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86" r:id="rId3"/>
    <p:sldId id="288" r:id="rId4"/>
    <p:sldId id="287" r:id="rId5"/>
    <p:sldId id="279" r:id="rId6"/>
    <p:sldId id="283" r:id="rId7"/>
    <p:sldId id="289" r:id="rId8"/>
    <p:sldId id="275" r:id="rId9"/>
    <p:sldId id="271" r:id="rId10"/>
    <p:sldId id="258" r:id="rId11"/>
    <p:sldId id="272" r:id="rId12"/>
    <p:sldId id="273" r:id="rId13"/>
    <p:sldId id="276" r:id="rId14"/>
    <p:sldId id="274" r:id="rId15"/>
    <p:sldId id="259" r:id="rId16"/>
    <p:sldId id="261" r:id="rId17"/>
    <p:sldId id="256" r:id="rId18"/>
    <p:sldId id="262" r:id="rId19"/>
    <p:sldId id="263" r:id="rId20"/>
    <p:sldId id="260" r:id="rId21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380" userDrawn="1">
          <p15:clr>
            <a:srgbClr val="A4A3A4"/>
          </p15:clr>
        </p15:guide>
        <p15:guide id="3" orient="horz" pos="21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  <a:srgbClr val="000099"/>
    <a:srgbClr val="FFFF00"/>
    <a:srgbClr val="669900"/>
    <a:srgbClr val="990000"/>
    <a:srgbClr val="FF9966"/>
    <a:srgbClr val="FFCC66"/>
    <a:srgbClr val="463500"/>
    <a:srgbClr val="503D00"/>
    <a:srgbClr val="B48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255" autoAdjust="0"/>
    <p:restoredTop sz="94660"/>
  </p:normalViewPr>
  <p:slideViewPr>
    <p:cSldViewPr snapToGrid="0" showGuides="1">
      <p:cViewPr>
        <p:scale>
          <a:sx n="50" d="100"/>
          <a:sy n="50" d="100"/>
        </p:scale>
        <p:origin x="732" y="440"/>
      </p:cViewPr>
      <p:guideLst>
        <p:guide pos="6380"/>
        <p:guide orient="horz" pos="21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73786-D428-4F48-941F-309901B29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470B57-DF33-4D86-B48E-7DAEE79571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C8963-B873-4F3D-9825-9BF988DE3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22/12/2020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116C-2555-46E0-9885-301E0EDE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8B79D-FE46-4208-B6BD-CC50EB2B3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3243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7A560-5493-4D29-943F-0041C8DC7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265C2-C150-466C-A37B-4CDC6B52B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81EFA-0BA8-4B7A-83CE-BA27B25AC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22/12/2020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33B91-CAFD-454D-AF6D-E3599114D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011F48-5D54-4FCE-8883-365C61C6E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89995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CBCB3-00F4-40AC-A18F-5DAA869D0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62BE7A-0461-468F-8848-B7255FB44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62A62-E2CF-4BA3-96B4-2955E9191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22/12/2020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353A07-C541-4707-B5C5-DF4B1C555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CA593-8695-46B4-8FE0-F7F8B6AAE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75687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CA8DF-7848-4286-AF0A-4D1222C24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A6B73-346D-4F11-9A55-4643C7A513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713784-5C34-4184-A49A-D926C69223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C2C2C-5545-4E15-88E7-D29E3585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22/12/2020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732F3-01E4-4C37-A30D-D93D28F76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B09D0-A145-48E9-869A-40BCEA16A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51474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5E43-6616-421A-A5D7-5DF0B5AE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C4B9B5-B7A4-4990-B36E-43006B32A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ED7294-9FE9-451A-B195-9DA6A7316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E286C1-8613-4260-BC2E-C639E99612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A1C5C0-32CF-45D9-A4FE-1763CB0D72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2C3C3C-7909-486A-B280-44B0B73BB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22/12/2020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3C1BFD-0FE4-4743-9709-6B1CF595C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9F02EC-099F-4867-A6A7-D65CF51E1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6279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5972A-53F9-46FB-BC8C-9E14E5079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DA58FF-274F-41EB-B662-DB29E43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22/12/2020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BC8E53-2C91-495C-9EC8-8C6E0F29F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EFC1E8-191D-4124-8BA9-A93DA7B81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53428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DC7400-BCD5-4D19-A514-096685602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22/12/2020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36EDDB-62A1-4A16-8D2B-C9958E92F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F1373-D4FE-4ECC-9423-BE24D0882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27511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04C0F-3FAF-4181-B2D4-717A2500F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8C778-3DC6-4C25-B97D-FB677B830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D906C8-BA2B-414C-BE34-E3CA43F8D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10B07A-28B8-4EF0-818D-4E483BE13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22/12/2020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2AC8F-C10E-4564-843E-D21D7F0FD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03AA02-E921-49BB-8746-E1B0227A2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93589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4420-08CC-49D9-9FA9-32C143D13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6D7CC0-FF91-421B-8653-EDF5CF8481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C02486-5747-4100-B7AA-74B08656B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083377-CEFF-407B-92A8-C799C4242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22/12/2020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B0AEFA-6530-4A33-8F01-42A2CBDDC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6DBA7-D448-489A-86A6-6411820CE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31133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B236-50FF-4B0E-83A7-D85789E92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EAF51B-3554-4CD2-A6FF-9336640150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ACCF2-4039-4304-B33D-8DA7CB2B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22/12/2020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9F76B-524A-4204-8631-AA03B2757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D8012C-2B1F-43EB-8ECA-AB3CBE1F2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33153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013BE-B7CB-48AD-9C07-DE9280EF64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DFAE9-6C8C-42C1-8855-69618AA267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B4AF-AA47-45BA-BED3-BAF20B767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22/12/2020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B2DC0-5810-4B30-BE7F-31D7CA651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F2787-0AF7-4DE5-8F9C-0FA65E9A8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012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0506C-C1AE-4514-BEC6-090FE3822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614C9A-F601-4C13-8EBB-D6664729EC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2B31F-F321-4D1F-8F1C-6D9C8FE191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51C4C-8A42-4A74-B53C-6BFFBDE77309}" type="datetimeFigureOut">
              <a:rPr lang="pt-PT" smtClean="0"/>
              <a:t>22/12/2020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E0C3D-D4A1-435F-ACEB-DD055845B0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43230-6C5F-45DA-A0E4-22BBCC600F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0554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roup 208">
            <a:extLst>
              <a:ext uri="{FF2B5EF4-FFF2-40B4-BE49-F238E27FC236}">
                <a16:creationId xmlns:a16="http://schemas.microsoft.com/office/drawing/2014/main" id="{F8AAA891-1E52-462A-9B4A-9F7D664A2DF7}"/>
              </a:ext>
            </a:extLst>
          </p:cNvPr>
          <p:cNvGrpSpPr/>
          <p:nvPr/>
        </p:nvGrpSpPr>
        <p:grpSpPr>
          <a:xfrm>
            <a:off x="114200" y="48489"/>
            <a:ext cx="6490556" cy="3251200"/>
            <a:chOff x="114200" y="48489"/>
            <a:chExt cx="6490556" cy="325120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6B60529-DE61-4473-9618-152BE7D26BA5}"/>
                </a:ext>
              </a:extLst>
            </p:cNvPr>
            <p:cNvGrpSpPr/>
            <p:nvPr/>
          </p:nvGrpSpPr>
          <p:grpSpPr>
            <a:xfrm>
              <a:off x="114200" y="48489"/>
              <a:ext cx="3251200" cy="3251200"/>
              <a:chOff x="-5805339" y="-137685"/>
              <a:chExt cx="2552768" cy="2543707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0D523A6-F92A-4ED8-B6AA-B29451383F43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0FF778B0-BA0F-4B66-B791-FF5D61BBBFCE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CA2EE0EB-EA6A-4FEC-8245-31866266E67A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0BF10983-0629-40E1-8BED-43FD1BCF0537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257736BE-120E-4354-AA59-73E8E9EF21C9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734B2DA-54E0-4A6D-94C4-B67B451686D9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5412915-6C6C-44AA-BEF7-273068626830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1FA8027-B959-4521-985D-9FC8993AE8CF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0D98424-9550-4F38-9F48-56328ABBB336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2D65A8A-A1D3-4C75-98E4-FD566BF3E1C2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DA19025D-1944-4B97-AFE8-DDF3B9F1BBD2}"/>
                </a:ext>
              </a:extLst>
            </p:cNvPr>
            <p:cNvGrpSpPr/>
            <p:nvPr/>
          </p:nvGrpSpPr>
          <p:grpSpPr>
            <a:xfrm>
              <a:off x="3353556" y="48489"/>
              <a:ext cx="3251200" cy="3251200"/>
              <a:chOff x="-5805339" y="-137685"/>
              <a:chExt cx="2552768" cy="2543707"/>
            </a:xfrm>
          </p:grpSpPr>
          <p:grpSp>
            <p:nvGrpSpPr>
              <p:cNvPr id="199" name="Group 198">
                <a:extLst>
                  <a:ext uri="{FF2B5EF4-FFF2-40B4-BE49-F238E27FC236}">
                    <a16:creationId xmlns:a16="http://schemas.microsoft.com/office/drawing/2014/main" id="{DA5F6D01-22D7-4A7E-AC87-E5D8266A6BE7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205" name="Rectangle 204">
                  <a:extLst>
                    <a:ext uri="{FF2B5EF4-FFF2-40B4-BE49-F238E27FC236}">
                      <a16:creationId xmlns:a16="http://schemas.microsoft.com/office/drawing/2014/main" id="{15BA3C85-D7C0-404D-983B-E7FC777FBAC1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6" name="Rectangle 205">
                  <a:extLst>
                    <a:ext uri="{FF2B5EF4-FFF2-40B4-BE49-F238E27FC236}">
                      <a16:creationId xmlns:a16="http://schemas.microsoft.com/office/drawing/2014/main" id="{20FDCAC1-220F-49F8-8704-B1C3AA0305FB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7" name="Rectangle 206">
                  <a:extLst>
                    <a:ext uri="{FF2B5EF4-FFF2-40B4-BE49-F238E27FC236}">
                      <a16:creationId xmlns:a16="http://schemas.microsoft.com/office/drawing/2014/main" id="{123360D5-A23D-45D3-8A99-795CB225E4C5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8" name="Rectangle 207">
                  <a:extLst>
                    <a:ext uri="{FF2B5EF4-FFF2-40B4-BE49-F238E27FC236}">
                      <a16:creationId xmlns:a16="http://schemas.microsoft.com/office/drawing/2014/main" id="{5255CF56-33BB-471A-A06D-BF9E51B691C2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B09030FA-A0E6-4CC4-AF0B-DA7F6FE8DC95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A7C53A7D-77BB-4663-8AAB-049EBE308308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C567C798-6EFC-41CD-8CAA-BF292418ADFB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65427792-0719-4849-9BF7-B21D3785BA67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2483F62F-2443-42D7-8BDF-606A2ECF1344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0DDBE1C-8797-4743-B6CA-772A2AD788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64428" y="-463261"/>
            <a:ext cx="5470409" cy="2387600"/>
          </a:xfrm>
        </p:spPr>
        <p:txBody>
          <a:bodyPr>
            <a:normAutofit/>
          </a:bodyPr>
          <a:lstStyle/>
          <a:p>
            <a:pPr algn="r"/>
            <a:r>
              <a:rPr lang="pt-PT" sz="6600" b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br>
              <a:rPr lang="pt-PT" sz="6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PT" sz="4800" i="1" dirty="0" err="1">
                <a:latin typeface="Arial" panose="020B0604020202020204" pitchFamily="34" charset="0"/>
                <a:cs typeface="Arial" panose="020B0604020202020204" pitchFamily="34" charset="0"/>
              </a:rPr>
              <a:t>template</a:t>
            </a:r>
            <a:endParaRPr lang="pt-PT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B58EB-31D0-4626-96E2-8B63616D7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experimental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puzzle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on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fruits</a:t>
            </a:r>
            <a:endParaRPr lang="pt-P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Pedro PSI 2020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207E298-A4E6-48FF-BE05-4CD20890B3B9}"/>
              </a:ext>
            </a:extLst>
          </p:cNvPr>
          <p:cNvSpPr txBox="1">
            <a:spLocks/>
          </p:cNvSpPr>
          <p:nvPr/>
        </p:nvSpPr>
        <p:spPr>
          <a:xfrm>
            <a:off x="1524000" y="5477668"/>
            <a:ext cx="9144000" cy="548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b="1" dirty="0" err="1">
                <a:latin typeface="Arial" panose="020B0604020202020204" pitchFamily="34" charset="0"/>
                <a:cs typeface="Arial" panose="020B0604020202020204" pitchFamily="34" charset="0"/>
              </a:rPr>
              <a:t>Feel</a:t>
            </a:r>
            <a:r>
              <a:rPr lang="pt-PT" b="1" dirty="0">
                <a:latin typeface="Arial" panose="020B0604020202020204" pitchFamily="34" charset="0"/>
                <a:cs typeface="Arial" panose="020B0604020202020204" pitchFamily="34" charset="0"/>
              </a:rPr>
              <a:t> free to </a:t>
            </a:r>
            <a:r>
              <a:rPr lang="pt-PT" b="1" dirty="0" err="1">
                <a:latin typeface="Arial" panose="020B0604020202020204" pitchFamily="34" charset="0"/>
                <a:cs typeface="Arial" panose="020B0604020202020204" pitchFamily="34" charset="0"/>
              </a:rPr>
              <a:t>make</a:t>
            </a:r>
            <a:r>
              <a:rPr lang="pt-PT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dirty="0" err="1">
                <a:latin typeface="Arial" panose="020B0604020202020204" pitchFamily="34" charset="0"/>
                <a:cs typeface="Arial" panose="020B0604020202020204" pitchFamily="34" charset="0"/>
              </a:rPr>
              <a:t>your</a:t>
            </a:r>
            <a:r>
              <a:rPr lang="pt-PT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dirty="0" err="1">
                <a:latin typeface="Arial" panose="020B0604020202020204" pitchFamily="34" charset="0"/>
                <a:cs typeface="Arial" panose="020B0604020202020204" pitchFamily="34" charset="0"/>
              </a:rPr>
              <a:t>own</a:t>
            </a:r>
            <a:r>
              <a:rPr lang="pt-PT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r>
              <a:rPr lang="pt-PT" b="1">
                <a:latin typeface="Arial" panose="020B0604020202020204" pitchFamily="34" charset="0"/>
                <a:cs typeface="Arial" panose="020B0604020202020204" pitchFamily="34" charset="0"/>
              </a:rPr>
              <a:t> fruit puzzles</a:t>
            </a:r>
            <a:endParaRPr lang="pt-PT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28C25D4-EDC3-482C-80CB-D5A1AAC594D2}"/>
              </a:ext>
            </a:extLst>
          </p:cNvPr>
          <p:cNvSpPr/>
          <p:nvPr/>
        </p:nvSpPr>
        <p:spPr>
          <a:xfrm rot="19185010">
            <a:off x="829228" y="1995807"/>
            <a:ext cx="745108" cy="503565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4B18788-F94D-4593-8CD3-AA24351C7BE1}"/>
              </a:ext>
            </a:extLst>
          </p:cNvPr>
          <p:cNvSpPr/>
          <p:nvPr/>
        </p:nvSpPr>
        <p:spPr>
          <a:xfrm rot="7313666">
            <a:off x="4036694" y="-192934"/>
            <a:ext cx="882052" cy="629041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BCE2CFE-1D2D-4C43-89B8-19E75CD64619}"/>
              </a:ext>
            </a:extLst>
          </p:cNvPr>
          <p:cNvGrpSpPr>
            <a:grpSpLocks noChangeAspect="1"/>
          </p:cNvGrpSpPr>
          <p:nvPr/>
        </p:nvGrpSpPr>
        <p:grpSpPr>
          <a:xfrm>
            <a:off x="10725595" y="2030225"/>
            <a:ext cx="1143000" cy="1143000"/>
            <a:chOff x="-5805339" y="-137685"/>
            <a:chExt cx="2552768" cy="2543707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97CBB2C-5E5A-4138-960E-A2822CE1A746}"/>
                </a:ext>
              </a:extLst>
            </p:cNvPr>
            <p:cNvGrpSpPr/>
            <p:nvPr/>
          </p:nvGrpSpPr>
          <p:grpSpPr>
            <a:xfrm>
              <a:off x="-5805339" y="-137685"/>
              <a:ext cx="2552768" cy="2543707"/>
              <a:chOff x="-5805339" y="-137685"/>
              <a:chExt cx="2552768" cy="2543707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C064CEF0-0911-43FE-9EA3-FD407307BDC4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9811996A-F3A6-4D27-849F-9805AB4472E6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5E1CB1F4-43FF-4731-9392-BC667E54A2E0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8EFFCC9B-F3B0-44AE-BF91-67DF36013FD8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983E9293-8DC9-41C3-A819-4D98C317921D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46E47DA-2C8E-4E5B-B963-617FA7FBFAA9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E67B84D1-494B-4F54-B41D-E13F4D714D1E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198921-35F6-40BC-9AB5-C09F3C274687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702F465-7423-45A0-A752-3DBC4A24F994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53E76936-5E83-4343-9831-869A9FBA3519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F8171CB-7B71-4DFD-A438-5A61A327FD74}"/>
                </a:ext>
              </a:extLst>
            </p:cNvPr>
            <p:cNvSpPr/>
            <p:nvPr/>
          </p:nvSpPr>
          <p:spPr>
            <a:xfrm rot="2750059">
              <a:off x="-5195067" y="13039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310DA4C-6772-481C-9331-DEBE2D0723B6}"/>
                </a:ext>
              </a:extLst>
            </p:cNvPr>
            <p:cNvSpPr/>
            <p:nvPr/>
          </p:nvSpPr>
          <p:spPr>
            <a:xfrm rot="19185010">
              <a:off x="-5310885" y="57085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ABD9F72-E9E8-4F42-AD3A-5BA21374D696}"/>
                </a:ext>
              </a:extLst>
            </p:cNvPr>
            <p:cNvSpPr/>
            <p:nvPr/>
          </p:nvSpPr>
          <p:spPr>
            <a:xfrm rot="7313666">
              <a:off x="-4462686" y="457048"/>
              <a:ext cx="690110" cy="49391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0047131-EB53-49B2-A8C5-3CC23347DE9C}"/>
                </a:ext>
              </a:extLst>
            </p:cNvPr>
            <p:cNvSpPr/>
            <p:nvPr/>
          </p:nvSpPr>
          <p:spPr>
            <a:xfrm>
              <a:off x="-4506592" y="1298704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67CA4E8-BBF1-486B-9101-AA62647C67DF}"/>
              </a:ext>
            </a:extLst>
          </p:cNvPr>
          <p:cNvSpPr/>
          <p:nvPr/>
        </p:nvSpPr>
        <p:spPr>
          <a:xfrm rot="8358001">
            <a:off x="-157052" y="-401698"/>
            <a:ext cx="715928" cy="996183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817F0925-D53C-4096-AA8D-0C8FDF968790}"/>
              </a:ext>
            </a:extLst>
          </p:cNvPr>
          <p:cNvSpPr/>
          <p:nvPr/>
        </p:nvSpPr>
        <p:spPr>
          <a:xfrm>
            <a:off x="1965353" y="767270"/>
            <a:ext cx="686744" cy="700152"/>
          </a:xfrm>
          <a:custGeom>
            <a:avLst/>
            <a:gdLst>
              <a:gd name="connsiteX0" fmla="*/ 0 w 1846349"/>
              <a:gd name="connsiteY0" fmla="*/ 749807 h 749807"/>
              <a:gd name="connsiteX1" fmla="*/ 923175 w 1846349"/>
              <a:gd name="connsiteY1" fmla="*/ 0 h 749807"/>
              <a:gd name="connsiteX2" fmla="*/ 1846349 w 1846349"/>
              <a:gd name="connsiteY2" fmla="*/ 749807 h 749807"/>
              <a:gd name="connsiteX3" fmla="*/ 0 w 1846349"/>
              <a:gd name="connsiteY3" fmla="*/ 749807 h 749807"/>
              <a:gd name="connsiteX0" fmla="*/ 0 w 1846349"/>
              <a:gd name="connsiteY0" fmla="*/ 1136275 h 1136275"/>
              <a:gd name="connsiteX1" fmla="*/ 923175 w 1846349"/>
              <a:gd name="connsiteY1" fmla="*/ 386468 h 1136275"/>
              <a:gd name="connsiteX2" fmla="*/ 664333 w 1846349"/>
              <a:gd name="connsiteY2" fmla="*/ 324 h 1136275"/>
              <a:gd name="connsiteX3" fmla="*/ 1846349 w 1846349"/>
              <a:gd name="connsiteY3" fmla="*/ 1136275 h 1136275"/>
              <a:gd name="connsiteX4" fmla="*/ 0 w 1846349"/>
              <a:gd name="connsiteY4" fmla="*/ 1136275 h 1136275"/>
              <a:gd name="connsiteX0" fmla="*/ 0 w 1846349"/>
              <a:gd name="connsiteY0" fmla="*/ 1136275 h 1136275"/>
              <a:gd name="connsiteX1" fmla="*/ 699893 w 1846349"/>
              <a:gd name="connsiteY1" fmla="*/ 579444 h 1136275"/>
              <a:gd name="connsiteX2" fmla="*/ 923175 w 1846349"/>
              <a:gd name="connsiteY2" fmla="*/ 386468 h 1136275"/>
              <a:gd name="connsiteX3" fmla="*/ 664333 w 1846349"/>
              <a:gd name="connsiteY3" fmla="*/ 324 h 1136275"/>
              <a:gd name="connsiteX4" fmla="*/ 1846349 w 1846349"/>
              <a:gd name="connsiteY4" fmla="*/ 1136275 h 1136275"/>
              <a:gd name="connsiteX5" fmla="*/ 0 w 1846349"/>
              <a:gd name="connsiteY5" fmla="*/ 1136275 h 1136275"/>
              <a:gd name="connsiteX0" fmla="*/ 0 w 1846349"/>
              <a:gd name="connsiteY0" fmla="*/ 1181671 h 1181671"/>
              <a:gd name="connsiteX1" fmla="*/ 699893 w 1846349"/>
              <a:gd name="connsiteY1" fmla="*/ 62484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699893 w 1846349"/>
              <a:gd name="connsiteY1" fmla="*/ 62484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699893 w 1846349"/>
              <a:gd name="connsiteY1" fmla="*/ 62484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81173 w 1846349"/>
              <a:gd name="connsiteY1" fmla="*/ 5638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81173 w 1846349"/>
              <a:gd name="connsiteY1" fmla="*/ 5638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791333 w 1846349"/>
              <a:gd name="connsiteY2" fmla="*/ 474980 h 1181671"/>
              <a:gd name="connsiteX3" fmla="*/ 506853 w 1846349"/>
              <a:gd name="connsiteY3" fmla="*/ 0 h 1181671"/>
              <a:gd name="connsiteX4" fmla="*/ 923175 w 1846349"/>
              <a:gd name="connsiteY4" fmla="*/ 431864 h 1181671"/>
              <a:gd name="connsiteX5" fmla="*/ 664333 w 1846349"/>
              <a:gd name="connsiteY5" fmla="*/ 45720 h 1181671"/>
              <a:gd name="connsiteX6" fmla="*/ 1846349 w 1846349"/>
              <a:gd name="connsiteY6" fmla="*/ 1181671 h 1181671"/>
              <a:gd name="connsiteX7" fmla="*/ 0 w 1846349"/>
              <a:gd name="connsiteY7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791333 w 1846349"/>
              <a:gd name="connsiteY2" fmla="*/ 474980 h 1181671"/>
              <a:gd name="connsiteX3" fmla="*/ 506853 w 1846349"/>
              <a:gd name="connsiteY3" fmla="*/ 0 h 1181671"/>
              <a:gd name="connsiteX4" fmla="*/ 923175 w 1846349"/>
              <a:gd name="connsiteY4" fmla="*/ 431864 h 1181671"/>
              <a:gd name="connsiteX5" fmla="*/ 664333 w 1846349"/>
              <a:gd name="connsiteY5" fmla="*/ 45720 h 1181671"/>
              <a:gd name="connsiteX6" fmla="*/ 1846349 w 1846349"/>
              <a:gd name="connsiteY6" fmla="*/ 1181671 h 1181671"/>
              <a:gd name="connsiteX7" fmla="*/ 0 w 1846349"/>
              <a:gd name="connsiteY7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791333 w 1846349"/>
              <a:gd name="connsiteY3" fmla="*/ 47498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791333 w 1846349"/>
              <a:gd name="connsiteY3" fmla="*/ 47498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791333 w 1846349"/>
              <a:gd name="connsiteY3" fmla="*/ 47498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827316 w 1846349"/>
              <a:gd name="connsiteY3" fmla="*/ 48133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827316 w 1846349"/>
              <a:gd name="connsiteY3" fmla="*/ 48133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438908 w 1846349"/>
              <a:gd name="connsiteY2" fmla="*/ 1315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664333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438908 w 1846349"/>
              <a:gd name="connsiteY2" fmla="*/ 1315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664333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438908 w 1846349"/>
              <a:gd name="connsiteY2" fmla="*/ 1315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664333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664333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586017 w 1846349"/>
              <a:gd name="connsiteY6" fmla="*/ 2455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560617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646553 w 1846349"/>
              <a:gd name="connsiteY1" fmla="*/ 489797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560617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688887 w 1846349"/>
              <a:gd name="connsiteY1" fmla="*/ 576580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560617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229878 h 1229878"/>
              <a:gd name="connsiteX1" fmla="*/ 688887 w 1846349"/>
              <a:gd name="connsiteY1" fmla="*/ 626904 h 1229878"/>
              <a:gd name="connsiteX2" fmla="*/ 500291 w 1846349"/>
              <a:gd name="connsiteY2" fmla="*/ 105675 h 1229878"/>
              <a:gd name="connsiteX3" fmla="*/ 827316 w 1846349"/>
              <a:gd name="connsiteY3" fmla="*/ 529537 h 1229878"/>
              <a:gd name="connsiteX4" fmla="*/ 487803 w 1846349"/>
              <a:gd name="connsiteY4" fmla="*/ 50324 h 1229878"/>
              <a:gd name="connsiteX5" fmla="*/ 923175 w 1846349"/>
              <a:gd name="connsiteY5" fmla="*/ 480071 h 1229878"/>
              <a:gd name="connsiteX6" fmla="*/ 979717 w 1846349"/>
              <a:gd name="connsiteY6" fmla="*/ 265 h 1229878"/>
              <a:gd name="connsiteX7" fmla="*/ 1846349 w 1846349"/>
              <a:gd name="connsiteY7" fmla="*/ 1229878 h 1229878"/>
              <a:gd name="connsiteX8" fmla="*/ 0 w 1846349"/>
              <a:gd name="connsiteY8" fmla="*/ 1229878 h 1229878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500291 w 1846349"/>
              <a:gd name="connsiteY2" fmla="*/ 195051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79717 w 1846349"/>
              <a:gd name="connsiteY6" fmla="*/ 89641 h 1319254"/>
              <a:gd name="connsiteX7" fmla="*/ 1846349 w 1846349"/>
              <a:gd name="connsiteY7" fmla="*/ 1319254 h 1319254"/>
              <a:gd name="connsiteX8" fmla="*/ 0 w 1846349"/>
              <a:gd name="connsiteY8" fmla="*/ 1319254 h 1319254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693966 w 1846349"/>
              <a:gd name="connsiteY2" fmla="*/ 47413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79717 w 1846349"/>
              <a:gd name="connsiteY6" fmla="*/ 89641 h 1319254"/>
              <a:gd name="connsiteX7" fmla="*/ 1846349 w 1846349"/>
              <a:gd name="connsiteY7" fmla="*/ 1319254 h 1319254"/>
              <a:gd name="connsiteX8" fmla="*/ 0 w 1846349"/>
              <a:gd name="connsiteY8" fmla="*/ 1319254 h 1319254"/>
              <a:gd name="connsiteX0" fmla="*/ 0 w 1846349"/>
              <a:gd name="connsiteY0" fmla="*/ 1398088 h 1398088"/>
              <a:gd name="connsiteX1" fmla="*/ 688887 w 1846349"/>
              <a:gd name="connsiteY1" fmla="*/ 795114 h 1398088"/>
              <a:gd name="connsiteX2" fmla="*/ 693966 w 1846349"/>
              <a:gd name="connsiteY2" fmla="*/ 126247 h 1398088"/>
              <a:gd name="connsiteX3" fmla="*/ 827316 w 1846349"/>
              <a:gd name="connsiteY3" fmla="*/ 697747 h 1398088"/>
              <a:gd name="connsiteX4" fmla="*/ 806891 w 1846349"/>
              <a:gd name="connsiteY4" fmla="*/ 78834 h 1398088"/>
              <a:gd name="connsiteX5" fmla="*/ 923175 w 1846349"/>
              <a:gd name="connsiteY5" fmla="*/ 648281 h 1398088"/>
              <a:gd name="connsiteX6" fmla="*/ 893992 w 1846349"/>
              <a:gd name="connsiteY6" fmla="*/ 200 h 1398088"/>
              <a:gd name="connsiteX7" fmla="*/ 1846349 w 1846349"/>
              <a:gd name="connsiteY7" fmla="*/ 1398088 h 1398088"/>
              <a:gd name="connsiteX8" fmla="*/ 0 w 1846349"/>
              <a:gd name="connsiteY8" fmla="*/ 1398088 h 1398088"/>
              <a:gd name="connsiteX0" fmla="*/ 0 w 1846349"/>
              <a:gd name="connsiteY0" fmla="*/ 1398088 h 1398088"/>
              <a:gd name="connsiteX1" fmla="*/ 688887 w 1846349"/>
              <a:gd name="connsiteY1" fmla="*/ 795114 h 1398088"/>
              <a:gd name="connsiteX2" fmla="*/ 693966 w 1846349"/>
              <a:gd name="connsiteY2" fmla="*/ 126247 h 1398088"/>
              <a:gd name="connsiteX3" fmla="*/ 827316 w 1846349"/>
              <a:gd name="connsiteY3" fmla="*/ 697747 h 1398088"/>
              <a:gd name="connsiteX4" fmla="*/ 806891 w 1846349"/>
              <a:gd name="connsiteY4" fmla="*/ 78834 h 1398088"/>
              <a:gd name="connsiteX5" fmla="*/ 923175 w 1846349"/>
              <a:gd name="connsiteY5" fmla="*/ 648281 h 1398088"/>
              <a:gd name="connsiteX6" fmla="*/ 893992 w 1846349"/>
              <a:gd name="connsiteY6" fmla="*/ 200 h 1398088"/>
              <a:gd name="connsiteX7" fmla="*/ 1846349 w 1846349"/>
              <a:gd name="connsiteY7" fmla="*/ 1398088 h 1398088"/>
              <a:gd name="connsiteX8" fmla="*/ 0 w 1846349"/>
              <a:gd name="connsiteY8" fmla="*/ 1398088 h 1398088"/>
              <a:gd name="connsiteX0" fmla="*/ 0 w 1879396"/>
              <a:gd name="connsiteY0" fmla="*/ 1398136 h 1398136"/>
              <a:gd name="connsiteX1" fmla="*/ 688887 w 1879396"/>
              <a:gd name="connsiteY1" fmla="*/ 795162 h 1398136"/>
              <a:gd name="connsiteX2" fmla="*/ 693966 w 1879396"/>
              <a:gd name="connsiteY2" fmla="*/ 126295 h 1398136"/>
              <a:gd name="connsiteX3" fmla="*/ 827316 w 1879396"/>
              <a:gd name="connsiteY3" fmla="*/ 697795 h 1398136"/>
              <a:gd name="connsiteX4" fmla="*/ 806891 w 1879396"/>
              <a:gd name="connsiteY4" fmla="*/ 78882 h 1398136"/>
              <a:gd name="connsiteX5" fmla="*/ 923175 w 1879396"/>
              <a:gd name="connsiteY5" fmla="*/ 648329 h 1398136"/>
              <a:gd name="connsiteX6" fmla="*/ 893992 w 1879396"/>
              <a:gd name="connsiteY6" fmla="*/ 248 h 1398136"/>
              <a:gd name="connsiteX7" fmla="*/ 1112008 w 1879396"/>
              <a:gd name="connsiteY7" fmla="*/ 713669 h 1398136"/>
              <a:gd name="connsiteX8" fmla="*/ 1846349 w 1879396"/>
              <a:gd name="connsiteY8" fmla="*/ 1398136 h 1398136"/>
              <a:gd name="connsiteX9" fmla="*/ 0 w 1879396"/>
              <a:gd name="connsiteY9" fmla="*/ 1398136 h 1398136"/>
              <a:gd name="connsiteX0" fmla="*/ 0 w 1846349"/>
              <a:gd name="connsiteY0" fmla="*/ 1398136 h 1398136"/>
              <a:gd name="connsiteX1" fmla="*/ 688887 w 1846349"/>
              <a:gd name="connsiteY1" fmla="*/ 795162 h 1398136"/>
              <a:gd name="connsiteX2" fmla="*/ 693966 w 1846349"/>
              <a:gd name="connsiteY2" fmla="*/ 126295 h 1398136"/>
              <a:gd name="connsiteX3" fmla="*/ 827316 w 1846349"/>
              <a:gd name="connsiteY3" fmla="*/ 697795 h 1398136"/>
              <a:gd name="connsiteX4" fmla="*/ 806891 w 1846349"/>
              <a:gd name="connsiteY4" fmla="*/ 78882 h 1398136"/>
              <a:gd name="connsiteX5" fmla="*/ 923175 w 1846349"/>
              <a:gd name="connsiteY5" fmla="*/ 648329 h 1398136"/>
              <a:gd name="connsiteX6" fmla="*/ 893992 w 1846349"/>
              <a:gd name="connsiteY6" fmla="*/ 248 h 1398136"/>
              <a:gd name="connsiteX7" fmla="*/ 1112008 w 1846349"/>
              <a:gd name="connsiteY7" fmla="*/ 713669 h 1398136"/>
              <a:gd name="connsiteX8" fmla="*/ 1846349 w 1846349"/>
              <a:gd name="connsiteY8" fmla="*/ 1398136 h 1398136"/>
              <a:gd name="connsiteX9" fmla="*/ 0 w 1846349"/>
              <a:gd name="connsiteY9" fmla="*/ 1398136 h 1398136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693966 w 1846349"/>
              <a:gd name="connsiteY2" fmla="*/ 47413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82892 w 1846349"/>
              <a:gd name="connsiteY6" fmla="*/ 216641 h 1319254"/>
              <a:gd name="connsiteX7" fmla="*/ 1112008 w 1846349"/>
              <a:gd name="connsiteY7" fmla="*/ 634787 h 1319254"/>
              <a:gd name="connsiteX8" fmla="*/ 1846349 w 1846349"/>
              <a:gd name="connsiteY8" fmla="*/ 1319254 h 1319254"/>
              <a:gd name="connsiteX9" fmla="*/ 0 w 1846349"/>
              <a:gd name="connsiteY9" fmla="*/ 1319254 h 1319254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693966 w 1846349"/>
              <a:gd name="connsiteY2" fmla="*/ 47413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82892 w 1846349"/>
              <a:gd name="connsiteY6" fmla="*/ 216641 h 1319254"/>
              <a:gd name="connsiteX7" fmla="*/ 1112008 w 1846349"/>
              <a:gd name="connsiteY7" fmla="*/ 634787 h 1319254"/>
              <a:gd name="connsiteX8" fmla="*/ 1846349 w 1846349"/>
              <a:gd name="connsiteY8" fmla="*/ 1319254 h 1319254"/>
              <a:gd name="connsiteX9" fmla="*/ 0 w 1846349"/>
              <a:gd name="connsiteY9" fmla="*/ 1319254 h 1319254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693966 w 1846349"/>
              <a:gd name="connsiteY2" fmla="*/ 47413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82892 w 1846349"/>
              <a:gd name="connsiteY6" fmla="*/ 216641 h 1319254"/>
              <a:gd name="connsiteX7" fmla="*/ 1112008 w 1846349"/>
              <a:gd name="connsiteY7" fmla="*/ 634787 h 1319254"/>
              <a:gd name="connsiteX8" fmla="*/ 1846349 w 1846349"/>
              <a:gd name="connsiteY8" fmla="*/ 1319254 h 1319254"/>
              <a:gd name="connsiteX9" fmla="*/ 0 w 1846349"/>
              <a:gd name="connsiteY9" fmla="*/ 1319254 h 1319254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95791 w 1846349"/>
              <a:gd name="connsiteY4" fmla="*/ 22437 h 1189291"/>
              <a:gd name="connsiteX5" fmla="*/ 923175 w 1846349"/>
              <a:gd name="connsiteY5" fmla="*/ 439484 h 1189291"/>
              <a:gd name="connsiteX6" fmla="*/ 982892 w 1846349"/>
              <a:gd name="connsiteY6" fmla="*/ 86678 h 1189291"/>
              <a:gd name="connsiteX7" fmla="*/ 1112008 w 1846349"/>
              <a:gd name="connsiteY7" fmla="*/ 504824 h 1189291"/>
              <a:gd name="connsiteX8" fmla="*/ 1846349 w 1846349"/>
              <a:gd name="connsiteY8" fmla="*/ 1189291 h 1189291"/>
              <a:gd name="connsiteX9" fmla="*/ 0 w 1846349"/>
              <a:gd name="connsiteY9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95791 w 1846349"/>
              <a:gd name="connsiteY4" fmla="*/ 22437 h 1189291"/>
              <a:gd name="connsiteX5" fmla="*/ 923175 w 1846349"/>
              <a:gd name="connsiteY5" fmla="*/ 439484 h 1189291"/>
              <a:gd name="connsiteX6" fmla="*/ 982892 w 1846349"/>
              <a:gd name="connsiteY6" fmla="*/ 86678 h 1189291"/>
              <a:gd name="connsiteX7" fmla="*/ 1112008 w 1846349"/>
              <a:gd name="connsiteY7" fmla="*/ 504824 h 1189291"/>
              <a:gd name="connsiteX8" fmla="*/ 1846349 w 1846349"/>
              <a:gd name="connsiteY8" fmla="*/ 1189291 h 1189291"/>
              <a:gd name="connsiteX9" fmla="*/ 0 w 1846349"/>
              <a:gd name="connsiteY9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95791 w 1846349"/>
              <a:gd name="connsiteY4" fmla="*/ 22437 h 1189291"/>
              <a:gd name="connsiteX5" fmla="*/ 923175 w 1846349"/>
              <a:gd name="connsiteY5" fmla="*/ 439484 h 1189291"/>
              <a:gd name="connsiteX6" fmla="*/ 982892 w 1846349"/>
              <a:gd name="connsiteY6" fmla="*/ 86678 h 1189291"/>
              <a:gd name="connsiteX7" fmla="*/ 1112008 w 1846349"/>
              <a:gd name="connsiteY7" fmla="*/ 504824 h 1189291"/>
              <a:gd name="connsiteX8" fmla="*/ 1846349 w 1846349"/>
              <a:gd name="connsiteY8" fmla="*/ 1189291 h 1189291"/>
              <a:gd name="connsiteX9" fmla="*/ 0 w 1846349"/>
              <a:gd name="connsiteY9" fmla="*/ 1189291 h 1189291"/>
              <a:gd name="connsiteX0" fmla="*/ 0 w 1846349"/>
              <a:gd name="connsiteY0" fmla="*/ 1197810 h 1197810"/>
              <a:gd name="connsiteX1" fmla="*/ 688887 w 1846349"/>
              <a:gd name="connsiteY1" fmla="*/ 594836 h 1197810"/>
              <a:gd name="connsiteX2" fmla="*/ 766991 w 1846349"/>
              <a:gd name="connsiteY2" fmla="*/ 8519 h 1197810"/>
              <a:gd name="connsiteX3" fmla="*/ 855891 w 1846349"/>
              <a:gd name="connsiteY3" fmla="*/ 481594 h 1197810"/>
              <a:gd name="connsiteX4" fmla="*/ 829433 w 1846349"/>
              <a:gd name="connsiteY4" fmla="*/ 87893 h 1197810"/>
              <a:gd name="connsiteX5" fmla="*/ 895791 w 1846349"/>
              <a:gd name="connsiteY5" fmla="*/ 30956 h 1197810"/>
              <a:gd name="connsiteX6" fmla="*/ 923175 w 1846349"/>
              <a:gd name="connsiteY6" fmla="*/ 448003 h 1197810"/>
              <a:gd name="connsiteX7" fmla="*/ 982892 w 1846349"/>
              <a:gd name="connsiteY7" fmla="*/ 95197 h 1197810"/>
              <a:gd name="connsiteX8" fmla="*/ 1112008 w 1846349"/>
              <a:gd name="connsiteY8" fmla="*/ 513343 h 1197810"/>
              <a:gd name="connsiteX9" fmla="*/ 1846349 w 1846349"/>
              <a:gd name="connsiteY9" fmla="*/ 1197810 h 1197810"/>
              <a:gd name="connsiteX10" fmla="*/ 0 w 1846349"/>
              <a:gd name="connsiteY10" fmla="*/ 1197810 h 1197810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911666 w 1846349"/>
              <a:gd name="connsiteY5" fmla="*/ 219287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908491 w 1846349"/>
              <a:gd name="connsiteY5" fmla="*/ 222462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898966 w 1846349"/>
              <a:gd name="connsiteY5" fmla="*/ 238337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914841 w 1846349"/>
              <a:gd name="connsiteY5" fmla="*/ 238337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883091 w 1846349"/>
              <a:gd name="connsiteY5" fmla="*/ 247862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923175 w 1846349"/>
              <a:gd name="connsiteY5" fmla="*/ 439484 h 1189291"/>
              <a:gd name="connsiteX6" fmla="*/ 982892 w 1846349"/>
              <a:gd name="connsiteY6" fmla="*/ 86678 h 1189291"/>
              <a:gd name="connsiteX7" fmla="*/ 1112008 w 1846349"/>
              <a:gd name="connsiteY7" fmla="*/ 504824 h 1189291"/>
              <a:gd name="connsiteX8" fmla="*/ 1846349 w 1846349"/>
              <a:gd name="connsiteY8" fmla="*/ 1189291 h 1189291"/>
              <a:gd name="connsiteX9" fmla="*/ 0 w 1846349"/>
              <a:gd name="connsiteY9" fmla="*/ 1189291 h 1189291"/>
              <a:gd name="connsiteX0" fmla="*/ 0 w 1846349"/>
              <a:gd name="connsiteY0" fmla="*/ 1311041 h 1311041"/>
              <a:gd name="connsiteX1" fmla="*/ 688887 w 1846349"/>
              <a:gd name="connsiteY1" fmla="*/ 708067 h 1311041"/>
              <a:gd name="connsiteX2" fmla="*/ 766991 w 1846349"/>
              <a:gd name="connsiteY2" fmla="*/ 121750 h 1311041"/>
              <a:gd name="connsiteX3" fmla="*/ 855891 w 1846349"/>
              <a:gd name="connsiteY3" fmla="*/ 594825 h 1311041"/>
              <a:gd name="connsiteX4" fmla="*/ 850600 w 1846349"/>
              <a:gd name="connsiteY4" fmla="*/ 41 h 1311041"/>
              <a:gd name="connsiteX5" fmla="*/ 923175 w 1846349"/>
              <a:gd name="connsiteY5" fmla="*/ 561234 h 1311041"/>
              <a:gd name="connsiteX6" fmla="*/ 982892 w 1846349"/>
              <a:gd name="connsiteY6" fmla="*/ 208428 h 1311041"/>
              <a:gd name="connsiteX7" fmla="*/ 1112008 w 1846349"/>
              <a:gd name="connsiteY7" fmla="*/ 626574 h 1311041"/>
              <a:gd name="connsiteX8" fmla="*/ 1846349 w 1846349"/>
              <a:gd name="connsiteY8" fmla="*/ 1311041 h 1311041"/>
              <a:gd name="connsiteX9" fmla="*/ 0 w 1846349"/>
              <a:gd name="connsiteY9" fmla="*/ 1311041 h 1311041"/>
              <a:gd name="connsiteX0" fmla="*/ 0 w 1846349"/>
              <a:gd name="connsiteY0" fmla="*/ 1311041 h 1311041"/>
              <a:gd name="connsiteX1" fmla="*/ 688887 w 1846349"/>
              <a:gd name="connsiteY1" fmla="*/ 708067 h 1311041"/>
              <a:gd name="connsiteX2" fmla="*/ 766991 w 1846349"/>
              <a:gd name="connsiteY2" fmla="*/ 121750 h 1311041"/>
              <a:gd name="connsiteX3" fmla="*/ 855891 w 1846349"/>
              <a:gd name="connsiteY3" fmla="*/ 594825 h 1311041"/>
              <a:gd name="connsiteX4" fmla="*/ 850600 w 1846349"/>
              <a:gd name="connsiteY4" fmla="*/ 41 h 1311041"/>
              <a:gd name="connsiteX5" fmla="*/ 923175 w 1846349"/>
              <a:gd name="connsiteY5" fmla="*/ 561234 h 1311041"/>
              <a:gd name="connsiteX6" fmla="*/ 982892 w 1846349"/>
              <a:gd name="connsiteY6" fmla="*/ 208428 h 1311041"/>
              <a:gd name="connsiteX7" fmla="*/ 1112008 w 1846349"/>
              <a:gd name="connsiteY7" fmla="*/ 626574 h 1311041"/>
              <a:gd name="connsiteX8" fmla="*/ 1846349 w 1846349"/>
              <a:gd name="connsiteY8" fmla="*/ 1311041 h 1311041"/>
              <a:gd name="connsiteX9" fmla="*/ 0 w 1846349"/>
              <a:gd name="connsiteY9" fmla="*/ 1311041 h 1311041"/>
              <a:gd name="connsiteX0" fmla="*/ 0 w 1846349"/>
              <a:gd name="connsiteY0" fmla="*/ 1315273 h 1315273"/>
              <a:gd name="connsiteX1" fmla="*/ 688887 w 1846349"/>
              <a:gd name="connsiteY1" fmla="*/ 712299 h 1315273"/>
              <a:gd name="connsiteX2" fmla="*/ 766991 w 1846349"/>
              <a:gd name="connsiteY2" fmla="*/ 125982 h 1315273"/>
              <a:gd name="connsiteX3" fmla="*/ 855891 w 1846349"/>
              <a:gd name="connsiteY3" fmla="*/ 599057 h 1315273"/>
              <a:gd name="connsiteX4" fmla="*/ 833666 w 1846349"/>
              <a:gd name="connsiteY4" fmla="*/ 40 h 1315273"/>
              <a:gd name="connsiteX5" fmla="*/ 923175 w 1846349"/>
              <a:gd name="connsiteY5" fmla="*/ 565466 h 1315273"/>
              <a:gd name="connsiteX6" fmla="*/ 982892 w 1846349"/>
              <a:gd name="connsiteY6" fmla="*/ 212660 h 1315273"/>
              <a:gd name="connsiteX7" fmla="*/ 1112008 w 1846349"/>
              <a:gd name="connsiteY7" fmla="*/ 630806 h 1315273"/>
              <a:gd name="connsiteX8" fmla="*/ 1846349 w 1846349"/>
              <a:gd name="connsiteY8" fmla="*/ 1315273 h 1315273"/>
              <a:gd name="connsiteX9" fmla="*/ 0 w 1846349"/>
              <a:gd name="connsiteY9" fmla="*/ 1315273 h 1315273"/>
              <a:gd name="connsiteX0" fmla="*/ 0 w 1846349"/>
              <a:gd name="connsiteY0" fmla="*/ 1315233 h 1315233"/>
              <a:gd name="connsiteX1" fmla="*/ 688887 w 1846349"/>
              <a:gd name="connsiteY1" fmla="*/ 712259 h 1315233"/>
              <a:gd name="connsiteX2" fmla="*/ 766991 w 1846349"/>
              <a:gd name="connsiteY2" fmla="*/ 125942 h 1315233"/>
              <a:gd name="connsiteX3" fmla="*/ 855891 w 1846349"/>
              <a:gd name="connsiteY3" fmla="*/ 599017 h 1315233"/>
              <a:gd name="connsiteX4" fmla="*/ 833666 w 1846349"/>
              <a:gd name="connsiteY4" fmla="*/ 0 h 1315233"/>
              <a:gd name="connsiteX5" fmla="*/ 923175 w 1846349"/>
              <a:gd name="connsiteY5" fmla="*/ 565426 h 1315233"/>
              <a:gd name="connsiteX6" fmla="*/ 982892 w 1846349"/>
              <a:gd name="connsiteY6" fmla="*/ 212620 h 1315233"/>
              <a:gd name="connsiteX7" fmla="*/ 1112008 w 1846349"/>
              <a:gd name="connsiteY7" fmla="*/ 630766 h 1315233"/>
              <a:gd name="connsiteX8" fmla="*/ 1846349 w 1846349"/>
              <a:gd name="connsiteY8" fmla="*/ 1315233 h 1315233"/>
              <a:gd name="connsiteX9" fmla="*/ 0 w 1846349"/>
              <a:gd name="connsiteY9" fmla="*/ 1315233 h 1315233"/>
              <a:gd name="connsiteX0" fmla="*/ 0 w 1846349"/>
              <a:gd name="connsiteY0" fmla="*/ 1315233 h 1315233"/>
              <a:gd name="connsiteX1" fmla="*/ 688887 w 1846349"/>
              <a:gd name="connsiteY1" fmla="*/ 712259 h 1315233"/>
              <a:gd name="connsiteX2" fmla="*/ 766991 w 1846349"/>
              <a:gd name="connsiteY2" fmla="*/ 125942 h 1315233"/>
              <a:gd name="connsiteX3" fmla="*/ 855891 w 1846349"/>
              <a:gd name="connsiteY3" fmla="*/ 599017 h 1315233"/>
              <a:gd name="connsiteX4" fmla="*/ 833666 w 1846349"/>
              <a:gd name="connsiteY4" fmla="*/ 0 h 1315233"/>
              <a:gd name="connsiteX5" fmla="*/ 923175 w 1846349"/>
              <a:gd name="connsiteY5" fmla="*/ 565426 h 1315233"/>
              <a:gd name="connsiteX6" fmla="*/ 993476 w 1846349"/>
              <a:gd name="connsiteY6" fmla="*/ 174520 h 1315233"/>
              <a:gd name="connsiteX7" fmla="*/ 1112008 w 1846349"/>
              <a:gd name="connsiteY7" fmla="*/ 630766 h 1315233"/>
              <a:gd name="connsiteX8" fmla="*/ 1846349 w 1846349"/>
              <a:gd name="connsiteY8" fmla="*/ 1315233 h 1315233"/>
              <a:gd name="connsiteX9" fmla="*/ 0 w 1846349"/>
              <a:gd name="connsiteY9" fmla="*/ 1315233 h 1315233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766991 w 1846349"/>
              <a:gd name="connsiteY2" fmla="*/ 222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52791 h 1252791"/>
              <a:gd name="connsiteX1" fmla="*/ 688887 w 1846349"/>
              <a:gd name="connsiteY1" fmla="*/ 649817 h 1252791"/>
              <a:gd name="connsiteX2" fmla="*/ 800857 w 1846349"/>
              <a:gd name="connsiteY2" fmla="*/ 0 h 1252791"/>
              <a:gd name="connsiteX3" fmla="*/ 855891 w 1846349"/>
              <a:gd name="connsiteY3" fmla="*/ 536575 h 1252791"/>
              <a:gd name="connsiteX4" fmla="*/ 911983 w 1846349"/>
              <a:gd name="connsiteY4" fmla="*/ 41275 h 1252791"/>
              <a:gd name="connsiteX5" fmla="*/ 923175 w 1846349"/>
              <a:gd name="connsiteY5" fmla="*/ 502984 h 1252791"/>
              <a:gd name="connsiteX6" fmla="*/ 993476 w 1846349"/>
              <a:gd name="connsiteY6" fmla="*/ 112078 h 1252791"/>
              <a:gd name="connsiteX7" fmla="*/ 1112008 w 1846349"/>
              <a:gd name="connsiteY7" fmla="*/ 568324 h 1252791"/>
              <a:gd name="connsiteX8" fmla="*/ 1846349 w 1846349"/>
              <a:gd name="connsiteY8" fmla="*/ 1252791 h 1252791"/>
              <a:gd name="connsiteX9" fmla="*/ 0 w 1846349"/>
              <a:gd name="connsiteY9" fmla="*/ 1252791 h 1252791"/>
              <a:gd name="connsiteX0" fmla="*/ 0 w 1846349"/>
              <a:gd name="connsiteY0" fmla="*/ 1252791 h 1252791"/>
              <a:gd name="connsiteX1" fmla="*/ 688887 w 1846349"/>
              <a:gd name="connsiteY1" fmla="*/ 649817 h 1252791"/>
              <a:gd name="connsiteX2" fmla="*/ 800857 w 1846349"/>
              <a:gd name="connsiteY2" fmla="*/ 0 h 1252791"/>
              <a:gd name="connsiteX3" fmla="*/ 855891 w 1846349"/>
              <a:gd name="connsiteY3" fmla="*/ 536575 h 1252791"/>
              <a:gd name="connsiteX4" fmla="*/ 911983 w 1846349"/>
              <a:gd name="connsiteY4" fmla="*/ 41275 h 1252791"/>
              <a:gd name="connsiteX5" fmla="*/ 923175 w 1846349"/>
              <a:gd name="connsiteY5" fmla="*/ 502984 h 1252791"/>
              <a:gd name="connsiteX6" fmla="*/ 993476 w 1846349"/>
              <a:gd name="connsiteY6" fmla="*/ 112078 h 1252791"/>
              <a:gd name="connsiteX7" fmla="*/ 1112008 w 1846349"/>
              <a:gd name="connsiteY7" fmla="*/ 568324 h 1252791"/>
              <a:gd name="connsiteX8" fmla="*/ 1846349 w 1846349"/>
              <a:gd name="connsiteY8" fmla="*/ 1252791 h 1252791"/>
              <a:gd name="connsiteX9" fmla="*/ 0 w 1846349"/>
              <a:gd name="connsiteY9" fmla="*/ 1252791 h 1252791"/>
              <a:gd name="connsiteX0" fmla="*/ 0 w 1846349"/>
              <a:gd name="connsiteY0" fmla="*/ 1252791 h 1252791"/>
              <a:gd name="connsiteX1" fmla="*/ 688887 w 1846349"/>
              <a:gd name="connsiteY1" fmla="*/ 649817 h 1252791"/>
              <a:gd name="connsiteX2" fmla="*/ 800857 w 1846349"/>
              <a:gd name="connsiteY2" fmla="*/ 0 h 1252791"/>
              <a:gd name="connsiteX3" fmla="*/ 855891 w 1846349"/>
              <a:gd name="connsiteY3" fmla="*/ 536575 h 1252791"/>
              <a:gd name="connsiteX4" fmla="*/ 911983 w 1846349"/>
              <a:gd name="connsiteY4" fmla="*/ 41275 h 1252791"/>
              <a:gd name="connsiteX5" fmla="*/ 923175 w 1846349"/>
              <a:gd name="connsiteY5" fmla="*/ 502984 h 1252791"/>
              <a:gd name="connsiteX6" fmla="*/ 993476 w 1846349"/>
              <a:gd name="connsiteY6" fmla="*/ 112078 h 1252791"/>
              <a:gd name="connsiteX7" fmla="*/ 1112008 w 1846349"/>
              <a:gd name="connsiteY7" fmla="*/ 568324 h 1252791"/>
              <a:gd name="connsiteX8" fmla="*/ 1846349 w 1846349"/>
              <a:gd name="connsiteY8" fmla="*/ 1252791 h 1252791"/>
              <a:gd name="connsiteX9" fmla="*/ 0 w 1846349"/>
              <a:gd name="connsiteY9" fmla="*/ 1252791 h 1252791"/>
              <a:gd name="connsiteX0" fmla="*/ 0 w 1846349"/>
              <a:gd name="connsiteY0" fmla="*/ 1252791 h 1252791"/>
              <a:gd name="connsiteX1" fmla="*/ 688887 w 1846349"/>
              <a:gd name="connsiteY1" fmla="*/ 649817 h 1252791"/>
              <a:gd name="connsiteX2" fmla="*/ 800857 w 1846349"/>
              <a:gd name="connsiteY2" fmla="*/ 0 h 1252791"/>
              <a:gd name="connsiteX3" fmla="*/ 855891 w 1846349"/>
              <a:gd name="connsiteY3" fmla="*/ 536575 h 1252791"/>
              <a:gd name="connsiteX4" fmla="*/ 911983 w 1846349"/>
              <a:gd name="connsiteY4" fmla="*/ 41275 h 1252791"/>
              <a:gd name="connsiteX5" fmla="*/ 923175 w 1846349"/>
              <a:gd name="connsiteY5" fmla="*/ 502984 h 1252791"/>
              <a:gd name="connsiteX6" fmla="*/ 993476 w 1846349"/>
              <a:gd name="connsiteY6" fmla="*/ 112078 h 1252791"/>
              <a:gd name="connsiteX7" fmla="*/ 1112008 w 1846349"/>
              <a:gd name="connsiteY7" fmla="*/ 568324 h 1252791"/>
              <a:gd name="connsiteX8" fmla="*/ 1846349 w 1846349"/>
              <a:gd name="connsiteY8" fmla="*/ 1252791 h 1252791"/>
              <a:gd name="connsiteX9" fmla="*/ 0 w 1846349"/>
              <a:gd name="connsiteY9" fmla="*/ 1252791 h 1252791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34724 w 1846349"/>
              <a:gd name="connsiteY2" fmla="*/ 11642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34724 w 1846349"/>
              <a:gd name="connsiteY2" fmla="*/ 11642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34724 w 1846349"/>
              <a:gd name="connsiteY2" fmla="*/ 11642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55890 w 1846349"/>
              <a:gd name="connsiteY2" fmla="*/ 26458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55890 w 1846349"/>
              <a:gd name="connsiteY2" fmla="*/ 26458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55890 w 1846349"/>
              <a:gd name="connsiteY2" fmla="*/ 26458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55890 w 1846349"/>
              <a:gd name="connsiteY2" fmla="*/ 26458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79882"/>
              <a:gd name="connsiteY0" fmla="*/ 1150133 h 1150133"/>
              <a:gd name="connsiteX1" fmla="*/ 688887 w 1879882"/>
              <a:gd name="connsiteY1" fmla="*/ 547159 h 1150133"/>
              <a:gd name="connsiteX2" fmla="*/ 855890 w 1879882"/>
              <a:gd name="connsiteY2" fmla="*/ 26458 h 1150133"/>
              <a:gd name="connsiteX3" fmla="*/ 855891 w 1879882"/>
              <a:gd name="connsiteY3" fmla="*/ 433917 h 1150133"/>
              <a:gd name="connsiteX4" fmla="*/ 924683 w 1879882"/>
              <a:gd name="connsiteY4" fmla="*/ 0 h 1150133"/>
              <a:gd name="connsiteX5" fmla="*/ 923175 w 1879882"/>
              <a:gd name="connsiteY5" fmla="*/ 400326 h 1150133"/>
              <a:gd name="connsiteX6" fmla="*/ 993476 w 1879882"/>
              <a:gd name="connsiteY6" fmla="*/ 9420 h 1150133"/>
              <a:gd name="connsiteX7" fmla="*/ 1112008 w 1879882"/>
              <a:gd name="connsiteY7" fmla="*/ 465666 h 1150133"/>
              <a:gd name="connsiteX8" fmla="*/ 1199850 w 1879882"/>
              <a:gd name="connsiteY8" fmla="*/ 540807 h 1150133"/>
              <a:gd name="connsiteX9" fmla="*/ 1846349 w 1879882"/>
              <a:gd name="connsiteY9" fmla="*/ 1150133 h 1150133"/>
              <a:gd name="connsiteX10" fmla="*/ 0 w 1879882"/>
              <a:gd name="connsiteY10" fmla="*/ 1150133 h 1150133"/>
              <a:gd name="connsiteX0" fmla="*/ 0 w 1879882"/>
              <a:gd name="connsiteY0" fmla="*/ 1150133 h 1150133"/>
              <a:gd name="connsiteX1" fmla="*/ 688887 w 1879882"/>
              <a:gd name="connsiteY1" fmla="*/ 547159 h 1150133"/>
              <a:gd name="connsiteX2" fmla="*/ 855890 w 1879882"/>
              <a:gd name="connsiteY2" fmla="*/ 26458 h 1150133"/>
              <a:gd name="connsiteX3" fmla="*/ 855891 w 1879882"/>
              <a:gd name="connsiteY3" fmla="*/ 433917 h 1150133"/>
              <a:gd name="connsiteX4" fmla="*/ 924683 w 1879882"/>
              <a:gd name="connsiteY4" fmla="*/ 0 h 1150133"/>
              <a:gd name="connsiteX5" fmla="*/ 923175 w 1879882"/>
              <a:gd name="connsiteY5" fmla="*/ 400326 h 1150133"/>
              <a:gd name="connsiteX6" fmla="*/ 993476 w 1879882"/>
              <a:gd name="connsiteY6" fmla="*/ 9420 h 1150133"/>
              <a:gd name="connsiteX7" fmla="*/ 1099308 w 1879882"/>
              <a:gd name="connsiteY7" fmla="*/ 486832 h 1150133"/>
              <a:gd name="connsiteX8" fmla="*/ 1199850 w 1879882"/>
              <a:gd name="connsiteY8" fmla="*/ 540807 h 1150133"/>
              <a:gd name="connsiteX9" fmla="*/ 1846349 w 1879882"/>
              <a:gd name="connsiteY9" fmla="*/ 1150133 h 1150133"/>
              <a:gd name="connsiteX10" fmla="*/ 0 w 1879882"/>
              <a:gd name="connsiteY10" fmla="*/ 1150133 h 1150133"/>
              <a:gd name="connsiteX0" fmla="*/ 0 w 1879882"/>
              <a:gd name="connsiteY0" fmla="*/ 1150133 h 1150133"/>
              <a:gd name="connsiteX1" fmla="*/ 688887 w 1879882"/>
              <a:gd name="connsiteY1" fmla="*/ 547159 h 1150133"/>
              <a:gd name="connsiteX2" fmla="*/ 855890 w 1879882"/>
              <a:gd name="connsiteY2" fmla="*/ 26458 h 1150133"/>
              <a:gd name="connsiteX3" fmla="*/ 855891 w 1879882"/>
              <a:gd name="connsiteY3" fmla="*/ 433917 h 1150133"/>
              <a:gd name="connsiteX4" fmla="*/ 924683 w 1879882"/>
              <a:gd name="connsiteY4" fmla="*/ 0 h 1150133"/>
              <a:gd name="connsiteX5" fmla="*/ 923175 w 1879882"/>
              <a:gd name="connsiteY5" fmla="*/ 400326 h 1150133"/>
              <a:gd name="connsiteX6" fmla="*/ 993476 w 1879882"/>
              <a:gd name="connsiteY6" fmla="*/ 9420 h 1150133"/>
              <a:gd name="connsiteX7" fmla="*/ 1099308 w 1879882"/>
              <a:gd name="connsiteY7" fmla="*/ 486832 h 1150133"/>
              <a:gd name="connsiteX8" fmla="*/ 1199850 w 1879882"/>
              <a:gd name="connsiteY8" fmla="*/ 540807 h 1150133"/>
              <a:gd name="connsiteX9" fmla="*/ 1846349 w 1879882"/>
              <a:gd name="connsiteY9" fmla="*/ 1150133 h 1150133"/>
              <a:gd name="connsiteX10" fmla="*/ 0 w 1879882"/>
              <a:gd name="connsiteY10" fmla="*/ 1150133 h 1150133"/>
              <a:gd name="connsiteX0" fmla="*/ 0 w 1888538"/>
              <a:gd name="connsiteY0" fmla="*/ 1150133 h 1150133"/>
              <a:gd name="connsiteX1" fmla="*/ 688887 w 1888538"/>
              <a:gd name="connsiteY1" fmla="*/ 547159 h 1150133"/>
              <a:gd name="connsiteX2" fmla="*/ 855890 w 1888538"/>
              <a:gd name="connsiteY2" fmla="*/ 26458 h 1150133"/>
              <a:gd name="connsiteX3" fmla="*/ 855891 w 1888538"/>
              <a:gd name="connsiteY3" fmla="*/ 433917 h 1150133"/>
              <a:gd name="connsiteX4" fmla="*/ 924683 w 1888538"/>
              <a:gd name="connsiteY4" fmla="*/ 0 h 1150133"/>
              <a:gd name="connsiteX5" fmla="*/ 923175 w 1888538"/>
              <a:gd name="connsiteY5" fmla="*/ 400326 h 1150133"/>
              <a:gd name="connsiteX6" fmla="*/ 993476 w 1888538"/>
              <a:gd name="connsiteY6" fmla="*/ 9420 h 1150133"/>
              <a:gd name="connsiteX7" fmla="*/ 1099308 w 1888538"/>
              <a:gd name="connsiteY7" fmla="*/ 486832 h 1150133"/>
              <a:gd name="connsiteX8" fmla="*/ 1377650 w 1888538"/>
              <a:gd name="connsiteY8" fmla="*/ 701674 h 1150133"/>
              <a:gd name="connsiteX9" fmla="*/ 1846349 w 1888538"/>
              <a:gd name="connsiteY9" fmla="*/ 1150133 h 1150133"/>
              <a:gd name="connsiteX10" fmla="*/ 0 w 1888538"/>
              <a:gd name="connsiteY10" fmla="*/ 1150133 h 1150133"/>
              <a:gd name="connsiteX0" fmla="*/ 0 w 1888538"/>
              <a:gd name="connsiteY0" fmla="*/ 1150133 h 1150133"/>
              <a:gd name="connsiteX1" fmla="*/ 688887 w 1888538"/>
              <a:gd name="connsiteY1" fmla="*/ 547159 h 1150133"/>
              <a:gd name="connsiteX2" fmla="*/ 855890 w 1888538"/>
              <a:gd name="connsiteY2" fmla="*/ 26458 h 1150133"/>
              <a:gd name="connsiteX3" fmla="*/ 855891 w 1888538"/>
              <a:gd name="connsiteY3" fmla="*/ 433917 h 1150133"/>
              <a:gd name="connsiteX4" fmla="*/ 924683 w 1888538"/>
              <a:gd name="connsiteY4" fmla="*/ 0 h 1150133"/>
              <a:gd name="connsiteX5" fmla="*/ 923175 w 1888538"/>
              <a:gd name="connsiteY5" fmla="*/ 400326 h 1150133"/>
              <a:gd name="connsiteX6" fmla="*/ 993476 w 1888538"/>
              <a:gd name="connsiteY6" fmla="*/ 9420 h 1150133"/>
              <a:gd name="connsiteX7" fmla="*/ 1099308 w 1888538"/>
              <a:gd name="connsiteY7" fmla="*/ 486832 h 1150133"/>
              <a:gd name="connsiteX8" fmla="*/ 1377650 w 1888538"/>
              <a:gd name="connsiteY8" fmla="*/ 701674 h 1150133"/>
              <a:gd name="connsiteX9" fmla="*/ 1846349 w 1888538"/>
              <a:gd name="connsiteY9" fmla="*/ 1150133 h 1150133"/>
              <a:gd name="connsiteX10" fmla="*/ 0 w 1888538"/>
              <a:gd name="connsiteY10" fmla="*/ 1150133 h 1150133"/>
              <a:gd name="connsiteX0" fmla="*/ 0 w 1908026"/>
              <a:gd name="connsiteY0" fmla="*/ 1150133 h 1150133"/>
              <a:gd name="connsiteX1" fmla="*/ 688887 w 1908026"/>
              <a:gd name="connsiteY1" fmla="*/ 547159 h 1150133"/>
              <a:gd name="connsiteX2" fmla="*/ 855890 w 1908026"/>
              <a:gd name="connsiteY2" fmla="*/ 26458 h 1150133"/>
              <a:gd name="connsiteX3" fmla="*/ 855891 w 1908026"/>
              <a:gd name="connsiteY3" fmla="*/ 433917 h 1150133"/>
              <a:gd name="connsiteX4" fmla="*/ 924683 w 1908026"/>
              <a:gd name="connsiteY4" fmla="*/ 0 h 1150133"/>
              <a:gd name="connsiteX5" fmla="*/ 923175 w 1908026"/>
              <a:gd name="connsiteY5" fmla="*/ 400326 h 1150133"/>
              <a:gd name="connsiteX6" fmla="*/ 993476 w 1908026"/>
              <a:gd name="connsiteY6" fmla="*/ 9420 h 1150133"/>
              <a:gd name="connsiteX7" fmla="*/ 1099308 w 1908026"/>
              <a:gd name="connsiteY7" fmla="*/ 486832 h 1150133"/>
              <a:gd name="connsiteX8" fmla="*/ 1597783 w 1908026"/>
              <a:gd name="connsiteY8" fmla="*/ 748241 h 1150133"/>
              <a:gd name="connsiteX9" fmla="*/ 1846349 w 1908026"/>
              <a:gd name="connsiteY9" fmla="*/ 1150133 h 1150133"/>
              <a:gd name="connsiteX10" fmla="*/ 0 w 1908026"/>
              <a:gd name="connsiteY10" fmla="*/ 1150133 h 1150133"/>
              <a:gd name="connsiteX0" fmla="*/ 0 w 1873816"/>
              <a:gd name="connsiteY0" fmla="*/ 1150133 h 1150133"/>
              <a:gd name="connsiteX1" fmla="*/ 688887 w 1873816"/>
              <a:gd name="connsiteY1" fmla="*/ 547159 h 1150133"/>
              <a:gd name="connsiteX2" fmla="*/ 855890 w 1873816"/>
              <a:gd name="connsiteY2" fmla="*/ 26458 h 1150133"/>
              <a:gd name="connsiteX3" fmla="*/ 855891 w 1873816"/>
              <a:gd name="connsiteY3" fmla="*/ 433917 h 1150133"/>
              <a:gd name="connsiteX4" fmla="*/ 924683 w 1873816"/>
              <a:gd name="connsiteY4" fmla="*/ 0 h 1150133"/>
              <a:gd name="connsiteX5" fmla="*/ 923175 w 1873816"/>
              <a:gd name="connsiteY5" fmla="*/ 400326 h 1150133"/>
              <a:gd name="connsiteX6" fmla="*/ 993476 w 1873816"/>
              <a:gd name="connsiteY6" fmla="*/ 9420 h 1150133"/>
              <a:gd name="connsiteX7" fmla="*/ 1099308 w 1873816"/>
              <a:gd name="connsiteY7" fmla="*/ 486832 h 1150133"/>
              <a:gd name="connsiteX8" fmla="*/ 1846349 w 1873816"/>
              <a:gd name="connsiteY8" fmla="*/ 1150133 h 1150133"/>
              <a:gd name="connsiteX9" fmla="*/ 0 w 1873816"/>
              <a:gd name="connsiteY9" fmla="*/ 1150133 h 1150133"/>
              <a:gd name="connsiteX0" fmla="*/ 0 w 1997492"/>
              <a:gd name="connsiteY0" fmla="*/ 1150133 h 1404133"/>
              <a:gd name="connsiteX1" fmla="*/ 688887 w 1997492"/>
              <a:gd name="connsiteY1" fmla="*/ 547159 h 1404133"/>
              <a:gd name="connsiteX2" fmla="*/ 855890 w 1997492"/>
              <a:gd name="connsiteY2" fmla="*/ 26458 h 1404133"/>
              <a:gd name="connsiteX3" fmla="*/ 855891 w 1997492"/>
              <a:gd name="connsiteY3" fmla="*/ 433917 h 1404133"/>
              <a:gd name="connsiteX4" fmla="*/ 924683 w 1997492"/>
              <a:gd name="connsiteY4" fmla="*/ 0 h 1404133"/>
              <a:gd name="connsiteX5" fmla="*/ 923175 w 1997492"/>
              <a:gd name="connsiteY5" fmla="*/ 400326 h 1404133"/>
              <a:gd name="connsiteX6" fmla="*/ 993476 w 1997492"/>
              <a:gd name="connsiteY6" fmla="*/ 9420 h 1404133"/>
              <a:gd name="connsiteX7" fmla="*/ 1099308 w 1997492"/>
              <a:gd name="connsiteY7" fmla="*/ 486832 h 1404133"/>
              <a:gd name="connsiteX8" fmla="*/ 1973349 w 1997492"/>
              <a:gd name="connsiteY8" fmla="*/ 1404133 h 1404133"/>
              <a:gd name="connsiteX9" fmla="*/ 0 w 1997492"/>
              <a:gd name="connsiteY9" fmla="*/ 1150133 h 1404133"/>
              <a:gd name="connsiteX0" fmla="*/ 0 w 2005766"/>
              <a:gd name="connsiteY0" fmla="*/ 1150133 h 1387200"/>
              <a:gd name="connsiteX1" fmla="*/ 688887 w 2005766"/>
              <a:gd name="connsiteY1" fmla="*/ 547159 h 1387200"/>
              <a:gd name="connsiteX2" fmla="*/ 855890 w 2005766"/>
              <a:gd name="connsiteY2" fmla="*/ 26458 h 1387200"/>
              <a:gd name="connsiteX3" fmla="*/ 855891 w 2005766"/>
              <a:gd name="connsiteY3" fmla="*/ 433917 h 1387200"/>
              <a:gd name="connsiteX4" fmla="*/ 924683 w 2005766"/>
              <a:gd name="connsiteY4" fmla="*/ 0 h 1387200"/>
              <a:gd name="connsiteX5" fmla="*/ 923175 w 2005766"/>
              <a:gd name="connsiteY5" fmla="*/ 400326 h 1387200"/>
              <a:gd name="connsiteX6" fmla="*/ 993476 w 2005766"/>
              <a:gd name="connsiteY6" fmla="*/ 9420 h 1387200"/>
              <a:gd name="connsiteX7" fmla="*/ 1099308 w 2005766"/>
              <a:gd name="connsiteY7" fmla="*/ 486832 h 1387200"/>
              <a:gd name="connsiteX8" fmla="*/ 1981816 w 2005766"/>
              <a:gd name="connsiteY8" fmla="*/ 1387200 h 1387200"/>
              <a:gd name="connsiteX9" fmla="*/ 0 w 2005766"/>
              <a:gd name="connsiteY9" fmla="*/ 1150133 h 1387200"/>
              <a:gd name="connsiteX0" fmla="*/ 0 w 1993208"/>
              <a:gd name="connsiteY0" fmla="*/ 1150133 h 1387200"/>
              <a:gd name="connsiteX1" fmla="*/ 688887 w 1993208"/>
              <a:gd name="connsiteY1" fmla="*/ 547159 h 1387200"/>
              <a:gd name="connsiteX2" fmla="*/ 855890 w 1993208"/>
              <a:gd name="connsiteY2" fmla="*/ 26458 h 1387200"/>
              <a:gd name="connsiteX3" fmla="*/ 855891 w 1993208"/>
              <a:gd name="connsiteY3" fmla="*/ 433917 h 1387200"/>
              <a:gd name="connsiteX4" fmla="*/ 924683 w 1993208"/>
              <a:gd name="connsiteY4" fmla="*/ 0 h 1387200"/>
              <a:gd name="connsiteX5" fmla="*/ 923175 w 1993208"/>
              <a:gd name="connsiteY5" fmla="*/ 400326 h 1387200"/>
              <a:gd name="connsiteX6" fmla="*/ 993476 w 1993208"/>
              <a:gd name="connsiteY6" fmla="*/ 9420 h 1387200"/>
              <a:gd name="connsiteX7" fmla="*/ 1099308 w 1993208"/>
              <a:gd name="connsiteY7" fmla="*/ 486832 h 1387200"/>
              <a:gd name="connsiteX8" fmla="*/ 1981816 w 1993208"/>
              <a:gd name="connsiteY8" fmla="*/ 1387200 h 1387200"/>
              <a:gd name="connsiteX9" fmla="*/ 0 w 1993208"/>
              <a:gd name="connsiteY9" fmla="*/ 1150133 h 1387200"/>
              <a:gd name="connsiteX0" fmla="*/ 0 w 2051804"/>
              <a:gd name="connsiteY0" fmla="*/ 1150133 h 1382967"/>
              <a:gd name="connsiteX1" fmla="*/ 688887 w 2051804"/>
              <a:gd name="connsiteY1" fmla="*/ 547159 h 1382967"/>
              <a:gd name="connsiteX2" fmla="*/ 855890 w 2051804"/>
              <a:gd name="connsiteY2" fmla="*/ 26458 h 1382967"/>
              <a:gd name="connsiteX3" fmla="*/ 855891 w 2051804"/>
              <a:gd name="connsiteY3" fmla="*/ 433917 h 1382967"/>
              <a:gd name="connsiteX4" fmla="*/ 924683 w 2051804"/>
              <a:gd name="connsiteY4" fmla="*/ 0 h 1382967"/>
              <a:gd name="connsiteX5" fmla="*/ 923175 w 2051804"/>
              <a:gd name="connsiteY5" fmla="*/ 400326 h 1382967"/>
              <a:gd name="connsiteX6" fmla="*/ 993476 w 2051804"/>
              <a:gd name="connsiteY6" fmla="*/ 9420 h 1382967"/>
              <a:gd name="connsiteX7" fmla="*/ 1099308 w 2051804"/>
              <a:gd name="connsiteY7" fmla="*/ 486832 h 1382967"/>
              <a:gd name="connsiteX8" fmla="*/ 2041083 w 2051804"/>
              <a:gd name="connsiteY8" fmla="*/ 1382967 h 1382967"/>
              <a:gd name="connsiteX9" fmla="*/ 0 w 2051804"/>
              <a:gd name="connsiteY9" fmla="*/ 1150133 h 1382967"/>
              <a:gd name="connsiteX0" fmla="*/ 0 w 2005238"/>
              <a:gd name="connsiteY0" fmla="*/ 989266 h 1382967"/>
              <a:gd name="connsiteX1" fmla="*/ 642321 w 2005238"/>
              <a:gd name="connsiteY1" fmla="*/ 547159 h 1382967"/>
              <a:gd name="connsiteX2" fmla="*/ 809324 w 2005238"/>
              <a:gd name="connsiteY2" fmla="*/ 26458 h 1382967"/>
              <a:gd name="connsiteX3" fmla="*/ 809325 w 2005238"/>
              <a:gd name="connsiteY3" fmla="*/ 433917 h 1382967"/>
              <a:gd name="connsiteX4" fmla="*/ 878117 w 2005238"/>
              <a:gd name="connsiteY4" fmla="*/ 0 h 1382967"/>
              <a:gd name="connsiteX5" fmla="*/ 876609 w 2005238"/>
              <a:gd name="connsiteY5" fmla="*/ 400326 h 1382967"/>
              <a:gd name="connsiteX6" fmla="*/ 946910 w 2005238"/>
              <a:gd name="connsiteY6" fmla="*/ 9420 h 1382967"/>
              <a:gd name="connsiteX7" fmla="*/ 1052742 w 2005238"/>
              <a:gd name="connsiteY7" fmla="*/ 486832 h 1382967"/>
              <a:gd name="connsiteX8" fmla="*/ 1994517 w 2005238"/>
              <a:gd name="connsiteY8" fmla="*/ 1382967 h 1382967"/>
              <a:gd name="connsiteX9" fmla="*/ 0 w 2005238"/>
              <a:gd name="connsiteY9" fmla="*/ 989266 h 1382967"/>
              <a:gd name="connsiteX0" fmla="*/ 0 w 2005238"/>
              <a:gd name="connsiteY0" fmla="*/ 989266 h 1382967"/>
              <a:gd name="connsiteX1" fmla="*/ 642321 w 2005238"/>
              <a:gd name="connsiteY1" fmla="*/ 547159 h 1382967"/>
              <a:gd name="connsiteX2" fmla="*/ 809324 w 2005238"/>
              <a:gd name="connsiteY2" fmla="*/ 26458 h 1382967"/>
              <a:gd name="connsiteX3" fmla="*/ 809325 w 2005238"/>
              <a:gd name="connsiteY3" fmla="*/ 433917 h 1382967"/>
              <a:gd name="connsiteX4" fmla="*/ 878117 w 2005238"/>
              <a:gd name="connsiteY4" fmla="*/ 0 h 1382967"/>
              <a:gd name="connsiteX5" fmla="*/ 876609 w 2005238"/>
              <a:gd name="connsiteY5" fmla="*/ 400326 h 1382967"/>
              <a:gd name="connsiteX6" fmla="*/ 946910 w 2005238"/>
              <a:gd name="connsiteY6" fmla="*/ 9420 h 1382967"/>
              <a:gd name="connsiteX7" fmla="*/ 1052742 w 2005238"/>
              <a:gd name="connsiteY7" fmla="*/ 486832 h 1382967"/>
              <a:gd name="connsiteX8" fmla="*/ 1994517 w 2005238"/>
              <a:gd name="connsiteY8" fmla="*/ 1382967 h 1382967"/>
              <a:gd name="connsiteX9" fmla="*/ 0 w 2005238"/>
              <a:gd name="connsiteY9" fmla="*/ 989266 h 1382967"/>
              <a:gd name="connsiteX0" fmla="*/ 0 w 2144938"/>
              <a:gd name="connsiteY0" fmla="*/ 1226333 h 1382967"/>
              <a:gd name="connsiteX1" fmla="*/ 782021 w 2144938"/>
              <a:gd name="connsiteY1" fmla="*/ 547159 h 1382967"/>
              <a:gd name="connsiteX2" fmla="*/ 949024 w 2144938"/>
              <a:gd name="connsiteY2" fmla="*/ 26458 h 1382967"/>
              <a:gd name="connsiteX3" fmla="*/ 949025 w 2144938"/>
              <a:gd name="connsiteY3" fmla="*/ 433917 h 1382967"/>
              <a:gd name="connsiteX4" fmla="*/ 1017817 w 2144938"/>
              <a:gd name="connsiteY4" fmla="*/ 0 h 1382967"/>
              <a:gd name="connsiteX5" fmla="*/ 1016309 w 2144938"/>
              <a:gd name="connsiteY5" fmla="*/ 400326 h 1382967"/>
              <a:gd name="connsiteX6" fmla="*/ 1086610 w 2144938"/>
              <a:gd name="connsiteY6" fmla="*/ 9420 h 1382967"/>
              <a:gd name="connsiteX7" fmla="*/ 1192442 w 2144938"/>
              <a:gd name="connsiteY7" fmla="*/ 486832 h 1382967"/>
              <a:gd name="connsiteX8" fmla="*/ 2134217 w 2144938"/>
              <a:gd name="connsiteY8" fmla="*/ 1382967 h 1382967"/>
              <a:gd name="connsiteX9" fmla="*/ 0 w 2144938"/>
              <a:gd name="connsiteY9" fmla="*/ 1226333 h 1382967"/>
              <a:gd name="connsiteX0" fmla="*/ 0 w 2144938"/>
              <a:gd name="connsiteY0" fmla="*/ 1226333 h 1382967"/>
              <a:gd name="connsiteX1" fmla="*/ 782021 w 2144938"/>
              <a:gd name="connsiteY1" fmla="*/ 547159 h 1382967"/>
              <a:gd name="connsiteX2" fmla="*/ 949024 w 2144938"/>
              <a:gd name="connsiteY2" fmla="*/ 26458 h 1382967"/>
              <a:gd name="connsiteX3" fmla="*/ 949025 w 2144938"/>
              <a:gd name="connsiteY3" fmla="*/ 433917 h 1382967"/>
              <a:gd name="connsiteX4" fmla="*/ 1017817 w 2144938"/>
              <a:gd name="connsiteY4" fmla="*/ 0 h 1382967"/>
              <a:gd name="connsiteX5" fmla="*/ 1016309 w 2144938"/>
              <a:gd name="connsiteY5" fmla="*/ 400326 h 1382967"/>
              <a:gd name="connsiteX6" fmla="*/ 1086610 w 2144938"/>
              <a:gd name="connsiteY6" fmla="*/ 9420 h 1382967"/>
              <a:gd name="connsiteX7" fmla="*/ 1192442 w 2144938"/>
              <a:gd name="connsiteY7" fmla="*/ 486832 h 1382967"/>
              <a:gd name="connsiteX8" fmla="*/ 2134217 w 2144938"/>
              <a:gd name="connsiteY8" fmla="*/ 1382967 h 1382967"/>
              <a:gd name="connsiteX9" fmla="*/ 0 w 2144938"/>
              <a:gd name="connsiteY9" fmla="*/ 1226333 h 1382967"/>
              <a:gd name="connsiteX0" fmla="*/ 0 w 2300841"/>
              <a:gd name="connsiteY0" fmla="*/ 1226333 h 1401857"/>
              <a:gd name="connsiteX1" fmla="*/ 782021 w 2300841"/>
              <a:gd name="connsiteY1" fmla="*/ 547159 h 1401857"/>
              <a:gd name="connsiteX2" fmla="*/ 949024 w 2300841"/>
              <a:gd name="connsiteY2" fmla="*/ 26458 h 1401857"/>
              <a:gd name="connsiteX3" fmla="*/ 949025 w 2300841"/>
              <a:gd name="connsiteY3" fmla="*/ 433917 h 1401857"/>
              <a:gd name="connsiteX4" fmla="*/ 1017817 w 2300841"/>
              <a:gd name="connsiteY4" fmla="*/ 0 h 1401857"/>
              <a:gd name="connsiteX5" fmla="*/ 1016309 w 2300841"/>
              <a:gd name="connsiteY5" fmla="*/ 400326 h 1401857"/>
              <a:gd name="connsiteX6" fmla="*/ 1086610 w 2300841"/>
              <a:gd name="connsiteY6" fmla="*/ 9420 h 1401857"/>
              <a:gd name="connsiteX7" fmla="*/ 1192442 w 2300841"/>
              <a:gd name="connsiteY7" fmla="*/ 486832 h 1401857"/>
              <a:gd name="connsiteX8" fmla="*/ 2029583 w 2300841"/>
              <a:gd name="connsiteY8" fmla="*/ 1290108 h 1401857"/>
              <a:gd name="connsiteX9" fmla="*/ 2134217 w 2300841"/>
              <a:gd name="connsiteY9" fmla="*/ 1382967 h 1401857"/>
              <a:gd name="connsiteX10" fmla="*/ 0 w 2300841"/>
              <a:gd name="connsiteY10" fmla="*/ 1226333 h 1401857"/>
              <a:gd name="connsiteX0" fmla="*/ 0 w 2300841"/>
              <a:gd name="connsiteY0" fmla="*/ 1226333 h 1401857"/>
              <a:gd name="connsiteX1" fmla="*/ 782021 w 2300841"/>
              <a:gd name="connsiteY1" fmla="*/ 547159 h 1401857"/>
              <a:gd name="connsiteX2" fmla="*/ 949024 w 2300841"/>
              <a:gd name="connsiteY2" fmla="*/ 26458 h 1401857"/>
              <a:gd name="connsiteX3" fmla="*/ 949025 w 2300841"/>
              <a:gd name="connsiteY3" fmla="*/ 433917 h 1401857"/>
              <a:gd name="connsiteX4" fmla="*/ 1017817 w 2300841"/>
              <a:gd name="connsiteY4" fmla="*/ 0 h 1401857"/>
              <a:gd name="connsiteX5" fmla="*/ 1016309 w 2300841"/>
              <a:gd name="connsiteY5" fmla="*/ 400326 h 1401857"/>
              <a:gd name="connsiteX6" fmla="*/ 1086610 w 2300841"/>
              <a:gd name="connsiteY6" fmla="*/ 9420 h 1401857"/>
              <a:gd name="connsiteX7" fmla="*/ 1192442 w 2300841"/>
              <a:gd name="connsiteY7" fmla="*/ 486832 h 1401857"/>
              <a:gd name="connsiteX8" fmla="*/ 2029583 w 2300841"/>
              <a:gd name="connsiteY8" fmla="*/ 1290108 h 1401857"/>
              <a:gd name="connsiteX9" fmla="*/ 2134217 w 2300841"/>
              <a:gd name="connsiteY9" fmla="*/ 1382967 h 1401857"/>
              <a:gd name="connsiteX10" fmla="*/ 0 w 2300841"/>
              <a:gd name="connsiteY10" fmla="*/ 1226333 h 1401857"/>
              <a:gd name="connsiteX0" fmla="*/ 0 w 2300841"/>
              <a:gd name="connsiteY0" fmla="*/ 1226333 h 1401857"/>
              <a:gd name="connsiteX1" fmla="*/ 782021 w 2300841"/>
              <a:gd name="connsiteY1" fmla="*/ 547159 h 1401857"/>
              <a:gd name="connsiteX2" fmla="*/ 949024 w 2300841"/>
              <a:gd name="connsiteY2" fmla="*/ 26458 h 1401857"/>
              <a:gd name="connsiteX3" fmla="*/ 949025 w 2300841"/>
              <a:gd name="connsiteY3" fmla="*/ 433917 h 1401857"/>
              <a:gd name="connsiteX4" fmla="*/ 1017817 w 2300841"/>
              <a:gd name="connsiteY4" fmla="*/ 0 h 1401857"/>
              <a:gd name="connsiteX5" fmla="*/ 1016309 w 2300841"/>
              <a:gd name="connsiteY5" fmla="*/ 400326 h 1401857"/>
              <a:gd name="connsiteX6" fmla="*/ 1086610 w 2300841"/>
              <a:gd name="connsiteY6" fmla="*/ 9420 h 1401857"/>
              <a:gd name="connsiteX7" fmla="*/ 1192442 w 2300841"/>
              <a:gd name="connsiteY7" fmla="*/ 486832 h 1401857"/>
              <a:gd name="connsiteX8" fmla="*/ 2029583 w 2300841"/>
              <a:gd name="connsiteY8" fmla="*/ 1290108 h 1401857"/>
              <a:gd name="connsiteX9" fmla="*/ 2134217 w 2300841"/>
              <a:gd name="connsiteY9" fmla="*/ 1382967 h 1401857"/>
              <a:gd name="connsiteX10" fmla="*/ 0 w 2300841"/>
              <a:gd name="connsiteY10" fmla="*/ 1226333 h 1401857"/>
              <a:gd name="connsiteX0" fmla="*/ 0 w 2052330"/>
              <a:gd name="connsiteY0" fmla="*/ 1226333 h 2200370"/>
              <a:gd name="connsiteX1" fmla="*/ 782021 w 2052330"/>
              <a:gd name="connsiteY1" fmla="*/ 547159 h 2200370"/>
              <a:gd name="connsiteX2" fmla="*/ 949024 w 2052330"/>
              <a:gd name="connsiteY2" fmla="*/ 26458 h 2200370"/>
              <a:gd name="connsiteX3" fmla="*/ 949025 w 2052330"/>
              <a:gd name="connsiteY3" fmla="*/ 433917 h 2200370"/>
              <a:gd name="connsiteX4" fmla="*/ 1017817 w 2052330"/>
              <a:gd name="connsiteY4" fmla="*/ 0 h 2200370"/>
              <a:gd name="connsiteX5" fmla="*/ 1016309 w 2052330"/>
              <a:gd name="connsiteY5" fmla="*/ 400326 h 2200370"/>
              <a:gd name="connsiteX6" fmla="*/ 1086610 w 2052330"/>
              <a:gd name="connsiteY6" fmla="*/ 9420 h 2200370"/>
              <a:gd name="connsiteX7" fmla="*/ 1192442 w 2052330"/>
              <a:gd name="connsiteY7" fmla="*/ 486832 h 2200370"/>
              <a:gd name="connsiteX8" fmla="*/ 2029583 w 2052330"/>
              <a:gd name="connsiteY8" fmla="*/ 1290108 h 2200370"/>
              <a:gd name="connsiteX9" fmla="*/ 1135150 w 2052330"/>
              <a:gd name="connsiteY9" fmla="*/ 2200000 h 2200370"/>
              <a:gd name="connsiteX10" fmla="*/ 0 w 2052330"/>
              <a:gd name="connsiteY10" fmla="*/ 1226333 h 2200370"/>
              <a:gd name="connsiteX0" fmla="*/ 0 w 2115562"/>
              <a:gd name="connsiteY0" fmla="*/ 1226333 h 2200000"/>
              <a:gd name="connsiteX1" fmla="*/ 782021 w 2115562"/>
              <a:gd name="connsiteY1" fmla="*/ 547159 h 2200000"/>
              <a:gd name="connsiteX2" fmla="*/ 949024 w 2115562"/>
              <a:gd name="connsiteY2" fmla="*/ 26458 h 2200000"/>
              <a:gd name="connsiteX3" fmla="*/ 949025 w 2115562"/>
              <a:gd name="connsiteY3" fmla="*/ 433917 h 2200000"/>
              <a:gd name="connsiteX4" fmla="*/ 1017817 w 2115562"/>
              <a:gd name="connsiteY4" fmla="*/ 0 h 2200000"/>
              <a:gd name="connsiteX5" fmla="*/ 1016309 w 2115562"/>
              <a:gd name="connsiteY5" fmla="*/ 400326 h 2200000"/>
              <a:gd name="connsiteX6" fmla="*/ 1086610 w 2115562"/>
              <a:gd name="connsiteY6" fmla="*/ 9420 h 2200000"/>
              <a:gd name="connsiteX7" fmla="*/ 1192442 w 2115562"/>
              <a:gd name="connsiteY7" fmla="*/ 486832 h 2200000"/>
              <a:gd name="connsiteX8" fmla="*/ 2029583 w 2115562"/>
              <a:gd name="connsiteY8" fmla="*/ 1290108 h 2200000"/>
              <a:gd name="connsiteX9" fmla="*/ 1135150 w 2115562"/>
              <a:gd name="connsiteY9" fmla="*/ 2200000 h 2200000"/>
              <a:gd name="connsiteX10" fmla="*/ 0 w 2115562"/>
              <a:gd name="connsiteY10" fmla="*/ 1226333 h 2200000"/>
              <a:gd name="connsiteX0" fmla="*/ 0 w 2115562"/>
              <a:gd name="connsiteY0" fmla="*/ 1226333 h 2200370"/>
              <a:gd name="connsiteX1" fmla="*/ 782021 w 2115562"/>
              <a:gd name="connsiteY1" fmla="*/ 547159 h 2200370"/>
              <a:gd name="connsiteX2" fmla="*/ 949024 w 2115562"/>
              <a:gd name="connsiteY2" fmla="*/ 26458 h 2200370"/>
              <a:gd name="connsiteX3" fmla="*/ 949025 w 2115562"/>
              <a:gd name="connsiteY3" fmla="*/ 433917 h 2200370"/>
              <a:gd name="connsiteX4" fmla="*/ 1017817 w 2115562"/>
              <a:gd name="connsiteY4" fmla="*/ 0 h 2200370"/>
              <a:gd name="connsiteX5" fmla="*/ 1016309 w 2115562"/>
              <a:gd name="connsiteY5" fmla="*/ 400326 h 2200370"/>
              <a:gd name="connsiteX6" fmla="*/ 1086610 w 2115562"/>
              <a:gd name="connsiteY6" fmla="*/ 9420 h 2200370"/>
              <a:gd name="connsiteX7" fmla="*/ 1192442 w 2115562"/>
              <a:gd name="connsiteY7" fmla="*/ 486832 h 2200370"/>
              <a:gd name="connsiteX8" fmla="*/ 2029583 w 2115562"/>
              <a:gd name="connsiteY8" fmla="*/ 1290108 h 2200370"/>
              <a:gd name="connsiteX9" fmla="*/ 1135150 w 2115562"/>
              <a:gd name="connsiteY9" fmla="*/ 2200000 h 2200370"/>
              <a:gd name="connsiteX10" fmla="*/ 0 w 2115562"/>
              <a:gd name="connsiteY10" fmla="*/ 1226333 h 2200370"/>
              <a:gd name="connsiteX0" fmla="*/ 91962 w 2207524"/>
              <a:gd name="connsiteY0" fmla="*/ 1226333 h 2200425"/>
              <a:gd name="connsiteX1" fmla="*/ 873983 w 2207524"/>
              <a:gd name="connsiteY1" fmla="*/ 547159 h 2200425"/>
              <a:gd name="connsiteX2" fmla="*/ 1040986 w 2207524"/>
              <a:gd name="connsiteY2" fmla="*/ 26458 h 2200425"/>
              <a:gd name="connsiteX3" fmla="*/ 1040987 w 2207524"/>
              <a:gd name="connsiteY3" fmla="*/ 433917 h 2200425"/>
              <a:gd name="connsiteX4" fmla="*/ 1109779 w 2207524"/>
              <a:gd name="connsiteY4" fmla="*/ 0 h 2200425"/>
              <a:gd name="connsiteX5" fmla="*/ 1108271 w 2207524"/>
              <a:gd name="connsiteY5" fmla="*/ 400326 h 2200425"/>
              <a:gd name="connsiteX6" fmla="*/ 1178572 w 2207524"/>
              <a:gd name="connsiteY6" fmla="*/ 9420 h 2200425"/>
              <a:gd name="connsiteX7" fmla="*/ 1284404 w 2207524"/>
              <a:gd name="connsiteY7" fmla="*/ 486832 h 2200425"/>
              <a:gd name="connsiteX8" fmla="*/ 2121545 w 2207524"/>
              <a:gd name="connsiteY8" fmla="*/ 1290108 h 2200425"/>
              <a:gd name="connsiteX9" fmla="*/ 1227112 w 2207524"/>
              <a:gd name="connsiteY9" fmla="*/ 2200000 h 2200425"/>
              <a:gd name="connsiteX10" fmla="*/ 91962 w 2207524"/>
              <a:gd name="connsiteY10" fmla="*/ 1226333 h 2200425"/>
              <a:gd name="connsiteX0" fmla="*/ 91962 w 2210837"/>
              <a:gd name="connsiteY0" fmla="*/ 1226333 h 2200425"/>
              <a:gd name="connsiteX1" fmla="*/ 873983 w 2210837"/>
              <a:gd name="connsiteY1" fmla="*/ 547159 h 2200425"/>
              <a:gd name="connsiteX2" fmla="*/ 1040986 w 2210837"/>
              <a:gd name="connsiteY2" fmla="*/ 26458 h 2200425"/>
              <a:gd name="connsiteX3" fmla="*/ 1040987 w 2210837"/>
              <a:gd name="connsiteY3" fmla="*/ 433917 h 2200425"/>
              <a:gd name="connsiteX4" fmla="*/ 1109779 w 2210837"/>
              <a:gd name="connsiteY4" fmla="*/ 0 h 2200425"/>
              <a:gd name="connsiteX5" fmla="*/ 1108271 w 2210837"/>
              <a:gd name="connsiteY5" fmla="*/ 400326 h 2200425"/>
              <a:gd name="connsiteX6" fmla="*/ 1178572 w 2210837"/>
              <a:gd name="connsiteY6" fmla="*/ 9420 h 2200425"/>
              <a:gd name="connsiteX7" fmla="*/ 1284404 w 2210837"/>
              <a:gd name="connsiteY7" fmla="*/ 486832 h 2200425"/>
              <a:gd name="connsiteX8" fmla="*/ 2125779 w 2210837"/>
              <a:gd name="connsiteY8" fmla="*/ 1294341 h 2200425"/>
              <a:gd name="connsiteX9" fmla="*/ 1227112 w 2210837"/>
              <a:gd name="connsiteY9" fmla="*/ 2200000 h 2200425"/>
              <a:gd name="connsiteX10" fmla="*/ 91962 w 2210837"/>
              <a:gd name="connsiteY10" fmla="*/ 1226333 h 2200425"/>
              <a:gd name="connsiteX0" fmla="*/ 91962 w 2210837"/>
              <a:gd name="connsiteY0" fmla="*/ 1226333 h 2200425"/>
              <a:gd name="connsiteX1" fmla="*/ 873983 w 2210837"/>
              <a:gd name="connsiteY1" fmla="*/ 547159 h 2200425"/>
              <a:gd name="connsiteX2" fmla="*/ 1040986 w 2210837"/>
              <a:gd name="connsiteY2" fmla="*/ 26458 h 2200425"/>
              <a:gd name="connsiteX3" fmla="*/ 1040987 w 2210837"/>
              <a:gd name="connsiteY3" fmla="*/ 433917 h 2200425"/>
              <a:gd name="connsiteX4" fmla="*/ 1109779 w 2210837"/>
              <a:gd name="connsiteY4" fmla="*/ 0 h 2200425"/>
              <a:gd name="connsiteX5" fmla="*/ 1108271 w 2210837"/>
              <a:gd name="connsiteY5" fmla="*/ 400326 h 2200425"/>
              <a:gd name="connsiteX6" fmla="*/ 1178572 w 2210837"/>
              <a:gd name="connsiteY6" fmla="*/ 9420 h 2200425"/>
              <a:gd name="connsiteX7" fmla="*/ 1284404 w 2210837"/>
              <a:gd name="connsiteY7" fmla="*/ 486832 h 2200425"/>
              <a:gd name="connsiteX8" fmla="*/ 2125779 w 2210837"/>
              <a:gd name="connsiteY8" fmla="*/ 1294341 h 2200425"/>
              <a:gd name="connsiteX9" fmla="*/ 1227112 w 2210837"/>
              <a:gd name="connsiteY9" fmla="*/ 2200000 h 2200425"/>
              <a:gd name="connsiteX10" fmla="*/ 91962 w 2210837"/>
              <a:gd name="connsiteY10" fmla="*/ 1226333 h 2200425"/>
              <a:gd name="connsiteX0" fmla="*/ 91962 w 2155041"/>
              <a:gd name="connsiteY0" fmla="*/ 1226333 h 2200425"/>
              <a:gd name="connsiteX1" fmla="*/ 873983 w 2155041"/>
              <a:gd name="connsiteY1" fmla="*/ 547159 h 2200425"/>
              <a:gd name="connsiteX2" fmla="*/ 1040986 w 2155041"/>
              <a:gd name="connsiteY2" fmla="*/ 26458 h 2200425"/>
              <a:gd name="connsiteX3" fmla="*/ 1040987 w 2155041"/>
              <a:gd name="connsiteY3" fmla="*/ 433917 h 2200425"/>
              <a:gd name="connsiteX4" fmla="*/ 1109779 w 2155041"/>
              <a:gd name="connsiteY4" fmla="*/ 0 h 2200425"/>
              <a:gd name="connsiteX5" fmla="*/ 1108271 w 2155041"/>
              <a:gd name="connsiteY5" fmla="*/ 400326 h 2200425"/>
              <a:gd name="connsiteX6" fmla="*/ 1178572 w 2155041"/>
              <a:gd name="connsiteY6" fmla="*/ 9420 h 2200425"/>
              <a:gd name="connsiteX7" fmla="*/ 1284404 w 2155041"/>
              <a:gd name="connsiteY7" fmla="*/ 486832 h 2200425"/>
              <a:gd name="connsiteX8" fmla="*/ 2125779 w 2155041"/>
              <a:gd name="connsiteY8" fmla="*/ 1294341 h 2200425"/>
              <a:gd name="connsiteX9" fmla="*/ 1227112 w 2155041"/>
              <a:gd name="connsiteY9" fmla="*/ 2200000 h 2200425"/>
              <a:gd name="connsiteX10" fmla="*/ 91962 w 2155041"/>
              <a:gd name="connsiteY10" fmla="*/ 1226333 h 2200425"/>
              <a:gd name="connsiteX0" fmla="*/ 91962 w 2251682"/>
              <a:gd name="connsiteY0" fmla="*/ 1226333 h 2202105"/>
              <a:gd name="connsiteX1" fmla="*/ 873983 w 2251682"/>
              <a:gd name="connsiteY1" fmla="*/ 547159 h 2202105"/>
              <a:gd name="connsiteX2" fmla="*/ 1040986 w 2251682"/>
              <a:gd name="connsiteY2" fmla="*/ 26458 h 2202105"/>
              <a:gd name="connsiteX3" fmla="*/ 1040987 w 2251682"/>
              <a:gd name="connsiteY3" fmla="*/ 433917 h 2202105"/>
              <a:gd name="connsiteX4" fmla="*/ 1109779 w 2251682"/>
              <a:gd name="connsiteY4" fmla="*/ 0 h 2202105"/>
              <a:gd name="connsiteX5" fmla="*/ 1108271 w 2251682"/>
              <a:gd name="connsiteY5" fmla="*/ 400326 h 2202105"/>
              <a:gd name="connsiteX6" fmla="*/ 1178572 w 2251682"/>
              <a:gd name="connsiteY6" fmla="*/ 9420 h 2202105"/>
              <a:gd name="connsiteX7" fmla="*/ 1284404 w 2251682"/>
              <a:gd name="connsiteY7" fmla="*/ 486832 h 2202105"/>
              <a:gd name="connsiteX8" fmla="*/ 2125779 w 2251682"/>
              <a:gd name="connsiteY8" fmla="*/ 1294341 h 2202105"/>
              <a:gd name="connsiteX9" fmla="*/ 2154144 w 2251682"/>
              <a:gd name="connsiteY9" fmla="*/ 1480736 h 2202105"/>
              <a:gd name="connsiteX10" fmla="*/ 1227112 w 2251682"/>
              <a:gd name="connsiteY10" fmla="*/ 2200000 h 2202105"/>
              <a:gd name="connsiteX11" fmla="*/ 91962 w 2251682"/>
              <a:gd name="connsiteY11" fmla="*/ 1226333 h 2202105"/>
              <a:gd name="connsiteX0" fmla="*/ 91962 w 2251682"/>
              <a:gd name="connsiteY0" fmla="*/ 1226333 h 2205558"/>
              <a:gd name="connsiteX1" fmla="*/ 873983 w 2251682"/>
              <a:gd name="connsiteY1" fmla="*/ 547159 h 2205558"/>
              <a:gd name="connsiteX2" fmla="*/ 1040986 w 2251682"/>
              <a:gd name="connsiteY2" fmla="*/ 26458 h 2205558"/>
              <a:gd name="connsiteX3" fmla="*/ 1040987 w 2251682"/>
              <a:gd name="connsiteY3" fmla="*/ 433917 h 2205558"/>
              <a:gd name="connsiteX4" fmla="*/ 1109779 w 2251682"/>
              <a:gd name="connsiteY4" fmla="*/ 0 h 2205558"/>
              <a:gd name="connsiteX5" fmla="*/ 1108271 w 2251682"/>
              <a:gd name="connsiteY5" fmla="*/ 400326 h 2205558"/>
              <a:gd name="connsiteX6" fmla="*/ 1178572 w 2251682"/>
              <a:gd name="connsiteY6" fmla="*/ 9420 h 2205558"/>
              <a:gd name="connsiteX7" fmla="*/ 1284404 w 2251682"/>
              <a:gd name="connsiteY7" fmla="*/ 486832 h 2205558"/>
              <a:gd name="connsiteX8" fmla="*/ 2125779 w 2251682"/>
              <a:gd name="connsiteY8" fmla="*/ 1294341 h 2205558"/>
              <a:gd name="connsiteX9" fmla="*/ 2154144 w 2251682"/>
              <a:gd name="connsiteY9" fmla="*/ 1480736 h 2205558"/>
              <a:gd name="connsiteX10" fmla="*/ 1227112 w 2251682"/>
              <a:gd name="connsiteY10" fmla="*/ 2200000 h 2205558"/>
              <a:gd name="connsiteX11" fmla="*/ 91962 w 2251682"/>
              <a:gd name="connsiteY11" fmla="*/ 1226333 h 2205558"/>
              <a:gd name="connsiteX0" fmla="*/ 91962 w 2251682"/>
              <a:gd name="connsiteY0" fmla="*/ 1226333 h 2205558"/>
              <a:gd name="connsiteX1" fmla="*/ 873983 w 2251682"/>
              <a:gd name="connsiteY1" fmla="*/ 547159 h 2205558"/>
              <a:gd name="connsiteX2" fmla="*/ 1040986 w 2251682"/>
              <a:gd name="connsiteY2" fmla="*/ 26458 h 2205558"/>
              <a:gd name="connsiteX3" fmla="*/ 1040987 w 2251682"/>
              <a:gd name="connsiteY3" fmla="*/ 433917 h 2205558"/>
              <a:gd name="connsiteX4" fmla="*/ 1109779 w 2251682"/>
              <a:gd name="connsiteY4" fmla="*/ 0 h 2205558"/>
              <a:gd name="connsiteX5" fmla="*/ 1108271 w 2251682"/>
              <a:gd name="connsiteY5" fmla="*/ 400326 h 2205558"/>
              <a:gd name="connsiteX6" fmla="*/ 1178572 w 2251682"/>
              <a:gd name="connsiteY6" fmla="*/ 9420 h 2205558"/>
              <a:gd name="connsiteX7" fmla="*/ 1284404 w 2251682"/>
              <a:gd name="connsiteY7" fmla="*/ 486832 h 2205558"/>
              <a:gd name="connsiteX8" fmla="*/ 2125779 w 2251682"/>
              <a:gd name="connsiteY8" fmla="*/ 1294341 h 2205558"/>
              <a:gd name="connsiteX9" fmla="*/ 2154144 w 2251682"/>
              <a:gd name="connsiteY9" fmla="*/ 1480736 h 2205558"/>
              <a:gd name="connsiteX10" fmla="*/ 1227112 w 2251682"/>
              <a:gd name="connsiteY10" fmla="*/ 2200000 h 2205558"/>
              <a:gd name="connsiteX11" fmla="*/ 91962 w 2251682"/>
              <a:gd name="connsiteY11" fmla="*/ 1226333 h 2205558"/>
              <a:gd name="connsiteX0" fmla="*/ 91962 w 2198577"/>
              <a:gd name="connsiteY0" fmla="*/ 1226333 h 2205558"/>
              <a:gd name="connsiteX1" fmla="*/ 873983 w 2198577"/>
              <a:gd name="connsiteY1" fmla="*/ 547159 h 2205558"/>
              <a:gd name="connsiteX2" fmla="*/ 1040986 w 2198577"/>
              <a:gd name="connsiteY2" fmla="*/ 26458 h 2205558"/>
              <a:gd name="connsiteX3" fmla="*/ 1040987 w 2198577"/>
              <a:gd name="connsiteY3" fmla="*/ 433917 h 2205558"/>
              <a:gd name="connsiteX4" fmla="*/ 1109779 w 2198577"/>
              <a:gd name="connsiteY4" fmla="*/ 0 h 2205558"/>
              <a:gd name="connsiteX5" fmla="*/ 1108271 w 2198577"/>
              <a:gd name="connsiteY5" fmla="*/ 400326 h 2205558"/>
              <a:gd name="connsiteX6" fmla="*/ 1178572 w 2198577"/>
              <a:gd name="connsiteY6" fmla="*/ 9420 h 2205558"/>
              <a:gd name="connsiteX7" fmla="*/ 1284404 w 2198577"/>
              <a:gd name="connsiteY7" fmla="*/ 486832 h 2205558"/>
              <a:gd name="connsiteX8" fmla="*/ 2125779 w 2198577"/>
              <a:gd name="connsiteY8" fmla="*/ 1294341 h 2205558"/>
              <a:gd name="connsiteX9" fmla="*/ 2154144 w 2198577"/>
              <a:gd name="connsiteY9" fmla="*/ 1480736 h 2205558"/>
              <a:gd name="connsiteX10" fmla="*/ 1227112 w 2198577"/>
              <a:gd name="connsiteY10" fmla="*/ 2200000 h 2205558"/>
              <a:gd name="connsiteX11" fmla="*/ 91962 w 2198577"/>
              <a:gd name="connsiteY11" fmla="*/ 1226333 h 2205558"/>
              <a:gd name="connsiteX0" fmla="*/ 91962 w 2159953"/>
              <a:gd name="connsiteY0" fmla="*/ 1226333 h 2205558"/>
              <a:gd name="connsiteX1" fmla="*/ 873983 w 2159953"/>
              <a:gd name="connsiteY1" fmla="*/ 547159 h 2205558"/>
              <a:gd name="connsiteX2" fmla="*/ 1040986 w 2159953"/>
              <a:gd name="connsiteY2" fmla="*/ 26458 h 2205558"/>
              <a:gd name="connsiteX3" fmla="*/ 1040987 w 2159953"/>
              <a:gd name="connsiteY3" fmla="*/ 433917 h 2205558"/>
              <a:gd name="connsiteX4" fmla="*/ 1109779 w 2159953"/>
              <a:gd name="connsiteY4" fmla="*/ 0 h 2205558"/>
              <a:gd name="connsiteX5" fmla="*/ 1108271 w 2159953"/>
              <a:gd name="connsiteY5" fmla="*/ 400326 h 2205558"/>
              <a:gd name="connsiteX6" fmla="*/ 1178572 w 2159953"/>
              <a:gd name="connsiteY6" fmla="*/ 9420 h 2205558"/>
              <a:gd name="connsiteX7" fmla="*/ 1284404 w 2159953"/>
              <a:gd name="connsiteY7" fmla="*/ 486832 h 2205558"/>
              <a:gd name="connsiteX8" fmla="*/ 2125779 w 2159953"/>
              <a:gd name="connsiteY8" fmla="*/ 1294341 h 2205558"/>
              <a:gd name="connsiteX9" fmla="*/ 2154144 w 2159953"/>
              <a:gd name="connsiteY9" fmla="*/ 1480736 h 2205558"/>
              <a:gd name="connsiteX10" fmla="*/ 1227112 w 2159953"/>
              <a:gd name="connsiteY10" fmla="*/ 2200000 h 2205558"/>
              <a:gd name="connsiteX11" fmla="*/ 91962 w 2159953"/>
              <a:gd name="connsiteY11" fmla="*/ 1226333 h 2205558"/>
              <a:gd name="connsiteX0" fmla="*/ 91962 w 2159953"/>
              <a:gd name="connsiteY0" fmla="*/ 1226333 h 2205558"/>
              <a:gd name="connsiteX1" fmla="*/ 873983 w 2159953"/>
              <a:gd name="connsiteY1" fmla="*/ 547159 h 2205558"/>
              <a:gd name="connsiteX2" fmla="*/ 1040986 w 2159953"/>
              <a:gd name="connsiteY2" fmla="*/ 26458 h 2205558"/>
              <a:gd name="connsiteX3" fmla="*/ 1040987 w 2159953"/>
              <a:gd name="connsiteY3" fmla="*/ 433917 h 2205558"/>
              <a:gd name="connsiteX4" fmla="*/ 1109779 w 2159953"/>
              <a:gd name="connsiteY4" fmla="*/ 0 h 2205558"/>
              <a:gd name="connsiteX5" fmla="*/ 1108271 w 2159953"/>
              <a:gd name="connsiteY5" fmla="*/ 400326 h 2205558"/>
              <a:gd name="connsiteX6" fmla="*/ 1178572 w 2159953"/>
              <a:gd name="connsiteY6" fmla="*/ 9420 h 2205558"/>
              <a:gd name="connsiteX7" fmla="*/ 1284404 w 2159953"/>
              <a:gd name="connsiteY7" fmla="*/ 486832 h 2205558"/>
              <a:gd name="connsiteX8" fmla="*/ 2125779 w 2159953"/>
              <a:gd name="connsiteY8" fmla="*/ 1294341 h 2205558"/>
              <a:gd name="connsiteX9" fmla="*/ 2154144 w 2159953"/>
              <a:gd name="connsiteY9" fmla="*/ 1480736 h 2205558"/>
              <a:gd name="connsiteX10" fmla="*/ 1227112 w 2159953"/>
              <a:gd name="connsiteY10" fmla="*/ 2200000 h 2205558"/>
              <a:gd name="connsiteX11" fmla="*/ 91962 w 2159953"/>
              <a:gd name="connsiteY11" fmla="*/ 1226333 h 2205558"/>
              <a:gd name="connsiteX0" fmla="*/ 91962 w 2182958"/>
              <a:gd name="connsiteY0" fmla="*/ 1226333 h 2205558"/>
              <a:gd name="connsiteX1" fmla="*/ 873983 w 2182958"/>
              <a:gd name="connsiteY1" fmla="*/ 547159 h 2205558"/>
              <a:gd name="connsiteX2" fmla="*/ 1040986 w 2182958"/>
              <a:gd name="connsiteY2" fmla="*/ 26458 h 2205558"/>
              <a:gd name="connsiteX3" fmla="*/ 1040987 w 2182958"/>
              <a:gd name="connsiteY3" fmla="*/ 433917 h 2205558"/>
              <a:gd name="connsiteX4" fmla="*/ 1109779 w 2182958"/>
              <a:gd name="connsiteY4" fmla="*/ 0 h 2205558"/>
              <a:gd name="connsiteX5" fmla="*/ 1108271 w 2182958"/>
              <a:gd name="connsiteY5" fmla="*/ 400326 h 2205558"/>
              <a:gd name="connsiteX6" fmla="*/ 1178572 w 2182958"/>
              <a:gd name="connsiteY6" fmla="*/ 9420 h 2205558"/>
              <a:gd name="connsiteX7" fmla="*/ 1284404 w 2182958"/>
              <a:gd name="connsiteY7" fmla="*/ 486832 h 2205558"/>
              <a:gd name="connsiteX8" fmla="*/ 2120185 w 2182958"/>
              <a:gd name="connsiteY8" fmla="*/ 1212458 h 2205558"/>
              <a:gd name="connsiteX9" fmla="*/ 2125779 w 2182958"/>
              <a:gd name="connsiteY9" fmla="*/ 1294341 h 2205558"/>
              <a:gd name="connsiteX10" fmla="*/ 2154144 w 2182958"/>
              <a:gd name="connsiteY10" fmla="*/ 1480736 h 2205558"/>
              <a:gd name="connsiteX11" fmla="*/ 1227112 w 2182958"/>
              <a:gd name="connsiteY11" fmla="*/ 2200000 h 2205558"/>
              <a:gd name="connsiteX12" fmla="*/ 91962 w 2182958"/>
              <a:gd name="connsiteY12" fmla="*/ 1226333 h 2205558"/>
              <a:gd name="connsiteX0" fmla="*/ 91962 w 2182958"/>
              <a:gd name="connsiteY0" fmla="*/ 1226333 h 2205558"/>
              <a:gd name="connsiteX1" fmla="*/ 873983 w 2182958"/>
              <a:gd name="connsiteY1" fmla="*/ 547159 h 2205558"/>
              <a:gd name="connsiteX2" fmla="*/ 1040986 w 2182958"/>
              <a:gd name="connsiteY2" fmla="*/ 26458 h 2205558"/>
              <a:gd name="connsiteX3" fmla="*/ 1040987 w 2182958"/>
              <a:gd name="connsiteY3" fmla="*/ 433917 h 2205558"/>
              <a:gd name="connsiteX4" fmla="*/ 1109779 w 2182958"/>
              <a:gd name="connsiteY4" fmla="*/ 0 h 2205558"/>
              <a:gd name="connsiteX5" fmla="*/ 1108271 w 2182958"/>
              <a:gd name="connsiteY5" fmla="*/ 400326 h 2205558"/>
              <a:gd name="connsiteX6" fmla="*/ 1178572 w 2182958"/>
              <a:gd name="connsiteY6" fmla="*/ 9420 h 2205558"/>
              <a:gd name="connsiteX7" fmla="*/ 1284404 w 2182958"/>
              <a:gd name="connsiteY7" fmla="*/ 486832 h 2205558"/>
              <a:gd name="connsiteX8" fmla="*/ 2120185 w 2182958"/>
              <a:gd name="connsiteY8" fmla="*/ 1212458 h 2205558"/>
              <a:gd name="connsiteX9" fmla="*/ 2125779 w 2182958"/>
              <a:gd name="connsiteY9" fmla="*/ 1294341 h 2205558"/>
              <a:gd name="connsiteX10" fmla="*/ 2154144 w 2182958"/>
              <a:gd name="connsiteY10" fmla="*/ 1480736 h 2205558"/>
              <a:gd name="connsiteX11" fmla="*/ 1227112 w 2182958"/>
              <a:gd name="connsiteY11" fmla="*/ 2200000 h 2205558"/>
              <a:gd name="connsiteX12" fmla="*/ 91962 w 2182958"/>
              <a:gd name="connsiteY12" fmla="*/ 1226333 h 2205558"/>
              <a:gd name="connsiteX0" fmla="*/ 91962 w 2182958"/>
              <a:gd name="connsiteY0" fmla="*/ 1226333 h 2205558"/>
              <a:gd name="connsiteX1" fmla="*/ 873983 w 2182958"/>
              <a:gd name="connsiteY1" fmla="*/ 547159 h 2205558"/>
              <a:gd name="connsiteX2" fmla="*/ 1040986 w 2182958"/>
              <a:gd name="connsiteY2" fmla="*/ 26458 h 2205558"/>
              <a:gd name="connsiteX3" fmla="*/ 1040987 w 2182958"/>
              <a:gd name="connsiteY3" fmla="*/ 433917 h 2205558"/>
              <a:gd name="connsiteX4" fmla="*/ 1109779 w 2182958"/>
              <a:gd name="connsiteY4" fmla="*/ 0 h 2205558"/>
              <a:gd name="connsiteX5" fmla="*/ 1108271 w 2182958"/>
              <a:gd name="connsiteY5" fmla="*/ 400326 h 2205558"/>
              <a:gd name="connsiteX6" fmla="*/ 1178572 w 2182958"/>
              <a:gd name="connsiteY6" fmla="*/ 9420 h 2205558"/>
              <a:gd name="connsiteX7" fmla="*/ 1284404 w 2182958"/>
              <a:gd name="connsiteY7" fmla="*/ 486832 h 2205558"/>
              <a:gd name="connsiteX8" fmla="*/ 2120185 w 2182958"/>
              <a:gd name="connsiteY8" fmla="*/ 1212458 h 2205558"/>
              <a:gd name="connsiteX9" fmla="*/ 2125779 w 2182958"/>
              <a:gd name="connsiteY9" fmla="*/ 1294341 h 2205558"/>
              <a:gd name="connsiteX10" fmla="*/ 2154144 w 2182958"/>
              <a:gd name="connsiteY10" fmla="*/ 1480736 h 2205558"/>
              <a:gd name="connsiteX11" fmla="*/ 1227112 w 2182958"/>
              <a:gd name="connsiteY11" fmla="*/ 2200000 h 2205558"/>
              <a:gd name="connsiteX12" fmla="*/ 91962 w 2182958"/>
              <a:gd name="connsiteY12" fmla="*/ 1226333 h 2205558"/>
              <a:gd name="connsiteX0" fmla="*/ 91962 w 2159953"/>
              <a:gd name="connsiteY0" fmla="*/ 1226333 h 2205558"/>
              <a:gd name="connsiteX1" fmla="*/ 873983 w 2159953"/>
              <a:gd name="connsiteY1" fmla="*/ 547159 h 2205558"/>
              <a:gd name="connsiteX2" fmla="*/ 1040986 w 2159953"/>
              <a:gd name="connsiteY2" fmla="*/ 26458 h 2205558"/>
              <a:gd name="connsiteX3" fmla="*/ 1040987 w 2159953"/>
              <a:gd name="connsiteY3" fmla="*/ 433917 h 2205558"/>
              <a:gd name="connsiteX4" fmla="*/ 1109779 w 2159953"/>
              <a:gd name="connsiteY4" fmla="*/ 0 h 2205558"/>
              <a:gd name="connsiteX5" fmla="*/ 1108271 w 2159953"/>
              <a:gd name="connsiteY5" fmla="*/ 400326 h 2205558"/>
              <a:gd name="connsiteX6" fmla="*/ 1178572 w 2159953"/>
              <a:gd name="connsiteY6" fmla="*/ 9420 h 2205558"/>
              <a:gd name="connsiteX7" fmla="*/ 1284404 w 2159953"/>
              <a:gd name="connsiteY7" fmla="*/ 486832 h 2205558"/>
              <a:gd name="connsiteX8" fmla="*/ 2120185 w 2159953"/>
              <a:gd name="connsiteY8" fmla="*/ 1212458 h 2205558"/>
              <a:gd name="connsiteX9" fmla="*/ 2125779 w 2159953"/>
              <a:gd name="connsiteY9" fmla="*/ 1294341 h 2205558"/>
              <a:gd name="connsiteX10" fmla="*/ 2154144 w 2159953"/>
              <a:gd name="connsiteY10" fmla="*/ 1480736 h 2205558"/>
              <a:gd name="connsiteX11" fmla="*/ 1227112 w 2159953"/>
              <a:gd name="connsiteY11" fmla="*/ 2200000 h 2205558"/>
              <a:gd name="connsiteX12" fmla="*/ 91962 w 2159953"/>
              <a:gd name="connsiteY12" fmla="*/ 1226333 h 2205558"/>
              <a:gd name="connsiteX0" fmla="*/ 91962 w 2248968"/>
              <a:gd name="connsiteY0" fmla="*/ 1226333 h 2205558"/>
              <a:gd name="connsiteX1" fmla="*/ 873983 w 2248968"/>
              <a:gd name="connsiteY1" fmla="*/ 547159 h 2205558"/>
              <a:gd name="connsiteX2" fmla="*/ 1040986 w 2248968"/>
              <a:gd name="connsiteY2" fmla="*/ 26458 h 2205558"/>
              <a:gd name="connsiteX3" fmla="*/ 1040987 w 2248968"/>
              <a:gd name="connsiteY3" fmla="*/ 433917 h 2205558"/>
              <a:gd name="connsiteX4" fmla="*/ 1109779 w 2248968"/>
              <a:gd name="connsiteY4" fmla="*/ 0 h 2205558"/>
              <a:gd name="connsiteX5" fmla="*/ 1108271 w 2248968"/>
              <a:gd name="connsiteY5" fmla="*/ 400326 h 2205558"/>
              <a:gd name="connsiteX6" fmla="*/ 1178572 w 2248968"/>
              <a:gd name="connsiteY6" fmla="*/ 9420 h 2205558"/>
              <a:gd name="connsiteX7" fmla="*/ 1284404 w 2248968"/>
              <a:gd name="connsiteY7" fmla="*/ 486832 h 2205558"/>
              <a:gd name="connsiteX8" fmla="*/ 2120185 w 2248968"/>
              <a:gd name="connsiteY8" fmla="*/ 1212458 h 2205558"/>
              <a:gd name="connsiteX9" fmla="*/ 2154144 w 2248968"/>
              <a:gd name="connsiteY9" fmla="*/ 1480736 h 2205558"/>
              <a:gd name="connsiteX10" fmla="*/ 1227112 w 2248968"/>
              <a:gd name="connsiteY10" fmla="*/ 2200000 h 2205558"/>
              <a:gd name="connsiteX11" fmla="*/ 91962 w 2248968"/>
              <a:gd name="connsiteY11" fmla="*/ 1226333 h 2205558"/>
              <a:gd name="connsiteX0" fmla="*/ 91962 w 2250985"/>
              <a:gd name="connsiteY0" fmla="*/ 1226333 h 2205558"/>
              <a:gd name="connsiteX1" fmla="*/ 873983 w 2250985"/>
              <a:gd name="connsiteY1" fmla="*/ 547159 h 2205558"/>
              <a:gd name="connsiteX2" fmla="*/ 1040986 w 2250985"/>
              <a:gd name="connsiteY2" fmla="*/ 26458 h 2205558"/>
              <a:gd name="connsiteX3" fmla="*/ 1040987 w 2250985"/>
              <a:gd name="connsiteY3" fmla="*/ 433917 h 2205558"/>
              <a:gd name="connsiteX4" fmla="*/ 1109779 w 2250985"/>
              <a:gd name="connsiteY4" fmla="*/ 0 h 2205558"/>
              <a:gd name="connsiteX5" fmla="*/ 1108271 w 2250985"/>
              <a:gd name="connsiteY5" fmla="*/ 400326 h 2205558"/>
              <a:gd name="connsiteX6" fmla="*/ 1178572 w 2250985"/>
              <a:gd name="connsiteY6" fmla="*/ 9420 h 2205558"/>
              <a:gd name="connsiteX7" fmla="*/ 1284404 w 2250985"/>
              <a:gd name="connsiteY7" fmla="*/ 486832 h 2205558"/>
              <a:gd name="connsiteX8" fmla="*/ 2120185 w 2250985"/>
              <a:gd name="connsiteY8" fmla="*/ 1212458 h 2205558"/>
              <a:gd name="connsiteX9" fmla="*/ 2157540 w 2250985"/>
              <a:gd name="connsiteY9" fmla="*/ 1480736 h 2205558"/>
              <a:gd name="connsiteX10" fmla="*/ 1227112 w 2250985"/>
              <a:gd name="connsiteY10" fmla="*/ 2200000 h 2205558"/>
              <a:gd name="connsiteX11" fmla="*/ 91962 w 2250985"/>
              <a:gd name="connsiteY11" fmla="*/ 1226333 h 2205558"/>
              <a:gd name="connsiteX0" fmla="*/ 91962 w 2200909"/>
              <a:gd name="connsiteY0" fmla="*/ 1226333 h 2205558"/>
              <a:gd name="connsiteX1" fmla="*/ 873983 w 2200909"/>
              <a:gd name="connsiteY1" fmla="*/ 547159 h 2205558"/>
              <a:gd name="connsiteX2" fmla="*/ 1040986 w 2200909"/>
              <a:gd name="connsiteY2" fmla="*/ 26458 h 2205558"/>
              <a:gd name="connsiteX3" fmla="*/ 1040987 w 2200909"/>
              <a:gd name="connsiteY3" fmla="*/ 433917 h 2205558"/>
              <a:gd name="connsiteX4" fmla="*/ 1109779 w 2200909"/>
              <a:gd name="connsiteY4" fmla="*/ 0 h 2205558"/>
              <a:gd name="connsiteX5" fmla="*/ 1108271 w 2200909"/>
              <a:gd name="connsiteY5" fmla="*/ 400326 h 2205558"/>
              <a:gd name="connsiteX6" fmla="*/ 1178572 w 2200909"/>
              <a:gd name="connsiteY6" fmla="*/ 9420 h 2205558"/>
              <a:gd name="connsiteX7" fmla="*/ 1284404 w 2200909"/>
              <a:gd name="connsiteY7" fmla="*/ 486832 h 2205558"/>
              <a:gd name="connsiteX8" fmla="*/ 2120185 w 2200909"/>
              <a:gd name="connsiteY8" fmla="*/ 1212458 h 2205558"/>
              <a:gd name="connsiteX9" fmla="*/ 2157540 w 2200909"/>
              <a:gd name="connsiteY9" fmla="*/ 1480736 h 2205558"/>
              <a:gd name="connsiteX10" fmla="*/ 1227112 w 2200909"/>
              <a:gd name="connsiteY10" fmla="*/ 2200000 h 2205558"/>
              <a:gd name="connsiteX11" fmla="*/ 91962 w 2200909"/>
              <a:gd name="connsiteY11" fmla="*/ 1226333 h 2205558"/>
              <a:gd name="connsiteX0" fmla="*/ 91962 w 2163320"/>
              <a:gd name="connsiteY0" fmla="*/ 1226333 h 2205558"/>
              <a:gd name="connsiteX1" fmla="*/ 873983 w 2163320"/>
              <a:gd name="connsiteY1" fmla="*/ 547159 h 2205558"/>
              <a:gd name="connsiteX2" fmla="*/ 1040986 w 2163320"/>
              <a:gd name="connsiteY2" fmla="*/ 26458 h 2205558"/>
              <a:gd name="connsiteX3" fmla="*/ 1040987 w 2163320"/>
              <a:gd name="connsiteY3" fmla="*/ 433917 h 2205558"/>
              <a:gd name="connsiteX4" fmla="*/ 1109779 w 2163320"/>
              <a:gd name="connsiteY4" fmla="*/ 0 h 2205558"/>
              <a:gd name="connsiteX5" fmla="*/ 1108271 w 2163320"/>
              <a:gd name="connsiteY5" fmla="*/ 400326 h 2205558"/>
              <a:gd name="connsiteX6" fmla="*/ 1178572 w 2163320"/>
              <a:gd name="connsiteY6" fmla="*/ 9420 h 2205558"/>
              <a:gd name="connsiteX7" fmla="*/ 1284404 w 2163320"/>
              <a:gd name="connsiteY7" fmla="*/ 486832 h 2205558"/>
              <a:gd name="connsiteX8" fmla="*/ 2120185 w 2163320"/>
              <a:gd name="connsiteY8" fmla="*/ 1212458 h 2205558"/>
              <a:gd name="connsiteX9" fmla="*/ 2157540 w 2163320"/>
              <a:gd name="connsiteY9" fmla="*/ 1480736 h 2205558"/>
              <a:gd name="connsiteX10" fmla="*/ 1227112 w 2163320"/>
              <a:gd name="connsiteY10" fmla="*/ 2200000 h 2205558"/>
              <a:gd name="connsiteX11" fmla="*/ 91962 w 2163320"/>
              <a:gd name="connsiteY11" fmla="*/ 1226333 h 2205558"/>
              <a:gd name="connsiteX0" fmla="*/ 91962 w 2163322"/>
              <a:gd name="connsiteY0" fmla="*/ 1226333 h 2205558"/>
              <a:gd name="connsiteX1" fmla="*/ 873983 w 2163322"/>
              <a:gd name="connsiteY1" fmla="*/ 547159 h 2205558"/>
              <a:gd name="connsiteX2" fmla="*/ 1040986 w 2163322"/>
              <a:gd name="connsiteY2" fmla="*/ 26458 h 2205558"/>
              <a:gd name="connsiteX3" fmla="*/ 1040987 w 2163322"/>
              <a:gd name="connsiteY3" fmla="*/ 433917 h 2205558"/>
              <a:gd name="connsiteX4" fmla="*/ 1109779 w 2163322"/>
              <a:gd name="connsiteY4" fmla="*/ 0 h 2205558"/>
              <a:gd name="connsiteX5" fmla="*/ 1108271 w 2163322"/>
              <a:gd name="connsiteY5" fmla="*/ 400326 h 2205558"/>
              <a:gd name="connsiteX6" fmla="*/ 1178572 w 2163322"/>
              <a:gd name="connsiteY6" fmla="*/ 9420 h 2205558"/>
              <a:gd name="connsiteX7" fmla="*/ 1284404 w 2163322"/>
              <a:gd name="connsiteY7" fmla="*/ 486832 h 2205558"/>
              <a:gd name="connsiteX8" fmla="*/ 2120185 w 2163322"/>
              <a:gd name="connsiteY8" fmla="*/ 1212458 h 2205558"/>
              <a:gd name="connsiteX9" fmla="*/ 2157540 w 2163322"/>
              <a:gd name="connsiteY9" fmla="*/ 1480736 h 2205558"/>
              <a:gd name="connsiteX10" fmla="*/ 1227112 w 2163322"/>
              <a:gd name="connsiteY10" fmla="*/ 2200000 h 2205558"/>
              <a:gd name="connsiteX11" fmla="*/ 91962 w 2163322"/>
              <a:gd name="connsiteY11" fmla="*/ 1226333 h 2205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63322" h="2205558">
                <a:moveTo>
                  <a:pt x="91962" y="1226333"/>
                </a:moveTo>
                <a:cubicBezTo>
                  <a:pt x="335703" y="820731"/>
                  <a:pt x="659876" y="694528"/>
                  <a:pt x="873983" y="547159"/>
                </a:cubicBezTo>
                <a:cubicBezTo>
                  <a:pt x="1008518" y="443665"/>
                  <a:pt x="1042786" y="203199"/>
                  <a:pt x="1040986" y="26458"/>
                </a:cubicBezTo>
                <a:cubicBezTo>
                  <a:pt x="1092103" y="240770"/>
                  <a:pt x="1031780" y="326284"/>
                  <a:pt x="1040987" y="433917"/>
                </a:cubicBezTo>
                <a:cubicBezTo>
                  <a:pt x="1063564" y="336021"/>
                  <a:pt x="1104915" y="145299"/>
                  <a:pt x="1109779" y="0"/>
                </a:cubicBezTo>
                <a:cubicBezTo>
                  <a:pt x="1150627" y="178553"/>
                  <a:pt x="1105978" y="248825"/>
                  <a:pt x="1108271" y="400326"/>
                </a:cubicBezTo>
                <a:cubicBezTo>
                  <a:pt x="1136714" y="282618"/>
                  <a:pt x="1185054" y="249895"/>
                  <a:pt x="1178572" y="9420"/>
                </a:cubicBezTo>
                <a:cubicBezTo>
                  <a:pt x="1219569" y="247323"/>
                  <a:pt x="1184945" y="325817"/>
                  <a:pt x="1284404" y="486832"/>
                </a:cubicBezTo>
                <a:cubicBezTo>
                  <a:pt x="1442472" y="695828"/>
                  <a:pt x="1915431" y="721302"/>
                  <a:pt x="2120185" y="1212458"/>
                </a:cubicBezTo>
                <a:cubicBezTo>
                  <a:pt x="2142888" y="1296608"/>
                  <a:pt x="2173945" y="1401044"/>
                  <a:pt x="2157540" y="1480736"/>
                </a:cubicBezTo>
                <a:cubicBezTo>
                  <a:pt x="2231893" y="2045981"/>
                  <a:pt x="1570809" y="2242401"/>
                  <a:pt x="1227112" y="2200000"/>
                </a:cubicBezTo>
                <a:cubicBezTo>
                  <a:pt x="-31804" y="2218344"/>
                  <a:pt x="-126555" y="1639789"/>
                  <a:pt x="91962" y="1226333"/>
                </a:cubicBezTo>
                <a:close/>
              </a:path>
            </a:pathLst>
          </a:custGeom>
          <a:solidFill>
            <a:srgbClr val="9A4D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PT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6E06F93-5EDF-487F-B96E-26965DAFF172}"/>
              </a:ext>
            </a:extLst>
          </p:cNvPr>
          <p:cNvSpPr/>
          <p:nvPr/>
        </p:nvSpPr>
        <p:spPr>
          <a:xfrm>
            <a:off x="894905" y="2827133"/>
            <a:ext cx="827533" cy="827671"/>
          </a:xfrm>
          <a:custGeom>
            <a:avLst/>
            <a:gdLst>
              <a:gd name="connsiteX0" fmla="*/ 0 w 1319754"/>
              <a:gd name="connsiteY0" fmla="*/ 659877 h 1319754"/>
              <a:gd name="connsiteX1" fmla="*/ 659877 w 1319754"/>
              <a:gd name="connsiteY1" fmla="*/ 0 h 1319754"/>
              <a:gd name="connsiteX2" fmla="*/ 1319754 w 1319754"/>
              <a:gd name="connsiteY2" fmla="*/ 659877 h 1319754"/>
              <a:gd name="connsiteX3" fmla="*/ 659877 w 1319754"/>
              <a:gd name="connsiteY3" fmla="*/ 1319754 h 1319754"/>
              <a:gd name="connsiteX4" fmla="*/ 0 w 1319754"/>
              <a:gd name="connsiteY4" fmla="*/ 659877 h 1319754"/>
              <a:gd name="connsiteX0" fmla="*/ 312210 w 1631964"/>
              <a:gd name="connsiteY0" fmla="*/ 1461156 h 2121033"/>
              <a:gd name="connsiteX1" fmla="*/ 151955 w 1631964"/>
              <a:gd name="connsiteY1" fmla="*/ 0 h 2121033"/>
              <a:gd name="connsiteX2" fmla="*/ 1631964 w 1631964"/>
              <a:gd name="connsiteY2" fmla="*/ 1461156 h 2121033"/>
              <a:gd name="connsiteX3" fmla="*/ 972087 w 1631964"/>
              <a:gd name="connsiteY3" fmla="*/ 2121033 h 2121033"/>
              <a:gd name="connsiteX4" fmla="*/ 312210 w 1631964"/>
              <a:gd name="connsiteY4" fmla="*/ 1461156 h 2121033"/>
              <a:gd name="connsiteX0" fmla="*/ 381484 w 2780520"/>
              <a:gd name="connsiteY0" fmla="*/ 1461156 h 2950591"/>
              <a:gd name="connsiteX1" fmla="*/ 221229 w 2780520"/>
              <a:gd name="connsiteY1" fmla="*/ 0 h 2950591"/>
              <a:gd name="connsiteX2" fmla="*/ 1701238 w 2780520"/>
              <a:gd name="connsiteY2" fmla="*/ 1461156 h 2950591"/>
              <a:gd name="connsiteX3" fmla="*/ 2719332 w 2780520"/>
              <a:gd name="connsiteY3" fmla="*/ 2950591 h 2950591"/>
              <a:gd name="connsiteX4" fmla="*/ 381484 w 2780520"/>
              <a:gd name="connsiteY4" fmla="*/ 1461156 h 2950591"/>
              <a:gd name="connsiteX0" fmla="*/ 330782 w 2675316"/>
              <a:gd name="connsiteY0" fmla="*/ 2262878 h 2989212"/>
              <a:gd name="connsiteX1" fmla="*/ 151673 w 2675316"/>
              <a:gd name="connsiteY1" fmla="*/ 9870 h 2989212"/>
              <a:gd name="connsiteX2" fmla="*/ 1631682 w 2675316"/>
              <a:gd name="connsiteY2" fmla="*/ 1471026 h 2989212"/>
              <a:gd name="connsiteX3" fmla="*/ 2649776 w 2675316"/>
              <a:gd name="connsiteY3" fmla="*/ 2960461 h 2989212"/>
              <a:gd name="connsiteX4" fmla="*/ 330782 w 2675316"/>
              <a:gd name="connsiteY4" fmla="*/ 2262878 h 2989212"/>
              <a:gd name="connsiteX0" fmla="*/ 409543 w 2617748"/>
              <a:gd name="connsiteY0" fmla="*/ 2320763 h 2997577"/>
              <a:gd name="connsiteX1" fmla="*/ 98459 w 2617748"/>
              <a:gd name="connsiteY1" fmla="*/ 11194 h 2997577"/>
              <a:gd name="connsiteX2" fmla="*/ 1578468 w 2617748"/>
              <a:gd name="connsiteY2" fmla="*/ 1472350 h 2997577"/>
              <a:gd name="connsiteX3" fmla="*/ 2596562 w 2617748"/>
              <a:gd name="connsiteY3" fmla="*/ 2961785 h 2997577"/>
              <a:gd name="connsiteX4" fmla="*/ 409543 w 2617748"/>
              <a:gd name="connsiteY4" fmla="*/ 2320763 h 2997577"/>
              <a:gd name="connsiteX0" fmla="*/ 536083 w 2744288"/>
              <a:gd name="connsiteY0" fmla="*/ 2309611 h 2973809"/>
              <a:gd name="connsiteX1" fmla="*/ 36463 w 2744288"/>
              <a:gd name="connsiteY1" fmla="*/ 1508332 h 2973809"/>
              <a:gd name="connsiteX2" fmla="*/ 224999 w 2744288"/>
              <a:gd name="connsiteY2" fmla="*/ 42 h 2973809"/>
              <a:gd name="connsiteX3" fmla="*/ 1705008 w 2744288"/>
              <a:gd name="connsiteY3" fmla="*/ 1461198 h 2973809"/>
              <a:gd name="connsiteX4" fmla="*/ 2723102 w 2744288"/>
              <a:gd name="connsiteY4" fmla="*/ 2950633 h 2973809"/>
              <a:gd name="connsiteX5" fmla="*/ 536083 w 2744288"/>
              <a:gd name="connsiteY5" fmla="*/ 2309611 h 2973809"/>
              <a:gd name="connsiteX0" fmla="*/ 1346789 w 2725493"/>
              <a:gd name="connsiteY0" fmla="*/ 2771524 h 3054677"/>
              <a:gd name="connsiteX1" fmla="*/ 36463 w 2725493"/>
              <a:gd name="connsiteY1" fmla="*/ 1508332 h 3054677"/>
              <a:gd name="connsiteX2" fmla="*/ 224999 w 2725493"/>
              <a:gd name="connsiteY2" fmla="*/ 42 h 3054677"/>
              <a:gd name="connsiteX3" fmla="*/ 1705008 w 2725493"/>
              <a:gd name="connsiteY3" fmla="*/ 1461198 h 3054677"/>
              <a:gd name="connsiteX4" fmla="*/ 2723102 w 2725493"/>
              <a:gd name="connsiteY4" fmla="*/ 2950633 h 3054677"/>
              <a:gd name="connsiteX5" fmla="*/ 1346789 w 2725493"/>
              <a:gd name="connsiteY5" fmla="*/ 2771524 h 3054677"/>
              <a:gd name="connsiteX0" fmla="*/ 1346789 w 2725493"/>
              <a:gd name="connsiteY0" fmla="*/ 2771524 h 3048604"/>
              <a:gd name="connsiteX1" fmla="*/ 36463 w 2725493"/>
              <a:gd name="connsiteY1" fmla="*/ 1508332 h 3048604"/>
              <a:gd name="connsiteX2" fmla="*/ 224999 w 2725493"/>
              <a:gd name="connsiteY2" fmla="*/ 42 h 3048604"/>
              <a:gd name="connsiteX3" fmla="*/ 1705008 w 2725493"/>
              <a:gd name="connsiteY3" fmla="*/ 1461198 h 3048604"/>
              <a:gd name="connsiteX4" fmla="*/ 2723102 w 2725493"/>
              <a:gd name="connsiteY4" fmla="*/ 2950633 h 3048604"/>
              <a:gd name="connsiteX5" fmla="*/ 1346789 w 2725493"/>
              <a:gd name="connsiteY5" fmla="*/ 2771524 h 3048604"/>
              <a:gd name="connsiteX0" fmla="*/ 1346789 w 2725493"/>
              <a:gd name="connsiteY0" fmla="*/ 2771524 h 3048604"/>
              <a:gd name="connsiteX1" fmla="*/ 36463 w 2725493"/>
              <a:gd name="connsiteY1" fmla="*/ 1508332 h 3048604"/>
              <a:gd name="connsiteX2" fmla="*/ 224999 w 2725493"/>
              <a:gd name="connsiteY2" fmla="*/ 42 h 3048604"/>
              <a:gd name="connsiteX3" fmla="*/ 1705008 w 2725493"/>
              <a:gd name="connsiteY3" fmla="*/ 1461198 h 3048604"/>
              <a:gd name="connsiteX4" fmla="*/ 2723102 w 2725493"/>
              <a:gd name="connsiteY4" fmla="*/ 2950633 h 3048604"/>
              <a:gd name="connsiteX5" fmla="*/ 1346789 w 2725493"/>
              <a:gd name="connsiteY5" fmla="*/ 2771524 h 3048604"/>
              <a:gd name="connsiteX0" fmla="*/ 1346789 w 2723102"/>
              <a:gd name="connsiteY0" fmla="*/ 2771524 h 3048604"/>
              <a:gd name="connsiteX1" fmla="*/ 36463 w 2723102"/>
              <a:gd name="connsiteY1" fmla="*/ 1508332 h 3048604"/>
              <a:gd name="connsiteX2" fmla="*/ 224999 w 2723102"/>
              <a:gd name="connsiteY2" fmla="*/ 42 h 3048604"/>
              <a:gd name="connsiteX3" fmla="*/ 1705008 w 2723102"/>
              <a:gd name="connsiteY3" fmla="*/ 1461198 h 3048604"/>
              <a:gd name="connsiteX4" fmla="*/ 2723102 w 2723102"/>
              <a:gd name="connsiteY4" fmla="*/ 2950633 h 3048604"/>
              <a:gd name="connsiteX5" fmla="*/ 1346789 w 2723102"/>
              <a:gd name="connsiteY5" fmla="*/ 2771524 h 3048604"/>
              <a:gd name="connsiteX0" fmla="*/ 1323437 w 2699750"/>
              <a:gd name="connsiteY0" fmla="*/ 2772566 h 3049646"/>
              <a:gd name="connsiteX1" fmla="*/ 13111 w 2699750"/>
              <a:gd name="connsiteY1" fmla="*/ 1509374 h 3049646"/>
              <a:gd name="connsiteX2" fmla="*/ 201647 w 2699750"/>
              <a:gd name="connsiteY2" fmla="*/ 1084 h 3049646"/>
              <a:gd name="connsiteX3" fmla="*/ 795536 w 2699750"/>
              <a:gd name="connsiteY3" fmla="*/ 1283131 h 3049646"/>
              <a:gd name="connsiteX4" fmla="*/ 2699750 w 2699750"/>
              <a:gd name="connsiteY4" fmla="*/ 2951675 h 3049646"/>
              <a:gd name="connsiteX5" fmla="*/ 1323437 w 2699750"/>
              <a:gd name="connsiteY5" fmla="*/ 2772566 h 3049646"/>
              <a:gd name="connsiteX0" fmla="*/ 1323437 w 2702394"/>
              <a:gd name="connsiteY0" fmla="*/ 2772559 h 3049639"/>
              <a:gd name="connsiteX1" fmla="*/ 13111 w 2702394"/>
              <a:gd name="connsiteY1" fmla="*/ 1509367 h 3049639"/>
              <a:gd name="connsiteX2" fmla="*/ 201647 w 2702394"/>
              <a:gd name="connsiteY2" fmla="*/ 1077 h 3049639"/>
              <a:gd name="connsiteX3" fmla="*/ 795536 w 2702394"/>
              <a:gd name="connsiteY3" fmla="*/ 1283124 h 3049639"/>
              <a:gd name="connsiteX4" fmla="*/ 1794778 w 2702394"/>
              <a:gd name="connsiteY4" fmla="*/ 2282365 h 3049639"/>
              <a:gd name="connsiteX5" fmla="*/ 2699750 w 2702394"/>
              <a:gd name="connsiteY5" fmla="*/ 2951668 h 3049639"/>
              <a:gd name="connsiteX6" fmla="*/ 1323437 w 2702394"/>
              <a:gd name="connsiteY6" fmla="*/ 2772559 h 3049639"/>
              <a:gd name="connsiteX0" fmla="*/ 1323437 w 2749356"/>
              <a:gd name="connsiteY0" fmla="*/ 2772559 h 3028516"/>
              <a:gd name="connsiteX1" fmla="*/ 13111 w 2749356"/>
              <a:gd name="connsiteY1" fmla="*/ 1509367 h 3028516"/>
              <a:gd name="connsiteX2" fmla="*/ 201647 w 2749356"/>
              <a:gd name="connsiteY2" fmla="*/ 1077 h 3028516"/>
              <a:gd name="connsiteX3" fmla="*/ 795536 w 2749356"/>
              <a:gd name="connsiteY3" fmla="*/ 1283124 h 3028516"/>
              <a:gd name="connsiteX4" fmla="*/ 1794778 w 2749356"/>
              <a:gd name="connsiteY4" fmla="*/ 2282365 h 3028516"/>
              <a:gd name="connsiteX5" fmla="*/ 2746884 w 2749356"/>
              <a:gd name="connsiteY5" fmla="*/ 2923388 h 3028516"/>
              <a:gd name="connsiteX6" fmla="*/ 1323437 w 2749356"/>
              <a:gd name="connsiteY6" fmla="*/ 2772559 h 3028516"/>
              <a:gd name="connsiteX0" fmla="*/ 1323437 w 2747022"/>
              <a:gd name="connsiteY0" fmla="*/ 2772559 h 3028516"/>
              <a:gd name="connsiteX1" fmla="*/ 13111 w 2747022"/>
              <a:gd name="connsiteY1" fmla="*/ 1509367 h 3028516"/>
              <a:gd name="connsiteX2" fmla="*/ 201647 w 2747022"/>
              <a:gd name="connsiteY2" fmla="*/ 1077 h 3028516"/>
              <a:gd name="connsiteX3" fmla="*/ 795536 w 2747022"/>
              <a:gd name="connsiteY3" fmla="*/ 1283124 h 3028516"/>
              <a:gd name="connsiteX4" fmla="*/ 1794778 w 2747022"/>
              <a:gd name="connsiteY4" fmla="*/ 2282365 h 3028516"/>
              <a:gd name="connsiteX5" fmla="*/ 2746884 w 2747022"/>
              <a:gd name="connsiteY5" fmla="*/ 2923388 h 3028516"/>
              <a:gd name="connsiteX6" fmla="*/ 1323437 w 2747022"/>
              <a:gd name="connsiteY6" fmla="*/ 2772559 h 3028516"/>
              <a:gd name="connsiteX0" fmla="*/ 1607690 w 3031275"/>
              <a:gd name="connsiteY0" fmla="*/ 2839940 h 3095897"/>
              <a:gd name="connsiteX1" fmla="*/ 297364 w 3031275"/>
              <a:gd name="connsiteY1" fmla="*/ 1576748 h 3095897"/>
              <a:gd name="connsiteX2" fmla="*/ 5134 w 3031275"/>
              <a:gd name="connsiteY2" fmla="*/ 322983 h 3095897"/>
              <a:gd name="connsiteX3" fmla="*/ 485900 w 3031275"/>
              <a:gd name="connsiteY3" fmla="*/ 68458 h 3095897"/>
              <a:gd name="connsiteX4" fmla="*/ 1079789 w 3031275"/>
              <a:gd name="connsiteY4" fmla="*/ 1350505 h 3095897"/>
              <a:gd name="connsiteX5" fmla="*/ 2079031 w 3031275"/>
              <a:gd name="connsiteY5" fmla="*/ 2349746 h 3095897"/>
              <a:gd name="connsiteX6" fmla="*/ 3031137 w 3031275"/>
              <a:gd name="connsiteY6" fmla="*/ 2990769 h 3095897"/>
              <a:gd name="connsiteX7" fmla="*/ 1607690 w 3031275"/>
              <a:gd name="connsiteY7" fmla="*/ 2839940 h 3095897"/>
              <a:gd name="connsiteX0" fmla="*/ 1607690 w 3031275"/>
              <a:gd name="connsiteY0" fmla="*/ 2839940 h 3095897"/>
              <a:gd name="connsiteX1" fmla="*/ 297364 w 3031275"/>
              <a:gd name="connsiteY1" fmla="*/ 1576748 h 3095897"/>
              <a:gd name="connsiteX2" fmla="*/ 5134 w 3031275"/>
              <a:gd name="connsiteY2" fmla="*/ 322983 h 3095897"/>
              <a:gd name="connsiteX3" fmla="*/ 485900 w 3031275"/>
              <a:gd name="connsiteY3" fmla="*/ 68458 h 3095897"/>
              <a:gd name="connsiteX4" fmla="*/ 1079789 w 3031275"/>
              <a:gd name="connsiteY4" fmla="*/ 1350505 h 3095897"/>
              <a:gd name="connsiteX5" fmla="*/ 2079031 w 3031275"/>
              <a:gd name="connsiteY5" fmla="*/ 2349746 h 3095897"/>
              <a:gd name="connsiteX6" fmla="*/ 3031137 w 3031275"/>
              <a:gd name="connsiteY6" fmla="*/ 2990769 h 3095897"/>
              <a:gd name="connsiteX7" fmla="*/ 1607690 w 3031275"/>
              <a:gd name="connsiteY7" fmla="*/ 2839940 h 3095897"/>
              <a:gd name="connsiteX0" fmla="*/ 1607690 w 3031582"/>
              <a:gd name="connsiteY0" fmla="*/ 2839940 h 3095897"/>
              <a:gd name="connsiteX1" fmla="*/ 297364 w 3031582"/>
              <a:gd name="connsiteY1" fmla="*/ 1576748 h 3095897"/>
              <a:gd name="connsiteX2" fmla="*/ 5134 w 3031582"/>
              <a:gd name="connsiteY2" fmla="*/ 322983 h 3095897"/>
              <a:gd name="connsiteX3" fmla="*/ 485900 w 3031582"/>
              <a:gd name="connsiteY3" fmla="*/ 68458 h 3095897"/>
              <a:gd name="connsiteX4" fmla="*/ 1079789 w 3031582"/>
              <a:gd name="connsiteY4" fmla="*/ 1350505 h 3095897"/>
              <a:gd name="connsiteX5" fmla="*/ 2531517 w 3031582"/>
              <a:gd name="connsiteY5" fmla="*/ 2538282 h 3095897"/>
              <a:gd name="connsiteX6" fmla="*/ 3031137 w 3031582"/>
              <a:gd name="connsiteY6" fmla="*/ 2990769 h 3095897"/>
              <a:gd name="connsiteX7" fmla="*/ 1607690 w 3031582"/>
              <a:gd name="connsiteY7" fmla="*/ 2839940 h 3095897"/>
              <a:gd name="connsiteX0" fmla="*/ 1607690 w 3031582"/>
              <a:gd name="connsiteY0" fmla="*/ 2839940 h 3095897"/>
              <a:gd name="connsiteX1" fmla="*/ 297364 w 3031582"/>
              <a:gd name="connsiteY1" fmla="*/ 1576748 h 3095897"/>
              <a:gd name="connsiteX2" fmla="*/ 5134 w 3031582"/>
              <a:gd name="connsiteY2" fmla="*/ 322983 h 3095897"/>
              <a:gd name="connsiteX3" fmla="*/ 485900 w 3031582"/>
              <a:gd name="connsiteY3" fmla="*/ 68458 h 3095897"/>
              <a:gd name="connsiteX4" fmla="*/ 1079789 w 3031582"/>
              <a:gd name="connsiteY4" fmla="*/ 1350505 h 3095897"/>
              <a:gd name="connsiteX5" fmla="*/ 2531517 w 3031582"/>
              <a:gd name="connsiteY5" fmla="*/ 2538282 h 3095897"/>
              <a:gd name="connsiteX6" fmla="*/ 3031137 w 3031582"/>
              <a:gd name="connsiteY6" fmla="*/ 2990769 h 3095897"/>
              <a:gd name="connsiteX7" fmla="*/ 1607690 w 3031582"/>
              <a:gd name="connsiteY7" fmla="*/ 2839940 h 3095897"/>
              <a:gd name="connsiteX0" fmla="*/ 1607690 w 3213289"/>
              <a:gd name="connsiteY0" fmla="*/ 2839940 h 3095897"/>
              <a:gd name="connsiteX1" fmla="*/ 297364 w 3213289"/>
              <a:gd name="connsiteY1" fmla="*/ 1576748 h 3095897"/>
              <a:gd name="connsiteX2" fmla="*/ 5134 w 3213289"/>
              <a:gd name="connsiteY2" fmla="*/ 322983 h 3095897"/>
              <a:gd name="connsiteX3" fmla="*/ 485900 w 3213289"/>
              <a:gd name="connsiteY3" fmla="*/ 68458 h 3095897"/>
              <a:gd name="connsiteX4" fmla="*/ 1079789 w 3213289"/>
              <a:gd name="connsiteY4" fmla="*/ 1350505 h 3095897"/>
              <a:gd name="connsiteX5" fmla="*/ 2531517 w 3213289"/>
              <a:gd name="connsiteY5" fmla="*/ 2538282 h 3095897"/>
              <a:gd name="connsiteX6" fmla="*/ 3031137 w 3213289"/>
              <a:gd name="connsiteY6" fmla="*/ 2990769 h 3095897"/>
              <a:gd name="connsiteX7" fmla="*/ 1607690 w 3213289"/>
              <a:gd name="connsiteY7" fmla="*/ 2839940 h 3095897"/>
              <a:gd name="connsiteX0" fmla="*/ 1607690 w 3213289"/>
              <a:gd name="connsiteY0" fmla="*/ 2839940 h 3049834"/>
              <a:gd name="connsiteX1" fmla="*/ 297364 w 3213289"/>
              <a:gd name="connsiteY1" fmla="*/ 1576748 h 3049834"/>
              <a:gd name="connsiteX2" fmla="*/ 5134 w 3213289"/>
              <a:gd name="connsiteY2" fmla="*/ 322983 h 3049834"/>
              <a:gd name="connsiteX3" fmla="*/ 485900 w 3213289"/>
              <a:gd name="connsiteY3" fmla="*/ 68458 h 3049834"/>
              <a:gd name="connsiteX4" fmla="*/ 1079789 w 3213289"/>
              <a:gd name="connsiteY4" fmla="*/ 1350505 h 3049834"/>
              <a:gd name="connsiteX5" fmla="*/ 2531517 w 3213289"/>
              <a:gd name="connsiteY5" fmla="*/ 2538282 h 3049834"/>
              <a:gd name="connsiteX6" fmla="*/ 3031137 w 3213289"/>
              <a:gd name="connsiteY6" fmla="*/ 2990769 h 3049834"/>
              <a:gd name="connsiteX7" fmla="*/ 1607690 w 3213289"/>
              <a:gd name="connsiteY7" fmla="*/ 2839940 h 3049834"/>
              <a:gd name="connsiteX0" fmla="*/ 1609561 w 3215160"/>
              <a:gd name="connsiteY0" fmla="*/ 2833575 h 3043469"/>
              <a:gd name="connsiteX1" fmla="*/ 299235 w 3215160"/>
              <a:gd name="connsiteY1" fmla="*/ 1570383 h 3043469"/>
              <a:gd name="connsiteX2" fmla="*/ 7005 w 3215160"/>
              <a:gd name="connsiteY2" fmla="*/ 316618 h 3043469"/>
              <a:gd name="connsiteX3" fmla="*/ 120127 w 3215160"/>
              <a:gd name="connsiteY3" fmla="*/ 212924 h 3043469"/>
              <a:gd name="connsiteX4" fmla="*/ 487771 w 3215160"/>
              <a:gd name="connsiteY4" fmla="*/ 62093 h 3043469"/>
              <a:gd name="connsiteX5" fmla="*/ 1081660 w 3215160"/>
              <a:gd name="connsiteY5" fmla="*/ 1344140 h 3043469"/>
              <a:gd name="connsiteX6" fmla="*/ 2533388 w 3215160"/>
              <a:gd name="connsiteY6" fmla="*/ 2531917 h 3043469"/>
              <a:gd name="connsiteX7" fmla="*/ 3033008 w 3215160"/>
              <a:gd name="connsiteY7" fmla="*/ 2984404 h 3043469"/>
              <a:gd name="connsiteX8" fmla="*/ 1609561 w 3215160"/>
              <a:gd name="connsiteY8" fmla="*/ 2833575 h 3043469"/>
              <a:gd name="connsiteX0" fmla="*/ 1609561 w 3215160"/>
              <a:gd name="connsiteY0" fmla="*/ 2874965 h 3084859"/>
              <a:gd name="connsiteX1" fmla="*/ 299235 w 3215160"/>
              <a:gd name="connsiteY1" fmla="*/ 1611773 h 3084859"/>
              <a:gd name="connsiteX2" fmla="*/ 7005 w 3215160"/>
              <a:gd name="connsiteY2" fmla="*/ 358008 h 3084859"/>
              <a:gd name="connsiteX3" fmla="*/ 120127 w 3215160"/>
              <a:gd name="connsiteY3" fmla="*/ 254314 h 3084859"/>
              <a:gd name="connsiteX4" fmla="*/ 487771 w 3215160"/>
              <a:gd name="connsiteY4" fmla="*/ 103483 h 3084859"/>
              <a:gd name="connsiteX5" fmla="*/ 1081660 w 3215160"/>
              <a:gd name="connsiteY5" fmla="*/ 1385530 h 3084859"/>
              <a:gd name="connsiteX6" fmla="*/ 2533388 w 3215160"/>
              <a:gd name="connsiteY6" fmla="*/ 2573307 h 3084859"/>
              <a:gd name="connsiteX7" fmla="*/ 3033008 w 3215160"/>
              <a:gd name="connsiteY7" fmla="*/ 3025794 h 3084859"/>
              <a:gd name="connsiteX8" fmla="*/ 1609561 w 3215160"/>
              <a:gd name="connsiteY8" fmla="*/ 2874965 h 3084859"/>
              <a:gd name="connsiteX0" fmla="*/ 1610078 w 3215677"/>
              <a:gd name="connsiteY0" fmla="*/ 2982101 h 3191995"/>
              <a:gd name="connsiteX1" fmla="*/ 299752 w 3215677"/>
              <a:gd name="connsiteY1" fmla="*/ 1718909 h 3191995"/>
              <a:gd name="connsiteX2" fmla="*/ 7522 w 3215677"/>
              <a:gd name="connsiteY2" fmla="*/ 465144 h 3191995"/>
              <a:gd name="connsiteX3" fmla="*/ 114294 w 3215677"/>
              <a:gd name="connsiteY3" fmla="*/ 158250 h 3191995"/>
              <a:gd name="connsiteX4" fmla="*/ 488288 w 3215677"/>
              <a:gd name="connsiteY4" fmla="*/ 210619 h 3191995"/>
              <a:gd name="connsiteX5" fmla="*/ 1082177 w 3215677"/>
              <a:gd name="connsiteY5" fmla="*/ 1492666 h 3191995"/>
              <a:gd name="connsiteX6" fmla="*/ 2533905 w 3215677"/>
              <a:gd name="connsiteY6" fmla="*/ 2680443 h 3191995"/>
              <a:gd name="connsiteX7" fmla="*/ 3033525 w 3215677"/>
              <a:gd name="connsiteY7" fmla="*/ 3132930 h 3191995"/>
              <a:gd name="connsiteX8" fmla="*/ 1610078 w 3215677"/>
              <a:gd name="connsiteY8" fmla="*/ 2982101 h 3191995"/>
              <a:gd name="connsiteX0" fmla="*/ 1610078 w 3215677"/>
              <a:gd name="connsiteY0" fmla="*/ 2976093 h 3185987"/>
              <a:gd name="connsiteX1" fmla="*/ 299752 w 3215677"/>
              <a:gd name="connsiteY1" fmla="*/ 1712901 h 3185987"/>
              <a:gd name="connsiteX2" fmla="*/ 7522 w 3215677"/>
              <a:gd name="connsiteY2" fmla="*/ 459136 h 3185987"/>
              <a:gd name="connsiteX3" fmla="*/ 114294 w 3215677"/>
              <a:gd name="connsiteY3" fmla="*/ 152242 h 3185987"/>
              <a:gd name="connsiteX4" fmla="*/ 195012 w 3215677"/>
              <a:gd name="connsiteY4" fmla="*/ 628 h 3185987"/>
              <a:gd name="connsiteX5" fmla="*/ 488288 w 3215677"/>
              <a:gd name="connsiteY5" fmla="*/ 204611 h 3185987"/>
              <a:gd name="connsiteX6" fmla="*/ 1082177 w 3215677"/>
              <a:gd name="connsiteY6" fmla="*/ 1486658 h 3185987"/>
              <a:gd name="connsiteX7" fmla="*/ 2533905 w 3215677"/>
              <a:gd name="connsiteY7" fmla="*/ 2674435 h 3185987"/>
              <a:gd name="connsiteX8" fmla="*/ 3033525 w 3215677"/>
              <a:gd name="connsiteY8" fmla="*/ 3126922 h 3185987"/>
              <a:gd name="connsiteX9" fmla="*/ 1610078 w 3215677"/>
              <a:gd name="connsiteY9" fmla="*/ 2976093 h 3185987"/>
              <a:gd name="connsiteX0" fmla="*/ 1768665 w 3374264"/>
              <a:gd name="connsiteY0" fmla="*/ 3192987 h 3402881"/>
              <a:gd name="connsiteX1" fmla="*/ 458339 w 3374264"/>
              <a:gd name="connsiteY1" fmla="*/ 1929795 h 3402881"/>
              <a:gd name="connsiteX2" fmla="*/ 166109 w 3374264"/>
              <a:gd name="connsiteY2" fmla="*/ 676030 h 3402881"/>
              <a:gd name="connsiteX3" fmla="*/ 18881 w 3374264"/>
              <a:gd name="connsiteY3" fmla="*/ 13536 h 3402881"/>
              <a:gd name="connsiteX4" fmla="*/ 353599 w 3374264"/>
              <a:gd name="connsiteY4" fmla="*/ 217522 h 3402881"/>
              <a:gd name="connsiteX5" fmla="*/ 646875 w 3374264"/>
              <a:gd name="connsiteY5" fmla="*/ 421505 h 3402881"/>
              <a:gd name="connsiteX6" fmla="*/ 1240764 w 3374264"/>
              <a:gd name="connsiteY6" fmla="*/ 1703552 h 3402881"/>
              <a:gd name="connsiteX7" fmla="*/ 2692492 w 3374264"/>
              <a:gd name="connsiteY7" fmla="*/ 2891329 h 3402881"/>
              <a:gd name="connsiteX8" fmla="*/ 3192112 w 3374264"/>
              <a:gd name="connsiteY8" fmla="*/ 3343816 h 3402881"/>
              <a:gd name="connsiteX9" fmla="*/ 1768665 w 3374264"/>
              <a:gd name="connsiteY9" fmla="*/ 3192987 h 3402881"/>
              <a:gd name="connsiteX0" fmla="*/ 1768665 w 3374264"/>
              <a:gd name="connsiteY0" fmla="*/ 3191781 h 3401675"/>
              <a:gd name="connsiteX1" fmla="*/ 458339 w 3374264"/>
              <a:gd name="connsiteY1" fmla="*/ 1928589 h 3401675"/>
              <a:gd name="connsiteX2" fmla="*/ 166109 w 3374264"/>
              <a:gd name="connsiteY2" fmla="*/ 674824 h 3401675"/>
              <a:gd name="connsiteX3" fmla="*/ 18881 w 3374264"/>
              <a:gd name="connsiteY3" fmla="*/ 12330 h 3401675"/>
              <a:gd name="connsiteX4" fmla="*/ 328199 w 3374264"/>
              <a:gd name="connsiteY4" fmla="*/ 248066 h 3401675"/>
              <a:gd name="connsiteX5" fmla="*/ 646875 w 3374264"/>
              <a:gd name="connsiteY5" fmla="*/ 420299 h 3401675"/>
              <a:gd name="connsiteX6" fmla="*/ 1240764 w 3374264"/>
              <a:gd name="connsiteY6" fmla="*/ 1702346 h 3401675"/>
              <a:gd name="connsiteX7" fmla="*/ 2692492 w 3374264"/>
              <a:gd name="connsiteY7" fmla="*/ 2890123 h 3401675"/>
              <a:gd name="connsiteX8" fmla="*/ 3192112 w 3374264"/>
              <a:gd name="connsiteY8" fmla="*/ 3342610 h 3401675"/>
              <a:gd name="connsiteX9" fmla="*/ 1768665 w 3374264"/>
              <a:gd name="connsiteY9" fmla="*/ 3191781 h 3401675"/>
              <a:gd name="connsiteX0" fmla="*/ 1768665 w 3374264"/>
              <a:gd name="connsiteY0" fmla="*/ 3209144 h 3419038"/>
              <a:gd name="connsiteX1" fmla="*/ 458339 w 3374264"/>
              <a:gd name="connsiteY1" fmla="*/ 1945952 h 3419038"/>
              <a:gd name="connsiteX2" fmla="*/ 166109 w 3374264"/>
              <a:gd name="connsiteY2" fmla="*/ 692187 h 3419038"/>
              <a:gd name="connsiteX3" fmla="*/ 18881 w 3374264"/>
              <a:gd name="connsiteY3" fmla="*/ 29693 h 3419038"/>
              <a:gd name="connsiteX4" fmla="*/ 328199 w 3374264"/>
              <a:gd name="connsiteY4" fmla="*/ 265429 h 3419038"/>
              <a:gd name="connsiteX5" fmla="*/ 646875 w 3374264"/>
              <a:gd name="connsiteY5" fmla="*/ 437662 h 3419038"/>
              <a:gd name="connsiteX6" fmla="*/ 1240764 w 3374264"/>
              <a:gd name="connsiteY6" fmla="*/ 1719709 h 3419038"/>
              <a:gd name="connsiteX7" fmla="*/ 2692492 w 3374264"/>
              <a:gd name="connsiteY7" fmla="*/ 2907486 h 3419038"/>
              <a:gd name="connsiteX8" fmla="*/ 3192112 w 3374264"/>
              <a:gd name="connsiteY8" fmla="*/ 3359973 h 3419038"/>
              <a:gd name="connsiteX9" fmla="*/ 1768665 w 3374264"/>
              <a:gd name="connsiteY9" fmla="*/ 3209144 h 3419038"/>
              <a:gd name="connsiteX0" fmla="*/ 1768665 w 3374264"/>
              <a:gd name="connsiteY0" fmla="*/ 3206449 h 3416343"/>
              <a:gd name="connsiteX1" fmla="*/ 458339 w 3374264"/>
              <a:gd name="connsiteY1" fmla="*/ 1943257 h 3416343"/>
              <a:gd name="connsiteX2" fmla="*/ 166109 w 3374264"/>
              <a:gd name="connsiteY2" fmla="*/ 689492 h 3416343"/>
              <a:gd name="connsiteX3" fmla="*/ 18881 w 3374264"/>
              <a:gd name="connsiteY3" fmla="*/ 26998 h 3416343"/>
              <a:gd name="connsiteX4" fmla="*/ 328199 w 3374264"/>
              <a:gd name="connsiteY4" fmla="*/ 262734 h 3416343"/>
              <a:gd name="connsiteX5" fmla="*/ 646875 w 3374264"/>
              <a:gd name="connsiteY5" fmla="*/ 434967 h 3416343"/>
              <a:gd name="connsiteX6" fmla="*/ 1240764 w 3374264"/>
              <a:gd name="connsiteY6" fmla="*/ 1717014 h 3416343"/>
              <a:gd name="connsiteX7" fmla="*/ 2692492 w 3374264"/>
              <a:gd name="connsiteY7" fmla="*/ 2904791 h 3416343"/>
              <a:gd name="connsiteX8" fmla="*/ 3192112 w 3374264"/>
              <a:gd name="connsiteY8" fmla="*/ 3357278 h 3416343"/>
              <a:gd name="connsiteX9" fmla="*/ 1768665 w 3374264"/>
              <a:gd name="connsiteY9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53926 w 3362081"/>
              <a:gd name="connsiteY2" fmla="*/ 68949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53926 w 3362081"/>
              <a:gd name="connsiteY2" fmla="*/ 68949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22176 w 3362081"/>
              <a:gd name="connsiteY2" fmla="*/ 68314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22176 w 3362081"/>
              <a:gd name="connsiteY2" fmla="*/ 68314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22176 w 3362081"/>
              <a:gd name="connsiteY2" fmla="*/ 68314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02810"/>
              <a:gd name="connsiteX1" fmla="*/ 446156 w 3362081"/>
              <a:gd name="connsiteY1" fmla="*/ 1943257 h 3402810"/>
              <a:gd name="connsiteX2" fmla="*/ 122176 w 3362081"/>
              <a:gd name="connsiteY2" fmla="*/ 683142 h 3402810"/>
              <a:gd name="connsiteX3" fmla="*/ 214416 w 3362081"/>
              <a:gd name="connsiteY3" fmla="*/ 338934 h 3402810"/>
              <a:gd name="connsiteX4" fmla="*/ 6698 w 3362081"/>
              <a:gd name="connsiteY4" fmla="*/ 26998 h 3402810"/>
              <a:gd name="connsiteX5" fmla="*/ 316016 w 3362081"/>
              <a:gd name="connsiteY5" fmla="*/ 262734 h 3402810"/>
              <a:gd name="connsiteX6" fmla="*/ 634692 w 3362081"/>
              <a:gd name="connsiteY6" fmla="*/ 434967 h 3402810"/>
              <a:gd name="connsiteX7" fmla="*/ 1228581 w 3362081"/>
              <a:gd name="connsiteY7" fmla="*/ 1717014 h 3402810"/>
              <a:gd name="connsiteX8" fmla="*/ 2680309 w 3362081"/>
              <a:gd name="connsiteY8" fmla="*/ 2904791 h 3402810"/>
              <a:gd name="connsiteX9" fmla="*/ 3179929 w 3362081"/>
              <a:gd name="connsiteY9" fmla="*/ 3357278 h 3402810"/>
              <a:gd name="connsiteX10" fmla="*/ 1756482 w 3362081"/>
              <a:gd name="connsiteY10" fmla="*/ 3206449 h 3402810"/>
              <a:gd name="connsiteX0" fmla="*/ 1756482 w 3380304"/>
              <a:gd name="connsiteY0" fmla="*/ 3206449 h 3402810"/>
              <a:gd name="connsiteX1" fmla="*/ 446156 w 3380304"/>
              <a:gd name="connsiteY1" fmla="*/ 1943257 h 3402810"/>
              <a:gd name="connsiteX2" fmla="*/ 122176 w 3380304"/>
              <a:gd name="connsiteY2" fmla="*/ 683142 h 3402810"/>
              <a:gd name="connsiteX3" fmla="*/ 214416 w 3380304"/>
              <a:gd name="connsiteY3" fmla="*/ 338934 h 3402810"/>
              <a:gd name="connsiteX4" fmla="*/ 6698 w 3380304"/>
              <a:gd name="connsiteY4" fmla="*/ 26998 h 3402810"/>
              <a:gd name="connsiteX5" fmla="*/ 316016 w 3380304"/>
              <a:gd name="connsiteY5" fmla="*/ 262734 h 3402810"/>
              <a:gd name="connsiteX6" fmla="*/ 634692 w 3380304"/>
              <a:gd name="connsiteY6" fmla="*/ 434967 h 3402810"/>
              <a:gd name="connsiteX7" fmla="*/ 1228581 w 3380304"/>
              <a:gd name="connsiteY7" fmla="*/ 1717014 h 3402810"/>
              <a:gd name="connsiteX8" fmla="*/ 2680309 w 3380304"/>
              <a:gd name="connsiteY8" fmla="*/ 2904791 h 3402810"/>
              <a:gd name="connsiteX9" fmla="*/ 3179929 w 3380304"/>
              <a:gd name="connsiteY9" fmla="*/ 3357278 h 3402810"/>
              <a:gd name="connsiteX10" fmla="*/ 1756482 w 3380304"/>
              <a:gd name="connsiteY10" fmla="*/ 3206449 h 3402810"/>
              <a:gd name="connsiteX0" fmla="*/ 1756482 w 3380304"/>
              <a:gd name="connsiteY0" fmla="*/ 3206449 h 3394247"/>
              <a:gd name="connsiteX1" fmla="*/ 446156 w 3380304"/>
              <a:gd name="connsiteY1" fmla="*/ 1943257 h 3394247"/>
              <a:gd name="connsiteX2" fmla="*/ 122176 w 3380304"/>
              <a:gd name="connsiteY2" fmla="*/ 683142 h 3394247"/>
              <a:gd name="connsiteX3" fmla="*/ 214416 w 3380304"/>
              <a:gd name="connsiteY3" fmla="*/ 338934 h 3394247"/>
              <a:gd name="connsiteX4" fmla="*/ 6698 w 3380304"/>
              <a:gd name="connsiteY4" fmla="*/ 26998 h 3394247"/>
              <a:gd name="connsiteX5" fmla="*/ 316016 w 3380304"/>
              <a:gd name="connsiteY5" fmla="*/ 262734 h 3394247"/>
              <a:gd name="connsiteX6" fmla="*/ 634692 w 3380304"/>
              <a:gd name="connsiteY6" fmla="*/ 434967 h 3394247"/>
              <a:gd name="connsiteX7" fmla="*/ 1228581 w 3380304"/>
              <a:gd name="connsiteY7" fmla="*/ 1717014 h 3394247"/>
              <a:gd name="connsiteX8" fmla="*/ 2680309 w 3380304"/>
              <a:gd name="connsiteY8" fmla="*/ 2904791 h 3394247"/>
              <a:gd name="connsiteX9" fmla="*/ 3179929 w 3380304"/>
              <a:gd name="connsiteY9" fmla="*/ 3357278 h 3394247"/>
              <a:gd name="connsiteX10" fmla="*/ 1756482 w 3380304"/>
              <a:gd name="connsiteY10" fmla="*/ 3206449 h 3394247"/>
              <a:gd name="connsiteX0" fmla="*/ 1756482 w 3380304"/>
              <a:gd name="connsiteY0" fmla="*/ 3206449 h 3380867"/>
              <a:gd name="connsiteX1" fmla="*/ 446156 w 3380304"/>
              <a:gd name="connsiteY1" fmla="*/ 1943257 h 3380867"/>
              <a:gd name="connsiteX2" fmla="*/ 122176 w 3380304"/>
              <a:gd name="connsiteY2" fmla="*/ 683142 h 3380867"/>
              <a:gd name="connsiteX3" fmla="*/ 214416 w 3380304"/>
              <a:gd name="connsiteY3" fmla="*/ 338934 h 3380867"/>
              <a:gd name="connsiteX4" fmla="*/ 6698 w 3380304"/>
              <a:gd name="connsiteY4" fmla="*/ 26998 h 3380867"/>
              <a:gd name="connsiteX5" fmla="*/ 316016 w 3380304"/>
              <a:gd name="connsiteY5" fmla="*/ 262734 h 3380867"/>
              <a:gd name="connsiteX6" fmla="*/ 634692 w 3380304"/>
              <a:gd name="connsiteY6" fmla="*/ 434967 h 3380867"/>
              <a:gd name="connsiteX7" fmla="*/ 1228581 w 3380304"/>
              <a:gd name="connsiteY7" fmla="*/ 1717014 h 3380867"/>
              <a:gd name="connsiteX8" fmla="*/ 2680309 w 3380304"/>
              <a:gd name="connsiteY8" fmla="*/ 2904791 h 3380867"/>
              <a:gd name="connsiteX9" fmla="*/ 3179929 w 3380304"/>
              <a:gd name="connsiteY9" fmla="*/ 3357278 h 3380867"/>
              <a:gd name="connsiteX10" fmla="*/ 1756482 w 3380304"/>
              <a:gd name="connsiteY10" fmla="*/ 3206449 h 3380867"/>
              <a:gd name="connsiteX0" fmla="*/ 1756482 w 3380304"/>
              <a:gd name="connsiteY0" fmla="*/ 3206449 h 3380867"/>
              <a:gd name="connsiteX1" fmla="*/ 446156 w 3380304"/>
              <a:gd name="connsiteY1" fmla="*/ 1943257 h 3380867"/>
              <a:gd name="connsiteX2" fmla="*/ 122176 w 3380304"/>
              <a:gd name="connsiteY2" fmla="*/ 683142 h 3380867"/>
              <a:gd name="connsiteX3" fmla="*/ 214416 w 3380304"/>
              <a:gd name="connsiteY3" fmla="*/ 338934 h 3380867"/>
              <a:gd name="connsiteX4" fmla="*/ 6698 w 3380304"/>
              <a:gd name="connsiteY4" fmla="*/ 26998 h 3380867"/>
              <a:gd name="connsiteX5" fmla="*/ 316016 w 3380304"/>
              <a:gd name="connsiteY5" fmla="*/ 262734 h 3380867"/>
              <a:gd name="connsiteX6" fmla="*/ 634692 w 3380304"/>
              <a:gd name="connsiteY6" fmla="*/ 434967 h 3380867"/>
              <a:gd name="connsiteX7" fmla="*/ 1228581 w 3380304"/>
              <a:gd name="connsiteY7" fmla="*/ 1717014 h 3380867"/>
              <a:gd name="connsiteX8" fmla="*/ 2680309 w 3380304"/>
              <a:gd name="connsiteY8" fmla="*/ 2904791 h 3380867"/>
              <a:gd name="connsiteX9" fmla="*/ 3179929 w 3380304"/>
              <a:gd name="connsiteY9" fmla="*/ 3357278 h 3380867"/>
              <a:gd name="connsiteX10" fmla="*/ 1756482 w 3380304"/>
              <a:gd name="connsiteY10" fmla="*/ 3206449 h 33808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380304" h="3380867">
                <a:moveTo>
                  <a:pt x="1756482" y="3206449"/>
                </a:moveTo>
                <a:cubicBezTo>
                  <a:pt x="1308709" y="2966066"/>
                  <a:pt x="903356" y="2714684"/>
                  <a:pt x="446156" y="1943257"/>
                </a:cubicBezTo>
                <a:cubicBezTo>
                  <a:pt x="237195" y="1570898"/>
                  <a:pt x="141553" y="966274"/>
                  <a:pt x="122176" y="683142"/>
                </a:cubicBezTo>
                <a:cubicBezTo>
                  <a:pt x="102603" y="377655"/>
                  <a:pt x="137354" y="407440"/>
                  <a:pt x="214416" y="338934"/>
                </a:cubicBezTo>
                <a:cubicBezTo>
                  <a:pt x="189878" y="228518"/>
                  <a:pt x="-41985" y="26998"/>
                  <a:pt x="6698" y="26998"/>
                </a:cubicBezTo>
                <a:cubicBezTo>
                  <a:pt x="44296" y="-43070"/>
                  <a:pt x="120334" y="19056"/>
                  <a:pt x="316016" y="262734"/>
                </a:cubicBezTo>
                <a:cubicBezTo>
                  <a:pt x="378348" y="271462"/>
                  <a:pt x="482598" y="192587"/>
                  <a:pt x="634692" y="434967"/>
                </a:cubicBezTo>
                <a:cubicBezTo>
                  <a:pt x="786786" y="677347"/>
                  <a:pt x="992911" y="1360366"/>
                  <a:pt x="1228581" y="1717014"/>
                </a:cubicBezTo>
                <a:cubicBezTo>
                  <a:pt x="1596226" y="2196210"/>
                  <a:pt x="1957588" y="2645553"/>
                  <a:pt x="2680309" y="2904791"/>
                </a:cubicBezTo>
                <a:cubicBezTo>
                  <a:pt x="3817810" y="3220589"/>
                  <a:pt x="3241727" y="3325332"/>
                  <a:pt x="3179929" y="3357278"/>
                </a:cubicBezTo>
                <a:cubicBezTo>
                  <a:pt x="2822391" y="3411010"/>
                  <a:pt x="2320205" y="3377912"/>
                  <a:pt x="1756482" y="3206449"/>
                </a:cubicBezTo>
                <a:close/>
              </a:path>
            </a:pathLst>
          </a:cu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6FF58A47-CDCA-407F-A4E9-46F6DBA98546}"/>
              </a:ext>
            </a:extLst>
          </p:cNvPr>
          <p:cNvSpPr/>
          <p:nvPr/>
        </p:nvSpPr>
        <p:spPr>
          <a:xfrm rot="1148020">
            <a:off x="3079768" y="1991592"/>
            <a:ext cx="636375" cy="586686"/>
          </a:xfrm>
          <a:custGeom>
            <a:avLst/>
            <a:gdLst>
              <a:gd name="connsiteX0" fmla="*/ 666541 w 2054641"/>
              <a:gd name="connsiteY0" fmla="*/ 0 h 1894217"/>
              <a:gd name="connsiteX1" fmla="*/ 782485 w 2054641"/>
              <a:gd name="connsiteY1" fmla="*/ 238848 h 1894217"/>
              <a:gd name="connsiteX2" fmla="*/ 828399 w 2054641"/>
              <a:gd name="connsiteY2" fmla="*/ 190144 h 1894217"/>
              <a:gd name="connsiteX3" fmla="*/ 1100724 w 2054641"/>
              <a:gd name="connsiteY3" fmla="*/ 35359 h 1894217"/>
              <a:gd name="connsiteX4" fmla="*/ 1240787 w 2054641"/>
              <a:gd name="connsiteY4" fmla="*/ 8025 h 1894217"/>
              <a:gd name="connsiteX5" fmla="*/ 1312062 w 2054641"/>
              <a:gd name="connsiteY5" fmla="*/ 8580 h 1894217"/>
              <a:gd name="connsiteX6" fmla="*/ 1282591 w 2054641"/>
              <a:gd name="connsiteY6" fmla="*/ 19126 h 1894217"/>
              <a:gd name="connsiteX7" fmla="*/ 1137977 w 2054641"/>
              <a:gd name="connsiteY7" fmla="*/ 95928 h 1894217"/>
              <a:gd name="connsiteX8" fmla="*/ 1124413 w 2054641"/>
              <a:gd name="connsiteY8" fmla="*/ 106774 h 1894217"/>
              <a:gd name="connsiteX9" fmla="*/ 1139564 w 2054641"/>
              <a:gd name="connsiteY9" fmla="*/ 104461 h 1894217"/>
              <a:gd name="connsiteX10" fmla="*/ 1211598 w 2054641"/>
              <a:gd name="connsiteY10" fmla="*/ 100824 h 1894217"/>
              <a:gd name="connsiteX11" fmla="*/ 1353583 w 2054641"/>
              <a:gd name="connsiteY11" fmla="*/ 115137 h 1894217"/>
              <a:gd name="connsiteX12" fmla="*/ 1421656 w 2054641"/>
              <a:gd name="connsiteY12" fmla="*/ 136268 h 1894217"/>
              <a:gd name="connsiteX13" fmla="*/ 1390394 w 2054641"/>
              <a:gd name="connsiteY13" fmla="*/ 137847 h 1894217"/>
              <a:gd name="connsiteX14" fmla="*/ 947377 w 2054641"/>
              <a:gd name="connsiteY14" fmla="*/ 313736 h 1894217"/>
              <a:gd name="connsiteX15" fmla="*/ 925770 w 2054641"/>
              <a:gd name="connsiteY15" fmla="*/ 333610 h 1894217"/>
              <a:gd name="connsiteX16" fmla="*/ 931084 w 2054641"/>
              <a:gd name="connsiteY16" fmla="*/ 337554 h 1894217"/>
              <a:gd name="connsiteX17" fmla="*/ 946024 w 2054641"/>
              <a:gd name="connsiteY17" fmla="*/ 326548 h 1894217"/>
              <a:gd name="connsiteX18" fmla="*/ 1080764 w 2054641"/>
              <a:gd name="connsiteY18" fmla="*/ 264032 h 1894217"/>
              <a:gd name="connsiteX19" fmla="*/ 2013931 w 2054641"/>
              <a:gd name="connsiteY19" fmla="*/ 716476 h 1894217"/>
              <a:gd name="connsiteX20" fmla="*/ 1631081 w 2054641"/>
              <a:gd name="connsiteY20" fmla="*/ 1621489 h 1894217"/>
              <a:gd name="connsiteX21" fmla="*/ 1624088 w 2054641"/>
              <a:gd name="connsiteY21" fmla="*/ 1624319 h 1894217"/>
              <a:gd name="connsiteX22" fmla="*/ 1616626 w 2054641"/>
              <a:gd name="connsiteY22" fmla="*/ 1630918 h 1894217"/>
              <a:gd name="connsiteX23" fmla="*/ 1279602 w 2054641"/>
              <a:gd name="connsiteY23" fmla="*/ 1808842 h 1894217"/>
              <a:gd name="connsiteX24" fmla="*/ 904801 w 2054641"/>
              <a:gd name="connsiteY24" fmla="*/ 1877878 h 1894217"/>
              <a:gd name="connsiteX25" fmla="*/ 888500 w 2054641"/>
              <a:gd name="connsiteY25" fmla="*/ 1876960 h 1894217"/>
              <a:gd name="connsiteX26" fmla="*/ 829369 w 2054641"/>
              <a:gd name="connsiteY26" fmla="*/ 1887873 h 1894217"/>
              <a:gd name="connsiteX27" fmla="*/ 40710 w 2054641"/>
              <a:gd name="connsiteY27" fmla="*/ 1401063 h 1894217"/>
              <a:gd name="connsiteX28" fmla="*/ 493154 w 2054641"/>
              <a:gd name="connsiteY28" fmla="*/ 467897 h 1894217"/>
              <a:gd name="connsiteX29" fmla="*/ 565231 w 2054641"/>
              <a:gd name="connsiteY29" fmla="*/ 446898 h 1894217"/>
              <a:gd name="connsiteX30" fmla="*/ 612932 w 2054641"/>
              <a:gd name="connsiteY30" fmla="*/ 438095 h 1894217"/>
              <a:gd name="connsiteX31" fmla="*/ 613811 w 2054641"/>
              <a:gd name="connsiteY31" fmla="*/ 436476 h 1894217"/>
              <a:gd name="connsiteX32" fmla="*/ 489365 w 2054641"/>
              <a:gd name="connsiteY32" fmla="*/ 429724 h 1894217"/>
              <a:gd name="connsiteX33" fmla="*/ 170712 w 2054641"/>
              <a:gd name="connsiteY33" fmla="*/ 502920 h 1894217"/>
              <a:gd name="connsiteX34" fmla="*/ 16109 w 2054641"/>
              <a:gd name="connsiteY34" fmla="*/ 590052 h 1894217"/>
              <a:gd name="connsiteX35" fmla="*/ 12072 w 2054641"/>
              <a:gd name="connsiteY35" fmla="*/ 593214 h 1894217"/>
              <a:gd name="connsiteX36" fmla="*/ 89875 w 2054641"/>
              <a:gd name="connsiteY36" fmla="*/ 493124 h 1894217"/>
              <a:gd name="connsiteX37" fmla="*/ 194548 w 2054641"/>
              <a:gd name="connsiteY37" fmla="*/ 402473 h 1894217"/>
              <a:gd name="connsiteX38" fmla="*/ 302383 w 2054641"/>
              <a:gd name="connsiteY38" fmla="*/ 341699 h 1894217"/>
              <a:gd name="connsiteX39" fmla="*/ 236158 w 2054641"/>
              <a:gd name="connsiteY39" fmla="*/ 348465 h 1894217"/>
              <a:gd name="connsiteX40" fmla="*/ 149964 w 2054641"/>
              <a:gd name="connsiteY40" fmla="*/ 366192 h 1894217"/>
              <a:gd name="connsiteX41" fmla="*/ 145071 w 2054641"/>
              <a:gd name="connsiteY41" fmla="*/ 367722 h 1894217"/>
              <a:gd name="connsiteX42" fmla="*/ 253235 w 2054641"/>
              <a:gd name="connsiteY42" fmla="*/ 301605 h 1894217"/>
              <a:gd name="connsiteX43" fmla="*/ 524261 w 2054641"/>
              <a:gd name="connsiteY43" fmla="*/ 232231 h 1894217"/>
              <a:gd name="connsiteX44" fmla="*/ 666793 w 2054641"/>
              <a:gd name="connsiteY44" fmla="*/ 239234 h 1894217"/>
              <a:gd name="connsiteX45" fmla="*/ 689717 w 2054641"/>
              <a:gd name="connsiteY45" fmla="*/ 245077 h 1894217"/>
              <a:gd name="connsiteX46" fmla="*/ 589017 w 2054641"/>
              <a:gd name="connsiteY46" fmla="*/ 37632 h 1894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054641" h="1894217">
                <a:moveTo>
                  <a:pt x="666541" y="0"/>
                </a:moveTo>
                <a:lnTo>
                  <a:pt x="782485" y="238848"/>
                </a:lnTo>
                <a:lnTo>
                  <a:pt x="828399" y="190144"/>
                </a:lnTo>
                <a:cubicBezTo>
                  <a:pt x="903989" y="120817"/>
                  <a:pt x="995962" y="66987"/>
                  <a:pt x="1100724" y="35359"/>
                </a:cubicBezTo>
                <a:cubicBezTo>
                  <a:pt x="1147286" y="21302"/>
                  <a:pt x="1194169" y="12296"/>
                  <a:pt x="1240787" y="8025"/>
                </a:cubicBezTo>
                <a:lnTo>
                  <a:pt x="1312062" y="8580"/>
                </a:lnTo>
                <a:lnTo>
                  <a:pt x="1282591" y="19126"/>
                </a:lnTo>
                <a:cubicBezTo>
                  <a:pt x="1231344" y="40456"/>
                  <a:pt x="1183031" y="66258"/>
                  <a:pt x="1137977" y="95928"/>
                </a:cubicBezTo>
                <a:lnTo>
                  <a:pt x="1124413" y="106774"/>
                </a:lnTo>
                <a:lnTo>
                  <a:pt x="1139564" y="104461"/>
                </a:lnTo>
                <a:cubicBezTo>
                  <a:pt x="1163249" y="102057"/>
                  <a:pt x="1187281" y="100824"/>
                  <a:pt x="1211598" y="100824"/>
                </a:cubicBezTo>
                <a:cubicBezTo>
                  <a:pt x="1260235" y="100824"/>
                  <a:pt x="1307722" y="105752"/>
                  <a:pt x="1353583" y="115137"/>
                </a:cubicBezTo>
                <a:lnTo>
                  <a:pt x="1421656" y="136268"/>
                </a:lnTo>
                <a:lnTo>
                  <a:pt x="1390394" y="137847"/>
                </a:lnTo>
                <a:cubicBezTo>
                  <a:pt x="1224723" y="154672"/>
                  <a:pt x="1072695" y="217656"/>
                  <a:pt x="947377" y="313736"/>
                </a:cubicBezTo>
                <a:lnTo>
                  <a:pt x="925770" y="333610"/>
                </a:lnTo>
                <a:lnTo>
                  <a:pt x="931084" y="337554"/>
                </a:lnTo>
                <a:lnTo>
                  <a:pt x="946024" y="326548"/>
                </a:lnTo>
                <a:cubicBezTo>
                  <a:pt x="987922" y="301673"/>
                  <a:pt x="1032936" y="280625"/>
                  <a:pt x="1080764" y="264032"/>
                </a:cubicBezTo>
                <a:cubicBezTo>
                  <a:pt x="1463390" y="131284"/>
                  <a:pt x="1881183" y="333850"/>
                  <a:pt x="2013931" y="716476"/>
                </a:cubicBezTo>
                <a:cubicBezTo>
                  <a:pt x="2138382" y="1075187"/>
                  <a:pt x="1968123" y="1464807"/>
                  <a:pt x="1631081" y="1621489"/>
                </a:cubicBezTo>
                <a:lnTo>
                  <a:pt x="1624088" y="1624319"/>
                </a:lnTo>
                <a:lnTo>
                  <a:pt x="1616626" y="1630918"/>
                </a:lnTo>
                <a:cubicBezTo>
                  <a:pt x="1519395" y="1703929"/>
                  <a:pt x="1405850" y="1765042"/>
                  <a:pt x="1279602" y="1808842"/>
                </a:cubicBezTo>
                <a:cubicBezTo>
                  <a:pt x="1153355" y="1852642"/>
                  <a:pt x="1026357" y="1874983"/>
                  <a:pt x="904801" y="1877878"/>
                </a:cubicBezTo>
                <a:lnTo>
                  <a:pt x="888500" y="1876960"/>
                </a:lnTo>
                <a:lnTo>
                  <a:pt x="829369" y="1887873"/>
                </a:lnTo>
                <a:cubicBezTo>
                  <a:pt x="491257" y="1932800"/>
                  <a:pt x="156865" y="1735860"/>
                  <a:pt x="40710" y="1401063"/>
                </a:cubicBezTo>
                <a:cubicBezTo>
                  <a:pt x="-92037" y="1018438"/>
                  <a:pt x="110529" y="600645"/>
                  <a:pt x="493154" y="467897"/>
                </a:cubicBezTo>
                <a:cubicBezTo>
                  <a:pt x="517068" y="459600"/>
                  <a:pt x="541120" y="452613"/>
                  <a:pt x="565231" y="446898"/>
                </a:cubicBezTo>
                <a:lnTo>
                  <a:pt x="612932" y="438095"/>
                </a:lnTo>
                <a:lnTo>
                  <a:pt x="613811" y="436476"/>
                </a:lnTo>
                <a:lnTo>
                  <a:pt x="489365" y="429724"/>
                </a:lnTo>
                <a:cubicBezTo>
                  <a:pt x="382513" y="433695"/>
                  <a:pt x="274595" y="457429"/>
                  <a:pt x="170712" y="502920"/>
                </a:cubicBezTo>
                <a:cubicBezTo>
                  <a:pt x="115306" y="527182"/>
                  <a:pt x="63672" y="556485"/>
                  <a:pt x="16109" y="590052"/>
                </a:cubicBezTo>
                <a:lnTo>
                  <a:pt x="12072" y="593214"/>
                </a:lnTo>
                <a:lnTo>
                  <a:pt x="89875" y="493124"/>
                </a:lnTo>
                <a:cubicBezTo>
                  <a:pt x="121329" y="459891"/>
                  <a:pt x="156301" y="429467"/>
                  <a:pt x="194548" y="402473"/>
                </a:cubicBezTo>
                <a:lnTo>
                  <a:pt x="302383" y="341699"/>
                </a:lnTo>
                <a:lnTo>
                  <a:pt x="236158" y="348465"/>
                </a:lnTo>
                <a:cubicBezTo>
                  <a:pt x="206899" y="352965"/>
                  <a:pt x="178144" y="358900"/>
                  <a:pt x="149964" y="366192"/>
                </a:cubicBezTo>
                <a:lnTo>
                  <a:pt x="145071" y="367722"/>
                </a:lnTo>
                <a:lnTo>
                  <a:pt x="253235" y="301605"/>
                </a:lnTo>
                <a:cubicBezTo>
                  <a:pt x="335581" y="261673"/>
                  <a:pt x="427115" y="237225"/>
                  <a:pt x="524261" y="232231"/>
                </a:cubicBezTo>
                <a:cubicBezTo>
                  <a:pt x="572834" y="229733"/>
                  <a:pt x="620510" y="232216"/>
                  <a:pt x="666793" y="239234"/>
                </a:cubicBezTo>
                <a:lnTo>
                  <a:pt x="689717" y="245077"/>
                </a:lnTo>
                <a:lnTo>
                  <a:pt x="589017" y="37632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EB11570-5AD5-4941-ABC6-3EA80B90E4B1}"/>
              </a:ext>
            </a:extLst>
          </p:cNvPr>
          <p:cNvSpPr/>
          <p:nvPr/>
        </p:nvSpPr>
        <p:spPr>
          <a:xfrm rot="10800000">
            <a:off x="-60715" y="3020708"/>
            <a:ext cx="542834" cy="530006"/>
          </a:xfrm>
          <a:custGeom>
            <a:avLst/>
            <a:gdLst>
              <a:gd name="connsiteX0" fmla="*/ 277831 w 542834"/>
              <a:gd name="connsiteY0" fmla="*/ 0 h 530006"/>
              <a:gd name="connsiteX1" fmla="*/ 380982 w 542834"/>
              <a:gd name="connsiteY1" fmla="*/ 20825 h 530006"/>
              <a:gd name="connsiteX2" fmla="*/ 418819 w 542834"/>
              <a:gd name="connsiteY2" fmla="*/ 41363 h 530006"/>
              <a:gd name="connsiteX3" fmla="*/ 457937 w 542834"/>
              <a:gd name="connsiteY3" fmla="*/ 52804 h 530006"/>
              <a:gd name="connsiteX4" fmla="*/ 509663 w 542834"/>
              <a:gd name="connsiteY4" fmla="*/ 99361 h 530006"/>
              <a:gd name="connsiteX5" fmla="*/ 533836 w 542834"/>
              <a:gd name="connsiteY5" fmla="*/ 165787 h 530006"/>
              <a:gd name="connsiteX6" fmla="*/ 531729 w 542834"/>
              <a:gd name="connsiteY6" fmla="*/ 193164 h 530006"/>
              <a:gd name="connsiteX7" fmla="*/ 537450 w 542834"/>
              <a:gd name="connsiteY7" fmla="*/ 211596 h 530006"/>
              <a:gd name="connsiteX8" fmla="*/ 542834 w 542834"/>
              <a:gd name="connsiteY8" fmla="*/ 265003 h 530006"/>
              <a:gd name="connsiteX9" fmla="*/ 277831 w 542834"/>
              <a:gd name="connsiteY9" fmla="*/ 530006 h 530006"/>
              <a:gd name="connsiteX10" fmla="*/ 129665 w 542834"/>
              <a:gd name="connsiteY10" fmla="*/ 484748 h 530006"/>
              <a:gd name="connsiteX11" fmla="*/ 115735 w 542834"/>
              <a:gd name="connsiteY11" fmla="*/ 473254 h 530006"/>
              <a:gd name="connsiteX12" fmla="*/ 82457 w 542834"/>
              <a:gd name="connsiteY12" fmla="*/ 456570 h 530006"/>
              <a:gd name="connsiteX13" fmla="*/ 76156 w 542834"/>
              <a:gd name="connsiteY13" fmla="*/ 450517 h 530006"/>
              <a:gd name="connsiteX14" fmla="*/ 23417 w 542834"/>
              <a:gd name="connsiteY14" fmla="*/ 480966 h 530006"/>
              <a:gd name="connsiteX15" fmla="*/ 0 w 542834"/>
              <a:gd name="connsiteY15" fmla="*/ 440407 h 530006"/>
              <a:gd name="connsiteX16" fmla="*/ 47643 w 542834"/>
              <a:gd name="connsiteY16" fmla="*/ 412900 h 530006"/>
              <a:gd name="connsiteX17" fmla="*/ 45488 w 542834"/>
              <a:gd name="connsiteY17" fmla="*/ 409140 h 530006"/>
              <a:gd name="connsiteX18" fmla="*/ 31848 w 542834"/>
              <a:gd name="connsiteY18" fmla="*/ 363569 h 530006"/>
              <a:gd name="connsiteX19" fmla="*/ 31845 w 542834"/>
              <a:gd name="connsiteY19" fmla="*/ 362328 h 530006"/>
              <a:gd name="connsiteX20" fmla="*/ 18212 w 542834"/>
              <a:gd name="connsiteY20" fmla="*/ 318410 h 530006"/>
              <a:gd name="connsiteX21" fmla="*/ 12828 w 542834"/>
              <a:gd name="connsiteY21" fmla="*/ 265003 h 530006"/>
              <a:gd name="connsiteX22" fmla="*/ 277831 w 542834"/>
              <a:gd name="connsiteY22" fmla="*/ 0 h 53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542834" h="530006">
                <a:moveTo>
                  <a:pt x="277831" y="0"/>
                </a:moveTo>
                <a:cubicBezTo>
                  <a:pt x="314420" y="0"/>
                  <a:pt x="349278" y="7416"/>
                  <a:pt x="380982" y="20825"/>
                </a:cubicBezTo>
                <a:lnTo>
                  <a:pt x="418819" y="41363"/>
                </a:lnTo>
                <a:lnTo>
                  <a:pt x="457937" y="52804"/>
                </a:lnTo>
                <a:cubicBezTo>
                  <a:pt x="478683" y="63992"/>
                  <a:pt x="496328" y="79512"/>
                  <a:pt x="509663" y="99361"/>
                </a:cubicBezTo>
                <a:cubicBezTo>
                  <a:pt x="522997" y="119211"/>
                  <a:pt x="530915" y="141745"/>
                  <a:pt x="533836" y="165787"/>
                </a:cubicBezTo>
                <a:lnTo>
                  <a:pt x="531729" y="193164"/>
                </a:lnTo>
                <a:lnTo>
                  <a:pt x="537450" y="211596"/>
                </a:lnTo>
                <a:cubicBezTo>
                  <a:pt x="540980" y="228847"/>
                  <a:pt x="542834" y="246709"/>
                  <a:pt x="542834" y="265003"/>
                </a:cubicBezTo>
                <a:cubicBezTo>
                  <a:pt x="542834" y="411360"/>
                  <a:pt x="424188" y="530006"/>
                  <a:pt x="277831" y="530006"/>
                </a:cubicBezTo>
                <a:cubicBezTo>
                  <a:pt x="222947" y="530006"/>
                  <a:pt x="171960" y="513322"/>
                  <a:pt x="129665" y="484748"/>
                </a:cubicBezTo>
                <a:lnTo>
                  <a:pt x="115735" y="473254"/>
                </a:lnTo>
                <a:lnTo>
                  <a:pt x="82457" y="456570"/>
                </a:lnTo>
                <a:lnTo>
                  <a:pt x="76156" y="450517"/>
                </a:lnTo>
                <a:lnTo>
                  <a:pt x="23417" y="480966"/>
                </a:lnTo>
                <a:lnTo>
                  <a:pt x="0" y="440407"/>
                </a:lnTo>
                <a:lnTo>
                  <a:pt x="47643" y="412900"/>
                </a:lnTo>
                <a:lnTo>
                  <a:pt x="45488" y="409140"/>
                </a:lnTo>
                <a:cubicBezTo>
                  <a:pt x="38608" y="394885"/>
                  <a:pt x="34104" y="379576"/>
                  <a:pt x="31848" y="363569"/>
                </a:cubicBezTo>
                <a:lnTo>
                  <a:pt x="31845" y="362328"/>
                </a:lnTo>
                <a:lnTo>
                  <a:pt x="18212" y="318410"/>
                </a:lnTo>
                <a:cubicBezTo>
                  <a:pt x="14682" y="301159"/>
                  <a:pt x="12828" y="283298"/>
                  <a:pt x="12828" y="265003"/>
                </a:cubicBezTo>
                <a:cubicBezTo>
                  <a:pt x="12828" y="118646"/>
                  <a:pt x="131474" y="0"/>
                  <a:pt x="277831" y="0"/>
                </a:cubicBezTo>
                <a:close/>
              </a:path>
            </a:pathLst>
          </a:custGeom>
          <a:solidFill>
            <a:srgbClr val="CCFF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4D4D7FB-4ED4-4E99-B426-124023B3248F}"/>
              </a:ext>
            </a:extLst>
          </p:cNvPr>
          <p:cNvSpPr/>
          <p:nvPr/>
        </p:nvSpPr>
        <p:spPr>
          <a:xfrm>
            <a:off x="5339914" y="830191"/>
            <a:ext cx="575317" cy="673014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7DD38AEE-F4B3-41D1-B262-62084E2BEF9D}"/>
              </a:ext>
            </a:extLst>
          </p:cNvPr>
          <p:cNvSpPr/>
          <p:nvPr/>
        </p:nvSpPr>
        <p:spPr>
          <a:xfrm rot="2607834" flipH="1">
            <a:off x="3190922" y="-327521"/>
            <a:ext cx="606029" cy="762681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84" name="Freeform: Shape 83">
            <a:extLst>
              <a:ext uri="{FF2B5EF4-FFF2-40B4-BE49-F238E27FC236}">
                <a16:creationId xmlns:a16="http://schemas.microsoft.com/office/drawing/2014/main" id="{4EF7517D-9382-4768-9B04-19C8C232B832}"/>
              </a:ext>
            </a:extLst>
          </p:cNvPr>
          <p:cNvSpPr/>
          <p:nvPr/>
        </p:nvSpPr>
        <p:spPr>
          <a:xfrm rot="19853381" flipH="1">
            <a:off x="4210042" y="848632"/>
            <a:ext cx="535000" cy="618734"/>
          </a:xfrm>
          <a:custGeom>
            <a:avLst/>
            <a:gdLst>
              <a:gd name="connsiteX0" fmla="*/ 689553 w 1018953"/>
              <a:gd name="connsiteY0" fmla="*/ 0 h 1178432"/>
              <a:gd name="connsiteX1" fmla="*/ 689553 w 1018953"/>
              <a:gd name="connsiteY1" fmla="*/ 141611 h 1178432"/>
              <a:gd name="connsiteX2" fmla="*/ 750911 w 1018953"/>
              <a:gd name="connsiteY2" fmla="*/ 152524 h 1178432"/>
              <a:gd name="connsiteX3" fmla="*/ 988275 w 1018953"/>
              <a:gd name="connsiteY3" fmla="*/ 782100 h 1178432"/>
              <a:gd name="connsiteX4" fmla="*/ 433824 w 1018953"/>
              <a:gd name="connsiteY4" fmla="*/ 1163273 h 1178432"/>
              <a:gd name="connsiteX5" fmla="*/ 357256 w 1018953"/>
              <a:gd name="connsiteY5" fmla="*/ 1127975 h 1178432"/>
              <a:gd name="connsiteX6" fmla="*/ 354540 w 1018953"/>
              <a:gd name="connsiteY6" fmla="*/ 1125773 h 1178432"/>
              <a:gd name="connsiteX7" fmla="*/ 351052 w 1018953"/>
              <a:gd name="connsiteY7" fmla="*/ 1126028 h 1178432"/>
              <a:gd name="connsiteX8" fmla="*/ 268042 w 1018953"/>
              <a:gd name="connsiteY8" fmla="*/ 1111265 h 1178432"/>
              <a:gd name="connsiteX9" fmla="*/ 30678 w 1018953"/>
              <a:gd name="connsiteY9" fmla="*/ 481688 h 1178432"/>
              <a:gd name="connsiteX10" fmla="*/ 585128 w 1018953"/>
              <a:gd name="connsiteY10" fmla="*/ 100515 h 1178432"/>
              <a:gd name="connsiteX11" fmla="*/ 643834 w 1018953"/>
              <a:gd name="connsiteY11" fmla="*/ 127579 h 1178432"/>
              <a:gd name="connsiteX12" fmla="*/ 643834 w 1018953"/>
              <a:gd name="connsiteY12" fmla="*/ 0 h 1178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018953" h="1178432">
                <a:moveTo>
                  <a:pt x="689553" y="0"/>
                </a:moveTo>
                <a:lnTo>
                  <a:pt x="689553" y="141611"/>
                </a:lnTo>
                <a:lnTo>
                  <a:pt x="750911" y="152524"/>
                </a:lnTo>
                <a:cubicBezTo>
                  <a:pt x="969565" y="221119"/>
                  <a:pt x="1075836" y="502990"/>
                  <a:pt x="988275" y="782100"/>
                </a:cubicBezTo>
                <a:cubicBezTo>
                  <a:pt x="900714" y="1061211"/>
                  <a:pt x="652478" y="1231868"/>
                  <a:pt x="433824" y="1163273"/>
                </a:cubicBezTo>
                <a:cubicBezTo>
                  <a:pt x="406492" y="1154699"/>
                  <a:pt x="380917" y="1142792"/>
                  <a:pt x="357256" y="1127975"/>
                </a:cubicBezTo>
                <a:lnTo>
                  <a:pt x="354540" y="1125773"/>
                </a:lnTo>
                <a:lnTo>
                  <a:pt x="351052" y="1126028"/>
                </a:lnTo>
                <a:cubicBezTo>
                  <a:pt x="323167" y="1124675"/>
                  <a:pt x="295373" y="1119839"/>
                  <a:pt x="268042" y="1111265"/>
                </a:cubicBezTo>
                <a:cubicBezTo>
                  <a:pt x="49388" y="1042670"/>
                  <a:pt x="-56883" y="760799"/>
                  <a:pt x="30678" y="481688"/>
                </a:cubicBezTo>
                <a:cubicBezTo>
                  <a:pt x="118239" y="202578"/>
                  <a:pt x="366475" y="31920"/>
                  <a:pt x="585128" y="100515"/>
                </a:cubicBezTo>
                <a:lnTo>
                  <a:pt x="643834" y="127579"/>
                </a:lnTo>
                <a:lnTo>
                  <a:pt x="643834" y="0"/>
                </a:lnTo>
                <a:close/>
              </a:path>
            </a:pathLst>
          </a:custGeom>
          <a:solidFill>
            <a:srgbClr val="9933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0" name="Freeform: Shape 89">
            <a:extLst>
              <a:ext uri="{FF2B5EF4-FFF2-40B4-BE49-F238E27FC236}">
                <a16:creationId xmlns:a16="http://schemas.microsoft.com/office/drawing/2014/main" id="{30585404-1503-4984-A6E6-90C29BE4C802}"/>
              </a:ext>
            </a:extLst>
          </p:cNvPr>
          <p:cNvSpPr/>
          <p:nvPr/>
        </p:nvSpPr>
        <p:spPr>
          <a:xfrm rot="20876803">
            <a:off x="-38201" y="735941"/>
            <a:ext cx="515013" cy="861511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0515C6CF-DDB6-44C2-8D05-C8AC4764276C}"/>
              </a:ext>
            </a:extLst>
          </p:cNvPr>
          <p:cNvSpPr/>
          <p:nvPr/>
        </p:nvSpPr>
        <p:spPr>
          <a:xfrm rot="20187275">
            <a:off x="5361960" y="-161957"/>
            <a:ext cx="460372" cy="635502"/>
          </a:xfrm>
          <a:custGeom>
            <a:avLst/>
            <a:gdLst>
              <a:gd name="connsiteX0" fmla="*/ 2830537 w 3643521"/>
              <a:gd name="connsiteY0" fmla="*/ 5005716 h 5029557"/>
              <a:gd name="connsiteX1" fmla="*/ 2744607 w 3643521"/>
              <a:gd name="connsiteY1" fmla="*/ 5027962 h 5029557"/>
              <a:gd name="connsiteX2" fmla="*/ 2487763 w 3643521"/>
              <a:gd name="connsiteY2" fmla="*/ 4923760 h 5029557"/>
              <a:gd name="connsiteX3" fmla="*/ 2478816 w 3643521"/>
              <a:gd name="connsiteY3" fmla="*/ 4910698 h 5029557"/>
              <a:gd name="connsiteX4" fmla="*/ 2473244 w 3643521"/>
              <a:gd name="connsiteY4" fmla="*/ 4919083 h 5029557"/>
              <a:gd name="connsiteX5" fmla="*/ 2274571 w 3643521"/>
              <a:gd name="connsiteY5" fmla="*/ 5026582 h 5029557"/>
              <a:gd name="connsiteX6" fmla="*/ 1962674 w 3643521"/>
              <a:gd name="connsiteY6" fmla="*/ 4821986 h 5029557"/>
              <a:gd name="connsiteX7" fmla="*/ 1951181 w 3643521"/>
              <a:gd name="connsiteY7" fmla="*/ 4766358 h 5029557"/>
              <a:gd name="connsiteX8" fmla="*/ 1936750 w 3643521"/>
              <a:gd name="connsiteY8" fmla="*/ 4772533 h 5029557"/>
              <a:gd name="connsiteX9" fmla="*/ 1878204 w 3643521"/>
              <a:gd name="connsiteY9" fmla="*/ 4784629 h 5029557"/>
              <a:gd name="connsiteX10" fmla="*/ 1554210 w 3643521"/>
              <a:gd name="connsiteY10" fmla="*/ 4521487 h 5029557"/>
              <a:gd name="connsiteX11" fmla="*/ 1565437 w 3643521"/>
              <a:gd name="connsiteY11" fmla="*/ 4404826 h 5029557"/>
              <a:gd name="connsiteX12" fmla="*/ 1581773 w 3643521"/>
              <a:gd name="connsiteY12" fmla="*/ 4365536 h 5029557"/>
              <a:gd name="connsiteX13" fmla="*/ 1527182 w 3643521"/>
              <a:gd name="connsiteY13" fmla="*/ 4354600 h 5029557"/>
              <a:gd name="connsiteX14" fmla="*/ 1319850 w 3643521"/>
              <a:gd name="connsiteY14" fmla="*/ 4102685 h 5029557"/>
              <a:gd name="connsiteX15" fmla="*/ 1352976 w 3643521"/>
              <a:gd name="connsiteY15" fmla="*/ 3933353 h 5029557"/>
              <a:gd name="connsiteX16" fmla="*/ 1362950 w 3643521"/>
              <a:gd name="connsiteY16" fmla="*/ 3918346 h 5029557"/>
              <a:gd name="connsiteX17" fmla="*/ 1349127 w 3643521"/>
              <a:gd name="connsiteY17" fmla="*/ 3915577 h 5029557"/>
              <a:gd name="connsiteX18" fmla="*/ 1141795 w 3643521"/>
              <a:gd name="connsiteY18" fmla="*/ 3663662 h 5029557"/>
              <a:gd name="connsiteX19" fmla="*/ 1206265 w 3643521"/>
              <a:gd name="connsiteY19" fmla="*/ 3447168 h 5029557"/>
              <a:gd name="connsiteX20" fmla="*/ 1215426 w 3643521"/>
              <a:gd name="connsiteY20" fmla="*/ 3437864 h 5029557"/>
              <a:gd name="connsiteX21" fmla="*/ 1171048 w 3643521"/>
              <a:gd name="connsiteY21" fmla="*/ 3408371 h 5029557"/>
              <a:gd name="connsiteX22" fmla="*/ 1063551 w 3643521"/>
              <a:gd name="connsiteY22" fmla="*/ 3209699 h 5029557"/>
              <a:gd name="connsiteX23" fmla="*/ 1268147 w 3643521"/>
              <a:gd name="connsiteY23" fmla="*/ 2897801 h 5029557"/>
              <a:gd name="connsiteX24" fmla="*/ 1278732 w 3643521"/>
              <a:gd name="connsiteY24" fmla="*/ 2895615 h 5029557"/>
              <a:gd name="connsiteX25" fmla="*/ 1270570 w 3643521"/>
              <a:gd name="connsiteY25" fmla="*/ 2860531 h 5029557"/>
              <a:gd name="connsiteX26" fmla="*/ 1533712 w 3643521"/>
              <a:gd name="connsiteY26" fmla="*/ 2536538 h 5029557"/>
              <a:gd name="connsiteX27" fmla="*/ 1703044 w 3643521"/>
              <a:gd name="connsiteY27" fmla="*/ 2569663 h 5029557"/>
              <a:gd name="connsiteX28" fmla="*/ 1727481 w 3643521"/>
              <a:gd name="connsiteY28" fmla="*/ 2587642 h 5029557"/>
              <a:gd name="connsiteX29" fmla="*/ 1722729 w 3643521"/>
              <a:gd name="connsiteY29" fmla="*/ 2395272 h 5029557"/>
              <a:gd name="connsiteX30" fmla="*/ 1640846 w 3643521"/>
              <a:gd name="connsiteY30" fmla="*/ 2394978 h 5029557"/>
              <a:gd name="connsiteX31" fmla="*/ 1480831 w 3643521"/>
              <a:gd name="connsiteY31" fmla="*/ 2305236 h 5029557"/>
              <a:gd name="connsiteX32" fmla="*/ 1479527 w 3643521"/>
              <a:gd name="connsiteY32" fmla="*/ 2303399 h 5029557"/>
              <a:gd name="connsiteX33" fmla="*/ 1479570 w 3643521"/>
              <a:gd name="connsiteY33" fmla="*/ 2305490 h 5029557"/>
              <a:gd name="connsiteX34" fmla="*/ 1341018 w 3643521"/>
              <a:gd name="connsiteY34" fmla="*/ 2524127 h 5029557"/>
              <a:gd name="connsiteX35" fmla="*/ 1037045 w 3643521"/>
              <a:gd name="connsiteY35" fmla="*/ 2503403 h 5029557"/>
              <a:gd name="connsiteX36" fmla="*/ 1017090 w 3643521"/>
              <a:gd name="connsiteY36" fmla="*/ 2484719 h 5029557"/>
              <a:gd name="connsiteX37" fmla="*/ 1009696 w 3643521"/>
              <a:gd name="connsiteY37" fmla="*/ 2496611 h 5029557"/>
              <a:gd name="connsiteX38" fmla="*/ 927160 w 3643521"/>
              <a:gd name="connsiteY38" fmla="*/ 2568489 h 5029557"/>
              <a:gd name="connsiteX39" fmla="*/ 551308 w 3643521"/>
              <a:gd name="connsiteY39" fmla="*/ 2465230 h 5029557"/>
              <a:gd name="connsiteX40" fmla="*/ 516017 w 3643521"/>
              <a:gd name="connsiteY40" fmla="*/ 2308015 h 5029557"/>
              <a:gd name="connsiteX41" fmla="*/ 519877 w 3643521"/>
              <a:gd name="connsiteY41" fmla="*/ 2285865 h 5029557"/>
              <a:gd name="connsiteX42" fmla="*/ 483402 w 3643521"/>
              <a:gd name="connsiteY42" fmla="*/ 2293880 h 5029557"/>
              <a:gd name="connsiteX43" fmla="*/ 211505 w 3643521"/>
              <a:gd name="connsiteY43" fmla="*/ 2156393 h 5029557"/>
              <a:gd name="connsiteX44" fmla="*/ 204103 w 3643521"/>
              <a:gd name="connsiteY44" fmla="*/ 1897659 h 5029557"/>
              <a:gd name="connsiteX45" fmla="*/ 211910 w 3643521"/>
              <a:gd name="connsiteY45" fmla="*/ 1885103 h 5029557"/>
              <a:gd name="connsiteX46" fmla="*/ 202648 w 3643521"/>
              <a:gd name="connsiteY46" fmla="*/ 1883489 h 5029557"/>
              <a:gd name="connsiteX47" fmla="*/ 36106 w 3643521"/>
              <a:gd name="connsiteY47" fmla="*/ 1754017 h 5029557"/>
              <a:gd name="connsiteX48" fmla="*/ 93855 w 3643521"/>
              <a:gd name="connsiteY48" fmla="*/ 1410500 h 5029557"/>
              <a:gd name="connsiteX49" fmla="*/ 137097 w 3643521"/>
              <a:gd name="connsiteY49" fmla="*/ 1379777 h 5029557"/>
              <a:gd name="connsiteX50" fmla="*/ 126396 w 3643521"/>
              <a:gd name="connsiteY50" fmla="*/ 1369759 h 5029557"/>
              <a:gd name="connsiteX51" fmla="*/ 94061 w 3643521"/>
              <a:gd name="connsiteY51" fmla="*/ 1324249 h 5029557"/>
              <a:gd name="connsiteX52" fmla="*/ 197319 w 3643521"/>
              <a:gd name="connsiteY52" fmla="*/ 948395 h 5029557"/>
              <a:gd name="connsiteX53" fmla="*/ 301276 w 3643521"/>
              <a:gd name="connsiteY53" fmla="*/ 914168 h 5029557"/>
              <a:gd name="connsiteX54" fmla="*/ 341004 w 3643521"/>
              <a:gd name="connsiteY54" fmla="*/ 913374 h 5029557"/>
              <a:gd name="connsiteX55" fmla="*/ 329845 w 3643521"/>
              <a:gd name="connsiteY55" fmla="*/ 862594 h 5029557"/>
              <a:gd name="connsiteX56" fmla="*/ 467331 w 3643521"/>
              <a:gd name="connsiteY56" fmla="*/ 590698 h 5029557"/>
              <a:gd name="connsiteX57" fmla="*/ 624546 w 3643521"/>
              <a:gd name="connsiteY57" fmla="*/ 555406 h 5029557"/>
              <a:gd name="connsiteX58" fmla="*/ 641123 w 3643521"/>
              <a:gd name="connsiteY58" fmla="*/ 558296 h 5029557"/>
              <a:gd name="connsiteX59" fmla="*/ 638298 w 3643521"/>
              <a:gd name="connsiteY59" fmla="*/ 545437 h 5029557"/>
              <a:gd name="connsiteX60" fmla="*/ 775784 w 3643521"/>
              <a:gd name="connsiteY60" fmla="*/ 273542 h 5029557"/>
              <a:gd name="connsiteX61" fmla="*/ 985095 w 3643521"/>
              <a:gd name="connsiteY61" fmla="*/ 247330 h 5029557"/>
              <a:gd name="connsiteX62" fmla="*/ 996491 w 3643521"/>
              <a:gd name="connsiteY62" fmla="*/ 251667 h 5029557"/>
              <a:gd name="connsiteX63" fmla="*/ 1005034 w 3643521"/>
              <a:gd name="connsiteY63" fmla="*/ 202646 h 5029557"/>
              <a:gd name="connsiteX64" fmla="*/ 1134506 w 3643521"/>
              <a:gd name="connsiteY64" fmla="*/ 36107 h 5029557"/>
              <a:gd name="connsiteX65" fmla="*/ 1478023 w 3643521"/>
              <a:gd name="connsiteY65" fmla="*/ 93855 h 5029557"/>
              <a:gd name="connsiteX66" fmla="*/ 1483869 w 3643521"/>
              <a:gd name="connsiteY66" fmla="*/ 102083 h 5029557"/>
              <a:gd name="connsiteX67" fmla="*/ 1510798 w 3643521"/>
              <a:gd name="connsiteY67" fmla="*/ 81925 h 5029557"/>
              <a:gd name="connsiteX68" fmla="*/ 1886650 w 3643521"/>
              <a:gd name="connsiteY68" fmla="*/ 185184 h 5029557"/>
              <a:gd name="connsiteX69" fmla="*/ 1921943 w 3643521"/>
              <a:gd name="connsiteY69" fmla="*/ 342399 h 5029557"/>
              <a:gd name="connsiteX70" fmla="*/ 1915752 w 3643521"/>
              <a:gd name="connsiteY70" fmla="*/ 370045 h 5029557"/>
              <a:gd name="connsiteX71" fmla="*/ 2184003 w 3643521"/>
              <a:gd name="connsiteY71" fmla="*/ 244181 h 5029557"/>
              <a:gd name="connsiteX72" fmla="*/ 2141299 w 3643521"/>
              <a:gd name="connsiteY72" fmla="*/ 695666 h 5029557"/>
              <a:gd name="connsiteX73" fmla="*/ 2525726 w 3643521"/>
              <a:gd name="connsiteY73" fmla="*/ 736135 h 5029557"/>
              <a:gd name="connsiteX74" fmla="*/ 2349408 w 3643521"/>
              <a:gd name="connsiteY74" fmla="*/ 973992 h 5029557"/>
              <a:gd name="connsiteX75" fmla="*/ 2691257 w 3643521"/>
              <a:gd name="connsiteY75" fmla="*/ 1168654 h 5029557"/>
              <a:gd name="connsiteX76" fmla="*/ 2455679 w 3643521"/>
              <a:gd name="connsiteY76" fmla="*/ 1303582 h 5029557"/>
              <a:gd name="connsiteX77" fmla="*/ 2480266 w 3643521"/>
              <a:gd name="connsiteY77" fmla="*/ 1320598 h 5029557"/>
              <a:gd name="connsiteX78" fmla="*/ 2531567 w 3643521"/>
              <a:gd name="connsiteY78" fmla="*/ 1385707 h 5029557"/>
              <a:gd name="connsiteX79" fmla="*/ 2428309 w 3643521"/>
              <a:gd name="connsiteY79" fmla="*/ 1761560 h 5029557"/>
              <a:gd name="connsiteX80" fmla="*/ 2271094 w 3643521"/>
              <a:gd name="connsiteY80" fmla="*/ 1796852 h 5029557"/>
              <a:gd name="connsiteX81" fmla="*/ 2270744 w 3643521"/>
              <a:gd name="connsiteY81" fmla="*/ 1796792 h 5029557"/>
              <a:gd name="connsiteX82" fmla="*/ 2271351 w 3643521"/>
              <a:gd name="connsiteY82" fmla="*/ 1827191 h 5029557"/>
              <a:gd name="connsiteX83" fmla="*/ 2258464 w 3643521"/>
              <a:gd name="connsiteY83" fmla="*/ 1891954 h 5029557"/>
              <a:gd name="connsiteX84" fmla="*/ 2249493 w 3643521"/>
              <a:gd name="connsiteY84" fmla="*/ 1911227 h 5029557"/>
              <a:gd name="connsiteX85" fmla="*/ 2249326 w 3643521"/>
              <a:gd name="connsiteY85" fmla="*/ 1912175 h 5029557"/>
              <a:gd name="connsiteX86" fmla="*/ 2119856 w 3643521"/>
              <a:gd name="connsiteY86" fmla="*/ 2078716 h 5029557"/>
              <a:gd name="connsiteX87" fmla="*/ 1962641 w 3643521"/>
              <a:gd name="connsiteY87" fmla="*/ 2114008 h 5029557"/>
              <a:gd name="connsiteX88" fmla="*/ 1962291 w 3643521"/>
              <a:gd name="connsiteY88" fmla="*/ 2113948 h 5029557"/>
              <a:gd name="connsiteX89" fmla="*/ 1962899 w 3643521"/>
              <a:gd name="connsiteY89" fmla="*/ 2144348 h 5029557"/>
              <a:gd name="connsiteX90" fmla="*/ 1879926 w 3643521"/>
              <a:gd name="connsiteY90" fmla="*/ 2321379 h 5029557"/>
              <a:gd name="connsiteX91" fmla="*/ 1850550 w 3643521"/>
              <a:gd name="connsiteY91" fmla="*/ 2343370 h 5029557"/>
              <a:gd name="connsiteX92" fmla="*/ 2143872 w 3643521"/>
              <a:gd name="connsiteY92" fmla="*/ 2506794 h 5029557"/>
              <a:gd name="connsiteX93" fmla="*/ 2349150 w 3643521"/>
              <a:gd name="connsiteY93" fmla="*/ 2147346 h 5029557"/>
              <a:gd name="connsiteX94" fmla="*/ 2506384 w 3643521"/>
              <a:gd name="connsiteY94" fmla="*/ 2422668 h 5029557"/>
              <a:gd name="connsiteX95" fmla="*/ 2844487 w 3643521"/>
              <a:gd name="connsiteY95" fmla="*/ 2171385 h 5029557"/>
              <a:gd name="connsiteX96" fmla="*/ 2875284 w 3643521"/>
              <a:gd name="connsiteY96" fmla="*/ 2460463 h 5029557"/>
              <a:gd name="connsiteX97" fmla="*/ 2902558 w 3643521"/>
              <a:gd name="connsiteY97" fmla="*/ 2443689 h 5029557"/>
              <a:gd name="connsiteX98" fmla="*/ 2988488 w 3643521"/>
              <a:gd name="connsiteY98" fmla="*/ 2421443 h 5029557"/>
              <a:gd name="connsiteX99" fmla="*/ 3312482 w 3643521"/>
              <a:gd name="connsiteY99" fmla="*/ 2684585 h 5029557"/>
              <a:gd name="connsiteX100" fmla="*/ 3279356 w 3643521"/>
              <a:gd name="connsiteY100" fmla="*/ 2853917 h 5029557"/>
              <a:gd name="connsiteX101" fmla="*/ 3279146 w 3643521"/>
              <a:gd name="connsiteY101" fmla="*/ 2854234 h 5029557"/>
              <a:gd name="connsiteX102" fmla="*/ 3309211 w 3643521"/>
              <a:gd name="connsiteY102" fmla="*/ 2866734 h 5029557"/>
              <a:gd name="connsiteX103" fmla="*/ 3367150 w 3643521"/>
              <a:gd name="connsiteY103" fmla="*/ 2907267 h 5029557"/>
              <a:gd name="connsiteX104" fmla="*/ 3382181 w 3643521"/>
              <a:gd name="connsiteY104" fmla="*/ 2924365 h 5029557"/>
              <a:gd name="connsiteX105" fmla="*/ 3383038 w 3643521"/>
              <a:gd name="connsiteY105" fmla="*/ 2924936 h 5029557"/>
              <a:gd name="connsiteX106" fmla="*/ 3490537 w 3643521"/>
              <a:gd name="connsiteY106" fmla="*/ 3123608 h 5029557"/>
              <a:gd name="connsiteX107" fmla="*/ 3457411 w 3643521"/>
              <a:gd name="connsiteY107" fmla="*/ 3292940 h 5029557"/>
              <a:gd name="connsiteX108" fmla="*/ 3457201 w 3643521"/>
              <a:gd name="connsiteY108" fmla="*/ 3293257 h 5029557"/>
              <a:gd name="connsiteX109" fmla="*/ 3487266 w 3643521"/>
              <a:gd name="connsiteY109" fmla="*/ 3305757 h 5029557"/>
              <a:gd name="connsiteX110" fmla="*/ 3641926 w 3643521"/>
              <a:gd name="connsiteY110" fmla="*/ 3535772 h 5029557"/>
              <a:gd name="connsiteX111" fmla="*/ 3437330 w 3643521"/>
              <a:gd name="connsiteY111" fmla="*/ 3847670 h 5029557"/>
              <a:gd name="connsiteX112" fmla="*/ 3434968 w 3643521"/>
              <a:gd name="connsiteY112" fmla="*/ 3848158 h 5029557"/>
              <a:gd name="connsiteX113" fmla="*/ 3437036 w 3643521"/>
              <a:gd name="connsiteY113" fmla="*/ 3849016 h 5029557"/>
              <a:gd name="connsiteX114" fmla="*/ 3591696 w 3643521"/>
              <a:gd name="connsiteY114" fmla="*/ 4079033 h 5029557"/>
              <a:gd name="connsiteX115" fmla="*/ 3440433 w 3643521"/>
              <a:gd name="connsiteY115" fmla="*/ 4368112 h 5029557"/>
              <a:gd name="connsiteX116" fmla="*/ 3413519 w 3643521"/>
              <a:gd name="connsiteY116" fmla="*/ 4379627 h 5029557"/>
              <a:gd name="connsiteX117" fmla="*/ 3421993 w 3643521"/>
              <a:gd name="connsiteY117" fmla="*/ 4391998 h 5029557"/>
              <a:gd name="connsiteX118" fmla="*/ 3456905 w 3643521"/>
              <a:gd name="connsiteY118" fmla="*/ 4503877 h 5029557"/>
              <a:gd name="connsiteX119" fmla="*/ 3193763 w 3643521"/>
              <a:gd name="connsiteY119" fmla="*/ 4827870 h 5029557"/>
              <a:gd name="connsiteX120" fmla="*/ 3024431 w 3643521"/>
              <a:gd name="connsiteY120" fmla="*/ 4794744 h 5029557"/>
              <a:gd name="connsiteX121" fmla="*/ 3004379 w 3643521"/>
              <a:gd name="connsiteY121" fmla="*/ 4781417 h 5029557"/>
              <a:gd name="connsiteX122" fmla="*/ 2996523 w 3643521"/>
              <a:gd name="connsiteY122" fmla="*/ 4820629 h 5029557"/>
              <a:gd name="connsiteX123" fmla="*/ 2830537 w 3643521"/>
              <a:gd name="connsiteY123" fmla="*/ 5005716 h 5029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3643521" h="5029557">
                <a:moveTo>
                  <a:pt x="2830537" y="5005716"/>
                </a:moveTo>
                <a:cubicBezTo>
                  <a:pt x="2803849" y="5017152"/>
                  <a:pt x="2775007" y="5024811"/>
                  <a:pt x="2744607" y="5027962"/>
                </a:cubicBezTo>
                <a:cubicBezTo>
                  <a:pt x="2643275" y="5038464"/>
                  <a:pt x="2548612" y="4996381"/>
                  <a:pt x="2487763" y="4923760"/>
                </a:cubicBezTo>
                <a:lnTo>
                  <a:pt x="2478816" y="4910698"/>
                </a:lnTo>
                <a:lnTo>
                  <a:pt x="2473244" y="4919083"/>
                </a:lnTo>
                <a:cubicBezTo>
                  <a:pt x="2425624" y="4977714"/>
                  <a:pt x="2355638" y="5018180"/>
                  <a:pt x="2274571" y="5026582"/>
                </a:cubicBezTo>
                <a:cubicBezTo>
                  <a:pt x="2132705" y="5041285"/>
                  <a:pt x="2003912" y="4952922"/>
                  <a:pt x="1962674" y="4821986"/>
                </a:cubicBezTo>
                <a:lnTo>
                  <a:pt x="1951181" y="4766358"/>
                </a:lnTo>
                <a:lnTo>
                  <a:pt x="1936750" y="4772533"/>
                </a:lnTo>
                <a:cubicBezTo>
                  <a:pt x="1918044" y="4778423"/>
                  <a:pt x="1898470" y="4782528"/>
                  <a:pt x="1878204" y="4784629"/>
                </a:cubicBezTo>
                <a:cubicBezTo>
                  <a:pt x="1716071" y="4801432"/>
                  <a:pt x="1571014" y="4683619"/>
                  <a:pt x="1554210" y="4521487"/>
                </a:cubicBezTo>
                <a:cubicBezTo>
                  <a:pt x="1550010" y="4480954"/>
                  <a:pt x="1554222" y="4441487"/>
                  <a:pt x="1565437" y="4404826"/>
                </a:cubicBezTo>
                <a:lnTo>
                  <a:pt x="1581773" y="4365536"/>
                </a:lnTo>
                <a:lnTo>
                  <a:pt x="1527182" y="4354600"/>
                </a:lnTo>
                <a:cubicBezTo>
                  <a:pt x="1417198" y="4320955"/>
                  <a:pt x="1332453" y="4224285"/>
                  <a:pt x="1319850" y="4102685"/>
                </a:cubicBezTo>
                <a:cubicBezTo>
                  <a:pt x="1313548" y="4041885"/>
                  <a:pt x="1326178" y="3983487"/>
                  <a:pt x="1352976" y="3933353"/>
                </a:cubicBezTo>
                <a:lnTo>
                  <a:pt x="1362950" y="3918346"/>
                </a:lnTo>
                <a:lnTo>
                  <a:pt x="1349127" y="3915577"/>
                </a:lnTo>
                <a:cubicBezTo>
                  <a:pt x="1239143" y="3881932"/>
                  <a:pt x="1154398" y="3785262"/>
                  <a:pt x="1141795" y="3663662"/>
                </a:cubicBezTo>
                <a:cubicBezTo>
                  <a:pt x="1133393" y="3582596"/>
                  <a:pt x="1158646" y="3505799"/>
                  <a:pt x="1206265" y="3447168"/>
                </a:cubicBezTo>
                <a:lnTo>
                  <a:pt x="1215426" y="3437864"/>
                </a:lnTo>
                <a:lnTo>
                  <a:pt x="1171048" y="3408371"/>
                </a:lnTo>
                <a:cubicBezTo>
                  <a:pt x="1112418" y="3360751"/>
                  <a:pt x="1071953" y="3290764"/>
                  <a:pt x="1063551" y="3209699"/>
                </a:cubicBezTo>
                <a:cubicBezTo>
                  <a:pt x="1048848" y="3067832"/>
                  <a:pt x="1137211" y="2939040"/>
                  <a:pt x="1268147" y="2897801"/>
                </a:cubicBezTo>
                <a:lnTo>
                  <a:pt x="1278732" y="2895615"/>
                </a:lnTo>
                <a:lnTo>
                  <a:pt x="1270570" y="2860531"/>
                </a:lnTo>
                <a:cubicBezTo>
                  <a:pt x="1253766" y="2698398"/>
                  <a:pt x="1371579" y="2553341"/>
                  <a:pt x="1533712" y="2536538"/>
                </a:cubicBezTo>
                <a:cubicBezTo>
                  <a:pt x="1594512" y="2530237"/>
                  <a:pt x="1652910" y="2542866"/>
                  <a:pt x="1703044" y="2569663"/>
                </a:cubicBezTo>
                <a:lnTo>
                  <a:pt x="1727481" y="2587642"/>
                </a:lnTo>
                <a:lnTo>
                  <a:pt x="1722729" y="2395272"/>
                </a:lnTo>
                <a:lnTo>
                  <a:pt x="1640846" y="2394978"/>
                </a:lnTo>
                <a:cubicBezTo>
                  <a:pt x="1579992" y="2384365"/>
                  <a:pt x="1523054" y="2353461"/>
                  <a:pt x="1480831" y="2305236"/>
                </a:cubicBezTo>
                <a:lnTo>
                  <a:pt x="1479527" y="2303399"/>
                </a:lnTo>
                <a:lnTo>
                  <a:pt x="1479570" y="2305490"/>
                </a:lnTo>
                <a:cubicBezTo>
                  <a:pt x="1472775" y="2393705"/>
                  <a:pt x="1423707" y="2477081"/>
                  <a:pt x="1341018" y="2524127"/>
                </a:cubicBezTo>
                <a:cubicBezTo>
                  <a:pt x="1241791" y="2580583"/>
                  <a:pt x="1122329" y="2568693"/>
                  <a:pt x="1037045" y="2503403"/>
                </a:cubicBezTo>
                <a:lnTo>
                  <a:pt x="1017090" y="2484719"/>
                </a:lnTo>
                <a:lnTo>
                  <a:pt x="1009696" y="2496611"/>
                </a:lnTo>
                <a:cubicBezTo>
                  <a:pt x="987934" y="2525039"/>
                  <a:pt x="960236" y="2549670"/>
                  <a:pt x="927160" y="2568489"/>
                </a:cubicBezTo>
                <a:cubicBezTo>
                  <a:pt x="794859" y="2643764"/>
                  <a:pt x="626583" y="2597533"/>
                  <a:pt x="551308" y="2465230"/>
                </a:cubicBezTo>
                <a:cubicBezTo>
                  <a:pt x="523081" y="2415617"/>
                  <a:pt x="511939" y="2360945"/>
                  <a:pt x="516017" y="2308015"/>
                </a:cubicBezTo>
                <a:lnTo>
                  <a:pt x="519877" y="2285865"/>
                </a:lnTo>
                <a:lnTo>
                  <a:pt x="483402" y="2293880"/>
                </a:lnTo>
                <a:cubicBezTo>
                  <a:pt x="376730" y="2306432"/>
                  <a:pt x="267961" y="2255620"/>
                  <a:pt x="211505" y="2156393"/>
                </a:cubicBezTo>
                <a:cubicBezTo>
                  <a:pt x="164459" y="2073705"/>
                  <a:pt x="164876" y="1976963"/>
                  <a:pt x="204103" y="1897659"/>
                </a:cubicBezTo>
                <a:lnTo>
                  <a:pt x="211910" y="1885103"/>
                </a:lnTo>
                <a:lnTo>
                  <a:pt x="202648" y="1883489"/>
                </a:lnTo>
                <a:cubicBezTo>
                  <a:pt x="134632" y="1864802"/>
                  <a:pt x="73744" y="1820169"/>
                  <a:pt x="36106" y="1754017"/>
                </a:cubicBezTo>
                <a:cubicBezTo>
                  <a:pt x="-29759" y="1638253"/>
                  <a:pt x="-2597" y="1494946"/>
                  <a:pt x="93855" y="1410500"/>
                </a:cubicBezTo>
                <a:lnTo>
                  <a:pt x="137097" y="1379777"/>
                </a:lnTo>
                <a:lnTo>
                  <a:pt x="126396" y="1369759"/>
                </a:lnTo>
                <a:cubicBezTo>
                  <a:pt x="114333" y="1355979"/>
                  <a:pt x="103471" y="1340786"/>
                  <a:pt x="94061" y="1324249"/>
                </a:cubicBezTo>
                <a:cubicBezTo>
                  <a:pt x="18786" y="1191946"/>
                  <a:pt x="65017" y="1023671"/>
                  <a:pt x="197319" y="948395"/>
                </a:cubicBezTo>
                <a:cubicBezTo>
                  <a:pt x="230395" y="929578"/>
                  <a:pt x="265719" y="918352"/>
                  <a:pt x="301276" y="914168"/>
                </a:cubicBezTo>
                <a:lnTo>
                  <a:pt x="341004" y="913374"/>
                </a:lnTo>
                <a:lnTo>
                  <a:pt x="329845" y="862594"/>
                </a:lnTo>
                <a:cubicBezTo>
                  <a:pt x="317292" y="755923"/>
                  <a:pt x="368104" y="647155"/>
                  <a:pt x="467331" y="590698"/>
                </a:cubicBezTo>
                <a:cubicBezTo>
                  <a:pt x="516945" y="562469"/>
                  <a:pt x="571617" y="551329"/>
                  <a:pt x="624546" y="555406"/>
                </a:cubicBezTo>
                <a:lnTo>
                  <a:pt x="641123" y="558296"/>
                </a:lnTo>
                <a:lnTo>
                  <a:pt x="638298" y="545437"/>
                </a:lnTo>
                <a:cubicBezTo>
                  <a:pt x="625745" y="438767"/>
                  <a:pt x="676557" y="329998"/>
                  <a:pt x="775784" y="273542"/>
                </a:cubicBezTo>
                <a:cubicBezTo>
                  <a:pt x="841935" y="235905"/>
                  <a:pt x="917079" y="228644"/>
                  <a:pt x="985095" y="247330"/>
                </a:cubicBezTo>
                <a:lnTo>
                  <a:pt x="996491" y="251667"/>
                </a:lnTo>
                <a:lnTo>
                  <a:pt x="1005034" y="202646"/>
                </a:lnTo>
                <a:cubicBezTo>
                  <a:pt x="1023721" y="134631"/>
                  <a:pt x="1068355" y="73744"/>
                  <a:pt x="1134506" y="36107"/>
                </a:cubicBezTo>
                <a:cubicBezTo>
                  <a:pt x="1250271" y="-29759"/>
                  <a:pt x="1393577" y="-2596"/>
                  <a:pt x="1478023" y="93855"/>
                </a:cubicBezTo>
                <a:lnTo>
                  <a:pt x="1483869" y="102083"/>
                </a:lnTo>
                <a:lnTo>
                  <a:pt x="1510798" y="81925"/>
                </a:lnTo>
                <a:cubicBezTo>
                  <a:pt x="1643100" y="6650"/>
                  <a:pt x="1811376" y="52881"/>
                  <a:pt x="1886650" y="185184"/>
                </a:cubicBezTo>
                <a:cubicBezTo>
                  <a:pt x="1914878" y="234798"/>
                  <a:pt x="1926019" y="289470"/>
                  <a:pt x="1921943" y="342399"/>
                </a:cubicBezTo>
                <a:lnTo>
                  <a:pt x="1915752" y="370045"/>
                </a:lnTo>
                <a:lnTo>
                  <a:pt x="2184003" y="244181"/>
                </a:lnTo>
                <a:lnTo>
                  <a:pt x="2141299" y="695666"/>
                </a:lnTo>
                <a:lnTo>
                  <a:pt x="2525726" y="736135"/>
                </a:lnTo>
                <a:lnTo>
                  <a:pt x="2349408" y="973992"/>
                </a:lnTo>
                <a:lnTo>
                  <a:pt x="2691257" y="1168654"/>
                </a:lnTo>
                <a:lnTo>
                  <a:pt x="2455679" y="1303582"/>
                </a:lnTo>
                <a:lnTo>
                  <a:pt x="2480266" y="1320598"/>
                </a:lnTo>
                <a:cubicBezTo>
                  <a:pt x="2500070" y="1339120"/>
                  <a:pt x="2517452" y="1360900"/>
                  <a:pt x="2531567" y="1385707"/>
                </a:cubicBezTo>
                <a:cubicBezTo>
                  <a:pt x="2606842" y="1518010"/>
                  <a:pt x="2560612" y="1686285"/>
                  <a:pt x="2428309" y="1761560"/>
                </a:cubicBezTo>
                <a:cubicBezTo>
                  <a:pt x="2378696" y="1789787"/>
                  <a:pt x="2324024" y="1800929"/>
                  <a:pt x="2271094" y="1796852"/>
                </a:cubicBezTo>
                <a:lnTo>
                  <a:pt x="2270744" y="1796792"/>
                </a:lnTo>
                <a:lnTo>
                  <a:pt x="2271351" y="1827191"/>
                </a:lnTo>
                <a:cubicBezTo>
                  <a:pt x="2269653" y="1849245"/>
                  <a:pt x="2265312" y="1870996"/>
                  <a:pt x="2258464" y="1891954"/>
                </a:cubicBezTo>
                <a:lnTo>
                  <a:pt x="2249493" y="1911227"/>
                </a:lnTo>
                <a:lnTo>
                  <a:pt x="2249326" y="1912175"/>
                </a:lnTo>
                <a:cubicBezTo>
                  <a:pt x="2230641" y="1980191"/>
                  <a:pt x="2186007" y="2041079"/>
                  <a:pt x="2119856" y="2078716"/>
                </a:cubicBezTo>
                <a:cubicBezTo>
                  <a:pt x="2070243" y="2106944"/>
                  <a:pt x="2015571" y="2118085"/>
                  <a:pt x="1962641" y="2114008"/>
                </a:cubicBezTo>
                <a:lnTo>
                  <a:pt x="1962291" y="2113948"/>
                </a:lnTo>
                <a:lnTo>
                  <a:pt x="1962899" y="2144348"/>
                </a:lnTo>
                <a:cubicBezTo>
                  <a:pt x="1957802" y="2210509"/>
                  <a:pt x="1928928" y="2273947"/>
                  <a:pt x="1879926" y="2321379"/>
                </a:cubicBezTo>
                <a:lnTo>
                  <a:pt x="1850550" y="2343370"/>
                </a:lnTo>
                <a:lnTo>
                  <a:pt x="2143872" y="2506794"/>
                </a:lnTo>
                <a:lnTo>
                  <a:pt x="2349150" y="2147346"/>
                </a:lnTo>
                <a:lnTo>
                  <a:pt x="2506384" y="2422668"/>
                </a:lnTo>
                <a:lnTo>
                  <a:pt x="2844487" y="2171385"/>
                </a:lnTo>
                <a:lnTo>
                  <a:pt x="2875284" y="2460463"/>
                </a:lnTo>
                <a:lnTo>
                  <a:pt x="2902558" y="2443689"/>
                </a:lnTo>
                <a:cubicBezTo>
                  <a:pt x="2929247" y="2432253"/>
                  <a:pt x="2958088" y="2424594"/>
                  <a:pt x="2988488" y="2421443"/>
                </a:cubicBezTo>
                <a:cubicBezTo>
                  <a:pt x="3150621" y="2404639"/>
                  <a:pt x="3295678" y="2522452"/>
                  <a:pt x="3312482" y="2684585"/>
                </a:cubicBezTo>
                <a:cubicBezTo>
                  <a:pt x="3318783" y="2745384"/>
                  <a:pt x="3306154" y="2803782"/>
                  <a:pt x="3279356" y="2853917"/>
                </a:cubicBezTo>
                <a:lnTo>
                  <a:pt x="3279146" y="2854234"/>
                </a:lnTo>
                <a:lnTo>
                  <a:pt x="3309211" y="2866734"/>
                </a:lnTo>
                <a:cubicBezTo>
                  <a:pt x="3330100" y="2877900"/>
                  <a:pt x="3349554" y="2891526"/>
                  <a:pt x="3367150" y="2907267"/>
                </a:cubicBezTo>
                <a:lnTo>
                  <a:pt x="3382181" y="2924365"/>
                </a:lnTo>
                <a:lnTo>
                  <a:pt x="3383038" y="2924936"/>
                </a:lnTo>
                <a:cubicBezTo>
                  <a:pt x="3441670" y="2972555"/>
                  <a:pt x="3482135" y="3042542"/>
                  <a:pt x="3490537" y="3123608"/>
                </a:cubicBezTo>
                <a:cubicBezTo>
                  <a:pt x="3496838" y="3184407"/>
                  <a:pt x="3484209" y="3242805"/>
                  <a:pt x="3457411" y="3292940"/>
                </a:cubicBezTo>
                <a:lnTo>
                  <a:pt x="3457201" y="3293257"/>
                </a:lnTo>
                <a:lnTo>
                  <a:pt x="3487266" y="3305757"/>
                </a:lnTo>
                <a:cubicBezTo>
                  <a:pt x="3570822" y="3350420"/>
                  <a:pt x="3631423" y="3434440"/>
                  <a:pt x="3641926" y="3535772"/>
                </a:cubicBezTo>
                <a:cubicBezTo>
                  <a:pt x="3656629" y="3677638"/>
                  <a:pt x="3568266" y="3806431"/>
                  <a:pt x="3437330" y="3847670"/>
                </a:cubicBezTo>
                <a:lnTo>
                  <a:pt x="3434968" y="3848158"/>
                </a:lnTo>
                <a:lnTo>
                  <a:pt x="3437036" y="3849016"/>
                </a:lnTo>
                <a:cubicBezTo>
                  <a:pt x="3520592" y="3893679"/>
                  <a:pt x="3581194" y="3977700"/>
                  <a:pt x="3591696" y="4079033"/>
                </a:cubicBezTo>
                <a:cubicBezTo>
                  <a:pt x="3604299" y="4200632"/>
                  <a:pt x="3541180" y="4312627"/>
                  <a:pt x="3440433" y="4368112"/>
                </a:cubicBezTo>
                <a:lnTo>
                  <a:pt x="3413519" y="4379627"/>
                </a:lnTo>
                <a:lnTo>
                  <a:pt x="3421993" y="4391998"/>
                </a:lnTo>
                <a:cubicBezTo>
                  <a:pt x="3440488" y="4425580"/>
                  <a:pt x="3452704" y="4463344"/>
                  <a:pt x="3456905" y="4503877"/>
                </a:cubicBezTo>
                <a:cubicBezTo>
                  <a:pt x="3473709" y="4666009"/>
                  <a:pt x="3355896" y="4811066"/>
                  <a:pt x="3193763" y="4827870"/>
                </a:cubicBezTo>
                <a:cubicBezTo>
                  <a:pt x="3132964" y="4834171"/>
                  <a:pt x="3074565" y="4821542"/>
                  <a:pt x="3024431" y="4794744"/>
                </a:cubicBezTo>
                <a:lnTo>
                  <a:pt x="3004379" y="4781417"/>
                </a:lnTo>
                <a:lnTo>
                  <a:pt x="2996523" y="4820629"/>
                </a:lnTo>
                <a:cubicBezTo>
                  <a:pt x="2971288" y="4903117"/>
                  <a:pt x="2910603" y="4971409"/>
                  <a:pt x="2830537" y="5005716"/>
                </a:cubicBezTo>
                <a:close/>
              </a:path>
            </a:pathLst>
          </a:custGeom>
          <a:solidFill>
            <a:srgbClr val="00004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PT"/>
          </a:p>
        </p:txBody>
      </p:sp>
      <p:sp>
        <p:nvSpPr>
          <p:cNvPr id="150" name="Freeform: Shape 149">
            <a:extLst>
              <a:ext uri="{FF2B5EF4-FFF2-40B4-BE49-F238E27FC236}">
                <a16:creationId xmlns:a16="http://schemas.microsoft.com/office/drawing/2014/main" id="{33E96628-307A-445A-B09A-59D70F3B1EF3}"/>
              </a:ext>
            </a:extLst>
          </p:cNvPr>
          <p:cNvSpPr/>
          <p:nvPr/>
        </p:nvSpPr>
        <p:spPr>
          <a:xfrm rot="2700000">
            <a:off x="1959239" y="1935463"/>
            <a:ext cx="651034" cy="719062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5BC22B5E-02FB-477B-8BB7-5DDF50C01D14}"/>
              </a:ext>
            </a:extLst>
          </p:cNvPr>
          <p:cNvSpPr/>
          <p:nvPr/>
        </p:nvSpPr>
        <p:spPr>
          <a:xfrm rot="2750059">
            <a:off x="3117899" y="937329"/>
            <a:ext cx="560111" cy="630490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7" name="Freeform: Shape 176">
            <a:extLst>
              <a:ext uri="{FF2B5EF4-FFF2-40B4-BE49-F238E27FC236}">
                <a16:creationId xmlns:a16="http://schemas.microsoft.com/office/drawing/2014/main" id="{131BF3FB-3C1F-41F4-A8E4-DF19F9347E0E}"/>
              </a:ext>
            </a:extLst>
          </p:cNvPr>
          <p:cNvSpPr/>
          <p:nvPr/>
        </p:nvSpPr>
        <p:spPr>
          <a:xfrm rot="6763370">
            <a:off x="4163890" y="1900111"/>
            <a:ext cx="573888" cy="630384"/>
          </a:xfrm>
          <a:custGeom>
            <a:avLst/>
            <a:gdLst>
              <a:gd name="connsiteX0" fmla="*/ 473156 w 2886170"/>
              <a:gd name="connsiteY0" fmla="*/ 2862706 h 3170295"/>
              <a:gd name="connsiteX1" fmla="*/ 458619 w 2886170"/>
              <a:gd name="connsiteY1" fmla="*/ 2790701 h 3170295"/>
              <a:gd name="connsiteX2" fmla="*/ 490212 w 2886170"/>
              <a:gd name="connsiteY2" fmla="*/ 2687274 h 3170295"/>
              <a:gd name="connsiteX3" fmla="*/ 505791 w 2886170"/>
              <a:gd name="connsiteY3" fmla="*/ 2670129 h 3170295"/>
              <a:gd name="connsiteX4" fmla="*/ 485557 w 2886170"/>
              <a:gd name="connsiteY4" fmla="*/ 2668089 h 3170295"/>
              <a:gd name="connsiteX5" fmla="*/ 337852 w 2886170"/>
              <a:gd name="connsiteY5" fmla="*/ 2486861 h 3170295"/>
              <a:gd name="connsiteX6" fmla="*/ 450833 w 2886170"/>
              <a:gd name="connsiteY6" fmla="*/ 2316412 h 3170295"/>
              <a:gd name="connsiteX7" fmla="*/ 485451 w 2886170"/>
              <a:gd name="connsiteY7" fmla="*/ 2305666 h 3170295"/>
              <a:gd name="connsiteX8" fmla="*/ 472499 w 2886170"/>
              <a:gd name="connsiteY8" fmla="*/ 2297808 h 3170295"/>
              <a:gd name="connsiteX9" fmla="*/ 405181 w 2886170"/>
              <a:gd name="connsiteY9" fmla="*/ 2155064 h 3170295"/>
              <a:gd name="connsiteX10" fmla="*/ 590167 w 2886170"/>
              <a:gd name="connsiteY10" fmla="*/ 1970078 h 3170295"/>
              <a:gd name="connsiteX11" fmla="*/ 593708 w 2886170"/>
              <a:gd name="connsiteY11" fmla="*/ 1970435 h 3170295"/>
              <a:gd name="connsiteX12" fmla="*/ 592883 w 2886170"/>
              <a:gd name="connsiteY12" fmla="*/ 1962256 h 3170295"/>
              <a:gd name="connsiteX13" fmla="*/ 777869 w 2886170"/>
              <a:gd name="connsiteY13" fmla="*/ 1777270 h 3170295"/>
              <a:gd name="connsiteX14" fmla="*/ 948318 w 2886170"/>
              <a:gd name="connsiteY14" fmla="*/ 1890251 h 3170295"/>
              <a:gd name="connsiteX15" fmla="*/ 957505 w 2886170"/>
              <a:gd name="connsiteY15" fmla="*/ 1935755 h 3170295"/>
              <a:gd name="connsiteX16" fmla="*/ 970469 w 2886170"/>
              <a:gd name="connsiteY16" fmla="*/ 1931731 h 3170295"/>
              <a:gd name="connsiteX17" fmla="*/ 1007750 w 2886170"/>
              <a:gd name="connsiteY17" fmla="*/ 1927973 h 3170295"/>
              <a:gd name="connsiteX18" fmla="*/ 1138555 w 2886170"/>
              <a:gd name="connsiteY18" fmla="*/ 1982154 h 3170295"/>
              <a:gd name="connsiteX19" fmla="*/ 1158039 w 2886170"/>
              <a:gd name="connsiteY19" fmla="*/ 2011053 h 3170295"/>
              <a:gd name="connsiteX20" fmla="*/ 1163438 w 2886170"/>
              <a:gd name="connsiteY20" fmla="*/ 2003045 h 3170295"/>
              <a:gd name="connsiteX21" fmla="*/ 1294243 w 2886170"/>
              <a:gd name="connsiteY21" fmla="*/ 1948864 h 3170295"/>
              <a:gd name="connsiteX22" fmla="*/ 1366248 w 2886170"/>
              <a:gd name="connsiteY22" fmla="*/ 1963401 h 3170295"/>
              <a:gd name="connsiteX23" fmla="*/ 1371476 w 2886170"/>
              <a:gd name="connsiteY23" fmla="*/ 1966926 h 3170295"/>
              <a:gd name="connsiteX24" fmla="*/ 1390118 w 2886170"/>
              <a:gd name="connsiteY24" fmla="*/ 1939275 h 3170295"/>
              <a:gd name="connsiteX25" fmla="*/ 1520923 w 2886170"/>
              <a:gd name="connsiteY25" fmla="*/ 1885094 h 3170295"/>
              <a:gd name="connsiteX26" fmla="*/ 1592928 w 2886170"/>
              <a:gd name="connsiteY26" fmla="*/ 1899631 h 3170295"/>
              <a:gd name="connsiteX27" fmla="*/ 1613957 w 2886170"/>
              <a:gd name="connsiteY27" fmla="*/ 1913809 h 3170295"/>
              <a:gd name="connsiteX28" fmla="*/ 1612352 w 2886170"/>
              <a:gd name="connsiteY28" fmla="*/ 1907431 h 3170295"/>
              <a:gd name="connsiteX29" fmla="*/ 1664302 w 2886170"/>
              <a:gd name="connsiteY29" fmla="*/ 1760523 h 3170295"/>
              <a:gd name="connsiteX30" fmla="*/ 1702725 w 2886170"/>
              <a:gd name="connsiteY30" fmla="*/ 1734472 h 3170295"/>
              <a:gd name="connsiteX31" fmla="*/ 1694006 w 2886170"/>
              <a:gd name="connsiteY31" fmla="*/ 1724068 h 3170295"/>
              <a:gd name="connsiteX32" fmla="*/ 1676139 w 2886170"/>
              <a:gd name="connsiteY32" fmla="*/ 1691133 h 3170295"/>
              <a:gd name="connsiteX33" fmla="*/ 1675588 w 2886170"/>
              <a:gd name="connsiteY33" fmla="*/ 1549551 h 3170295"/>
              <a:gd name="connsiteX34" fmla="*/ 1694718 w 2886170"/>
              <a:gd name="connsiteY34" fmla="*/ 1520417 h 3170295"/>
              <a:gd name="connsiteX35" fmla="*/ 1685246 w 2886170"/>
              <a:gd name="connsiteY35" fmla="*/ 1518530 h 3170295"/>
              <a:gd name="connsiteX36" fmla="*/ 1584744 w 2886170"/>
              <a:gd name="connsiteY36" fmla="*/ 1418806 h 3170295"/>
              <a:gd name="connsiteX37" fmla="*/ 1570339 w 2886170"/>
              <a:gd name="connsiteY37" fmla="*/ 1346775 h 3170295"/>
              <a:gd name="connsiteX38" fmla="*/ 1571571 w 2886170"/>
              <a:gd name="connsiteY38" fmla="*/ 1340591 h 3170295"/>
              <a:gd name="connsiteX39" fmla="*/ 1538865 w 2886170"/>
              <a:gd name="connsiteY39" fmla="*/ 1334077 h 3170295"/>
              <a:gd name="connsiteX40" fmla="*/ 1438363 w 2886170"/>
              <a:gd name="connsiteY40" fmla="*/ 1234353 h 3170295"/>
              <a:gd name="connsiteX41" fmla="*/ 1423958 w 2886170"/>
              <a:gd name="connsiteY41" fmla="*/ 1162321 h 3170295"/>
              <a:gd name="connsiteX42" fmla="*/ 1436398 w 2886170"/>
              <a:gd name="connsiteY42" fmla="*/ 1099869 h 3170295"/>
              <a:gd name="connsiteX43" fmla="*/ 1404742 w 2886170"/>
              <a:gd name="connsiteY43" fmla="*/ 1126160 h 3170295"/>
              <a:gd name="connsiteX44" fmla="*/ 1363992 w 2886170"/>
              <a:gd name="connsiteY44" fmla="*/ 1139154 h 3170295"/>
              <a:gd name="connsiteX45" fmla="*/ 1371564 w 2886170"/>
              <a:gd name="connsiteY45" fmla="*/ 1148272 h 3170295"/>
              <a:gd name="connsiteX46" fmla="*/ 1390323 w 2886170"/>
              <a:gd name="connsiteY46" fmla="*/ 1321006 h 3170295"/>
              <a:gd name="connsiteX47" fmla="*/ 1348397 w 2886170"/>
              <a:gd name="connsiteY47" fmla="*/ 1400810 h 3170295"/>
              <a:gd name="connsiteX48" fmla="*/ 1342444 w 2886170"/>
              <a:gd name="connsiteY48" fmla="*/ 1405754 h 3170295"/>
              <a:gd name="connsiteX49" fmla="*/ 1368592 w 2886170"/>
              <a:gd name="connsiteY49" fmla="*/ 1437237 h 3170295"/>
              <a:gd name="connsiteX50" fmla="*/ 1387351 w 2886170"/>
              <a:gd name="connsiteY50" fmla="*/ 1609971 h 3170295"/>
              <a:gd name="connsiteX51" fmla="*/ 1105741 w 2886170"/>
              <a:gd name="connsiteY51" fmla="*/ 1764137 h 3170295"/>
              <a:gd name="connsiteX52" fmla="*/ 1025936 w 2886170"/>
              <a:gd name="connsiteY52" fmla="*/ 1722210 h 3170295"/>
              <a:gd name="connsiteX53" fmla="*/ 984062 w 2886170"/>
              <a:gd name="connsiteY53" fmla="*/ 1671789 h 3170295"/>
              <a:gd name="connsiteX54" fmla="*/ 958800 w 2886170"/>
              <a:gd name="connsiteY54" fmla="*/ 1692769 h 3170295"/>
              <a:gd name="connsiteX55" fmla="*/ 786066 w 2886170"/>
              <a:gd name="connsiteY55" fmla="*/ 1711528 h 3170295"/>
              <a:gd name="connsiteX56" fmla="*/ 650659 w 2886170"/>
              <a:gd name="connsiteY56" fmla="*/ 1602652 h 3170295"/>
              <a:gd name="connsiteX57" fmla="*/ 640859 w 2886170"/>
              <a:gd name="connsiteY57" fmla="*/ 1571918 h 3170295"/>
              <a:gd name="connsiteX58" fmla="*/ 567292 w 2886170"/>
              <a:gd name="connsiteY58" fmla="*/ 1595378 h 3170295"/>
              <a:gd name="connsiteX59" fmla="*/ 477472 w 2886170"/>
              <a:gd name="connsiteY59" fmla="*/ 1587697 h 3170295"/>
              <a:gd name="connsiteX60" fmla="*/ 315625 w 2886170"/>
              <a:gd name="connsiteY60" fmla="*/ 1395906 h 3170295"/>
              <a:gd name="connsiteX61" fmla="*/ 322736 w 2886170"/>
              <a:gd name="connsiteY61" fmla="*/ 1312747 h 3170295"/>
              <a:gd name="connsiteX62" fmla="*/ 309379 w 2886170"/>
              <a:gd name="connsiteY62" fmla="*/ 1312967 h 3170295"/>
              <a:gd name="connsiteX63" fmla="*/ 264172 w 2886170"/>
              <a:gd name="connsiteY63" fmla="*/ 1304551 h 3170295"/>
              <a:gd name="connsiteX64" fmla="*/ 111590 w 2886170"/>
              <a:gd name="connsiteY64" fmla="*/ 1155647 h 3170295"/>
              <a:gd name="connsiteX65" fmla="*/ 110006 w 2886170"/>
              <a:gd name="connsiteY65" fmla="*/ 1022941 h 3170295"/>
              <a:gd name="connsiteX66" fmla="*/ 117851 w 2886170"/>
              <a:gd name="connsiteY66" fmla="*/ 1008008 h 3170295"/>
              <a:gd name="connsiteX67" fmla="*/ 83547 w 2886170"/>
              <a:gd name="connsiteY67" fmla="*/ 985263 h 3170295"/>
              <a:gd name="connsiteX68" fmla="*/ 9186 w 2886170"/>
              <a:gd name="connsiteY68" fmla="*/ 745579 h 3170295"/>
              <a:gd name="connsiteX69" fmla="*/ 118062 w 2886170"/>
              <a:gd name="connsiteY69" fmla="*/ 610172 h 3170295"/>
              <a:gd name="connsiteX70" fmla="*/ 131652 w 2886170"/>
              <a:gd name="connsiteY70" fmla="*/ 605839 h 3170295"/>
              <a:gd name="connsiteX71" fmla="*/ 113440 w 2886170"/>
              <a:gd name="connsiteY71" fmla="*/ 583910 h 3170295"/>
              <a:gd name="connsiteX72" fmla="*/ 94681 w 2886170"/>
              <a:gd name="connsiteY72" fmla="*/ 411175 h 3170295"/>
              <a:gd name="connsiteX73" fmla="*/ 376291 w 2886170"/>
              <a:gd name="connsiteY73" fmla="*/ 257009 h 3170295"/>
              <a:gd name="connsiteX74" fmla="*/ 399397 w 2886170"/>
              <a:gd name="connsiteY74" fmla="*/ 266373 h 3170295"/>
              <a:gd name="connsiteX75" fmla="*/ 404993 w 2886170"/>
              <a:gd name="connsiteY75" fmla="*/ 200934 h 3170295"/>
              <a:gd name="connsiteX76" fmla="*/ 686603 w 2886170"/>
              <a:gd name="connsiteY76" fmla="*/ 46768 h 3170295"/>
              <a:gd name="connsiteX77" fmla="*/ 797543 w 2886170"/>
              <a:gd name="connsiteY77" fmla="*/ 119608 h 3170295"/>
              <a:gd name="connsiteX78" fmla="*/ 812371 w 2886170"/>
              <a:gd name="connsiteY78" fmla="*/ 143864 h 3170295"/>
              <a:gd name="connsiteX79" fmla="*/ 821744 w 2886170"/>
              <a:gd name="connsiteY79" fmla="*/ 120733 h 3170295"/>
              <a:gd name="connsiteX80" fmla="*/ 1086086 w 2886170"/>
              <a:gd name="connsiteY80" fmla="*/ 9185 h 3170295"/>
              <a:gd name="connsiteX81" fmla="*/ 1247932 w 2886170"/>
              <a:gd name="connsiteY81" fmla="*/ 200976 h 3170295"/>
              <a:gd name="connsiteX82" fmla="*/ 1248665 w 2886170"/>
              <a:gd name="connsiteY82" fmla="*/ 245453 h 3170295"/>
              <a:gd name="connsiteX83" fmla="*/ 1262382 w 2886170"/>
              <a:gd name="connsiteY83" fmla="*/ 232904 h 3170295"/>
              <a:gd name="connsiteX84" fmla="*/ 1453704 w 2886170"/>
              <a:gd name="connsiteY84" fmla="*/ 202784 h 3170295"/>
              <a:gd name="connsiteX85" fmla="*/ 1607870 w 2886170"/>
              <a:gd name="connsiteY85" fmla="*/ 484394 h 3170295"/>
              <a:gd name="connsiteX86" fmla="*/ 1606229 w 2886170"/>
              <a:gd name="connsiteY86" fmla="*/ 488442 h 3170295"/>
              <a:gd name="connsiteX87" fmla="*/ 1616147 w 2886170"/>
              <a:gd name="connsiteY87" fmla="*/ 490287 h 3170295"/>
              <a:gd name="connsiteX88" fmla="*/ 1770313 w 2886170"/>
              <a:gd name="connsiteY88" fmla="*/ 771897 h 3170295"/>
              <a:gd name="connsiteX89" fmla="*/ 1578522 w 2886170"/>
              <a:gd name="connsiteY89" fmla="*/ 933745 h 3170295"/>
              <a:gd name="connsiteX90" fmla="*/ 1521760 w 2886170"/>
              <a:gd name="connsiteY90" fmla="*/ 928891 h 3170295"/>
              <a:gd name="connsiteX91" fmla="*/ 1522034 w 2886170"/>
              <a:gd name="connsiteY91" fmla="*/ 945547 h 3170295"/>
              <a:gd name="connsiteX92" fmla="*/ 1513618 w 2886170"/>
              <a:gd name="connsiteY92" fmla="*/ 990753 h 3170295"/>
              <a:gd name="connsiteX93" fmla="*/ 1499149 w 2886170"/>
              <a:gd name="connsiteY93" fmla="*/ 1018295 h 3170295"/>
              <a:gd name="connsiteX94" fmla="*/ 1537536 w 2886170"/>
              <a:gd name="connsiteY94" fmla="*/ 992270 h 3170295"/>
              <a:gd name="connsiteX95" fmla="*/ 1609567 w 2886170"/>
              <a:gd name="connsiteY95" fmla="*/ 977865 h 3170295"/>
              <a:gd name="connsiteX96" fmla="*/ 1661946 w 2886170"/>
              <a:gd name="connsiteY96" fmla="*/ 988299 h 3170295"/>
              <a:gd name="connsiteX97" fmla="*/ 1667174 w 2886170"/>
              <a:gd name="connsiteY97" fmla="*/ 962056 h 3170295"/>
              <a:gd name="connsiteX98" fmla="*/ 1766898 w 2886170"/>
              <a:gd name="connsiteY98" fmla="*/ 861553 h 3170295"/>
              <a:gd name="connsiteX99" fmla="*/ 1908479 w 2886170"/>
              <a:gd name="connsiteY99" fmla="*/ 861003 h 3170295"/>
              <a:gd name="connsiteX100" fmla="*/ 1930452 w 2886170"/>
              <a:gd name="connsiteY100" fmla="*/ 875431 h 3170295"/>
              <a:gd name="connsiteX101" fmla="*/ 1964987 w 2886170"/>
              <a:gd name="connsiteY101" fmla="*/ 822833 h 3170295"/>
              <a:gd name="connsiteX102" fmla="*/ 2025788 w 2886170"/>
              <a:gd name="connsiteY102" fmla="*/ 781611 h 3170295"/>
              <a:gd name="connsiteX103" fmla="*/ 2226649 w 2886170"/>
              <a:gd name="connsiteY103" fmla="*/ 819983 h 3170295"/>
              <a:gd name="connsiteX104" fmla="*/ 2264814 w 2886170"/>
              <a:gd name="connsiteY104" fmla="*/ 876275 h 3170295"/>
              <a:gd name="connsiteX105" fmla="*/ 2273158 w 2886170"/>
              <a:gd name="connsiteY105" fmla="*/ 869282 h 3170295"/>
              <a:gd name="connsiteX106" fmla="*/ 2306094 w 2886170"/>
              <a:gd name="connsiteY106" fmla="*/ 851415 h 3170295"/>
              <a:gd name="connsiteX107" fmla="*/ 2548177 w 2886170"/>
              <a:gd name="connsiteY107" fmla="*/ 950588 h 3170295"/>
              <a:gd name="connsiteX108" fmla="*/ 2550872 w 2886170"/>
              <a:gd name="connsiteY108" fmla="*/ 964066 h 3170295"/>
              <a:gd name="connsiteX109" fmla="*/ 2584259 w 2886170"/>
              <a:gd name="connsiteY109" fmla="*/ 960864 h 3170295"/>
              <a:gd name="connsiteX110" fmla="*/ 2754311 w 2886170"/>
              <a:gd name="connsiteY110" fmla="*/ 1074442 h 3170295"/>
              <a:gd name="connsiteX111" fmla="*/ 2754862 w 2886170"/>
              <a:gd name="connsiteY111" fmla="*/ 1216023 h 3170295"/>
              <a:gd name="connsiteX112" fmla="*/ 2748482 w 2886170"/>
              <a:gd name="connsiteY112" fmla="*/ 1225740 h 3170295"/>
              <a:gd name="connsiteX113" fmla="*/ 2771263 w 2886170"/>
              <a:gd name="connsiteY113" fmla="*/ 1230278 h 3170295"/>
              <a:gd name="connsiteX114" fmla="*/ 2871765 w 2886170"/>
              <a:gd name="connsiteY114" fmla="*/ 1330001 h 3170295"/>
              <a:gd name="connsiteX115" fmla="*/ 2772592 w 2886170"/>
              <a:gd name="connsiteY115" fmla="*/ 1572085 h 3170295"/>
              <a:gd name="connsiteX116" fmla="*/ 2753160 w 2886170"/>
              <a:gd name="connsiteY116" fmla="*/ 1578013 h 3170295"/>
              <a:gd name="connsiteX117" fmla="*/ 2783193 w 2886170"/>
              <a:gd name="connsiteY117" fmla="*/ 1622310 h 3170295"/>
              <a:gd name="connsiteX118" fmla="*/ 2684020 w 2886170"/>
              <a:gd name="connsiteY118" fmla="*/ 1864393 h 3170295"/>
              <a:gd name="connsiteX119" fmla="*/ 2576417 w 2886170"/>
              <a:gd name="connsiteY119" fmla="*/ 1875204 h 3170295"/>
              <a:gd name="connsiteX120" fmla="*/ 2554585 w 2886170"/>
              <a:gd name="connsiteY120" fmla="*/ 1867456 h 3170295"/>
              <a:gd name="connsiteX121" fmla="*/ 2560520 w 2886170"/>
              <a:gd name="connsiteY121" fmla="*/ 1886908 h 3170295"/>
              <a:gd name="connsiteX122" fmla="*/ 2450412 w 2886170"/>
              <a:gd name="connsiteY122" fmla="*/ 2093152 h 3170295"/>
              <a:gd name="connsiteX123" fmla="*/ 2249551 w 2886170"/>
              <a:gd name="connsiteY123" fmla="*/ 2054780 h 3170295"/>
              <a:gd name="connsiteX124" fmla="*/ 2226267 w 2886170"/>
              <a:gd name="connsiteY124" fmla="*/ 2027000 h 3170295"/>
              <a:gd name="connsiteX125" fmla="*/ 2224022 w 2886170"/>
              <a:gd name="connsiteY125" fmla="*/ 2041982 h 3170295"/>
              <a:gd name="connsiteX126" fmla="*/ 2118361 w 2886170"/>
              <a:gd name="connsiteY126" fmla="*/ 2159213 h 3170295"/>
              <a:gd name="connsiteX127" fmla="*/ 1876277 w 2886170"/>
              <a:gd name="connsiteY127" fmla="*/ 2060041 h 3170295"/>
              <a:gd name="connsiteX128" fmla="*/ 1875239 w 2886170"/>
              <a:gd name="connsiteY128" fmla="*/ 2056636 h 3170295"/>
              <a:gd name="connsiteX129" fmla="*/ 1868013 w 2886170"/>
              <a:gd name="connsiteY129" fmla="*/ 2060557 h 3170295"/>
              <a:gd name="connsiteX130" fmla="*/ 1726432 w 2886170"/>
              <a:gd name="connsiteY130" fmla="*/ 2061108 h 3170295"/>
              <a:gd name="connsiteX131" fmla="*/ 1703486 w 2886170"/>
              <a:gd name="connsiteY131" fmla="*/ 2046041 h 3170295"/>
              <a:gd name="connsiteX132" fmla="*/ 1705909 w 2886170"/>
              <a:gd name="connsiteY132" fmla="*/ 2070080 h 3170295"/>
              <a:gd name="connsiteX133" fmla="*/ 1691372 w 2886170"/>
              <a:gd name="connsiteY133" fmla="*/ 2142085 h 3170295"/>
              <a:gd name="connsiteX134" fmla="*/ 1661515 w 2886170"/>
              <a:gd name="connsiteY134" fmla="*/ 2186368 h 3170295"/>
              <a:gd name="connsiteX135" fmla="*/ 1683702 w 2886170"/>
              <a:gd name="connsiteY135" fmla="*/ 2201327 h 3170295"/>
              <a:gd name="connsiteX136" fmla="*/ 1737883 w 2886170"/>
              <a:gd name="connsiteY136" fmla="*/ 2332132 h 3170295"/>
              <a:gd name="connsiteX137" fmla="*/ 1683702 w 2886170"/>
              <a:gd name="connsiteY137" fmla="*/ 2462937 h 3170295"/>
              <a:gd name="connsiteX138" fmla="*/ 1661906 w 2886170"/>
              <a:gd name="connsiteY138" fmla="*/ 2477632 h 3170295"/>
              <a:gd name="connsiteX139" fmla="*/ 1697081 w 2886170"/>
              <a:gd name="connsiteY139" fmla="*/ 2529803 h 3170295"/>
              <a:gd name="connsiteX140" fmla="*/ 1711618 w 2886170"/>
              <a:gd name="connsiteY140" fmla="*/ 2601808 h 3170295"/>
              <a:gd name="connsiteX141" fmla="*/ 1598637 w 2886170"/>
              <a:gd name="connsiteY141" fmla="*/ 2772257 h 3170295"/>
              <a:gd name="connsiteX142" fmla="*/ 1531972 w 2886170"/>
              <a:gd name="connsiteY142" fmla="*/ 2785716 h 3170295"/>
              <a:gd name="connsiteX143" fmla="*/ 1535199 w 2886170"/>
              <a:gd name="connsiteY143" fmla="*/ 2796113 h 3170295"/>
              <a:gd name="connsiteX144" fmla="*/ 1538957 w 2886170"/>
              <a:gd name="connsiteY144" fmla="*/ 2833394 h 3170295"/>
              <a:gd name="connsiteX145" fmla="*/ 1353971 w 2886170"/>
              <a:gd name="connsiteY145" fmla="*/ 3018380 h 3170295"/>
              <a:gd name="connsiteX146" fmla="*/ 1340498 w 2886170"/>
              <a:gd name="connsiteY146" fmla="*/ 3015660 h 3170295"/>
              <a:gd name="connsiteX147" fmla="*/ 1330555 w 2886170"/>
              <a:gd name="connsiteY147" fmla="*/ 3047692 h 3170295"/>
              <a:gd name="connsiteX148" fmla="*/ 1160106 w 2886170"/>
              <a:gd name="connsiteY148" fmla="*/ 3160673 h 3170295"/>
              <a:gd name="connsiteX149" fmla="*/ 1029301 w 2886170"/>
              <a:gd name="connsiteY149" fmla="*/ 3106492 h 3170295"/>
              <a:gd name="connsiteX150" fmla="*/ 1022803 w 2886170"/>
              <a:gd name="connsiteY150" fmla="*/ 3096854 h 3170295"/>
              <a:gd name="connsiteX151" fmla="*/ 1009818 w 2886170"/>
              <a:gd name="connsiteY151" fmla="*/ 3116114 h 3170295"/>
              <a:gd name="connsiteX152" fmla="*/ 879013 w 2886170"/>
              <a:gd name="connsiteY152" fmla="*/ 3170295 h 3170295"/>
              <a:gd name="connsiteX153" fmla="*/ 694027 w 2886170"/>
              <a:gd name="connsiteY153" fmla="*/ 2985309 h 3170295"/>
              <a:gd name="connsiteX154" fmla="*/ 696065 w 2886170"/>
              <a:gd name="connsiteY154" fmla="*/ 2965096 h 3170295"/>
              <a:gd name="connsiteX155" fmla="*/ 643605 w 2886170"/>
              <a:gd name="connsiteY155" fmla="*/ 2975687 h 3170295"/>
              <a:gd name="connsiteX156" fmla="*/ 473156 w 2886170"/>
              <a:gd name="connsiteY156" fmla="*/ 2862706 h 31702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</a:cxnLst>
            <a:rect l="l" t="t" r="r" b="b"/>
            <a:pathLst>
              <a:path w="2886170" h="3170295">
                <a:moveTo>
                  <a:pt x="473156" y="2862706"/>
                </a:moveTo>
                <a:cubicBezTo>
                  <a:pt x="463795" y="2840574"/>
                  <a:pt x="458619" y="2816242"/>
                  <a:pt x="458619" y="2790701"/>
                </a:cubicBezTo>
                <a:cubicBezTo>
                  <a:pt x="458619" y="2752389"/>
                  <a:pt x="470266" y="2716798"/>
                  <a:pt x="490212" y="2687274"/>
                </a:cubicBezTo>
                <a:lnTo>
                  <a:pt x="505791" y="2670129"/>
                </a:lnTo>
                <a:lnTo>
                  <a:pt x="485557" y="2668089"/>
                </a:lnTo>
                <a:cubicBezTo>
                  <a:pt x="401262" y="2650840"/>
                  <a:pt x="337852" y="2576255"/>
                  <a:pt x="337852" y="2486861"/>
                </a:cubicBezTo>
                <a:cubicBezTo>
                  <a:pt x="337852" y="2410237"/>
                  <a:pt x="384439" y="2344495"/>
                  <a:pt x="450833" y="2316412"/>
                </a:cubicBezTo>
                <a:lnTo>
                  <a:pt x="485451" y="2305666"/>
                </a:lnTo>
                <a:lnTo>
                  <a:pt x="472499" y="2297808"/>
                </a:lnTo>
                <a:cubicBezTo>
                  <a:pt x="431386" y="2263879"/>
                  <a:pt x="405181" y="2212532"/>
                  <a:pt x="405181" y="2155064"/>
                </a:cubicBezTo>
                <a:cubicBezTo>
                  <a:pt x="405181" y="2052899"/>
                  <a:pt x="488002" y="1970078"/>
                  <a:pt x="590167" y="1970078"/>
                </a:cubicBezTo>
                <a:lnTo>
                  <a:pt x="593708" y="1970435"/>
                </a:lnTo>
                <a:lnTo>
                  <a:pt x="592883" y="1962256"/>
                </a:lnTo>
                <a:cubicBezTo>
                  <a:pt x="592883" y="1860091"/>
                  <a:pt x="675704" y="1777270"/>
                  <a:pt x="777869" y="1777270"/>
                </a:cubicBezTo>
                <a:cubicBezTo>
                  <a:pt x="854493" y="1777270"/>
                  <a:pt x="920236" y="1823857"/>
                  <a:pt x="948318" y="1890251"/>
                </a:cubicBezTo>
                <a:lnTo>
                  <a:pt x="957505" y="1935755"/>
                </a:lnTo>
                <a:lnTo>
                  <a:pt x="970469" y="1931731"/>
                </a:lnTo>
                <a:cubicBezTo>
                  <a:pt x="982511" y="1929267"/>
                  <a:pt x="994980" y="1927973"/>
                  <a:pt x="1007750" y="1927973"/>
                </a:cubicBezTo>
                <a:cubicBezTo>
                  <a:pt x="1058833" y="1927973"/>
                  <a:pt x="1105079" y="1948678"/>
                  <a:pt x="1138555" y="1982154"/>
                </a:cubicBezTo>
                <a:lnTo>
                  <a:pt x="1158039" y="2011053"/>
                </a:lnTo>
                <a:lnTo>
                  <a:pt x="1163438" y="2003045"/>
                </a:lnTo>
                <a:cubicBezTo>
                  <a:pt x="1196914" y="1969569"/>
                  <a:pt x="1243161" y="1948864"/>
                  <a:pt x="1294243" y="1948864"/>
                </a:cubicBezTo>
                <a:cubicBezTo>
                  <a:pt x="1319784" y="1948864"/>
                  <a:pt x="1344117" y="1954040"/>
                  <a:pt x="1366248" y="1963401"/>
                </a:cubicBezTo>
                <a:lnTo>
                  <a:pt x="1371476" y="1966926"/>
                </a:lnTo>
                <a:lnTo>
                  <a:pt x="1390118" y="1939275"/>
                </a:lnTo>
                <a:cubicBezTo>
                  <a:pt x="1423594" y="1905799"/>
                  <a:pt x="1469841" y="1885094"/>
                  <a:pt x="1520923" y="1885094"/>
                </a:cubicBezTo>
                <a:cubicBezTo>
                  <a:pt x="1546464" y="1885094"/>
                  <a:pt x="1570796" y="1890270"/>
                  <a:pt x="1592928" y="1899631"/>
                </a:cubicBezTo>
                <a:lnTo>
                  <a:pt x="1613957" y="1913809"/>
                </a:lnTo>
                <a:lnTo>
                  <a:pt x="1612352" y="1907431"/>
                </a:lnTo>
                <a:cubicBezTo>
                  <a:pt x="1607171" y="1853082"/>
                  <a:pt x="1626507" y="1799184"/>
                  <a:pt x="1664302" y="1760523"/>
                </a:cubicBezTo>
                <a:lnTo>
                  <a:pt x="1702725" y="1734472"/>
                </a:lnTo>
                <a:lnTo>
                  <a:pt x="1694006" y="1724068"/>
                </a:lnTo>
                <a:cubicBezTo>
                  <a:pt x="1687082" y="1713913"/>
                  <a:pt x="1681072" y="1702911"/>
                  <a:pt x="1676139" y="1691133"/>
                </a:cubicBezTo>
                <a:cubicBezTo>
                  <a:pt x="1656407" y="1644014"/>
                  <a:pt x="1657641" y="1593360"/>
                  <a:pt x="1675588" y="1549551"/>
                </a:cubicBezTo>
                <a:lnTo>
                  <a:pt x="1694718" y="1520417"/>
                </a:lnTo>
                <a:lnTo>
                  <a:pt x="1685246" y="1518530"/>
                </a:lnTo>
                <a:cubicBezTo>
                  <a:pt x="1641437" y="1500583"/>
                  <a:pt x="1604475" y="1465924"/>
                  <a:pt x="1584744" y="1418806"/>
                </a:cubicBezTo>
                <a:cubicBezTo>
                  <a:pt x="1574878" y="1395248"/>
                  <a:pt x="1570253" y="1370804"/>
                  <a:pt x="1570339" y="1346775"/>
                </a:cubicBezTo>
                <a:lnTo>
                  <a:pt x="1571571" y="1340591"/>
                </a:lnTo>
                <a:lnTo>
                  <a:pt x="1538865" y="1334077"/>
                </a:lnTo>
                <a:cubicBezTo>
                  <a:pt x="1495056" y="1316130"/>
                  <a:pt x="1458094" y="1281470"/>
                  <a:pt x="1438363" y="1234353"/>
                </a:cubicBezTo>
                <a:cubicBezTo>
                  <a:pt x="1428497" y="1210794"/>
                  <a:pt x="1423872" y="1186351"/>
                  <a:pt x="1423958" y="1162321"/>
                </a:cubicBezTo>
                <a:lnTo>
                  <a:pt x="1436398" y="1099869"/>
                </a:lnTo>
                <a:lnTo>
                  <a:pt x="1404742" y="1126160"/>
                </a:lnTo>
                <a:lnTo>
                  <a:pt x="1363992" y="1139154"/>
                </a:lnTo>
                <a:lnTo>
                  <a:pt x="1371564" y="1148272"/>
                </a:lnTo>
                <a:cubicBezTo>
                  <a:pt x="1399463" y="1199234"/>
                  <a:pt x="1407920" y="1260838"/>
                  <a:pt x="1390323" y="1321006"/>
                </a:cubicBezTo>
                <a:cubicBezTo>
                  <a:pt x="1381525" y="1351090"/>
                  <a:pt x="1367047" y="1377968"/>
                  <a:pt x="1348397" y="1400810"/>
                </a:cubicBezTo>
                <a:lnTo>
                  <a:pt x="1342444" y="1405754"/>
                </a:lnTo>
                <a:lnTo>
                  <a:pt x="1368592" y="1437237"/>
                </a:lnTo>
                <a:cubicBezTo>
                  <a:pt x="1396491" y="1488198"/>
                  <a:pt x="1404947" y="1549803"/>
                  <a:pt x="1387351" y="1609971"/>
                </a:cubicBezTo>
                <a:cubicBezTo>
                  <a:pt x="1352158" y="1730307"/>
                  <a:pt x="1226077" y="1799329"/>
                  <a:pt x="1105741" y="1764137"/>
                </a:cubicBezTo>
                <a:cubicBezTo>
                  <a:pt x="1075657" y="1755339"/>
                  <a:pt x="1048779" y="1740860"/>
                  <a:pt x="1025936" y="1722210"/>
                </a:cubicBezTo>
                <a:lnTo>
                  <a:pt x="984062" y="1671789"/>
                </a:lnTo>
                <a:lnTo>
                  <a:pt x="958800" y="1692769"/>
                </a:lnTo>
                <a:cubicBezTo>
                  <a:pt x="907838" y="1720668"/>
                  <a:pt x="846233" y="1729125"/>
                  <a:pt x="786066" y="1711528"/>
                </a:cubicBezTo>
                <a:cubicBezTo>
                  <a:pt x="725897" y="1693932"/>
                  <a:pt x="678558" y="1653614"/>
                  <a:pt x="650659" y="1602652"/>
                </a:cubicBezTo>
                <a:lnTo>
                  <a:pt x="640859" y="1571918"/>
                </a:lnTo>
                <a:lnTo>
                  <a:pt x="567292" y="1595378"/>
                </a:lnTo>
                <a:cubicBezTo>
                  <a:pt x="537999" y="1598780"/>
                  <a:pt x="507556" y="1596495"/>
                  <a:pt x="477472" y="1587697"/>
                </a:cubicBezTo>
                <a:cubicBezTo>
                  <a:pt x="387219" y="1561302"/>
                  <a:pt x="325831" y="1483782"/>
                  <a:pt x="315625" y="1395906"/>
                </a:cubicBezTo>
                <a:lnTo>
                  <a:pt x="322736" y="1312747"/>
                </a:lnTo>
                <a:lnTo>
                  <a:pt x="309379" y="1312967"/>
                </a:lnTo>
                <a:cubicBezTo>
                  <a:pt x="294346" y="1311721"/>
                  <a:pt x="279215" y="1308950"/>
                  <a:pt x="264172" y="1304551"/>
                </a:cubicBezTo>
                <a:cubicBezTo>
                  <a:pt x="188962" y="1282555"/>
                  <a:pt x="133796" y="1225057"/>
                  <a:pt x="111590" y="1155647"/>
                </a:cubicBezTo>
                <a:cubicBezTo>
                  <a:pt x="98267" y="1114001"/>
                  <a:pt x="96809" y="1068067"/>
                  <a:pt x="110006" y="1022941"/>
                </a:cubicBezTo>
                <a:lnTo>
                  <a:pt x="117851" y="1008008"/>
                </a:lnTo>
                <a:lnTo>
                  <a:pt x="83547" y="985263"/>
                </a:lnTo>
                <a:cubicBezTo>
                  <a:pt x="15018" y="929316"/>
                  <a:pt x="-17209" y="835831"/>
                  <a:pt x="9186" y="745579"/>
                </a:cubicBezTo>
                <a:cubicBezTo>
                  <a:pt x="26782" y="685411"/>
                  <a:pt x="67100" y="638071"/>
                  <a:pt x="118062" y="610172"/>
                </a:cubicBezTo>
                <a:lnTo>
                  <a:pt x="131652" y="605839"/>
                </a:lnTo>
                <a:lnTo>
                  <a:pt x="113440" y="583910"/>
                </a:lnTo>
                <a:cubicBezTo>
                  <a:pt x="85541" y="532948"/>
                  <a:pt x="77084" y="471344"/>
                  <a:pt x="94681" y="411175"/>
                </a:cubicBezTo>
                <a:cubicBezTo>
                  <a:pt x="129873" y="290839"/>
                  <a:pt x="255954" y="221816"/>
                  <a:pt x="376291" y="257009"/>
                </a:cubicBezTo>
                <a:lnTo>
                  <a:pt x="399397" y="266373"/>
                </a:lnTo>
                <a:lnTo>
                  <a:pt x="404993" y="200934"/>
                </a:lnTo>
                <a:cubicBezTo>
                  <a:pt x="440186" y="80598"/>
                  <a:pt x="566267" y="11576"/>
                  <a:pt x="686603" y="46768"/>
                </a:cubicBezTo>
                <a:cubicBezTo>
                  <a:pt x="731730" y="59966"/>
                  <a:pt x="769639" y="85944"/>
                  <a:pt x="797543" y="119608"/>
                </a:cubicBezTo>
                <a:lnTo>
                  <a:pt x="812371" y="143864"/>
                </a:lnTo>
                <a:lnTo>
                  <a:pt x="821744" y="120733"/>
                </a:lnTo>
                <a:cubicBezTo>
                  <a:pt x="871098" y="27388"/>
                  <a:pt x="980792" y="-21609"/>
                  <a:pt x="1086086" y="9185"/>
                </a:cubicBezTo>
                <a:cubicBezTo>
                  <a:pt x="1176338" y="35580"/>
                  <a:pt x="1237725" y="113099"/>
                  <a:pt x="1247932" y="200976"/>
                </a:cubicBezTo>
                <a:lnTo>
                  <a:pt x="1248665" y="245453"/>
                </a:lnTo>
                <a:lnTo>
                  <a:pt x="1262382" y="232904"/>
                </a:lnTo>
                <a:cubicBezTo>
                  <a:pt x="1316508" y="196166"/>
                  <a:pt x="1386014" y="182988"/>
                  <a:pt x="1453704" y="202784"/>
                </a:cubicBezTo>
                <a:cubicBezTo>
                  <a:pt x="1574040" y="237976"/>
                  <a:pt x="1643063" y="364058"/>
                  <a:pt x="1607870" y="484394"/>
                </a:cubicBezTo>
                <a:lnTo>
                  <a:pt x="1606229" y="488442"/>
                </a:lnTo>
                <a:lnTo>
                  <a:pt x="1616147" y="490287"/>
                </a:lnTo>
                <a:cubicBezTo>
                  <a:pt x="1736484" y="525480"/>
                  <a:pt x="1805506" y="651561"/>
                  <a:pt x="1770313" y="771897"/>
                </a:cubicBezTo>
                <a:cubicBezTo>
                  <a:pt x="1743918" y="862150"/>
                  <a:pt x="1666399" y="923539"/>
                  <a:pt x="1578522" y="933745"/>
                </a:cubicBezTo>
                <a:lnTo>
                  <a:pt x="1521760" y="928891"/>
                </a:lnTo>
                <a:lnTo>
                  <a:pt x="1522034" y="945547"/>
                </a:lnTo>
                <a:cubicBezTo>
                  <a:pt x="1520788" y="960579"/>
                  <a:pt x="1518017" y="975712"/>
                  <a:pt x="1513618" y="990753"/>
                </a:cubicBezTo>
                <a:lnTo>
                  <a:pt x="1499149" y="1018295"/>
                </a:lnTo>
                <a:lnTo>
                  <a:pt x="1537536" y="992270"/>
                </a:lnTo>
                <a:cubicBezTo>
                  <a:pt x="1561094" y="982404"/>
                  <a:pt x="1585538" y="977779"/>
                  <a:pt x="1609567" y="977865"/>
                </a:cubicBezTo>
                <a:lnTo>
                  <a:pt x="1661946" y="988299"/>
                </a:lnTo>
                <a:lnTo>
                  <a:pt x="1667174" y="962056"/>
                </a:lnTo>
                <a:cubicBezTo>
                  <a:pt x="1685121" y="918247"/>
                  <a:pt x="1719780" y="881285"/>
                  <a:pt x="1766898" y="861553"/>
                </a:cubicBezTo>
                <a:cubicBezTo>
                  <a:pt x="1814016" y="841821"/>
                  <a:pt x="1864670" y="843056"/>
                  <a:pt x="1908479" y="861003"/>
                </a:cubicBezTo>
                <a:lnTo>
                  <a:pt x="1930452" y="875431"/>
                </a:lnTo>
                <a:lnTo>
                  <a:pt x="1964987" y="822833"/>
                </a:lnTo>
                <a:cubicBezTo>
                  <a:pt x="1981785" y="805650"/>
                  <a:pt x="2002229" y="791477"/>
                  <a:pt x="2025788" y="781611"/>
                </a:cubicBezTo>
                <a:cubicBezTo>
                  <a:pt x="2096465" y="752013"/>
                  <a:pt x="2175100" y="769590"/>
                  <a:pt x="2226649" y="819983"/>
                </a:cubicBezTo>
                <a:lnTo>
                  <a:pt x="2264814" y="876275"/>
                </a:lnTo>
                <a:lnTo>
                  <a:pt x="2273158" y="869282"/>
                </a:lnTo>
                <a:cubicBezTo>
                  <a:pt x="2283313" y="862358"/>
                  <a:pt x="2294314" y="856348"/>
                  <a:pt x="2306094" y="851415"/>
                </a:cubicBezTo>
                <a:cubicBezTo>
                  <a:pt x="2400329" y="811952"/>
                  <a:pt x="2508713" y="856353"/>
                  <a:pt x="2548177" y="950588"/>
                </a:cubicBezTo>
                <a:lnTo>
                  <a:pt x="2550872" y="964066"/>
                </a:lnTo>
                <a:lnTo>
                  <a:pt x="2584259" y="960864"/>
                </a:lnTo>
                <a:cubicBezTo>
                  <a:pt x="2656347" y="961121"/>
                  <a:pt x="2724713" y="1003766"/>
                  <a:pt x="2754311" y="1074442"/>
                </a:cubicBezTo>
                <a:cubicBezTo>
                  <a:pt x="2774042" y="1121560"/>
                  <a:pt x="2772808" y="1172215"/>
                  <a:pt x="2754862" y="1216023"/>
                </a:cubicBezTo>
                <a:lnTo>
                  <a:pt x="2748482" y="1225740"/>
                </a:lnTo>
                <a:lnTo>
                  <a:pt x="2771263" y="1230278"/>
                </a:lnTo>
                <a:cubicBezTo>
                  <a:pt x="2815071" y="1248224"/>
                  <a:pt x="2852033" y="1282883"/>
                  <a:pt x="2871765" y="1330001"/>
                </a:cubicBezTo>
                <a:cubicBezTo>
                  <a:pt x="2911228" y="1424237"/>
                  <a:pt x="2866827" y="1532621"/>
                  <a:pt x="2772592" y="1572085"/>
                </a:cubicBezTo>
                <a:lnTo>
                  <a:pt x="2753160" y="1578013"/>
                </a:lnTo>
                <a:lnTo>
                  <a:pt x="2783193" y="1622310"/>
                </a:lnTo>
                <a:cubicBezTo>
                  <a:pt x="2822657" y="1716545"/>
                  <a:pt x="2778256" y="1824930"/>
                  <a:pt x="2684020" y="1864393"/>
                </a:cubicBezTo>
                <a:cubicBezTo>
                  <a:pt x="2648682" y="1879192"/>
                  <a:pt x="2611355" y="1882197"/>
                  <a:pt x="2576417" y="1875204"/>
                </a:cubicBezTo>
                <a:lnTo>
                  <a:pt x="2554585" y="1867456"/>
                </a:lnTo>
                <a:lnTo>
                  <a:pt x="2560520" y="1886908"/>
                </a:lnTo>
                <a:cubicBezTo>
                  <a:pt x="2577170" y="1971323"/>
                  <a:pt x="2532868" y="2058622"/>
                  <a:pt x="2450412" y="2093152"/>
                </a:cubicBezTo>
                <a:cubicBezTo>
                  <a:pt x="2379736" y="2122750"/>
                  <a:pt x="2301101" y="2105173"/>
                  <a:pt x="2249551" y="2054780"/>
                </a:cubicBezTo>
                <a:lnTo>
                  <a:pt x="2226267" y="2027000"/>
                </a:lnTo>
                <a:lnTo>
                  <a:pt x="2224022" y="2041982"/>
                </a:lnTo>
                <a:cubicBezTo>
                  <a:pt x="2208608" y="2093010"/>
                  <a:pt x="2171368" y="2137015"/>
                  <a:pt x="2118361" y="2159213"/>
                </a:cubicBezTo>
                <a:cubicBezTo>
                  <a:pt x="2024125" y="2198677"/>
                  <a:pt x="1915741" y="2154276"/>
                  <a:pt x="1876277" y="2060041"/>
                </a:cubicBezTo>
                <a:lnTo>
                  <a:pt x="1875239" y="2056636"/>
                </a:lnTo>
                <a:lnTo>
                  <a:pt x="1868013" y="2060557"/>
                </a:lnTo>
                <a:cubicBezTo>
                  <a:pt x="1820895" y="2080289"/>
                  <a:pt x="1770240" y="2079054"/>
                  <a:pt x="1726432" y="2061108"/>
                </a:cubicBezTo>
                <a:lnTo>
                  <a:pt x="1703486" y="2046041"/>
                </a:lnTo>
                <a:lnTo>
                  <a:pt x="1705909" y="2070080"/>
                </a:lnTo>
                <a:cubicBezTo>
                  <a:pt x="1705909" y="2095621"/>
                  <a:pt x="1700733" y="2119954"/>
                  <a:pt x="1691372" y="2142085"/>
                </a:cubicBezTo>
                <a:lnTo>
                  <a:pt x="1661515" y="2186368"/>
                </a:lnTo>
                <a:lnTo>
                  <a:pt x="1683702" y="2201327"/>
                </a:lnTo>
                <a:cubicBezTo>
                  <a:pt x="1717178" y="2234803"/>
                  <a:pt x="1737883" y="2281050"/>
                  <a:pt x="1737883" y="2332132"/>
                </a:cubicBezTo>
                <a:cubicBezTo>
                  <a:pt x="1737883" y="2383215"/>
                  <a:pt x="1717178" y="2429461"/>
                  <a:pt x="1683702" y="2462937"/>
                </a:cubicBezTo>
                <a:lnTo>
                  <a:pt x="1661906" y="2477632"/>
                </a:lnTo>
                <a:lnTo>
                  <a:pt x="1697081" y="2529803"/>
                </a:lnTo>
                <a:cubicBezTo>
                  <a:pt x="1706442" y="2551935"/>
                  <a:pt x="1711618" y="2576267"/>
                  <a:pt x="1711618" y="2601808"/>
                </a:cubicBezTo>
                <a:cubicBezTo>
                  <a:pt x="1711618" y="2678432"/>
                  <a:pt x="1665031" y="2744175"/>
                  <a:pt x="1598637" y="2772257"/>
                </a:cubicBezTo>
                <a:lnTo>
                  <a:pt x="1531972" y="2785716"/>
                </a:lnTo>
                <a:lnTo>
                  <a:pt x="1535199" y="2796113"/>
                </a:lnTo>
                <a:cubicBezTo>
                  <a:pt x="1537663" y="2808155"/>
                  <a:pt x="1538957" y="2820623"/>
                  <a:pt x="1538957" y="2833394"/>
                </a:cubicBezTo>
                <a:cubicBezTo>
                  <a:pt x="1538957" y="2935559"/>
                  <a:pt x="1456136" y="3018380"/>
                  <a:pt x="1353971" y="3018380"/>
                </a:cubicBezTo>
                <a:lnTo>
                  <a:pt x="1340498" y="3015660"/>
                </a:lnTo>
                <a:lnTo>
                  <a:pt x="1330555" y="3047692"/>
                </a:lnTo>
                <a:cubicBezTo>
                  <a:pt x="1302473" y="3114086"/>
                  <a:pt x="1236730" y="3160673"/>
                  <a:pt x="1160106" y="3160673"/>
                </a:cubicBezTo>
                <a:cubicBezTo>
                  <a:pt x="1109024" y="3160673"/>
                  <a:pt x="1062777" y="3139968"/>
                  <a:pt x="1029301" y="3106492"/>
                </a:cubicBezTo>
                <a:lnTo>
                  <a:pt x="1022803" y="3096854"/>
                </a:lnTo>
                <a:lnTo>
                  <a:pt x="1009818" y="3116114"/>
                </a:lnTo>
                <a:cubicBezTo>
                  <a:pt x="976342" y="3149590"/>
                  <a:pt x="930096" y="3170295"/>
                  <a:pt x="879013" y="3170295"/>
                </a:cubicBezTo>
                <a:cubicBezTo>
                  <a:pt x="776848" y="3170295"/>
                  <a:pt x="694027" y="3087474"/>
                  <a:pt x="694027" y="2985309"/>
                </a:cubicBezTo>
                <a:lnTo>
                  <a:pt x="696065" y="2965096"/>
                </a:lnTo>
                <a:lnTo>
                  <a:pt x="643605" y="2975687"/>
                </a:lnTo>
                <a:cubicBezTo>
                  <a:pt x="566981" y="2975687"/>
                  <a:pt x="501239" y="2929100"/>
                  <a:pt x="473156" y="2862706"/>
                </a:cubicBezTo>
                <a:close/>
              </a:path>
            </a:pathLst>
          </a:custGeom>
          <a:solidFill>
            <a:srgbClr val="FF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97" name="Freeform: Shape 196">
            <a:extLst>
              <a:ext uri="{FF2B5EF4-FFF2-40B4-BE49-F238E27FC236}">
                <a16:creationId xmlns:a16="http://schemas.microsoft.com/office/drawing/2014/main" id="{6E04EC6A-1652-4A88-8C5C-4B0694C00258}"/>
              </a:ext>
            </a:extLst>
          </p:cNvPr>
          <p:cNvSpPr/>
          <p:nvPr/>
        </p:nvSpPr>
        <p:spPr>
          <a:xfrm rot="12360163">
            <a:off x="1998098" y="-290134"/>
            <a:ext cx="624372" cy="709848"/>
          </a:xfrm>
          <a:custGeom>
            <a:avLst/>
            <a:gdLst>
              <a:gd name="connsiteX0" fmla="*/ 3602498 w 5123311"/>
              <a:gd name="connsiteY0" fmla="*/ 5385200 h 5824684"/>
              <a:gd name="connsiteX1" fmla="*/ 3532051 w 5123311"/>
              <a:gd name="connsiteY1" fmla="*/ 5408395 h 5824684"/>
              <a:gd name="connsiteX2" fmla="*/ 3509175 w 5123311"/>
              <a:gd name="connsiteY2" fmla="*/ 5418877 h 5824684"/>
              <a:gd name="connsiteX3" fmla="*/ 3095178 w 5123311"/>
              <a:gd name="connsiteY3" fmla="*/ 5578924 h 5824684"/>
              <a:gd name="connsiteX4" fmla="*/ 1720949 w 5123311"/>
              <a:gd name="connsiteY4" fmla="*/ 5808640 h 5824684"/>
              <a:gd name="connsiteX5" fmla="*/ 1709249 w 5123311"/>
              <a:gd name="connsiteY5" fmla="*/ 5804366 h 5824684"/>
              <a:gd name="connsiteX6" fmla="*/ 1656750 w 5123311"/>
              <a:gd name="connsiteY6" fmla="*/ 5797308 h 5824684"/>
              <a:gd name="connsiteX7" fmla="*/ 1216281 w 5123311"/>
              <a:gd name="connsiteY7" fmla="*/ 5435450 h 5824684"/>
              <a:gd name="connsiteX8" fmla="*/ 1459679 w 5123311"/>
              <a:gd name="connsiteY8" fmla="*/ 4919977 h 5824684"/>
              <a:gd name="connsiteX9" fmla="*/ 1464943 w 5123311"/>
              <a:gd name="connsiteY9" fmla="*/ 4916562 h 5824684"/>
              <a:gd name="connsiteX10" fmla="*/ 1466237 w 5123311"/>
              <a:gd name="connsiteY10" fmla="*/ 4915310 h 5824684"/>
              <a:gd name="connsiteX11" fmla="*/ 1472032 w 5123311"/>
              <a:gd name="connsiteY11" fmla="*/ 4911963 h 5824684"/>
              <a:gd name="connsiteX12" fmla="*/ 1580461 w 5123311"/>
              <a:gd name="connsiteY12" fmla="*/ 4841611 h 5824684"/>
              <a:gd name="connsiteX13" fmla="*/ 1873002 w 5123311"/>
              <a:gd name="connsiteY13" fmla="*/ 4732229 h 5824684"/>
              <a:gd name="connsiteX14" fmla="*/ 1896983 w 5123311"/>
              <a:gd name="connsiteY14" fmla="*/ 4728548 h 5824684"/>
              <a:gd name="connsiteX15" fmla="*/ 1999489 w 5123311"/>
              <a:gd name="connsiteY15" fmla="*/ 4697018 h 5824684"/>
              <a:gd name="connsiteX16" fmla="*/ 2122678 w 5123311"/>
              <a:gd name="connsiteY16" fmla="*/ 4666026 h 5824684"/>
              <a:gd name="connsiteX17" fmla="*/ 2253687 w 5123311"/>
              <a:gd name="connsiteY17" fmla="*/ 4637275 h 5824684"/>
              <a:gd name="connsiteX18" fmla="*/ 2841051 w 5123311"/>
              <a:gd name="connsiteY18" fmla="*/ 4549929 h 5824684"/>
              <a:gd name="connsiteX19" fmla="*/ 3072405 w 5123311"/>
              <a:gd name="connsiteY19" fmla="*/ 4531541 h 5824684"/>
              <a:gd name="connsiteX20" fmla="*/ 3152201 w 5123311"/>
              <a:gd name="connsiteY20" fmla="*/ 4528248 h 5824684"/>
              <a:gd name="connsiteX21" fmla="*/ 3119392 w 5123311"/>
              <a:gd name="connsiteY21" fmla="*/ 4502766 h 5824684"/>
              <a:gd name="connsiteX22" fmla="*/ 3025240 w 5123311"/>
              <a:gd name="connsiteY22" fmla="*/ 4375985 h 5824684"/>
              <a:gd name="connsiteX23" fmla="*/ 3018803 w 5123311"/>
              <a:gd name="connsiteY23" fmla="*/ 4359368 h 5824684"/>
              <a:gd name="connsiteX24" fmla="*/ 2957399 w 5123311"/>
              <a:gd name="connsiteY24" fmla="*/ 4376991 h 5824684"/>
              <a:gd name="connsiteX25" fmla="*/ 2883581 w 5123311"/>
              <a:gd name="connsiteY25" fmla="*/ 4384182 h 5824684"/>
              <a:gd name="connsiteX26" fmla="*/ 2858963 w 5123311"/>
              <a:gd name="connsiteY26" fmla="*/ 4389395 h 5824684"/>
              <a:gd name="connsiteX27" fmla="*/ 2419955 w 5123311"/>
              <a:gd name="connsiteY27" fmla="*/ 4454818 h 5824684"/>
              <a:gd name="connsiteX28" fmla="*/ 1028791 w 5123311"/>
              <a:gd name="connsiteY28" fmla="*/ 4377767 h 5824684"/>
              <a:gd name="connsiteX29" fmla="*/ 1018312 w 5123311"/>
              <a:gd name="connsiteY29" fmla="*/ 4371033 h 5824684"/>
              <a:gd name="connsiteX30" fmla="*/ 968636 w 5123311"/>
              <a:gd name="connsiteY30" fmla="*/ 4352641 h 5824684"/>
              <a:gd name="connsiteX31" fmla="*/ 618183 w 5123311"/>
              <a:gd name="connsiteY31" fmla="*/ 3903045 h 5824684"/>
              <a:gd name="connsiteX32" fmla="*/ 968636 w 5123311"/>
              <a:gd name="connsiteY32" fmla="*/ 3453449 h 5824684"/>
              <a:gd name="connsiteX33" fmla="*/ 974521 w 5123311"/>
              <a:gd name="connsiteY33" fmla="*/ 3451271 h 5824684"/>
              <a:gd name="connsiteX34" fmla="*/ 976058 w 5123311"/>
              <a:gd name="connsiteY34" fmla="*/ 3450333 h 5824684"/>
              <a:gd name="connsiteX35" fmla="*/ 982445 w 5123311"/>
              <a:gd name="connsiteY35" fmla="*/ 3448337 h 5824684"/>
              <a:gd name="connsiteX36" fmla="*/ 1103657 w 5123311"/>
              <a:gd name="connsiteY36" fmla="*/ 3403459 h 5824684"/>
              <a:gd name="connsiteX37" fmla="*/ 1413058 w 5123311"/>
              <a:gd name="connsiteY37" fmla="*/ 3360851 h 5824684"/>
              <a:gd name="connsiteX38" fmla="*/ 1437262 w 5123311"/>
              <a:gd name="connsiteY38" fmla="*/ 3362515 h 5824684"/>
              <a:gd name="connsiteX39" fmla="*/ 1544187 w 5123311"/>
              <a:gd name="connsiteY39" fmla="*/ 3354217 h 5824684"/>
              <a:gd name="connsiteX40" fmla="*/ 1671173 w 5123311"/>
              <a:gd name="connsiteY40" fmla="*/ 3350978 h 5824684"/>
              <a:gd name="connsiteX41" fmla="*/ 1805298 w 5123311"/>
              <a:gd name="connsiteY41" fmla="*/ 3351638 h 5824684"/>
              <a:gd name="connsiteX42" fmla="*/ 2397525 w 5123311"/>
              <a:gd name="connsiteY42" fmla="*/ 3395145 h 5824684"/>
              <a:gd name="connsiteX43" fmla="*/ 2471675 w 5123311"/>
              <a:gd name="connsiteY43" fmla="*/ 3405718 h 5824684"/>
              <a:gd name="connsiteX44" fmla="*/ 2421958 w 5123311"/>
              <a:gd name="connsiteY44" fmla="*/ 3347271 h 5824684"/>
              <a:gd name="connsiteX45" fmla="*/ 2391670 w 5123311"/>
              <a:gd name="connsiteY45" fmla="*/ 3297803 h 5824684"/>
              <a:gd name="connsiteX46" fmla="*/ 2377439 w 5123311"/>
              <a:gd name="connsiteY46" fmla="*/ 3265874 h 5824684"/>
              <a:gd name="connsiteX47" fmla="*/ 2311243 w 5123311"/>
              <a:gd name="connsiteY47" fmla="*/ 3297739 h 5824684"/>
              <a:gd name="connsiteX48" fmla="*/ 2078146 w 5123311"/>
              <a:gd name="connsiteY48" fmla="*/ 3324304 h 5824684"/>
              <a:gd name="connsiteX49" fmla="*/ 2006008 w 5123311"/>
              <a:gd name="connsiteY49" fmla="*/ 3307074 h 5824684"/>
              <a:gd name="connsiteX50" fmla="*/ 1981034 w 5123311"/>
              <a:gd name="connsiteY50" fmla="*/ 3303990 h 5824684"/>
              <a:gd name="connsiteX51" fmla="*/ 1544640 w 5123311"/>
              <a:gd name="connsiteY51" fmla="*/ 3222942 h 5824684"/>
              <a:gd name="connsiteX52" fmla="*/ 254329 w 5123311"/>
              <a:gd name="connsiteY52" fmla="*/ 2697231 h 5824684"/>
              <a:gd name="connsiteX53" fmla="*/ 246613 w 5123311"/>
              <a:gd name="connsiteY53" fmla="*/ 2687453 h 5824684"/>
              <a:gd name="connsiteX54" fmla="*/ 205630 w 5123311"/>
              <a:gd name="connsiteY54" fmla="*/ 2653892 h 5824684"/>
              <a:gd name="connsiteX55" fmla="*/ 20618 w 5123311"/>
              <a:gd name="connsiteY55" fmla="*/ 2114703 h 5824684"/>
              <a:gd name="connsiteX56" fmla="*/ 498337 w 5123311"/>
              <a:gd name="connsiteY56" fmla="*/ 1803675 h 5824684"/>
              <a:gd name="connsiteX57" fmla="*/ 504611 w 5123311"/>
              <a:gd name="connsiteY57" fmla="*/ 1803531 h 5824684"/>
              <a:gd name="connsiteX58" fmla="*/ 506370 w 5123311"/>
              <a:gd name="connsiteY58" fmla="*/ 1803145 h 5824684"/>
              <a:gd name="connsiteX59" fmla="*/ 513059 w 5123311"/>
              <a:gd name="connsiteY59" fmla="*/ 1803337 h 5824684"/>
              <a:gd name="connsiteX60" fmla="*/ 642278 w 5123311"/>
              <a:gd name="connsiteY60" fmla="*/ 1800361 h 5824684"/>
              <a:gd name="connsiteX61" fmla="*/ 948697 w 5123311"/>
              <a:gd name="connsiteY61" fmla="*/ 1860790 h 5824684"/>
              <a:gd name="connsiteX62" fmla="*/ 971042 w 5123311"/>
              <a:gd name="connsiteY62" fmla="*/ 1870243 h 5824684"/>
              <a:gd name="connsiteX63" fmla="*/ 1074843 w 5123311"/>
              <a:gd name="connsiteY63" fmla="*/ 1897203 h 5824684"/>
              <a:gd name="connsiteX64" fmla="*/ 1195967 w 5123311"/>
              <a:gd name="connsiteY64" fmla="*/ 1935477 h 5824684"/>
              <a:gd name="connsiteX65" fmla="*/ 1322572 w 5123311"/>
              <a:gd name="connsiteY65" fmla="*/ 1979762 h 5824684"/>
              <a:gd name="connsiteX66" fmla="*/ 1589140 w 5123311"/>
              <a:gd name="connsiteY66" fmla="*/ 2085700 h 5824684"/>
              <a:gd name="connsiteX67" fmla="*/ 1867280 w 5123311"/>
              <a:gd name="connsiteY67" fmla="*/ 2213179 h 5824684"/>
              <a:gd name="connsiteX68" fmla="*/ 1872759 w 5123311"/>
              <a:gd name="connsiteY68" fmla="*/ 2164681 h 5824684"/>
              <a:gd name="connsiteX69" fmla="*/ 1872782 w 5123311"/>
              <a:gd name="connsiteY69" fmla="*/ 2139517 h 5824684"/>
              <a:gd name="connsiteX70" fmla="*/ 1873004 w 5123311"/>
              <a:gd name="connsiteY70" fmla="*/ 2134203 h 5824684"/>
              <a:gd name="connsiteX71" fmla="*/ 1843774 w 5123311"/>
              <a:gd name="connsiteY71" fmla="*/ 2119140 h 5824684"/>
              <a:gd name="connsiteX72" fmla="*/ 1787041 w 5123311"/>
              <a:gd name="connsiteY72" fmla="*/ 2071367 h 5824684"/>
              <a:gd name="connsiteX73" fmla="*/ 1766108 w 5123311"/>
              <a:gd name="connsiteY73" fmla="*/ 2057402 h 5824684"/>
              <a:gd name="connsiteX74" fmla="*/ 1412510 w 5123311"/>
              <a:gd name="connsiteY74" fmla="*/ 1789118 h 5824684"/>
              <a:gd name="connsiteX75" fmla="*/ 495396 w 5123311"/>
              <a:gd name="connsiteY75" fmla="*/ 740225 h 5824684"/>
              <a:gd name="connsiteX76" fmla="*/ 492889 w 5123311"/>
              <a:gd name="connsiteY76" fmla="*/ 728024 h 5824684"/>
              <a:gd name="connsiteX77" fmla="*/ 471328 w 5123311"/>
              <a:gd name="connsiteY77" fmla="*/ 679639 h 5824684"/>
              <a:gd name="connsiteX78" fmla="*/ 547990 w 5123311"/>
              <a:gd name="connsiteY78" fmla="*/ 114770 h 5824684"/>
              <a:gd name="connsiteX79" fmla="*/ 1114485 w 5123311"/>
              <a:gd name="connsiteY79" fmla="*/ 51232 h 5824684"/>
              <a:gd name="connsiteX80" fmla="*/ 1120156 w 5123311"/>
              <a:gd name="connsiteY80" fmla="*/ 53919 h 5824684"/>
              <a:gd name="connsiteX81" fmla="*/ 1121900 w 5123311"/>
              <a:gd name="connsiteY81" fmla="*/ 54363 h 5824684"/>
              <a:gd name="connsiteX82" fmla="*/ 1127792 w 5123311"/>
              <a:gd name="connsiteY82" fmla="*/ 57536 h 5824684"/>
              <a:gd name="connsiteX83" fmla="*/ 1244601 w 5123311"/>
              <a:gd name="connsiteY83" fmla="*/ 112871 h 5824684"/>
              <a:gd name="connsiteX84" fmla="*/ 1491304 w 5123311"/>
              <a:gd name="connsiteY84" fmla="*/ 304397 h 5824684"/>
              <a:gd name="connsiteX85" fmla="*/ 1507030 w 5123311"/>
              <a:gd name="connsiteY85" fmla="*/ 322872 h 5824684"/>
              <a:gd name="connsiteX86" fmla="*/ 1587690 w 5123311"/>
              <a:gd name="connsiteY86" fmla="*/ 393552 h 5824684"/>
              <a:gd name="connsiteX87" fmla="*/ 1678752 w 5123311"/>
              <a:gd name="connsiteY87" fmla="*/ 482116 h 5824684"/>
              <a:gd name="connsiteX88" fmla="*/ 1772014 w 5123311"/>
              <a:gd name="connsiteY88" fmla="*/ 578512 h 5824684"/>
              <a:gd name="connsiteX89" fmla="*/ 1962680 w 5123311"/>
              <a:gd name="connsiteY89" fmla="*/ 792819 h 5824684"/>
              <a:gd name="connsiteX90" fmla="*/ 2042197 w 5123311"/>
              <a:gd name="connsiteY90" fmla="*/ 892039 h 5824684"/>
              <a:gd name="connsiteX91" fmla="*/ 2046900 w 5123311"/>
              <a:gd name="connsiteY91" fmla="*/ 873095 h 5824684"/>
              <a:gd name="connsiteX92" fmla="*/ 2264961 w 5123311"/>
              <a:gd name="connsiteY92" fmla="*/ 351819 h 5824684"/>
              <a:gd name="connsiteX93" fmla="*/ 2273728 w 5123311"/>
              <a:gd name="connsiteY93" fmla="*/ 342971 h 5824684"/>
              <a:gd name="connsiteX94" fmla="*/ 2302053 w 5123311"/>
              <a:gd name="connsiteY94" fmla="*/ 298209 h 5824684"/>
              <a:gd name="connsiteX95" fmla="*/ 2814728 w 5123311"/>
              <a:gd name="connsiteY95" fmla="*/ 48974 h 5824684"/>
              <a:gd name="connsiteX96" fmla="*/ 3181565 w 5123311"/>
              <a:gd name="connsiteY96" fmla="*/ 485304 h 5824684"/>
              <a:gd name="connsiteX97" fmla="*/ 3182471 w 5123311"/>
              <a:gd name="connsiteY97" fmla="*/ 491513 h 5824684"/>
              <a:gd name="connsiteX98" fmla="*/ 3183069 w 5123311"/>
              <a:gd name="connsiteY98" fmla="*/ 493212 h 5824684"/>
              <a:gd name="connsiteX99" fmla="*/ 3183692 w 5123311"/>
              <a:gd name="connsiteY99" fmla="*/ 499874 h 5824684"/>
              <a:gd name="connsiteX100" fmla="*/ 3202368 w 5123311"/>
              <a:gd name="connsiteY100" fmla="*/ 627772 h 5824684"/>
              <a:gd name="connsiteX101" fmla="*/ 3179666 w 5123311"/>
              <a:gd name="connsiteY101" fmla="*/ 939266 h 5824684"/>
              <a:gd name="connsiteX102" fmla="*/ 3173002 w 5123311"/>
              <a:gd name="connsiteY102" fmla="*/ 962595 h 5824684"/>
              <a:gd name="connsiteX103" fmla="*/ 3158870 w 5123311"/>
              <a:gd name="connsiteY103" fmla="*/ 1068906 h 5824684"/>
              <a:gd name="connsiteX104" fmla="*/ 3135617 w 5123311"/>
              <a:gd name="connsiteY104" fmla="*/ 1193786 h 5824684"/>
              <a:gd name="connsiteX105" fmla="*/ 3107064 w 5123311"/>
              <a:gd name="connsiteY105" fmla="*/ 1324839 h 5824684"/>
              <a:gd name="connsiteX106" fmla="*/ 3034343 w 5123311"/>
              <a:gd name="connsiteY106" fmla="*/ 1602315 h 5824684"/>
              <a:gd name="connsiteX107" fmla="*/ 2959592 w 5123311"/>
              <a:gd name="connsiteY107" fmla="*/ 1837462 h 5824684"/>
              <a:gd name="connsiteX108" fmla="*/ 3057038 w 5123311"/>
              <a:gd name="connsiteY108" fmla="*/ 1702983 h 5824684"/>
              <a:gd name="connsiteX109" fmla="*/ 3454409 w 5123311"/>
              <a:gd name="connsiteY109" fmla="*/ 1301270 h 5824684"/>
              <a:gd name="connsiteX110" fmla="*/ 3465852 w 5123311"/>
              <a:gd name="connsiteY110" fmla="*/ 1296347 h 5824684"/>
              <a:gd name="connsiteX111" fmla="*/ 3508877 w 5123311"/>
              <a:gd name="connsiteY111" fmla="*/ 1265447 h 5824684"/>
              <a:gd name="connsiteX112" fmla="*/ 4077577 w 5123311"/>
              <a:gd name="connsiteY112" fmla="*/ 1226292 h 5824684"/>
              <a:gd name="connsiteX113" fmla="*/ 4254364 w 5123311"/>
              <a:gd name="connsiteY113" fmla="*/ 1768233 h 5824684"/>
              <a:gd name="connsiteX114" fmla="*/ 4252879 w 5123311"/>
              <a:gd name="connsiteY114" fmla="*/ 1774330 h 5824684"/>
              <a:gd name="connsiteX115" fmla="*/ 4252798 w 5123311"/>
              <a:gd name="connsiteY115" fmla="*/ 1776129 h 5824684"/>
              <a:gd name="connsiteX116" fmla="*/ 4250881 w 5123311"/>
              <a:gd name="connsiteY116" fmla="*/ 1782540 h 5824684"/>
              <a:gd name="connsiteX117" fmla="*/ 4220312 w 5123311"/>
              <a:gd name="connsiteY117" fmla="*/ 1908126 h 5824684"/>
              <a:gd name="connsiteX118" fmla="*/ 4082634 w 5123311"/>
              <a:gd name="connsiteY118" fmla="*/ 2188464 h 5824684"/>
              <a:gd name="connsiteX119" fmla="*/ 4067720 w 5123311"/>
              <a:gd name="connsiteY119" fmla="*/ 2207601 h 5824684"/>
              <a:gd name="connsiteX120" fmla="*/ 4014812 w 5123311"/>
              <a:gd name="connsiteY120" fmla="*/ 2300888 h 5824684"/>
              <a:gd name="connsiteX121" fmla="*/ 3946493 w 5123311"/>
              <a:gd name="connsiteY121" fmla="*/ 2407978 h 5824684"/>
              <a:gd name="connsiteX122" fmla="*/ 3870950 w 5123311"/>
              <a:gd name="connsiteY122" fmla="*/ 2518807 h 5824684"/>
              <a:gd name="connsiteX123" fmla="*/ 3503734 w 5123311"/>
              <a:gd name="connsiteY123" fmla="*/ 2985475 h 5824684"/>
              <a:gd name="connsiteX124" fmla="*/ 3193479 w 5123311"/>
              <a:gd name="connsiteY124" fmla="*/ 3316120 h 5824684"/>
              <a:gd name="connsiteX125" fmla="*/ 3114845 w 5123311"/>
              <a:gd name="connsiteY125" fmla="*/ 3390513 h 5824684"/>
              <a:gd name="connsiteX126" fmla="*/ 3110607 w 5123311"/>
              <a:gd name="connsiteY126" fmla="*/ 3395643 h 5824684"/>
              <a:gd name="connsiteX127" fmla="*/ 2981112 w 5123311"/>
              <a:gd name="connsiteY127" fmla="*/ 3487082 h 5824684"/>
              <a:gd name="connsiteX128" fmla="*/ 2963962 w 5123311"/>
              <a:gd name="connsiteY128" fmla="*/ 3493609 h 5824684"/>
              <a:gd name="connsiteX129" fmla="*/ 3034611 w 5123311"/>
              <a:gd name="connsiteY129" fmla="*/ 3513885 h 5824684"/>
              <a:gd name="connsiteX130" fmla="*/ 3223960 w 5123311"/>
              <a:gd name="connsiteY130" fmla="*/ 3646964 h 5824684"/>
              <a:gd name="connsiteX131" fmla="*/ 3233173 w 5123311"/>
              <a:gd name="connsiteY131" fmla="*/ 3659811 h 5824684"/>
              <a:gd name="connsiteX132" fmla="*/ 3360819 w 5123311"/>
              <a:gd name="connsiteY132" fmla="*/ 3481934 h 5824684"/>
              <a:gd name="connsiteX133" fmla="*/ 4366813 w 5123311"/>
              <a:gd name="connsiteY133" fmla="*/ 2517958 h 5824684"/>
              <a:gd name="connsiteX134" fmla="*/ 4378887 w 5123311"/>
              <a:gd name="connsiteY134" fmla="*/ 2514898 h 5824684"/>
              <a:gd name="connsiteX135" fmla="*/ 4426239 w 5123311"/>
              <a:gd name="connsiteY135" fmla="*/ 2491153 h 5824684"/>
              <a:gd name="connsiteX136" fmla="*/ 4994015 w 5123311"/>
              <a:gd name="connsiteY136" fmla="*/ 2541984 h 5824684"/>
              <a:gd name="connsiteX137" fmla="*/ 5083312 w 5123311"/>
              <a:gd name="connsiteY137" fmla="*/ 3104994 h 5824684"/>
              <a:gd name="connsiteX138" fmla="*/ 5080886 w 5123311"/>
              <a:gd name="connsiteY138" fmla="*/ 3110781 h 5824684"/>
              <a:gd name="connsiteX139" fmla="*/ 5080522 w 5123311"/>
              <a:gd name="connsiteY139" fmla="*/ 3112544 h 5824684"/>
              <a:gd name="connsiteX140" fmla="*/ 5077620 w 5123311"/>
              <a:gd name="connsiteY140" fmla="*/ 3118574 h 5824684"/>
              <a:gd name="connsiteX141" fmla="*/ 5027668 w 5123311"/>
              <a:gd name="connsiteY141" fmla="*/ 3237785 h 5824684"/>
              <a:gd name="connsiteX142" fmla="*/ 4847588 w 5123311"/>
              <a:gd name="connsiteY142" fmla="*/ 3492962 h 5824684"/>
              <a:gd name="connsiteX143" fmla="*/ 4829849 w 5123311"/>
              <a:gd name="connsiteY143" fmla="*/ 3509514 h 5824684"/>
              <a:gd name="connsiteX144" fmla="*/ 4762919 w 5123311"/>
              <a:gd name="connsiteY144" fmla="*/ 3593312 h 5824684"/>
              <a:gd name="connsiteX145" fmla="*/ 4678599 w 5123311"/>
              <a:gd name="connsiteY145" fmla="*/ 3688316 h 5824684"/>
              <a:gd name="connsiteX146" fmla="*/ 4586554 w 5123311"/>
              <a:gd name="connsiteY146" fmla="*/ 3785876 h 5824684"/>
              <a:gd name="connsiteX147" fmla="*/ 4150474 w 5123311"/>
              <a:gd name="connsiteY147" fmla="*/ 4188938 h 5824684"/>
              <a:gd name="connsiteX148" fmla="*/ 3792051 w 5123311"/>
              <a:gd name="connsiteY148" fmla="*/ 4466638 h 5824684"/>
              <a:gd name="connsiteX149" fmla="*/ 3702688 w 5123311"/>
              <a:gd name="connsiteY149" fmla="*/ 4527729 h 5824684"/>
              <a:gd name="connsiteX150" fmla="*/ 3697696 w 5123311"/>
              <a:gd name="connsiteY150" fmla="*/ 4532128 h 5824684"/>
              <a:gd name="connsiteX151" fmla="*/ 3632073 w 5123311"/>
              <a:gd name="connsiteY151" fmla="*/ 4571457 h 5824684"/>
              <a:gd name="connsiteX152" fmla="*/ 3637219 w 5123311"/>
              <a:gd name="connsiteY152" fmla="*/ 4573589 h 5824684"/>
              <a:gd name="connsiteX153" fmla="*/ 3869742 w 5123311"/>
              <a:gd name="connsiteY153" fmla="*/ 4871508 h 5824684"/>
              <a:gd name="connsiteX154" fmla="*/ 3602498 w 5123311"/>
              <a:gd name="connsiteY154" fmla="*/ 5385200 h 5824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</a:cxnLst>
            <a:rect l="l" t="t" r="r" b="b"/>
            <a:pathLst>
              <a:path w="5123311" h="5824684">
                <a:moveTo>
                  <a:pt x="3602498" y="5385200"/>
                </a:moveTo>
                <a:lnTo>
                  <a:pt x="3532051" y="5408395"/>
                </a:lnTo>
                <a:lnTo>
                  <a:pt x="3509175" y="5418877"/>
                </a:lnTo>
                <a:cubicBezTo>
                  <a:pt x="3380224" y="5474764"/>
                  <a:pt x="3241253" y="5528746"/>
                  <a:pt x="3095178" y="5578924"/>
                </a:cubicBezTo>
                <a:cubicBezTo>
                  <a:pt x="2510877" y="5779631"/>
                  <a:pt x="1978849" y="5862460"/>
                  <a:pt x="1720949" y="5808640"/>
                </a:cubicBezTo>
                <a:lnTo>
                  <a:pt x="1709249" y="5804366"/>
                </a:lnTo>
                <a:lnTo>
                  <a:pt x="1656750" y="5797308"/>
                </a:lnTo>
                <a:cubicBezTo>
                  <a:pt x="1429098" y="5748580"/>
                  <a:pt x="1257299" y="5618052"/>
                  <a:pt x="1216281" y="5435450"/>
                </a:cubicBezTo>
                <a:cubicBezTo>
                  <a:pt x="1175265" y="5252846"/>
                  <a:pt x="1274737" y="5061385"/>
                  <a:pt x="1459679" y="4919977"/>
                </a:cubicBezTo>
                <a:lnTo>
                  <a:pt x="1464943" y="4916562"/>
                </a:lnTo>
                <a:lnTo>
                  <a:pt x="1466237" y="4915310"/>
                </a:lnTo>
                <a:lnTo>
                  <a:pt x="1472032" y="4911963"/>
                </a:lnTo>
                <a:lnTo>
                  <a:pt x="1580461" y="4841611"/>
                </a:lnTo>
                <a:cubicBezTo>
                  <a:pt x="1667234" y="4794000"/>
                  <a:pt x="1765921" y="4756282"/>
                  <a:pt x="1873002" y="4732229"/>
                </a:cubicBezTo>
                <a:lnTo>
                  <a:pt x="1896983" y="4728548"/>
                </a:lnTo>
                <a:lnTo>
                  <a:pt x="1999489" y="4697018"/>
                </a:lnTo>
                <a:cubicBezTo>
                  <a:pt x="2039167" y="4686343"/>
                  <a:pt x="2080270" y="4675998"/>
                  <a:pt x="2122678" y="4666026"/>
                </a:cubicBezTo>
                <a:cubicBezTo>
                  <a:pt x="2165085" y="4656054"/>
                  <a:pt x="2208797" y="4646456"/>
                  <a:pt x="2253687" y="4637275"/>
                </a:cubicBezTo>
                <a:cubicBezTo>
                  <a:pt x="2433249" y="4600551"/>
                  <a:pt x="2631681" y="4570502"/>
                  <a:pt x="2841051" y="4549929"/>
                </a:cubicBezTo>
                <a:cubicBezTo>
                  <a:pt x="2919564" y="4542214"/>
                  <a:pt x="2996829" y="4536106"/>
                  <a:pt x="3072405" y="4531541"/>
                </a:cubicBezTo>
                <a:lnTo>
                  <a:pt x="3152201" y="4528248"/>
                </a:lnTo>
                <a:lnTo>
                  <a:pt x="3119392" y="4502766"/>
                </a:lnTo>
                <a:cubicBezTo>
                  <a:pt x="3079505" y="4465504"/>
                  <a:pt x="3048108" y="4422465"/>
                  <a:pt x="3025240" y="4375985"/>
                </a:cubicBezTo>
                <a:lnTo>
                  <a:pt x="3018803" y="4359368"/>
                </a:lnTo>
                <a:lnTo>
                  <a:pt x="2957399" y="4376991"/>
                </a:lnTo>
                <a:lnTo>
                  <a:pt x="2883581" y="4384182"/>
                </a:lnTo>
                <a:lnTo>
                  <a:pt x="2858963" y="4389395"/>
                </a:lnTo>
                <a:cubicBezTo>
                  <a:pt x="2720899" y="4415663"/>
                  <a:pt x="2573476" y="4437874"/>
                  <a:pt x="2419955" y="4454818"/>
                </a:cubicBezTo>
                <a:cubicBezTo>
                  <a:pt x="1805872" y="4522588"/>
                  <a:pt x="1268625" y="4486801"/>
                  <a:pt x="1028791" y="4377767"/>
                </a:cubicBezTo>
                <a:lnTo>
                  <a:pt x="1018312" y="4371033"/>
                </a:lnTo>
                <a:lnTo>
                  <a:pt x="968636" y="4352641"/>
                </a:lnTo>
                <a:cubicBezTo>
                  <a:pt x="757198" y="4255204"/>
                  <a:pt x="618183" y="4090198"/>
                  <a:pt x="618183" y="3903045"/>
                </a:cubicBezTo>
                <a:cubicBezTo>
                  <a:pt x="618183" y="3715892"/>
                  <a:pt x="757198" y="3550886"/>
                  <a:pt x="968636" y="3453449"/>
                </a:cubicBezTo>
                <a:lnTo>
                  <a:pt x="974521" y="3451271"/>
                </a:lnTo>
                <a:lnTo>
                  <a:pt x="976058" y="3450333"/>
                </a:lnTo>
                <a:lnTo>
                  <a:pt x="982445" y="3448337"/>
                </a:lnTo>
                <a:lnTo>
                  <a:pt x="1103657" y="3403459"/>
                </a:lnTo>
                <a:cubicBezTo>
                  <a:pt x="1198755" y="3376023"/>
                  <a:pt x="1303309" y="3360851"/>
                  <a:pt x="1413058" y="3360851"/>
                </a:cubicBezTo>
                <a:lnTo>
                  <a:pt x="1437262" y="3362515"/>
                </a:lnTo>
                <a:lnTo>
                  <a:pt x="1544187" y="3354217"/>
                </a:lnTo>
                <a:cubicBezTo>
                  <a:pt x="1585239" y="3352498"/>
                  <a:pt x="1627611" y="3351413"/>
                  <a:pt x="1671173" y="3350978"/>
                </a:cubicBezTo>
                <a:cubicBezTo>
                  <a:pt x="1714735" y="3350542"/>
                  <a:pt x="1759487" y="3350757"/>
                  <a:pt x="1805298" y="3351638"/>
                </a:cubicBezTo>
                <a:cubicBezTo>
                  <a:pt x="1988543" y="3355160"/>
                  <a:pt x="2188736" y="3369331"/>
                  <a:pt x="2397525" y="3395145"/>
                </a:cubicBezTo>
                <a:lnTo>
                  <a:pt x="2471675" y="3405718"/>
                </a:lnTo>
                <a:lnTo>
                  <a:pt x="2421958" y="3347271"/>
                </a:lnTo>
                <a:cubicBezTo>
                  <a:pt x="2410746" y="3331408"/>
                  <a:pt x="2400644" y="3314878"/>
                  <a:pt x="2391670" y="3297803"/>
                </a:cubicBezTo>
                <a:lnTo>
                  <a:pt x="2377439" y="3265874"/>
                </a:lnTo>
                <a:lnTo>
                  <a:pt x="2311243" y="3297739"/>
                </a:lnTo>
                <a:cubicBezTo>
                  <a:pt x="2238914" y="3325408"/>
                  <a:pt x="2158834" y="3335375"/>
                  <a:pt x="2078146" y="3324304"/>
                </a:cubicBezTo>
                <a:lnTo>
                  <a:pt x="2006008" y="3307074"/>
                </a:lnTo>
                <a:lnTo>
                  <a:pt x="1981034" y="3303990"/>
                </a:lnTo>
                <a:cubicBezTo>
                  <a:pt x="1841939" y="3283884"/>
                  <a:pt x="1695315" y="3256897"/>
                  <a:pt x="1544640" y="3222942"/>
                </a:cubicBezTo>
                <a:cubicBezTo>
                  <a:pt x="941943" y="3087122"/>
                  <a:pt x="445608" y="2878398"/>
                  <a:pt x="254329" y="2697231"/>
                </a:cubicBezTo>
                <a:lnTo>
                  <a:pt x="246613" y="2687453"/>
                </a:lnTo>
                <a:lnTo>
                  <a:pt x="205630" y="2653892"/>
                </a:lnTo>
                <a:cubicBezTo>
                  <a:pt x="37426" y="2492934"/>
                  <a:pt x="-40304" y="2291663"/>
                  <a:pt x="20618" y="2114703"/>
                </a:cubicBezTo>
                <a:cubicBezTo>
                  <a:pt x="81542" y="1937743"/>
                  <a:pt x="266698" y="1826977"/>
                  <a:pt x="498337" y="1803675"/>
                </a:cubicBezTo>
                <a:lnTo>
                  <a:pt x="504611" y="1803531"/>
                </a:lnTo>
                <a:lnTo>
                  <a:pt x="506370" y="1803145"/>
                </a:lnTo>
                <a:lnTo>
                  <a:pt x="513059" y="1803337"/>
                </a:lnTo>
                <a:lnTo>
                  <a:pt x="642278" y="1800361"/>
                </a:lnTo>
                <a:cubicBezTo>
                  <a:pt x="741127" y="1805375"/>
                  <a:pt x="844926" y="1825065"/>
                  <a:pt x="948697" y="1860790"/>
                </a:cubicBezTo>
                <a:lnTo>
                  <a:pt x="971042" y="1870243"/>
                </a:lnTo>
                <a:lnTo>
                  <a:pt x="1074843" y="1897203"/>
                </a:lnTo>
                <a:cubicBezTo>
                  <a:pt x="1114219" y="1908941"/>
                  <a:pt x="1154637" y="1921708"/>
                  <a:pt x="1195967" y="1935477"/>
                </a:cubicBezTo>
                <a:cubicBezTo>
                  <a:pt x="1237298" y="1949246"/>
                  <a:pt x="1279543" y="1964017"/>
                  <a:pt x="1322572" y="1979762"/>
                </a:cubicBezTo>
                <a:cubicBezTo>
                  <a:pt x="1408630" y="2011253"/>
                  <a:pt x="1497830" y="2046640"/>
                  <a:pt x="1589140" y="2085700"/>
                </a:cubicBezTo>
                <a:lnTo>
                  <a:pt x="1867280" y="2213179"/>
                </a:lnTo>
                <a:lnTo>
                  <a:pt x="1872759" y="2164681"/>
                </a:lnTo>
                <a:lnTo>
                  <a:pt x="1872782" y="2139517"/>
                </a:lnTo>
                <a:lnTo>
                  <a:pt x="1873004" y="2134203"/>
                </a:lnTo>
                <a:lnTo>
                  <a:pt x="1843774" y="2119140"/>
                </a:lnTo>
                <a:lnTo>
                  <a:pt x="1787041" y="2071367"/>
                </a:lnTo>
                <a:lnTo>
                  <a:pt x="1766108" y="2057402"/>
                </a:lnTo>
                <a:cubicBezTo>
                  <a:pt x="1650833" y="1977007"/>
                  <a:pt x="1531918" y="1887085"/>
                  <a:pt x="1412510" y="1789118"/>
                </a:cubicBezTo>
                <a:cubicBezTo>
                  <a:pt x="934881" y="1397250"/>
                  <a:pt x="585018" y="987968"/>
                  <a:pt x="495396" y="740225"/>
                </a:cubicBezTo>
                <a:lnTo>
                  <a:pt x="492889" y="728024"/>
                </a:lnTo>
                <a:lnTo>
                  <a:pt x="471328" y="679639"/>
                </a:lnTo>
                <a:cubicBezTo>
                  <a:pt x="393256" y="460311"/>
                  <a:pt x="414126" y="245563"/>
                  <a:pt x="547990" y="114770"/>
                </a:cubicBezTo>
                <a:cubicBezTo>
                  <a:pt x="681853" y="-16023"/>
                  <a:pt x="897027" y="-31907"/>
                  <a:pt x="1114485" y="51232"/>
                </a:cubicBezTo>
                <a:lnTo>
                  <a:pt x="1120156" y="53919"/>
                </a:lnTo>
                <a:lnTo>
                  <a:pt x="1121900" y="54363"/>
                </a:lnTo>
                <a:lnTo>
                  <a:pt x="1127792" y="57536"/>
                </a:lnTo>
                <a:lnTo>
                  <a:pt x="1244601" y="112871"/>
                </a:lnTo>
                <a:cubicBezTo>
                  <a:pt x="1330685" y="161717"/>
                  <a:pt x="1414606" y="225898"/>
                  <a:pt x="1491304" y="304397"/>
                </a:cubicBezTo>
                <a:lnTo>
                  <a:pt x="1507030" y="322872"/>
                </a:lnTo>
                <a:lnTo>
                  <a:pt x="1587690" y="393552"/>
                </a:lnTo>
                <a:cubicBezTo>
                  <a:pt x="1617609" y="421713"/>
                  <a:pt x="1647997" y="451262"/>
                  <a:pt x="1678752" y="482116"/>
                </a:cubicBezTo>
                <a:cubicBezTo>
                  <a:pt x="1709507" y="512970"/>
                  <a:pt x="1740629" y="545129"/>
                  <a:pt x="1772014" y="578512"/>
                </a:cubicBezTo>
                <a:cubicBezTo>
                  <a:pt x="1834785" y="645277"/>
                  <a:pt x="1898614" y="716933"/>
                  <a:pt x="1962680" y="792819"/>
                </a:cubicBezTo>
                <a:lnTo>
                  <a:pt x="2042197" y="892039"/>
                </a:lnTo>
                <a:lnTo>
                  <a:pt x="2046900" y="873095"/>
                </a:lnTo>
                <a:cubicBezTo>
                  <a:pt x="2110851" y="640254"/>
                  <a:pt x="2186686" y="457769"/>
                  <a:pt x="2264961" y="351819"/>
                </a:cubicBezTo>
                <a:lnTo>
                  <a:pt x="2273728" y="342971"/>
                </a:lnTo>
                <a:lnTo>
                  <a:pt x="2302053" y="298209"/>
                </a:lnTo>
                <a:cubicBezTo>
                  <a:pt x="2441351" y="111672"/>
                  <a:pt x="2631671" y="10033"/>
                  <a:pt x="2814728" y="48974"/>
                </a:cubicBezTo>
                <a:cubicBezTo>
                  <a:pt x="2997785" y="87914"/>
                  <a:pt x="3130255" y="258220"/>
                  <a:pt x="3181565" y="485304"/>
                </a:cubicBezTo>
                <a:lnTo>
                  <a:pt x="3182471" y="491513"/>
                </a:lnTo>
                <a:lnTo>
                  <a:pt x="3183069" y="493212"/>
                </a:lnTo>
                <a:lnTo>
                  <a:pt x="3183692" y="499874"/>
                </a:lnTo>
                <a:lnTo>
                  <a:pt x="3202368" y="627772"/>
                </a:lnTo>
                <a:cubicBezTo>
                  <a:pt x="3209416" y="726497"/>
                  <a:pt x="3202501" y="831919"/>
                  <a:pt x="3179666" y="939266"/>
                </a:cubicBezTo>
                <a:lnTo>
                  <a:pt x="3173002" y="962595"/>
                </a:lnTo>
                <a:lnTo>
                  <a:pt x="3158870" y="1068906"/>
                </a:lnTo>
                <a:cubicBezTo>
                  <a:pt x="3152010" y="1109417"/>
                  <a:pt x="3144255" y="1151087"/>
                  <a:pt x="3135617" y="1193786"/>
                </a:cubicBezTo>
                <a:cubicBezTo>
                  <a:pt x="3126979" y="1236486"/>
                  <a:pt x="3117457" y="1280213"/>
                  <a:pt x="3107064" y="1324839"/>
                </a:cubicBezTo>
                <a:cubicBezTo>
                  <a:pt x="3086277" y="1414090"/>
                  <a:pt x="3062005" y="1506931"/>
                  <a:pt x="3034343" y="1602315"/>
                </a:cubicBezTo>
                <a:lnTo>
                  <a:pt x="2959592" y="1837462"/>
                </a:lnTo>
                <a:lnTo>
                  <a:pt x="3057038" y="1702983"/>
                </a:lnTo>
                <a:cubicBezTo>
                  <a:pt x="3203516" y="1511023"/>
                  <a:pt x="3342160" y="1370205"/>
                  <a:pt x="3454409" y="1301270"/>
                </a:cubicBezTo>
                <a:lnTo>
                  <a:pt x="3465852" y="1296347"/>
                </a:lnTo>
                <a:lnTo>
                  <a:pt x="3508877" y="1265447"/>
                </a:lnTo>
                <a:cubicBezTo>
                  <a:pt x="3707884" y="1144633"/>
                  <a:pt x="3922416" y="1121645"/>
                  <a:pt x="4077577" y="1226292"/>
                </a:cubicBezTo>
                <a:cubicBezTo>
                  <a:pt x="4232739" y="1330939"/>
                  <a:pt x="4291809" y="1538455"/>
                  <a:pt x="4254364" y="1768233"/>
                </a:cubicBezTo>
                <a:lnTo>
                  <a:pt x="4252879" y="1774330"/>
                </a:lnTo>
                <a:lnTo>
                  <a:pt x="4252798" y="1776129"/>
                </a:lnTo>
                <a:lnTo>
                  <a:pt x="4250881" y="1782540"/>
                </a:lnTo>
                <a:lnTo>
                  <a:pt x="4220312" y="1908126"/>
                </a:lnTo>
                <a:cubicBezTo>
                  <a:pt x="4189883" y="2002309"/>
                  <a:pt x="4144000" y="2097475"/>
                  <a:pt x="4082634" y="2188464"/>
                </a:cubicBezTo>
                <a:lnTo>
                  <a:pt x="4067720" y="2207601"/>
                </a:lnTo>
                <a:lnTo>
                  <a:pt x="4014812" y="2300888"/>
                </a:lnTo>
                <a:cubicBezTo>
                  <a:pt x="3993283" y="2335883"/>
                  <a:pt x="3970490" y="2371619"/>
                  <a:pt x="3946493" y="2407978"/>
                </a:cubicBezTo>
                <a:cubicBezTo>
                  <a:pt x="3922497" y="2444337"/>
                  <a:pt x="3897295" y="2481320"/>
                  <a:pt x="3870950" y="2518807"/>
                </a:cubicBezTo>
                <a:cubicBezTo>
                  <a:pt x="3765567" y="2668760"/>
                  <a:pt x="3641880" y="2826809"/>
                  <a:pt x="3503734" y="2985475"/>
                </a:cubicBezTo>
                <a:cubicBezTo>
                  <a:pt x="3400125" y="3104473"/>
                  <a:pt x="3295738" y="3215369"/>
                  <a:pt x="3193479" y="3316120"/>
                </a:cubicBezTo>
                <a:lnTo>
                  <a:pt x="3114845" y="3390513"/>
                </a:lnTo>
                <a:lnTo>
                  <a:pt x="3110607" y="3395643"/>
                </a:lnTo>
                <a:cubicBezTo>
                  <a:pt x="3072092" y="3433913"/>
                  <a:pt x="3028165" y="3464555"/>
                  <a:pt x="2981112" y="3487082"/>
                </a:cubicBezTo>
                <a:lnTo>
                  <a:pt x="2963962" y="3493609"/>
                </a:lnTo>
                <a:lnTo>
                  <a:pt x="3034611" y="3513885"/>
                </a:lnTo>
                <a:cubicBezTo>
                  <a:pt x="3108929" y="3542204"/>
                  <a:pt x="3173935" y="3588389"/>
                  <a:pt x="3223960" y="3646964"/>
                </a:cubicBezTo>
                <a:lnTo>
                  <a:pt x="3233173" y="3659811"/>
                </a:lnTo>
                <a:lnTo>
                  <a:pt x="3360819" y="3481934"/>
                </a:lnTo>
                <a:cubicBezTo>
                  <a:pt x="3730506" y="2986937"/>
                  <a:pt x="4123413" y="2618781"/>
                  <a:pt x="4366813" y="2517958"/>
                </a:cubicBezTo>
                <a:lnTo>
                  <a:pt x="4378887" y="2514898"/>
                </a:lnTo>
                <a:lnTo>
                  <a:pt x="4426239" y="2491153"/>
                </a:lnTo>
                <a:cubicBezTo>
                  <a:pt x="4641779" y="2403163"/>
                  <a:pt x="4857255" y="2414223"/>
                  <a:pt x="4994015" y="2541984"/>
                </a:cubicBezTo>
                <a:cubicBezTo>
                  <a:pt x="5130775" y="2669746"/>
                  <a:pt x="5156451" y="2883972"/>
                  <a:pt x="5083312" y="3104994"/>
                </a:cubicBezTo>
                <a:lnTo>
                  <a:pt x="5080886" y="3110781"/>
                </a:lnTo>
                <a:lnTo>
                  <a:pt x="5080522" y="3112544"/>
                </a:lnTo>
                <a:lnTo>
                  <a:pt x="5077620" y="3118574"/>
                </a:lnTo>
                <a:lnTo>
                  <a:pt x="5027668" y="3237785"/>
                </a:lnTo>
                <a:cubicBezTo>
                  <a:pt x="4982797" y="3326006"/>
                  <a:pt x="4922509" y="3412765"/>
                  <a:pt x="4847588" y="3492962"/>
                </a:cubicBezTo>
                <a:lnTo>
                  <a:pt x="4829849" y="3509514"/>
                </a:lnTo>
                <a:lnTo>
                  <a:pt x="4762919" y="3593312"/>
                </a:lnTo>
                <a:cubicBezTo>
                  <a:pt x="4736151" y="3624484"/>
                  <a:pt x="4708018" y="3656187"/>
                  <a:pt x="4678599" y="3688316"/>
                </a:cubicBezTo>
                <a:cubicBezTo>
                  <a:pt x="4649179" y="3720446"/>
                  <a:pt x="4618472" y="3753002"/>
                  <a:pt x="4586554" y="3785876"/>
                </a:cubicBezTo>
                <a:cubicBezTo>
                  <a:pt x="4458887" y="3917376"/>
                  <a:pt x="4311868" y="4053991"/>
                  <a:pt x="4150474" y="4188938"/>
                </a:cubicBezTo>
                <a:cubicBezTo>
                  <a:pt x="4029428" y="4290149"/>
                  <a:pt x="3908891" y="4383236"/>
                  <a:pt x="3792051" y="4466638"/>
                </a:cubicBezTo>
                <a:lnTo>
                  <a:pt x="3702688" y="4527729"/>
                </a:lnTo>
                <a:lnTo>
                  <a:pt x="3697696" y="4532128"/>
                </a:lnTo>
                <a:lnTo>
                  <a:pt x="3632073" y="4571457"/>
                </a:lnTo>
                <a:lnTo>
                  <a:pt x="3637219" y="4573589"/>
                </a:lnTo>
                <a:cubicBezTo>
                  <a:pt x="3751940" y="4632729"/>
                  <a:pt x="3839834" y="4738365"/>
                  <a:pt x="3869742" y="4871508"/>
                </a:cubicBezTo>
                <a:cubicBezTo>
                  <a:pt x="3917594" y="5084538"/>
                  <a:pt x="3801143" y="5297400"/>
                  <a:pt x="3602498" y="5385200"/>
                </a:cubicBezTo>
                <a:close/>
              </a:path>
            </a:pathLst>
          </a:custGeom>
          <a:solidFill>
            <a:srgbClr val="5C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3" name="Freeform: Shape 222">
            <a:extLst>
              <a:ext uri="{FF2B5EF4-FFF2-40B4-BE49-F238E27FC236}">
                <a16:creationId xmlns:a16="http://schemas.microsoft.com/office/drawing/2014/main" id="{E81125A3-DFFD-4214-AABB-90F4A3B0A0F8}"/>
              </a:ext>
            </a:extLst>
          </p:cNvPr>
          <p:cNvSpPr/>
          <p:nvPr/>
        </p:nvSpPr>
        <p:spPr>
          <a:xfrm rot="16200000" flipH="1">
            <a:off x="686282" y="704550"/>
            <a:ext cx="953695" cy="841182"/>
          </a:xfrm>
          <a:custGeom>
            <a:avLst/>
            <a:gdLst>
              <a:gd name="connsiteX0" fmla="*/ 78219 w 3802131"/>
              <a:gd name="connsiteY0" fmla="*/ 610844 h 3353572"/>
              <a:gd name="connsiteX1" fmla="*/ 734832 w 3802131"/>
              <a:gd name="connsiteY1" fmla="*/ 994526 h 3353572"/>
              <a:gd name="connsiteX2" fmla="*/ 0 w 3802131"/>
              <a:gd name="connsiteY2" fmla="*/ 973738 h 3353572"/>
              <a:gd name="connsiteX3" fmla="*/ 852123 w 3802131"/>
              <a:gd name="connsiteY3" fmla="*/ 1196631 h 3353572"/>
              <a:gd name="connsiteX4" fmla="*/ 32808 w 3802131"/>
              <a:gd name="connsiteY4" fmla="*/ 1274226 h 3353572"/>
              <a:gd name="connsiteX5" fmla="*/ 927127 w 3802131"/>
              <a:gd name="connsiteY5" fmla="*/ 1394000 h 3353572"/>
              <a:gd name="connsiteX6" fmla="*/ 150625 w 3802131"/>
              <a:gd name="connsiteY6" fmla="*/ 1680313 h 3353572"/>
              <a:gd name="connsiteX7" fmla="*/ 1139179 w 3802131"/>
              <a:gd name="connsiteY7" fmla="*/ 1555398 h 3353572"/>
              <a:gd name="connsiteX8" fmla="*/ 1142669 w 3802131"/>
              <a:gd name="connsiteY8" fmla="*/ 1587057 h 3353572"/>
              <a:gd name="connsiteX9" fmla="*/ 1066413 w 3802131"/>
              <a:gd name="connsiteY9" fmla="*/ 1725718 h 3353572"/>
              <a:gd name="connsiteX10" fmla="*/ 1132531 w 3802131"/>
              <a:gd name="connsiteY10" fmla="*/ 1899122 h 3353572"/>
              <a:gd name="connsiteX11" fmla="*/ 1102507 w 3802131"/>
              <a:gd name="connsiteY11" fmla="*/ 2060676 h 3353572"/>
              <a:gd name="connsiteX12" fmla="*/ 1211101 w 3802131"/>
              <a:gd name="connsiteY12" fmla="*/ 2222112 h 3353572"/>
              <a:gd name="connsiteX13" fmla="*/ 1229357 w 3802131"/>
              <a:gd name="connsiteY13" fmla="*/ 2395558 h 3353572"/>
              <a:gd name="connsiteX14" fmla="*/ 1373028 w 3802131"/>
              <a:gd name="connsiteY14" fmla="*/ 2534032 h 3353572"/>
              <a:gd name="connsiteX15" fmla="*/ 1438321 w 3802131"/>
              <a:gd name="connsiteY15" fmla="*/ 2707540 h 3353572"/>
              <a:gd name="connsiteX16" fmla="*/ 1607274 w 3802131"/>
              <a:gd name="connsiteY16" fmla="*/ 2813600 h 3353572"/>
              <a:gd name="connsiteX17" fmla="*/ 1715157 w 3802131"/>
              <a:gd name="connsiteY17" fmla="*/ 2975361 h 3353572"/>
              <a:gd name="connsiteX18" fmla="*/ 1897891 w 3802131"/>
              <a:gd name="connsiteY18" fmla="*/ 3041796 h 3353572"/>
              <a:gd name="connsiteX19" fmla="*/ 2040999 w 3802131"/>
              <a:gd name="connsiteY19" fmla="*/ 3180772 h 3353572"/>
              <a:gd name="connsiteX20" fmla="*/ 2225042 w 3802131"/>
              <a:gd name="connsiteY20" fmla="*/ 3203047 h 3353572"/>
              <a:gd name="connsiteX21" fmla="*/ 2393643 w 3802131"/>
              <a:gd name="connsiteY21" fmla="*/ 3309773 h 3353572"/>
              <a:gd name="connsiteX22" fmla="*/ 2566468 w 3802131"/>
              <a:gd name="connsiteY22" fmla="*/ 3286368 h 3353572"/>
              <a:gd name="connsiteX23" fmla="*/ 2749055 w 3802131"/>
              <a:gd name="connsiteY23" fmla="*/ 3353572 h 3353572"/>
              <a:gd name="connsiteX24" fmla="*/ 2898877 w 3802131"/>
              <a:gd name="connsiteY24" fmla="*/ 3286085 h 3353572"/>
              <a:gd name="connsiteX25" fmla="*/ 3083016 w 3802131"/>
              <a:gd name="connsiteY25" fmla="*/ 3309186 h 3353572"/>
              <a:gd name="connsiteX26" fmla="*/ 3199632 w 3802131"/>
              <a:gd name="connsiteY26" fmla="*/ 3202217 h 3353572"/>
              <a:gd name="connsiteX27" fmla="*/ 3372765 w 3802131"/>
              <a:gd name="connsiteY27" fmla="*/ 3179637 h 3353572"/>
              <a:gd name="connsiteX28" fmla="*/ 3448214 w 3802131"/>
              <a:gd name="connsiteY28" fmla="*/ 3040476 h 3353572"/>
              <a:gd name="connsiteX29" fmla="*/ 3598558 w 3802131"/>
              <a:gd name="connsiteY29" fmla="*/ 2973758 h 3353572"/>
              <a:gd name="connsiteX30" fmla="*/ 3627712 w 3802131"/>
              <a:gd name="connsiteY30" fmla="*/ 2811879 h 3353572"/>
              <a:gd name="connsiteX31" fmla="*/ 3745006 w 3802131"/>
              <a:gd name="connsiteY31" fmla="*/ 2705575 h 3353572"/>
              <a:gd name="connsiteX32" fmla="*/ 3725875 w 3802131"/>
              <a:gd name="connsiteY32" fmla="*/ 2532028 h 3353572"/>
              <a:gd name="connsiteX33" fmla="*/ 3802131 w 3802131"/>
              <a:gd name="connsiteY33" fmla="*/ 2393367 h 3353572"/>
              <a:gd name="connsiteX34" fmla="*/ 3736013 w 3802131"/>
              <a:gd name="connsiteY34" fmla="*/ 2219963 h 3353572"/>
              <a:gd name="connsiteX35" fmla="*/ 3766037 w 3802131"/>
              <a:gd name="connsiteY35" fmla="*/ 2058409 h 3353572"/>
              <a:gd name="connsiteX36" fmla="*/ 3657443 w 3802131"/>
              <a:gd name="connsiteY36" fmla="*/ 1896973 h 3353572"/>
              <a:gd name="connsiteX37" fmla="*/ 3639187 w 3802131"/>
              <a:gd name="connsiteY37" fmla="*/ 1723528 h 3353572"/>
              <a:gd name="connsiteX38" fmla="*/ 3495516 w 3802131"/>
              <a:gd name="connsiteY38" fmla="*/ 1585053 h 3353572"/>
              <a:gd name="connsiteX39" fmla="*/ 3430223 w 3802131"/>
              <a:gd name="connsiteY39" fmla="*/ 1411545 h 3353572"/>
              <a:gd name="connsiteX40" fmla="*/ 3261269 w 3802131"/>
              <a:gd name="connsiteY40" fmla="*/ 1305485 h 3353572"/>
              <a:gd name="connsiteX41" fmla="*/ 3153387 w 3802131"/>
              <a:gd name="connsiteY41" fmla="*/ 1143724 h 3353572"/>
              <a:gd name="connsiteX42" fmla="*/ 2970653 w 3802131"/>
              <a:gd name="connsiteY42" fmla="*/ 1077289 h 3353572"/>
              <a:gd name="connsiteX43" fmla="*/ 2827545 w 3802131"/>
              <a:gd name="connsiteY43" fmla="*/ 938313 h 3353572"/>
              <a:gd name="connsiteX44" fmla="*/ 2643502 w 3802131"/>
              <a:gd name="connsiteY44" fmla="*/ 916038 h 3353572"/>
              <a:gd name="connsiteX45" fmla="*/ 2474902 w 3802131"/>
              <a:gd name="connsiteY45" fmla="*/ 809313 h 3353572"/>
              <a:gd name="connsiteX46" fmla="*/ 2302075 w 3802131"/>
              <a:gd name="connsiteY46" fmla="*/ 832718 h 3353572"/>
              <a:gd name="connsiteX47" fmla="*/ 2119489 w 3802131"/>
              <a:gd name="connsiteY47" fmla="*/ 765513 h 3353572"/>
              <a:gd name="connsiteX48" fmla="*/ 1969667 w 3802131"/>
              <a:gd name="connsiteY48" fmla="*/ 833000 h 3353572"/>
              <a:gd name="connsiteX49" fmla="*/ 1785528 w 3802131"/>
              <a:gd name="connsiteY49" fmla="*/ 809899 h 3353572"/>
              <a:gd name="connsiteX50" fmla="*/ 1668912 w 3802131"/>
              <a:gd name="connsiteY50" fmla="*/ 916868 h 3353572"/>
              <a:gd name="connsiteX51" fmla="*/ 1560117 w 3802131"/>
              <a:gd name="connsiteY51" fmla="*/ 931057 h 3353572"/>
              <a:gd name="connsiteX52" fmla="*/ 1455794 w 3802131"/>
              <a:gd name="connsiteY52" fmla="*/ 18134 h 3353572"/>
              <a:gd name="connsiteX53" fmla="*/ 1361832 w 3802131"/>
              <a:gd name="connsiteY53" fmla="*/ 840388 h 3353572"/>
              <a:gd name="connsiteX54" fmla="*/ 1033350 w 3802131"/>
              <a:gd name="connsiteY54" fmla="*/ 0 h 3353572"/>
              <a:gd name="connsiteX55" fmla="*/ 1152305 w 3802131"/>
              <a:gd name="connsiteY55" fmla="*/ 814338 h 3353572"/>
              <a:gd name="connsiteX56" fmla="*/ 733655 w 3802131"/>
              <a:gd name="connsiteY56" fmla="*/ 39401 h 3353572"/>
              <a:gd name="connsiteX57" fmla="*/ 928147 w 3802131"/>
              <a:gd name="connsiteY57" fmla="*/ 748333 h 3353572"/>
              <a:gd name="connsiteX58" fmla="*/ 399671 w 3802131"/>
              <a:gd name="connsiteY58" fmla="*/ 201464 h 3353572"/>
              <a:gd name="connsiteX59" fmla="*/ 775578 w 3802131"/>
              <a:gd name="connsiteY59" fmla="*/ 827527 h 3353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3802131" h="3353572">
                <a:moveTo>
                  <a:pt x="78219" y="610844"/>
                </a:moveTo>
                <a:lnTo>
                  <a:pt x="734832" y="994526"/>
                </a:lnTo>
                <a:lnTo>
                  <a:pt x="0" y="973738"/>
                </a:lnTo>
                <a:lnTo>
                  <a:pt x="852123" y="1196631"/>
                </a:lnTo>
                <a:lnTo>
                  <a:pt x="32808" y="1274226"/>
                </a:lnTo>
                <a:lnTo>
                  <a:pt x="927127" y="1394000"/>
                </a:lnTo>
                <a:lnTo>
                  <a:pt x="150625" y="1680313"/>
                </a:lnTo>
                <a:lnTo>
                  <a:pt x="1139179" y="1555398"/>
                </a:lnTo>
                <a:lnTo>
                  <a:pt x="1142669" y="1587057"/>
                </a:lnTo>
                <a:lnTo>
                  <a:pt x="1066413" y="1725718"/>
                </a:lnTo>
                <a:lnTo>
                  <a:pt x="1132531" y="1899122"/>
                </a:lnTo>
                <a:lnTo>
                  <a:pt x="1102507" y="2060676"/>
                </a:lnTo>
                <a:lnTo>
                  <a:pt x="1211101" y="2222112"/>
                </a:lnTo>
                <a:lnTo>
                  <a:pt x="1229357" y="2395558"/>
                </a:lnTo>
                <a:lnTo>
                  <a:pt x="1373028" y="2534032"/>
                </a:lnTo>
                <a:lnTo>
                  <a:pt x="1438321" y="2707540"/>
                </a:lnTo>
                <a:lnTo>
                  <a:pt x="1607274" y="2813600"/>
                </a:lnTo>
                <a:lnTo>
                  <a:pt x="1715157" y="2975361"/>
                </a:lnTo>
                <a:lnTo>
                  <a:pt x="1897891" y="3041796"/>
                </a:lnTo>
                <a:lnTo>
                  <a:pt x="2040999" y="3180772"/>
                </a:lnTo>
                <a:lnTo>
                  <a:pt x="2225042" y="3203047"/>
                </a:lnTo>
                <a:lnTo>
                  <a:pt x="2393643" y="3309773"/>
                </a:lnTo>
                <a:lnTo>
                  <a:pt x="2566468" y="3286368"/>
                </a:lnTo>
                <a:lnTo>
                  <a:pt x="2749055" y="3353572"/>
                </a:lnTo>
                <a:lnTo>
                  <a:pt x="2898877" y="3286085"/>
                </a:lnTo>
                <a:lnTo>
                  <a:pt x="3083016" y="3309186"/>
                </a:lnTo>
                <a:lnTo>
                  <a:pt x="3199632" y="3202217"/>
                </a:lnTo>
                <a:lnTo>
                  <a:pt x="3372765" y="3179637"/>
                </a:lnTo>
                <a:lnTo>
                  <a:pt x="3448214" y="3040476"/>
                </a:lnTo>
                <a:lnTo>
                  <a:pt x="3598558" y="2973758"/>
                </a:lnTo>
                <a:lnTo>
                  <a:pt x="3627712" y="2811879"/>
                </a:lnTo>
                <a:lnTo>
                  <a:pt x="3745006" y="2705575"/>
                </a:lnTo>
                <a:lnTo>
                  <a:pt x="3725875" y="2532028"/>
                </a:lnTo>
                <a:lnTo>
                  <a:pt x="3802131" y="2393367"/>
                </a:lnTo>
                <a:lnTo>
                  <a:pt x="3736013" y="2219963"/>
                </a:lnTo>
                <a:lnTo>
                  <a:pt x="3766037" y="2058409"/>
                </a:lnTo>
                <a:lnTo>
                  <a:pt x="3657443" y="1896973"/>
                </a:lnTo>
                <a:lnTo>
                  <a:pt x="3639187" y="1723528"/>
                </a:lnTo>
                <a:lnTo>
                  <a:pt x="3495516" y="1585053"/>
                </a:lnTo>
                <a:lnTo>
                  <a:pt x="3430223" y="1411545"/>
                </a:lnTo>
                <a:lnTo>
                  <a:pt x="3261269" y="1305485"/>
                </a:lnTo>
                <a:lnTo>
                  <a:pt x="3153387" y="1143724"/>
                </a:lnTo>
                <a:lnTo>
                  <a:pt x="2970653" y="1077289"/>
                </a:lnTo>
                <a:lnTo>
                  <a:pt x="2827545" y="938313"/>
                </a:lnTo>
                <a:lnTo>
                  <a:pt x="2643502" y="916038"/>
                </a:lnTo>
                <a:lnTo>
                  <a:pt x="2474902" y="809313"/>
                </a:lnTo>
                <a:lnTo>
                  <a:pt x="2302075" y="832718"/>
                </a:lnTo>
                <a:lnTo>
                  <a:pt x="2119489" y="765513"/>
                </a:lnTo>
                <a:lnTo>
                  <a:pt x="1969667" y="833000"/>
                </a:lnTo>
                <a:lnTo>
                  <a:pt x="1785528" y="809899"/>
                </a:lnTo>
                <a:lnTo>
                  <a:pt x="1668912" y="916868"/>
                </a:lnTo>
                <a:lnTo>
                  <a:pt x="1560117" y="931057"/>
                </a:lnTo>
                <a:lnTo>
                  <a:pt x="1455794" y="18134"/>
                </a:lnTo>
                <a:lnTo>
                  <a:pt x="1361832" y="840388"/>
                </a:lnTo>
                <a:lnTo>
                  <a:pt x="1033350" y="0"/>
                </a:lnTo>
                <a:lnTo>
                  <a:pt x="1152305" y="814338"/>
                </a:lnTo>
                <a:lnTo>
                  <a:pt x="733655" y="39401"/>
                </a:lnTo>
                <a:lnTo>
                  <a:pt x="928147" y="748333"/>
                </a:lnTo>
                <a:lnTo>
                  <a:pt x="399671" y="201464"/>
                </a:lnTo>
                <a:lnTo>
                  <a:pt x="775578" y="827527"/>
                </a:lnTo>
                <a:close/>
              </a:path>
            </a:pathLst>
          </a:custGeom>
          <a:solidFill>
            <a:srgbClr val="B48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61" name="Freeform: Shape 260">
            <a:extLst>
              <a:ext uri="{FF2B5EF4-FFF2-40B4-BE49-F238E27FC236}">
                <a16:creationId xmlns:a16="http://schemas.microsoft.com/office/drawing/2014/main" id="{DCC71331-1F04-4F68-8A87-86F81DF35962}"/>
              </a:ext>
            </a:extLst>
          </p:cNvPr>
          <p:cNvSpPr/>
          <p:nvPr/>
        </p:nvSpPr>
        <p:spPr>
          <a:xfrm rot="12054365">
            <a:off x="4170365" y="3025579"/>
            <a:ext cx="583373" cy="472973"/>
          </a:xfrm>
          <a:custGeom>
            <a:avLst/>
            <a:gdLst>
              <a:gd name="connsiteX0" fmla="*/ 965068 w 2101738"/>
              <a:gd name="connsiteY0" fmla="*/ 1605351 h 1703994"/>
              <a:gd name="connsiteX1" fmla="*/ 964775 w 2101738"/>
              <a:gd name="connsiteY1" fmla="*/ 1604605 h 1703994"/>
              <a:gd name="connsiteX2" fmla="*/ 963065 w 2101738"/>
              <a:gd name="connsiteY2" fmla="*/ 1604812 h 1703994"/>
              <a:gd name="connsiteX3" fmla="*/ 962064 w 2101738"/>
              <a:gd name="connsiteY3" fmla="*/ 1604849 h 1703994"/>
              <a:gd name="connsiteX4" fmla="*/ 978771 w 2101738"/>
              <a:gd name="connsiteY4" fmla="*/ 1703994 h 1703994"/>
              <a:gd name="connsiteX5" fmla="*/ 965211 w 2101738"/>
              <a:gd name="connsiteY5" fmla="*/ 1647075 h 1703994"/>
              <a:gd name="connsiteX6" fmla="*/ 948499 w 2101738"/>
              <a:gd name="connsiteY6" fmla="*/ 1702412 h 1703994"/>
              <a:gd name="connsiteX7" fmla="*/ 950847 w 2101738"/>
              <a:gd name="connsiteY7" fmla="*/ 1640763 h 1703994"/>
              <a:gd name="connsiteX8" fmla="*/ 919931 w 2101738"/>
              <a:gd name="connsiteY8" fmla="*/ 1695041 h 1703994"/>
              <a:gd name="connsiteX9" fmla="*/ 943994 w 2101738"/>
              <a:gd name="connsiteY9" fmla="*/ 1605506 h 1703994"/>
              <a:gd name="connsiteX10" fmla="*/ 837465 w 2101738"/>
              <a:gd name="connsiteY10" fmla="*/ 1609378 h 1703994"/>
              <a:gd name="connsiteX11" fmla="*/ 497768 w 2101738"/>
              <a:gd name="connsiteY11" fmla="*/ 1560903 h 1703994"/>
              <a:gd name="connsiteX12" fmla="*/ 424240 w 2101738"/>
              <a:gd name="connsiteY12" fmla="*/ 1534325 h 1703994"/>
              <a:gd name="connsiteX13" fmla="*/ 405990 w 2101738"/>
              <a:gd name="connsiteY13" fmla="*/ 1597763 h 1703994"/>
              <a:gd name="connsiteX14" fmla="*/ 407214 w 2101738"/>
              <a:gd name="connsiteY14" fmla="*/ 1548631 h 1703994"/>
              <a:gd name="connsiteX15" fmla="*/ 378768 w 2101738"/>
              <a:gd name="connsiteY15" fmla="*/ 1595245 h 1703994"/>
              <a:gd name="connsiteX16" fmla="*/ 395215 w 2101738"/>
              <a:gd name="connsiteY16" fmla="*/ 1540672 h 1703994"/>
              <a:gd name="connsiteX17" fmla="*/ 356881 w 2101738"/>
              <a:gd name="connsiteY17" fmla="*/ 1587349 h 1703994"/>
              <a:gd name="connsiteX18" fmla="*/ 381399 w 2101738"/>
              <a:gd name="connsiteY18" fmla="*/ 1534221 h 1703994"/>
              <a:gd name="connsiteX19" fmla="*/ 334060 w 2101738"/>
              <a:gd name="connsiteY19" fmla="*/ 1567398 h 1703994"/>
              <a:gd name="connsiteX20" fmla="*/ 374007 w 2101738"/>
              <a:gd name="connsiteY20" fmla="*/ 1520382 h 1703994"/>
              <a:gd name="connsiteX21" fmla="*/ 316157 w 2101738"/>
              <a:gd name="connsiteY21" fmla="*/ 1543947 h 1703994"/>
              <a:gd name="connsiteX22" fmla="*/ 364529 w 2101738"/>
              <a:gd name="connsiteY22" fmla="*/ 1507779 h 1703994"/>
              <a:gd name="connsiteX23" fmla="*/ 312506 w 2101738"/>
              <a:gd name="connsiteY23" fmla="*/ 1481763 h 1703994"/>
              <a:gd name="connsiteX24" fmla="*/ 235322 w 2101738"/>
              <a:gd name="connsiteY24" fmla="*/ 1429642 h 1703994"/>
              <a:gd name="connsiteX25" fmla="*/ 212171 w 2101738"/>
              <a:gd name="connsiteY25" fmla="*/ 1406394 h 1703994"/>
              <a:gd name="connsiteX26" fmla="*/ 146547 w 2101738"/>
              <a:gd name="connsiteY26" fmla="*/ 1354633 h 1703994"/>
              <a:gd name="connsiteX27" fmla="*/ 70414 w 2101738"/>
              <a:gd name="connsiteY27" fmla="*/ 1243902 h 1703994"/>
              <a:gd name="connsiteX28" fmla="*/ 50655 w 2101738"/>
              <a:gd name="connsiteY28" fmla="*/ 906009 h 1703994"/>
              <a:gd name="connsiteX29" fmla="*/ 70242 w 2101738"/>
              <a:gd name="connsiteY29" fmla="*/ 848373 h 1703994"/>
              <a:gd name="connsiteX30" fmla="*/ 3272 w 2101738"/>
              <a:gd name="connsiteY30" fmla="*/ 843817 h 1703994"/>
              <a:gd name="connsiteX31" fmla="*/ 51560 w 2101738"/>
              <a:gd name="connsiteY31" fmla="*/ 834666 h 1703994"/>
              <a:gd name="connsiteX32" fmla="*/ 0 w 2101738"/>
              <a:gd name="connsiteY32" fmla="*/ 816674 h 1703994"/>
              <a:gd name="connsiteX33" fmla="*/ 56815 w 2101738"/>
              <a:gd name="connsiteY33" fmla="*/ 821259 h 1703994"/>
              <a:gd name="connsiteX34" fmla="*/ 3109 w 2101738"/>
              <a:gd name="connsiteY34" fmla="*/ 793615 h 1703994"/>
              <a:gd name="connsiteX35" fmla="*/ 60210 w 2101738"/>
              <a:gd name="connsiteY35" fmla="*/ 806393 h 1703994"/>
              <a:gd name="connsiteX36" fmla="*/ 17807 w 2101738"/>
              <a:gd name="connsiteY36" fmla="*/ 767104 h 1703994"/>
              <a:gd name="connsiteX37" fmla="*/ 72182 w 2101738"/>
              <a:gd name="connsiteY37" fmla="*/ 796253 h 1703994"/>
              <a:gd name="connsiteX38" fmla="*/ 36962 w 2101738"/>
              <a:gd name="connsiteY38" fmla="*/ 744662 h 1703994"/>
              <a:gd name="connsiteX39" fmla="*/ 95234 w 2101738"/>
              <a:gd name="connsiteY39" fmla="*/ 795417 h 1703994"/>
              <a:gd name="connsiteX40" fmla="*/ 149258 w 2101738"/>
              <a:gd name="connsiteY40" fmla="*/ 691376 h 1703994"/>
              <a:gd name="connsiteX41" fmla="*/ 390790 w 2101738"/>
              <a:gd name="connsiteY41" fmla="*/ 420739 h 1703994"/>
              <a:gd name="connsiteX42" fmla="*/ 442833 w 2101738"/>
              <a:gd name="connsiteY42" fmla="*/ 382421 h 1703994"/>
              <a:gd name="connsiteX43" fmla="*/ 390154 w 2101738"/>
              <a:gd name="connsiteY43" fmla="*/ 346871 h 1703994"/>
              <a:gd name="connsiteX44" fmla="*/ 436513 w 2101738"/>
              <a:gd name="connsiteY44" fmla="*/ 363187 h 1703994"/>
              <a:gd name="connsiteX45" fmla="*/ 400944 w 2101738"/>
              <a:gd name="connsiteY45" fmla="*/ 321751 h 1703994"/>
              <a:gd name="connsiteX46" fmla="*/ 447786 w 2101738"/>
              <a:gd name="connsiteY46" fmla="*/ 354227 h 1703994"/>
              <a:gd name="connsiteX47" fmla="*/ 415205 w 2101738"/>
              <a:gd name="connsiteY47" fmla="*/ 303366 h 1703994"/>
              <a:gd name="connsiteX48" fmla="*/ 458183 w 2101738"/>
              <a:gd name="connsiteY48" fmla="*/ 343073 h 1703994"/>
              <a:gd name="connsiteX49" fmla="*/ 441222 w 2101738"/>
              <a:gd name="connsiteY49" fmla="*/ 287811 h 1703994"/>
              <a:gd name="connsiteX50" fmla="*/ 473628 w 2101738"/>
              <a:gd name="connsiteY50" fmla="*/ 340310 h 1703994"/>
              <a:gd name="connsiteX51" fmla="*/ 469052 w 2101738"/>
              <a:gd name="connsiteY51" fmla="*/ 278011 h 1703994"/>
              <a:gd name="connsiteX52" fmla="*/ 492242 w 2101738"/>
              <a:gd name="connsiteY52" fmla="*/ 346041 h 1703994"/>
              <a:gd name="connsiteX53" fmla="*/ 552684 w 2101738"/>
              <a:gd name="connsiteY53" fmla="*/ 301539 h 1703994"/>
              <a:gd name="connsiteX54" fmla="*/ 738412 w 2101738"/>
              <a:gd name="connsiteY54" fmla="*/ 198687 h 1703994"/>
              <a:gd name="connsiteX55" fmla="*/ 935600 w 2101738"/>
              <a:gd name="connsiteY55" fmla="*/ 120005 h 1703994"/>
              <a:gd name="connsiteX56" fmla="*/ 1010317 w 2101738"/>
              <a:gd name="connsiteY56" fmla="*/ 100869 h 1703994"/>
              <a:gd name="connsiteX57" fmla="*/ 969037 w 2101738"/>
              <a:gd name="connsiteY57" fmla="*/ 31784 h 1703994"/>
              <a:gd name="connsiteX58" fmla="*/ 1004081 w 2101738"/>
              <a:gd name="connsiteY58" fmla="*/ 66242 h 1703994"/>
              <a:gd name="connsiteX59" fmla="*/ 989473 w 2101738"/>
              <a:gd name="connsiteY59" fmla="*/ 13624 h 1703994"/>
              <a:gd name="connsiteX60" fmla="*/ 1018091 w 2101738"/>
              <a:gd name="connsiteY60" fmla="*/ 62917 h 1703994"/>
              <a:gd name="connsiteX61" fmla="*/ 1010191 w 2101738"/>
              <a:gd name="connsiteY61" fmla="*/ 3035 h 1703994"/>
              <a:gd name="connsiteX62" fmla="*/ 1032241 w 2101738"/>
              <a:gd name="connsiteY62" fmla="*/ 57234 h 1703994"/>
              <a:gd name="connsiteX63" fmla="*/ 1040351 w 2101738"/>
              <a:gd name="connsiteY63" fmla="*/ 0 h 1703994"/>
              <a:gd name="connsiteX64" fmla="*/ 1047397 w 2101738"/>
              <a:gd name="connsiteY64" fmla="*/ 61290 h 1703994"/>
              <a:gd name="connsiteX65" fmla="*/ 1069708 w 2101738"/>
              <a:gd name="connsiteY65" fmla="*/ 2945 h 1703994"/>
              <a:gd name="connsiteX66" fmla="*/ 1060304 w 2101738"/>
              <a:gd name="connsiteY66" fmla="*/ 88067 h 1703994"/>
              <a:gd name="connsiteX67" fmla="*/ 1130356 w 2101738"/>
              <a:gd name="connsiteY67" fmla="*/ 70125 h 1703994"/>
              <a:gd name="connsiteX68" fmla="*/ 1492759 w 2101738"/>
              <a:gd name="connsiteY68" fmla="*/ 54446 h 1703994"/>
              <a:gd name="connsiteX69" fmla="*/ 1585675 w 2101738"/>
              <a:gd name="connsiteY69" fmla="*/ 73908 h 1703994"/>
              <a:gd name="connsiteX70" fmla="*/ 1592462 w 2101738"/>
              <a:gd name="connsiteY70" fmla="*/ 21013 h 1703994"/>
              <a:gd name="connsiteX71" fmla="*/ 1598717 w 2101738"/>
              <a:gd name="connsiteY71" fmla="*/ 69760 h 1703994"/>
              <a:gd name="connsiteX72" fmla="*/ 1619752 w 2101738"/>
              <a:gd name="connsiteY72" fmla="*/ 19366 h 1703994"/>
              <a:gd name="connsiteX73" fmla="*/ 1611786 w 2101738"/>
              <a:gd name="connsiteY73" fmla="*/ 75805 h 1703994"/>
              <a:gd name="connsiteX74" fmla="*/ 1642583 w 2101738"/>
              <a:gd name="connsiteY74" fmla="*/ 23845 h 1703994"/>
              <a:gd name="connsiteX75" fmla="*/ 1626422 w 2101738"/>
              <a:gd name="connsiteY75" fmla="*/ 80082 h 1703994"/>
              <a:gd name="connsiteX76" fmla="*/ 1668170 w 2101738"/>
              <a:gd name="connsiteY76" fmla="*/ 40098 h 1703994"/>
              <a:gd name="connsiteX77" fmla="*/ 1640315 w 2101738"/>
              <a:gd name="connsiteY77" fmla="*/ 85353 h 1703994"/>
              <a:gd name="connsiteX78" fmla="*/ 1646008 w 2101738"/>
              <a:gd name="connsiteY78" fmla="*/ 86545 h 1703994"/>
              <a:gd name="connsiteX79" fmla="*/ 1689429 w 2101738"/>
              <a:gd name="connsiteY79" fmla="*/ 60556 h 1703994"/>
              <a:gd name="connsiteX80" fmla="*/ 1659225 w 2101738"/>
              <a:gd name="connsiteY80" fmla="*/ 91319 h 1703994"/>
              <a:gd name="connsiteX81" fmla="*/ 1785990 w 2101738"/>
              <a:gd name="connsiteY81" fmla="*/ 147003 h 1703994"/>
              <a:gd name="connsiteX82" fmla="*/ 1970413 w 2101738"/>
              <a:gd name="connsiteY82" fmla="*/ 343148 h 1703994"/>
              <a:gd name="connsiteX83" fmla="*/ 2007946 w 2101738"/>
              <a:gd name="connsiteY83" fmla="*/ 472178 h 1703994"/>
              <a:gd name="connsiteX84" fmla="*/ 2007034 w 2101738"/>
              <a:gd name="connsiteY84" fmla="*/ 524077 h 1703994"/>
              <a:gd name="connsiteX85" fmla="*/ 2057915 w 2101738"/>
              <a:gd name="connsiteY85" fmla="*/ 615982 h 1703994"/>
              <a:gd name="connsiteX86" fmla="*/ 2084324 w 2101738"/>
              <a:gd name="connsiteY86" fmla="*/ 748496 h 1703994"/>
              <a:gd name="connsiteX87" fmla="*/ 2046897 w 2101738"/>
              <a:gd name="connsiteY87" fmla="*/ 956483 h 1703994"/>
              <a:gd name="connsiteX88" fmla="*/ 2022625 w 2101738"/>
              <a:gd name="connsiteY88" fmla="*/ 1008221 h 1703994"/>
              <a:gd name="connsiteX89" fmla="*/ 2101738 w 2101738"/>
              <a:gd name="connsiteY89" fmla="*/ 1025949 h 1703994"/>
              <a:gd name="connsiteX90" fmla="*/ 2052620 w 2101738"/>
              <a:gd name="connsiteY90" fmla="*/ 1027657 h 1703994"/>
              <a:gd name="connsiteX91" fmla="*/ 2100848 w 2101738"/>
              <a:gd name="connsiteY91" fmla="*/ 1053274 h 1703994"/>
              <a:gd name="connsiteX92" fmla="*/ 2045390 w 2101738"/>
              <a:gd name="connsiteY92" fmla="*/ 1040111 h 1703994"/>
              <a:gd name="connsiteX93" fmla="*/ 2094271 w 2101738"/>
              <a:gd name="connsiteY93" fmla="*/ 1075593 h 1703994"/>
              <a:gd name="connsiteX94" fmla="*/ 2039774 w 2101738"/>
              <a:gd name="connsiteY94" fmla="*/ 1054287 h 1703994"/>
              <a:gd name="connsiteX95" fmla="*/ 2075716 w 2101738"/>
              <a:gd name="connsiteY95" fmla="*/ 1099563 h 1703994"/>
              <a:gd name="connsiteX96" fmla="*/ 2026401 w 2101738"/>
              <a:gd name="connsiteY96" fmla="*/ 1062491 h 1703994"/>
              <a:gd name="connsiteX97" fmla="*/ 2053375 w 2101738"/>
              <a:gd name="connsiteY97" fmla="*/ 1118834 h 1703994"/>
              <a:gd name="connsiteX98" fmla="*/ 1996396 w 2101738"/>
              <a:gd name="connsiteY98" fmla="*/ 1051421 h 1703994"/>
              <a:gd name="connsiteX99" fmla="*/ 1926020 w 2101738"/>
              <a:gd name="connsiteY99" fmla="*/ 1153892 h 1703994"/>
              <a:gd name="connsiteX100" fmla="*/ 1658293 w 2101738"/>
              <a:gd name="connsiteY100" fmla="*/ 1380931 h 1703994"/>
              <a:gd name="connsiteX101" fmla="*/ 1595887 w 2101738"/>
              <a:gd name="connsiteY101" fmla="*/ 1414012 h 1703994"/>
              <a:gd name="connsiteX102" fmla="*/ 1643849 w 2101738"/>
              <a:gd name="connsiteY102" fmla="*/ 1458349 h 1703994"/>
              <a:gd name="connsiteX103" fmla="*/ 1600506 w 2101738"/>
              <a:gd name="connsiteY103" fmla="*/ 1435178 h 1703994"/>
              <a:gd name="connsiteX104" fmla="*/ 1629367 w 2101738"/>
              <a:gd name="connsiteY104" fmla="*/ 1481537 h 1703994"/>
              <a:gd name="connsiteX105" fmla="*/ 1588003 w 2101738"/>
              <a:gd name="connsiteY105" fmla="*/ 1442322 h 1703994"/>
              <a:gd name="connsiteX106" fmla="*/ 1612479 w 2101738"/>
              <a:gd name="connsiteY106" fmla="*/ 1497543 h 1703994"/>
              <a:gd name="connsiteX107" fmla="*/ 1576031 w 2101738"/>
              <a:gd name="connsiteY107" fmla="*/ 1451767 h 1703994"/>
              <a:gd name="connsiteX108" fmla="*/ 1584400 w 2101738"/>
              <a:gd name="connsiteY108" fmla="*/ 1508965 h 1703994"/>
              <a:gd name="connsiteX109" fmla="*/ 1560347 w 2101738"/>
              <a:gd name="connsiteY109" fmla="*/ 1452151 h 1703994"/>
              <a:gd name="connsiteX110" fmla="*/ 1555405 w 2101738"/>
              <a:gd name="connsiteY110" fmla="*/ 1514422 h 1703994"/>
              <a:gd name="connsiteX111" fmla="*/ 1542573 w 2101738"/>
              <a:gd name="connsiteY111" fmla="*/ 1442273 h 1703994"/>
              <a:gd name="connsiteX112" fmla="*/ 1487730 w 2101738"/>
              <a:gd name="connsiteY112" fmla="*/ 1471344 h 1703994"/>
              <a:gd name="connsiteX113" fmla="*/ 1093133 w 2101738"/>
              <a:gd name="connsiteY113" fmla="*/ 1589053 h 1703994"/>
              <a:gd name="connsiteX114" fmla="*/ 991124 w 2101738"/>
              <a:gd name="connsiteY114" fmla="*/ 1601412 h 1703994"/>
              <a:gd name="connsiteX115" fmla="*/ 1023814 w 2101738"/>
              <a:gd name="connsiteY115" fmla="*/ 1681831 h 1703994"/>
              <a:gd name="connsiteX116" fmla="*/ 994413 w 2101738"/>
              <a:gd name="connsiteY116" fmla="*/ 1642449 h 1703994"/>
              <a:gd name="connsiteX117" fmla="*/ 1000857 w 2101738"/>
              <a:gd name="connsiteY117" fmla="*/ 1696675 h 1703994"/>
              <a:gd name="connsiteX118" fmla="*/ 980060 w 2101738"/>
              <a:gd name="connsiteY118" fmla="*/ 1643607 h 17039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</a:cxnLst>
            <a:rect l="l" t="t" r="r" b="b"/>
            <a:pathLst>
              <a:path w="2101738" h="1703994">
                <a:moveTo>
                  <a:pt x="965068" y="1605351"/>
                </a:moveTo>
                <a:lnTo>
                  <a:pt x="964775" y="1604605"/>
                </a:lnTo>
                <a:lnTo>
                  <a:pt x="963065" y="1604812"/>
                </a:lnTo>
                <a:lnTo>
                  <a:pt x="962064" y="1604849"/>
                </a:lnTo>
                <a:close/>
                <a:moveTo>
                  <a:pt x="978771" y="1703994"/>
                </a:moveTo>
                <a:lnTo>
                  <a:pt x="965211" y="1647075"/>
                </a:lnTo>
                <a:lnTo>
                  <a:pt x="948499" y="1702412"/>
                </a:lnTo>
                <a:lnTo>
                  <a:pt x="950847" y="1640763"/>
                </a:lnTo>
                <a:lnTo>
                  <a:pt x="919931" y="1695041"/>
                </a:lnTo>
                <a:lnTo>
                  <a:pt x="943994" y="1605506"/>
                </a:lnTo>
                <a:lnTo>
                  <a:pt x="837465" y="1609378"/>
                </a:lnTo>
                <a:cubicBezTo>
                  <a:pt x="714443" y="1608514"/>
                  <a:pt x="599668" y="1591607"/>
                  <a:pt x="497768" y="1560903"/>
                </a:cubicBezTo>
                <a:lnTo>
                  <a:pt x="424240" y="1534325"/>
                </a:lnTo>
                <a:lnTo>
                  <a:pt x="405990" y="1597763"/>
                </a:lnTo>
                <a:lnTo>
                  <a:pt x="407214" y="1548631"/>
                </a:lnTo>
                <a:lnTo>
                  <a:pt x="378768" y="1595245"/>
                </a:lnTo>
                <a:lnTo>
                  <a:pt x="395215" y="1540672"/>
                </a:lnTo>
                <a:lnTo>
                  <a:pt x="356881" y="1587349"/>
                </a:lnTo>
                <a:lnTo>
                  <a:pt x="381399" y="1534221"/>
                </a:lnTo>
                <a:lnTo>
                  <a:pt x="334060" y="1567398"/>
                </a:lnTo>
                <a:lnTo>
                  <a:pt x="374007" y="1520382"/>
                </a:lnTo>
                <a:lnTo>
                  <a:pt x="316157" y="1543947"/>
                </a:lnTo>
                <a:lnTo>
                  <a:pt x="364529" y="1507779"/>
                </a:lnTo>
                <a:lnTo>
                  <a:pt x="312506" y="1481763"/>
                </a:lnTo>
                <a:cubicBezTo>
                  <a:pt x="284948" y="1465728"/>
                  <a:pt x="259162" y="1448327"/>
                  <a:pt x="235322" y="1429642"/>
                </a:cubicBezTo>
                <a:lnTo>
                  <a:pt x="212171" y="1406394"/>
                </a:lnTo>
                <a:lnTo>
                  <a:pt x="146547" y="1354633"/>
                </a:lnTo>
                <a:cubicBezTo>
                  <a:pt x="115535" y="1321910"/>
                  <a:pt x="89881" y="1284968"/>
                  <a:pt x="70414" y="1243902"/>
                </a:cubicBezTo>
                <a:cubicBezTo>
                  <a:pt x="21744" y="1141240"/>
                  <a:pt x="17489" y="1024961"/>
                  <a:pt x="50655" y="906009"/>
                </a:cubicBezTo>
                <a:lnTo>
                  <a:pt x="70242" y="848373"/>
                </a:lnTo>
                <a:lnTo>
                  <a:pt x="3272" y="843817"/>
                </a:lnTo>
                <a:lnTo>
                  <a:pt x="51560" y="834666"/>
                </a:lnTo>
                <a:lnTo>
                  <a:pt x="0" y="816674"/>
                </a:lnTo>
                <a:lnTo>
                  <a:pt x="56815" y="821259"/>
                </a:lnTo>
                <a:lnTo>
                  <a:pt x="3109" y="793615"/>
                </a:lnTo>
                <a:lnTo>
                  <a:pt x="60210" y="806393"/>
                </a:lnTo>
                <a:lnTo>
                  <a:pt x="17807" y="767104"/>
                </a:lnTo>
                <a:lnTo>
                  <a:pt x="72182" y="796253"/>
                </a:lnTo>
                <a:lnTo>
                  <a:pt x="36962" y="744662"/>
                </a:lnTo>
                <a:lnTo>
                  <a:pt x="95234" y="795417"/>
                </a:lnTo>
                <a:lnTo>
                  <a:pt x="149258" y="691376"/>
                </a:lnTo>
                <a:cubicBezTo>
                  <a:pt x="209699" y="596802"/>
                  <a:pt x="291404" y="504722"/>
                  <a:pt x="390790" y="420739"/>
                </a:cubicBezTo>
                <a:lnTo>
                  <a:pt x="442833" y="382421"/>
                </a:lnTo>
                <a:lnTo>
                  <a:pt x="390154" y="346871"/>
                </a:lnTo>
                <a:lnTo>
                  <a:pt x="436513" y="363187"/>
                </a:lnTo>
                <a:lnTo>
                  <a:pt x="400944" y="321751"/>
                </a:lnTo>
                <a:lnTo>
                  <a:pt x="447786" y="354227"/>
                </a:lnTo>
                <a:lnTo>
                  <a:pt x="415205" y="303366"/>
                </a:lnTo>
                <a:lnTo>
                  <a:pt x="458183" y="343073"/>
                </a:lnTo>
                <a:lnTo>
                  <a:pt x="441222" y="287811"/>
                </a:lnTo>
                <a:lnTo>
                  <a:pt x="473628" y="340310"/>
                </a:lnTo>
                <a:lnTo>
                  <a:pt x="469052" y="278011"/>
                </a:lnTo>
                <a:lnTo>
                  <a:pt x="492242" y="346041"/>
                </a:lnTo>
                <a:lnTo>
                  <a:pt x="552684" y="301539"/>
                </a:lnTo>
                <a:cubicBezTo>
                  <a:pt x="610769" y="264296"/>
                  <a:pt x="672829" y="229779"/>
                  <a:pt x="738412" y="198687"/>
                </a:cubicBezTo>
                <a:cubicBezTo>
                  <a:pt x="803995" y="167595"/>
                  <a:pt x="870001" y="141400"/>
                  <a:pt x="935600" y="120005"/>
                </a:cubicBezTo>
                <a:lnTo>
                  <a:pt x="1010317" y="100869"/>
                </a:lnTo>
                <a:lnTo>
                  <a:pt x="969037" y="31784"/>
                </a:lnTo>
                <a:lnTo>
                  <a:pt x="1004081" y="66242"/>
                </a:lnTo>
                <a:lnTo>
                  <a:pt x="989473" y="13624"/>
                </a:lnTo>
                <a:lnTo>
                  <a:pt x="1018091" y="62917"/>
                </a:lnTo>
                <a:lnTo>
                  <a:pt x="1010191" y="3035"/>
                </a:lnTo>
                <a:lnTo>
                  <a:pt x="1032241" y="57234"/>
                </a:lnTo>
                <a:lnTo>
                  <a:pt x="1040351" y="0"/>
                </a:lnTo>
                <a:lnTo>
                  <a:pt x="1047397" y="61290"/>
                </a:lnTo>
                <a:lnTo>
                  <a:pt x="1069708" y="2945"/>
                </a:lnTo>
                <a:lnTo>
                  <a:pt x="1060304" y="88067"/>
                </a:lnTo>
                <a:lnTo>
                  <a:pt x="1130356" y="70125"/>
                </a:lnTo>
                <a:cubicBezTo>
                  <a:pt x="1258282" y="46343"/>
                  <a:pt x="1381285" y="41375"/>
                  <a:pt x="1492759" y="54446"/>
                </a:cubicBezTo>
                <a:lnTo>
                  <a:pt x="1585675" y="73908"/>
                </a:lnTo>
                <a:lnTo>
                  <a:pt x="1592462" y="21013"/>
                </a:lnTo>
                <a:lnTo>
                  <a:pt x="1598717" y="69760"/>
                </a:lnTo>
                <a:lnTo>
                  <a:pt x="1619752" y="19366"/>
                </a:lnTo>
                <a:lnTo>
                  <a:pt x="1611786" y="75805"/>
                </a:lnTo>
                <a:lnTo>
                  <a:pt x="1642583" y="23845"/>
                </a:lnTo>
                <a:lnTo>
                  <a:pt x="1626422" y="80082"/>
                </a:lnTo>
                <a:lnTo>
                  <a:pt x="1668170" y="40098"/>
                </a:lnTo>
                <a:lnTo>
                  <a:pt x="1640315" y="85353"/>
                </a:lnTo>
                <a:lnTo>
                  <a:pt x="1646008" y="86545"/>
                </a:lnTo>
                <a:lnTo>
                  <a:pt x="1689429" y="60556"/>
                </a:lnTo>
                <a:lnTo>
                  <a:pt x="1659225" y="91319"/>
                </a:lnTo>
                <a:lnTo>
                  <a:pt x="1785990" y="147003"/>
                </a:lnTo>
                <a:cubicBezTo>
                  <a:pt x="1867801" y="195378"/>
                  <a:pt x="1931477" y="261018"/>
                  <a:pt x="1970413" y="343148"/>
                </a:cubicBezTo>
                <a:cubicBezTo>
                  <a:pt x="1989881" y="384213"/>
                  <a:pt x="2002243" y="427456"/>
                  <a:pt x="2007946" y="472178"/>
                </a:cubicBezTo>
                <a:lnTo>
                  <a:pt x="2007034" y="524077"/>
                </a:lnTo>
                <a:lnTo>
                  <a:pt x="2057915" y="615982"/>
                </a:lnTo>
                <a:cubicBezTo>
                  <a:pt x="2073336" y="657662"/>
                  <a:pt x="2082372" y="701946"/>
                  <a:pt x="2084324" y="748496"/>
                </a:cubicBezTo>
                <a:cubicBezTo>
                  <a:pt x="2087251" y="818320"/>
                  <a:pt x="2074028" y="888283"/>
                  <a:pt x="2046897" y="956483"/>
                </a:cubicBezTo>
                <a:lnTo>
                  <a:pt x="2022625" y="1008221"/>
                </a:lnTo>
                <a:lnTo>
                  <a:pt x="2101738" y="1025949"/>
                </a:lnTo>
                <a:lnTo>
                  <a:pt x="2052620" y="1027657"/>
                </a:lnTo>
                <a:lnTo>
                  <a:pt x="2100848" y="1053274"/>
                </a:lnTo>
                <a:lnTo>
                  <a:pt x="2045390" y="1040111"/>
                </a:lnTo>
                <a:lnTo>
                  <a:pt x="2094271" y="1075593"/>
                </a:lnTo>
                <a:lnTo>
                  <a:pt x="2039774" y="1054287"/>
                </a:lnTo>
                <a:lnTo>
                  <a:pt x="2075716" y="1099563"/>
                </a:lnTo>
                <a:lnTo>
                  <a:pt x="2026401" y="1062491"/>
                </a:lnTo>
                <a:lnTo>
                  <a:pt x="2053375" y="1118834"/>
                </a:lnTo>
                <a:lnTo>
                  <a:pt x="1996396" y="1051421"/>
                </a:lnTo>
                <a:lnTo>
                  <a:pt x="1926020" y="1153892"/>
                </a:lnTo>
                <a:cubicBezTo>
                  <a:pt x="1855746" y="1237588"/>
                  <a:pt x="1764732" y="1314770"/>
                  <a:pt x="1658293" y="1380931"/>
                </a:cubicBezTo>
                <a:lnTo>
                  <a:pt x="1595887" y="1414012"/>
                </a:lnTo>
                <a:lnTo>
                  <a:pt x="1643849" y="1458349"/>
                </a:lnTo>
                <a:lnTo>
                  <a:pt x="1600506" y="1435178"/>
                </a:lnTo>
                <a:lnTo>
                  <a:pt x="1629367" y="1481537"/>
                </a:lnTo>
                <a:lnTo>
                  <a:pt x="1588003" y="1442322"/>
                </a:lnTo>
                <a:lnTo>
                  <a:pt x="1612479" y="1497543"/>
                </a:lnTo>
                <a:lnTo>
                  <a:pt x="1576031" y="1451767"/>
                </a:lnTo>
                <a:lnTo>
                  <a:pt x="1584400" y="1508965"/>
                </a:lnTo>
                <a:lnTo>
                  <a:pt x="1560347" y="1452151"/>
                </a:lnTo>
                <a:lnTo>
                  <a:pt x="1555405" y="1514422"/>
                </a:lnTo>
                <a:lnTo>
                  <a:pt x="1542573" y="1442273"/>
                </a:lnTo>
                <a:lnTo>
                  <a:pt x="1487730" y="1471344"/>
                </a:lnTo>
                <a:cubicBezTo>
                  <a:pt x="1367194" y="1525357"/>
                  <a:pt x="1233890" y="1566095"/>
                  <a:pt x="1093133" y="1589053"/>
                </a:cubicBezTo>
                <a:lnTo>
                  <a:pt x="991124" y="1601412"/>
                </a:lnTo>
                <a:lnTo>
                  <a:pt x="1023814" y="1681831"/>
                </a:lnTo>
                <a:lnTo>
                  <a:pt x="994413" y="1642449"/>
                </a:lnTo>
                <a:lnTo>
                  <a:pt x="1000857" y="1696675"/>
                </a:lnTo>
                <a:lnTo>
                  <a:pt x="980060" y="1643607"/>
                </a:lnTo>
                <a:close/>
              </a:path>
            </a:pathLst>
          </a:custGeom>
          <a:solidFill>
            <a:srgbClr val="FF99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PT" dirty="0"/>
          </a:p>
        </p:txBody>
      </p:sp>
      <p:sp>
        <p:nvSpPr>
          <p:cNvPr id="292" name="Freeform: Shape 291">
            <a:extLst>
              <a:ext uri="{FF2B5EF4-FFF2-40B4-BE49-F238E27FC236}">
                <a16:creationId xmlns:a16="http://schemas.microsoft.com/office/drawing/2014/main" id="{BD1CEB7E-2C70-45A1-A8FF-832842954335}"/>
              </a:ext>
            </a:extLst>
          </p:cNvPr>
          <p:cNvSpPr/>
          <p:nvPr/>
        </p:nvSpPr>
        <p:spPr>
          <a:xfrm rot="20517357">
            <a:off x="-111439" y="1885989"/>
            <a:ext cx="604213" cy="739283"/>
          </a:xfrm>
          <a:custGeom>
            <a:avLst/>
            <a:gdLst>
              <a:gd name="connsiteX0" fmla="*/ 347012 w 604213"/>
              <a:gd name="connsiteY0" fmla="*/ 0 h 739283"/>
              <a:gd name="connsiteX1" fmla="*/ 347012 w 604213"/>
              <a:gd name="connsiteY1" fmla="*/ 909 h 739283"/>
              <a:gd name="connsiteX2" fmla="*/ 347669 w 604213"/>
              <a:gd name="connsiteY2" fmla="*/ 737 h 739283"/>
              <a:gd name="connsiteX3" fmla="*/ 372586 w 604213"/>
              <a:gd name="connsiteY3" fmla="*/ 95773 h 739283"/>
              <a:gd name="connsiteX4" fmla="*/ 382687 w 604213"/>
              <a:gd name="connsiteY4" fmla="*/ 97300 h 739283"/>
              <a:gd name="connsiteX5" fmla="*/ 383405 w 604213"/>
              <a:gd name="connsiteY5" fmla="*/ 97228 h 739283"/>
              <a:gd name="connsiteX6" fmla="*/ 389298 w 604213"/>
              <a:gd name="connsiteY6" fmla="*/ 104369 h 739283"/>
              <a:gd name="connsiteX7" fmla="*/ 455650 w 604213"/>
              <a:gd name="connsiteY7" fmla="*/ 131853 h 739283"/>
              <a:gd name="connsiteX8" fmla="*/ 466652 w 604213"/>
              <a:gd name="connsiteY8" fmla="*/ 130744 h 739283"/>
              <a:gd name="connsiteX9" fmla="*/ 467537 w 604213"/>
              <a:gd name="connsiteY9" fmla="*/ 132375 h 739283"/>
              <a:gd name="connsiteX10" fmla="*/ 508822 w 604213"/>
              <a:gd name="connsiteY10" fmla="*/ 166372 h 739283"/>
              <a:gd name="connsiteX11" fmla="*/ 520318 w 604213"/>
              <a:gd name="connsiteY11" fmla="*/ 169941 h 739283"/>
              <a:gd name="connsiteX12" fmla="*/ 519388 w 604213"/>
              <a:gd name="connsiteY12" fmla="*/ 179160 h 739283"/>
              <a:gd name="connsiteX13" fmla="*/ 576699 w 604213"/>
              <a:gd name="connsiteY13" fmla="*/ 265623 h 739283"/>
              <a:gd name="connsiteX14" fmla="*/ 580501 w 604213"/>
              <a:gd name="connsiteY14" fmla="*/ 266803 h 739283"/>
              <a:gd name="connsiteX15" fmla="*/ 579428 w 604213"/>
              <a:gd name="connsiteY15" fmla="*/ 270261 h 739283"/>
              <a:gd name="connsiteX16" fmla="*/ 577521 w 604213"/>
              <a:gd name="connsiteY16" fmla="*/ 289172 h 739283"/>
              <a:gd name="connsiteX17" fmla="*/ 593547 w 604213"/>
              <a:gd name="connsiteY17" fmla="*/ 341637 h 739283"/>
              <a:gd name="connsiteX18" fmla="*/ 604213 w 604213"/>
              <a:gd name="connsiteY18" fmla="*/ 354564 h 739283"/>
              <a:gd name="connsiteX19" fmla="*/ 598152 w 604213"/>
              <a:gd name="connsiteY19" fmla="*/ 365730 h 739283"/>
              <a:gd name="connsiteX20" fmla="*/ 590778 w 604213"/>
              <a:gd name="connsiteY20" fmla="*/ 402255 h 739283"/>
              <a:gd name="connsiteX21" fmla="*/ 598152 w 604213"/>
              <a:gd name="connsiteY21" fmla="*/ 438780 h 739283"/>
              <a:gd name="connsiteX22" fmla="*/ 600355 w 604213"/>
              <a:gd name="connsiteY22" fmla="*/ 442838 h 739283"/>
              <a:gd name="connsiteX23" fmla="*/ 600350 w 604213"/>
              <a:gd name="connsiteY23" fmla="*/ 442843 h 739283"/>
              <a:gd name="connsiteX24" fmla="*/ 572866 w 604213"/>
              <a:gd name="connsiteY24" fmla="*/ 509195 h 739283"/>
              <a:gd name="connsiteX25" fmla="*/ 573844 w 604213"/>
              <a:gd name="connsiteY25" fmla="*/ 518897 h 739283"/>
              <a:gd name="connsiteX26" fmla="*/ 560760 w 604213"/>
              <a:gd name="connsiteY26" fmla="*/ 525999 h 739283"/>
              <a:gd name="connsiteX27" fmla="*/ 522343 w 604213"/>
              <a:gd name="connsiteY27" fmla="*/ 580359 h 739283"/>
              <a:gd name="connsiteX28" fmla="*/ 520744 w 604213"/>
              <a:gd name="connsiteY28" fmla="*/ 593044 h 739283"/>
              <a:gd name="connsiteX29" fmla="*/ 518026 w 604213"/>
              <a:gd name="connsiteY29" fmla="*/ 593318 h 739283"/>
              <a:gd name="connsiteX30" fmla="*/ 517975 w 604213"/>
              <a:gd name="connsiteY30" fmla="*/ 593338 h 739283"/>
              <a:gd name="connsiteX31" fmla="*/ 517985 w 604213"/>
              <a:gd name="connsiteY31" fmla="*/ 593447 h 739283"/>
              <a:gd name="connsiteX32" fmla="*/ 507729 w 604213"/>
              <a:gd name="connsiteY32" fmla="*/ 599706 h 739283"/>
              <a:gd name="connsiteX33" fmla="*/ 477616 w 604213"/>
              <a:gd name="connsiteY33" fmla="*/ 647618 h 739283"/>
              <a:gd name="connsiteX34" fmla="*/ 476363 w 604213"/>
              <a:gd name="connsiteY34" fmla="*/ 658799 h 739283"/>
              <a:gd name="connsiteX35" fmla="*/ 474232 w 604213"/>
              <a:gd name="connsiteY35" fmla="*/ 659040 h 739283"/>
              <a:gd name="connsiteX36" fmla="*/ 432299 w 604213"/>
              <a:gd name="connsiteY36" fmla="*/ 687457 h 739283"/>
              <a:gd name="connsiteX37" fmla="*/ 426027 w 604213"/>
              <a:gd name="connsiteY37" fmla="*/ 697634 h 739283"/>
              <a:gd name="connsiteX38" fmla="*/ 418669 w 604213"/>
              <a:gd name="connsiteY38" fmla="*/ 696800 h 739283"/>
              <a:gd name="connsiteX39" fmla="*/ 357678 w 604213"/>
              <a:gd name="connsiteY39" fmla="*/ 733264 h 739283"/>
              <a:gd name="connsiteX40" fmla="*/ 355294 w 604213"/>
              <a:gd name="connsiteY40" fmla="*/ 738204 h 739283"/>
              <a:gd name="connsiteX41" fmla="*/ 353176 w 604213"/>
              <a:gd name="connsiteY41" fmla="*/ 736239 h 739283"/>
              <a:gd name="connsiteX42" fmla="*/ 312052 w 604213"/>
              <a:gd name="connsiteY42" fmla="*/ 722114 h 739283"/>
              <a:gd name="connsiteX43" fmla="*/ 270928 w 604213"/>
              <a:gd name="connsiteY43" fmla="*/ 736239 h 739283"/>
              <a:gd name="connsiteX44" fmla="*/ 267647 w 604213"/>
              <a:gd name="connsiteY44" fmla="*/ 739283 h 739283"/>
              <a:gd name="connsiteX45" fmla="*/ 260412 w 604213"/>
              <a:gd name="connsiteY45" fmla="*/ 729423 h 739283"/>
              <a:gd name="connsiteX46" fmla="*/ 208402 w 604213"/>
              <a:gd name="connsiteY46" fmla="*/ 705199 h 739283"/>
              <a:gd name="connsiteX47" fmla="*/ 193579 w 604213"/>
              <a:gd name="connsiteY47" fmla="*/ 706879 h 739283"/>
              <a:gd name="connsiteX48" fmla="*/ 192937 w 604213"/>
              <a:gd name="connsiteY48" fmla="*/ 707103 h 739283"/>
              <a:gd name="connsiteX49" fmla="*/ 188637 w 604213"/>
              <a:gd name="connsiteY49" fmla="*/ 698196 h 739283"/>
              <a:gd name="connsiteX50" fmla="*/ 146028 w 604213"/>
              <a:gd name="connsiteY50" fmla="*/ 664336 h 739283"/>
              <a:gd name="connsiteX51" fmla="*/ 136923 w 604213"/>
              <a:gd name="connsiteY51" fmla="*/ 663046 h 739283"/>
              <a:gd name="connsiteX52" fmla="*/ 135777 w 604213"/>
              <a:gd name="connsiteY52" fmla="*/ 650261 h 739283"/>
              <a:gd name="connsiteX53" fmla="*/ 123184 w 604213"/>
              <a:gd name="connsiteY53" fmla="*/ 618245 h 739283"/>
              <a:gd name="connsiteX54" fmla="*/ 108819 w 604213"/>
              <a:gd name="connsiteY54" fmla="*/ 603748 h 739283"/>
              <a:gd name="connsiteX55" fmla="*/ 99312 w 604213"/>
              <a:gd name="connsiteY55" fmla="*/ 599327 h 739283"/>
              <a:gd name="connsiteX56" fmla="*/ 87696 w 604213"/>
              <a:gd name="connsiteY56" fmla="*/ 597863 h 739283"/>
              <a:gd name="connsiteX57" fmla="*/ 86234 w 604213"/>
              <a:gd name="connsiteY57" fmla="*/ 583358 h 739283"/>
              <a:gd name="connsiteX58" fmla="*/ 41012 w 604213"/>
              <a:gd name="connsiteY58" fmla="*/ 520865 h 739283"/>
              <a:gd name="connsiteX59" fmla="*/ 39666 w 604213"/>
              <a:gd name="connsiteY59" fmla="*/ 520237 h 739283"/>
              <a:gd name="connsiteX60" fmla="*/ 40553 w 604213"/>
              <a:gd name="connsiteY60" fmla="*/ 511429 h 739283"/>
              <a:gd name="connsiteX61" fmla="*/ 13069 w 604213"/>
              <a:gd name="connsiteY61" fmla="*/ 445077 h 739283"/>
              <a:gd name="connsiteX62" fmla="*/ 2411 w 604213"/>
              <a:gd name="connsiteY62" fmla="*/ 436282 h 739283"/>
              <a:gd name="connsiteX63" fmla="*/ 6440 w 604213"/>
              <a:gd name="connsiteY63" fmla="*/ 428858 h 739283"/>
              <a:gd name="connsiteX64" fmla="*/ 13815 w 604213"/>
              <a:gd name="connsiteY64" fmla="*/ 392332 h 739283"/>
              <a:gd name="connsiteX65" fmla="*/ 6440 w 604213"/>
              <a:gd name="connsiteY65" fmla="*/ 355807 h 739283"/>
              <a:gd name="connsiteX66" fmla="*/ 0 w 604213"/>
              <a:gd name="connsiteY66" fmla="*/ 343942 h 739283"/>
              <a:gd name="connsiteX67" fmla="*/ 420 w 604213"/>
              <a:gd name="connsiteY67" fmla="*/ 343596 h 739283"/>
              <a:gd name="connsiteX68" fmla="*/ 27904 w 604213"/>
              <a:gd name="connsiteY68" fmla="*/ 277243 h 739283"/>
              <a:gd name="connsiteX69" fmla="*/ 25997 w 604213"/>
              <a:gd name="connsiteY69" fmla="*/ 258332 h 739283"/>
              <a:gd name="connsiteX70" fmla="*/ 25664 w 604213"/>
              <a:gd name="connsiteY70" fmla="*/ 257256 h 739283"/>
              <a:gd name="connsiteX71" fmla="*/ 27277 w 604213"/>
              <a:gd name="connsiteY71" fmla="*/ 256380 h 739283"/>
              <a:gd name="connsiteX72" fmla="*/ 65694 w 604213"/>
              <a:gd name="connsiteY72" fmla="*/ 202021 h 739283"/>
              <a:gd name="connsiteX73" fmla="*/ 67306 w 604213"/>
              <a:gd name="connsiteY73" fmla="*/ 189225 h 739283"/>
              <a:gd name="connsiteX74" fmla="*/ 68591 w 604213"/>
              <a:gd name="connsiteY74" fmla="*/ 189354 h 739283"/>
              <a:gd name="connsiteX75" fmla="*/ 155053 w 604213"/>
              <a:gd name="connsiteY75" fmla="*/ 132043 h 739283"/>
              <a:gd name="connsiteX76" fmla="*/ 158360 w 604213"/>
              <a:gd name="connsiteY76" fmla="*/ 121392 h 739283"/>
              <a:gd name="connsiteX77" fmla="*/ 175412 w 604213"/>
              <a:gd name="connsiteY77" fmla="*/ 123111 h 739283"/>
              <a:gd name="connsiteX78" fmla="*/ 227876 w 604213"/>
              <a:gd name="connsiteY78" fmla="*/ 107085 h 739283"/>
              <a:gd name="connsiteX79" fmla="*/ 240745 w 604213"/>
              <a:gd name="connsiteY79" fmla="*/ 96468 h 739283"/>
              <a:gd name="connsiteX80" fmla="*/ 249002 w 604213"/>
              <a:gd name="connsiteY80" fmla="*/ 97300 h 739283"/>
              <a:gd name="connsiteX81" fmla="*/ 276618 w 604213"/>
              <a:gd name="connsiteY81" fmla="*/ 93125 h 739283"/>
              <a:gd name="connsiteX82" fmla="*/ 276618 w 604213"/>
              <a:gd name="connsiteY82" fmla="*/ 0 h 739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604213" h="739283">
                <a:moveTo>
                  <a:pt x="347012" y="0"/>
                </a:moveTo>
                <a:lnTo>
                  <a:pt x="347012" y="909"/>
                </a:lnTo>
                <a:lnTo>
                  <a:pt x="347669" y="737"/>
                </a:lnTo>
                <a:lnTo>
                  <a:pt x="372586" y="95773"/>
                </a:lnTo>
                <a:lnTo>
                  <a:pt x="382687" y="97300"/>
                </a:lnTo>
                <a:lnTo>
                  <a:pt x="383405" y="97228"/>
                </a:lnTo>
                <a:lnTo>
                  <a:pt x="389298" y="104369"/>
                </a:lnTo>
                <a:cubicBezTo>
                  <a:pt x="406279" y="121350"/>
                  <a:pt x="429738" y="131853"/>
                  <a:pt x="455650" y="131853"/>
                </a:cubicBezTo>
                <a:lnTo>
                  <a:pt x="466652" y="130744"/>
                </a:lnTo>
                <a:lnTo>
                  <a:pt x="467537" y="132375"/>
                </a:lnTo>
                <a:cubicBezTo>
                  <a:pt x="477655" y="147351"/>
                  <a:pt x="491983" y="159250"/>
                  <a:pt x="508822" y="166372"/>
                </a:cubicBezTo>
                <a:lnTo>
                  <a:pt x="520318" y="169941"/>
                </a:lnTo>
                <a:lnTo>
                  <a:pt x="519388" y="179160"/>
                </a:lnTo>
                <a:cubicBezTo>
                  <a:pt x="519388" y="218029"/>
                  <a:pt x="543020" y="251378"/>
                  <a:pt x="576699" y="265623"/>
                </a:cubicBezTo>
                <a:lnTo>
                  <a:pt x="580501" y="266803"/>
                </a:lnTo>
                <a:lnTo>
                  <a:pt x="579428" y="270261"/>
                </a:lnTo>
                <a:cubicBezTo>
                  <a:pt x="578178" y="276369"/>
                  <a:pt x="577521" y="282694"/>
                  <a:pt x="577521" y="289172"/>
                </a:cubicBezTo>
                <a:cubicBezTo>
                  <a:pt x="577521" y="308606"/>
                  <a:pt x="583429" y="326660"/>
                  <a:pt x="593547" y="341637"/>
                </a:cubicBezTo>
                <a:lnTo>
                  <a:pt x="604213" y="354564"/>
                </a:lnTo>
                <a:lnTo>
                  <a:pt x="598152" y="365730"/>
                </a:lnTo>
                <a:cubicBezTo>
                  <a:pt x="593404" y="376956"/>
                  <a:pt x="590778" y="389299"/>
                  <a:pt x="590778" y="402255"/>
                </a:cubicBezTo>
                <a:cubicBezTo>
                  <a:pt x="590778" y="415211"/>
                  <a:pt x="593404" y="427554"/>
                  <a:pt x="598152" y="438780"/>
                </a:cubicBezTo>
                <a:lnTo>
                  <a:pt x="600355" y="442838"/>
                </a:lnTo>
                <a:lnTo>
                  <a:pt x="600350" y="442843"/>
                </a:lnTo>
                <a:cubicBezTo>
                  <a:pt x="583369" y="459823"/>
                  <a:pt x="572866" y="483282"/>
                  <a:pt x="572866" y="509195"/>
                </a:cubicBezTo>
                <a:lnTo>
                  <a:pt x="573844" y="518897"/>
                </a:lnTo>
                <a:lnTo>
                  <a:pt x="560760" y="525999"/>
                </a:lnTo>
                <a:cubicBezTo>
                  <a:pt x="542039" y="538646"/>
                  <a:pt x="528128" y="557872"/>
                  <a:pt x="522343" y="580359"/>
                </a:cubicBezTo>
                <a:lnTo>
                  <a:pt x="520744" y="593044"/>
                </a:lnTo>
                <a:lnTo>
                  <a:pt x="518026" y="593318"/>
                </a:lnTo>
                <a:lnTo>
                  <a:pt x="517975" y="593338"/>
                </a:lnTo>
                <a:lnTo>
                  <a:pt x="517985" y="593447"/>
                </a:lnTo>
                <a:lnTo>
                  <a:pt x="507729" y="599706"/>
                </a:lnTo>
                <a:cubicBezTo>
                  <a:pt x="493055" y="610853"/>
                  <a:pt x="482151" y="627798"/>
                  <a:pt x="477616" y="647618"/>
                </a:cubicBezTo>
                <a:lnTo>
                  <a:pt x="476363" y="658799"/>
                </a:lnTo>
                <a:lnTo>
                  <a:pt x="474232" y="659040"/>
                </a:lnTo>
                <a:cubicBezTo>
                  <a:pt x="457474" y="662896"/>
                  <a:pt x="442791" y="673161"/>
                  <a:pt x="432299" y="687457"/>
                </a:cubicBezTo>
                <a:lnTo>
                  <a:pt x="426027" y="697634"/>
                </a:lnTo>
                <a:lnTo>
                  <a:pt x="418669" y="696800"/>
                </a:lnTo>
                <a:cubicBezTo>
                  <a:pt x="393280" y="696800"/>
                  <a:pt x="370896" y="711264"/>
                  <a:pt x="357678" y="733264"/>
                </a:cubicBezTo>
                <a:lnTo>
                  <a:pt x="355294" y="738204"/>
                </a:lnTo>
                <a:lnTo>
                  <a:pt x="353176" y="736239"/>
                </a:lnTo>
                <a:cubicBezTo>
                  <a:pt x="341437" y="727321"/>
                  <a:pt x="327285" y="722114"/>
                  <a:pt x="312052" y="722114"/>
                </a:cubicBezTo>
                <a:cubicBezTo>
                  <a:pt x="296819" y="722114"/>
                  <a:pt x="282667" y="727321"/>
                  <a:pt x="270928" y="736239"/>
                </a:cubicBezTo>
                <a:lnTo>
                  <a:pt x="267647" y="739283"/>
                </a:lnTo>
                <a:lnTo>
                  <a:pt x="260412" y="729423"/>
                </a:lnTo>
                <a:cubicBezTo>
                  <a:pt x="247102" y="714456"/>
                  <a:pt x="228713" y="705199"/>
                  <a:pt x="208402" y="705199"/>
                </a:cubicBezTo>
                <a:cubicBezTo>
                  <a:pt x="203325" y="705199"/>
                  <a:pt x="198367" y="705777"/>
                  <a:pt x="193579" y="706879"/>
                </a:cubicBezTo>
                <a:lnTo>
                  <a:pt x="192937" y="707103"/>
                </a:lnTo>
                <a:lnTo>
                  <a:pt x="188637" y="698196"/>
                </a:lnTo>
                <a:cubicBezTo>
                  <a:pt x="178724" y="681696"/>
                  <a:pt x="163654" y="669435"/>
                  <a:pt x="146028" y="664336"/>
                </a:cubicBezTo>
                <a:lnTo>
                  <a:pt x="136923" y="663046"/>
                </a:lnTo>
                <a:lnTo>
                  <a:pt x="135777" y="650261"/>
                </a:lnTo>
                <a:cubicBezTo>
                  <a:pt x="133633" y="638484"/>
                  <a:pt x="129264" y="627618"/>
                  <a:pt x="123184" y="618245"/>
                </a:cubicBezTo>
                <a:lnTo>
                  <a:pt x="108819" y="603748"/>
                </a:lnTo>
                <a:lnTo>
                  <a:pt x="99312" y="599327"/>
                </a:lnTo>
                <a:lnTo>
                  <a:pt x="87696" y="597863"/>
                </a:lnTo>
                <a:lnTo>
                  <a:pt x="86234" y="583358"/>
                </a:lnTo>
                <a:cubicBezTo>
                  <a:pt x="80765" y="556633"/>
                  <a:pt x="63936" y="534047"/>
                  <a:pt x="41012" y="520865"/>
                </a:cubicBezTo>
                <a:lnTo>
                  <a:pt x="39666" y="520237"/>
                </a:lnTo>
                <a:lnTo>
                  <a:pt x="40553" y="511429"/>
                </a:lnTo>
                <a:cubicBezTo>
                  <a:pt x="40553" y="485517"/>
                  <a:pt x="30051" y="462058"/>
                  <a:pt x="13069" y="445077"/>
                </a:cubicBezTo>
                <a:lnTo>
                  <a:pt x="2411" y="436282"/>
                </a:lnTo>
                <a:lnTo>
                  <a:pt x="6440" y="428858"/>
                </a:lnTo>
                <a:cubicBezTo>
                  <a:pt x="11189" y="417631"/>
                  <a:pt x="13815" y="405289"/>
                  <a:pt x="13815" y="392332"/>
                </a:cubicBezTo>
                <a:cubicBezTo>
                  <a:pt x="13815" y="379376"/>
                  <a:pt x="11189" y="367034"/>
                  <a:pt x="6440" y="355807"/>
                </a:cubicBezTo>
                <a:lnTo>
                  <a:pt x="0" y="343942"/>
                </a:lnTo>
                <a:lnTo>
                  <a:pt x="420" y="343596"/>
                </a:lnTo>
                <a:cubicBezTo>
                  <a:pt x="17401" y="326614"/>
                  <a:pt x="27904" y="303155"/>
                  <a:pt x="27904" y="277243"/>
                </a:cubicBezTo>
                <a:cubicBezTo>
                  <a:pt x="27904" y="270765"/>
                  <a:pt x="27247" y="264440"/>
                  <a:pt x="25997" y="258332"/>
                </a:cubicBezTo>
                <a:lnTo>
                  <a:pt x="25664" y="257256"/>
                </a:lnTo>
                <a:lnTo>
                  <a:pt x="27277" y="256380"/>
                </a:lnTo>
                <a:cubicBezTo>
                  <a:pt x="45997" y="243733"/>
                  <a:pt x="59909" y="224507"/>
                  <a:pt x="65694" y="202021"/>
                </a:cubicBezTo>
                <a:lnTo>
                  <a:pt x="67306" y="189225"/>
                </a:lnTo>
                <a:lnTo>
                  <a:pt x="68591" y="189354"/>
                </a:lnTo>
                <a:cubicBezTo>
                  <a:pt x="107460" y="189354"/>
                  <a:pt x="140808" y="165722"/>
                  <a:pt x="155053" y="132043"/>
                </a:cubicBezTo>
                <a:lnTo>
                  <a:pt x="158360" y="121392"/>
                </a:lnTo>
                <a:lnTo>
                  <a:pt x="175412" y="123111"/>
                </a:lnTo>
                <a:cubicBezTo>
                  <a:pt x="194846" y="123111"/>
                  <a:pt x="212900" y="117203"/>
                  <a:pt x="227876" y="107085"/>
                </a:cubicBezTo>
                <a:lnTo>
                  <a:pt x="240745" y="96468"/>
                </a:lnTo>
                <a:lnTo>
                  <a:pt x="249002" y="97300"/>
                </a:lnTo>
                <a:lnTo>
                  <a:pt x="276618" y="93125"/>
                </a:lnTo>
                <a:lnTo>
                  <a:pt x="276618" y="0"/>
                </a:lnTo>
                <a:close/>
              </a:path>
            </a:pathLst>
          </a:custGeom>
          <a:solidFill>
            <a:srgbClr val="99C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PT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2E571540-7914-4250-B1E4-BDA6DF861A12}"/>
              </a:ext>
            </a:extLst>
          </p:cNvPr>
          <p:cNvSpPr/>
          <p:nvPr/>
        </p:nvSpPr>
        <p:spPr>
          <a:xfrm rot="3956097">
            <a:off x="911280" y="-406139"/>
            <a:ext cx="871039" cy="985713"/>
          </a:xfrm>
          <a:custGeom>
            <a:avLst/>
            <a:gdLst>
              <a:gd name="connsiteX0" fmla="*/ 1870937 w 2119654"/>
              <a:gd name="connsiteY0" fmla="*/ 1872928 h 2398711"/>
              <a:gd name="connsiteX1" fmla="*/ 1917237 w 2119654"/>
              <a:gd name="connsiteY1" fmla="*/ 1860663 h 2398711"/>
              <a:gd name="connsiteX2" fmla="*/ 1931195 w 2119654"/>
              <a:gd name="connsiteY2" fmla="*/ 1856634 h 2398711"/>
              <a:gd name="connsiteX3" fmla="*/ 1931072 w 2119654"/>
              <a:gd name="connsiteY3" fmla="*/ 1856806 h 2398711"/>
              <a:gd name="connsiteX4" fmla="*/ 1905852 w 2119654"/>
              <a:gd name="connsiteY4" fmla="*/ 1864086 h 2398711"/>
              <a:gd name="connsiteX5" fmla="*/ 1965371 w 2119654"/>
              <a:gd name="connsiteY5" fmla="*/ 1606881 h 2398711"/>
              <a:gd name="connsiteX6" fmla="*/ 2016537 w 2119654"/>
              <a:gd name="connsiteY6" fmla="*/ 1572883 h 2398711"/>
              <a:gd name="connsiteX7" fmla="*/ 2032713 w 2119654"/>
              <a:gd name="connsiteY7" fmla="*/ 1561818 h 2398711"/>
              <a:gd name="connsiteX8" fmla="*/ 2032628 w 2119654"/>
              <a:gd name="connsiteY8" fmla="*/ 1562089 h 2398711"/>
              <a:gd name="connsiteX9" fmla="*/ 2003400 w 2119654"/>
              <a:gd name="connsiteY9" fmla="*/ 1582083 h 2398711"/>
              <a:gd name="connsiteX10" fmla="*/ 1842268 w 2119654"/>
              <a:gd name="connsiteY10" fmla="*/ 1880187 h 2398711"/>
              <a:gd name="connsiteX11" fmla="*/ 1870937 w 2119654"/>
              <a:gd name="connsiteY11" fmla="*/ 1872928 h 2398711"/>
              <a:gd name="connsiteX12" fmla="*/ 1846059 w 2119654"/>
              <a:gd name="connsiteY12" fmla="*/ 1879518 h 2398711"/>
              <a:gd name="connsiteX13" fmla="*/ 1959571 w 2119654"/>
              <a:gd name="connsiteY13" fmla="*/ 1610664 h 2398711"/>
              <a:gd name="connsiteX14" fmla="*/ 1965371 w 2119654"/>
              <a:gd name="connsiteY14" fmla="*/ 1606881 h 2398711"/>
              <a:gd name="connsiteX15" fmla="*/ 1960850 w 2119654"/>
              <a:gd name="connsiteY15" fmla="*/ 1609887 h 2398711"/>
              <a:gd name="connsiteX16" fmla="*/ 1893618 w 2119654"/>
              <a:gd name="connsiteY16" fmla="*/ 1724861 h 2398711"/>
              <a:gd name="connsiteX17" fmla="*/ 1895703 w 2119654"/>
              <a:gd name="connsiteY17" fmla="*/ 1729616 h 2398711"/>
              <a:gd name="connsiteX18" fmla="*/ 1905028 w 2119654"/>
              <a:gd name="connsiteY18" fmla="*/ 1720683 h 2398711"/>
              <a:gd name="connsiteX19" fmla="*/ 1884026 w 2119654"/>
              <a:gd name="connsiteY19" fmla="*/ 1743652 h 2398711"/>
              <a:gd name="connsiteX20" fmla="*/ 1885988 w 2119654"/>
              <a:gd name="connsiteY20" fmla="*/ 1750844 h 2398711"/>
              <a:gd name="connsiteX21" fmla="*/ 1902012 w 2119654"/>
              <a:gd name="connsiteY21" fmla="*/ 1744763 h 2398711"/>
              <a:gd name="connsiteX22" fmla="*/ 1900344 w 2119654"/>
              <a:gd name="connsiteY22" fmla="*/ 1740960 h 2398711"/>
              <a:gd name="connsiteX23" fmla="*/ 1883568 w 2119654"/>
              <a:gd name="connsiteY23" fmla="*/ 1741973 h 2398711"/>
              <a:gd name="connsiteX24" fmla="*/ 1883953 w 2119654"/>
              <a:gd name="connsiteY24" fmla="*/ 1743383 h 2398711"/>
              <a:gd name="connsiteX25" fmla="*/ 1887112 w 2119654"/>
              <a:gd name="connsiteY25" fmla="*/ 1742905 h 2398711"/>
              <a:gd name="connsiteX26" fmla="*/ 1900247 w 2119654"/>
              <a:gd name="connsiteY26" fmla="*/ 1740737 h 2398711"/>
              <a:gd name="connsiteX27" fmla="*/ 1895694 w 2119654"/>
              <a:gd name="connsiteY27" fmla="*/ 1730358 h 2398711"/>
              <a:gd name="connsiteX28" fmla="*/ 1881747 w 2119654"/>
              <a:gd name="connsiteY28" fmla="*/ 1743717 h 2398711"/>
              <a:gd name="connsiteX29" fmla="*/ 1883630 w 2119654"/>
              <a:gd name="connsiteY29" fmla="*/ 1743432 h 2398711"/>
              <a:gd name="connsiteX30" fmla="*/ 1883302 w 2119654"/>
              <a:gd name="connsiteY30" fmla="*/ 1742227 h 2398711"/>
              <a:gd name="connsiteX31" fmla="*/ 1924150 w 2119654"/>
              <a:gd name="connsiteY31" fmla="*/ 1633764 h 2398711"/>
              <a:gd name="connsiteX32" fmla="*/ 1931128 w 2119654"/>
              <a:gd name="connsiteY32" fmla="*/ 1631313 h 2398711"/>
              <a:gd name="connsiteX33" fmla="*/ 1930156 w 2119654"/>
              <a:gd name="connsiteY33" fmla="*/ 1629847 h 2398711"/>
              <a:gd name="connsiteX34" fmla="*/ 1888252 w 2119654"/>
              <a:gd name="connsiteY34" fmla="*/ 1712629 h 2398711"/>
              <a:gd name="connsiteX35" fmla="*/ 1893425 w 2119654"/>
              <a:gd name="connsiteY35" fmla="*/ 1724421 h 2398711"/>
              <a:gd name="connsiteX36" fmla="*/ 1905578 w 2119654"/>
              <a:gd name="connsiteY36" fmla="*/ 1720157 h 2398711"/>
              <a:gd name="connsiteX37" fmla="*/ 1923860 w 2119654"/>
              <a:gd name="connsiteY37" fmla="*/ 1702645 h 2398711"/>
              <a:gd name="connsiteX38" fmla="*/ 1934939 w 2119654"/>
              <a:gd name="connsiteY38" fmla="*/ 1691744 h 2398711"/>
              <a:gd name="connsiteX39" fmla="*/ 1837672 w 2119654"/>
              <a:gd name="connsiteY39" fmla="*/ 1825200 h 2398711"/>
              <a:gd name="connsiteX40" fmla="*/ 1837991 w 2119654"/>
              <a:gd name="connsiteY40" fmla="*/ 1825683 h 2398711"/>
              <a:gd name="connsiteX41" fmla="*/ 1838210 w 2119654"/>
              <a:gd name="connsiteY41" fmla="*/ 1825639 h 2398711"/>
              <a:gd name="connsiteX42" fmla="*/ 1837762 w 2119654"/>
              <a:gd name="connsiteY42" fmla="*/ 1825140 h 2398711"/>
              <a:gd name="connsiteX43" fmla="*/ 1880237 w 2119654"/>
              <a:gd name="connsiteY43" fmla="*/ 1729760 h 2398711"/>
              <a:gd name="connsiteX44" fmla="*/ 1883409 w 2119654"/>
              <a:gd name="connsiteY44" fmla="*/ 1741392 h 2398711"/>
              <a:gd name="connsiteX45" fmla="*/ 1895467 w 2119654"/>
              <a:gd name="connsiteY45" fmla="*/ 1729842 h 2398711"/>
              <a:gd name="connsiteX46" fmla="*/ 1893329 w 2119654"/>
              <a:gd name="connsiteY46" fmla="*/ 1724967 h 2398711"/>
              <a:gd name="connsiteX47" fmla="*/ 1837269 w 2119654"/>
              <a:gd name="connsiteY47" fmla="*/ 1824592 h 2398711"/>
              <a:gd name="connsiteX48" fmla="*/ 1837301 w 2119654"/>
              <a:gd name="connsiteY48" fmla="*/ 1824641 h 2398711"/>
              <a:gd name="connsiteX49" fmla="*/ 1837308 w 2119654"/>
              <a:gd name="connsiteY49" fmla="*/ 1824636 h 2398711"/>
              <a:gd name="connsiteX50" fmla="*/ 1836495 w 2119654"/>
              <a:gd name="connsiteY50" fmla="*/ 1825982 h 2398711"/>
              <a:gd name="connsiteX51" fmla="*/ 1837800 w 2119654"/>
              <a:gd name="connsiteY51" fmla="*/ 1825721 h 2398711"/>
              <a:gd name="connsiteX52" fmla="*/ 1837522 w 2119654"/>
              <a:gd name="connsiteY52" fmla="*/ 1825300 h 2398711"/>
              <a:gd name="connsiteX53" fmla="*/ 1866644 w 2119654"/>
              <a:gd name="connsiteY53" fmla="*/ 1758184 h 2398711"/>
              <a:gd name="connsiteX54" fmla="*/ 1885684 w 2119654"/>
              <a:gd name="connsiteY54" fmla="*/ 1750959 h 2398711"/>
              <a:gd name="connsiteX55" fmla="*/ 1883705 w 2119654"/>
              <a:gd name="connsiteY55" fmla="*/ 1743706 h 2398711"/>
              <a:gd name="connsiteX56" fmla="*/ 1881354 w 2119654"/>
              <a:gd name="connsiteY56" fmla="*/ 1744093 h 2398711"/>
              <a:gd name="connsiteX57" fmla="*/ 1835518 w 2119654"/>
              <a:gd name="connsiteY57" fmla="*/ 1821950 h 2398711"/>
              <a:gd name="connsiteX58" fmla="*/ 1836631 w 2119654"/>
              <a:gd name="connsiteY58" fmla="*/ 1823629 h 2398711"/>
              <a:gd name="connsiteX59" fmla="*/ 1837451 w 2119654"/>
              <a:gd name="connsiteY59" fmla="*/ 1824541 h 2398711"/>
              <a:gd name="connsiteX60" fmla="*/ 1843410 w 2119654"/>
              <a:gd name="connsiteY60" fmla="*/ 1820582 h 2398711"/>
              <a:gd name="connsiteX61" fmla="*/ 1835174 w 2119654"/>
              <a:gd name="connsiteY61" fmla="*/ 1822010 h 2398711"/>
              <a:gd name="connsiteX62" fmla="*/ 1835724 w 2119654"/>
              <a:gd name="connsiteY62" fmla="*/ 1822622 h 2398711"/>
              <a:gd name="connsiteX63" fmla="*/ 1835293 w 2119654"/>
              <a:gd name="connsiteY63" fmla="*/ 1821990 h 2398711"/>
              <a:gd name="connsiteX64" fmla="*/ 1833596 w 2119654"/>
              <a:gd name="connsiteY64" fmla="*/ 1819050 h 2398711"/>
              <a:gd name="connsiteX65" fmla="*/ 1835202 w 2119654"/>
              <a:gd name="connsiteY65" fmla="*/ 1821472 h 2398711"/>
              <a:gd name="connsiteX66" fmla="*/ 1844495 w 2119654"/>
              <a:gd name="connsiteY66" fmla="*/ 1819860 h 2398711"/>
              <a:gd name="connsiteX67" fmla="*/ 1866138 w 2119654"/>
              <a:gd name="connsiteY67" fmla="*/ 1805478 h 2398711"/>
              <a:gd name="connsiteX68" fmla="*/ 1832808 w 2119654"/>
              <a:gd name="connsiteY68" fmla="*/ 1819378 h 2398711"/>
              <a:gd name="connsiteX69" fmla="*/ 1834759 w 2119654"/>
              <a:gd name="connsiteY69" fmla="*/ 1821549 h 2398711"/>
              <a:gd name="connsiteX70" fmla="*/ 1834967 w 2119654"/>
              <a:gd name="connsiteY70" fmla="*/ 1821513 h 2398711"/>
              <a:gd name="connsiteX71" fmla="*/ 1833354 w 2119654"/>
              <a:gd name="connsiteY71" fmla="*/ 1819150 h 2398711"/>
              <a:gd name="connsiteX72" fmla="*/ 1876944 w 2119654"/>
              <a:gd name="connsiteY72" fmla="*/ 1717688 h 2398711"/>
              <a:gd name="connsiteX73" fmla="*/ 1880060 w 2119654"/>
              <a:gd name="connsiteY73" fmla="*/ 1729112 h 2398711"/>
              <a:gd name="connsiteX74" fmla="*/ 1893129 w 2119654"/>
              <a:gd name="connsiteY74" fmla="*/ 1724525 h 2398711"/>
              <a:gd name="connsiteX75" fmla="*/ 1887806 w 2119654"/>
              <a:gd name="connsiteY75" fmla="*/ 1712829 h 2398711"/>
              <a:gd name="connsiteX76" fmla="*/ 1799671 w 2119654"/>
              <a:gd name="connsiteY76" fmla="*/ 1881061 h 2398711"/>
              <a:gd name="connsiteX77" fmla="*/ 1801492 w 2119654"/>
              <a:gd name="connsiteY77" fmla="*/ 1887395 h 2398711"/>
              <a:gd name="connsiteX78" fmla="*/ 1808027 w 2119654"/>
              <a:gd name="connsiteY78" fmla="*/ 1886240 h 2398711"/>
              <a:gd name="connsiteX79" fmla="*/ 1804624 w 2119654"/>
              <a:gd name="connsiteY79" fmla="*/ 1878763 h 2398711"/>
              <a:gd name="connsiteX80" fmla="*/ 1881249 w 2119654"/>
              <a:gd name="connsiteY80" fmla="*/ 1696785 h 2398711"/>
              <a:gd name="connsiteX81" fmla="*/ 1882694 w 2119654"/>
              <a:gd name="connsiteY81" fmla="*/ 1699959 h 2398711"/>
              <a:gd name="connsiteX82" fmla="*/ 1893680 w 2119654"/>
              <a:gd name="connsiteY82" fmla="*/ 1689787 h 2398711"/>
              <a:gd name="connsiteX83" fmla="*/ 1874303 w 2119654"/>
              <a:gd name="connsiteY83" fmla="*/ 1708167 h 2398711"/>
              <a:gd name="connsiteX84" fmla="*/ 1875149 w 2119654"/>
              <a:gd name="connsiteY84" fmla="*/ 1711109 h 2398711"/>
              <a:gd name="connsiteX85" fmla="*/ 1876632 w 2119654"/>
              <a:gd name="connsiteY85" fmla="*/ 1716543 h 2398711"/>
              <a:gd name="connsiteX86" fmla="*/ 1887329 w 2119654"/>
              <a:gd name="connsiteY86" fmla="*/ 1711783 h 2398711"/>
              <a:gd name="connsiteX87" fmla="*/ 1882310 w 2119654"/>
              <a:gd name="connsiteY87" fmla="*/ 1700753 h 2398711"/>
              <a:gd name="connsiteX88" fmla="*/ 1822504 w 2119654"/>
              <a:gd name="connsiteY88" fmla="*/ 1823675 h 2398711"/>
              <a:gd name="connsiteX89" fmla="*/ 1834563 w 2119654"/>
              <a:gd name="connsiteY89" fmla="*/ 1821583 h 2398711"/>
              <a:gd name="connsiteX90" fmla="*/ 1832643 w 2119654"/>
              <a:gd name="connsiteY90" fmla="*/ 1819447 h 2398711"/>
              <a:gd name="connsiteX91" fmla="*/ 1795105 w 2119654"/>
              <a:gd name="connsiteY91" fmla="*/ 1883180 h 2398711"/>
              <a:gd name="connsiteX92" fmla="*/ 1796337 w 2119654"/>
              <a:gd name="connsiteY92" fmla="*/ 1888306 h 2398711"/>
              <a:gd name="connsiteX93" fmla="*/ 1800960 w 2119654"/>
              <a:gd name="connsiteY93" fmla="*/ 1887489 h 2398711"/>
              <a:gd name="connsiteX94" fmla="*/ 1799177 w 2119654"/>
              <a:gd name="connsiteY94" fmla="*/ 1881291 h 2398711"/>
              <a:gd name="connsiteX95" fmla="*/ 1826771 w 2119654"/>
              <a:gd name="connsiteY95" fmla="*/ 1808798 h 2398711"/>
              <a:gd name="connsiteX96" fmla="*/ 1827854 w 2119654"/>
              <a:gd name="connsiteY96" fmla="*/ 1810385 h 2398711"/>
              <a:gd name="connsiteX97" fmla="*/ 1833284 w 2119654"/>
              <a:gd name="connsiteY97" fmla="*/ 1818578 h 2398711"/>
              <a:gd name="connsiteX98" fmla="*/ 1866449 w 2119654"/>
              <a:gd name="connsiteY98" fmla="*/ 1804748 h 2398711"/>
              <a:gd name="connsiteX99" fmla="*/ 1872454 w 2119654"/>
              <a:gd name="connsiteY99" fmla="*/ 1701737 h 2398711"/>
              <a:gd name="connsiteX100" fmla="*/ 1874192 w 2119654"/>
              <a:gd name="connsiteY100" fmla="*/ 1707783 h 2398711"/>
              <a:gd name="connsiteX101" fmla="*/ 1876229 w 2119654"/>
              <a:gd name="connsiteY101" fmla="*/ 1705947 h 2398711"/>
              <a:gd name="connsiteX102" fmla="*/ 1882169 w 2119654"/>
              <a:gd name="connsiteY102" fmla="*/ 1700446 h 2398711"/>
              <a:gd name="connsiteX103" fmla="*/ 1880656 w 2119654"/>
              <a:gd name="connsiteY103" fmla="*/ 1697119 h 2398711"/>
              <a:gd name="connsiteX104" fmla="*/ 1823589 w 2119654"/>
              <a:gd name="connsiteY104" fmla="*/ 1809123 h 2398711"/>
              <a:gd name="connsiteX105" fmla="*/ 1832415 w 2119654"/>
              <a:gd name="connsiteY105" fmla="*/ 1818941 h 2398711"/>
              <a:gd name="connsiteX106" fmla="*/ 1833035 w 2119654"/>
              <a:gd name="connsiteY106" fmla="*/ 1818682 h 2398711"/>
              <a:gd name="connsiteX107" fmla="*/ 1826319 w 2119654"/>
              <a:gd name="connsiteY107" fmla="*/ 1808844 h 2398711"/>
              <a:gd name="connsiteX108" fmla="*/ 1911810 w 2119654"/>
              <a:gd name="connsiteY108" fmla="*/ 1604229 h 2398711"/>
              <a:gd name="connsiteX109" fmla="*/ 1916916 w 2119654"/>
              <a:gd name="connsiteY109" fmla="*/ 1609910 h 2398711"/>
              <a:gd name="connsiteX110" fmla="*/ 1912655 w 2119654"/>
              <a:gd name="connsiteY110" fmla="*/ 1603668 h 2398711"/>
              <a:gd name="connsiteX111" fmla="*/ 1858888 w 2119654"/>
              <a:gd name="connsiteY111" fmla="*/ 1722443 h 2398711"/>
              <a:gd name="connsiteX112" fmla="*/ 1860225 w 2119654"/>
              <a:gd name="connsiteY112" fmla="*/ 1723843 h 2398711"/>
              <a:gd name="connsiteX113" fmla="*/ 1876039 w 2119654"/>
              <a:gd name="connsiteY113" fmla="*/ 1716807 h 2398711"/>
              <a:gd name="connsiteX114" fmla="*/ 1873712 w 2119654"/>
              <a:gd name="connsiteY114" fmla="*/ 1708715 h 2398711"/>
              <a:gd name="connsiteX115" fmla="*/ 1807839 w 2119654"/>
              <a:gd name="connsiteY115" fmla="*/ 1832763 h 2398711"/>
              <a:gd name="connsiteX116" fmla="*/ 1809910 w 2119654"/>
              <a:gd name="connsiteY116" fmla="*/ 1842758 h 2398711"/>
              <a:gd name="connsiteX117" fmla="*/ 1811414 w 2119654"/>
              <a:gd name="connsiteY117" fmla="*/ 1841843 h 2398711"/>
              <a:gd name="connsiteX118" fmla="*/ 1832495 w 2119654"/>
              <a:gd name="connsiteY118" fmla="*/ 1827834 h 2398711"/>
              <a:gd name="connsiteX119" fmla="*/ 1869954 w 2119654"/>
              <a:gd name="connsiteY119" fmla="*/ 1693044 h 2398711"/>
              <a:gd name="connsiteX120" fmla="*/ 1872340 w 2119654"/>
              <a:gd name="connsiteY120" fmla="*/ 1701338 h 2398711"/>
              <a:gd name="connsiteX121" fmla="*/ 1880488 w 2119654"/>
              <a:gd name="connsiteY121" fmla="*/ 1696751 h 2398711"/>
              <a:gd name="connsiteX122" fmla="*/ 1877171 w 2119654"/>
              <a:gd name="connsiteY122" fmla="*/ 1689463 h 2398711"/>
              <a:gd name="connsiteX123" fmla="*/ 1854724 w 2119654"/>
              <a:gd name="connsiteY123" fmla="*/ 1726291 h 2398711"/>
              <a:gd name="connsiteX124" fmla="*/ 1860004 w 2119654"/>
              <a:gd name="connsiteY124" fmla="*/ 1723942 h 2398711"/>
              <a:gd name="connsiteX125" fmla="*/ 1858720 w 2119654"/>
              <a:gd name="connsiteY125" fmla="*/ 1722599 h 2398711"/>
              <a:gd name="connsiteX126" fmla="*/ 1855002 w 2119654"/>
              <a:gd name="connsiteY126" fmla="*/ 1726042 h 2398711"/>
              <a:gd name="connsiteX127" fmla="*/ 1869718 w 2119654"/>
              <a:gd name="connsiteY127" fmla="*/ 1692221 h 2398711"/>
              <a:gd name="connsiteX128" fmla="*/ 1869787 w 2119654"/>
              <a:gd name="connsiteY128" fmla="*/ 1692462 h 2398711"/>
              <a:gd name="connsiteX129" fmla="*/ 1876976 w 2119654"/>
              <a:gd name="connsiteY129" fmla="*/ 1689036 h 2398711"/>
              <a:gd name="connsiteX130" fmla="*/ 1876816 w 2119654"/>
              <a:gd name="connsiteY130" fmla="*/ 1688682 h 2398711"/>
              <a:gd name="connsiteX131" fmla="*/ 1807272 w 2119654"/>
              <a:gd name="connsiteY131" fmla="*/ 1830027 h 2398711"/>
              <a:gd name="connsiteX132" fmla="*/ 1807629 w 2119654"/>
              <a:gd name="connsiteY132" fmla="*/ 1831753 h 2398711"/>
              <a:gd name="connsiteX133" fmla="*/ 1834760 w 2119654"/>
              <a:gd name="connsiteY133" fmla="*/ 1826329 h 2398711"/>
              <a:gd name="connsiteX134" fmla="*/ 1837151 w 2119654"/>
              <a:gd name="connsiteY134" fmla="*/ 1824741 h 2398711"/>
              <a:gd name="connsiteX135" fmla="*/ 1836492 w 2119654"/>
              <a:gd name="connsiteY135" fmla="*/ 1823746 h 2398711"/>
              <a:gd name="connsiteX136" fmla="*/ 1836443 w 2119654"/>
              <a:gd name="connsiteY136" fmla="*/ 1823674 h 2398711"/>
              <a:gd name="connsiteX137" fmla="*/ 1834978 w 2119654"/>
              <a:gd name="connsiteY137" fmla="*/ 1822044 h 2398711"/>
              <a:gd name="connsiteX138" fmla="*/ 1820317 w 2119654"/>
              <a:gd name="connsiteY138" fmla="*/ 1824587 h 2398711"/>
              <a:gd name="connsiteX139" fmla="*/ 1817974 w 2119654"/>
              <a:gd name="connsiteY139" fmla="*/ 1802931 h 2398711"/>
              <a:gd name="connsiteX140" fmla="*/ 1819797 w 2119654"/>
              <a:gd name="connsiteY140" fmla="*/ 1804905 h 2398711"/>
              <a:gd name="connsiteX141" fmla="*/ 1823032 w 2119654"/>
              <a:gd name="connsiteY141" fmla="*/ 1808503 h 2398711"/>
              <a:gd name="connsiteX142" fmla="*/ 1825887 w 2119654"/>
              <a:gd name="connsiteY142" fmla="*/ 1808211 h 2398711"/>
              <a:gd name="connsiteX143" fmla="*/ 1820747 w 2119654"/>
              <a:gd name="connsiteY143" fmla="*/ 1800682 h 2398711"/>
              <a:gd name="connsiteX144" fmla="*/ 1820278 w 2119654"/>
              <a:gd name="connsiteY144" fmla="*/ 1800894 h 2398711"/>
              <a:gd name="connsiteX145" fmla="*/ 1806636 w 2119654"/>
              <a:gd name="connsiteY145" fmla="*/ 1826960 h 2398711"/>
              <a:gd name="connsiteX146" fmla="*/ 1807157 w 2119654"/>
              <a:gd name="connsiteY146" fmla="*/ 1829475 h 2398711"/>
              <a:gd name="connsiteX147" fmla="*/ 1817849 w 2119654"/>
              <a:gd name="connsiteY147" fmla="*/ 1825015 h 2398711"/>
              <a:gd name="connsiteX148" fmla="*/ 1777473 w 2119654"/>
              <a:gd name="connsiteY148" fmla="*/ 1891361 h 2398711"/>
              <a:gd name="connsiteX149" fmla="*/ 1779434 w 2119654"/>
              <a:gd name="connsiteY149" fmla="*/ 1891294 h 2398711"/>
              <a:gd name="connsiteX150" fmla="*/ 1796100 w 2119654"/>
              <a:gd name="connsiteY150" fmla="*/ 1888348 h 2398711"/>
              <a:gd name="connsiteX151" fmla="*/ 1794882 w 2119654"/>
              <a:gd name="connsiteY151" fmla="*/ 1883284 h 2398711"/>
              <a:gd name="connsiteX152" fmla="*/ 1792280 w 2119654"/>
              <a:gd name="connsiteY152" fmla="*/ 1855364 h 2398711"/>
              <a:gd name="connsiteX153" fmla="*/ 1799585 w 2119654"/>
              <a:gd name="connsiteY153" fmla="*/ 1880765 h 2398711"/>
              <a:gd name="connsiteX154" fmla="*/ 1804498 w 2119654"/>
              <a:gd name="connsiteY154" fmla="*/ 1878486 h 2398711"/>
              <a:gd name="connsiteX155" fmla="*/ 1793581 w 2119654"/>
              <a:gd name="connsiteY155" fmla="*/ 1854499 h 2398711"/>
              <a:gd name="connsiteX156" fmla="*/ 1708887 w 2119654"/>
              <a:gd name="connsiteY156" fmla="*/ 2039610 h 2398711"/>
              <a:gd name="connsiteX157" fmla="*/ 1713169 w 2119654"/>
              <a:gd name="connsiteY157" fmla="*/ 2040044 h 2398711"/>
              <a:gd name="connsiteX158" fmla="*/ 1713399 w 2119654"/>
              <a:gd name="connsiteY158" fmla="*/ 2038467 h 2398711"/>
              <a:gd name="connsiteX159" fmla="*/ 1905979 w 2119654"/>
              <a:gd name="connsiteY159" fmla="*/ 1597744 h 2398711"/>
              <a:gd name="connsiteX160" fmla="*/ 1911588 w 2119654"/>
              <a:gd name="connsiteY160" fmla="*/ 1603983 h 2398711"/>
              <a:gd name="connsiteX161" fmla="*/ 1912491 w 2119654"/>
              <a:gd name="connsiteY161" fmla="*/ 1603427 h 2398711"/>
              <a:gd name="connsiteX162" fmla="*/ 1907621 w 2119654"/>
              <a:gd name="connsiteY162" fmla="*/ 1596292 h 2398711"/>
              <a:gd name="connsiteX163" fmla="*/ 1792482 w 2119654"/>
              <a:gd name="connsiteY163" fmla="*/ 1850860 h 2398711"/>
              <a:gd name="connsiteX164" fmla="*/ 1793374 w 2119654"/>
              <a:gd name="connsiteY164" fmla="*/ 1852819 h 2398711"/>
              <a:gd name="connsiteX165" fmla="*/ 1796911 w 2119654"/>
              <a:gd name="connsiteY165" fmla="*/ 1850667 h 2398711"/>
              <a:gd name="connsiteX166" fmla="*/ 1788950 w 2119654"/>
              <a:gd name="connsiteY166" fmla="*/ 1857577 h 2398711"/>
              <a:gd name="connsiteX167" fmla="*/ 1795033 w 2119654"/>
              <a:gd name="connsiteY167" fmla="*/ 1882878 h 2398711"/>
              <a:gd name="connsiteX168" fmla="*/ 1799092 w 2119654"/>
              <a:gd name="connsiteY168" fmla="*/ 1880994 h 2398711"/>
              <a:gd name="connsiteX169" fmla="*/ 1791810 w 2119654"/>
              <a:gd name="connsiteY169" fmla="*/ 1855676 h 2398711"/>
              <a:gd name="connsiteX170" fmla="*/ 1810189 w 2119654"/>
              <a:gd name="connsiteY170" fmla="*/ 1809814 h 2398711"/>
              <a:gd name="connsiteX171" fmla="*/ 1822648 w 2119654"/>
              <a:gd name="connsiteY171" fmla="*/ 1808542 h 2398711"/>
              <a:gd name="connsiteX172" fmla="*/ 1817692 w 2119654"/>
              <a:gd name="connsiteY172" fmla="*/ 1803180 h 2398711"/>
              <a:gd name="connsiteX173" fmla="*/ 1798994 w 2119654"/>
              <a:gd name="connsiteY173" fmla="*/ 1833480 h 2398711"/>
              <a:gd name="connsiteX174" fmla="*/ 1807501 w 2119654"/>
              <a:gd name="connsiteY174" fmla="*/ 1831779 h 2398711"/>
              <a:gd name="connsiteX175" fmla="*/ 1807149 w 2119654"/>
              <a:gd name="connsiteY175" fmla="*/ 1830079 h 2398711"/>
              <a:gd name="connsiteX176" fmla="*/ 1791003 w 2119654"/>
              <a:gd name="connsiteY176" fmla="*/ 1850925 h 2398711"/>
              <a:gd name="connsiteX177" fmla="*/ 1791820 w 2119654"/>
              <a:gd name="connsiteY177" fmla="*/ 1853764 h 2398711"/>
              <a:gd name="connsiteX178" fmla="*/ 1792938 w 2119654"/>
              <a:gd name="connsiteY178" fmla="*/ 1853084 h 2398711"/>
              <a:gd name="connsiteX179" fmla="*/ 1791936 w 2119654"/>
              <a:gd name="connsiteY179" fmla="*/ 1850884 h 2398711"/>
              <a:gd name="connsiteX180" fmla="*/ 1819445 w 2119654"/>
              <a:gd name="connsiteY180" fmla="*/ 1786948 h 2398711"/>
              <a:gd name="connsiteX181" fmla="*/ 1820808 w 2119654"/>
              <a:gd name="connsiteY181" fmla="*/ 1786773 h 2398711"/>
              <a:gd name="connsiteX182" fmla="*/ 1836712 w 2119654"/>
              <a:gd name="connsiteY182" fmla="*/ 1784505 h 2398711"/>
              <a:gd name="connsiteX183" fmla="*/ 1844215 w 2119654"/>
              <a:gd name="connsiteY183" fmla="*/ 1777872 h 2398711"/>
              <a:gd name="connsiteX184" fmla="*/ 1743665 w 2119654"/>
              <a:gd name="connsiteY184" fmla="*/ 1955168 h 2398711"/>
              <a:gd name="connsiteX185" fmla="*/ 1746095 w 2119654"/>
              <a:gd name="connsiteY185" fmla="*/ 1954667 h 2398711"/>
              <a:gd name="connsiteX186" fmla="*/ 1745971 w 2119654"/>
              <a:gd name="connsiteY186" fmla="*/ 1954153 h 2398711"/>
              <a:gd name="connsiteX187" fmla="*/ 1850770 w 2119654"/>
              <a:gd name="connsiteY187" fmla="*/ 1713946 h 2398711"/>
              <a:gd name="connsiteX188" fmla="*/ 1858443 w 2119654"/>
              <a:gd name="connsiteY188" fmla="*/ 1721978 h 2398711"/>
              <a:gd name="connsiteX189" fmla="*/ 1873598 w 2119654"/>
              <a:gd name="connsiteY189" fmla="*/ 1708318 h 2398711"/>
              <a:gd name="connsiteX190" fmla="*/ 1871810 w 2119654"/>
              <a:gd name="connsiteY190" fmla="*/ 1702100 h 2398711"/>
              <a:gd name="connsiteX191" fmla="*/ 1857218 w 2119654"/>
              <a:gd name="connsiteY191" fmla="*/ 1698452 h 2398711"/>
              <a:gd name="connsiteX192" fmla="*/ 1869128 w 2119654"/>
              <a:gd name="connsiteY192" fmla="*/ 1692776 h 2398711"/>
              <a:gd name="connsiteX193" fmla="*/ 1869062 w 2119654"/>
              <a:gd name="connsiteY193" fmla="*/ 1692548 h 2398711"/>
              <a:gd name="connsiteX194" fmla="*/ 1804157 w 2119654"/>
              <a:gd name="connsiteY194" fmla="*/ 1815147 h 2398711"/>
              <a:gd name="connsiteX195" fmla="*/ 1804541 w 2119654"/>
              <a:gd name="connsiteY195" fmla="*/ 1816884 h 2398711"/>
              <a:gd name="connsiteX196" fmla="*/ 1811487 w 2119654"/>
              <a:gd name="connsiteY196" fmla="*/ 1812133 h 2398711"/>
              <a:gd name="connsiteX197" fmla="*/ 1811424 w 2119654"/>
              <a:gd name="connsiteY197" fmla="*/ 1812335 h 2398711"/>
              <a:gd name="connsiteX198" fmla="*/ 1804572 w 2119654"/>
              <a:gd name="connsiteY198" fmla="*/ 1817022 h 2398711"/>
              <a:gd name="connsiteX199" fmla="*/ 1804653 w 2119654"/>
              <a:gd name="connsiteY199" fmla="*/ 1817390 h 2398711"/>
              <a:gd name="connsiteX200" fmla="*/ 1806529 w 2119654"/>
              <a:gd name="connsiteY200" fmla="*/ 1826446 h 2398711"/>
              <a:gd name="connsiteX201" fmla="*/ 1820037 w 2119654"/>
              <a:gd name="connsiteY201" fmla="*/ 1824103 h 2398711"/>
              <a:gd name="connsiteX202" fmla="*/ 1832250 w 2119654"/>
              <a:gd name="connsiteY202" fmla="*/ 1819009 h 2398711"/>
              <a:gd name="connsiteX203" fmla="*/ 1829687 w 2119654"/>
              <a:gd name="connsiteY203" fmla="*/ 1816158 h 2398711"/>
              <a:gd name="connsiteX204" fmla="*/ 1823219 w 2119654"/>
              <a:gd name="connsiteY204" fmla="*/ 1809160 h 2398711"/>
              <a:gd name="connsiteX205" fmla="*/ 1809324 w 2119654"/>
              <a:gd name="connsiteY205" fmla="*/ 1810579 h 2398711"/>
              <a:gd name="connsiteX206" fmla="*/ 1787389 w 2119654"/>
              <a:gd name="connsiteY206" fmla="*/ 1851083 h 2398711"/>
              <a:gd name="connsiteX207" fmla="*/ 1788517 w 2119654"/>
              <a:gd name="connsiteY207" fmla="*/ 1855774 h 2398711"/>
              <a:gd name="connsiteX208" fmla="*/ 1791343 w 2119654"/>
              <a:gd name="connsiteY208" fmla="*/ 1854054 h 2398711"/>
              <a:gd name="connsiteX209" fmla="*/ 1790450 w 2119654"/>
              <a:gd name="connsiteY209" fmla="*/ 1850949 h 2398711"/>
              <a:gd name="connsiteX210" fmla="*/ 1789369 w 2119654"/>
              <a:gd name="connsiteY210" fmla="*/ 1845244 h 2398711"/>
              <a:gd name="connsiteX211" fmla="*/ 1790851 w 2119654"/>
              <a:gd name="connsiteY211" fmla="*/ 1850395 h 2398711"/>
              <a:gd name="connsiteX212" fmla="*/ 1791697 w 2119654"/>
              <a:gd name="connsiteY212" fmla="*/ 1850358 h 2398711"/>
              <a:gd name="connsiteX213" fmla="*/ 1786716 w 2119654"/>
              <a:gd name="connsiteY213" fmla="*/ 1851113 h 2398711"/>
              <a:gd name="connsiteX214" fmla="*/ 1787775 w 2119654"/>
              <a:gd name="connsiteY214" fmla="*/ 1856225 h 2398711"/>
              <a:gd name="connsiteX215" fmla="*/ 1788156 w 2119654"/>
              <a:gd name="connsiteY215" fmla="*/ 1855993 h 2398711"/>
              <a:gd name="connsiteX216" fmla="*/ 1786909 w 2119654"/>
              <a:gd name="connsiteY216" fmla="*/ 1851104 h 2398711"/>
              <a:gd name="connsiteX217" fmla="*/ 1731829 w 2119654"/>
              <a:gd name="connsiteY217" fmla="*/ 1973752 h 2398711"/>
              <a:gd name="connsiteX218" fmla="*/ 1735375 w 2119654"/>
              <a:gd name="connsiteY218" fmla="*/ 1987659 h 2398711"/>
              <a:gd name="connsiteX219" fmla="*/ 1739865 w 2119654"/>
              <a:gd name="connsiteY219" fmla="*/ 1987138 h 2398711"/>
              <a:gd name="connsiteX220" fmla="*/ 1739654 w 2119654"/>
              <a:gd name="connsiteY220" fmla="*/ 1987390 h 2398711"/>
              <a:gd name="connsiteX221" fmla="*/ 1735432 w 2119654"/>
              <a:gd name="connsiteY221" fmla="*/ 1987880 h 2398711"/>
              <a:gd name="connsiteX222" fmla="*/ 1736617 w 2119654"/>
              <a:gd name="connsiteY222" fmla="*/ 1992527 h 2398711"/>
              <a:gd name="connsiteX223" fmla="*/ 1745089 w 2119654"/>
              <a:gd name="connsiteY223" fmla="*/ 1990359 h 2398711"/>
              <a:gd name="connsiteX224" fmla="*/ 1744960 w 2119654"/>
              <a:gd name="connsiteY224" fmla="*/ 1990527 h 2398711"/>
              <a:gd name="connsiteX225" fmla="*/ 1736649 w 2119654"/>
              <a:gd name="connsiteY225" fmla="*/ 1992654 h 2398711"/>
              <a:gd name="connsiteX226" fmla="*/ 1737229 w 2119654"/>
              <a:gd name="connsiteY226" fmla="*/ 1994927 h 2398711"/>
              <a:gd name="connsiteX227" fmla="*/ 1754543 w 2119654"/>
              <a:gd name="connsiteY227" fmla="*/ 1990180 h 2398711"/>
              <a:gd name="connsiteX228" fmla="*/ 1753693 w 2119654"/>
              <a:gd name="connsiteY228" fmla="*/ 1986080 h 2398711"/>
              <a:gd name="connsiteX229" fmla="*/ 1750588 w 2119654"/>
              <a:gd name="connsiteY229" fmla="*/ 1973241 h 2398711"/>
              <a:gd name="connsiteX230" fmla="*/ 1813753 w 2119654"/>
              <a:gd name="connsiteY230" fmla="*/ 1789726 h 2398711"/>
              <a:gd name="connsiteX231" fmla="*/ 1820171 w 2119654"/>
              <a:gd name="connsiteY231" fmla="*/ 1799130 h 2398711"/>
              <a:gd name="connsiteX232" fmla="*/ 1836409 w 2119654"/>
              <a:gd name="connsiteY232" fmla="*/ 1784773 h 2398711"/>
              <a:gd name="connsiteX233" fmla="*/ 1818355 w 2119654"/>
              <a:gd name="connsiteY233" fmla="*/ 1787347 h 2398711"/>
              <a:gd name="connsiteX234" fmla="*/ 1816262 w 2119654"/>
              <a:gd name="connsiteY234" fmla="*/ 1788113 h 2398711"/>
              <a:gd name="connsiteX235" fmla="*/ 1833451 w 2119654"/>
              <a:gd name="connsiteY235" fmla="*/ 1745468 h 2398711"/>
              <a:gd name="connsiteX236" fmla="*/ 1879622 w 2119654"/>
              <a:gd name="connsiteY236" fmla="*/ 1729265 h 2398711"/>
              <a:gd name="connsiteX237" fmla="*/ 1876367 w 2119654"/>
              <a:gd name="connsiteY237" fmla="*/ 1717947 h 2398711"/>
              <a:gd name="connsiteX238" fmla="*/ 1851780 w 2119654"/>
              <a:gd name="connsiteY238" fmla="*/ 1728945 h 2398711"/>
              <a:gd name="connsiteX239" fmla="*/ 1836888 w 2119654"/>
              <a:gd name="connsiteY239" fmla="*/ 1742369 h 2398711"/>
              <a:gd name="connsiteX240" fmla="*/ 1852786 w 2119654"/>
              <a:gd name="connsiteY240" fmla="*/ 1733215 h 2398711"/>
              <a:gd name="connsiteX241" fmla="*/ 1852661 w 2119654"/>
              <a:gd name="connsiteY241" fmla="*/ 1733525 h 2398711"/>
              <a:gd name="connsiteX242" fmla="*/ 1836157 w 2119654"/>
              <a:gd name="connsiteY242" fmla="*/ 1743029 h 2398711"/>
              <a:gd name="connsiteX243" fmla="*/ 1813374 w 2119654"/>
              <a:gd name="connsiteY243" fmla="*/ 1789172 h 2398711"/>
              <a:gd name="connsiteX244" fmla="*/ 1813616 w 2119654"/>
              <a:gd name="connsiteY244" fmla="*/ 1789527 h 2398711"/>
              <a:gd name="connsiteX245" fmla="*/ 1815222 w 2119654"/>
              <a:gd name="connsiteY245" fmla="*/ 1788495 h 2398711"/>
              <a:gd name="connsiteX246" fmla="*/ 1718825 w 2119654"/>
              <a:gd name="connsiteY246" fmla="*/ 2000489 h 2398711"/>
              <a:gd name="connsiteX247" fmla="*/ 1716880 w 2119654"/>
              <a:gd name="connsiteY247" fmla="*/ 2015203 h 2398711"/>
              <a:gd name="connsiteX248" fmla="*/ 1742687 w 2119654"/>
              <a:gd name="connsiteY248" fmla="*/ 2018148 h 2398711"/>
              <a:gd name="connsiteX249" fmla="*/ 1741833 w 2119654"/>
              <a:gd name="connsiteY249" fmla="*/ 2014597 h 2398711"/>
              <a:gd name="connsiteX250" fmla="*/ 1736967 w 2119654"/>
              <a:gd name="connsiteY250" fmla="*/ 1995516 h 2398711"/>
              <a:gd name="connsiteX251" fmla="*/ 1889492 w 2119654"/>
              <a:gd name="connsiteY251" fmla="*/ 1618258 h 2398711"/>
              <a:gd name="connsiteX252" fmla="*/ 1917454 w 2119654"/>
              <a:gd name="connsiteY252" fmla="*/ 1610847 h 2398711"/>
              <a:gd name="connsiteX253" fmla="*/ 1911619 w 2119654"/>
              <a:gd name="connsiteY253" fmla="*/ 1604355 h 2398711"/>
              <a:gd name="connsiteX254" fmla="*/ 1906000 w 2119654"/>
              <a:gd name="connsiteY254" fmla="*/ 1608081 h 2398711"/>
              <a:gd name="connsiteX255" fmla="*/ 1803282 w 2119654"/>
              <a:gd name="connsiteY255" fmla="*/ 1811195 h 2398711"/>
              <a:gd name="connsiteX256" fmla="*/ 1803375 w 2119654"/>
              <a:gd name="connsiteY256" fmla="*/ 1811613 h 2398711"/>
              <a:gd name="connsiteX257" fmla="*/ 1806669 w 2119654"/>
              <a:gd name="connsiteY257" fmla="*/ 1811037 h 2398711"/>
              <a:gd name="connsiteX258" fmla="*/ 1806539 w 2119654"/>
              <a:gd name="connsiteY258" fmla="*/ 1811181 h 2398711"/>
              <a:gd name="connsiteX259" fmla="*/ 1806539 w 2119654"/>
              <a:gd name="connsiteY259" fmla="*/ 1811181 h 2398711"/>
              <a:gd name="connsiteX260" fmla="*/ 1803401 w 2119654"/>
              <a:gd name="connsiteY260" fmla="*/ 1811730 h 2398711"/>
              <a:gd name="connsiteX261" fmla="*/ 1803813 w 2119654"/>
              <a:gd name="connsiteY261" fmla="*/ 1813591 h 2398711"/>
              <a:gd name="connsiteX262" fmla="*/ 1806539 w 2119654"/>
              <a:gd name="connsiteY262" fmla="*/ 1811181 h 2398711"/>
              <a:gd name="connsiteX263" fmla="*/ 1806539 w 2119654"/>
              <a:gd name="connsiteY263" fmla="*/ 1811181 h 2398711"/>
              <a:gd name="connsiteX264" fmla="*/ 1806539 w 2119654"/>
              <a:gd name="connsiteY264" fmla="*/ 1811181 h 2398711"/>
              <a:gd name="connsiteX265" fmla="*/ 1806947 w 2119654"/>
              <a:gd name="connsiteY265" fmla="*/ 1810820 h 2398711"/>
              <a:gd name="connsiteX266" fmla="*/ 1812680 w 2119654"/>
              <a:gd name="connsiteY266" fmla="*/ 1788157 h 2398711"/>
              <a:gd name="connsiteX267" fmla="*/ 1813090 w 2119654"/>
              <a:gd name="connsiteY267" fmla="*/ 1788755 h 2398711"/>
              <a:gd name="connsiteX268" fmla="*/ 1816240 w 2119654"/>
              <a:gd name="connsiteY268" fmla="*/ 1787649 h 2398711"/>
              <a:gd name="connsiteX269" fmla="*/ 1719273 w 2119654"/>
              <a:gd name="connsiteY269" fmla="*/ 1997103 h 2398711"/>
              <a:gd name="connsiteX270" fmla="*/ 1718896 w 2119654"/>
              <a:gd name="connsiteY270" fmla="*/ 1999953 h 2398711"/>
              <a:gd name="connsiteX271" fmla="*/ 1736844 w 2119654"/>
              <a:gd name="connsiteY271" fmla="*/ 1995033 h 2398711"/>
              <a:gd name="connsiteX272" fmla="*/ 1736262 w 2119654"/>
              <a:gd name="connsiteY272" fmla="*/ 1992754 h 2398711"/>
              <a:gd name="connsiteX273" fmla="*/ 1719372 w 2119654"/>
              <a:gd name="connsiteY273" fmla="*/ 1997079 h 2398711"/>
              <a:gd name="connsiteX274" fmla="*/ 1785836 w 2119654"/>
              <a:gd name="connsiteY274" fmla="*/ 1846895 h 2398711"/>
              <a:gd name="connsiteX275" fmla="*/ 1785925 w 2119654"/>
              <a:gd name="connsiteY275" fmla="*/ 1847300 h 2398711"/>
              <a:gd name="connsiteX276" fmla="*/ 1786606 w 2119654"/>
              <a:gd name="connsiteY276" fmla="*/ 1850581 h 2398711"/>
              <a:gd name="connsiteX277" fmla="*/ 1786774 w 2119654"/>
              <a:gd name="connsiteY277" fmla="*/ 1850574 h 2398711"/>
              <a:gd name="connsiteX278" fmla="*/ 1802754 w 2119654"/>
              <a:gd name="connsiteY278" fmla="*/ 1808805 h 2398711"/>
              <a:gd name="connsiteX279" fmla="*/ 1803136 w 2119654"/>
              <a:gd name="connsiteY279" fmla="*/ 1810534 h 2398711"/>
              <a:gd name="connsiteX280" fmla="*/ 1807812 w 2119654"/>
              <a:gd name="connsiteY280" fmla="*/ 1810057 h 2398711"/>
              <a:gd name="connsiteX281" fmla="*/ 1815983 w 2119654"/>
              <a:gd name="connsiteY281" fmla="*/ 1802833 h 2398711"/>
              <a:gd name="connsiteX282" fmla="*/ 1829535 w 2119654"/>
              <a:gd name="connsiteY282" fmla="*/ 1746841 h 2398711"/>
              <a:gd name="connsiteX283" fmla="*/ 1831704 w 2119654"/>
              <a:gd name="connsiteY283" fmla="*/ 1746080 h 2398711"/>
              <a:gd name="connsiteX284" fmla="*/ 1833204 w 2119654"/>
              <a:gd name="connsiteY284" fmla="*/ 1744729 h 2398711"/>
              <a:gd name="connsiteX285" fmla="*/ 1808744 w 2119654"/>
              <a:gd name="connsiteY285" fmla="*/ 1792944 h 2398711"/>
              <a:gd name="connsiteX286" fmla="*/ 1817028 w 2119654"/>
              <a:gd name="connsiteY286" fmla="*/ 1801908 h 2398711"/>
              <a:gd name="connsiteX287" fmla="*/ 1819870 w 2119654"/>
              <a:gd name="connsiteY287" fmla="*/ 1799396 h 2398711"/>
              <a:gd name="connsiteX288" fmla="*/ 1813417 w 2119654"/>
              <a:gd name="connsiteY288" fmla="*/ 1789942 h 2398711"/>
              <a:gd name="connsiteX289" fmla="*/ 1794626 w 2119654"/>
              <a:gd name="connsiteY289" fmla="*/ 1823573 h 2398711"/>
              <a:gd name="connsiteX290" fmla="*/ 1799421 w 2119654"/>
              <a:gd name="connsiteY290" fmla="*/ 1820387 h 2398711"/>
              <a:gd name="connsiteX291" fmla="*/ 1804283 w 2119654"/>
              <a:gd name="connsiteY291" fmla="*/ 1817061 h 2398711"/>
              <a:gd name="connsiteX292" fmla="*/ 1803908 w 2119654"/>
              <a:gd name="connsiteY292" fmla="*/ 1815367 h 2398711"/>
              <a:gd name="connsiteX293" fmla="*/ 1720260 w 2119654"/>
              <a:gd name="connsiteY293" fmla="*/ 1989640 h 2398711"/>
              <a:gd name="connsiteX294" fmla="*/ 1719314 w 2119654"/>
              <a:gd name="connsiteY294" fmla="*/ 1996792 h 2398711"/>
              <a:gd name="connsiteX295" fmla="*/ 1730928 w 2119654"/>
              <a:gd name="connsiteY295" fmla="*/ 1993984 h 2398711"/>
              <a:gd name="connsiteX296" fmla="*/ 1736230 w 2119654"/>
              <a:gd name="connsiteY296" fmla="*/ 1992627 h 2398711"/>
              <a:gd name="connsiteX297" fmla="*/ 1735031 w 2119654"/>
              <a:gd name="connsiteY297" fmla="*/ 1987927 h 2398711"/>
              <a:gd name="connsiteX298" fmla="*/ 1826049 w 2119654"/>
              <a:gd name="connsiteY298" fmla="*/ 1752139 h 2398711"/>
              <a:gd name="connsiteX299" fmla="*/ 1846608 w 2119654"/>
              <a:gd name="connsiteY299" fmla="*/ 1749030 h 2398711"/>
              <a:gd name="connsiteX300" fmla="*/ 1849918 w 2119654"/>
              <a:gd name="connsiteY300" fmla="*/ 1746836 h 2398711"/>
              <a:gd name="connsiteX301" fmla="*/ 1849797 w 2119654"/>
              <a:gd name="connsiteY301" fmla="*/ 1747201 h 2398711"/>
              <a:gd name="connsiteX302" fmla="*/ 1847164 w 2119654"/>
              <a:gd name="connsiteY302" fmla="*/ 1748946 h 2398711"/>
              <a:gd name="connsiteX303" fmla="*/ 1880839 w 2119654"/>
              <a:gd name="connsiteY303" fmla="*/ 1743855 h 2398711"/>
              <a:gd name="connsiteX304" fmla="*/ 1883144 w 2119654"/>
              <a:gd name="connsiteY304" fmla="*/ 1741647 h 2398711"/>
              <a:gd name="connsiteX305" fmla="*/ 1882409 w 2119654"/>
              <a:gd name="connsiteY305" fmla="*/ 1738955 h 2398711"/>
              <a:gd name="connsiteX306" fmla="*/ 1879809 w 2119654"/>
              <a:gd name="connsiteY306" fmla="*/ 1729912 h 2398711"/>
              <a:gd name="connsiteX307" fmla="*/ 1832156 w 2119654"/>
              <a:gd name="connsiteY307" fmla="*/ 1746634 h 2398711"/>
              <a:gd name="connsiteX308" fmla="*/ 1730099 w 2119654"/>
              <a:gd name="connsiteY308" fmla="*/ 1966968 h 2398711"/>
              <a:gd name="connsiteX309" fmla="*/ 1731746 w 2119654"/>
              <a:gd name="connsiteY309" fmla="*/ 1973429 h 2398711"/>
              <a:gd name="connsiteX310" fmla="*/ 1750510 w 2119654"/>
              <a:gd name="connsiteY310" fmla="*/ 1972918 h 2398711"/>
              <a:gd name="connsiteX311" fmla="*/ 1747964 w 2119654"/>
              <a:gd name="connsiteY311" fmla="*/ 1962393 h 2398711"/>
              <a:gd name="connsiteX312" fmla="*/ 1787214 w 2119654"/>
              <a:gd name="connsiteY312" fmla="*/ 1837748 h 2398711"/>
              <a:gd name="connsiteX313" fmla="*/ 1788414 w 2119654"/>
              <a:gd name="connsiteY313" fmla="*/ 1841921 h 2398711"/>
              <a:gd name="connsiteX314" fmla="*/ 1792243 w 2119654"/>
              <a:gd name="connsiteY314" fmla="*/ 1850334 h 2398711"/>
              <a:gd name="connsiteX315" fmla="*/ 1797859 w 2119654"/>
              <a:gd name="connsiteY315" fmla="*/ 1850089 h 2398711"/>
              <a:gd name="connsiteX316" fmla="*/ 1809791 w 2119654"/>
              <a:gd name="connsiteY316" fmla="*/ 1842830 h 2398711"/>
              <a:gd name="connsiteX317" fmla="*/ 1807711 w 2119654"/>
              <a:gd name="connsiteY317" fmla="*/ 1832789 h 2398711"/>
              <a:gd name="connsiteX318" fmla="*/ 1794149 w 2119654"/>
              <a:gd name="connsiteY318" fmla="*/ 1835500 h 2398711"/>
              <a:gd name="connsiteX319" fmla="*/ 1793297 w 2119654"/>
              <a:gd name="connsiteY319" fmla="*/ 1835855 h 2398711"/>
              <a:gd name="connsiteX320" fmla="*/ 1862803 w 2119654"/>
              <a:gd name="connsiteY320" fmla="*/ 1668176 h 2398711"/>
              <a:gd name="connsiteX321" fmla="*/ 1869642 w 2119654"/>
              <a:gd name="connsiteY321" fmla="*/ 1691958 h 2398711"/>
              <a:gd name="connsiteX322" fmla="*/ 1876704 w 2119654"/>
              <a:gd name="connsiteY322" fmla="*/ 1688437 h 2398711"/>
              <a:gd name="connsiteX323" fmla="*/ 1866618 w 2119654"/>
              <a:gd name="connsiteY323" fmla="*/ 1666276 h 2398711"/>
              <a:gd name="connsiteX324" fmla="*/ 1786601 w 2119654"/>
              <a:gd name="connsiteY324" fmla="*/ 1837938 h 2398711"/>
              <a:gd name="connsiteX325" fmla="*/ 1786894 w 2119654"/>
              <a:gd name="connsiteY325" fmla="*/ 1838580 h 2398711"/>
              <a:gd name="connsiteX326" fmla="*/ 1786700 w 2119654"/>
              <a:gd name="connsiteY326" fmla="*/ 1837908 h 2398711"/>
              <a:gd name="connsiteX327" fmla="*/ 1810348 w 2119654"/>
              <a:gd name="connsiteY327" fmla="*/ 1784739 h 2398711"/>
              <a:gd name="connsiteX328" fmla="*/ 1812468 w 2119654"/>
              <a:gd name="connsiteY328" fmla="*/ 1787844 h 2398711"/>
              <a:gd name="connsiteX329" fmla="*/ 1817176 w 2119654"/>
              <a:gd name="connsiteY329" fmla="*/ 1787239 h 2398711"/>
              <a:gd name="connsiteX330" fmla="*/ 1824175 w 2119654"/>
              <a:gd name="connsiteY330" fmla="*/ 1782742 h 2398711"/>
              <a:gd name="connsiteX331" fmla="*/ 1807309 w 2119654"/>
              <a:gd name="connsiteY331" fmla="*/ 1791394 h 2398711"/>
              <a:gd name="connsiteX332" fmla="*/ 1808577 w 2119654"/>
              <a:gd name="connsiteY332" fmla="*/ 1792765 h 2398711"/>
              <a:gd name="connsiteX333" fmla="*/ 1813280 w 2119654"/>
              <a:gd name="connsiteY333" fmla="*/ 1789742 h 2398711"/>
              <a:gd name="connsiteX334" fmla="*/ 1812987 w 2119654"/>
              <a:gd name="connsiteY334" fmla="*/ 1789313 h 2398711"/>
              <a:gd name="connsiteX335" fmla="*/ 1797694 w 2119654"/>
              <a:gd name="connsiteY335" fmla="*/ 1811090 h 2398711"/>
              <a:gd name="connsiteX336" fmla="*/ 1802845 w 2119654"/>
              <a:gd name="connsiteY336" fmla="*/ 1810564 h 2398711"/>
              <a:gd name="connsiteX337" fmla="*/ 1802483 w 2119654"/>
              <a:gd name="connsiteY337" fmla="*/ 1808927 h 2398711"/>
              <a:gd name="connsiteX338" fmla="*/ 1728008 w 2119654"/>
              <a:gd name="connsiteY338" fmla="*/ 1966857 h 2398711"/>
              <a:gd name="connsiteX339" fmla="*/ 1729562 w 2119654"/>
              <a:gd name="connsiteY339" fmla="*/ 1966481 h 2398711"/>
              <a:gd name="connsiteX340" fmla="*/ 1729413 w 2119654"/>
              <a:gd name="connsiteY340" fmla="*/ 1965896 h 2398711"/>
              <a:gd name="connsiteX341" fmla="*/ 1784287 w 2119654"/>
              <a:gd name="connsiteY341" fmla="*/ 1838658 h 2398711"/>
              <a:gd name="connsiteX342" fmla="*/ 1786174 w 2119654"/>
              <a:gd name="connsiteY342" fmla="*/ 1846054 h 2398711"/>
              <a:gd name="connsiteX343" fmla="*/ 1787066 w 2119654"/>
              <a:gd name="connsiteY343" fmla="*/ 1845727 h 2398711"/>
              <a:gd name="connsiteX344" fmla="*/ 1786955 w 2119654"/>
              <a:gd name="connsiteY344" fmla="*/ 1845907 h 2398711"/>
              <a:gd name="connsiteX345" fmla="*/ 1786206 w 2119654"/>
              <a:gd name="connsiteY345" fmla="*/ 1846181 h 2398711"/>
              <a:gd name="connsiteX346" fmla="*/ 1786286 w 2119654"/>
              <a:gd name="connsiteY346" fmla="*/ 1846492 h 2398711"/>
              <a:gd name="connsiteX347" fmla="*/ 1787262 w 2119654"/>
              <a:gd name="connsiteY347" fmla="*/ 1850553 h 2398711"/>
              <a:gd name="connsiteX348" fmla="*/ 1790298 w 2119654"/>
              <a:gd name="connsiteY348" fmla="*/ 1850420 h 2398711"/>
              <a:gd name="connsiteX349" fmla="*/ 1787849 w 2119654"/>
              <a:gd name="connsiteY349" fmla="*/ 1841903 h 2398711"/>
              <a:gd name="connsiteX350" fmla="*/ 1786113 w 2119654"/>
              <a:gd name="connsiteY350" fmla="*/ 1838090 h 2398711"/>
              <a:gd name="connsiteX351" fmla="*/ 1843169 w 2119654"/>
              <a:gd name="connsiteY351" fmla="*/ 1705990 h 2398711"/>
              <a:gd name="connsiteX352" fmla="*/ 1850304 w 2119654"/>
              <a:gd name="connsiteY352" fmla="*/ 1713458 h 2398711"/>
              <a:gd name="connsiteX353" fmla="*/ 1866669 w 2119654"/>
              <a:gd name="connsiteY353" fmla="*/ 1704531 h 2398711"/>
              <a:gd name="connsiteX354" fmla="*/ 1871695 w 2119654"/>
              <a:gd name="connsiteY354" fmla="*/ 1701702 h 2398711"/>
              <a:gd name="connsiteX355" fmla="*/ 1869298 w 2119654"/>
              <a:gd name="connsiteY355" fmla="*/ 1693369 h 2398711"/>
              <a:gd name="connsiteX356" fmla="*/ 1863186 w 2119654"/>
              <a:gd name="connsiteY356" fmla="*/ 1696402 h 2398711"/>
              <a:gd name="connsiteX357" fmla="*/ 1712350 w 2119654"/>
              <a:gd name="connsiteY357" fmla="*/ 1998776 h 2398711"/>
              <a:gd name="connsiteX358" fmla="*/ 1712097 w 2119654"/>
              <a:gd name="connsiteY358" fmla="*/ 2001817 h 2398711"/>
              <a:gd name="connsiteX359" fmla="*/ 1718507 w 2119654"/>
              <a:gd name="connsiteY359" fmla="*/ 2000060 h 2398711"/>
              <a:gd name="connsiteX360" fmla="*/ 1718886 w 2119654"/>
              <a:gd name="connsiteY360" fmla="*/ 1997197 h 2398711"/>
              <a:gd name="connsiteX361" fmla="*/ 1728762 w 2119654"/>
              <a:gd name="connsiteY361" fmla="*/ 1961728 h 2398711"/>
              <a:gd name="connsiteX362" fmla="*/ 1729705 w 2119654"/>
              <a:gd name="connsiteY362" fmla="*/ 1965424 h 2398711"/>
              <a:gd name="connsiteX363" fmla="*/ 1738397 w 2119654"/>
              <a:gd name="connsiteY363" fmla="*/ 1959478 h 2398711"/>
              <a:gd name="connsiteX364" fmla="*/ 1738289 w 2119654"/>
              <a:gd name="connsiteY364" fmla="*/ 1959824 h 2398711"/>
              <a:gd name="connsiteX365" fmla="*/ 1729764 w 2119654"/>
              <a:gd name="connsiteY365" fmla="*/ 1965656 h 2398711"/>
              <a:gd name="connsiteX366" fmla="*/ 1729951 w 2119654"/>
              <a:gd name="connsiteY366" fmla="*/ 1966387 h 2398711"/>
              <a:gd name="connsiteX367" fmla="*/ 1747881 w 2119654"/>
              <a:gd name="connsiteY367" fmla="*/ 1962052 h 2398711"/>
              <a:gd name="connsiteX368" fmla="*/ 1746322 w 2119654"/>
              <a:gd name="connsiteY368" fmla="*/ 1955605 h 2398711"/>
              <a:gd name="connsiteX369" fmla="*/ 1739400 w 2119654"/>
              <a:gd name="connsiteY369" fmla="*/ 1957046 h 2398711"/>
              <a:gd name="connsiteX370" fmla="*/ 1787677 w 2119654"/>
              <a:gd name="connsiteY370" fmla="*/ 1829717 h 2398711"/>
              <a:gd name="connsiteX371" fmla="*/ 1806366 w 2119654"/>
              <a:gd name="connsiteY371" fmla="*/ 1826475 h 2398711"/>
              <a:gd name="connsiteX372" fmla="*/ 1804313 w 2119654"/>
              <a:gd name="connsiteY372" fmla="*/ 1817199 h 2398711"/>
              <a:gd name="connsiteX373" fmla="*/ 1793363 w 2119654"/>
              <a:gd name="connsiteY373" fmla="*/ 1824689 h 2398711"/>
              <a:gd name="connsiteX374" fmla="*/ 1935591 w 2119654"/>
              <a:gd name="connsiteY374" fmla="*/ 1497631 h 2398711"/>
              <a:gd name="connsiteX375" fmla="*/ 1935593 w 2119654"/>
              <a:gd name="connsiteY375" fmla="*/ 1497631 h 2398711"/>
              <a:gd name="connsiteX376" fmla="*/ 1935594 w 2119654"/>
              <a:gd name="connsiteY376" fmla="*/ 1497630 h 2398711"/>
              <a:gd name="connsiteX377" fmla="*/ 1805291 w 2119654"/>
              <a:gd name="connsiteY377" fmla="*/ 1789210 h 2398711"/>
              <a:gd name="connsiteX378" fmla="*/ 1806885 w 2119654"/>
              <a:gd name="connsiteY378" fmla="*/ 1790935 h 2398711"/>
              <a:gd name="connsiteX379" fmla="*/ 1812700 w 2119654"/>
              <a:gd name="connsiteY379" fmla="*/ 1788892 h 2398711"/>
              <a:gd name="connsiteX380" fmla="*/ 1812241 w 2119654"/>
              <a:gd name="connsiteY380" fmla="*/ 1788220 h 2398711"/>
              <a:gd name="connsiteX381" fmla="*/ 1878462 w 2119654"/>
              <a:gd name="connsiteY381" fmla="*/ 1625057 h 2398711"/>
              <a:gd name="connsiteX382" fmla="*/ 1905357 w 2119654"/>
              <a:gd name="connsiteY382" fmla="*/ 1617794 h 2398711"/>
              <a:gd name="connsiteX383" fmla="*/ 1917263 w 2119654"/>
              <a:gd name="connsiteY383" fmla="*/ 1611284 h 2398711"/>
              <a:gd name="connsiteX384" fmla="*/ 1896318 w 2119654"/>
              <a:gd name="connsiteY384" fmla="*/ 1617145 h 2398711"/>
              <a:gd name="connsiteX385" fmla="*/ 1887511 w 2119654"/>
              <a:gd name="connsiteY385" fmla="*/ 1619479 h 2398711"/>
              <a:gd name="connsiteX386" fmla="*/ 1722327 w 2119654"/>
              <a:gd name="connsiteY386" fmla="*/ 1974011 h 2398711"/>
              <a:gd name="connsiteX387" fmla="*/ 1721708 w 2119654"/>
              <a:gd name="connsiteY387" fmla="*/ 1978686 h 2398711"/>
              <a:gd name="connsiteX388" fmla="*/ 1722841 w 2119654"/>
              <a:gd name="connsiteY388" fmla="*/ 1978169 h 2398711"/>
              <a:gd name="connsiteX389" fmla="*/ 1722766 w 2119654"/>
              <a:gd name="connsiteY389" fmla="*/ 1978318 h 2398711"/>
              <a:gd name="connsiteX390" fmla="*/ 1721692 w 2119654"/>
              <a:gd name="connsiteY390" fmla="*/ 1978808 h 2398711"/>
              <a:gd name="connsiteX391" fmla="*/ 1720290 w 2119654"/>
              <a:gd name="connsiteY391" fmla="*/ 1989409 h 2398711"/>
              <a:gd name="connsiteX392" fmla="*/ 1734975 w 2119654"/>
              <a:gd name="connsiteY392" fmla="*/ 1987706 h 2398711"/>
              <a:gd name="connsiteX393" fmla="*/ 1731419 w 2119654"/>
              <a:gd name="connsiteY393" fmla="*/ 1973763 h 2398711"/>
              <a:gd name="connsiteX394" fmla="*/ 1800426 w 2119654"/>
              <a:gd name="connsiteY394" fmla="*/ 1798289 h 2398711"/>
              <a:gd name="connsiteX395" fmla="*/ 1802693 w 2119654"/>
              <a:gd name="connsiteY395" fmla="*/ 1808532 h 2398711"/>
              <a:gd name="connsiteX396" fmla="*/ 1805647 w 2119654"/>
              <a:gd name="connsiteY396" fmla="*/ 1807248 h 2398711"/>
              <a:gd name="connsiteX397" fmla="*/ 1816563 w 2119654"/>
              <a:gd name="connsiteY397" fmla="*/ 1802319 h 2398711"/>
              <a:gd name="connsiteX398" fmla="*/ 1816746 w 2119654"/>
              <a:gd name="connsiteY398" fmla="*/ 1802158 h 2398711"/>
              <a:gd name="connsiteX399" fmla="*/ 1808422 w 2119654"/>
              <a:gd name="connsiteY399" fmla="*/ 1793152 h 2398711"/>
              <a:gd name="connsiteX400" fmla="*/ 1785466 w 2119654"/>
              <a:gd name="connsiteY400" fmla="*/ 1831671 h 2398711"/>
              <a:gd name="connsiteX401" fmla="*/ 1786480 w 2119654"/>
              <a:gd name="connsiteY401" fmla="*/ 1835198 h 2398711"/>
              <a:gd name="connsiteX402" fmla="*/ 1791659 w 2119654"/>
              <a:gd name="connsiteY402" fmla="*/ 1834552 h 2398711"/>
              <a:gd name="connsiteX403" fmla="*/ 1804726 w 2119654"/>
              <a:gd name="connsiteY403" fmla="*/ 1830488 h 2398711"/>
              <a:gd name="connsiteX404" fmla="*/ 1807035 w 2119654"/>
              <a:gd name="connsiteY404" fmla="*/ 1829525 h 2398711"/>
              <a:gd name="connsiteX405" fmla="*/ 1806937 w 2119654"/>
              <a:gd name="connsiteY405" fmla="*/ 1829058 h 2398711"/>
              <a:gd name="connsiteX406" fmla="*/ 1806480 w 2119654"/>
              <a:gd name="connsiteY406" fmla="*/ 1826987 h 2398711"/>
              <a:gd name="connsiteX407" fmla="*/ 1786927 w 2119654"/>
              <a:gd name="connsiteY407" fmla="*/ 1830379 h 2398711"/>
              <a:gd name="connsiteX408" fmla="*/ 1807950 w 2119654"/>
              <a:gd name="connsiteY408" fmla="*/ 1781227 h 2398711"/>
              <a:gd name="connsiteX409" fmla="*/ 1810223 w 2119654"/>
              <a:gd name="connsiteY409" fmla="*/ 1784556 h 2398711"/>
              <a:gd name="connsiteX410" fmla="*/ 1824581 w 2119654"/>
              <a:gd name="connsiteY410" fmla="*/ 1782481 h 2398711"/>
              <a:gd name="connsiteX411" fmla="*/ 1828709 w 2119654"/>
              <a:gd name="connsiteY411" fmla="*/ 1779829 h 2398711"/>
              <a:gd name="connsiteX412" fmla="*/ 1828624 w 2119654"/>
              <a:gd name="connsiteY412" fmla="*/ 1780170 h 2398711"/>
              <a:gd name="connsiteX413" fmla="*/ 1825157 w 2119654"/>
              <a:gd name="connsiteY413" fmla="*/ 1782398 h 2398711"/>
              <a:gd name="connsiteX414" fmla="*/ 1831585 w 2119654"/>
              <a:gd name="connsiteY414" fmla="*/ 1781469 h 2398711"/>
              <a:gd name="connsiteX415" fmla="*/ 1831406 w 2119654"/>
              <a:gd name="connsiteY415" fmla="*/ 1781697 h 2398711"/>
              <a:gd name="connsiteX416" fmla="*/ 1824752 w 2119654"/>
              <a:gd name="connsiteY416" fmla="*/ 1782658 h 2398711"/>
              <a:gd name="connsiteX417" fmla="*/ 1817885 w 2119654"/>
              <a:gd name="connsiteY417" fmla="*/ 1787071 h 2398711"/>
              <a:gd name="connsiteX418" fmla="*/ 1826459 w 2119654"/>
              <a:gd name="connsiteY418" fmla="*/ 1784060 h 2398711"/>
              <a:gd name="connsiteX419" fmla="*/ 1844829 w 2119654"/>
              <a:gd name="connsiteY419" fmla="*/ 1777328 h 2398711"/>
              <a:gd name="connsiteX420" fmla="*/ 1858641 w 2119654"/>
              <a:gd name="connsiteY420" fmla="*/ 1765118 h 2398711"/>
              <a:gd name="connsiteX421" fmla="*/ 1864044 w 2119654"/>
              <a:gd name="connsiteY421" fmla="*/ 1759942 h 2398711"/>
              <a:gd name="connsiteX422" fmla="*/ 1810152 w 2119654"/>
              <a:gd name="connsiteY422" fmla="*/ 1780391 h 2398711"/>
              <a:gd name="connsiteX423" fmla="*/ 1810140 w 2119654"/>
              <a:gd name="connsiteY423" fmla="*/ 1780440 h 2398711"/>
              <a:gd name="connsiteX424" fmla="*/ 1810123 w 2119654"/>
              <a:gd name="connsiteY424" fmla="*/ 1780402 h 2398711"/>
              <a:gd name="connsiteX425" fmla="*/ 1728165 w 2119654"/>
              <a:gd name="connsiteY425" fmla="*/ 1959385 h 2398711"/>
              <a:gd name="connsiteX426" fmla="*/ 1728630 w 2119654"/>
              <a:gd name="connsiteY426" fmla="*/ 1961209 h 2398711"/>
              <a:gd name="connsiteX427" fmla="*/ 1736908 w 2119654"/>
              <a:gd name="connsiteY427" fmla="*/ 1957565 h 2398711"/>
              <a:gd name="connsiteX428" fmla="*/ 1722802 w 2119654"/>
              <a:gd name="connsiteY428" fmla="*/ 1970419 h 2398711"/>
              <a:gd name="connsiteX429" fmla="*/ 1722377 w 2119654"/>
              <a:gd name="connsiteY429" fmla="*/ 1973626 h 2398711"/>
              <a:gd name="connsiteX430" fmla="*/ 1726555 w 2119654"/>
              <a:gd name="connsiteY430" fmla="*/ 1973570 h 2398711"/>
              <a:gd name="connsiteX431" fmla="*/ 1731336 w 2119654"/>
              <a:gd name="connsiteY431" fmla="*/ 1973440 h 2398711"/>
              <a:gd name="connsiteX432" fmla="*/ 1729711 w 2119654"/>
              <a:gd name="connsiteY432" fmla="*/ 1967067 h 2398711"/>
              <a:gd name="connsiteX433" fmla="*/ 1726497 w 2119654"/>
              <a:gd name="connsiteY433" fmla="*/ 1967891 h 2398711"/>
              <a:gd name="connsiteX434" fmla="*/ 1784241 w 2119654"/>
              <a:gd name="connsiteY434" fmla="*/ 1832754 h 2398711"/>
              <a:gd name="connsiteX435" fmla="*/ 1785415 w 2119654"/>
              <a:gd name="connsiteY435" fmla="*/ 1835331 h 2398711"/>
              <a:gd name="connsiteX436" fmla="*/ 1785940 w 2119654"/>
              <a:gd name="connsiteY436" fmla="*/ 1835266 h 2398711"/>
              <a:gd name="connsiteX437" fmla="*/ 1785141 w 2119654"/>
              <a:gd name="connsiteY437" fmla="*/ 1832487 h 2398711"/>
              <a:gd name="connsiteX438" fmla="*/ 1785006 w 2119654"/>
              <a:gd name="connsiteY438" fmla="*/ 1832078 h 2398711"/>
              <a:gd name="connsiteX439" fmla="*/ 1723022 w 2119654"/>
              <a:gd name="connsiteY439" fmla="*/ 1968754 h 2398711"/>
              <a:gd name="connsiteX440" fmla="*/ 1722841 w 2119654"/>
              <a:gd name="connsiteY440" fmla="*/ 1970119 h 2398711"/>
              <a:gd name="connsiteX441" fmla="*/ 1725861 w 2119654"/>
              <a:gd name="connsiteY441" fmla="*/ 1968054 h 2398711"/>
              <a:gd name="connsiteX442" fmla="*/ 1724860 w 2119654"/>
              <a:gd name="connsiteY442" fmla="*/ 1968310 h 2398711"/>
              <a:gd name="connsiteX443" fmla="*/ 1792347 w 2119654"/>
              <a:gd name="connsiteY443" fmla="*/ 1813504 h 2398711"/>
              <a:gd name="connsiteX444" fmla="*/ 1793503 w 2119654"/>
              <a:gd name="connsiteY444" fmla="*/ 1813340 h 2398711"/>
              <a:gd name="connsiteX445" fmla="*/ 1803088 w 2119654"/>
              <a:gd name="connsiteY445" fmla="*/ 1811663 h 2398711"/>
              <a:gd name="connsiteX446" fmla="*/ 1802991 w 2119654"/>
              <a:gd name="connsiteY446" fmla="*/ 1811224 h 2398711"/>
              <a:gd name="connsiteX447" fmla="*/ 1795761 w 2119654"/>
              <a:gd name="connsiteY447" fmla="*/ 1811963 h 2398711"/>
              <a:gd name="connsiteX448" fmla="*/ 1783050 w 2119654"/>
              <a:gd name="connsiteY448" fmla="*/ 1833807 h 2398711"/>
              <a:gd name="connsiteX449" fmla="*/ 1783500 w 2119654"/>
              <a:gd name="connsiteY449" fmla="*/ 1835570 h 2398711"/>
              <a:gd name="connsiteX450" fmla="*/ 1784888 w 2119654"/>
              <a:gd name="connsiteY450" fmla="*/ 1835397 h 2398711"/>
              <a:gd name="connsiteX451" fmla="*/ 1783845 w 2119654"/>
              <a:gd name="connsiteY451" fmla="*/ 1833105 h 2398711"/>
              <a:gd name="connsiteX452" fmla="*/ 1713041 w 2119654"/>
              <a:gd name="connsiteY452" fmla="*/ 1990478 h 2398711"/>
              <a:gd name="connsiteX453" fmla="*/ 1712375 w 2119654"/>
              <a:gd name="connsiteY453" fmla="*/ 1998471 h 2398711"/>
              <a:gd name="connsiteX454" fmla="*/ 1718927 w 2119654"/>
              <a:gd name="connsiteY454" fmla="*/ 1996886 h 2398711"/>
              <a:gd name="connsiteX455" fmla="*/ 1719879 w 2119654"/>
              <a:gd name="connsiteY455" fmla="*/ 1989684 h 2398711"/>
              <a:gd name="connsiteX456" fmla="*/ 1818299 w 2119654"/>
              <a:gd name="connsiteY456" fmla="*/ 1753312 h 2398711"/>
              <a:gd name="connsiteX457" fmla="*/ 1824768 w 2119654"/>
              <a:gd name="connsiteY457" fmla="*/ 1752333 h 2398711"/>
              <a:gd name="connsiteX458" fmla="*/ 1830411 w 2119654"/>
              <a:gd name="connsiteY458" fmla="*/ 1747247 h 2398711"/>
              <a:gd name="connsiteX459" fmla="*/ 1826366 w 2119654"/>
              <a:gd name="connsiteY459" fmla="*/ 1748666 h 2398711"/>
              <a:gd name="connsiteX460" fmla="*/ 1799526 w 2119654"/>
              <a:gd name="connsiteY460" fmla="*/ 1794224 h 2398711"/>
              <a:gd name="connsiteX461" fmla="*/ 1800347 w 2119654"/>
              <a:gd name="connsiteY461" fmla="*/ 1797932 h 2398711"/>
              <a:gd name="connsiteX462" fmla="*/ 1806596 w 2119654"/>
              <a:gd name="connsiteY462" fmla="*/ 1794037 h 2398711"/>
              <a:gd name="connsiteX463" fmla="*/ 1808256 w 2119654"/>
              <a:gd name="connsiteY463" fmla="*/ 1792971 h 2398711"/>
              <a:gd name="connsiteX464" fmla="*/ 1806927 w 2119654"/>
              <a:gd name="connsiteY464" fmla="*/ 1791534 h 2398711"/>
              <a:gd name="connsiteX465" fmla="*/ 1800967 w 2119654"/>
              <a:gd name="connsiteY465" fmla="*/ 1793718 h 2398711"/>
              <a:gd name="connsiteX466" fmla="*/ 1723654 w 2119654"/>
              <a:gd name="connsiteY466" fmla="*/ 1963977 h 2398711"/>
              <a:gd name="connsiteX467" fmla="*/ 1723116 w 2119654"/>
              <a:gd name="connsiteY467" fmla="*/ 1968040 h 2398711"/>
              <a:gd name="connsiteX468" fmla="*/ 1727392 w 2119654"/>
              <a:gd name="connsiteY468" fmla="*/ 1967007 h 2398711"/>
              <a:gd name="connsiteX469" fmla="*/ 1729353 w 2119654"/>
              <a:gd name="connsiteY469" fmla="*/ 1965664 h 2398711"/>
              <a:gd name="connsiteX470" fmla="*/ 1728391 w 2119654"/>
              <a:gd name="connsiteY470" fmla="*/ 1961891 h 2398711"/>
              <a:gd name="connsiteX471" fmla="*/ 1861855 w 2119654"/>
              <a:gd name="connsiteY471" fmla="*/ 1654170 h 2398711"/>
              <a:gd name="connsiteX472" fmla="*/ 1866169 w 2119654"/>
              <a:gd name="connsiteY472" fmla="*/ 1663649 h 2398711"/>
              <a:gd name="connsiteX473" fmla="*/ 1906120 w 2119654"/>
              <a:gd name="connsiteY473" fmla="*/ 1643185 h 2398711"/>
              <a:gd name="connsiteX474" fmla="*/ 1916530 w 2119654"/>
              <a:gd name="connsiteY474" fmla="*/ 1636851 h 2398711"/>
              <a:gd name="connsiteX475" fmla="*/ 1904408 w 2119654"/>
              <a:gd name="connsiteY475" fmla="*/ 1641109 h 2398711"/>
              <a:gd name="connsiteX476" fmla="*/ 1780654 w 2119654"/>
              <a:gd name="connsiteY476" fmla="*/ 1835925 h 2398711"/>
              <a:gd name="connsiteX477" fmla="*/ 1782963 w 2119654"/>
              <a:gd name="connsiteY477" fmla="*/ 1835637 h 2398711"/>
              <a:gd name="connsiteX478" fmla="*/ 1782956 w 2119654"/>
              <a:gd name="connsiteY478" fmla="*/ 1835604 h 2398711"/>
              <a:gd name="connsiteX479" fmla="*/ 1782599 w 2119654"/>
              <a:gd name="connsiteY479" fmla="*/ 1834206 h 2398711"/>
              <a:gd name="connsiteX480" fmla="*/ 1807799 w 2119654"/>
              <a:gd name="connsiteY480" fmla="*/ 1775003 h 2398711"/>
              <a:gd name="connsiteX481" fmla="*/ 1809902 w 2119654"/>
              <a:gd name="connsiteY481" fmla="*/ 1779715 h 2398711"/>
              <a:gd name="connsiteX482" fmla="*/ 1865378 w 2119654"/>
              <a:gd name="connsiteY482" fmla="*/ 1758664 h 2398711"/>
              <a:gd name="connsiteX483" fmla="*/ 1880430 w 2119654"/>
              <a:gd name="connsiteY483" fmla="*/ 1744245 h 2398711"/>
              <a:gd name="connsiteX484" fmla="*/ 1866005 w 2119654"/>
              <a:gd name="connsiteY484" fmla="*/ 1746627 h 2398711"/>
              <a:gd name="connsiteX485" fmla="*/ 1846130 w 2119654"/>
              <a:gd name="connsiteY485" fmla="*/ 1749632 h 2398711"/>
              <a:gd name="connsiteX486" fmla="*/ 1809927 w 2119654"/>
              <a:gd name="connsiteY486" fmla="*/ 1773633 h 2398711"/>
              <a:gd name="connsiteX487" fmla="*/ 1876040 w 2119654"/>
              <a:gd name="connsiteY487" fmla="*/ 1621822 h 2398711"/>
              <a:gd name="connsiteX488" fmla="*/ 1887638 w 2119654"/>
              <a:gd name="connsiteY488" fmla="*/ 1618749 h 2398711"/>
              <a:gd name="connsiteX489" fmla="*/ 1911392 w 2119654"/>
              <a:gd name="connsiteY489" fmla="*/ 1604105 h 2398711"/>
              <a:gd name="connsiteX490" fmla="*/ 1908822 w 2119654"/>
              <a:gd name="connsiteY490" fmla="*/ 1601245 h 2398711"/>
              <a:gd name="connsiteX491" fmla="*/ 1905762 w 2119654"/>
              <a:gd name="connsiteY491" fmla="*/ 1597935 h 2398711"/>
              <a:gd name="connsiteX492" fmla="*/ 1895528 w 2119654"/>
              <a:gd name="connsiteY492" fmla="*/ 1606984 h 2398711"/>
              <a:gd name="connsiteX493" fmla="*/ 1748095 w 2119654"/>
              <a:gd name="connsiteY493" fmla="*/ 1908075 h 2398711"/>
              <a:gd name="connsiteX494" fmla="*/ 1750775 w 2119654"/>
              <a:gd name="connsiteY494" fmla="*/ 1913955 h 2398711"/>
              <a:gd name="connsiteX495" fmla="*/ 1751692 w 2119654"/>
              <a:gd name="connsiteY495" fmla="*/ 1907673 h 2398711"/>
              <a:gd name="connsiteX496" fmla="*/ 1753737 w 2119654"/>
              <a:gd name="connsiteY496" fmla="*/ 1895210 h 2398711"/>
              <a:gd name="connsiteX497" fmla="*/ 1752766 w 2119654"/>
              <a:gd name="connsiteY497" fmla="*/ 1901866 h 2398711"/>
              <a:gd name="connsiteX498" fmla="*/ 1769260 w 2119654"/>
              <a:gd name="connsiteY498" fmla="*/ 1894527 h 2398711"/>
              <a:gd name="connsiteX499" fmla="*/ 1768048 w 2119654"/>
              <a:gd name="connsiteY499" fmla="*/ 1894716 h 2398711"/>
              <a:gd name="connsiteX500" fmla="*/ 1802242 w 2119654"/>
              <a:gd name="connsiteY500" fmla="*/ 1785911 h 2398711"/>
              <a:gd name="connsiteX501" fmla="*/ 1804925 w 2119654"/>
              <a:gd name="connsiteY501" fmla="*/ 1788814 h 2398711"/>
              <a:gd name="connsiteX502" fmla="*/ 1812023 w 2119654"/>
              <a:gd name="connsiteY502" fmla="*/ 1787901 h 2398711"/>
              <a:gd name="connsiteX503" fmla="*/ 1809909 w 2119654"/>
              <a:gd name="connsiteY503" fmla="*/ 1784803 h 2398711"/>
              <a:gd name="connsiteX504" fmla="*/ 1704450 w 2119654"/>
              <a:gd name="connsiteY504" fmla="*/ 2004430 h 2398711"/>
              <a:gd name="connsiteX505" fmla="*/ 1705486 w 2119654"/>
              <a:gd name="connsiteY505" fmla="*/ 2013903 h 2398711"/>
              <a:gd name="connsiteX506" fmla="*/ 1716510 w 2119654"/>
              <a:gd name="connsiteY506" fmla="*/ 2015161 h 2398711"/>
              <a:gd name="connsiteX507" fmla="*/ 1718436 w 2119654"/>
              <a:gd name="connsiteY507" fmla="*/ 2000596 h 2398711"/>
              <a:gd name="connsiteX508" fmla="*/ 1712053 w 2119654"/>
              <a:gd name="connsiteY508" fmla="*/ 2002346 h 2398711"/>
              <a:gd name="connsiteX509" fmla="*/ 1711436 w 2119654"/>
              <a:gd name="connsiteY509" fmla="*/ 2009762 h 2398711"/>
              <a:gd name="connsiteX510" fmla="*/ 1711084 w 2119654"/>
              <a:gd name="connsiteY510" fmla="*/ 2010076 h 2398711"/>
              <a:gd name="connsiteX511" fmla="*/ 1711719 w 2119654"/>
              <a:gd name="connsiteY511" fmla="*/ 2002438 h 2398711"/>
              <a:gd name="connsiteX512" fmla="*/ 1929483 w 2119654"/>
              <a:gd name="connsiteY512" fmla="*/ 1500533 h 2398711"/>
              <a:gd name="connsiteX513" fmla="*/ 1937139 w 2119654"/>
              <a:gd name="connsiteY513" fmla="*/ 1495538 h 2398711"/>
              <a:gd name="connsiteX514" fmla="*/ 1941352 w 2119654"/>
              <a:gd name="connsiteY514" fmla="*/ 1489834 h 2398711"/>
              <a:gd name="connsiteX515" fmla="*/ 1724150 w 2119654"/>
              <a:gd name="connsiteY515" fmla="*/ 1960221 h 2398711"/>
              <a:gd name="connsiteX516" fmla="*/ 1723734 w 2119654"/>
              <a:gd name="connsiteY516" fmla="*/ 1963363 h 2398711"/>
              <a:gd name="connsiteX517" fmla="*/ 1728258 w 2119654"/>
              <a:gd name="connsiteY517" fmla="*/ 1961372 h 2398711"/>
              <a:gd name="connsiteX518" fmla="*/ 1727772 w 2119654"/>
              <a:gd name="connsiteY518" fmla="*/ 1959467 h 2398711"/>
              <a:gd name="connsiteX519" fmla="*/ 1718028 w 2119654"/>
              <a:gd name="connsiteY519" fmla="*/ 1973684 h 2398711"/>
              <a:gd name="connsiteX520" fmla="*/ 1722002 w 2119654"/>
              <a:gd name="connsiteY520" fmla="*/ 1973630 h 2398711"/>
              <a:gd name="connsiteX521" fmla="*/ 1722030 w 2119654"/>
              <a:gd name="connsiteY521" fmla="*/ 1973419 h 2398711"/>
              <a:gd name="connsiteX522" fmla="*/ 1722272 w 2119654"/>
              <a:gd name="connsiteY522" fmla="*/ 1970781 h 2398711"/>
              <a:gd name="connsiteX523" fmla="*/ 1772515 w 2119654"/>
              <a:gd name="connsiteY523" fmla="*/ 1851198 h 2398711"/>
              <a:gd name="connsiteX524" fmla="*/ 1786273 w 2119654"/>
              <a:gd name="connsiteY524" fmla="*/ 1850596 h 2398711"/>
              <a:gd name="connsiteX525" fmla="*/ 1785365 w 2119654"/>
              <a:gd name="connsiteY525" fmla="*/ 1846489 h 2398711"/>
              <a:gd name="connsiteX526" fmla="*/ 1713709 w 2119654"/>
              <a:gd name="connsiteY526" fmla="*/ 1982450 h 2398711"/>
              <a:gd name="connsiteX527" fmla="*/ 1713063 w 2119654"/>
              <a:gd name="connsiteY527" fmla="*/ 1990214 h 2398711"/>
              <a:gd name="connsiteX528" fmla="*/ 1715516 w 2119654"/>
              <a:gd name="connsiteY528" fmla="*/ 1989963 h 2398711"/>
              <a:gd name="connsiteX529" fmla="*/ 1719910 w 2119654"/>
              <a:gd name="connsiteY529" fmla="*/ 1989454 h 2398711"/>
              <a:gd name="connsiteX530" fmla="*/ 1721293 w 2119654"/>
              <a:gd name="connsiteY530" fmla="*/ 1978990 h 2398711"/>
              <a:gd name="connsiteX531" fmla="*/ 1892246 w 2119654"/>
              <a:gd name="connsiteY531" fmla="*/ 1582569 h 2398711"/>
              <a:gd name="connsiteX532" fmla="*/ 1895563 w 2119654"/>
              <a:gd name="connsiteY532" fmla="*/ 1586157 h 2398711"/>
              <a:gd name="connsiteX533" fmla="*/ 1905436 w 2119654"/>
              <a:gd name="connsiteY533" fmla="*/ 1597140 h 2398711"/>
              <a:gd name="connsiteX534" fmla="*/ 1907159 w 2119654"/>
              <a:gd name="connsiteY534" fmla="*/ 1595616 h 2398711"/>
              <a:gd name="connsiteX535" fmla="*/ 1896837 w 2119654"/>
              <a:gd name="connsiteY535" fmla="*/ 1580496 h 2398711"/>
              <a:gd name="connsiteX536" fmla="*/ 1781889 w 2119654"/>
              <a:gd name="connsiteY536" fmla="*/ 1829062 h 2398711"/>
              <a:gd name="connsiteX537" fmla="*/ 1782207 w 2119654"/>
              <a:gd name="connsiteY537" fmla="*/ 1830499 h 2398711"/>
              <a:gd name="connsiteX538" fmla="*/ 1782247 w 2119654"/>
              <a:gd name="connsiteY538" fmla="*/ 1830658 h 2398711"/>
              <a:gd name="connsiteX539" fmla="*/ 1782659 w 2119654"/>
              <a:gd name="connsiteY539" fmla="*/ 1830587 h 2398711"/>
              <a:gd name="connsiteX540" fmla="*/ 1804953 w 2119654"/>
              <a:gd name="connsiteY540" fmla="*/ 1776836 h 2398711"/>
              <a:gd name="connsiteX541" fmla="*/ 1807532 w 2119654"/>
              <a:gd name="connsiteY541" fmla="*/ 1780615 h 2398711"/>
              <a:gd name="connsiteX542" fmla="*/ 1809829 w 2119654"/>
              <a:gd name="connsiteY542" fmla="*/ 1779743 h 2398711"/>
              <a:gd name="connsiteX543" fmla="*/ 1807733 w 2119654"/>
              <a:gd name="connsiteY543" fmla="*/ 1775046 h 2398711"/>
              <a:gd name="connsiteX544" fmla="*/ 1859025 w 2119654"/>
              <a:gd name="connsiteY544" fmla="*/ 1655039 h 2398711"/>
              <a:gd name="connsiteX545" fmla="*/ 1862100 w 2119654"/>
              <a:gd name="connsiteY545" fmla="*/ 1665734 h 2398711"/>
              <a:gd name="connsiteX546" fmla="*/ 1865564 w 2119654"/>
              <a:gd name="connsiteY546" fmla="*/ 1663959 h 2398711"/>
              <a:gd name="connsiteX547" fmla="*/ 1861200 w 2119654"/>
              <a:gd name="connsiteY547" fmla="*/ 1654371 h 2398711"/>
              <a:gd name="connsiteX548" fmla="*/ 1798619 w 2119654"/>
              <a:gd name="connsiteY548" fmla="*/ 1790121 h 2398711"/>
              <a:gd name="connsiteX549" fmla="*/ 1799381 w 2119654"/>
              <a:gd name="connsiteY549" fmla="*/ 1793570 h 2398711"/>
              <a:gd name="connsiteX550" fmla="*/ 1806498 w 2119654"/>
              <a:gd name="connsiteY550" fmla="*/ 1791070 h 2398711"/>
              <a:gd name="connsiteX551" fmla="*/ 1804839 w 2119654"/>
              <a:gd name="connsiteY551" fmla="*/ 1789275 h 2398711"/>
              <a:gd name="connsiteX552" fmla="*/ 1801409 w 2119654"/>
              <a:gd name="connsiteY552" fmla="*/ 1789763 h 2398711"/>
              <a:gd name="connsiteX553" fmla="*/ 1776681 w 2119654"/>
              <a:gd name="connsiteY553" fmla="*/ 1839212 h 2398711"/>
              <a:gd name="connsiteX554" fmla="*/ 1779760 w 2119654"/>
              <a:gd name="connsiteY554" fmla="*/ 1838253 h 2398711"/>
              <a:gd name="connsiteX555" fmla="*/ 1777583 w 2119654"/>
              <a:gd name="connsiteY555" fmla="*/ 1838525 h 2398711"/>
              <a:gd name="connsiteX556" fmla="*/ 1746845 w 2119654"/>
              <a:gd name="connsiteY556" fmla="*/ 1905335 h 2398711"/>
              <a:gd name="connsiteX557" fmla="*/ 1747964 w 2119654"/>
              <a:gd name="connsiteY557" fmla="*/ 1907789 h 2398711"/>
              <a:gd name="connsiteX558" fmla="*/ 1751737 w 2119654"/>
              <a:gd name="connsiteY558" fmla="*/ 1907368 h 2398711"/>
              <a:gd name="connsiteX559" fmla="*/ 1752395 w 2119654"/>
              <a:gd name="connsiteY559" fmla="*/ 1902852 h 2398711"/>
              <a:gd name="connsiteX560" fmla="*/ 1704051 w 2119654"/>
              <a:gd name="connsiteY560" fmla="*/ 2000784 h 2398711"/>
              <a:gd name="connsiteX561" fmla="*/ 1704368 w 2119654"/>
              <a:gd name="connsiteY561" fmla="*/ 2003681 h 2398711"/>
              <a:gd name="connsiteX562" fmla="*/ 1710351 w 2119654"/>
              <a:gd name="connsiteY562" fmla="*/ 2002295 h 2398711"/>
              <a:gd name="connsiteX563" fmla="*/ 1711764 w 2119654"/>
              <a:gd name="connsiteY563" fmla="*/ 2001908 h 2398711"/>
              <a:gd name="connsiteX564" fmla="*/ 1712017 w 2119654"/>
              <a:gd name="connsiteY564" fmla="*/ 1998858 h 2398711"/>
              <a:gd name="connsiteX565" fmla="*/ 1800519 w 2119654"/>
              <a:gd name="connsiteY565" fmla="*/ 1784047 h 2398711"/>
              <a:gd name="connsiteX566" fmla="*/ 1801984 w 2119654"/>
              <a:gd name="connsiteY566" fmla="*/ 1785631 h 2398711"/>
              <a:gd name="connsiteX567" fmla="*/ 1809780 w 2119654"/>
              <a:gd name="connsiteY567" fmla="*/ 1784615 h 2398711"/>
              <a:gd name="connsiteX568" fmla="*/ 1807566 w 2119654"/>
              <a:gd name="connsiteY568" fmla="*/ 1781373 h 2398711"/>
              <a:gd name="connsiteX569" fmla="*/ 1714221 w 2119654"/>
              <a:gd name="connsiteY569" fmla="*/ 1976288 h 2398711"/>
              <a:gd name="connsiteX570" fmla="*/ 1714169 w 2119654"/>
              <a:gd name="connsiteY570" fmla="*/ 1976911 h 2398711"/>
              <a:gd name="connsiteX571" fmla="*/ 1715496 w 2119654"/>
              <a:gd name="connsiteY571" fmla="*/ 1976957 h 2398711"/>
              <a:gd name="connsiteX572" fmla="*/ 1715220 w 2119654"/>
              <a:gd name="connsiteY572" fmla="*/ 1977201 h 2398711"/>
              <a:gd name="connsiteX573" fmla="*/ 1714148 w 2119654"/>
              <a:gd name="connsiteY573" fmla="*/ 1977165 h 2398711"/>
              <a:gd name="connsiteX574" fmla="*/ 1713718 w 2119654"/>
              <a:gd name="connsiteY574" fmla="*/ 1982331 h 2398711"/>
              <a:gd name="connsiteX575" fmla="*/ 1721309 w 2119654"/>
              <a:gd name="connsiteY575" fmla="*/ 1978869 h 2398711"/>
              <a:gd name="connsiteX576" fmla="*/ 1721950 w 2119654"/>
              <a:gd name="connsiteY576" fmla="*/ 1974021 h 2398711"/>
              <a:gd name="connsiteX577" fmla="*/ 1717352 w 2119654"/>
              <a:gd name="connsiteY577" fmla="*/ 1974146 h 2398711"/>
              <a:gd name="connsiteX578" fmla="*/ 1737946 w 2119654"/>
              <a:gd name="connsiteY578" fmla="*/ 1922686 h 2398711"/>
              <a:gd name="connsiteX579" fmla="*/ 1738363 w 2119654"/>
              <a:gd name="connsiteY579" fmla="*/ 1922700 h 2398711"/>
              <a:gd name="connsiteX580" fmla="*/ 1738325 w 2119654"/>
              <a:gd name="connsiteY580" fmla="*/ 1922547 h 2398711"/>
              <a:gd name="connsiteX581" fmla="*/ 1755462 w 2119654"/>
              <a:gd name="connsiteY581" fmla="*/ 1883388 h 2398711"/>
              <a:gd name="connsiteX582" fmla="*/ 1755341 w 2119654"/>
              <a:gd name="connsiteY582" fmla="*/ 1884218 h 2398711"/>
              <a:gd name="connsiteX583" fmla="*/ 1761288 w 2119654"/>
              <a:gd name="connsiteY583" fmla="*/ 1882773 h 2398711"/>
              <a:gd name="connsiteX584" fmla="*/ 1940825 w 2119654"/>
              <a:gd name="connsiteY584" fmla="*/ 1468123 h 2398711"/>
              <a:gd name="connsiteX585" fmla="*/ 1940874 w 2119654"/>
              <a:gd name="connsiteY585" fmla="*/ 1468173 h 2398711"/>
              <a:gd name="connsiteX586" fmla="*/ 1940956 w 2119654"/>
              <a:gd name="connsiteY586" fmla="*/ 1468062 h 2398711"/>
              <a:gd name="connsiteX587" fmla="*/ 1805757 w 2119654"/>
              <a:gd name="connsiteY587" fmla="*/ 1770430 h 2398711"/>
              <a:gd name="connsiteX588" fmla="*/ 1807581 w 2119654"/>
              <a:gd name="connsiteY588" fmla="*/ 1774514 h 2398711"/>
              <a:gd name="connsiteX589" fmla="*/ 1827853 w 2119654"/>
              <a:gd name="connsiteY589" fmla="*/ 1761464 h 2398711"/>
              <a:gd name="connsiteX590" fmla="*/ 1845573 w 2119654"/>
              <a:gd name="connsiteY590" fmla="*/ 1749716 h 2398711"/>
              <a:gd name="connsiteX591" fmla="*/ 1825343 w 2119654"/>
              <a:gd name="connsiteY591" fmla="*/ 1752775 h 2398711"/>
              <a:gd name="connsiteX592" fmla="*/ 1713351 w 2119654"/>
              <a:gd name="connsiteY592" fmla="*/ 1976884 h 2398711"/>
              <a:gd name="connsiteX593" fmla="*/ 1713844 w 2119654"/>
              <a:gd name="connsiteY593" fmla="*/ 1976900 h 2398711"/>
              <a:gd name="connsiteX594" fmla="*/ 1713875 w 2119654"/>
              <a:gd name="connsiteY594" fmla="*/ 1976525 h 2398711"/>
              <a:gd name="connsiteX595" fmla="*/ 1714392 w 2119654"/>
              <a:gd name="connsiteY595" fmla="*/ 1974226 h 2398711"/>
              <a:gd name="connsiteX596" fmla="*/ 1714251 w 2119654"/>
              <a:gd name="connsiteY596" fmla="*/ 1975928 h 2398711"/>
              <a:gd name="connsiteX597" fmla="*/ 1716913 w 2119654"/>
              <a:gd name="connsiteY597" fmla="*/ 1974158 h 2398711"/>
              <a:gd name="connsiteX598" fmla="*/ 1725208 w 2119654"/>
              <a:gd name="connsiteY598" fmla="*/ 1949499 h 2398711"/>
              <a:gd name="connsiteX599" fmla="*/ 1724392 w 2119654"/>
              <a:gd name="connsiteY599" fmla="*/ 1958388 h 2398711"/>
              <a:gd name="connsiteX600" fmla="*/ 1724345 w 2119654"/>
              <a:gd name="connsiteY600" fmla="*/ 1958742 h 2398711"/>
              <a:gd name="connsiteX601" fmla="*/ 1727464 w 2119654"/>
              <a:gd name="connsiteY601" fmla="*/ 1958258 h 2398711"/>
              <a:gd name="connsiteX602" fmla="*/ 1725366 w 2119654"/>
              <a:gd name="connsiteY602" fmla="*/ 1950032 h 2398711"/>
              <a:gd name="connsiteX603" fmla="*/ 1797828 w 2119654"/>
              <a:gd name="connsiteY603" fmla="*/ 1786548 h 2398711"/>
              <a:gd name="connsiteX604" fmla="*/ 1798511 w 2119654"/>
              <a:gd name="connsiteY604" fmla="*/ 1789638 h 2398711"/>
              <a:gd name="connsiteX605" fmla="*/ 1804468 w 2119654"/>
              <a:gd name="connsiteY605" fmla="*/ 1788872 h 2398711"/>
              <a:gd name="connsiteX606" fmla="*/ 1801790 w 2119654"/>
              <a:gd name="connsiteY606" fmla="*/ 1785976 h 2398711"/>
              <a:gd name="connsiteX607" fmla="*/ 1868208 w 2119654"/>
              <a:gd name="connsiteY607" fmla="*/ 1627787 h 2398711"/>
              <a:gd name="connsiteX608" fmla="*/ 1871930 w 2119654"/>
              <a:gd name="connsiteY608" fmla="*/ 1626822 h 2398711"/>
              <a:gd name="connsiteX609" fmla="*/ 1876579 w 2119654"/>
              <a:gd name="connsiteY609" fmla="*/ 1625565 h 2398711"/>
              <a:gd name="connsiteX610" fmla="*/ 1885657 w 2119654"/>
              <a:gd name="connsiteY610" fmla="*/ 1619970 h 2398711"/>
              <a:gd name="connsiteX611" fmla="*/ 1874639 w 2119654"/>
              <a:gd name="connsiteY611" fmla="*/ 1622891 h 2398711"/>
              <a:gd name="connsiteX612" fmla="*/ 1714679 w 2119654"/>
              <a:gd name="connsiteY612" fmla="*/ 1970772 h 2398711"/>
              <a:gd name="connsiteX613" fmla="*/ 1714433 w 2119654"/>
              <a:gd name="connsiteY613" fmla="*/ 1973733 h 2398711"/>
              <a:gd name="connsiteX614" fmla="*/ 1717619 w 2119654"/>
              <a:gd name="connsiteY614" fmla="*/ 1973690 h 2398711"/>
              <a:gd name="connsiteX615" fmla="*/ 1717696 w 2119654"/>
              <a:gd name="connsiteY615" fmla="*/ 1973639 h 2398711"/>
              <a:gd name="connsiteX616" fmla="*/ 1722298 w 2119654"/>
              <a:gd name="connsiteY616" fmla="*/ 1970490 h 2398711"/>
              <a:gd name="connsiteX617" fmla="*/ 1722445 w 2119654"/>
              <a:gd name="connsiteY617" fmla="*/ 1968894 h 2398711"/>
              <a:gd name="connsiteX618" fmla="*/ 1756333 w 2119654"/>
              <a:gd name="connsiteY618" fmla="*/ 1877425 h 2398711"/>
              <a:gd name="connsiteX619" fmla="*/ 1755488 w 2119654"/>
              <a:gd name="connsiteY619" fmla="*/ 1883215 h 2398711"/>
              <a:gd name="connsiteX620" fmla="*/ 1762526 w 2119654"/>
              <a:gd name="connsiteY620" fmla="*/ 1882472 h 2398711"/>
              <a:gd name="connsiteX621" fmla="*/ 1762611 w 2119654"/>
              <a:gd name="connsiteY621" fmla="*/ 1882451 h 2398711"/>
              <a:gd name="connsiteX622" fmla="*/ 1781476 w 2119654"/>
              <a:gd name="connsiteY622" fmla="*/ 1877590 h 2398711"/>
              <a:gd name="connsiteX623" fmla="*/ 1781337 w 2119654"/>
              <a:gd name="connsiteY623" fmla="*/ 1877812 h 2398711"/>
              <a:gd name="connsiteX624" fmla="*/ 1763754 w 2119654"/>
              <a:gd name="connsiteY624" fmla="*/ 1882343 h 2398711"/>
              <a:gd name="connsiteX625" fmla="*/ 1770719 w 2119654"/>
              <a:gd name="connsiteY625" fmla="*/ 1881608 h 2398711"/>
              <a:gd name="connsiteX626" fmla="*/ 1770559 w 2119654"/>
              <a:gd name="connsiteY626" fmla="*/ 1881795 h 2398711"/>
              <a:gd name="connsiteX627" fmla="*/ 1762634 w 2119654"/>
              <a:gd name="connsiteY627" fmla="*/ 1882631 h 2398711"/>
              <a:gd name="connsiteX628" fmla="*/ 1755297 w 2119654"/>
              <a:gd name="connsiteY628" fmla="*/ 1884521 h 2398711"/>
              <a:gd name="connsiteX629" fmla="*/ 1754182 w 2119654"/>
              <a:gd name="connsiteY629" fmla="*/ 1892164 h 2398711"/>
              <a:gd name="connsiteX630" fmla="*/ 1762333 w 2119654"/>
              <a:gd name="connsiteY630" fmla="*/ 1891883 h 2398711"/>
              <a:gd name="connsiteX631" fmla="*/ 1768319 w 2119654"/>
              <a:gd name="connsiteY631" fmla="*/ 1891203 h 2398711"/>
              <a:gd name="connsiteX632" fmla="*/ 1768067 w 2119654"/>
              <a:gd name="connsiteY632" fmla="*/ 1891503 h 2398711"/>
              <a:gd name="connsiteX633" fmla="*/ 1765763 w 2119654"/>
              <a:gd name="connsiteY633" fmla="*/ 1891765 h 2398711"/>
              <a:gd name="connsiteX634" fmla="*/ 1776282 w 2119654"/>
              <a:gd name="connsiteY634" fmla="*/ 1891403 h 2398711"/>
              <a:gd name="connsiteX635" fmla="*/ 1785505 w 2119654"/>
              <a:gd name="connsiteY635" fmla="*/ 1887299 h 2398711"/>
              <a:gd name="connsiteX636" fmla="*/ 1794810 w 2119654"/>
              <a:gd name="connsiteY636" fmla="*/ 1882981 h 2398711"/>
              <a:gd name="connsiteX637" fmla="*/ 1791037 w 2119654"/>
              <a:gd name="connsiteY637" fmla="*/ 1867290 h 2398711"/>
              <a:gd name="connsiteX638" fmla="*/ 1788613 w 2119654"/>
              <a:gd name="connsiteY638" fmla="*/ 1857786 h 2398711"/>
              <a:gd name="connsiteX639" fmla="*/ 1788156 w 2119654"/>
              <a:gd name="connsiteY639" fmla="*/ 1858064 h 2398711"/>
              <a:gd name="connsiteX640" fmla="*/ 1792742 w 2119654"/>
              <a:gd name="connsiteY640" fmla="*/ 1880198 h 2398711"/>
              <a:gd name="connsiteX641" fmla="*/ 1792622 w 2119654"/>
              <a:gd name="connsiteY641" fmla="*/ 1880439 h 2398711"/>
              <a:gd name="connsiteX642" fmla="*/ 1788848 w 2119654"/>
              <a:gd name="connsiteY642" fmla="*/ 1862233 h 2398711"/>
              <a:gd name="connsiteX643" fmla="*/ 1787953 w 2119654"/>
              <a:gd name="connsiteY643" fmla="*/ 1858188 h 2398711"/>
              <a:gd name="connsiteX644" fmla="*/ 1764318 w 2119654"/>
              <a:gd name="connsiteY644" fmla="*/ 1872567 h 2398711"/>
              <a:gd name="connsiteX645" fmla="*/ 1772477 w 2119654"/>
              <a:gd name="connsiteY645" fmla="*/ 1872551 h 2398711"/>
              <a:gd name="connsiteX646" fmla="*/ 1772256 w 2119654"/>
              <a:gd name="connsiteY646" fmla="*/ 1872726 h 2398711"/>
              <a:gd name="connsiteX647" fmla="*/ 1764031 w 2119654"/>
              <a:gd name="connsiteY647" fmla="*/ 1872742 h 2398711"/>
              <a:gd name="connsiteX648" fmla="*/ 1797525 w 2119654"/>
              <a:gd name="connsiteY648" fmla="*/ 1785182 h 2398711"/>
              <a:gd name="connsiteX649" fmla="*/ 1797747 w 2119654"/>
              <a:gd name="connsiteY649" fmla="*/ 1786185 h 2398711"/>
              <a:gd name="connsiteX650" fmla="*/ 1801528 w 2119654"/>
              <a:gd name="connsiteY650" fmla="*/ 1785691 h 2398711"/>
              <a:gd name="connsiteX651" fmla="*/ 1800140 w 2119654"/>
              <a:gd name="connsiteY651" fmla="*/ 1784191 h 2398711"/>
              <a:gd name="connsiteX652" fmla="*/ 1802552 w 2119654"/>
              <a:gd name="connsiteY652" fmla="*/ 1773319 h 2398711"/>
              <a:gd name="connsiteX653" fmla="*/ 1804654 w 2119654"/>
              <a:gd name="connsiteY653" fmla="*/ 1776399 h 2398711"/>
              <a:gd name="connsiteX654" fmla="*/ 1807515 w 2119654"/>
              <a:gd name="connsiteY654" fmla="*/ 1774557 h 2398711"/>
              <a:gd name="connsiteX655" fmla="*/ 1806631 w 2119654"/>
              <a:gd name="connsiteY655" fmla="*/ 1772576 h 2398711"/>
              <a:gd name="connsiteX656" fmla="*/ 1805639 w 2119654"/>
              <a:gd name="connsiteY656" fmla="*/ 1770536 h 2398711"/>
              <a:gd name="connsiteX657" fmla="*/ 1714926 w 2119654"/>
              <a:gd name="connsiteY657" fmla="*/ 1967818 h 2398711"/>
              <a:gd name="connsiteX658" fmla="*/ 1714738 w 2119654"/>
              <a:gd name="connsiteY658" fmla="*/ 1970066 h 2398711"/>
              <a:gd name="connsiteX659" fmla="*/ 1722510 w 2119654"/>
              <a:gd name="connsiteY659" fmla="*/ 1968187 h 2398711"/>
              <a:gd name="connsiteX660" fmla="*/ 1722864 w 2119654"/>
              <a:gd name="connsiteY660" fmla="*/ 1964324 h 2398711"/>
              <a:gd name="connsiteX661" fmla="*/ 1781608 w 2119654"/>
              <a:gd name="connsiteY661" fmla="*/ 1818258 h 2398711"/>
              <a:gd name="connsiteX662" fmla="*/ 1784786 w 2119654"/>
              <a:gd name="connsiteY662" fmla="*/ 1829306 h 2398711"/>
              <a:gd name="connsiteX663" fmla="*/ 1793810 w 2119654"/>
              <a:gd name="connsiteY663" fmla="*/ 1822435 h 2398711"/>
              <a:gd name="connsiteX664" fmla="*/ 1803564 w 2119654"/>
              <a:gd name="connsiteY664" fmla="*/ 1813812 h 2398711"/>
              <a:gd name="connsiteX665" fmla="*/ 1803114 w 2119654"/>
              <a:gd name="connsiteY665" fmla="*/ 1811780 h 2398711"/>
              <a:gd name="connsiteX666" fmla="*/ 1791765 w 2119654"/>
              <a:gd name="connsiteY666" fmla="*/ 1813766 h 2398711"/>
              <a:gd name="connsiteX667" fmla="*/ 1787320 w 2119654"/>
              <a:gd name="connsiteY667" fmla="*/ 1815773 h 2398711"/>
              <a:gd name="connsiteX668" fmla="*/ 1797994 w 2119654"/>
              <a:gd name="connsiteY668" fmla="*/ 1781315 h 2398711"/>
              <a:gd name="connsiteX669" fmla="*/ 1799991 w 2119654"/>
              <a:gd name="connsiteY669" fmla="*/ 1783476 h 2398711"/>
              <a:gd name="connsiteX670" fmla="*/ 1807149 w 2119654"/>
              <a:gd name="connsiteY670" fmla="*/ 1780760 h 2398711"/>
              <a:gd name="connsiteX671" fmla="*/ 1804617 w 2119654"/>
              <a:gd name="connsiteY671" fmla="*/ 1777052 h 2398711"/>
              <a:gd name="connsiteX672" fmla="*/ 1756967 w 2119654"/>
              <a:gd name="connsiteY672" fmla="*/ 1872756 h 2398711"/>
              <a:gd name="connsiteX673" fmla="*/ 1756649 w 2119654"/>
              <a:gd name="connsiteY673" fmla="*/ 1875161 h 2398711"/>
              <a:gd name="connsiteX674" fmla="*/ 1760615 w 2119654"/>
              <a:gd name="connsiteY674" fmla="*/ 1872749 h 2398711"/>
              <a:gd name="connsiteX675" fmla="*/ 1891333 w 2119654"/>
              <a:gd name="connsiteY675" fmla="*/ 1571483 h 2398711"/>
              <a:gd name="connsiteX676" fmla="*/ 1892359 w 2119654"/>
              <a:gd name="connsiteY676" fmla="*/ 1572987 h 2398711"/>
              <a:gd name="connsiteX677" fmla="*/ 1900600 w 2119654"/>
              <a:gd name="connsiteY677" fmla="*/ 1569896 h 2398711"/>
              <a:gd name="connsiteX678" fmla="*/ 1900441 w 2119654"/>
              <a:gd name="connsiteY678" fmla="*/ 1570224 h 2398711"/>
              <a:gd name="connsiteX679" fmla="*/ 1892505 w 2119654"/>
              <a:gd name="connsiteY679" fmla="*/ 1573200 h 2398711"/>
              <a:gd name="connsiteX680" fmla="*/ 1897157 w 2119654"/>
              <a:gd name="connsiteY680" fmla="*/ 1580015 h 2398711"/>
              <a:gd name="connsiteX681" fmla="*/ 1906831 w 2119654"/>
              <a:gd name="connsiteY681" fmla="*/ 1575647 h 2398711"/>
              <a:gd name="connsiteX682" fmla="*/ 1906663 w 2119654"/>
              <a:gd name="connsiteY682" fmla="*/ 1576060 h 2398711"/>
              <a:gd name="connsiteX683" fmla="*/ 1897332 w 2119654"/>
              <a:gd name="connsiteY683" fmla="*/ 1580272 h 2398711"/>
              <a:gd name="connsiteX684" fmla="*/ 1906365 w 2119654"/>
              <a:gd name="connsiteY684" fmla="*/ 1593503 h 2398711"/>
              <a:gd name="connsiteX685" fmla="*/ 1907541 w 2119654"/>
              <a:gd name="connsiteY685" fmla="*/ 1595278 h 2398711"/>
              <a:gd name="connsiteX686" fmla="*/ 1942211 w 2119654"/>
              <a:gd name="connsiteY686" fmla="*/ 1564627 h 2398711"/>
              <a:gd name="connsiteX687" fmla="*/ 1958654 w 2119654"/>
              <a:gd name="connsiteY687" fmla="*/ 1548876 h 2398711"/>
              <a:gd name="connsiteX688" fmla="*/ 1897453 w 2119654"/>
              <a:gd name="connsiteY688" fmla="*/ 1568307 h 2398711"/>
              <a:gd name="connsiteX689" fmla="*/ 1853028 w 2119654"/>
              <a:gd name="connsiteY689" fmla="*/ 1656880 h 2398711"/>
              <a:gd name="connsiteX690" fmla="*/ 1855557 w 2119654"/>
              <a:gd name="connsiteY690" fmla="*/ 1669085 h 2398711"/>
              <a:gd name="connsiteX691" fmla="*/ 1861446 w 2119654"/>
              <a:gd name="connsiteY691" fmla="*/ 1666069 h 2398711"/>
              <a:gd name="connsiteX692" fmla="*/ 1858335 w 2119654"/>
              <a:gd name="connsiteY692" fmla="*/ 1655251 h 2398711"/>
              <a:gd name="connsiteX693" fmla="*/ 1724431 w 2119654"/>
              <a:gd name="connsiteY693" fmla="*/ 1944746 h 2398711"/>
              <a:gd name="connsiteX694" fmla="*/ 1724600 w 2119654"/>
              <a:gd name="connsiteY694" fmla="*/ 1945410 h 2398711"/>
              <a:gd name="connsiteX695" fmla="*/ 1724670 w 2119654"/>
              <a:gd name="connsiteY695" fmla="*/ 1944651 h 2398711"/>
              <a:gd name="connsiteX696" fmla="*/ 1809212 w 2119654"/>
              <a:gd name="connsiteY696" fmla="*/ 1754685 h 2398711"/>
              <a:gd name="connsiteX697" fmla="*/ 1817076 w 2119654"/>
              <a:gd name="connsiteY697" fmla="*/ 1753497 h 2398711"/>
              <a:gd name="connsiteX698" fmla="*/ 1824656 w 2119654"/>
              <a:gd name="connsiteY698" fmla="*/ 1749266 h 2398711"/>
              <a:gd name="connsiteX699" fmla="*/ 1796835 w 2119654"/>
              <a:gd name="connsiteY699" fmla="*/ 1782062 h 2398711"/>
              <a:gd name="connsiteX700" fmla="*/ 1797368 w 2119654"/>
              <a:gd name="connsiteY700" fmla="*/ 1784471 h 2398711"/>
              <a:gd name="connsiteX701" fmla="*/ 1799613 w 2119654"/>
              <a:gd name="connsiteY701" fmla="*/ 1783619 h 2398711"/>
              <a:gd name="connsiteX702" fmla="*/ 1797674 w 2119654"/>
              <a:gd name="connsiteY702" fmla="*/ 1781522 h 2398711"/>
              <a:gd name="connsiteX703" fmla="*/ 1703051 w 2119654"/>
              <a:gd name="connsiteY703" fmla="*/ 1991637 h 2398711"/>
              <a:gd name="connsiteX704" fmla="*/ 1703815 w 2119654"/>
              <a:gd name="connsiteY704" fmla="*/ 1998627 h 2398711"/>
              <a:gd name="connsiteX705" fmla="*/ 1704902 w 2119654"/>
              <a:gd name="connsiteY705" fmla="*/ 1998414 h 2398711"/>
              <a:gd name="connsiteX706" fmla="*/ 1704764 w 2119654"/>
              <a:gd name="connsiteY706" fmla="*/ 1998574 h 2398711"/>
              <a:gd name="connsiteX707" fmla="*/ 1703830 w 2119654"/>
              <a:gd name="connsiteY707" fmla="*/ 1998757 h 2398711"/>
              <a:gd name="connsiteX708" fmla="*/ 1704019 w 2119654"/>
              <a:gd name="connsiteY708" fmla="*/ 2000491 h 2398711"/>
              <a:gd name="connsiteX709" fmla="*/ 1712043 w 2119654"/>
              <a:gd name="connsiteY709" fmla="*/ 1998550 h 2398711"/>
              <a:gd name="connsiteX710" fmla="*/ 1712711 w 2119654"/>
              <a:gd name="connsiteY710" fmla="*/ 1990516 h 2398711"/>
              <a:gd name="connsiteX711" fmla="*/ 1696183 w 2119654"/>
              <a:gd name="connsiteY711" fmla="*/ 2006697 h 2398711"/>
              <a:gd name="connsiteX712" fmla="*/ 1695484 w 2119654"/>
              <a:gd name="connsiteY712" fmla="*/ 2012763 h 2398711"/>
              <a:gd name="connsiteX713" fmla="*/ 1705238 w 2119654"/>
              <a:gd name="connsiteY713" fmla="*/ 2013875 h 2398711"/>
              <a:gd name="connsiteX714" fmla="*/ 1704212 w 2119654"/>
              <a:gd name="connsiteY714" fmla="*/ 2004495 h 2398711"/>
              <a:gd name="connsiteX715" fmla="*/ 1779683 w 2119654"/>
              <a:gd name="connsiteY715" fmla="*/ 1819095 h 2398711"/>
              <a:gd name="connsiteX716" fmla="*/ 1781252 w 2119654"/>
              <a:gd name="connsiteY716" fmla="*/ 1826187 h 2398711"/>
              <a:gd name="connsiteX717" fmla="*/ 1783212 w 2119654"/>
              <a:gd name="connsiteY717" fmla="*/ 1830491 h 2398711"/>
              <a:gd name="connsiteX718" fmla="*/ 1783236 w 2119654"/>
              <a:gd name="connsiteY718" fmla="*/ 1830487 h 2398711"/>
              <a:gd name="connsiteX719" fmla="*/ 1784226 w 2119654"/>
              <a:gd name="connsiteY719" fmla="*/ 1829733 h 2398711"/>
              <a:gd name="connsiteX720" fmla="*/ 1780567 w 2119654"/>
              <a:gd name="connsiteY720" fmla="*/ 1818710 h 2398711"/>
              <a:gd name="connsiteX721" fmla="*/ 1890641 w 2119654"/>
              <a:gd name="connsiteY721" fmla="*/ 1570470 h 2398711"/>
              <a:gd name="connsiteX722" fmla="*/ 1891128 w 2119654"/>
              <a:gd name="connsiteY722" fmla="*/ 1571183 h 2398711"/>
              <a:gd name="connsiteX723" fmla="*/ 1895439 w 2119654"/>
              <a:gd name="connsiteY723" fmla="*/ 1568947 h 2398711"/>
              <a:gd name="connsiteX724" fmla="*/ 1739276 w 2119654"/>
              <a:gd name="connsiteY724" fmla="*/ 1908722 h 2398711"/>
              <a:gd name="connsiteX725" fmla="*/ 1742038 w 2119654"/>
              <a:gd name="connsiteY725" fmla="*/ 1908451 h 2398711"/>
              <a:gd name="connsiteX726" fmla="*/ 1747776 w 2119654"/>
              <a:gd name="connsiteY726" fmla="*/ 1907810 h 2398711"/>
              <a:gd name="connsiteX727" fmla="*/ 1746681 w 2119654"/>
              <a:gd name="connsiteY727" fmla="*/ 1905409 h 2398711"/>
              <a:gd name="connsiteX728" fmla="*/ 1780847 w 2119654"/>
              <a:gd name="connsiteY728" fmla="*/ 1815613 h 2398711"/>
              <a:gd name="connsiteX729" fmla="*/ 1781467 w 2119654"/>
              <a:gd name="connsiteY729" fmla="*/ 1817766 h 2398711"/>
              <a:gd name="connsiteX730" fmla="*/ 1789918 w 2119654"/>
              <a:gd name="connsiteY730" fmla="*/ 1814090 h 2398711"/>
              <a:gd name="connsiteX731" fmla="*/ 1782748 w 2119654"/>
              <a:gd name="connsiteY731" fmla="*/ 1815344 h 2398711"/>
              <a:gd name="connsiteX732" fmla="*/ 1715418 w 2119654"/>
              <a:gd name="connsiteY732" fmla="*/ 1961895 h 2398711"/>
              <a:gd name="connsiteX733" fmla="*/ 1714975 w 2119654"/>
              <a:gd name="connsiteY733" fmla="*/ 1967218 h 2398711"/>
              <a:gd name="connsiteX734" fmla="*/ 1722920 w 2119654"/>
              <a:gd name="connsiteY734" fmla="*/ 1963722 h 2398711"/>
              <a:gd name="connsiteX735" fmla="*/ 1723223 w 2119654"/>
              <a:gd name="connsiteY735" fmla="*/ 1960414 h 2398711"/>
              <a:gd name="connsiteX736" fmla="*/ 1718877 w 2119654"/>
              <a:gd name="connsiteY736" fmla="*/ 1961319 h 2398711"/>
              <a:gd name="connsiteX737" fmla="*/ 1796414 w 2119654"/>
              <a:gd name="connsiteY737" fmla="*/ 1780158 h 2398711"/>
              <a:gd name="connsiteX738" fmla="*/ 1796713 w 2119654"/>
              <a:gd name="connsiteY738" fmla="*/ 1781511 h 2398711"/>
              <a:gd name="connsiteX739" fmla="*/ 1797309 w 2119654"/>
              <a:gd name="connsiteY739" fmla="*/ 1781127 h 2398711"/>
              <a:gd name="connsiteX740" fmla="*/ 1857205 w 2119654"/>
              <a:gd name="connsiteY740" fmla="*/ 1643955 h 2398711"/>
              <a:gd name="connsiteX741" fmla="*/ 1857234 w 2119654"/>
              <a:gd name="connsiteY741" fmla="*/ 1644017 h 2398711"/>
              <a:gd name="connsiteX742" fmla="*/ 1858002 w 2119654"/>
              <a:gd name="connsiteY742" fmla="*/ 1643603 h 2398711"/>
              <a:gd name="connsiteX743" fmla="*/ 1793385 w 2119654"/>
              <a:gd name="connsiteY743" fmla="*/ 1786754 h 2398711"/>
              <a:gd name="connsiteX744" fmla="*/ 1797458 w 2119654"/>
              <a:gd name="connsiteY744" fmla="*/ 1786222 h 2398711"/>
              <a:gd name="connsiteX745" fmla="*/ 1797251 w 2119654"/>
              <a:gd name="connsiteY745" fmla="*/ 1785287 h 2398711"/>
              <a:gd name="connsiteX746" fmla="*/ 1696657 w 2119654"/>
              <a:gd name="connsiteY746" fmla="*/ 2002571 h 2398711"/>
              <a:gd name="connsiteX747" fmla="*/ 1696315 w 2119654"/>
              <a:gd name="connsiteY747" fmla="*/ 2005547 h 2398711"/>
              <a:gd name="connsiteX748" fmla="*/ 1704129 w 2119654"/>
              <a:gd name="connsiteY748" fmla="*/ 2003737 h 2398711"/>
              <a:gd name="connsiteX749" fmla="*/ 1703812 w 2119654"/>
              <a:gd name="connsiteY749" fmla="*/ 2000841 h 2398711"/>
              <a:gd name="connsiteX750" fmla="*/ 1778298 w 2119654"/>
              <a:gd name="connsiteY750" fmla="*/ 1819697 h 2398711"/>
              <a:gd name="connsiteX751" fmla="*/ 1779664 w 2119654"/>
              <a:gd name="connsiteY751" fmla="*/ 1822696 h 2398711"/>
              <a:gd name="connsiteX752" fmla="*/ 1778839 w 2119654"/>
              <a:gd name="connsiteY752" fmla="*/ 1819462 h 2398711"/>
              <a:gd name="connsiteX753" fmla="*/ 1796173 w 2119654"/>
              <a:gd name="connsiteY753" fmla="*/ 1779069 h 2398711"/>
              <a:gd name="connsiteX754" fmla="*/ 1796253 w 2119654"/>
              <a:gd name="connsiteY754" fmla="*/ 1779430 h 2398711"/>
              <a:gd name="connsiteX755" fmla="*/ 1797630 w 2119654"/>
              <a:gd name="connsiteY755" fmla="*/ 1780920 h 2398711"/>
              <a:gd name="connsiteX756" fmla="*/ 1804318 w 2119654"/>
              <a:gd name="connsiteY756" fmla="*/ 1776615 h 2398711"/>
              <a:gd name="connsiteX757" fmla="*/ 1802253 w 2119654"/>
              <a:gd name="connsiteY757" fmla="*/ 1773589 h 2398711"/>
              <a:gd name="connsiteX758" fmla="*/ 1856081 w 2119654"/>
              <a:gd name="connsiteY758" fmla="*/ 1644803 h 2398711"/>
              <a:gd name="connsiteX759" fmla="*/ 1858742 w 2119654"/>
              <a:gd name="connsiteY759" fmla="*/ 1654057 h 2398711"/>
              <a:gd name="connsiteX760" fmla="*/ 1860773 w 2119654"/>
              <a:gd name="connsiteY760" fmla="*/ 1653434 h 2398711"/>
              <a:gd name="connsiteX761" fmla="*/ 1856695 w 2119654"/>
              <a:gd name="connsiteY761" fmla="*/ 1644473 h 2398711"/>
              <a:gd name="connsiteX762" fmla="*/ 1855992 w 2119654"/>
              <a:gd name="connsiteY762" fmla="*/ 1644492 h 2398711"/>
              <a:gd name="connsiteX763" fmla="*/ 1856040 w 2119654"/>
              <a:gd name="connsiteY763" fmla="*/ 1644660 h 2398711"/>
              <a:gd name="connsiteX764" fmla="*/ 1856634 w 2119654"/>
              <a:gd name="connsiteY764" fmla="*/ 1644340 h 2398711"/>
              <a:gd name="connsiteX765" fmla="*/ 1856585 w 2119654"/>
              <a:gd name="connsiteY765" fmla="*/ 1644230 h 2398711"/>
              <a:gd name="connsiteX766" fmla="*/ 1680496 w 2119654"/>
              <a:gd name="connsiteY766" fmla="*/ 2037251 h 2398711"/>
              <a:gd name="connsiteX767" fmla="*/ 1677390 w 2119654"/>
              <a:gd name="connsiteY767" fmla="*/ 2047586 h 2398711"/>
              <a:gd name="connsiteX768" fmla="*/ 1687738 w 2119654"/>
              <a:gd name="connsiteY768" fmla="*/ 2044966 h 2398711"/>
              <a:gd name="connsiteX769" fmla="*/ 1688204 w 2119654"/>
              <a:gd name="connsiteY769" fmla="*/ 2038034 h 2398711"/>
              <a:gd name="connsiteX770" fmla="*/ 1780303 w 2119654"/>
              <a:gd name="connsiteY770" fmla="*/ 1813719 h 2398711"/>
              <a:gd name="connsiteX771" fmla="*/ 1780713 w 2119654"/>
              <a:gd name="connsiteY771" fmla="*/ 1815146 h 2398711"/>
              <a:gd name="connsiteX772" fmla="*/ 1790746 w 2119654"/>
              <a:gd name="connsiteY772" fmla="*/ 1813729 h 2398711"/>
              <a:gd name="connsiteX773" fmla="*/ 1794516 w 2119654"/>
              <a:gd name="connsiteY773" fmla="*/ 1812089 h 2398711"/>
              <a:gd name="connsiteX774" fmla="*/ 1780676 w 2119654"/>
              <a:gd name="connsiteY774" fmla="*/ 1813502 h 2398711"/>
              <a:gd name="connsiteX775" fmla="*/ 1702596 w 2119654"/>
              <a:gd name="connsiteY775" fmla="*/ 1987472 h 2398711"/>
              <a:gd name="connsiteX776" fmla="*/ 1703008 w 2119654"/>
              <a:gd name="connsiteY776" fmla="*/ 1991240 h 2398711"/>
              <a:gd name="connsiteX777" fmla="*/ 1712733 w 2119654"/>
              <a:gd name="connsiteY777" fmla="*/ 1990247 h 2398711"/>
              <a:gd name="connsiteX778" fmla="*/ 1713369 w 2119654"/>
              <a:gd name="connsiteY778" fmla="*/ 1982605 h 2398711"/>
              <a:gd name="connsiteX779" fmla="*/ 1703848 w 2119654"/>
              <a:gd name="connsiteY779" fmla="*/ 1986950 h 2398711"/>
              <a:gd name="connsiteX780" fmla="*/ 1696941 w 2119654"/>
              <a:gd name="connsiteY780" fmla="*/ 2000109 h 2398711"/>
              <a:gd name="connsiteX781" fmla="*/ 1696693 w 2119654"/>
              <a:gd name="connsiteY781" fmla="*/ 2002263 h 2398711"/>
              <a:gd name="connsiteX782" fmla="*/ 1703781 w 2119654"/>
              <a:gd name="connsiteY782" fmla="*/ 2000548 h 2398711"/>
              <a:gd name="connsiteX783" fmla="*/ 1703590 w 2119654"/>
              <a:gd name="connsiteY783" fmla="*/ 1998804 h 2398711"/>
              <a:gd name="connsiteX784" fmla="*/ 1778971 w 2119654"/>
              <a:gd name="connsiteY784" fmla="*/ 1815877 h 2398711"/>
              <a:gd name="connsiteX785" fmla="*/ 1779571 w 2119654"/>
              <a:gd name="connsiteY785" fmla="*/ 1818591 h 2398711"/>
              <a:gd name="connsiteX786" fmla="*/ 1780406 w 2119654"/>
              <a:gd name="connsiteY786" fmla="*/ 1818227 h 2398711"/>
              <a:gd name="connsiteX787" fmla="*/ 1779596 w 2119654"/>
              <a:gd name="connsiteY787" fmla="*/ 1815789 h 2398711"/>
              <a:gd name="connsiteX788" fmla="*/ 1736105 w 2119654"/>
              <a:gd name="connsiteY788" fmla="*/ 1911706 h 2398711"/>
              <a:gd name="connsiteX789" fmla="*/ 1738641 w 2119654"/>
              <a:gd name="connsiteY789" fmla="*/ 1922191 h 2398711"/>
              <a:gd name="connsiteX790" fmla="*/ 1740399 w 2119654"/>
              <a:gd name="connsiteY790" fmla="*/ 1921547 h 2398711"/>
              <a:gd name="connsiteX791" fmla="*/ 1740207 w 2119654"/>
              <a:gd name="connsiteY791" fmla="*/ 1921857 h 2398711"/>
              <a:gd name="connsiteX792" fmla="*/ 1738694 w 2119654"/>
              <a:gd name="connsiteY792" fmla="*/ 1922411 h 2398711"/>
              <a:gd name="connsiteX793" fmla="*/ 1738767 w 2119654"/>
              <a:gd name="connsiteY793" fmla="*/ 1922715 h 2398711"/>
              <a:gd name="connsiteX794" fmla="*/ 1764263 w 2119654"/>
              <a:gd name="connsiteY794" fmla="*/ 1923628 h 2398711"/>
              <a:gd name="connsiteX795" fmla="*/ 1763956 w 2119654"/>
              <a:gd name="connsiteY795" fmla="*/ 1923899 h 2398711"/>
              <a:gd name="connsiteX796" fmla="*/ 1738836 w 2119654"/>
              <a:gd name="connsiteY796" fmla="*/ 1922999 h 2398711"/>
              <a:gd name="connsiteX797" fmla="*/ 1746207 w 2119654"/>
              <a:gd name="connsiteY797" fmla="*/ 1953472 h 2398711"/>
              <a:gd name="connsiteX798" fmla="*/ 1787190 w 2119654"/>
              <a:gd name="connsiteY798" fmla="*/ 1935433 h 2398711"/>
              <a:gd name="connsiteX799" fmla="*/ 1811272 w 2119654"/>
              <a:gd name="connsiteY799" fmla="*/ 1924446 h 2398711"/>
              <a:gd name="connsiteX800" fmla="*/ 1811096 w 2119654"/>
              <a:gd name="connsiteY800" fmla="*/ 1924787 h 2398711"/>
              <a:gd name="connsiteX801" fmla="*/ 1767581 w 2119654"/>
              <a:gd name="connsiteY801" fmla="*/ 1944642 h 2398711"/>
              <a:gd name="connsiteX802" fmla="*/ 1746333 w 2119654"/>
              <a:gd name="connsiteY802" fmla="*/ 1953994 h 2398711"/>
              <a:gd name="connsiteX803" fmla="*/ 1746477 w 2119654"/>
              <a:gd name="connsiteY803" fmla="*/ 1954589 h 2398711"/>
              <a:gd name="connsiteX804" fmla="*/ 1815828 w 2119654"/>
              <a:gd name="connsiteY804" fmla="*/ 1940292 h 2398711"/>
              <a:gd name="connsiteX805" fmla="*/ 1809986 w 2119654"/>
              <a:gd name="connsiteY805" fmla="*/ 1918874 h 2398711"/>
              <a:gd name="connsiteX806" fmla="*/ 1801539 w 2119654"/>
              <a:gd name="connsiteY806" fmla="*/ 1889501 h 2398711"/>
              <a:gd name="connsiteX807" fmla="*/ 1796802 w 2119654"/>
              <a:gd name="connsiteY807" fmla="*/ 1890238 h 2398711"/>
              <a:gd name="connsiteX808" fmla="*/ 1797317 w 2119654"/>
              <a:gd name="connsiteY808" fmla="*/ 1892381 h 2398711"/>
              <a:gd name="connsiteX809" fmla="*/ 1797143 w 2119654"/>
              <a:gd name="connsiteY809" fmla="*/ 1892684 h 2398711"/>
              <a:gd name="connsiteX810" fmla="*/ 1796563 w 2119654"/>
              <a:gd name="connsiteY810" fmla="*/ 1890276 h 2398711"/>
              <a:gd name="connsiteX811" fmla="*/ 1771353 w 2119654"/>
              <a:gd name="connsiteY811" fmla="*/ 1894201 h 2398711"/>
              <a:gd name="connsiteX812" fmla="*/ 1761136 w 2119654"/>
              <a:gd name="connsiteY812" fmla="*/ 1898942 h 2398711"/>
              <a:gd name="connsiteX813" fmla="*/ 1752638 w 2119654"/>
              <a:gd name="connsiteY813" fmla="*/ 1902743 h 2398711"/>
              <a:gd name="connsiteX814" fmla="*/ 1751967 w 2119654"/>
              <a:gd name="connsiteY814" fmla="*/ 1907341 h 2398711"/>
              <a:gd name="connsiteX815" fmla="*/ 1774258 w 2119654"/>
              <a:gd name="connsiteY815" fmla="*/ 1904851 h 2398711"/>
              <a:gd name="connsiteX816" fmla="*/ 1773979 w 2119654"/>
              <a:gd name="connsiteY816" fmla="*/ 1905183 h 2398711"/>
              <a:gd name="connsiteX817" fmla="*/ 1751923 w 2119654"/>
              <a:gd name="connsiteY817" fmla="*/ 1907647 h 2398711"/>
              <a:gd name="connsiteX818" fmla="*/ 1750947 w 2119654"/>
              <a:gd name="connsiteY818" fmla="*/ 1914331 h 2398711"/>
              <a:gd name="connsiteX819" fmla="*/ 1751697 w 2119654"/>
              <a:gd name="connsiteY819" fmla="*/ 1915976 h 2398711"/>
              <a:gd name="connsiteX820" fmla="*/ 1751612 w 2119654"/>
              <a:gd name="connsiteY820" fmla="*/ 1916223 h 2398711"/>
              <a:gd name="connsiteX821" fmla="*/ 1750899 w 2119654"/>
              <a:gd name="connsiteY821" fmla="*/ 1914660 h 2398711"/>
              <a:gd name="connsiteX822" fmla="*/ 1750002 w 2119654"/>
              <a:gd name="connsiteY822" fmla="*/ 1920805 h 2398711"/>
              <a:gd name="connsiteX823" fmla="*/ 1749740 w 2119654"/>
              <a:gd name="connsiteY823" fmla="*/ 1921054 h 2398711"/>
              <a:gd name="connsiteX824" fmla="*/ 1750728 w 2119654"/>
              <a:gd name="connsiteY824" fmla="*/ 1914283 h 2398711"/>
              <a:gd name="connsiteX825" fmla="*/ 1747907 w 2119654"/>
              <a:gd name="connsiteY825" fmla="*/ 1908096 h 2398711"/>
              <a:gd name="connsiteX826" fmla="*/ 1738731 w 2119654"/>
              <a:gd name="connsiteY826" fmla="*/ 1909122 h 2398711"/>
              <a:gd name="connsiteX827" fmla="*/ 1794459 w 2119654"/>
              <a:gd name="connsiteY827" fmla="*/ 1780614 h 2398711"/>
              <a:gd name="connsiteX828" fmla="*/ 1795142 w 2119654"/>
              <a:gd name="connsiteY828" fmla="*/ 1782522 h 2398711"/>
              <a:gd name="connsiteX829" fmla="*/ 1796453 w 2119654"/>
              <a:gd name="connsiteY829" fmla="*/ 1781678 h 2398711"/>
              <a:gd name="connsiteX830" fmla="*/ 1796230 w 2119654"/>
              <a:gd name="connsiteY830" fmla="*/ 1780668 h 2398711"/>
              <a:gd name="connsiteX831" fmla="*/ 1795967 w 2119654"/>
              <a:gd name="connsiteY831" fmla="*/ 1779676 h 2398711"/>
              <a:gd name="connsiteX832" fmla="*/ 1795755 w 2119654"/>
              <a:gd name="connsiteY832" fmla="*/ 1779446 h 2398711"/>
              <a:gd name="connsiteX833" fmla="*/ 1885884 w 2119654"/>
              <a:gd name="connsiteY833" fmla="*/ 1575684 h 2398711"/>
              <a:gd name="connsiteX834" fmla="*/ 1892026 w 2119654"/>
              <a:gd name="connsiteY834" fmla="*/ 1582332 h 2398711"/>
              <a:gd name="connsiteX835" fmla="*/ 1896661 w 2119654"/>
              <a:gd name="connsiteY835" fmla="*/ 1580239 h 2398711"/>
              <a:gd name="connsiteX836" fmla="*/ 1891989 w 2119654"/>
              <a:gd name="connsiteY836" fmla="*/ 1573394 h 2398711"/>
              <a:gd name="connsiteX837" fmla="*/ 1690609 w 2119654"/>
              <a:gd name="connsiteY837" fmla="*/ 2012745 h 2398711"/>
              <a:gd name="connsiteX838" fmla="*/ 1688888 w 2119654"/>
              <a:gd name="connsiteY838" fmla="*/ 2037578 h 2398711"/>
              <a:gd name="connsiteX839" fmla="*/ 1708312 w 2119654"/>
              <a:gd name="connsiteY839" fmla="*/ 2039551 h 2398711"/>
              <a:gd name="connsiteX840" fmla="*/ 1713439 w 2119654"/>
              <a:gd name="connsiteY840" fmla="*/ 2038194 h 2398711"/>
              <a:gd name="connsiteX841" fmla="*/ 1713715 w 2119654"/>
              <a:gd name="connsiteY841" fmla="*/ 2036302 h 2398711"/>
              <a:gd name="connsiteX842" fmla="*/ 1716440 w 2119654"/>
              <a:gd name="connsiteY842" fmla="*/ 2015692 h 2398711"/>
              <a:gd name="connsiteX843" fmla="*/ 1705303 w 2119654"/>
              <a:gd name="connsiteY843" fmla="*/ 2014422 h 2398711"/>
              <a:gd name="connsiteX844" fmla="*/ 1705298 w 2119654"/>
              <a:gd name="connsiteY844" fmla="*/ 2014427 h 2398711"/>
              <a:gd name="connsiteX845" fmla="*/ 1705298 w 2119654"/>
              <a:gd name="connsiteY845" fmla="*/ 2014421 h 2398711"/>
              <a:gd name="connsiteX846" fmla="*/ 1695424 w 2119654"/>
              <a:gd name="connsiteY846" fmla="*/ 2013295 h 2398711"/>
              <a:gd name="connsiteX847" fmla="*/ 1693200 w 2119654"/>
              <a:gd name="connsiteY847" fmla="*/ 2032608 h 2398711"/>
              <a:gd name="connsiteX848" fmla="*/ 1692944 w 2119654"/>
              <a:gd name="connsiteY848" fmla="*/ 2032866 h 2398711"/>
              <a:gd name="connsiteX849" fmla="*/ 1695199 w 2119654"/>
              <a:gd name="connsiteY849" fmla="*/ 2013269 h 2398711"/>
              <a:gd name="connsiteX850" fmla="*/ 1778494 w 2119654"/>
              <a:gd name="connsiteY850" fmla="*/ 1815945 h 2398711"/>
              <a:gd name="connsiteX851" fmla="*/ 1779210 w 2119654"/>
              <a:gd name="connsiteY851" fmla="*/ 1818748 h 2398711"/>
              <a:gd name="connsiteX852" fmla="*/ 1779225 w 2119654"/>
              <a:gd name="connsiteY852" fmla="*/ 1818742 h 2398711"/>
              <a:gd name="connsiteX853" fmla="*/ 1778602 w 2119654"/>
              <a:gd name="connsiteY853" fmla="*/ 1815929 h 2398711"/>
              <a:gd name="connsiteX854" fmla="*/ 1766351 w 2119654"/>
              <a:gd name="connsiteY854" fmla="*/ 1842424 h 2398711"/>
              <a:gd name="connsiteX855" fmla="*/ 1768394 w 2119654"/>
              <a:gd name="connsiteY855" fmla="*/ 1841789 h 2398711"/>
              <a:gd name="connsiteX856" fmla="*/ 1771719 w 2119654"/>
              <a:gd name="connsiteY856" fmla="*/ 1839256 h 2398711"/>
              <a:gd name="connsiteX857" fmla="*/ 1771087 w 2119654"/>
              <a:gd name="connsiteY857" fmla="*/ 1839335 h 2398711"/>
              <a:gd name="connsiteX858" fmla="*/ 1785672 w 2119654"/>
              <a:gd name="connsiteY858" fmla="*/ 1799089 h 2398711"/>
              <a:gd name="connsiteX859" fmla="*/ 1788638 w 2119654"/>
              <a:gd name="connsiteY859" fmla="*/ 1805231 h 2398711"/>
              <a:gd name="connsiteX860" fmla="*/ 1800086 w 2119654"/>
              <a:gd name="connsiteY860" fmla="*/ 1798095 h 2398711"/>
              <a:gd name="connsiteX861" fmla="*/ 1799251 w 2119654"/>
              <a:gd name="connsiteY861" fmla="*/ 1794320 h 2398711"/>
              <a:gd name="connsiteX862" fmla="*/ 1802034 w 2119654"/>
              <a:gd name="connsiteY862" fmla="*/ 1762416 h 2398711"/>
              <a:gd name="connsiteX863" fmla="*/ 1803830 w 2119654"/>
              <a:gd name="connsiteY863" fmla="*/ 1766109 h 2398711"/>
              <a:gd name="connsiteX864" fmla="*/ 1805452 w 2119654"/>
              <a:gd name="connsiteY864" fmla="*/ 1769744 h 2398711"/>
              <a:gd name="connsiteX865" fmla="*/ 1824061 w 2119654"/>
              <a:gd name="connsiteY865" fmla="*/ 1752969 h 2398711"/>
              <a:gd name="connsiteX866" fmla="*/ 1817052 w 2119654"/>
              <a:gd name="connsiteY866" fmla="*/ 1754030 h 2398711"/>
              <a:gd name="connsiteX867" fmla="*/ 1816747 w 2119654"/>
              <a:gd name="connsiteY867" fmla="*/ 1754205 h 2398711"/>
              <a:gd name="connsiteX868" fmla="*/ 1778698 w 2119654"/>
              <a:gd name="connsiteY868" fmla="*/ 1814646 h 2398711"/>
              <a:gd name="connsiteX869" fmla="*/ 1778867 w 2119654"/>
              <a:gd name="connsiteY869" fmla="*/ 1815406 h 2398711"/>
              <a:gd name="connsiteX870" fmla="*/ 1779443 w 2119654"/>
              <a:gd name="connsiteY870" fmla="*/ 1815325 h 2398711"/>
              <a:gd name="connsiteX871" fmla="*/ 1779134 w 2119654"/>
              <a:gd name="connsiteY871" fmla="*/ 1814394 h 2398711"/>
              <a:gd name="connsiteX872" fmla="*/ 1779794 w 2119654"/>
              <a:gd name="connsiteY872" fmla="*/ 1811952 h 2398711"/>
              <a:gd name="connsiteX873" fmla="*/ 1779924 w 2119654"/>
              <a:gd name="connsiteY873" fmla="*/ 1812400 h 2398711"/>
              <a:gd name="connsiteX874" fmla="*/ 1782480 w 2119654"/>
              <a:gd name="connsiteY874" fmla="*/ 1812244 h 2398711"/>
              <a:gd name="connsiteX875" fmla="*/ 1795059 w 2119654"/>
              <a:gd name="connsiteY875" fmla="*/ 1804969 h 2398711"/>
              <a:gd name="connsiteX876" fmla="*/ 1794948 w 2119654"/>
              <a:gd name="connsiteY876" fmla="*/ 1805248 h 2398711"/>
              <a:gd name="connsiteX877" fmla="*/ 1782896 w 2119654"/>
              <a:gd name="connsiteY877" fmla="*/ 1812219 h 2398711"/>
              <a:gd name="connsiteX878" fmla="*/ 1792230 w 2119654"/>
              <a:gd name="connsiteY878" fmla="*/ 1811647 h 2398711"/>
              <a:gd name="connsiteX879" fmla="*/ 1796545 w 2119654"/>
              <a:gd name="connsiteY879" fmla="*/ 1811207 h 2398711"/>
              <a:gd name="connsiteX880" fmla="*/ 1802422 w 2119654"/>
              <a:gd name="connsiteY880" fmla="*/ 1808651 h 2398711"/>
              <a:gd name="connsiteX881" fmla="*/ 1800165 w 2119654"/>
              <a:gd name="connsiteY881" fmla="*/ 1798456 h 2398711"/>
              <a:gd name="connsiteX882" fmla="*/ 1788871 w 2119654"/>
              <a:gd name="connsiteY882" fmla="*/ 1805714 h 2398711"/>
              <a:gd name="connsiteX883" fmla="*/ 1789215 w 2119654"/>
              <a:gd name="connsiteY883" fmla="*/ 1806425 h 2398711"/>
              <a:gd name="connsiteX884" fmla="*/ 1793834 w 2119654"/>
              <a:gd name="connsiteY884" fmla="*/ 1803764 h 2398711"/>
              <a:gd name="connsiteX885" fmla="*/ 1793781 w 2119654"/>
              <a:gd name="connsiteY885" fmla="*/ 1803898 h 2398711"/>
              <a:gd name="connsiteX886" fmla="*/ 1789254 w 2119654"/>
              <a:gd name="connsiteY886" fmla="*/ 1806505 h 2398711"/>
              <a:gd name="connsiteX887" fmla="*/ 1789635 w 2119654"/>
              <a:gd name="connsiteY887" fmla="*/ 1807295 h 2398711"/>
              <a:gd name="connsiteX888" fmla="*/ 1789599 w 2119654"/>
              <a:gd name="connsiteY888" fmla="*/ 1807459 h 2398711"/>
              <a:gd name="connsiteX889" fmla="*/ 1789163 w 2119654"/>
              <a:gd name="connsiteY889" fmla="*/ 1806557 h 2398711"/>
              <a:gd name="connsiteX890" fmla="*/ 1742406 w 2119654"/>
              <a:gd name="connsiteY890" fmla="*/ 1895601 h 2398711"/>
              <a:gd name="connsiteX891" fmla="*/ 1746529 w 2119654"/>
              <a:gd name="connsiteY891" fmla="*/ 1904642 h 2398711"/>
              <a:gd name="connsiteX892" fmla="*/ 1752524 w 2119654"/>
              <a:gd name="connsiteY892" fmla="*/ 1901974 h 2398711"/>
              <a:gd name="connsiteX893" fmla="*/ 1753339 w 2119654"/>
              <a:gd name="connsiteY893" fmla="*/ 1896388 h 2398711"/>
              <a:gd name="connsiteX894" fmla="*/ 1753494 w 2119654"/>
              <a:gd name="connsiteY894" fmla="*/ 1895218 h 2398711"/>
              <a:gd name="connsiteX895" fmla="*/ 1735763 w 2119654"/>
              <a:gd name="connsiteY895" fmla="*/ 1910293 h 2398711"/>
              <a:gd name="connsiteX896" fmla="*/ 1736056 w 2119654"/>
              <a:gd name="connsiteY896" fmla="*/ 1911505 h 2398711"/>
              <a:gd name="connsiteX897" fmla="*/ 1738447 w 2119654"/>
              <a:gd name="connsiteY897" fmla="*/ 1909153 h 2398711"/>
              <a:gd name="connsiteX898" fmla="*/ 1738267 w 2119654"/>
              <a:gd name="connsiteY898" fmla="*/ 1909173 h 2398711"/>
              <a:gd name="connsiteX899" fmla="*/ 1778232 w 2119654"/>
              <a:gd name="connsiteY899" fmla="*/ 1814916 h 2398711"/>
              <a:gd name="connsiteX900" fmla="*/ 1778375 w 2119654"/>
              <a:gd name="connsiteY900" fmla="*/ 1815476 h 2398711"/>
              <a:gd name="connsiteX901" fmla="*/ 1778498 w 2119654"/>
              <a:gd name="connsiteY901" fmla="*/ 1815458 h 2398711"/>
              <a:gd name="connsiteX902" fmla="*/ 1778361 w 2119654"/>
              <a:gd name="connsiteY902" fmla="*/ 1814841 h 2398711"/>
              <a:gd name="connsiteX903" fmla="*/ 1722896 w 2119654"/>
              <a:gd name="connsiteY903" fmla="*/ 1938726 h 2398711"/>
              <a:gd name="connsiteX904" fmla="*/ 1724371 w 2119654"/>
              <a:gd name="connsiteY904" fmla="*/ 1944509 h 2398711"/>
              <a:gd name="connsiteX905" fmla="*/ 1724694 w 2119654"/>
              <a:gd name="connsiteY905" fmla="*/ 1944382 h 2398711"/>
              <a:gd name="connsiteX906" fmla="*/ 1725245 w 2119654"/>
              <a:gd name="connsiteY906" fmla="*/ 1938391 h 2398711"/>
              <a:gd name="connsiteX907" fmla="*/ 1779644 w 2119654"/>
              <a:gd name="connsiteY907" fmla="*/ 1811469 h 2398711"/>
              <a:gd name="connsiteX908" fmla="*/ 1779726 w 2119654"/>
              <a:gd name="connsiteY908" fmla="*/ 1811715 h 2398711"/>
              <a:gd name="connsiteX909" fmla="*/ 1779730 w 2119654"/>
              <a:gd name="connsiteY909" fmla="*/ 1811727 h 2398711"/>
              <a:gd name="connsiteX910" fmla="*/ 1785194 w 2119654"/>
              <a:gd name="connsiteY910" fmla="*/ 1808740 h 2398711"/>
              <a:gd name="connsiteX911" fmla="*/ 1789124 w 2119654"/>
              <a:gd name="connsiteY911" fmla="*/ 1806477 h 2398711"/>
              <a:gd name="connsiteX912" fmla="*/ 1788783 w 2119654"/>
              <a:gd name="connsiteY912" fmla="*/ 1805771 h 2398711"/>
              <a:gd name="connsiteX913" fmla="*/ 1788671 w 2119654"/>
              <a:gd name="connsiteY913" fmla="*/ 1805843 h 2398711"/>
              <a:gd name="connsiteX914" fmla="*/ 1702267 w 2119654"/>
              <a:gd name="connsiteY914" fmla="*/ 1984465 h 2398711"/>
              <a:gd name="connsiteX915" fmla="*/ 1702549 w 2119654"/>
              <a:gd name="connsiteY915" fmla="*/ 1987043 h 2398711"/>
              <a:gd name="connsiteX916" fmla="*/ 1712372 w 2119654"/>
              <a:gd name="connsiteY916" fmla="*/ 1982946 h 2398711"/>
              <a:gd name="connsiteX917" fmla="*/ 1713379 w 2119654"/>
              <a:gd name="connsiteY917" fmla="*/ 1982487 h 2398711"/>
              <a:gd name="connsiteX918" fmla="*/ 1713823 w 2119654"/>
              <a:gd name="connsiteY918" fmla="*/ 1977153 h 2398711"/>
              <a:gd name="connsiteX919" fmla="*/ 1712997 w 2119654"/>
              <a:gd name="connsiteY919" fmla="*/ 1977126 h 2398711"/>
              <a:gd name="connsiteX920" fmla="*/ 1778495 w 2119654"/>
              <a:gd name="connsiteY920" fmla="*/ 1813725 h 2398711"/>
              <a:gd name="connsiteX921" fmla="*/ 1778656 w 2119654"/>
              <a:gd name="connsiteY921" fmla="*/ 1814456 h 2398711"/>
              <a:gd name="connsiteX922" fmla="*/ 1779074 w 2119654"/>
              <a:gd name="connsiteY922" fmla="*/ 1814214 h 2398711"/>
              <a:gd name="connsiteX923" fmla="*/ 1778898 w 2119654"/>
              <a:gd name="connsiteY923" fmla="*/ 1813684 h 2398711"/>
              <a:gd name="connsiteX924" fmla="*/ 1735565 w 2119654"/>
              <a:gd name="connsiteY924" fmla="*/ 1909475 h 2398711"/>
              <a:gd name="connsiteX925" fmla="*/ 1735575 w 2119654"/>
              <a:gd name="connsiteY925" fmla="*/ 1909516 h 2398711"/>
              <a:gd name="connsiteX926" fmla="*/ 1735703 w 2119654"/>
              <a:gd name="connsiteY926" fmla="*/ 1909460 h 2398711"/>
              <a:gd name="connsiteX927" fmla="*/ 1885026 w 2119654"/>
              <a:gd name="connsiteY927" fmla="*/ 1574756 h 2398711"/>
              <a:gd name="connsiteX928" fmla="*/ 1885699 w 2119654"/>
              <a:gd name="connsiteY928" fmla="*/ 1575485 h 2398711"/>
              <a:gd name="connsiteX929" fmla="*/ 1891843 w 2119654"/>
              <a:gd name="connsiteY929" fmla="*/ 1573180 h 2398711"/>
              <a:gd name="connsiteX930" fmla="*/ 1890854 w 2119654"/>
              <a:gd name="connsiteY930" fmla="*/ 1571732 h 2398711"/>
              <a:gd name="connsiteX931" fmla="*/ 1759178 w 2119654"/>
              <a:gd name="connsiteY931" fmla="*/ 1856035 h 2398711"/>
              <a:gd name="connsiteX932" fmla="*/ 1757932 w 2119654"/>
              <a:gd name="connsiteY932" fmla="*/ 1865457 h 2398711"/>
              <a:gd name="connsiteX933" fmla="*/ 1761708 w 2119654"/>
              <a:gd name="connsiteY933" fmla="*/ 1863658 h 2398711"/>
              <a:gd name="connsiteX934" fmla="*/ 1783370 w 2119654"/>
              <a:gd name="connsiteY934" fmla="*/ 1852910 h 2398711"/>
              <a:gd name="connsiteX935" fmla="*/ 1783259 w 2119654"/>
              <a:gd name="connsiteY935" fmla="*/ 1853214 h 2398711"/>
              <a:gd name="connsiteX936" fmla="*/ 1757886 w 2119654"/>
              <a:gd name="connsiteY936" fmla="*/ 1865801 h 2398711"/>
              <a:gd name="connsiteX937" fmla="*/ 1756990 w 2119654"/>
              <a:gd name="connsiteY937" fmla="*/ 1872581 h 2398711"/>
              <a:gd name="connsiteX938" fmla="*/ 1760902 w 2119654"/>
              <a:gd name="connsiteY938" fmla="*/ 1872574 h 2398711"/>
              <a:gd name="connsiteX939" fmla="*/ 1787550 w 2119654"/>
              <a:gd name="connsiteY939" fmla="*/ 1856362 h 2398711"/>
              <a:gd name="connsiteX940" fmla="*/ 1786391 w 2119654"/>
              <a:gd name="connsiteY940" fmla="*/ 1851126 h 2398711"/>
              <a:gd name="connsiteX941" fmla="*/ 1770854 w 2119654"/>
              <a:gd name="connsiteY941" fmla="*/ 1851806 h 2398711"/>
              <a:gd name="connsiteX942" fmla="*/ 1762390 w 2119654"/>
              <a:gd name="connsiteY942" fmla="*/ 1854907 h 2398711"/>
              <a:gd name="connsiteX943" fmla="*/ 1777943 w 2119654"/>
              <a:gd name="connsiteY943" fmla="*/ 1813782 h 2398711"/>
              <a:gd name="connsiteX944" fmla="*/ 1778184 w 2119654"/>
              <a:gd name="connsiteY944" fmla="*/ 1814729 h 2398711"/>
              <a:gd name="connsiteX945" fmla="*/ 1778319 w 2119654"/>
              <a:gd name="connsiteY945" fmla="*/ 1814651 h 2398711"/>
              <a:gd name="connsiteX946" fmla="*/ 1778122 w 2119654"/>
              <a:gd name="connsiteY946" fmla="*/ 1813763 h 2398711"/>
              <a:gd name="connsiteX947" fmla="*/ 1776706 w 2119654"/>
              <a:gd name="connsiteY947" fmla="*/ 1816197 h 2398711"/>
              <a:gd name="connsiteX948" fmla="*/ 1778089 w 2119654"/>
              <a:gd name="connsiteY948" fmla="*/ 1819236 h 2398711"/>
              <a:gd name="connsiteX949" fmla="*/ 1778712 w 2119654"/>
              <a:gd name="connsiteY949" fmla="*/ 1818965 h 2398711"/>
              <a:gd name="connsiteX950" fmla="*/ 1777961 w 2119654"/>
              <a:gd name="connsiteY950" fmla="*/ 1816020 h 2398711"/>
              <a:gd name="connsiteX951" fmla="*/ 1776905 w 2119654"/>
              <a:gd name="connsiteY951" fmla="*/ 1815683 h 2398711"/>
              <a:gd name="connsiteX952" fmla="*/ 1777841 w 2119654"/>
              <a:gd name="connsiteY952" fmla="*/ 1815551 h 2398711"/>
              <a:gd name="connsiteX953" fmla="*/ 1777751 w 2119654"/>
              <a:gd name="connsiteY953" fmla="*/ 1815195 h 2398711"/>
              <a:gd name="connsiteX954" fmla="*/ 1690928 w 2119654"/>
              <a:gd name="connsiteY954" fmla="*/ 2008137 h 2398711"/>
              <a:gd name="connsiteX955" fmla="*/ 1690646 w 2119654"/>
              <a:gd name="connsiteY955" fmla="*/ 2012210 h 2398711"/>
              <a:gd name="connsiteX956" fmla="*/ 1695261 w 2119654"/>
              <a:gd name="connsiteY956" fmla="*/ 2012737 h 2398711"/>
              <a:gd name="connsiteX957" fmla="*/ 1695812 w 2119654"/>
              <a:gd name="connsiteY957" fmla="*/ 2007948 h 2398711"/>
              <a:gd name="connsiteX958" fmla="*/ 1695932 w 2119654"/>
              <a:gd name="connsiteY958" fmla="*/ 2006765 h 2398711"/>
              <a:gd name="connsiteX959" fmla="*/ 1727312 w 2119654"/>
              <a:gd name="connsiteY959" fmla="*/ 1926578 h 2398711"/>
              <a:gd name="connsiteX960" fmla="*/ 1726256 w 2119654"/>
              <a:gd name="connsiteY960" fmla="*/ 1938080 h 2398711"/>
              <a:gd name="connsiteX961" fmla="*/ 1730253 w 2119654"/>
              <a:gd name="connsiteY961" fmla="*/ 1937510 h 2398711"/>
              <a:gd name="connsiteX962" fmla="*/ 1730103 w 2119654"/>
              <a:gd name="connsiteY962" fmla="*/ 1937698 h 2398711"/>
              <a:gd name="connsiteX963" fmla="*/ 1726240 w 2119654"/>
              <a:gd name="connsiteY963" fmla="*/ 1938249 h 2398711"/>
              <a:gd name="connsiteX964" fmla="*/ 1725714 w 2119654"/>
              <a:gd name="connsiteY964" fmla="*/ 1943979 h 2398711"/>
              <a:gd name="connsiteX965" fmla="*/ 1739743 w 2119654"/>
              <a:gd name="connsiteY965" fmla="*/ 1938432 h 2398711"/>
              <a:gd name="connsiteX966" fmla="*/ 1739595 w 2119654"/>
              <a:gd name="connsiteY966" fmla="*/ 1938752 h 2398711"/>
              <a:gd name="connsiteX967" fmla="*/ 1725690 w 2119654"/>
              <a:gd name="connsiteY967" fmla="*/ 1944249 h 2398711"/>
              <a:gd name="connsiteX968" fmla="*/ 1725323 w 2119654"/>
              <a:gd name="connsiteY968" fmla="*/ 1948243 h 2398711"/>
              <a:gd name="connsiteX969" fmla="*/ 1727862 w 2119654"/>
              <a:gd name="connsiteY969" fmla="*/ 1958197 h 2398711"/>
              <a:gd name="connsiteX970" fmla="*/ 1732331 w 2119654"/>
              <a:gd name="connsiteY970" fmla="*/ 1957505 h 2398711"/>
              <a:gd name="connsiteX971" fmla="*/ 1741195 w 2119654"/>
              <a:gd name="connsiteY971" fmla="*/ 1955678 h 2398711"/>
              <a:gd name="connsiteX972" fmla="*/ 1745844 w 2119654"/>
              <a:gd name="connsiteY972" fmla="*/ 1953632 h 2398711"/>
              <a:gd name="connsiteX973" fmla="*/ 1738431 w 2119654"/>
              <a:gd name="connsiteY973" fmla="*/ 1922985 h 2398711"/>
              <a:gd name="connsiteX974" fmla="*/ 1737244 w 2119654"/>
              <a:gd name="connsiteY974" fmla="*/ 1922942 h 2398711"/>
              <a:gd name="connsiteX975" fmla="*/ 1778196 w 2119654"/>
              <a:gd name="connsiteY975" fmla="*/ 1812373 h 2398711"/>
              <a:gd name="connsiteX976" fmla="*/ 1778225 w 2119654"/>
              <a:gd name="connsiteY976" fmla="*/ 1812505 h 2398711"/>
              <a:gd name="connsiteX977" fmla="*/ 1778318 w 2119654"/>
              <a:gd name="connsiteY977" fmla="*/ 1812499 h 2398711"/>
              <a:gd name="connsiteX978" fmla="*/ 1778476 w 2119654"/>
              <a:gd name="connsiteY978" fmla="*/ 1812413 h 2398711"/>
              <a:gd name="connsiteX979" fmla="*/ 1778417 w 2119654"/>
              <a:gd name="connsiteY979" fmla="*/ 1812234 h 2398711"/>
              <a:gd name="connsiteX980" fmla="*/ 1697846 w 2119654"/>
              <a:gd name="connsiteY980" fmla="*/ 1992240 h 2398711"/>
              <a:gd name="connsiteX981" fmla="*/ 1696956 w 2119654"/>
              <a:gd name="connsiteY981" fmla="*/ 1999973 h 2398711"/>
              <a:gd name="connsiteX982" fmla="*/ 1703575 w 2119654"/>
              <a:gd name="connsiteY982" fmla="*/ 1998674 h 2398711"/>
              <a:gd name="connsiteX983" fmla="*/ 1702809 w 2119654"/>
              <a:gd name="connsiteY983" fmla="*/ 1991666 h 2398711"/>
              <a:gd name="connsiteX984" fmla="*/ 1855146 w 2119654"/>
              <a:gd name="connsiteY984" fmla="*/ 1639431 h 2398711"/>
              <a:gd name="connsiteX985" fmla="*/ 1857152 w 2119654"/>
              <a:gd name="connsiteY985" fmla="*/ 1643836 h 2398711"/>
              <a:gd name="connsiteX986" fmla="*/ 1879575 w 2119654"/>
              <a:gd name="connsiteY986" fmla="*/ 1631892 h 2398711"/>
              <a:gd name="connsiteX987" fmla="*/ 1863252 w 2119654"/>
              <a:gd name="connsiteY987" fmla="*/ 1640817 h 2398711"/>
              <a:gd name="connsiteX988" fmla="*/ 1863182 w 2119654"/>
              <a:gd name="connsiteY988" fmla="*/ 1640979 h 2398711"/>
              <a:gd name="connsiteX989" fmla="*/ 1857295 w 2119654"/>
              <a:gd name="connsiteY989" fmla="*/ 1644150 h 2398711"/>
              <a:gd name="connsiteX990" fmla="*/ 1861428 w 2119654"/>
              <a:gd name="connsiteY990" fmla="*/ 1653233 h 2398711"/>
              <a:gd name="connsiteX991" fmla="*/ 1918295 w 2119654"/>
              <a:gd name="connsiteY991" fmla="*/ 1635777 h 2398711"/>
              <a:gd name="connsiteX992" fmla="*/ 1929549 w 2119654"/>
              <a:gd name="connsiteY992" fmla="*/ 1628929 h 2398711"/>
              <a:gd name="connsiteX993" fmla="*/ 1917946 w 2119654"/>
              <a:gd name="connsiteY993" fmla="*/ 1611418 h 2398711"/>
              <a:gd name="connsiteX994" fmla="*/ 1917880 w 2119654"/>
              <a:gd name="connsiteY994" fmla="*/ 1611320 h 2398711"/>
              <a:gd name="connsiteX995" fmla="*/ 1917747 w 2119654"/>
              <a:gd name="connsiteY995" fmla="*/ 1611172 h 2398711"/>
              <a:gd name="connsiteX996" fmla="*/ 1908839 w 2119654"/>
              <a:gd name="connsiteY996" fmla="*/ 1616302 h 2398711"/>
              <a:gd name="connsiteX997" fmla="*/ 1906742 w 2119654"/>
              <a:gd name="connsiteY997" fmla="*/ 1617420 h 2398711"/>
              <a:gd name="connsiteX998" fmla="*/ 1915312 w 2119654"/>
              <a:gd name="connsiteY998" fmla="*/ 1615105 h 2398711"/>
              <a:gd name="connsiteX999" fmla="*/ 1914922 w 2119654"/>
              <a:gd name="connsiteY999" fmla="*/ 1615628 h 2398711"/>
              <a:gd name="connsiteX1000" fmla="*/ 1905150 w 2119654"/>
              <a:gd name="connsiteY1000" fmla="*/ 1618267 h 2398711"/>
              <a:gd name="connsiteX1001" fmla="*/ 1879575 w 2119654"/>
              <a:gd name="connsiteY1001" fmla="*/ 1631892 h 2398711"/>
              <a:gd name="connsiteX1002" fmla="*/ 1903848 w 2119654"/>
              <a:gd name="connsiteY1002" fmla="*/ 1618619 h 2398711"/>
              <a:gd name="connsiteX1003" fmla="*/ 1877256 w 2119654"/>
              <a:gd name="connsiteY1003" fmla="*/ 1625801 h 2398711"/>
              <a:gd name="connsiteX1004" fmla="*/ 1854769 w 2119654"/>
              <a:gd name="connsiteY1004" fmla="*/ 1640240 h 2398711"/>
              <a:gd name="connsiteX1005" fmla="*/ 1855982 w 2119654"/>
              <a:gd name="connsiteY1005" fmla="*/ 1644460 h 2398711"/>
              <a:gd name="connsiteX1006" fmla="*/ 1856551 w 2119654"/>
              <a:gd name="connsiteY1006" fmla="*/ 1644156 h 2398711"/>
              <a:gd name="connsiteX1007" fmla="*/ 1760234 w 2119654"/>
              <a:gd name="connsiteY1007" fmla="*/ 1851735 h 2398711"/>
              <a:gd name="connsiteX1008" fmla="*/ 1772016 w 2119654"/>
              <a:gd name="connsiteY1008" fmla="*/ 1851220 h 2398711"/>
              <a:gd name="connsiteX1009" fmla="*/ 1773470 w 2119654"/>
              <a:gd name="connsiteY1009" fmla="*/ 1850709 h 2398711"/>
              <a:gd name="connsiteX1010" fmla="*/ 1785336 w 2119654"/>
              <a:gd name="connsiteY1010" fmla="*/ 1846361 h 2398711"/>
              <a:gd name="connsiteX1011" fmla="*/ 1783674 w 2119654"/>
              <a:gd name="connsiteY1011" fmla="*/ 1838849 h 2398711"/>
              <a:gd name="connsiteX1012" fmla="*/ 1772657 w 2119654"/>
              <a:gd name="connsiteY1012" fmla="*/ 1842276 h 2398711"/>
              <a:gd name="connsiteX1013" fmla="*/ 1745314 w 2119654"/>
              <a:gd name="connsiteY1013" fmla="*/ 1884459 h 2398711"/>
              <a:gd name="connsiteX1014" fmla="*/ 1745680 w 2119654"/>
              <a:gd name="connsiteY1014" fmla="*/ 1886566 h 2398711"/>
              <a:gd name="connsiteX1015" fmla="*/ 1754935 w 2119654"/>
              <a:gd name="connsiteY1015" fmla="*/ 1884317 h 2398711"/>
              <a:gd name="connsiteX1016" fmla="*/ 1755052 w 2119654"/>
              <a:gd name="connsiteY1016" fmla="*/ 1883431 h 2398711"/>
              <a:gd name="connsiteX1017" fmla="*/ 1759672 w 2119654"/>
              <a:gd name="connsiteY1017" fmla="*/ 1852295 h 2398711"/>
              <a:gd name="connsiteX1018" fmla="*/ 1759220 w 2119654"/>
              <a:gd name="connsiteY1018" fmla="*/ 1855714 h 2398711"/>
              <a:gd name="connsiteX1019" fmla="*/ 1770273 w 2119654"/>
              <a:gd name="connsiteY1019" fmla="*/ 1851832 h 2398711"/>
              <a:gd name="connsiteX1020" fmla="*/ 1851083 w 2119654"/>
              <a:gd name="connsiteY1020" fmla="*/ 1647495 h 2398711"/>
              <a:gd name="connsiteX1021" fmla="*/ 1852730 w 2119654"/>
              <a:gd name="connsiteY1021" fmla="*/ 1655442 h 2398711"/>
              <a:gd name="connsiteX1022" fmla="*/ 1858041 w 2119654"/>
              <a:gd name="connsiteY1022" fmla="*/ 1654228 h 2398711"/>
              <a:gd name="connsiteX1023" fmla="*/ 1855431 w 2119654"/>
              <a:gd name="connsiteY1023" fmla="*/ 1645154 h 2398711"/>
              <a:gd name="connsiteX1024" fmla="*/ 1788570 w 2119654"/>
              <a:gd name="connsiteY1024" fmla="*/ 1787382 h 2398711"/>
              <a:gd name="connsiteX1025" fmla="*/ 1790108 w 2119654"/>
              <a:gd name="connsiteY1025" fmla="*/ 1787181 h 2398711"/>
              <a:gd name="connsiteX1026" fmla="*/ 1791081 w 2119654"/>
              <a:gd name="connsiteY1026" fmla="*/ 1786857 h 2398711"/>
              <a:gd name="connsiteX1027" fmla="*/ 1797094 w 2119654"/>
              <a:gd name="connsiteY1027" fmla="*/ 1784576 h 2398711"/>
              <a:gd name="connsiteX1028" fmla="*/ 1796575 w 2119654"/>
              <a:gd name="connsiteY1028" fmla="*/ 1782229 h 2398711"/>
              <a:gd name="connsiteX1029" fmla="*/ 1795325 w 2119654"/>
              <a:gd name="connsiteY1029" fmla="*/ 1783034 h 2398711"/>
              <a:gd name="connsiteX1030" fmla="*/ 1795502 w 2119654"/>
              <a:gd name="connsiteY1030" fmla="*/ 1783526 h 2398711"/>
              <a:gd name="connsiteX1031" fmla="*/ 1795371 w 2119654"/>
              <a:gd name="connsiteY1031" fmla="*/ 1783820 h 2398711"/>
              <a:gd name="connsiteX1032" fmla="*/ 1795133 w 2119654"/>
              <a:gd name="connsiteY1032" fmla="*/ 1783157 h 2398711"/>
              <a:gd name="connsiteX1033" fmla="*/ 1745261 w 2119654"/>
              <a:gd name="connsiteY1033" fmla="*/ 1884161 h 2398711"/>
              <a:gd name="connsiteX1034" fmla="*/ 1745267 w 2119654"/>
              <a:gd name="connsiteY1034" fmla="*/ 1884193 h 2398711"/>
              <a:gd name="connsiteX1035" fmla="*/ 1752476 w 2119654"/>
              <a:gd name="connsiteY1035" fmla="*/ 1883533 h 2398711"/>
              <a:gd name="connsiteX1036" fmla="*/ 1755075 w 2119654"/>
              <a:gd name="connsiteY1036" fmla="*/ 1883259 h 2398711"/>
              <a:gd name="connsiteX1037" fmla="*/ 1755804 w 2119654"/>
              <a:gd name="connsiteY1037" fmla="*/ 1877747 h 2398711"/>
              <a:gd name="connsiteX1038" fmla="*/ 1698183 w 2119654"/>
              <a:gd name="connsiteY1038" fmla="*/ 1989312 h 2398711"/>
              <a:gd name="connsiteX1039" fmla="*/ 1697901 w 2119654"/>
              <a:gd name="connsiteY1039" fmla="*/ 1991761 h 2398711"/>
              <a:gd name="connsiteX1040" fmla="*/ 1702765 w 2119654"/>
              <a:gd name="connsiteY1040" fmla="*/ 1991265 h 2398711"/>
              <a:gd name="connsiteX1041" fmla="*/ 1702441 w 2119654"/>
              <a:gd name="connsiteY1041" fmla="*/ 1988301 h 2398711"/>
              <a:gd name="connsiteX1042" fmla="*/ 1702352 w 2119654"/>
              <a:gd name="connsiteY1042" fmla="*/ 1987573 h 2398711"/>
              <a:gd name="connsiteX1043" fmla="*/ 1851004 w 2119654"/>
              <a:gd name="connsiteY1043" fmla="*/ 1647112 h 2398711"/>
              <a:gd name="connsiteX1044" fmla="*/ 1851052 w 2119654"/>
              <a:gd name="connsiteY1044" fmla="*/ 1647346 h 2398711"/>
              <a:gd name="connsiteX1045" fmla="*/ 1855390 w 2119654"/>
              <a:gd name="connsiteY1045" fmla="*/ 1645010 h 2398711"/>
              <a:gd name="connsiteX1046" fmla="*/ 1855331 w 2119654"/>
              <a:gd name="connsiteY1046" fmla="*/ 1644806 h 2398711"/>
              <a:gd name="connsiteX1047" fmla="*/ 1687823 w 2119654"/>
              <a:gd name="connsiteY1047" fmla="*/ 2012427 h 2398711"/>
              <a:gd name="connsiteX1048" fmla="*/ 1685216 w 2119654"/>
              <a:gd name="connsiteY1048" fmla="*/ 2021545 h 2398711"/>
              <a:gd name="connsiteX1049" fmla="*/ 1680648 w 2119654"/>
              <a:gd name="connsiteY1049" fmla="*/ 2036742 h 2398711"/>
              <a:gd name="connsiteX1050" fmla="*/ 1688239 w 2119654"/>
              <a:gd name="connsiteY1050" fmla="*/ 2037513 h 2398711"/>
              <a:gd name="connsiteX1051" fmla="*/ 1689911 w 2119654"/>
              <a:gd name="connsiteY1051" fmla="*/ 2012665 h 2398711"/>
              <a:gd name="connsiteX1052" fmla="*/ 1716587 w 2119654"/>
              <a:gd name="connsiteY1052" fmla="*/ 1947847 h 2398711"/>
              <a:gd name="connsiteX1053" fmla="*/ 1716041 w 2119654"/>
              <a:gd name="connsiteY1053" fmla="*/ 1954407 h 2398711"/>
              <a:gd name="connsiteX1054" fmla="*/ 1723362 w 2119654"/>
              <a:gd name="connsiteY1054" fmla="*/ 1952970 h 2398711"/>
              <a:gd name="connsiteX1055" fmla="*/ 1723046 w 2119654"/>
              <a:gd name="connsiteY1055" fmla="*/ 1953337 h 2398711"/>
              <a:gd name="connsiteX1056" fmla="*/ 1716015 w 2119654"/>
              <a:gd name="connsiteY1056" fmla="*/ 1954717 h 2398711"/>
              <a:gd name="connsiteX1057" fmla="*/ 1715567 w 2119654"/>
              <a:gd name="connsiteY1057" fmla="*/ 1960100 h 2398711"/>
              <a:gd name="connsiteX1058" fmla="*/ 1723362 w 2119654"/>
              <a:gd name="connsiteY1058" fmla="*/ 1958893 h 2398711"/>
              <a:gd name="connsiteX1059" fmla="*/ 1724456 w 2119654"/>
              <a:gd name="connsiteY1059" fmla="*/ 1946982 h 2398711"/>
              <a:gd name="connsiteX1060" fmla="*/ 1723856 w 2119654"/>
              <a:gd name="connsiteY1060" fmla="*/ 1944973 h 2398711"/>
              <a:gd name="connsiteX1061" fmla="*/ 1727677 w 2119654"/>
              <a:gd name="connsiteY1061" fmla="*/ 1922600 h 2398711"/>
              <a:gd name="connsiteX1062" fmla="*/ 1727335 w 2119654"/>
              <a:gd name="connsiteY1062" fmla="*/ 1926330 h 2398711"/>
              <a:gd name="connsiteX1063" fmla="*/ 1736646 w 2119654"/>
              <a:gd name="connsiteY1063" fmla="*/ 1922921 h 2398711"/>
              <a:gd name="connsiteX1064" fmla="*/ 1792958 w 2119654"/>
              <a:gd name="connsiteY1064" fmla="*/ 1776419 h 2398711"/>
              <a:gd name="connsiteX1065" fmla="*/ 1794199 w 2119654"/>
              <a:gd name="connsiteY1065" fmla="*/ 1779887 h 2398711"/>
              <a:gd name="connsiteX1066" fmla="*/ 1795270 w 2119654"/>
              <a:gd name="connsiteY1066" fmla="*/ 1778921 h 2398711"/>
              <a:gd name="connsiteX1067" fmla="*/ 1691223 w 2119654"/>
              <a:gd name="connsiteY1067" fmla="*/ 2003886 h 2398711"/>
              <a:gd name="connsiteX1068" fmla="*/ 1691023 w 2119654"/>
              <a:gd name="connsiteY1068" fmla="*/ 2006773 h 2398711"/>
              <a:gd name="connsiteX1069" fmla="*/ 1696049 w 2119654"/>
              <a:gd name="connsiteY1069" fmla="*/ 2005609 h 2398711"/>
              <a:gd name="connsiteX1070" fmla="*/ 1696350 w 2119654"/>
              <a:gd name="connsiteY1070" fmla="*/ 2002646 h 2398711"/>
              <a:gd name="connsiteX1071" fmla="*/ 1889794 w 2119654"/>
              <a:gd name="connsiteY1071" fmla="*/ 1559152 h 2398711"/>
              <a:gd name="connsiteX1072" fmla="*/ 1930189 w 2119654"/>
              <a:gd name="connsiteY1072" fmla="*/ 1528016 h 2398711"/>
              <a:gd name="connsiteX1073" fmla="*/ 1922167 w 2119654"/>
              <a:gd name="connsiteY1073" fmla="*/ 1531901 h 2398711"/>
              <a:gd name="connsiteX1074" fmla="*/ 1904727 w 2119654"/>
              <a:gd name="connsiteY1074" fmla="*/ 1539491 h 2398711"/>
              <a:gd name="connsiteX1075" fmla="*/ 1787562 w 2119654"/>
              <a:gd name="connsiteY1075" fmla="*/ 1788031 h 2398711"/>
              <a:gd name="connsiteX1076" fmla="*/ 1787906 w 2119654"/>
              <a:gd name="connsiteY1076" fmla="*/ 1787917 h 2398711"/>
              <a:gd name="connsiteX1077" fmla="*/ 1787698 w 2119654"/>
              <a:gd name="connsiteY1077" fmla="*/ 1787944 h 2398711"/>
              <a:gd name="connsiteX1078" fmla="*/ 1777661 w 2119654"/>
              <a:gd name="connsiteY1078" fmla="*/ 1809956 h 2398711"/>
              <a:gd name="connsiteX1079" fmla="*/ 1778072 w 2119654"/>
              <a:gd name="connsiteY1079" fmla="*/ 1811816 h 2398711"/>
              <a:gd name="connsiteX1080" fmla="*/ 1778243 w 2119654"/>
              <a:gd name="connsiteY1080" fmla="*/ 1811709 h 2398711"/>
              <a:gd name="connsiteX1081" fmla="*/ 1775779 w 2119654"/>
              <a:gd name="connsiteY1081" fmla="*/ 1814161 h 2398711"/>
              <a:gd name="connsiteX1082" fmla="*/ 1776481 w 2119654"/>
              <a:gd name="connsiteY1082" fmla="*/ 1815702 h 2398711"/>
              <a:gd name="connsiteX1083" fmla="*/ 1777143 w 2119654"/>
              <a:gd name="connsiteY1083" fmla="*/ 1815331 h 2398711"/>
              <a:gd name="connsiteX1084" fmla="*/ 1777703 w 2119654"/>
              <a:gd name="connsiteY1084" fmla="*/ 1815007 h 2398711"/>
              <a:gd name="connsiteX1085" fmla="*/ 1777404 w 2119654"/>
              <a:gd name="connsiteY1085" fmla="*/ 1813837 h 2398711"/>
              <a:gd name="connsiteX1086" fmla="*/ 1776148 w 2119654"/>
              <a:gd name="connsiteY1086" fmla="*/ 1813965 h 2398711"/>
              <a:gd name="connsiteX1087" fmla="*/ 1688915 w 2119654"/>
              <a:gd name="connsiteY1087" fmla="*/ 2008608 h 2398711"/>
              <a:gd name="connsiteX1088" fmla="*/ 1687973 w 2119654"/>
              <a:gd name="connsiteY1088" fmla="*/ 2011905 h 2398711"/>
              <a:gd name="connsiteX1089" fmla="*/ 1689947 w 2119654"/>
              <a:gd name="connsiteY1089" fmla="*/ 2012131 h 2398711"/>
              <a:gd name="connsiteX1090" fmla="*/ 1690204 w 2119654"/>
              <a:gd name="connsiteY1090" fmla="*/ 2008310 h 2398711"/>
              <a:gd name="connsiteX1091" fmla="*/ 1910158 w 2119654"/>
              <a:gd name="connsiteY1091" fmla="*/ 1513138 h 2398711"/>
              <a:gd name="connsiteX1092" fmla="*/ 1918957 w 2119654"/>
              <a:gd name="connsiteY1092" fmla="*/ 1507398 h 2398711"/>
              <a:gd name="connsiteX1093" fmla="*/ 1911748 w 2119654"/>
              <a:gd name="connsiteY1093" fmla="*/ 1510964 h 2398711"/>
              <a:gd name="connsiteX1094" fmla="*/ 1698438 w 2119654"/>
              <a:gd name="connsiteY1094" fmla="*/ 1987037 h 2398711"/>
              <a:gd name="connsiteX1095" fmla="*/ 1698382 w 2119654"/>
              <a:gd name="connsiteY1095" fmla="*/ 1987581 h 2398711"/>
              <a:gd name="connsiteX1096" fmla="*/ 1698238 w 2119654"/>
              <a:gd name="connsiteY1096" fmla="*/ 1988841 h 2398711"/>
              <a:gd name="connsiteX1097" fmla="*/ 1702299 w 2119654"/>
              <a:gd name="connsiteY1097" fmla="*/ 1987147 h 2398711"/>
              <a:gd name="connsiteX1098" fmla="*/ 1701991 w 2119654"/>
              <a:gd name="connsiteY1098" fmla="*/ 1984654 h 2398711"/>
              <a:gd name="connsiteX1099" fmla="*/ 1700880 w 2119654"/>
              <a:gd name="connsiteY1099" fmla="*/ 1985415 h 2398711"/>
              <a:gd name="connsiteX1100" fmla="*/ 1854350 w 2119654"/>
              <a:gd name="connsiteY1100" fmla="*/ 1637682 h 2398711"/>
              <a:gd name="connsiteX1101" fmla="*/ 1854915 w 2119654"/>
              <a:gd name="connsiteY1101" fmla="*/ 1638921 h 2398711"/>
              <a:gd name="connsiteX1102" fmla="*/ 1875374 w 2119654"/>
              <a:gd name="connsiteY1102" fmla="*/ 1626309 h 2398711"/>
              <a:gd name="connsiteX1103" fmla="*/ 1867277 w 2119654"/>
              <a:gd name="connsiteY1103" fmla="*/ 1628496 h 2398711"/>
              <a:gd name="connsiteX1104" fmla="*/ 1858116 w 2119654"/>
              <a:gd name="connsiteY1104" fmla="*/ 1635471 h 2398711"/>
              <a:gd name="connsiteX1105" fmla="*/ 1883237 w 2119654"/>
              <a:gd name="connsiteY1105" fmla="*/ 1572821 h 2398711"/>
              <a:gd name="connsiteX1106" fmla="*/ 1884772 w 2119654"/>
              <a:gd name="connsiteY1106" fmla="*/ 1574482 h 2398711"/>
              <a:gd name="connsiteX1107" fmla="*/ 1890650 w 2119654"/>
              <a:gd name="connsiteY1107" fmla="*/ 1571433 h 2398711"/>
              <a:gd name="connsiteX1108" fmla="*/ 1890109 w 2119654"/>
              <a:gd name="connsiteY1108" fmla="*/ 1570639 h 2398711"/>
              <a:gd name="connsiteX1109" fmla="*/ 1797019 w 2119654"/>
              <a:gd name="connsiteY1109" fmla="*/ 1765214 h 2398711"/>
              <a:gd name="connsiteX1110" fmla="*/ 1802146 w 2119654"/>
              <a:gd name="connsiteY1110" fmla="*/ 1772724 h 2398711"/>
              <a:gd name="connsiteX1111" fmla="*/ 1805314 w 2119654"/>
              <a:gd name="connsiteY1111" fmla="*/ 1769868 h 2398711"/>
              <a:gd name="connsiteX1112" fmla="*/ 1801763 w 2119654"/>
              <a:gd name="connsiteY1112" fmla="*/ 1762567 h 2398711"/>
              <a:gd name="connsiteX1113" fmla="*/ 1727939 w 2119654"/>
              <a:gd name="connsiteY1113" fmla="*/ 1919741 h 2398711"/>
              <a:gd name="connsiteX1114" fmla="*/ 1727711 w 2119654"/>
              <a:gd name="connsiteY1114" fmla="*/ 1922235 h 2398711"/>
              <a:gd name="connsiteX1115" fmla="*/ 1733755 w 2119654"/>
              <a:gd name="connsiteY1115" fmla="*/ 1922535 h 2398711"/>
              <a:gd name="connsiteX1116" fmla="*/ 1737349 w 2119654"/>
              <a:gd name="connsiteY1116" fmla="*/ 1922664 h 2398711"/>
              <a:gd name="connsiteX1117" fmla="*/ 1738272 w 2119654"/>
              <a:gd name="connsiteY1117" fmla="*/ 1922326 h 2398711"/>
              <a:gd name="connsiteX1118" fmla="*/ 1736679 w 2119654"/>
              <a:gd name="connsiteY1118" fmla="*/ 1915738 h 2398711"/>
              <a:gd name="connsiteX1119" fmla="*/ 1735499 w 2119654"/>
              <a:gd name="connsiteY1119" fmla="*/ 1912303 h 2398711"/>
              <a:gd name="connsiteX1120" fmla="*/ 1690195 w 2119654"/>
              <a:gd name="connsiteY1120" fmla="*/ 2004134 h 2398711"/>
              <a:gd name="connsiteX1121" fmla="*/ 1689328 w 2119654"/>
              <a:gd name="connsiteY1121" fmla="*/ 2007165 h 2398711"/>
              <a:gd name="connsiteX1122" fmla="*/ 1690296 w 2119654"/>
              <a:gd name="connsiteY1122" fmla="*/ 2006941 h 2398711"/>
              <a:gd name="connsiteX1123" fmla="*/ 1690490 w 2119654"/>
              <a:gd name="connsiteY1123" fmla="*/ 2004063 h 2398711"/>
              <a:gd name="connsiteX1124" fmla="*/ 1691409 w 2119654"/>
              <a:gd name="connsiteY1124" fmla="*/ 2001195 h 2398711"/>
              <a:gd name="connsiteX1125" fmla="*/ 1691244 w 2119654"/>
              <a:gd name="connsiteY1125" fmla="*/ 2003580 h 2398711"/>
              <a:gd name="connsiteX1126" fmla="*/ 1696381 w 2119654"/>
              <a:gd name="connsiteY1126" fmla="*/ 2002338 h 2398711"/>
              <a:gd name="connsiteX1127" fmla="*/ 1696601 w 2119654"/>
              <a:gd name="connsiteY1127" fmla="*/ 2000176 h 2398711"/>
              <a:gd name="connsiteX1128" fmla="*/ 1786676 w 2119654"/>
              <a:gd name="connsiteY1128" fmla="*/ 1787630 h 2398711"/>
              <a:gd name="connsiteX1129" fmla="*/ 1787345 w 2119654"/>
              <a:gd name="connsiteY1129" fmla="*/ 1787541 h 2398711"/>
              <a:gd name="connsiteX1130" fmla="*/ 1794950 w 2119654"/>
              <a:gd name="connsiteY1130" fmla="*/ 1782645 h 2398711"/>
              <a:gd name="connsiteX1131" fmla="*/ 1794280 w 2119654"/>
              <a:gd name="connsiteY1131" fmla="*/ 1780775 h 2398711"/>
              <a:gd name="connsiteX1132" fmla="*/ 1690574 w 2119654"/>
              <a:gd name="connsiteY1132" fmla="*/ 2002807 h 2398711"/>
              <a:gd name="connsiteX1133" fmla="*/ 1690287 w 2119654"/>
              <a:gd name="connsiteY1133" fmla="*/ 2003812 h 2398711"/>
              <a:gd name="connsiteX1134" fmla="*/ 1690510 w 2119654"/>
              <a:gd name="connsiteY1134" fmla="*/ 2003758 h 2398711"/>
              <a:gd name="connsiteX1135" fmla="*/ 1760469 w 2119654"/>
              <a:gd name="connsiteY1135" fmla="*/ 1846269 h 2398711"/>
              <a:gd name="connsiteX1136" fmla="*/ 1760240 w 2119654"/>
              <a:gd name="connsiteY1136" fmla="*/ 1847997 h 2398711"/>
              <a:gd name="connsiteX1137" fmla="*/ 1764370 w 2119654"/>
              <a:gd name="connsiteY1137" fmla="*/ 1844853 h 2398711"/>
              <a:gd name="connsiteX1138" fmla="*/ 1761045 w 2119654"/>
              <a:gd name="connsiteY1138" fmla="*/ 1845887 h 2398711"/>
              <a:gd name="connsiteX1139" fmla="*/ 1799869 w 2119654"/>
              <a:gd name="connsiteY1139" fmla="*/ 1757964 h 2398711"/>
              <a:gd name="connsiteX1140" fmla="*/ 1801833 w 2119654"/>
              <a:gd name="connsiteY1140" fmla="*/ 1762003 h 2398711"/>
              <a:gd name="connsiteX1141" fmla="*/ 1815774 w 2119654"/>
              <a:gd name="connsiteY1141" fmla="*/ 1754223 h 2398711"/>
              <a:gd name="connsiteX1142" fmla="*/ 1806561 w 2119654"/>
              <a:gd name="connsiteY1142" fmla="*/ 1755616 h 2398711"/>
              <a:gd name="connsiteX1143" fmla="*/ 1760497 w 2119654"/>
              <a:gd name="connsiteY1143" fmla="*/ 1846057 h 2398711"/>
              <a:gd name="connsiteX1144" fmla="*/ 1760470 w 2119654"/>
              <a:gd name="connsiteY1144" fmla="*/ 1846259 h 2398711"/>
              <a:gd name="connsiteX1145" fmla="*/ 1761037 w 2119654"/>
              <a:gd name="connsiteY1145" fmla="*/ 1845890 h 2398711"/>
              <a:gd name="connsiteX1146" fmla="*/ 1703116 w 2119654"/>
              <a:gd name="connsiteY1146" fmla="*/ 1974534 h 2398711"/>
              <a:gd name="connsiteX1147" fmla="*/ 1703461 w 2119654"/>
              <a:gd name="connsiteY1147" fmla="*/ 1976548 h 2398711"/>
              <a:gd name="connsiteX1148" fmla="*/ 1712839 w 2119654"/>
              <a:gd name="connsiteY1148" fmla="*/ 1976866 h 2398711"/>
              <a:gd name="connsiteX1149" fmla="*/ 1713906 w 2119654"/>
              <a:gd name="connsiteY1149" fmla="*/ 1976157 h 2398711"/>
              <a:gd name="connsiteX1150" fmla="*/ 1714005 w 2119654"/>
              <a:gd name="connsiteY1150" fmla="*/ 1974961 h 2398711"/>
              <a:gd name="connsiteX1151" fmla="*/ 1714054 w 2119654"/>
              <a:gd name="connsiteY1151" fmla="*/ 1974236 h 2398711"/>
              <a:gd name="connsiteX1152" fmla="*/ 1703825 w 2119654"/>
              <a:gd name="connsiteY1152" fmla="*/ 1972704 h 2398711"/>
              <a:gd name="connsiteX1153" fmla="*/ 1714328 w 2119654"/>
              <a:gd name="connsiteY1153" fmla="*/ 1970165 h 2398711"/>
              <a:gd name="connsiteX1154" fmla="*/ 1714473 w 2119654"/>
              <a:gd name="connsiteY1154" fmla="*/ 1968018 h 2398711"/>
              <a:gd name="connsiteX1155" fmla="*/ 1886171 w 2119654"/>
              <a:gd name="connsiteY1155" fmla="*/ 1563922 h 2398711"/>
              <a:gd name="connsiteX1156" fmla="*/ 1887276 w 2119654"/>
              <a:gd name="connsiteY1156" fmla="*/ 1565540 h 2398711"/>
              <a:gd name="connsiteX1157" fmla="*/ 1899839 w 2119654"/>
              <a:gd name="connsiteY1157" fmla="*/ 1557467 h 2398711"/>
              <a:gd name="connsiteX1158" fmla="*/ 1887610 w 2119654"/>
              <a:gd name="connsiteY1158" fmla="*/ 1562028 h 2398711"/>
              <a:gd name="connsiteX1159" fmla="*/ 1932706 w 2119654"/>
              <a:gd name="connsiteY1159" fmla="*/ 1459624 h 2398711"/>
              <a:gd name="connsiteX1160" fmla="*/ 1940603 w 2119654"/>
              <a:gd name="connsiteY1160" fmla="*/ 1467890 h 2398711"/>
              <a:gd name="connsiteX1161" fmla="*/ 1941328 w 2119654"/>
              <a:gd name="connsiteY1161" fmla="*/ 1467553 h 2398711"/>
              <a:gd name="connsiteX1162" fmla="*/ 1945842 w 2119654"/>
              <a:gd name="connsiteY1162" fmla="*/ 1461381 h 2398711"/>
              <a:gd name="connsiteX1163" fmla="*/ 1970660 w 2119654"/>
              <a:gd name="connsiteY1163" fmla="*/ 1424441 h 2398711"/>
              <a:gd name="connsiteX1164" fmla="*/ 1954025 w 2119654"/>
              <a:gd name="connsiteY1164" fmla="*/ 1440568 h 2398711"/>
              <a:gd name="connsiteX1165" fmla="*/ 1702956 w 2119654"/>
              <a:gd name="connsiteY1165" fmla="*/ 1973607 h 2398711"/>
              <a:gd name="connsiteX1166" fmla="*/ 1703005 w 2119654"/>
              <a:gd name="connsiteY1166" fmla="*/ 1973887 h 2398711"/>
              <a:gd name="connsiteX1167" fmla="*/ 1714088 w 2119654"/>
              <a:gd name="connsiteY1167" fmla="*/ 1973737 h 2398711"/>
              <a:gd name="connsiteX1168" fmla="*/ 1714281 w 2119654"/>
              <a:gd name="connsiteY1168" fmla="*/ 1970868 h 2398711"/>
              <a:gd name="connsiteX1169" fmla="*/ 1705940 w 2119654"/>
              <a:gd name="connsiteY1169" fmla="*/ 1972885 h 2398711"/>
              <a:gd name="connsiteX1170" fmla="*/ 1713684 w 2119654"/>
              <a:gd name="connsiteY1170" fmla="*/ 1972305 h 2398711"/>
              <a:gd name="connsiteX1171" fmla="*/ 1713461 w 2119654"/>
              <a:gd name="connsiteY1171" fmla="*/ 1972550 h 2398711"/>
              <a:gd name="connsiteX1172" fmla="*/ 1704567 w 2119654"/>
              <a:gd name="connsiteY1172" fmla="*/ 1973217 h 2398711"/>
              <a:gd name="connsiteX1173" fmla="*/ 1785446 w 2119654"/>
              <a:gd name="connsiteY1173" fmla="*/ 1788738 h 2398711"/>
              <a:gd name="connsiteX1174" fmla="*/ 1785532 w 2119654"/>
              <a:gd name="connsiteY1174" fmla="*/ 1788709 h 2398711"/>
              <a:gd name="connsiteX1175" fmla="*/ 1786473 w 2119654"/>
              <a:gd name="connsiteY1175" fmla="*/ 1788104 h 2398711"/>
              <a:gd name="connsiteX1176" fmla="*/ 1786095 w 2119654"/>
              <a:gd name="connsiteY1176" fmla="*/ 1788153 h 2398711"/>
              <a:gd name="connsiteX1177" fmla="*/ 1701422 w 2119654"/>
              <a:gd name="connsiteY1177" fmla="*/ 1976733 h 2398711"/>
              <a:gd name="connsiteX1178" fmla="*/ 1702209 w 2119654"/>
              <a:gd name="connsiteY1178" fmla="*/ 1983930 h 2398711"/>
              <a:gd name="connsiteX1179" fmla="*/ 1712475 w 2119654"/>
              <a:gd name="connsiteY1179" fmla="*/ 1977107 h 2398711"/>
              <a:gd name="connsiteX1180" fmla="*/ 1703505 w 2119654"/>
              <a:gd name="connsiteY1180" fmla="*/ 1976804 h 2398711"/>
              <a:gd name="connsiteX1181" fmla="*/ 1703978 w 2119654"/>
              <a:gd name="connsiteY1181" fmla="*/ 1979557 h 2398711"/>
              <a:gd name="connsiteX1182" fmla="*/ 1703824 w 2119654"/>
              <a:gd name="connsiteY1182" fmla="*/ 1979786 h 2398711"/>
              <a:gd name="connsiteX1183" fmla="*/ 1703311 w 2119654"/>
              <a:gd name="connsiteY1183" fmla="*/ 1976797 h 2398711"/>
              <a:gd name="connsiteX1184" fmla="*/ 1783048 w 2119654"/>
              <a:gd name="connsiteY1184" fmla="*/ 1793657 h 2398711"/>
              <a:gd name="connsiteX1185" fmla="*/ 1785381 w 2119654"/>
              <a:gd name="connsiteY1185" fmla="*/ 1798487 h 2398711"/>
              <a:gd name="connsiteX1186" fmla="*/ 1799106 w 2119654"/>
              <a:gd name="connsiteY1186" fmla="*/ 1793667 h 2398711"/>
              <a:gd name="connsiteX1187" fmla="*/ 1798330 w 2119654"/>
              <a:gd name="connsiteY1187" fmla="*/ 1790159 h 2398711"/>
              <a:gd name="connsiteX1188" fmla="*/ 1790571 w 2119654"/>
              <a:gd name="connsiteY1188" fmla="*/ 1791156 h 2398711"/>
              <a:gd name="connsiteX1189" fmla="*/ 1885794 w 2119654"/>
              <a:gd name="connsiteY1189" fmla="*/ 1563369 h 2398711"/>
              <a:gd name="connsiteX1190" fmla="*/ 1885856 w 2119654"/>
              <a:gd name="connsiteY1190" fmla="*/ 1563461 h 2398711"/>
              <a:gd name="connsiteX1191" fmla="*/ 1886113 w 2119654"/>
              <a:gd name="connsiteY1191" fmla="*/ 1563124 h 2398711"/>
              <a:gd name="connsiteX1192" fmla="*/ 1725516 w 2119654"/>
              <a:gd name="connsiteY1192" fmla="*/ 1922126 h 2398711"/>
              <a:gd name="connsiteX1193" fmla="*/ 1726732 w 2119654"/>
              <a:gd name="connsiteY1193" fmla="*/ 1922187 h 2398711"/>
              <a:gd name="connsiteX1194" fmla="*/ 1726859 w 2119654"/>
              <a:gd name="connsiteY1194" fmla="*/ 1920804 h 2398711"/>
              <a:gd name="connsiteX1195" fmla="*/ 1799263 w 2119654"/>
              <a:gd name="connsiteY1195" fmla="*/ 1756719 h 2398711"/>
              <a:gd name="connsiteX1196" fmla="*/ 1799572 w 2119654"/>
              <a:gd name="connsiteY1196" fmla="*/ 1757356 h 2398711"/>
              <a:gd name="connsiteX1197" fmla="*/ 1802993 w 2119654"/>
              <a:gd name="connsiteY1197" fmla="*/ 1756155 h 2398711"/>
              <a:gd name="connsiteX1198" fmla="*/ 1850056 w 2119654"/>
              <a:gd name="connsiteY1198" fmla="*/ 1642569 h 2398711"/>
              <a:gd name="connsiteX1199" fmla="*/ 1850151 w 2119654"/>
              <a:gd name="connsiteY1199" fmla="*/ 1642997 h 2398711"/>
              <a:gd name="connsiteX1200" fmla="*/ 1850925 w 2119654"/>
              <a:gd name="connsiteY1200" fmla="*/ 1646733 h 2398711"/>
              <a:gd name="connsiteX1201" fmla="*/ 1855325 w 2119654"/>
              <a:gd name="connsiteY1201" fmla="*/ 1644786 h 2398711"/>
              <a:gd name="connsiteX1202" fmla="*/ 1853990 w 2119654"/>
              <a:gd name="connsiteY1202" fmla="*/ 1640144 h 2398711"/>
              <a:gd name="connsiteX1203" fmla="*/ 1693459 w 2119654"/>
              <a:gd name="connsiteY1203" fmla="*/ 1992719 h 2398711"/>
              <a:gd name="connsiteX1204" fmla="*/ 1691530 w 2119654"/>
              <a:gd name="connsiteY1204" fmla="*/ 1999465 h 2398711"/>
              <a:gd name="connsiteX1205" fmla="*/ 1691419 w 2119654"/>
              <a:gd name="connsiteY1205" fmla="*/ 2001060 h 2398711"/>
              <a:gd name="connsiteX1206" fmla="*/ 1696614 w 2119654"/>
              <a:gd name="connsiteY1206" fmla="*/ 2000041 h 2398711"/>
              <a:gd name="connsiteX1207" fmla="*/ 1697401 w 2119654"/>
              <a:gd name="connsiteY1207" fmla="*/ 1992292 h 2398711"/>
              <a:gd name="connsiteX1208" fmla="*/ 1695657 w 2119654"/>
              <a:gd name="connsiteY1208" fmla="*/ 1992495 h 2398711"/>
              <a:gd name="connsiteX1209" fmla="*/ 1717183 w 2119654"/>
              <a:gd name="connsiteY1209" fmla="*/ 1939541 h 2398711"/>
              <a:gd name="connsiteX1210" fmla="*/ 1716812 w 2119654"/>
              <a:gd name="connsiteY1210" fmla="*/ 1944905 h 2398711"/>
              <a:gd name="connsiteX1211" fmla="*/ 1722158 w 2119654"/>
              <a:gd name="connsiteY1211" fmla="*/ 1944023 h 2398711"/>
              <a:gd name="connsiteX1212" fmla="*/ 1721968 w 2119654"/>
              <a:gd name="connsiteY1212" fmla="*/ 1944232 h 2398711"/>
              <a:gd name="connsiteX1213" fmla="*/ 1716799 w 2119654"/>
              <a:gd name="connsiteY1213" fmla="*/ 1945084 h 2398711"/>
              <a:gd name="connsiteX1214" fmla="*/ 1716714 w 2119654"/>
              <a:gd name="connsiteY1214" fmla="*/ 1946312 h 2398711"/>
              <a:gd name="connsiteX1215" fmla="*/ 1716609 w 2119654"/>
              <a:gd name="connsiteY1215" fmla="*/ 1947578 h 2398711"/>
              <a:gd name="connsiteX1216" fmla="*/ 1723787 w 2119654"/>
              <a:gd name="connsiteY1216" fmla="*/ 1944741 h 2398711"/>
              <a:gd name="connsiteX1217" fmla="*/ 1722028 w 2119654"/>
              <a:gd name="connsiteY1217" fmla="*/ 1938849 h 2398711"/>
              <a:gd name="connsiteX1218" fmla="*/ 1701725 w 2119654"/>
              <a:gd name="connsiteY1218" fmla="*/ 1973904 h 2398711"/>
              <a:gd name="connsiteX1219" fmla="*/ 1702813 w 2119654"/>
              <a:gd name="connsiteY1219" fmla="*/ 1973890 h 2398711"/>
              <a:gd name="connsiteX1220" fmla="*/ 1702771 w 2119654"/>
              <a:gd name="connsiteY1220" fmla="*/ 1973651 h 2398711"/>
              <a:gd name="connsiteX1221" fmla="*/ 1761223 w 2119654"/>
              <a:gd name="connsiteY1221" fmla="*/ 1840566 h 2398711"/>
              <a:gd name="connsiteX1222" fmla="*/ 1760747 w 2119654"/>
              <a:gd name="connsiteY1222" fmla="*/ 1844167 h 2398711"/>
              <a:gd name="connsiteX1223" fmla="*/ 1766172 w 2119654"/>
              <a:gd name="connsiteY1223" fmla="*/ 1842479 h 2398711"/>
              <a:gd name="connsiteX1224" fmla="*/ 1770862 w 2119654"/>
              <a:gd name="connsiteY1224" fmla="*/ 1839363 h 2398711"/>
              <a:gd name="connsiteX1225" fmla="*/ 1882719 w 2119654"/>
              <a:gd name="connsiteY1225" fmla="*/ 1568468 h 2398711"/>
              <a:gd name="connsiteX1226" fmla="*/ 1886825 w 2119654"/>
              <a:gd name="connsiteY1226" fmla="*/ 1565829 h 2398711"/>
              <a:gd name="connsiteX1227" fmla="*/ 1885830 w 2119654"/>
              <a:gd name="connsiteY1227" fmla="*/ 1564371 h 2398711"/>
              <a:gd name="connsiteX1228" fmla="*/ 1693925 w 2119654"/>
              <a:gd name="connsiteY1228" fmla="*/ 1991088 h 2398711"/>
              <a:gd name="connsiteX1229" fmla="*/ 1693608 w 2119654"/>
              <a:gd name="connsiteY1229" fmla="*/ 1992200 h 2398711"/>
              <a:gd name="connsiteX1230" fmla="*/ 1697450 w 2119654"/>
              <a:gd name="connsiteY1230" fmla="*/ 1991808 h 2398711"/>
              <a:gd name="connsiteX1231" fmla="*/ 1697682 w 2119654"/>
              <a:gd name="connsiteY1231" fmla="*/ 1989521 h 2398711"/>
              <a:gd name="connsiteX1232" fmla="*/ 1728509 w 2119654"/>
              <a:gd name="connsiteY1232" fmla="*/ 1913538 h 2398711"/>
              <a:gd name="connsiteX1233" fmla="*/ 1727971 w 2119654"/>
              <a:gd name="connsiteY1233" fmla="*/ 1919401 h 2398711"/>
              <a:gd name="connsiteX1234" fmla="*/ 1730295 w 2119654"/>
              <a:gd name="connsiteY1234" fmla="*/ 1917174 h 2398711"/>
              <a:gd name="connsiteX1235" fmla="*/ 1735434 w 2119654"/>
              <a:gd name="connsiteY1235" fmla="*/ 1912117 h 2398711"/>
              <a:gd name="connsiteX1236" fmla="*/ 1734935 w 2119654"/>
              <a:gd name="connsiteY1236" fmla="*/ 1910663 h 2398711"/>
              <a:gd name="connsiteX1237" fmla="*/ 1878212 w 2119654"/>
              <a:gd name="connsiteY1237" fmla="*/ 1578292 h 2398711"/>
              <a:gd name="connsiteX1238" fmla="*/ 1885189 w 2119654"/>
              <a:gd name="connsiteY1238" fmla="*/ 1575676 h 2398711"/>
              <a:gd name="connsiteX1239" fmla="*/ 1884562 w 2119654"/>
              <a:gd name="connsiteY1239" fmla="*/ 1574997 h 2398711"/>
              <a:gd name="connsiteX1240" fmla="*/ 1701187 w 2119654"/>
              <a:gd name="connsiteY1240" fmla="*/ 1974586 h 2398711"/>
              <a:gd name="connsiteX1241" fmla="*/ 1701393 w 2119654"/>
              <a:gd name="connsiteY1241" fmla="*/ 1976478 h 2398711"/>
              <a:gd name="connsiteX1242" fmla="*/ 1703267 w 2119654"/>
              <a:gd name="connsiteY1242" fmla="*/ 1976541 h 2398711"/>
              <a:gd name="connsiteX1243" fmla="*/ 1702924 w 2119654"/>
              <a:gd name="connsiteY1243" fmla="*/ 1974539 h 2398711"/>
              <a:gd name="connsiteX1244" fmla="*/ 1694297 w 2119654"/>
              <a:gd name="connsiteY1244" fmla="*/ 1989789 h 2398711"/>
              <a:gd name="connsiteX1245" fmla="*/ 1694071 w 2119654"/>
              <a:gd name="connsiteY1245" fmla="*/ 1990579 h 2398711"/>
              <a:gd name="connsiteX1246" fmla="*/ 1697730 w 2119654"/>
              <a:gd name="connsiteY1246" fmla="*/ 1989053 h 2398711"/>
              <a:gd name="connsiteX1247" fmla="*/ 1697898 w 2119654"/>
              <a:gd name="connsiteY1247" fmla="*/ 1987396 h 2398711"/>
              <a:gd name="connsiteX1248" fmla="*/ 1771705 w 2119654"/>
              <a:gd name="connsiteY1248" fmla="*/ 1816418 h 2398711"/>
              <a:gd name="connsiteX1249" fmla="*/ 1775251 w 2119654"/>
              <a:gd name="connsiteY1249" fmla="*/ 1815917 h 2398711"/>
              <a:gd name="connsiteX1250" fmla="*/ 1774664 w 2119654"/>
              <a:gd name="connsiteY1250" fmla="*/ 1814755 h 2398711"/>
              <a:gd name="connsiteX1251" fmla="*/ 1772644 w 2119654"/>
              <a:gd name="connsiteY1251" fmla="*/ 1815832 h 2398711"/>
              <a:gd name="connsiteX1252" fmla="*/ 1782350 w 2119654"/>
              <a:gd name="connsiteY1252" fmla="*/ 1792213 h 2398711"/>
              <a:gd name="connsiteX1253" fmla="*/ 1782970 w 2119654"/>
              <a:gd name="connsiteY1253" fmla="*/ 1793498 h 2398711"/>
              <a:gd name="connsiteX1254" fmla="*/ 1789661 w 2119654"/>
              <a:gd name="connsiteY1254" fmla="*/ 1791274 h 2398711"/>
              <a:gd name="connsiteX1255" fmla="*/ 1793469 w 2119654"/>
              <a:gd name="connsiteY1255" fmla="*/ 1767196 h 2398711"/>
              <a:gd name="connsiteX1256" fmla="*/ 1793945 w 2119654"/>
              <a:gd name="connsiteY1256" fmla="*/ 1769001 h 2398711"/>
              <a:gd name="connsiteX1257" fmla="*/ 1795995 w 2119654"/>
              <a:gd name="connsiteY1257" fmla="*/ 1778268 h 2398711"/>
              <a:gd name="connsiteX1258" fmla="*/ 1801847 w 2119654"/>
              <a:gd name="connsiteY1258" fmla="*/ 1772994 h 2398711"/>
              <a:gd name="connsiteX1259" fmla="*/ 1798926 w 2119654"/>
              <a:gd name="connsiteY1259" fmla="*/ 1768716 h 2398711"/>
              <a:gd name="connsiteX1260" fmla="*/ 1796527 w 2119654"/>
              <a:gd name="connsiteY1260" fmla="*/ 1765490 h 2398711"/>
              <a:gd name="connsiteX1261" fmla="*/ 1901758 w 2119654"/>
              <a:gd name="connsiteY1261" fmla="*/ 1524624 h 2398711"/>
              <a:gd name="connsiteX1262" fmla="*/ 1906617 w 2119654"/>
              <a:gd name="connsiteY1262" fmla="*/ 1520583 h 2398711"/>
              <a:gd name="connsiteX1263" fmla="*/ 1922882 w 2119654"/>
              <a:gd name="connsiteY1263" fmla="*/ 1505922 h 2398711"/>
              <a:gd name="connsiteX1264" fmla="*/ 1908642 w 2119654"/>
              <a:gd name="connsiteY1264" fmla="*/ 1515211 h 2398711"/>
              <a:gd name="connsiteX1265" fmla="*/ 1739193 w 2119654"/>
              <a:gd name="connsiteY1265" fmla="*/ 1888554 h 2398711"/>
              <a:gd name="connsiteX1266" fmla="*/ 1741046 w 2119654"/>
              <a:gd name="connsiteY1266" fmla="*/ 1892617 h 2398711"/>
              <a:gd name="connsiteX1267" fmla="*/ 1753896 w 2119654"/>
              <a:gd name="connsiteY1267" fmla="*/ 1892174 h 2398711"/>
              <a:gd name="connsiteX1268" fmla="*/ 1754894 w 2119654"/>
              <a:gd name="connsiteY1268" fmla="*/ 1884626 h 2398711"/>
              <a:gd name="connsiteX1269" fmla="*/ 1747249 w 2119654"/>
              <a:gd name="connsiteY1269" fmla="*/ 1886596 h 2398711"/>
              <a:gd name="connsiteX1270" fmla="*/ 1745724 w 2119654"/>
              <a:gd name="connsiteY1270" fmla="*/ 1886966 h 2398711"/>
              <a:gd name="connsiteX1271" fmla="*/ 1745517 w 2119654"/>
              <a:gd name="connsiteY1271" fmla="*/ 1887277 h 2398711"/>
              <a:gd name="connsiteX1272" fmla="*/ 1745473 w 2119654"/>
              <a:gd name="connsiteY1272" fmla="*/ 1887027 h 2398711"/>
              <a:gd name="connsiteX1273" fmla="*/ 1798189 w 2119654"/>
              <a:gd name="connsiteY1273" fmla="*/ 1756329 h 2398711"/>
              <a:gd name="connsiteX1274" fmla="*/ 1798702 w 2119654"/>
              <a:gd name="connsiteY1274" fmla="*/ 1756272 h 2398711"/>
              <a:gd name="connsiteX1275" fmla="*/ 1798626 w 2119654"/>
              <a:gd name="connsiteY1275" fmla="*/ 1756117 h 2398711"/>
              <a:gd name="connsiteX1276" fmla="*/ 1881138 w 2119654"/>
              <a:gd name="connsiteY1276" fmla="*/ 1570549 h 2398711"/>
              <a:gd name="connsiteX1277" fmla="*/ 1882251 w 2119654"/>
              <a:gd name="connsiteY1277" fmla="*/ 1571754 h 2398711"/>
              <a:gd name="connsiteX1278" fmla="*/ 1889511 w 2119654"/>
              <a:gd name="connsiteY1278" fmla="*/ 1569765 h 2398711"/>
              <a:gd name="connsiteX1279" fmla="*/ 1887008 w 2119654"/>
              <a:gd name="connsiteY1279" fmla="*/ 1566097 h 2398711"/>
              <a:gd name="connsiteX1280" fmla="*/ 1882148 w 2119654"/>
              <a:gd name="connsiteY1280" fmla="*/ 1569219 h 2398711"/>
              <a:gd name="connsiteX1281" fmla="*/ 1782120 w 2119654"/>
              <a:gd name="connsiteY1281" fmla="*/ 1791736 h 2398711"/>
              <a:gd name="connsiteX1282" fmla="*/ 1782124 w 2119654"/>
              <a:gd name="connsiteY1282" fmla="*/ 1791744 h 2398711"/>
              <a:gd name="connsiteX1283" fmla="*/ 1792098 w 2119654"/>
              <a:gd name="connsiteY1283" fmla="*/ 1790463 h 2398711"/>
              <a:gd name="connsiteX1284" fmla="*/ 1795586 w 2119654"/>
              <a:gd name="connsiteY1284" fmla="*/ 1789304 h 2398711"/>
              <a:gd name="connsiteX1285" fmla="*/ 1795430 w 2119654"/>
              <a:gd name="connsiteY1285" fmla="*/ 1789541 h 2398711"/>
              <a:gd name="connsiteX1286" fmla="*/ 1793009 w 2119654"/>
              <a:gd name="connsiteY1286" fmla="*/ 1790346 h 2398711"/>
              <a:gd name="connsiteX1287" fmla="*/ 1798222 w 2119654"/>
              <a:gd name="connsiteY1287" fmla="*/ 1789675 h 2398711"/>
              <a:gd name="connsiteX1288" fmla="*/ 1797540 w 2119654"/>
              <a:gd name="connsiteY1288" fmla="*/ 1786590 h 2398711"/>
              <a:gd name="connsiteX1289" fmla="*/ 1792620 w 2119654"/>
              <a:gd name="connsiteY1289" fmla="*/ 1787301 h 2398711"/>
              <a:gd name="connsiteX1290" fmla="*/ 1791586 w 2119654"/>
              <a:gd name="connsiteY1290" fmla="*/ 1787437 h 2398711"/>
              <a:gd name="connsiteX1291" fmla="*/ 1784034 w 2119654"/>
              <a:gd name="connsiteY1291" fmla="*/ 1790302 h 2398711"/>
              <a:gd name="connsiteX1292" fmla="*/ 1782901 w 2119654"/>
              <a:gd name="connsiteY1292" fmla="*/ 1791032 h 2398711"/>
              <a:gd name="connsiteX1293" fmla="*/ 1699490 w 2119654"/>
              <a:gd name="connsiteY1293" fmla="*/ 1976668 h 2398711"/>
              <a:gd name="connsiteX1294" fmla="*/ 1698504 w 2119654"/>
              <a:gd name="connsiteY1294" fmla="*/ 1986392 h 2398711"/>
              <a:gd name="connsiteX1295" fmla="*/ 1701925 w 2119654"/>
              <a:gd name="connsiteY1295" fmla="*/ 1984118 h 2398711"/>
              <a:gd name="connsiteX1296" fmla="*/ 1701014 w 2119654"/>
              <a:gd name="connsiteY1296" fmla="*/ 1976719 h 2398711"/>
              <a:gd name="connsiteX1297" fmla="*/ 1849593 w 2119654"/>
              <a:gd name="connsiteY1297" fmla="*/ 1640474 h 2398711"/>
              <a:gd name="connsiteX1298" fmla="*/ 1849929 w 2119654"/>
              <a:gd name="connsiteY1298" fmla="*/ 1641995 h 2398711"/>
              <a:gd name="connsiteX1299" fmla="*/ 1853831 w 2119654"/>
              <a:gd name="connsiteY1299" fmla="*/ 1639590 h 2398711"/>
              <a:gd name="connsiteX1300" fmla="*/ 1853436 w 2119654"/>
              <a:gd name="connsiteY1300" fmla="*/ 1638219 h 2398711"/>
              <a:gd name="connsiteX1301" fmla="*/ 1738943 w 2119654"/>
              <a:gd name="connsiteY1301" fmla="*/ 1888005 h 2398711"/>
              <a:gd name="connsiteX1302" fmla="*/ 1739024 w 2119654"/>
              <a:gd name="connsiteY1302" fmla="*/ 1888184 h 2398711"/>
              <a:gd name="connsiteX1303" fmla="*/ 1745405 w 2119654"/>
              <a:gd name="connsiteY1303" fmla="*/ 1886633 h 2398711"/>
              <a:gd name="connsiteX1304" fmla="*/ 1745032 w 2119654"/>
              <a:gd name="connsiteY1304" fmla="*/ 1884489 h 2398711"/>
              <a:gd name="connsiteX1305" fmla="*/ 1744657 w 2119654"/>
              <a:gd name="connsiteY1305" fmla="*/ 1884528 h 2398711"/>
              <a:gd name="connsiteX1306" fmla="*/ 1691987 w 2119654"/>
              <a:gd name="connsiteY1306" fmla="*/ 1992870 h 2398711"/>
              <a:gd name="connsiteX1307" fmla="*/ 1691662 w 2119654"/>
              <a:gd name="connsiteY1307" fmla="*/ 1997571 h 2398711"/>
              <a:gd name="connsiteX1308" fmla="*/ 1693037 w 2119654"/>
              <a:gd name="connsiteY1308" fmla="*/ 1992763 h 2398711"/>
              <a:gd name="connsiteX1309" fmla="*/ 1880743 w 2119654"/>
              <a:gd name="connsiteY1309" fmla="*/ 1570122 h 2398711"/>
              <a:gd name="connsiteX1310" fmla="*/ 1880773 w 2119654"/>
              <a:gd name="connsiteY1310" fmla="*/ 1570155 h 2398711"/>
              <a:gd name="connsiteX1311" fmla="*/ 1880849 w 2119654"/>
              <a:gd name="connsiteY1311" fmla="*/ 1570054 h 2398711"/>
              <a:gd name="connsiteX1312" fmla="*/ 1879690 w 2119654"/>
              <a:gd name="connsiteY1312" fmla="*/ 1572457 h 2398711"/>
              <a:gd name="connsiteX1313" fmla="*/ 1881704 w 2119654"/>
              <a:gd name="connsiteY1313" fmla="*/ 1571904 h 2398711"/>
              <a:gd name="connsiteX1314" fmla="*/ 1880828 w 2119654"/>
              <a:gd name="connsiteY1314" fmla="*/ 1570958 h 2398711"/>
              <a:gd name="connsiteX1315" fmla="*/ 1728813 w 2119654"/>
              <a:gd name="connsiteY1315" fmla="*/ 1910230 h 2398711"/>
              <a:gd name="connsiteX1316" fmla="*/ 1728593 w 2119654"/>
              <a:gd name="connsiteY1316" fmla="*/ 1912624 h 2398711"/>
              <a:gd name="connsiteX1317" fmla="*/ 1734679 w 2119654"/>
              <a:gd name="connsiteY1317" fmla="*/ 1909915 h 2398711"/>
              <a:gd name="connsiteX1318" fmla="*/ 1734565 w 2119654"/>
              <a:gd name="connsiteY1318" fmla="*/ 1909587 h 2398711"/>
              <a:gd name="connsiteX1319" fmla="*/ 1770160 w 2119654"/>
              <a:gd name="connsiteY1319" fmla="*/ 1817381 h 2398711"/>
              <a:gd name="connsiteX1320" fmla="*/ 1770967 w 2119654"/>
              <a:gd name="connsiteY1320" fmla="*/ 1818794 h 2398711"/>
              <a:gd name="connsiteX1321" fmla="*/ 1775226 w 2119654"/>
              <a:gd name="connsiteY1321" fmla="*/ 1816406 h 2398711"/>
              <a:gd name="connsiteX1322" fmla="*/ 1770698 w 2119654"/>
              <a:gd name="connsiteY1322" fmla="*/ 1817045 h 2398711"/>
              <a:gd name="connsiteX1323" fmla="*/ 1720226 w 2119654"/>
              <a:gd name="connsiteY1323" fmla="*/ 1929172 h 2398711"/>
              <a:gd name="connsiteX1324" fmla="*/ 1721823 w 2119654"/>
              <a:gd name="connsiteY1324" fmla="*/ 1934520 h 2398711"/>
              <a:gd name="connsiteX1325" fmla="*/ 1722854 w 2119654"/>
              <a:gd name="connsiteY1325" fmla="*/ 1938565 h 2398711"/>
              <a:gd name="connsiteX1326" fmla="*/ 1725261 w 2119654"/>
              <a:gd name="connsiteY1326" fmla="*/ 1938222 h 2398711"/>
              <a:gd name="connsiteX1327" fmla="*/ 1726295 w 2119654"/>
              <a:gd name="connsiteY1327" fmla="*/ 1926951 h 2398711"/>
              <a:gd name="connsiteX1328" fmla="*/ 1738397 w 2119654"/>
              <a:gd name="connsiteY1328" fmla="*/ 1888337 h 2398711"/>
              <a:gd name="connsiteX1329" fmla="*/ 1738692 w 2119654"/>
              <a:gd name="connsiteY1329" fmla="*/ 1888265 h 2398711"/>
              <a:gd name="connsiteX1330" fmla="*/ 1738652 w 2119654"/>
              <a:gd name="connsiteY1330" fmla="*/ 1888181 h 2398711"/>
              <a:gd name="connsiteX1331" fmla="*/ 1692057 w 2119654"/>
              <a:gd name="connsiteY1331" fmla="*/ 1991867 h 2398711"/>
              <a:gd name="connsiteX1332" fmla="*/ 1692022 w 2119654"/>
              <a:gd name="connsiteY1332" fmla="*/ 1992362 h 2398711"/>
              <a:gd name="connsiteX1333" fmla="*/ 1693185 w 2119654"/>
              <a:gd name="connsiteY1333" fmla="*/ 1992243 h 2398711"/>
              <a:gd name="connsiteX1334" fmla="*/ 1693461 w 2119654"/>
              <a:gd name="connsiteY1334" fmla="*/ 1991282 h 2398711"/>
              <a:gd name="connsiteX1335" fmla="*/ 1852536 w 2119654"/>
              <a:gd name="connsiteY1335" fmla="*/ 1632477 h 2398711"/>
              <a:gd name="connsiteX1336" fmla="*/ 1853161 w 2119654"/>
              <a:gd name="connsiteY1336" fmla="*/ 1634651 h 2398711"/>
              <a:gd name="connsiteX1337" fmla="*/ 1860556 w 2119654"/>
              <a:gd name="connsiteY1337" fmla="*/ 1630311 h 2398711"/>
              <a:gd name="connsiteX1338" fmla="*/ 1699697 w 2119654"/>
              <a:gd name="connsiteY1338" fmla="*/ 1974627 h 2398711"/>
              <a:gd name="connsiteX1339" fmla="*/ 1699516 w 2119654"/>
              <a:gd name="connsiteY1339" fmla="*/ 1976414 h 2398711"/>
              <a:gd name="connsiteX1340" fmla="*/ 1700982 w 2119654"/>
              <a:gd name="connsiteY1340" fmla="*/ 1976464 h 2398711"/>
              <a:gd name="connsiteX1341" fmla="*/ 1700752 w 2119654"/>
              <a:gd name="connsiteY1341" fmla="*/ 1974599 h 2398711"/>
              <a:gd name="connsiteX1342" fmla="*/ 1776594 w 2119654"/>
              <a:gd name="connsiteY1342" fmla="*/ 1802278 h 2398711"/>
              <a:gd name="connsiteX1343" fmla="*/ 1779471 w 2119654"/>
              <a:gd name="connsiteY1343" fmla="*/ 1810945 h 2398711"/>
              <a:gd name="connsiteX1344" fmla="*/ 1788549 w 2119654"/>
              <a:gd name="connsiteY1344" fmla="*/ 1805286 h 2398711"/>
              <a:gd name="connsiteX1345" fmla="*/ 1785572 w 2119654"/>
              <a:gd name="connsiteY1345" fmla="*/ 1799124 h 2398711"/>
              <a:gd name="connsiteX1346" fmla="*/ 1798052 w 2119654"/>
              <a:gd name="connsiteY1346" fmla="*/ 1754228 h 2398711"/>
              <a:gd name="connsiteX1347" fmla="*/ 1798685 w 2119654"/>
              <a:gd name="connsiteY1347" fmla="*/ 1755531 h 2398711"/>
              <a:gd name="connsiteX1348" fmla="*/ 1808652 w 2119654"/>
              <a:gd name="connsiteY1348" fmla="*/ 1750704 h 2398711"/>
              <a:gd name="connsiteX1349" fmla="*/ 1751404 w 2119654"/>
              <a:gd name="connsiteY1349" fmla="*/ 1858458 h 2398711"/>
              <a:gd name="connsiteX1350" fmla="*/ 1758693 w 2119654"/>
              <a:gd name="connsiteY1350" fmla="*/ 1855899 h 2398711"/>
              <a:gd name="connsiteX1351" fmla="*/ 1759133 w 2119654"/>
              <a:gd name="connsiteY1351" fmla="*/ 1852574 h 2398711"/>
              <a:gd name="connsiteX1352" fmla="*/ 1692100 w 2119654"/>
              <a:gd name="connsiteY1352" fmla="*/ 1991249 h 2398711"/>
              <a:gd name="connsiteX1353" fmla="*/ 1692089 w 2119654"/>
              <a:gd name="connsiteY1353" fmla="*/ 1991406 h 2398711"/>
              <a:gd name="connsiteX1354" fmla="*/ 1693606 w 2119654"/>
              <a:gd name="connsiteY1354" fmla="*/ 1990773 h 2398711"/>
              <a:gd name="connsiteX1355" fmla="*/ 1693791 w 2119654"/>
              <a:gd name="connsiteY1355" fmla="*/ 1990125 h 2398711"/>
              <a:gd name="connsiteX1356" fmla="*/ 1761998 w 2119654"/>
              <a:gd name="connsiteY1356" fmla="*/ 1834705 h 2398711"/>
              <a:gd name="connsiteX1357" fmla="*/ 1761521 w 2119654"/>
              <a:gd name="connsiteY1357" fmla="*/ 1838313 h 2398711"/>
              <a:gd name="connsiteX1358" fmla="*/ 1774967 w 2119654"/>
              <a:gd name="connsiteY1358" fmla="*/ 1836636 h 2398711"/>
              <a:gd name="connsiteX1359" fmla="*/ 1776494 w 2119654"/>
              <a:gd name="connsiteY1359" fmla="*/ 1835621 h 2398711"/>
              <a:gd name="connsiteX1360" fmla="*/ 1781909 w 2119654"/>
              <a:gd name="connsiteY1360" fmla="*/ 1831498 h 2398711"/>
              <a:gd name="connsiteX1361" fmla="*/ 1781848 w 2119654"/>
              <a:gd name="connsiteY1361" fmla="*/ 1831261 h 2398711"/>
              <a:gd name="connsiteX1362" fmla="*/ 1699804 w 2119654"/>
              <a:gd name="connsiteY1362" fmla="*/ 1973574 h 2398711"/>
              <a:gd name="connsiteX1363" fmla="*/ 1699793 w 2119654"/>
              <a:gd name="connsiteY1363" fmla="*/ 1973680 h 2398711"/>
              <a:gd name="connsiteX1364" fmla="*/ 1700122 w 2119654"/>
              <a:gd name="connsiteY1364" fmla="*/ 1973550 h 2398711"/>
              <a:gd name="connsiteX1365" fmla="*/ 1939663 w 2119654"/>
              <a:gd name="connsiteY1365" fmla="*/ 1436477 h 2398711"/>
              <a:gd name="connsiteX1366" fmla="*/ 1947225 w 2119654"/>
              <a:gd name="connsiteY1366" fmla="*/ 1430391 h 2398711"/>
              <a:gd name="connsiteX1367" fmla="*/ 1941465 w 2119654"/>
              <a:gd name="connsiteY1367" fmla="*/ 1432971 h 2398711"/>
              <a:gd name="connsiteX1368" fmla="*/ 1877377 w 2119654"/>
              <a:gd name="connsiteY1368" fmla="*/ 1575502 h 2398711"/>
              <a:gd name="connsiteX1369" fmla="*/ 1882728 w 2119654"/>
              <a:gd name="connsiteY1369" fmla="*/ 1573013 h 2398711"/>
              <a:gd name="connsiteX1370" fmla="*/ 1882706 w 2119654"/>
              <a:gd name="connsiteY1370" fmla="*/ 1572989 h 2398711"/>
              <a:gd name="connsiteX1371" fmla="*/ 1881128 w 2119654"/>
              <a:gd name="connsiteY1371" fmla="*/ 1573491 h 2398711"/>
              <a:gd name="connsiteX1372" fmla="*/ 1878319 w 2119654"/>
              <a:gd name="connsiteY1372" fmla="*/ 1574261 h 2398711"/>
              <a:gd name="connsiteX1373" fmla="*/ 1698064 w 2119654"/>
              <a:gd name="connsiteY1373" fmla="*/ 1976619 h 2398711"/>
              <a:gd name="connsiteX1374" fmla="*/ 1694509 w 2119654"/>
              <a:gd name="connsiteY1374" fmla="*/ 1989046 h 2398711"/>
              <a:gd name="connsiteX1375" fmla="*/ 1697963 w 2119654"/>
              <a:gd name="connsiteY1375" fmla="*/ 1986751 h 2398711"/>
              <a:gd name="connsiteX1376" fmla="*/ 1698988 w 2119654"/>
              <a:gd name="connsiteY1376" fmla="*/ 1976651 h 2398711"/>
              <a:gd name="connsiteX1377" fmla="*/ 1719801 w 2119654"/>
              <a:gd name="connsiteY1377" fmla="*/ 1927748 h 2398711"/>
              <a:gd name="connsiteX1378" fmla="*/ 1720161 w 2119654"/>
              <a:gd name="connsiteY1378" fmla="*/ 1928955 h 2398711"/>
              <a:gd name="connsiteX1379" fmla="*/ 1726318 w 2119654"/>
              <a:gd name="connsiteY1379" fmla="*/ 1926702 h 2398711"/>
              <a:gd name="connsiteX1380" fmla="*/ 1726698 w 2119654"/>
              <a:gd name="connsiteY1380" fmla="*/ 1922565 h 2398711"/>
              <a:gd name="connsiteX1381" fmla="*/ 1725126 w 2119654"/>
              <a:gd name="connsiteY1381" fmla="*/ 1922508 h 2398711"/>
              <a:gd name="connsiteX1382" fmla="*/ 1744407 w 2119654"/>
              <a:gd name="connsiteY1382" fmla="*/ 1872489 h 2398711"/>
              <a:gd name="connsiteX1383" fmla="*/ 1753065 w 2119654"/>
              <a:gd name="connsiteY1383" fmla="*/ 1872589 h 2398711"/>
              <a:gd name="connsiteX1384" fmla="*/ 1756487 w 2119654"/>
              <a:gd name="connsiteY1384" fmla="*/ 1872583 h 2398711"/>
              <a:gd name="connsiteX1385" fmla="*/ 1757348 w 2119654"/>
              <a:gd name="connsiteY1385" fmla="*/ 1866069 h 2398711"/>
              <a:gd name="connsiteX1386" fmla="*/ 1698515 w 2119654"/>
              <a:gd name="connsiteY1386" fmla="*/ 1975041 h 2398711"/>
              <a:gd name="connsiteX1387" fmla="*/ 1698135 w 2119654"/>
              <a:gd name="connsiteY1387" fmla="*/ 1976367 h 2398711"/>
              <a:gd name="connsiteX1388" fmla="*/ 1699014 w 2119654"/>
              <a:gd name="connsiteY1388" fmla="*/ 1976397 h 2398711"/>
              <a:gd name="connsiteX1389" fmla="*/ 1699181 w 2119654"/>
              <a:gd name="connsiteY1389" fmla="*/ 1974748 h 2398711"/>
              <a:gd name="connsiteX1390" fmla="*/ 1690499 w 2119654"/>
              <a:gd name="connsiteY1390" fmla="*/ 1992517 h 2398711"/>
              <a:gd name="connsiteX1391" fmla="*/ 1691184 w 2119654"/>
              <a:gd name="connsiteY1391" fmla="*/ 1992447 h 2398711"/>
              <a:gd name="connsiteX1392" fmla="*/ 1691188 w 2119654"/>
              <a:gd name="connsiteY1392" fmla="*/ 1992230 h 2398711"/>
              <a:gd name="connsiteX1393" fmla="*/ 1698915 w 2119654"/>
              <a:gd name="connsiteY1393" fmla="*/ 1973641 h 2398711"/>
              <a:gd name="connsiteX1394" fmla="*/ 1698839 w 2119654"/>
              <a:gd name="connsiteY1394" fmla="*/ 1973909 h 2398711"/>
              <a:gd name="connsiteX1395" fmla="*/ 1699277 w 2119654"/>
              <a:gd name="connsiteY1395" fmla="*/ 1973804 h 2398711"/>
              <a:gd name="connsiteX1396" fmla="*/ 1699297 w 2119654"/>
              <a:gd name="connsiteY1396" fmla="*/ 1973612 h 2398711"/>
              <a:gd name="connsiteX1397" fmla="*/ 1790291 w 2119654"/>
              <a:gd name="connsiteY1397" fmla="*/ 1768969 h 2398711"/>
              <a:gd name="connsiteX1398" fmla="*/ 1792634 w 2119654"/>
              <a:gd name="connsiteY1398" fmla="*/ 1775515 h 2398711"/>
              <a:gd name="connsiteX1399" fmla="*/ 1795550 w 2119654"/>
              <a:gd name="connsiteY1399" fmla="*/ 1778669 h 2398711"/>
              <a:gd name="connsiteX1400" fmla="*/ 1795673 w 2119654"/>
              <a:gd name="connsiteY1400" fmla="*/ 1778559 h 2398711"/>
              <a:gd name="connsiteX1401" fmla="*/ 1792780 w 2119654"/>
              <a:gd name="connsiteY1401" fmla="*/ 1767581 h 2398711"/>
              <a:gd name="connsiteX1402" fmla="*/ 1791362 w 2119654"/>
              <a:gd name="connsiteY1402" fmla="*/ 1768372 h 2398711"/>
              <a:gd name="connsiteX1403" fmla="*/ 1792105 w 2119654"/>
              <a:gd name="connsiteY1403" fmla="*/ 1769763 h 2398711"/>
              <a:gd name="connsiteX1404" fmla="*/ 1792024 w 2119654"/>
              <a:gd name="connsiteY1404" fmla="*/ 1770056 h 2398711"/>
              <a:gd name="connsiteX1405" fmla="*/ 1791180 w 2119654"/>
              <a:gd name="connsiteY1405" fmla="*/ 1768474 h 2398711"/>
              <a:gd name="connsiteX1406" fmla="*/ 1775140 w 2119654"/>
              <a:gd name="connsiteY1406" fmla="*/ 1802788 h 2398711"/>
              <a:gd name="connsiteX1407" fmla="*/ 1777529 w 2119654"/>
              <a:gd name="connsiteY1407" fmla="*/ 1812155 h 2398711"/>
              <a:gd name="connsiteX1408" fmla="*/ 1777737 w 2119654"/>
              <a:gd name="connsiteY1408" fmla="*/ 1812025 h 2398711"/>
              <a:gd name="connsiteX1409" fmla="*/ 1776519 w 2119654"/>
              <a:gd name="connsiteY1409" fmla="*/ 1806517 h 2398711"/>
              <a:gd name="connsiteX1410" fmla="*/ 1775266 w 2119654"/>
              <a:gd name="connsiteY1410" fmla="*/ 1802744 h 2398711"/>
              <a:gd name="connsiteX1411" fmla="*/ 1778527 w 2119654"/>
              <a:gd name="connsiteY1411" fmla="*/ 1794975 h 2398711"/>
              <a:gd name="connsiteX1412" fmla="*/ 1782820 w 2119654"/>
              <a:gd name="connsiteY1412" fmla="*/ 1793547 h 2398711"/>
              <a:gd name="connsiteX1413" fmla="*/ 1782166 w 2119654"/>
              <a:gd name="connsiteY1413" fmla="*/ 1792237 h 2398711"/>
              <a:gd name="connsiteX1414" fmla="*/ 1781463 w 2119654"/>
              <a:gd name="connsiteY1414" fmla="*/ 1792327 h 2398711"/>
              <a:gd name="connsiteX1415" fmla="*/ 1699502 w 2119654"/>
              <a:gd name="connsiteY1415" fmla="*/ 1971592 h 2398711"/>
              <a:gd name="connsiteX1416" fmla="*/ 1698982 w 2119654"/>
              <a:gd name="connsiteY1416" fmla="*/ 1973406 h 2398711"/>
              <a:gd name="connsiteX1417" fmla="*/ 1699320 w 2119654"/>
              <a:gd name="connsiteY1417" fmla="*/ 1973381 h 2398711"/>
              <a:gd name="connsiteX1418" fmla="*/ 1700175 w 2119654"/>
              <a:gd name="connsiteY1418" fmla="*/ 1969918 h 2398711"/>
              <a:gd name="connsiteX1419" fmla="*/ 1699828 w 2119654"/>
              <a:gd name="connsiteY1419" fmla="*/ 1973343 h 2398711"/>
              <a:gd name="connsiteX1420" fmla="*/ 1700590 w 2119654"/>
              <a:gd name="connsiteY1420" fmla="*/ 1973286 h 2398711"/>
              <a:gd name="connsiteX1421" fmla="*/ 1929499 w 2119654"/>
              <a:gd name="connsiteY1421" fmla="*/ 1456267 h 2398711"/>
              <a:gd name="connsiteX1422" fmla="*/ 1930995 w 2119654"/>
              <a:gd name="connsiteY1422" fmla="*/ 1457833 h 2398711"/>
              <a:gd name="connsiteX1423" fmla="*/ 1965759 w 2119654"/>
              <a:gd name="connsiteY1423" fmla="*/ 1427455 h 2398711"/>
              <a:gd name="connsiteX1424" fmla="*/ 1973947 w 2119654"/>
              <a:gd name="connsiteY1424" fmla="*/ 1419549 h 2398711"/>
              <a:gd name="connsiteX1425" fmla="*/ 1975031 w 2119654"/>
              <a:gd name="connsiteY1425" fmla="*/ 1417936 h 2398711"/>
              <a:gd name="connsiteX1426" fmla="*/ 1948447 w 2119654"/>
              <a:gd name="connsiteY1426" fmla="*/ 1429843 h 2398711"/>
              <a:gd name="connsiteX1427" fmla="*/ 1939282 w 2119654"/>
              <a:gd name="connsiteY1427" fmla="*/ 1437221 h 2398711"/>
              <a:gd name="connsiteX1428" fmla="*/ 1729357 w 2119654"/>
              <a:gd name="connsiteY1428" fmla="*/ 1904302 h 2398711"/>
              <a:gd name="connsiteX1429" fmla="*/ 1728858 w 2119654"/>
              <a:gd name="connsiteY1429" fmla="*/ 1909740 h 2398711"/>
              <a:gd name="connsiteX1430" fmla="*/ 1734431 w 2119654"/>
              <a:gd name="connsiteY1430" fmla="*/ 1909195 h 2398711"/>
              <a:gd name="connsiteX1431" fmla="*/ 1732190 w 2119654"/>
              <a:gd name="connsiteY1431" fmla="*/ 1902671 h 2398711"/>
              <a:gd name="connsiteX1432" fmla="*/ 1743326 w 2119654"/>
              <a:gd name="connsiteY1432" fmla="*/ 1873012 h 2398711"/>
              <a:gd name="connsiteX1433" fmla="*/ 1744013 w 2119654"/>
              <a:gd name="connsiteY1433" fmla="*/ 1876967 h 2398711"/>
              <a:gd name="connsiteX1434" fmla="*/ 1753574 w 2119654"/>
              <a:gd name="connsiteY1434" fmla="*/ 1875276 h 2398711"/>
              <a:gd name="connsiteX1435" fmla="*/ 1753458 w 2119654"/>
              <a:gd name="connsiteY1435" fmla="*/ 1875407 h 2398711"/>
              <a:gd name="connsiteX1436" fmla="*/ 1744031 w 2119654"/>
              <a:gd name="connsiteY1436" fmla="*/ 1877075 h 2398711"/>
              <a:gd name="connsiteX1437" fmla="*/ 1744936 w 2119654"/>
              <a:gd name="connsiteY1437" fmla="*/ 1882287 h 2398711"/>
              <a:gd name="connsiteX1438" fmla="*/ 1756102 w 2119654"/>
              <a:gd name="connsiteY1438" fmla="*/ 1875495 h 2398711"/>
              <a:gd name="connsiteX1439" fmla="*/ 1756464 w 2119654"/>
              <a:gd name="connsiteY1439" fmla="*/ 1872757 h 2398711"/>
              <a:gd name="connsiteX1440" fmla="*/ 1743807 w 2119654"/>
              <a:gd name="connsiteY1440" fmla="*/ 1872782 h 2398711"/>
              <a:gd name="connsiteX1441" fmla="*/ 1717841 w 2119654"/>
              <a:gd name="connsiteY1441" fmla="*/ 1930045 h 2398711"/>
              <a:gd name="connsiteX1442" fmla="*/ 1717195 w 2119654"/>
              <a:gd name="connsiteY1442" fmla="*/ 1939372 h 2398711"/>
              <a:gd name="connsiteX1443" fmla="*/ 1721980 w 2119654"/>
              <a:gd name="connsiteY1443" fmla="*/ 1938689 h 2398711"/>
              <a:gd name="connsiteX1444" fmla="*/ 1719245 w 2119654"/>
              <a:gd name="connsiteY1444" fmla="*/ 1929532 h 2398711"/>
              <a:gd name="connsiteX1445" fmla="*/ 1875627 w 2119654"/>
              <a:gd name="connsiteY1445" fmla="*/ 1576493 h 2398711"/>
              <a:gd name="connsiteX1446" fmla="*/ 1875992 w 2119654"/>
              <a:gd name="connsiteY1446" fmla="*/ 1576450 h 2398711"/>
              <a:gd name="connsiteX1447" fmla="*/ 1876141 w 2119654"/>
              <a:gd name="connsiteY1447" fmla="*/ 1576253 h 2398711"/>
              <a:gd name="connsiteX1448" fmla="*/ 1879199 w 2119654"/>
              <a:gd name="connsiteY1448" fmla="*/ 1568453 h 2398711"/>
              <a:gd name="connsiteX1449" fmla="*/ 1880520 w 2119654"/>
              <a:gd name="connsiteY1449" fmla="*/ 1569881 h 2398711"/>
              <a:gd name="connsiteX1450" fmla="*/ 1881420 w 2119654"/>
              <a:gd name="connsiteY1450" fmla="*/ 1569303 h 2398711"/>
              <a:gd name="connsiteX1451" fmla="*/ 1885515 w 2119654"/>
              <a:gd name="connsiteY1451" fmla="*/ 1563910 h 2398711"/>
              <a:gd name="connsiteX1452" fmla="*/ 1885370 w 2119654"/>
              <a:gd name="connsiteY1452" fmla="*/ 1563697 h 2398711"/>
              <a:gd name="connsiteX1453" fmla="*/ 1793577 w 2119654"/>
              <a:gd name="connsiteY1453" fmla="*/ 1760172 h 2398711"/>
              <a:gd name="connsiteX1454" fmla="*/ 1796760 w 2119654"/>
              <a:gd name="connsiteY1454" fmla="*/ 1764834 h 2398711"/>
              <a:gd name="connsiteX1455" fmla="*/ 1801562 w 2119654"/>
              <a:gd name="connsiteY1455" fmla="*/ 1762154 h 2398711"/>
              <a:gd name="connsiteX1456" fmla="*/ 1799575 w 2119654"/>
              <a:gd name="connsiteY1456" fmla="*/ 1758068 h 2398711"/>
              <a:gd name="connsiteX1457" fmla="*/ 1737693 w 2119654"/>
              <a:gd name="connsiteY1457" fmla="*/ 1885264 h 2398711"/>
              <a:gd name="connsiteX1458" fmla="*/ 1738203 w 2119654"/>
              <a:gd name="connsiteY1458" fmla="*/ 1886383 h 2398711"/>
              <a:gd name="connsiteX1459" fmla="*/ 1740538 w 2119654"/>
              <a:gd name="connsiteY1459" fmla="*/ 1884963 h 2398711"/>
              <a:gd name="connsiteX1460" fmla="*/ 1874095 w 2119654"/>
              <a:gd name="connsiteY1460" fmla="*/ 1579823 h 2398711"/>
              <a:gd name="connsiteX1461" fmla="*/ 1875051 w 2119654"/>
              <a:gd name="connsiteY1461" fmla="*/ 1579478 h 2398711"/>
              <a:gd name="connsiteX1462" fmla="*/ 1875393 w 2119654"/>
              <a:gd name="connsiteY1462" fmla="*/ 1579351 h 2398711"/>
              <a:gd name="connsiteX1463" fmla="*/ 1884309 w 2119654"/>
              <a:gd name="connsiteY1463" fmla="*/ 1574723 h 2398711"/>
              <a:gd name="connsiteX1464" fmla="*/ 1882841 w 2119654"/>
              <a:gd name="connsiteY1464" fmla="*/ 1573134 h 2398711"/>
              <a:gd name="connsiteX1465" fmla="*/ 1882838 w 2119654"/>
              <a:gd name="connsiteY1465" fmla="*/ 1573139 h 2398711"/>
              <a:gd name="connsiteX1466" fmla="*/ 1877169 w 2119654"/>
              <a:gd name="connsiteY1466" fmla="*/ 1575775 h 2398711"/>
              <a:gd name="connsiteX1467" fmla="*/ 1717871 w 2119654"/>
              <a:gd name="connsiteY1467" fmla="*/ 1929622 h 2398711"/>
              <a:gd name="connsiteX1468" fmla="*/ 1717858 w 2119654"/>
              <a:gd name="connsiteY1468" fmla="*/ 1929799 h 2398711"/>
              <a:gd name="connsiteX1469" fmla="*/ 1719180 w 2119654"/>
              <a:gd name="connsiteY1469" fmla="*/ 1929315 h 2398711"/>
              <a:gd name="connsiteX1470" fmla="*/ 1718960 w 2119654"/>
              <a:gd name="connsiteY1470" fmla="*/ 1928577 h 2398711"/>
              <a:gd name="connsiteX1471" fmla="*/ 1718902 w 2119654"/>
              <a:gd name="connsiteY1471" fmla="*/ 1928634 h 2398711"/>
              <a:gd name="connsiteX1472" fmla="*/ 1780727 w 2119654"/>
              <a:gd name="connsiteY1472" fmla="*/ 1788853 h 2398711"/>
              <a:gd name="connsiteX1473" fmla="*/ 1781334 w 2119654"/>
              <a:gd name="connsiteY1473" fmla="*/ 1790110 h 2398711"/>
              <a:gd name="connsiteX1474" fmla="*/ 1783475 w 2119654"/>
              <a:gd name="connsiteY1474" fmla="*/ 1789396 h 2398711"/>
              <a:gd name="connsiteX1475" fmla="*/ 1784760 w 2119654"/>
              <a:gd name="connsiteY1475" fmla="*/ 1788327 h 2398711"/>
              <a:gd name="connsiteX1476" fmla="*/ 1779261 w 2119654"/>
              <a:gd name="connsiteY1476" fmla="*/ 1792113 h 2398711"/>
              <a:gd name="connsiteX1477" fmla="*/ 1780380 w 2119654"/>
              <a:gd name="connsiteY1477" fmla="*/ 1791969 h 2398711"/>
              <a:gd name="connsiteX1478" fmla="*/ 1781001 w 2119654"/>
              <a:gd name="connsiteY1478" fmla="*/ 1791453 h 2398711"/>
              <a:gd name="connsiteX1479" fmla="*/ 1926820 w 2119654"/>
              <a:gd name="connsiteY1479" fmla="*/ 1461481 h 2398711"/>
              <a:gd name="connsiteX1480" fmla="*/ 1930765 w 2119654"/>
              <a:gd name="connsiteY1480" fmla="*/ 1458034 h 2398711"/>
              <a:gd name="connsiteX1481" fmla="*/ 1929350 w 2119654"/>
              <a:gd name="connsiteY1481" fmla="*/ 1456555 h 2398711"/>
              <a:gd name="connsiteX1482" fmla="*/ 1732775 w 2119654"/>
              <a:gd name="connsiteY1482" fmla="*/ 1895933 h 2398711"/>
              <a:gd name="connsiteX1483" fmla="*/ 1735308 w 2119654"/>
              <a:gd name="connsiteY1483" fmla="*/ 1900697 h 2398711"/>
              <a:gd name="connsiteX1484" fmla="*/ 1736360 w 2119654"/>
              <a:gd name="connsiteY1484" fmla="*/ 1900091 h 2398711"/>
              <a:gd name="connsiteX1485" fmla="*/ 1736267 w 2119654"/>
              <a:gd name="connsiteY1485" fmla="*/ 1900323 h 2398711"/>
              <a:gd name="connsiteX1486" fmla="*/ 1735294 w 2119654"/>
              <a:gd name="connsiteY1486" fmla="*/ 1900884 h 2398711"/>
              <a:gd name="connsiteX1487" fmla="*/ 1735279 w 2119654"/>
              <a:gd name="connsiteY1487" fmla="*/ 1900939 h 2398711"/>
              <a:gd name="connsiteX1488" fmla="*/ 1735260 w 2119654"/>
              <a:gd name="connsiteY1488" fmla="*/ 1900903 h 2398711"/>
              <a:gd name="connsiteX1489" fmla="*/ 1733263 w 2119654"/>
              <a:gd name="connsiteY1489" fmla="*/ 1902053 h 2398711"/>
              <a:gd name="connsiteX1490" fmla="*/ 1734974 w 2119654"/>
              <a:gd name="connsiteY1490" fmla="*/ 1907036 h 2398711"/>
              <a:gd name="connsiteX1491" fmla="*/ 1735472 w 2119654"/>
              <a:gd name="connsiteY1491" fmla="*/ 1909094 h 2398711"/>
              <a:gd name="connsiteX1492" fmla="*/ 1736821 w 2119654"/>
              <a:gd name="connsiteY1492" fmla="*/ 1908961 h 2398711"/>
              <a:gd name="connsiteX1493" fmla="*/ 1740143 w 2119654"/>
              <a:gd name="connsiteY1493" fmla="*/ 1907483 h 2398711"/>
              <a:gd name="connsiteX1494" fmla="*/ 1744370 w 2119654"/>
              <a:gd name="connsiteY1494" fmla="*/ 1903324 h 2398711"/>
              <a:gd name="connsiteX1495" fmla="*/ 1744334 w 2119654"/>
              <a:gd name="connsiteY1495" fmla="*/ 1903608 h 2398711"/>
              <a:gd name="connsiteX1496" fmla="*/ 1740605 w 2119654"/>
              <a:gd name="connsiteY1496" fmla="*/ 1907278 h 2398711"/>
              <a:gd name="connsiteX1497" fmla="*/ 1746365 w 2119654"/>
              <a:gd name="connsiteY1497" fmla="*/ 1904716 h 2398711"/>
              <a:gd name="connsiteX1498" fmla="*/ 1743530 w 2119654"/>
              <a:gd name="connsiteY1498" fmla="*/ 1898498 h 2398711"/>
              <a:gd name="connsiteX1499" fmla="*/ 1742164 w 2119654"/>
              <a:gd name="connsiteY1499" fmla="*/ 1895609 h 2398711"/>
              <a:gd name="connsiteX1500" fmla="*/ 1796985 w 2119654"/>
              <a:gd name="connsiteY1500" fmla="*/ 1752035 h 2398711"/>
              <a:gd name="connsiteX1501" fmla="*/ 1797874 w 2119654"/>
              <a:gd name="connsiteY1501" fmla="*/ 1753862 h 2398711"/>
              <a:gd name="connsiteX1502" fmla="*/ 1811447 w 2119654"/>
              <a:gd name="connsiteY1502" fmla="*/ 1749351 h 2398711"/>
              <a:gd name="connsiteX1503" fmla="*/ 1822278 w 2119654"/>
              <a:gd name="connsiteY1503" fmla="*/ 1744106 h 2398711"/>
              <a:gd name="connsiteX1504" fmla="*/ 1844190 w 2119654"/>
              <a:gd name="connsiteY1504" fmla="*/ 1733120 h 2398711"/>
              <a:gd name="connsiteX1505" fmla="*/ 1844079 w 2119654"/>
              <a:gd name="connsiteY1505" fmla="*/ 1733429 h 2398711"/>
              <a:gd name="connsiteX1506" fmla="*/ 1812607 w 2119654"/>
              <a:gd name="connsiteY1506" fmla="*/ 1749208 h 2398711"/>
              <a:gd name="connsiteX1507" fmla="*/ 1812453 w 2119654"/>
              <a:gd name="connsiteY1507" fmla="*/ 1749441 h 2398711"/>
              <a:gd name="connsiteX1508" fmla="*/ 1811531 w 2119654"/>
              <a:gd name="connsiteY1508" fmla="*/ 1749747 h 2398711"/>
              <a:gd name="connsiteX1509" fmla="*/ 1804486 w 2119654"/>
              <a:gd name="connsiteY1509" fmla="*/ 1753280 h 2398711"/>
              <a:gd name="connsiteX1510" fmla="*/ 1798905 w 2119654"/>
              <a:gd name="connsiteY1510" fmla="*/ 1755982 h 2398711"/>
              <a:gd name="connsiteX1511" fmla="*/ 1799024 w 2119654"/>
              <a:gd name="connsiteY1511" fmla="*/ 1756226 h 2398711"/>
              <a:gd name="connsiteX1512" fmla="*/ 1805643 w 2119654"/>
              <a:gd name="connsiteY1512" fmla="*/ 1755226 h 2398711"/>
              <a:gd name="connsiteX1513" fmla="*/ 1828096 w 2119654"/>
              <a:gd name="connsiteY1513" fmla="*/ 1747347 h 2398711"/>
              <a:gd name="connsiteX1514" fmla="*/ 1832910 w 2119654"/>
              <a:gd name="connsiteY1514" fmla="*/ 1744660 h 2398711"/>
              <a:gd name="connsiteX1515" fmla="*/ 1833935 w 2119654"/>
              <a:gd name="connsiteY1515" fmla="*/ 1744070 h 2398711"/>
              <a:gd name="connsiteX1516" fmla="*/ 1849663 w 2119654"/>
              <a:gd name="connsiteY1516" fmla="*/ 1729892 h 2398711"/>
              <a:gd name="connsiteX1517" fmla="*/ 1826793 w 2119654"/>
              <a:gd name="connsiteY1517" fmla="*/ 1740124 h 2398711"/>
              <a:gd name="connsiteX1518" fmla="*/ 1767415 w 2119654"/>
              <a:gd name="connsiteY1518" fmla="*/ 1817508 h 2398711"/>
              <a:gd name="connsiteX1519" fmla="*/ 1767506 w 2119654"/>
              <a:gd name="connsiteY1519" fmla="*/ 1818402 h 2398711"/>
              <a:gd name="connsiteX1520" fmla="*/ 1769385 w 2119654"/>
              <a:gd name="connsiteY1520" fmla="*/ 1817231 h 2398711"/>
              <a:gd name="connsiteX1521" fmla="*/ 1768645 w 2119654"/>
              <a:gd name="connsiteY1521" fmla="*/ 1814731 h 2398711"/>
              <a:gd name="connsiteX1522" fmla="*/ 1769765 w 2119654"/>
              <a:gd name="connsiteY1522" fmla="*/ 1816691 h 2398711"/>
              <a:gd name="connsiteX1523" fmla="*/ 1770392 w 2119654"/>
              <a:gd name="connsiteY1523" fmla="*/ 1816603 h 2398711"/>
              <a:gd name="connsiteX1524" fmla="*/ 1774326 w 2119654"/>
              <a:gd name="connsiteY1524" fmla="*/ 1814150 h 2398711"/>
              <a:gd name="connsiteX1525" fmla="*/ 1851539 w 2119654"/>
              <a:gd name="connsiteY1525" fmla="*/ 1629012 h 2398711"/>
              <a:gd name="connsiteX1526" fmla="*/ 1852369 w 2119654"/>
              <a:gd name="connsiteY1526" fmla="*/ 1631896 h 2398711"/>
              <a:gd name="connsiteX1527" fmla="*/ 1862201 w 2119654"/>
              <a:gd name="connsiteY1527" fmla="*/ 1629345 h 2398711"/>
              <a:gd name="connsiteX1528" fmla="*/ 1867018 w 2119654"/>
              <a:gd name="connsiteY1528" fmla="*/ 1626517 h 2398711"/>
              <a:gd name="connsiteX1529" fmla="*/ 1870256 w 2119654"/>
              <a:gd name="connsiteY1529" fmla="*/ 1624051 h 2398711"/>
              <a:gd name="connsiteX1530" fmla="*/ 1701323 w 2119654"/>
              <a:gd name="connsiteY1530" fmla="*/ 1965219 h 2398711"/>
              <a:gd name="connsiteX1531" fmla="*/ 1700483 w 2119654"/>
              <a:gd name="connsiteY1531" fmla="*/ 1968157 h 2398711"/>
              <a:gd name="connsiteX1532" fmla="*/ 1701034 w 2119654"/>
              <a:gd name="connsiteY1532" fmla="*/ 1973191 h 2398711"/>
              <a:gd name="connsiteX1533" fmla="*/ 1702588 w 2119654"/>
              <a:gd name="connsiteY1533" fmla="*/ 1972580 h 2398711"/>
              <a:gd name="connsiteX1534" fmla="*/ 1774672 w 2119654"/>
              <a:gd name="connsiteY1534" fmla="*/ 1800955 h 2398711"/>
              <a:gd name="connsiteX1535" fmla="*/ 1774975 w 2119654"/>
              <a:gd name="connsiteY1535" fmla="*/ 1802141 h 2398711"/>
              <a:gd name="connsiteX1536" fmla="*/ 1775056 w 2119654"/>
              <a:gd name="connsiteY1536" fmla="*/ 1802112 h 2398711"/>
              <a:gd name="connsiteX1537" fmla="*/ 1790166 w 2119654"/>
              <a:gd name="connsiteY1537" fmla="*/ 1766135 h 2398711"/>
              <a:gd name="connsiteX1538" fmla="*/ 1791145 w 2119654"/>
              <a:gd name="connsiteY1538" fmla="*/ 1767967 h 2398711"/>
              <a:gd name="connsiteX1539" fmla="*/ 1792659 w 2119654"/>
              <a:gd name="connsiteY1539" fmla="*/ 1767123 h 2398711"/>
              <a:gd name="connsiteX1540" fmla="*/ 1792122 w 2119654"/>
              <a:gd name="connsiteY1540" fmla="*/ 1765087 h 2398711"/>
              <a:gd name="connsiteX1541" fmla="*/ 1701618 w 2119654"/>
              <a:gd name="connsiteY1541" fmla="*/ 1964190 h 2398711"/>
              <a:gd name="connsiteX1542" fmla="*/ 1701444 w 2119654"/>
              <a:gd name="connsiteY1542" fmla="*/ 1964799 h 2398711"/>
              <a:gd name="connsiteX1543" fmla="*/ 1702767 w 2119654"/>
              <a:gd name="connsiteY1543" fmla="*/ 1972510 h 2398711"/>
              <a:gd name="connsiteX1544" fmla="*/ 1704531 w 2119654"/>
              <a:gd name="connsiteY1544" fmla="*/ 1971815 h 2398711"/>
              <a:gd name="connsiteX1545" fmla="*/ 1714513 w 2119654"/>
              <a:gd name="connsiteY1545" fmla="*/ 1967422 h 2398711"/>
              <a:gd name="connsiteX1546" fmla="*/ 1714879 w 2119654"/>
              <a:gd name="connsiteY1546" fmla="*/ 1961984 h 2398711"/>
              <a:gd name="connsiteX1547" fmla="*/ 1763109 w 2119654"/>
              <a:gd name="connsiteY1547" fmla="*/ 1826305 h 2398711"/>
              <a:gd name="connsiteX1548" fmla="*/ 1762157 w 2119654"/>
              <a:gd name="connsiteY1548" fmla="*/ 1833504 h 2398711"/>
              <a:gd name="connsiteX1549" fmla="*/ 1773823 w 2119654"/>
              <a:gd name="connsiteY1549" fmla="*/ 1832121 h 2398711"/>
              <a:gd name="connsiteX1550" fmla="*/ 1781718 w 2119654"/>
              <a:gd name="connsiteY1550" fmla="*/ 1830750 h 2398711"/>
              <a:gd name="connsiteX1551" fmla="*/ 1780673 w 2119654"/>
              <a:gd name="connsiteY1551" fmla="*/ 1826657 h 2398711"/>
              <a:gd name="connsiteX1552" fmla="*/ 1777364 w 2119654"/>
              <a:gd name="connsiteY1552" fmla="*/ 1820104 h 2398711"/>
              <a:gd name="connsiteX1553" fmla="*/ 1787846 w 2119654"/>
              <a:gd name="connsiteY1553" fmla="*/ 1770334 h 2398711"/>
              <a:gd name="connsiteX1554" fmla="*/ 1792249 w 2119654"/>
              <a:gd name="connsiteY1554" fmla="*/ 1775098 h 2398711"/>
              <a:gd name="connsiteX1555" fmla="*/ 1790094 w 2119654"/>
              <a:gd name="connsiteY1555" fmla="*/ 1769079 h 2398711"/>
              <a:gd name="connsiteX1556" fmla="*/ 1918233 w 2119654"/>
              <a:gd name="connsiteY1556" fmla="*/ 1478199 h 2398711"/>
              <a:gd name="connsiteX1557" fmla="*/ 1921868 w 2119654"/>
              <a:gd name="connsiteY1557" fmla="*/ 1476582 h 2398711"/>
              <a:gd name="connsiteX1558" fmla="*/ 1940309 w 2119654"/>
              <a:gd name="connsiteY1558" fmla="*/ 1468026 h 2398711"/>
              <a:gd name="connsiteX1559" fmla="*/ 1932478 w 2119654"/>
              <a:gd name="connsiteY1559" fmla="*/ 1459828 h 2398711"/>
              <a:gd name="connsiteX1560" fmla="*/ 1923587 w 2119654"/>
              <a:gd name="connsiteY1560" fmla="*/ 1467775 h 2398711"/>
              <a:gd name="connsiteX1561" fmla="*/ 1789420 w 2119654"/>
              <a:gd name="connsiteY1561" fmla="*/ 1766536 h 2398711"/>
              <a:gd name="connsiteX1562" fmla="*/ 1790134 w 2119654"/>
              <a:gd name="connsiteY1562" fmla="*/ 1768531 h 2398711"/>
              <a:gd name="connsiteX1563" fmla="*/ 1790963 w 2119654"/>
              <a:gd name="connsiteY1563" fmla="*/ 1768069 h 2398711"/>
              <a:gd name="connsiteX1564" fmla="*/ 1789982 w 2119654"/>
              <a:gd name="connsiteY1564" fmla="*/ 1766234 h 2398711"/>
              <a:gd name="connsiteX1565" fmla="*/ 1890652 w 2119654"/>
              <a:gd name="connsiteY1565" fmla="*/ 1539808 h 2398711"/>
              <a:gd name="connsiteX1566" fmla="*/ 1890972 w 2119654"/>
              <a:gd name="connsiteY1566" fmla="*/ 1539459 h 2398711"/>
              <a:gd name="connsiteX1567" fmla="*/ 1910357 w 2119654"/>
              <a:gd name="connsiteY1567" fmla="*/ 1517772 h 2398711"/>
              <a:gd name="connsiteX1568" fmla="*/ 1899827 w 2119654"/>
              <a:gd name="connsiteY1568" fmla="*/ 1527263 h 2398711"/>
              <a:gd name="connsiteX1569" fmla="*/ 1792752 w 2119654"/>
              <a:gd name="connsiteY1569" fmla="*/ 1758962 h 2398711"/>
              <a:gd name="connsiteX1570" fmla="*/ 1793076 w 2119654"/>
              <a:gd name="connsiteY1570" fmla="*/ 1759436 h 2398711"/>
              <a:gd name="connsiteX1571" fmla="*/ 1797573 w 2119654"/>
              <a:gd name="connsiteY1571" fmla="*/ 1758058 h 2398711"/>
              <a:gd name="connsiteX1572" fmla="*/ 1799279 w 2119654"/>
              <a:gd name="connsiteY1572" fmla="*/ 1757459 h 2398711"/>
              <a:gd name="connsiteX1573" fmla="*/ 1798943 w 2119654"/>
              <a:gd name="connsiteY1573" fmla="*/ 1756768 h 2398711"/>
              <a:gd name="connsiteX1574" fmla="*/ 1796529 w 2119654"/>
              <a:gd name="connsiteY1574" fmla="*/ 1757133 h 2398711"/>
              <a:gd name="connsiteX1575" fmla="*/ 1695692 w 2119654"/>
              <a:gd name="connsiteY1575" fmla="*/ 1976284 h 2398711"/>
              <a:gd name="connsiteX1576" fmla="*/ 1697730 w 2119654"/>
              <a:gd name="connsiteY1576" fmla="*/ 1976354 h 2398711"/>
              <a:gd name="connsiteX1577" fmla="*/ 1698045 w 2119654"/>
              <a:gd name="connsiteY1577" fmla="*/ 1975248 h 2398711"/>
              <a:gd name="connsiteX1578" fmla="*/ 1718135 w 2119654"/>
              <a:gd name="connsiteY1578" fmla="*/ 1925814 h 2398711"/>
              <a:gd name="connsiteX1579" fmla="*/ 1717911 w 2119654"/>
              <a:gd name="connsiteY1579" fmla="*/ 1929036 h 2398711"/>
              <a:gd name="connsiteX1580" fmla="*/ 1718833 w 2119654"/>
              <a:gd name="connsiteY1580" fmla="*/ 1928153 h 2398711"/>
              <a:gd name="connsiteX1581" fmla="*/ 1850527 w 2119654"/>
              <a:gd name="connsiteY1581" fmla="*/ 1629280 h 2398711"/>
              <a:gd name="connsiteX1582" fmla="*/ 1851449 w 2119654"/>
              <a:gd name="connsiteY1582" fmla="*/ 1631306 h 2398711"/>
              <a:gd name="connsiteX1583" fmla="*/ 1850842 w 2119654"/>
              <a:gd name="connsiteY1583" fmla="*/ 1629197 h 2398711"/>
              <a:gd name="connsiteX1584" fmla="*/ 1775173 w 2119654"/>
              <a:gd name="connsiteY1584" fmla="*/ 1797997 h 2398711"/>
              <a:gd name="connsiteX1585" fmla="*/ 1776384 w 2119654"/>
              <a:gd name="connsiteY1585" fmla="*/ 1801646 h 2398711"/>
              <a:gd name="connsiteX1586" fmla="*/ 1785280 w 2119654"/>
              <a:gd name="connsiteY1586" fmla="*/ 1798522 h 2398711"/>
              <a:gd name="connsiteX1587" fmla="*/ 1784544 w 2119654"/>
              <a:gd name="connsiteY1587" fmla="*/ 1796997 h 2398711"/>
              <a:gd name="connsiteX1588" fmla="*/ 1782900 w 2119654"/>
              <a:gd name="connsiteY1588" fmla="*/ 1793706 h 2398711"/>
              <a:gd name="connsiteX1589" fmla="*/ 1778201 w 2119654"/>
              <a:gd name="connsiteY1589" fmla="*/ 1795267 h 2398711"/>
              <a:gd name="connsiteX1590" fmla="*/ 1791784 w 2119654"/>
              <a:gd name="connsiteY1590" fmla="*/ 1760801 h 2398711"/>
              <a:gd name="connsiteX1591" fmla="*/ 1792783 w 2119654"/>
              <a:gd name="connsiteY1591" fmla="*/ 1764595 h 2398711"/>
              <a:gd name="connsiteX1592" fmla="*/ 1792994 w 2119654"/>
              <a:gd name="connsiteY1592" fmla="*/ 1764482 h 2398711"/>
              <a:gd name="connsiteX1593" fmla="*/ 1792916 w 2119654"/>
              <a:gd name="connsiteY1593" fmla="*/ 1764661 h 2398711"/>
              <a:gd name="connsiteX1594" fmla="*/ 1792815 w 2119654"/>
              <a:gd name="connsiteY1594" fmla="*/ 1764716 h 2398711"/>
              <a:gd name="connsiteX1595" fmla="*/ 1793348 w 2119654"/>
              <a:gd name="connsiteY1595" fmla="*/ 1766738 h 2398711"/>
              <a:gd name="connsiteX1596" fmla="*/ 1796251 w 2119654"/>
              <a:gd name="connsiteY1596" fmla="*/ 1765118 h 2398711"/>
              <a:gd name="connsiteX1597" fmla="*/ 1792780 w 2119654"/>
              <a:gd name="connsiteY1597" fmla="*/ 1760452 h 2398711"/>
              <a:gd name="connsiteX1598" fmla="*/ 1700741 w 2119654"/>
              <a:gd name="connsiteY1598" fmla="*/ 1964336 h 2398711"/>
              <a:gd name="connsiteX1599" fmla="*/ 1700678 w 2119654"/>
              <a:gd name="connsiteY1599" fmla="*/ 1964959 h 2398711"/>
              <a:gd name="connsiteX1600" fmla="*/ 1700833 w 2119654"/>
              <a:gd name="connsiteY1600" fmla="*/ 1964321 h 2398711"/>
              <a:gd name="connsiteX1601" fmla="*/ 1875194 w 2119654"/>
              <a:gd name="connsiteY1601" fmla="*/ 1573689 h 2398711"/>
              <a:gd name="connsiteX1602" fmla="*/ 1878851 w 2119654"/>
              <a:gd name="connsiteY1602" fmla="*/ 1572686 h 2398711"/>
              <a:gd name="connsiteX1603" fmla="*/ 1880463 w 2119654"/>
              <a:gd name="connsiteY1603" fmla="*/ 1570562 h 2398711"/>
              <a:gd name="connsiteX1604" fmla="*/ 1880313 w 2119654"/>
              <a:gd name="connsiteY1604" fmla="*/ 1570400 h 2398711"/>
              <a:gd name="connsiteX1605" fmla="*/ 1731180 w 2119654"/>
              <a:gd name="connsiteY1605" fmla="*/ 1895988 h 2398711"/>
              <a:gd name="connsiteX1606" fmla="*/ 1733212 w 2119654"/>
              <a:gd name="connsiteY1606" fmla="*/ 1901904 h 2398711"/>
              <a:gd name="connsiteX1607" fmla="*/ 1735187 w 2119654"/>
              <a:gd name="connsiteY1607" fmla="*/ 1900767 h 2398711"/>
              <a:gd name="connsiteX1608" fmla="*/ 1732618 w 2119654"/>
              <a:gd name="connsiteY1608" fmla="*/ 1895938 h 2398711"/>
              <a:gd name="connsiteX1609" fmla="*/ 1763487 w 2119654"/>
              <a:gd name="connsiteY1609" fmla="*/ 1823444 h 2398711"/>
              <a:gd name="connsiteX1610" fmla="*/ 1763186 w 2119654"/>
              <a:gd name="connsiteY1610" fmla="*/ 1825718 h 2398711"/>
              <a:gd name="connsiteX1611" fmla="*/ 1777136 w 2119654"/>
              <a:gd name="connsiteY1611" fmla="*/ 1819650 h 2398711"/>
              <a:gd name="connsiteX1612" fmla="*/ 1775533 w 2119654"/>
              <a:gd name="connsiteY1612" fmla="*/ 1816477 h 2398711"/>
              <a:gd name="connsiteX1613" fmla="*/ 1771106 w 2119654"/>
              <a:gd name="connsiteY1613" fmla="*/ 1819037 h 2398711"/>
              <a:gd name="connsiteX1614" fmla="*/ 1771241 w 2119654"/>
              <a:gd name="connsiteY1614" fmla="*/ 1819273 h 2398711"/>
              <a:gd name="connsiteX1615" fmla="*/ 1771176 w 2119654"/>
              <a:gd name="connsiteY1615" fmla="*/ 1819541 h 2398711"/>
              <a:gd name="connsiteX1616" fmla="*/ 1770942 w 2119654"/>
              <a:gd name="connsiteY1616" fmla="*/ 1819131 h 2398711"/>
              <a:gd name="connsiteX1617" fmla="*/ 1703630 w 2119654"/>
              <a:gd name="connsiteY1617" fmla="*/ 1957149 h 2398711"/>
              <a:gd name="connsiteX1618" fmla="*/ 1702196 w 2119654"/>
              <a:gd name="connsiteY1618" fmla="*/ 1962170 h 2398711"/>
              <a:gd name="connsiteX1619" fmla="*/ 1714999 w 2119654"/>
              <a:gd name="connsiteY1619" fmla="*/ 1960188 h 2398711"/>
              <a:gd name="connsiteX1620" fmla="*/ 1715359 w 2119654"/>
              <a:gd name="connsiteY1620" fmla="*/ 1954845 h 2398711"/>
              <a:gd name="connsiteX1621" fmla="*/ 1848088 w 2119654"/>
              <a:gd name="connsiteY1621" fmla="*/ 1633678 h 2398711"/>
              <a:gd name="connsiteX1622" fmla="*/ 1848863 w 2119654"/>
              <a:gd name="connsiteY1622" fmla="*/ 1637175 h 2398711"/>
              <a:gd name="connsiteX1623" fmla="*/ 1852422 w 2119654"/>
              <a:gd name="connsiteY1623" fmla="*/ 1635086 h 2398711"/>
              <a:gd name="connsiteX1624" fmla="*/ 1851377 w 2119654"/>
              <a:gd name="connsiteY1624" fmla="*/ 1632790 h 2398711"/>
              <a:gd name="connsiteX1625" fmla="*/ 1767150 w 2119654"/>
              <a:gd name="connsiteY1625" fmla="*/ 1814883 h 2398711"/>
              <a:gd name="connsiteX1626" fmla="*/ 1767367 w 2119654"/>
              <a:gd name="connsiteY1626" fmla="*/ 1817030 h 2398711"/>
              <a:gd name="connsiteX1627" fmla="*/ 1769563 w 2119654"/>
              <a:gd name="connsiteY1627" fmla="*/ 1816720 h 2398711"/>
              <a:gd name="connsiteX1628" fmla="*/ 1768438 w 2119654"/>
              <a:gd name="connsiteY1628" fmla="*/ 1814752 h 2398711"/>
              <a:gd name="connsiteX1629" fmla="*/ 1732630 w 2119654"/>
              <a:gd name="connsiteY1629" fmla="*/ 1891845 h 2398711"/>
              <a:gd name="connsiteX1630" fmla="*/ 1739174 w 2119654"/>
              <a:gd name="connsiteY1630" fmla="*/ 1892682 h 2398711"/>
              <a:gd name="connsiteX1631" fmla="*/ 1740754 w 2119654"/>
              <a:gd name="connsiteY1631" fmla="*/ 1892628 h 2398711"/>
              <a:gd name="connsiteX1632" fmla="*/ 1738867 w 2119654"/>
              <a:gd name="connsiteY1632" fmla="*/ 1888633 h 2398711"/>
              <a:gd name="connsiteX1633" fmla="*/ 1737272 w 2119654"/>
              <a:gd name="connsiteY1633" fmla="*/ 1889021 h 2398711"/>
              <a:gd name="connsiteX1634" fmla="*/ 1700043 w 2119654"/>
              <a:gd name="connsiteY1634" fmla="*/ 1964452 h 2398711"/>
              <a:gd name="connsiteX1635" fmla="*/ 1700144 w 2119654"/>
              <a:gd name="connsiteY1635" fmla="*/ 1965263 h 2398711"/>
              <a:gd name="connsiteX1636" fmla="*/ 1700229 w 2119654"/>
              <a:gd name="connsiteY1636" fmla="*/ 1964421 h 2398711"/>
              <a:gd name="connsiteX1637" fmla="*/ 1791463 w 2119654"/>
              <a:gd name="connsiteY1637" fmla="*/ 1759586 h 2398711"/>
              <a:gd name="connsiteX1638" fmla="*/ 1791547 w 2119654"/>
              <a:gd name="connsiteY1638" fmla="*/ 1759905 h 2398711"/>
              <a:gd name="connsiteX1639" fmla="*/ 1792220 w 2119654"/>
              <a:gd name="connsiteY1639" fmla="*/ 1759700 h 2398711"/>
              <a:gd name="connsiteX1640" fmla="*/ 1791958 w 2119654"/>
              <a:gd name="connsiteY1640" fmla="*/ 1759346 h 2398711"/>
              <a:gd name="connsiteX1641" fmla="*/ 1877571 w 2119654"/>
              <a:gd name="connsiteY1641" fmla="*/ 1566691 h 2398711"/>
              <a:gd name="connsiteX1642" fmla="*/ 1878587 w 2119654"/>
              <a:gd name="connsiteY1642" fmla="*/ 1567791 h 2398711"/>
              <a:gd name="connsiteX1643" fmla="*/ 1884615 w 2119654"/>
              <a:gd name="connsiteY1643" fmla="*/ 1563145 h 2398711"/>
              <a:gd name="connsiteX1644" fmla="*/ 1879750 w 2119654"/>
              <a:gd name="connsiteY1644" fmla="*/ 1564960 h 2398711"/>
              <a:gd name="connsiteX1645" fmla="*/ 1842821 w 2119654"/>
              <a:gd name="connsiteY1645" fmla="*/ 1644450 h 2398711"/>
              <a:gd name="connsiteX1646" fmla="*/ 1843639 w 2119654"/>
              <a:gd name="connsiteY1646" fmla="*/ 1645873 h 2398711"/>
              <a:gd name="connsiteX1647" fmla="*/ 1849480 w 2119654"/>
              <a:gd name="connsiteY1647" fmla="*/ 1642273 h 2398711"/>
              <a:gd name="connsiteX1648" fmla="*/ 1849141 w 2119654"/>
              <a:gd name="connsiteY1648" fmla="*/ 1640740 h 2398711"/>
              <a:gd name="connsiteX1649" fmla="*/ 1679156 w 2119654"/>
              <a:gd name="connsiteY1649" fmla="*/ 2010869 h 2398711"/>
              <a:gd name="connsiteX1650" fmla="*/ 1679893 w 2119654"/>
              <a:gd name="connsiteY1650" fmla="*/ 2010983 h 2398711"/>
              <a:gd name="connsiteX1651" fmla="*/ 1687576 w 2119654"/>
              <a:gd name="connsiteY1651" fmla="*/ 2011860 h 2398711"/>
              <a:gd name="connsiteX1652" fmla="*/ 1688477 w 2119654"/>
              <a:gd name="connsiteY1652" fmla="*/ 2008710 h 2398711"/>
              <a:gd name="connsiteX1653" fmla="*/ 1763761 w 2119654"/>
              <a:gd name="connsiteY1653" fmla="*/ 1821369 h 2398711"/>
              <a:gd name="connsiteX1654" fmla="*/ 1763552 w 2119654"/>
              <a:gd name="connsiteY1654" fmla="*/ 1822949 h 2398711"/>
              <a:gd name="connsiteX1655" fmla="*/ 1770802 w 2119654"/>
              <a:gd name="connsiteY1655" fmla="*/ 1818886 h 2398711"/>
              <a:gd name="connsiteX1656" fmla="*/ 1769998 w 2119654"/>
              <a:gd name="connsiteY1656" fmla="*/ 1817481 h 2398711"/>
              <a:gd name="connsiteX1657" fmla="*/ 1767537 w 2119654"/>
              <a:gd name="connsiteY1657" fmla="*/ 1819015 h 2398711"/>
              <a:gd name="connsiteX1658" fmla="*/ 1767408 w 2119654"/>
              <a:gd name="connsiteY1658" fmla="*/ 1819218 h 2398711"/>
              <a:gd name="connsiteX1659" fmla="*/ 1767397 w 2119654"/>
              <a:gd name="connsiteY1659" fmla="*/ 1819103 h 2398711"/>
              <a:gd name="connsiteX1660" fmla="*/ 1628007 w 2119654"/>
              <a:gd name="connsiteY1660" fmla="*/ 2125297 h 2398711"/>
              <a:gd name="connsiteX1661" fmla="*/ 1639983 w 2119654"/>
              <a:gd name="connsiteY1661" fmla="*/ 2127033 h 2398711"/>
              <a:gd name="connsiteX1662" fmla="*/ 1640648 w 2119654"/>
              <a:gd name="connsiteY1662" fmla="*/ 2121649 h 2398711"/>
              <a:gd name="connsiteX1663" fmla="*/ 1775007 w 2119654"/>
              <a:gd name="connsiteY1663" fmla="*/ 1796113 h 2398711"/>
              <a:gd name="connsiteX1664" fmla="*/ 1775636 w 2119654"/>
              <a:gd name="connsiteY1664" fmla="*/ 1795915 h 2398711"/>
              <a:gd name="connsiteX1665" fmla="*/ 1776729 w 2119654"/>
              <a:gd name="connsiteY1665" fmla="*/ 1795006 h 2398711"/>
              <a:gd name="connsiteX1666" fmla="*/ 1714649 w 2119654"/>
              <a:gd name="connsiteY1666" fmla="*/ 1931214 h 2398711"/>
              <a:gd name="connsiteX1667" fmla="*/ 1714737 w 2119654"/>
              <a:gd name="connsiteY1667" fmla="*/ 1932076 h 2398711"/>
              <a:gd name="connsiteX1668" fmla="*/ 1716249 w 2119654"/>
              <a:gd name="connsiteY1668" fmla="*/ 1930628 h 2398711"/>
              <a:gd name="connsiteX1669" fmla="*/ 1791973 w 2119654"/>
              <a:gd name="connsiteY1669" fmla="*/ 1757822 h 2398711"/>
              <a:gd name="connsiteX1670" fmla="*/ 1792465 w 2119654"/>
              <a:gd name="connsiteY1670" fmla="*/ 1758543 h 2398711"/>
              <a:gd name="connsiteX1671" fmla="*/ 1794855 w 2119654"/>
              <a:gd name="connsiteY1671" fmla="*/ 1757386 h 2398711"/>
              <a:gd name="connsiteX1672" fmla="*/ 1774670 w 2119654"/>
              <a:gd name="connsiteY1672" fmla="*/ 1796441 h 2398711"/>
              <a:gd name="connsiteX1673" fmla="*/ 1774698 w 2119654"/>
              <a:gd name="connsiteY1673" fmla="*/ 1796567 h 2398711"/>
              <a:gd name="connsiteX1674" fmla="*/ 1774731 w 2119654"/>
              <a:gd name="connsiteY1674" fmla="*/ 1796667 h 2398711"/>
              <a:gd name="connsiteX1675" fmla="*/ 1775224 w 2119654"/>
              <a:gd name="connsiteY1675" fmla="*/ 1796257 h 2398711"/>
              <a:gd name="connsiteX1676" fmla="*/ 1763876 w 2119654"/>
              <a:gd name="connsiteY1676" fmla="*/ 1820503 h 2398711"/>
              <a:gd name="connsiteX1677" fmla="*/ 1763853 w 2119654"/>
              <a:gd name="connsiteY1677" fmla="*/ 1820679 h 2398711"/>
              <a:gd name="connsiteX1678" fmla="*/ 1765659 w 2119654"/>
              <a:gd name="connsiteY1678" fmla="*/ 1819553 h 2398711"/>
              <a:gd name="connsiteX1679" fmla="*/ 1718381 w 2119654"/>
              <a:gd name="connsiteY1679" fmla="*/ 1922267 h 2398711"/>
              <a:gd name="connsiteX1680" fmla="*/ 1718340 w 2119654"/>
              <a:gd name="connsiteY1680" fmla="*/ 1922855 h 2398711"/>
              <a:gd name="connsiteX1681" fmla="*/ 1719680 w 2119654"/>
              <a:gd name="connsiteY1681" fmla="*/ 1927342 h 2398711"/>
              <a:gd name="connsiteX1682" fmla="*/ 1724740 w 2119654"/>
              <a:gd name="connsiteY1682" fmla="*/ 1922495 h 2398711"/>
              <a:gd name="connsiteX1683" fmla="*/ 1729977 w 2119654"/>
              <a:gd name="connsiteY1683" fmla="*/ 1896230 h 2398711"/>
              <a:gd name="connsiteX1684" fmla="*/ 1729948 w 2119654"/>
              <a:gd name="connsiteY1684" fmla="*/ 1897866 h 2398711"/>
              <a:gd name="connsiteX1685" fmla="*/ 1729374 w 2119654"/>
              <a:gd name="connsiteY1685" fmla="*/ 1904114 h 2398711"/>
              <a:gd name="connsiteX1686" fmla="*/ 1732139 w 2119654"/>
              <a:gd name="connsiteY1686" fmla="*/ 1902522 h 2398711"/>
              <a:gd name="connsiteX1687" fmla="*/ 1849824 w 2119654"/>
              <a:gd name="connsiteY1687" fmla="*/ 1627735 h 2398711"/>
              <a:gd name="connsiteX1688" fmla="*/ 1850244 w 2119654"/>
              <a:gd name="connsiteY1688" fmla="*/ 1628659 h 2398711"/>
              <a:gd name="connsiteX1689" fmla="*/ 1850656 w 2119654"/>
              <a:gd name="connsiteY1689" fmla="*/ 1628549 h 2398711"/>
              <a:gd name="connsiteX1690" fmla="*/ 1850381 w 2119654"/>
              <a:gd name="connsiteY1690" fmla="*/ 1627594 h 2398711"/>
              <a:gd name="connsiteX1691" fmla="*/ 1704773 w 2119654"/>
              <a:gd name="connsiteY1691" fmla="*/ 1952518 h 2398711"/>
              <a:gd name="connsiteX1692" fmla="*/ 1703736 w 2119654"/>
              <a:gd name="connsiteY1692" fmla="*/ 1956779 h 2398711"/>
              <a:gd name="connsiteX1693" fmla="*/ 1703723 w 2119654"/>
              <a:gd name="connsiteY1693" fmla="*/ 1956826 h 2398711"/>
              <a:gd name="connsiteX1694" fmla="*/ 1715380 w 2119654"/>
              <a:gd name="connsiteY1694" fmla="*/ 1954537 h 2398711"/>
              <a:gd name="connsiteX1695" fmla="*/ 1715809 w 2119654"/>
              <a:gd name="connsiteY1695" fmla="*/ 1948155 h 2398711"/>
              <a:gd name="connsiteX1696" fmla="*/ 1869925 w 2119654"/>
              <a:gd name="connsiteY1696" fmla="*/ 1582594 h 2398711"/>
              <a:gd name="connsiteX1697" fmla="*/ 1871657 w 2119654"/>
              <a:gd name="connsiteY1697" fmla="*/ 1582150 h 2398711"/>
              <a:gd name="connsiteX1698" fmla="*/ 1871737 w 2119654"/>
              <a:gd name="connsiteY1698" fmla="*/ 1582053 h 2398711"/>
              <a:gd name="connsiteX1699" fmla="*/ 1872238 w 2119654"/>
              <a:gd name="connsiteY1699" fmla="*/ 1581393 h 2398711"/>
              <a:gd name="connsiteX1700" fmla="*/ 1886478 w 2119654"/>
              <a:gd name="connsiteY1700" fmla="*/ 1545514 h 2398711"/>
              <a:gd name="connsiteX1701" fmla="*/ 1905910 w 2119654"/>
              <a:gd name="connsiteY1701" fmla="*/ 1537059 h 2398711"/>
              <a:gd name="connsiteX1702" fmla="*/ 1926361 w 2119654"/>
              <a:gd name="connsiteY1702" fmla="*/ 1510132 h 2398711"/>
              <a:gd name="connsiteX1703" fmla="*/ 1933805 w 2119654"/>
              <a:gd name="connsiteY1703" fmla="*/ 1500052 h 2398711"/>
              <a:gd name="connsiteX1704" fmla="*/ 1925837 w 2119654"/>
              <a:gd name="connsiteY1704" fmla="*/ 1503995 h 2398711"/>
              <a:gd name="connsiteX1705" fmla="*/ 1925130 w 2119654"/>
              <a:gd name="connsiteY1705" fmla="*/ 1504456 h 2398711"/>
              <a:gd name="connsiteX1706" fmla="*/ 1911574 w 2119654"/>
              <a:gd name="connsiteY1706" fmla="*/ 1516675 h 2398711"/>
              <a:gd name="connsiteX1707" fmla="*/ 1911564 w 2119654"/>
              <a:gd name="connsiteY1707" fmla="*/ 1516838 h 2398711"/>
              <a:gd name="connsiteX1708" fmla="*/ 1888935 w 2119654"/>
              <a:gd name="connsiteY1708" fmla="*/ 1542156 h 2398711"/>
              <a:gd name="connsiteX1709" fmla="*/ 1770863 w 2119654"/>
              <a:gd name="connsiteY1709" fmla="*/ 1804290 h 2398711"/>
              <a:gd name="connsiteX1710" fmla="*/ 1775108 w 2119654"/>
              <a:gd name="connsiteY1710" fmla="*/ 1812695 h 2398711"/>
              <a:gd name="connsiteX1711" fmla="*/ 1776830 w 2119654"/>
              <a:gd name="connsiteY1711" fmla="*/ 1812591 h 2398711"/>
              <a:gd name="connsiteX1712" fmla="*/ 1777051 w 2119654"/>
              <a:gd name="connsiteY1712" fmla="*/ 1812452 h 2398711"/>
              <a:gd name="connsiteX1713" fmla="*/ 1774632 w 2119654"/>
              <a:gd name="connsiteY1713" fmla="*/ 1802966 h 2398711"/>
              <a:gd name="connsiteX1714" fmla="*/ 1849656 w 2119654"/>
              <a:gd name="connsiteY1714" fmla="*/ 1627366 h 2398711"/>
              <a:gd name="connsiteX1715" fmla="*/ 1849716 w 2119654"/>
              <a:gd name="connsiteY1715" fmla="*/ 1627500 h 2398711"/>
              <a:gd name="connsiteX1716" fmla="*/ 1850309 w 2119654"/>
              <a:gd name="connsiteY1716" fmla="*/ 1627343 h 2398711"/>
              <a:gd name="connsiteX1717" fmla="*/ 1850169 w 2119654"/>
              <a:gd name="connsiteY1717" fmla="*/ 1626854 h 2398711"/>
              <a:gd name="connsiteX1718" fmla="*/ 1823548 w 2119654"/>
              <a:gd name="connsiteY1718" fmla="*/ 1685620 h 2398711"/>
              <a:gd name="connsiteX1719" fmla="*/ 1826137 w 2119654"/>
              <a:gd name="connsiteY1719" fmla="*/ 1688256 h 2398711"/>
              <a:gd name="connsiteX1720" fmla="*/ 1844186 w 2119654"/>
              <a:gd name="connsiteY1720" fmla="*/ 1683605 h 2398711"/>
              <a:gd name="connsiteX1721" fmla="*/ 1844000 w 2119654"/>
              <a:gd name="connsiteY1721" fmla="*/ 1683902 h 2398711"/>
              <a:gd name="connsiteX1722" fmla="*/ 1826333 w 2119654"/>
              <a:gd name="connsiteY1722" fmla="*/ 1688455 h 2398711"/>
              <a:gd name="connsiteX1723" fmla="*/ 1827133 w 2119654"/>
              <a:gd name="connsiteY1723" fmla="*/ 1689270 h 2398711"/>
              <a:gd name="connsiteX1724" fmla="*/ 1829763 w 2119654"/>
              <a:gd name="connsiteY1724" fmla="*/ 1688992 h 2398711"/>
              <a:gd name="connsiteX1725" fmla="*/ 1829549 w 2119654"/>
              <a:gd name="connsiteY1725" fmla="*/ 1689243 h 2398711"/>
              <a:gd name="connsiteX1726" fmla="*/ 1827336 w 2119654"/>
              <a:gd name="connsiteY1726" fmla="*/ 1689477 h 2398711"/>
              <a:gd name="connsiteX1727" fmla="*/ 1829399 w 2119654"/>
              <a:gd name="connsiteY1727" fmla="*/ 1691577 h 2398711"/>
              <a:gd name="connsiteX1728" fmla="*/ 1832644 w 2119654"/>
              <a:gd name="connsiteY1728" fmla="*/ 1694974 h 2398711"/>
              <a:gd name="connsiteX1729" fmla="*/ 1837621 w 2119654"/>
              <a:gd name="connsiteY1729" fmla="*/ 1691036 h 2398711"/>
              <a:gd name="connsiteX1730" fmla="*/ 1837539 w 2119654"/>
              <a:gd name="connsiteY1730" fmla="*/ 1691379 h 2398711"/>
              <a:gd name="connsiteX1731" fmla="*/ 1832796 w 2119654"/>
              <a:gd name="connsiteY1731" fmla="*/ 1695133 h 2398711"/>
              <a:gd name="connsiteX1732" fmla="*/ 1839440 w 2119654"/>
              <a:gd name="connsiteY1732" fmla="*/ 1702087 h 2398711"/>
              <a:gd name="connsiteX1733" fmla="*/ 1853940 w 2119654"/>
              <a:gd name="connsiteY1733" fmla="*/ 1694328 h 2398711"/>
              <a:gd name="connsiteX1734" fmla="*/ 1864382 w 2119654"/>
              <a:gd name="connsiteY1734" fmla="*/ 1688289 h 2398711"/>
              <a:gd name="connsiteX1735" fmla="*/ 1864317 w 2119654"/>
              <a:gd name="connsiteY1735" fmla="*/ 1688451 h 2398711"/>
              <a:gd name="connsiteX1736" fmla="*/ 1845449 w 2119654"/>
              <a:gd name="connsiteY1736" fmla="*/ 1699363 h 2398711"/>
              <a:gd name="connsiteX1737" fmla="*/ 1839751 w 2119654"/>
              <a:gd name="connsiteY1737" fmla="*/ 1702412 h 2398711"/>
              <a:gd name="connsiteX1738" fmla="*/ 1842327 w 2119654"/>
              <a:gd name="connsiteY1738" fmla="*/ 1705109 h 2398711"/>
              <a:gd name="connsiteX1739" fmla="*/ 1868984 w 2119654"/>
              <a:gd name="connsiteY1739" fmla="*/ 1692278 h 2398711"/>
              <a:gd name="connsiteX1740" fmla="*/ 1862147 w 2119654"/>
              <a:gd name="connsiteY1740" fmla="*/ 1668503 h 2398711"/>
              <a:gd name="connsiteX1741" fmla="*/ 1856064 w 2119654"/>
              <a:gd name="connsiteY1741" fmla="*/ 1671530 h 2398711"/>
              <a:gd name="connsiteX1742" fmla="*/ 1859291 w 2119654"/>
              <a:gd name="connsiteY1742" fmla="*/ 1687102 h 2398711"/>
              <a:gd name="connsiteX1743" fmla="*/ 1859129 w 2119654"/>
              <a:gd name="connsiteY1743" fmla="*/ 1687425 h 2398711"/>
              <a:gd name="connsiteX1744" fmla="*/ 1855857 w 2119654"/>
              <a:gd name="connsiteY1744" fmla="*/ 1671634 h 2398711"/>
              <a:gd name="connsiteX1745" fmla="*/ 1839819 w 2119654"/>
              <a:gd name="connsiteY1745" fmla="*/ 1679618 h 2398711"/>
              <a:gd name="connsiteX1746" fmla="*/ 1876940 w 2119654"/>
              <a:gd name="connsiteY1746" fmla="*/ 1566008 h 2398711"/>
              <a:gd name="connsiteX1747" fmla="*/ 1877493 w 2119654"/>
              <a:gd name="connsiteY1747" fmla="*/ 1566606 h 2398711"/>
              <a:gd name="connsiteX1748" fmla="*/ 1879402 w 2119654"/>
              <a:gd name="connsiteY1748" fmla="*/ 1565089 h 2398711"/>
              <a:gd name="connsiteX1749" fmla="*/ 1791094 w 2119654"/>
              <a:gd name="connsiteY1749" fmla="*/ 1758184 h 2398711"/>
              <a:gd name="connsiteX1750" fmla="*/ 1791333 w 2119654"/>
              <a:gd name="connsiteY1750" fmla="*/ 1759091 h 2398711"/>
              <a:gd name="connsiteX1751" fmla="*/ 1791653 w 2119654"/>
              <a:gd name="connsiteY1751" fmla="*/ 1758937 h 2398711"/>
              <a:gd name="connsiteX1752" fmla="*/ 1764212 w 2119654"/>
              <a:gd name="connsiteY1752" fmla="*/ 1817960 h 2398711"/>
              <a:gd name="connsiteX1753" fmla="*/ 1763891 w 2119654"/>
              <a:gd name="connsiteY1753" fmla="*/ 1820388 h 2398711"/>
              <a:gd name="connsiteX1754" fmla="*/ 1767336 w 2119654"/>
              <a:gd name="connsiteY1754" fmla="*/ 1818504 h 2398711"/>
              <a:gd name="connsiteX1755" fmla="*/ 1767238 w 2119654"/>
              <a:gd name="connsiteY1755" fmla="*/ 1817533 h 2398711"/>
              <a:gd name="connsiteX1756" fmla="*/ 1766858 w 2119654"/>
              <a:gd name="connsiteY1756" fmla="*/ 1811990 h 2398711"/>
              <a:gd name="connsiteX1757" fmla="*/ 1766979 w 2119654"/>
              <a:gd name="connsiteY1757" fmla="*/ 1813195 h 2398711"/>
              <a:gd name="connsiteX1758" fmla="*/ 1767528 w 2119654"/>
              <a:gd name="connsiteY1758" fmla="*/ 1813160 h 2398711"/>
              <a:gd name="connsiteX1759" fmla="*/ 1766859 w 2119654"/>
              <a:gd name="connsiteY1759" fmla="*/ 1811989 h 2398711"/>
              <a:gd name="connsiteX1760" fmla="*/ 1692793 w 2119654"/>
              <a:gd name="connsiteY1760" fmla="*/ 1977560 h 2398711"/>
              <a:gd name="connsiteX1761" fmla="*/ 1692612 w 2119654"/>
              <a:gd name="connsiteY1761" fmla="*/ 1983867 h 2398711"/>
              <a:gd name="connsiteX1762" fmla="*/ 1692144 w 2119654"/>
              <a:gd name="connsiteY1762" fmla="*/ 1990618 h 2398711"/>
              <a:gd name="connsiteX1763" fmla="*/ 1694004 w 2119654"/>
              <a:gd name="connsiteY1763" fmla="*/ 1989382 h 2398711"/>
              <a:gd name="connsiteX1764" fmla="*/ 1697657 w 2119654"/>
              <a:gd name="connsiteY1764" fmla="*/ 1976606 h 2398711"/>
              <a:gd name="connsiteX1765" fmla="*/ 1695155 w 2119654"/>
              <a:gd name="connsiteY1765" fmla="*/ 1976521 h 2398711"/>
              <a:gd name="connsiteX1766" fmla="*/ 1789519 w 2119654"/>
              <a:gd name="connsiteY1766" fmla="*/ 1760527 h 2398711"/>
              <a:gd name="connsiteX1767" fmla="*/ 1790816 w 2119654"/>
              <a:gd name="connsiteY1767" fmla="*/ 1760130 h 2398711"/>
              <a:gd name="connsiteX1768" fmla="*/ 1790762 w 2119654"/>
              <a:gd name="connsiteY1768" fmla="*/ 1759925 h 2398711"/>
              <a:gd name="connsiteX1769" fmla="*/ 1786020 w 2119654"/>
              <a:gd name="connsiteY1769" fmla="*/ 1768359 h 2398711"/>
              <a:gd name="connsiteX1770" fmla="*/ 1787525 w 2119654"/>
              <a:gd name="connsiteY1770" fmla="*/ 1769988 h 2398711"/>
              <a:gd name="connsiteX1771" fmla="*/ 1789937 w 2119654"/>
              <a:gd name="connsiteY1771" fmla="*/ 1768641 h 2398711"/>
              <a:gd name="connsiteX1772" fmla="*/ 1789221 w 2119654"/>
              <a:gd name="connsiteY1772" fmla="*/ 1766642 h 2398711"/>
              <a:gd name="connsiteX1773" fmla="*/ 1701426 w 2119654"/>
              <a:gd name="connsiteY1773" fmla="*/ 1957581 h 2398711"/>
              <a:gd name="connsiteX1774" fmla="*/ 1701359 w 2119654"/>
              <a:gd name="connsiteY1774" fmla="*/ 1958243 h 2398711"/>
              <a:gd name="connsiteX1775" fmla="*/ 1701962 w 2119654"/>
              <a:gd name="connsiteY1775" fmla="*/ 1958138 h 2398711"/>
              <a:gd name="connsiteX1776" fmla="*/ 1701865 w 2119654"/>
              <a:gd name="connsiteY1776" fmla="*/ 1958245 h 2398711"/>
              <a:gd name="connsiteX1777" fmla="*/ 1701350 w 2119654"/>
              <a:gd name="connsiteY1777" fmla="*/ 1958335 h 2398711"/>
              <a:gd name="connsiteX1778" fmla="*/ 1700973 w 2119654"/>
              <a:gd name="connsiteY1778" fmla="*/ 1962055 h 2398711"/>
              <a:gd name="connsiteX1779" fmla="*/ 1701024 w 2119654"/>
              <a:gd name="connsiteY1779" fmla="*/ 1962352 h 2398711"/>
              <a:gd name="connsiteX1780" fmla="*/ 1701324 w 2119654"/>
              <a:gd name="connsiteY1780" fmla="*/ 1962305 h 2398711"/>
              <a:gd name="connsiteX1781" fmla="*/ 1702526 w 2119654"/>
              <a:gd name="connsiteY1781" fmla="*/ 1957365 h 2398711"/>
              <a:gd name="connsiteX1782" fmla="*/ 1694026 w 2119654"/>
              <a:gd name="connsiteY1782" fmla="*/ 1974007 h 2398711"/>
              <a:gd name="connsiteX1783" fmla="*/ 1698417 w 2119654"/>
              <a:gd name="connsiteY1783" fmla="*/ 1973948 h 2398711"/>
              <a:gd name="connsiteX1784" fmla="*/ 1698496 w 2119654"/>
              <a:gd name="connsiteY1784" fmla="*/ 1973672 h 2398711"/>
              <a:gd name="connsiteX1785" fmla="*/ 1706154 w 2119654"/>
              <a:gd name="connsiteY1785" fmla="*/ 1946841 h 2398711"/>
              <a:gd name="connsiteX1786" fmla="*/ 1704888 w 2119654"/>
              <a:gd name="connsiteY1786" fmla="*/ 1952047 h 2398711"/>
              <a:gd name="connsiteX1787" fmla="*/ 1715301 w 2119654"/>
              <a:gd name="connsiteY1787" fmla="*/ 1948095 h 2398711"/>
              <a:gd name="connsiteX1788" fmla="*/ 1715827 w 2119654"/>
              <a:gd name="connsiteY1788" fmla="*/ 1947887 h 2398711"/>
              <a:gd name="connsiteX1789" fmla="*/ 1716007 w 2119654"/>
              <a:gd name="connsiteY1789" fmla="*/ 1945215 h 2398711"/>
              <a:gd name="connsiteX1790" fmla="*/ 1791098 w 2119654"/>
              <a:gd name="connsiteY1790" fmla="*/ 1756540 h 2398711"/>
              <a:gd name="connsiteX1791" fmla="*/ 1791462 w 2119654"/>
              <a:gd name="connsiteY1791" fmla="*/ 1757073 h 2398711"/>
              <a:gd name="connsiteX1792" fmla="*/ 1796697 w 2119654"/>
              <a:gd name="connsiteY1792" fmla="*/ 1756494 h 2398711"/>
              <a:gd name="connsiteX1793" fmla="*/ 1798407 w 2119654"/>
              <a:gd name="connsiteY1793" fmla="*/ 1755666 h 2398711"/>
              <a:gd name="connsiteX1794" fmla="*/ 1797756 w 2119654"/>
              <a:gd name="connsiteY1794" fmla="*/ 1754327 h 2398711"/>
              <a:gd name="connsiteX1795" fmla="*/ 1774142 w 2119654"/>
              <a:gd name="connsiteY1795" fmla="*/ 1794056 h 2398711"/>
              <a:gd name="connsiteX1796" fmla="*/ 1774527 w 2119654"/>
              <a:gd name="connsiteY1796" fmla="*/ 1795793 h 2398711"/>
              <a:gd name="connsiteX1797" fmla="*/ 1779525 w 2119654"/>
              <a:gd name="connsiteY1797" fmla="*/ 1792577 h 2398711"/>
              <a:gd name="connsiteX1798" fmla="*/ 1777281 w 2119654"/>
              <a:gd name="connsiteY1798" fmla="*/ 1792865 h 2398711"/>
              <a:gd name="connsiteX1799" fmla="*/ 1692836 w 2119654"/>
              <a:gd name="connsiteY1799" fmla="*/ 1976053 h 2398711"/>
              <a:gd name="connsiteX1800" fmla="*/ 1692832 w 2119654"/>
              <a:gd name="connsiteY1800" fmla="*/ 1976187 h 2398711"/>
              <a:gd name="connsiteX1801" fmla="*/ 1693370 w 2119654"/>
              <a:gd name="connsiteY1801" fmla="*/ 1976205 h 2398711"/>
              <a:gd name="connsiteX1802" fmla="*/ 1695230 w 2119654"/>
              <a:gd name="connsiteY1802" fmla="*/ 1975474 h 2398711"/>
              <a:gd name="connsiteX1803" fmla="*/ 1847674 w 2119654"/>
              <a:gd name="connsiteY1803" fmla="*/ 1629340 h 2398711"/>
              <a:gd name="connsiteX1804" fmla="*/ 1849578 w 2119654"/>
              <a:gd name="connsiteY1804" fmla="*/ 1628835 h 2398711"/>
              <a:gd name="connsiteX1805" fmla="*/ 1849154 w 2119654"/>
              <a:gd name="connsiteY1805" fmla="*/ 1627905 h 2398711"/>
              <a:gd name="connsiteX1806" fmla="*/ 1849100 w 2119654"/>
              <a:gd name="connsiteY1806" fmla="*/ 1627919 h 2398711"/>
              <a:gd name="connsiteX1807" fmla="*/ 1847304 w 2119654"/>
              <a:gd name="connsiteY1807" fmla="*/ 1630134 h 2398711"/>
              <a:gd name="connsiteX1808" fmla="*/ 1847948 w 2119654"/>
              <a:gd name="connsiteY1808" fmla="*/ 1633043 h 2398711"/>
              <a:gd name="connsiteX1809" fmla="*/ 1851118 w 2119654"/>
              <a:gd name="connsiteY1809" fmla="*/ 1632220 h 2398711"/>
              <a:gd name="connsiteX1810" fmla="*/ 1849861 w 2119654"/>
              <a:gd name="connsiteY1810" fmla="*/ 1629456 h 2398711"/>
              <a:gd name="connsiteX1811" fmla="*/ 1742207 w 2119654"/>
              <a:gd name="connsiteY1811" fmla="*/ 1865462 h 2398711"/>
              <a:gd name="connsiteX1812" fmla="*/ 1742340 w 2119654"/>
              <a:gd name="connsiteY1812" fmla="*/ 1866687 h 2398711"/>
              <a:gd name="connsiteX1813" fmla="*/ 1742249 w 2119654"/>
              <a:gd name="connsiteY1813" fmla="*/ 1866807 h 2398711"/>
              <a:gd name="connsiteX1814" fmla="*/ 1743231 w 2119654"/>
              <a:gd name="connsiteY1814" fmla="*/ 1872464 h 2398711"/>
              <a:gd name="connsiteX1815" fmla="*/ 1757395 w 2119654"/>
              <a:gd name="connsiteY1815" fmla="*/ 1865713 h 2398711"/>
              <a:gd name="connsiteX1816" fmla="*/ 1758650 w 2119654"/>
              <a:gd name="connsiteY1816" fmla="*/ 1856221 h 2398711"/>
              <a:gd name="connsiteX1817" fmla="*/ 1750655 w 2119654"/>
              <a:gd name="connsiteY1817" fmla="*/ 1859029 h 2398711"/>
              <a:gd name="connsiteX1818" fmla="*/ 1898169 w 2119654"/>
              <a:gd name="connsiteY1818" fmla="*/ 1516146 h 2398711"/>
              <a:gd name="connsiteX1819" fmla="*/ 1910106 w 2119654"/>
              <a:gd name="connsiteY1819" fmla="*/ 1510240 h 2398711"/>
              <a:gd name="connsiteX1820" fmla="*/ 1940690 w 2119654"/>
              <a:gd name="connsiteY1820" fmla="*/ 1468425 h 2398711"/>
              <a:gd name="connsiteX1821" fmla="*/ 1940531 w 2119654"/>
              <a:gd name="connsiteY1821" fmla="*/ 1468259 h 2398711"/>
              <a:gd name="connsiteX1822" fmla="*/ 1917959 w 2119654"/>
              <a:gd name="connsiteY1822" fmla="*/ 1478733 h 2398711"/>
              <a:gd name="connsiteX1823" fmla="*/ 1915929 w 2119654"/>
              <a:gd name="connsiteY1823" fmla="*/ 1482685 h 2398711"/>
              <a:gd name="connsiteX1824" fmla="*/ 1718681 w 2119654"/>
              <a:gd name="connsiteY1824" fmla="*/ 1917934 h 2398711"/>
              <a:gd name="connsiteX1825" fmla="*/ 1718415 w 2119654"/>
              <a:gd name="connsiteY1825" fmla="*/ 1921775 h 2398711"/>
              <a:gd name="connsiteX1826" fmla="*/ 1725144 w 2119654"/>
              <a:gd name="connsiteY1826" fmla="*/ 1922108 h 2398711"/>
              <a:gd name="connsiteX1827" fmla="*/ 1726894 w 2119654"/>
              <a:gd name="connsiteY1827" fmla="*/ 1920432 h 2398711"/>
              <a:gd name="connsiteX1828" fmla="*/ 1727485 w 2119654"/>
              <a:gd name="connsiteY1828" fmla="*/ 1913997 h 2398711"/>
              <a:gd name="connsiteX1829" fmla="*/ 1764590 w 2119654"/>
              <a:gd name="connsiteY1829" fmla="*/ 1815103 h 2398711"/>
              <a:gd name="connsiteX1830" fmla="*/ 1764277 w 2119654"/>
              <a:gd name="connsiteY1830" fmla="*/ 1817466 h 2398711"/>
              <a:gd name="connsiteX1831" fmla="*/ 1767189 w 2119654"/>
              <a:gd name="connsiteY1831" fmla="*/ 1817055 h 2398711"/>
              <a:gd name="connsiteX1832" fmla="*/ 1766972 w 2119654"/>
              <a:gd name="connsiteY1832" fmla="*/ 1814901 h 2398711"/>
              <a:gd name="connsiteX1833" fmla="*/ 1765606 w 2119654"/>
              <a:gd name="connsiteY1833" fmla="*/ 1815040 h 2398711"/>
              <a:gd name="connsiteX1834" fmla="*/ 1820425 w 2119654"/>
              <a:gd name="connsiteY1834" fmla="*/ 1689978 h 2398711"/>
              <a:gd name="connsiteX1835" fmla="*/ 1826490 w 2119654"/>
              <a:gd name="connsiteY1835" fmla="*/ 1689338 h 2398711"/>
              <a:gd name="connsiteX1836" fmla="*/ 1825766 w 2119654"/>
              <a:gd name="connsiteY1836" fmla="*/ 1688601 h 2398711"/>
              <a:gd name="connsiteX1837" fmla="*/ 1770027 w 2119654"/>
              <a:gd name="connsiteY1837" fmla="*/ 1802635 h 2398711"/>
              <a:gd name="connsiteX1838" fmla="*/ 1770561 w 2119654"/>
              <a:gd name="connsiteY1838" fmla="*/ 1803691 h 2398711"/>
              <a:gd name="connsiteX1839" fmla="*/ 1774467 w 2119654"/>
              <a:gd name="connsiteY1839" fmla="*/ 1802319 h 2398711"/>
              <a:gd name="connsiteX1840" fmla="*/ 1773703 w 2119654"/>
              <a:gd name="connsiteY1840" fmla="*/ 1799322 h 2398711"/>
              <a:gd name="connsiteX1841" fmla="*/ 1787953 w 2119654"/>
              <a:gd name="connsiteY1841" fmla="*/ 1762436 h 2398711"/>
              <a:gd name="connsiteX1842" fmla="*/ 1789379 w 2119654"/>
              <a:gd name="connsiteY1842" fmla="*/ 1766420 h 2398711"/>
              <a:gd name="connsiteX1843" fmla="*/ 1789925 w 2119654"/>
              <a:gd name="connsiteY1843" fmla="*/ 1766128 h 2398711"/>
              <a:gd name="connsiteX1844" fmla="*/ 1700364 w 2119654"/>
              <a:gd name="connsiteY1844" fmla="*/ 1958507 h 2398711"/>
              <a:gd name="connsiteX1845" fmla="*/ 1700656 w 2119654"/>
              <a:gd name="connsiteY1845" fmla="*/ 1960210 h 2398711"/>
              <a:gd name="connsiteX1846" fmla="*/ 1700837 w 2119654"/>
              <a:gd name="connsiteY1846" fmla="*/ 1958425 h 2398711"/>
              <a:gd name="connsiteX1847" fmla="*/ 1788022 w 2119654"/>
              <a:gd name="connsiteY1847" fmla="*/ 1762122 h 2398711"/>
              <a:gd name="connsiteX1848" fmla="*/ 1790109 w 2119654"/>
              <a:gd name="connsiteY1848" fmla="*/ 1766028 h 2398711"/>
              <a:gd name="connsiteX1849" fmla="*/ 1792090 w 2119654"/>
              <a:gd name="connsiteY1849" fmla="*/ 1764967 h 2398711"/>
              <a:gd name="connsiteX1850" fmla="*/ 1791060 w 2119654"/>
              <a:gd name="connsiteY1850" fmla="*/ 1761056 h 2398711"/>
              <a:gd name="connsiteX1851" fmla="*/ 1765055 w 2119654"/>
              <a:gd name="connsiteY1851" fmla="*/ 1813312 h 2398711"/>
              <a:gd name="connsiteX1852" fmla="*/ 1766800 w 2119654"/>
              <a:gd name="connsiteY1852" fmla="*/ 1813206 h 2398711"/>
              <a:gd name="connsiteX1853" fmla="*/ 1766690 w 2119654"/>
              <a:gd name="connsiteY1853" fmla="*/ 1812113 h 2398711"/>
              <a:gd name="connsiteX1854" fmla="*/ 1692873 w 2119654"/>
              <a:gd name="connsiteY1854" fmla="*/ 1974745 h 2398711"/>
              <a:gd name="connsiteX1855" fmla="*/ 1692856 w 2119654"/>
              <a:gd name="connsiteY1855" fmla="*/ 1975357 h 2398711"/>
              <a:gd name="connsiteX1856" fmla="*/ 1695535 w 2119654"/>
              <a:gd name="connsiteY1856" fmla="*/ 1974709 h 2398711"/>
              <a:gd name="connsiteX1857" fmla="*/ 1862114 w 2119654"/>
              <a:gd name="connsiteY1857" fmla="*/ 1595597 h 2398711"/>
              <a:gd name="connsiteX1858" fmla="*/ 1876591 w 2119654"/>
              <a:gd name="connsiteY1858" fmla="*/ 1589299 h 2398711"/>
              <a:gd name="connsiteX1859" fmla="*/ 1891542 w 2119654"/>
              <a:gd name="connsiteY1859" fmla="*/ 1582549 h 2398711"/>
              <a:gd name="connsiteX1860" fmla="*/ 1885374 w 2119654"/>
              <a:gd name="connsiteY1860" fmla="*/ 1575876 h 2398711"/>
              <a:gd name="connsiteX1861" fmla="*/ 1876343 w 2119654"/>
              <a:gd name="connsiteY1861" fmla="*/ 1579263 h 2398711"/>
              <a:gd name="connsiteX1862" fmla="*/ 1873334 w 2119654"/>
              <a:gd name="connsiteY1862" fmla="*/ 1580824 h 2398711"/>
              <a:gd name="connsiteX1863" fmla="*/ 1872489 w 2119654"/>
              <a:gd name="connsiteY1863" fmla="*/ 1581937 h 2398711"/>
              <a:gd name="connsiteX1864" fmla="*/ 1881452 w 2119654"/>
              <a:gd name="connsiteY1864" fmla="*/ 1579643 h 2398711"/>
              <a:gd name="connsiteX1865" fmla="*/ 1881323 w 2119654"/>
              <a:gd name="connsiteY1865" fmla="*/ 1579811 h 2398711"/>
              <a:gd name="connsiteX1866" fmla="*/ 1872361 w 2119654"/>
              <a:gd name="connsiteY1866" fmla="*/ 1582106 h 2398711"/>
              <a:gd name="connsiteX1867" fmla="*/ 1894260 w 2119654"/>
              <a:gd name="connsiteY1867" fmla="*/ 1523509 h 2398711"/>
              <a:gd name="connsiteX1868" fmla="*/ 1906005 w 2119654"/>
              <a:gd name="connsiteY1868" fmla="*/ 1515848 h 2398711"/>
              <a:gd name="connsiteX1869" fmla="*/ 1908344 w 2119654"/>
              <a:gd name="connsiteY1869" fmla="*/ 1512649 h 2398711"/>
              <a:gd name="connsiteX1870" fmla="*/ 1897062 w 2119654"/>
              <a:gd name="connsiteY1870" fmla="*/ 1518230 h 2398711"/>
              <a:gd name="connsiteX1871" fmla="*/ 1730070 w 2119654"/>
              <a:gd name="connsiteY1871" fmla="*/ 1891150 h 2398711"/>
              <a:gd name="connsiteX1872" fmla="*/ 1730067 w 2119654"/>
              <a:gd name="connsiteY1872" fmla="*/ 1891333 h 2398711"/>
              <a:gd name="connsiteX1873" fmla="*/ 1730143 w 2119654"/>
              <a:gd name="connsiteY1873" fmla="*/ 1891287 h 2398711"/>
              <a:gd name="connsiteX1874" fmla="*/ 1700245 w 2119654"/>
              <a:gd name="connsiteY1874" fmla="*/ 1957813 h 2398711"/>
              <a:gd name="connsiteX1875" fmla="*/ 1700349 w 2119654"/>
              <a:gd name="connsiteY1875" fmla="*/ 1958420 h 2398711"/>
              <a:gd name="connsiteX1876" fmla="*/ 1700847 w 2119654"/>
              <a:gd name="connsiteY1876" fmla="*/ 1958333 h 2398711"/>
              <a:gd name="connsiteX1877" fmla="*/ 1700913 w 2119654"/>
              <a:gd name="connsiteY1877" fmla="*/ 1957682 h 2398711"/>
              <a:gd name="connsiteX1878" fmla="*/ 1730078 w 2119654"/>
              <a:gd name="connsiteY1878" fmla="*/ 1890769 h 2398711"/>
              <a:gd name="connsiteX1879" fmla="*/ 1730077 w 2119654"/>
              <a:gd name="connsiteY1879" fmla="*/ 1890861 h 2398711"/>
              <a:gd name="connsiteX1880" fmla="*/ 1730264 w 2119654"/>
              <a:gd name="connsiteY1880" fmla="*/ 1891213 h 2398711"/>
              <a:gd name="connsiteX1881" fmla="*/ 1731604 w 2119654"/>
              <a:gd name="connsiteY1881" fmla="*/ 1890399 h 2398711"/>
              <a:gd name="connsiteX1882" fmla="*/ 1707598 w 2119654"/>
              <a:gd name="connsiteY1882" fmla="*/ 1940907 h 2398711"/>
              <a:gd name="connsiteX1883" fmla="*/ 1706199 w 2119654"/>
              <a:gd name="connsiteY1883" fmla="*/ 1946656 h 2398711"/>
              <a:gd name="connsiteX1884" fmla="*/ 1716019 w 2119654"/>
              <a:gd name="connsiteY1884" fmla="*/ 1945035 h 2398711"/>
              <a:gd name="connsiteX1885" fmla="*/ 1716381 w 2119654"/>
              <a:gd name="connsiteY1885" fmla="*/ 1939655 h 2398711"/>
              <a:gd name="connsiteX1886" fmla="*/ 1701823 w 2119654"/>
              <a:gd name="connsiteY1886" fmla="*/ 1953683 h 2398711"/>
              <a:gd name="connsiteX1887" fmla="*/ 1701458 w 2119654"/>
              <a:gd name="connsiteY1887" fmla="*/ 1957270 h 2398711"/>
              <a:gd name="connsiteX1888" fmla="*/ 1702604 w 2119654"/>
              <a:gd name="connsiteY1888" fmla="*/ 1957045 h 2398711"/>
              <a:gd name="connsiteX1889" fmla="*/ 1703592 w 2119654"/>
              <a:gd name="connsiteY1889" fmla="*/ 1952984 h 2398711"/>
              <a:gd name="connsiteX1890" fmla="*/ 1870870 w 2119654"/>
              <a:gd name="connsiteY1890" fmla="*/ 1574873 h 2398711"/>
              <a:gd name="connsiteX1891" fmla="*/ 1873944 w 2119654"/>
              <a:gd name="connsiteY1891" fmla="*/ 1574031 h 2398711"/>
              <a:gd name="connsiteX1892" fmla="*/ 1877865 w 2119654"/>
              <a:gd name="connsiteY1892" fmla="*/ 1571587 h 2398711"/>
              <a:gd name="connsiteX1893" fmla="*/ 1880090 w 2119654"/>
              <a:gd name="connsiteY1893" fmla="*/ 1570158 h 2398711"/>
              <a:gd name="connsiteX1894" fmla="*/ 1878799 w 2119654"/>
              <a:gd name="connsiteY1894" fmla="*/ 1568761 h 2398711"/>
              <a:gd name="connsiteX1895" fmla="*/ 1846935 w 2119654"/>
              <a:gd name="connsiteY1895" fmla="*/ 1628467 h 2398711"/>
              <a:gd name="connsiteX1896" fmla="*/ 1847116 w 2119654"/>
              <a:gd name="connsiteY1896" fmla="*/ 1629286 h 2398711"/>
              <a:gd name="connsiteX1897" fmla="*/ 1848330 w 2119654"/>
              <a:gd name="connsiteY1897" fmla="*/ 1628113 h 2398711"/>
              <a:gd name="connsiteX1898" fmla="*/ 1869773 w 2119654"/>
              <a:gd name="connsiteY1898" fmla="*/ 1577171 h 2398711"/>
              <a:gd name="connsiteX1899" fmla="*/ 1875120 w 2119654"/>
              <a:gd name="connsiteY1899" fmla="*/ 1576551 h 2398711"/>
              <a:gd name="connsiteX1900" fmla="*/ 1876349 w 2119654"/>
              <a:gd name="connsiteY1900" fmla="*/ 1575979 h 2398711"/>
              <a:gd name="connsiteX1901" fmla="*/ 1877480 w 2119654"/>
              <a:gd name="connsiteY1901" fmla="*/ 1574490 h 2398711"/>
              <a:gd name="connsiteX1902" fmla="*/ 1871318 w 2119654"/>
              <a:gd name="connsiteY1902" fmla="*/ 1576178 h 2398711"/>
              <a:gd name="connsiteX1903" fmla="*/ 1879820 w 2119654"/>
              <a:gd name="connsiteY1903" fmla="*/ 1554618 h 2398711"/>
              <a:gd name="connsiteX1904" fmla="*/ 1881235 w 2119654"/>
              <a:gd name="connsiteY1904" fmla="*/ 1556691 h 2398711"/>
              <a:gd name="connsiteX1905" fmla="*/ 1887342 w 2119654"/>
              <a:gd name="connsiteY1905" fmla="*/ 1552176 h 2398711"/>
              <a:gd name="connsiteX1906" fmla="*/ 1898473 w 2119654"/>
              <a:gd name="connsiteY1906" fmla="*/ 1543368 h 2398711"/>
              <a:gd name="connsiteX1907" fmla="*/ 1898425 w 2119654"/>
              <a:gd name="connsiteY1907" fmla="*/ 1543568 h 2398711"/>
              <a:gd name="connsiteX1908" fmla="*/ 1881449 w 2119654"/>
              <a:gd name="connsiteY1908" fmla="*/ 1557004 h 2398711"/>
              <a:gd name="connsiteX1909" fmla="*/ 1885203 w 2119654"/>
              <a:gd name="connsiteY1909" fmla="*/ 1562504 h 2398711"/>
              <a:gd name="connsiteX1910" fmla="*/ 1885657 w 2119654"/>
              <a:gd name="connsiteY1910" fmla="*/ 1562342 h 2398711"/>
              <a:gd name="connsiteX1911" fmla="*/ 1888190 w 2119654"/>
              <a:gd name="connsiteY1911" fmla="*/ 1560389 h 2398711"/>
              <a:gd name="connsiteX1912" fmla="*/ 1903735 w 2119654"/>
              <a:gd name="connsiteY1912" fmla="*/ 1539923 h 2398711"/>
              <a:gd name="connsiteX1913" fmla="*/ 1884420 w 2119654"/>
              <a:gd name="connsiteY1913" fmla="*/ 1548327 h 2398711"/>
              <a:gd name="connsiteX1914" fmla="*/ 1881976 w 2119654"/>
              <a:gd name="connsiteY1914" fmla="*/ 1551670 h 2398711"/>
              <a:gd name="connsiteX1915" fmla="*/ 1882656 w 2119654"/>
              <a:gd name="connsiteY1915" fmla="*/ 1553196 h 2398711"/>
              <a:gd name="connsiteX1916" fmla="*/ 1882615 w 2119654"/>
              <a:gd name="connsiteY1916" fmla="*/ 1553357 h 2398711"/>
              <a:gd name="connsiteX1917" fmla="*/ 1881905 w 2119654"/>
              <a:gd name="connsiteY1917" fmla="*/ 1551767 h 2398711"/>
              <a:gd name="connsiteX1918" fmla="*/ 1699333 w 2119654"/>
              <a:gd name="connsiteY1918" fmla="*/ 1958688 h 2398711"/>
              <a:gd name="connsiteX1919" fmla="*/ 1699808 w 2119654"/>
              <a:gd name="connsiteY1919" fmla="*/ 1962540 h 2398711"/>
              <a:gd name="connsiteX1920" fmla="*/ 1700430 w 2119654"/>
              <a:gd name="connsiteY1920" fmla="*/ 1962444 h 2398711"/>
              <a:gd name="connsiteX1921" fmla="*/ 1700585 w 2119654"/>
              <a:gd name="connsiteY1921" fmla="*/ 1960915 h 2398711"/>
              <a:gd name="connsiteX1922" fmla="*/ 1700348 w 2119654"/>
              <a:gd name="connsiteY1922" fmla="*/ 1959534 h 2398711"/>
              <a:gd name="connsiteX1923" fmla="*/ 1700164 w 2119654"/>
              <a:gd name="connsiteY1923" fmla="*/ 1958543 h 2398711"/>
              <a:gd name="connsiteX1924" fmla="*/ 1708056 w 2119654"/>
              <a:gd name="connsiteY1924" fmla="*/ 1939022 h 2398711"/>
              <a:gd name="connsiteX1925" fmla="*/ 1707657 w 2119654"/>
              <a:gd name="connsiteY1925" fmla="*/ 1940663 h 2398711"/>
              <a:gd name="connsiteX1926" fmla="*/ 1712509 w 2119654"/>
              <a:gd name="connsiteY1926" fmla="*/ 1940040 h 2398711"/>
              <a:gd name="connsiteX1927" fmla="*/ 1716393 w 2119654"/>
              <a:gd name="connsiteY1927" fmla="*/ 1939486 h 2398711"/>
              <a:gd name="connsiteX1928" fmla="*/ 1717001 w 2119654"/>
              <a:gd name="connsiteY1928" fmla="*/ 1930455 h 2398711"/>
              <a:gd name="connsiteX1929" fmla="*/ 1714787 w 2119654"/>
              <a:gd name="connsiteY1929" fmla="*/ 1932575 h 2398711"/>
              <a:gd name="connsiteX1930" fmla="*/ 1715435 w 2119654"/>
              <a:gd name="connsiteY1930" fmla="*/ 1938984 h 2398711"/>
              <a:gd name="connsiteX1931" fmla="*/ 1715345 w 2119654"/>
              <a:gd name="connsiteY1931" fmla="*/ 1939127 h 2398711"/>
              <a:gd name="connsiteX1932" fmla="*/ 1714692 w 2119654"/>
              <a:gd name="connsiteY1932" fmla="*/ 1932666 h 2398711"/>
              <a:gd name="connsiteX1933" fmla="*/ 1717083 w 2119654"/>
              <a:gd name="connsiteY1933" fmla="*/ 1918649 h 2398711"/>
              <a:gd name="connsiteX1934" fmla="*/ 1717664 w 2119654"/>
              <a:gd name="connsiteY1934" fmla="*/ 1920593 h 2398711"/>
              <a:gd name="connsiteX1935" fmla="*/ 1717817 w 2119654"/>
              <a:gd name="connsiteY1935" fmla="*/ 1918321 h 2398711"/>
              <a:gd name="connsiteX1936" fmla="*/ 1790188 w 2119654"/>
              <a:gd name="connsiteY1936" fmla="*/ 1754751 h 2398711"/>
              <a:gd name="connsiteX1937" fmla="*/ 1790384 w 2119654"/>
              <a:gd name="connsiteY1937" fmla="*/ 1755494 h 2398711"/>
              <a:gd name="connsiteX1938" fmla="*/ 1790861 w 2119654"/>
              <a:gd name="connsiteY1938" fmla="*/ 1756193 h 2398711"/>
              <a:gd name="connsiteX1939" fmla="*/ 1797577 w 2119654"/>
              <a:gd name="connsiteY1939" fmla="*/ 1753961 h 2398711"/>
              <a:gd name="connsiteX1940" fmla="*/ 1796697 w 2119654"/>
              <a:gd name="connsiteY1940" fmla="*/ 1752150 h 2398711"/>
              <a:gd name="connsiteX1941" fmla="*/ 1767768 w 2119654"/>
              <a:gd name="connsiteY1941" fmla="*/ 1804672 h 2398711"/>
              <a:gd name="connsiteX1942" fmla="*/ 1769301 w 2119654"/>
              <a:gd name="connsiteY1942" fmla="*/ 1804134 h 2398711"/>
              <a:gd name="connsiteX1943" fmla="*/ 1769008 w 2119654"/>
              <a:gd name="connsiteY1943" fmla="*/ 1803554 h 2398711"/>
              <a:gd name="connsiteX1944" fmla="*/ 1699249 w 2119654"/>
              <a:gd name="connsiteY1944" fmla="*/ 1958009 h 2398711"/>
              <a:gd name="connsiteX1945" fmla="*/ 1699322 w 2119654"/>
              <a:gd name="connsiteY1945" fmla="*/ 1958599 h 2398711"/>
              <a:gd name="connsiteX1946" fmla="*/ 1700148 w 2119654"/>
              <a:gd name="connsiteY1946" fmla="*/ 1958455 h 2398711"/>
              <a:gd name="connsiteX1947" fmla="*/ 1700036 w 2119654"/>
              <a:gd name="connsiteY1947" fmla="*/ 1957854 h 2398711"/>
              <a:gd name="connsiteX1948" fmla="*/ 1734630 w 2119654"/>
              <a:gd name="connsiteY1948" fmla="*/ 1878737 h 2398711"/>
              <a:gd name="connsiteX1949" fmla="*/ 1737092 w 2119654"/>
              <a:gd name="connsiteY1949" fmla="*/ 1883947 h 2398711"/>
              <a:gd name="connsiteX1950" fmla="*/ 1737528 w 2119654"/>
              <a:gd name="connsiteY1950" fmla="*/ 1884903 h 2398711"/>
              <a:gd name="connsiteX1951" fmla="*/ 1741189 w 2119654"/>
              <a:gd name="connsiteY1951" fmla="*/ 1884567 h 2398711"/>
              <a:gd name="connsiteX1952" fmla="*/ 1744678 w 2119654"/>
              <a:gd name="connsiteY1952" fmla="*/ 1882445 h 2398711"/>
              <a:gd name="connsiteX1953" fmla="*/ 1743754 w 2119654"/>
              <a:gd name="connsiteY1953" fmla="*/ 1877123 h 2398711"/>
              <a:gd name="connsiteX1954" fmla="*/ 1887278 w 2119654"/>
              <a:gd name="connsiteY1954" fmla="*/ 1536664 h 2398711"/>
              <a:gd name="connsiteX1955" fmla="*/ 1896215 w 2119654"/>
              <a:gd name="connsiteY1955" fmla="*/ 1529232 h 2398711"/>
              <a:gd name="connsiteX1956" fmla="*/ 1904488 w 2119654"/>
              <a:gd name="connsiteY1956" fmla="*/ 1517920 h 2398711"/>
              <a:gd name="connsiteX1957" fmla="*/ 1893380 w 2119654"/>
              <a:gd name="connsiteY1957" fmla="*/ 1525167 h 2398711"/>
              <a:gd name="connsiteX1958" fmla="*/ 1765350 w 2119654"/>
              <a:gd name="connsiteY1958" fmla="*/ 1809350 h 2398711"/>
              <a:gd name="connsiteX1959" fmla="*/ 1764832 w 2119654"/>
              <a:gd name="connsiteY1959" fmla="*/ 1813269 h 2398711"/>
              <a:gd name="connsiteX1960" fmla="*/ 1766670 w 2119654"/>
              <a:gd name="connsiteY1960" fmla="*/ 1811920 h 2398711"/>
              <a:gd name="connsiteX1961" fmla="*/ 1766638 w 2119654"/>
              <a:gd name="connsiteY1961" fmla="*/ 1811602 h 2398711"/>
              <a:gd name="connsiteX1962" fmla="*/ 1788511 w 2119654"/>
              <a:gd name="connsiteY1962" fmla="*/ 1757399 h 2398711"/>
              <a:gd name="connsiteX1963" fmla="*/ 1790051 w 2119654"/>
              <a:gd name="connsiteY1963" fmla="*/ 1757229 h 2398711"/>
              <a:gd name="connsiteX1964" fmla="*/ 1789969 w 2119654"/>
              <a:gd name="connsiteY1964" fmla="*/ 1756915 h 2398711"/>
              <a:gd name="connsiteX1965" fmla="*/ 1881124 w 2119654"/>
              <a:gd name="connsiteY1965" fmla="*/ 1549762 h 2398711"/>
              <a:gd name="connsiteX1966" fmla="*/ 1881129 w 2119654"/>
              <a:gd name="connsiteY1966" fmla="*/ 1549774 h 2398711"/>
              <a:gd name="connsiteX1967" fmla="*/ 1881148 w 2119654"/>
              <a:gd name="connsiteY1967" fmla="*/ 1549752 h 2398711"/>
              <a:gd name="connsiteX1968" fmla="*/ 1793728 w 2119654"/>
              <a:gd name="connsiteY1968" fmla="*/ 1745339 h 2398711"/>
              <a:gd name="connsiteX1969" fmla="*/ 1794777 w 2119654"/>
              <a:gd name="connsiteY1969" fmla="*/ 1747495 h 2398711"/>
              <a:gd name="connsiteX1970" fmla="*/ 1804000 w 2119654"/>
              <a:gd name="connsiteY1970" fmla="*/ 1744955 h 2398711"/>
              <a:gd name="connsiteX1971" fmla="*/ 1803776 w 2119654"/>
              <a:gd name="connsiteY1971" fmla="*/ 1745328 h 2398711"/>
              <a:gd name="connsiteX1972" fmla="*/ 1794910 w 2119654"/>
              <a:gd name="connsiteY1972" fmla="*/ 1747769 h 2398711"/>
              <a:gd name="connsiteX1973" fmla="*/ 1795881 w 2119654"/>
              <a:gd name="connsiteY1973" fmla="*/ 1749766 h 2398711"/>
              <a:gd name="connsiteX1974" fmla="*/ 1842307 w 2119654"/>
              <a:gd name="connsiteY1974" fmla="*/ 1731817 h 2398711"/>
              <a:gd name="connsiteX1975" fmla="*/ 1852619 w 2119654"/>
              <a:gd name="connsiteY1975" fmla="*/ 1727229 h 2398711"/>
              <a:gd name="connsiteX1976" fmla="*/ 1858274 w 2119654"/>
              <a:gd name="connsiteY1976" fmla="*/ 1722132 h 2398711"/>
              <a:gd name="connsiteX1977" fmla="*/ 1850564 w 2119654"/>
              <a:gd name="connsiteY1977" fmla="*/ 1714062 h 2398711"/>
              <a:gd name="connsiteX1978" fmla="*/ 1834823 w 2119654"/>
              <a:gd name="connsiteY1978" fmla="*/ 1722925 h 2398711"/>
              <a:gd name="connsiteX1979" fmla="*/ 1741459 w 2119654"/>
              <a:gd name="connsiteY1979" fmla="*/ 1862259 h 2398711"/>
              <a:gd name="connsiteX1980" fmla="*/ 1741466 w 2119654"/>
              <a:gd name="connsiteY1980" fmla="*/ 1862294 h 2398711"/>
              <a:gd name="connsiteX1981" fmla="*/ 1741529 w 2119654"/>
              <a:gd name="connsiteY1981" fmla="*/ 1862246 h 2398711"/>
              <a:gd name="connsiteX1982" fmla="*/ 1741527 w 2119654"/>
              <a:gd name="connsiteY1982" fmla="*/ 1862235 h 2398711"/>
              <a:gd name="connsiteX1983" fmla="*/ 1706140 w 2119654"/>
              <a:gd name="connsiteY1983" fmla="*/ 1940858 h 2398711"/>
              <a:gd name="connsiteX1984" fmla="*/ 1706554 w 2119654"/>
              <a:gd name="connsiteY1984" fmla="*/ 1940805 h 2398711"/>
              <a:gd name="connsiteX1985" fmla="*/ 1706663 w 2119654"/>
              <a:gd name="connsiteY1985" fmla="*/ 1940357 h 2398711"/>
              <a:gd name="connsiteX1986" fmla="*/ 1766255 w 2119654"/>
              <a:gd name="connsiteY1986" fmla="*/ 1806036 h 2398711"/>
              <a:gd name="connsiteX1987" fmla="*/ 1766810 w 2119654"/>
              <a:gd name="connsiteY1987" fmla="*/ 1811521 h 2398711"/>
              <a:gd name="connsiteX1988" fmla="*/ 1766930 w 2119654"/>
              <a:gd name="connsiteY1988" fmla="*/ 1811730 h 2398711"/>
              <a:gd name="connsiteX1989" fmla="*/ 1767970 w 2119654"/>
              <a:gd name="connsiteY1989" fmla="*/ 1810968 h 2398711"/>
              <a:gd name="connsiteX1990" fmla="*/ 1767896 w 2119654"/>
              <a:gd name="connsiteY1990" fmla="*/ 1811228 h 2398711"/>
              <a:gd name="connsiteX1991" fmla="*/ 1767013 w 2119654"/>
              <a:gd name="connsiteY1991" fmla="*/ 1811876 h 2398711"/>
              <a:gd name="connsiteX1992" fmla="*/ 1767740 w 2119654"/>
              <a:gd name="connsiteY1992" fmla="*/ 1813148 h 2398711"/>
              <a:gd name="connsiteX1993" fmla="*/ 1773669 w 2119654"/>
              <a:gd name="connsiteY1993" fmla="*/ 1812784 h 2398711"/>
              <a:gd name="connsiteX1994" fmla="*/ 1769604 w 2119654"/>
              <a:gd name="connsiteY1994" fmla="*/ 1804733 h 2398711"/>
              <a:gd name="connsiteX1995" fmla="*/ 1766487 w 2119654"/>
              <a:gd name="connsiteY1995" fmla="*/ 1805827 h 2398711"/>
              <a:gd name="connsiteX1996" fmla="*/ 1709497 w 2119654"/>
              <a:gd name="connsiteY1996" fmla="*/ 1933100 h 2398711"/>
              <a:gd name="connsiteX1997" fmla="*/ 1708230 w 2119654"/>
              <a:gd name="connsiteY1997" fmla="*/ 1938310 h 2398711"/>
              <a:gd name="connsiteX1998" fmla="*/ 1714642 w 2119654"/>
              <a:gd name="connsiteY1998" fmla="*/ 1932168 h 2398711"/>
              <a:gd name="connsiteX1999" fmla="*/ 1714549 w 2119654"/>
              <a:gd name="connsiteY1999" fmla="*/ 1931250 h 2398711"/>
              <a:gd name="connsiteX2000" fmla="*/ 1719140 w 2119654"/>
              <a:gd name="connsiteY2000" fmla="*/ 1911310 h 2398711"/>
              <a:gd name="connsiteX2001" fmla="*/ 1718745 w 2119654"/>
              <a:gd name="connsiteY2001" fmla="*/ 1917005 h 2398711"/>
              <a:gd name="connsiteX2002" fmla="*/ 1727569 w 2119654"/>
              <a:gd name="connsiteY2002" fmla="*/ 1913079 h 2398711"/>
              <a:gd name="connsiteX2003" fmla="*/ 1727585 w 2119654"/>
              <a:gd name="connsiteY2003" fmla="*/ 1912899 h 2398711"/>
              <a:gd name="connsiteX2004" fmla="*/ 1727632 w 2119654"/>
              <a:gd name="connsiteY2004" fmla="*/ 1910361 h 2398711"/>
              <a:gd name="connsiteX2005" fmla="*/ 1768764 w 2119654"/>
              <a:gd name="connsiteY2005" fmla="*/ 1800133 h 2398711"/>
              <a:gd name="connsiteX2006" fmla="*/ 1769296 w 2119654"/>
              <a:gd name="connsiteY2006" fmla="*/ 1801186 h 2398711"/>
              <a:gd name="connsiteX2007" fmla="*/ 1773324 w 2119654"/>
              <a:gd name="connsiteY2007" fmla="*/ 1797837 h 2398711"/>
              <a:gd name="connsiteX2008" fmla="*/ 1773184 w 2119654"/>
              <a:gd name="connsiteY2008" fmla="*/ 1797288 h 2398711"/>
              <a:gd name="connsiteX2009" fmla="*/ 1881409 w 2119654"/>
              <a:gd name="connsiteY2009" fmla="*/ 1547721 h 2398711"/>
              <a:gd name="connsiteX2010" fmla="*/ 1883292 w 2119654"/>
              <a:gd name="connsiteY2010" fmla="*/ 1546901 h 2398711"/>
              <a:gd name="connsiteX2011" fmla="*/ 1893557 w 2119654"/>
              <a:gd name="connsiteY2011" fmla="*/ 1532866 h 2398711"/>
              <a:gd name="connsiteX2012" fmla="*/ 1885925 w 2119654"/>
              <a:gd name="connsiteY2012" fmla="*/ 1539213 h 2398711"/>
              <a:gd name="connsiteX2013" fmla="*/ 1699682 w 2119654"/>
              <a:gd name="connsiteY2013" fmla="*/ 1954529 h 2398711"/>
              <a:gd name="connsiteX2014" fmla="*/ 1700194 w 2119654"/>
              <a:gd name="connsiteY2014" fmla="*/ 1957519 h 2398711"/>
              <a:gd name="connsiteX2015" fmla="*/ 1700945 w 2119654"/>
              <a:gd name="connsiteY2015" fmla="*/ 1957371 h 2398711"/>
              <a:gd name="connsiteX2016" fmla="*/ 1701298 w 2119654"/>
              <a:gd name="connsiteY2016" fmla="*/ 1953891 h 2398711"/>
              <a:gd name="connsiteX2017" fmla="*/ 1773208 w 2119654"/>
              <a:gd name="connsiteY2017" fmla="*/ 1789833 h 2398711"/>
              <a:gd name="connsiteX2018" fmla="*/ 1773823 w 2119654"/>
              <a:gd name="connsiteY2018" fmla="*/ 1792617 h 2398711"/>
              <a:gd name="connsiteX2019" fmla="*/ 1781136 w 2119654"/>
              <a:gd name="connsiteY2019" fmla="*/ 1790176 h 2398711"/>
              <a:gd name="connsiteX2020" fmla="*/ 1780490 w 2119654"/>
              <a:gd name="connsiteY2020" fmla="*/ 1788884 h 2398711"/>
              <a:gd name="connsiteX2021" fmla="*/ 1765725 w 2119654"/>
              <a:gd name="connsiteY2021" fmla="*/ 1806513 h 2398711"/>
              <a:gd name="connsiteX2022" fmla="*/ 1765392 w 2119654"/>
              <a:gd name="connsiteY2022" fmla="*/ 1809039 h 2398711"/>
              <a:gd name="connsiteX2023" fmla="*/ 1766592 w 2119654"/>
              <a:gd name="connsiteY2023" fmla="*/ 1811139 h 2398711"/>
              <a:gd name="connsiteX2024" fmla="*/ 1766091 w 2119654"/>
              <a:gd name="connsiteY2024" fmla="*/ 1806184 h 2398711"/>
              <a:gd name="connsiteX2025" fmla="*/ 1734028 w 2119654"/>
              <a:gd name="connsiteY2025" fmla="*/ 1877466 h 2398711"/>
              <a:gd name="connsiteX2026" fmla="*/ 1734475 w 2119654"/>
              <a:gd name="connsiteY2026" fmla="*/ 1878410 h 2398711"/>
              <a:gd name="connsiteX2027" fmla="*/ 1741696 w 2119654"/>
              <a:gd name="connsiteY2027" fmla="*/ 1877377 h 2398711"/>
              <a:gd name="connsiteX2028" fmla="*/ 1743735 w 2119654"/>
              <a:gd name="connsiteY2028" fmla="*/ 1877016 h 2398711"/>
              <a:gd name="connsiteX2029" fmla="*/ 1743062 w 2119654"/>
              <a:gd name="connsiteY2029" fmla="*/ 1873139 h 2398711"/>
              <a:gd name="connsiteX2030" fmla="*/ 1842555 w 2119654"/>
              <a:gd name="connsiteY2030" fmla="*/ 1634441 h 2398711"/>
              <a:gd name="connsiteX2031" fmla="*/ 1847465 w 2119654"/>
              <a:gd name="connsiteY2031" fmla="*/ 1633168 h 2398711"/>
              <a:gd name="connsiteX2032" fmla="*/ 1846822 w 2119654"/>
              <a:gd name="connsiteY2032" fmla="*/ 1630262 h 2398711"/>
              <a:gd name="connsiteX2033" fmla="*/ 1846723 w 2119654"/>
              <a:gd name="connsiteY2033" fmla="*/ 1630288 h 2398711"/>
              <a:gd name="connsiteX2034" fmla="*/ 1730167 w 2119654"/>
              <a:gd name="connsiteY2034" fmla="*/ 1885954 h 2398711"/>
              <a:gd name="connsiteX2035" fmla="*/ 1730086 w 2119654"/>
              <a:gd name="connsiteY2035" fmla="*/ 1890357 h 2398711"/>
              <a:gd name="connsiteX2036" fmla="*/ 1732727 w 2119654"/>
              <a:gd name="connsiteY2036" fmla="*/ 1889715 h 2398711"/>
              <a:gd name="connsiteX2037" fmla="*/ 1737892 w 2119654"/>
              <a:gd name="connsiteY2037" fmla="*/ 1886573 h 2398711"/>
              <a:gd name="connsiteX2038" fmla="*/ 1737290 w 2119654"/>
              <a:gd name="connsiteY2038" fmla="*/ 1885301 h 2398711"/>
              <a:gd name="connsiteX2039" fmla="*/ 1719221 w 2119654"/>
              <a:gd name="connsiteY2039" fmla="*/ 1910138 h 2398711"/>
              <a:gd name="connsiteX2040" fmla="*/ 1719183 w 2119654"/>
              <a:gd name="connsiteY2040" fmla="*/ 1910687 h 2398711"/>
              <a:gd name="connsiteX2041" fmla="*/ 1727641 w 2119654"/>
              <a:gd name="connsiteY2041" fmla="*/ 1909860 h 2398711"/>
              <a:gd name="connsiteX2042" fmla="*/ 1727726 w 2119654"/>
              <a:gd name="connsiteY2042" fmla="*/ 1905241 h 2398711"/>
              <a:gd name="connsiteX2043" fmla="*/ 1878972 w 2119654"/>
              <a:gd name="connsiteY2043" fmla="*/ 1552311 h 2398711"/>
              <a:gd name="connsiteX2044" fmla="*/ 1881055 w 2119654"/>
              <a:gd name="connsiteY2044" fmla="*/ 1549861 h 2398711"/>
              <a:gd name="connsiteX2045" fmla="*/ 1881029 w 2119654"/>
              <a:gd name="connsiteY2045" fmla="*/ 1549804 h 2398711"/>
              <a:gd name="connsiteX2046" fmla="*/ 1880085 w 2119654"/>
              <a:gd name="connsiteY2046" fmla="*/ 1550215 h 2398711"/>
              <a:gd name="connsiteX2047" fmla="*/ 1702455 w 2119654"/>
              <a:gd name="connsiteY2047" fmla="*/ 1947452 h 2398711"/>
              <a:gd name="connsiteX2048" fmla="*/ 1701872 w 2119654"/>
              <a:gd name="connsiteY2048" fmla="*/ 1953191 h 2398711"/>
              <a:gd name="connsiteX2049" fmla="*/ 1703711 w 2119654"/>
              <a:gd name="connsiteY2049" fmla="*/ 1952493 h 2398711"/>
              <a:gd name="connsiteX2050" fmla="*/ 1705041 w 2119654"/>
              <a:gd name="connsiteY2050" fmla="*/ 1947025 h 2398711"/>
              <a:gd name="connsiteX2051" fmla="*/ 1874853 w 2119654"/>
              <a:gd name="connsiteY2051" fmla="*/ 1561409 h 2398711"/>
              <a:gd name="connsiteX2052" fmla="*/ 1880805 w 2119654"/>
              <a:gd name="connsiteY2052" fmla="*/ 1557010 h 2398711"/>
              <a:gd name="connsiteX2053" fmla="*/ 1879485 w 2119654"/>
              <a:gd name="connsiteY2053" fmla="*/ 1555076 h 2398711"/>
              <a:gd name="connsiteX2054" fmla="*/ 1713728 w 2119654"/>
              <a:gd name="connsiteY2054" fmla="*/ 1922100 h 2398711"/>
              <a:gd name="connsiteX2055" fmla="*/ 1714623 w 2119654"/>
              <a:gd name="connsiteY2055" fmla="*/ 1930950 h 2398711"/>
              <a:gd name="connsiteX2056" fmla="*/ 1716660 w 2119654"/>
              <a:gd name="connsiteY2056" fmla="*/ 1930235 h 2398711"/>
              <a:gd name="connsiteX2057" fmla="*/ 1717040 w 2119654"/>
              <a:gd name="connsiteY2057" fmla="*/ 1929871 h 2398711"/>
              <a:gd name="connsiteX2058" fmla="*/ 1717464 w 2119654"/>
              <a:gd name="connsiteY2058" fmla="*/ 1923569 h 2398711"/>
              <a:gd name="connsiteX2059" fmla="*/ 1717061 w 2119654"/>
              <a:gd name="connsiteY2059" fmla="*/ 1922219 h 2398711"/>
              <a:gd name="connsiteX2060" fmla="*/ 1867554 w 2119654"/>
              <a:gd name="connsiteY2060" fmla="*/ 1577429 h 2398711"/>
              <a:gd name="connsiteX2061" fmla="*/ 1868707 w 2119654"/>
              <a:gd name="connsiteY2061" fmla="*/ 1577294 h 2398711"/>
              <a:gd name="connsiteX2062" fmla="*/ 1869854 w 2119654"/>
              <a:gd name="connsiteY2062" fmla="*/ 1576579 h 2398711"/>
              <a:gd name="connsiteX2063" fmla="*/ 1867993 w 2119654"/>
              <a:gd name="connsiteY2063" fmla="*/ 1577090 h 2398711"/>
              <a:gd name="connsiteX2064" fmla="*/ 1786592 w 2119654"/>
              <a:gd name="connsiteY2064" fmla="*/ 1758635 h 2398711"/>
              <a:gd name="connsiteX2065" fmla="*/ 1787432 w 2119654"/>
              <a:gd name="connsiteY2065" fmla="*/ 1760981 h 2398711"/>
              <a:gd name="connsiteX2066" fmla="*/ 1790631 w 2119654"/>
              <a:gd name="connsiteY2066" fmla="*/ 1759431 h 2398711"/>
              <a:gd name="connsiteX2067" fmla="*/ 1790275 w 2119654"/>
              <a:gd name="connsiteY2067" fmla="*/ 1758078 h 2398711"/>
              <a:gd name="connsiteX2068" fmla="*/ 1698860 w 2119654"/>
              <a:gd name="connsiteY2068" fmla="*/ 1954854 h 2398711"/>
              <a:gd name="connsiteX2069" fmla="*/ 1699212 w 2119654"/>
              <a:gd name="connsiteY2069" fmla="*/ 1957711 h 2398711"/>
              <a:gd name="connsiteX2070" fmla="*/ 1699981 w 2119654"/>
              <a:gd name="connsiteY2070" fmla="*/ 1957560 h 2398711"/>
              <a:gd name="connsiteX2071" fmla="*/ 1699436 w 2119654"/>
              <a:gd name="connsiteY2071" fmla="*/ 1954627 h 2398711"/>
              <a:gd name="connsiteX2072" fmla="*/ 1873916 w 2119654"/>
              <a:gd name="connsiteY2072" fmla="*/ 1562735 h 2398711"/>
              <a:gd name="connsiteX2073" fmla="*/ 1876557 w 2119654"/>
              <a:gd name="connsiteY2073" fmla="*/ 1565594 h 2398711"/>
              <a:gd name="connsiteX2074" fmla="*/ 1884682 w 2119654"/>
              <a:gd name="connsiteY2074" fmla="*/ 1562690 h 2398711"/>
              <a:gd name="connsiteX2075" fmla="*/ 1881028 w 2119654"/>
              <a:gd name="connsiteY2075" fmla="*/ 1557337 h 2398711"/>
              <a:gd name="connsiteX2076" fmla="*/ 1878312 w 2119654"/>
              <a:gd name="connsiteY2076" fmla="*/ 1559486 h 2398711"/>
              <a:gd name="connsiteX2077" fmla="*/ 1764552 w 2119654"/>
              <a:gd name="connsiteY2077" fmla="*/ 1807571 h 2398711"/>
              <a:gd name="connsiteX2078" fmla="*/ 1764852 w 2119654"/>
              <a:gd name="connsiteY2078" fmla="*/ 1808096 h 2398711"/>
              <a:gd name="connsiteX2079" fmla="*/ 1764932 w 2119654"/>
              <a:gd name="connsiteY2079" fmla="*/ 1807229 h 2398711"/>
              <a:gd name="connsiteX2080" fmla="*/ 1786190 w 2119654"/>
              <a:gd name="connsiteY2080" fmla="*/ 1758696 h 2398711"/>
              <a:gd name="connsiteX2081" fmla="*/ 1786684 w 2119654"/>
              <a:gd name="connsiteY2081" fmla="*/ 1759621 h 2398711"/>
              <a:gd name="connsiteX2082" fmla="*/ 1786331 w 2119654"/>
              <a:gd name="connsiteY2082" fmla="*/ 1758675 h 2398711"/>
              <a:gd name="connsiteX2083" fmla="*/ 1741462 w 2119654"/>
              <a:gd name="connsiteY2083" fmla="*/ 1858655 h 2398711"/>
              <a:gd name="connsiteX2084" fmla="*/ 1741809 w 2119654"/>
              <a:gd name="connsiteY2084" fmla="*/ 1861828 h 2398711"/>
              <a:gd name="connsiteX2085" fmla="*/ 1742306 w 2119654"/>
              <a:gd name="connsiteY2085" fmla="*/ 1861654 h 2398711"/>
              <a:gd name="connsiteX2086" fmla="*/ 1754288 w 2119654"/>
              <a:gd name="connsiteY2086" fmla="*/ 1852530 h 2398711"/>
              <a:gd name="connsiteX2087" fmla="*/ 1750606 w 2119654"/>
              <a:gd name="connsiteY2087" fmla="*/ 1852691 h 2398711"/>
              <a:gd name="connsiteX2088" fmla="*/ 1718080 w 2119654"/>
              <a:gd name="connsiteY2088" fmla="*/ 1910795 h 2398711"/>
              <a:gd name="connsiteX2089" fmla="*/ 1718325 w 2119654"/>
              <a:gd name="connsiteY2089" fmla="*/ 1910771 h 2398711"/>
              <a:gd name="connsiteX2090" fmla="*/ 1718334 w 2119654"/>
              <a:gd name="connsiteY2090" fmla="*/ 1910649 h 2398711"/>
              <a:gd name="connsiteX2091" fmla="*/ 1768016 w 2119654"/>
              <a:gd name="connsiteY2091" fmla="*/ 1798652 h 2398711"/>
              <a:gd name="connsiteX2092" fmla="*/ 1768524 w 2119654"/>
              <a:gd name="connsiteY2092" fmla="*/ 1799658 h 2398711"/>
              <a:gd name="connsiteX2093" fmla="*/ 1772294 w 2119654"/>
              <a:gd name="connsiteY2093" fmla="*/ 1797231 h 2398711"/>
              <a:gd name="connsiteX2094" fmla="*/ 1740898 w 2119654"/>
              <a:gd name="connsiteY2094" fmla="*/ 1859023 h 2398711"/>
              <a:gd name="connsiteX2095" fmla="*/ 1741409 w 2119654"/>
              <a:gd name="connsiteY2095" fmla="*/ 1861969 h 2398711"/>
              <a:gd name="connsiteX2096" fmla="*/ 1741495 w 2119654"/>
              <a:gd name="connsiteY2096" fmla="*/ 1861939 h 2398711"/>
              <a:gd name="connsiteX2097" fmla="*/ 1741157 w 2119654"/>
              <a:gd name="connsiteY2097" fmla="*/ 1858854 h 2398711"/>
              <a:gd name="connsiteX2098" fmla="*/ 1713540 w 2119654"/>
              <a:gd name="connsiteY2098" fmla="*/ 1920234 h 2398711"/>
              <a:gd name="connsiteX2099" fmla="*/ 1713672 w 2119654"/>
              <a:gd name="connsiteY2099" fmla="*/ 1921538 h 2398711"/>
              <a:gd name="connsiteX2100" fmla="*/ 1716906 w 2119654"/>
              <a:gd name="connsiteY2100" fmla="*/ 1921699 h 2398711"/>
              <a:gd name="connsiteX2101" fmla="*/ 1716124 w 2119654"/>
              <a:gd name="connsiteY2101" fmla="*/ 1919078 h 2398711"/>
              <a:gd name="connsiteX2102" fmla="*/ 1923466 w 2119654"/>
              <a:gd name="connsiteY2102" fmla="*/ 1449952 h 2398711"/>
              <a:gd name="connsiteX2103" fmla="*/ 1929264 w 2119654"/>
              <a:gd name="connsiteY2103" fmla="*/ 1456022 h 2398711"/>
              <a:gd name="connsiteX2104" fmla="*/ 1938667 w 2119654"/>
              <a:gd name="connsiteY2104" fmla="*/ 1437715 h 2398711"/>
              <a:gd name="connsiteX2105" fmla="*/ 1702800 w 2119654"/>
              <a:gd name="connsiteY2105" fmla="*/ 1944058 h 2398711"/>
              <a:gd name="connsiteX2106" fmla="*/ 1702474 w 2119654"/>
              <a:gd name="connsiteY2106" fmla="*/ 1947265 h 2398711"/>
              <a:gd name="connsiteX2107" fmla="*/ 1702886 w 2119654"/>
              <a:gd name="connsiteY2107" fmla="*/ 1947203 h 2398711"/>
              <a:gd name="connsiteX2108" fmla="*/ 1705086 w 2119654"/>
              <a:gd name="connsiteY2108" fmla="*/ 1946840 h 2398711"/>
              <a:gd name="connsiteX2109" fmla="*/ 1706491 w 2119654"/>
              <a:gd name="connsiteY2109" fmla="*/ 1941065 h 2398711"/>
              <a:gd name="connsiteX2110" fmla="*/ 1705824 w 2119654"/>
              <a:gd name="connsiteY2110" fmla="*/ 1941161 h 2398711"/>
              <a:gd name="connsiteX2111" fmla="*/ 1766365 w 2119654"/>
              <a:gd name="connsiteY2111" fmla="*/ 1801678 h 2398711"/>
              <a:gd name="connsiteX2112" fmla="*/ 1766076 w 2119654"/>
              <a:gd name="connsiteY2112" fmla="*/ 1803863 h 2398711"/>
              <a:gd name="connsiteX2113" fmla="*/ 1768251 w 2119654"/>
              <a:gd name="connsiteY2113" fmla="*/ 1802055 h 2398711"/>
              <a:gd name="connsiteX2114" fmla="*/ 1767645 w 2119654"/>
              <a:gd name="connsiteY2114" fmla="*/ 1800854 h 2398711"/>
              <a:gd name="connsiteX2115" fmla="*/ 1693137 w 2119654"/>
              <a:gd name="connsiteY2115" fmla="*/ 1965601 h 2398711"/>
              <a:gd name="connsiteX2116" fmla="*/ 1692899 w 2119654"/>
              <a:gd name="connsiteY2116" fmla="*/ 1973863 h 2398711"/>
              <a:gd name="connsiteX2117" fmla="*/ 1698563 w 2119654"/>
              <a:gd name="connsiteY2117" fmla="*/ 1973438 h 2398711"/>
              <a:gd name="connsiteX2118" fmla="*/ 1698916 w 2119654"/>
              <a:gd name="connsiteY2118" fmla="*/ 1972203 h 2398711"/>
              <a:gd name="connsiteX2119" fmla="*/ 1699814 w 2119654"/>
              <a:gd name="connsiteY2119" fmla="*/ 1968513 h 2398711"/>
              <a:gd name="connsiteX2120" fmla="*/ 1699899 w 2119654"/>
              <a:gd name="connsiteY2120" fmla="*/ 1967676 h 2398711"/>
              <a:gd name="connsiteX2121" fmla="*/ 1699513 w 2119654"/>
              <a:gd name="connsiteY2121" fmla="*/ 1964540 h 2398711"/>
              <a:gd name="connsiteX2122" fmla="*/ 1870838 w 2119654"/>
              <a:gd name="connsiteY2122" fmla="*/ 1567637 h 2398711"/>
              <a:gd name="connsiteX2123" fmla="*/ 1876041 w 2119654"/>
              <a:gd name="connsiteY2123" fmla="*/ 1565777 h 2398711"/>
              <a:gd name="connsiteX2124" fmla="*/ 1873594 w 2119654"/>
              <a:gd name="connsiteY2124" fmla="*/ 1563130 h 2398711"/>
              <a:gd name="connsiteX2125" fmla="*/ 1872267 w 2119654"/>
              <a:gd name="connsiteY2125" fmla="*/ 1564944 h 2398711"/>
              <a:gd name="connsiteX2126" fmla="*/ 1772576 w 2119654"/>
              <a:gd name="connsiteY2126" fmla="*/ 1786978 h 2398711"/>
              <a:gd name="connsiteX2127" fmla="*/ 1773111 w 2119654"/>
              <a:gd name="connsiteY2127" fmla="*/ 1789398 h 2398711"/>
              <a:gd name="connsiteX2128" fmla="*/ 1780280 w 2119654"/>
              <a:gd name="connsiteY2128" fmla="*/ 1788464 h 2398711"/>
              <a:gd name="connsiteX2129" fmla="*/ 1777243 w 2119654"/>
              <a:gd name="connsiteY2129" fmla="*/ 1782386 h 2398711"/>
              <a:gd name="connsiteX2130" fmla="*/ 1712186 w 2119654"/>
              <a:gd name="connsiteY2130" fmla="*/ 1922045 h 2398711"/>
              <a:gd name="connsiteX2131" fmla="*/ 1709591 w 2119654"/>
              <a:gd name="connsiteY2131" fmla="*/ 1932716 h 2398711"/>
              <a:gd name="connsiteX2132" fmla="*/ 1714522 w 2119654"/>
              <a:gd name="connsiteY2132" fmla="*/ 1930985 h 2398711"/>
              <a:gd name="connsiteX2133" fmla="*/ 1714176 w 2119654"/>
              <a:gd name="connsiteY2133" fmla="*/ 1927567 h 2398711"/>
              <a:gd name="connsiteX2134" fmla="*/ 1713549 w 2119654"/>
              <a:gd name="connsiteY2134" fmla="*/ 1922094 h 2398711"/>
              <a:gd name="connsiteX2135" fmla="*/ 1839070 w 2119654"/>
              <a:gd name="connsiteY2135" fmla="*/ 1637914 h 2398711"/>
              <a:gd name="connsiteX2136" fmla="*/ 1841221 w 2119654"/>
              <a:gd name="connsiteY2136" fmla="*/ 1641661 h 2398711"/>
              <a:gd name="connsiteX2137" fmla="*/ 1848410 w 2119654"/>
              <a:gd name="connsiteY2137" fmla="*/ 1637440 h 2398711"/>
              <a:gd name="connsiteX2138" fmla="*/ 1847607 w 2119654"/>
              <a:gd name="connsiteY2138" fmla="*/ 1633808 h 2398711"/>
              <a:gd name="connsiteX2139" fmla="*/ 1841549 w 2119654"/>
              <a:gd name="connsiteY2139" fmla="*/ 1635444 h 2398711"/>
              <a:gd name="connsiteX2140" fmla="*/ 1877563 w 2119654"/>
              <a:gd name="connsiteY2140" fmla="*/ 1551312 h 2398711"/>
              <a:gd name="connsiteX2141" fmla="*/ 1878200 w 2119654"/>
              <a:gd name="connsiteY2141" fmla="*/ 1552244 h 2398711"/>
              <a:gd name="connsiteX2142" fmla="*/ 1879035 w 2119654"/>
              <a:gd name="connsiteY2142" fmla="*/ 1550671 h 2398711"/>
              <a:gd name="connsiteX2143" fmla="*/ 1867061 w 2119654"/>
              <a:gd name="connsiteY2143" fmla="*/ 1574752 h 2398711"/>
              <a:gd name="connsiteX2144" fmla="*/ 1869772 w 2119654"/>
              <a:gd name="connsiteY2144" fmla="*/ 1572740 h 2398711"/>
              <a:gd name="connsiteX2145" fmla="*/ 1877097 w 2119654"/>
              <a:gd name="connsiteY2145" fmla="*/ 1566920 h 2398711"/>
              <a:gd name="connsiteX2146" fmla="*/ 1876429 w 2119654"/>
              <a:gd name="connsiteY2146" fmla="*/ 1566198 h 2398711"/>
              <a:gd name="connsiteX2147" fmla="*/ 1870411 w 2119654"/>
              <a:gd name="connsiteY2147" fmla="*/ 1568442 h 2398711"/>
              <a:gd name="connsiteX2148" fmla="*/ 1862714 w 2119654"/>
              <a:gd name="connsiteY2148" fmla="*/ 1584375 h 2398711"/>
              <a:gd name="connsiteX2149" fmla="*/ 1867291 w 2119654"/>
              <a:gd name="connsiteY2149" fmla="*/ 1583268 h 2398711"/>
              <a:gd name="connsiteX2150" fmla="*/ 1868381 w 2119654"/>
              <a:gd name="connsiteY2150" fmla="*/ 1582989 h 2398711"/>
              <a:gd name="connsiteX2151" fmla="*/ 1872746 w 2119654"/>
              <a:gd name="connsiteY2151" fmla="*/ 1580724 h 2398711"/>
              <a:gd name="connsiteX2152" fmla="*/ 1872865 w 2119654"/>
              <a:gd name="connsiteY2152" fmla="*/ 1580567 h 2398711"/>
              <a:gd name="connsiteX2153" fmla="*/ 1712516 w 2119654"/>
              <a:gd name="connsiteY2153" fmla="*/ 1920693 h 2398711"/>
              <a:gd name="connsiteX2154" fmla="*/ 1712326 w 2119654"/>
              <a:gd name="connsiteY2154" fmla="*/ 1921472 h 2398711"/>
              <a:gd name="connsiteX2155" fmla="*/ 1713484 w 2119654"/>
              <a:gd name="connsiteY2155" fmla="*/ 1921529 h 2398711"/>
              <a:gd name="connsiteX2156" fmla="*/ 1713346 w 2119654"/>
              <a:gd name="connsiteY2156" fmla="*/ 1920321 h 2398711"/>
              <a:gd name="connsiteX2157" fmla="*/ 1758233 w 2119654"/>
              <a:gd name="connsiteY2157" fmla="*/ 1818319 h 2398711"/>
              <a:gd name="connsiteX2158" fmla="*/ 1763765 w 2119654"/>
              <a:gd name="connsiteY2158" fmla="*/ 1817538 h 2398711"/>
              <a:gd name="connsiteX2159" fmla="*/ 1764083 w 2119654"/>
              <a:gd name="connsiteY2159" fmla="*/ 1815134 h 2398711"/>
              <a:gd name="connsiteX2160" fmla="*/ 1762436 w 2119654"/>
              <a:gd name="connsiteY2160" fmla="*/ 1815235 h 2398711"/>
              <a:gd name="connsiteX2161" fmla="*/ 1785825 w 2119654"/>
              <a:gd name="connsiteY2161" fmla="*/ 1756494 h 2398711"/>
              <a:gd name="connsiteX2162" fmla="*/ 1786240 w 2119654"/>
              <a:gd name="connsiteY2162" fmla="*/ 1757651 h 2398711"/>
              <a:gd name="connsiteX2163" fmla="*/ 1786593 w 2119654"/>
              <a:gd name="connsiteY2163" fmla="*/ 1757611 h 2398711"/>
              <a:gd name="connsiteX2164" fmla="*/ 1789860 w 2119654"/>
              <a:gd name="connsiteY2164" fmla="*/ 1756526 h 2398711"/>
              <a:gd name="connsiteX2165" fmla="*/ 1788918 w 2119654"/>
              <a:gd name="connsiteY2165" fmla="*/ 1755258 h 2398711"/>
              <a:gd name="connsiteX2166" fmla="*/ 1866338 w 2119654"/>
              <a:gd name="connsiteY2166" fmla="*/ 1576115 h 2398711"/>
              <a:gd name="connsiteX2167" fmla="*/ 1868588 w 2119654"/>
              <a:gd name="connsiteY2167" fmla="*/ 1575499 h 2398711"/>
              <a:gd name="connsiteX2168" fmla="*/ 1878187 w 2119654"/>
              <a:gd name="connsiteY2168" fmla="*/ 1568099 h 2398711"/>
              <a:gd name="connsiteX2169" fmla="*/ 1877175 w 2119654"/>
              <a:gd name="connsiteY2169" fmla="*/ 1567005 h 2398711"/>
              <a:gd name="connsiteX2170" fmla="*/ 1866796 w 2119654"/>
              <a:gd name="connsiteY2170" fmla="*/ 1575252 h 2398711"/>
              <a:gd name="connsiteX2171" fmla="*/ 1771775 w 2119654"/>
              <a:gd name="connsiteY2171" fmla="*/ 1787766 h 2398711"/>
              <a:gd name="connsiteX2172" fmla="*/ 1772083 w 2119654"/>
              <a:gd name="connsiteY2172" fmla="*/ 1788694 h 2398711"/>
              <a:gd name="connsiteX2173" fmla="*/ 1771826 w 2119654"/>
              <a:gd name="connsiteY2173" fmla="*/ 1787716 h 2398711"/>
              <a:gd name="connsiteX2174" fmla="*/ 1766708 w 2119654"/>
              <a:gd name="connsiteY2174" fmla="*/ 1799088 h 2398711"/>
              <a:gd name="connsiteX2175" fmla="*/ 1766456 w 2119654"/>
              <a:gd name="connsiteY2175" fmla="*/ 1800989 h 2398711"/>
              <a:gd name="connsiteX2176" fmla="*/ 1767404 w 2119654"/>
              <a:gd name="connsiteY2176" fmla="*/ 1800379 h 2398711"/>
              <a:gd name="connsiteX2177" fmla="*/ 1766746 w 2119654"/>
              <a:gd name="connsiteY2177" fmla="*/ 1799074 h 2398711"/>
              <a:gd name="connsiteX2178" fmla="*/ 1727808 w 2119654"/>
              <a:gd name="connsiteY2178" fmla="*/ 1886170 h 2398711"/>
              <a:gd name="connsiteX2179" fmla="*/ 1727943 w 2119654"/>
              <a:gd name="connsiteY2179" fmla="*/ 1886565 h 2398711"/>
              <a:gd name="connsiteX2180" fmla="*/ 1727933 w 2119654"/>
              <a:gd name="connsiteY2180" fmla="*/ 1886159 h 2398711"/>
              <a:gd name="connsiteX2181" fmla="*/ 1703054 w 2119654"/>
              <a:gd name="connsiteY2181" fmla="*/ 1941555 h 2398711"/>
              <a:gd name="connsiteX2182" fmla="*/ 1702861 w 2119654"/>
              <a:gd name="connsiteY2182" fmla="*/ 1943452 h 2398711"/>
              <a:gd name="connsiteX2183" fmla="*/ 1705155 w 2119654"/>
              <a:gd name="connsiteY2183" fmla="*/ 1941255 h 2398711"/>
              <a:gd name="connsiteX2184" fmla="*/ 1731027 w 2119654"/>
              <a:gd name="connsiteY2184" fmla="*/ 1878904 h 2398711"/>
              <a:gd name="connsiteX2185" fmla="*/ 1734061 w 2119654"/>
              <a:gd name="connsiteY2185" fmla="*/ 1878470 h 2398711"/>
              <a:gd name="connsiteX2186" fmla="*/ 1733668 w 2119654"/>
              <a:gd name="connsiteY2186" fmla="*/ 1877638 h 2398711"/>
              <a:gd name="connsiteX2187" fmla="*/ 1788792 w 2119654"/>
              <a:gd name="connsiteY2187" fmla="*/ 1749453 h 2398711"/>
              <a:gd name="connsiteX2188" fmla="*/ 1789522 w 2119654"/>
              <a:gd name="connsiteY2188" fmla="*/ 1752225 h 2398711"/>
              <a:gd name="connsiteX2189" fmla="*/ 1795592 w 2119654"/>
              <a:gd name="connsiteY2189" fmla="*/ 1749878 h 2398711"/>
              <a:gd name="connsiteX2190" fmla="*/ 1794607 w 2119654"/>
              <a:gd name="connsiteY2190" fmla="*/ 1747852 h 2398711"/>
              <a:gd name="connsiteX2191" fmla="*/ 1865333 w 2119654"/>
              <a:gd name="connsiteY2191" fmla="*/ 1578007 h 2398711"/>
              <a:gd name="connsiteX2192" fmla="*/ 1865476 w 2119654"/>
              <a:gd name="connsiteY2192" fmla="*/ 1577898 h 2398711"/>
              <a:gd name="connsiteX2193" fmla="*/ 1865386 w 2119654"/>
              <a:gd name="connsiteY2193" fmla="*/ 1577908 h 2398711"/>
              <a:gd name="connsiteX2194" fmla="*/ 1782157 w 2119654"/>
              <a:gd name="connsiteY2194" fmla="*/ 1764180 h 2398711"/>
              <a:gd name="connsiteX2195" fmla="*/ 1782578 w 2119654"/>
              <a:gd name="connsiteY2195" fmla="*/ 1764635 h 2398711"/>
              <a:gd name="connsiteX2196" fmla="*/ 1787619 w 2119654"/>
              <a:gd name="connsiteY2196" fmla="*/ 1762755 h 2398711"/>
              <a:gd name="connsiteX2197" fmla="*/ 1787485 w 2119654"/>
              <a:gd name="connsiteY2197" fmla="*/ 1763026 h 2398711"/>
              <a:gd name="connsiteX2198" fmla="*/ 1782730 w 2119654"/>
              <a:gd name="connsiteY2198" fmla="*/ 1764800 h 2398711"/>
              <a:gd name="connsiteX2199" fmla="*/ 1785935 w 2119654"/>
              <a:gd name="connsiteY2199" fmla="*/ 1768267 h 2398711"/>
              <a:gd name="connsiteX2200" fmla="*/ 1789180 w 2119654"/>
              <a:gd name="connsiteY2200" fmla="*/ 1766527 h 2398711"/>
              <a:gd name="connsiteX2201" fmla="*/ 1787651 w 2119654"/>
              <a:gd name="connsiteY2201" fmla="*/ 1762252 h 2398711"/>
              <a:gd name="connsiteX2202" fmla="*/ 1864231 w 2119654"/>
              <a:gd name="connsiteY2202" fmla="*/ 1580085 h 2398711"/>
              <a:gd name="connsiteX2203" fmla="*/ 1868258 w 2119654"/>
              <a:gd name="connsiteY2203" fmla="*/ 1577575 h 2398711"/>
              <a:gd name="connsiteX2204" fmla="*/ 1867206 w 2119654"/>
              <a:gd name="connsiteY2204" fmla="*/ 1577697 h 2398711"/>
              <a:gd name="connsiteX2205" fmla="*/ 1864317 w 2119654"/>
              <a:gd name="connsiteY2205" fmla="*/ 1579924 h 2398711"/>
              <a:gd name="connsiteX2206" fmla="*/ 1713109 w 2119654"/>
              <a:gd name="connsiteY2206" fmla="*/ 1918254 h 2398711"/>
              <a:gd name="connsiteX2207" fmla="*/ 1712766 w 2119654"/>
              <a:gd name="connsiteY2207" fmla="*/ 1919665 h 2398711"/>
              <a:gd name="connsiteX2208" fmla="*/ 1713246 w 2119654"/>
              <a:gd name="connsiteY2208" fmla="*/ 1919451 h 2398711"/>
              <a:gd name="connsiteX2209" fmla="*/ 1863219 w 2119654"/>
              <a:gd name="connsiteY2209" fmla="*/ 1581991 h 2398711"/>
              <a:gd name="connsiteX2210" fmla="*/ 1866761 w 2119654"/>
              <a:gd name="connsiteY2210" fmla="*/ 1580438 h 2398711"/>
              <a:gd name="connsiteX2211" fmla="*/ 1874469 w 2119654"/>
              <a:gd name="connsiteY2211" fmla="*/ 1576854 h 2398711"/>
              <a:gd name="connsiteX2212" fmla="*/ 1869341 w 2119654"/>
              <a:gd name="connsiteY2212" fmla="*/ 1577450 h 2398711"/>
              <a:gd name="connsiteX2213" fmla="*/ 1863710 w 2119654"/>
              <a:gd name="connsiteY2213" fmla="*/ 1581067 h 2398711"/>
              <a:gd name="connsiteX2214" fmla="*/ 1785156 w 2119654"/>
              <a:gd name="connsiteY2214" fmla="*/ 1756762 h 2398711"/>
              <a:gd name="connsiteX2215" fmla="*/ 1785666 w 2119654"/>
              <a:gd name="connsiteY2215" fmla="*/ 1757714 h 2398711"/>
              <a:gd name="connsiteX2216" fmla="*/ 1785960 w 2119654"/>
              <a:gd name="connsiteY2216" fmla="*/ 1757681 h 2398711"/>
              <a:gd name="connsiteX2217" fmla="*/ 1785557 w 2119654"/>
              <a:gd name="connsiteY2217" fmla="*/ 1756601 h 2398711"/>
              <a:gd name="connsiteX2218" fmla="*/ 1730287 w 2119654"/>
              <a:gd name="connsiteY2218" fmla="*/ 1879448 h 2398711"/>
              <a:gd name="connsiteX2219" fmla="*/ 1730174 w 2119654"/>
              <a:gd name="connsiteY2219" fmla="*/ 1885576 h 2398711"/>
              <a:gd name="connsiteX2220" fmla="*/ 1737120 w 2119654"/>
              <a:gd name="connsiteY2220" fmla="*/ 1884939 h 2398711"/>
              <a:gd name="connsiteX2221" fmla="*/ 1734222 w 2119654"/>
              <a:gd name="connsiteY2221" fmla="*/ 1878810 h 2398711"/>
              <a:gd name="connsiteX2222" fmla="*/ 1731994 w 2119654"/>
              <a:gd name="connsiteY2222" fmla="*/ 1879204 h 2398711"/>
              <a:gd name="connsiteX2223" fmla="*/ 1862078 w 2119654"/>
              <a:gd name="connsiteY2223" fmla="*/ 1584142 h 2398711"/>
              <a:gd name="connsiteX2224" fmla="*/ 1873181 w 2119654"/>
              <a:gd name="connsiteY2224" fmla="*/ 1580150 h 2398711"/>
              <a:gd name="connsiteX2225" fmla="*/ 1875802 w 2119654"/>
              <a:gd name="connsiteY2225" fmla="*/ 1576699 h 2398711"/>
              <a:gd name="connsiteX2226" fmla="*/ 1874975 w 2119654"/>
              <a:gd name="connsiteY2226" fmla="*/ 1576795 h 2398711"/>
              <a:gd name="connsiteX2227" fmla="*/ 1863028 w 2119654"/>
              <a:gd name="connsiteY2227" fmla="*/ 1582352 h 2398711"/>
              <a:gd name="connsiteX2228" fmla="*/ 1767053 w 2119654"/>
              <a:gd name="connsiteY2228" fmla="*/ 1796746 h 2398711"/>
              <a:gd name="connsiteX2229" fmla="*/ 1767877 w 2119654"/>
              <a:gd name="connsiteY2229" fmla="*/ 1798377 h 2398711"/>
              <a:gd name="connsiteX2230" fmla="*/ 1773043 w 2119654"/>
              <a:gd name="connsiteY2230" fmla="*/ 1796737 h 2398711"/>
              <a:gd name="connsiteX2231" fmla="*/ 1772517 w 2119654"/>
              <a:gd name="connsiteY2231" fmla="*/ 1794673 h 2398711"/>
              <a:gd name="connsiteX2232" fmla="*/ 1733148 w 2119654"/>
              <a:gd name="connsiteY2232" fmla="*/ 1872360 h 2398711"/>
              <a:gd name="connsiteX2233" fmla="*/ 1742946 w 2119654"/>
              <a:gd name="connsiteY2233" fmla="*/ 1872473 h 2398711"/>
              <a:gd name="connsiteX2234" fmla="*/ 1741785 w 2119654"/>
              <a:gd name="connsiteY2234" fmla="*/ 1865783 h 2398711"/>
              <a:gd name="connsiteX2235" fmla="*/ 1715228 w 2119654"/>
              <a:gd name="connsiteY2235" fmla="*/ 1912438 h 2398711"/>
              <a:gd name="connsiteX2236" fmla="*/ 1716845 w 2119654"/>
              <a:gd name="connsiteY2236" fmla="*/ 1917850 h 2398711"/>
              <a:gd name="connsiteX2237" fmla="*/ 1717880 w 2119654"/>
              <a:gd name="connsiteY2237" fmla="*/ 1917390 h 2398711"/>
              <a:gd name="connsiteX2238" fmla="*/ 1718283 w 2119654"/>
              <a:gd name="connsiteY2238" fmla="*/ 1911406 h 2398711"/>
              <a:gd name="connsiteX2239" fmla="*/ 1716716 w 2119654"/>
              <a:gd name="connsiteY2239" fmla="*/ 1911581 h 2398711"/>
              <a:gd name="connsiteX2240" fmla="*/ 1860526 w 2119654"/>
              <a:gd name="connsiteY2240" fmla="*/ 1587065 h 2398711"/>
              <a:gd name="connsiteX2241" fmla="*/ 1867865 w 2119654"/>
              <a:gd name="connsiteY2241" fmla="*/ 1583257 h 2398711"/>
              <a:gd name="connsiteX2242" fmla="*/ 1861711 w 2119654"/>
              <a:gd name="connsiteY2242" fmla="*/ 1584833 h 2398711"/>
              <a:gd name="connsiteX2243" fmla="*/ 1799293 w 2119654"/>
              <a:gd name="connsiteY2243" fmla="*/ 1724174 h 2398711"/>
              <a:gd name="connsiteX2244" fmla="*/ 1799910 w 2119654"/>
              <a:gd name="connsiteY2244" fmla="*/ 1725528 h 2398711"/>
              <a:gd name="connsiteX2245" fmla="*/ 1842091 w 2119654"/>
              <a:gd name="connsiteY2245" fmla="*/ 1705223 h 2398711"/>
              <a:gd name="connsiteX2246" fmla="*/ 1839475 w 2119654"/>
              <a:gd name="connsiteY2246" fmla="*/ 1702560 h 2398711"/>
              <a:gd name="connsiteX2247" fmla="*/ 1800102 w 2119654"/>
              <a:gd name="connsiteY2247" fmla="*/ 1723630 h 2398711"/>
              <a:gd name="connsiteX2248" fmla="*/ 1765591 w 2119654"/>
              <a:gd name="connsiteY2248" fmla="*/ 1799459 h 2398711"/>
              <a:gd name="connsiteX2249" fmla="*/ 1765620 w 2119654"/>
              <a:gd name="connsiteY2249" fmla="*/ 1799739 h 2398711"/>
              <a:gd name="connsiteX2250" fmla="*/ 1765647 w 2119654"/>
              <a:gd name="connsiteY2250" fmla="*/ 1799440 h 2398711"/>
              <a:gd name="connsiteX2251" fmla="*/ 1788465 w 2119654"/>
              <a:gd name="connsiteY2251" fmla="*/ 1748210 h 2398711"/>
              <a:gd name="connsiteX2252" fmla="*/ 1788716 w 2119654"/>
              <a:gd name="connsiteY2252" fmla="*/ 1749163 h 2398711"/>
              <a:gd name="connsiteX2253" fmla="*/ 1794474 w 2119654"/>
              <a:gd name="connsiteY2253" fmla="*/ 1747578 h 2398711"/>
              <a:gd name="connsiteX2254" fmla="*/ 1793457 w 2119654"/>
              <a:gd name="connsiteY2254" fmla="*/ 1745487 h 2398711"/>
              <a:gd name="connsiteX2255" fmla="*/ 1710929 w 2119654"/>
              <a:gd name="connsiteY2255" fmla="*/ 1921402 h 2398711"/>
              <a:gd name="connsiteX2256" fmla="*/ 1711269 w 2119654"/>
              <a:gd name="connsiteY2256" fmla="*/ 1921419 h 2398711"/>
              <a:gd name="connsiteX2257" fmla="*/ 1711315 w 2119654"/>
              <a:gd name="connsiteY2257" fmla="*/ 1921230 h 2398711"/>
              <a:gd name="connsiteX2258" fmla="*/ 1769659 w 2119654"/>
              <a:gd name="connsiteY2258" fmla="*/ 1789849 h 2398711"/>
              <a:gd name="connsiteX2259" fmla="*/ 1770930 w 2119654"/>
              <a:gd name="connsiteY2259" fmla="*/ 1789683 h 2398711"/>
              <a:gd name="connsiteX2260" fmla="*/ 1770658 w 2119654"/>
              <a:gd name="connsiteY2260" fmla="*/ 1788865 h 2398711"/>
              <a:gd name="connsiteX2261" fmla="*/ 1878990 w 2119654"/>
              <a:gd name="connsiteY2261" fmla="*/ 1544979 h 2398711"/>
              <a:gd name="connsiteX2262" fmla="*/ 1880390 w 2119654"/>
              <a:gd name="connsiteY2262" fmla="*/ 1548117 h 2398711"/>
              <a:gd name="connsiteX2263" fmla="*/ 1884478 w 2119654"/>
              <a:gd name="connsiteY2263" fmla="*/ 1540415 h 2398711"/>
              <a:gd name="connsiteX2264" fmla="*/ 1838176 w 2119654"/>
              <a:gd name="connsiteY2264" fmla="*/ 1636355 h 2398711"/>
              <a:gd name="connsiteX2265" fmla="*/ 1838753 w 2119654"/>
              <a:gd name="connsiteY2265" fmla="*/ 1637361 h 2398711"/>
              <a:gd name="connsiteX2266" fmla="*/ 1840423 w 2119654"/>
              <a:gd name="connsiteY2266" fmla="*/ 1635748 h 2398711"/>
              <a:gd name="connsiteX2267" fmla="*/ 1775049 w 2119654"/>
              <a:gd name="connsiteY2267" fmla="*/ 1777476 h 2398711"/>
              <a:gd name="connsiteX2268" fmla="*/ 1777369 w 2119654"/>
              <a:gd name="connsiteY2268" fmla="*/ 1782118 h 2398711"/>
              <a:gd name="connsiteX2269" fmla="*/ 1780536 w 2119654"/>
              <a:gd name="connsiteY2269" fmla="*/ 1779001 h 2398711"/>
              <a:gd name="connsiteX2270" fmla="*/ 1780515 w 2119654"/>
              <a:gd name="connsiteY2270" fmla="*/ 1779166 h 2398711"/>
              <a:gd name="connsiteX2271" fmla="*/ 1777417 w 2119654"/>
              <a:gd name="connsiteY2271" fmla="*/ 1782214 h 2398711"/>
              <a:gd name="connsiteX2272" fmla="*/ 1780504 w 2119654"/>
              <a:gd name="connsiteY2272" fmla="*/ 1788391 h 2398711"/>
              <a:gd name="connsiteX2273" fmla="*/ 1780524 w 2119654"/>
              <a:gd name="connsiteY2273" fmla="*/ 1788432 h 2398711"/>
              <a:gd name="connsiteX2274" fmla="*/ 1785400 w 2119654"/>
              <a:gd name="connsiteY2274" fmla="*/ 1787796 h 2398711"/>
              <a:gd name="connsiteX2275" fmla="*/ 1785727 w 2119654"/>
              <a:gd name="connsiteY2275" fmla="*/ 1787524 h 2398711"/>
              <a:gd name="connsiteX2276" fmla="*/ 1794020 w 2119654"/>
              <a:gd name="connsiteY2276" fmla="*/ 1780048 h 2398711"/>
              <a:gd name="connsiteX2277" fmla="*/ 1792572 w 2119654"/>
              <a:gd name="connsiteY2277" fmla="*/ 1776003 h 2398711"/>
              <a:gd name="connsiteX2278" fmla="*/ 1787508 w 2119654"/>
              <a:gd name="connsiteY2278" fmla="*/ 1770523 h 2398711"/>
              <a:gd name="connsiteX2279" fmla="*/ 1726426 w 2119654"/>
              <a:gd name="connsiteY2279" fmla="*/ 1886297 h 2398711"/>
              <a:gd name="connsiteX2280" fmla="*/ 1725886 w 2119654"/>
              <a:gd name="connsiteY2280" fmla="*/ 1890985 h 2398711"/>
              <a:gd name="connsiteX2281" fmla="*/ 1726945 w 2119654"/>
              <a:gd name="connsiteY2281" fmla="*/ 1891120 h 2398711"/>
              <a:gd name="connsiteX2282" fmla="*/ 1727991 w 2119654"/>
              <a:gd name="connsiteY2282" fmla="*/ 1890866 h 2398711"/>
              <a:gd name="connsiteX2283" fmla="*/ 1727998 w 2119654"/>
              <a:gd name="connsiteY2283" fmla="*/ 1890466 h 2398711"/>
              <a:gd name="connsiteX2284" fmla="*/ 1726561 w 2119654"/>
              <a:gd name="connsiteY2284" fmla="*/ 1886285 h 2398711"/>
              <a:gd name="connsiteX2285" fmla="*/ 1715026 w 2119654"/>
              <a:gd name="connsiteY2285" fmla="*/ 1911759 h 2398711"/>
              <a:gd name="connsiteX2286" fmla="*/ 1715154 w 2119654"/>
              <a:gd name="connsiteY2286" fmla="*/ 1912189 h 2398711"/>
              <a:gd name="connsiteX2287" fmla="*/ 1716125 w 2119654"/>
              <a:gd name="connsiteY2287" fmla="*/ 1911647 h 2398711"/>
              <a:gd name="connsiteX2288" fmla="*/ 1715760 w 2119654"/>
              <a:gd name="connsiteY2288" fmla="*/ 1911688 h 2398711"/>
              <a:gd name="connsiteX2289" fmla="*/ 1698884 w 2119654"/>
              <a:gd name="connsiteY2289" fmla="*/ 1947808 h 2398711"/>
              <a:gd name="connsiteX2290" fmla="*/ 1701962 w 2119654"/>
              <a:gd name="connsiteY2290" fmla="*/ 1947343 h 2398711"/>
              <a:gd name="connsiteX2291" fmla="*/ 1702242 w 2119654"/>
              <a:gd name="connsiteY2291" fmla="*/ 1944592 h 2398711"/>
              <a:gd name="connsiteX2292" fmla="*/ 1714351 w 2119654"/>
              <a:gd name="connsiteY2292" fmla="*/ 1913144 h 2398711"/>
              <a:gd name="connsiteX2293" fmla="*/ 1713268 w 2119654"/>
              <a:gd name="connsiteY2293" fmla="*/ 1917602 h 2398711"/>
              <a:gd name="connsiteX2294" fmla="*/ 1713324 w 2119654"/>
              <a:gd name="connsiteY2294" fmla="*/ 1918098 h 2398711"/>
              <a:gd name="connsiteX2295" fmla="*/ 1713451 w 2119654"/>
              <a:gd name="connsiteY2295" fmla="*/ 1919360 h 2398711"/>
              <a:gd name="connsiteX2296" fmla="*/ 1715884 w 2119654"/>
              <a:gd name="connsiteY2296" fmla="*/ 1918278 h 2398711"/>
              <a:gd name="connsiteX2297" fmla="*/ 1767361 w 2119654"/>
              <a:gd name="connsiteY2297" fmla="*/ 1794140 h 2398711"/>
              <a:gd name="connsiteX2298" fmla="*/ 1767273 w 2119654"/>
              <a:gd name="connsiteY2298" fmla="*/ 1794803 h 2398711"/>
              <a:gd name="connsiteX2299" fmla="*/ 1770449 w 2119654"/>
              <a:gd name="connsiteY2299" fmla="*/ 1793743 h 2398711"/>
              <a:gd name="connsiteX2300" fmla="*/ 1698578 w 2119654"/>
              <a:gd name="connsiteY2300" fmla="*/ 1948101 h 2398711"/>
              <a:gd name="connsiteX2301" fmla="*/ 1699599 w 2119654"/>
              <a:gd name="connsiteY2301" fmla="*/ 1954053 h 2398711"/>
              <a:gd name="connsiteX2302" fmla="*/ 1701349 w 2119654"/>
              <a:gd name="connsiteY2302" fmla="*/ 1953389 h 2398711"/>
              <a:gd name="connsiteX2303" fmla="*/ 1701943 w 2119654"/>
              <a:gd name="connsiteY2303" fmla="*/ 1947536 h 2398711"/>
              <a:gd name="connsiteX2304" fmla="*/ 1698591 w 2119654"/>
              <a:gd name="connsiteY2304" fmla="*/ 1948089 h 2398711"/>
              <a:gd name="connsiteX2305" fmla="*/ 1732020 w 2119654"/>
              <a:gd name="connsiteY2305" fmla="*/ 1873219 h 2398711"/>
              <a:gd name="connsiteX2306" fmla="*/ 1733790 w 2119654"/>
              <a:gd name="connsiteY2306" fmla="*/ 1876963 h 2398711"/>
              <a:gd name="connsiteX2307" fmla="*/ 1742558 w 2119654"/>
              <a:gd name="connsiteY2307" fmla="*/ 1872785 h 2398711"/>
              <a:gd name="connsiteX2308" fmla="*/ 1737180 w 2119654"/>
              <a:gd name="connsiteY2308" fmla="*/ 1872794 h 2398711"/>
              <a:gd name="connsiteX2309" fmla="*/ 1732645 w 2119654"/>
              <a:gd name="connsiteY2309" fmla="*/ 1872742 h 2398711"/>
              <a:gd name="connsiteX2310" fmla="*/ 1693305 w 2119654"/>
              <a:gd name="connsiteY2310" fmla="*/ 1959743 h 2398711"/>
              <a:gd name="connsiteX2311" fmla="*/ 1693195 w 2119654"/>
              <a:gd name="connsiteY2311" fmla="*/ 1963564 h 2398711"/>
              <a:gd name="connsiteX2312" fmla="*/ 1699276 w 2119654"/>
              <a:gd name="connsiteY2312" fmla="*/ 1962622 h 2398711"/>
              <a:gd name="connsiteX2313" fmla="*/ 1698802 w 2119654"/>
              <a:gd name="connsiteY2313" fmla="*/ 1958781 h 2398711"/>
              <a:gd name="connsiteX2314" fmla="*/ 1740857 w 2119654"/>
              <a:gd name="connsiteY2314" fmla="*/ 1853117 h 2398711"/>
              <a:gd name="connsiteX2315" fmla="*/ 1741393 w 2119654"/>
              <a:gd name="connsiteY2315" fmla="*/ 1858020 h 2398711"/>
              <a:gd name="connsiteX2316" fmla="*/ 1750116 w 2119654"/>
              <a:gd name="connsiteY2316" fmla="*/ 1852713 h 2398711"/>
              <a:gd name="connsiteX2317" fmla="*/ 1905670 w 2119654"/>
              <a:gd name="connsiteY2317" fmla="*/ 1483790 h 2398711"/>
              <a:gd name="connsiteX2318" fmla="*/ 1917275 w 2119654"/>
              <a:gd name="connsiteY2318" fmla="*/ 1478626 h 2398711"/>
              <a:gd name="connsiteX2319" fmla="*/ 1922536 w 2119654"/>
              <a:gd name="connsiteY2319" fmla="*/ 1468714 h 2398711"/>
              <a:gd name="connsiteX2320" fmla="*/ 1698086 w 2119654"/>
              <a:gd name="connsiteY2320" fmla="*/ 1948573 h 2398711"/>
              <a:gd name="connsiteX2321" fmla="*/ 1698798 w 2119654"/>
              <a:gd name="connsiteY2321" fmla="*/ 1954357 h 2398711"/>
              <a:gd name="connsiteX2322" fmla="*/ 1699347 w 2119654"/>
              <a:gd name="connsiteY2322" fmla="*/ 1954149 h 2398711"/>
              <a:gd name="connsiteX2323" fmla="*/ 1698277 w 2119654"/>
              <a:gd name="connsiteY2323" fmla="*/ 1948391 h 2398711"/>
              <a:gd name="connsiteX2324" fmla="*/ 1762577 w 2119654"/>
              <a:gd name="connsiteY2324" fmla="*/ 1804116 h 2398711"/>
              <a:gd name="connsiteX2325" fmla="*/ 1763607 w 2119654"/>
              <a:gd name="connsiteY2325" fmla="*/ 1805917 h 2398711"/>
              <a:gd name="connsiteX2326" fmla="*/ 1765172 w 2119654"/>
              <a:gd name="connsiteY2326" fmla="*/ 1804616 h 2398711"/>
              <a:gd name="connsiteX2327" fmla="*/ 1765383 w 2119654"/>
              <a:gd name="connsiteY2327" fmla="*/ 1802309 h 2398711"/>
              <a:gd name="connsiteX2328" fmla="*/ 1719954 w 2119654"/>
              <a:gd name="connsiteY2328" fmla="*/ 1899557 h 2398711"/>
              <a:gd name="connsiteX2329" fmla="*/ 1719237 w 2119654"/>
              <a:gd name="connsiteY2329" fmla="*/ 1909911 h 2398711"/>
              <a:gd name="connsiteX2330" fmla="*/ 1721535 w 2119654"/>
              <a:gd name="connsiteY2330" fmla="*/ 1908628 h 2398711"/>
              <a:gd name="connsiteX2331" fmla="*/ 1727729 w 2119654"/>
              <a:gd name="connsiteY2331" fmla="*/ 1905061 h 2398711"/>
              <a:gd name="connsiteX2332" fmla="*/ 1727894 w 2119654"/>
              <a:gd name="connsiteY2332" fmla="*/ 1896101 h 2398711"/>
              <a:gd name="connsiteX2333" fmla="*/ 1727788 w 2119654"/>
              <a:gd name="connsiteY2333" fmla="*/ 1896105 h 2398711"/>
              <a:gd name="connsiteX2334" fmla="*/ 1727688 w 2119654"/>
              <a:gd name="connsiteY2334" fmla="*/ 1896092 h 2398711"/>
              <a:gd name="connsiteX2335" fmla="*/ 1725182 w 2119654"/>
              <a:gd name="connsiteY2335" fmla="*/ 1896377 h 2398711"/>
              <a:gd name="connsiteX2336" fmla="*/ 1693322 w 2119654"/>
              <a:gd name="connsiteY2336" fmla="*/ 1959172 h 2398711"/>
              <a:gd name="connsiteX2337" fmla="*/ 1693308 w 2119654"/>
              <a:gd name="connsiteY2337" fmla="*/ 1959651 h 2398711"/>
              <a:gd name="connsiteX2338" fmla="*/ 1698791 w 2119654"/>
              <a:gd name="connsiteY2338" fmla="*/ 1958692 h 2398711"/>
              <a:gd name="connsiteX2339" fmla="*/ 1698719 w 2119654"/>
              <a:gd name="connsiteY2339" fmla="*/ 1958113 h 2398711"/>
              <a:gd name="connsiteX2340" fmla="*/ 1765381 w 2119654"/>
              <a:gd name="connsiteY2340" fmla="*/ 1797380 h 2398711"/>
              <a:gd name="connsiteX2341" fmla="*/ 1765557 w 2119654"/>
              <a:gd name="connsiteY2341" fmla="*/ 1799114 h 2398711"/>
              <a:gd name="connsiteX2342" fmla="*/ 1765680 w 2119654"/>
              <a:gd name="connsiteY2342" fmla="*/ 1799075 h 2398711"/>
              <a:gd name="connsiteX2343" fmla="*/ 1765844 w 2119654"/>
              <a:gd name="connsiteY2343" fmla="*/ 1797289 h 2398711"/>
              <a:gd name="connsiteX2344" fmla="*/ 1765808 w 2119654"/>
              <a:gd name="connsiteY2344" fmla="*/ 1797218 h 2398711"/>
              <a:gd name="connsiteX2345" fmla="*/ 1847217 w 2119654"/>
              <a:gd name="connsiteY2345" fmla="*/ 1613982 h 2398711"/>
              <a:gd name="connsiteX2346" fmla="*/ 1847802 w 2119654"/>
              <a:gd name="connsiteY2346" fmla="*/ 1616017 h 2398711"/>
              <a:gd name="connsiteX2347" fmla="*/ 1854433 w 2119654"/>
              <a:gd name="connsiteY2347" fmla="*/ 1613974 h 2398711"/>
              <a:gd name="connsiteX2348" fmla="*/ 1854274 w 2119654"/>
              <a:gd name="connsiteY2348" fmla="*/ 1614255 h 2398711"/>
              <a:gd name="connsiteX2349" fmla="*/ 1847863 w 2119654"/>
              <a:gd name="connsiteY2349" fmla="*/ 1616230 h 2398711"/>
              <a:gd name="connsiteX2350" fmla="*/ 1850639 w 2119654"/>
              <a:gd name="connsiteY2350" fmla="*/ 1625883 h 2398711"/>
              <a:gd name="connsiteX2351" fmla="*/ 1852912 w 2119654"/>
              <a:gd name="connsiteY2351" fmla="*/ 1623689 h 2398711"/>
              <a:gd name="connsiteX2352" fmla="*/ 1876335 w 2119654"/>
              <a:gd name="connsiteY2352" fmla="*/ 1600346 h 2398711"/>
              <a:gd name="connsiteX2353" fmla="*/ 1876322 w 2119654"/>
              <a:gd name="connsiteY2353" fmla="*/ 1600789 h 2398711"/>
              <a:gd name="connsiteX2354" fmla="*/ 1850752 w 2119654"/>
              <a:gd name="connsiteY2354" fmla="*/ 1626273 h 2398711"/>
              <a:gd name="connsiteX2355" fmla="*/ 1851006 w 2119654"/>
              <a:gd name="connsiteY2355" fmla="*/ 1627159 h 2398711"/>
              <a:gd name="connsiteX2356" fmla="*/ 1861719 w 2119654"/>
              <a:gd name="connsiteY2356" fmla="*/ 1624320 h 2398711"/>
              <a:gd name="connsiteX2357" fmla="*/ 1872130 w 2119654"/>
              <a:gd name="connsiteY2357" fmla="*/ 1621316 h 2398711"/>
              <a:gd name="connsiteX2358" fmla="*/ 1872038 w 2119654"/>
              <a:gd name="connsiteY2358" fmla="*/ 1621443 h 2398711"/>
              <a:gd name="connsiteX2359" fmla="*/ 1853226 w 2119654"/>
              <a:gd name="connsiteY2359" fmla="*/ 1626874 h 2398711"/>
              <a:gd name="connsiteX2360" fmla="*/ 1851081 w 2119654"/>
              <a:gd name="connsiteY2360" fmla="*/ 1627417 h 2398711"/>
              <a:gd name="connsiteX2361" fmla="*/ 1851353 w 2119654"/>
              <a:gd name="connsiteY2361" fmla="*/ 1628365 h 2398711"/>
              <a:gd name="connsiteX2362" fmla="*/ 1871658 w 2119654"/>
              <a:gd name="connsiteY2362" fmla="*/ 1622984 h 2398711"/>
              <a:gd name="connsiteX2363" fmla="*/ 1904429 w 2119654"/>
              <a:gd name="connsiteY2363" fmla="*/ 1598030 h 2398711"/>
              <a:gd name="connsiteX2364" fmla="*/ 1905211 w 2119654"/>
              <a:gd name="connsiteY2364" fmla="*/ 1597338 h 2398711"/>
              <a:gd name="connsiteX2365" fmla="*/ 1891761 w 2119654"/>
              <a:gd name="connsiteY2365" fmla="*/ 1582787 h 2398711"/>
              <a:gd name="connsiteX2366" fmla="*/ 1861449 w 2119654"/>
              <a:gd name="connsiteY2366" fmla="*/ 1596472 h 2398711"/>
              <a:gd name="connsiteX2367" fmla="*/ 1859057 w 2119654"/>
              <a:gd name="connsiteY2367" fmla="*/ 1599620 h 2398711"/>
              <a:gd name="connsiteX2368" fmla="*/ 1786391 w 2119654"/>
              <a:gd name="connsiteY2368" fmla="*/ 1750114 h 2398711"/>
              <a:gd name="connsiteX2369" fmla="*/ 1788310 w 2119654"/>
              <a:gd name="connsiteY2369" fmla="*/ 1752693 h 2398711"/>
              <a:gd name="connsiteX2370" fmla="*/ 1788805 w 2119654"/>
              <a:gd name="connsiteY2370" fmla="*/ 1752502 h 2398711"/>
              <a:gd name="connsiteX2371" fmla="*/ 1788055 w 2119654"/>
              <a:gd name="connsiteY2371" fmla="*/ 1749656 h 2398711"/>
              <a:gd name="connsiteX2372" fmla="*/ 1703696 w 2119654"/>
              <a:gd name="connsiteY2372" fmla="*/ 1935224 h 2398711"/>
              <a:gd name="connsiteX2373" fmla="*/ 1703085 w 2119654"/>
              <a:gd name="connsiteY2373" fmla="*/ 1941251 h 2398711"/>
              <a:gd name="connsiteX2374" fmla="*/ 1705481 w 2119654"/>
              <a:gd name="connsiteY2374" fmla="*/ 1940943 h 2398711"/>
              <a:gd name="connsiteX2375" fmla="*/ 1706836 w 2119654"/>
              <a:gd name="connsiteY2375" fmla="*/ 1939646 h 2398711"/>
              <a:gd name="connsiteX2376" fmla="*/ 1708324 w 2119654"/>
              <a:gd name="connsiteY2376" fmla="*/ 1933529 h 2398711"/>
              <a:gd name="connsiteX2377" fmla="*/ 1767665 w 2119654"/>
              <a:gd name="connsiteY2377" fmla="*/ 1791810 h 2398711"/>
              <a:gd name="connsiteX2378" fmla="*/ 1767654 w 2119654"/>
              <a:gd name="connsiteY2378" fmla="*/ 1791930 h 2398711"/>
              <a:gd name="connsiteX2379" fmla="*/ 1767428 w 2119654"/>
              <a:gd name="connsiteY2379" fmla="*/ 1793634 h 2398711"/>
              <a:gd name="connsiteX2380" fmla="*/ 1772045 w 2119654"/>
              <a:gd name="connsiteY2380" fmla="*/ 1793041 h 2398711"/>
              <a:gd name="connsiteX2381" fmla="*/ 1771072 w 2119654"/>
              <a:gd name="connsiteY2381" fmla="*/ 1790112 h 2398711"/>
              <a:gd name="connsiteX2382" fmla="*/ 1769134 w 2119654"/>
              <a:gd name="connsiteY2382" fmla="*/ 1790365 h 2398711"/>
              <a:gd name="connsiteX2383" fmla="*/ 1728086 w 2119654"/>
              <a:gd name="connsiteY2383" fmla="*/ 1880313 h 2398711"/>
              <a:gd name="connsiteX2384" fmla="*/ 1728142 w 2119654"/>
              <a:gd name="connsiteY2384" fmla="*/ 1882569 h 2398711"/>
              <a:gd name="connsiteX2385" fmla="*/ 1728184 w 2119654"/>
              <a:gd name="connsiteY2385" fmla="*/ 1880265 h 2398711"/>
              <a:gd name="connsiteX2386" fmla="*/ 1853548 w 2119654"/>
              <a:gd name="connsiteY2386" fmla="*/ 1599323 h 2398711"/>
              <a:gd name="connsiteX2387" fmla="*/ 1859707 w 2119654"/>
              <a:gd name="connsiteY2387" fmla="*/ 1596644 h 2398711"/>
              <a:gd name="connsiteX2388" fmla="*/ 1871515 w 2119654"/>
              <a:gd name="connsiteY2388" fmla="*/ 1582322 h 2398711"/>
              <a:gd name="connsiteX2389" fmla="*/ 1869408 w 2119654"/>
              <a:gd name="connsiteY2389" fmla="*/ 1582861 h 2398711"/>
              <a:gd name="connsiteX2390" fmla="*/ 1860229 w 2119654"/>
              <a:gd name="connsiteY2390" fmla="*/ 1587625 h 2398711"/>
              <a:gd name="connsiteX2391" fmla="*/ 1858806 w 2119654"/>
              <a:gd name="connsiteY2391" fmla="*/ 1590306 h 2398711"/>
              <a:gd name="connsiteX2392" fmla="*/ 1844740 w 2119654"/>
              <a:gd name="connsiteY2392" fmla="*/ 1618546 h 2398711"/>
              <a:gd name="connsiteX2393" fmla="*/ 1846887 w 2119654"/>
              <a:gd name="connsiteY2393" fmla="*/ 1628249 h 2398711"/>
              <a:gd name="connsiteX2394" fmla="*/ 1848682 w 2119654"/>
              <a:gd name="connsiteY2394" fmla="*/ 1627774 h 2398711"/>
              <a:gd name="connsiteX2395" fmla="*/ 1848969 w 2119654"/>
              <a:gd name="connsiteY2395" fmla="*/ 1627497 h 2398711"/>
              <a:gd name="connsiteX2396" fmla="*/ 1846313 w 2119654"/>
              <a:gd name="connsiteY2396" fmla="*/ 1621661 h 2398711"/>
              <a:gd name="connsiteX2397" fmla="*/ 1798413 w 2119654"/>
              <a:gd name="connsiteY2397" fmla="*/ 1722246 h 2398711"/>
              <a:gd name="connsiteX2398" fmla="*/ 1799072 w 2119654"/>
              <a:gd name="connsiteY2398" fmla="*/ 1723689 h 2398711"/>
              <a:gd name="connsiteX2399" fmla="*/ 1801007 w 2119654"/>
              <a:gd name="connsiteY2399" fmla="*/ 1722654 h 2398711"/>
              <a:gd name="connsiteX2400" fmla="*/ 1809453 w 2119654"/>
              <a:gd name="connsiteY2400" fmla="*/ 1716977 h 2398711"/>
              <a:gd name="connsiteX2401" fmla="*/ 1809356 w 2119654"/>
              <a:gd name="connsiteY2401" fmla="*/ 1717410 h 2398711"/>
              <a:gd name="connsiteX2402" fmla="*/ 1803691 w 2119654"/>
              <a:gd name="connsiteY2402" fmla="*/ 1721217 h 2398711"/>
              <a:gd name="connsiteX2403" fmla="*/ 1839159 w 2119654"/>
              <a:gd name="connsiteY2403" fmla="*/ 1702238 h 2398711"/>
              <a:gd name="connsiteX2404" fmla="*/ 1832450 w 2119654"/>
              <a:gd name="connsiteY2404" fmla="*/ 1695407 h 2398711"/>
              <a:gd name="connsiteX2405" fmla="*/ 1803030 w 2119654"/>
              <a:gd name="connsiteY2405" fmla="*/ 1718692 h 2398711"/>
              <a:gd name="connsiteX2406" fmla="*/ 1799300 w 2119654"/>
              <a:gd name="connsiteY2406" fmla="*/ 1721563 h 2398711"/>
              <a:gd name="connsiteX2407" fmla="*/ 1802285 w 2119654"/>
              <a:gd name="connsiteY2407" fmla="*/ 1720734 h 2398711"/>
              <a:gd name="connsiteX2408" fmla="*/ 1802083 w 2119654"/>
              <a:gd name="connsiteY2408" fmla="*/ 1721071 h 2398711"/>
              <a:gd name="connsiteX2409" fmla="*/ 1798732 w 2119654"/>
              <a:gd name="connsiteY2409" fmla="*/ 1722001 h 2398711"/>
              <a:gd name="connsiteX2410" fmla="*/ 1817289 w 2119654"/>
              <a:gd name="connsiteY2410" fmla="*/ 1679969 h 2398711"/>
              <a:gd name="connsiteX2411" fmla="*/ 1818671 w 2119654"/>
              <a:gd name="connsiteY2411" fmla="*/ 1683066 h 2398711"/>
              <a:gd name="connsiteX2412" fmla="*/ 1819889 w 2119654"/>
              <a:gd name="connsiteY2412" fmla="*/ 1682617 h 2398711"/>
              <a:gd name="connsiteX2413" fmla="*/ 1712833 w 2119654"/>
              <a:gd name="connsiteY2413" fmla="*/ 1913817 h 2398711"/>
              <a:gd name="connsiteX2414" fmla="*/ 1712925 w 2119654"/>
              <a:gd name="connsiteY2414" fmla="*/ 1914615 h 2398711"/>
              <a:gd name="connsiteX2415" fmla="*/ 1713165 w 2119654"/>
              <a:gd name="connsiteY2415" fmla="*/ 1913626 h 2398711"/>
              <a:gd name="connsiteX2416" fmla="*/ 1730378 w 2119654"/>
              <a:gd name="connsiteY2416" fmla="*/ 1874469 h 2398711"/>
              <a:gd name="connsiteX2417" fmla="*/ 1730302 w 2119654"/>
              <a:gd name="connsiteY2417" fmla="*/ 1878625 h 2398711"/>
              <a:gd name="connsiteX2418" fmla="*/ 1733429 w 2119654"/>
              <a:gd name="connsiteY2418" fmla="*/ 1877135 h 2398711"/>
              <a:gd name="connsiteX2419" fmla="*/ 1731695 w 2119654"/>
              <a:gd name="connsiteY2419" fmla="*/ 1873466 h 2398711"/>
              <a:gd name="connsiteX2420" fmla="*/ 1739880 w 2119654"/>
              <a:gd name="connsiteY2420" fmla="*/ 1853160 h 2398711"/>
              <a:gd name="connsiteX2421" fmla="*/ 1740787 w 2119654"/>
              <a:gd name="connsiteY2421" fmla="*/ 1858388 h 2398711"/>
              <a:gd name="connsiteX2422" fmla="*/ 1741086 w 2119654"/>
              <a:gd name="connsiteY2422" fmla="*/ 1858207 h 2398711"/>
              <a:gd name="connsiteX2423" fmla="*/ 1740532 w 2119654"/>
              <a:gd name="connsiteY2423" fmla="*/ 1853132 h 2398711"/>
              <a:gd name="connsiteX2424" fmla="*/ 1672324 w 2119654"/>
              <a:gd name="connsiteY2424" fmla="*/ 2004391 h 2398711"/>
              <a:gd name="connsiteX2425" fmla="*/ 1690620 w 2119654"/>
              <a:gd name="connsiteY2425" fmla="*/ 2001216 h 2398711"/>
              <a:gd name="connsiteX2426" fmla="*/ 1690701 w 2119654"/>
              <a:gd name="connsiteY2426" fmla="*/ 2000931 h 2398711"/>
              <a:gd name="connsiteX2427" fmla="*/ 1691154 w 2119654"/>
              <a:gd name="connsiteY2427" fmla="*/ 1994195 h 2398711"/>
              <a:gd name="connsiteX2428" fmla="*/ 1691176 w 2119654"/>
              <a:gd name="connsiteY2428" fmla="*/ 1992953 h 2398711"/>
              <a:gd name="connsiteX2429" fmla="*/ 1689238 w 2119654"/>
              <a:gd name="connsiteY2429" fmla="*/ 1993151 h 2398711"/>
              <a:gd name="connsiteX2430" fmla="*/ 1767781 w 2119654"/>
              <a:gd name="connsiteY2430" fmla="*/ 1790542 h 2398711"/>
              <a:gd name="connsiteX2431" fmla="*/ 1767692 w 2119654"/>
              <a:gd name="connsiteY2431" fmla="*/ 1791518 h 2398711"/>
              <a:gd name="connsiteX2432" fmla="*/ 1768858 w 2119654"/>
              <a:gd name="connsiteY2432" fmla="*/ 1790401 h 2398711"/>
              <a:gd name="connsiteX2433" fmla="*/ 1740652 w 2119654"/>
              <a:gd name="connsiteY2433" fmla="*/ 1851241 h 2398711"/>
              <a:gd name="connsiteX2434" fmla="*/ 1740798 w 2119654"/>
              <a:gd name="connsiteY2434" fmla="*/ 1852584 h 2398711"/>
              <a:gd name="connsiteX2435" fmla="*/ 1751065 w 2119654"/>
              <a:gd name="connsiteY2435" fmla="*/ 1852136 h 2398711"/>
              <a:gd name="connsiteX2436" fmla="*/ 1756931 w 2119654"/>
              <a:gd name="connsiteY2436" fmla="*/ 1848567 h 2398711"/>
              <a:gd name="connsiteX2437" fmla="*/ 1751487 w 2119654"/>
              <a:gd name="connsiteY2437" fmla="*/ 1852117 h 2398711"/>
              <a:gd name="connsiteX2438" fmla="*/ 1755033 w 2119654"/>
              <a:gd name="connsiteY2438" fmla="*/ 1851962 h 2398711"/>
              <a:gd name="connsiteX2439" fmla="*/ 1759681 w 2119654"/>
              <a:gd name="connsiteY2439" fmla="*/ 1848423 h 2398711"/>
              <a:gd name="connsiteX2440" fmla="*/ 1759917 w 2119654"/>
              <a:gd name="connsiteY2440" fmla="*/ 1846636 h 2398711"/>
              <a:gd name="connsiteX2441" fmla="*/ 1757886 w 2119654"/>
              <a:gd name="connsiteY2441" fmla="*/ 1847987 h 2398711"/>
              <a:gd name="connsiteX2442" fmla="*/ 1756931 w 2119654"/>
              <a:gd name="connsiteY2442" fmla="*/ 1848567 h 2398711"/>
              <a:gd name="connsiteX2443" fmla="*/ 1759920 w 2119654"/>
              <a:gd name="connsiteY2443" fmla="*/ 1846617 h 2398711"/>
              <a:gd name="connsiteX2444" fmla="*/ 1759973 w 2119654"/>
              <a:gd name="connsiteY2444" fmla="*/ 1846220 h 2398711"/>
              <a:gd name="connsiteX2445" fmla="*/ 1748400 w 2119654"/>
              <a:gd name="connsiteY2445" fmla="*/ 1849819 h 2398711"/>
              <a:gd name="connsiteX2446" fmla="*/ 1693384 w 2119654"/>
              <a:gd name="connsiteY2446" fmla="*/ 1956987 h 2398711"/>
              <a:gd name="connsiteX2447" fmla="*/ 1693331 w 2119654"/>
              <a:gd name="connsiteY2447" fmla="*/ 1958866 h 2398711"/>
              <a:gd name="connsiteX2448" fmla="*/ 1698683 w 2119654"/>
              <a:gd name="connsiteY2448" fmla="*/ 1957816 h 2398711"/>
              <a:gd name="connsiteX2449" fmla="*/ 1698343 w 2119654"/>
              <a:gd name="connsiteY2449" fmla="*/ 1955059 h 2398711"/>
              <a:gd name="connsiteX2450" fmla="*/ 1695429 w 2119654"/>
              <a:gd name="connsiteY2450" fmla="*/ 1956211 h 2398711"/>
              <a:gd name="connsiteX2451" fmla="*/ 1860236 w 2119654"/>
              <a:gd name="connsiteY2451" fmla="*/ 1583299 h 2398711"/>
              <a:gd name="connsiteX2452" fmla="*/ 1860880 w 2119654"/>
              <a:gd name="connsiteY2452" fmla="*/ 1583016 h 2398711"/>
              <a:gd name="connsiteX2453" fmla="*/ 1861003 w 2119654"/>
              <a:gd name="connsiteY2453" fmla="*/ 1582807 h 2398711"/>
              <a:gd name="connsiteX2454" fmla="*/ 1785983 w 2119654"/>
              <a:gd name="connsiteY2454" fmla="*/ 1749564 h 2398711"/>
              <a:gd name="connsiteX2455" fmla="*/ 1786200 w 2119654"/>
              <a:gd name="connsiteY2455" fmla="*/ 1749856 h 2398711"/>
              <a:gd name="connsiteX2456" fmla="*/ 1787979 w 2119654"/>
              <a:gd name="connsiteY2456" fmla="*/ 1749366 h 2398711"/>
              <a:gd name="connsiteX2457" fmla="*/ 1787773 w 2119654"/>
              <a:gd name="connsiteY2457" fmla="*/ 1748587 h 2398711"/>
              <a:gd name="connsiteX2458" fmla="*/ 1720135 w 2119654"/>
              <a:gd name="connsiteY2458" fmla="*/ 1896951 h 2398711"/>
              <a:gd name="connsiteX2459" fmla="*/ 1720104 w 2119654"/>
              <a:gd name="connsiteY2459" fmla="*/ 1897395 h 2398711"/>
              <a:gd name="connsiteX2460" fmla="*/ 1720995 w 2119654"/>
              <a:gd name="connsiteY2460" fmla="*/ 1896853 h 2398711"/>
              <a:gd name="connsiteX2461" fmla="*/ 1844991 w 2119654"/>
              <a:gd name="connsiteY2461" fmla="*/ 1617116 h 2398711"/>
              <a:gd name="connsiteX2462" fmla="*/ 1849487 w 2119654"/>
              <a:gd name="connsiteY2462" fmla="*/ 1626996 h 2398711"/>
              <a:gd name="connsiteX2463" fmla="*/ 1850052 w 2119654"/>
              <a:gd name="connsiteY2463" fmla="*/ 1626450 h 2398711"/>
              <a:gd name="connsiteX2464" fmla="*/ 1849098 w 2119654"/>
              <a:gd name="connsiteY2464" fmla="*/ 1623136 h 2398711"/>
              <a:gd name="connsiteX2465" fmla="*/ 1846904 w 2119654"/>
              <a:gd name="connsiteY2465" fmla="*/ 1616526 h 2398711"/>
              <a:gd name="connsiteX2466" fmla="*/ 1765837 w 2119654"/>
              <a:gd name="connsiteY2466" fmla="*/ 1794336 h 2398711"/>
              <a:gd name="connsiteX2467" fmla="*/ 1766073 w 2119654"/>
              <a:gd name="connsiteY2467" fmla="*/ 1794803 h 2398711"/>
              <a:gd name="connsiteX2468" fmla="*/ 1766118 w 2119654"/>
              <a:gd name="connsiteY2468" fmla="*/ 1794300 h 2398711"/>
              <a:gd name="connsiteX2469" fmla="*/ 1862816 w 2119654"/>
              <a:gd name="connsiteY2469" fmla="*/ 1577081 h 2398711"/>
              <a:gd name="connsiteX2470" fmla="*/ 1864572 w 2119654"/>
              <a:gd name="connsiteY2470" fmla="*/ 1576599 h 2398711"/>
              <a:gd name="connsiteX2471" fmla="*/ 1864661 w 2119654"/>
              <a:gd name="connsiteY2471" fmla="*/ 1576534 h 2398711"/>
              <a:gd name="connsiteX2472" fmla="*/ 1868082 w 2119654"/>
              <a:gd name="connsiteY2472" fmla="*/ 1570665 h 2398711"/>
              <a:gd name="connsiteX2473" fmla="*/ 1866921 w 2119654"/>
              <a:gd name="connsiteY2473" fmla="*/ 1572252 h 2398711"/>
              <a:gd name="connsiteX2474" fmla="*/ 1757062 w 2119654"/>
              <a:gd name="connsiteY2474" fmla="*/ 1813802 h 2398711"/>
              <a:gd name="connsiteX2475" fmla="*/ 1764318 w 2119654"/>
              <a:gd name="connsiteY2475" fmla="*/ 1813357 h 2398711"/>
              <a:gd name="connsiteX2476" fmla="*/ 1764486 w 2119654"/>
              <a:gd name="connsiteY2476" fmla="*/ 1812083 h 2398711"/>
              <a:gd name="connsiteX2477" fmla="*/ 1764822 w 2119654"/>
              <a:gd name="connsiteY2477" fmla="*/ 1808425 h 2398711"/>
              <a:gd name="connsiteX2478" fmla="*/ 1764406 w 2119654"/>
              <a:gd name="connsiteY2478" fmla="*/ 1807696 h 2398711"/>
              <a:gd name="connsiteX2479" fmla="*/ 1727059 w 2119654"/>
              <a:gd name="connsiteY2479" fmla="*/ 1880805 h 2398711"/>
              <a:gd name="connsiteX2480" fmla="*/ 1726784 w 2119654"/>
              <a:gd name="connsiteY2480" fmla="*/ 1883192 h 2398711"/>
              <a:gd name="connsiteX2481" fmla="*/ 1727681 w 2119654"/>
              <a:gd name="connsiteY2481" fmla="*/ 1885804 h 2398711"/>
              <a:gd name="connsiteX2482" fmla="*/ 1727923 w 2119654"/>
              <a:gd name="connsiteY2482" fmla="*/ 1885782 h 2398711"/>
              <a:gd name="connsiteX2483" fmla="*/ 1727792 w 2119654"/>
              <a:gd name="connsiteY2483" fmla="*/ 1880454 h 2398711"/>
              <a:gd name="connsiteX2484" fmla="*/ 1844864 w 2119654"/>
              <a:gd name="connsiteY2484" fmla="*/ 1616837 h 2398711"/>
              <a:gd name="connsiteX2485" fmla="*/ 1844898 w 2119654"/>
              <a:gd name="connsiteY2485" fmla="*/ 1616912 h 2398711"/>
              <a:gd name="connsiteX2486" fmla="*/ 1846834 w 2119654"/>
              <a:gd name="connsiteY2486" fmla="*/ 1616315 h 2398711"/>
              <a:gd name="connsiteX2487" fmla="*/ 1846392 w 2119654"/>
              <a:gd name="connsiteY2487" fmla="*/ 1614983 h 2398711"/>
              <a:gd name="connsiteX2488" fmla="*/ 1781667 w 2119654"/>
              <a:gd name="connsiteY2488" fmla="*/ 1758156 h 2398711"/>
              <a:gd name="connsiteX2489" fmla="*/ 1785443 w 2119654"/>
              <a:gd name="connsiteY2489" fmla="*/ 1757739 h 2398711"/>
              <a:gd name="connsiteX2490" fmla="*/ 1784962 w 2119654"/>
              <a:gd name="connsiteY2490" fmla="*/ 1756839 h 2398711"/>
              <a:gd name="connsiteX2491" fmla="*/ 1764932 w 2119654"/>
              <a:gd name="connsiteY2491" fmla="*/ 1795483 h 2398711"/>
              <a:gd name="connsiteX2492" fmla="*/ 1764880 w 2119654"/>
              <a:gd name="connsiteY2492" fmla="*/ 1795601 h 2398711"/>
              <a:gd name="connsiteX2493" fmla="*/ 1764966 w 2119654"/>
              <a:gd name="connsiteY2493" fmla="*/ 1795573 h 2398711"/>
              <a:gd name="connsiteX2494" fmla="*/ 1764963 w 2119654"/>
              <a:gd name="connsiteY2494" fmla="*/ 1795544 h 2398711"/>
              <a:gd name="connsiteX2495" fmla="*/ 1765591 w 2119654"/>
              <a:gd name="connsiteY2495" fmla="*/ 1793848 h 2398711"/>
              <a:gd name="connsiteX2496" fmla="*/ 1765601 w 2119654"/>
              <a:gd name="connsiteY2496" fmla="*/ 1793869 h 2398711"/>
              <a:gd name="connsiteX2497" fmla="*/ 1766165 w 2119654"/>
              <a:gd name="connsiteY2497" fmla="*/ 1793797 h 2398711"/>
              <a:gd name="connsiteX2498" fmla="*/ 1766216 w 2119654"/>
              <a:gd name="connsiteY2498" fmla="*/ 1793236 h 2398711"/>
              <a:gd name="connsiteX2499" fmla="*/ 1765693 w 2119654"/>
              <a:gd name="connsiteY2499" fmla="*/ 1793750 h 2398711"/>
              <a:gd name="connsiteX2500" fmla="*/ 1727163 w 2119654"/>
              <a:gd name="connsiteY2500" fmla="*/ 1879894 h 2398711"/>
              <a:gd name="connsiteX2501" fmla="*/ 1727136 w 2119654"/>
              <a:gd name="connsiteY2501" fmla="*/ 1880134 h 2398711"/>
              <a:gd name="connsiteX2502" fmla="*/ 1727776 w 2119654"/>
              <a:gd name="connsiteY2502" fmla="*/ 1879829 h 2398711"/>
              <a:gd name="connsiteX2503" fmla="*/ 1727775 w 2119654"/>
              <a:gd name="connsiteY2503" fmla="*/ 1879807 h 2398711"/>
              <a:gd name="connsiteX2504" fmla="*/ 1790338 w 2119654"/>
              <a:gd name="connsiteY2504" fmla="*/ 1738368 h 2398711"/>
              <a:gd name="connsiteX2505" fmla="*/ 1793335 w 2119654"/>
              <a:gd name="connsiteY2505" fmla="*/ 1744531 h 2398711"/>
              <a:gd name="connsiteX2506" fmla="*/ 1850096 w 2119654"/>
              <a:gd name="connsiteY2506" fmla="*/ 1713571 h 2398711"/>
              <a:gd name="connsiteX2507" fmla="*/ 1843196 w 2119654"/>
              <a:gd name="connsiteY2507" fmla="*/ 1706348 h 2398711"/>
              <a:gd name="connsiteX2508" fmla="*/ 1842948 w 2119654"/>
              <a:gd name="connsiteY2508" fmla="*/ 1706097 h 2398711"/>
              <a:gd name="connsiteX2509" fmla="*/ 1800354 w 2119654"/>
              <a:gd name="connsiteY2509" fmla="*/ 1726501 h 2398711"/>
              <a:gd name="connsiteX2510" fmla="*/ 1802240 w 2119654"/>
              <a:gd name="connsiteY2510" fmla="*/ 1730636 h 2398711"/>
              <a:gd name="connsiteX2511" fmla="*/ 1814255 w 2119654"/>
              <a:gd name="connsiteY2511" fmla="*/ 1724082 h 2398711"/>
              <a:gd name="connsiteX2512" fmla="*/ 1831276 w 2119654"/>
              <a:gd name="connsiteY2512" fmla="*/ 1714500 h 2398711"/>
              <a:gd name="connsiteX2513" fmla="*/ 1831167 w 2119654"/>
              <a:gd name="connsiteY2513" fmla="*/ 1714762 h 2398711"/>
              <a:gd name="connsiteX2514" fmla="*/ 1802389 w 2119654"/>
              <a:gd name="connsiteY2514" fmla="*/ 1730965 h 2398711"/>
              <a:gd name="connsiteX2515" fmla="*/ 1802619 w 2119654"/>
              <a:gd name="connsiteY2515" fmla="*/ 1731468 h 2398711"/>
              <a:gd name="connsiteX2516" fmla="*/ 1819525 w 2119654"/>
              <a:gd name="connsiteY2516" fmla="*/ 1722404 h 2398711"/>
              <a:gd name="connsiteX2517" fmla="*/ 1819346 w 2119654"/>
              <a:gd name="connsiteY2517" fmla="*/ 1722816 h 2398711"/>
              <a:gd name="connsiteX2518" fmla="*/ 1802734 w 2119654"/>
              <a:gd name="connsiteY2518" fmla="*/ 1731722 h 2398711"/>
              <a:gd name="connsiteX2519" fmla="*/ 1804262 w 2119654"/>
              <a:gd name="connsiteY2519" fmla="*/ 1735070 h 2398711"/>
              <a:gd name="connsiteX2520" fmla="*/ 1804148 w 2119654"/>
              <a:gd name="connsiteY2520" fmla="*/ 1735401 h 2398711"/>
              <a:gd name="connsiteX2521" fmla="*/ 1802522 w 2119654"/>
              <a:gd name="connsiteY2521" fmla="*/ 1731836 h 2398711"/>
              <a:gd name="connsiteX2522" fmla="*/ 1875322 w 2119654"/>
              <a:gd name="connsiteY2522" fmla="*/ 1548029 h 2398711"/>
              <a:gd name="connsiteX2523" fmla="*/ 1876554 w 2119654"/>
              <a:gd name="connsiteY2523" fmla="*/ 1549834 h 2398711"/>
              <a:gd name="connsiteX2524" fmla="*/ 1880313 w 2119654"/>
              <a:gd name="connsiteY2524" fmla="*/ 1548197 h 2398711"/>
              <a:gd name="connsiteX2525" fmla="*/ 1878907 w 2119654"/>
              <a:gd name="connsiteY2525" fmla="*/ 1545047 h 2398711"/>
              <a:gd name="connsiteX2526" fmla="*/ 1720259 w 2119654"/>
              <a:gd name="connsiteY2526" fmla="*/ 1895143 h 2398711"/>
              <a:gd name="connsiteX2527" fmla="*/ 1720172 w 2119654"/>
              <a:gd name="connsiteY2527" fmla="*/ 1896409 h 2398711"/>
              <a:gd name="connsiteX2528" fmla="*/ 1722030 w 2119654"/>
              <a:gd name="connsiteY2528" fmla="*/ 1896223 h 2398711"/>
              <a:gd name="connsiteX2529" fmla="*/ 1723190 w 2119654"/>
              <a:gd name="connsiteY2529" fmla="*/ 1895518 h 2398711"/>
              <a:gd name="connsiteX2530" fmla="*/ 1712624 w 2119654"/>
              <a:gd name="connsiteY2530" fmla="*/ 1911994 h 2398711"/>
              <a:gd name="connsiteX2531" fmla="*/ 1712797 w 2119654"/>
              <a:gd name="connsiteY2531" fmla="*/ 1913504 h 2398711"/>
              <a:gd name="connsiteX2532" fmla="*/ 1713257 w 2119654"/>
              <a:gd name="connsiteY2532" fmla="*/ 1913248 h 2398711"/>
              <a:gd name="connsiteX2533" fmla="*/ 1713585 w 2119654"/>
              <a:gd name="connsiteY2533" fmla="*/ 1911900 h 2398711"/>
              <a:gd name="connsiteX2534" fmla="*/ 1773774 w 2119654"/>
              <a:gd name="connsiteY2534" fmla="*/ 1774924 h 2398711"/>
              <a:gd name="connsiteX2535" fmla="*/ 1774843 w 2119654"/>
              <a:gd name="connsiteY2535" fmla="*/ 1777064 h 2398711"/>
              <a:gd name="connsiteX2536" fmla="*/ 1787188 w 2119654"/>
              <a:gd name="connsiteY2536" fmla="*/ 1770176 h 2398711"/>
              <a:gd name="connsiteX2537" fmla="*/ 1787103 w 2119654"/>
              <a:gd name="connsiteY2537" fmla="*/ 1770084 h 2398711"/>
              <a:gd name="connsiteX2538" fmla="*/ 1785599 w 2119654"/>
              <a:gd name="connsiteY2538" fmla="*/ 1768584 h 2398711"/>
              <a:gd name="connsiteX2539" fmla="*/ 1739581 w 2119654"/>
              <a:gd name="connsiteY2539" fmla="*/ 1851437 h 2398711"/>
              <a:gd name="connsiteX2540" fmla="*/ 1739787 w 2119654"/>
              <a:gd name="connsiteY2540" fmla="*/ 1852628 h 2398711"/>
              <a:gd name="connsiteX2541" fmla="*/ 1740473 w 2119654"/>
              <a:gd name="connsiteY2541" fmla="*/ 1852598 h 2398711"/>
              <a:gd name="connsiteX2542" fmla="*/ 1740331 w 2119654"/>
              <a:gd name="connsiteY2542" fmla="*/ 1851300 h 2398711"/>
              <a:gd name="connsiteX2543" fmla="*/ 1784682 w 2119654"/>
              <a:gd name="connsiteY2543" fmla="*/ 1750274 h 2398711"/>
              <a:gd name="connsiteX2544" fmla="*/ 1785121 w 2119654"/>
              <a:gd name="connsiteY2544" fmla="*/ 1750153 h 2398711"/>
              <a:gd name="connsiteX2545" fmla="*/ 1785058 w 2119654"/>
              <a:gd name="connsiteY2545" fmla="*/ 1750069 h 2398711"/>
              <a:gd name="connsiteX2546" fmla="*/ 1717258 w 2119654"/>
              <a:gd name="connsiteY2546" fmla="*/ 1901197 h 2398711"/>
              <a:gd name="connsiteX2547" fmla="*/ 1714846 w 2119654"/>
              <a:gd name="connsiteY2547" fmla="*/ 1911112 h 2398711"/>
              <a:gd name="connsiteX2548" fmla="*/ 1717561 w 2119654"/>
              <a:gd name="connsiteY2548" fmla="*/ 1910846 h 2398711"/>
              <a:gd name="connsiteX2549" fmla="*/ 1718350 w 2119654"/>
              <a:gd name="connsiteY2549" fmla="*/ 1910405 h 2398711"/>
              <a:gd name="connsiteX2550" fmla="*/ 1719043 w 2119654"/>
              <a:gd name="connsiteY2550" fmla="*/ 1900112 h 2398711"/>
              <a:gd name="connsiteX2551" fmla="*/ 1726119 w 2119654"/>
              <a:gd name="connsiteY2551" fmla="*/ 1881255 h 2398711"/>
              <a:gd name="connsiteX2552" fmla="*/ 1726556 w 2119654"/>
              <a:gd name="connsiteY2552" fmla="*/ 1882529 h 2398711"/>
              <a:gd name="connsiteX2553" fmla="*/ 1726737 w 2119654"/>
              <a:gd name="connsiteY2553" fmla="*/ 1880959 h 2398711"/>
              <a:gd name="connsiteX2554" fmla="*/ 1697642 w 2119654"/>
              <a:gd name="connsiteY2554" fmla="*/ 1944980 h 2398711"/>
              <a:gd name="connsiteX2555" fmla="*/ 1698008 w 2119654"/>
              <a:gd name="connsiteY2555" fmla="*/ 1947941 h 2398711"/>
              <a:gd name="connsiteX2556" fmla="*/ 1698188 w 2119654"/>
              <a:gd name="connsiteY2556" fmla="*/ 1947914 h 2398711"/>
              <a:gd name="connsiteX2557" fmla="*/ 1860922 w 2119654"/>
              <a:gd name="connsiteY2557" fmla="*/ 1579308 h 2398711"/>
              <a:gd name="connsiteX2558" fmla="*/ 1861518 w 2119654"/>
              <a:gd name="connsiteY2558" fmla="*/ 1578866 h 2398711"/>
              <a:gd name="connsiteX2559" fmla="*/ 1861232 w 2119654"/>
              <a:gd name="connsiteY2559" fmla="*/ 1578944 h 2398711"/>
              <a:gd name="connsiteX2560" fmla="*/ 1846484 w 2119654"/>
              <a:gd name="connsiteY2560" fmla="*/ 1611436 h 2398711"/>
              <a:gd name="connsiteX2561" fmla="*/ 1846750 w 2119654"/>
              <a:gd name="connsiteY2561" fmla="*/ 1612360 h 2398711"/>
              <a:gd name="connsiteX2562" fmla="*/ 1858900 w 2119654"/>
              <a:gd name="connsiteY2562" fmla="*/ 1597622 h 2398711"/>
              <a:gd name="connsiteX2563" fmla="*/ 1852981 w 2119654"/>
              <a:gd name="connsiteY2563" fmla="*/ 1600295 h 2398711"/>
              <a:gd name="connsiteX2564" fmla="*/ 1847761 w 2119654"/>
              <a:gd name="connsiteY2564" fmla="*/ 1609248 h 2398711"/>
              <a:gd name="connsiteX2565" fmla="*/ 1847740 w 2119654"/>
              <a:gd name="connsiteY2565" fmla="*/ 1609596 h 2398711"/>
              <a:gd name="connsiteX2566" fmla="*/ 1847211 w 2119654"/>
              <a:gd name="connsiteY2566" fmla="*/ 1610189 h 2398711"/>
              <a:gd name="connsiteX2567" fmla="*/ 1790032 w 2119654"/>
              <a:gd name="connsiteY2567" fmla="*/ 1737739 h 2398711"/>
              <a:gd name="connsiteX2568" fmla="*/ 1790203 w 2119654"/>
              <a:gd name="connsiteY2568" fmla="*/ 1738090 h 2398711"/>
              <a:gd name="connsiteX2569" fmla="*/ 1792255 w 2119654"/>
              <a:gd name="connsiteY2569" fmla="*/ 1737025 h 2398711"/>
              <a:gd name="connsiteX2570" fmla="*/ 1802406 w 2119654"/>
              <a:gd name="connsiteY2570" fmla="*/ 1731583 h 2398711"/>
              <a:gd name="connsiteX2571" fmla="*/ 1802179 w 2119654"/>
              <a:gd name="connsiteY2571" fmla="*/ 1731083 h 2398711"/>
              <a:gd name="connsiteX2572" fmla="*/ 1800412 w 2119654"/>
              <a:gd name="connsiteY2572" fmla="*/ 1732078 h 2398711"/>
              <a:gd name="connsiteX2573" fmla="*/ 1668686 w 2119654"/>
              <a:gd name="connsiteY2573" fmla="*/ 2009242 h 2398711"/>
              <a:gd name="connsiteX2574" fmla="*/ 1675676 w 2119654"/>
              <a:gd name="connsiteY2574" fmla="*/ 2010329 h 2398711"/>
              <a:gd name="connsiteX2575" fmla="*/ 1688890 w 2119654"/>
              <a:gd name="connsiteY2575" fmla="*/ 2007267 h 2398711"/>
              <a:gd name="connsiteX2576" fmla="*/ 1689755 w 2119654"/>
              <a:gd name="connsiteY2576" fmla="*/ 2004241 h 2398711"/>
              <a:gd name="connsiteX2577" fmla="*/ 1670899 w 2119654"/>
              <a:gd name="connsiteY2577" fmla="*/ 2008800 h 2398711"/>
              <a:gd name="connsiteX2578" fmla="*/ 1727986 w 2119654"/>
              <a:gd name="connsiteY2578" fmla="*/ 1876290 h 2398711"/>
              <a:gd name="connsiteX2579" fmla="*/ 1728061 w 2119654"/>
              <a:gd name="connsiteY2579" fmla="*/ 1879328 h 2398711"/>
              <a:gd name="connsiteX2580" fmla="*/ 1728202 w 2119654"/>
              <a:gd name="connsiteY2580" fmla="*/ 1879307 h 2398711"/>
              <a:gd name="connsiteX2581" fmla="*/ 1728262 w 2119654"/>
              <a:gd name="connsiteY2581" fmla="*/ 1876080 h 2398711"/>
              <a:gd name="connsiteX2582" fmla="*/ 1823471 w 2119654"/>
              <a:gd name="connsiteY2582" fmla="*/ 1662128 h 2398711"/>
              <a:gd name="connsiteX2583" fmla="*/ 1852411 w 2119654"/>
              <a:gd name="connsiteY2583" fmla="*/ 1655515 h 2398711"/>
              <a:gd name="connsiteX2584" fmla="*/ 1850683 w 2119654"/>
              <a:gd name="connsiteY2584" fmla="*/ 1647711 h 2398711"/>
              <a:gd name="connsiteX2585" fmla="*/ 1837293 w 2119654"/>
              <a:gd name="connsiteY2585" fmla="*/ 1654922 h 2398711"/>
              <a:gd name="connsiteX2586" fmla="*/ 1783797 w 2119654"/>
              <a:gd name="connsiteY2586" fmla="*/ 1750828 h 2398711"/>
              <a:gd name="connsiteX2587" fmla="*/ 1784932 w 2119654"/>
              <a:gd name="connsiteY2587" fmla="*/ 1753999 h 2398711"/>
              <a:gd name="connsiteX2588" fmla="*/ 1787300 w 2119654"/>
              <a:gd name="connsiteY2588" fmla="*/ 1753084 h 2398711"/>
              <a:gd name="connsiteX2589" fmla="*/ 1785312 w 2119654"/>
              <a:gd name="connsiteY2589" fmla="*/ 1750411 h 2398711"/>
              <a:gd name="connsiteX2590" fmla="*/ 1693500 w 2119654"/>
              <a:gd name="connsiteY2590" fmla="*/ 1952966 h 2398711"/>
              <a:gd name="connsiteX2591" fmla="*/ 1693401 w 2119654"/>
              <a:gd name="connsiteY2591" fmla="*/ 1956405 h 2398711"/>
              <a:gd name="connsiteX2592" fmla="*/ 1698281 w 2119654"/>
              <a:gd name="connsiteY2592" fmla="*/ 1954553 h 2398711"/>
              <a:gd name="connsiteX2593" fmla="*/ 1697600 w 2119654"/>
              <a:gd name="connsiteY2593" fmla="*/ 1949038 h 2398711"/>
              <a:gd name="connsiteX2594" fmla="*/ 1770768 w 2119654"/>
              <a:gd name="connsiteY2594" fmla="*/ 1779865 h 2398711"/>
              <a:gd name="connsiteX2595" fmla="*/ 1772220 w 2119654"/>
              <a:gd name="connsiteY2595" fmla="*/ 1785371 h 2398711"/>
              <a:gd name="connsiteX2596" fmla="*/ 1772549 w 2119654"/>
              <a:gd name="connsiteY2596" fmla="*/ 1786859 h 2398711"/>
              <a:gd name="connsiteX2597" fmla="*/ 1777194 w 2119654"/>
              <a:gd name="connsiteY2597" fmla="*/ 1782289 h 2398711"/>
              <a:gd name="connsiteX2598" fmla="*/ 1774845 w 2119654"/>
              <a:gd name="connsiteY2598" fmla="*/ 1777589 h 2398711"/>
              <a:gd name="connsiteX2599" fmla="*/ 1816334 w 2119654"/>
              <a:gd name="connsiteY2599" fmla="*/ 1677830 h 2398711"/>
              <a:gd name="connsiteX2600" fmla="*/ 1816697 w 2119654"/>
              <a:gd name="connsiteY2600" fmla="*/ 1678644 h 2398711"/>
              <a:gd name="connsiteX2601" fmla="*/ 1817224 w 2119654"/>
              <a:gd name="connsiteY2601" fmla="*/ 1679180 h 2398711"/>
              <a:gd name="connsiteX2602" fmla="*/ 1820041 w 2119654"/>
              <a:gd name="connsiteY2602" fmla="*/ 1677302 h 2398711"/>
              <a:gd name="connsiteX2603" fmla="*/ 1820684 w 2119654"/>
              <a:gd name="connsiteY2603" fmla="*/ 1676862 h 2398711"/>
              <a:gd name="connsiteX2604" fmla="*/ 1727539 w 2119654"/>
              <a:gd name="connsiteY2604" fmla="*/ 1876630 h 2398711"/>
              <a:gd name="connsiteX2605" fmla="*/ 1727215 w 2119654"/>
              <a:gd name="connsiteY2605" fmla="*/ 1879449 h 2398711"/>
              <a:gd name="connsiteX2606" fmla="*/ 1727764 w 2119654"/>
              <a:gd name="connsiteY2606" fmla="*/ 1879370 h 2398711"/>
              <a:gd name="connsiteX2607" fmla="*/ 1727694 w 2119654"/>
              <a:gd name="connsiteY2607" fmla="*/ 1876513 h 2398711"/>
              <a:gd name="connsiteX2608" fmla="*/ 1844194 w 2119654"/>
              <a:gd name="connsiteY2608" fmla="*/ 1615365 h 2398711"/>
              <a:gd name="connsiteX2609" fmla="*/ 1844221 w 2119654"/>
              <a:gd name="connsiteY2609" fmla="*/ 1615426 h 2398711"/>
              <a:gd name="connsiteX2610" fmla="*/ 1845874 w 2119654"/>
              <a:gd name="connsiteY2610" fmla="*/ 1613422 h 2398711"/>
              <a:gd name="connsiteX2611" fmla="*/ 1845675 w 2119654"/>
              <a:gd name="connsiteY2611" fmla="*/ 1612824 h 2398711"/>
              <a:gd name="connsiteX2612" fmla="*/ 1836281 w 2119654"/>
              <a:gd name="connsiteY2612" fmla="*/ 1633055 h 2398711"/>
              <a:gd name="connsiteX2613" fmla="*/ 1837787 w 2119654"/>
              <a:gd name="connsiteY2613" fmla="*/ 1635678 h 2398711"/>
              <a:gd name="connsiteX2614" fmla="*/ 1841491 w 2119654"/>
              <a:gd name="connsiteY2614" fmla="*/ 1634718 h 2398711"/>
              <a:gd name="connsiteX2615" fmla="*/ 1845835 w 2119654"/>
              <a:gd name="connsiteY2615" fmla="*/ 1630523 h 2398711"/>
              <a:gd name="connsiteX2616" fmla="*/ 1718239 w 2119654"/>
              <a:gd name="connsiteY2616" fmla="*/ 1897166 h 2398711"/>
              <a:gd name="connsiteX2617" fmla="*/ 1717850 w 2119654"/>
              <a:gd name="connsiteY2617" fmla="*/ 1898767 h 2398711"/>
              <a:gd name="connsiteX2618" fmla="*/ 1719188 w 2119654"/>
              <a:gd name="connsiteY2618" fmla="*/ 1897953 h 2398711"/>
              <a:gd name="connsiteX2619" fmla="*/ 1719249 w 2119654"/>
              <a:gd name="connsiteY2619" fmla="*/ 1897051 h 2398711"/>
              <a:gd name="connsiteX2620" fmla="*/ 1864892 w 2119654"/>
              <a:gd name="connsiteY2620" fmla="*/ 1568772 h 2398711"/>
              <a:gd name="connsiteX2621" fmla="*/ 1865117 w 2119654"/>
              <a:gd name="connsiteY2621" fmla="*/ 1568606 h 2398711"/>
              <a:gd name="connsiteX2622" fmla="*/ 1866019 w 2119654"/>
              <a:gd name="connsiteY2622" fmla="*/ 1567546 h 2398711"/>
              <a:gd name="connsiteX2623" fmla="*/ 1725722 w 2119654"/>
              <a:gd name="connsiteY2623" fmla="*/ 1880101 h 2398711"/>
              <a:gd name="connsiteX2624" fmla="*/ 1725931 w 2119654"/>
              <a:gd name="connsiteY2624" fmla="*/ 1880708 h 2398711"/>
              <a:gd name="connsiteX2625" fmla="*/ 1726814 w 2119654"/>
              <a:gd name="connsiteY2625" fmla="*/ 1880287 h 2398711"/>
              <a:gd name="connsiteX2626" fmla="*/ 1726854 w 2119654"/>
              <a:gd name="connsiteY2626" fmla="*/ 1879939 h 2398711"/>
              <a:gd name="connsiteX2627" fmla="*/ 1763161 w 2119654"/>
              <a:gd name="connsiteY2627" fmla="*/ 1796175 h 2398711"/>
              <a:gd name="connsiteX2628" fmla="*/ 1763632 w 2119654"/>
              <a:gd name="connsiteY2628" fmla="*/ 1796018 h 2398711"/>
              <a:gd name="connsiteX2629" fmla="*/ 1764867 w 2119654"/>
              <a:gd name="connsiteY2629" fmla="*/ 1795354 h 2398711"/>
              <a:gd name="connsiteX2630" fmla="*/ 1764591 w 2119654"/>
              <a:gd name="connsiteY2630" fmla="*/ 1794807 h 2398711"/>
              <a:gd name="connsiteX2631" fmla="*/ 1815977 w 2119654"/>
              <a:gd name="connsiteY2631" fmla="*/ 1677910 h 2398711"/>
              <a:gd name="connsiteX2632" fmla="*/ 1816431 w 2119654"/>
              <a:gd name="connsiteY2632" fmla="*/ 1678373 h 2398711"/>
              <a:gd name="connsiteX2633" fmla="*/ 1816202 w 2119654"/>
              <a:gd name="connsiteY2633" fmla="*/ 1677859 h 2398711"/>
              <a:gd name="connsiteX2634" fmla="*/ 1760813 w 2119654"/>
              <a:gd name="connsiteY2634" fmla="*/ 1801030 h 2398711"/>
              <a:gd name="connsiteX2635" fmla="*/ 1762314 w 2119654"/>
              <a:gd name="connsiteY2635" fmla="*/ 1803656 h 2398711"/>
              <a:gd name="connsiteX2636" fmla="*/ 1765445 w 2119654"/>
              <a:gd name="connsiteY2636" fmla="*/ 1801641 h 2398711"/>
              <a:gd name="connsiteX2637" fmla="*/ 1765534 w 2119654"/>
              <a:gd name="connsiteY2637" fmla="*/ 1800671 h 2398711"/>
              <a:gd name="connsiteX2638" fmla="*/ 1765417 w 2119654"/>
              <a:gd name="connsiteY2638" fmla="*/ 1799517 h 2398711"/>
              <a:gd name="connsiteX2639" fmla="*/ 1761936 w 2119654"/>
              <a:gd name="connsiteY2639" fmla="*/ 1800674 h 2398711"/>
              <a:gd name="connsiteX2640" fmla="*/ 1746548 w 2119654"/>
              <a:gd name="connsiteY2640" fmla="*/ 1832955 h 2398711"/>
              <a:gd name="connsiteX2641" fmla="*/ 1762653 w 2119654"/>
              <a:gd name="connsiteY2641" fmla="*/ 1825950 h 2398711"/>
              <a:gd name="connsiteX2642" fmla="*/ 1762943 w 2119654"/>
              <a:gd name="connsiteY2642" fmla="*/ 1823759 h 2398711"/>
              <a:gd name="connsiteX2643" fmla="*/ 1762573 w 2119654"/>
              <a:gd name="connsiteY2643" fmla="*/ 1823972 h 2398711"/>
              <a:gd name="connsiteX2644" fmla="*/ 1778856 w 2119654"/>
              <a:gd name="connsiteY2644" fmla="*/ 1760608 h 2398711"/>
              <a:gd name="connsiteX2645" fmla="*/ 1781153 w 2119654"/>
              <a:gd name="connsiteY2645" fmla="*/ 1763093 h 2398711"/>
              <a:gd name="connsiteX2646" fmla="*/ 1786379 w 2119654"/>
              <a:gd name="connsiteY2646" fmla="*/ 1761490 h 2398711"/>
              <a:gd name="connsiteX2647" fmla="*/ 1787227 w 2119654"/>
              <a:gd name="connsiteY2647" fmla="*/ 1761079 h 2398711"/>
              <a:gd name="connsiteX2648" fmla="*/ 1785972 w 2119654"/>
              <a:gd name="connsiteY2648" fmla="*/ 1758729 h 2398711"/>
              <a:gd name="connsiteX2649" fmla="*/ 1783289 w 2119654"/>
              <a:gd name="connsiteY2649" fmla="*/ 1759135 h 2398711"/>
              <a:gd name="connsiteX2650" fmla="*/ 1775879 w 2119654"/>
              <a:gd name="connsiteY2650" fmla="*/ 1767133 h 2398711"/>
              <a:gd name="connsiteX2651" fmla="*/ 1781896 w 2119654"/>
              <a:gd name="connsiteY2651" fmla="*/ 1764889 h 2398711"/>
              <a:gd name="connsiteX2652" fmla="*/ 1781444 w 2119654"/>
              <a:gd name="connsiteY2652" fmla="*/ 1764438 h 2398711"/>
              <a:gd name="connsiteX2653" fmla="*/ 1718777 w 2119654"/>
              <a:gd name="connsiteY2653" fmla="*/ 1894954 h 2398711"/>
              <a:gd name="connsiteX2654" fmla="*/ 1718380 w 2119654"/>
              <a:gd name="connsiteY2654" fmla="*/ 1896588 h 2398711"/>
              <a:gd name="connsiteX2655" fmla="*/ 1719287 w 2119654"/>
              <a:gd name="connsiteY2655" fmla="*/ 1896497 h 2398711"/>
              <a:gd name="connsiteX2656" fmla="*/ 1719385 w 2119654"/>
              <a:gd name="connsiteY2656" fmla="*/ 1895032 h 2398711"/>
              <a:gd name="connsiteX2657" fmla="*/ 1697579 w 2119654"/>
              <a:gd name="connsiteY2657" fmla="*/ 1942329 h 2398711"/>
              <a:gd name="connsiteX2658" fmla="*/ 1697696 w 2119654"/>
              <a:gd name="connsiteY2658" fmla="*/ 1942962 h 2398711"/>
              <a:gd name="connsiteX2659" fmla="*/ 1698498 w 2119654"/>
              <a:gd name="connsiteY2659" fmla="*/ 1947632 h 2398711"/>
              <a:gd name="connsiteX2660" fmla="*/ 1702303 w 2119654"/>
              <a:gd name="connsiteY2660" fmla="*/ 1943987 h 2398711"/>
              <a:gd name="connsiteX2661" fmla="*/ 1702543 w 2119654"/>
              <a:gd name="connsiteY2661" fmla="*/ 1941628 h 2398711"/>
              <a:gd name="connsiteX2662" fmla="*/ 1698039 w 2119654"/>
              <a:gd name="connsiteY2662" fmla="*/ 1942270 h 2398711"/>
              <a:gd name="connsiteX2663" fmla="*/ 1856636 w 2119654"/>
              <a:gd name="connsiteY2663" fmla="*/ 1585844 h 2398711"/>
              <a:gd name="connsiteX2664" fmla="*/ 1858787 w 2119654"/>
              <a:gd name="connsiteY2664" fmla="*/ 1585324 h 2398711"/>
              <a:gd name="connsiteX2665" fmla="*/ 1859733 w 2119654"/>
              <a:gd name="connsiteY2665" fmla="*/ 1584984 h 2398711"/>
              <a:gd name="connsiteX2666" fmla="*/ 1860614 w 2119654"/>
              <a:gd name="connsiteY2666" fmla="*/ 1583473 h 2398711"/>
              <a:gd name="connsiteX2667" fmla="*/ 1858337 w 2119654"/>
              <a:gd name="connsiteY2667" fmla="*/ 1584533 h 2398711"/>
              <a:gd name="connsiteX2668" fmla="*/ 1823949 w 2119654"/>
              <a:gd name="connsiteY2668" fmla="*/ 1658664 h 2398711"/>
              <a:gd name="connsiteX2669" fmla="*/ 1850508 w 2119654"/>
              <a:gd name="connsiteY2669" fmla="*/ 1646918 h 2398711"/>
              <a:gd name="connsiteX2670" fmla="*/ 1849607 w 2119654"/>
              <a:gd name="connsiteY2670" fmla="*/ 1642846 h 2398711"/>
              <a:gd name="connsiteX2671" fmla="*/ 1843915 w 2119654"/>
              <a:gd name="connsiteY2671" fmla="*/ 1646355 h 2398711"/>
              <a:gd name="connsiteX2672" fmla="*/ 1845223 w 2119654"/>
              <a:gd name="connsiteY2672" fmla="*/ 1648633 h 2398711"/>
              <a:gd name="connsiteX2673" fmla="*/ 1845127 w 2119654"/>
              <a:gd name="connsiteY2673" fmla="*/ 1649031 h 2398711"/>
              <a:gd name="connsiteX2674" fmla="*/ 1843675 w 2119654"/>
              <a:gd name="connsiteY2674" fmla="*/ 1646503 h 2398711"/>
              <a:gd name="connsiteX2675" fmla="*/ 1769477 w 2119654"/>
              <a:gd name="connsiteY2675" fmla="*/ 1780585 h 2398711"/>
              <a:gd name="connsiteX2676" fmla="*/ 1769760 w 2119654"/>
              <a:gd name="connsiteY2676" fmla="*/ 1781695 h 2398711"/>
              <a:gd name="connsiteX2677" fmla="*/ 1771735 w 2119654"/>
              <a:gd name="connsiteY2677" fmla="*/ 1787645 h 2398711"/>
              <a:gd name="connsiteX2678" fmla="*/ 1771792 w 2119654"/>
              <a:gd name="connsiteY2678" fmla="*/ 1787590 h 2398711"/>
              <a:gd name="connsiteX2679" fmla="*/ 1769886 w 2119654"/>
              <a:gd name="connsiteY2679" fmla="*/ 1780357 h 2398711"/>
              <a:gd name="connsiteX2680" fmla="*/ 1782365 w 2119654"/>
              <a:gd name="connsiteY2680" fmla="*/ 1751538 h 2398711"/>
              <a:gd name="connsiteX2681" fmla="*/ 1783895 w 2119654"/>
              <a:gd name="connsiteY2681" fmla="*/ 1754400 h 2398711"/>
              <a:gd name="connsiteX2682" fmla="*/ 1784628 w 2119654"/>
              <a:gd name="connsiteY2682" fmla="*/ 1754117 h 2398711"/>
              <a:gd name="connsiteX2683" fmla="*/ 1783444 w 2119654"/>
              <a:gd name="connsiteY2683" fmla="*/ 1750949 h 2398711"/>
              <a:gd name="connsiteX2684" fmla="*/ 1764730 w 2119654"/>
              <a:gd name="connsiteY2684" fmla="*/ 1790940 h 2398711"/>
              <a:gd name="connsiteX2685" fmla="*/ 1764882 w 2119654"/>
              <a:gd name="connsiteY2685" fmla="*/ 1792445 h 2398711"/>
              <a:gd name="connsiteX2686" fmla="*/ 1765482 w 2119654"/>
              <a:gd name="connsiteY2686" fmla="*/ 1793634 h 2398711"/>
              <a:gd name="connsiteX2687" fmla="*/ 1766247 w 2119654"/>
              <a:gd name="connsiteY2687" fmla="*/ 1792902 h 2398711"/>
              <a:gd name="connsiteX2688" fmla="*/ 1766447 w 2119654"/>
              <a:gd name="connsiteY2688" fmla="*/ 1790716 h 2398711"/>
              <a:gd name="connsiteX2689" fmla="*/ 1768524 w 2119654"/>
              <a:gd name="connsiteY2689" fmla="*/ 1782437 h 2398711"/>
              <a:gd name="connsiteX2690" fmla="*/ 1767823 w 2119654"/>
              <a:gd name="connsiteY2690" fmla="*/ 1790088 h 2398711"/>
              <a:gd name="connsiteX2691" fmla="*/ 1769398 w 2119654"/>
              <a:gd name="connsiteY2691" fmla="*/ 1789883 h 2398711"/>
              <a:gd name="connsiteX2692" fmla="*/ 1770611 w 2119654"/>
              <a:gd name="connsiteY2692" fmla="*/ 1788722 h 2398711"/>
              <a:gd name="connsiteX2693" fmla="*/ 1856022 w 2119654"/>
              <a:gd name="connsiteY2693" fmla="*/ 1586318 h 2398711"/>
              <a:gd name="connsiteX2694" fmla="*/ 1856297 w 2119654"/>
              <a:gd name="connsiteY2694" fmla="*/ 1586219 h 2398711"/>
              <a:gd name="connsiteX2695" fmla="*/ 1856077 w 2119654"/>
              <a:gd name="connsiteY2695" fmla="*/ 1586275 h 2398711"/>
              <a:gd name="connsiteX2696" fmla="*/ 1778205 w 2119654"/>
              <a:gd name="connsiteY2696" fmla="*/ 1759903 h 2398711"/>
              <a:gd name="connsiteX2697" fmla="*/ 1778556 w 2119654"/>
              <a:gd name="connsiteY2697" fmla="*/ 1760283 h 2398711"/>
              <a:gd name="connsiteX2698" fmla="*/ 1780940 w 2119654"/>
              <a:gd name="connsiteY2698" fmla="*/ 1759490 h 2398711"/>
              <a:gd name="connsiteX2699" fmla="*/ 1827635 w 2119654"/>
              <a:gd name="connsiteY2699" fmla="*/ 1649138 h 2398711"/>
              <a:gd name="connsiteX2700" fmla="*/ 1830123 w 2119654"/>
              <a:gd name="connsiteY2700" fmla="*/ 1648175 h 2398711"/>
              <a:gd name="connsiteX2701" fmla="*/ 1840978 w 2119654"/>
              <a:gd name="connsiteY2701" fmla="*/ 1641803 h 2398711"/>
              <a:gd name="connsiteX2702" fmla="*/ 1838863 w 2119654"/>
              <a:gd name="connsiteY2702" fmla="*/ 1638121 h 2398711"/>
              <a:gd name="connsiteX2703" fmla="*/ 1833997 w 2119654"/>
              <a:gd name="connsiteY2703" fmla="*/ 1642970 h 2398711"/>
              <a:gd name="connsiteX2704" fmla="*/ 1704822 w 2119654"/>
              <a:gd name="connsiteY2704" fmla="*/ 1924135 h 2398711"/>
              <a:gd name="connsiteX2705" fmla="*/ 1703743 w 2119654"/>
              <a:gd name="connsiteY2705" fmla="*/ 1934768 h 2398711"/>
              <a:gd name="connsiteX2706" fmla="*/ 1708422 w 2119654"/>
              <a:gd name="connsiteY2706" fmla="*/ 1933126 h 2398711"/>
              <a:gd name="connsiteX2707" fmla="*/ 1711126 w 2119654"/>
              <a:gd name="connsiteY2707" fmla="*/ 1922007 h 2398711"/>
              <a:gd name="connsiteX2708" fmla="*/ 1709693 w 2119654"/>
              <a:gd name="connsiteY2708" fmla="*/ 1921956 h 2398711"/>
              <a:gd name="connsiteX2709" fmla="*/ 1725154 w 2119654"/>
              <a:gd name="connsiteY2709" fmla="*/ 1878446 h 2398711"/>
              <a:gd name="connsiteX2710" fmla="*/ 1725579 w 2119654"/>
              <a:gd name="connsiteY2710" fmla="*/ 1879683 h 2398711"/>
              <a:gd name="connsiteX2711" fmla="*/ 1726905 w 2119654"/>
              <a:gd name="connsiteY2711" fmla="*/ 1879493 h 2398711"/>
              <a:gd name="connsiteX2712" fmla="*/ 1727206 w 2119654"/>
              <a:gd name="connsiteY2712" fmla="*/ 1876885 h 2398711"/>
              <a:gd name="connsiteX2713" fmla="*/ 1764160 w 2119654"/>
              <a:gd name="connsiteY2713" fmla="*/ 1791014 h 2398711"/>
              <a:gd name="connsiteX2714" fmla="*/ 1764527 w 2119654"/>
              <a:gd name="connsiteY2714" fmla="*/ 1791742 h 2398711"/>
              <a:gd name="connsiteX2715" fmla="*/ 1764439 w 2119654"/>
              <a:gd name="connsiteY2715" fmla="*/ 1790977 h 2398711"/>
              <a:gd name="connsiteX2716" fmla="*/ 1693616 w 2119654"/>
              <a:gd name="connsiteY2716" fmla="*/ 1948910 h 2398711"/>
              <a:gd name="connsiteX2717" fmla="*/ 1693516 w 2119654"/>
              <a:gd name="connsiteY2717" fmla="*/ 1952404 h 2398711"/>
              <a:gd name="connsiteX2718" fmla="*/ 1697540 w 2119654"/>
              <a:gd name="connsiteY2718" fmla="*/ 1948549 h 2398711"/>
              <a:gd name="connsiteX2719" fmla="*/ 1697506 w 2119654"/>
              <a:gd name="connsiteY2719" fmla="*/ 1948269 h 2398711"/>
              <a:gd name="connsiteX2720" fmla="*/ 1730531 w 2119654"/>
              <a:gd name="connsiteY2720" fmla="*/ 1866097 h 2398711"/>
              <a:gd name="connsiteX2721" fmla="*/ 1730461 w 2119654"/>
              <a:gd name="connsiteY2721" fmla="*/ 1869922 h 2398711"/>
              <a:gd name="connsiteX2722" fmla="*/ 1730723 w 2119654"/>
              <a:gd name="connsiteY2722" fmla="*/ 1870474 h 2398711"/>
              <a:gd name="connsiteX2723" fmla="*/ 1741212 w 2119654"/>
              <a:gd name="connsiteY2723" fmla="*/ 1862487 h 2398711"/>
              <a:gd name="connsiteX2724" fmla="*/ 1741189 w 2119654"/>
              <a:gd name="connsiteY2724" fmla="*/ 1862354 h 2398711"/>
              <a:gd name="connsiteX2725" fmla="*/ 1835333 w 2119654"/>
              <a:gd name="connsiteY2725" fmla="*/ 1631405 h 2398711"/>
              <a:gd name="connsiteX2726" fmla="*/ 1835934 w 2119654"/>
              <a:gd name="connsiteY2726" fmla="*/ 1632451 h 2398711"/>
              <a:gd name="connsiteX2727" fmla="*/ 1846676 w 2119654"/>
              <a:gd name="connsiteY2727" fmla="*/ 1629604 h 2398711"/>
              <a:gd name="connsiteX2728" fmla="*/ 1846452 w 2119654"/>
              <a:gd name="connsiteY2728" fmla="*/ 1628589 h 2398711"/>
              <a:gd name="connsiteX2729" fmla="*/ 1739964 w 2119654"/>
              <a:gd name="connsiteY2729" fmla="*/ 1844946 h 2398711"/>
              <a:gd name="connsiteX2730" fmla="*/ 1740302 w 2119654"/>
              <a:gd name="connsiteY2730" fmla="*/ 1848036 h 2398711"/>
              <a:gd name="connsiteX2731" fmla="*/ 1759828 w 2119654"/>
              <a:gd name="connsiteY2731" fmla="*/ 1844452 h 2398711"/>
              <a:gd name="connsiteX2732" fmla="*/ 1760222 w 2119654"/>
              <a:gd name="connsiteY2732" fmla="*/ 1844330 h 2398711"/>
              <a:gd name="connsiteX2733" fmla="*/ 1760711 w 2119654"/>
              <a:gd name="connsiteY2733" fmla="*/ 1840631 h 2398711"/>
              <a:gd name="connsiteX2734" fmla="*/ 1751102 w 2119654"/>
              <a:gd name="connsiteY2734" fmla="*/ 1841829 h 2398711"/>
              <a:gd name="connsiteX2735" fmla="*/ 1855919 w 2119654"/>
              <a:gd name="connsiteY2735" fmla="*/ 1585192 h 2398711"/>
              <a:gd name="connsiteX2736" fmla="*/ 1856136 w 2119654"/>
              <a:gd name="connsiteY2736" fmla="*/ 1585098 h 2398711"/>
              <a:gd name="connsiteX2737" fmla="*/ 1862551 w 2119654"/>
              <a:gd name="connsiteY2737" fmla="*/ 1580153 h 2398711"/>
              <a:gd name="connsiteX2738" fmla="*/ 1863640 w 2119654"/>
              <a:gd name="connsiteY2738" fmla="*/ 1578284 h 2398711"/>
              <a:gd name="connsiteX2739" fmla="*/ 1862633 w 2119654"/>
              <a:gd name="connsiteY2739" fmla="*/ 1578560 h 2398711"/>
              <a:gd name="connsiteX2740" fmla="*/ 1861636 w 2119654"/>
              <a:gd name="connsiteY2740" fmla="*/ 1579352 h 2398711"/>
              <a:gd name="connsiteX2741" fmla="*/ 1859601 w 2119654"/>
              <a:gd name="connsiteY2741" fmla="*/ 1580861 h 2398711"/>
              <a:gd name="connsiteX2742" fmla="*/ 1730537 w 2119654"/>
              <a:gd name="connsiteY2742" fmla="*/ 1865779 h 2398711"/>
              <a:gd name="connsiteX2743" fmla="*/ 1730537 w 2119654"/>
              <a:gd name="connsiteY2743" fmla="*/ 1865788 h 2398711"/>
              <a:gd name="connsiteX2744" fmla="*/ 1741139 w 2119654"/>
              <a:gd name="connsiteY2744" fmla="*/ 1862064 h 2398711"/>
              <a:gd name="connsiteX2745" fmla="*/ 1740640 w 2119654"/>
              <a:gd name="connsiteY2745" fmla="*/ 1859190 h 2398711"/>
              <a:gd name="connsiteX2746" fmla="*/ 1781888 w 2119654"/>
              <a:gd name="connsiteY2746" fmla="*/ 1750647 h 2398711"/>
              <a:gd name="connsiteX2747" fmla="*/ 1781942 w 2119654"/>
              <a:gd name="connsiteY2747" fmla="*/ 1750746 h 2398711"/>
              <a:gd name="connsiteX2748" fmla="*/ 1783127 w 2119654"/>
              <a:gd name="connsiteY2748" fmla="*/ 1750100 h 2398711"/>
              <a:gd name="connsiteX2749" fmla="*/ 1783002 w 2119654"/>
              <a:gd name="connsiteY2749" fmla="*/ 1749764 h 2398711"/>
              <a:gd name="connsiteX2750" fmla="*/ 1786424 w 2119654"/>
              <a:gd name="connsiteY2750" fmla="*/ 1740467 h 2398711"/>
              <a:gd name="connsiteX2751" fmla="*/ 1788229 w 2119654"/>
              <a:gd name="connsiteY2751" fmla="*/ 1747317 h 2398711"/>
              <a:gd name="connsiteX2752" fmla="*/ 1793064 w 2119654"/>
              <a:gd name="connsiteY2752" fmla="*/ 1744680 h 2398711"/>
              <a:gd name="connsiteX2753" fmla="*/ 1790066 w 2119654"/>
              <a:gd name="connsiteY2753" fmla="*/ 1738514 h 2398711"/>
              <a:gd name="connsiteX2754" fmla="*/ 1794187 w 2119654"/>
              <a:gd name="connsiteY2754" fmla="*/ 1722981 h 2398711"/>
              <a:gd name="connsiteX2755" fmla="*/ 1798002 w 2119654"/>
              <a:gd name="connsiteY2755" fmla="*/ 1721923 h 2398711"/>
              <a:gd name="connsiteX2756" fmla="*/ 1797341 w 2119654"/>
              <a:gd name="connsiteY2756" fmla="*/ 1720475 h 2398711"/>
              <a:gd name="connsiteX2757" fmla="*/ 1719758 w 2119654"/>
              <a:gd name="connsiteY2757" fmla="*/ 1889493 h 2398711"/>
              <a:gd name="connsiteX2758" fmla="*/ 1719642 w 2119654"/>
              <a:gd name="connsiteY2758" fmla="*/ 1890188 h 2398711"/>
              <a:gd name="connsiteX2759" fmla="*/ 1719710 w 2119654"/>
              <a:gd name="connsiteY2759" fmla="*/ 1890196 h 2398711"/>
              <a:gd name="connsiteX2760" fmla="*/ 1808254 w 2119654"/>
              <a:gd name="connsiteY2760" fmla="*/ 1691262 h 2398711"/>
              <a:gd name="connsiteX2761" fmla="*/ 1818779 w 2119654"/>
              <a:gd name="connsiteY2761" fmla="*/ 1690151 h 2398711"/>
              <a:gd name="connsiteX2762" fmla="*/ 1818893 w 2119654"/>
              <a:gd name="connsiteY2762" fmla="*/ 1690123 h 2398711"/>
              <a:gd name="connsiteX2763" fmla="*/ 1825571 w 2119654"/>
              <a:gd name="connsiteY2763" fmla="*/ 1688402 h 2398711"/>
              <a:gd name="connsiteX2764" fmla="*/ 1823028 w 2119654"/>
              <a:gd name="connsiteY2764" fmla="*/ 1685812 h 2398711"/>
              <a:gd name="connsiteX2765" fmla="*/ 1769994 w 2119654"/>
              <a:gd name="connsiteY2765" fmla="*/ 1776925 h 2398711"/>
              <a:gd name="connsiteX2766" fmla="*/ 1770648 w 2119654"/>
              <a:gd name="connsiteY2766" fmla="*/ 1779406 h 2398711"/>
              <a:gd name="connsiteX2767" fmla="*/ 1774640 w 2119654"/>
              <a:gd name="connsiteY2767" fmla="*/ 1777178 h 2398711"/>
              <a:gd name="connsiteX2768" fmla="*/ 1773569 w 2119654"/>
              <a:gd name="connsiteY2768" fmla="*/ 1775034 h 2398711"/>
              <a:gd name="connsiteX2769" fmla="*/ 1771497 w 2119654"/>
              <a:gd name="connsiteY2769" fmla="*/ 1776145 h 2398711"/>
              <a:gd name="connsiteX2770" fmla="*/ 1712917 w 2119654"/>
              <a:gd name="connsiteY2770" fmla="*/ 1904693 h 2398711"/>
              <a:gd name="connsiteX2771" fmla="*/ 1714236 w 2119654"/>
              <a:gd name="connsiteY2771" fmla="*/ 1909110 h 2398711"/>
              <a:gd name="connsiteX2772" fmla="*/ 1715187 w 2119654"/>
              <a:gd name="connsiteY2772" fmla="*/ 1903414 h 2398711"/>
              <a:gd name="connsiteX2773" fmla="*/ 1835089 w 2119654"/>
              <a:gd name="connsiteY2773" fmla="*/ 1630979 h 2398711"/>
              <a:gd name="connsiteX2774" fmla="*/ 1835286 w 2119654"/>
              <a:gd name="connsiteY2774" fmla="*/ 1631323 h 2398711"/>
              <a:gd name="connsiteX2775" fmla="*/ 1846405 w 2119654"/>
              <a:gd name="connsiteY2775" fmla="*/ 1628377 h 2398711"/>
              <a:gd name="connsiteX2776" fmla="*/ 1844065 w 2119654"/>
              <a:gd name="connsiteY2776" fmla="*/ 1617805 h 2398711"/>
              <a:gd name="connsiteX2777" fmla="*/ 1839644 w 2119654"/>
              <a:gd name="connsiteY2777" fmla="*/ 1623169 h 2398711"/>
              <a:gd name="connsiteX2778" fmla="*/ 1720837 w 2119654"/>
              <a:gd name="connsiteY2778" fmla="*/ 1886809 h 2398711"/>
              <a:gd name="connsiteX2779" fmla="*/ 1720595 w 2119654"/>
              <a:gd name="connsiteY2779" fmla="*/ 1890309 h 2398711"/>
              <a:gd name="connsiteX2780" fmla="*/ 1725588 w 2119654"/>
              <a:gd name="connsiteY2780" fmla="*/ 1890947 h 2398711"/>
              <a:gd name="connsiteX2781" fmla="*/ 1726120 w 2119654"/>
              <a:gd name="connsiteY2781" fmla="*/ 1886325 h 2398711"/>
              <a:gd name="connsiteX2782" fmla="*/ 1759851 w 2119654"/>
              <a:gd name="connsiteY2782" fmla="*/ 1799346 h 2398711"/>
              <a:gd name="connsiteX2783" fmla="*/ 1760615 w 2119654"/>
              <a:gd name="connsiteY2783" fmla="*/ 1800683 h 2398711"/>
              <a:gd name="connsiteX2784" fmla="*/ 1765379 w 2119654"/>
              <a:gd name="connsiteY2784" fmla="*/ 1799171 h 2398711"/>
              <a:gd name="connsiteX2785" fmla="*/ 1765183 w 2119654"/>
              <a:gd name="connsiteY2785" fmla="*/ 1797456 h 2398711"/>
              <a:gd name="connsiteX2786" fmla="*/ 1764438 w 2119654"/>
              <a:gd name="connsiteY2786" fmla="*/ 1797738 h 2398711"/>
              <a:gd name="connsiteX2787" fmla="*/ 1759974 w 2119654"/>
              <a:gd name="connsiteY2787" fmla="*/ 1799228 h 2398711"/>
              <a:gd name="connsiteX2788" fmla="*/ 1834816 w 2119654"/>
              <a:gd name="connsiteY2788" fmla="*/ 1631447 h 2398711"/>
              <a:gd name="connsiteX2789" fmla="*/ 1835004 w 2119654"/>
              <a:gd name="connsiteY2789" fmla="*/ 1631397 h 2398711"/>
              <a:gd name="connsiteX2790" fmla="*/ 1834925 w 2119654"/>
              <a:gd name="connsiteY2790" fmla="*/ 1631260 h 2398711"/>
              <a:gd name="connsiteX2791" fmla="*/ 1781369 w 2119654"/>
              <a:gd name="connsiteY2791" fmla="*/ 1751059 h 2398711"/>
              <a:gd name="connsiteX2792" fmla="*/ 1781759 w 2119654"/>
              <a:gd name="connsiteY2792" fmla="*/ 1750846 h 2398711"/>
              <a:gd name="connsiteX2793" fmla="*/ 1781723 w 2119654"/>
              <a:gd name="connsiteY2793" fmla="*/ 1750778 h 2398711"/>
              <a:gd name="connsiteX2794" fmla="*/ 1705065 w 2119654"/>
              <a:gd name="connsiteY2794" fmla="*/ 1921738 h 2398711"/>
              <a:gd name="connsiteX2795" fmla="*/ 1704921 w 2119654"/>
              <a:gd name="connsiteY2795" fmla="*/ 1923156 h 2398711"/>
              <a:gd name="connsiteX2796" fmla="*/ 1707802 w 2119654"/>
              <a:gd name="connsiteY2796" fmla="*/ 1921874 h 2398711"/>
              <a:gd name="connsiteX2797" fmla="*/ 1790632 w 2119654"/>
              <a:gd name="connsiteY2797" fmla="*/ 1729995 h 2398711"/>
              <a:gd name="connsiteX2798" fmla="*/ 1799693 w 2119654"/>
              <a:gd name="connsiteY2798" fmla="*/ 1725633 h 2398711"/>
              <a:gd name="connsiteX2799" fmla="*/ 1799090 w 2119654"/>
              <a:gd name="connsiteY2799" fmla="*/ 1724310 h 2398711"/>
              <a:gd name="connsiteX2800" fmla="*/ 1786249 w 2119654"/>
              <a:gd name="connsiteY2800" fmla="*/ 1739803 h 2398711"/>
              <a:gd name="connsiteX2801" fmla="*/ 1786327 w 2119654"/>
              <a:gd name="connsiteY2801" fmla="*/ 1740102 h 2398711"/>
              <a:gd name="connsiteX2802" fmla="*/ 1789928 w 2119654"/>
              <a:gd name="connsiteY2802" fmla="*/ 1738233 h 2398711"/>
              <a:gd name="connsiteX2803" fmla="*/ 1789761 w 2119654"/>
              <a:gd name="connsiteY2803" fmla="*/ 1737888 h 2398711"/>
              <a:gd name="connsiteX2804" fmla="*/ 1833919 w 2119654"/>
              <a:gd name="connsiteY2804" fmla="*/ 1632985 h 2398711"/>
              <a:gd name="connsiteX2805" fmla="*/ 1835652 w 2119654"/>
              <a:gd name="connsiteY2805" fmla="*/ 1632526 h 2398711"/>
              <a:gd name="connsiteX2806" fmla="*/ 1835050 w 2119654"/>
              <a:gd name="connsiteY2806" fmla="*/ 1631477 h 2398711"/>
              <a:gd name="connsiteX2807" fmla="*/ 1834755 w 2119654"/>
              <a:gd name="connsiteY2807" fmla="*/ 1631551 h 2398711"/>
              <a:gd name="connsiteX2808" fmla="*/ 1728387 w 2119654"/>
              <a:gd name="connsiteY2808" fmla="*/ 1869265 h 2398711"/>
              <a:gd name="connsiteX2809" fmla="*/ 1728045 w 2119654"/>
              <a:gd name="connsiteY2809" fmla="*/ 1872238 h 2398711"/>
              <a:gd name="connsiteX2810" fmla="*/ 1728335 w 2119654"/>
              <a:gd name="connsiteY2810" fmla="*/ 1872068 h 2398711"/>
              <a:gd name="connsiteX2811" fmla="*/ 1743710 w 2119654"/>
              <a:gd name="connsiteY2811" fmla="*/ 1834742 h 2398711"/>
              <a:gd name="connsiteX2812" fmla="*/ 1744042 w 2119654"/>
              <a:gd name="connsiteY2812" fmla="*/ 1835651 h 2398711"/>
              <a:gd name="connsiteX2813" fmla="*/ 1761646 w 2119654"/>
              <a:gd name="connsiteY2813" fmla="*/ 1833564 h 2398711"/>
              <a:gd name="connsiteX2814" fmla="*/ 1762575 w 2119654"/>
              <a:gd name="connsiteY2814" fmla="*/ 1826536 h 2398711"/>
              <a:gd name="connsiteX2815" fmla="*/ 1712701 w 2119654"/>
              <a:gd name="connsiteY2815" fmla="*/ 1903970 h 2398711"/>
              <a:gd name="connsiteX2816" fmla="*/ 1712828 w 2119654"/>
              <a:gd name="connsiteY2816" fmla="*/ 1904397 h 2398711"/>
              <a:gd name="connsiteX2817" fmla="*/ 1715251 w 2119654"/>
              <a:gd name="connsiteY2817" fmla="*/ 1903033 h 2398711"/>
              <a:gd name="connsiteX2818" fmla="*/ 1715364 w 2119654"/>
              <a:gd name="connsiteY2818" fmla="*/ 1902349 h 2398711"/>
              <a:gd name="connsiteX2819" fmla="*/ 1739777 w 2119654"/>
              <a:gd name="connsiteY2819" fmla="*/ 1843243 h 2398711"/>
              <a:gd name="connsiteX2820" fmla="*/ 1739939 w 2119654"/>
              <a:gd name="connsiteY2820" fmla="*/ 1844719 h 2398711"/>
              <a:gd name="connsiteX2821" fmla="*/ 1749590 w 2119654"/>
              <a:gd name="connsiteY2821" fmla="*/ 1842018 h 2398711"/>
              <a:gd name="connsiteX2822" fmla="*/ 1869416 w 2119654"/>
              <a:gd name="connsiteY2822" fmla="*/ 1552939 h 2398711"/>
              <a:gd name="connsiteX2823" fmla="*/ 1876054 w 2119654"/>
              <a:gd name="connsiteY2823" fmla="*/ 1550051 h 2398711"/>
              <a:gd name="connsiteX2824" fmla="*/ 1874908 w 2119654"/>
              <a:gd name="connsiteY2824" fmla="*/ 1548373 h 2398711"/>
              <a:gd name="connsiteX2825" fmla="*/ 1872958 w 2119654"/>
              <a:gd name="connsiteY2825" fmla="*/ 1549994 h 2398711"/>
              <a:gd name="connsiteX2826" fmla="*/ 1874761 w 2119654"/>
              <a:gd name="connsiteY2826" fmla="*/ 1548761 h 2398711"/>
              <a:gd name="connsiteX2827" fmla="*/ 1874653 w 2119654"/>
              <a:gd name="connsiteY2827" fmla="*/ 1549108 h 2398711"/>
              <a:gd name="connsiteX2828" fmla="*/ 1871107 w 2119654"/>
              <a:gd name="connsiteY2828" fmla="*/ 1551533 h 2398711"/>
              <a:gd name="connsiteX2829" fmla="*/ 1750279 w 2119654"/>
              <a:gd name="connsiteY2829" fmla="*/ 1819442 h 2398711"/>
              <a:gd name="connsiteX2830" fmla="*/ 1757883 w 2119654"/>
              <a:gd name="connsiteY2830" fmla="*/ 1818369 h 2398711"/>
              <a:gd name="connsiteX2831" fmla="*/ 1762127 w 2119654"/>
              <a:gd name="connsiteY2831" fmla="*/ 1815254 h 2398711"/>
              <a:gd name="connsiteX2832" fmla="*/ 1754774 w 2119654"/>
              <a:gd name="connsiteY2832" fmla="*/ 1815705 h 2398711"/>
              <a:gd name="connsiteX2833" fmla="*/ 1665715 w 2119654"/>
              <a:gd name="connsiteY2833" fmla="*/ 2008781 h 2398711"/>
              <a:gd name="connsiteX2834" fmla="*/ 1666477 w 2119654"/>
              <a:gd name="connsiteY2834" fmla="*/ 2008900 h 2398711"/>
              <a:gd name="connsiteX2835" fmla="*/ 1682455 w 2119654"/>
              <a:gd name="connsiteY2835" fmla="*/ 2005706 h 2398711"/>
              <a:gd name="connsiteX2836" fmla="*/ 1689847 w 2119654"/>
              <a:gd name="connsiteY2836" fmla="*/ 2003918 h 2398711"/>
              <a:gd name="connsiteX2837" fmla="*/ 1690579 w 2119654"/>
              <a:gd name="connsiteY2837" fmla="*/ 2001358 h 2398711"/>
              <a:gd name="connsiteX2838" fmla="*/ 1679092 w 2119654"/>
              <a:gd name="connsiteY2838" fmla="*/ 2003612 h 2398711"/>
              <a:gd name="connsiteX2839" fmla="*/ 1671515 w 2119654"/>
              <a:gd name="connsiteY2839" fmla="*/ 2004928 h 2398711"/>
              <a:gd name="connsiteX2840" fmla="*/ 1768982 w 2119654"/>
              <a:gd name="connsiteY2840" fmla="*/ 1777450 h 2398711"/>
              <a:gd name="connsiteX2841" fmla="*/ 1768902 w 2119654"/>
              <a:gd name="connsiteY2841" fmla="*/ 1778330 h 2398711"/>
              <a:gd name="connsiteX2842" fmla="*/ 1769360 w 2119654"/>
              <a:gd name="connsiteY2842" fmla="*/ 1780125 h 2398711"/>
              <a:gd name="connsiteX2843" fmla="*/ 1769765 w 2119654"/>
              <a:gd name="connsiteY2843" fmla="*/ 1779899 h 2398711"/>
              <a:gd name="connsiteX2844" fmla="*/ 1769103 w 2119654"/>
              <a:gd name="connsiteY2844" fmla="*/ 1777387 h 2398711"/>
              <a:gd name="connsiteX2845" fmla="*/ 1711855 w 2119654"/>
              <a:gd name="connsiteY2845" fmla="*/ 1905291 h 2398711"/>
              <a:gd name="connsiteX2846" fmla="*/ 1712549 w 2119654"/>
              <a:gd name="connsiteY2846" fmla="*/ 1911336 h 2398711"/>
              <a:gd name="connsiteX2847" fmla="*/ 1713750 w 2119654"/>
              <a:gd name="connsiteY2847" fmla="*/ 1911219 h 2398711"/>
              <a:gd name="connsiteX2848" fmla="*/ 1713762 w 2119654"/>
              <a:gd name="connsiteY2848" fmla="*/ 1911171 h 2398711"/>
              <a:gd name="connsiteX2849" fmla="*/ 1711984 w 2119654"/>
              <a:gd name="connsiteY2849" fmla="*/ 1905218 h 2398711"/>
              <a:gd name="connsiteX2850" fmla="*/ 1723056 w 2119654"/>
              <a:gd name="connsiteY2850" fmla="*/ 1880045 h 2398711"/>
              <a:gd name="connsiteX2851" fmla="*/ 1723743 w 2119654"/>
              <a:gd name="connsiteY2851" fmla="*/ 1879946 h 2398711"/>
              <a:gd name="connsiteX2852" fmla="*/ 1723593 w 2119654"/>
              <a:gd name="connsiteY2852" fmla="*/ 1879636 h 2398711"/>
              <a:gd name="connsiteX2853" fmla="*/ 1738523 w 2119654"/>
              <a:gd name="connsiteY2853" fmla="*/ 1845349 h 2398711"/>
              <a:gd name="connsiteX2854" fmla="*/ 1739031 w 2119654"/>
              <a:gd name="connsiteY2854" fmla="*/ 1848269 h 2398711"/>
              <a:gd name="connsiteX2855" fmla="*/ 1739980 w 2119654"/>
              <a:gd name="connsiteY2855" fmla="*/ 1848095 h 2398711"/>
              <a:gd name="connsiteX2856" fmla="*/ 1739646 w 2119654"/>
              <a:gd name="connsiteY2856" fmla="*/ 1845035 h 2398711"/>
              <a:gd name="connsiteX2857" fmla="*/ 1769018 w 2119654"/>
              <a:gd name="connsiteY2857" fmla="*/ 1777062 h 2398711"/>
              <a:gd name="connsiteX2858" fmla="*/ 1769011 w 2119654"/>
              <a:gd name="connsiteY2858" fmla="*/ 1777132 h 2398711"/>
              <a:gd name="connsiteX2859" fmla="*/ 1769033 w 2119654"/>
              <a:gd name="connsiteY2859" fmla="*/ 1777121 h 2398711"/>
              <a:gd name="connsiteX2860" fmla="*/ 1839836 w 2119654"/>
              <a:gd name="connsiteY2860" fmla="*/ 1618472 h 2398711"/>
              <a:gd name="connsiteX2861" fmla="*/ 1840287 w 2119654"/>
              <a:gd name="connsiteY2861" fmla="*/ 1618333 h 2398711"/>
              <a:gd name="connsiteX2862" fmla="*/ 1840909 w 2119654"/>
              <a:gd name="connsiteY2862" fmla="*/ 1617268 h 2398711"/>
              <a:gd name="connsiteX2863" fmla="*/ 1831379 w 2119654"/>
              <a:gd name="connsiteY2863" fmla="*/ 1637341 h 2398711"/>
              <a:gd name="connsiteX2864" fmla="*/ 1837503 w 2119654"/>
              <a:gd name="connsiteY2864" fmla="*/ 1635752 h 2398711"/>
              <a:gd name="connsiteX2865" fmla="*/ 1835999 w 2119654"/>
              <a:gd name="connsiteY2865" fmla="*/ 1633130 h 2398711"/>
              <a:gd name="connsiteX2866" fmla="*/ 1833439 w 2119654"/>
              <a:gd name="connsiteY2866" fmla="*/ 1633809 h 2398711"/>
              <a:gd name="connsiteX2867" fmla="*/ 1790762 w 2119654"/>
              <a:gd name="connsiteY2867" fmla="*/ 1728135 h 2398711"/>
              <a:gd name="connsiteX2868" fmla="*/ 1798859 w 2119654"/>
              <a:gd name="connsiteY2868" fmla="*/ 1723803 h 2398711"/>
              <a:gd name="connsiteX2869" fmla="*/ 1798217 w 2119654"/>
              <a:gd name="connsiteY2869" fmla="*/ 1722396 h 2398711"/>
              <a:gd name="connsiteX2870" fmla="*/ 1743450 w 2119654"/>
              <a:gd name="connsiteY2870" fmla="*/ 1834029 h 2398711"/>
              <a:gd name="connsiteX2871" fmla="*/ 1743506 w 2119654"/>
              <a:gd name="connsiteY2871" fmla="*/ 1834185 h 2398711"/>
              <a:gd name="connsiteX2872" fmla="*/ 1763010 w 2119654"/>
              <a:gd name="connsiteY2872" fmla="*/ 1823253 h 2398711"/>
              <a:gd name="connsiteX2873" fmla="*/ 1763213 w 2119654"/>
              <a:gd name="connsiteY2873" fmla="*/ 1821710 h 2398711"/>
              <a:gd name="connsiteX2874" fmla="*/ 1754445 w 2119654"/>
              <a:gd name="connsiteY2874" fmla="*/ 1809352 h 2398711"/>
              <a:gd name="connsiteX2875" fmla="*/ 1763154 w 2119654"/>
              <a:gd name="connsiteY2875" fmla="*/ 1806293 h 2398711"/>
              <a:gd name="connsiteX2876" fmla="*/ 1763459 w 2119654"/>
              <a:gd name="connsiteY2876" fmla="*/ 1806040 h 2398711"/>
              <a:gd name="connsiteX2877" fmla="*/ 1762418 w 2119654"/>
              <a:gd name="connsiteY2877" fmla="*/ 1804218 h 2398711"/>
              <a:gd name="connsiteX2878" fmla="*/ 1711769 w 2119654"/>
              <a:gd name="connsiteY2878" fmla="*/ 1904537 h 2398711"/>
              <a:gd name="connsiteX2879" fmla="*/ 1711818 w 2119654"/>
              <a:gd name="connsiteY2879" fmla="*/ 1904967 h 2398711"/>
              <a:gd name="connsiteX2880" fmla="*/ 1711896 w 2119654"/>
              <a:gd name="connsiteY2880" fmla="*/ 1904922 h 2398711"/>
              <a:gd name="connsiteX2881" fmla="*/ 1711779 w 2119654"/>
              <a:gd name="connsiteY2881" fmla="*/ 1904531 h 2398711"/>
              <a:gd name="connsiteX2882" fmla="*/ 1687619 w 2119654"/>
              <a:gd name="connsiteY2882" fmla="*/ 1958599 h 2398711"/>
              <a:gd name="connsiteX2883" fmla="*/ 1691804 w 2119654"/>
              <a:gd name="connsiteY2883" fmla="*/ 1957012 h 2398711"/>
              <a:gd name="connsiteX2884" fmla="*/ 1691847 w 2119654"/>
              <a:gd name="connsiteY2884" fmla="*/ 1954549 h 2398711"/>
              <a:gd name="connsiteX2885" fmla="*/ 1721054 w 2119654"/>
              <a:gd name="connsiteY2885" fmla="*/ 1883681 h 2398711"/>
              <a:gd name="connsiteX2886" fmla="*/ 1720864 w 2119654"/>
              <a:gd name="connsiteY2886" fmla="*/ 1886429 h 2398711"/>
              <a:gd name="connsiteX2887" fmla="*/ 1726163 w 2119654"/>
              <a:gd name="connsiteY2887" fmla="*/ 1885944 h 2398711"/>
              <a:gd name="connsiteX2888" fmla="*/ 1726233 w 2119654"/>
              <a:gd name="connsiteY2888" fmla="*/ 1885332 h 2398711"/>
              <a:gd name="connsiteX2889" fmla="*/ 1725950 w 2119654"/>
              <a:gd name="connsiteY2889" fmla="*/ 1884505 h 2398711"/>
              <a:gd name="connsiteX2890" fmla="*/ 1724705 w 2119654"/>
              <a:gd name="connsiteY2890" fmla="*/ 1881932 h 2398711"/>
              <a:gd name="connsiteX2891" fmla="*/ 1917472 w 2119654"/>
              <a:gd name="connsiteY2891" fmla="*/ 1443677 h 2398711"/>
              <a:gd name="connsiteX2892" fmla="*/ 1923230 w 2119654"/>
              <a:gd name="connsiteY2892" fmla="*/ 1449706 h 2398711"/>
              <a:gd name="connsiteX2893" fmla="*/ 1939049 w 2119654"/>
              <a:gd name="connsiteY2893" fmla="*/ 1436973 h 2398711"/>
              <a:gd name="connsiteX2894" fmla="*/ 1940997 w 2119654"/>
              <a:gd name="connsiteY2894" fmla="*/ 1433180 h 2398711"/>
              <a:gd name="connsiteX2895" fmla="*/ 1919963 w 2119654"/>
              <a:gd name="connsiteY2895" fmla="*/ 1442602 h 2398711"/>
              <a:gd name="connsiteX2896" fmla="*/ 1867432 w 2119654"/>
              <a:gd name="connsiteY2896" fmla="*/ 1555720 h 2398711"/>
              <a:gd name="connsiteX2897" fmla="*/ 1871749 w 2119654"/>
              <a:gd name="connsiteY2897" fmla="*/ 1560391 h 2398711"/>
              <a:gd name="connsiteX2898" fmla="*/ 1876511 w 2119654"/>
              <a:gd name="connsiteY2898" fmla="*/ 1555206 h 2398711"/>
              <a:gd name="connsiteX2899" fmla="*/ 1876822 w 2119654"/>
              <a:gd name="connsiteY2899" fmla="*/ 1554840 h 2398711"/>
              <a:gd name="connsiteX2900" fmla="*/ 1877916 w 2119654"/>
              <a:gd name="connsiteY2900" fmla="*/ 1552778 h 2398711"/>
              <a:gd name="connsiteX2901" fmla="*/ 1877063 w 2119654"/>
              <a:gd name="connsiteY2901" fmla="*/ 1551530 h 2398711"/>
              <a:gd name="connsiteX2902" fmla="*/ 1696752 w 2119654"/>
              <a:gd name="connsiteY2902" fmla="*/ 1937753 h 2398711"/>
              <a:gd name="connsiteX2903" fmla="*/ 1696799 w 2119654"/>
              <a:gd name="connsiteY2903" fmla="*/ 1938137 h 2398711"/>
              <a:gd name="connsiteX2904" fmla="*/ 1697512 w 2119654"/>
              <a:gd name="connsiteY2904" fmla="*/ 1941967 h 2398711"/>
              <a:gd name="connsiteX2905" fmla="*/ 1702574 w 2119654"/>
              <a:gd name="connsiteY2905" fmla="*/ 1941317 h 2398711"/>
              <a:gd name="connsiteX2906" fmla="*/ 1703173 w 2119654"/>
              <a:gd name="connsiteY2906" fmla="*/ 1935415 h 2398711"/>
              <a:gd name="connsiteX2907" fmla="*/ 1697646 w 2119654"/>
              <a:gd name="connsiteY2907" fmla="*/ 1937439 h 2398711"/>
              <a:gd name="connsiteX2908" fmla="*/ 1757385 w 2119654"/>
              <a:gd name="connsiteY2908" fmla="*/ 1801708 h 2398711"/>
              <a:gd name="connsiteX2909" fmla="*/ 1760417 w 2119654"/>
              <a:gd name="connsiteY2909" fmla="*/ 1800746 h 2398711"/>
              <a:gd name="connsiteX2910" fmla="*/ 1759685 w 2119654"/>
              <a:gd name="connsiteY2910" fmla="*/ 1799506 h 2398711"/>
              <a:gd name="connsiteX2911" fmla="*/ 1705445 w 2119654"/>
              <a:gd name="connsiteY2911" fmla="*/ 1917999 h 2398711"/>
              <a:gd name="connsiteX2912" fmla="*/ 1705129 w 2119654"/>
              <a:gd name="connsiteY2912" fmla="*/ 1921115 h 2398711"/>
              <a:gd name="connsiteX2913" fmla="*/ 1709069 w 2119654"/>
              <a:gd name="connsiteY2913" fmla="*/ 1921311 h 2398711"/>
              <a:gd name="connsiteX2914" fmla="*/ 1711566 w 2119654"/>
              <a:gd name="connsiteY2914" fmla="*/ 1920199 h 2398711"/>
              <a:gd name="connsiteX2915" fmla="*/ 1712765 w 2119654"/>
              <a:gd name="connsiteY2915" fmla="*/ 1915267 h 2398711"/>
              <a:gd name="connsiteX2916" fmla="*/ 1712614 w 2119654"/>
              <a:gd name="connsiteY2916" fmla="*/ 1913943 h 2398711"/>
              <a:gd name="connsiteX2917" fmla="*/ 1709480 w 2119654"/>
              <a:gd name="connsiteY2917" fmla="*/ 1915748 h 2398711"/>
              <a:gd name="connsiteX2918" fmla="*/ 1782104 w 2119654"/>
              <a:gd name="connsiteY2918" fmla="*/ 1746096 h 2398711"/>
              <a:gd name="connsiteX2919" fmla="*/ 1783217 w 2119654"/>
              <a:gd name="connsiteY2919" fmla="*/ 1749208 h 2398711"/>
              <a:gd name="connsiteX2920" fmla="*/ 1783773 w 2119654"/>
              <a:gd name="connsiteY2920" fmla="*/ 1748768 h 2398711"/>
              <a:gd name="connsiteX2921" fmla="*/ 1783661 w 2119654"/>
              <a:gd name="connsiteY2921" fmla="*/ 1749242 h 2398711"/>
              <a:gd name="connsiteX2922" fmla="*/ 1783325 w 2119654"/>
              <a:gd name="connsiteY2922" fmla="*/ 1749508 h 2398711"/>
              <a:gd name="connsiteX2923" fmla="*/ 1783470 w 2119654"/>
              <a:gd name="connsiteY2923" fmla="*/ 1749912 h 2398711"/>
              <a:gd name="connsiteX2924" fmla="*/ 1784517 w 2119654"/>
              <a:gd name="connsiteY2924" fmla="*/ 1749342 h 2398711"/>
              <a:gd name="connsiteX2925" fmla="*/ 1727770 w 2119654"/>
              <a:gd name="connsiteY2925" fmla="*/ 1867584 h 2398711"/>
              <a:gd name="connsiteX2926" fmla="*/ 1727860 w 2119654"/>
              <a:gd name="connsiteY2926" fmla="*/ 1871201 h 2398711"/>
              <a:gd name="connsiteX2927" fmla="*/ 1728317 w 2119654"/>
              <a:gd name="connsiteY2927" fmla="*/ 1867228 h 2398711"/>
              <a:gd name="connsiteX2928" fmla="*/ 1875387 w 2119654"/>
              <a:gd name="connsiteY2928" fmla="*/ 1536905 h 2398711"/>
              <a:gd name="connsiteX2929" fmla="*/ 1876974 w 2119654"/>
              <a:gd name="connsiteY2929" fmla="*/ 1540461 h 2398711"/>
              <a:gd name="connsiteX2930" fmla="*/ 1880482 w 2119654"/>
              <a:gd name="connsiteY2930" fmla="*/ 1539505 h 2398711"/>
              <a:gd name="connsiteX2931" fmla="*/ 1880301 w 2119654"/>
              <a:gd name="connsiteY2931" fmla="*/ 1539804 h 2398711"/>
              <a:gd name="connsiteX2932" fmla="*/ 1877073 w 2119654"/>
              <a:gd name="connsiteY2932" fmla="*/ 1540684 h 2398711"/>
              <a:gd name="connsiteX2933" fmla="*/ 1878527 w 2119654"/>
              <a:gd name="connsiteY2933" fmla="*/ 1543941 h 2398711"/>
              <a:gd name="connsiteX2934" fmla="*/ 1885831 w 2119654"/>
              <a:gd name="connsiteY2934" fmla="*/ 1537867 h 2398711"/>
              <a:gd name="connsiteX2935" fmla="*/ 1892145 w 2119654"/>
              <a:gd name="connsiteY2935" fmla="*/ 1525973 h 2398711"/>
              <a:gd name="connsiteX2936" fmla="*/ 1741994 w 2119654"/>
              <a:gd name="connsiteY2936" fmla="*/ 1834937 h 2398711"/>
              <a:gd name="connsiteX2937" fmla="*/ 1742760 w 2119654"/>
              <a:gd name="connsiteY2937" fmla="*/ 1834603 h 2398711"/>
              <a:gd name="connsiteX2938" fmla="*/ 1743349 w 2119654"/>
              <a:gd name="connsiteY2938" fmla="*/ 1834274 h 2398711"/>
              <a:gd name="connsiteX2939" fmla="*/ 1743294 w 2119654"/>
              <a:gd name="connsiteY2939" fmla="*/ 1834126 h 2398711"/>
              <a:gd name="connsiteX2940" fmla="*/ 1738192 w 2119654"/>
              <a:gd name="connsiteY2940" fmla="*/ 1843441 h 2398711"/>
              <a:gd name="connsiteX2941" fmla="*/ 1738485 w 2119654"/>
              <a:gd name="connsiteY2941" fmla="*/ 1845125 h 2398711"/>
              <a:gd name="connsiteX2942" fmla="*/ 1739621 w 2119654"/>
              <a:gd name="connsiteY2942" fmla="*/ 1844807 h 2398711"/>
              <a:gd name="connsiteX2943" fmla="*/ 1739454 w 2119654"/>
              <a:gd name="connsiteY2943" fmla="*/ 1843283 h 2398711"/>
              <a:gd name="connsiteX2944" fmla="*/ 1721209 w 2119654"/>
              <a:gd name="connsiteY2944" fmla="*/ 1881451 h 2398711"/>
              <a:gd name="connsiteX2945" fmla="*/ 1721101 w 2119654"/>
              <a:gd name="connsiteY2945" fmla="*/ 1883011 h 2398711"/>
              <a:gd name="connsiteX2946" fmla="*/ 1724453 w 2119654"/>
              <a:gd name="connsiteY2946" fmla="*/ 1881413 h 2398711"/>
              <a:gd name="connsiteX2947" fmla="*/ 1723941 w 2119654"/>
              <a:gd name="connsiteY2947" fmla="*/ 1880356 h 2398711"/>
              <a:gd name="connsiteX2948" fmla="*/ 1722347 w 2119654"/>
              <a:gd name="connsiteY2948" fmla="*/ 1880584 h 2398711"/>
              <a:gd name="connsiteX2949" fmla="*/ 1693792 w 2119654"/>
              <a:gd name="connsiteY2949" fmla="*/ 1942816 h 2398711"/>
              <a:gd name="connsiteX2950" fmla="*/ 1693625 w 2119654"/>
              <a:gd name="connsiteY2950" fmla="*/ 1948604 h 2398711"/>
              <a:gd name="connsiteX2951" fmla="*/ 1697475 w 2119654"/>
              <a:gd name="connsiteY2951" fmla="*/ 1948021 h 2398711"/>
              <a:gd name="connsiteX2952" fmla="*/ 1696786 w 2119654"/>
              <a:gd name="connsiteY2952" fmla="*/ 1942431 h 2398711"/>
              <a:gd name="connsiteX2953" fmla="*/ 1787550 w 2119654"/>
              <a:gd name="connsiteY2953" fmla="*/ 1732635 h 2398711"/>
              <a:gd name="connsiteX2954" fmla="*/ 1789861 w 2119654"/>
              <a:gd name="connsiteY2954" fmla="*/ 1737388 h 2398711"/>
              <a:gd name="connsiteX2955" fmla="*/ 1802027 w 2119654"/>
              <a:gd name="connsiteY2955" fmla="*/ 1730752 h 2398711"/>
              <a:gd name="connsiteX2956" fmla="*/ 1800136 w 2119654"/>
              <a:gd name="connsiteY2956" fmla="*/ 1726605 h 2398711"/>
              <a:gd name="connsiteX2957" fmla="*/ 1685883 w 2119654"/>
              <a:gd name="connsiteY2957" fmla="*/ 1960261 h 2398711"/>
              <a:gd name="connsiteX2958" fmla="*/ 1690678 w 2119654"/>
              <a:gd name="connsiteY2958" fmla="*/ 1959387 h 2398711"/>
              <a:gd name="connsiteX2959" fmla="*/ 1691766 w 2119654"/>
              <a:gd name="connsiteY2959" fmla="*/ 1959173 h 2398711"/>
              <a:gd name="connsiteX2960" fmla="*/ 1691794 w 2119654"/>
              <a:gd name="connsiteY2960" fmla="*/ 1957590 h 2398711"/>
              <a:gd name="connsiteX2961" fmla="*/ 1686624 w 2119654"/>
              <a:gd name="connsiteY2961" fmla="*/ 1959552 h 2398711"/>
              <a:gd name="connsiteX2962" fmla="*/ 1771049 w 2119654"/>
              <a:gd name="connsiteY2962" fmla="*/ 1769472 h 2398711"/>
              <a:gd name="connsiteX2963" fmla="*/ 1773669 w 2119654"/>
              <a:gd name="connsiteY2963" fmla="*/ 1774714 h 2398711"/>
              <a:gd name="connsiteX2964" fmla="*/ 1781140 w 2119654"/>
              <a:gd name="connsiteY2964" fmla="*/ 1770837 h 2398711"/>
              <a:gd name="connsiteX2965" fmla="*/ 1785510 w 2119654"/>
              <a:gd name="connsiteY2965" fmla="*/ 1768495 h 2398711"/>
              <a:gd name="connsiteX2966" fmla="*/ 1782058 w 2119654"/>
              <a:gd name="connsiteY2966" fmla="*/ 1765051 h 2398711"/>
              <a:gd name="connsiteX2967" fmla="*/ 1773886 w 2119654"/>
              <a:gd name="connsiteY2967" fmla="*/ 1768098 h 2398711"/>
              <a:gd name="connsiteX2968" fmla="*/ 1850047 w 2119654"/>
              <a:gd name="connsiteY2968" fmla="*/ 1592097 h 2398711"/>
              <a:gd name="connsiteX2969" fmla="*/ 1857672 w 2119654"/>
              <a:gd name="connsiteY2969" fmla="*/ 1588519 h 2398711"/>
              <a:gd name="connsiteX2970" fmla="*/ 1859354 w 2119654"/>
              <a:gd name="connsiteY2970" fmla="*/ 1585635 h 2398711"/>
              <a:gd name="connsiteX2971" fmla="*/ 1854590 w 2119654"/>
              <a:gd name="connsiteY2971" fmla="*/ 1587421 h 2398711"/>
              <a:gd name="connsiteX2972" fmla="*/ 1854296 w 2119654"/>
              <a:gd name="connsiteY2972" fmla="*/ 1587647 h 2398711"/>
              <a:gd name="connsiteX2973" fmla="*/ 1855124 w 2119654"/>
              <a:gd name="connsiteY2973" fmla="*/ 1589361 h 2398711"/>
              <a:gd name="connsiteX2974" fmla="*/ 1855076 w 2119654"/>
              <a:gd name="connsiteY2974" fmla="*/ 1589582 h 2398711"/>
              <a:gd name="connsiteX2975" fmla="*/ 1854183 w 2119654"/>
              <a:gd name="connsiteY2975" fmla="*/ 1587735 h 2398711"/>
              <a:gd name="connsiteX2976" fmla="*/ 1852944 w 2119654"/>
              <a:gd name="connsiteY2976" fmla="*/ 1588690 h 2398711"/>
              <a:gd name="connsiteX2977" fmla="*/ 1741120 w 2119654"/>
              <a:gd name="connsiteY2977" fmla="*/ 1835997 h 2398711"/>
              <a:gd name="connsiteX2978" fmla="*/ 1743859 w 2119654"/>
              <a:gd name="connsiteY2978" fmla="*/ 1835672 h 2398711"/>
              <a:gd name="connsiteX2979" fmla="*/ 1743546 w 2119654"/>
              <a:gd name="connsiteY2979" fmla="*/ 1834814 h 2398711"/>
              <a:gd name="connsiteX2980" fmla="*/ 1742140 w 2119654"/>
              <a:gd name="connsiteY2980" fmla="*/ 1835426 h 2398711"/>
              <a:gd name="connsiteX2981" fmla="*/ 1685299 w 2119654"/>
              <a:gd name="connsiteY2981" fmla="*/ 1960821 h 2398711"/>
              <a:gd name="connsiteX2982" fmla="*/ 1691753 w 2119654"/>
              <a:gd name="connsiteY2982" fmla="*/ 1959910 h 2398711"/>
              <a:gd name="connsiteX2983" fmla="*/ 1691761 w 2119654"/>
              <a:gd name="connsiteY2983" fmla="*/ 1959479 h 2398711"/>
              <a:gd name="connsiteX2984" fmla="*/ 1685396 w 2119654"/>
              <a:gd name="connsiteY2984" fmla="*/ 1960728 h 2398711"/>
              <a:gd name="connsiteX2985" fmla="*/ 1709634 w 2119654"/>
              <a:gd name="connsiteY2985" fmla="*/ 1906196 h 2398711"/>
              <a:gd name="connsiteX2986" fmla="*/ 1711598 w 2119654"/>
              <a:gd name="connsiteY2986" fmla="*/ 1905090 h 2398711"/>
              <a:gd name="connsiteX2987" fmla="*/ 1711550 w 2119654"/>
              <a:gd name="connsiteY2987" fmla="*/ 1904670 h 2398711"/>
              <a:gd name="connsiteX2988" fmla="*/ 1710766 w 2119654"/>
              <a:gd name="connsiteY2988" fmla="*/ 1905147 h 2398711"/>
              <a:gd name="connsiteX2989" fmla="*/ 1823588 w 2119654"/>
              <a:gd name="connsiteY2989" fmla="*/ 1650704 h 2398711"/>
              <a:gd name="connsiteX2990" fmla="*/ 1825837 w 2119654"/>
              <a:gd name="connsiteY2990" fmla="*/ 1649834 h 2398711"/>
              <a:gd name="connsiteX2991" fmla="*/ 1838544 w 2119654"/>
              <a:gd name="connsiteY2991" fmla="*/ 1637563 h 2398711"/>
              <a:gd name="connsiteX2992" fmla="*/ 1837894 w 2119654"/>
              <a:gd name="connsiteY2992" fmla="*/ 1636431 h 2398711"/>
              <a:gd name="connsiteX2993" fmla="*/ 1836534 w 2119654"/>
              <a:gd name="connsiteY2993" fmla="*/ 1636799 h 2398711"/>
              <a:gd name="connsiteX2994" fmla="*/ 1830844 w 2119654"/>
              <a:gd name="connsiteY2994" fmla="*/ 1638259 h 2398711"/>
              <a:gd name="connsiteX2995" fmla="*/ 1824625 w 2119654"/>
              <a:gd name="connsiteY2995" fmla="*/ 1648925 h 2398711"/>
              <a:gd name="connsiteX2996" fmla="*/ 1830165 w 2119654"/>
              <a:gd name="connsiteY2996" fmla="*/ 1644483 h 2398711"/>
              <a:gd name="connsiteX2997" fmla="*/ 1830109 w 2119654"/>
              <a:gd name="connsiteY2997" fmla="*/ 1644887 h 2398711"/>
              <a:gd name="connsiteX2998" fmla="*/ 1824231 w 2119654"/>
              <a:gd name="connsiteY2998" fmla="*/ 1649601 h 2398711"/>
              <a:gd name="connsiteX2999" fmla="*/ 1855678 w 2119654"/>
              <a:gd name="connsiteY2999" fmla="*/ 1578806 h 2398711"/>
              <a:gd name="connsiteX3000" fmla="*/ 1856528 w 2119654"/>
              <a:gd name="connsiteY3000" fmla="*/ 1578708 h 2398711"/>
              <a:gd name="connsiteX3001" fmla="*/ 1863001 w 2119654"/>
              <a:gd name="connsiteY3001" fmla="*/ 1571094 h 2398711"/>
              <a:gd name="connsiteX3002" fmla="*/ 1862643 w 2119654"/>
              <a:gd name="connsiteY3002" fmla="*/ 1571222 h 2398711"/>
              <a:gd name="connsiteX3003" fmla="*/ 1836049 w 2119654"/>
              <a:gd name="connsiteY3003" fmla="*/ 1622726 h 2398711"/>
              <a:gd name="connsiteX3004" fmla="*/ 1837329 w 2119654"/>
              <a:gd name="connsiteY3004" fmla="*/ 1623407 h 2398711"/>
              <a:gd name="connsiteX3005" fmla="*/ 1840122 w 2119654"/>
              <a:gd name="connsiteY3005" fmla="*/ 1618616 h 2398711"/>
              <a:gd name="connsiteX3006" fmla="*/ 1839551 w 2119654"/>
              <a:gd name="connsiteY3006" fmla="*/ 1618792 h 2398711"/>
              <a:gd name="connsiteX3007" fmla="*/ 1844363 w 2119654"/>
              <a:gd name="connsiteY3007" fmla="*/ 1604059 h 2398711"/>
              <a:gd name="connsiteX3008" fmla="*/ 1845766 w 2119654"/>
              <a:gd name="connsiteY3008" fmla="*/ 1608937 h 2398711"/>
              <a:gd name="connsiteX3009" fmla="*/ 1850053 w 2119654"/>
              <a:gd name="connsiteY3009" fmla="*/ 1601584 h 2398711"/>
              <a:gd name="connsiteX3010" fmla="*/ 1855396 w 2119654"/>
              <a:gd name="connsiteY3010" fmla="*/ 1579115 h 2398711"/>
              <a:gd name="connsiteX3011" fmla="*/ 1855692 w 2119654"/>
              <a:gd name="connsiteY3011" fmla="*/ 1579033 h 2398711"/>
              <a:gd name="connsiteX3012" fmla="*/ 1855444 w 2119654"/>
              <a:gd name="connsiteY3012" fmla="*/ 1579062 h 2398711"/>
              <a:gd name="connsiteX3013" fmla="*/ 1727707 w 2119654"/>
              <a:gd name="connsiteY3013" fmla="*/ 1865029 h 2398711"/>
              <a:gd name="connsiteX3014" fmla="*/ 1727739 w 2119654"/>
              <a:gd name="connsiteY3014" fmla="*/ 1866327 h 2398711"/>
              <a:gd name="connsiteX3015" fmla="*/ 1728190 w 2119654"/>
              <a:gd name="connsiteY3015" fmla="*/ 1866053 h 2398711"/>
              <a:gd name="connsiteX3016" fmla="*/ 1763993 w 2119654"/>
              <a:gd name="connsiteY3016" fmla="*/ 1783646 h 2398711"/>
              <a:gd name="connsiteX3017" fmla="*/ 1764685 w 2119654"/>
              <a:gd name="connsiteY3017" fmla="*/ 1790498 h 2398711"/>
              <a:gd name="connsiteX3018" fmla="*/ 1766489 w 2119654"/>
              <a:gd name="connsiteY3018" fmla="*/ 1790263 h 2398711"/>
              <a:gd name="connsiteX3019" fmla="*/ 1767264 w 2119654"/>
              <a:gd name="connsiteY3019" fmla="*/ 1781820 h 2398711"/>
              <a:gd name="connsiteX3020" fmla="*/ 1817647 w 2119654"/>
              <a:gd name="connsiteY3020" fmla="*/ 1663459 h 2398711"/>
              <a:gd name="connsiteX3021" fmla="*/ 1822219 w 2119654"/>
              <a:gd name="connsiteY3021" fmla="*/ 1662414 h 2398711"/>
              <a:gd name="connsiteX3022" fmla="*/ 1848949 w 2119654"/>
              <a:gd name="connsiteY3022" fmla="*/ 1648479 h 2398711"/>
              <a:gd name="connsiteX3023" fmla="*/ 1850650 w 2119654"/>
              <a:gd name="connsiteY3023" fmla="*/ 1647563 h 2398711"/>
              <a:gd name="connsiteX3024" fmla="*/ 1850599 w 2119654"/>
              <a:gd name="connsiteY3024" fmla="*/ 1647327 h 2398711"/>
              <a:gd name="connsiteX3025" fmla="*/ 1830049 w 2119654"/>
              <a:gd name="connsiteY3025" fmla="*/ 1658274 h 2398711"/>
              <a:gd name="connsiteX3026" fmla="*/ 1830888 w 2119654"/>
              <a:gd name="connsiteY3026" fmla="*/ 1633789 h 2398711"/>
              <a:gd name="connsiteX3027" fmla="*/ 1831346 w 2119654"/>
              <a:gd name="connsiteY3027" fmla="*/ 1633667 h 2398711"/>
              <a:gd name="connsiteX3028" fmla="*/ 1832203 w 2119654"/>
              <a:gd name="connsiteY3028" fmla="*/ 1632197 h 2398711"/>
              <a:gd name="connsiteX3029" fmla="*/ 1832198 w 2119654"/>
              <a:gd name="connsiteY3029" fmla="*/ 1632199 h 2398711"/>
              <a:gd name="connsiteX3030" fmla="*/ 1769653 w 2119654"/>
              <a:gd name="connsiteY3030" fmla="*/ 1770148 h 2398711"/>
              <a:gd name="connsiteX3031" fmla="*/ 1769279 w 2119654"/>
              <a:gd name="connsiteY3031" fmla="*/ 1774215 h 2398711"/>
              <a:gd name="connsiteX3032" fmla="*/ 1769924 w 2119654"/>
              <a:gd name="connsiteY3032" fmla="*/ 1776659 h 2398711"/>
              <a:gd name="connsiteX3033" fmla="*/ 1773463 w 2119654"/>
              <a:gd name="connsiteY3033" fmla="*/ 1774821 h 2398711"/>
              <a:gd name="connsiteX3034" fmla="*/ 1770840 w 2119654"/>
              <a:gd name="connsiteY3034" fmla="*/ 1769573 h 2398711"/>
              <a:gd name="connsiteX3035" fmla="*/ 1705989 w 2119654"/>
              <a:gd name="connsiteY3035" fmla="*/ 1912643 h 2398711"/>
              <a:gd name="connsiteX3036" fmla="*/ 1705487 w 2119654"/>
              <a:gd name="connsiteY3036" fmla="*/ 1917584 h 2398711"/>
              <a:gd name="connsiteX3037" fmla="*/ 1712577 w 2119654"/>
              <a:gd name="connsiteY3037" fmla="*/ 1913627 h 2398711"/>
              <a:gd name="connsiteX3038" fmla="*/ 1712393 w 2119654"/>
              <a:gd name="connsiteY3038" fmla="*/ 1912017 h 2398711"/>
              <a:gd name="connsiteX3039" fmla="*/ 1871370 w 2119654"/>
              <a:gd name="connsiteY3039" fmla="*/ 1542239 h 2398711"/>
              <a:gd name="connsiteX3040" fmla="*/ 1874702 w 2119654"/>
              <a:gd name="connsiteY3040" fmla="*/ 1547121 h 2398711"/>
              <a:gd name="connsiteX3041" fmla="*/ 1878443 w 2119654"/>
              <a:gd name="connsiteY3041" fmla="*/ 1544010 h 2398711"/>
              <a:gd name="connsiteX3042" fmla="*/ 1877910 w 2119654"/>
              <a:gd name="connsiteY3042" fmla="*/ 1542815 h 2398711"/>
              <a:gd name="connsiteX3043" fmla="*/ 1876898 w 2119654"/>
              <a:gd name="connsiteY3043" fmla="*/ 1540732 h 2398711"/>
              <a:gd name="connsiteX3044" fmla="*/ 1770430 w 2119654"/>
              <a:gd name="connsiteY3044" fmla="*/ 1768233 h 2398711"/>
              <a:gd name="connsiteX3045" fmla="*/ 1770822 w 2119654"/>
              <a:gd name="connsiteY3045" fmla="*/ 1769018 h 2398711"/>
              <a:gd name="connsiteX3046" fmla="*/ 1770875 w 2119654"/>
              <a:gd name="connsiteY3046" fmla="*/ 1768999 h 2398711"/>
              <a:gd name="connsiteX3047" fmla="*/ 1777323 w 2119654"/>
              <a:gd name="connsiteY3047" fmla="*/ 1765876 h 2398711"/>
              <a:gd name="connsiteX3048" fmla="*/ 1771833 w 2119654"/>
              <a:gd name="connsiteY3048" fmla="*/ 1767803 h 2398711"/>
              <a:gd name="connsiteX3049" fmla="*/ 1786833 w 2119654"/>
              <a:gd name="connsiteY3049" fmla="*/ 1731161 h 2398711"/>
              <a:gd name="connsiteX3050" fmla="*/ 1787094 w 2119654"/>
              <a:gd name="connsiteY3050" fmla="*/ 1731698 h 2398711"/>
              <a:gd name="connsiteX3051" fmla="*/ 1788703 w 2119654"/>
              <a:gd name="connsiteY3051" fmla="*/ 1730924 h 2398711"/>
              <a:gd name="connsiteX3052" fmla="*/ 1797416 w 2119654"/>
              <a:gd name="connsiteY3052" fmla="*/ 1725067 h 2398711"/>
              <a:gd name="connsiteX3053" fmla="*/ 1788665 w 2119654"/>
              <a:gd name="connsiteY3053" fmla="*/ 1729750 h 2398711"/>
              <a:gd name="connsiteX3054" fmla="*/ 1648100 w 2119654"/>
              <a:gd name="connsiteY3054" fmla="*/ 2041532 h 2398711"/>
              <a:gd name="connsiteX3055" fmla="*/ 1647883 w 2119654"/>
              <a:gd name="connsiteY3055" fmla="*/ 2053409 h 2398711"/>
              <a:gd name="connsiteX3056" fmla="*/ 1669439 w 2119654"/>
              <a:gd name="connsiteY3056" fmla="*/ 2049599 h 2398711"/>
              <a:gd name="connsiteX3057" fmla="*/ 1647852 w 2119654"/>
              <a:gd name="connsiteY3057" fmla="*/ 2055066 h 2398711"/>
              <a:gd name="connsiteX3058" fmla="*/ 1647762 w 2119654"/>
              <a:gd name="connsiteY3058" fmla="*/ 2059963 h 2398711"/>
              <a:gd name="connsiteX3059" fmla="*/ 1645157 w 2119654"/>
              <a:gd name="connsiteY3059" fmla="*/ 2083141 h 2398711"/>
              <a:gd name="connsiteX3060" fmla="*/ 1646317 w 2119654"/>
              <a:gd name="connsiteY3060" fmla="*/ 2082611 h 2398711"/>
              <a:gd name="connsiteX3061" fmla="*/ 1646187 w 2119654"/>
              <a:gd name="connsiteY3061" fmla="*/ 2082865 h 2398711"/>
              <a:gd name="connsiteX3062" fmla="*/ 1645140 w 2119654"/>
              <a:gd name="connsiteY3062" fmla="*/ 2083343 h 2398711"/>
              <a:gd name="connsiteX3063" fmla="*/ 1645032 w 2119654"/>
              <a:gd name="connsiteY3063" fmla="*/ 2086131 h 2398711"/>
              <a:gd name="connsiteX3064" fmla="*/ 1643858 w 2119654"/>
              <a:gd name="connsiteY3064" fmla="*/ 2095639 h 2398711"/>
              <a:gd name="connsiteX3065" fmla="*/ 1684897 w 2119654"/>
              <a:gd name="connsiteY3065" fmla="*/ 2087178 h 2398711"/>
              <a:gd name="connsiteX3066" fmla="*/ 1687736 w 2119654"/>
              <a:gd name="connsiteY3066" fmla="*/ 2045001 h 2398711"/>
              <a:gd name="connsiteX3067" fmla="*/ 1677339 w 2119654"/>
              <a:gd name="connsiteY3067" fmla="*/ 2047756 h 2398711"/>
              <a:gd name="connsiteX3068" fmla="*/ 1674947 w 2119654"/>
              <a:gd name="connsiteY3068" fmla="*/ 2055713 h 2398711"/>
              <a:gd name="connsiteX3069" fmla="*/ 1674713 w 2119654"/>
              <a:gd name="connsiteY3069" fmla="*/ 2055877 h 2398711"/>
              <a:gd name="connsiteX3070" fmla="*/ 1677138 w 2119654"/>
              <a:gd name="connsiteY3070" fmla="*/ 2047809 h 2398711"/>
              <a:gd name="connsiteX3071" fmla="*/ 1672265 w 2119654"/>
              <a:gd name="connsiteY3071" fmla="*/ 2049100 h 2398711"/>
              <a:gd name="connsiteX3072" fmla="*/ 1669439 w 2119654"/>
              <a:gd name="connsiteY3072" fmla="*/ 2049599 h 2398711"/>
              <a:gd name="connsiteX3073" fmla="*/ 1677190 w 2119654"/>
              <a:gd name="connsiteY3073" fmla="*/ 2047636 h 2398711"/>
              <a:gd name="connsiteX3074" fmla="*/ 1680316 w 2119654"/>
              <a:gd name="connsiteY3074" fmla="*/ 2037233 h 2398711"/>
              <a:gd name="connsiteX3075" fmla="*/ 1652637 w 2119654"/>
              <a:gd name="connsiteY3075" fmla="*/ 2034422 h 2398711"/>
              <a:gd name="connsiteX3076" fmla="*/ 1651612 w 2119654"/>
              <a:gd name="connsiteY3076" fmla="*/ 2041447 h 2398711"/>
              <a:gd name="connsiteX3077" fmla="*/ 1670332 w 2119654"/>
              <a:gd name="connsiteY3077" fmla="*/ 2042117 h 2398711"/>
              <a:gd name="connsiteX3078" fmla="*/ 1670103 w 2119654"/>
              <a:gd name="connsiteY3078" fmla="*/ 2042320 h 2398711"/>
              <a:gd name="connsiteX3079" fmla="*/ 1651581 w 2119654"/>
              <a:gd name="connsiteY3079" fmla="*/ 2041656 h 2398711"/>
              <a:gd name="connsiteX3080" fmla="*/ 1650290 w 2119654"/>
              <a:gd name="connsiteY3080" fmla="*/ 2050503 h 2398711"/>
              <a:gd name="connsiteX3081" fmla="*/ 1650137 w 2119654"/>
              <a:gd name="connsiteY3081" fmla="*/ 2050648 h 2398711"/>
              <a:gd name="connsiteX3082" fmla="*/ 1651450 w 2119654"/>
              <a:gd name="connsiteY3082" fmla="*/ 2041652 h 2398711"/>
              <a:gd name="connsiteX3083" fmla="*/ 1739163 w 2119654"/>
              <a:gd name="connsiteY3083" fmla="*/ 1837617 h 2398711"/>
              <a:gd name="connsiteX3084" fmla="*/ 1739538 w 2119654"/>
              <a:gd name="connsiteY3084" fmla="*/ 1841056 h 2398711"/>
              <a:gd name="connsiteX3085" fmla="*/ 1761010 w 2119654"/>
              <a:gd name="connsiteY3085" fmla="*/ 1838377 h 2398711"/>
              <a:gd name="connsiteX3086" fmla="*/ 1761483 w 2119654"/>
              <a:gd name="connsiteY3086" fmla="*/ 1834794 h 2398711"/>
              <a:gd name="connsiteX3087" fmla="*/ 1758268 w 2119654"/>
              <a:gd name="connsiteY3087" fmla="*/ 1835352 h 2398711"/>
              <a:gd name="connsiteX3088" fmla="*/ 1744527 w 2119654"/>
              <a:gd name="connsiteY3088" fmla="*/ 1836981 h 2398711"/>
              <a:gd name="connsiteX3089" fmla="*/ 1745481 w 2119654"/>
              <a:gd name="connsiteY3089" fmla="*/ 1839596 h 2398711"/>
              <a:gd name="connsiteX3090" fmla="*/ 1745390 w 2119654"/>
              <a:gd name="connsiteY3090" fmla="*/ 1839871 h 2398711"/>
              <a:gd name="connsiteX3091" fmla="*/ 1744344 w 2119654"/>
              <a:gd name="connsiteY3091" fmla="*/ 1837003 h 2398711"/>
              <a:gd name="connsiteX3092" fmla="*/ 1781271 w 2119654"/>
              <a:gd name="connsiteY3092" fmla="*/ 1743229 h 2398711"/>
              <a:gd name="connsiteX3093" fmla="*/ 1785442 w 2119654"/>
              <a:gd name="connsiteY3093" fmla="*/ 1748837 h 2398711"/>
              <a:gd name="connsiteX3094" fmla="*/ 1787538 w 2119654"/>
              <a:gd name="connsiteY3094" fmla="*/ 1747694 h 2398711"/>
              <a:gd name="connsiteX3095" fmla="*/ 1785731 w 2119654"/>
              <a:gd name="connsiteY3095" fmla="*/ 1740838 h 2398711"/>
              <a:gd name="connsiteX3096" fmla="*/ 1693908 w 2119654"/>
              <a:gd name="connsiteY3096" fmla="*/ 1938750 h 2398711"/>
              <a:gd name="connsiteX3097" fmla="*/ 1693802 w 2119654"/>
              <a:gd name="connsiteY3097" fmla="*/ 1942444 h 2398711"/>
              <a:gd name="connsiteX3098" fmla="*/ 1696741 w 2119654"/>
              <a:gd name="connsiteY3098" fmla="*/ 1942066 h 2398711"/>
              <a:gd name="connsiteX3099" fmla="*/ 1696231 w 2119654"/>
              <a:gd name="connsiteY3099" fmla="*/ 1937935 h 2398711"/>
              <a:gd name="connsiteX3100" fmla="*/ 1683961 w 2119654"/>
              <a:gd name="connsiteY3100" fmla="*/ 1961010 h 2398711"/>
              <a:gd name="connsiteX3101" fmla="*/ 1684631 w 2119654"/>
              <a:gd name="connsiteY3101" fmla="*/ 1960915 h 2398711"/>
              <a:gd name="connsiteX3102" fmla="*/ 1684679 w 2119654"/>
              <a:gd name="connsiteY3102" fmla="*/ 1960869 h 2398711"/>
              <a:gd name="connsiteX3103" fmla="*/ 1769812 w 2119654"/>
              <a:gd name="connsiteY3103" fmla="*/ 1768422 h 2398711"/>
              <a:gd name="connsiteX3104" fmla="*/ 1769719 w 2119654"/>
              <a:gd name="connsiteY3104" fmla="*/ 1769430 h 2398711"/>
              <a:gd name="connsiteX3105" fmla="*/ 1770604 w 2119654"/>
              <a:gd name="connsiteY3105" fmla="*/ 1769100 h 2398711"/>
              <a:gd name="connsiteX3106" fmla="*/ 1770205 w 2119654"/>
              <a:gd name="connsiteY3106" fmla="*/ 1768302 h 2398711"/>
              <a:gd name="connsiteX3107" fmla="*/ 1702135 w 2119654"/>
              <a:gd name="connsiteY3107" fmla="*/ 1919847 h 2398711"/>
              <a:gd name="connsiteX3108" fmla="*/ 1701803 w 2119654"/>
              <a:gd name="connsiteY3108" fmla="*/ 1920951 h 2398711"/>
              <a:gd name="connsiteX3109" fmla="*/ 1704558 w 2119654"/>
              <a:gd name="connsiteY3109" fmla="*/ 1921087 h 2398711"/>
              <a:gd name="connsiteX3110" fmla="*/ 1704723 w 2119654"/>
              <a:gd name="connsiteY3110" fmla="*/ 1918402 h 2398711"/>
              <a:gd name="connsiteX3111" fmla="*/ 1817935 w 2119654"/>
              <a:gd name="connsiteY3111" fmla="*/ 1660397 h 2398711"/>
              <a:gd name="connsiteX3112" fmla="*/ 1828732 w 2119654"/>
              <a:gd name="connsiteY3112" fmla="*/ 1655064 h 2398711"/>
              <a:gd name="connsiteX3113" fmla="*/ 1843399 w 2119654"/>
              <a:gd name="connsiteY3113" fmla="*/ 1646022 h 2398711"/>
              <a:gd name="connsiteX3114" fmla="*/ 1842578 w 2119654"/>
              <a:gd name="connsiteY3114" fmla="*/ 1644592 h 2398711"/>
              <a:gd name="connsiteX3115" fmla="*/ 1821221 w 2119654"/>
              <a:gd name="connsiteY3115" fmla="*/ 1657129 h 2398711"/>
              <a:gd name="connsiteX3116" fmla="*/ 1819439 w 2119654"/>
              <a:gd name="connsiteY3116" fmla="*/ 1657818 h 2398711"/>
              <a:gd name="connsiteX3117" fmla="*/ 1757593 w 2119654"/>
              <a:gd name="connsiteY3117" fmla="*/ 1795396 h 2398711"/>
              <a:gd name="connsiteX3118" fmla="*/ 1758859 w 2119654"/>
              <a:gd name="connsiteY3118" fmla="*/ 1797611 h 2398711"/>
              <a:gd name="connsiteX3119" fmla="*/ 1762651 w 2119654"/>
              <a:gd name="connsiteY3119" fmla="*/ 1796346 h 2398711"/>
              <a:gd name="connsiteX3120" fmla="*/ 1764483 w 2119654"/>
              <a:gd name="connsiteY3120" fmla="*/ 1794592 h 2398711"/>
              <a:gd name="connsiteX3121" fmla="*/ 1764444 w 2119654"/>
              <a:gd name="connsiteY3121" fmla="*/ 1794515 h 2398711"/>
              <a:gd name="connsiteX3122" fmla="*/ 1742051 w 2119654"/>
              <a:gd name="connsiteY3122" fmla="*/ 1830193 h 2398711"/>
              <a:gd name="connsiteX3123" fmla="*/ 1742642 w 2119654"/>
              <a:gd name="connsiteY3123" fmla="*/ 1831814 h 2398711"/>
              <a:gd name="connsiteX3124" fmla="*/ 1756347 w 2119654"/>
              <a:gd name="connsiteY3124" fmla="*/ 1824513 h 2398711"/>
              <a:gd name="connsiteX3125" fmla="*/ 1742701 w 2119654"/>
              <a:gd name="connsiteY3125" fmla="*/ 1831975 h 2398711"/>
              <a:gd name="connsiteX3126" fmla="*/ 1743262 w 2119654"/>
              <a:gd name="connsiteY3126" fmla="*/ 1833513 h 2398711"/>
              <a:gd name="connsiteX3127" fmla="*/ 1763305 w 2119654"/>
              <a:gd name="connsiteY3127" fmla="*/ 1821020 h 2398711"/>
              <a:gd name="connsiteX3128" fmla="*/ 1763335 w 2119654"/>
              <a:gd name="connsiteY3128" fmla="*/ 1820791 h 2398711"/>
              <a:gd name="connsiteX3129" fmla="*/ 1756347 w 2119654"/>
              <a:gd name="connsiteY3129" fmla="*/ 1824513 h 2398711"/>
              <a:gd name="connsiteX3130" fmla="*/ 1763349 w 2119654"/>
              <a:gd name="connsiteY3130" fmla="*/ 1820684 h 2398711"/>
              <a:gd name="connsiteX3131" fmla="*/ 1763700 w 2119654"/>
              <a:gd name="connsiteY3131" fmla="*/ 1818033 h 2398711"/>
              <a:gd name="connsiteX3132" fmla="*/ 1757414 w 2119654"/>
              <a:gd name="connsiteY3132" fmla="*/ 1818920 h 2398711"/>
              <a:gd name="connsiteX3133" fmla="*/ 1683711 w 2119654"/>
              <a:gd name="connsiteY3133" fmla="*/ 1960657 h 2398711"/>
              <a:gd name="connsiteX3134" fmla="*/ 1685179 w 2119654"/>
              <a:gd name="connsiteY3134" fmla="*/ 1960390 h 2398711"/>
              <a:gd name="connsiteX3135" fmla="*/ 1685680 w 2119654"/>
              <a:gd name="connsiteY3135" fmla="*/ 1959911 h 2398711"/>
              <a:gd name="connsiteX3136" fmla="*/ 1780896 w 2119654"/>
              <a:gd name="connsiteY3136" fmla="*/ 1742722 h 2398711"/>
              <a:gd name="connsiteX3137" fmla="*/ 1780897 w 2119654"/>
              <a:gd name="connsiteY3137" fmla="*/ 1742727 h 2398711"/>
              <a:gd name="connsiteX3138" fmla="*/ 1781001 w 2119654"/>
              <a:gd name="connsiteY3138" fmla="*/ 1742866 h 2398711"/>
              <a:gd name="connsiteX3139" fmla="*/ 1785632 w 2119654"/>
              <a:gd name="connsiteY3139" fmla="*/ 1740462 h 2398711"/>
              <a:gd name="connsiteX3140" fmla="*/ 1785557 w 2119654"/>
              <a:gd name="connsiteY3140" fmla="*/ 1740180 h 2398711"/>
              <a:gd name="connsiteX3141" fmla="*/ 1784717 w 2119654"/>
              <a:gd name="connsiteY3141" fmla="*/ 1733992 h 2398711"/>
              <a:gd name="connsiteX3142" fmla="*/ 1786146 w 2119654"/>
              <a:gd name="connsiteY3142" fmla="*/ 1739414 h 2398711"/>
              <a:gd name="connsiteX3143" fmla="*/ 1789590 w 2119654"/>
              <a:gd name="connsiteY3143" fmla="*/ 1737536 h 2398711"/>
              <a:gd name="connsiteX3144" fmla="*/ 1787271 w 2119654"/>
              <a:gd name="connsiteY3144" fmla="*/ 1732769 h 2398711"/>
              <a:gd name="connsiteX3145" fmla="*/ 1731610 w 2119654"/>
              <a:gd name="connsiteY3145" fmla="*/ 1852901 h 2398711"/>
              <a:gd name="connsiteX3146" fmla="*/ 1733722 w 2119654"/>
              <a:gd name="connsiteY3146" fmla="*/ 1852894 h 2398711"/>
              <a:gd name="connsiteX3147" fmla="*/ 1739438 w 2119654"/>
              <a:gd name="connsiteY3147" fmla="*/ 1852644 h 2398711"/>
              <a:gd name="connsiteX3148" fmla="*/ 1739225 w 2119654"/>
              <a:gd name="connsiteY3148" fmla="*/ 1851503 h 2398711"/>
              <a:gd name="connsiteX3149" fmla="*/ 1774711 w 2119654"/>
              <a:gd name="connsiteY3149" fmla="*/ 1756335 h 2398711"/>
              <a:gd name="connsiteX3150" fmla="*/ 1775879 w 2119654"/>
              <a:gd name="connsiteY3150" fmla="*/ 1757499 h 2398711"/>
              <a:gd name="connsiteX3151" fmla="*/ 1783699 w 2119654"/>
              <a:gd name="connsiteY3151" fmla="*/ 1754476 h 2398711"/>
              <a:gd name="connsiteX3152" fmla="*/ 1782182 w 2119654"/>
              <a:gd name="connsiteY3152" fmla="*/ 1751637 h 2398711"/>
              <a:gd name="connsiteX3153" fmla="*/ 1777231 w 2119654"/>
              <a:gd name="connsiteY3153" fmla="*/ 1754338 h 2398711"/>
              <a:gd name="connsiteX3154" fmla="*/ 1832585 w 2119654"/>
              <a:gd name="connsiteY3154" fmla="*/ 1626616 h 2398711"/>
              <a:gd name="connsiteX3155" fmla="*/ 1833574 w 2119654"/>
              <a:gd name="connsiteY3155" fmla="*/ 1628340 h 2398711"/>
              <a:gd name="connsiteX3156" fmla="*/ 1836574 w 2119654"/>
              <a:gd name="connsiteY3156" fmla="*/ 1624701 h 2398711"/>
              <a:gd name="connsiteX3157" fmla="*/ 1837244 w 2119654"/>
              <a:gd name="connsiteY3157" fmla="*/ 1623553 h 2398711"/>
              <a:gd name="connsiteX3158" fmla="*/ 1835933 w 2119654"/>
              <a:gd name="connsiteY3158" fmla="*/ 1622855 h 2398711"/>
              <a:gd name="connsiteX3159" fmla="*/ 1722708 w 2119654"/>
              <a:gd name="connsiteY3159" fmla="*/ 1872628 h 2398711"/>
              <a:gd name="connsiteX3160" fmla="*/ 1723743 w 2119654"/>
              <a:gd name="connsiteY3160" fmla="*/ 1874764 h 2398711"/>
              <a:gd name="connsiteX3161" fmla="*/ 1727291 w 2119654"/>
              <a:gd name="connsiteY3161" fmla="*/ 1872680 h 2398711"/>
              <a:gd name="connsiteX3162" fmla="*/ 1706333 w 2119654"/>
              <a:gd name="connsiteY3162" fmla="*/ 1909253 h 2398711"/>
              <a:gd name="connsiteX3163" fmla="*/ 1706057 w 2119654"/>
              <a:gd name="connsiteY3163" fmla="*/ 1911971 h 2398711"/>
              <a:gd name="connsiteX3164" fmla="*/ 1712317 w 2119654"/>
              <a:gd name="connsiteY3164" fmla="*/ 1911359 h 2398711"/>
              <a:gd name="connsiteX3165" fmla="*/ 1711635 w 2119654"/>
              <a:gd name="connsiteY3165" fmla="*/ 1905414 h 2398711"/>
              <a:gd name="connsiteX3166" fmla="*/ 1708683 w 2119654"/>
              <a:gd name="connsiteY3166" fmla="*/ 1907077 h 2398711"/>
              <a:gd name="connsiteX3167" fmla="*/ 1711064 w 2119654"/>
              <a:gd name="connsiteY3167" fmla="*/ 1898392 h 2398711"/>
              <a:gd name="connsiteX3168" fmla="*/ 1711083 w 2119654"/>
              <a:gd name="connsiteY3168" fmla="*/ 1898553 h 2398711"/>
              <a:gd name="connsiteX3169" fmla="*/ 1712045 w 2119654"/>
              <a:gd name="connsiteY3169" fmla="*/ 1901773 h 2398711"/>
              <a:gd name="connsiteX3170" fmla="*/ 1715780 w 2119654"/>
              <a:gd name="connsiteY3170" fmla="*/ 1899860 h 2398711"/>
              <a:gd name="connsiteX3171" fmla="*/ 1716191 w 2119654"/>
              <a:gd name="connsiteY3171" fmla="*/ 1897399 h 2398711"/>
              <a:gd name="connsiteX3172" fmla="*/ 1715538 w 2119654"/>
              <a:gd name="connsiteY3172" fmla="*/ 1897473 h 2398711"/>
              <a:gd name="connsiteX3173" fmla="*/ 1712437 w 2119654"/>
              <a:gd name="connsiteY3173" fmla="*/ 1897782 h 2398711"/>
              <a:gd name="connsiteX3174" fmla="*/ 1851974 w 2119654"/>
              <a:gd name="connsiteY3174" fmla="*/ 1582840 h 2398711"/>
              <a:gd name="connsiteX3175" fmla="*/ 1852352 w 2119654"/>
              <a:gd name="connsiteY3175" fmla="*/ 1583619 h 2398711"/>
              <a:gd name="connsiteX3176" fmla="*/ 1854836 w 2119654"/>
              <a:gd name="connsiteY3176" fmla="*/ 1580696 h 2398711"/>
              <a:gd name="connsiteX3177" fmla="*/ 1853642 w 2119654"/>
              <a:gd name="connsiteY3177" fmla="*/ 1581023 h 2398711"/>
              <a:gd name="connsiteX3178" fmla="*/ 1768223 w 2119654"/>
              <a:gd name="connsiteY3178" fmla="*/ 1770209 h 2398711"/>
              <a:gd name="connsiteX3179" fmla="*/ 1768241 w 2119654"/>
              <a:gd name="connsiteY3179" fmla="*/ 1770274 h 2398711"/>
              <a:gd name="connsiteX3180" fmla="*/ 1768328 w 2119654"/>
              <a:gd name="connsiteY3180" fmla="*/ 1770232 h 2398711"/>
              <a:gd name="connsiteX3181" fmla="*/ 1768334 w 2119654"/>
              <a:gd name="connsiteY3181" fmla="*/ 1770168 h 2398711"/>
              <a:gd name="connsiteX3182" fmla="*/ 1827028 w 2119654"/>
              <a:gd name="connsiteY3182" fmla="*/ 1638470 h 2398711"/>
              <a:gd name="connsiteX3183" fmla="*/ 1828816 w 2119654"/>
              <a:gd name="connsiteY3183" fmla="*/ 1638006 h 2398711"/>
              <a:gd name="connsiteX3184" fmla="*/ 1830866 w 2119654"/>
              <a:gd name="connsiteY3184" fmla="*/ 1634490 h 2398711"/>
              <a:gd name="connsiteX3185" fmla="*/ 1830153 w 2119654"/>
              <a:gd name="connsiteY3185" fmla="*/ 1634679 h 2398711"/>
              <a:gd name="connsiteX3186" fmla="*/ 1706425 w 2119654"/>
              <a:gd name="connsiteY3186" fmla="*/ 1908349 h 2398711"/>
              <a:gd name="connsiteX3187" fmla="*/ 1706369 w 2119654"/>
              <a:gd name="connsiteY3187" fmla="*/ 1908893 h 2398711"/>
              <a:gd name="connsiteX3188" fmla="*/ 1707785 w 2119654"/>
              <a:gd name="connsiteY3188" fmla="*/ 1907583 h 2398711"/>
              <a:gd name="connsiteX3189" fmla="*/ 1763609 w 2119654"/>
              <a:gd name="connsiteY3189" fmla="*/ 1780239 h 2398711"/>
              <a:gd name="connsiteX3190" fmla="*/ 1763939 w 2119654"/>
              <a:gd name="connsiteY3190" fmla="*/ 1783117 h 2398711"/>
              <a:gd name="connsiteX3191" fmla="*/ 1764585 w 2119654"/>
              <a:gd name="connsiteY3191" fmla="*/ 1782790 h 2398711"/>
              <a:gd name="connsiteX3192" fmla="*/ 1767315 w 2119654"/>
              <a:gd name="connsiteY3192" fmla="*/ 1781266 h 2398711"/>
              <a:gd name="connsiteX3193" fmla="*/ 1767493 w 2119654"/>
              <a:gd name="connsiteY3193" fmla="*/ 1779330 h 2398711"/>
              <a:gd name="connsiteX3194" fmla="*/ 1767179 w 2119654"/>
              <a:gd name="connsiteY3194" fmla="*/ 1778386 h 2398711"/>
              <a:gd name="connsiteX3195" fmla="*/ 1841781 w 2119654"/>
              <a:gd name="connsiteY3195" fmla="*/ 1605182 h 2398711"/>
              <a:gd name="connsiteX3196" fmla="*/ 1843480 w 2119654"/>
              <a:gd name="connsiteY3196" fmla="*/ 1612857 h 2398711"/>
              <a:gd name="connsiteX3197" fmla="*/ 1844886 w 2119654"/>
              <a:gd name="connsiteY3197" fmla="*/ 1610446 h 2398711"/>
              <a:gd name="connsiteX3198" fmla="*/ 1842967 w 2119654"/>
              <a:gd name="connsiteY3198" fmla="*/ 1604667 h 2398711"/>
              <a:gd name="connsiteX3199" fmla="*/ 1814375 w 2119654"/>
              <a:gd name="connsiteY3199" fmla="*/ 1666504 h 2398711"/>
              <a:gd name="connsiteX3200" fmla="*/ 1814591 w 2119654"/>
              <a:gd name="connsiteY3200" fmla="*/ 1666390 h 2398711"/>
              <a:gd name="connsiteX3201" fmla="*/ 1814418 w 2119654"/>
              <a:gd name="connsiteY3201" fmla="*/ 1666430 h 2398711"/>
              <a:gd name="connsiteX3202" fmla="*/ 1711010 w 2119654"/>
              <a:gd name="connsiteY3202" fmla="*/ 1897924 h 2398711"/>
              <a:gd name="connsiteX3203" fmla="*/ 1711055 w 2119654"/>
              <a:gd name="connsiteY3203" fmla="*/ 1898311 h 2398711"/>
              <a:gd name="connsiteX3204" fmla="*/ 1712192 w 2119654"/>
              <a:gd name="connsiteY3204" fmla="*/ 1897807 h 2398711"/>
              <a:gd name="connsiteX3205" fmla="*/ 1730761 w 2119654"/>
              <a:gd name="connsiteY3205" fmla="*/ 1853559 h 2398711"/>
              <a:gd name="connsiteX3206" fmla="*/ 1730559 w 2119654"/>
              <a:gd name="connsiteY3206" fmla="*/ 1864612 h 2398711"/>
              <a:gd name="connsiteX3207" fmla="*/ 1740528 w 2119654"/>
              <a:gd name="connsiteY3207" fmla="*/ 1858546 h 2398711"/>
              <a:gd name="connsiteX3208" fmla="*/ 1740294 w 2119654"/>
              <a:gd name="connsiteY3208" fmla="*/ 1857200 h 2398711"/>
              <a:gd name="connsiteX3209" fmla="*/ 1739538 w 2119654"/>
              <a:gd name="connsiteY3209" fmla="*/ 1853175 h 2398711"/>
              <a:gd name="connsiteX3210" fmla="*/ 1704249 w 2119654"/>
              <a:gd name="connsiteY3210" fmla="*/ 1912814 h 2398711"/>
              <a:gd name="connsiteX3211" fmla="*/ 1702276 w 2119654"/>
              <a:gd name="connsiteY3211" fmla="*/ 1919375 h 2398711"/>
              <a:gd name="connsiteX3212" fmla="*/ 1704748 w 2119654"/>
              <a:gd name="connsiteY3212" fmla="*/ 1917996 h 2398711"/>
              <a:gd name="connsiteX3213" fmla="*/ 1705071 w 2119654"/>
              <a:gd name="connsiteY3213" fmla="*/ 1912733 h 2398711"/>
              <a:gd name="connsiteX3214" fmla="*/ 1774308 w 2119654"/>
              <a:gd name="connsiteY3214" fmla="*/ 1755932 h 2398711"/>
              <a:gd name="connsiteX3215" fmla="*/ 1774497 w 2119654"/>
              <a:gd name="connsiteY3215" fmla="*/ 1756120 h 2398711"/>
              <a:gd name="connsiteX3216" fmla="*/ 1775674 w 2119654"/>
              <a:gd name="connsiteY3216" fmla="*/ 1755187 h 2398711"/>
              <a:gd name="connsiteX3217" fmla="*/ 1761220 w 2119654"/>
              <a:gd name="connsiteY3217" fmla="*/ 1785193 h 2398711"/>
              <a:gd name="connsiteX3218" fmla="*/ 1763948 w 2119654"/>
              <a:gd name="connsiteY3218" fmla="*/ 1790593 h 2398711"/>
              <a:gd name="connsiteX3219" fmla="*/ 1764389 w 2119654"/>
              <a:gd name="connsiteY3219" fmla="*/ 1790537 h 2398711"/>
              <a:gd name="connsiteX3220" fmla="*/ 1763622 w 2119654"/>
              <a:gd name="connsiteY3220" fmla="*/ 1783853 h 2398711"/>
              <a:gd name="connsiteX3221" fmla="*/ 1706485 w 2119654"/>
              <a:gd name="connsiteY3221" fmla="*/ 1907752 h 2398711"/>
              <a:gd name="connsiteX3222" fmla="*/ 1706462 w 2119654"/>
              <a:gd name="connsiteY3222" fmla="*/ 1907982 h 2398711"/>
              <a:gd name="connsiteX3223" fmla="*/ 1708736 w 2119654"/>
              <a:gd name="connsiteY3223" fmla="*/ 1906701 h 2398711"/>
              <a:gd name="connsiteX3224" fmla="*/ 1709739 w 2119654"/>
              <a:gd name="connsiteY3224" fmla="*/ 1905772 h 2398711"/>
              <a:gd name="connsiteX3225" fmla="*/ 1784533 w 2119654"/>
              <a:gd name="connsiteY3225" fmla="*/ 1732932 h 2398711"/>
              <a:gd name="connsiteX3226" fmla="*/ 1786816 w 2119654"/>
              <a:gd name="connsiteY3226" fmla="*/ 1731833 h 2398711"/>
              <a:gd name="connsiteX3227" fmla="*/ 1786583 w 2119654"/>
              <a:gd name="connsiteY3227" fmla="*/ 1731353 h 2398711"/>
              <a:gd name="connsiteX3228" fmla="*/ 1606613 w 2119654"/>
              <a:gd name="connsiteY3228" fmla="*/ 2131313 h 2398711"/>
              <a:gd name="connsiteX3229" fmla="*/ 1638281 w 2119654"/>
              <a:gd name="connsiteY3229" fmla="*/ 2140797 h 2398711"/>
              <a:gd name="connsiteX3230" fmla="*/ 1638303 w 2119654"/>
              <a:gd name="connsiteY3230" fmla="*/ 2140639 h 2398711"/>
              <a:gd name="connsiteX3231" fmla="*/ 1639919 w 2119654"/>
              <a:gd name="connsiteY3231" fmla="*/ 2127547 h 2398711"/>
              <a:gd name="connsiteX3232" fmla="*/ 1626362 w 2119654"/>
              <a:gd name="connsiteY3232" fmla="*/ 2125772 h 2398711"/>
              <a:gd name="connsiteX3233" fmla="*/ 1617643 w 2119654"/>
              <a:gd name="connsiteY3233" fmla="*/ 2128289 h 2398711"/>
              <a:gd name="connsiteX3234" fmla="*/ 1722924 w 2119654"/>
              <a:gd name="connsiteY3234" fmla="*/ 1870520 h 2398711"/>
              <a:gd name="connsiteX3235" fmla="*/ 1722637 w 2119654"/>
              <a:gd name="connsiteY3235" fmla="*/ 1872238 h 2398711"/>
              <a:gd name="connsiteX3236" fmla="*/ 1727589 w 2119654"/>
              <a:gd name="connsiteY3236" fmla="*/ 1872296 h 2398711"/>
              <a:gd name="connsiteX3237" fmla="*/ 1727477 w 2119654"/>
              <a:gd name="connsiteY3237" fmla="*/ 1867766 h 2398711"/>
              <a:gd name="connsiteX3238" fmla="*/ 1724119 w 2119654"/>
              <a:gd name="connsiteY3238" fmla="*/ 1869574 h 2398711"/>
              <a:gd name="connsiteX3239" fmla="*/ 1785952 w 2119654"/>
              <a:gd name="connsiteY3239" fmla="*/ 1729351 h 2398711"/>
              <a:gd name="connsiteX3240" fmla="*/ 1786477 w 2119654"/>
              <a:gd name="connsiteY3240" fmla="*/ 1730428 h 2398711"/>
              <a:gd name="connsiteX3241" fmla="*/ 1788147 w 2119654"/>
              <a:gd name="connsiteY3241" fmla="*/ 1729535 h 2398711"/>
              <a:gd name="connsiteX3242" fmla="*/ 1797485 w 2119654"/>
              <a:gd name="connsiteY3242" fmla="*/ 1722346 h 2398711"/>
              <a:gd name="connsiteX3243" fmla="*/ 1793632 w 2119654"/>
              <a:gd name="connsiteY3243" fmla="*/ 1723415 h 2398711"/>
              <a:gd name="connsiteX3244" fmla="*/ 1812622 w 2119654"/>
              <a:gd name="connsiteY3244" fmla="*/ 1669510 h 2398711"/>
              <a:gd name="connsiteX3245" fmla="*/ 1816190 w 2119654"/>
              <a:gd name="connsiteY3245" fmla="*/ 1677508 h 2398711"/>
              <a:gd name="connsiteX3246" fmla="*/ 1821268 w 2119654"/>
              <a:gd name="connsiteY3246" fmla="*/ 1676461 h 2398711"/>
              <a:gd name="connsiteX3247" fmla="*/ 1836104 w 2119654"/>
              <a:gd name="connsiteY3247" fmla="*/ 1666279 h 2398711"/>
              <a:gd name="connsiteX3248" fmla="*/ 1836049 w 2119654"/>
              <a:gd name="connsiteY3248" fmla="*/ 1666534 h 2398711"/>
              <a:gd name="connsiteX3249" fmla="*/ 1821722 w 2119654"/>
              <a:gd name="connsiteY3249" fmla="*/ 1676367 h 2398711"/>
              <a:gd name="connsiteX3250" fmla="*/ 1822660 w 2119654"/>
              <a:gd name="connsiteY3250" fmla="*/ 1676174 h 2398711"/>
              <a:gd name="connsiteX3251" fmla="*/ 1848315 w 2119654"/>
              <a:gd name="connsiteY3251" fmla="*/ 1670461 h 2398711"/>
              <a:gd name="connsiteX3252" fmla="*/ 1848119 w 2119654"/>
              <a:gd name="connsiteY3252" fmla="*/ 1670752 h 2398711"/>
              <a:gd name="connsiteX3253" fmla="*/ 1821155 w 2119654"/>
              <a:gd name="connsiteY3253" fmla="*/ 1676757 h 2398711"/>
              <a:gd name="connsiteX3254" fmla="*/ 1817385 w 2119654"/>
              <a:gd name="connsiteY3254" fmla="*/ 1679344 h 2398711"/>
              <a:gd name="connsiteX3255" fmla="*/ 1820410 w 2119654"/>
              <a:gd name="connsiteY3255" fmla="*/ 1682425 h 2398711"/>
              <a:gd name="connsiteX3256" fmla="*/ 1852957 w 2119654"/>
              <a:gd name="connsiteY3256" fmla="*/ 1670417 h 2398711"/>
              <a:gd name="connsiteX3257" fmla="*/ 1855350 w 2119654"/>
              <a:gd name="connsiteY3257" fmla="*/ 1669192 h 2398711"/>
              <a:gd name="connsiteX3258" fmla="*/ 1854071 w 2119654"/>
              <a:gd name="connsiteY3258" fmla="*/ 1663017 h 2398711"/>
              <a:gd name="connsiteX3259" fmla="*/ 1852732 w 2119654"/>
              <a:gd name="connsiteY3259" fmla="*/ 1656970 h 2398711"/>
              <a:gd name="connsiteX3260" fmla="*/ 1843749 w 2119654"/>
              <a:gd name="connsiteY3260" fmla="*/ 1659728 h 2398711"/>
              <a:gd name="connsiteX3261" fmla="*/ 1815843 w 2119654"/>
              <a:gd name="connsiteY3261" fmla="*/ 1666105 h 2398711"/>
              <a:gd name="connsiteX3262" fmla="*/ 1814068 w 2119654"/>
              <a:gd name="connsiteY3262" fmla="*/ 1667030 h 2398711"/>
              <a:gd name="connsiteX3263" fmla="*/ 1767127 w 2119654"/>
              <a:gd name="connsiteY3263" fmla="*/ 1771371 h 2398711"/>
              <a:gd name="connsiteX3264" fmla="*/ 1767933 w 2119654"/>
              <a:gd name="connsiteY3264" fmla="*/ 1774532 h 2398711"/>
              <a:gd name="connsiteX3265" fmla="*/ 1768042 w 2119654"/>
              <a:gd name="connsiteY3265" fmla="*/ 1773357 h 2398711"/>
              <a:gd name="connsiteX3266" fmla="*/ 1767474 w 2119654"/>
              <a:gd name="connsiteY3266" fmla="*/ 1771203 h 2398711"/>
              <a:gd name="connsiteX3267" fmla="*/ 1722980 w 2119654"/>
              <a:gd name="connsiteY3267" fmla="*/ 1870187 h 2398711"/>
              <a:gd name="connsiteX3268" fmla="*/ 1722964 w 2119654"/>
              <a:gd name="connsiteY3268" fmla="*/ 1870279 h 2398711"/>
              <a:gd name="connsiteX3269" fmla="*/ 1723297 w 2119654"/>
              <a:gd name="connsiteY3269" fmla="*/ 1870017 h 2398711"/>
              <a:gd name="connsiteX3270" fmla="*/ 1841630 w 2119654"/>
              <a:gd name="connsiteY3270" fmla="*/ 1604495 h 2398711"/>
              <a:gd name="connsiteX3271" fmla="*/ 1841632 w 2119654"/>
              <a:gd name="connsiteY3271" fmla="*/ 1604506 h 2398711"/>
              <a:gd name="connsiteX3272" fmla="*/ 1841722 w 2119654"/>
              <a:gd name="connsiteY3272" fmla="*/ 1604467 h 2398711"/>
              <a:gd name="connsiteX3273" fmla="*/ 1737274 w 2119654"/>
              <a:gd name="connsiteY3273" fmla="*/ 1838153 h 2398711"/>
              <a:gd name="connsiteX3274" fmla="*/ 1737816 w 2119654"/>
              <a:gd name="connsiteY3274" fmla="*/ 1841271 h 2398711"/>
              <a:gd name="connsiteX3275" fmla="*/ 1739215 w 2119654"/>
              <a:gd name="connsiteY3275" fmla="*/ 1841097 h 2398711"/>
              <a:gd name="connsiteX3276" fmla="*/ 1738838 w 2119654"/>
              <a:gd name="connsiteY3276" fmla="*/ 1837655 h 2398711"/>
              <a:gd name="connsiteX3277" fmla="*/ 1737981 w 2119654"/>
              <a:gd name="connsiteY3277" fmla="*/ 1837757 h 2398711"/>
              <a:gd name="connsiteX3278" fmla="*/ 1704928 w 2119654"/>
              <a:gd name="connsiteY3278" fmla="*/ 1910554 h 2398711"/>
              <a:gd name="connsiteX3279" fmla="*/ 1704455 w 2119654"/>
              <a:gd name="connsiteY3279" fmla="*/ 1912128 h 2398711"/>
              <a:gd name="connsiteX3280" fmla="*/ 1705112 w 2119654"/>
              <a:gd name="connsiteY3280" fmla="*/ 1912064 h 2398711"/>
              <a:gd name="connsiteX3281" fmla="*/ 1705221 w 2119654"/>
              <a:gd name="connsiteY3281" fmla="*/ 1910283 h 2398711"/>
              <a:gd name="connsiteX3282" fmla="*/ 1680361 w 2119654"/>
              <a:gd name="connsiteY3282" fmla="*/ 1965550 h 2398711"/>
              <a:gd name="connsiteX3283" fmla="*/ 1691685 w 2119654"/>
              <a:gd name="connsiteY3283" fmla="*/ 1963797 h 2398711"/>
              <a:gd name="connsiteX3284" fmla="*/ 1691752 w 2119654"/>
              <a:gd name="connsiteY3284" fmla="*/ 1960015 h 2398711"/>
              <a:gd name="connsiteX3285" fmla="*/ 1684886 w 2119654"/>
              <a:gd name="connsiteY3285" fmla="*/ 1961216 h 2398711"/>
              <a:gd name="connsiteX3286" fmla="*/ 1700291 w 2119654"/>
              <a:gd name="connsiteY3286" fmla="*/ 1920875 h 2398711"/>
              <a:gd name="connsiteX3287" fmla="*/ 1701559 w 2119654"/>
              <a:gd name="connsiteY3287" fmla="*/ 1920939 h 2398711"/>
              <a:gd name="connsiteX3288" fmla="*/ 1701837 w 2119654"/>
              <a:gd name="connsiteY3288" fmla="*/ 1920013 h 2398711"/>
              <a:gd name="connsiteX3289" fmla="*/ 1803970 w 2119654"/>
              <a:gd name="connsiteY3289" fmla="*/ 1688490 h 2398711"/>
              <a:gd name="connsiteX3290" fmla="*/ 1818546 w 2119654"/>
              <a:gd name="connsiteY3290" fmla="*/ 1683113 h 2398711"/>
              <a:gd name="connsiteX3291" fmla="*/ 1817023 w 2119654"/>
              <a:gd name="connsiteY3291" fmla="*/ 1679698 h 2398711"/>
              <a:gd name="connsiteX3292" fmla="*/ 1816960 w 2119654"/>
              <a:gd name="connsiteY3292" fmla="*/ 1679635 h 2398711"/>
              <a:gd name="connsiteX3293" fmla="*/ 1807025 w 2119654"/>
              <a:gd name="connsiteY3293" fmla="*/ 1686455 h 2398711"/>
              <a:gd name="connsiteX3294" fmla="*/ 1870088 w 2119654"/>
              <a:gd name="connsiteY3294" fmla="*/ 1540362 h 2398711"/>
              <a:gd name="connsiteX3295" fmla="*/ 1871226 w 2119654"/>
              <a:gd name="connsiteY3295" fmla="*/ 1542029 h 2398711"/>
              <a:gd name="connsiteX3296" fmla="*/ 1876790 w 2119654"/>
              <a:gd name="connsiteY3296" fmla="*/ 1540512 h 2398711"/>
              <a:gd name="connsiteX3297" fmla="*/ 1875120 w 2119654"/>
              <a:gd name="connsiteY3297" fmla="*/ 1537078 h 2398711"/>
              <a:gd name="connsiteX3298" fmla="*/ 1705275 w 2119654"/>
              <a:gd name="connsiteY3298" fmla="*/ 1909399 h 2398711"/>
              <a:gd name="connsiteX3299" fmla="*/ 1705063 w 2119654"/>
              <a:gd name="connsiteY3299" fmla="*/ 1910102 h 2398711"/>
              <a:gd name="connsiteX3300" fmla="*/ 1705242 w 2119654"/>
              <a:gd name="connsiteY3300" fmla="*/ 1909938 h 2398711"/>
              <a:gd name="connsiteX3301" fmla="*/ 1715912 w 2119654"/>
              <a:gd name="connsiteY3301" fmla="*/ 1885484 h 2398711"/>
              <a:gd name="connsiteX3302" fmla="*/ 1718377 w 2119654"/>
              <a:gd name="connsiteY3302" fmla="*/ 1884309 h 2398711"/>
              <a:gd name="connsiteX3303" fmla="*/ 1718511 w 2119654"/>
              <a:gd name="connsiteY3303" fmla="*/ 1883504 h 2398711"/>
              <a:gd name="connsiteX3304" fmla="*/ 1767907 w 2119654"/>
              <a:gd name="connsiteY3304" fmla="*/ 1769007 h 2398711"/>
              <a:gd name="connsiteX3305" fmla="*/ 1768170 w 2119654"/>
              <a:gd name="connsiteY3305" fmla="*/ 1770007 h 2398711"/>
              <a:gd name="connsiteX3306" fmla="*/ 1768355 w 2119654"/>
              <a:gd name="connsiteY3306" fmla="*/ 1769939 h 2398711"/>
              <a:gd name="connsiteX3307" fmla="*/ 1768456 w 2119654"/>
              <a:gd name="connsiteY3307" fmla="*/ 1768838 h 2398711"/>
              <a:gd name="connsiteX3308" fmla="*/ 1843229 w 2119654"/>
              <a:gd name="connsiteY3308" fmla="*/ 1600116 h 2398711"/>
              <a:gd name="connsiteX3309" fmla="*/ 1844174 w 2119654"/>
              <a:gd name="connsiteY3309" fmla="*/ 1603401 h 2398711"/>
              <a:gd name="connsiteX3310" fmla="*/ 1850632 w 2119654"/>
              <a:gd name="connsiteY3310" fmla="*/ 1600591 h 2398711"/>
              <a:gd name="connsiteX3311" fmla="*/ 1857310 w 2119654"/>
              <a:gd name="connsiteY3311" fmla="*/ 1589141 h 2398711"/>
              <a:gd name="connsiteX3312" fmla="*/ 1848812 w 2119654"/>
              <a:gd name="connsiteY3312" fmla="*/ 1593551 h 2398711"/>
              <a:gd name="connsiteX3313" fmla="*/ 1770266 w 2119654"/>
              <a:gd name="connsiteY3313" fmla="*/ 1763463 h 2398711"/>
              <a:gd name="connsiteX3314" fmla="*/ 1769986 w 2119654"/>
              <a:gd name="connsiteY3314" fmla="*/ 1766517 h 2398711"/>
              <a:gd name="connsiteX3315" fmla="*/ 1780344 w 2119654"/>
              <a:gd name="connsiteY3315" fmla="*/ 1763341 h 2398711"/>
              <a:gd name="connsiteX3316" fmla="*/ 1777918 w 2119654"/>
              <a:gd name="connsiteY3316" fmla="*/ 1760920 h 2398711"/>
              <a:gd name="connsiteX3317" fmla="*/ 1778670 w 2119654"/>
              <a:gd name="connsiteY3317" fmla="*/ 1744624 h 2398711"/>
              <a:gd name="connsiteX3318" fmla="*/ 1781744 w 2119654"/>
              <a:gd name="connsiteY3318" fmla="*/ 1750376 h 2398711"/>
              <a:gd name="connsiteX3319" fmla="*/ 1782891 w 2119654"/>
              <a:gd name="connsiteY3319" fmla="*/ 1749467 h 2398711"/>
              <a:gd name="connsiteX3320" fmla="*/ 1781155 w 2119654"/>
              <a:gd name="connsiteY3320" fmla="*/ 1744821 h 2398711"/>
              <a:gd name="connsiteX3321" fmla="*/ 1780342 w 2119654"/>
              <a:gd name="connsiteY3321" fmla="*/ 1743728 h 2398711"/>
              <a:gd name="connsiteX3322" fmla="*/ 1810799 w 2119654"/>
              <a:gd name="connsiteY3322" fmla="*/ 1672637 h 2398711"/>
              <a:gd name="connsiteX3323" fmla="*/ 1815684 w 2119654"/>
              <a:gd name="connsiteY3323" fmla="*/ 1677612 h 2398711"/>
              <a:gd name="connsiteX3324" fmla="*/ 1816057 w 2119654"/>
              <a:gd name="connsiteY3324" fmla="*/ 1677535 h 2398711"/>
              <a:gd name="connsiteX3325" fmla="*/ 1812894 w 2119654"/>
              <a:gd name="connsiteY3325" fmla="*/ 1670447 h 2398711"/>
              <a:gd name="connsiteX3326" fmla="*/ 1812533 w 2119654"/>
              <a:gd name="connsiteY3326" fmla="*/ 1669664 h 2398711"/>
              <a:gd name="connsiteX3327" fmla="*/ 1784225 w 2119654"/>
              <a:gd name="connsiteY3327" fmla="*/ 1732126 h 2398711"/>
              <a:gd name="connsiteX3328" fmla="*/ 1784319 w 2119654"/>
              <a:gd name="connsiteY3328" fmla="*/ 1732482 h 2398711"/>
              <a:gd name="connsiteX3329" fmla="*/ 1786050 w 2119654"/>
              <a:gd name="connsiteY3329" fmla="*/ 1731150 h 2398711"/>
              <a:gd name="connsiteX3330" fmla="*/ 1738757 w 2119654"/>
              <a:gd name="connsiteY3330" fmla="*/ 1833912 h 2398711"/>
              <a:gd name="connsiteX3331" fmla="*/ 1739004 w 2119654"/>
              <a:gd name="connsiteY3331" fmla="*/ 1836166 h 2398711"/>
              <a:gd name="connsiteX3332" fmla="*/ 1743106 w 2119654"/>
              <a:gd name="connsiteY3332" fmla="*/ 1833609 h 2398711"/>
              <a:gd name="connsiteX3333" fmla="*/ 1742542 w 2119654"/>
              <a:gd name="connsiteY3333" fmla="*/ 1832062 h 2398711"/>
              <a:gd name="connsiteX3334" fmla="*/ 1740857 w 2119654"/>
              <a:gd name="connsiteY3334" fmla="*/ 1832983 h 2398711"/>
              <a:gd name="connsiteX3335" fmla="*/ 1723235 w 2119654"/>
              <a:gd name="connsiteY3335" fmla="*/ 1868659 h 2398711"/>
              <a:gd name="connsiteX3336" fmla="*/ 1723159 w 2119654"/>
              <a:gd name="connsiteY3336" fmla="*/ 1869115 h 2398711"/>
              <a:gd name="connsiteX3337" fmla="*/ 1724828 w 2119654"/>
              <a:gd name="connsiteY3337" fmla="*/ 1868099 h 2398711"/>
              <a:gd name="connsiteX3338" fmla="*/ 1851395 w 2119654"/>
              <a:gd name="connsiteY3338" fmla="*/ 1581640 h 2398711"/>
              <a:gd name="connsiteX3339" fmla="*/ 1851685 w 2119654"/>
              <a:gd name="connsiteY3339" fmla="*/ 1582240 h 2398711"/>
              <a:gd name="connsiteX3340" fmla="*/ 1852519 w 2119654"/>
              <a:gd name="connsiteY3340" fmla="*/ 1581332 h 2398711"/>
              <a:gd name="connsiteX3341" fmla="*/ 1766952 w 2119654"/>
              <a:gd name="connsiteY3341" fmla="*/ 1770684 h 2398711"/>
              <a:gd name="connsiteX3342" fmla="*/ 1767001 w 2119654"/>
              <a:gd name="connsiteY3342" fmla="*/ 1770875 h 2398711"/>
              <a:gd name="connsiteX3343" fmla="*/ 1767344 w 2119654"/>
              <a:gd name="connsiteY3343" fmla="*/ 1770709 h 2398711"/>
              <a:gd name="connsiteX3344" fmla="*/ 1767303 w 2119654"/>
              <a:gd name="connsiteY3344" fmla="*/ 1770553 h 2398711"/>
              <a:gd name="connsiteX3345" fmla="*/ 1770338 w 2119654"/>
              <a:gd name="connsiteY3345" fmla="*/ 1762683 h 2398711"/>
              <a:gd name="connsiteX3346" fmla="*/ 1770306 w 2119654"/>
              <a:gd name="connsiteY3346" fmla="*/ 1763025 h 2398711"/>
              <a:gd name="connsiteX3347" fmla="*/ 1777598 w 2119654"/>
              <a:gd name="connsiteY3347" fmla="*/ 1760601 h 2398711"/>
              <a:gd name="connsiteX3348" fmla="*/ 1777049 w 2119654"/>
              <a:gd name="connsiteY3348" fmla="*/ 1760053 h 2398711"/>
              <a:gd name="connsiteX3349" fmla="*/ 1776870 w 2119654"/>
              <a:gd name="connsiteY3349" fmla="*/ 1760073 h 2398711"/>
              <a:gd name="connsiteX3350" fmla="*/ 1675243 w 2119654"/>
              <a:gd name="connsiteY3350" fmla="*/ 1975416 h 2398711"/>
              <a:gd name="connsiteX3351" fmla="*/ 1687963 w 2119654"/>
              <a:gd name="connsiteY3351" fmla="*/ 1976022 h 2398711"/>
              <a:gd name="connsiteX3352" fmla="*/ 1689840 w 2119654"/>
              <a:gd name="connsiteY3352" fmla="*/ 1976086 h 2398711"/>
              <a:gd name="connsiteX3353" fmla="*/ 1691478 w 2119654"/>
              <a:gd name="connsiteY3353" fmla="*/ 1975690 h 2398711"/>
              <a:gd name="connsiteX3354" fmla="*/ 1691495 w 2119654"/>
              <a:gd name="connsiteY3354" fmla="*/ 1974763 h 2398711"/>
              <a:gd name="connsiteX3355" fmla="*/ 1682297 w 2119654"/>
              <a:gd name="connsiteY3355" fmla="*/ 1974887 h 2398711"/>
              <a:gd name="connsiteX3356" fmla="*/ 1778386 w 2119654"/>
              <a:gd name="connsiteY3356" fmla="*/ 1744092 h 2398711"/>
              <a:gd name="connsiteX3357" fmla="*/ 1778440 w 2119654"/>
              <a:gd name="connsiteY3357" fmla="*/ 1744195 h 2398711"/>
              <a:gd name="connsiteX3358" fmla="*/ 1780063 w 2119654"/>
              <a:gd name="connsiteY3358" fmla="*/ 1743352 h 2398711"/>
              <a:gd name="connsiteX3359" fmla="*/ 1779970 w 2119654"/>
              <a:gd name="connsiteY3359" fmla="*/ 1743228 h 2398711"/>
              <a:gd name="connsiteX3360" fmla="*/ 1710730 w 2119654"/>
              <a:gd name="connsiteY3360" fmla="*/ 1895473 h 2398711"/>
              <a:gd name="connsiteX3361" fmla="*/ 1710942 w 2119654"/>
              <a:gd name="connsiteY3361" fmla="*/ 1897329 h 2398711"/>
              <a:gd name="connsiteX3362" fmla="*/ 1713941 w 2119654"/>
              <a:gd name="connsiteY3362" fmla="*/ 1897030 h 2398711"/>
              <a:gd name="connsiteX3363" fmla="*/ 1714045 w 2119654"/>
              <a:gd name="connsiteY3363" fmla="*/ 1896984 h 2398711"/>
              <a:gd name="connsiteX3364" fmla="*/ 1714025 w 2119654"/>
              <a:gd name="connsiteY3364" fmla="*/ 1897022 h 2398711"/>
              <a:gd name="connsiteX3365" fmla="*/ 1716292 w 2119654"/>
              <a:gd name="connsiteY3365" fmla="*/ 1896795 h 2398711"/>
              <a:gd name="connsiteX3366" fmla="*/ 1716645 w 2119654"/>
              <a:gd name="connsiteY3366" fmla="*/ 1894682 h 2398711"/>
              <a:gd name="connsiteX3367" fmla="*/ 1714901 w 2119654"/>
              <a:gd name="connsiteY3367" fmla="*/ 1894459 h 2398711"/>
              <a:gd name="connsiteX3368" fmla="*/ 1839926 w 2119654"/>
              <a:gd name="connsiteY3368" fmla="*/ 1605988 h 2398711"/>
              <a:gd name="connsiteX3369" fmla="*/ 1842893 w 2119654"/>
              <a:gd name="connsiteY3369" fmla="*/ 1612508 h 2398711"/>
              <a:gd name="connsiteX3370" fmla="*/ 1841317 w 2119654"/>
              <a:gd name="connsiteY3370" fmla="*/ 1605384 h 2398711"/>
              <a:gd name="connsiteX3371" fmla="*/ 1703084 w 2119654"/>
              <a:gd name="connsiteY3371" fmla="*/ 1912262 h 2398711"/>
              <a:gd name="connsiteX3372" fmla="*/ 1704199 w 2119654"/>
              <a:gd name="connsiteY3372" fmla="*/ 1912153 h 2398711"/>
              <a:gd name="connsiteX3373" fmla="*/ 1704584 w 2119654"/>
              <a:gd name="connsiteY3373" fmla="*/ 1910873 h 2398711"/>
              <a:gd name="connsiteX3374" fmla="*/ 1738621 w 2119654"/>
              <a:gd name="connsiteY3374" fmla="*/ 1832666 h 2398711"/>
              <a:gd name="connsiteX3375" fmla="*/ 1738754 w 2119654"/>
              <a:gd name="connsiteY3375" fmla="*/ 1833885 h 2398711"/>
              <a:gd name="connsiteX3376" fmla="*/ 1742482 w 2119654"/>
              <a:gd name="connsiteY3376" fmla="*/ 1831899 h 2398711"/>
              <a:gd name="connsiteX3377" fmla="*/ 1741901 w 2119654"/>
              <a:gd name="connsiteY3377" fmla="*/ 1830304 h 2398711"/>
              <a:gd name="connsiteX3378" fmla="*/ 1740811 w 2119654"/>
              <a:gd name="connsiteY3378" fmla="*/ 1831104 h 2398711"/>
              <a:gd name="connsiteX3379" fmla="*/ 1689087 w 2119654"/>
              <a:gd name="connsiteY3379" fmla="*/ 1943421 h 2398711"/>
              <a:gd name="connsiteX3380" fmla="*/ 1691069 w 2119654"/>
              <a:gd name="connsiteY3380" fmla="*/ 1948990 h 2398711"/>
              <a:gd name="connsiteX3381" fmla="*/ 1691947 w 2119654"/>
              <a:gd name="connsiteY3381" fmla="*/ 1948858 h 2398711"/>
              <a:gd name="connsiteX3382" fmla="*/ 1692048 w 2119654"/>
              <a:gd name="connsiteY3382" fmla="*/ 1943040 h 2398711"/>
              <a:gd name="connsiteX3383" fmla="*/ 1740957 w 2119654"/>
              <a:gd name="connsiteY3383" fmla="*/ 1827193 h 2398711"/>
              <a:gd name="connsiteX3384" fmla="*/ 1741926 w 2119654"/>
              <a:gd name="connsiteY3384" fmla="*/ 1829852 h 2398711"/>
              <a:gd name="connsiteX3385" fmla="*/ 1752980 w 2119654"/>
              <a:gd name="connsiteY3385" fmla="*/ 1821967 h 2398711"/>
              <a:gd name="connsiteX3386" fmla="*/ 1757064 w 2119654"/>
              <a:gd name="connsiteY3386" fmla="*/ 1818970 h 2398711"/>
              <a:gd name="connsiteX3387" fmla="*/ 1749576 w 2119654"/>
              <a:gd name="connsiteY3387" fmla="*/ 1820027 h 2398711"/>
              <a:gd name="connsiteX3388" fmla="*/ 1783910 w 2119654"/>
              <a:gd name="connsiteY3388" fmla="*/ 1730929 h 2398711"/>
              <a:gd name="connsiteX3389" fmla="*/ 1784112 w 2119654"/>
              <a:gd name="connsiteY3389" fmla="*/ 1731694 h 2398711"/>
              <a:gd name="connsiteX3390" fmla="*/ 1786204 w 2119654"/>
              <a:gd name="connsiteY3390" fmla="*/ 1730575 h 2398711"/>
              <a:gd name="connsiteX3391" fmla="*/ 1785703 w 2119654"/>
              <a:gd name="connsiteY3391" fmla="*/ 1729543 h 2398711"/>
              <a:gd name="connsiteX3392" fmla="*/ 1841191 w 2119654"/>
              <a:gd name="connsiteY3392" fmla="*/ 1602512 h 2398711"/>
              <a:gd name="connsiteX3393" fmla="*/ 1841587 w 2119654"/>
              <a:gd name="connsiteY3393" fmla="*/ 1604299 h 2398711"/>
              <a:gd name="connsiteX3394" fmla="*/ 1842728 w 2119654"/>
              <a:gd name="connsiteY3394" fmla="*/ 1603945 h 2398711"/>
              <a:gd name="connsiteX3395" fmla="*/ 1841954 w 2119654"/>
              <a:gd name="connsiteY3395" fmla="*/ 1601615 h 2398711"/>
              <a:gd name="connsiteX3396" fmla="*/ 1806834 w 2119654"/>
              <a:gd name="connsiteY3396" fmla="*/ 1679436 h 2398711"/>
              <a:gd name="connsiteX3397" fmla="*/ 1815093 w 2119654"/>
              <a:gd name="connsiteY3397" fmla="*/ 1677734 h 2398711"/>
              <a:gd name="connsiteX3398" fmla="*/ 1810534 w 2119654"/>
              <a:gd name="connsiteY3398" fmla="*/ 1673091 h 2398711"/>
              <a:gd name="connsiteX3399" fmla="*/ 1746529 w 2119654"/>
              <a:gd name="connsiteY3399" fmla="*/ 1814448 h 2398711"/>
              <a:gd name="connsiteX3400" fmla="*/ 1753889 w 2119654"/>
              <a:gd name="connsiteY3400" fmla="*/ 1813996 h 2398711"/>
              <a:gd name="connsiteX3401" fmla="*/ 1761687 w 2119654"/>
              <a:gd name="connsiteY3401" fmla="*/ 1807513 h 2398711"/>
              <a:gd name="connsiteX3402" fmla="*/ 1752828 w 2119654"/>
              <a:gd name="connsiteY3402" fmla="*/ 1810624 h 2398711"/>
              <a:gd name="connsiteX3403" fmla="*/ 1753297 w 2119654"/>
              <a:gd name="connsiteY3403" fmla="*/ 1810589 h 2398711"/>
              <a:gd name="connsiteX3404" fmla="*/ 1752999 w 2119654"/>
              <a:gd name="connsiteY3404" fmla="*/ 1810918 h 2398711"/>
              <a:gd name="connsiteX3405" fmla="*/ 1751881 w 2119654"/>
              <a:gd name="connsiteY3405" fmla="*/ 1811002 h 2398711"/>
              <a:gd name="connsiteX3406" fmla="*/ 1851531 w 2119654"/>
              <a:gd name="connsiteY3406" fmla="*/ 1579283 h 2398711"/>
              <a:gd name="connsiteX3407" fmla="*/ 1851879 w 2119654"/>
              <a:gd name="connsiteY3407" fmla="*/ 1579248 h 2398711"/>
              <a:gd name="connsiteX3408" fmla="*/ 1854738 w 2119654"/>
              <a:gd name="connsiteY3408" fmla="*/ 1578916 h 2398711"/>
              <a:gd name="connsiteX3409" fmla="*/ 1860465 w 2119654"/>
              <a:gd name="connsiteY3409" fmla="*/ 1572680 h 2398711"/>
              <a:gd name="connsiteX3410" fmla="*/ 1766624 w 2119654"/>
              <a:gd name="connsiteY3410" fmla="*/ 1769400 h 2398711"/>
              <a:gd name="connsiteX3411" fmla="*/ 1766900 w 2119654"/>
              <a:gd name="connsiteY3411" fmla="*/ 1770481 h 2398711"/>
              <a:gd name="connsiteX3412" fmla="*/ 1767250 w 2119654"/>
              <a:gd name="connsiteY3412" fmla="*/ 1770350 h 2398711"/>
              <a:gd name="connsiteX3413" fmla="*/ 1766971 w 2119654"/>
              <a:gd name="connsiteY3413" fmla="*/ 1769294 h 2398711"/>
              <a:gd name="connsiteX3414" fmla="*/ 1710202 w 2119654"/>
              <a:gd name="connsiteY3414" fmla="*/ 1895601 h 2398711"/>
              <a:gd name="connsiteX3415" fmla="*/ 1710703 w 2119654"/>
              <a:gd name="connsiteY3415" fmla="*/ 1897283 h 2398711"/>
              <a:gd name="connsiteX3416" fmla="*/ 1710501 w 2119654"/>
              <a:gd name="connsiteY3416" fmla="*/ 1895528 h 2398711"/>
              <a:gd name="connsiteX3417" fmla="*/ 1714007 w 2119654"/>
              <a:gd name="connsiteY3417" fmla="*/ 1887057 h 2398711"/>
              <a:gd name="connsiteX3418" fmla="*/ 1717979 w 2119654"/>
              <a:gd name="connsiteY3418" fmla="*/ 1886694 h 2398711"/>
              <a:gd name="connsiteX3419" fmla="*/ 1718258 w 2119654"/>
              <a:gd name="connsiteY3419" fmla="*/ 1885021 h 2398711"/>
              <a:gd name="connsiteX3420" fmla="*/ 1695582 w 2119654"/>
              <a:gd name="connsiteY3420" fmla="*/ 1928268 h 2398711"/>
              <a:gd name="connsiteX3421" fmla="*/ 1696689 w 2119654"/>
              <a:gd name="connsiteY3421" fmla="*/ 1937243 h 2398711"/>
              <a:gd name="connsiteX3422" fmla="*/ 1703220 w 2119654"/>
              <a:gd name="connsiteY3422" fmla="*/ 1934951 h 2398711"/>
              <a:gd name="connsiteX3423" fmla="*/ 1704294 w 2119654"/>
              <a:gd name="connsiteY3423" fmla="*/ 1924371 h 2398711"/>
              <a:gd name="connsiteX3424" fmla="*/ 1770912 w 2119654"/>
              <a:gd name="connsiteY3424" fmla="*/ 1759346 h 2398711"/>
              <a:gd name="connsiteX3425" fmla="*/ 1771180 w 2119654"/>
              <a:gd name="connsiteY3425" fmla="*/ 1759316 h 2398711"/>
              <a:gd name="connsiteX3426" fmla="*/ 1774877 w 2119654"/>
              <a:gd name="connsiteY3426" fmla="*/ 1757887 h 2398711"/>
              <a:gd name="connsiteX3427" fmla="*/ 1773937 w 2119654"/>
              <a:gd name="connsiteY3427" fmla="*/ 1756948 h 2398711"/>
              <a:gd name="connsiteX3428" fmla="*/ 1648239 w 2119654"/>
              <a:gd name="connsiteY3428" fmla="*/ 2033976 h 2398711"/>
              <a:gd name="connsiteX3429" fmla="*/ 1648104 w 2119654"/>
              <a:gd name="connsiteY3429" fmla="*/ 2041322 h 2398711"/>
              <a:gd name="connsiteX3430" fmla="*/ 1651481 w 2119654"/>
              <a:gd name="connsiteY3430" fmla="*/ 2041442 h 2398711"/>
              <a:gd name="connsiteX3431" fmla="*/ 1652235 w 2119654"/>
              <a:gd name="connsiteY3431" fmla="*/ 2036274 h 2398711"/>
              <a:gd name="connsiteX3432" fmla="*/ 1652465 w 2119654"/>
              <a:gd name="connsiteY3432" fmla="*/ 2034405 h 2398711"/>
              <a:gd name="connsiteX3433" fmla="*/ 1708201 w 2119654"/>
              <a:gd name="connsiteY3433" fmla="*/ 1899662 h 2398711"/>
              <a:gd name="connsiteX3434" fmla="*/ 1708062 w 2119654"/>
              <a:gd name="connsiteY3434" fmla="*/ 1900126 h 2398711"/>
              <a:gd name="connsiteX3435" fmla="*/ 1709266 w 2119654"/>
              <a:gd name="connsiteY3435" fmla="*/ 1899526 h 2398711"/>
              <a:gd name="connsiteX3436" fmla="*/ 1709166 w 2119654"/>
              <a:gd name="connsiteY3436" fmla="*/ 1899800 h 2398711"/>
              <a:gd name="connsiteX3437" fmla="*/ 1707982 w 2119654"/>
              <a:gd name="connsiteY3437" fmla="*/ 1900390 h 2398711"/>
              <a:gd name="connsiteX3438" fmla="*/ 1706849 w 2119654"/>
              <a:gd name="connsiteY3438" fmla="*/ 1904160 h 2398711"/>
              <a:gd name="connsiteX3439" fmla="*/ 1706820 w 2119654"/>
              <a:gd name="connsiteY3439" fmla="*/ 1904450 h 2398711"/>
              <a:gd name="connsiteX3440" fmla="*/ 1711100 w 2119654"/>
              <a:gd name="connsiteY3440" fmla="*/ 1902258 h 2398711"/>
              <a:gd name="connsiteX3441" fmla="*/ 1710077 w 2119654"/>
              <a:gd name="connsiteY3441" fmla="*/ 1898830 h 2398711"/>
              <a:gd name="connsiteX3442" fmla="*/ 1656809 w 2119654"/>
              <a:gd name="connsiteY3442" fmla="*/ 2014699 h 2398711"/>
              <a:gd name="connsiteX3443" fmla="*/ 1673614 w 2119654"/>
              <a:gd name="connsiteY3443" fmla="*/ 2010806 h 2398711"/>
              <a:gd name="connsiteX3444" fmla="*/ 1665498 w 2119654"/>
              <a:gd name="connsiteY3444" fmla="*/ 2009880 h 2398711"/>
              <a:gd name="connsiteX3445" fmla="*/ 1663443 w 2119654"/>
              <a:gd name="connsiteY3445" fmla="*/ 2010291 h 2398711"/>
              <a:gd name="connsiteX3446" fmla="*/ 1832654 w 2119654"/>
              <a:gd name="connsiteY3446" fmla="*/ 1620918 h 2398711"/>
              <a:gd name="connsiteX3447" fmla="*/ 1835821 w 2119654"/>
              <a:gd name="connsiteY3447" fmla="*/ 1622604 h 2398711"/>
              <a:gd name="connsiteX3448" fmla="*/ 1839087 w 2119654"/>
              <a:gd name="connsiteY3448" fmla="*/ 1618936 h 2398711"/>
              <a:gd name="connsiteX3449" fmla="*/ 1747675 w 2119654"/>
              <a:gd name="connsiteY3449" fmla="*/ 1811010 h 2398711"/>
              <a:gd name="connsiteX3450" fmla="*/ 1750278 w 2119654"/>
              <a:gd name="connsiteY3450" fmla="*/ 1810815 h 2398711"/>
              <a:gd name="connsiteX3451" fmla="*/ 1752294 w 2119654"/>
              <a:gd name="connsiteY3451" fmla="*/ 1810107 h 2398711"/>
              <a:gd name="connsiteX3452" fmla="*/ 1762155 w 2119654"/>
              <a:gd name="connsiteY3452" fmla="*/ 1803758 h 2398711"/>
              <a:gd name="connsiteX3453" fmla="*/ 1760979 w 2119654"/>
              <a:gd name="connsiteY3453" fmla="*/ 1801700 h 2398711"/>
              <a:gd name="connsiteX3454" fmla="*/ 1760620 w 2119654"/>
              <a:gd name="connsiteY3454" fmla="*/ 1801091 h 2398711"/>
              <a:gd name="connsiteX3455" fmla="*/ 1756745 w 2119654"/>
              <a:gd name="connsiteY3455" fmla="*/ 1802322 h 2398711"/>
              <a:gd name="connsiteX3456" fmla="*/ 1814033 w 2119654"/>
              <a:gd name="connsiteY3456" fmla="*/ 1662325 h 2398711"/>
              <a:gd name="connsiteX3457" fmla="*/ 1814880 w 2119654"/>
              <a:gd name="connsiteY3457" fmla="*/ 1661907 h 2398711"/>
              <a:gd name="connsiteX3458" fmla="*/ 1815421 w 2119654"/>
              <a:gd name="connsiteY3458" fmla="*/ 1660980 h 2398711"/>
              <a:gd name="connsiteX3459" fmla="*/ 1839542 w 2119654"/>
              <a:gd name="connsiteY3459" fmla="*/ 1605143 h 2398711"/>
              <a:gd name="connsiteX3460" fmla="*/ 1839644 w 2119654"/>
              <a:gd name="connsiteY3460" fmla="*/ 1605371 h 2398711"/>
              <a:gd name="connsiteX3461" fmla="*/ 1841167 w 2119654"/>
              <a:gd name="connsiteY3461" fmla="*/ 1604708 h 2398711"/>
              <a:gd name="connsiteX3462" fmla="*/ 1841153 w 2119654"/>
              <a:gd name="connsiteY3462" fmla="*/ 1604644 h 2398711"/>
              <a:gd name="connsiteX3463" fmla="*/ 1708653 w 2119654"/>
              <a:gd name="connsiteY3463" fmla="*/ 1898159 h 2398711"/>
              <a:gd name="connsiteX3464" fmla="*/ 1708230 w 2119654"/>
              <a:gd name="connsiteY3464" fmla="*/ 1899564 h 2398711"/>
              <a:gd name="connsiteX3465" fmla="*/ 1710055 w 2119654"/>
              <a:gd name="connsiteY3465" fmla="*/ 1898755 h 2398711"/>
              <a:gd name="connsiteX3466" fmla="*/ 1709842 w 2119654"/>
              <a:gd name="connsiteY3466" fmla="*/ 1898041 h 2398711"/>
              <a:gd name="connsiteX3467" fmla="*/ 1847096 w 2119654"/>
              <a:gd name="connsiteY3467" fmla="*/ 1588151 h 2398711"/>
              <a:gd name="connsiteX3468" fmla="*/ 1848861 w 2119654"/>
              <a:gd name="connsiteY3468" fmla="*/ 1587724 h 2398711"/>
              <a:gd name="connsiteX3469" fmla="*/ 1852252 w 2119654"/>
              <a:gd name="connsiteY3469" fmla="*/ 1583737 h 2398711"/>
              <a:gd name="connsiteX3470" fmla="*/ 1851872 w 2119654"/>
              <a:gd name="connsiteY3470" fmla="*/ 1582951 h 2398711"/>
              <a:gd name="connsiteX3471" fmla="*/ 1710549 w 2119654"/>
              <a:gd name="connsiteY3471" fmla="*/ 1893903 h 2398711"/>
              <a:gd name="connsiteX3472" fmla="*/ 1710683 w 2119654"/>
              <a:gd name="connsiteY3472" fmla="*/ 1895073 h 2398711"/>
              <a:gd name="connsiteX3473" fmla="*/ 1713792 w 2119654"/>
              <a:gd name="connsiteY3473" fmla="*/ 1894317 h 2398711"/>
              <a:gd name="connsiteX3474" fmla="*/ 1695012 w 2119654"/>
              <a:gd name="connsiteY3474" fmla="*/ 1928524 h 2398711"/>
              <a:gd name="connsiteX3475" fmla="*/ 1695187 w 2119654"/>
              <a:gd name="connsiteY3475" fmla="*/ 1929468 h 2398711"/>
              <a:gd name="connsiteX3476" fmla="*/ 1695068 w 2119654"/>
              <a:gd name="connsiteY3476" fmla="*/ 1928498 h 2398711"/>
              <a:gd name="connsiteX3477" fmla="*/ 1850591 w 2119654"/>
              <a:gd name="connsiteY3477" fmla="*/ 1579978 h 2398711"/>
              <a:gd name="connsiteX3478" fmla="*/ 1850785 w 2119654"/>
              <a:gd name="connsiteY3478" fmla="*/ 1580378 h 2398711"/>
              <a:gd name="connsiteX3479" fmla="*/ 1854273 w 2119654"/>
              <a:gd name="connsiteY3479" fmla="*/ 1579422 h 2398711"/>
              <a:gd name="connsiteX3480" fmla="*/ 1854504 w 2119654"/>
              <a:gd name="connsiteY3480" fmla="*/ 1579170 h 2398711"/>
              <a:gd name="connsiteX3481" fmla="*/ 1851158 w 2119654"/>
              <a:gd name="connsiteY3481" fmla="*/ 1579558 h 2398711"/>
              <a:gd name="connsiteX3482" fmla="*/ 1910833 w 2119654"/>
              <a:gd name="connsiteY3482" fmla="*/ 1445079 h 2398711"/>
              <a:gd name="connsiteX3483" fmla="*/ 1911559 w 2119654"/>
              <a:gd name="connsiteY3483" fmla="*/ 1444751 h 2398711"/>
              <a:gd name="connsiteX3484" fmla="*/ 1915851 w 2119654"/>
              <a:gd name="connsiteY3484" fmla="*/ 1442741 h 2398711"/>
              <a:gd name="connsiteX3485" fmla="*/ 1914977 w 2119654"/>
              <a:gd name="connsiteY3485" fmla="*/ 1441849 h 2398711"/>
              <a:gd name="connsiteX3486" fmla="*/ 1768362 w 2119654"/>
              <a:gd name="connsiteY3486" fmla="*/ 1764096 h 2398711"/>
              <a:gd name="connsiteX3487" fmla="*/ 1768809 w 2119654"/>
              <a:gd name="connsiteY3487" fmla="*/ 1764990 h 2398711"/>
              <a:gd name="connsiteX3488" fmla="*/ 1768908 w 2119654"/>
              <a:gd name="connsiteY3488" fmla="*/ 1763915 h 2398711"/>
              <a:gd name="connsiteX3489" fmla="*/ 1872488 w 2119654"/>
              <a:gd name="connsiteY3489" fmla="*/ 1530716 h 2398711"/>
              <a:gd name="connsiteX3490" fmla="*/ 1874155 w 2119654"/>
              <a:gd name="connsiteY3490" fmla="*/ 1534144 h 2398711"/>
              <a:gd name="connsiteX3491" fmla="*/ 1875012 w 2119654"/>
              <a:gd name="connsiteY3491" fmla="*/ 1536065 h 2398711"/>
              <a:gd name="connsiteX3492" fmla="*/ 1893024 w 2119654"/>
              <a:gd name="connsiteY3492" fmla="*/ 1524316 h 2398711"/>
              <a:gd name="connsiteX3493" fmla="*/ 1895966 w 2119654"/>
              <a:gd name="connsiteY3493" fmla="*/ 1518772 h 2398711"/>
              <a:gd name="connsiteX3494" fmla="*/ 1872913 w 2119654"/>
              <a:gd name="connsiteY3494" fmla="*/ 1530177 h 2398711"/>
              <a:gd name="connsiteX3495" fmla="*/ 1778946 w 2119654"/>
              <a:gd name="connsiteY3495" fmla="*/ 1740103 h 2398711"/>
              <a:gd name="connsiteX3496" fmla="*/ 1779844 w 2119654"/>
              <a:gd name="connsiteY3496" fmla="*/ 1741310 h 2398711"/>
              <a:gd name="connsiteX3497" fmla="*/ 1779262 w 2119654"/>
              <a:gd name="connsiteY3497" fmla="*/ 1739751 h 2398711"/>
              <a:gd name="connsiteX3498" fmla="*/ 1755718 w 2119654"/>
              <a:gd name="connsiteY3498" fmla="*/ 1792115 h 2398711"/>
              <a:gd name="connsiteX3499" fmla="*/ 1757328 w 2119654"/>
              <a:gd name="connsiteY3499" fmla="*/ 1794933 h 2398711"/>
              <a:gd name="connsiteX3500" fmla="*/ 1764208 w 2119654"/>
              <a:gd name="connsiteY3500" fmla="*/ 1794048 h 2398711"/>
              <a:gd name="connsiteX3501" fmla="*/ 1762767 w 2119654"/>
              <a:gd name="connsiteY3501" fmla="*/ 1791196 h 2398711"/>
              <a:gd name="connsiteX3502" fmla="*/ 1709267 w 2119654"/>
              <a:gd name="connsiteY3502" fmla="*/ 1896116 h 2398711"/>
              <a:gd name="connsiteX3503" fmla="*/ 1708840 w 2119654"/>
              <a:gd name="connsiteY3503" fmla="*/ 1897539 h 2398711"/>
              <a:gd name="connsiteX3504" fmla="*/ 1709667 w 2119654"/>
              <a:gd name="connsiteY3504" fmla="*/ 1897457 h 2398711"/>
              <a:gd name="connsiteX3505" fmla="*/ 1811541 w 2119654"/>
              <a:gd name="connsiteY3505" fmla="*/ 1667087 h 2398711"/>
              <a:gd name="connsiteX3506" fmla="*/ 1811583 w 2119654"/>
              <a:gd name="connsiteY3506" fmla="*/ 1667181 h 2398711"/>
              <a:gd name="connsiteX3507" fmla="*/ 1811666 w 2119654"/>
              <a:gd name="connsiteY3507" fmla="*/ 1667059 h 2398711"/>
              <a:gd name="connsiteX3508" fmla="*/ 1707123 w 2119654"/>
              <a:gd name="connsiteY3508" fmla="*/ 1900819 h 2398711"/>
              <a:gd name="connsiteX3509" fmla="*/ 1707024 w 2119654"/>
              <a:gd name="connsiteY3509" fmla="*/ 1902446 h 2398711"/>
              <a:gd name="connsiteX3510" fmla="*/ 1706976 w 2119654"/>
              <a:gd name="connsiteY3510" fmla="*/ 1902913 h 2398711"/>
              <a:gd name="connsiteX3511" fmla="*/ 1707690 w 2119654"/>
              <a:gd name="connsiteY3511" fmla="*/ 1900536 h 2398711"/>
              <a:gd name="connsiteX3512" fmla="*/ 1839336 w 2119654"/>
              <a:gd name="connsiteY3512" fmla="*/ 1604694 h 2398711"/>
              <a:gd name="connsiteX3513" fmla="*/ 1839458 w 2119654"/>
              <a:gd name="connsiteY3513" fmla="*/ 1604960 h 2398711"/>
              <a:gd name="connsiteX3514" fmla="*/ 1841109 w 2119654"/>
              <a:gd name="connsiteY3514" fmla="*/ 1604447 h 2398711"/>
              <a:gd name="connsiteX3515" fmla="*/ 1840786 w 2119654"/>
              <a:gd name="connsiteY3515" fmla="*/ 1602989 h 2398711"/>
              <a:gd name="connsiteX3516" fmla="*/ 1730894 w 2119654"/>
              <a:gd name="connsiteY3516" fmla="*/ 1847484 h 2398711"/>
              <a:gd name="connsiteX3517" fmla="*/ 1730868 w 2119654"/>
              <a:gd name="connsiteY3517" fmla="*/ 1847708 h 2398711"/>
              <a:gd name="connsiteX3518" fmla="*/ 1730831 w 2119654"/>
              <a:gd name="connsiteY3518" fmla="*/ 1849774 h 2398711"/>
              <a:gd name="connsiteX3519" fmla="*/ 1738631 w 2119654"/>
              <a:gd name="connsiteY3519" fmla="*/ 1848343 h 2398711"/>
              <a:gd name="connsiteX3520" fmla="*/ 1738092 w 2119654"/>
              <a:gd name="connsiteY3520" fmla="*/ 1845470 h 2398711"/>
              <a:gd name="connsiteX3521" fmla="*/ 1770781 w 2119654"/>
              <a:gd name="connsiteY3521" fmla="*/ 1757855 h 2398711"/>
              <a:gd name="connsiteX3522" fmla="*/ 1770661 w 2119654"/>
              <a:gd name="connsiteY3522" fmla="*/ 1759159 h 2398711"/>
              <a:gd name="connsiteX3523" fmla="*/ 1773722 w 2119654"/>
              <a:gd name="connsiteY3523" fmla="*/ 1756734 h 2398711"/>
              <a:gd name="connsiteX3524" fmla="*/ 1773409 w 2119654"/>
              <a:gd name="connsiteY3524" fmla="*/ 1756422 h 2398711"/>
              <a:gd name="connsiteX3525" fmla="*/ 1746490 w 2119654"/>
              <a:gd name="connsiteY3525" fmla="*/ 1812145 h 2398711"/>
              <a:gd name="connsiteX3526" fmla="*/ 1749165 w 2119654"/>
              <a:gd name="connsiteY3526" fmla="*/ 1811205 h 2398711"/>
              <a:gd name="connsiteX3527" fmla="*/ 1747327 w 2119654"/>
              <a:gd name="connsiteY3527" fmla="*/ 1811343 h 2398711"/>
              <a:gd name="connsiteX3528" fmla="*/ 1707166 w 2119654"/>
              <a:gd name="connsiteY3528" fmla="*/ 1900122 h 2398711"/>
              <a:gd name="connsiteX3529" fmla="*/ 1707138 w 2119654"/>
              <a:gd name="connsiteY3529" fmla="*/ 1900586 h 2398711"/>
              <a:gd name="connsiteX3530" fmla="*/ 1707771 w 2119654"/>
              <a:gd name="connsiteY3530" fmla="*/ 1900271 h 2398711"/>
              <a:gd name="connsiteX3531" fmla="*/ 1707915 w 2119654"/>
              <a:gd name="connsiteY3531" fmla="*/ 1899790 h 2398711"/>
              <a:gd name="connsiteX3532" fmla="*/ 1709955 w 2119654"/>
              <a:gd name="connsiteY3532" fmla="*/ 1893827 h 2398711"/>
              <a:gd name="connsiteX3533" fmla="*/ 1709813 w 2119654"/>
              <a:gd name="connsiteY3533" fmla="*/ 1894300 h 2398711"/>
              <a:gd name="connsiteX3534" fmla="*/ 1710087 w 2119654"/>
              <a:gd name="connsiteY3534" fmla="*/ 1895218 h 2398711"/>
              <a:gd name="connsiteX3535" fmla="*/ 1710456 w 2119654"/>
              <a:gd name="connsiteY3535" fmla="*/ 1895128 h 2398711"/>
              <a:gd name="connsiteX3536" fmla="*/ 1710312 w 2119654"/>
              <a:gd name="connsiteY3536" fmla="*/ 1893872 h 2398711"/>
              <a:gd name="connsiteX3537" fmla="*/ 1768103 w 2119654"/>
              <a:gd name="connsiteY3537" fmla="*/ 1763577 h 2398711"/>
              <a:gd name="connsiteX3538" fmla="*/ 1768168 w 2119654"/>
              <a:gd name="connsiteY3538" fmla="*/ 1763706 h 2398711"/>
              <a:gd name="connsiteX3539" fmla="*/ 1768950 w 2119654"/>
              <a:gd name="connsiteY3539" fmla="*/ 1763457 h 2398711"/>
              <a:gd name="connsiteX3540" fmla="*/ 1768971 w 2119654"/>
              <a:gd name="connsiteY3540" fmla="*/ 1763230 h 2398711"/>
              <a:gd name="connsiteX3541" fmla="*/ 1736575 w 2119654"/>
              <a:gd name="connsiteY3541" fmla="*/ 1834126 h 2398711"/>
              <a:gd name="connsiteX3542" fmla="*/ 1736696 w 2119654"/>
              <a:gd name="connsiteY3542" fmla="*/ 1834824 h 2398711"/>
              <a:gd name="connsiteX3543" fmla="*/ 1738442 w 2119654"/>
              <a:gd name="connsiteY3543" fmla="*/ 1834052 h 2398711"/>
              <a:gd name="connsiteX3544" fmla="*/ 1736721 w 2119654"/>
              <a:gd name="connsiteY3544" fmla="*/ 1834968 h 2398711"/>
              <a:gd name="connsiteX3545" fmla="*/ 1736985 w 2119654"/>
              <a:gd name="connsiteY3545" fmla="*/ 1836487 h 2398711"/>
              <a:gd name="connsiteX3546" fmla="*/ 1738689 w 2119654"/>
              <a:gd name="connsiteY3546" fmla="*/ 1836286 h 2398711"/>
              <a:gd name="connsiteX3547" fmla="*/ 1738444 w 2119654"/>
              <a:gd name="connsiteY3547" fmla="*/ 1834051 h 2398711"/>
              <a:gd name="connsiteX3548" fmla="*/ 1738442 w 2119654"/>
              <a:gd name="connsiteY3548" fmla="*/ 1834052 h 2398711"/>
              <a:gd name="connsiteX3549" fmla="*/ 1738444 w 2119654"/>
              <a:gd name="connsiteY3549" fmla="*/ 1834050 h 2398711"/>
              <a:gd name="connsiteX3550" fmla="*/ 1738317 w 2119654"/>
              <a:gd name="connsiteY3550" fmla="*/ 1832884 h 2398711"/>
              <a:gd name="connsiteX3551" fmla="*/ 1655152 w 2119654"/>
              <a:gd name="connsiteY3551" fmla="*/ 2016430 h 2398711"/>
              <a:gd name="connsiteX3552" fmla="*/ 1655061 w 2119654"/>
              <a:gd name="connsiteY3552" fmla="*/ 2017115 h 2398711"/>
              <a:gd name="connsiteX3553" fmla="*/ 1683926 w 2119654"/>
              <a:gd name="connsiteY3553" fmla="*/ 2023177 h 2398711"/>
              <a:gd name="connsiteX3554" fmla="*/ 1683420 w 2119654"/>
              <a:gd name="connsiteY3554" fmla="*/ 2023489 h 2398711"/>
              <a:gd name="connsiteX3555" fmla="*/ 1655007 w 2119654"/>
              <a:gd name="connsiteY3555" fmla="*/ 2017521 h 2398711"/>
              <a:gd name="connsiteX3556" fmla="*/ 1654081 w 2119654"/>
              <a:gd name="connsiteY3556" fmla="*/ 2024528 h 2398711"/>
              <a:gd name="connsiteX3557" fmla="*/ 1653810 w 2119654"/>
              <a:gd name="connsiteY3557" fmla="*/ 2026384 h 2398711"/>
              <a:gd name="connsiteX3558" fmla="*/ 1655040 w 2119654"/>
              <a:gd name="connsiteY3558" fmla="*/ 2026330 h 2398711"/>
              <a:gd name="connsiteX3559" fmla="*/ 1674489 w 2119654"/>
              <a:gd name="connsiteY3559" fmla="*/ 2025211 h 2398711"/>
              <a:gd name="connsiteX3560" fmla="*/ 1674310 w 2119654"/>
              <a:gd name="connsiteY3560" fmla="*/ 2025400 h 2398711"/>
              <a:gd name="connsiteX3561" fmla="*/ 1653781 w 2119654"/>
              <a:gd name="connsiteY3561" fmla="*/ 2026582 h 2398711"/>
              <a:gd name="connsiteX3562" fmla="*/ 1653157 w 2119654"/>
              <a:gd name="connsiteY3562" fmla="*/ 2030856 h 2398711"/>
              <a:gd name="connsiteX3563" fmla="*/ 1653754 w 2119654"/>
              <a:gd name="connsiteY3563" fmla="*/ 2030798 h 2398711"/>
              <a:gd name="connsiteX3564" fmla="*/ 1677787 w 2119654"/>
              <a:gd name="connsiteY3564" fmla="*/ 2028111 h 2398711"/>
              <a:gd name="connsiteX3565" fmla="*/ 1677578 w 2119654"/>
              <a:gd name="connsiteY3565" fmla="*/ 2028359 h 2398711"/>
              <a:gd name="connsiteX3566" fmla="*/ 1653123 w 2119654"/>
              <a:gd name="connsiteY3566" fmla="*/ 2031092 h 2398711"/>
              <a:gd name="connsiteX3567" fmla="*/ 1652713 w 2119654"/>
              <a:gd name="connsiteY3567" fmla="*/ 2033904 h 2398711"/>
              <a:gd name="connsiteX3568" fmla="*/ 1680466 w 2119654"/>
              <a:gd name="connsiteY3568" fmla="*/ 2036723 h 2398711"/>
              <a:gd name="connsiteX3569" fmla="*/ 1687426 w 2119654"/>
              <a:gd name="connsiteY3569" fmla="*/ 2012382 h 2398711"/>
              <a:gd name="connsiteX3570" fmla="*/ 1677509 w 2119654"/>
              <a:gd name="connsiteY3570" fmla="*/ 2011250 h 2398711"/>
              <a:gd name="connsiteX3571" fmla="*/ 1759734 w 2119654"/>
              <a:gd name="connsiteY3571" fmla="*/ 1782249 h 2398711"/>
              <a:gd name="connsiteX3572" fmla="*/ 1760939 w 2119654"/>
              <a:gd name="connsiteY3572" fmla="*/ 1784637 h 2398711"/>
              <a:gd name="connsiteX3573" fmla="*/ 1763560 w 2119654"/>
              <a:gd name="connsiteY3573" fmla="*/ 1783309 h 2398711"/>
              <a:gd name="connsiteX3574" fmla="*/ 1763230 w 2119654"/>
              <a:gd name="connsiteY3574" fmla="*/ 1780435 h 2398711"/>
              <a:gd name="connsiteX3575" fmla="*/ 1772351 w 2119654"/>
              <a:gd name="connsiteY3575" fmla="*/ 1753979 h 2398711"/>
              <a:gd name="connsiteX3576" fmla="*/ 1773645 w 2119654"/>
              <a:gd name="connsiteY3576" fmla="*/ 1755271 h 2398711"/>
              <a:gd name="connsiteX3577" fmla="*/ 1779745 w 2119654"/>
              <a:gd name="connsiteY3577" fmla="*/ 1751943 h 2398711"/>
              <a:gd name="connsiteX3578" fmla="*/ 1845698 w 2119654"/>
              <a:gd name="connsiteY3578" fmla="*/ 1589674 h 2398711"/>
              <a:gd name="connsiteX3579" fmla="*/ 1848098 w 2119654"/>
              <a:gd name="connsiteY3579" fmla="*/ 1588622 h 2398711"/>
              <a:gd name="connsiteX3580" fmla="*/ 1848539 w 2119654"/>
              <a:gd name="connsiteY3580" fmla="*/ 1588103 h 2398711"/>
              <a:gd name="connsiteX3581" fmla="*/ 1846741 w 2119654"/>
              <a:gd name="connsiteY3581" fmla="*/ 1588538 h 2398711"/>
              <a:gd name="connsiteX3582" fmla="*/ 1912982 w 2119654"/>
              <a:gd name="connsiteY3582" fmla="*/ 1438978 h 2398711"/>
              <a:gd name="connsiteX3583" fmla="*/ 1914770 w 2119654"/>
              <a:gd name="connsiteY3583" fmla="*/ 1440849 h 2398711"/>
              <a:gd name="connsiteX3584" fmla="*/ 1920933 w 2119654"/>
              <a:gd name="connsiteY3584" fmla="*/ 1436065 h 2398711"/>
              <a:gd name="connsiteX3585" fmla="*/ 1694192 w 2119654"/>
              <a:gd name="connsiteY3585" fmla="*/ 1928890 h 2398711"/>
              <a:gd name="connsiteX3586" fmla="*/ 1693924 w 2119654"/>
              <a:gd name="connsiteY3586" fmla="*/ 1938214 h 2398711"/>
              <a:gd name="connsiteX3587" fmla="*/ 1696168 w 2119654"/>
              <a:gd name="connsiteY3587" fmla="*/ 1937426 h 2398711"/>
              <a:gd name="connsiteX3588" fmla="*/ 1696031 w 2119654"/>
              <a:gd name="connsiteY3588" fmla="*/ 1936309 h 2398711"/>
              <a:gd name="connsiteX3589" fmla="*/ 1694617 w 2119654"/>
              <a:gd name="connsiteY3589" fmla="*/ 1928701 h 2398711"/>
              <a:gd name="connsiteX3590" fmla="*/ 1648282 w 2119654"/>
              <a:gd name="connsiteY3590" fmla="*/ 2031633 h 2398711"/>
              <a:gd name="connsiteX3591" fmla="*/ 1648249 w 2119654"/>
              <a:gd name="connsiteY3591" fmla="*/ 2033450 h 2398711"/>
              <a:gd name="connsiteX3592" fmla="*/ 1652530 w 2119654"/>
              <a:gd name="connsiteY3592" fmla="*/ 2033885 h 2398711"/>
              <a:gd name="connsiteX3593" fmla="*/ 1652871 w 2119654"/>
              <a:gd name="connsiteY3593" fmla="*/ 2031120 h 2398711"/>
              <a:gd name="connsiteX3594" fmla="*/ 1849618 w 2119654"/>
              <a:gd name="connsiteY3594" fmla="*/ 1580697 h 2398711"/>
              <a:gd name="connsiteX3595" fmla="*/ 1850648 w 2119654"/>
              <a:gd name="connsiteY3595" fmla="*/ 1580416 h 2398711"/>
              <a:gd name="connsiteX3596" fmla="*/ 1850477 w 2119654"/>
              <a:gd name="connsiteY3596" fmla="*/ 1580062 h 2398711"/>
              <a:gd name="connsiteX3597" fmla="*/ 1801017 w 2119654"/>
              <a:gd name="connsiteY3597" fmla="*/ 1689414 h 2398711"/>
              <a:gd name="connsiteX3598" fmla="*/ 1801969 w 2119654"/>
              <a:gd name="connsiteY3598" fmla="*/ 1689228 h 2398711"/>
              <a:gd name="connsiteX3599" fmla="*/ 1802354 w 2119654"/>
              <a:gd name="connsiteY3599" fmla="*/ 1689086 h 2398711"/>
              <a:gd name="connsiteX3600" fmla="*/ 1816794 w 2119654"/>
              <a:gd name="connsiteY3600" fmla="*/ 1679466 h 2398711"/>
              <a:gd name="connsiteX3601" fmla="*/ 1815393 w 2119654"/>
              <a:gd name="connsiteY3601" fmla="*/ 1678040 h 2398711"/>
              <a:gd name="connsiteX3602" fmla="*/ 1806493 w 2119654"/>
              <a:gd name="connsiteY3602" fmla="*/ 1680021 h 2398711"/>
              <a:gd name="connsiteX3603" fmla="*/ 1838243 w 2119654"/>
              <a:gd name="connsiteY3603" fmla="*/ 1605980 h 2398711"/>
              <a:gd name="connsiteX3604" fmla="*/ 1838367 w 2119654"/>
              <a:gd name="connsiteY3604" fmla="*/ 1605926 h 2398711"/>
              <a:gd name="connsiteX3605" fmla="*/ 1838338 w 2119654"/>
              <a:gd name="connsiteY3605" fmla="*/ 1605868 h 2398711"/>
              <a:gd name="connsiteX3606" fmla="*/ 1709660 w 2119654"/>
              <a:gd name="connsiteY3606" fmla="*/ 1893789 h 2398711"/>
              <a:gd name="connsiteX3607" fmla="*/ 1709664 w 2119654"/>
              <a:gd name="connsiteY3607" fmla="*/ 1893801 h 2398711"/>
              <a:gd name="connsiteX3608" fmla="*/ 1709667 w 2119654"/>
              <a:gd name="connsiteY3608" fmla="*/ 1893790 h 2398711"/>
              <a:gd name="connsiteX3609" fmla="*/ 1719243 w 2119654"/>
              <a:gd name="connsiteY3609" fmla="*/ 1872199 h 2398711"/>
              <a:gd name="connsiteX3610" fmla="*/ 1719719 w 2119654"/>
              <a:gd name="connsiteY3610" fmla="*/ 1872205 h 2398711"/>
              <a:gd name="connsiteX3611" fmla="*/ 1719609 w 2119654"/>
              <a:gd name="connsiteY3611" fmla="*/ 1872002 h 2398711"/>
              <a:gd name="connsiteX3612" fmla="*/ 1909429 w 2119654"/>
              <a:gd name="connsiteY3612" fmla="*/ 1446173 h 2398711"/>
              <a:gd name="connsiteX3613" fmla="*/ 1916306 w 2119654"/>
              <a:gd name="connsiteY3613" fmla="*/ 1443204 h 2398711"/>
              <a:gd name="connsiteX3614" fmla="*/ 1916080 w 2119654"/>
              <a:gd name="connsiteY3614" fmla="*/ 1442972 h 2398711"/>
              <a:gd name="connsiteX3615" fmla="*/ 1909703 w 2119654"/>
              <a:gd name="connsiteY3615" fmla="*/ 1445960 h 2398711"/>
              <a:gd name="connsiteX3616" fmla="*/ 1738267 w 2119654"/>
              <a:gd name="connsiteY3616" fmla="*/ 1829429 h 2398711"/>
              <a:gd name="connsiteX3617" fmla="*/ 1738574 w 2119654"/>
              <a:gd name="connsiteY3617" fmla="*/ 1832242 h 2398711"/>
              <a:gd name="connsiteX3618" fmla="*/ 1741775 w 2119654"/>
              <a:gd name="connsiteY3618" fmla="*/ 1829959 h 2398711"/>
              <a:gd name="connsiteX3619" fmla="*/ 1740810 w 2119654"/>
              <a:gd name="connsiteY3619" fmla="*/ 1827315 h 2398711"/>
              <a:gd name="connsiteX3620" fmla="*/ 1727425 w 2119654"/>
              <a:gd name="connsiteY3620" fmla="*/ 1853705 h 2398711"/>
              <a:gd name="connsiteX3621" fmla="*/ 1727682 w 2119654"/>
              <a:gd name="connsiteY3621" fmla="*/ 1864044 h 2398711"/>
              <a:gd name="connsiteX3622" fmla="*/ 1728453 w 2119654"/>
              <a:gd name="connsiteY3622" fmla="*/ 1865674 h 2398711"/>
              <a:gd name="connsiteX3623" fmla="*/ 1728626 w 2119654"/>
              <a:gd name="connsiteY3623" fmla="*/ 1856241 h 2398711"/>
              <a:gd name="connsiteX3624" fmla="*/ 1728363 w 2119654"/>
              <a:gd name="connsiteY3624" fmla="*/ 1853664 h 2398711"/>
              <a:gd name="connsiteX3625" fmla="*/ 1777261 w 2119654"/>
              <a:gd name="connsiteY3625" fmla="*/ 1741989 h 2398711"/>
              <a:gd name="connsiteX3626" fmla="*/ 1778201 w 2119654"/>
              <a:gd name="connsiteY3626" fmla="*/ 1743748 h 2398711"/>
              <a:gd name="connsiteX3627" fmla="*/ 1779735 w 2119654"/>
              <a:gd name="connsiteY3627" fmla="*/ 1742912 h 2398711"/>
              <a:gd name="connsiteX3628" fmla="*/ 1778237 w 2119654"/>
              <a:gd name="connsiteY3628" fmla="*/ 1740897 h 2398711"/>
              <a:gd name="connsiteX3629" fmla="*/ 1784321 w 2119654"/>
              <a:gd name="connsiteY3629" fmla="*/ 1725997 h 2398711"/>
              <a:gd name="connsiteX3630" fmla="*/ 1784749 w 2119654"/>
              <a:gd name="connsiteY3630" fmla="*/ 1726877 h 2398711"/>
              <a:gd name="connsiteX3631" fmla="*/ 1785212 w 2119654"/>
              <a:gd name="connsiteY3631" fmla="*/ 1726792 h 2398711"/>
              <a:gd name="connsiteX3632" fmla="*/ 1784972 w 2119654"/>
              <a:gd name="connsiteY3632" fmla="*/ 1727123 h 2398711"/>
              <a:gd name="connsiteX3633" fmla="*/ 1784878 w 2119654"/>
              <a:gd name="connsiteY3633" fmla="*/ 1727140 h 2398711"/>
              <a:gd name="connsiteX3634" fmla="*/ 1785756 w 2119654"/>
              <a:gd name="connsiteY3634" fmla="*/ 1728947 h 2398711"/>
              <a:gd name="connsiteX3635" fmla="*/ 1792512 w 2119654"/>
              <a:gd name="connsiteY3635" fmla="*/ 1723726 h 2398711"/>
              <a:gd name="connsiteX3636" fmla="*/ 1779050 w 2119654"/>
              <a:gd name="connsiteY3636" fmla="*/ 1737779 h 2398711"/>
              <a:gd name="connsiteX3637" fmla="*/ 1779550 w 2119654"/>
              <a:gd name="connsiteY3637" fmla="*/ 1739118 h 2398711"/>
              <a:gd name="connsiteX3638" fmla="*/ 1780222 w 2119654"/>
              <a:gd name="connsiteY3638" fmla="*/ 1738366 h 2398711"/>
              <a:gd name="connsiteX3639" fmla="*/ 1780201 w 2119654"/>
              <a:gd name="connsiteY3639" fmla="*/ 1738700 h 2398711"/>
              <a:gd name="connsiteX3640" fmla="*/ 1779632 w 2119654"/>
              <a:gd name="connsiteY3640" fmla="*/ 1739336 h 2398711"/>
              <a:gd name="connsiteX3641" fmla="*/ 1780759 w 2119654"/>
              <a:gd name="connsiteY3641" fmla="*/ 1742353 h 2398711"/>
              <a:gd name="connsiteX3642" fmla="*/ 1785455 w 2119654"/>
              <a:gd name="connsiteY3642" fmla="*/ 1739791 h 2398711"/>
              <a:gd name="connsiteX3643" fmla="*/ 1784126 w 2119654"/>
              <a:gd name="connsiteY3643" fmla="*/ 1734751 h 2398711"/>
              <a:gd name="connsiteX3644" fmla="*/ 1784020 w 2119654"/>
              <a:gd name="connsiteY3644" fmla="*/ 1734439 h 2398711"/>
              <a:gd name="connsiteX3645" fmla="*/ 1824749 w 2119654"/>
              <a:gd name="connsiteY3645" fmla="*/ 1635416 h 2398711"/>
              <a:gd name="connsiteX3646" fmla="*/ 1828577 w 2119654"/>
              <a:gd name="connsiteY3646" fmla="*/ 1634402 h 2398711"/>
              <a:gd name="connsiteX3647" fmla="*/ 1829917 w 2119654"/>
              <a:gd name="connsiteY3647" fmla="*/ 1632777 h 2398711"/>
              <a:gd name="connsiteX3648" fmla="*/ 1827178 w 2119654"/>
              <a:gd name="connsiteY3648" fmla="*/ 1633470 h 2398711"/>
              <a:gd name="connsiteX3649" fmla="*/ 1829950 w 2119654"/>
              <a:gd name="connsiteY3649" fmla="*/ 1632736 h 2398711"/>
              <a:gd name="connsiteX3650" fmla="*/ 1833383 w 2119654"/>
              <a:gd name="connsiteY3650" fmla="*/ 1628573 h 2398711"/>
              <a:gd name="connsiteX3651" fmla="*/ 1832386 w 2119654"/>
              <a:gd name="connsiteY3651" fmla="*/ 1626838 h 2398711"/>
              <a:gd name="connsiteX3652" fmla="*/ 1826279 w 2119654"/>
              <a:gd name="connsiteY3652" fmla="*/ 1633697 h 2398711"/>
              <a:gd name="connsiteX3653" fmla="*/ 1827178 w 2119654"/>
              <a:gd name="connsiteY3653" fmla="*/ 1633470 h 2398711"/>
              <a:gd name="connsiteX3654" fmla="*/ 1826266 w 2119654"/>
              <a:gd name="connsiteY3654" fmla="*/ 1633712 h 2398711"/>
              <a:gd name="connsiteX3655" fmla="*/ 1781105 w 2119654"/>
              <a:gd name="connsiteY3655" fmla="*/ 1733096 h 2398711"/>
              <a:gd name="connsiteX3656" fmla="*/ 1782907 w 2119654"/>
              <a:gd name="connsiteY3656" fmla="*/ 1732339 h 2398711"/>
              <a:gd name="connsiteX3657" fmla="*/ 1783238 w 2119654"/>
              <a:gd name="connsiteY3657" fmla="*/ 1732162 h 2398711"/>
              <a:gd name="connsiteX3658" fmla="*/ 1783044 w 2119654"/>
              <a:gd name="connsiteY3658" fmla="*/ 1731599 h 2398711"/>
              <a:gd name="connsiteX3659" fmla="*/ 1769277 w 2119654"/>
              <a:gd name="connsiteY3659" fmla="*/ 1759526 h 2398711"/>
              <a:gd name="connsiteX3660" fmla="*/ 1769311 w 2119654"/>
              <a:gd name="connsiteY3660" fmla="*/ 1759523 h 2398711"/>
              <a:gd name="connsiteX3661" fmla="*/ 1769313 w 2119654"/>
              <a:gd name="connsiteY3661" fmla="*/ 1759498 h 2398711"/>
              <a:gd name="connsiteX3662" fmla="*/ 1724849 w 2119654"/>
              <a:gd name="connsiteY3662" fmla="*/ 1858988 h 2398711"/>
              <a:gd name="connsiteX3663" fmla="*/ 1723317 w 2119654"/>
              <a:gd name="connsiteY3663" fmla="*/ 1868165 h 2398711"/>
              <a:gd name="connsiteX3664" fmla="*/ 1726144 w 2119654"/>
              <a:gd name="connsiteY3664" fmla="*/ 1867298 h 2398711"/>
              <a:gd name="connsiteX3665" fmla="*/ 1727434 w 2119654"/>
              <a:gd name="connsiteY3665" fmla="*/ 1866513 h 2398711"/>
              <a:gd name="connsiteX3666" fmla="*/ 1727348 w 2119654"/>
              <a:gd name="connsiteY3666" fmla="*/ 1864271 h 2398711"/>
              <a:gd name="connsiteX3667" fmla="*/ 1707278 w 2119654"/>
              <a:gd name="connsiteY3667" fmla="*/ 1898296 h 2398711"/>
              <a:gd name="connsiteX3668" fmla="*/ 1707171 w 2119654"/>
              <a:gd name="connsiteY3668" fmla="*/ 1900035 h 2398711"/>
              <a:gd name="connsiteX3669" fmla="*/ 1707944 w 2119654"/>
              <a:gd name="connsiteY3669" fmla="*/ 1899692 h 2398711"/>
              <a:gd name="connsiteX3670" fmla="*/ 1708397 w 2119654"/>
              <a:gd name="connsiteY3670" fmla="*/ 1898185 h 2398711"/>
              <a:gd name="connsiteX3671" fmla="*/ 1701705 w 2119654"/>
              <a:gd name="connsiteY3671" fmla="*/ 1910660 h 2398711"/>
              <a:gd name="connsiteX3672" fmla="*/ 1705247 w 2119654"/>
              <a:gd name="connsiteY3672" fmla="*/ 1908666 h 2398711"/>
              <a:gd name="connsiteX3673" fmla="*/ 1705305 w 2119654"/>
              <a:gd name="connsiteY3673" fmla="*/ 1908470 h 2398711"/>
              <a:gd name="connsiteX3674" fmla="*/ 1731260 w 2119654"/>
              <a:gd name="connsiteY3674" fmla="*/ 1844305 h 2398711"/>
              <a:gd name="connsiteX3675" fmla="*/ 1730922 w 2119654"/>
              <a:gd name="connsiteY3675" fmla="*/ 1847242 h 2398711"/>
              <a:gd name="connsiteX3676" fmla="*/ 1738049 w 2119654"/>
              <a:gd name="connsiteY3676" fmla="*/ 1845247 h 2398711"/>
              <a:gd name="connsiteX3677" fmla="*/ 1737721 w 2119654"/>
              <a:gd name="connsiteY3677" fmla="*/ 1843499 h 2398711"/>
              <a:gd name="connsiteX3678" fmla="*/ 1711624 w 2119654"/>
              <a:gd name="connsiteY3678" fmla="*/ 1888274 h 2398711"/>
              <a:gd name="connsiteX3679" fmla="*/ 1711366 w 2119654"/>
              <a:gd name="connsiteY3679" fmla="*/ 1889130 h 2398711"/>
              <a:gd name="connsiteX3680" fmla="*/ 1717441 w 2119654"/>
              <a:gd name="connsiteY3680" fmla="*/ 1889906 h 2398711"/>
              <a:gd name="connsiteX3681" fmla="*/ 1717914 w 2119654"/>
              <a:gd name="connsiteY3681" fmla="*/ 1887077 h 2398711"/>
              <a:gd name="connsiteX3682" fmla="*/ 1713033 w 2119654"/>
              <a:gd name="connsiteY3682" fmla="*/ 1887524 h 2398711"/>
              <a:gd name="connsiteX3683" fmla="*/ 1712317 w 2119654"/>
              <a:gd name="connsiteY3683" fmla="*/ 1887867 h 2398711"/>
              <a:gd name="connsiteX3684" fmla="*/ 1688145 w 2119654"/>
              <a:gd name="connsiteY3684" fmla="*/ 1940773 h 2398711"/>
              <a:gd name="connsiteX3685" fmla="*/ 1688961 w 2119654"/>
              <a:gd name="connsiteY3685" fmla="*/ 1943066 h 2398711"/>
              <a:gd name="connsiteX3686" fmla="*/ 1692055 w 2119654"/>
              <a:gd name="connsiteY3686" fmla="*/ 1942669 h 2398711"/>
              <a:gd name="connsiteX3687" fmla="*/ 1692112 w 2119654"/>
              <a:gd name="connsiteY3687" fmla="*/ 1939380 h 2398711"/>
              <a:gd name="connsiteX3688" fmla="*/ 1762831 w 2119654"/>
              <a:gd name="connsiteY3688" fmla="*/ 1773452 h 2398711"/>
              <a:gd name="connsiteX3689" fmla="*/ 1763576 w 2119654"/>
              <a:gd name="connsiteY3689" fmla="*/ 1779953 h 2398711"/>
              <a:gd name="connsiteX3690" fmla="*/ 1767094 w 2119654"/>
              <a:gd name="connsiteY3690" fmla="*/ 1778127 h 2398711"/>
              <a:gd name="connsiteX3691" fmla="*/ 1765166 w 2119654"/>
              <a:gd name="connsiteY3691" fmla="*/ 1772321 h 2398711"/>
              <a:gd name="connsiteX3692" fmla="*/ 1766753 w 2119654"/>
              <a:gd name="connsiteY3692" fmla="*/ 1764631 h 2398711"/>
              <a:gd name="connsiteX3693" fmla="*/ 1767455 w 2119654"/>
              <a:gd name="connsiteY3693" fmla="*/ 1767293 h 2398711"/>
              <a:gd name="connsiteX3694" fmla="*/ 1768631 w 2119654"/>
              <a:gd name="connsiteY3694" fmla="*/ 1766934 h 2398711"/>
              <a:gd name="connsiteX3695" fmla="*/ 1768768 w 2119654"/>
              <a:gd name="connsiteY3695" fmla="*/ 1765430 h 2398711"/>
              <a:gd name="connsiteX3696" fmla="*/ 1768139 w 2119654"/>
              <a:gd name="connsiteY3696" fmla="*/ 1764170 h 2398711"/>
              <a:gd name="connsiteX3697" fmla="*/ 1778868 w 2119654"/>
              <a:gd name="connsiteY3697" fmla="*/ 1737292 h 2398711"/>
              <a:gd name="connsiteX3698" fmla="*/ 1778922 w 2119654"/>
              <a:gd name="connsiteY3698" fmla="*/ 1737436 h 2398711"/>
              <a:gd name="connsiteX3699" fmla="*/ 1782007 w 2119654"/>
              <a:gd name="connsiteY3699" fmla="*/ 1735424 h 2398711"/>
              <a:gd name="connsiteX3700" fmla="*/ 1782700 w 2119654"/>
              <a:gd name="connsiteY3700" fmla="*/ 1734958 h 2398711"/>
              <a:gd name="connsiteX3701" fmla="*/ 1780582 w 2119654"/>
              <a:gd name="connsiteY3701" fmla="*/ 1735973 h 2398711"/>
              <a:gd name="connsiteX3702" fmla="*/ 1694253 w 2119654"/>
              <a:gd name="connsiteY3702" fmla="*/ 1926744 h 2398711"/>
              <a:gd name="connsiteX3703" fmla="*/ 1694220 w 2119654"/>
              <a:gd name="connsiteY3703" fmla="*/ 1927918 h 2398711"/>
              <a:gd name="connsiteX3704" fmla="*/ 1694453 w 2119654"/>
              <a:gd name="connsiteY3704" fmla="*/ 1927814 h 2398711"/>
              <a:gd name="connsiteX3705" fmla="*/ 1771106 w 2119654"/>
              <a:gd name="connsiteY3705" fmla="*/ 1754322 h 2398711"/>
              <a:gd name="connsiteX3706" fmla="*/ 1770879 w 2119654"/>
              <a:gd name="connsiteY3706" fmla="*/ 1756779 h 2398711"/>
              <a:gd name="connsiteX3707" fmla="*/ 1772747 w 2119654"/>
              <a:gd name="connsiteY3707" fmla="*/ 1755761 h 2398711"/>
              <a:gd name="connsiteX3708" fmla="*/ 1771261 w 2119654"/>
              <a:gd name="connsiteY3708" fmla="*/ 1754279 h 2398711"/>
              <a:gd name="connsiteX3709" fmla="*/ 1766630 w 2119654"/>
              <a:gd name="connsiteY3709" fmla="*/ 1764165 h 2398711"/>
              <a:gd name="connsiteX3710" fmla="*/ 1766637 w 2119654"/>
              <a:gd name="connsiteY3710" fmla="*/ 1764191 h 2398711"/>
              <a:gd name="connsiteX3711" fmla="*/ 1767943 w 2119654"/>
              <a:gd name="connsiteY3711" fmla="*/ 1763777 h 2398711"/>
              <a:gd name="connsiteX3712" fmla="*/ 1767886 w 2119654"/>
              <a:gd name="connsiteY3712" fmla="*/ 1763664 h 2398711"/>
              <a:gd name="connsiteX3713" fmla="*/ 1783002 w 2119654"/>
              <a:gd name="connsiteY3713" fmla="*/ 1727487 h 2398711"/>
              <a:gd name="connsiteX3714" fmla="*/ 1783789 w 2119654"/>
              <a:gd name="connsiteY3714" fmla="*/ 1730468 h 2398711"/>
              <a:gd name="connsiteX3715" fmla="*/ 1785506 w 2119654"/>
              <a:gd name="connsiteY3715" fmla="*/ 1729140 h 2398711"/>
              <a:gd name="connsiteX3716" fmla="*/ 1784562 w 2119654"/>
              <a:gd name="connsiteY3716" fmla="*/ 1727199 h 2398711"/>
              <a:gd name="connsiteX3717" fmla="*/ 1783904 w 2119654"/>
              <a:gd name="connsiteY3717" fmla="*/ 1725139 h 2398711"/>
              <a:gd name="connsiteX3718" fmla="*/ 1784201 w 2119654"/>
              <a:gd name="connsiteY3718" fmla="*/ 1725750 h 2398711"/>
              <a:gd name="connsiteX3719" fmla="*/ 1793077 w 2119654"/>
              <a:gd name="connsiteY3719" fmla="*/ 1723289 h 2398711"/>
              <a:gd name="connsiteX3720" fmla="*/ 1797179 w 2119654"/>
              <a:gd name="connsiteY3720" fmla="*/ 1720119 h 2398711"/>
              <a:gd name="connsiteX3721" fmla="*/ 1795648 w 2119654"/>
              <a:gd name="connsiteY3721" fmla="*/ 1716762 h 2398711"/>
              <a:gd name="connsiteX3722" fmla="*/ 1653626 w 2119654"/>
              <a:gd name="connsiteY3722" fmla="*/ 2016814 h 2398711"/>
              <a:gd name="connsiteX3723" fmla="*/ 1654612 w 2119654"/>
              <a:gd name="connsiteY3723" fmla="*/ 2017021 h 2398711"/>
              <a:gd name="connsiteX3724" fmla="*/ 1654671 w 2119654"/>
              <a:gd name="connsiteY3724" fmla="*/ 2016541 h 2398711"/>
              <a:gd name="connsiteX3725" fmla="*/ 1653697 w 2119654"/>
              <a:gd name="connsiteY3725" fmla="*/ 2016767 h 2398711"/>
              <a:gd name="connsiteX3726" fmla="*/ 1743920 w 2119654"/>
              <a:gd name="connsiteY3726" fmla="*/ 1814608 h 2398711"/>
              <a:gd name="connsiteX3727" fmla="*/ 1744774 w 2119654"/>
              <a:gd name="connsiteY3727" fmla="*/ 1814555 h 2398711"/>
              <a:gd name="connsiteX3728" fmla="*/ 1749413 w 2119654"/>
              <a:gd name="connsiteY3728" fmla="*/ 1811823 h 2398711"/>
              <a:gd name="connsiteX3729" fmla="*/ 1745328 w 2119654"/>
              <a:gd name="connsiteY3729" fmla="*/ 1813258 h 2398711"/>
              <a:gd name="connsiteX3730" fmla="*/ 1864877 w 2119654"/>
              <a:gd name="connsiteY3730" fmla="*/ 1543760 h 2398711"/>
              <a:gd name="connsiteX3731" fmla="*/ 1870680 w 2119654"/>
              <a:gd name="connsiteY3731" fmla="*/ 1542177 h 2398711"/>
              <a:gd name="connsiteX3732" fmla="*/ 1869639 w 2119654"/>
              <a:gd name="connsiteY3732" fmla="*/ 1540653 h 2398711"/>
              <a:gd name="connsiteX3733" fmla="*/ 1777828 w 2119654"/>
              <a:gd name="connsiteY3733" fmla="*/ 1738600 h 2398711"/>
              <a:gd name="connsiteX3734" fmla="*/ 1778820 w 2119654"/>
              <a:gd name="connsiteY3734" fmla="*/ 1739934 h 2398711"/>
              <a:gd name="connsiteX3735" fmla="*/ 1779179 w 2119654"/>
              <a:gd name="connsiteY3735" fmla="*/ 1739532 h 2398711"/>
              <a:gd name="connsiteX3736" fmla="*/ 1778631 w 2119654"/>
              <a:gd name="connsiteY3736" fmla="*/ 1738062 h 2398711"/>
              <a:gd name="connsiteX3737" fmla="*/ 1707401 w 2119654"/>
              <a:gd name="connsiteY3737" fmla="*/ 1896281 h 2398711"/>
              <a:gd name="connsiteX3738" fmla="*/ 1707315 w 2119654"/>
              <a:gd name="connsiteY3738" fmla="*/ 1897691 h 2398711"/>
              <a:gd name="connsiteX3739" fmla="*/ 1708584 w 2119654"/>
              <a:gd name="connsiteY3739" fmla="*/ 1897564 h 2398711"/>
              <a:gd name="connsiteX3740" fmla="*/ 1708668 w 2119654"/>
              <a:gd name="connsiteY3740" fmla="*/ 1897284 h 2398711"/>
              <a:gd name="connsiteX3741" fmla="*/ 1709070 w 2119654"/>
              <a:gd name="connsiteY3741" fmla="*/ 1895876 h 2398711"/>
              <a:gd name="connsiteX3742" fmla="*/ 1843011 w 2119654"/>
              <a:gd name="connsiteY3742" fmla="*/ 1592600 h 2398711"/>
              <a:gd name="connsiteX3743" fmla="*/ 1845655 w 2119654"/>
              <a:gd name="connsiteY3743" fmla="*/ 1590638 h 2398711"/>
              <a:gd name="connsiteX3744" fmla="*/ 1844399 w 2119654"/>
              <a:gd name="connsiteY3744" fmla="*/ 1591089 h 2398711"/>
              <a:gd name="connsiteX3745" fmla="*/ 1797071 w 2119654"/>
              <a:gd name="connsiteY3745" fmla="*/ 1695428 h 2398711"/>
              <a:gd name="connsiteX3746" fmla="*/ 1817120 w 2119654"/>
              <a:gd name="connsiteY3746" fmla="*/ 1690555 h 2398711"/>
              <a:gd name="connsiteX3747" fmla="*/ 1807389 w 2119654"/>
              <a:gd name="connsiteY3747" fmla="*/ 1691582 h 2398711"/>
              <a:gd name="connsiteX3748" fmla="*/ 1797107 w 2119654"/>
              <a:gd name="connsiteY3748" fmla="*/ 1695375 h 2398711"/>
              <a:gd name="connsiteX3749" fmla="*/ 1655760 w 2119654"/>
              <a:gd name="connsiteY3749" fmla="*/ 2011827 h 2398711"/>
              <a:gd name="connsiteX3750" fmla="*/ 1655335 w 2119654"/>
              <a:gd name="connsiteY3750" fmla="*/ 2015040 h 2398711"/>
              <a:gd name="connsiteX3751" fmla="*/ 1655420 w 2119654"/>
              <a:gd name="connsiteY3751" fmla="*/ 2015021 h 2398711"/>
              <a:gd name="connsiteX3752" fmla="*/ 1662148 w 2119654"/>
              <a:gd name="connsiteY3752" fmla="*/ 2010550 h 2398711"/>
              <a:gd name="connsiteX3753" fmla="*/ 1695033 w 2119654"/>
              <a:gd name="connsiteY3753" fmla="*/ 1923810 h 2398711"/>
              <a:gd name="connsiteX3754" fmla="*/ 1695471 w 2119654"/>
              <a:gd name="connsiteY3754" fmla="*/ 1927361 h 2398711"/>
              <a:gd name="connsiteX3755" fmla="*/ 1704394 w 2119654"/>
              <a:gd name="connsiteY3755" fmla="*/ 1923391 h 2398711"/>
              <a:gd name="connsiteX3756" fmla="*/ 1704453 w 2119654"/>
              <a:gd name="connsiteY3756" fmla="*/ 1922813 h 2398711"/>
              <a:gd name="connsiteX3757" fmla="*/ 1704520 w 2119654"/>
              <a:gd name="connsiteY3757" fmla="*/ 1921711 h 2398711"/>
              <a:gd name="connsiteX3758" fmla="*/ 1701617 w 2119654"/>
              <a:gd name="connsiteY3758" fmla="*/ 1921568 h 2398711"/>
              <a:gd name="connsiteX3759" fmla="*/ 1701363 w 2119654"/>
              <a:gd name="connsiteY3759" fmla="*/ 1922413 h 2398711"/>
              <a:gd name="connsiteX3760" fmla="*/ 1701049 w 2119654"/>
              <a:gd name="connsiteY3760" fmla="*/ 1922634 h 2398711"/>
              <a:gd name="connsiteX3761" fmla="*/ 1701373 w 2119654"/>
              <a:gd name="connsiteY3761" fmla="*/ 1921555 h 2398711"/>
              <a:gd name="connsiteX3762" fmla="*/ 1699261 w 2119654"/>
              <a:gd name="connsiteY3762" fmla="*/ 1921451 h 2398711"/>
              <a:gd name="connsiteX3763" fmla="*/ 1762695 w 2119654"/>
              <a:gd name="connsiteY3763" fmla="*/ 1772272 h 2398711"/>
              <a:gd name="connsiteX3764" fmla="*/ 1762770 w 2119654"/>
              <a:gd name="connsiteY3764" fmla="*/ 1772923 h 2398711"/>
              <a:gd name="connsiteX3765" fmla="*/ 1765006 w 2119654"/>
              <a:gd name="connsiteY3765" fmla="*/ 1771841 h 2398711"/>
              <a:gd name="connsiteX3766" fmla="*/ 1764879 w 2119654"/>
              <a:gd name="connsiteY3766" fmla="*/ 1771457 h 2398711"/>
              <a:gd name="connsiteX3767" fmla="*/ 1718952 w 2119654"/>
              <a:gd name="connsiteY3767" fmla="*/ 1870163 h 2398711"/>
              <a:gd name="connsiteX3768" fmla="*/ 1719404 w 2119654"/>
              <a:gd name="connsiteY3768" fmla="*/ 1870985 h 2398711"/>
              <a:gd name="connsiteX3769" fmla="*/ 1718998 w 2119654"/>
              <a:gd name="connsiteY3769" fmla="*/ 1870147 h 2398711"/>
              <a:gd name="connsiteX3770" fmla="*/ 1808264 w 2119654"/>
              <a:gd name="connsiteY3770" fmla="*/ 1670056 h 2398711"/>
              <a:gd name="connsiteX3771" fmla="*/ 1809057 w 2119654"/>
              <a:gd name="connsiteY3771" fmla="*/ 1670864 h 2398711"/>
              <a:gd name="connsiteX3772" fmla="*/ 1810361 w 2119654"/>
              <a:gd name="connsiteY3772" fmla="*/ 1668963 h 2398711"/>
              <a:gd name="connsiteX3773" fmla="*/ 1829815 w 2119654"/>
              <a:gd name="connsiteY3773" fmla="*/ 1621793 h 2398711"/>
              <a:gd name="connsiteX3774" fmla="*/ 1832453 w 2119654"/>
              <a:gd name="connsiteY3774" fmla="*/ 1626387 h 2398711"/>
              <a:gd name="connsiteX3775" fmla="*/ 1835705 w 2119654"/>
              <a:gd name="connsiteY3775" fmla="*/ 1622734 h 2398711"/>
              <a:gd name="connsiteX3776" fmla="*/ 1832428 w 2119654"/>
              <a:gd name="connsiteY3776" fmla="*/ 1620988 h 2398711"/>
              <a:gd name="connsiteX3777" fmla="*/ 1748153 w 2119654"/>
              <a:gd name="connsiteY3777" fmla="*/ 1804640 h 2398711"/>
              <a:gd name="connsiteX3778" fmla="*/ 1756888 w 2119654"/>
              <a:gd name="connsiteY3778" fmla="*/ 1801867 h 2398711"/>
              <a:gd name="connsiteX3779" fmla="*/ 1759465 w 2119654"/>
              <a:gd name="connsiteY3779" fmla="*/ 1799398 h 2398711"/>
              <a:gd name="connsiteX3780" fmla="*/ 1755312 w 2119654"/>
              <a:gd name="connsiteY3780" fmla="*/ 1800785 h 2398711"/>
              <a:gd name="connsiteX3781" fmla="*/ 1731752 w 2119654"/>
              <a:gd name="connsiteY3781" fmla="*/ 1841319 h 2398711"/>
              <a:gd name="connsiteX3782" fmla="*/ 1737307 w 2119654"/>
              <a:gd name="connsiteY3782" fmla="*/ 1841296 h 2398711"/>
              <a:gd name="connsiteX3783" fmla="*/ 1736770 w 2119654"/>
              <a:gd name="connsiteY3783" fmla="*/ 1838435 h 2398711"/>
              <a:gd name="connsiteX3784" fmla="*/ 1732882 w 2119654"/>
              <a:gd name="connsiteY3784" fmla="*/ 1840615 h 2398711"/>
              <a:gd name="connsiteX3785" fmla="*/ 1841731 w 2119654"/>
              <a:gd name="connsiteY3785" fmla="*/ 1594958 h 2398711"/>
              <a:gd name="connsiteX3786" fmla="*/ 1841840 w 2119654"/>
              <a:gd name="connsiteY3786" fmla="*/ 1595287 h 2398711"/>
              <a:gd name="connsiteX3787" fmla="*/ 1841989 w 2119654"/>
              <a:gd name="connsiteY3787" fmla="*/ 1595806 h 2398711"/>
              <a:gd name="connsiteX3788" fmla="*/ 1843815 w 2119654"/>
              <a:gd name="connsiteY3788" fmla="*/ 1593659 h 2398711"/>
              <a:gd name="connsiteX3789" fmla="*/ 1867679 w 2119654"/>
              <a:gd name="connsiteY3789" fmla="*/ 1536831 h 2398711"/>
              <a:gd name="connsiteX3790" fmla="*/ 1869576 w 2119654"/>
              <a:gd name="connsiteY3790" fmla="*/ 1539611 h 2398711"/>
              <a:gd name="connsiteX3791" fmla="*/ 1874720 w 2119654"/>
              <a:gd name="connsiteY3791" fmla="*/ 1536256 h 2398711"/>
              <a:gd name="connsiteX3792" fmla="*/ 1872203 w 2119654"/>
              <a:gd name="connsiteY3792" fmla="*/ 1531079 h 2398711"/>
              <a:gd name="connsiteX3793" fmla="*/ 1710380 w 2119654"/>
              <a:gd name="connsiteY3793" fmla="*/ 1889004 h 2398711"/>
              <a:gd name="connsiteX3794" fmla="*/ 1711013 w 2119654"/>
              <a:gd name="connsiteY3794" fmla="*/ 1889084 h 2398711"/>
              <a:gd name="connsiteX3795" fmla="*/ 1711168 w 2119654"/>
              <a:gd name="connsiteY3795" fmla="*/ 1888541 h 2398711"/>
              <a:gd name="connsiteX3796" fmla="*/ 1777588 w 2119654"/>
              <a:gd name="connsiteY3796" fmla="*/ 1738277 h 2398711"/>
              <a:gd name="connsiteX3797" fmla="*/ 1777603 w 2119654"/>
              <a:gd name="connsiteY3797" fmla="*/ 1738297 h 2398711"/>
              <a:gd name="connsiteX3798" fmla="*/ 1778500 w 2119654"/>
              <a:gd name="connsiteY3798" fmla="*/ 1737712 h 2398711"/>
              <a:gd name="connsiteX3799" fmla="*/ 1778460 w 2119654"/>
              <a:gd name="connsiteY3799" fmla="*/ 1737606 h 2398711"/>
              <a:gd name="connsiteX3800" fmla="*/ 1736060 w 2119654"/>
              <a:gd name="connsiteY3800" fmla="*/ 1831265 h 2398711"/>
              <a:gd name="connsiteX3801" fmla="*/ 1736308 w 2119654"/>
              <a:gd name="connsiteY3801" fmla="*/ 1832588 h 2398711"/>
              <a:gd name="connsiteX3802" fmla="*/ 1736505 w 2119654"/>
              <a:gd name="connsiteY3802" fmla="*/ 1833719 h 2398711"/>
              <a:gd name="connsiteX3803" fmla="*/ 1738270 w 2119654"/>
              <a:gd name="connsiteY3803" fmla="*/ 1832459 h 2398711"/>
              <a:gd name="connsiteX3804" fmla="*/ 1738224 w 2119654"/>
              <a:gd name="connsiteY3804" fmla="*/ 1832035 h 2398711"/>
              <a:gd name="connsiteX3805" fmla="*/ 1737937 w 2119654"/>
              <a:gd name="connsiteY3805" fmla="*/ 1829704 h 2398711"/>
              <a:gd name="connsiteX3806" fmla="*/ 1733802 w 2119654"/>
              <a:gd name="connsiteY3806" fmla="*/ 1836103 h 2398711"/>
              <a:gd name="connsiteX3807" fmla="*/ 1736138 w 2119654"/>
              <a:gd name="connsiteY3807" fmla="*/ 1835070 h 2398711"/>
              <a:gd name="connsiteX3808" fmla="*/ 1736033 w 2119654"/>
              <a:gd name="connsiteY3808" fmla="*/ 1834511 h 2398711"/>
              <a:gd name="connsiteX3809" fmla="*/ 1765513 w 2119654"/>
              <a:gd name="connsiteY3809" fmla="*/ 1765043 h 2398711"/>
              <a:gd name="connsiteX3810" fmla="*/ 1766186 w 2119654"/>
              <a:gd name="connsiteY3810" fmla="*/ 1767682 h 2398711"/>
              <a:gd name="connsiteX3811" fmla="*/ 1766520 w 2119654"/>
              <a:gd name="connsiteY3811" fmla="*/ 1767580 h 2398711"/>
              <a:gd name="connsiteX3812" fmla="*/ 1765823 w 2119654"/>
              <a:gd name="connsiteY3812" fmla="*/ 1764940 h 2398711"/>
              <a:gd name="connsiteX3813" fmla="*/ 1782726 w 2119654"/>
              <a:gd name="connsiteY3813" fmla="*/ 1726440 h 2398711"/>
              <a:gd name="connsiteX3814" fmla="*/ 1782930 w 2119654"/>
              <a:gd name="connsiteY3814" fmla="*/ 1727213 h 2398711"/>
              <a:gd name="connsiteX3815" fmla="*/ 1784434 w 2119654"/>
              <a:gd name="connsiteY3815" fmla="*/ 1726936 h 2398711"/>
              <a:gd name="connsiteX3816" fmla="*/ 1784019 w 2119654"/>
              <a:gd name="connsiteY3816" fmla="*/ 1726082 h 2398711"/>
              <a:gd name="connsiteX3817" fmla="*/ 1841851 w 2119654"/>
              <a:gd name="connsiteY3817" fmla="*/ 1594034 h 2398711"/>
              <a:gd name="connsiteX3818" fmla="*/ 1845350 w 2119654"/>
              <a:gd name="connsiteY3818" fmla="*/ 1591854 h 2398711"/>
              <a:gd name="connsiteX3819" fmla="*/ 1846308 w 2119654"/>
              <a:gd name="connsiteY3819" fmla="*/ 1590727 h 2398711"/>
              <a:gd name="connsiteX3820" fmla="*/ 1725685 w 2119654"/>
              <a:gd name="connsiteY3820" fmla="*/ 1853988 h 2398711"/>
              <a:gd name="connsiteX3821" fmla="*/ 1724965 w 2119654"/>
              <a:gd name="connsiteY3821" fmla="*/ 1858299 h 2398711"/>
              <a:gd name="connsiteX3822" fmla="*/ 1727309 w 2119654"/>
              <a:gd name="connsiteY3822" fmla="*/ 1863255 h 2398711"/>
              <a:gd name="connsiteX3823" fmla="*/ 1726942 w 2119654"/>
              <a:gd name="connsiteY3823" fmla="*/ 1853757 h 2398711"/>
              <a:gd name="connsiteX3824" fmla="*/ 1694327 w 2119654"/>
              <a:gd name="connsiteY3824" fmla="*/ 1924204 h 2398711"/>
              <a:gd name="connsiteX3825" fmla="*/ 1694311 w 2119654"/>
              <a:gd name="connsiteY3825" fmla="*/ 1924749 h 2398711"/>
              <a:gd name="connsiteX3826" fmla="*/ 1694848 w 2119654"/>
              <a:gd name="connsiteY3826" fmla="*/ 1927639 h 2398711"/>
              <a:gd name="connsiteX3827" fmla="*/ 1694956 w 2119654"/>
              <a:gd name="connsiteY3827" fmla="*/ 1927591 h 2398711"/>
              <a:gd name="connsiteX3828" fmla="*/ 1694525 w 2119654"/>
              <a:gd name="connsiteY3828" fmla="*/ 1924094 h 2398711"/>
              <a:gd name="connsiteX3829" fmla="*/ 1657054 w 2119654"/>
              <a:gd name="connsiteY3829" fmla="*/ 2007436 h 2398711"/>
              <a:gd name="connsiteX3830" fmla="*/ 1664981 w 2119654"/>
              <a:gd name="connsiteY3830" fmla="*/ 2008667 h 2398711"/>
              <a:gd name="connsiteX3831" fmla="*/ 1670289 w 2119654"/>
              <a:gd name="connsiteY3831" fmla="*/ 2005141 h 2398711"/>
              <a:gd name="connsiteX3832" fmla="*/ 1648363 w 2119654"/>
              <a:gd name="connsiteY3832" fmla="*/ 2026895 h 2398711"/>
              <a:gd name="connsiteX3833" fmla="*/ 1648368 w 2119654"/>
              <a:gd name="connsiteY3833" fmla="*/ 2026943 h 2398711"/>
              <a:gd name="connsiteX3834" fmla="*/ 1648287 w 2119654"/>
              <a:gd name="connsiteY3834" fmla="*/ 2031333 h 2398711"/>
              <a:gd name="connsiteX3835" fmla="*/ 1652901 w 2119654"/>
              <a:gd name="connsiteY3835" fmla="*/ 2030882 h 2398711"/>
              <a:gd name="connsiteX3836" fmla="*/ 1653428 w 2119654"/>
              <a:gd name="connsiteY3836" fmla="*/ 2026603 h 2398711"/>
              <a:gd name="connsiteX3837" fmla="*/ 1707515 w 2119654"/>
              <a:gd name="connsiteY3837" fmla="*/ 1894428 h 2398711"/>
              <a:gd name="connsiteX3838" fmla="*/ 1707427 w 2119654"/>
              <a:gd name="connsiteY3838" fmla="*/ 1895865 h 2398711"/>
              <a:gd name="connsiteX3839" fmla="*/ 1709072 w 2119654"/>
              <a:gd name="connsiteY3839" fmla="*/ 1895464 h 2398711"/>
              <a:gd name="connsiteX3840" fmla="*/ 1708590 w 2119654"/>
              <a:gd name="connsiteY3840" fmla="*/ 1893851 h 2398711"/>
              <a:gd name="connsiteX3841" fmla="*/ 1773445 w 2119654"/>
              <a:gd name="connsiteY3841" fmla="*/ 1746787 h 2398711"/>
              <a:gd name="connsiteX3842" fmla="*/ 1778174 w 2119654"/>
              <a:gd name="connsiteY3842" fmla="*/ 1744332 h 2398711"/>
              <a:gd name="connsiteX3843" fmla="*/ 1778121 w 2119654"/>
              <a:gd name="connsiteY3843" fmla="*/ 1744236 h 2398711"/>
              <a:gd name="connsiteX3844" fmla="*/ 1782624 w 2119654"/>
              <a:gd name="connsiteY3844" fmla="*/ 1726052 h 2398711"/>
              <a:gd name="connsiteX3845" fmla="*/ 1782657 w 2119654"/>
              <a:gd name="connsiteY3845" fmla="*/ 1726178 h 2398711"/>
              <a:gd name="connsiteX3846" fmla="*/ 1783898 w 2119654"/>
              <a:gd name="connsiteY3846" fmla="*/ 1725834 h 2398711"/>
              <a:gd name="connsiteX3847" fmla="*/ 1783649 w 2119654"/>
              <a:gd name="connsiteY3847" fmla="*/ 1725321 h 2398711"/>
              <a:gd name="connsiteX3848" fmla="*/ 1731763 w 2119654"/>
              <a:gd name="connsiteY3848" fmla="*/ 1839940 h 2398711"/>
              <a:gd name="connsiteX3849" fmla="*/ 1731670 w 2119654"/>
              <a:gd name="connsiteY3849" fmla="*/ 1840737 h 2398711"/>
              <a:gd name="connsiteX3850" fmla="*/ 1735693 w 2119654"/>
              <a:gd name="connsiteY3850" fmla="*/ 1838230 h 2398711"/>
              <a:gd name="connsiteX3851" fmla="*/ 1732977 w 2119654"/>
              <a:gd name="connsiteY3851" fmla="*/ 1836962 h 2398711"/>
              <a:gd name="connsiteX3852" fmla="*/ 1736417 w 2119654"/>
              <a:gd name="connsiteY3852" fmla="*/ 1836555 h 2398711"/>
              <a:gd name="connsiteX3853" fmla="*/ 1736174 w 2119654"/>
              <a:gd name="connsiteY3853" fmla="*/ 1835260 h 2398711"/>
              <a:gd name="connsiteX3854" fmla="*/ 1762511 w 2119654"/>
              <a:gd name="connsiteY3854" fmla="*/ 1770662 h 2398711"/>
              <a:gd name="connsiteX3855" fmla="*/ 1762664 w 2119654"/>
              <a:gd name="connsiteY3855" fmla="*/ 1772001 h 2398711"/>
              <a:gd name="connsiteX3856" fmla="*/ 1764806 w 2119654"/>
              <a:gd name="connsiteY3856" fmla="*/ 1771236 h 2398711"/>
              <a:gd name="connsiteX3857" fmla="*/ 1764421 w 2119654"/>
              <a:gd name="connsiteY3857" fmla="*/ 1770075 h 2398711"/>
              <a:gd name="connsiteX3858" fmla="*/ 1656172 w 2119654"/>
              <a:gd name="connsiteY3858" fmla="*/ 2008713 h 2398711"/>
              <a:gd name="connsiteX3859" fmla="*/ 1655867 w 2119654"/>
              <a:gd name="connsiteY3859" fmla="*/ 2011021 h 2398711"/>
              <a:gd name="connsiteX3860" fmla="*/ 1663000 w 2119654"/>
              <a:gd name="connsiteY3860" fmla="*/ 2009595 h 2398711"/>
              <a:gd name="connsiteX3861" fmla="*/ 1658644 w 2119654"/>
              <a:gd name="connsiteY3861" fmla="*/ 2009097 h 2398711"/>
              <a:gd name="connsiteX3862" fmla="*/ 1773298 w 2119654"/>
              <a:gd name="connsiteY3862" fmla="*/ 1746422 h 2398711"/>
              <a:gd name="connsiteX3863" fmla="*/ 1777933 w 2119654"/>
              <a:gd name="connsiteY3863" fmla="*/ 1743894 h 2398711"/>
              <a:gd name="connsiteX3864" fmla="*/ 1777026 w 2119654"/>
              <a:gd name="connsiteY3864" fmla="*/ 1742251 h 2398711"/>
              <a:gd name="connsiteX3865" fmla="*/ 1715098 w 2119654"/>
              <a:gd name="connsiteY3865" fmla="*/ 1876713 h 2398711"/>
              <a:gd name="connsiteX3866" fmla="*/ 1713958 w 2119654"/>
              <a:gd name="connsiteY3866" fmla="*/ 1880506 h 2398711"/>
              <a:gd name="connsiteX3867" fmla="*/ 1719561 w 2119654"/>
              <a:gd name="connsiteY3867" fmla="*/ 1877218 h 2398711"/>
              <a:gd name="connsiteX3868" fmla="*/ 1720240 w 2119654"/>
              <a:gd name="connsiteY3868" fmla="*/ 1873151 h 2398711"/>
              <a:gd name="connsiteX3869" fmla="*/ 1720045 w 2119654"/>
              <a:gd name="connsiteY3869" fmla="*/ 1872798 h 2398711"/>
              <a:gd name="connsiteX3870" fmla="*/ 1767321 w 2119654"/>
              <a:gd name="connsiteY3870" fmla="*/ 1759743 h 2398711"/>
              <a:gd name="connsiteX3871" fmla="*/ 1769099 w 2119654"/>
              <a:gd name="connsiteY3871" fmla="*/ 1759546 h 2398711"/>
              <a:gd name="connsiteX3872" fmla="*/ 1769325 w 2119654"/>
              <a:gd name="connsiteY3872" fmla="*/ 1759367 h 2398711"/>
              <a:gd name="connsiteX3873" fmla="*/ 1769395 w 2119654"/>
              <a:gd name="connsiteY3873" fmla="*/ 1758612 h 2398711"/>
              <a:gd name="connsiteX3874" fmla="*/ 1707570 w 2119654"/>
              <a:gd name="connsiteY3874" fmla="*/ 1893522 h 2398711"/>
              <a:gd name="connsiteX3875" fmla="*/ 1707530 w 2119654"/>
              <a:gd name="connsiteY3875" fmla="*/ 1894184 h 2398711"/>
              <a:gd name="connsiteX3876" fmla="*/ 1708529 w 2119654"/>
              <a:gd name="connsiteY3876" fmla="*/ 1893648 h 2398711"/>
              <a:gd name="connsiteX3877" fmla="*/ 1708529 w 2119654"/>
              <a:gd name="connsiteY3877" fmla="*/ 1893644 h 2398711"/>
              <a:gd name="connsiteX3878" fmla="*/ 1778153 w 2119654"/>
              <a:gd name="connsiteY3878" fmla="*/ 1735378 h 2398711"/>
              <a:gd name="connsiteX3879" fmla="*/ 1778336 w 2119654"/>
              <a:gd name="connsiteY3879" fmla="*/ 1735866 h 2398711"/>
              <a:gd name="connsiteX3880" fmla="*/ 1779315 w 2119654"/>
              <a:gd name="connsiteY3880" fmla="*/ 1735443 h 2398711"/>
              <a:gd name="connsiteX3881" fmla="*/ 1782405 w 2119654"/>
              <a:gd name="connsiteY3881" fmla="*/ 1733956 h 2398711"/>
              <a:gd name="connsiteX3882" fmla="*/ 1783550 w 2119654"/>
              <a:gd name="connsiteY3882" fmla="*/ 1733074 h 2398711"/>
              <a:gd name="connsiteX3883" fmla="*/ 1783380 w 2119654"/>
              <a:gd name="connsiteY3883" fmla="*/ 1732578 h 2398711"/>
              <a:gd name="connsiteX3884" fmla="*/ 1778165 w 2119654"/>
              <a:gd name="connsiteY3884" fmla="*/ 1735369 h 2398711"/>
              <a:gd name="connsiteX3885" fmla="*/ 1777111 w 2119654"/>
              <a:gd name="connsiteY3885" fmla="*/ 1737636 h 2398711"/>
              <a:gd name="connsiteX3886" fmla="*/ 1777298 w 2119654"/>
              <a:gd name="connsiteY3886" fmla="*/ 1737887 h 2398711"/>
              <a:gd name="connsiteX3887" fmla="*/ 1778282 w 2119654"/>
              <a:gd name="connsiteY3887" fmla="*/ 1737129 h 2398711"/>
              <a:gd name="connsiteX3888" fmla="*/ 1778265 w 2119654"/>
              <a:gd name="connsiteY3888" fmla="*/ 1737084 h 2398711"/>
              <a:gd name="connsiteX3889" fmla="*/ 1754049 w 2119654"/>
              <a:gd name="connsiteY3889" fmla="*/ 1789195 h 2398711"/>
              <a:gd name="connsiteX3890" fmla="*/ 1755480 w 2119654"/>
              <a:gd name="connsiteY3890" fmla="*/ 1791699 h 2398711"/>
              <a:gd name="connsiteX3891" fmla="*/ 1762556 w 2119654"/>
              <a:gd name="connsiteY3891" fmla="*/ 1790776 h 2398711"/>
              <a:gd name="connsiteX3892" fmla="*/ 1760063 w 2119654"/>
              <a:gd name="connsiteY3892" fmla="*/ 1785839 h 2398711"/>
              <a:gd name="connsiteX3893" fmla="*/ 1694366 w 2119654"/>
              <a:gd name="connsiteY3893" fmla="*/ 1922808 h 2398711"/>
              <a:gd name="connsiteX3894" fmla="*/ 1694338 w 2119654"/>
              <a:gd name="connsiteY3894" fmla="*/ 1923805 h 2398711"/>
              <a:gd name="connsiteX3895" fmla="*/ 1694480 w 2119654"/>
              <a:gd name="connsiteY3895" fmla="*/ 1923726 h 2398711"/>
              <a:gd name="connsiteX3896" fmla="*/ 1776079 w 2119654"/>
              <a:gd name="connsiteY3896" fmla="*/ 1739776 h 2398711"/>
              <a:gd name="connsiteX3897" fmla="*/ 1777158 w 2119654"/>
              <a:gd name="connsiteY3897" fmla="*/ 1741794 h 2398711"/>
              <a:gd name="connsiteX3898" fmla="*/ 1778111 w 2119654"/>
              <a:gd name="connsiteY3898" fmla="*/ 1740728 h 2398711"/>
              <a:gd name="connsiteX3899" fmla="*/ 1776962 w 2119654"/>
              <a:gd name="connsiteY3899" fmla="*/ 1739183 h 2398711"/>
              <a:gd name="connsiteX3900" fmla="*/ 1820528 w 2119654"/>
              <a:gd name="connsiteY3900" fmla="*/ 1640157 h 2398711"/>
              <a:gd name="connsiteX3901" fmla="*/ 1824731 w 2119654"/>
              <a:gd name="connsiteY3901" fmla="*/ 1639066 h 2398711"/>
              <a:gd name="connsiteX3902" fmla="*/ 1827843 w 2119654"/>
              <a:gd name="connsiteY3902" fmla="*/ 1635291 h 2398711"/>
              <a:gd name="connsiteX3903" fmla="*/ 1823938 w 2119654"/>
              <a:gd name="connsiteY3903" fmla="*/ 1636327 h 2398711"/>
              <a:gd name="connsiteX3904" fmla="*/ 1731931 w 2119654"/>
              <a:gd name="connsiteY3904" fmla="*/ 1838474 h 2398711"/>
              <a:gd name="connsiteX3905" fmla="*/ 1731829 w 2119654"/>
              <a:gd name="connsiteY3905" fmla="*/ 1839358 h 2398711"/>
              <a:gd name="connsiteX3906" fmla="*/ 1734586 w 2119654"/>
              <a:gd name="connsiteY3906" fmla="*/ 1838160 h 2398711"/>
              <a:gd name="connsiteX3907" fmla="*/ 1671214 w 2119654"/>
              <a:gd name="connsiteY3907" fmla="*/ 1974313 h 2398711"/>
              <a:gd name="connsiteX3908" fmla="*/ 1690314 w 2119654"/>
              <a:gd name="connsiteY3908" fmla="*/ 1974057 h 2398711"/>
              <a:gd name="connsiteX3909" fmla="*/ 1691507 w 2119654"/>
              <a:gd name="connsiteY3909" fmla="*/ 1973967 h 2398711"/>
              <a:gd name="connsiteX3910" fmla="*/ 1691649 w 2119654"/>
              <a:gd name="connsiteY3910" fmla="*/ 1965849 h 2398711"/>
              <a:gd name="connsiteX3911" fmla="*/ 1677614 w 2119654"/>
              <a:gd name="connsiteY3911" fmla="*/ 1968183 h 2398711"/>
              <a:gd name="connsiteX3912" fmla="*/ 1673556 w 2119654"/>
              <a:gd name="connsiteY3912" fmla="*/ 1972070 h 2398711"/>
              <a:gd name="connsiteX3913" fmla="*/ 1680973 w 2119654"/>
              <a:gd name="connsiteY3913" fmla="*/ 1969352 h 2398711"/>
              <a:gd name="connsiteX3914" fmla="*/ 1680783 w 2119654"/>
              <a:gd name="connsiteY3914" fmla="*/ 1969660 h 2398711"/>
              <a:gd name="connsiteX3915" fmla="*/ 1673155 w 2119654"/>
              <a:gd name="connsiteY3915" fmla="*/ 1972454 h 2398711"/>
              <a:gd name="connsiteX3916" fmla="*/ 1698715 w 2119654"/>
              <a:gd name="connsiteY3916" fmla="*/ 1912689 h 2398711"/>
              <a:gd name="connsiteX3917" fmla="*/ 1702690 w 2119654"/>
              <a:gd name="connsiteY3917" fmla="*/ 1912301 h 2398711"/>
              <a:gd name="connsiteX3918" fmla="*/ 1704719 w 2119654"/>
              <a:gd name="connsiteY3918" fmla="*/ 1910422 h 2398711"/>
              <a:gd name="connsiteX3919" fmla="*/ 1705122 w 2119654"/>
              <a:gd name="connsiteY3919" fmla="*/ 1909082 h 2398711"/>
              <a:gd name="connsiteX3920" fmla="*/ 1727295 w 2119654"/>
              <a:gd name="connsiteY3920" fmla="*/ 1848491 h 2398711"/>
              <a:gd name="connsiteX3921" fmla="*/ 1727343 w 2119654"/>
              <a:gd name="connsiteY3921" fmla="*/ 1850415 h 2398711"/>
              <a:gd name="connsiteX3922" fmla="*/ 1728019 w 2119654"/>
              <a:gd name="connsiteY3922" fmla="*/ 1850291 h 2398711"/>
              <a:gd name="connsiteX3923" fmla="*/ 1727820 w 2119654"/>
              <a:gd name="connsiteY3923" fmla="*/ 1848344 h 2398711"/>
              <a:gd name="connsiteX3924" fmla="*/ 1715872 w 2119654"/>
              <a:gd name="connsiteY3924" fmla="*/ 1874014 h 2398711"/>
              <a:gd name="connsiteX3925" fmla="*/ 1715177 w 2119654"/>
              <a:gd name="connsiteY3925" fmla="*/ 1876443 h 2398711"/>
              <a:gd name="connsiteX3926" fmla="*/ 1719966 w 2119654"/>
              <a:gd name="connsiteY3926" fmla="*/ 1872653 h 2398711"/>
              <a:gd name="connsiteX3927" fmla="*/ 1719934 w 2119654"/>
              <a:gd name="connsiteY3927" fmla="*/ 1872596 h 2398711"/>
              <a:gd name="connsiteX3928" fmla="*/ 1718536 w 2119654"/>
              <a:gd name="connsiteY3928" fmla="*/ 1872580 h 2398711"/>
              <a:gd name="connsiteX3929" fmla="*/ 1764359 w 2119654"/>
              <a:gd name="connsiteY3929" fmla="*/ 1765426 h 2398711"/>
              <a:gd name="connsiteX3930" fmla="*/ 1764683 w 2119654"/>
              <a:gd name="connsiteY3930" fmla="*/ 1766401 h 2398711"/>
              <a:gd name="connsiteX3931" fmla="*/ 1764389 w 2119654"/>
              <a:gd name="connsiteY3931" fmla="*/ 1765417 h 2398711"/>
              <a:gd name="connsiteX3932" fmla="*/ 1730897 w 2119654"/>
              <a:gd name="connsiteY3932" fmla="*/ 1840316 h 2398711"/>
              <a:gd name="connsiteX3933" fmla="*/ 1730983 w 2119654"/>
              <a:gd name="connsiteY3933" fmla="*/ 1841166 h 2398711"/>
              <a:gd name="connsiteX3934" fmla="*/ 1731089 w 2119654"/>
              <a:gd name="connsiteY3934" fmla="*/ 1841099 h 2398711"/>
              <a:gd name="connsiteX3935" fmla="*/ 1731182 w 2119654"/>
              <a:gd name="connsiteY3935" fmla="*/ 1840193 h 2398711"/>
              <a:gd name="connsiteX3936" fmla="*/ 1694714 w 2119654"/>
              <a:gd name="connsiteY3936" fmla="*/ 1921225 h 2398711"/>
              <a:gd name="connsiteX3937" fmla="*/ 1694988 w 2119654"/>
              <a:gd name="connsiteY3937" fmla="*/ 1923443 h 2398711"/>
              <a:gd name="connsiteX3938" fmla="*/ 1698615 w 2119654"/>
              <a:gd name="connsiteY3938" fmla="*/ 1921418 h 2398711"/>
              <a:gd name="connsiteX3939" fmla="*/ 1813827 w 2119654"/>
              <a:gd name="connsiteY3939" fmla="*/ 1654483 h 2398711"/>
              <a:gd name="connsiteX3940" fmla="*/ 1820778 w 2119654"/>
              <a:gd name="connsiteY3940" fmla="*/ 1651792 h 2398711"/>
              <a:gd name="connsiteX3941" fmla="*/ 1828286 w 2119654"/>
              <a:gd name="connsiteY3941" fmla="*/ 1638915 h 2398711"/>
              <a:gd name="connsiteX3942" fmla="*/ 1826224 w 2119654"/>
              <a:gd name="connsiteY3942" fmla="*/ 1639445 h 2398711"/>
              <a:gd name="connsiteX3943" fmla="*/ 1848759 w 2119654"/>
              <a:gd name="connsiteY3943" fmla="*/ 1576183 h 2398711"/>
              <a:gd name="connsiteX3944" fmla="*/ 1850316 w 2119654"/>
              <a:gd name="connsiteY3944" fmla="*/ 1579407 h 2398711"/>
              <a:gd name="connsiteX3945" fmla="*/ 1850536 w 2119654"/>
              <a:gd name="connsiteY3945" fmla="*/ 1579385 h 2398711"/>
              <a:gd name="connsiteX3946" fmla="*/ 1860582 w 2119654"/>
              <a:gd name="connsiteY3946" fmla="*/ 1571960 h 2398711"/>
              <a:gd name="connsiteX3947" fmla="*/ 1839787 w 2119654"/>
              <a:gd name="connsiteY3947" fmla="*/ 1596170 h 2398711"/>
              <a:gd name="connsiteX3948" fmla="*/ 1839937 w 2119654"/>
              <a:gd name="connsiteY3948" fmla="*/ 1596842 h 2398711"/>
              <a:gd name="connsiteX3949" fmla="*/ 1840311 w 2119654"/>
              <a:gd name="connsiteY3949" fmla="*/ 1596666 h 2398711"/>
              <a:gd name="connsiteX3950" fmla="*/ 1840084 w 2119654"/>
              <a:gd name="connsiteY3950" fmla="*/ 1595983 h 2398711"/>
              <a:gd name="connsiteX3951" fmla="*/ 1656435 w 2119654"/>
              <a:gd name="connsiteY3951" fmla="*/ 2006722 h 2398711"/>
              <a:gd name="connsiteX3952" fmla="*/ 1656378 w 2119654"/>
              <a:gd name="connsiteY3952" fmla="*/ 2007156 h 2398711"/>
              <a:gd name="connsiteX3953" fmla="*/ 1671099 w 2119654"/>
              <a:gd name="connsiteY3953" fmla="*/ 2004603 h 2398711"/>
              <a:gd name="connsiteX3954" fmla="*/ 1687242 w 2119654"/>
              <a:gd name="connsiteY3954" fmla="*/ 1993875 h 2398711"/>
              <a:gd name="connsiteX3955" fmla="*/ 1716290 w 2119654"/>
              <a:gd name="connsiteY3955" fmla="*/ 1872554 h 2398711"/>
              <a:gd name="connsiteX3956" fmla="*/ 1716067 w 2119654"/>
              <a:gd name="connsiteY3956" fmla="*/ 1873333 h 2398711"/>
              <a:gd name="connsiteX3957" fmla="*/ 1717064 w 2119654"/>
              <a:gd name="connsiteY3957" fmla="*/ 1872823 h 2398711"/>
              <a:gd name="connsiteX3958" fmla="*/ 1717482 w 2119654"/>
              <a:gd name="connsiteY3958" fmla="*/ 1872568 h 2398711"/>
              <a:gd name="connsiteX3959" fmla="*/ 1807188 w 2119654"/>
              <a:gd name="connsiteY3959" fmla="*/ 1668961 h 2398711"/>
              <a:gd name="connsiteX3960" fmla="*/ 1808025 w 2119654"/>
              <a:gd name="connsiteY3960" fmla="*/ 1669814 h 2398711"/>
              <a:gd name="connsiteX3961" fmla="*/ 1810752 w 2119654"/>
              <a:gd name="connsiteY3961" fmla="*/ 1668392 h 2398711"/>
              <a:gd name="connsiteX3962" fmla="*/ 1811464 w 2119654"/>
              <a:gd name="connsiteY3962" fmla="*/ 1667353 h 2398711"/>
              <a:gd name="connsiteX3963" fmla="*/ 1811361 w 2119654"/>
              <a:gd name="connsiteY3963" fmla="*/ 1667128 h 2398711"/>
              <a:gd name="connsiteX3964" fmla="*/ 1808374 w 2119654"/>
              <a:gd name="connsiteY3964" fmla="*/ 1667811 h 2398711"/>
              <a:gd name="connsiteX3965" fmla="*/ 1771650 w 2119654"/>
              <a:gd name="connsiteY3965" fmla="*/ 1748388 h 2398711"/>
              <a:gd name="connsiteX3966" fmla="*/ 1771239 w 2119654"/>
              <a:gd name="connsiteY3966" fmla="*/ 1752870 h 2398711"/>
              <a:gd name="connsiteX3967" fmla="*/ 1772099 w 2119654"/>
              <a:gd name="connsiteY3967" fmla="*/ 1753728 h 2398711"/>
              <a:gd name="connsiteX3968" fmla="*/ 1772742 w 2119654"/>
              <a:gd name="connsiteY3968" fmla="*/ 1753561 h 2398711"/>
              <a:gd name="connsiteX3969" fmla="*/ 1780378 w 2119654"/>
              <a:gd name="connsiteY3969" fmla="*/ 1751459 h 2398711"/>
              <a:gd name="connsiteX3970" fmla="*/ 1781578 w 2119654"/>
              <a:gd name="connsiteY3970" fmla="*/ 1750508 h 2398711"/>
              <a:gd name="connsiteX3971" fmla="*/ 1781360 w 2119654"/>
              <a:gd name="connsiteY3971" fmla="*/ 1750099 h 2398711"/>
              <a:gd name="connsiteX3972" fmla="*/ 1778412 w 2119654"/>
              <a:gd name="connsiteY3972" fmla="*/ 1744762 h 2398711"/>
              <a:gd name="connsiteX3973" fmla="*/ 1765872 w 2119654"/>
              <a:gd name="connsiteY3973" fmla="*/ 1761290 h 2398711"/>
              <a:gd name="connsiteX3974" fmla="*/ 1765891 w 2119654"/>
              <a:gd name="connsiteY3974" fmla="*/ 1761361 h 2398711"/>
              <a:gd name="connsiteX3975" fmla="*/ 1766157 w 2119654"/>
              <a:gd name="connsiteY3975" fmla="*/ 1761259 h 2398711"/>
              <a:gd name="connsiteX3976" fmla="*/ 1670309 w 2119654"/>
              <a:gd name="connsiteY3976" fmla="*/ 1975180 h 2398711"/>
              <a:gd name="connsiteX3977" fmla="*/ 1671391 w 2119654"/>
              <a:gd name="connsiteY3977" fmla="*/ 1975232 h 2398711"/>
              <a:gd name="connsiteX3978" fmla="*/ 1675555 w 2119654"/>
              <a:gd name="connsiteY3978" fmla="*/ 1974977 h 2398711"/>
              <a:gd name="connsiteX3979" fmla="*/ 1670449 w 2119654"/>
              <a:gd name="connsiteY3979" fmla="*/ 1975046 h 2398711"/>
              <a:gd name="connsiteX3980" fmla="*/ 1738892 w 2119654"/>
              <a:gd name="connsiteY3980" fmla="*/ 1821534 h 2398711"/>
              <a:gd name="connsiteX3981" fmla="*/ 1740272 w 2119654"/>
              <a:gd name="connsiteY3981" fmla="*/ 1825319 h 2398711"/>
              <a:gd name="connsiteX3982" fmla="*/ 1746037 w 2119654"/>
              <a:gd name="connsiteY3982" fmla="*/ 1820527 h 2398711"/>
              <a:gd name="connsiteX3983" fmla="*/ 1837478 w 2119654"/>
              <a:gd name="connsiteY3983" fmla="*/ 1600611 h 2398711"/>
              <a:gd name="connsiteX3984" fmla="*/ 1837626 w 2119654"/>
              <a:gd name="connsiteY3984" fmla="*/ 1600936 h 2398711"/>
              <a:gd name="connsiteX3985" fmla="*/ 1838711 w 2119654"/>
              <a:gd name="connsiteY3985" fmla="*/ 1599661 h 2398711"/>
              <a:gd name="connsiteX3986" fmla="*/ 1716753 w 2119654"/>
              <a:gd name="connsiteY3986" fmla="*/ 1870935 h 2398711"/>
              <a:gd name="connsiteX3987" fmla="*/ 1716400 w 2119654"/>
              <a:gd name="connsiteY3987" fmla="*/ 1872167 h 2398711"/>
              <a:gd name="connsiteX3988" fmla="*/ 1718109 w 2119654"/>
              <a:gd name="connsiteY3988" fmla="*/ 1872187 h 2398711"/>
              <a:gd name="connsiteX3989" fmla="*/ 1719308 w 2119654"/>
              <a:gd name="connsiteY3989" fmla="*/ 1871457 h 2398711"/>
              <a:gd name="connsiteX3990" fmla="*/ 1718654 w 2119654"/>
              <a:gd name="connsiteY3990" fmla="*/ 1870267 h 2398711"/>
              <a:gd name="connsiteX3991" fmla="*/ 1600855 w 2119654"/>
              <a:gd name="connsiteY3991" fmla="*/ 2130297 h 2398711"/>
              <a:gd name="connsiteX3992" fmla="*/ 1600625 w 2119654"/>
              <a:gd name="connsiteY3992" fmla="*/ 2132568 h 2398711"/>
              <a:gd name="connsiteX3993" fmla="*/ 1604704 w 2119654"/>
              <a:gd name="connsiteY3993" fmla="*/ 2131450 h 2398711"/>
              <a:gd name="connsiteX3994" fmla="*/ 1726569 w 2119654"/>
              <a:gd name="connsiteY3994" fmla="*/ 1848694 h 2398711"/>
              <a:gd name="connsiteX3995" fmla="*/ 1726248 w 2119654"/>
              <a:gd name="connsiteY3995" fmla="*/ 1850616 h 2398711"/>
              <a:gd name="connsiteX3996" fmla="*/ 1726817 w 2119654"/>
              <a:gd name="connsiteY3996" fmla="*/ 1850511 h 2398711"/>
              <a:gd name="connsiteX3997" fmla="*/ 1726744 w 2119654"/>
              <a:gd name="connsiteY3997" fmla="*/ 1848645 h 2398711"/>
              <a:gd name="connsiteX3998" fmla="*/ 1694581 w 2119654"/>
              <a:gd name="connsiteY3998" fmla="*/ 1920137 h 2398711"/>
              <a:gd name="connsiteX3999" fmla="*/ 1694637 w 2119654"/>
              <a:gd name="connsiteY3999" fmla="*/ 1920595 h 2398711"/>
              <a:gd name="connsiteX4000" fmla="*/ 1699646 w 2119654"/>
              <a:gd name="connsiteY4000" fmla="*/ 1920843 h 2398711"/>
              <a:gd name="connsiteX4001" fmla="*/ 1701979 w 2119654"/>
              <a:gd name="connsiteY4001" fmla="*/ 1919541 h 2398711"/>
              <a:gd name="connsiteX4002" fmla="*/ 1703993 w 2119654"/>
              <a:gd name="connsiteY4002" fmla="*/ 1912839 h 2398711"/>
              <a:gd name="connsiteX4003" fmla="*/ 1702280 w 2119654"/>
              <a:gd name="connsiteY4003" fmla="*/ 1913006 h 2398711"/>
              <a:gd name="connsiteX4004" fmla="*/ 1776488 w 2119654"/>
              <a:gd name="connsiteY4004" fmla="*/ 1736666 h 2398711"/>
              <a:gd name="connsiteX4005" fmla="*/ 1777884 w 2119654"/>
              <a:gd name="connsiteY4005" fmla="*/ 1736062 h 2398711"/>
              <a:gd name="connsiteX4006" fmla="*/ 1777746 w 2119654"/>
              <a:gd name="connsiteY4006" fmla="*/ 1735693 h 2398711"/>
              <a:gd name="connsiteX4007" fmla="*/ 1840867 w 2119654"/>
              <a:gd name="connsiteY4007" fmla="*/ 1592358 h 2398711"/>
              <a:gd name="connsiteX4008" fmla="*/ 1841273 w 2119654"/>
              <a:gd name="connsiteY4008" fmla="*/ 1593579 h 2398711"/>
              <a:gd name="connsiteX4009" fmla="*/ 1843146 w 2119654"/>
              <a:gd name="connsiteY4009" fmla="*/ 1591539 h 2398711"/>
              <a:gd name="connsiteX4010" fmla="*/ 1790533 w 2119654"/>
              <a:gd name="connsiteY4010" fmla="*/ 1704963 h 2398711"/>
              <a:gd name="connsiteX4011" fmla="*/ 1795756 w 2119654"/>
              <a:gd name="connsiteY4011" fmla="*/ 1716419 h 2398711"/>
              <a:gd name="connsiteX4012" fmla="*/ 1809763 w 2119654"/>
              <a:gd name="connsiteY4012" fmla="*/ 1706427 h 2398711"/>
              <a:gd name="connsiteX4013" fmla="*/ 1818498 w 2119654"/>
              <a:gd name="connsiteY4013" fmla="*/ 1700016 h 2398711"/>
              <a:gd name="connsiteX4014" fmla="*/ 1818457 w 2119654"/>
              <a:gd name="connsiteY4014" fmla="*/ 1700168 h 2398711"/>
              <a:gd name="connsiteX4015" fmla="*/ 1802672 w 2119654"/>
              <a:gd name="connsiteY4015" fmla="*/ 1711752 h 2398711"/>
              <a:gd name="connsiteX4016" fmla="*/ 1795848 w 2119654"/>
              <a:gd name="connsiteY4016" fmla="*/ 1716620 h 2398711"/>
              <a:gd name="connsiteX4017" fmla="*/ 1797375 w 2119654"/>
              <a:gd name="connsiteY4017" fmla="*/ 1719967 h 2398711"/>
              <a:gd name="connsiteX4018" fmla="*/ 1807924 w 2119654"/>
              <a:gd name="connsiteY4018" fmla="*/ 1711814 h 2398711"/>
              <a:gd name="connsiteX4019" fmla="*/ 1825135 w 2119654"/>
              <a:gd name="connsiteY4019" fmla="*/ 1698139 h 2398711"/>
              <a:gd name="connsiteX4020" fmla="*/ 1825061 w 2119654"/>
              <a:gd name="connsiteY4020" fmla="*/ 1698450 h 2398711"/>
              <a:gd name="connsiteX4021" fmla="*/ 1797536 w 2119654"/>
              <a:gd name="connsiteY4021" fmla="*/ 1720320 h 2398711"/>
              <a:gd name="connsiteX4022" fmla="*/ 1798206 w 2119654"/>
              <a:gd name="connsiteY4022" fmla="*/ 1721791 h 2398711"/>
              <a:gd name="connsiteX4023" fmla="*/ 1818524 w 2119654"/>
              <a:gd name="connsiteY4023" fmla="*/ 1706150 h 2398711"/>
              <a:gd name="connsiteX4024" fmla="*/ 1832296 w 2119654"/>
              <a:gd name="connsiteY4024" fmla="*/ 1695250 h 2398711"/>
              <a:gd name="connsiteX4025" fmla="*/ 1826693 w 2119654"/>
              <a:gd name="connsiteY4025" fmla="*/ 1689544 h 2398711"/>
              <a:gd name="connsiteX4026" fmla="*/ 1818926 w 2119654"/>
              <a:gd name="connsiteY4026" fmla="*/ 1690364 h 2398711"/>
              <a:gd name="connsiteX4027" fmla="*/ 1798298 w 2119654"/>
              <a:gd name="connsiteY4027" fmla="*/ 1695680 h 2398711"/>
              <a:gd name="connsiteX4028" fmla="*/ 1796618 w 2119654"/>
              <a:gd name="connsiteY4028" fmla="*/ 1696088 h 2398711"/>
              <a:gd name="connsiteX4029" fmla="*/ 1726713 w 2119654"/>
              <a:gd name="connsiteY4029" fmla="*/ 1847829 h 2398711"/>
              <a:gd name="connsiteX4030" fmla="*/ 1726616 w 2119654"/>
              <a:gd name="connsiteY4030" fmla="*/ 1848411 h 2398711"/>
              <a:gd name="connsiteX4031" fmla="*/ 1726734 w 2119654"/>
              <a:gd name="connsiteY4031" fmla="*/ 1848380 h 2398711"/>
              <a:gd name="connsiteX4032" fmla="*/ 1838493 w 2119654"/>
              <a:gd name="connsiteY4032" fmla="*/ 1597520 h 2398711"/>
              <a:gd name="connsiteX4033" fmla="*/ 1839474 w 2119654"/>
              <a:gd name="connsiteY4033" fmla="*/ 1597059 h 2398711"/>
              <a:gd name="connsiteX4034" fmla="*/ 1839365 w 2119654"/>
              <a:gd name="connsiteY4034" fmla="*/ 1596569 h 2398711"/>
              <a:gd name="connsiteX4035" fmla="*/ 1780322 w 2119654"/>
              <a:gd name="connsiteY4035" fmla="*/ 1727694 h 2398711"/>
              <a:gd name="connsiteX4036" fmla="*/ 1781620 w 2119654"/>
              <a:gd name="connsiteY4036" fmla="*/ 1727455 h 2398711"/>
              <a:gd name="connsiteX4037" fmla="*/ 1781431 w 2119654"/>
              <a:gd name="connsiteY4037" fmla="*/ 1726904 h 2398711"/>
              <a:gd name="connsiteX4038" fmla="*/ 1717529 w 2119654"/>
              <a:gd name="connsiteY4038" fmla="*/ 1868221 h 2398711"/>
              <a:gd name="connsiteX4039" fmla="*/ 1716989 w 2119654"/>
              <a:gd name="connsiteY4039" fmla="*/ 1870108 h 2398711"/>
              <a:gd name="connsiteX4040" fmla="*/ 1718339 w 2119654"/>
              <a:gd name="connsiteY4040" fmla="*/ 1869694 h 2398711"/>
              <a:gd name="connsiteX4041" fmla="*/ 1730724 w 2119654"/>
              <a:gd name="connsiteY4041" fmla="*/ 1838618 h 2398711"/>
              <a:gd name="connsiteX4042" fmla="*/ 1730843 w 2119654"/>
              <a:gd name="connsiteY4042" fmla="*/ 1839787 h 2398711"/>
              <a:gd name="connsiteX4043" fmla="*/ 1731240 w 2119654"/>
              <a:gd name="connsiteY4043" fmla="*/ 1839614 h 2398711"/>
              <a:gd name="connsiteX4044" fmla="*/ 1731349 w 2119654"/>
              <a:gd name="connsiteY4044" fmla="*/ 1838543 h 2398711"/>
              <a:gd name="connsiteX4045" fmla="*/ 1775379 w 2119654"/>
              <a:gd name="connsiteY4045" fmla="*/ 1738465 h 2398711"/>
              <a:gd name="connsiteX4046" fmla="*/ 1775719 w 2119654"/>
              <a:gd name="connsiteY4046" fmla="*/ 1739103 h 2398711"/>
              <a:gd name="connsiteX4047" fmla="*/ 1776471 w 2119654"/>
              <a:gd name="connsiteY4047" fmla="*/ 1738523 h 2398711"/>
              <a:gd name="connsiteX4048" fmla="*/ 1776153 w 2119654"/>
              <a:gd name="connsiteY4048" fmla="*/ 1738095 h 2398711"/>
              <a:gd name="connsiteX4049" fmla="*/ 1717729 w 2119654"/>
              <a:gd name="connsiteY4049" fmla="*/ 1867523 h 2398711"/>
              <a:gd name="connsiteX4050" fmla="*/ 1717650 w 2119654"/>
              <a:gd name="connsiteY4050" fmla="*/ 1867795 h 2398711"/>
              <a:gd name="connsiteX4051" fmla="*/ 1718643 w 2119654"/>
              <a:gd name="connsiteY4051" fmla="*/ 1869600 h 2398711"/>
              <a:gd name="connsiteX4052" fmla="*/ 1718722 w 2119654"/>
              <a:gd name="connsiteY4052" fmla="*/ 1869575 h 2398711"/>
              <a:gd name="connsiteX4053" fmla="*/ 1655356 w 2119654"/>
              <a:gd name="connsiteY4053" fmla="*/ 2007172 h 2398711"/>
              <a:gd name="connsiteX4054" fmla="*/ 1655819 w 2119654"/>
              <a:gd name="connsiteY4054" fmla="*/ 2007244 h 2398711"/>
              <a:gd name="connsiteX4055" fmla="*/ 1655853 w 2119654"/>
              <a:gd name="connsiteY4055" fmla="*/ 2006965 h 2398711"/>
              <a:gd name="connsiteX4056" fmla="*/ 1731264 w 2119654"/>
              <a:gd name="connsiteY4056" fmla="*/ 1837165 h 2398711"/>
              <a:gd name="connsiteX4057" fmla="*/ 1731450 w 2119654"/>
              <a:gd name="connsiteY4057" fmla="*/ 1837143 h 2398711"/>
              <a:gd name="connsiteX4058" fmla="*/ 1731493 w 2119654"/>
              <a:gd name="connsiteY4058" fmla="*/ 1837124 h 2398711"/>
              <a:gd name="connsiteX4059" fmla="*/ 1731504 w 2119654"/>
              <a:gd name="connsiteY4059" fmla="*/ 1837006 h 2398711"/>
              <a:gd name="connsiteX4060" fmla="*/ 1732412 w 2119654"/>
              <a:gd name="connsiteY4060" fmla="*/ 1834299 h 2398711"/>
              <a:gd name="connsiteX4061" fmla="*/ 1732165 w 2119654"/>
              <a:gd name="connsiteY4061" fmla="*/ 1836444 h 2398711"/>
              <a:gd name="connsiteX4062" fmla="*/ 1734357 w 2119654"/>
              <a:gd name="connsiteY4062" fmla="*/ 1834992 h 2398711"/>
              <a:gd name="connsiteX4063" fmla="*/ 1734304 w 2119654"/>
              <a:gd name="connsiteY4063" fmla="*/ 1835150 h 2398711"/>
              <a:gd name="connsiteX4064" fmla="*/ 1732149 w 2119654"/>
              <a:gd name="connsiteY4064" fmla="*/ 1836578 h 2398711"/>
              <a:gd name="connsiteX4065" fmla="*/ 1732119 w 2119654"/>
              <a:gd name="connsiteY4065" fmla="*/ 1836848 h 2398711"/>
              <a:gd name="connsiteX4066" fmla="*/ 1735958 w 2119654"/>
              <a:gd name="connsiteY4066" fmla="*/ 1834109 h 2398711"/>
              <a:gd name="connsiteX4067" fmla="*/ 1735509 w 2119654"/>
              <a:gd name="connsiteY4067" fmla="*/ 1831723 h 2398711"/>
              <a:gd name="connsiteX4068" fmla="*/ 1723032 w 2119654"/>
              <a:gd name="connsiteY4068" fmla="*/ 1855142 h 2398711"/>
              <a:gd name="connsiteX4069" fmla="*/ 1722879 w 2119654"/>
              <a:gd name="connsiteY4069" fmla="*/ 1857343 h 2398711"/>
              <a:gd name="connsiteX4070" fmla="*/ 1723191 w 2119654"/>
              <a:gd name="connsiteY4070" fmla="*/ 1855478 h 2398711"/>
              <a:gd name="connsiteX4071" fmla="*/ 1806484 w 2119654"/>
              <a:gd name="connsiteY4071" fmla="*/ 1668244 h 2398711"/>
              <a:gd name="connsiteX4072" fmla="*/ 1806624 w 2119654"/>
              <a:gd name="connsiteY4072" fmla="*/ 1668386 h 2398711"/>
              <a:gd name="connsiteX4073" fmla="*/ 1806861 w 2119654"/>
              <a:gd name="connsiteY4073" fmla="*/ 1668157 h 2398711"/>
              <a:gd name="connsiteX4074" fmla="*/ 1789225 w 2119654"/>
              <a:gd name="connsiteY4074" fmla="*/ 1706870 h 2398711"/>
              <a:gd name="connsiteX4075" fmla="*/ 1790802 w 2119654"/>
              <a:gd name="connsiteY4075" fmla="*/ 1706330 h 2398711"/>
              <a:gd name="connsiteX4076" fmla="*/ 1790309 w 2119654"/>
              <a:gd name="connsiteY4076" fmla="*/ 1705288 h 2398711"/>
              <a:gd name="connsiteX4077" fmla="*/ 1740972 w 2119654"/>
              <a:gd name="connsiteY4077" fmla="*/ 1814788 h 2398711"/>
              <a:gd name="connsiteX4078" fmla="*/ 1743528 w 2119654"/>
              <a:gd name="connsiteY4078" fmla="*/ 1814631 h 2398711"/>
              <a:gd name="connsiteX4079" fmla="*/ 1743984 w 2119654"/>
              <a:gd name="connsiteY4079" fmla="*/ 1814228 h 2398711"/>
              <a:gd name="connsiteX4080" fmla="*/ 1744805 w 2119654"/>
              <a:gd name="connsiteY4080" fmla="*/ 1813442 h 2398711"/>
              <a:gd name="connsiteX4081" fmla="*/ 1861589 w 2119654"/>
              <a:gd name="connsiteY4081" fmla="*/ 1544562 h 2398711"/>
              <a:gd name="connsiteX4082" fmla="*/ 1866189 w 2119654"/>
              <a:gd name="connsiteY4082" fmla="*/ 1541821 h 2398711"/>
              <a:gd name="connsiteX4083" fmla="*/ 1869128 w 2119654"/>
              <a:gd name="connsiteY4083" fmla="*/ 1539903 h 2398711"/>
              <a:gd name="connsiteX4084" fmla="*/ 1867581 w 2119654"/>
              <a:gd name="connsiteY4084" fmla="*/ 1537639 h 2398711"/>
              <a:gd name="connsiteX4085" fmla="*/ 1867321 w 2119654"/>
              <a:gd name="connsiteY4085" fmla="*/ 1537287 h 2398711"/>
              <a:gd name="connsiteX4086" fmla="*/ 1862019 w 2119654"/>
              <a:gd name="connsiteY4086" fmla="*/ 1544028 h 2398711"/>
              <a:gd name="connsiteX4087" fmla="*/ 1723148 w 2119654"/>
              <a:gd name="connsiteY4087" fmla="*/ 1854454 h 2398711"/>
              <a:gd name="connsiteX4088" fmla="*/ 1723306 w 2119654"/>
              <a:gd name="connsiteY4088" fmla="*/ 1854787 h 2398711"/>
              <a:gd name="connsiteX4089" fmla="*/ 1723368 w 2119654"/>
              <a:gd name="connsiteY4089" fmla="*/ 1854413 h 2398711"/>
              <a:gd name="connsiteX4090" fmla="*/ 1809178 w 2119654"/>
              <a:gd name="connsiteY4090" fmla="*/ 1661790 h 2398711"/>
              <a:gd name="connsiteX4091" fmla="*/ 1810250 w 2119654"/>
              <a:gd name="connsiteY4091" fmla="*/ 1664194 h 2398711"/>
              <a:gd name="connsiteX4092" fmla="*/ 1811714 w 2119654"/>
              <a:gd name="connsiteY4092" fmla="*/ 1663471 h 2398711"/>
              <a:gd name="connsiteX4093" fmla="*/ 1816316 w 2119654"/>
              <a:gd name="connsiteY4093" fmla="*/ 1659028 h 2398711"/>
              <a:gd name="connsiteX4094" fmla="*/ 1764592 w 2119654"/>
              <a:gd name="connsiteY4094" fmla="*/ 1761431 h 2398711"/>
              <a:gd name="connsiteX4095" fmla="*/ 1764692 w 2119654"/>
              <a:gd name="connsiteY4095" fmla="*/ 1761825 h 2398711"/>
              <a:gd name="connsiteX4096" fmla="*/ 1764974 w 2119654"/>
              <a:gd name="connsiteY4096" fmla="*/ 1761716 h 2398711"/>
              <a:gd name="connsiteX4097" fmla="*/ 1764890 w 2119654"/>
              <a:gd name="connsiteY4097" fmla="*/ 1761398 h 2398711"/>
              <a:gd name="connsiteX4098" fmla="*/ 1769281 w 2119654"/>
              <a:gd name="connsiteY4098" fmla="*/ 1750916 h 2398711"/>
              <a:gd name="connsiteX4099" fmla="*/ 1770033 w 2119654"/>
              <a:gd name="connsiteY4099" fmla="*/ 1751666 h 2398711"/>
              <a:gd name="connsiteX4100" fmla="*/ 1770195 w 2119654"/>
              <a:gd name="connsiteY4100" fmla="*/ 1749894 h 2398711"/>
              <a:gd name="connsiteX4101" fmla="*/ 1836891 w 2119654"/>
              <a:gd name="connsiteY4101" fmla="*/ 1599319 h 2398711"/>
              <a:gd name="connsiteX4102" fmla="*/ 1837058 w 2119654"/>
              <a:gd name="connsiteY4102" fmla="*/ 1599686 h 2398711"/>
              <a:gd name="connsiteX4103" fmla="*/ 1838918 w 2119654"/>
              <a:gd name="connsiteY4103" fmla="*/ 1598368 h 2398711"/>
              <a:gd name="connsiteX4104" fmla="*/ 1738321 w 2119654"/>
              <a:gd name="connsiteY4104" fmla="*/ 1819970 h 2398711"/>
              <a:gd name="connsiteX4105" fmla="*/ 1738724 w 2119654"/>
              <a:gd name="connsiteY4105" fmla="*/ 1821073 h 2398711"/>
              <a:gd name="connsiteX4106" fmla="*/ 1746739 w 2119654"/>
              <a:gd name="connsiteY4106" fmla="*/ 1819942 h 2398711"/>
              <a:gd name="connsiteX4107" fmla="*/ 1751601 w 2119654"/>
              <a:gd name="connsiteY4107" fmla="*/ 1815899 h 2398711"/>
              <a:gd name="connsiteX4108" fmla="*/ 1743503 w 2119654"/>
              <a:gd name="connsiteY4108" fmla="*/ 1816395 h 2398711"/>
              <a:gd name="connsiteX4109" fmla="*/ 1739999 w 2119654"/>
              <a:gd name="connsiteY4109" fmla="*/ 1818651 h 2398711"/>
              <a:gd name="connsiteX4110" fmla="*/ 1740284 w 2119654"/>
              <a:gd name="connsiteY4110" fmla="*/ 1820313 h 2398711"/>
              <a:gd name="connsiteX4111" fmla="*/ 1740079 w 2119654"/>
              <a:gd name="connsiteY4111" fmla="*/ 1820620 h 2398711"/>
              <a:gd name="connsiteX4112" fmla="*/ 1739767 w 2119654"/>
              <a:gd name="connsiteY4112" fmla="*/ 1818800 h 2398711"/>
              <a:gd name="connsiteX4113" fmla="*/ 1739083 w 2119654"/>
              <a:gd name="connsiteY4113" fmla="*/ 1819241 h 2398711"/>
              <a:gd name="connsiteX4114" fmla="*/ 1727217 w 2119654"/>
              <a:gd name="connsiteY4114" fmla="*/ 1844810 h 2398711"/>
              <a:gd name="connsiteX4115" fmla="*/ 1727205 w 2119654"/>
              <a:gd name="connsiteY4115" fmla="*/ 1844877 h 2398711"/>
              <a:gd name="connsiteX4116" fmla="*/ 1727289 w 2119654"/>
              <a:gd name="connsiteY4116" fmla="*/ 1848233 h 2398711"/>
              <a:gd name="connsiteX4117" fmla="*/ 1727796 w 2119654"/>
              <a:gd name="connsiteY4117" fmla="*/ 1848099 h 2398711"/>
              <a:gd name="connsiteX4118" fmla="*/ 1727457 w 2119654"/>
              <a:gd name="connsiteY4118" fmla="*/ 1844780 h 2398711"/>
              <a:gd name="connsiteX4119" fmla="*/ 1737427 w 2119654"/>
              <a:gd name="connsiteY4119" fmla="*/ 1821741 h 2398711"/>
              <a:gd name="connsiteX4120" fmla="*/ 1738022 w 2119654"/>
              <a:gd name="connsiteY4120" fmla="*/ 1827190 h 2398711"/>
              <a:gd name="connsiteX4121" fmla="*/ 1740126 w 2119654"/>
              <a:gd name="connsiteY4121" fmla="*/ 1825440 h 2398711"/>
              <a:gd name="connsiteX4122" fmla="*/ 1738711 w 2119654"/>
              <a:gd name="connsiteY4122" fmla="*/ 1821560 h 2398711"/>
              <a:gd name="connsiteX4123" fmla="*/ 1739652 w 2119654"/>
              <a:gd name="connsiteY4123" fmla="*/ 1816631 h 2398711"/>
              <a:gd name="connsiteX4124" fmla="*/ 1739799 w 2119654"/>
              <a:gd name="connsiteY4124" fmla="*/ 1817483 h 2398711"/>
              <a:gd name="connsiteX4125" fmla="*/ 1741305 w 2119654"/>
              <a:gd name="connsiteY4125" fmla="*/ 1816596 h 2398711"/>
              <a:gd name="connsiteX4126" fmla="*/ 1741386 w 2119654"/>
              <a:gd name="connsiteY4126" fmla="*/ 1816525 h 2398711"/>
              <a:gd name="connsiteX4127" fmla="*/ 1804312 w 2119654"/>
              <a:gd name="connsiteY4127" fmla="*/ 1671750 h 2398711"/>
              <a:gd name="connsiteX4128" fmla="*/ 1807555 w 2119654"/>
              <a:gd name="connsiteY4128" fmla="*/ 1670059 h 2398711"/>
              <a:gd name="connsiteX4129" fmla="*/ 1806824 w 2119654"/>
              <a:gd name="connsiteY4129" fmla="*/ 1669315 h 2398711"/>
              <a:gd name="connsiteX4130" fmla="*/ 1762021 w 2119654"/>
              <a:gd name="connsiteY4130" fmla="*/ 1766391 h 2398711"/>
              <a:gd name="connsiteX4131" fmla="*/ 1762305 w 2119654"/>
              <a:gd name="connsiteY4131" fmla="*/ 1768873 h 2398711"/>
              <a:gd name="connsiteX4132" fmla="*/ 1763863 w 2119654"/>
              <a:gd name="connsiteY4132" fmla="*/ 1768395 h 2398711"/>
              <a:gd name="connsiteX4133" fmla="*/ 1763025 w 2119654"/>
              <a:gd name="connsiteY4133" fmla="*/ 1765871 h 2398711"/>
              <a:gd name="connsiteX4134" fmla="*/ 1762427 w 2119654"/>
              <a:gd name="connsiteY4134" fmla="*/ 1766069 h 2398711"/>
              <a:gd name="connsiteX4135" fmla="*/ 1828000 w 2119654"/>
              <a:gd name="connsiteY4135" fmla="*/ 1618631 h 2398711"/>
              <a:gd name="connsiteX4136" fmla="*/ 1829689 w 2119654"/>
              <a:gd name="connsiteY4136" fmla="*/ 1621572 h 2398711"/>
              <a:gd name="connsiteX4137" fmla="*/ 1831467 w 2119654"/>
              <a:gd name="connsiteY4137" fmla="*/ 1621051 h 2398711"/>
              <a:gd name="connsiteX4138" fmla="*/ 1832151 w 2119654"/>
              <a:gd name="connsiteY4138" fmla="*/ 1620841 h 2398711"/>
              <a:gd name="connsiteX4139" fmla="*/ 1865605 w 2119654"/>
              <a:gd name="connsiteY4139" fmla="*/ 1533794 h 2398711"/>
              <a:gd name="connsiteX4140" fmla="*/ 1867332 w 2119654"/>
              <a:gd name="connsiteY4140" fmla="*/ 1536323 h 2398711"/>
              <a:gd name="connsiteX4141" fmla="*/ 1871891 w 2119654"/>
              <a:gd name="connsiteY4141" fmla="*/ 1530683 h 2398711"/>
              <a:gd name="connsiteX4142" fmla="*/ 1839107 w 2119654"/>
              <a:gd name="connsiteY4142" fmla="*/ 1593091 h 2398711"/>
              <a:gd name="connsiteX4143" fmla="*/ 1839564 w 2119654"/>
              <a:gd name="connsiteY4143" fmla="*/ 1595157 h 2398711"/>
              <a:gd name="connsiteX4144" fmla="*/ 1839762 w 2119654"/>
              <a:gd name="connsiteY4144" fmla="*/ 1595011 h 2398711"/>
              <a:gd name="connsiteX4145" fmla="*/ 1839122 w 2119654"/>
              <a:gd name="connsiteY4145" fmla="*/ 1593085 h 2398711"/>
              <a:gd name="connsiteX4146" fmla="*/ 1645957 w 2119654"/>
              <a:gd name="connsiteY4146" fmla="*/ 2025554 h 2398711"/>
              <a:gd name="connsiteX4147" fmla="*/ 1645984 w 2119654"/>
              <a:gd name="connsiteY4147" fmla="*/ 2026726 h 2398711"/>
              <a:gd name="connsiteX4148" fmla="*/ 1646076 w 2119654"/>
              <a:gd name="connsiteY4148" fmla="*/ 2026722 h 2398711"/>
              <a:gd name="connsiteX4149" fmla="*/ 1859574 w 2119654"/>
              <a:gd name="connsiteY4149" fmla="*/ 1547219 h 2398711"/>
              <a:gd name="connsiteX4150" fmla="*/ 1861971 w 2119654"/>
              <a:gd name="connsiteY4150" fmla="*/ 1549811 h 2398711"/>
              <a:gd name="connsiteX4151" fmla="*/ 1867389 w 2119654"/>
              <a:gd name="connsiteY4151" fmla="*/ 1545518 h 2398711"/>
              <a:gd name="connsiteX4152" fmla="*/ 1867323 w 2119654"/>
              <a:gd name="connsiteY4152" fmla="*/ 1545793 h 2398711"/>
              <a:gd name="connsiteX4153" fmla="*/ 1862090 w 2119654"/>
              <a:gd name="connsiteY4153" fmla="*/ 1549941 h 2398711"/>
              <a:gd name="connsiteX4154" fmla="*/ 1866097 w 2119654"/>
              <a:gd name="connsiteY4154" fmla="*/ 1554276 h 2398711"/>
              <a:gd name="connsiteX4155" fmla="*/ 1874289 w 2119654"/>
              <a:gd name="connsiteY4155" fmla="*/ 1547465 h 2398711"/>
              <a:gd name="connsiteX4156" fmla="*/ 1870824 w 2119654"/>
              <a:gd name="connsiteY4156" fmla="*/ 1542388 h 2398711"/>
              <a:gd name="connsiteX4157" fmla="*/ 1864218 w 2119654"/>
              <a:gd name="connsiteY4157" fmla="*/ 1544190 h 2398711"/>
              <a:gd name="connsiteX4158" fmla="*/ 1862091 w 2119654"/>
              <a:gd name="connsiteY4158" fmla="*/ 1545577 h 2398711"/>
              <a:gd name="connsiteX4159" fmla="*/ 1866136 w 2119654"/>
              <a:gd name="connsiteY4159" fmla="*/ 1545093 h 2398711"/>
              <a:gd name="connsiteX4160" fmla="*/ 1865926 w 2119654"/>
              <a:gd name="connsiteY4160" fmla="*/ 1545346 h 2398711"/>
              <a:gd name="connsiteX4161" fmla="*/ 1861662 w 2119654"/>
              <a:gd name="connsiteY4161" fmla="*/ 1545857 h 2398711"/>
              <a:gd name="connsiteX4162" fmla="*/ 1737336 w 2119654"/>
              <a:gd name="connsiteY4162" fmla="*/ 1820913 h 2398711"/>
              <a:gd name="connsiteX4163" fmla="*/ 1737375 w 2119654"/>
              <a:gd name="connsiteY4163" fmla="*/ 1821263 h 2398711"/>
              <a:gd name="connsiteX4164" fmla="*/ 1738541 w 2119654"/>
              <a:gd name="connsiteY4164" fmla="*/ 1821099 h 2398711"/>
              <a:gd name="connsiteX4165" fmla="*/ 1738168 w 2119654"/>
              <a:gd name="connsiteY4165" fmla="*/ 1820116 h 2398711"/>
              <a:gd name="connsiteX4166" fmla="*/ 1737343 w 2119654"/>
              <a:gd name="connsiteY4166" fmla="*/ 1820907 h 2398711"/>
              <a:gd name="connsiteX4167" fmla="*/ 1774712 w 2119654"/>
              <a:gd name="connsiteY4167" fmla="*/ 1737217 h 2398711"/>
              <a:gd name="connsiteX4168" fmla="*/ 1774805 w 2119654"/>
              <a:gd name="connsiteY4168" fmla="*/ 1737392 h 2398711"/>
              <a:gd name="connsiteX4169" fmla="*/ 1774858 w 2119654"/>
              <a:gd name="connsiteY4169" fmla="*/ 1737370 h 2398711"/>
              <a:gd name="connsiteX4170" fmla="*/ 1775338 w 2119654"/>
              <a:gd name="connsiteY4170" fmla="*/ 1736999 h 2398711"/>
              <a:gd name="connsiteX4171" fmla="*/ 1775276 w 2119654"/>
              <a:gd name="connsiteY4171" fmla="*/ 1736915 h 2398711"/>
              <a:gd name="connsiteX4172" fmla="*/ 1827793 w 2119654"/>
              <a:gd name="connsiteY4172" fmla="*/ 1618270 h 2398711"/>
              <a:gd name="connsiteX4173" fmla="*/ 1827842 w 2119654"/>
              <a:gd name="connsiteY4173" fmla="*/ 1618355 h 2398711"/>
              <a:gd name="connsiteX4174" fmla="*/ 1832378 w 2119654"/>
              <a:gd name="connsiteY4174" fmla="*/ 1620771 h 2398711"/>
              <a:gd name="connsiteX4175" fmla="*/ 1839373 w 2119654"/>
              <a:gd name="connsiteY4175" fmla="*/ 1618615 h 2398711"/>
              <a:gd name="connsiteX4176" fmla="*/ 1841546 w 2119654"/>
              <a:gd name="connsiteY4176" fmla="*/ 1616175 h 2398711"/>
              <a:gd name="connsiteX4177" fmla="*/ 1842616 w 2119654"/>
              <a:gd name="connsiteY4177" fmla="*/ 1614340 h 2398711"/>
              <a:gd name="connsiteX4178" fmla="*/ 1838674 w 2119654"/>
              <a:gd name="connsiteY4178" fmla="*/ 1606534 h 2398711"/>
              <a:gd name="connsiteX4179" fmla="*/ 1837243 w 2119654"/>
              <a:gd name="connsiteY4179" fmla="*/ 1607157 h 2398711"/>
              <a:gd name="connsiteX4180" fmla="*/ 1765124 w 2119654"/>
              <a:gd name="connsiteY4180" fmla="*/ 1758451 h 2398711"/>
              <a:gd name="connsiteX4181" fmla="*/ 1765462 w 2119654"/>
              <a:gd name="connsiteY4181" fmla="*/ 1759734 h 2398711"/>
              <a:gd name="connsiteX4182" fmla="*/ 1765745 w 2119654"/>
              <a:gd name="connsiteY4182" fmla="*/ 1759580 h 2398711"/>
              <a:gd name="connsiteX4183" fmla="*/ 1835465 w 2119654"/>
              <a:gd name="connsiteY4183" fmla="*/ 1600816 h 2398711"/>
              <a:gd name="connsiteX4184" fmla="*/ 1835702 w 2119654"/>
              <a:gd name="connsiteY4184" fmla="*/ 1600649 h 2398711"/>
              <a:gd name="connsiteX4185" fmla="*/ 1835673 w 2119654"/>
              <a:gd name="connsiteY4185" fmla="*/ 1600590 h 2398711"/>
              <a:gd name="connsiteX4186" fmla="*/ 1730450 w 2119654"/>
              <a:gd name="connsiteY4186" fmla="*/ 1835930 h 2398711"/>
              <a:gd name="connsiteX4187" fmla="*/ 1730584 w 2119654"/>
              <a:gd name="connsiteY4187" fmla="*/ 1837246 h 2398711"/>
              <a:gd name="connsiteX4188" fmla="*/ 1731036 w 2119654"/>
              <a:gd name="connsiteY4188" fmla="*/ 1837192 h 2398711"/>
              <a:gd name="connsiteX4189" fmla="*/ 1731518 w 2119654"/>
              <a:gd name="connsiteY4189" fmla="*/ 1836873 h 2398711"/>
              <a:gd name="connsiteX4190" fmla="*/ 1731721 w 2119654"/>
              <a:gd name="connsiteY4190" fmla="*/ 1834872 h 2398711"/>
              <a:gd name="connsiteX4191" fmla="*/ 1772197 w 2119654"/>
              <a:gd name="connsiteY4191" fmla="*/ 1742427 h 2398711"/>
              <a:gd name="connsiteX4192" fmla="*/ 1771753 w 2119654"/>
              <a:gd name="connsiteY4192" fmla="*/ 1747265 h 2398711"/>
              <a:gd name="connsiteX4193" fmla="*/ 1772757 w 2119654"/>
              <a:gd name="connsiteY4193" fmla="*/ 1746717 h 2398711"/>
              <a:gd name="connsiteX4194" fmla="*/ 1776920 w 2119654"/>
              <a:gd name="connsiteY4194" fmla="*/ 1742060 h 2398711"/>
              <a:gd name="connsiteX4195" fmla="*/ 1775772 w 2119654"/>
              <a:gd name="connsiteY4195" fmla="*/ 1739983 h 2398711"/>
              <a:gd name="connsiteX4196" fmla="*/ 1772635 w 2119654"/>
              <a:gd name="connsiteY4196" fmla="*/ 1742091 h 2398711"/>
              <a:gd name="connsiteX4197" fmla="*/ 1840130 w 2119654"/>
              <a:gd name="connsiteY4197" fmla="*/ 1590137 h 2398711"/>
              <a:gd name="connsiteX4198" fmla="*/ 1840692 w 2119654"/>
              <a:gd name="connsiteY4198" fmla="*/ 1591827 h 2398711"/>
              <a:gd name="connsiteX4199" fmla="*/ 1841217 w 2119654"/>
              <a:gd name="connsiteY4199" fmla="*/ 1591639 h 2398711"/>
              <a:gd name="connsiteX4200" fmla="*/ 1844292 w 2119654"/>
              <a:gd name="connsiteY4200" fmla="*/ 1590291 h 2398711"/>
              <a:gd name="connsiteX4201" fmla="*/ 1845663 w 2119654"/>
              <a:gd name="connsiteY4201" fmla="*/ 1588799 h 2398711"/>
              <a:gd name="connsiteX4202" fmla="*/ 1736857 w 2119654"/>
              <a:gd name="connsiteY4202" fmla="*/ 1821336 h 2398711"/>
              <a:gd name="connsiteX4203" fmla="*/ 1736905 w 2119654"/>
              <a:gd name="connsiteY4203" fmla="*/ 1821330 h 2398711"/>
              <a:gd name="connsiteX4204" fmla="*/ 1736900 w 2119654"/>
              <a:gd name="connsiteY4204" fmla="*/ 1821298 h 2398711"/>
              <a:gd name="connsiteX4205" fmla="*/ 1668138 w 2119654"/>
              <a:gd name="connsiteY4205" fmla="*/ 1975077 h 2398711"/>
              <a:gd name="connsiteX4206" fmla="*/ 1668825 w 2119654"/>
              <a:gd name="connsiteY4206" fmla="*/ 1975109 h 2398711"/>
              <a:gd name="connsiteX4207" fmla="*/ 1668873 w 2119654"/>
              <a:gd name="connsiteY4207" fmla="*/ 1975067 h 2398711"/>
              <a:gd name="connsiteX4208" fmla="*/ 1836413 w 2119654"/>
              <a:gd name="connsiteY4208" fmla="*/ 1598271 h 2398711"/>
              <a:gd name="connsiteX4209" fmla="*/ 1836498 w 2119654"/>
              <a:gd name="connsiteY4209" fmla="*/ 1598456 h 2398711"/>
              <a:gd name="connsiteX4210" fmla="*/ 1837019 w 2119654"/>
              <a:gd name="connsiteY4210" fmla="*/ 1598211 h 2398711"/>
              <a:gd name="connsiteX4211" fmla="*/ 1837700 w 2119654"/>
              <a:gd name="connsiteY4211" fmla="*/ 1597469 h 2398711"/>
              <a:gd name="connsiteX4212" fmla="*/ 1647735 w 2119654"/>
              <a:gd name="connsiteY4212" fmla="*/ 2020729 h 2398711"/>
              <a:gd name="connsiteX4213" fmla="*/ 1648336 w 2119654"/>
              <a:gd name="connsiteY4213" fmla="*/ 2026623 h 2398711"/>
              <a:gd name="connsiteX4214" fmla="*/ 1653454 w 2119654"/>
              <a:gd name="connsiteY4214" fmla="*/ 2026399 h 2398711"/>
              <a:gd name="connsiteX4215" fmla="*/ 1654561 w 2119654"/>
              <a:gd name="connsiteY4215" fmla="*/ 2017428 h 2398711"/>
              <a:gd name="connsiteX4216" fmla="*/ 1653149 w 2119654"/>
              <a:gd name="connsiteY4216" fmla="*/ 2017131 h 2398711"/>
              <a:gd name="connsiteX4217" fmla="*/ 1763215 w 2119654"/>
              <a:gd name="connsiteY4217" fmla="*/ 1761983 h 2398711"/>
              <a:gd name="connsiteX4218" fmla="*/ 1763337 w 2119654"/>
              <a:gd name="connsiteY4218" fmla="*/ 1762348 h 2398711"/>
              <a:gd name="connsiteX4219" fmla="*/ 1763458 w 2119654"/>
              <a:gd name="connsiteY4219" fmla="*/ 1762302 h 2398711"/>
              <a:gd name="connsiteX4220" fmla="*/ 1763342 w 2119654"/>
              <a:gd name="connsiteY4220" fmla="*/ 1761913 h 2398711"/>
              <a:gd name="connsiteX4221" fmla="*/ 1756772 w 2119654"/>
              <a:gd name="connsiteY4221" fmla="*/ 1776385 h 2398711"/>
              <a:gd name="connsiteX4222" fmla="*/ 1758861 w 2119654"/>
              <a:gd name="connsiteY4222" fmla="*/ 1780521 h 2398711"/>
              <a:gd name="connsiteX4223" fmla="*/ 1758863 w 2119654"/>
              <a:gd name="connsiteY4223" fmla="*/ 1780520 h 2398711"/>
              <a:gd name="connsiteX4224" fmla="*/ 1758862 w 2119654"/>
              <a:gd name="connsiteY4224" fmla="*/ 1780523 h 2398711"/>
              <a:gd name="connsiteX4225" fmla="*/ 1759612 w 2119654"/>
              <a:gd name="connsiteY4225" fmla="*/ 1782010 h 2398711"/>
              <a:gd name="connsiteX4226" fmla="*/ 1763197 w 2119654"/>
              <a:gd name="connsiteY4226" fmla="*/ 1780149 h 2398711"/>
              <a:gd name="connsiteX4227" fmla="*/ 1762450 w 2119654"/>
              <a:gd name="connsiteY4227" fmla="*/ 1773635 h 2398711"/>
              <a:gd name="connsiteX4228" fmla="*/ 1768443 w 2119654"/>
              <a:gd name="connsiteY4228" fmla="*/ 1750080 h 2398711"/>
              <a:gd name="connsiteX4229" fmla="*/ 1769135 w 2119654"/>
              <a:gd name="connsiteY4229" fmla="*/ 1750770 h 2398711"/>
              <a:gd name="connsiteX4230" fmla="*/ 1770227 w 2119654"/>
              <a:gd name="connsiteY4230" fmla="*/ 1749548 h 2398711"/>
              <a:gd name="connsiteX4231" fmla="*/ 1770265 w 2119654"/>
              <a:gd name="connsiteY4231" fmla="*/ 1749131 h 2398711"/>
              <a:gd name="connsiteX4232" fmla="*/ 1770071 w 2119654"/>
              <a:gd name="connsiteY4232" fmla="*/ 1749235 h 2398711"/>
              <a:gd name="connsiteX4233" fmla="*/ 1752275 w 2119654"/>
              <a:gd name="connsiteY4233" fmla="*/ 1786120 h 2398711"/>
              <a:gd name="connsiteX4234" fmla="*/ 1752815 w 2119654"/>
              <a:gd name="connsiteY4234" fmla="*/ 1787037 h 2398711"/>
              <a:gd name="connsiteX4235" fmla="*/ 1753577 w 2119654"/>
              <a:gd name="connsiteY4235" fmla="*/ 1788369 h 2398711"/>
              <a:gd name="connsiteX4236" fmla="*/ 1759758 w 2119654"/>
              <a:gd name="connsiteY4236" fmla="*/ 1785236 h 2398711"/>
              <a:gd name="connsiteX4237" fmla="*/ 1758558 w 2119654"/>
              <a:gd name="connsiteY4237" fmla="*/ 1782860 h 2398711"/>
              <a:gd name="connsiteX4238" fmla="*/ 1709237 w 2119654"/>
              <a:gd name="connsiteY4238" fmla="*/ 1882459 h 2398711"/>
              <a:gd name="connsiteX4239" fmla="*/ 1709325 w 2119654"/>
              <a:gd name="connsiteY4239" fmla="*/ 1883227 h 2398711"/>
              <a:gd name="connsiteX4240" fmla="*/ 1711081 w 2119654"/>
              <a:gd name="connsiteY4240" fmla="*/ 1882196 h 2398711"/>
              <a:gd name="connsiteX4241" fmla="*/ 1702685 w 2119654"/>
              <a:gd name="connsiteY4241" fmla="*/ 1897017 h 2398711"/>
              <a:gd name="connsiteX4242" fmla="*/ 1706083 w 2119654"/>
              <a:gd name="connsiteY4242" fmla="*/ 1896191 h 2398711"/>
              <a:gd name="connsiteX4243" fmla="*/ 1706146 w 2119654"/>
              <a:gd name="connsiteY4243" fmla="*/ 1895161 h 2398711"/>
              <a:gd name="connsiteX4244" fmla="*/ 1694591 w 2119654"/>
              <a:gd name="connsiteY4244" fmla="*/ 1915012 h 2398711"/>
              <a:gd name="connsiteX4245" fmla="*/ 1694470 w 2119654"/>
              <a:gd name="connsiteY4245" fmla="*/ 1919239 h 2398711"/>
              <a:gd name="connsiteX4246" fmla="*/ 1694543 w 2119654"/>
              <a:gd name="connsiteY4246" fmla="*/ 1919839 h 2398711"/>
              <a:gd name="connsiteX4247" fmla="*/ 1694768 w 2119654"/>
              <a:gd name="connsiteY4247" fmla="*/ 1919637 h 2398711"/>
              <a:gd name="connsiteX4248" fmla="*/ 1701886 w 2119654"/>
              <a:gd name="connsiteY4248" fmla="*/ 1913045 h 2398711"/>
              <a:gd name="connsiteX4249" fmla="*/ 1697283 w 2119654"/>
              <a:gd name="connsiteY4249" fmla="*/ 1913495 h 2398711"/>
              <a:gd name="connsiteX4250" fmla="*/ 1721373 w 2119654"/>
              <a:gd name="connsiteY4250" fmla="*/ 1854780 h 2398711"/>
              <a:gd name="connsiteX4251" fmla="*/ 1718660 w 2119654"/>
              <a:gd name="connsiteY4251" fmla="*/ 1864265 h 2398711"/>
              <a:gd name="connsiteX4252" fmla="*/ 1720907 w 2119654"/>
              <a:gd name="connsiteY4252" fmla="*/ 1868905 h 2398711"/>
              <a:gd name="connsiteX4253" fmla="*/ 1720951 w 2119654"/>
              <a:gd name="connsiteY4253" fmla="*/ 1868892 h 2398711"/>
              <a:gd name="connsiteX4254" fmla="*/ 1721274 w 2119654"/>
              <a:gd name="connsiteY4254" fmla="*/ 1866956 h 2398711"/>
              <a:gd name="connsiteX4255" fmla="*/ 1722103 w 2119654"/>
              <a:gd name="connsiteY4255" fmla="*/ 1854645 h 2398711"/>
              <a:gd name="connsiteX4256" fmla="*/ 1667963 w 2119654"/>
              <a:gd name="connsiteY4256" fmla="*/ 1974356 h 2398711"/>
              <a:gd name="connsiteX4257" fmla="*/ 1669703 w 2119654"/>
              <a:gd name="connsiteY4257" fmla="*/ 1974333 h 2398711"/>
              <a:gd name="connsiteX4258" fmla="*/ 1670889 w 2119654"/>
              <a:gd name="connsiteY4258" fmla="*/ 1973285 h 2398711"/>
              <a:gd name="connsiteX4259" fmla="*/ 1772432 w 2119654"/>
              <a:gd name="connsiteY4259" fmla="*/ 1739877 h 2398711"/>
              <a:gd name="connsiteX4260" fmla="*/ 1772258 w 2119654"/>
              <a:gd name="connsiteY4260" fmla="*/ 1741767 h 2398711"/>
              <a:gd name="connsiteX4261" fmla="*/ 1775415 w 2119654"/>
              <a:gd name="connsiteY4261" fmla="*/ 1739337 h 2398711"/>
              <a:gd name="connsiteX4262" fmla="*/ 1775027 w 2119654"/>
              <a:gd name="connsiteY4262" fmla="*/ 1738634 h 2398711"/>
              <a:gd name="connsiteX4263" fmla="*/ 1601676 w 2119654"/>
              <a:gd name="connsiteY4263" fmla="*/ 2122209 h 2398711"/>
              <a:gd name="connsiteX4264" fmla="*/ 1600925 w 2119654"/>
              <a:gd name="connsiteY4264" fmla="*/ 2129609 h 2398711"/>
              <a:gd name="connsiteX4265" fmla="*/ 1605940 w 2119654"/>
              <a:gd name="connsiteY4265" fmla="*/ 2131111 h 2398711"/>
              <a:gd name="connsiteX4266" fmla="*/ 1625722 w 2119654"/>
              <a:gd name="connsiteY4266" fmla="*/ 2125688 h 2398711"/>
              <a:gd name="connsiteX4267" fmla="*/ 1625325 w 2119654"/>
              <a:gd name="connsiteY4267" fmla="*/ 2125636 h 2398711"/>
              <a:gd name="connsiteX4268" fmla="*/ 1723417 w 2119654"/>
              <a:gd name="connsiteY4268" fmla="*/ 1849576 h 2398711"/>
              <a:gd name="connsiteX4269" fmla="*/ 1723308 w 2119654"/>
              <a:gd name="connsiteY4269" fmla="*/ 1851155 h 2398711"/>
              <a:gd name="connsiteX4270" fmla="*/ 1723930 w 2119654"/>
              <a:gd name="connsiteY4270" fmla="*/ 1851041 h 2398711"/>
              <a:gd name="connsiteX4271" fmla="*/ 1724083 w 2119654"/>
              <a:gd name="connsiteY4271" fmla="*/ 1850126 h 2398711"/>
              <a:gd name="connsiteX4272" fmla="*/ 1724117 w 2119654"/>
              <a:gd name="connsiteY4272" fmla="*/ 1849380 h 2398711"/>
              <a:gd name="connsiteX4273" fmla="*/ 1657806 w 2119654"/>
              <a:gd name="connsiteY4273" fmla="*/ 1996358 h 2398711"/>
              <a:gd name="connsiteX4274" fmla="*/ 1657340 w 2119654"/>
              <a:gd name="connsiteY4274" fmla="*/ 1999876 h 2398711"/>
              <a:gd name="connsiteX4275" fmla="*/ 1663584 w 2119654"/>
              <a:gd name="connsiteY4275" fmla="*/ 1999656 h 2398711"/>
              <a:gd name="connsiteX4276" fmla="*/ 1663412 w 2119654"/>
              <a:gd name="connsiteY4276" fmla="*/ 1999801 h 2398711"/>
              <a:gd name="connsiteX4277" fmla="*/ 1657322 w 2119654"/>
              <a:gd name="connsiteY4277" fmla="*/ 2000017 h 2398711"/>
              <a:gd name="connsiteX4278" fmla="*/ 1656498 w 2119654"/>
              <a:gd name="connsiteY4278" fmla="*/ 2006248 h 2398711"/>
              <a:gd name="connsiteX4279" fmla="*/ 1687474 w 2119654"/>
              <a:gd name="connsiteY4279" fmla="*/ 1993330 h 2398711"/>
              <a:gd name="connsiteX4280" fmla="*/ 1709121 w 2119654"/>
              <a:gd name="connsiteY4280" fmla="*/ 1881444 h 2398711"/>
              <a:gd name="connsiteX4281" fmla="*/ 1709187 w 2119654"/>
              <a:gd name="connsiteY4281" fmla="*/ 1882028 h 2398711"/>
              <a:gd name="connsiteX4282" fmla="*/ 1712068 w 2119654"/>
              <a:gd name="connsiteY4282" fmla="*/ 1881616 h 2398711"/>
              <a:gd name="connsiteX4283" fmla="*/ 1713366 w 2119654"/>
              <a:gd name="connsiteY4283" fmla="*/ 1880854 h 2398711"/>
              <a:gd name="connsiteX4284" fmla="*/ 1714390 w 2119654"/>
              <a:gd name="connsiteY4284" fmla="*/ 1877274 h 2398711"/>
              <a:gd name="connsiteX4285" fmla="*/ 1806288 w 2119654"/>
              <a:gd name="connsiteY4285" fmla="*/ 1663626 h 2398711"/>
              <a:gd name="connsiteX4286" fmla="*/ 1806428 w 2119654"/>
              <a:gd name="connsiteY4286" fmla="*/ 1663518 h 2398711"/>
              <a:gd name="connsiteX4287" fmla="*/ 1808025 w 2119654"/>
              <a:gd name="connsiteY4287" fmla="*/ 1662237 h 2398711"/>
              <a:gd name="connsiteX4288" fmla="*/ 1807156 w 2119654"/>
              <a:gd name="connsiteY4288" fmla="*/ 1662573 h 2398711"/>
              <a:gd name="connsiteX4289" fmla="*/ 1776343 w 2119654"/>
              <a:gd name="connsiteY4289" fmla="*/ 1730533 h 2398711"/>
              <a:gd name="connsiteX4290" fmla="*/ 1777817 w 2119654"/>
              <a:gd name="connsiteY4290" fmla="*/ 1734478 h 2398711"/>
              <a:gd name="connsiteX4291" fmla="*/ 1779531 w 2119654"/>
              <a:gd name="connsiteY4291" fmla="*/ 1733758 h 2398711"/>
              <a:gd name="connsiteX4292" fmla="*/ 1782893 w 2119654"/>
              <a:gd name="connsiteY4292" fmla="*/ 1731160 h 2398711"/>
              <a:gd name="connsiteX4293" fmla="*/ 1781713 w 2119654"/>
              <a:gd name="connsiteY4293" fmla="*/ 1727725 h 2398711"/>
              <a:gd name="connsiteX4294" fmla="*/ 1779780 w 2119654"/>
              <a:gd name="connsiteY4294" fmla="*/ 1728081 h 2398711"/>
              <a:gd name="connsiteX4295" fmla="*/ 1858650 w 2119654"/>
              <a:gd name="connsiteY4295" fmla="*/ 1546217 h 2398711"/>
              <a:gd name="connsiteX4296" fmla="*/ 1858707 w 2119654"/>
              <a:gd name="connsiteY4296" fmla="*/ 1546279 h 2398711"/>
              <a:gd name="connsiteX4297" fmla="*/ 1858850 w 2119654"/>
              <a:gd name="connsiteY4297" fmla="*/ 1546194 h 2398711"/>
              <a:gd name="connsiteX4298" fmla="*/ 1765149 w 2119654"/>
              <a:gd name="connsiteY4298" fmla="*/ 1755539 h 2398711"/>
              <a:gd name="connsiteX4299" fmla="*/ 1769788 w 2119654"/>
              <a:gd name="connsiteY4299" fmla="*/ 1754331 h 2398711"/>
              <a:gd name="connsiteX4300" fmla="*/ 1769915 w 2119654"/>
              <a:gd name="connsiteY4300" fmla="*/ 1752937 h 2398711"/>
              <a:gd name="connsiteX4301" fmla="*/ 1768625 w 2119654"/>
              <a:gd name="connsiteY4301" fmla="*/ 1751650 h 2398711"/>
              <a:gd name="connsiteX4302" fmla="*/ 1713006 w 2119654"/>
              <a:gd name="connsiteY4302" fmla="*/ 1872128 h 2398711"/>
              <a:gd name="connsiteX4303" fmla="*/ 1715853 w 2119654"/>
              <a:gd name="connsiteY4303" fmla="*/ 1872161 h 2398711"/>
              <a:gd name="connsiteX4304" fmla="*/ 1716142 w 2119654"/>
              <a:gd name="connsiteY4304" fmla="*/ 1871149 h 2398711"/>
              <a:gd name="connsiteX4305" fmla="*/ 1715786 w 2119654"/>
              <a:gd name="connsiteY4305" fmla="*/ 1871274 h 2398711"/>
              <a:gd name="connsiteX4306" fmla="*/ 1735538 w 2119654"/>
              <a:gd name="connsiteY4306" fmla="*/ 1821523 h 2398711"/>
              <a:gd name="connsiteX4307" fmla="*/ 1735769 w 2119654"/>
              <a:gd name="connsiteY4307" fmla="*/ 1821490 h 2398711"/>
              <a:gd name="connsiteX4308" fmla="*/ 1736254 w 2119654"/>
              <a:gd name="connsiteY4308" fmla="*/ 1821061 h 2398711"/>
              <a:gd name="connsiteX4309" fmla="*/ 1708240 w 2119654"/>
              <a:gd name="connsiteY4309" fmla="*/ 1882602 h 2398711"/>
              <a:gd name="connsiteX4310" fmla="*/ 1708159 w 2119654"/>
              <a:gd name="connsiteY4310" fmla="*/ 1883911 h 2398711"/>
              <a:gd name="connsiteX4311" fmla="*/ 1708926 w 2119654"/>
              <a:gd name="connsiteY4311" fmla="*/ 1883461 h 2398711"/>
              <a:gd name="connsiteX4312" fmla="*/ 1708781 w 2119654"/>
              <a:gd name="connsiteY4312" fmla="*/ 1882525 h 2398711"/>
              <a:gd name="connsiteX4313" fmla="*/ 1761616 w 2119654"/>
              <a:gd name="connsiteY4313" fmla="*/ 1762855 h 2398711"/>
              <a:gd name="connsiteX4314" fmla="*/ 1761633 w 2119654"/>
              <a:gd name="connsiteY4314" fmla="*/ 1763007 h 2398711"/>
              <a:gd name="connsiteX4315" fmla="*/ 1762024 w 2119654"/>
              <a:gd name="connsiteY4315" fmla="*/ 1762856 h 2398711"/>
              <a:gd name="connsiteX4316" fmla="*/ 1761961 w 2119654"/>
              <a:gd name="connsiteY4316" fmla="*/ 1762667 h 2398711"/>
              <a:gd name="connsiteX4317" fmla="*/ 1734574 w 2119654"/>
              <a:gd name="connsiteY4317" fmla="*/ 1823355 h 2398711"/>
              <a:gd name="connsiteX4318" fmla="*/ 1735663 w 2119654"/>
              <a:gd name="connsiteY4318" fmla="*/ 1829152 h 2398711"/>
              <a:gd name="connsiteX4319" fmla="*/ 1737663 w 2119654"/>
              <a:gd name="connsiteY4319" fmla="*/ 1827488 h 2398711"/>
              <a:gd name="connsiteX4320" fmla="*/ 1736963 w 2119654"/>
              <a:gd name="connsiteY4320" fmla="*/ 1821806 h 2398711"/>
              <a:gd name="connsiteX4321" fmla="*/ 1736204 w 2119654"/>
              <a:gd name="connsiteY4321" fmla="*/ 1821913 h 2398711"/>
              <a:gd name="connsiteX4322" fmla="*/ 1764537 w 2119654"/>
              <a:gd name="connsiteY4322" fmla="*/ 1756223 h 2398711"/>
              <a:gd name="connsiteX4323" fmla="*/ 1764659 w 2119654"/>
              <a:gd name="connsiteY4323" fmla="*/ 1756685 h 2398711"/>
              <a:gd name="connsiteX4324" fmla="*/ 1766029 w 2119654"/>
              <a:gd name="connsiteY4324" fmla="*/ 1759425 h 2398711"/>
              <a:gd name="connsiteX4325" fmla="*/ 1769493 w 2119654"/>
              <a:gd name="connsiteY4325" fmla="*/ 1757536 h 2398711"/>
              <a:gd name="connsiteX4326" fmla="*/ 1769754 w 2119654"/>
              <a:gd name="connsiteY4326" fmla="*/ 1754694 h 2398711"/>
              <a:gd name="connsiteX4327" fmla="*/ 1764647 w 2119654"/>
              <a:gd name="connsiteY4327" fmla="*/ 1756100 h 2398711"/>
              <a:gd name="connsiteX4328" fmla="*/ 1772590 w 2119654"/>
              <a:gd name="connsiteY4328" fmla="*/ 1738142 h 2398711"/>
              <a:gd name="connsiteX4329" fmla="*/ 1772571 w 2119654"/>
              <a:gd name="connsiteY4329" fmla="*/ 1738359 h 2398711"/>
              <a:gd name="connsiteX4330" fmla="*/ 1774431 w 2119654"/>
              <a:gd name="connsiteY4330" fmla="*/ 1737554 h 2398711"/>
              <a:gd name="connsiteX4331" fmla="*/ 1774348 w 2119654"/>
              <a:gd name="connsiteY4331" fmla="*/ 1737404 h 2398711"/>
              <a:gd name="connsiteX4332" fmla="*/ 1708269 w 2119654"/>
              <a:gd name="connsiteY4332" fmla="*/ 1882118 h 2398711"/>
              <a:gd name="connsiteX4333" fmla="*/ 1708266 w 2119654"/>
              <a:gd name="connsiteY4333" fmla="*/ 1882160 h 2398711"/>
              <a:gd name="connsiteX4334" fmla="*/ 1708714 w 2119654"/>
              <a:gd name="connsiteY4334" fmla="*/ 1882096 h 2398711"/>
              <a:gd name="connsiteX4335" fmla="*/ 1708668 w 2119654"/>
              <a:gd name="connsiteY4335" fmla="*/ 1881802 h 2398711"/>
              <a:gd name="connsiteX4336" fmla="*/ 1647477 w 2119654"/>
              <a:gd name="connsiteY4336" fmla="*/ 2018207 h 2398711"/>
              <a:gd name="connsiteX4337" fmla="*/ 1647677 w 2119654"/>
              <a:gd name="connsiteY4337" fmla="*/ 2020166 h 2398711"/>
              <a:gd name="connsiteX4338" fmla="*/ 1652309 w 2119654"/>
              <a:gd name="connsiteY4338" fmla="*/ 2017088 h 2398711"/>
              <a:gd name="connsiteX4339" fmla="*/ 1839483 w 2119654"/>
              <a:gd name="connsiteY4339" fmla="*/ 1588189 h 2398711"/>
              <a:gd name="connsiteX4340" fmla="*/ 1840038 w 2119654"/>
              <a:gd name="connsiteY4340" fmla="*/ 1589858 h 2398711"/>
              <a:gd name="connsiteX4341" fmla="*/ 1846018 w 2119654"/>
              <a:gd name="connsiteY4341" fmla="*/ 1588412 h 2398711"/>
              <a:gd name="connsiteX4342" fmla="*/ 1851582 w 2119654"/>
              <a:gd name="connsiteY4342" fmla="*/ 1582351 h 2398711"/>
              <a:gd name="connsiteX4343" fmla="*/ 1851257 w 2119654"/>
              <a:gd name="connsiteY4343" fmla="*/ 1581678 h 2398711"/>
              <a:gd name="connsiteX4344" fmla="*/ 1846545 w 2119654"/>
              <a:gd name="connsiteY4344" fmla="*/ 1582970 h 2398711"/>
              <a:gd name="connsiteX4345" fmla="*/ 1839744 w 2119654"/>
              <a:gd name="connsiteY4345" fmla="*/ 1587996 h 2398711"/>
              <a:gd name="connsiteX4346" fmla="*/ 1841263 w 2119654"/>
              <a:gd name="connsiteY4346" fmla="*/ 1587698 h 2398711"/>
              <a:gd name="connsiteX4347" fmla="*/ 1841127 w 2119654"/>
              <a:gd name="connsiteY4347" fmla="*/ 1587858 h 2398711"/>
              <a:gd name="connsiteX4348" fmla="*/ 1839500 w 2119654"/>
              <a:gd name="connsiteY4348" fmla="*/ 1588177 h 2398711"/>
              <a:gd name="connsiteX4349" fmla="*/ 1846668 w 2119654"/>
              <a:gd name="connsiteY4349" fmla="*/ 1571854 h 2398711"/>
              <a:gd name="connsiteX4350" fmla="*/ 1847165 w 2119654"/>
              <a:gd name="connsiteY4350" fmla="*/ 1572885 h 2398711"/>
              <a:gd name="connsiteX4351" fmla="*/ 1848735 w 2119654"/>
              <a:gd name="connsiteY4351" fmla="*/ 1572231 h 2398711"/>
              <a:gd name="connsiteX4352" fmla="*/ 1859204 w 2119654"/>
              <a:gd name="connsiteY4352" fmla="*/ 1567454 h 2398711"/>
              <a:gd name="connsiteX4353" fmla="*/ 1859128 w 2119654"/>
              <a:gd name="connsiteY4353" fmla="*/ 1567602 h 2398711"/>
              <a:gd name="connsiteX4354" fmla="*/ 1847235 w 2119654"/>
              <a:gd name="connsiteY4354" fmla="*/ 1573028 h 2398711"/>
              <a:gd name="connsiteX4355" fmla="*/ 1848488 w 2119654"/>
              <a:gd name="connsiteY4355" fmla="*/ 1575622 h 2398711"/>
              <a:gd name="connsiteX4356" fmla="*/ 1862292 w 2119654"/>
              <a:gd name="connsiteY4356" fmla="*/ 1570690 h 2398711"/>
              <a:gd name="connsiteX4357" fmla="*/ 1871407 w 2119654"/>
              <a:gd name="connsiteY4357" fmla="*/ 1560764 h 2398711"/>
              <a:gd name="connsiteX4358" fmla="*/ 1866943 w 2119654"/>
              <a:gd name="connsiteY4358" fmla="*/ 1555934 h 2398711"/>
              <a:gd name="connsiteX4359" fmla="*/ 1864577 w 2119654"/>
              <a:gd name="connsiteY4359" fmla="*/ 1556962 h 2398711"/>
              <a:gd name="connsiteX4360" fmla="*/ 1858273 w 2119654"/>
              <a:gd name="connsiteY4360" fmla="*/ 1545812 h 2398711"/>
              <a:gd name="connsiteX4361" fmla="*/ 1858459 w 2119654"/>
              <a:gd name="connsiteY4361" fmla="*/ 1546012 h 2398711"/>
              <a:gd name="connsiteX4362" fmla="*/ 1859330 w 2119654"/>
              <a:gd name="connsiteY4362" fmla="*/ 1545908 h 2398711"/>
              <a:gd name="connsiteX4363" fmla="*/ 1859817 w 2119654"/>
              <a:gd name="connsiteY4363" fmla="*/ 1545618 h 2398711"/>
              <a:gd name="connsiteX4364" fmla="*/ 1860053 w 2119654"/>
              <a:gd name="connsiteY4364" fmla="*/ 1545326 h 2398711"/>
              <a:gd name="connsiteX4365" fmla="*/ 1780914 w 2119654"/>
              <a:gd name="connsiteY4365" fmla="*/ 1718990 h 2398711"/>
              <a:gd name="connsiteX4366" fmla="*/ 1783808 w 2119654"/>
              <a:gd name="connsiteY4366" fmla="*/ 1724942 h 2398711"/>
              <a:gd name="connsiteX4367" fmla="*/ 1795556 w 2119654"/>
              <a:gd name="connsiteY4367" fmla="*/ 1716561 h 2398711"/>
              <a:gd name="connsiteX4368" fmla="*/ 1793311 w 2119654"/>
              <a:gd name="connsiteY4368" fmla="*/ 1711637 h 2398711"/>
              <a:gd name="connsiteX4369" fmla="*/ 1790841 w 2119654"/>
              <a:gd name="connsiteY4369" fmla="*/ 1706413 h 2398711"/>
              <a:gd name="connsiteX4370" fmla="*/ 1790700 w 2119654"/>
              <a:gd name="connsiteY4370" fmla="*/ 1706679 h 2398711"/>
              <a:gd name="connsiteX4371" fmla="*/ 1788944 w 2119654"/>
              <a:gd name="connsiteY4371" fmla="*/ 1707280 h 2398711"/>
              <a:gd name="connsiteX4372" fmla="*/ 1755963 w 2119654"/>
              <a:gd name="connsiteY4372" fmla="*/ 1774782 h 2398711"/>
              <a:gd name="connsiteX4373" fmla="*/ 1756546 w 2119654"/>
              <a:gd name="connsiteY4373" fmla="*/ 1775937 h 2398711"/>
              <a:gd name="connsiteX4374" fmla="*/ 1762390 w 2119654"/>
              <a:gd name="connsiteY4374" fmla="*/ 1773107 h 2398711"/>
              <a:gd name="connsiteX4375" fmla="*/ 1762311 w 2119654"/>
              <a:gd name="connsiteY4375" fmla="*/ 1772415 h 2398711"/>
              <a:gd name="connsiteX4376" fmla="*/ 1685328 w 2119654"/>
              <a:gd name="connsiteY4376" fmla="*/ 1932855 h 2398711"/>
              <a:gd name="connsiteX4377" fmla="*/ 1687977 w 2119654"/>
              <a:gd name="connsiteY4377" fmla="*/ 1940301 h 2398711"/>
              <a:gd name="connsiteX4378" fmla="*/ 1692122 w 2119654"/>
              <a:gd name="connsiteY4378" fmla="*/ 1938846 h 2398711"/>
              <a:gd name="connsiteX4379" fmla="*/ 1692281 w 2119654"/>
              <a:gd name="connsiteY4379" fmla="*/ 1929745 h 2398711"/>
              <a:gd name="connsiteX4380" fmla="*/ 1737160 w 2119654"/>
              <a:gd name="connsiteY4380" fmla="*/ 1816783 h 2398711"/>
              <a:gd name="connsiteX4381" fmla="*/ 1737836 w 2119654"/>
              <a:gd name="connsiteY4381" fmla="*/ 1818638 h 2398711"/>
              <a:gd name="connsiteX4382" fmla="*/ 1739564 w 2119654"/>
              <a:gd name="connsiteY4382" fmla="*/ 1817620 h 2398711"/>
              <a:gd name="connsiteX4383" fmla="*/ 1739397 w 2119654"/>
              <a:gd name="connsiteY4383" fmla="*/ 1816647 h 2398711"/>
              <a:gd name="connsiteX4384" fmla="*/ 1780595 w 2119654"/>
              <a:gd name="connsiteY4384" fmla="*/ 1719456 h 2398711"/>
              <a:gd name="connsiteX4385" fmla="*/ 1781842 w 2119654"/>
              <a:gd name="connsiteY4385" fmla="*/ 1723083 h 2398711"/>
              <a:gd name="connsiteX4386" fmla="*/ 1782565 w 2119654"/>
              <a:gd name="connsiteY4386" fmla="*/ 1725829 h 2398711"/>
              <a:gd name="connsiteX4387" fmla="*/ 1783553 w 2119654"/>
              <a:gd name="connsiteY4387" fmla="*/ 1725124 h 2398711"/>
              <a:gd name="connsiteX4388" fmla="*/ 1781474 w 2119654"/>
              <a:gd name="connsiteY4388" fmla="*/ 1720850 h 2398711"/>
              <a:gd name="connsiteX4389" fmla="*/ 1780612 w 2119654"/>
              <a:gd name="connsiteY4389" fmla="*/ 1719432 h 2398711"/>
              <a:gd name="connsiteX4390" fmla="*/ 1817173 w 2119654"/>
              <a:gd name="connsiteY4390" fmla="*/ 1637424 h 2398711"/>
              <a:gd name="connsiteX4391" fmla="*/ 1824131 w 2119654"/>
              <a:gd name="connsiteY4391" fmla="*/ 1635580 h 2398711"/>
              <a:gd name="connsiteX4392" fmla="*/ 1825705 w 2119654"/>
              <a:gd name="connsiteY4392" fmla="*/ 1633860 h 2398711"/>
              <a:gd name="connsiteX4393" fmla="*/ 1818230 w 2119654"/>
              <a:gd name="connsiteY4393" fmla="*/ 1635840 h 2398711"/>
              <a:gd name="connsiteX4394" fmla="*/ 1823423 w 2119654"/>
              <a:gd name="connsiteY4394" fmla="*/ 1623410 h 2398711"/>
              <a:gd name="connsiteX4395" fmla="*/ 1829397 w 2119654"/>
              <a:gd name="connsiteY4395" fmla="*/ 1621659 h 2398711"/>
              <a:gd name="connsiteX4396" fmla="*/ 1827555 w 2119654"/>
              <a:gd name="connsiteY4396" fmla="*/ 1618550 h 2398711"/>
              <a:gd name="connsiteX4397" fmla="*/ 1804307 w 2119654"/>
              <a:gd name="connsiteY4397" fmla="*/ 1666028 h 2398711"/>
              <a:gd name="connsiteX4398" fmla="*/ 1804692 w 2119654"/>
              <a:gd name="connsiteY4398" fmla="*/ 1666419 h 2398711"/>
              <a:gd name="connsiteX4399" fmla="*/ 1806655 w 2119654"/>
              <a:gd name="connsiteY4399" fmla="*/ 1665970 h 2398711"/>
              <a:gd name="connsiteX4400" fmla="*/ 1810049 w 2119654"/>
              <a:gd name="connsiteY4400" fmla="*/ 1664293 h 2398711"/>
              <a:gd name="connsiteX4401" fmla="*/ 1808935 w 2119654"/>
              <a:gd name="connsiteY4401" fmla="*/ 1661884 h 2398711"/>
              <a:gd name="connsiteX4402" fmla="*/ 1808891 w 2119654"/>
              <a:gd name="connsiteY4402" fmla="*/ 1661901 h 2398711"/>
              <a:gd name="connsiteX4403" fmla="*/ 1805404 w 2119654"/>
              <a:gd name="connsiteY4403" fmla="*/ 1664697 h 2398711"/>
              <a:gd name="connsiteX4404" fmla="*/ 1723804 w 2119654"/>
              <a:gd name="connsiteY4404" fmla="*/ 1846274 h 2398711"/>
              <a:gd name="connsiteX4405" fmla="*/ 1723596 w 2119654"/>
              <a:gd name="connsiteY4405" fmla="*/ 1847002 h 2398711"/>
              <a:gd name="connsiteX4406" fmla="*/ 1723440 w 2119654"/>
              <a:gd name="connsiteY4406" fmla="*/ 1849253 h 2398711"/>
              <a:gd name="connsiteX4407" fmla="*/ 1724131 w 2119654"/>
              <a:gd name="connsiteY4407" fmla="*/ 1849070 h 2398711"/>
              <a:gd name="connsiteX4408" fmla="*/ 1724272 w 2119654"/>
              <a:gd name="connsiteY4408" fmla="*/ 1845982 h 2398711"/>
              <a:gd name="connsiteX4409" fmla="*/ 1763461 w 2119654"/>
              <a:gd name="connsiteY4409" fmla="*/ 1757427 h 2398711"/>
              <a:gd name="connsiteX4410" fmla="*/ 1764210 w 2119654"/>
              <a:gd name="connsiteY4410" fmla="*/ 1759932 h 2398711"/>
              <a:gd name="connsiteX4411" fmla="*/ 1764248 w 2119654"/>
              <a:gd name="connsiteY4411" fmla="*/ 1760083 h 2398711"/>
              <a:gd name="connsiteX4412" fmla="*/ 1764535 w 2119654"/>
              <a:gd name="connsiteY4412" fmla="*/ 1760051 h 2398711"/>
              <a:gd name="connsiteX4413" fmla="*/ 1763757 w 2119654"/>
              <a:gd name="connsiteY4413" fmla="*/ 1757097 h 2398711"/>
              <a:gd name="connsiteX4414" fmla="*/ 1761491 w 2119654"/>
              <a:gd name="connsiteY4414" fmla="*/ 1761774 h 2398711"/>
              <a:gd name="connsiteX4415" fmla="*/ 1761505 w 2119654"/>
              <a:gd name="connsiteY4415" fmla="*/ 1761893 h 2398711"/>
              <a:gd name="connsiteX4416" fmla="*/ 1761673 w 2119654"/>
              <a:gd name="connsiteY4416" fmla="*/ 1761800 h 2398711"/>
              <a:gd name="connsiteX4417" fmla="*/ 1761658 w 2119654"/>
              <a:gd name="connsiteY4417" fmla="*/ 1761756 h 2398711"/>
              <a:gd name="connsiteX4418" fmla="*/ 1747668 w 2119654"/>
              <a:gd name="connsiteY4418" fmla="*/ 1792718 h 2398711"/>
              <a:gd name="connsiteX4419" fmla="*/ 1755107 w 2119654"/>
              <a:gd name="connsiteY4419" fmla="*/ 1791747 h 2398711"/>
              <a:gd name="connsiteX4420" fmla="*/ 1753712 w 2119654"/>
              <a:gd name="connsiteY4420" fmla="*/ 1789383 h 2398711"/>
              <a:gd name="connsiteX4421" fmla="*/ 1748423 w 2119654"/>
              <a:gd name="connsiteY4421" fmla="*/ 1792335 h 2398711"/>
              <a:gd name="connsiteX4422" fmla="*/ 1736886 w 2119654"/>
              <a:gd name="connsiteY4422" fmla="*/ 1816800 h 2398711"/>
              <a:gd name="connsiteX4423" fmla="*/ 1737133 w 2119654"/>
              <a:gd name="connsiteY4423" fmla="*/ 1819052 h 2398711"/>
              <a:gd name="connsiteX4424" fmla="*/ 1737648 w 2119654"/>
              <a:gd name="connsiteY4424" fmla="*/ 1818748 h 2398711"/>
              <a:gd name="connsiteX4425" fmla="*/ 1736908 w 2119654"/>
              <a:gd name="connsiteY4425" fmla="*/ 1816799 h 2398711"/>
              <a:gd name="connsiteX4426" fmla="*/ 1733467 w 2119654"/>
              <a:gd name="connsiteY4426" fmla="*/ 1824334 h 2398711"/>
              <a:gd name="connsiteX4427" fmla="*/ 1732784 w 2119654"/>
              <a:gd name="connsiteY4427" fmla="*/ 1831070 h 2398711"/>
              <a:gd name="connsiteX4428" fmla="*/ 1732723 w 2119654"/>
              <a:gd name="connsiteY4428" fmla="*/ 1831596 h 2398711"/>
              <a:gd name="connsiteX4429" fmla="*/ 1735112 w 2119654"/>
              <a:gd name="connsiteY4429" fmla="*/ 1829610 h 2398711"/>
              <a:gd name="connsiteX4430" fmla="*/ 1734028 w 2119654"/>
              <a:gd name="connsiteY4430" fmla="*/ 1823837 h 2398711"/>
              <a:gd name="connsiteX4431" fmla="*/ 1734371 w 2119654"/>
              <a:gd name="connsiteY4431" fmla="*/ 1822274 h 2398711"/>
              <a:gd name="connsiteX4432" fmla="*/ 1734444 w 2119654"/>
              <a:gd name="connsiteY4432" fmla="*/ 1822662 h 2398711"/>
              <a:gd name="connsiteX4433" fmla="*/ 1735116 w 2119654"/>
              <a:gd name="connsiteY4433" fmla="*/ 1822068 h 2398711"/>
              <a:gd name="connsiteX4434" fmla="*/ 1734572 w 2119654"/>
              <a:gd name="connsiteY4434" fmla="*/ 1822145 h 2398711"/>
              <a:gd name="connsiteX4435" fmla="*/ 1762396 w 2119654"/>
              <a:gd name="connsiteY4435" fmla="*/ 1759513 h 2398711"/>
              <a:gd name="connsiteX4436" fmla="*/ 1762644 w 2119654"/>
              <a:gd name="connsiteY4436" fmla="*/ 1760261 h 2398711"/>
              <a:gd name="connsiteX4437" fmla="*/ 1762842 w 2119654"/>
              <a:gd name="connsiteY4437" fmla="*/ 1760238 h 2398711"/>
              <a:gd name="connsiteX4438" fmla="*/ 1762612 w 2119654"/>
              <a:gd name="connsiteY4438" fmla="*/ 1759468 h 2398711"/>
              <a:gd name="connsiteX4439" fmla="*/ 1760616 w 2119654"/>
              <a:gd name="connsiteY4439" fmla="*/ 1763401 h 2398711"/>
              <a:gd name="connsiteX4440" fmla="*/ 1761249 w 2119654"/>
              <a:gd name="connsiteY4440" fmla="*/ 1763156 h 2398711"/>
              <a:gd name="connsiteX4441" fmla="*/ 1761238 w 2119654"/>
              <a:gd name="connsiteY4441" fmla="*/ 1763061 h 2398711"/>
              <a:gd name="connsiteX4442" fmla="*/ 1803782 w 2119654"/>
              <a:gd name="connsiteY4442" fmla="*/ 1666627 h 2398711"/>
              <a:gd name="connsiteX4443" fmla="*/ 1804111 w 2119654"/>
              <a:gd name="connsiteY4443" fmla="*/ 1666552 h 2398711"/>
              <a:gd name="connsiteX4444" fmla="*/ 1803980 w 2119654"/>
              <a:gd name="connsiteY4444" fmla="*/ 1666420 h 2398711"/>
              <a:gd name="connsiteX4445" fmla="*/ 1738854 w 2119654"/>
              <a:gd name="connsiteY4445" fmla="*/ 1811979 h 2398711"/>
              <a:gd name="connsiteX4446" fmla="*/ 1739315 w 2119654"/>
              <a:gd name="connsiteY4446" fmla="*/ 1814665 h 2398711"/>
              <a:gd name="connsiteX4447" fmla="*/ 1745966 w 2119654"/>
              <a:gd name="connsiteY4447" fmla="*/ 1812329 h 2398711"/>
              <a:gd name="connsiteX4448" fmla="*/ 1746968 w 2119654"/>
              <a:gd name="connsiteY4448" fmla="*/ 1811370 h 2398711"/>
              <a:gd name="connsiteX4449" fmla="*/ 1708396 w 2119654"/>
              <a:gd name="connsiteY4449" fmla="*/ 1880048 h 2398711"/>
              <a:gd name="connsiteX4450" fmla="*/ 1708286 w 2119654"/>
              <a:gd name="connsiteY4450" fmla="*/ 1881843 h 2398711"/>
              <a:gd name="connsiteX4451" fmla="*/ 1708633 w 2119654"/>
              <a:gd name="connsiteY4451" fmla="*/ 1881575 h 2398711"/>
              <a:gd name="connsiteX4452" fmla="*/ 1751161 w 2119654"/>
              <a:gd name="connsiteY4452" fmla="*/ 1784234 h 2398711"/>
              <a:gd name="connsiteX4453" fmla="*/ 1752138 w 2119654"/>
              <a:gd name="connsiteY4453" fmla="*/ 1785888 h 2398711"/>
              <a:gd name="connsiteX4454" fmla="*/ 1758437 w 2119654"/>
              <a:gd name="connsiteY4454" fmla="*/ 1782620 h 2398711"/>
              <a:gd name="connsiteX4455" fmla="*/ 1757713 w 2119654"/>
              <a:gd name="connsiteY4455" fmla="*/ 1781187 h 2398711"/>
              <a:gd name="connsiteX4456" fmla="*/ 1694719 w 2119654"/>
              <a:gd name="connsiteY4456" fmla="*/ 1910527 h 2398711"/>
              <a:gd name="connsiteX4457" fmla="*/ 1694716 w 2119654"/>
              <a:gd name="connsiteY4457" fmla="*/ 1910650 h 2398711"/>
              <a:gd name="connsiteX4458" fmla="*/ 1695233 w 2119654"/>
              <a:gd name="connsiteY4458" fmla="*/ 1910385 h 2398711"/>
              <a:gd name="connsiteX4459" fmla="*/ 1700083 w 2119654"/>
              <a:gd name="connsiteY4459" fmla="*/ 1898412 h 2398711"/>
              <a:gd name="connsiteX4460" fmla="*/ 1705984 w 2119654"/>
              <a:gd name="connsiteY4460" fmla="*/ 1897823 h 2398711"/>
              <a:gd name="connsiteX4461" fmla="*/ 1706058 w 2119654"/>
              <a:gd name="connsiteY4461" fmla="*/ 1896608 h 2398711"/>
              <a:gd name="connsiteX4462" fmla="*/ 1701284 w 2119654"/>
              <a:gd name="connsiteY4462" fmla="*/ 1897768 h 2398711"/>
              <a:gd name="connsiteX4463" fmla="*/ 1715478 w 2119654"/>
              <a:gd name="connsiteY4463" fmla="*/ 1863842 h 2398711"/>
              <a:gd name="connsiteX4464" fmla="*/ 1717289 w 2119654"/>
              <a:gd name="connsiteY4464" fmla="*/ 1867137 h 2398711"/>
              <a:gd name="connsiteX4465" fmla="*/ 1717382 w 2119654"/>
              <a:gd name="connsiteY4465" fmla="*/ 1866809 h 2398711"/>
              <a:gd name="connsiteX4466" fmla="*/ 1715869 w 2119654"/>
              <a:gd name="connsiteY4466" fmla="*/ 1863682 h 2398711"/>
              <a:gd name="connsiteX4467" fmla="*/ 1740662 w 2119654"/>
              <a:gd name="connsiteY4467" fmla="*/ 1807428 h 2398711"/>
              <a:gd name="connsiteX4468" fmla="*/ 1742569 w 2119654"/>
              <a:gd name="connsiteY4468" fmla="*/ 1807362 h 2398711"/>
              <a:gd name="connsiteX4469" fmla="*/ 1745011 w 2119654"/>
              <a:gd name="connsiteY4469" fmla="*/ 1806047 h 2398711"/>
              <a:gd name="connsiteX4470" fmla="*/ 1898839 w 2119654"/>
              <a:gd name="connsiteY4470" fmla="*/ 1453216 h 2398711"/>
              <a:gd name="connsiteX4471" fmla="*/ 1903169 w 2119654"/>
              <a:gd name="connsiteY4471" fmla="*/ 1449855 h 2398711"/>
              <a:gd name="connsiteX4472" fmla="*/ 1900090 w 2119654"/>
              <a:gd name="connsiteY4472" fmla="*/ 1451185 h 2398711"/>
              <a:gd name="connsiteX4473" fmla="*/ 1658456 w 2119654"/>
              <a:gd name="connsiteY4473" fmla="*/ 1991434 h 2398711"/>
              <a:gd name="connsiteX4474" fmla="*/ 1657873 w 2119654"/>
              <a:gd name="connsiteY4474" fmla="*/ 1995847 h 2398711"/>
              <a:gd name="connsiteX4475" fmla="*/ 1689066 w 2119654"/>
              <a:gd name="connsiteY4475" fmla="*/ 1992663 h 2398711"/>
              <a:gd name="connsiteX4476" fmla="*/ 1691205 w 2119654"/>
              <a:gd name="connsiteY4476" fmla="*/ 1991241 h 2398711"/>
              <a:gd name="connsiteX4477" fmla="*/ 1691435 w 2119654"/>
              <a:gd name="connsiteY4477" fmla="*/ 1978158 h 2398711"/>
              <a:gd name="connsiteX4478" fmla="*/ 1684921 w 2119654"/>
              <a:gd name="connsiteY4478" fmla="*/ 1981025 h 2398711"/>
              <a:gd name="connsiteX4479" fmla="*/ 1775708 w 2119654"/>
              <a:gd name="connsiteY4479" fmla="*/ 1728833 h 2398711"/>
              <a:gd name="connsiteX4480" fmla="*/ 1776205 w 2119654"/>
              <a:gd name="connsiteY4480" fmla="*/ 1730163 h 2398711"/>
              <a:gd name="connsiteX4481" fmla="*/ 1779229 w 2119654"/>
              <a:gd name="connsiteY4481" fmla="*/ 1728183 h 2398711"/>
              <a:gd name="connsiteX4482" fmla="*/ 1706575 w 2119654"/>
              <a:gd name="connsiteY4482" fmla="*/ 1883458 h 2398711"/>
              <a:gd name="connsiteX4483" fmla="*/ 1706815 w 2119654"/>
              <a:gd name="connsiteY4483" fmla="*/ 1884262 h 2398711"/>
              <a:gd name="connsiteX4484" fmla="*/ 1706879 w 2119654"/>
              <a:gd name="connsiteY4484" fmla="*/ 1883218 h 2398711"/>
              <a:gd name="connsiteX4485" fmla="*/ 1762179 w 2119654"/>
              <a:gd name="connsiteY4485" fmla="*/ 1758862 h 2398711"/>
              <a:gd name="connsiteX4486" fmla="*/ 1762322 w 2119654"/>
              <a:gd name="connsiteY4486" fmla="*/ 1759290 h 2398711"/>
              <a:gd name="connsiteX4487" fmla="*/ 1762545 w 2119654"/>
              <a:gd name="connsiteY4487" fmla="*/ 1759243 h 2398711"/>
              <a:gd name="connsiteX4488" fmla="*/ 1762368 w 2119654"/>
              <a:gd name="connsiteY4488" fmla="*/ 1758651 h 2398711"/>
              <a:gd name="connsiteX4489" fmla="*/ 1733630 w 2119654"/>
              <a:gd name="connsiteY4489" fmla="*/ 1822731 h 2398711"/>
              <a:gd name="connsiteX4490" fmla="*/ 1733557 w 2119654"/>
              <a:gd name="connsiteY4490" fmla="*/ 1823446 h 2398711"/>
              <a:gd name="connsiteX4491" fmla="*/ 1733898 w 2119654"/>
              <a:gd name="connsiteY4491" fmla="*/ 1823144 h 2398711"/>
              <a:gd name="connsiteX4492" fmla="*/ 1733802 w 2119654"/>
              <a:gd name="connsiteY4492" fmla="*/ 1822630 h 2398711"/>
              <a:gd name="connsiteX4493" fmla="*/ 1772899 w 2119654"/>
              <a:gd name="connsiteY4493" fmla="*/ 1734781 h 2398711"/>
              <a:gd name="connsiteX4494" fmla="*/ 1772731 w 2119654"/>
              <a:gd name="connsiteY4494" fmla="*/ 1736615 h 2398711"/>
              <a:gd name="connsiteX4495" fmla="*/ 1773690 w 2119654"/>
              <a:gd name="connsiteY4495" fmla="*/ 1736213 h 2398711"/>
              <a:gd name="connsiteX4496" fmla="*/ 1763186 w 2119654"/>
              <a:gd name="connsiteY4496" fmla="*/ 1756503 h 2398711"/>
              <a:gd name="connsiteX4497" fmla="*/ 1763383 w 2119654"/>
              <a:gd name="connsiteY4497" fmla="*/ 1757161 h 2398711"/>
              <a:gd name="connsiteX4498" fmla="*/ 1763687 w 2119654"/>
              <a:gd name="connsiteY4498" fmla="*/ 1756830 h 2398711"/>
              <a:gd name="connsiteX4499" fmla="*/ 1763572 w 2119654"/>
              <a:gd name="connsiteY4499" fmla="*/ 1756397 h 2398711"/>
              <a:gd name="connsiteX4500" fmla="*/ 1647241 w 2119654"/>
              <a:gd name="connsiteY4500" fmla="*/ 2015891 h 2398711"/>
              <a:gd name="connsiteX4501" fmla="*/ 1647343 w 2119654"/>
              <a:gd name="connsiteY4501" fmla="*/ 2016892 h 2398711"/>
              <a:gd name="connsiteX4502" fmla="*/ 1649563 w 2119654"/>
              <a:gd name="connsiteY4502" fmla="*/ 2016378 h 2398711"/>
              <a:gd name="connsiteX4503" fmla="*/ 1639744 w 2119654"/>
              <a:gd name="connsiteY4503" fmla="*/ 2032587 h 2398711"/>
              <a:gd name="connsiteX4504" fmla="*/ 1646747 w 2119654"/>
              <a:gd name="connsiteY4504" fmla="*/ 2033298 h 2398711"/>
              <a:gd name="connsiteX4505" fmla="*/ 1646597 w 2119654"/>
              <a:gd name="connsiteY4505" fmla="*/ 2031821 h 2398711"/>
              <a:gd name="connsiteX4506" fmla="*/ 1814265 w 2119654"/>
              <a:gd name="connsiteY4506" fmla="*/ 1641781 h 2398711"/>
              <a:gd name="connsiteX4507" fmla="*/ 1819763 w 2119654"/>
              <a:gd name="connsiteY4507" fmla="*/ 1640355 h 2398711"/>
              <a:gd name="connsiteX4508" fmla="*/ 1823291 w 2119654"/>
              <a:gd name="connsiteY4508" fmla="*/ 1636499 h 2398711"/>
              <a:gd name="connsiteX4509" fmla="*/ 1816609 w 2119654"/>
              <a:gd name="connsiteY4509" fmla="*/ 1638269 h 2398711"/>
              <a:gd name="connsiteX4510" fmla="*/ 1756732 w 2119654"/>
              <a:gd name="connsiteY4510" fmla="*/ 1770582 h 2398711"/>
              <a:gd name="connsiteX4511" fmla="*/ 1761918 w 2119654"/>
              <a:gd name="connsiteY4511" fmla="*/ 1768992 h 2398711"/>
              <a:gd name="connsiteX4512" fmla="*/ 1761653 w 2119654"/>
              <a:gd name="connsiteY4512" fmla="*/ 1766682 h 2398711"/>
              <a:gd name="connsiteX4513" fmla="*/ 1775557 w 2119654"/>
              <a:gd name="connsiteY4513" fmla="*/ 1728428 h 2398711"/>
              <a:gd name="connsiteX4514" fmla="*/ 1775608 w 2119654"/>
              <a:gd name="connsiteY4514" fmla="*/ 1728566 h 2398711"/>
              <a:gd name="connsiteX4515" fmla="*/ 1779820 w 2119654"/>
              <a:gd name="connsiteY4515" fmla="*/ 1727787 h 2398711"/>
              <a:gd name="connsiteX4516" fmla="*/ 1781063 w 2119654"/>
              <a:gd name="connsiteY4516" fmla="*/ 1726901 h 2398711"/>
              <a:gd name="connsiteX4517" fmla="*/ 1721142 w 2119654"/>
              <a:gd name="connsiteY4517" fmla="*/ 1850212 h 2398711"/>
              <a:gd name="connsiteX4518" fmla="*/ 1721726 w 2119654"/>
              <a:gd name="connsiteY4518" fmla="*/ 1851445 h 2398711"/>
              <a:gd name="connsiteX4519" fmla="*/ 1721778 w 2119654"/>
              <a:gd name="connsiteY4519" fmla="*/ 1851436 h 2398711"/>
              <a:gd name="connsiteX4520" fmla="*/ 1722214 w 2119654"/>
              <a:gd name="connsiteY4520" fmla="*/ 1849912 h 2398711"/>
              <a:gd name="connsiteX4521" fmla="*/ 1773001 w 2119654"/>
              <a:gd name="connsiteY4521" fmla="*/ 1734017 h 2398711"/>
              <a:gd name="connsiteX4522" fmla="*/ 1774086 w 2119654"/>
              <a:gd name="connsiteY4522" fmla="*/ 1736046 h 2398711"/>
              <a:gd name="connsiteX4523" fmla="*/ 1774500 w 2119654"/>
              <a:gd name="connsiteY4523" fmla="*/ 1735872 h 2398711"/>
              <a:gd name="connsiteX4524" fmla="*/ 1773361 w 2119654"/>
              <a:gd name="connsiteY4524" fmla="*/ 1734340 h 2398711"/>
              <a:gd name="connsiteX4525" fmla="*/ 1856813 w 2119654"/>
              <a:gd name="connsiteY4525" fmla="*/ 1546210 h 2398711"/>
              <a:gd name="connsiteX4526" fmla="*/ 1857841 w 2119654"/>
              <a:gd name="connsiteY4526" fmla="*/ 1546086 h 2398711"/>
              <a:gd name="connsiteX4527" fmla="*/ 1857725 w 2119654"/>
              <a:gd name="connsiteY4527" fmla="*/ 1545961 h 2398711"/>
              <a:gd name="connsiteX4528" fmla="*/ 1708679 w 2119654"/>
              <a:gd name="connsiteY4528" fmla="*/ 1877887 h 2398711"/>
              <a:gd name="connsiteX4529" fmla="*/ 1708808 w 2119654"/>
              <a:gd name="connsiteY4529" fmla="*/ 1878719 h 2398711"/>
              <a:gd name="connsiteX4530" fmla="*/ 1709095 w 2119654"/>
              <a:gd name="connsiteY4530" fmla="*/ 1881220 h 2398711"/>
              <a:gd name="connsiteX4531" fmla="*/ 1710804 w 2119654"/>
              <a:gd name="connsiteY4531" fmla="*/ 1879904 h 2398711"/>
              <a:gd name="connsiteX4532" fmla="*/ 1714467 w 2119654"/>
              <a:gd name="connsiteY4532" fmla="*/ 1877005 h 2398711"/>
              <a:gd name="connsiteX4533" fmla="*/ 1715222 w 2119654"/>
              <a:gd name="connsiteY4533" fmla="*/ 1874364 h 2398711"/>
              <a:gd name="connsiteX4534" fmla="*/ 1706398 w 2119654"/>
              <a:gd name="connsiteY4534" fmla="*/ 1882865 h 2398711"/>
              <a:gd name="connsiteX4535" fmla="*/ 1706502 w 2119654"/>
              <a:gd name="connsiteY4535" fmla="*/ 1883216 h 2398711"/>
              <a:gd name="connsiteX4536" fmla="*/ 1706898 w 2119654"/>
              <a:gd name="connsiteY4536" fmla="*/ 1882911 h 2398711"/>
              <a:gd name="connsiteX4537" fmla="*/ 1706905 w 2119654"/>
              <a:gd name="connsiteY4537" fmla="*/ 1882793 h 2398711"/>
              <a:gd name="connsiteX4538" fmla="*/ 1773393 w 2119654"/>
              <a:gd name="connsiteY4538" fmla="*/ 1732637 h 2398711"/>
              <a:gd name="connsiteX4539" fmla="*/ 1775490 w 2119654"/>
              <a:gd name="connsiteY4539" fmla="*/ 1735456 h 2398711"/>
              <a:gd name="connsiteX4540" fmla="*/ 1777363 w 2119654"/>
              <a:gd name="connsiteY4540" fmla="*/ 1734669 h 2398711"/>
              <a:gd name="connsiteX4541" fmla="*/ 1775928 w 2119654"/>
              <a:gd name="connsiteY4541" fmla="*/ 1730829 h 2398711"/>
              <a:gd name="connsiteX4542" fmla="*/ 1685644 w 2119654"/>
              <a:gd name="connsiteY4542" fmla="*/ 1929050 h 2398711"/>
              <a:gd name="connsiteX4543" fmla="*/ 1685541 w 2119654"/>
              <a:gd name="connsiteY4543" fmla="*/ 1931708 h 2398711"/>
              <a:gd name="connsiteX4544" fmla="*/ 1685442 w 2119654"/>
              <a:gd name="connsiteY4544" fmla="*/ 1931824 h 2398711"/>
              <a:gd name="connsiteX4545" fmla="*/ 1692298 w 2119654"/>
              <a:gd name="connsiteY4545" fmla="*/ 1928773 h 2398711"/>
              <a:gd name="connsiteX4546" fmla="*/ 1692359 w 2119654"/>
              <a:gd name="connsiteY4546" fmla="*/ 1925302 h 2398711"/>
              <a:gd name="connsiteX4547" fmla="*/ 1834824 w 2119654"/>
              <a:gd name="connsiteY4547" fmla="*/ 1594969 h 2398711"/>
              <a:gd name="connsiteX4548" fmla="*/ 1835709 w 2119654"/>
              <a:gd name="connsiteY4548" fmla="*/ 1596722 h 2398711"/>
              <a:gd name="connsiteX4549" fmla="*/ 1836113 w 2119654"/>
              <a:gd name="connsiteY4549" fmla="*/ 1597610 h 2398711"/>
              <a:gd name="connsiteX4550" fmla="*/ 1837029 w 2119654"/>
              <a:gd name="connsiteY4550" fmla="*/ 1597039 h 2398711"/>
              <a:gd name="connsiteX4551" fmla="*/ 1839125 w 2119654"/>
              <a:gd name="connsiteY4551" fmla="*/ 1595484 h 2398711"/>
              <a:gd name="connsiteX4552" fmla="*/ 1838641 w 2119654"/>
              <a:gd name="connsiteY4552" fmla="*/ 1593295 h 2398711"/>
              <a:gd name="connsiteX4553" fmla="*/ 1661552 w 2119654"/>
              <a:gd name="connsiteY4553" fmla="*/ 1982927 h 2398711"/>
              <a:gd name="connsiteX4554" fmla="*/ 1688918 w 2119654"/>
              <a:gd name="connsiteY4554" fmla="*/ 1976309 h 2398711"/>
              <a:gd name="connsiteX4555" fmla="*/ 1671295 w 2119654"/>
              <a:gd name="connsiteY4555" fmla="*/ 1975712 h 2398711"/>
              <a:gd name="connsiteX4556" fmla="*/ 1669566 w 2119654"/>
              <a:gd name="connsiteY4556" fmla="*/ 1975841 h 2398711"/>
              <a:gd name="connsiteX4557" fmla="*/ 1760741 w 2119654"/>
              <a:gd name="connsiteY4557" fmla="*/ 1760471 h 2398711"/>
              <a:gd name="connsiteX4558" fmla="*/ 1760938 w 2119654"/>
              <a:gd name="connsiteY4558" fmla="*/ 1760449 h 2398711"/>
              <a:gd name="connsiteX4559" fmla="*/ 1760918 w 2119654"/>
              <a:gd name="connsiteY4559" fmla="*/ 1760273 h 2398711"/>
              <a:gd name="connsiteX4560" fmla="*/ 1685670 w 2119654"/>
              <a:gd name="connsiteY4560" fmla="*/ 1928388 h 2398711"/>
              <a:gd name="connsiteX4561" fmla="*/ 1685660 w 2119654"/>
              <a:gd name="connsiteY4561" fmla="*/ 1928648 h 2398711"/>
              <a:gd name="connsiteX4562" fmla="*/ 1692366 w 2119654"/>
              <a:gd name="connsiteY4562" fmla="*/ 1924906 h 2398711"/>
              <a:gd name="connsiteX4563" fmla="*/ 1692414 w 2119654"/>
              <a:gd name="connsiteY4563" fmla="*/ 1922143 h 2398711"/>
              <a:gd name="connsiteX4564" fmla="*/ 1828553 w 2119654"/>
              <a:gd name="connsiteY4564" fmla="*/ 1608344 h 2398711"/>
              <a:gd name="connsiteX4565" fmla="*/ 1832323 w 2119654"/>
              <a:gd name="connsiteY4565" fmla="*/ 1607174 h 2398711"/>
              <a:gd name="connsiteX4566" fmla="*/ 1836511 w 2119654"/>
              <a:gd name="connsiteY4566" fmla="*/ 1602249 h 2398711"/>
              <a:gd name="connsiteX4567" fmla="*/ 1836186 w 2119654"/>
              <a:gd name="connsiteY4567" fmla="*/ 1601607 h 2398711"/>
              <a:gd name="connsiteX4568" fmla="*/ 1831233 w 2119654"/>
              <a:gd name="connsiteY4568" fmla="*/ 1605426 h 2398711"/>
              <a:gd name="connsiteX4569" fmla="*/ 1755039 w 2119654"/>
              <a:gd name="connsiteY4569" fmla="*/ 1772953 h 2398711"/>
              <a:gd name="connsiteX4570" fmla="*/ 1755798 w 2119654"/>
              <a:gd name="connsiteY4570" fmla="*/ 1774455 h 2398711"/>
              <a:gd name="connsiteX4571" fmla="*/ 1762279 w 2119654"/>
              <a:gd name="connsiteY4571" fmla="*/ 1772139 h 2398711"/>
              <a:gd name="connsiteX4572" fmla="*/ 1762123 w 2119654"/>
              <a:gd name="connsiteY4572" fmla="*/ 1770780 h 2398711"/>
              <a:gd name="connsiteX4573" fmla="*/ 1843682 w 2119654"/>
              <a:gd name="connsiteY4573" fmla="*/ 1574338 h 2398711"/>
              <a:gd name="connsiteX4574" fmla="*/ 1847000 w 2119654"/>
              <a:gd name="connsiteY4574" fmla="*/ 1572954 h 2398711"/>
              <a:gd name="connsiteX4575" fmla="*/ 1846514 w 2119654"/>
              <a:gd name="connsiteY4575" fmla="*/ 1571982 h 2398711"/>
              <a:gd name="connsiteX4576" fmla="*/ 1738487 w 2119654"/>
              <a:gd name="connsiteY4576" fmla="*/ 1809846 h 2398711"/>
              <a:gd name="connsiteX4577" fmla="*/ 1738802 w 2119654"/>
              <a:gd name="connsiteY4577" fmla="*/ 1811675 h 2398711"/>
              <a:gd name="connsiteX4578" fmla="*/ 1747315 w 2119654"/>
              <a:gd name="connsiteY4578" fmla="*/ 1811037 h 2398711"/>
              <a:gd name="connsiteX4579" fmla="*/ 1756248 w 2119654"/>
              <a:gd name="connsiteY4579" fmla="*/ 1802480 h 2398711"/>
              <a:gd name="connsiteX4580" fmla="*/ 1746298 w 2119654"/>
              <a:gd name="connsiteY4580" fmla="*/ 1805639 h 2398711"/>
              <a:gd name="connsiteX4581" fmla="*/ 1743134 w 2119654"/>
              <a:gd name="connsiteY4581" fmla="*/ 1807343 h 2398711"/>
              <a:gd name="connsiteX4582" fmla="*/ 1745571 w 2119654"/>
              <a:gd name="connsiteY4582" fmla="*/ 1807259 h 2398711"/>
              <a:gd name="connsiteX4583" fmla="*/ 1745188 w 2119654"/>
              <a:gd name="connsiteY4583" fmla="*/ 1807650 h 2398711"/>
              <a:gd name="connsiteX4584" fmla="*/ 1742387 w 2119654"/>
              <a:gd name="connsiteY4584" fmla="*/ 1807746 h 2398711"/>
              <a:gd name="connsiteX4585" fmla="*/ 1787902 w 2119654"/>
              <a:gd name="connsiteY4585" fmla="*/ 1699194 h 2398711"/>
              <a:gd name="connsiteX4586" fmla="*/ 1788593 w 2119654"/>
              <a:gd name="connsiteY4586" fmla="*/ 1700709 h 2398711"/>
              <a:gd name="connsiteX4587" fmla="*/ 1790605 w 2119654"/>
              <a:gd name="connsiteY4587" fmla="*/ 1697774 h 2398711"/>
              <a:gd name="connsiteX4588" fmla="*/ 1789329 w 2119654"/>
              <a:gd name="connsiteY4588" fmla="*/ 1698244 h 2398711"/>
              <a:gd name="connsiteX4589" fmla="*/ 1664410 w 2119654"/>
              <a:gd name="connsiteY4589" fmla="*/ 1975658 h 2398711"/>
              <a:gd name="connsiteX4590" fmla="*/ 1666309 w 2119654"/>
              <a:gd name="connsiteY4590" fmla="*/ 1975542 h 2398711"/>
              <a:gd name="connsiteX4591" fmla="*/ 1665468 w 2119654"/>
              <a:gd name="connsiteY4591" fmla="*/ 1975514 h 2398711"/>
              <a:gd name="connsiteX4592" fmla="*/ 1664881 w 2119654"/>
              <a:gd name="connsiteY4592" fmla="*/ 1975486 h 2398711"/>
              <a:gd name="connsiteX4593" fmla="*/ 1775164 w 2119654"/>
              <a:gd name="connsiteY4593" fmla="*/ 1727377 h 2398711"/>
              <a:gd name="connsiteX4594" fmla="*/ 1775462 w 2119654"/>
              <a:gd name="connsiteY4594" fmla="*/ 1728173 h 2398711"/>
              <a:gd name="connsiteX4595" fmla="*/ 1781310 w 2119654"/>
              <a:gd name="connsiteY4595" fmla="*/ 1726552 h 2398711"/>
              <a:gd name="connsiteX4596" fmla="*/ 1779448 w 2119654"/>
              <a:gd name="connsiteY4596" fmla="*/ 1721130 h 2398711"/>
              <a:gd name="connsiteX4597" fmla="*/ 1684979 w 2119654"/>
              <a:gd name="connsiteY4597" fmla="*/ 1929028 h 2398711"/>
              <a:gd name="connsiteX4598" fmla="*/ 1685518 w 2119654"/>
              <a:gd name="connsiteY4598" fmla="*/ 1928728 h 2398711"/>
              <a:gd name="connsiteX4599" fmla="*/ 1685526 w 2119654"/>
              <a:gd name="connsiteY4599" fmla="*/ 1928522 h 2398711"/>
              <a:gd name="connsiteX4600" fmla="*/ 1694821 w 2119654"/>
              <a:gd name="connsiteY4600" fmla="*/ 1906951 h 2398711"/>
              <a:gd name="connsiteX4601" fmla="*/ 1694726 w 2119654"/>
              <a:gd name="connsiteY4601" fmla="*/ 1910294 h 2398711"/>
              <a:gd name="connsiteX4602" fmla="*/ 1696210 w 2119654"/>
              <a:gd name="connsiteY4602" fmla="*/ 1909885 h 2398711"/>
              <a:gd name="connsiteX4603" fmla="*/ 1705538 w 2119654"/>
              <a:gd name="connsiteY4603" fmla="*/ 1905107 h 2398711"/>
              <a:gd name="connsiteX4604" fmla="*/ 1705759 w 2119654"/>
              <a:gd name="connsiteY4604" fmla="*/ 1901499 h 2398711"/>
              <a:gd name="connsiteX4605" fmla="*/ 1838484 w 2119654"/>
              <a:gd name="connsiteY4605" fmla="*/ 1585179 h 2398711"/>
              <a:gd name="connsiteX4606" fmla="*/ 1839314 w 2119654"/>
              <a:gd name="connsiteY4606" fmla="*/ 1587680 h 2398711"/>
              <a:gd name="connsiteX4607" fmla="*/ 1845181 w 2119654"/>
              <a:gd name="connsiteY4607" fmla="*/ 1583342 h 2398711"/>
              <a:gd name="connsiteX4608" fmla="*/ 1774419 w 2119654"/>
              <a:gd name="connsiteY4608" fmla="*/ 1728463 h 2398711"/>
              <a:gd name="connsiteX4609" fmla="*/ 1774986 w 2119654"/>
              <a:gd name="connsiteY4609" fmla="*/ 1728306 h 2398711"/>
              <a:gd name="connsiteX4610" fmla="*/ 1774824 w 2119654"/>
              <a:gd name="connsiteY4610" fmla="*/ 1727873 h 2398711"/>
              <a:gd name="connsiteX4611" fmla="*/ 1835859 w 2119654"/>
              <a:gd name="connsiteY4611" fmla="*/ 1590869 h 2398711"/>
              <a:gd name="connsiteX4612" fmla="*/ 1837990 w 2119654"/>
              <a:gd name="connsiteY4612" fmla="*/ 1590353 h 2398711"/>
              <a:gd name="connsiteX4613" fmla="*/ 1837788 w 2119654"/>
              <a:gd name="connsiteY4613" fmla="*/ 1589442 h 2398711"/>
              <a:gd name="connsiteX4614" fmla="*/ 1763583 w 2119654"/>
              <a:gd name="connsiteY4614" fmla="*/ 1752601 h 2398711"/>
              <a:gd name="connsiteX4615" fmla="*/ 1764408 w 2119654"/>
              <a:gd name="connsiteY4615" fmla="*/ 1755732 h 2398711"/>
              <a:gd name="connsiteX4616" fmla="*/ 1764785 w 2119654"/>
              <a:gd name="connsiteY4616" fmla="*/ 1755635 h 2398711"/>
              <a:gd name="connsiteX4617" fmla="*/ 1764842 w 2119654"/>
              <a:gd name="connsiteY4617" fmla="*/ 1755572 h 2398711"/>
              <a:gd name="connsiteX4618" fmla="*/ 1768479 w 2119654"/>
              <a:gd name="connsiteY4618" fmla="*/ 1751504 h 2398711"/>
              <a:gd name="connsiteX4619" fmla="*/ 1767528 w 2119654"/>
              <a:gd name="connsiteY4619" fmla="*/ 1750555 h 2398711"/>
              <a:gd name="connsiteX4620" fmla="*/ 1787657 w 2119654"/>
              <a:gd name="connsiteY4620" fmla="*/ 1698656 h 2398711"/>
              <a:gd name="connsiteX4621" fmla="*/ 1787735 w 2119654"/>
              <a:gd name="connsiteY4621" fmla="*/ 1698826 h 2398711"/>
              <a:gd name="connsiteX4622" fmla="*/ 1788127 w 2119654"/>
              <a:gd name="connsiteY4622" fmla="*/ 1698565 h 2398711"/>
              <a:gd name="connsiteX4623" fmla="*/ 1647005 w 2119654"/>
              <a:gd name="connsiteY4623" fmla="*/ 2013577 h 2398711"/>
              <a:gd name="connsiteX4624" fmla="*/ 1647197 w 2119654"/>
              <a:gd name="connsiteY4624" fmla="*/ 2015463 h 2398711"/>
              <a:gd name="connsiteX4625" fmla="*/ 1650508 w 2119654"/>
              <a:gd name="connsiteY4625" fmla="*/ 2016159 h 2398711"/>
              <a:gd name="connsiteX4626" fmla="*/ 1654842 w 2119654"/>
              <a:gd name="connsiteY4626" fmla="*/ 2015155 h 2398711"/>
              <a:gd name="connsiteX4627" fmla="*/ 1655240 w 2119654"/>
              <a:gd name="connsiteY4627" fmla="*/ 2011931 h 2398711"/>
              <a:gd name="connsiteX4628" fmla="*/ 1774167 w 2119654"/>
              <a:gd name="connsiteY4628" fmla="*/ 1728832 h 2398711"/>
              <a:gd name="connsiteX4629" fmla="*/ 1775117 w 2119654"/>
              <a:gd name="connsiteY4629" fmla="*/ 1728656 h 2398711"/>
              <a:gd name="connsiteX4630" fmla="*/ 1775081 w 2119654"/>
              <a:gd name="connsiteY4630" fmla="*/ 1728560 h 2398711"/>
              <a:gd name="connsiteX4631" fmla="*/ 1774183 w 2119654"/>
              <a:gd name="connsiteY4631" fmla="*/ 1728809 h 2398711"/>
              <a:gd name="connsiteX4632" fmla="*/ 1761546 w 2119654"/>
              <a:gd name="connsiteY4632" fmla="*/ 1756954 h 2398711"/>
              <a:gd name="connsiteX4633" fmla="*/ 1762085 w 2119654"/>
              <a:gd name="connsiteY4633" fmla="*/ 1758575 h 2398711"/>
              <a:gd name="connsiteX4634" fmla="*/ 1762282 w 2119654"/>
              <a:gd name="connsiteY4634" fmla="*/ 1758360 h 2398711"/>
              <a:gd name="connsiteX4635" fmla="*/ 1761837 w 2119654"/>
              <a:gd name="connsiteY4635" fmla="*/ 1756874 h 2398711"/>
              <a:gd name="connsiteX4636" fmla="*/ 1845360 w 2119654"/>
              <a:gd name="connsiteY4636" fmla="*/ 1569146 h 2398711"/>
              <a:gd name="connsiteX4637" fmla="*/ 1845837 w 2119654"/>
              <a:gd name="connsiteY4637" fmla="*/ 1570132 h 2398711"/>
              <a:gd name="connsiteX4638" fmla="*/ 1854303 w 2119654"/>
              <a:gd name="connsiteY4638" fmla="*/ 1564083 h 2398711"/>
              <a:gd name="connsiteX4639" fmla="*/ 1860983 w 2119654"/>
              <a:gd name="connsiteY4639" fmla="*/ 1558528 h 2398711"/>
              <a:gd name="connsiteX4640" fmla="*/ 1860707 w 2119654"/>
              <a:gd name="connsiteY4640" fmla="*/ 1558648 h 2398711"/>
              <a:gd name="connsiteX4641" fmla="*/ 1765749 w 2119654"/>
              <a:gd name="connsiteY4641" fmla="*/ 1747393 h 2398711"/>
              <a:gd name="connsiteX4642" fmla="*/ 1767788 w 2119654"/>
              <a:gd name="connsiteY4642" fmla="*/ 1749427 h 2398711"/>
              <a:gd name="connsiteX4643" fmla="*/ 1770367 w 2119654"/>
              <a:gd name="connsiteY4643" fmla="*/ 1748021 h 2398711"/>
              <a:gd name="connsiteX4644" fmla="*/ 1770780 w 2119654"/>
              <a:gd name="connsiteY4644" fmla="*/ 1743519 h 2398711"/>
              <a:gd name="connsiteX4645" fmla="*/ 1767942 w 2119654"/>
              <a:gd name="connsiteY4645" fmla="*/ 1745704 h 2398711"/>
              <a:gd name="connsiteX4646" fmla="*/ 1770274 w 2119654"/>
              <a:gd name="connsiteY4646" fmla="*/ 1745938 h 2398711"/>
              <a:gd name="connsiteX4647" fmla="*/ 1770066 w 2119654"/>
              <a:gd name="connsiteY4647" fmla="*/ 1746097 h 2398711"/>
              <a:gd name="connsiteX4648" fmla="*/ 1767735 w 2119654"/>
              <a:gd name="connsiteY4648" fmla="*/ 1745864 h 2398711"/>
              <a:gd name="connsiteX4649" fmla="*/ 1684251 w 2119654"/>
              <a:gd name="connsiteY4649" fmla="*/ 1929827 h 2398711"/>
              <a:gd name="connsiteX4650" fmla="*/ 1685027 w 2119654"/>
              <a:gd name="connsiteY4650" fmla="*/ 1932008 h 2398711"/>
              <a:gd name="connsiteX4651" fmla="*/ 1685396 w 2119654"/>
              <a:gd name="connsiteY4651" fmla="*/ 1931844 h 2398711"/>
              <a:gd name="connsiteX4652" fmla="*/ 1685502 w 2119654"/>
              <a:gd name="connsiteY4652" fmla="*/ 1929128 h 2398711"/>
              <a:gd name="connsiteX4653" fmla="*/ 1592499 w 2119654"/>
              <a:gd name="connsiteY4653" fmla="*/ 2135181 h 2398711"/>
              <a:gd name="connsiteX4654" fmla="*/ 1592851 w 2119654"/>
              <a:gd name="connsiteY4654" fmla="*/ 2152239 h 2398711"/>
              <a:gd name="connsiteX4655" fmla="*/ 1598256 w 2119654"/>
              <a:gd name="connsiteY4655" fmla="*/ 2152855 h 2398711"/>
              <a:gd name="connsiteX4656" fmla="*/ 1598387 w 2119654"/>
              <a:gd name="connsiteY4656" fmla="*/ 2151730 h 2398711"/>
              <a:gd name="connsiteX4657" fmla="*/ 1600282 w 2119654"/>
              <a:gd name="connsiteY4657" fmla="*/ 2133048 h 2398711"/>
              <a:gd name="connsiteX4658" fmla="*/ 1773334 w 2119654"/>
              <a:gd name="connsiteY4658" fmla="*/ 1730047 h 2398711"/>
              <a:gd name="connsiteX4659" fmla="*/ 1773139 w 2119654"/>
              <a:gd name="connsiteY4659" fmla="*/ 1732170 h 2398711"/>
              <a:gd name="connsiteX4660" fmla="*/ 1775782 w 2119654"/>
              <a:gd name="connsiteY4660" fmla="*/ 1730439 h 2398711"/>
              <a:gd name="connsiteX4661" fmla="*/ 1775217 w 2119654"/>
              <a:gd name="connsiteY4661" fmla="*/ 1728925 h 2398711"/>
              <a:gd name="connsiteX4662" fmla="*/ 1773942 w 2119654"/>
              <a:gd name="connsiteY4662" fmla="*/ 1729160 h 2398711"/>
              <a:gd name="connsiteX4663" fmla="*/ 1659264 w 2119654"/>
              <a:gd name="connsiteY4663" fmla="*/ 1985334 h 2398711"/>
              <a:gd name="connsiteX4664" fmla="*/ 1658665 w 2119654"/>
              <a:gd name="connsiteY4664" fmla="*/ 1989856 h 2398711"/>
              <a:gd name="connsiteX4665" fmla="*/ 1666361 w 2119654"/>
              <a:gd name="connsiteY4665" fmla="*/ 1986829 h 2398711"/>
              <a:gd name="connsiteX4666" fmla="*/ 1806428 w 2119654"/>
              <a:gd name="connsiteY4666" fmla="*/ 1655759 h 2398711"/>
              <a:gd name="connsiteX4667" fmla="*/ 1807050 w 2119654"/>
              <a:gd name="connsiteY4667" fmla="*/ 1657105 h 2398711"/>
              <a:gd name="connsiteX4668" fmla="*/ 1809784 w 2119654"/>
              <a:gd name="connsiteY4668" fmla="*/ 1656046 h 2398711"/>
              <a:gd name="connsiteX4669" fmla="*/ 1816689 w 2119654"/>
              <a:gd name="connsiteY4669" fmla="*/ 1648821 h 2398711"/>
              <a:gd name="connsiteX4670" fmla="*/ 1823934 w 2119654"/>
              <a:gd name="connsiteY4670" fmla="*/ 1640032 h 2398711"/>
              <a:gd name="connsiteX4671" fmla="*/ 1819661 w 2119654"/>
              <a:gd name="connsiteY4671" fmla="*/ 1641130 h 2398711"/>
              <a:gd name="connsiteX4672" fmla="*/ 1814186 w 2119654"/>
              <a:gd name="connsiteY4672" fmla="*/ 1647278 h 2398711"/>
              <a:gd name="connsiteX4673" fmla="*/ 1729614 w 2119654"/>
              <a:gd name="connsiteY4673" fmla="*/ 1827740 h 2398711"/>
              <a:gd name="connsiteX4674" fmla="*/ 1730220 w 2119654"/>
              <a:gd name="connsiteY4674" fmla="*/ 1833677 h 2398711"/>
              <a:gd name="connsiteX4675" fmla="*/ 1731992 w 2119654"/>
              <a:gd name="connsiteY4675" fmla="*/ 1832204 h 2398711"/>
              <a:gd name="connsiteX4676" fmla="*/ 1732725 w 2119654"/>
              <a:gd name="connsiteY4676" fmla="*/ 1824990 h 2398711"/>
              <a:gd name="connsiteX4677" fmla="*/ 1849253 w 2119654"/>
              <a:gd name="connsiteY4677" fmla="*/ 1559819 h 2398711"/>
              <a:gd name="connsiteX4678" fmla="*/ 1852080 w 2119654"/>
              <a:gd name="connsiteY4678" fmla="*/ 1557649 h 2398711"/>
              <a:gd name="connsiteX4679" fmla="*/ 1861574 w 2119654"/>
              <a:gd name="connsiteY4679" fmla="*/ 1550126 h 2398711"/>
              <a:gd name="connsiteX4680" fmla="*/ 1859183 w 2119654"/>
              <a:gd name="connsiteY4680" fmla="*/ 1547538 h 2398711"/>
              <a:gd name="connsiteX4681" fmla="*/ 1720310 w 2119654"/>
              <a:gd name="connsiteY4681" fmla="*/ 1848452 h 2398711"/>
              <a:gd name="connsiteX4682" fmla="*/ 1720995 w 2119654"/>
              <a:gd name="connsiteY4682" fmla="*/ 1849901 h 2398711"/>
              <a:gd name="connsiteX4683" fmla="*/ 1722318 w 2119654"/>
              <a:gd name="connsiteY4683" fmla="*/ 1849551 h 2398711"/>
              <a:gd name="connsiteX4684" fmla="*/ 1722485 w 2119654"/>
              <a:gd name="connsiteY4684" fmla="*/ 1848968 h 2398711"/>
              <a:gd name="connsiteX4685" fmla="*/ 1722616 w 2119654"/>
              <a:gd name="connsiteY4685" fmla="*/ 1847015 h 2398711"/>
              <a:gd name="connsiteX4686" fmla="*/ 1694866 w 2119654"/>
              <a:gd name="connsiteY4686" fmla="*/ 1905389 h 2398711"/>
              <a:gd name="connsiteX4687" fmla="*/ 1694828 w 2119654"/>
              <a:gd name="connsiteY4687" fmla="*/ 1906723 h 2398711"/>
              <a:gd name="connsiteX4688" fmla="*/ 1705773 w 2119654"/>
              <a:gd name="connsiteY4688" fmla="*/ 1901266 h 2398711"/>
              <a:gd name="connsiteX4689" fmla="*/ 1705807 w 2119654"/>
              <a:gd name="connsiteY4689" fmla="*/ 1900726 h 2398711"/>
              <a:gd name="connsiteX4690" fmla="*/ 1699763 w 2119654"/>
              <a:gd name="connsiteY4690" fmla="*/ 1903407 h 2398711"/>
              <a:gd name="connsiteX4691" fmla="*/ 1677361 w 2119654"/>
              <a:gd name="connsiteY4691" fmla="*/ 1944558 h 2398711"/>
              <a:gd name="connsiteX4692" fmla="*/ 1688810 w 2119654"/>
              <a:gd name="connsiteY4692" fmla="*/ 1943086 h 2398711"/>
              <a:gd name="connsiteX4693" fmla="*/ 1688004 w 2119654"/>
              <a:gd name="connsiteY4693" fmla="*/ 1940822 h 2398711"/>
              <a:gd name="connsiteX4694" fmla="*/ 1659321 w 2119654"/>
              <a:gd name="connsiteY4694" fmla="*/ 1984898 h 2398711"/>
              <a:gd name="connsiteX4695" fmla="*/ 1659292 w 2119654"/>
              <a:gd name="connsiteY4695" fmla="*/ 1985113 h 2398711"/>
              <a:gd name="connsiteX4696" fmla="*/ 1666736 w 2119654"/>
              <a:gd name="connsiteY4696" fmla="*/ 1986681 h 2398711"/>
              <a:gd name="connsiteX4697" fmla="*/ 1691456 w 2119654"/>
              <a:gd name="connsiteY4697" fmla="*/ 1976959 h 2398711"/>
              <a:gd name="connsiteX4698" fmla="*/ 1691465 w 2119654"/>
              <a:gd name="connsiteY4698" fmla="*/ 1976395 h 2398711"/>
              <a:gd name="connsiteX4699" fmla="*/ 1691426 w 2119654"/>
              <a:gd name="connsiteY4699" fmla="*/ 1976394 h 2398711"/>
              <a:gd name="connsiteX4700" fmla="*/ 1660475 w 2119654"/>
              <a:gd name="connsiteY4700" fmla="*/ 1983877 h 2398711"/>
              <a:gd name="connsiteX4701" fmla="*/ 1738206 w 2119654"/>
              <a:gd name="connsiteY4701" fmla="*/ 1808208 h 2398711"/>
              <a:gd name="connsiteX4702" fmla="*/ 1738437 w 2119654"/>
              <a:gd name="connsiteY4702" fmla="*/ 1809553 h 2398711"/>
              <a:gd name="connsiteX4703" fmla="*/ 1740442 w 2119654"/>
              <a:gd name="connsiteY4703" fmla="*/ 1808509 h 2398711"/>
              <a:gd name="connsiteX4704" fmla="*/ 1741821 w 2119654"/>
              <a:gd name="connsiteY4704" fmla="*/ 1807765 h 2398711"/>
              <a:gd name="connsiteX4705" fmla="*/ 1739331 w 2119654"/>
              <a:gd name="connsiteY4705" fmla="*/ 1807851 h 2398711"/>
              <a:gd name="connsiteX4706" fmla="*/ 1734195 w 2119654"/>
              <a:gd name="connsiteY4706" fmla="*/ 1817168 h 2398711"/>
              <a:gd name="connsiteX4707" fmla="*/ 1733920 w 2119654"/>
              <a:gd name="connsiteY4707" fmla="*/ 1819872 h 2398711"/>
              <a:gd name="connsiteX4708" fmla="*/ 1734101 w 2119654"/>
              <a:gd name="connsiteY4708" fmla="*/ 1820836 h 2398711"/>
              <a:gd name="connsiteX4709" fmla="*/ 1736658 w 2119654"/>
              <a:gd name="connsiteY4709" fmla="*/ 1819331 h 2398711"/>
              <a:gd name="connsiteX4710" fmla="*/ 1736350 w 2119654"/>
              <a:gd name="connsiteY4710" fmla="*/ 1816833 h 2398711"/>
              <a:gd name="connsiteX4711" fmla="*/ 1734894 w 2119654"/>
              <a:gd name="connsiteY4711" fmla="*/ 1816923 h 2398711"/>
              <a:gd name="connsiteX4712" fmla="*/ 1736380 w 2119654"/>
              <a:gd name="connsiteY4712" fmla="*/ 1812164 h 2398711"/>
              <a:gd name="connsiteX4713" fmla="*/ 1736695 w 2119654"/>
              <a:gd name="connsiteY4713" fmla="*/ 1815050 h 2398711"/>
              <a:gd name="connsiteX4714" fmla="*/ 1738541 w 2119654"/>
              <a:gd name="connsiteY4714" fmla="*/ 1814937 h 2398711"/>
              <a:gd name="connsiteX4715" fmla="*/ 1739071 w 2119654"/>
              <a:gd name="connsiteY4715" fmla="*/ 1814751 h 2398711"/>
              <a:gd name="connsiteX4716" fmla="*/ 1738599 w 2119654"/>
              <a:gd name="connsiteY4716" fmla="*/ 1811997 h 2398711"/>
              <a:gd name="connsiteX4717" fmla="*/ 1867054 w 2119654"/>
              <a:gd name="connsiteY4717" fmla="*/ 1519543 h 2398711"/>
              <a:gd name="connsiteX4718" fmla="*/ 1871417 w 2119654"/>
              <a:gd name="connsiteY4718" fmla="*/ 1528513 h 2398711"/>
              <a:gd name="connsiteX4719" fmla="*/ 1874737 w 2119654"/>
              <a:gd name="connsiteY4719" fmla="*/ 1527162 h 2398711"/>
              <a:gd name="connsiteX4720" fmla="*/ 1879836 w 2119654"/>
              <a:gd name="connsiteY4720" fmla="*/ 1520856 h 2398711"/>
              <a:gd name="connsiteX4721" fmla="*/ 1898379 w 2119654"/>
              <a:gd name="connsiteY4721" fmla="*/ 1497278 h 2398711"/>
              <a:gd name="connsiteX4722" fmla="*/ 1697625 w 2119654"/>
              <a:gd name="connsiteY4722" fmla="*/ 1898657 h 2398711"/>
              <a:gd name="connsiteX4723" fmla="*/ 1699544 w 2119654"/>
              <a:gd name="connsiteY4723" fmla="*/ 1898466 h 2398711"/>
              <a:gd name="connsiteX4724" fmla="*/ 1700483 w 2119654"/>
              <a:gd name="connsiteY4724" fmla="*/ 1897962 h 2398711"/>
              <a:gd name="connsiteX4725" fmla="*/ 1765346 w 2119654"/>
              <a:gd name="connsiteY4725" fmla="*/ 1746991 h 2398711"/>
              <a:gd name="connsiteX4726" fmla="*/ 1765401 w 2119654"/>
              <a:gd name="connsiteY4726" fmla="*/ 1747046 h 2398711"/>
              <a:gd name="connsiteX4727" fmla="*/ 1766350 w 2119654"/>
              <a:gd name="connsiteY4727" fmla="*/ 1746316 h 2398711"/>
              <a:gd name="connsiteX4728" fmla="*/ 1708802 w 2119654"/>
              <a:gd name="connsiteY4728" fmla="*/ 1873418 h 2398711"/>
              <a:gd name="connsiteX4729" fmla="*/ 1708572 w 2119654"/>
              <a:gd name="connsiteY4729" fmla="*/ 1877173 h 2398711"/>
              <a:gd name="connsiteX4730" fmla="*/ 1715423 w 2119654"/>
              <a:gd name="connsiteY4730" fmla="*/ 1873663 h 2398711"/>
              <a:gd name="connsiteX4731" fmla="*/ 1715742 w 2119654"/>
              <a:gd name="connsiteY4731" fmla="*/ 1872548 h 2398711"/>
              <a:gd name="connsiteX4732" fmla="*/ 1711787 w 2119654"/>
              <a:gd name="connsiteY4732" fmla="*/ 1872503 h 2398711"/>
              <a:gd name="connsiteX4733" fmla="*/ 1718878 w 2119654"/>
              <a:gd name="connsiteY4733" fmla="*/ 1850846 h 2398711"/>
              <a:gd name="connsiteX4734" fmla="*/ 1719072 w 2119654"/>
              <a:gd name="connsiteY4734" fmla="*/ 1851933 h 2398711"/>
              <a:gd name="connsiteX4735" fmla="*/ 1721319 w 2119654"/>
              <a:gd name="connsiteY4735" fmla="*/ 1851520 h 2398711"/>
              <a:gd name="connsiteX4736" fmla="*/ 1720752 w 2119654"/>
              <a:gd name="connsiteY4736" fmla="*/ 1850321 h 2398711"/>
              <a:gd name="connsiteX4737" fmla="*/ 1691815 w 2119654"/>
              <a:gd name="connsiteY4737" fmla="*/ 1911326 h 2398711"/>
              <a:gd name="connsiteX4738" fmla="*/ 1691953 w 2119654"/>
              <a:gd name="connsiteY4738" fmla="*/ 1912066 h 2398711"/>
              <a:gd name="connsiteX4739" fmla="*/ 1692597 w 2119654"/>
              <a:gd name="connsiteY4739" fmla="*/ 1911736 h 2398711"/>
              <a:gd name="connsiteX4740" fmla="*/ 1692608 w 2119654"/>
              <a:gd name="connsiteY4740" fmla="*/ 1911108 h 2398711"/>
              <a:gd name="connsiteX4741" fmla="*/ 1825721 w 2119654"/>
              <a:gd name="connsiteY4741" fmla="*/ 1611427 h 2398711"/>
              <a:gd name="connsiteX4742" fmla="*/ 1830459 w 2119654"/>
              <a:gd name="connsiteY4742" fmla="*/ 1609367 h 2398711"/>
              <a:gd name="connsiteX4743" fmla="*/ 1832081 w 2119654"/>
              <a:gd name="connsiteY4743" fmla="*/ 1607458 h 2398711"/>
              <a:gd name="connsiteX4744" fmla="*/ 1828284 w 2119654"/>
              <a:gd name="connsiteY4744" fmla="*/ 1608635 h 2398711"/>
              <a:gd name="connsiteX4745" fmla="*/ 1771603 w 2119654"/>
              <a:gd name="connsiteY4745" fmla="*/ 1732571 h 2398711"/>
              <a:gd name="connsiteX4746" fmla="*/ 1771752 w 2119654"/>
              <a:gd name="connsiteY4746" fmla="*/ 1732704 h 2398711"/>
              <a:gd name="connsiteX4747" fmla="*/ 1771645 w 2119654"/>
              <a:gd name="connsiteY4747" fmla="*/ 1732510 h 2398711"/>
              <a:gd name="connsiteX4748" fmla="*/ 1754288 w 2119654"/>
              <a:gd name="connsiteY4748" fmla="*/ 1771332 h 2398711"/>
              <a:gd name="connsiteX4749" fmla="*/ 1755869 w 2119654"/>
              <a:gd name="connsiteY4749" fmla="*/ 1770847 h 2398711"/>
              <a:gd name="connsiteX4750" fmla="*/ 1757505 w 2119654"/>
              <a:gd name="connsiteY4750" fmla="*/ 1769586 h 2398711"/>
              <a:gd name="connsiteX4751" fmla="*/ 1761593 w 2119654"/>
              <a:gd name="connsiteY4751" fmla="*/ 1766346 h 2398711"/>
              <a:gd name="connsiteX4752" fmla="*/ 1759985 w 2119654"/>
              <a:gd name="connsiteY4752" fmla="*/ 1766881 h 2398711"/>
              <a:gd name="connsiteX4753" fmla="*/ 1755400 w 2119654"/>
              <a:gd name="connsiteY4753" fmla="*/ 1770510 h 2398711"/>
              <a:gd name="connsiteX4754" fmla="*/ 1757535 w 2119654"/>
              <a:gd name="connsiteY4754" fmla="*/ 1764058 h 2398711"/>
              <a:gd name="connsiteX4755" fmla="*/ 1761128 w 2119654"/>
              <a:gd name="connsiteY4755" fmla="*/ 1762098 h 2398711"/>
              <a:gd name="connsiteX4756" fmla="*/ 1761095 w 2119654"/>
              <a:gd name="connsiteY4756" fmla="*/ 1761818 h 2398711"/>
              <a:gd name="connsiteX4757" fmla="*/ 1759366 w 2119654"/>
              <a:gd name="connsiteY4757" fmla="*/ 1762009 h 2398711"/>
              <a:gd name="connsiteX4758" fmla="*/ 1829286 w 2119654"/>
              <a:gd name="connsiteY4758" fmla="*/ 1603359 h 2398711"/>
              <a:gd name="connsiteX4759" fmla="*/ 1830033 w 2119654"/>
              <a:gd name="connsiteY4759" fmla="*/ 1604668 h 2398711"/>
              <a:gd name="connsiteX4760" fmla="*/ 1833061 w 2119654"/>
              <a:gd name="connsiteY4760" fmla="*/ 1602521 h 2398711"/>
              <a:gd name="connsiteX4761" fmla="*/ 1835326 w 2119654"/>
              <a:gd name="connsiteY4761" fmla="*/ 1600054 h 2398711"/>
              <a:gd name="connsiteX4762" fmla="*/ 1831010 w 2119654"/>
              <a:gd name="connsiteY4762" fmla="*/ 1602079 h 2398711"/>
              <a:gd name="connsiteX4763" fmla="*/ 1762231 w 2119654"/>
              <a:gd name="connsiteY4763" fmla="*/ 1753304 h 2398711"/>
              <a:gd name="connsiteX4764" fmla="*/ 1763061 w 2119654"/>
              <a:gd name="connsiteY4764" fmla="*/ 1756084 h 2398711"/>
              <a:gd name="connsiteX4765" fmla="*/ 1763462 w 2119654"/>
              <a:gd name="connsiteY4765" fmla="*/ 1755979 h 2398711"/>
              <a:gd name="connsiteX4766" fmla="*/ 1763185 w 2119654"/>
              <a:gd name="connsiteY4766" fmla="*/ 1754928 h 2398711"/>
              <a:gd name="connsiteX4767" fmla="*/ 1762276 w 2119654"/>
              <a:gd name="connsiteY4767" fmla="*/ 1753280 h 2398711"/>
              <a:gd name="connsiteX4768" fmla="*/ 1826708 w 2119654"/>
              <a:gd name="connsiteY4768" fmla="*/ 1608913 h 2398711"/>
              <a:gd name="connsiteX4769" fmla="*/ 1826865 w 2119654"/>
              <a:gd name="connsiteY4769" fmla="*/ 1608868 h 2398711"/>
              <a:gd name="connsiteX4770" fmla="*/ 1827380 w 2119654"/>
              <a:gd name="connsiteY4770" fmla="*/ 1608708 h 2398711"/>
              <a:gd name="connsiteX4771" fmla="*/ 1828362 w 2119654"/>
              <a:gd name="connsiteY4771" fmla="*/ 1607638 h 2398711"/>
              <a:gd name="connsiteX4772" fmla="*/ 1733460 w 2119654"/>
              <a:gd name="connsiteY4772" fmla="*/ 1817426 h 2398711"/>
              <a:gd name="connsiteX4773" fmla="*/ 1733481 w 2119654"/>
              <a:gd name="connsiteY4773" fmla="*/ 1817536 h 2398711"/>
              <a:gd name="connsiteX4774" fmla="*/ 1733493 w 2119654"/>
              <a:gd name="connsiteY4774" fmla="*/ 1817415 h 2398711"/>
              <a:gd name="connsiteX4775" fmla="*/ 1770850 w 2119654"/>
              <a:gd name="connsiteY4775" fmla="*/ 1733668 h 2398711"/>
              <a:gd name="connsiteX4776" fmla="*/ 1771738 w 2119654"/>
              <a:gd name="connsiteY4776" fmla="*/ 1733087 h 2398711"/>
              <a:gd name="connsiteX4777" fmla="*/ 1771756 w 2119654"/>
              <a:gd name="connsiteY4777" fmla="*/ 1732896 h 2398711"/>
              <a:gd name="connsiteX4778" fmla="*/ 1771523 w 2119654"/>
              <a:gd name="connsiteY4778" fmla="*/ 1732688 h 2398711"/>
              <a:gd name="connsiteX4779" fmla="*/ 1708861 w 2119654"/>
              <a:gd name="connsiteY4779" fmla="*/ 1872468 h 2398711"/>
              <a:gd name="connsiteX4780" fmla="*/ 1708852 w 2119654"/>
              <a:gd name="connsiteY4780" fmla="*/ 1872606 h 2398711"/>
              <a:gd name="connsiteX4781" fmla="*/ 1709283 w 2119654"/>
              <a:gd name="connsiteY4781" fmla="*/ 1872473 h 2398711"/>
              <a:gd name="connsiteX4782" fmla="*/ 1736257 w 2119654"/>
              <a:gd name="connsiteY4782" fmla="*/ 1811046 h 2398711"/>
              <a:gd name="connsiteX4783" fmla="*/ 1736312 w 2119654"/>
              <a:gd name="connsiteY4783" fmla="*/ 1811545 h 2398711"/>
              <a:gd name="connsiteX4784" fmla="*/ 1737588 w 2119654"/>
              <a:gd name="connsiteY4784" fmla="*/ 1811152 h 2398711"/>
              <a:gd name="connsiteX4785" fmla="*/ 1737470 w 2119654"/>
              <a:gd name="connsiteY4785" fmla="*/ 1811360 h 2398711"/>
              <a:gd name="connsiteX4786" fmla="*/ 1736331 w 2119654"/>
              <a:gd name="connsiteY4786" fmla="*/ 1811712 h 2398711"/>
              <a:gd name="connsiteX4787" fmla="*/ 1736347 w 2119654"/>
              <a:gd name="connsiteY4787" fmla="*/ 1811859 h 2398711"/>
              <a:gd name="connsiteX4788" fmla="*/ 1738547 w 2119654"/>
              <a:gd name="connsiteY4788" fmla="*/ 1811694 h 2398711"/>
              <a:gd name="connsiteX4789" fmla="*/ 1738251 w 2119654"/>
              <a:gd name="connsiteY4789" fmla="*/ 1809972 h 2398711"/>
              <a:gd name="connsiteX4790" fmla="*/ 1729911 w 2119654"/>
              <a:gd name="connsiteY4790" fmla="*/ 1824921 h 2398711"/>
              <a:gd name="connsiteX4791" fmla="*/ 1729480 w 2119654"/>
              <a:gd name="connsiteY4791" fmla="*/ 1826426 h 2398711"/>
              <a:gd name="connsiteX4792" fmla="*/ 1729539 w 2119654"/>
              <a:gd name="connsiteY4792" fmla="*/ 1826999 h 2398711"/>
              <a:gd name="connsiteX4793" fmla="*/ 1732815 w 2119654"/>
              <a:gd name="connsiteY4793" fmla="*/ 1824102 h 2398711"/>
              <a:gd name="connsiteX4794" fmla="*/ 1732911 w 2119654"/>
              <a:gd name="connsiteY4794" fmla="*/ 1823154 h 2398711"/>
              <a:gd name="connsiteX4795" fmla="*/ 1735692 w 2119654"/>
              <a:gd name="connsiteY4795" fmla="*/ 1811909 h 2398711"/>
              <a:gd name="connsiteX4796" fmla="*/ 1735743 w 2119654"/>
              <a:gd name="connsiteY4796" fmla="*/ 1811905 h 2398711"/>
              <a:gd name="connsiteX4797" fmla="*/ 1735742 w 2119654"/>
              <a:gd name="connsiteY4797" fmla="*/ 1811893 h 2398711"/>
              <a:gd name="connsiteX4798" fmla="*/ 1866635 w 2119654"/>
              <a:gd name="connsiteY4798" fmla="*/ 1518681 h 2398711"/>
              <a:gd name="connsiteX4799" fmla="*/ 1866819 w 2119654"/>
              <a:gd name="connsiteY4799" fmla="*/ 1519060 h 2398711"/>
              <a:gd name="connsiteX4800" fmla="*/ 1880571 w 2119654"/>
              <a:gd name="connsiteY4800" fmla="*/ 1509569 h 2398711"/>
              <a:gd name="connsiteX4801" fmla="*/ 1899032 w 2119654"/>
              <a:gd name="connsiteY4801" fmla="*/ 1496446 h 2398711"/>
              <a:gd name="connsiteX4802" fmla="*/ 1901913 w 2119654"/>
              <a:gd name="connsiteY4802" fmla="*/ 1492785 h 2398711"/>
              <a:gd name="connsiteX4803" fmla="*/ 1901913 w 2119654"/>
              <a:gd name="connsiteY4803" fmla="*/ 1493303 h 2398711"/>
              <a:gd name="connsiteX4804" fmla="*/ 1899957 w 2119654"/>
              <a:gd name="connsiteY4804" fmla="*/ 1495790 h 2398711"/>
              <a:gd name="connsiteX4805" fmla="*/ 1906996 w 2119654"/>
              <a:gd name="connsiteY4805" fmla="*/ 1490787 h 2398711"/>
              <a:gd name="connsiteX4806" fmla="*/ 1906913 w 2119654"/>
              <a:gd name="connsiteY4806" fmla="*/ 1491213 h 2398711"/>
              <a:gd name="connsiteX4807" fmla="*/ 1899302 w 2119654"/>
              <a:gd name="connsiteY4807" fmla="*/ 1496622 h 2398711"/>
              <a:gd name="connsiteX4808" fmla="*/ 1875541 w 2119654"/>
              <a:gd name="connsiteY4808" fmla="*/ 1526837 h 2398711"/>
              <a:gd name="connsiteX4809" fmla="*/ 1881264 w 2119654"/>
              <a:gd name="connsiteY4809" fmla="*/ 1524509 h 2398711"/>
              <a:gd name="connsiteX4810" fmla="*/ 1897073 w 2119654"/>
              <a:gd name="connsiteY4810" fmla="*/ 1516688 h 2398711"/>
              <a:gd name="connsiteX4811" fmla="*/ 1916976 w 2119654"/>
              <a:gd name="connsiteY4811" fmla="*/ 1479188 h 2398711"/>
              <a:gd name="connsiteX4812" fmla="*/ 1904169 w 2119654"/>
              <a:gd name="connsiteY4812" fmla="*/ 1485131 h 2398711"/>
              <a:gd name="connsiteX4813" fmla="*/ 1881753 w 2119654"/>
              <a:gd name="connsiteY4813" fmla="*/ 1505168 h 2398711"/>
              <a:gd name="connsiteX4814" fmla="*/ 1887582 w 2119654"/>
              <a:gd name="connsiteY4814" fmla="*/ 1502669 h 2398711"/>
              <a:gd name="connsiteX4815" fmla="*/ 1887415 w 2119654"/>
              <a:gd name="connsiteY4815" fmla="*/ 1502976 h 2398711"/>
              <a:gd name="connsiteX4816" fmla="*/ 1881248 w 2119654"/>
              <a:gd name="connsiteY4816" fmla="*/ 1505620 h 2398711"/>
              <a:gd name="connsiteX4817" fmla="*/ 1874485 w 2119654"/>
              <a:gd name="connsiteY4817" fmla="*/ 1511665 h 2398711"/>
              <a:gd name="connsiteX4818" fmla="*/ 1876762 w 2119654"/>
              <a:gd name="connsiteY4818" fmla="*/ 1510831 h 2398711"/>
              <a:gd name="connsiteX4819" fmla="*/ 1876570 w 2119654"/>
              <a:gd name="connsiteY4819" fmla="*/ 1511141 h 2398711"/>
              <a:gd name="connsiteX4820" fmla="*/ 1874030 w 2119654"/>
              <a:gd name="connsiteY4820" fmla="*/ 1512071 h 2398711"/>
              <a:gd name="connsiteX4821" fmla="*/ 1705434 w 2119654"/>
              <a:gd name="connsiteY4821" fmla="*/ 1879634 h 2398711"/>
              <a:gd name="connsiteX4822" fmla="*/ 1706272 w 2119654"/>
              <a:gd name="connsiteY4822" fmla="*/ 1882445 h 2398711"/>
              <a:gd name="connsiteX4823" fmla="*/ 1706932 w 2119654"/>
              <a:gd name="connsiteY4823" fmla="*/ 1882351 h 2398711"/>
              <a:gd name="connsiteX4824" fmla="*/ 1707156 w 2119654"/>
              <a:gd name="connsiteY4824" fmla="*/ 1878707 h 2398711"/>
              <a:gd name="connsiteX4825" fmla="*/ 1735499 w 2119654"/>
              <a:gd name="connsiteY4825" fmla="*/ 1812230 h 2398711"/>
              <a:gd name="connsiteX4826" fmla="*/ 1735928 w 2119654"/>
              <a:gd name="connsiteY4826" fmla="*/ 1813407 h 2398711"/>
              <a:gd name="connsiteX4827" fmla="*/ 1735780 w 2119654"/>
              <a:gd name="connsiteY4827" fmla="*/ 1812209 h 2398711"/>
              <a:gd name="connsiteX4828" fmla="*/ 1833597 w 2119654"/>
              <a:gd name="connsiteY4828" fmla="*/ 1592540 h 2398711"/>
              <a:gd name="connsiteX4829" fmla="*/ 1834383 w 2119654"/>
              <a:gd name="connsiteY4829" fmla="*/ 1594095 h 2398711"/>
              <a:gd name="connsiteX4830" fmla="*/ 1838491 w 2119654"/>
              <a:gd name="connsiteY4830" fmla="*/ 1592618 h 2398711"/>
              <a:gd name="connsiteX4831" fmla="*/ 1838053 w 2119654"/>
              <a:gd name="connsiteY4831" fmla="*/ 1590639 h 2398711"/>
              <a:gd name="connsiteX4832" fmla="*/ 1835254 w 2119654"/>
              <a:gd name="connsiteY4832" fmla="*/ 1591316 h 2398711"/>
              <a:gd name="connsiteX4833" fmla="*/ 1793561 w 2119654"/>
              <a:gd name="connsiteY4833" fmla="*/ 1682172 h 2398711"/>
              <a:gd name="connsiteX4834" fmla="*/ 1802577 w 2119654"/>
              <a:gd name="connsiteY4834" fmla="*/ 1680313 h 2398711"/>
              <a:gd name="connsiteX4835" fmla="*/ 1808764 w 2119654"/>
              <a:gd name="connsiteY4835" fmla="*/ 1671290 h 2398711"/>
              <a:gd name="connsiteX4836" fmla="*/ 1807794 w 2119654"/>
              <a:gd name="connsiteY4836" fmla="*/ 1670301 h 2398711"/>
              <a:gd name="connsiteX4837" fmla="*/ 1803494 w 2119654"/>
              <a:gd name="connsiteY4837" fmla="*/ 1672543 h 2398711"/>
              <a:gd name="connsiteX4838" fmla="*/ 1846890 w 2119654"/>
              <a:gd name="connsiteY4838" fmla="*/ 1562742 h 2398711"/>
              <a:gd name="connsiteX4839" fmla="*/ 1865679 w 2119654"/>
              <a:gd name="connsiteY4839" fmla="*/ 1554566 h 2398711"/>
              <a:gd name="connsiteX4840" fmla="*/ 1861694 w 2119654"/>
              <a:gd name="connsiteY4840" fmla="*/ 1550255 h 2398711"/>
              <a:gd name="connsiteX4841" fmla="*/ 1848591 w 2119654"/>
              <a:gd name="connsiteY4841" fmla="*/ 1560639 h 2398711"/>
              <a:gd name="connsiteX4842" fmla="*/ 1824578 w 2119654"/>
              <a:gd name="connsiteY4842" fmla="*/ 1612671 h 2398711"/>
              <a:gd name="connsiteX4843" fmla="*/ 1825816 w 2119654"/>
              <a:gd name="connsiteY4843" fmla="*/ 1614827 h 2398711"/>
              <a:gd name="connsiteX4844" fmla="*/ 1829459 w 2119654"/>
              <a:gd name="connsiteY4844" fmla="*/ 1610542 h 2398711"/>
              <a:gd name="connsiteX4845" fmla="*/ 1824588 w 2119654"/>
              <a:gd name="connsiteY4845" fmla="*/ 1612661 h 2398711"/>
              <a:gd name="connsiteX4846" fmla="*/ 1737928 w 2119654"/>
              <a:gd name="connsiteY4846" fmla="*/ 1806587 h 2398711"/>
              <a:gd name="connsiteX4847" fmla="*/ 1738088 w 2119654"/>
              <a:gd name="connsiteY4847" fmla="*/ 1807517 h 2398711"/>
              <a:gd name="connsiteX4848" fmla="*/ 1739216 w 2119654"/>
              <a:gd name="connsiteY4848" fmla="*/ 1807478 h 2398711"/>
              <a:gd name="connsiteX4849" fmla="*/ 1746865 w 2119654"/>
              <a:gd name="connsiteY4849" fmla="*/ 1805049 h 2398711"/>
              <a:gd name="connsiteX4850" fmla="*/ 1753922 w 2119654"/>
              <a:gd name="connsiteY4850" fmla="*/ 1801248 h 2398711"/>
              <a:gd name="connsiteX4851" fmla="*/ 1804179 w 2119654"/>
              <a:gd name="connsiteY4851" fmla="*/ 1658216 h 2398711"/>
              <a:gd name="connsiteX4852" fmla="*/ 1806775 w 2119654"/>
              <a:gd name="connsiteY4852" fmla="*/ 1657211 h 2398711"/>
              <a:gd name="connsiteX4853" fmla="*/ 1806212 w 2119654"/>
              <a:gd name="connsiteY4853" fmla="*/ 1655995 h 2398711"/>
              <a:gd name="connsiteX4854" fmla="*/ 1646719 w 2119654"/>
              <a:gd name="connsiteY4854" fmla="*/ 2010774 h 2398711"/>
              <a:gd name="connsiteX4855" fmla="*/ 1646927 w 2119654"/>
              <a:gd name="connsiteY4855" fmla="*/ 2012808 h 2398711"/>
              <a:gd name="connsiteX4856" fmla="*/ 1655339 w 2119654"/>
              <a:gd name="connsiteY4856" fmla="*/ 2011126 h 2398711"/>
              <a:gd name="connsiteX4857" fmla="*/ 1655647 w 2119654"/>
              <a:gd name="connsiteY4857" fmla="*/ 2008632 h 2398711"/>
              <a:gd name="connsiteX4858" fmla="*/ 1652884 w 2119654"/>
              <a:gd name="connsiteY4858" fmla="*/ 2008203 h 2398711"/>
              <a:gd name="connsiteX4859" fmla="*/ 1805818 w 2119654"/>
              <a:gd name="connsiteY4859" fmla="*/ 1654439 h 2398711"/>
              <a:gd name="connsiteX4860" fmla="*/ 1806174 w 2119654"/>
              <a:gd name="connsiteY4860" fmla="*/ 1655209 h 2398711"/>
              <a:gd name="connsiteX4861" fmla="*/ 1818868 w 2119654"/>
              <a:gd name="connsiteY4861" fmla="*/ 1641334 h 2398711"/>
              <a:gd name="connsiteX4862" fmla="*/ 1813674 w 2119654"/>
              <a:gd name="connsiteY4862" fmla="*/ 1642666 h 2398711"/>
              <a:gd name="connsiteX4863" fmla="*/ 1765153 w 2119654"/>
              <a:gd name="connsiteY4863" fmla="*/ 1745425 h 2398711"/>
              <a:gd name="connsiteX4864" fmla="*/ 1766473 w 2119654"/>
              <a:gd name="connsiteY4864" fmla="*/ 1745558 h 2398711"/>
              <a:gd name="connsiteX4865" fmla="*/ 1770856 w 2119654"/>
              <a:gd name="connsiteY4865" fmla="*/ 1742698 h 2398711"/>
              <a:gd name="connsiteX4866" fmla="*/ 1771021 w 2119654"/>
              <a:gd name="connsiteY4866" fmla="*/ 1740889 h 2398711"/>
              <a:gd name="connsiteX4867" fmla="*/ 1718637 w 2119654"/>
              <a:gd name="connsiteY4867" fmla="*/ 1849494 h 2398711"/>
              <a:gd name="connsiteX4868" fmla="*/ 1718813 w 2119654"/>
              <a:gd name="connsiteY4868" fmla="*/ 1850480 h 2398711"/>
              <a:gd name="connsiteX4869" fmla="*/ 1720602 w 2119654"/>
              <a:gd name="connsiteY4869" fmla="*/ 1850005 h 2398711"/>
              <a:gd name="connsiteX4870" fmla="*/ 1719969 w 2119654"/>
              <a:gd name="connsiteY4870" fmla="*/ 1848664 h 2398711"/>
              <a:gd name="connsiteX4871" fmla="*/ 1730542 w 2119654"/>
              <a:gd name="connsiteY4871" fmla="*/ 1822713 h 2398711"/>
              <a:gd name="connsiteX4872" fmla="*/ 1730467 w 2119654"/>
              <a:gd name="connsiteY4872" fmla="*/ 1822976 h 2398711"/>
              <a:gd name="connsiteX4873" fmla="*/ 1731030 w 2119654"/>
              <a:gd name="connsiteY4873" fmla="*/ 1822644 h 2398711"/>
              <a:gd name="connsiteX4874" fmla="*/ 1667072 w 2119654"/>
              <a:gd name="connsiteY4874" fmla="*/ 1964326 h 2398711"/>
              <a:gd name="connsiteX4875" fmla="*/ 1670591 w 2119654"/>
              <a:gd name="connsiteY4875" fmla="*/ 1965060 h 2398711"/>
              <a:gd name="connsiteX4876" fmla="*/ 1678145 w 2119654"/>
              <a:gd name="connsiteY4876" fmla="*/ 1962193 h 2398711"/>
              <a:gd name="connsiteX4877" fmla="*/ 1677386 w 2119654"/>
              <a:gd name="connsiteY4877" fmla="*/ 1962301 h 2398711"/>
              <a:gd name="connsiteX4878" fmla="*/ 1735262 w 2119654"/>
              <a:gd name="connsiteY4878" fmla="*/ 1811583 h 2398711"/>
              <a:gd name="connsiteX4879" fmla="*/ 1735356 w 2119654"/>
              <a:gd name="connsiteY4879" fmla="*/ 1811839 h 2398711"/>
              <a:gd name="connsiteX4880" fmla="*/ 1735722 w 2119654"/>
              <a:gd name="connsiteY4880" fmla="*/ 1811727 h 2398711"/>
              <a:gd name="connsiteX4881" fmla="*/ 1735676 w 2119654"/>
              <a:gd name="connsiteY4881" fmla="*/ 1811359 h 2398711"/>
              <a:gd name="connsiteX4882" fmla="*/ 1762806 w 2119654"/>
              <a:gd name="connsiteY4882" fmla="*/ 1749659 h 2398711"/>
              <a:gd name="connsiteX4883" fmla="*/ 1763380 w 2119654"/>
              <a:gd name="connsiteY4883" fmla="*/ 1751833 h 2398711"/>
              <a:gd name="connsiteX4884" fmla="*/ 1766889 w 2119654"/>
              <a:gd name="connsiteY4884" fmla="*/ 1749918 h 2398711"/>
              <a:gd name="connsiteX4885" fmla="*/ 1764964 w 2119654"/>
              <a:gd name="connsiteY4885" fmla="*/ 1747997 h 2398711"/>
              <a:gd name="connsiteX4886" fmla="*/ 1701123 w 2119654"/>
              <a:gd name="connsiteY4886" fmla="*/ 1887774 h 2398711"/>
              <a:gd name="connsiteX4887" fmla="*/ 1701430 w 2119654"/>
              <a:gd name="connsiteY4887" fmla="*/ 1887860 h 2398711"/>
              <a:gd name="connsiteX4888" fmla="*/ 1705787 w 2119654"/>
              <a:gd name="connsiteY4888" fmla="*/ 1885303 h 2398711"/>
              <a:gd name="connsiteX4889" fmla="*/ 1705431 w 2119654"/>
              <a:gd name="connsiteY4889" fmla="*/ 1884365 h 2398711"/>
              <a:gd name="connsiteX4890" fmla="*/ 1796413 w 2119654"/>
              <a:gd name="connsiteY4890" fmla="*/ 1674339 h 2398711"/>
              <a:gd name="connsiteX4891" fmla="*/ 1796950 w 2119654"/>
              <a:gd name="connsiteY4891" fmla="*/ 1675450 h 2398711"/>
              <a:gd name="connsiteX4892" fmla="*/ 1799721 w 2119654"/>
              <a:gd name="connsiteY4892" fmla="*/ 1674144 h 2398711"/>
              <a:gd name="connsiteX4893" fmla="*/ 1801766 w 2119654"/>
              <a:gd name="connsiteY4893" fmla="*/ 1673078 h 2398711"/>
              <a:gd name="connsiteX4894" fmla="*/ 1806259 w 2119654"/>
              <a:gd name="connsiteY4894" fmla="*/ 1668739 h 2398711"/>
              <a:gd name="connsiteX4895" fmla="*/ 1805903 w 2119654"/>
              <a:gd name="connsiteY4895" fmla="*/ 1668376 h 2398711"/>
              <a:gd name="connsiteX4896" fmla="*/ 1805856 w 2119654"/>
              <a:gd name="connsiteY4896" fmla="*/ 1668387 h 2398711"/>
              <a:gd name="connsiteX4897" fmla="*/ 1804659 w 2119654"/>
              <a:gd name="connsiteY4897" fmla="*/ 1668887 h 2398711"/>
              <a:gd name="connsiteX4898" fmla="*/ 1798906 w 2119654"/>
              <a:gd name="connsiteY4898" fmla="*/ 1671729 h 2398711"/>
              <a:gd name="connsiteX4899" fmla="*/ 1764377 w 2119654"/>
              <a:gd name="connsiteY4899" fmla="*/ 1746025 h 2398711"/>
              <a:gd name="connsiteX4900" fmla="*/ 1764922 w 2119654"/>
              <a:gd name="connsiteY4900" fmla="*/ 1746569 h 2398711"/>
              <a:gd name="connsiteX4901" fmla="*/ 1766234 w 2119654"/>
              <a:gd name="connsiteY4901" fmla="*/ 1745713 h 2398711"/>
              <a:gd name="connsiteX4902" fmla="*/ 1764947 w 2119654"/>
              <a:gd name="connsiteY4902" fmla="*/ 1745584 h 2398711"/>
              <a:gd name="connsiteX4903" fmla="*/ 1833226 w 2119654"/>
              <a:gd name="connsiteY4903" fmla="*/ 1591806 h 2398711"/>
              <a:gd name="connsiteX4904" fmla="*/ 1833364 w 2119654"/>
              <a:gd name="connsiteY4904" fmla="*/ 1592079 h 2398711"/>
              <a:gd name="connsiteX4905" fmla="*/ 1833978 w 2119654"/>
              <a:gd name="connsiteY4905" fmla="*/ 1591624 h 2398711"/>
              <a:gd name="connsiteX4906" fmla="*/ 1734689 w 2119654"/>
              <a:gd name="connsiteY4906" fmla="*/ 1812291 h 2398711"/>
              <a:gd name="connsiteX4907" fmla="*/ 1734395 w 2119654"/>
              <a:gd name="connsiteY4907" fmla="*/ 1815191 h 2398711"/>
              <a:gd name="connsiteX4908" fmla="*/ 1736135 w 2119654"/>
              <a:gd name="connsiteY4908" fmla="*/ 1815084 h 2398711"/>
              <a:gd name="connsiteX4909" fmla="*/ 1736077 w 2119654"/>
              <a:gd name="connsiteY4909" fmla="*/ 1814612 h 2398711"/>
              <a:gd name="connsiteX4910" fmla="*/ 1735180 w 2119654"/>
              <a:gd name="connsiteY4910" fmla="*/ 1812253 h 2398711"/>
              <a:gd name="connsiteX4911" fmla="*/ 1694989 w 2119654"/>
              <a:gd name="connsiteY4911" fmla="*/ 1901144 h 2398711"/>
              <a:gd name="connsiteX4912" fmla="*/ 1694877 w 2119654"/>
              <a:gd name="connsiteY4912" fmla="*/ 1905052 h 2398711"/>
              <a:gd name="connsiteX4913" fmla="*/ 1705813 w 2119654"/>
              <a:gd name="connsiteY4913" fmla="*/ 1900624 h 2398711"/>
              <a:gd name="connsiteX4914" fmla="*/ 1705947 w 2119654"/>
              <a:gd name="connsiteY4914" fmla="*/ 1898429 h 2398711"/>
              <a:gd name="connsiteX4915" fmla="*/ 1698704 w 2119654"/>
              <a:gd name="connsiteY4915" fmla="*/ 1899152 h 2398711"/>
              <a:gd name="connsiteX4916" fmla="*/ 1760615 w 2119654"/>
              <a:gd name="connsiteY4916" fmla="*/ 1754142 h 2398711"/>
              <a:gd name="connsiteX4917" fmla="*/ 1760617 w 2119654"/>
              <a:gd name="connsiteY4917" fmla="*/ 1754155 h 2398711"/>
              <a:gd name="connsiteX4918" fmla="*/ 1761401 w 2119654"/>
              <a:gd name="connsiteY4918" fmla="*/ 1756516 h 2398711"/>
              <a:gd name="connsiteX4919" fmla="*/ 1761706 w 2119654"/>
              <a:gd name="connsiteY4919" fmla="*/ 1756437 h 2398711"/>
              <a:gd name="connsiteX4920" fmla="*/ 1760966 w 2119654"/>
              <a:gd name="connsiteY4920" fmla="*/ 1753960 h 2398711"/>
              <a:gd name="connsiteX4921" fmla="*/ 1719347 w 2119654"/>
              <a:gd name="connsiteY4921" fmla="*/ 1846415 h 2398711"/>
              <a:gd name="connsiteX4922" fmla="*/ 1719838 w 2119654"/>
              <a:gd name="connsiteY4922" fmla="*/ 1847452 h 2398711"/>
              <a:gd name="connsiteX4923" fmla="*/ 1722694 w 2119654"/>
              <a:gd name="connsiteY4923" fmla="*/ 1845851 h 2398711"/>
              <a:gd name="connsiteX4924" fmla="*/ 1722726 w 2119654"/>
              <a:gd name="connsiteY4924" fmla="*/ 1845370 h 2398711"/>
              <a:gd name="connsiteX4925" fmla="*/ 1722137 w 2119654"/>
              <a:gd name="connsiteY4925" fmla="*/ 1845443 h 2398711"/>
              <a:gd name="connsiteX4926" fmla="*/ 1720700 w 2119654"/>
              <a:gd name="connsiteY4926" fmla="*/ 1845449 h 2398711"/>
              <a:gd name="connsiteX4927" fmla="*/ 1734732 w 2119654"/>
              <a:gd name="connsiteY4927" fmla="*/ 1811868 h 2398711"/>
              <a:gd name="connsiteX4928" fmla="*/ 1734720 w 2119654"/>
              <a:gd name="connsiteY4928" fmla="*/ 1811981 h 2398711"/>
              <a:gd name="connsiteX4929" fmla="*/ 1734952 w 2119654"/>
              <a:gd name="connsiteY4929" fmla="*/ 1811964 h 2398711"/>
              <a:gd name="connsiteX4930" fmla="*/ 1735057 w 2119654"/>
              <a:gd name="connsiteY4930" fmla="*/ 1811932 h 2398711"/>
              <a:gd name="connsiteX4931" fmla="*/ 1734982 w 2119654"/>
              <a:gd name="connsiteY4931" fmla="*/ 1811734 h 2398711"/>
              <a:gd name="connsiteX4932" fmla="*/ 1646564 w 2119654"/>
              <a:gd name="connsiteY4932" fmla="*/ 2009255 h 2398711"/>
              <a:gd name="connsiteX4933" fmla="*/ 1646675 w 2119654"/>
              <a:gd name="connsiteY4933" fmla="*/ 2010344 h 2398711"/>
              <a:gd name="connsiteX4934" fmla="*/ 1651224 w 2119654"/>
              <a:gd name="connsiteY4934" fmla="*/ 2008447 h 2398711"/>
              <a:gd name="connsiteX4935" fmla="*/ 1736023 w 2119654"/>
              <a:gd name="connsiteY4935" fmla="*/ 1808901 h 2398711"/>
              <a:gd name="connsiteX4936" fmla="*/ 1736221 w 2119654"/>
              <a:gd name="connsiteY4936" fmla="*/ 1810709 h 2398711"/>
              <a:gd name="connsiteX4937" fmla="*/ 1738201 w 2119654"/>
              <a:gd name="connsiteY4937" fmla="*/ 1809677 h 2398711"/>
              <a:gd name="connsiteX4938" fmla="*/ 1737962 w 2119654"/>
              <a:gd name="connsiteY4938" fmla="*/ 1808285 h 2398711"/>
              <a:gd name="connsiteX4939" fmla="*/ 1748807 w 2119654"/>
              <a:gd name="connsiteY4939" fmla="*/ 1780243 h 2398711"/>
              <a:gd name="connsiteX4940" fmla="*/ 1751100 w 2119654"/>
              <a:gd name="connsiteY4940" fmla="*/ 1784130 h 2398711"/>
              <a:gd name="connsiteX4941" fmla="*/ 1757660 w 2119654"/>
              <a:gd name="connsiteY4941" fmla="*/ 1781080 h 2398711"/>
              <a:gd name="connsiteX4942" fmla="*/ 1755581 w 2119654"/>
              <a:gd name="connsiteY4942" fmla="*/ 1776963 h 2398711"/>
              <a:gd name="connsiteX4943" fmla="*/ 1780028 w 2119654"/>
              <a:gd name="connsiteY4943" fmla="*/ 1710332 h 2398711"/>
              <a:gd name="connsiteX4944" fmla="*/ 1780887 w 2119654"/>
              <a:gd name="connsiteY4944" fmla="*/ 1711947 h 2398711"/>
              <a:gd name="connsiteX4945" fmla="*/ 1782598 w 2119654"/>
              <a:gd name="connsiteY4945" fmla="*/ 1709453 h 2398711"/>
              <a:gd name="connsiteX4946" fmla="*/ 1767250 w 2119654"/>
              <a:gd name="connsiteY4946" fmla="*/ 1738919 h 2398711"/>
              <a:gd name="connsiteX4947" fmla="*/ 1771361 w 2119654"/>
              <a:gd name="connsiteY4947" fmla="*/ 1737191 h 2398711"/>
              <a:gd name="connsiteX4948" fmla="*/ 1771671 w 2119654"/>
              <a:gd name="connsiteY4948" fmla="*/ 1733812 h 2398711"/>
              <a:gd name="connsiteX4949" fmla="*/ 1770003 w 2119654"/>
              <a:gd name="connsiteY4949" fmla="*/ 1734904 h 2398711"/>
              <a:gd name="connsiteX4950" fmla="*/ 1731898 w 2119654"/>
              <a:gd name="connsiteY4950" fmla="*/ 1817975 h 2398711"/>
              <a:gd name="connsiteX4951" fmla="*/ 1730687 w 2119654"/>
              <a:gd name="connsiteY4951" fmla="*/ 1822207 h 2398711"/>
              <a:gd name="connsiteX4952" fmla="*/ 1732115 w 2119654"/>
              <a:gd name="connsiteY4952" fmla="*/ 1822006 h 2398711"/>
              <a:gd name="connsiteX4953" fmla="*/ 1733085 w 2119654"/>
              <a:gd name="connsiteY4953" fmla="*/ 1821435 h 2398711"/>
              <a:gd name="connsiteX4954" fmla="*/ 1733258 w 2119654"/>
              <a:gd name="connsiteY4954" fmla="*/ 1819734 h 2398711"/>
              <a:gd name="connsiteX4955" fmla="*/ 1732864 w 2119654"/>
              <a:gd name="connsiteY4955" fmla="*/ 1817635 h 2398711"/>
              <a:gd name="connsiteX4956" fmla="*/ 1685967 w 2119654"/>
              <a:gd name="connsiteY4956" fmla="*/ 1920791 h 2398711"/>
              <a:gd name="connsiteX4957" fmla="*/ 1685693 w 2119654"/>
              <a:gd name="connsiteY4957" fmla="*/ 1927817 h 2398711"/>
              <a:gd name="connsiteX4958" fmla="*/ 1692421 w 2119654"/>
              <a:gd name="connsiteY4958" fmla="*/ 1921751 h 2398711"/>
              <a:gd name="connsiteX4959" fmla="*/ 1692432 w 2119654"/>
              <a:gd name="connsiteY4959" fmla="*/ 1921111 h 2398711"/>
              <a:gd name="connsiteX4960" fmla="*/ 1691326 w 2119654"/>
              <a:gd name="connsiteY4960" fmla="*/ 1908693 h 2398711"/>
              <a:gd name="connsiteX4961" fmla="*/ 1691774 w 2119654"/>
              <a:gd name="connsiteY4961" fmla="*/ 1911106 h 2398711"/>
              <a:gd name="connsiteX4962" fmla="*/ 1692612 w 2119654"/>
              <a:gd name="connsiteY4962" fmla="*/ 1910875 h 2398711"/>
              <a:gd name="connsiteX4963" fmla="*/ 1692647 w 2119654"/>
              <a:gd name="connsiteY4963" fmla="*/ 1908865 h 2398711"/>
              <a:gd name="connsiteX4964" fmla="*/ 1692551 w 2119654"/>
              <a:gd name="connsiteY4964" fmla="*/ 1908083 h 2398711"/>
              <a:gd name="connsiteX4965" fmla="*/ 1734795 w 2119654"/>
              <a:gd name="connsiteY4965" fmla="*/ 1811241 h 2398711"/>
              <a:gd name="connsiteX4966" fmla="*/ 1734772 w 2119654"/>
              <a:gd name="connsiteY4966" fmla="*/ 1811464 h 2398711"/>
              <a:gd name="connsiteX4967" fmla="*/ 1734862 w 2119654"/>
              <a:gd name="connsiteY4967" fmla="*/ 1811417 h 2398711"/>
              <a:gd name="connsiteX4968" fmla="*/ 1802895 w 2119654"/>
              <a:gd name="connsiteY4968" fmla="*/ 1658713 h 2398711"/>
              <a:gd name="connsiteX4969" fmla="*/ 1803008 w 2119654"/>
              <a:gd name="connsiteY4969" fmla="*/ 1658670 h 2398711"/>
              <a:gd name="connsiteX4970" fmla="*/ 1805958 w 2119654"/>
              <a:gd name="connsiteY4970" fmla="*/ 1655445 h 2398711"/>
              <a:gd name="connsiteX4971" fmla="*/ 1805626 w 2119654"/>
              <a:gd name="connsiteY4971" fmla="*/ 1654727 h 2398711"/>
              <a:gd name="connsiteX4972" fmla="*/ 1805374 w 2119654"/>
              <a:gd name="connsiteY4972" fmla="*/ 1655105 h 2398711"/>
              <a:gd name="connsiteX4973" fmla="*/ 1732150 w 2119654"/>
              <a:gd name="connsiteY4973" fmla="*/ 1817090 h 2398711"/>
              <a:gd name="connsiteX4974" fmla="*/ 1732121 w 2119654"/>
              <a:gd name="connsiteY4974" fmla="*/ 1817191 h 2398711"/>
              <a:gd name="connsiteX4975" fmla="*/ 1732464 w 2119654"/>
              <a:gd name="connsiteY4975" fmla="*/ 1817071 h 2398711"/>
              <a:gd name="connsiteX4976" fmla="*/ 1762591 w 2119654"/>
              <a:gd name="connsiteY4976" fmla="*/ 1748842 h 2398711"/>
              <a:gd name="connsiteX4977" fmla="*/ 1762671 w 2119654"/>
              <a:gd name="connsiteY4977" fmla="*/ 1749147 h 2398711"/>
              <a:gd name="connsiteX4978" fmla="*/ 1764616 w 2119654"/>
              <a:gd name="connsiteY4978" fmla="*/ 1747650 h 2398711"/>
              <a:gd name="connsiteX4979" fmla="*/ 1764514 w 2119654"/>
              <a:gd name="connsiteY4979" fmla="*/ 1747549 h 2398711"/>
              <a:gd name="connsiteX4980" fmla="*/ 1714665 w 2119654"/>
              <a:gd name="connsiteY4980" fmla="*/ 1856011 h 2398711"/>
              <a:gd name="connsiteX4981" fmla="*/ 1718314 w 2119654"/>
              <a:gd name="connsiteY4981" fmla="*/ 1863550 h 2398711"/>
              <a:gd name="connsiteX4982" fmla="*/ 1720792 w 2119654"/>
              <a:gd name="connsiteY4982" fmla="*/ 1854887 h 2398711"/>
              <a:gd name="connsiteX4983" fmla="*/ 1822145 w 2119654"/>
              <a:gd name="connsiteY4983" fmla="*/ 1615321 h 2398711"/>
              <a:gd name="connsiteX4984" fmla="*/ 1824382 w 2119654"/>
              <a:gd name="connsiteY4984" fmla="*/ 1616513 h 2398711"/>
              <a:gd name="connsiteX4985" fmla="*/ 1825541 w 2119654"/>
              <a:gd name="connsiteY4985" fmla="*/ 1615150 h 2398711"/>
              <a:gd name="connsiteX4986" fmla="*/ 1824270 w 2119654"/>
              <a:gd name="connsiteY4986" fmla="*/ 1613007 h 2398711"/>
              <a:gd name="connsiteX4987" fmla="*/ 1753293 w 2119654"/>
              <a:gd name="connsiteY4987" fmla="*/ 1769494 h 2398711"/>
              <a:gd name="connsiteX4988" fmla="*/ 1754065 w 2119654"/>
              <a:gd name="connsiteY4988" fmla="*/ 1771023 h 2398711"/>
              <a:gd name="connsiteX4989" fmla="*/ 1759411 w 2119654"/>
              <a:gd name="connsiteY4989" fmla="*/ 1767072 h 2398711"/>
              <a:gd name="connsiteX4990" fmla="*/ 1759087 w 2119654"/>
              <a:gd name="connsiteY4990" fmla="*/ 1767180 h 2398711"/>
              <a:gd name="connsiteX4991" fmla="*/ 1657195 w 2119654"/>
              <a:gd name="connsiteY4991" fmla="*/ 1984671 h 2398711"/>
              <a:gd name="connsiteX4992" fmla="*/ 1657853 w 2119654"/>
              <a:gd name="connsiteY4992" fmla="*/ 1984809 h 2398711"/>
              <a:gd name="connsiteX4993" fmla="*/ 1658317 w 2119654"/>
              <a:gd name="connsiteY4993" fmla="*/ 1984400 h 2398711"/>
              <a:gd name="connsiteX4994" fmla="*/ 1729443 w 2119654"/>
              <a:gd name="connsiteY4994" fmla="*/ 1822868 h 2398711"/>
              <a:gd name="connsiteX4995" fmla="*/ 1729410 w 2119654"/>
              <a:gd name="connsiteY4995" fmla="*/ 1823598 h 2398711"/>
              <a:gd name="connsiteX4996" fmla="*/ 1729805 w 2119654"/>
              <a:gd name="connsiteY4996" fmla="*/ 1823365 h 2398711"/>
              <a:gd name="connsiteX4997" fmla="*/ 1729969 w 2119654"/>
              <a:gd name="connsiteY4997" fmla="*/ 1822794 h 2398711"/>
              <a:gd name="connsiteX4998" fmla="*/ 1843996 w 2119654"/>
              <a:gd name="connsiteY4998" fmla="*/ 1566323 h 2398711"/>
              <a:gd name="connsiteX4999" fmla="*/ 1845198 w 2119654"/>
              <a:gd name="connsiteY4999" fmla="*/ 1568811 h 2398711"/>
              <a:gd name="connsiteX5000" fmla="*/ 1854058 w 2119654"/>
              <a:gd name="connsiteY5000" fmla="*/ 1562923 h 2398711"/>
              <a:gd name="connsiteX5001" fmla="*/ 1859610 w 2119654"/>
              <a:gd name="connsiteY5001" fmla="*/ 1559125 h 2398711"/>
              <a:gd name="connsiteX5002" fmla="*/ 1844498 w 2119654"/>
              <a:gd name="connsiteY5002" fmla="*/ 1565701 h 2398711"/>
              <a:gd name="connsiteX5003" fmla="*/ 1638197 w 2119654"/>
              <a:gd name="connsiteY5003" fmla="*/ 2027067 h 2398711"/>
              <a:gd name="connsiteX5004" fmla="*/ 1645782 w 2119654"/>
              <a:gd name="connsiteY5004" fmla="*/ 2026735 h 2398711"/>
              <a:gd name="connsiteX5005" fmla="*/ 1645697 w 2119654"/>
              <a:gd name="connsiteY5005" fmla="*/ 2023007 h 2398711"/>
              <a:gd name="connsiteX5006" fmla="*/ 1645609 w 2119654"/>
              <a:gd name="connsiteY5006" fmla="*/ 2022142 h 2398711"/>
              <a:gd name="connsiteX5007" fmla="*/ 1686004 w 2119654"/>
              <a:gd name="connsiteY5007" fmla="*/ 1919846 h 2398711"/>
              <a:gd name="connsiteX5008" fmla="*/ 1685991 w 2119654"/>
              <a:gd name="connsiteY5008" fmla="*/ 1920166 h 2398711"/>
              <a:gd name="connsiteX5009" fmla="*/ 1692443 w 2119654"/>
              <a:gd name="connsiteY5009" fmla="*/ 1920486 h 2398711"/>
              <a:gd name="connsiteX5010" fmla="*/ 1692499 w 2119654"/>
              <a:gd name="connsiteY5010" fmla="*/ 1917309 h 2398711"/>
              <a:gd name="connsiteX5011" fmla="*/ 1692310 w 2119654"/>
              <a:gd name="connsiteY5011" fmla="*/ 1916295 h 2398711"/>
              <a:gd name="connsiteX5012" fmla="*/ 1864150 w 2119654"/>
              <a:gd name="connsiteY5012" fmla="*/ 1520903 h 2398711"/>
              <a:gd name="connsiteX5013" fmla="*/ 1866474 w 2119654"/>
              <a:gd name="connsiteY5013" fmla="*/ 1519299 h 2398711"/>
              <a:gd name="connsiteX5014" fmla="*/ 1866314 w 2119654"/>
              <a:gd name="connsiteY5014" fmla="*/ 1518969 h 2398711"/>
              <a:gd name="connsiteX5015" fmla="*/ 1761523 w 2119654"/>
              <a:gd name="connsiteY5015" fmla="*/ 1750646 h 2398711"/>
              <a:gd name="connsiteX5016" fmla="*/ 1762455 w 2119654"/>
              <a:gd name="connsiteY5016" fmla="*/ 1752337 h 2398711"/>
              <a:gd name="connsiteX5017" fmla="*/ 1762495 w 2119654"/>
              <a:gd name="connsiteY5017" fmla="*/ 1752315 h 2398711"/>
              <a:gd name="connsiteX5018" fmla="*/ 1761965 w 2119654"/>
              <a:gd name="connsiteY5018" fmla="*/ 1750305 h 2398711"/>
              <a:gd name="connsiteX5019" fmla="*/ 1735921 w 2119654"/>
              <a:gd name="connsiteY5019" fmla="*/ 1807969 h 2398711"/>
              <a:gd name="connsiteX5020" fmla="*/ 1735980 w 2119654"/>
              <a:gd name="connsiteY5020" fmla="*/ 1808505 h 2398711"/>
              <a:gd name="connsiteX5021" fmla="*/ 1737885 w 2119654"/>
              <a:gd name="connsiteY5021" fmla="*/ 1807901 h 2398711"/>
              <a:gd name="connsiteX5022" fmla="*/ 1695036 w 2119654"/>
              <a:gd name="connsiteY5022" fmla="*/ 1899517 h 2398711"/>
              <a:gd name="connsiteX5023" fmla="*/ 1694996 w 2119654"/>
              <a:gd name="connsiteY5023" fmla="*/ 1900905 h 2398711"/>
              <a:gd name="connsiteX5024" fmla="*/ 1698166 w 2119654"/>
              <a:gd name="connsiteY5024" fmla="*/ 1899204 h 2398711"/>
              <a:gd name="connsiteX5025" fmla="*/ 1763823 w 2119654"/>
              <a:gd name="connsiteY5025" fmla="*/ 1745471 h 2398711"/>
              <a:gd name="connsiteX5026" fmla="*/ 1764064 w 2119654"/>
              <a:gd name="connsiteY5026" fmla="*/ 1745712 h 2398711"/>
              <a:gd name="connsiteX5027" fmla="*/ 1764312 w 2119654"/>
              <a:gd name="connsiteY5027" fmla="*/ 1745521 h 2398711"/>
              <a:gd name="connsiteX5028" fmla="*/ 1660346 w 2119654"/>
              <a:gd name="connsiteY5028" fmla="*/ 1977147 h 2398711"/>
              <a:gd name="connsiteX5029" fmla="*/ 1659528 w 2119654"/>
              <a:gd name="connsiteY5029" fmla="*/ 1983329 h 2398711"/>
              <a:gd name="connsiteX5030" fmla="*/ 1667870 w 2119654"/>
              <a:gd name="connsiteY5030" fmla="*/ 1975954 h 2398711"/>
              <a:gd name="connsiteX5031" fmla="*/ 1662749 w 2119654"/>
              <a:gd name="connsiteY5031" fmla="*/ 1976267 h 2398711"/>
              <a:gd name="connsiteX5032" fmla="*/ 1845109 w 2119654"/>
              <a:gd name="connsiteY5032" fmla="*/ 1563398 h 2398711"/>
              <a:gd name="connsiteX5033" fmla="*/ 1845574 w 2119654"/>
              <a:gd name="connsiteY5033" fmla="*/ 1563235 h 2398711"/>
              <a:gd name="connsiteX5034" fmla="*/ 1846036 w 2119654"/>
              <a:gd name="connsiteY5034" fmla="*/ 1562663 h 2398711"/>
              <a:gd name="connsiteX5035" fmla="*/ 1837157 w 2119654"/>
              <a:gd name="connsiteY5035" fmla="*/ 1581184 h 2398711"/>
              <a:gd name="connsiteX5036" fmla="*/ 1838050 w 2119654"/>
              <a:gd name="connsiteY5036" fmla="*/ 1583869 h 2398711"/>
              <a:gd name="connsiteX5037" fmla="*/ 1848254 w 2119654"/>
              <a:gd name="connsiteY5037" fmla="*/ 1581073 h 2398711"/>
              <a:gd name="connsiteX5038" fmla="*/ 1850141 w 2119654"/>
              <a:gd name="connsiteY5038" fmla="*/ 1579677 h 2398711"/>
              <a:gd name="connsiteX5039" fmla="*/ 1823736 w 2119654"/>
              <a:gd name="connsiteY5039" fmla="*/ 1611204 h 2398711"/>
              <a:gd name="connsiteX5040" fmla="*/ 1824236 w 2119654"/>
              <a:gd name="connsiteY5040" fmla="*/ 1612073 h 2398711"/>
              <a:gd name="connsiteX5041" fmla="*/ 1824324 w 2119654"/>
              <a:gd name="connsiteY5041" fmla="*/ 1612035 h 2398711"/>
              <a:gd name="connsiteX5042" fmla="*/ 1827112 w 2119654"/>
              <a:gd name="connsiteY5042" fmla="*/ 1609000 h 2398711"/>
              <a:gd name="connsiteX5043" fmla="*/ 1826248 w 2119654"/>
              <a:gd name="connsiteY5043" fmla="*/ 1609267 h 2398711"/>
              <a:gd name="connsiteX5044" fmla="*/ 1765553 w 2119654"/>
              <a:gd name="connsiteY5044" fmla="*/ 1741394 h 2398711"/>
              <a:gd name="connsiteX5045" fmla="*/ 1771200 w 2119654"/>
              <a:gd name="connsiteY5045" fmla="*/ 1738952 h 2398711"/>
              <a:gd name="connsiteX5046" fmla="*/ 1771221 w 2119654"/>
              <a:gd name="connsiteY5046" fmla="*/ 1738718 h 2398711"/>
              <a:gd name="connsiteX5047" fmla="*/ 1765837 w 2119654"/>
              <a:gd name="connsiteY5047" fmla="*/ 1740980 h 2398711"/>
              <a:gd name="connsiteX5048" fmla="*/ 1686023 w 2119654"/>
              <a:gd name="connsiteY5048" fmla="*/ 1919341 h 2398711"/>
              <a:gd name="connsiteX5049" fmla="*/ 1686019 w 2119654"/>
              <a:gd name="connsiteY5049" fmla="*/ 1919463 h 2398711"/>
              <a:gd name="connsiteX5050" fmla="*/ 1687638 w 2119654"/>
              <a:gd name="connsiteY5050" fmla="*/ 1918581 h 2398711"/>
              <a:gd name="connsiteX5051" fmla="*/ 1688943 w 2119654"/>
              <a:gd name="connsiteY5051" fmla="*/ 1917846 h 2398711"/>
              <a:gd name="connsiteX5052" fmla="*/ 1718231 w 2119654"/>
              <a:gd name="connsiteY5052" fmla="*/ 1847211 h 2398711"/>
              <a:gd name="connsiteX5053" fmla="*/ 1718416 w 2119654"/>
              <a:gd name="connsiteY5053" fmla="*/ 1848249 h 2398711"/>
              <a:gd name="connsiteX5054" fmla="*/ 1719488 w 2119654"/>
              <a:gd name="connsiteY5054" fmla="*/ 1847648 h 2398711"/>
              <a:gd name="connsiteX5055" fmla="*/ 1719017 w 2119654"/>
              <a:gd name="connsiteY5055" fmla="*/ 1846650 h 2398711"/>
              <a:gd name="connsiteX5056" fmla="*/ 1664236 w 2119654"/>
              <a:gd name="connsiteY5056" fmla="*/ 1968048 h 2398711"/>
              <a:gd name="connsiteX5057" fmla="*/ 1679482 w 2119654"/>
              <a:gd name="connsiteY5057" fmla="*/ 1965687 h 2398711"/>
              <a:gd name="connsiteX5058" fmla="*/ 1681649 w 2119654"/>
              <a:gd name="connsiteY5058" fmla="*/ 1963771 h 2398711"/>
              <a:gd name="connsiteX5059" fmla="*/ 1684189 w 2119654"/>
              <a:gd name="connsiteY5059" fmla="*/ 1961338 h 2398711"/>
              <a:gd name="connsiteX5060" fmla="*/ 1684119 w 2119654"/>
              <a:gd name="connsiteY5060" fmla="*/ 1961351 h 2398711"/>
              <a:gd name="connsiteX5061" fmla="*/ 1680560 w 2119654"/>
              <a:gd name="connsiteY5061" fmla="*/ 1961853 h 2398711"/>
              <a:gd name="connsiteX5062" fmla="*/ 1671570 w 2119654"/>
              <a:gd name="connsiteY5062" fmla="*/ 1965265 h 2398711"/>
              <a:gd name="connsiteX5063" fmla="*/ 1673040 w 2119654"/>
              <a:gd name="connsiteY5063" fmla="*/ 1965571 h 2398711"/>
              <a:gd name="connsiteX5064" fmla="*/ 1672792 w 2119654"/>
              <a:gd name="connsiteY5064" fmla="*/ 1965724 h 2398711"/>
              <a:gd name="connsiteX5065" fmla="*/ 1671222 w 2119654"/>
              <a:gd name="connsiteY5065" fmla="*/ 1965397 h 2398711"/>
              <a:gd name="connsiteX5066" fmla="*/ 1718926 w 2119654"/>
              <a:gd name="connsiteY5066" fmla="*/ 1845524 h 2398711"/>
              <a:gd name="connsiteX5067" fmla="*/ 1719185 w 2119654"/>
              <a:gd name="connsiteY5067" fmla="*/ 1846074 h 2398711"/>
              <a:gd name="connsiteX5068" fmla="*/ 1720056 w 2119654"/>
              <a:gd name="connsiteY5068" fmla="*/ 1845452 h 2398711"/>
              <a:gd name="connsiteX5069" fmla="*/ 1719082 w 2119654"/>
              <a:gd name="connsiteY5069" fmla="*/ 1845456 h 2398711"/>
              <a:gd name="connsiteX5070" fmla="*/ 1660443 w 2119654"/>
              <a:gd name="connsiteY5070" fmla="*/ 1976408 h 2398711"/>
              <a:gd name="connsiteX5071" fmla="*/ 1660378 w 2119654"/>
              <a:gd name="connsiteY5071" fmla="*/ 1976898 h 2398711"/>
              <a:gd name="connsiteX5072" fmla="*/ 1661970 w 2119654"/>
              <a:gd name="connsiteY5072" fmla="*/ 1976315 h 2398711"/>
              <a:gd name="connsiteX5073" fmla="*/ 1685479 w 2119654"/>
              <a:gd name="connsiteY5073" fmla="*/ 1920141 h 2398711"/>
              <a:gd name="connsiteX5074" fmla="*/ 1685853 w 2119654"/>
              <a:gd name="connsiteY5074" fmla="*/ 1920160 h 2398711"/>
              <a:gd name="connsiteX5075" fmla="*/ 1685861 w 2119654"/>
              <a:gd name="connsiteY5075" fmla="*/ 1919926 h 2398711"/>
              <a:gd name="connsiteX5076" fmla="*/ 1735000 w 2119654"/>
              <a:gd name="connsiteY5076" fmla="*/ 1809226 h 2398711"/>
              <a:gd name="connsiteX5077" fmla="*/ 1734870 w 2119654"/>
              <a:gd name="connsiteY5077" fmla="*/ 1810506 h 2398711"/>
              <a:gd name="connsiteX5078" fmla="*/ 1735148 w 2119654"/>
              <a:gd name="connsiteY5078" fmla="*/ 1811268 h 2398711"/>
              <a:gd name="connsiteX5079" fmla="*/ 1735633 w 2119654"/>
              <a:gd name="connsiteY5079" fmla="*/ 1811015 h 2398711"/>
              <a:gd name="connsiteX5080" fmla="*/ 1735398 w 2119654"/>
              <a:gd name="connsiteY5080" fmla="*/ 1809099 h 2398711"/>
              <a:gd name="connsiteX5081" fmla="*/ 1735846 w 2119654"/>
              <a:gd name="connsiteY5081" fmla="*/ 1807281 h 2398711"/>
              <a:gd name="connsiteX5082" fmla="*/ 1735880 w 2119654"/>
              <a:gd name="connsiteY5082" fmla="*/ 1807593 h 2398711"/>
              <a:gd name="connsiteX5083" fmla="*/ 1737831 w 2119654"/>
              <a:gd name="connsiteY5083" fmla="*/ 1807526 h 2398711"/>
              <a:gd name="connsiteX5084" fmla="*/ 1737685 w 2119654"/>
              <a:gd name="connsiteY5084" fmla="*/ 1806668 h 2398711"/>
              <a:gd name="connsiteX5085" fmla="*/ 1733434 w 2119654"/>
              <a:gd name="connsiteY5085" fmla="*/ 1812605 h 2398711"/>
              <a:gd name="connsiteX5086" fmla="*/ 1732903 w 2119654"/>
              <a:gd name="connsiteY5086" fmla="*/ 1814459 h 2398711"/>
              <a:gd name="connsiteX5087" fmla="*/ 1733056 w 2119654"/>
              <a:gd name="connsiteY5087" fmla="*/ 1815273 h 2398711"/>
              <a:gd name="connsiteX5088" fmla="*/ 1733715 w 2119654"/>
              <a:gd name="connsiteY5088" fmla="*/ 1815232 h 2398711"/>
              <a:gd name="connsiteX5089" fmla="*/ 1734000 w 2119654"/>
              <a:gd name="connsiteY5089" fmla="*/ 1812430 h 2398711"/>
              <a:gd name="connsiteX5090" fmla="*/ 1774124 w 2119654"/>
              <a:gd name="connsiteY5090" fmla="*/ 1721439 h 2398711"/>
              <a:gd name="connsiteX5091" fmla="*/ 1774085 w 2119654"/>
              <a:gd name="connsiteY5091" fmla="*/ 1721866 h 2398711"/>
              <a:gd name="connsiteX5092" fmla="*/ 1774618 w 2119654"/>
              <a:gd name="connsiteY5092" fmla="*/ 1721088 h 2398711"/>
              <a:gd name="connsiteX5093" fmla="*/ 1794040 w 2119654"/>
              <a:gd name="connsiteY5093" fmla="*/ 1676821 h 2398711"/>
              <a:gd name="connsiteX5094" fmla="*/ 1796787 w 2119654"/>
              <a:gd name="connsiteY5094" fmla="*/ 1675526 h 2398711"/>
              <a:gd name="connsiteX5095" fmla="*/ 1796281 w 2119654"/>
              <a:gd name="connsiteY5095" fmla="*/ 1674477 h 2398711"/>
              <a:gd name="connsiteX5096" fmla="*/ 1724626 w 2119654"/>
              <a:gd name="connsiteY5096" fmla="*/ 1832151 h 2398711"/>
              <a:gd name="connsiteX5097" fmla="*/ 1724235 w 2119654"/>
              <a:gd name="connsiteY5097" fmla="*/ 1837786 h 2398711"/>
              <a:gd name="connsiteX5098" fmla="*/ 1724646 w 2119654"/>
              <a:gd name="connsiteY5098" fmla="*/ 1837764 h 2398711"/>
              <a:gd name="connsiteX5099" fmla="*/ 1724913 w 2119654"/>
              <a:gd name="connsiteY5099" fmla="*/ 1831897 h 2398711"/>
              <a:gd name="connsiteX5100" fmla="*/ 1678728 w 2119654"/>
              <a:gd name="connsiteY5100" fmla="*/ 1934811 h 2398711"/>
              <a:gd name="connsiteX5101" fmla="*/ 1684859 w 2119654"/>
              <a:gd name="connsiteY5101" fmla="*/ 1932083 h 2398711"/>
              <a:gd name="connsiteX5102" fmla="*/ 1684061 w 2119654"/>
              <a:gd name="connsiteY5102" fmla="*/ 1929934 h 2398711"/>
              <a:gd name="connsiteX5103" fmla="*/ 1683912 w 2119654"/>
              <a:gd name="connsiteY5103" fmla="*/ 1930016 h 2398711"/>
              <a:gd name="connsiteX5104" fmla="*/ 1678935 w 2119654"/>
              <a:gd name="connsiteY5104" fmla="*/ 1934625 h 2398711"/>
              <a:gd name="connsiteX5105" fmla="*/ 1762276 w 2119654"/>
              <a:gd name="connsiteY5105" fmla="*/ 1747648 h 2398711"/>
              <a:gd name="connsiteX5106" fmla="*/ 1762422 w 2119654"/>
              <a:gd name="connsiteY5106" fmla="*/ 1748200 h 2398711"/>
              <a:gd name="connsiteX5107" fmla="*/ 1764082 w 2119654"/>
              <a:gd name="connsiteY5107" fmla="*/ 1747117 h 2398711"/>
              <a:gd name="connsiteX5108" fmla="*/ 1763594 w 2119654"/>
              <a:gd name="connsiteY5108" fmla="*/ 1746630 h 2398711"/>
              <a:gd name="connsiteX5109" fmla="*/ 1760362 w 2119654"/>
              <a:gd name="connsiteY5109" fmla="*/ 1751934 h 2398711"/>
              <a:gd name="connsiteX5110" fmla="*/ 1760529 w 2119654"/>
              <a:gd name="connsiteY5110" fmla="*/ 1753387 h 2398711"/>
              <a:gd name="connsiteX5111" fmla="*/ 1760759 w 2119654"/>
              <a:gd name="connsiteY5111" fmla="*/ 1753262 h 2398711"/>
              <a:gd name="connsiteX5112" fmla="*/ 1811491 w 2119654"/>
              <a:gd name="connsiteY5112" fmla="*/ 1637442 h 2398711"/>
              <a:gd name="connsiteX5113" fmla="*/ 1818072 w 2119654"/>
              <a:gd name="connsiteY5113" fmla="*/ 1635776 h 2398711"/>
              <a:gd name="connsiteX5114" fmla="*/ 1824002 w 2119654"/>
              <a:gd name="connsiteY5114" fmla="*/ 1626891 h 2398711"/>
              <a:gd name="connsiteX5115" fmla="*/ 1824023 w 2119654"/>
              <a:gd name="connsiteY5115" fmla="*/ 1627161 h 2398711"/>
              <a:gd name="connsiteX5116" fmla="*/ 1818314 w 2119654"/>
              <a:gd name="connsiteY5116" fmla="*/ 1635715 h 2398711"/>
              <a:gd name="connsiteX5117" fmla="*/ 1825724 w 2119654"/>
              <a:gd name="connsiteY5117" fmla="*/ 1633839 h 2398711"/>
              <a:gd name="connsiteX5118" fmla="*/ 1829195 w 2119654"/>
              <a:gd name="connsiteY5118" fmla="*/ 1630045 h 2398711"/>
              <a:gd name="connsiteX5119" fmla="*/ 1832255 w 2119654"/>
              <a:gd name="connsiteY5119" fmla="*/ 1626609 h 2398711"/>
              <a:gd name="connsiteX5120" fmla="*/ 1829929 w 2119654"/>
              <a:gd name="connsiteY5120" fmla="*/ 1622556 h 2398711"/>
              <a:gd name="connsiteX5121" fmla="*/ 1829529 w 2119654"/>
              <a:gd name="connsiteY5121" fmla="*/ 1621882 h 2398711"/>
              <a:gd name="connsiteX5122" fmla="*/ 1823016 w 2119654"/>
              <a:gd name="connsiteY5122" fmla="*/ 1623889 h 2398711"/>
              <a:gd name="connsiteX5123" fmla="*/ 1822782 w 2119654"/>
              <a:gd name="connsiteY5123" fmla="*/ 1624163 h 2398711"/>
              <a:gd name="connsiteX5124" fmla="*/ 1824356 w 2119654"/>
              <a:gd name="connsiteY5124" fmla="*/ 1625790 h 2398711"/>
              <a:gd name="connsiteX5125" fmla="*/ 1824368 w 2119654"/>
              <a:gd name="connsiteY5125" fmla="*/ 1625915 h 2398711"/>
              <a:gd name="connsiteX5126" fmla="*/ 1822731 w 2119654"/>
              <a:gd name="connsiteY5126" fmla="*/ 1624223 h 2398711"/>
              <a:gd name="connsiteX5127" fmla="*/ 1709234 w 2119654"/>
              <a:gd name="connsiteY5127" fmla="*/ 1866390 h 2398711"/>
              <a:gd name="connsiteX5128" fmla="*/ 1708885 w 2119654"/>
              <a:gd name="connsiteY5128" fmla="*/ 1872081 h 2398711"/>
              <a:gd name="connsiteX5129" fmla="*/ 1710502 w 2119654"/>
              <a:gd name="connsiteY5129" fmla="*/ 1872099 h 2398711"/>
              <a:gd name="connsiteX5130" fmla="*/ 1716387 w 2119654"/>
              <a:gd name="connsiteY5130" fmla="*/ 1870293 h 2398711"/>
              <a:gd name="connsiteX5131" fmla="*/ 1717167 w 2119654"/>
              <a:gd name="connsiteY5131" fmla="*/ 1867563 h 2398711"/>
              <a:gd name="connsiteX5132" fmla="*/ 1715186 w 2119654"/>
              <a:gd name="connsiteY5132" fmla="*/ 1863961 h 2398711"/>
              <a:gd name="connsiteX5133" fmla="*/ 1646354 w 2119654"/>
              <a:gd name="connsiteY5133" fmla="*/ 2007189 h 2398711"/>
              <a:gd name="connsiteX5134" fmla="*/ 1646525 w 2119654"/>
              <a:gd name="connsiteY5134" fmla="*/ 2008865 h 2398711"/>
              <a:gd name="connsiteX5135" fmla="*/ 1651541 w 2119654"/>
              <a:gd name="connsiteY5135" fmla="*/ 2007995 h 2398711"/>
              <a:gd name="connsiteX5136" fmla="*/ 1880319 w 2119654"/>
              <a:gd name="connsiteY5136" fmla="*/ 1483286 h 2398711"/>
              <a:gd name="connsiteX5137" fmla="*/ 1922927 w 2119654"/>
              <a:gd name="connsiteY5137" fmla="*/ 1449945 h 2398711"/>
              <a:gd name="connsiteX5138" fmla="*/ 1916980 w 2119654"/>
              <a:gd name="connsiteY5138" fmla="*/ 1443890 h 2398711"/>
              <a:gd name="connsiteX5139" fmla="*/ 1906617 w 2119654"/>
              <a:gd name="connsiteY5139" fmla="*/ 1448366 h 2398711"/>
              <a:gd name="connsiteX5140" fmla="*/ 1897402 w 2119654"/>
              <a:gd name="connsiteY5140" fmla="*/ 1455548 h 2398711"/>
              <a:gd name="connsiteX5141" fmla="*/ 1660588 w 2119654"/>
              <a:gd name="connsiteY5141" fmla="*/ 1975281 h 2398711"/>
              <a:gd name="connsiteX5142" fmla="*/ 1660577 w 2119654"/>
              <a:gd name="connsiteY5142" fmla="*/ 1975398 h 2398711"/>
              <a:gd name="connsiteX5143" fmla="*/ 1660511 w 2119654"/>
              <a:gd name="connsiteY5143" fmla="*/ 1975897 h 2398711"/>
              <a:gd name="connsiteX5144" fmla="*/ 1663631 w 2119654"/>
              <a:gd name="connsiteY5144" fmla="*/ 1975706 h 2398711"/>
              <a:gd name="connsiteX5145" fmla="*/ 1664307 w 2119654"/>
              <a:gd name="connsiteY5145" fmla="*/ 1975459 h 2398711"/>
              <a:gd name="connsiteX5146" fmla="*/ 1836904 w 2119654"/>
              <a:gd name="connsiteY5146" fmla="*/ 1580419 h 2398711"/>
              <a:gd name="connsiteX5147" fmla="*/ 1837019 w 2119654"/>
              <a:gd name="connsiteY5147" fmla="*/ 1580764 h 2398711"/>
              <a:gd name="connsiteX5148" fmla="*/ 1850168 w 2119654"/>
              <a:gd name="connsiteY5148" fmla="*/ 1579422 h 2398711"/>
              <a:gd name="connsiteX5149" fmla="*/ 1848626 w 2119654"/>
              <a:gd name="connsiteY5149" fmla="*/ 1576231 h 2398711"/>
              <a:gd name="connsiteX5150" fmla="*/ 1695079 w 2119654"/>
              <a:gd name="connsiteY5150" fmla="*/ 1897986 h 2398711"/>
              <a:gd name="connsiteX5151" fmla="*/ 1695057 w 2119654"/>
              <a:gd name="connsiteY5151" fmla="*/ 1898751 h 2398711"/>
              <a:gd name="connsiteX5152" fmla="*/ 1697865 w 2119654"/>
              <a:gd name="connsiteY5152" fmla="*/ 1898189 h 2398711"/>
              <a:gd name="connsiteX5153" fmla="*/ 1701884 w 2119654"/>
              <a:gd name="connsiteY5153" fmla="*/ 1897211 h 2398711"/>
              <a:gd name="connsiteX5154" fmla="*/ 1706161 w 2119654"/>
              <a:gd name="connsiteY5154" fmla="*/ 1894918 h 2398711"/>
              <a:gd name="connsiteX5155" fmla="*/ 1706257 w 2119654"/>
              <a:gd name="connsiteY5155" fmla="*/ 1893354 h 2398711"/>
              <a:gd name="connsiteX5156" fmla="*/ 1703557 w 2119654"/>
              <a:gd name="connsiteY5156" fmla="*/ 1893010 h 2398711"/>
              <a:gd name="connsiteX5157" fmla="*/ 1691002 w 2119654"/>
              <a:gd name="connsiteY5157" fmla="*/ 1906954 h 2398711"/>
              <a:gd name="connsiteX5158" fmla="*/ 1691287 w 2119654"/>
              <a:gd name="connsiteY5158" fmla="*/ 1908489 h 2398711"/>
              <a:gd name="connsiteX5159" fmla="*/ 1692525 w 2119654"/>
              <a:gd name="connsiteY5159" fmla="*/ 1907871 h 2398711"/>
              <a:gd name="connsiteX5160" fmla="*/ 1692345 w 2119654"/>
              <a:gd name="connsiteY5160" fmla="*/ 1906411 h 2398711"/>
              <a:gd name="connsiteX5161" fmla="*/ 1761181 w 2119654"/>
              <a:gd name="connsiteY5161" fmla="*/ 1749790 h 2398711"/>
              <a:gd name="connsiteX5162" fmla="*/ 1761303 w 2119654"/>
              <a:gd name="connsiteY5162" fmla="*/ 1750200 h 2398711"/>
              <a:gd name="connsiteX5163" fmla="*/ 1761831 w 2119654"/>
              <a:gd name="connsiteY5163" fmla="*/ 1749795 h 2398711"/>
              <a:gd name="connsiteX5164" fmla="*/ 1761732 w 2119654"/>
              <a:gd name="connsiteY5164" fmla="*/ 1749419 h 2398711"/>
              <a:gd name="connsiteX5165" fmla="*/ 1592346 w 2119654"/>
              <a:gd name="connsiteY5165" fmla="*/ 2127749 h 2398711"/>
              <a:gd name="connsiteX5166" fmla="*/ 1592492 w 2119654"/>
              <a:gd name="connsiteY5166" fmla="*/ 2134798 h 2398711"/>
              <a:gd name="connsiteX5167" fmla="*/ 1600323 w 2119654"/>
              <a:gd name="connsiteY5167" fmla="*/ 2132651 h 2398711"/>
              <a:gd name="connsiteX5168" fmla="*/ 1600571 w 2119654"/>
              <a:gd name="connsiteY5168" fmla="*/ 2130212 h 2398711"/>
              <a:gd name="connsiteX5169" fmla="*/ 1718057 w 2119654"/>
              <a:gd name="connsiteY5169" fmla="*/ 1846235 h 2398711"/>
              <a:gd name="connsiteX5170" fmla="*/ 1718159 w 2119654"/>
              <a:gd name="connsiteY5170" fmla="*/ 1846805 h 2398711"/>
              <a:gd name="connsiteX5171" fmla="*/ 1718855 w 2119654"/>
              <a:gd name="connsiteY5171" fmla="*/ 1846309 h 2398711"/>
              <a:gd name="connsiteX5172" fmla="*/ 1718606 w 2119654"/>
              <a:gd name="connsiteY5172" fmla="*/ 1845779 h 2398711"/>
              <a:gd name="connsiteX5173" fmla="*/ 1735125 w 2119654"/>
              <a:gd name="connsiteY5173" fmla="*/ 1807996 h 2398711"/>
              <a:gd name="connsiteX5174" fmla="*/ 1735043 w 2119654"/>
              <a:gd name="connsiteY5174" fmla="*/ 1808803 h 2398711"/>
              <a:gd name="connsiteX5175" fmla="*/ 1735349 w 2119654"/>
              <a:gd name="connsiteY5175" fmla="*/ 1808706 h 2398711"/>
              <a:gd name="connsiteX5176" fmla="*/ 1735260 w 2119654"/>
              <a:gd name="connsiteY5176" fmla="*/ 1807991 h 2398711"/>
              <a:gd name="connsiteX5177" fmla="*/ 1665444 w 2119654"/>
              <a:gd name="connsiteY5177" fmla="*/ 1963986 h 2398711"/>
              <a:gd name="connsiteX5178" fmla="*/ 1665452 w 2119654"/>
              <a:gd name="connsiteY5178" fmla="*/ 1963988 h 2398711"/>
              <a:gd name="connsiteX5179" fmla="*/ 1665511 w 2119654"/>
              <a:gd name="connsiteY5179" fmla="*/ 1963977 h 2398711"/>
              <a:gd name="connsiteX5180" fmla="*/ 1715760 w 2119654"/>
              <a:gd name="connsiteY5180" fmla="*/ 1851289 h 2398711"/>
              <a:gd name="connsiteX5181" fmla="*/ 1718751 w 2119654"/>
              <a:gd name="connsiteY5181" fmla="*/ 1850496 h 2398711"/>
              <a:gd name="connsiteX5182" fmla="*/ 1718580 w 2119654"/>
              <a:gd name="connsiteY5182" fmla="*/ 1849531 h 2398711"/>
              <a:gd name="connsiteX5183" fmla="*/ 1603719 w 2119654"/>
              <a:gd name="connsiteY5183" fmla="*/ 2102081 h 2398711"/>
              <a:gd name="connsiteX5184" fmla="*/ 1603529 w 2119654"/>
              <a:gd name="connsiteY5184" fmla="*/ 2103953 h 2398711"/>
              <a:gd name="connsiteX5185" fmla="*/ 1643750 w 2119654"/>
              <a:gd name="connsiteY5185" fmla="*/ 2095661 h 2398711"/>
              <a:gd name="connsiteX5186" fmla="*/ 1645134 w 2119654"/>
              <a:gd name="connsiteY5186" fmla="*/ 2083346 h 2398711"/>
              <a:gd name="connsiteX5187" fmla="*/ 1613729 w 2119654"/>
              <a:gd name="connsiteY5187" fmla="*/ 2097675 h 2398711"/>
              <a:gd name="connsiteX5188" fmla="*/ 1734241 w 2119654"/>
              <a:gd name="connsiteY5188" fmla="*/ 1809782 h 2398711"/>
              <a:gd name="connsiteX5189" fmla="*/ 1733587 w 2119654"/>
              <a:gd name="connsiteY5189" fmla="*/ 1812066 h 2398711"/>
              <a:gd name="connsiteX5190" fmla="*/ 1733622 w 2119654"/>
              <a:gd name="connsiteY5190" fmla="*/ 1812064 h 2398711"/>
              <a:gd name="connsiteX5191" fmla="*/ 1734060 w 2119654"/>
              <a:gd name="connsiteY5191" fmla="*/ 1811836 h 2398711"/>
              <a:gd name="connsiteX5192" fmla="*/ 1734262 w 2119654"/>
              <a:gd name="connsiteY5192" fmla="*/ 1809839 h 2398711"/>
              <a:gd name="connsiteX5193" fmla="*/ 1763190 w 2119654"/>
              <a:gd name="connsiteY5193" fmla="*/ 1744840 h 2398711"/>
              <a:gd name="connsiteX5194" fmla="*/ 1763623 w 2119654"/>
              <a:gd name="connsiteY5194" fmla="*/ 1745272 h 2398711"/>
              <a:gd name="connsiteX5195" fmla="*/ 1764517 w 2119654"/>
              <a:gd name="connsiteY5195" fmla="*/ 1745362 h 2398711"/>
              <a:gd name="connsiteX5196" fmla="*/ 1770278 w 2119654"/>
              <a:gd name="connsiteY5196" fmla="*/ 1740909 h 2398711"/>
              <a:gd name="connsiteX5197" fmla="*/ 1763737 w 2119654"/>
              <a:gd name="connsiteY5197" fmla="*/ 1744042 h 2398711"/>
              <a:gd name="connsiteX5198" fmla="*/ 1755296 w 2119654"/>
              <a:gd name="connsiteY5198" fmla="*/ 1762459 h 2398711"/>
              <a:gd name="connsiteX5199" fmla="*/ 1755566 w 2119654"/>
              <a:gd name="connsiteY5199" fmla="*/ 1765132 h 2398711"/>
              <a:gd name="connsiteX5200" fmla="*/ 1756562 w 2119654"/>
              <a:gd name="connsiteY5200" fmla="*/ 1764589 h 2398711"/>
              <a:gd name="connsiteX5201" fmla="*/ 1758881 w 2119654"/>
              <a:gd name="connsiteY5201" fmla="*/ 1762063 h 2398711"/>
              <a:gd name="connsiteX5202" fmla="*/ 1735175 w 2119654"/>
              <a:gd name="connsiteY5202" fmla="*/ 1807505 h 2398711"/>
              <a:gd name="connsiteX5203" fmla="*/ 1735163 w 2119654"/>
              <a:gd name="connsiteY5203" fmla="*/ 1807618 h 2398711"/>
              <a:gd name="connsiteX5204" fmla="*/ 1735214 w 2119654"/>
              <a:gd name="connsiteY5204" fmla="*/ 1807616 h 2398711"/>
              <a:gd name="connsiteX5205" fmla="*/ 1735200 w 2119654"/>
              <a:gd name="connsiteY5205" fmla="*/ 1807498 h 2398711"/>
              <a:gd name="connsiteX5206" fmla="*/ 1732629 w 2119654"/>
              <a:gd name="connsiteY5206" fmla="*/ 1813001 h 2398711"/>
              <a:gd name="connsiteX5207" fmla="*/ 1732685 w 2119654"/>
              <a:gd name="connsiteY5207" fmla="*/ 1813297 h 2398711"/>
              <a:gd name="connsiteX5208" fmla="*/ 1732795 w 2119654"/>
              <a:gd name="connsiteY5208" fmla="*/ 1812911 h 2398711"/>
              <a:gd name="connsiteX5209" fmla="*/ 1759874 w 2119654"/>
              <a:gd name="connsiteY5209" fmla="*/ 1751915 h 2398711"/>
              <a:gd name="connsiteX5210" fmla="*/ 1760005 w 2119654"/>
              <a:gd name="connsiteY5210" fmla="*/ 1752309 h 2398711"/>
              <a:gd name="connsiteX5211" fmla="*/ 1759952 w 2119654"/>
              <a:gd name="connsiteY5211" fmla="*/ 1751855 h 2398711"/>
              <a:gd name="connsiteX5212" fmla="*/ 1748600 w 2119654"/>
              <a:gd name="connsiteY5212" fmla="*/ 1777027 h 2398711"/>
              <a:gd name="connsiteX5213" fmla="*/ 1754541 w 2119654"/>
              <a:gd name="connsiteY5213" fmla="*/ 1774904 h 2398711"/>
              <a:gd name="connsiteX5214" fmla="*/ 1753755 w 2119654"/>
              <a:gd name="connsiteY5214" fmla="*/ 1773347 h 2398711"/>
              <a:gd name="connsiteX5215" fmla="*/ 1752922 w 2119654"/>
              <a:gd name="connsiteY5215" fmla="*/ 1773602 h 2398711"/>
              <a:gd name="connsiteX5216" fmla="*/ 1642503 w 2119654"/>
              <a:gd name="connsiteY5216" fmla="*/ 2014477 h 2398711"/>
              <a:gd name="connsiteX5217" fmla="*/ 1644877 w 2119654"/>
              <a:gd name="connsiteY5217" fmla="*/ 2014976 h 2398711"/>
              <a:gd name="connsiteX5218" fmla="*/ 1644780 w 2119654"/>
              <a:gd name="connsiteY5218" fmla="*/ 2014022 h 2398711"/>
              <a:gd name="connsiteX5219" fmla="*/ 1810019 w 2119654"/>
              <a:gd name="connsiteY5219" fmla="*/ 1639173 h 2398711"/>
              <a:gd name="connsiteX5220" fmla="*/ 1813438 w 2119654"/>
              <a:gd name="connsiteY5220" fmla="*/ 1638414 h 2398711"/>
              <a:gd name="connsiteX5221" fmla="*/ 1816929 w 2119654"/>
              <a:gd name="connsiteY5221" fmla="*/ 1637488 h 2398711"/>
              <a:gd name="connsiteX5222" fmla="*/ 1817987 w 2119654"/>
              <a:gd name="connsiteY5222" fmla="*/ 1635905 h 2398711"/>
              <a:gd name="connsiteX5223" fmla="*/ 1811290 w 2119654"/>
              <a:gd name="connsiteY5223" fmla="*/ 1637679 h 2398711"/>
              <a:gd name="connsiteX5224" fmla="*/ 1692408 w 2119654"/>
              <a:gd name="connsiteY5224" fmla="*/ 1902527 h 2398711"/>
              <a:gd name="connsiteX5225" fmla="*/ 1692714 w 2119654"/>
              <a:gd name="connsiteY5225" fmla="*/ 1905012 h 2398711"/>
              <a:gd name="connsiteX5226" fmla="*/ 1692761 w 2119654"/>
              <a:gd name="connsiteY5226" fmla="*/ 1902338 h 2398711"/>
              <a:gd name="connsiteX5227" fmla="*/ 1836627 w 2119654"/>
              <a:gd name="connsiteY5227" fmla="*/ 1579584 h 2398711"/>
              <a:gd name="connsiteX5228" fmla="*/ 1836709 w 2119654"/>
              <a:gd name="connsiteY5228" fmla="*/ 1579830 h 2398711"/>
              <a:gd name="connsiteX5229" fmla="*/ 1848355 w 2119654"/>
              <a:gd name="connsiteY5229" fmla="*/ 1575669 h 2398711"/>
              <a:gd name="connsiteX5230" fmla="*/ 1848301 w 2119654"/>
              <a:gd name="connsiteY5230" fmla="*/ 1575555 h 2398711"/>
              <a:gd name="connsiteX5231" fmla="*/ 1847074 w 2119654"/>
              <a:gd name="connsiteY5231" fmla="*/ 1573102 h 2398711"/>
              <a:gd name="connsiteX5232" fmla="*/ 1842851 w 2119654"/>
              <a:gd name="connsiteY5232" fmla="*/ 1575029 h 2398711"/>
              <a:gd name="connsiteX5233" fmla="*/ 1841932 w 2119654"/>
              <a:gd name="connsiteY5233" fmla="*/ 1575793 h 2398711"/>
              <a:gd name="connsiteX5234" fmla="*/ 1684552 w 2119654"/>
              <a:gd name="connsiteY5234" fmla="*/ 1920095 h 2398711"/>
              <a:gd name="connsiteX5235" fmla="*/ 1684836 w 2119654"/>
              <a:gd name="connsiteY5235" fmla="*/ 1920109 h 2398711"/>
              <a:gd name="connsiteX5236" fmla="*/ 1685876 w 2119654"/>
              <a:gd name="connsiteY5236" fmla="*/ 1919542 h 2398711"/>
              <a:gd name="connsiteX5237" fmla="*/ 1685881 w 2119654"/>
              <a:gd name="connsiteY5237" fmla="*/ 1919414 h 2398711"/>
              <a:gd name="connsiteX5238" fmla="*/ 1832125 w 2119654"/>
              <a:gd name="connsiteY5238" fmla="*/ 1589624 h 2398711"/>
              <a:gd name="connsiteX5239" fmla="*/ 1833091 w 2119654"/>
              <a:gd name="connsiteY5239" fmla="*/ 1591537 h 2398711"/>
              <a:gd name="connsiteX5240" fmla="*/ 1834583 w 2119654"/>
              <a:gd name="connsiteY5240" fmla="*/ 1591177 h 2398711"/>
              <a:gd name="connsiteX5241" fmla="*/ 1837668 w 2119654"/>
              <a:gd name="connsiteY5241" fmla="*/ 1588896 h 2398711"/>
              <a:gd name="connsiteX5242" fmla="*/ 1837591 w 2119654"/>
              <a:gd name="connsiteY5242" fmla="*/ 1588552 h 2398711"/>
              <a:gd name="connsiteX5243" fmla="*/ 1761995 w 2119654"/>
              <a:gd name="connsiteY5243" fmla="*/ 1746583 h 2398711"/>
              <a:gd name="connsiteX5244" fmla="*/ 1762155 w 2119654"/>
              <a:gd name="connsiteY5244" fmla="*/ 1747188 h 2398711"/>
              <a:gd name="connsiteX5245" fmla="*/ 1763280 w 2119654"/>
              <a:gd name="connsiteY5245" fmla="*/ 1746317 h 2398711"/>
              <a:gd name="connsiteX5246" fmla="*/ 1762625 w 2119654"/>
              <a:gd name="connsiteY5246" fmla="*/ 1745664 h 2398711"/>
              <a:gd name="connsiteX5247" fmla="*/ 1732526 w 2119654"/>
              <a:gd name="connsiteY5247" fmla="*/ 1812453 h 2398711"/>
              <a:gd name="connsiteX5248" fmla="*/ 1732558 w 2119654"/>
              <a:gd name="connsiteY5248" fmla="*/ 1812618 h 2398711"/>
              <a:gd name="connsiteX5249" fmla="*/ 1732934 w 2119654"/>
              <a:gd name="connsiteY5249" fmla="*/ 1812422 h 2398711"/>
              <a:gd name="connsiteX5250" fmla="*/ 1777731 w 2119654"/>
              <a:gd name="connsiteY5250" fmla="*/ 1711117 h 2398711"/>
              <a:gd name="connsiteX5251" fmla="*/ 1778975 w 2119654"/>
              <a:gd name="connsiteY5251" fmla="*/ 1714736 h 2398711"/>
              <a:gd name="connsiteX5252" fmla="*/ 1780767 w 2119654"/>
              <a:gd name="connsiteY5252" fmla="*/ 1712122 h 2398711"/>
              <a:gd name="connsiteX5253" fmla="*/ 1779847 w 2119654"/>
              <a:gd name="connsiteY5253" fmla="*/ 1710393 h 2398711"/>
              <a:gd name="connsiteX5254" fmla="*/ 1729629 w 2119654"/>
              <a:gd name="connsiteY5254" fmla="*/ 1818771 h 2398711"/>
              <a:gd name="connsiteX5255" fmla="*/ 1729465 w 2119654"/>
              <a:gd name="connsiteY5255" fmla="*/ 1822380 h 2398711"/>
              <a:gd name="connsiteX5256" fmla="*/ 1730113 w 2119654"/>
              <a:gd name="connsiteY5256" fmla="*/ 1822288 h 2398711"/>
              <a:gd name="connsiteX5257" fmla="*/ 1731286 w 2119654"/>
              <a:gd name="connsiteY5257" fmla="*/ 1818189 h 2398711"/>
              <a:gd name="connsiteX5258" fmla="*/ 1760867 w 2119654"/>
              <a:gd name="connsiteY5258" fmla="*/ 1748738 h 2398711"/>
              <a:gd name="connsiteX5259" fmla="*/ 1760986 w 2119654"/>
              <a:gd name="connsiteY5259" fmla="*/ 1749136 h 2398711"/>
              <a:gd name="connsiteX5260" fmla="*/ 1761559 w 2119654"/>
              <a:gd name="connsiteY5260" fmla="*/ 1748763 h 2398711"/>
              <a:gd name="connsiteX5261" fmla="*/ 1761436 w 2119654"/>
              <a:gd name="connsiteY5261" fmla="*/ 1748298 h 2398711"/>
              <a:gd name="connsiteX5262" fmla="*/ 1865024 w 2119654"/>
              <a:gd name="connsiteY5262" fmla="*/ 1515368 h 2398711"/>
              <a:gd name="connsiteX5263" fmla="*/ 1865062 w 2119654"/>
              <a:gd name="connsiteY5263" fmla="*/ 1515448 h 2398711"/>
              <a:gd name="connsiteX5264" fmla="*/ 1865247 w 2119654"/>
              <a:gd name="connsiteY5264" fmla="*/ 1515287 h 2398711"/>
              <a:gd name="connsiteX5265" fmla="*/ 1760934 w 2119654"/>
              <a:gd name="connsiteY5265" fmla="*/ 1748131 h 2398711"/>
              <a:gd name="connsiteX5266" fmla="*/ 1761315 w 2119654"/>
              <a:gd name="connsiteY5266" fmla="*/ 1747836 h 2398711"/>
              <a:gd name="connsiteX5267" fmla="*/ 1761265 w 2119654"/>
              <a:gd name="connsiteY5267" fmla="*/ 1747649 h 2398711"/>
              <a:gd name="connsiteX5268" fmla="*/ 1866516 w 2119654"/>
              <a:gd name="connsiteY5268" fmla="*/ 1511700 h 2398711"/>
              <a:gd name="connsiteX5269" fmla="*/ 1872081 w 2119654"/>
              <a:gd name="connsiteY5269" fmla="*/ 1509315 h 2398711"/>
              <a:gd name="connsiteX5270" fmla="*/ 1881974 w 2119654"/>
              <a:gd name="connsiteY5270" fmla="*/ 1500670 h 2398711"/>
              <a:gd name="connsiteX5271" fmla="*/ 1777609 w 2119654"/>
              <a:gd name="connsiteY5271" fmla="*/ 1710760 h 2398711"/>
              <a:gd name="connsiteX5272" fmla="*/ 1777635 w 2119654"/>
              <a:gd name="connsiteY5272" fmla="*/ 1710835 h 2398711"/>
              <a:gd name="connsiteX5273" fmla="*/ 1779187 w 2119654"/>
              <a:gd name="connsiteY5273" fmla="*/ 1710305 h 2398711"/>
              <a:gd name="connsiteX5274" fmla="*/ 1755153 w 2119654"/>
              <a:gd name="connsiteY5274" fmla="*/ 1761039 h 2398711"/>
              <a:gd name="connsiteX5275" fmla="*/ 1755158 w 2119654"/>
              <a:gd name="connsiteY5275" fmla="*/ 1761088 h 2398711"/>
              <a:gd name="connsiteX5276" fmla="*/ 1760298 w 2119654"/>
              <a:gd name="connsiteY5276" fmla="*/ 1760520 h 2398711"/>
              <a:gd name="connsiteX5277" fmla="*/ 1760874 w 2119654"/>
              <a:gd name="connsiteY5277" fmla="*/ 1759892 h 2398711"/>
              <a:gd name="connsiteX5278" fmla="*/ 1760868 w 2119654"/>
              <a:gd name="connsiteY5278" fmla="*/ 1759835 h 2398711"/>
              <a:gd name="connsiteX5279" fmla="*/ 1828760 w 2119654"/>
              <a:gd name="connsiteY5279" fmla="*/ 1596116 h 2398711"/>
              <a:gd name="connsiteX5280" fmla="*/ 1832698 w 2119654"/>
              <a:gd name="connsiteY5280" fmla="*/ 1594700 h 2398711"/>
              <a:gd name="connsiteX5281" fmla="*/ 1832148 w 2119654"/>
              <a:gd name="connsiteY5281" fmla="*/ 1593611 h 2398711"/>
              <a:gd name="connsiteX5282" fmla="*/ 1818289 w 2119654"/>
              <a:gd name="connsiteY5282" fmla="*/ 1619520 h 2398711"/>
              <a:gd name="connsiteX5283" fmla="*/ 1820171 w 2119654"/>
              <a:gd name="connsiteY5283" fmla="*/ 1621465 h 2398711"/>
              <a:gd name="connsiteX5284" fmla="*/ 1824270 w 2119654"/>
              <a:gd name="connsiteY5284" fmla="*/ 1616645 h 2398711"/>
              <a:gd name="connsiteX5285" fmla="*/ 1822488 w 2119654"/>
              <a:gd name="connsiteY5285" fmla="*/ 1615696 h 2398711"/>
              <a:gd name="connsiteX5286" fmla="*/ 1822021 w 2119654"/>
              <a:gd name="connsiteY5286" fmla="*/ 1615456 h 2398711"/>
              <a:gd name="connsiteX5287" fmla="*/ 1796704 w 2119654"/>
              <a:gd name="connsiteY5287" fmla="*/ 1667723 h 2398711"/>
              <a:gd name="connsiteX5288" fmla="*/ 1798842 w 2119654"/>
              <a:gd name="connsiteY5288" fmla="*/ 1667498 h 2398711"/>
              <a:gd name="connsiteX5289" fmla="*/ 1801432 w 2119654"/>
              <a:gd name="connsiteY5289" fmla="*/ 1664788 h 2398711"/>
              <a:gd name="connsiteX5290" fmla="*/ 1797739 w 2119654"/>
              <a:gd name="connsiteY5290" fmla="*/ 1666218 h 2398711"/>
              <a:gd name="connsiteX5291" fmla="*/ 1820493 w 2119654"/>
              <a:gd name="connsiteY5291" fmla="*/ 1614442 h 2398711"/>
              <a:gd name="connsiteX5292" fmla="*/ 1821581 w 2119654"/>
              <a:gd name="connsiteY5292" fmla="*/ 1615022 h 2398711"/>
              <a:gd name="connsiteX5293" fmla="*/ 1823191 w 2119654"/>
              <a:gd name="connsiteY5293" fmla="*/ 1613269 h 2398711"/>
              <a:gd name="connsiteX5294" fmla="*/ 1759534 w 2119654"/>
              <a:gd name="connsiteY5294" fmla="*/ 1750891 h 2398711"/>
              <a:gd name="connsiteX5295" fmla="*/ 1759711 w 2119654"/>
              <a:gd name="connsiteY5295" fmla="*/ 1751426 h 2398711"/>
              <a:gd name="connsiteX5296" fmla="*/ 1759888 w 2119654"/>
              <a:gd name="connsiteY5296" fmla="*/ 1751290 h 2398711"/>
              <a:gd name="connsiteX5297" fmla="*/ 1759820 w 2119654"/>
              <a:gd name="connsiteY5297" fmla="*/ 1750704 h 2398711"/>
              <a:gd name="connsiteX5298" fmla="*/ 1759764 w 2119654"/>
              <a:gd name="connsiteY5298" fmla="*/ 1750742 h 2398711"/>
              <a:gd name="connsiteX5299" fmla="*/ 1747448 w 2119654"/>
              <a:gd name="connsiteY5299" fmla="*/ 1777940 h 2398711"/>
              <a:gd name="connsiteX5300" fmla="*/ 1748552 w 2119654"/>
              <a:gd name="connsiteY5300" fmla="*/ 1779809 h 2398711"/>
              <a:gd name="connsiteX5301" fmla="*/ 1755354 w 2119654"/>
              <a:gd name="connsiteY5301" fmla="*/ 1776514 h 2398711"/>
              <a:gd name="connsiteX5302" fmla="*/ 1754714 w 2119654"/>
              <a:gd name="connsiteY5302" fmla="*/ 1775247 h 2398711"/>
              <a:gd name="connsiteX5303" fmla="*/ 1749302 w 2119654"/>
              <a:gd name="connsiteY5303" fmla="*/ 1777266 h 2398711"/>
              <a:gd name="connsiteX5304" fmla="*/ 1747473 w 2119654"/>
              <a:gd name="connsiteY5304" fmla="*/ 1777920 h 2398711"/>
              <a:gd name="connsiteX5305" fmla="*/ 1733969 w 2119654"/>
              <a:gd name="connsiteY5305" fmla="*/ 1808035 h 2398711"/>
              <a:gd name="connsiteX5306" fmla="*/ 1734039 w 2119654"/>
              <a:gd name="connsiteY5306" fmla="*/ 1808229 h 2398711"/>
              <a:gd name="connsiteX5307" fmla="*/ 1734087 w 2119654"/>
              <a:gd name="connsiteY5307" fmla="*/ 1808032 h 2398711"/>
              <a:gd name="connsiteX5308" fmla="*/ 1714223 w 2119654"/>
              <a:gd name="connsiteY5308" fmla="*/ 1852246 h 2398711"/>
              <a:gd name="connsiteX5309" fmla="*/ 1717750 w 2119654"/>
              <a:gd name="connsiteY5309" fmla="*/ 1852175 h 2398711"/>
              <a:gd name="connsiteX5310" fmla="*/ 1719010 w 2119654"/>
              <a:gd name="connsiteY5310" fmla="*/ 1851944 h 2398711"/>
              <a:gd name="connsiteX5311" fmla="*/ 1718817 w 2119654"/>
              <a:gd name="connsiteY5311" fmla="*/ 1850863 h 2398711"/>
              <a:gd name="connsiteX5312" fmla="*/ 1714507 w 2119654"/>
              <a:gd name="connsiteY5312" fmla="*/ 1852069 h 2398711"/>
              <a:gd name="connsiteX5313" fmla="*/ 1749705 w 2119654"/>
              <a:gd name="connsiteY5313" fmla="*/ 1772737 h 2398711"/>
              <a:gd name="connsiteX5314" fmla="*/ 1752945 w 2119654"/>
              <a:gd name="connsiteY5314" fmla="*/ 1771744 h 2398711"/>
              <a:gd name="connsiteX5315" fmla="*/ 1752119 w 2119654"/>
              <a:gd name="connsiteY5315" fmla="*/ 1770108 h 2398711"/>
              <a:gd name="connsiteX5316" fmla="*/ 1672470 w 2119654"/>
              <a:gd name="connsiteY5316" fmla="*/ 1945557 h 2398711"/>
              <a:gd name="connsiteX5317" fmla="*/ 1672530 w 2119654"/>
              <a:gd name="connsiteY5317" fmla="*/ 1945721 h 2398711"/>
              <a:gd name="connsiteX5318" fmla="*/ 1673303 w 2119654"/>
              <a:gd name="connsiteY5318" fmla="*/ 1945450 h 2398711"/>
              <a:gd name="connsiteX5319" fmla="*/ 1704016 w 2119654"/>
              <a:gd name="connsiteY5319" fmla="*/ 1874887 h 2398711"/>
              <a:gd name="connsiteX5320" fmla="*/ 1705212 w 2119654"/>
              <a:gd name="connsiteY5320" fmla="*/ 1878893 h 2398711"/>
              <a:gd name="connsiteX5321" fmla="*/ 1707207 w 2119654"/>
              <a:gd name="connsiteY5321" fmla="*/ 1877872 h 2398711"/>
              <a:gd name="connsiteX5322" fmla="*/ 1707447 w 2119654"/>
              <a:gd name="connsiteY5322" fmla="*/ 1873944 h 2398711"/>
              <a:gd name="connsiteX5323" fmla="*/ 1707430 w 2119654"/>
              <a:gd name="connsiteY5323" fmla="*/ 1873840 h 2398711"/>
              <a:gd name="connsiteX5324" fmla="*/ 1738602 w 2119654"/>
              <a:gd name="connsiteY5324" fmla="*/ 1797312 h 2398711"/>
              <a:gd name="connsiteX5325" fmla="*/ 1739286 w 2119654"/>
              <a:gd name="connsiteY5325" fmla="*/ 1797252 h 2398711"/>
              <a:gd name="connsiteX5326" fmla="*/ 1757010 w 2119654"/>
              <a:gd name="connsiteY5326" fmla="*/ 1794974 h 2398711"/>
              <a:gd name="connsiteX5327" fmla="*/ 1755352 w 2119654"/>
              <a:gd name="connsiteY5327" fmla="*/ 1792163 h 2398711"/>
              <a:gd name="connsiteX5328" fmla="*/ 1746479 w 2119654"/>
              <a:gd name="connsiteY5328" fmla="*/ 1793320 h 2398711"/>
              <a:gd name="connsiteX5329" fmla="*/ 1729699 w 2119654"/>
              <a:gd name="connsiteY5329" fmla="*/ 1817240 h 2398711"/>
              <a:gd name="connsiteX5330" fmla="*/ 1729662 w 2119654"/>
              <a:gd name="connsiteY5330" fmla="*/ 1818055 h 2398711"/>
              <a:gd name="connsiteX5331" fmla="*/ 1731510 w 2119654"/>
              <a:gd name="connsiteY5331" fmla="*/ 1817407 h 2398711"/>
              <a:gd name="connsiteX5332" fmla="*/ 1731590 w 2119654"/>
              <a:gd name="connsiteY5332" fmla="*/ 1817125 h 2398711"/>
              <a:gd name="connsiteX5333" fmla="*/ 1686209 w 2119654"/>
              <a:gd name="connsiteY5333" fmla="*/ 1914579 h 2398711"/>
              <a:gd name="connsiteX5334" fmla="*/ 1686192 w 2119654"/>
              <a:gd name="connsiteY5334" fmla="*/ 1915017 h 2398711"/>
              <a:gd name="connsiteX5335" fmla="*/ 1687244 w 2119654"/>
              <a:gd name="connsiteY5335" fmla="*/ 1914478 h 2398711"/>
              <a:gd name="connsiteX5336" fmla="*/ 1724923 w 2119654"/>
              <a:gd name="connsiteY5336" fmla="*/ 1827857 h 2398711"/>
              <a:gd name="connsiteX5337" fmla="*/ 1724685 w 2119654"/>
              <a:gd name="connsiteY5337" fmla="*/ 1831289 h 2398711"/>
              <a:gd name="connsiteX5338" fmla="*/ 1724951 w 2119654"/>
              <a:gd name="connsiteY5338" fmla="*/ 1831054 h 2398711"/>
              <a:gd name="connsiteX5339" fmla="*/ 1725102 w 2119654"/>
              <a:gd name="connsiteY5339" fmla="*/ 1827751 h 2398711"/>
              <a:gd name="connsiteX5340" fmla="*/ 1660985 w 2119654"/>
              <a:gd name="connsiteY5340" fmla="*/ 1970950 h 2398711"/>
              <a:gd name="connsiteX5341" fmla="*/ 1660664 w 2119654"/>
              <a:gd name="connsiteY5341" fmla="*/ 1974455 h 2398711"/>
              <a:gd name="connsiteX5342" fmla="*/ 1667288 w 2119654"/>
              <a:gd name="connsiteY5342" fmla="*/ 1974366 h 2398711"/>
              <a:gd name="connsiteX5343" fmla="*/ 1671348 w 2119654"/>
              <a:gd name="connsiteY5343" fmla="*/ 1972878 h 2398711"/>
              <a:gd name="connsiteX5344" fmla="*/ 1676437 w 2119654"/>
              <a:gd name="connsiteY5344" fmla="*/ 1968379 h 2398711"/>
              <a:gd name="connsiteX5345" fmla="*/ 1759643 w 2119654"/>
              <a:gd name="connsiteY5345" fmla="*/ 1750012 h 2398711"/>
              <a:gd name="connsiteX5346" fmla="*/ 1759734 w 2119654"/>
              <a:gd name="connsiteY5346" fmla="*/ 1749953 h 2398711"/>
              <a:gd name="connsiteX5347" fmla="*/ 1759727 w 2119654"/>
              <a:gd name="connsiteY5347" fmla="*/ 1749890 h 2398711"/>
              <a:gd name="connsiteX5348" fmla="*/ 1820499 w 2119654"/>
              <a:gd name="connsiteY5348" fmla="*/ 1613699 h 2398711"/>
              <a:gd name="connsiteX5349" fmla="*/ 1823823 w 2119654"/>
              <a:gd name="connsiteY5349" fmla="*/ 1612253 h 2398711"/>
              <a:gd name="connsiteX5350" fmla="*/ 1823370 w 2119654"/>
              <a:gd name="connsiteY5350" fmla="*/ 1611487 h 2398711"/>
              <a:gd name="connsiteX5351" fmla="*/ 1754649 w 2119654"/>
              <a:gd name="connsiteY5351" fmla="*/ 1761145 h 2398711"/>
              <a:gd name="connsiteX5352" fmla="*/ 1755019 w 2119654"/>
              <a:gd name="connsiteY5352" fmla="*/ 1761103 h 2398711"/>
              <a:gd name="connsiteX5353" fmla="*/ 1755016 w 2119654"/>
              <a:gd name="connsiteY5353" fmla="*/ 1761067 h 2398711"/>
              <a:gd name="connsiteX5354" fmla="*/ 1736726 w 2119654"/>
              <a:gd name="connsiteY5354" fmla="*/ 1801089 h 2398711"/>
              <a:gd name="connsiteX5355" fmla="*/ 1735600 w 2119654"/>
              <a:gd name="connsiteY5355" fmla="*/ 1805028 h 2398711"/>
              <a:gd name="connsiteX5356" fmla="*/ 1735636 w 2119654"/>
              <a:gd name="connsiteY5356" fmla="*/ 1805363 h 2398711"/>
              <a:gd name="connsiteX5357" fmla="*/ 1737362 w 2119654"/>
              <a:gd name="connsiteY5357" fmla="*/ 1804787 h 2398711"/>
              <a:gd name="connsiteX5358" fmla="*/ 1755039 w 2119654"/>
              <a:gd name="connsiteY5358" fmla="*/ 1759913 h 2398711"/>
              <a:gd name="connsiteX5359" fmla="*/ 1755129 w 2119654"/>
              <a:gd name="connsiteY5359" fmla="*/ 1760805 h 2398711"/>
              <a:gd name="connsiteX5360" fmla="*/ 1760841 w 2119654"/>
              <a:gd name="connsiteY5360" fmla="*/ 1759602 h 2398711"/>
              <a:gd name="connsiteX5361" fmla="*/ 1760787 w 2119654"/>
              <a:gd name="connsiteY5361" fmla="*/ 1759129 h 2398711"/>
              <a:gd name="connsiteX5362" fmla="*/ 1760289 w 2119654"/>
              <a:gd name="connsiteY5362" fmla="*/ 1757633 h 2398711"/>
              <a:gd name="connsiteX5363" fmla="*/ 1707032 w 2119654"/>
              <a:gd name="connsiteY5363" fmla="*/ 1867288 h 2398711"/>
              <a:gd name="connsiteX5364" fmla="*/ 1707623 w 2119654"/>
              <a:gd name="connsiteY5364" fmla="*/ 1871089 h 2398711"/>
              <a:gd name="connsiteX5365" fmla="*/ 1707877 w 2119654"/>
              <a:gd name="connsiteY5365" fmla="*/ 1866944 h 2398711"/>
              <a:gd name="connsiteX5366" fmla="*/ 1838255 w 2119654"/>
              <a:gd name="connsiteY5366" fmla="*/ 1573425 h 2398711"/>
              <a:gd name="connsiteX5367" fmla="*/ 1844997 w 2119654"/>
              <a:gd name="connsiteY5367" fmla="*/ 1568944 h 2398711"/>
              <a:gd name="connsiteX5368" fmla="*/ 1843804 w 2119654"/>
              <a:gd name="connsiteY5368" fmla="*/ 1566560 h 2398711"/>
              <a:gd name="connsiteX5369" fmla="*/ 1859589 w 2119654"/>
              <a:gd name="connsiteY5369" fmla="*/ 1524981 h 2398711"/>
              <a:gd name="connsiteX5370" fmla="*/ 1864046 w 2119654"/>
              <a:gd name="connsiteY5370" fmla="*/ 1531511 h 2398711"/>
              <a:gd name="connsiteX5371" fmla="*/ 1871031 w 2119654"/>
              <a:gd name="connsiteY5371" fmla="*/ 1528670 h 2398711"/>
              <a:gd name="connsiteX5372" fmla="*/ 1866711 w 2119654"/>
              <a:gd name="connsiteY5372" fmla="*/ 1519786 h 2398711"/>
              <a:gd name="connsiteX5373" fmla="*/ 1860307 w 2119654"/>
              <a:gd name="connsiteY5373" fmla="*/ 1524338 h 2398711"/>
              <a:gd name="connsiteX5374" fmla="*/ 1711492 w 2119654"/>
              <a:gd name="connsiteY5374" fmla="*/ 1856594 h 2398711"/>
              <a:gd name="connsiteX5375" fmla="*/ 1715427 w 2119654"/>
              <a:gd name="connsiteY5375" fmla="*/ 1863750 h 2398711"/>
              <a:gd name="connsiteX5376" fmla="*/ 1715824 w 2119654"/>
              <a:gd name="connsiteY5376" fmla="*/ 1863588 h 2398711"/>
              <a:gd name="connsiteX5377" fmla="*/ 1712857 w 2119654"/>
              <a:gd name="connsiteY5377" fmla="*/ 1857460 h 2398711"/>
              <a:gd name="connsiteX5378" fmla="*/ 1712162 w 2119654"/>
              <a:gd name="connsiteY5378" fmla="*/ 1856471 h 2398711"/>
              <a:gd name="connsiteX5379" fmla="*/ 1692097 w 2119654"/>
              <a:gd name="connsiteY5379" fmla="*/ 1900001 h 2398711"/>
              <a:gd name="connsiteX5380" fmla="*/ 1692381 w 2119654"/>
              <a:gd name="connsiteY5380" fmla="*/ 1902307 h 2398711"/>
              <a:gd name="connsiteX5381" fmla="*/ 1692765 w 2119654"/>
              <a:gd name="connsiteY5381" fmla="*/ 1902100 h 2398711"/>
              <a:gd name="connsiteX5382" fmla="*/ 1692805 w 2119654"/>
              <a:gd name="connsiteY5382" fmla="*/ 1899830 h 2398711"/>
              <a:gd name="connsiteX5383" fmla="*/ 1822236 w 2119654"/>
              <a:gd name="connsiteY5383" fmla="*/ 1608590 h 2398711"/>
              <a:gd name="connsiteX5384" fmla="*/ 1822891 w 2119654"/>
              <a:gd name="connsiteY5384" fmla="*/ 1609731 h 2398711"/>
              <a:gd name="connsiteX5385" fmla="*/ 1829826 w 2119654"/>
              <a:gd name="connsiteY5385" fmla="*/ 1604815 h 2398711"/>
              <a:gd name="connsiteX5386" fmla="*/ 1829080 w 2119654"/>
              <a:gd name="connsiteY5386" fmla="*/ 1603512 h 2398711"/>
              <a:gd name="connsiteX5387" fmla="*/ 1737620 w 2119654"/>
              <a:gd name="connsiteY5387" fmla="*/ 1797963 h 2398711"/>
              <a:gd name="connsiteX5388" fmla="*/ 1736887 w 2119654"/>
              <a:gd name="connsiteY5388" fmla="*/ 1800525 h 2398711"/>
              <a:gd name="connsiteX5389" fmla="*/ 1737605 w 2119654"/>
              <a:gd name="connsiteY5389" fmla="*/ 1804706 h 2398711"/>
              <a:gd name="connsiteX5390" fmla="*/ 1758615 w 2119654"/>
              <a:gd name="connsiteY5390" fmla="*/ 1797693 h 2398711"/>
              <a:gd name="connsiteX5391" fmla="*/ 1757283 w 2119654"/>
              <a:gd name="connsiteY5391" fmla="*/ 1795436 h 2398711"/>
              <a:gd name="connsiteX5392" fmla="*/ 1686276 w 2119654"/>
              <a:gd name="connsiteY5392" fmla="*/ 1912851 h 2398711"/>
              <a:gd name="connsiteX5393" fmla="*/ 1686235 w 2119654"/>
              <a:gd name="connsiteY5393" fmla="*/ 1913910 h 2398711"/>
              <a:gd name="connsiteX5394" fmla="*/ 1688851 w 2119654"/>
              <a:gd name="connsiteY5394" fmla="*/ 1913655 h 2398711"/>
              <a:gd name="connsiteX5395" fmla="*/ 1691562 w 2119654"/>
              <a:gd name="connsiteY5395" fmla="*/ 1912266 h 2398711"/>
              <a:gd name="connsiteX5396" fmla="*/ 1691408 w 2119654"/>
              <a:gd name="connsiteY5396" fmla="*/ 1911438 h 2398711"/>
              <a:gd name="connsiteX5397" fmla="*/ 1690381 w 2119654"/>
              <a:gd name="connsiteY5397" fmla="*/ 1903614 h 2398711"/>
              <a:gd name="connsiteX5398" fmla="*/ 1690944 w 2119654"/>
              <a:gd name="connsiteY5398" fmla="*/ 1906644 h 2398711"/>
              <a:gd name="connsiteX5399" fmla="*/ 1692305 w 2119654"/>
              <a:gd name="connsiteY5399" fmla="*/ 1906093 h 2398711"/>
              <a:gd name="connsiteX5400" fmla="*/ 1691899 w 2119654"/>
              <a:gd name="connsiteY5400" fmla="*/ 1902800 h 2398711"/>
              <a:gd name="connsiteX5401" fmla="*/ 1732094 w 2119654"/>
              <a:gd name="connsiteY5401" fmla="*/ 1810148 h 2398711"/>
              <a:gd name="connsiteX5402" fmla="*/ 1732470 w 2119654"/>
              <a:gd name="connsiteY5402" fmla="*/ 1812150 h 2398711"/>
              <a:gd name="connsiteX5403" fmla="*/ 1733025 w 2119654"/>
              <a:gd name="connsiteY5403" fmla="*/ 1812108 h 2398711"/>
              <a:gd name="connsiteX5404" fmla="*/ 1733498 w 2119654"/>
              <a:gd name="connsiteY5404" fmla="*/ 1810453 h 2398711"/>
              <a:gd name="connsiteX5405" fmla="*/ 1733696 w 2119654"/>
              <a:gd name="connsiteY5405" fmla="*/ 1809640 h 2398711"/>
              <a:gd name="connsiteX5406" fmla="*/ 1826561 w 2119654"/>
              <a:gd name="connsiteY5406" fmla="*/ 1598592 h 2398711"/>
              <a:gd name="connsiteX5407" fmla="*/ 1828601 w 2119654"/>
              <a:gd name="connsiteY5407" fmla="*/ 1602161 h 2398711"/>
              <a:gd name="connsiteX5408" fmla="*/ 1829452 w 2119654"/>
              <a:gd name="connsiteY5408" fmla="*/ 1601762 h 2398711"/>
              <a:gd name="connsiteX5409" fmla="*/ 1834633 w 2119654"/>
              <a:gd name="connsiteY5409" fmla="*/ 1598532 h 2398711"/>
              <a:gd name="connsiteX5410" fmla="*/ 1833194 w 2119654"/>
              <a:gd name="connsiteY5410" fmla="*/ 1595684 h 2398711"/>
              <a:gd name="connsiteX5411" fmla="*/ 1757514 w 2119654"/>
              <a:gd name="connsiteY5411" fmla="*/ 1753117 h 2398711"/>
              <a:gd name="connsiteX5412" fmla="*/ 1758530 w 2119654"/>
              <a:gd name="connsiteY5412" fmla="*/ 1752335 h 2398711"/>
              <a:gd name="connsiteX5413" fmla="*/ 1758374 w 2119654"/>
              <a:gd name="connsiteY5413" fmla="*/ 1751863 h 2398711"/>
              <a:gd name="connsiteX5414" fmla="*/ 1754924 w 2119654"/>
              <a:gd name="connsiteY5414" fmla="*/ 1758778 h 2398711"/>
              <a:gd name="connsiteX5415" fmla="*/ 1755020 w 2119654"/>
              <a:gd name="connsiteY5415" fmla="*/ 1759726 h 2398711"/>
              <a:gd name="connsiteX5416" fmla="*/ 1760233 w 2119654"/>
              <a:gd name="connsiteY5416" fmla="*/ 1757463 h 2398711"/>
              <a:gd name="connsiteX5417" fmla="*/ 1760189 w 2119654"/>
              <a:gd name="connsiteY5417" fmla="*/ 1757328 h 2398711"/>
              <a:gd name="connsiteX5418" fmla="*/ 1746811 w 2119654"/>
              <a:gd name="connsiteY5418" fmla="*/ 1776860 h 2398711"/>
              <a:gd name="connsiteX5419" fmla="*/ 1747204 w 2119654"/>
              <a:gd name="connsiteY5419" fmla="*/ 1777526 h 2398711"/>
              <a:gd name="connsiteX5420" fmla="*/ 1751881 w 2119654"/>
              <a:gd name="connsiteY5420" fmla="*/ 1773922 h 2398711"/>
              <a:gd name="connsiteX5421" fmla="*/ 1750008 w 2119654"/>
              <a:gd name="connsiteY5421" fmla="*/ 1774496 h 2398711"/>
              <a:gd name="connsiteX5422" fmla="*/ 1795351 w 2119654"/>
              <a:gd name="connsiteY5422" fmla="*/ 1667865 h 2398711"/>
              <a:gd name="connsiteX5423" fmla="*/ 1796219 w 2119654"/>
              <a:gd name="connsiteY5423" fmla="*/ 1667774 h 2398711"/>
              <a:gd name="connsiteX5424" fmla="*/ 1797126 w 2119654"/>
              <a:gd name="connsiteY5424" fmla="*/ 1666455 h 2398711"/>
              <a:gd name="connsiteX5425" fmla="*/ 1796377 w 2119654"/>
              <a:gd name="connsiteY5425" fmla="*/ 1666744 h 2398711"/>
              <a:gd name="connsiteX5426" fmla="*/ 1745949 w 2119654"/>
              <a:gd name="connsiteY5426" fmla="*/ 1778464 h 2398711"/>
              <a:gd name="connsiteX5427" fmla="*/ 1745954 w 2119654"/>
              <a:gd name="connsiteY5427" fmla="*/ 1778489 h 2398711"/>
              <a:gd name="connsiteX5428" fmla="*/ 1746019 w 2119654"/>
              <a:gd name="connsiteY5428" fmla="*/ 1778439 h 2398711"/>
              <a:gd name="connsiteX5429" fmla="*/ 1729823 w 2119654"/>
              <a:gd name="connsiteY5429" fmla="*/ 1814512 h 2398711"/>
              <a:gd name="connsiteX5430" fmla="*/ 1729779 w 2119654"/>
              <a:gd name="connsiteY5430" fmla="*/ 1815473 h 2398711"/>
              <a:gd name="connsiteX5431" fmla="*/ 1732103 w 2119654"/>
              <a:gd name="connsiteY5431" fmla="*/ 1815331 h 2398711"/>
              <a:gd name="connsiteX5432" fmla="*/ 1732301 w 2119654"/>
              <a:gd name="connsiteY5432" fmla="*/ 1814639 h 2398711"/>
              <a:gd name="connsiteX5433" fmla="*/ 1732052 w 2119654"/>
              <a:gd name="connsiteY5433" fmla="*/ 1813311 h 2398711"/>
              <a:gd name="connsiteX5434" fmla="*/ 1805972 w 2119654"/>
              <a:gd name="connsiteY5434" fmla="*/ 1643933 h 2398711"/>
              <a:gd name="connsiteX5435" fmla="*/ 1814022 w 2119654"/>
              <a:gd name="connsiteY5435" fmla="*/ 1641844 h 2398711"/>
              <a:gd name="connsiteX5436" fmla="*/ 1816365 w 2119654"/>
              <a:gd name="connsiteY5436" fmla="*/ 1638334 h 2398711"/>
              <a:gd name="connsiteX5437" fmla="*/ 1809094 w 2119654"/>
              <a:gd name="connsiteY5437" fmla="*/ 1640261 h 2398711"/>
              <a:gd name="connsiteX5438" fmla="*/ 1681585 w 2119654"/>
              <a:gd name="connsiteY5438" fmla="*/ 1922333 h 2398711"/>
              <a:gd name="connsiteX5439" fmla="*/ 1681710 w 2119654"/>
              <a:gd name="connsiteY5439" fmla="*/ 1922684 h 2398711"/>
              <a:gd name="connsiteX5440" fmla="*/ 1682710 w 2119654"/>
              <a:gd name="connsiteY5440" fmla="*/ 1922520 h 2398711"/>
              <a:gd name="connsiteX5441" fmla="*/ 1682269 w 2119654"/>
              <a:gd name="connsiteY5441" fmla="*/ 1923002 h 2398711"/>
              <a:gd name="connsiteX5442" fmla="*/ 1681847 w 2119654"/>
              <a:gd name="connsiteY5442" fmla="*/ 1923071 h 2398711"/>
              <a:gd name="connsiteX5443" fmla="*/ 1684059 w 2119654"/>
              <a:gd name="connsiteY5443" fmla="*/ 1929289 h 2398711"/>
              <a:gd name="connsiteX5444" fmla="*/ 1685548 w 2119654"/>
              <a:gd name="connsiteY5444" fmla="*/ 1927947 h 2398711"/>
              <a:gd name="connsiteX5445" fmla="*/ 1685828 w 2119654"/>
              <a:gd name="connsiteY5445" fmla="*/ 1920784 h 2398711"/>
              <a:gd name="connsiteX5446" fmla="*/ 1684458 w 2119654"/>
              <a:gd name="connsiteY5446" fmla="*/ 1920716 h 2398711"/>
              <a:gd name="connsiteX5447" fmla="*/ 1798577 w 2119654"/>
              <a:gd name="connsiteY5447" fmla="*/ 1660193 h 2398711"/>
              <a:gd name="connsiteX5448" fmla="*/ 1798713 w 2119654"/>
              <a:gd name="connsiteY5448" fmla="*/ 1660331 h 2398711"/>
              <a:gd name="connsiteX5449" fmla="*/ 1802280 w 2119654"/>
              <a:gd name="connsiteY5449" fmla="*/ 1658951 h 2398711"/>
              <a:gd name="connsiteX5450" fmla="*/ 1805447 w 2119654"/>
              <a:gd name="connsiteY5450" fmla="*/ 1654341 h 2398711"/>
              <a:gd name="connsiteX5451" fmla="*/ 1804181 w 2119654"/>
              <a:gd name="connsiteY5451" fmla="*/ 1651604 h 2398711"/>
              <a:gd name="connsiteX5452" fmla="*/ 1738655 w 2119654"/>
              <a:gd name="connsiteY5452" fmla="*/ 1794341 h 2398711"/>
              <a:gd name="connsiteX5453" fmla="*/ 1738124 w 2119654"/>
              <a:gd name="connsiteY5453" fmla="*/ 1796201 h 2398711"/>
              <a:gd name="connsiteX5454" fmla="*/ 1742883 w 2119654"/>
              <a:gd name="connsiteY5454" fmla="*/ 1793789 h 2398711"/>
              <a:gd name="connsiteX5455" fmla="*/ 1864084 w 2119654"/>
              <a:gd name="connsiteY5455" fmla="*/ 1513436 h 2398711"/>
              <a:gd name="connsiteX5456" fmla="*/ 1864925 w 2119654"/>
              <a:gd name="connsiteY5456" fmla="*/ 1515165 h 2398711"/>
              <a:gd name="connsiteX5457" fmla="*/ 1865719 w 2119654"/>
              <a:gd name="connsiteY5457" fmla="*/ 1514874 h 2398711"/>
              <a:gd name="connsiteX5458" fmla="*/ 1871553 w 2119654"/>
              <a:gd name="connsiteY5458" fmla="*/ 1509776 h 2398711"/>
              <a:gd name="connsiteX5459" fmla="*/ 1865690 w 2119654"/>
              <a:gd name="connsiteY5459" fmla="*/ 1512289 h 2398711"/>
              <a:gd name="connsiteX5460" fmla="*/ 1649747 w 2119654"/>
              <a:gd name="connsiteY5460" fmla="*/ 1993363 h 2398711"/>
              <a:gd name="connsiteX5461" fmla="*/ 1657930 w 2119654"/>
              <a:gd name="connsiteY5461" fmla="*/ 1990145 h 2398711"/>
              <a:gd name="connsiteX5462" fmla="*/ 1658486 w 2119654"/>
              <a:gd name="connsiteY5462" fmla="*/ 1985636 h 2398711"/>
              <a:gd name="connsiteX5463" fmla="*/ 1839719 w 2119654"/>
              <a:gd name="connsiteY5463" fmla="*/ 1567780 h 2398711"/>
              <a:gd name="connsiteX5464" fmla="*/ 1839670 w 2119654"/>
              <a:gd name="connsiteY5464" fmla="*/ 1567935 h 2398711"/>
              <a:gd name="connsiteX5465" fmla="*/ 1839821 w 2119654"/>
              <a:gd name="connsiteY5465" fmla="*/ 1567736 h 2398711"/>
              <a:gd name="connsiteX5466" fmla="*/ 1852375 w 2119654"/>
              <a:gd name="connsiteY5466" fmla="*/ 1539429 h 2398711"/>
              <a:gd name="connsiteX5467" fmla="*/ 1858088 w 2119654"/>
              <a:gd name="connsiteY5467" fmla="*/ 1545612 h 2398711"/>
              <a:gd name="connsiteX5468" fmla="*/ 1860312 w 2119654"/>
              <a:gd name="connsiteY5468" fmla="*/ 1545005 h 2398711"/>
              <a:gd name="connsiteX5469" fmla="*/ 1866952 w 2119654"/>
              <a:gd name="connsiteY5469" fmla="*/ 1536793 h 2398711"/>
              <a:gd name="connsiteX5470" fmla="*/ 1864959 w 2119654"/>
              <a:gd name="connsiteY5470" fmla="*/ 1534113 h 2398711"/>
              <a:gd name="connsiteX5471" fmla="*/ 1862705 w 2119654"/>
              <a:gd name="connsiteY5471" fmla="*/ 1535228 h 2398711"/>
              <a:gd name="connsiteX5472" fmla="*/ 1826219 w 2119654"/>
              <a:gd name="connsiteY5472" fmla="*/ 1597993 h 2398711"/>
              <a:gd name="connsiteX5473" fmla="*/ 1826320 w 2119654"/>
              <a:gd name="connsiteY5473" fmla="*/ 1598171 h 2398711"/>
              <a:gd name="connsiteX5474" fmla="*/ 1832977 w 2119654"/>
              <a:gd name="connsiteY5474" fmla="*/ 1595252 h 2398711"/>
              <a:gd name="connsiteX5475" fmla="*/ 1832952 w 2119654"/>
              <a:gd name="connsiteY5475" fmla="*/ 1595203 h 2398711"/>
              <a:gd name="connsiteX5476" fmla="*/ 1827197 w 2119654"/>
              <a:gd name="connsiteY5476" fmla="*/ 1597271 h 2398711"/>
              <a:gd name="connsiteX5477" fmla="*/ 1686341 w 2119654"/>
              <a:gd name="connsiteY5477" fmla="*/ 1911178 h 2398711"/>
              <a:gd name="connsiteX5478" fmla="*/ 1686285 w 2119654"/>
              <a:gd name="connsiteY5478" fmla="*/ 1912617 h 2398711"/>
              <a:gd name="connsiteX5479" fmla="*/ 1691368 w 2119654"/>
              <a:gd name="connsiteY5479" fmla="*/ 1911218 h 2398711"/>
              <a:gd name="connsiteX5480" fmla="*/ 1690934 w 2119654"/>
              <a:gd name="connsiteY5480" fmla="*/ 1908889 h 2398711"/>
              <a:gd name="connsiteX5481" fmla="*/ 1729860 w 2119654"/>
              <a:gd name="connsiteY5481" fmla="*/ 1813706 h 2398711"/>
              <a:gd name="connsiteX5482" fmla="*/ 1729845 w 2119654"/>
              <a:gd name="connsiteY5482" fmla="*/ 1814032 h 2398711"/>
              <a:gd name="connsiteX5483" fmla="*/ 1731356 w 2119654"/>
              <a:gd name="connsiteY5483" fmla="*/ 1813245 h 2398711"/>
              <a:gd name="connsiteX5484" fmla="*/ 1830926 w 2119654"/>
              <a:gd name="connsiteY5484" fmla="*/ 1587250 h 2398711"/>
              <a:gd name="connsiteX5485" fmla="*/ 1832064 w 2119654"/>
              <a:gd name="connsiteY5485" fmla="*/ 1589504 h 2398711"/>
              <a:gd name="connsiteX5486" fmla="*/ 1837563 w 2119654"/>
              <a:gd name="connsiteY5486" fmla="*/ 1588424 h 2398711"/>
              <a:gd name="connsiteX5487" fmla="*/ 1837540 w 2119654"/>
              <a:gd name="connsiteY5487" fmla="*/ 1588320 h 2398711"/>
              <a:gd name="connsiteX5488" fmla="*/ 1836663 w 2119654"/>
              <a:gd name="connsiteY5488" fmla="*/ 1585678 h 2398711"/>
              <a:gd name="connsiteX5489" fmla="*/ 1739042 w 2119654"/>
              <a:gd name="connsiteY5489" fmla="*/ 1792987 h 2398711"/>
              <a:gd name="connsiteX5490" fmla="*/ 1738788 w 2119654"/>
              <a:gd name="connsiteY5490" fmla="*/ 1793875 h 2398711"/>
              <a:gd name="connsiteX5491" fmla="*/ 1744071 w 2119654"/>
              <a:gd name="connsiteY5491" fmla="*/ 1793187 h 2398711"/>
              <a:gd name="connsiteX5492" fmla="*/ 1753220 w 2119654"/>
              <a:gd name="connsiteY5492" fmla="*/ 1788549 h 2398711"/>
              <a:gd name="connsiteX5493" fmla="*/ 1751901 w 2119654"/>
              <a:gd name="connsiteY5493" fmla="*/ 1786314 h 2398711"/>
              <a:gd name="connsiteX5494" fmla="*/ 1835651 w 2119654"/>
              <a:gd name="connsiteY5494" fmla="*/ 1576645 h 2398711"/>
              <a:gd name="connsiteX5495" fmla="*/ 1835857 w 2119654"/>
              <a:gd name="connsiteY5495" fmla="*/ 1577265 h 2398711"/>
              <a:gd name="connsiteX5496" fmla="*/ 1845655 w 2119654"/>
              <a:gd name="connsiteY5496" fmla="*/ 1570262 h 2398711"/>
              <a:gd name="connsiteX5497" fmla="*/ 1845164 w 2119654"/>
              <a:gd name="connsiteY5497" fmla="*/ 1569280 h 2398711"/>
              <a:gd name="connsiteX5498" fmla="*/ 1837243 w 2119654"/>
              <a:gd name="connsiteY5498" fmla="*/ 1574699 h 2398711"/>
              <a:gd name="connsiteX5499" fmla="*/ 1837204 w 2119654"/>
              <a:gd name="connsiteY5499" fmla="*/ 1574724 h 2398711"/>
              <a:gd name="connsiteX5500" fmla="*/ 1870020 w 2119654"/>
              <a:gd name="connsiteY5500" fmla="*/ 1499653 h 2398711"/>
              <a:gd name="connsiteX5501" fmla="*/ 1876506 w 2119654"/>
              <a:gd name="connsiteY5501" fmla="*/ 1496767 h 2398711"/>
              <a:gd name="connsiteX5502" fmla="*/ 1880733 w 2119654"/>
              <a:gd name="connsiteY5502" fmla="*/ 1492609 h 2398711"/>
              <a:gd name="connsiteX5503" fmla="*/ 1880697 w 2119654"/>
              <a:gd name="connsiteY5503" fmla="*/ 1492892 h 2398711"/>
              <a:gd name="connsiteX5504" fmla="*/ 1876968 w 2119654"/>
              <a:gd name="connsiteY5504" fmla="*/ 1496562 h 2398711"/>
              <a:gd name="connsiteX5505" fmla="*/ 1896746 w 2119654"/>
              <a:gd name="connsiteY5505" fmla="*/ 1487761 h 2398711"/>
              <a:gd name="connsiteX5506" fmla="*/ 1925990 w 2119654"/>
              <a:gd name="connsiteY5506" fmla="*/ 1462206 h 2398711"/>
              <a:gd name="connsiteX5507" fmla="*/ 1928998 w 2119654"/>
              <a:gd name="connsiteY5507" fmla="*/ 1456541 h 2398711"/>
              <a:gd name="connsiteX5508" fmla="*/ 1929116 w 2119654"/>
              <a:gd name="connsiteY5508" fmla="*/ 1456309 h 2398711"/>
              <a:gd name="connsiteX5509" fmla="*/ 1926933 w 2119654"/>
              <a:gd name="connsiteY5509" fmla="*/ 1454023 h 2398711"/>
              <a:gd name="connsiteX5510" fmla="*/ 1923169 w 2119654"/>
              <a:gd name="connsiteY5510" fmla="*/ 1450191 h 2398711"/>
              <a:gd name="connsiteX5511" fmla="*/ 1899928 w 2119654"/>
              <a:gd name="connsiteY5511" fmla="*/ 1468899 h 2398711"/>
              <a:gd name="connsiteX5512" fmla="*/ 1879182 w 2119654"/>
              <a:gd name="connsiteY5512" fmla="*/ 1485133 h 2398711"/>
              <a:gd name="connsiteX5513" fmla="*/ 1879143 w 2119654"/>
              <a:gd name="connsiteY5513" fmla="*/ 1485196 h 2398711"/>
              <a:gd name="connsiteX5514" fmla="*/ 1877932 w 2119654"/>
              <a:gd name="connsiteY5514" fmla="*/ 1487106 h 2398711"/>
              <a:gd name="connsiteX5515" fmla="*/ 1902801 w 2119654"/>
              <a:gd name="connsiteY5515" fmla="*/ 1470368 h 2398711"/>
              <a:gd name="connsiteX5516" fmla="*/ 1902663 w 2119654"/>
              <a:gd name="connsiteY5516" fmla="*/ 1470796 h 2398711"/>
              <a:gd name="connsiteX5517" fmla="*/ 1877561 w 2119654"/>
              <a:gd name="connsiteY5517" fmla="*/ 1487691 h 2398711"/>
              <a:gd name="connsiteX5518" fmla="*/ 1871492 w 2119654"/>
              <a:gd name="connsiteY5518" fmla="*/ 1497254 h 2398711"/>
              <a:gd name="connsiteX5519" fmla="*/ 1746463 w 2119654"/>
              <a:gd name="connsiteY5519" fmla="*/ 1776268 h 2398711"/>
              <a:gd name="connsiteX5520" fmla="*/ 1746616 w 2119654"/>
              <a:gd name="connsiteY5520" fmla="*/ 1776530 h 2398711"/>
              <a:gd name="connsiteX5521" fmla="*/ 1748914 w 2119654"/>
              <a:gd name="connsiteY5521" fmla="*/ 1774831 h 2398711"/>
              <a:gd name="connsiteX5522" fmla="*/ 1747339 w 2119654"/>
              <a:gd name="connsiteY5522" fmla="*/ 1775314 h 2398711"/>
              <a:gd name="connsiteX5523" fmla="*/ 1755452 w 2119654"/>
              <a:gd name="connsiteY5523" fmla="*/ 1756124 h 2398711"/>
              <a:gd name="connsiteX5524" fmla="*/ 1756652 w 2119654"/>
              <a:gd name="connsiteY5524" fmla="*/ 1755502 h 2398711"/>
              <a:gd name="connsiteX5525" fmla="*/ 1759133 w 2119654"/>
              <a:gd name="connsiteY5525" fmla="*/ 1754149 h 2398711"/>
              <a:gd name="connsiteX5526" fmla="*/ 1758693 w 2119654"/>
              <a:gd name="connsiteY5526" fmla="*/ 1752824 h 2398711"/>
              <a:gd name="connsiteX5527" fmla="*/ 1756621 w 2119654"/>
              <a:gd name="connsiteY5527" fmla="*/ 1754420 h 2398711"/>
              <a:gd name="connsiteX5528" fmla="*/ 1745797 w 2119654"/>
              <a:gd name="connsiteY5528" fmla="*/ 1777610 h 2398711"/>
              <a:gd name="connsiteX5529" fmla="*/ 1745867 w 2119654"/>
              <a:gd name="connsiteY5529" fmla="*/ 1778004 h 2398711"/>
              <a:gd name="connsiteX5530" fmla="*/ 1746801 w 2119654"/>
              <a:gd name="connsiteY5530" fmla="*/ 1777670 h 2398711"/>
              <a:gd name="connsiteX5531" fmla="*/ 1746471 w 2119654"/>
              <a:gd name="connsiteY5531" fmla="*/ 1777111 h 2398711"/>
              <a:gd name="connsiteX5532" fmla="*/ 1863900 w 2119654"/>
              <a:gd name="connsiteY5532" fmla="*/ 1513057 h 2398711"/>
              <a:gd name="connsiteX5533" fmla="*/ 1863912 w 2119654"/>
              <a:gd name="connsiteY5533" fmla="*/ 1513081 h 2398711"/>
              <a:gd name="connsiteX5534" fmla="*/ 1864022 w 2119654"/>
              <a:gd name="connsiteY5534" fmla="*/ 1513005 h 2398711"/>
              <a:gd name="connsiteX5535" fmla="*/ 1681367 w 2119654"/>
              <a:gd name="connsiteY5535" fmla="*/ 1921727 h 2398711"/>
              <a:gd name="connsiteX5536" fmla="*/ 1681404 w 2119654"/>
              <a:gd name="connsiteY5536" fmla="*/ 1921826 h 2398711"/>
              <a:gd name="connsiteX5537" fmla="*/ 1681450 w 2119654"/>
              <a:gd name="connsiteY5537" fmla="*/ 1921956 h 2398711"/>
              <a:gd name="connsiteX5538" fmla="*/ 1683784 w 2119654"/>
              <a:gd name="connsiteY5538" fmla="*/ 1920683 h 2398711"/>
              <a:gd name="connsiteX5539" fmla="*/ 1683439 w 2119654"/>
              <a:gd name="connsiteY5539" fmla="*/ 1920665 h 2398711"/>
              <a:gd name="connsiteX5540" fmla="*/ 1777714 w 2119654"/>
              <a:gd name="connsiteY5540" fmla="*/ 1705982 h 2398711"/>
              <a:gd name="connsiteX5541" fmla="*/ 1779823 w 2119654"/>
              <a:gd name="connsiteY5541" fmla="*/ 1709947 h 2398711"/>
              <a:gd name="connsiteX5542" fmla="*/ 1782445 w 2119654"/>
              <a:gd name="connsiteY5542" fmla="*/ 1709190 h 2398711"/>
              <a:gd name="connsiteX5543" fmla="*/ 1782879 w 2119654"/>
              <a:gd name="connsiteY5543" fmla="*/ 1709041 h 2398711"/>
              <a:gd name="connsiteX5544" fmla="*/ 1788327 w 2119654"/>
              <a:gd name="connsiteY5544" fmla="*/ 1701095 h 2398711"/>
              <a:gd name="connsiteX5545" fmla="*/ 1787542 w 2119654"/>
              <a:gd name="connsiteY5545" fmla="*/ 1699435 h 2398711"/>
              <a:gd name="connsiteX5546" fmla="*/ 1774985 w 2119654"/>
              <a:gd name="connsiteY5546" fmla="*/ 1712056 h 2398711"/>
              <a:gd name="connsiteX5547" fmla="*/ 1774151 w 2119654"/>
              <a:gd name="connsiteY5547" fmla="*/ 1721146 h 2398711"/>
              <a:gd name="connsiteX5548" fmla="*/ 1774985 w 2119654"/>
              <a:gd name="connsiteY5548" fmla="*/ 1720554 h 2398711"/>
              <a:gd name="connsiteX5549" fmla="*/ 1777826 w 2119654"/>
              <a:gd name="connsiteY5549" fmla="*/ 1716410 h 2398711"/>
              <a:gd name="connsiteX5550" fmla="*/ 1776594 w 2119654"/>
              <a:gd name="connsiteY5550" fmla="*/ 1712823 h 2398711"/>
              <a:gd name="connsiteX5551" fmla="*/ 1775931 w 2119654"/>
              <a:gd name="connsiteY5551" fmla="*/ 1711733 h 2398711"/>
              <a:gd name="connsiteX5552" fmla="*/ 1787791 w 2119654"/>
              <a:gd name="connsiteY5552" fmla="*/ 1683362 h 2398711"/>
              <a:gd name="connsiteX5553" fmla="*/ 1792018 w 2119654"/>
              <a:gd name="connsiteY5553" fmla="*/ 1682490 h 2398711"/>
              <a:gd name="connsiteX5554" fmla="*/ 1800942 w 2119654"/>
              <a:gd name="connsiteY5554" fmla="*/ 1673873 h 2398711"/>
              <a:gd name="connsiteX5555" fmla="*/ 1797144 w 2119654"/>
              <a:gd name="connsiteY5555" fmla="*/ 1675853 h 2398711"/>
              <a:gd name="connsiteX5556" fmla="*/ 1797549 w 2119654"/>
              <a:gd name="connsiteY5556" fmla="*/ 1676691 h 2398711"/>
              <a:gd name="connsiteX5557" fmla="*/ 1797486 w 2119654"/>
              <a:gd name="connsiteY5557" fmla="*/ 1676974 h 2398711"/>
              <a:gd name="connsiteX5558" fmla="*/ 1796985 w 2119654"/>
              <a:gd name="connsiteY5558" fmla="*/ 1675937 h 2398711"/>
              <a:gd name="connsiteX5559" fmla="*/ 1792804 w 2119654"/>
              <a:gd name="connsiteY5559" fmla="*/ 1678116 h 2398711"/>
              <a:gd name="connsiteX5560" fmla="*/ 1731808 w 2119654"/>
              <a:gd name="connsiteY5560" fmla="*/ 1808629 h 2398711"/>
              <a:gd name="connsiteX5561" fmla="*/ 1732021 w 2119654"/>
              <a:gd name="connsiteY5561" fmla="*/ 1809762 h 2398711"/>
              <a:gd name="connsiteX5562" fmla="*/ 1733804 w 2119654"/>
              <a:gd name="connsiteY5562" fmla="*/ 1809196 h 2398711"/>
              <a:gd name="connsiteX5563" fmla="*/ 1733887 w 2119654"/>
              <a:gd name="connsiteY5563" fmla="*/ 1808853 h 2398711"/>
              <a:gd name="connsiteX5564" fmla="*/ 1733582 w 2119654"/>
              <a:gd name="connsiteY5564" fmla="*/ 1808049 h 2398711"/>
              <a:gd name="connsiteX5565" fmla="*/ 1733543 w 2119654"/>
              <a:gd name="connsiteY5565" fmla="*/ 1808050 h 2398711"/>
              <a:gd name="connsiteX5566" fmla="*/ 1784244 w 2119654"/>
              <a:gd name="connsiteY5566" fmla="*/ 1691206 h 2398711"/>
              <a:gd name="connsiteX5567" fmla="*/ 1784681 w 2119654"/>
              <a:gd name="connsiteY5567" fmla="*/ 1692128 h 2398711"/>
              <a:gd name="connsiteX5568" fmla="*/ 1784873 w 2119654"/>
              <a:gd name="connsiteY5568" fmla="*/ 1692549 h 2398711"/>
              <a:gd name="connsiteX5569" fmla="*/ 1795619 w 2119654"/>
              <a:gd name="connsiteY5569" fmla="*/ 1690462 h 2398711"/>
              <a:gd name="connsiteX5570" fmla="*/ 1802108 w 2119654"/>
              <a:gd name="connsiteY5570" fmla="*/ 1680998 h 2398711"/>
              <a:gd name="connsiteX5571" fmla="*/ 1801764 w 2119654"/>
              <a:gd name="connsiteY5571" fmla="*/ 1681075 h 2398711"/>
              <a:gd name="connsiteX5572" fmla="*/ 1792759 w 2119654"/>
              <a:gd name="connsiteY5572" fmla="*/ 1682950 h 2398711"/>
              <a:gd name="connsiteX5573" fmla="*/ 1821610 w 2119654"/>
              <a:gd name="connsiteY5573" fmla="*/ 1607499 h 2398711"/>
              <a:gd name="connsiteX5574" fmla="*/ 1822005 w 2119654"/>
              <a:gd name="connsiteY5574" fmla="*/ 1608189 h 2398711"/>
              <a:gd name="connsiteX5575" fmla="*/ 1828850 w 2119654"/>
              <a:gd name="connsiteY5575" fmla="*/ 1603109 h 2398711"/>
              <a:gd name="connsiteX5576" fmla="*/ 1828843 w 2119654"/>
              <a:gd name="connsiteY5576" fmla="*/ 1603096 h 2398711"/>
              <a:gd name="connsiteX5577" fmla="*/ 1828153 w 2119654"/>
              <a:gd name="connsiteY5577" fmla="*/ 1603420 h 2398711"/>
              <a:gd name="connsiteX5578" fmla="*/ 1825498 w 2119654"/>
              <a:gd name="connsiteY5578" fmla="*/ 1605075 h 2398711"/>
              <a:gd name="connsiteX5579" fmla="*/ 1825325 w 2119654"/>
              <a:gd name="connsiteY5579" fmla="*/ 1605347 h 2398711"/>
              <a:gd name="connsiteX5580" fmla="*/ 1825310 w 2119654"/>
              <a:gd name="connsiteY5580" fmla="*/ 1605192 h 2398711"/>
              <a:gd name="connsiteX5581" fmla="*/ 1754762 w 2119654"/>
              <a:gd name="connsiteY5581" fmla="*/ 1757179 h 2398711"/>
              <a:gd name="connsiteX5582" fmla="*/ 1754868 w 2119654"/>
              <a:gd name="connsiteY5582" fmla="*/ 1758219 h 2398711"/>
              <a:gd name="connsiteX5583" fmla="*/ 1760037 w 2119654"/>
              <a:gd name="connsiteY5583" fmla="*/ 1756871 h 2398711"/>
              <a:gd name="connsiteX5584" fmla="*/ 1759349 w 2119654"/>
              <a:gd name="connsiteY5584" fmla="*/ 1754799 h 2398711"/>
              <a:gd name="connsiteX5585" fmla="*/ 1725121 w 2119654"/>
              <a:gd name="connsiteY5585" fmla="*/ 1823479 h 2398711"/>
              <a:gd name="connsiteX5586" fmla="*/ 1725046 w 2119654"/>
              <a:gd name="connsiteY5586" fmla="*/ 1826090 h 2398711"/>
              <a:gd name="connsiteX5587" fmla="*/ 1725040 w 2119654"/>
              <a:gd name="connsiteY5587" fmla="*/ 1826170 h 2398711"/>
              <a:gd name="connsiteX5588" fmla="*/ 1725177 w 2119654"/>
              <a:gd name="connsiteY5588" fmla="*/ 1826090 h 2398711"/>
              <a:gd name="connsiteX5589" fmla="*/ 1725293 w 2119654"/>
              <a:gd name="connsiteY5589" fmla="*/ 1823553 h 2398711"/>
              <a:gd name="connsiteX5590" fmla="*/ 1725283 w 2119654"/>
              <a:gd name="connsiteY5590" fmla="*/ 1823456 h 2398711"/>
              <a:gd name="connsiteX5591" fmla="*/ 1703236 w 2119654"/>
              <a:gd name="connsiteY5591" fmla="*/ 1872403 h 2398711"/>
              <a:gd name="connsiteX5592" fmla="*/ 1703418 w 2119654"/>
              <a:gd name="connsiteY5592" fmla="*/ 1872885 h 2398711"/>
              <a:gd name="connsiteX5593" fmla="*/ 1703798 w 2119654"/>
              <a:gd name="connsiteY5593" fmla="*/ 1874157 h 2398711"/>
              <a:gd name="connsiteX5594" fmla="*/ 1707313 w 2119654"/>
              <a:gd name="connsiteY5594" fmla="*/ 1873077 h 2398711"/>
              <a:gd name="connsiteX5595" fmla="*/ 1707215 w 2119654"/>
              <a:gd name="connsiteY5595" fmla="*/ 1872449 h 2398711"/>
              <a:gd name="connsiteX5596" fmla="*/ 1729908 w 2119654"/>
              <a:gd name="connsiteY5596" fmla="*/ 1812649 h 2398711"/>
              <a:gd name="connsiteX5597" fmla="*/ 1729868 w 2119654"/>
              <a:gd name="connsiteY5597" fmla="*/ 1813531 h 2398711"/>
              <a:gd name="connsiteX5598" fmla="*/ 1731971 w 2119654"/>
              <a:gd name="connsiteY5598" fmla="*/ 1812882 h 2398711"/>
              <a:gd name="connsiteX5599" fmla="*/ 1731899 w 2119654"/>
              <a:gd name="connsiteY5599" fmla="*/ 1812500 h 2398711"/>
              <a:gd name="connsiteX5600" fmla="*/ 1680652 w 2119654"/>
              <a:gd name="connsiteY5600" fmla="*/ 1922859 h 2398711"/>
              <a:gd name="connsiteX5601" fmla="*/ 1681388 w 2119654"/>
              <a:gd name="connsiteY5601" fmla="*/ 1922737 h 2398711"/>
              <a:gd name="connsiteX5602" fmla="*/ 1681299 w 2119654"/>
              <a:gd name="connsiteY5602" fmla="*/ 1922495 h 2398711"/>
              <a:gd name="connsiteX5603" fmla="*/ 1775037 w 2119654"/>
              <a:gd name="connsiteY5603" fmla="*/ 1711502 h 2398711"/>
              <a:gd name="connsiteX5604" fmla="*/ 1775016 w 2119654"/>
              <a:gd name="connsiteY5604" fmla="*/ 1711732 h 2398711"/>
              <a:gd name="connsiteX5605" fmla="*/ 1775773 w 2119654"/>
              <a:gd name="connsiteY5605" fmla="*/ 1711472 h 2398711"/>
              <a:gd name="connsiteX5606" fmla="*/ 1775679 w 2119654"/>
              <a:gd name="connsiteY5606" fmla="*/ 1711317 h 2398711"/>
              <a:gd name="connsiteX5607" fmla="*/ 1825485 w 2119654"/>
              <a:gd name="connsiteY5607" fmla="*/ 1598536 h 2398711"/>
              <a:gd name="connsiteX5608" fmla="*/ 1826086 w 2119654"/>
              <a:gd name="connsiteY5608" fmla="*/ 1598273 h 2398711"/>
              <a:gd name="connsiteX5609" fmla="*/ 1826014 w 2119654"/>
              <a:gd name="connsiteY5609" fmla="*/ 1598146 h 2398711"/>
              <a:gd name="connsiteX5610" fmla="*/ 1592205 w 2119654"/>
              <a:gd name="connsiteY5610" fmla="*/ 2120836 h 2398711"/>
              <a:gd name="connsiteX5611" fmla="*/ 1592332 w 2119654"/>
              <a:gd name="connsiteY5611" fmla="*/ 2127035 h 2398711"/>
              <a:gd name="connsiteX5612" fmla="*/ 1600640 w 2119654"/>
              <a:gd name="connsiteY5612" fmla="*/ 2129524 h 2398711"/>
              <a:gd name="connsiteX5613" fmla="*/ 1601387 w 2119654"/>
              <a:gd name="connsiteY5613" fmla="*/ 2122167 h 2398711"/>
              <a:gd name="connsiteX5614" fmla="*/ 1745705 w 2119654"/>
              <a:gd name="connsiteY5614" fmla="*/ 1777094 h 2398711"/>
              <a:gd name="connsiteX5615" fmla="*/ 1745722 w 2119654"/>
              <a:gd name="connsiteY5615" fmla="*/ 1777191 h 2398711"/>
              <a:gd name="connsiteX5616" fmla="*/ 1746276 w 2119654"/>
              <a:gd name="connsiteY5616" fmla="*/ 1776781 h 2398711"/>
              <a:gd name="connsiteX5617" fmla="*/ 1746165 w 2119654"/>
              <a:gd name="connsiteY5617" fmla="*/ 1776593 h 2398711"/>
              <a:gd name="connsiteX5618" fmla="*/ 1736079 w 2119654"/>
              <a:gd name="connsiteY5618" fmla="*/ 1798591 h 2398711"/>
              <a:gd name="connsiteX5619" fmla="*/ 1735861 w 2119654"/>
              <a:gd name="connsiteY5619" fmla="*/ 1800741 h 2398711"/>
              <a:gd name="connsiteX5620" fmla="*/ 1736334 w 2119654"/>
              <a:gd name="connsiteY5620" fmla="*/ 1798799 h 2398711"/>
              <a:gd name="connsiteX5621" fmla="*/ 1736280 w 2119654"/>
              <a:gd name="connsiteY5621" fmla="*/ 1798489 h 2398711"/>
              <a:gd name="connsiteX5622" fmla="*/ 1698018 w 2119654"/>
              <a:gd name="connsiteY5622" fmla="*/ 1883626 h 2398711"/>
              <a:gd name="connsiteX5623" fmla="*/ 1704783 w 2119654"/>
              <a:gd name="connsiteY5623" fmla="*/ 1882659 h 2398711"/>
              <a:gd name="connsiteX5624" fmla="*/ 1703940 w 2119654"/>
              <a:gd name="connsiteY5624" fmla="*/ 1880438 h 2398711"/>
              <a:gd name="connsiteX5625" fmla="*/ 1661496 w 2119654"/>
              <a:gd name="connsiteY5625" fmla="*/ 1965386 h 2398711"/>
              <a:gd name="connsiteX5626" fmla="*/ 1661208 w 2119654"/>
              <a:gd name="connsiteY5626" fmla="*/ 1968516 h 2398711"/>
              <a:gd name="connsiteX5627" fmla="*/ 1661673 w 2119654"/>
              <a:gd name="connsiteY5627" fmla="*/ 1968444 h 2398711"/>
              <a:gd name="connsiteX5628" fmla="*/ 1670244 w 2119654"/>
              <a:gd name="connsiteY5628" fmla="*/ 1965192 h 2398711"/>
              <a:gd name="connsiteX5629" fmla="*/ 1666567 w 2119654"/>
              <a:gd name="connsiteY5629" fmla="*/ 1964424 h 2398711"/>
              <a:gd name="connsiteX5630" fmla="*/ 1663989 w 2119654"/>
              <a:gd name="connsiteY5630" fmla="*/ 1964931 h 2398711"/>
              <a:gd name="connsiteX5631" fmla="*/ 1712413 w 2119654"/>
              <a:gd name="connsiteY5631" fmla="*/ 1851361 h 2398711"/>
              <a:gd name="connsiteX5632" fmla="*/ 1712449 w 2119654"/>
              <a:gd name="connsiteY5632" fmla="*/ 1851435 h 2398711"/>
              <a:gd name="connsiteX5633" fmla="*/ 1715549 w 2119654"/>
              <a:gd name="connsiteY5633" fmla="*/ 1849857 h 2398711"/>
              <a:gd name="connsiteX5634" fmla="*/ 1718357 w 2119654"/>
              <a:gd name="connsiteY5634" fmla="*/ 1848282 h 2398711"/>
              <a:gd name="connsiteX5635" fmla="*/ 1718264 w 2119654"/>
              <a:gd name="connsiteY5635" fmla="*/ 1847757 h 2398711"/>
              <a:gd name="connsiteX5636" fmla="*/ 1718158 w 2119654"/>
              <a:gd name="connsiteY5636" fmla="*/ 1847263 h 2398711"/>
              <a:gd name="connsiteX5637" fmla="*/ 1824955 w 2119654"/>
              <a:gd name="connsiteY5637" fmla="*/ 1599296 h 2398711"/>
              <a:gd name="connsiteX5638" fmla="*/ 1825397 w 2119654"/>
              <a:gd name="connsiteY5638" fmla="*/ 1603665 h 2398711"/>
              <a:gd name="connsiteX5639" fmla="*/ 1828370 w 2119654"/>
              <a:gd name="connsiteY5639" fmla="*/ 1602270 h 2398711"/>
              <a:gd name="connsiteX5640" fmla="*/ 1826327 w 2119654"/>
              <a:gd name="connsiteY5640" fmla="*/ 1598694 h 2398711"/>
              <a:gd name="connsiteX5641" fmla="*/ 1740052 w 2119654"/>
              <a:gd name="connsiteY5641" fmla="*/ 1789400 h 2398711"/>
              <a:gd name="connsiteX5642" fmla="*/ 1739961 w 2119654"/>
              <a:gd name="connsiteY5642" fmla="*/ 1789774 h 2398711"/>
              <a:gd name="connsiteX5643" fmla="*/ 1739165 w 2119654"/>
              <a:gd name="connsiteY5643" fmla="*/ 1792559 h 2398711"/>
              <a:gd name="connsiteX5644" fmla="*/ 1740413 w 2119654"/>
              <a:gd name="connsiteY5644" fmla="*/ 1791974 h 2398711"/>
              <a:gd name="connsiteX5645" fmla="*/ 1751765 w 2119654"/>
              <a:gd name="connsiteY5645" fmla="*/ 1786083 h 2398711"/>
              <a:gd name="connsiteX5646" fmla="*/ 1750778 w 2119654"/>
              <a:gd name="connsiteY5646" fmla="*/ 1784412 h 2398711"/>
              <a:gd name="connsiteX5647" fmla="*/ 1745390 w 2119654"/>
              <a:gd name="connsiteY5647" fmla="*/ 1777437 h 2398711"/>
              <a:gd name="connsiteX5648" fmla="*/ 1745624 w 2119654"/>
              <a:gd name="connsiteY5648" fmla="*/ 1777264 h 2398711"/>
              <a:gd name="connsiteX5649" fmla="*/ 1745611 w 2119654"/>
              <a:gd name="connsiteY5649" fmla="*/ 1777196 h 2398711"/>
              <a:gd name="connsiteX5650" fmla="*/ 1753831 w 2119654"/>
              <a:gd name="connsiteY5650" fmla="*/ 1758489 h 2398711"/>
              <a:gd name="connsiteX5651" fmla="*/ 1754731 w 2119654"/>
              <a:gd name="connsiteY5651" fmla="*/ 1758254 h 2398711"/>
              <a:gd name="connsiteX5652" fmla="*/ 1754636 w 2119654"/>
              <a:gd name="connsiteY5652" fmla="*/ 1757315 h 2398711"/>
              <a:gd name="connsiteX5653" fmla="*/ 1712614 w 2119654"/>
              <a:gd name="connsiteY5653" fmla="*/ 1850761 h 2398711"/>
              <a:gd name="connsiteX5654" fmla="*/ 1718074 w 2119654"/>
              <a:gd name="connsiteY5654" fmla="*/ 1846866 h 2398711"/>
              <a:gd name="connsiteX5655" fmla="*/ 1717958 w 2119654"/>
              <a:gd name="connsiteY5655" fmla="*/ 1846318 h 2398711"/>
              <a:gd name="connsiteX5656" fmla="*/ 1746120 w 2119654"/>
              <a:gd name="connsiteY5656" fmla="*/ 1775688 h 2398711"/>
              <a:gd name="connsiteX5657" fmla="*/ 1746217 w 2119654"/>
              <a:gd name="connsiteY5657" fmla="*/ 1775853 h 2398711"/>
              <a:gd name="connsiteX5658" fmla="*/ 1746467 w 2119654"/>
              <a:gd name="connsiteY5658" fmla="*/ 1775582 h 2398711"/>
              <a:gd name="connsiteX5659" fmla="*/ 1709814 w 2119654"/>
              <a:gd name="connsiteY5659" fmla="*/ 1856901 h 2398711"/>
              <a:gd name="connsiteX5660" fmla="*/ 1709240 w 2119654"/>
              <a:gd name="connsiteY5660" fmla="*/ 1866274 h 2398711"/>
              <a:gd name="connsiteX5661" fmla="*/ 1715135 w 2119654"/>
              <a:gd name="connsiteY5661" fmla="*/ 1863869 h 2398711"/>
              <a:gd name="connsiteX5662" fmla="*/ 1711168 w 2119654"/>
              <a:gd name="connsiteY5662" fmla="*/ 1856653 h 2398711"/>
              <a:gd name="connsiteX5663" fmla="*/ 1645665 w 2119654"/>
              <a:gd name="connsiteY5663" fmla="*/ 2000429 h 2398711"/>
              <a:gd name="connsiteX5664" fmla="*/ 1646207 w 2119654"/>
              <a:gd name="connsiteY5664" fmla="*/ 2005751 h 2398711"/>
              <a:gd name="connsiteX5665" fmla="*/ 1654573 w 2119654"/>
              <a:gd name="connsiteY5665" fmla="*/ 2007051 h 2398711"/>
              <a:gd name="connsiteX5666" fmla="*/ 1655912 w 2119654"/>
              <a:gd name="connsiteY5666" fmla="*/ 2006493 h 2398711"/>
              <a:gd name="connsiteX5667" fmla="*/ 1656708 w 2119654"/>
              <a:gd name="connsiteY5667" fmla="*/ 2000038 h 2398711"/>
              <a:gd name="connsiteX5668" fmla="*/ 1768334 w 2119654"/>
              <a:gd name="connsiteY5668" fmla="*/ 1725556 h 2398711"/>
              <a:gd name="connsiteX5669" fmla="*/ 1768930 w 2119654"/>
              <a:gd name="connsiteY5669" fmla="*/ 1726635 h 2398711"/>
              <a:gd name="connsiteX5670" fmla="*/ 1769911 w 2119654"/>
              <a:gd name="connsiteY5670" fmla="*/ 1727954 h 2398711"/>
              <a:gd name="connsiteX5671" fmla="*/ 1772047 w 2119654"/>
              <a:gd name="connsiteY5671" fmla="*/ 1724838 h 2398711"/>
              <a:gd name="connsiteX5672" fmla="*/ 1772083 w 2119654"/>
              <a:gd name="connsiteY5672" fmla="*/ 1722891 h 2398711"/>
              <a:gd name="connsiteX5673" fmla="*/ 1775109 w 2119654"/>
              <a:gd name="connsiteY5673" fmla="*/ 1710381 h 2398711"/>
              <a:gd name="connsiteX5674" fmla="*/ 1775102 w 2119654"/>
              <a:gd name="connsiteY5674" fmla="*/ 1710789 h 2398711"/>
              <a:gd name="connsiteX5675" fmla="*/ 1775053 w 2119654"/>
              <a:gd name="connsiteY5675" fmla="*/ 1711323 h 2398711"/>
              <a:gd name="connsiteX5676" fmla="*/ 1775588 w 2119654"/>
              <a:gd name="connsiteY5676" fmla="*/ 1711169 h 2398711"/>
              <a:gd name="connsiteX5677" fmla="*/ 1631774 w 2119654"/>
              <a:gd name="connsiteY5677" fmla="*/ 2031335 h 2398711"/>
              <a:gd name="connsiteX5678" fmla="*/ 1636399 w 2119654"/>
              <a:gd name="connsiteY5678" fmla="*/ 2032247 h 2398711"/>
              <a:gd name="connsiteX5679" fmla="*/ 1637645 w 2119654"/>
              <a:gd name="connsiteY5679" fmla="*/ 2032374 h 2398711"/>
              <a:gd name="connsiteX5680" fmla="*/ 1646564 w 2119654"/>
              <a:gd name="connsiteY5680" fmla="*/ 2031501 h 2398711"/>
              <a:gd name="connsiteX5681" fmla="*/ 1646107 w 2119654"/>
              <a:gd name="connsiteY5681" fmla="*/ 2027024 h 2398711"/>
              <a:gd name="connsiteX5682" fmla="*/ 1645990 w 2119654"/>
              <a:gd name="connsiteY5682" fmla="*/ 2027031 h 2398711"/>
              <a:gd name="connsiteX5683" fmla="*/ 1645996 w 2119654"/>
              <a:gd name="connsiteY5683" fmla="*/ 2027284 h 2398711"/>
              <a:gd name="connsiteX5684" fmla="*/ 1645800 w 2119654"/>
              <a:gd name="connsiteY5684" fmla="*/ 2027500 h 2398711"/>
              <a:gd name="connsiteX5685" fmla="*/ 1645790 w 2119654"/>
              <a:gd name="connsiteY5685" fmla="*/ 2027043 h 2398711"/>
              <a:gd name="connsiteX5686" fmla="*/ 1639166 w 2119654"/>
              <a:gd name="connsiteY5686" fmla="*/ 2027425 h 2398711"/>
              <a:gd name="connsiteX5687" fmla="*/ 1637552 w 2119654"/>
              <a:gd name="connsiteY5687" fmla="*/ 2027495 h 2398711"/>
              <a:gd name="connsiteX5688" fmla="*/ 1725157 w 2119654"/>
              <a:gd name="connsiteY5688" fmla="*/ 1822222 h 2398711"/>
              <a:gd name="connsiteX5689" fmla="*/ 1725135 w 2119654"/>
              <a:gd name="connsiteY5689" fmla="*/ 1822991 h 2398711"/>
              <a:gd name="connsiteX5690" fmla="*/ 1725234 w 2119654"/>
              <a:gd name="connsiteY5690" fmla="*/ 1822977 h 2398711"/>
              <a:gd name="connsiteX5691" fmla="*/ 1744699 w 2119654"/>
              <a:gd name="connsiteY5691" fmla="*/ 1778421 h 2398711"/>
              <a:gd name="connsiteX5692" fmla="*/ 1745762 w 2119654"/>
              <a:gd name="connsiteY5692" fmla="*/ 1778042 h 2398711"/>
              <a:gd name="connsiteX5693" fmla="*/ 1745698 w 2119654"/>
              <a:gd name="connsiteY5693" fmla="*/ 1777682 h 2398711"/>
              <a:gd name="connsiteX5694" fmla="*/ 1661574 w 2119654"/>
              <a:gd name="connsiteY5694" fmla="*/ 1964532 h 2398711"/>
              <a:gd name="connsiteX5695" fmla="*/ 1661559 w 2119654"/>
              <a:gd name="connsiteY5695" fmla="*/ 1964698 h 2398711"/>
              <a:gd name="connsiteX5696" fmla="*/ 1664929 w 2119654"/>
              <a:gd name="connsiteY5696" fmla="*/ 1964083 h 2398711"/>
              <a:gd name="connsiteX5697" fmla="*/ 1664861 w 2119654"/>
              <a:gd name="connsiteY5697" fmla="*/ 1964069 h 2398711"/>
              <a:gd name="connsiteX5698" fmla="*/ 1686434 w 2119654"/>
              <a:gd name="connsiteY5698" fmla="*/ 1908805 h 2398711"/>
              <a:gd name="connsiteX5699" fmla="*/ 1686352 w 2119654"/>
              <a:gd name="connsiteY5699" fmla="*/ 1910890 h 2398711"/>
              <a:gd name="connsiteX5700" fmla="*/ 1689735 w 2119654"/>
              <a:gd name="connsiteY5700" fmla="*/ 1909262 h 2398711"/>
              <a:gd name="connsiteX5701" fmla="*/ 1690896 w 2119654"/>
              <a:gd name="connsiteY5701" fmla="*/ 1908683 h 2398711"/>
              <a:gd name="connsiteX5702" fmla="*/ 1690605 w 2119654"/>
              <a:gd name="connsiteY5702" fmla="*/ 1907116 h 2398711"/>
              <a:gd name="connsiteX5703" fmla="*/ 1689900 w 2119654"/>
              <a:gd name="connsiteY5703" fmla="*/ 1901026 h 2398711"/>
              <a:gd name="connsiteX5704" fmla="*/ 1690339 w 2119654"/>
              <a:gd name="connsiteY5704" fmla="*/ 1903386 h 2398711"/>
              <a:gd name="connsiteX5705" fmla="*/ 1691212 w 2119654"/>
              <a:gd name="connsiteY5705" fmla="*/ 1902934 h 2398711"/>
              <a:gd name="connsiteX5706" fmla="*/ 1691872 w 2119654"/>
              <a:gd name="connsiteY5706" fmla="*/ 1902579 h 2398711"/>
              <a:gd name="connsiteX5707" fmla="*/ 1691571 w 2119654"/>
              <a:gd name="connsiteY5707" fmla="*/ 1900129 h 2398711"/>
              <a:gd name="connsiteX5708" fmla="*/ 1691327 w 2119654"/>
              <a:gd name="connsiteY5708" fmla="*/ 1900189 h 2398711"/>
              <a:gd name="connsiteX5709" fmla="*/ 1639428 w 2119654"/>
              <a:gd name="connsiteY5709" fmla="*/ 2013815 h 2398711"/>
              <a:gd name="connsiteX5710" fmla="*/ 1640538 w 2119654"/>
              <a:gd name="connsiteY5710" fmla="*/ 2014065 h 2398711"/>
              <a:gd name="connsiteX5711" fmla="*/ 1640589 w 2119654"/>
              <a:gd name="connsiteY5711" fmla="*/ 2014075 h 2398711"/>
              <a:gd name="connsiteX5712" fmla="*/ 1644702 w 2119654"/>
              <a:gd name="connsiteY5712" fmla="*/ 2013253 h 2398711"/>
              <a:gd name="connsiteX5713" fmla="*/ 1644542 w 2119654"/>
              <a:gd name="connsiteY5713" fmla="*/ 2011682 h 2398711"/>
              <a:gd name="connsiteX5714" fmla="*/ 1716931 w 2119654"/>
              <a:gd name="connsiteY5714" fmla="*/ 1840253 h 2398711"/>
              <a:gd name="connsiteX5715" fmla="*/ 1717170 w 2119654"/>
              <a:gd name="connsiteY5715" fmla="*/ 1841380 h 2398711"/>
              <a:gd name="connsiteX5716" fmla="*/ 1720976 w 2119654"/>
              <a:gd name="connsiteY5716" fmla="*/ 1841364 h 2398711"/>
              <a:gd name="connsiteX5717" fmla="*/ 1723098 w 2119654"/>
              <a:gd name="connsiteY5717" fmla="*/ 1839600 h 2398711"/>
              <a:gd name="connsiteX5718" fmla="*/ 1723099 w 2119654"/>
              <a:gd name="connsiteY5718" fmla="*/ 1839522 h 2398711"/>
              <a:gd name="connsiteX5719" fmla="*/ 1717847 w 2119654"/>
              <a:gd name="connsiteY5719" fmla="*/ 1838144 h 2398711"/>
              <a:gd name="connsiteX5720" fmla="*/ 1723128 w 2119654"/>
              <a:gd name="connsiteY5720" fmla="*/ 1837849 h 2398711"/>
              <a:gd name="connsiteX5721" fmla="*/ 1723206 w 2119654"/>
              <a:gd name="connsiteY5721" fmla="*/ 1833406 h 2398711"/>
              <a:gd name="connsiteX5722" fmla="*/ 1821154 w 2119654"/>
              <a:gd name="connsiteY5722" fmla="*/ 1606705 h 2398711"/>
              <a:gd name="connsiteX5723" fmla="*/ 1821251 w 2119654"/>
              <a:gd name="connsiteY5723" fmla="*/ 1606874 h 2398711"/>
              <a:gd name="connsiteX5724" fmla="*/ 1822645 w 2119654"/>
              <a:gd name="connsiteY5724" fmla="*/ 1606005 h 2398711"/>
              <a:gd name="connsiteX5725" fmla="*/ 1729991 w 2119654"/>
              <a:gd name="connsiteY5725" fmla="*/ 1810816 h 2398711"/>
              <a:gd name="connsiteX5726" fmla="*/ 1729922 w 2119654"/>
              <a:gd name="connsiteY5726" fmla="*/ 1812341 h 2398711"/>
              <a:gd name="connsiteX5727" fmla="*/ 1731843 w 2119654"/>
              <a:gd name="connsiteY5727" fmla="*/ 1812197 h 2398711"/>
              <a:gd name="connsiteX5728" fmla="*/ 1731493 w 2119654"/>
              <a:gd name="connsiteY5728" fmla="*/ 1810339 h 2398711"/>
              <a:gd name="connsiteX5729" fmla="*/ 1714091 w 2119654"/>
              <a:gd name="connsiteY5729" fmla="*/ 1846414 h 2398711"/>
              <a:gd name="connsiteX5730" fmla="*/ 1715610 w 2119654"/>
              <a:gd name="connsiteY5730" fmla="*/ 1845825 h 2398711"/>
              <a:gd name="connsiteX5731" fmla="*/ 1715722 w 2119654"/>
              <a:gd name="connsiteY5731" fmla="*/ 1845733 h 2398711"/>
              <a:gd name="connsiteX5732" fmla="*/ 1592171 w 2119654"/>
              <a:gd name="connsiteY5732" fmla="*/ 2119249 h 2398711"/>
              <a:gd name="connsiteX5733" fmla="*/ 1592190 w 2119654"/>
              <a:gd name="connsiteY5733" fmla="*/ 2120106 h 2398711"/>
              <a:gd name="connsiteX5734" fmla="*/ 1601459 w 2119654"/>
              <a:gd name="connsiteY5734" fmla="*/ 2121449 h 2398711"/>
              <a:gd name="connsiteX5735" fmla="*/ 1601709 w 2119654"/>
              <a:gd name="connsiteY5735" fmla="*/ 2118989 h 2398711"/>
              <a:gd name="connsiteX5736" fmla="*/ 1802725 w 2119654"/>
              <a:gd name="connsiteY5736" fmla="*/ 1647751 h 2398711"/>
              <a:gd name="connsiteX5737" fmla="*/ 1804261 w 2119654"/>
              <a:gd name="connsiteY5737" fmla="*/ 1651073 h 2398711"/>
              <a:gd name="connsiteX5738" fmla="*/ 1807533 w 2119654"/>
              <a:gd name="connsiteY5738" fmla="*/ 1646058 h 2398711"/>
              <a:gd name="connsiteX5739" fmla="*/ 1807565 w 2119654"/>
              <a:gd name="connsiteY5739" fmla="*/ 1646418 h 2398711"/>
              <a:gd name="connsiteX5740" fmla="*/ 1804372 w 2119654"/>
              <a:gd name="connsiteY5740" fmla="*/ 1651311 h 2398711"/>
              <a:gd name="connsiteX5741" fmla="*/ 1805642 w 2119654"/>
              <a:gd name="connsiteY5741" fmla="*/ 1654058 h 2398711"/>
              <a:gd name="connsiteX5742" fmla="*/ 1813423 w 2119654"/>
              <a:gd name="connsiteY5742" fmla="*/ 1642730 h 2398711"/>
              <a:gd name="connsiteX5743" fmla="*/ 1805199 w 2119654"/>
              <a:gd name="connsiteY5743" fmla="*/ 1644841 h 2398711"/>
              <a:gd name="connsiteX5744" fmla="*/ 1776293 w 2119654"/>
              <a:gd name="connsiteY5744" fmla="*/ 1706929 h 2398711"/>
              <a:gd name="connsiteX5745" fmla="*/ 1777554 w 2119654"/>
              <a:gd name="connsiteY5745" fmla="*/ 1710601 h 2398711"/>
              <a:gd name="connsiteX5746" fmla="*/ 1779637 w 2119654"/>
              <a:gd name="connsiteY5746" fmla="*/ 1710000 h 2398711"/>
              <a:gd name="connsiteX5747" fmla="*/ 1777556 w 2119654"/>
              <a:gd name="connsiteY5747" fmla="*/ 1706087 h 2398711"/>
              <a:gd name="connsiteX5748" fmla="*/ 1745489 w 2119654"/>
              <a:gd name="connsiteY5748" fmla="*/ 1775882 h 2398711"/>
              <a:gd name="connsiteX5749" fmla="*/ 1745603 w 2119654"/>
              <a:gd name="connsiteY5749" fmla="*/ 1776522 h 2398711"/>
              <a:gd name="connsiteX5750" fmla="*/ 1745920 w 2119654"/>
              <a:gd name="connsiteY5750" fmla="*/ 1776178 h 2398711"/>
              <a:gd name="connsiteX5751" fmla="*/ 1745706 w 2119654"/>
              <a:gd name="connsiteY5751" fmla="*/ 1775814 h 2398711"/>
              <a:gd name="connsiteX5752" fmla="*/ 1752120 w 2119654"/>
              <a:gd name="connsiteY5752" fmla="*/ 1760984 h 2398711"/>
              <a:gd name="connsiteX5753" fmla="*/ 1754886 w 2119654"/>
              <a:gd name="connsiteY5753" fmla="*/ 1759784 h 2398711"/>
              <a:gd name="connsiteX5754" fmla="*/ 1754788 w 2119654"/>
              <a:gd name="connsiteY5754" fmla="*/ 1758816 h 2398711"/>
              <a:gd name="connsiteX5755" fmla="*/ 1753332 w 2119654"/>
              <a:gd name="connsiteY5755" fmla="*/ 1759216 h 2398711"/>
              <a:gd name="connsiteX5756" fmla="*/ 1824836 w 2119654"/>
              <a:gd name="connsiteY5756" fmla="*/ 1598120 h 2398711"/>
              <a:gd name="connsiteX5757" fmla="*/ 1824861 w 2119654"/>
              <a:gd name="connsiteY5757" fmla="*/ 1598364 h 2398711"/>
              <a:gd name="connsiteX5758" fmla="*/ 1825524 w 2119654"/>
              <a:gd name="connsiteY5758" fmla="*/ 1597874 h 2398711"/>
              <a:gd name="connsiteX5759" fmla="*/ 1661677 w 2119654"/>
              <a:gd name="connsiteY5759" fmla="*/ 1963405 h 2398711"/>
              <a:gd name="connsiteX5760" fmla="*/ 1661608 w 2119654"/>
              <a:gd name="connsiteY5760" fmla="*/ 1964165 h 2398711"/>
              <a:gd name="connsiteX5761" fmla="*/ 1663824 w 2119654"/>
              <a:gd name="connsiteY5761" fmla="*/ 1963853 h 2398711"/>
              <a:gd name="connsiteX5762" fmla="*/ 1782353 w 2119654"/>
              <a:gd name="connsiteY5762" fmla="*/ 1693038 h 2398711"/>
              <a:gd name="connsiteX5763" fmla="*/ 1784337 w 2119654"/>
              <a:gd name="connsiteY5763" fmla="*/ 1692653 h 2398711"/>
              <a:gd name="connsiteX5764" fmla="*/ 1783839 w 2119654"/>
              <a:gd name="connsiteY5764" fmla="*/ 1691599 h 2398711"/>
              <a:gd name="connsiteX5765" fmla="*/ 1751794 w 2119654"/>
              <a:gd name="connsiteY5765" fmla="*/ 1761461 h 2398711"/>
              <a:gd name="connsiteX5766" fmla="*/ 1752262 w 2119654"/>
              <a:gd name="connsiteY5766" fmla="*/ 1761409 h 2398711"/>
              <a:gd name="connsiteX5767" fmla="*/ 1754992 w 2119654"/>
              <a:gd name="connsiteY5767" fmla="*/ 1760834 h 2398711"/>
              <a:gd name="connsiteX5768" fmla="*/ 1754905 w 2119654"/>
              <a:gd name="connsiteY5768" fmla="*/ 1759971 h 2398711"/>
              <a:gd name="connsiteX5769" fmla="*/ 1751929 w 2119654"/>
              <a:gd name="connsiteY5769" fmla="*/ 1761263 h 2398711"/>
              <a:gd name="connsiteX5770" fmla="*/ 1734902 w 2119654"/>
              <a:gd name="connsiteY5770" fmla="*/ 1799187 h 2398711"/>
              <a:gd name="connsiteX5771" fmla="*/ 1735144 w 2119654"/>
              <a:gd name="connsiteY5771" fmla="*/ 1801148 h 2398711"/>
              <a:gd name="connsiteX5772" fmla="*/ 1735367 w 2119654"/>
              <a:gd name="connsiteY5772" fmla="*/ 1798951 h 2398711"/>
              <a:gd name="connsiteX5773" fmla="*/ 1793440 w 2119654"/>
              <a:gd name="connsiteY5773" fmla="*/ 1668066 h 2398711"/>
              <a:gd name="connsiteX5774" fmla="*/ 1794514 w 2119654"/>
              <a:gd name="connsiteY5774" fmla="*/ 1667954 h 2398711"/>
              <a:gd name="connsiteX5775" fmla="*/ 1795205 w 2119654"/>
              <a:gd name="connsiteY5775" fmla="*/ 1667198 h 2398711"/>
              <a:gd name="connsiteX5776" fmla="*/ 1793601 w 2119654"/>
              <a:gd name="connsiteY5776" fmla="*/ 1667819 h 2398711"/>
              <a:gd name="connsiteX5777" fmla="*/ 1716460 w 2119654"/>
              <a:gd name="connsiteY5777" fmla="*/ 1840308 h 2398711"/>
              <a:gd name="connsiteX5778" fmla="*/ 1716861 w 2119654"/>
              <a:gd name="connsiteY5778" fmla="*/ 1841156 h 2398711"/>
              <a:gd name="connsiteX5779" fmla="*/ 1716676 w 2119654"/>
              <a:gd name="connsiteY5779" fmla="*/ 1840283 h 2398711"/>
              <a:gd name="connsiteX5780" fmla="*/ 1635799 w 2119654"/>
              <a:gd name="connsiteY5780" fmla="*/ 2020913 h 2398711"/>
              <a:gd name="connsiteX5781" fmla="*/ 1636813 w 2119654"/>
              <a:gd name="connsiteY5781" fmla="*/ 2026758 h 2398711"/>
              <a:gd name="connsiteX5782" fmla="*/ 1636714 w 2119654"/>
              <a:gd name="connsiteY5782" fmla="*/ 2026906 h 2398711"/>
              <a:gd name="connsiteX5783" fmla="*/ 1645547 w 2119654"/>
              <a:gd name="connsiteY5783" fmla="*/ 2021532 h 2398711"/>
              <a:gd name="connsiteX5784" fmla="*/ 1645260 w 2119654"/>
              <a:gd name="connsiteY5784" fmla="*/ 2018721 h 2398711"/>
              <a:gd name="connsiteX5785" fmla="*/ 1864693 w 2119654"/>
              <a:gd name="connsiteY5785" fmla="*/ 1508340 h 2398711"/>
              <a:gd name="connsiteX5786" fmla="*/ 1866659 w 2119654"/>
              <a:gd name="connsiteY5786" fmla="*/ 1506458 h 2398711"/>
              <a:gd name="connsiteX5787" fmla="*/ 1874921 w 2119654"/>
              <a:gd name="connsiteY5787" fmla="*/ 1498327 h 2398711"/>
              <a:gd name="connsiteX5788" fmla="*/ 1869289 w 2119654"/>
              <a:gd name="connsiteY5788" fmla="*/ 1500847 h 2398711"/>
              <a:gd name="connsiteX5789" fmla="*/ 1671089 w 2119654"/>
              <a:gd name="connsiteY5789" fmla="*/ 1941697 h 2398711"/>
              <a:gd name="connsiteX5790" fmla="*/ 1672344 w 2119654"/>
              <a:gd name="connsiteY5790" fmla="*/ 1945202 h 2398711"/>
              <a:gd name="connsiteX5791" fmla="*/ 1674970 w 2119654"/>
              <a:gd name="connsiteY5791" fmla="*/ 1944864 h 2398711"/>
              <a:gd name="connsiteX5792" fmla="*/ 1687836 w 2119654"/>
              <a:gd name="connsiteY5792" fmla="*/ 1940349 h 2398711"/>
              <a:gd name="connsiteX5793" fmla="*/ 1685692 w 2119654"/>
              <a:gd name="connsiteY5793" fmla="*/ 1934323 h 2398711"/>
              <a:gd name="connsiteX5794" fmla="*/ 1685172 w 2119654"/>
              <a:gd name="connsiteY5794" fmla="*/ 1932925 h 2398711"/>
              <a:gd name="connsiteX5795" fmla="*/ 1676532 w 2119654"/>
              <a:gd name="connsiteY5795" fmla="*/ 1936790 h 2398711"/>
              <a:gd name="connsiteX5796" fmla="*/ 1816007 w 2119654"/>
              <a:gd name="connsiteY5796" fmla="*/ 1617162 h 2398711"/>
              <a:gd name="connsiteX5797" fmla="*/ 1817789 w 2119654"/>
              <a:gd name="connsiteY5797" fmla="*/ 1619003 h 2398711"/>
              <a:gd name="connsiteX5798" fmla="*/ 1819575 w 2119654"/>
              <a:gd name="connsiteY5798" fmla="*/ 1617207 h 2398711"/>
              <a:gd name="connsiteX5799" fmla="*/ 1821452 w 2119654"/>
              <a:gd name="connsiteY5799" fmla="*/ 1615163 h 2398711"/>
              <a:gd name="connsiteX5800" fmla="*/ 1820255 w 2119654"/>
              <a:gd name="connsiteY5800" fmla="*/ 1614546 h 2398711"/>
              <a:gd name="connsiteX5801" fmla="*/ 1818295 w 2119654"/>
              <a:gd name="connsiteY5801" fmla="*/ 1615399 h 2398711"/>
              <a:gd name="connsiteX5802" fmla="*/ 1818559 w 2119654"/>
              <a:gd name="connsiteY5802" fmla="*/ 1611320 h 2398711"/>
              <a:gd name="connsiteX5803" fmla="*/ 1822145 w 2119654"/>
              <a:gd name="connsiteY5803" fmla="*/ 1610261 h 2398711"/>
              <a:gd name="connsiteX5804" fmla="*/ 1822496 w 2119654"/>
              <a:gd name="connsiteY5804" fmla="*/ 1610012 h 2398711"/>
              <a:gd name="connsiteX5805" fmla="*/ 1821832 w 2119654"/>
              <a:gd name="connsiteY5805" fmla="*/ 1608891 h 2398711"/>
              <a:gd name="connsiteX5806" fmla="*/ 1834989 w 2119654"/>
              <a:gd name="connsiteY5806" fmla="*/ 1574487 h 2398711"/>
              <a:gd name="connsiteX5807" fmla="*/ 1835097 w 2119654"/>
              <a:gd name="connsiteY5807" fmla="*/ 1574978 h 2398711"/>
              <a:gd name="connsiteX5808" fmla="*/ 1835246 w 2119654"/>
              <a:gd name="connsiteY5808" fmla="*/ 1575423 h 2398711"/>
              <a:gd name="connsiteX5809" fmla="*/ 1836272 w 2119654"/>
              <a:gd name="connsiteY5809" fmla="*/ 1574743 h 2398711"/>
              <a:gd name="connsiteX5810" fmla="*/ 1843082 w 2119654"/>
              <a:gd name="connsiteY5810" fmla="*/ 1566317 h 2398711"/>
              <a:gd name="connsiteX5811" fmla="*/ 1840275 w 2119654"/>
              <a:gd name="connsiteY5811" fmla="*/ 1567539 h 2398711"/>
              <a:gd name="connsiteX5812" fmla="*/ 1760549 w 2119654"/>
              <a:gd name="connsiteY5812" fmla="*/ 1741094 h 2398711"/>
              <a:gd name="connsiteX5813" fmla="*/ 1760647 w 2119654"/>
              <a:gd name="connsiteY5813" fmla="*/ 1741466 h 2398711"/>
              <a:gd name="connsiteX5814" fmla="*/ 1761188 w 2119654"/>
              <a:gd name="connsiteY5814" fmla="*/ 1740676 h 2398711"/>
              <a:gd name="connsiteX5815" fmla="*/ 1736841 w 2119654"/>
              <a:gd name="connsiteY5815" fmla="*/ 1794129 h 2398711"/>
              <a:gd name="connsiteX5816" fmla="*/ 1737491 w 2119654"/>
              <a:gd name="connsiteY5816" fmla="*/ 1794045 h 2398711"/>
              <a:gd name="connsiteX5817" fmla="*/ 1737561 w 2119654"/>
              <a:gd name="connsiteY5817" fmla="*/ 1793756 h 2398711"/>
              <a:gd name="connsiteX5818" fmla="*/ 1811510 w 2119654"/>
              <a:gd name="connsiteY5818" fmla="*/ 1626902 h 2398711"/>
              <a:gd name="connsiteX5819" fmla="*/ 1816889 w 2119654"/>
              <a:gd name="connsiteY5819" fmla="*/ 1625325 h 2398711"/>
              <a:gd name="connsiteX5820" fmla="*/ 1820121 w 2119654"/>
              <a:gd name="connsiteY5820" fmla="*/ 1621524 h 2398711"/>
              <a:gd name="connsiteX5821" fmla="*/ 1818380 w 2119654"/>
              <a:gd name="connsiteY5821" fmla="*/ 1619726 h 2398711"/>
              <a:gd name="connsiteX5822" fmla="*/ 1818232 w 2119654"/>
              <a:gd name="connsiteY5822" fmla="*/ 1619582 h 2398711"/>
              <a:gd name="connsiteX5823" fmla="*/ 1741408 w 2119654"/>
              <a:gd name="connsiteY5823" fmla="*/ 1783826 h 2398711"/>
              <a:gd name="connsiteX5824" fmla="*/ 1740137 w 2119654"/>
              <a:gd name="connsiteY5824" fmla="*/ 1789052 h 2398711"/>
              <a:gd name="connsiteX5825" fmla="*/ 1746784 w 2119654"/>
              <a:gd name="connsiteY5825" fmla="*/ 1786138 h 2398711"/>
              <a:gd name="connsiteX5826" fmla="*/ 1750718 w 2119654"/>
              <a:gd name="connsiteY5826" fmla="*/ 1784309 h 2398711"/>
              <a:gd name="connsiteX5827" fmla="*/ 1748427 w 2119654"/>
              <a:gd name="connsiteY5827" fmla="*/ 1780427 h 2398711"/>
              <a:gd name="connsiteX5828" fmla="*/ 1730064 w 2119654"/>
              <a:gd name="connsiteY5828" fmla="*/ 1809211 h 2398711"/>
              <a:gd name="connsiteX5829" fmla="*/ 1730010 w 2119654"/>
              <a:gd name="connsiteY5829" fmla="*/ 1810401 h 2398711"/>
              <a:gd name="connsiteX5830" fmla="*/ 1731421 w 2119654"/>
              <a:gd name="connsiteY5830" fmla="*/ 1809953 h 2398711"/>
              <a:gd name="connsiteX5831" fmla="*/ 1731210 w 2119654"/>
              <a:gd name="connsiteY5831" fmla="*/ 1808829 h 2398711"/>
              <a:gd name="connsiteX5832" fmla="*/ 1736482 w 2119654"/>
              <a:gd name="connsiteY5832" fmla="*/ 1794624 h 2398711"/>
              <a:gd name="connsiteX5833" fmla="*/ 1736256 w 2119654"/>
              <a:gd name="connsiteY5833" fmla="*/ 1796848 h 2398711"/>
              <a:gd name="connsiteX5834" fmla="*/ 1736303 w 2119654"/>
              <a:gd name="connsiteY5834" fmla="*/ 1797124 h 2398711"/>
              <a:gd name="connsiteX5835" fmla="*/ 1736803 w 2119654"/>
              <a:gd name="connsiteY5835" fmla="*/ 1796871 h 2398711"/>
              <a:gd name="connsiteX5836" fmla="*/ 1737378 w 2119654"/>
              <a:gd name="connsiteY5836" fmla="*/ 1794507 h 2398711"/>
              <a:gd name="connsiteX5837" fmla="*/ 1750321 w 2119654"/>
              <a:gd name="connsiteY5837" fmla="*/ 1763608 h 2398711"/>
              <a:gd name="connsiteX5838" fmla="*/ 1751915 w 2119654"/>
              <a:gd name="connsiteY5838" fmla="*/ 1766765 h 2398711"/>
              <a:gd name="connsiteX5839" fmla="*/ 1754175 w 2119654"/>
              <a:gd name="connsiteY5839" fmla="*/ 1765891 h 2398711"/>
              <a:gd name="connsiteX5840" fmla="*/ 1755434 w 2119654"/>
              <a:gd name="connsiteY5840" fmla="*/ 1765205 h 2398711"/>
              <a:gd name="connsiteX5841" fmla="*/ 1755158 w 2119654"/>
              <a:gd name="connsiteY5841" fmla="*/ 1762475 h 2398711"/>
              <a:gd name="connsiteX5842" fmla="*/ 1750764 w 2119654"/>
              <a:gd name="connsiteY5842" fmla="*/ 1762961 h 2398711"/>
              <a:gd name="connsiteX5843" fmla="*/ 1862971 w 2119654"/>
              <a:gd name="connsiteY5843" fmla="*/ 1511148 h 2398711"/>
              <a:gd name="connsiteX5844" fmla="*/ 1863794 w 2119654"/>
              <a:gd name="connsiteY5844" fmla="*/ 1512841 h 2398711"/>
              <a:gd name="connsiteX5845" fmla="*/ 1864942 w 2119654"/>
              <a:gd name="connsiteY5845" fmla="*/ 1512367 h 2398711"/>
              <a:gd name="connsiteX5846" fmla="*/ 1870990 w 2119654"/>
              <a:gd name="connsiteY5846" fmla="*/ 1508176 h 2398711"/>
              <a:gd name="connsiteX5847" fmla="*/ 1884042 w 2119654"/>
              <a:gd name="connsiteY5847" fmla="*/ 1498862 h 2398711"/>
              <a:gd name="connsiteX5848" fmla="*/ 1894865 w 2119654"/>
              <a:gd name="connsiteY5848" fmla="*/ 1489405 h 2398711"/>
              <a:gd name="connsiteX5849" fmla="*/ 1875385 w 2119654"/>
              <a:gd name="connsiteY5849" fmla="*/ 1498119 h 2398711"/>
              <a:gd name="connsiteX5850" fmla="*/ 1864229 w 2119654"/>
              <a:gd name="connsiteY5850" fmla="*/ 1509096 h 2398711"/>
              <a:gd name="connsiteX5851" fmla="*/ 1741740 w 2119654"/>
              <a:gd name="connsiteY5851" fmla="*/ 1782463 h 2398711"/>
              <a:gd name="connsiteX5852" fmla="*/ 1741632 w 2119654"/>
              <a:gd name="connsiteY5852" fmla="*/ 1782904 h 2398711"/>
              <a:gd name="connsiteX5853" fmla="*/ 1746826 w 2119654"/>
              <a:gd name="connsiteY5853" fmla="*/ 1780645 h 2398711"/>
              <a:gd name="connsiteX5854" fmla="*/ 1748171 w 2119654"/>
              <a:gd name="connsiteY5854" fmla="*/ 1779993 h 2398711"/>
              <a:gd name="connsiteX5855" fmla="*/ 1747115 w 2119654"/>
              <a:gd name="connsiteY5855" fmla="*/ 1778204 h 2398711"/>
              <a:gd name="connsiteX5856" fmla="*/ 1792784 w 2119654"/>
              <a:gd name="connsiteY5856" fmla="*/ 1668134 h 2398711"/>
              <a:gd name="connsiteX5857" fmla="*/ 1793129 w 2119654"/>
              <a:gd name="connsiteY5857" fmla="*/ 1668098 h 2398711"/>
              <a:gd name="connsiteX5858" fmla="*/ 1793170 w 2119654"/>
              <a:gd name="connsiteY5858" fmla="*/ 1668037 h 2398711"/>
              <a:gd name="connsiteX5859" fmla="*/ 1793149 w 2119654"/>
              <a:gd name="connsiteY5859" fmla="*/ 1667994 h 2398711"/>
              <a:gd name="connsiteX5860" fmla="*/ 1686556 w 2119654"/>
              <a:gd name="connsiteY5860" fmla="*/ 1905664 h 2398711"/>
              <a:gd name="connsiteX5861" fmla="*/ 1686518 w 2119654"/>
              <a:gd name="connsiteY5861" fmla="*/ 1906640 h 2398711"/>
              <a:gd name="connsiteX5862" fmla="*/ 1690069 w 2119654"/>
              <a:gd name="connsiteY5862" fmla="*/ 1906019 h 2398711"/>
              <a:gd name="connsiteX5863" fmla="*/ 1689847 w 2119654"/>
              <a:gd name="connsiteY5863" fmla="*/ 1906267 h 2398711"/>
              <a:gd name="connsiteX5864" fmla="*/ 1686510 w 2119654"/>
              <a:gd name="connsiteY5864" fmla="*/ 1906850 h 2398711"/>
              <a:gd name="connsiteX5865" fmla="*/ 1686447 w 2119654"/>
              <a:gd name="connsiteY5865" fmla="*/ 1908465 h 2398711"/>
              <a:gd name="connsiteX5866" fmla="*/ 1690547 w 2119654"/>
              <a:gd name="connsiteY5866" fmla="*/ 1906805 h 2398711"/>
              <a:gd name="connsiteX5867" fmla="*/ 1689993 w 2119654"/>
              <a:gd name="connsiteY5867" fmla="*/ 1903822 h 2398711"/>
              <a:gd name="connsiteX5868" fmla="*/ 1645379 w 2119654"/>
              <a:gd name="connsiteY5868" fmla="*/ 1997628 h 2398711"/>
              <a:gd name="connsiteX5869" fmla="*/ 1645647 w 2119654"/>
              <a:gd name="connsiteY5869" fmla="*/ 2000258 h 2398711"/>
              <a:gd name="connsiteX5870" fmla="*/ 1648017 w 2119654"/>
              <a:gd name="connsiteY5870" fmla="*/ 2000206 h 2398711"/>
              <a:gd name="connsiteX5871" fmla="*/ 1656726 w 2119654"/>
              <a:gd name="connsiteY5871" fmla="*/ 1999898 h 2398711"/>
              <a:gd name="connsiteX5872" fmla="*/ 1657154 w 2119654"/>
              <a:gd name="connsiteY5872" fmla="*/ 1996426 h 2398711"/>
              <a:gd name="connsiteX5873" fmla="*/ 1742088 w 2119654"/>
              <a:gd name="connsiteY5873" fmla="*/ 1781032 h 2398711"/>
              <a:gd name="connsiteX5874" fmla="*/ 1741957 w 2119654"/>
              <a:gd name="connsiteY5874" fmla="*/ 1781570 h 2398711"/>
              <a:gd name="connsiteX5875" fmla="*/ 1745855 w 2119654"/>
              <a:gd name="connsiteY5875" fmla="*/ 1778565 h 2398711"/>
              <a:gd name="connsiteX5876" fmla="*/ 1745844 w 2119654"/>
              <a:gd name="connsiteY5876" fmla="*/ 1778502 h 2398711"/>
              <a:gd name="connsiteX5877" fmla="*/ 1743711 w 2119654"/>
              <a:gd name="connsiteY5877" fmla="*/ 1779265 h 2398711"/>
              <a:gd name="connsiteX5878" fmla="*/ 1833283 w 2119654"/>
              <a:gd name="connsiteY5878" fmla="*/ 1576727 h 2398711"/>
              <a:gd name="connsiteX5879" fmla="*/ 1833617 w 2119654"/>
              <a:gd name="connsiteY5879" fmla="*/ 1576507 h 2398711"/>
              <a:gd name="connsiteX5880" fmla="*/ 1833567 w 2119654"/>
              <a:gd name="connsiteY5880" fmla="*/ 1576354 h 2398711"/>
              <a:gd name="connsiteX5881" fmla="*/ 1645509 w 2119654"/>
              <a:gd name="connsiteY5881" fmla="*/ 1997109 h 2398711"/>
              <a:gd name="connsiteX5882" fmla="*/ 1657217 w 2119654"/>
              <a:gd name="connsiteY5882" fmla="*/ 1995914 h 2398711"/>
              <a:gd name="connsiteX5883" fmla="*/ 1657736 w 2119654"/>
              <a:gd name="connsiteY5883" fmla="*/ 1991718 h 2398711"/>
              <a:gd name="connsiteX5884" fmla="*/ 1646698 w 2119654"/>
              <a:gd name="connsiteY5884" fmla="*/ 1996058 h 2398711"/>
              <a:gd name="connsiteX5885" fmla="*/ 1861262 w 2119654"/>
              <a:gd name="connsiteY5885" fmla="*/ 1513887 h 2398711"/>
              <a:gd name="connsiteX5886" fmla="*/ 1863410 w 2119654"/>
              <a:gd name="connsiteY5886" fmla="*/ 1512999 h 2398711"/>
              <a:gd name="connsiteX5887" fmla="*/ 1862714 w 2119654"/>
              <a:gd name="connsiteY5887" fmla="*/ 1511567 h 2398711"/>
              <a:gd name="connsiteX5888" fmla="*/ 1862260 w 2119654"/>
              <a:gd name="connsiteY5888" fmla="*/ 1512307 h 2398711"/>
              <a:gd name="connsiteX5889" fmla="*/ 1678447 w 2119654"/>
              <a:gd name="connsiteY5889" fmla="*/ 1923223 h 2398711"/>
              <a:gd name="connsiteX5890" fmla="*/ 1679422 w 2119654"/>
              <a:gd name="connsiteY5890" fmla="*/ 1923062 h 2398711"/>
              <a:gd name="connsiteX5891" fmla="*/ 1681158 w 2119654"/>
              <a:gd name="connsiteY5891" fmla="*/ 1922115 h 2398711"/>
              <a:gd name="connsiteX5892" fmla="*/ 1681070 w 2119654"/>
              <a:gd name="connsiteY5892" fmla="*/ 1921879 h 2398711"/>
              <a:gd name="connsiteX5893" fmla="*/ 1829593 w 2119654"/>
              <a:gd name="connsiteY5893" fmla="*/ 1584611 h 2398711"/>
              <a:gd name="connsiteX5894" fmla="*/ 1830292 w 2119654"/>
              <a:gd name="connsiteY5894" fmla="*/ 1585995 h 2398711"/>
              <a:gd name="connsiteX5895" fmla="*/ 1836228 w 2119654"/>
              <a:gd name="connsiteY5895" fmla="*/ 1584368 h 2398711"/>
              <a:gd name="connsiteX5896" fmla="*/ 1835244 w 2119654"/>
              <a:gd name="connsiteY5896" fmla="*/ 1581405 h 2398711"/>
              <a:gd name="connsiteX5897" fmla="*/ 1833853 w 2119654"/>
              <a:gd name="connsiteY5897" fmla="*/ 1581566 h 2398711"/>
              <a:gd name="connsiteX5898" fmla="*/ 1765804 w 2119654"/>
              <a:gd name="connsiteY5898" fmla="*/ 1727353 h 2398711"/>
              <a:gd name="connsiteX5899" fmla="*/ 1768592 w 2119654"/>
              <a:gd name="connsiteY5899" fmla="*/ 1729861 h 2398711"/>
              <a:gd name="connsiteX5900" fmla="*/ 1768605 w 2119654"/>
              <a:gd name="connsiteY5900" fmla="*/ 1729858 h 2398711"/>
              <a:gd name="connsiteX5901" fmla="*/ 1769287 w 2119654"/>
              <a:gd name="connsiteY5901" fmla="*/ 1728864 h 2398711"/>
              <a:gd name="connsiteX5902" fmla="*/ 1767348 w 2119654"/>
              <a:gd name="connsiteY5902" fmla="*/ 1726256 h 2398711"/>
              <a:gd name="connsiteX5903" fmla="*/ 1587601 w 2119654"/>
              <a:gd name="connsiteY5903" fmla="*/ 2126327 h 2398711"/>
              <a:gd name="connsiteX5904" fmla="*/ 1584387 w 2119654"/>
              <a:gd name="connsiteY5904" fmla="*/ 2137019 h 2398711"/>
              <a:gd name="connsiteX5905" fmla="*/ 1592238 w 2119654"/>
              <a:gd name="connsiteY5905" fmla="*/ 2134868 h 2398711"/>
              <a:gd name="connsiteX5906" fmla="*/ 1591989 w 2119654"/>
              <a:gd name="connsiteY5906" fmla="*/ 2127641 h 2398711"/>
              <a:gd name="connsiteX5907" fmla="*/ 1824587 w 2119654"/>
              <a:gd name="connsiteY5907" fmla="*/ 1595657 h 2398711"/>
              <a:gd name="connsiteX5908" fmla="*/ 1824778 w 2119654"/>
              <a:gd name="connsiteY5908" fmla="*/ 1597547 h 2398711"/>
              <a:gd name="connsiteX5909" fmla="*/ 1825519 w 2119654"/>
              <a:gd name="connsiteY5909" fmla="*/ 1597281 h 2398711"/>
              <a:gd name="connsiteX5910" fmla="*/ 1824589 w 2119654"/>
              <a:gd name="connsiteY5910" fmla="*/ 1595654 h 2398711"/>
              <a:gd name="connsiteX5911" fmla="*/ 1840655 w 2119654"/>
              <a:gd name="connsiteY5911" fmla="*/ 1559560 h 2398711"/>
              <a:gd name="connsiteX5912" fmla="*/ 1842790 w 2119654"/>
              <a:gd name="connsiteY5912" fmla="*/ 1563833 h 2398711"/>
              <a:gd name="connsiteX5913" fmla="*/ 1847029 w 2119654"/>
              <a:gd name="connsiteY5913" fmla="*/ 1558262 h 2398711"/>
              <a:gd name="connsiteX5914" fmla="*/ 1847066 w 2119654"/>
              <a:gd name="connsiteY5914" fmla="*/ 1558612 h 2398711"/>
              <a:gd name="connsiteX5915" fmla="*/ 1842910 w 2119654"/>
              <a:gd name="connsiteY5915" fmla="*/ 1564075 h 2398711"/>
              <a:gd name="connsiteX5916" fmla="*/ 1842950 w 2119654"/>
              <a:gd name="connsiteY5916" fmla="*/ 1564157 h 2398711"/>
              <a:gd name="connsiteX5917" fmla="*/ 1844155 w 2119654"/>
              <a:gd name="connsiteY5917" fmla="*/ 1563734 h 2398711"/>
              <a:gd name="connsiteX5918" fmla="*/ 1846834 w 2119654"/>
              <a:gd name="connsiteY5918" fmla="*/ 1561677 h 2398711"/>
              <a:gd name="connsiteX5919" fmla="*/ 1857349 w 2119654"/>
              <a:gd name="connsiteY5919" fmla="*/ 1548671 h 2398711"/>
              <a:gd name="connsiteX5920" fmla="*/ 1816917 w 2119654"/>
              <a:gd name="connsiteY5920" fmla="*/ 1612538 h 2398711"/>
              <a:gd name="connsiteX5921" fmla="*/ 1818068 w 2119654"/>
              <a:gd name="connsiteY5921" fmla="*/ 1613151 h 2398711"/>
              <a:gd name="connsiteX5922" fmla="*/ 1821442 w 2119654"/>
              <a:gd name="connsiteY5922" fmla="*/ 1610759 h 2398711"/>
              <a:gd name="connsiteX5923" fmla="*/ 1817784 w 2119654"/>
              <a:gd name="connsiteY5923" fmla="*/ 1611894 h 2398711"/>
              <a:gd name="connsiteX5924" fmla="*/ 1860103 w 2119654"/>
              <a:gd name="connsiteY5924" fmla="*/ 1515720 h 2398711"/>
              <a:gd name="connsiteX5925" fmla="*/ 1863566 w 2119654"/>
              <a:gd name="connsiteY5925" fmla="*/ 1513320 h 2398711"/>
              <a:gd name="connsiteX5926" fmla="*/ 1863518 w 2119654"/>
              <a:gd name="connsiteY5926" fmla="*/ 1513221 h 2398711"/>
              <a:gd name="connsiteX5927" fmla="*/ 1861001 w 2119654"/>
              <a:gd name="connsiteY5927" fmla="*/ 1514300 h 2398711"/>
              <a:gd name="connsiteX5928" fmla="*/ 1758011 w 2119654"/>
              <a:gd name="connsiteY5928" fmla="*/ 1744268 h 2398711"/>
              <a:gd name="connsiteX5929" fmla="*/ 1758145 w 2119654"/>
              <a:gd name="connsiteY5929" fmla="*/ 1744511 h 2398711"/>
              <a:gd name="connsiteX5930" fmla="*/ 1758066 w 2119654"/>
              <a:gd name="connsiteY5930" fmla="*/ 1744245 h 2398711"/>
              <a:gd name="connsiteX5931" fmla="*/ 1782938 w 2119654"/>
              <a:gd name="connsiteY5931" fmla="*/ 1688441 h 2398711"/>
              <a:gd name="connsiteX5932" fmla="*/ 1783852 w 2119654"/>
              <a:gd name="connsiteY5932" fmla="*/ 1690376 h 2398711"/>
              <a:gd name="connsiteX5933" fmla="*/ 1791208 w 2119654"/>
              <a:gd name="connsiteY5933" fmla="*/ 1683272 h 2398711"/>
              <a:gd name="connsiteX5934" fmla="*/ 1787050 w 2119654"/>
              <a:gd name="connsiteY5934" fmla="*/ 1684138 h 2398711"/>
              <a:gd name="connsiteX5935" fmla="*/ 1662081 w 2119654"/>
              <a:gd name="connsiteY5935" fmla="*/ 1959007 h 2398711"/>
              <a:gd name="connsiteX5936" fmla="*/ 1661696 w 2119654"/>
              <a:gd name="connsiteY5936" fmla="*/ 1963204 h 2398711"/>
              <a:gd name="connsiteX5937" fmla="*/ 1664409 w 2119654"/>
              <a:gd name="connsiteY5937" fmla="*/ 1963770 h 2398711"/>
              <a:gd name="connsiteX5938" fmla="*/ 1674306 w 2119654"/>
              <a:gd name="connsiteY5938" fmla="*/ 1962373 h 2398711"/>
              <a:gd name="connsiteX5939" fmla="*/ 1680790 w 2119654"/>
              <a:gd name="connsiteY5939" fmla="*/ 1961190 h 2398711"/>
              <a:gd name="connsiteX5940" fmla="*/ 1686675 w 2119654"/>
              <a:gd name="connsiteY5940" fmla="*/ 1958957 h 2398711"/>
              <a:gd name="connsiteX5941" fmla="*/ 1691857 w 2119654"/>
              <a:gd name="connsiteY5941" fmla="*/ 1953993 h 2398711"/>
              <a:gd name="connsiteX5942" fmla="*/ 1691941 w 2119654"/>
              <a:gd name="connsiteY5942" fmla="*/ 1949186 h 2398711"/>
              <a:gd name="connsiteX5943" fmla="*/ 1691183 w 2119654"/>
              <a:gd name="connsiteY5943" fmla="*/ 1949312 h 2398711"/>
              <a:gd name="connsiteX5944" fmla="*/ 1691202 w 2119654"/>
              <a:gd name="connsiteY5944" fmla="*/ 1949365 h 2398711"/>
              <a:gd name="connsiteX5945" fmla="*/ 1691114 w 2119654"/>
              <a:gd name="connsiteY5945" fmla="*/ 1949563 h 2398711"/>
              <a:gd name="connsiteX5946" fmla="*/ 1691034 w 2119654"/>
              <a:gd name="connsiteY5946" fmla="*/ 1949336 h 2398711"/>
              <a:gd name="connsiteX5947" fmla="*/ 1687142 w 2119654"/>
              <a:gd name="connsiteY5947" fmla="*/ 1949978 h 2398711"/>
              <a:gd name="connsiteX5948" fmla="*/ 1672318 w 2119654"/>
              <a:gd name="connsiteY5948" fmla="*/ 1952221 h 2398711"/>
              <a:gd name="connsiteX5949" fmla="*/ 1637160 w 2119654"/>
              <a:gd name="connsiteY5949" fmla="*/ 2014760 h 2398711"/>
              <a:gd name="connsiteX5950" fmla="*/ 1639568 w 2119654"/>
              <a:gd name="connsiteY5950" fmla="*/ 2014279 h 2398711"/>
              <a:gd name="connsiteX5951" fmla="*/ 1638735 w 2119654"/>
              <a:gd name="connsiteY5951" fmla="*/ 2014104 h 2398711"/>
              <a:gd name="connsiteX5952" fmla="*/ 1711212 w 2119654"/>
              <a:gd name="connsiteY5952" fmla="*/ 1848879 h 2398711"/>
              <a:gd name="connsiteX5953" fmla="*/ 1711420 w 2119654"/>
              <a:gd name="connsiteY5953" fmla="*/ 1849309 h 2398711"/>
              <a:gd name="connsiteX5954" fmla="*/ 1712734 w 2119654"/>
              <a:gd name="connsiteY5954" fmla="*/ 1848217 h 2398711"/>
              <a:gd name="connsiteX5955" fmla="*/ 1702063 w 2119654"/>
              <a:gd name="connsiteY5955" fmla="*/ 1869316 h 2398711"/>
              <a:gd name="connsiteX5956" fmla="*/ 1703088 w 2119654"/>
              <a:gd name="connsiteY5956" fmla="*/ 1872015 h 2398711"/>
              <a:gd name="connsiteX5957" fmla="*/ 1707155 w 2119654"/>
              <a:gd name="connsiteY5957" fmla="*/ 1872061 h 2398711"/>
              <a:gd name="connsiteX5958" fmla="*/ 1706451 w 2119654"/>
              <a:gd name="connsiteY5958" fmla="*/ 1867525 h 2398711"/>
              <a:gd name="connsiteX5959" fmla="*/ 1628854 w 2119654"/>
              <a:gd name="connsiteY5959" fmla="*/ 2033234 h 2398711"/>
              <a:gd name="connsiteX5960" fmla="*/ 1635008 w 2119654"/>
              <a:gd name="connsiteY5960" fmla="*/ 2032632 h 2398711"/>
              <a:gd name="connsiteX5961" fmla="*/ 1630554 w 2119654"/>
              <a:gd name="connsiteY5961" fmla="*/ 2032179 h 2398711"/>
              <a:gd name="connsiteX5962" fmla="*/ 1630527 w 2119654"/>
              <a:gd name="connsiteY5962" fmla="*/ 2032195 h 2398711"/>
              <a:gd name="connsiteX5963" fmla="*/ 1630494 w 2119654"/>
              <a:gd name="connsiteY5963" fmla="*/ 2032186 h 2398711"/>
              <a:gd name="connsiteX5964" fmla="*/ 1629608 w 2119654"/>
              <a:gd name="connsiteY5964" fmla="*/ 2032774 h 2398711"/>
              <a:gd name="connsiteX5965" fmla="*/ 1757525 w 2119654"/>
              <a:gd name="connsiteY5965" fmla="*/ 1744841 h 2398711"/>
              <a:gd name="connsiteX5966" fmla="*/ 1757532 w 2119654"/>
              <a:gd name="connsiteY5966" fmla="*/ 1744863 h 2398711"/>
              <a:gd name="connsiteX5967" fmla="*/ 1757572 w 2119654"/>
              <a:gd name="connsiteY5967" fmla="*/ 1744846 h 2398711"/>
              <a:gd name="connsiteX5968" fmla="*/ 1859109 w 2119654"/>
              <a:gd name="connsiteY5968" fmla="*/ 1517294 h 2398711"/>
              <a:gd name="connsiteX5969" fmla="*/ 1864533 w 2119654"/>
              <a:gd name="connsiteY5969" fmla="*/ 1515308 h 2398711"/>
              <a:gd name="connsiteX5970" fmla="*/ 1863741 w 2119654"/>
              <a:gd name="connsiteY5970" fmla="*/ 1513680 h 2398711"/>
              <a:gd name="connsiteX5971" fmla="*/ 1859463 w 2119654"/>
              <a:gd name="connsiteY5971" fmla="*/ 1516733 h 2398711"/>
              <a:gd name="connsiteX5972" fmla="*/ 1746800 w 2119654"/>
              <a:gd name="connsiteY5972" fmla="*/ 1768742 h 2398711"/>
              <a:gd name="connsiteX5973" fmla="*/ 1750673 w 2119654"/>
              <a:gd name="connsiteY5973" fmla="*/ 1767245 h 2398711"/>
              <a:gd name="connsiteX5974" fmla="*/ 1749466 w 2119654"/>
              <a:gd name="connsiteY5974" fmla="*/ 1764854 h 2398711"/>
              <a:gd name="connsiteX5975" fmla="*/ 1628428 w 2119654"/>
              <a:gd name="connsiteY5975" fmla="*/ 2033771 h 2398711"/>
              <a:gd name="connsiteX5976" fmla="*/ 1625624 w 2119654"/>
              <a:gd name="connsiteY5976" fmla="*/ 2040213 h 2398711"/>
              <a:gd name="connsiteX5977" fmla="*/ 1646777 w 2119654"/>
              <a:gd name="connsiteY5977" fmla="*/ 2041263 h 2398711"/>
              <a:gd name="connsiteX5978" fmla="*/ 1646993 w 2119654"/>
              <a:gd name="connsiteY5978" fmla="*/ 2035705 h 2398711"/>
              <a:gd name="connsiteX5979" fmla="*/ 1646802 w 2119654"/>
              <a:gd name="connsiteY5979" fmla="*/ 2033830 h 2398711"/>
              <a:gd name="connsiteX5980" fmla="*/ 1637279 w 2119654"/>
              <a:gd name="connsiteY5980" fmla="*/ 2032863 h 2398711"/>
              <a:gd name="connsiteX5981" fmla="*/ 1634154 w 2119654"/>
              <a:gd name="connsiteY5981" fmla="*/ 2033212 h 2398711"/>
              <a:gd name="connsiteX5982" fmla="*/ 1744945 w 2119654"/>
              <a:gd name="connsiteY5982" fmla="*/ 1772830 h 2398711"/>
              <a:gd name="connsiteX5983" fmla="*/ 1745167 w 2119654"/>
              <a:gd name="connsiteY5983" fmla="*/ 1774072 h 2398711"/>
              <a:gd name="connsiteX5984" fmla="*/ 1745195 w 2119654"/>
              <a:gd name="connsiteY5984" fmla="*/ 1774120 h 2398711"/>
              <a:gd name="connsiteX5985" fmla="*/ 1748834 w 2119654"/>
              <a:gd name="connsiteY5985" fmla="*/ 1773005 h 2398711"/>
              <a:gd name="connsiteX5986" fmla="*/ 1751341 w 2119654"/>
              <a:gd name="connsiteY5986" fmla="*/ 1770274 h 2398711"/>
              <a:gd name="connsiteX5987" fmla="*/ 1736862 w 2119654"/>
              <a:gd name="connsiteY5987" fmla="*/ 1790881 h 2398711"/>
              <a:gd name="connsiteX5988" fmla="*/ 1736568 w 2119654"/>
              <a:gd name="connsiteY5988" fmla="*/ 1793778 h 2398711"/>
              <a:gd name="connsiteX5989" fmla="*/ 1737683 w 2119654"/>
              <a:gd name="connsiteY5989" fmla="*/ 1793255 h 2398711"/>
              <a:gd name="connsiteX5990" fmla="*/ 1738438 w 2119654"/>
              <a:gd name="connsiteY5990" fmla="*/ 1790151 h 2398711"/>
              <a:gd name="connsiteX5991" fmla="*/ 1736948 w 2119654"/>
              <a:gd name="connsiteY5991" fmla="*/ 1790844 h 2398711"/>
              <a:gd name="connsiteX5992" fmla="*/ 1694592 w 2119654"/>
              <a:gd name="connsiteY5992" fmla="*/ 1885471 h 2398711"/>
              <a:gd name="connsiteX5993" fmla="*/ 1694613 w 2119654"/>
              <a:gd name="connsiteY5993" fmla="*/ 1885941 h 2398711"/>
              <a:gd name="connsiteX5994" fmla="*/ 1700726 w 2119654"/>
              <a:gd name="connsiteY5994" fmla="*/ 1887663 h 2398711"/>
              <a:gd name="connsiteX5995" fmla="*/ 1705336 w 2119654"/>
              <a:gd name="connsiteY5995" fmla="*/ 1884114 h 2398711"/>
              <a:gd name="connsiteX5996" fmla="*/ 1704941 w 2119654"/>
              <a:gd name="connsiteY5996" fmla="*/ 1883074 h 2398711"/>
              <a:gd name="connsiteX5997" fmla="*/ 1696911 w 2119654"/>
              <a:gd name="connsiteY5997" fmla="*/ 1884222 h 2398711"/>
              <a:gd name="connsiteX5998" fmla="*/ 1631035 w 2119654"/>
              <a:gd name="connsiteY5998" fmla="*/ 2027781 h 2398711"/>
              <a:gd name="connsiteX5999" fmla="*/ 1629669 w 2119654"/>
              <a:gd name="connsiteY5999" fmla="*/ 2030920 h 2398711"/>
              <a:gd name="connsiteX6000" fmla="*/ 1630008 w 2119654"/>
              <a:gd name="connsiteY6000" fmla="*/ 2030986 h 2398711"/>
              <a:gd name="connsiteX6001" fmla="*/ 1635606 w 2119654"/>
              <a:gd name="connsiteY6001" fmla="*/ 2027581 h 2398711"/>
              <a:gd name="connsiteX6002" fmla="*/ 1743167 w 2119654"/>
              <a:gd name="connsiteY6002" fmla="*/ 1776593 h 2398711"/>
              <a:gd name="connsiteX6003" fmla="*/ 1742535 w 2119654"/>
              <a:gd name="connsiteY6003" fmla="*/ 1779194 h 2398711"/>
              <a:gd name="connsiteX6004" fmla="*/ 1743450 w 2119654"/>
              <a:gd name="connsiteY6004" fmla="*/ 1778867 h 2398711"/>
              <a:gd name="connsiteX6005" fmla="*/ 1745510 w 2119654"/>
              <a:gd name="connsiteY6005" fmla="*/ 1776624 h 2398711"/>
              <a:gd name="connsiteX6006" fmla="*/ 1745383 w 2119654"/>
              <a:gd name="connsiteY6006" fmla="*/ 1775914 h 2398711"/>
              <a:gd name="connsiteX6007" fmla="*/ 1633825 w 2119654"/>
              <a:gd name="connsiteY6007" fmla="*/ 2021370 h 2398711"/>
              <a:gd name="connsiteX6008" fmla="*/ 1631213 w 2119654"/>
              <a:gd name="connsiteY6008" fmla="*/ 2027372 h 2398711"/>
              <a:gd name="connsiteX6009" fmla="*/ 1636314 w 2119654"/>
              <a:gd name="connsiteY6009" fmla="*/ 2027149 h 2398711"/>
              <a:gd name="connsiteX6010" fmla="*/ 1636634 w 2119654"/>
              <a:gd name="connsiteY6010" fmla="*/ 2026954 h 2398711"/>
              <a:gd name="connsiteX6011" fmla="*/ 1635593 w 2119654"/>
              <a:gd name="connsiteY6011" fmla="*/ 2020961 h 2398711"/>
              <a:gd name="connsiteX6012" fmla="*/ 1831114 w 2119654"/>
              <a:gd name="connsiteY6012" fmla="*/ 1579579 h 2398711"/>
              <a:gd name="connsiteX6013" fmla="*/ 1832995 w 2119654"/>
              <a:gd name="connsiteY6013" fmla="*/ 1578795 h 2398711"/>
              <a:gd name="connsiteX6014" fmla="*/ 1833975 w 2119654"/>
              <a:gd name="connsiteY6014" fmla="*/ 1577583 h 2398711"/>
              <a:gd name="connsiteX6015" fmla="*/ 1833781 w 2119654"/>
              <a:gd name="connsiteY6015" fmla="*/ 1576999 h 2398711"/>
              <a:gd name="connsiteX6016" fmla="*/ 1832358 w 2119654"/>
              <a:gd name="connsiteY6016" fmla="*/ 1577944 h 2398711"/>
              <a:gd name="connsiteX6017" fmla="*/ 1714174 w 2119654"/>
              <a:gd name="connsiteY6017" fmla="*/ 1841392 h 2398711"/>
              <a:gd name="connsiteX6018" fmla="*/ 1716526 w 2119654"/>
              <a:gd name="connsiteY6018" fmla="*/ 1841382 h 2398711"/>
              <a:gd name="connsiteX6019" fmla="*/ 1716041 w 2119654"/>
              <a:gd name="connsiteY6019" fmla="*/ 1840358 h 2398711"/>
              <a:gd name="connsiteX6020" fmla="*/ 1715234 w 2119654"/>
              <a:gd name="connsiteY6020" fmla="*/ 1840453 h 2398711"/>
              <a:gd name="connsiteX6021" fmla="*/ 1670326 w 2119654"/>
              <a:gd name="connsiteY6021" fmla="*/ 1939567 h 2398711"/>
              <a:gd name="connsiteX6022" fmla="*/ 1670895 w 2119654"/>
              <a:gd name="connsiteY6022" fmla="*/ 1941155 h 2398711"/>
              <a:gd name="connsiteX6023" fmla="*/ 1674953 w 2119654"/>
              <a:gd name="connsiteY6023" fmla="*/ 1937497 h 2398711"/>
              <a:gd name="connsiteX6024" fmla="*/ 1671277 w 2119654"/>
              <a:gd name="connsiteY6024" fmla="*/ 1939141 h 2398711"/>
              <a:gd name="connsiteX6025" fmla="*/ 1671393 w 2119654"/>
              <a:gd name="connsiteY6025" fmla="*/ 1939359 h 2398711"/>
              <a:gd name="connsiteX6026" fmla="*/ 1671334 w 2119654"/>
              <a:gd name="connsiteY6026" fmla="*/ 1939578 h 2398711"/>
              <a:gd name="connsiteX6027" fmla="*/ 1671134 w 2119654"/>
              <a:gd name="connsiteY6027" fmla="*/ 1939205 h 2398711"/>
              <a:gd name="connsiteX6028" fmla="*/ 1870094 w 2119654"/>
              <a:gd name="connsiteY6028" fmla="*/ 1492244 h 2398711"/>
              <a:gd name="connsiteX6029" fmla="*/ 1876929 w 2119654"/>
              <a:gd name="connsiteY6029" fmla="*/ 1487777 h 2398711"/>
              <a:gd name="connsiteX6030" fmla="*/ 1878038 w 2119654"/>
              <a:gd name="connsiteY6030" fmla="*/ 1486028 h 2398711"/>
              <a:gd name="connsiteX6031" fmla="*/ 1635139 w 2119654"/>
              <a:gd name="connsiteY6031" fmla="*/ 2018350 h 2398711"/>
              <a:gd name="connsiteX6032" fmla="*/ 1634477 w 2119654"/>
              <a:gd name="connsiteY6032" fmla="*/ 2019873 h 2398711"/>
              <a:gd name="connsiteX6033" fmla="*/ 1635368 w 2119654"/>
              <a:gd name="connsiteY6033" fmla="*/ 2019666 h 2398711"/>
              <a:gd name="connsiteX6034" fmla="*/ 1618917 w 2119654"/>
              <a:gd name="connsiteY6034" fmla="*/ 2054671 h 2398711"/>
              <a:gd name="connsiteX6035" fmla="*/ 1619067 w 2119654"/>
              <a:gd name="connsiteY6035" fmla="*/ 2056280 h 2398711"/>
              <a:gd name="connsiteX6036" fmla="*/ 1619202 w 2119654"/>
              <a:gd name="connsiteY6036" fmla="*/ 2058000 h 2398711"/>
              <a:gd name="connsiteX6037" fmla="*/ 1622570 w 2119654"/>
              <a:gd name="connsiteY6037" fmla="*/ 2057884 h 2398711"/>
              <a:gd name="connsiteX6038" fmla="*/ 1646293 w 2119654"/>
              <a:gd name="connsiteY6038" fmla="*/ 2053691 h 2398711"/>
              <a:gd name="connsiteX6039" fmla="*/ 1646768 w 2119654"/>
              <a:gd name="connsiteY6039" fmla="*/ 2041484 h 2398711"/>
              <a:gd name="connsiteX6040" fmla="*/ 1628986 w 2119654"/>
              <a:gd name="connsiteY6040" fmla="*/ 2040847 h 2398711"/>
              <a:gd name="connsiteX6041" fmla="*/ 1625425 w 2119654"/>
              <a:gd name="connsiteY6041" fmla="*/ 2040670 h 2398711"/>
              <a:gd name="connsiteX6042" fmla="*/ 1623069 w 2119654"/>
              <a:gd name="connsiteY6042" fmla="*/ 2046084 h 2398711"/>
              <a:gd name="connsiteX6043" fmla="*/ 1622690 w 2119654"/>
              <a:gd name="connsiteY6043" fmla="*/ 2046869 h 2398711"/>
              <a:gd name="connsiteX6044" fmla="*/ 1639759 w 2119654"/>
              <a:gd name="connsiteY6044" fmla="*/ 2051996 h 2398711"/>
              <a:gd name="connsiteX6045" fmla="*/ 1639447 w 2119654"/>
              <a:gd name="connsiteY6045" fmla="*/ 2052153 h 2398711"/>
              <a:gd name="connsiteX6046" fmla="*/ 1622584 w 2119654"/>
              <a:gd name="connsiteY6046" fmla="*/ 2047089 h 2398711"/>
              <a:gd name="connsiteX6047" fmla="*/ 1757418 w 2119654"/>
              <a:gd name="connsiteY6047" fmla="*/ 1744518 h 2398711"/>
              <a:gd name="connsiteX6048" fmla="*/ 1757463 w 2119654"/>
              <a:gd name="connsiteY6048" fmla="*/ 1744654 h 2398711"/>
              <a:gd name="connsiteX6049" fmla="*/ 1757530 w 2119654"/>
              <a:gd name="connsiteY6049" fmla="*/ 1744660 h 2398711"/>
              <a:gd name="connsiteX6050" fmla="*/ 1757444 w 2119654"/>
              <a:gd name="connsiteY6050" fmla="*/ 1744507 h 2398711"/>
              <a:gd name="connsiteX6051" fmla="*/ 1636284 w 2119654"/>
              <a:gd name="connsiteY6051" fmla="*/ 2015720 h 2398711"/>
              <a:gd name="connsiteX6052" fmla="*/ 1635293 w 2119654"/>
              <a:gd name="connsiteY6052" fmla="*/ 2017998 h 2398711"/>
              <a:gd name="connsiteX6053" fmla="*/ 1635574 w 2119654"/>
              <a:gd name="connsiteY6053" fmla="*/ 2019619 h 2398711"/>
              <a:gd name="connsiteX6054" fmla="*/ 1645126 w 2119654"/>
              <a:gd name="connsiteY6054" fmla="*/ 2017406 h 2398711"/>
              <a:gd name="connsiteX6055" fmla="*/ 1644921 w 2119654"/>
              <a:gd name="connsiteY6055" fmla="*/ 2015403 h 2398711"/>
              <a:gd name="connsiteX6056" fmla="*/ 1641482 w 2119654"/>
              <a:gd name="connsiteY6056" fmla="*/ 2014681 h 2398711"/>
              <a:gd name="connsiteX6057" fmla="*/ 1686651 w 2119654"/>
              <a:gd name="connsiteY6057" fmla="*/ 1902934 h 2398711"/>
              <a:gd name="connsiteX6058" fmla="*/ 1686627 w 2119654"/>
              <a:gd name="connsiteY6058" fmla="*/ 1903834 h 2398711"/>
              <a:gd name="connsiteX6059" fmla="*/ 1686568 w 2119654"/>
              <a:gd name="connsiteY6059" fmla="*/ 1905343 h 2398711"/>
              <a:gd name="connsiteX6060" fmla="*/ 1689949 w 2119654"/>
              <a:gd name="connsiteY6060" fmla="*/ 1903589 h 2398711"/>
              <a:gd name="connsiteX6061" fmla="*/ 1689515 w 2119654"/>
              <a:gd name="connsiteY6061" fmla="*/ 1901252 h 2398711"/>
              <a:gd name="connsiteX6062" fmla="*/ 1637134 w 2119654"/>
              <a:gd name="connsiteY6062" fmla="*/ 2013768 h 2398711"/>
              <a:gd name="connsiteX6063" fmla="*/ 1637083 w 2119654"/>
              <a:gd name="connsiteY6063" fmla="*/ 2013883 h 2398711"/>
              <a:gd name="connsiteX6064" fmla="*/ 1637325 w 2119654"/>
              <a:gd name="connsiteY6064" fmla="*/ 2013808 h 2398711"/>
              <a:gd name="connsiteX6065" fmla="*/ 1638488 w 2119654"/>
              <a:gd name="connsiteY6065" fmla="*/ 2010657 h 2398711"/>
              <a:gd name="connsiteX6066" fmla="*/ 1637319 w 2119654"/>
              <a:gd name="connsiteY6066" fmla="*/ 2013342 h 2398711"/>
              <a:gd name="connsiteX6067" fmla="*/ 1638192 w 2119654"/>
              <a:gd name="connsiteY6067" fmla="*/ 2013538 h 2398711"/>
              <a:gd name="connsiteX6068" fmla="*/ 1641436 w 2119654"/>
              <a:gd name="connsiteY6068" fmla="*/ 2012530 h 2398711"/>
              <a:gd name="connsiteX6069" fmla="*/ 1644498 w 2119654"/>
              <a:gd name="connsiteY6069" fmla="*/ 2011252 h 2398711"/>
              <a:gd name="connsiteX6070" fmla="*/ 1644334 w 2119654"/>
              <a:gd name="connsiteY6070" fmla="*/ 2009643 h 2398711"/>
              <a:gd name="connsiteX6071" fmla="*/ 1759916 w 2119654"/>
              <a:gd name="connsiteY6071" fmla="*/ 1738694 h 2398711"/>
              <a:gd name="connsiteX6072" fmla="*/ 1760396 w 2119654"/>
              <a:gd name="connsiteY6072" fmla="*/ 1740514 h 2398711"/>
              <a:gd name="connsiteX6073" fmla="*/ 1762036 w 2119654"/>
              <a:gd name="connsiteY6073" fmla="*/ 1739439 h 2398711"/>
              <a:gd name="connsiteX6074" fmla="*/ 1763779 w 2119654"/>
              <a:gd name="connsiteY6074" fmla="*/ 1736897 h 2398711"/>
              <a:gd name="connsiteX6075" fmla="*/ 1617276 w 2119654"/>
              <a:gd name="connsiteY6075" fmla="*/ 2058066 h 2398711"/>
              <a:gd name="connsiteX6076" fmla="*/ 1618826 w 2119654"/>
              <a:gd name="connsiteY6076" fmla="*/ 2058012 h 2398711"/>
              <a:gd name="connsiteX6077" fmla="*/ 1618581 w 2119654"/>
              <a:gd name="connsiteY6077" fmla="*/ 2055367 h 2398711"/>
              <a:gd name="connsiteX6078" fmla="*/ 1640398 w 2119654"/>
              <a:gd name="connsiteY6078" fmla="*/ 2006265 h 2398711"/>
              <a:gd name="connsiteX6079" fmla="*/ 1638674 w 2119654"/>
              <a:gd name="connsiteY6079" fmla="*/ 2010227 h 2398711"/>
              <a:gd name="connsiteX6080" fmla="*/ 1644294 w 2119654"/>
              <a:gd name="connsiteY6080" fmla="*/ 2009252 h 2398711"/>
              <a:gd name="connsiteX6081" fmla="*/ 1644046 w 2119654"/>
              <a:gd name="connsiteY6081" fmla="*/ 2006831 h 2398711"/>
              <a:gd name="connsiteX6082" fmla="*/ 1744531 w 2119654"/>
              <a:gd name="connsiteY6082" fmla="*/ 1772996 h 2398711"/>
              <a:gd name="connsiteX6083" fmla="*/ 1745005 w 2119654"/>
              <a:gd name="connsiteY6083" fmla="*/ 1773799 h 2398711"/>
              <a:gd name="connsiteX6084" fmla="*/ 1744840 w 2119654"/>
              <a:gd name="connsiteY6084" fmla="*/ 1772872 h 2398711"/>
              <a:gd name="connsiteX6085" fmla="*/ 1834390 w 2119654"/>
              <a:gd name="connsiteY6085" fmla="*/ 1571779 h 2398711"/>
              <a:gd name="connsiteX6086" fmla="*/ 1834920 w 2119654"/>
              <a:gd name="connsiteY6086" fmla="*/ 1574178 h 2398711"/>
              <a:gd name="connsiteX6087" fmla="*/ 1839515 w 2119654"/>
              <a:gd name="connsiteY6087" fmla="*/ 1568138 h 2398711"/>
              <a:gd name="connsiteX6088" fmla="*/ 1836252 w 2119654"/>
              <a:gd name="connsiteY6088" fmla="*/ 1570343 h 2398711"/>
              <a:gd name="connsiteX6089" fmla="*/ 1642663 w 2119654"/>
              <a:gd name="connsiteY6089" fmla="*/ 2001061 h 2398711"/>
              <a:gd name="connsiteX6090" fmla="*/ 1640976 w 2119654"/>
              <a:gd name="connsiteY6090" fmla="*/ 2004938 h 2398711"/>
              <a:gd name="connsiteX6091" fmla="*/ 1643827 w 2119654"/>
              <a:gd name="connsiteY6091" fmla="*/ 2005381 h 2398711"/>
              <a:gd name="connsiteX6092" fmla="*/ 1824414 w 2119654"/>
              <a:gd name="connsiteY6092" fmla="*/ 1593937 h 2398711"/>
              <a:gd name="connsiteX6093" fmla="*/ 1824524 w 2119654"/>
              <a:gd name="connsiteY6093" fmla="*/ 1595027 h 2398711"/>
              <a:gd name="connsiteX6094" fmla="*/ 1824684 w 2119654"/>
              <a:gd name="connsiteY6094" fmla="*/ 1595308 h 2398711"/>
              <a:gd name="connsiteX6095" fmla="*/ 1826077 w 2119654"/>
              <a:gd name="connsiteY6095" fmla="*/ 1594285 h 2398711"/>
              <a:gd name="connsiteX6096" fmla="*/ 1825980 w 2119654"/>
              <a:gd name="connsiteY6096" fmla="*/ 1594634 h 2398711"/>
              <a:gd name="connsiteX6097" fmla="*/ 1824795 w 2119654"/>
              <a:gd name="connsiteY6097" fmla="*/ 1595503 h 2398711"/>
              <a:gd name="connsiteX6098" fmla="*/ 1825762 w 2119654"/>
              <a:gd name="connsiteY6098" fmla="*/ 1597193 h 2398711"/>
              <a:gd name="connsiteX6099" fmla="*/ 1827088 w 2119654"/>
              <a:gd name="connsiteY6099" fmla="*/ 1596717 h 2398711"/>
              <a:gd name="connsiteX6100" fmla="*/ 1831915 w 2119654"/>
              <a:gd name="connsiteY6100" fmla="*/ 1593150 h 2398711"/>
              <a:gd name="connsiteX6101" fmla="*/ 1831453 w 2119654"/>
              <a:gd name="connsiteY6101" fmla="*/ 1592235 h 2398711"/>
              <a:gd name="connsiteX6102" fmla="*/ 1734433 w 2119654"/>
              <a:gd name="connsiteY6102" fmla="*/ 1795379 h 2398711"/>
              <a:gd name="connsiteX6103" fmla="*/ 1734714 w 2119654"/>
              <a:gd name="connsiteY6103" fmla="*/ 1797653 h 2398711"/>
              <a:gd name="connsiteX6104" fmla="*/ 1735374 w 2119654"/>
              <a:gd name="connsiteY6104" fmla="*/ 1797595 h 2398711"/>
              <a:gd name="connsiteX6105" fmla="*/ 1735512 w 2119654"/>
              <a:gd name="connsiteY6105" fmla="*/ 1797525 h 2398711"/>
              <a:gd name="connsiteX6106" fmla="*/ 1735736 w 2119654"/>
              <a:gd name="connsiteY6106" fmla="*/ 1795318 h 2398711"/>
              <a:gd name="connsiteX6107" fmla="*/ 1735639 w 2119654"/>
              <a:gd name="connsiteY6107" fmla="*/ 1794754 h 2398711"/>
              <a:gd name="connsiteX6108" fmla="*/ 1595891 w 2119654"/>
              <a:gd name="connsiteY6108" fmla="*/ 2105527 h 2398711"/>
              <a:gd name="connsiteX6109" fmla="*/ 1603228 w 2119654"/>
              <a:gd name="connsiteY6109" fmla="*/ 2104014 h 2398711"/>
              <a:gd name="connsiteX6110" fmla="*/ 1603411 w 2119654"/>
              <a:gd name="connsiteY6110" fmla="*/ 2102217 h 2398711"/>
              <a:gd name="connsiteX6111" fmla="*/ 1648925 w 2119654"/>
              <a:gd name="connsiteY6111" fmla="*/ 1986671 h 2398711"/>
              <a:gd name="connsiteX6112" fmla="*/ 1645257 w 2119654"/>
              <a:gd name="connsiteY6112" fmla="*/ 1995099 h 2398711"/>
              <a:gd name="connsiteX6113" fmla="*/ 1645257 w 2119654"/>
              <a:gd name="connsiteY6113" fmla="*/ 1995129 h 2398711"/>
              <a:gd name="connsiteX6114" fmla="*/ 1646923 w 2119654"/>
              <a:gd name="connsiteY6114" fmla="*/ 1994474 h 2398711"/>
              <a:gd name="connsiteX6115" fmla="*/ 1657646 w 2119654"/>
              <a:gd name="connsiteY6115" fmla="*/ 1984993 h 2398711"/>
              <a:gd name="connsiteX6116" fmla="*/ 1656693 w 2119654"/>
              <a:gd name="connsiteY6116" fmla="*/ 1984793 h 2398711"/>
              <a:gd name="connsiteX6117" fmla="*/ 1653991 w 2119654"/>
              <a:gd name="connsiteY6117" fmla="*/ 1985445 h 2398711"/>
              <a:gd name="connsiteX6118" fmla="*/ 1654435 w 2119654"/>
              <a:gd name="connsiteY6118" fmla="*/ 1985611 h 2398711"/>
              <a:gd name="connsiteX6119" fmla="*/ 1654157 w 2119654"/>
              <a:gd name="connsiteY6119" fmla="*/ 1985730 h 2398711"/>
              <a:gd name="connsiteX6120" fmla="*/ 1653627 w 2119654"/>
              <a:gd name="connsiteY6120" fmla="*/ 1985534 h 2398711"/>
              <a:gd name="connsiteX6121" fmla="*/ 1589188 w 2119654"/>
              <a:gd name="connsiteY6121" fmla="*/ 2120398 h 2398711"/>
              <a:gd name="connsiteX6122" fmla="*/ 1587790 w 2119654"/>
              <a:gd name="connsiteY6122" fmla="*/ 2125675 h 2398711"/>
              <a:gd name="connsiteX6123" fmla="*/ 1591965 w 2119654"/>
              <a:gd name="connsiteY6123" fmla="*/ 2126925 h 2398711"/>
              <a:gd name="connsiteX6124" fmla="*/ 1591753 w 2119654"/>
              <a:gd name="connsiteY6124" fmla="*/ 2120771 h 2398711"/>
              <a:gd name="connsiteX6125" fmla="*/ 1650004 w 2119654"/>
              <a:gd name="connsiteY6125" fmla="*/ 1984192 h 2398711"/>
              <a:gd name="connsiteX6126" fmla="*/ 1649260 w 2119654"/>
              <a:gd name="connsiteY6126" fmla="*/ 1985899 h 2398711"/>
              <a:gd name="connsiteX6127" fmla="*/ 1652498 w 2119654"/>
              <a:gd name="connsiteY6127" fmla="*/ 1985116 h 2398711"/>
              <a:gd name="connsiteX6128" fmla="*/ 1650325 w 2119654"/>
              <a:gd name="connsiteY6128" fmla="*/ 1983451 h 2398711"/>
              <a:gd name="connsiteX6129" fmla="*/ 1650087 w 2119654"/>
              <a:gd name="connsiteY6129" fmla="*/ 1984000 h 2398711"/>
              <a:gd name="connsiteX6130" fmla="*/ 1652862 w 2119654"/>
              <a:gd name="connsiteY6130" fmla="*/ 1985028 h 2398711"/>
              <a:gd name="connsiteX6131" fmla="*/ 1655166 w 2119654"/>
              <a:gd name="connsiteY6131" fmla="*/ 1984471 h 2398711"/>
              <a:gd name="connsiteX6132" fmla="*/ 1827466 w 2119654"/>
              <a:gd name="connsiteY6132" fmla="*/ 1586769 h 2398711"/>
              <a:gd name="connsiteX6133" fmla="*/ 1828544 w 2119654"/>
              <a:gd name="connsiteY6133" fmla="*/ 1586474 h 2398711"/>
              <a:gd name="connsiteX6134" fmla="*/ 1828221 w 2119654"/>
              <a:gd name="connsiteY6134" fmla="*/ 1585835 h 2398711"/>
              <a:gd name="connsiteX6135" fmla="*/ 1651689 w 2119654"/>
              <a:gd name="connsiteY6135" fmla="*/ 1980319 h 2398711"/>
              <a:gd name="connsiteX6136" fmla="*/ 1650416 w 2119654"/>
              <a:gd name="connsiteY6136" fmla="*/ 1983243 h 2398711"/>
              <a:gd name="connsiteX6137" fmla="*/ 1655667 w 2119654"/>
              <a:gd name="connsiteY6137" fmla="*/ 1984350 h 2398711"/>
              <a:gd name="connsiteX6138" fmla="*/ 1658737 w 2119654"/>
              <a:gd name="connsiteY6138" fmla="*/ 1983607 h 2398711"/>
              <a:gd name="connsiteX6139" fmla="*/ 1659496 w 2119654"/>
              <a:gd name="connsiteY6139" fmla="*/ 1977459 h 2398711"/>
              <a:gd name="connsiteX6140" fmla="*/ 1786122 w 2119654"/>
              <a:gd name="connsiteY6140" fmla="*/ 1679281 h 2398711"/>
              <a:gd name="connsiteX6141" fmla="*/ 1790498 w 2119654"/>
              <a:gd name="connsiteY6141" fmla="*/ 1675884 h 2398711"/>
              <a:gd name="connsiteX6142" fmla="*/ 1787312 w 2119654"/>
              <a:gd name="connsiteY6142" fmla="*/ 1677458 h 2398711"/>
              <a:gd name="connsiteX6143" fmla="*/ 1652983 w 2119654"/>
              <a:gd name="connsiteY6143" fmla="*/ 1977344 h 2398711"/>
              <a:gd name="connsiteX6144" fmla="*/ 1651857 w 2119654"/>
              <a:gd name="connsiteY6144" fmla="*/ 1979932 h 2398711"/>
              <a:gd name="connsiteX6145" fmla="*/ 1657644 w 2119654"/>
              <a:gd name="connsiteY6145" fmla="*/ 1977900 h 2398711"/>
              <a:gd name="connsiteX6146" fmla="*/ 1659526 w 2119654"/>
              <a:gd name="connsiteY6146" fmla="*/ 1977210 h 2398711"/>
              <a:gd name="connsiteX6147" fmla="*/ 1659619 w 2119654"/>
              <a:gd name="connsiteY6147" fmla="*/ 1976458 h 2398711"/>
              <a:gd name="connsiteX6148" fmla="*/ 1658743 w 2119654"/>
              <a:gd name="connsiteY6148" fmla="*/ 1976512 h 2398711"/>
              <a:gd name="connsiteX6149" fmla="*/ 1856817 w 2119654"/>
              <a:gd name="connsiteY6149" fmla="*/ 1520920 h 2398711"/>
              <a:gd name="connsiteX6150" fmla="*/ 1857558 w 2119654"/>
              <a:gd name="connsiteY6150" fmla="*/ 1522005 h 2398711"/>
              <a:gd name="connsiteX6151" fmla="*/ 1864739 w 2119654"/>
              <a:gd name="connsiteY6151" fmla="*/ 1515730 h 2398711"/>
              <a:gd name="connsiteX6152" fmla="*/ 1864632 w 2119654"/>
              <a:gd name="connsiteY6152" fmla="*/ 1515512 h 2398711"/>
              <a:gd name="connsiteX6153" fmla="*/ 1858911 w 2119654"/>
              <a:gd name="connsiteY6153" fmla="*/ 1517606 h 2398711"/>
              <a:gd name="connsiteX6154" fmla="*/ 1653198 w 2119654"/>
              <a:gd name="connsiteY6154" fmla="*/ 1976851 h 2398711"/>
              <a:gd name="connsiteX6155" fmla="*/ 1653053 w 2119654"/>
              <a:gd name="connsiteY6155" fmla="*/ 1977183 h 2398711"/>
              <a:gd name="connsiteX6156" fmla="*/ 1656943 w 2119654"/>
              <a:gd name="connsiteY6156" fmla="*/ 1976622 h 2398711"/>
              <a:gd name="connsiteX6157" fmla="*/ 1653699 w 2119654"/>
              <a:gd name="connsiteY6157" fmla="*/ 1975702 h 2398711"/>
              <a:gd name="connsiteX6158" fmla="*/ 1653426 w 2119654"/>
              <a:gd name="connsiteY6158" fmla="*/ 1976330 h 2398711"/>
              <a:gd name="connsiteX6159" fmla="*/ 1659683 w 2119654"/>
              <a:gd name="connsiteY6159" fmla="*/ 1975947 h 2398711"/>
              <a:gd name="connsiteX6160" fmla="*/ 1659769 w 2119654"/>
              <a:gd name="connsiteY6160" fmla="*/ 1975242 h 2398711"/>
              <a:gd name="connsiteX6161" fmla="*/ 1658896 w 2119654"/>
              <a:gd name="connsiteY6161" fmla="*/ 1975200 h 2398711"/>
              <a:gd name="connsiteX6162" fmla="*/ 1654700 w 2119654"/>
              <a:gd name="connsiteY6162" fmla="*/ 1975257 h 2398711"/>
              <a:gd name="connsiteX6163" fmla="*/ 1653887 w 2119654"/>
              <a:gd name="connsiteY6163" fmla="*/ 1975268 h 2398711"/>
              <a:gd name="connsiteX6164" fmla="*/ 1653777 w 2119654"/>
              <a:gd name="connsiteY6164" fmla="*/ 1975521 h 2398711"/>
              <a:gd name="connsiteX6165" fmla="*/ 1654362 w 2119654"/>
              <a:gd name="connsiteY6165" fmla="*/ 1975262 h 2398711"/>
              <a:gd name="connsiteX6166" fmla="*/ 1655360 w 2119654"/>
              <a:gd name="connsiteY6166" fmla="*/ 1971885 h 2398711"/>
              <a:gd name="connsiteX6167" fmla="*/ 1654259 w 2119654"/>
              <a:gd name="connsiteY6167" fmla="*/ 1974415 h 2398711"/>
              <a:gd name="connsiteX6168" fmla="*/ 1656328 w 2119654"/>
              <a:gd name="connsiteY6168" fmla="*/ 1974513 h 2398711"/>
              <a:gd name="connsiteX6169" fmla="*/ 1659866 w 2119654"/>
              <a:gd name="connsiteY6169" fmla="*/ 1974466 h 2398711"/>
              <a:gd name="connsiteX6170" fmla="*/ 1660285 w 2119654"/>
              <a:gd name="connsiteY6170" fmla="*/ 1971066 h 2398711"/>
              <a:gd name="connsiteX6171" fmla="*/ 1730302 w 2119654"/>
              <a:gd name="connsiteY6171" fmla="*/ 1803992 h 2398711"/>
              <a:gd name="connsiteX6172" fmla="*/ 1730156 w 2119654"/>
              <a:gd name="connsiteY6172" fmla="*/ 1807193 h 2398711"/>
              <a:gd name="connsiteX6173" fmla="*/ 1730859 w 2119654"/>
              <a:gd name="connsiteY6173" fmla="*/ 1806958 h 2398711"/>
              <a:gd name="connsiteX6174" fmla="*/ 1589473 w 2119654"/>
              <a:gd name="connsiteY6174" fmla="*/ 2119323 h 2398711"/>
              <a:gd name="connsiteX6175" fmla="*/ 1589374 w 2119654"/>
              <a:gd name="connsiteY6175" fmla="*/ 2119698 h 2398711"/>
              <a:gd name="connsiteX6176" fmla="*/ 1591727 w 2119654"/>
              <a:gd name="connsiteY6176" fmla="*/ 2120039 h 2398711"/>
              <a:gd name="connsiteX6177" fmla="*/ 1591700 w 2119654"/>
              <a:gd name="connsiteY6177" fmla="*/ 2119262 h 2398711"/>
              <a:gd name="connsiteX6178" fmla="*/ 1829639 w 2119654"/>
              <a:gd name="connsiteY6178" fmla="*/ 1581518 h 2398711"/>
              <a:gd name="connsiteX6179" fmla="*/ 1829950 w 2119654"/>
              <a:gd name="connsiteY6179" fmla="*/ 1581486 h 2398711"/>
              <a:gd name="connsiteX6180" fmla="*/ 1832009 w 2119654"/>
              <a:gd name="connsiteY6180" fmla="*/ 1580015 h 2398711"/>
              <a:gd name="connsiteX6181" fmla="*/ 1832448 w 2119654"/>
              <a:gd name="connsiteY6181" fmla="*/ 1579471 h 2398711"/>
              <a:gd name="connsiteX6182" fmla="*/ 1830614 w 2119654"/>
              <a:gd name="connsiteY6182" fmla="*/ 1580236 h 2398711"/>
              <a:gd name="connsiteX6183" fmla="*/ 1743990 w 2119654"/>
              <a:gd name="connsiteY6183" fmla="*/ 1773212 h 2398711"/>
              <a:gd name="connsiteX6184" fmla="*/ 1743655 w 2119654"/>
              <a:gd name="connsiteY6184" fmla="*/ 1774593 h 2398711"/>
              <a:gd name="connsiteX6185" fmla="*/ 1744782 w 2119654"/>
              <a:gd name="connsiteY6185" fmla="*/ 1774247 h 2398711"/>
              <a:gd name="connsiteX6186" fmla="*/ 1744136 w 2119654"/>
              <a:gd name="connsiteY6186" fmla="*/ 1773153 h 2398711"/>
              <a:gd name="connsiteX6187" fmla="*/ 1823962 w 2119654"/>
              <a:gd name="connsiteY6187" fmla="*/ 1594046 h 2398711"/>
              <a:gd name="connsiteX6188" fmla="*/ 1824230 w 2119654"/>
              <a:gd name="connsiteY6188" fmla="*/ 1594515 h 2398711"/>
              <a:gd name="connsiteX6189" fmla="*/ 1824178 w 2119654"/>
              <a:gd name="connsiteY6189" fmla="*/ 1593994 h 2398711"/>
              <a:gd name="connsiteX6190" fmla="*/ 1758928 w 2119654"/>
              <a:gd name="connsiteY6190" fmla="*/ 1739421 h 2398711"/>
              <a:gd name="connsiteX6191" fmla="*/ 1759079 w 2119654"/>
              <a:gd name="connsiteY6191" fmla="*/ 1740738 h 2398711"/>
              <a:gd name="connsiteX6192" fmla="*/ 1759465 w 2119654"/>
              <a:gd name="connsiteY6192" fmla="*/ 1741123 h 2398711"/>
              <a:gd name="connsiteX6193" fmla="*/ 1759503 w 2119654"/>
              <a:gd name="connsiteY6193" fmla="*/ 1741097 h 2398711"/>
              <a:gd name="connsiteX6194" fmla="*/ 1691037 w 2119654"/>
              <a:gd name="connsiteY6194" fmla="*/ 1891410 h 2398711"/>
              <a:gd name="connsiteX6195" fmla="*/ 1691331 w 2119654"/>
              <a:gd name="connsiteY6195" fmla="*/ 1893789 h 2398711"/>
              <a:gd name="connsiteX6196" fmla="*/ 1692601 w 2119654"/>
              <a:gd name="connsiteY6196" fmla="*/ 1893043 h 2398711"/>
              <a:gd name="connsiteX6197" fmla="*/ 1692522 w 2119654"/>
              <a:gd name="connsiteY6197" fmla="*/ 1891599 h 2398711"/>
              <a:gd name="connsiteX6198" fmla="*/ 1670423 w 2119654"/>
              <a:gd name="connsiteY6198" fmla="*/ 1937544 h 2398711"/>
              <a:gd name="connsiteX6199" fmla="*/ 1670839 w 2119654"/>
              <a:gd name="connsiteY6199" fmla="*/ 1938322 h 2398711"/>
              <a:gd name="connsiteX6200" fmla="*/ 1677157 w 2119654"/>
              <a:gd name="connsiteY6200" fmla="*/ 1935510 h 2398711"/>
              <a:gd name="connsiteX6201" fmla="*/ 1682181 w 2119654"/>
              <a:gd name="connsiteY6201" fmla="*/ 1930982 h 2398711"/>
              <a:gd name="connsiteX6202" fmla="*/ 1784921 w 2119654"/>
              <a:gd name="connsiteY6202" fmla="*/ 1681122 h 2398711"/>
              <a:gd name="connsiteX6203" fmla="*/ 1786565 w 2119654"/>
              <a:gd name="connsiteY6203" fmla="*/ 1680347 h 2398711"/>
              <a:gd name="connsiteX6204" fmla="*/ 1788782 w 2119654"/>
              <a:gd name="connsiteY6204" fmla="*/ 1678026 h 2398711"/>
              <a:gd name="connsiteX6205" fmla="*/ 1787218 w 2119654"/>
              <a:gd name="connsiteY6205" fmla="*/ 1679280 h 2398711"/>
              <a:gd name="connsiteX6206" fmla="*/ 1784989 w 2119654"/>
              <a:gd name="connsiteY6206" fmla="*/ 1681019 h 2398711"/>
              <a:gd name="connsiteX6207" fmla="*/ 1731329 w 2119654"/>
              <a:gd name="connsiteY6207" fmla="*/ 1800998 h 2398711"/>
              <a:gd name="connsiteX6208" fmla="*/ 1733137 w 2119654"/>
              <a:gd name="connsiteY6208" fmla="*/ 1805754 h 2398711"/>
              <a:gd name="connsiteX6209" fmla="*/ 1733281 w 2119654"/>
              <a:gd name="connsiteY6209" fmla="*/ 1806149 h 2398711"/>
              <a:gd name="connsiteX6210" fmla="*/ 1734657 w 2119654"/>
              <a:gd name="connsiteY6210" fmla="*/ 1805690 h 2398711"/>
              <a:gd name="connsiteX6211" fmla="*/ 1734701 w 2119654"/>
              <a:gd name="connsiteY6211" fmla="*/ 1805506 h 2398711"/>
              <a:gd name="connsiteX6212" fmla="*/ 1734816 w 2119654"/>
              <a:gd name="connsiteY6212" fmla="*/ 1804383 h 2398711"/>
              <a:gd name="connsiteX6213" fmla="*/ 1734218 w 2119654"/>
              <a:gd name="connsiteY6213" fmla="*/ 1799534 h 2398711"/>
              <a:gd name="connsiteX6214" fmla="*/ 1683873 w 2119654"/>
              <a:gd name="connsiteY6214" fmla="*/ 1907103 h 2398711"/>
              <a:gd name="connsiteX6215" fmla="*/ 1685244 w 2119654"/>
              <a:gd name="connsiteY6215" fmla="*/ 1906863 h 2398711"/>
              <a:gd name="connsiteX6216" fmla="*/ 1685932 w 2119654"/>
              <a:gd name="connsiteY6216" fmla="*/ 1906465 h 2398711"/>
              <a:gd name="connsiteX6217" fmla="*/ 1685884 w 2119654"/>
              <a:gd name="connsiteY6217" fmla="*/ 1906586 h 2398711"/>
              <a:gd name="connsiteX6218" fmla="*/ 1685475 w 2119654"/>
              <a:gd name="connsiteY6218" fmla="*/ 1906823 h 2398711"/>
              <a:gd name="connsiteX6219" fmla="*/ 1686246 w 2119654"/>
              <a:gd name="connsiteY6219" fmla="*/ 1906688 h 2398711"/>
              <a:gd name="connsiteX6220" fmla="*/ 1686268 w 2119654"/>
              <a:gd name="connsiteY6220" fmla="*/ 1905819 h 2398711"/>
              <a:gd name="connsiteX6221" fmla="*/ 1657464 w 2119654"/>
              <a:gd name="connsiteY6221" fmla="*/ 1966121 h 2398711"/>
              <a:gd name="connsiteX6222" fmla="*/ 1656361 w 2119654"/>
              <a:gd name="connsiteY6222" fmla="*/ 1969267 h 2398711"/>
              <a:gd name="connsiteX6223" fmla="*/ 1660588 w 2119654"/>
              <a:gd name="connsiteY6223" fmla="*/ 1968612 h 2398711"/>
              <a:gd name="connsiteX6224" fmla="*/ 1660975 w 2119654"/>
              <a:gd name="connsiteY6224" fmla="*/ 1965481 h 2398711"/>
              <a:gd name="connsiteX6225" fmla="*/ 1591979 w 2119654"/>
              <a:gd name="connsiteY6225" fmla="*/ 2112739 h 2398711"/>
              <a:gd name="connsiteX6226" fmla="*/ 1592125 w 2119654"/>
              <a:gd name="connsiteY6226" fmla="*/ 2116988 h 2398711"/>
              <a:gd name="connsiteX6227" fmla="*/ 1592166 w 2119654"/>
              <a:gd name="connsiteY6227" fmla="*/ 2119006 h 2398711"/>
              <a:gd name="connsiteX6228" fmla="*/ 1601734 w 2119654"/>
              <a:gd name="connsiteY6228" fmla="*/ 2118746 h 2398711"/>
              <a:gd name="connsiteX6229" fmla="*/ 1602620 w 2119654"/>
              <a:gd name="connsiteY6229" fmla="*/ 2110014 h 2398711"/>
              <a:gd name="connsiteX6230" fmla="*/ 1592866 w 2119654"/>
              <a:gd name="connsiteY6230" fmla="*/ 2112512 h 2398711"/>
              <a:gd name="connsiteX6231" fmla="*/ 1599686 w 2119654"/>
              <a:gd name="connsiteY6231" fmla="*/ 2112978 h 2398711"/>
              <a:gd name="connsiteX6232" fmla="*/ 1599389 w 2119654"/>
              <a:gd name="connsiteY6232" fmla="*/ 2113181 h 2398711"/>
              <a:gd name="connsiteX6233" fmla="*/ 1592175 w 2119654"/>
              <a:gd name="connsiteY6233" fmla="*/ 2112688 h 2398711"/>
              <a:gd name="connsiteX6234" fmla="*/ 1605385 w 2119654"/>
              <a:gd name="connsiteY6234" fmla="*/ 2082656 h 2398711"/>
              <a:gd name="connsiteX6235" fmla="*/ 1604920 w 2119654"/>
              <a:gd name="connsiteY6235" fmla="*/ 2090246 h 2398711"/>
              <a:gd name="connsiteX6236" fmla="*/ 1603765 w 2119654"/>
              <a:gd name="connsiteY6236" fmla="*/ 2101630 h 2398711"/>
              <a:gd name="connsiteX6237" fmla="*/ 1628356 w 2119654"/>
              <a:gd name="connsiteY6237" fmla="*/ 2090806 h 2398711"/>
              <a:gd name="connsiteX6238" fmla="*/ 1645148 w 2119654"/>
              <a:gd name="connsiteY6238" fmla="*/ 2083145 h 2398711"/>
              <a:gd name="connsiteX6239" fmla="*/ 1646226 w 2119654"/>
              <a:gd name="connsiteY6239" fmla="*/ 2055430 h 2398711"/>
              <a:gd name="connsiteX6240" fmla="*/ 1619330 w 2119654"/>
              <a:gd name="connsiteY6240" fmla="*/ 2059618 h 2398711"/>
              <a:gd name="connsiteX6241" fmla="*/ 1621830 w 2119654"/>
              <a:gd name="connsiteY6241" fmla="*/ 2091373 h 2398711"/>
              <a:gd name="connsiteX6242" fmla="*/ 1621666 w 2119654"/>
              <a:gd name="connsiteY6242" fmla="*/ 2091577 h 2398711"/>
              <a:gd name="connsiteX6243" fmla="*/ 1620137 w 2119654"/>
              <a:gd name="connsiteY6243" fmla="*/ 2072155 h 2398711"/>
              <a:gd name="connsiteX6244" fmla="*/ 1618980 w 2119654"/>
              <a:gd name="connsiteY6244" fmla="*/ 2059673 h 2398711"/>
              <a:gd name="connsiteX6245" fmla="*/ 1616297 w 2119654"/>
              <a:gd name="connsiteY6245" fmla="*/ 2060091 h 2398711"/>
              <a:gd name="connsiteX6246" fmla="*/ 1735347 w 2119654"/>
              <a:gd name="connsiteY6246" fmla="*/ 1791546 h 2398711"/>
              <a:gd name="connsiteX6247" fmla="*/ 1735792 w 2119654"/>
              <a:gd name="connsiteY6247" fmla="*/ 1794142 h 2398711"/>
              <a:gd name="connsiteX6248" fmla="*/ 1735859 w 2119654"/>
              <a:gd name="connsiteY6248" fmla="*/ 1794110 h 2398711"/>
              <a:gd name="connsiteX6249" fmla="*/ 1736155 w 2119654"/>
              <a:gd name="connsiteY6249" fmla="*/ 1791192 h 2398711"/>
              <a:gd name="connsiteX6250" fmla="*/ 1893294 w 2119654"/>
              <a:gd name="connsiteY6250" fmla="*/ 1437851 h 2398711"/>
              <a:gd name="connsiteX6251" fmla="*/ 1897622 w 2119654"/>
              <a:gd name="connsiteY6251" fmla="*/ 1435029 h 2398711"/>
              <a:gd name="connsiteX6252" fmla="*/ 1894249 w 2119654"/>
              <a:gd name="connsiteY6252" fmla="*/ 1437270 h 2398711"/>
              <a:gd name="connsiteX6253" fmla="*/ 1657836 w 2119654"/>
              <a:gd name="connsiteY6253" fmla="*/ 1965061 h 2398711"/>
              <a:gd name="connsiteX6254" fmla="*/ 1657718 w 2119654"/>
              <a:gd name="connsiteY6254" fmla="*/ 1965398 h 2398711"/>
              <a:gd name="connsiteX6255" fmla="*/ 1661060 w 2119654"/>
              <a:gd name="connsiteY6255" fmla="*/ 1964789 h 2398711"/>
              <a:gd name="connsiteX6256" fmla="*/ 1661083 w 2119654"/>
              <a:gd name="connsiteY6256" fmla="*/ 1964602 h 2398711"/>
              <a:gd name="connsiteX6257" fmla="*/ 1770070 w 2119654"/>
              <a:gd name="connsiteY6257" fmla="*/ 1713739 h 2398711"/>
              <a:gd name="connsiteX6258" fmla="*/ 1772149 w 2119654"/>
              <a:gd name="connsiteY6258" fmla="*/ 1719305 h 2398711"/>
              <a:gd name="connsiteX6259" fmla="*/ 1772265 w 2119654"/>
              <a:gd name="connsiteY6259" fmla="*/ 1712988 h 2398711"/>
              <a:gd name="connsiteX6260" fmla="*/ 1666345 w 2119654"/>
              <a:gd name="connsiteY6260" fmla="*/ 1945973 h 2398711"/>
              <a:gd name="connsiteX6261" fmla="*/ 1672175 w 2119654"/>
              <a:gd name="connsiteY6261" fmla="*/ 1945224 h 2398711"/>
              <a:gd name="connsiteX6262" fmla="*/ 1670955 w 2119654"/>
              <a:gd name="connsiteY6262" fmla="*/ 1941817 h 2398711"/>
              <a:gd name="connsiteX6263" fmla="*/ 1775432 w 2119654"/>
              <a:gd name="connsiteY6263" fmla="*/ 1701692 h 2398711"/>
              <a:gd name="connsiteX6264" fmla="*/ 1777526 w 2119654"/>
              <a:gd name="connsiteY6264" fmla="*/ 1705628 h 2398711"/>
              <a:gd name="connsiteX6265" fmla="*/ 1787369 w 2119654"/>
              <a:gd name="connsiteY6265" fmla="*/ 1699069 h 2398711"/>
              <a:gd name="connsiteX6266" fmla="*/ 1787215 w 2119654"/>
              <a:gd name="connsiteY6266" fmla="*/ 1698742 h 2398711"/>
              <a:gd name="connsiteX6267" fmla="*/ 1779665 w 2119654"/>
              <a:gd name="connsiteY6267" fmla="*/ 1700209 h 2398711"/>
              <a:gd name="connsiteX6268" fmla="*/ 1777651 w 2119654"/>
              <a:gd name="connsiteY6268" fmla="*/ 1700698 h 2398711"/>
              <a:gd name="connsiteX6269" fmla="*/ 1854373 w 2119654"/>
              <a:gd name="connsiteY6269" fmla="*/ 1524789 h 2398711"/>
              <a:gd name="connsiteX6270" fmla="*/ 1856586 w 2119654"/>
              <a:gd name="connsiteY6270" fmla="*/ 1522854 h 2398711"/>
              <a:gd name="connsiteX6271" fmla="*/ 1856050 w 2119654"/>
              <a:gd name="connsiteY6271" fmla="*/ 1522134 h 2398711"/>
              <a:gd name="connsiteX6272" fmla="*/ 1680334 w 2119654"/>
              <a:gd name="connsiteY6272" fmla="*/ 1914487 h 2398711"/>
              <a:gd name="connsiteX6273" fmla="*/ 1686061 w 2119654"/>
              <a:gd name="connsiteY6273" fmla="*/ 1913927 h 2398711"/>
              <a:gd name="connsiteX6274" fmla="*/ 1686087 w 2119654"/>
              <a:gd name="connsiteY6274" fmla="*/ 1912903 h 2398711"/>
              <a:gd name="connsiteX6275" fmla="*/ 1834051 w 2119654"/>
              <a:gd name="connsiteY6275" fmla="*/ 1570248 h 2398711"/>
              <a:gd name="connsiteX6276" fmla="*/ 1834286 w 2119654"/>
              <a:gd name="connsiteY6276" fmla="*/ 1571310 h 2398711"/>
              <a:gd name="connsiteX6277" fmla="*/ 1837788 w 2119654"/>
              <a:gd name="connsiteY6277" fmla="*/ 1568622 h 2398711"/>
              <a:gd name="connsiteX6278" fmla="*/ 1775267 w 2119654"/>
              <a:gd name="connsiteY6278" fmla="*/ 1701786 h 2398711"/>
              <a:gd name="connsiteX6279" fmla="*/ 1775230 w 2119654"/>
              <a:gd name="connsiteY6279" fmla="*/ 1703834 h 2398711"/>
              <a:gd name="connsiteX6280" fmla="*/ 1776158 w 2119654"/>
              <a:gd name="connsiteY6280" fmla="*/ 1706538 h 2398711"/>
              <a:gd name="connsiteX6281" fmla="*/ 1777368 w 2119654"/>
              <a:gd name="connsiteY6281" fmla="*/ 1705733 h 2398711"/>
              <a:gd name="connsiteX6282" fmla="*/ 1778847 w 2119654"/>
              <a:gd name="connsiteY6282" fmla="*/ 1693719 h 2398711"/>
              <a:gd name="connsiteX6283" fmla="*/ 1780778 w 2119654"/>
              <a:gd name="connsiteY6283" fmla="*/ 1693344 h 2398711"/>
              <a:gd name="connsiteX6284" fmla="*/ 1783445 w 2119654"/>
              <a:gd name="connsiteY6284" fmla="*/ 1690769 h 2398711"/>
              <a:gd name="connsiteX6285" fmla="*/ 1782542 w 2119654"/>
              <a:gd name="connsiteY6285" fmla="*/ 1688856 h 2398711"/>
              <a:gd name="connsiteX6286" fmla="*/ 1781283 w 2119654"/>
              <a:gd name="connsiteY6286" fmla="*/ 1690173 h 2398711"/>
              <a:gd name="connsiteX6287" fmla="*/ 1669739 w 2119654"/>
              <a:gd name="connsiteY6287" fmla="*/ 1937925 h 2398711"/>
              <a:gd name="connsiteX6288" fmla="*/ 1670013 w 2119654"/>
              <a:gd name="connsiteY6288" fmla="*/ 1938690 h 2398711"/>
              <a:gd name="connsiteX6289" fmla="*/ 1670696 w 2119654"/>
              <a:gd name="connsiteY6289" fmla="*/ 1938385 h 2398711"/>
              <a:gd name="connsiteX6290" fmla="*/ 1670287 w 2119654"/>
              <a:gd name="connsiteY6290" fmla="*/ 1937620 h 2398711"/>
              <a:gd name="connsiteX6291" fmla="*/ 1658639 w 2119654"/>
              <a:gd name="connsiteY6291" fmla="*/ 1962771 h 2398711"/>
              <a:gd name="connsiteX6292" fmla="*/ 1657970 w 2119654"/>
              <a:gd name="connsiteY6292" fmla="*/ 1964679 h 2398711"/>
              <a:gd name="connsiteX6293" fmla="*/ 1661128 w 2119654"/>
              <a:gd name="connsiteY6293" fmla="*/ 1964233 h 2398711"/>
              <a:gd name="connsiteX6294" fmla="*/ 1661242 w 2119654"/>
              <a:gd name="connsiteY6294" fmla="*/ 1963314 h 2398711"/>
              <a:gd name="connsiteX6295" fmla="*/ 1819152 w 2119654"/>
              <a:gd name="connsiteY6295" fmla="*/ 1603218 h 2398711"/>
              <a:gd name="connsiteX6296" fmla="*/ 1820680 w 2119654"/>
              <a:gd name="connsiteY6296" fmla="*/ 1605879 h 2398711"/>
              <a:gd name="connsiteX6297" fmla="*/ 1825166 w 2119654"/>
              <a:gd name="connsiteY6297" fmla="*/ 1603773 h 2398711"/>
              <a:gd name="connsiteX6298" fmla="*/ 1824724 w 2119654"/>
              <a:gd name="connsiteY6298" fmla="*/ 1599398 h 2398711"/>
              <a:gd name="connsiteX6299" fmla="*/ 1823732 w 2119654"/>
              <a:gd name="connsiteY6299" fmla="*/ 1599832 h 2398711"/>
              <a:gd name="connsiteX6300" fmla="*/ 1705520 w 2119654"/>
              <a:gd name="connsiteY6300" fmla="*/ 1857559 h 2398711"/>
              <a:gd name="connsiteX6301" fmla="*/ 1707015 w 2119654"/>
              <a:gd name="connsiteY6301" fmla="*/ 1867182 h 2398711"/>
              <a:gd name="connsiteX6302" fmla="*/ 1707884 w 2119654"/>
              <a:gd name="connsiteY6302" fmla="*/ 1866829 h 2398711"/>
              <a:gd name="connsiteX6303" fmla="*/ 1708477 w 2119654"/>
              <a:gd name="connsiteY6303" fmla="*/ 1857147 h 2398711"/>
              <a:gd name="connsiteX6304" fmla="*/ 1706323 w 2119654"/>
              <a:gd name="connsiteY6304" fmla="*/ 1857543 h 2398711"/>
              <a:gd name="connsiteX6305" fmla="*/ 1782971 w 2119654"/>
              <a:gd name="connsiteY6305" fmla="*/ 1684109 h 2398711"/>
              <a:gd name="connsiteX6306" fmla="*/ 1784918 w 2119654"/>
              <a:gd name="connsiteY6306" fmla="*/ 1682071 h 2398711"/>
              <a:gd name="connsiteX6307" fmla="*/ 1784029 w 2119654"/>
              <a:gd name="connsiteY6307" fmla="*/ 1682490 h 2398711"/>
              <a:gd name="connsiteX6308" fmla="*/ 1783034 w 2119654"/>
              <a:gd name="connsiteY6308" fmla="*/ 1684014 h 2398711"/>
              <a:gd name="connsiteX6309" fmla="*/ 1662569 w 2119654"/>
              <a:gd name="connsiteY6309" fmla="*/ 1953694 h 2398711"/>
              <a:gd name="connsiteX6310" fmla="*/ 1662102 w 2119654"/>
              <a:gd name="connsiteY6310" fmla="*/ 1958780 h 2398711"/>
              <a:gd name="connsiteX6311" fmla="*/ 1671902 w 2119654"/>
              <a:gd name="connsiteY6311" fmla="*/ 1952283 h 2398711"/>
              <a:gd name="connsiteX6312" fmla="*/ 1775277 w 2119654"/>
              <a:gd name="connsiteY6312" fmla="*/ 1701276 h 2398711"/>
              <a:gd name="connsiteX6313" fmla="*/ 1775275 w 2119654"/>
              <a:gd name="connsiteY6313" fmla="*/ 1701398 h 2398711"/>
              <a:gd name="connsiteX6314" fmla="*/ 1775290 w 2119654"/>
              <a:gd name="connsiteY6314" fmla="*/ 1701425 h 2398711"/>
              <a:gd name="connsiteX6315" fmla="*/ 1776040 w 2119654"/>
              <a:gd name="connsiteY6315" fmla="*/ 1701090 h 2398711"/>
              <a:gd name="connsiteX6316" fmla="*/ 1737336 w 2119654"/>
              <a:gd name="connsiteY6316" fmla="*/ 1786207 h 2398711"/>
              <a:gd name="connsiteX6317" fmla="*/ 1736903 w 2119654"/>
              <a:gd name="connsiteY6317" fmla="*/ 1790471 h 2398711"/>
              <a:gd name="connsiteX6318" fmla="*/ 1738534 w 2119654"/>
              <a:gd name="connsiteY6318" fmla="*/ 1789756 h 2398711"/>
              <a:gd name="connsiteX6319" fmla="*/ 1739785 w 2119654"/>
              <a:gd name="connsiteY6319" fmla="*/ 1784611 h 2398711"/>
              <a:gd name="connsiteX6320" fmla="*/ 1738013 w 2119654"/>
              <a:gd name="connsiteY6320" fmla="*/ 1785470 h 2398711"/>
              <a:gd name="connsiteX6321" fmla="*/ 1659317 w 2119654"/>
              <a:gd name="connsiteY6321" fmla="*/ 1960840 h 2398711"/>
              <a:gd name="connsiteX6322" fmla="*/ 1658706 w 2119654"/>
              <a:gd name="connsiteY6322" fmla="*/ 1962580 h 2398711"/>
              <a:gd name="connsiteX6323" fmla="*/ 1661260 w 2119654"/>
              <a:gd name="connsiteY6323" fmla="*/ 1963113 h 2398711"/>
              <a:gd name="connsiteX6324" fmla="*/ 1661402 w 2119654"/>
              <a:gd name="connsiteY6324" fmla="*/ 1959457 h 2398711"/>
              <a:gd name="connsiteX6325" fmla="*/ 1758117 w 2119654"/>
              <a:gd name="connsiteY6325" fmla="*/ 1739530 h 2398711"/>
              <a:gd name="connsiteX6326" fmla="*/ 1758223 w 2119654"/>
              <a:gd name="connsiteY6326" fmla="*/ 1739884 h 2398711"/>
              <a:gd name="connsiteX6327" fmla="*/ 1758625 w 2119654"/>
              <a:gd name="connsiteY6327" fmla="*/ 1740286 h 2398711"/>
              <a:gd name="connsiteX6328" fmla="*/ 1758518 w 2119654"/>
              <a:gd name="connsiteY6328" fmla="*/ 1739344 h 2398711"/>
              <a:gd name="connsiteX6329" fmla="*/ 1813784 w 2119654"/>
              <a:gd name="connsiteY6329" fmla="*/ 1614863 h 2398711"/>
              <a:gd name="connsiteX6330" fmla="*/ 1814545 w 2119654"/>
              <a:gd name="connsiteY6330" fmla="*/ 1615649 h 2398711"/>
              <a:gd name="connsiteX6331" fmla="*/ 1817848 w 2119654"/>
              <a:gd name="connsiteY6331" fmla="*/ 1613307 h 2398711"/>
              <a:gd name="connsiteX6332" fmla="*/ 1816686 w 2119654"/>
              <a:gd name="connsiteY6332" fmla="*/ 1612709 h 2398711"/>
              <a:gd name="connsiteX6333" fmla="*/ 1730458 w 2119654"/>
              <a:gd name="connsiteY6333" fmla="*/ 1801440 h 2398711"/>
              <a:gd name="connsiteX6334" fmla="*/ 1731457 w 2119654"/>
              <a:gd name="connsiteY6334" fmla="*/ 1806758 h 2398711"/>
              <a:gd name="connsiteX6335" fmla="*/ 1732908 w 2119654"/>
              <a:gd name="connsiteY6335" fmla="*/ 1806274 h 2398711"/>
              <a:gd name="connsiteX6336" fmla="*/ 1730972 w 2119654"/>
              <a:gd name="connsiteY6336" fmla="*/ 1801179 h 2398711"/>
              <a:gd name="connsiteX6337" fmla="*/ 1828352 w 2119654"/>
              <a:gd name="connsiteY6337" fmla="*/ 1582153 h 2398711"/>
              <a:gd name="connsiteX6338" fmla="*/ 1828517 w 2119654"/>
              <a:gd name="connsiteY6338" fmla="*/ 1582482 h 2398711"/>
              <a:gd name="connsiteX6339" fmla="*/ 1828813 w 2119654"/>
              <a:gd name="connsiteY6339" fmla="*/ 1582106 h 2398711"/>
              <a:gd name="connsiteX6340" fmla="*/ 1707666 w 2119654"/>
              <a:gd name="connsiteY6340" fmla="*/ 1852378 h 2398711"/>
              <a:gd name="connsiteX6341" fmla="*/ 1707731 w 2119654"/>
              <a:gd name="connsiteY6341" fmla="*/ 1852377 h 2398711"/>
              <a:gd name="connsiteX6342" fmla="*/ 1707913 w 2119654"/>
              <a:gd name="connsiteY6342" fmla="*/ 1852226 h 2398711"/>
              <a:gd name="connsiteX6343" fmla="*/ 1679966 w 2119654"/>
              <a:gd name="connsiteY6343" fmla="*/ 1914356 h 2398711"/>
              <a:gd name="connsiteX6344" fmla="*/ 1686093 w 2119654"/>
              <a:gd name="connsiteY6344" fmla="*/ 1912670 h 2398711"/>
              <a:gd name="connsiteX6345" fmla="*/ 1686129 w 2119654"/>
              <a:gd name="connsiteY6345" fmla="*/ 1911284 h 2398711"/>
              <a:gd name="connsiteX6346" fmla="*/ 1753911 w 2119654"/>
              <a:gd name="connsiteY6346" fmla="*/ 1748758 h 2398711"/>
              <a:gd name="connsiteX6347" fmla="*/ 1754134 w 2119654"/>
              <a:gd name="connsiteY6347" fmla="*/ 1750962 h 2398711"/>
              <a:gd name="connsiteX6348" fmla="*/ 1756632 w 2119654"/>
              <a:gd name="connsiteY6348" fmla="*/ 1747318 h 2398711"/>
              <a:gd name="connsiteX6349" fmla="*/ 1756564 w 2119654"/>
              <a:gd name="connsiteY6349" fmla="*/ 1747155 h 2398711"/>
              <a:gd name="connsiteX6350" fmla="*/ 1754841 w 2119654"/>
              <a:gd name="connsiteY6350" fmla="*/ 1747897 h 2398711"/>
              <a:gd name="connsiteX6351" fmla="*/ 1826015 w 2119654"/>
              <a:gd name="connsiteY6351" fmla="*/ 1587167 h 2398711"/>
              <a:gd name="connsiteX6352" fmla="*/ 1826286 w 2119654"/>
              <a:gd name="connsiteY6352" fmla="*/ 1587093 h 2398711"/>
              <a:gd name="connsiteX6353" fmla="*/ 1826514 w 2119654"/>
              <a:gd name="connsiteY6353" fmla="*/ 1586810 h 2398711"/>
              <a:gd name="connsiteX6354" fmla="*/ 1769799 w 2119654"/>
              <a:gd name="connsiteY6354" fmla="*/ 1713014 h 2398711"/>
              <a:gd name="connsiteX6355" fmla="*/ 1769965 w 2119654"/>
              <a:gd name="connsiteY6355" fmla="*/ 1713460 h 2398711"/>
              <a:gd name="connsiteX6356" fmla="*/ 1772271 w 2119654"/>
              <a:gd name="connsiteY6356" fmla="*/ 1712671 h 2398711"/>
              <a:gd name="connsiteX6357" fmla="*/ 1772278 w 2119654"/>
              <a:gd name="connsiteY6357" fmla="*/ 1712299 h 2398711"/>
              <a:gd name="connsiteX6358" fmla="*/ 1815088 w 2119654"/>
              <a:gd name="connsiteY6358" fmla="*/ 1611564 h 2398711"/>
              <a:gd name="connsiteX6359" fmla="*/ 1816031 w 2119654"/>
              <a:gd name="connsiteY6359" fmla="*/ 1612066 h 2398711"/>
              <a:gd name="connsiteX6360" fmla="*/ 1817277 w 2119654"/>
              <a:gd name="connsiteY6360" fmla="*/ 1611699 h 2398711"/>
              <a:gd name="connsiteX6361" fmla="*/ 1821596 w 2119654"/>
              <a:gd name="connsiteY6361" fmla="*/ 1608493 h 2398711"/>
              <a:gd name="connsiteX6362" fmla="*/ 1821170 w 2119654"/>
              <a:gd name="connsiteY6362" fmla="*/ 1607773 h 2398711"/>
              <a:gd name="connsiteX6363" fmla="*/ 1591161 w 2119654"/>
              <a:gd name="connsiteY6363" fmla="*/ 2112948 h 2398711"/>
              <a:gd name="connsiteX6364" fmla="*/ 1589538 w 2119654"/>
              <a:gd name="connsiteY6364" fmla="*/ 2119077 h 2398711"/>
              <a:gd name="connsiteX6365" fmla="*/ 1591692 w 2119654"/>
              <a:gd name="connsiteY6365" fmla="*/ 2119019 h 2398711"/>
              <a:gd name="connsiteX6366" fmla="*/ 1591480 w 2119654"/>
              <a:gd name="connsiteY6366" fmla="*/ 2112866 h 2398711"/>
              <a:gd name="connsiteX6367" fmla="*/ 1824137 w 2119654"/>
              <a:gd name="connsiteY6367" fmla="*/ 1591192 h 2398711"/>
              <a:gd name="connsiteX6368" fmla="*/ 1824384 w 2119654"/>
              <a:gd name="connsiteY6368" fmla="*/ 1593644 h 2398711"/>
              <a:gd name="connsiteX6369" fmla="*/ 1831317 w 2119654"/>
              <a:gd name="connsiteY6369" fmla="*/ 1591967 h 2398711"/>
              <a:gd name="connsiteX6370" fmla="*/ 1830315 w 2119654"/>
              <a:gd name="connsiteY6370" fmla="*/ 1589980 h 2398711"/>
              <a:gd name="connsiteX6371" fmla="*/ 1710514 w 2119654"/>
              <a:gd name="connsiteY6371" fmla="*/ 1845491 h 2398711"/>
              <a:gd name="connsiteX6372" fmla="*/ 1710457 w 2119654"/>
              <a:gd name="connsiteY6372" fmla="*/ 1846428 h 2398711"/>
              <a:gd name="connsiteX6373" fmla="*/ 1712594 w 2119654"/>
              <a:gd name="connsiteY6373" fmla="*/ 1845483 h 2398711"/>
              <a:gd name="connsiteX6374" fmla="*/ 1857987 w 2119654"/>
              <a:gd name="connsiteY6374" fmla="*/ 1515239 h 2398711"/>
              <a:gd name="connsiteX6375" fmla="*/ 1860041 w 2119654"/>
              <a:gd name="connsiteY6375" fmla="*/ 1514391 h 2398711"/>
              <a:gd name="connsiteX6376" fmla="*/ 1862022 w 2119654"/>
              <a:gd name="connsiteY6376" fmla="*/ 1511268 h 2398711"/>
              <a:gd name="connsiteX6377" fmla="*/ 1753866 w 2119654"/>
              <a:gd name="connsiteY6377" fmla="*/ 1748316 h 2398711"/>
              <a:gd name="connsiteX6378" fmla="*/ 1753887 w 2119654"/>
              <a:gd name="connsiteY6378" fmla="*/ 1748519 h 2398711"/>
              <a:gd name="connsiteX6379" fmla="*/ 1754336 w 2119654"/>
              <a:gd name="connsiteY6379" fmla="*/ 1748114 h 2398711"/>
              <a:gd name="connsiteX6380" fmla="*/ 1594169 w 2119654"/>
              <a:gd name="connsiteY6380" fmla="*/ 2105853 h 2398711"/>
              <a:gd name="connsiteX6381" fmla="*/ 1603442 w 2119654"/>
              <a:gd name="connsiteY6381" fmla="*/ 2101772 h 2398711"/>
              <a:gd name="connsiteX6382" fmla="*/ 1604502 w 2119654"/>
              <a:gd name="connsiteY6382" fmla="*/ 2084483 h 2398711"/>
              <a:gd name="connsiteX6383" fmla="*/ 1824109 w 2119654"/>
              <a:gd name="connsiteY6383" fmla="*/ 1590922 h 2398711"/>
              <a:gd name="connsiteX6384" fmla="*/ 1824117 w 2119654"/>
              <a:gd name="connsiteY6384" fmla="*/ 1590997 h 2398711"/>
              <a:gd name="connsiteX6385" fmla="*/ 1827056 w 2119654"/>
              <a:gd name="connsiteY6385" fmla="*/ 1590487 h 2398711"/>
              <a:gd name="connsiteX6386" fmla="*/ 1830254 w 2119654"/>
              <a:gd name="connsiteY6386" fmla="*/ 1589860 h 2398711"/>
              <a:gd name="connsiteX6387" fmla="*/ 1829178 w 2119654"/>
              <a:gd name="connsiteY6387" fmla="*/ 1587730 h 2398711"/>
              <a:gd name="connsiteX6388" fmla="*/ 1825981 w 2119654"/>
              <a:gd name="connsiteY6388" fmla="*/ 1588605 h 2398711"/>
              <a:gd name="connsiteX6389" fmla="*/ 1591446 w 2119654"/>
              <a:gd name="connsiteY6389" fmla="*/ 2111874 h 2398711"/>
              <a:gd name="connsiteX6390" fmla="*/ 1591305 w 2119654"/>
              <a:gd name="connsiteY6390" fmla="*/ 2112405 h 2398711"/>
              <a:gd name="connsiteX6391" fmla="*/ 1591465 w 2119654"/>
              <a:gd name="connsiteY6391" fmla="*/ 2112416 h 2398711"/>
              <a:gd name="connsiteX6392" fmla="*/ 1591903 w 2119654"/>
              <a:gd name="connsiteY6392" fmla="*/ 2110540 h 2398711"/>
              <a:gd name="connsiteX6393" fmla="*/ 1591966 w 2119654"/>
              <a:gd name="connsiteY6393" fmla="*/ 2112370 h 2398711"/>
              <a:gd name="connsiteX6394" fmla="*/ 1601695 w 2119654"/>
              <a:gd name="connsiteY6394" fmla="*/ 2110018 h 2398711"/>
              <a:gd name="connsiteX6395" fmla="*/ 1602644 w 2119654"/>
              <a:gd name="connsiteY6395" fmla="*/ 2109775 h 2398711"/>
              <a:gd name="connsiteX6396" fmla="*/ 1603154 w 2119654"/>
              <a:gd name="connsiteY6396" fmla="*/ 2104753 h 2398711"/>
              <a:gd name="connsiteX6397" fmla="*/ 1593754 w 2119654"/>
              <a:gd name="connsiteY6397" fmla="*/ 2106709 h 2398711"/>
              <a:gd name="connsiteX6398" fmla="*/ 1661602 w 2119654"/>
              <a:gd name="connsiteY6398" fmla="*/ 1954324 h 2398711"/>
              <a:gd name="connsiteX6399" fmla="*/ 1659413 w 2119654"/>
              <a:gd name="connsiteY6399" fmla="*/ 1960563 h 2398711"/>
              <a:gd name="connsiteX6400" fmla="*/ 1661411 w 2119654"/>
              <a:gd name="connsiteY6400" fmla="*/ 1959239 h 2398711"/>
              <a:gd name="connsiteX6401" fmla="*/ 1734031 w 2119654"/>
              <a:gd name="connsiteY6401" fmla="*/ 1792123 h 2398711"/>
              <a:gd name="connsiteX6402" fmla="*/ 1734308 w 2119654"/>
              <a:gd name="connsiteY6402" fmla="*/ 1794368 h 2398711"/>
              <a:gd name="connsiteX6403" fmla="*/ 1735548 w 2119654"/>
              <a:gd name="connsiteY6403" fmla="*/ 1794256 h 2398711"/>
              <a:gd name="connsiteX6404" fmla="*/ 1735553 w 2119654"/>
              <a:gd name="connsiteY6404" fmla="*/ 1794254 h 2398711"/>
              <a:gd name="connsiteX6405" fmla="*/ 1735418 w 2119654"/>
              <a:gd name="connsiteY6405" fmla="*/ 1793467 h 2398711"/>
              <a:gd name="connsiteX6406" fmla="*/ 1735083 w 2119654"/>
              <a:gd name="connsiteY6406" fmla="*/ 1791661 h 2398711"/>
              <a:gd name="connsiteX6407" fmla="*/ 1761055 w 2119654"/>
              <a:gd name="connsiteY6407" fmla="*/ 1731540 h 2398711"/>
              <a:gd name="connsiteX6408" fmla="*/ 1761275 w 2119654"/>
              <a:gd name="connsiteY6408" fmla="*/ 1731918 h 2398711"/>
              <a:gd name="connsiteX6409" fmla="*/ 1766664 w 2119654"/>
              <a:gd name="connsiteY6409" fmla="*/ 1730504 h 2398711"/>
              <a:gd name="connsiteX6410" fmla="*/ 1678976 w 2119654"/>
              <a:gd name="connsiteY6410" fmla="*/ 1915288 h 2398711"/>
              <a:gd name="connsiteX6411" fmla="*/ 1680044 w 2119654"/>
              <a:gd name="connsiteY6411" fmla="*/ 1918166 h 2398711"/>
              <a:gd name="connsiteX6412" fmla="*/ 1686031 w 2119654"/>
              <a:gd name="connsiteY6412" fmla="*/ 1915099 h 2398711"/>
              <a:gd name="connsiteX6413" fmla="*/ 1686044 w 2119654"/>
              <a:gd name="connsiteY6413" fmla="*/ 1914595 h 2398711"/>
              <a:gd name="connsiteX6414" fmla="*/ 1730488 w 2119654"/>
              <a:gd name="connsiteY6414" fmla="*/ 1799906 h 2398711"/>
              <a:gd name="connsiteX6415" fmla="*/ 1730480 w 2119654"/>
              <a:gd name="connsiteY6415" fmla="*/ 1800075 h 2398711"/>
              <a:gd name="connsiteX6416" fmla="*/ 1730540 w 2119654"/>
              <a:gd name="connsiteY6416" fmla="*/ 1800044 h 2398711"/>
              <a:gd name="connsiteX6417" fmla="*/ 1855748 w 2119654"/>
              <a:gd name="connsiteY6417" fmla="*/ 1519384 h 2398711"/>
              <a:gd name="connsiteX6418" fmla="*/ 1856000 w 2119654"/>
              <a:gd name="connsiteY6418" fmla="*/ 1519723 h 2398711"/>
              <a:gd name="connsiteX6419" fmla="*/ 1856340 w 2119654"/>
              <a:gd name="connsiteY6419" fmla="*/ 1520222 h 2398711"/>
              <a:gd name="connsiteX6420" fmla="*/ 1857724 w 2119654"/>
              <a:gd name="connsiteY6420" fmla="*/ 1518041 h 2398711"/>
              <a:gd name="connsiteX6421" fmla="*/ 1857533 w 2119654"/>
              <a:gd name="connsiteY6421" fmla="*/ 1518111 h 2398711"/>
              <a:gd name="connsiteX6422" fmla="*/ 1715479 w 2119654"/>
              <a:gd name="connsiteY6422" fmla="*/ 1833416 h 2398711"/>
              <a:gd name="connsiteX6423" fmla="*/ 1716499 w 2119654"/>
              <a:gd name="connsiteY6423" fmla="*/ 1838218 h 2398711"/>
              <a:gd name="connsiteX6424" fmla="*/ 1716871 w 2119654"/>
              <a:gd name="connsiteY6424" fmla="*/ 1838198 h 2398711"/>
              <a:gd name="connsiteX6425" fmla="*/ 1723221 w 2119654"/>
              <a:gd name="connsiteY6425" fmla="*/ 1832584 h 2398711"/>
              <a:gd name="connsiteX6426" fmla="*/ 1723286 w 2119654"/>
              <a:gd name="connsiteY6426" fmla="*/ 1828821 h 2398711"/>
              <a:gd name="connsiteX6427" fmla="*/ 1794586 w 2119654"/>
              <a:gd name="connsiteY6427" fmla="*/ 1656129 h 2398711"/>
              <a:gd name="connsiteX6428" fmla="*/ 1798417 w 2119654"/>
              <a:gd name="connsiteY6428" fmla="*/ 1660030 h 2398711"/>
              <a:gd name="connsiteX6429" fmla="*/ 1804071 w 2119654"/>
              <a:gd name="connsiteY6429" fmla="*/ 1651365 h 2398711"/>
              <a:gd name="connsiteX6430" fmla="*/ 1802514 w 2119654"/>
              <a:gd name="connsiteY6430" fmla="*/ 1648000 h 2398711"/>
              <a:gd name="connsiteX6431" fmla="*/ 1801160 w 2119654"/>
              <a:gd name="connsiteY6431" fmla="*/ 1649592 h 2398711"/>
              <a:gd name="connsiteX6432" fmla="*/ 1777678 w 2119654"/>
              <a:gd name="connsiteY6432" fmla="*/ 1693946 h 2398711"/>
              <a:gd name="connsiteX6433" fmla="*/ 1778325 w 2119654"/>
              <a:gd name="connsiteY6433" fmla="*/ 1693821 h 2398711"/>
              <a:gd name="connsiteX6434" fmla="*/ 1779675 w 2119654"/>
              <a:gd name="connsiteY6434" fmla="*/ 1691857 h 2398711"/>
              <a:gd name="connsiteX6435" fmla="*/ 1737593 w 2119654"/>
              <a:gd name="connsiteY6435" fmla="*/ 1783673 h 2398711"/>
              <a:gd name="connsiteX6436" fmla="*/ 1737488 w 2119654"/>
              <a:gd name="connsiteY6436" fmla="*/ 1784707 h 2398711"/>
              <a:gd name="connsiteX6437" fmla="*/ 1738403 w 2119654"/>
              <a:gd name="connsiteY6437" fmla="*/ 1784310 h 2398711"/>
              <a:gd name="connsiteX6438" fmla="*/ 1738570 w 2119654"/>
              <a:gd name="connsiteY6438" fmla="*/ 1784181 h 2398711"/>
              <a:gd name="connsiteX6439" fmla="*/ 1740365 w 2119654"/>
              <a:gd name="connsiteY6439" fmla="*/ 1782226 h 2398711"/>
              <a:gd name="connsiteX6440" fmla="*/ 1740544 w 2119654"/>
              <a:gd name="connsiteY6440" fmla="*/ 1781491 h 2398711"/>
              <a:gd name="connsiteX6441" fmla="*/ 1827945 w 2119654"/>
              <a:gd name="connsiteY6441" fmla="*/ 1581350 h 2398711"/>
              <a:gd name="connsiteX6442" fmla="*/ 1828110 w 2119654"/>
              <a:gd name="connsiteY6442" fmla="*/ 1581674 h 2398711"/>
              <a:gd name="connsiteX6443" fmla="*/ 1829244 w 2119654"/>
              <a:gd name="connsiteY6443" fmla="*/ 1581558 h 2398711"/>
              <a:gd name="connsiteX6444" fmla="*/ 1830122 w 2119654"/>
              <a:gd name="connsiteY6444" fmla="*/ 1580442 h 2398711"/>
              <a:gd name="connsiteX6445" fmla="*/ 1587751 w 2119654"/>
              <a:gd name="connsiteY6445" fmla="*/ 2119126 h 2398711"/>
              <a:gd name="connsiteX6446" fmla="*/ 1589107 w 2119654"/>
              <a:gd name="connsiteY6446" fmla="*/ 2119090 h 2398711"/>
              <a:gd name="connsiteX6447" fmla="*/ 1590702 w 2119654"/>
              <a:gd name="connsiteY6447" fmla="*/ 2113066 h 2398711"/>
              <a:gd name="connsiteX6448" fmla="*/ 1590678 w 2119654"/>
              <a:gd name="connsiteY6448" fmla="*/ 2113071 h 2398711"/>
              <a:gd name="connsiteX6449" fmla="*/ 1587599 w 2119654"/>
              <a:gd name="connsiteY6449" fmla="*/ 2119441 h 2398711"/>
              <a:gd name="connsiteX6450" fmla="*/ 1588961 w 2119654"/>
              <a:gd name="connsiteY6450" fmla="*/ 2119638 h 2398711"/>
              <a:gd name="connsiteX6451" fmla="*/ 1589042 w 2119654"/>
              <a:gd name="connsiteY6451" fmla="*/ 2119334 h 2398711"/>
              <a:gd name="connsiteX6452" fmla="*/ 1587632 w 2119654"/>
              <a:gd name="connsiteY6452" fmla="*/ 2119373 h 2398711"/>
              <a:gd name="connsiteX6453" fmla="*/ 1781454 w 2119654"/>
              <a:gd name="connsiteY6453" fmla="*/ 1685304 h 2398711"/>
              <a:gd name="connsiteX6454" fmla="*/ 1781502 w 2119654"/>
              <a:gd name="connsiteY6454" fmla="*/ 1685405 h 2398711"/>
              <a:gd name="connsiteX6455" fmla="*/ 1781589 w 2119654"/>
              <a:gd name="connsiteY6455" fmla="*/ 1685276 h 2398711"/>
              <a:gd name="connsiteX6456" fmla="*/ 1822977 w 2119654"/>
              <a:gd name="connsiteY6456" fmla="*/ 1592322 h 2398711"/>
              <a:gd name="connsiteX6457" fmla="*/ 1823812 w 2119654"/>
              <a:gd name="connsiteY6457" fmla="*/ 1593782 h 2398711"/>
              <a:gd name="connsiteX6458" fmla="*/ 1824148 w 2119654"/>
              <a:gd name="connsiteY6458" fmla="*/ 1593701 h 2398711"/>
              <a:gd name="connsiteX6459" fmla="*/ 1823900 w 2119654"/>
              <a:gd name="connsiteY6459" fmla="*/ 1591238 h 2398711"/>
              <a:gd name="connsiteX6460" fmla="*/ 1823843 w 2119654"/>
              <a:gd name="connsiteY6460" fmla="*/ 1591250 h 2398711"/>
              <a:gd name="connsiteX6461" fmla="*/ 1818520 w 2119654"/>
              <a:gd name="connsiteY6461" fmla="*/ 1602117 h 2398711"/>
              <a:gd name="connsiteX6462" fmla="*/ 1818896 w 2119654"/>
              <a:gd name="connsiteY6462" fmla="*/ 1602772 h 2398711"/>
              <a:gd name="connsiteX6463" fmla="*/ 1821622 w 2119654"/>
              <a:gd name="connsiteY6463" fmla="*/ 1600758 h 2398711"/>
              <a:gd name="connsiteX6464" fmla="*/ 1663296 w 2119654"/>
              <a:gd name="connsiteY6464" fmla="*/ 1949492 h 2398711"/>
              <a:gd name="connsiteX6465" fmla="*/ 1662833 w 2119654"/>
              <a:gd name="connsiteY6465" fmla="*/ 1950812 h 2398711"/>
              <a:gd name="connsiteX6466" fmla="*/ 1662606 w 2119654"/>
              <a:gd name="connsiteY6466" fmla="*/ 1953294 h 2398711"/>
              <a:gd name="connsiteX6467" fmla="*/ 1672675 w 2119654"/>
              <a:gd name="connsiteY6467" fmla="*/ 1951771 h 2398711"/>
              <a:gd name="connsiteX6468" fmla="*/ 1675144 w 2119654"/>
              <a:gd name="connsiteY6468" fmla="*/ 1950135 h 2398711"/>
              <a:gd name="connsiteX6469" fmla="*/ 1675053 w 2119654"/>
              <a:gd name="connsiteY6469" fmla="*/ 1950407 h 2398711"/>
              <a:gd name="connsiteX6470" fmla="*/ 1673089 w 2119654"/>
              <a:gd name="connsiteY6470" fmla="*/ 1951709 h 2398711"/>
              <a:gd name="connsiteX6471" fmla="*/ 1690918 w 2119654"/>
              <a:gd name="connsiteY6471" fmla="*/ 1949013 h 2398711"/>
              <a:gd name="connsiteX6472" fmla="*/ 1688935 w 2119654"/>
              <a:gd name="connsiteY6472" fmla="*/ 1943440 h 2398711"/>
              <a:gd name="connsiteX6473" fmla="*/ 1675693 w 2119654"/>
              <a:gd name="connsiteY6473" fmla="*/ 1945143 h 2398711"/>
              <a:gd name="connsiteX6474" fmla="*/ 1672699 w 2119654"/>
              <a:gd name="connsiteY6474" fmla="*/ 1946193 h 2398711"/>
              <a:gd name="connsiteX6475" fmla="*/ 1673926 w 2119654"/>
              <a:gd name="connsiteY6475" fmla="*/ 1949625 h 2398711"/>
              <a:gd name="connsiteX6476" fmla="*/ 1673828 w 2119654"/>
              <a:gd name="connsiteY6476" fmla="*/ 1949844 h 2398711"/>
              <a:gd name="connsiteX6477" fmla="*/ 1672542 w 2119654"/>
              <a:gd name="connsiteY6477" fmla="*/ 1946248 h 2398711"/>
              <a:gd name="connsiteX6478" fmla="*/ 1848405 w 2119654"/>
              <a:gd name="connsiteY6478" fmla="*/ 1534977 h 2398711"/>
              <a:gd name="connsiteX6479" fmla="*/ 1858521 w 2119654"/>
              <a:gd name="connsiteY6479" fmla="*/ 1533307 h 2398711"/>
              <a:gd name="connsiteX6480" fmla="*/ 1858330 w 2119654"/>
              <a:gd name="connsiteY6480" fmla="*/ 1533516 h 2398711"/>
              <a:gd name="connsiteX6481" fmla="*/ 1848421 w 2119654"/>
              <a:gd name="connsiteY6481" fmla="*/ 1535151 h 2398711"/>
              <a:gd name="connsiteX6482" fmla="*/ 1850244 w 2119654"/>
              <a:gd name="connsiteY6482" fmla="*/ 1537123 h 2398711"/>
              <a:gd name="connsiteX6483" fmla="*/ 1863261 w 2119654"/>
              <a:gd name="connsiteY6483" fmla="*/ 1531829 h 2398711"/>
              <a:gd name="connsiteX6484" fmla="*/ 1858734 w 2119654"/>
              <a:gd name="connsiteY6484" fmla="*/ 1525743 h 2398711"/>
              <a:gd name="connsiteX6485" fmla="*/ 1730535 w 2119654"/>
              <a:gd name="connsiteY6485" fmla="*/ 1798874 h 2398711"/>
              <a:gd name="connsiteX6486" fmla="*/ 1730533 w 2119654"/>
              <a:gd name="connsiteY6486" fmla="*/ 1798905 h 2398711"/>
              <a:gd name="connsiteX6487" fmla="*/ 1730898 w 2119654"/>
              <a:gd name="connsiteY6487" fmla="*/ 1799863 h 2398711"/>
              <a:gd name="connsiteX6488" fmla="*/ 1733637 w 2119654"/>
              <a:gd name="connsiteY6488" fmla="*/ 1798475 h 2398711"/>
              <a:gd name="connsiteX6489" fmla="*/ 1584965 w 2119654"/>
              <a:gd name="connsiteY6489" fmla="*/ 2124829 h 2398711"/>
              <a:gd name="connsiteX6490" fmla="*/ 1587393 w 2119654"/>
              <a:gd name="connsiteY6490" fmla="*/ 2125556 h 2398711"/>
              <a:gd name="connsiteX6491" fmla="*/ 1588775 w 2119654"/>
              <a:gd name="connsiteY6491" fmla="*/ 2120339 h 2398711"/>
              <a:gd name="connsiteX6492" fmla="*/ 1587270 w 2119654"/>
              <a:gd name="connsiteY6492" fmla="*/ 2120121 h 2398711"/>
              <a:gd name="connsiteX6493" fmla="*/ 1585819 w 2119654"/>
              <a:gd name="connsiteY6493" fmla="*/ 2123123 h 2398711"/>
              <a:gd name="connsiteX6494" fmla="*/ 1827847 w 2119654"/>
              <a:gd name="connsiteY6494" fmla="*/ 1580942 h 2398711"/>
              <a:gd name="connsiteX6495" fmla="*/ 1830646 w 2119654"/>
              <a:gd name="connsiteY6495" fmla="*/ 1579774 h 2398711"/>
              <a:gd name="connsiteX6496" fmla="*/ 1831115 w 2119654"/>
              <a:gd name="connsiteY6496" fmla="*/ 1579178 h 2398711"/>
              <a:gd name="connsiteX6497" fmla="*/ 1831743 w 2119654"/>
              <a:gd name="connsiteY6497" fmla="*/ 1578353 h 2398711"/>
              <a:gd name="connsiteX6498" fmla="*/ 1738693 w 2119654"/>
              <a:gd name="connsiteY6498" fmla="*/ 1780567 h 2398711"/>
              <a:gd name="connsiteX6499" fmla="*/ 1740967 w 2119654"/>
              <a:gd name="connsiteY6499" fmla="*/ 1779755 h 2398711"/>
              <a:gd name="connsiteX6500" fmla="*/ 1741620 w 2119654"/>
              <a:gd name="connsiteY6500" fmla="*/ 1777068 h 2398711"/>
              <a:gd name="connsiteX6501" fmla="*/ 1740951 w 2119654"/>
              <a:gd name="connsiteY6501" fmla="*/ 1777273 h 2398711"/>
              <a:gd name="connsiteX6502" fmla="*/ 1663692 w 2119654"/>
              <a:gd name="connsiteY6502" fmla="*/ 1948365 h 2398711"/>
              <a:gd name="connsiteX6503" fmla="*/ 1663509 w 2119654"/>
              <a:gd name="connsiteY6503" fmla="*/ 1948886 h 2398711"/>
              <a:gd name="connsiteX6504" fmla="*/ 1672373 w 2119654"/>
              <a:gd name="connsiteY6504" fmla="*/ 1945776 h 2398711"/>
              <a:gd name="connsiteX6505" fmla="*/ 1672302 w 2119654"/>
              <a:gd name="connsiteY6505" fmla="*/ 1945578 h 2398711"/>
              <a:gd name="connsiteX6506" fmla="*/ 1665865 w 2119654"/>
              <a:gd name="connsiteY6506" fmla="*/ 1946406 h 2398711"/>
              <a:gd name="connsiteX6507" fmla="*/ 1734888 w 2119654"/>
              <a:gd name="connsiteY6507" fmla="*/ 1788873 h 2398711"/>
              <a:gd name="connsiteX6508" fmla="*/ 1735284 w 2119654"/>
              <a:gd name="connsiteY6508" fmla="*/ 1791181 h 2398711"/>
              <a:gd name="connsiteX6509" fmla="*/ 1736196 w 2119654"/>
              <a:gd name="connsiteY6509" fmla="*/ 1790780 h 2398711"/>
              <a:gd name="connsiteX6510" fmla="*/ 1736577 w 2119654"/>
              <a:gd name="connsiteY6510" fmla="*/ 1787034 h 2398711"/>
              <a:gd name="connsiteX6511" fmla="*/ 1760722 w 2119654"/>
              <a:gd name="connsiteY6511" fmla="*/ 1730966 h 2398711"/>
              <a:gd name="connsiteX6512" fmla="*/ 1760904 w 2119654"/>
              <a:gd name="connsiteY6512" fmla="*/ 1731281 h 2398711"/>
              <a:gd name="connsiteX6513" fmla="*/ 1768417 w 2119654"/>
              <a:gd name="connsiteY6513" fmla="*/ 1729893 h 2398711"/>
              <a:gd name="connsiteX6514" fmla="*/ 1765687 w 2119654"/>
              <a:gd name="connsiteY6514" fmla="*/ 1727437 h 2398711"/>
              <a:gd name="connsiteX6515" fmla="*/ 1855385 w 2119654"/>
              <a:gd name="connsiteY6515" fmla="*/ 1518897 h 2398711"/>
              <a:gd name="connsiteX6516" fmla="*/ 1855431 w 2119654"/>
              <a:gd name="connsiteY6516" fmla="*/ 1518959 h 2398711"/>
              <a:gd name="connsiteX6517" fmla="*/ 1855671 w 2119654"/>
              <a:gd name="connsiteY6517" fmla="*/ 1518792 h 2398711"/>
              <a:gd name="connsiteX6518" fmla="*/ 1722726 w 2119654"/>
              <a:gd name="connsiteY6518" fmla="*/ 1815905 h 2398711"/>
              <a:gd name="connsiteX6519" fmla="*/ 1723513 w 2119654"/>
              <a:gd name="connsiteY6519" fmla="*/ 1815857 h 2398711"/>
              <a:gd name="connsiteX6520" fmla="*/ 1723517 w 2119654"/>
              <a:gd name="connsiteY6520" fmla="*/ 1815661 h 2398711"/>
              <a:gd name="connsiteX6521" fmla="*/ 1592760 w 2119654"/>
              <a:gd name="connsiteY6521" fmla="*/ 2106917 h 2398711"/>
              <a:gd name="connsiteX6522" fmla="*/ 1592350 w 2119654"/>
              <a:gd name="connsiteY6522" fmla="*/ 2108462 h 2398711"/>
              <a:gd name="connsiteX6523" fmla="*/ 1593135 w 2119654"/>
              <a:gd name="connsiteY6523" fmla="*/ 2106838 h 2398711"/>
              <a:gd name="connsiteX6524" fmla="*/ 1819353 w 2119654"/>
              <a:gd name="connsiteY6524" fmla="*/ 1599497 h 2398711"/>
              <a:gd name="connsiteX6525" fmla="*/ 1824545 w 2119654"/>
              <a:gd name="connsiteY6525" fmla="*/ 1597631 h 2398711"/>
              <a:gd name="connsiteX6526" fmla="*/ 1824362 w 2119654"/>
              <a:gd name="connsiteY6526" fmla="*/ 1595821 h 2398711"/>
              <a:gd name="connsiteX6527" fmla="*/ 1769273 w 2119654"/>
              <a:gd name="connsiteY6527" fmla="*/ 1711606 h 2398711"/>
              <a:gd name="connsiteX6528" fmla="*/ 1769740 w 2119654"/>
              <a:gd name="connsiteY6528" fmla="*/ 1712857 h 2398711"/>
              <a:gd name="connsiteX6529" fmla="*/ 1772281 w 2119654"/>
              <a:gd name="connsiteY6529" fmla="*/ 1712124 h 2398711"/>
              <a:gd name="connsiteX6530" fmla="*/ 1772328 w 2119654"/>
              <a:gd name="connsiteY6530" fmla="*/ 1709570 h 2398711"/>
              <a:gd name="connsiteX6531" fmla="*/ 1664309 w 2119654"/>
              <a:gd name="connsiteY6531" fmla="*/ 1946605 h 2398711"/>
              <a:gd name="connsiteX6532" fmla="*/ 1664060 w 2119654"/>
              <a:gd name="connsiteY6532" fmla="*/ 1947316 h 2398711"/>
              <a:gd name="connsiteX6533" fmla="*/ 1664937 w 2119654"/>
              <a:gd name="connsiteY6533" fmla="*/ 1946524 h 2398711"/>
              <a:gd name="connsiteX6534" fmla="*/ 1823932 w 2119654"/>
              <a:gd name="connsiteY6534" fmla="*/ 1589168 h 2398711"/>
              <a:gd name="connsiteX6535" fmla="*/ 1824007 w 2119654"/>
              <a:gd name="connsiteY6535" fmla="*/ 1589912 h 2398711"/>
              <a:gd name="connsiteX6536" fmla="*/ 1824802 w 2119654"/>
              <a:gd name="connsiteY6536" fmla="*/ 1588929 h 2398711"/>
              <a:gd name="connsiteX6537" fmla="*/ 1634461 w 2119654"/>
              <a:gd name="connsiteY6537" fmla="*/ 2013206 h 2398711"/>
              <a:gd name="connsiteX6538" fmla="*/ 1634707 w 2119654"/>
              <a:gd name="connsiteY6538" fmla="*/ 2014622 h 2398711"/>
              <a:gd name="connsiteX6539" fmla="*/ 1635418 w 2119654"/>
              <a:gd name="connsiteY6539" fmla="*/ 2014401 h 2398711"/>
              <a:gd name="connsiteX6540" fmla="*/ 1635815 w 2119654"/>
              <a:gd name="connsiteY6540" fmla="*/ 2013491 h 2398711"/>
              <a:gd name="connsiteX6541" fmla="*/ 1737791 w 2119654"/>
              <a:gd name="connsiteY6541" fmla="*/ 1781730 h 2398711"/>
              <a:gd name="connsiteX6542" fmla="*/ 1737645 w 2119654"/>
              <a:gd name="connsiteY6542" fmla="*/ 1783161 h 2398711"/>
              <a:gd name="connsiteX6543" fmla="*/ 1740685 w 2119654"/>
              <a:gd name="connsiteY6543" fmla="*/ 1780915 h 2398711"/>
              <a:gd name="connsiteX6544" fmla="*/ 1740836 w 2119654"/>
              <a:gd name="connsiteY6544" fmla="*/ 1780291 h 2398711"/>
              <a:gd name="connsiteX6545" fmla="*/ 1738195 w 2119654"/>
              <a:gd name="connsiteY6545" fmla="*/ 1781235 h 2398711"/>
              <a:gd name="connsiteX6546" fmla="*/ 1753642 w 2119654"/>
              <a:gd name="connsiteY6546" fmla="*/ 1746104 h 2398711"/>
              <a:gd name="connsiteX6547" fmla="*/ 1753685 w 2119654"/>
              <a:gd name="connsiteY6547" fmla="*/ 1746526 h 2398711"/>
              <a:gd name="connsiteX6548" fmla="*/ 1755906 w 2119654"/>
              <a:gd name="connsiteY6548" fmla="*/ 1745566 h 2398711"/>
              <a:gd name="connsiteX6549" fmla="*/ 1755760 w 2119654"/>
              <a:gd name="connsiteY6549" fmla="*/ 1745215 h 2398711"/>
              <a:gd name="connsiteX6550" fmla="*/ 1756077 w 2119654"/>
              <a:gd name="connsiteY6550" fmla="*/ 1740479 h 2398711"/>
              <a:gd name="connsiteX6551" fmla="*/ 1756307 w 2119654"/>
              <a:gd name="connsiteY6551" fmla="*/ 1741175 h 2398711"/>
              <a:gd name="connsiteX6552" fmla="*/ 1757124 w 2119654"/>
              <a:gd name="connsiteY6552" fmla="*/ 1742656 h 2398711"/>
              <a:gd name="connsiteX6553" fmla="*/ 1757515 w 2119654"/>
              <a:gd name="connsiteY6553" fmla="*/ 1742400 h 2398711"/>
              <a:gd name="connsiteX6554" fmla="*/ 1756836 w 2119654"/>
              <a:gd name="connsiteY6554" fmla="*/ 1740126 h 2398711"/>
              <a:gd name="connsiteX6555" fmla="*/ 1821307 w 2119654"/>
              <a:gd name="connsiteY6555" fmla="*/ 1594388 h 2398711"/>
              <a:gd name="connsiteX6556" fmla="*/ 1823554 w 2119654"/>
              <a:gd name="connsiteY6556" fmla="*/ 1593845 h 2398711"/>
              <a:gd name="connsiteX6557" fmla="*/ 1822805 w 2119654"/>
              <a:gd name="connsiteY6557" fmla="*/ 1592534 h 2398711"/>
              <a:gd name="connsiteX6558" fmla="*/ 1781934 w 2119654"/>
              <a:gd name="connsiteY6558" fmla="*/ 1682531 h 2398711"/>
              <a:gd name="connsiteX6559" fmla="*/ 1781937 w 2119654"/>
              <a:gd name="connsiteY6559" fmla="*/ 1682530 h 2398711"/>
              <a:gd name="connsiteX6560" fmla="*/ 1785065 w 2119654"/>
              <a:gd name="connsiteY6560" fmla="*/ 1680101 h 2398711"/>
              <a:gd name="connsiteX6561" fmla="*/ 1786607 w 2119654"/>
              <a:gd name="connsiteY6561" fmla="*/ 1677807 h 2398711"/>
              <a:gd name="connsiteX6562" fmla="*/ 1785968 w 2119654"/>
              <a:gd name="connsiteY6562" fmla="*/ 1678122 h 2398711"/>
              <a:gd name="connsiteX6563" fmla="*/ 1747880 w 2119654"/>
              <a:gd name="connsiteY6563" fmla="*/ 1758775 h 2398711"/>
              <a:gd name="connsiteX6564" fmla="*/ 1748024 w 2119654"/>
              <a:gd name="connsiteY6564" fmla="*/ 1759061 h 2398711"/>
              <a:gd name="connsiteX6565" fmla="*/ 1748902 w 2119654"/>
              <a:gd name="connsiteY6565" fmla="*/ 1757985 h 2398711"/>
              <a:gd name="connsiteX6566" fmla="*/ 1760058 w 2119654"/>
              <a:gd name="connsiteY6566" fmla="*/ 1731437 h 2398711"/>
              <a:gd name="connsiteX6567" fmla="*/ 1760837 w 2119654"/>
              <a:gd name="connsiteY6567" fmla="*/ 1731293 h 2398711"/>
              <a:gd name="connsiteX6568" fmla="*/ 1760669 w 2119654"/>
              <a:gd name="connsiteY6568" fmla="*/ 1731002 h 2398711"/>
              <a:gd name="connsiteX6569" fmla="*/ 1730604 w 2119654"/>
              <a:gd name="connsiteY6569" fmla="*/ 1797359 h 2398711"/>
              <a:gd name="connsiteX6570" fmla="*/ 1730574 w 2119654"/>
              <a:gd name="connsiteY6570" fmla="*/ 1798015 h 2398711"/>
              <a:gd name="connsiteX6571" fmla="*/ 1733993 w 2119654"/>
              <a:gd name="connsiteY6571" fmla="*/ 1797715 h 2398711"/>
              <a:gd name="connsiteX6572" fmla="*/ 1733749 w 2119654"/>
              <a:gd name="connsiteY6572" fmla="*/ 1795735 h 2398711"/>
              <a:gd name="connsiteX6573" fmla="*/ 1730770 w 2119654"/>
              <a:gd name="connsiteY6573" fmla="*/ 1797280 h 2398711"/>
              <a:gd name="connsiteX6574" fmla="*/ 1822513 w 2119654"/>
              <a:gd name="connsiteY6574" fmla="*/ 1591512 h 2398711"/>
              <a:gd name="connsiteX6575" fmla="*/ 1822597 w 2119654"/>
              <a:gd name="connsiteY6575" fmla="*/ 1591656 h 2398711"/>
              <a:gd name="connsiteX6576" fmla="*/ 1822752 w 2119654"/>
              <a:gd name="connsiteY6576" fmla="*/ 1591465 h 2398711"/>
              <a:gd name="connsiteX6577" fmla="*/ 1734735 w 2119654"/>
              <a:gd name="connsiteY6577" fmla="*/ 1787983 h 2398711"/>
              <a:gd name="connsiteX6578" fmla="*/ 1734789 w 2119654"/>
              <a:gd name="connsiteY6578" fmla="*/ 1788298 h 2398711"/>
              <a:gd name="connsiteX6579" fmla="*/ 1735911 w 2119654"/>
              <a:gd name="connsiteY6579" fmla="*/ 1787076 h 2398711"/>
              <a:gd name="connsiteX6580" fmla="*/ 1733779 w 2119654"/>
              <a:gd name="connsiteY6580" fmla="*/ 1790080 h 2398711"/>
              <a:gd name="connsiteX6581" fmla="*/ 1733985 w 2119654"/>
              <a:gd name="connsiteY6581" fmla="*/ 1791750 h 2398711"/>
              <a:gd name="connsiteX6582" fmla="*/ 1735015 w 2119654"/>
              <a:gd name="connsiteY6582" fmla="*/ 1791299 h 2398711"/>
              <a:gd name="connsiteX6583" fmla="*/ 1734618 w 2119654"/>
              <a:gd name="connsiteY6583" fmla="*/ 1789166 h 2398711"/>
              <a:gd name="connsiteX6584" fmla="*/ 1691340 w 2119654"/>
              <a:gd name="connsiteY6584" fmla="*/ 1885020 h 2398711"/>
              <a:gd name="connsiteX6585" fmla="*/ 1692171 w 2119654"/>
              <a:gd name="connsiteY6585" fmla="*/ 1885253 h 2398711"/>
              <a:gd name="connsiteX6586" fmla="*/ 1692152 w 2119654"/>
              <a:gd name="connsiteY6586" fmla="*/ 1884903 h 2398711"/>
              <a:gd name="connsiteX6587" fmla="*/ 1666117 w 2119654"/>
              <a:gd name="connsiteY6587" fmla="*/ 1941450 h 2398711"/>
              <a:gd name="connsiteX6588" fmla="*/ 1664445 w 2119654"/>
              <a:gd name="connsiteY6588" fmla="*/ 1946217 h 2398711"/>
              <a:gd name="connsiteX6589" fmla="*/ 1665417 w 2119654"/>
              <a:gd name="connsiteY6589" fmla="*/ 1946093 h 2398711"/>
              <a:gd name="connsiteX6590" fmla="*/ 1670762 w 2119654"/>
              <a:gd name="connsiteY6590" fmla="*/ 1941275 h 2398711"/>
              <a:gd name="connsiteX6591" fmla="*/ 1670175 w 2119654"/>
              <a:gd name="connsiteY6591" fmla="*/ 1939634 h 2398711"/>
              <a:gd name="connsiteX6592" fmla="*/ 1577988 w 2119654"/>
              <a:gd name="connsiteY6592" fmla="*/ 2138773 h 2398711"/>
              <a:gd name="connsiteX6593" fmla="*/ 1584269 w 2119654"/>
              <a:gd name="connsiteY6593" fmla="*/ 2137052 h 2398711"/>
              <a:gd name="connsiteX6594" fmla="*/ 1584933 w 2119654"/>
              <a:gd name="connsiteY6594" fmla="*/ 2134844 h 2398711"/>
              <a:gd name="connsiteX6595" fmla="*/ 1587219 w 2119654"/>
              <a:gd name="connsiteY6595" fmla="*/ 2126213 h 2398711"/>
              <a:gd name="connsiteX6596" fmla="*/ 1584657 w 2119654"/>
              <a:gd name="connsiteY6596" fmla="*/ 2125445 h 2398711"/>
              <a:gd name="connsiteX6597" fmla="*/ 1582143 w 2119654"/>
              <a:gd name="connsiteY6597" fmla="*/ 2130469 h 2398711"/>
              <a:gd name="connsiteX6598" fmla="*/ 1582950 w 2119654"/>
              <a:gd name="connsiteY6598" fmla="*/ 2134928 h 2398711"/>
              <a:gd name="connsiteX6599" fmla="*/ 1582806 w 2119654"/>
              <a:gd name="connsiteY6599" fmla="*/ 2135149 h 2398711"/>
              <a:gd name="connsiteX6600" fmla="*/ 1582007 w 2119654"/>
              <a:gd name="connsiteY6600" fmla="*/ 2130740 h 2398711"/>
              <a:gd name="connsiteX6601" fmla="*/ 1812710 w 2119654"/>
              <a:gd name="connsiteY6601" fmla="*/ 1613046 h 2398711"/>
              <a:gd name="connsiteX6602" fmla="*/ 1815654 w 2119654"/>
              <a:gd name="connsiteY6602" fmla="*/ 1612177 h 2398711"/>
              <a:gd name="connsiteX6603" fmla="*/ 1814805 w 2119654"/>
              <a:gd name="connsiteY6603" fmla="*/ 1611740 h 2398711"/>
              <a:gd name="connsiteX6604" fmla="*/ 1780926 w 2119654"/>
              <a:gd name="connsiteY6604" fmla="*/ 1684185 h 2398711"/>
              <a:gd name="connsiteX6605" fmla="*/ 1781180 w 2119654"/>
              <a:gd name="connsiteY6605" fmla="*/ 1684725 h 2398711"/>
              <a:gd name="connsiteX6606" fmla="*/ 1782085 w 2119654"/>
              <a:gd name="connsiteY6606" fmla="*/ 1684538 h 2398711"/>
              <a:gd name="connsiteX6607" fmla="*/ 1783197 w 2119654"/>
              <a:gd name="connsiteY6607" fmla="*/ 1682882 h 2398711"/>
              <a:gd name="connsiteX6608" fmla="*/ 1781680 w 2119654"/>
              <a:gd name="connsiteY6608" fmla="*/ 1683598 h 2398711"/>
              <a:gd name="connsiteX6609" fmla="*/ 1697387 w 2119654"/>
              <a:gd name="connsiteY6609" fmla="*/ 1871223 h 2398711"/>
              <a:gd name="connsiteX6610" fmla="*/ 1697540 w 2119654"/>
              <a:gd name="connsiteY6610" fmla="*/ 1871950 h 2398711"/>
              <a:gd name="connsiteX6611" fmla="*/ 1700732 w 2119654"/>
              <a:gd name="connsiteY6611" fmla="*/ 1871987 h 2398711"/>
              <a:gd name="connsiteX6612" fmla="*/ 1700032 w 2119654"/>
              <a:gd name="connsiteY6612" fmla="*/ 1870145 h 2398711"/>
              <a:gd name="connsiteX6613" fmla="*/ 1812444 w 2119654"/>
              <a:gd name="connsiteY6613" fmla="*/ 1613551 h 2398711"/>
              <a:gd name="connsiteX6614" fmla="*/ 1813458 w 2119654"/>
              <a:gd name="connsiteY6614" fmla="*/ 1614532 h 2398711"/>
              <a:gd name="connsiteX6615" fmla="*/ 1816230 w 2119654"/>
              <a:gd name="connsiteY6615" fmla="*/ 1612474 h 2398711"/>
              <a:gd name="connsiteX6616" fmla="*/ 1816112 w 2119654"/>
              <a:gd name="connsiteY6616" fmla="*/ 1612413 h 2398711"/>
              <a:gd name="connsiteX6617" fmla="*/ 1666772 w 2119654"/>
              <a:gd name="connsiteY6617" fmla="*/ 1939582 h 2398711"/>
              <a:gd name="connsiteX6618" fmla="*/ 1666612 w 2119654"/>
              <a:gd name="connsiteY6618" fmla="*/ 1940036 h 2398711"/>
              <a:gd name="connsiteX6619" fmla="*/ 1669466 w 2119654"/>
              <a:gd name="connsiteY6619" fmla="*/ 1938933 h 2398711"/>
              <a:gd name="connsiteX6620" fmla="*/ 1669861 w 2119654"/>
              <a:gd name="connsiteY6620" fmla="*/ 1938757 h 2398711"/>
              <a:gd name="connsiteX6621" fmla="*/ 1669592 w 2119654"/>
              <a:gd name="connsiteY6621" fmla="*/ 1938008 h 2398711"/>
              <a:gd name="connsiteX6622" fmla="*/ 1713698 w 2119654"/>
              <a:gd name="connsiteY6622" fmla="*/ 1834465 h 2398711"/>
              <a:gd name="connsiteX6623" fmla="*/ 1715499 w 2119654"/>
              <a:gd name="connsiteY6623" fmla="*/ 1838274 h 2398711"/>
              <a:gd name="connsiteX6624" fmla="*/ 1716240 w 2119654"/>
              <a:gd name="connsiteY6624" fmla="*/ 1838233 h 2398711"/>
              <a:gd name="connsiteX6625" fmla="*/ 1715246 w 2119654"/>
              <a:gd name="connsiteY6625" fmla="*/ 1833553 h 2398711"/>
              <a:gd name="connsiteX6626" fmla="*/ 1854910 w 2119654"/>
              <a:gd name="connsiteY6626" fmla="*/ 1518257 h 2398711"/>
              <a:gd name="connsiteX6627" fmla="*/ 1855245 w 2119654"/>
              <a:gd name="connsiteY6627" fmla="*/ 1518708 h 2398711"/>
              <a:gd name="connsiteX6628" fmla="*/ 1856403 w 2119654"/>
              <a:gd name="connsiteY6628" fmla="*/ 1518285 h 2398711"/>
              <a:gd name="connsiteX6629" fmla="*/ 1858485 w 2119654"/>
              <a:gd name="connsiteY6629" fmla="*/ 1516842 h 2398711"/>
              <a:gd name="connsiteX6630" fmla="*/ 1859761 w 2119654"/>
              <a:gd name="connsiteY6630" fmla="*/ 1514831 h 2398711"/>
              <a:gd name="connsiteX6631" fmla="*/ 1857352 w 2119654"/>
              <a:gd name="connsiteY6631" fmla="*/ 1515863 h 2398711"/>
              <a:gd name="connsiteX6632" fmla="*/ 1855265 w 2119654"/>
              <a:gd name="connsiteY6632" fmla="*/ 1517917 h 2398711"/>
              <a:gd name="connsiteX6633" fmla="*/ 1710796 w 2119654"/>
              <a:gd name="connsiteY6633" fmla="*/ 1840900 h 2398711"/>
              <a:gd name="connsiteX6634" fmla="*/ 1710765 w 2119654"/>
              <a:gd name="connsiteY6634" fmla="*/ 1841406 h 2398711"/>
              <a:gd name="connsiteX6635" fmla="*/ 1712841 w 2119654"/>
              <a:gd name="connsiteY6635" fmla="*/ 1841397 h 2398711"/>
              <a:gd name="connsiteX6636" fmla="*/ 1713867 w 2119654"/>
              <a:gd name="connsiteY6636" fmla="*/ 1840616 h 2398711"/>
              <a:gd name="connsiteX6637" fmla="*/ 1712066 w 2119654"/>
              <a:gd name="connsiteY6637" fmla="*/ 1840829 h 2398711"/>
              <a:gd name="connsiteX6638" fmla="*/ 1591793 w 2119654"/>
              <a:gd name="connsiteY6638" fmla="*/ 2107331 h 2398711"/>
              <a:gd name="connsiteX6639" fmla="*/ 1591843 w 2119654"/>
              <a:gd name="connsiteY6639" fmla="*/ 2108767 h 2398711"/>
              <a:gd name="connsiteX6640" fmla="*/ 1592280 w 2119654"/>
              <a:gd name="connsiteY6640" fmla="*/ 2107116 h 2398711"/>
              <a:gd name="connsiteX6641" fmla="*/ 1694259 w 2119654"/>
              <a:gd name="connsiteY6641" fmla="*/ 1877883 h 2398711"/>
              <a:gd name="connsiteX6642" fmla="*/ 1694534 w 2119654"/>
              <a:gd name="connsiteY6642" fmla="*/ 1884125 h 2398711"/>
              <a:gd name="connsiteX6643" fmla="*/ 1695180 w 2119654"/>
              <a:gd name="connsiteY6643" fmla="*/ 1884032 h 2398711"/>
              <a:gd name="connsiteX6644" fmla="*/ 1703656 w 2119654"/>
              <a:gd name="connsiteY6644" fmla="*/ 1879690 h 2398711"/>
              <a:gd name="connsiteX6645" fmla="*/ 1702061 w 2119654"/>
              <a:gd name="connsiteY6645" fmla="*/ 1875488 h 2398711"/>
              <a:gd name="connsiteX6646" fmla="*/ 1822309 w 2119654"/>
              <a:gd name="connsiteY6646" fmla="*/ 1591153 h 2398711"/>
              <a:gd name="connsiteX6647" fmla="*/ 1822391 w 2119654"/>
              <a:gd name="connsiteY6647" fmla="*/ 1591297 h 2398711"/>
              <a:gd name="connsiteX6648" fmla="*/ 1822969 w 2119654"/>
              <a:gd name="connsiteY6648" fmla="*/ 1591197 h 2398711"/>
              <a:gd name="connsiteX6649" fmla="*/ 1823792 w 2119654"/>
              <a:gd name="connsiteY6649" fmla="*/ 1590178 h 2398711"/>
              <a:gd name="connsiteX6650" fmla="*/ 1823705 w 2119654"/>
              <a:gd name="connsiteY6650" fmla="*/ 1589317 h 2398711"/>
              <a:gd name="connsiteX6651" fmla="*/ 1772090 w 2119654"/>
              <a:gd name="connsiteY6651" fmla="*/ 1703554 h 2398711"/>
              <a:gd name="connsiteX6652" fmla="*/ 1772428 w 2119654"/>
              <a:gd name="connsiteY6652" fmla="*/ 1704110 h 2398711"/>
              <a:gd name="connsiteX6653" fmla="*/ 1772448 w 2119654"/>
              <a:gd name="connsiteY6653" fmla="*/ 1703034 h 2398711"/>
              <a:gd name="connsiteX6654" fmla="*/ 1841268 w 2119654"/>
              <a:gd name="connsiteY6654" fmla="*/ 1548488 h 2398711"/>
              <a:gd name="connsiteX6655" fmla="*/ 1842883 w 2119654"/>
              <a:gd name="connsiteY6655" fmla="*/ 1549576 h 2398711"/>
              <a:gd name="connsiteX6656" fmla="*/ 1853516 w 2119654"/>
              <a:gd name="connsiteY6656" fmla="*/ 1546833 h 2398711"/>
              <a:gd name="connsiteX6657" fmla="*/ 1841607 w 2119654"/>
              <a:gd name="connsiteY6657" fmla="*/ 1548259 h 2398711"/>
              <a:gd name="connsiteX6658" fmla="*/ 1645082 w 2119654"/>
              <a:gd name="connsiteY6658" fmla="*/ 1987600 h 2398711"/>
              <a:gd name="connsiteX6659" fmla="*/ 1645091 w 2119654"/>
              <a:gd name="connsiteY6659" fmla="*/ 1987861 h 2398711"/>
              <a:gd name="connsiteX6660" fmla="*/ 1645186 w 2119654"/>
              <a:gd name="connsiteY6660" fmla="*/ 1991957 h 2398711"/>
              <a:gd name="connsiteX6661" fmla="*/ 1646402 w 2119654"/>
              <a:gd name="connsiteY6661" fmla="*/ 1989162 h 2398711"/>
              <a:gd name="connsiteX6662" fmla="*/ 1647123 w 2119654"/>
              <a:gd name="connsiteY6662" fmla="*/ 1987107 h 2398711"/>
              <a:gd name="connsiteX6663" fmla="*/ 1734588 w 2119654"/>
              <a:gd name="connsiteY6663" fmla="*/ 1787128 h 2398711"/>
              <a:gd name="connsiteX6664" fmla="*/ 1734607 w 2119654"/>
              <a:gd name="connsiteY6664" fmla="*/ 1787235 h 2398711"/>
              <a:gd name="connsiteX6665" fmla="*/ 1735015 w 2119654"/>
              <a:gd name="connsiteY6665" fmla="*/ 1786921 h 2398711"/>
              <a:gd name="connsiteX6666" fmla="*/ 1845309 w 2119654"/>
              <a:gd name="connsiteY6666" fmla="*/ 1539130 h 2398711"/>
              <a:gd name="connsiteX6667" fmla="*/ 1849626 w 2119654"/>
              <a:gd name="connsiteY6667" fmla="*/ 1537374 h 2398711"/>
              <a:gd name="connsiteX6668" fmla="*/ 1847781 w 2119654"/>
              <a:gd name="connsiteY6668" fmla="*/ 1535534 h 2398711"/>
              <a:gd name="connsiteX6669" fmla="*/ 1847324 w 2119654"/>
              <a:gd name="connsiteY6669" fmla="*/ 1535943 h 2398711"/>
              <a:gd name="connsiteX6670" fmla="*/ 1817708 w 2119654"/>
              <a:gd name="connsiteY6670" fmla="*/ 1600704 h 2398711"/>
              <a:gd name="connsiteX6671" fmla="*/ 1817760 w 2119654"/>
              <a:gd name="connsiteY6671" fmla="*/ 1600793 h 2398711"/>
              <a:gd name="connsiteX6672" fmla="*/ 1818278 w 2119654"/>
              <a:gd name="connsiteY6672" fmla="*/ 1601696 h 2398711"/>
              <a:gd name="connsiteX6673" fmla="*/ 1823375 w 2119654"/>
              <a:gd name="connsiteY6673" fmla="*/ 1599461 h 2398711"/>
              <a:gd name="connsiteX6674" fmla="*/ 1824636 w 2119654"/>
              <a:gd name="connsiteY6674" fmla="*/ 1598529 h 2398711"/>
              <a:gd name="connsiteX6675" fmla="*/ 1824603 w 2119654"/>
              <a:gd name="connsiteY6675" fmla="*/ 1598204 h 2398711"/>
              <a:gd name="connsiteX6676" fmla="*/ 1817767 w 2119654"/>
              <a:gd name="connsiteY6676" fmla="*/ 1600661 h 2398711"/>
              <a:gd name="connsiteX6677" fmla="*/ 1572419 w 2119654"/>
              <a:gd name="connsiteY6677" fmla="*/ 2149907 h 2398711"/>
              <a:gd name="connsiteX6678" fmla="*/ 1592625 w 2119654"/>
              <a:gd name="connsiteY6678" fmla="*/ 2152212 h 2398711"/>
              <a:gd name="connsiteX6679" fmla="*/ 1592312 w 2119654"/>
              <a:gd name="connsiteY6679" fmla="*/ 2137006 h 2398711"/>
              <a:gd name="connsiteX6680" fmla="*/ 1592251 w 2119654"/>
              <a:gd name="connsiteY6680" fmla="*/ 2135249 h 2398711"/>
              <a:gd name="connsiteX6681" fmla="*/ 1584260 w 2119654"/>
              <a:gd name="connsiteY6681" fmla="*/ 2137441 h 2398711"/>
              <a:gd name="connsiteX6682" fmla="*/ 1581757 w 2119654"/>
              <a:gd name="connsiteY6682" fmla="*/ 2145768 h 2398711"/>
              <a:gd name="connsiteX6683" fmla="*/ 1581620 w 2119654"/>
              <a:gd name="connsiteY6683" fmla="*/ 2145864 h 2398711"/>
              <a:gd name="connsiteX6684" fmla="*/ 1584143 w 2119654"/>
              <a:gd name="connsiteY6684" fmla="*/ 2137472 h 2398711"/>
              <a:gd name="connsiteX6685" fmla="*/ 1577765 w 2119654"/>
              <a:gd name="connsiteY6685" fmla="*/ 2139221 h 2398711"/>
              <a:gd name="connsiteX6686" fmla="*/ 1753474 w 2119654"/>
              <a:gd name="connsiteY6686" fmla="*/ 1744436 h 2398711"/>
              <a:gd name="connsiteX6687" fmla="*/ 1753501 w 2119654"/>
              <a:gd name="connsiteY6687" fmla="*/ 1744697 h 2398711"/>
              <a:gd name="connsiteX6688" fmla="*/ 1753997 w 2119654"/>
              <a:gd name="connsiteY6688" fmla="*/ 1744488 h 2398711"/>
              <a:gd name="connsiteX6689" fmla="*/ 1668447 w 2119654"/>
              <a:gd name="connsiteY6689" fmla="*/ 1934807 h 2398711"/>
              <a:gd name="connsiteX6690" fmla="*/ 1667023 w 2119654"/>
              <a:gd name="connsiteY6690" fmla="*/ 1938867 h 2398711"/>
              <a:gd name="connsiteX6691" fmla="*/ 1669458 w 2119654"/>
              <a:gd name="connsiteY6691" fmla="*/ 1937633 h 2398711"/>
              <a:gd name="connsiteX6692" fmla="*/ 1733626 w 2119654"/>
              <a:gd name="connsiteY6692" fmla="*/ 1788837 h 2398711"/>
              <a:gd name="connsiteX6693" fmla="*/ 1733705 w 2119654"/>
              <a:gd name="connsiteY6693" fmla="*/ 1789479 h 2398711"/>
              <a:gd name="connsiteX6694" fmla="*/ 1734513 w 2119654"/>
              <a:gd name="connsiteY6694" fmla="*/ 1788598 h 2398711"/>
              <a:gd name="connsiteX6695" fmla="*/ 1734441 w 2119654"/>
              <a:gd name="connsiteY6695" fmla="*/ 1788209 h 2398711"/>
              <a:gd name="connsiteX6696" fmla="*/ 1730693 w 2119654"/>
              <a:gd name="connsiteY6696" fmla="*/ 1795379 h 2398711"/>
              <a:gd name="connsiteX6697" fmla="*/ 1730640 w 2119654"/>
              <a:gd name="connsiteY6697" fmla="*/ 1796560 h 2398711"/>
              <a:gd name="connsiteX6698" fmla="*/ 1733675 w 2119654"/>
              <a:gd name="connsiteY6698" fmla="*/ 1795135 h 2398711"/>
              <a:gd name="connsiteX6699" fmla="*/ 1733657 w 2119654"/>
              <a:gd name="connsiteY6699" fmla="*/ 1794992 h 2398711"/>
              <a:gd name="connsiteX6700" fmla="*/ 1758460 w 2119654"/>
              <a:gd name="connsiteY6700" fmla="*/ 1733170 h 2398711"/>
              <a:gd name="connsiteX6701" fmla="*/ 1759845 w 2119654"/>
              <a:gd name="connsiteY6701" fmla="*/ 1738423 h 2398711"/>
              <a:gd name="connsiteX6702" fmla="*/ 1764084 w 2119654"/>
              <a:gd name="connsiteY6702" fmla="*/ 1736452 h 2398711"/>
              <a:gd name="connsiteX6703" fmla="*/ 1768183 w 2119654"/>
              <a:gd name="connsiteY6703" fmla="*/ 1730473 h 2398711"/>
              <a:gd name="connsiteX6704" fmla="*/ 1761509 w 2119654"/>
              <a:gd name="connsiteY6704" fmla="*/ 1732324 h 2398711"/>
              <a:gd name="connsiteX6705" fmla="*/ 1761910 w 2119654"/>
              <a:gd name="connsiteY6705" fmla="*/ 1733015 h 2398711"/>
              <a:gd name="connsiteX6706" fmla="*/ 1761896 w 2119654"/>
              <a:gd name="connsiteY6706" fmla="*/ 1733118 h 2398711"/>
              <a:gd name="connsiteX6707" fmla="*/ 1761446 w 2119654"/>
              <a:gd name="connsiteY6707" fmla="*/ 1732341 h 2398711"/>
              <a:gd name="connsiteX6708" fmla="*/ 1668580 w 2119654"/>
              <a:gd name="connsiteY6708" fmla="*/ 1934426 h 2398711"/>
              <a:gd name="connsiteX6709" fmla="*/ 1668534 w 2119654"/>
              <a:gd name="connsiteY6709" fmla="*/ 1934558 h 2398711"/>
              <a:gd name="connsiteX6710" fmla="*/ 1669607 w 2119654"/>
              <a:gd name="connsiteY6710" fmla="*/ 1937557 h 2398711"/>
              <a:gd name="connsiteX6711" fmla="*/ 1670116 w 2119654"/>
              <a:gd name="connsiteY6711" fmla="*/ 1937300 h 2398711"/>
              <a:gd name="connsiteX6712" fmla="*/ 1637300 w 2119654"/>
              <a:gd name="connsiteY6712" fmla="*/ 2004368 h 2398711"/>
              <a:gd name="connsiteX6713" fmla="*/ 1639627 w 2119654"/>
              <a:gd name="connsiteY6713" fmla="*/ 2004729 h 2398711"/>
              <a:gd name="connsiteX6714" fmla="*/ 1641339 w 2119654"/>
              <a:gd name="connsiteY6714" fmla="*/ 2000797 h 2398711"/>
              <a:gd name="connsiteX6715" fmla="*/ 1634148 w 2119654"/>
              <a:gd name="connsiteY6715" fmla="*/ 2011409 h 2398711"/>
              <a:gd name="connsiteX6716" fmla="*/ 1634369 w 2119654"/>
              <a:gd name="connsiteY6716" fmla="*/ 2012680 h 2398711"/>
              <a:gd name="connsiteX6717" fmla="*/ 1636007 w 2119654"/>
              <a:gd name="connsiteY6717" fmla="*/ 2013047 h 2398711"/>
              <a:gd name="connsiteX6718" fmla="*/ 1636930 w 2119654"/>
              <a:gd name="connsiteY6718" fmla="*/ 2010927 h 2398711"/>
              <a:gd name="connsiteX6719" fmla="*/ 1623950 w 2119654"/>
              <a:gd name="connsiteY6719" fmla="*/ 2034210 h 2398711"/>
              <a:gd name="connsiteX6720" fmla="*/ 1623961 w 2119654"/>
              <a:gd name="connsiteY6720" fmla="*/ 2034665 h 2398711"/>
              <a:gd name="connsiteX6721" fmla="*/ 1624855 w 2119654"/>
              <a:gd name="connsiteY6721" fmla="*/ 2034121 h 2398711"/>
              <a:gd name="connsiteX6722" fmla="*/ 1779894 w 2119654"/>
              <a:gd name="connsiteY6722" fmla="*/ 1684990 h 2398711"/>
              <a:gd name="connsiteX6723" fmla="*/ 1780641 w 2119654"/>
              <a:gd name="connsiteY6723" fmla="*/ 1684836 h 2398711"/>
              <a:gd name="connsiteX6724" fmla="*/ 1780493 w 2119654"/>
              <a:gd name="connsiteY6724" fmla="*/ 1684524 h 2398711"/>
              <a:gd name="connsiteX6725" fmla="*/ 1687982 w 2119654"/>
              <a:gd name="connsiteY6725" fmla="*/ 1890702 h 2398711"/>
              <a:gd name="connsiteX6726" fmla="*/ 1688829 w 2119654"/>
              <a:gd name="connsiteY6726" fmla="*/ 1895257 h 2398711"/>
              <a:gd name="connsiteX6727" fmla="*/ 1690637 w 2119654"/>
              <a:gd name="connsiteY6727" fmla="*/ 1894196 h 2398711"/>
              <a:gd name="connsiteX6728" fmla="*/ 1690159 w 2119654"/>
              <a:gd name="connsiteY6728" fmla="*/ 1891298 h 2398711"/>
              <a:gd name="connsiteX6729" fmla="*/ 1690045 w 2119654"/>
              <a:gd name="connsiteY6729" fmla="*/ 1891283 h 2398711"/>
              <a:gd name="connsiteX6730" fmla="*/ 1813078 w 2119654"/>
              <a:gd name="connsiteY6730" fmla="*/ 1610494 h 2398711"/>
              <a:gd name="connsiteX6731" fmla="*/ 1814353 w 2119654"/>
              <a:gd name="connsiteY6731" fmla="*/ 1611173 h 2398711"/>
              <a:gd name="connsiteX6732" fmla="*/ 1820802 w 2119654"/>
              <a:gd name="connsiteY6732" fmla="*/ 1607153 h 2398711"/>
              <a:gd name="connsiteX6733" fmla="*/ 1820670 w 2119654"/>
              <a:gd name="connsiteY6733" fmla="*/ 1606931 h 2398711"/>
              <a:gd name="connsiteX6734" fmla="*/ 1649059 w 2119654"/>
              <a:gd name="connsiteY6734" fmla="*/ 1977761 h 2398711"/>
              <a:gd name="connsiteX6735" fmla="*/ 1650471 w 2119654"/>
              <a:gd name="connsiteY6735" fmla="*/ 1977557 h 2398711"/>
              <a:gd name="connsiteX6736" fmla="*/ 1650647 w 2119654"/>
              <a:gd name="connsiteY6736" fmla="*/ 1977056 h 2398711"/>
              <a:gd name="connsiteX6737" fmla="*/ 1735068 w 2119654"/>
              <a:gd name="connsiteY6737" fmla="*/ 1785066 h 2398711"/>
              <a:gd name="connsiteX6738" fmla="*/ 1736915 w 2119654"/>
              <a:gd name="connsiteY6738" fmla="*/ 1783701 h 2398711"/>
              <a:gd name="connsiteX6739" fmla="*/ 1737019 w 2119654"/>
              <a:gd name="connsiteY6739" fmla="*/ 1782675 h 2398711"/>
              <a:gd name="connsiteX6740" fmla="*/ 1770117 w 2119654"/>
              <a:gd name="connsiteY6740" fmla="*/ 1706427 h 2398711"/>
              <a:gd name="connsiteX6741" fmla="*/ 1771954 w 2119654"/>
              <a:gd name="connsiteY6741" fmla="*/ 1705190 h 2398711"/>
              <a:gd name="connsiteX6742" fmla="*/ 1771491 w 2119654"/>
              <a:gd name="connsiteY6742" fmla="*/ 1704428 h 2398711"/>
              <a:gd name="connsiteX6743" fmla="*/ 1758328 w 2119654"/>
              <a:gd name="connsiteY6743" fmla="*/ 1732667 h 2398711"/>
              <a:gd name="connsiteX6744" fmla="*/ 1758334 w 2119654"/>
              <a:gd name="connsiteY6744" fmla="*/ 1732690 h 2398711"/>
              <a:gd name="connsiteX6745" fmla="*/ 1761210 w 2119654"/>
              <a:gd name="connsiteY6745" fmla="*/ 1731935 h 2398711"/>
              <a:gd name="connsiteX6746" fmla="*/ 1760987 w 2119654"/>
              <a:gd name="connsiteY6746" fmla="*/ 1731552 h 2398711"/>
              <a:gd name="connsiteX6747" fmla="*/ 1759514 w 2119654"/>
              <a:gd name="connsiteY6747" fmla="*/ 1731824 h 2398711"/>
              <a:gd name="connsiteX6748" fmla="*/ 1859985 w 2119654"/>
              <a:gd name="connsiteY6748" fmla="*/ 1505008 h 2398711"/>
              <a:gd name="connsiteX6749" fmla="*/ 1862587 w 2119654"/>
              <a:gd name="connsiteY6749" fmla="*/ 1510358 h 2398711"/>
              <a:gd name="connsiteX6750" fmla="*/ 1862621 w 2119654"/>
              <a:gd name="connsiteY6750" fmla="*/ 1510325 h 2398711"/>
              <a:gd name="connsiteX6751" fmla="*/ 1868376 w 2119654"/>
              <a:gd name="connsiteY6751" fmla="*/ 1501255 h 2398711"/>
              <a:gd name="connsiteX6752" fmla="*/ 1734400 w 2119654"/>
              <a:gd name="connsiteY6752" fmla="*/ 1786033 h 2398711"/>
              <a:gd name="connsiteX6753" fmla="*/ 1734403 w 2119654"/>
              <a:gd name="connsiteY6753" fmla="*/ 1786050 h 2398711"/>
              <a:gd name="connsiteX6754" fmla="*/ 1736782 w 2119654"/>
              <a:gd name="connsiteY6754" fmla="*/ 1785015 h 2398711"/>
              <a:gd name="connsiteX6755" fmla="*/ 1736863 w 2119654"/>
              <a:gd name="connsiteY6755" fmla="*/ 1784212 h 2398711"/>
              <a:gd name="connsiteX6756" fmla="*/ 1799377 w 2119654"/>
              <a:gd name="connsiteY6756" fmla="*/ 1640510 h 2398711"/>
              <a:gd name="connsiteX6757" fmla="*/ 1799808 w 2119654"/>
              <a:gd name="connsiteY6757" fmla="*/ 1641441 h 2398711"/>
              <a:gd name="connsiteX6758" fmla="*/ 1801192 w 2119654"/>
              <a:gd name="connsiteY6758" fmla="*/ 1641134 h 2398711"/>
              <a:gd name="connsiteX6759" fmla="*/ 1802654 w 2119654"/>
              <a:gd name="connsiteY6759" fmla="*/ 1639680 h 2398711"/>
              <a:gd name="connsiteX6760" fmla="*/ 1821766 w 2119654"/>
              <a:gd name="connsiteY6760" fmla="*/ 1590203 h 2398711"/>
              <a:gd name="connsiteX6761" fmla="*/ 1822053 w 2119654"/>
              <a:gd name="connsiteY6761" fmla="*/ 1590706 h 2398711"/>
              <a:gd name="connsiteX6762" fmla="*/ 1823080 w 2119654"/>
              <a:gd name="connsiteY6762" fmla="*/ 1589400 h 2398711"/>
              <a:gd name="connsiteX6763" fmla="*/ 1822772 w 2119654"/>
              <a:gd name="connsiteY6763" fmla="*/ 1589485 h 2398711"/>
              <a:gd name="connsiteX6764" fmla="*/ 1670665 w 2119654"/>
              <a:gd name="connsiteY6764" fmla="*/ 1928481 h 2398711"/>
              <a:gd name="connsiteX6765" fmla="*/ 1668650 w 2119654"/>
              <a:gd name="connsiteY6765" fmla="*/ 1934226 h 2398711"/>
              <a:gd name="connsiteX6766" fmla="*/ 1670255 w 2119654"/>
              <a:gd name="connsiteY6766" fmla="*/ 1937229 h 2398711"/>
              <a:gd name="connsiteX6767" fmla="*/ 1670573 w 2119654"/>
              <a:gd name="connsiteY6767" fmla="*/ 1937068 h 2398711"/>
              <a:gd name="connsiteX6768" fmla="*/ 1683324 w 2119654"/>
              <a:gd name="connsiteY6768" fmla="*/ 1929952 h 2398711"/>
              <a:gd name="connsiteX6769" fmla="*/ 1683881 w 2119654"/>
              <a:gd name="connsiteY6769" fmla="*/ 1929449 h 2398711"/>
              <a:gd name="connsiteX6770" fmla="*/ 1681532 w 2119654"/>
              <a:gd name="connsiteY6770" fmla="*/ 1923123 h 2398711"/>
              <a:gd name="connsiteX6771" fmla="*/ 1679623 w 2119654"/>
              <a:gd name="connsiteY6771" fmla="*/ 1923438 h 2398711"/>
              <a:gd name="connsiteX6772" fmla="*/ 1748784 w 2119654"/>
              <a:gd name="connsiteY6772" fmla="*/ 1753506 h 2398711"/>
              <a:gd name="connsiteX6773" fmla="*/ 1747746 w 2119654"/>
              <a:gd name="connsiteY6773" fmla="*/ 1757774 h 2398711"/>
              <a:gd name="connsiteX6774" fmla="*/ 1750587 w 2119654"/>
              <a:gd name="connsiteY6774" fmla="*/ 1755920 h 2398711"/>
              <a:gd name="connsiteX6775" fmla="*/ 1751511 w 2119654"/>
              <a:gd name="connsiteY6775" fmla="*/ 1754787 h 2398711"/>
              <a:gd name="connsiteX6776" fmla="*/ 1754012 w 2119654"/>
              <a:gd name="connsiteY6776" fmla="*/ 1751140 h 2398711"/>
              <a:gd name="connsiteX6777" fmla="*/ 1753958 w 2119654"/>
              <a:gd name="connsiteY6777" fmla="*/ 1750610 h 2398711"/>
              <a:gd name="connsiteX6778" fmla="*/ 1753762 w 2119654"/>
              <a:gd name="connsiteY6778" fmla="*/ 1748896 h 2398711"/>
              <a:gd name="connsiteX6779" fmla="*/ 1677858 w 2119654"/>
              <a:gd name="connsiteY6779" fmla="*/ 1912278 h 2398711"/>
              <a:gd name="connsiteX6780" fmla="*/ 1678709 w 2119654"/>
              <a:gd name="connsiteY6780" fmla="*/ 1914570 h 2398711"/>
              <a:gd name="connsiteX6781" fmla="*/ 1686136 w 2119654"/>
              <a:gd name="connsiteY6781" fmla="*/ 1910995 h 2398711"/>
              <a:gd name="connsiteX6782" fmla="*/ 1686189 w 2119654"/>
              <a:gd name="connsiteY6782" fmla="*/ 1908904 h 2398711"/>
              <a:gd name="connsiteX6783" fmla="*/ 1733481 w 2119654"/>
              <a:gd name="connsiteY6783" fmla="*/ 1787664 h 2398711"/>
              <a:gd name="connsiteX6784" fmla="*/ 1733531 w 2119654"/>
              <a:gd name="connsiteY6784" fmla="*/ 1788065 h 2398711"/>
              <a:gd name="connsiteX6785" fmla="*/ 1734303 w 2119654"/>
              <a:gd name="connsiteY6785" fmla="*/ 1787470 h 2398711"/>
              <a:gd name="connsiteX6786" fmla="*/ 1734268 w 2119654"/>
              <a:gd name="connsiteY6786" fmla="*/ 1787283 h 2398711"/>
              <a:gd name="connsiteX6787" fmla="*/ 1731073 w 2119654"/>
              <a:gd name="connsiteY6787" fmla="*/ 1793027 h 2398711"/>
              <a:gd name="connsiteX6788" fmla="*/ 1733295 w 2119654"/>
              <a:gd name="connsiteY6788" fmla="*/ 1792053 h 2398711"/>
              <a:gd name="connsiteX6789" fmla="*/ 1733138 w 2119654"/>
              <a:gd name="connsiteY6789" fmla="*/ 1790778 h 2398711"/>
              <a:gd name="connsiteX6790" fmla="*/ 1755407 w 2119654"/>
              <a:gd name="connsiteY6790" fmla="*/ 1738462 h 2398711"/>
              <a:gd name="connsiteX6791" fmla="*/ 1755990 w 2119654"/>
              <a:gd name="connsiteY6791" fmla="*/ 1740217 h 2398711"/>
              <a:gd name="connsiteX6792" fmla="*/ 1756757 w 2119654"/>
              <a:gd name="connsiteY6792" fmla="*/ 1739859 h 2398711"/>
              <a:gd name="connsiteX6793" fmla="*/ 1756734 w 2119654"/>
              <a:gd name="connsiteY6793" fmla="*/ 1739785 h 2398711"/>
              <a:gd name="connsiteX6794" fmla="*/ 1730777 w 2119654"/>
              <a:gd name="connsiteY6794" fmla="*/ 1793550 h 2398711"/>
              <a:gd name="connsiteX6795" fmla="*/ 1730725 w 2119654"/>
              <a:gd name="connsiteY6795" fmla="*/ 1794688 h 2398711"/>
              <a:gd name="connsiteX6796" fmla="*/ 1733589 w 2119654"/>
              <a:gd name="connsiteY6796" fmla="*/ 1794432 h 2398711"/>
              <a:gd name="connsiteX6797" fmla="*/ 1733341 w 2119654"/>
              <a:gd name="connsiteY6797" fmla="*/ 1792426 h 2398711"/>
              <a:gd name="connsiteX6798" fmla="*/ 1671209 w 2119654"/>
              <a:gd name="connsiteY6798" fmla="*/ 1926931 h 2398711"/>
              <a:gd name="connsiteX6799" fmla="*/ 1670944 w 2119654"/>
              <a:gd name="connsiteY6799" fmla="*/ 1927687 h 2398711"/>
              <a:gd name="connsiteX6800" fmla="*/ 1678347 w 2119654"/>
              <a:gd name="connsiteY6800" fmla="*/ 1923649 h 2398711"/>
              <a:gd name="connsiteX6801" fmla="*/ 1677268 w 2119654"/>
              <a:gd name="connsiteY6801" fmla="*/ 1923827 h 2398711"/>
              <a:gd name="connsiteX6802" fmla="*/ 1632828 w 2119654"/>
              <a:gd name="connsiteY6802" fmla="*/ 2012863 h 2398711"/>
              <a:gd name="connsiteX6803" fmla="*/ 1632735 w 2119654"/>
              <a:gd name="connsiteY6803" fmla="*/ 2015236 h 2398711"/>
              <a:gd name="connsiteX6804" fmla="*/ 1634504 w 2119654"/>
              <a:gd name="connsiteY6804" fmla="*/ 2014685 h 2398711"/>
              <a:gd name="connsiteX6805" fmla="*/ 1634239 w 2119654"/>
              <a:gd name="connsiteY6805" fmla="*/ 2013159 h 2398711"/>
              <a:gd name="connsiteX6806" fmla="*/ 1819519 w 2119654"/>
              <a:gd name="connsiteY6806" fmla="*/ 1594819 h 2398711"/>
              <a:gd name="connsiteX6807" fmla="*/ 1820166 w 2119654"/>
              <a:gd name="connsiteY6807" fmla="*/ 1594663 h 2398711"/>
              <a:gd name="connsiteX6808" fmla="*/ 1822425 w 2119654"/>
              <a:gd name="connsiteY6808" fmla="*/ 1591869 h 2398711"/>
              <a:gd name="connsiteX6809" fmla="*/ 1822251 w 2119654"/>
              <a:gd name="connsiteY6809" fmla="*/ 1591563 h 2398711"/>
              <a:gd name="connsiteX6810" fmla="*/ 1821952 w 2119654"/>
              <a:gd name="connsiteY6810" fmla="*/ 1591622 h 2398711"/>
              <a:gd name="connsiteX6811" fmla="*/ 1646333 w 2119654"/>
              <a:gd name="connsiteY6811" fmla="*/ 1982610 h 2398711"/>
              <a:gd name="connsiteX6812" fmla="*/ 1648428 w 2119654"/>
              <a:gd name="connsiteY6812" fmla="*/ 1983385 h 2398711"/>
              <a:gd name="connsiteX6813" fmla="*/ 1648537 w 2119654"/>
              <a:gd name="connsiteY6813" fmla="*/ 1983074 h 2398711"/>
              <a:gd name="connsiteX6814" fmla="*/ 1854150 w 2119654"/>
              <a:gd name="connsiteY6814" fmla="*/ 1517236 h 2398711"/>
              <a:gd name="connsiteX6815" fmla="*/ 1854672 w 2119654"/>
              <a:gd name="connsiteY6815" fmla="*/ 1517939 h 2398711"/>
              <a:gd name="connsiteX6816" fmla="*/ 1856423 w 2119654"/>
              <a:gd name="connsiteY6816" fmla="*/ 1516262 h 2398711"/>
              <a:gd name="connsiteX6817" fmla="*/ 1745413 w 2119654"/>
              <a:gd name="connsiteY6817" fmla="*/ 1760682 h 2398711"/>
              <a:gd name="connsiteX6818" fmla="*/ 1745619 w 2119654"/>
              <a:gd name="connsiteY6818" fmla="*/ 1760628 h 2398711"/>
              <a:gd name="connsiteX6819" fmla="*/ 1745651 w 2119654"/>
              <a:gd name="connsiteY6819" fmla="*/ 1760497 h 2398711"/>
              <a:gd name="connsiteX6820" fmla="*/ 1758171 w 2119654"/>
              <a:gd name="connsiteY6820" fmla="*/ 1732072 h 2398711"/>
              <a:gd name="connsiteX6821" fmla="*/ 1758267 w 2119654"/>
              <a:gd name="connsiteY6821" fmla="*/ 1732437 h 2398711"/>
              <a:gd name="connsiteX6822" fmla="*/ 1758995 w 2119654"/>
              <a:gd name="connsiteY6822" fmla="*/ 1731920 h 2398711"/>
              <a:gd name="connsiteX6823" fmla="*/ 1618090 w 2119654"/>
              <a:gd name="connsiteY6823" fmla="*/ 2045739 h 2398711"/>
              <a:gd name="connsiteX6824" fmla="*/ 1618738 w 2119654"/>
              <a:gd name="connsiteY6824" fmla="*/ 2052731 h 2398711"/>
              <a:gd name="connsiteX6825" fmla="*/ 1621354 w 2119654"/>
              <a:gd name="connsiteY6825" fmla="*/ 2046719 h 2398711"/>
              <a:gd name="connsiteX6826" fmla="*/ 1799159 w 2119654"/>
              <a:gd name="connsiteY6826" fmla="*/ 1640039 h 2398711"/>
              <a:gd name="connsiteX6827" fmla="*/ 1799167 w 2119654"/>
              <a:gd name="connsiteY6827" fmla="*/ 1640055 h 2398711"/>
              <a:gd name="connsiteX6828" fmla="*/ 1802948 w 2119654"/>
              <a:gd name="connsiteY6828" fmla="*/ 1639387 h 2398711"/>
              <a:gd name="connsiteX6829" fmla="*/ 1815805 w 2119654"/>
              <a:gd name="connsiteY6829" fmla="*/ 1626601 h 2398711"/>
              <a:gd name="connsiteX6830" fmla="*/ 1816369 w 2119654"/>
              <a:gd name="connsiteY6830" fmla="*/ 1625938 h 2398711"/>
              <a:gd name="connsiteX6831" fmla="*/ 1812776 w 2119654"/>
              <a:gd name="connsiteY6831" fmla="*/ 1627044 h 2398711"/>
              <a:gd name="connsiteX6832" fmla="*/ 1810865 w 2119654"/>
              <a:gd name="connsiteY6832" fmla="*/ 1627605 h 2398711"/>
              <a:gd name="connsiteX6833" fmla="*/ 1802907 w 2119654"/>
              <a:gd name="connsiteY6833" fmla="*/ 1636271 h 2398711"/>
              <a:gd name="connsiteX6834" fmla="*/ 1789878 w 2119654"/>
              <a:gd name="connsiteY6834" fmla="*/ 1660812 h 2398711"/>
              <a:gd name="connsiteX6835" fmla="*/ 1790979 w 2119654"/>
              <a:gd name="connsiteY6835" fmla="*/ 1663090 h 2398711"/>
              <a:gd name="connsiteX6836" fmla="*/ 1792437 w 2119654"/>
              <a:gd name="connsiteY6836" fmla="*/ 1662760 h 2398711"/>
              <a:gd name="connsiteX6837" fmla="*/ 1798053 w 2119654"/>
              <a:gd name="connsiteY6837" fmla="*/ 1660587 h 2398711"/>
              <a:gd name="connsiteX6838" fmla="*/ 1798134 w 2119654"/>
              <a:gd name="connsiteY6838" fmla="*/ 1660465 h 2398711"/>
              <a:gd name="connsiteX6839" fmla="*/ 1794227 w 2119654"/>
              <a:gd name="connsiteY6839" fmla="*/ 1656486 h 2398711"/>
              <a:gd name="connsiteX6840" fmla="*/ 1695595 w 2119654"/>
              <a:gd name="connsiteY6840" fmla="*/ 1871928 h 2398711"/>
              <a:gd name="connsiteX6841" fmla="*/ 1697451 w 2119654"/>
              <a:gd name="connsiteY6841" fmla="*/ 1871950 h 2398711"/>
              <a:gd name="connsiteX6842" fmla="*/ 1697306 w 2119654"/>
              <a:gd name="connsiteY6842" fmla="*/ 1871257 h 2398711"/>
              <a:gd name="connsiteX6843" fmla="*/ 1771293 w 2119654"/>
              <a:gd name="connsiteY6843" fmla="*/ 1702244 h 2398711"/>
              <a:gd name="connsiteX6844" fmla="*/ 1771393 w 2119654"/>
              <a:gd name="connsiteY6844" fmla="*/ 1702407 h 2398711"/>
              <a:gd name="connsiteX6845" fmla="*/ 1771652 w 2119654"/>
              <a:gd name="connsiteY6845" fmla="*/ 1702157 h 2398711"/>
              <a:gd name="connsiteX6846" fmla="*/ 1743469 w 2119654"/>
              <a:gd name="connsiteY6846" fmla="*/ 1764545 h 2398711"/>
              <a:gd name="connsiteX6847" fmla="*/ 1743483 w 2119654"/>
              <a:gd name="connsiteY6847" fmla="*/ 1764625 h 2398711"/>
              <a:gd name="connsiteX6848" fmla="*/ 1743682 w 2119654"/>
              <a:gd name="connsiteY6848" fmla="*/ 1764382 h 2398711"/>
              <a:gd name="connsiteX6849" fmla="*/ 1768283 w 2119654"/>
              <a:gd name="connsiteY6849" fmla="*/ 1708958 h 2398711"/>
              <a:gd name="connsiteX6850" fmla="*/ 1769129 w 2119654"/>
              <a:gd name="connsiteY6850" fmla="*/ 1711222 h 2398711"/>
              <a:gd name="connsiteX6851" fmla="*/ 1772337 w 2119654"/>
              <a:gd name="connsiteY6851" fmla="*/ 1709085 h 2398711"/>
              <a:gd name="connsiteX6852" fmla="*/ 1772395 w 2119654"/>
              <a:gd name="connsiteY6852" fmla="*/ 1705915 h 2398711"/>
              <a:gd name="connsiteX6853" fmla="*/ 1772062 w 2119654"/>
              <a:gd name="connsiteY6853" fmla="*/ 1705368 h 2398711"/>
              <a:gd name="connsiteX6854" fmla="*/ 1769798 w 2119654"/>
              <a:gd name="connsiteY6854" fmla="*/ 1706891 h 2398711"/>
              <a:gd name="connsiteX6855" fmla="*/ 1769458 w 2119654"/>
              <a:gd name="connsiteY6855" fmla="*/ 1707387 h 2398711"/>
              <a:gd name="connsiteX6856" fmla="*/ 1832778 w 2119654"/>
              <a:gd name="connsiteY6856" fmla="*/ 1564497 h 2398711"/>
              <a:gd name="connsiteX6857" fmla="*/ 1833443 w 2119654"/>
              <a:gd name="connsiteY6857" fmla="*/ 1567496 h 2398711"/>
              <a:gd name="connsiteX6858" fmla="*/ 1842396 w 2119654"/>
              <a:gd name="connsiteY6858" fmla="*/ 1564352 h 2398711"/>
              <a:gd name="connsiteX6859" fmla="*/ 1842580 w 2119654"/>
              <a:gd name="connsiteY6859" fmla="*/ 1564110 h 2398711"/>
              <a:gd name="connsiteX6860" fmla="*/ 1840392 w 2119654"/>
              <a:gd name="connsiteY6860" fmla="*/ 1559732 h 2398711"/>
              <a:gd name="connsiteX6861" fmla="*/ 1836367 w 2119654"/>
              <a:gd name="connsiteY6861" fmla="*/ 1562357 h 2398711"/>
              <a:gd name="connsiteX6862" fmla="*/ 1823530 w 2119654"/>
              <a:gd name="connsiteY6862" fmla="*/ 1585198 h 2398711"/>
              <a:gd name="connsiteX6863" fmla="*/ 1823613 w 2119654"/>
              <a:gd name="connsiteY6863" fmla="*/ 1586014 h 2398711"/>
              <a:gd name="connsiteX6864" fmla="*/ 1825981 w 2119654"/>
              <a:gd name="connsiteY6864" fmla="*/ 1584323 h 2398711"/>
              <a:gd name="connsiteX6865" fmla="*/ 1704583 w 2119654"/>
              <a:gd name="connsiteY6865" fmla="*/ 1851520 h 2398711"/>
              <a:gd name="connsiteX6866" fmla="*/ 1704725 w 2119654"/>
              <a:gd name="connsiteY6866" fmla="*/ 1852437 h 2398711"/>
              <a:gd name="connsiteX6867" fmla="*/ 1706852 w 2119654"/>
              <a:gd name="connsiteY6867" fmla="*/ 1852394 h 2398711"/>
              <a:gd name="connsiteX6868" fmla="*/ 1708327 w 2119654"/>
              <a:gd name="connsiteY6868" fmla="*/ 1851485 h 2398711"/>
              <a:gd name="connsiteX6869" fmla="*/ 1707685 w 2119654"/>
              <a:gd name="connsiteY6869" fmla="*/ 1850317 h 2398711"/>
              <a:gd name="connsiteX6870" fmla="*/ 1646157 w 2119654"/>
              <a:gd name="connsiteY6870" fmla="*/ 1982346 h 2398711"/>
              <a:gd name="connsiteX6871" fmla="*/ 1648611 w 2119654"/>
              <a:gd name="connsiteY6871" fmla="*/ 1982863 h 2398711"/>
              <a:gd name="connsiteX6872" fmla="*/ 1649180 w 2119654"/>
              <a:gd name="connsiteY6872" fmla="*/ 1981238 h 2398711"/>
              <a:gd name="connsiteX6873" fmla="*/ 1817070 w 2119654"/>
              <a:gd name="connsiteY6873" fmla="*/ 1599629 h 2398711"/>
              <a:gd name="connsiteX6874" fmla="*/ 1817407 w 2119654"/>
              <a:gd name="connsiteY6874" fmla="*/ 1600196 h 2398711"/>
              <a:gd name="connsiteX6875" fmla="*/ 1818612 w 2119654"/>
              <a:gd name="connsiteY6875" fmla="*/ 1599763 h 2398711"/>
              <a:gd name="connsiteX6876" fmla="*/ 1824336 w 2119654"/>
              <a:gd name="connsiteY6876" fmla="*/ 1595563 h 2398711"/>
              <a:gd name="connsiteX6877" fmla="*/ 1824293 w 2119654"/>
              <a:gd name="connsiteY6877" fmla="*/ 1595137 h 2398711"/>
              <a:gd name="connsiteX6878" fmla="*/ 1823705 w 2119654"/>
              <a:gd name="connsiteY6878" fmla="*/ 1594108 h 2398711"/>
              <a:gd name="connsiteX6879" fmla="*/ 1821005 w 2119654"/>
              <a:gd name="connsiteY6879" fmla="*/ 1594761 h 2398711"/>
              <a:gd name="connsiteX6880" fmla="*/ 1632876 w 2119654"/>
              <a:gd name="connsiteY6880" fmla="*/ 2011630 h 2398711"/>
              <a:gd name="connsiteX6881" fmla="*/ 1632848 w 2119654"/>
              <a:gd name="connsiteY6881" fmla="*/ 2012339 h 2398711"/>
              <a:gd name="connsiteX6882" fmla="*/ 1634147 w 2119654"/>
              <a:gd name="connsiteY6882" fmla="*/ 2012629 h 2398711"/>
              <a:gd name="connsiteX6883" fmla="*/ 1633941 w 2119654"/>
              <a:gd name="connsiteY6883" fmla="*/ 2011445 h 2398711"/>
              <a:gd name="connsiteX6884" fmla="*/ 1686969 w 2119654"/>
              <a:gd name="connsiteY6884" fmla="*/ 1890417 h 2398711"/>
              <a:gd name="connsiteX6885" fmla="*/ 1686816 w 2119654"/>
              <a:gd name="connsiteY6885" fmla="*/ 1896439 h 2398711"/>
              <a:gd name="connsiteX6886" fmla="*/ 1688443 w 2119654"/>
              <a:gd name="connsiteY6886" fmla="*/ 1895485 h 2398711"/>
              <a:gd name="connsiteX6887" fmla="*/ 1687530 w 2119654"/>
              <a:gd name="connsiteY6887" fmla="*/ 1890575 h 2398711"/>
              <a:gd name="connsiteX6888" fmla="*/ 1749600 w 2119654"/>
              <a:gd name="connsiteY6888" fmla="*/ 1750152 h 2398711"/>
              <a:gd name="connsiteX6889" fmla="*/ 1748905 w 2119654"/>
              <a:gd name="connsiteY6889" fmla="*/ 1753009 h 2398711"/>
              <a:gd name="connsiteX6890" fmla="*/ 1753734 w 2119654"/>
              <a:gd name="connsiteY6890" fmla="*/ 1748657 h 2398711"/>
              <a:gd name="connsiteX6891" fmla="*/ 1753703 w 2119654"/>
              <a:gd name="connsiteY6891" fmla="*/ 1748386 h 2398711"/>
              <a:gd name="connsiteX6892" fmla="*/ 1765711 w 2119654"/>
              <a:gd name="connsiteY6892" fmla="*/ 1713978 h 2398711"/>
              <a:gd name="connsiteX6893" fmla="*/ 1768578 w 2119654"/>
              <a:gd name="connsiteY6893" fmla="*/ 1713192 h 2398711"/>
              <a:gd name="connsiteX6894" fmla="*/ 1769265 w 2119654"/>
              <a:gd name="connsiteY6894" fmla="*/ 1712994 h 2398711"/>
              <a:gd name="connsiteX6895" fmla="*/ 1768852 w 2119654"/>
              <a:gd name="connsiteY6895" fmla="*/ 1711886 h 2398711"/>
              <a:gd name="connsiteX6896" fmla="*/ 1677536 w 2119654"/>
              <a:gd name="connsiteY6896" fmla="*/ 1911413 h 2398711"/>
              <a:gd name="connsiteX6897" fmla="*/ 1677749 w 2119654"/>
              <a:gd name="connsiteY6897" fmla="*/ 1911987 h 2398711"/>
              <a:gd name="connsiteX6898" fmla="*/ 1686198 w 2119654"/>
              <a:gd name="connsiteY6898" fmla="*/ 1908566 h 2398711"/>
              <a:gd name="connsiteX6899" fmla="*/ 1686241 w 2119654"/>
              <a:gd name="connsiteY6899" fmla="*/ 1906898 h 2398711"/>
              <a:gd name="connsiteX6900" fmla="*/ 1684957 w 2119654"/>
              <a:gd name="connsiteY6900" fmla="*/ 1907122 h 2398711"/>
              <a:gd name="connsiteX6901" fmla="*/ 1808062 w 2119654"/>
              <a:gd name="connsiteY6901" fmla="*/ 1619109 h 2398711"/>
              <a:gd name="connsiteX6902" fmla="*/ 1812212 w 2119654"/>
              <a:gd name="connsiteY6902" fmla="*/ 1617304 h 2398711"/>
              <a:gd name="connsiteX6903" fmla="*/ 1814327 w 2119654"/>
              <a:gd name="connsiteY6903" fmla="*/ 1615804 h 2398711"/>
              <a:gd name="connsiteX6904" fmla="*/ 1813540 w 2119654"/>
              <a:gd name="connsiteY6904" fmla="*/ 1615043 h 2398711"/>
              <a:gd name="connsiteX6905" fmla="*/ 1742920 w 2119654"/>
              <a:gd name="connsiteY6905" fmla="*/ 1764968 h 2398711"/>
              <a:gd name="connsiteX6906" fmla="*/ 1743350 w 2119654"/>
              <a:gd name="connsiteY6906" fmla="*/ 1764788 h 2398711"/>
              <a:gd name="connsiteX6907" fmla="*/ 1743369 w 2119654"/>
              <a:gd name="connsiteY6907" fmla="*/ 1764764 h 2398711"/>
              <a:gd name="connsiteX6908" fmla="*/ 1743345 w 2119654"/>
              <a:gd name="connsiteY6908" fmla="*/ 1764640 h 2398711"/>
              <a:gd name="connsiteX6909" fmla="*/ 1673578 w 2119654"/>
              <a:gd name="connsiteY6909" fmla="*/ 1920176 h 2398711"/>
              <a:gd name="connsiteX6910" fmla="*/ 1673022 w 2119654"/>
              <a:gd name="connsiteY6910" fmla="*/ 1921762 h 2398711"/>
              <a:gd name="connsiteX6911" fmla="*/ 1675894 w 2119654"/>
              <a:gd name="connsiteY6911" fmla="*/ 1920291 h 2398711"/>
              <a:gd name="connsiteX6912" fmla="*/ 1623881 w 2119654"/>
              <a:gd name="connsiteY6912" fmla="*/ 2031440 h 2398711"/>
              <a:gd name="connsiteX6913" fmla="*/ 1623938 w 2119654"/>
              <a:gd name="connsiteY6913" fmla="*/ 2033714 h 2398711"/>
              <a:gd name="connsiteX6914" fmla="*/ 1625827 w 2119654"/>
              <a:gd name="connsiteY6914" fmla="*/ 2033529 h 2398711"/>
              <a:gd name="connsiteX6915" fmla="*/ 1627549 w 2119654"/>
              <a:gd name="connsiteY6915" fmla="*/ 2032482 h 2398711"/>
              <a:gd name="connsiteX6916" fmla="*/ 1627803 w 2119654"/>
              <a:gd name="connsiteY6916" fmla="*/ 2031900 h 2398711"/>
              <a:gd name="connsiteX6917" fmla="*/ 1624529 w 2119654"/>
              <a:gd name="connsiteY6917" fmla="*/ 2031568 h 2398711"/>
              <a:gd name="connsiteX6918" fmla="*/ 1839954 w 2119654"/>
              <a:gd name="connsiteY6918" fmla="*/ 1547603 h 2398711"/>
              <a:gd name="connsiteX6919" fmla="*/ 1840726 w 2119654"/>
              <a:gd name="connsiteY6919" fmla="*/ 1548123 h 2398711"/>
              <a:gd name="connsiteX6920" fmla="*/ 1841426 w 2119654"/>
              <a:gd name="connsiteY6920" fmla="*/ 1548048 h 2398711"/>
              <a:gd name="connsiteX6921" fmla="*/ 1845722 w 2119654"/>
              <a:gd name="connsiteY6921" fmla="*/ 1545157 h 2398711"/>
              <a:gd name="connsiteX6922" fmla="*/ 1845586 w 2119654"/>
              <a:gd name="connsiteY6922" fmla="*/ 1545579 h 2398711"/>
              <a:gd name="connsiteX6923" fmla="*/ 1842018 w 2119654"/>
              <a:gd name="connsiteY6923" fmla="*/ 1547982 h 2398711"/>
              <a:gd name="connsiteX6924" fmla="*/ 1855169 w 2119654"/>
              <a:gd name="connsiteY6924" fmla="*/ 1546407 h 2398711"/>
              <a:gd name="connsiteX6925" fmla="*/ 1855284 w 2119654"/>
              <a:gd name="connsiteY6925" fmla="*/ 1546377 h 2398711"/>
              <a:gd name="connsiteX6926" fmla="*/ 1857541 w 2119654"/>
              <a:gd name="connsiteY6926" fmla="*/ 1545762 h 2398711"/>
              <a:gd name="connsiteX6927" fmla="*/ 1851876 w 2119654"/>
              <a:gd name="connsiteY6927" fmla="*/ 1539632 h 2398711"/>
              <a:gd name="connsiteX6928" fmla="*/ 1842611 w 2119654"/>
              <a:gd name="connsiteY6928" fmla="*/ 1543399 h 2398711"/>
              <a:gd name="connsiteX6929" fmla="*/ 1816284 w 2119654"/>
              <a:gd name="connsiteY6929" fmla="*/ 1600600 h 2398711"/>
              <a:gd name="connsiteX6930" fmla="*/ 1816808 w 2119654"/>
              <a:gd name="connsiteY6930" fmla="*/ 1600412 h 2398711"/>
              <a:gd name="connsiteX6931" fmla="*/ 1816650 w 2119654"/>
              <a:gd name="connsiteY6931" fmla="*/ 1600147 h 2398711"/>
              <a:gd name="connsiteX6932" fmla="*/ 1753209 w 2119654"/>
              <a:gd name="connsiteY6932" fmla="*/ 1741813 h 2398711"/>
              <a:gd name="connsiteX6933" fmla="*/ 1753456 w 2119654"/>
              <a:gd name="connsiteY6933" fmla="*/ 1744252 h 2398711"/>
              <a:gd name="connsiteX6934" fmla="*/ 1754344 w 2119654"/>
              <a:gd name="connsiteY6934" fmla="*/ 1744341 h 2398711"/>
              <a:gd name="connsiteX6935" fmla="*/ 1754913 w 2119654"/>
              <a:gd name="connsiteY6935" fmla="*/ 1744103 h 2398711"/>
              <a:gd name="connsiteX6936" fmla="*/ 1755216 w 2119654"/>
              <a:gd name="connsiteY6936" fmla="*/ 1743904 h 2398711"/>
              <a:gd name="connsiteX6937" fmla="*/ 1754165 w 2119654"/>
              <a:gd name="connsiteY6937" fmla="*/ 1741369 h 2398711"/>
              <a:gd name="connsiteX6938" fmla="*/ 1705471 w 2119654"/>
              <a:gd name="connsiteY6938" fmla="*/ 1848633 h 2398711"/>
              <a:gd name="connsiteX6939" fmla="*/ 1706375 w 2119654"/>
              <a:gd name="connsiteY6939" fmla="*/ 1848233 h 2398711"/>
              <a:gd name="connsiteX6940" fmla="*/ 1706242 w 2119654"/>
              <a:gd name="connsiteY6940" fmla="*/ 1848045 h 2398711"/>
              <a:gd name="connsiteX6941" fmla="*/ 1711097 w 2119654"/>
              <a:gd name="connsiteY6941" fmla="*/ 1835996 h 2398711"/>
              <a:gd name="connsiteX6942" fmla="*/ 1710941 w 2119654"/>
              <a:gd name="connsiteY6942" fmla="*/ 1838529 h 2398711"/>
              <a:gd name="connsiteX6943" fmla="*/ 1715067 w 2119654"/>
              <a:gd name="connsiteY6943" fmla="*/ 1838298 h 2398711"/>
              <a:gd name="connsiteX6944" fmla="*/ 1715050 w 2119654"/>
              <a:gd name="connsiteY6944" fmla="*/ 1838262 h 2398711"/>
              <a:gd name="connsiteX6945" fmla="*/ 1713213 w 2119654"/>
              <a:gd name="connsiteY6945" fmla="*/ 1834751 h 2398711"/>
              <a:gd name="connsiteX6946" fmla="*/ 1826273 w 2119654"/>
              <a:gd name="connsiteY6946" fmla="*/ 1578035 h 2398711"/>
              <a:gd name="connsiteX6947" fmla="*/ 1827540 w 2119654"/>
              <a:gd name="connsiteY6947" fmla="*/ 1580544 h 2398711"/>
              <a:gd name="connsiteX6948" fmla="*/ 1832668 w 2119654"/>
              <a:gd name="connsiteY6948" fmla="*/ 1577136 h 2398711"/>
              <a:gd name="connsiteX6949" fmla="*/ 1833475 w 2119654"/>
              <a:gd name="connsiteY6949" fmla="*/ 1576076 h 2398711"/>
              <a:gd name="connsiteX6950" fmla="*/ 1832525 w 2119654"/>
              <a:gd name="connsiteY6950" fmla="*/ 1573216 h 2398711"/>
              <a:gd name="connsiteX6951" fmla="*/ 1839547 w 2119654"/>
              <a:gd name="connsiteY6951" fmla="*/ 1548248 h 2398711"/>
              <a:gd name="connsiteX6952" fmla="*/ 1840446 w 2119654"/>
              <a:gd name="connsiteY6952" fmla="*/ 1548153 h 2398711"/>
              <a:gd name="connsiteX6953" fmla="*/ 1839857 w 2119654"/>
              <a:gd name="connsiteY6953" fmla="*/ 1547756 h 2398711"/>
              <a:gd name="connsiteX6954" fmla="*/ 1756463 w 2119654"/>
              <a:gd name="connsiteY6954" fmla="*/ 1733992 h 2398711"/>
              <a:gd name="connsiteX6955" fmla="*/ 1758038 w 2119654"/>
              <a:gd name="connsiteY6955" fmla="*/ 1739264 h 2398711"/>
              <a:gd name="connsiteX6956" fmla="*/ 1758484 w 2119654"/>
              <a:gd name="connsiteY6956" fmla="*/ 1739056 h 2398711"/>
              <a:gd name="connsiteX6957" fmla="*/ 1758325 w 2119654"/>
              <a:gd name="connsiteY6957" fmla="*/ 1737668 h 2398711"/>
              <a:gd name="connsiteX6958" fmla="*/ 1756945 w 2119654"/>
              <a:gd name="connsiteY6958" fmla="*/ 1733650 h 2398711"/>
              <a:gd name="connsiteX6959" fmla="*/ 1674698 w 2119654"/>
              <a:gd name="connsiteY6959" fmla="*/ 1916982 h 2398711"/>
              <a:gd name="connsiteX6960" fmla="*/ 1673793 w 2119654"/>
              <a:gd name="connsiteY6960" fmla="*/ 1919562 h 2398711"/>
              <a:gd name="connsiteX6961" fmla="*/ 1677007 w 2119654"/>
              <a:gd name="connsiteY6961" fmla="*/ 1919721 h 2398711"/>
              <a:gd name="connsiteX6962" fmla="*/ 1679747 w 2119654"/>
              <a:gd name="connsiteY6962" fmla="*/ 1918318 h 2398711"/>
              <a:gd name="connsiteX6963" fmla="*/ 1678634 w 2119654"/>
              <a:gd name="connsiteY6963" fmla="*/ 1915321 h 2398711"/>
              <a:gd name="connsiteX6964" fmla="*/ 1677886 w 2119654"/>
              <a:gd name="connsiteY6964" fmla="*/ 1915394 h 2398711"/>
              <a:gd name="connsiteX6965" fmla="*/ 1642915 w 2119654"/>
              <a:gd name="connsiteY6965" fmla="*/ 1988124 h 2398711"/>
              <a:gd name="connsiteX6966" fmla="*/ 1644421 w 2119654"/>
              <a:gd name="connsiteY6966" fmla="*/ 1993713 h 2398711"/>
              <a:gd name="connsiteX6967" fmla="*/ 1644825 w 2119654"/>
              <a:gd name="connsiteY6967" fmla="*/ 1992784 h 2398711"/>
              <a:gd name="connsiteX6968" fmla="*/ 1644639 w 2119654"/>
              <a:gd name="connsiteY6968" fmla="*/ 1987707 h 2398711"/>
              <a:gd name="connsiteX6969" fmla="*/ 1823399 w 2119654"/>
              <a:gd name="connsiteY6969" fmla="*/ 1583897 h 2398711"/>
              <a:gd name="connsiteX6970" fmla="*/ 1823466 w 2119654"/>
              <a:gd name="connsiteY6970" fmla="*/ 1584562 h 2398711"/>
              <a:gd name="connsiteX6971" fmla="*/ 1826950 w 2119654"/>
              <a:gd name="connsiteY6971" fmla="*/ 1583318 h 2398711"/>
              <a:gd name="connsiteX6972" fmla="*/ 1826460 w 2119654"/>
              <a:gd name="connsiteY6972" fmla="*/ 1582346 h 2398711"/>
              <a:gd name="connsiteX6973" fmla="*/ 1825601 w 2119654"/>
              <a:gd name="connsiteY6973" fmla="*/ 1582434 h 2398711"/>
              <a:gd name="connsiteX6974" fmla="*/ 1750147 w 2119654"/>
              <a:gd name="connsiteY6974" fmla="*/ 1747905 h 2398711"/>
              <a:gd name="connsiteX6975" fmla="*/ 1750111 w 2119654"/>
              <a:gd name="connsiteY6975" fmla="*/ 1748053 h 2398711"/>
              <a:gd name="connsiteX6976" fmla="*/ 1751353 w 2119654"/>
              <a:gd name="connsiteY6976" fmla="*/ 1747534 h 2398711"/>
              <a:gd name="connsiteX6977" fmla="*/ 1753499 w 2119654"/>
              <a:gd name="connsiteY6977" fmla="*/ 1746606 h 2398711"/>
              <a:gd name="connsiteX6978" fmla="*/ 1753450 w 2119654"/>
              <a:gd name="connsiteY6978" fmla="*/ 1746185 h 2398711"/>
              <a:gd name="connsiteX6979" fmla="*/ 1751564 w 2119654"/>
              <a:gd name="connsiteY6979" fmla="*/ 1746978 h 2398711"/>
              <a:gd name="connsiteX6980" fmla="*/ 1699240 w 2119654"/>
              <a:gd name="connsiteY6980" fmla="*/ 1861881 h 2398711"/>
              <a:gd name="connsiteX6981" fmla="*/ 1702005 w 2119654"/>
              <a:gd name="connsiteY6981" fmla="*/ 1869163 h 2398711"/>
              <a:gd name="connsiteX6982" fmla="*/ 1706112 w 2119654"/>
              <a:gd name="connsiteY6982" fmla="*/ 1867551 h 2398711"/>
              <a:gd name="connsiteX6983" fmla="*/ 1706434 w 2119654"/>
              <a:gd name="connsiteY6983" fmla="*/ 1867420 h 2398711"/>
              <a:gd name="connsiteX6984" fmla="*/ 1704914 w 2119654"/>
              <a:gd name="connsiteY6984" fmla="*/ 1857638 h 2398711"/>
              <a:gd name="connsiteX6985" fmla="*/ 1703111 w 2119654"/>
              <a:gd name="connsiteY6985" fmla="*/ 1858663 h 2398711"/>
              <a:gd name="connsiteX6986" fmla="*/ 1730895 w 2119654"/>
              <a:gd name="connsiteY6986" fmla="*/ 1790943 h 2398711"/>
              <a:gd name="connsiteX6987" fmla="*/ 1730819 w 2119654"/>
              <a:gd name="connsiteY6987" fmla="*/ 1792622 h 2398711"/>
              <a:gd name="connsiteX6988" fmla="*/ 1733064 w 2119654"/>
              <a:gd name="connsiteY6988" fmla="*/ 1790177 h 2398711"/>
              <a:gd name="connsiteX6989" fmla="*/ 1732962 w 2119654"/>
              <a:gd name="connsiteY6989" fmla="*/ 1789350 h 2398711"/>
              <a:gd name="connsiteX6990" fmla="*/ 1743881 w 2119654"/>
              <a:gd name="connsiteY6990" fmla="*/ 1761866 h 2398711"/>
              <a:gd name="connsiteX6991" fmla="*/ 1744299 w 2119654"/>
              <a:gd name="connsiteY6991" fmla="*/ 1761659 h 2398711"/>
              <a:gd name="connsiteX6992" fmla="*/ 1744072 w 2119654"/>
              <a:gd name="connsiteY6992" fmla="*/ 1761718 h 2398711"/>
              <a:gd name="connsiteX6993" fmla="*/ 1675064 w 2119654"/>
              <a:gd name="connsiteY6993" fmla="*/ 1915939 h 2398711"/>
              <a:gd name="connsiteX6994" fmla="*/ 1674901 w 2119654"/>
              <a:gd name="connsiteY6994" fmla="*/ 1916403 h 2398711"/>
              <a:gd name="connsiteX6995" fmla="*/ 1676772 w 2119654"/>
              <a:gd name="connsiteY6995" fmla="*/ 1915502 h 2398711"/>
              <a:gd name="connsiteX6996" fmla="*/ 1676579 w 2119654"/>
              <a:gd name="connsiteY6996" fmla="*/ 1915521 h 2398711"/>
              <a:gd name="connsiteX6997" fmla="*/ 1756389 w 2119654"/>
              <a:gd name="connsiteY6997" fmla="*/ 1733744 h 2398711"/>
              <a:gd name="connsiteX6998" fmla="*/ 1756393 w 2119654"/>
              <a:gd name="connsiteY6998" fmla="*/ 1733755 h 2398711"/>
              <a:gd name="connsiteX6999" fmla="*/ 1756422 w 2119654"/>
              <a:gd name="connsiteY6999" fmla="*/ 1733735 h 2398711"/>
              <a:gd name="connsiteX7000" fmla="*/ 1850901 w 2119654"/>
              <a:gd name="connsiteY7000" fmla="*/ 1522097 h 2398711"/>
              <a:gd name="connsiteX7001" fmla="*/ 1854281 w 2119654"/>
              <a:gd name="connsiteY7001" fmla="*/ 1519755 h 2398711"/>
              <a:gd name="connsiteX7002" fmla="*/ 1854016 w 2119654"/>
              <a:gd name="connsiteY7002" fmla="*/ 1519398 h 2398711"/>
              <a:gd name="connsiteX7003" fmla="*/ 1853536 w 2119654"/>
              <a:gd name="connsiteY7003" fmla="*/ 1519574 h 2398711"/>
              <a:gd name="connsiteX7004" fmla="*/ 1838373 w 2119654"/>
              <a:gd name="connsiteY7004" fmla="*/ 1550105 h 2398711"/>
              <a:gd name="connsiteX7005" fmla="*/ 1840859 w 2119654"/>
              <a:gd name="connsiteY7005" fmla="*/ 1548431 h 2398711"/>
              <a:gd name="connsiteX7006" fmla="*/ 1840756 w 2119654"/>
              <a:gd name="connsiteY7006" fmla="*/ 1548361 h 2398711"/>
              <a:gd name="connsiteX7007" fmla="*/ 1839371 w 2119654"/>
              <a:gd name="connsiteY7007" fmla="*/ 1548528 h 2398711"/>
              <a:gd name="connsiteX7008" fmla="*/ 1769635 w 2119654"/>
              <a:gd name="connsiteY7008" fmla="*/ 1703959 h 2398711"/>
              <a:gd name="connsiteX7009" fmla="*/ 1769916 w 2119654"/>
              <a:gd name="connsiteY7009" fmla="*/ 1703833 h 2398711"/>
              <a:gd name="connsiteX7010" fmla="*/ 1770681 w 2119654"/>
              <a:gd name="connsiteY7010" fmla="*/ 1703094 h 2398711"/>
              <a:gd name="connsiteX7011" fmla="*/ 1770460 w 2119654"/>
              <a:gd name="connsiteY7011" fmla="*/ 1702731 h 2398711"/>
              <a:gd name="connsiteX7012" fmla="*/ 1757871 w 2119654"/>
              <a:gd name="connsiteY7012" fmla="*/ 1730211 h 2398711"/>
              <a:gd name="connsiteX7013" fmla="*/ 1758018 w 2119654"/>
              <a:gd name="connsiteY7013" fmla="*/ 1731492 h 2398711"/>
              <a:gd name="connsiteX7014" fmla="*/ 1758099 w 2119654"/>
              <a:gd name="connsiteY7014" fmla="*/ 1731799 h 2398711"/>
              <a:gd name="connsiteX7015" fmla="*/ 1759540 w 2119654"/>
              <a:gd name="connsiteY7015" fmla="*/ 1731533 h 2398711"/>
              <a:gd name="connsiteX7016" fmla="*/ 1760557 w 2119654"/>
              <a:gd name="connsiteY7016" fmla="*/ 1730809 h 2398711"/>
              <a:gd name="connsiteX7017" fmla="*/ 1759744 w 2119654"/>
              <a:gd name="connsiteY7017" fmla="*/ 1729408 h 2398711"/>
              <a:gd name="connsiteX7018" fmla="*/ 1677253 w 2119654"/>
              <a:gd name="connsiteY7018" fmla="*/ 1910652 h 2398711"/>
              <a:gd name="connsiteX7019" fmla="*/ 1677499 w 2119654"/>
              <a:gd name="connsiteY7019" fmla="*/ 1911315 h 2398711"/>
              <a:gd name="connsiteX7020" fmla="*/ 1678143 w 2119654"/>
              <a:gd name="connsiteY7020" fmla="*/ 1910970 h 2398711"/>
              <a:gd name="connsiteX7021" fmla="*/ 1684726 w 2119654"/>
              <a:gd name="connsiteY7021" fmla="*/ 1907163 h 2398711"/>
              <a:gd name="connsiteX7022" fmla="*/ 1683295 w 2119654"/>
              <a:gd name="connsiteY7022" fmla="*/ 1907413 h 2398711"/>
              <a:gd name="connsiteX7023" fmla="*/ 1777822 w 2119654"/>
              <a:gd name="connsiteY7023" fmla="*/ 1685417 h 2398711"/>
              <a:gd name="connsiteX7024" fmla="*/ 1778362 w 2119654"/>
              <a:gd name="connsiteY7024" fmla="*/ 1685306 h 2398711"/>
              <a:gd name="connsiteX7025" fmla="*/ 1778831 w 2119654"/>
              <a:gd name="connsiteY7025" fmla="*/ 1684941 h 2398711"/>
              <a:gd name="connsiteX7026" fmla="*/ 1797184 w 2119654"/>
              <a:gd name="connsiteY7026" fmla="*/ 1642024 h 2398711"/>
              <a:gd name="connsiteX7027" fmla="*/ 1799512 w 2119654"/>
              <a:gd name="connsiteY7027" fmla="*/ 1641507 h 2398711"/>
              <a:gd name="connsiteX7028" fmla="*/ 1799085 w 2119654"/>
              <a:gd name="connsiteY7028" fmla="*/ 1640584 h 2398711"/>
              <a:gd name="connsiteX7029" fmla="*/ 1798459 w 2119654"/>
              <a:gd name="connsiteY7029" fmla="*/ 1640742 h 2398711"/>
              <a:gd name="connsiteX7030" fmla="*/ 1837895 w 2119654"/>
              <a:gd name="connsiteY7030" fmla="*/ 1550863 h 2398711"/>
              <a:gd name="connsiteX7031" fmla="*/ 1842649 w 2119654"/>
              <a:gd name="connsiteY7031" fmla="*/ 1549637 h 2398711"/>
              <a:gd name="connsiteX7032" fmla="*/ 1841106 w 2119654"/>
              <a:gd name="connsiteY7032" fmla="*/ 1548597 h 2398711"/>
              <a:gd name="connsiteX7033" fmla="*/ 1838008 w 2119654"/>
              <a:gd name="connsiteY7033" fmla="*/ 1550682 h 2398711"/>
              <a:gd name="connsiteX7034" fmla="*/ 1816518 w 2119654"/>
              <a:gd name="connsiteY7034" fmla="*/ 1598698 h 2398711"/>
              <a:gd name="connsiteX7035" fmla="*/ 1816682 w 2119654"/>
              <a:gd name="connsiteY7035" fmla="*/ 1598973 h 2398711"/>
              <a:gd name="connsiteX7036" fmla="*/ 1819863 w 2119654"/>
              <a:gd name="connsiteY7036" fmla="*/ 1595038 h 2398711"/>
              <a:gd name="connsiteX7037" fmla="*/ 1819239 w 2119654"/>
              <a:gd name="connsiteY7037" fmla="*/ 1595188 h 2398711"/>
              <a:gd name="connsiteX7038" fmla="*/ 1818312 w 2119654"/>
              <a:gd name="connsiteY7038" fmla="*/ 1596406 h 2398711"/>
              <a:gd name="connsiteX7039" fmla="*/ 1731077 w 2119654"/>
              <a:gd name="connsiteY7039" fmla="*/ 1789956 h 2398711"/>
              <a:gd name="connsiteX7040" fmla="*/ 1732867 w 2119654"/>
              <a:gd name="connsiteY7040" fmla="*/ 1788577 h 2398711"/>
              <a:gd name="connsiteX7041" fmla="*/ 1732795 w 2119654"/>
              <a:gd name="connsiteY7041" fmla="*/ 1787996 h 2398711"/>
              <a:gd name="connsiteX7042" fmla="*/ 1732600 w 2119654"/>
              <a:gd name="connsiteY7042" fmla="*/ 1788090 h 2398711"/>
              <a:gd name="connsiteX7043" fmla="*/ 1746345 w 2119654"/>
              <a:gd name="connsiteY7043" fmla="*/ 1755735 h 2398711"/>
              <a:gd name="connsiteX7044" fmla="*/ 1746658 w 2119654"/>
              <a:gd name="connsiteY7044" fmla="*/ 1756356 h 2398711"/>
              <a:gd name="connsiteX7045" fmla="*/ 1746940 w 2119654"/>
              <a:gd name="connsiteY7045" fmla="*/ 1755199 h 2398711"/>
              <a:gd name="connsiteX7046" fmla="*/ 1819546 w 2119654"/>
              <a:gd name="connsiteY7046" fmla="*/ 1591790 h 2398711"/>
              <a:gd name="connsiteX7047" fmla="*/ 1821463 w 2119654"/>
              <a:gd name="connsiteY7047" fmla="*/ 1591458 h 2398711"/>
              <a:gd name="connsiteX7048" fmla="*/ 1821884 w 2119654"/>
              <a:gd name="connsiteY7048" fmla="*/ 1590922 h 2398711"/>
              <a:gd name="connsiteX7049" fmla="*/ 1821559 w 2119654"/>
              <a:gd name="connsiteY7049" fmla="*/ 1590353 h 2398711"/>
              <a:gd name="connsiteX7050" fmla="*/ 1676098 w 2119654"/>
              <a:gd name="connsiteY7050" fmla="*/ 1912990 h 2398711"/>
              <a:gd name="connsiteX7051" fmla="*/ 1675404 w 2119654"/>
              <a:gd name="connsiteY7051" fmla="*/ 1914969 h 2398711"/>
              <a:gd name="connsiteX7052" fmla="*/ 1678395 w 2119654"/>
              <a:gd name="connsiteY7052" fmla="*/ 1914677 h 2398711"/>
              <a:gd name="connsiteX7053" fmla="*/ 1677550 w 2119654"/>
              <a:gd name="connsiteY7053" fmla="*/ 1912402 h 2398711"/>
              <a:gd name="connsiteX7054" fmla="*/ 1823335 w 2119654"/>
              <a:gd name="connsiteY7054" fmla="*/ 1583272 h 2398711"/>
              <a:gd name="connsiteX7055" fmla="*/ 1823342 w 2119654"/>
              <a:gd name="connsiteY7055" fmla="*/ 1583334 h 2398711"/>
              <a:gd name="connsiteX7056" fmla="*/ 1823605 w 2119654"/>
              <a:gd name="connsiteY7056" fmla="*/ 1583159 h 2398711"/>
              <a:gd name="connsiteX7057" fmla="*/ 1644905 w 2119654"/>
              <a:gd name="connsiteY7057" fmla="*/ 1982804 h 2398711"/>
              <a:gd name="connsiteX7058" fmla="*/ 1645057 w 2119654"/>
              <a:gd name="connsiteY7058" fmla="*/ 1986915 h 2398711"/>
              <a:gd name="connsiteX7059" fmla="*/ 1647387 w 2119654"/>
              <a:gd name="connsiteY7059" fmla="*/ 1986351 h 2398711"/>
              <a:gd name="connsiteX7060" fmla="*/ 1648359 w 2119654"/>
              <a:gd name="connsiteY7060" fmla="*/ 1983582 h 2398711"/>
              <a:gd name="connsiteX7061" fmla="*/ 1645585 w 2119654"/>
              <a:gd name="connsiteY7061" fmla="*/ 1982555 h 2398711"/>
              <a:gd name="connsiteX7062" fmla="*/ 1779556 w 2119654"/>
              <a:gd name="connsiteY7062" fmla="*/ 1681290 h 2398711"/>
              <a:gd name="connsiteX7063" fmla="*/ 1780470 w 2119654"/>
              <a:gd name="connsiteY7063" fmla="*/ 1683222 h 2398711"/>
              <a:gd name="connsiteX7064" fmla="*/ 1780603 w 2119654"/>
              <a:gd name="connsiteY7064" fmla="*/ 1683159 h 2398711"/>
              <a:gd name="connsiteX7065" fmla="*/ 1784587 w 2119654"/>
              <a:gd name="connsiteY7065" fmla="*/ 1678805 h 2398711"/>
              <a:gd name="connsiteX7066" fmla="*/ 1825915 w 2119654"/>
              <a:gd name="connsiteY7066" fmla="*/ 1577328 h 2398711"/>
              <a:gd name="connsiteX7067" fmla="*/ 1826064 w 2119654"/>
              <a:gd name="connsiteY7067" fmla="*/ 1577622 h 2398711"/>
              <a:gd name="connsiteX7068" fmla="*/ 1830355 w 2119654"/>
              <a:gd name="connsiteY7068" fmla="*/ 1574328 h 2398711"/>
              <a:gd name="connsiteX7069" fmla="*/ 1676425 w 2119654"/>
              <a:gd name="connsiteY7069" fmla="*/ 1912056 h 2398711"/>
              <a:gd name="connsiteX7070" fmla="*/ 1676234 w 2119654"/>
              <a:gd name="connsiteY7070" fmla="*/ 1912601 h 2398711"/>
              <a:gd name="connsiteX7071" fmla="*/ 1677442 w 2119654"/>
              <a:gd name="connsiteY7071" fmla="*/ 1912112 h 2398711"/>
              <a:gd name="connsiteX7072" fmla="*/ 1677246 w 2119654"/>
              <a:gd name="connsiteY7072" fmla="*/ 1911582 h 2398711"/>
              <a:gd name="connsiteX7073" fmla="*/ 1814552 w 2119654"/>
              <a:gd name="connsiteY7073" fmla="*/ 1602743 h 2398711"/>
              <a:gd name="connsiteX7074" fmla="*/ 1817027 w 2119654"/>
              <a:gd name="connsiteY7074" fmla="*/ 1600927 h 2398711"/>
              <a:gd name="connsiteX7075" fmla="*/ 1815607 w 2119654"/>
              <a:gd name="connsiteY7075" fmla="*/ 1601436 h 2398711"/>
              <a:gd name="connsiteX7076" fmla="*/ 1810523 w 2119654"/>
              <a:gd name="connsiteY7076" fmla="*/ 1611693 h 2398711"/>
              <a:gd name="connsiteX7077" fmla="*/ 1811697 w 2119654"/>
              <a:gd name="connsiteY7077" fmla="*/ 1612828 h 2398711"/>
              <a:gd name="connsiteX7078" fmla="*/ 1814059 w 2119654"/>
              <a:gd name="connsiteY7078" fmla="*/ 1611356 h 2398711"/>
              <a:gd name="connsiteX7079" fmla="*/ 1812716 w 2119654"/>
              <a:gd name="connsiteY7079" fmla="*/ 1610665 h 2398711"/>
              <a:gd name="connsiteX7080" fmla="*/ 1694025 w 2119654"/>
              <a:gd name="connsiteY7080" fmla="*/ 1872544 h 2398711"/>
              <a:gd name="connsiteX7081" fmla="*/ 1694225 w 2119654"/>
              <a:gd name="connsiteY7081" fmla="*/ 1877096 h 2398711"/>
              <a:gd name="connsiteX7082" fmla="*/ 1701789 w 2119654"/>
              <a:gd name="connsiteY7082" fmla="*/ 1874773 h 2398711"/>
              <a:gd name="connsiteX7083" fmla="*/ 1700879 w 2119654"/>
              <a:gd name="connsiteY7083" fmla="*/ 1872377 h 2398711"/>
              <a:gd name="connsiteX7084" fmla="*/ 1697619 w 2119654"/>
              <a:gd name="connsiteY7084" fmla="*/ 1872339 h 2398711"/>
              <a:gd name="connsiteX7085" fmla="*/ 1697558 w 2119654"/>
              <a:gd name="connsiteY7085" fmla="*/ 1872461 h 2398711"/>
              <a:gd name="connsiteX7086" fmla="*/ 1697532 w 2119654"/>
              <a:gd name="connsiteY7086" fmla="*/ 1872338 h 2398711"/>
              <a:gd name="connsiteX7087" fmla="*/ 1694635 w 2119654"/>
              <a:gd name="connsiteY7087" fmla="*/ 1872304 h 2398711"/>
              <a:gd name="connsiteX7088" fmla="*/ 1837009 w 2119654"/>
              <a:gd name="connsiteY7088" fmla="*/ 1552265 h 2398711"/>
              <a:gd name="connsiteX7089" fmla="*/ 1839684 w 2119654"/>
              <a:gd name="connsiteY7089" fmla="*/ 1557618 h 2398711"/>
              <a:gd name="connsiteX7090" fmla="*/ 1858263 w 2119654"/>
              <a:gd name="connsiteY7090" fmla="*/ 1546543 h 2398711"/>
              <a:gd name="connsiteX7091" fmla="*/ 1858032 w 2119654"/>
              <a:gd name="connsiteY7091" fmla="*/ 1546292 h 2398711"/>
              <a:gd name="connsiteX7092" fmla="*/ 1855320 w 2119654"/>
              <a:gd name="connsiteY7092" fmla="*/ 1546617 h 2398711"/>
              <a:gd name="connsiteX7093" fmla="*/ 1843340 w 2119654"/>
              <a:gd name="connsiteY7093" fmla="*/ 1549884 h 2398711"/>
              <a:gd name="connsiteX7094" fmla="*/ 1844872 w 2119654"/>
              <a:gd name="connsiteY7094" fmla="*/ 1550917 h 2398711"/>
              <a:gd name="connsiteX7095" fmla="*/ 1844929 w 2119654"/>
              <a:gd name="connsiteY7095" fmla="*/ 1551173 h 2398711"/>
              <a:gd name="connsiteX7096" fmla="*/ 1843110 w 2119654"/>
              <a:gd name="connsiteY7096" fmla="*/ 1549947 h 2398711"/>
              <a:gd name="connsiteX7097" fmla="*/ 1837508 w 2119654"/>
              <a:gd name="connsiteY7097" fmla="*/ 1551475 h 2398711"/>
              <a:gd name="connsiteX7098" fmla="*/ 1676840 w 2119654"/>
              <a:gd name="connsiteY7098" fmla="*/ 1910873 h 2398711"/>
              <a:gd name="connsiteX7099" fmla="*/ 1676498 w 2119654"/>
              <a:gd name="connsiteY7099" fmla="*/ 1911851 h 2398711"/>
              <a:gd name="connsiteX7100" fmla="*/ 1677205 w 2119654"/>
              <a:gd name="connsiteY7100" fmla="*/ 1911473 h 2398711"/>
              <a:gd name="connsiteX7101" fmla="*/ 1676959 w 2119654"/>
              <a:gd name="connsiteY7101" fmla="*/ 1910810 h 2398711"/>
              <a:gd name="connsiteX7102" fmla="*/ 1644887 w 2119654"/>
              <a:gd name="connsiteY7102" fmla="*/ 1982305 h 2398711"/>
              <a:gd name="connsiteX7103" fmla="*/ 1644890 w 2119654"/>
              <a:gd name="connsiteY7103" fmla="*/ 1982379 h 2398711"/>
              <a:gd name="connsiteX7104" fmla="*/ 1645003 w 2119654"/>
              <a:gd name="connsiteY7104" fmla="*/ 1982339 h 2398711"/>
              <a:gd name="connsiteX7105" fmla="*/ 1644940 w 2119654"/>
              <a:gd name="connsiteY7105" fmla="*/ 1982317 h 2398711"/>
              <a:gd name="connsiteX7106" fmla="*/ 1694014 w 2119654"/>
              <a:gd name="connsiteY7106" fmla="*/ 1872298 h 2398711"/>
              <a:gd name="connsiteX7107" fmla="*/ 1694013 w 2119654"/>
              <a:gd name="connsiteY7107" fmla="*/ 1872299 h 2398711"/>
              <a:gd name="connsiteX7108" fmla="*/ 1694018 w 2119654"/>
              <a:gd name="connsiteY7108" fmla="*/ 1872297 h 2398711"/>
              <a:gd name="connsiteX7109" fmla="*/ 1633508 w 2119654"/>
              <a:gd name="connsiteY7109" fmla="*/ 2007720 h 2398711"/>
              <a:gd name="connsiteX7110" fmla="*/ 1634082 w 2119654"/>
              <a:gd name="connsiteY7110" fmla="*/ 2011023 h 2398711"/>
              <a:gd name="connsiteX7111" fmla="*/ 1637117 w 2119654"/>
              <a:gd name="connsiteY7111" fmla="*/ 2010497 h 2398711"/>
              <a:gd name="connsiteX7112" fmla="*/ 1639050 w 2119654"/>
              <a:gd name="connsiteY7112" fmla="*/ 2006055 h 2398711"/>
              <a:gd name="connsiteX7113" fmla="*/ 1635937 w 2119654"/>
              <a:gd name="connsiteY7113" fmla="*/ 2005572 h 2398711"/>
              <a:gd name="connsiteX7114" fmla="*/ 1767658 w 2119654"/>
              <a:gd name="connsiteY7114" fmla="*/ 1707286 h 2398711"/>
              <a:gd name="connsiteX7115" fmla="*/ 1767876 w 2119654"/>
              <a:gd name="connsiteY7115" fmla="*/ 1707868 h 2398711"/>
              <a:gd name="connsiteX7116" fmla="*/ 1770031 w 2119654"/>
              <a:gd name="connsiteY7116" fmla="*/ 1704985 h 2398711"/>
              <a:gd name="connsiteX7117" fmla="*/ 1652323 w 2119654"/>
              <a:gd name="connsiteY7117" fmla="*/ 1965476 h 2398711"/>
              <a:gd name="connsiteX7118" fmla="*/ 1654832 w 2119654"/>
              <a:gd name="connsiteY7118" fmla="*/ 1965121 h 2398711"/>
              <a:gd name="connsiteX7119" fmla="*/ 1655431 w 2119654"/>
              <a:gd name="connsiteY7119" fmla="*/ 1963416 h 2398711"/>
              <a:gd name="connsiteX7120" fmla="*/ 1823275 w 2119654"/>
              <a:gd name="connsiteY7120" fmla="*/ 1582672 h 2398711"/>
              <a:gd name="connsiteX7121" fmla="*/ 1823292 w 2119654"/>
              <a:gd name="connsiteY7121" fmla="*/ 1582842 h 2398711"/>
              <a:gd name="connsiteX7122" fmla="*/ 1823836 w 2119654"/>
              <a:gd name="connsiteY7122" fmla="*/ 1582615 h 2398711"/>
              <a:gd name="connsiteX7123" fmla="*/ 1775492 w 2119654"/>
              <a:gd name="connsiteY7123" fmla="*/ 1689573 h 2398711"/>
              <a:gd name="connsiteX7124" fmla="*/ 1775448 w 2119654"/>
              <a:gd name="connsiteY7124" fmla="*/ 1691982 h 2398711"/>
              <a:gd name="connsiteX7125" fmla="*/ 1780956 w 2119654"/>
              <a:gd name="connsiteY7125" fmla="*/ 1686218 h 2398711"/>
              <a:gd name="connsiteX7126" fmla="*/ 1781154 w 2119654"/>
              <a:gd name="connsiteY7126" fmla="*/ 1685922 h 2398711"/>
              <a:gd name="connsiteX7127" fmla="*/ 1780915 w 2119654"/>
              <a:gd name="connsiteY7127" fmla="*/ 1685415 h 2398711"/>
              <a:gd name="connsiteX7128" fmla="*/ 1778914 w 2119654"/>
              <a:gd name="connsiteY7128" fmla="*/ 1685833 h 2398711"/>
              <a:gd name="connsiteX7129" fmla="*/ 1657339 w 2119654"/>
              <a:gd name="connsiteY7129" fmla="*/ 1954091 h 2398711"/>
              <a:gd name="connsiteX7130" fmla="*/ 1658777 w 2119654"/>
              <a:gd name="connsiteY7130" fmla="*/ 1953874 h 2398711"/>
              <a:gd name="connsiteX7131" fmla="*/ 1659331 w 2119654"/>
              <a:gd name="connsiteY7131" fmla="*/ 1952296 h 2398711"/>
              <a:gd name="connsiteX7132" fmla="*/ 1813816 w 2119654"/>
              <a:gd name="connsiteY7132" fmla="*/ 1603653 h 2398711"/>
              <a:gd name="connsiteX7133" fmla="*/ 1817715 w 2119654"/>
              <a:gd name="connsiteY7133" fmla="*/ 1601943 h 2398711"/>
              <a:gd name="connsiteX7134" fmla="*/ 1817201 w 2119654"/>
              <a:gd name="connsiteY7134" fmla="*/ 1601076 h 2398711"/>
              <a:gd name="connsiteX7135" fmla="*/ 1814001 w 2119654"/>
              <a:gd name="connsiteY7135" fmla="*/ 1603425 h 2398711"/>
              <a:gd name="connsiteX7136" fmla="*/ 1751050 w 2119654"/>
              <a:gd name="connsiteY7136" fmla="*/ 1744193 h 2398711"/>
              <a:gd name="connsiteX7137" fmla="*/ 1750634 w 2119654"/>
              <a:gd name="connsiteY7137" fmla="*/ 1745900 h 2398711"/>
              <a:gd name="connsiteX7138" fmla="*/ 1753290 w 2119654"/>
              <a:gd name="connsiteY7138" fmla="*/ 1744785 h 2398711"/>
              <a:gd name="connsiteX7139" fmla="*/ 1753248 w 2119654"/>
              <a:gd name="connsiteY7139" fmla="*/ 1744413 h 2398711"/>
              <a:gd name="connsiteX7140" fmla="*/ 1677711 w 2119654"/>
              <a:gd name="connsiteY7140" fmla="*/ 1908390 h 2398711"/>
              <a:gd name="connsiteX7141" fmla="*/ 1677081 w 2119654"/>
              <a:gd name="connsiteY7141" fmla="*/ 1910187 h 2398711"/>
              <a:gd name="connsiteX7142" fmla="*/ 1677106 w 2119654"/>
              <a:gd name="connsiteY7142" fmla="*/ 1910254 h 2398711"/>
              <a:gd name="connsiteX7143" fmla="*/ 1682215 w 2119654"/>
              <a:gd name="connsiteY7143" fmla="*/ 1907602 h 2398711"/>
              <a:gd name="connsiteX7144" fmla="*/ 1677803 w 2119654"/>
              <a:gd name="connsiteY7144" fmla="*/ 1908127 h 2398711"/>
              <a:gd name="connsiteX7145" fmla="*/ 1677790 w 2119654"/>
              <a:gd name="connsiteY7145" fmla="*/ 1908167 h 2398711"/>
              <a:gd name="connsiteX7146" fmla="*/ 1682822 w 2119654"/>
              <a:gd name="connsiteY7146" fmla="*/ 1907287 h 2398711"/>
              <a:gd name="connsiteX7147" fmla="*/ 1686277 w 2119654"/>
              <a:gd name="connsiteY7147" fmla="*/ 1905494 h 2398711"/>
              <a:gd name="connsiteX7148" fmla="*/ 1686337 w 2119654"/>
              <a:gd name="connsiteY7148" fmla="*/ 1903117 h 2398711"/>
              <a:gd name="connsiteX7149" fmla="*/ 1764227 w 2119654"/>
              <a:gd name="connsiteY7149" fmla="*/ 1714385 h 2398711"/>
              <a:gd name="connsiteX7150" fmla="*/ 1764471 w 2119654"/>
              <a:gd name="connsiteY7150" fmla="*/ 1714318 h 2398711"/>
              <a:gd name="connsiteX7151" fmla="*/ 1764589 w 2119654"/>
              <a:gd name="connsiteY7151" fmla="*/ 1714246 h 2398711"/>
              <a:gd name="connsiteX7152" fmla="*/ 1768708 w 2119654"/>
              <a:gd name="connsiteY7152" fmla="*/ 1711502 h 2398711"/>
              <a:gd name="connsiteX7153" fmla="*/ 1767933 w 2119654"/>
              <a:gd name="connsiteY7153" fmla="*/ 1709427 h 2398711"/>
              <a:gd name="connsiteX7154" fmla="*/ 1648216 w 2119654"/>
              <a:gd name="connsiteY7154" fmla="*/ 1974126 h 2398711"/>
              <a:gd name="connsiteX7155" fmla="*/ 1651618 w 2119654"/>
              <a:gd name="connsiteY7155" fmla="*/ 1974288 h 2398711"/>
              <a:gd name="connsiteX7156" fmla="*/ 1652206 w 2119654"/>
              <a:gd name="connsiteY7156" fmla="*/ 1972612 h 2398711"/>
              <a:gd name="connsiteX7157" fmla="*/ 1633011 w 2119654"/>
              <a:gd name="connsiteY7157" fmla="*/ 2008159 h 2398711"/>
              <a:gd name="connsiteX7158" fmla="*/ 1632891 w 2119654"/>
              <a:gd name="connsiteY7158" fmla="*/ 2011230 h 2398711"/>
              <a:gd name="connsiteX7159" fmla="*/ 1633874 w 2119654"/>
              <a:gd name="connsiteY7159" fmla="*/ 2011059 h 2398711"/>
              <a:gd name="connsiteX7160" fmla="*/ 1633323 w 2119654"/>
              <a:gd name="connsiteY7160" fmla="*/ 2007884 h 2398711"/>
              <a:gd name="connsiteX7161" fmla="*/ 1581038 w 2119654"/>
              <a:gd name="connsiteY7161" fmla="*/ 2124362 h 2398711"/>
              <a:gd name="connsiteX7162" fmla="*/ 1582025 w 2119654"/>
              <a:gd name="connsiteY7162" fmla="*/ 2129817 h 2398711"/>
              <a:gd name="connsiteX7163" fmla="*/ 1584205 w 2119654"/>
              <a:gd name="connsiteY7163" fmla="*/ 2125310 h 2398711"/>
              <a:gd name="connsiteX7164" fmla="*/ 1786595 w 2119654"/>
              <a:gd name="connsiteY7164" fmla="*/ 1664078 h 2398711"/>
              <a:gd name="connsiteX7165" fmla="*/ 1790799 w 2119654"/>
              <a:gd name="connsiteY7165" fmla="*/ 1663130 h 2398711"/>
              <a:gd name="connsiteX7166" fmla="*/ 1789744 w 2119654"/>
              <a:gd name="connsiteY7166" fmla="*/ 1660945 h 2398711"/>
              <a:gd name="connsiteX7167" fmla="*/ 1740771 w 2119654"/>
              <a:gd name="connsiteY7167" fmla="*/ 1766622 h 2398711"/>
              <a:gd name="connsiteX7168" fmla="*/ 1741225 w 2119654"/>
              <a:gd name="connsiteY7168" fmla="*/ 1767391 h 2398711"/>
              <a:gd name="connsiteX7169" fmla="*/ 1743097 w 2119654"/>
              <a:gd name="connsiteY7169" fmla="*/ 1765098 h 2398711"/>
              <a:gd name="connsiteX7170" fmla="*/ 1742304 w 2119654"/>
              <a:gd name="connsiteY7170" fmla="*/ 1765442 h 2398711"/>
              <a:gd name="connsiteX7171" fmla="*/ 1756009 w 2119654"/>
              <a:gd name="connsiteY7171" fmla="*/ 1732471 h 2398711"/>
              <a:gd name="connsiteX7172" fmla="*/ 1756239 w 2119654"/>
              <a:gd name="connsiteY7172" fmla="*/ 1733241 h 2398711"/>
              <a:gd name="connsiteX7173" fmla="*/ 1756758 w 2119654"/>
              <a:gd name="connsiteY7173" fmla="*/ 1733105 h 2398711"/>
              <a:gd name="connsiteX7174" fmla="*/ 1756508 w 2119654"/>
              <a:gd name="connsiteY7174" fmla="*/ 1732380 h 2398711"/>
              <a:gd name="connsiteX7175" fmla="*/ 1751427 w 2119654"/>
              <a:gd name="connsiteY7175" fmla="*/ 1742641 h 2398711"/>
              <a:gd name="connsiteX7176" fmla="*/ 1751093 w 2119654"/>
              <a:gd name="connsiteY7176" fmla="*/ 1744016 h 2398711"/>
              <a:gd name="connsiteX7177" fmla="*/ 1753227 w 2119654"/>
              <a:gd name="connsiteY7177" fmla="*/ 1744229 h 2398711"/>
              <a:gd name="connsiteX7178" fmla="*/ 1752962 w 2119654"/>
              <a:gd name="connsiteY7178" fmla="*/ 1741928 h 2398711"/>
              <a:gd name="connsiteX7179" fmla="*/ 1841644 w 2119654"/>
              <a:gd name="connsiteY7179" fmla="*/ 1540621 h 2398711"/>
              <a:gd name="connsiteX7180" fmla="*/ 1843894 w 2119654"/>
              <a:gd name="connsiteY7180" fmla="*/ 1539706 h 2398711"/>
              <a:gd name="connsiteX7181" fmla="*/ 1844886 w 2119654"/>
              <a:gd name="connsiteY7181" fmla="*/ 1538272 h 2398711"/>
              <a:gd name="connsiteX7182" fmla="*/ 1845107 w 2119654"/>
              <a:gd name="connsiteY7182" fmla="*/ 1537925 h 2398711"/>
              <a:gd name="connsiteX7183" fmla="*/ 1844887 w 2119654"/>
              <a:gd name="connsiteY7183" fmla="*/ 1538121 h 2398711"/>
              <a:gd name="connsiteX7184" fmla="*/ 1814537 w 2119654"/>
              <a:gd name="connsiteY7184" fmla="*/ 1601229 h 2398711"/>
              <a:gd name="connsiteX7185" fmla="*/ 1814990 w 2119654"/>
              <a:gd name="connsiteY7185" fmla="*/ 1601066 h 2398711"/>
              <a:gd name="connsiteX7186" fmla="*/ 1816262 w 2119654"/>
              <a:gd name="connsiteY7186" fmla="*/ 1599491 h 2398711"/>
              <a:gd name="connsiteX7187" fmla="*/ 1816105 w 2119654"/>
              <a:gd name="connsiteY7187" fmla="*/ 1599225 h 2398711"/>
              <a:gd name="connsiteX7188" fmla="*/ 1810887 w 2119654"/>
              <a:gd name="connsiteY7188" fmla="*/ 1609328 h 2398711"/>
              <a:gd name="connsiteX7189" fmla="*/ 1812031 w 2119654"/>
              <a:gd name="connsiteY7189" fmla="*/ 1609937 h 2398711"/>
              <a:gd name="connsiteX7190" fmla="*/ 1820184 w 2119654"/>
              <a:gd name="connsiteY7190" fmla="*/ 1606111 h 2398711"/>
              <a:gd name="connsiteX7191" fmla="*/ 1818678 w 2119654"/>
              <a:gd name="connsiteY7191" fmla="*/ 1603569 h 2398711"/>
              <a:gd name="connsiteX7192" fmla="*/ 1631081 w 2119654"/>
              <a:gd name="connsiteY7192" fmla="*/ 2011942 h 2398711"/>
              <a:gd name="connsiteX7193" fmla="*/ 1632768 w 2119654"/>
              <a:gd name="connsiteY7193" fmla="*/ 2012320 h 2398711"/>
              <a:gd name="connsiteX7194" fmla="*/ 1632794 w 2119654"/>
              <a:gd name="connsiteY7194" fmla="*/ 2011644 h 2398711"/>
              <a:gd name="connsiteX7195" fmla="*/ 1775513 w 2119654"/>
              <a:gd name="connsiteY7195" fmla="*/ 1688405 h 2398711"/>
              <a:gd name="connsiteX7196" fmla="*/ 1775508 w 2119654"/>
              <a:gd name="connsiteY7196" fmla="*/ 1688728 h 2398711"/>
              <a:gd name="connsiteX7197" fmla="*/ 1776525 w 2119654"/>
              <a:gd name="connsiteY7197" fmla="*/ 1687616 h 2398711"/>
              <a:gd name="connsiteX7198" fmla="*/ 1623798 w 2119654"/>
              <a:gd name="connsiteY7198" fmla="*/ 2028097 h 2398711"/>
              <a:gd name="connsiteX7199" fmla="*/ 1623840 w 2119654"/>
              <a:gd name="connsiteY7199" fmla="*/ 2029770 h 2398711"/>
              <a:gd name="connsiteX7200" fmla="*/ 1628344 w 2119654"/>
              <a:gd name="connsiteY7200" fmla="*/ 2030658 h 2398711"/>
              <a:gd name="connsiteX7201" fmla="*/ 1629568 w 2119654"/>
              <a:gd name="connsiteY7201" fmla="*/ 2027845 h 2398711"/>
              <a:gd name="connsiteX7202" fmla="*/ 1763120 w 2119654"/>
              <a:gd name="connsiteY7202" fmla="*/ 1716116 h 2398711"/>
              <a:gd name="connsiteX7203" fmla="*/ 1768225 w 2119654"/>
              <a:gd name="connsiteY7203" fmla="*/ 1725359 h 2398711"/>
              <a:gd name="connsiteX7204" fmla="*/ 1772088 w 2119654"/>
              <a:gd name="connsiteY7204" fmla="*/ 1722614 h 2398711"/>
              <a:gd name="connsiteX7205" fmla="*/ 1772124 w 2119654"/>
              <a:gd name="connsiteY7205" fmla="*/ 1720646 h 2398711"/>
              <a:gd name="connsiteX7206" fmla="*/ 1769603 w 2119654"/>
              <a:gd name="connsiteY7206" fmla="*/ 1713899 h 2398711"/>
              <a:gd name="connsiteX7207" fmla="*/ 1766211 w 2119654"/>
              <a:gd name="connsiteY7207" fmla="*/ 1709055 h 2398711"/>
              <a:gd name="connsiteX7208" fmla="*/ 1767477 w 2119654"/>
              <a:gd name="connsiteY7208" fmla="*/ 1708204 h 2398711"/>
              <a:gd name="connsiteX7209" fmla="*/ 1767273 w 2119654"/>
              <a:gd name="connsiteY7209" fmla="*/ 1707658 h 2398711"/>
              <a:gd name="connsiteX7210" fmla="*/ 1766919 w 2119654"/>
              <a:gd name="connsiteY7210" fmla="*/ 1708002 h 2398711"/>
              <a:gd name="connsiteX7211" fmla="*/ 1754408 w 2119654"/>
              <a:gd name="connsiteY7211" fmla="*/ 1735453 h 2398711"/>
              <a:gd name="connsiteX7212" fmla="*/ 1754719 w 2119654"/>
              <a:gd name="connsiteY7212" fmla="*/ 1736388 h 2398711"/>
              <a:gd name="connsiteX7213" fmla="*/ 1756144 w 2119654"/>
              <a:gd name="connsiteY7213" fmla="*/ 1737810 h 2398711"/>
              <a:gd name="connsiteX7214" fmla="*/ 1755260 w 2119654"/>
              <a:gd name="connsiteY7214" fmla="*/ 1734848 h 2398711"/>
              <a:gd name="connsiteX7215" fmla="*/ 1763184 w 2119654"/>
              <a:gd name="connsiteY7215" fmla="*/ 1715781 h 2398711"/>
              <a:gd name="connsiteX7216" fmla="*/ 1769499 w 2119654"/>
              <a:gd name="connsiteY7216" fmla="*/ 1713619 h 2398711"/>
              <a:gd name="connsiteX7217" fmla="*/ 1769325 w 2119654"/>
              <a:gd name="connsiteY7217" fmla="*/ 1713151 h 2398711"/>
              <a:gd name="connsiteX7218" fmla="*/ 1765139 w 2119654"/>
              <a:gd name="connsiteY7218" fmla="*/ 1714360 h 2398711"/>
              <a:gd name="connsiteX7219" fmla="*/ 1763359 w 2119654"/>
              <a:gd name="connsiteY7219" fmla="*/ 1715546 h 2398711"/>
              <a:gd name="connsiteX7220" fmla="*/ 1702083 w 2119654"/>
              <a:gd name="connsiteY7220" fmla="*/ 1852489 h 2398711"/>
              <a:gd name="connsiteX7221" fmla="*/ 1704109 w 2119654"/>
              <a:gd name="connsiteY7221" fmla="*/ 1852449 h 2398711"/>
              <a:gd name="connsiteX7222" fmla="*/ 1704000 w 2119654"/>
              <a:gd name="connsiteY7222" fmla="*/ 1851746 h 2398711"/>
              <a:gd name="connsiteX7223" fmla="*/ 1711387 w 2119654"/>
              <a:gd name="connsiteY7223" fmla="*/ 1831260 h 2398711"/>
              <a:gd name="connsiteX7224" fmla="*/ 1711199 w 2119654"/>
              <a:gd name="connsiteY7224" fmla="*/ 1834318 h 2398711"/>
              <a:gd name="connsiteX7225" fmla="*/ 1712566 w 2119654"/>
              <a:gd name="connsiteY7225" fmla="*/ 1833514 h 2398711"/>
              <a:gd name="connsiteX7226" fmla="*/ 1821157 w 2119654"/>
              <a:gd name="connsiteY7226" fmla="*/ 1585387 h 2398711"/>
              <a:gd name="connsiteX7227" fmla="*/ 1823233 w 2119654"/>
              <a:gd name="connsiteY7227" fmla="*/ 1584646 h 2398711"/>
              <a:gd name="connsiteX7228" fmla="*/ 1823172 w 2119654"/>
              <a:gd name="connsiteY7228" fmla="*/ 1584049 h 2398711"/>
              <a:gd name="connsiteX7229" fmla="*/ 1633077 w 2119654"/>
              <a:gd name="connsiteY7229" fmla="*/ 2006467 h 2398711"/>
              <a:gd name="connsiteX7230" fmla="*/ 1633068 w 2119654"/>
              <a:gd name="connsiteY7230" fmla="*/ 2006694 h 2398711"/>
              <a:gd name="connsiteX7231" fmla="*/ 1633111 w 2119654"/>
              <a:gd name="connsiteY7231" fmla="*/ 2006662 h 2398711"/>
              <a:gd name="connsiteX7232" fmla="*/ 1752842 w 2119654"/>
              <a:gd name="connsiteY7232" fmla="*/ 1738181 h 2398711"/>
              <a:gd name="connsiteX7233" fmla="*/ 1753180 w 2119654"/>
              <a:gd name="connsiteY7233" fmla="*/ 1741523 h 2398711"/>
              <a:gd name="connsiteX7234" fmla="*/ 1754059 w 2119654"/>
              <a:gd name="connsiteY7234" fmla="*/ 1741114 h 2398711"/>
              <a:gd name="connsiteX7235" fmla="*/ 1666755 w 2119654"/>
              <a:gd name="connsiteY7235" fmla="*/ 1930683 h 2398711"/>
              <a:gd name="connsiteX7236" fmla="*/ 1666849 w 2119654"/>
              <a:gd name="connsiteY7236" fmla="*/ 1930858 h 2398711"/>
              <a:gd name="connsiteX7237" fmla="*/ 1666922 w 2119654"/>
              <a:gd name="connsiteY7237" fmla="*/ 1930650 h 2398711"/>
              <a:gd name="connsiteX7238" fmla="*/ 1666903 w 2119654"/>
              <a:gd name="connsiteY7238" fmla="*/ 1930599 h 2398711"/>
              <a:gd name="connsiteX7239" fmla="*/ 1618002 w 2119654"/>
              <a:gd name="connsiteY7239" fmla="*/ 2039835 h 2398711"/>
              <a:gd name="connsiteX7240" fmla="*/ 1624215 w 2119654"/>
              <a:gd name="connsiteY7240" fmla="*/ 2040144 h 2398711"/>
              <a:gd name="connsiteX7241" fmla="*/ 1626635 w 2119654"/>
              <a:gd name="connsiteY7241" fmla="*/ 2034584 h 2398711"/>
              <a:gd name="connsiteX7242" fmla="*/ 1621100 w 2119654"/>
              <a:gd name="connsiteY7242" fmla="*/ 2037950 h 2398711"/>
              <a:gd name="connsiteX7243" fmla="*/ 1623496 w 2119654"/>
              <a:gd name="connsiteY7243" fmla="*/ 2038326 h 2398711"/>
              <a:gd name="connsiteX7244" fmla="*/ 1623251 w 2119654"/>
              <a:gd name="connsiteY7244" fmla="*/ 2038464 h 2398711"/>
              <a:gd name="connsiteX7245" fmla="*/ 1620869 w 2119654"/>
              <a:gd name="connsiteY7245" fmla="*/ 2038092 h 2398711"/>
              <a:gd name="connsiteX7246" fmla="*/ 1762017 w 2119654"/>
              <a:gd name="connsiteY7246" fmla="*/ 1717341 h 2398711"/>
              <a:gd name="connsiteX7247" fmla="*/ 1766873 w 2119654"/>
              <a:gd name="connsiteY7247" fmla="*/ 1723870 h 2398711"/>
              <a:gd name="connsiteX7248" fmla="*/ 1762736 w 2119654"/>
              <a:gd name="connsiteY7248" fmla="*/ 1716379 h 2398711"/>
              <a:gd name="connsiteX7249" fmla="*/ 1706597 w 2119654"/>
              <a:gd name="connsiteY7249" fmla="*/ 1841318 h 2398711"/>
              <a:gd name="connsiteX7250" fmla="*/ 1706658 w 2119654"/>
              <a:gd name="connsiteY7250" fmla="*/ 1841423 h 2398711"/>
              <a:gd name="connsiteX7251" fmla="*/ 1709442 w 2119654"/>
              <a:gd name="connsiteY7251" fmla="*/ 1841411 h 2398711"/>
              <a:gd name="connsiteX7252" fmla="*/ 1709469 w 2119654"/>
              <a:gd name="connsiteY7252" fmla="*/ 1840975 h 2398711"/>
              <a:gd name="connsiteX7253" fmla="*/ 1709469 w 2119654"/>
              <a:gd name="connsiteY7253" fmla="*/ 1840974 h 2398711"/>
              <a:gd name="connsiteX7254" fmla="*/ 1706813 w 2119654"/>
              <a:gd name="connsiteY7254" fmla="*/ 1841123 h 2398711"/>
              <a:gd name="connsiteX7255" fmla="*/ 1823057 w 2119654"/>
              <a:gd name="connsiteY7255" fmla="*/ 1580515 h 2398711"/>
              <a:gd name="connsiteX7256" fmla="*/ 1823225 w 2119654"/>
              <a:gd name="connsiteY7256" fmla="*/ 1582172 h 2398711"/>
              <a:gd name="connsiteX7257" fmla="*/ 1825430 w 2119654"/>
              <a:gd name="connsiteY7257" fmla="*/ 1581947 h 2398711"/>
              <a:gd name="connsiteX7258" fmla="*/ 1826050 w 2119654"/>
              <a:gd name="connsiteY7258" fmla="*/ 1581535 h 2398711"/>
              <a:gd name="connsiteX7259" fmla="*/ 1824841 w 2119654"/>
              <a:gd name="connsiteY7259" fmla="*/ 1579139 h 2398711"/>
              <a:gd name="connsiteX7260" fmla="*/ 1644790 w 2119654"/>
              <a:gd name="connsiteY7260" fmla="*/ 1979656 h 2398711"/>
              <a:gd name="connsiteX7261" fmla="*/ 1644879 w 2119654"/>
              <a:gd name="connsiteY7261" fmla="*/ 1982071 h 2398711"/>
              <a:gd name="connsiteX7262" fmla="*/ 1644906 w 2119654"/>
              <a:gd name="connsiteY7262" fmla="*/ 1982081 h 2398711"/>
              <a:gd name="connsiteX7263" fmla="*/ 1645012 w 2119654"/>
              <a:gd name="connsiteY7263" fmla="*/ 1982104 h 2398711"/>
              <a:gd name="connsiteX7264" fmla="*/ 1645425 w 2119654"/>
              <a:gd name="connsiteY7264" fmla="*/ 1982191 h 2398711"/>
              <a:gd name="connsiteX7265" fmla="*/ 1649327 w 2119654"/>
              <a:gd name="connsiteY7265" fmla="*/ 1980821 h 2398711"/>
              <a:gd name="connsiteX7266" fmla="*/ 1650416 w 2119654"/>
              <a:gd name="connsiteY7266" fmla="*/ 1977715 h 2398711"/>
              <a:gd name="connsiteX7267" fmla="*/ 1648557 w 2119654"/>
              <a:gd name="connsiteY7267" fmla="*/ 1977984 h 2398711"/>
              <a:gd name="connsiteX7268" fmla="*/ 1825127 w 2119654"/>
              <a:gd name="connsiteY7268" fmla="*/ 1575766 h 2398711"/>
              <a:gd name="connsiteX7269" fmla="*/ 1825802 w 2119654"/>
              <a:gd name="connsiteY7269" fmla="*/ 1577102 h 2398711"/>
              <a:gd name="connsiteX7270" fmla="*/ 1831115 w 2119654"/>
              <a:gd name="connsiteY7270" fmla="*/ 1573511 h 2398711"/>
              <a:gd name="connsiteX7271" fmla="*/ 1635453 w 2119654"/>
              <a:gd name="connsiteY7271" fmla="*/ 2000482 h 2398711"/>
              <a:gd name="connsiteX7272" fmla="*/ 1640245 w 2119654"/>
              <a:gd name="connsiteY7272" fmla="*/ 2000376 h 2398711"/>
              <a:gd name="connsiteX7273" fmla="*/ 1642050 w 2119654"/>
              <a:gd name="connsiteY7273" fmla="*/ 1998781 h 2398711"/>
              <a:gd name="connsiteX7274" fmla="*/ 1641836 w 2119654"/>
              <a:gd name="connsiteY7274" fmla="*/ 1997988 h 2398711"/>
              <a:gd name="connsiteX7275" fmla="*/ 1641778 w 2119654"/>
              <a:gd name="connsiteY7275" fmla="*/ 1997994 h 2398711"/>
              <a:gd name="connsiteX7276" fmla="*/ 1689548 w 2119654"/>
              <a:gd name="connsiteY7276" fmla="*/ 1879328 h 2398711"/>
              <a:gd name="connsiteX7277" fmla="*/ 1690211 w 2119654"/>
              <a:gd name="connsiteY7277" fmla="*/ 1884702 h 2398711"/>
              <a:gd name="connsiteX7278" fmla="*/ 1690309 w 2119654"/>
              <a:gd name="connsiteY7278" fmla="*/ 1884730 h 2398711"/>
              <a:gd name="connsiteX7279" fmla="*/ 1692127 w 2119654"/>
              <a:gd name="connsiteY7279" fmla="*/ 1884469 h 2398711"/>
              <a:gd name="connsiteX7280" fmla="*/ 1691805 w 2119654"/>
              <a:gd name="connsiteY7280" fmla="*/ 1878636 h 2398711"/>
              <a:gd name="connsiteX7281" fmla="*/ 1858275 w 2119654"/>
              <a:gd name="connsiteY7281" fmla="*/ 1501492 h 2398711"/>
              <a:gd name="connsiteX7282" fmla="*/ 1859630 w 2119654"/>
              <a:gd name="connsiteY7282" fmla="*/ 1504277 h 2398711"/>
              <a:gd name="connsiteX7283" fmla="*/ 1869146 w 2119654"/>
              <a:gd name="connsiteY7283" fmla="*/ 1500042 h 2398711"/>
              <a:gd name="connsiteX7284" fmla="*/ 1876554 w 2119654"/>
              <a:gd name="connsiteY7284" fmla="*/ 1488368 h 2398711"/>
              <a:gd name="connsiteX7285" fmla="*/ 1865788 w 2119654"/>
              <a:gd name="connsiteY7285" fmla="*/ 1495614 h 2398711"/>
              <a:gd name="connsiteX7286" fmla="*/ 1713710 w 2119654"/>
              <a:gd name="connsiteY7286" fmla="*/ 1825089 h 2398711"/>
              <a:gd name="connsiteX7287" fmla="*/ 1715173 w 2119654"/>
              <a:gd name="connsiteY7287" fmla="*/ 1831979 h 2398711"/>
              <a:gd name="connsiteX7288" fmla="*/ 1723314 w 2119654"/>
              <a:gd name="connsiteY7288" fmla="*/ 1827186 h 2398711"/>
              <a:gd name="connsiteX7289" fmla="*/ 1723375 w 2119654"/>
              <a:gd name="connsiteY7289" fmla="*/ 1823725 h 2398711"/>
              <a:gd name="connsiteX7290" fmla="*/ 1741605 w 2119654"/>
              <a:gd name="connsiteY7290" fmla="*/ 1762588 h 2398711"/>
              <a:gd name="connsiteX7291" fmla="*/ 1741687 w 2119654"/>
              <a:gd name="connsiteY7291" fmla="*/ 1762579 h 2398711"/>
              <a:gd name="connsiteX7292" fmla="*/ 1742220 w 2119654"/>
              <a:gd name="connsiteY7292" fmla="*/ 1762200 h 2398711"/>
              <a:gd name="connsiteX7293" fmla="*/ 1742185 w 2119654"/>
              <a:gd name="connsiteY7293" fmla="*/ 1762209 h 2398711"/>
              <a:gd name="connsiteX7294" fmla="*/ 1650437 w 2119654"/>
              <a:gd name="connsiteY7294" fmla="*/ 1966726 h 2398711"/>
              <a:gd name="connsiteX7295" fmla="*/ 1654532 w 2119654"/>
              <a:gd name="connsiteY7295" fmla="*/ 1965979 h 2398711"/>
              <a:gd name="connsiteX7296" fmla="*/ 1654699 w 2119654"/>
              <a:gd name="connsiteY7296" fmla="*/ 1965503 h 2398711"/>
              <a:gd name="connsiteX7297" fmla="*/ 1651628 w 2119654"/>
              <a:gd name="connsiteY7297" fmla="*/ 1965936 h 2398711"/>
              <a:gd name="connsiteX7298" fmla="*/ 1752526 w 2119654"/>
              <a:gd name="connsiteY7298" fmla="*/ 1738124 h 2398711"/>
              <a:gd name="connsiteX7299" fmla="*/ 1751510 w 2119654"/>
              <a:gd name="connsiteY7299" fmla="*/ 1742300 h 2398711"/>
              <a:gd name="connsiteX7300" fmla="*/ 1752929 w 2119654"/>
              <a:gd name="connsiteY7300" fmla="*/ 1741640 h 2398711"/>
              <a:gd name="connsiteX7301" fmla="*/ 1617584 w 2119654"/>
              <a:gd name="connsiteY7301" fmla="*/ 2040282 h 2398711"/>
              <a:gd name="connsiteX7302" fmla="*/ 1618065 w 2119654"/>
              <a:gd name="connsiteY7302" fmla="*/ 2045481 h 2398711"/>
              <a:gd name="connsiteX7303" fmla="*/ 1621451 w 2119654"/>
              <a:gd name="connsiteY7303" fmla="*/ 2046497 h 2398711"/>
              <a:gd name="connsiteX7304" fmla="*/ 1624017 w 2119654"/>
              <a:gd name="connsiteY7304" fmla="*/ 2040601 h 2398711"/>
              <a:gd name="connsiteX7305" fmla="*/ 1755622 w 2119654"/>
              <a:gd name="connsiteY7305" fmla="*/ 1731176 h 2398711"/>
              <a:gd name="connsiteX7306" fmla="*/ 1755928 w 2119654"/>
              <a:gd name="connsiteY7306" fmla="*/ 1732199 h 2398711"/>
              <a:gd name="connsiteX7307" fmla="*/ 1756416 w 2119654"/>
              <a:gd name="connsiteY7307" fmla="*/ 1732109 h 2398711"/>
              <a:gd name="connsiteX7308" fmla="*/ 1756034 w 2119654"/>
              <a:gd name="connsiteY7308" fmla="*/ 1730999 h 2398711"/>
              <a:gd name="connsiteX7309" fmla="*/ 1775548 w 2119654"/>
              <a:gd name="connsiteY7309" fmla="*/ 1686534 h 2398711"/>
              <a:gd name="connsiteX7310" fmla="*/ 1775530 w 2119654"/>
              <a:gd name="connsiteY7310" fmla="*/ 1687503 h 2398711"/>
              <a:gd name="connsiteX7311" fmla="*/ 1777231 w 2119654"/>
              <a:gd name="connsiteY7311" fmla="*/ 1686183 h 2398711"/>
              <a:gd name="connsiteX7312" fmla="*/ 1706496 w 2119654"/>
              <a:gd name="connsiteY7312" fmla="*/ 1841140 h 2398711"/>
              <a:gd name="connsiteX7313" fmla="*/ 1706506 w 2119654"/>
              <a:gd name="connsiteY7313" fmla="*/ 1841159 h 2398711"/>
              <a:gd name="connsiteX7314" fmla="*/ 1706528 w 2119654"/>
              <a:gd name="connsiteY7314" fmla="*/ 1841139 h 2398711"/>
              <a:gd name="connsiteX7315" fmla="*/ 1831870 w 2119654"/>
              <a:gd name="connsiteY7315" fmla="*/ 1560396 h 2398711"/>
              <a:gd name="connsiteX7316" fmla="*/ 1832238 w 2119654"/>
              <a:gd name="connsiteY7316" fmla="*/ 1562056 h 2398711"/>
              <a:gd name="connsiteX7317" fmla="*/ 1839416 w 2119654"/>
              <a:gd name="connsiteY7317" fmla="*/ 1557777 h 2398711"/>
              <a:gd name="connsiteX7318" fmla="*/ 1836815 w 2119654"/>
              <a:gd name="connsiteY7318" fmla="*/ 1552572 h 2398711"/>
              <a:gd name="connsiteX7319" fmla="*/ 1646863 w 2119654"/>
              <a:gd name="connsiteY7319" fmla="*/ 1974639 h 2398711"/>
              <a:gd name="connsiteX7320" fmla="*/ 1647088 w 2119654"/>
              <a:gd name="connsiteY7320" fmla="*/ 1974636 h 2398711"/>
              <a:gd name="connsiteX7321" fmla="*/ 1646896 w 2119654"/>
              <a:gd name="connsiteY7321" fmla="*/ 1974627 h 2398711"/>
              <a:gd name="connsiteX7322" fmla="*/ 1739202 w 2119654"/>
              <a:gd name="connsiteY7322" fmla="*/ 1767830 h 2398711"/>
              <a:gd name="connsiteX7323" fmla="*/ 1738965 w 2119654"/>
              <a:gd name="connsiteY7323" fmla="*/ 1770160 h 2398711"/>
              <a:gd name="connsiteX7324" fmla="*/ 1740942 w 2119654"/>
              <a:gd name="connsiteY7324" fmla="*/ 1767739 h 2398711"/>
              <a:gd name="connsiteX7325" fmla="*/ 1740435 w 2119654"/>
              <a:gd name="connsiteY7325" fmla="*/ 1766880 h 2398711"/>
              <a:gd name="connsiteX7326" fmla="*/ 1695994 w 2119654"/>
              <a:gd name="connsiteY7326" fmla="*/ 1864580 h 2398711"/>
              <a:gd name="connsiteX7327" fmla="*/ 1697339 w 2119654"/>
              <a:gd name="connsiteY7327" fmla="*/ 1870994 h 2398711"/>
              <a:gd name="connsiteX7328" fmla="*/ 1699964 w 2119654"/>
              <a:gd name="connsiteY7328" fmla="*/ 1869964 h 2398711"/>
              <a:gd name="connsiteX7329" fmla="*/ 1697458 w 2119654"/>
              <a:gd name="connsiteY7329" fmla="*/ 1863363 h 2398711"/>
              <a:gd name="connsiteX7330" fmla="*/ 1766983 w 2119654"/>
              <a:gd name="connsiteY7330" fmla="*/ 1705477 h 2398711"/>
              <a:gd name="connsiteX7331" fmla="*/ 1767309 w 2119654"/>
              <a:gd name="connsiteY7331" fmla="*/ 1706350 h 2398711"/>
              <a:gd name="connsiteX7332" fmla="*/ 1767655 w 2119654"/>
              <a:gd name="connsiteY7332" fmla="*/ 1706016 h 2398711"/>
              <a:gd name="connsiteX7333" fmla="*/ 1768463 w 2119654"/>
              <a:gd name="connsiteY7333" fmla="*/ 1704814 h 2398711"/>
              <a:gd name="connsiteX7334" fmla="*/ 1754056 w 2119654"/>
              <a:gd name="connsiteY7334" fmla="*/ 1734391 h 2398711"/>
              <a:gd name="connsiteX7335" fmla="*/ 1754320 w 2119654"/>
              <a:gd name="connsiteY7335" fmla="*/ 1735186 h 2398711"/>
              <a:gd name="connsiteX7336" fmla="*/ 1755183 w 2119654"/>
              <a:gd name="connsiteY7336" fmla="*/ 1734590 h 2398711"/>
              <a:gd name="connsiteX7337" fmla="*/ 1755042 w 2119654"/>
              <a:gd name="connsiteY7337" fmla="*/ 1734118 h 2398711"/>
              <a:gd name="connsiteX7338" fmla="*/ 1633128 w 2119654"/>
              <a:gd name="connsiteY7338" fmla="*/ 2005136 h 2398711"/>
              <a:gd name="connsiteX7339" fmla="*/ 1633115 w 2119654"/>
              <a:gd name="connsiteY7339" fmla="*/ 2005461 h 2398711"/>
              <a:gd name="connsiteX7340" fmla="*/ 1633299 w 2119654"/>
              <a:gd name="connsiteY7340" fmla="*/ 2006517 h 2398711"/>
              <a:gd name="connsiteX7341" fmla="*/ 1634603 w 2119654"/>
              <a:gd name="connsiteY7341" fmla="*/ 2005365 h 2398711"/>
              <a:gd name="connsiteX7342" fmla="*/ 1764970 w 2119654"/>
              <a:gd name="connsiteY7342" fmla="*/ 1709891 h 2398711"/>
              <a:gd name="connsiteX7343" fmla="*/ 1765118 w 2119654"/>
              <a:gd name="connsiteY7343" fmla="*/ 1709791 h 2398711"/>
              <a:gd name="connsiteX7344" fmla="*/ 1765203 w 2119654"/>
              <a:gd name="connsiteY7344" fmla="*/ 1709665 h 2398711"/>
              <a:gd name="connsiteX7345" fmla="*/ 1812023 w 2119654"/>
              <a:gd name="connsiteY7345" fmla="*/ 1604438 h 2398711"/>
              <a:gd name="connsiteX7346" fmla="*/ 1812395 w 2119654"/>
              <a:gd name="connsiteY7346" fmla="*/ 1604276 h 2398711"/>
              <a:gd name="connsiteX7347" fmla="*/ 1814313 w 2119654"/>
              <a:gd name="connsiteY7347" fmla="*/ 1601902 h 2398711"/>
              <a:gd name="connsiteX7348" fmla="*/ 1813889 w 2119654"/>
              <a:gd name="connsiteY7348" fmla="*/ 1602055 h 2398711"/>
              <a:gd name="connsiteX7349" fmla="*/ 1809295 w 2119654"/>
              <a:gd name="connsiteY7349" fmla="*/ 1610505 h 2398711"/>
              <a:gd name="connsiteX7350" fmla="*/ 1809793 w 2119654"/>
              <a:gd name="connsiteY7350" fmla="*/ 1610987 h 2398711"/>
              <a:gd name="connsiteX7351" fmla="*/ 1811650 w 2119654"/>
              <a:gd name="connsiteY7351" fmla="*/ 1610116 h 2398711"/>
              <a:gd name="connsiteX7352" fmla="*/ 1810572 w 2119654"/>
              <a:gd name="connsiteY7352" fmla="*/ 1609561 h 2398711"/>
              <a:gd name="connsiteX7353" fmla="*/ 1742610 w 2119654"/>
              <a:gd name="connsiteY7353" fmla="*/ 1759731 h 2398711"/>
              <a:gd name="connsiteX7354" fmla="*/ 1742833 w 2119654"/>
              <a:gd name="connsiteY7354" fmla="*/ 1760979 h 2398711"/>
              <a:gd name="connsiteX7355" fmla="*/ 1746043 w 2119654"/>
              <a:gd name="connsiteY7355" fmla="*/ 1758885 h 2398711"/>
              <a:gd name="connsiteX7356" fmla="*/ 1746173 w 2119654"/>
              <a:gd name="connsiteY7356" fmla="*/ 1758351 h 2398711"/>
              <a:gd name="connsiteX7357" fmla="*/ 1745214 w 2119654"/>
              <a:gd name="connsiteY7357" fmla="*/ 1756753 h 2398711"/>
              <a:gd name="connsiteX7358" fmla="*/ 1743898 w 2119654"/>
              <a:gd name="connsiteY7358" fmla="*/ 1757939 h 2398711"/>
              <a:gd name="connsiteX7359" fmla="*/ 1743900 w 2119654"/>
              <a:gd name="connsiteY7359" fmla="*/ 1757984 h 2398711"/>
              <a:gd name="connsiteX7360" fmla="*/ 1766971 w 2119654"/>
              <a:gd name="connsiteY7360" fmla="*/ 1705152 h 2398711"/>
              <a:gd name="connsiteX7361" fmla="*/ 1768780 w 2119654"/>
              <a:gd name="connsiteY7361" fmla="*/ 1704342 h 2398711"/>
              <a:gd name="connsiteX7362" fmla="*/ 1769974 w 2119654"/>
              <a:gd name="connsiteY7362" fmla="*/ 1702564 h 2398711"/>
              <a:gd name="connsiteX7363" fmla="*/ 1769283 w 2119654"/>
              <a:gd name="connsiteY7363" fmla="*/ 1702733 h 2398711"/>
              <a:gd name="connsiteX7364" fmla="*/ 1726372 w 2119654"/>
              <a:gd name="connsiteY7364" fmla="*/ 1795943 h 2398711"/>
              <a:gd name="connsiteX7365" fmla="*/ 1726495 w 2119654"/>
              <a:gd name="connsiteY7365" fmla="*/ 1797141 h 2398711"/>
              <a:gd name="connsiteX7366" fmla="*/ 1726550 w 2119654"/>
              <a:gd name="connsiteY7366" fmla="*/ 1795919 h 2398711"/>
              <a:gd name="connsiteX7367" fmla="*/ 1830812 w 2119654"/>
              <a:gd name="connsiteY7367" fmla="*/ 1562070 h 2398711"/>
              <a:gd name="connsiteX7368" fmla="*/ 1831044 w 2119654"/>
              <a:gd name="connsiteY7368" fmla="*/ 1562768 h 2398711"/>
              <a:gd name="connsiteX7369" fmla="*/ 1831141 w 2119654"/>
              <a:gd name="connsiteY7369" fmla="*/ 1562710 h 2398711"/>
              <a:gd name="connsiteX7370" fmla="*/ 1830926 w 2119654"/>
              <a:gd name="connsiteY7370" fmla="*/ 1561891 h 2398711"/>
              <a:gd name="connsiteX7371" fmla="*/ 1644749 w 2119654"/>
              <a:gd name="connsiteY7371" fmla="*/ 1978534 h 2398711"/>
              <a:gd name="connsiteX7372" fmla="*/ 1644785 w 2119654"/>
              <a:gd name="connsiteY7372" fmla="*/ 1979512 h 2398711"/>
              <a:gd name="connsiteX7373" fmla="*/ 1648072 w 2119654"/>
              <a:gd name="connsiteY7373" fmla="*/ 1978054 h 2398711"/>
              <a:gd name="connsiteX7374" fmla="*/ 1713566 w 2119654"/>
              <a:gd name="connsiteY7374" fmla="*/ 1824412 h 2398711"/>
              <a:gd name="connsiteX7375" fmla="*/ 1713609 w 2119654"/>
              <a:gd name="connsiteY7375" fmla="*/ 1824618 h 2398711"/>
              <a:gd name="connsiteX7376" fmla="*/ 1723384 w 2119654"/>
              <a:gd name="connsiteY7376" fmla="*/ 1823238 h 2398711"/>
              <a:gd name="connsiteX7377" fmla="*/ 1723424 w 2119654"/>
              <a:gd name="connsiteY7377" fmla="*/ 1820950 h 2398711"/>
              <a:gd name="connsiteX7378" fmla="*/ 1822938 w 2119654"/>
              <a:gd name="connsiteY7378" fmla="*/ 1579340 h 2398711"/>
              <a:gd name="connsiteX7379" fmla="*/ 1823002 w 2119654"/>
              <a:gd name="connsiteY7379" fmla="*/ 1579973 h 2398711"/>
              <a:gd name="connsiteX7380" fmla="*/ 1824631 w 2119654"/>
              <a:gd name="connsiteY7380" fmla="*/ 1578723 h 2398711"/>
              <a:gd name="connsiteX7381" fmla="*/ 1824432 w 2119654"/>
              <a:gd name="connsiteY7381" fmla="*/ 1578330 h 2398711"/>
              <a:gd name="connsiteX7382" fmla="*/ 1819690 w 2119654"/>
              <a:gd name="connsiteY7382" fmla="*/ 1586570 h 2398711"/>
              <a:gd name="connsiteX7383" fmla="*/ 1820602 w 2119654"/>
              <a:gd name="connsiteY7383" fmla="*/ 1588167 h 2398711"/>
              <a:gd name="connsiteX7384" fmla="*/ 1823388 w 2119654"/>
              <a:gd name="connsiteY7384" fmla="*/ 1586176 h 2398711"/>
              <a:gd name="connsiteX7385" fmla="*/ 1823297 w 2119654"/>
              <a:gd name="connsiteY7385" fmla="*/ 1585281 h 2398711"/>
              <a:gd name="connsiteX7386" fmla="*/ 1666641 w 2119654"/>
              <a:gd name="connsiteY7386" fmla="*/ 1929271 h 2398711"/>
              <a:gd name="connsiteX7387" fmla="*/ 1666869 w 2119654"/>
              <a:gd name="connsiteY7387" fmla="*/ 1929909 h 2398711"/>
              <a:gd name="connsiteX7388" fmla="*/ 1667256 w 2119654"/>
              <a:gd name="connsiteY7388" fmla="*/ 1929698 h 2398711"/>
              <a:gd name="connsiteX7389" fmla="*/ 1667573 w 2119654"/>
              <a:gd name="connsiteY7389" fmla="*/ 1928793 h 2398711"/>
              <a:gd name="connsiteX7390" fmla="*/ 1718308 w 2119654"/>
              <a:gd name="connsiteY7390" fmla="*/ 1813519 h 2398711"/>
              <a:gd name="connsiteX7391" fmla="*/ 1718286 w 2119654"/>
              <a:gd name="connsiteY7391" fmla="*/ 1814123 h 2398711"/>
              <a:gd name="connsiteX7392" fmla="*/ 1720772 w 2119654"/>
              <a:gd name="connsiteY7392" fmla="*/ 1813334 h 2398711"/>
              <a:gd name="connsiteX7393" fmla="*/ 1831681 w 2119654"/>
              <a:gd name="connsiteY7393" fmla="*/ 1559606 h 2398711"/>
              <a:gd name="connsiteX7394" fmla="*/ 1831731 w 2119654"/>
              <a:gd name="connsiteY7394" fmla="*/ 1559796 h 2398711"/>
              <a:gd name="connsiteX7395" fmla="*/ 1833636 w 2119654"/>
              <a:gd name="connsiteY7395" fmla="*/ 1556780 h 2398711"/>
              <a:gd name="connsiteX7396" fmla="*/ 1762374 w 2119654"/>
              <a:gd name="connsiteY7396" fmla="*/ 1714766 h 2398711"/>
              <a:gd name="connsiteX7397" fmla="*/ 1762435 w 2119654"/>
              <a:gd name="connsiteY7397" fmla="*/ 1714877 h 2398711"/>
              <a:gd name="connsiteX7398" fmla="*/ 1762691 w 2119654"/>
              <a:gd name="connsiteY7398" fmla="*/ 1714806 h 2398711"/>
              <a:gd name="connsiteX7399" fmla="*/ 1767402 w 2119654"/>
              <a:gd name="connsiteY7399" fmla="*/ 1708504 h 2398711"/>
              <a:gd name="connsiteX7400" fmla="*/ 1765904 w 2119654"/>
              <a:gd name="connsiteY7400" fmla="*/ 1709512 h 2398711"/>
              <a:gd name="connsiteX7401" fmla="*/ 1809728 w 2119654"/>
              <a:gd name="connsiteY7401" fmla="*/ 1608709 h 2398711"/>
              <a:gd name="connsiteX7402" fmla="*/ 1810303 w 2119654"/>
              <a:gd name="connsiteY7402" fmla="*/ 1609017 h 2398711"/>
              <a:gd name="connsiteX7403" fmla="*/ 1811101 w 2119654"/>
              <a:gd name="connsiteY7403" fmla="*/ 1608534 h 2398711"/>
              <a:gd name="connsiteX7404" fmla="*/ 1818416 w 2119654"/>
              <a:gd name="connsiteY7404" fmla="*/ 1603127 h 2398711"/>
              <a:gd name="connsiteX7405" fmla="*/ 1817963 w 2119654"/>
              <a:gd name="connsiteY7405" fmla="*/ 1602361 h 2398711"/>
              <a:gd name="connsiteX7406" fmla="*/ 1813155 w 2119654"/>
              <a:gd name="connsiteY7406" fmla="*/ 1604470 h 2398711"/>
              <a:gd name="connsiteX7407" fmla="*/ 1742514 w 2119654"/>
              <a:gd name="connsiteY7407" fmla="*/ 1759188 h 2398711"/>
              <a:gd name="connsiteX7408" fmla="*/ 1742567 w 2119654"/>
              <a:gd name="connsiteY7408" fmla="*/ 1759490 h 2398711"/>
              <a:gd name="connsiteX7409" fmla="*/ 1743342 w 2119654"/>
              <a:gd name="connsiteY7409" fmla="*/ 1758442 h 2398711"/>
              <a:gd name="connsiteX7410" fmla="*/ 1771740 w 2119654"/>
              <a:gd name="connsiteY7410" fmla="*/ 1693675 h 2398711"/>
              <a:gd name="connsiteX7411" fmla="*/ 1772064 w 2119654"/>
              <a:gd name="connsiteY7411" fmla="*/ 1694619 h 2398711"/>
              <a:gd name="connsiteX7412" fmla="*/ 1772603 w 2119654"/>
              <a:gd name="connsiteY7412" fmla="*/ 1694570 h 2398711"/>
              <a:gd name="connsiteX7413" fmla="*/ 1772637 w 2119654"/>
              <a:gd name="connsiteY7413" fmla="*/ 1692693 h 2398711"/>
              <a:gd name="connsiteX7414" fmla="*/ 1705828 w 2119654"/>
              <a:gd name="connsiteY7414" fmla="*/ 1841178 h 2398711"/>
              <a:gd name="connsiteX7415" fmla="*/ 1706002 w 2119654"/>
              <a:gd name="connsiteY7415" fmla="*/ 1841426 h 2398711"/>
              <a:gd name="connsiteX7416" fmla="*/ 1706213 w 2119654"/>
              <a:gd name="connsiteY7416" fmla="*/ 1841425 h 2398711"/>
              <a:gd name="connsiteX7417" fmla="*/ 1706347 w 2119654"/>
              <a:gd name="connsiteY7417" fmla="*/ 1841303 h 2398711"/>
              <a:gd name="connsiteX7418" fmla="*/ 1706261 w 2119654"/>
              <a:gd name="connsiteY7418" fmla="*/ 1841154 h 2398711"/>
              <a:gd name="connsiteX7419" fmla="*/ 1739825 w 2119654"/>
              <a:gd name="connsiteY7419" fmla="*/ 1765018 h 2398711"/>
              <a:gd name="connsiteX7420" fmla="*/ 1740210 w 2119654"/>
              <a:gd name="connsiteY7420" fmla="*/ 1765671 h 2398711"/>
              <a:gd name="connsiteX7421" fmla="*/ 1742791 w 2119654"/>
              <a:gd name="connsiteY7421" fmla="*/ 1763843 h 2398711"/>
              <a:gd name="connsiteX7422" fmla="*/ 1742018 w 2119654"/>
              <a:gd name="connsiteY7422" fmla="*/ 1763928 h 2398711"/>
              <a:gd name="connsiteX7423" fmla="*/ 1741910 w 2119654"/>
              <a:gd name="connsiteY7423" fmla="*/ 1763987 h 2398711"/>
              <a:gd name="connsiteX7424" fmla="*/ 1718322 w 2119654"/>
              <a:gd name="connsiteY7424" fmla="*/ 1813130 h 2398711"/>
              <a:gd name="connsiteX7425" fmla="*/ 1718320 w 2119654"/>
              <a:gd name="connsiteY7425" fmla="*/ 1813185 h 2398711"/>
              <a:gd name="connsiteX7426" fmla="*/ 1720211 w 2119654"/>
              <a:gd name="connsiteY7426" fmla="*/ 1813069 h 2398711"/>
              <a:gd name="connsiteX7427" fmla="*/ 1722037 w 2119654"/>
              <a:gd name="connsiteY7427" fmla="*/ 1812932 h 2398711"/>
              <a:gd name="connsiteX7428" fmla="*/ 1723573 w 2119654"/>
              <a:gd name="connsiteY7428" fmla="*/ 1812445 h 2398711"/>
              <a:gd name="connsiteX7429" fmla="*/ 1723591 w 2119654"/>
              <a:gd name="connsiteY7429" fmla="*/ 1811372 h 2398711"/>
              <a:gd name="connsiteX7430" fmla="*/ 1815041 w 2119654"/>
              <a:gd name="connsiteY7430" fmla="*/ 1596203 h 2398711"/>
              <a:gd name="connsiteX7431" fmla="*/ 1816197 w 2119654"/>
              <a:gd name="connsiteY7431" fmla="*/ 1598156 h 2398711"/>
              <a:gd name="connsiteX7432" fmla="*/ 1818364 w 2119654"/>
              <a:gd name="connsiteY7432" fmla="*/ 1595400 h 2398711"/>
              <a:gd name="connsiteX7433" fmla="*/ 1741073 w 2119654"/>
              <a:gd name="connsiteY7433" fmla="*/ 1761813 h 2398711"/>
              <a:gd name="connsiteX7434" fmla="*/ 1741875 w 2119654"/>
              <a:gd name="connsiteY7434" fmla="*/ 1761604 h 2398711"/>
              <a:gd name="connsiteX7435" fmla="*/ 1742663 w 2119654"/>
              <a:gd name="connsiteY7435" fmla="*/ 1761089 h 2398711"/>
              <a:gd name="connsiteX7436" fmla="*/ 1742445 w 2119654"/>
              <a:gd name="connsiteY7436" fmla="*/ 1759954 h 2398711"/>
              <a:gd name="connsiteX7437" fmla="*/ 1761430 w 2119654"/>
              <a:gd name="connsiteY7437" fmla="*/ 1716171 h 2398711"/>
              <a:gd name="connsiteX7438" fmla="*/ 1761871 w 2119654"/>
              <a:gd name="connsiteY7438" fmla="*/ 1715903 h 2398711"/>
              <a:gd name="connsiteX7439" fmla="*/ 1762217 w 2119654"/>
              <a:gd name="connsiteY7439" fmla="*/ 1715440 h 2398711"/>
              <a:gd name="connsiteX7440" fmla="*/ 1762104 w 2119654"/>
              <a:gd name="connsiteY7440" fmla="*/ 1715236 h 2398711"/>
              <a:gd name="connsiteX7441" fmla="*/ 1762048 w 2119654"/>
              <a:gd name="connsiteY7441" fmla="*/ 1715252 h 2398711"/>
              <a:gd name="connsiteX7442" fmla="*/ 1697914 w 2119654"/>
              <a:gd name="connsiteY7442" fmla="*/ 1858390 h 2398711"/>
              <a:gd name="connsiteX7443" fmla="*/ 1698056 w 2119654"/>
              <a:gd name="connsiteY7443" fmla="*/ 1858763 h 2398711"/>
              <a:gd name="connsiteX7444" fmla="*/ 1700213 w 2119654"/>
              <a:gd name="connsiteY7444" fmla="*/ 1857665 h 2398711"/>
              <a:gd name="connsiteX7445" fmla="*/ 1699051 w 2119654"/>
              <a:gd name="connsiteY7445" fmla="*/ 1857688 h 2398711"/>
              <a:gd name="connsiteX7446" fmla="*/ 1666138 w 2119654"/>
              <a:gd name="connsiteY7446" fmla="*/ 1929528 h 2398711"/>
              <a:gd name="connsiteX7447" fmla="*/ 1666461 w 2119654"/>
              <a:gd name="connsiteY7447" fmla="*/ 1930132 h 2398711"/>
              <a:gd name="connsiteX7448" fmla="*/ 1666683 w 2119654"/>
              <a:gd name="connsiteY7448" fmla="*/ 1930010 h 2398711"/>
              <a:gd name="connsiteX7449" fmla="*/ 1666444 w 2119654"/>
              <a:gd name="connsiteY7449" fmla="*/ 1929372 h 2398711"/>
              <a:gd name="connsiteX7450" fmla="*/ 1703651 w 2119654"/>
              <a:gd name="connsiteY7450" fmla="*/ 1845520 h 2398711"/>
              <a:gd name="connsiteX7451" fmla="*/ 1704051 w 2119654"/>
              <a:gd name="connsiteY7451" fmla="*/ 1848091 h 2398711"/>
              <a:gd name="connsiteX7452" fmla="*/ 1705499 w 2119654"/>
              <a:gd name="connsiteY7452" fmla="*/ 1846988 h 2398711"/>
              <a:gd name="connsiteX7453" fmla="*/ 1704466 w 2119654"/>
              <a:gd name="connsiteY7453" fmla="*/ 1845517 h 2398711"/>
              <a:gd name="connsiteX7454" fmla="*/ 1757312 w 2119654"/>
              <a:gd name="connsiteY7454" fmla="*/ 1725340 h 2398711"/>
              <a:gd name="connsiteX7455" fmla="*/ 1757852 w 2119654"/>
              <a:gd name="connsiteY7455" fmla="*/ 1730043 h 2398711"/>
              <a:gd name="connsiteX7456" fmla="*/ 1759662 w 2119654"/>
              <a:gd name="connsiteY7456" fmla="*/ 1729267 h 2398711"/>
              <a:gd name="connsiteX7457" fmla="*/ 1758308 w 2119654"/>
              <a:gd name="connsiteY7457" fmla="*/ 1726932 h 2398711"/>
              <a:gd name="connsiteX7458" fmla="*/ 1739460 w 2119654"/>
              <a:gd name="connsiteY7458" fmla="*/ 1765282 h 2398711"/>
              <a:gd name="connsiteX7459" fmla="*/ 1739359 w 2119654"/>
              <a:gd name="connsiteY7459" fmla="*/ 1766273 h 2398711"/>
              <a:gd name="connsiteX7460" fmla="*/ 1739865 w 2119654"/>
              <a:gd name="connsiteY7460" fmla="*/ 1765915 h 2398711"/>
              <a:gd name="connsiteX7461" fmla="*/ 1739482 w 2119654"/>
              <a:gd name="connsiteY7461" fmla="*/ 1765265 h 2398711"/>
              <a:gd name="connsiteX7462" fmla="*/ 1641789 w 2119654"/>
              <a:gd name="connsiteY7462" fmla="*/ 1983946 h 2398711"/>
              <a:gd name="connsiteX7463" fmla="*/ 1642740 w 2119654"/>
              <a:gd name="connsiteY7463" fmla="*/ 1987475 h 2398711"/>
              <a:gd name="connsiteX7464" fmla="*/ 1644614 w 2119654"/>
              <a:gd name="connsiteY7464" fmla="*/ 1987022 h 2398711"/>
              <a:gd name="connsiteX7465" fmla="*/ 1644465 w 2119654"/>
              <a:gd name="connsiteY7465" fmla="*/ 1982965 h 2398711"/>
              <a:gd name="connsiteX7466" fmla="*/ 1830541 w 2119654"/>
              <a:gd name="connsiteY7466" fmla="*/ 1561253 h 2398711"/>
              <a:gd name="connsiteX7467" fmla="*/ 1830609 w 2119654"/>
              <a:gd name="connsiteY7467" fmla="*/ 1561461 h 2398711"/>
              <a:gd name="connsiteX7468" fmla="*/ 1830756 w 2119654"/>
              <a:gd name="connsiteY7468" fmla="*/ 1561249 h 2398711"/>
              <a:gd name="connsiteX7469" fmla="*/ 1830698 w 2119654"/>
              <a:gd name="connsiteY7469" fmla="*/ 1561026 h 2398711"/>
              <a:gd name="connsiteX7470" fmla="*/ 1644706 w 2119654"/>
              <a:gd name="connsiteY7470" fmla="*/ 1977370 h 2398711"/>
              <a:gd name="connsiteX7471" fmla="*/ 1644743 w 2119654"/>
              <a:gd name="connsiteY7471" fmla="*/ 1978375 h 2398711"/>
              <a:gd name="connsiteX7472" fmla="*/ 1645460 w 2119654"/>
              <a:gd name="connsiteY7472" fmla="*/ 1978281 h 2398711"/>
              <a:gd name="connsiteX7473" fmla="*/ 1648574 w 2119654"/>
              <a:gd name="connsiteY7473" fmla="*/ 1977831 h 2398711"/>
              <a:gd name="connsiteX7474" fmla="*/ 1650395 w 2119654"/>
              <a:gd name="connsiteY7474" fmla="*/ 1977022 h 2398711"/>
              <a:gd name="connsiteX7475" fmla="*/ 1759065 w 2119654"/>
              <a:gd name="connsiteY7475" fmla="*/ 1721291 h 2398711"/>
              <a:gd name="connsiteX7476" fmla="*/ 1765634 w 2119654"/>
              <a:gd name="connsiteY7476" fmla="*/ 1727201 h 2398711"/>
              <a:gd name="connsiteX7477" fmla="*/ 1767215 w 2119654"/>
              <a:gd name="connsiteY7477" fmla="*/ 1726077 h 2398711"/>
              <a:gd name="connsiteX7478" fmla="*/ 1761366 w 2119654"/>
              <a:gd name="connsiteY7478" fmla="*/ 1718212 h 2398711"/>
              <a:gd name="connsiteX7479" fmla="*/ 1748984 w 2119654"/>
              <a:gd name="connsiteY7479" fmla="*/ 1743778 h 2398711"/>
              <a:gd name="connsiteX7480" fmla="*/ 1749698 w 2119654"/>
              <a:gd name="connsiteY7480" fmla="*/ 1743859 h 2398711"/>
              <a:gd name="connsiteX7481" fmla="*/ 1749811 w 2119654"/>
              <a:gd name="connsiteY7481" fmla="*/ 1743393 h 2398711"/>
              <a:gd name="connsiteX7482" fmla="*/ 1808724 w 2119654"/>
              <a:gd name="connsiteY7482" fmla="*/ 1609952 h 2398711"/>
              <a:gd name="connsiteX7483" fmla="*/ 1808734 w 2119654"/>
              <a:gd name="connsiteY7483" fmla="*/ 1609962 h 2398711"/>
              <a:gd name="connsiteX7484" fmla="*/ 1809939 w 2119654"/>
              <a:gd name="connsiteY7484" fmla="*/ 1609236 h 2398711"/>
              <a:gd name="connsiteX7485" fmla="*/ 1809490 w 2119654"/>
              <a:gd name="connsiteY7485" fmla="*/ 1609003 h 2398711"/>
              <a:gd name="connsiteX7486" fmla="*/ 1753802 w 2119654"/>
              <a:gd name="connsiteY7486" fmla="*/ 1732879 h 2398711"/>
              <a:gd name="connsiteX7487" fmla="*/ 1753697 w 2119654"/>
              <a:gd name="connsiteY7487" fmla="*/ 1733309 h 2398711"/>
              <a:gd name="connsiteX7488" fmla="*/ 1753880 w 2119654"/>
              <a:gd name="connsiteY7488" fmla="*/ 1733861 h 2398711"/>
              <a:gd name="connsiteX7489" fmla="*/ 1754886 w 2119654"/>
              <a:gd name="connsiteY7489" fmla="*/ 1733596 h 2398711"/>
              <a:gd name="connsiteX7490" fmla="*/ 1754627 w 2119654"/>
              <a:gd name="connsiteY7490" fmla="*/ 1732726 h 2398711"/>
              <a:gd name="connsiteX7491" fmla="*/ 1713324 w 2119654"/>
              <a:gd name="connsiteY7491" fmla="*/ 1823275 h 2398711"/>
              <a:gd name="connsiteX7492" fmla="*/ 1713375 w 2119654"/>
              <a:gd name="connsiteY7492" fmla="*/ 1823515 h 2398711"/>
              <a:gd name="connsiteX7493" fmla="*/ 1719246 w 2119654"/>
              <a:gd name="connsiteY7493" fmla="*/ 1821713 h 2398711"/>
              <a:gd name="connsiteX7494" fmla="*/ 1723436 w 2119654"/>
              <a:gd name="connsiteY7494" fmla="*/ 1820242 h 2398711"/>
              <a:gd name="connsiteX7495" fmla="*/ 1723477 w 2119654"/>
              <a:gd name="connsiteY7495" fmla="*/ 1817930 h 2398711"/>
              <a:gd name="connsiteX7496" fmla="*/ 1720442 w 2119654"/>
              <a:gd name="connsiteY7496" fmla="*/ 1819565 h 2398711"/>
              <a:gd name="connsiteX7497" fmla="*/ 1824450 w 2119654"/>
              <a:gd name="connsiteY7497" fmla="*/ 1574427 h 2398711"/>
              <a:gd name="connsiteX7498" fmla="*/ 1825026 w 2119654"/>
              <a:gd name="connsiteY7498" fmla="*/ 1575568 h 2398711"/>
              <a:gd name="connsiteX7499" fmla="*/ 1831904 w 2119654"/>
              <a:gd name="connsiteY7499" fmla="*/ 1572978 h 2398711"/>
              <a:gd name="connsiteX7500" fmla="*/ 1832347 w 2119654"/>
              <a:gd name="connsiteY7500" fmla="*/ 1572679 h 2398711"/>
              <a:gd name="connsiteX7501" fmla="*/ 1831857 w 2119654"/>
              <a:gd name="connsiteY7501" fmla="*/ 1571203 h 2398711"/>
              <a:gd name="connsiteX7502" fmla="*/ 1706358 w 2119654"/>
              <a:gd name="connsiteY7502" fmla="*/ 1838786 h 2398711"/>
              <a:gd name="connsiteX7503" fmla="*/ 1709440 w 2119654"/>
              <a:gd name="connsiteY7503" fmla="*/ 1838613 h 2398711"/>
              <a:gd name="connsiteX7504" fmla="*/ 1709421 w 2119654"/>
              <a:gd name="connsiteY7504" fmla="*/ 1836983 h 2398711"/>
              <a:gd name="connsiteX7505" fmla="*/ 1629208 w 2119654"/>
              <a:gd name="connsiteY7505" fmla="*/ 2011521 h 2398711"/>
              <a:gd name="connsiteX7506" fmla="*/ 1630082 w 2119654"/>
              <a:gd name="connsiteY7506" fmla="*/ 2011717 h 2398711"/>
              <a:gd name="connsiteX7507" fmla="*/ 1632809 w 2119654"/>
              <a:gd name="connsiteY7507" fmla="*/ 2011244 h 2398711"/>
              <a:gd name="connsiteX7508" fmla="*/ 1632889 w 2119654"/>
              <a:gd name="connsiteY7508" fmla="*/ 2009225 h 2398711"/>
              <a:gd name="connsiteX7509" fmla="*/ 1632894 w 2119654"/>
              <a:gd name="connsiteY7509" fmla="*/ 2008262 h 2398711"/>
              <a:gd name="connsiteX7510" fmla="*/ 1682596 w 2119654"/>
              <a:gd name="connsiteY7510" fmla="*/ 1891930 h 2398711"/>
              <a:gd name="connsiteX7511" fmla="*/ 1681088 w 2119654"/>
              <a:gd name="connsiteY7511" fmla="*/ 1898763 h 2398711"/>
              <a:gd name="connsiteX7512" fmla="*/ 1680628 w 2119654"/>
              <a:gd name="connsiteY7512" fmla="*/ 1900072 h 2398711"/>
              <a:gd name="connsiteX7513" fmla="*/ 1686503 w 2119654"/>
              <a:gd name="connsiteY7513" fmla="*/ 1896623 h 2398711"/>
              <a:gd name="connsiteX7514" fmla="*/ 1686663 w 2119654"/>
              <a:gd name="connsiteY7514" fmla="*/ 1890331 h 2398711"/>
              <a:gd name="connsiteX7515" fmla="*/ 1685943 w 2119654"/>
              <a:gd name="connsiteY7515" fmla="*/ 1890128 h 2398711"/>
              <a:gd name="connsiteX7516" fmla="*/ 1712561 w 2119654"/>
              <a:gd name="connsiteY7516" fmla="*/ 1824766 h 2398711"/>
              <a:gd name="connsiteX7517" fmla="*/ 1713355 w 2119654"/>
              <a:gd name="connsiteY7517" fmla="*/ 1824654 h 2398711"/>
              <a:gd name="connsiteX7518" fmla="*/ 1713322 w 2119654"/>
              <a:gd name="connsiteY7518" fmla="*/ 1824498 h 2398711"/>
              <a:gd name="connsiteX7519" fmla="*/ 1754053 w 2119654"/>
              <a:gd name="connsiteY7519" fmla="*/ 1731848 h 2398711"/>
              <a:gd name="connsiteX7520" fmla="*/ 1753880 w 2119654"/>
              <a:gd name="connsiteY7520" fmla="*/ 1732559 h 2398711"/>
              <a:gd name="connsiteX7521" fmla="*/ 1754542 w 2119654"/>
              <a:gd name="connsiteY7521" fmla="*/ 1732446 h 2398711"/>
              <a:gd name="connsiteX7522" fmla="*/ 1754329 w 2119654"/>
              <a:gd name="connsiteY7522" fmla="*/ 1731730 h 2398711"/>
              <a:gd name="connsiteX7523" fmla="*/ 1623689 w 2119654"/>
              <a:gd name="connsiteY7523" fmla="*/ 2023718 h 2398711"/>
              <a:gd name="connsiteX7524" fmla="*/ 1623789 w 2119654"/>
              <a:gd name="connsiteY7524" fmla="*/ 2027698 h 2398711"/>
              <a:gd name="connsiteX7525" fmla="*/ 1629746 w 2119654"/>
              <a:gd name="connsiteY7525" fmla="*/ 2027437 h 2398711"/>
              <a:gd name="connsiteX7526" fmla="*/ 1632225 w 2119654"/>
              <a:gd name="connsiteY7526" fmla="*/ 2021741 h 2398711"/>
              <a:gd name="connsiteX7527" fmla="*/ 1778034 w 2119654"/>
              <a:gd name="connsiteY7527" fmla="*/ 1678071 h 2398711"/>
              <a:gd name="connsiteX7528" fmla="*/ 1778371 w 2119654"/>
              <a:gd name="connsiteY7528" fmla="*/ 1678784 h 2398711"/>
              <a:gd name="connsiteX7529" fmla="*/ 1786574 w 2119654"/>
              <a:gd name="connsiteY7529" fmla="*/ 1675892 h 2398711"/>
              <a:gd name="connsiteX7530" fmla="*/ 1787709 w 2119654"/>
              <a:gd name="connsiteY7530" fmla="*/ 1675331 h 2398711"/>
              <a:gd name="connsiteX7531" fmla="*/ 1791568 w 2119654"/>
              <a:gd name="connsiteY7531" fmla="*/ 1647669 h 2398711"/>
              <a:gd name="connsiteX7532" fmla="*/ 1795699 w 2119654"/>
              <a:gd name="connsiteY7532" fmla="*/ 1646598 h 2398711"/>
              <a:gd name="connsiteX7533" fmla="*/ 1799518 w 2119654"/>
              <a:gd name="connsiteY7533" fmla="*/ 1642799 h 2398711"/>
              <a:gd name="connsiteX7534" fmla="*/ 1795301 w 2119654"/>
              <a:gd name="connsiteY7534" fmla="*/ 1643917 h 2398711"/>
              <a:gd name="connsiteX7535" fmla="*/ 1754192 w 2119654"/>
              <a:gd name="connsiteY7535" fmla="*/ 1731273 h 2398711"/>
              <a:gd name="connsiteX7536" fmla="*/ 1754100 w 2119654"/>
              <a:gd name="connsiteY7536" fmla="*/ 1731652 h 2398711"/>
              <a:gd name="connsiteX7537" fmla="*/ 1754282 w 2119654"/>
              <a:gd name="connsiteY7537" fmla="*/ 1731574 h 2398711"/>
              <a:gd name="connsiteX7538" fmla="*/ 1664568 w 2119654"/>
              <a:gd name="connsiteY7538" fmla="*/ 1931914 h 2398711"/>
              <a:gd name="connsiteX7539" fmla="*/ 1663891 w 2119654"/>
              <a:gd name="connsiteY7539" fmla="*/ 1939294 h 2398711"/>
              <a:gd name="connsiteX7540" fmla="*/ 1666780 w 2119654"/>
              <a:gd name="connsiteY7540" fmla="*/ 1931056 h 2398711"/>
              <a:gd name="connsiteX7541" fmla="*/ 1666621 w 2119654"/>
              <a:gd name="connsiteY7541" fmla="*/ 1930759 h 2398711"/>
              <a:gd name="connsiteX7542" fmla="*/ 1837064 w 2119654"/>
              <a:gd name="connsiteY7542" fmla="*/ 1545655 h 2398711"/>
              <a:gd name="connsiteX7543" fmla="*/ 1838913 w 2119654"/>
              <a:gd name="connsiteY7543" fmla="*/ 1546902 h 2398711"/>
              <a:gd name="connsiteX7544" fmla="*/ 1840839 w 2119654"/>
              <a:gd name="connsiteY7544" fmla="*/ 1544120 h 2398711"/>
              <a:gd name="connsiteX7545" fmla="*/ 1740089 w 2119654"/>
              <a:gd name="connsiteY7545" fmla="*/ 1762756 h 2398711"/>
              <a:gd name="connsiteX7546" fmla="*/ 1740111 w 2119654"/>
              <a:gd name="connsiteY7546" fmla="*/ 1762753 h 2398711"/>
              <a:gd name="connsiteX7547" fmla="*/ 1740120 w 2119654"/>
              <a:gd name="connsiteY7547" fmla="*/ 1762748 h 2398711"/>
              <a:gd name="connsiteX7548" fmla="*/ 1770153 w 2119654"/>
              <a:gd name="connsiteY7548" fmla="*/ 1695409 h 2398711"/>
              <a:gd name="connsiteX7549" fmla="*/ 1770584 w 2119654"/>
              <a:gd name="connsiteY7549" fmla="*/ 1695325 h 2398711"/>
              <a:gd name="connsiteX7550" fmla="*/ 1770562 w 2119654"/>
              <a:gd name="connsiteY7550" fmla="*/ 1695263 h 2398711"/>
              <a:gd name="connsiteX7551" fmla="*/ 1770262 w 2119654"/>
              <a:gd name="connsiteY7551" fmla="*/ 1695290 h 2398711"/>
              <a:gd name="connsiteX7552" fmla="*/ 1697659 w 2119654"/>
              <a:gd name="connsiteY7552" fmla="*/ 1857717 h 2398711"/>
              <a:gd name="connsiteX7553" fmla="*/ 1697765 w 2119654"/>
              <a:gd name="connsiteY7553" fmla="*/ 1857995 h 2398711"/>
              <a:gd name="connsiteX7554" fmla="*/ 1698235 w 2119654"/>
              <a:gd name="connsiteY7554" fmla="*/ 1857705 h 2398711"/>
              <a:gd name="connsiteX7555" fmla="*/ 1775610 w 2119654"/>
              <a:gd name="connsiteY7555" fmla="*/ 1683167 h 2398711"/>
              <a:gd name="connsiteX7556" fmla="*/ 1775567 w 2119654"/>
              <a:gd name="connsiteY7556" fmla="*/ 1685534 h 2398711"/>
              <a:gd name="connsiteX7557" fmla="*/ 1779985 w 2119654"/>
              <a:gd name="connsiteY7557" fmla="*/ 1683450 h 2398711"/>
              <a:gd name="connsiteX7558" fmla="*/ 1779076 w 2119654"/>
              <a:gd name="connsiteY7558" fmla="*/ 1681527 h 2398711"/>
              <a:gd name="connsiteX7559" fmla="*/ 1776128 w 2119654"/>
              <a:gd name="connsiteY7559" fmla="*/ 1682984 h 2398711"/>
              <a:gd name="connsiteX7560" fmla="*/ 1693756 w 2119654"/>
              <a:gd name="connsiteY7560" fmla="*/ 1866442 h 2398711"/>
              <a:gd name="connsiteX7561" fmla="*/ 1693997 w 2119654"/>
              <a:gd name="connsiteY7561" fmla="*/ 1871909 h 2398711"/>
              <a:gd name="connsiteX7562" fmla="*/ 1694977 w 2119654"/>
              <a:gd name="connsiteY7562" fmla="*/ 1871920 h 2398711"/>
              <a:gd name="connsiteX7563" fmla="*/ 1697258 w 2119654"/>
              <a:gd name="connsiteY7563" fmla="*/ 1871026 h 2398711"/>
              <a:gd name="connsiteX7564" fmla="*/ 1695919 w 2119654"/>
              <a:gd name="connsiteY7564" fmla="*/ 1864643 h 2398711"/>
              <a:gd name="connsiteX7565" fmla="*/ 1617330 w 2119654"/>
              <a:gd name="connsiteY7565" fmla="*/ 2037536 h 2398711"/>
              <a:gd name="connsiteX7566" fmla="*/ 1617432 w 2119654"/>
              <a:gd name="connsiteY7566" fmla="*/ 2038637 h 2398711"/>
              <a:gd name="connsiteX7567" fmla="*/ 1618849 w 2119654"/>
              <a:gd name="connsiteY7567" fmla="*/ 2037775 h 2398711"/>
              <a:gd name="connsiteX7568" fmla="*/ 1820552 w 2119654"/>
              <a:gd name="connsiteY7568" fmla="*/ 1582445 h 2398711"/>
              <a:gd name="connsiteX7569" fmla="*/ 1822986 w 2119654"/>
              <a:gd name="connsiteY7569" fmla="*/ 1582197 h 2398711"/>
              <a:gd name="connsiteX7570" fmla="*/ 1822833 w 2119654"/>
              <a:gd name="connsiteY7570" fmla="*/ 1580687 h 2398711"/>
              <a:gd name="connsiteX7571" fmla="*/ 1808983 w 2119654"/>
              <a:gd name="connsiteY7571" fmla="*/ 1608321 h 2398711"/>
              <a:gd name="connsiteX7572" fmla="*/ 1809083 w 2119654"/>
              <a:gd name="connsiteY7572" fmla="*/ 1608372 h 2398711"/>
              <a:gd name="connsiteX7573" fmla="*/ 1811734 w 2119654"/>
              <a:gd name="connsiteY7573" fmla="*/ 1605093 h 2398711"/>
              <a:gd name="connsiteX7574" fmla="*/ 1811717 w 2119654"/>
              <a:gd name="connsiteY7574" fmla="*/ 1605100 h 2398711"/>
              <a:gd name="connsiteX7575" fmla="*/ 1811219 w 2119654"/>
              <a:gd name="connsiteY7575" fmla="*/ 1605466 h 2398711"/>
              <a:gd name="connsiteX7576" fmla="*/ 1744610 w 2119654"/>
              <a:gd name="connsiteY7576" fmla="*/ 1752299 h 2398711"/>
              <a:gd name="connsiteX7577" fmla="*/ 1746200 w 2119654"/>
              <a:gd name="connsiteY7577" fmla="*/ 1755447 h 2398711"/>
              <a:gd name="connsiteX7578" fmla="*/ 1747070 w 2119654"/>
              <a:gd name="connsiteY7578" fmla="*/ 1754663 h 2398711"/>
              <a:gd name="connsiteX7579" fmla="*/ 1748000 w 2119654"/>
              <a:gd name="connsiteY7579" fmla="*/ 1750841 h 2398711"/>
              <a:gd name="connsiteX7580" fmla="*/ 1835380 w 2119654"/>
              <a:gd name="connsiteY7580" fmla="*/ 1549005 h 2398711"/>
              <a:gd name="connsiteX7581" fmla="*/ 1836252 w 2119654"/>
              <a:gd name="connsiteY7581" fmla="*/ 1550749 h 2398711"/>
              <a:gd name="connsiteX7582" fmla="*/ 1837646 w 2119654"/>
              <a:gd name="connsiteY7582" fmla="*/ 1548733 h 2398711"/>
              <a:gd name="connsiteX7583" fmla="*/ 1759301 w 2119654"/>
              <a:gd name="connsiteY7583" fmla="*/ 1719340 h 2398711"/>
              <a:gd name="connsiteX7584" fmla="*/ 1760757 w 2119654"/>
              <a:gd name="connsiteY7584" fmla="*/ 1717394 h 2398711"/>
              <a:gd name="connsiteX7585" fmla="*/ 1760699 w 2119654"/>
              <a:gd name="connsiteY7585" fmla="*/ 1717317 h 2398711"/>
              <a:gd name="connsiteX7586" fmla="*/ 1760629 w 2119654"/>
              <a:gd name="connsiteY7586" fmla="*/ 1717364 h 2398711"/>
              <a:gd name="connsiteX7587" fmla="*/ 1682960 w 2119654"/>
              <a:gd name="connsiteY7587" fmla="*/ 1890279 h 2398711"/>
              <a:gd name="connsiteX7588" fmla="*/ 1682957 w 2119654"/>
              <a:gd name="connsiteY7588" fmla="*/ 1890294 h 2398711"/>
              <a:gd name="connsiteX7589" fmla="*/ 1682993 w 2119654"/>
              <a:gd name="connsiteY7589" fmla="*/ 1890276 h 2398711"/>
              <a:gd name="connsiteX7590" fmla="*/ 1633260 w 2119654"/>
              <a:gd name="connsiteY7590" fmla="*/ 2001344 h 2398711"/>
              <a:gd name="connsiteX7591" fmla="*/ 1633256 w 2119654"/>
              <a:gd name="connsiteY7591" fmla="*/ 2001871 h 2398711"/>
              <a:gd name="connsiteX7592" fmla="*/ 1633183 w 2119654"/>
              <a:gd name="connsiteY7592" fmla="*/ 2003728 h 2398711"/>
              <a:gd name="connsiteX7593" fmla="*/ 1635965 w 2119654"/>
              <a:gd name="connsiteY7593" fmla="*/ 2004160 h 2398711"/>
              <a:gd name="connsiteX7594" fmla="*/ 1639957 w 2119654"/>
              <a:gd name="connsiteY7594" fmla="*/ 2000631 h 2398711"/>
              <a:gd name="connsiteX7595" fmla="*/ 1635283 w 2119654"/>
              <a:gd name="connsiteY7595" fmla="*/ 2000797 h 2398711"/>
              <a:gd name="connsiteX7596" fmla="*/ 1634615 w 2119654"/>
              <a:gd name="connsiteY7596" fmla="*/ 2000811 h 2398711"/>
              <a:gd name="connsiteX7597" fmla="*/ 1828403 w 2119654"/>
              <a:gd name="connsiteY7597" fmla="*/ 1564342 h 2398711"/>
              <a:gd name="connsiteX7598" fmla="*/ 1828777 w 2119654"/>
              <a:gd name="connsiteY7598" fmla="*/ 1564119 h 2398711"/>
              <a:gd name="connsiteX7599" fmla="*/ 1829269 w 2119654"/>
              <a:gd name="connsiteY7599" fmla="*/ 1563406 h 2398711"/>
              <a:gd name="connsiteX7600" fmla="*/ 1829198 w 2119654"/>
              <a:gd name="connsiteY7600" fmla="*/ 1563193 h 2398711"/>
              <a:gd name="connsiteX7601" fmla="*/ 1814544 w 2119654"/>
              <a:gd name="connsiteY7601" fmla="*/ 1595365 h 2398711"/>
              <a:gd name="connsiteX7602" fmla="*/ 1814797 w 2119654"/>
              <a:gd name="connsiteY7602" fmla="*/ 1595792 h 2398711"/>
              <a:gd name="connsiteX7603" fmla="*/ 1818662 w 2119654"/>
              <a:gd name="connsiteY7603" fmla="*/ 1595020 h 2398711"/>
              <a:gd name="connsiteX7604" fmla="*/ 1821221 w 2119654"/>
              <a:gd name="connsiteY7604" fmla="*/ 1591765 h 2398711"/>
              <a:gd name="connsiteX7605" fmla="*/ 1818960 w 2119654"/>
              <a:gd name="connsiteY7605" fmla="*/ 1592209 h 2398711"/>
              <a:gd name="connsiteX7606" fmla="*/ 1606732 w 2119654"/>
              <a:gd name="connsiteY7606" fmla="*/ 2060690 h 2398711"/>
              <a:gd name="connsiteX7607" fmla="*/ 1605465 w 2119654"/>
              <a:gd name="connsiteY7607" fmla="*/ 2081339 h 2398711"/>
              <a:gd name="connsiteX7608" fmla="*/ 1613685 w 2119654"/>
              <a:gd name="connsiteY7608" fmla="*/ 2064342 h 2398711"/>
              <a:gd name="connsiteX7609" fmla="*/ 1615480 w 2119654"/>
              <a:gd name="connsiteY7609" fmla="*/ 2060218 h 2398711"/>
              <a:gd name="connsiteX7610" fmla="*/ 1614078 w 2119654"/>
              <a:gd name="connsiteY7610" fmla="*/ 2060436 h 2398711"/>
              <a:gd name="connsiteX7611" fmla="*/ 1757143 w 2119654"/>
              <a:gd name="connsiteY7611" fmla="*/ 1723863 h 2398711"/>
              <a:gd name="connsiteX7612" fmla="*/ 1757277 w 2119654"/>
              <a:gd name="connsiteY7612" fmla="*/ 1725026 h 2398711"/>
              <a:gd name="connsiteX7613" fmla="*/ 1759722 w 2119654"/>
              <a:gd name="connsiteY7613" fmla="*/ 1729242 h 2398711"/>
              <a:gd name="connsiteX7614" fmla="*/ 1762314 w 2119654"/>
              <a:gd name="connsiteY7614" fmla="*/ 1728130 h 2398711"/>
              <a:gd name="connsiteX7615" fmla="*/ 1762189 w 2119654"/>
              <a:gd name="connsiteY7615" fmla="*/ 1728360 h 2398711"/>
              <a:gd name="connsiteX7616" fmla="*/ 1759803 w 2119654"/>
              <a:gd name="connsiteY7616" fmla="*/ 1729383 h 2398711"/>
              <a:gd name="connsiteX7617" fmla="*/ 1760609 w 2119654"/>
              <a:gd name="connsiteY7617" fmla="*/ 1730772 h 2398711"/>
              <a:gd name="connsiteX7618" fmla="*/ 1765517 w 2119654"/>
              <a:gd name="connsiteY7618" fmla="*/ 1727284 h 2398711"/>
              <a:gd name="connsiteX7619" fmla="*/ 1762426 w 2119654"/>
              <a:gd name="connsiteY7619" fmla="*/ 1724503 h 2398711"/>
              <a:gd name="connsiteX7620" fmla="*/ 1758942 w 2119654"/>
              <a:gd name="connsiteY7620" fmla="*/ 1721455 h 2398711"/>
              <a:gd name="connsiteX7621" fmla="*/ 1669823 w 2119654"/>
              <a:gd name="connsiteY7621" fmla="*/ 1919343 h 2398711"/>
              <a:gd name="connsiteX7622" fmla="*/ 1669842 w 2119654"/>
              <a:gd name="connsiteY7622" fmla="*/ 1919339 h 2398711"/>
              <a:gd name="connsiteX7623" fmla="*/ 1669824 w 2119654"/>
              <a:gd name="connsiteY7623" fmla="*/ 1919365 h 2398711"/>
              <a:gd name="connsiteX7624" fmla="*/ 1670862 w 2119654"/>
              <a:gd name="connsiteY7624" fmla="*/ 1919416 h 2398711"/>
              <a:gd name="connsiteX7625" fmla="*/ 1671103 w 2119654"/>
              <a:gd name="connsiteY7625" fmla="*/ 1918727 h 2398711"/>
              <a:gd name="connsiteX7626" fmla="*/ 1711748 w 2119654"/>
              <a:gd name="connsiteY7626" fmla="*/ 1825366 h 2398711"/>
              <a:gd name="connsiteX7627" fmla="*/ 1711478 w 2119654"/>
              <a:gd name="connsiteY7627" fmla="*/ 1829770 h 2398711"/>
              <a:gd name="connsiteX7628" fmla="*/ 1713100 w 2119654"/>
              <a:gd name="connsiteY7628" fmla="*/ 1833200 h 2398711"/>
              <a:gd name="connsiteX7629" fmla="*/ 1714941 w 2119654"/>
              <a:gd name="connsiteY7629" fmla="*/ 1832116 h 2398711"/>
              <a:gd name="connsiteX7630" fmla="*/ 1713455 w 2119654"/>
              <a:gd name="connsiteY7630" fmla="*/ 1825125 h 2398711"/>
              <a:gd name="connsiteX7631" fmla="*/ 1683166 w 2119654"/>
              <a:gd name="connsiteY7631" fmla="*/ 1889346 h 2398711"/>
              <a:gd name="connsiteX7632" fmla="*/ 1683108 w 2119654"/>
              <a:gd name="connsiteY7632" fmla="*/ 1889608 h 2398711"/>
              <a:gd name="connsiteX7633" fmla="*/ 1683944 w 2119654"/>
              <a:gd name="connsiteY7633" fmla="*/ 1889565 h 2398711"/>
              <a:gd name="connsiteX7634" fmla="*/ 1760743 w 2119654"/>
              <a:gd name="connsiteY7634" fmla="*/ 1715628 h 2398711"/>
              <a:gd name="connsiteX7635" fmla="*/ 1760982 w 2119654"/>
              <a:gd name="connsiteY7635" fmla="*/ 1715949 h 2398711"/>
              <a:gd name="connsiteX7636" fmla="*/ 1761306 w 2119654"/>
              <a:gd name="connsiteY7636" fmla="*/ 1715466 h 2398711"/>
              <a:gd name="connsiteX7637" fmla="*/ 1825655 w 2119654"/>
              <a:gd name="connsiteY7637" fmla="*/ 1570232 h 2398711"/>
              <a:gd name="connsiteX7638" fmla="*/ 1830921 w 2119654"/>
              <a:gd name="connsiteY7638" fmla="*/ 1568383 h 2398711"/>
              <a:gd name="connsiteX7639" fmla="*/ 1830151 w 2119654"/>
              <a:gd name="connsiteY7639" fmla="*/ 1566062 h 2398711"/>
              <a:gd name="connsiteX7640" fmla="*/ 1827165 w 2119654"/>
              <a:gd name="connsiteY7640" fmla="*/ 1567842 h 2398711"/>
              <a:gd name="connsiteX7641" fmla="*/ 1808145 w 2119654"/>
              <a:gd name="connsiteY7641" fmla="*/ 1609392 h 2398711"/>
              <a:gd name="connsiteX7642" fmla="*/ 1808208 w 2119654"/>
              <a:gd name="connsiteY7642" fmla="*/ 1609454 h 2398711"/>
              <a:gd name="connsiteX7643" fmla="*/ 1808842 w 2119654"/>
              <a:gd name="connsiteY7643" fmla="*/ 1608670 h 2398711"/>
              <a:gd name="connsiteX7644" fmla="*/ 1808748 w 2119654"/>
              <a:gd name="connsiteY7644" fmla="*/ 1608622 h 2398711"/>
              <a:gd name="connsiteX7645" fmla="*/ 1644637 w 2119654"/>
              <a:gd name="connsiteY7645" fmla="*/ 1975485 h 2398711"/>
              <a:gd name="connsiteX7646" fmla="*/ 1644688 w 2119654"/>
              <a:gd name="connsiteY7646" fmla="*/ 1976863 h 2398711"/>
              <a:gd name="connsiteX7647" fmla="*/ 1650847 w 2119654"/>
              <a:gd name="connsiteY7647" fmla="*/ 1976487 h 2398711"/>
              <a:gd name="connsiteX7648" fmla="*/ 1651262 w 2119654"/>
              <a:gd name="connsiteY7648" fmla="*/ 1975304 h 2398711"/>
              <a:gd name="connsiteX7649" fmla="*/ 1644889 w 2119654"/>
              <a:gd name="connsiteY7649" fmla="*/ 1975389 h 2398711"/>
              <a:gd name="connsiteX7650" fmla="*/ 1687236 w 2119654"/>
              <a:gd name="connsiteY7650" fmla="*/ 1880038 h 2398711"/>
              <a:gd name="connsiteX7651" fmla="*/ 1687139 w 2119654"/>
              <a:gd name="connsiteY7651" fmla="*/ 1883837 h 2398711"/>
              <a:gd name="connsiteX7652" fmla="*/ 1689018 w 2119654"/>
              <a:gd name="connsiteY7652" fmla="*/ 1884366 h 2398711"/>
              <a:gd name="connsiteX7653" fmla="*/ 1688254 w 2119654"/>
              <a:gd name="connsiteY7653" fmla="*/ 1879726 h 2398711"/>
              <a:gd name="connsiteX7654" fmla="*/ 1806720 w 2119654"/>
              <a:gd name="connsiteY7654" fmla="*/ 1612430 h 2398711"/>
              <a:gd name="connsiteX7655" fmla="*/ 1809495 w 2119654"/>
              <a:gd name="connsiteY7655" fmla="*/ 1611128 h 2398711"/>
              <a:gd name="connsiteX7656" fmla="*/ 1809043 w 2119654"/>
              <a:gd name="connsiteY7656" fmla="*/ 1610691 h 2398711"/>
              <a:gd name="connsiteX7657" fmla="*/ 1806765 w 2119654"/>
              <a:gd name="connsiteY7657" fmla="*/ 1612375 h 2398711"/>
              <a:gd name="connsiteX7658" fmla="*/ 1822670 w 2119654"/>
              <a:gd name="connsiteY7658" fmla="*/ 1576691 h 2398711"/>
              <a:gd name="connsiteX7659" fmla="*/ 1822909 w 2119654"/>
              <a:gd name="connsiteY7659" fmla="*/ 1579057 h 2398711"/>
              <a:gd name="connsiteX7660" fmla="*/ 1824318 w 2119654"/>
              <a:gd name="connsiteY7660" fmla="*/ 1578104 h 2398711"/>
              <a:gd name="connsiteX7661" fmla="*/ 1823455 w 2119654"/>
              <a:gd name="connsiteY7661" fmla="*/ 1576395 h 2398711"/>
              <a:gd name="connsiteX7662" fmla="*/ 1818868 w 2119654"/>
              <a:gd name="connsiteY7662" fmla="*/ 1585134 h 2398711"/>
              <a:gd name="connsiteX7663" fmla="*/ 1819354 w 2119654"/>
              <a:gd name="connsiteY7663" fmla="*/ 1585983 h 2398711"/>
              <a:gd name="connsiteX7664" fmla="*/ 1823116 w 2119654"/>
              <a:gd name="connsiteY7664" fmla="*/ 1583484 h 2398711"/>
              <a:gd name="connsiteX7665" fmla="*/ 1823104 w 2119654"/>
              <a:gd name="connsiteY7665" fmla="*/ 1583368 h 2398711"/>
              <a:gd name="connsiteX7666" fmla="*/ 1580172 w 2119654"/>
              <a:gd name="connsiteY7666" fmla="*/ 2119576 h 2398711"/>
              <a:gd name="connsiteX7667" fmla="*/ 1580902 w 2119654"/>
              <a:gd name="connsiteY7667" fmla="*/ 2123612 h 2398711"/>
              <a:gd name="connsiteX7668" fmla="*/ 1584504 w 2119654"/>
              <a:gd name="connsiteY7668" fmla="*/ 2124691 h 2398711"/>
              <a:gd name="connsiteX7669" fmla="*/ 1586750 w 2119654"/>
              <a:gd name="connsiteY7669" fmla="*/ 2120046 h 2398711"/>
              <a:gd name="connsiteX7670" fmla="*/ 1582981 w 2119654"/>
              <a:gd name="connsiteY7670" fmla="*/ 2119500 h 2398711"/>
              <a:gd name="connsiteX7671" fmla="*/ 1664721 w 2119654"/>
              <a:gd name="connsiteY7671" fmla="*/ 1930254 h 2398711"/>
              <a:gd name="connsiteX7672" fmla="*/ 1664641 w 2119654"/>
              <a:gd name="connsiteY7672" fmla="*/ 1931125 h 2398711"/>
              <a:gd name="connsiteX7673" fmla="*/ 1666325 w 2119654"/>
              <a:gd name="connsiteY7673" fmla="*/ 1930206 h 2398711"/>
              <a:gd name="connsiteX7674" fmla="*/ 1666001 w 2119654"/>
              <a:gd name="connsiteY7674" fmla="*/ 1929599 h 2398711"/>
              <a:gd name="connsiteX7675" fmla="*/ 1754995 w 2119654"/>
              <a:gd name="connsiteY7675" fmla="*/ 1727975 h 2398711"/>
              <a:gd name="connsiteX7676" fmla="*/ 1754848 w 2119654"/>
              <a:gd name="connsiteY7676" fmla="*/ 1728581 h 2398711"/>
              <a:gd name="connsiteX7677" fmla="*/ 1755576 w 2119654"/>
              <a:gd name="connsiteY7677" fmla="*/ 1731020 h 2398711"/>
              <a:gd name="connsiteX7678" fmla="*/ 1755982 w 2119654"/>
              <a:gd name="connsiteY7678" fmla="*/ 1730845 h 2398711"/>
              <a:gd name="connsiteX7679" fmla="*/ 1771109 w 2119654"/>
              <a:gd name="connsiteY7679" fmla="*/ 1691839 h 2398711"/>
              <a:gd name="connsiteX7680" fmla="*/ 1771533 w 2119654"/>
              <a:gd name="connsiteY7680" fmla="*/ 1693073 h 2398711"/>
              <a:gd name="connsiteX7681" fmla="*/ 1772653 w 2119654"/>
              <a:gd name="connsiteY7681" fmla="*/ 1691849 h 2398711"/>
              <a:gd name="connsiteX7682" fmla="*/ 1772675 w 2119654"/>
              <a:gd name="connsiteY7682" fmla="*/ 1690617 h 2398711"/>
              <a:gd name="connsiteX7683" fmla="*/ 1712131 w 2119654"/>
              <a:gd name="connsiteY7683" fmla="*/ 1823897 h 2398711"/>
              <a:gd name="connsiteX7684" fmla="*/ 1713129 w 2119654"/>
              <a:gd name="connsiteY7684" fmla="*/ 1823590 h 2398711"/>
              <a:gd name="connsiteX7685" fmla="*/ 1713088 w 2119654"/>
              <a:gd name="connsiteY7685" fmla="*/ 1823398 h 2398711"/>
              <a:gd name="connsiteX7686" fmla="*/ 1761526 w 2119654"/>
              <a:gd name="connsiteY7686" fmla="*/ 1713230 h 2398711"/>
              <a:gd name="connsiteX7687" fmla="*/ 1762105 w 2119654"/>
              <a:gd name="connsiteY7687" fmla="*/ 1714277 h 2398711"/>
              <a:gd name="connsiteX7688" fmla="*/ 1764811 w 2119654"/>
              <a:gd name="connsiteY7688" fmla="*/ 1710248 h 2398711"/>
              <a:gd name="connsiteX7689" fmla="*/ 1764127 w 2119654"/>
              <a:gd name="connsiteY7689" fmla="*/ 1710708 h 2398711"/>
              <a:gd name="connsiteX7690" fmla="*/ 1756214 w 2119654"/>
              <a:gd name="connsiteY7690" fmla="*/ 1725105 h 2398711"/>
              <a:gd name="connsiteX7691" fmla="*/ 1756729 w 2119654"/>
              <a:gd name="connsiteY7691" fmla="*/ 1726602 h 2398711"/>
              <a:gd name="connsiteX7692" fmla="*/ 1757009 w 2119654"/>
              <a:gd name="connsiteY7692" fmla="*/ 1727664 h 2398711"/>
              <a:gd name="connsiteX7693" fmla="*/ 1756543 w 2119654"/>
              <a:gd name="connsiteY7693" fmla="*/ 1724665 h 2398711"/>
              <a:gd name="connsiteX7694" fmla="*/ 1695323 w 2119654"/>
              <a:gd name="connsiteY7694" fmla="*/ 1861377 h 2398711"/>
              <a:gd name="connsiteX7695" fmla="*/ 1695341 w 2119654"/>
              <a:gd name="connsiteY7695" fmla="*/ 1861462 h 2398711"/>
              <a:gd name="connsiteX7696" fmla="*/ 1696488 w 2119654"/>
              <a:gd name="connsiteY7696" fmla="*/ 1860810 h 2398711"/>
              <a:gd name="connsiteX7697" fmla="*/ 1696480 w 2119654"/>
              <a:gd name="connsiteY7697" fmla="*/ 1860787 h 2398711"/>
              <a:gd name="connsiteX7698" fmla="*/ 1739833 w 2119654"/>
              <a:gd name="connsiteY7698" fmla="*/ 1761604 h 2398711"/>
              <a:gd name="connsiteX7699" fmla="*/ 1739778 w 2119654"/>
              <a:gd name="connsiteY7699" fmla="*/ 1762149 h 2398711"/>
              <a:gd name="connsiteX7700" fmla="*/ 1740799 w 2119654"/>
              <a:gd name="connsiteY7700" fmla="*/ 1761884 h 2398711"/>
              <a:gd name="connsiteX7701" fmla="*/ 1742400 w 2119654"/>
              <a:gd name="connsiteY7701" fmla="*/ 1759718 h 2398711"/>
              <a:gd name="connsiteX7702" fmla="*/ 1742330 w 2119654"/>
              <a:gd name="connsiteY7702" fmla="*/ 1759354 h 2398711"/>
              <a:gd name="connsiteX7703" fmla="*/ 1641865 w 2119654"/>
              <a:gd name="connsiteY7703" fmla="*/ 1980954 h 2398711"/>
              <a:gd name="connsiteX7704" fmla="*/ 1644426 w 2119654"/>
              <a:gd name="connsiteY7704" fmla="*/ 1981904 h 2398711"/>
              <a:gd name="connsiteX7705" fmla="*/ 1644351 w 2119654"/>
              <a:gd name="connsiteY7705" fmla="*/ 1979851 h 2398711"/>
              <a:gd name="connsiteX7706" fmla="*/ 1580081 w 2119654"/>
              <a:gd name="connsiteY7706" fmla="*/ 2119079 h 2398711"/>
              <a:gd name="connsiteX7707" fmla="*/ 1580120 w 2119654"/>
              <a:gd name="connsiteY7707" fmla="*/ 2119292 h 2398711"/>
              <a:gd name="connsiteX7708" fmla="*/ 1581432 w 2119654"/>
              <a:gd name="connsiteY7708" fmla="*/ 2119275 h 2398711"/>
              <a:gd name="connsiteX7709" fmla="*/ 1644602 w 2119654"/>
              <a:gd name="connsiteY7709" fmla="*/ 1974518 h 2398711"/>
              <a:gd name="connsiteX7710" fmla="*/ 1644607 w 2119654"/>
              <a:gd name="connsiteY7710" fmla="*/ 1974670 h 2398711"/>
              <a:gd name="connsiteX7711" fmla="*/ 1645291 w 2119654"/>
              <a:gd name="connsiteY7711" fmla="*/ 1974661 h 2398711"/>
              <a:gd name="connsiteX7712" fmla="*/ 1645548 w 2119654"/>
              <a:gd name="connsiteY7712" fmla="*/ 1974563 h 2398711"/>
              <a:gd name="connsiteX7713" fmla="*/ 1813614 w 2119654"/>
              <a:gd name="connsiteY7713" fmla="*/ 1596029 h 2398711"/>
              <a:gd name="connsiteX7714" fmla="*/ 1814148 w 2119654"/>
              <a:gd name="connsiteY7714" fmla="*/ 1595923 h 2398711"/>
              <a:gd name="connsiteX7715" fmla="*/ 1814033 w 2119654"/>
              <a:gd name="connsiteY7715" fmla="*/ 1595729 h 2398711"/>
              <a:gd name="connsiteX7716" fmla="*/ 1632456 w 2119654"/>
              <a:gd name="connsiteY7716" fmla="*/ 2001660 h 2398711"/>
              <a:gd name="connsiteX7717" fmla="*/ 1632805 w 2119654"/>
              <a:gd name="connsiteY7717" fmla="*/ 2003669 h 2398711"/>
              <a:gd name="connsiteX7718" fmla="*/ 1632921 w 2119654"/>
              <a:gd name="connsiteY7718" fmla="*/ 2003688 h 2398711"/>
              <a:gd name="connsiteX7719" fmla="*/ 1632936 w 2119654"/>
              <a:gd name="connsiteY7719" fmla="*/ 2001471 h 2398711"/>
              <a:gd name="connsiteX7720" fmla="*/ 1806773 w 2119654"/>
              <a:gd name="connsiteY7720" fmla="*/ 1611146 h 2398711"/>
              <a:gd name="connsiteX7721" fmla="*/ 1806905 w 2119654"/>
              <a:gd name="connsiteY7721" fmla="*/ 1611067 h 2398711"/>
              <a:gd name="connsiteX7722" fmla="*/ 1808013 w 2119654"/>
              <a:gd name="connsiteY7722" fmla="*/ 1609695 h 2398711"/>
              <a:gd name="connsiteX7723" fmla="*/ 1807954 w 2119654"/>
              <a:gd name="connsiteY7723" fmla="*/ 1609638 h 2398711"/>
              <a:gd name="connsiteX7724" fmla="*/ 1843186 w 2119654"/>
              <a:gd name="connsiteY7724" fmla="*/ 1529487 h 2398711"/>
              <a:gd name="connsiteX7725" fmla="*/ 1845782 w 2119654"/>
              <a:gd name="connsiteY7725" fmla="*/ 1532295 h 2398711"/>
              <a:gd name="connsiteX7726" fmla="*/ 1852285 w 2119654"/>
              <a:gd name="connsiteY7726" fmla="*/ 1526612 h 2398711"/>
              <a:gd name="connsiteX7727" fmla="*/ 1855552 w 2119654"/>
              <a:gd name="connsiteY7727" fmla="*/ 1521464 h 2398711"/>
              <a:gd name="connsiteX7728" fmla="*/ 1854610 w 2119654"/>
              <a:gd name="connsiteY7728" fmla="*/ 1520196 h 2398711"/>
              <a:gd name="connsiteX7729" fmla="*/ 1851697 w 2119654"/>
              <a:gd name="connsiteY7729" fmla="*/ 1522274 h 2398711"/>
              <a:gd name="connsiteX7730" fmla="*/ 1848152 w 2119654"/>
              <a:gd name="connsiteY7730" fmla="*/ 1524731 h 2398711"/>
              <a:gd name="connsiteX7731" fmla="*/ 1736878 w 2119654"/>
              <a:gd name="connsiteY7731" fmla="*/ 1767492 h 2398711"/>
              <a:gd name="connsiteX7732" fmla="*/ 1738635 w 2119654"/>
              <a:gd name="connsiteY7732" fmla="*/ 1766758 h 2398711"/>
              <a:gd name="connsiteX7733" fmla="*/ 1738727 w 2119654"/>
              <a:gd name="connsiteY7733" fmla="*/ 1765848 h 2398711"/>
              <a:gd name="connsiteX7734" fmla="*/ 1737247 w 2119654"/>
              <a:gd name="connsiteY7734" fmla="*/ 1766993 h 2398711"/>
              <a:gd name="connsiteX7735" fmla="*/ 1718492 w 2119654"/>
              <a:gd name="connsiteY7735" fmla="*/ 1808568 h 2398711"/>
              <a:gd name="connsiteX7736" fmla="*/ 1718474 w 2119654"/>
              <a:gd name="connsiteY7736" fmla="*/ 1809050 h 2398711"/>
              <a:gd name="connsiteX7737" fmla="*/ 1719836 w 2119654"/>
              <a:gd name="connsiteY7737" fmla="*/ 1809116 h 2398711"/>
              <a:gd name="connsiteX7738" fmla="*/ 1719616 w 2119654"/>
              <a:gd name="connsiteY7738" fmla="*/ 1809306 h 2398711"/>
              <a:gd name="connsiteX7739" fmla="*/ 1718466 w 2119654"/>
              <a:gd name="connsiteY7739" fmla="*/ 1809250 h 2398711"/>
              <a:gd name="connsiteX7740" fmla="*/ 1718397 w 2119654"/>
              <a:gd name="connsiteY7740" fmla="*/ 1811117 h 2398711"/>
              <a:gd name="connsiteX7741" fmla="*/ 1723626 w 2119654"/>
              <a:gd name="connsiteY7741" fmla="*/ 1809372 h 2398711"/>
              <a:gd name="connsiteX7742" fmla="*/ 1723643 w 2119654"/>
              <a:gd name="connsiteY7742" fmla="*/ 1808391 h 2398711"/>
              <a:gd name="connsiteX7743" fmla="*/ 1641135 w 2119654"/>
              <a:gd name="connsiteY7743" fmla="*/ 1981515 h 2398711"/>
              <a:gd name="connsiteX7744" fmla="*/ 1641672 w 2119654"/>
              <a:gd name="connsiteY7744" fmla="*/ 1983509 h 2398711"/>
              <a:gd name="connsiteX7745" fmla="*/ 1644449 w 2119654"/>
              <a:gd name="connsiteY7745" fmla="*/ 1982534 h 2398711"/>
              <a:gd name="connsiteX7746" fmla="*/ 1644437 w 2119654"/>
              <a:gd name="connsiteY7746" fmla="*/ 1982211 h 2398711"/>
              <a:gd name="connsiteX7747" fmla="*/ 1739004 w 2119654"/>
              <a:gd name="connsiteY7747" fmla="*/ 1762351 h 2398711"/>
              <a:gd name="connsiteX7748" fmla="*/ 1739084 w 2119654"/>
              <a:gd name="connsiteY7748" fmla="*/ 1762330 h 2398711"/>
              <a:gd name="connsiteX7749" fmla="*/ 1739090 w 2119654"/>
              <a:gd name="connsiteY7749" fmla="*/ 1762274 h 2398711"/>
              <a:gd name="connsiteX7750" fmla="*/ 1808011 w 2119654"/>
              <a:gd name="connsiteY7750" fmla="*/ 1607820 h 2398711"/>
              <a:gd name="connsiteX7751" fmla="*/ 1808431 w 2119654"/>
              <a:gd name="connsiteY7751" fmla="*/ 1608036 h 2398711"/>
              <a:gd name="connsiteX7752" fmla="*/ 1809403 w 2119654"/>
              <a:gd name="connsiteY7752" fmla="*/ 1606799 h 2398711"/>
              <a:gd name="connsiteX7753" fmla="*/ 1770835 w 2119654"/>
              <a:gd name="connsiteY7753" fmla="*/ 1691042 h 2398711"/>
              <a:gd name="connsiteX7754" fmla="*/ 1770864 w 2119654"/>
              <a:gd name="connsiteY7754" fmla="*/ 1691126 h 2398711"/>
              <a:gd name="connsiteX7755" fmla="*/ 1772692 w 2119654"/>
              <a:gd name="connsiteY7755" fmla="*/ 1689706 h 2398711"/>
              <a:gd name="connsiteX7756" fmla="*/ 1772724 w 2119654"/>
              <a:gd name="connsiteY7756" fmla="*/ 1687975 h 2398711"/>
              <a:gd name="connsiteX7757" fmla="*/ 1822525 w 2119654"/>
              <a:gd name="connsiteY7757" fmla="*/ 1575251 h 2398711"/>
              <a:gd name="connsiteX7758" fmla="*/ 1822647 w 2119654"/>
              <a:gd name="connsiteY7758" fmla="*/ 1576463 h 2398711"/>
              <a:gd name="connsiteX7759" fmla="*/ 1823354 w 2119654"/>
              <a:gd name="connsiteY7759" fmla="*/ 1576197 h 2398711"/>
              <a:gd name="connsiteX7760" fmla="*/ 1822819 w 2119654"/>
              <a:gd name="connsiteY7760" fmla="*/ 1575137 h 2398711"/>
              <a:gd name="connsiteX7761" fmla="*/ 1822676 w 2119654"/>
              <a:gd name="connsiteY7761" fmla="*/ 1575198 h 2398711"/>
              <a:gd name="connsiteX7762" fmla="*/ 1641204 w 2119654"/>
              <a:gd name="connsiteY7762" fmla="*/ 1981248 h 2398711"/>
              <a:gd name="connsiteX7763" fmla="*/ 1643373 w 2119654"/>
              <a:gd name="connsiteY7763" fmla="*/ 1981736 h 2398711"/>
              <a:gd name="connsiteX7764" fmla="*/ 1641591 w 2119654"/>
              <a:gd name="connsiteY7764" fmla="*/ 1981075 h 2398711"/>
              <a:gd name="connsiteX7765" fmla="*/ 1688833 w 2119654"/>
              <a:gd name="connsiteY7765" fmla="*/ 1874581 h 2398711"/>
              <a:gd name="connsiteX7766" fmla="*/ 1689350 w 2119654"/>
              <a:gd name="connsiteY7766" fmla="*/ 1877720 h 2398711"/>
              <a:gd name="connsiteX7767" fmla="*/ 1689454 w 2119654"/>
              <a:gd name="connsiteY7767" fmla="*/ 1878560 h 2398711"/>
              <a:gd name="connsiteX7768" fmla="*/ 1691762 w 2119654"/>
              <a:gd name="connsiteY7768" fmla="*/ 1877852 h 2398711"/>
              <a:gd name="connsiteX7769" fmla="*/ 1691523 w 2119654"/>
              <a:gd name="connsiteY7769" fmla="*/ 1873526 h 2398711"/>
              <a:gd name="connsiteX7770" fmla="*/ 1644571 w 2119654"/>
              <a:gd name="connsiteY7770" fmla="*/ 1973680 h 2398711"/>
              <a:gd name="connsiteX7771" fmla="*/ 1644581 w 2119654"/>
              <a:gd name="connsiteY7771" fmla="*/ 1973952 h 2398711"/>
              <a:gd name="connsiteX7772" fmla="*/ 1646869 w 2119654"/>
              <a:gd name="connsiteY7772" fmla="*/ 1974062 h 2398711"/>
              <a:gd name="connsiteX7773" fmla="*/ 1650455 w 2119654"/>
              <a:gd name="connsiteY7773" fmla="*/ 1972701 h 2398711"/>
              <a:gd name="connsiteX7774" fmla="*/ 1633274 w 2119654"/>
              <a:gd name="connsiteY7774" fmla="*/ 1998862 h 2398711"/>
              <a:gd name="connsiteX7775" fmla="*/ 1633268 w 2119654"/>
              <a:gd name="connsiteY7775" fmla="*/ 1999844 h 2398711"/>
              <a:gd name="connsiteX7776" fmla="*/ 1636639 w 2119654"/>
              <a:gd name="connsiteY7776" fmla="*/ 1998518 h 2398711"/>
              <a:gd name="connsiteX7777" fmla="*/ 1804768 w 2119654"/>
              <a:gd name="connsiteY7777" fmla="*/ 1614845 h 2398711"/>
              <a:gd name="connsiteX7778" fmla="*/ 1807065 w 2119654"/>
              <a:gd name="connsiteY7778" fmla="*/ 1614712 h 2398711"/>
              <a:gd name="connsiteX7779" fmla="*/ 1810121 w 2119654"/>
              <a:gd name="connsiteY7779" fmla="*/ 1613810 h 2398711"/>
              <a:gd name="connsiteX7780" fmla="*/ 1811426 w 2119654"/>
              <a:gd name="connsiteY7780" fmla="*/ 1612997 h 2398711"/>
              <a:gd name="connsiteX7781" fmla="*/ 1810224 w 2119654"/>
              <a:gd name="connsiteY7781" fmla="*/ 1611834 h 2398711"/>
              <a:gd name="connsiteX7782" fmla="*/ 1805355 w 2119654"/>
              <a:gd name="connsiteY7782" fmla="*/ 1614119 h 2398711"/>
              <a:gd name="connsiteX7783" fmla="*/ 1788906 w 2119654"/>
              <a:gd name="connsiteY7783" fmla="*/ 1650345 h 2398711"/>
              <a:gd name="connsiteX7784" fmla="*/ 1790401 w 2119654"/>
              <a:gd name="connsiteY7784" fmla="*/ 1651868 h 2398711"/>
              <a:gd name="connsiteX7785" fmla="*/ 1794774 w 2119654"/>
              <a:gd name="connsiteY7785" fmla="*/ 1647518 h 2398711"/>
              <a:gd name="connsiteX7786" fmla="*/ 1790671 w 2119654"/>
              <a:gd name="connsiteY7786" fmla="*/ 1648570 h 2398711"/>
              <a:gd name="connsiteX7787" fmla="*/ 1736045 w 2119654"/>
              <a:gd name="connsiteY7787" fmla="*/ 1768620 h 2398711"/>
              <a:gd name="connsiteX7788" fmla="*/ 1737730 w 2119654"/>
              <a:gd name="connsiteY7788" fmla="*/ 1767427 h 2398711"/>
              <a:gd name="connsiteX7789" fmla="*/ 1736546 w 2119654"/>
              <a:gd name="connsiteY7789" fmla="*/ 1767941 h 2398711"/>
              <a:gd name="connsiteX7790" fmla="*/ 1670448 w 2119654"/>
              <a:gd name="connsiteY7790" fmla="*/ 1915455 h 2398711"/>
              <a:gd name="connsiteX7791" fmla="*/ 1672084 w 2119654"/>
              <a:gd name="connsiteY7791" fmla="*/ 1915294 h 2398711"/>
              <a:gd name="connsiteX7792" fmla="*/ 1672248 w 2119654"/>
              <a:gd name="connsiteY7792" fmla="*/ 1914549 h 2398711"/>
              <a:gd name="connsiteX7793" fmla="*/ 1671806 w 2119654"/>
              <a:gd name="connsiteY7793" fmla="*/ 1914728 h 2398711"/>
              <a:gd name="connsiteX7794" fmla="*/ 1719480 w 2119654"/>
              <a:gd name="connsiteY7794" fmla="*/ 1805651 h 2398711"/>
              <a:gd name="connsiteX7795" fmla="*/ 1723092 w 2119654"/>
              <a:gd name="connsiteY7795" fmla="*/ 1803819 h 2398711"/>
              <a:gd name="connsiteX7796" fmla="*/ 1722654 w 2119654"/>
              <a:gd name="connsiteY7796" fmla="*/ 1802194 h 2398711"/>
              <a:gd name="connsiteX7797" fmla="*/ 1617083 w 2119654"/>
              <a:gd name="connsiteY7797" fmla="*/ 2034881 h 2398711"/>
              <a:gd name="connsiteX7798" fmla="*/ 1617313 w 2119654"/>
              <a:gd name="connsiteY7798" fmla="*/ 2037358 h 2398711"/>
              <a:gd name="connsiteX7799" fmla="*/ 1619081 w 2119654"/>
              <a:gd name="connsiteY7799" fmla="*/ 2037635 h 2398711"/>
              <a:gd name="connsiteX7800" fmla="*/ 1623743 w 2119654"/>
              <a:gd name="connsiteY7800" fmla="*/ 2034798 h 2398711"/>
              <a:gd name="connsiteX7801" fmla="*/ 1623729 w 2119654"/>
              <a:gd name="connsiteY7801" fmla="*/ 2034231 h 2398711"/>
              <a:gd name="connsiteX7802" fmla="*/ 1686067 w 2119654"/>
              <a:gd name="connsiteY7802" fmla="*/ 1880396 h 2398711"/>
              <a:gd name="connsiteX7803" fmla="*/ 1686681 w 2119654"/>
              <a:gd name="connsiteY7803" fmla="*/ 1883708 h 2398711"/>
              <a:gd name="connsiteX7804" fmla="*/ 1686831 w 2119654"/>
              <a:gd name="connsiteY7804" fmla="*/ 1883751 h 2398711"/>
              <a:gd name="connsiteX7805" fmla="*/ 1686924 w 2119654"/>
              <a:gd name="connsiteY7805" fmla="*/ 1880134 h 2398711"/>
              <a:gd name="connsiteX7806" fmla="*/ 1760035 w 2119654"/>
              <a:gd name="connsiteY7806" fmla="*/ 1714675 h 2398711"/>
              <a:gd name="connsiteX7807" fmla="*/ 1760565 w 2119654"/>
              <a:gd name="connsiteY7807" fmla="*/ 1715390 h 2398711"/>
              <a:gd name="connsiteX7808" fmla="*/ 1761536 w 2119654"/>
              <a:gd name="connsiteY7808" fmla="*/ 1715123 h 2398711"/>
              <a:gd name="connsiteX7809" fmla="*/ 1761814 w 2119654"/>
              <a:gd name="connsiteY7809" fmla="*/ 1714710 h 2398711"/>
              <a:gd name="connsiteX7810" fmla="*/ 1761181 w 2119654"/>
              <a:gd name="connsiteY7810" fmla="*/ 1713564 h 2398711"/>
              <a:gd name="connsiteX7811" fmla="*/ 1818316 w 2119654"/>
              <a:gd name="connsiteY7811" fmla="*/ 1584168 h 2398711"/>
              <a:gd name="connsiteX7812" fmla="*/ 1818662 w 2119654"/>
              <a:gd name="connsiteY7812" fmla="*/ 1584772 h 2398711"/>
              <a:gd name="connsiteX7813" fmla="*/ 1823060 w 2119654"/>
              <a:gd name="connsiteY7813" fmla="*/ 1582939 h 2398711"/>
              <a:gd name="connsiteX7814" fmla="*/ 1823036 w 2119654"/>
              <a:gd name="connsiteY7814" fmla="*/ 1582697 h 2398711"/>
              <a:gd name="connsiteX7815" fmla="*/ 1819796 w 2119654"/>
              <a:gd name="connsiteY7815" fmla="*/ 1583027 h 2398711"/>
              <a:gd name="connsiteX7816" fmla="*/ 1695065 w 2119654"/>
              <a:gd name="connsiteY7816" fmla="*/ 1860146 h 2398711"/>
              <a:gd name="connsiteX7817" fmla="*/ 1695092 w 2119654"/>
              <a:gd name="connsiteY7817" fmla="*/ 1860273 h 2398711"/>
              <a:gd name="connsiteX7818" fmla="*/ 1696091 w 2119654"/>
              <a:gd name="connsiteY7818" fmla="*/ 1859764 h 2398711"/>
              <a:gd name="connsiteX7819" fmla="*/ 1696071 w 2119654"/>
              <a:gd name="connsiteY7819" fmla="*/ 1859711 h 2398711"/>
              <a:gd name="connsiteX7820" fmla="*/ 1695534 w 2119654"/>
              <a:gd name="connsiteY7820" fmla="*/ 1859856 h 2398711"/>
              <a:gd name="connsiteX7821" fmla="*/ 1786849 w 2119654"/>
              <a:gd name="connsiteY7821" fmla="*/ 1654540 h 2398711"/>
              <a:gd name="connsiteX7822" fmla="*/ 1787129 w 2119654"/>
              <a:gd name="connsiteY7822" fmla="*/ 1655120 h 2398711"/>
              <a:gd name="connsiteX7823" fmla="*/ 1788001 w 2119654"/>
              <a:gd name="connsiteY7823" fmla="*/ 1654253 h 2398711"/>
              <a:gd name="connsiteX7824" fmla="*/ 1718532 w 2119654"/>
              <a:gd name="connsiteY7824" fmla="*/ 1807484 h 2398711"/>
              <a:gd name="connsiteX7825" fmla="*/ 1718505 w 2119654"/>
              <a:gd name="connsiteY7825" fmla="*/ 1808192 h 2398711"/>
              <a:gd name="connsiteX7826" fmla="*/ 1723649 w 2119654"/>
              <a:gd name="connsiteY7826" fmla="*/ 1808014 h 2398711"/>
              <a:gd name="connsiteX7827" fmla="*/ 1723658 w 2119654"/>
              <a:gd name="connsiteY7827" fmla="*/ 1807522 h 2398711"/>
              <a:gd name="connsiteX7828" fmla="*/ 1723403 w 2119654"/>
              <a:gd name="connsiteY7828" fmla="*/ 1805015 h 2398711"/>
              <a:gd name="connsiteX7829" fmla="*/ 1736274 w 2119654"/>
              <a:gd name="connsiteY7829" fmla="*/ 1767744 h 2398711"/>
              <a:gd name="connsiteX7830" fmla="*/ 1736559 w 2119654"/>
              <a:gd name="connsiteY7830" fmla="*/ 1767626 h 2398711"/>
              <a:gd name="connsiteX7831" fmla="*/ 1736733 w 2119654"/>
              <a:gd name="connsiteY7831" fmla="*/ 1767390 h 2398711"/>
              <a:gd name="connsiteX7832" fmla="*/ 1804188 w 2119654"/>
              <a:gd name="connsiteY7832" fmla="*/ 1615561 h 2398711"/>
              <a:gd name="connsiteX7833" fmla="*/ 1806307 w 2119654"/>
              <a:gd name="connsiteY7833" fmla="*/ 1614936 h 2398711"/>
              <a:gd name="connsiteX7834" fmla="*/ 1804615 w 2119654"/>
              <a:gd name="connsiteY7834" fmla="*/ 1615034 h 2398711"/>
              <a:gd name="connsiteX7835" fmla="*/ 1756254 w 2119654"/>
              <a:gd name="connsiteY7835" fmla="*/ 1722802 h 2398711"/>
              <a:gd name="connsiteX7836" fmla="*/ 1756184 w 2119654"/>
              <a:gd name="connsiteY7836" fmla="*/ 1723090 h 2398711"/>
              <a:gd name="connsiteX7837" fmla="*/ 1756277 w 2119654"/>
              <a:gd name="connsiteY7837" fmla="*/ 1722951 h 2398711"/>
              <a:gd name="connsiteX7838" fmla="*/ 1649973 w 2119654"/>
              <a:gd name="connsiteY7838" fmla="*/ 1960731 h 2398711"/>
              <a:gd name="connsiteX7839" fmla="*/ 1651809 w 2119654"/>
              <a:gd name="connsiteY7839" fmla="*/ 1961141 h 2398711"/>
              <a:gd name="connsiteX7840" fmla="*/ 1655927 w 2119654"/>
              <a:gd name="connsiteY7840" fmla="*/ 1962000 h 2398711"/>
              <a:gd name="connsiteX7841" fmla="*/ 1658631 w 2119654"/>
              <a:gd name="connsiteY7841" fmla="*/ 1954290 h 2398711"/>
              <a:gd name="connsiteX7842" fmla="*/ 1656813 w 2119654"/>
              <a:gd name="connsiteY7842" fmla="*/ 1954565 h 2398711"/>
              <a:gd name="connsiteX7843" fmla="*/ 1655960 w 2119654"/>
              <a:gd name="connsiteY7843" fmla="*/ 1955335 h 2398711"/>
              <a:gd name="connsiteX7844" fmla="*/ 1656390 w 2119654"/>
              <a:gd name="connsiteY7844" fmla="*/ 1955320 h 2398711"/>
              <a:gd name="connsiteX7845" fmla="*/ 1656105 w 2119654"/>
              <a:gd name="connsiteY7845" fmla="*/ 1955611 h 2398711"/>
              <a:gd name="connsiteX7846" fmla="*/ 1655635 w 2119654"/>
              <a:gd name="connsiteY7846" fmla="*/ 1955627 h 2398711"/>
              <a:gd name="connsiteX7847" fmla="*/ 1821334 w 2119654"/>
              <a:gd name="connsiteY7847" fmla="*/ 1576957 h 2398711"/>
              <a:gd name="connsiteX7848" fmla="*/ 1822386 w 2119654"/>
              <a:gd name="connsiteY7848" fmla="*/ 1576561 h 2398711"/>
              <a:gd name="connsiteX7849" fmla="*/ 1822274 w 2119654"/>
              <a:gd name="connsiteY7849" fmla="*/ 1575582 h 2398711"/>
              <a:gd name="connsiteX7850" fmla="*/ 1822199 w 2119654"/>
              <a:gd name="connsiteY7850" fmla="*/ 1575701 h 2398711"/>
              <a:gd name="connsiteX7851" fmla="*/ 1640953 w 2119654"/>
              <a:gd name="connsiteY7851" fmla="*/ 1980839 h 2398711"/>
              <a:gd name="connsiteX7852" fmla="*/ 1641037 w 2119654"/>
              <a:gd name="connsiteY7852" fmla="*/ 1981153 h 2398711"/>
              <a:gd name="connsiteX7853" fmla="*/ 1641391 w 2119654"/>
              <a:gd name="connsiteY7853" fmla="*/ 1981001 h 2398711"/>
              <a:gd name="connsiteX7854" fmla="*/ 1807164 w 2119654"/>
              <a:gd name="connsiteY7854" fmla="*/ 1608442 h 2398711"/>
              <a:gd name="connsiteX7855" fmla="*/ 1807702 w 2119654"/>
              <a:gd name="connsiteY7855" fmla="*/ 1608963 h 2398711"/>
              <a:gd name="connsiteX7856" fmla="*/ 1808194 w 2119654"/>
              <a:gd name="connsiteY7856" fmla="*/ 1608337 h 2398711"/>
              <a:gd name="connsiteX7857" fmla="*/ 1807673 w 2119654"/>
              <a:gd name="connsiteY7857" fmla="*/ 1608068 h 2398711"/>
              <a:gd name="connsiteX7858" fmla="*/ 1623583 w 2119654"/>
              <a:gd name="connsiteY7858" fmla="*/ 2019434 h 2398711"/>
              <a:gd name="connsiteX7859" fmla="*/ 1623643 w 2119654"/>
              <a:gd name="connsiteY7859" fmla="*/ 2021826 h 2398711"/>
              <a:gd name="connsiteX7860" fmla="*/ 1630972 w 2119654"/>
              <a:gd name="connsiteY7860" fmla="*/ 2020685 h 2398711"/>
              <a:gd name="connsiteX7861" fmla="*/ 1632876 w 2119654"/>
              <a:gd name="connsiteY7861" fmla="*/ 2020244 h 2398711"/>
              <a:gd name="connsiteX7862" fmla="*/ 1634708 w 2119654"/>
              <a:gd name="connsiteY7862" fmla="*/ 2016035 h 2398711"/>
              <a:gd name="connsiteX7863" fmla="*/ 1633546 w 2119654"/>
              <a:gd name="connsiteY7863" fmla="*/ 2016268 h 2398711"/>
              <a:gd name="connsiteX7864" fmla="*/ 1632910 w 2119654"/>
              <a:gd name="connsiteY7864" fmla="*/ 2016533 h 2398711"/>
              <a:gd name="connsiteX7865" fmla="*/ 1632682 w 2119654"/>
              <a:gd name="connsiteY7865" fmla="*/ 2016604 h 2398711"/>
              <a:gd name="connsiteX7866" fmla="*/ 1632623 w 2119654"/>
              <a:gd name="connsiteY7866" fmla="*/ 2018116 h 2398711"/>
              <a:gd name="connsiteX7867" fmla="*/ 1632538 w 2119654"/>
              <a:gd name="connsiteY7867" fmla="*/ 2018215 h 2398711"/>
              <a:gd name="connsiteX7868" fmla="*/ 1632599 w 2119654"/>
              <a:gd name="connsiteY7868" fmla="*/ 2016630 h 2398711"/>
              <a:gd name="connsiteX7869" fmla="*/ 1823900 w 2119654"/>
              <a:gd name="connsiteY7869" fmla="*/ 1570848 h 2398711"/>
              <a:gd name="connsiteX7870" fmla="*/ 1824215 w 2119654"/>
              <a:gd name="connsiteY7870" fmla="*/ 1570738 h 2398711"/>
              <a:gd name="connsiteX7871" fmla="*/ 1825545 w 2119654"/>
              <a:gd name="connsiteY7871" fmla="*/ 1568808 h 2398711"/>
              <a:gd name="connsiteX7872" fmla="*/ 1825148 w 2119654"/>
              <a:gd name="connsiteY7872" fmla="*/ 1569044 h 2398711"/>
              <a:gd name="connsiteX7873" fmla="*/ 1846346 w 2119654"/>
              <a:gd name="connsiteY7873" fmla="*/ 1520566 h 2398711"/>
              <a:gd name="connsiteX7874" fmla="*/ 1847385 w 2119654"/>
              <a:gd name="connsiteY7874" fmla="*/ 1521497 h 2398711"/>
              <a:gd name="connsiteX7875" fmla="*/ 1853022 w 2119654"/>
              <a:gd name="connsiteY7875" fmla="*/ 1519519 h 2398711"/>
              <a:gd name="connsiteX7876" fmla="*/ 1853655 w 2119654"/>
              <a:gd name="connsiteY7876" fmla="*/ 1518913 h 2398711"/>
              <a:gd name="connsiteX7877" fmla="*/ 1852829 w 2119654"/>
              <a:gd name="connsiteY7877" fmla="*/ 1517802 h 2398711"/>
              <a:gd name="connsiteX7878" fmla="*/ 1847398 w 2119654"/>
              <a:gd name="connsiteY7878" fmla="*/ 1520131 h 2398711"/>
              <a:gd name="connsiteX7879" fmla="*/ 1775691 w 2119654"/>
              <a:gd name="connsiteY7879" fmla="*/ 1678734 h 2398711"/>
              <a:gd name="connsiteX7880" fmla="*/ 1775673 w 2119654"/>
              <a:gd name="connsiteY7880" fmla="*/ 1679735 h 2398711"/>
              <a:gd name="connsiteX7881" fmla="*/ 1777864 w 2119654"/>
              <a:gd name="connsiteY7881" fmla="*/ 1678962 h 2398711"/>
              <a:gd name="connsiteX7882" fmla="*/ 1777512 w 2119654"/>
              <a:gd name="connsiteY7882" fmla="*/ 1678218 h 2398711"/>
              <a:gd name="connsiteX7883" fmla="*/ 1731197 w 2119654"/>
              <a:gd name="connsiteY7883" fmla="*/ 1778323 h 2398711"/>
              <a:gd name="connsiteX7884" fmla="*/ 1731203 w 2119654"/>
              <a:gd name="connsiteY7884" fmla="*/ 1778376 h 2398711"/>
              <a:gd name="connsiteX7885" fmla="*/ 1731585 w 2119654"/>
              <a:gd name="connsiteY7885" fmla="*/ 1778187 h 2398711"/>
              <a:gd name="connsiteX7886" fmla="*/ 1731583 w 2119654"/>
              <a:gd name="connsiteY7886" fmla="*/ 1778169 h 2398711"/>
              <a:gd name="connsiteX7887" fmla="*/ 1768426 w 2119654"/>
              <a:gd name="connsiteY7887" fmla="*/ 1694952 h 2398711"/>
              <a:gd name="connsiteX7888" fmla="*/ 1769941 w 2119654"/>
              <a:gd name="connsiteY7888" fmla="*/ 1694813 h 2398711"/>
              <a:gd name="connsiteX7889" fmla="*/ 1770280 w 2119654"/>
              <a:gd name="connsiteY7889" fmla="*/ 1694442 h 2398711"/>
              <a:gd name="connsiteX7890" fmla="*/ 1769750 w 2119654"/>
              <a:gd name="connsiteY7890" fmla="*/ 1692897 h 2398711"/>
              <a:gd name="connsiteX7891" fmla="*/ 1769638 w 2119654"/>
              <a:gd name="connsiteY7891" fmla="*/ 1692985 h 2398711"/>
              <a:gd name="connsiteX7892" fmla="*/ 1830637 w 2119654"/>
              <a:gd name="connsiteY7892" fmla="*/ 1555646 h 2398711"/>
              <a:gd name="connsiteX7893" fmla="*/ 1831251 w 2119654"/>
              <a:gd name="connsiteY7893" fmla="*/ 1557975 h 2398711"/>
              <a:gd name="connsiteX7894" fmla="*/ 1834804 w 2119654"/>
              <a:gd name="connsiteY7894" fmla="*/ 1552840 h 2398711"/>
              <a:gd name="connsiteX7895" fmla="*/ 1604992 w 2119654"/>
              <a:gd name="connsiteY7895" fmla="*/ 2060749 h 2398711"/>
              <a:gd name="connsiteX7896" fmla="*/ 1597474 w 2119654"/>
              <a:gd name="connsiteY7896" fmla="*/ 2089124 h 2398711"/>
              <a:gd name="connsiteX7897" fmla="*/ 1598924 w 2119654"/>
              <a:gd name="connsiteY7897" fmla="*/ 2089430 h 2398711"/>
              <a:gd name="connsiteX7898" fmla="*/ 1598720 w 2119654"/>
              <a:gd name="connsiteY7898" fmla="*/ 2089555 h 2398711"/>
              <a:gd name="connsiteX7899" fmla="*/ 1597432 w 2119654"/>
              <a:gd name="connsiteY7899" fmla="*/ 2089284 h 2398711"/>
              <a:gd name="connsiteX7900" fmla="*/ 1592968 w 2119654"/>
              <a:gd name="connsiteY7900" fmla="*/ 2106129 h 2398711"/>
              <a:gd name="connsiteX7901" fmla="*/ 1593535 w 2119654"/>
              <a:gd name="connsiteY7901" fmla="*/ 2106012 h 2398711"/>
              <a:gd name="connsiteX7902" fmla="*/ 1604584 w 2119654"/>
              <a:gd name="connsiteY7902" fmla="*/ 2083164 h 2398711"/>
              <a:gd name="connsiteX7903" fmla="*/ 1605959 w 2119654"/>
              <a:gd name="connsiteY7903" fmla="*/ 2060716 h 2398711"/>
              <a:gd name="connsiteX7904" fmla="*/ 1743610 w 2119654"/>
              <a:gd name="connsiteY7904" fmla="*/ 1750319 h 2398711"/>
              <a:gd name="connsiteX7905" fmla="*/ 1743795 w 2119654"/>
              <a:gd name="connsiteY7905" fmla="*/ 1750685 h 2398711"/>
              <a:gd name="connsiteX7906" fmla="*/ 1744331 w 2119654"/>
              <a:gd name="connsiteY7906" fmla="*/ 1750462 h 2398711"/>
              <a:gd name="connsiteX7907" fmla="*/ 1747634 w 2119654"/>
              <a:gd name="connsiteY7907" fmla="*/ 1748629 h 2398711"/>
              <a:gd name="connsiteX7908" fmla="*/ 1693572 w 2119654"/>
              <a:gd name="connsiteY7908" fmla="*/ 1862268 h 2398711"/>
              <a:gd name="connsiteX7909" fmla="*/ 1693581 w 2119654"/>
              <a:gd name="connsiteY7909" fmla="*/ 1862462 h 2398711"/>
              <a:gd name="connsiteX7910" fmla="*/ 1695215 w 2119654"/>
              <a:gd name="connsiteY7910" fmla="*/ 1861533 h 2398711"/>
              <a:gd name="connsiteX7911" fmla="*/ 1695193 w 2119654"/>
              <a:gd name="connsiteY7911" fmla="*/ 1861443 h 2398711"/>
              <a:gd name="connsiteX7912" fmla="*/ 1767873 w 2119654"/>
              <a:gd name="connsiteY7912" fmla="*/ 1695851 h 2398711"/>
              <a:gd name="connsiteX7913" fmla="*/ 1769232 w 2119654"/>
              <a:gd name="connsiteY7913" fmla="*/ 1695587 h 2398711"/>
              <a:gd name="connsiteX7914" fmla="*/ 1769436 w 2119654"/>
              <a:gd name="connsiteY7914" fmla="*/ 1695365 h 2398711"/>
              <a:gd name="connsiteX7915" fmla="*/ 1768096 w 2119654"/>
              <a:gd name="connsiteY7915" fmla="*/ 1695488 h 2398711"/>
              <a:gd name="connsiteX7916" fmla="*/ 1757224 w 2119654"/>
              <a:gd name="connsiteY7916" fmla="*/ 1719634 h 2398711"/>
              <a:gd name="connsiteX7917" fmla="*/ 1758022 w 2119654"/>
              <a:gd name="connsiteY7917" fmla="*/ 1720353 h 2398711"/>
              <a:gd name="connsiteX7918" fmla="*/ 1759545 w 2119654"/>
              <a:gd name="connsiteY7918" fmla="*/ 1718087 h 2398711"/>
              <a:gd name="connsiteX7919" fmla="*/ 1752585 w 2119654"/>
              <a:gd name="connsiteY7919" fmla="*/ 1729961 h 2398711"/>
              <a:gd name="connsiteX7920" fmla="*/ 1752870 w 2119654"/>
              <a:gd name="connsiteY7920" fmla="*/ 1730819 h 2398711"/>
              <a:gd name="connsiteX7921" fmla="*/ 1753316 w 2119654"/>
              <a:gd name="connsiteY7921" fmla="*/ 1728983 h 2398711"/>
              <a:gd name="connsiteX7922" fmla="*/ 1842445 w 2119654"/>
              <a:gd name="connsiteY7922" fmla="*/ 1528686 h 2398711"/>
              <a:gd name="connsiteX7923" fmla="*/ 1842919 w 2119654"/>
              <a:gd name="connsiteY7923" fmla="*/ 1529197 h 2398711"/>
              <a:gd name="connsiteX7924" fmla="*/ 1846090 w 2119654"/>
              <a:gd name="connsiteY7924" fmla="*/ 1526160 h 2398711"/>
              <a:gd name="connsiteX7925" fmla="*/ 1760694 w 2119654"/>
              <a:gd name="connsiteY7925" fmla="*/ 1711722 h 2398711"/>
              <a:gd name="connsiteX7926" fmla="*/ 1761042 w 2119654"/>
              <a:gd name="connsiteY7926" fmla="*/ 1712354 h 2398711"/>
              <a:gd name="connsiteX7927" fmla="*/ 1761546 w 2119654"/>
              <a:gd name="connsiteY7927" fmla="*/ 1711914 h 2398711"/>
              <a:gd name="connsiteX7928" fmla="*/ 1766923 w 2119654"/>
              <a:gd name="connsiteY7928" fmla="*/ 1706723 h 2398711"/>
              <a:gd name="connsiteX7929" fmla="*/ 1766533 w 2119654"/>
              <a:gd name="connsiteY7929" fmla="*/ 1705678 h 2398711"/>
              <a:gd name="connsiteX7930" fmla="*/ 1766420 w 2119654"/>
              <a:gd name="connsiteY7930" fmla="*/ 1705729 h 2398711"/>
              <a:gd name="connsiteX7931" fmla="*/ 1796596 w 2119654"/>
              <a:gd name="connsiteY7931" fmla="*/ 1631275 h 2398711"/>
              <a:gd name="connsiteX7932" fmla="*/ 1809279 w 2119654"/>
              <a:gd name="connsiteY7932" fmla="*/ 1627556 h 2398711"/>
              <a:gd name="connsiteX7933" fmla="*/ 1817712 w 2119654"/>
              <a:gd name="connsiteY7933" fmla="*/ 1619079 h 2398711"/>
              <a:gd name="connsiteX7934" fmla="*/ 1815853 w 2119654"/>
              <a:gd name="connsiteY7934" fmla="*/ 1617281 h 2398711"/>
              <a:gd name="connsiteX7935" fmla="*/ 1810352 w 2119654"/>
              <a:gd name="connsiteY7935" fmla="*/ 1621521 h 2398711"/>
              <a:gd name="connsiteX7936" fmla="*/ 1758800 w 2119654"/>
              <a:gd name="connsiteY7936" fmla="*/ 1715873 h 2398711"/>
              <a:gd name="connsiteX7937" fmla="*/ 1759349 w 2119654"/>
              <a:gd name="connsiteY7937" fmla="*/ 1715723 h 2398711"/>
              <a:gd name="connsiteX7938" fmla="*/ 1759170 w 2119654"/>
              <a:gd name="connsiteY7938" fmla="*/ 1715514 h 2398711"/>
              <a:gd name="connsiteX7939" fmla="*/ 1834273 w 2119654"/>
              <a:gd name="connsiteY7939" fmla="*/ 1546790 h 2398711"/>
              <a:gd name="connsiteX7940" fmla="*/ 1835229 w 2119654"/>
              <a:gd name="connsiteY7940" fmla="*/ 1548704 h 2398711"/>
              <a:gd name="connsiteX7941" fmla="*/ 1837858 w 2119654"/>
              <a:gd name="connsiteY7941" fmla="*/ 1548426 h 2398711"/>
              <a:gd name="connsiteX7942" fmla="*/ 1838811 w 2119654"/>
              <a:gd name="connsiteY7942" fmla="*/ 1547051 h 2398711"/>
              <a:gd name="connsiteX7943" fmla="*/ 1836861 w 2119654"/>
              <a:gd name="connsiteY7943" fmla="*/ 1545738 h 2398711"/>
              <a:gd name="connsiteX7944" fmla="*/ 1756986 w 2119654"/>
              <a:gd name="connsiteY7944" fmla="*/ 1719791 h 2398711"/>
              <a:gd name="connsiteX7945" fmla="*/ 1756775 w 2119654"/>
              <a:gd name="connsiteY7945" fmla="*/ 1720659 h 2398711"/>
              <a:gd name="connsiteX7946" fmla="*/ 1756928 w 2119654"/>
              <a:gd name="connsiteY7946" fmla="*/ 1721983 h 2398711"/>
              <a:gd name="connsiteX7947" fmla="*/ 1757897 w 2119654"/>
              <a:gd name="connsiteY7947" fmla="*/ 1720540 h 2398711"/>
              <a:gd name="connsiteX7948" fmla="*/ 1757017 w 2119654"/>
              <a:gd name="connsiteY7948" fmla="*/ 1719771 h 2398711"/>
              <a:gd name="connsiteX7949" fmla="*/ 1664958 w 2119654"/>
              <a:gd name="connsiteY7949" fmla="*/ 1925858 h 2398711"/>
              <a:gd name="connsiteX7950" fmla="*/ 1664958 w 2119654"/>
              <a:gd name="connsiteY7950" fmla="*/ 1925894 h 2398711"/>
              <a:gd name="connsiteX7951" fmla="*/ 1665061 w 2119654"/>
              <a:gd name="connsiteY7951" fmla="*/ 1925841 h 2398711"/>
              <a:gd name="connsiteX7952" fmla="*/ 1685076 w 2119654"/>
              <a:gd name="connsiteY7952" fmla="*/ 1880701 h 2398711"/>
              <a:gd name="connsiteX7953" fmla="*/ 1684544 w 2119654"/>
              <a:gd name="connsiteY7953" fmla="*/ 1883106 h 2398711"/>
              <a:gd name="connsiteX7954" fmla="*/ 1685921 w 2119654"/>
              <a:gd name="connsiteY7954" fmla="*/ 1883494 h 2398711"/>
              <a:gd name="connsiteX7955" fmla="*/ 1685270 w 2119654"/>
              <a:gd name="connsiteY7955" fmla="*/ 1880642 h 2398711"/>
              <a:gd name="connsiteX7956" fmla="*/ 1813303 w 2119654"/>
              <a:gd name="connsiteY7956" fmla="*/ 1593271 h 2398711"/>
              <a:gd name="connsiteX7957" fmla="*/ 1813349 w 2119654"/>
              <a:gd name="connsiteY7957" fmla="*/ 1593350 h 2398711"/>
              <a:gd name="connsiteX7958" fmla="*/ 1813510 w 2119654"/>
              <a:gd name="connsiteY7958" fmla="*/ 1593234 h 2398711"/>
              <a:gd name="connsiteX7959" fmla="*/ 1664967 w 2119654"/>
              <a:gd name="connsiteY7959" fmla="*/ 1925415 h 2398711"/>
              <a:gd name="connsiteX7960" fmla="*/ 1664966 w 2119654"/>
              <a:gd name="connsiteY7960" fmla="*/ 1925447 h 2398711"/>
              <a:gd name="connsiteX7961" fmla="*/ 1664978 w 2119654"/>
              <a:gd name="connsiteY7961" fmla="*/ 1925445 h 2398711"/>
              <a:gd name="connsiteX7962" fmla="*/ 1817782 w 2119654"/>
              <a:gd name="connsiteY7962" fmla="*/ 1583233 h 2398711"/>
              <a:gd name="connsiteX7963" fmla="*/ 1818079 w 2119654"/>
              <a:gd name="connsiteY7963" fmla="*/ 1583753 h 2398711"/>
              <a:gd name="connsiteX7964" fmla="*/ 1818906 w 2119654"/>
              <a:gd name="connsiteY7964" fmla="*/ 1583118 h 2398711"/>
              <a:gd name="connsiteX7965" fmla="*/ 1693754 w 2119654"/>
              <a:gd name="connsiteY7965" fmla="*/ 1860953 h 2398711"/>
              <a:gd name="connsiteX7966" fmla="*/ 1694928 w 2119654"/>
              <a:gd name="connsiteY7966" fmla="*/ 1860356 h 2398711"/>
              <a:gd name="connsiteX7967" fmla="*/ 1694901 w 2119654"/>
              <a:gd name="connsiteY7967" fmla="*/ 1860246 h 2398711"/>
              <a:gd name="connsiteX7968" fmla="*/ 1581748 w 2119654"/>
              <a:gd name="connsiteY7968" fmla="*/ 2111752 h 2398711"/>
              <a:gd name="connsiteX7969" fmla="*/ 1590472 w 2119654"/>
              <a:gd name="connsiteY7969" fmla="*/ 2112348 h 2398711"/>
              <a:gd name="connsiteX7970" fmla="*/ 1591397 w 2119654"/>
              <a:gd name="connsiteY7970" fmla="*/ 2110435 h 2398711"/>
              <a:gd name="connsiteX7971" fmla="*/ 1591298 w 2119654"/>
              <a:gd name="connsiteY7971" fmla="*/ 2107548 h 2398711"/>
              <a:gd name="connsiteX7972" fmla="*/ 1643300 w 2119654"/>
              <a:gd name="connsiteY7972" fmla="*/ 1973892 h 2398711"/>
              <a:gd name="connsiteX7973" fmla="*/ 1644133 w 2119654"/>
              <a:gd name="connsiteY7973" fmla="*/ 1973931 h 2398711"/>
              <a:gd name="connsiteX7974" fmla="*/ 1644126 w 2119654"/>
              <a:gd name="connsiteY7974" fmla="*/ 1973754 h 2398711"/>
              <a:gd name="connsiteX7975" fmla="*/ 1712433 w 2119654"/>
              <a:gd name="connsiteY7975" fmla="*/ 1819078 h 2398711"/>
              <a:gd name="connsiteX7976" fmla="*/ 1713204 w 2119654"/>
              <a:gd name="connsiteY7976" fmla="*/ 1822708 h 2398711"/>
              <a:gd name="connsiteX7977" fmla="*/ 1722892 w 2119654"/>
              <a:gd name="connsiteY7977" fmla="*/ 1817658 h 2398711"/>
              <a:gd name="connsiteX7978" fmla="*/ 1715588 w 2119654"/>
              <a:gd name="connsiteY7978" fmla="*/ 1818105 h 2398711"/>
              <a:gd name="connsiteX7979" fmla="*/ 1718616 w 2119654"/>
              <a:gd name="connsiteY7979" fmla="*/ 1805224 h 2398711"/>
              <a:gd name="connsiteX7980" fmla="*/ 1718589 w 2119654"/>
              <a:gd name="connsiteY7980" fmla="*/ 1805939 h 2398711"/>
              <a:gd name="connsiteX7981" fmla="*/ 1722512 w 2119654"/>
              <a:gd name="connsiteY7981" fmla="*/ 1801667 h 2398711"/>
              <a:gd name="connsiteX7982" fmla="*/ 1722390 w 2119654"/>
              <a:gd name="connsiteY7982" fmla="*/ 1801213 h 2398711"/>
              <a:gd name="connsiteX7983" fmla="*/ 1721579 w 2119654"/>
              <a:gd name="connsiteY7983" fmla="*/ 1801594 h 2398711"/>
              <a:gd name="connsiteX7984" fmla="*/ 1687360 w 2119654"/>
              <a:gd name="connsiteY7984" fmla="*/ 1875160 h 2398711"/>
              <a:gd name="connsiteX7985" fmla="*/ 1687256 w 2119654"/>
              <a:gd name="connsiteY7985" fmla="*/ 1879235 h 2398711"/>
              <a:gd name="connsiteX7986" fmla="*/ 1688129 w 2119654"/>
              <a:gd name="connsiteY7986" fmla="*/ 1878967 h 2398711"/>
              <a:gd name="connsiteX7987" fmla="*/ 1687494 w 2119654"/>
              <a:gd name="connsiteY7987" fmla="*/ 1875107 h 2398711"/>
              <a:gd name="connsiteX7988" fmla="*/ 1817951 w 2119654"/>
              <a:gd name="connsiteY7988" fmla="*/ 1582710 h 2398711"/>
              <a:gd name="connsiteX7989" fmla="*/ 1819665 w 2119654"/>
              <a:gd name="connsiteY7989" fmla="*/ 1582535 h 2398711"/>
              <a:gd name="connsiteX7990" fmla="*/ 1822778 w 2119654"/>
              <a:gd name="connsiteY7990" fmla="*/ 1580146 h 2398711"/>
              <a:gd name="connsiteX7991" fmla="*/ 1822712 w 2119654"/>
              <a:gd name="connsiteY7991" fmla="*/ 1579492 h 2398711"/>
              <a:gd name="connsiteX7992" fmla="*/ 1636566 w 2119654"/>
              <a:gd name="connsiteY7992" fmla="*/ 1988827 h 2398711"/>
              <a:gd name="connsiteX7993" fmla="*/ 1639224 w 2119654"/>
              <a:gd name="connsiteY7993" fmla="*/ 1988296 h 2398711"/>
              <a:gd name="connsiteX7994" fmla="*/ 1638387 w 2119654"/>
              <a:gd name="connsiteY7994" fmla="*/ 1985189 h 2398711"/>
              <a:gd name="connsiteX7995" fmla="*/ 1638161 w 2119654"/>
              <a:gd name="connsiteY7995" fmla="*/ 1985268 h 2398711"/>
              <a:gd name="connsiteX7996" fmla="*/ 1636992 w 2119654"/>
              <a:gd name="connsiteY7996" fmla="*/ 1988073 h 2398711"/>
              <a:gd name="connsiteX7997" fmla="*/ 1631993 w 2119654"/>
              <a:gd name="connsiteY7997" fmla="*/ 1998992 h 2398711"/>
              <a:gd name="connsiteX7998" fmla="*/ 1632213 w 2119654"/>
              <a:gd name="connsiteY7998" fmla="*/ 2000260 h 2398711"/>
              <a:gd name="connsiteX7999" fmla="*/ 1632944 w 2119654"/>
              <a:gd name="connsiteY7999" fmla="*/ 1999971 h 2398711"/>
              <a:gd name="connsiteX8000" fmla="*/ 1632951 w 2119654"/>
              <a:gd name="connsiteY8000" fmla="*/ 1998895 h 2398711"/>
              <a:gd name="connsiteX8001" fmla="*/ 1767496 w 2119654"/>
              <a:gd name="connsiteY8001" fmla="*/ 1695543 h 2398711"/>
              <a:gd name="connsiteX8002" fmla="*/ 1767562 w 2119654"/>
              <a:gd name="connsiteY8002" fmla="*/ 1695912 h 2398711"/>
              <a:gd name="connsiteX8003" fmla="*/ 1767655 w 2119654"/>
              <a:gd name="connsiteY8003" fmla="*/ 1695894 h 2398711"/>
              <a:gd name="connsiteX8004" fmla="*/ 1767894 w 2119654"/>
              <a:gd name="connsiteY8004" fmla="*/ 1695507 h 2398711"/>
              <a:gd name="connsiteX8005" fmla="*/ 1757405 w 2119654"/>
              <a:gd name="connsiteY8005" fmla="*/ 1718073 h 2398711"/>
              <a:gd name="connsiteX8006" fmla="*/ 1757247 w 2119654"/>
              <a:gd name="connsiteY8006" fmla="*/ 1718719 h 2398711"/>
              <a:gd name="connsiteX8007" fmla="*/ 1759466 w 2119654"/>
              <a:gd name="connsiteY8007" fmla="*/ 1717367 h 2398711"/>
              <a:gd name="connsiteX8008" fmla="*/ 1717102 w 2119654"/>
              <a:gd name="connsiteY8008" fmla="*/ 1808240 h 2398711"/>
              <a:gd name="connsiteX8009" fmla="*/ 1718300 w 2119654"/>
              <a:gd name="connsiteY8009" fmla="*/ 1808198 h 2398711"/>
              <a:gd name="connsiteX8010" fmla="*/ 1718322 w 2119654"/>
              <a:gd name="connsiteY8010" fmla="*/ 1807590 h 2398711"/>
              <a:gd name="connsiteX8011" fmla="*/ 1717154 w 2119654"/>
              <a:gd name="connsiteY8011" fmla="*/ 1808182 h 2398711"/>
              <a:gd name="connsiteX8012" fmla="*/ 1741482 w 2119654"/>
              <a:gd name="connsiteY8012" fmla="*/ 1753644 h 2398711"/>
              <a:gd name="connsiteX8013" fmla="*/ 1742088 w 2119654"/>
              <a:gd name="connsiteY8013" fmla="*/ 1756802 h 2398711"/>
              <a:gd name="connsiteX8014" fmla="*/ 1742449 w 2119654"/>
              <a:gd name="connsiteY8014" fmla="*/ 1758827 h 2398711"/>
              <a:gd name="connsiteX8015" fmla="*/ 1745052 w 2119654"/>
              <a:gd name="connsiteY8015" fmla="*/ 1756482 h 2398711"/>
              <a:gd name="connsiteX8016" fmla="*/ 1742966 w 2119654"/>
              <a:gd name="connsiteY8016" fmla="*/ 1753006 h 2398711"/>
              <a:gd name="connsiteX8017" fmla="*/ 1806863 w 2119654"/>
              <a:gd name="connsiteY8017" fmla="*/ 1607228 h 2398711"/>
              <a:gd name="connsiteX8018" fmla="*/ 1807789 w 2119654"/>
              <a:gd name="connsiteY8018" fmla="*/ 1607706 h 2398711"/>
              <a:gd name="connsiteX8019" fmla="*/ 1809919 w 2119654"/>
              <a:gd name="connsiteY8019" fmla="*/ 1606142 h 2398711"/>
              <a:gd name="connsiteX8020" fmla="*/ 1810223 w 2119654"/>
              <a:gd name="connsiteY8020" fmla="*/ 1605755 h 2398711"/>
              <a:gd name="connsiteX8021" fmla="*/ 1640725 w 2119654"/>
              <a:gd name="connsiteY8021" fmla="*/ 1979115 h 2398711"/>
              <a:gd name="connsiteX8022" fmla="*/ 1640581 w 2119654"/>
              <a:gd name="connsiteY8022" fmla="*/ 1979459 h 2398711"/>
              <a:gd name="connsiteX8023" fmla="*/ 1640886 w 2119654"/>
              <a:gd name="connsiteY8023" fmla="*/ 1980593 h 2398711"/>
              <a:gd name="connsiteX8024" fmla="*/ 1641669 w 2119654"/>
              <a:gd name="connsiteY8024" fmla="*/ 1980882 h 2398711"/>
              <a:gd name="connsiteX8025" fmla="*/ 1642463 w 2119654"/>
              <a:gd name="connsiteY8025" fmla="*/ 1980543 h 2398711"/>
              <a:gd name="connsiteX8026" fmla="*/ 1644345 w 2119654"/>
              <a:gd name="connsiteY8026" fmla="*/ 1979708 h 2398711"/>
              <a:gd name="connsiteX8027" fmla="*/ 1644304 w 2119654"/>
              <a:gd name="connsiteY8027" fmla="*/ 1978598 h 2398711"/>
              <a:gd name="connsiteX8028" fmla="*/ 1688446 w 2119654"/>
              <a:gd name="connsiteY8028" fmla="*/ 1872234 h 2398711"/>
              <a:gd name="connsiteX8029" fmla="*/ 1688794 w 2119654"/>
              <a:gd name="connsiteY8029" fmla="*/ 1874347 h 2398711"/>
              <a:gd name="connsiteX8030" fmla="*/ 1691509 w 2119654"/>
              <a:gd name="connsiteY8030" fmla="*/ 1873282 h 2398711"/>
              <a:gd name="connsiteX8031" fmla="*/ 1691453 w 2119654"/>
              <a:gd name="connsiteY8031" fmla="*/ 1872268 h 2398711"/>
              <a:gd name="connsiteX8032" fmla="*/ 1795702 w 2119654"/>
              <a:gd name="connsiteY8032" fmla="*/ 1632050 h 2398711"/>
              <a:gd name="connsiteX8033" fmla="*/ 1795927 w 2119654"/>
              <a:gd name="connsiteY8033" fmla="*/ 1632668 h 2398711"/>
              <a:gd name="connsiteX8034" fmla="*/ 1795854 w 2119654"/>
              <a:gd name="connsiteY8034" fmla="*/ 1632891 h 2398711"/>
              <a:gd name="connsiteX8035" fmla="*/ 1798431 w 2119654"/>
              <a:gd name="connsiteY8035" fmla="*/ 1638463 h 2398711"/>
              <a:gd name="connsiteX8036" fmla="*/ 1808558 w 2119654"/>
              <a:gd name="connsiteY8036" fmla="*/ 1628282 h 2398711"/>
              <a:gd name="connsiteX8037" fmla="*/ 1644461 w 2119654"/>
              <a:gd name="connsiteY8037" fmla="*/ 1970672 h 2398711"/>
              <a:gd name="connsiteX8038" fmla="*/ 1644476 w 2119654"/>
              <a:gd name="connsiteY8038" fmla="*/ 1971107 h 2398711"/>
              <a:gd name="connsiteX8039" fmla="*/ 1653208 w 2119654"/>
              <a:gd name="connsiteY8039" fmla="*/ 1969755 h 2398711"/>
              <a:gd name="connsiteX8040" fmla="*/ 1654278 w 2119654"/>
              <a:gd name="connsiteY8040" fmla="*/ 1966702 h 2398711"/>
              <a:gd name="connsiteX8041" fmla="*/ 1649030 w 2119654"/>
              <a:gd name="connsiteY8041" fmla="*/ 1967659 h 2398711"/>
              <a:gd name="connsiteX8042" fmla="*/ 1645315 w 2119654"/>
              <a:gd name="connsiteY8042" fmla="*/ 1970122 h 2398711"/>
              <a:gd name="connsiteX8043" fmla="*/ 1641366 w 2119654"/>
              <a:gd name="connsiteY8043" fmla="*/ 1977574 h 2398711"/>
              <a:gd name="connsiteX8044" fmla="*/ 1640820 w 2119654"/>
              <a:gd name="connsiteY8044" fmla="*/ 1978886 h 2398711"/>
              <a:gd name="connsiteX8045" fmla="*/ 1644298 w 2119654"/>
              <a:gd name="connsiteY8045" fmla="*/ 1978432 h 2398711"/>
              <a:gd name="connsiteX8046" fmla="*/ 1644260 w 2119654"/>
              <a:gd name="connsiteY8046" fmla="*/ 1977398 h 2398711"/>
              <a:gd name="connsiteX8047" fmla="*/ 1776533 w 2119654"/>
              <a:gd name="connsiteY8047" fmla="*/ 1674895 h 2398711"/>
              <a:gd name="connsiteX8048" fmla="*/ 1776827 w 2119654"/>
              <a:gd name="connsiteY8048" fmla="*/ 1675517 h 2398711"/>
              <a:gd name="connsiteX8049" fmla="*/ 1786024 w 2119654"/>
              <a:gd name="connsiteY8049" fmla="*/ 1672913 h 2398711"/>
              <a:gd name="connsiteX8050" fmla="*/ 1779338 w 2119654"/>
              <a:gd name="connsiteY8050" fmla="*/ 1673615 h 2398711"/>
              <a:gd name="connsiteX8051" fmla="*/ 1641786 w 2119654"/>
              <a:gd name="connsiteY8051" fmla="*/ 1976566 h 2398711"/>
              <a:gd name="connsiteX8052" fmla="*/ 1641584 w 2119654"/>
              <a:gd name="connsiteY8052" fmla="*/ 1977053 h 2398711"/>
              <a:gd name="connsiteX8053" fmla="*/ 1644242 w 2119654"/>
              <a:gd name="connsiteY8053" fmla="*/ 1976890 h 2398711"/>
              <a:gd name="connsiteX8054" fmla="*/ 1644197 w 2119654"/>
              <a:gd name="connsiteY8054" fmla="*/ 1975652 h 2398711"/>
              <a:gd name="connsiteX8055" fmla="*/ 1611858 w 2119654"/>
              <a:gd name="connsiteY8055" fmla="*/ 2043574 h 2398711"/>
              <a:gd name="connsiteX8056" fmla="*/ 1612935 w 2119654"/>
              <a:gd name="connsiteY8056" fmla="*/ 2043913 h 2398711"/>
              <a:gd name="connsiteX8057" fmla="*/ 1617381 w 2119654"/>
              <a:gd name="connsiteY8057" fmla="*/ 2043904 h 2398711"/>
              <a:gd name="connsiteX8058" fmla="*/ 1617216 w 2119654"/>
              <a:gd name="connsiteY8058" fmla="*/ 2044034 h 2398711"/>
              <a:gd name="connsiteX8059" fmla="*/ 1613345 w 2119654"/>
              <a:gd name="connsiteY8059" fmla="*/ 2044042 h 2398711"/>
              <a:gd name="connsiteX8060" fmla="*/ 1614744 w 2119654"/>
              <a:gd name="connsiteY8060" fmla="*/ 2044483 h 2398711"/>
              <a:gd name="connsiteX8061" fmla="*/ 1617653 w 2119654"/>
              <a:gd name="connsiteY8061" fmla="*/ 2045357 h 2398711"/>
              <a:gd name="connsiteX8062" fmla="*/ 1617188 w 2119654"/>
              <a:gd name="connsiteY8062" fmla="*/ 2040331 h 2398711"/>
              <a:gd name="connsiteX8063" fmla="*/ 1712329 w 2119654"/>
              <a:gd name="connsiteY8063" fmla="*/ 1818589 h 2398711"/>
              <a:gd name="connsiteX8064" fmla="*/ 1712374 w 2119654"/>
              <a:gd name="connsiteY8064" fmla="*/ 1818801 h 2398711"/>
              <a:gd name="connsiteX8065" fmla="*/ 1714525 w 2119654"/>
              <a:gd name="connsiteY8065" fmla="*/ 1818170 h 2398711"/>
              <a:gd name="connsiteX8066" fmla="*/ 1712892 w 2119654"/>
              <a:gd name="connsiteY8066" fmla="*/ 1818270 h 2398711"/>
              <a:gd name="connsiteX8067" fmla="*/ 1712827 w 2119654"/>
              <a:gd name="connsiteY8067" fmla="*/ 1818403 h 2398711"/>
              <a:gd name="connsiteX8068" fmla="*/ 1736378 w 2119654"/>
              <a:gd name="connsiteY8068" fmla="*/ 1764718 h 2398711"/>
              <a:gd name="connsiteX8069" fmla="*/ 1737410 w 2119654"/>
              <a:gd name="connsiteY8069" fmla="*/ 1764516 h 2398711"/>
              <a:gd name="connsiteX8070" fmla="*/ 1737554 w 2119654"/>
              <a:gd name="connsiteY8070" fmla="*/ 1764422 h 2398711"/>
              <a:gd name="connsiteX8071" fmla="*/ 1736589 w 2119654"/>
              <a:gd name="connsiteY8071" fmla="*/ 1764529 h 2398711"/>
              <a:gd name="connsiteX8072" fmla="*/ 1687379 w 2119654"/>
              <a:gd name="connsiteY8072" fmla="*/ 1874408 h 2398711"/>
              <a:gd name="connsiteX8073" fmla="*/ 1687366 w 2119654"/>
              <a:gd name="connsiteY8073" fmla="*/ 1874907 h 2398711"/>
              <a:gd name="connsiteX8074" fmla="*/ 1687456 w 2119654"/>
              <a:gd name="connsiteY8074" fmla="*/ 1874872 h 2398711"/>
              <a:gd name="connsiteX8075" fmla="*/ 1642262 w 2119654"/>
              <a:gd name="connsiteY8075" fmla="*/ 1975424 h 2398711"/>
              <a:gd name="connsiteX8076" fmla="*/ 1642071 w 2119654"/>
              <a:gd name="connsiteY8076" fmla="*/ 1975883 h 2398711"/>
              <a:gd name="connsiteX8077" fmla="*/ 1643316 w 2119654"/>
              <a:gd name="connsiteY8077" fmla="*/ 1975410 h 2398711"/>
              <a:gd name="connsiteX8078" fmla="*/ 1712023 w 2119654"/>
              <a:gd name="connsiteY8078" fmla="*/ 1819204 h 2398711"/>
              <a:gd name="connsiteX8079" fmla="*/ 1712039 w 2119654"/>
              <a:gd name="connsiteY8079" fmla="*/ 1820608 h 2398711"/>
              <a:gd name="connsiteX8080" fmla="*/ 1711868 w 2119654"/>
              <a:gd name="connsiteY8080" fmla="*/ 1823405 h 2398711"/>
              <a:gd name="connsiteX8081" fmla="*/ 1712968 w 2119654"/>
              <a:gd name="connsiteY8081" fmla="*/ 1822832 h 2398711"/>
              <a:gd name="connsiteX8082" fmla="*/ 1712187 w 2119654"/>
              <a:gd name="connsiteY8082" fmla="*/ 1819154 h 2398711"/>
              <a:gd name="connsiteX8083" fmla="*/ 1767235 w 2119654"/>
              <a:gd name="connsiteY8083" fmla="*/ 1695567 h 2398711"/>
              <a:gd name="connsiteX8084" fmla="*/ 1767457 w 2119654"/>
              <a:gd name="connsiteY8084" fmla="*/ 1695932 h 2398711"/>
              <a:gd name="connsiteX8085" fmla="*/ 1767469 w 2119654"/>
              <a:gd name="connsiteY8085" fmla="*/ 1695929 h 2398711"/>
              <a:gd name="connsiteX8086" fmla="*/ 1767400 w 2119654"/>
              <a:gd name="connsiteY8086" fmla="*/ 1695552 h 2398711"/>
              <a:gd name="connsiteX8087" fmla="*/ 1757674 w 2119654"/>
              <a:gd name="connsiteY8087" fmla="*/ 1716965 h 2398711"/>
              <a:gd name="connsiteX8088" fmla="*/ 1757499 w 2119654"/>
              <a:gd name="connsiteY8088" fmla="*/ 1717683 h 2398711"/>
              <a:gd name="connsiteX8089" fmla="*/ 1760227 w 2119654"/>
              <a:gd name="connsiteY8089" fmla="*/ 1716792 h 2398711"/>
              <a:gd name="connsiteX8090" fmla="*/ 1760261 w 2119654"/>
              <a:gd name="connsiteY8090" fmla="*/ 1716780 h 2398711"/>
              <a:gd name="connsiteX8091" fmla="*/ 1759562 w 2119654"/>
              <a:gd name="connsiteY8091" fmla="*/ 1715970 h 2398711"/>
              <a:gd name="connsiteX8092" fmla="*/ 1758335 w 2119654"/>
              <a:gd name="connsiteY8092" fmla="*/ 1716324 h 2398711"/>
              <a:gd name="connsiteX8093" fmla="*/ 1770146 w 2119654"/>
              <a:gd name="connsiteY8093" fmla="*/ 1689036 h 2398711"/>
              <a:gd name="connsiteX8094" fmla="*/ 1770766 w 2119654"/>
              <a:gd name="connsiteY8094" fmla="*/ 1690843 h 2398711"/>
              <a:gd name="connsiteX8095" fmla="*/ 1772587 w 2119654"/>
              <a:gd name="connsiteY8095" fmla="*/ 1687886 h 2398711"/>
              <a:gd name="connsiteX8096" fmla="*/ 1579506 w 2119654"/>
              <a:gd name="connsiteY8096" fmla="*/ 2115899 h 2398711"/>
              <a:gd name="connsiteX8097" fmla="*/ 1579946 w 2119654"/>
              <a:gd name="connsiteY8097" fmla="*/ 2118331 h 2398711"/>
              <a:gd name="connsiteX8098" fmla="*/ 1585800 w 2119654"/>
              <a:gd name="connsiteY8098" fmla="*/ 2119179 h 2398711"/>
              <a:gd name="connsiteX8099" fmla="*/ 1587187 w 2119654"/>
              <a:gd name="connsiteY8099" fmla="*/ 2119141 h 2398711"/>
              <a:gd name="connsiteX8100" fmla="*/ 1590044 w 2119654"/>
              <a:gd name="connsiteY8100" fmla="*/ 2113234 h 2398711"/>
              <a:gd name="connsiteX8101" fmla="*/ 1581864 w 2119654"/>
              <a:gd name="connsiteY8101" fmla="*/ 2115329 h 2398711"/>
              <a:gd name="connsiteX8102" fmla="*/ 1606248 w 2119654"/>
              <a:gd name="connsiteY8102" fmla="*/ 2056010 h 2398711"/>
              <a:gd name="connsiteX8103" fmla="*/ 1605596 w 2119654"/>
              <a:gd name="connsiteY8103" fmla="*/ 2058469 h 2398711"/>
              <a:gd name="connsiteX8104" fmla="*/ 1606098 w 2119654"/>
              <a:gd name="connsiteY8104" fmla="*/ 2058451 h 2398711"/>
              <a:gd name="connsiteX8105" fmla="*/ 1642677 w 2119654"/>
              <a:gd name="connsiteY8105" fmla="*/ 1974427 h 2398711"/>
              <a:gd name="connsiteX8106" fmla="*/ 1642564 w 2119654"/>
              <a:gd name="connsiteY8106" fmla="*/ 1974697 h 2398711"/>
              <a:gd name="connsiteX8107" fmla="*/ 1644160 w 2119654"/>
              <a:gd name="connsiteY8107" fmla="*/ 1974676 h 2398711"/>
              <a:gd name="connsiteX8108" fmla="*/ 1644154 w 2119654"/>
              <a:gd name="connsiteY8108" fmla="*/ 1974497 h 2398711"/>
              <a:gd name="connsiteX8109" fmla="*/ 1786157 w 2119654"/>
              <a:gd name="connsiteY8109" fmla="*/ 1653108 h 2398711"/>
              <a:gd name="connsiteX8110" fmla="*/ 1786778 w 2119654"/>
              <a:gd name="connsiteY8110" fmla="*/ 1654392 h 2398711"/>
              <a:gd name="connsiteX8111" fmla="*/ 1788223 w 2119654"/>
              <a:gd name="connsiteY8111" fmla="*/ 1654033 h 2398711"/>
              <a:gd name="connsiteX8112" fmla="*/ 1790041 w 2119654"/>
              <a:gd name="connsiteY8112" fmla="*/ 1652225 h 2398711"/>
              <a:gd name="connsiteX8113" fmla="*/ 1788548 w 2119654"/>
              <a:gd name="connsiteY8113" fmla="*/ 1650705 h 2398711"/>
              <a:gd name="connsiteX8114" fmla="*/ 1732285 w 2119654"/>
              <a:gd name="connsiteY8114" fmla="*/ 1773711 h 2398711"/>
              <a:gd name="connsiteX8115" fmla="*/ 1732389 w 2119654"/>
              <a:gd name="connsiteY8115" fmla="*/ 1774314 h 2398711"/>
              <a:gd name="connsiteX8116" fmla="*/ 1737044 w 2119654"/>
              <a:gd name="connsiteY8116" fmla="*/ 1772514 h 2398711"/>
              <a:gd name="connsiteX8117" fmla="*/ 1738194 w 2119654"/>
              <a:gd name="connsiteY8117" fmla="*/ 1771105 h 2398711"/>
              <a:gd name="connsiteX8118" fmla="*/ 1738469 w 2119654"/>
              <a:gd name="connsiteY8118" fmla="*/ 1768394 h 2398711"/>
              <a:gd name="connsiteX8119" fmla="*/ 1737187 w 2119654"/>
              <a:gd name="connsiteY8119" fmla="*/ 1769381 h 2398711"/>
              <a:gd name="connsiteX8120" fmla="*/ 1733615 w 2119654"/>
              <a:gd name="connsiteY8120" fmla="*/ 1771910 h 2398711"/>
              <a:gd name="connsiteX8121" fmla="*/ 1816201 w 2119654"/>
              <a:gd name="connsiteY8121" fmla="*/ 1585799 h 2398711"/>
              <a:gd name="connsiteX8122" fmla="*/ 1818426 w 2119654"/>
              <a:gd name="connsiteY8122" fmla="*/ 1584871 h 2398711"/>
              <a:gd name="connsiteX8123" fmla="*/ 1818113 w 2119654"/>
              <a:gd name="connsiteY8123" fmla="*/ 1584324 h 2398711"/>
              <a:gd name="connsiteX8124" fmla="*/ 1644031 w 2119654"/>
              <a:gd name="connsiteY8124" fmla="*/ 1971176 h 2398711"/>
              <a:gd name="connsiteX8125" fmla="*/ 1644032 w 2119654"/>
              <a:gd name="connsiteY8125" fmla="*/ 1971175 h 2398711"/>
              <a:gd name="connsiteX8126" fmla="*/ 1644031 w 2119654"/>
              <a:gd name="connsiteY8126" fmla="*/ 1971175 h 2398711"/>
              <a:gd name="connsiteX8127" fmla="*/ 1693490 w 2119654"/>
              <a:gd name="connsiteY8127" fmla="*/ 1860409 h 2398711"/>
              <a:gd name="connsiteX8128" fmla="*/ 1693500 w 2119654"/>
              <a:gd name="connsiteY8128" fmla="*/ 1860624 h 2398711"/>
              <a:gd name="connsiteX8129" fmla="*/ 1694130 w 2119654"/>
              <a:gd name="connsiteY8129" fmla="*/ 1860236 h 2398711"/>
              <a:gd name="connsiteX8130" fmla="*/ 1716449 w 2119654"/>
              <a:gd name="connsiteY8130" fmla="*/ 1808951 h 2398711"/>
              <a:gd name="connsiteX8131" fmla="*/ 1718268 w 2119654"/>
              <a:gd name="connsiteY8131" fmla="*/ 1809040 h 2398711"/>
              <a:gd name="connsiteX8132" fmla="*/ 1718285 w 2119654"/>
              <a:gd name="connsiteY8132" fmla="*/ 1808575 h 2398711"/>
              <a:gd name="connsiteX8133" fmla="*/ 1716746 w 2119654"/>
              <a:gd name="connsiteY8133" fmla="*/ 1808628 h 2398711"/>
              <a:gd name="connsiteX8134" fmla="*/ 1712269 w 2119654"/>
              <a:gd name="connsiteY8134" fmla="*/ 1818308 h 2398711"/>
              <a:gd name="connsiteX8135" fmla="*/ 1712290 w 2119654"/>
              <a:gd name="connsiteY8135" fmla="*/ 1818404 h 2398711"/>
              <a:gd name="connsiteX8136" fmla="*/ 1712600 w 2119654"/>
              <a:gd name="connsiteY8136" fmla="*/ 1818287 h 2398711"/>
              <a:gd name="connsiteX8137" fmla="*/ 1759088 w 2119654"/>
              <a:gd name="connsiteY8137" fmla="*/ 1713402 h 2398711"/>
              <a:gd name="connsiteX8138" fmla="*/ 1759309 w 2119654"/>
              <a:gd name="connsiteY8138" fmla="*/ 1713700 h 2398711"/>
              <a:gd name="connsiteX8139" fmla="*/ 1760149 w 2119654"/>
              <a:gd name="connsiteY8139" fmla="*/ 1713135 h 2398711"/>
              <a:gd name="connsiteX8140" fmla="*/ 1760686 w 2119654"/>
              <a:gd name="connsiteY8140" fmla="*/ 1712666 h 2398711"/>
              <a:gd name="connsiteX8141" fmla="*/ 1760358 w 2119654"/>
              <a:gd name="connsiteY8141" fmla="*/ 1712073 h 2398711"/>
              <a:gd name="connsiteX8142" fmla="*/ 1717414 w 2119654"/>
              <a:gd name="connsiteY8142" fmla="*/ 1806697 h 2398711"/>
              <a:gd name="connsiteX8143" fmla="*/ 1718310 w 2119654"/>
              <a:gd name="connsiteY8143" fmla="*/ 1806243 h 2398711"/>
              <a:gd name="connsiteX8144" fmla="*/ 1718375 w 2119654"/>
              <a:gd name="connsiteY8144" fmla="*/ 1806173 h 2398711"/>
              <a:gd name="connsiteX8145" fmla="*/ 1718400 w 2119654"/>
              <a:gd name="connsiteY8145" fmla="*/ 1805489 h 2398711"/>
              <a:gd name="connsiteX8146" fmla="*/ 1801016 w 2119654"/>
              <a:gd name="connsiteY8146" fmla="*/ 1619485 h 2398711"/>
              <a:gd name="connsiteX8147" fmla="*/ 1808519 w 2119654"/>
              <a:gd name="connsiteY8147" fmla="*/ 1614809 h 2398711"/>
              <a:gd name="connsiteX8148" fmla="*/ 1808255 w 2119654"/>
              <a:gd name="connsiteY8148" fmla="*/ 1614824 h 2398711"/>
              <a:gd name="connsiteX8149" fmla="*/ 1803696 w 2119654"/>
              <a:gd name="connsiteY8149" fmla="*/ 1616169 h 2398711"/>
              <a:gd name="connsiteX8150" fmla="*/ 1829037 w 2119654"/>
              <a:gd name="connsiteY8150" fmla="*/ 1556723 h 2398711"/>
              <a:gd name="connsiteX8151" fmla="*/ 1830035 w 2119654"/>
              <a:gd name="connsiteY8151" fmla="*/ 1559731 h 2398711"/>
              <a:gd name="connsiteX8152" fmla="*/ 1830268 w 2119654"/>
              <a:gd name="connsiteY8152" fmla="*/ 1559394 h 2398711"/>
              <a:gd name="connsiteX8153" fmla="*/ 1829484 w 2119654"/>
              <a:gd name="connsiteY8153" fmla="*/ 1556423 h 2398711"/>
              <a:gd name="connsiteX8154" fmla="*/ 1645206 w 2119654"/>
              <a:gd name="connsiteY8154" fmla="*/ 1968357 h 2398711"/>
              <a:gd name="connsiteX8155" fmla="*/ 1644443 w 2119654"/>
              <a:gd name="connsiteY8155" fmla="*/ 1970188 h 2398711"/>
              <a:gd name="connsiteX8156" fmla="*/ 1644444 w 2119654"/>
              <a:gd name="connsiteY8156" fmla="*/ 1970213 h 2398711"/>
              <a:gd name="connsiteX8157" fmla="*/ 1648166 w 2119654"/>
              <a:gd name="connsiteY8157" fmla="*/ 1967817 h 2398711"/>
              <a:gd name="connsiteX8158" fmla="*/ 1712017 w 2119654"/>
              <a:gd name="connsiteY8158" fmla="*/ 1818707 h 2398711"/>
              <a:gd name="connsiteX8159" fmla="*/ 1712019 w 2119654"/>
              <a:gd name="connsiteY8159" fmla="*/ 1818904 h 2398711"/>
              <a:gd name="connsiteX8160" fmla="*/ 1712127 w 2119654"/>
              <a:gd name="connsiteY8160" fmla="*/ 1818873 h 2398711"/>
              <a:gd name="connsiteX8161" fmla="*/ 1712086 w 2119654"/>
              <a:gd name="connsiteY8161" fmla="*/ 1818681 h 2398711"/>
              <a:gd name="connsiteX8162" fmla="*/ 1694568 w 2119654"/>
              <a:gd name="connsiteY8162" fmla="*/ 1857778 h 2398711"/>
              <a:gd name="connsiteX8163" fmla="*/ 1694971 w 2119654"/>
              <a:gd name="connsiteY8163" fmla="*/ 1859697 h 2398711"/>
              <a:gd name="connsiteX8164" fmla="*/ 1695029 w 2119654"/>
              <a:gd name="connsiteY8164" fmla="*/ 1859681 h 2398711"/>
              <a:gd name="connsiteX8165" fmla="*/ 1695864 w 2119654"/>
              <a:gd name="connsiteY8165" fmla="*/ 1859167 h 2398711"/>
              <a:gd name="connsiteX8166" fmla="*/ 1695331 w 2119654"/>
              <a:gd name="connsiteY8166" fmla="*/ 1857763 h 2398711"/>
              <a:gd name="connsiteX8167" fmla="*/ 1731836 w 2119654"/>
              <a:gd name="connsiteY8167" fmla="*/ 1774320 h 2398711"/>
              <a:gd name="connsiteX8168" fmla="*/ 1731860 w 2119654"/>
              <a:gd name="connsiteY8168" fmla="*/ 1774518 h 2398711"/>
              <a:gd name="connsiteX8169" fmla="*/ 1731894 w 2119654"/>
              <a:gd name="connsiteY8169" fmla="*/ 1774505 h 2398711"/>
              <a:gd name="connsiteX8170" fmla="*/ 1731854 w 2119654"/>
              <a:gd name="connsiteY8170" fmla="*/ 1774295 h 2398711"/>
              <a:gd name="connsiteX8171" fmla="*/ 1814120 w 2119654"/>
              <a:gd name="connsiteY8171" fmla="*/ 1590063 h 2398711"/>
              <a:gd name="connsiteX8172" fmla="*/ 1818833 w 2119654"/>
              <a:gd name="connsiteY8172" fmla="*/ 1589135 h 2398711"/>
              <a:gd name="connsiteX8173" fmla="*/ 1819502 w 2119654"/>
              <a:gd name="connsiteY8173" fmla="*/ 1588952 h 2398711"/>
              <a:gd name="connsiteX8174" fmla="*/ 1820394 w 2119654"/>
              <a:gd name="connsiteY8174" fmla="*/ 1588315 h 2398711"/>
              <a:gd name="connsiteX8175" fmla="*/ 1819446 w 2119654"/>
              <a:gd name="connsiteY8175" fmla="*/ 1586657 h 2398711"/>
              <a:gd name="connsiteX8176" fmla="*/ 1819015 w 2119654"/>
              <a:gd name="connsiteY8176" fmla="*/ 1586811 h 2398711"/>
              <a:gd name="connsiteX8177" fmla="*/ 1767356 w 2119654"/>
              <a:gd name="connsiteY8177" fmla="*/ 1694763 h 2398711"/>
              <a:gd name="connsiteX8178" fmla="*/ 1767407 w 2119654"/>
              <a:gd name="connsiteY8178" fmla="*/ 1695046 h 2398711"/>
              <a:gd name="connsiteX8179" fmla="*/ 1768224 w 2119654"/>
              <a:gd name="connsiteY8179" fmla="*/ 1694971 h 2398711"/>
              <a:gd name="connsiteX8180" fmla="*/ 1769270 w 2119654"/>
              <a:gd name="connsiteY8180" fmla="*/ 1693272 h 2398711"/>
              <a:gd name="connsiteX8181" fmla="*/ 1817430 w 2119654"/>
              <a:gd name="connsiteY8181" fmla="*/ 1582618 h 2398711"/>
              <a:gd name="connsiteX8182" fmla="*/ 1817489 w 2119654"/>
              <a:gd name="connsiteY8182" fmla="*/ 1582720 h 2398711"/>
              <a:gd name="connsiteX8183" fmla="*/ 1822683 w 2119654"/>
              <a:gd name="connsiteY8183" fmla="*/ 1579209 h 2398711"/>
              <a:gd name="connsiteX8184" fmla="*/ 1822637 w 2119654"/>
              <a:gd name="connsiteY8184" fmla="*/ 1578755 h 2398711"/>
              <a:gd name="connsiteX8185" fmla="*/ 1822412 w 2119654"/>
              <a:gd name="connsiteY8185" fmla="*/ 1576788 h 2398711"/>
              <a:gd name="connsiteX8186" fmla="*/ 1821112 w 2119654"/>
              <a:gd name="connsiteY8186" fmla="*/ 1577277 h 2398711"/>
              <a:gd name="connsiteX8187" fmla="*/ 1818964 w 2119654"/>
              <a:gd name="connsiteY8187" fmla="*/ 1580393 h 2398711"/>
              <a:gd name="connsiteX8188" fmla="*/ 1820457 w 2119654"/>
              <a:gd name="connsiteY8188" fmla="*/ 1579696 h 2398711"/>
              <a:gd name="connsiteX8189" fmla="*/ 1820351 w 2119654"/>
              <a:gd name="connsiteY8189" fmla="*/ 1579905 h 2398711"/>
              <a:gd name="connsiteX8190" fmla="*/ 1818801 w 2119654"/>
              <a:gd name="connsiteY8190" fmla="*/ 1580629 h 2398711"/>
              <a:gd name="connsiteX8191" fmla="*/ 1645876 w 2119654"/>
              <a:gd name="connsiteY8191" fmla="*/ 1966748 h 2398711"/>
              <a:gd name="connsiteX8192" fmla="*/ 1645511 w 2119654"/>
              <a:gd name="connsiteY8192" fmla="*/ 1967624 h 2398711"/>
              <a:gd name="connsiteX8193" fmla="*/ 1649633 w 2119654"/>
              <a:gd name="connsiteY8193" fmla="*/ 1966873 h 2398711"/>
              <a:gd name="connsiteX8194" fmla="*/ 1650935 w 2119654"/>
              <a:gd name="connsiteY8194" fmla="*/ 1966035 h 2398711"/>
              <a:gd name="connsiteX8195" fmla="*/ 1806206 w 2119654"/>
              <a:gd name="connsiteY8195" fmla="*/ 1607517 h 2398711"/>
              <a:gd name="connsiteX8196" fmla="*/ 1807001 w 2119654"/>
              <a:gd name="connsiteY8196" fmla="*/ 1608284 h 2398711"/>
              <a:gd name="connsiteX8197" fmla="*/ 1807451 w 2119654"/>
              <a:gd name="connsiteY8197" fmla="*/ 1607954 h 2398711"/>
              <a:gd name="connsiteX8198" fmla="*/ 1806420 w 2119654"/>
              <a:gd name="connsiteY8198" fmla="*/ 1607423 h 2398711"/>
              <a:gd name="connsiteX8199" fmla="*/ 1647427 w 2119654"/>
              <a:gd name="connsiteY8199" fmla="*/ 1963026 h 2398711"/>
              <a:gd name="connsiteX8200" fmla="*/ 1646036 w 2119654"/>
              <a:gd name="connsiteY8200" fmla="*/ 1966363 h 2398711"/>
              <a:gd name="connsiteX8201" fmla="*/ 1651656 w 2119654"/>
              <a:gd name="connsiteY8201" fmla="*/ 1965571 h 2398711"/>
              <a:gd name="connsiteX8202" fmla="*/ 1655556 w 2119654"/>
              <a:gd name="connsiteY8202" fmla="*/ 1963060 h 2398711"/>
              <a:gd name="connsiteX8203" fmla="*/ 1655861 w 2119654"/>
              <a:gd name="connsiteY8203" fmla="*/ 1962191 h 2398711"/>
              <a:gd name="connsiteX8204" fmla="*/ 1649765 w 2119654"/>
              <a:gd name="connsiteY8204" fmla="*/ 1960919 h 2398711"/>
              <a:gd name="connsiteX8205" fmla="*/ 1611295 w 2119654"/>
              <a:gd name="connsiteY8205" fmla="*/ 2043916 h 2398711"/>
              <a:gd name="connsiteX8206" fmla="*/ 1612014 w 2119654"/>
              <a:gd name="connsiteY8206" fmla="*/ 2043915 h 2398711"/>
              <a:gd name="connsiteX8207" fmla="*/ 1611534 w 2119654"/>
              <a:gd name="connsiteY8207" fmla="*/ 2043771 h 2398711"/>
              <a:gd name="connsiteX8208" fmla="*/ 1623512 w 2119654"/>
              <a:gd name="connsiteY8208" fmla="*/ 2016557 h 2398711"/>
              <a:gd name="connsiteX8209" fmla="*/ 1623513 w 2119654"/>
              <a:gd name="connsiteY8209" fmla="*/ 2016582 h 2398711"/>
              <a:gd name="connsiteX8210" fmla="*/ 1631689 w 2119654"/>
              <a:gd name="connsiteY8210" fmla="*/ 2015561 h 2398711"/>
              <a:gd name="connsiteX8211" fmla="*/ 1632653 w 2119654"/>
              <a:gd name="connsiteY8211" fmla="*/ 2015261 h 2398711"/>
              <a:gd name="connsiteX8212" fmla="*/ 1632747 w 2119654"/>
              <a:gd name="connsiteY8212" fmla="*/ 2012846 h 2398711"/>
              <a:gd name="connsiteX8213" fmla="*/ 1629636 w 2119654"/>
              <a:gd name="connsiteY8213" fmla="*/ 2012193 h 2398711"/>
              <a:gd name="connsiteX8214" fmla="*/ 1628160 w 2119654"/>
              <a:gd name="connsiteY8214" fmla="*/ 2012449 h 2398711"/>
              <a:gd name="connsiteX8215" fmla="*/ 1633300 w 2119654"/>
              <a:gd name="connsiteY8215" fmla="*/ 1994602 h 2398711"/>
              <a:gd name="connsiteX8216" fmla="*/ 1633278 w 2119654"/>
              <a:gd name="connsiteY8216" fmla="*/ 1998358 h 2398711"/>
              <a:gd name="connsiteX8217" fmla="*/ 1638368 w 2119654"/>
              <a:gd name="connsiteY8217" fmla="*/ 1997838 h 2398711"/>
              <a:gd name="connsiteX8218" fmla="*/ 1641468 w 2119654"/>
              <a:gd name="connsiteY8218" fmla="*/ 1996619 h 2398711"/>
              <a:gd name="connsiteX8219" fmla="*/ 1639406 w 2119654"/>
              <a:gd name="connsiteY8219" fmla="*/ 1988972 h 2398711"/>
              <a:gd name="connsiteX8220" fmla="*/ 1636020 w 2119654"/>
              <a:gd name="connsiteY8220" fmla="*/ 1989791 h 2398711"/>
              <a:gd name="connsiteX8221" fmla="*/ 1633781 w 2119654"/>
              <a:gd name="connsiteY8221" fmla="*/ 1993753 h 2398711"/>
              <a:gd name="connsiteX8222" fmla="*/ 1634225 w 2119654"/>
              <a:gd name="connsiteY8222" fmla="*/ 1993496 h 2398711"/>
              <a:gd name="connsiteX8223" fmla="*/ 1634142 w 2119654"/>
              <a:gd name="connsiteY8223" fmla="*/ 1993703 h 2398711"/>
              <a:gd name="connsiteX8224" fmla="*/ 1633646 w 2119654"/>
              <a:gd name="connsiteY8224" fmla="*/ 1993990 h 2398711"/>
              <a:gd name="connsiteX8225" fmla="*/ 1712012 w 2119654"/>
              <a:gd name="connsiteY8225" fmla="*/ 1818334 h 2398711"/>
              <a:gd name="connsiteX8226" fmla="*/ 1712014 w 2119654"/>
              <a:gd name="connsiteY8226" fmla="*/ 1818507 h 2398711"/>
              <a:gd name="connsiteX8227" fmla="*/ 1712047 w 2119654"/>
              <a:gd name="connsiteY8227" fmla="*/ 1818495 h 2398711"/>
              <a:gd name="connsiteX8228" fmla="*/ 1648421 w 2119654"/>
              <a:gd name="connsiteY8228" fmla="*/ 1960638 h 2398711"/>
              <a:gd name="connsiteX8229" fmla="*/ 1648165 w 2119654"/>
              <a:gd name="connsiteY8229" fmla="*/ 1961252 h 2398711"/>
              <a:gd name="connsiteX8230" fmla="*/ 1648508 w 2119654"/>
              <a:gd name="connsiteY8230" fmla="*/ 1961191 h 2398711"/>
              <a:gd name="connsiteX8231" fmla="*/ 1648309 w 2119654"/>
              <a:gd name="connsiteY8231" fmla="*/ 1961415 h 2398711"/>
              <a:gd name="connsiteX8232" fmla="*/ 1648081 w 2119654"/>
              <a:gd name="connsiteY8232" fmla="*/ 1961455 h 2398711"/>
              <a:gd name="connsiteX8233" fmla="*/ 1647905 w 2119654"/>
              <a:gd name="connsiteY8233" fmla="*/ 1961877 h 2398711"/>
              <a:gd name="connsiteX8234" fmla="*/ 1649118 w 2119654"/>
              <a:gd name="connsiteY8234" fmla="*/ 1960783 h 2398711"/>
              <a:gd name="connsiteX8235" fmla="*/ 1731791 w 2119654"/>
              <a:gd name="connsiteY8235" fmla="*/ 1773954 h 2398711"/>
              <a:gd name="connsiteX8236" fmla="*/ 1731803 w 2119654"/>
              <a:gd name="connsiteY8236" fmla="*/ 1774052 h 2398711"/>
              <a:gd name="connsiteX8237" fmla="*/ 1731808 w 2119654"/>
              <a:gd name="connsiteY8237" fmla="*/ 1774045 h 2398711"/>
              <a:gd name="connsiteX8238" fmla="*/ 1776272 w 2119654"/>
              <a:gd name="connsiteY8238" fmla="*/ 1674345 h 2398711"/>
              <a:gd name="connsiteX8239" fmla="*/ 1776456 w 2119654"/>
              <a:gd name="connsiteY8239" fmla="*/ 1674735 h 2398711"/>
              <a:gd name="connsiteX8240" fmla="*/ 1778784 w 2119654"/>
              <a:gd name="connsiteY8240" fmla="*/ 1673673 h 2398711"/>
              <a:gd name="connsiteX8241" fmla="*/ 1776730 w 2119654"/>
              <a:gd name="connsiteY8241" fmla="*/ 1673888 h 2398711"/>
              <a:gd name="connsiteX8242" fmla="*/ 1758231 w 2119654"/>
              <a:gd name="connsiteY8242" fmla="*/ 1714677 h 2398711"/>
              <a:gd name="connsiteX8243" fmla="*/ 1758189 w 2119654"/>
              <a:gd name="connsiteY8243" fmla="*/ 1714849 h 2398711"/>
              <a:gd name="connsiteX8244" fmla="*/ 1758420 w 2119654"/>
              <a:gd name="connsiteY8244" fmla="*/ 1714646 h 2398711"/>
              <a:gd name="connsiteX8245" fmla="*/ 1758367 w 2119654"/>
              <a:gd name="connsiteY8245" fmla="*/ 1714585 h 2398711"/>
              <a:gd name="connsiteX8246" fmla="*/ 1766942 w 2119654"/>
              <a:gd name="connsiteY8246" fmla="*/ 1695086 h 2398711"/>
              <a:gd name="connsiteX8247" fmla="*/ 1766943 w 2119654"/>
              <a:gd name="connsiteY8247" fmla="*/ 1695088 h 2398711"/>
              <a:gd name="connsiteX8248" fmla="*/ 1767311 w 2119654"/>
              <a:gd name="connsiteY8248" fmla="*/ 1695054 h 2398711"/>
              <a:gd name="connsiteX8249" fmla="*/ 1767271 w 2119654"/>
              <a:gd name="connsiteY8249" fmla="*/ 1694829 h 2398711"/>
              <a:gd name="connsiteX8250" fmla="*/ 1732153 w 2119654"/>
              <a:gd name="connsiteY8250" fmla="*/ 1772946 h 2398711"/>
              <a:gd name="connsiteX8251" fmla="*/ 1732243 w 2119654"/>
              <a:gd name="connsiteY8251" fmla="*/ 1773469 h 2398711"/>
              <a:gd name="connsiteX8252" fmla="*/ 1733152 w 2119654"/>
              <a:gd name="connsiteY8252" fmla="*/ 1772238 h 2398711"/>
              <a:gd name="connsiteX8253" fmla="*/ 1740603 w 2119654"/>
              <a:gd name="connsiteY8253" fmla="*/ 1754022 h 2398711"/>
              <a:gd name="connsiteX8254" fmla="*/ 1739880 w 2119654"/>
              <a:gd name="connsiteY8254" fmla="*/ 1761143 h 2398711"/>
              <a:gd name="connsiteX8255" fmla="*/ 1742261 w 2119654"/>
              <a:gd name="connsiteY8255" fmla="*/ 1758997 h 2398711"/>
              <a:gd name="connsiteX8256" fmla="*/ 1741252 w 2119654"/>
              <a:gd name="connsiteY8256" fmla="*/ 1753744 h 2398711"/>
              <a:gd name="connsiteX8257" fmla="*/ 1775755 w 2119654"/>
              <a:gd name="connsiteY8257" fmla="*/ 1675250 h 2398711"/>
              <a:gd name="connsiteX8258" fmla="*/ 1775745 w 2119654"/>
              <a:gd name="connsiteY8258" fmla="*/ 1675823 h 2398711"/>
              <a:gd name="connsiteX8259" fmla="*/ 1776305 w 2119654"/>
              <a:gd name="connsiteY8259" fmla="*/ 1675665 h 2398711"/>
              <a:gd name="connsiteX8260" fmla="*/ 1776046 w 2119654"/>
              <a:gd name="connsiteY8260" fmla="*/ 1675117 h 2398711"/>
              <a:gd name="connsiteX8261" fmla="*/ 1763039 w 2119654"/>
              <a:gd name="connsiteY8261" fmla="*/ 1703699 h 2398711"/>
              <a:gd name="connsiteX8262" fmla="*/ 1764618 w 2119654"/>
              <a:gd name="connsiteY8262" fmla="*/ 1703316 h 2398711"/>
              <a:gd name="connsiteX8263" fmla="*/ 1764834 w 2119654"/>
              <a:gd name="connsiteY8263" fmla="*/ 1703090 h 2398711"/>
              <a:gd name="connsiteX8264" fmla="*/ 1763222 w 2119654"/>
              <a:gd name="connsiteY8264" fmla="*/ 1703403 h 2398711"/>
              <a:gd name="connsiteX8265" fmla="*/ 1650435 w 2119654"/>
              <a:gd name="connsiteY8265" fmla="*/ 1955806 h 2398711"/>
              <a:gd name="connsiteX8266" fmla="*/ 1648518 w 2119654"/>
              <a:gd name="connsiteY8266" fmla="*/ 1960407 h 2398711"/>
              <a:gd name="connsiteX8267" fmla="*/ 1649334 w 2119654"/>
              <a:gd name="connsiteY8267" fmla="*/ 1960589 h 2398711"/>
              <a:gd name="connsiteX8268" fmla="*/ 1654808 w 2119654"/>
              <a:gd name="connsiteY8268" fmla="*/ 1955656 h 2398711"/>
              <a:gd name="connsiteX8269" fmla="*/ 1650557 w 2119654"/>
              <a:gd name="connsiteY8269" fmla="*/ 1955511 h 2398711"/>
              <a:gd name="connsiteX8270" fmla="*/ 1650553 w 2119654"/>
              <a:gd name="connsiteY8270" fmla="*/ 1955521 h 2398711"/>
              <a:gd name="connsiteX8271" fmla="*/ 1655132 w 2119654"/>
              <a:gd name="connsiteY8271" fmla="*/ 1955364 h 2398711"/>
              <a:gd name="connsiteX8272" fmla="*/ 1655857 w 2119654"/>
              <a:gd name="connsiteY8272" fmla="*/ 1954710 h 2398711"/>
              <a:gd name="connsiteX8273" fmla="*/ 1686199 w 2119654"/>
              <a:gd name="connsiteY8273" fmla="*/ 1875615 h 2398711"/>
              <a:gd name="connsiteX8274" fmla="*/ 1685645 w 2119654"/>
              <a:gd name="connsiteY8274" fmla="*/ 1878127 h 2398711"/>
              <a:gd name="connsiteX8275" fmla="*/ 1685927 w 2119654"/>
              <a:gd name="connsiteY8275" fmla="*/ 1879643 h 2398711"/>
              <a:gd name="connsiteX8276" fmla="*/ 1686945 w 2119654"/>
              <a:gd name="connsiteY8276" fmla="*/ 1879331 h 2398711"/>
              <a:gd name="connsiteX8277" fmla="*/ 1687048 w 2119654"/>
              <a:gd name="connsiteY8277" fmla="*/ 1875282 h 2398711"/>
              <a:gd name="connsiteX8278" fmla="*/ 1688247 w 2119654"/>
              <a:gd name="connsiteY8278" fmla="*/ 1871022 h 2398711"/>
              <a:gd name="connsiteX8279" fmla="*/ 1688383 w 2119654"/>
              <a:gd name="connsiteY8279" fmla="*/ 1871845 h 2398711"/>
              <a:gd name="connsiteX8280" fmla="*/ 1691431 w 2119654"/>
              <a:gd name="connsiteY8280" fmla="*/ 1871880 h 2398711"/>
              <a:gd name="connsiteX8281" fmla="*/ 1691247 w 2119654"/>
              <a:gd name="connsiteY8281" fmla="*/ 1868528 h 2398711"/>
              <a:gd name="connsiteX8282" fmla="*/ 1651312 w 2119654"/>
              <a:gd name="connsiteY8282" fmla="*/ 1953698 h 2398711"/>
              <a:gd name="connsiteX8283" fmla="*/ 1650733 w 2119654"/>
              <a:gd name="connsiteY8283" fmla="*/ 1955090 h 2398711"/>
              <a:gd name="connsiteX8284" fmla="*/ 1656384 w 2119654"/>
              <a:gd name="connsiteY8284" fmla="*/ 1954236 h 2398711"/>
              <a:gd name="connsiteX8285" fmla="*/ 1659698 w 2119654"/>
              <a:gd name="connsiteY8285" fmla="*/ 1951248 h 2398711"/>
              <a:gd name="connsiteX8286" fmla="*/ 1659895 w 2119654"/>
              <a:gd name="connsiteY8286" fmla="*/ 1950686 h 2398711"/>
              <a:gd name="connsiteX8287" fmla="*/ 1830055 w 2119654"/>
              <a:gd name="connsiteY8287" fmla="*/ 1553438 h 2398711"/>
              <a:gd name="connsiteX8288" fmla="*/ 1830563 w 2119654"/>
              <a:gd name="connsiteY8288" fmla="*/ 1555364 h 2398711"/>
              <a:gd name="connsiteX8289" fmla="*/ 1835234 w 2119654"/>
              <a:gd name="connsiteY8289" fmla="*/ 1552219 h 2398711"/>
              <a:gd name="connsiteX8290" fmla="*/ 1835339 w 2119654"/>
              <a:gd name="connsiteY8290" fmla="*/ 1552067 h 2398711"/>
              <a:gd name="connsiteX8291" fmla="*/ 1834768 w 2119654"/>
              <a:gd name="connsiteY8291" fmla="*/ 1552223 h 2398711"/>
              <a:gd name="connsiteX8292" fmla="*/ 1812696 w 2119654"/>
              <a:gd name="connsiteY8292" fmla="*/ 1592246 h 2398711"/>
              <a:gd name="connsiteX8293" fmla="*/ 1813089 w 2119654"/>
              <a:gd name="connsiteY8293" fmla="*/ 1592910 h 2398711"/>
              <a:gd name="connsiteX8294" fmla="*/ 1814244 w 2119654"/>
              <a:gd name="connsiteY8294" fmla="*/ 1592710 h 2398711"/>
              <a:gd name="connsiteX8295" fmla="*/ 1816258 w 2119654"/>
              <a:gd name="connsiteY8295" fmla="*/ 1591270 h 2398711"/>
              <a:gd name="connsiteX8296" fmla="*/ 1631717 w 2119654"/>
              <a:gd name="connsiteY8296" fmla="*/ 1997403 h 2398711"/>
              <a:gd name="connsiteX8297" fmla="*/ 1631905 w 2119654"/>
              <a:gd name="connsiteY8297" fmla="*/ 1998489 h 2398711"/>
              <a:gd name="connsiteX8298" fmla="*/ 1632115 w 2119654"/>
              <a:gd name="connsiteY8298" fmla="*/ 1998476 h 2398711"/>
              <a:gd name="connsiteX8299" fmla="*/ 1632954 w 2119654"/>
              <a:gd name="connsiteY8299" fmla="*/ 1998391 h 2398711"/>
              <a:gd name="connsiteX8300" fmla="*/ 1632974 w 2119654"/>
              <a:gd name="connsiteY8300" fmla="*/ 1995181 h 2398711"/>
              <a:gd name="connsiteX8301" fmla="*/ 1775763 w 2119654"/>
              <a:gd name="connsiteY8301" fmla="*/ 1674851 h 2398711"/>
              <a:gd name="connsiteX8302" fmla="*/ 1775759 w 2119654"/>
              <a:gd name="connsiteY8302" fmla="*/ 1675053 h 2398711"/>
              <a:gd name="connsiteX8303" fmla="*/ 1775970 w 2119654"/>
              <a:gd name="connsiteY8303" fmla="*/ 1674957 h 2398711"/>
              <a:gd name="connsiteX8304" fmla="*/ 1775870 w 2119654"/>
              <a:gd name="connsiteY8304" fmla="*/ 1674745 h 2398711"/>
              <a:gd name="connsiteX8305" fmla="*/ 1819087 w 2119654"/>
              <a:gd name="connsiteY8305" fmla="*/ 1577802 h 2398711"/>
              <a:gd name="connsiteX8306" fmla="*/ 1819435 w 2119654"/>
              <a:gd name="connsiteY8306" fmla="*/ 1577671 h 2398711"/>
              <a:gd name="connsiteX8307" fmla="*/ 1820649 w 2119654"/>
              <a:gd name="connsiteY8307" fmla="*/ 1575911 h 2398711"/>
              <a:gd name="connsiteX8308" fmla="*/ 1820316 w 2119654"/>
              <a:gd name="connsiteY8308" fmla="*/ 1576028 h 2398711"/>
              <a:gd name="connsiteX8309" fmla="*/ 1653699 w 2119654"/>
              <a:gd name="connsiteY8309" fmla="*/ 1947970 h 2398711"/>
              <a:gd name="connsiteX8310" fmla="*/ 1651572 w 2119654"/>
              <a:gd name="connsiteY8310" fmla="*/ 1953075 h 2398711"/>
              <a:gd name="connsiteX8311" fmla="*/ 1660108 w 2119654"/>
              <a:gd name="connsiteY8311" fmla="*/ 1950080 h 2398711"/>
              <a:gd name="connsiteX8312" fmla="*/ 1661185 w 2119654"/>
              <a:gd name="connsiteY8312" fmla="*/ 1947007 h 2398711"/>
              <a:gd name="connsiteX8313" fmla="*/ 1631074 w 2119654"/>
              <a:gd name="connsiteY8313" fmla="*/ 1998540 h 2398711"/>
              <a:gd name="connsiteX8314" fmla="*/ 1631609 w 2119654"/>
              <a:gd name="connsiteY8314" fmla="*/ 1998507 h 2398711"/>
              <a:gd name="connsiteX8315" fmla="*/ 1631480 w 2119654"/>
              <a:gd name="connsiteY8315" fmla="*/ 1997822 h 2398711"/>
              <a:gd name="connsiteX8316" fmla="*/ 1654281 w 2119654"/>
              <a:gd name="connsiteY8316" fmla="*/ 1946572 h 2398711"/>
              <a:gd name="connsiteX8317" fmla="*/ 1653862 w 2119654"/>
              <a:gd name="connsiteY8317" fmla="*/ 1947577 h 2398711"/>
              <a:gd name="connsiteX8318" fmla="*/ 1661322 w 2119654"/>
              <a:gd name="connsiteY8318" fmla="*/ 1946619 h 2398711"/>
              <a:gd name="connsiteX8319" fmla="*/ 1661973 w 2119654"/>
              <a:gd name="connsiteY8319" fmla="*/ 1944761 h 2398711"/>
              <a:gd name="connsiteX8320" fmla="*/ 1662030 w 2119654"/>
              <a:gd name="connsiteY8320" fmla="*/ 1943279 h 2398711"/>
              <a:gd name="connsiteX8321" fmla="*/ 1657896 w 2119654"/>
              <a:gd name="connsiteY8321" fmla="*/ 1945128 h 2398711"/>
              <a:gd name="connsiteX8322" fmla="*/ 1591127 w 2119654"/>
              <a:gd name="connsiteY8322" fmla="*/ 2087956 h 2398711"/>
              <a:gd name="connsiteX8323" fmla="*/ 1591761 w 2119654"/>
              <a:gd name="connsiteY8323" fmla="*/ 2106378 h 2398711"/>
              <a:gd name="connsiteX8324" fmla="*/ 1592517 w 2119654"/>
              <a:gd name="connsiteY8324" fmla="*/ 2106222 h 2398711"/>
              <a:gd name="connsiteX8325" fmla="*/ 1597027 w 2119654"/>
              <a:gd name="connsiteY8325" fmla="*/ 2089199 h 2398711"/>
              <a:gd name="connsiteX8326" fmla="*/ 1748643 w 2119654"/>
              <a:gd name="connsiteY8326" fmla="*/ 1735235 h 2398711"/>
              <a:gd name="connsiteX8327" fmla="*/ 1751327 w 2119654"/>
              <a:gd name="connsiteY8327" fmla="*/ 1734530 h 2398711"/>
              <a:gd name="connsiteX8328" fmla="*/ 1751230 w 2119654"/>
              <a:gd name="connsiteY8328" fmla="*/ 1734293 h 2398711"/>
              <a:gd name="connsiteX8329" fmla="*/ 1750435 w 2119654"/>
              <a:gd name="connsiteY8329" fmla="*/ 1733501 h 2398711"/>
              <a:gd name="connsiteX8330" fmla="*/ 1750018 w 2119654"/>
              <a:gd name="connsiteY8330" fmla="*/ 1733578 h 2398711"/>
              <a:gd name="connsiteX8331" fmla="*/ 1749817 w 2119654"/>
              <a:gd name="connsiteY8331" fmla="*/ 1733664 h 2398711"/>
              <a:gd name="connsiteX8332" fmla="*/ 1715707 w 2119654"/>
              <a:gd name="connsiteY8332" fmla="*/ 1808916 h 2398711"/>
              <a:gd name="connsiteX8333" fmla="*/ 1715849 w 2119654"/>
              <a:gd name="connsiteY8333" fmla="*/ 1808922 h 2398711"/>
              <a:gd name="connsiteX8334" fmla="*/ 1715985 w 2119654"/>
              <a:gd name="connsiteY8334" fmla="*/ 1808775 h 2398711"/>
              <a:gd name="connsiteX8335" fmla="*/ 1903739 w 2119654"/>
              <a:gd name="connsiteY8335" fmla="*/ 1387820 h 2398711"/>
              <a:gd name="connsiteX8336" fmla="*/ 1911021 w 2119654"/>
              <a:gd name="connsiteY8336" fmla="*/ 1385509 h 2398711"/>
              <a:gd name="connsiteX8337" fmla="*/ 1915022 w 2119654"/>
              <a:gd name="connsiteY8337" fmla="*/ 1380333 h 2398711"/>
              <a:gd name="connsiteX8338" fmla="*/ 1909485 w 2119654"/>
              <a:gd name="connsiteY8338" fmla="*/ 1384063 h 2398711"/>
              <a:gd name="connsiteX8339" fmla="*/ 1805757 w 2119654"/>
              <a:gd name="connsiteY8339" fmla="*/ 1607082 h 2398711"/>
              <a:gd name="connsiteX8340" fmla="*/ 1805831 w 2119654"/>
              <a:gd name="connsiteY8340" fmla="*/ 1607154 h 2398711"/>
              <a:gd name="connsiteX8341" fmla="*/ 1805866 w 2119654"/>
              <a:gd name="connsiteY8341" fmla="*/ 1607138 h 2398711"/>
              <a:gd name="connsiteX8342" fmla="*/ 1628891 w 2119654"/>
              <a:gd name="connsiteY8342" fmla="*/ 2003062 h 2398711"/>
              <a:gd name="connsiteX8343" fmla="*/ 1632571 w 2119654"/>
              <a:gd name="connsiteY8343" fmla="*/ 2003634 h 2398711"/>
              <a:gd name="connsiteX8344" fmla="*/ 1632218 w 2119654"/>
              <a:gd name="connsiteY8344" fmla="*/ 2001753 h 2398711"/>
              <a:gd name="connsiteX8345" fmla="*/ 1769704 w 2119654"/>
              <a:gd name="connsiteY8345" fmla="*/ 1687750 h 2398711"/>
              <a:gd name="connsiteX8346" fmla="*/ 1769866 w 2119654"/>
              <a:gd name="connsiteY8346" fmla="*/ 1688222 h 2398711"/>
              <a:gd name="connsiteX8347" fmla="*/ 1771785 w 2119654"/>
              <a:gd name="connsiteY8347" fmla="*/ 1687317 h 2398711"/>
              <a:gd name="connsiteX8348" fmla="*/ 1607552 w 2119654"/>
              <a:gd name="connsiteY8348" fmla="*/ 2050811 h 2398711"/>
              <a:gd name="connsiteX8349" fmla="*/ 1607427 w 2119654"/>
              <a:gd name="connsiteY8349" fmla="*/ 2051560 h 2398711"/>
              <a:gd name="connsiteX8350" fmla="*/ 1607252 w 2119654"/>
              <a:gd name="connsiteY8350" fmla="*/ 2052226 h 2398711"/>
              <a:gd name="connsiteX8351" fmla="*/ 1606871 w 2119654"/>
              <a:gd name="connsiteY8351" fmla="*/ 2058425 h 2398711"/>
              <a:gd name="connsiteX8352" fmla="*/ 1609814 w 2119654"/>
              <a:gd name="connsiteY8352" fmla="*/ 2058323 h 2398711"/>
              <a:gd name="connsiteX8353" fmla="*/ 1611531 w 2119654"/>
              <a:gd name="connsiteY8353" fmla="*/ 2058128 h 2398711"/>
              <a:gd name="connsiteX8354" fmla="*/ 1784258 w 2119654"/>
              <a:gd name="connsiteY8354" fmla="*/ 1655018 h 2398711"/>
              <a:gd name="connsiteX8355" fmla="*/ 1786532 w 2119654"/>
              <a:gd name="connsiteY8355" fmla="*/ 1654453 h 2398711"/>
              <a:gd name="connsiteX8356" fmla="*/ 1785959 w 2119654"/>
              <a:gd name="connsiteY8356" fmla="*/ 1653307 h 2398711"/>
              <a:gd name="connsiteX8357" fmla="*/ 1815041 w 2119654"/>
              <a:gd name="connsiteY8357" fmla="*/ 1586085 h 2398711"/>
              <a:gd name="connsiteX8358" fmla="*/ 1817876 w 2119654"/>
              <a:gd name="connsiteY8358" fmla="*/ 1583909 h 2398711"/>
              <a:gd name="connsiteX8359" fmla="*/ 1817506 w 2119654"/>
              <a:gd name="connsiteY8359" fmla="*/ 1583261 h 2398711"/>
              <a:gd name="connsiteX8360" fmla="*/ 1817069 w 2119654"/>
              <a:gd name="connsiteY8360" fmla="*/ 1583305 h 2398711"/>
              <a:gd name="connsiteX8361" fmla="*/ 1816858 w 2119654"/>
              <a:gd name="connsiteY8361" fmla="*/ 1583448 h 2398711"/>
              <a:gd name="connsiteX8362" fmla="*/ 1629907 w 2119654"/>
              <a:gd name="connsiteY8362" fmla="*/ 2000603 h 2398711"/>
              <a:gd name="connsiteX8363" fmla="*/ 1631423 w 2119654"/>
              <a:gd name="connsiteY8363" fmla="*/ 2000570 h 2398711"/>
              <a:gd name="connsiteX8364" fmla="*/ 1631957 w 2119654"/>
              <a:gd name="connsiteY8364" fmla="*/ 2000360 h 2398711"/>
              <a:gd name="connsiteX8365" fmla="*/ 1631706 w 2119654"/>
              <a:gd name="connsiteY8365" fmla="*/ 1999021 h 2398711"/>
              <a:gd name="connsiteX8366" fmla="*/ 1630746 w 2119654"/>
              <a:gd name="connsiteY8366" fmla="*/ 1999120 h 2398711"/>
              <a:gd name="connsiteX8367" fmla="*/ 1734489 w 2119654"/>
              <a:gd name="connsiteY8367" fmla="*/ 1766421 h 2398711"/>
              <a:gd name="connsiteX8368" fmla="*/ 1736823 w 2119654"/>
              <a:gd name="connsiteY8368" fmla="*/ 1764899 h 2398711"/>
              <a:gd name="connsiteX8369" fmla="*/ 1735982 w 2119654"/>
              <a:gd name="connsiteY8369" fmla="*/ 1765076 h 2398711"/>
              <a:gd name="connsiteX8370" fmla="*/ 1762434 w 2119654"/>
              <a:gd name="connsiteY8370" fmla="*/ 1703847 h 2398711"/>
              <a:gd name="connsiteX8371" fmla="*/ 1762783 w 2119654"/>
              <a:gd name="connsiteY8371" fmla="*/ 1703761 h 2398711"/>
              <a:gd name="connsiteX8372" fmla="*/ 1762981 w 2119654"/>
              <a:gd name="connsiteY8372" fmla="*/ 1703451 h 2398711"/>
              <a:gd name="connsiteX8373" fmla="*/ 1762756 w 2119654"/>
              <a:gd name="connsiteY8373" fmla="*/ 1703494 h 2398711"/>
              <a:gd name="connsiteX8374" fmla="*/ 1760871 w 2119654"/>
              <a:gd name="connsiteY8374" fmla="*/ 1707221 h 2398711"/>
              <a:gd name="connsiteX8375" fmla="*/ 1760948 w 2119654"/>
              <a:gd name="connsiteY8375" fmla="*/ 1707157 h 2398711"/>
              <a:gd name="connsiteX8376" fmla="*/ 1763932 w 2119654"/>
              <a:gd name="connsiteY8376" fmla="*/ 1704033 h 2398711"/>
              <a:gd name="connsiteX8377" fmla="*/ 1762640 w 2119654"/>
              <a:gd name="connsiteY8377" fmla="*/ 1704347 h 2398711"/>
              <a:gd name="connsiteX8378" fmla="*/ 1629497 w 2119654"/>
              <a:gd name="connsiteY8378" fmla="*/ 2001328 h 2398711"/>
              <a:gd name="connsiteX8379" fmla="*/ 1630585 w 2119654"/>
              <a:gd name="connsiteY8379" fmla="*/ 2000900 h 2398711"/>
              <a:gd name="connsiteX8380" fmla="*/ 1629728 w 2119654"/>
              <a:gd name="connsiteY8380" fmla="*/ 2000918 h 2398711"/>
              <a:gd name="connsiteX8381" fmla="*/ 1711991 w 2119654"/>
              <a:gd name="connsiteY8381" fmla="*/ 1816531 h 2398711"/>
              <a:gd name="connsiteX8382" fmla="*/ 1711991 w 2119654"/>
              <a:gd name="connsiteY8382" fmla="*/ 1816563 h 2398711"/>
              <a:gd name="connsiteX8383" fmla="*/ 1722022 w 2119654"/>
              <a:gd name="connsiteY8383" fmla="*/ 1815948 h 2398711"/>
              <a:gd name="connsiteX8384" fmla="*/ 1723519 w 2119654"/>
              <a:gd name="connsiteY8384" fmla="*/ 1815487 h 2398711"/>
              <a:gd name="connsiteX8385" fmla="*/ 1723561 w 2119654"/>
              <a:gd name="connsiteY8385" fmla="*/ 1813125 h 2398711"/>
              <a:gd name="connsiteX8386" fmla="*/ 1722458 w 2119654"/>
              <a:gd name="connsiteY8386" fmla="*/ 1813208 h 2398711"/>
              <a:gd name="connsiteX8387" fmla="*/ 1718270 w 2119654"/>
              <a:gd name="connsiteY8387" fmla="*/ 1814537 h 2398711"/>
              <a:gd name="connsiteX8388" fmla="*/ 1718219 w 2119654"/>
              <a:gd name="connsiteY8388" fmla="*/ 1815906 h 2398711"/>
              <a:gd name="connsiteX8389" fmla="*/ 1718004 w 2119654"/>
              <a:gd name="connsiteY8389" fmla="*/ 1816159 h 2398711"/>
              <a:gd name="connsiteX8390" fmla="*/ 1718062 w 2119654"/>
              <a:gd name="connsiteY8390" fmla="*/ 1814604 h 2398711"/>
              <a:gd name="connsiteX8391" fmla="*/ 1869728 w 2119654"/>
              <a:gd name="connsiteY8391" fmla="*/ 1463320 h 2398711"/>
              <a:gd name="connsiteX8392" fmla="*/ 1886376 w 2119654"/>
              <a:gd name="connsiteY8392" fmla="*/ 1456129 h 2398711"/>
              <a:gd name="connsiteX8393" fmla="*/ 1900802 w 2119654"/>
              <a:gd name="connsiteY8393" fmla="*/ 1449611 h 2398711"/>
              <a:gd name="connsiteX8394" fmla="*/ 1902182 w 2119654"/>
              <a:gd name="connsiteY8394" fmla="*/ 1447370 h 2398711"/>
              <a:gd name="connsiteX8395" fmla="*/ 1902223 w 2119654"/>
              <a:gd name="connsiteY8395" fmla="*/ 1447721 h 2398711"/>
              <a:gd name="connsiteX8396" fmla="*/ 1901158 w 2119654"/>
              <a:gd name="connsiteY8396" fmla="*/ 1449451 h 2398711"/>
              <a:gd name="connsiteX8397" fmla="*/ 1907215 w 2119654"/>
              <a:gd name="connsiteY8397" fmla="*/ 1446714 h 2398711"/>
              <a:gd name="connsiteX8398" fmla="*/ 1914330 w 2119654"/>
              <a:gd name="connsiteY8398" fmla="*/ 1441191 h 2398711"/>
              <a:gd name="connsiteX8399" fmla="*/ 1912375 w 2119654"/>
              <a:gd name="connsiteY8399" fmla="*/ 1439201 h 2398711"/>
              <a:gd name="connsiteX8400" fmla="*/ 1898753 w 2119654"/>
              <a:gd name="connsiteY8400" fmla="*/ 1444191 h 2398711"/>
              <a:gd name="connsiteX8401" fmla="*/ 1893229 w 2119654"/>
              <a:gd name="connsiteY8401" fmla="*/ 1446131 h 2398711"/>
              <a:gd name="connsiteX8402" fmla="*/ 1872603 w 2119654"/>
              <a:gd name="connsiteY8402" fmla="*/ 1461268 h 2398711"/>
              <a:gd name="connsiteX8403" fmla="*/ 1665035 w 2119654"/>
              <a:gd name="connsiteY8403" fmla="*/ 1921647 h 2398711"/>
              <a:gd name="connsiteX8404" fmla="*/ 1664981 w 2119654"/>
              <a:gd name="connsiteY8404" fmla="*/ 1924632 h 2398711"/>
              <a:gd name="connsiteX8405" fmla="*/ 1665255 w 2119654"/>
              <a:gd name="connsiteY8405" fmla="*/ 1925400 h 2398711"/>
              <a:gd name="connsiteX8406" fmla="*/ 1666240 w 2119654"/>
              <a:gd name="connsiteY8406" fmla="*/ 1925237 h 2398711"/>
              <a:gd name="connsiteX8407" fmla="*/ 1669385 w 2119654"/>
              <a:gd name="connsiteY8407" fmla="*/ 1923626 h 2398711"/>
              <a:gd name="connsiteX8408" fmla="*/ 1670646 w 2119654"/>
              <a:gd name="connsiteY8408" fmla="*/ 1920031 h 2398711"/>
              <a:gd name="connsiteX8409" fmla="*/ 1668604 w 2119654"/>
              <a:gd name="connsiteY8409" fmla="*/ 1919929 h 2398711"/>
              <a:gd name="connsiteX8410" fmla="*/ 1616632 w 2119654"/>
              <a:gd name="connsiteY8410" fmla="*/ 2030010 h 2398711"/>
              <a:gd name="connsiteX8411" fmla="*/ 1617038 w 2119654"/>
              <a:gd name="connsiteY8411" fmla="*/ 2034389 h 2398711"/>
              <a:gd name="connsiteX8412" fmla="*/ 1623716 w 2119654"/>
              <a:gd name="connsiteY8412" fmla="*/ 2033736 h 2398711"/>
              <a:gd name="connsiteX8413" fmla="*/ 1623658 w 2119654"/>
              <a:gd name="connsiteY8413" fmla="*/ 2031396 h 2398711"/>
              <a:gd name="connsiteX8414" fmla="*/ 1741050 w 2119654"/>
              <a:gd name="connsiteY8414" fmla="*/ 1751396 h 2398711"/>
              <a:gd name="connsiteX8415" fmla="*/ 1741127 w 2119654"/>
              <a:gd name="connsiteY8415" fmla="*/ 1751798 h 2398711"/>
              <a:gd name="connsiteX8416" fmla="*/ 1742019 w 2119654"/>
              <a:gd name="connsiteY8416" fmla="*/ 1751426 h 2398711"/>
              <a:gd name="connsiteX8417" fmla="*/ 1741810 w 2119654"/>
              <a:gd name="connsiteY8417" fmla="*/ 1751076 h 2398711"/>
              <a:gd name="connsiteX8418" fmla="*/ 1673901 w 2119654"/>
              <a:gd name="connsiteY8418" fmla="*/ 1901625 h 2398711"/>
              <a:gd name="connsiteX8419" fmla="*/ 1674374 w 2119654"/>
              <a:gd name="connsiteY8419" fmla="*/ 1902899 h 2398711"/>
              <a:gd name="connsiteX8420" fmla="*/ 1674842 w 2119654"/>
              <a:gd name="connsiteY8420" fmla="*/ 1902807 h 2398711"/>
              <a:gd name="connsiteX8421" fmla="*/ 1675129 w 2119654"/>
              <a:gd name="connsiteY8421" fmla="*/ 1901503 h 2398711"/>
              <a:gd name="connsiteX8422" fmla="*/ 1848783 w 2119654"/>
              <a:gd name="connsiteY8422" fmla="*/ 1510020 h 2398711"/>
              <a:gd name="connsiteX8423" fmla="*/ 1853915 w 2119654"/>
              <a:gd name="connsiteY8423" fmla="*/ 1516919 h 2398711"/>
              <a:gd name="connsiteX8424" fmla="*/ 1857116 w 2119654"/>
              <a:gd name="connsiteY8424" fmla="*/ 1515599 h 2398711"/>
              <a:gd name="connsiteX8425" fmla="*/ 1862272 w 2119654"/>
              <a:gd name="connsiteY8425" fmla="*/ 1510659 h 2398711"/>
              <a:gd name="connsiteX8426" fmla="*/ 1859606 w 2119654"/>
              <a:gd name="connsiteY8426" fmla="*/ 1505179 h 2398711"/>
              <a:gd name="connsiteX8427" fmla="*/ 1740845 w 2119654"/>
              <a:gd name="connsiteY8427" fmla="*/ 1751630 h 2398711"/>
              <a:gd name="connsiteX8428" fmla="*/ 1740815 w 2119654"/>
              <a:gd name="connsiteY8428" fmla="*/ 1751928 h 2398711"/>
              <a:gd name="connsiteX8429" fmla="*/ 1740896 w 2119654"/>
              <a:gd name="connsiteY8429" fmla="*/ 1751894 h 2398711"/>
              <a:gd name="connsiteX8430" fmla="*/ 1667538 w 2119654"/>
              <a:gd name="connsiteY8430" fmla="*/ 1915739 h 2398711"/>
              <a:gd name="connsiteX8431" fmla="*/ 1668786 w 2119654"/>
              <a:gd name="connsiteY8431" fmla="*/ 1915617 h 2398711"/>
              <a:gd name="connsiteX8432" fmla="*/ 1671555 w 2119654"/>
              <a:gd name="connsiteY8432" fmla="*/ 1914496 h 2398711"/>
              <a:gd name="connsiteX8433" fmla="*/ 1672355 w 2119654"/>
              <a:gd name="connsiteY8433" fmla="*/ 1914067 h 2398711"/>
              <a:gd name="connsiteX8434" fmla="*/ 1672562 w 2119654"/>
              <a:gd name="connsiteY8434" fmla="*/ 1913131 h 2398711"/>
              <a:gd name="connsiteX8435" fmla="*/ 1693377 w 2119654"/>
              <a:gd name="connsiteY8435" fmla="*/ 1857842 h 2398711"/>
              <a:gd name="connsiteX8436" fmla="*/ 1693477 w 2119654"/>
              <a:gd name="connsiteY8436" fmla="*/ 1860100 h 2398711"/>
              <a:gd name="connsiteX8437" fmla="*/ 1694780 w 2119654"/>
              <a:gd name="connsiteY8437" fmla="*/ 1859748 h 2398711"/>
              <a:gd name="connsiteX8438" fmla="*/ 1694299 w 2119654"/>
              <a:gd name="connsiteY8438" fmla="*/ 1857783 h 2398711"/>
              <a:gd name="connsiteX8439" fmla="*/ 1693432 w 2119654"/>
              <a:gd name="connsiteY8439" fmla="*/ 1857801 h 2398711"/>
              <a:gd name="connsiteX8440" fmla="*/ 1686950 w 2119654"/>
              <a:gd name="connsiteY8440" fmla="*/ 1872216 h 2398711"/>
              <a:gd name="connsiteX8441" fmla="*/ 1686260 w 2119654"/>
              <a:gd name="connsiteY8441" fmla="*/ 1875342 h 2398711"/>
              <a:gd name="connsiteX8442" fmla="*/ 1687054 w 2119654"/>
              <a:gd name="connsiteY8442" fmla="*/ 1875030 h 2398711"/>
              <a:gd name="connsiteX8443" fmla="*/ 1687111 w 2119654"/>
              <a:gd name="connsiteY8443" fmla="*/ 1872785 h 2398711"/>
              <a:gd name="connsiteX8444" fmla="*/ 1687018 w 2119654"/>
              <a:gd name="connsiteY8444" fmla="*/ 1872217 h 2398711"/>
              <a:gd name="connsiteX8445" fmla="*/ 1874375 w 2119654"/>
              <a:gd name="connsiteY8445" fmla="*/ 1452445 h 2398711"/>
              <a:gd name="connsiteX8446" fmla="*/ 1893608 w 2119654"/>
              <a:gd name="connsiteY8446" fmla="*/ 1445691 h 2398711"/>
              <a:gd name="connsiteX8447" fmla="*/ 1893822 w 2119654"/>
              <a:gd name="connsiteY8447" fmla="*/ 1445535 h 2398711"/>
              <a:gd name="connsiteX8448" fmla="*/ 1893797 w 2119654"/>
              <a:gd name="connsiteY8448" fmla="*/ 1445625 h 2398711"/>
              <a:gd name="connsiteX8449" fmla="*/ 1909834 w 2119654"/>
              <a:gd name="connsiteY8449" fmla="*/ 1439993 h 2398711"/>
              <a:gd name="connsiteX8450" fmla="*/ 1912275 w 2119654"/>
              <a:gd name="connsiteY8450" fmla="*/ 1439099 h 2398711"/>
              <a:gd name="connsiteX8451" fmla="*/ 1905443 w 2119654"/>
              <a:gd name="connsiteY8451" fmla="*/ 1432143 h 2398711"/>
              <a:gd name="connsiteX8452" fmla="*/ 1888775 w 2119654"/>
              <a:gd name="connsiteY8452" fmla="*/ 1443187 h 2398711"/>
              <a:gd name="connsiteX8453" fmla="*/ 1730691 w 2119654"/>
              <a:gd name="connsiteY8453" fmla="*/ 1773981 h 2398711"/>
              <a:gd name="connsiteX8454" fmla="*/ 1730801 w 2119654"/>
              <a:gd name="connsiteY8454" fmla="*/ 1774928 h 2398711"/>
              <a:gd name="connsiteX8455" fmla="*/ 1731166 w 2119654"/>
              <a:gd name="connsiteY8455" fmla="*/ 1774787 h 2398711"/>
              <a:gd name="connsiteX8456" fmla="*/ 1731037 w 2119654"/>
              <a:gd name="connsiteY8456" fmla="*/ 1773736 h 2398711"/>
              <a:gd name="connsiteX8457" fmla="*/ 1765327 w 2119654"/>
              <a:gd name="connsiteY8457" fmla="*/ 1696346 h 2398711"/>
              <a:gd name="connsiteX8458" fmla="*/ 1766090 w 2119654"/>
              <a:gd name="connsiteY8458" fmla="*/ 1696198 h 2398711"/>
              <a:gd name="connsiteX8459" fmla="*/ 1765872 w 2119654"/>
              <a:gd name="connsiteY8459" fmla="*/ 1695920 h 2398711"/>
              <a:gd name="connsiteX8460" fmla="*/ 1813680 w 2119654"/>
              <a:gd name="connsiteY8460" fmla="*/ 1588059 h 2398711"/>
              <a:gd name="connsiteX8461" fmla="*/ 1819134 w 2119654"/>
              <a:gd name="connsiteY8461" fmla="*/ 1586110 h 2398711"/>
              <a:gd name="connsiteX8462" fmla="*/ 1818633 w 2119654"/>
              <a:gd name="connsiteY8462" fmla="*/ 1585233 h 2398711"/>
              <a:gd name="connsiteX8463" fmla="*/ 1814935 w 2119654"/>
              <a:gd name="connsiteY8463" fmla="*/ 1586775 h 2398711"/>
              <a:gd name="connsiteX8464" fmla="*/ 1814147 w 2119654"/>
              <a:gd name="connsiteY8464" fmla="*/ 1587381 h 2398711"/>
              <a:gd name="connsiteX8465" fmla="*/ 1800960 w 2119654"/>
              <a:gd name="connsiteY8465" fmla="*/ 1616515 h 2398711"/>
              <a:gd name="connsiteX8466" fmla="*/ 1802010 w 2119654"/>
              <a:gd name="connsiteY8466" fmla="*/ 1616204 h 2398711"/>
              <a:gd name="connsiteX8467" fmla="*/ 1802601 w 2119654"/>
              <a:gd name="connsiteY8467" fmla="*/ 1615453 h 2398711"/>
              <a:gd name="connsiteX8468" fmla="*/ 1802072 w 2119654"/>
              <a:gd name="connsiteY8468" fmla="*/ 1615844 h 2398711"/>
              <a:gd name="connsiteX8469" fmla="*/ 1816672 w 2119654"/>
              <a:gd name="connsiteY8469" fmla="*/ 1581292 h 2398711"/>
              <a:gd name="connsiteX8470" fmla="*/ 1816750 w 2119654"/>
              <a:gd name="connsiteY8470" fmla="*/ 1581427 h 2398711"/>
              <a:gd name="connsiteX8471" fmla="*/ 1816892 w 2119654"/>
              <a:gd name="connsiteY8471" fmla="*/ 1581362 h 2398711"/>
              <a:gd name="connsiteX8472" fmla="*/ 1819214 w 2119654"/>
              <a:gd name="connsiteY8472" fmla="*/ 1577993 h 2398711"/>
              <a:gd name="connsiteX8473" fmla="*/ 1818866 w 2119654"/>
              <a:gd name="connsiteY8473" fmla="*/ 1578124 h 2398711"/>
              <a:gd name="connsiteX8474" fmla="*/ 1658607 w 2119654"/>
              <a:gd name="connsiteY8474" fmla="*/ 1935178 h 2398711"/>
              <a:gd name="connsiteX8475" fmla="*/ 1658048 w 2119654"/>
              <a:gd name="connsiteY8475" fmla="*/ 1937529 h 2398711"/>
              <a:gd name="connsiteX8476" fmla="*/ 1655159 w 2119654"/>
              <a:gd name="connsiteY8476" fmla="*/ 1944465 h 2398711"/>
              <a:gd name="connsiteX8477" fmla="*/ 1658619 w 2119654"/>
              <a:gd name="connsiteY8477" fmla="*/ 1943127 h 2398711"/>
              <a:gd name="connsiteX8478" fmla="*/ 1662105 w 2119654"/>
              <a:gd name="connsiteY8478" fmla="*/ 1941360 h 2398711"/>
              <a:gd name="connsiteX8479" fmla="*/ 1662426 w 2119654"/>
              <a:gd name="connsiteY8479" fmla="*/ 1933095 h 2398711"/>
              <a:gd name="connsiteX8480" fmla="*/ 1816496 w 2119654"/>
              <a:gd name="connsiteY8480" fmla="*/ 1581546 h 2398711"/>
              <a:gd name="connsiteX8481" fmla="*/ 1816515 w 2119654"/>
              <a:gd name="connsiteY8481" fmla="*/ 1581537 h 2398711"/>
              <a:gd name="connsiteX8482" fmla="*/ 1816509 w 2119654"/>
              <a:gd name="connsiteY8482" fmla="*/ 1581528 h 2398711"/>
              <a:gd name="connsiteX8483" fmla="*/ 1797664 w 2119654"/>
              <a:gd name="connsiteY8483" fmla="*/ 1623632 h 2398711"/>
              <a:gd name="connsiteX8484" fmla="*/ 1806197 w 2119654"/>
              <a:gd name="connsiteY8484" fmla="*/ 1619920 h 2398711"/>
              <a:gd name="connsiteX8485" fmla="*/ 1813205 w 2119654"/>
              <a:gd name="connsiteY8485" fmla="*/ 1614719 h 2398711"/>
              <a:gd name="connsiteX8486" fmla="*/ 1812106 w 2119654"/>
              <a:gd name="connsiteY8486" fmla="*/ 1613656 h 2398711"/>
              <a:gd name="connsiteX8487" fmla="*/ 1811362 w 2119654"/>
              <a:gd name="connsiteY8487" fmla="*/ 1613887 h 2398711"/>
              <a:gd name="connsiteX8488" fmla="*/ 1810340 w 2119654"/>
              <a:gd name="connsiteY8488" fmla="*/ 1614524 h 2398711"/>
              <a:gd name="connsiteX8489" fmla="*/ 1810853 w 2119654"/>
              <a:gd name="connsiteY8489" fmla="*/ 1614494 h 2398711"/>
              <a:gd name="connsiteX8490" fmla="*/ 1810673 w 2119654"/>
              <a:gd name="connsiteY8490" fmla="*/ 1614685 h 2398711"/>
              <a:gd name="connsiteX8491" fmla="*/ 1810022 w 2119654"/>
              <a:gd name="connsiteY8491" fmla="*/ 1614722 h 2398711"/>
              <a:gd name="connsiteX8492" fmla="*/ 1799631 w 2119654"/>
              <a:gd name="connsiteY8492" fmla="*/ 1621199 h 2398711"/>
              <a:gd name="connsiteX8493" fmla="*/ 1616890 w 2119654"/>
              <a:gd name="connsiteY8493" fmla="*/ 2028399 h 2398711"/>
              <a:gd name="connsiteX8494" fmla="*/ 1623617 w 2119654"/>
              <a:gd name="connsiteY8494" fmla="*/ 2029726 h 2398711"/>
              <a:gd name="connsiteX8495" fmla="*/ 1623576 w 2119654"/>
              <a:gd name="connsiteY8495" fmla="*/ 2028107 h 2398711"/>
              <a:gd name="connsiteX8496" fmla="*/ 1665056 w 2119654"/>
              <a:gd name="connsiteY8496" fmla="*/ 1920524 h 2398711"/>
              <a:gd name="connsiteX8497" fmla="*/ 1665045 w 2119654"/>
              <a:gd name="connsiteY8497" fmla="*/ 1921148 h 2398711"/>
              <a:gd name="connsiteX8498" fmla="*/ 1667337 w 2119654"/>
              <a:gd name="connsiteY8498" fmla="*/ 1920044 h 2398711"/>
              <a:gd name="connsiteX8499" fmla="*/ 1731819 w 2119654"/>
              <a:gd name="connsiteY8499" fmla="*/ 1771014 h 2398711"/>
              <a:gd name="connsiteX8500" fmla="*/ 1731862 w 2119654"/>
              <a:gd name="connsiteY8500" fmla="*/ 1771249 h 2398711"/>
              <a:gd name="connsiteX8501" fmla="*/ 1731914 w 2119654"/>
              <a:gd name="connsiteY8501" fmla="*/ 1771546 h 2398711"/>
              <a:gd name="connsiteX8502" fmla="*/ 1735582 w 2119654"/>
              <a:gd name="connsiteY8502" fmla="*/ 1768948 h 2398711"/>
              <a:gd name="connsiteX8503" fmla="*/ 1736222 w 2119654"/>
              <a:gd name="connsiteY8503" fmla="*/ 1768082 h 2398711"/>
              <a:gd name="connsiteX8504" fmla="*/ 1735345 w 2119654"/>
              <a:gd name="connsiteY8504" fmla="*/ 1768462 h 2398711"/>
              <a:gd name="connsiteX8505" fmla="*/ 1734628 w 2119654"/>
              <a:gd name="connsiteY8505" fmla="*/ 1769017 h 2398711"/>
              <a:gd name="connsiteX8506" fmla="*/ 1711975 w 2119654"/>
              <a:gd name="connsiteY8506" fmla="*/ 1815249 h 2398711"/>
              <a:gd name="connsiteX8507" fmla="*/ 1711984 w 2119654"/>
              <a:gd name="connsiteY8507" fmla="*/ 1816056 h 2398711"/>
              <a:gd name="connsiteX8508" fmla="*/ 1713536 w 2119654"/>
              <a:gd name="connsiteY8508" fmla="*/ 1815631 h 2398711"/>
              <a:gd name="connsiteX8509" fmla="*/ 1718077 w 2119654"/>
              <a:gd name="connsiteY8509" fmla="*/ 1814189 h 2398711"/>
              <a:gd name="connsiteX8510" fmla="*/ 1718101 w 2119654"/>
              <a:gd name="connsiteY8510" fmla="*/ 1813534 h 2398711"/>
              <a:gd name="connsiteX8511" fmla="*/ 1716826 w 2119654"/>
              <a:gd name="connsiteY8511" fmla="*/ 1813631 h 2398711"/>
              <a:gd name="connsiteX8512" fmla="*/ 1754482 w 2119654"/>
              <a:gd name="connsiteY8512" fmla="*/ 1720060 h 2398711"/>
              <a:gd name="connsiteX8513" fmla="*/ 1754580 w 2119654"/>
              <a:gd name="connsiteY8513" fmla="*/ 1720345 h 2398711"/>
              <a:gd name="connsiteX8514" fmla="*/ 1755001 w 2119654"/>
              <a:gd name="connsiteY8514" fmla="*/ 1720088 h 2398711"/>
              <a:gd name="connsiteX8515" fmla="*/ 1755107 w 2119654"/>
              <a:gd name="connsiteY8515" fmla="*/ 1719454 h 2398711"/>
              <a:gd name="connsiteX8516" fmla="*/ 1578976 w 2119654"/>
              <a:gd name="connsiteY8516" fmla="*/ 2112971 h 2398711"/>
              <a:gd name="connsiteX8517" fmla="*/ 1579416 w 2119654"/>
              <a:gd name="connsiteY8517" fmla="*/ 2115405 h 2398711"/>
              <a:gd name="connsiteX8518" fmla="*/ 1590262 w 2119654"/>
              <a:gd name="connsiteY8518" fmla="*/ 2112783 h 2398711"/>
              <a:gd name="connsiteX8519" fmla="*/ 1590367 w 2119654"/>
              <a:gd name="connsiteY8519" fmla="*/ 2112565 h 2398711"/>
              <a:gd name="connsiteX8520" fmla="*/ 1581308 w 2119654"/>
              <a:gd name="connsiteY8520" fmla="*/ 2111945 h 2398711"/>
              <a:gd name="connsiteX8521" fmla="*/ 1623430 w 2119654"/>
              <a:gd name="connsiteY8521" fmla="*/ 2013269 h 2398711"/>
              <a:gd name="connsiteX8522" fmla="*/ 1623449 w 2119654"/>
              <a:gd name="connsiteY8522" fmla="*/ 2014019 h 2398711"/>
              <a:gd name="connsiteX8523" fmla="*/ 1624730 w 2119654"/>
              <a:gd name="connsiteY8523" fmla="*/ 2013044 h 2398711"/>
              <a:gd name="connsiteX8524" fmla="*/ 1713589 w 2119654"/>
              <a:gd name="connsiteY8524" fmla="*/ 1811384 h 2398711"/>
              <a:gd name="connsiteX8525" fmla="*/ 1715673 w 2119654"/>
              <a:gd name="connsiteY8525" fmla="*/ 1809114 h 2398711"/>
              <a:gd name="connsiteX8526" fmla="*/ 1715450 w 2119654"/>
              <a:gd name="connsiteY8526" fmla="*/ 1809104 h 2398711"/>
              <a:gd name="connsiteX8527" fmla="*/ 1815519 w 2119654"/>
              <a:gd name="connsiteY8527" fmla="*/ 1582958 h 2398711"/>
              <a:gd name="connsiteX8528" fmla="*/ 1815812 w 2119654"/>
              <a:gd name="connsiteY8528" fmla="*/ 1582928 h 2398711"/>
              <a:gd name="connsiteX8529" fmla="*/ 1816633 w 2119654"/>
              <a:gd name="connsiteY8529" fmla="*/ 1581737 h 2398711"/>
              <a:gd name="connsiteX8530" fmla="*/ 1816589 w 2119654"/>
              <a:gd name="connsiteY8530" fmla="*/ 1581663 h 2398711"/>
              <a:gd name="connsiteX8531" fmla="*/ 1816333 w 2119654"/>
              <a:gd name="connsiteY8531" fmla="*/ 1581783 h 2398711"/>
              <a:gd name="connsiteX8532" fmla="*/ 1810904 w 2119654"/>
              <a:gd name="connsiteY8532" fmla="*/ 1593289 h 2398711"/>
              <a:gd name="connsiteX8533" fmla="*/ 1812430 w 2119654"/>
              <a:gd name="connsiteY8533" fmla="*/ 1593024 h 2398711"/>
              <a:gd name="connsiteX8534" fmla="*/ 1812071 w 2119654"/>
              <a:gd name="connsiteY8534" fmla="*/ 1592418 h 2398711"/>
              <a:gd name="connsiteX8535" fmla="*/ 1811558 w 2119654"/>
              <a:gd name="connsiteY8535" fmla="*/ 1592558 h 2398711"/>
              <a:gd name="connsiteX8536" fmla="*/ 1665070 w 2119654"/>
              <a:gd name="connsiteY8536" fmla="*/ 1919754 h 2398711"/>
              <a:gd name="connsiteX8537" fmla="*/ 1665060 w 2119654"/>
              <a:gd name="connsiteY8537" fmla="*/ 1920346 h 2398711"/>
              <a:gd name="connsiteX8538" fmla="*/ 1667335 w 2119654"/>
              <a:gd name="connsiteY8538" fmla="*/ 1919867 h 2398711"/>
              <a:gd name="connsiteX8539" fmla="*/ 1659091 w 2119654"/>
              <a:gd name="connsiteY8539" fmla="*/ 1933138 h 2398711"/>
              <a:gd name="connsiteX8540" fmla="*/ 1658815 w 2119654"/>
              <a:gd name="connsiteY8540" fmla="*/ 1934303 h 2398711"/>
              <a:gd name="connsiteX8541" fmla="*/ 1662457 w 2119654"/>
              <a:gd name="connsiteY8541" fmla="*/ 1932316 h 2398711"/>
              <a:gd name="connsiteX8542" fmla="*/ 1662492 w 2119654"/>
              <a:gd name="connsiteY8542" fmla="*/ 1931396 h 2398711"/>
              <a:gd name="connsiteX8543" fmla="*/ 1712719 w 2119654"/>
              <a:gd name="connsiteY8543" fmla="*/ 1813013 h 2398711"/>
              <a:gd name="connsiteX8544" fmla="*/ 1718189 w 2119654"/>
              <a:gd name="connsiteY8544" fmla="*/ 1811188 h 2398711"/>
              <a:gd name="connsiteX8545" fmla="*/ 1718261 w 2119654"/>
              <a:gd name="connsiteY8545" fmla="*/ 1809240 h 2398711"/>
              <a:gd name="connsiteX8546" fmla="*/ 1716273 w 2119654"/>
              <a:gd name="connsiteY8546" fmla="*/ 1809144 h 2398711"/>
              <a:gd name="connsiteX8547" fmla="*/ 1830511 w 2119654"/>
              <a:gd name="connsiteY8547" fmla="*/ 1549204 h 2398711"/>
              <a:gd name="connsiteX8548" fmla="*/ 1834900 w 2119654"/>
              <a:gd name="connsiteY8548" fmla="*/ 1548739 h 2398711"/>
              <a:gd name="connsiteX8549" fmla="*/ 1833984 w 2119654"/>
              <a:gd name="connsiteY8549" fmla="*/ 1546908 h 2398711"/>
              <a:gd name="connsiteX8550" fmla="*/ 1832936 w 2119654"/>
              <a:gd name="connsiteY8550" fmla="*/ 1547334 h 2398711"/>
              <a:gd name="connsiteX8551" fmla="*/ 1848266 w 2119654"/>
              <a:gd name="connsiteY8551" fmla="*/ 1509325 h 2398711"/>
              <a:gd name="connsiteX8552" fmla="*/ 1848270 w 2119654"/>
              <a:gd name="connsiteY8552" fmla="*/ 1509331 h 2398711"/>
              <a:gd name="connsiteX8553" fmla="*/ 1859250 w 2119654"/>
              <a:gd name="connsiteY8553" fmla="*/ 1504445 h 2398711"/>
              <a:gd name="connsiteX8554" fmla="*/ 1857941 w 2119654"/>
              <a:gd name="connsiteY8554" fmla="*/ 1501754 h 2398711"/>
              <a:gd name="connsiteX8555" fmla="*/ 1812013 w 2119654"/>
              <a:gd name="connsiteY8555" fmla="*/ 1590477 h 2398711"/>
              <a:gd name="connsiteX8556" fmla="*/ 1812834 w 2119654"/>
              <a:gd name="connsiteY8556" fmla="*/ 1590317 h 2398711"/>
              <a:gd name="connsiteX8557" fmla="*/ 1817056 w 2119654"/>
              <a:gd name="connsiteY8557" fmla="*/ 1587511 h 2398711"/>
              <a:gd name="connsiteX8558" fmla="*/ 1813078 w 2119654"/>
              <a:gd name="connsiteY8558" fmla="*/ 1588932 h 2398711"/>
              <a:gd name="connsiteX8559" fmla="*/ 1760297 w 2119654"/>
              <a:gd name="connsiteY8559" fmla="*/ 1706181 h 2398711"/>
              <a:gd name="connsiteX8560" fmla="*/ 1759838 w 2119654"/>
              <a:gd name="connsiteY8560" fmla="*/ 1708070 h 2398711"/>
              <a:gd name="connsiteX8561" fmla="*/ 1760280 w 2119654"/>
              <a:gd name="connsiteY8561" fmla="*/ 1707707 h 2398711"/>
              <a:gd name="connsiteX8562" fmla="*/ 1762370 w 2119654"/>
              <a:gd name="connsiteY8562" fmla="*/ 1704413 h 2398711"/>
              <a:gd name="connsiteX8563" fmla="*/ 1761785 w 2119654"/>
              <a:gd name="connsiteY8563" fmla="*/ 1704555 h 2398711"/>
              <a:gd name="connsiteX8564" fmla="*/ 1755263 w 2119654"/>
              <a:gd name="connsiteY8564" fmla="*/ 1717406 h 2398711"/>
              <a:gd name="connsiteX8565" fmla="*/ 1755397 w 2119654"/>
              <a:gd name="connsiteY8565" fmla="*/ 1717288 h 2398711"/>
              <a:gd name="connsiteX8566" fmla="*/ 1755394 w 2119654"/>
              <a:gd name="connsiteY8566" fmla="*/ 1717268 h 2398711"/>
              <a:gd name="connsiteX8567" fmla="*/ 1753013 w 2119654"/>
              <a:gd name="connsiteY8567" fmla="*/ 1722438 h 2398711"/>
              <a:gd name="connsiteX8568" fmla="*/ 1754036 w 2119654"/>
              <a:gd name="connsiteY8568" fmla="*/ 1725864 h 2398711"/>
              <a:gd name="connsiteX8569" fmla="*/ 1754113 w 2119654"/>
              <a:gd name="connsiteY8569" fmla="*/ 1725406 h 2398711"/>
              <a:gd name="connsiteX8570" fmla="*/ 1753078 w 2119654"/>
              <a:gd name="connsiteY8570" fmla="*/ 1722395 h 2398711"/>
              <a:gd name="connsiteX8571" fmla="*/ 1695317 w 2119654"/>
              <a:gd name="connsiteY8571" fmla="*/ 1851550 h 2398711"/>
              <a:gd name="connsiteX8572" fmla="*/ 1695689 w 2119654"/>
              <a:gd name="connsiteY8572" fmla="*/ 1852529 h 2398711"/>
              <a:gd name="connsiteX8573" fmla="*/ 1698392 w 2119654"/>
              <a:gd name="connsiteY8573" fmla="*/ 1851764 h 2398711"/>
              <a:gd name="connsiteX8574" fmla="*/ 1700386 w 2119654"/>
              <a:gd name="connsiteY8574" fmla="*/ 1850882 h 2398711"/>
              <a:gd name="connsiteX8575" fmla="*/ 1703358 w 2119654"/>
              <a:gd name="connsiteY8575" fmla="*/ 1848618 h 2398711"/>
              <a:gd name="connsiteX8576" fmla="*/ 1702643 w 2119654"/>
              <a:gd name="connsiteY8576" fmla="*/ 1845524 h 2398711"/>
              <a:gd name="connsiteX8577" fmla="*/ 1701958 w 2119654"/>
              <a:gd name="connsiteY8577" fmla="*/ 1845527 h 2398711"/>
              <a:gd name="connsiteX8578" fmla="*/ 1620517 w 2119654"/>
              <a:gd name="connsiteY8578" fmla="*/ 2019036 h 2398711"/>
              <a:gd name="connsiteX8579" fmla="*/ 1622814 w 2119654"/>
              <a:gd name="connsiteY8579" fmla="*/ 2018322 h 2398711"/>
              <a:gd name="connsiteX8580" fmla="*/ 1621189 w 2119654"/>
              <a:gd name="connsiteY8580" fmla="*/ 2018524 h 2398711"/>
              <a:gd name="connsiteX8581" fmla="*/ 1624348 w 2119654"/>
              <a:gd name="connsiteY8581" fmla="*/ 2010430 h 2398711"/>
              <a:gd name="connsiteX8582" fmla="*/ 1627294 w 2119654"/>
              <a:gd name="connsiteY8582" fmla="*/ 2011092 h 2398711"/>
              <a:gd name="connsiteX8583" fmla="*/ 1632903 w 2119654"/>
              <a:gd name="connsiteY8583" fmla="*/ 2006820 h 2398711"/>
              <a:gd name="connsiteX8584" fmla="*/ 1632911 w 2119654"/>
              <a:gd name="connsiteY8584" fmla="*/ 2005513 h 2398711"/>
              <a:gd name="connsiteX8585" fmla="*/ 1632838 w 2119654"/>
              <a:gd name="connsiteY8585" fmla="*/ 2005091 h 2398711"/>
              <a:gd name="connsiteX8586" fmla="*/ 1627810 w 2119654"/>
              <a:gd name="connsiteY8586" fmla="*/ 2004310 h 2398711"/>
              <a:gd name="connsiteX8587" fmla="*/ 1741957 w 2119654"/>
              <a:gd name="connsiteY8587" fmla="*/ 1747046 h 2398711"/>
              <a:gd name="connsiteX8588" fmla="*/ 1742640 w 2119654"/>
              <a:gd name="connsiteY8588" fmla="*/ 1748399 h 2398711"/>
              <a:gd name="connsiteX8589" fmla="*/ 1749013 w 2119654"/>
              <a:gd name="connsiteY8589" fmla="*/ 1746581 h 2398711"/>
              <a:gd name="connsiteX8590" fmla="*/ 1749038 w 2119654"/>
              <a:gd name="connsiteY8590" fmla="*/ 1746571 h 2398711"/>
              <a:gd name="connsiteX8591" fmla="*/ 1749650 w 2119654"/>
              <a:gd name="connsiteY8591" fmla="*/ 1744053 h 2398711"/>
              <a:gd name="connsiteX8592" fmla="*/ 1748615 w 2119654"/>
              <a:gd name="connsiteY8592" fmla="*/ 1743949 h 2398711"/>
              <a:gd name="connsiteX8593" fmla="*/ 1794620 w 2119654"/>
              <a:gd name="connsiteY8593" fmla="*/ 1629084 h 2398711"/>
              <a:gd name="connsiteX8594" fmla="*/ 1794820 w 2119654"/>
              <a:gd name="connsiteY8594" fmla="*/ 1629634 h 2398711"/>
              <a:gd name="connsiteX8595" fmla="*/ 1809510 w 2119654"/>
              <a:gd name="connsiteY8595" fmla="*/ 1619220 h 2398711"/>
              <a:gd name="connsiteX8596" fmla="*/ 1805652 w 2119654"/>
              <a:gd name="connsiteY8596" fmla="*/ 1620898 h 2398711"/>
              <a:gd name="connsiteX8597" fmla="*/ 1798659 w 2119654"/>
              <a:gd name="connsiteY8597" fmla="*/ 1626086 h 2398711"/>
              <a:gd name="connsiteX8598" fmla="*/ 1798617 w 2119654"/>
              <a:gd name="connsiteY8598" fmla="*/ 1626218 h 2398711"/>
              <a:gd name="connsiteX8599" fmla="*/ 1797157 w 2119654"/>
              <a:gd name="connsiteY8599" fmla="*/ 1627202 h 2398711"/>
              <a:gd name="connsiteX8600" fmla="*/ 1828113 w 2119654"/>
              <a:gd name="connsiteY8600" fmla="*/ 1553939 h 2398711"/>
              <a:gd name="connsiteX8601" fmla="*/ 1828947 w 2119654"/>
              <a:gd name="connsiteY8601" fmla="*/ 1556453 h 2398711"/>
              <a:gd name="connsiteX8602" fmla="*/ 1829410 w 2119654"/>
              <a:gd name="connsiteY8602" fmla="*/ 1556141 h 2398711"/>
              <a:gd name="connsiteX8603" fmla="*/ 1828784 w 2119654"/>
              <a:gd name="connsiteY8603" fmla="*/ 1553766 h 2398711"/>
              <a:gd name="connsiteX8604" fmla="*/ 1743565 w 2119654"/>
              <a:gd name="connsiteY8604" fmla="*/ 1743159 h 2398711"/>
              <a:gd name="connsiteX8605" fmla="*/ 1748461 w 2119654"/>
              <a:gd name="connsiteY8605" fmla="*/ 1743718 h 2398711"/>
              <a:gd name="connsiteX8606" fmla="*/ 1749894 w 2119654"/>
              <a:gd name="connsiteY8606" fmla="*/ 1743052 h 2398711"/>
              <a:gd name="connsiteX8607" fmla="*/ 1751185 w 2119654"/>
              <a:gd name="connsiteY8607" fmla="*/ 1737744 h 2398711"/>
              <a:gd name="connsiteX8608" fmla="*/ 1623401 w 2119654"/>
              <a:gd name="connsiteY8608" fmla="*/ 2012105 h 2398711"/>
              <a:gd name="connsiteX8609" fmla="*/ 1623420 w 2119654"/>
              <a:gd name="connsiteY8609" fmla="*/ 2012873 h 2398711"/>
              <a:gd name="connsiteX8610" fmla="*/ 1625406 w 2119654"/>
              <a:gd name="connsiteY8610" fmla="*/ 2012529 h 2398711"/>
              <a:gd name="connsiteX8611" fmla="*/ 1626667 w 2119654"/>
              <a:gd name="connsiteY8611" fmla="*/ 2011569 h 2398711"/>
              <a:gd name="connsiteX8612" fmla="*/ 1624019 w 2119654"/>
              <a:gd name="connsiteY8612" fmla="*/ 2011013 h 2398711"/>
              <a:gd name="connsiteX8613" fmla="*/ 1608410 w 2119654"/>
              <a:gd name="connsiteY8613" fmla="*/ 2045671 h 2398711"/>
              <a:gd name="connsiteX8614" fmla="*/ 1607588 w 2119654"/>
              <a:gd name="connsiteY8614" fmla="*/ 2050596 h 2398711"/>
              <a:gd name="connsiteX8615" fmla="*/ 1611675 w 2119654"/>
              <a:gd name="connsiteY8615" fmla="*/ 2058112 h 2398711"/>
              <a:gd name="connsiteX8616" fmla="*/ 1614280 w 2119654"/>
              <a:gd name="connsiteY8616" fmla="*/ 2057816 h 2398711"/>
              <a:gd name="connsiteX8617" fmla="*/ 1614092 w 2119654"/>
              <a:gd name="connsiteY8617" fmla="*/ 2058040 h 2398711"/>
              <a:gd name="connsiteX8618" fmla="*/ 1612373 w 2119654"/>
              <a:gd name="connsiteY8618" fmla="*/ 2058235 h 2398711"/>
              <a:gd name="connsiteX8619" fmla="*/ 1616403 w 2119654"/>
              <a:gd name="connsiteY8619" fmla="*/ 2058097 h 2398711"/>
              <a:gd name="connsiteX8620" fmla="*/ 1618407 w 2119654"/>
              <a:gd name="connsiteY8620" fmla="*/ 2053490 h 2398711"/>
              <a:gd name="connsiteX8621" fmla="*/ 1617678 w 2119654"/>
              <a:gd name="connsiteY8621" fmla="*/ 2045615 h 2398711"/>
              <a:gd name="connsiteX8622" fmla="*/ 1612443 w 2119654"/>
              <a:gd name="connsiteY8622" fmla="*/ 2044043 h 2398711"/>
              <a:gd name="connsiteX8623" fmla="*/ 1611081 w 2119654"/>
              <a:gd name="connsiteY8623" fmla="*/ 2044046 h 2398711"/>
              <a:gd name="connsiteX8624" fmla="*/ 1814160 w 2119654"/>
              <a:gd name="connsiteY8624" fmla="*/ 1584922 h 2398711"/>
              <a:gd name="connsiteX8625" fmla="*/ 1814668 w 2119654"/>
              <a:gd name="connsiteY8625" fmla="*/ 1584588 h 2398711"/>
              <a:gd name="connsiteX8626" fmla="*/ 1815437 w 2119654"/>
              <a:gd name="connsiteY8626" fmla="*/ 1583473 h 2398711"/>
              <a:gd name="connsiteX8627" fmla="*/ 1815143 w 2119654"/>
              <a:gd name="connsiteY8627" fmla="*/ 1583502 h 2398711"/>
              <a:gd name="connsiteX8628" fmla="*/ 1665090 w 2119654"/>
              <a:gd name="connsiteY8628" fmla="*/ 1918685 h 2398711"/>
              <a:gd name="connsiteX8629" fmla="*/ 1665082 w 2119654"/>
              <a:gd name="connsiteY8629" fmla="*/ 1919130 h 2398711"/>
              <a:gd name="connsiteX8630" fmla="*/ 1668849 w 2119654"/>
              <a:gd name="connsiteY8630" fmla="*/ 1919317 h 2398711"/>
              <a:gd name="connsiteX8631" fmla="*/ 1671312 w 2119654"/>
              <a:gd name="connsiteY8631" fmla="*/ 1918131 h 2398711"/>
              <a:gd name="connsiteX8632" fmla="*/ 1671702 w 2119654"/>
              <a:gd name="connsiteY8632" fmla="*/ 1917021 h 2398711"/>
              <a:gd name="connsiteX8633" fmla="*/ 1671738 w 2119654"/>
              <a:gd name="connsiteY8633" fmla="*/ 1916854 h 2398711"/>
              <a:gd name="connsiteX8634" fmla="*/ 1688052 w 2119654"/>
              <a:gd name="connsiteY8634" fmla="*/ 1867223 h 2398711"/>
              <a:gd name="connsiteX8635" fmla="*/ 1687979 w 2119654"/>
              <a:gd name="connsiteY8635" fmla="*/ 1867550 h 2398711"/>
              <a:gd name="connsiteX8636" fmla="*/ 1691081 w 2119654"/>
              <a:gd name="connsiteY8636" fmla="*/ 1865520 h 2398711"/>
              <a:gd name="connsiteX8637" fmla="*/ 1691079 w 2119654"/>
              <a:gd name="connsiteY8637" fmla="*/ 1865502 h 2398711"/>
              <a:gd name="connsiteX8638" fmla="*/ 1743758 w 2119654"/>
              <a:gd name="connsiteY8638" fmla="*/ 1742475 h 2398711"/>
              <a:gd name="connsiteX8639" fmla="*/ 1751300 w 2119654"/>
              <a:gd name="connsiteY8639" fmla="*/ 1737270 h 2398711"/>
              <a:gd name="connsiteX8640" fmla="*/ 1751730 w 2119654"/>
              <a:gd name="connsiteY8640" fmla="*/ 1735502 h 2398711"/>
              <a:gd name="connsiteX8641" fmla="*/ 1751557 w 2119654"/>
              <a:gd name="connsiteY8641" fmla="*/ 1735084 h 2398711"/>
              <a:gd name="connsiteX8642" fmla="*/ 1751138 w 2119654"/>
              <a:gd name="connsiteY8642" fmla="*/ 1735200 h 2398711"/>
              <a:gd name="connsiteX8643" fmla="*/ 1748112 w 2119654"/>
              <a:gd name="connsiteY8643" fmla="*/ 1735994 h 2398711"/>
              <a:gd name="connsiteX8644" fmla="*/ 1665237 w 2119654"/>
              <a:gd name="connsiteY8644" fmla="*/ 1918243 h 2398711"/>
              <a:gd name="connsiteX8645" fmla="*/ 1671810 w 2119654"/>
              <a:gd name="connsiteY8645" fmla="*/ 1916530 h 2398711"/>
              <a:gd name="connsiteX8646" fmla="*/ 1671933 w 2119654"/>
              <a:gd name="connsiteY8646" fmla="*/ 1915976 h 2398711"/>
              <a:gd name="connsiteX8647" fmla="*/ 1668924 w 2119654"/>
              <a:gd name="connsiteY8647" fmla="*/ 1916270 h 2398711"/>
              <a:gd name="connsiteX8648" fmla="*/ 1794228 w 2119654"/>
              <a:gd name="connsiteY8648" fmla="*/ 1629376 h 2398711"/>
              <a:gd name="connsiteX8649" fmla="*/ 1794465 w 2119654"/>
              <a:gd name="connsiteY8649" fmla="*/ 1629887 h 2398711"/>
              <a:gd name="connsiteX8650" fmla="*/ 1794618 w 2119654"/>
              <a:gd name="connsiteY8650" fmla="*/ 1629778 h 2398711"/>
              <a:gd name="connsiteX8651" fmla="*/ 1794419 w 2119654"/>
              <a:gd name="connsiteY8651" fmla="*/ 1629233 h 2398711"/>
              <a:gd name="connsiteX8652" fmla="*/ 1622917 w 2119654"/>
              <a:gd name="connsiteY8652" fmla="*/ 2012961 h 2398711"/>
              <a:gd name="connsiteX8653" fmla="*/ 1623199 w 2119654"/>
              <a:gd name="connsiteY8653" fmla="*/ 2012912 h 2398711"/>
              <a:gd name="connsiteX8654" fmla="*/ 1623189 w 2119654"/>
              <a:gd name="connsiteY8654" fmla="*/ 2012481 h 2398711"/>
              <a:gd name="connsiteX8655" fmla="*/ 1578759 w 2119654"/>
              <a:gd name="connsiteY8655" fmla="*/ 2111771 h 2398711"/>
              <a:gd name="connsiteX8656" fmla="*/ 1578903 w 2119654"/>
              <a:gd name="connsiteY8656" fmla="*/ 2112573 h 2398711"/>
              <a:gd name="connsiteX8657" fmla="*/ 1580460 w 2119654"/>
              <a:gd name="connsiteY8657" fmla="*/ 2111888 h 2398711"/>
              <a:gd name="connsiteX8658" fmla="*/ 1730457 w 2119654"/>
              <a:gd name="connsiteY8658" fmla="*/ 1771982 h 2398711"/>
              <a:gd name="connsiteX8659" fmla="*/ 1730522 w 2119654"/>
              <a:gd name="connsiteY8659" fmla="*/ 1772531 h 2398711"/>
              <a:gd name="connsiteX8660" fmla="*/ 1730859 w 2119654"/>
              <a:gd name="connsiteY8660" fmla="*/ 1772292 h 2398711"/>
              <a:gd name="connsiteX8661" fmla="*/ 1730791 w 2119654"/>
              <a:gd name="connsiteY8661" fmla="*/ 1771745 h 2398711"/>
              <a:gd name="connsiteX8662" fmla="*/ 1819571 w 2119654"/>
              <a:gd name="connsiteY8662" fmla="*/ 1572369 h 2398711"/>
              <a:gd name="connsiteX8663" fmla="*/ 1821144 w 2119654"/>
              <a:gd name="connsiteY8663" fmla="*/ 1571816 h 2398711"/>
              <a:gd name="connsiteX8664" fmla="*/ 1820994 w 2119654"/>
              <a:gd name="connsiteY8664" fmla="*/ 1571521 h 2398711"/>
              <a:gd name="connsiteX8665" fmla="*/ 1788430 w 2119654"/>
              <a:gd name="connsiteY8665" fmla="*/ 1641954 h 2398711"/>
              <a:gd name="connsiteX8666" fmla="*/ 1796350 w 2119654"/>
              <a:gd name="connsiteY8666" fmla="*/ 1640553 h 2398711"/>
              <a:gd name="connsiteX8667" fmla="*/ 1798208 w 2119654"/>
              <a:gd name="connsiteY8667" fmla="*/ 1638686 h 2398711"/>
              <a:gd name="connsiteX8668" fmla="*/ 1795273 w 2119654"/>
              <a:gd name="connsiteY8668" fmla="*/ 1632341 h 2398711"/>
              <a:gd name="connsiteX8669" fmla="*/ 1835247 w 2119654"/>
              <a:gd name="connsiteY8669" fmla="*/ 1537092 h 2398711"/>
              <a:gd name="connsiteX8670" fmla="*/ 1839249 w 2119654"/>
              <a:gd name="connsiteY8670" fmla="*/ 1536488 h 2398711"/>
              <a:gd name="connsiteX8671" fmla="*/ 1841081 w 2119654"/>
              <a:gd name="connsiteY8671" fmla="*/ 1536184 h 2398711"/>
              <a:gd name="connsiteX8672" fmla="*/ 1842898 w 2119654"/>
              <a:gd name="connsiteY8672" fmla="*/ 1534816 h 2398711"/>
              <a:gd name="connsiteX8673" fmla="*/ 1845117 w 2119654"/>
              <a:gd name="connsiteY8673" fmla="*/ 1532877 h 2398711"/>
              <a:gd name="connsiteX8674" fmla="*/ 1842438 w 2119654"/>
              <a:gd name="connsiteY8674" fmla="*/ 1530204 h 2398711"/>
              <a:gd name="connsiteX8675" fmla="*/ 1768938 w 2119654"/>
              <a:gd name="connsiteY8675" fmla="*/ 1685519 h 2398711"/>
              <a:gd name="connsiteX8676" fmla="*/ 1769492 w 2119654"/>
              <a:gd name="connsiteY8676" fmla="*/ 1687134 h 2398711"/>
              <a:gd name="connsiteX8677" fmla="*/ 1772752 w 2119654"/>
              <a:gd name="connsiteY8677" fmla="*/ 1686462 h 2398711"/>
              <a:gd name="connsiteX8678" fmla="*/ 1772794 w 2119654"/>
              <a:gd name="connsiteY8678" fmla="*/ 1684159 h 2398711"/>
              <a:gd name="connsiteX8679" fmla="*/ 1766623 w 2119654"/>
              <a:gd name="connsiteY8679" fmla="*/ 1690698 h 2398711"/>
              <a:gd name="connsiteX8680" fmla="*/ 1767212 w 2119654"/>
              <a:gd name="connsiteY8680" fmla="*/ 1693961 h 2398711"/>
              <a:gd name="connsiteX8681" fmla="*/ 1769433 w 2119654"/>
              <a:gd name="connsiteY8681" fmla="*/ 1692237 h 2398711"/>
              <a:gd name="connsiteX8682" fmla="*/ 1768304 w 2119654"/>
              <a:gd name="connsiteY8682" fmla="*/ 1689905 h 2398711"/>
              <a:gd name="connsiteX8683" fmla="*/ 1760718 w 2119654"/>
              <a:gd name="connsiteY8683" fmla="*/ 1703889 h 2398711"/>
              <a:gd name="connsiteX8684" fmla="*/ 1760653 w 2119654"/>
              <a:gd name="connsiteY8684" fmla="*/ 1704279 h 2398711"/>
              <a:gd name="connsiteX8685" fmla="*/ 1761083 w 2119654"/>
              <a:gd name="connsiteY8685" fmla="*/ 1704175 h 2398711"/>
              <a:gd name="connsiteX8686" fmla="*/ 1761521 w 2119654"/>
              <a:gd name="connsiteY8686" fmla="*/ 1703733 h 2398711"/>
              <a:gd name="connsiteX8687" fmla="*/ 1784705 w 2119654"/>
              <a:gd name="connsiteY8687" fmla="*/ 1650102 h 2398711"/>
              <a:gd name="connsiteX8688" fmla="*/ 1785407 w 2119654"/>
              <a:gd name="connsiteY8688" fmla="*/ 1651554 h 2398711"/>
              <a:gd name="connsiteX8689" fmla="*/ 1787407 w 2119654"/>
              <a:gd name="connsiteY8689" fmla="*/ 1649543 h 2398711"/>
              <a:gd name="connsiteX8690" fmla="*/ 1787302 w 2119654"/>
              <a:gd name="connsiteY8690" fmla="*/ 1649436 h 2398711"/>
              <a:gd name="connsiteX8691" fmla="*/ 1731492 w 2119654"/>
              <a:gd name="connsiteY8691" fmla="*/ 1769255 h 2398711"/>
              <a:gd name="connsiteX8692" fmla="*/ 1731576 w 2119654"/>
              <a:gd name="connsiteY8692" fmla="*/ 1769707 h 2398711"/>
              <a:gd name="connsiteX8693" fmla="*/ 1731780 w 2119654"/>
              <a:gd name="connsiteY8693" fmla="*/ 1769622 h 2398711"/>
              <a:gd name="connsiteX8694" fmla="*/ 1734471 w 2119654"/>
              <a:gd name="connsiteY8694" fmla="*/ 1767709 h 2398711"/>
              <a:gd name="connsiteX8695" fmla="*/ 1809963 w 2119654"/>
              <a:gd name="connsiteY8695" fmla="*/ 1593452 h 2398711"/>
              <a:gd name="connsiteX8696" fmla="*/ 1810713 w 2119654"/>
              <a:gd name="connsiteY8696" fmla="*/ 1593323 h 2398711"/>
              <a:gd name="connsiteX8697" fmla="*/ 1811343 w 2119654"/>
              <a:gd name="connsiteY8697" fmla="*/ 1592617 h 2398711"/>
              <a:gd name="connsiteX8698" fmla="*/ 1810351 w 2119654"/>
              <a:gd name="connsiteY8698" fmla="*/ 1592889 h 2398711"/>
              <a:gd name="connsiteX8699" fmla="*/ 1621463 w 2119654"/>
              <a:gd name="connsiteY8699" fmla="*/ 2015531 h 2398711"/>
              <a:gd name="connsiteX8700" fmla="*/ 1623231 w 2119654"/>
              <a:gd name="connsiteY8700" fmla="*/ 2014185 h 2398711"/>
              <a:gd name="connsiteX8701" fmla="*/ 1623209 w 2119654"/>
              <a:gd name="connsiteY8701" fmla="*/ 2013307 h 2398711"/>
              <a:gd name="connsiteX8702" fmla="*/ 1622668 w 2119654"/>
              <a:gd name="connsiteY8702" fmla="*/ 2013401 h 2398711"/>
              <a:gd name="connsiteX8703" fmla="*/ 1829204 w 2119654"/>
              <a:gd name="connsiteY8703" fmla="*/ 1550212 h 2398711"/>
              <a:gd name="connsiteX8704" fmla="*/ 1829918 w 2119654"/>
              <a:gd name="connsiteY8704" fmla="*/ 1552921 h 2398711"/>
              <a:gd name="connsiteX8705" fmla="*/ 1835799 w 2119654"/>
              <a:gd name="connsiteY8705" fmla="*/ 1551403 h 2398711"/>
              <a:gd name="connsiteX8706" fmla="*/ 1836049 w 2119654"/>
              <a:gd name="connsiteY8706" fmla="*/ 1551041 h 2398711"/>
              <a:gd name="connsiteX8707" fmla="*/ 1835051 w 2119654"/>
              <a:gd name="connsiteY8707" fmla="*/ 1549044 h 2398711"/>
              <a:gd name="connsiteX8708" fmla="*/ 1829920 w 2119654"/>
              <a:gd name="connsiteY8708" fmla="*/ 1549659 h 2398711"/>
              <a:gd name="connsiteX8709" fmla="*/ 1665113 w 2119654"/>
              <a:gd name="connsiteY8709" fmla="*/ 1917438 h 2398711"/>
              <a:gd name="connsiteX8710" fmla="*/ 1665103 w 2119654"/>
              <a:gd name="connsiteY8710" fmla="*/ 1917948 h 2398711"/>
              <a:gd name="connsiteX8711" fmla="*/ 1668086 w 2119654"/>
              <a:gd name="connsiteY8711" fmla="*/ 1916352 h 2398711"/>
              <a:gd name="connsiteX8712" fmla="*/ 1667702 w 2119654"/>
              <a:gd name="connsiteY8712" fmla="*/ 1916389 h 2398711"/>
              <a:gd name="connsiteX8713" fmla="*/ 1688585 w 2119654"/>
              <a:gd name="connsiteY8713" fmla="*/ 1864808 h 2398711"/>
              <a:gd name="connsiteX8714" fmla="*/ 1688460 w 2119654"/>
              <a:gd name="connsiteY8714" fmla="*/ 1865372 h 2398711"/>
              <a:gd name="connsiteX8715" fmla="*/ 1690993 w 2119654"/>
              <a:gd name="connsiteY8715" fmla="*/ 1863933 h 2398711"/>
              <a:gd name="connsiteX8716" fmla="*/ 1690974 w 2119654"/>
              <a:gd name="connsiteY8716" fmla="*/ 1863591 h 2398711"/>
              <a:gd name="connsiteX8717" fmla="*/ 1812478 w 2119654"/>
              <a:gd name="connsiteY8717" fmla="*/ 1587351 h 2398711"/>
              <a:gd name="connsiteX8718" fmla="*/ 1812878 w 2119654"/>
              <a:gd name="connsiteY8718" fmla="*/ 1587185 h 2398711"/>
              <a:gd name="connsiteX8719" fmla="*/ 1814229 w 2119654"/>
              <a:gd name="connsiteY8719" fmla="*/ 1585225 h 2398711"/>
              <a:gd name="connsiteX8720" fmla="*/ 1813706 w 2119654"/>
              <a:gd name="connsiteY8720" fmla="*/ 1585579 h 2398711"/>
              <a:gd name="connsiteX8721" fmla="*/ 1662563 w 2119654"/>
              <a:gd name="connsiteY8721" fmla="*/ 1922838 h 2398711"/>
              <a:gd name="connsiteX8722" fmla="*/ 1662807 w 2119654"/>
              <a:gd name="connsiteY8722" fmla="*/ 1923294 h 2398711"/>
              <a:gd name="connsiteX8723" fmla="*/ 1662830 w 2119654"/>
              <a:gd name="connsiteY8723" fmla="*/ 1922709 h 2398711"/>
              <a:gd name="connsiteX8724" fmla="*/ 1794244 w 2119654"/>
              <a:gd name="connsiteY8724" fmla="*/ 1627863 h 2398711"/>
              <a:gd name="connsiteX8725" fmla="*/ 1801065 w 2119654"/>
              <a:gd name="connsiteY8725" fmla="*/ 1623729 h 2398711"/>
              <a:gd name="connsiteX8726" fmla="*/ 1803786 w 2119654"/>
              <a:gd name="connsiteY8726" fmla="*/ 1621709 h 2398711"/>
              <a:gd name="connsiteX8727" fmla="*/ 1796741 w 2119654"/>
              <a:gd name="connsiteY8727" fmla="*/ 1624773 h 2398711"/>
              <a:gd name="connsiteX8728" fmla="*/ 1665121 w 2119654"/>
              <a:gd name="connsiteY8728" fmla="*/ 1916993 h 2398711"/>
              <a:gd name="connsiteX8729" fmla="*/ 1665119 w 2119654"/>
              <a:gd name="connsiteY8729" fmla="*/ 1917101 h 2398711"/>
              <a:gd name="connsiteX8730" fmla="*/ 1666615 w 2119654"/>
              <a:gd name="connsiteY8730" fmla="*/ 1916496 h 2398711"/>
              <a:gd name="connsiteX8731" fmla="*/ 1665954 w 2119654"/>
              <a:gd name="connsiteY8731" fmla="*/ 1916560 h 2398711"/>
              <a:gd name="connsiteX8732" fmla="*/ 1608862 w 2119654"/>
              <a:gd name="connsiteY8732" fmla="*/ 2042968 h 2398711"/>
              <a:gd name="connsiteX8733" fmla="*/ 1608702 w 2119654"/>
              <a:gd name="connsiteY8733" fmla="*/ 2043921 h 2398711"/>
              <a:gd name="connsiteX8734" fmla="*/ 1608748 w 2119654"/>
              <a:gd name="connsiteY8734" fmla="*/ 2043921 h 2398711"/>
              <a:gd name="connsiteX8735" fmla="*/ 1609834 w 2119654"/>
              <a:gd name="connsiteY8735" fmla="*/ 2043260 h 2398711"/>
              <a:gd name="connsiteX8736" fmla="*/ 1804171 w 2119654"/>
              <a:gd name="connsiteY8736" fmla="*/ 1605548 h 2398711"/>
              <a:gd name="connsiteX8737" fmla="*/ 1804823 w 2119654"/>
              <a:gd name="connsiteY8737" fmla="*/ 1606178 h 2398711"/>
              <a:gd name="connsiteX8738" fmla="*/ 1806309 w 2119654"/>
              <a:gd name="connsiteY8738" fmla="*/ 1606943 h 2398711"/>
              <a:gd name="connsiteX8739" fmla="*/ 1810856 w 2119654"/>
              <a:gd name="connsiteY8739" fmla="*/ 1604950 h 2398711"/>
              <a:gd name="connsiteX8740" fmla="*/ 1812834 w 2119654"/>
              <a:gd name="connsiteY8740" fmla="*/ 1602434 h 2398711"/>
              <a:gd name="connsiteX8741" fmla="*/ 1741421 w 2119654"/>
              <a:gd name="connsiteY8741" fmla="*/ 1745954 h 2398711"/>
              <a:gd name="connsiteX8742" fmla="*/ 1741419 w 2119654"/>
              <a:gd name="connsiteY8742" fmla="*/ 1745981 h 2398711"/>
              <a:gd name="connsiteX8743" fmla="*/ 1741832 w 2119654"/>
              <a:gd name="connsiteY8743" fmla="*/ 1746800 h 2398711"/>
              <a:gd name="connsiteX8744" fmla="*/ 1748079 w 2119654"/>
              <a:gd name="connsiteY8744" fmla="*/ 1743895 h 2398711"/>
              <a:gd name="connsiteX8745" fmla="*/ 1743215 w 2119654"/>
              <a:gd name="connsiteY8745" fmla="*/ 1743408 h 2398711"/>
              <a:gd name="connsiteX8746" fmla="*/ 1743056 w 2119654"/>
              <a:gd name="connsiteY8746" fmla="*/ 1743521 h 2398711"/>
              <a:gd name="connsiteX8747" fmla="*/ 1786725 w 2119654"/>
              <a:gd name="connsiteY8747" fmla="*/ 1644348 h 2398711"/>
              <a:gd name="connsiteX8748" fmla="*/ 1794236 w 2119654"/>
              <a:gd name="connsiteY8748" fmla="*/ 1642679 h 2398711"/>
              <a:gd name="connsiteX8749" fmla="*/ 1795389 w 2119654"/>
              <a:gd name="connsiteY8749" fmla="*/ 1641520 h 2398711"/>
              <a:gd name="connsiteX8750" fmla="*/ 1787275 w 2119654"/>
              <a:gd name="connsiteY8750" fmla="*/ 1643575 h 2398711"/>
              <a:gd name="connsiteX8751" fmla="*/ 1832166 w 2119654"/>
              <a:gd name="connsiteY8751" fmla="*/ 1542575 h 2398711"/>
              <a:gd name="connsiteX8752" fmla="*/ 1832283 w 2119654"/>
              <a:gd name="connsiteY8752" fmla="*/ 1542810 h 2398711"/>
              <a:gd name="connsiteX8753" fmla="*/ 1832393 w 2119654"/>
              <a:gd name="connsiteY8753" fmla="*/ 1542727 h 2398711"/>
              <a:gd name="connsiteX8754" fmla="*/ 1730303 w 2119654"/>
              <a:gd name="connsiteY8754" fmla="*/ 1770652 h 2398711"/>
              <a:gd name="connsiteX8755" fmla="*/ 1730304 w 2119654"/>
              <a:gd name="connsiteY8755" fmla="*/ 1770670 h 2398711"/>
              <a:gd name="connsiteX8756" fmla="*/ 1730376 w 2119654"/>
              <a:gd name="connsiteY8756" fmla="*/ 1770620 h 2398711"/>
              <a:gd name="connsiteX8757" fmla="*/ 1660651 w 2119654"/>
              <a:gd name="connsiteY8757" fmla="*/ 1926569 h 2398711"/>
              <a:gd name="connsiteX8758" fmla="*/ 1660237 w 2119654"/>
              <a:gd name="connsiteY8758" fmla="*/ 1928312 h 2398711"/>
              <a:gd name="connsiteX8759" fmla="*/ 1662660 w 2119654"/>
              <a:gd name="connsiteY8759" fmla="*/ 1927071 h 2398711"/>
              <a:gd name="connsiteX8760" fmla="*/ 1662693 w 2119654"/>
              <a:gd name="connsiteY8760" fmla="*/ 1926232 h 2398711"/>
              <a:gd name="connsiteX8761" fmla="*/ 1811444 w 2119654"/>
              <a:gd name="connsiteY8761" fmla="*/ 1588847 h 2398711"/>
              <a:gd name="connsiteX8762" fmla="*/ 1812057 w 2119654"/>
              <a:gd name="connsiteY8762" fmla="*/ 1588376 h 2398711"/>
              <a:gd name="connsiteX8763" fmla="*/ 1812445 w 2119654"/>
              <a:gd name="connsiteY8763" fmla="*/ 1587813 h 2398711"/>
              <a:gd name="connsiteX8764" fmla="*/ 1812043 w 2119654"/>
              <a:gd name="connsiteY8764" fmla="*/ 1587979 h 2398711"/>
              <a:gd name="connsiteX8765" fmla="*/ 1751178 w 2119654"/>
              <a:gd name="connsiteY8765" fmla="*/ 1723639 h 2398711"/>
              <a:gd name="connsiteX8766" fmla="*/ 1751623 w 2119654"/>
              <a:gd name="connsiteY8766" fmla="*/ 1727522 h 2398711"/>
              <a:gd name="connsiteX8767" fmla="*/ 1752181 w 2119654"/>
              <a:gd name="connsiteY8767" fmla="*/ 1728867 h 2398711"/>
              <a:gd name="connsiteX8768" fmla="*/ 1753105 w 2119654"/>
              <a:gd name="connsiteY8768" fmla="*/ 1727630 h 2398711"/>
              <a:gd name="connsiteX8769" fmla="*/ 1751796 w 2119654"/>
              <a:gd name="connsiteY8769" fmla="*/ 1723249 h 2398711"/>
              <a:gd name="connsiteX8770" fmla="*/ 1751573 w 2119654"/>
              <a:gd name="connsiteY8770" fmla="*/ 1723398 h 2398711"/>
              <a:gd name="connsiteX8771" fmla="*/ 1803834 w 2119654"/>
              <a:gd name="connsiteY8771" fmla="*/ 1605669 h 2398711"/>
              <a:gd name="connsiteX8772" fmla="*/ 1803871 w 2119654"/>
              <a:gd name="connsiteY8772" fmla="*/ 1605688 h 2398711"/>
              <a:gd name="connsiteX8773" fmla="*/ 1803847 w 2119654"/>
              <a:gd name="connsiteY8773" fmla="*/ 1605664 h 2398711"/>
              <a:gd name="connsiteX8774" fmla="*/ 1815570 w 2119654"/>
              <a:gd name="connsiteY8774" fmla="*/ 1579364 h 2398711"/>
              <a:gd name="connsiteX8775" fmla="*/ 1815967 w 2119654"/>
              <a:gd name="connsiteY8775" fmla="*/ 1580059 h 2398711"/>
              <a:gd name="connsiteX8776" fmla="*/ 1816758 w 2119654"/>
              <a:gd name="connsiteY8776" fmla="*/ 1578916 h 2398711"/>
              <a:gd name="connsiteX8777" fmla="*/ 1890526 w 2119654"/>
              <a:gd name="connsiteY8777" fmla="*/ 1411435 h 2398711"/>
              <a:gd name="connsiteX8778" fmla="*/ 1898460 w 2119654"/>
              <a:gd name="connsiteY8778" fmla="*/ 1402692 h 2398711"/>
              <a:gd name="connsiteX8779" fmla="*/ 1914451 w 2119654"/>
              <a:gd name="connsiteY8779" fmla="*/ 1384589 h 2398711"/>
              <a:gd name="connsiteX8780" fmla="*/ 1911982 w 2119654"/>
              <a:gd name="connsiteY8780" fmla="*/ 1385410 h 2398711"/>
              <a:gd name="connsiteX8781" fmla="*/ 1807826 w 2119654"/>
              <a:gd name="connsiteY8781" fmla="*/ 1596553 h 2398711"/>
              <a:gd name="connsiteX8782" fmla="*/ 1810293 w 2119654"/>
              <a:gd name="connsiteY8782" fmla="*/ 1593793 h 2398711"/>
              <a:gd name="connsiteX8783" fmla="*/ 1809652 w 2119654"/>
              <a:gd name="connsiteY8783" fmla="*/ 1593903 h 2398711"/>
              <a:gd name="connsiteX8784" fmla="*/ 1730254 w 2119654"/>
              <a:gd name="connsiteY8784" fmla="*/ 1770238 h 2398711"/>
              <a:gd name="connsiteX8785" fmla="*/ 1730257 w 2119654"/>
              <a:gd name="connsiteY8785" fmla="*/ 1770259 h 2398711"/>
              <a:gd name="connsiteX8786" fmla="*/ 1730591 w 2119654"/>
              <a:gd name="connsiteY8786" fmla="*/ 1770119 h 2398711"/>
              <a:gd name="connsiteX8787" fmla="*/ 1730570 w 2119654"/>
              <a:gd name="connsiteY8787" fmla="*/ 1769953 h 2398711"/>
              <a:gd name="connsiteX8788" fmla="*/ 1763411 w 2119654"/>
              <a:gd name="connsiteY8788" fmla="*/ 1695917 h 2398711"/>
              <a:gd name="connsiteX8789" fmla="*/ 1763691 w 2119654"/>
              <a:gd name="connsiteY8789" fmla="*/ 1696664 h 2398711"/>
              <a:gd name="connsiteX8790" fmla="*/ 1763743 w 2119654"/>
              <a:gd name="connsiteY8790" fmla="*/ 1696654 h 2398711"/>
              <a:gd name="connsiteX8791" fmla="*/ 1764863 w 2119654"/>
              <a:gd name="connsiteY8791" fmla="*/ 1695784 h 2398711"/>
              <a:gd name="connsiteX8792" fmla="*/ 1616209 w 2119654"/>
              <a:gd name="connsiteY8792" fmla="*/ 2025452 h 2398711"/>
              <a:gd name="connsiteX8793" fmla="*/ 1616447 w 2119654"/>
              <a:gd name="connsiteY8793" fmla="*/ 2028019 h 2398711"/>
              <a:gd name="connsiteX8794" fmla="*/ 1623567 w 2119654"/>
              <a:gd name="connsiteY8794" fmla="*/ 2027707 h 2398711"/>
              <a:gd name="connsiteX8795" fmla="*/ 1623469 w 2119654"/>
              <a:gd name="connsiteY8795" fmla="*/ 2023769 h 2398711"/>
              <a:gd name="connsiteX8796" fmla="*/ 1617349 w 2119654"/>
              <a:gd name="connsiteY8796" fmla="*/ 2022806 h 2398711"/>
              <a:gd name="connsiteX8797" fmla="*/ 1623421 w 2119654"/>
              <a:gd name="connsiteY8797" fmla="*/ 2021860 h 2398711"/>
              <a:gd name="connsiteX8798" fmla="*/ 1623363 w 2119654"/>
              <a:gd name="connsiteY8798" fmla="*/ 2019503 h 2398711"/>
              <a:gd name="connsiteX8799" fmla="*/ 1618332 w 2119654"/>
              <a:gd name="connsiteY8799" fmla="*/ 2021067 h 2398711"/>
              <a:gd name="connsiteX8800" fmla="*/ 1618076 w 2119654"/>
              <a:gd name="connsiteY8800" fmla="*/ 2021520 h 2398711"/>
              <a:gd name="connsiteX8801" fmla="*/ 1621178 w 2119654"/>
              <a:gd name="connsiteY8801" fmla="*/ 2021307 h 2398711"/>
              <a:gd name="connsiteX8802" fmla="*/ 1621084 w 2119654"/>
              <a:gd name="connsiteY8802" fmla="*/ 2021392 h 2398711"/>
              <a:gd name="connsiteX8803" fmla="*/ 1618031 w 2119654"/>
              <a:gd name="connsiteY8803" fmla="*/ 2021601 h 2398711"/>
              <a:gd name="connsiteX8804" fmla="*/ 1578420 w 2119654"/>
              <a:gd name="connsiteY8804" fmla="*/ 2109902 h 2398711"/>
              <a:gd name="connsiteX8805" fmla="*/ 1578718 w 2119654"/>
              <a:gd name="connsiteY8805" fmla="*/ 2111545 h 2398711"/>
              <a:gd name="connsiteX8806" fmla="*/ 1580900 w 2119654"/>
              <a:gd name="connsiteY8806" fmla="*/ 2111694 h 2398711"/>
              <a:gd name="connsiteX8807" fmla="*/ 1590851 w 2119654"/>
              <a:gd name="connsiteY8807" fmla="*/ 2107314 h 2398711"/>
              <a:gd name="connsiteX8808" fmla="*/ 1807333 w 2119654"/>
              <a:gd name="connsiteY8808" fmla="*/ 1597285 h 2398711"/>
              <a:gd name="connsiteX8809" fmla="*/ 1808039 w 2119654"/>
              <a:gd name="connsiteY8809" fmla="*/ 1597143 h 2398711"/>
              <a:gd name="connsiteX8810" fmla="*/ 1812839 w 2119654"/>
              <a:gd name="connsiteY8810" fmla="*/ 1593714 h 2398711"/>
              <a:gd name="connsiteX8811" fmla="*/ 1812644 w 2119654"/>
              <a:gd name="connsiteY8811" fmla="*/ 1593385 h 2398711"/>
              <a:gd name="connsiteX8812" fmla="*/ 1810485 w 2119654"/>
              <a:gd name="connsiteY8812" fmla="*/ 1593759 h 2398711"/>
              <a:gd name="connsiteX8813" fmla="*/ 1847229 w 2119654"/>
              <a:gd name="connsiteY8813" fmla="*/ 1507931 h 2398711"/>
              <a:gd name="connsiteX8814" fmla="*/ 1847817 w 2119654"/>
              <a:gd name="connsiteY8814" fmla="*/ 1508720 h 2398711"/>
              <a:gd name="connsiteX8815" fmla="*/ 1857050 w 2119654"/>
              <a:gd name="connsiteY8815" fmla="*/ 1501495 h 2398711"/>
              <a:gd name="connsiteX8816" fmla="*/ 1856280 w 2119654"/>
              <a:gd name="connsiteY8816" fmla="*/ 1502013 h 2398711"/>
              <a:gd name="connsiteX8817" fmla="*/ 1689308 w 2119654"/>
              <a:gd name="connsiteY8817" fmla="*/ 1861538 h 2398711"/>
              <a:gd name="connsiteX8818" fmla="*/ 1688889 w 2119654"/>
              <a:gd name="connsiteY8818" fmla="*/ 1863431 h 2398711"/>
              <a:gd name="connsiteX8819" fmla="*/ 1689227 w 2119654"/>
              <a:gd name="connsiteY8819" fmla="*/ 1863259 h 2398711"/>
              <a:gd name="connsiteX8820" fmla="*/ 1690899 w 2119654"/>
              <a:gd name="connsiteY8820" fmla="*/ 1862228 h 2398711"/>
              <a:gd name="connsiteX8821" fmla="*/ 1690837 w 2119654"/>
              <a:gd name="connsiteY8821" fmla="*/ 1861125 h 2398711"/>
              <a:gd name="connsiteX8822" fmla="*/ 1665147 w 2119654"/>
              <a:gd name="connsiteY8822" fmla="*/ 1915557 h 2398711"/>
              <a:gd name="connsiteX8823" fmla="*/ 1665139 w 2119654"/>
              <a:gd name="connsiteY8823" fmla="*/ 1915973 h 2398711"/>
              <a:gd name="connsiteX8824" fmla="*/ 1666303 w 2119654"/>
              <a:gd name="connsiteY8824" fmla="*/ 1915860 h 2398711"/>
              <a:gd name="connsiteX8825" fmla="*/ 1672691 w 2119654"/>
              <a:gd name="connsiteY8825" fmla="*/ 1912545 h 2398711"/>
              <a:gd name="connsiteX8826" fmla="*/ 1673051 w 2119654"/>
              <a:gd name="connsiteY8826" fmla="*/ 1910918 h 2398711"/>
              <a:gd name="connsiteX8827" fmla="*/ 1810047 w 2119654"/>
              <a:gd name="connsiteY8827" fmla="*/ 1590865 h 2398711"/>
              <a:gd name="connsiteX8828" fmla="*/ 1810388 w 2119654"/>
              <a:gd name="connsiteY8828" fmla="*/ 1590798 h 2398711"/>
              <a:gd name="connsiteX8829" fmla="*/ 1810777 w 2119654"/>
              <a:gd name="connsiteY8829" fmla="*/ 1590234 h 2398711"/>
              <a:gd name="connsiteX8830" fmla="*/ 1810673 w 2119654"/>
              <a:gd name="connsiteY8830" fmla="*/ 1590060 h 2398711"/>
              <a:gd name="connsiteX8831" fmla="*/ 1810526 w 2119654"/>
              <a:gd name="connsiteY8831" fmla="*/ 1590172 h 2398711"/>
              <a:gd name="connsiteX8832" fmla="*/ 1785166 w 2119654"/>
              <a:gd name="connsiteY8832" fmla="*/ 1646537 h 2398711"/>
              <a:gd name="connsiteX8833" fmla="*/ 1787352 w 2119654"/>
              <a:gd name="connsiteY8833" fmla="*/ 1648763 h 2398711"/>
              <a:gd name="connsiteX8834" fmla="*/ 1788473 w 2119654"/>
              <a:gd name="connsiteY8834" fmla="*/ 1648472 h 2398711"/>
              <a:gd name="connsiteX8835" fmla="*/ 1792183 w 2119654"/>
              <a:gd name="connsiteY8835" fmla="*/ 1644743 h 2398711"/>
              <a:gd name="connsiteX8836" fmla="*/ 1787674 w 2119654"/>
              <a:gd name="connsiteY8836" fmla="*/ 1645938 h 2398711"/>
              <a:gd name="connsiteX8837" fmla="*/ 1785202 w 2119654"/>
              <a:gd name="connsiteY8837" fmla="*/ 1646487 h 2398711"/>
              <a:gd name="connsiteX8838" fmla="*/ 1689466 w 2119654"/>
              <a:gd name="connsiteY8838" fmla="*/ 1860821 h 2398711"/>
              <a:gd name="connsiteX8839" fmla="*/ 1689386 w 2119654"/>
              <a:gd name="connsiteY8839" fmla="*/ 1861182 h 2398711"/>
              <a:gd name="connsiteX8840" fmla="*/ 1690820 w 2119654"/>
              <a:gd name="connsiteY8840" fmla="*/ 1860810 h 2398711"/>
              <a:gd name="connsiteX8841" fmla="*/ 1690766 w 2119654"/>
              <a:gd name="connsiteY8841" fmla="*/ 1859830 h 2398711"/>
              <a:gd name="connsiteX8842" fmla="*/ 1723996 w 2119654"/>
              <a:gd name="connsiteY8842" fmla="*/ 1783375 h 2398711"/>
              <a:gd name="connsiteX8843" fmla="*/ 1724076 w 2119654"/>
              <a:gd name="connsiteY8843" fmla="*/ 1783674 h 2398711"/>
              <a:gd name="connsiteX8844" fmla="*/ 1724082 w 2119654"/>
              <a:gd name="connsiteY8844" fmla="*/ 1783328 h 2398711"/>
              <a:gd name="connsiteX8845" fmla="*/ 1813342 w 2119654"/>
              <a:gd name="connsiteY8845" fmla="*/ 1583180 h 2398711"/>
              <a:gd name="connsiteX8846" fmla="*/ 1813843 w 2119654"/>
              <a:gd name="connsiteY8846" fmla="*/ 1583130 h 2398711"/>
              <a:gd name="connsiteX8847" fmla="*/ 1814030 w 2119654"/>
              <a:gd name="connsiteY8847" fmla="*/ 1582859 h 2398711"/>
              <a:gd name="connsiteX8848" fmla="*/ 1661405 w 2119654"/>
              <a:gd name="connsiteY8848" fmla="*/ 1923395 h 2398711"/>
              <a:gd name="connsiteX8849" fmla="*/ 1660752 w 2119654"/>
              <a:gd name="connsiteY8849" fmla="*/ 1926143 h 2398711"/>
              <a:gd name="connsiteX8850" fmla="*/ 1662709 w 2119654"/>
              <a:gd name="connsiteY8850" fmla="*/ 1925819 h 2398711"/>
              <a:gd name="connsiteX8851" fmla="*/ 1662794 w 2119654"/>
              <a:gd name="connsiteY8851" fmla="*/ 1923633 h 2398711"/>
              <a:gd name="connsiteX8852" fmla="*/ 1662398 w 2119654"/>
              <a:gd name="connsiteY8852" fmla="*/ 1922917 h 2398711"/>
              <a:gd name="connsiteX8853" fmla="*/ 1739101 w 2119654"/>
              <a:gd name="connsiteY8853" fmla="*/ 1749408 h 2398711"/>
              <a:gd name="connsiteX8854" fmla="*/ 1740350 w 2119654"/>
              <a:gd name="connsiteY8854" fmla="*/ 1749052 h 2398711"/>
              <a:gd name="connsiteX8855" fmla="*/ 1740235 w 2119654"/>
              <a:gd name="connsiteY8855" fmla="*/ 1748452 h 2398711"/>
              <a:gd name="connsiteX8856" fmla="*/ 1740002 w 2119654"/>
              <a:gd name="connsiteY8856" fmla="*/ 1748065 h 2398711"/>
              <a:gd name="connsiteX8857" fmla="*/ 1609378 w 2119654"/>
              <a:gd name="connsiteY8857" fmla="*/ 2039875 h 2398711"/>
              <a:gd name="connsiteX8858" fmla="*/ 1608915 w 2119654"/>
              <a:gd name="connsiteY8858" fmla="*/ 2042645 h 2398711"/>
              <a:gd name="connsiteX8859" fmla="*/ 1610186 w 2119654"/>
              <a:gd name="connsiteY8859" fmla="*/ 2043045 h 2398711"/>
              <a:gd name="connsiteX8860" fmla="*/ 1614945 w 2119654"/>
              <a:gd name="connsiteY8860" fmla="*/ 2040151 h 2398711"/>
              <a:gd name="connsiteX8861" fmla="*/ 1778762 w 2119654"/>
              <a:gd name="connsiteY8861" fmla="*/ 1660543 h 2398711"/>
              <a:gd name="connsiteX8862" fmla="*/ 1779997 w 2119654"/>
              <a:gd name="connsiteY8862" fmla="*/ 1661909 h 2398711"/>
              <a:gd name="connsiteX8863" fmla="*/ 1782187 w 2119654"/>
              <a:gd name="connsiteY8863" fmla="*/ 1660036 h 2398711"/>
              <a:gd name="connsiteX8864" fmla="*/ 1786953 w 2119654"/>
              <a:gd name="connsiteY8864" fmla="*/ 1655296 h 2398711"/>
              <a:gd name="connsiteX8865" fmla="*/ 1786605 w 2119654"/>
              <a:gd name="connsiteY8865" fmla="*/ 1654600 h 2398711"/>
              <a:gd name="connsiteX8866" fmla="*/ 1784040 w 2119654"/>
              <a:gd name="connsiteY8866" fmla="*/ 1655237 h 2398711"/>
              <a:gd name="connsiteX8867" fmla="*/ 1888747 w 2119654"/>
              <a:gd name="connsiteY8867" fmla="*/ 1414172 h 2398711"/>
              <a:gd name="connsiteX8868" fmla="*/ 1891049 w 2119654"/>
              <a:gd name="connsiteY8868" fmla="*/ 1416517 h 2398711"/>
              <a:gd name="connsiteX8869" fmla="*/ 1889582 w 2119654"/>
              <a:gd name="connsiteY8869" fmla="*/ 1413228 h 2398711"/>
              <a:gd name="connsiteX8870" fmla="*/ 1827350 w 2119654"/>
              <a:gd name="connsiteY8870" fmla="*/ 1551640 h 2398711"/>
              <a:gd name="connsiteX8871" fmla="*/ 1827944 w 2119654"/>
              <a:gd name="connsiteY8871" fmla="*/ 1553430 h 2398711"/>
              <a:gd name="connsiteX8872" fmla="*/ 1828648 w 2119654"/>
              <a:gd name="connsiteY8872" fmla="*/ 1553249 h 2398711"/>
              <a:gd name="connsiteX8873" fmla="*/ 1828077 w 2119654"/>
              <a:gd name="connsiteY8873" fmla="*/ 1551080 h 2398711"/>
              <a:gd name="connsiteX8874" fmla="*/ 1719027 w 2119654"/>
              <a:gd name="connsiteY8874" fmla="*/ 1794173 h 2398711"/>
              <a:gd name="connsiteX8875" fmla="*/ 1719012 w 2119654"/>
              <a:gd name="connsiteY8875" fmla="*/ 1794547 h 2398711"/>
              <a:gd name="connsiteX8876" fmla="*/ 1719367 w 2119654"/>
              <a:gd name="connsiteY8876" fmla="*/ 1794173 h 2398711"/>
              <a:gd name="connsiteX8877" fmla="*/ 1719555 w 2119654"/>
              <a:gd name="connsiteY8877" fmla="*/ 1793943 h 2398711"/>
              <a:gd name="connsiteX8878" fmla="*/ 1766223 w 2119654"/>
              <a:gd name="connsiteY8878" fmla="*/ 1688475 h 2398711"/>
              <a:gd name="connsiteX8879" fmla="*/ 1766466 w 2119654"/>
              <a:gd name="connsiteY8879" fmla="*/ 1689825 h 2398711"/>
              <a:gd name="connsiteX8880" fmla="*/ 1767931 w 2119654"/>
              <a:gd name="connsiteY8880" fmla="*/ 1689135 h 2398711"/>
              <a:gd name="connsiteX8881" fmla="*/ 1767484 w 2119654"/>
              <a:gd name="connsiteY8881" fmla="*/ 1688212 h 2398711"/>
              <a:gd name="connsiteX8882" fmla="*/ 1750247 w 2119654"/>
              <a:gd name="connsiteY8882" fmla="*/ 1724206 h 2398711"/>
              <a:gd name="connsiteX8883" fmla="*/ 1751190 w 2119654"/>
              <a:gd name="connsiteY8883" fmla="*/ 1726479 h 2398711"/>
              <a:gd name="connsiteX8884" fmla="*/ 1750885 w 2119654"/>
              <a:gd name="connsiteY8884" fmla="*/ 1723817 h 2398711"/>
              <a:gd name="connsiteX8885" fmla="*/ 1764747 w 2119654"/>
              <a:gd name="connsiteY8885" fmla="*/ 1691583 h 2398711"/>
              <a:gd name="connsiteX8886" fmla="*/ 1765039 w 2119654"/>
              <a:gd name="connsiteY8886" fmla="*/ 1691955 h 2398711"/>
              <a:gd name="connsiteX8887" fmla="*/ 1766564 w 2119654"/>
              <a:gd name="connsiteY8887" fmla="*/ 1694464 h 2398711"/>
              <a:gd name="connsiteX8888" fmla="*/ 1767126 w 2119654"/>
              <a:gd name="connsiteY8888" fmla="*/ 1694027 h 2398711"/>
              <a:gd name="connsiteX8889" fmla="*/ 1766598 w 2119654"/>
              <a:gd name="connsiteY8889" fmla="*/ 1691096 h 2398711"/>
              <a:gd name="connsiteX8890" fmla="*/ 1766523 w 2119654"/>
              <a:gd name="connsiteY8890" fmla="*/ 1690745 h 2398711"/>
              <a:gd name="connsiteX8891" fmla="*/ 1707055 w 2119654"/>
              <a:gd name="connsiteY8891" fmla="*/ 1820735 h 2398711"/>
              <a:gd name="connsiteX8892" fmla="*/ 1708612 w 2119654"/>
              <a:gd name="connsiteY8892" fmla="*/ 1823711 h 2398711"/>
              <a:gd name="connsiteX8893" fmla="*/ 1709136 w 2119654"/>
              <a:gd name="connsiteY8893" fmla="*/ 1824817 h 2398711"/>
              <a:gd name="connsiteX8894" fmla="*/ 1709195 w 2119654"/>
              <a:gd name="connsiteY8894" fmla="*/ 1824798 h 2398711"/>
              <a:gd name="connsiteX8895" fmla="*/ 1709275 w 2119654"/>
              <a:gd name="connsiteY8895" fmla="*/ 1824757 h 2398711"/>
              <a:gd name="connsiteX8896" fmla="*/ 1709219 w 2119654"/>
              <a:gd name="connsiteY8896" fmla="*/ 1820068 h 2398711"/>
              <a:gd name="connsiteX8897" fmla="*/ 1614457 w 2119654"/>
              <a:gd name="connsiteY8897" fmla="*/ 2027919 h 2398711"/>
              <a:gd name="connsiteX8898" fmla="*/ 1615232 w 2119654"/>
              <a:gd name="connsiteY8898" fmla="*/ 2028072 h 2398711"/>
              <a:gd name="connsiteX8899" fmla="*/ 1616048 w 2119654"/>
              <a:gd name="connsiteY8899" fmla="*/ 2028036 h 2398711"/>
              <a:gd name="connsiteX8900" fmla="*/ 1615817 w 2119654"/>
              <a:gd name="connsiteY8900" fmla="*/ 2025543 h 2398711"/>
              <a:gd name="connsiteX8901" fmla="*/ 1615799 w 2119654"/>
              <a:gd name="connsiteY8901" fmla="*/ 2025546 h 2398711"/>
              <a:gd name="connsiteX8902" fmla="*/ 1605779 w 2119654"/>
              <a:gd name="connsiteY8902" fmla="*/ 2047271 h 2398711"/>
              <a:gd name="connsiteX8903" fmla="*/ 1606270 w 2119654"/>
              <a:gd name="connsiteY8903" fmla="*/ 2048172 h 2398711"/>
              <a:gd name="connsiteX8904" fmla="*/ 1606256 w 2119654"/>
              <a:gd name="connsiteY8904" fmla="*/ 2046982 h 2398711"/>
              <a:gd name="connsiteX8905" fmla="*/ 1661783 w 2119654"/>
              <a:gd name="connsiteY8905" fmla="*/ 1921803 h 2398711"/>
              <a:gd name="connsiteX8906" fmla="*/ 1661537 w 2119654"/>
              <a:gd name="connsiteY8906" fmla="*/ 1922836 h 2398711"/>
              <a:gd name="connsiteX8907" fmla="*/ 1662182 w 2119654"/>
              <a:gd name="connsiteY8907" fmla="*/ 1922526 h 2398711"/>
              <a:gd name="connsiteX8908" fmla="*/ 1783866 w 2119654"/>
              <a:gd name="connsiteY8908" fmla="*/ 1648363 h 2398711"/>
              <a:gd name="connsiteX8909" fmla="*/ 1784425 w 2119654"/>
              <a:gd name="connsiteY8909" fmla="*/ 1649523 h 2398711"/>
              <a:gd name="connsiteX8910" fmla="*/ 1786786 w 2119654"/>
              <a:gd name="connsiteY8910" fmla="*/ 1648910 h 2398711"/>
              <a:gd name="connsiteX8911" fmla="*/ 1784867 w 2119654"/>
              <a:gd name="connsiteY8911" fmla="*/ 1646956 h 2398711"/>
              <a:gd name="connsiteX8912" fmla="*/ 1689946 w 2119654"/>
              <a:gd name="connsiteY8912" fmla="*/ 1858649 h 2398711"/>
              <a:gd name="connsiteX8913" fmla="*/ 1689897 w 2119654"/>
              <a:gd name="connsiteY8913" fmla="*/ 1858868 h 2398711"/>
              <a:gd name="connsiteX8914" fmla="*/ 1690313 w 2119654"/>
              <a:gd name="connsiteY8914" fmla="*/ 1858551 h 2398711"/>
              <a:gd name="connsiteX8915" fmla="*/ 1838957 w 2119654"/>
              <a:gd name="connsiteY8915" fmla="*/ 1524912 h 2398711"/>
              <a:gd name="connsiteX8916" fmla="*/ 1842035 w 2119654"/>
              <a:gd name="connsiteY8916" fmla="*/ 1528242 h 2398711"/>
              <a:gd name="connsiteX8917" fmla="*/ 1848838 w 2119654"/>
              <a:gd name="connsiteY8917" fmla="*/ 1523527 h 2398711"/>
              <a:gd name="connsiteX8918" fmla="*/ 1852612 w 2119654"/>
              <a:gd name="connsiteY8918" fmla="*/ 1519912 h 2398711"/>
              <a:gd name="connsiteX8919" fmla="*/ 1847645 w 2119654"/>
              <a:gd name="connsiteY8919" fmla="*/ 1521731 h 2398711"/>
              <a:gd name="connsiteX8920" fmla="*/ 1848690 w 2119654"/>
              <a:gd name="connsiteY8920" fmla="*/ 1522667 h 2398711"/>
              <a:gd name="connsiteX8921" fmla="*/ 1848715 w 2119654"/>
              <a:gd name="connsiteY8921" fmla="*/ 1522970 h 2398711"/>
              <a:gd name="connsiteX8922" fmla="*/ 1847423 w 2119654"/>
              <a:gd name="connsiteY8922" fmla="*/ 1521812 h 2398711"/>
              <a:gd name="connsiteX8923" fmla="*/ 1661930 w 2119654"/>
              <a:gd name="connsiteY8923" fmla="*/ 1921183 h 2398711"/>
              <a:gd name="connsiteX8924" fmla="*/ 1661853 w 2119654"/>
              <a:gd name="connsiteY8924" fmla="*/ 1921508 h 2398711"/>
              <a:gd name="connsiteX8925" fmla="*/ 1662353 w 2119654"/>
              <a:gd name="connsiteY8925" fmla="*/ 1922443 h 2398711"/>
              <a:gd name="connsiteX8926" fmla="*/ 1662850 w 2119654"/>
              <a:gd name="connsiteY8926" fmla="*/ 1922204 h 2398711"/>
              <a:gd name="connsiteX8927" fmla="*/ 1662898 w 2119654"/>
              <a:gd name="connsiteY8927" fmla="*/ 1920979 h 2398711"/>
              <a:gd name="connsiteX8928" fmla="*/ 1755541 w 2119654"/>
              <a:gd name="connsiteY8928" fmla="*/ 1711380 h 2398711"/>
              <a:gd name="connsiteX8929" fmla="*/ 1755572 w 2119654"/>
              <a:gd name="connsiteY8929" fmla="*/ 1711577 h 2398711"/>
              <a:gd name="connsiteX8930" fmla="*/ 1755688 w 2119654"/>
              <a:gd name="connsiteY8930" fmla="*/ 1711482 h 2398711"/>
              <a:gd name="connsiteX8931" fmla="*/ 1755572 w 2119654"/>
              <a:gd name="connsiteY8931" fmla="*/ 1711347 h 2398711"/>
              <a:gd name="connsiteX8932" fmla="*/ 1630622 w 2119654"/>
              <a:gd name="connsiteY8932" fmla="*/ 1991097 h 2398711"/>
              <a:gd name="connsiteX8933" fmla="*/ 1630814 w 2119654"/>
              <a:gd name="connsiteY8933" fmla="*/ 1992203 h 2398711"/>
              <a:gd name="connsiteX8934" fmla="*/ 1631348 w 2119654"/>
              <a:gd name="connsiteY8934" fmla="*/ 1990921 h 2398711"/>
              <a:gd name="connsiteX8935" fmla="*/ 1690118 w 2119654"/>
              <a:gd name="connsiteY8935" fmla="*/ 1857867 h 2398711"/>
              <a:gd name="connsiteX8936" fmla="*/ 1690067 w 2119654"/>
              <a:gd name="connsiteY8936" fmla="*/ 1858098 h 2398711"/>
              <a:gd name="connsiteX8937" fmla="*/ 1690662 w 2119654"/>
              <a:gd name="connsiteY8937" fmla="*/ 1857940 h 2398711"/>
              <a:gd name="connsiteX8938" fmla="*/ 1690657 w 2119654"/>
              <a:gd name="connsiteY8938" fmla="*/ 1857856 h 2398711"/>
              <a:gd name="connsiteX8939" fmla="*/ 1793554 w 2119654"/>
              <a:gd name="connsiteY8939" fmla="*/ 1626160 h 2398711"/>
              <a:gd name="connsiteX8940" fmla="*/ 1793679 w 2119654"/>
              <a:gd name="connsiteY8940" fmla="*/ 1626506 h 2398711"/>
              <a:gd name="connsiteX8941" fmla="*/ 1794246 w 2119654"/>
              <a:gd name="connsiteY8941" fmla="*/ 1625859 h 2398711"/>
              <a:gd name="connsiteX8942" fmla="*/ 1735083 w 2119654"/>
              <a:gd name="connsiteY8942" fmla="*/ 1756982 h 2398711"/>
              <a:gd name="connsiteX8943" fmla="*/ 1735970 w 2119654"/>
              <a:gd name="connsiteY8943" fmla="*/ 1758486 h 2398711"/>
              <a:gd name="connsiteX8944" fmla="*/ 1739089 w 2119654"/>
              <a:gd name="connsiteY8944" fmla="*/ 1757353 h 2398711"/>
              <a:gd name="connsiteX8945" fmla="*/ 1738999 w 2119654"/>
              <a:gd name="connsiteY8945" fmla="*/ 1757536 h 2398711"/>
              <a:gd name="connsiteX8946" fmla="*/ 1736044 w 2119654"/>
              <a:gd name="connsiteY8946" fmla="*/ 1758609 h 2398711"/>
              <a:gd name="connsiteX8947" fmla="*/ 1738352 w 2119654"/>
              <a:gd name="connsiteY8947" fmla="*/ 1762522 h 2398711"/>
              <a:gd name="connsiteX8948" fmla="*/ 1739137 w 2119654"/>
              <a:gd name="connsiteY8948" fmla="*/ 1761814 h 2398711"/>
              <a:gd name="connsiteX8949" fmla="*/ 1739897 w 2119654"/>
              <a:gd name="connsiteY8949" fmla="*/ 1754326 h 2398711"/>
              <a:gd name="connsiteX8950" fmla="*/ 1739784 w 2119654"/>
              <a:gd name="connsiteY8950" fmla="*/ 1754374 h 2398711"/>
              <a:gd name="connsiteX8951" fmla="*/ 1672349 w 2119654"/>
              <a:gd name="connsiteY8951" fmla="*/ 1897446 h 2398711"/>
              <a:gd name="connsiteX8952" fmla="*/ 1673686 w 2119654"/>
              <a:gd name="connsiteY8952" fmla="*/ 1901045 h 2398711"/>
              <a:gd name="connsiteX8953" fmla="*/ 1675265 w 2119654"/>
              <a:gd name="connsiteY8953" fmla="*/ 1900887 h 2398711"/>
              <a:gd name="connsiteX8954" fmla="*/ 1676521 w 2119654"/>
              <a:gd name="connsiteY8954" fmla="*/ 1895200 h 2398711"/>
              <a:gd name="connsiteX8955" fmla="*/ 1633359 w 2119654"/>
              <a:gd name="connsiteY8955" fmla="*/ 1984730 h 2398711"/>
              <a:gd name="connsiteX8956" fmla="*/ 1633350 w 2119654"/>
              <a:gd name="connsiteY8956" fmla="*/ 1986114 h 2398711"/>
              <a:gd name="connsiteX8957" fmla="*/ 1634056 w 2119654"/>
              <a:gd name="connsiteY8957" fmla="*/ 1984419 h 2398711"/>
              <a:gd name="connsiteX8958" fmla="*/ 1635972 w 2119654"/>
              <a:gd name="connsiteY8958" fmla="*/ 1978772 h 2398711"/>
              <a:gd name="connsiteX8959" fmla="*/ 1636350 w 2119654"/>
              <a:gd name="connsiteY8959" fmla="*/ 1978912 h 2398711"/>
              <a:gd name="connsiteX8960" fmla="*/ 1636490 w 2119654"/>
              <a:gd name="connsiteY8960" fmla="*/ 1978576 h 2398711"/>
              <a:gd name="connsiteX8961" fmla="*/ 1730914 w 2119654"/>
              <a:gd name="connsiteY8961" fmla="*/ 1766143 h 2398711"/>
              <a:gd name="connsiteX8962" fmla="*/ 1731278 w 2119654"/>
              <a:gd name="connsiteY8962" fmla="*/ 1768100 h 2398711"/>
              <a:gd name="connsiteX8963" fmla="*/ 1733239 w 2119654"/>
              <a:gd name="connsiteY8963" fmla="*/ 1767129 h 2398711"/>
              <a:gd name="connsiteX8964" fmla="*/ 1735376 w 2119654"/>
              <a:gd name="connsiteY8964" fmla="*/ 1765204 h 2398711"/>
              <a:gd name="connsiteX8965" fmla="*/ 1662249 w 2119654"/>
              <a:gd name="connsiteY8965" fmla="*/ 1919843 h 2398711"/>
              <a:gd name="connsiteX8966" fmla="*/ 1661974 w 2119654"/>
              <a:gd name="connsiteY8966" fmla="*/ 1920996 h 2398711"/>
              <a:gd name="connsiteX8967" fmla="*/ 1662904 w 2119654"/>
              <a:gd name="connsiteY8967" fmla="*/ 1920800 h 2398711"/>
              <a:gd name="connsiteX8968" fmla="*/ 1662936 w 2119654"/>
              <a:gd name="connsiteY8968" fmla="*/ 1919980 h 2398711"/>
              <a:gd name="connsiteX8969" fmla="*/ 1662810 w 2119654"/>
              <a:gd name="connsiteY8969" fmla="*/ 1919642 h 2398711"/>
              <a:gd name="connsiteX8970" fmla="*/ 1662638 w 2119654"/>
              <a:gd name="connsiteY8970" fmla="*/ 1919634 h 2398711"/>
              <a:gd name="connsiteX8971" fmla="*/ 1782726 w 2119654"/>
              <a:gd name="connsiteY8971" fmla="*/ 1649963 h 2398711"/>
              <a:gd name="connsiteX8972" fmla="*/ 1784109 w 2119654"/>
              <a:gd name="connsiteY8972" fmla="*/ 1649604 h 2398711"/>
              <a:gd name="connsiteX8973" fmla="*/ 1783644 w 2119654"/>
              <a:gd name="connsiteY8973" fmla="*/ 1648674 h 2398711"/>
              <a:gd name="connsiteX8974" fmla="*/ 1768207 w 2119654"/>
              <a:gd name="connsiteY8974" fmla="*/ 1682367 h 2398711"/>
              <a:gd name="connsiteX8975" fmla="*/ 1772857 w 2119654"/>
              <a:gd name="connsiteY8975" fmla="*/ 1680728 h 2398711"/>
              <a:gd name="connsiteX8976" fmla="*/ 1772879 w 2119654"/>
              <a:gd name="connsiteY8976" fmla="*/ 1679530 h 2398711"/>
              <a:gd name="connsiteX8977" fmla="*/ 1770334 w 2119654"/>
              <a:gd name="connsiteY8977" fmla="*/ 1680251 h 2398711"/>
              <a:gd name="connsiteX8978" fmla="*/ 1814776 w 2119654"/>
              <a:gd name="connsiteY8978" fmla="*/ 1577973 h 2398711"/>
              <a:gd name="connsiteX8979" fmla="*/ 1815459 w 2119654"/>
              <a:gd name="connsiteY8979" fmla="*/ 1579168 h 2398711"/>
              <a:gd name="connsiteX8980" fmla="*/ 1816981 w 2119654"/>
              <a:gd name="connsiteY8980" fmla="*/ 1578595 h 2398711"/>
              <a:gd name="connsiteX8981" fmla="*/ 1818257 w 2119654"/>
              <a:gd name="connsiteY8981" fmla="*/ 1576750 h 2398711"/>
              <a:gd name="connsiteX8982" fmla="*/ 1662738 w 2119654"/>
              <a:gd name="connsiteY8982" fmla="*/ 1918400 h 2398711"/>
              <a:gd name="connsiteX8983" fmla="*/ 1662907 w 2119654"/>
              <a:gd name="connsiteY8983" fmla="*/ 1918850 h 2398711"/>
              <a:gd name="connsiteX8984" fmla="*/ 1662981 w 2119654"/>
              <a:gd name="connsiteY8984" fmla="*/ 1918831 h 2398711"/>
              <a:gd name="connsiteX8985" fmla="*/ 1663002 w 2119654"/>
              <a:gd name="connsiteY8985" fmla="*/ 1918293 h 2398711"/>
              <a:gd name="connsiteX8986" fmla="*/ 1762027 w 2119654"/>
              <a:gd name="connsiteY8986" fmla="*/ 1696044 h 2398711"/>
              <a:gd name="connsiteX8987" fmla="*/ 1761865 w 2119654"/>
              <a:gd name="connsiteY8987" fmla="*/ 1697019 h 2398711"/>
              <a:gd name="connsiteX8988" fmla="*/ 1763201 w 2119654"/>
              <a:gd name="connsiteY8988" fmla="*/ 1696759 h 2398711"/>
              <a:gd name="connsiteX8989" fmla="*/ 1762903 w 2119654"/>
              <a:gd name="connsiteY8989" fmla="*/ 1695964 h 2398711"/>
              <a:gd name="connsiteX8990" fmla="*/ 1635247 w 2119654"/>
              <a:gd name="connsiteY8990" fmla="*/ 1979906 h 2398711"/>
              <a:gd name="connsiteX8991" fmla="*/ 1635877 w 2119654"/>
              <a:gd name="connsiteY8991" fmla="*/ 1980048 h 2398711"/>
              <a:gd name="connsiteX8992" fmla="*/ 1635980 w 2119654"/>
              <a:gd name="connsiteY8992" fmla="*/ 1979801 h 2398711"/>
              <a:gd name="connsiteX8993" fmla="*/ 1831311 w 2119654"/>
              <a:gd name="connsiteY8993" fmla="*/ 1540863 h 2398711"/>
              <a:gd name="connsiteX8994" fmla="*/ 1832001 w 2119654"/>
              <a:gd name="connsiteY8994" fmla="*/ 1542245 h 2398711"/>
              <a:gd name="connsiteX8995" fmla="*/ 1832546 w 2119654"/>
              <a:gd name="connsiteY8995" fmla="*/ 1542612 h 2398711"/>
              <a:gd name="connsiteX8996" fmla="*/ 1840779 w 2119654"/>
              <a:gd name="connsiteY8996" fmla="*/ 1536413 h 2398711"/>
              <a:gd name="connsiteX8997" fmla="*/ 1834953 w 2119654"/>
              <a:gd name="connsiteY8997" fmla="*/ 1537374 h 2398711"/>
              <a:gd name="connsiteX8998" fmla="*/ 1662496 w 2119654"/>
              <a:gd name="connsiteY8998" fmla="*/ 1918801 h 2398711"/>
              <a:gd name="connsiteX8999" fmla="*/ 1662457 w 2119654"/>
              <a:gd name="connsiteY8999" fmla="*/ 1918967 h 2398711"/>
              <a:gd name="connsiteX9000" fmla="*/ 1662549 w 2119654"/>
              <a:gd name="connsiteY9000" fmla="*/ 1918943 h 2398711"/>
              <a:gd name="connsiteX9001" fmla="*/ 1609961 w 2119654"/>
              <a:gd name="connsiteY9001" fmla="*/ 2036382 h 2398711"/>
              <a:gd name="connsiteX9002" fmla="*/ 1609455 w 2119654"/>
              <a:gd name="connsiteY9002" fmla="*/ 2039412 h 2398711"/>
              <a:gd name="connsiteX9003" fmla="*/ 1615653 w 2119654"/>
              <a:gd name="connsiteY9003" fmla="*/ 2039719 h 2398711"/>
              <a:gd name="connsiteX9004" fmla="*/ 1617052 w 2119654"/>
              <a:gd name="connsiteY9004" fmla="*/ 2038868 h 2398711"/>
              <a:gd name="connsiteX9005" fmla="*/ 1616922 w 2119654"/>
              <a:gd name="connsiteY9005" fmla="*/ 2037473 h 2398711"/>
              <a:gd name="connsiteX9006" fmla="*/ 1706627 w 2119654"/>
              <a:gd name="connsiteY9006" fmla="*/ 1819914 h 2398711"/>
              <a:gd name="connsiteX9007" fmla="*/ 1706885 w 2119654"/>
              <a:gd name="connsiteY9007" fmla="*/ 1820410 h 2398711"/>
              <a:gd name="connsiteX9008" fmla="*/ 1707142 w 2119654"/>
              <a:gd name="connsiteY9008" fmla="*/ 1820335 h 2398711"/>
              <a:gd name="connsiteX9009" fmla="*/ 1709213 w 2119654"/>
              <a:gd name="connsiteY9009" fmla="*/ 1819558 h 2398711"/>
              <a:gd name="connsiteX9010" fmla="*/ 1709200 w 2119654"/>
              <a:gd name="connsiteY9010" fmla="*/ 1818496 h 2398711"/>
              <a:gd name="connsiteX9011" fmla="*/ 1707711 w 2119654"/>
              <a:gd name="connsiteY9011" fmla="*/ 1818587 h 2398711"/>
              <a:gd name="connsiteX9012" fmla="*/ 1790112 w 2119654"/>
              <a:gd name="connsiteY9012" fmla="*/ 1632973 h 2398711"/>
              <a:gd name="connsiteX9013" fmla="*/ 1794220 w 2119654"/>
              <a:gd name="connsiteY9013" fmla="*/ 1630061 h 2398711"/>
              <a:gd name="connsiteX9014" fmla="*/ 1793986 w 2119654"/>
              <a:gd name="connsiteY9014" fmla="*/ 1629555 h 2398711"/>
              <a:gd name="connsiteX9015" fmla="*/ 1792928 w 2119654"/>
              <a:gd name="connsiteY9015" fmla="*/ 1630341 h 2398711"/>
              <a:gd name="connsiteX9016" fmla="*/ 1791581 w 2119654"/>
              <a:gd name="connsiteY9016" fmla="*/ 1631157 h 2398711"/>
              <a:gd name="connsiteX9017" fmla="*/ 1747243 w 2119654"/>
              <a:gd name="connsiteY9017" fmla="*/ 1728929 h 2398711"/>
              <a:gd name="connsiteX9018" fmla="*/ 1750046 w 2119654"/>
              <a:gd name="connsiteY9018" fmla="*/ 1731725 h 2398711"/>
              <a:gd name="connsiteX9019" fmla="*/ 1750121 w 2119654"/>
              <a:gd name="connsiteY9019" fmla="*/ 1731623 h 2398711"/>
              <a:gd name="connsiteX9020" fmla="*/ 1749424 w 2119654"/>
              <a:gd name="connsiteY9020" fmla="*/ 1729943 h 2398711"/>
              <a:gd name="connsiteX9021" fmla="*/ 1748507 w 2119654"/>
              <a:gd name="connsiteY9021" fmla="*/ 1728275 h 2398711"/>
              <a:gd name="connsiteX9022" fmla="*/ 1748077 w 2119654"/>
              <a:gd name="connsiteY9022" fmla="*/ 1727614 h 2398711"/>
              <a:gd name="connsiteX9023" fmla="*/ 1736081 w 2119654"/>
              <a:gd name="connsiteY9023" fmla="*/ 1753902 h 2398711"/>
              <a:gd name="connsiteX9024" fmla="*/ 1740110 w 2119654"/>
              <a:gd name="connsiteY9024" fmla="*/ 1752222 h 2398711"/>
              <a:gd name="connsiteX9025" fmla="*/ 1740161 w 2119654"/>
              <a:gd name="connsiteY9025" fmla="*/ 1751720 h 2398711"/>
              <a:gd name="connsiteX9026" fmla="*/ 1736928 w 2119654"/>
              <a:gd name="connsiteY9026" fmla="*/ 1752642 h 2398711"/>
              <a:gd name="connsiteX9027" fmla="*/ 1810163 w 2119654"/>
              <a:gd name="connsiteY9027" fmla="*/ 1587972 h 2398711"/>
              <a:gd name="connsiteX9028" fmla="*/ 1810315 w 2119654"/>
              <a:gd name="connsiteY9028" fmla="*/ 1588228 h 2398711"/>
              <a:gd name="connsiteX9029" fmla="*/ 1810779 w 2119654"/>
              <a:gd name="connsiteY9029" fmla="*/ 1587556 h 2398711"/>
              <a:gd name="connsiteX9030" fmla="*/ 1719117 w 2119654"/>
              <a:gd name="connsiteY9030" fmla="*/ 1791735 h 2398711"/>
              <a:gd name="connsiteX9031" fmla="*/ 1719081 w 2119654"/>
              <a:gd name="connsiteY9031" fmla="*/ 1792718 h 2398711"/>
              <a:gd name="connsiteX9032" fmla="*/ 1719994 w 2119654"/>
              <a:gd name="connsiteY9032" fmla="*/ 1792321 h 2398711"/>
              <a:gd name="connsiteX9033" fmla="*/ 1719785 w 2119654"/>
              <a:gd name="connsiteY9033" fmla="*/ 1791546 h 2398711"/>
              <a:gd name="connsiteX9034" fmla="*/ 1610434 w 2119654"/>
              <a:gd name="connsiteY9034" fmla="*/ 2035035 h 2398711"/>
              <a:gd name="connsiteX9035" fmla="*/ 1616640 w 2119654"/>
              <a:gd name="connsiteY9035" fmla="*/ 2034428 h 2398711"/>
              <a:gd name="connsiteX9036" fmla="*/ 1616223 w 2119654"/>
              <a:gd name="connsiteY9036" fmla="*/ 2029929 h 2398711"/>
              <a:gd name="connsiteX9037" fmla="*/ 1613612 w 2119654"/>
              <a:gd name="connsiteY9037" fmla="*/ 2029414 h 2398711"/>
              <a:gd name="connsiteX9038" fmla="*/ 1612392 w 2119654"/>
              <a:gd name="connsiteY9038" fmla="*/ 2031572 h 2398711"/>
              <a:gd name="connsiteX9039" fmla="*/ 1616485 w 2119654"/>
              <a:gd name="connsiteY9039" fmla="*/ 2033080 h 2398711"/>
              <a:gd name="connsiteX9040" fmla="*/ 1616234 w 2119654"/>
              <a:gd name="connsiteY9040" fmla="*/ 2033189 h 2398711"/>
              <a:gd name="connsiteX9041" fmla="*/ 1612298 w 2119654"/>
              <a:gd name="connsiteY9041" fmla="*/ 2031738 h 2398711"/>
              <a:gd name="connsiteX9042" fmla="*/ 1644058 w 2119654"/>
              <a:gd name="connsiteY9042" fmla="*/ 1959728 h 2398711"/>
              <a:gd name="connsiteX9043" fmla="*/ 1644081 w 2119654"/>
              <a:gd name="connsiteY9043" fmla="*/ 1960355 h 2398711"/>
              <a:gd name="connsiteX9044" fmla="*/ 1644320 w 2119654"/>
              <a:gd name="connsiteY9044" fmla="*/ 1959783 h 2398711"/>
              <a:gd name="connsiteX9045" fmla="*/ 1797900 w 2119654"/>
              <a:gd name="connsiteY9045" fmla="*/ 1615241 h 2398711"/>
              <a:gd name="connsiteX9046" fmla="*/ 1800134 w 2119654"/>
              <a:gd name="connsiteY9046" fmla="*/ 1615112 h 2398711"/>
              <a:gd name="connsiteX9047" fmla="*/ 1800321 w 2119654"/>
              <a:gd name="connsiteY9047" fmla="*/ 1615040 h 2398711"/>
              <a:gd name="connsiteX9048" fmla="*/ 1805276 w 2119654"/>
              <a:gd name="connsiteY9048" fmla="*/ 1612050 h 2398711"/>
              <a:gd name="connsiteX9049" fmla="*/ 1807510 w 2119654"/>
              <a:gd name="connsiteY9049" fmla="*/ 1609208 h 2398711"/>
              <a:gd name="connsiteX9050" fmla="*/ 1806910 w 2119654"/>
              <a:gd name="connsiteY9050" fmla="*/ 1608628 h 2398711"/>
              <a:gd name="connsiteX9051" fmla="*/ 1792878 w 2119654"/>
              <a:gd name="connsiteY9051" fmla="*/ 1626454 h 2398711"/>
              <a:gd name="connsiteX9052" fmla="*/ 1793170 w 2119654"/>
              <a:gd name="connsiteY9052" fmla="*/ 1627087 h 2398711"/>
              <a:gd name="connsiteX9053" fmla="*/ 1793499 w 2119654"/>
              <a:gd name="connsiteY9053" fmla="*/ 1626711 h 2398711"/>
              <a:gd name="connsiteX9054" fmla="*/ 1793333 w 2119654"/>
              <a:gd name="connsiteY9054" fmla="*/ 1626256 h 2398711"/>
              <a:gd name="connsiteX9055" fmla="*/ 1610082 w 2119654"/>
              <a:gd name="connsiteY9055" fmla="*/ 2035657 h 2398711"/>
              <a:gd name="connsiteX9056" fmla="*/ 1609990 w 2119654"/>
              <a:gd name="connsiteY9056" fmla="*/ 2036210 h 2398711"/>
              <a:gd name="connsiteX9057" fmla="*/ 1616906 w 2119654"/>
              <a:gd name="connsiteY9057" fmla="*/ 2037294 h 2398711"/>
              <a:gd name="connsiteX9058" fmla="*/ 1616686 w 2119654"/>
              <a:gd name="connsiteY9058" fmla="*/ 2034920 h 2398711"/>
              <a:gd name="connsiteX9059" fmla="*/ 1610136 w 2119654"/>
              <a:gd name="connsiteY9059" fmla="*/ 2035561 h 2398711"/>
              <a:gd name="connsiteX9060" fmla="*/ 1719130 w 2119654"/>
              <a:gd name="connsiteY9060" fmla="*/ 1791391 h 2398711"/>
              <a:gd name="connsiteX9061" fmla="*/ 1719122 w 2119654"/>
              <a:gd name="connsiteY9061" fmla="*/ 1791601 h 2398711"/>
              <a:gd name="connsiteX9062" fmla="*/ 1719752 w 2119654"/>
              <a:gd name="connsiteY9062" fmla="*/ 1791421 h 2398711"/>
              <a:gd name="connsiteX9063" fmla="*/ 1719583 w 2119654"/>
              <a:gd name="connsiteY9063" fmla="*/ 1790794 h 2398711"/>
              <a:gd name="connsiteX9064" fmla="*/ 1830749 w 2119654"/>
              <a:gd name="connsiteY9064" fmla="*/ 1541402 h 2398711"/>
              <a:gd name="connsiteX9065" fmla="*/ 1831477 w 2119654"/>
              <a:gd name="connsiteY9065" fmla="*/ 1541891 h 2398711"/>
              <a:gd name="connsiteX9066" fmla="*/ 1831076 w 2119654"/>
              <a:gd name="connsiteY9066" fmla="*/ 1541088 h 2398711"/>
              <a:gd name="connsiteX9067" fmla="*/ 1765884 w 2119654"/>
              <a:gd name="connsiteY9067" fmla="*/ 1686596 h 2398711"/>
              <a:gd name="connsiteX9068" fmla="*/ 1766107 w 2119654"/>
              <a:gd name="connsiteY9068" fmla="*/ 1687832 h 2398711"/>
              <a:gd name="connsiteX9069" fmla="*/ 1767192 w 2119654"/>
              <a:gd name="connsiteY9069" fmla="*/ 1687608 h 2398711"/>
              <a:gd name="connsiteX9070" fmla="*/ 1766582 w 2119654"/>
              <a:gd name="connsiteY9070" fmla="*/ 1686349 h 2398711"/>
              <a:gd name="connsiteX9071" fmla="*/ 1662859 w 2119654"/>
              <a:gd name="connsiteY9071" fmla="*/ 1917273 h 2398711"/>
              <a:gd name="connsiteX9072" fmla="*/ 1662757 w 2119654"/>
              <a:gd name="connsiteY9072" fmla="*/ 1917700 h 2398711"/>
              <a:gd name="connsiteX9073" fmla="*/ 1663030 w 2119654"/>
              <a:gd name="connsiteY9073" fmla="*/ 1917558 h 2398711"/>
              <a:gd name="connsiteX9074" fmla="*/ 1663047 w 2119654"/>
              <a:gd name="connsiteY9074" fmla="*/ 1917128 h 2398711"/>
              <a:gd name="connsiteX9075" fmla="*/ 1693886 w 2119654"/>
              <a:gd name="connsiteY9075" fmla="*/ 1847780 h 2398711"/>
              <a:gd name="connsiteX9076" fmla="*/ 1695248 w 2119654"/>
              <a:gd name="connsiteY9076" fmla="*/ 1851370 h 2398711"/>
              <a:gd name="connsiteX9077" fmla="*/ 1701689 w 2119654"/>
              <a:gd name="connsiteY9077" fmla="*/ 1845529 h 2398711"/>
              <a:gd name="connsiteX9078" fmla="*/ 1700707 w 2119654"/>
              <a:gd name="connsiteY9078" fmla="*/ 1845532 h 2398711"/>
              <a:gd name="connsiteX9079" fmla="*/ 1730737 w 2119654"/>
              <a:gd name="connsiteY9079" fmla="*/ 1765193 h 2398711"/>
              <a:gd name="connsiteX9080" fmla="*/ 1730850 w 2119654"/>
              <a:gd name="connsiteY9080" fmla="*/ 1765803 h 2398711"/>
              <a:gd name="connsiteX9081" fmla="*/ 1735786 w 2119654"/>
              <a:gd name="connsiteY9081" fmla="*/ 1764835 h 2398711"/>
              <a:gd name="connsiteX9082" fmla="*/ 1736060 w 2119654"/>
              <a:gd name="connsiteY9082" fmla="*/ 1764587 h 2398711"/>
              <a:gd name="connsiteX9083" fmla="*/ 1730844 w 2119654"/>
              <a:gd name="connsiteY9083" fmla="*/ 1765164 h 2398711"/>
              <a:gd name="connsiteX9084" fmla="*/ 1757333 w 2119654"/>
              <a:gd name="connsiteY9084" fmla="*/ 1705637 h 2398711"/>
              <a:gd name="connsiteX9085" fmla="*/ 1757395 w 2119654"/>
              <a:gd name="connsiteY9085" fmla="*/ 1705750 h 2398711"/>
              <a:gd name="connsiteX9086" fmla="*/ 1757418 w 2119654"/>
              <a:gd name="connsiteY9086" fmla="*/ 1705617 h 2398711"/>
              <a:gd name="connsiteX9087" fmla="*/ 1645634 w 2119654"/>
              <a:gd name="connsiteY9087" fmla="*/ 1955691 h 2398711"/>
              <a:gd name="connsiteX9088" fmla="*/ 1646030 w 2119654"/>
              <a:gd name="connsiteY9088" fmla="*/ 1955677 h 2398711"/>
              <a:gd name="connsiteX9089" fmla="*/ 1646092 w 2119654"/>
              <a:gd name="connsiteY9089" fmla="*/ 1955530 h 2398711"/>
              <a:gd name="connsiteX9090" fmla="*/ 1802644 w 2119654"/>
              <a:gd name="connsiteY9090" fmla="*/ 1604071 h 2398711"/>
              <a:gd name="connsiteX9091" fmla="*/ 1803724 w 2119654"/>
              <a:gd name="connsiteY9091" fmla="*/ 1605115 h 2398711"/>
              <a:gd name="connsiteX9092" fmla="*/ 1813485 w 2119654"/>
              <a:gd name="connsiteY9092" fmla="*/ 1601607 h 2398711"/>
              <a:gd name="connsiteX9093" fmla="*/ 1815783 w 2119654"/>
              <a:gd name="connsiteY9093" fmla="*/ 1598683 h 2398711"/>
              <a:gd name="connsiteX9094" fmla="*/ 1814406 w 2119654"/>
              <a:gd name="connsiteY9094" fmla="*/ 1596357 h 2398711"/>
              <a:gd name="connsiteX9095" fmla="*/ 1812517 w 2119654"/>
              <a:gd name="connsiteY9095" fmla="*/ 1596814 h 2398711"/>
              <a:gd name="connsiteX9096" fmla="*/ 1802917 w 2119654"/>
              <a:gd name="connsiteY9096" fmla="*/ 1603675 h 2398711"/>
              <a:gd name="connsiteX9097" fmla="*/ 1793205 w 2119654"/>
              <a:gd name="connsiteY9097" fmla="*/ 1625204 h 2398711"/>
              <a:gd name="connsiteX9098" fmla="*/ 1793320 w 2119654"/>
              <a:gd name="connsiteY9098" fmla="*/ 1625521 h 2398711"/>
              <a:gd name="connsiteX9099" fmla="*/ 1795296 w 2119654"/>
              <a:gd name="connsiteY9099" fmla="*/ 1624662 h 2398711"/>
              <a:gd name="connsiteX9100" fmla="*/ 1795933 w 2119654"/>
              <a:gd name="connsiteY9100" fmla="*/ 1623934 h 2398711"/>
              <a:gd name="connsiteX9101" fmla="*/ 1796598 w 2119654"/>
              <a:gd name="connsiteY9101" fmla="*/ 1623089 h 2398711"/>
              <a:gd name="connsiteX9102" fmla="*/ 1762307 w 2119654"/>
              <a:gd name="connsiteY9102" fmla="*/ 1694367 h 2398711"/>
              <a:gd name="connsiteX9103" fmla="*/ 1762113 w 2119654"/>
              <a:gd name="connsiteY9103" fmla="*/ 1695530 h 2398711"/>
              <a:gd name="connsiteX9104" fmla="*/ 1762721 w 2119654"/>
              <a:gd name="connsiteY9104" fmla="*/ 1695475 h 2398711"/>
              <a:gd name="connsiteX9105" fmla="*/ 1573382 w 2119654"/>
              <a:gd name="connsiteY9105" fmla="*/ 2117380 h 2398711"/>
              <a:gd name="connsiteX9106" fmla="*/ 1579756 w 2119654"/>
              <a:gd name="connsiteY9106" fmla="*/ 2118303 h 2398711"/>
              <a:gd name="connsiteX9107" fmla="*/ 1579329 w 2119654"/>
              <a:gd name="connsiteY9107" fmla="*/ 2115942 h 2398711"/>
              <a:gd name="connsiteX9108" fmla="*/ 1805327 w 2119654"/>
              <a:gd name="connsiteY9108" fmla="*/ 1597686 h 2398711"/>
              <a:gd name="connsiteX9109" fmla="*/ 1805690 w 2119654"/>
              <a:gd name="connsiteY9109" fmla="*/ 1597613 h 2398711"/>
              <a:gd name="connsiteX9110" fmla="*/ 1808057 w 2119654"/>
              <a:gd name="connsiteY9110" fmla="*/ 1594181 h 2398711"/>
              <a:gd name="connsiteX9111" fmla="*/ 1807877 w 2119654"/>
              <a:gd name="connsiteY9111" fmla="*/ 1594212 h 2398711"/>
              <a:gd name="connsiteX9112" fmla="*/ 1807606 w 2119654"/>
              <a:gd name="connsiteY9112" fmla="*/ 1594391 h 2398711"/>
              <a:gd name="connsiteX9113" fmla="*/ 1802142 w 2119654"/>
              <a:gd name="connsiteY9113" fmla="*/ 1604798 h 2398711"/>
              <a:gd name="connsiteX9114" fmla="*/ 1803155 w 2119654"/>
              <a:gd name="connsiteY9114" fmla="*/ 1605319 h 2398711"/>
              <a:gd name="connsiteX9115" fmla="*/ 1803399 w 2119654"/>
              <a:gd name="connsiteY9115" fmla="*/ 1605231 h 2398711"/>
              <a:gd name="connsiteX9116" fmla="*/ 1802466 w 2119654"/>
              <a:gd name="connsiteY9116" fmla="*/ 1604328 h 2398711"/>
              <a:gd name="connsiteX9117" fmla="*/ 1775974 w 2119654"/>
              <a:gd name="connsiteY9117" fmla="*/ 1663345 h 2398711"/>
              <a:gd name="connsiteX9118" fmla="*/ 1775937 w 2119654"/>
              <a:gd name="connsiteY9118" fmla="*/ 1665384 h 2398711"/>
              <a:gd name="connsiteX9119" fmla="*/ 1779842 w 2119654"/>
              <a:gd name="connsiteY9119" fmla="*/ 1662042 h 2398711"/>
              <a:gd name="connsiteX9120" fmla="*/ 1778600 w 2119654"/>
              <a:gd name="connsiteY9120" fmla="*/ 1660705 h 2398711"/>
              <a:gd name="connsiteX9121" fmla="*/ 1623232 w 2119654"/>
              <a:gd name="connsiteY9121" fmla="*/ 2005289 h 2398711"/>
              <a:gd name="connsiteX9122" fmla="*/ 1623294 w 2119654"/>
              <a:gd name="connsiteY9122" fmla="*/ 2007795 h 2398711"/>
              <a:gd name="connsiteX9123" fmla="*/ 1625135 w 2119654"/>
              <a:gd name="connsiteY9123" fmla="*/ 2004541 h 2398711"/>
              <a:gd name="connsiteX9124" fmla="*/ 1821186 w 2119654"/>
              <a:gd name="connsiteY9124" fmla="*/ 1562010 h 2398711"/>
              <a:gd name="connsiteX9125" fmla="*/ 1821818 w 2119654"/>
              <a:gd name="connsiteY9125" fmla="*/ 1568267 h 2398711"/>
              <a:gd name="connsiteX9126" fmla="*/ 1825750 w 2119654"/>
              <a:gd name="connsiteY9126" fmla="*/ 1565924 h 2398711"/>
              <a:gd name="connsiteX9127" fmla="*/ 1828693 w 2119654"/>
              <a:gd name="connsiteY9127" fmla="*/ 1561671 h 2398711"/>
              <a:gd name="connsiteX9128" fmla="*/ 1827413 w 2119654"/>
              <a:gd name="connsiteY9128" fmla="*/ 1557817 h 2398711"/>
              <a:gd name="connsiteX9129" fmla="*/ 1607811 w 2119654"/>
              <a:gd name="connsiteY9129" fmla="*/ 2039797 h 2398711"/>
              <a:gd name="connsiteX9130" fmla="*/ 1607828 w 2119654"/>
              <a:gd name="connsiteY9130" fmla="*/ 2041314 h 2398711"/>
              <a:gd name="connsiteX9131" fmla="*/ 1608080 w 2119654"/>
              <a:gd name="connsiteY9131" fmla="*/ 2039810 h 2398711"/>
              <a:gd name="connsiteX9132" fmla="*/ 1680185 w 2119654"/>
              <a:gd name="connsiteY9132" fmla="*/ 1877726 h 2398711"/>
              <a:gd name="connsiteX9133" fmla="*/ 1680397 w 2119654"/>
              <a:gd name="connsiteY9133" fmla="*/ 1877642 h 2398711"/>
              <a:gd name="connsiteX9134" fmla="*/ 1680423 w 2119654"/>
              <a:gd name="connsiteY9134" fmla="*/ 1877528 h 2398711"/>
              <a:gd name="connsiteX9135" fmla="*/ 1608001 w 2119654"/>
              <a:gd name="connsiteY9135" fmla="*/ 2039339 h 2398711"/>
              <a:gd name="connsiteX9136" fmla="*/ 1608157 w 2119654"/>
              <a:gd name="connsiteY9136" fmla="*/ 2039348 h 2398711"/>
              <a:gd name="connsiteX9137" fmla="*/ 1608225 w 2119654"/>
              <a:gd name="connsiteY9137" fmla="*/ 2038942 h 2398711"/>
              <a:gd name="connsiteX9138" fmla="*/ 1700748 w 2119654"/>
              <a:gd name="connsiteY9138" fmla="*/ 1831550 h 2398711"/>
              <a:gd name="connsiteX9139" fmla="*/ 1701575 w 2119654"/>
              <a:gd name="connsiteY9139" fmla="*/ 1835126 h 2398711"/>
              <a:gd name="connsiteX9140" fmla="*/ 1703990 w 2119654"/>
              <a:gd name="connsiteY9140" fmla="*/ 1838563 h 2398711"/>
              <a:gd name="connsiteX9141" fmla="*/ 1704575 w 2119654"/>
              <a:gd name="connsiteY9141" fmla="*/ 1838218 h 2398711"/>
              <a:gd name="connsiteX9142" fmla="*/ 1783177 w 2119654"/>
              <a:gd name="connsiteY9142" fmla="*/ 1646937 h 2398711"/>
              <a:gd name="connsiteX9143" fmla="*/ 1783754 w 2119654"/>
              <a:gd name="connsiteY9143" fmla="*/ 1648132 h 2398711"/>
              <a:gd name="connsiteX9144" fmla="*/ 1784707 w 2119654"/>
              <a:gd name="connsiteY9144" fmla="*/ 1646793 h 2398711"/>
              <a:gd name="connsiteX9145" fmla="*/ 1784549 w 2119654"/>
              <a:gd name="connsiteY9145" fmla="*/ 1646632 h 2398711"/>
              <a:gd name="connsiteX9146" fmla="*/ 1638356 w 2119654"/>
              <a:gd name="connsiteY9146" fmla="*/ 1971202 h 2398711"/>
              <a:gd name="connsiteX9147" fmla="*/ 1638576 w 2119654"/>
              <a:gd name="connsiteY9147" fmla="*/ 1972020 h 2398711"/>
              <a:gd name="connsiteX9148" fmla="*/ 1639266 w 2119654"/>
              <a:gd name="connsiteY9148" fmla="*/ 1971914 h 2398711"/>
              <a:gd name="connsiteX9149" fmla="*/ 1640288 w 2119654"/>
              <a:gd name="connsiteY9149" fmla="*/ 1969461 h 2398711"/>
              <a:gd name="connsiteX9150" fmla="*/ 1838067 w 2119654"/>
              <a:gd name="connsiteY9150" fmla="*/ 1523983 h 2398711"/>
              <a:gd name="connsiteX9151" fmla="*/ 1838471 w 2119654"/>
              <a:gd name="connsiteY9151" fmla="*/ 1524386 h 2398711"/>
              <a:gd name="connsiteX9152" fmla="*/ 1838639 w 2119654"/>
              <a:gd name="connsiteY9152" fmla="*/ 1524567 h 2398711"/>
              <a:gd name="connsiteX9153" fmla="*/ 1847160 w 2119654"/>
              <a:gd name="connsiteY9153" fmla="*/ 1521577 h 2398711"/>
              <a:gd name="connsiteX9154" fmla="*/ 1846131 w 2119654"/>
              <a:gd name="connsiteY9154" fmla="*/ 1520654 h 2398711"/>
              <a:gd name="connsiteX9155" fmla="*/ 1729805 w 2119654"/>
              <a:gd name="connsiteY9155" fmla="*/ 1766376 h 2398711"/>
              <a:gd name="connsiteX9156" fmla="*/ 1730003 w 2119654"/>
              <a:gd name="connsiteY9156" fmla="*/ 1768079 h 2398711"/>
              <a:gd name="connsiteX9157" fmla="*/ 1730126 w 2119654"/>
              <a:gd name="connsiteY9157" fmla="*/ 1768669 h 2398711"/>
              <a:gd name="connsiteX9158" fmla="*/ 1730125 w 2119654"/>
              <a:gd name="connsiteY9158" fmla="*/ 1768670 h 2398711"/>
              <a:gd name="connsiteX9159" fmla="*/ 1730396 w 2119654"/>
              <a:gd name="connsiteY9159" fmla="*/ 1768537 h 2398711"/>
              <a:gd name="connsiteX9160" fmla="*/ 1730121 w 2119654"/>
              <a:gd name="connsiteY9160" fmla="*/ 1766310 h 2398711"/>
              <a:gd name="connsiteX9161" fmla="*/ 1801331 w 2119654"/>
              <a:gd name="connsiteY9161" fmla="*/ 1605975 h 2398711"/>
              <a:gd name="connsiteX9162" fmla="*/ 1802672 w 2119654"/>
              <a:gd name="connsiteY9162" fmla="*/ 1605493 h 2398711"/>
              <a:gd name="connsiteX9163" fmla="*/ 1801928 w 2119654"/>
              <a:gd name="connsiteY9163" fmla="*/ 1605109 h 2398711"/>
              <a:gd name="connsiteX9164" fmla="*/ 1717648 w 2119654"/>
              <a:gd name="connsiteY9164" fmla="*/ 1793342 h 2398711"/>
              <a:gd name="connsiteX9165" fmla="*/ 1718865 w 2119654"/>
              <a:gd name="connsiteY9165" fmla="*/ 1792812 h 2398711"/>
              <a:gd name="connsiteX9166" fmla="*/ 1718889 w 2119654"/>
              <a:gd name="connsiteY9166" fmla="*/ 1791800 h 2398711"/>
              <a:gd name="connsiteX9167" fmla="*/ 1718799 w 2119654"/>
              <a:gd name="connsiteY9167" fmla="*/ 1791826 h 2398711"/>
              <a:gd name="connsiteX9168" fmla="*/ 1762603 w 2119654"/>
              <a:gd name="connsiteY9168" fmla="*/ 1692594 h 2398711"/>
              <a:gd name="connsiteX9169" fmla="*/ 1762470 w 2119654"/>
              <a:gd name="connsiteY9169" fmla="*/ 1693394 h 2398711"/>
              <a:gd name="connsiteX9170" fmla="*/ 1763229 w 2119654"/>
              <a:gd name="connsiteY9170" fmla="*/ 1695428 h 2398711"/>
              <a:gd name="connsiteX9171" fmla="*/ 1765334 w 2119654"/>
              <a:gd name="connsiteY9171" fmla="*/ 1695235 h 2398711"/>
              <a:gd name="connsiteX9172" fmla="*/ 1763081 w 2119654"/>
              <a:gd name="connsiteY9172" fmla="*/ 1692369 h 2398711"/>
              <a:gd name="connsiteX9173" fmla="*/ 1792502 w 2119654"/>
              <a:gd name="connsiteY9173" fmla="*/ 1625642 h 2398711"/>
              <a:gd name="connsiteX9174" fmla="*/ 1792592 w 2119654"/>
              <a:gd name="connsiteY9174" fmla="*/ 1625837 h 2398711"/>
              <a:gd name="connsiteX9175" fmla="*/ 1793100 w 2119654"/>
              <a:gd name="connsiteY9175" fmla="*/ 1625617 h 2398711"/>
              <a:gd name="connsiteX9176" fmla="*/ 1792996 w 2119654"/>
              <a:gd name="connsiteY9176" fmla="*/ 1625334 h 2398711"/>
              <a:gd name="connsiteX9177" fmla="*/ 1808832 w 2119654"/>
              <a:gd name="connsiteY9177" fmla="*/ 1588872 h 2398711"/>
              <a:gd name="connsiteX9178" fmla="*/ 1809744 w 2119654"/>
              <a:gd name="connsiteY9178" fmla="*/ 1588491 h 2398711"/>
              <a:gd name="connsiteX9179" fmla="*/ 1809644 w 2119654"/>
              <a:gd name="connsiteY9179" fmla="*/ 1588323 h 2398711"/>
              <a:gd name="connsiteX9180" fmla="*/ 1739955 w 2119654"/>
              <a:gd name="connsiteY9180" fmla="*/ 1743082 h 2398711"/>
              <a:gd name="connsiteX9181" fmla="*/ 1740554 w 2119654"/>
              <a:gd name="connsiteY9181" fmla="*/ 1744269 h 2398711"/>
              <a:gd name="connsiteX9182" fmla="*/ 1740946 w 2119654"/>
              <a:gd name="connsiteY9182" fmla="*/ 1743817 h 2398711"/>
              <a:gd name="connsiteX9183" fmla="*/ 1740985 w 2119654"/>
              <a:gd name="connsiteY9183" fmla="*/ 1743185 h 2398711"/>
              <a:gd name="connsiteX9184" fmla="*/ 1852828 w 2119654"/>
              <a:gd name="connsiteY9184" fmla="*/ 1490294 h 2398711"/>
              <a:gd name="connsiteX9185" fmla="*/ 1857713 w 2119654"/>
              <a:gd name="connsiteY9185" fmla="*/ 1500338 h 2398711"/>
              <a:gd name="connsiteX9186" fmla="*/ 1862671 w 2119654"/>
              <a:gd name="connsiteY9186" fmla="*/ 1497097 h 2398711"/>
              <a:gd name="connsiteX9187" fmla="*/ 1879244 w 2119654"/>
              <a:gd name="connsiteY9187" fmla="*/ 1484128 h 2398711"/>
              <a:gd name="connsiteX9188" fmla="*/ 1881219 w 2119654"/>
              <a:gd name="connsiteY9188" fmla="*/ 1481016 h 2398711"/>
              <a:gd name="connsiteX9189" fmla="*/ 1882988 w 2119654"/>
              <a:gd name="connsiteY9189" fmla="*/ 1478131 h 2398711"/>
              <a:gd name="connsiteX9190" fmla="*/ 1882998 w 2119654"/>
              <a:gd name="connsiteY9190" fmla="*/ 1478213 h 2398711"/>
              <a:gd name="connsiteX9191" fmla="*/ 1889409 w 2119654"/>
              <a:gd name="connsiteY9191" fmla="*/ 1468110 h 2398711"/>
              <a:gd name="connsiteX9192" fmla="*/ 1896908 w 2119654"/>
              <a:gd name="connsiteY9192" fmla="*/ 1455934 h 2398711"/>
              <a:gd name="connsiteX9193" fmla="*/ 1743854 w 2119654"/>
              <a:gd name="connsiteY9193" fmla="*/ 1734268 h 2398711"/>
              <a:gd name="connsiteX9194" fmla="*/ 1748770 w 2119654"/>
              <a:gd name="connsiteY9194" fmla="*/ 1733430 h 2398711"/>
              <a:gd name="connsiteX9195" fmla="*/ 1749451 w 2119654"/>
              <a:gd name="connsiteY9195" fmla="*/ 1732519 h 2398711"/>
              <a:gd name="connsiteX9196" fmla="*/ 1746704 w 2119654"/>
              <a:gd name="connsiteY9196" fmla="*/ 1729779 h 2398711"/>
              <a:gd name="connsiteX9197" fmla="*/ 1719204 w 2119654"/>
              <a:gd name="connsiteY9197" fmla="*/ 1789388 h 2398711"/>
              <a:gd name="connsiteX9198" fmla="*/ 1719155 w 2119654"/>
              <a:gd name="connsiteY9198" fmla="*/ 1790705 h 2398711"/>
              <a:gd name="connsiteX9199" fmla="*/ 1719453 w 2119654"/>
              <a:gd name="connsiteY9199" fmla="*/ 1790312 h 2398711"/>
              <a:gd name="connsiteX9200" fmla="*/ 1742277 w 2119654"/>
              <a:gd name="connsiteY9200" fmla="*/ 1737526 h 2398711"/>
              <a:gd name="connsiteX9201" fmla="*/ 1741738 w 2119654"/>
              <a:gd name="connsiteY9201" fmla="*/ 1742840 h 2398711"/>
              <a:gd name="connsiteX9202" fmla="*/ 1746547 w 2119654"/>
              <a:gd name="connsiteY9202" fmla="*/ 1736405 h 2398711"/>
              <a:gd name="connsiteX9203" fmla="*/ 1803414 w 2119654"/>
              <a:gd name="connsiteY9203" fmla="*/ 1600449 h 2398711"/>
              <a:gd name="connsiteX9204" fmla="*/ 1804047 w 2119654"/>
              <a:gd name="connsiteY9204" fmla="*/ 1599997 h 2398711"/>
              <a:gd name="connsiteX9205" fmla="*/ 1805062 w 2119654"/>
              <a:gd name="connsiteY9205" fmla="*/ 1598524 h 2398711"/>
              <a:gd name="connsiteX9206" fmla="*/ 1804696 w 2119654"/>
              <a:gd name="connsiteY9206" fmla="*/ 1598597 h 2398711"/>
              <a:gd name="connsiteX9207" fmla="*/ 1729698 w 2119654"/>
              <a:gd name="connsiteY9207" fmla="*/ 1765463 h 2398711"/>
              <a:gd name="connsiteX9208" fmla="*/ 1729763 w 2119654"/>
              <a:gd name="connsiteY9208" fmla="*/ 1766017 h 2398711"/>
              <a:gd name="connsiteX9209" fmla="*/ 1730078 w 2119654"/>
              <a:gd name="connsiteY9209" fmla="*/ 1765954 h 2398711"/>
              <a:gd name="connsiteX9210" fmla="*/ 1730007 w 2119654"/>
              <a:gd name="connsiteY9210" fmla="*/ 1765382 h 2398711"/>
              <a:gd name="connsiteX9211" fmla="*/ 1756789 w 2119654"/>
              <a:gd name="connsiteY9211" fmla="*/ 1704652 h 2398711"/>
              <a:gd name="connsiteX9212" fmla="*/ 1757065 w 2119654"/>
              <a:gd name="connsiteY9212" fmla="*/ 1705151 h 2398711"/>
              <a:gd name="connsiteX9213" fmla="*/ 1757513 w 2119654"/>
              <a:gd name="connsiteY9213" fmla="*/ 1705042 h 2398711"/>
              <a:gd name="connsiteX9214" fmla="*/ 1757605 w 2119654"/>
              <a:gd name="connsiteY9214" fmla="*/ 1704494 h 2398711"/>
              <a:gd name="connsiteX9215" fmla="*/ 1742344 w 2119654"/>
              <a:gd name="connsiteY9215" fmla="*/ 1736867 h 2398711"/>
              <a:gd name="connsiteX9216" fmla="*/ 1742342 w 2119654"/>
              <a:gd name="connsiteY9216" fmla="*/ 1736889 h 2398711"/>
              <a:gd name="connsiteX9217" fmla="*/ 1747123 w 2119654"/>
              <a:gd name="connsiteY9217" fmla="*/ 1735634 h 2398711"/>
              <a:gd name="connsiteX9218" fmla="*/ 1748019 w 2119654"/>
              <a:gd name="connsiteY9218" fmla="*/ 1734435 h 2398711"/>
              <a:gd name="connsiteX9219" fmla="*/ 1623190 w 2119654"/>
              <a:gd name="connsiteY9219" fmla="*/ 2003592 h 2398711"/>
              <a:gd name="connsiteX9220" fmla="*/ 1623193 w 2119654"/>
              <a:gd name="connsiteY9220" fmla="*/ 2003741 h 2398711"/>
              <a:gd name="connsiteX9221" fmla="*/ 1623511 w 2119654"/>
              <a:gd name="connsiteY9221" fmla="*/ 2003642 h 2398711"/>
              <a:gd name="connsiteX9222" fmla="*/ 1693373 w 2119654"/>
              <a:gd name="connsiteY9222" fmla="*/ 1846430 h 2398711"/>
              <a:gd name="connsiteX9223" fmla="*/ 1693819 w 2119654"/>
              <a:gd name="connsiteY9223" fmla="*/ 1847602 h 2398711"/>
              <a:gd name="connsiteX9224" fmla="*/ 1700095 w 2119654"/>
              <a:gd name="connsiteY9224" fmla="*/ 1845535 h 2398711"/>
              <a:gd name="connsiteX9225" fmla="*/ 1694855 w 2119654"/>
              <a:gd name="connsiteY9225" fmla="*/ 1845557 h 2398711"/>
              <a:gd name="connsiteX9226" fmla="*/ 1630101 w 2119654"/>
              <a:gd name="connsiteY9226" fmla="*/ 1988098 h 2398711"/>
              <a:gd name="connsiteX9227" fmla="*/ 1630441 w 2119654"/>
              <a:gd name="connsiteY9227" fmla="*/ 1990052 h 2398711"/>
              <a:gd name="connsiteX9228" fmla="*/ 1631826 w 2119654"/>
              <a:gd name="connsiteY9228" fmla="*/ 1989775 h 2398711"/>
              <a:gd name="connsiteX9229" fmla="*/ 1632940 w 2119654"/>
              <a:gd name="connsiteY9229" fmla="*/ 1987102 h 2398711"/>
              <a:gd name="connsiteX9230" fmla="*/ 1742370 w 2119654"/>
              <a:gd name="connsiteY9230" fmla="*/ 1736606 h 2398711"/>
              <a:gd name="connsiteX9231" fmla="*/ 1742368 w 2119654"/>
              <a:gd name="connsiteY9231" fmla="*/ 1736627 h 2398711"/>
              <a:gd name="connsiteX9232" fmla="*/ 1745796 w 2119654"/>
              <a:gd name="connsiteY9232" fmla="*/ 1735212 h 2398711"/>
              <a:gd name="connsiteX9233" fmla="*/ 1748212 w 2119654"/>
              <a:gd name="connsiteY9233" fmla="*/ 1734176 h 2398711"/>
              <a:gd name="connsiteX9234" fmla="*/ 1748442 w 2119654"/>
              <a:gd name="connsiteY9234" fmla="*/ 1733869 h 2398711"/>
              <a:gd name="connsiteX9235" fmla="*/ 1743532 w 2119654"/>
              <a:gd name="connsiteY9235" fmla="*/ 1734776 h 2398711"/>
              <a:gd name="connsiteX9236" fmla="*/ 1633826 w 2119654"/>
              <a:gd name="connsiteY9236" fmla="*/ 1979587 h 2398711"/>
              <a:gd name="connsiteX9237" fmla="*/ 1634421 w 2119654"/>
              <a:gd name="connsiteY9237" fmla="*/ 1979721 h 2398711"/>
              <a:gd name="connsiteX9238" fmla="*/ 1636105 w 2119654"/>
              <a:gd name="connsiteY9238" fmla="*/ 1979502 h 2398711"/>
              <a:gd name="connsiteX9239" fmla="*/ 1636270 w 2119654"/>
              <a:gd name="connsiteY9239" fmla="*/ 1979105 h 2398711"/>
              <a:gd name="connsiteX9240" fmla="*/ 1635676 w 2119654"/>
              <a:gd name="connsiteY9240" fmla="*/ 1978885 h 2398711"/>
              <a:gd name="connsiteX9241" fmla="*/ 1795830 w 2119654"/>
              <a:gd name="connsiteY9241" fmla="*/ 1616759 h 2398711"/>
              <a:gd name="connsiteX9242" fmla="*/ 1799579 w 2119654"/>
              <a:gd name="connsiteY9242" fmla="*/ 1615324 h 2398711"/>
              <a:gd name="connsiteX9243" fmla="*/ 1797633 w 2119654"/>
              <a:gd name="connsiteY9243" fmla="*/ 1615436 h 2398711"/>
              <a:gd name="connsiteX9244" fmla="*/ 1605054 w 2119654"/>
              <a:gd name="connsiteY9244" fmla="*/ 2043927 h 2398711"/>
              <a:gd name="connsiteX9245" fmla="*/ 1606220 w 2119654"/>
              <a:gd name="connsiteY9245" fmla="*/ 2043925 h 2398711"/>
              <a:gd name="connsiteX9246" fmla="*/ 1606199 w 2119654"/>
              <a:gd name="connsiteY9246" fmla="*/ 2042210 h 2398711"/>
              <a:gd name="connsiteX9247" fmla="*/ 1625152 w 2119654"/>
              <a:gd name="connsiteY9247" fmla="*/ 1998903 h 2398711"/>
              <a:gd name="connsiteX9248" fmla="*/ 1628098 w 2119654"/>
              <a:gd name="connsiteY9248" fmla="*/ 1998723 h 2398711"/>
              <a:gd name="connsiteX9249" fmla="*/ 1628934 w 2119654"/>
              <a:gd name="connsiteY9249" fmla="*/ 1996715 h 2398711"/>
              <a:gd name="connsiteX9250" fmla="*/ 1778025 w 2119654"/>
              <a:gd name="connsiteY9250" fmla="*/ 1656565 h 2398711"/>
              <a:gd name="connsiteX9251" fmla="*/ 1781208 w 2119654"/>
              <a:gd name="connsiteY9251" fmla="*/ 1655775 h 2398711"/>
              <a:gd name="connsiteX9252" fmla="*/ 1785192 w 2119654"/>
              <a:gd name="connsiteY9252" fmla="*/ 1651771 h 2398711"/>
              <a:gd name="connsiteX9253" fmla="*/ 1784397 w 2119654"/>
              <a:gd name="connsiteY9253" fmla="*/ 1650181 h 2398711"/>
              <a:gd name="connsiteX9254" fmla="*/ 1782162 w 2119654"/>
              <a:gd name="connsiteY9254" fmla="*/ 1650755 h 2398711"/>
              <a:gd name="connsiteX9255" fmla="*/ 1823561 w 2119654"/>
              <a:gd name="connsiteY9255" fmla="*/ 1554561 h 2398711"/>
              <a:gd name="connsiteX9256" fmla="*/ 1826114 w 2119654"/>
              <a:gd name="connsiteY9256" fmla="*/ 1553903 h 2398711"/>
              <a:gd name="connsiteX9257" fmla="*/ 1825768 w 2119654"/>
              <a:gd name="connsiteY9257" fmla="*/ 1552860 h 2398711"/>
              <a:gd name="connsiteX9258" fmla="*/ 1783256 w 2119654"/>
              <a:gd name="connsiteY9258" fmla="*/ 1644592 h 2398711"/>
              <a:gd name="connsiteX9259" fmla="*/ 1783680 w 2119654"/>
              <a:gd name="connsiteY9259" fmla="*/ 1645024 h 2398711"/>
              <a:gd name="connsiteX9260" fmla="*/ 1786395 w 2119654"/>
              <a:gd name="connsiteY9260" fmla="*/ 1644421 h 2398711"/>
              <a:gd name="connsiteX9261" fmla="*/ 1786937 w 2119654"/>
              <a:gd name="connsiteY9261" fmla="*/ 1643660 h 2398711"/>
              <a:gd name="connsiteX9262" fmla="*/ 1633386 w 2119654"/>
              <a:gd name="connsiteY9262" fmla="*/ 1980175 h 2398711"/>
              <a:gd name="connsiteX9263" fmla="*/ 1633361 w 2119654"/>
              <a:gd name="connsiteY9263" fmla="*/ 1984437 h 2398711"/>
              <a:gd name="connsiteX9264" fmla="*/ 1634198 w 2119654"/>
              <a:gd name="connsiteY9264" fmla="*/ 1984079 h 2398711"/>
              <a:gd name="connsiteX9265" fmla="*/ 1635740 w 2119654"/>
              <a:gd name="connsiteY9265" fmla="*/ 1980379 h 2398711"/>
              <a:gd name="connsiteX9266" fmla="*/ 1634211 w 2119654"/>
              <a:gd name="connsiteY9266" fmla="*/ 1980056 h 2398711"/>
              <a:gd name="connsiteX9267" fmla="*/ 1643941 w 2119654"/>
              <a:gd name="connsiteY9267" fmla="*/ 1956511 h 2398711"/>
              <a:gd name="connsiteX9268" fmla="*/ 1644047 w 2119654"/>
              <a:gd name="connsiteY9268" fmla="*/ 1959409 h 2398711"/>
              <a:gd name="connsiteX9269" fmla="*/ 1644439 w 2119654"/>
              <a:gd name="connsiteY9269" fmla="*/ 1959496 h 2398711"/>
              <a:gd name="connsiteX9270" fmla="*/ 1645799 w 2119654"/>
              <a:gd name="connsiteY9270" fmla="*/ 1956230 h 2398711"/>
              <a:gd name="connsiteX9271" fmla="*/ 1715598 w 2119654"/>
              <a:gd name="connsiteY9271" fmla="*/ 1796040 h 2398711"/>
              <a:gd name="connsiteX9272" fmla="*/ 1717779 w 2119654"/>
              <a:gd name="connsiteY9272" fmla="*/ 1795846 h 2398711"/>
              <a:gd name="connsiteX9273" fmla="*/ 1718798 w 2119654"/>
              <a:gd name="connsiteY9273" fmla="*/ 1794773 h 2398711"/>
              <a:gd name="connsiteX9274" fmla="*/ 1718817 w 2119654"/>
              <a:gd name="connsiteY9274" fmla="*/ 1794264 h 2398711"/>
              <a:gd name="connsiteX9275" fmla="*/ 1716025 w 2119654"/>
              <a:gd name="connsiteY9275" fmla="*/ 1795479 h 2398711"/>
              <a:gd name="connsiteX9276" fmla="*/ 1700393 w 2119654"/>
              <a:gd name="connsiteY9276" fmla="*/ 1830016 h 2398711"/>
              <a:gd name="connsiteX9277" fmla="*/ 1700585 w 2119654"/>
              <a:gd name="connsiteY9277" fmla="*/ 1830843 h 2398711"/>
              <a:gd name="connsiteX9278" fmla="*/ 1704757 w 2119654"/>
              <a:gd name="connsiteY9278" fmla="*/ 1838111 h 2398711"/>
              <a:gd name="connsiteX9279" fmla="*/ 1709402 w 2119654"/>
              <a:gd name="connsiteY9279" fmla="*/ 1835377 h 2398711"/>
              <a:gd name="connsiteX9280" fmla="*/ 1709304 w 2119654"/>
              <a:gd name="connsiteY9280" fmla="*/ 1827282 h 2398711"/>
              <a:gd name="connsiteX9281" fmla="*/ 1708698 w 2119654"/>
              <a:gd name="connsiteY9281" fmla="*/ 1826122 h 2398711"/>
              <a:gd name="connsiteX9282" fmla="*/ 1706135 w 2119654"/>
              <a:gd name="connsiteY9282" fmla="*/ 1827023 h 2398711"/>
              <a:gd name="connsiteX9283" fmla="*/ 1604453 w 2119654"/>
              <a:gd name="connsiteY9283" fmla="*/ 2044829 h 2398711"/>
              <a:gd name="connsiteX9284" fmla="*/ 1605149 w 2119654"/>
              <a:gd name="connsiteY9284" fmla="*/ 2046110 h 2398711"/>
              <a:gd name="connsiteX9285" fmla="*/ 1606238 w 2119654"/>
              <a:gd name="connsiteY9285" fmla="*/ 2045448 h 2398711"/>
              <a:gd name="connsiteX9286" fmla="*/ 1606221 w 2119654"/>
              <a:gd name="connsiteY9286" fmla="*/ 2044055 h 2398711"/>
              <a:gd name="connsiteX9287" fmla="*/ 1604967 w 2119654"/>
              <a:gd name="connsiteY9287" fmla="*/ 2044058 h 2398711"/>
              <a:gd name="connsiteX9288" fmla="*/ 1746042 w 2119654"/>
              <a:gd name="connsiteY9288" fmla="*/ 1727731 h 2398711"/>
              <a:gd name="connsiteX9289" fmla="*/ 1746979 w 2119654"/>
              <a:gd name="connsiteY9289" fmla="*/ 1728667 h 2398711"/>
              <a:gd name="connsiteX9290" fmla="*/ 1747860 w 2119654"/>
              <a:gd name="connsiteY9290" fmla="*/ 1727279 h 2398711"/>
              <a:gd name="connsiteX9291" fmla="*/ 1747377 w 2119654"/>
              <a:gd name="connsiteY9291" fmla="*/ 1726537 h 2398711"/>
              <a:gd name="connsiteX9292" fmla="*/ 1731592 w 2119654"/>
              <a:gd name="connsiteY9292" fmla="*/ 1760077 h 2398711"/>
              <a:gd name="connsiteX9293" fmla="*/ 1735568 w 2119654"/>
              <a:gd name="connsiteY9293" fmla="*/ 1758633 h 2398711"/>
              <a:gd name="connsiteX9294" fmla="*/ 1734715 w 2119654"/>
              <a:gd name="connsiteY9294" fmla="*/ 1757186 h 2398711"/>
              <a:gd name="connsiteX9295" fmla="*/ 1733018 w 2119654"/>
              <a:gd name="connsiteY9295" fmla="*/ 1758127 h 2398711"/>
              <a:gd name="connsiteX9296" fmla="*/ 1791253 w 2119654"/>
              <a:gd name="connsiteY9296" fmla="*/ 1626421 h 2398711"/>
              <a:gd name="connsiteX9297" fmla="*/ 1792321 w 2119654"/>
              <a:gd name="connsiteY9297" fmla="*/ 1625956 h 2398711"/>
              <a:gd name="connsiteX9298" fmla="*/ 1792249 w 2119654"/>
              <a:gd name="connsiteY9298" fmla="*/ 1625800 h 2398711"/>
              <a:gd name="connsiteX9299" fmla="*/ 1637946 w 2119654"/>
              <a:gd name="connsiteY9299" fmla="*/ 1969681 h 2398711"/>
              <a:gd name="connsiteX9300" fmla="*/ 1638201 w 2119654"/>
              <a:gd name="connsiteY9300" fmla="*/ 1970625 h 2398711"/>
              <a:gd name="connsiteX9301" fmla="*/ 1639578 w 2119654"/>
              <a:gd name="connsiteY9301" fmla="*/ 1969383 h 2398711"/>
              <a:gd name="connsiteX9302" fmla="*/ 1763185 w 2119654"/>
              <a:gd name="connsiteY9302" fmla="*/ 1689108 h 2398711"/>
              <a:gd name="connsiteX9303" fmla="*/ 1763118 w 2119654"/>
              <a:gd name="connsiteY9303" fmla="*/ 1689511 h 2398711"/>
              <a:gd name="connsiteX9304" fmla="*/ 1764204 w 2119654"/>
              <a:gd name="connsiteY9304" fmla="*/ 1690892 h 2398711"/>
              <a:gd name="connsiteX9305" fmla="*/ 1766339 w 2119654"/>
              <a:gd name="connsiteY9305" fmla="*/ 1689886 h 2398711"/>
              <a:gd name="connsiteX9306" fmla="*/ 1766045 w 2119654"/>
              <a:gd name="connsiteY9306" fmla="*/ 1688512 h 2398711"/>
              <a:gd name="connsiteX9307" fmla="*/ 1798217 w 2119654"/>
              <a:gd name="connsiteY9307" fmla="*/ 1610492 h 2398711"/>
              <a:gd name="connsiteX9308" fmla="*/ 1805525 w 2119654"/>
              <a:gd name="connsiteY9308" fmla="*/ 1607288 h 2398711"/>
              <a:gd name="connsiteX9309" fmla="*/ 1804805 w 2119654"/>
              <a:gd name="connsiteY9309" fmla="*/ 1606591 h 2398711"/>
              <a:gd name="connsiteX9310" fmla="*/ 1803352 w 2119654"/>
              <a:gd name="connsiteY9310" fmla="*/ 1605842 h 2398711"/>
              <a:gd name="connsiteX9311" fmla="*/ 1800787 w 2119654"/>
              <a:gd name="connsiteY9311" fmla="*/ 1606764 h 2398711"/>
              <a:gd name="connsiteX9312" fmla="*/ 1799329 w 2119654"/>
              <a:gd name="connsiteY9312" fmla="*/ 1608880 h 2398711"/>
              <a:gd name="connsiteX9313" fmla="*/ 1802216 w 2119654"/>
              <a:gd name="connsiteY9313" fmla="*/ 1607687 h 2398711"/>
              <a:gd name="connsiteX9314" fmla="*/ 1802121 w 2119654"/>
              <a:gd name="connsiteY9314" fmla="*/ 1607856 h 2398711"/>
              <a:gd name="connsiteX9315" fmla="*/ 1799203 w 2119654"/>
              <a:gd name="connsiteY9315" fmla="*/ 1609061 h 2398711"/>
              <a:gd name="connsiteX9316" fmla="*/ 1615632 w 2119654"/>
              <a:gd name="connsiteY9316" fmla="*/ 2019217 h 2398711"/>
              <a:gd name="connsiteX9317" fmla="*/ 1615698 w 2119654"/>
              <a:gd name="connsiteY9317" fmla="*/ 2019921 h 2398711"/>
              <a:gd name="connsiteX9318" fmla="*/ 1616816 w 2119654"/>
              <a:gd name="connsiteY9318" fmla="*/ 2019070 h 2398711"/>
              <a:gd name="connsiteX9319" fmla="*/ 1805423 w 2119654"/>
              <a:gd name="connsiteY9319" fmla="*/ 1594240 h 2398711"/>
              <a:gd name="connsiteX9320" fmla="*/ 1806252 w 2119654"/>
              <a:gd name="connsiteY9320" fmla="*/ 1594096 h 2398711"/>
              <a:gd name="connsiteX9321" fmla="*/ 1806323 w 2119654"/>
              <a:gd name="connsiteY9321" fmla="*/ 1593993 h 2398711"/>
              <a:gd name="connsiteX9322" fmla="*/ 1866978 w 2119654"/>
              <a:gd name="connsiteY9322" fmla="*/ 1456345 h 2398711"/>
              <a:gd name="connsiteX9323" fmla="*/ 1870387 w 2119654"/>
              <a:gd name="connsiteY9323" fmla="*/ 1454154 h 2398711"/>
              <a:gd name="connsiteX9324" fmla="*/ 1868669 w 2119654"/>
              <a:gd name="connsiteY9324" fmla="*/ 1454757 h 2398711"/>
              <a:gd name="connsiteX9325" fmla="*/ 1776767 w 2119654"/>
              <a:gd name="connsiteY9325" fmla="*/ 1658332 h 2398711"/>
              <a:gd name="connsiteX9326" fmla="*/ 1777670 w 2119654"/>
              <a:gd name="connsiteY9326" fmla="*/ 1659332 h 2398711"/>
              <a:gd name="connsiteX9327" fmla="*/ 1780990 w 2119654"/>
              <a:gd name="connsiteY9327" fmla="*/ 1655995 h 2398711"/>
              <a:gd name="connsiteX9328" fmla="*/ 1777882 w 2119654"/>
              <a:gd name="connsiteY9328" fmla="*/ 1656766 h 2398711"/>
              <a:gd name="connsiteX9329" fmla="*/ 1827661 w 2119654"/>
              <a:gd name="connsiteY9329" fmla="*/ 1544359 h 2398711"/>
              <a:gd name="connsiteX9330" fmla="*/ 1828047 w 2119654"/>
              <a:gd name="connsiteY9330" fmla="*/ 1545821 h 2398711"/>
              <a:gd name="connsiteX9331" fmla="*/ 1830890 w 2119654"/>
              <a:gd name="connsiteY9331" fmla="*/ 1543859 h 2398711"/>
              <a:gd name="connsiteX9332" fmla="*/ 1832031 w 2119654"/>
              <a:gd name="connsiteY9332" fmla="*/ 1543000 h 2398711"/>
              <a:gd name="connsiteX9333" fmla="*/ 1831642 w 2119654"/>
              <a:gd name="connsiteY9333" fmla="*/ 1542221 h 2398711"/>
              <a:gd name="connsiteX9334" fmla="*/ 1830615 w 2119654"/>
              <a:gd name="connsiteY9334" fmla="*/ 1541529 h 2398711"/>
              <a:gd name="connsiteX9335" fmla="*/ 1742538 w 2119654"/>
              <a:gd name="connsiteY9335" fmla="*/ 1734959 h 2398711"/>
              <a:gd name="connsiteX9336" fmla="*/ 1742452 w 2119654"/>
              <a:gd name="connsiteY9336" fmla="*/ 1735801 h 2398711"/>
              <a:gd name="connsiteX9337" fmla="*/ 1743046 w 2119654"/>
              <a:gd name="connsiteY9337" fmla="*/ 1734865 h 2398711"/>
              <a:gd name="connsiteX9338" fmla="*/ 1633959 w 2119654"/>
              <a:gd name="connsiteY9338" fmla="*/ 1978027 h 2398711"/>
              <a:gd name="connsiteX9339" fmla="*/ 1635205 w 2119654"/>
              <a:gd name="connsiteY9339" fmla="*/ 1978488 h 2398711"/>
              <a:gd name="connsiteX9340" fmla="*/ 1636398 w 2119654"/>
              <a:gd name="connsiteY9340" fmla="*/ 1978035 h 2398711"/>
              <a:gd name="connsiteX9341" fmla="*/ 1636331 w 2119654"/>
              <a:gd name="connsiteY9341" fmla="*/ 1977882 h 2398711"/>
              <a:gd name="connsiteX9342" fmla="*/ 1611204 w 2119654"/>
              <a:gd name="connsiteY9342" fmla="*/ 2028939 h 2398711"/>
              <a:gd name="connsiteX9343" fmla="*/ 1611149 w 2119654"/>
              <a:gd name="connsiteY9343" fmla="*/ 2029272 h 2398711"/>
              <a:gd name="connsiteX9344" fmla="*/ 1611324 w 2119654"/>
              <a:gd name="connsiteY9344" fmla="*/ 2028963 h 2398711"/>
              <a:gd name="connsiteX9345" fmla="*/ 1840545 w 2119654"/>
              <a:gd name="connsiteY9345" fmla="*/ 1515367 h 2398711"/>
              <a:gd name="connsiteX9346" fmla="*/ 1845947 w 2119654"/>
              <a:gd name="connsiteY9346" fmla="*/ 1520209 h 2398711"/>
              <a:gd name="connsiteX9347" fmla="*/ 1852582 w 2119654"/>
              <a:gd name="connsiteY9347" fmla="*/ 1517470 h 2398711"/>
              <a:gd name="connsiteX9348" fmla="*/ 1847476 w 2119654"/>
              <a:gd name="connsiteY9348" fmla="*/ 1510605 h 2398711"/>
              <a:gd name="connsiteX9349" fmla="*/ 1845503 w 2119654"/>
              <a:gd name="connsiteY9349" fmla="*/ 1511487 h 2398711"/>
              <a:gd name="connsiteX9350" fmla="*/ 1818943 w 2119654"/>
              <a:gd name="connsiteY9350" fmla="*/ 1563521 h 2398711"/>
              <a:gd name="connsiteX9351" fmla="*/ 1821450 w 2119654"/>
              <a:gd name="connsiteY9351" fmla="*/ 1568486 h 2398711"/>
              <a:gd name="connsiteX9352" fmla="*/ 1821459 w 2119654"/>
              <a:gd name="connsiteY9352" fmla="*/ 1568481 h 2398711"/>
              <a:gd name="connsiteX9353" fmla="*/ 1820751 w 2119654"/>
              <a:gd name="connsiteY9353" fmla="*/ 1562303 h 2398711"/>
              <a:gd name="connsiteX9354" fmla="*/ 1632976 w 2119654"/>
              <a:gd name="connsiteY9354" fmla="*/ 1979909 h 2398711"/>
              <a:gd name="connsiteX9355" fmla="*/ 1633064 w 2119654"/>
              <a:gd name="connsiteY9355" fmla="*/ 1979897 h 2398711"/>
              <a:gd name="connsiteX9356" fmla="*/ 1633065 w 2119654"/>
              <a:gd name="connsiteY9356" fmla="*/ 1979876 h 2398711"/>
              <a:gd name="connsiteX9357" fmla="*/ 1730298 w 2119654"/>
              <a:gd name="connsiteY9357" fmla="*/ 1761846 h 2398711"/>
              <a:gd name="connsiteX9358" fmla="*/ 1730541 w 2119654"/>
              <a:gd name="connsiteY9358" fmla="*/ 1763812 h 2398711"/>
              <a:gd name="connsiteX9359" fmla="*/ 1735510 w 2119654"/>
              <a:gd name="connsiteY9359" fmla="*/ 1763261 h 2398711"/>
              <a:gd name="connsiteX9360" fmla="*/ 1737929 w 2119654"/>
              <a:gd name="connsiteY9360" fmla="*/ 1762631 h 2398711"/>
              <a:gd name="connsiteX9361" fmla="*/ 1735641 w 2119654"/>
              <a:gd name="connsiteY9361" fmla="*/ 1758755 h 2398711"/>
              <a:gd name="connsiteX9362" fmla="*/ 1731844 w 2119654"/>
              <a:gd name="connsiteY9362" fmla="*/ 1760135 h 2398711"/>
              <a:gd name="connsiteX9363" fmla="*/ 1735056 w 2119654"/>
              <a:gd name="connsiteY9363" fmla="*/ 1760354 h 2398711"/>
              <a:gd name="connsiteX9364" fmla="*/ 1734925 w 2119654"/>
              <a:gd name="connsiteY9364" fmla="*/ 1760443 h 2398711"/>
              <a:gd name="connsiteX9365" fmla="*/ 1731618 w 2119654"/>
              <a:gd name="connsiteY9365" fmla="*/ 1760217 h 2398711"/>
              <a:gd name="connsiteX9366" fmla="*/ 1731444 w 2119654"/>
              <a:gd name="connsiteY9366" fmla="*/ 1760280 h 2398711"/>
              <a:gd name="connsiteX9367" fmla="*/ 1776047 w 2119654"/>
              <a:gd name="connsiteY9367" fmla="*/ 1659342 h 2398711"/>
              <a:gd name="connsiteX9368" fmla="*/ 1776017 w 2119654"/>
              <a:gd name="connsiteY9368" fmla="*/ 1660994 h 2398711"/>
              <a:gd name="connsiteX9369" fmla="*/ 1777492 w 2119654"/>
              <a:gd name="connsiteY9369" fmla="*/ 1659511 h 2398711"/>
              <a:gd name="connsiteX9370" fmla="*/ 1776606 w 2119654"/>
              <a:gd name="connsiteY9370" fmla="*/ 1658557 h 2398711"/>
              <a:gd name="connsiteX9371" fmla="*/ 1763462 w 2119654"/>
              <a:gd name="connsiteY9371" fmla="*/ 1687449 h 2398711"/>
              <a:gd name="connsiteX9372" fmla="*/ 1763302 w 2119654"/>
              <a:gd name="connsiteY9372" fmla="*/ 1688411 h 2398711"/>
              <a:gd name="connsiteX9373" fmla="*/ 1765907 w 2119654"/>
              <a:gd name="connsiteY9373" fmla="*/ 1687873 h 2398711"/>
              <a:gd name="connsiteX9374" fmla="*/ 1765651 w 2119654"/>
              <a:gd name="connsiteY9374" fmla="*/ 1686677 h 2398711"/>
              <a:gd name="connsiteX9375" fmla="*/ 1700184 w 2119654"/>
              <a:gd name="connsiteY9375" fmla="*/ 1829113 h 2398711"/>
              <a:gd name="connsiteX9376" fmla="*/ 1700264 w 2119654"/>
              <a:gd name="connsiteY9376" fmla="*/ 1829454 h 2398711"/>
              <a:gd name="connsiteX9377" fmla="*/ 1702438 w 2119654"/>
              <a:gd name="connsiteY9377" fmla="*/ 1828322 h 2398711"/>
              <a:gd name="connsiteX9378" fmla="*/ 1602542 w 2119654"/>
              <a:gd name="connsiteY9378" fmla="*/ 2047696 h 2398711"/>
              <a:gd name="connsiteX9379" fmla="*/ 1605028 w 2119654"/>
              <a:gd name="connsiteY9379" fmla="*/ 2046184 h 2398711"/>
              <a:gd name="connsiteX9380" fmla="*/ 1604352 w 2119654"/>
              <a:gd name="connsiteY9380" fmla="*/ 2044980 h 2398711"/>
              <a:gd name="connsiteX9381" fmla="*/ 1739205 w 2119654"/>
              <a:gd name="connsiteY9381" fmla="*/ 1741596 h 2398711"/>
              <a:gd name="connsiteX9382" fmla="*/ 1739777 w 2119654"/>
              <a:gd name="connsiteY9382" fmla="*/ 1742727 h 2398711"/>
              <a:gd name="connsiteX9383" fmla="*/ 1741004 w 2119654"/>
              <a:gd name="connsiteY9383" fmla="*/ 1742868 h 2398711"/>
              <a:gd name="connsiteX9384" fmla="*/ 1741283 w 2119654"/>
              <a:gd name="connsiteY9384" fmla="*/ 1738321 h 2398711"/>
              <a:gd name="connsiteX9385" fmla="*/ 1772651 w 2119654"/>
              <a:gd name="connsiteY9385" fmla="*/ 1666686 h 2398711"/>
              <a:gd name="connsiteX9386" fmla="*/ 1772881 w 2119654"/>
              <a:gd name="connsiteY9386" fmla="*/ 1667172 h 2398711"/>
              <a:gd name="connsiteX9387" fmla="*/ 1773107 w 2119654"/>
              <a:gd name="connsiteY9387" fmla="*/ 1667121 h 2398711"/>
              <a:gd name="connsiteX9388" fmla="*/ 1773124 w 2119654"/>
              <a:gd name="connsiteY9388" fmla="*/ 1666210 h 2398711"/>
              <a:gd name="connsiteX9389" fmla="*/ 1633810 w 2119654"/>
              <a:gd name="connsiteY9389" fmla="*/ 1977528 h 2398711"/>
              <a:gd name="connsiteX9390" fmla="*/ 1636116 w 2119654"/>
              <a:gd name="connsiteY9390" fmla="*/ 1977387 h 2398711"/>
              <a:gd name="connsiteX9391" fmla="*/ 1635659 w 2119654"/>
              <a:gd name="connsiteY9391" fmla="*/ 1976338 h 2398711"/>
              <a:gd name="connsiteX9392" fmla="*/ 1829977 w 2119654"/>
              <a:gd name="connsiteY9392" fmla="*/ 1538195 h 2398711"/>
              <a:gd name="connsiteX9393" fmla="*/ 1831126 w 2119654"/>
              <a:gd name="connsiteY9393" fmla="*/ 1540494 h 2398711"/>
              <a:gd name="connsiteX9394" fmla="*/ 1834265 w 2119654"/>
              <a:gd name="connsiteY9394" fmla="*/ 1537487 h 2398711"/>
              <a:gd name="connsiteX9395" fmla="*/ 1629787 w 2119654"/>
              <a:gd name="connsiteY9395" fmla="*/ 1986288 h 2398711"/>
              <a:gd name="connsiteX9396" fmla="*/ 1630015 w 2119654"/>
              <a:gd name="connsiteY9396" fmla="*/ 1987603 h 2398711"/>
              <a:gd name="connsiteX9397" fmla="*/ 1633025 w 2119654"/>
              <a:gd name="connsiteY9397" fmla="*/ 1986546 h 2398711"/>
              <a:gd name="connsiteX9398" fmla="*/ 1633035 w 2119654"/>
              <a:gd name="connsiteY9398" fmla="*/ 1984873 h 2398711"/>
              <a:gd name="connsiteX9399" fmla="*/ 1631464 w 2119654"/>
              <a:gd name="connsiteY9399" fmla="*/ 1985571 h 2398711"/>
              <a:gd name="connsiteX9400" fmla="*/ 1623127 w 2119654"/>
              <a:gd name="connsiteY9400" fmla="*/ 2001063 h 2398711"/>
              <a:gd name="connsiteX9401" fmla="*/ 1623154 w 2119654"/>
              <a:gd name="connsiteY9401" fmla="*/ 2002171 h 2398711"/>
              <a:gd name="connsiteX9402" fmla="*/ 1626163 w 2119654"/>
              <a:gd name="connsiteY9402" fmla="*/ 2002638 h 2398711"/>
              <a:gd name="connsiteX9403" fmla="*/ 1626224 w 2119654"/>
              <a:gd name="connsiteY9403" fmla="*/ 2002613 h 2398711"/>
              <a:gd name="connsiteX9404" fmla="*/ 1627151 w 2119654"/>
              <a:gd name="connsiteY9404" fmla="*/ 2000975 h 2398711"/>
              <a:gd name="connsiteX9405" fmla="*/ 1633398 w 2119654"/>
              <a:gd name="connsiteY9405" fmla="*/ 1978061 h 2398711"/>
              <a:gd name="connsiteX9406" fmla="*/ 1633392 w 2119654"/>
              <a:gd name="connsiteY9406" fmla="*/ 1979176 h 2398711"/>
              <a:gd name="connsiteX9407" fmla="*/ 1634908 w 2119654"/>
              <a:gd name="connsiteY9407" fmla="*/ 1978601 h 2398711"/>
              <a:gd name="connsiteX9408" fmla="*/ 1633443 w 2119654"/>
              <a:gd name="connsiteY9408" fmla="*/ 1978059 h 2398711"/>
              <a:gd name="connsiteX9409" fmla="*/ 1729417 w 2119654"/>
              <a:gd name="connsiteY9409" fmla="*/ 1763052 h 2398711"/>
              <a:gd name="connsiteX9410" fmla="*/ 1729519 w 2119654"/>
              <a:gd name="connsiteY9410" fmla="*/ 1763925 h 2398711"/>
              <a:gd name="connsiteX9411" fmla="*/ 1729823 w 2119654"/>
              <a:gd name="connsiteY9411" fmla="*/ 1763891 h 2398711"/>
              <a:gd name="connsiteX9412" fmla="*/ 1729676 w 2119654"/>
              <a:gd name="connsiteY9412" fmla="*/ 1762698 h 2398711"/>
              <a:gd name="connsiteX9413" fmla="*/ 1754746 w 2119654"/>
              <a:gd name="connsiteY9413" fmla="*/ 1706266 h 2398711"/>
              <a:gd name="connsiteX9414" fmla="*/ 1755002 w 2119654"/>
              <a:gd name="connsiteY9414" fmla="*/ 1707908 h 2398711"/>
              <a:gd name="connsiteX9415" fmla="*/ 1756023 w 2119654"/>
              <a:gd name="connsiteY9415" fmla="*/ 1709280 h 2398711"/>
              <a:gd name="connsiteX9416" fmla="*/ 1756964 w 2119654"/>
              <a:gd name="connsiteY9416" fmla="*/ 1708331 h 2398711"/>
              <a:gd name="connsiteX9417" fmla="*/ 1757272 w 2119654"/>
              <a:gd name="connsiteY9417" fmla="*/ 1706486 h 2398711"/>
              <a:gd name="connsiteX9418" fmla="*/ 1756866 w 2119654"/>
              <a:gd name="connsiteY9418" fmla="*/ 1705751 h 2398711"/>
              <a:gd name="connsiteX9419" fmla="*/ 1866875 w 2119654"/>
              <a:gd name="connsiteY9419" fmla="*/ 1455080 h 2398711"/>
              <a:gd name="connsiteX9420" fmla="*/ 1867689 w 2119654"/>
              <a:gd name="connsiteY9420" fmla="*/ 1454794 h 2398711"/>
              <a:gd name="connsiteX9421" fmla="*/ 1869274 w 2119654"/>
              <a:gd name="connsiteY9421" fmla="*/ 1453515 h 2398711"/>
              <a:gd name="connsiteX9422" fmla="*/ 1782137 w 2119654"/>
              <a:gd name="connsiteY9422" fmla="*/ 1644785 h 2398711"/>
              <a:gd name="connsiteX9423" fmla="*/ 1782391 w 2119654"/>
              <a:gd name="connsiteY9423" fmla="*/ 1645310 h 2398711"/>
              <a:gd name="connsiteX9424" fmla="*/ 1783043 w 2119654"/>
              <a:gd name="connsiteY9424" fmla="*/ 1645165 h 2398711"/>
              <a:gd name="connsiteX9425" fmla="*/ 1782566 w 2119654"/>
              <a:gd name="connsiteY9425" fmla="*/ 1644718 h 2398711"/>
              <a:gd name="connsiteX9426" fmla="*/ 1665602 w 2119654"/>
              <a:gd name="connsiteY9426" fmla="*/ 1905723 h 2398711"/>
              <a:gd name="connsiteX9427" fmla="*/ 1665305 w 2119654"/>
              <a:gd name="connsiteY9427" fmla="*/ 1906972 h 2398711"/>
              <a:gd name="connsiteX9428" fmla="*/ 1665296 w 2119654"/>
              <a:gd name="connsiteY9428" fmla="*/ 1907485 h 2398711"/>
              <a:gd name="connsiteX9429" fmla="*/ 1666252 w 2119654"/>
              <a:gd name="connsiteY9429" fmla="*/ 1907308 h 2398711"/>
              <a:gd name="connsiteX9430" fmla="*/ 1666073 w 2119654"/>
              <a:gd name="connsiteY9430" fmla="*/ 1907555 h 2398711"/>
              <a:gd name="connsiteX9431" fmla="*/ 1665292 w 2119654"/>
              <a:gd name="connsiteY9431" fmla="*/ 1907699 h 2398711"/>
              <a:gd name="connsiteX9432" fmla="*/ 1665270 w 2119654"/>
              <a:gd name="connsiteY9432" fmla="*/ 1908868 h 2398711"/>
              <a:gd name="connsiteX9433" fmla="*/ 1666557 w 2119654"/>
              <a:gd name="connsiteY9433" fmla="*/ 1908331 h 2398711"/>
              <a:gd name="connsiteX9434" fmla="*/ 1673804 w 2119654"/>
              <a:gd name="connsiteY9434" fmla="*/ 1904078 h 2398711"/>
              <a:gd name="connsiteX9435" fmla="*/ 1786880 w 2119654"/>
              <a:gd name="connsiteY9435" fmla="*/ 1634123 h 2398711"/>
              <a:gd name="connsiteX9436" fmla="*/ 1787043 w 2119654"/>
              <a:gd name="connsiteY9436" fmla="*/ 1634075 h 2398711"/>
              <a:gd name="connsiteX9437" fmla="*/ 1787176 w 2119654"/>
              <a:gd name="connsiteY9437" fmla="*/ 1633923 h 2398711"/>
              <a:gd name="connsiteX9438" fmla="*/ 1714512 w 2119654"/>
              <a:gd name="connsiteY9438" fmla="*/ 1796138 h 2398711"/>
              <a:gd name="connsiteX9439" fmla="*/ 1715067 w 2119654"/>
              <a:gd name="connsiteY9439" fmla="*/ 1796088 h 2398711"/>
              <a:gd name="connsiteX9440" fmla="*/ 1715284 w 2119654"/>
              <a:gd name="connsiteY9440" fmla="*/ 1795802 h 2398711"/>
              <a:gd name="connsiteX9441" fmla="*/ 1808629 w 2119654"/>
              <a:gd name="connsiteY9441" fmla="*/ 1585384 h 2398711"/>
              <a:gd name="connsiteX9442" fmla="*/ 1809981 w 2119654"/>
              <a:gd name="connsiteY9442" fmla="*/ 1587664 h 2398711"/>
              <a:gd name="connsiteX9443" fmla="*/ 1811306 w 2119654"/>
              <a:gd name="connsiteY9443" fmla="*/ 1586795 h 2398711"/>
              <a:gd name="connsiteX9444" fmla="*/ 1813466 w 2119654"/>
              <a:gd name="connsiteY9444" fmla="*/ 1583673 h 2398711"/>
              <a:gd name="connsiteX9445" fmla="*/ 1811959 w 2119654"/>
              <a:gd name="connsiteY9445" fmla="*/ 1583827 h 2398711"/>
              <a:gd name="connsiteX9446" fmla="*/ 1611608 w 2119654"/>
              <a:gd name="connsiteY9446" fmla="*/ 2026517 h 2398711"/>
              <a:gd name="connsiteX9447" fmla="*/ 1611485 w 2119654"/>
              <a:gd name="connsiteY9447" fmla="*/ 2027256 h 2398711"/>
              <a:gd name="connsiteX9448" fmla="*/ 1612184 w 2119654"/>
              <a:gd name="connsiteY9448" fmla="*/ 2027440 h 2398711"/>
              <a:gd name="connsiteX9449" fmla="*/ 1612872 w 2119654"/>
              <a:gd name="connsiteY9449" fmla="*/ 2026225 h 2398711"/>
              <a:gd name="connsiteX9450" fmla="*/ 1799014 w 2119654"/>
              <a:gd name="connsiteY9450" fmla="*/ 1606808 h 2398711"/>
              <a:gd name="connsiteX9451" fmla="*/ 1799464 w 2119654"/>
              <a:gd name="connsiteY9451" fmla="*/ 1606646 h 2398711"/>
              <a:gd name="connsiteX9452" fmla="*/ 1800148 w 2119654"/>
              <a:gd name="connsiteY9452" fmla="*/ 1605653 h 2398711"/>
              <a:gd name="connsiteX9453" fmla="*/ 1799485 w 2119654"/>
              <a:gd name="connsiteY9453" fmla="*/ 1606126 h 2398711"/>
              <a:gd name="connsiteX9454" fmla="*/ 1771960 w 2119654"/>
              <a:gd name="connsiteY9454" fmla="*/ 1667379 h 2398711"/>
              <a:gd name="connsiteX9455" fmla="*/ 1772346 w 2119654"/>
              <a:gd name="connsiteY9455" fmla="*/ 1667292 h 2398711"/>
              <a:gd name="connsiteX9456" fmla="*/ 1772249 w 2119654"/>
              <a:gd name="connsiteY9456" fmla="*/ 1667089 h 2398711"/>
              <a:gd name="connsiteX9457" fmla="*/ 1712924 w 2119654"/>
              <a:gd name="connsiteY9457" fmla="*/ 1799561 h 2398711"/>
              <a:gd name="connsiteX9458" fmla="*/ 1714371 w 2119654"/>
              <a:gd name="connsiteY9458" fmla="*/ 1799434 h 2398711"/>
              <a:gd name="connsiteX9459" fmla="*/ 1716570 w 2119654"/>
              <a:gd name="connsiteY9459" fmla="*/ 1797119 h 2398711"/>
              <a:gd name="connsiteX9460" fmla="*/ 1714648 w 2119654"/>
              <a:gd name="connsiteY9460" fmla="*/ 1797291 h 2398711"/>
              <a:gd name="connsiteX9461" fmla="*/ 1901077 w 2119654"/>
              <a:gd name="connsiteY9461" fmla="*/ 1378078 h 2398711"/>
              <a:gd name="connsiteX9462" fmla="*/ 1905427 w 2119654"/>
              <a:gd name="connsiteY9462" fmla="*/ 1373422 h 2398711"/>
              <a:gd name="connsiteX9463" fmla="*/ 1902049 w 2119654"/>
              <a:gd name="connsiteY9463" fmla="*/ 1377103 h 2398711"/>
              <a:gd name="connsiteX9464" fmla="*/ 1776072 w 2119654"/>
              <a:gd name="connsiteY9464" fmla="*/ 1657982 h 2398711"/>
              <a:gd name="connsiteX9465" fmla="*/ 1776058 w 2119654"/>
              <a:gd name="connsiteY9465" fmla="*/ 1658728 h 2398711"/>
              <a:gd name="connsiteX9466" fmla="*/ 1776370 w 2119654"/>
              <a:gd name="connsiteY9466" fmla="*/ 1658303 h 2398711"/>
              <a:gd name="connsiteX9467" fmla="*/ 1711815 w 2119654"/>
              <a:gd name="connsiteY9467" fmla="*/ 1801863 h 2398711"/>
              <a:gd name="connsiteX9468" fmla="*/ 1711818 w 2119654"/>
              <a:gd name="connsiteY9468" fmla="*/ 1802123 h 2398711"/>
              <a:gd name="connsiteX9469" fmla="*/ 1712243 w 2119654"/>
              <a:gd name="connsiteY9469" fmla="*/ 1801676 h 2398711"/>
              <a:gd name="connsiteX9470" fmla="*/ 1751807 w 2119654"/>
              <a:gd name="connsiteY9470" fmla="*/ 1712274 h 2398711"/>
              <a:gd name="connsiteX9471" fmla="*/ 1752129 w 2119654"/>
              <a:gd name="connsiteY9471" fmla="*/ 1713210 h 2398711"/>
              <a:gd name="connsiteX9472" fmla="*/ 1754054 w 2119654"/>
              <a:gd name="connsiteY9472" fmla="*/ 1711268 h 2398711"/>
              <a:gd name="connsiteX9473" fmla="*/ 1676454 w 2119654"/>
              <a:gd name="connsiteY9473" fmla="*/ 1880828 h 2398711"/>
              <a:gd name="connsiteX9474" fmla="*/ 1679036 w 2119654"/>
              <a:gd name="connsiteY9474" fmla="*/ 1881555 h 2398711"/>
              <a:gd name="connsiteX9475" fmla="*/ 1679559 w 2119654"/>
              <a:gd name="connsiteY9475" fmla="*/ 1881436 h 2398711"/>
              <a:gd name="connsiteX9476" fmla="*/ 1680337 w 2119654"/>
              <a:gd name="connsiteY9476" fmla="*/ 1877915 h 2398711"/>
              <a:gd name="connsiteX9477" fmla="*/ 1679617 w 2119654"/>
              <a:gd name="connsiteY9477" fmla="*/ 1878198 h 2398711"/>
              <a:gd name="connsiteX9478" fmla="*/ 1805944 w 2119654"/>
              <a:gd name="connsiteY9478" fmla="*/ 1590823 h 2398711"/>
              <a:gd name="connsiteX9479" fmla="*/ 1809363 w 2119654"/>
              <a:gd name="connsiteY9479" fmla="*/ 1589603 h 2398711"/>
              <a:gd name="connsiteX9480" fmla="*/ 1809854 w 2119654"/>
              <a:gd name="connsiteY9480" fmla="*/ 1588893 h 2398711"/>
              <a:gd name="connsiteX9481" fmla="*/ 1807102 w 2119654"/>
              <a:gd name="connsiteY9481" fmla="*/ 1590041 h 2398711"/>
              <a:gd name="connsiteX9482" fmla="*/ 1700888 w 2119654"/>
              <a:gd name="connsiteY9482" fmla="*/ 1826014 h 2398711"/>
              <a:gd name="connsiteX9483" fmla="*/ 1705106 w 2119654"/>
              <a:gd name="connsiteY9483" fmla="*/ 1825818 h 2398711"/>
              <a:gd name="connsiteX9484" fmla="*/ 1706525 w 2119654"/>
              <a:gd name="connsiteY9484" fmla="*/ 1825619 h 2398711"/>
              <a:gd name="connsiteX9485" fmla="*/ 1708169 w 2119654"/>
              <a:gd name="connsiteY9485" fmla="*/ 1825113 h 2398711"/>
              <a:gd name="connsiteX9486" fmla="*/ 1706039 w 2119654"/>
              <a:gd name="connsiteY9486" fmla="*/ 1821042 h 2398711"/>
              <a:gd name="connsiteX9487" fmla="*/ 1705446 w 2119654"/>
              <a:gd name="connsiteY9487" fmla="*/ 1821215 h 2398711"/>
              <a:gd name="connsiteX9488" fmla="*/ 1722462 w 2119654"/>
              <a:gd name="connsiteY9488" fmla="*/ 1777667 h 2398711"/>
              <a:gd name="connsiteX9489" fmla="*/ 1722622 w 2119654"/>
              <a:gd name="connsiteY9489" fmla="*/ 1778090 h 2398711"/>
              <a:gd name="connsiteX9490" fmla="*/ 1722734 w 2119654"/>
              <a:gd name="connsiteY9490" fmla="*/ 1778047 h 2398711"/>
              <a:gd name="connsiteX9491" fmla="*/ 1723984 w 2119654"/>
              <a:gd name="connsiteY9491" fmla="*/ 1777162 h 2398711"/>
              <a:gd name="connsiteX9492" fmla="*/ 1723962 w 2119654"/>
              <a:gd name="connsiteY9492" fmla="*/ 1776600 h 2398711"/>
              <a:gd name="connsiteX9493" fmla="*/ 1792006 w 2119654"/>
              <a:gd name="connsiteY9493" fmla="*/ 1621919 h 2398711"/>
              <a:gd name="connsiteX9494" fmla="*/ 1792952 w 2119654"/>
              <a:gd name="connsiteY9494" fmla="*/ 1624512 h 2398711"/>
              <a:gd name="connsiteX9495" fmla="*/ 1797909 w 2119654"/>
              <a:gd name="connsiteY9495" fmla="*/ 1621422 h 2398711"/>
              <a:gd name="connsiteX9496" fmla="*/ 1801536 w 2119654"/>
              <a:gd name="connsiteY9496" fmla="*/ 1616808 h 2398711"/>
              <a:gd name="connsiteX9497" fmla="*/ 1799458 w 2119654"/>
              <a:gd name="connsiteY9497" fmla="*/ 1617421 h 2398711"/>
              <a:gd name="connsiteX9498" fmla="*/ 1623103 w 2119654"/>
              <a:gd name="connsiteY9498" fmla="*/ 2000087 h 2398711"/>
              <a:gd name="connsiteX9499" fmla="*/ 1623119 w 2119654"/>
              <a:gd name="connsiteY9499" fmla="*/ 2000752 h 2398711"/>
              <a:gd name="connsiteX9500" fmla="*/ 1627291 w 2119654"/>
              <a:gd name="connsiteY9500" fmla="*/ 2000660 h 2398711"/>
              <a:gd name="connsiteX9501" fmla="*/ 1627808 w 2119654"/>
              <a:gd name="connsiteY9501" fmla="*/ 1999420 h 2398711"/>
              <a:gd name="connsiteX9502" fmla="*/ 1623496 w 2119654"/>
              <a:gd name="connsiteY9502" fmla="*/ 1999860 h 2398711"/>
              <a:gd name="connsiteX9503" fmla="*/ 1680524 w 2119654"/>
              <a:gd name="connsiteY9503" fmla="*/ 1871502 h 2398711"/>
              <a:gd name="connsiteX9504" fmla="*/ 1681740 w 2119654"/>
              <a:gd name="connsiteY9504" fmla="*/ 1871565 h 2398711"/>
              <a:gd name="connsiteX9505" fmla="*/ 1681931 w 2119654"/>
              <a:gd name="connsiteY9505" fmla="*/ 1870702 h 2398711"/>
              <a:gd name="connsiteX9506" fmla="*/ 1829655 w 2119654"/>
              <a:gd name="connsiteY9506" fmla="*/ 1537549 h 2398711"/>
              <a:gd name="connsiteX9507" fmla="*/ 1829835 w 2119654"/>
              <a:gd name="connsiteY9507" fmla="*/ 1537911 h 2398711"/>
              <a:gd name="connsiteX9508" fmla="*/ 1834570 w 2119654"/>
              <a:gd name="connsiteY9508" fmla="*/ 1537195 h 2398711"/>
              <a:gd name="connsiteX9509" fmla="*/ 1842159 w 2119654"/>
              <a:gd name="connsiteY9509" fmla="*/ 1529925 h 2398711"/>
              <a:gd name="connsiteX9510" fmla="*/ 1841543 w 2119654"/>
              <a:gd name="connsiteY9510" fmla="*/ 1529310 h 2398711"/>
              <a:gd name="connsiteX9511" fmla="*/ 1698631 w 2119654"/>
              <a:gd name="connsiteY9511" fmla="*/ 1830935 h 2398711"/>
              <a:gd name="connsiteX9512" fmla="*/ 1699581 w 2119654"/>
              <a:gd name="connsiteY9512" fmla="*/ 1832287 h 2398711"/>
              <a:gd name="connsiteX9513" fmla="*/ 1699199 w 2119654"/>
              <a:gd name="connsiteY9513" fmla="*/ 1830638 h 2398711"/>
              <a:gd name="connsiteX9514" fmla="*/ 1794823 w 2119654"/>
              <a:gd name="connsiteY9514" fmla="*/ 1615417 h 2398711"/>
              <a:gd name="connsiteX9515" fmla="*/ 1797224 w 2119654"/>
              <a:gd name="connsiteY9515" fmla="*/ 1615279 h 2398711"/>
              <a:gd name="connsiteX9516" fmla="*/ 1805980 w 2119654"/>
              <a:gd name="connsiteY9516" fmla="*/ 1609032 h 2398711"/>
              <a:gd name="connsiteX9517" fmla="*/ 1806747 w 2119654"/>
              <a:gd name="connsiteY9517" fmla="*/ 1608470 h 2398711"/>
              <a:gd name="connsiteX9518" fmla="*/ 1805900 w 2119654"/>
              <a:gd name="connsiteY9518" fmla="*/ 1607651 h 2398711"/>
              <a:gd name="connsiteX9519" fmla="*/ 1797696 w 2119654"/>
              <a:gd name="connsiteY9519" fmla="*/ 1611248 h 2398711"/>
              <a:gd name="connsiteX9520" fmla="*/ 1623098 w 2119654"/>
              <a:gd name="connsiteY9520" fmla="*/ 1999901 h 2398711"/>
              <a:gd name="connsiteX9521" fmla="*/ 1623099 w 2119654"/>
              <a:gd name="connsiteY9521" fmla="*/ 1999930 h 2398711"/>
              <a:gd name="connsiteX9522" fmla="*/ 1623160 w 2119654"/>
              <a:gd name="connsiteY9522" fmla="*/ 1999895 h 2398711"/>
              <a:gd name="connsiteX9523" fmla="*/ 1683000 w 2119654"/>
              <a:gd name="connsiteY9523" fmla="*/ 1865744 h 2398711"/>
              <a:gd name="connsiteX9524" fmla="*/ 1683012 w 2119654"/>
              <a:gd name="connsiteY9524" fmla="*/ 1865801 h 2398711"/>
              <a:gd name="connsiteX9525" fmla="*/ 1683030 w 2119654"/>
              <a:gd name="connsiteY9525" fmla="*/ 1865721 h 2398711"/>
              <a:gd name="connsiteX9526" fmla="*/ 1776086 w 2119654"/>
              <a:gd name="connsiteY9526" fmla="*/ 1657213 h 2398711"/>
              <a:gd name="connsiteX9527" fmla="*/ 1776079 w 2119654"/>
              <a:gd name="connsiteY9527" fmla="*/ 1657573 h 2398711"/>
              <a:gd name="connsiteX9528" fmla="*/ 1776536 w 2119654"/>
              <a:gd name="connsiteY9528" fmla="*/ 1658077 h 2398711"/>
              <a:gd name="connsiteX9529" fmla="*/ 1777410 w 2119654"/>
              <a:gd name="connsiteY9529" fmla="*/ 1656884 h 2398711"/>
              <a:gd name="connsiteX9530" fmla="*/ 1825591 w 2119654"/>
              <a:gd name="connsiteY9530" fmla="*/ 1546342 h 2398711"/>
              <a:gd name="connsiteX9531" fmla="*/ 1825827 w 2119654"/>
              <a:gd name="connsiteY9531" fmla="*/ 1547054 h 2398711"/>
              <a:gd name="connsiteX9532" fmla="*/ 1826886 w 2119654"/>
              <a:gd name="connsiteY9532" fmla="*/ 1546622 h 2398711"/>
              <a:gd name="connsiteX9533" fmla="*/ 1826899 w 2119654"/>
              <a:gd name="connsiteY9533" fmla="*/ 1546614 h 2398711"/>
              <a:gd name="connsiteX9534" fmla="*/ 1826578 w 2119654"/>
              <a:gd name="connsiteY9534" fmla="*/ 1545396 h 2398711"/>
              <a:gd name="connsiteX9535" fmla="*/ 1711805 w 2119654"/>
              <a:gd name="connsiteY9535" fmla="*/ 1801035 h 2398711"/>
              <a:gd name="connsiteX9536" fmla="*/ 1711811 w 2119654"/>
              <a:gd name="connsiteY9536" fmla="*/ 1801472 h 2398711"/>
              <a:gd name="connsiteX9537" fmla="*/ 1712883 w 2119654"/>
              <a:gd name="connsiteY9537" fmla="*/ 1801001 h 2398711"/>
              <a:gd name="connsiteX9538" fmla="*/ 1713034 w 2119654"/>
              <a:gd name="connsiteY9538" fmla="*/ 1800843 h 2398711"/>
              <a:gd name="connsiteX9539" fmla="*/ 1711874 w 2119654"/>
              <a:gd name="connsiteY9539" fmla="*/ 1800944 h 2398711"/>
              <a:gd name="connsiteX9540" fmla="*/ 1637208 w 2119654"/>
              <a:gd name="connsiteY9540" fmla="*/ 1967972 h 2398711"/>
              <a:gd name="connsiteX9541" fmla="*/ 1637679 w 2119654"/>
              <a:gd name="connsiteY9541" fmla="*/ 1969053 h 2398711"/>
              <a:gd name="connsiteX9542" fmla="*/ 1640519 w 2119654"/>
              <a:gd name="connsiteY9542" fmla="*/ 1968535 h 2398711"/>
              <a:gd name="connsiteX9543" fmla="*/ 1640766 w 2119654"/>
              <a:gd name="connsiteY9543" fmla="*/ 1968312 h 2398711"/>
              <a:gd name="connsiteX9544" fmla="*/ 1641139 w 2119654"/>
              <a:gd name="connsiteY9544" fmla="*/ 1967418 h 2398711"/>
              <a:gd name="connsiteX9545" fmla="*/ 1754563 w 2119654"/>
              <a:gd name="connsiteY9545" fmla="*/ 1705085 h 2398711"/>
              <a:gd name="connsiteX9546" fmla="*/ 1754664 w 2119654"/>
              <a:gd name="connsiteY9546" fmla="*/ 1705735 h 2398711"/>
              <a:gd name="connsiteX9547" fmla="*/ 1756598 w 2119654"/>
              <a:gd name="connsiteY9547" fmla="*/ 1705265 h 2398711"/>
              <a:gd name="connsiteX9548" fmla="*/ 1756311 w 2119654"/>
              <a:gd name="connsiteY9548" fmla="*/ 1704745 h 2398711"/>
              <a:gd name="connsiteX9549" fmla="*/ 1666396 w 2119654"/>
              <a:gd name="connsiteY9549" fmla="*/ 1902374 h 2398711"/>
              <a:gd name="connsiteX9550" fmla="*/ 1665889 w 2119654"/>
              <a:gd name="connsiteY9550" fmla="*/ 1904510 h 2398711"/>
              <a:gd name="connsiteX9551" fmla="*/ 1671148 w 2119654"/>
              <a:gd name="connsiteY9551" fmla="*/ 1902064 h 2398711"/>
              <a:gd name="connsiteX9552" fmla="*/ 1670998 w 2119654"/>
              <a:gd name="connsiteY9552" fmla="*/ 1902360 h 2398711"/>
              <a:gd name="connsiteX9553" fmla="*/ 1666399 w 2119654"/>
              <a:gd name="connsiteY9553" fmla="*/ 1904500 h 2398711"/>
              <a:gd name="connsiteX9554" fmla="*/ 1674045 w 2119654"/>
              <a:gd name="connsiteY9554" fmla="*/ 1902966 h 2398711"/>
              <a:gd name="connsiteX9555" fmla="*/ 1673560 w 2119654"/>
              <a:gd name="connsiteY9555" fmla="*/ 1901660 h 2398711"/>
              <a:gd name="connsiteX9556" fmla="*/ 1730044 w 2119654"/>
              <a:gd name="connsiteY9556" fmla="*/ 1759778 h 2398711"/>
              <a:gd name="connsiteX9557" fmla="*/ 1730065 w 2119654"/>
              <a:gd name="connsiteY9557" fmla="*/ 1759951 h 2398711"/>
              <a:gd name="connsiteX9558" fmla="*/ 1730292 w 2119654"/>
              <a:gd name="connsiteY9558" fmla="*/ 1759640 h 2398711"/>
              <a:gd name="connsiteX9559" fmla="*/ 1820658 w 2119654"/>
              <a:gd name="connsiteY9559" fmla="*/ 1556799 h 2398711"/>
              <a:gd name="connsiteX9560" fmla="*/ 1820677 w 2119654"/>
              <a:gd name="connsiteY9560" fmla="*/ 1556970 h 2398711"/>
              <a:gd name="connsiteX9561" fmla="*/ 1821001 w 2119654"/>
              <a:gd name="connsiteY9561" fmla="*/ 1560174 h 2398711"/>
              <a:gd name="connsiteX9562" fmla="*/ 1824313 w 2119654"/>
              <a:gd name="connsiteY9562" fmla="*/ 1558832 h 2398711"/>
              <a:gd name="connsiteX9563" fmla="*/ 1824203 w 2119654"/>
              <a:gd name="connsiteY9563" fmla="*/ 1559075 h 2398711"/>
              <a:gd name="connsiteX9564" fmla="*/ 1821020 w 2119654"/>
              <a:gd name="connsiteY9564" fmla="*/ 1560365 h 2398711"/>
              <a:gd name="connsiteX9565" fmla="*/ 1821155 w 2119654"/>
              <a:gd name="connsiteY9565" fmla="*/ 1561700 h 2398711"/>
              <a:gd name="connsiteX9566" fmla="*/ 1827324 w 2119654"/>
              <a:gd name="connsiteY9566" fmla="*/ 1557546 h 2398711"/>
              <a:gd name="connsiteX9567" fmla="*/ 1826283 w 2119654"/>
              <a:gd name="connsiteY9567" fmla="*/ 1554411 h 2398711"/>
              <a:gd name="connsiteX9568" fmla="*/ 1822483 w 2119654"/>
              <a:gd name="connsiteY9568" fmla="*/ 1555392 h 2398711"/>
              <a:gd name="connsiteX9569" fmla="*/ 1796881 w 2119654"/>
              <a:gd name="connsiteY9569" fmla="*/ 1609890 h 2398711"/>
              <a:gd name="connsiteX9570" fmla="*/ 1797366 w 2119654"/>
              <a:gd name="connsiteY9570" fmla="*/ 1609690 h 2398711"/>
              <a:gd name="connsiteX9571" fmla="*/ 1798920 w 2119654"/>
              <a:gd name="connsiteY9571" fmla="*/ 1607436 h 2398711"/>
              <a:gd name="connsiteX9572" fmla="*/ 1798467 w 2119654"/>
              <a:gd name="connsiteY9572" fmla="*/ 1607599 h 2398711"/>
              <a:gd name="connsiteX9573" fmla="*/ 1828937 w 2119654"/>
              <a:gd name="connsiteY9573" fmla="*/ 1538046 h 2398711"/>
              <a:gd name="connsiteX9574" fmla="*/ 1829512 w 2119654"/>
              <a:gd name="connsiteY9574" fmla="*/ 1537960 h 2398711"/>
              <a:gd name="connsiteX9575" fmla="*/ 1829396 w 2119654"/>
              <a:gd name="connsiteY9575" fmla="*/ 1537729 h 2398711"/>
              <a:gd name="connsiteX9576" fmla="*/ 1742994 w 2119654"/>
              <a:gd name="connsiteY9576" fmla="*/ 1730454 h 2398711"/>
              <a:gd name="connsiteX9577" fmla="*/ 1742586 w 2119654"/>
              <a:gd name="connsiteY9577" fmla="*/ 1734485 h 2398711"/>
              <a:gd name="connsiteX9578" fmla="*/ 1743373 w 2119654"/>
              <a:gd name="connsiteY9578" fmla="*/ 1734350 h 2398711"/>
              <a:gd name="connsiteX9579" fmla="*/ 1746440 w 2119654"/>
              <a:gd name="connsiteY9579" fmla="*/ 1729516 h 2398711"/>
              <a:gd name="connsiteX9580" fmla="*/ 1745308 w 2119654"/>
              <a:gd name="connsiteY9580" fmla="*/ 1728386 h 2398711"/>
              <a:gd name="connsiteX9581" fmla="*/ 1699746 w 2119654"/>
              <a:gd name="connsiteY9581" fmla="*/ 1827217 h 2398711"/>
              <a:gd name="connsiteX9582" fmla="*/ 1699850 w 2119654"/>
              <a:gd name="connsiteY9582" fmla="*/ 1827667 h 2398711"/>
              <a:gd name="connsiteX9583" fmla="*/ 1703596 w 2119654"/>
              <a:gd name="connsiteY9583" fmla="*/ 1826517 h 2398711"/>
              <a:gd name="connsiteX9584" fmla="*/ 1699919 w 2119654"/>
              <a:gd name="connsiteY9584" fmla="*/ 1827036 h 2398711"/>
              <a:gd name="connsiteX9585" fmla="*/ 1598614 w 2119654"/>
              <a:gd name="connsiteY9585" fmla="*/ 2053591 h 2398711"/>
              <a:gd name="connsiteX9586" fmla="*/ 1598022 w 2119654"/>
              <a:gd name="connsiteY9586" fmla="*/ 2058730 h 2398711"/>
              <a:gd name="connsiteX9587" fmla="*/ 1604960 w 2119654"/>
              <a:gd name="connsiteY9587" fmla="*/ 2058491 h 2398711"/>
              <a:gd name="connsiteX9588" fmla="*/ 1606298 w 2119654"/>
              <a:gd name="connsiteY9588" fmla="*/ 2050480 h 2398711"/>
              <a:gd name="connsiteX9589" fmla="*/ 1606274 w 2119654"/>
              <a:gd name="connsiteY9589" fmla="*/ 2048461 h 2398711"/>
              <a:gd name="connsiteX9590" fmla="*/ 1605664 w 2119654"/>
              <a:gd name="connsiteY9590" fmla="*/ 2047341 h 2398711"/>
              <a:gd name="connsiteX9591" fmla="*/ 1600811 w 2119654"/>
              <a:gd name="connsiteY9591" fmla="*/ 2050294 h 2398711"/>
              <a:gd name="connsiteX9592" fmla="*/ 1633413 w 2119654"/>
              <a:gd name="connsiteY9592" fmla="*/ 1975657 h 2398711"/>
              <a:gd name="connsiteX9593" fmla="*/ 1633403 w 2119654"/>
              <a:gd name="connsiteY9593" fmla="*/ 1977321 h 2398711"/>
              <a:gd name="connsiteX9594" fmla="*/ 1635499 w 2119654"/>
              <a:gd name="connsiteY9594" fmla="*/ 1975971 h 2398711"/>
              <a:gd name="connsiteX9595" fmla="*/ 1635302 w 2119654"/>
              <a:gd name="connsiteY9595" fmla="*/ 1975518 h 2398711"/>
              <a:gd name="connsiteX9596" fmla="*/ 1633541 w 2119654"/>
              <a:gd name="connsiteY9596" fmla="*/ 1975541 h 2398711"/>
              <a:gd name="connsiteX9597" fmla="*/ 1793204 w 2119654"/>
              <a:gd name="connsiteY9597" fmla="*/ 1617764 h 2398711"/>
              <a:gd name="connsiteX9598" fmla="*/ 1794360 w 2119654"/>
              <a:gd name="connsiteY9598" fmla="*/ 1617322 h 2398711"/>
              <a:gd name="connsiteX9599" fmla="*/ 1796949 w 2119654"/>
              <a:gd name="connsiteY9599" fmla="*/ 1615476 h 2398711"/>
              <a:gd name="connsiteX9600" fmla="*/ 1794693 w 2119654"/>
              <a:gd name="connsiteY9600" fmla="*/ 1615605 h 2398711"/>
              <a:gd name="connsiteX9601" fmla="*/ 1804748 w 2119654"/>
              <a:gd name="connsiteY9601" fmla="*/ 1591908 h 2398711"/>
              <a:gd name="connsiteX9602" fmla="*/ 1808243 w 2119654"/>
              <a:gd name="connsiteY9602" fmla="*/ 1591220 h 2398711"/>
              <a:gd name="connsiteX9603" fmla="*/ 1808758 w 2119654"/>
              <a:gd name="connsiteY9603" fmla="*/ 1590476 h 2398711"/>
              <a:gd name="connsiteX9604" fmla="*/ 1729189 w 2119654"/>
              <a:gd name="connsiteY9604" fmla="*/ 1761100 h 2398711"/>
              <a:gd name="connsiteX9605" fmla="*/ 1729189 w 2119654"/>
              <a:gd name="connsiteY9605" fmla="*/ 1761102 h 2398711"/>
              <a:gd name="connsiteX9606" fmla="*/ 1729199 w 2119654"/>
              <a:gd name="connsiteY9606" fmla="*/ 1761096 h 2398711"/>
              <a:gd name="connsiteX9607" fmla="*/ 1734663 w 2119654"/>
              <a:gd name="connsiteY9607" fmla="*/ 1748752 h 2398711"/>
              <a:gd name="connsiteX9608" fmla="*/ 1738731 w 2119654"/>
              <a:gd name="connsiteY9608" fmla="*/ 1745945 h 2398711"/>
              <a:gd name="connsiteX9609" fmla="*/ 1737620 w 2119654"/>
              <a:gd name="connsiteY9609" fmla="*/ 1744093 h 2398711"/>
              <a:gd name="connsiteX9610" fmla="*/ 1791047 w 2119654"/>
              <a:gd name="connsiteY9610" fmla="*/ 1622497 h 2398711"/>
              <a:gd name="connsiteX9611" fmla="*/ 1792197 w 2119654"/>
              <a:gd name="connsiteY9611" fmla="*/ 1624982 h 2398711"/>
              <a:gd name="connsiteX9612" fmla="*/ 1792743 w 2119654"/>
              <a:gd name="connsiteY9612" fmla="*/ 1624641 h 2398711"/>
              <a:gd name="connsiteX9613" fmla="*/ 1791796 w 2119654"/>
              <a:gd name="connsiteY9613" fmla="*/ 1622045 h 2398711"/>
              <a:gd name="connsiteX9614" fmla="*/ 1771983 w 2119654"/>
              <a:gd name="connsiteY9614" fmla="*/ 1665049 h 2398711"/>
              <a:gd name="connsiteX9615" fmla="*/ 1773167 w 2119654"/>
              <a:gd name="connsiteY9615" fmla="*/ 1663858 h 2398711"/>
              <a:gd name="connsiteX9616" fmla="*/ 1773176 w 2119654"/>
              <a:gd name="connsiteY9616" fmla="*/ 1663374 h 2398711"/>
              <a:gd name="connsiteX9617" fmla="*/ 1839308 w 2119654"/>
              <a:gd name="connsiteY9617" fmla="*/ 1514258 h 2398711"/>
              <a:gd name="connsiteX9618" fmla="*/ 1839975 w 2119654"/>
              <a:gd name="connsiteY9618" fmla="*/ 1514857 h 2398711"/>
              <a:gd name="connsiteX9619" fmla="*/ 1842651 w 2119654"/>
              <a:gd name="connsiteY9619" fmla="*/ 1512763 h 2398711"/>
              <a:gd name="connsiteX9620" fmla="*/ 1781771 w 2119654"/>
              <a:gd name="connsiteY9620" fmla="*/ 1643081 h 2398711"/>
              <a:gd name="connsiteX9621" fmla="*/ 1781813 w 2119654"/>
              <a:gd name="connsiteY9621" fmla="*/ 1643123 h 2398711"/>
              <a:gd name="connsiteX9622" fmla="*/ 1788113 w 2119654"/>
              <a:gd name="connsiteY9622" fmla="*/ 1642009 h 2398711"/>
              <a:gd name="connsiteX9623" fmla="*/ 1794903 w 2119654"/>
              <a:gd name="connsiteY9623" fmla="*/ 1632475 h 2398711"/>
              <a:gd name="connsiteX9624" fmla="*/ 1784443 w 2119654"/>
              <a:gd name="connsiteY9624" fmla="*/ 1639892 h 2398711"/>
              <a:gd name="connsiteX9625" fmla="*/ 1782811 w 2119654"/>
              <a:gd name="connsiteY9625" fmla="*/ 1641752 h 2398711"/>
              <a:gd name="connsiteX9626" fmla="*/ 1666898 w 2119654"/>
              <a:gd name="connsiteY9626" fmla="*/ 1900261 h 2398711"/>
              <a:gd name="connsiteX9627" fmla="*/ 1666543 w 2119654"/>
              <a:gd name="connsiteY9627" fmla="*/ 1901757 h 2398711"/>
              <a:gd name="connsiteX9628" fmla="*/ 1673345 w 2119654"/>
              <a:gd name="connsiteY9628" fmla="*/ 1901078 h 2398711"/>
              <a:gd name="connsiteX9629" fmla="*/ 1672054 w 2119654"/>
              <a:gd name="connsiteY9629" fmla="*/ 1897605 h 2398711"/>
              <a:gd name="connsiteX9630" fmla="*/ 1667611 w 2119654"/>
              <a:gd name="connsiteY9630" fmla="*/ 1899998 h 2398711"/>
              <a:gd name="connsiteX9631" fmla="*/ 1807949 w 2119654"/>
              <a:gd name="connsiteY9631" fmla="*/ 1584237 h 2398711"/>
              <a:gd name="connsiteX9632" fmla="*/ 1808555 w 2119654"/>
              <a:gd name="connsiteY9632" fmla="*/ 1585257 h 2398711"/>
              <a:gd name="connsiteX9633" fmla="*/ 1811520 w 2119654"/>
              <a:gd name="connsiteY9633" fmla="*/ 1583872 h 2398711"/>
              <a:gd name="connsiteX9634" fmla="*/ 1570057 w 2119654"/>
              <a:gd name="connsiteY9634" fmla="*/ 2116897 h 2398711"/>
              <a:gd name="connsiteX9635" fmla="*/ 1572049 w 2119654"/>
              <a:gd name="connsiteY9635" fmla="*/ 2117187 h 2398711"/>
              <a:gd name="connsiteX9636" fmla="*/ 1579235 w 2119654"/>
              <a:gd name="connsiteY9636" fmla="*/ 2115448 h 2398711"/>
              <a:gd name="connsiteX9637" fmla="*/ 1578769 w 2119654"/>
              <a:gd name="connsiteY9637" fmla="*/ 2113063 h 2398711"/>
              <a:gd name="connsiteX9638" fmla="*/ 1621908 w 2119654"/>
              <a:gd name="connsiteY9638" fmla="*/ 2000778 h 2398711"/>
              <a:gd name="connsiteX9639" fmla="*/ 1622741 w 2119654"/>
              <a:gd name="connsiteY9639" fmla="*/ 2000760 h 2398711"/>
              <a:gd name="connsiteX9640" fmla="*/ 1622724 w 2119654"/>
              <a:gd name="connsiteY9640" fmla="*/ 2000307 h 2398711"/>
              <a:gd name="connsiteX9641" fmla="*/ 1608751 w 2119654"/>
              <a:gd name="connsiteY9641" fmla="*/ 2030231 h 2398711"/>
              <a:gd name="connsiteX9642" fmla="*/ 1609625 w 2119654"/>
              <a:gd name="connsiteY9642" fmla="*/ 2030553 h 2398711"/>
              <a:gd name="connsiteX9643" fmla="*/ 1609706 w 2119654"/>
              <a:gd name="connsiteY9643" fmla="*/ 2030064 h 2398711"/>
              <a:gd name="connsiteX9644" fmla="*/ 1795700 w 2119654"/>
              <a:gd name="connsiteY9644" fmla="*/ 1611597 h 2398711"/>
              <a:gd name="connsiteX9645" fmla="*/ 1796205 w 2119654"/>
              <a:gd name="connsiteY9645" fmla="*/ 1611375 h 2398711"/>
              <a:gd name="connsiteX9646" fmla="*/ 1797241 w 2119654"/>
              <a:gd name="connsiteY9646" fmla="*/ 1609872 h 2398711"/>
              <a:gd name="connsiteX9647" fmla="*/ 1796755 w 2119654"/>
              <a:gd name="connsiteY9647" fmla="*/ 1610072 h 2398711"/>
              <a:gd name="connsiteX9648" fmla="*/ 1729131 w 2119654"/>
              <a:gd name="connsiteY9648" fmla="*/ 1760607 h 2398711"/>
              <a:gd name="connsiteX9649" fmla="*/ 1729172 w 2119654"/>
              <a:gd name="connsiteY9649" fmla="*/ 1760956 h 2398711"/>
              <a:gd name="connsiteX9650" fmla="*/ 1729362 w 2119654"/>
              <a:gd name="connsiteY9650" fmla="*/ 1760887 h 2398711"/>
              <a:gd name="connsiteX9651" fmla="*/ 1729278 w 2119654"/>
              <a:gd name="connsiteY9651" fmla="*/ 1760437 h 2398711"/>
              <a:gd name="connsiteX9652" fmla="*/ 1610175 w 2119654"/>
              <a:gd name="connsiteY9652" fmla="*/ 2026910 h 2398711"/>
              <a:gd name="connsiteX9653" fmla="*/ 1610231 w 2119654"/>
              <a:gd name="connsiteY9653" fmla="*/ 2026925 h 2398711"/>
              <a:gd name="connsiteX9654" fmla="*/ 1610242 w 2119654"/>
              <a:gd name="connsiteY9654" fmla="*/ 2026860 h 2398711"/>
              <a:gd name="connsiteX9655" fmla="*/ 1817972 w 2119654"/>
              <a:gd name="connsiteY9655" fmla="*/ 1561599 h 2398711"/>
              <a:gd name="connsiteX9656" fmla="*/ 1818807 w 2119654"/>
              <a:gd name="connsiteY9656" fmla="*/ 1563252 h 2398711"/>
              <a:gd name="connsiteX9657" fmla="*/ 1820303 w 2119654"/>
              <a:gd name="connsiteY9657" fmla="*/ 1562274 h 2398711"/>
              <a:gd name="connsiteX9658" fmla="*/ 1820715 w 2119654"/>
              <a:gd name="connsiteY9658" fmla="*/ 1561996 h 2398711"/>
              <a:gd name="connsiteX9659" fmla="*/ 1820550 w 2119654"/>
              <a:gd name="connsiteY9659" fmla="*/ 1560556 h 2398711"/>
              <a:gd name="connsiteX9660" fmla="*/ 1643763 w 2119654"/>
              <a:gd name="connsiteY9660" fmla="*/ 1951666 h 2398711"/>
              <a:gd name="connsiteX9661" fmla="*/ 1643808 w 2119654"/>
              <a:gd name="connsiteY9661" fmla="*/ 1952888 h 2398711"/>
              <a:gd name="connsiteX9662" fmla="*/ 1647466 w 2119654"/>
              <a:gd name="connsiteY9662" fmla="*/ 1951673 h 2398711"/>
              <a:gd name="connsiteX9663" fmla="*/ 1647198 w 2119654"/>
              <a:gd name="connsiteY9663" fmla="*/ 1952078 h 2398711"/>
              <a:gd name="connsiteX9664" fmla="*/ 1643819 w 2119654"/>
              <a:gd name="connsiteY9664" fmla="*/ 1953201 h 2398711"/>
              <a:gd name="connsiteX9665" fmla="*/ 1643913 w 2119654"/>
              <a:gd name="connsiteY9665" fmla="*/ 1955750 h 2398711"/>
              <a:gd name="connsiteX9666" fmla="*/ 1643955 w 2119654"/>
              <a:gd name="connsiteY9666" fmla="*/ 1955748 h 2398711"/>
              <a:gd name="connsiteX9667" fmla="*/ 1646350 w 2119654"/>
              <a:gd name="connsiteY9667" fmla="*/ 1954908 h 2398711"/>
              <a:gd name="connsiteX9668" fmla="*/ 1648239 w 2119654"/>
              <a:gd name="connsiteY9668" fmla="*/ 1950373 h 2398711"/>
              <a:gd name="connsiteX9669" fmla="*/ 1648503 w 2119654"/>
              <a:gd name="connsiteY9669" fmla="*/ 1949264 h 2398711"/>
              <a:gd name="connsiteX9670" fmla="*/ 1733351 w 2119654"/>
              <a:gd name="connsiteY9670" fmla="*/ 1751048 h 2398711"/>
              <a:gd name="connsiteX9671" fmla="*/ 1735101 w 2119654"/>
              <a:gd name="connsiteY9671" fmla="*/ 1750549 h 2398711"/>
              <a:gd name="connsiteX9672" fmla="*/ 1735560 w 2119654"/>
              <a:gd name="connsiteY9672" fmla="*/ 1750020 h 2398711"/>
              <a:gd name="connsiteX9673" fmla="*/ 1801494 w 2119654"/>
              <a:gd name="connsiteY9673" fmla="*/ 1598453 h 2398711"/>
              <a:gd name="connsiteX9674" fmla="*/ 1803517 w 2119654"/>
              <a:gd name="connsiteY9674" fmla="*/ 1598048 h 2398711"/>
              <a:gd name="connsiteX9675" fmla="*/ 1804721 w 2119654"/>
              <a:gd name="connsiteY9675" fmla="*/ 1596310 h 2398711"/>
              <a:gd name="connsiteX9676" fmla="*/ 1733478 w 2119654"/>
              <a:gd name="connsiteY9676" fmla="*/ 1750619 h 2398711"/>
              <a:gd name="connsiteX9677" fmla="*/ 1736038 w 2119654"/>
              <a:gd name="connsiteY9677" fmla="*/ 1749471 h 2398711"/>
              <a:gd name="connsiteX9678" fmla="*/ 1738347 w 2119654"/>
              <a:gd name="connsiteY9678" fmla="*/ 1746811 h 2398711"/>
              <a:gd name="connsiteX9679" fmla="*/ 1733984 w 2119654"/>
              <a:gd name="connsiteY9679" fmla="*/ 1749822 h 2398711"/>
              <a:gd name="connsiteX9680" fmla="*/ 1631446 w 2119654"/>
              <a:gd name="connsiteY9680" fmla="*/ 1979051 h 2398711"/>
              <a:gd name="connsiteX9681" fmla="*/ 1632874 w 2119654"/>
              <a:gd name="connsiteY9681" fmla="*/ 1979373 h 2398711"/>
              <a:gd name="connsiteX9682" fmla="*/ 1633068 w 2119654"/>
              <a:gd name="connsiteY9682" fmla="*/ 1979299 h 2398711"/>
              <a:gd name="connsiteX9683" fmla="*/ 1633075 w 2119654"/>
              <a:gd name="connsiteY9683" fmla="*/ 1978081 h 2398711"/>
              <a:gd name="connsiteX9684" fmla="*/ 1632939 w 2119654"/>
              <a:gd name="connsiteY9684" fmla="*/ 1978090 h 2398711"/>
              <a:gd name="connsiteX9685" fmla="*/ 1568488 w 2119654"/>
              <a:gd name="connsiteY9685" fmla="*/ 2119894 h 2398711"/>
              <a:gd name="connsiteX9686" fmla="*/ 1574765 w 2119654"/>
              <a:gd name="connsiteY9686" fmla="*/ 2121774 h 2398711"/>
              <a:gd name="connsiteX9687" fmla="*/ 1574880 w 2119654"/>
              <a:gd name="connsiteY9687" fmla="*/ 2121778 h 2398711"/>
              <a:gd name="connsiteX9688" fmla="*/ 1574854 w 2119654"/>
              <a:gd name="connsiteY9688" fmla="*/ 2121801 h 2398711"/>
              <a:gd name="connsiteX9689" fmla="*/ 1580707 w 2119654"/>
              <a:gd name="connsiteY9689" fmla="*/ 2123553 h 2398711"/>
              <a:gd name="connsiteX9690" fmla="*/ 1579988 w 2119654"/>
              <a:gd name="connsiteY9690" fmla="*/ 2119580 h 2398711"/>
              <a:gd name="connsiteX9691" fmla="*/ 1697911 w 2119654"/>
              <a:gd name="connsiteY9691" fmla="*/ 1829911 h 2398711"/>
              <a:gd name="connsiteX9692" fmla="*/ 1698307 w 2119654"/>
              <a:gd name="connsiteY9692" fmla="*/ 1830475 h 2398711"/>
              <a:gd name="connsiteX9693" fmla="*/ 1699069 w 2119654"/>
              <a:gd name="connsiteY9693" fmla="*/ 1830077 h 2398711"/>
              <a:gd name="connsiteX9694" fmla="*/ 1698947 w 2119654"/>
              <a:gd name="connsiteY9694" fmla="*/ 1829547 h 2398711"/>
              <a:gd name="connsiteX9695" fmla="*/ 1753347 w 2119654"/>
              <a:gd name="connsiteY9695" fmla="*/ 1705684 h 2398711"/>
              <a:gd name="connsiteX9696" fmla="*/ 1753581 w 2119654"/>
              <a:gd name="connsiteY9696" fmla="*/ 1705998 h 2398711"/>
              <a:gd name="connsiteX9697" fmla="*/ 1753641 w 2119654"/>
              <a:gd name="connsiteY9697" fmla="*/ 1705983 h 2398711"/>
              <a:gd name="connsiteX9698" fmla="*/ 1753568 w 2119654"/>
              <a:gd name="connsiteY9698" fmla="*/ 1705511 h 2398711"/>
              <a:gd name="connsiteX9699" fmla="*/ 1738572 w 2119654"/>
              <a:gd name="connsiteY9699" fmla="*/ 1738499 h 2398711"/>
              <a:gd name="connsiteX9700" fmla="*/ 1739076 w 2119654"/>
              <a:gd name="connsiteY9700" fmla="*/ 1741120 h 2398711"/>
              <a:gd name="connsiteX9701" fmla="*/ 1741174 w 2119654"/>
              <a:gd name="connsiteY9701" fmla="*/ 1737816 h 2398711"/>
              <a:gd name="connsiteX9702" fmla="*/ 1615213 w 2119654"/>
              <a:gd name="connsiteY9702" fmla="*/ 2014695 h 2398711"/>
              <a:gd name="connsiteX9703" fmla="*/ 1615480 w 2119654"/>
              <a:gd name="connsiteY9703" fmla="*/ 2017584 h 2398711"/>
              <a:gd name="connsiteX9704" fmla="*/ 1617931 w 2119654"/>
              <a:gd name="connsiteY9704" fmla="*/ 2017278 h 2398711"/>
              <a:gd name="connsiteX9705" fmla="*/ 1619847 w 2119654"/>
              <a:gd name="connsiteY9705" fmla="*/ 2013891 h 2398711"/>
              <a:gd name="connsiteX9706" fmla="*/ 1863352 w 2119654"/>
              <a:gd name="connsiteY9706" fmla="*/ 1458677 h 2398711"/>
              <a:gd name="connsiteX9707" fmla="*/ 1865261 w 2119654"/>
              <a:gd name="connsiteY9707" fmla="*/ 1457450 h 2398711"/>
              <a:gd name="connsiteX9708" fmla="*/ 1867617 w 2119654"/>
              <a:gd name="connsiteY9708" fmla="*/ 1455235 h 2398711"/>
              <a:gd name="connsiteX9709" fmla="*/ 1721864 w 2119654"/>
              <a:gd name="connsiteY9709" fmla="*/ 1775466 h 2398711"/>
              <a:gd name="connsiteX9710" fmla="*/ 1722137 w 2119654"/>
              <a:gd name="connsiteY9710" fmla="*/ 1776478 h 2398711"/>
              <a:gd name="connsiteX9711" fmla="*/ 1723909 w 2119654"/>
              <a:gd name="connsiteY9711" fmla="*/ 1775218 h 2398711"/>
              <a:gd name="connsiteX9712" fmla="*/ 1723868 w 2119654"/>
              <a:gd name="connsiteY9712" fmla="*/ 1774158 h 2398711"/>
              <a:gd name="connsiteX9713" fmla="*/ 1682818 w 2119654"/>
              <a:gd name="connsiteY9713" fmla="*/ 1862886 h 2398711"/>
              <a:gd name="connsiteX9714" fmla="*/ 1683707 w 2119654"/>
              <a:gd name="connsiteY9714" fmla="*/ 1862655 h 2398711"/>
              <a:gd name="connsiteX9715" fmla="*/ 1683866 w 2119654"/>
              <a:gd name="connsiteY9715" fmla="*/ 1861936 h 2398711"/>
              <a:gd name="connsiteX9716" fmla="*/ 1827376 w 2119654"/>
              <a:gd name="connsiteY9716" fmla="*/ 1539129 h 2398711"/>
              <a:gd name="connsiteX9717" fmla="*/ 1830414 w 2119654"/>
              <a:gd name="connsiteY9717" fmla="*/ 1541176 h 2398711"/>
              <a:gd name="connsiteX9718" fmla="*/ 1830891 w 2119654"/>
              <a:gd name="connsiteY9718" fmla="*/ 1540719 h 2398711"/>
              <a:gd name="connsiteX9719" fmla="*/ 1829656 w 2119654"/>
              <a:gd name="connsiteY9719" fmla="*/ 1538248 h 2398711"/>
              <a:gd name="connsiteX9720" fmla="*/ 1828331 w 2119654"/>
              <a:gd name="connsiteY9720" fmla="*/ 1538467 h 2398711"/>
              <a:gd name="connsiteX9721" fmla="*/ 1631727 w 2119654"/>
              <a:gd name="connsiteY9721" fmla="*/ 1977177 h 2398711"/>
              <a:gd name="connsiteX9722" fmla="*/ 1632798 w 2119654"/>
              <a:gd name="connsiteY9722" fmla="*/ 1977590 h 2398711"/>
              <a:gd name="connsiteX9723" fmla="*/ 1633005 w 2119654"/>
              <a:gd name="connsiteY9723" fmla="*/ 1977577 h 2398711"/>
              <a:gd name="connsiteX9724" fmla="*/ 1633078 w 2119654"/>
              <a:gd name="connsiteY9724" fmla="*/ 1977530 h 2398711"/>
              <a:gd name="connsiteX9725" fmla="*/ 1633087 w 2119654"/>
              <a:gd name="connsiteY9725" fmla="*/ 1975951 h 2398711"/>
              <a:gd name="connsiteX9726" fmla="*/ 1612767 w 2119654"/>
              <a:gd name="connsiteY9726" fmla="*/ 2019575 h 2398711"/>
              <a:gd name="connsiteX9727" fmla="*/ 1612437 w 2119654"/>
              <a:gd name="connsiteY9727" fmla="*/ 2021549 h 2398711"/>
              <a:gd name="connsiteX9728" fmla="*/ 1614336 w 2119654"/>
              <a:gd name="connsiteY9728" fmla="*/ 2020959 h 2398711"/>
              <a:gd name="connsiteX9729" fmla="*/ 1615323 w 2119654"/>
              <a:gd name="connsiteY9729" fmla="*/ 2020207 h 2398711"/>
              <a:gd name="connsiteX9730" fmla="*/ 1615235 w 2119654"/>
              <a:gd name="connsiteY9730" fmla="*/ 2019268 h 2398711"/>
              <a:gd name="connsiteX9731" fmla="*/ 1670049 w 2119654"/>
              <a:gd name="connsiteY9731" fmla="*/ 1891255 h 2398711"/>
              <a:gd name="connsiteX9732" fmla="*/ 1670352 w 2119654"/>
              <a:gd name="connsiteY9732" fmla="*/ 1892070 h 2398711"/>
              <a:gd name="connsiteX9733" fmla="*/ 1670497 w 2119654"/>
              <a:gd name="connsiteY9733" fmla="*/ 1892020 h 2398711"/>
              <a:gd name="connsiteX9734" fmla="*/ 1670401 w 2119654"/>
              <a:gd name="connsiteY9734" fmla="*/ 1892202 h 2398711"/>
              <a:gd name="connsiteX9735" fmla="*/ 1671551 w 2119654"/>
              <a:gd name="connsiteY9735" fmla="*/ 1895297 h 2398711"/>
              <a:gd name="connsiteX9736" fmla="*/ 1676939 w 2119654"/>
              <a:gd name="connsiteY9736" fmla="*/ 1893309 h 2398711"/>
              <a:gd name="connsiteX9737" fmla="*/ 1677497 w 2119654"/>
              <a:gd name="connsiteY9737" fmla="*/ 1890780 h 2398711"/>
              <a:gd name="connsiteX9738" fmla="*/ 1675118 w 2119654"/>
              <a:gd name="connsiteY9738" fmla="*/ 1890997 h 2398711"/>
              <a:gd name="connsiteX9739" fmla="*/ 1682461 w 2119654"/>
              <a:gd name="connsiteY9739" fmla="*/ 1863387 h 2398711"/>
              <a:gd name="connsiteX9740" fmla="*/ 1682501 w 2119654"/>
              <a:gd name="connsiteY9740" fmla="*/ 1863559 h 2398711"/>
              <a:gd name="connsiteX9741" fmla="*/ 1683077 w 2119654"/>
              <a:gd name="connsiteY9741" fmla="*/ 1863221 h 2398711"/>
              <a:gd name="connsiteX9742" fmla="*/ 1571863 w 2119654"/>
              <a:gd name="connsiteY9742" fmla="*/ 2111036 h 2398711"/>
              <a:gd name="connsiteX9743" fmla="*/ 1574818 w 2119654"/>
              <a:gd name="connsiteY9743" fmla="*/ 2111278 h 2398711"/>
              <a:gd name="connsiteX9744" fmla="*/ 1578469 w 2119654"/>
              <a:gd name="connsiteY9744" fmla="*/ 2111527 h 2398711"/>
              <a:gd name="connsiteX9745" fmla="*/ 1578162 w 2119654"/>
              <a:gd name="connsiteY9745" fmla="*/ 2109956 h 2398711"/>
              <a:gd name="connsiteX9746" fmla="*/ 1577402 w 2119654"/>
              <a:gd name="connsiteY9746" fmla="*/ 2110115 h 2398711"/>
              <a:gd name="connsiteX9747" fmla="*/ 1779530 w 2119654"/>
              <a:gd name="connsiteY9747" fmla="*/ 1645945 h 2398711"/>
              <a:gd name="connsiteX9748" fmla="*/ 1782006 w 2119654"/>
              <a:gd name="connsiteY9748" fmla="*/ 1645396 h 2398711"/>
              <a:gd name="connsiteX9749" fmla="*/ 1781732 w 2119654"/>
              <a:gd name="connsiteY9749" fmla="*/ 1644848 h 2398711"/>
              <a:gd name="connsiteX9750" fmla="*/ 1780203 w 2119654"/>
              <a:gd name="connsiteY9750" fmla="*/ 1645086 h 2398711"/>
              <a:gd name="connsiteX9751" fmla="*/ 1595122 w 2119654"/>
              <a:gd name="connsiteY9751" fmla="*/ 2058830 h 2398711"/>
              <a:gd name="connsiteX9752" fmla="*/ 1597845 w 2119654"/>
              <a:gd name="connsiteY9752" fmla="*/ 2058736 h 2398711"/>
              <a:gd name="connsiteX9753" fmla="*/ 1598400 w 2119654"/>
              <a:gd name="connsiteY9753" fmla="*/ 2053911 h 2398711"/>
              <a:gd name="connsiteX9754" fmla="*/ 1678140 w 2119654"/>
              <a:gd name="connsiteY9754" fmla="*/ 1872857 h 2398711"/>
              <a:gd name="connsiteX9755" fmla="*/ 1677959 w 2119654"/>
              <a:gd name="connsiteY9755" fmla="*/ 1874111 h 2398711"/>
              <a:gd name="connsiteX9756" fmla="*/ 1680958 w 2119654"/>
              <a:gd name="connsiteY9756" fmla="*/ 1872147 h 2398711"/>
              <a:gd name="connsiteX9757" fmla="*/ 1679420 w 2119654"/>
              <a:gd name="connsiteY9757" fmla="*/ 1872130 h 2398711"/>
              <a:gd name="connsiteX9758" fmla="*/ 1711763 w 2119654"/>
              <a:gd name="connsiteY9758" fmla="*/ 1797549 h 2398711"/>
              <a:gd name="connsiteX9759" fmla="*/ 1711789 w 2119654"/>
              <a:gd name="connsiteY9759" fmla="*/ 1799660 h 2398711"/>
              <a:gd name="connsiteX9760" fmla="*/ 1712393 w 2119654"/>
              <a:gd name="connsiteY9760" fmla="*/ 1799607 h 2398711"/>
              <a:gd name="connsiteX9761" fmla="*/ 1714117 w 2119654"/>
              <a:gd name="connsiteY9761" fmla="*/ 1797338 h 2398711"/>
              <a:gd name="connsiteX9762" fmla="*/ 1838565 w 2119654"/>
              <a:gd name="connsiteY9762" fmla="*/ 1513593 h 2398711"/>
              <a:gd name="connsiteX9763" fmla="*/ 1838608 w 2119654"/>
              <a:gd name="connsiteY9763" fmla="*/ 1513630 h 2398711"/>
              <a:gd name="connsiteX9764" fmla="*/ 1845410 w 2119654"/>
              <a:gd name="connsiteY9764" fmla="*/ 1510603 h 2398711"/>
              <a:gd name="connsiteX9765" fmla="*/ 1846715 w 2119654"/>
              <a:gd name="connsiteY9765" fmla="*/ 1509582 h 2398711"/>
              <a:gd name="connsiteX9766" fmla="*/ 1846056 w 2119654"/>
              <a:gd name="connsiteY9766" fmla="*/ 1508696 h 2398711"/>
              <a:gd name="connsiteX9767" fmla="*/ 1607698 w 2119654"/>
              <a:gd name="connsiteY9767" fmla="*/ 2030416 h 2398711"/>
              <a:gd name="connsiteX9768" fmla="*/ 1607756 w 2119654"/>
              <a:gd name="connsiteY9768" fmla="*/ 2035270 h 2398711"/>
              <a:gd name="connsiteX9769" fmla="*/ 1609291 w 2119654"/>
              <a:gd name="connsiteY9769" fmla="*/ 2032556 h 2398711"/>
              <a:gd name="connsiteX9770" fmla="*/ 1609593 w 2119654"/>
              <a:gd name="connsiteY9770" fmla="*/ 2030743 h 2398711"/>
              <a:gd name="connsiteX9771" fmla="*/ 1608381 w 2119654"/>
              <a:gd name="connsiteY9771" fmla="*/ 2030296 h 2398711"/>
              <a:gd name="connsiteX9772" fmla="*/ 1863117 w 2119654"/>
              <a:gd name="connsiteY9772" fmla="*/ 1458484 h 2398711"/>
              <a:gd name="connsiteX9773" fmla="*/ 1867015 w 2119654"/>
              <a:gd name="connsiteY9773" fmla="*/ 1455339 h 2398711"/>
              <a:gd name="connsiteX9774" fmla="*/ 1865855 w 2119654"/>
              <a:gd name="connsiteY9774" fmla="*/ 1455746 h 2398711"/>
              <a:gd name="connsiteX9775" fmla="*/ 1864217 w 2119654"/>
              <a:gd name="connsiteY9775" fmla="*/ 1456813 h 2398711"/>
              <a:gd name="connsiteX9776" fmla="*/ 1792983 w 2119654"/>
              <a:gd name="connsiteY9776" fmla="*/ 1615523 h 2398711"/>
              <a:gd name="connsiteX9777" fmla="*/ 1793360 w 2119654"/>
              <a:gd name="connsiteY9777" fmla="*/ 1615501 h 2398711"/>
              <a:gd name="connsiteX9778" fmla="*/ 1795683 w 2119654"/>
              <a:gd name="connsiteY9778" fmla="*/ 1612131 h 2398711"/>
              <a:gd name="connsiteX9779" fmla="*/ 1795175 w 2119654"/>
              <a:gd name="connsiteY9779" fmla="*/ 1612354 h 2398711"/>
              <a:gd name="connsiteX9780" fmla="*/ 1806864 w 2119654"/>
              <a:gd name="connsiteY9780" fmla="*/ 1584347 h 2398711"/>
              <a:gd name="connsiteX9781" fmla="*/ 1807147 w 2119654"/>
              <a:gd name="connsiteY9781" fmla="*/ 1585915 h 2398711"/>
              <a:gd name="connsiteX9782" fmla="*/ 1807986 w 2119654"/>
              <a:gd name="connsiteY9782" fmla="*/ 1585523 h 2398711"/>
              <a:gd name="connsiteX9783" fmla="*/ 1807265 w 2119654"/>
              <a:gd name="connsiteY9783" fmla="*/ 1584306 h 2398711"/>
              <a:gd name="connsiteX9784" fmla="*/ 1707621 w 2119654"/>
              <a:gd name="connsiteY9784" fmla="*/ 1806543 h 2398711"/>
              <a:gd name="connsiteX9785" fmla="*/ 1709039 w 2119654"/>
              <a:gd name="connsiteY9785" fmla="*/ 1805050 h 2398711"/>
              <a:gd name="connsiteX9786" fmla="*/ 1709036 w 2119654"/>
              <a:gd name="connsiteY9786" fmla="*/ 1804782 h 2398711"/>
              <a:gd name="connsiteX9787" fmla="*/ 1708860 w 2119654"/>
              <a:gd name="connsiteY9787" fmla="*/ 1804912 h 2398711"/>
              <a:gd name="connsiteX9788" fmla="*/ 1716004 w 2119654"/>
              <a:gd name="connsiteY9788" fmla="*/ 1787734 h 2398711"/>
              <a:gd name="connsiteX9789" fmla="*/ 1718732 w 2119654"/>
              <a:gd name="connsiteY9789" fmla="*/ 1787635 h 2398711"/>
              <a:gd name="connsiteX9790" fmla="*/ 1718406 w 2119654"/>
              <a:gd name="connsiteY9790" fmla="*/ 1786424 h 2398711"/>
              <a:gd name="connsiteX9791" fmla="*/ 1631158 w 2119654"/>
              <a:gd name="connsiteY9791" fmla="*/ 1977690 h 2398711"/>
              <a:gd name="connsiteX9792" fmla="*/ 1632267 w 2119654"/>
              <a:gd name="connsiteY9792" fmla="*/ 1977622 h 2398711"/>
              <a:gd name="connsiteX9793" fmla="*/ 1631534 w 2119654"/>
              <a:gd name="connsiteY9793" fmla="*/ 1977351 h 2398711"/>
              <a:gd name="connsiteX9794" fmla="*/ 1846634 w 2119654"/>
              <a:gd name="connsiteY9794" fmla="*/ 1495122 h 2398711"/>
              <a:gd name="connsiteX9795" fmla="*/ 1852978 w 2119654"/>
              <a:gd name="connsiteY9795" fmla="*/ 1491549 h 2398711"/>
              <a:gd name="connsiteX9796" fmla="*/ 1852494 w 2119654"/>
              <a:gd name="connsiteY9796" fmla="*/ 1490554 h 2398711"/>
              <a:gd name="connsiteX9797" fmla="*/ 1838294 w 2119654"/>
              <a:gd name="connsiteY9797" fmla="*/ 1513771 h 2398711"/>
              <a:gd name="connsiteX9798" fmla="*/ 1838399 w 2119654"/>
              <a:gd name="connsiteY9798" fmla="*/ 1513723 h 2398711"/>
              <a:gd name="connsiteX9799" fmla="*/ 1838384 w 2119654"/>
              <a:gd name="connsiteY9799" fmla="*/ 1513711 h 2398711"/>
              <a:gd name="connsiteX9800" fmla="*/ 1607694 w 2119654"/>
              <a:gd name="connsiteY9800" fmla="*/ 2030042 h 2398711"/>
              <a:gd name="connsiteX9801" fmla="*/ 1607696 w 2119654"/>
              <a:gd name="connsiteY9801" fmla="*/ 2030260 h 2398711"/>
              <a:gd name="connsiteX9802" fmla="*/ 1608094 w 2119654"/>
              <a:gd name="connsiteY9802" fmla="*/ 2030191 h 2398711"/>
              <a:gd name="connsiteX9803" fmla="*/ 1737723 w 2119654"/>
              <a:gd name="connsiteY9803" fmla="*/ 1738848 h 2398711"/>
              <a:gd name="connsiteX9804" fmla="*/ 1738322 w 2119654"/>
              <a:gd name="connsiteY9804" fmla="*/ 1739848 h 2398711"/>
              <a:gd name="connsiteX9805" fmla="*/ 1738742 w 2119654"/>
              <a:gd name="connsiteY9805" fmla="*/ 1740679 h 2398711"/>
              <a:gd name="connsiteX9806" fmla="*/ 1738339 w 2119654"/>
              <a:gd name="connsiteY9806" fmla="*/ 1738584 h 2398711"/>
              <a:gd name="connsiteX9807" fmla="*/ 1695564 w 2119654"/>
              <a:gd name="connsiteY9807" fmla="*/ 1833208 h 2398711"/>
              <a:gd name="connsiteX9808" fmla="*/ 1694182 w 2119654"/>
              <a:gd name="connsiteY9808" fmla="*/ 1839466 h 2398711"/>
              <a:gd name="connsiteX9809" fmla="*/ 1699987 w 2119654"/>
              <a:gd name="connsiteY9809" fmla="*/ 1839141 h 2398711"/>
              <a:gd name="connsiteX9810" fmla="*/ 1696542 w 2119654"/>
              <a:gd name="connsiteY9810" fmla="*/ 1834238 h 2398711"/>
              <a:gd name="connsiteX9811" fmla="*/ 1620274 w 2119654"/>
              <a:gd name="connsiteY9811" fmla="*/ 2001724 h 2398711"/>
              <a:gd name="connsiteX9812" fmla="*/ 1622794 w 2119654"/>
              <a:gd name="connsiteY9812" fmla="*/ 2002115 h 2398711"/>
              <a:gd name="connsiteX9813" fmla="*/ 1622753 w 2119654"/>
              <a:gd name="connsiteY9813" fmla="*/ 2001070 h 2398711"/>
              <a:gd name="connsiteX9814" fmla="*/ 1621349 w 2119654"/>
              <a:gd name="connsiteY9814" fmla="*/ 2001102 h 2398711"/>
              <a:gd name="connsiteX9815" fmla="*/ 1729709 w 2119654"/>
              <a:gd name="connsiteY9815" fmla="*/ 1756560 h 2398711"/>
              <a:gd name="connsiteX9816" fmla="*/ 1729982 w 2119654"/>
              <a:gd name="connsiteY9816" fmla="*/ 1756445 h 2398711"/>
              <a:gd name="connsiteX9817" fmla="*/ 1732085 w 2119654"/>
              <a:gd name="connsiteY9817" fmla="*/ 1754024 h 2398711"/>
              <a:gd name="connsiteX9818" fmla="*/ 1731149 w 2119654"/>
              <a:gd name="connsiteY9818" fmla="*/ 1754290 h 2398711"/>
              <a:gd name="connsiteX9819" fmla="*/ 1876390 w 2119654"/>
              <a:gd name="connsiteY9819" fmla="*/ 1428073 h 2398711"/>
              <a:gd name="connsiteX9820" fmla="*/ 1891536 w 2119654"/>
              <a:gd name="connsiteY9820" fmla="*/ 1417982 h 2398711"/>
              <a:gd name="connsiteX9821" fmla="*/ 1888296 w 2119654"/>
              <a:gd name="connsiteY9821" fmla="*/ 1414683 h 2398711"/>
              <a:gd name="connsiteX9822" fmla="*/ 1879350 w 2119654"/>
              <a:gd name="connsiteY9822" fmla="*/ 1424810 h 2398711"/>
              <a:gd name="connsiteX9823" fmla="*/ 1722575 w 2119654"/>
              <a:gd name="connsiteY9823" fmla="*/ 1772406 h 2398711"/>
              <a:gd name="connsiteX9824" fmla="*/ 1723778 w 2119654"/>
              <a:gd name="connsiteY9824" fmla="*/ 1771811 h 2398711"/>
              <a:gd name="connsiteX9825" fmla="*/ 1723757 w 2119654"/>
              <a:gd name="connsiteY9825" fmla="*/ 1771291 h 2398711"/>
              <a:gd name="connsiteX9826" fmla="*/ 1723707 w 2119654"/>
              <a:gd name="connsiteY9826" fmla="*/ 1770858 h 2398711"/>
              <a:gd name="connsiteX9827" fmla="*/ 1608249 w 2119654"/>
              <a:gd name="connsiteY9827" fmla="*/ 2028377 h 2398711"/>
              <a:gd name="connsiteX9828" fmla="*/ 1608338 w 2119654"/>
              <a:gd name="connsiteY9828" fmla="*/ 2028374 h 2398711"/>
              <a:gd name="connsiteX9829" fmla="*/ 1608271 w 2119654"/>
              <a:gd name="connsiteY9829" fmla="*/ 2028360 h 2398711"/>
              <a:gd name="connsiteX9830" fmla="*/ 1826452 w 2119654"/>
              <a:gd name="connsiteY9830" fmla="*/ 1539768 h 2398711"/>
              <a:gd name="connsiteX9831" fmla="*/ 1827547 w 2119654"/>
              <a:gd name="connsiteY9831" fmla="*/ 1543922 h 2398711"/>
              <a:gd name="connsiteX9832" fmla="*/ 1830280 w 2119654"/>
              <a:gd name="connsiteY9832" fmla="*/ 1541304 h 2398711"/>
              <a:gd name="connsiteX9833" fmla="*/ 1828617 w 2119654"/>
              <a:gd name="connsiteY9833" fmla="*/ 1540183 h 2398711"/>
              <a:gd name="connsiteX9834" fmla="*/ 1827192 w 2119654"/>
              <a:gd name="connsiteY9834" fmla="*/ 1539256 h 2398711"/>
              <a:gd name="connsiteX9835" fmla="*/ 1776176 w 2119654"/>
              <a:gd name="connsiteY9835" fmla="*/ 1652291 h 2398711"/>
              <a:gd name="connsiteX9836" fmla="*/ 1776089 w 2119654"/>
              <a:gd name="connsiteY9836" fmla="*/ 1657046 h 2398711"/>
              <a:gd name="connsiteX9837" fmla="*/ 1777558 w 2119654"/>
              <a:gd name="connsiteY9837" fmla="*/ 1656681 h 2398711"/>
              <a:gd name="connsiteX9838" fmla="*/ 1781401 w 2119654"/>
              <a:gd name="connsiteY9838" fmla="*/ 1651436 h 2398711"/>
              <a:gd name="connsiteX9839" fmla="*/ 1781824 w 2119654"/>
              <a:gd name="connsiteY9839" fmla="*/ 1650842 h 2398711"/>
              <a:gd name="connsiteX9840" fmla="*/ 1721577 w 2119654"/>
              <a:gd name="connsiteY9840" fmla="*/ 1774400 h 2398711"/>
              <a:gd name="connsiteX9841" fmla="*/ 1721679 w 2119654"/>
              <a:gd name="connsiteY9841" fmla="*/ 1774778 h 2398711"/>
              <a:gd name="connsiteX9842" fmla="*/ 1723820 w 2119654"/>
              <a:gd name="connsiteY9842" fmla="*/ 1773381 h 2398711"/>
              <a:gd name="connsiteX9843" fmla="*/ 1722387 w 2119654"/>
              <a:gd name="connsiteY9843" fmla="*/ 1773980 h 2398711"/>
              <a:gd name="connsiteX9844" fmla="*/ 1668650 w 2119654"/>
              <a:gd name="connsiteY9844" fmla="*/ 1892886 h 2398711"/>
              <a:gd name="connsiteX9845" fmla="*/ 1667744 w 2119654"/>
              <a:gd name="connsiteY9845" fmla="*/ 1896702 h 2398711"/>
              <a:gd name="connsiteX9846" fmla="*/ 1671240 w 2119654"/>
              <a:gd name="connsiteY9846" fmla="*/ 1895411 h 2398711"/>
              <a:gd name="connsiteX9847" fmla="*/ 1670116 w 2119654"/>
              <a:gd name="connsiteY9847" fmla="*/ 1892385 h 2398711"/>
              <a:gd name="connsiteX9848" fmla="*/ 1826774 w 2119654"/>
              <a:gd name="connsiteY9848" fmla="*/ 1538723 h 2398711"/>
              <a:gd name="connsiteX9849" fmla="*/ 1826842 w 2119654"/>
              <a:gd name="connsiteY9849" fmla="*/ 1538770 h 2398711"/>
              <a:gd name="connsiteX9850" fmla="*/ 1826952 w 2119654"/>
              <a:gd name="connsiteY9850" fmla="*/ 1538694 h 2398711"/>
              <a:gd name="connsiteX9851" fmla="*/ 1861424 w 2119654"/>
              <a:gd name="connsiteY9851" fmla="*/ 1461055 h 2398711"/>
              <a:gd name="connsiteX9852" fmla="*/ 1862373 w 2119654"/>
              <a:gd name="connsiteY9852" fmla="*/ 1460162 h 2398711"/>
              <a:gd name="connsiteX9853" fmla="*/ 1861746 w 2119654"/>
              <a:gd name="connsiteY9853" fmla="*/ 1460566 h 2398711"/>
              <a:gd name="connsiteX9854" fmla="*/ 1731763 w 2119654"/>
              <a:gd name="connsiteY9854" fmla="*/ 1751356 h 2398711"/>
              <a:gd name="connsiteX9855" fmla="*/ 1731779 w 2119654"/>
              <a:gd name="connsiteY9855" fmla="*/ 1751382 h 2398711"/>
              <a:gd name="connsiteX9856" fmla="*/ 1732878 w 2119654"/>
              <a:gd name="connsiteY9856" fmla="*/ 1750889 h 2398711"/>
              <a:gd name="connsiteX9857" fmla="*/ 1733219 w 2119654"/>
              <a:gd name="connsiteY9857" fmla="*/ 1750351 h 2398711"/>
              <a:gd name="connsiteX9858" fmla="*/ 1602382 w 2119654"/>
              <a:gd name="connsiteY9858" fmla="*/ 2041022 h 2398711"/>
              <a:gd name="connsiteX9859" fmla="*/ 1603422 w 2119654"/>
              <a:gd name="connsiteY9859" fmla="*/ 2042934 h 2398711"/>
              <a:gd name="connsiteX9860" fmla="*/ 1604195 w 2119654"/>
              <a:gd name="connsiteY9860" fmla="*/ 2041567 h 2398711"/>
              <a:gd name="connsiteX9861" fmla="*/ 1681280 w 2119654"/>
              <a:gd name="connsiteY9861" fmla="*/ 1864276 h 2398711"/>
              <a:gd name="connsiteX9862" fmla="*/ 1681507 w 2119654"/>
              <a:gd name="connsiteY9862" fmla="*/ 1864143 h 2398711"/>
              <a:gd name="connsiteX9863" fmla="*/ 1681494 w 2119654"/>
              <a:gd name="connsiteY9863" fmla="*/ 1864087 h 2398711"/>
              <a:gd name="connsiteX9864" fmla="*/ 1653064 w 2119654"/>
              <a:gd name="connsiteY9864" fmla="*/ 1927411 h 2398711"/>
              <a:gd name="connsiteX9865" fmla="*/ 1653719 w 2119654"/>
              <a:gd name="connsiteY9865" fmla="*/ 1927303 h 2398711"/>
              <a:gd name="connsiteX9866" fmla="*/ 1653774 w 2119654"/>
              <a:gd name="connsiteY9866" fmla="*/ 1927069 h 2398711"/>
              <a:gd name="connsiteX9867" fmla="*/ 1629385 w 2119654"/>
              <a:gd name="connsiteY9867" fmla="*/ 1980377 h 2398711"/>
              <a:gd name="connsiteX9868" fmla="*/ 1630532 w 2119654"/>
              <a:gd name="connsiteY9868" fmla="*/ 1980228 h 2398711"/>
              <a:gd name="connsiteX9869" fmla="*/ 1631257 w 2119654"/>
              <a:gd name="connsiteY9869" fmla="*/ 1979986 h 2398711"/>
              <a:gd name="connsiteX9870" fmla="*/ 1632192 w 2119654"/>
              <a:gd name="connsiteY9870" fmla="*/ 1979631 h 2398711"/>
              <a:gd name="connsiteX9871" fmla="*/ 1630951 w 2119654"/>
              <a:gd name="connsiteY9871" fmla="*/ 1979370 h 2398711"/>
              <a:gd name="connsiteX9872" fmla="*/ 1628882 w 2119654"/>
              <a:gd name="connsiteY9872" fmla="*/ 1981463 h 2398711"/>
              <a:gd name="connsiteX9873" fmla="*/ 1628914 w 2119654"/>
              <a:gd name="connsiteY9873" fmla="*/ 1981631 h 2398711"/>
              <a:gd name="connsiteX9874" fmla="*/ 1631688 w 2119654"/>
              <a:gd name="connsiteY9874" fmla="*/ 1981771 h 2398711"/>
              <a:gd name="connsiteX9875" fmla="*/ 1631506 w 2119654"/>
              <a:gd name="connsiteY9875" fmla="*/ 1981926 h 2398711"/>
              <a:gd name="connsiteX9876" fmla="*/ 1628945 w 2119654"/>
              <a:gd name="connsiteY9876" fmla="*/ 1981797 h 2398711"/>
              <a:gd name="connsiteX9877" fmla="*/ 1629732 w 2119654"/>
              <a:gd name="connsiteY9877" fmla="*/ 1985990 h 2398711"/>
              <a:gd name="connsiteX9878" fmla="*/ 1633037 w 2119654"/>
              <a:gd name="connsiteY9878" fmla="*/ 1984576 h 2398711"/>
              <a:gd name="connsiteX9879" fmla="*/ 1633062 w 2119654"/>
              <a:gd name="connsiteY9879" fmla="*/ 1980222 h 2398711"/>
              <a:gd name="connsiteX9880" fmla="*/ 1632407 w 2119654"/>
              <a:gd name="connsiteY9880" fmla="*/ 1980317 h 2398711"/>
              <a:gd name="connsiteX9881" fmla="*/ 1631634 w 2119654"/>
              <a:gd name="connsiteY9881" fmla="*/ 1980419 h 2398711"/>
              <a:gd name="connsiteX9882" fmla="*/ 1678498 w 2119654"/>
              <a:gd name="connsiteY9882" fmla="*/ 1870359 h 2398711"/>
              <a:gd name="connsiteX9883" fmla="*/ 1678392 w 2119654"/>
              <a:gd name="connsiteY9883" fmla="*/ 1871095 h 2398711"/>
              <a:gd name="connsiteX9884" fmla="*/ 1682339 w 2119654"/>
              <a:gd name="connsiteY9884" fmla="*/ 1868852 h 2398711"/>
              <a:gd name="connsiteX9885" fmla="*/ 1682458 w 2119654"/>
              <a:gd name="connsiteY9885" fmla="*/ 1868313 h 2398711"/>
              <a:gd name="connsiteX9886" fmla="*/ 1682379 w 2119654"/>
              <a:gd name="connsiteY9886" fmla="*/ 1867968 h 2398711"/>
              <a:gd name="connsiteX9887" fmla="*/ 1682365 w 2119654"/>
              <a:gd name="connsiteY9887" fmla="*/ 1867975 h 2398711"/>
              <a:gd name="connsiteX9888" fmla="*/ 1633439 w 2119654"/>
              <a:gd name="connsiteY9888" fmla="*/ 1971240 h 2398711"/>
              <a:gd name="connsiteX9889" fmla="*/ 1633430 w 2119654"/>
              <a:gd name="connsiteY9889" fmla="*/ 1972817 h 2398711"/>
              <a:gd name="connsiteX9890" fmla="*/ 1634082 w 2119654"/>
              <a:gd name="connsiteY9890" fmla="*/ 1972717 h 2398711"/>
              <a:gd name="connsiteX9891" fmla="*/ 1806679 w 2119654"/>
              <a:gd name="connsiteY9891" fmla="*/ 1583319 h 2398711"/>
              <a:gd name="connsiteX9892" fmla="*/ 1806775 w 2119654"/>
              <a:gd name="connsiteY9892" fmla="*/ 1583850 h 2398711"/>
              <a:gd name="connsiteX9893" fmla="*/ 1806982 w 2119654"/>
              <a:gd name="connsiteY9893" fmla="*/ 1583829 h 2398711"/>
              <a:gd name="connsiteX9894" fmla="*/ 1806979 w 2119654"/>
              <a:gd name="connsiteY9894" fmla="*/ 1582598 h 2398711"/>
              <a:gd name="connsiteX9895" fmla="*/ 1807667 w 2119654"/>
              <a:gd name="connsiteY9895" fmla="*/ 1583760 h 2398711"/>
              <a:gd name="connsiteX9896" fmla="*/ 1812904 w 2119654"/>
              <a:gd name="connsiteY9896" fmla="*/ 1583225 h 2398711"/>
              <a:gd name="connsiteX9897" fmla="*/ 1814194 w 2119654"/>
              <a:gd name="connsiteY9897" fmla="*/ 1582623 h 2398711"/>
              <a:gd name="connsiteX9898" fmla="*/ 1815792 w 2119654"/>
              <a:gd name="connsiteY9898" fmla="*/ 1580313 h 2398711"/>
              <a:gd name="connsiteX9899" fmla="*/ 1815294 w 2119654"/>
              <a:gd name="connsiteY9899" fmla="*/ 1579468 h 2398711"/>
              <a:gd name="connsiteX9900" fmla="*/ 1607679 w 2119654"/>
              <a:gd name="connsiteY9900" fmla="*/ 2028812 h 2398711"/>
              <a:gd name="connsiteX9901" fmla="*/ 1607691 w 2119654"/>
              <a:gd name="connsiteY9901" fmla="*/ 2029841 h 2398711"/>
              <a:gd name="connsiteX9902" fmla="*/ 1608464 w 2119654"/>
              <a:gd name="connsiteY9902" fmla="*/ 2030126 h 2398711"/>
              <a:gd name="connsiteX9903" fmla="*/ 1609733 w 2119654"/>
              <a:gd name="connsiteY9903" fmla="*/ 2029903 h 2398711"/>
              <a:gd name="connsiteX9904" fmla="*/ 1609934 w 2119654"/>
              <a:gd name="connsiteY9904" fmla="*/ 2028703 h 2398711"/>
              <a:gd name="connsiteX9905" fmla="*/ 1607693 w 2119654"/>
              <a:gd name="connsiteY9905" fmla="*/ 2028801 h 2398711"/>
              <a:gd name="connsiteX9906" fmla="*/ 1790816 w 2119654"/>
              <a:gd name="connsiteY9906" fmla="*/ 1618654 h 2398711"/>
              <a:gd name="connsiteX9907" fmla="*/ 1790824 w 2119654"/>
              <a:gd name="connsiteY9907" fmla="*/ 1618676 h 2398711"/>
              <a:gd name="connsiteX9908" fmla="*/ 1791296 w 2119654"/>
              <a:gd name="connsiteY9908" fmla="*/ 1618495 h 2398711"/>
              <a:gd name="connsiteX9909" fmla="*/ 1793230 w 2119654"/>
              <a:gd name="connsiteY9909" fmla="*/ 1615689 h 2398711"/>
              <a:gd name="connsiteX9910" fmla="*/ 1792852 w 2119654"/>
              <a:gd name="connsiteY9910" fmla="*/ 1615711 h 2398711"/>
              <a:gd name="connsiteX9911" fmla="*/ 1630007 w 2119654"/>
              <a:gd name="connsiteY9911" fmla="*/ 1978727 h 2398711"/>
              <a:gd name="connsiteX9912" fmla="*/ 1630905 w 2119654"/>
              <a:gd name="connsiteY9912" fmla="*/ 1978929 h 2398711"/>
              <a:gd name="connsiteX9913" fmla="*/ 1632133 w 2119654"/>
              <a:gd name="connsiteY9913" fmla="*/ 1978139 h 2398711"/>
              <a:gd name="connsiteX9914" fmla="*/ 1630552 w 2119654"/>
              <a:gd name="connsiteY9914" fmla="*/ 1978236 h 2398711"/>
              <a:gd name="connsiteX9915" fmla="*/ 1669025 w 2119654"/>
              <a:gd name="connsiteY9915" fmla="*/ 1891308 h 2398711"/>
              <a:gd name="connsiteX9916" fmla="*/ 1668710 w 2119654"/>
              <a:gd name="connsiteY9916" fmla="*/ 1892631 h 2398711"/>
              <a:gd name="connsiteX9917" fmla="*/ 1670038 w 2119654"/>
              <a:gd name="connsiteY9917" fmla="*/ 1892177 h 2398711"/>
              <a:gd name="connsiteX9918" fmla="*/ 1669703 w 2119654"/>
              <a:gd name="connsiteY9918" fmla="*/ 1891274 h 2398711"/>
              <a:gd name="connsiteX9919" fmla="*/ 1816980 w 2119654"/>
              <a:gd name="connsiteY9919" fmla="*/ 1559634 h 2398711"/>
              <a:gd name="connsiteX9920" fmla="*/ 1817890 w 2119654"/>
              <a:gd name="connsiteY9920" fmla="*/ 1561434 h 2398711"/>
              <a:gd name="connsiteX9921" fmla="*/ 1820528 w 2119654"/>
              <a:gd name="connsiteY9921" fmla="*/ 1560365 h 2398711"/>
              <a:gd name="connsiteX9922" fmla="*/ 1820163 w 2119654"/>
              <a:gd name="connsiteY9922" fmla="*/ 1557180 h 2398711"/>
              <a:gd name="connsiteX9923" fmla="*/ 1599406 w 2119654"/>
              <a:gd name="connsiteY9923" fmla="*/ 2046704 h 2398711"/>
              <a:gd name="connsiteX9924" fmla="*/ 1599047 w 2119654"/>
              <a:gd name="connsiteY9924" fmla="*/ 2049822 h 2398711"/>
              <a:gd name="connsiteX9925" fmla="*/ 1599777 w 2119654"/>
              <a:gd name="connsiteY9925" fmla="*/ 2049378 h 2398711"/>
              <a:gd name="connsiteX9926" fmla="*/ 1601499 w 2119654"/>
              <a:gd name="connsiteY9926" fmla="*/ 2046334 h 2398711"/>
              <a:gd name="connsiteX9927" fmla="*/ 1669294 w 2119654"/>
              <a:gd name="connsiteY9927" fmla="*/ 1890174 h 2398711"/>
              <a:gd name="connsiteX9928" fmla="*/ 1669262 w 2119654"/>
              <a:gd name="connsiteY9928" fmla="*/ 1890312 h 2398711"/>
              <a:gd name="connsiteX9929" fmla="*/ 1669344 w 2119654"/>
              <a:gd name="connsiteY9929" fmla="*/ 1890308 h 2398711"/>
              <a:gd name="connsiteX9930" fmla="*/ 1826201 w 2119654"/>
              <a:gd name="connsiteY9930" fmla="*/ 1538818 h 2398711"/>
              <a:gd name="connsiteX9931" fmla="*/ 1826289 w 2119654"/>
              <a:gd name="connsiteY9931" fmla="*/ 1539153 h 2398711"/>
              <a:gd name="connsiteX9932" fmla="*/ 1826650 w 2119654"/>
              <a:gd name="connsiteY9932" fmla="*/ 1538903 h 2398711"/>
              <a:gd name="connsiteX9933" fmla="*/ 1826455 w 2119654"/>
              <a:gd name="connsiteY9933" fmla="*/ 1538775 h 2398711"/>
              <a:gd name="connsiteX9934" fmla="*/ 1798734 w 2119654"/>
              <a:gd name="connsiteY9934" fmla="*/ 1600287 h 2398711"/>
              <a:gd name="connsiteX9935" fmla="*/ 1800611 w 2119654"/>
              <a:gd name="connsiteY9935" fmla="*/ 1602104 h 2398711"/>
              <a:gd name="connsiteX9936" fmla="*/ 1800770 w 2119654"/>
              <a:gd name="connsiteY9936" fmla="*/ 1602017 h 2398711"/>
              <a:gd name="connsiteX9937" fmla="*/ 1802887 w 2119654"/>
              <a:gd name="connsiteY9937" fmla="*/ 1598959 h 2398711"/>
              <a:gd name="connsiteX9938" fmla="*/ 1799805 w 2119654"/>
              <a:gd name="connsiteY9938" fmla="*/ 1599575 h 2398711"/>
              <a:gd name="connsiteX9939" fmla="*/ 1628756 w 2119654"/>
              <a:gd name="connsiteY9939" fmla="*/ 1980793 h 2398711"/>
              <a:gd name="connsiteX9940" fmla="*/ 1628761 w 2119654"/>
              <a:gd name="connsiteY9940" fmla="*/ 1980819 h 2398711"/>
              <a:gd name="connsiteX9941" fmla="*/ 1628889 w 2119654"/>
              <a:gd name="connsiteY9941" fmla="*/ 1980776 h 2398711"/>
              <a:gd name="connsiteX9942" fmla="*/ 1796843 w 2119654"/>
              <a:gd name="connsiteY9942" fmla="*/ 1604164 h 2398711"/>
              <a:gd name="connsiteX9943" fmla="*/ 1798419 w 2119654"/>
              <a:gd name="connsiteY9943" fmla="*/ 1603303 h 2398711"/>
              <a:gd name="connsiteX9944" fmla="*/ 1797479 w 2119654"/>
              <a:gd name="connsiteY9944" fmla="*/ 1602819 h 2398711"/>
              <a:gd name="connsiteX9945" fmla="*/ 1799186 w 2119654"/>
              <a:gd name="connsiteY9945" fmla="*/ 1598913 h 2398711"/>
              <a:gd name="connsiteX9946" fmla="*/ 1800199 w 2119654"/>
              <a:gd name="connsiteY9946" fmla="*/ 1598712 h 2398711"/>
              <a:gd name="connsiteX9947" fmla="*/ 1805492 w 2119654"/>
              <a:gd name="connsiteY9947" fmla="*/ 1595195 h 2398711"/>
              <a:gd name="connsiteX9948" fmla="*/ 1805940 w 2119654"/>
              <a:gd name="connsiteY9948" fmla="*/ 1594547 h 2398711"/>
              <a:gd name="connsiteX9949" fmla="*/ 1804534 w 2119654"/>
              <a:gd name="connsiteY9949" fmla="*/ 1594791 h 2398711"/>
              <a:gd name="connsiteX9950" fmla="*/ 1834316 w 2119654"/>
              <a:gd name="connsiteY9950" fmla="*/ 1520241 h 2398711"/>
              <a:gd name="connsiteX9951" fmla="*/ 1837698 w 2119654"/>
              <a:gd name="connsiteY9951" fmla="*/ 1523614 h 2398711"/>
              <a:gd name="connsiteX9952" fmla="*/ 1845733 w 2119654"/>
              <a:gd name="connsiteY9952" fmla="*/ 1520298 h 2398711"/>
              <a:gd name="connsiteX9953" fmla="*/ 1840378 w 2119654"/>
              <a:gd name="connsiteY9953" fmla="*/ 1515498 h 2398711"/>
              <a:gd name="connsiteX9954" fmla="*/ 1738052 w 2119654"/>
              <a:gd name="connsiteY9954" fmla="*/ 1735788 h 2398711"/>
              <a:gd name="connsiteX9955" fmla="*/ 1738459 w 2119654"/>
              <a:gd name="connsiteY9955" fmla="*/ 1737908 h 2398711"/>
              <a:gd name="connsiteX9956" fmla="*/ 1740674 w 2119654"/>
              <a:gd name="connsiteY9956" fmla="*/ 1737327 h 2398711"/>
              <a:gd name="connsiteX9957" fmla="*/ 1741361 w 2119654"/>
              <a:gd name="connsiteY9957" fmla="*/ 1737044 h 2398711"/>
              <a:gd name="connsiteX9958" fmla="*/ 1741477 w 2119654"/>
              <a:gd name="connsiteY9958" fmla="*/ 1735155 h 2398711"/>
              <a:gd name="connsiteX9959" fmla="*/ 1678759 w 2119654"/>
              <a:gd name="connsiteY9959" fmla="*/ 1868537 h 2398711"/>
              <a:gd name="connsiteX9960" fmla="*/ 1678752 w 2119654"/>
              <a:gd name="connsiteY9960" fmla="*/ 1868593 h 2398711"/>
              <a:gd name="connsiteX9961" fmla="*/ 1682130 w 2119654"/>
              <a:gd name="connsiteY9961" fmla="*/ 1866873 h 2398711"/>
              <a:gd name="connsiteX9962" fmla="*/ 1682039 w 2119654"/>
              <a:gd name="connsiteY9962" fmla="*/ 1866475 h 2398711"/>
              <a:gd name="connsiteX9963" fmla="*/ 1681258 w 2119654"/>
              <a:gd name="connsiteY9963" fmla="*/ 1867070 h 2398711"/>
              <a:gd name="connsiteX9964" fmla="*/ 1613290 w 2119654"/>
              <a:gd name="connsiteY9964" fmla="*/ 2015029 h 2398711"/>
              <a:gd name="connsiteX9965" fmla="*/ 1613202 w 2119654"/>
              <a:gd name="connsiteY9965" fmla="*/ 2016968 h 2398711"/>
              <a:gd name="connsiteX9966" fmla="*/ 1613049 w 2119654"/>
              <a:gd name="connsiteY9966" fmla="*/ 2017887 h 2398711"/>
              <a:gd name="connsiteX9967" fmla="*/ 1615084 w 2119654"/>
              <a:gd name="connsiteY9967" fmla="*/ 2017633 h 2398711"/>
              <a:gd name="connsiteX9968" fmla="*/ 1614818 w 2119654"/>
              <a:gd name="connsiteY9968" fmla="*/ 2014763 h 2398711"/>
              <a:gd name="connsiteX9969" fmla="*/ 1776215 w 2119654"/>
              <a:gd name="connsiteY9969" fmla="*/ 1650179 h 2398711"/>
              <a:gd name="connsiteX9970" fmla="*/ 1776187 w 2119654"/>
              <a:gd name="connsiteY9970" fmla="*/ 1651660 h 2398711"/>
              <a:gd name="connsiteX9971" fmla="*/ 1782387 w 2119654"/>
              <a:gd name="connsiteY9971" fmla="*/ 1650051 h 2398711"/>
              <a:gd name="connsiteX9972" fmla="*/ 1783529 w 2119654"/>
              <a:gd name="connsiteY9972" fmla="*/ 1648446 h 2398711"/>
              <a:gd name="connsiteX9973" fmla="*/ 1782816 w 2119654"/>
              <a:gd name="connsiteY9973" fmla="*/ 1647017 h 2398711"/>
              <a:gd name="connsiteX9974" fmla="*/ 1777822 w 2119654"/>
              <a:gd name="connsiteY9974" fmla="*/ 1648126 h 2398711"/>
              <a:gd name="connsiteX9975" fmla="*/ 1750347 w 2119654"/>
              <a:gd name="connsiteY9975" fmla="*/ 1708022 h 2398711"/>
              <a:gd name="connsiteX9976" fmla="*/ 1751274 w 2119654"/>
              <a:gd name="connsiteY9976" fmla="*/ 1710720 h 2398711"/>
              <a:gd name="connsiteX9977" fmla="*/ 1753781 w 2119654"/>
              <a:gd name="connsiteY9977" fmla="*/ 1709607 h 2398711"/>
              <a:gd name="connsiteX9978" fmla="*/ 1753703 w 2119654"/>
              <a:gd name="connsiteY9978" fmla="*/ 1709755 h 2398711"/>
              <a:gd name="connsiteX9979" fmla="*/ 1751307 w 2119654"/>
              <a:gd name="connsiteY9979" fmla="*/ 1710819 h 2398711"/>
              <a:gd name="connsiteX9980" fmla="*/ 1751706 w 2119654"/>
              <a:gd name="connsiteY9980" fmla="*/ 1711980 h 2398711"/>
              <a:gd name="connsiteX9981" fmla="*/ 1752298 w 2119654"/>
              <a:gd name="connsiteY9981" fmla="*/ 1711725 h 2398711"/>
              <a:gd name="connsiteX9982" fmla="*/ 1754388 w 2119654"/>
              <a:gd name="connsiteY9982" fmla="*/ 1710788 h 2398711"/>
              <a:gd name="connsiteX9983" fmla="*/ 1754234 w 2119654"/>
              <a:gd name="connsiteY9983" fmla="*/ 1709796 h 2398711"/>
              <a:gd name="connsiteX9984" fmla="*/ 1751803 w 2119654"/>
              <a:gd name="connsiteY9984" fmla="*/ 1706981 h 2398711"/>
              <a:gd name="connsiteX9985" fmla="*/ 1751628 w 2119654"/>
              <a:gd name="connsiteY9985" fmla="*/ 1707024 h 2398711"/>
              <a:gd name="connsiteX9986" fmla="*/ 1744828 w 2119654"/>
              <a:gd name="connsiteY9986" fmla="*/ 1720329 h 2398711"/>
              <a:gd name="connsiteX9987" fmla="*/ 1744859 w 2119654"/>
              <a:gd name="connsiteY9987" fmla="*/ 1720385 h 2398711"/>
              <a:gd name="connsiteX9988" fmla="*/ 1745307 w 2119654"/>
              <a:gd name="connsiteY9988" fmla="*/ 1720018 h 2398711"/>
              <a:gd name="connsiteX9989" fmla="*/ 1745285 w 2119654"/>
              <a:gd name="connsiteY9989" fmla="*/ 1719964 h 2398711"/>
              <a:gd name="connsiteX9990" fmla="*/ 1745206 w 2119654"/>
              <a:gd name="connsiteY9990" fmla="*/ 1719986 h 2398711"/>
              <a:gd name="connsiteX9991" fmla="*/ 1729427 w 2119654"/>
              <a:gd name="connsiteY9991" fmla="*/ 1754782 h 2398711"/>
              <a:gd name="connsiteX9992" fmla="*/ 1729575 w 2119654"/>
              <a:gd name="connsiteY9992" fmla="*/ 1755977 h 2398711"/>
              <a:gd name="connsiteX9993" fmla="*/ 1730468 w 2119654"/>
              <a:gd name="connsiteY9993" fmla="*/ 1754686 h 2398711"/>
              <a:gd name="connsiteX9994" fmla="*/ 1730624 w 2119654"/>
              <a:gd name="connsiteY9994" fmla="*/ 1754440 h 2398711"/>
              <a:gd name="connsiteX9995" fmla="*/ 1793472 w 2119654"/>
              <a:gd name="connsiteY9995" fmla="*/ 1611298 h 2398711"/>
              <a:gd name="connsiteX9996" fmla="*/ 1793491 w 2119654"/>
              <a:gd name="connsiteY9996" fmla="*/ 1611290 h 2398711"/>
              <a:gd name="connsiteX9997" fmla="*/ 1795166 w 2119654"/>
              <a:gd name="connsiteY9997" fmla="*/ 1609213 h 2398711"/>
              <a:gd name="connsiteX9998" fmla="*/ 1794097 w 2119654"/>
              <a:gd name="connsiteY9998" fmla="*/ 1609977 h 2398711"/>
              <a:gd name="connsiteX9999" fmla="*/ 1708641 w 2119654"/>
              <a:gd name="connsiteY9999" fmla="*/ 1801228 h 2398711"/>
              <a:gd name="connsiteX10000" fmla="*/ 1708959 w 2119654"/>
              <a:gd name="connsiteY10000" fmla="*/ 1802723 h 2398711"/>
              <a:gd name="connsiteX10001" fmla="*/ 1709011 w 2119654"/>
              <a:gd name="connsiteY10001" fmla="*/ 1802699 h 2398711"/>
              <a:gd name="connsiteX10002" fmla="*/ 1708993 w 2119654"/>
              <a:gd name="connsiteY10002" fmla="*/ 1801198 h 2398711"/>
              <a:gd name="connsiteX10003" fmla="*/ 1638539 w 2119654"/>
              <a:gd name="connsiteY10003" fmla="*/ 1958180 h 2398711"/>
              <a:gd name="connsiteX10004" fmla="*/ 1643596 w 2119654"/>
              <a:gd name="connsiteY10004" fmla="*/ 1959309 h 2398711"/>
              <a:gd name="connsiteX10005" fmla="*/ 1643495 w 2119654"/>
              <a:gd name="connsiteY10005" fmla="*/ 1956579 h 2398711"/>
              <a:gd name="connsiteX10006" fmla="*/ 1642804 w 2119654"/>
              <a:gd name="connsiteY10006" fmla="*/ 1956683 h 2398711"/>
              <a:gd name="connsiteX10007" fmla="*/ 1682306 w 2119654"/>
              <a:gd name="connsiteY10007" fmla="*/ 1860155 h 2398711"/>
              <a:gd name="connsiteX10008" fmla="*/ 1684381 w 2119654"/>
              <a:gd name="connsiteY10008" fmla="*/ 1859605 h 2398711"/>
              <a:gd name="connsiteX10009" fmla="*/ 1684442 w 2119654"/>
              <a:gd name="connsiteY10009" fmla="*/ 1859327 h 2398711"/>
              <a:gd name="connsiteX10010" fmla="*/ 1590370 w 2119654"/>
              <a:gd name="connsiteY10010" fmla="*/ 2065961 h 2398711"/>
              <a:gd name="connsiteX10011" fmla="*/ 1591121 w 2119654"/>
              <a:gd name="connsiteY10011" fmla="*/ 2087785 h 2398711"/>
              <a:gd name="connsiteX10012" fmla="*/ 1597069 w 2119654"/>
              <a:gd name="connsiteY10012" fmla="*/ 2089039 h 2398711"/>
              <a:gd name="connsiteX10013" fmla="*/ 1604559 w 2119654"/>
              <a:gd name="connsiteY10013" fmla="*/ 2060764 h 2398711"/>
              <a:gd name="connsiteX10014" fmla="*/ 1597761 w 2119654"/>
              <a:gd name="connsiteY10014" fmla="*/ 2060999 h 2398711"/>
              <a:gd name="connsiteX10015" fmla="*/ 1596678 w 2119654"/>
              <a:gd name="connsiteY10015" fmla="*/ 2070410 h 2398711"/>
              <a:gd name="connsiteX10016" fmla="*/ 1596478 w 2119654"/>
              <a:gd name="connsiteY10016" fmla="*/ 2070612 h 2398711"/>
              <a:gd name="connsiteX10017" fmla="*/ 1597583 w 2119654"/>
              <a:gd name="connsiteY10017" fmla="*/ 2061005 h 2398711"/>
              <a:gd name="connsiteX10018" fmla="*/ 1593581 w 2119654"/>
              <a:gd name="connsiteY10018" fmla="*/ 2061144 h 2398711"/>
              <a:gd name="connsiteX10019" fmla="*/ 1669786 w 2119654"/>
              <a:gd name="connsiteY10019" fmla="*/ 1888103 h 2398711"/>
              <a:gd name="connsiteX10020" fmla="*/ 1669432 w 2119654"/>
              <a:gd name="connsiteY10020" fmla="*/ 1889594 h 2398711"/>
              <a:gd name="connsiteX10021" fmla="*/ 1669691 w 2119654"/>
              <a:gd name="connsiteY10021" fmla="*/ 1890291 h 2398711"/>
              <a:gd name="connsiteX10022" fmla="*/ 1677695 w 2119654"/>
              <a:gd name="connsiteY10022" fmla="*/ 1889884 h 2398711"/>
              <a:gd name="connsiteX10023" fmla="*/ 1678126 w 2119654"/>
              <a:gd name="connsiteY10023" fmla="*/ 1887927 h 2398711"/>
              <a:gd name="connsiteX10024" fmla="*/ 1675732 w 2119654"/>
              <a:gd name="connsiteY10024" fmla="*/ 1887253 h 2398711"/>
              <a:gd name="connsiteX10025" fmla="*/ 1785518 w 2119654"/>
              <a:gd name="connsiteY10025" fmla="*/ 1628915 h 2398711"/>
              <a:gd name="connsiteX10026" fmla="*/ 1786739 w 2119654"/>
              <a:gd name="connsiteY10026" fmla="*/ 1628384 h 2398711"/>
              <a:gd name="connsiteX10027" fmla="*/ 1791944 w 2119654"/>
              <a:gd name="connsiteY10027" fmla="*/ 1625139 h 2398711"/>
              <a:gd name="connsiteX10028" fmla="*/ 1791737 w 2119654"/>
              <a:gd name="connsiteY10028" fmla="*/ 1624690 h 2398711"/>
              <a:gd name="connsiteX10029" fmla="*/ 1790717 w 2119654"/>
              <a:gd name="connsiteY10029" fmla="*/ 1622696 h 2398711"/>
              <a:gd name="connsiteX10030" fmla="*/ 1789154 w 2119654"/>
              <a:gd name="connsiteY10030" fmla="*/ 1623640 h 2398711"/>
              <a:gd name="connsiteX10031" fmla="*/ 1622926 w 2119654"/>
              <a:gd name="connsiteY10031" fmla="*/ 1992957 h 2398711"/>
              <a:gd name="connsiteX10032" fmla="*/ 1623077 w 2119654"/>
              <a:gd name="connsiteY10032" fmla="*/ 1999030 h 2398711"/>
              <a:gd name="connsiteX10033" fmla="*/ 1624842 w 2119654"/>
              <a:gd name="connsiteY10033" fmla="*/ 1998922 h 2398711"/>
              <a:gd name="connsiteX10034" fmla="*/ 1629022 w 2119654"/>
              <a:gd name="connsiteY10034" fmla="*/ 1996505 h 2398711"/>
              <a:gd name="connsiteX10035" fmla="*/ 1630545 w 2119654"/>
              <a:gd name="connsiteY10035" fmla="*/ 1992848 h 2398711"/>
              <a:gd name="connsiteX10036" fmla="*/ 1630234 w 2119654"/>
              <a:gd name="connsiteY10036" fmla="*/ 1991190 h 2398711"/>
              <a:gd name="connsiteX10037" fmla="*/ 1654289 w 2119654"/>
              <a:gd name="connsiteY10037" fmla="*/ 1922614 h 2398711"/>
              <a:gd name="connsiteX10038" fmla="*/ 1654861 w 2119654"/>
              <a:gd name="connsiteY10038" fmla="*/ 1922493 h 2398711"/>
              <a:gd name="connsiteX10039" fmla="*/ 1654908 w 2119654"/>
              <a:gd name="connsiteY10039" fmla="*/ 1922292 h 2398711"/>
              <a:gd name="connsiteX10040" fmla="*/ 1744714 w 2119654"/>
              <a:gd name="connsiteY10040" fmla="*/ 1720121 h 2398711"/>
              <a:gd name="connsiteX10041" fmla="*/ 1744777 w 2119654"/>
              <a:gd name="connsiteY10041" fmla="*/ 1720235 h 2398711"/>
              <a:gd name="connsiteX10042" fmla="*/ 1744985 w 2119654"/>
              <a:gd name="connsiteY10042" fmla="*/ 1720046 h 2398711"/>
              <a:gd name="connsiteX10043" fmla="*/ 1704801 w 2119654"/>
              <a:gd name="connsiteY10043" fmla="*/ 1809467 h 2398711"/>
              <a:gd name="connsiteX10044" fmla="*/ 1704846 w 2119654"/>
              <a:gd name="connsiteY10044" fmla="*/ 1809466 h 2398711"/>
              <a:gd name="connsiteX10045" fmla="*/ 1704882 w 2119654"/>
              <a:gd name="connsiteY10045" fmla="*/ 1809428 h 2398711"/>
              <a:gd name="connsiteX10046" fmla="*/ 1681870 w 2119654"/>
              <a:gd name="connsiteY10046" fmla="*/ 1860789 h 2398711"/>
              <a:gd name="connsiteX10047" fmla="*/ 1682332 w 2119654"/>
              <a:gd name="connsiteY10047" fmla="*/ 1862815 h 2398711"/>
              <a:gd name="connsiteX10048" fmla="*/ 1683997 w 2119654"/>
              <a:gd name="connsiteY10048" fmla="*/ 1861346 h 2398711"/>
              <a:gd name="connsiteX10049" fmla="*/ 1684259 w 2119654"/>
              <a:gd name="connsiteY10049" fmla="*/ 1860156 h 2398711"/>
              <a:gd name="connsiteX10050" fmla="*/ 1628606 w 2119654"/>
              <a:gd name="connsiteY10050" fmla="*/ 1979991 h 2398711"/>
              <a:gd name="connsiteX10051" fmla="*/ 1628676 w 2119654"/>
              <a:gd name="connsiteY10051" fmla="*/ 1980364 h 2398711"/>
              <a:gd name="connsiteX10052" fmla="*/ 1630401 w 2119654"/>
              <a:gd name="connsiteY10052" fmla="*/ 1979254 h 2398711"/>
              <a:gd name="connsiteX10053" fmla="*/ 1629608 w 2119654"/>
              <a:gd name="connsiteY10053" fmla="*/ 1979087 h 2398711"/>
              <a:gd name="connsiteX10054" fmla="*/ 1711719 w 2119654"/>
              <a:gd name="connsiteY10054" fmla="*/ 1793837 h 2398711"/>
              <a:gd name="connsiteX10055" fmla="*/ 1711744 w 2119654"/>
              <a:gd name="connsiteY10055" fmla="*/ 1795911 h 2398711"/>
              <a:gd name="connsiteX10056" fmla="*/ 1716907 w 2119654"/>
              <a:gd name="connsiteY10056" fmla="*/ 1793665 h 2398711"/>
              <a:gd name="connsiteX10057" fmla="*/ 1718167 w 2119654"/>
              <a:gd name="connsiteY10057" fmla="*/ 1792006 h 2398711"/>
              <a:gd name="connsiteX10058" fmla="*/ 1798308 w 2119654"/>
              <a:gd name="connsiteY10058" fmla="*/ 1599875 h 2398711"/>
              <a:gd name="connsiteX10059" fmla="*/ 1798365 w 2119654"/>
              <a:gd name="connsiteY10059" fmla="*/ 1599931 h 2398711"/>
              <a:gd name="connsiteX10060" fmla="*/ 1798511 w 2119654"/>
              <a:gd name="connsiteY10060" fmla="*/ 1599835 h 2398711"/>
              <a:gd name="connsiteX10061" fmla="*/ 1788267 w 2119654"/>
              <a:gd name="connsiteY10061" fmla="*/ 1622315 h 2398711"/>
              <a:gd name="connsiteX10062" fmla="*/ 1788396 w 2119654"/>
              <a:gd name="connsiteY10062" fmla="*/ 1622238 h 2398711"/>
              <a:gd name="connsiteX10063" fmla="*/ 1788487 w 2119654"/>
              <a:gd name="connsiteY10063" fmla="*/ 1622124 h 2398711"/>
              <a:gd name="connsiteX10064" fmla="*/ 1788291 w 2119654"/>
              <a:gd name="connsiteY10064" fmla="*/ 1622263 h 2398711"/>
              <a:gd name="connsiteX10065" fmla="*/ 1737901 w 2119654"/>
              <a:gd name="connsiteY10065" fmla="*/ 1735006 h 2398711"/>
              <a:gd name="connsiteX10066" fmla="*/ 1737953 w 2119654"/>
              <a:gd name="connsiteY10066" fmla="*/ 1735274 h 2398711"/>
              <a:gd name="connsiteX10067" fmla="*/ 1741507 w 2119654"/>
              <a:gd name="connsiteY10067" fmla="*/ 1734668 h 2398711"/>
              <a:gd name="connsiteX10068" fmla="*/ 1741695 w 2119654"/>
              <a:gd name="connsiteY10068" fmla="*/ 1731617 h 2398711"/>
              <a:gd name="connsiteX10069" fmla="*/ 1678091 w 2119654"/>
              <a:gd name="connsiteY10069" fmla="*/ 1868929 h 2398711"/>
              <a:gd name="connsiteX10070" fmla="*/ 1678590 w 2119654"/>
              <a:gd name="connsiteY10070" fmla="*/ 1868675 h 2398711"/>
              <a:gd name="connsiteX10071" fmla="*/ 1678596 w 2119654"/>
              <a:gd name="connsiteY10071" fmla="*/ 1868633 h 2398711"/>
              <a:gd name="connsiteX10072" fmla="*/ 1770452 w 2119654"/>
              <a:gd name="connsiteY10072" fmla="*/ 1662035 h 2398711"/>
              <a:gd name="connsiteX10073" fmla="*/ 1771701 w 2119654"/>
              <a:gd name="connsiteY10073" fmla="*/ 1664676 h 2398711"/>
              <a:gd name="connsiteX10074" fmla="*/ 1773189 w 2119654"/>
              <a:gd name="connsiteY10074" fmla="*/ 1662644 h 2398711"/>
              <a:gd name="connsiteX10075" fmla="*/ 1773223 w 2119654"/>
              <a:gd name="connsiteY10075" fmla="*/ 1660810 h 2398711"/>
              <a:gd name="connsiteX10076" fmla="*/ 1676942 w 2119654"/>
              <a:gd name="connsiteY10076" fmla="*/ 1871318 h 2398711"/>
              <a:gd name="connsiteX10077" fmla="*/ 1677913 w 2119654"/>
              <a:gd name="connsiteY10077" fmla="*/ 1871367 h 2398711"/>
              <a:gd name="connsiteX10078" fmla="*/ 1678229 w 2119654"/>
              <a:gd name="connsiteY10078" fmla="*/ 1871188 h 2398711"/>
              <a:gd name="connsiteX10079" fmla="*/ 1678334 w 2119654"/>
              <a:gd name="connsiteY10079" fmla="*/ 1870460 h 2398711"/>
              <a:gd name="connsiteX10080" fmla="*/ 1746575 w 2119654"/>
              <a:gd name="connsiteY10080" fmla="*/ 1715352 h 2398711"/>
              <a:gd name="connsiteX10081" fmla="*/ 1747556 w 2119654"/>
              <a:gd name="connsiteY10081" fmla="*/ 1717715 h 2398711"/>
              <a:gd name="connsiteX10082" fmla="*/ 1748627 w 2119654"/>
              <a:gd name="connsiteY10082" fmla="*/ 1716743 h 2398711"/>
              <a:gd name="connsiteX10083" fmla="*/ 1749569 w 2119654"/>
              <a:gd name="connsiteY10083" fmla="*/ 1715792 h 2398711"/>
              <a:gd name="connsiteX10084" fmla="*/ 1748907 w 2119654"/>
              <a:gd name="connsiteY10084" fmla="*/ 1713572 h 2398711"/>
              <a:gd name="connsiteX10085" fmla="*/ 1748634 w 2119654"/>
              <a:gd name="connsiteY10085" fmla="*/ 1713695 h 2398711"/>
              <a:gd name="connsiteX10086" fmla="*/ 1599710 w 2119654"/>
              <a:gd name="connsiteY10086" fmla="*/ 2044068 h 2398711"/>
              <a:gd name="connsiteX10087" fmla="*/ 1599416 w 2119654"/>
              <a:gd name="connsiteY10087" fmla="*/ 2046620 h 2398711"/>
              <a:gd name="connsiteX10088" fmla="*/ 1601551 w 2119654"/>
              <a:gd name="connsiteY10088" fmla="*/ 2046242 h 2398711"/>
              <a:gd name="connsiteX10089" fmla="*/ 1602783 w 2119654"/>
              <a:gd name="connsiteY10089" fmla="*/ 2044062 h 2398711"/>
              <a:gd name="connsiteX10090" fmla="*/ 1737520 w 2119654"/>
              <a:gd name="connsiteY10090" fmla="*/ 1735348 h 2398711"/>
              <a:gd name="connsiteX10091" fmla="*/ 1737711 w 2119654"/>
              <a:gd name="connsiteY10091" fmla="*/ 1735316 h 2398711"/>
              <a:gd name="connsiteX10092" fmla="*/ 1737688 w 2119654"/>
              <a:gd name="connsiteY10092" fmla="*/ 1735197 h 2398711"/>
              <a:gd name="connsiteX10093" fmla="*/ 1754992 w 2119654"/>
              <a:gd name="connsiteY10093" fmla="*/ 1696183 h 2398711"/>
              <a:gd name="connsiteX10094" fmla="*/ 1759055 w 2119654"/>
              <a:gd name="connsiteY10094" fmla="*/ 1695811 h 2398711"/>
              <a:gd name="connsiteX10095" fmla="*/ 1759334 w 2119654"/>
              <a:gd name="connsiteY10095" fmla="*/ 1694135 h 2398711"/>
              <a:gd name="connsiteX10096" fmla="*/ 1873093 w 2119654"/>
              <a:gd name="connsiteY10096" fmla="*/ 1431705 h 2398711"/>
              <a:gd name="connsiteX10097" fmla="*/ 1875404 w 2119654"/>
              <a:gd name="connsiteY10097" fmla="*/ 1434254 h 2398711"/>
              <a:gd name="connsiteX10098" fmla="*/ 1886552 w 2119654"/>
              <a:gd name="connsiteY10098" fmla="*/ 1431134 h 2398711"/>
              <a:gd name="connsiteX10099" fmla="*/ 1887213 w 2119654"/>
              <a:gd name="connsiteY10099" fmla="*/ 1430392 h 2398711"/>
              <a:gd name="connsiteX10100" fmla="*/ 1887198 w 2119654"/>
              <a:gd name="connsiteY10100" fmla="*/ 1430628 h 2398711"/>
              <a:gd name="connsiteX10101" fmla="*/ 1886811 w 2119654"/>
              <a:gd name="connsiteY10101" fmla="*/ 1431061 h 2398711"/>
              <a:gd name="connsiteX10102" fmla="*/ 1888938 w 2119654"/>
              <a:gd name="connsiteY10102" fmla="*/ 1430466 h 2398711"/>
              <a:gd name="connsiteX10103" fmla="*/ 1888770 w 2119654"/>
              <a:gd name="connsiteY10103" fmla="*/ 1430749 h 2398711"/>
              <a:gd name="connsiteX10104" fmla="*/ 1886533 w 2119654"/>
              <a:gd name="connsiteY10104" fmla="*/ 1431374 h 2398711"/>
              <a:gd name="connsiteX10105" fmla="*/ 1867643 w 2119654"/>
              <a:gd name="connsiteY10105" fmla="*/ 1452588 h 2398711"/>
              <a:gd name="connsiteX10106" fmla="*/ 1865680 w 2119654"/>
              <a:gd name="connsiteY10106" fmla="*/ 1454652 h 2398711"/>
              <a:gd name="connsiteX10107" fmla="*/ 1874564 w 2119654"/>
              <a:gd name="connsiteY10107" fmla="*/ 1449247 h 2398711"/>
              <a:gd name="connsiteX10108" fmla="*/ 1878200 w 2119654"/>
              <a:gd name="connsiteY10108" fmla="*/ 1446313 h 2398711"/>
              <a:gd name="connsiteX10109" fmla="*/ 1878141 w 2119654"/>
              <a:gd name="connsiteY10109" fmla="*/ 1446744 h 2398711"/>
              <a:gd name="connsiteX10110" fmla="*/ 1876498 w 2119654"/>
              <a:gd name="connsiteY10110" fmla="*/ 1448070 h 2398711"/>
              <a:gd name="connsiteX10111" fmla="*/ 1893294 w 2119654"/>
              <a:gd name="connsiteY10111" fmla="*/ 1437851 h 2398711"/>
              <a:gd name="connsiteX10112" fmla="*/ 1871751 w 2119654"/>
              <a:gd name="connsiteY10112" fmla="*/ 1451900 h 2398711"/>
              <a:gd name="connsiteX10113" fmla="*/ 1868833 w 2119654"/>
              <a:gd name="connsiteY10113" fmla="*/ 1454255 h 2398711"/>
              <a:gd name="connsiteX10114" fmla="*/ 1868811 w 2119654"/>
              <a:gd name="connsiteY10114" fmla="*/ 1454400 h 2398711"/>
              <a:gd name="connsiteX10115" fmla="*/ 1871441 w 2119654"/>
              <a:gd name="connsiteY10115" fmla="*/ 1453476 h 2398711"/>
              <a:gd name="connsiteX10116" fmla="*/ 1905125 w 2119654"/>
              <a:gd name="connsiteY10116" fmla="*/ 1431819 h 2398711"/>
              <a:gd name="connsiteX10117" fmla="*/ 1904118 w 2119654"/>
              <a:gd name="connsiteY10117" fmla="*/ 1430793 h 2398711"/>
              <a:gd name="connsiteX10118" fmla="*/ 1897622 w 2119654"/>
              <a:gd name="connsiteY10118" fmla="*/ 1435029 h 2398711"/>
              <a:gd name="connsiteX10119" fmla="*/ 1904070 w 2119654"/>
              <a:gd name="connsiteY10119" fmla="*/ 1430744 h 2398711"/>
              <a:gd name="connsiteX10120" fmla="*/ 1892200 w 2119654"/>
              <a:gd name="connsiteY10120" fmla="*/ 1418657 h 2398711"/>
              <a:gd name="connsiteX10121" fmla="*/ 1894451 w 2119654"/>
              <a:gd name="connsiteY10121" fmla="*/ 1423704 h 2398711"/>
              <a:gd name="connsiteX10122" fmla="*/ 1894381 w 2119654"/>
              <a:gd name="connsiteY10122" fmla="*/ 1423982 h 2398711"/>
              <a:gd name="connsiteX10123" fmla="*/ 1891843 w 2119654"/>
              <a:gd name="connsiteY10123" fmla="*/ 1418294 h 2398711"/>
              <a:gd name="connsiteX10124" fmla="*/ 1891759 w 2119654"/>
              <a:gd name="connsiteY10124" fmla="*/ 1418210 h 2398711"/>
              <a:gd name="connsiteX10125" fmla="*/ 1878438 w 2119654"/>
              <a:gd name="connsiteY10125" fmla="*/ 1427352 h 2398711"/>
              <a:gd name="connsiteX10126" fmla="*/ 1874911 w 2119654"/>
              <a:gd name="connsiteY10126" fmla="*/ 1429702 h 2398711"/>
              <a:gd name="connsiteX10127" fmla="*/ 1627972 w 2119654"/>
              <a:gd name="connsiteY10127" fmla="*/ 1980562 h 2398711"/>
              <a:gd name="connsiteX10128" fmla="*/ 1628232 w 2119654"/>
              <a:gd name="connsiteY10128" fmla="*/ 1980528 h 2398711"/>
              <a:gd name="connsiteX10129" fmla="*/ 1628200 w 2119654"/>
              <a:gd name="connsiteY10129" fmla="*/ 1980357 h 2398711"/>
              <a:gd name="connsiteX10130" fmla="*/ 1782172 w 2119654"/>
              <a:gd name="connsiteY10130" fmla="*/ 1635180 h 2398711"/>
              <a:gd name="connsiteX10131" fmla="*/ 1790501 w 2119654"/>
              <a:gd name="connsiteY10131" fmla="*/ 1630132 h 2398711"/>
              <a:gd name="connsiteX10132" fmla="*/ 1792957 w 2119654"/>
              <a:gd name="connsiteY10132" fmla="*/ 1627331 h 2398711"/>
              <a:gd name="connsiteX10133" fmla="*/ 1792607 w 2119654"/>
              <a:gd name="connsiteY10133" fmla="*/ 1626573 h 2398711"/>
              <a:gd name="connsiteX10134" fmla="*/ 1787318 w 2119654"/>
              <a:gd name="connsiteY10134" fmla="*/ 1628873 h 2398711"/>
              <a:gd name="connsiteX10135" fmla="*/ 1784271 w 2119654"/>
              <a:gd name="connsiteY10135" fmla="*/ 1630772 h 2398711"/>
              <a:gd name="connsiteX10136" fmla="*/ 1782631 w 2119654"/>
              <a:gd name="connsiteY10136" fmla="*/ 1634241 h 2398711"/>
              <a:gd name="connsiteX10137" fmla="*/ 1566029 w 2119654"/>
              <a:gd name="connsiteY10137" fmla="*/ 2119158 h 2398711"/>
              <a:gd name="connsiteX10138" fmla="*/ 1567066 w 2119654"/>
              <a:gd name="connsiteY10138" fmla="*/ 2119468 h 2398711"/>
              <a:gd name="connsiteX10139" fmla="*/ 1579936 w 2119654"/>
              <a:gd name="connsiteY10139" fmla="*/ 2119295 h 2398711"/>
              <a:gd name="connsiteX10140" fmla="*/ 1579892 w 2119654"/>
              <a:gd name="connsiteY10140" fmla="*/ 2119052 h 2398711"/>
              <a:gd name="connsiteX10141" fmla="*/ 1571498 w 2119654"/>
              <a:gd name="connsiteY10141" fmla="*/ 2117835 h 2398711"/>
              <a:gd name="connsiteX10142" fmla="*/ 1823978 w 2119654"/>
              <a:gd name="connsiteY10142" fmla="*/ 1541484 h 2398711"/>
              <a:gd name="connsiteX10143" fmla="*/ 1825453 w 2119654"/>
              <a:gd name="connsiteY10143" fmla="*/ 1545928 h 2398711"/>
              <a:gd name="connsiteX10144" fmla="*/ 1826464 w 2119654"/>
              <a:gd name="connsiteY10144" fmla="*/ 1544959 h 2398711"/>
              <a:gd name="connsiteX10145" fmla="*/ 1825305 w 2119654"/>
              <a:gd name="connsiteY10145" fmla="*/ 1540564 h 2398711"/>
              <a:gd name="connsiteX10146" fmla="*/ 1806274 w 2119654"/>
              <a:gd name="connsiteY10146" fmla="*/ 1581068 h 2398711"/>
              <a:gd name="connsiteX10147" fmla="*/ 1806362 w 2119654"/>
              <a:gd name="connsiteY10147" fmla="*/ 1581556 h 2398711"/>
              <a:gd name="connsiteX10148" fmla="*/ 1806834 w 2119654"/>
              <a:gd name="connsiteY10148" fmla="*/ 1582353 h 2398711"/>
              <a:gd name="connsiteX10149" fmla="*/ 1810762 w 2119654"/>
              <a:gd name="connsiteY10149" fmla="*/ 1580936 h 2398711"/>
              <a:gd name="connsiteX10150" fmla="*/ 1815179 w 2119654"/>
              <a:gd name="connsiteY10150" fmla="*/ 1579273 h 2398711"/>
              <a:gd name="connsiteX10151" fmla="*/ 1814474 w 2119654"/>
              <a:gd name="connsiteY10151" fmla="*/ 1578079 h 2398711"/>
              <a:gd name="connsiteX10152" fmla="*/ 1806571 w 2119654"/>
              <a:gd name="connsiteY10152" fmla="*/ 1580855 h 2398711"/>
              <a:gd name="connsiteX10153" fmla="*/ 1601547 w 2119654"/>
              <a:gd name="connsiteY10153" fmla="*/ 2039486 h 2398711"/>
              <a:gd name="connsiteX10154" fmla="*/ 1602095 w 2119654"/>
              <a:gd name="connsiteY10154" fmla="*/ 2040494 h 2398711"/>
              <a:gd name="connsiteX10155" fmla="*/ 1604393 w 2119654"/>
              <a:gd name="connsiteY10155" fmla="*/ 2041218 h 2398711"/>
              <a:gd name="connsiteX10156" fmla="*/ 1605268 w 2119654"/>
              <a:gd name="connsiteY10156" fmla="*/ 2039671 h 2398711"/>
              <a:gd name="connsiteX10157" fmla="*/ 1635351 w 2119654"/>
              <a:gd name="connsiteY10157" fmla="*/ 1963707 h 2398711"/>
              <a:gd name="connsiteX10158" fmla="*/ 1637059 w 2119654"/>
              <a:gd name="connsiteY10158" fmla="*/ 1967630 h 2398711"/>
              <a:gd name="connsiteX10159" fmla="*/ 1641300 w 2119654"/>
              <a:gd name="connsiteY10159" fmla="*/ 1967032 h 2398711"/>
              <a:gd name="connsiteX10160" fmla="*/ 1643268 w 2119654"/>
              <a:gd name="connsiteY10160" fmla="*/ 1962307 h 2398711"/>
              <a:gd name="connsiteX10161" fmla="*/ 1566175 w 2119654"/>
              <a:gd name="connsiteY10161" fmla="*/ 2118607 h 2398711"/>
              <a:gd name="connsiteX10162" fmla="*/ 1570164 w 2119654"/>
              <a:gd name="connsiteY10162" fmla="*/ 2117642 h 2398711"/>
              <a:gd name="connsiteX10163" fmla="*/ 1568812 w 2119654"/>
              <a:gd name="connsiteY10163" fmla="*/ 2117446 h 2398711"/>
              <a:gd name="connsiteX10164" fmla="*/ 1780832 w 2119654"/>
              <a:gd name="connsiteY10164" fmla="*/ 1637920 h 2398711"/>
              <a:gd name="connsiteX10165" fmla="*/ 1785016 w 2119654"/>
              <a:gd name="connsiteY10165" fmla="*/ 1635183 h 2398711"/>
              <a:gd name="connsiteX10166" fmla="*/ 1784865 w 2119654"/>
              <a:gd name="connsiteY10166" fmla="*/ 1635227 h 2398711"/>
              <a:gd name="connsiteX10167" fmla="*/ 1781004 w 2119654"/>
              <a:gd name="connsiteY10167" fmla="*/ 1637567 h 2398711"/>
              <a:gd name="connsiteX10168" fmla="*/ 1670131 w 2119654"/>
              <a:gd name="connsiteY10168" fmla="*/ 1885676 h 2398711"/>
              <a:gd name="connsiteX10169" fmla="*/ 1669999 w 2119654"/>
              <a:gd name="connsiteY10169" fmla="*/ 1887208 h 2398711"/>
              <a:gd name="connsiteX10170" fmla="*/ 1669894 w 2119654"/>
              <a:gd name="connsiteY10170" fmla="*/ 1887649 h 2398711"/>
              <a:gd name="connsiteX10171" fmla="*/ 1674700 w 2119654"/>
              <a:gd name="connsiteY10171" fmla="*/ 1886962 h 2398711"/>
              <a:gd name="connsiteX10172" fmla="*/ 1615315 w 2119654"/>
              <a:gd name="connsiteY10172" fmla="*/ 2008403 h 2398711"/>
              <a:gd name="connsiteX10173" fmla="*/ 1622091 w 2119654"/>
              <a:gd name="connsiteY10173" fmla="*/ 2009923 h 2398711"/>
              <a:gd name="connsiteX10174" fmla="*/ 1623031 w 2119654"/>
              <a:gd name="connsiteY10174" fmla="*/ 2008261 h 2398711"/>
              <a:gd name="connsiteX10175" fmla="*/ 1622920 w 2119654"/>
              <a:gd name="connsiteY10175" fmla="*/ 2005411 h 2398711"/>
              <a:gd name="connsiteX10176" fmla="*/ 1779784 w 2119654"/>
              <a:gd name="connsiteY10176" fmla="*/ 1640061 h 2398711"/>
              <a:gd name="connsiteX10177" fmla="*/ 1779871 w 2119654"/>
              <a:gd name="connsiteY10177" fmla="*/ 1640234 h 2398711"/>
              <a:gd name="connsiteX10178" fmla="*/ 1784554 w 2119654"/>
              <a:gd name="connsiteY10178" fmla="*/ 1636914 h 2398711"/>
              <a:gd name="connsiteX10179" fmla="*/ 1786438 w 2119654"/>
              <a:gd name="connsiteY10179" fmla="*/ 1634766 h 2398711"/>
              <a:gd name="connsiteX10180" fmla="*/ 1785530 w 2119654"/>
              <a:gd name="connsiteY10180" fmla="*/ 1635031 h 2398711"/>
              <a:gd name="connsiteX10181" fmla="*/ 1780630 w 2119654"/>
              <a:gd name="connsiteY10181" fmla="*/ 1638331 h 2398711"/>
              <a:gd name="connsiteX10182" fmla="*/ 1856040 w 2119654"/>
              <a:gd name="connsiteY10182" fmla="*/ 1469230 h 2398711"/>
              <a:gd name="connsiteX10183" fmla="*/ 1868460 w 2119654"/>
              <a:gd name="connsiteY10183" fmla="*/ 1463867 h 2398711"/>
              <a:gd name="connsiteX10184" fmla="*/ 1882110 w 2119654"/>
              <a:gd name="connsiteY10184" fmla="*/ 1454129 h 2398711"/>
              <a:gd name="connsiteX10185" fmla="*/ 1892806 w 2119654"/>
              <a:gd name="connsiteY10185" fmla="*/ 1446279 h 2398711"/>
              <a:gd name="connsiteX10186" fmla="*/ 1873321 w 2119654"/>
              <a:gd name="connsiteY10186" fmla="*/ 1453124 h 2398711"/>
              <a:gd name="connsiteX10187" fmla="*/ 1864091 w 2119654"/>
              <a:gd name="connsiteY10187" fmla="*/ 1459059 h 2398711"/>
              <a:gd name="connsiteX10188" fmla="*/ 1860544 w 2119654"/>
              <a:gd name="connsiteY10188" fmla="*/ 1462391 h 2398711"/>
              <a:gd name="connsiteX10189" fmla="*/ 1800918 w 2119654"/>
              <a:gd name="connsiteY10189" fmla="*/ 1592620 h 2398711"/>
              <a:gd name="connsiteX10190" fmla="*/ 1804238 w 2119654"/>
              <a:gd name="connsiteY10190" fmla="*/ 1591433 h 2398711"/>
              <a:gd name="connsiteX10191" fmla="*/ 1805066 w 2119654"/>
              <a:gd name="connsiteY10191" fmla="*/ 1590890 h 2398711"/>
              <a:gd name="connsiteX10192" fmla="*/ 1608121 w 2119654"/>
              <a:gd name="connsiteY10192" fmla="*/ 2024243 h 2398711"/>
              <a:gd name="connsiteX10193" fmla="*/ 1610488 w 2119654"/>
              <a:gd name="connsiteY10193" fmla="*/ 2023875 h 2398711"/>
              <a:gd name="connsiteX10194" fmla="*/ 1610504 w 2119654"/>
              <a:gd name="connsiteY10194" fmla="*/ 2023502 h 2398711"/>
              <a:gd name="connsiteX10195" fmla="*/ 1829892 w 2119654"/>
              <a:gd name="connsiteY10195" fmla="*/ 1527637 h 2398711"/>
              <a:gd name="connsiteX10196" fmla="*/ 1837270 w 2119654"/>
              <a:gd name="connsiteY10196" fmla="*/ 1525047 h 2398711"/>
              <a:gd name="connsiteX10197" fmla="*/ 1836749 w 2119654"/>
              <a:gd name="connsiteY10197" fmla="*/ 1524528 h 2398711"/>
              <a:gd name="connsiteX10198" fmla="*/ 1830302 w 2119654"/>
              <a:gd name="connsiteY10198" fmla="*/ 1527189 h 2398711"/>
              <a:gd name="connsiteX10199" fmla="*/ 1628387 w 2119654"/>
              <a:gd name="connsiteY10199" fmla="*/ 1978830 h 2398711"/>
              <a:gd name="connsiteX10200" fmla="*/ 1628491 w 2119654"/>
              <a:gd name="connsiteY10200" fmla="*/ 1979378 h 2398711"/>
              <a:gd name="connsiteX10201" fmla="*/ 1628963 w 2119654"/>
              <a:gd name="connsiteY10201" fmla="*/ 1978951 h 2398711"/>
              <a:gd name="connsiteX10202" fmla="*/ 1746318 w 2119654"/>
              <a:gd name="connsiteY10202" fmla="*/ 1714732 h 2398711"/>
              <a:gd name="connsiteX10203" fmla="*/ 1746474 w 2119654"/>
              <a:gd name="connsiteY10203" fmla="*/ 1715109 h 2398711"/>
              <a:gd name="connsiteX10204" fmla="*/ 1747724 w 2119654"/>
              <a:gd name="connsiteY10204" fmla="*/ 1714103 h 2398711"/>
              <a:gd name="connsiteX10205" fmla="*/ 1605204 w 2119654"/>
              <a:gd name="connsiteY10205" fmla="*/ 2030696 h 2398711"/>
              <a:gd name="connsiteX10206" fmla="*/ 1606060 w 2119654"/>
              <a:gd name="connsiteY10206" fmla="*/ 2030547 h 2398711"/>
              <a:gd name="connsiteX10207" fmla="*/ 1606053 w 2119654"/>
              <a:gd name="connsiteY10207" fmla="*/ 2030049 h 2398711"/>
              <a:gd name="connsiteX10208" fmla="*/ 1859484 w 2119654"/>
              <a:gd name="connsiteY10208" fmla="*/ 1461165 h 2398711"/>
              <a:gd name="connsiteX10209" fmla="*/ 1861015 w 2119654"/>
              <a:gd name="connsiteY10209" fmla="*/ 1460181 h 2398711"/>
              <a:gd name="connsiteX10210" fmla="*/ 1862362 w 2119654"/>
              <a:gd name="connsiteY10210" fmla="*/ 1459093 h 2398711"/>
              <a:gd name="connsiteX10211" fmla="*/ 1863634 w 2119654"/>
              <a:gd name="connsiteY10211" fmla="*/ 1457161 h 2398711"/>
              <a:gd name="connsiteX10212" fmla="*/ 1862934 w 2119654"/>
              <a:gd name="connsiteY10212" fmla="*/ 1457538 h 2398711"/>
              <a:gd name="connsiteX10213" fmla="*/ 1591491 w 2119654"/>
              <a:gd name="connsiteY10213" fmla="*/ 2061215 h 2398711"/>
              <a:gd name="connsiteX10214" fmla="*/ 1591514 w 2119654"/>
              <a:gd name="connsiteY10214" fmla="*/ 2062370 h 2398711"/>
              <a:gd name="connsiteX10215" fmla="*/ 1592303 w 2119654"/>
              <a:gd name="connsiteY10215" fmla="*/ 2061187 h 2398711"/>
              <a:gd name="connsiteX10216" fmla="*/ 1628406 w 2119654"/>
              <a:gd name="connsiteY10216" fmla="*/ 1978367 h 2398711"/>
              <a:gd name="connsiteX10217" fmla="*/ 1629371 w 2119654"/>
              <a:gd name="connsiteY10217" fmla="*/ 1978584 h 2398711"/>
              <a:gd name="connsiteX10218" fmla="*/ 1629699 w 2119654"/>
              <a:gd name="connsiteY10218" fmla="*/ 1978288 h 2398711"/>
              <a:gd name="connsiteX10219" fmla="*/ 1627055 w 2119654"/>
              <a:gd name="connsiteY10219" fmla="*/ 1981388 h 2398711"/>
              <a:gd name="connsiteX10220" fmla="*/ 1627119 w 2119654"/>
              <a:gd name="connsiteY10220" fmla="*/ 1981367 h 2398711"/>
              <a:gd name="connsiteX10221" fmla="*/ 1627820 w 2119654"/>
              <a:gd name="connsiteY10221" fmla="*/ 1980916 h 2398711"/>
              <a:gd name="connsiteX10222" fmla="*/ 1627538 w 2119654"/>
              <a:gd name="connsiteY10222" fmla="*/ 1980953 h 2398711"/>
              <a:gd name="connsiteX10223" fmla="*/ 1679380 w 2119654"/>
              <a:gd name="connsiteY10223" fmla="*/ 1864220 h 2398711"/>
              <a:gd name="connsiteX10224" fmla="*/ 1679197 w 2119654"/>
              <a:gd name="connsiteY10224" fmla="*/ 1865498 h 2398711"/>
              <a:gd name="connsiteX10225" fmla="*/ 1679479 w 2119654"/>
              <a:gd name="connsiteY10225" fmla="*/ 1865333 h 2398711"/>
              <a:gd name="connsiteX10226" fmla="*/ 1681340 w 2119654"/>
              <a:gd name="connsiteY10226" fmla="*/ 1863690 h 2398711"/>
              <a:gd name="connsiteX10227" fmla="*/ 1614690 w 2119654"/>
              <a:gd name="connsiteY10227" fmla="*/ 2009052 h 2398711"/>
              <a:gd name="connsiteX10228" fmla="*/ 1615161 w 2119654"/>
              <a:gd name="connsiteY10228" fmla="*/ 2014129 h 2398711"/>
              <a:gd name="connsiteX10229" fmla="*/ 1618385 w 2119654"/>
              <a:gd name="connsiteY10229" fmla="*/ 2013747 h 2398711"/>
              <a:gd name="connsiteX10230" fmla="*/ 1620096 w 2119654"/>
              <a:gd name="connsiteY10230" fmla="*/ 2013451 h 2398711"/>
              <a:gd name="connsiteX10231" fmla="*/ 1621745 w 2119654"/>
              <a:gd name="connsiteY10231" fmla="*/ 2010535 h 2398711"/>
              <a:gd name="connsiteX10232" fmla="*/ 1622845 w 2119654"/>
              <a:gd name="connsiteY10232" fmla="*/ 1990647 h 2398711"/>
              <a:gd name="connsiteX10233" fmla="*/ 1622880 w 2119654"/>
              <a:gd name="connsiteY10233" fmla="*/ 1991563 h 2398711"/>
              <a:gd name="connsiteX10234" fmla="*/ 1630036 w 2119654"/>
              <a:gd name="connsiteY10234" fmla="*/ 1990132 h 2398711"/>
              <a:gd name="connsiteX10235" fmla="*/ 1629682 w 2119654"/>
              <a:gd name="connsiteY10235" fmla="*/ 1988246 h 2398711"/>
              <a:gd name="connsiteX10236" fmla="*/ 1629266 w 2119654"/>
              <a:gd name="connsiteY10236" fmla="*/ 1976226 h 2398711"/>
              <a:gd name="connsiteX10237" fmla="*/ 1631170 w 2119654"/>
              <a:gd name="connsiteY10237" fmla="*/ 1976963 h 2398711"/>
              <a:gd name="connsiteX10238" fmla="*/ 1632602 w 2119654"/>
              <a:gd name="connsiteY10238" fmla="*/ 1975672 h 2398711"/>
              <a:gd name="connsiteX10239" fmla="*/ 1773044 w 2119654"/>
              <a:gd name="connsiteY10239" fmla="*/ 1654230 h 2398711"/>
              <a:gd name="connsiteX10240" fmla="*/ 1773279 w 2119654"/>
              <a:gd name="connsiteY10240" fmla="*/ 1654483 h 2398711"/>
              <a:gd name="connsiteX10241" fmla="*/ 1773229 w 2119654"/>
              <a:gd name="connsiteY10241" fmla="*/ 1653993 h 2398711"/>
              <a:gd name="connsiteX10242" fmla="*/ 1685008 w 2119654"/>
              <a:gd name="connsiteY10242" fmla="*/ 1851354 h 2398711"/>
              <a:gd name="connsiteX10243" fmla="*/ 1685251 w 2119654"/>
              <a:gd name="connsiteY10243" fmla="*/ 1852826 h 2398711"/>
              <a:gd name="connsiteX10244" fmla="*/ 1685881 w 2119654"/>
              <a:gd name="connsiteY10244" fmla="*/ 1852813 h 2398711"/>
              <a:gd name="connsiteX10245" fmla="*/ 1686382 w 2119654"/>
              <a:gd name="connsiteY10245" fmla="*/ 1850545 h 2398711"/>
              <a:gd name="connsiteX10246" fmla="*/ 1704197 w 2119654"/>
              <a:gd name="connsiteY10246" fmla="*/ 1808358 h 2398711"/>
              <a:gd name="connsiteX10247" fmla="*/ 1705375 w 2119654"/>
              <a:gd name="connsiteY10247" fmla="*/ 1808416 h 2398711"/>
              <a:gd name="connsiteX10248" fmla="*/ 1705886 w 2119654"/>
              <a:gd name="connsiteY10248" fmla="*/ 1808176 h 2398711"/>
              <a:gd name="connsiteX10249" fmla="*/ 1707730 w 2119654"/>
              <a:gd name="connsiteY10249" fmla="*/ 1805747 h 2398711"/>
              <a:gd name="connsiteX10250" fmla="*/ 1736285 w 2119654"/>
              <a:gd name="connsiteY10250" fmla="*/ 1736451 h 2398711"/>
              <a:gd name="connsiteX10251" fmla="*/ 1737336 w 2119654"/>
              <a:gd name="connsiteY10251" fmla="*/ 1738203 h 2398711"/>
              <a:gd name="connsiteX10252" fmla="*/ 1738221 w 2119654"/>
              <a:gd name="connsiteY10252" fmla="*/ 1737971 h 2398711"/>
              <a:gd name="connsiteX10253" fmla="*/ 1737810 w 2119654"/>
              <a:gd name="connsiteY10253" fmla="*/ 1735832 h 2398711"/>
              <a:gd name="connsiteX10254" fmla="*/ 1736761 w 2119654"/>
              <a:gd name="connsiteY10254" fmla="*/ 1736026 h 2398711"/>
              <a:gd name="connsiteX10255" fmla="*/ 1796398 w 2119654"/>
              <a:gd name="connsiteY10255" fmla="*/ 1601840 h 2398711"/>
              <a:gd name="connsiteX10256" fmla="*/ 1797482 w 2119654"/>
              <a:gd name="connsiteY10256" fmla="*/ 1602398 h 2398711"/>
              <a:gd name="connsiteX10257" fmla="*/ 1797810 w 2119654"/>
              <a:gd name="connsiteY10257" fmla="*/ 1601705 h 2398711"/>
              <a:gd name="connsiteX10258" fmla="*/ 1797873 w 2119654"/>
              <a:gd name="connsiteY10258" fmla="*/ 1601984 h 2398711"/>
              <a:gd name="connsiteX10259" fmla="*/ 1797639 w 2119654"/>
              <a:gd name="connsiteY10259" fmla="*/ 1602479 h 2398711"/>
              <a:gd name="connsiteX10260" fmla="*/ 1798817 w 2119654"/>
              <a:gd name="connsiteY10260" fmla="*/ 1603085 h 2398711"/>
              <a:gd name="connsiteX10261" fmla="*/ 1800327 w 2119654"/>
              <a:gd name="connsiteY10261" fmla="*/ 1602259 h 2398711"/>
              <a:gd name="connsiteX10262" fmla="*/ 1798470 w 2119654"/>
              <a:gd name="connsiteY10262" fmla="*/ 1600463 h 2398711"/>
              <a:gd name="connsiteX10263" fmla="*/ 1675905 w 2119654"/>
              <a:gd name="connsiteY10263" fmla="*/ 1871265 h 2398711"/>
              <a:gd name="connsiteX10264" fmla="*/ 1676215 w 2119654"/>
              <a:gd name="connsiteY10264" fmla="*/ 1871281 h 2398711"/>
              <a:gd name="connsiteX10265" fmla="*/ 1677837 w 2119654"/>
              <a:gd name="connsiteY10265" fmla="*/ 1870281 h 2398711"/>
              <a:gd name="connsiteX10266" fmla="*/ 1749665 w 2119654"/>
              <a:gd name="connsiteY10266" fmla="*/ 1706037 h 2398711"/>
              <a:gd name="connsiteX10267" fmla="*/ 1749954 w 2119654"/>
              <a:gd name="connsiteY10267" fmla="*/ 1706880 h 2398711"/>
              <a:gd name="connsiteX10268" fmla="*/ 1750851 w 2119654"/>
              <a:gd name="connsiteY10268" fmla="*/ 1706662 h 2398711"/>
              <a:gd name="connsiteX10269" fmla="*/ 1751256 w 2119654"/>
              <a:gd name="connsiteY10269" fmla="*/ 1706347 h 2398711"/>
              <a:gd name="connsiteX10270" fmla="*/ 1750798 w 2119654"/>
              <a:gd name="connsiteY10270" fmla="*/ 1705817 h 2398711"/>
              <a:gd name="connsiteX10271" fmla="*/ 1708148 w 2119654"/>
              <a:gd name="connsiteY10271" fmla="*/ 1798907 h 2398711"/>
              <a:gd name="connsiteX10272" fmla="*/ 1708372 w 2119654"/>
              <a:gd name="connsiteY10272" fmla="*/ 1799960 h 2398711"/>
              <a:gd name="connsiteX10273" fmla="*/ 1708978 w 2119654"/>
              <a:gd name="connsiteY10273" fmla="*/ 1799906 h 2398711"/>
              <a:gd name="connsiteX10274" fmla="*/ 1708962 w 2119654"/>
              <a:gd name="connsiteY10274" fmla="*/ 1798553 h 2398711"/>
              <a:gd name="connsiteX10275" fmla="*/ 1703757 w 2119654"/>
              <a:gd name="connsiteY10275" fmla="*/ 1808685 h 2398711"/>
              <a:gd name="connsiteX10276" fmla="*/ 1704804 w 2119654"/>
              <a:gd name="connsiteY10276" fmla="*/ 1808664 h 2398711"/>
              <a:gd name="connsiteX10277" fmla="*/ 1704852 w 2119654"/>
              <a:gd name="connsiteY10277" fmla="*/ 1808661 h 2398711"/>
              <a:gd name="connsiteX10278" fmla="*/ 1704988 w 2119654"/>
              <a:gd name="connsiteY10278" fmla="*/ 1808598 h 2398711"/>
              <a:gd name="connsiteX10279" fmla="*/ 1703944 w 2119654"/>
              <a:gd name="connsiteY10279" fmla="*/ 1808546 h 2398711"/>
              <a:gd name="connsiteX10280" fmla="*/ 1681400 w 2119654"/>
              <a:gd name="connsiteY10280" fmla="*/ 1858735 h 2398711"/>
              <a:gd name="connsiteX10281" fmla="*/ 1681474 w 2119654"/>
              <a:gd name="connsiteY10281" fmla="*/ 1859058 h 2398711"/>
              <a:gd name="connsiteX10282" fmla="*/ 1684242 w 2119654"/>
              <a:gd name="connsiteY10282" fmla="*/ 1857984 h 2398711"/>
              <a:gd name="connsiteX10283" fmla="*/ 1684035 w 2119654"/>
              <a:gd name="connsiteY10283" fmla="*/ 1857989 h 2398711"/>
              <a:gd name="connsiteX10284" fmla="*/ 1770867 w 2119654"/>
              <a:gd name="connsiteY10284" fmla="*/ 1658295 h 2398711"/>
              <a:gd name="connsiteX10285" fmla="*/ 1773279 w 2119654"/>
              <a:gd name="connsiteY10285" fmla="*/ 1657730 h 2398711"/>
              <a:gd name="connsiteX10286" fmla="*/ 1773329 w 2119654"/>
              <a:gd name="connsiteY10286" fmla="*/ 1655028 h 2398711"/>
              <a:gd name="connsiteX10287" fmla="*/ 1772835 w 2119654"/>
              <a:gd name="connsiteY10287" fmla="*/ 1654496 h 2398711"/>
              <a:gd name="connsiteX10288" fmla="*/ 1772541 w 2119654"/>
              <a:gd name="connsiteY10288" fmla="*/ 1654872 h 2398711"/>
              <a:gd name="connsiteX10289" fmla="*/ 1779351 w 2119654"/>
              <a:gd name="connsiteY10289" fmla="*/ 1639193 h 2398711"/>
              <a:gd name="connsiteX10290" fmla="*/ 1779563 w 2119654"/>
              <a:gd name="connsiteY10290" fmla="*/ 1639617 h 2398711"/>
              <a:gd name="connsiteX10291" fmla="*/ 1779976 w 2119654"/>
              <a:gd name="connsiteY10291" fmla="*/ 1638772 h 2398711"/>
              <a:gd name="connsiteX10292" fmla="*/ 1711681 w 2119654"/>
              <a:gd name="connsiteY10292" fmla="*/ 1790708 h 2398711"/>
              <a:gd name="connsiteX10293" fmla="*/ 1711718 w 2119654"/>
              <a:gd name="connsiteY10293" fmla="*/ 1793704 h 2398711"/>
              <a:gd name="connsiteX10294" fmla="*/ 1718296 w 2119654"/>
              <a:gd name="connsiteY10294" fmla="*/ 1791835 h 2398711"/>
              <a:gd name="connsiteX10295" fmla="*/ 1718907 w 2119654"/>
              <a:gd name="connsiteY10295" fmla="*/ 1791032 h 2398711"/>
              <a:gd name="connsiteX10296" fmla="*/ 1718967 w 2119654"/>
              <a:gd name="connsiteY10296" fmla="*/ 1788507 h 2398711"/>
              <a:gd name="connsiteX10297" fmla="*/ 1718868 w 2119654"/>
              <a:gd name="connsiteY10297" fmla="*/ 1788140 h 2398711"/>
              <a:gd name="connsiteX10298" fmla="*/ 1643461 w 2119654"/>
              <a:gd name="connsiteY10298" fmla="*/ 1943439 h 2398711"/>
              <a:gd name="connsiteX10299" fmla="*/ 1643649 w 2119654"/>
              <a:gd name="connsiteY10299" fmla="*/ 1948561 h 2398711"/>
              <a:gd name="connsiteX10300" fmla="*/ 1644829 w 2119654"/>
              <a:gd name="connsiteY10300" fmla="*/ 1948458 h 2398711"/>
              <a:gd name="connsiteX10301" fmla="*/ 1649085 w 2119654"/>
              <a:gd name="connsiteY10301" fmla="*/ 1946812 h 2398711"/>
              <a:gd name="connsiteX10302" fmla="*/ 1650842 w 2119654"/>
              <a:gd name="connsiteY10302" fmla="*/ 1939413 h 2398711"/>
              <a:gd name="connsiteX10303" fmla="*/ 1744300 w 2119654"/>
              <a:gd name="connsiteY10303" fmla="*/ 1717589 h 2398711"/>
              <a:gd name="connsiteX10304" fmla="*/ 1744140 w 2119654"/>
              <a:gd name="connsiteY10304" fmla="*/ 1719169 h 2398711"/>
              <a:gd name="connsiteX10305" fmla="*/ 1744465 w 2119654"/>
              <a:gd name="connsiteY10305" fmla="*/ 1719669 h 2398711"/>
              <a:gd name="connsiteX10306" fmla="*/ 1744529 w 2119654"/>
              <a:gd name="connsiteY10306" fmla="*/ 1719785 h 2398711"/>
              <a:gd name="connsiteX10307" fmla="*/ 1745141 w 2119654"/>
              <a:gd name="connsiteY10307" fmla="*/ 1719617 h 2398711"/>
              <a:gd name="connsiteX10308" fmla="*/ 1769757 w 2119654"/>
              <a:gd name="connsiteY10308" fmla="*/ 1660565 h 2398711"/>
              <a:gd name="connsiteX10309" fmla="*/ 1770410 w 2119654"/>
              <a:gd name="connsiteY10309" fmla="*/ 1661945 h 2398711"/>
              <a:gd name="connsiteX10310" fmla="*/ 1773225 w 2119654"/>
              <a:gd name="connsiteY10310" fmla="*/ 1660700 h 2398711"/>
              <a:gd name="connsiteX10311" fmla="*/ 1773276 w 2119654"/>
              <a:gd name="connsiteY10311" fmla="*/ 1657910 h 2398711"/>
              <a:gd name="connsiteX10312" fmla="*/ 1770749 w 2119654"/>
              <a:gd name="connsiteY10312" fmla="*/ 1658538 h 2398711"/>
              <a:gd name="connsiteX10313" fmla="*/ 1600138 w 2119654"/>
              <a:gd name="connsiteY10313" fmla="*/ 2040348 h 2398711"/>
              <a:gd name="connsiteX10314" fmla="*/ 1599730 w 2119654"/>
              <a:gd name="connsiteY10314" fmla="*/ 2043895 h 2398711"/>
              <a:gd name="connsiteX10315" fmla="*/ 1602857 w 2119654"/>
              <a:gd name="connsiteY10315" fmla="*/ 2043931 h 2398711"/>
              <a:gd name="connsiteX10316" fmla="*/ 1603312 w 2119654"/>
              <a:gd name="connsiteY10316" fmla="*/ 2043128 h 2398711"/>
              <a:gd name="connsiteX10317" fmla="*/ 1602077 w 2119654"/>
              <a:gd name="connsiteY10317" fmla="*/ 2040930 h 2398711"/>
              <a:gd name="connsiteX10318" fmla="*/ 1720571 w 2119654"/>
              <a:gd name="connsiteY10318" fmla="*/ 1770667 h 2398711"/>
              <a:gd name="connsiteX10319" fmla="*/ 1721017 w 2119654"/>
              <a:gd name="connsiteY10319" fmla="*/ 1772322 h 2398711"/>
              <a:gd name="connsiteX10320" fmla="*/ 1723484 w 2119654"/>
              <a:gd name="connsiteY10320" fmla="*/ 1768948 h 2398711"/>
              <a:gd name="connsiteX10321" fmla="*/ 1723344 w 2119654"/>
              <a:gd name="connsiteY10321" fmla="*/ 1767737 h 2398711"/>
              <a:gd name="connsiteX10322" fmla="*/ 1722850 w 2119654"/>
              <a:gd name="connsiteY10322" fmla="*/ 1767841 h 2398711"/>
              <a:gd name="connsiteX10323" fmla="*/ 1721258 w 2119654"/>
              <a:gd name="connsiteY10323" fmla="*/ 1769675 h 2398711"/>
              <a:gd name="connsiteX10324" fmla="*/ 1652477 w 2119654"/>
              <a:gd name="connsiteY10324" fmla="*/ 1922996 h 2398711"/>
              <a:gd name="connsiteX10325" fmla="*/ 1652604 w 2119654"/>
              <a:gd name="connsiteY10325" fmla="*/ 1922968 h 2398711"/>
              <a:gd name="connsiteX10326" fmla="*/ 1655049 w 2119654"/>
              <a:gd name="connsiteY10326" fmla="*/ 1921700 h 2398711"/>
              <a:gd name="connsiteX10327" fmla="*/ 1655098 w 2119654"/>
              <a:gd name="connsiteY10327" fmla="*/ 1921494 h 2398711"/>
              <a:gd name="connsiteX10328" fmla="*/ 1654894 w 2119654"/>
              <a:gd name="connsiteY10328" fmla="*/ 1921577 h 2398711"/>
              <a:gd name="connsiteX10329" fmla="*/ 1768716 w 2119654"/>
              <a:gd name="connsiteY10329" fmla="*/ 1662694 h 2398711"/>
              <a:gd name="connsiteX10330" fmla="*/ 1769920 w 2119654"/>
              <a:gd name="connsiteY10330" fmla="*/ 1662162 h 2398711"/>
              <a:gd name="connsiteX10331" fmla="*/ 1769456 w 2119654"/>
              <a:gd name="connsiteY10331" fmla="*/ 1661180 h 2398711"/>
              <a:gd name="connsiteX10332" fmla="*/ 1702243 w 2119654"/>
              <a:gd name="connsiteY10332" fmla="*/ 1811539 h 2398711"/>
              <a:gd name="connsiteX10333" fmla="*/ 1702469 w 2119654"/>
              <a:gd name="connsiteY10333" fmla="*/ 1811970 h 2398711"/>
              <a:gd name="connsiteX10334" fmla="*/ 1703523 w 2119654"/>
              <a:gd name="connsiteY10334" fmla="*/ 1810860 h 2398711"/>
              <a:gd name="connsiteX10335" fmla="*/ 1776297 w 2119654"/>
              <a:gd name="connsiteY10335" fmla="*/ 1645694 h 2398711"/>
              <a:gd name="connsiteX10336" fmla="*/ 1776286 w 2119654"/>
              <a:gd name="connsiteY10336" fmla="*/ 1646320 h 2398711"/>
              <a:gd name="connsiteX10337" fmla="*/ 1776616 w 2119654"/>
              <a:gd name="connsiteY10337" fmla="*/ 1645644 h 2398711"/>
              <a:gd name="connsiteX10338" fmla="*/ 1622792 w 2119654"/>
              <a:gd name="connsiteY10338" fmla="*/ 1989281 h 2398711"/>
              <a:gd name="connsiteX10339" fmla="*/ 1622825 w 2119654"/>
              <a:gd name="connsiteY10339" fmla="*/ 1990128 h 2398711"/>
              <a:gd name="connsiteX10340" fmla="*/ 1629589 w 2119654"/>
              <a:gd name="connsiteY10340" fmla="*/ 1987753 h 2398711"/>
              <a:gd name="connsiteX10341" fmla="*/ 1629349 w 2119654"/>
              <a:gd name="connsiteY10341" fmla="*/ 1986475 h 2398711"/>
              <a:gd name="connsiteX10342" fmla="*/ 1753304 w 2119654"/>
              <a:gd name="connsiteY10342" fmla="*/ 1696979 h 2398711"/>
              <a:gd name="connsiteX10343" fmla="*/ 1753561 w 2119654"/>
              <a:gd name="connsiteY10343" fmla="*/ 1698631 h 2398711"/>
              <a:gd name="connsiteX10344" fmla="*/ 1758752 w 2119654"/>
              <a:gd name="connsiteY10344" fmla="*/ 1697624 h 2398711"/>
              <a:gd name="connsiteX10345" fmla="*/ 1758969 w 2119654"/>
              <a:gd name="connsiteY10345" fmla="*/ 1696325 h 2398711"/>
              <a:gd name="connsiteX10346" fmla="*/ 1753659 w 2119654"/>
              <a:gd name="connsiteY10346" fmla="*/ 1696811 h 2398711"/>
              <a:gd name="connsiteX10347" fmla="*/ 1564609 w 2119654"/>
              <a:gd name="connsiteY10347" fmla="*/ 2119501 h 2398711"/>
              <a:gd name="connsiteX10348" fmla="*/ 1564800 w 2119654"/>
              <a:gd name="connsiteY10348" fmla="*/ 2119499 h 2398711"/>
              <a:gd name="connsiteX10349" fmla="*/ 1564719 w 2119654"/>
              <a:gd name="connsiteY10349" fmla="*/ 2119474 h 2398711"/>
              <a:gd name="connsiteX10350" fmla="*/ 1780515 w 2119654"/>
              <a:gd name="connsiteY10350" fmla="*/ 1635989 h 2398711"/>
              <a:gd name="connsiteX10351" fmla="*/ 1781139 w 2119654"/>
              <a:gd name="connsiteY10351" fmla="*/ 1635806 h 2398711"/>
              <a:gd name="connsiteX10352" fmla="*/ 1781548 w 2119654"/>
              <a:gd name="connsiteY10352" fmla="*/ 1635558 h 2398711"/>
              <a:gd name="connsiteX10353" fmla="*/ 1783034 w 2119654"/>
              <a:gd name="connsiteY10353" fmla="*/ 1632520 h 2398711"/>
              <a:gd name="connsiteX10354" fmla="*/ 1781421 w 2119654"/>
              <a:gd name="connsiteY10354" fmla="*/ 1634861 h 2398711"/>
              <a:gd name="connsiteX10355" fmla="*/ 1711674 w 2119654"/>
              <a:gd name="connsiteY10355" fmla="*/ 1790095 h 2398711"/>
              <a:gd name="connsiteX10356" fmla="*/ 1711676 w 2119654"/>
              <a:gd name="connsiteY10356" fmla="*/ 1790220 h 2398711"/>
              <a:gd name="connsiteX10357" fmla="*/ 1717875 w 2119654"/>
              <a:gd name="connsiteY10357" fmla="*/ 1788006 h 2398711"/>
              <a:gd name="connsiteX10358" fmla="*/ 1715337 w 2119654"/>
              <a:gd name="connsiteY10358" fmla="*/ 1788097 h 2398711"/>
              <a:gd name="connsiteX10359" fmla="*/ 1767014 w 2119654"/>
              <a:gd name="connsiteY10359" fmla="*/ 1666175 h 2398711"/>
              <a:gd name="connsiteX10360" fmla="*/ 1766612 w 2119654"/>
              <a:gd name="connsiteY10360" fmla="*/ 1668586 h 2398711"/>
              <a:gd name="connsiteX10361" fmla="*/ 1769000 w 2119654"/>
              <a:gd name="connsiteY10361" fmla="*/ 1668047 h 2398711"/>
              <a:gd name="connsiteX10362" fmla="*/ 1769880 w 2119654"/>
              <a:gd name="connsiteY10362" fmla="*/ 1667162 h 2398711"/>
              <a:gd name="connsiteX10363" fmla="*/ 1771341 w 2119654"/>
              <a:gd name="connsiteY10363" fmla="*/ 1665168 h 2398711"/>
              <a:gd name="connsiteX10364" fmla="*/ 1769963 w 2119654"/>
              <a:gd name="connsiteY10364" fmla="*/ 1662253 h 2398711"/>
              <a:gd name="connsiteX10365" fmla="*/ 1768648 w 2119654"/>
              <a:gd name="connsiteY10365" fmla="*/ 1662834 h 2398711"/>
              <a:gd name="connsiteX10366" fmla="*/ 1841243 w 2119654"/>
              <a:gd name="connsiteY10366" fmla="*/ 1499882 h 2398711"/>
              <a:gd name="connsiteX10367" fmla="*/ 1846859 w 2119654"/>
              <a:gd name="connsiteY10367" fmla="*/ 1507432 h 2398711"/>
              <a:gd name="connsiteX10368" fmla="*/ 1857364 w 2119654"/>
              <a:gd name="connsiteY10368" fmla="*/ 1500566 h 2398711"/>
              <a:gd name="connsiteX10369" fmla="*/ 1853073 w 2119654"/>
              <a:gd name="connsiteY10369" fmla="*/ 1491744 h 2398711"/>
              <a:gd name="connsiteX10370" fmla="*/ 1853021 w 2119654"/>
              <a:gd name="connsiteY10370" fmla="*/ 1491870 h 2398711"/>
              <a:gd name="connsiteX10371" fmla="*/ 1845046 w 2119654"/>
              <a:gd name="connsiteY10371" fmla="*/ 1496361 h 2398711"/>
              <a:gd name="connsiteX10372" fmla="*/ 1679793 w 2119654"/>
              <a:gd name="connsiteY10372" fmla="*/ 1861339 h 2398711"/>
              <a:gd name="connsiteX10373" fmla="*/ 1679446 w 2119654"/>
              <a:gd name="connsiteY10373" fmla="*/ 1863761 h 2398711"/>
              <a:gd name="connsiteX10374" fmla="*/ 1681308 w 2119654"/>
              <a:gd name="connsiteY10374" fmla="*/ 1863278 h 2398711"/>
              <a:gd name="connsiteX10375" fmla="*/ 1680806 w 2119654"/>
              <a:gd name="connsiteY10375" fmla="*/ 1861071 h 2398711"/>
              <a:gd name="connsiteX10376" fmla="*/ 1600245 w 2119654"/>
              <a:gd name="connsiteY10376" fmla="*/ 2039422 h 2398711"/>
              <a:gd name="connsiteX10377" fmla="*/ 1600190 w 2119654"/>
              <a:gd name="connsiteY10377" fmla="*/ 2039893 h 2398711"/>
              <a:gd name="connsiteX10378" fmla="*/ 1601775 w 2119654"/>
              <a:gd name="connsiteY10378" fmla="*/ 2040392 h 2398711"/>
              <a:gd name="connsiteX10379" fmla="*/ 1601258 w 2119654"/>
              <a:gd name="connsiteY10379" fmla="*/ 2039471 h 2398711"/>
              <a:gd name="connsiteX10380" fmla="*/ 1795794 w 2119654"/>
              <a:gd name="connsiteY10380" fmla="*/ 1601529 h 2398711"/>
              <a:gd name="connsiteX10381" fmla="*/ 1795888 w 2119654"/>
              <a:gd name="connsiteY10381" fmla="*/ 1601577 h 2398711"/>
              <a:gd name="connsiteX10382" fmla="*/ 1798102 w 2119654"/>
              <a:gd name="connsiteY10382" fmla="*/ 1600106 h 2398711"/>
              <a:gd name="connsiteX10383" fmla="*/ 1797939 w 2119654"/>
              <a:gd name="connsiteY10383" fmla="*/ 1599949 h 2398711"/>
              <a:gd name="connsiteX10384" fmla="*/ 1797810 w 2119654"/>
              <a:gd name="connsiteY10384" fmla="*/ 1599975 h 2398711"/>
              <a:gd name="connsiteX10385" fmla="*/ 1747024 w 2119654"/>
              <a:gd name="connsiteY10385" fmla="*/ 1710612 h 2398711"/>
              <a:gd name="connsiteX10386" fmla="*/ 1748377 w 2119654"/>
              <a:gd name="connsiteY10386" fmla="*/ 1711796 h 2398711"/>
              <a:gd name="connsiteX10387" fmla="*/ 1747945 w 2119654"/>
              <a:gd name="connsiteY10387" fmla="*/ 1710352 h 2398711"/>
              <a:gd name="connsiteX10388" fmla="*/ 1747753 w 2119654"/>
              <a:gd name="connsiteY10388" fmla="*/ 1710044 h 2398711"/>
              <a:gd name="connsiteX10389" fmla="*/ 1779111 w 2119654"/>
              <a:gd name="connsiteY10389" fmla="*/ 1638714 h 2398711"/>
              <a:gd name="connsiteX10390" fmla="*/ 1779236 w 2119654"/>
              <a:gd name="connsiteY10390" fmla="*/ 1638963 h 2398711"/>
              <a:gd name="connsiteX10391" fmla="*/ 1780186 w 2119654"/>
              <a:gd name="connsiteY10391" fmla="*/ 1638342 h 2398711"/>
              <a:gd name="connsiteX10392" fmla="*/ 1780381 w 2119654"/>
              <a:gd name="connsiteY10392" fmla="*/ 1637945 h 2398711"/>
              <a:gd name="connsiteX10393" fmla="*/ 1671582 w 2119654"/>
              <a:gd name="connsiteY10393" fmla="*/ 1879456 h 2398711"/>
              <a:gd name="connsiteX10394" fmla="*/ 1671712 w 2119654"/>
              <a:gd name="connsiteY10394" fmla="*/ 1879492 h 2398711"/>
              <a:gd name="connsiteX10395" fmla="*/ 1673739 w 2119654"/>
              <a:gd name="connsiteY10395" fmla="*/ 1878043 h 2398711"/>
              <a:gd name="connsiteX10396" fmla="*/ 1809969 w 2119654"/>
              <a:gd name="connsiteY10396" fmla="*/ 1569564 h 2398711"/>
              <a:gd name="connsiteX10397" fmla="*/ 1812427 w 2119654"/>
              <a:gd name="connsiteY10397" fmla="*/ 1573865 h 2398711"/>
              <a:gd name="connsiteX10398" fmla="*/ 1819922 w 2119654"/>
              <a:gd name="connsiteY10398" fmla="*/ 1569398 h 2398711"/>
              <a:gd name="connsiteX10399" fmla="*/ 1817459 w 2119654"/>
              <a:gd name="connsiteY10399" fmla="*/ 1564521 h 2398711"/>
              <a:gd name="connsiteX10400" fmla="*/ 1772442 w 2119654"/>
              <a:gd name="connsiteY10400" fmla="*/ 1653581 h 2398711"/>
              <a:gd name="connsiteX10401" fmla="*/ 1772543 w 2119654"/>
              <a:gd name="connsiteY10401" fmla="*/ 1653690 h 2398711"/>
              <a:gd name="connsiteX10402" fmla="*/ 1772906 w 2119654"/>
              <a:gd name="connsiteY10402" fmla="*/ 1653228 h 2398711"/>
              <a:gd name="connsiteX10403" fmla="*/ 1772960 w 2119654"/>
              <a:gd name="connsiteY10403" fmla="*/ 1653117 h 2398711"/>
              <a:gd name="connsiteX10404" fmla="*/ 1772816 w 2119654"/>
              <a:gd name="connsiteY10404" fmla="*/ 1653154 h 2398711"/>
              <a:gd name="connsiteX10405" fmla="*/ 1745723 w 2119654"/>
              <a:gd name="connsiteY10405" fmla="*/ 1713298 h 2398711"/>
              <a:gd name="connsiteX10406" fmla="*/ 1746169 w 2119654"/>
              <a:gd name="connsiteY10406" fmla="*/ 1714372 h 2398711"/>
              <a:gd name="connsiteX10407" fmla="*/ 1748803 w 2119654"/>
              <a:gd name="connsiteY10407" fmla="*/ 1713234 h 2398711"/>
              <a:gd name="connsiteX10408" fmla="*/ 1748805 w 2119654"/>
              <a:gd name="connsiteY10408" fmla="*/ 1713231 h 2398711"/>
              <a:gd name="connsiteX10409" fmla="*/ 1748544 w 2119654"/>
              <a:gd name="connsiteY10409" fmla="*/ 1712357 h 2398711"/>
              <a:gd name="connsiteX10410" fmla="*/ 1748308 w 2119654"/>
              <a:gd name="connsiteY10410" fmla="*/ 1712150 h 2398711"/>
              <a:gd name="connsiteX10411" fmla="*/ 1651900 w 2119654"/>
              <a:gd name="connsiteY10411" fmla="*/ 1923334 h 2398711"/>
              <a:gd name="connsiteX10412" fmla="*/ 1652026 w 2119654"/>
              <a:gd name="connsiteY10412" fmla="*/ 1923268 h 2398711"/>
              <a:gd name="connsiteX10413" fmla="*/ 1652003 w 2119654"/>
              <a:gd name="connsiteY10413" fmla="*/ 1923273 h 2398711"/>
              <a:gd name="connsiteX10414" fmla="*/ 1778508 w 2119654"/>
              <a:gd name="connsiteY10414" fmla="*/ 1639758 h 2398711"/>
              <a:gd name="connsiteX10415" fmla="*/ 1779166 w 2119654"/>
              <a:gd name="connsiteY10415" fmla="*/ 1640428 h 2398711"/>
              <a:gd name="connsiteX10416" fmla="*/ 1779343 w 2119654"/>
              <a:gd name="connsiteY10416" fmla="*/ 1640068 h 2398711"/>
              <a:gd name="connsiteX10417" fmla="*/ 1779018 w 2119654"/>
              <a:gd name="connsiteY10417" fmla="*/ 1639418 h 2398711"/>
              <a:gd name="connsiteX10418" fmla="*/ 1778651 w 2119654"/>
              <a:gd name="connsiteY10418" fmla="*/ 1639665 h 2398711"/>
              <a:gd name="connsiteX10419" fmla="*/ 1613560 w 2119654"/>
              <a:gd name="connsiteY10419" fmla="*/ 2009093 h 2398711"/>
              <a:gd name="connsiteX10420" fmla="*/ 1613321 w 2119654"/>
              <a:gd name="connsiteY10420" fmla="*/ 2014347 h 2398711"/>
              <a:gd name="connsiteX10421" fmla="*/ 1614764 w 2119654"/>
              <a:gd name="connsiteY10421" fmla="*/ 2014177 h 2398711"/>
              <a:gd name="connsiteX10422" fmla="*/ 1614282 w 2119654"/>
              <a:gd name="connsiteY10422" fmla="*/ 2008967 h 2398711"/>
              <a:gd name="connsiteX10423" fmla="*/ 1614020 w 2119654"/>
              <a:gd name="connsiteY10423" fmla="*/ 2008912 h 2398711"/>
              <a:gd name="connsiteX10424" fmla="*/ 1851699 w 2119654"/>
              <a:gd name="connsiteY10424" fmla="*/ 1475823 h 2398711"/>
              <a:gd name="connsiteX10425" fmla="*/ 1864244 w 2119654"/>
              <a:gd name="connsiteY10425" fmla="*/ 1466874 h 2398711"/>
              <a:gd name="connsiteX10426" fmla="*/ 1854775 w 2119654"/>
              <a:gd name="connsiteY10426" fmla="*/ 1471152 h 2398711"/>
              <a:gd name="connsiteX10427" fmla="*/ 1702668 w 2119654"/>
              <a:gd name="connsiteY10427" fmla="*/ 1809490 h 2398711"/>
              <a:gd name="connsiteX10428" fmla="*/ 1703097 w 2119654"/>
              <a:gd name="connsiteY10428" fmla="*/ 1809485 h 2398711"/>
              <a:gd name="connsiteX10429" fmla="*/ 1703985 w 2119654"/>
              <a:gd name="connsiteY10429" fmla="*/ 1809068 h 2398711"/>
              <a:gd name="connsiteX10430" fmla="*/ 1703202 w 2119654"/>
              <a:gd name="connsiteY10430" fmla="*/ 1809095 h 2398711"/>
              <a:gd name="connsiteX10431" fmla="*/ 1607602 w 2119654"/>
              <a:gd name="connsiteY10431" fmla="*/ 2022317 h 2398711"/>
              <a:gd name="connsiteX10432" fmla="*/ 1607610 w 2119654"/>
              <a:gd name="connsiteY10432" fmla="*/ 2023008 h 2398711"/>
              <a:gd name="connsiteX10433" fmla="*/ 1607946 w 2119654"/>
              <a:gd name="connsiteY10433" fmla="*/ 2022947 h 2398711"/>
              <a:gd name="connsiteX10434" fmla="*/ 1610567 w 2119654"/>
              <a:gd name="connsiteY10434" fmla="*/ 2022131 h 2398711"/>
              <a:gd name="connsiteX10435" fmla="*/ 1610568 w 2119654"/>
              <a:gd name="connsiteY10435" fmla="*/ 2022112 h 2398711"/>
              <a:gd name="connsiteX10436" fmla="*/ 1590208 w 2119654"/>
              <a:gd name="connsiteY10436" fmla="*/ 2061260 h 2398711"/>
              <a:gd name="connsiteX10437" fmla="*/ 1590308 w 2119654"/>
              <a:gd name="connsiteY10437" fmla="*/ 2064180 h 2398711"/>
              <a:gd name="connsiteX10438" fmla="*/ 1591221 w 2119654"/>
              <a:gd name="connsiteY10438" fmla="*/ 2062810 h 2398711"/>
              <a:gd name="connsiteX10439" fmla="*/ 1591188 w 2119654"/>
              <a:gd name="connsiteY10439" fmla="*/ 2061226 h 2398711"/>
              <a:gd name="connsiteX10440" fmla="*/ 1790573 w 2119654"/>
              <a:gd name="connsiteY10440" fmla="*/ 1612495 h 2398711"/>
              <a:gd name="connsiteX10441" fmla="*/ 1793229 w 2119654"/>
              <a:gd name="connsiteY10441" fmla="*/ 1611398 h 2398711"/>
              <a:gd name="connsiteX10442" fmla="*/ 1793801 w 2119654"/>
              <a:gd name="connsiteY10442" fmla="*/ 1610188 h 2398711"/>
              <a:gd name="connsiteX10443" fmla="*/ 1656792 w 2119654"/>
              <a:gd name="connsiteY10443" fmla="*/ 1912051 h 2398711"/>
              <a:gd name="connsiteX10444" fmla="*/ 1656841 w 2119654"/>
              <a:gd name="connsiteY10444" fmla="*/ 1912140 h 2398711"/>
              <a:gd name="connsiteX10445" fmla="*/ 1657305 w 2119654"/>
              <a:gd name="connsiteY10445" fmla="*/ 1911961 h 2398711"/>
              <a:gd name="connsiteX10446" fmla="*/ 1823253 w 2119654"/>
              <a:gd name="connsiteY10446" fmla="*/ 1539301 h 2398711"/>
              <a:gd name="connsiteX10447" fmla="*/ 1823781 w 2119654"/>
              <a:gd name="connsiteY10447" fmla="*/ 1540891 h 2398711"/>
              <a:gd name="connsiteX10448" fmla="*/ 1825142 w 2119654"/>
              <a:gd name="connsiteY10448" fmla="*/ 1539948 h 2398711"/>
              <a:gd name="connsiteX10449" fmla="*/ 1824901 w 2119654"/>
              <a:gd name="connsiteY10449" fmla="*/ 1539032 h 2398711"/>
              <a:gd name="connsiteX10450" fmla="*/ 1823505 w 2119654"/>
              <a:gd name="connsiteY10450" fmla="*/ 1539263 h 2398711"/>
              <a:gd name="connsiteX10451" fmla="*/ 1840980 w 2119654"/>
              <a:gd name="connsiteY10451" fmla="*/ 1499528 h 2398711"/>
              <a:gd name="connsiteX10452" fmla="*/ 1841100 w 2119654"/>
              <a:gd name="connsiteY10452" fmla="*/ 1499689 h 2398711"/>
              <a:gd name="connsiteX10453" fmla="*/ 1842828 w 2119654"/>
              <a:gd name="connsiteY10453" fmla="*/ 1498088 h 2398711"/>
              <a:gd name="connsiteX10454" fmla="*/ 1789436 w 2119654"/>
              <a:gd name="connsiteY10454" fmla="*/ 1614870 h 2398711"/>
              <a:gd name="connsiteX10455" fmla="*/ 1789734 w 2119654"/>
              <a:gd name="connsiteY10455" fmla="*/ 1615686 h 2398711"/>
              <a:gd name="connsiteX10456" fmla="*/ 1789954 w 2119654"/>
              <a:gd name="connsiteY10456" fmla="*/ 1615677 h 2398711"/>
              <a:gd name="connsiteX10457" fmla="*/ 1791244 w 2119654"/>
              <a:gd name="connsiteY10457" fmla="*/ 1614077 h 2398711"/>
              <a:gd name="connsiteX10458" fmla="*/ 1616897 w 2119654"/>
              <a:gd name="connsiteY10458" fmla="*/ 2001199 h 2398711"/>
              <a:gd name="connsiteX10459" fmla="*/ 1620036 w 2119654"/>
              <a:gd name="connsiteY10459" fmla="*/ 2001687 h 2398711"/>
              <a:gd name="connsiteX10460" fmla="*/ 1620862 w 2119654"/>
              <a:gd name="connsiteY10460" fmla="*/ 2001224 h 2398711"/>
              <a:gd name="connsiteX10461" fmla="*/ 1621062 w 2119654"/>
              <a:gd name="connsiteY10461" fmla="*/ 2001108 h 2398711"/>
              <a:gd name="connsiteX10462" fmla="*/ 1627940 w 2119654"/>
              <a:gd name="connsiteY10462" fmla="*/ 1976447 h 2398711"/>
              <a:gd name="connsiteX10463" fmla="*/ 1628207 w 2119654"/>
              <a:gd name="connsiteY10463" fmla="*/ 1977871 h 2398711"/>
              <a:gd name="connsiteX10464" fmla="*/ 1630304 w 2119654"/>
              <a:gd name="connsiteY10464" fmla="*/ 1977743 h 2398711"/>
              <a:gd name="connsiteX10465" fmla="*/ 1630970 w 2119654"/>
              <a:gd name="connsiteY10465" fmla="*/ 1977142 h 2398711"/>
              <a:gd name="connsiteX10466" fmla="*/ 1628736 w 2119654"/>
              <a:gd name="connsiteY10466" fmla="*/ 1976315 h 2398711"/>
              <a:gd name="connsiteX10467" fmla="*/ 1701877 w 2119654"/>
              <a:gd name="connsiteY10467" fmla="*/ 1810839 h 2398711"/>
              <a:gd name="connsiteX10468" fmla="*/ 1702160 w 2119654"/>
              <a:gd name="connsiteY10468" fmla="*/ 1811380 h 2398711"/>
              <a:gd name="connsiteX10469" fmla="*/ 1703911 w 2119654"/>
              <a:gd name="connsiteY10469" fmla="*/ 1810451 h 2398711"/>
              <a:gd name="connsiteX10470" fmla="*/ 1704633 w 2119654"/>
              <a:gd name="connsiteY10470" fmla="*/ 1809691 h 2398711"/>
              <a:gd name="connsiteX10471" fmla="*/ 1704317 w 2119654"/>
              <a:gd name="connsiteY10471" fmla="*/ 1809694 h 2398711"/>
              <a:gd name="connsiteX10472" fmla="*/ 1600412 w 2119654"/>
              <a:gd name="connsiteY10472" fmla="*/ 2037966 h 2398711"/>
              <a:gd name="connsiteX10473" fmla="*/ 1600298 w 2119654"/>
              <a:gd name="connsiteY10473" fmla="*/ 2038958 h 2398711"/>
              <a:gd name="connsiteX10474" fmla="*/ 1600988 w 2119654"/>
              <a:gd name="connsiteY10474" fmla="*/ 2038992 h 2398711"/>
              <a:gd name="connsiteX10475" fmla="*/ 1636265 w 2119654"/>
              <a:gd name="connsiteY10475" fmla="*/ 1957673 h 2398711"/>
              <a:gd name="connsiteX10476" fmla="*/ 1637614 w 2119654"/>
              <a:gd name="connsiteY10476" fmla="*/ 1957974 h 2398711"/>
              <a:gd name="connsiteX10477" fmla="*/ 1640143 w 2119654"/>
              <a:gd name="connsiteY10477" fmla="*/ 1957086 h 2398711"/>
              <a:gd name="connsiteX10478" fmla="*/ 1869206 w 2119654"/>
              <a:gd name="connsiteY10478" fmla="*/ 1435988 h 2398711"/>
              <a:gd name="connsiteX10479" fmla="*/ 1875162 w 2119654"/>
              <a:gd name="connsiteY10479" fmla="*/ 1434321 h 2398711"/>
              <a:gd name="connsiteX10480" fmla="*/ 1872941 w 2119654"/>
              <a:gd name="connsiteY10480" fmla="*/ 1431872 h 2398711"/>
              <a:gd name="connsiteX10481" fmla="*/ 1841545 w 2119654"/>
              <a:gd name="connsiteY10481" fmla="*/ 1497693 h 2398711"/>
              <a:gd name="connsiteX10482" fmla="*/ 1852013 w 2119654"/>
              <a:gd name="connsiteY10482" fmla="*/ 1489566 h 2398711"/>
              <a:gd name="connsiteX10483" fmla="*/ 1849826 w 2119654"/>
              <a:gd name="connsiteY10483" fmla="*/ 1485066 h 2398711"/>
              <a:gd name="connsiteX10484" fmla="*/ 1826527 w 2119654"/>
              <a:gd name="connsiteY10484" fmla="*/ 1531292 h 2398711"/>
              <a:gd name="connsiteX10485" fmla="*/ 1829384 w 2119654"/>
              <a:gd name="connsiteY10485" fmla="*/ 1537008 h 2398711"/>
              <a:gd name="connsiteX10486" fmla="*/ 1841112 w 2119654"/>
              <a:gd name="connsiteY10486" fmla="*/ 1528881 h 2398711"/>
              <a:gd name="connsiteX10487" fmla="*/ 1837623 w 2119654"/>
              <a:gd name="connsiteY10487" fmla="*/ 1525400 h 2398711"/>
              <a:gd name="connsiteX10488" fmla="*/ 1834008 w 2119654"/>
              <a:gd name="connsiteY10488" fmla="*/ 1526724 h 2398711"/>
              <a:gd name="connsiteX10489" fmla="*/ 1829168 w 2119654"/>
              <a:gd name="connsiteY10489" fmla="*/ 1528422 h 2398711"/>
              <a:gd name="connsiteX10490" fmla="*/ 1753102 w 2119654"/>
              <a:gd name="connsiteY10490" fmla="*/ 1695681 h 2398711"/>
              <a:gd name="connsiteX10491" fmla="*/ 1753167 w 2119654"/>
              <a:gd name="connsiteY10491" fmla="*/ 1696097 h 2398711"/>
              <a:gd name="connsiteX10492" fmla="*/ 1755174 w 2119654"/>
              <a:gd name="connsiteY10492" fmla="*/ 1695151 h 2398711"/>
              <a:gd name="connsiteX10493" fmla="*/ 1680115 w 2119654"/>
              <a:gd name="connsiteY10493" fmla="*/ 1859099 h 2398711"/>
              <a:gd name="connsiteX10494" fmla="*/ 1680041 w 2119654"/>
              <a:gd name="connsiteY10494" fmla="*/ 1859613 h 2398711"/>
              <a:gd name="connsiteX10495" fmla="*/ 1680438 w 2119654"/>
              <a:gd name="connsiteY10495" fmla="*/ 1859459 h 2398711"/>
              <a:gd name="connsiteX10496" fmla="*/ 1680341 w 2119654"/>
              <a:gd name="connsiteY10496" fmla="*/ 1859035 h 2398711"/>
              <a:gd name="connsiteX10497" fmla="*/ 1769636 w 2119654"/>
              <a:gd name="connsiteY10497" fmla="*/ 1658584 h 2398711"/>
              <a:gd name="connsiteX10498" fmla="*/ 1770371 w 2119654"/>
              <a:gd name="connsiteY10498" fmla="*/ 1658411 h 2398711"/>
              <a:gd name="connsiteX10499" fmla="*/ 1771372 w 2119654"/>
              <a:gd name="connsiteY10499" fmla="*/ 1656366 h 2398711"/>
              <a:gd name="connsiteX10500" fmla="*/ 1794749 w 2119654"/>
              <a:gd name="connsiteY10500" fmla="*/ 1602334 h 2398711"/>
              <a:gd name="connsiteX10501" fmla="*/ 1795530 w 2119654"/>
              <a:gd name="connsiteY10501" fmla="*/ 1601815 h 2398711"/>
              <a:gd name="connsiteX10502" fmla="*/ 1795465 w 2119654"/>
              <a:gd name="connsiteY10502" fmla="*/ 1601782 h 2398711"/>
              <a:gd name="connsiteX10503" fmla="*/ 1767486 w 2119654"/>
              <a:gd name="connsiteY10503" fmla="*/ 1663348 h 2398711"/>
              <a:gd name="connsiteX10504" fmla="*/ 1767241 w 2119654"/>
              <a:gd name="connsiteY10504" fmla="*/ 1664812 h 2398711"/>
              <a:gd name="connsiteX10505" fmla="*/ 1768088 w 2119654"/>
              <a:gd name="connsiteY10505" fmla="*/ 1663082 h 2398711"/>
              <a:gd name="connsiteX10506" fmla="*/ 1643378 w 2119654"/>
              <a:gd name="connsiteY10506" fmla="*/ 1941187 h 2398711"/>
              <a:gd name="connsiteX10507" fmla="*/ 1643433 w 2119654"/>
              <a:gd name="connsiteY10507" fmla="*/ 1942693 h 2398711"/>
              <a:gd name="connsiteX10508" fmla="*/ 1651050 w 2119654"/>
              <a:gd name="connsiteY10508" fmla="*/ 1938538 h 2398711"/>
              <a:gd name="connsiteX10509" fmla="*/ 1651397 w 2119654"/>
              <a:gd name="connsiteY10509" fmla="*/ 1937080 h 2398711"/>
              <a:gd name="connsiteX10510" fmla="*/ 1701939 w 2119654"/>
              <a:gd name="connsiteY10510" fmla="*/ 1810029 h 2398711"/>
              <a:gd name="connsiteX10511" fmla="*/ 1702613 w 2119654"/>
              <a:gd name="connsiteY10511" fmla="*/ 1809712 h 2398711"/>
              <a:gd name="connsiteX10512" fmla="*/ 1702363 w 2119654"/>
              <a:gd name="connsiteY10512" fmla="*/ 1809714 h 2398711"/>
              <a:gd name="connsiteX10513" fmla="*/ 1753061 w 2119654"/>
              <a:gd name="connsiteY10513" fmla="*/ 1695417 h 2398711"/>
              <a:gd name="connsiteX10514" fmla="*/ 1753068 w 2119654"/>
              <a:gd name="connsiteY10514" fmla="*/ 1695458 h 2398711"/>
              <a:gd name="connsiteX10515" fmla="*/ 1756251 w 2119654"/>
              <a:gd name="connsiteY10515" fmla="*/ 1694643 h 2398711"/>
              <a:gd name="connsiteX10516" fmla="*/ 1759506 w 2119654"/>
              <a:gd name="connsiteY10516" fmla="*/ 1693108 h 2398711"/>
              <a:gd name="connsiteX10517" fmla="*/ 1760065 w 2119654"/>
              <a:gd name="connsiteY10517" fmla="*/ 1689757 h 2398711"/>
              <a:gd name="connsiteX10518" fmla="*/ 1759550 w 2119654"/>
              <a:gd name="connsiteY10518" fmla="*/ 1689865 h 2398711"/>
              <a:gd name="connsiteX10519" fmla="*/ 1778090 w 2119654"/>
              <a:gd name="connsiteY10519" fmla="*/ 1639333 h 2398711"/>
              <a:gd name="connsiteX10520" fmla="*/ 1778317 w 2119654"/>
              <a:gd name="connsiteY10520" fmla="*/ 1639564 h 2398711"/>
              <a:gd name="connsiteX10521" fmla="*/ 1778901 w 2119654"/>
              <a:gd name="connsiteY10521" fmla="*/ 1639183 h 2398711"/>
              <a:gd name="connsiteX10522" fmla="*/ 1778770 w 2119654"/>
              <a:gd name="connsiteY10522" fmla="*/ 1638921 h 2398711"/>
              <a:gd name="connsiteX10523" fmla="*/ 1769128 w 2119654"/>
              <a:gd name="connsiteY10523" fmla="*/ 1659234 h 2398711"/>
              <a:gd name="connsiteX10524" fmla="*/ 1769541 w 2119654"/>
              <a:gd name="connsiteY10524" fmla="*/ 1660109 h 2398711"/>
              <a:gd name="connsiteX10525" fmla="*/ 1770249 w 2119654"/>
              <a:gd name="connsiteY10525" fmla="*/ 1658661 h 2398711"/>
              <a:gd name="connsiteX10526" fmla="*/ 1769413 w 2119654"/>
              <a:gd name="connsiteY10526" fmla="*/ 1658870 h 2398711"/>
              <a:gd name="connsiteX10527" fmla="*/ 1600582 w 2119654"/>
              <a:gd name="connsiteY10527" fmla="*/ 2036496 h 2398711"/>
              <a:gd name="connsiteX10528" fmla="*/ 1600466 w 2119654"/>
              <a:gd name="connsiteY10528" fmla="*/ 2037498 h 2398711"/>
              <a:gd name="connsiteX10529" fmla="*/ 1601287 w 2119654"/>
              <a:gd name="connsiteY10529" fmla="*/ 2039006 h 2398711"/>
              <a:gd name="connsiteX10530" fmla="*/ 1605525 w 2119654"/>
              <a:gd name="connsiteY10530" fmla="*/ 2039217 h 2398711"/>
              <a:gd name="connsiteX10531" fmla="*/ 1606150 w 2119654"/>
              <a:gd name="connsiteY10531" fmla="*/ 2038110 h 2398711"/>
              <a:gd name="connsiteX10532" fmla="*/ 1606125 w 2119654"/>
              <a:gd name="connsiteY10532" fmla="*/ 2035954 h 2398711"/>
              <a:gd name="connsiteX10533" fmla="*/ 1745323 w 2119654"/>
              <a:gd name="connsiteY10533" fmla="*/ 1712335 h 2398711"/>
              <a:gd name="connsiteX10534" fmla="*/ 1745683 w 2119654"/>
              <a:gd name="connsiteY10534" fmla="*/ 1713201 h 2398711"/>
              <a:gd name="connsiteX10535" fmla="*/ 1748222 w 2119654"/>
              <a:gd name="connsiteY10535" fmla="*/ 1712075 h 2398711"/>
              <a:gd name="connsiteX10536" fmla="*/ 1746774 w 2119654"/>
              <a:gd name="connsiteY10536" fmla="*/ 1710807 h 2398711"/>
              <a:gd name="connsiteX10537" fmla="*/ 1745663 w 2119654"/>
              <a:gd name="connsiteY10537" fmla="*/ 1711672 h 2398711"/>
              <a:gd name="connsiteX10538" fmla="*/ 1802489 w 2119654"/>
              <a:gd name="connsiteY10538" fmla="*/ 1584289 h 2398711"/>
              <a:gd name="connsiteX10539" fmla="*/ 1806612 w 2119654"/>
              <a:gd name="connsiteY10539" fmla="*/ 1583867 h 2398711"/>
              <a:gd name="connsiteX10540" fmla="*/ 1806440 w 2119654"/>
              <a:gd name="connsiteY10540" fmla="*/ 1582915 h 2398711"/>
              <a:gd name="connsiteX10541" fmla="*/ 1806385 w 2119654"/>
              <a:gd name="connsiteY10541" fmla="*/ 1582822 h 2398711"/>
              <a:gd name="connsiteX10542" fmla="*/ 1711643 w 2119654"/>
              <a:gd name="connsiteY10542" fmla="*/ 1787470 h 2398711"/>
              <a:gd name="connsiteX10543" fmla="*/ 1711648 w 2119654"/>
              <a:gd name="connsiteY10543" fmla="*/ 1787892 h 2398711"/>
              <a:gd name="connsiteX10544" fmla="*/ 1711993 w 2119654"/>
              <a:gd name="connsiteY10544" fmla="*/ 1787879 h 2398711"/>
              <a:gd name="connsiteX10545" fmla="*/ 1717997 w 2119654"/>
              <a:gd name="connsiteY10545" fmla="*/ 1784909 h 2398711"/>
              <a:gd name="connsiteX10546" fmla="*/ 1717849 w 2119654"/>
              <a:gd name="connsiteY10546" fmla="*/ 1784357 h 2398711"/>
              <a:gd name="connsiteX10547" fmla="*/ 1714658 w 2119654"/>
              <a:gd name="connsiteY10547" fmla="*/ 1785335 h 2398711"/>
              <a:gd name="connsiteX10548" fmla="*/ 1682412 w 2119654"/>
              <a:gd name="connsiteY10548" fmla="*/ 1852883 h 2398711"/>
              <a:gd name="connsiteX10549" fmla="*/ 1683831 w 2119654"/>
              <a:gd name="connsiteY10549" fmla="*/ 1852854 h 2398711"/>
              <a:gd name="connsiteX10550" fmla="*/ 1683709 w 2119654"/>
              <a:gd name="connsiteY10550" fmla="*/ 1852118 h 2398711"/>
              <a:gd name="connsiteX10551" fmla="*/ 1636672 w 2119654"/>
              <a:gd name="connsiteY10551" fmla="*/ 1955260 h 2398711"/>
              <a:gd name="connsiteX10552" fmla="*/ 1643366 w 2119654"/>
              <a:gd name="connsiteY10552" fmla="*/ 1953035 h 2398711"/>
              <a:gd name="connsiteX10553" fmla="*/ 1643323 w 2119654"/>
              <a:gd name="connsiteY10553" fmla="*/ 1951889 h 2398711"/>
              <a:gd name="connsiteX10554" fmla="*/ 1831972 w 2119654"/>
              <a:gd name="connsiteY10554" fmla="*/ 1517902 h 2398711"/>
              <a:gd name="connsiteX10555" fmla="*/ 1833780 w 2119654"/>
              <a:gd name="connsiteY10555" fmla="*/ 1519705 h 2398711"/>
              <a:gd name="connsiteX10556" fmla="*/ 1839809 w 2119654"/>
              <a:gd name="connsiteY10556" fmla="*/ 1514987 h 2398711"/>
              <a:gd name="connsiteX10557" fmla="*/ 1839099 w 2119654"/>
              <a:gd name="connsiteY10557" fmla="*/ 1514352 h 2398711"/>
              <a:gd name="connsiteX10558" fmla="*/ 1833726 w 2119654"/>
              <a:gd name="connsiteY10558" fmla="*/ 1516756 h 2398711"/>
              <a:gd name="connsiteX10559" fmla="*/ 1733072 w 2119654"/>
              <a:gd name="connsiteY10559" fmla="*/ 1739323 h 2398711"/>
              <a:gd name="connsiteX10560" fmla="*/ 1734530 w 2119654"/>
              <a:gd name="connsiteY10560" fmla="*/ 1738940 h 2398711"/>
              <a:gd name="connsiteX10561" fmla="*/ 1734171 w 2119654"/>
              <a:gd name="connsiteY10561" fmla="*/ 1738341 h 2398711"/>
              <a:gd name="connsiteX10562" fmla="*/ 1614329 w 2119654"/>
              <a:gd name="connsiteY10562" fmla="*/ 2005162 h 2398711"/>
              <a:gd name="connsiteX10563" fmla="*/ 1614450 w 2119654"/>
              <a:gd name="connsiteY10563" fmla="*/ 2006460 h 2398711"/>
              <a:gd name="connsiteX10564" fmla="*/ 1622860 w 2119654"/>
              <a:gd name="connsiteY10564" fmla="*/ 2003844 h 2398711"/>
              <a:gd name="connsiteX10565" fmla="*/ 1622848 w 2119654"/>
              <a:gd name="connsiteY10565" fmla="*/ 2003539 h 2398711"/>
              <a:gd name="connsiteX10566" fmla="*/ 1618345 w 2119654"/>
              <a:gd name="connsiteY10566" fmla="*/ 2002839 h 2398711"/>
              <a:gd name="connsiteX10567" fmla="*/ 1607577 w 2119654"/>
              <a:gd name="connsiteY10567" fmla="*/ 2020223 h 2398711"/>
              <a:gd name="connsiteX10568" fmla="*/ 1607599 w 2119654"/>
              <a:gd name="connsiteY10568" fmla="*/ 2022074 h 2398711"/>
              <a:gd name="connsiteX10569" fmla="*/ 1610574 w 2119654"/>
              <a:gd name="connsiteY10569" fmla="*/ 2021968 h 2398711"/>
              <a:gd name="connsiteX10570" fmla="*/ 1610671 w 2119654"/>
              <a:gd name="connsiteY10570" fmla="*/ 2019836 h 2398711"/>
              <a:gd name="connsiteX10571" fmla="*/ 1745199 w 2119654"/>
              <a:gd name="connsiteY10571" fmla="*/ 1712035 h 2398711"/>
              <a:gd name="connsiteX10572" fmla="*/ 1745203 w 2119654"/>
              <a:gd name="connsiteY10572" fmla="*/ 1712045 h 2398711"/>
              <a:gd name="connsiteX10573" fmla="*/ 1745215 w 2119654"/>
              <a:gd name="connsiteY10573" fmla="*/ 1712022 h 2398711"/>
              <a:gd name="connsiteX10574" fmla="*/ 1720569 w 2119654"/>
              <a:gd name="connsiteY10574" fmla="*/ 1767155 h 2398711"/>
              <a:gd name="connsiteX10575" fmla="*/ 1720716 w 2119654"/>
              <a:gd name="connsiteY10575" fmla="*/ 1767117 h 2398711"/>
              <a:gd name="connsiteX10576" fmla="*/ 1720844 w 2119654"/>
              <a:gd name="connsiteY10576" fmla="*/ 1766970 h 2398711"/>
              <a:gd name="connsiteX10577" fmla="*/ 1746889 w 2119654"/>
              <a:gd name="connsiteY10577" fmla="*/ 1708176 h 2398711"/>
              <a:gd name="connsiteX10578" fmla="*/ 1747546 w 2119654"/>
              <a:gd name="connsiteY10578" fmla="*/ 1709227 h 2398711"/>
              <a:gd name="connsiteX10579" fmla="*/ 1747598 w 2119654"/>
              <a:gd name="connsiteY10579" fmla="*/ 1709187 h 2398711"/>
              <a:gd name="connsiteX10580" fmla="*/ 1747268 w 2119654"/>
              <a:gd name="connsiteY10580" fmla="*/ 1708083 h 2398711"/>
              <a:gd name="connsiteX10581" fmla="*/ 1788037 w 2119654"/>
              <a:gd name="connsiteY10581" fmla="*/ 1615988 h 2398711"/>
              <a:gd name="connsiteX10582" fmla="*/ 1788645 w 2119654"/>
              <a:gd name="connsiteY10582" fmla="*/ 1617301 h 2398711"/>
              <a:gd name="connsiteX10583" fmla="*/ 1789623 w 2119654"/>
              <a:gd name="connsiteY10583" fmla="*/ 1616088 h 2398711"/>
              <a:gd name="connsiteX10584" fmla="*/ 1789555 w 2119654"/>
              <a:gd name="connsiteY10584" fmla="*/ 1615901 h 2398711"/>
              <a:gd name="connsiteX10585" fmla="*/ 1671668 w 2119654"/>
              <a:gd name="connsiteY10585" fmla="*/ 1876535 h 2398711"/>
              <a:gd name="connsiteX10586" fmla="*/ 1670872 w 2119654"/>
              <a:gd name="connsiteY10586" fmla="*/ 1878622 h 2398711"/>
              <a:gd name="connsiteX10587" fmla="*/ 1671841 w 2119654"/>
              <a:gd name="connsiteY10587" fmla="*/ 1878116 h 2398711"/>
              <a:gd name="connsiteX10588" fmla="*/ 1677794 w 2119654"/>
              <a:gd name="connsiteY10588" fmla="*/ 1874219 h 2398711"/>
              <a:gd name="connsiteX10589" fmla="*/ 1677976 w 2119654"/>
              <a:gd name="connsiteY10589" fmla="*/ 1872950 h 2398711"/>
              <a:gd name="connsiteX10590" fmla="*/ 1814970 w 2119654"/>
              <a:gd name="connsiteY10590" fmla="*/ 1555653 h 2398711"/>
              <a:gd name="connsiteX10591" fmla="*/ 1815002 w 2119654"/>
              <a:gd name="connsiteY10591" fmla="*/ 1555717 h 2398711"/>
              <a:gd name="connsiteX10592" fmla="*/ 1815444 w 2119654"/>
              <a:gd name="connsiteY10592" fmla="*/ 1555326 h 2398711"/>
              <a:gd name="connsiteX10593" fmla="*/ 1648614 w 2119654"/>
              <a:gd name="connsiteY10593" fmla="*/ 1928146 h 2398711"/>
              <a:gd name="connsiteX10594" fmla="*/ 1651496 w 2119654"/>
              <a:gd name="connsiteY10594" fmla="*/ 1927670 h 2398711"/>
              <a:gd name="connsiteX10595" fmla="*/ 1653907 w 2119654"/>
              <a:gd name="connsiteY10595" fmla="*/ 1926509 h 2398711"/>
              <a:gd name="connsiteX10596" fmla="*/ 1654506 w 2119654"/>
              <a:gd name="connsiteY10596" fmla="*/ 1923986 h 2398711"/>
              <a:gd name="connsiteX10597" fmla="*/ 1653303 w 2119654"/>
              <a:gd name="connsiteY10597" fmla="*/ 1924629 h 2398711"/>
              <a:gd name="connsiteX10598" fmla="*/ 1650137 w 2119654"/>
              <a:gd name="connsiteY10598" fmla="*/ 1927068 h 2398711"/>
              <a:gd name="connsiteX10599" fmla="*/ 1848301 w 2119654"/>
              <a:gd name="connsiteY10599" fmla="*/ 1480983 h 2398711"/>
              <a:gd name="connsiteX10600" fmla="*/ 1849954 w 2119654"/>
              <a:gd name="connsiteY10600" fmla="*/ 1484383 h 2398711"/>
              <a:gd name="connsiteX10601" fmla="*/ 1850034 w 2119654"/>
              <a:gd name="connsiteY10601" fmla="*/ 1484262 h 2398711"/>
              <a:gd name="connsiteX10602" fmla="*/ 1850065 w 2119654"/>
              <a:gd name="connsiteY10602" fmla="*/ 1484611 h 2398711"/>
              <a:gd name="connsiteX10603" fmla="*/ 1852348 w 2119654"/>
              <a:gd name="connsiteY10603" fmla="*/ 1489306 h 2398711"/>
              <a:gd name="connsiteX10604" fmla="*/ 1898346 w 2119654"/>
              <a:gd name="connsiteY10604" fmla="*/ 1453598 h 2398711"/>
              <a:gd name="connsiteX10605" fmla="*/ 1899740 w 2119654"/>
              <a:gd name="connsiteY10605" fmla="*/ 1451336 h 2398711"/>
              <a:gd name="connsiteX10606" fmla="*/ 1874713 w 2119654"/>
              <a:gd name="connsiteY10606" fmla="*/ 1462144 h 2398711"/>
              <a:gd name="connsiteX10607" fmla="*/ 1865608 w 2119654"/>
              <a:gd name="connsiteY10607" fmla="*/ 1466257 h 2398711"/>
              <a:gd name="connsiteX10608" fmla="*/ 1851257 w 2119654"/>
              <a:gd name="connsiteY10608" fmla="*/ 1476495 h 2398711"/>
              <a:gd name="connsiteX10609" fmla="*/ 1884155 w 2119654"/>
              <a:gd name="connsiteY10609" fmla="*/ 1400629 h 2398711"/>
              <a:gd name="connsiteX10610" fmla="*/ 1888664 w 2119654"/>
              <a:gd name="connsiteY10610" fmla="*/ 1410732 h 2398711"/>
              <a:gd name="connsiteX10611" fmla="*/ 1906858 w 2119654"/>
              <a:gd name="connsiteY10611" fmla="*/ 1390893 h 2398711"/>
              <a:gd name="connsiteX10612" fmla="*/ 1910792 w 2119654"/>
              <a:gd name="connsiteY10612" fmla="*/ 1385805 h 2398711"/>
              <a:gd name="connsiteX10613" fmla="*/ 1902717 w 2119654"/>
              <a:gd name="connsiteY10613" fmla="*/ 1388489 h 2398711"/>
              <a:gd name="connsiteX10614" fmla="*/ 1742083 w 2119654"/>
              <a:gd name="connsiteY10614" fmla="*/ 1718644 h 2398711"/>
              <a:gd name="connsiteX10615" fmla="*/ 1742188 w 2119654"/>
              <a:gd name="connsiteY10615" fmla="*/ 1718559 h 2398711"/>
              <a:gd name="connsiteX10616" fmla="*/ 1742154 w 2119654"/>
              <a:gd name="connsiteY10616" fmla="*/ 1718505 h 2398711"/>
              <a:gd name="connsiteX10617" fmla="*/ 1811048 w 2119654"/>
              <a:gd name="connsiteY10617" fmla="*/ 1564206 h 2398711"/>
              <a:gd name="connsiteX10618" fmla="*/ 1816238 w 2119654"/>
              <a:gd name="connsiteY10618" fmla="*/ 1562104 h 2398711"/>
              <a:gd name="connsiteX10619" fmla="*/ 1815548 w 2119654"/>
              <a:gd name="connsiteY10619" fmla="*/ 1560737 h 2398711"/>
              <a:gd name="connsiteX10620" fmla="*/ 1767914 w 2119654"/>
              <a:gd name="connsiteY10620" fmla="*/ 1660784 h 2398711"/>
              <a:gd name="connsiteX10621" fmla="*/ 1767506 w 2119654"/>
              <a:gd name="connsiteY10621" fmla="*/ 1663230 h 2398711"/>
              <a:gd name="connsiteX10622" fmla="*/ 1768156 w 2119654"/>
              <a:gd name="connsiteY10622" fmla="*/ 1662942 h 2398711"/>
              <a:gd name="connsiteX10623" fmla="*/ 1769241 w 2119654"/>
              <a:gd name="connsiteY10623" fmla="*/ 1660724 h 2398711"/>
              <a:gd name="connsiteX10624" fmla="*/ 1768758 w 2119654"/>
              <a:gd name="connsiteY10624" fmla="*/ 1659705 h 2398711"/>
              <a:gd name="connsiteX10625" fmla="*/ 1781318 w 2119654"/>
              <a:gd name="connsiteY10625" fmla="*/ 1630742 h 2398711"/>
              <a:gd name="connsiteX10626" fmla="*/ 1781698 w 2119654"/>
              <a:gd name="connsiteY10626" fmla="*/ 1630576 h 2398711"/>
              <a:gd name="connsiteX10627" fmla="*/ 1785496 w 2119654"/>
              <a:gd name="connsiteY10627" fmla="*/ 1625848 h 2398711"/>
              <a:gd name="connsiteX10628" fmla="*/ 1785044 w 2119654"/>
              <a:gd name="connsiteY10628" fmla="*/ 1626121 h 2398711"/>
              <a:gd name="connsiteX10629" fmla="*/ 1591384 w 2119654"/>
              <a:gd name="connsiteY10629" fmla="*/ 2056030 h 2398711"/>
              <a:gd name="connsiteX10630" fmla="*/ 1591440 w 2119654"/>
              <a:gd name="connsiteY10630" fmla="*/ 2058779 h 2398711"/>
              <a:gd name="connsiteX10631" fmla="*/ 1592541 w 2119654"/>
              <a:gd name="connsiteY10631" fmla="*/ 2058920 h 2398711"/>
              <a:gd name="connsiteX10632" fmla="*/ 1593844 w 2119654"/>
              <a:gd name="connsiteY10632" fmla="*/ 2058875 h 2398711"/>
              <a:gd name="connsiteX10633" fmla="*/ 1597561 w 2119654"/>
              <a:gd name="connsiteY10633" fmla="*/ 2053297 h 2398711"/>
              <a:gd name="connsiteX10634" fmla="*/ 1598446 w 2119654"/>
              <a:gd name="connsiteY10634" fmla="*/ 2051733 h 2398711"/>
              <a:gd name="connsiteX10635" fmla="*/ 1838901 w 2119654"/>
              <a:gd name="connsiteY10635" fmla="*/ 1501725 h 2398711"/>
              <a:gd name="connsiteX10636" fmla="*/ 1840068 w 2119654"/>
              <a:gd name="connsiteY10636" fmla="*/ 1500644 h 2398711"/>
              <a:gd name="connsiteX10637" fmla="*/ 1839877 w 2119654"/>
              <a:gd name="connsiteY10637" fmla="*/ 1500388 h 2398711"/>
              <a:gd name="connsiteX10638" fmla="*/ 1839673 w 2119654"/>
              <a:gd name="connsiteY10638" fmla="*/ 1500548 h 2398711"/>
              <a:gd name="connsiteX10639" fmla="*/ 1672648 w 2119654"/>
              <a:gd name="connsiteY10639" fmla="*/ 1873965 h 2398711"/>
              <a:gd name="connsiteX10640" fmla="*/ 1672456 w 2119654"/>
              <a:gd name="connsiteY10640" fmla="*/ 1874469 h 2398711"/>
              <a:gd name="connsiteX10641" fmla="*/ 1676629 w 2119654"/>
              <a:gd name="connsiteY10641" fmla="*/ 1872098 h 2398711"/>
              <a:gd name="connsiteX10642" fmla="*/ 1675695 w 2119654"/>
              <a:gd name="connsiteY10642" fmla="*/ 1872086 h 2398711"/>
              <a:gd name="connsiteX10643" fmla="*/ 1600757 w 2119654"/>
              <a:gd name="connsiteY10643" fmla="*/ 2034940 h 2398711"/>
              <a:gd name="connsiteX10644" fmla="*/ 1600727 w 2119654"/>
              <a:gd name="connsiteY10644" fmla="*/ 2035230 h 2398711"/>
              <a:gd name="connsiteX10645" fmla="*/ 1600640 w 2119654"/>
              <a:gd name="connsiteY10645" fmla="*/ 2035993 h 2398711"/>
              <a:gd name="connsiteX10646" fmla="*/ 1604849 w 2119654"/>
              <a:gd name="connsiteY10646" fmla="*/ 2035582 h 2398711"/>
              <a:gd name="connsiteX10647" fmla="*/ 1802100 w 2119654"/>
              <a:gd name="connsiteY10647" fmla="*/ 1584061 h 2398711"/>
              <a:gd name="connsiteX10648" fmla="*/ 1806235 w 2119654"/>
              <a:gd name="connsiteY10648" fmla="*/ 1582570 h 2398711"/>
              <a:gd name="connsiteX10649" fmla="*/ 1805623 w 2119654"/>
              <a:gd name="connsiteY10649" fmla="*/ 1581535 h 2398711"/>
              <a:gd name="connsiteX10650" fmla="*/ 1776896 w 2119654"/>
              <a:gd name="connsiteY10650" fmla="*/ 1640494 h 2398711"/>
              <a:gd name="connsiteX10651" fmla="*/ 1777586 w 2119654"/>
              <a:gd name="connsiteY10651" fmla="*/ 1640042 h 2398711"/>
              <a:gd name="connsiteX10652" fmla="*/ 1777399 w 2119654"/>
              <a:gd name="connsiteY10652" fmla="*/ 1639866 h 2398711"/>
              <a:gd name="connsiteX10653" fmla="*/ 1750717 w 2119654"/>
              <a:gd name="connsiteY10653" fmla="*/ 1699055 h 2398711"/>
              <a:gd name="connsiteX10654" fmla="*/ 1751579 w 2119654"/>
              <a:gd name="connsiteY10654" fmla="*/ 1699016 h 2398711"/>
              <a:gd name="connsiteX10655" fmla="*/ 1752530 w 2119654"/>
              <a:gd name="connsiteY10655" fmla="*/ 1698831 h 2398711"/>
              <a:gd name="connsiteX10656" fmla="*/ 1752329 w 2119654"/>
              <a:gd name="connsiteY10656" fmla="*/ 1697536 h 2398711"/>
              <a:gd name="connsiteX10657" fmla="*/ 1752287 w 2119654"/>
              <a:gd name="connsiteY10657" fmla="*/ 1697459 h 2398711"/>
              <a:gd name="connsiteX10658" fmla="*/ 1751336 w 2119654"/>
              <a:gd name="connsiteY10658" fmla="*/ 1697907 h 2398711"/>
              <a:gd name="connsiteX10659" fmla="*/ 1741000 w 2119654"/>
              <a:gd name="connsiteY10659" fmla="*/ 1720752 h 2398711"/>
              <a:gd name="connsiteX10660" fmla="*/ 1742383 w 2119654"/>
              <a:gd name="connsiteY10660" fmla="*/ 1720373 h 2398711"/>
              <a:gd name="connsiteX10661" fmla="*/ 1742468 w 2119654"/>
              <a:gd name="connsiteY10661" fmla="*/ 1718989 h 2398711"/>
              <a:gd name="connsiteX10662" fmla="*/ 1742327 w 2119654"/>
              <a:gd name="connsiteY10662" fmla="*/ 1718772 h 2398711"/>
              <a:gd name="connsiteX10663" fmla="*/ 1741799 w 2119654"/>
              <a:gd name="connsiteY10663" fmla="*/ 1719198 h 2398711"/>
              <a:gd name="connsiteX10664" fmla="*/ 1788916 w 2119654"/>
              <a:gd name="connsiteY10664" fmla="*/ 1613444 h 2398711"/>
              <a:gd name="connsiteX10665" fmla="*/ 1789270 w 2119654"/>
              <a:gd name="connsiteY10665" fmla="*/ 1614416 h 2398711"/>
              <a:gd name="connsiteX10666" fmla="*/ 1791901 w 2119654"/>
              <a:gd name="connsiteY10666" fmla="*/ 1613262 h 2398711"/>
              <a:gd name="connsiteX10667" fmla="*/ 1792982 w 2119654"/>
              <a:gd name="connsiteY10667" fmla="*/ 1611922 h 2398711"/>
              <a:gd name="connsiteX10668" fmla="*/ 1793153 w 2119654"/>
              <a:gd name="connsiteY10668" fmla="*/ 1611560 h 2398711"/>
              <a:gd name="connsiteX10669" fmla="*/ 1789921 w 2119654"/>
              <a:gd name="connsiteY10669" fmla="*/ 1612895 h 2398711"/>
              <a:gd name="connsiteX10670" fmla="*/ 1824731 w 2119654"/>
              <a:gd name="connsiteY10670" fmla="*/ 1533244 h 2398711"/>
              <a:gd name="connsiteX10671" fmla="*/ 1826047 w 2119654"/>
              <a:gd name="connsiteY10671" fmla="*/ 1538233 h 2398711"/>
              <a:gd name="connsiteX10672" fmla="*/ 1826350 w 2119654"/>
              <a:gd name="connsiteY10672" fmla="*/ 1538438 h 2398711"/>
              <a:gd name="connsiteX10673" fmla="*/ 1827593 w 2119654"/>
              <a:gd name="connsiteY10673" fmla="*/ 1538250 h 2398711"/>
              <a:gd name="connsiteX10674" fmla="*/ 1829126 w 2119654"/>
              <a:gd name="connsiteY10674" fmla="*/ 1537188 h 2398711"/>
              <a:gd name="connsiteX10675" fmla="*/ 1826302 w 2119654"/>
              <a:gd name="connsiteY10675" fmla="*/ 1531537 h 2398711"/>
              <a:gd name="connsiteX10676" fmla="*/ 1599954 w 2119654"/>
              <a:gd name="connsiteY10676" fmla="*/ 2036558 h 2398711"/>
              <a:gd name="connsiteX10677" fmla="*/ 1600160 w 2119654"/>
              <a:gd name="connsiteY10677" fmla="*/ 2036937 h 2398711"/>
              <a:gd name="connsiteX10678" fmla="*/ 1600201 w 2119654"/>
              <a:gd name="connsiteY10678" fmla="*/ 2036534 h 2398711"/>
              <a:gd name="connsiteX10679" fmla="*/ 1673142 w 2119654"/>
              <a:gd name="connsiteY10679" fmla="*/ 1872671 h 2398711"/>
              <a:gd name="connsiteX10680" fmla="*/ 1672891 w 2119654"/>
              <a:gd name="connsiteY10680" fmla="*/ 1873329 h 2398711"/>
              <a:gd name="connsiteX10681" fmla="*/ 1674922 w 2119654"/>
              <a:gd name="connsiteY10681" fmla="*/ 1872078 h 2398711"/>
              <a:gd name="connsiteX10682" fmla="*/ 1674320 w 2119654"/>
              <a:gd name="connsiteY10682" fmla="*/ 1872071 h 2398711"/>
              <a:gd name="connsiteX10683" fmla="*/ 1884089 w 2119654"/>
              <a:gd name="connsiteY10683" fmla="*/ 1400244 h 2398711"/>
              <a:gd name="connsiteX10684" fmla="*/ 1901389 w 2119654"/>
              <a:gd name="connsiteY10684" fmla="*/ 1388931 h 2398711"/>
              <a:gd name="connsiteX10685" fmla="*/ 1898298 w 2119654"/>
              <a:gd name="connsiteY10685" fmla="*/ 1389958 h 2398711"/>
              <a:gd name="connsiteX10686" fmla="*/ 1893108 w 2119654"/>
              <a:gd name="connsiteY10686" fmla="*/ 1391606 h 2398711"/>
              <a:gd name="connsiteX10687" fmla="*/ 1740338 w 2119654"/>
              <a:gd name="connsiteY10687" fmla="*/ 1722040 h 2398711"/>
              <a:gd name="connsiteX10688" fmla="*/ 1741284 w 2119654"/>
              <a:gd name="connsiteY10688" fmla="*/ 1722983 h 2398711"/>
              <a:gd name="connsiteX10689" fmla="*/ 1741974 w 2119654"/>
              <a:gd name="connsiteY10689" fmla="*/ 1722758 h 2398711"/>
              <a:gd name="connsiteX10690" fmla="*/ 1742207 w 2119654"/>
              <a:gd name="connsiteY10690" fmla="*/ 1722566 h 2398711"/>
              <a:gd name="connsiteX10691" fmla="*/ 1742251 w 2119654"/>
              <a:gd name="connsiteY10691" fmla="*/ 1722526 h 2398711"/>
              <a:gd name="connsiteX10692" fmla="*/ 1742359 w 2119654"/>
              <a:gd name="connsiteY10692" fmla="*/ 1720765 h 2398711"/>
              <a:gd name="connsiteX10693" fmla="*/ 1740769 w 2119654"/>
              <a:gd name="connsiteY10693" fmla="*/ 1721202 h 2398711"/>
              <a:gd name="connsiteX10694" fmla="*/ 1630052 w 2119654"/>
              <a:gd name="connsiteY10694" fmla="*/ 1968982 h 2398711"/>
              <a:gd name="connsiteX10695" fmla="*/ 1630150 w 2119654"/>
              <a:gd name="connsiteY10695" fmla="*/ 1970223 h 2398711"/>
              <a:gd name="connsiteX10696" fmla="*/ 1629957 w 2119654"/>
              <a:gd name="connsiteY10696" fmla="*/ 1970461 h 2398711"/>
              <a:gd name="connsiteX10697" fmla="*/ 1632870 w 2119654"/>
              <a:gd name="connsiteY10697" fmla="*/ 1969930 h 2398711"/>
              <a:gd name="connsiteX10698" fmla="*/ 1632319 w 2119654"/>
              <a:gd name="connsiteY10698" fmla="*/ 1968662 h 2398711"/>
              <a:gd name="connsiteX10699" fmla="*/ 1795917 w 2119654"/>
              <a:gd name="connsiteY10699" fmla="*/ 1597562 h 2398711"/>
              <a:gd name="connsiteX10700" fmla="*/ 1797634 w 2119654"/>
              <a:gd name="connsiteY10700" fmla="*/ 1599224 h 2398711"/>
              <a:gd name="connsiteX10701" fmla="*/ 1798028 w 2119654"/>
              <a:gd name="connsiteY10701" fmla="*/ 1599146 h 2398711"/>
              <a:gd name="connsiteX10702" fmla="*/ 1803456 w 2119654"/>
              <a:gd name="connsiteY10702" fmla="*/ 1594979 h 2398711"/>
              <a:gd name="connsiteX10703" fmla="*/ 1801468 w 2119654"/>
              <a:gd name="connsiteY10703" fmla="*/ 1595324 h 2398711"/>
              <a:gd name="connsiteX10704" fmla="*/ 1798570 w 2119654"/>
              <a:gd name="connsiteY10704" fmla="*/ 1596118 h 2398711"/>
              <a:gd name="connsiteX10705" fmla="*/ 1797920 w 2119654"/>
              <a:gd name="connsiteY10705" fmla="*/ 1596246 h 2398711"/>
              <a:gd name="connsiteX10706" fmla="*/ 1797824 w 2119654"/>
              <a:gd name="connsiteY10706" fmla="*/ 1596311 h 2398711"/>
              <a:gd name="connsiteX10707" fmla="*/ 1613723 w 2119654"/>
              <a:gd name="connsiteY10707" fmla="*/ 2005513 h 2398711"/>
              <a:gd name="connsiteX10708" fmla="*/ 1613669 w 2119654"/>
              <a:gd name="connsiteY10708" fmla="*/ 2006703 h 2398711"/>
              <a:gd name="connsiteX10709" fmla="*/ 1614060 w 2119654"/>
              <a:gd name="connsiteY10709" fmla="*/ 2006581 h 2398711"/>
              <a:gd name="connsiteX10710" fmla="*/ 1613989 w 2119654"/>
              <a:gd name="connsiteY10710" fmla="*/ 2005810 h 2398711"/>
              <a:gd name="connsiteX10711" fmla="*/ 1613933 w 2119654"/>
              <a:gd name="connsiteY10711" fmla="*/ 2005391 h 2398711"/>
              <a:gd name="connsiteX10712" fmla="*/ 1787844 w 2119654"/>
              <a:gd name="connsiteY10712" fmla="*/ 1615568 h 2398711"/>
              <a:gd name="connsiteX10713" fmla="*/ 1787934 w 2119654"/>
              <a:gd name="connsiteY10713" fmla="*/ 1615766 h 2398711"/>
              <a:gd name="connsiteX10714" fmla="*/ 1789482 w 2119654"/>
              <a:gd name="connsiteY10714" fmla="*/ 1615698 h 2398711"/>
              <a:gd name="connsiteX10715" fmla="*/ 1789215 w 2119654"/>
              <a:gd name="connsiteY10715" fmla="*/ 1614967 h 2398711"/>
              <a:gd name="connsiteX10716" fmla="*/ 1776381 w 2119654"/>
              <a:gd name="connsiteY10716" fmla="*/ 1641150 h 2398711"/>
              <a:gd name="connsiteX10717" fmla="*/ 1776352 w 2119654"/>
              <a:gd name="connsiteY10717" fmla="*/ 1642730 h 2398711"/>
              <a:gd name="connsiteX10718" fmla="*/ 1778686 w 2119654"/>
              <a:gd name="connsiteY10718" fmla="*/ 1641075 h 2398711"/>
              <a:gd name="connsiteX10719" fmla="*/ 1777787 w 2119654"/>
              <a:gd name="connsiteY10719" fmla="*/ 1640230 h 2398711"/>
              <a:gd name="connsiteX10720" fmla="*/ 1867832 w 2119654"/>
              <a:gd name="connsiteY10720" fmla="*/ 1436373 h 2398711"/>
              <a:gd name="connsiteX10721" fmla="*/ 1867914 w 2119654"/>
              <a:gd name="connsiteY10721" fmla="*/ 1436350 h 2398711"/>
              <a:gd name="connsiteX10722" fmla="*/ 1869051 w 2119654"/>
              <a:gd name="connsiteY10722" fmla="*/ 1435097 h 2398711"/>
              <a:gd name="connsiteX10723" fmla="*/ 1622641 w 2119654"/>
              <a:gd name="connsiteY10723" fmla="*/ 1985367 h 2398711"/>
              <a:gd name="connsiteX10724" fmla="*/ 1622780 w 2119654"/>
              <a:gd name="connsiteY10724" fmla="*/ 1988965 h 2398711"/>
              <a:gd name="connsiteX10725" fmla="*/ 1629293 w 2119654"/>
              <a:gd name="connsiteY10725" fmla="*/ 1986178 h 2398711"/>
              <a:gd name="connsiteX10726" fmla="*/ 1628466 w 2119654"/>
              <a:gd name="connsiteY10726" fmla="*/ 1981773 h 2398711"/>
              <a:gd name="connsiteX10727" fmla="*/ 1628110 w 2119654"/>
              <a:gd name="connsiteY10727" fmla="*/ 1981756 h 2398711"/>
              <a:gd name="connsiteX10728" fmla="*/ 1626002 w 2119654"/>
              <a:gd name="connsiteY10728" fmla="*/ 1982555 h 2398711"/>
              <a:gd name="connsiteX10729" fmla="*/ 1625156 w 2119654"/>
              <a:gd name="connsiteY10729" fmla="*/ 1983100 h 2398711"/>
              <a:gd name="connsiteX10730" fmla="*/ 1739565 w 2119654"/>
              <a:gd name="connsiteY10730" fmla="*/ 1723545 h 2398711"/>
              <a:gd name="connsiteX10731" fmla="*/ 1739782 w 2119654"/>
              <a:gd name="connsiteY10731" fmla="*/ 1723475 h 2398711"/>
              <a:gd name="connsiteX10732" fmla="*/ 1739657 w 2119654"/>
              <a:gd name="connsiteY10732" fmla="*/ 1723367 h 2398711"/>
              <a:gd name="connsiteX10733" fmla="*/ 1600851 w 2119654"/>
              <a:gd name="connsiteY10733" fmla="*/ 2034010 h 2398711"/>
              <a:gd name="connsiteX10734" fmla="*/ 1600779 w 2119654"/>
              <a:gd name="connsiteY10734" fmla="*/ 2034718 h 2398711"/>
              <a:gd name="connsiteX10735" fmla="*/ 1604318 w 2119654"/>
              <a:gd name="connsiteY10735" fmla="*/ 2035322 h 2398711"/>
              <a:gd name="connsiteX10736" fmla="*/ 1605544 w 2119654"/>
              <a:gd name="connsiteY10736" fmla="*/ 2035514 h 2398711"/>
              <a:gd name="connsiteX10737" fmla="*/ 1606118 w 2119654"/>
              <a:gd name="connsiteY10737" fmla="*/ 2035458 h 2398711"/>
              <a:gd name="connsiteX10738" fmla="*/ 1606062 w 2119654"/>
              <a:gd name="connsiteY10738" fmla="*/ 2030702 h 2398711"/>
              <a:gd name="connsiteX10739" fmla="*/ 1604938 w 2119654"/>
              <a:gd name="connsiteY10739" fmla="*/ 2030899 h 2398711"/>
              <a:gd name="connsiteX10740" fmla="*/ 1714473 w 2119654"/>
              <a:gd name="connsiteY10740" fmla="*/ 1779478 h 2398711"/>
              <a:gd name="connsiteX10741" fmla="*/ 1716226 w 2119654"/>
              <a:gd name="connsiteY10741" fmla="*/ 1778334 h 2398711"/>
              <a:gd name="connsiteX10742" fmla="*/ 1715956 w 2119654"/>
              <a:gd name="connsiteY10742" fmla="*/ 1777334 h 2398711"/>
              <a:gd name="connsiteX10743" fmla="*/ 1598407 w 2119654"/>
              <a:gd name="connsiteY10743" fmla="*/ 2039330 h 2398711"/>
              <a:gd name="connsiteX10744" fmla="*/ 1599871 w 2119654"/>
              <a:gd name="connsiteY10744" fmla="*/ 2039792 h 2398711"/>
              <a:gd name="connsiteX10745" fmla="*/ 1599910 w 2119654"/>
              <a:gd name="connsiteY10745" fmla="*/ 2039405 h 2398711"/>
              <a:gd name="connsiteX10746" fmla="*/ 1738504 w 2119654"/>
              <a:gd name="connsiteY10746" fmla="*/ 1725611 h 2398711"/>
              <a:gd name="connsiteX10747" fmla="*/ 1740426 w 2119654"/>
              <a:gd name="connsiteY10747" fmla="*/ 1724030 h 2398711"/>
              <a:gd name="connsiteX10748" fmla="*/ 1740303 w 2119654"/>
              <a:gd name="connsiteY10748" fmla="*/ 1723924 h 2398711"/>
              <a:gd name="connsiteX10749" fmla="*/ 1739172 w 2119654"/>
              <a:gd name="connsiteY10749" fmla="*/ 1724311 h 2398711"/>
              <a:gd name="connsiteX10750" fmla="*/ 1819274 w 2119654"/>
              <a:gd name="connsiteY10750" fmla="*/ 1544743 h 2398711"/>
              <a:gd name="connsiteX10751" fmla="*/ 1819816 w 2119654"/>
              <a:gd name="connsiteY10751" fmla="*/ 1549464 h 2398711"/>
              <a:gd name="connsiteX10752" fmla="*/ 1821053 w 2119654"/>
              <a:gd name="connsiteY10752" fmla="*/ 1548995 h 2398711"/>
              <a:gd name="connsiteX10753" fmla="*/ 1823136 w 2119654"/>
              <a:gd name="connsiteY10753" fmla="*/ 1548148 h 2398711"/>
              <a:gd name="connsiteX10754" fmla="*/ 1823946 w 2119654"/>
              <a:gd name="connsiteY10754" fmla="*/ 1547371 h 2398711"/>
              <a:gd name="connsiteX10755" fmla="*/ 1822363 w 2119654"/>
              <a:gd name="connsiteY10755" fmla="*/ 1542602 h 2398711"/>
              <a:gd name="connsiteX10756" fmla="*/ 1656481 w 2119654"/>
              <a:gd name="connsiteY10756" fmla="*/ 1909111 h 2398711"/>
              <a:gd name="connsiteX10757" fmla="*/ 1658110 w 2119654"/>
              <a:gd name="connsiteY10757" fmla="*/ 1908811 h 2398711"/>
              <a:gd name="connsiteX10758" fmla="*/ 1658232 w 2119654"/>
              <a:gd name="connsiteY10758" fmla="*/ 1908298 h 2398711"/>
              <a:gd name="connsiteX10759" fmla="*/ 1794183 w 2119654"/>
              <a:gd name="connsiteY10759" fmla="*/ 1600699 h 2398711"/>
              <a:gd name="connsiteX10760" fmla="*/ 1795273 w 2119654"/>
              <a:gd name="connsiteY10760" fmla="*/ 1601261 h 2398711"/>
              <a:gd name="connsiteX10761" fmla="*/ 1796645 w 2119654"/>
              <a:gd name="connsiteY10761" fmla="*/ 1600207 h 2398711"/>
              <a:gd name="connsiteX10762" fmla="*/ 1705063 w 2119654"/>
              <a:gd name="connsiteY10762" fmla="*/ 1800250 h 2398711"/>
              <a:gd name="connsiteX10763" fmla="*/ 1708010 w 2119654"/>
              <a:gd name="connsiteY10763" fmla="*/ 1799992 h 2398711"/>
              <a:gd name="connsiteX10764" fmla="*/ 1707728 w 2119654"/>
              <a:gd name="connsiteY10764" fmla="*/ 1799090 h 2398711"/>
              <a:gd name="connsiteX10765" fmla="*/ 1624166 w 2119654"/>
              <a:gd name="connsiteY10765" fmla="*/ 1981392 h 2398711"/>
              <a:gd name="connsiteX10766" fmla="*/ 1626056 w 2119654"/>
              <a:gd name="connsiteY10766" fmla="*/ 1981488 h 2398711"/>
              <a:gd name="connsiteX10767" fmla="*/ 1626543 w 2119654"/>
              <a:gd name="connsiteY10767" fmla="*/ 1981082 h 2398711"/>
              <a:gd name="connsiteX10768" fmla="*/ 1720840 w 2119654"/>
              <a:gd name="connsiteY10768" fmla="*/ 1764884 h 2398711"/>
              <a:gd name="connsiteX10769" fmla="*/ 1722847 w 2119654"/>
              <a:gd name="connsiteY10769" fmla="*/ 1764662 h 2398711"/>
              <a:gd name="connsiteX10770" fmla="*/ 1722902 w 2119654"/>
              <a:gd name="connsiteY10770" fmla="*/ 1764598 h 2398711"/>
              <a:gd name="connsiteX10771" fmla="*/ 1722757 w 2119654"/>
              <a:gd name="connsiteY10771" fmla="*/ 1763821 h 2398711"/>
              <a:gd name="connsiteX10772" fmla="*/ 1768268 w 2119654"/>
              <a:gd name="connsiteY10772" fmla="*/ 1658666 h 2398711"/>
              <a:gd name="connsiteX10773" fmla="*/ 1768226 w 2119654"/>
              <a:gd name="connsiteY10773" fmla="*/ 1658914 h 2398711"/>
              <a:gd name="connsiteX10774" fmla="*/ 1768369 w 2119654"/>
              <a:gd name="connsiteY10774" fmla="*/ 1658880 h 2398711"/>
              <a:gd name="connsiteX10775" fmla="*/ 1768552 w 2119654"/>
              <a:gd name="connsiteY10775" fmla="*/ 1658017 h 2398711"/>
              <a:gd name="connsiteX10776" fmla="*/ 1768774 w 2119654"/>
              <a:gd name="connsiteY10776" fmla="*/ 1658485 h 2398711"/>
              <a:gd name="connsiteX10777" fmla="*/ 1772334 w 2119654"/>
              <a:gd name="connsiteY10777" fmla="*/ 1653956 h 2398711"/>
              <a:gd name="connsiteX10778" fmla="*/ 1772220 w 2119654"/>
              <a:gd name="connsiteY10778" fmla="*/ 1653834 h 2398711"/>
              <a:gd name="connsiteX10779" fmla="*/ 1707318 w 2119654"/>
              <a:gd name="connsiteY10779" fmla="*/ 1795089 h 2398711"/>
              <a:gd name="connsiteX10780" fmla="*/ 1707375 w 2119654"/>
              <a:gd name="connsiteY10780" fmla="*/ 1795268 h 2398711"/>
              <a:gd name="connsiteX10781" fmla="*/ 1707689 w 2119654"/>
              <a:gd name="connsiteY10781" fmla="*/ 1796747 h 2398711"/>
              <a:gd name="connsiteX10782" fmla="*/ 1708939 w 2119654"/>
              <a:gd name="connsiteY10782" fmla="*/ 1796636 h 2398711"/>
              <a:gd name="connsiteX10783" fmla="*/ 1708915 w 2119654"/>
              <a:gd name="connsiteY10783" fmla="*/ 1794635 h 2398711"/>
              <a:gd name="connsiteX10784" fmla="*/ 1657953 w 2119654"/>
              <a:gd name="connsiteY10784" fmla="*/ 1905587 h 2398711"/>
              <a:gd name="connsiteX10785" fmla="*/ 1658163 w 2119654"/>
              <a:gd name="connsiteY10785" fmla="*/ 1906152 h 2398711"/>
              <a:gd name="connsiteX10786" fmla="*/ 1658770 w 2119654"/>
              <a:gd name="connsiteY10786" fmla="*/ 1906029 h 2398711"/>
              <a:gd name="connsiteX10787" fmla="*/ 1659475 w 2119654"/>
              <a:gd name="connsiteY10787" fmla="*/ 1903064 h 2398711"/>
              <a:gd name="connsiteX10788" fmla="*/ 1659270 w 2119654"/>
              <a:gd name="connsiteY10788" fmla="*/ 1903085 h 2398711"/>
              <a:gd name="connsiteX10789" fmla="*/ 1676020 w 2119654"/>
              <a:gd name="connsiteY10789" fmla="*/ 1865127 h 2398711"/>
              <a:gd name="connsiteX10790" fmla="*/ 1674921 w 2119654"/>
              <a:gd name="connsiteY10790" fmla="*/ 1868009 h 2398711"/>
              <a:gd name="connsiteX10791" fmla="*/ 1679032 w 2119654"/>
              <a:gd name="connsiteY10791" fmla="*/ 1865595 h 2398711"/>
              <a:gd name="connsiteX10792" fmla="*/ 1679224 w 2119654"/>
              <a:gd name="connsiteY10792" fmla="*/ 1864262 h 2398711"/>
              <a:gd name="connsiteX10793" fmla="*/ 1742398 w 2119654"/>
              <a:gd name="connsiteY10793" fmla="*/ 1716489 h 2398711"/>
              <a:gd name="connsiteX10794" fmla="*/ 1742602 w 2119654"/>
              <a:gd name="connsiteY10794" fmla="*/ 1716804 h 2398711"/>
              <a:gd name="connsiteX10795" fmla="*/ 1742627 w 2119654"/>
              <a:gd name="connsiteY10795" fmla="*/ 1716386 h 2398711"/>
              <a:gd name="connsiteX10796" fmla="*/ 1701003 w 2119654"/>
              <a:gd name="connsiteY10796" fmla="*/ 1809170 h 2398711"/>
              <a:gd name="connsiteX10797" fmla="*/ 1701178 w 2119654"/>
              <a:gd name="connsiteY10797" fmla="*/ 1809505 h 2398711"/>
              <a:gd name="connsiteX10798" fmla="*/ 1701274 w 2119654"/>
              <a:gd name="connsiteY10798" fmla="*/ 1809504 h 2398711"/>
              <a:gd name="connsiteX10799" fmla="*/ 1701877 w 2119654"/>
              <a:gd name="connsiteY10799" fmla="*/ 1809141 h 2398711"/>
              <a:gd name="connsiteX10800" fmla="*/ 1633686 w 2119654"/>
              <a:gd name="connsiteY10800" fmla="*/ 1959883 h 2398711"/>
              <a:gd name="connsiteX10801" fmla="*/ 1635275 w 2119654"/>
              <a:gd name="connsiteY10801" fmla="*/ 1963532 h 2398711"/>
              <a:gd name="connsiteX10802" fmla="*/ 1643353 w 2119654"/>
              <a:gd name="connsiteY10802" fmla="*/ 1962103 h 2398711"/>
              <a:gd name="connsiteX10803" fmla="*/ 1643670 w 2119654"/>
              <a:gd name="connsiteY10803" fmla="*/ 1961341 h 2398711"/>
              <a:gd name="connsiteX10804" fmla="*/ 1643607 w 2119654"/>
              <a:gd name="connsiteY10804" fmla="*/ 1959634 h 2398711"/>
              <a:gd name="connsiteX10805" fmla="*/ 1637831 w 2119654"/>
              <a:gd name="connsiteY10805" fmla="*/ 1958429 h 2398711"/>
              <a:gd name="connsiteX10806" fmla="*/ 1578015 w 2119654"/>
              <a:gd name="connsiteY10806" fmla="*/ 2084499 h 2398711"/>
              <a:gd name="connsiteX10807" fmla="*/ 1581305 w 2119654"/>
              <a:gd name="connsiteY10807" fmla="*/ 2085717 h 2398711"/>
              <a:gd name="connsiteX10808" fmla="*/ 1581384 w 2119654"/>
              <a:gd name="connsiteY10808" fmla="*/ 2085734 h 2398711"/>
              <a:gd name="connsiteX10809" fmla="*/ 1590614 w 2119654"/>
              <a:gd name="connsiteY10809" fmla="*/ 2087679 h 2398711"/>
              <a:gd name="connsiteX10810" fmla="*/ 1589891 w 2119654"/>
              <a:gd name="connsiteY10810" fmla="*/ 2066678 h 2398711"/>
              <a:gd name="connsiteX10811" fmla="*/ 1657596 w 2119654"/>
              <a:gd name="connsiteY10811" fmla="*/ 1906265 h 2398711"/>
              <a:gd name="connsiteX10812" fmla="*/ 1657798 w 2119654"/>
              <a:gd name="connsiteY10812" fmla="*/ 1906224 h 2398711"/>
              <a:gd name="connsiteX10813" fmla="*/ 1657723 w 2119654"/>
              <a:gd name="connsiteY10813" fmla="*/ 1906023 h 2398711"/>
              <a:gd name="connsiteX10814" fmla="*/ 1814545 w 2119654"/>
              <a:gd name="connsiteY10814" fmla="*/ 1554813 h 2398711"/>
              <a:gd name="connsiteX10815" fmla="*/ 1814668 w 2119654"/>
              <a:gd name="connsiteY10815" fmla="*/ 1555055 h 2398711"/>
              <a:gd name="connsiteX10816" fmla="*/ 1815701 w 2119654"/>
              <a:gd name="connsiteY10816" fmla="*/ 1554342 h 2398711"/>
              <a:gd name="connsiteX10817" fmla="*/ 1627424 w 2119654"/>
              <a:gd name="connsiteY10817" fmla="*/ 1973698 h 2398711"/>
              <a:gd name="connsiteX10818" fmla="*/ 1627432 w 2119654"/>
              <a:gd name="connsiteY10818" fmla="*/ 1973744 h 2398711"/>
              <a:gd name="connsiteX10819" fmla="*/ 1627658 w 2119654"/>
              <a:gd name="connsiteY10819" fmla="*/ 1973709 h 2398711"/>
              <a:gd name="connsiteX10820" fmla="*/ 1613780 w 2119654"/>
              <a:gd name="connsiteY10820" fmla="*/ 2004249 h 2398711"/>
              <a:gd name="connsiteX10821" fmla="*/ 1613736 w 2119654"/>
              <a:gd name="connsiteY10821" fmla="*/ 2005218 h 2398711"/>
              <a:gd name="connsiteX10822" fmla="*/ 1613898 w 2119654"/>
              <a:gd name="connsiteY10822" fmla="*/ 2005127 h 2398711"/>
              <a:gd name="connsiteX10823" fmla="*/ 1779663 w 2119654"/>
              <a:gd name="connsiteY10823" fmla="*/ 1632794 h 2398711"/>
              <a:gd name="connsiteX10824" fmla="*/ 1780172 w 2119654"/>
              <a:gd name="connsiteY10824" fmla="*/ 1632477 h 2398711"/>
              <a:gd name="connsiteX10825" fmla="*/ 1780784 w 2119654"/>
              <a:gd name="connsiteY10825" fmla="*/ 1631715 h 2398711"/>
              <a:gd name="connsiteX10826" fmla="*/ 1780398 w 2119654"/>
              <a:gd name="connsiteY10826" fmla="*/ 1631883 h 2398711"/>
              <a:gd name="connsiteX10827" fmla="*/ 1577739 w 2119654"/>
              <a:gd name="connsiteY10827" fmla="*/ 2084913 h 2398711"/>
              <a:gd name="connsiteX10828" fmla="*/ 1580162 w 2119654"/>
              <a:gd name="connsiteY10828" fmla="*/ 2085458 h 2398711"/>
              <a:gd name="connsiteX10829" fmla="*/ 1577927 w 2119654"/>
              <a:gd name="connsiteY10829" fmla="*/ 2084631 h 2398711"/>
              <a:gd name="connsiteX10830" fmla="*/ 1825701 w 2119654"/>
              <a:gd name="connsiteY10830" fmla="*/ 1529639 h 2398711"/>
              <a:gd name="connsiteX10831" fmla="*/ 1826422 w 2119654"/>
              <a:gd name="connsiteY10831" fmla="*/ 1531083 h 2398711"/>
              <a:gd name="connsiteX10832" fmla="*/ 1828729 w 2119654"/>
              <a:gd name="connsiteY10832" fmla="*/ 1528576 h 2398711"/>
              <a:gd name="connsiteX10833" fmla="*/ 1635254 w 2119654"/>
              <a:gd name="connsiteY10833" fmla="*/ 1956048 h 2398711"/>
              <a:gd name="connsiteX10834" fmla="*/ 1643466 w 2119654"/>
              <a:gd name="connsiteY10834" fmla="*/ 1955765 h 2398711"/>
              <a:gd name="connsiteX10835" fmla="*/ 1643377 w 2119654"/>
              <a:gd name="connsiteY10835" fmla="*/ 1953348 h 2398711"/>
              <a:gd name="connsiteX10836" fmla="*/ 1730968 w 2119654"/>
              <a:gd name="connsiteY10836" fmla="*/ 1741722 h 2398711"/>
              <a:gd name="connsiteX10837" fmla="*/ 1736583 w 2119654"/>
              <a:gd name="connsiteY10837" fmla="*/ 1742363 h 2398711"/>
              <a:gd name="connsiteX10838" fmla="*/ 1735139 w 2119654"/>
              <a:gd name="connsiteY10838" fmla="*/ 1739956 h 2398711"/>
              <a:gd name="connsiteX10839" fmla="*/ 1732341 w 2119654"/>
              <a:gd name="connsiteY10839" fmla="*/ 1741155 h 2398711"/>
              <a:gd name="connsiteX10840" fmla="*/ 1719949 w 2119654"/>
              <a:gd name="connsiteY10840" fmla="*/ 1766370 h 2398711"/>
              <a:gd name="connsiteX10841" fmla="*/ 1719927 w 2119654"/>
              <a:gd name="connsiteY10841" fmla="*/ 1767322 h 2398711"/>
              <a:gd name="connsiteX10842" fmla="*/ 1719969 w 2119654"/>
              <a:gd name="connsiteY10842" fmla="*/ 1767311 h 2398711"/>
              <a:gd name="connsiteX10843" fmla="*/ 1721361 w 2119654"/>
              <a:gd name="connsiteY10843" fmla="*/ 1766374 h 2398711"/>
              <a:gd name="connsiteX10844" fmla="*/ 1721514 w 2119654"/>
              <a:gd name="connsiteY10844" fmla="*/ 1766197 h 2398711"/>
              <a:gd name="connsiteX10845" fmla="*/ 1906069 w 2119654"/>
              <a:gd name="connsiteY10845" fmla="*/ 1349584 h 2398711"/>
              <a:gd name="connsiteX10846" fmla="*/ 1918042 w 2119654"/>
              <a:gd name="connsiteY10846" fmla="*/ 1342536 h 2398711"/>
              <a:gd name="connsiteX10847" fmla="*/ 1916201 w 2119654"/>
              <a:gd name="connsiteY10847" fmla="*/ 1341555 h 2398711"/>
              <a:gd name="connsiteX10848" fmla="*/ 1677155 w 2119654"/>
              <a:gd name="connsiteY10848" fmla="*/ 1862152 h 2398711"/>
              <a:gd name="connsiteX10849" fmla="*/ 1676222 w 2119654"/>
              <a:gd name="connsiteY10849" fmla="*/ 1864597 h 2398711"/>
              <a:gd name="connsiteX10850" fmla="*/ 1679290 w 2119654"/>
              <a:gd name="connsiteY10850" fmla="*/ 1863802 h 2398711"/>
              <a:gd name="connsiteX10851" fmla="*/ 1679637 w 2119654"/>
              <a:gd name="connsiteY10851" fmla="*/ 1861381 h 2398711"/>
              <a:gd name="connsiteX10852" fmla="*/ 1678077 w 2119654"/>
              <a:gd name="connsiteY10852" fmla="*/ 1861795 h 2398711"/>
              <a:gd name="connsiteX10853" fmla="*/ 1713341 w 2119654"/>
              <a:gd name="connsiteY10853" fmla="*/ 1781113 h 2398711"/>
              <a:gd name="connsiteX10854" fmla="*/ 1714963 w 2119654"/>
              <a:gd name="connsiteY10854" fmla="*/ 1780599 h 2398711"/>
              <a:gd name="connsiteX10855" fmla="*/ 1715846 w 2119654"/>
              <a:gd name="connsiteY10855" fmla="*/ 1779390 h 2398711"/>
              <a:gd name="connsiteX10856" fmla="*/ 1713453 w 2119654"/>
              <a:gd name="connsiteY10856" fmla="*/ 1780952 h 2398711"/>
              <a:gd name="connsiteX10857" fmla="*/ 1629958 w 2119654"/>
              <a:gd name="connsiteY10857" fmla="*/ 1967788 h 2398711"/>
              <a:gd name="connsiteX10858" fmla="*/ 1630024 w 2119654"/>
              <a:gd name="connsiteY10858" fmla="*/ 1968624 h 2398711"/>
              <a:gd name="connsiteX10859" fmla="*/ 1632170 w 2119654"/>
              <a:gd name="connsiteY10859" fmla="*/ 1968320 h 2398711"/>
              <a:gd name="connsiteX10860" fmla="*/ 1631639 w 2119654"/>
              <a:gd name="connsiteY10860" fmla="*/ 1967102 h 2398711"/>
              <a:gd name="connsiteX10861" fmla="*/ 1746302 w 2119654"/>
              <a:gd name="connsiteY10861" fmla="*/ 1707237 h 2398711"/>
              <a:gd name="connsiteX10862" fmla="*/ 1746590 w 2119654"/>
              <a:gd name="connsiteY10862" fmla="*/ 1707698 h 2398711"/>
              <a:gd name="connsiteX10863" fmla="*/ 1747115 w 2119654"/>
              <a:gd name="connsiteY10863" fmla="*/ 1707570 h 2398711"/>
              <a:gd name="connsiteX10864" fmla="*/ 1746822 w 2119654"/>
              <a:gd name="connsiteY10864" fmla="*/ 1706589 h 2398711"/>
              <a:gd name="connsiteX10865" fmla="*/ 1746633 w 2119654"/>
              <a:gd name="connsiteY10865" fmla="*/ 1706626 h 2398711"/>
              <a:gd name="connsiteX10866" fmla="*/ 1600079 w 2119654"/>
              <a:gd name="connsiteY10866" fmla="*/ 2034599 h 2398711"/>
              <a:gd name="connsiteX10867" fmla="*/ 1600392 w 2119654"/>
              <a:gd name="connsiteY10867" fmla="*/ 2034652 h 2398711"/>
              <a:gd name="connsiteX10868" fmla="*/ 1600424 w 2119654"/>
              <a:gd name="connsiteY10868" fmla="*/ 2034335 h 2398711"/>
              <a:gd name="connsiteX10869" fmla="*/ 1697339 w 2119654"/>
              <a:gd name="connsiteY10869" fmla="*/ 1816808 h 2398711"/>
              <a:gd name="connsiteX10870" fmla="*/ 1697345 w 2119654"/>
              <a:gd name="connsiteY10870" fmla="*/ 1816836 h 2398711"/>
              <a:gd name="connsiteX10871" fmla="*/ 1697714 w 2119654"/>
              <a:gd name="connsiteY10871" fmla="*/ 1816682 h 2398711"/>
              <a:gd name="connsiteX10872" fmla="*/ 1698255 w 2119654"/>
              <a:gd name="connsiteY10872" fmla="*/ 1816408 h 2398711"/>
              <a:gd name="connsiteX10873" fmla="*/ 1699338 w 2119654"/>
              <a:gd name="connsiteY10873" fmla="*/ 1815267 h 2398711"/>
              <a:gd name="connsiteX10874" fmla="*/ 1656131 w 2119654"/>
              <a:gd name="connsiteY10874" fmla="*/ 1909047 h 2398711"/>
              <a:gd name="connsiteX10875" fmla="*/ 1658292 w 2119654"/>
              <a:gd name="connsiteY10875" fmla="*/ 1908043 h 2398711"/>
              <a:gd name="connsiteX10876" fmla="*/ 1658364 w 2119654"/>
              <a:gd name="connsiteY10876" fmla="*/ 1907739 h 2398711"/>
              <a:gd name="connsiteX10877" fmla="*/ 1658168 w 2119654"/>
              <a:gd name="connsiteY10877" fmla="*/ 1907214 h 2398711"/>
              <a:gd name="connsiteX10878" fmla="*/ 1656970 w 2119654"/>
              <a:gd name="connsiteY10878" fmla="*/ 1907454 h 2398711"/>
              <a:gd name="connsiteX10879" fmla="*/ 1745972 w 2119654"/>
              <a:gd name="connsiteY10879" fmla="*/ 1707848 h 2398711"/>
              <a:gd name="connsiteX10880" fmla="*/ 1746326 w 2119654"/>
              <a:gd name="connsiteY10880" fmla="*/ 1707762 h 2398711"/>
              <a:gd name="connsiteX10881" fmla="*/ 1746161 w 2119654"/>
              <a:gd name="connsiteY10881" fmla="*/ 1707498 h 2398711"/>
              <a:gd name="connsiteX10882" fmla="*/ 1550052 w 2119654"/>
              <a:gd name="connsiteY10882" fmla="*/ 2146545 h 2398711"/>
              <a:gd name="connsiteX10883" fmla="*/ 1549859 w 2119654"/>
              <a:gd name="connsiteY10883" fmla="*/ 2147332 h 2398711"/>
              <a:gd name="connsiteX10884" fmla="*/ 1572181 w 2119654"/>
              <a:gd name="connsiteY10884" fmla="*/ 2149880 h 2398711"/>
              <a:gd name="connsiteX10885" fmla="*/ 1576434 w 2119654"/>
              <a:gd name="connsiteY10885" fmla="*/ 2141380 h 2398711"/>
              <a:gd name="connsiteX10886" fmla="*/ 1577433 w 2119654"/>
              <a:gd name="connsiteY10886" fmla="*/ 2139312 h 2398711"/>
              <a:gd name="connsiteX10887" fmla="*/ 1556470 w 2119654"/>
              <a:gd name="connsiteY10887" fmla="*/ 2145059 h 2398711"/>
              <a:gd name="connsiteX10888" fmla="*/ 1655645 w 2119654"/>
              <a:gd name="connsiteY10888" fmla="*/ 1909974 h 2398711"/>
              <a:gd name="connsiteX10889" fmla="*/ 1656611 w 2119654"/>
              <a:gd name="connsiteY10889" fmla="*/ 1911723 h 2398711"/>
              <a:gd name="connsiteX10890" fmla="*/ 1657450 w 2119654"/>
              <a:gd name="connsiteY10890" fmla="*/ 1911587 h 2398711"/>
              <a:gd name="connsiteX10891" fmla="*/ 1658057 w 2119654"/>
              <a:gd name="connsiteY10891" fmla="*/ 1909035 h 2398711"/>
              <a:gd name="connsiteX10892" fmla="*/ 1655932 w 2119654"/>
              <a:gd name="connsiteY10892" fmla="*/ 1909428 h 2398711"/>
              <a:gd name="connsiteX10893" fmla="*/ 1590055 w 2119654"/>
              <a:gd name="connsiteY10893" fmla="*/ 2056837 h 2398711"/>
              <a:gd name="connsiteX10894" fmla="*/ 1590116 w 2119654"/>
              <a:gd name="connsiteY10894" fmla="*/ 2058610 h 2398711"/>
              <a:gd name="connsiteX10895" fmla="*/ 1591137 w 2119654"/>
              <a:gd name="connsiteY10895" fmla="*/ 2058740 h 2398711"/>
              <a:gd name="connsiteX10896" fmla="*/ 1591085 w 2119654"/>
              <a:gd name="connsiteY10896" fmla="*/ 2056211 h 2398711"/>
              <a:gd name="connsiteX10897" fmla="*/ 1678102 w 2119654"/>
              <a:gd name="connsiteY10897" fmla="*/ 1859669 h 2398711"/>
              <a:gd name="connsiteX10898" fmla="*/ 1677790 w 2119654"/>
              <a:gd name="connsiteY10898" fmla="*/ 1860486 h 2398711"/>
              <a:gd name="connsiteX10899" fmla="*/ 1679862 w 2119654"/>
              <a:gd name="connsiteY10899" fmla="*/ 1859682 h 2398711"/>
              <a:gd name="connsiteX10900" fmla="*/ 1679931 w 2119654"/>
              <a:gd name="connsiteY10900" fmla="*/ 1859151 h 2398711"/>
              <a:gd name="connsiteX10901" fmla="*/ 1739773 w 2119654"/>
              <a:gd name="connsiteY10901" fmla="*/ 1721475 h 2398711"/>
              <a:gd name="connsiteX10902" fmla="*/ 1740161 w 2119654"/>
              <a:gd name="connsiteY10902" fmla="*/ 1721863 h 2398711"/>
              <a:gd name="connsiteX10903" fmla="*/ 1740456 w 2119654"/>
              <a:gd name="connsiteY10903" fmla="*/ 1721288 h 2398711"/>
              <a:gd name="connsiteX10904" fmla="*/ 1745297 w 2119654"/>
              <a:gd name="connsiteY10904" fmla="*/ 1709101 h 2398711"/>
              <a:gd name="connsiteX10905" fmla="*/ 1746276 w 2119654"/>
              <a:gd name="connsiteY10905" fmla="*/ 1709957 h 2398711"/>
              <a:gd name="connsiteX10906" fmla="*/ 1746298 w 2119654"/>
              <a:gd name="connsiteY10906" fmla="*/ 1709913 h 2398711"/>
              <a:gd name="connsiteX10907" fmla="*/ 1746314 w 2119654"/>
              <a:gd name="connsiteY10907" fmla="*/ 1709991 h 2398711"/>
              <a:gd name="connsiteX10908" fmla="*/ 1746431 w 2119654"/>
              <a:gd name="connsiteY10908" fmla="*/ 1710093 h 2398711"/>
              <a:gd name="connsiteX10909" fmla="*/ 1747341 w 2119654"/>
              <a:gd name="connsiteY10909" fmla="*/ 1709386 h 2398711"/>
              <a:gd name="connsiteX10910" fmla="*/ 1746625 w 2119654"/>
              <a:gd name="connsiteY10910" fmla="*/ 1708240 h 2398711"/>
              <a:gd name="connsiteX10911" fmla="*/ 1745631 w 2119654"/>
              <a:gd name="connsiteY10911" fmla="*/ 1708481 h 2398711"/>
              <a:gd name="connsiteX10912" fmla="*/ 1622582 w 2119654"/>
              <a:gd name="connsiteY10912" fmla="*/ 1983853 h 2398711"/>
              <a:gd name="connsiteX10913" fmla="*/ 1622598 w 2119654"/>
              <a:gd name="connsiteY10913" fmla="*/ 1984277 h 2398711"/>
              <a:gd name="connsiteX10914" fmla="*/ 1623052 w 2119654"/>
              <a:gd name="connsiteY10914" fmla="*/ 1983985 h 2398711"/>
              <a:gd name="connsiteX10915" fmla="*/ 1623739 w 2119654"/>
              <a:gd name="connsiteY10915" fmla="*/ 1983414 h 2398711"/>
              <a:gd name="connsiteX10916" fmla="*/ 1744790 w 2119654"/>
              <a:gd name="connsiteY10916" fmla="*/ 1710041 h 2398711"/>
              <a:gd name="connsiteX10917" fmla="*/ 1744735 w 2119654"/>
              <a:gd name="connsiteY10917" fmla="*/ 1710918 h 2398711"/>
              <a:gd name="connsiteX10918" fmla="*/ 1744890 w 2119654"/>
              <a:gd name="connsiteY10918" fmla="*/ 1711290 h 2398711"/>
              <a:gd name="connsiteX10919" fmla="*/ 1746058 w 2119654"/>
              <a:gd name="connsiteY10919" fmla="*/ 1710383 h 2398711"/>
              <a:gd name="connsiteX10920" fmla="*/ 1746129 w 2119654"/>
              <a:gd name="connsiteY10920" fmla="*/ 1710243 h 2398711"/>
              <a:gd name="connsiteX10921" fmla="*/ 1745145 w 2119654"/>
              <a:gd name="connsiteY10921" fmla="*/ 1709382 h 2398711"/>
              <a:gd name="connsiteX10922" fmla="*/ 1654550 w 2119654"/>
              <a:gd name="connsiteY10922" fmla="*/ 1912055 h 2398711"/>
              <a:gd name="connsiteX10923" fmla="*/ 1656248 w 2119654"/>
              <a:gd name="connsiteY10923" fmla="*/ 1911782 h 2398711"/>
              <a:gd name="connsiteX10924" fmla="*/ 1655452 w 2119654"/>
              <a:gd name="connsiteY10924" fmla="*/ 1910340 h 2398711"/>
              <a:gd name="connsiteX10925" fmla="*/ 1730697 w 2119654"/>
              <a:gd name="connsiteY10925" fmla="*/ 1741446 h 2398711"/>
              <a:gd name="connsiteX10926" fmla="*/ 1734974 w 2119654"/>
              <a:gd name="connsiteY10926" fmla="*/ 1739681 h 2398711"/>
              <a:gd name="connsiteX10927" fmla="*/ 1734851 w 2119654"/>
              <a:gd name="connsiteY10927" fmla="*/ 1739476 h 2398711"/>
              <a:gd name="connsiteX10928" fmla="*/ 1732091 w 2119654"/>
              <a:gd name="connsiteY10928" fmla="*/ 1740201 h 2398711"/>
              <a:gd name="connsiteX10929" fmla="*/ 1825474 w 2119654"/>
              <a:gd name="connsiteY10929" fmla="*/ 1529183 h 2398711"/>
              <a:gd name="connsiteX10930" fmla="*/ 1825475 w 2119654"/>
              <a:gd name="connsiteY10930" fmla="*/ 1529186 h 2398711"/>
              <a:gd name="connsiteX10931" fmla="*/ 1829453 w 2119654"/>
              <a:gd name="connsiteY10931" fmla="*/ 1527790 h 2398711"/>
              <a:gd name="connsiteX10932" fmla="*/ 1829824 w 2119654"/>
              <a:gd name="connsiteY10932" fmla="*/ 1527386 h 2398711"/>
              <a:gd name="connsiteX10933" fmla="*/ 1728405 w 2119654"/>
              <a:gd name="connsiteY10933" fmla="*/ 1746491 h 2398711"/>
              <a:gd name="connsiteX10934" fmla="*/ 1729116 w 2119654"/>
              <a:gd name="connsiteY10934" fmla="*/ 1752256 h 2398711"/>
              <a:gd name="connsiteX10935" fmla="*/ 1729920 w 2119654"/>
              <a:gd name="connsiteY10935" fmla="*/ 1752027 h 2398711"/>
              <a:gd name="connsiteX10936" fmla="*/ 1731164 w 2119654"/>
              <a:gd name="connsiteY10936" fmla="*/ 1751167 h 2398711"/>
              <a:gd name="connsiteX10937" fmla="*/ 1653907 w 2119654"/>
              <a:gd name="connsiteY10937" fmla="*/ 1913276 h 2398711"/>
              <a:gd name="connsiteX10938" fmla="*/ 1656516 w 2119654"/>
              <a:gd name="connsiteY10938" fmla="*/ 1912266 h 2398711"/>
              <a:gd name="connsiteX10939" fmla="*/ 1656432 w 2119654"/>
              <a:gd name="connsiteY10939" fmla="*/ 1912114 h 2398711"/>
              <a:gd name="connsiteX10940" fmla="*/ 1654325 w 2119654"/>
              <a:gd name="connsiteY10940" fmla="*/ 1912482 h 2398711"/>
              <a:gd name="connsiteX10941" fmla="*/ 1719428 w 2119654"/>
              <a:gd name="connsiteY10941" fmla="*/ 1766428 h 2398711"/>
              <a:gd name="connsiteX10942" fmla="*/ 1719484 w 2119654"/>
              <a:gd name="connsiteY10942" fmla="*/ 1766633 h 2398711"/>
              <a:gd name="connsiteX10943" fmla="*/ 1719489 w 2119654"/>
              <a:gd name="connsiteY10943" fmla="*/ 1766421 h 2398711"/>
              <a:gd name="connsiteX10944" fmla="*/ 1684062 w 2119654"/>
              <a:gd name="connsiteY10944" fmla="*/ 1845602 h 2398711"/>
              <a:gd name="connsiteX10945" fmla="*/ 1684766 w 2119654"/>
              <a:gd name="connsiteY10945" fmla="*/ 1849879 h 2398711"/>
              <a:gd name="connsiteX10946" fmla="*/ 1686722 w 2119654"/>
              <a:gd name="connsiteY10946" fmla="*/ 1848729 h 2398711"/>
              <a:gd name="connsiteX10947" fmla="*/ 1686897 w 2119654"/>
              <a:gd name="connsiteY10947" fmla="*/ 1845590 h 2398711"/>
              <a:gd name="connsiteX10948" fmla="*/ 1822400 w 2119654"/>
              <a:gd name="connsiteY10948" fmla="*/ 1535776 h 2398711"/>
              <a:gd name="connsiteX10949" fmla="*/ 1824398 w 2119654"/>
              <a:gd name="connsiteY10949" fmla="*/ 1537122 h 2398711"/>
              <a:gd name="connsiteX10950" fmla="*/ 1823677 w 2119654"/>
              <a:gd name="connsiteY10950" fmla="*/ 1534389 h 2398711"/>
              <a:gd name="connsiteX10951" fmla="*/ 1795126 w 2119654"/>
              <a:gd name="connsiteY10951" fmla="*/ 1596796 h 2398711"/>
              <a:gd name="connsiteX10952" fmla="*/ 1795507 w 2119654"/>
              <a:gd name="connsiteY10952" fmla="*/ 1597165 h 2398711"/>
              <a:gd name="connsiteX10953" fmla="*/ 1796471 w 2119654"/>
              <a:gd name="connsiteY10953" fmla="*/ 1596532 h 2398711"/>
              <a:gd name="connsiteX10954" fmla="*/ 1787276 w 2119654"/>
              <a:gd name="connsiteY10954" fmla="*/ 1614341 h 2398711"/>
              <a:gd name="connsiteX10955" fmla="*/ 1787641 w 2119654"/>
              <a:gd name="connsiteY10955" fmla="*/ 1615130 h 2398711"/>
              <a:gd name="connsiteX10956" fmla="*/ 1789049 w 2119654"/>
              <a:gd name="connsiteY10956" fmla="*/ 1614512 h 2398711"/>
              <a:gd name="connsiteX10957" fmla="*/ 1788702 w 2119654"/>
              <a:gd name="connsiteY10957" fmla="*/ 1613561 h 2398711"/>
              <a:gd name="connsiteX10958" fmla="*/ 1681137 w 2119654"/>
              <a:gd name="connsiteY10958" fmla="*/ 1851978 h 2398711"/>
              <a:gd name="connsiteX10959" fmla="*/ 1681132 w 2119654"/>
              <a:gd name="connsiteY10959" fmla="*/ 1852019 h 2398711"/>
              <a:gd name="connsiteX10960" fmla="*/ 1681283 w 2119654"/>
              <a:gd name="connsiteY10960" fmla="*/ 1851931 h 2398711"/>
              <a:gd name="connsiteX10961" fmla="*/ 1614053 w 2119654"/>
              <a:gd name="connsiteY10961" fmla="*/ 2002173 h 2398711"/>
              <a:gd name="connsiteX10962" fmla="*/ 1614305 w 2119654"/>
              <a:gd name="connsiteY10962" fmla="*/ 2004898 h 2398711"/>
              <a:gd name="connsiteX10963" fmla="*/ 1618059 w 2119654"/>
              <a:gd name="connsiteY10963" fmla="*/ 2002795 h 2398711"/>
              <a:gd name="connsiteX10964" fmla="*/ 1700591 w 2119654"/>
              <a:gd name="connsiteY10964" fmla="*/ 1808384 h 2398711"/>
              <a:gd name="connsiteX10965" fmla="*/ 1700781 w 2119654"/>
              <a:gd name="connsiteY10965" fmla="*/ 1808746 h 2398711"/>
              <a:gd name="connsiteX10966" fmla="*/ 1702593 w 2119654"/>
              <a:gd name="connsiteY10966" fmla="*/ 1808709 h 2398711"/>
              <a:gd name="connsiteX10967" fmla="*/ 1702943 w 2119654"/>
              <a:gd name="connsiteY10967" fmla="*/ 1808498 h 2398711"/>
              <a:gd name="connsiteX10968" fmla="*/ 1602536 w 2119654"/>
              <a:gd name="connsiteY10968" fmla="*/ 2027943 h 2398711"/>
              <a:gd name="connsiteX10969" fmla="*/ 1604196 w 2119654"/>
              <a:gd name="connsiteY10969" fmla="*/ 2028555 h 2398711"/>
              <a:gd name="connsiteX10970" fmla="*/ 1604370 w 2119654"/>
              <a:gd name="connsiteY10970" fmla="*/ 2028547 h 2398711"/>
              <a:gd name="connsiteX10971" fmla="*/ 1605368 w 2119654"/>
              <a:gd name="connsiteY10971" fmla="*/ 2027788 h 2398711"/>
              <a:gd name="connsiteX10972" fmla="*/ 1604560 w 2119654"/>
              <a:gd name="connsiteY10972" fmla="*/ 2027628 h 2398711"/>
              <a:gd name="connsiteX10973" fmla="*/ 1599227 w 2119654"/>
              <a:gd name="connsiteY10973" fmla="*/ 2035247 h 2398711"/>
              <a:gd name="connsiteX10974" fmla="*/ 1599692 w 2119654"/>
              <a:gd name="connsiteY10974" fmla="*/ 2036075 h 2398711"/>
              <a:gd name="connsiteX10975" fmla="*/ 1599698 w 2119654"/>
              <a:gd name="connsiteY10975" fmla="*/ 2036085 h 2398711"/>
              <a:gd name="connsiteX10976" fmla="*/ 1600252 w 2119654"/>
              <a:gd name="connsiteY10976" fmla="*/ 2036031 h 2398711"/>
              <a:gd name="connsiteX10977" fmla="*/ 1600369 w 2119654"/>
              <a:gd name="connsiteY10977" fmla="*/ 2034880 h 2398711"/>
              <a:gd name="connsiteX10978" fmla="*/ 1599822 w 2119654"/>
              <a:gd name="connsiteY10978" fmla="*/ 2034794 h 2398711"/>
              <a:gd name="connsiteX10979" fmla="*/ 1822167 w 2119654"/>
              <a:gd name="connsiteY10979" fmla="*/ 1536029 h 2398711"/>
              <a:gd name="connsiteX10980" fmla="*/ 1823128 w 2119654"/>
              <a:gd name="connsiteY10980" fmla="*/ 1538925 h 2398711"/>
              <a:gd name="connsiteX10981" fmla="*/ 1824806 w 2119654"/>
              <a:gd name="connsiteY10981" fmla="*/ 1538672 h 2398711"/>
              <a:gd name="connsiteX10982" fmla="*/ 1824498 w 2119654"/>
              <a:gd name="connsiteY10982" fmla="*/ 1537502 h 2398711"/>
              <a:gd name="connsiteX10983" fmla="*/ 1822193 w 2119654"/>
              <a:gd name="connsiteY10983" fmla="*/ 1536001 h 2398711"/>
              <a:gd name="connsiteX10984" fmla="*/ 1829929 w 2119654"/>
              <a:gd name="connsiteY10984" fmla="*/ 1518455 h 2398711"/>
              <a:gd name="connsiteX10985" fmla="*/ 1829947 w 2119654"/>
              <a:gd name="connsiteY10985" fmla="*/ 1518487 h 2398711"/>
              <a:gd name="connsiteX10986" fmla="*/ 1830144 w 2119654"/>
              <a:gd name="connsiteY10986" fmla="*/ 1518358 h 2398711"/>
              <a:gd name="connsiteX10987" fmla="*/ 1739413 w 2119654"/>
              <a:gd name="connsiteY10987" fmla="*/ 1721117 h 2398711"/>
              <a:gd name="connsiteX10988" fmla="*/ 1739469 w 2119654"/>
              <a:gd name="connsiteY10988" fmla="*/ 1721172 h 2398711"/>
              <a:gd name="connsiteX10989" fmla="*/ 1740686 w 2119654"/>
              <a:gd name="connsiteY10989" fmla="*/ 1720838 h 2398711"/>
              <a:gd name="connsiteX10990" fmla="*/ 1741340 w 2119654"/>
              <a:gd name="connsiteY10990" fmla="*/ 1719567 h 2398711"/>
              <a:gd name="connsiteX10991" fmla="*/ 1742292 w 2119654"/>
              <a:gd name="connsiteY10991" fmla="*/ 1714670 h 2398711"/>
              <a:gd name="connsiteX10992" fmla="*/ 1742744 w 2119654"/>
              <a:gd name="connsiteY10992" fmla="*/ 1714487 h 2398711"/>
              <a:gd name="connsiteX10993" fmla="*/ 1742779 w 2119654"/>
              <a:gd name="connsiteY10993" fmla="*/ 1713922 h 2398711"/>
              <a:gd name="connsiteX10994" fmla="*/ 1742635 w 2119654"/>
              <a:gd name="connsiteY10994" fmla="*/ 1714034 h 2398711"/>
              <a:gd name="connsiteX10995" fmla="*/ 1847441 w 2119654"/>
              <a:gd name="connsiteY10995" fmla="*/ 1479216 h 2398711"/>
              <a:gd name="connsiteX10996" fmla="*/ 1848151 w 2119654"/>
              <a:gd name="connsiteY10996" fmla="*/ 1480675 h 2398711"/>
              <a:gd name="connsiteX10997" fmla="*/ 1850590 w 2119654"/>
              <a:gd name="connsiteY10997" fmla="*/ 1476970 h 2398711"/>
              <a:gd name="connsiteX10998" fmla="*/ 1850904 w 2119654"/>
              <a:gd name="connsiteY10998" fmla="*/ 1471449 h 2398711"/>
              <a:gd name="connsiteX10999" fmla="*/ 1855546 w 2119654"/>
              <a:gd name="connsiteY10999" fmla="*/ 1469444 h 2398711"/>
              <a:gd name="connsiteX11000" fmla="*/ 1859617 w 2119654"/>
              <a:gd name="connsiteY11000" fmla="*/ 1463262 h 2398711"/>
              <a:gd name="connsiteX11001" fmla="*/ 1742129 w 2119654"/>
              <a:gd name="connsiteY11001" fmla="*/ 1714974 h 2398711"/>
              <a:gd name="connsiteX11002" fmla="*/ 1742732 w 2119654"/>
              <a:gd name="connsiteY11002" fmla="*/ 1714691 h 2398711"/>
              <a:gd name="connsiteX11003" fmla="*/ 1742736 w 2119654"/>
              <a:gd name="connsiteY11003" fmla="*/ 1714623 h 2398711"/>
              <a:gd name="connsiteX11004" fmla="*/ 1742186 w 2119654"/>
              <a:gd name="connsiteY11004" fmla="*/ 1714868 h 2398711"/>
              <a:gd name="connsiteX11005" fmla="*/ 1706919 w 2119654"/>
              <a:gd name="connsiteY11005" fmla="*/ 1793810 h 2398711"/>
              <a:gd name="connsiteX11006" fmla="*/ 1707275 w 2119654"/>
              <a:gd name="connsiteY11006" fmla="*/ 1794950 h 2398711"/>
              <a:gd name="connsiteX11007" fmla="*/ 1708437 w 2119654"/>
              <a:gd name="connsiteY11007" fmla="*/ 1794636 h 2398711"/>
              <a:gd name="connsiteX11008" fmla="*/ 1708913 w 2119654"/>
              <a:gd name="connsiteY11008" fmla="*/ 1794501 h 2398711"/>
              <a:gd name="connsiteX11009" fmla="*/ 1708880 w 2119654"/>
              <a:gd name="connsiteY11009" fmla="*/ 1791709 h 2398711"/>
              <a:gd name="connsiteX11010" fmla="*/ 1708401 w 2119654"/>
              <a:gd name="connsiteY11010" fmla="*/ 1791881 h 2398711"/>
              <a:gd name="connsiteX11011" fmla="*/ 1708284 w 2119654"/>
              <a:gd name="connsiteY11011" fmla="*/ 1791945 h 2398711"/>
              <a:gd name="connsiteX11012" fmla="*/ 1633519 w 2119654"/>
              <a:gd name="connsiteY11012" fmla="*/ 1958088 h 2398711"/>
              <a:gd name="connsiteX11013" fmla="*/ 1633512 w 2119654"/>
              <a:gd name="connsiteY11013" fmla="*/ 1959299 h 2398711"/>
              <a:gd name="connsiteX11014" fmla="*/ 1636099 w 2119654"/>
              <a:gd name="connsiteY11014" fmla="*/ 1958505 h 2398711"/>
              <a:gd name="connsiteX11015" fmla="*/ 1636882 w 2119654"/>
              <a:gd name="connsiteY11015" fmla="*/ 1958231 h 2398711"/>
              <a:gd name="connsiteX11016" fmla="*/ 1635073 w 2119654"/>
              <a:gd name="connsiteY11016" fmla="*/ 1957852 h 2398711"/>
              <a:gd name="connsiteX11017" fmla="*/ 1741804 w 2119654"/>
              <a:gd name="connsiteY11017" fmla="*/ 1715575 h 2398711"/>
              <a:gd name="connsiteX11018" fmla="*/ 1742150 w 2119654"/>
              <a:gd name="connsiteY11018" fmla="*/ 1716108 h 2398711"/>
              <a:gd name="connsiteX11019" fmla="*/ 1742659 w 2119654"/>
              <a:gd name="connsiteY11019" fmla="*/ 1715888 h 2398711"/>
              <a:gd name="connsiteX11020" fmla="*/ 1742716 w 2119654"/>
              <a:gd name="connsiteY11020" fmla="*/ 1714950 h 2398711"/>
              <a:gd name="connsiteX11021" fmla="*/ 1741947 w 2119654"/>
              <a:gd name="connsiteY11021" fmla="*/ 1715310 h 2398711"/>
              <a:gd name="connsiteX11022" fmla="*/ 1833874 w 2119654"/>
              <a:gd name="connsiteY11022" fmla="*/ 1509389 h 2398711"/>
              <a:gd name="connsiteX11023" fmla="*/ 1838088 w 2119654"/>
              <a:gd name="connsiteY11023" fmla="*/ 1513165 h 2398711"/>
              <a:gd name="connsiteX11024" fmla="*/ 1845686 w 2119654"/>
              <a:gd name="connsiteY11024" fmla="*/ 1508199 h 2398711"/>
              <a:gd name="connsiteX11025" fmla="*/ 1840211 w 2119654"/>
              <a:gd name="connsiteY11025" fmla="*/ 1500837 h 2398711"/>
              <a:gd name="connsiteX11026" fmla="*/ 1838355 w 2119654"/>
              <a:gd name="connsiteY11026" fmla="*/ 1502556 h 2398711"/>
              <a:gd name="connsiteX11027" fmla="*/ 1812367 w 2119654"/>
              <a:gd name="connsiteY11027" fmla="*/ 1557449 h 2398711"/>
              <a:gd name="connsiteX11028" fmla="*/ 1813093 w 2119654"/>
              <a:gd name="connsiteY11028" fmla="*/ 1557262 h 2398711"/>
              <a:gd name="connsiteX11029" fmla="*/ 1813600 w 2119654"/>
              <a:gd name="connsiteY11029" fmla="*/ 1556880 h 2398711"/>
              <a:gd name="connsiteX11030" fmla="*/ 1813495 w 2119654"/>
              <a:gd name="connsiteY11030" fmla="*/ 1556671 h 2398711"/>
              <a:gd name="connsiteX11031" fmla="*/ 1777496 w 2119654"/>
              <a:gd name="connsiteY11031" fmla="*/ 1635482 h 2398711"/>
              <a:gd name="connsiteX11032" fmla="*/ 1777597 w 2119654"/>
              <a:gd name="connsiteY11032" fmla="*/ 1635683 h 2398711"/>
              <a:gd name="connsiteX11033" fmla="*/ 1778806 w 2119654"/>
              <a:gd name="connsiteY11033" fmla="*/ 1634178 h 2398711"/>
              <a:gd name="connsiteX11034" fmla="*/ 1778287 w 2119654"/>
              <a:gd name="connsiteY11034" fmla="*/ 1634502 h 2398711"/>
              <a:gd name="connsiteX11035" fmla="*/ 1607527 w 2119654"/>
              <a:gd name="connsiteY11035" fmla="*/ 2016028 h 2398711"/>
              <a:gd name="connsiteX11036" fmla="*/ 1607557 w 2119654"/>
              <a:gd name="connsiteY11036" fmla="*/ 2018573 h 2398711"/>
              <a:gd name="connsiteX11037" fmla="*/ 1610747 w 2119654"/>
              <a:gd name="connsiteY11037" fmla="*/ 2018174 h 2398711"/>
              <a:gd name="connsiteX11038" fmla="*/ 1610870 w 2119654"/>
              <a:gd name="connsiteY11038" fmla="*/ 2015448 h 2398711"/>
              <a:gd name="connsiteX11039" fmla="*/ 1614309 w 2119654"/>
              <a:gd name="connsiteY11039" fmla="*/ 2000798 h 2398711"/>
              <a:gd name="connsiteX11040" fmla="*/ 1615141 w 2119654"/>
              <a:gd name="connsiteY11040" fmla="*/ 2000927 h 2398711"/>
              <a:gd name="connsiteX11041" fmla="*/ 1621621 w 2119654"/>
              <a:gd name="connsiteY11041" fmla="*/ 2000785 h 2398711"/>
              <a:gd name="connsiteX11042" fmla="*/ 1622717 w 2119654"/>
              <a:gd name="connsiteY11042" fmla="*/ 2000150 h 2398711"/>
              <a:gd name="connsiteX11043" fmla="*/ 1622709 w 2119654"/>
              <a:gd name="connsiteY11043" fmla="*/ 1999940 h 2398711"/>
              <a:gd name="connsiteX11044" fmla="*/ 1728298 w 2119654"/>
              <a:gd name="connsiteY11044" fmla="*/ 1745481 h 2398711"/>
              <a:gd name="connsiteX11045" fmla="*/ 1731511 w 2119654"/>
              <a:gd name="connsiteY11045" fmla="*/ 1750928 h 2398711"/>
              <a:gd name="connsiteX11046" fmla="*/ 1733898 w 2119654"/>
              <a:gd name="connsiteY11046" fmla="*/ 1749280 h 2398711"/>
              <a:gd name="connsiteX11047" fmla="*/ 1737412 w 2119654"/>
              <a:gd name="connsiteY11047" fmla="*/ 1743745 h 2398711"/>
              <a:gd name="connsiteX11048" fmla="*/ 1736826 w 2119654"/>
              <a:gd name="connsiteY11048" fmla="*/ 1742768 h 2398711"/>
              <a:gd name="connsiteX11049" fmla="*/ 1735040 w 2119654"/>
              <a:gd name="connsiteY11049" fmla="*/ 1742590 h 2398711"/>
              <a:gd name="connsiteX11050" fmla="*/ 1730205 w 2119654"/>
              <a:gd name="connsiteY11050" fmla="*/ 1742037 h 2398711"/>
              <a:gd name="connsiteX11051" fmla="*/ 1730029 w 2119654"/>
              <a:gd name="connsiteY11051" fmla="*/ 1742110 h 2398711"/>
              <a:gd name="connsiteX11052" fmla="*/ 1574602 w 2119654"/>
              <a:gd name="connsiteY11052" fmla="*/ 2089621 h 2398711"/>
              <a:gd name="connsiteX11053" fmla="*/ 1576620 w 2119654"/>
              <a:gd name="connsiteY11053" fmla="*/ 2099956 h 2398711"/>
              <a:gd name="connsiteX11054" fmla="*/ 1577449 w 2119654"/>
              <a:gd name="connsiteY11054" fmla="*/ 2104534 h 2398711"/>
              <a:gd name="connsiteX11055" fmla="*/ 1580748 w 2119654"/>
              <a:gd name="connsiteY11055" fmla="*/ 2103887 h 2398711"/>
              <a:gd name="connsiteX11056" fmla="*/ 1580512 w 2119654"/>
              <a:gd name="connsiteY11056" fmla="*/ 2104161 h 2398711"/>
              <a:gd name="connsiteX11057" fmla="*/ 1577488 w 2119654"/>
              <a:gd name="connsiteY11057" fmla="*/ 2104754 h 2398711"/>
              <a:gd name="connsiteX11058" fmla="*/ 1578203 w 2119654"/>
              <a:gd name="connsiteY11058" fmla="*/ 2108699 h 2398711"/>
              <a:gd name="connsiteX11059" fmla="*/ 1587437 w 2119654"/>
              <a:gd name="connsiteY11059" fmla="*/ 2107269 h 2398711"/>
              <a:gd name="connsiteX11060" fmla="*/ 1591261 w 2119654"/>
              <a:gd name="connsiteY11060" fmla="*/ 2106481 h 2398711"/>
              <a:gd name="connsiteX11061" fmla="*/ 1590620 w 2119654"/>
              <a:gd name="connsiteY11061" fmla="*/ 2087849 h 2398711"/>
              <a:gd name="connsiteX11062" fmla="*/ 1582370 w 2119654"/>
              <a:gd name="connsiteY11062" fmla="*/ 2086111 h 2398711"/>
              <a:gd name="connsiteX11063" fmla="*/ 1588414 w 2119654"/>
              <a:gd name="connsiteY11063" fmla="*/ 2088349 h 2398711"/>
              <a:gd name="connsiteX11064" fmla="*/ 1588206 w 2119654"/>
              <a:gd name="connsiteY11064" fmla="*/ 2088438 h 2398711"/>
              <a:gd name="connsiteX11065" fmla="*/ 1581330 w 2119654"/>
              <a:gd name="connsiteY11065" fmla="*/ 2085892 h 2398711"/>
              <a:gd name="connsiteX11066" fmla="*/ 1577609 w 2119654"/>
              <a:gd name="connsiteY11066" fmla="*/ 2085108 h 2398711"/>
              <a:gd name="connsiteX11067" fmla="*/ 1575026 w 2119654"/>
              <a:gd name="connsiteY11067" fmla="*/ 2088985 h 2398711"/>
              <a:gd name="connsiteX11068" fmla="*/ 1586420 w 2119654"/>
              <a:gd name="connsiteY11068" fmla="*/ 2090596 h 2398711"/>
              <a:gd name="connsiteX11069" fmla="*/ 1586207 w 2119654"/>
              <a:gd name="connsiteY11069" fmla="*/ 2090749 h 2398711"/>
              <a:gd name="connsiteX11070" fmla="*/ 1574914 w 2119654"/>
              <a:gd name="connsiteY11070" fmla="*/ 2089152 h 2398711"/>
              <a:gd name="connsiteX11071" fmla="*/ 1682887 w 2119654"/>
              <a:gd name="connsiteY11071" fmla="*/ 1847123 h 2398711"/>
              <a:gd name="connsiteX11072" fmla="*/ 1681199 w 2119654"/>
              <a:gd name="connsiteY11072" fmla="*/ 1851550 h 2398711"/>
              <a:gd name="connsiteX11073" fmla="*/ 1681192 w 2119654"/>
              <a:gd name="connsiteY11073" fmla="*/ 1851600 h 2398711"/>
              <a:gd name="connsiteX11074" fmla="*/ 1682590 w 2119654"/>
              <a:gd name="connsiteY11074" fmla="*/ 1851161 h 2398711"/>
              <a:gd name="connsiteX11075" fmla="*/ 1683466 w 2119654"/>
              <a:gd name="connsiteY11075" fmla="*/ 1850645 h 2398711"/>
              <a:gd name="connsiteX11076" fmla="*/ 1769026 w 2119654"/>
              <a:gd name="connsiteY11076" fmla="*/ 1654127 h 2398711"/>
              <a:gd name="connsiteX11077" fmla="*/ 1768923 w 2119654"/>
              <a:gd name="connsiteY11077" fmla="*/ 1654743 h 2398711"/>
              <a:gd name="connsiteX11078" fmla="*/ 1769590 w 2119654"/>
              <a:gd name="connsiteY11078" fmla="*/ 1653982 h 2398711"/>
              <a:gd name="connsiteX11079" fmla="*/ 1884257 w 2119654"/>
              <a:gd name="connsiteY11079" fmla="*/ 1396080 h 2398711"/>
              <a:gd name="connsiteX11080" fmla="*/ 1888896 w 2119654"/>
              <a:gd name="connsiteY11080" fmla="*/ 1392943 h 2398711"/>
              <a:gd name="connsiteX11081" fmla="*/ 1886467 w 2119654"/>
              <a:gd name="connsiteY11081" fmla="*/ 1393714 h 2398711"/>
              <a:gd name="connsiteX11082" fmla="*/ 1633523 w 2119654"/>
              <a:gd name="connsiteY11082" fmla="*/ 1957516 h 2398711"/>
              <a:gd name="connsiteX11083" fmla="*/ 1633522 w 2119654"/>
              <a:gd name="connsiteY11083" fmla="*/ 1957551 h 2398711"/>
              <a:gd name="connsiteX11084" fmla="*/ 1633627 w 2119654"/>
              <a:gd name="connsiteY11084" fmla="*/ 1957539 h 2398711"/>
              <a:gd name="connsiteX11085" fmla="*/ 1808174 w 2119654"/>
              <a:gd name="connsiteY11085" fmla="*/ 1566423 h 2398711"/>
              <a:gd name="connsiteX11086" fmla="*/ 1809748 w 2119654"/>
              <a:gd name="connsiteY11086" fmla="*/ 1569177 h 2398711"/>
              <a:gd name="connsiteX11087" fmla="*/ 1817312 w 2119654"/>
              <a:gd name="connsiteY11087" fmla="*/ 1564231 h 2398711"/>
              <a:gd name="connsiteX11088" fmla="*/ 1816322 w 2119654"/>
              <a:gd name="connsiteY11088" fmla="*/ 1562268 h 2398711"/>
              <a:gd name="connsiteX11089" fmla="*/ 1810506 w 2119654"/>
              <a:gd name="connsiteY11089" fmla="*/ 1564625 h 2398711"/>
              <a:gd name="connsiteX11090" fmla="*/ 1727539 w 2119654"/>
              <a:gd name="connsiteY11090" fmla="*/ 1746958 h 2398711"/>
              <a:gd name="connsiteX11091" fmla="*/ 1727862 w 2119654"/>
              <a:gd name="connsiteY11091" fmla="*/ 1749729 h 2398711"/>
              <a:gd name="connsiteX11092" fmla="*/ 1728372 w 2119654"/>
              <a:gd name="connsiteY11092" fmla="*/ 1752468 h 2398711"/>
              <a:gd name="connsiteX11093" fmla="*/ 1728413 w 2119654"/>
              <a:gd name="connsiteY11093" fmla="*/ 1752456 h 2398711"/>
              <a:gd name="connsiteX11094" fmla="*/ 1727697 w 2119654"/>
              <a:gd name="connsiteY11094" fmla="*/ 1746650 h 2398711"/>
              <a:gd name="connsiteX11095" fmla="*/ 1705794 w 2119654"/>
              <a:gd name="connsiteY11095" fmla="*/ 1795349 h 2398711"/>
              <a:gd name="connsiteX11096" fmla="*/ 1706500 w 2119654"/>
              <a:gd name="connsiteY11096" fmla="*/ 1795159 h 2398711"/>
              <a:gd name="connsiteX11097" fmla="*/ 1706330 w 2119654"/>
              <a:gd name="connsiteY11097" fmla="*/ 1794616 h 2398711"/>
              <a:gd name="connsiteX11098" fmla="*/ 1696962 w 2119654"/>
              <a:gd name="connsiteY11098" fmla="*/ 1815119 h 2398711"/>
              <a:gd name="connsiteX11099" fmla="*/ 1696960 w 2119654"/>
              <a:gd name="connsiteY11099" fmla="*/ 1815171 h 2398711"/>
              <a:gd name="connsiteX11100" fmla="*/ 1697172 w 2119654"/>
              <a:gd name="connsiteY11100" fmla="*/ 1816090 h 2398711"/>
              <a:gd name="connsiteX11101" fmla="*/ 1698592 w 2119654"/>
              <a:gd name="connsiteY11101" fmla="*/ 1814997 h 2398711"/>
              <a:gd name="connsiteX11102" fmla="*/ 1627042 w 2119654"/>
              <a:gd name="connsiteY11102" fmla="*/ 1971670 h 2398711"/>
              <a:gd name="connsiteX11103" fmla="*/ 1627317 w 2119654"/>
              <a:gd name="connsiteY11103" fmla="*/ 1973129 h 2398711"/>
              <a:gd name="connsiteX11104" fmla="*/ 1630447 w 2119654"/>
              <a:gd name="connsiteY11104" fmla="*/ 1973279 h 2398711"/>
              <a:gd name="connsiteX11105" fmla="*/ 1633106 w 2119654"/>
              <a:gd name="connsiteY11105" fmla="*/ 1972867 h 2398711"/>
              <a:gd name="connsiteX11106" fmla="*/ 1633120 w 2119654"/>
              <a:gd name="connsiteY11106" fmla="*/ 1970562 h 2398711"/>
              <a:gd name="connsiteX11107" fmla="*/ 1885133 w 2119654"/>
              <a:gd name="connsiteY11107" fmla="*/ 1393729 h 2398711"/>
              <a:gd name="connsiteX11108" fmla="*/ 1885682 w 2119654"/>
              <a:gd name="connsiteY11108" fmla="*/ 1393554 h 2398711"/>
              <a:gd name="connsiteX11109" fmla="*/ 1901077 w 2119654"/>
              <a:gd name="connsiteY11109" fmla="*/ 1378078 h 2398711"/>
              <a:gd name="connsiteX11110" fmla="*/ 1887011 w 2119654"/>
              <a:gd name="connsiteY11110" fmla="*/ 1393133 h 2398711"/>
              <a:gd name="connsiteX11111" fmla="*/ 1890038 w 2119654"/>
              <a:gd name="connsiteY11111" fmla="*/ 1392171 h 2398711"/>
              <a:gd name="connsiteX11112" fmla="*/ 1895138 w 2119654"/>
              <a:gd name="connsiteY11112" fmla="*/ 1388722 h 2398711"/>
              <a:gd name="connsiteX11113" fmla="*/ 1895066 w 2119654"/>
              <a:gd name="connsiteY11113" fmla="*/ 1388946 h 2398711"/>
              <a:gd name="connsiteX11114" fmla="*/ 1890525 w 2119654"/>
              <a:gd name="connsiteY11114" fmla="*/ 1392017 h 2398711"/>
              <a:gd name="connsiteX11115" fmla="*/ 1893250 w 2119654"/>
              <a:gd name="connsiteY11115" fmla="*/ 1391152 h 2398711"/>
              <a:gd name="connsiteX11116" fmla="*/ 1908697 w 2119654"/>
              <a:gd name="connsiteY11116" fmla="*/ 1376355 h 2398711"/>
              <a:gd name="connsiteX11117" fmla="*/ 1916898 w 2119654"/>
              <a:gd name="connsiteY11117" fmla="*/ 1368285 h 2398711"/>
              <a:gd name="connsiteX11118" fmla="*/ 1916877 w 2119654"/>
              <a:gd name="connsiteY11118" fmla="*/ 1368451 h 2398711"/>
              <a:gd name="connsiteX11119" fmla="*/ 1902056 w 2119654"/>
              <a:gd name="connsiteY11119" fmla="*/ 1383035 h 2398711"/>
              <a:gd name="connsiteX11120" fmla="*/ 1893748 w 2119654"/>
              <a:gd name="connsiteY11120" fmla="*/ 1390993 h 2398711"/>
              <a:gd name="connsiteX11121" fmla="*/ 1902470 w 2119654"/>
              <a:gd name="connsiteY11121" fmla="*/ 1388224 h 2398711"/>
              <a:gd name="connsiteX11122" fmla="*/ 1915522 w 2119654"/>
              <a:gd name="connsiteY11122" fmla="*/ 1379687 h 2398711"/>
              <a:gd name="connsiteX11123" fmla="*/ 1946364 w 2119654"/>
              <a:gd name="connsiteY11123" fmla="*/ 1339799 h 2398711"/>
              <a:gd name="connsiteX11124" fmla="*/ 1940848 w 2119654"/>
              <a:gd name="connsiteY11124" fmla="*/ 1342565 h 2398711"/>
              <a:gd name="connsiteX11125" fmla="*/ 1928815 w 2119654"/>
              <a:gd name="connsiteY11125" fmla="*/ 1348391 h 2398711"/>
              <a:gd name="connsiteX11126" fmla="*/ 1905427 w 2119654"/>
              <a:gd name="connsiteY11126" fmla="*/ 1373422 h 2398711"/>
              <a:gd name="connsiteX11127" fmla="*/ 1928092 w 2119654"/>
              <a:gd name="connsiteY11127" fmla="*/ 1348741 h 2398711"/>
              <a:gd name="connsiteX11128" fmla="*/ 1899604 w 2119654"/>
              <a:gd name="connsiteY11128" fmla="*/ 1362537 h 2398711"/>
              <a:gd name="connsiteX11129" fmla="*/ 1898959 w 2119654"/>
              <a:gd name="connsiteY11129" fmla="*/ 1364274 h 2398711"/>
              <a:gd name="connsiteX11130" fmla="*/ 1884797 w 2119654"/>
              <a:gd name="connsiteY11130" fmla="*/ 1394444 h 2398711"/>
              <a:gd name="connsiteX11131" fmla="*/ 1885087 w 2119654"/>
              <a:gd name="connsiteY11131" fmla="*/ 1394152 h 2398711"/>
              <a:gd name="connsiteX11132" fmla="*/ 1884907 w 2119654"/>
              <a:gd name="connsiteY11132" fmla="*/ 1394209 h 2398711"/>
              <a:gd name="connsiteX11133" fmla="*/ 1748712 w 2119654"/>
              <a:gd name="connsiteY11133" fmla="*/ 1699145 h 2398711"/>
              <a:gd name="connsiteX11134" fmla="*/ 1749507 w 2119654"/>
              <a:gd name="connsiteY11134" fmla="*/ 1699109 h 2398711"/>
              <a:gd name="connsiteX11135" fmla="*/ 1749753 w 2119654"/>
              <a:gd name="connsiteY11135" fmla="*/ 1698654 h 2398711"/>
              <a:gd name="connsiteX11136" fmla="*/ 1601351 w 2119654"/>
              <a:gd name="connsiteY11136" fmla="*/ 2029079 h 2398711"/>
              <a:gd name="connsiteX11137" fmla="*/ 1601157 w 2119654"/>
              <a:gd name="connsiteY11137" fmla="*/ 2030994 h 2398711"/>
              <a:gd name="connsiteX11138" fmla="*/ 1603814 w 2119654"/>
              <a:gd name="connsiteY11138" fmla="*/ 2028971 h 2398711"/>
              <a:gd name="connsiteX11139" fmla="*/ 1902498 w 2119654"/>
              <a:gd name="connsiteY11139" fmla="*/ 1354741 h 2398711"/>
              <a:gd name="connsiteX11140" fmla="*/ 1899857 w 2119654"/>
              <a:gd name="connsiteY11140" fmla="*/ 1361857 h 2398711"/>
              <a:gd name="connsiteX11141" fmla="*/ 1929015 w 2119654"/>
              <a:gd name="connsiteY11141" fmla="*/ 1347737 h 2398711"/>
              <a:gd name="connsiteX11142" fmla="*/ 1943658 w 2119654"/>
              <a:gd name="connsiteY11142" fmla="*/ 1331791 h 2398711"/>
              <a:gd name="connsiteX11143" fmla="*/ 1951871 w 2119654"/>
              <a:gd name="connsiteY11143" fmla="*/ 1322602 h 2398711"/>
              <a:gd name="connsiteX11144" fmla="*/ 1929894 w 2119654"/>
              <a:gd name="connsiteY11144" fmla="*/ 1338185 h 2398711"/>
              <a:gd name="connsiteX11145" fmla="*/ 1920742 w 2119654"/>
              <a:gd name="connsiteY11145" fmla="*/ 1343716 h 2398711"/>
              <a:gd name="connsiteX11146" fmla="*/ 1920773 w 2119654"/>
              <a:gd name="connsiteY11146" fmla="*/ 1343732 h 2398711"/>
              <a:gd name="connsiteX11147" fmla="*/ 1920878 w 2119654"/>
              <a:gd name="connsiteY11147" fmla="*/ 1344045 h 2398711"/>
              <a:gd name="connsiteX11148" fmla="*/ 1920515 w 2119654"/>
              <a:gd name="connsiteY11148" fmla="*/ 1343853 h 2398711"/>
              <a:gd name="connsiteX11149" fmla="*/ 1739024 w 2119654"/>
              <a:gd name="connsiteY11149" fmla="*/ 1720729 h 2398711"/>
              <a:gd name="connsiteX11150" fmla="*/ 1739233 w 2119654"/>
              <a:gd name="connsiteY11150" fmla="*/ 1720937 h 2398711"/>
              <a:gd name="connsiteX11151" fmla="*/ 1741624 w 2119654"/>
              <a:gd name="connsiteY11151" fmla="*/ 1719012 h 2398711"/>
              <a:gd name="connsiteX11152" fmla="*/ 1742004 w 2119654"/>
              <a:gd name="connsiteY11152" fmla="*/ 1718274 h 2398711"/>
              <a:gd name="connsiteX11153" fmla="*/ 1741194 w 2119654"/>
              <a:gd name="connsiteY11153" fmla="*/ 1717028 h 2398711"/>
              <a:gd name="connsiteX11154" fmla="*/ 1740965 w 2119654"/>
              <a:gd name="connsiteY11154" fmla="*/ 1717131 h 2398711"/>
              <a:gd name="connsiteX11155" fmla="*/ 1622496 w 2119654"/>
              <a:gd name="connsiteY11155" fmla="*/ 1981610 h 2398711"/>
              <a:gd name="connsiteX11156" fmla="*/ 1622545 w 2119654"/>
              <a:gd name="connsiteY11156" fmla="*/ 1982893 h 2398711"/>
              <a:gd name="connsiteX11157" fmla="*/ 1625584 w 2119654"/>
              <a:gd name="connsiteY11157" fmla="*/ 1981879 h 2398711"/>
              <a:gd name="connsiteX11158" fmla="*/ 1625869 w 2119654"/>
              <a:gd name="connsiteY11158" fmla="*/ 1981643 h 2398711"/>
              <a:gd name="connsiteX11159" fmla="*/ 1623253 w 2119654"/>
              <a:gd name="connsiteY11159" fmla="*/ 1981512 h 2398711"/>
              <a:gd name="connsiteX11160" fmla="*/ 1883053 w 2119654"/>
              <a:gd name="connsiteY11160" fmla="*/ 1398159 h 2398711"/>
              <a:gd name="connsiteX11161" fmla="*/ 1883917 w 2119654"/>
              <a:gd name="connsiteY11161" fmla="*/ 1400093 h 2398711"/>
              <a:gd name="connsiteX11162" fmla="*/ 1892611 w 2119654"/>
              <a:gd name="connsiteY11162" fmla="*/ 1391763 h 2398711"/>
              <a:gd name="connsiteX11163" fmla="*/ 1889383 w 2119654"/>
              <a:gd name="connsiteY11163" fmla="*/ 1392788 h 2398711"/>
              <a:gd name="connsiteX11164" fmla="*/ 1883813 w 2119654"/>
              <a:gd name="connsiteY11164" fmla="*/ 1396555 h 2398711"/>
              <a:gd name="connsiteX11165" fmla="*/ 1883800 w 2119654"/>
              <a:gd name="connsiteY11165" fmla="*/ 1396569 h 2398711"/>
              <a:gd name="connsiteX11166" fmla="*/ 1560108 w 2119654"/>
              <a:gd name="connsiteY11166" fmla="*/ 2121277 h 2398711"/>
              <a:gd name="connsiteX11167" fmla="*/ 1572096 w 2119654"/>
              <a:gd name="connsiteY11167" fmla="*/ 2121684 h 2398711"/>
              <a:gd name="connsiteX11168" fmla="*/ 1566319 w 2119654"/>
              <a:gd name="connsiteY11168" fmla="*/ 2119953 h 2398711"/>
              <a:gd name="connsiteX11169" fmla="*/ 1562905 w 2119654"/>
              <a:gd name="connsiteY11169" fmla="*/ 2120046 h 2398711"/>
              <a:gd name="connsiteX11170" fmla="*/ 1632943 w 2119654"/>
              <a:gd name="connsiteY11170" fmla="*/ 1958175 h 2398711"/>
              <a:gd name="connsiteX11171" fmla="*/ 1633192 w 2119654"/>
              <a:gd name="connsiteY11171" fmla="*/ 1958746 h 2398711"/>
              <a:gd name="connsiteX11172" fmla="*/ 1633196 w 2119654"/>
              <a:gd name="connsiteY11172" fmla="*/ 1958136 h 2398711"/>
              <a:gd name="connsiteX11173" fmla="*/ 1633527 w 2119654"/>
              <a:gd name="connsiteY11173" fmla="*/ 1956854 h 2398711"/>
              <a:gd name="connsiteX11174" fmla="*/ 1633525 w 2119654"/>
              <a:gd name="connsiteY11174" fmla="*/ 1957061 h 2398711"/>
              <a:gd name="connsiteX11175" fmla="*/ 1634991 w 2119654"/>
              <a:gd name="connsiteY11175" fmla="*/ 1957389 h 2398711"/>
              <a:gd name="connsiteX11176" fmla="*/ 1636997 w 2119654"/>
              <a:gd name="connsiteY11176" fmla="*/ 1957167 h 2398711"/>
              <a:gd name="connsiteX11177" fmla="*/ 1642120 w 2119654"/>
              <a:gd name="connsiteY11177" fmla="*/ 1956392 h 2398711"/>
              <a:gd name="connsiteX11178" fmla="*/ 1643067 w 2119654"/>
              <a:gd name="connsiteY11178" fmla="*/ 1956060 h 2398711"/>
              <a:gd name="connsiteX11179" fmla="*/ 1634512 w 2119654"/>
              <a:gd name="connsiteY11179" fmla="*/ 1956354 h 2398711"/>
              <a:gd name="connsiteX11180" fmla="*/ 1776461 w 2119654"/>
              <a:gd name="connsiteY11180" fmla="*/ 1636766 h 2398711"/>
              <a:gd name="connsiteX11181" fmla="*/ 1776455 w 2119654"/>
              <a:gd name="connsiteY11181" fmla="*/ 1637105 h 2398711"/>
              <a:gd name="connsiteX11182" fmla="*/ 1777322 w 2119654"/>
              <a:gd name="connsiteY11182" fmla="*/ 1636025 h 2398711"/>
              <a:gd name="connsiteX11183" fmla="*/ 1777221 w 2119654"/>
              <a:gd name="connsiteY11183" fmla="*/ 1635823 h 2398711"/>
              <a:gd name="connsiteX11184" fmla="*/ 1647381 w 2119654"/>
              <a:gd name="connsiteY11184" fmla="*/ 1925679 h 2398711"/>
              <a:gd name="connsiteX11185" fmla="*/ 1650594 w 2119654"/>
              <a:gd name="connsiteY11185" fmla="*/ 1924012 h 2398711"/>
              <a:gd name="connsiteX11186" fmla="*/ 1647661 w 2119654"/>
              <a:gd name="connsiteY11186" fmla="*/ 1925147 h 2398711"/>
              <a:gd name="connsiteX11187" fmla="*/ 1881182 w 2119654"/>
              <a:gd name="connsiteY11187" fmla="*/ 1402147 h 2398711"/>
              <a:gd name="connsiteX11188" fmla="*/ 1883043 w 2119654"/>
              <a:gd name="connsiteY11188" fmla="*/ 1400929 h 2398711"/>
              <a:gd name="connsiteX11189" fmla="*/ 1883716 w 2119654"/>
              <a:gd name="connsiteY11189" fmla="*/ 1400285 h 2398711"/>
              <a:gd name="connsiteX11190" fmla="*/ 1882892 w 2119654"/>
              <a:gd name="connsiteY11190" fmla="*/ 1398503 h 2398711"/>
              <a:gd name="connsiteX11191" fmla="*/ 1880699 w 2119654"/>
              <a:gd name="connsiteY11191" fmla="*/ 1403174 h 2398711"/>
              <a:gd name="connsiteX11192" fmla="*/ 1881637 w 2119654"/>
              <a:gd name="connsiteY11192" fmla="*/ 1402276 h 2398711"/>
              <a:gd name="connsiteX11193" fmla="*/ 1880893 w 2119654"/>
              <a:gd name="connsiteY11193" fmla="*/ 1402763 h 2398711"/>
              <a:gd name="connsiteX11194" fmla="*/ 1823944 w 2119654"/>
              <a:gd name="connsiteY11194" fmla="*/ 1530255 h 2398711"/>
              <a:gd name="connsiteX11195" fmla="*/ 1824665 w 2119654"/>
              <a:gd name="connsiteY11195" fmla="*/ 1532992 h 2398711"/>
              <a:gd name="connsiteX11196" fmla="*/ 1826197 w 2119654"/>
              <a:gd name="connsiteY11196" fmla="*/ 1531328 h 2398711"/>
              <a:gd name="connsiteX11197" fmla="*/ 1825405 w 2119654"/>
              <a:gd name="connsiteY11197" fmla="*/ 1529742 h 2398711"/>
              <a:gd name="connsiteX11198" fmla="*/ 1804825 w 2119654"/>
              <a:gd name="connsiteY11198" fmla="*/ 1573028 h 2398711"/>
              <a:gd name="connsiteX11199" fmla="*/ 1805591 w 2119654"/>
              <a:gd name="connsiteY11199" fmla="*/ 1577279 h 2398711"/>
              <a:gd name="connsiteX11200" fmla="*/ 1808286 w 2119654"/>
              <a:gd name="connsiteY11200" fmla="*/ 1576333 h 2398711"/>
              <a:gd name="connsiteX11201" fmla="*/ 1812102 w 2119654"/>
              <a:gd name="connsiteY11201" fmla="*/ 1574058 h 2398711"/>
              <a:gd name="connsiteX11202" fmla="*/ 1809598 w 2119654"/>
              <a:gd name="connsiteY11202" fmla="*/ 1569813 h 2398711"/>
              <a:gd name="connsiteX11203" fmla="*/ 1720032 w 2119654"/>
              <a:gd name="connsiteY11203" fmla="*/ 1762873 h 2398711"/>
              <a:gd name="connsiteX11204" fmla="*/ 1720010 w 2119654"/>
              <a:gd name="connsiteY11204" fmla="*/ 1763785 h 2398711"/>
              <a:gd name="connsiteX11205" fmla="*/ 1721160 w 2119654"/>
              <a:gd name="connsiteY11205" fmla="*/ 1763317 h 2398711"/>
              <a:gd name="connsiteX11206" fmla="*/ 1722520 w 2119654"/>
              <a:gd name="connsiteY11206" fmla="*/ 1762562 h 2398711"/>
              <a:gd name="connsiteX11207" fmla="*/ 1722388 w 2119654"/>
              <a:gd name="connsiteY11207" fmla="*/ 1761859 h 2398711"/>
              <a:gd name="connsiteX11208" fmla="*/ 1879808 w 2119654"/>
              <a:gd name="connsiteY11208" fmla="*/ 1405071 h 2398711"/>
              <a:gd name="connsiteX11209" fmla="*/ 1887072 w 2119654"/>
              <a:gd name="connsiteY11209" fmla="*/ 1412467 h 2398711"/>
              <a:gd name="connsiteX11210" fmla="*/ 1888533 w 2119654"/>
              <a:gd name="connsiteY11210" fmla="*/ 1410875 h 2398711"/>
              <a:gd name="connsiteX11211" fmla="*/ 1886308 w 2119654"/>
              <a:gd name="connsiteY11211" fmla="*/ 1405891 h 2398711"/>
              <a:gd name="connsiteX11212" fmla="*/ 1883940 w 2119654"/>
              <a:gd name="connsiteY11212" fmla="*/ 1400770 h 2398711"/>
              <a:gd name="connsiteX11213" fmla="*/ 1882683 w 2119654"/>
              <a:gd name="connsiteY11213" fmla="*/ 1401592 h 2398711"/>
              <a:gd name="connsiteX11214" fmla="*/ 1880428 w 2119654"/>
              <a:gd name="connsiteY11214" fmla="*/ 1403751 h 2398711"/>
              <a:gd name="connsiteX11215" fmla="*/ 1744979 w 2119654"/>
              <a:gd name="connsiteY11215" fmla="*/ 1706947 h 2398711"/>
              <a:gd name="connsiteX11216" fmla="*/ 1744941 w 2119654"/>
              <a:gd name="connsiteY11216" fmla="*/ 1707573 h 2398711"/>
              <a:gd name="connsiteX11217" fmla="*/ 1745314 w 2119654"/>
              <a:gd name="connsiteY11217" fmla="*/ 1706883 h 2398711"/>
              <a:gd name="connsiteX11218" fmla="*/ 1597895 w 2119654"/>
              <a:gd name="connsiteY11218" fmla="*/ 2036262 h 2398711"/>
              <a:gd name="connsiteX11219" fmla="*/ 1599374 w 2119654"/>
              <a:gd name="connsiteY11219" fmla="*/ 2036117 h 2398711"/>
              <a:gd name="connsiteX11220" fmla="*/ 1598987 w 2119654"/>
              <a:gd name="connsiteY11220" fmla="*/ 2035430 h 2398711"/>
              <a:gd name="connsiteX11221" fmla="*/ 1697008 w 2119654"/>
              <a:gd name="connsiteY11221" fmla="*/ 1814315 h 2398711"/>
              <a:gd name="connsiteX11222" fmla="*/ 1696998 w 2119654"/>
              <a:gd name="connsiteY11222" fmla="*/ 1814488 h 2398711"/>
              <a:gd name="connsiteX11223" fmla="*/ 1697260 w 2119654"/>
              <a:gd name="connsiteY11223" fmla="*/ 1814472 h 2398711"/>
              <a:gd name="connsiteX11224" fmla="*/ 1697434 w 2119654"/>
              <a:gd name="connsiteY11224" fmla="*/ 1814335 h 2398711"/>
              <a:gd name="connsiteX11225" fmla="*/ 1697404 w 2119654"/>
              <a:gd name="connsiteY11225" fmla="*/ 1814463 h 2398711"/>
              <a:gd name="connsiteX11226" fmla="*/ 1699445 w 2119654"/>
              <a:gd name="connsiteY11226" fmla="*/ 1814339 h 2398711"/>
              <a:gd name="connsiteX11227" fmla="*/ 1701645 w 2119654"/>
              <a:gd name="connsiteY11227" fmla="*/ 1812643 h 2398711"/>
              <a:gd name="connsiteX11228" fmla="*/ 1701322 w 2119654"/>
              <a:gd name="connsiteY11228" fmla="*/ 1812027 h 2398711"/>
              <a:gd name="connsiteX11229" fmla="*/ 1645893 w 2119654"/>
              <a:gd name="connsiteY11229" fmla="*/ 1928595 h 2398711"/>
              <a:gd name="connsiteX11230" fmla="*/ 1646458 w 2119654"/>
              <a:gd name="connsiteY11230" fmla="*/ 1928501 h 2398711"/>
              <a:gd name="connsiteX11231" fmla="*/ 1647665 w 2119654"/>
              <a:gd name="connsiteY11231" fmla="*/ 1927646 h 2398711"/>
              <a:gd name="connsiteX11232" fmla="*/ 1601449 w 2119654"/>
              <a:gd name="connsiteY11232" fmla="*/ 2028113 h 2398711"/>
              <a:gd name="connsiteX11233" fmla="*/ 1601392 w 2119654"/>
              <a:gd name="connsiteY11233" fmla="*/ 2028677 h 2398711"/>
              <a:gd name="connsiteX11234" fmla="*/ 1603709 w 2119654"/>
              <a:gd name="connsiteY11234" fmla="*/ 2028575 h 2398711"/>
              <a:gd name="connsiteX11235" fmla="*/ 1602153 w 2119654"/>
              <a:gd name="connsiteY11235" fmla="*/ 2028003 h 2398711"/>
              <a:gd name="connsiteX11236" fmla="*/ 1646098 w 2119654"/>
              <a:gd name="connsiteY11236" fmla="*/ 1928118 h 2398711"/>
              <a:gd name="connsiteX11237" fmla="*/ 1649785 w 2119654"/>
              <a:gd name="connsiteY11237" fmla="*/ 1926145 h 2398711"/>
              <a:gd name="connsiteX11238" fmla="*/ 1654618 w 2119654"/>
              <a:gd name="connsiteY11238" fmla="*/ 1922723 h 2398711"/>
              <a:gd name="connsiteX11239" fmla="*/ 1653711 w 2119654"/>
              <a:gd name="connsiteY11239" fmla="*/ 1922915 h 2398711"/>
              <a:gd name="connsiteX11240" fmla="*/ 1647005 w 2119654"/>
              <a:gd name="connsiteY11240" fmla="*/ 1926395 h 2398711"/>
              <a:gd name="connsiteX11241" fmla="*/ 1737063 w 2119654"/>
              <a:gd name="connsiteY11241" fmla="*/ 1724363 h 2398711"/>
              <a:gd name="connsiteX11242" fmla="*/ 1739242 w 2119654"/>
              <a:gd name="connsiteY11242" fmla="*/ 1723651 h 2398711"/>
              <a:gd name="connsiteX11243" fmla="*/ 1739471 w 2119654"/>
              <a:gd name="connsiteY11243" fmla="*/ 1723206 h 2398711"/>
              <a:gd name="connsiteX11244" fmla="*/ 1738253 w 2119654"/>
              <a:gd name="connsiteY11244" fmla="*/ 1722156 h 2398711"/>
              <a:gd name="connsiteX11245" fmla="*/ 1629715 w 2119654"/>
              <a:gd name="connsiteY11245" fmla="*/ 1964705 h 2398711"/>
              <a:gd name="connsiteX11246" fmla="*/ 1629943 w 2119654"/>
              <a:gd name="connsiteY11246" fmla="*/ 1967600 h 2398711"/>
              <a:gd name="connsiteX11247" fmla="*/ 1631567 w 2119654"/>
              <a:gd name="connsiteY11247" fmla="*/ 1966938 h 2398711"/>
              <a:gd name="connsiteX11248" fmla="*/ 1630532 w 2119654"/>
              <a:gd name="connsiteY11248" fmla="*/ 1964560 h 2398711"/>
              <a:gd name="connsiteX11249" fmla="*/ 1704567 w 2119654"/>
              <a:gd name="connsiteY11249" fmla="*/ 1797027 h 2398711"/>
              <a:gd name="connsiteX11250" fmla="*/ 1707015 w 2119654"/>
              <a:gd name="connsiteY11250" fmla="*/ 1796808 h 2398711"/>
              <a:gd name="connsiteX11251" fmla="*/ 1706546 w 2119654"/>
              <a:gd name="connsiteY11251" fmla="*/ 1795307 h 2398711"/>
              <a:gd name="connsiteX11252" fmla="*/ 1705635 w 2119654"/>
              <a:gd name="connsiteY11252" fmla="*/ 1795566 h 2398711"/>
              <a:gd name="connsiteX11253" fmla="*/ 1645563 w 2119654"/>
              <a:gd name="connsiteY11253" fmla="*/ 1929135 h 2398711"/>
              <a:gd name="connsiteX11254" fmla="*/ 1645704 w 2119654"/>
              <a:gd name="connsiteY11254" fmla="*/ 1929036 h 2398711"/>
              <a:gd name="connsiteX11255" fmla="*/ 1645607 w 2119654"/>
              <a:gd name="connsiteY11255" fmla="*/ 1929052 h 2398711"/>
              <a:gd name="connsiteX11256" fmla="*/ 1708573 w 2119654"/>
              <a:gd name="connsiteY11256" fmla="*/ 1788003 h 2398711"/>
              <a:gd name="connsiteX11257" fmla="*/ 1708678 w 2119654"/>
              <a:gd name="connsiteY11257" fmla="*/ 1788000 h 2398711"/>
              <a:gd name="connsiteX11258" fmla="*/ 1708834 w 2119654"/>
              <a:gd name="connsiteY11258" fmla="*/ 1787890 h 2398711"/>
              <a:gd name="connsiteX11259" fmla="*/ 1708831 w 2119654"/>
              <a:gd name="connsiteY11259" fmla="*/ 1787630 h 2398711"/>
              <a:gd name="connsiteX11260" fmla="*/ 1762071 w 2119654"/>
              <a:gd name="connsiteY11260" fmla="*/ 1668163 h 2398711"/>
              <a:gd name="connsiteX11261" fmla="*/ 1762367 w 2119654"/>
              <a:gd name="connsiteY11261" fmla="*/ 1669544 h 2398711"/>
              <a:gd name="connsiteX11262" fmla="*/ 1763483 w 2119654"/>
              <a:gd name="connsiteY11262" fmla="*/ 1669292 h 2398711"/>
              <a:gd name="connsiteX11263" fmla="*/ 1764087 w 2119654"/>
              <a:gd name="connsiteY11263" fmla="*/ 1665672 h 2398711"/>
              <a:gd name="connsiteX11264" fmla="*/ 1762904 w 2119654"/>
              <a:gd name="connsiteY11264" fmla="*/ 1667184 h 2398711"/>
              <a:gd name="connsiteX11265" fmla="*/ 1610568 w 2119654"/>
              <a:gd name="connsiteY11265" fmla="*/ 2007338 h 2398711"/>
              <a:gd name="connsiteX11266" fmla="*/ 1611185 w 2119654"/>
              <a:gd name="connsiteY11266" fmla="*/ 2007476 h 2398711"/>
              <a:gd name="connsiteX11267" fmla="*/ 1611233 w 2119654"/>
              <a:gd name="connsiteY11267" fmla="*/ 2007461 h 2398711"/>
              <a:gd name="connsiteX11268" fmla="*/ 1611257 w 2119654"/>
              <a:gd name="connsiteY11268" fmla="*/ 2006939 h 2398711"/>
              <a:gd name="connsiteX11269" fmla="*/ 1824747 w 2119654"/>
              <a:gd name="connsiteY11269" fmla="*/ 1527729 h 2398711"/>
              <a:gd name="connsiteX11270" fmla="*/ 1825257 w 2119654"/>
              <a:gd name="connsiteY11270" fmla="*/ 1528751 h 2398711"/>
              <a:gd name="connsiteX11271" fmla="*/ 1830597 w 2119654"/>
              <a:gd name="connsiteY11271" fmla="*/ 1526546 h 2398711"/>
              <a:gd name="connsiteX11272" fmla="*/ 1833071 w 2119654"/>
              <a:gd name="connsiteY11272" fmla="*/ 1523858 h 2398711"/>
              <a:gd name="connsiteX11273" fmla="*/ 1833045 w 2119654"/>
              <a:gd name="connsiteY11273" fmla="*/ 1524210 h 2398711"/>
              <a:gd name="connsiteX11274" fmla="*/ 1831076 w 2119654"/>
              <a:gd name="connsiteY11274" fmla="*/ 1526349 h 2398711"/>
              <a:gd name="connsiteX11275" fmla="*/ 1836380 w 2119654"/>
              <a:gd name="connsiteY11275" fmla="*/ 1524159 h 2398711"/>
              <a:gd name="connsiteX11276" fmla="*/ 1833272 w 2119654"/>
              <a:gd name="connsiteY11276" fmla="*/ 1521058 h 2398711"/>
              <a:gd name="connsiteX11277" fmla="*/ 1736174 w 2119654"/>
              <a:gd name="connsiteY11277" fmla="*/ 1726011 h 2398711"/>
              <a:gd name="connsiteX11278" fmla="*/ 1736426 w 2119654"/>
              <a:gd name="connsiteY11278" fmla="*/ 1727321 h 2398711"/>
              <a:gd name="connsiteX11279" fmla="*/ 1738039 w 2119654"/>
              <a:gd name="connsiteY11279" fmla="*/ 1725994 h 2398711"/>
              <a:gd name="connsiteX11280" fmla="*/ 1738846 w 2119654"/>
              <a:gd name="connsiteY11280" fmla="*/ 1724422 h 2398711"/>
              <a:gd name="connsiteX11281" fmla="*/ 1736620 w 2119654"/>
              <a:gd name="connsiteY11281" fmla="*/ 1725184 h 2398711"/>
              <a:gd name="connsiteX11282" fmla="*/ 1644592 w 2119654"/>
              <a:gd name="connsiteY11282" fmla="*/ 1930994 h 2398711"/>
              <a:gd name="connsiteX11283" fmla="*/ 1650201 w 2119654"/>
              <a:gd name="connsiteY11283" fmla="*/ 1928294 h 2398711"/>
              <a:gd name="connsiteX11284" fmla="*/ 1647859 w 2119654"/>
              <a:gd name="connsiteY11284" fmla="*/ 1928680 h 2398711"/>
              <a:gd name="connsiteX11285" fmla="*/ 1792476 w 2119654"/>
              <a:gd name="connsiteY11285" fmla="*/ 1599821 h 2398711"/>
              <a:gd name="connsiteX11286" fmla="*/ 1793084 w 2119654"/>
              <a:gd name="connsiteY11286" fmla="*/ 1600134 h 2398711"/>
              <a:gd name="connsiteX11287" fmla="*/ 1797266 w 2119654"/>
              <a:gd name="connsiteY11287" fmla="*/ 1599297 h 2398711"/>
              <a:gd name="connsiteX11288" fmla="*/ 1795652 w 2119654"/>
              <a:gd name="connsiteY11288" fmla="*/ 1597736 h 2398711"/>
              <a:gd name="connsiteX11289" fmla="*/ 1699911 w 2119654"/>
              <a:gd name="connsiteY11289" fmla="*/ 1807083 h 2398711"/>
              <a:gd name="connsiteX11290" fmla="*/ 1700484 w 2119654"/>
              <a:gd name="connsiteY11290" fmla="*/ 1808179 h 2398711"/>
              <a:gd name="connsiteX11291" fmla="*/ 1703249 w 2119654"/>
              <a:gd name="connsiteY11291" fmla="*/ 1808313 h 2398711"/>
              <a:gd name="connsiteX11292" fmla="*/ 1705268 w 2119654"/>
              <a:gd name="connsiteY11292" fmla="*/ 1807094 h 2398711"/>
              <a:gd name="connsiteX11293" fmla="*/ 1708549 w 2119654"/>
              <a:gd name="connsiteY11293" fmla="*/ 1804668 h 2398711"/>
              <a:gd name="connsiteX11294" fmla="*/ 1708986 w 2119654"/>
              <a:gd name="connsiteY11294" fmla="*/ 1804093 h 2398711"/>
              <a:gd name="connsiteX11295" fmla="*/ 1708795 w 2119654"/>
              <a:gd name="connsiteY11295" fmla="*/ 1803188 h 2398711"/>
              <a:gd name="connsiteX11296" fmla="*/ 1735797 w 2119654"/>
              <a:gd name="connsiteY11296" fmla="*/ 1726708 h 2398711"/>
              <a:gd name="connsiteX11297" fmla="*/ 1736001 w 2119654"/>
              <a:gd name="connsiteY11297" fmla="*/ 1727668 h 2398711"/>
              <a:gd name="connsiteX11298" fmla="*/ 1736000 w 2119654"/>
              <a:gd name="connsiteY11298" fmla="*/ 1727671 h 2398711"/>
              <a:gd name="connsiteX11299" fmla="*/ 1736209 w 2119654"/>
              <a:gd name="connsiteY11299" fmla="*/ 1727498 h 2398711"/>
              <a:gd name="connsiteX11300" fmla="*/ 1735989 w 2119654"/>
              <a:gd name="connsiteY11300" fmla="*/ 1726352 h 2398711"/>
              <a:gd name="connsiteX11301" fmla="*/ 1697057 w 2119654"/>
              <a:gd name="connsiteY11301" fmla="*/ 1813438 h 2398711"/>
              <a:gd name="connsiteX11302" fmla="*/ 1697020 w 2119654"/>
              <a:gd name="connsiteY11302" fmla="*/ 1814107 h 2398711"/>
              <a:gd name="connsiteX11303" fmla="*/ 1701239 w 2119654"/>
              <a:gd name="connsiteY11303" fmla="*/ 1811868 h 2398711"/>
              <a:gd name="connsiteX11304" fmla="*/ 1700932 w 2119654"/>
              <a:gd name="connsiteY11304" fmla="*/ 1811282 h 2398711"/>
              <a:gd name="connsiteX11305" fmla="*/ 1699043 w 2119654"/>
              <a:gd name="connsiteY11305" fmla="*/ 1812170 h 2398711"/>
              <a:gd name="connsiteX11306" fmla="*/ 1698533 w 2119654"/>
              <a:gd name="connsiteY11306" fmla="*/ 1812547 h 2398711"/>
              <a:gd name="connsiteX11307" fmla="*/ 1587659 w 2119654"/>
              <a:gd name="connsiteY11307" fmla="*/ 2058295 h 2398711"/>
              <a:gd name="connsiteX11308" fmla="*/ 1589613 w 2119654"/>
              <a:gd name="connsiteY11308" fmla="*/ 2058545 h 2398711"/>
              <a:gd name="connsiteX11309" fmla="*/ 1589564 w 2119654"/>
              <a:gd name="connsiteY11309" fmla="*/ 2057136 h 2398711"/>
              <a:gd name="connsiteX11310" fmla="*/ 1711564 w 2119654"/>
              <a:gd name="connsiteY11310" fmla="*/ 1780838 h 2398711"/>
              <a:gd name="connsiteX11311" fmla="*/ 1711570 w 2119654"/>
              <a:gd name="connsiteY11311" fmla="*/ 1781371 h 2398711"/>
              <a:gd name="connsiteX11312" fmla="*/ 1712355 w 2119654"/>
              <a:gd name="connsiteY11312" fmla="*/ 1780860 h 2398711"/>
              <a:gd name="connsiteX11313" fmla="*/ 1714161 w 2119654"/>
              <a:gd name="connsiteY11313" fmla="*/ 1778249 h 2398711"/>
              <a:gd name="connsiteX11314" fmla="*/ 1713526 w 2119654"/>
              <a:gd name="connsiteY11314" fmla="*/ 1778578 h 2398711"/>
              <a:gd name="connsiteX11315" fmla="*/ 1769554 w 2119654"/>
              <a:gd name="connsiteY11315" fmla="*/ 1650963 h 2398711"/>
              <a:gd name="connsiteX11316" fmla="*/ 1769132 w 2119654"/>
              <a:gd name="connsiteY11316" fmla="*/ 1653490 h 2398711"/>
              <a:gd name="connsiteX11317" fmla="*/ 1770284 w 2119654"/>
              <a:gd name="connsiteY11317" fmla="*/ 1653191 h 2398711"/>
              <a:gd name="connsiteX11318" fmla="*/ 1770934 w 2119654"/>
              <a:gd name="connsiteY11318" fmla="*/ 1652449 h 2398711"/>
              <a:gd name="connsiteX11319" fmla="*/ 1728072 w 2119654"/>
              <a:gd name="connsiteY11319" fmla="*/ 1743793 h 2398711"/>
              <a:gd name="connsiteX11320" fmla="*/ 1728194 w 2119654"/>
              <a:gd name="connsiteY11320" fmla="*/ 1744786 h 2398711"/>
              <a:gd name="connsiteX11321" fmla="*/ 1729308 w 2119654"/>
              <a:gd name="connsiteY11321" fmla="*/ 1742688 h 2398711"/>
              <a:gd name="connsiteX11322" fmla="*/ 1721096 w 2119654"/>
              <a:gd name="connsiteY11322" fmla="*/ 1759296 h 2398711"/>
              <a:gd name="connsiteX11323" fmla="*/ 1721922 w 2119654"/>
              <a:gd name="connsiteY11323" fmla="*/ 1759380 h 2398711"/>
              <a:gd name="connsiteX11324" fmla="*/ 1721743 w 2119654"/>
              <a:gd name="connsiteY11324" fmla="*/ 1758425 h 2398711"/>
              <a:gd name="connsiteX11325" fmla="*/ 1721554 w 2119654"/>
              <a:gd name="connsiteY11325" fmla="*/ 1758432 h 2398711"/>
              <a:gd name="connsiteX11326" fmla="*/ 1761479 w 2119654"/>
              <a:gd name="connsiteY11326" fmla="*/ 1668859 h 2398711"/>
              <a:gd name="connsiteX11327" fmla="*/ 1761865 w 2119654"/>
              <a:gd name="connsiteY11327" fmla="*/ 1669656 h 2398711"/>
              <a:gd name="connsiteX11328" fmla="*/ 1761995 w 2119654"/>
              <a:gd name="connsiteY11328" fmla="*/ 1669628 h 2398711"/>
              <a:gd name="connsiteX11329" fmla="*/ 1761759 w 2119654"/>
              <a:gd name="connsiteY11329" fmla="*/ 1668529 h 2398711"/>
              <a:gd name="connsiteX11330" fmla="*/ 1734701 w 2119654"/>
              <a:gd name="connsiteY11330" fmla="*/ 1728739 h 2398711"/>
              <a:gd name="connsiteX11331" fmla="*/ 1735889 w 2119654"/>
              <a:gd name="connsiteY11331" fmla="*/ 1727762 h 2398711"/>
              <a:gd name="connsiteX11332" fmla="*/ 1735702 w 2119654"/>
              <a:gd name="connsiteY11332" fmla="*/ 1726883 h 2398711"/>
              <a:gd name="connsiteX11333" fmla="*/ 1643107 w 2119654"/>
              <a:gd name="connsiteY11333" fmla="*/ 1933803 h 2398711"/>
              <a:gd name="connsiteX11334" fmla="*/ 1643225 w 2119654"/>
              <a:gd name="connsiteY11334" fmla="*/ 1937027 h 2398711"/>
              <a:gd name="connsiteX11335" fmla="*/ 1652542 w 2119654"/>
              <a:gd name="connsiteY11335" fmla="*/ 1932254 h 2398711"/>
              <a:gd name="connsiteX11336" fmla="*/ 1653617 w 2119654"/>
              <a:gd name="connsiteY11336" fmla="*/ 1927730 h 2398711"/>
              <a:gd name="connsiteX11337" fmla="*/ 1651768 w 2119654"/>
              <a:gd name="connsiteY11337" fmla="*/ 1928035 h 2398711"/>
              <a:gd name="connsiteX11338" fmla="*/ 1644233 w 2119654"/>
              <a:gd name="connsiteY11338" fmla="*/ 1931662 h 2398711"/>
              <a:gd name="connsiteX11339" fmla="*/ 1616744 w 2119654"/>
              <a:gd name="connsiteY11339" fmla="*/ 1992790 h 2398711"/>
              <a:gd name="connsiteX11340" fmla="*/ 1622389 w 2119654"/>
              <a:gd name="connsiteY11340" fmla="*/ 1991661 h 2398711"/>
              <a:gd name="connsiteX11341" fmla="*/ 1622357 w 2119654"/>
              <a:gd name="connsiteY11341" fmla="*/ 1990818 h 2398711"/>
              <a:gd name="connsiteX11342" fmla="*/ 1632577 w 2119654"/>
              <a:gd name="connsiteY11342" fmla="*/ 1957334 h 2398711"/>
              <a:gd name="connsiteX11343" fmla="*/ 1632711 w 2119654"/>
              <a:gd name="connsiteY11343" fmla="*/ 1957641 h 2398711"/>
              <a:gd name="connsiteX11344" fmla="*/ 1633199 w 2119654"/>
              <a:gd name="connsiteY11344" fmla="*/ 1957587 h 2398711"/>
              <a:gd name="connsiteX11345" fmla="*/ 1633200 w 2119654"/>
              <a:gd name="connsiteY11345" fmla="*/ 1957443 h 2398711"/>
              <a:gd name="connsiteX11346" fmla="*/ 1632618 w 2119654"/>
              <a:gd name="connsiteY11346" fmla="*/ 1957314 h 2398711"/>
              <a:gd name="connsiteX11347" fmla="*/ 1769651 w 2119654"/>
              <a:gd name="connsiteY11347" fmla="*/ 1650379 h 2398711"/>
              <a:gd name="connsiteX11348" fmla="*/ 1769623 w 2119654"/>
              <a:gd name="connsiteY11348" fmla="*/ 1650546 h 2398711"/>
              <a:gd name="connsiteX11349" fmla="*/ 1771156 w 2119654"/>
              <a:gd name="connsiteY11349" fmla="*/ 1652196 h 2398711"/>
              <a:gd name="connsiteX11350" fmla="*/ 1772848 w 2119654"/>
              <a:gd name="connsiteY11350" fmla="*/ 1650265 h 2398711"/>
              <a:gd name="connsiteX11351" fmla="*/ 1772745 w 2119654"/>
              <a:gd name="connsiteY11351" fmla="*/ 1649253 h 2398711"/>
              <a:gd name="connsiteX11352" fmla="*/ 1770553 w 2119654"/>
              <a:gd name="connsiteY11352" fmla="*/ 1649741 h 2398711"/>
              <a:gd name="connsiteX11353" fmla="*/ 1720512 w 2119654"/>
              <a:gd name="connsiteY11353" fmla="*/ 1760395 h 2398711"/>
              <a:gd name="connsiteX11354" fmla="*/ 1721996 w 2119654"/>
              <a:gd name="connsiteY11354" fmla="*/ 1759776 h 2398711"/>
              <a:gd name="connsiteX11355" fmla="*/ 1721955 w 2119654"/>
              <a:gd name="connsiteY11355" fmla="*/ 1759556 h 2398711"/>
              <a:gd name="connsiteX11356" fmla="*/ 1720992 w 2119654"/>
              <a:gd name="connsiteY11356" fmla="*/ 1759491 h 2398711"/>
              <a:gd name="connsiteX11357" fmla="*/ 1798969 w 2119654"/>
              <a:gd name="connsiteY11357" fmla="*/ 1584648 h 2398711"/>
              <a:gd name="connsiteX11358" fmla="*/ 1801068 w 2119654"/>
              <a:gd name="connsiteY11358" fmla="*/ 1584434 h 2398711"/>
              <a:gd name="connsiteX11359" fmla="*/ 1801321 w 2119654"/>
              <a:gd name="connsiteY11359" fmla="*/ 1584342 h 2398711"/>
              <a:gd name="connsiteX11360" fmla="*/ 1805507 w 2119654"/>
              <a:gd name="connsiteY11360" fmla="*/ 1581340 h 2398711"/>
              <a:gd name="connsiteX11361" fmla="*/ 1805452 w 2119654"/>
              <a:gd name="connsiteY11361" fmla="*/ 1581248 h 2398711"/>
              <a:gd name="connsiteX11362" fmla="*/ 1803555 w 2119654"/>
              <a:gd name="connsiteY11362" fmla="*/ 1581914 h 2398711"/>
              <a:gd name="connsiteX11363" fmla="*/ 1829747 w 2119654"/>
              <a:gd name="connsiteY11363" fmla="*/ 1515682 h 2398711"/>
              <a:gd name="connsiteX11364" fmla="*/ 1831058 w 2119654"/>
              <a:gd name="connsiteY11364" fmla="*/ 1516990 h 2398711"/>
              <a:gd name="connsiteX11365" fmla="*/ 1834752 w 2119654"/>
              <a:gd name="connsiteY11365" fmla="*/ 1515346 h 2398711"/>
              <a:gd name="connsiteX11366" fmla="*/ 1837907 w 2119654"/>
              <a:gd name="connsiteY11366" fmla="*/ 1513284 h 2398711"/>
              <a:gd name="connsiteX11367" fmla="*/ 1833759 w 2119654"/>
              <a:gd name="connsiteY11367" fmla="*/ 1509565 h 2398711"/>
              <a:gd name="connsiteX11368" fmla="*/ 1547774 w 2119654"/>
              <a:gd name="connsiteY11368" fmla="*/ 2147072 h 2398711"/>
              <a:gd name="connsiteX11369" fmla="*/ 1548325 w 2119654"/>
              <a:gd name="connsiteY11369" fmla="*/ 2147158 h 2398711"/>
              <a:gd name="connsiteX11370" fmla="*/ 1549616 w 2119654"/>
              <a:gd name="connsiteY11370" fmla="*/ 2147305 h 2398711"/>
              <a:gd name="connsiteX11371" fmla="*/ 1549788 w 2119654"/>
              <a:gd name="connsiteY11371" fmla="*/ 2146606 h 2398711"/>
              <a:gd name="connsiteX11372" fmla="*/ 1740376 w 2119654"/>
              <a:gd name="connsiteY11372" fmla="*/ 1715794 h 2398711"/>
              <a:gd name="connsiteX11373" fmla="*/ 1740387 w 2119654"/>
              <a:gd name="connsiteY11373" fmla="*/ 1715789 h 2398711"/>
              <a:gd name="connsiteX11374" fmla="*/ 1740386 w 2119654"/>
              <a:gd name="connsiteY11374" fmla="*/ 1715787 h 2398711"/>
              <a:gd name="connsiteX11375" fmla="*/ 1727384 w 2119654"/>
              <a:gd name="connsiteY11375" fmla="*/ 1744760 h 2398711"/>
              <a:gd name="connsiteX11376" fmla="*/ 1727363 w 2119654"/>
              <a:gd name="connsiteY11376" fmla="*/ 1745453 h 2398711"/>
              <a:gd name="connsiteX11377" fmla="*/ 1727450 w 2119654"/>
              <a:gd name="connsiteY11377" fmla="*/ 1746189 h 2398711"/>
              <a:gd name="connsiteX11378" fmla="*/ 1727604 w 2119654"/>
              <a:gd name="connsiteY11378" fmla="*/ 1745898 h 2398711"/>
              <a:gd name="connsiteX11379" fmla="*/ 1727485 w 2119654"/>
              <a:gd name="connsiteY11379" fmla="*/ 1744932 h 2398711"/>
              <a:gd name="connsiteX11380" fmla="*/ 1633538 w 2119654"/>
              <a:gd name="connsiteY11380" fmla="*/ 1954861 h 2398711"/>
              <a:gd name="connsiteX11381" fmla="*/ 1633533 w 2119654"/>
              <a:gd name="connsiteY11381" fmla="*/ 1955841 h 2398711"/>
              <a:gd name="connsiteX11382" fmla="*/ 1642653 w 2119654"/>
              <a:gd name="connsiteY11382" fmla="*/ 1951219 h 2398711"/>
              <a:gd name="connsiteX11383" fmla="*/ 1838386 w 2119654"/>
              <a:gd name="connsiteY11383" fmla="*/ 1496041 h 2398711"/>
              <a:gd name="connsiteX11384" fmla="*/ 1840321 w 2119654"/>
              <a:gd name="connsiteY11384" fmla="*/ 1498642 h 2398711"/>
              <a:gd name="connsiteX11385" fmla="*/ 1840895 w 2119654"/>
              <a:gd name="connsiteY11385" fmla="*/ 1498197 h 2398711"/>
              <a:gd name="connsiteX11386" fmla="*/ 1849690 w 2119654"/>
              <a:gd name="connsiteY11386" fmla="*/ 1484788 h 2398711"/>
              <a:gd name="connsiteX11387" fmla="*/ 1848036 w 2119654"/>
              <a:gd name="connsiteY11387" fmla="*/ 1481386 h 2398711"/>
              <a:gd name="connsiteX11388" fmla="*/ 1841936 w 2119654"/>
              <a:gd name="connsiteY11388" fmla="*/ 1490650 h 2398711"/>
              <a:gd name="connsiteX11389" fmla="*/ 1845628 w 2119654"/>
              <a:gd name="connsiteY11389" fmla="*/ 1488810 h 2398711"/>
              <a:gd name="connsiteX11390" fmla="*/ 1845529 w 2119654"/>
              <a:gd name="connsiteY11390" fmla="*/ 1489084 h 2398711"/>
              <a:gd name="connsiteX11391" fmla="*/ 1841715 w 2119654"/>
              <a:gd name="connsiteY11391" fmla="*/ 1490986 h 2398711"/>
              <a:gd name="connsiteX11392" fmla="*/ 1818728 w 2119654"/>
              <a:gd name="connsiteY11392" fmla="*/ 1539986 h 2398711"/>
              <a:gd name="connsiteX11393" fmla="*/ 1819197 w 2119654"/>
              <a:gd name="connsiteY11393" fmla="*/ 1544068 h 2398711"/>
              <a:gd name="connsiteX11394" fmla="*/ 1822166 w 2119654"/>
              <a:gd name="connsiteY11394" fmla="*/ 1542011 h 2398711"/>
              <a:gd name="connsiteX11395" fmla="*/ 1821362 w 2119654"/>
              <a:gd name="connsiteY11395" fmla="*/ 1539587 h 2398711"/>
              <a:gd name="connsiteX11396" fmla="*/ 1818916 w 2119654"/>
              <a:gd name="connsiteY11396" fmla="*/ 1539562 h 2398711"/>
              <a:gd name="connsiteX11397" fmla="*/ 1821237 w 2119654"/>
              <a:gd name="connsiteY11397" fmla="*/ 1539210 h 2398711"/>
              <a:gd name="connsiteX11398" fmla="*/ 1820707 w 2119654"/>
              <a:gd name="connsiteY11398" fmla="*/ 1537616 h 2398711"/>
              <a:gd name="connsiteX11399" fmla="*/ 1718716 w 2119654"/>
              <a:gd name="connsiteY11399" fmla="*/ 1763778 h 2398711"/>
              <a:gd name="connsiteX11400" fmla="*/ 1718845 w 2119654"/>
              <a:gd name="connsiteY11400" fmla="*/ 1764260 h 2398711"/>
              <a:gd name="connsiteX11401" fmla="*/ 1719547 w 2119654"/>
              <a:gd name="connsiteY11401" fmla="*/ 1763974 h 2398711"/>
              <a:gd name="connsiteX11402" fmla="*/ 1719568 w 2119654"/>
              <a:gd name="connsiteY11402" fmla="*/ 1763072 h 2398711"/>
              <a:gd name="connsiteX11403" fmla="*/ 1718950 w 2119654"/>
              <a:gd name="connsiteY11403" fmla="*/ 1763338 h 2398711"/>
              <a:gd name="connsiteX11404" fmla="*/ 1828988 w 2119654"/>
              <a:gd name="connsiteY11404" fmla="*/ 1516840 h 2398711"/>
              <a:gd name="connsiteX11405" fmla="*/ 1829483 w 2119654"/>
              <a:gd name="connsiteY11405" fmla="*/ 1517691 h 2398711"/>
              <a:gd name="connsiteX11406" fmla="*/ 1829769 w 2119654"/>
              <a:gd name="connsiteY11406" fmla="*/ 1517563 h 2398711"/>
              <a:gd name="connsiteX11407" fmla="*/ 1829010 w 2119654"/>
              <a:gd name="connsiteY11407" fmla="*/ 1516806 h 2398711"/>
              <a:gd name="connsiteX11408" fmla="*/ 1640741 w 2119654"/>
              <a:gd name="connsiteY11408" fmla="*/ 1938299 h 2398711"/>
              <a:gd name="connsiteX11409" fmla="*/ 1642787 w 2119654"/>
              <a:gd name="connsiteY11409" fmla="*/ 1937251 h 2398711"/>
              <a:gd name="connsiteX11410" fmla="*/ 1642689 w 2119654"/>
              <a:gd name="connsiteY11410" fmla="*/ 1934597 h 2398711"/>
              <a:gd name="connsiteX11411" fmla="*/ 1779443 w 2119654"/>
              <a:gd name="connsiteY11411" fmla="*/ 1627641 h 2398711"/>
              <a:gd name="connsiteX11412" fmla="*/ 1781128 w 2119654"/>
              <a:gd name="connsiteY11412" fmla="*/ 1626624 h 2398711"/>
              <a:gd name="connsiteX11413" fmla="*/ 1783542 w 2119654"/>
              <a:gd name="connsiteY11413" fmla="*/ 1623630 h 2398711"/>
              <a:gd name="connsiteX11414" fmla="*/ 1782996 w 2119654"/>
              <a:gd name="connsiteY11414" fmla="*/ 1623839 h 2398711"/>
              <a:gd name="connsiteX11415" fmla="*/ 1623304 w 2119654"/>
              <a:gd name="connsiteY11415" fmla="*/ 1977218 h 2398711"/>
              <a:gd name="connsiteX11416" fmla="*/ 1626631 w 2119654"/>
              <a:gd name="connsiteY11416" fmla="*/ 1977967 h 2398711"/>
              <a:gd name="connsiteX11417" fmla="*/ 1627738 w 2119654"/>
              <a:gd name="connsiteY11417" fmla="*/ 1977900 h 2398711"/>
              <a:gd name="connsiteX11418" fmla="*/ 1627480 w 2119654"/>
              <a:gd name="connsiteY11418" fmla="*/ 1976523 h 2398711"/>
              <a:gd name="connsiteX11419" fmla="*/ 1629587 w 2119654"/>
              <a:gd name="connsiteY11419" fmla="*/ 1963081 h 2398711"/>
              <a:gd name="connsiteX11420" fmla="*/ 1629701 w 2119654"/>
              <a:gd name="connsiteY11420" fmla="*/ 1964518 h 2398711"/>
              <a:gd name="connsiteX11421" fmla="*/ 1630456 w 2119654"/>
              <a:gd name="connsiteY11421" fmla="*/ 1964384 h 2398711"/>
              <a:gd name="connsiteX11422" fmla="*/ 1629875 w 2119654"/>
              <a:gd name="connsiteY11422" fmla="*/ 1963052 h 2398711"/>
              <a:gd name="connsiteX11423" fmla="*/ 1791523 w 2119654"/>
              <a:gd name="connsiteY11423" fmla="*/ 1600446 h 2398711"/>
              <a:gd name="connsiteX11424" fmla="*/ 1792493 w 2119654"/>
              <a:gd name="connsiteY11424" fmla="*/ 1600252 h 2398711"/>
              <a:gd name="connsiteX11425" fmla="*/ 1792116 w 2119654"/>
              <a:gd name="connsiteY11425" fmla="*/ 1600057 h 2398711"/>
              <a:gd name="connsiteX11426" fmla="*/ 1702412 w 2119654"/>
              <a:gd name="connsiteY11426" fmla="*/ 1799973 h 2398711"/>
              <a:gd name="connsiteX11427" fmla="*/ 1707004 w 2119654"/>
              <a:gd name="connsiteY11427" fmla="*/ 1797975 h 2398711"/>
              <a:gd name="connsiteX11428" fmla="*/ 1703655 w 2119654"/>
              <a:gd name="connsiteY11428" fmla="*/ 1798274 h 2398711"/>
              <a:gd name="connsiteX11429" fmla="*/ 1823529 w 2119654"/>
              <a:gd name="connsiteY11429" fmla="*/ 1528682 h 2398711"/>
              <a:gd name="connsiteX11430" fmla="*/ 1823715 w 2119654"/>
              <a:gd name="connsiteY11430" fmla="*/ 1529387 h 2398711"/>
              <a:gd name="connsiteX11431" fmla="*/ 1824969 w 2119654"/>
              <a:gd name="connsiteY11431" fmla="*/ 1528869 h 2398711"/>
              <a:gd name="connsiteX11432" fmla="*/ 1824545 w 2119654"/>
              <a:gd name="connsiteY11432" fmla="*/ 1528022 h 2398711"/>
              <a:gd name="connsiteX11433" fmla="*/ 1824493 w 2119654"/>
              <a:gd name="connsiteY11433" fmla="*/ 1527928 h 2398711"/>
              <a:gd name="connsiteX11434" fmla="*/ 1908845 w 2119654"/>
              <a:gd name="connsiteY11434" fmla="*/ 1337639 h 2398711"/>
              <a:gd name="connsiteX11435" fmla="*/ 1903948 w 2119654"/>
              <a:gd name="connsiteY11435" fmla="*/ 1350833 h 2398711"/>
              <a:gd name="connsiteX11436" fmla="*/ 1904186 w 2119654"/>
              <a:gd name="connsiteY11436" fmla="*/ 1350693 h 2398711"/>
              <a:gd name="connsiteX11437" fmla="*/ 1915911 w 2119654"/>
              <a:gd name="connsiteY11437" fmla="*/ 1341401 h 2398711"/>
              <a:gd name="connsiteX11438" fmla="*/ 1622397 w 2119654"/>
              <a:gd name="connsiteY11438" fmla="*/ 1979044 h 2398711"/>
              <a:gd name="connsiteX11439" fmla="*/ 1622483 w 2119654"/>
              <a:gd name="connsiteY11439" fmla="*/ 1981278 h 2398711"/>
              <a:gd name="connsiteX11440" fmla="*/ 1627020 w 2119654"/>
              <a:gd name="connsiteY11440" fmla="*/ 1980686 h 2398711"/>
              <a:gd name="connsiteX11441" fmla="*/ 1627264 w 2119654"/>
              <a:gd name="connsiteY11441" fmla="*/ 1980483 h 2398711"/>
              <a:gd name="connsiteX11442" fmla="*/ 1628085 w 2119654"/>
              <a:gd name="connsiteY11442" fmla="*/ 1979743 h 2398711"/>
              <a:gd name="connsiteX11443" fmla="*/ 1627894 w 2119654"/>
              <a:gd name="connsiteY11443" fmla="*/ 1978726 h 2398711"/>
              <a:gd name="connsiteX11444" fmla="*/ 1626688 w 2119654"/>
              <a:gd name="connsiteY11444" fmla="*/ 1978472 h 2398711"/>
              <a:gd name="connsiteX11445" fmla="*/ 1622778 w 2119654"/>
              <a:gd name="connsiteY11445" fmla="*/ 1978711 h 2398711"/>
              <a:gd name="connsiteX11446" fmla="*/ 1625373 w 2119654"/>
              <a:gd name="connsiteY11446" fmla="*/ 1979032 h 2398711"/>
              <a:gd name="connsiteX11447" fmla="*/ 1624932 w 2119654"/>
              <a:gd name="connsiteY11447" fmla="*/ 1979357 h 2398711"/>
              <a:gd name="connsiteX11448" fmla="*/ 1626629 w 2119654"/>
              <a:gd name="connsiteY11448" fmla="*/ 1969466 h 2398711"/>
              <a:gd name="connsiteX11449" fmla="*/ 1626920 w 2119654"/>
              <a:gd name="connsiteY11449" fmla="*/ 1971015 h 2398711"/>
              <a:gd name="connsiteX11450" fmla="*/ 1629928 w 2119654"/>
              <a:gd name="connsiteY11450" fmla="*/ 1970467 h 2398711"/>
              <a:gd name="connsiteX11451" fmla="*/ 1629813 w 2119654"/>
              <a:gd name="connsiteY11451" fmla="*/ 1969016 h 2398711"/>
              <a:gd name="connsiteX11452" fmla="*/ 1626792 w 2119654"/>
              <a:gd name="connsiteY11452" fmla="*/ 1969080 h 2398711"/>
              <a:gd name="connsiteX11453" fmla="*/ 1629785 w 2119654"/>
              <a:gd name="connsiteY11453" fmla="*/ 1968657 h 2398711"/>
              <a:gd name="connsiteX11454" fmla="*/ 1629724 w 2119654"/>
              <a:gd name="connsiteY11454" fmla="*/ 1967884 h 2398711"/>
              <a:gd name="connsiteX11455" fmla="*/ 1827996 w 2119654"/>
              <a:gd name="connsiteY11455" fmla="*/ 1518353 h 2398711"/>
              <a:gd name="connsiteX11456" fmla="*/ 1829395 w 2119654"/>
              <a:gd name="connsiteY11456" fmla="*/ 1517729 h 2398711"/>
              <a:gd name="connsiteX11457" fmla="*/ 1828929 w 2119654"/>
              <a:gd name="connsiteY11457" fmla="*/ 1516930 h 2398711"/>
              <a:gd name="connsiteX11458" fmla="*/ 1609287 w 2119654"/>
              <a:gd name="connsiteY11458" fmla="*/ 2008065 h 2398711"/>
              <a:gd name="connsiteX11459" fmla="*/ 1609571 w 2119654"/>
              <a:gd name="connsiteY11459" fmla="*/ 2007977 h 2398711"/>
              <a:gd name="connsiteX11460" fmla="*/ 1609479 w 2119654"/>
              <a:gd name="connsiteY11460" fmla="*/ 2007958 h 2398711"/>
              <a:gd name="connsiteX11461" fmla="*/ 1784388 w 2119654"/>
              <a:gd name="connsiteY11461" fmla="*/ 1615921 h 2398711"/>
              <a:gd name="connsiteX11462" fmla="*/ 1785998 w 2119654"/>
              <a:gd name="connsiteY11462" fmla="*/ 1615851 h 2398711"/>
              <a:gd name="connsiteX11463" fmla="*/ 1786989 w 2119654"/>
              <a:gd name="connsiteY11463" fmla="*/ 1615416 h 2398711"/>
              <a:gd name="connsiteX11464" fmla="*/ 1786622 w 2119654"/>
              <a:gd name="connsiteY11464" fmla="*/ 1614699 h 2398711"/>
              <a:gd name="connsiteX11465" fmla="*/ 1720367 w 2119654"/>
              <a:gd name="connsiteY11465" fmla="*/ 1759222 h 2398711"/>
              <a:gd name="connsiteX11466" fmla="*/ 1720523 w 2119654"/>
              <a:gd name="connsiteY11466" fmla="*/ 1759238 h 2398711"/>
              <a:gd name="connsiteX11467" fmla="*/ 1720628 w 2119654"/>
              <a:gd name="connsiteY11467" fmla="*/ 1759042 h 2398711"/>
              <a:gd name="connsiteX11468" fmla="*/ 1756637 w 2119654"/>
              <a:gd name="connsiteY11468" fmla="*/ 1677782 h 2398711"/>
              <a:gd name="connsiteX11469" fmla="*/ 1757296 w 2119654"/>
              <a:gd name="connsiteY11469" fmla="*/ 1679546 h 2398711"/>
              <a:gd name="connsiteX11470" fmla="*/ 1757596 w 2119654"/>
              <a:gd name="connsiteY11470" fmla="*/ 1679511 h 2398711"/>
              <a:gd name="connsiteX11471" fmla="*/ 1760091 w 2119654"/>
              <a:gd name="connsiteY11471" fmla="*/ 1677003 h 2398711"/>
              <a:gd name="connsiteX11472" fmla="*/ 1632185 w 2119654"/>
              <a:gd name="connsiteY11472" fmla="*/ 1956435 h 2398711"/>
              <a:gd name="connsiteX11473" fmla="*/ 1632218 w 2119654"/>
              <a:gd name="connsiteY11473" fmla="*/ 1956508 h 2398711"/>
              <a:gd name="connsiteX11474" fmla="*/ 1632376 w 2119654"/>
              <a:gd name="connsiteY11474" fmla="*/ 1956428 h 2398711"/>
              <a:gd name="connsiteX11475" fmla="*/ 1591222 w 2119654"/>
              <a:gd name="connsiteY11475" fmla="*/ 2048152 h 2398711"/>
              <a:gd name="connsiteX11476" fmla="*/ 1591352 w 2119654"/>
              <a:gd name="connsiteY11476" fmla="*/ 2054504 h 2398711"/>
              <a:gd name="connsiteX11477" fmla="*/ 1598840 w 2119654"/>
              <a:gd name="connsiteY11477" fmla="*/ 2049949 h 2398711"/>
              <a:gd name="connsiteX11478" fmla="*/ 1599165 w 2119654"/>
              <a:gd name="connsiteY11478" fmla="*/ 2046746 h 2398711"/>
              <a:gd name="connsiteX11479" fmla="*/ 1832402 w 2119654"/>
              <a:gd name="connsiteY11479" fmla="*/ 1508070 h 2398711"/>
              <a:gd name="connsiteX11480" fmla="*/ 1833672 w 2119654"/>
              <a:gd name="connsiteY11480" fmla="*/ 1509207 h 2398711"/>
              <a:gd name="connsiteX11481" fmla="*/ 1833771 w 2119654"/>
              <a:gd name="connsiteY11481" fmla="*/ 1509060 h 2398711"/>
              <a:gd name="connsiteX11482" fmla="*/ 1837544 w 2119654"/>
              <a:gd name="connsiteY11482" fmla="*/ 1503308 h 2398711"/>
              <a:gd name="connsiteX11483" fmla="*/ 1720113 w 2119654"/>
              <a:gd name="connsiteY11483" fmla="*/ 1759431 h 2398711"/>
              <a:gd name="connsiteX11484" fmla="*/ 1720099 w 2119654"/>
              <a:gd name="connsiteY11484" fmla="*/ 1760039 h 2398711"/>
              <a:gd name="connsiteX11485" fmla="*/ 1720411 w 2119654"/>
              <a:gd name="connsiteY11485" fmla="*/ 1759452 h 2398711"/>
              <a:gd name="connsiteX11486" fmla="*/ 1629521 w 2119654"/>
              <a:gd name="connsiteY11486" fmla="*/ 1962236 h 2398711"/>
              <a:gd name="connsiteX11487" fmla="*/ 1629575 w 2119654"/>
              <a:gd name="connsiteY11487" fmla="*/ 1962931 h 2398711"/>
              <a:gd name="connsiteX11488" fmla="*/ 1629812 w 2119654"/>
              <a:gd name="connsiteY11488" fmla="*/ 1962906 h 2398711"/>
              <a:gd name="connsiteX11489" fmla="*/ 1812910 w 2119654"/>
              <a:gd name="connsiteY11489" fmla="*/ 1551572 h 2398711"/>
              <a:gd name="connsiteX11490" fmla="*/ 1813127 w 2119654"/>
              <a:gd name="connsiteY11490" fmla="*/ 1552002 h 2398711"/>
              <a:gd name="connsiteX11491" fmla="*/ 1814782 w 2119654"/>
              <a:gd name="connsiteY11491" fmla="*/ 1551375 h 2398711"/>
              <a:gd name="connsiteX11492" fmla="*/ 1607472 w 2119654"/>
              <a:gd name="connsiteY11492" fmla="*/ 2011488 h 2398711"/>
              <a:gd name="connsiteX11493" fmla="*/ 1607515 w 2119654"/>
              <a:gd name="connsiteY11493" fmla="*/ 2015036 h 2398711"/>
              <a:gd name="connsiteX11494" fmla="*/ 1610908 w 2119654"/>
              <a:gd name="connsiteY11494" fmla="*/ 2014634 h 2398711"/>
              <a:gd name="connsiteX11495" fmla="*/ 1611116 w 2119654"/>
              <a:gd name="connsiteY11495" fmla="*/ 2010054 h 2398711"/>
              <a:gd name="connsiteX11496" fmla="*/ 1761926 w 2119654"/>
              <a:gd name="connsiteY11496" fmla="*/ 1665575 h 2398711"/>
              <a:gd name="connsiteX11497" fmla="*/ 1762981 w 2119654"/>
              <a:gd name="connsiteY11497" fmla="*/ 1665149 h 2398711"/>
              <a:gd name="connsiteX11498" fmla="*/ 1764458 w 2119654"/>
              <a:gd name="connsiteY11498" fmla="*/ 1663451 h 2398711"/>
              <a:gd name="connsiteX11499" fmla="*/ 1764616 w 2119654"/>
              <a:gd name="connsiteY11499" fmla="*/ 1662507 h 2398711"/>
              <a:gd name="connsiteX11500" fmla="*/ 1735794 w 2119654"/>
              <a:gd name="connsiteY11500" fmla="*/ 1724031 h 2398711"/>
              <a:gd name="connsiteX11501" fmla="*/ 1735864 w 2119654"/>
              <a:gd name="connsiteY11501" fmla="*/ 1724397 h 2398711"/>
              <a:gd name="connsiteX11502" fmla="*/ 1736266 w 2119654"/>
              <a:gd name="connsiteY11502" fmla="*/ 1723651 h 2398711"/>
              <a:gd name="connsiteX11503" fmla="*/ 1636415 w 2119654"/>
              <a:gd name="connsiteY11503" fmla="*/ 1946521 h 2398711"/>
              <a:gd name="connsiteX11504" fmla="*/ 1642995 w 2119654"/>
              <a:gd name="connsiteY11504" fmla="*/ 1942931 h 2398711"/>
              <a:gd name="connsiteX11505" fmla="*/ 1642939 w 2119654"/>
              <a:gd name="connsiteY11505" fmla="*/ 1941412 h 2398711"/>
              <a:gd name="connsiteX11506" fmla="*/ 1639900 w 2119654"/>
              <a:gd name="connsiteY11506" fmla="*/ 1942969 h 2398711"/>
              <a:gd name="connsiteX11507" fmla="*/ 1639845 w 2119654"/>
              <a:gd name="connsiteY11507" fmla="*/ 1944420 h 2398711"/>
              <a:gd name="connsiteX11508" fmla="*/ 1639721 w 2119654"/>
              <a:gd name="connsiteY11508" fmla="*/ 1944568 h 2398711"/>
              <a:gd name="connsiteX11509" fmla="*/ 1639777 w 2119654"/>
              <a:gd name="connsiteY11509" fmla="*/ 1943031 h 2398711"/>
              <a:gd name="connsiteX11510" fmla="*/ 1637688 w 2119654"/>
              <a:gd name="connsiteY11510" fmla="*/ 1944102 h 2398711"/>
              <a:gd name="connsiteX11511" fmla="*/ 1761597 w 2119654"/>
              <a:gd name="connsiteY11511" fmla="*/ 1665954 h 2398711"/>
              <a:gd name="connsiteX11512" fmla="*/ 1761733 w 2119654"/>
              <a:gd name="connsiteY11512" fmla="*/ 1666585 h 2398711"/>
              <a:gd name="connsiteX11513" fmla="*/ 1762710 w 2119654"/>
              <a:gd name="connsiteY11513" fmla="*/ 1665461 h 2398711"/>
              <a:gd name="connsiteX11514" fmla="*/ 1802311 w 2119654"/>
              <a:gd name="connsiteY11514" fmla="*/ 1574721 h 2398711"/>
              <a:gd name="connsiteX11515" fmla="*/ 1804132 w 2119654"/>
              <a:gd name="connsiteY11515" fmla="*/ 1577792 h 2398711"/>
              <a:gd name="connsiteX11516" fmla="*/ 1805435 w 2119654"/>
              <a:gd name="connsiteY11516" fmla="*/ 1577334 h 2398711"/>
              <a:gd name="connsiteX11517" fmla="*/ 1804677 w 2119654"/>
              <a:gd name="connsiteY11517" fmla="*/ 1573128 h 2398711"/>
              <a:gd name="connsiteX11518" fmla="*/ 1826378 w 2119654"/>
              <a:gd name="connsiteY11518" fmla="*/ 1520820 h 2398711"/>
              <a:gd name="connsiteX11519" fmla="*/ 1829867 w 2119654"/>
              <a:gd name="connsiteY11519" fmla="*/ 1518540 h 2398711"/>
              <a:gd name="connsiteX11520" fmla="*/ 1829840 w 2119654"/>
              <a:gd name="connsiteY11520" fmla="*/ 1518494 h 2398711"/>
              <a:gd name="connsiteX11521" fmla="*/ 1827099 w 2119654"/>
              <a:gd name="connsiteY11521" fmla="*/ 1519720 h 2398711"/>
              <a:gd name="connsiteX11522" fmla="*/ 1634940 w 2119654"/>
              <a:gd name="connsiteY11522" fmla="*/ 1949324 h 2398711"/>
              <a:gd name="connsiteX11523" fmla="*/ 1643203 w 2119654"/>
              <a:gd name="connsiteY11523" fmla="*/ 1948600 h 2398711"/>
              <a:gd name="connsiteX11524" fmla="*/ 1643022 w 2119654"/>
              <a:gd name="connsiteY11524" fmla="*/ 1943678 h 2398711"/>
              <a:gd name="connsiteX11525" fmla="*/ 1635853 w 2119654"/>
              <a:gd name="connsiteY11525" fmla="*/ 1947588 h 2398711"/>
              <a:gd name="connsiteX11526" fmla="*/ 1595195 w 2119654"/>
              <a:gd name="connsiteY11526" fmla="*/ 2038318 h 2398711"/>
              <a:gd name="connsiteX11527" fmla="*/ 1596653 w 2119654"/>
              <a:gd name="connsiteY11527" fmla="*/ 2038777 h 2398711"/>
              <a:gd name="connsiteX11528" fmla="*/ 1599958 w 2119654"/>
              <a:gd name="connsiteY11528" fmla="*/ 2038941 h 2398711"/>
              <a:gd name="connsiteX11529" fmla="*/ 1600111 w 2119654"/>
              <a:gd name="connsiteY11529" fmla="*/ 2037430 h 2398711"/>
              <a:gd name="connsiteX11530" fmla="*/ 1599638 w 2119654"/>
              <a:gd name="connsiteY11530" fmla="*/ 2036588 h 2398711"/>
              <a:gd name="connsiteX11531" fmla="*/ 1597146 w 2119654"/>
              <a:gd name="connsiteY11531" fmla="*/ 2036832 h 2398711"/>
              <a:gd name="connsiteX11532" fmla="*/ 1697261 w 2119654"/>
              <a:gd name="connsiteY11532" fmla="*/ 1809770 h 2398711"/>
              <a:gd name="connsiteX11533" fmla="*/ 1697138 w 2119654"/>
              <a:gd name="connsiteY11533" fmla="*/ 1811981 h 2398711"/>
              <a:gd name="connsiteX11534" fmla="*/ 1697227 w 2119654"/>
              <a:gd name="connsiteY11534" fmla="*/ 1811947 h 2398711"/>
              <a:gd name="connsiteX11535" fmla="*/ 1700307 w 2119654"/>
              <a:gd name="connsiteY11535" fmla="*/ 1810088 h 2398711"/>
              <a:gd name="connsiteX11536" fmla="*/ 1700124 w 2119654"/>
              <a:gd name="connsiteY11536" fmla="*/ 1809739 h 2398711"/>
              <a:gd name="connsiteX11537" fmla="*/ 1622338 w 2119654"/>
              <a:gd name="connsiteY11537" fmla="*/ 1977506 h 2398711"/>
              <a:gd name="connsiteX11538" fmla="*/ 1622365 w 2119654"/>
              <a:gd name="connsiteY11538" fmla="*/ 1978228 h 2398711"/>
              <a:gd name="connsiteX11539" fmla="*/ 1624866 w 2119654"/>
              <a:gd name="connsiteY11539" fmla="*/ 1978075 h 2398711"/>
              <a:gd name="connsiteX11540" fmla="*/ 1720136 w 2119654"/>
              <a:gd name="connsiteY11540" fmla="*/ 1758481 h 2398711"/>
              <a:gd name="connsiteX11541" fmla="*/ 1720128 w 2119654"/>
              <a:gd name="connsiteY11541" fmla="*/ 1758784 h 2398711"/>
              <a:gd name="connsiteX11542" fmla="*/ 1720591 w 2119654"/>
              <a:gd name="connsiteY11542" fmla="*/ 1758465 h 2398711"/>
              <a:gd name="connsiteX11543" fmla="*/ 1735313 w 2119654"/>
              <a:gd name="connsiteY11543" fmla="*/ 1724418 h 2398711"/>
              <a:gd name="connsiteX11544" fmla="*/ 1735415 w 2119654"/>
              <a:gd name="connsiteY11544" fmla="*/ 1724902 h 2398711"/>
              <a:gd name="connsiteX11545" fmla="*/ 1735629 w 2119654"/>
              <a:gd name="connsiteY11545" fmla="*/ 1724832 h 2398711"/>
              <a:gd name="connsiteX11546" fmla="*/ 1735654 w 2119654"/>
              <a:gd name="connsiteY11546" fmla="*/ 1724785 h 2398711"/>
              <a:gd name="connsiteX11547" fmla="*/ 1735528 w 2119654"/>
              <a:gd name="connsiteY11547" fmla="*/ 1724245 h 2398711"/>
              <a:gd name="connsiteX11548" fmla="*/ 1653866 w 2119654"/>
              <a:gd name="connsiteY11548" fmla="*/ 1906752 h 2398711"/>
              <a:gd name="connsiteX11549" fmla="*/ 1653916 w 2119654"/>
              <a:gd name="connsiteY11549" fmla="*/ 1906843 h 2398711"/>
              <a:gd name="connsiteX11550" fmla="*/ 1653964 w 2119654"/>
              <a:gd name="connsiteY11550" fmla="*/ 1906752 h 2398711"/>
              <a:gd name="connsiteX11551" fmla="*/ 1697288 w 2119654"/>
              <a:gd name="connsiteY11551" fmla="*/ 1809299 h 2398711"/>
              <a:gd name="connsiteX11552" fmla="*/ 1697274 w 2119654"/>
              <a:gd name="connsiteY11552" fmla="*/ 1809547 h 2398711"/>
              <a:gd name="connsiteX11553" fmla="*/ 1700009 w 2119654"/>
              <a:gd name="connsiteY11553" fmla="*/ 1809518 h 2398711"/>
              <a:gd name="connsiteX11554" fmla="*/ 1699847 w 2119654"/>
              <a:gd name="connsiteY11554" fmla="*/ 1809211 h 2398711"/>
              <a:gd name="connsiteX11555" fmla="*/ 1633556 w 2119654"/>
              <a:gd name="connsiteY11555" fmla="*/ 1951954 h 2398711"/>
              <a:gd name="connsiteX11556" fmla="*/ 1633551 w 2119654"/>
              <a:gd name="connsiteY11556" fmla="*/ 1952819 h 2398711"/>
              <a:gd name="connsiteX11557" fmla="*/ 1642303 w 2119654"/>
              <a:gd name="connsiteY11557" fmla="*/ 1949435 h 2398711"/>
              <a:gd name="connsiteX11558" fmla="*/ 1637232 w 2119654"/>
              <a:gd name="connsiteY11558" fmla="*/ 1950086 h 2398711"/>
              <a:gd name="connsiteX11559" fmla="*/ 1634408 w 2119654"/>
              <a:gd name="connsiteY11559" fmla="*/ 1950334 h 2398711"/>
              <a:gd name="connsiteX11560" fmla="*/ 1602011 w 2119654"/>
              <a:gd name="connsiteY11560" fmla="*/ 2022583 h 2398711"/>
              <a:gd name="connsiteX11561" fmla="*/ 1601861 w 2119654"/>
              <a:gd name="connsiteY11561" fmla="*/ 2024063 h 2398711"/>
              <a:gd name="connsiteX11562" fmla="*/ 1605972 w 2119654"/>
              <a:gd name="connsiteY11562" fmla="*/ 2023308 h 2398711"/>
              <a:gd name="connsiteX11563" fmla="*/ 1605962 w 2119654"/>
              <a:gd name="connsiteY11563" fmla="*/ 2022429 h 2398711"/>
              <a:gd name="connsiteX11564" fmla="*/ 1605560 w 2119654"/>
              <a:gd name="connsiteY11564" fmla="*/ 2022457 h 2398711"/>
              <a:gd name="connsiteX11565" fmla="*/ 1787033 w 2119654"/>
              <a:gd name="connsiteY11565" fmla="*/ 1608282 h 2398711"/>
              <a:gd name="connsiteX11566" fmla="*/ 1787412 w 2119654"/>
              <a:gd name="connsiteY11566" fmla="*/ 1609323 h 2398711"/>
              <a:gd name="connsiteX11567" fmla="*/ 1796579 w 2119654"/>
              <a:gd name="connsiteY11567" fmla="*/ 1604308 h 2398711"/>
              <a:gd name="connsiteX11568" fmla="*/ 1797322 w 2119654"/>
              <a:gd name="connsiteY11568" fmla="*/ 1602738 h 2398711"/>
              <a:gd name="connsiteX11569" fmla="*/ 1796040 w 2119654"/>
              <a:gd name="connsiteY11569" fmla="*/ 1602077 h 2398711"/>
              <a:gd name="connsiteX11570" fmla="*/ 1789093 w 2119654"/>
              <a:gd name="connsiteY11570" fmla="*/ 1606694 h 2398711"/>
              <a:gd name="connsiteX11571" fmla="*/ 1711522 w 2119654"/>
              <a:gd name="connsiteY11571" fmla="*/ 1777333 h 2398711"/>
              <a:gd name="connsiteX11572" fmla="*/ 1711527 w 2119654"/>
              <a:gd name="connsiteY11572" fmla="*/ 1777700 h 2398711"/>
              <a:gd name="connsiteX11573" fmla="*/ 1714982 w 2119654"/>
              <a:gd name="connsiteY11573" fmla="*/ 1773721 h 2398711"/>
              <a:gd name="connsiteX11574" fmla="*/ 1714463 w 2119654"/>
              <a:gd name="connsiteY11574" fmla="*/ 1771792 h 2398711"/>
              <a:gd name="connsiteX11575" fmla="*/ 1834489 w 2119654"/>
              <a:gd name="connsiteY11575" fmla="*/ 1501959 h 2398711"/>
              <a:gd name="connsiteX11576" fmla="*/ 1839110 w 2119654"/>
              <a:gd name="connsiteY11576" fmla="*/ 1499357 h 2398711"/>
              <a:gd name="connsiteX11577" fmla="*/ 1837568 w 2119654"/>
              <a:gd name="connsiteY11577" fmla="*/ 1497283 h 2398711"/>
              <a:gd name="connsiteX11578" fmla="*/ 1632986 w 2119654"/>
              <a:gd name="connsiteY11578" fmla="*/ 1953036 h 2398711"/>
              <a:gd name="connsiteX11579" fmla="*/ 1633227 w 2119654"/>
              <a:gd name="connsiteY11579" fmla="*/ 1952944 h 2398711"/>
              <a:gd name="connsiteX11580" fmla="*/ 1633229 w 2119654"/>
              <a:gd name="connsiteY11580" fmla="*/ 1952576 h 2398711"/>
              <a:gd name="connsiteX11581" fmla="*/ 1697730 w 2119654"/>
              <a:gd name="connsiteY11581" fmla="*/ 1808040 h 2398711"/>
              <a:gd name="connsiteX11582" fmla="*/ 1698174 w 2119654"/>
              <a:gd name="connsiteY11582" fmla="*/ 1808067 h 2398711"/>
              <a:gd name="connsiteX11583" fmla="*/ 1699277 w 2119654"/>
              <a:gd name="connsiteY11583" fmla="*/ 1808120 h 2398711"/>
              <a:gd name="connsiteX11584" fmla="*/ 1698954 w 2119654"/>
              <a:gd name="connsiteY11584" fmla="*/ 1807503 h 2398711"/>
              <a:gd name="connsiteX11585" fmla="*/ 1831438 w 2119654"/>
              <a:gd name="connsiteY11585" fmla="*/ 1508637 h 2398711"/>
              <a:gd name="connsiteX11586" fmla="*/ 1832070 w 2119654"/>
              <a:gd name="connsiteY11586" fmla="*/ 1508052 h 2398711"/>
              <a:gd name="connsiteX11587" fmla="*/ 1831918 w 2119654"/>
              <a:gd name="connsiteY11587" fmla="*/ 1507916 h 2398711"/>
              <a:gd name="connsiteX11588" fmla="*/ 1614197 w 2119654"/>
              <a:gd name="connsiteY11588" fmla="*/ 1995067 h 2398711"/>
              <a:gd name="connsiteX11589" fmla="*/ 1613992 w 2119654"/>
              <a:gd name="connsiteY11589" fmla="*/ 1999587 h 2398711"/>
              <a:gd name="connsiteX11590" fmla="*/ 1622675 w 2119654"/>
              <a:gd name="connsiteY11590" fmla="*/ 1999054 h 2398711"/>
              <a:gd name="connsiteX11591" fmla="*/ 1622444 w 2119654"/>
              <a:gd name="connsiteY11591" fmla="*/ 1993074 h 2398711"/>
              <a:gd name="connsiteX11592" fmla="*/ 1845935 w 2119654"/>
              <a:gd name="connsiteY11592" fmla="*/ 1476117 h 2398711"/>
              <a:gd name="connsiteX11593" fmla="*/ 1847313 w 2119654"/>
              <a:gd name="connsiteY11593" fmla="*/ 1478952 h 2398711"/>
              <a:gd name="connsiteX11594" fmla="*/ 1851033 w 2119654"/>
              <a:gd name="connsiteY11594" fmla="*/ 1476297 h 2398711"/>
              <a:gd name="connsiteX11595" fmla="*/ 1854272 w 2119654"/>
              <a:gd name="connsiteY11595" fmla="*/ 1471380 h 2398711"/>
              <a:gd name="connsiteX11596" fmla="*/ 1847925 w 2119654"/>
              <a:gd name="connsiteY11596" fmla="*/ 1474247 h 2398711"/>
              <a:gd name="connsiteX11597" fmla="*/ 1631802 w 2119654"/>
              <a:gd name="connsiteY11597" fmla="*/ 1955554 h 2398711"/>
              <a:gd name="connsiteX11598" fmla="*/ 1632065 w 2119654"/>
              <a:gd name="connsiteY11598" fmla="*/ 1956157 h 2398711"/>
              <a:gd name="connsiteX11599" fmla="*/ 1632970 w 2119654"/>
              <a:gd name="connsiteY11599" fmla="*/ 1956126 h 2398711"/>
              <a:gd name="connsiteX11600" fmla="*/ 1633208 w 2119654"/>
              <a:gd name="connsiteY11600" fmla="*/ 1956006 h 2398711"/>
              <a:gd name="connsiteX11601" fmla="*/ 1633214 w 2119654"/>
              <a:gd name="connsiteY11601" fmla="*/ 1954990 h 2398711"/>
              <a:gd name="connsiteX11602" fmla="*/ 1760614 w 2119654"/>
              <a:gd name="connsiteY11602" fmla="*/ 1667072 h 2398711"/>
              <a:gd name="connsiteX11603" fmla="*/ 1760862 w 2119654"/>
              <a:gd name="connsiteY11603" fmla="*/ 1667586 h 2398711"/>
              <a:gd name="connsiteX11604" fmla="*/ 1761420 w 2119654"/>
              <a:gd name="connsiteY11604" fmla="*/ 1666945 h 2398711"/>
              <a:gd name="connsiteX11605" fmla="*/ 1761283 w 2119654"/>
              <a:gd name="connsiteY11605" fmla="*/ 1666309 h 2398711"/>
              <a:gd name="connsiteX11606" fmla="*/ 1804189 w 2119654"/>
              <a:gd name="connsiteY11606" fmla="*/ 1569494 h 2398711"/>
              <a:gd name="connsiteX11607" fmla="*/ 1804724 w 2119654"/>
              <a:gd name="connsiteY11607" fmla="*/ 1572463 h 2398711"/>
              <a:gd name="connsiteX11608" fmla="*/ 1809369 w 2119654"/>
              <a:gd name="connsiteY11608" fmla="*/ 1569425 h 2398711"/>
              <a:gd name="connsiteX11609" fmla="*/ 1807778 w 2119654"/>
              <a:gd name="connsiteY11609" fmla="*/ 1566728 h 2398711"/>
              <a:gd name="connsiteX11610" fmla="*/ 1702961 w 2119654"/>
              <a:gd name="connsiteY11610" fmla="*/ 1796114 h 2398711"/>
              <a:gd name="connsiteX11611" fmla="*/ 1703776 w 2119654"/>
              <a:gd name="connsiteY11611" fmla="*/ 1795894 h 2398711"/>
              <a:gd name="connsiteX11612" fmla="*/ 1705589 w 2119654"/>
              <a:gd name="connsiteY11612" fmla="*/ 1793415 h 2398711"/>
              <a:gd name="connsiteX11613" fmla="*/ 1704367 w 2119654"/>
              <a:gd name="connsiteY11613" fmla="*/ 1794082 h 2398711"/>
              <a:gd name="connsiteX11614" fmla="*/ 1597514 w 2119654"/>
              <a:gd name="connsiteY11614" fmla="*/ 2032198 h 2398711"/>
              <a:gd name="connsiteX11615" fmla="*/ 1598132 w 2119654"/>
              <a:gd name="connsiteY11615" fmla="*/ 2033298 h 2398711"/>
              <a:gd name="connsiteX11616" fmla="*/ 1600191 w 2119654"/>
              <a:gd name="connsiteY11616" fmla="*/ 2031729 h 2398711"/>
              <a:gd name="connsiteX11617" fmla="*/ 1868091 w 2119654"/>
              <a:gd name="connsiteY11617" fmla="*/ 1426189 h 2398711"/>
              <a:gd name="connsiteX11618" fmla="*/ 1871272 w 2119654"/>
              <a:gd name="connsiteY11618" fmla="*/ 1429697 h 2398711"/>
              <a:gd name="connsiteX11619" fmla="*/ 1886613 w 2119654"/>
              <a:gd name="connsiteY11619" fmla="*/ 1412968 h 2398711"/>
              <a:gd name="connsiteX11620" fmla="*/ 1879501 w 2119654"/>
              <a:gd name="connsiteY11620" fmla="*/ 1405727 h 2398711"/>
              <a:gd name="connsiteX11621" fmla="*/ 1878812 w 2119654"/>
              <a:gd name="connsiteY11621" fmla="*/ 1407194 h 2398711"/>
              <a:gd name="connsiteX11622" fmla="*/ 1868245 w 2119654"/>
              <a:gd name="connsiteY11622" fmla="*/ 1425916 h 2398711"/>
              <a:gd name="connsiteX11623" fmla="*/ 1870719 w 2119654"/>
              <a:gd name="connsiteY11623" fmla="*/ 1424275 h 2398711"/>
              <a:gd name="connsiteX11624" fmla="*/ 1870667 w 2119654"/>
              <a:gd name="connsiteY11624" fmla="*/ 1424434 h 2398711"/>
              <a:gd name="connsiteX11625" fmla="*/ 1868134 w 2119654"/>
              <a:gd name="connsiteY11625" fmla="*/ 1426113 h 2398711"/>
              <a:gd name="connsiteX11626" fmla="*/ 1823079 w 2119654"/>
              <a:gd name="connsiteY11626" fmla="*/ 1526973 h 2398711"/>
              <a:gd name="connsiteX11627" fmla="*/ 1823311 w 2119654"/>
              <a:gd name="connsiteY11627" fmla="*/ 1527854 h 2398711"/>
              <a:gd name="connsiteX11628" fmla="*/ 1823977 w 2119654"/>
              <a:gd name="connsiteY11628" fmla="*/ 1527375 h 2398711"/>
              <a:gd name="connsiteX11629" fmla="*/ 1824125 w 2119654"/>
              <a:gd name="connsiteY11629" fmla="*/ 1527259 h 2398711"/>
              <a:gd name="connsiteX11630" fmla="*/ 1823634 w 2119654"/>
              <a:gd name="connsiteY11630" fmla="*/ 1526368 h 2398711"/>
              <a:gd name="connsiteX11631" fmla="*/ 1720160 w 2119654"/>
              <a:gd name="connsiteY11631" fmla="*/ 1757425 h 2398711"/>
              <a:gd name="connsiteX11632" fmla="*/ 1720140 w 2119654"/>
              <a:gd name="connsiteY11632" fmla="*/ 1758297 h 2398711"/>
              <a:gd name="connsiteX11633" fmla="*/ 1720872 w 2119654"/>
              <a:gd name="connsiteY11633" fmla="*/ 1758271 h 2398711"/>
              <a:gd name="connsiteX11634" fmla="*/ 1721132 w 2119654"/>
              <a:gd name="connsiteY11634" fmla="*/ 1758091 h 2398711"/>
              <a:gd name="connsiteX11635" fmla="*/ 1721537 w 2119654"/>
              <a:gd name="connsiteY11635" fmla="*/ 1757329 h 2398711"/>
              <a:gd name="connsiteX11636" fmla="*/ 1721484 w 2119654"/>
              <a:gd name="connsiteY11636" fmla="*/ 1757047 h 2398711"/>
              <a:gd name="connsiteX11637" fmla="*/ 1796663 w 2119654"/>
              <a:gd name="connsiteY11637" fmla="*/ 1586023 h 2398711"/>
              <a:gd name="connsiteX11638" fmla="*/ 1799116 w 2119654"/>
              <a:gd name="connsiteY11638" fmla="*/ 1585138 h 2398711"/>
              <a:gd name="connsiteX11639" fmla="*/ 1797947 w 2119654"/>
              <a:gd name="connsiteY11639" fmla="*/ 1585257 h 2398711"/>
              <a:gd name="connsiteX11640" fmla="*/ 1862869 w 2119654"/>
              <a:gd name="connsiteY11640" fmla="*/ 1437725 h 2398711"/>
              <a:gd name="connsiteX11641" fmla="*/ 1864243 w 2119654"/>
              <a:gd name="connsiteY11641" fmla="*/ 1437361 h 2398711"/>
              <a:gd name="connsiteX11642" fmla="*/ 1865543 w 2119654"/>
              <a:gd name="connsiteY11642" fmla="*/ 1435944 h 2398711"/>
              <a:gd name="connsiteX11643" fmla="*/ 1557614 w 2119654"/>
              <a:gd name="connsiteY11643" fmla="*/ 2121192 h 2398711"/>
              <a:gd name="connsiteX11644" fmla="*/ 1558377 w 2119654"/>
              <a:gd name="connsiteY11644" fmla="*/ 2121218 h 2398711"/>
              <a:gd name="connsiteX11645" fmla="*/ 1559765 w 2119654"/>
              <a:gd name="connsiteY11645" fmla="*/ 2120673 h 2398711"/>
              <a:gd name="connsiteX11646" fmla="*/ 1697347 w 2119654"/>
              <a:gd name="connsiteY11646" fmla="*/ 1808227 h 2398711"/>
              <a:gd name="connsiteX11647" fmla="*/ 1697315 w 2119654"/>
              <a:gd name="connsiteY11647" fmla="*/ 1808817 h 2398711"/>
              <a:gd name="connsiteX11648" fmla="*/ 1699617 w 2119654"/>
              <a:gd name="connsiteY11648" fmla="*/ 1808770 h 2398711"/>
              <a:gd name="connsiteX11649" fmla="*/ 1699385 w 2119654"/>
              <a:gd name="connsiteY11649" fmla="*/ 1808325 h 2398711"/>
              <a:gd name="connsiteX11650" fmla="*/ 1770739 w 2119654"/>
              <a:gd name="connsiteY11650" fmla="*/ 1643863 h 2398711"/>
              <a:gd name="connsiteX11651" fmla="*/ 1770663 w 2119654"/>
              <a:gd name="connsiteY11651" fmla="*/ 1644316 h 2398711"/>
              <a:gd name="connsiteX11652" fmla="*/ 1771417 w 2119654"/>
              <a:gd name="connsiteY11652" fmla="*/ 1643378 h 2398711"/>
              <a:gd name="connsiteX11653" fmla="*/ 1770855 w 2119654"/>
              <a:gd name="connsiteY11653" fmla="*/ 1643718 h 2398711"/>
              <a:gd name="connsiteX11654" fmla="*/ 1705617 w 2119654"/>
              <a:gd name="connsiteY11654" fmla="*/ 1789642 h 2398711"/>
              <a:gd name="connsiteX11655" fmla="*/ 1705751 w 2119654"/>
              <a:gd name="connsiteY11655" fmla="*/ 1790073 h 2398711"/>
              <a:gd name="connsiteX11656" fmla="*/ 1706198 w 2119654"/>
              <a:gd name="connsiteY11656" fmla="*/ 1789756 h 2398711"/>
              <a:gd name="connsiteX11657" fmla="*/ 1706917 w 2119654"/>
              <a:gd name="connsiteY11657" fmla="*/ 1788718 h 2398711"/>
              <a:gd name="connsiteX11658" fmla="*/ 1698786 w 2119654"/>
              <a:gd name="connsiteY11658" fmla="*/ 1804932 h 2398711"/>
              <a:gd name="connsiteX11659" fmla="*/ 1699744 w 2119654"/>
              <a:gd name="connsiteY11659" fmla="*/ 1806763 h 2398711"/>
              <a:gd name="connsiteX11660" fmla="*/ 1708718 w 2119654"/>
              <a:gd name="connsiteY11660" fmla="*/ 1802827 h 2398711"/>
              <a:gd name="connsiteX11661" fmla="*/ 1708382 w 2119654"/>
              <a:gd name="connsiteY11661" fmla="*/ 1801251 h 2398711"/>
              <a:gd name="connsiteX11662" fmla="*/ 1701348 w 2119654"/>
              <a:gd name="connsiteY11662" fmla="*/ 1801866 h 2398711"/>
              <a:gd name="connsiteX11663" fmla="*/ 1700878 w 2119654"/>
              <a:gd name="connsiteY11663" fmla="*/ 1802071 h 2398711"/>
              <a:gd name="connsiteX11664" fmla="*/ 1821413 w 2119654"/>
              <a:gd name="connsiteY11664" fmla="*/ 1530338 h 2398711"/>
              <a:gd name="connsiteX11665" fmla="*/ 1822493 w 2119654"/>
              <a:gd name="connsiteY11665" fmla="*/ 1529892 h 2398711"/>
              <a:gd name="connsiteX11666" fmla="*/ 1822405 w 2119654"/>
              <a:gd name="connsiteY11666" fmla="*/ 1529561 h 2398711"/>
              <a:gd name="connsiteX11667" fmla="*/ 1735526 w 2119654"/>
              <a:gd name="connsiteY11667" fmla="*/ 1722639 h 2398711"/>
              <a:gd name="connsiteX11668" fmla="*/ 1735740 w 2119654"/>
              <a:gd name="connsiteY11668" fmla="*/ 1723750 h 2398711"/>
              <a:gd name="connsiteX11669" fmla="*/ 1736576 w 2119654"/>
              <a:gd name="connsiteY11669" fmla="*/ 1723077 h 2398711"/>
              <a:gd name="connsiteX11670" fmla="*/ 1737035 w 2119654"/>
              <a:gd name="connsiteY11670" fmla="*/ 1722226 h 2398711"/>
              <a:gd name="connsiteX11671" fmla="*/ 1702181 w 2119654"/>
              <a:gd name="connsiteY11671" fmla="*/ 1797240 h 2398711"/>
              <a:gd name="connsiteX11672" fmla="*/ 1702833 w 2119654"/>
              <a:gd name="connsiteY11672" fmla="*/ 1797182 h 2398711"/>
              <a:gd name="connsiteX11673" fmla="*/ 1703590 w 2119654"/>
              <a:gd name="connsiteY11673" fmla="*/ 1796147 h 2398711"/>
              <a:gd name="connsiteX11674" fmla="*/ 1702777 w 2119654"/>
              <a:gd name="connsiteY11674" fmla="*/ 1796378 h 2398711"/>
              <a:gd name="connsiteX11675" fmla="*/ 1776156 w 2119654"/>
              <a:gd name="connsiteY11675" fmla="*/ 1631485 h 2398711"/>
              <a:gd name="connsiteX11676" fmla="*/ 1776274 w 2119654"/>
              <a:gd name="connsiteY11676" fmla="*/ 1632645 h 2398711"/>
              <a:gd name="connsiteX11677" fmla="*/ 1778208 w 2119654"/>
              <a:gd name="connsiteY11677" fmla="*/ 1630246 h 2398711"/>
              <a:gd name="connsiteX11678" fmla="*/ 1737136 w 2119654"/>
              <a:gd name="connsiteY11678" fmla="*/ 1718846 h 2398711"/>
              <a:gd name="connsiteX11679" fmla="*/ 1738256 w 2119654"/>
              <a:gd name="connsiteY11679" fmla="*/ 1719963 h 2398711"/>
              <a:gd name="connsiteX11680" fmla="*/ 1739408 w 2119654"/>
              <a:gd name="connsiteY11680" fmla="*/ 1717829 h 2398711"/>
              <a:gd name="connsiteX11681" fmla="*/ 1734232 w 2119654"/>
              <a:gd name="connsiteY11681" fmla="*/ 1725289 h 2398711"/>
              <a:gd name="connsiteX11682" fmla="*/ 1735292 w 2119654"/>
              <a:gd name="connsiteY11682" fmla="*/ 1724942 h 2398711"/>
              <a:gd name="connsiteX11683" fmla="*/ 1735200 w 2119654"/>
              <a:gd name="connsiteY11683" fmla="*/ 1724509 h 2398711"/>
              <a:gd name="connsiteX11684" fmla="*/ 1832846 w 2119654"/>
              <a:gd name="connsiteY11684" fmla="*/ 1504445 h 2398711"/>
              <a:gd name="connsiteX11685" fmla="*/ 1838548 w 2119654"/>
              <a:gd name="connsiteY11685" fmla="*/ 1500019 h 2398711"/>
              <a:gd name="connsiteX11686" fmla="*/ 1834128 w 2119654"/>
              <a:gd name="connsiteY11686" fmla="*/ 1502508 h 2398711"/>
              <a:gd name="connsiteX11687" fmla="*/ 1833039 w 2119654"/>
              <a:gd name="connsiteY11687" fmla="*/ 1504162 h 2398711"/>
              <a:gd name="connsiteX11688" fmla="*/ 1602182 w 2119654"/>
              <a:gd name="connsiteY11688" fmla="*/ 2020896 h 2398711"/>
              <a:gd name="connsiteX11689" fmla="*/ 1602042 w 2119654"/>
              <a:gd name="connsiteY11689" fmla="*/ 2022271 h 2398711"/>
              <a:gd name="connsiteX11690" fmla="*/ 1605959 w 2119654"/>
              <a:gd name="connsiteY11690" fmla="*/ 2022132 h 2398711"/>
              <a:gd name="connsiteX11691" fmla="*/ 1605939 w 2119654"/>
              <a:gd name="connsiteY11691" fmla="*/ 2020427 h 2398711"/>
              <a:gd name="connsiteX11692" fmla="*/ 1614918 w 2119654"/>
              <a:gd name="connsiteY11692" fmla="*/ 1992328 h 2398711"/>
              <a:gd name="connsiteX11693" fmla="*/ 1622294 w 2119654"/>
              <a:gd name="connsiteY11693" fmla="*/ 1989172 h 2398711"/>
              <a:gd name="connsiteX11694" fmla="*/ 1622163 w 2119654"/>
              <a:gd name="connsiteY11694" fmla="*/ 1985797 h 2398711"/>
              <a:gd name="connsiteX11695" fmla="*/ 1823492 w 2119654"/>
              <a:gd name="connsiteY11695" fmla="*/ 1525219 h 2398711"/>
              <a:gd name="connsiteX11696" fmla="*/ 1823820 w 2119654"/>
              <a:gd name="connsiteY11696" fmla="*/ 1525873 h 2398711"/>
              <a:gd name="connsiteX11697" fmla="*/ 1828149 w 2119654"/>
              <a:gd name="connsiteY11697" fmla="*/ 1521151 h 2398711"/>
              <a:gd name="connsiteX11698" fmla="*/ 1828125 w 2119654"/>
              <a:gd name="connsiteY11698" fmla="*/ 1521469 h 2398711"/>
              <a:gd name="connsiteX11699" fmla="*/ 1823914 w 2119654"/>
              <a:gd name="connsiteY11699" fmla="*/ 1526062 h 2398711"/>
              <a:gd name="connsiteX11700" fmla="*/ 1824403 w 2119654"/>
              <a:gd name="connsiteY11700" fmla="*/ 1527042 h 2398711"/>
              <a:gd name="connsiteX11701" fmla="*/ 1825488 w 2119654"/>
              <a:gd name="connsiteY11701" fmla="*/ 1526193 h 2398711"/>
              <a:gd name="connsiteX11702" fmla="*/ 1830375 w 2119654"/>
              <a:gd name="connsiteY11702" fmla="*/ 1521723 h 2398711"/>
              <a:gd name="connsiteX11703" fmla="*/ 1830320 w 2119654"/>
              <a:gd name="connsiteY11703" fmla="*/ 1522052 h 2398711"/>
              <a:gd name="connsiteX11704" fmla="*/ 1827599 w 2119654"/>
              <a:gd name="connsiteY11704" fmla="*/ 1524542 h 2398711"/>
              <a:gd name="connsiteX11705" fmla="*/ 1832735 w 2119654"/>
              <a:gd name="connsiteY11705" fmla="*/ 1520522 h 2398711"/>
              <a:gd name="connsiteX11706" fmla="*/ 1830846 w 2119654"/>
              <a:gd name="connsiteY11706" fmla="*/ 1518638 h 2398711"/>
              <a:gd name="connsiteX11707" fmla="*/ 1830259 w 2119654"/>
              <a:gd name="connsiteY11707" fmla="*/ 1519022 h 2398711"/>
              <a:gd name="connsiteX11708" fmla="*/ 1831125 w 2119654"/>
              <a:gd name="connsiteY11708" fmla="*/ 1520508 h 2398711"/>
              <a:gd name="connsiteX11709" fmla="*/ 1831104 w 2119654"/>
              <a:gd name="connsiteY11709" fmla="*/ 1520662 h 2398711"/>
              <a:gd name="connsiteX11710" fmla="*/ 1830178 w 2119654"/>
              <a:gd name="connsiteY11710" fmla="*/ 1519074 h 2398711"/>
              <a:gd name="connsiteX11711" fmla="*/ 1825530 w 2119654"/>
              <a:gd name="connsiteY11711" fmla="*/ 1522113 h 2398711"/>
              <a:gd name="connsiteX11712" fmla="*/ 1737271 w 2119654"/>
              <a:gd name="connsiteY11712" fmla="*/ 1718214 h 2398711"/>
              <a:gd name="connsiteX11713" fmla="*/ 1739785 w 2119654"/>
              <a:gd name="connsiteY11713" fmla="*/ 1717128 h 2398711"/>
              <a:gd name="connsiteX11714" fmla="*/ 1740366 w 2119654"/>
              <a:gd name="connsiteY11714" fmla="*/ 1716051 h 2398711"/>
              <a:gd name="connsiteX11715" fmla="*/ 1739565 w 2119654"/>
              <a:gd name="connsiteY11715" fmla="*/ 1716426 h 2398711"/>
              <a:gd name="connsiteX11716" fmla="*/ 1811145 w 2119654"/>
              <a:gd name="connsiteY11716" fmla="*/ 1552755 h 2398711"/>
              <a:gd name="connsiteX11717" fmla="*/ 1811458 w 2119654"/>
              <a:gd name="connsiteY11717" fmla="*/ 1552636 h 2398711"/>
              <a:gd name="connsiteX11718" fmla="*/ 1811423 w 2119654"/>
              <a:gd name="connsiteY11718" fmla="*/ 1552567 h 2398711"/>
              <a:gd name="connsiteX11719" fmla="*/ 1765754 w 2119654"/>
              <a:gd name="connsiteY11719" fmla="*/ 1654366 h 2398711"/>
              <a:gd name="connsiteX11720" fmla="*/ 1765985 w 2119654"/>
              <a:gd name="connsiteY11720" fmla="*/ 1654306 h 2398711"/>
              <a:gd name="connsiteX11721" fmla="*/ 1766033 w 2119654"/>
              <a:gd name="connsiteY11721" fmla="*/ 1654018 h 2398711"/>
              <a:gd name="connsiteX11722" fmla="*/ 1589766 w 2119654"/>
              <a:gd name="connsiteY11722" fmla="*/ 2048409 h 2398711"/>
              <a:gd name="connsiteX11723" fmla="*/ 1590003 w 2119654"/>
              <a:gd name="connsiteY11723" fmla="*/ 2055324 h 2398711"/>
              <a:gd name="connsiteX11724" fmla="*/ 1591054 w 2119654"/>
              <a:gd name="connsiteY11724" fmla="*/ 2054685 h 2398711"/>
              <a:gd name="connsiteX11725" fmla="*/ 1590920 w 2119654"/>
              <a:gd name="connsiteY11725" fmla="*/ 2048205 h 2398711"/>
              <a:gd name="connsiteX11726" fmla="*/ 1820636 w 2119654"/>
              <a:gd name="connsiteY11726" fmla="*/ 1531416 h 2398711"/>
              <a:gd name="connsiteX11727" fmla="*/ 1821992 w 2119654"/>
              <a:gd name="connsiteY11727" fmla="*/ 1535501 h 2398711"/>
              <a:gd name="connsiteX11728" fmla="*/ 1822217 w 2119654"/>
              <a:gd name="connsiteY11728" fmla="*/ 1535652 h 2398711"/>
              <a:gd name="connsiteX11729" fmla="*/ 1823612 w 2119654"/>
              <a:gd name="connsiteY11729" fmla="*/ 1534137 h 2398711"/>
              <a:gd name="connsiteX11730" fmla="*/ 1822703 w 2119654"/>
              <a:gd name="connsiteY11730" fmla="*/ 1530691 h 2398711"/>
              <a:gd name="connsiteX11731" fmla="*/ 1822868 w 2119654"/>
              <a:gd name="connsiteY11731" fmla="*/ 1526172 h 2398711"/>
              <a:gd name="connsiteX11732" fmla="*/ 1823019 w 2119654"/>
              <a:gd name="connsiteY11732" fmla="*/ 1526746 h 2398711"/>
              <a:gd name="connsiteX11733" fmla="*/ 1823533 w 2119654"/>
              <a:gd name="connsiteY11733" fmla="*/ 1526185 h 2398711"/>
              <a:gd name="connsiteX11734" fmla="*/ 1823226 w 2119654"/>
              <a:gd name="connsiteY11734" fmla="*/ 1525626 h 2398711"/>
              <a:gd name="connsiteX11735" fmla="*/ 1628782 w 2119654"/>
              <a:gd name="connsiteY11735" fmla="*/ 1960749 h 2398711"/>
              <a:gd name="connsiteX11736" fmla="*/ 1628862 w 2119654"/>
              <a:gd name="connsiteY11736" fmla="*/ 1960725 h 2398711"/>
              <a:gd name="connsiteX11737" fmla="*/ 1628836 w 2119654"/>
              <a:gd name="connsiteY11737" fmla="*/ 1960663 h 2398711"/>
              <a:gd name="connsiteX11738" fmla="*/ 1845547 w 2119654"/>
              <a:gd name="connsiteY11738" fmla="*/ 1475322 h 2398711"/>
              <a:gd name="connsiteX11739" fmla="*/ 1845706 w 2119654"/>
              <a:gd name="connsiteY11739" fmla="*/ 1475646 h 2398711"/>
              <a:gd name="connsiteX11740" fmla="*/ 1846367 w 2119654"/>
              <a:gd name="connsiteY11740" fmla="*/ 1474951 h 2398711"/>
              <a:gd name="connsiteX11741" fmla="*/ 1573553 w 2119654"/>
              <a:gd name="connsiteY11741" fmla="*/ 2084254 h 2398711"/>
              <a:gd name="connsiteX11742" fmla="*/ 1574318 w 2119654"/>
              <a:gd name="connsiteY11742" fmla="*/ 2088173 h 2398711"/>
              <a:gd name="connsiteX11743" fmla="*/ 1576514 w 2119654"/>
              <a:gd name="connsiteY11743" fmla="*/ 2084877 h 2398711"/>
              <a:gd name="connsiteX11744" fmla="*/ 1734969 w 2119654"/>
              <a:gd name="connsiteY11744" fmla="*/ 1722792 h 2398711"/>
              <a:gd name="connsiteX11745" fmla="*/ 1735254 w 2119654"/>
              <a:gd name="connsiteY11745" fmla="*/ 1724141 h 2398711"/>
              <a:gd name="connsiteX11746" fmla="*/ 1735464 w 2119654"/>
              <a:gd name="connsiteY11746" fmla="*/ 1723972 h 2398711"/>
              <a:gd name="connsiteX11747" fmla="*/ 1735175 w 2119654"/>
              <a:gd name="connsiteY11747" fmla="*/ 1722735 h 2398711"/>
              <a:gd name="connsiteX11748" fmla="*/ 1831295 w 2119654"/>
              <a:gd name="connsiteY11748" fmla="*/ 1507078 h 2398711"/>
              <a:gd name="connsiteX11749" fmla="*/ 1831962 w 2119654"/>
              <a:gd name="connsiteY11749" fmla="*/ 1507675 h 2398711"/>
              <a:gd name="connsiteX11750" fmla="*/ 1833514 w 2119654"/>
              <a:gd name="connsiteY11750" fmla="*/ 1505350 h 2398711"/>
              <a:gd name="connsiteX11751" fmla="*/ 1833526 w 2119654"/>
              <a:gd name="connsiteY11751" fmla="*/ 1505507 h 2398711"/>
              <a:gd name="connsiteX11752" fmla="*/ 1832036 w 2119654"/>
              <a:gd name="connsiteY11752" fmla="*/ 1507741 h 2398711"/>
              <a:gd name="connsiteX11753" fmla="*/ 1832223 w 2119654"/>
              <a:gd name="connsiteY11753" fmla="*/ 1507909 h 2398711"/>
              <a:gd name="connsiteX11754" fmla="*/ 1838089 w 2119654"/>
              <a:gd name="connsiteY11754" fmla="*/ 1502477 h 2398711"/>
              <a:gd name="connsiteX11755" fmla="*/ 1839021 w 2119654"/>
              <a:gd name="connsiteY11755" fmla="*/ 1501056 h 2398711"/>
              <a:gd name="connsiteX11756" fmla="*/ 1717939 w 2119654"/>
              <a:gd name="connsiteY11756" fmla="*/ 1760898 h 2398711"/>
              <a:gd name="connsiteX11757" fmla="*/ 1718077 w 2119654"/>
              <a:gd name="connsiteY11757" fmla="*/ 1761410 h 2398711"/>
              <a:gd name="connsiteX11758" fmla="*/ 1719623 w 2119654"/>
              <a:gd name="connsiteY11758" fmla="*/ 1760766 h 2398711"/>
              <a:gd name="connsiteX11759" fmla="*/ 1719648 w 2119654"/>
              <a:gd name="connsiteY11759" fmla="*/ 1759718 h 2398711"/>
              <a:gd name="connsiteX11760" fmla="*/ 1697428 w 2119654"/>
              <a:gd name="connsiteY11760" fmla="*/ 1806788 h 2398711"/>
              <a:gd name="connsiteX11761" fmla="*/ 1697371 w 2119654"/>
              <a:gd name="connsiteY11761" fmla="*/ 1807803 h 2398711"/>
              <a:gd name="connsiteX11762" fmla="*/ 1698787 w 2119654"/>
              <a:gd name="connsiteY11762" fmla="*/ 1807182 h 2398711"/>
              <a:gd name="connsiteX11763" fmla="*/ 1698099 w 2119654"/>
              <a:gd name="connsiteY11763" fmla="*/ 1805870 h 2398711"/>
              <a:gd name="connsiteX11764" fmla="*/ 1721386 w 2119654"/>
              <a:gd name="connsiteY11764" fmla="*/ 1753134 h 2398711"/>
              <a:gd name="connsiteX11765" fmla="*/ 1721622 w 2119654"/>
              <a:gd name="connsiteY11765" fmla="*/ 1754393 h 2398711"/>
              <a:gd name="connsiteX11766" fmla="*/ 1721781 w 2119654"/>
              <a:gd name="connsiteY11766" fmla="*/ 1754347 h 2398711"/>
              <a:gd name="connsiteX11767" fmla="*/ 1721600 w 2119654"/>
              <a:gd name="connsiteY11767" fmla="*/ 1752796 h 2398711"/>
              <a:gd name="connsiteX11768" fmla="*/ 1614295 w 2119654"/>
              <a:gd name="connsiteY11768" fmla="*/ 1992916 h 2398711"/>
              <a:gd name="connsiteX11769" fmla="*/ 1614285 w 2119654"/>
              <a:gd name="connsiteY11769" fmla="*/ 1993128 h 2398711"/>
              <a:gd name="connsiteX11770" fmla="*/ 1622337 w 2119654"/>
              <a:gd name="connsiteY11770" fmla="*/ 1990300 h 2398711"/>
              <a:gd name="connsiteX11771" fmla="*/ 1622306 w 2119654"/>
              <a:gd name="connsiteY11771" fmla="*/ 1989489 h 2398711"/>
              <a:gd name="connsiteX11772" fmla="*/ 1812005 w 2119654"/>
              <a:gd name="connsiteY11772" fmla="*/ 1549781 h 2398711"/>
              <a:gd name="connsiteX11773" fmla="*/ 1812667 w 2119654"/>
              <a:gd name="connsiteY11773" fmla="*/ 1551092 h 2398711"/>
              <a:gd name="connsiteX11774" fmla="*/ 1813252 w 2119654"/>
              <a:gd name="connsiteY11774" fmla="*/ 1551031 h 2398711"/>
              <a:gd name="connsiteX11775" fmla="*/ 1813670 w 2119654"/>
              <a:gd name="connsiteY11775" fmla="*/ 1550747 h 2398711"/>
              <a:gd name="connsiteX11776" fmla="*/ 1813590 w 2119654"/>
              <a:gd name="connsiteY11776" fmla="*/ 1550995 h 2398711"/>
              <a:gd name="connsiteX11777" fmla="*/ 1816633 w 2119654"/>
              <a:gd name="connsiteY11777" fmla="*/ 1550672 h 2398711"/>
              <a:gd name="connsiteX11778" fmla="*/ 1819300 w 2119654"/>
              <a:gd name="connsiteY11778" fmla="*/ 1549660 h 2398711"/>
              <a:gd name="connsiteX11779" fmla="*/ 1818776 w 2119654"/>
              <a:gd name="connsiteY11779" fmla="*/ 1545089 h 2398711"/>
              <a:gd name="connsiteX11780" fmla="*/ 1704163 w 2119654"/>
              <a:gd name="connsiteY11780" fmla="*/ 1791198 h 2398711"/>
              <a:gd name="connsiteX11781" fmla="*/ 1705062 w 2119654"/>
              <a:gd name="connsiteY11781" fmla="*/ 1790560 h 2398711"/>
              <a:gd name="connsiteX11782" fmla="*/ 1704929 w 2119654"/>
              <a:gd name="connsiteY11782" fmla="*/ 1790131 h 2398711"/>
              <a:gd name="connsiteX11783" fmla="*/ 1704607 w 2119654"/>
              <a:gd name="connsiteY11783" fmla="*/ 1790359 h 2398711"/>
              <a:gd name="connsiteX11784" fmla="*/ 1827939 w 2119654"/>
              <a:gd name="connsiteY11784" fmla="*/ 1513879 h 2398711"/>
              <a:gd name="connsiteX11785" fmla="*/ 1829480 w 2119654"/>
              <a:gd name="connsiteY11785" fmla="*/ 1515416 h 2398711"/>
              <a:gd name="connsiteX11786" fmla="*/ 1833554 w 2119654"/>
              <a:gd name="connsiteY11786" fmla="*/ 1509382 h 2398711"/>
              <a:gd name="connsiteX11787" fmla="*/ 1832248 w 2119654"/>
              <a:gd name="connsiteY11787" fmla="*/ 1508211 h 2398711"/>
              <a:gd name="connsiteX11788" fmla="*/ 1830869 w 2119654"/>
              <a:gd name="connsiteY11788" fmla="*/ 1509489 h 2398711"/>
              <a:gd name="connsiteX11789" fmla="*/ 1720350 w 2119654"/>
              <a:gd name="connsiteY11789" fmla="*/ 1754756 h 2398711"/>
              <a:gd name="connsiteX11790" fmla="*/ 1721017 w 2119654"/>
              <a:gd name="connsiteY11790" fmla="*/ 1754565 h 2398711"/>
              <a:gd name="connsiteX11791" fmla="*/ 1720873 w 2119654"/>
              <a:gd name="connsiteY11791" fmla="*/ 1753937 h 2398711"/>
              <a:gd name="connsiteX11792" fmla="*/ 1627274 w 2119654"/>
              <a:gd name="connsiteY11792" fmla="*/ 1963169 h 2398711"/>
              <a:gd name="connsiteX11793" fmla="*/ 1629336 w 2119654"/>
              <a:gd name="connsiteY11793" fmla="*/ 1962956 h 2398711"/>
              <a:gd name="connsiteX11794" fmla="*/ 1629226 w 2119654"/>
              <a:gd name="connsiteY11794" fmla="*/ 1961559 h 2398711"/>
              <a:gd name="connsiteX11795" fmla="*/ 1629184 w 2119654"/>
              <a:gd name="connsiteY11795" fmla="*/ 1961463 h 2398711"/>
              <a:gd name="connsiteX11796" fmla="*/ 1628100 w 2119654"/>
              <a:gd name="connsiteY11796" fmla="*/ 1961844 h 2398711"/>
              <a:gd name="connsiteX11797" fmla="*/ 1591138 w 2119654"/>
              <a:gd name="connsiteY11797" fmla="*/ 2044084 h 2398711"/>
              <a:gd name="connsiteX11798" fmla="*/ 1591218 w 2119654"/>
              <a:gd name="connsiteY11798" fmla="*/ 2047962 h 2398711"/>
              <a:gd name="connsiteX11799" fmla="*/ 1594422 w 2119654"/>
              <a:gd name="connsiteY11799" fmla="*/ 2047504 h 2398711"/>
              <a:gd name="connsiteX11800" fmla="*/ 1599174 w 2119654"/>
              <a:gd name="connsiteY11800" fmla="*/ 2046663 h 2398711"/>
              <a:gd name="connsiteX11801" fmla="*/ 1599436 w 2119654"/>
              <a:gd name="connsiteY11801" fmla="*/ 2044069 h 2398711"/>
              <a:gd name="connsiteX11802" fmla="*/ 1653093 w 2119654"/>
              <a:gd name="connsiteY11802" fmla="*/ 1905353 h 2398711"/>
              <a:gd name="connsiteX11803" fmla="*/ 1653788 w 2119654"/>
              <a:gd name="connsiteY11803" fmla="*/ 1906611 h 2398711"/>
              <a:gd name="connsiteX11804" fmla="*/ 1654037 w 2119654"/>
              <a:gd name="connsiteY11804" fmla="*/ 1906612 h 2398711"/>
              <a:gd name="connsiteX11805" fmla="*/ 1654822 w 2119654"/>
              <a:gd name="connsiteY11805" fmla="*/ 1905121 h 2398711"/>
              <a:gd name="connsiteX11806" fmla="*/ 1655002 w 2119654"/>
              <a:gd name="connsiteY11806" fmla="*/ 1904649 h 2398711"/>
              <a:gd name="connsiteX11807" fmla="*/ 1555778 w 2119654"/>
              <a:gd name="connsiteY11807" fmla="*/ 2123183 h 2398711"/>
              <a:gd name="connsiteX11808" fmla="*/ 1550313 w 2119654"/>
              <a:gd name="connsiteY11808" fmla="*/ 2145480 h 2398711"/>
              <a:gd name="connsiteX11809" fmla="*/ 1571042 w 2119654"/>
              <a:gd name="connsiteY11809" fmla="*/ 2140678 h 2398711"/>
              <a:gd name="connsiteX11810" fmla="*/ 1577649 w 2119654"/>
              <a:gd name="connsiteY11810" fmla="*/ 2138867 h 2398711"/>
              <a:gd name="connsiteX11811" fmla="*/ 1581890 w 2119654"/>
              <a:gd name="connsiteY11811" fmla="*/ 2130094 h 2398711"/>
              <a:gd name="connsiteX11812" fmla="*/ 1580842 w 2119654"/>
              <a:gd name="connsiteY11812" fmla="*/ 2124302 h 2398711"/>
              <a:gd name="connsiteX11813" fmla="*/ 1572808 w 2119654"/>
              <a:gd name="connsiteY11813" fmla="*/ 2121896 h 2398711"/>
              <a:gd name="connsiteX11814" fmla="*/ 1559707 w 2119654"/>
              <a:gd name="connsiteY11814" fmla="*/ 2121453 h 2398711"/>
              <a:gd name="connsiteX11815" fmla="*/ 1607425 w 2119654"/>
              <a:gd name="connsiteY11815" fmla="*/ 2007527 h 2398711"/>
              <a:gd name="connsiteX11816" fmla="*/ 1607438 w 2119654"/>
              <a:gd name="connsiteY11816" fmla="*/ 2008640 h 2398711"/>
              <a:gd name="connsiteX11817" fmla="*/ 1607869 w 2119654"/>
              <a:gd name="connsiteY11817" fmla="*/ 2008507 h 2398711"/>
              <a:gd name="connsiteX11818" fmla="*/ 1609020 w 2119654"/>
              <a:gd name="connsiteY11818" fmla="*/ 2007862 h 2398711"/>
              <a:gd name="connsiteX11819" fmla="*/ 1699777 w 2119654"/>
              <a:gd name="connsiteY11819" fmla="*/ 1800712 h 2398711"/>
              <a:gd name="connsiteX11820" fmla="*/ 1700284 w 2119654"/>
              <a:gd name="connsiteY11820" fmla="*/ 1800668 h 2398711"/>
              <a:gd name="connsiteX11821" fmla="*/ 1701922 w 2119654"/>
              <a:gd name="connsiteY11821" fmla="*/ 1798429 h 2398711"/>
              <a:gd name="connsiteX11822" fmla="*/ 1701321 w 2119654"/>
              <a:gd name="connsiteY11822" fmla="*/ 1798482 h 2398711"/>
              <a:gd name="connsiteX11823" fmla="*/ 1758236 w 2119654"/>
              <a:gd name="connsiteY11823" fmla="*/ 1669784 h 2398711"/>
              <a:gd name="connsiteX11824" fmla="*/ 1758513 w 2119654"/>
              <a:gd name="connsiteY11824" fmla="*/ 1670288 h 2398711"/>
              <a:gd name="connsiteX11825" fmla="*/ 1758701 w 2119654"/>
              <a:gd name="connsiteY11825" fmla="*/ 1670070 h 2398711"/>
              <a:gd name="connsiteX11826" fmla="*/ 1758446 w 2119654"/>
              <a:gd name="connsiteY11826" fmla="*/ 1669544 h 2398711"/>
              <a:gd name="connsiteX11827" fmla="*/ 1821165 w 2119654"/>
              <a:gd name="connsiteY11827" fmla="*/ 1528768 h 2398711"/>
              <a:gd name="connsiteX11828" fmla="*/ 1821965 w 2119654"/>
              <a:gd name="connsiteY11828" fmla="*/ 1527895 h 2398711"/>
              <a:gd name="connsiteX11829" fmla="*/ 1821900 w 2119654"/>
              <a:gd name="connsiteY11829" fmla="*/ 1527648 h 2398711"/>
              <a:gd name="connsiteX11830" fmla="*/ 1784966 w 2119654"/>
              <a:gd name="connsiteY11830" fmla="*/ 1609756 h 2398711"/>
              <a:gd name="connsiteX11831" fmla="*/ 1785327 w 2119654"/>
              <a:gd name="connsiteY11831" fmla="*/ 1610463 h 2398711"/>
              <a:gd name="connsiteX11832" fmla="*/ 1787199 w 2119654"/>
              <a:gd name="connsiteY11832" fmla="*/ 1609440 h 2398711"/>
              <a:gd name="connsiteX11833" fmla="*/ 1786832 w 2119654"/>
              <a:gd name="connsiteY11833" fmla="*/ 1608434 h 2398711"/>
              <a:gd name="connsiteX11834" fmla="*/ 1754311 w 2119654"/>
              <a:gd name="connsiteY11834" fmla="*/ 1678307 h 2398711"/>
              <a:gd name="connsiteX11835" fmla="*/ 1755451 w 2119654"/>
              <a:gd name="connsiteY11835" fmla="*/ 1679758 h 2398711"/>
              <a:gd name="connsiteX11836" fmla="*/ 1756586 w 2119654"/>
              <a:gd name="connsiteY11836" fmla="*/ 1679627 h 2398711"/>
              <a:gd name="connsiteX11837" fmla="*/ 1755882 w 2119654"/>
              <a:gd name="connsiteY11837" fmla="*/ 1677953 h 2398711"/>
              <a:gd name="connsiteX11838" fmla="*/ 1751397 w 2119654"/>
              <a:gd name="connsiteY11838" fmla="*/ 1684704 h 2398711"/>
              <a:gd name="connsiteX11839" fmla="*/ 1751523 w 2119654"/>
              <a:gd name="connsiteY11839" fmla="*/ 1685512 h 2398711"/>
              <a:gd name="connsiteX11840" fmla="*/ 1751682 w 2119654"/>
              <a:gd name="connsiteY11840" fmla="*/ 1685456 h 2398711"/>
              <a:gd name="connsiteX11841" fmla="*/ 1752564 w 2119654"/>
              <a:gd name="connsiteY11841" fmla="*/ 1684570 h 2398711"/>
              <a:gd name="connsiteX11842" fmla="*/ 1622198 w 2119654"/>
              <a:gd name="connsiteY11842" fmla="*/ 1973893 h 2398711"/>
              <a:gd name="connsiteX11843" fmla="*/ 1622223 w 2119654"/>
              <a:gd name="connsiteY11843" fmla="*/ 1974552 h 2398711"/>
              <a:gd name="connsiteX11844" fmla="*/ 1623458 w 2119654"/>
              <a:gd name="connsiteY11844" fmla="*/ 1974360 h 2398711"/>
              <a:gd name="connsiteX11845" fmla="*/ 1626047 w 2119654"/>
              <a:gd name="connsiteY11845" fmla="*/ 1965135 h 2398711"/>
              <a:gd name="connsiteX11846" fmla="*/ 1628127 w 2119654"/>
              <a:gd name="connsiteY11846" fmla="*/ 1964796 h 2398711"/>
              <a:gd name="connsiteX11847" fmla="*/ 1629462 w 2119654"/>
              <a:gd name="connsiteY11847" fmla="*/ 1964560 h 2398711"/>
              <a:gd name="connsiteX11848" fmla="*/ 1629347 w 2119654"/>
              <a:gd name="connsiteY11848" fmla="*/ 1963106 h 2398711"/>
              <a:gd name="connsiteX11849" fmla="*/ 1627173 w 2119654"/>
              <a:gd name="connsiteY11849" fmla="*/ 1963331 h 2398711"/>
              <a:gd name="connsiteX11850" fmla="*/ 1701320 w 2119654"/>
              <a:gd name="connsiteY11850" fmla="*/ 1796555 h 2398711"/>
              <a:gd name="connsiteX11851" fmla="*/ 1701531 w 2119654"/>
              <a:gd name="connsiteY11851" fmla="*/ 1796499 h 2398711"/>
              <a:gd name="connsiteX11852" fmla="*/ 1702498 w 2119654"/>
              <a:gd name="connsiteY11852" fmla="*/ 1795101 h 2398711"/>
              <a:gd name="connsiteX11853" fmla="*/ 1701925 w 2119654"/>
              <a:gd name="connsiteY11853" fmla="*/ 1795414 h 2398711"/>
              <a:gd name="connsiteX11854" fmla="*/ 1556179 w 2119654"/>
              <a:gd name="connsiteY11854" fmla="*/ 2121540 h 2398711"/>
              <a:gd name="connsiteX11855" fmla="*/ 1556146 w 2119654"/>
              <a:gd name="connsiteY11855" fmla="*/ 2121685 h 2398711"/>
              <a:gd name="connsiteX11856" fmla="*/ 1556034 w 2119654"/>
              <a:gd name="connsiteY11856" fmla="*/ 2122139 h 2398711"/>
              <a:gd name="connsiteX11857" fmla="*/ 1557933 w 2119654"/>
              <a:gd name="connsiteY11857" fmla="*/ 2121392 h 2398711"/>
              <a:gd name="connsiteX11858" fmla="*/ 1556926 w 2119654"/>
              <a:gd name="connsiteY11858" fmla="*/ 2121359 h 2398711"/>
              <a:gd name="connsiteX11859" fmla="*/ 1820367 w 2119654"/>
              <a:gd name="connsiteY11859" fmla="*/ 1529971 h 2398711"/>
              <a:gd name="connsiteX11860" fmla="*/ 1822170 w 2119654"/>
              <a:gd name="connsiteY11860" fmla="*/ 1528674 h 2398711"/>
              <a:gd name="connsiteX11861" fmla="*/ 1822025 w 2119654"/>
              <a:gd name="connsiteY11861" fmla="*/ 1528122 h 2398711"/>
              <a:gd name="connsiteX11862" fmla="*/ 1820470 w 2119654"/>
              <a:gd name="connsiteY11862" fmla="*/ 1529818 h 2398711"/>
              <a:gd name="connsiteX11863" fmla="*/ 1861386 w 2119654"/>
              <a:gd name="connsiteY11863" fmla="*/ 1438068 h 2398711"/>
              <a:gd name="connsiteX11864" fmla="*/ 1867063 w 2119654"/>
              <a:gd name="connsiteY11864" fmla="*/ 1434286 h 2398711"/>
              <a:gd name="connsiteX11865" fmla="*/ 1871120 w 2119654"/>
              <a:gd name="connsiteY11865" fmla="*/ 1429862 h 2398711"/>
              <a:gd name="connsiteX11866" fmla="*/ 1867975 w 2119654"/>
              <a:gd name="connsiteY11866" fmla="*/ 1426394 h 2398711"/>
              <a:gd name="connsiteX11867" fmla="*/ 1625869 w 2119654"/>
              <a:gd name="connsiteY11867" fmla="*/ 1965421 h 2398711"/>
              <a:gd name="connsiteX11868" fmla="*/ 1626539 w 2119654"/>
              <a:gd name="connsiteY11868" fmla="*/ 1968989 h 2398711"/>
              <a:gd name="connsiteX11869" fmla="*/ 1629709 w 2119654"/>
              <a:gd name="connsiteY11869" fmla="*/ 1967696 h 2398711"/>
              <a:gd name="connsiteX11870" fmla="*/ 1629476 w 2119654"/>
              <a:gd name="connsiteY11870" fmla="*/ 1964747 h 2398711"/>
              <a:gd name="connsiteX11871" fmla="*/ 1625894 w 2119654"/>
              <a:gd name="connsiteY11871" fmla="*/ 1965380 h 2398711"/>
              <a:gd name="connsiteX11872" fmla="*/ 1700895 w 2119654"/>
              <a:gd name="connsiteY11872" fmla="*/ 1797355 h 2398711"/>
              <a:gd name="connsiteX11873" fmla="*/ 1700941 w 2119654"/>
              <a:gd name="connsiteY11873" fmla="*/ 1797351 h 2398711"/>
              <a:gd name="connsiteX11874" fmla="*/ 1701329 w 2119654"/>
              <a:gd name="connsiteY11874" fmla="*/ 1796789 h 2398711"/>
              <a:gd name="connsiteX11875" fmla="*/ 1701170 w 2119654"/>
              <a:gd name="connsiteY11875" fmla="*/ 1796834 h 2398711"/>
              <a:gd name="connsiteX11876" fmla="*/ 1757480 w 2119654"/>
              <a:gd name="connsiteY11876" fmla="*/ 1670646 h 2398711"/>
              <a:gd name="connsiteX11877" fmla="*/ 1758150 w 2119654"/>
              <a:gd name="connsiteY11877" fmla="*/ 1670495 h 2398711"/>
              <a:gd name="connsiteX11878" fmla="*/ 1757943 w 2119654"/>
              <a:gd name="connsiteY11878" fmla="*/ 1670118 h 2398711"/>
              <a:gd name="connsiteX11879" fmla="*/ 1836544 w 2119654"/>
              <a:gd name="connsiteY11879" fmla="*/ 1493564 h 2398711"/>
              <a:gd name="connsiteX11880" fmla="*/ 1838054 w 2119654"/>
              <a:gd name="connsiteY11880" fmla="*/ 1495593 h 2398711"/>
              <a:gd name="connsiteX11881" fmla="*/ 1840903 w 2119654"/>
              <a:gd name="connsiteY11881" fmla="*/ 1491391 h 2398711"/>
              <a:gd name="connsiteX11882" fmla="*/ 1622181 w 2119654"/>
              <a:gd name="connsiteY11882" fmla="*/ 1973448 h 2398711"/>
              <a:gd name="connsiteX11883" fmla="*/ 1622183 w 2119654"/>
              <a:gd name="connsiteY11883" fmla="*/ 1973491 h 2398711"/>
              <a:gd name="connsiteX11884" fmla="*/ 1624154 w 2119654"/>
              <a:gd name="connsiteY11884" fmla="*/ 1974252 h 2398711"/>
              <a:gd name="connsiteX11885" fmla="*/ 1626971 w 2119654"/>
              <a:gd name="connsiteY11885" fmla="*/ 1973816 h 2398711"/>
              <a:gd name="connsiteX11886" fmla="*/ 1626945 w 2119654"/>
              <a:gd name="connsiteY11886" fmla="*/ 1973675 h 2398711"/>
              <a:gd name="connsiteX11887" fmla="*/ 1573292 w 2119654"/>
              <a:gd name="connsiteY11887" fmla="*/ 2082914 h 2398711"/>
              <a:gd name="connsiteX11888" fmla="*/ 1573495 w 2119654"/>
              <a:gd name="connsiteY11888" fmla="*/ 2083958 h 2398711"/>
              <a:gd name="connsiteX11889" fmla="*/ 1576654 w 2119654"/>
              <a:gd name="connsiteY11889" fmla="*/ 2084668 h 2398711"/>
              <a:gd name="connsiteX11890" fmla="*/ 1576926 w 2119654"/>
              <a:gd name="connsiteY11890" fmla="*/ 2084260 h 2398711"/>
              <a:gd name="connsiteX11891" fmla="*/ 1736262 w 2119654"/>
              <a:gd name="connsiteY11891" fmla="*/ 1717974 h 2398711"/>
              <a:gd name="connsiteX11892" fmla="*/ 1736270 w 2119654"/>
              <a:gd name="connsiteY11892" fmla="*/ 1717981 h 2398711"/>
              <a:gd name="connsiteX11893" fmla="*/ 1736304 w 2119654"/>
              <a:gd name="connsiteY11893" fmla="*/ 1717954 h 2398711"/>
              <a:gd name="connsiteX11894" fmla="*/ 1642857 w 2119654"/>
              <a:gd name="connsiteY11894" fmla="*/ 1927005 h 2398711"/>
              <a:gd name="connsiteX11895" fmla="*/ 1642886 w 2119654"/>
              <a:gd name="connsiteY11895" fmla="*/ 1927802 h 2398711"/>
              <a:gd name="connsiteX11896" fmla="*/ 1643420 w 2119654"/>
              <a:gd name="connsiteY11896" fmla="*/ 1926788 h 2398711"/>
              <a:gd name="connsiteX11897" fmla="*/ 1711474 w 2119654"/>
              <a:gd name="connsiteY11897" fmla="*/ 1773280 h 2398711"/>
              <a:gd name="connsiteX11898" fmla="*/ 1711509 w 2119654"/>
              <a:gd name="connsiteY11898" fmla="*/ 1776221 h 2398711"/>
              <a:gd name="connsiteX11899" fmla="*/ 1713959 w 2119654"/>
              <a:gd name="connsiteY11899" fmla="*/ 1771606 h 2398711"/>
              <a:gd name="connsiteX11900" fmla="*/ 1704402 w 2119654"/>
              <a:gd name="connsiteY11900" fmla="*/ 1789087 h 2398711"/>
              <a:gd name="connsiteX11901" fmla="*/ 1704566 w 2119654"/>
              <a:gd name="connsiteY11901" fmla="*/ 1788970 h 2398711"/>
              <a:gd name="connsiteX11902" fmla="*/ 1704564 w 2119654"/>
              <a:gd name="connsiteY11902" fmla="*/ 1788965 h 2398711"/>
              <a:gd name="connsiteX11903" fmla="*/ 1704478 w 2119654"/>
              <a:gd name="connsiteY11903" fmla="*/ 1788999 h 2398711"/>
              <a:gd name="connsiteX11904" fmla="*/ 1822824 w 2119654"/>
              <a:gd name="connsiteY11904" fmla="*/ 1523882 h 2398711"/>
              <a:gd name="connsiteX11905" fmla="*/ 1823224 w 2119654"/>
              <a:gd name="connsiteY11905" fmla="*/ 1524682 h 2398711"/>
              <a:gd name="connsiteX11906" fmla="*/ 1824506 w 2119654"/>
              <a:gd name="connsiteY11906" fmla="*/ 1522783 h 2398711"/>
              <a:gd name="connsiteX11907" fmla="*/ 1556500 w 2119654"/>
              <a:gd name="connsiteY11907" fmla="*/ 2120149 h 2398711"/>
              <a:gd name="connsiteX11908" fmla="*/ 1556305 w 2119654"/>
              <a:gd name="connsiteY11908" fmla="*/ 2120993 h 2398711"/>
              <a:gd name="connsiteX11909" fmla="*/ 1559991 w 2119654"/>
              <a:gd name="connsiteY11909" fmla="*/ 2120102 h 2398711"/>
              <a:gd name="connsiteX11910" fmla="*/ 1718043 w 2119654"/>
              <a:gd name="connsiteY11910" fmla="*/ 1758372 h 2398711"/>
              <a:gd name="connsiteX11911" fmla="*/ 1719681 w 2119654"/>
              <a:gd name="connsiteY11911" fmla="*/ 1758314 h 2398711"/>
              <a:gd name="connsiteX11912" fmla="*/ 1719699 w 2119654"/>
              <a:gd name="connsiteY11912" fmla="*/ 1757556 h 2398711"/>
              <a:gd name="connsiteX11913" fmla="*/ 1718816 w 2119654"/>
              <a:gd name="connsiteY11913" fmla="*/ 1757808 h 2398711"/>
              <a:gd name="connsiteX11914" fmla="*/ 1718228 w 2119654"/>
              <a:gd name="connsiteY11914" fmla="*/ 1758082 h 2398711"/>
              <a:gd name="connsiteX11915" fmla="*/ 1697955 w 2119654"/>
              <a:gd name="connsiteY11915" fmla="*/ 1803345 h 2398711"/>
              <a:gd name="connsiteX11916" fmla="*/ 1698070 w 2119654"/>
              <a:gd name="connsiteY11916" fmla="*/ 1803565 h 2398711"/>
              <a:gd name="connsiteX11917" fmla="*/ 1698438 w 2119654"/>
              <a:gd name="connsiteY11917" fmla="*/ 1803133 h 2398711"/>
              <a:gd name="connsiteX11918" fmla="*/ 1697958 w 2119654"/>
              <a:gd name="connsiteY11918" fmla="*/ 1803341 h 2398711"/>
              <a:gd name="connsiteX11919" fmla="*/ 1805680 w 2119654"/>
              <a:gd name="connsiteY11919" fmla="*/ 1562065 h 2398711"/>
              <a:gd name="connsiteX11920" fmla="*/ 1805761 w 2119654"/>
              <a:gd name="connsiteY11920" fmla="*/ 1562201 h 2398711"/>
              <a:gd name="connsiteX11921" fmla="*/ 1805993 w 2119654"/>
              <a:gd name="connsiteY11921" fmla="*/ 1562608 h 2398711"/>
              <a:gd name="connsiteX11922" fmla="*/ 1811977 w 2119654"/>
              <a:gd name="connsiteY11922" fmla="*/ 1558102 h 2398711"/>
              <a:gd name="connsiteX11923" fmla="*/ 1811089 w 2119654"/>
              <a:gd name="connsiteY11923" fmla="*/ 1558332 h 2398711"/>
              <a:gd name="connsiteX11924" fmla="*/ 1602612 w 2119654"/>
              <a:gd name="connsiteY11924" fmla="*/ 2016652 h 2398711"/>
              <a:gd name="connsiteX11925" fmla="*/ 1602352 w 2119654"/>
              <a:gd name="connsiteY11925" fmla="*/ 2019222 h 2398711"/>
              <a:gd name="connsiteX11926" fmla="*/ 1605919 w 2119654"/>
              <a:gd name="connsiteY11926" fmla="*/ 2018777 h 2398711"/>
              <a:gd name="connsiteX11927" fmla="*/ 1605889 w 2119654"/>
              <a:gd name="connsiteY11927" fmla="*/ 2016263 h 2398711"/>
              <a:gd name="connsiteX11928" fmla="*/ 1717675 w 2119654"/>
              <a:gd name="connsiteY11928" fmla="*/ 1758948 h 2398711"/>
              <a:gd name="connsiteX11929" fmla="*/ 1719606 w 2119654"/>
              <a:gd name="connsiteY11929" fmla="*/ 1759145 h 2398711"/>
              <a:gd name="connsiteX11930" fmla="*/ 1719662 w 2119654"/>
              <a:gd name="connsiteY11930" fmla="*/ 1759106 h 2398711"/>
              <a:gd name="connsiteX11931" fmla="*/ 1719676 w 2119654"/>
              <a:gd name="connsiteY11931" fmla="*/ 1758498 h 2398711"/>
              <a:gd name="connsiteX11932" fmla="*/ 1717922 w 2119654"/>
              <a:gd name="connsiteY11932" fmla="*/ 1758560 h 2398711"/>
              <a:gd name="connsiteX11933" fmla="*/ 1717496 w 2119654"/>
              <a:gd name="connsiteY11933" fmla="*/ 1759252 h 2398711"/>
              <a:gd name="connsiteX11934" fmla="*/ 1717802 w 2119654"/>
              <a:gd name="connsiteY11934" fmla="*/ 1760390 h 2398711"/>
              <a:gd name="connsiteX11935" fmla="*/ 1719274 w 2119654"/>
              <a:gd name="connsiteY11935" fmla="*/ 1759374 h 2398711"/>
              <a:gd name="connsiteX11936" fmla="*/ 1614427 w 2119654"/>
              <a:gd name="connsiteY11936" fmla="*/ 1990007 h 2398711"/>
              <a:gd name="connsiteX11937" fmla="*/ 1614373 w 2119654"/>
              <a:gd name="connsiteY11937" fmla="*/ 1991203 h 2398711"/>
              <a:gd name="connsiteX11938" fmla="*/ 1620552 w 2119654"/>
              <a:gd name="connsiteY11938" fmla="*/ 1986064 h 2398711"/>
              <a:gd name="connsiteX11939" fmla="*/ 1735014 w 2119654"/>
              <a:gd name="connsiteY11939" fmla="*/ 1719974 h 2398711"/>
              <a:gd name="connsiteX11940" fmla="*/ 1735455 w 2119654"/>
              <a:gd name="connsiteY11940" fmla="*/ 1722272 h 2398711"/>
              <a:gd name="connsiteX11941" fmla="*/ 1737280 w 2119654"/>
              <a:gd name="connsiteY11941" fmla="*/ 1721772 h 2398711"/>
              <a:gd name="connsiteX11942" fmla="*/ 1737447 w 2119654"/>
              <a:gd name="connsiteY11942" fmla="*/ 1721461 h 2398711"/>
              <a:gd name="connsiteX11943" fmla="*/ 1735386 w 2119654"/>
              <a:gd name="connsiteY11943" fmla="*/ 1719684 h 2398711"/>
              <a:gd name="connsiteX11944" fmla="*/ 1766777 w 2119654"/>
              <a:gd name="connsiteY11944" fmla="*/ 1648777 h 2398711"/>
              <a:gd name="connsiteX11945" fmla="*/ 1766912 w 2119654"/>
              <a:gd name="connsiteY11945" fmla="*/ 1648747 h 2398711"/>
              <a:gd name="connsiteX11946" fmla="*/ 1766942 w 2119654"/>
              <a:gd name="connsiteY11946" fmla="*/ 1648573 h 2398711"/>
              <a:gd name="connsiteX11947" fmla="*/ 1780480 w 2119654"/>
              <a:gd name="connsiteY11947" fmla="*/ 1618059 h 2398711"/>
              <a:gd name="connsiteX11948" fmla="*/ 1783852 w 2119654"/>
              <a:gd name="connsiteY11948" fmla="*/ 1616792 h 2398711"/>
              <a:gd name="connsiteX11949" fmla="*/ 1785327 w 2119654"/>
              <a:gd name="connsiteY11949" fmla="*/ 1616145 h 2398711"/>
              <a:gd name="connsiteX11950" fmla="*/ 1783821 w 2119654"/>
              <a:gd name="connsiteY11950" fmla="*/ 1616231 h 2398711"/>
              <a:gd name="connsiteX11951" fmla="*/ 1791525 w 2119654"/>
              <a:gd name="connsiteY11951" fmla="*/ 1593312 h 2398711"/>
              <a:gd name="connsiteX11952" fmla="*/ 1792553 w 2119654"/>
              <a:gd name="connsiteY11952" fmla="*/ 1594308 h 2398711"/>
              <a:gd name="connsiteX11953" fmla="*/ 1798694 w 2119654"/>
              <a:gd name="connsiteY11953" fmla="*/ 1593099 h 2398711"/>
              <a:gd name="connsiteX11954" fmla="*/ 1806938 w 2119654"/>
              <a:gd name="connsiteY11954" fmla="*/ 1589662 h 2398711"/>
              <a:gd name="connsiteX11955" fmla="*/ 1809458 w 2119654"/>
              <a:gd name="connsiteY11955" fmla="*/ 1588008 h 2398711"/>
              <a:gd name="connsiteX11956" fmla="*/ 1808060 w 2119654"/>
              <a:gd name="connsiteY11956" fmla="*/ 1585649 h 2398711"/>
              <a:gd name="connsiteX11957" fmla="*/ 1807173 w 2119654"/>
              <a:gd name="connsiteY11957" fmla="*/ 1586064 h 2398711"/>
              <a:gd name="connsiteX11958" fmla="*/ 1807580 w 2119654"/>
              <a:gd name="connsiteY11958" fmla="*/ 1588322 h 2398711"/>
              <a:gd name="connsiteX11959" fmla="*/ 1807456 w 2119654"/>
              <a:gd name="connsiteY11959" fmla="*/ 1588556 h 2398711"/>
              <a:gd name="connsiteX11960" fmla="*/ 1807020 w 2119654"/>
              <a:gd name="connsiteY11960" fmla="*/ 1586136 h 2398711"/>
              <a:gd name="connsiteX11961" fmla="*/ 1793966 w 2119654"/>
              <a:gd name="connsiteY11961" fmla="*/ 1592236 h 2398711"/>
              <a:gd name="connsiteX11962" fmla="*/ 1622146 w 2119654"/>
              <a:gd name="connsiteY11962" fmla="*/ 1972563 h 2398711"/>
              <a:gd name="connsiteX11963" fmla="*/ 1622159 w 2119654"/>
              <a:gd name="connsiteY11963" fmla="*/ 1972884 h 2398711"/>
              <a:gd name="connsiteX11964" fmla="*/ 1626838 w 2119654"/>
              <a:gd name="connsiteY11964" fmla="*/ 1973107 h 2398711"/>
              <a:gd name="connsiteX11965" fmla="*/ 1626584 w 2119654"/>
              <a:gd name="connsiteY11965" fmla="*/ 1971753 h 2398711"/>
              <a:gd name="connsiteX11966" fmla="*/ 1561821 w 2119654"/>
              <a:gd name="connsiteY11966" fmla="*/ 2107602 h 2398711"/>
              <a:gd name="connsiteX11967" fmla="*/ 1577117 w 2119654"/>
              <a:gd name="connsiteY11967" fmla="*/ 2104600 h 2398711"/>
              <a:gd name="connsiteX11968" fmla="*/ 1574284 w 2119654"/>
              <a:gd name="connsiteY11968" fmla="*/ 2090098 h 2398711"/>
              <a:gd name="connsiteX11969" fmla="*/ 1571574 w 2119654"/>
              <a:gd name="connsiteY11969" fmla="*/ 2094164 h 2398711"/>
              <a:gd name="connsiteX11970" fmla="*/ 1822347 w 2119654"/>
              <a:gd name="connsiteY11970" fmla="*/ 1524194 h 2398711"/>
              <a:gd name="connsiteX11971" fmla="*/ 1822685 w 2119654"/>
              <a:gd name="connsiteY11971" fmla="*/ 1525480 h 2398711"/>
              <a:gd name="connsiteX11972" fmla="*/ 1822939 w 2119654"/>
              <a:gd name="connsiteY11972" fmla="*/ 1525104 h 2398711"/>
              <a:gd name="connsiteX11973" fmla="*/ 1822413 w 2119654"/>
              <a:gd name="connsiteY11973" fmla="*/ 1524150 h 2398711"/>
              <a:gd name="connsiteX11974" fmla="*/ 1735931 w 2119654"/>
              <a:gd name="connsiteY11974" fmla="*/ 1717643 h 2398711"/>
              <a:gd name="connsiteX11975" fmla="*/ 1736090 w 2119654"/>
              <a:gd name="connsiteY11975" fmla="*/ 1717802 h 2398711"/>
              <a:gd name="connsiteX11976" fmla="*/ 1737124 w 2119654"/>
              <a:gd name="connsiteY11976" fmla="*/ 1717317 h 2398711"/>
              <a:gd name="connsiteX11977" fmla="*/ 1737737 w 2119654"/>
              <a:gd name="connsiteY11977" fmla="*/ 1716841 h 2398711"/>
              <a:gd name="connsiteX11978" fmla="*/ 1827741 w 2119654"/>
              <a:gd name="connsiteY11978" fmla="*/ 1511977 h 2398711"/>
              <a:gd name="connsiteX11979" fmla="*/ 1831131 w 2119654"/>
              <a:gd name="connsiteY11979" fmla="*/ 1508920 h 2398711"/>
              <a:gd name="connsiteX11980" fmla="*/ 1831845 w 2119654"/>
              <a:gd name="connsiteY11980" fmla="*/ 1507851 h 2398711"/>
              <a:gd name="connsiteX11981" fmla="*/ 1831118 w 2119654"/>
              <a:gd name="connsiteY11981" fmla="*/ 1507217 h 2398711"/>
              <a:gd name="connsiteX11982" fmla="*/ 1830799 w 2119654"/>
              <a:gd name="connsiteY11982" fmla="*/ 1507464 h 2398711"/>
              <a:gd name="connsiteX11983" fmla="*/ 1739554 w 2119654"/>
              <a:gd name="connsiteY11983" fmla="*/ 1709408 h 2398711"/>
              <a:gd name="connsiteX11984" fmla="*/ 1740782 w 2119654"/>
              <a:gd name="connsiteY11984" fmla="*/ 1709109 h 2398711"/>
              <a:gd name="connsiteX11985" fmla="*/ 1740417 w 2119654"/>
              <a:gd name="connsiteY11985" fmla="*/ 1708229 h 2398711"/>
              <a:gd name="connsiteX11986" fmla="*/ 1818321 w 2119654"/>
              <a:gd name="connsiteY11986" fmla="*/ 1533028 h 2398711"/>
              <a:gd name="connsiteX11987" fmla="*/ 1819432 w 2119654"/>
              <a:gd name="connsiteY11987" fmla="*/ 1533776 h 2398711"/>
              <a:gd name="connsiteX11988" fmla="*/ 1818982 w 2119654"/>
              <a:gd name="connsiteY11988" fmla="*/ 1532423 h 2398711"/>
              <a:gd name="connsiteX11989" fmla="*/ 1617709 w 2119654"/>
              <a:gd name="connsiteY11989" fmla="*/ 1982235 h 2398711"/>
              <a:gd name="connsiteX11990" fmla="*/ 1617696 w 2119654"/>
              <a:gd name="connsiteY11990" fmla="*/ 1984512 h 2398711"/>
              <a:gd name="connsiteX11991" fmla="*/ 1622057 w 2119654"/>
              <a:gd name="connsiteY11991" fmla="*/ 1983056 h 2398711"/>
              <a:gd name="connsiteX11992" fmla="*/ 1622004 w 2119654"/>
              <a:gd name="connsiteY11992" fmla="*/ 1981674 h 2398711"/>
              <a:gd name="connsiteX11993" fmla="*/ 1640323 w 2119654"/>
              <a:gd name="connsiteY11993" fmla="*/ 1931576 h 2398711"/>
              <a:gd name="connsiteX11994" fmla="*/ 1640279 w 2119654"/>
              <a:gd name="connsiteY11994" fmla="*/ 1932757 h 2398711"/>
              <a:gd name="connsiteX11995" fmla="*/ 1641127 w 2119654"/>
              <a:gd name="connsiteY11995" fmla="*/ 1931145 h 2398711"/>
              <a:gd name="connsiteX11996" fmla="*/ 1641307 w 2119654"/>
              <a:gd name="connsiteY11996" fmla="*/ 1929352 h 2398711"/>
              <a:gd name="connsiteX11997" fmla="*/ 1642143 w 2119654"/>
              <a:gd name="connsiteY11997" fmla="*/ 1929214 h 2398711"/>
              <a:gd name="connsiteX11998" fmla="*/ 1642357 w 2119654"/>
              <a:gd name="connsiteY11998" fmla="*/ 1928807 h 2398711"/>
              <a:gd name="connsiteX11999" fmla="*/ 1623456 w 2119654"/>
              <a:gd name="connsiteY11999" fmla="*/ 1969291 h 2398711"/>
              <a:gd name="connsiteX12000" fmla="*/ 1626098 w 2119654"/>
              <a:gd name="connsiteY12000" fmla="*/ 1969167 h 2398711"/>
              <a:gd name="connsiteX12001" fmla="*/ 1625504 w 2119654"/>
              <a:gd name="connsiteY12001" fmla="*/ 1966006 h 2398711"/>
              <a:gd name="connsiteX12002" fmla="*/ 1857975 w 2119654"/>
              <a:gd name="connsiteY12002" fmla="*/ 1444113 h 2398711"/>
              <a:gd name="connsiteX12003" fmla="*/ 1858292 w 2119654"/>
              <a:gd name="connsiteY12003" fmla="*/ 1443851 h 2398711"/>
              <a:gd name="connsiteX12004" fmla="*/ 1863935 w 2119654"/>
              <a:gd name="connsiteY12004" fmla="*/ 1437698 h 2398711"/>
              <a:gd name="connsiteX12005" fmla="*/ 1862168 w 2119654"/>
              <a:gd name="connsiteY12005" fmla="*/ 1438193 h 2398711"/>
              <a:gd name="connsiteX12006" fmla="*/ 1860803 w 2119654"/>
              <a:gd name="connsiteY12006" fmla="*/ 1439102 h 2398711"/>
              <a:gd name="connsiteX12007" fmla="*/ 1859524 w 2119654"/>
              <a:gd name="connsiteY12007" fmla="*/ 1441368 h 2398711"/>
              <a:gd name="connsiteX12008" fmla="*/ 1860282 w 2119654"/>
              <a:gd name="connsiteY12008" fmla="*/ 1441163 h 2398711"/>
              <a:gd name="connsiteX12009" fmla="*/ 1859992 w 2119654"/>
              <a:gd name="connsiteY12009" fmla="*/ 1441554 h 2398711"/>
              <a:gd name="connsiteX12010" fmla="*/ 1859316 w 2119654"/>
              <a:gd name="connsiteY12010" fmla="*/ 1441736 h 2398711"/>
              <a:gd name="connsiteX12011" fmla="*/ 1844752 w 2119654"/>
              <a:gd name="connsiteY12011" fmla="*/ 1473686 h 2398711"/>
              <a:gd name="connsiteX12012" fmla="*/ 1844921 w 2119654"/>
              <a:gd name="connsiteY12012" fmla="*/ 1474033 h 2398711"/>
              <a:gd name="connsiteX12013" fmla="*/ 1848858 w 2119654"/>
              <a:gd name="connsiteY12013" fmla="*/ 1472333 h 2398711"/>
              <a:gd name="connsiteX12014" fmla="*/ 1856172 w 2119654"/>
              <a:gd name="connsiteY12014" fmla="*/ 1464644 h 2398711"/>
              <a:gd name="connsiteX12015" fmla="*/ 1849323 w 2119654"/>
              <a:gd name="connsiteY12015" fmla="*/ 1472131 h 2398711"/>
              <a:gd name="connsiteX12016" fmla="*/ 1849900 w 2119654"/>
              <a:gd name="connsiteY12016" fmla="*/ 1471882 h 2398711"/>
              <a:gd name="connsiteX12017" fmla="*/ 1860497 w 2119654"/>
              <a:gd name="connsiteY12017" fmla="*/ 1461926 h 2398711"/>
              <a:gd name="connsiteX12018" fmla="*/ 1861132 w 2119654"/>
              <a:gd name="connsiteY12018" fmla="*/ 1460961 h 2398711"/>
              <a:gd name="connsiteX12019" fmla="*/ 1858126 w 2119654"/>
              <a:gd name="connsiteY12019" fmla="*/ 1462895 h 2398711"/>
              <a:gd name="connsiteX12020" fmla="*/ 1856886 w 2119654"/>
              <a:gd name="connsiteY12020" fmla="*/ 1463894 h 2398711"/>
              <a:gd name="connsiteX12021" fmla="*/ 1856172 w 2119654"/>
              <a:gd name="connsiteY12021" fmla="*/ 1464644 h 2398711"/>
              <a:gd name="connsiteX12022" fmla="*/ 1856781 w 2119654"/>
              <a:gd name="connsiteY12022" fmla="*/ 1463979 h 2398711"/>
              <a:gd name="connsiteX12023" fmla="*/ 1800775 w 2119654"/>
              <a:gd name="connsiteY12023" fmla="*/ 1572126 h 2398711"/>
              <a:gd name="connsiteX12024" fmla="*/ 1802021 w 2119654"/>
              <a:gd name="connsiteY12024" fmla="*/ 1574231 h 2398711"/>
              <a:gd name="connsiteX12025" fmla="*/ 1804575 w 2119654"/>
              <a:gd name="connsiteY12025" fmla="*/ 1572561 h 2398711"/>
              <a:gd name="connsiteX12026" fmla="*/ 1804224 w 2119654"/>
              <a:gd name="connsiteY12026" fmla="*/ 1570617 h 2398711"/>
              <a:gd name="connsiteX12027" fmla="*/ 1804030 w 2119654"/>
              <a:gd name="connsiteY12027" fmla="*/ 1569616 h 2398711"/>
              <a:gd name="connsiteX12028" fmla="*/ 1817985 w 2119654"/>
              <a:gd name="connsiteY12028" fmla="*/ 1533500 h 2398711"/>
              <a:gd name="connsiteX12029" fmla="*/ 1818673 w 2119654"/>
              <a:gd name="connsiteY12029" fmla="*/ 1539502 h 2398711"/>
              <a:gd name="connsiteX12030" fmla="*/ 1820628 w 2119654"/>
              <a:gd name="connsiteY12030" fmla="*/ 1537379 h 2398711"/>
              <a:gd name="connsiteX12031" fmla="*/ 1819613 w 2119654"/>
              <a:gd name="connsiteY12031" fmla="*/ 1534322 h 2398711"/>
              <a:gd name="connsiteX12032" fmla="*/ 1818097 w 2119654"/>
              <a:gd name="connsiteY12032" fmla="*/ 1533334 h 2398711"/>
              <a:gd name="connsiteX12033" fmla="*/ 1734463 w 2119654"/>
              <a:gd name="connsiteY12033" fmla="*/ 1720403 h 2398711"/>
              <a:gd name="connsiteX12034" fmla="*/ 1734891 w 2119654"/>
              <a:gd name="connsiteY12034" fmla="*/ 1722427 h 2398711"/>
              <a:gd name="connsiteX12035" fmla="*/ 1735089 w 2119654"/>
              <a:gd name="connsiteY12035" fmla="*/ 1722372 h 2398711"/>
              <a:gd name="connsiteX12036" fmla="*/ 1734604 w 2119654"/>
              <a:gd name="connsiteY12036" fmla="*/ 1720294 h 2398711"/>
              <a:gd name="connsiteX12037" fmla="*/ 1591084 w 2119654"/>
              <a:gd name="connsiteY12037" fmla="*/ 2041448 h 2398711"/>
              <a:gd name="connsiteX12038" fmla="*/ 1591131 w 2119654"/>
              <a:gd name="connsiteY12038" fmla="*/ 2043797 h 2398711"/>
              <a:gd name="connsiteX12039" fmla="*/ 1599454 w 2119654"/>
              <a:gd name="connsiteY12039" fmla="*/ 2043892 h 2398711"/>
              <a:gd name="connsiteX12040" fmla="*/ 1599824 w 2119654"/>
              <a:gd name="connsiteY12040" fmla="*/ 2040254 h 2398711"/>
              <a:gd name="connsiteX12041" fmla="*/ 1596421 w 2119654"/>
              <a:gd name="connsiteY12041" fmla="*/ 2039232 h 2398711"/>
              <a:gd name="connsiteX12042" fmla="*/ 1594142 w 2119654"/>
              <a:gd name="connsiteY12042" fmla="*/ 2039119 h 2398711"/>
              <a:gd name="connsiteX12043" fmla="*/ 1712655 w 2119654"/>
              <a:gd name="connsiteY12043" fmla="*/ 1769217 h 2398711"/>
              <a:gd name="connsiteX12044" fmla="*/ 1713696 w 2119654"/>
              <a:gd name="connsiteY12044" fmla="*/ 1768946 h 2398711"/>
              <a:gd name="connsiteX12045" fmla="*/ 1713659 w 2119654"/>
              <a:gd name="connsiteY12045" fmla="*/ 1768808 h 2398711"/>
              <a:gd name="connsiteX12046" fmla="*/ 1827068 w 2119654"/>
              <a:gd name="connsiteY12046" fmla="*/ 1513009 h 2398711"/>
              <a:gd name="connsiteX12047" fmla="*/ 1827869 w 2119654"/>
              <a:gd name="connsiteY12047" fmla="*/ 1513808 h 2398711"/>
              <a:gd name="connsiteX12048" fmla="*/ 1830562 w 2119654"/>
              <a:gd name="connsiteY12048" fmla="*/ 1509773 h 2398711"/>
              <a:gd name="connsiteX12049" fmla="*/ 1588906 w 2119654"/>
              <a:gd name="connsiteY12049" fmla="*/ 2046265 h 2398711"/>
              <a:gd name="connsiteX12050" fmla="*/ 1588026 w 2119654"/>
              <a:gd name="connsiteY12050" fmla="*/ 2048418 h 2398711"/>
              <a:gd name="connsiteX12051" fmla="*/ 1589057 w 2119654"/>
              <a:gd name="connsiteY12051" fmla="*/ 2048271 h 2398711"/>
              <a:gd name="connsiteX12052" fmla="*/ 1731101 w 2119654"/>
              <a:gd name="connsiteY12052" fmla="*/ 1727808 h 2398711"/>
              <a:gd name="connsiteX12053" fmla="*/ 1732639 w 2119654"/>
              <a:gd name="connsiteY12053" fmla="*/ 1730373 h 2398711"/>
              <a:gd name="connsiteX12054" fmla="*/ 1735172 w 2119654"/>
              <a:gd name="connsiteY12054" fmla="*/ 1725678 h 2398711"/>
              <a:gd name="connsiteX12055" fmla="*/ 1732774 w 2119654"/>
              <a:gd name="connsiteY12055" fmla="*/ 1726462 h 2398711"/>
              <a:gd name="connsiteX12056" fmla="*/ 1557176 w 2119654"/>
              <a:gd name="connsiteY12056" fmla="*/ 2117215 h 2398711"/>
              <a:gd name="connsiteX12057" fmla="*/ 1556624 w 2119654"/>
              <a:gd name="connsiteY12057" fmla="*/ 2119608 h 2398711"/>
              <a:gd name="connsiteX12058" fmla="*/ 1562349 w 2119654"/>
              <a:gd name="connsiteY12058" fmla="*/ 2119531 h 2398711"/>
              <a:gd name="connsiteX12059" fmla="*/ 1563168 w 2119654"/>
              <a:gd name="connsiteY12059" fmla="*/ 2119334 h 2398711"/>
              <a:gd name="connsiteX12060" fmla="*/ 1563635 w 2119654"/>
              <a:gd name="connsiteY12060" fmla="*/ 2119150 h 2398711"/>
              <a:gd name="connsiteX12061" fmla="*/ 1622656 w 2119654"/>
              <a:gd name="connsiteY12061" fmla="*/ 1970575 h 2398711"/>
              <a:gd name="connsiteX12062" fmla="*/ 1624708 w 2119654"/>
              <a:gd name="connsiteY12062" fmla="*/ 1969737 h 2398711"/>
              <a:gd name="connsiteX12063" fmla="*/ 1623030 w 2119654"/>
              <a:gd name="connsiteY12063" fmla="*/ 1969973 h 2398711"/>
              <a:gd name="connsiteX12064" fmla="*/ 1589805 w 2119654"/>
              <a:gd name="connsiteY12064" fmla="*/ 2044071 h 2398711"/>
              <a:gd name="connsiteX12065" fmla="*/ 1589631 w 2119654"/>
              <a:gd name="connsiteY12065" fmla="*/ 2044496 h 2398711"/>
              <a:gd name="connsiteX12066" fmla="*/ 1589758 w 2119654"/>
              <a:gd name="connsiteY12066" fmla="*/ 2048171 h 2398711"/>
              <a:gd name="connsiteX12067" fmla="*/ 1590916 w 2119654"/>
              <a:gd name="connsiteY12067" fmla="*/ 2048005 h 2398711"/>
              <a:gd name="connsiteX12068" fmla="*/ 1590835 w 2119654"/>
              <a:gd name="connsiteY12068" fmla="*/ 2044082 h 2398711"/>
              <a:gd name="connsiteX12069" fmla="*/ 1711454 w 2119654"/>
              <a:gd name="connsiteY12069" fmla="*/ 1771656 h 2398711"/>
              <a:gd name="connsiteX12070" fmla="*/ 1711471 w 2119654"/>
              <a:gd name="connsiteY12070" fmla="*/ 1773022 h 2398711"/>
              <a:gd name="connsiteX12071" fmla="*/ 1712131 w 2119654"/>
              <a:gd name="connsiteY12071" fmla="*/ 1772590 h 2398711"/>
              <a:gd name="connsiteX12072" fmla="*/ 1714163 w 2119654"/>
              <a:gd name="connsiteY12072" fmla="*/ 1771222 h 2398711"/>
              <a:gd name="connsiteX12073" fmla="*/ 1714260 w 2119654"/>
              <a:gd name="connsiteY12073" fmla="*/ 1771039 h 2398711"/>
              <a:gd name="connsiteX12074" fmla="*/ 1714134 w 2119654"/>
              <a:gd name="connsiteY12074" fmla="*/ 1770571 h 2398711"/>
              <a:gd name="connsiteX12075" fmla="*/ 1788960 w 2119654"/>
              <a:gd name="connsiteY12075" fmla="*/ 1598010 h 2398711"/>
              <a:gd name="connsiteX12076" fmla="*/ 1791907 w 2119654"/>
              <a:gd name="connsiteY12076" fmla="*/ 1599528 h 2398711"/>
              <a:gd name="connsiteX12077" fmla="*/ 1795242 w 2119654"/>
              <a:gd name="connsiteY12077" fmla="*/ 1597339 h 2398711"/>
              <a:gd name="connsiteX12078" fmla="*/ 1794756 w 2119654"/>
              <a:gd name="connsiteY12078" fmla="*/ 1596869 h 2398711"/>
              <a:gd name="connsiteX12079" fmla="*/ 1823668 w 2119654"/>
              <a:gd name="connsiteY12079" fmla="*/ 1520278 h 2398711"/>
              <a:gd name="connsiteX12080" fmla="*/ 1827283 w 2119654"/>
              <a:gd name="connsiteY12080" fmla="*/ 1518670 h 2398711"/>
              <a:gd name="connsiteX12081" fmla="*/ 1828711 w 2119654"/>
              <a:gd name="connsiteY12081" fmla="*/ 1516555 h 2398711"/>
              <a:gd name="connsiteX12082" fmla="*/ 1828646 w 2119654"/>
              <a:gd name="connsiteY12082" fmla="*/ 1516443 h 2398711"/>
              <a:gd name="connsiteX12083" fmla="*/ 1827194 w 2119654"/>
              <a:gd name="connsiteY12083" fmla="*/ 1514995 h 2398711"/>
              <a:gd name="connsiteX12084" fmla="*/ 1938501 w 2119654"/>
              <a:gd name="connsiteY12084" fmla="*/ 1263141 h 2398711"/>
              <a:gd name="connsiteX12085" fmla="*/ 1943936 w 2119654"/>
              <a:gd name="connsiteY12085" fmla="*/ 1259298 h 2398711"/>
              <a:gd name="connsiteX12086" fmla="*/ 1950842 w 2119654"/>
              <a:gd name="connsiteY12086" fmla="*/ 1251177 h 2398711"/>
              <a:gd name="connsiteX12087" fmla="*/ 1738621 w 2119654"/>
              <a:gd name="connsiteY12087" fmla="*/ 1710681 h 2398711"/>
              <a:gd name="connsiteX12088" fmla="*/ 1740986 w 2119654"/>
              <a:gd name="connsiteY12088" fmla="*/ 1714319 h 2398711"/>
              <a:gd name="connsiteX12089" fmla="*/ 1741528 w 2119654"/>
              <a:gd name="connsiteY12089" fmla="*/ 1713899 h 2398711"/>
              <a:gd name="connsiteX12090" fmla="*/ 1742230 w 2119654"/>
              <a:gd name="connsiteY12090" fmla="*/ 1712598 h 2398711"/>
              <a:gd name="connsiteX12091" fmla="*/ 1740990 w 2119654"/>
              <a:gd name="connsiteY12091" fmla="*/ 1709609 h 2398711"/>
              <a:gd name="connsiteX12092" fmla="*/ 1739064 w 2119654"/>
              <a:gd name="connsiteY12092" fmla="*/ 1710077 h 2398711"/>
              <a:gd name="connsiteX12093" fmla="*/ 1590785 w 2119654"/>
              <a:gd name="connsiteY12093" fmla="*/ 2041675 h 2398711"/>
              <a:gd name="connsiteX12094" fmla="*/ 1589923 w 2119654"/>
              <a:gd name="connsiteY12094" fmla="*/ 2043783 h 2398711"/>
              <a:gd name="connsiteX12095" fmla="*/ 1590830 w 2119654"/>
              <a:gd name="connsiteY12095" fmla="*/ 2043793 h 2398711"/>
              <a:gd name="connsiteX12096" fmla="*/ 1590786 w 2119654"/>
              <a:gd name="connsiteY12096" fmla="*/ 2041674 h 2398711"/>
              <a:gd name="connsiteX12097" fmla="*/ 1672445 w 2119654"/>
              <a:gd name="connsiteY12097" fmla="*/ 1858749 h 2398711"/>
              <a:gd name="connsiteX12098" fmla="*/ 1672427 w 2119654"/>
              <a:gd name="connsiteY12098" fmla="*/ 1858966 h 2398711"/>
              <a:gd name="connsiteX12099" fmla="*/ 1672528 w 2119654"/>
              <a:gd name="connsiteY12099" fmla="*/ 1858701 h 2398711"/>
              <a:gd name="connsiteX12100" fmla="*/ 1622104 w 2119654"/>
              <a:gd name="connsiteY12100" fmla="*/ 1971459 h 2398711"/>
              <a:gd name="connsiteX12101" fmla="*/ 1622121 w 2119654"/>
              <a:gd name="connsiteY12101" fmla="*/ 1971891 h 2398711"/>
              <a:gd name="connsiteX12102" fmla="*/ 1626461 w 2119654"/>
              <a:gd name="connsiteY12102" fmla="*/ 1971099 h 2398711"/>
              <a:gd name="connsiteX12103" fmla="*/ 1626167 w 2119654"/>
              <a:gd name="connsiteY12103" fmla="*/ 1969531 h 2398711"/>
              <a:gd name="connsiteX12104" fmla="*/ 1625433 w 2119654"/>
              <a:gd name="connsiteY12104" fmla="*/ 1969634 h 2398711"/>
              <a:gd name="connsiteX12105" fmla="*/ 1622493 w 2119654"/>
              <a:gd name="connsiteY12105" fmla="*/ 1970834 h 2398711"/>
              <a:gd name="connsiteX12106" fmla="*/ 1700043 w 2119654"/>
              <a:gd name="connsiteY12106" fmla="*/ 1796899 h 2398711"/>
              <a:gd name="connsiteX12107" fmla="*/ 1700615 w 2119654"/>
              <a:gd name="connsiteY12107" fmla="*/ 1796745 h 2398711"/>
              <a:gd name="connsiteX12108" fmla="*/ 1700921 w 2119654"/>
              <a:gd name="connsiteY12108" fmla="*/ 1796169 h 2398711"/>
              <a:gd name="connsiteX12109" fmla="*/ 1596433 w 2119654"/>
              <a:gd name="connsiteY12109" fmla="*/ 2028894 h 2398711"/>
              <a:gd name="connsiteX12110" fmla="*/ 1600997 w 2119654"/>
              <a:gd name="connsiteY12110" fmla="*/ 2028694 h 2398711"/>
              <a:gd name="connsiteX12111" fmla="*/ 1601050 w 2119654"/>
              <a:gd name="connsiteY12111" fmla="*/ 2028175 h 2398711"/>
              <a:gd name="connsiteX12112" fmla="*/ 1617715 w 2119654"/>
              <a:gd name="connsiteY12112" fmla="*/ 1981232 h 2398711"/>
              <a:gd name="connsiteX12113" fmla="*/ 1617711 w 2119654"/>
              <a:gd name="connsiteY12113" fmla="*/ 1981900 h 2398711"/>
              <a:gd name="connsiteX12114" fmla="*/ 1621407 w 2119654"/>
              <a:gd name="connsiteY12114" fmla="*/ 1981419 h 2398711"/>
              <a:gd name="connsiteX12115" fmla="*/ 1809652 w 2119654"/>
              <a:gd name="connsiteY12115" fmla="*/ 1551411 h 2398711"/>
              <a:gd name="connsiteX12116" fmla="*/ 1810779 w 2119654"/>
              <a:gd name="connsiteY12116" fmla="*/ 1551292 h 2398711"/>
              <a:gd name="connsiteX12117" fmla="*/ 1810531 w 2119654"/>
              <a:gd name="connsiteY12117" fmla="*/ 1550801 h 2398711"/>
              <a:gd name="connsiteX12118" fmla="*/ 1589616 w 2119654"/>
              <a:gd name="connsiteY12118" fmla="*/ 2044068 h 2398711"/>
              <a:gd name="connsiteX12119" fmla="*/ 1589620 w 2119654"/>
              <a:gd name="connsiteY12119" fmla="*/ 2044157 h 2398711"/>
              <a:gd name="connsiteX12120" fmla="*/ 1589655 w 2119654"/>
              <a:gd name="connsiteY12120" fmla="*/ 2044069 h 2398711"/>
              <a:gd name="connsiteX12121" fmla="*/ 1811122 w 2119654"/>
              <a:gd name="connsiteY12121" fmla="*/ 1548031 h 2398711"/>
              <a:gd name="connsiteX12122" fmla="*/ 1811732 w 2119654"/>
              <a:gd name="connsiteY12122" fmla="*/ 1549242 h 2398711"/>
              <a:gd name="connsiteX12123" fmla="*/ 1818698 w 2119654"/>
              <a:gd name="connsiteY12123" fmla="*/ 1544414 h 2398711"/>
              <a:gd name="connsiteX12124" fmla="*/ 1818228 w 2119654"/>
              <a:gd name="connsiteY12124" fmla="*/ 1540310 h 2398711"/>
              <a:gd name="connsiteX12125" fmla="*/ 1592583 w 2119654"/>
              <a:gd name="connsiteY12125" fmla="*/ 2037279 h 2398711"/>
              <a:gd name="connsiteX12126" fmla="*/ 1592505 w 2119654"/>
              <a:gd name="connsiteY12126" fmla="*/ 2037468 h 2398711"/>
              <a:gd name="connsiteX12127" fmla="*/ 1592610 w 2119654"/>
              <a:gd name="connsiteY12127" fmla="*/ 2037502 h 2398711"/>
              <a:gd name="connsiteX12128" fmla="*/ 1592951 w 2119654"/>
              <a:gd name="connsiteY12128" fmla="*/ 2037242 h 2398711"/>
              <a:gd name="connsiteX12129" fmla="*/ 1557501 w 2119654"/>
              <a:gd name="connsiteY12129" fmla="*/ 2115807 h 2398711"/>
              <a:gd name="connsiteX12130" fmla="*/ 1557329 w 2119654"/>
              <a:gd name="connsiteY12130" fmla="*/ 2116552 h 2398711"/>
              <a:gd name="connsiteX12131" fmla="*/ 1564659 w 2119654"/>
              <a:gd name="connsiteY12131" fmla="*/ 2118747 h 2398711"/>
              <a:gd name="connsiteX12132" fmla="*/ 1566702 w 2119654"/>
              <a:gd name="connsiteY12132" fmla="*/ 2117943 h 2398711"/>
              <a:gd name="connsiteX12133" fmla="*/ 1568074 w 2119654"/>
              <a:gd name="connsiteY12133" fmla="*/ 2117339 h 2398711"/>
              <a:gd name="connsiteX12134" fmla="*/ 1654958 w 2119654"/>
              <a:gd name="connsiteY12134" fmla="*/ 1897572 h 2398711"/>
              <a:gd name="connsiteX12135" fmla="*/ 1656221 w 2119654"/>
              <a:gd name="connsiteY12135" fmla="*/ 1900953 h 2398711"/>
              <a:gd name="connsiteX12136" fmla="*/ 1656442 w 2119654"/>
              <a:gd name="connsiteY12136" fmla="*/ 1900871 h 2398711"/>
              <a:gd name="connsiteX12137" fmla="*/ 1658113 w 2119654"/>
              <a:gd name="connsiteY12137" fmla="*/ 1896492 h 2398711"/>
              <a:gd name="connsiteX12138" fmla="*/ 1739620 w 2119654"/>
              <a:gd name="connsiteY12138" fmla="*/ 1707988 h 2398711"/>
              <a:gd name="connsiteX12139" fmla="*/ 1739981 w 2119654"/>
              <a:gd name="connsiteY12139" fmla="*/ 1707978 h 2398711"/>
              <a:gd name="connsiteX12140" fmla="*/ 1740032 w 2119654"/>
              <a:gd name="connsiteY12140" fmla="*/ 1707908 h 2398711"/>
              <a:gd name="connsiteX12141" fmla="*/ 1760550 w 2119654"/>
              <a:gd name="connsiteY12141" fmla="*/ 1661070 h 2398711"/>
              <a:gd name="connsiteX12142" fmla="*/ 1761105 w 2119654"/>
              <a:gd name="connsiteY12142" fmla="*/ 1663660 h 2398711"/>
              <a:gd name="connsiteX12143" fmla="*/ 1764163 w 2119654"/>
              <a:gd name="connsiteY12143" fmla="*/ 1660174 h 2398711"/>
              <a:gd name="connsiteX12144" fmla="*/ 1560032 w 2119654"/>
              <a:gd name="connsiteY12144" fmla="*/ 2110067 h 2398711"/>
              <a:gd name="connsiteX12145" fmla="*/ 1566137 w 2119654"/>
              <a:gd name="connsiteY12145" fmla="*/ 2110567 h 2398711"/>
              <a:gd name="connsiteX12146" fmla="*/ 1577926 w 2119654"/>
              <a:gd name="connsiteY12146" fmla="*/ 2108742 h 2398711"/>
              <a:gd name="connsiteX12147" fmla="*/ 1577159 w 2119654"/>
              <a:gd name="connsiteY12147" fmla="*/ 2104819 h 2398711"/>
              <a:gd name="connsiteX12148" fmla="*/ 1561629 w 2119654"/>
              <a:gd name="connsiteY12148" fmla="*/ 2107867 h 2398711"/>
              <a:gd name="connsiteX12149" fmla="*/ 1760683 w 2119654"/>
              <a:gd name="connsiteY12149" fmla="*/ 1660679 h 2398711"/>
              <a:gd name="connsiteX12150" fmla="*/ 1764503 w 2119654"/>
              <a:gd name="connsiteY12150" fmla="*/ 1659785 h 2398711"/>
              <a:gd name="connsiteX12151" fmla="*/ 1765204 w 2119654"/>
              <a:gd name="connsiteY12151" fmla="*/ 1658985 h 2398711"/>
              <a:gd name="connsiteX12152" fmla="*/ 1765881 w 2119654"/>
              <a:gd name="connsiteY12152" fmla="*/ 1654934 h 2398711"/>
              <a:gd name="connsiteX12153" fmla="*/ 1765146 w 2119654"/>
              <a:gd name="connsiteY12153" fmla="*/ 1655122 h 2398711"/>
              <a:gd name="connsiteX12154" fmla="*/ 1621242 w 2119654"/>
              <a:gd name="connsiteY12154" fmla="*/ 1972840 h 2398711"/>
              <a:gd name="connsiteX12155" fmla="*/ 1621663 w 2119654"/>
              <a:gd name="connsiteY12155" fmla="*/ 1972860 h 2398711"/>
              <a:gd name="connsiteX12156" fmla="*/ 1621655 w 2119654"/>
              <a:gd name="connsiteY12156" fmla="*/ 1972652 h 2398711"/>
              <a:gd name="connsiteX12157" fmla="*/ 1621321 w 2119654"/>
              <a:gd name="connsiteY12157" fmla="*/ 1972713 h 2398711"/>
              <a:gd name="connsiteX12158" fmla="*/ 1593973 w 2119654"/>
              <a:gd name="connsiteY12158" fmla="*/ 2033878 h 2398711"/>
              <a:gd name="connsiteX12159" fmla="*/ 1592795 w 2119654"/>
              <a:gd name="connsiteY12159" fmla="*/ 2036761 h 2398711"/>
              <a:gd name="connsiteX12160" fmla="*/ 1593700 w 2119654"/>
              <a:gd name="connsiteY12160" fmla="*/ 2036672 h 2398711"/>
              <a:gd name="connsiteX12161" fmla="*/ 1596790 w 2119654"/>
              <a:gd name="connsiteY12161" fmla="*/ 2034319 h 2398711"/>
              <a:gd name="connsiteX12162" fmla="*/ 1640385 w 2119654"/>
              <a:gd name="connsiteY12162" fmla="*/ 1929914 h 2398711"/>
              <a:gd name="connsiteX12163" fmla="*/ 1640337 w 2119654"/>
              <a:gd name="connsiteY12163" fmla="*/ 1931201 h 2398711"/>
              <a:gd name="connsiteX12164" fmla="*/ 1641395 w 2119654"/>
              <a:gd name="connsiteY12164" fmla="*/ 1930635 h 2398711"/>
              <a:gd name="connsiteX12165" fmla="*/ 1641907 w 2119654"/>
              <a:gd name="connsiteY12165" fmla="*/ 1929662 h 2398711"/>
              <a:gd name="connsiteX12166" fmla="*/ 1594441 w 2119654"/>
              <a:gd name="connsiteY12166" fmla="*/ 2032735 h 2398711"/>
              <a:gd name="connsiteX12167" fmla="*/ 1594096 w 2119654"/>
              <a:gd name="connsiteY12167" fmla="*/ 2033578 h 2398711"/>
              <a:gd name="connsiteX12168" fmla="*/ 1597092 w 2119654"/>
              <a:gd name="connsiteY12168" fmla="*/ 2034089 h 2398711"/>
              <a:gd name="connsiteX12169" fmla="*/ 1597892 w 2119654"/>
              <a:gd name="connsiteY12169" fmla="*/ 2033480 h 2398711"/>
              <a:gd name="connsiteX12170" fmla="*/ 1597202 w 2119654"/>
              <a:gd name="connsiteY12170" fmla="*/ 2032252 h 2398711"/>
              <a:gd name="connsiteX12171" fmla="*/ 1647821 w 2119654"/>
              <a:gd name="connsiteY12171" fmla="*/ 1913139 h 2398711"/>
              <a:gd name="connsiteX12172" fmla="*/ 1650860 w 2119654"/>
              <a:gd name="connsiteY12172" fmla="*/ 1912649 h 2398711"/>
              <a:gd name="connsiteX12173" fmla="*/ 1651504 w 2119654"/>
              <a:gd name="connsiteY12173" fmla="*/ 1911426 h 2398711"/>
              <a:gd name="connsiteX12174" fmla="*/ 1751862 w 2119654"/>
              <a:gd name="connsiteY12174" fmla="*/ 1680170 h 2398711"/>
              <a:gd name="connsiteX12175" fmla="*/ 1753357 w 2119654"/>
              <a:gd name="connsiteY12175" fmla="*/ 1679998 h 2398711"/>
              <a:gd name="connsiteX12176" fmla="*/ 1753082 w 2119654"/>
              <a:gd name="connsiteY12176" fmla="*/ 1679648 h 2398711"/>
              <a:gd name="connsiteX12177" fmla="*/ 1752646 w 2119654"/>
              <a:gd name="connsiteY12177" fmla="*/ 1679247 h 2398711"/>
              <a:gd name="connsiteX12178" fmla="*/ 1595897 w 2119654"/>
              <a:gd name="connsiteY12178" fmla="*/ 2029317 h 2398711"/>
              <a:gd name="connsiteX12179" fmla="*/ 1597430 w 2119654"/>
              <a:gd name="connsiteY12179" fmla="*/ 2032047 h 2398711"/>
              <a:gd name="connsiteX12180" fmla="*/ 1598141 w 2119654"/>
              <a:gd name="connsiteY12180" fmla="*/ 2031932 h 2398711"/>
              <a:gd name="connsiteX12181" fmla="*/ 1600458 w 2119654"/>
              <a:gd name="connsiteY12181" fmla="*/ 2031527 h 2398711"/>
              <a:gd name="connsiteX12182" fmla="*/ 1600731 w 2119654"/>
              <a:gd name="connsiteY12182" fmla="*/ 2031319 h 2398711"/>
              <a:gd name="connsiteX12183" fmla="*/ 1600956 w 2119654"/>
              <a:gd name="connsiteY12183" fmla="*/ 2029095 h 2398711"/>
              <a:gd name="connsiteX12184" fmla="*/ 1843631 w 2119654"/>
              <a:gd name="connsiteY12184" fmla="*/ 1474590 h 2398711"/>
              <a:gd name="connsiteX12185" fmla="*/ 1844539 w 2119654"/>
              <a:gd name="connsiteY12185" fmla="*/ 1474198 h 2398711"/>
              <a:gd name="connsiteX12186" fmla="*/ 1844421 w 2119654"/>
              <a:gd name="connsiteY12186" fmla="*/ 1473953 h 2398711"/>
              <a:gd name="connsiteX12187" fmla="*/ 1595715 w 2119654"/>
              <a:gd name="connsiteY12187" fmla="*/ 2029604 h 2398711"/>
              <a:gd name="connsiteX12188" fmla="*/ 1595536 w 2119654"/>
              <a:gd name="connsiteY12188" fmla="*/ 2030058 h 2398711"/>
              <a:gd name="connsiteX12189" fmla="*/ 1594532 w 2119654"/>
              <a:gd name="connsiteY12189" fmla="*/ 2032513 h 2398711"/>
              <a:gd name="connsiteX12190" fmla="*/ 1597115 w 2119654"/>
              <a:gd name="connsiteY12190" fmla="*/ 2032097 h 2398711"/>
              <a:gd name="connsiteX12191" fmla="*/ 1775662 w 2119654"/>
              <a:gd name="connsiteY12191" fmla="*/ 1626646 h 2398711"/>
              <a:gd name="connsiteX12192" fmla="*/ 1775977 w 2119654"/>
              <a:gd name="connsiteY12192" fmla="*/ 1629732 h 2398711"/>
              <a:gd name="connsiteX12193" fmla="*/ 1779296 w 2119654"/>
              <a:gd name="connsiteY12193" fmla="*/ 1627729 h 2398711"/>
              <a:gd name="connsiteX12194" fmla="*/ 1782800 w 2119654"/>
              <a:gd name="connsiteY12194" fmla="*/ 1623914 h 2398711"/>
              <a:gd name="connsiteX12195" fmla="*/ 1822141 w 2119654"/>
              <a:gd name="connsiteY12195" fmla="*/ 1522514 h 2398711"/>
              <a:gd name="connsiteX12196" fmla="*/ 1822546 w 2119654"/>
              <a:gd name="connsiteY12196" fmla="*/ 1523324 h 2398711"/>
              <a:gd name="connsiteX12197" fmla="*/ 1825399 w 2119654"/>
              <a:gd name="connsiteY12197" fmla="*/ 1521459 h 2398711"/>
              <a:gd name="connsiteX12198" fmla="*/ 1826346 w 2119654"/>
              <a:gd name="connsiteY12198" fmla="*/ 1520057 h 2398711"/>
              <a:gd name="connsiteX12199" fmla="*/ 1822739 w 2119654"/>
              <a:gd name="connsiteY12199" fmla="*/ 1521671 h 2398711"/>
              <a:gd name="connsiteX12200" fmla="*/ 1822658 w 2119654"/>
              <a:gd name="connsiteY12200" fmla="*/ 1521792 h 2398711"/>
              <a:gd name="connsiteX12201" fmla="*/ 1789839 w 2119654"/>
              <a:gd name="connsiteY12201" fmla="*/ 1594842 h 2398711"/>
              <a:gd name="connsiteX12202" fmla="*/ 1792184 w 2119654"/>
              <a:gd name="connsiteY12202" fmla="*/ 1594381 h 2398711"/>
              <a:gd name="connsiteX12203" fmla="*/ 1791254 w 2119654"/>
              <a:gd name="connsiteY12203" fmla="*/ 1593481 h 2398711"/>
              <a:gd name="connsiteX12204" fmla="*/ 1785594 w 2119654"/>
              <a:gd name="connsiteY12204" fmla="*/ 1604337 h 2398711"/>
              <a:gd name="connsiteX12205" fmla="*/ 1786705 w 2119654"/>
              <a:gd name="connsiteY12205" fmla="*/ 1607384 h 2398711"/>
              <a:gd name="connsiteX12206" fmla="*/ 1792744 w 2119654"/>
              <a:gd name="connsiteY12206" fmla="*/ 1603202 h 2398711"/>
              <a:gd name="connsiteX12207" fmla="*/ 1794944 w 2119654"/>
              <a:gd name="connsiteY12207" fmla="*/ 1601514 h 2398711"/>
              <a:gd name="connsiteX12208" fmla="*/ 1793593 w 2119654"/>
              <a:gd name="connsiteY12208" fmla="*/ 1600818 h 2398711"/>
              <a:gd name="connsiteX12209" fmla="*/ 1789803 w 2119654"/>
              <a:gd name="connsiteY12209" fmla="*/ 1601575 h 2398711"/>
              <a:gd name="connsiteX12210" fmla="*/ 1699326 w 2119654"/>
              <a:gd name="connsiteY12210" fmla="*/ 1797496 h 2398711"/>
              <a:gd name="connsiteX12211" fmla="*/ 1700262 w 2119654"/>
              <a:gd name="connsiteY12211" fmla="*/ 1797412 h 2398711"/>
              <a:gd name="connsiteX12212" fmla="*/ 1700461 w 2119654"/>
              <a:gd name="connsiteY12212" fmla="*/ 1797036 h 2398711"/>
              <a:gd name="connsiteX12213" fmla="*/ 1699576 w 2119654"/>
              <a:gd name="connsiteY12213" fmla="*/ 1797288 h 2398711"/>
              <a:gd name="connsiteX12214" fmla="*/ 1757200 w 2119654"/>
              <a:gd name="connsiteY12214" fmla="*/ 1667899 h 2398711"/>
              <a:gd name="connsiteX12215" fmla="*/ 1757273 w 2119654"/>
              <a:gd name="connsiteY12215" fmla="*/ 1668031 h 2398711"/>
              <a:gd name="connsiteX12216" fmla="*/ 1757509 w 2119654"/>
              <a:gd name="connsiteY12216" fmla="*/ 1667762 h 2398711"/>
              <a:gd name="connsiteX12217" fmla="*/ 1730700 w 2119654"/>
              <a:gd name="connsiteY12217" fmla="*/ 1727140 h 2398711"/>
              <a:gd name="connsiteX12218" fmla="*/ 1730970 w 2119654"/>
              <a:gd name="connsiteY12218" fmla="*/ 1727589 h 2398711"/>
              <a:gd name="connsiteX12219" fmla="*/ 1732094 w 2119654"/>
              <a:gd name="connsiteY12219" fmla="*/ 1726684 h 2398711"/>
              <a:gd name="connsiteX12220" fmla="*/ 1602969 w 2119654"/>
              <a:gd name="connsiteY12220" fmla="*/ 2013142 h 2398711"/>
              <a:gd name="connsiteX12221" fmla="*/ 1602719 w 2119654"/>
              <a:gd name="connsiteY12221" fmla="*/ 2015605 h 2398711"/>
              <a:gd name="connsiteX12222" fmla="*/ 1605876 w 2119654"/>
              <a:gd name="connsiteY12222" fmla="*/ 2015230 h 2398711"/>
              <a:gd name="connsiteX12223" fmla="*/ 1605839 w 2119654"/>
              <a:gd name="connsiteY12223" fmla="*/ 2012131 h 2398711"/>
              <a:gd name="connsiteX12224" fmla="*/ 1604387 w 2119654"/>
              <a:gd name="connsiteY12224" fmla="*/ 2012701 h 2398711"/>
              <a:gd name="connsiteX12225" fmla="*/ 1659757 w 2119654"/>
              <a:gd name="connsiteY12225" fmla="*/ 1885960 h 2398711"/>
              <a:gd name="connsiteX12226" fmla="*/ 1659918 w 2119654"/>
              <a:gd name="connsiteY12226" fmla="*/ 1885924 h 2398711"/>
              <a:gd name="connsiteX12227" fmla="*/ 1659979 w 2119654"/>
              <a:gd name="connsiteY12227" fmla="*/ 1885883 h 2398711"/>
              <a:gd name="connsiteX12228" fmla="*/ 1711437 w 2119654"/>
              <a:gd name="connsiteY12228" fmla="*/ 1770221 h 2398711"/>
              <a:gd name="connsiteX12229" fmla="*/ 1711452 w 2119654"/>
              <a:gd name="connsiteY12229" fmla="*/ 1771510 h 2398711"/>
              <a:gd name="connsiteX12230" fmla="*/ 1714098 w 2119654"/>
              <a:gd name="connsiteY12230" fmla="*/ 1770437 h 2398711"/>
              <a:gd name="connsiteX12231" fmla="*/ 1713889 w 2119654"/>
              <a:gd name="connsiteY12231" fmla="*/ 1769661 h 2398711"/>
              <a:gd name="connsiteX12232" fmla="*/ 1712654 w 2119654"/>
              <a:gd name="connsiteY12232" fmla="*/ 1769903 h 2398711"/>
              <a:gd name="connsiteX12233" fmla="*/ 1619956 w 2119654"/>
              <a:gd name="connsiteY12233" fmla="*/ 1974903 h 2398711"/>
              <a:gd name="connsiteX12234" fmla="*/ 1621732 w 2119654"/>
              <a:gd name="connsiteY12234" fmla="*/ 1974628 h 2398711"/>
              <a:gd name="connsiteX12235" fmla="*/ 1621696 w 2119654"/>
              <a:gd name="connsiteY12235" fmla="*/ 1973708 h 2398711"/>
              <a:gd name="connsiteX12236" fmla="*/ 1620888 w 2119654"/>
              <a:gd name="connsiteY12236" fmla="*/ 1973408 h 2398711"/>
              <a:gd name="connsiteX12237" fmla="*/ 1592064 w 2119654"/>
              <a:gd name="connsiteY12237" fmla="*/ 2037330 h 2398711"/>
              <a:gd name="connsiteX12238" fmla="*/ 1592313 w 2119654"/>
              <a:gd name="connsiteY12238" fmla="*/ 2037408 h 2398711"/>
              <a:gd name="connsiteX12239" fmla="*/ 1592355 w 2119654"/>
              <a:gd name="connsiteY12239" fmla="*/ 2037301 h 2398711"/>
              <a:gd name="connsiteX12240" fmla="*/ 1558851 w 2119654"/>
              <a:gd name="connsiteY12240" fmla="*/ 2111695 h 2398711"/>
              <a:gd name="connsiteX12241" fmla="*/ 1564605 w 2119654"/>
              <a:gd name="connsiteY12241" fmla="*/ 2110805 h 2398711"/>
              <a:gd name="connsiteX12242" fmla="*/ 1559739 w 2119654"/>
              <a:gd name="connsiteY12242" fmla="*/ 2110472 h 2398711"/>
              <a:gd name="connsiteX12243" fmla="*/ 1614569 w 2119654"/>
              <a:gd name="connsiteY12243" fmla="*/ 1986894 h 2398711"/>
              <a:gd name="connsiteX12244" fmla="*/ 1614449 w 2119654"/>
              <a:gd name="connsiteY12244" fmla="*/ 1989523 h 2398711"/>
              <a:gd name="connsiteX12245" fmla="*/ 1622116 w 2119654"/>
              <a:gd name="connsiteY12245" fmla="*/ 1984587 h 2398711"/>
              <a:gd name="connsiteX12246" fmla="*/ 1622095 w 2119654"/>
              <a:gd name="connsiteY12246" fmla="*/ 1984038 h 2398711"/>
              <a:gd name="connsiteX12247" fmla="*/ 1617626 w 2119654"/>
              <a:gd name="connsiteY12247" fmla="*/ 1985734 h 2398711"/>
              <a:gd name="connsiteX12248" fmla="*/ 1617467 w 2119654"/>
              <a:gd name="connsiteY12248" fmla="*/ 1985899 h 2398711"/>
              <a:gd name="connsiteX12249" fmla="*/ 1617468 w 2119654"/>
              <a:gd name="connsiteY12249" fmla="*/ 1985794 h 2398711"/>
              <a:gd name="connsiteX12250" fmla="*/ 1558072 w 2119654"/>
              <a:gd name="connsiteY12250" fmla="*/ 2113330 h 2398711"/>
              <a:gd name="connsiteX12251" fmla="*/ 1557664 w 2119654"/>
              <a:gd name="connsiteY12251" fmla="*/ 2115101 h 2398711"/>
              <a:gd name="connsiteX12252" fmla="*/ 1569320 w 2119654"/>
              <a:gd name="connsiteY12252" fmla="*/ 2116791 h 2398711"/>
              <a:gd name="connsiteX12253" fmla="*/ 1578692 w 2119654"/>
              <a:gd name="connsiteY12253" fmla="*/ 2112666 h 2398711"/>
              <a:gd name="connsiteX12254" fmla="*/ 1578514 w 2119654"/>
              <a:gd name="connsiteY12254" fmla="*/ 2111755 h 2398711"/>
              <a:gd name="connsiteX12255" fmla="*/ 1570737 w 2119654"/>
              <a:gd name="connsiteY12255" fmla="*/ 2111223 h 2398711"/>
              <a:gd name="connsiteX12256" fmla="*/ 1734158 w 2119654"/>
              <a:gd name="connsiteY12256" fmla="*/ 1718960 h 2398711"/>
              <a:gd name="connsiteX12257" fmla="*/ 1734273 w 2119654"/>
              <a:gd name="connsiteY12257" fmla="*/ 1719509 h 2398711"/>
              <a:gd name="connsiteX12258" fmla="*/ 1734336 w 2119654"/>
              <a:gd name="connsiteY12258" fmla="*/ 1719482 h 2398711"/>
              <a:gd name="connsiteX12259" fmla="*/ 1734402 w 2119654"/>
              <a:gd name="connsiteY12259" fmla="*/ 1719431 h 2398711"/>
              <a:gd name="connsiteX12260" fmla="*/ 1734279 w 2119654"/>
              <a:gd name="connsiteY12260" fmla="*/ 1718903 h 2398711"/>
              <a:gd name="connsiteX12261" fmla="*/ 1597895 w 2119654"/>
              <a:gd name="connsiteY12261" fmla="*/ 2024060 h 2398711"/>
              <a:gd name="connsiteX12262" fmla="*/ 1597679 w 2119654"/>
              <a:gd name="connsiteY12262" fmla="*/ 2024608 h 2398711"/>
              <a:gd name="connsiteX12263" fmla="*/ 1598260 w 2119654"/>
              <a:gd name="connsiteY12263" fmla="*/ 2024724 h 2398711"/>
              <a:gd name="connsiteX12264" fmla="*/ 1599568 w 2119654"/>
              <a:gd name="connsiteY12264" fmla="*/ 2024484 h 2398711"/>
              <a:gd name="connsiteX12265" fmla="*/ 1598362 w 2119654"/>
              <a:gd name="connsiteY12265" fmla="*/ 2024183 h 2398711"/>
              <a:gd name="connsiteX12266" fmla="*/ 1589566 w 2119654"/>
              <a:gd name="connsiteY12266" fmla="*/ 2042603 h 2398711"/>
              <a:gd name="connsiteX12267" fmla="*/ 1589607 w 2119654"/>
              <a:gd name="connsiteY12267" fmla="*/ 2043779 h 2398711"/>
              <a:gd name="connsiteX12268" fmla="*/ 1589773 w 2119654"/>
              <a:gd name="connsiteY12268" fmla="*/ 2043781 h 2398711"/>
              <a:gd name="connsiteX12269" fmla="*/ 1590567 w 2119654"/>
              <a:gd name="connsiteY12269" fmla="*/ 2041842 h 2398711"/>
              <a:gd name="connsiteX12270" fmla="*/ 1598427 w 2119654"/>
              <a:gd name="connsiteY12270" fmla="*/ 2022710 h 2398711"/>
              <a:gd name="connsiteX12271" fmla="*/ 1598034 w 2119654"/>
              <a:gd name="connsiteY12271" fmla="*/ 2023708 h 2398711"/>
              <a:gd name="connsiteX12272" fmla="*/ 1600397 w 2119654"/>
              <a:gd name="connsiteY12272" fmla="*/ 2024331 h 2398711"/>
              <a:gd name="connsiteX12273" fmla="*/ 1601460 w 2119654"/>
              <a:gd name="connsiteY12273" fmla="*/ 2024137 h 2398711"/>
              <a:gd name="connsiteX12274" fmla="*/ 1601616 w 2119654"/>
              <a:gd name="connsiteY12274" fmla="*/ 2022597 h 2398711"/>
              <a:gd name="connsiteX12275" fmla="*/ 1803209 w 2119654"/>
              <a:gd name="connsiteY12275" fmla="*/ 1564050 h 2398711"/>
              <a:gd name="connsiteX12276" fmla="*/ 1803312 w 2119654"/>
              <a:gd name="connsiteY12276" fmla="*/ 1564627 h 2398711"/>
              <a:gd name="connsiteX12277" fmla="*/ 1804905 w 2119654"/>
              <a:gd name="connsiteY12277" fmla="*/ 1563429 h 2398711"/>
              <a:gd name="connsiteX12278" fmla="*/ 1598983 w 2119654"/>
              <a:gd name="connsiteY12278" fmla="*/ 2021295 h 2398711"/>
              <a:gd name="connsiteX12279" fmla="*/ 1598550 w 2119654"/>
              <a:gd name="connsiteY12279" fmla="*/ 2022395 h 2398711"/>
              <a:gd name="connsiteX12280" fmla="*/ 1601648 w 2119654"/>
              <a:gd name="connsiteY12280" fmla="*/ 2022285 h 2398711"/>
              <a:gd name="connsiteX12281" fmla="*/ 1601783 w 2119654"/>
              <a:gd name="connsiteY12281" fmla="*/ 2020945 h 2398711"/>
              <a:gd name="connsiteX12282" fmla="*/ 1790535 w 2119654"/>
              <a:gd name="connsiteY12282" fmla="*/ 1592355 h 2398711"/>
              <a:gd name="connsiteX12283" fmla="*/ 1791185 w 2119654"/>
              <a:gd name="connsiteY12283" fmla="*/ 1592984 h 2398711"/>
              <a:gd name="connsiteX12284" fmla="*/ 1791810 w 2119654"/>
              <a:gd name="connsiteY12284" fmla="*/ 1592709 h 2398711"/>
              <a:gd name="connsiteX12285" fmla="*/ 1796851 w 2119654"/>
              <a:gd name="connsiteY12285" fmla="*/ 1587862 h 2398711"/>
              <a:gd name="connsiteX12286" fmla="*/ 1796813 w 2119654"/>
              <a:gd name="connsiteY12286" fmla="*/ 1588136 h 2398711"/>
              <a:gd name="connsiteX12287" fmla="*/ 1792266 w 2119654"/>
              <a:gd name="connsiteY12287" fmla="*/ 1592508 h 2398711"/>
              <a:gd name="connsiteX12288" fmla="*/ 1805854 w 2119654"/>
              <a:gd name="connsiteY12288" fmla="*/ 1586520 h 2398711"/>
              <a:gd name="connsiteX12289" fmla="*/ 1806993 w 2119654"/>
              <a:gd name="connsiteY12289" fmla="*/ 1585988 h 2398711"/>
              <a:gd name="connsiteX12290" fmla="*/ 1806701 w 2119654"/>
              <a:gd name="connsiteY12290" fmla="*/ 1584364 h 2398711"/>
              <a:gd name="connsiteX12291" fmla="*/ 1800845 w 2119654"/>
              <a:gd name="connsiteY12291" fmla="*/ 1584961 h 2398711"/>
              <a:gd name="connsiteX12292" fmla="*/ 1821905 w 2119654"/>
              <a:gd name="connsiteY12292" fmla="*/ 1522044 h 2398711"/>
              <a:gd name="connsiteX12293" fmla="*/ 1821997 w 2119654"/>
              <a:gd name="connsiteY12293" fmla="*/ 1522226 h 2398711"/>
              <a:gd name="connsiteX12294" fmla="*/ 1822223 w 2119654"/>
              <a:gd name="connsiteY12294" fmla="*/ 1521902 h 2398711"/>
              <a:gd name="connsiteX12295" fmla="*/ 1654609 w 2119654"/>
              <a:gd name="connsiteY12295" fmla="*/ 1896639 h 2398711"/>
              <a:gd name="connsiteX12296" fmla="*/ 1654879 w 2119654"/>
              <a:gd name="connsiteY12296" fmla="*/ 1897363 h 2398711"/>
              <a:gd name="connsiteX12297" fmla="*/ 1658217 w 2119654"/>
              <a:gd name="connsiteY12297" fmla="*/ 1896221 h 2398711"/>
              <a:gd name="connsiteX12298" fmla="*/ 1659350 w 2119654"/>
              <a:gd name="connsiteY12298" fmla="*/ 1893251 h 2398711"/>
              <a:gd name="connsiteX12299" fmla="*/ 1734071 w 2119654"/>
              <a:gd name="connsiteY12299" fmla="*/ 1718550 h 2398711"/>
              <a:gd name="connsiteX12300" fmla="*/ 1734109 w 2119654"/>
              <a:gd name="connsiteY12300" fmla="*/ 1718730 h 2398711"/>
              <a:gd name="connsiteX12301" fmla="*/ 1734220 w 2119654"/>
              <a:gd name="connsiteY12301" fmla="*/ 1718677 h 2398711"/>
              <a:gd name="connsiteX12302" fmla="*/ 1803164 w 2119654"/>
              <a:gd name="connsiteY12302" fmla="*/ 1563801 h 2398711"/>
              <a:gd name="connsiteX12303" fmla="*/ 1803168 w 2119654"/>
              <a:gd name="connsiteY12303" fmla="*/ 1563827 h 2398711"/>
              <a:gd name="connsiteX12304" fmla="*/ 1805518 w 2119654"/>
              <a:gd name="connsiteY12304" fmla="*/ 1562966 h 2398711"/>
              <a:gd name="connsiteX12305" fmla="*/ 1805545 w 2119654"/>
              <a:gd name="connsiteY12305" fmla="*/ 1562946 h 2398711"/>
              <a:gd name="connsiteX12306" fmla="*/ 1805215 w 2119654"/>
              <a:gd name="connsiteY12306" fmla="*/ 1562386 h 2398711"/>
              <a:gd name="connsiteX12307" fmla="*/ 1617727 w 2119654"/>
              <a:gd name="connsiteY12307" fmla="*/ 1979020 h 2398711"/>
              <a:gd name="connsiteX12308" fmla="*/ 1617715 w 2119654"/>
              <a:gd name="connsiteY12308" fmla="*/ 1981067 h 2398711"/>
              <a:gd name="connsiteX12309" fmla="*/ 1621989 w 2119654"/>
              <a:gd name="connsiteY12309" fmla="*/ 1981282 h 2398711"/>
              <a:gd name="connsiteX12310" fmla="*/ 1621900 w 2119654"/>
              <a:gd name="connsiteY12310" fmla="*/ 1978983 h 2398711"/>
              <a:gd name="connsiteX12311" fmla="*/ 1620721 w 2119654"/>
              <a:gd name="connsiteY12311" fmla="*/ 1978836 h 2398711"/>
              <a:gd name="connsiteX12312" fmla="*/ 1820692 w 2119654"/>
              <a:gd name="connsiteY12312" fmla="*/ 1524537 h 2398711"/>
              <a:gd name="connsiteX12313" fmla="*/ 1821023 w 2119654"/>
              <a:gd name="connsiteY12313" fmla="*/ 1524320 h 2398711"/>
              <a:gd name="connsiteX12314" fmla="*/ 1820976 w 2119654"/>
              <a:gd name="connsiteY12314" fmla="*/ 1524140 h 2398711"/>
              <a:gd name="connsiteX12315" fmla="*/ 1700522 w 2119654"/>
              <a:gd name="connsiteY12315" fmla="*/ 1793554 h 2398711"/>
              <a:gd name="connsiteX12316" fmla="*/ 1701557 w 2119654"/>
              <a:gd name="connsiteY12316" fmla="*/ 1793043 h 2398711"/>
              <a:gd name="connsiteX12317" fmla="*/ 1703198 w 2119654"/>
              <a:gd name="connsiteY12317" fmla="*/ 1791880 h 2398711"/>
              <a:gd name="connsiteX12318" fmla="*/ 1703640 w 2119654"/>
              <a:gd name="connsiteY12318" fmla="*/ 1791047 h 2398711"/>
              <a:gd name="connsiteX12319" fmla="*/ 1701937 w 2119654"/>
              <a:gd name="connsiteY12319" fmla="*/ 1792258 h 2398711"/>
              <a:gd name="connsiteX12320" fmla="*/ 1702085 w 2119654"/>
              <a:gd name="connsiteY12320" fmla="*/ 1792202 h 2398711"/>
              <a:gd name="connsiteX12321" fmla="*/ 1701980 w 2119654"/>
              <a:gd name="connsiteY12321" fmla="*/ 1792418 h 2398711"/>
              <a:gd name="connsiteX12322" fmla="*/ 1701410 w 2119654"/>
              <a:gd name="connsiteY12322" fmla="*/ 1792632 h 2398711"/>
              <a:gd name="connsiteX12323" fmla="*/ 1701183 w 2119654"/>
              <a:gd name="connsiteY12323" fmla="*/ 1792794 h 2398711"/>
              <a:gd name="connsiteX12324" fmla="*/ 1829257 w 2119654"/>
              <a:gd name="connsiteY12324" fmla="*/ 1505250 h 2398711"/>
              <a:gd name="connsiteX12325" fmla="*/ 1830442 w 2119654"/>
              <a:gd name="connsiteY12325" fmla="*/ 1506313 h 2398711"/>
              <a:gd name="connsiteX12326" fmla="*/ 1831172 w 2119654"/>
              <a:gd name="connsiteY12326" fmla="*/ 1505746 h 2398711"/>
              <a:gd name="connsiteX12327" fmla="*/ 1832897 w 2119654"/>
              <a:gd name="connsiteY12327" fmla="*/ 1503201 h 2398711"/>
              <a:gd name="connsiteX12328" fmla="*/ 1747619 w 2119654"/>
              <a:gd name="connsiteY12328" fmla="*/ 1688048 h 2398711"/>
              <a:gd name="connsiteX12329" fmla="*/ 1748145 w 2119654"/>
              <a:gd name="connsiteY12329" fmla="*/ 1688999 h 2398711"/>
              <a:gd name="connsiteX12330" fmla="*/ 1748247 w 2119654"/>
              <a:gd name="connsiteY12330" fmla="*/ 1688910 h 2398711"/>
              <a:gd name="connsiteX12331" fmla="*/ 1750266 w 2119654"/>
              <a:gd name="connsiteY12331" fmla="*/ 1686880 h 2398711"/>
              <a:gd name="connsiteX12332" fmla="*/ 1750091 w 2119654"/>
              <a:gd name="connsiteY12332" fmla="*/ 1686960 h 2398711"/>
              <a:gd name="connsiteX12333" fmla="*/ 1640458 w 2119654"/>
              <a:gd name="connsiteY12333" fmla="*/ 1927934 h 2398711"/>
              <a:gd name="connsiteX12334" fmla="*/ 1640408 w 2119654"/>
              <a:gd name="connsiteY12334" fmla="*/ 1929298 h 2398711"/>
              <a:gd name="connsiteX12335" fmla="*/ 1642343 w 2119654"/>
              <a:gd name="connsiteY12335" fmla="*/ 1928294 h 2398711"/>
              <a:gd name="connsiteX12336" fmla="*/ 1642261 w 2119654"/>
              <a:gd name="connsiteY12336" fmla="*/ 1927236 h 2398711"/>
              <a:gd name="connsiteX12337" fmla="*/ 1758709 w 2119654"/>
              <a:gd name="connsiteY12337" fmla="*/ 1663138 h 2398711"/>
              <a:gd name="connsiteX12338" fmla="*/ 1759724 w 2119654"/>
              <a:gd name="connsiteY12338" fmla="*/ 1665235 h 2398711"/>
              <a:gd name="connsiteX12339" fmla="*/ 1760792 w 2119654"/>
              <a:gd name="connsiteY12339" fmla="*/ 1664017 h 2398711"/>
              <a:gd name="connsiteX12340" fmla="*/ 1760204 w 2119654"/>
              <a:gd name="connsiteY12340" fmla="*/ 1661276 h 2398711"/>
              <a:gd name="connsiteX12341" fmla="*/ 1600721 w 2119654"/>
              <a:gd name="connsiteY12341" fmla="*/ 2016876 h 2398711"/>
              <a:gd name="connsiteX12342" fmla="*/ 1599667 w 2119654"/>
              <a:gd name="connsiteY12342" fmla="*/ 2019557 h 2398711"/>
              <a:gd name="connsiteX12343" fmla="*/ 1601954 w 2119654"/>
              <a:gd name="connsiteY12343" fmla="*/ 2019271 h 2398711"/>
              <a:gd name="connsiteX12344" fmla="*/ 1602215 w 2119654"/>
              <a:gd name="connsiteY12344" fmla="*/ 2016699 h 2398711"/>
              <a:gd name="connsiteX12345" fmla="*/ 1617954 w 2119654"/>
              <a:gd name="connsiteY12345" fmla="*/ 1978114 h 2398711"/>
              <a:gd name="connsiteX12346" fmla="*/ 1620026 w 2119654"/>
              <a:gd name="connsiteY12346" fmla="*/ 1978370 h 2398711"/>
              <a:gd name="connsiteX12347" fmla="*/ 1621872 w 2119654"/>
              <a:gd name="connsiteY12347" fmla="*/ 1978258 h 2398711"/>
              <a:gd name="connsiteX12348" fmla="*/ 1621841 w 2119654"/>
              <a:gd name="connsiteY12348" fmla="*/ 1977462 h 2398711"/>
              <a:gd name="connsiteX12349" fmla="*/ 1617958 w 2119654"/>
              <a:gd name="connsiteY12349" fmla="*/ 1978107 h 2398711"/>
              <a:gd name="connsiteX12350" fmla="*/ 1843940 w 2119654"/>
              <a:gd name="connsiteY12350" fmla="*/ 1472016 h 2398711"/>
              <a:gd name="connsiteX12351" fmla="*/ 1844542 w 2119654"/>
              <a:gd name="connsiteY12351" fmla="*/ 1473255 h 2398711"/>
              <a:gd name="connsiteX12352" fmla="*/ 1852969 w 2119654"/>
              <a:gd name="connsiteY12352" fmla="*/ 1466672 h 2398711"/>
              <a:gd name="connsiteX12353" fmla="*/ 1855791 w 2119654"/>
              <a:gd name="connsiteY12353" fmla="*/ 1464395 h 2398711"/>
              <a:gd name="connsiteX12354" fmla="*/ 1704157 w 2119654"/>
              <a:gd name="connsiteY12354" fmla="*/ 1784972 h 2398711"/>
              <a:gd name="connsiteX12355" fmla="*/ 1704228 w 2119654"/>
              <a:gd name="connsiteY12355" fmla="*/ 1785200 h 2398711"/>
              <a:gd name="connsiteX12356" fmla="*/ 1705410 w 2119654"/>
              <a:gd name="connsiteY12356" fmla="*/ 1784743 h 2398711"/>
              <a:gd name="connsiteX12357" fmla="*/ 1705612 w 2119654"/>
              <a:gd name="connsiteY12357" fmla="*/ 1784510 h 2398711"/>
              <a:gd name="connsiteX12358" fmla="*/ 1617730 w 2119654"/>
              <a:gd name="connsiteY12358" fmla="*/ 1978473 h 2398711"/>
              <a:gd name="connsiteX12359" fmla="*/ 1617729 w 2119654"/>
              <a:gd name="connsiteY12359" fmla="*/ 1978511 h 2398711"/>
              <a:gd name="connsiteX12360" fmla="*/ 1617967 w 2119654"/>
              <a:gd name="connsiteY12360" fmla="*/ 1978496 h 2398711"/>
              <a:gd name="connsiteX12361" fmla="*/ 1617733 w 2119654"/>
              <a:gd name="connsiteY12361" fmla="*/ 1978468 h 2398711"/>
              <a:gd name="connsiteX12362" fmla="*/ 1602081 w 2119654"/>
              <a:gd name="connsiteY12362" fmla="*/ 2013418 h 2398711"/>
              <a:gd name="connsiteX12363" fmla="*/ 1601148 w 2119654"/>
              <a:gd name="connsiteY12363" fmla="*/ 2015790 h 2398711"/>
              <a:gd name="connsiteX12364" fmla="*/ 1602321 w 2119654"/>
              <a:gd name="connsiteY12364" fmla="*/ 2015652 h 2398711"/>
              <a:gd name="connsiteX12365" fmla="*/ 1602563 w 2119654"/>
              <a:gd name="connsiteY12365" fmla="*/ 2013269 h 2398711"/>
              <a:gd name="connsiteX12366" fmla="*/ 1813320 w 2119654"/>
              <a:gd name="connsiteY12366" fmla="*/ 1540408 h 2398711"/>
              <a:gd name="connsiteX12367" fmla="*/ 1818155 w 2119654"/>
              <a:gd name="connsiteY12367" fmla="*/ 1539678 h 2398711"/>
              <a:gd name="connsiteX12368" fmla="*/ 1817526 w 2119654"/>
              <a:gd name="connsiteY12368" fmla="*/ 1534180 h 2398711"/>
              <a:gd name="connsiteX12369" fmla="*/ 1558746 w 2119654"/>
              <a:gd name="connsiteY12369" fmla="*/ 2110404 h 2398711"/>
              <a:gd name="connsiteX12370" fmla="*/ 1558488 w 2119654"/>
              <a:gd name="connsiteY12370" fmla="*/ 2111524 h 2398711"/>
              <a:gd name="connsiteX12371" fmla="*/ 1559274 w 2119654"/>
              <a:gd name="connsiteY12371" fmla="*/ 2110440 h 2398711"/>
              <a:gd name="connsiteX12372" fmla="*/ 1697880 w 2119654"/>
              <a:gd name="connsiteY12372" fmla="*/ 1798790 h 2398711"/>
              <a:gd name="connsiteX12373" fmla="*/ 1697873 w 2119654"/>
              <a:gd name="connsiteY12373" fmla="*/ 1798824 h 2398711"/>
              <a:gd name="connsiteX12374" fmla="*/ 1697758 w 2119654"/>
              <a:gd name="connsiteY12374" fmla="*/ 1800889 h 2398711"/>
              <a:gd name="connsiteX12375" fmla="*/ 1698449 w 2119654"/>
              <a:gd name="connsiteY12375" fmla="*/ 1800829 h 2398711"/>
              <a:gd name="connsiteX12376" fmla="*/ 1699612 w 2119654"/>
              <a:gd name="connsiteY12376" fmla="*/ 1798635 h 2398711"/>
              <a:gd name="connsiteX12377" fmla="*/ 1804483 w 2119654"/>
              <a:gd name="connsiteY12377" fmla="*/ 1560036 h 2398711"/>
              <a:gd name="connsiteX12378" fmla="*/ 1805342 w 2119654"/>
              <a:gd name="connsiteY12378" fmla="*/ 1561493 h 2398711"/>
              <a:gd name="connsiteX12379" fmla="*/ 1809225 w 2119654"/>
              <a:gd name="connsiteY12379" fmla="*/ 1558813 h 2398711"/>
              <a:gd name="connsiteX12380" fmla="*/ 1649692 w 2119654"/>
              <a:gd name="connsiteY12380" fmla="*/ 1906608 h 2398711"/>
              <a:gd name="connsiteX12381" fmla="*/ 1653392 w 2119654"/>
              <a:gd name="connsiteY12381" fmla="*/ 1906611 h 2398711"/>
              <a:gd name="connsiteX12382" fmla="*/ 1652764 w 2119654"/>
              <a:gd name="connsiteY12382" fmla="*/ 1905475 h 2398711"/>
              <a:gd name="connsiteX12383" fmla="*/ 1571285 w 2119654"/>
              <a:gd name="connsiteY12383" fmla="*/ 2082171 h 2398711"/>
              <a:gd name="connsiteX12384" fmla="*/ 1571275 w 2119654"/>
              <a:gd name="connsiteY12384" fmla="*/ 2083458 h 2398711"/>
              <a:gd name="connsiteX12385" fmla="*/ 1573065 w 2119654"/>
              <a:gd name="connsiteY12385" fmla="*/ 2083861 h 2398711"/>
              <a:gd name="connsiteX12386" fmla="*/ 1572849 w 2119654"/>
              <a:gd name="connsiteY12386" fmla="*/ 2082750 h 2398711"/>
              <a:gd name="connsiteX12387" fmla="*/ 1607351 w 2119654"/>
              <a:gd name="connsiteY12387" fmla="*/ 2001409 h 2398711"/>
              <a:gd name="connsiteX12388" fmla="*/ 1607414 w 2119654"/>
              <a:gd name="connsiteY12388" fmla="*/ 2006630 h 2398711"/>
              <a:gd name="connsiteX12389" fmla="*/ 1610131 w 2119654"/>
              <a:gd name="connsiteY12389" fmla="*/ 2007239 h 2398711"/>
              <a:gd name="connsiteX12390" fmla="*/ 1611273 w 2119654"/>
              <a:gd name="connsiteY12390" fmla="*/ 2006599 h 2398711"/>
              <a:gd name="connsiteX12391" fmla="*/ 1611492 w 2119654"/>
              <a:gd name="connsiteY12391" fmla="*/ 2001776 h 2398711"/>
              <a:gd name="connsiteX12392" fmla="*/ 1608915 w 2119654"/>
              <a:gd name="connsiteY12392" fmla="*/ 2001375 h 2398711"/>
              <a:gd name="connsiteX12393" fmla="*/ 1747121 w 2119654"/>
              <a:gd name="connsiteY12393" fmla="*/ 1688267 h 2398711"/>
              <a:gd name="connsiteX12394" fmla="*/ 1747291 w 2119654"/>
              <a:gd name="connsiteY12394" fmla="*/ 1689740 h 2398711"/>
              <a:gd name="connsiteX12395" fmla="*/ 1747786 w 2119654"/>
              <a:gd name="connsiteY12395" fmla="*/ 1689310 h 2398711"/>
              <a:gd name="connsiteX12396" fmla="*/ 1747193 w 2119654"/>
              <a:gd name="connsiteY12396" fmla="*/ 1688235 h 2398711"/>
              <a:gd name="connsiteX12397" fmla="*/ 1629778 w 2119654"/>
              <a:gd name="connsiteY12397" fmla="*/ 1950902 h 2398711"/>
              <a:gd name="connsiteX12398" fmla="*/ 1630210 w 2119654"/>
              <a:gd name="connsiteY12398" fmla="*/ 1951895 h 2398711"/>
              <a:gd name="connsiteX12399" fmla="*/ 1630868 w 2119654"/>
              <a:gd name="connsiteY12399" fmla="*/ 1950644 h 2398711"/>
              <a:gd name="connsiteX12400" fmla="*/ 1630134 w 2119654"/>
              <a:gd name="connsiteY12400" fmla="*/ 1950708 h 2398711"/>
              <a:gd name="connsiteX12401" fmla="*/ 1556501 w 2119654"/>
              <a:gd name="connsiteY12401" fmla="*/ 2114932 h 2398711"/>
              <a:gd name="connsiteX12402" fmla="*/ 1557128 w 2119654"/>
              <a:gd name="connsiteY12402" fmla="*/ 2115023 h 2398711"/>
              <a:gd name="connsiteX12403" fmla="*/ 1557451 w 2119654"/>
              <a:gd name="connsiteY12403" fmla="*/ 2113624 h 2398711"/>
              <a:gd name="connsiteX12404" fmla="*/ 1734538 w 2119654"/>
              <a:gd name="connsiteY12404" fmla="*/ 1716254 h 2398711"/>
              <a:gd name="connsiteX12405" fmla="*/ 1735648 w 2119654"/>
              <a:gd name="connsiteY12405" fmla="*/ 1717361 h 2398711"/>
              <a:gd name="connsiteX12406" fmla="*/ 1738617 w 2119654"/>
              <a:gd name="connsiteY12406" fmla="*/ 1716158 h 2398711"/>
              <a:gd name="connsiteX12407" fmla="*/ 1739953 w 2119654"/>
              <a:gd name="connsiteY12407" fmla="*/ 1715122 h 2398711"/>
              <a:gd name="connsiteX12408" fmla="*/ 1737798 w 2119654"/>
              <a:gd name="connsiteY12408" fmla="*/ 1711806 h 2398711"/>
              <a:gd name="connsiteX12409" fmla="*/ 1747349 w 2119654"/>
              <a:gd name="connsiteY12409" fmla="*/ 1687559 h 2398711"/>
              <a:gd name="connsiteX12410" fmla="*/ 1747427 w 2119654"/>
              <a:gd name="connsiteY12410" fmla="*/ 1687701 h 2398711"/>
              <a:gd name="connsiteX12411" fmla="*/ 1749877 w 2119654"/>
              <a:gd name="connsiteY12411" fmla="*/ 1686623 h 2398711"/>
              <a:gd name="connsiteX12412" fmla="*/ 1591003 w 2119654"/>
              <a:gd name="connsiteY12412" fmla="*/ 2037556 h 2398711"/>
              <a:gd name="connsiteX12413" fmla="*/ 1591023 w 2119654"/>
              <a:gd name="connsiteY12413" fmla="*/ 2038498 h 2398711"/>
              <a:gd name="connsiteX12414" fmla="*/ 1591285 w 2119654"/>
              <a:gd name="connsiteY12414" fmla="*/ 2038511 h 2398711"/>
              <a:gd name="connsiteX12415" fmla="*/ 1592089 w 2119654"/>
              <a:gd name="connsiteY12415" fmla="*/ 2037899 h 2398711"/>
              <a:gd name="connsiteX12416" fmla="*/ 1775445 w 2119654"/>
              <a:gd name="connsiteY12416" fmla="*/ 1624511 h 2398711"/>
              <a:gd name="connsiteX12417" fmla="*/ 1775450 w 2119654"/>
              <a:gd name="connsiteY12417" fmla="*/ 1624561 h 2398711"/>
              <a:gd name="connsiteX12418" fmla="*/ 1776048 w 2119654"/>
              <a:gd name="connsiteY12418" fmla="*/ 1624333 h 2398711"/>
              <a:gd name="connsiteX12419" fmla="*/ 1819093 w 2119654"/>
              <a:gd name="connsiteY12419" fmla="*/ 1526769 h 2398711"/>
              <a:gd name="connsiteX12420" fmla="*/ 1819990 w 2119654"/>
              <a:gd name="connsiteY12420" fmla="*/ 1529471 h 2398711"/>
              <a:gd name="connsiteX12421" fmla="*/ 1821710 w 2119654"/>
              <a:gd name="connsiteY12421" fmla="*/ 1526924 h 2398711"/>
              <a:gd name="connsiteX12422" fmla="*/ 1821189 w 2119654"/>
              <a:gd name="connsiteY12422" fmla="*/ 1524951 h 2398711"/>
              <a:gd name="connsiteX12423" fmla="*/ 1819697 w 2119654"/>
              <a:gd name="connsiteY12423" fmla="*/ 1525926 h 2398711"/>
              <a:gd name="connsiteX12424" fmla="*/ 1604632 w 2119654"/>
              <a:gd name="connsiteY12424" fmla="*/ 2006934 h 2398711"/>
              <a:gd name="connsiteX12425" fmla="*/ 1603475 w 2119654"/>
              <a:gd name="connsiteY12425" fmla="*/ 2009873 h 2398711"/>
              <a:gd name="connsiteX12426" fmla="*/ 1605720 w 2119654"/>
              <a:gd name="connsiteY12426" fmla="*/ 2009175 h 2398711"/>
              <a:gd name="connsiteX12427" fmla="*/ 1605446 w 2119654"/>
              <a:gd name="connsiteY12427" fmla="*/ 2007111 h 2398711"/>
              <a:gd name="connsiteX12428" fmla="*/ 1605019 w 2119654"/>
              <a:gd name="connsiteY12428" fmla="*/ 2007022 h 2398711"/>
              <a:gd name="connsiteX12429" fmla="*/ 1625065 w 2119654"/>
              <a:gd name="connsiteY12429" fmla="*/ 1961142 h 2398711"/>
              <a:gd name="connsiteX12430" fmla="*/ 1625139 w 2119654"/>
              <a:gd name="connsiteY12430" fmla="*/ 1961533 h 2398711"/>
              <a:gd name="connsiteX12431" fmla="*/ 1625446 w 2119654"/>
              <a:gd name="connsiteY12431" fmla="*/ 1960949 h 2398711"/>
              <a:gd name="connsiteX12432" fmla="*/ 1720392 w 2119654"/>
              <a:gd name="connsiteY12432" fmla="*/ 1747647 h 2398711"/>
              <a:gd name="connsiteX12433" fmla="*/ 1720388 w 2119654"/>
              <a:gd name="connsiteY12433" fmla="*/ 1747824 h 2398711"/>
              <a:gd name="connsiteX12434" fmla="*/ 1720397 w 2119654"/>
              <a:gd name="connsiteY12434" fmla="*/ 1747872 h 2398711"/>
              <a:gd name="connsiteX12435" fmla="*/ 1720968 w 2119654"/>
              <a:gd name="connsiteY12435" fmla="*/ 1747374 h 2398711"/>
              <a:gd name="connsiteX12436" fmla="*/ 1720947 w 2119654"/>
              <a:gd name="connsiteY12436" fmla="*/ 1747191 h 2398711"/>
              <a:gd name="connsiteX12437" fmla="*/ 1814996 w 2119654"/>
              <a:gd name="connsiteY12437" fmla="*/ 1535790 h 2398711"/>
              <a:gd name="connsiteX12438" fmla="*/ 1816898 w 2119654"/>
              <a:gd name="connsiteY12438" fmla="*/ 1534050 h 2398711"/>
              <a:gd name="connsiteX12439" fmla="*/ 1817154 w 2119654"/>
              <a:gd name="connsiteY12439" fmla="*/ 1533671 h 2398711"/>
              <a:gd name="connsiteX12440" fmla="*/ 1816391 w 2119654"/>
              <a:gd name="connsiteY12440" fmla="*/ 1534267 h 2398711"/>
              <a:gd name="connsiteX12441" fmla="*/ 1821538 w 2119654"/>
              <a:gd name="connsiteY12441" fmla="*/ 1521126 h 2398711"/>
              <a:gd name="connsiteX12442" fmla="*/ 1821561 w 2119654"/>
              <a:gd name="connsiteY12442" fmla="*/ 1521216 h 2398711"/>
              <a:gd name="connsiteX12443" fmla="*/ 1823220 w 2119654"/>
              <a:gd name="connsiteY12443" fmla="*/ 1520478 h 2398711"/>
              <a:gd name="connsiteX12444" fmla="*/ 1827113 w 2119654"/>
              <a:gd name="connsiteY12444" fmla="*/ 1514914 h 2398711"/>
              <a:gd name="connsiteX12445" fmla="*/ 1826299 w 2119654"/>
              <a:gd name="connsiteY12445" fmla="*/ 1514101 h 2398711"/>
              <a:gd name="connsiteX12446" fmla="*/ 1698175 w 2119654"/>
              <a:gd name="connsiteY12446" fmla="*/ 1797354 h 2398711"/>
              <a:gd name="connsiteX12447" fmla="*/ 1698166 w 2119654"/>
              <a:gd name="connsiteY12447" fmla="*/ 1797398 h 2398711"/>
              <a:gd name="connsiteX12448" fmla="*/ 1698284 w 2119654"/>
              <a:gd name="connsiteY12448" fmla="*/ 1797301 h 2398711"/>
              <a:gd name="connsiteX12449" fmla="*/ 1616162 w 2119654"/>
              <a:gd name="connsiteY12449" fmla="*/ 1980989 h 2398711"/>
              <a:gd name="connsiteX12450" fmla="*/ 1617494 w 2119654"/>
              <a:gd name="connsiteY12450" fmla="*/ 1981056 h 2398711"/>
              <a:gd name="connsiteX12451" fmla="*/ 1617505 w 2119654"/>
              <a:gd name="connsiteY12451" fmla="*/ 1979033 h 2398711"/>
              <a:gd name="connsiteX12452" fmla="*/ 1617377 w 2119654"/>
              <a:gd name="connsiteY12452" fmla="*/ 1979041 h 2398711"/>
              <a:gd name="connsiteX12453" fmla="*/ 1605223 w 2119654"/>
              <a:gd name="connsiteY12453" fmla="*/ 2005432 h 2398711"/>
              <a:gd name="connsiteX12454" fmla="*/ 1604968 w 2119654"/>
              <a:gd name="connsiteY12454" fmla="*/ 2006080 h 2398711"/>
              <a:gd name="connsiteX12455" fmla="*/ 1605320 w 2119654"/>
              <a:gd name="connsiteY12455" fmla="*/ 2006159 h 2398711"/>
              <a:gd name="connsiteX12456" fmla="*/ 1559221 w 2119654"/>
              <a:gd name="connsiteY12456" fmla="*/ 2108340 h 2398711"/>
              <a:gd name="connsiteX12457" fmla="*/ 1558846 w 2119654"/>
              <a:gd name="connsiteY12457" fmla="*/ 2109970 h 2398711"/>
              <a:gd name="connsiteX12458" fmla="*/ 1559572 w 2119654"/>
              <a:gd name="connsiteY12458" fmla="*/ 2110030 h 2398711"/>
              <a:gd name="connsiteX12459" fmla="*/ 1561060 w 2119654"/>
              <a:gd name="connsiteY12459" fmla="*/ 2107980 h 2398711"/>
              <a:gd name="connsiteX12460" fmla="*/ 1588046 w 2119654"/>
              <a:gd name="connsiteY12460" fmla="*/ 2043761 h 2398711"/>
              <a:gd name="connsiteX12461" fmla="*/ 1588720 w 2119654"/>
              <a:gd name="connsiteY12461" fmla="*/ 2043769 h 2398711"/>
              <a:gd name="connsiteX12462" fmla="*/ 1588683 w 2119654"/>
              <a:gd name="connsiteY12462" fmla="*/ 2043276 h 2398711"/>
              <a:gd name="connsiteX12463" fmla="*/ 1807835 w 2119654"/>
              <a:gd name="connsiteY12463" fmla="*/ 1551603 h 2398711"/>
              <a:gd name="connsiteX12464" fmla="*/ 1808411 w 2119654"/>
              <a:gd name="connsiteY12464" fmla="*/ 1551542 h 2398711"/>
              <a:gd name="connsiteX12465" fmla="*/ 1810259 w 2119654"/>
              <a:gd name="connsiteY12465" fmla="*/ 1550262 h 2398711"/>
              <a:gd name="connsiteX12466" fmla="*/ 1809837 w 2119654"/>
              <a:gd name="connsiteY12466" fmla="*/ 1549428 h 2398711"/>
              <a:gd name="connsiteX12467" fmla="*/ 1825797 w 2119654"/>
              <a:gd name="connsiteY12467" fmla="*/ 1511363 h 2398711"/>
              <a:gd name="connsiteX12468" fmla="*/ 1826323 w 2119654"/>
              <a:gd name="connsiteY12468" fmla="*/ 1512267 h 2398711"/>
              <a:gd name="connsiteX12469" fmla="*/ 1826578 w 2119654"/>
              <a:gd name="connsiteY12469" fmla="*/ 1512519 h 2398711"/>
              <a:gd name="connsiteX12470" fmla="*/ 1829117 w 2119654"/>
              <a:gd name="connsiteY12470" fmla="*/ 1508775 h 2398711"/>
              <a:gd name="connsiteX12471" fmla="*/ 1555683 w 2119654"/>
              <a:gd name="connsiteY12471" fmla="*/ 2116059 h 2398711"/>
              <a:gd name="connsiteX12472" fmla="*/ 1556812 w 2119654"/>
              <a:gd name="connsiteY12472" fmla="*/ 2116397 h 2398711"/>
              <a:gd name="connsiteX12473" fmla="*/ 1556965 w 2119654"/>
              <a:gd name="connsiteY12473" fmla="*/ 2115729 h 2398711"/>
              <a:gd name="connsiteX12474" fmla="*/ 1556022 w 2119654"/>
              <a:gd name="connsiteY12474" fmla="*/ 2115593 h 2398711"/>
              <a:gd name="connsiteX12475" fmla="*/ 1754242 w 2119654"/>
              <a:gd name="connsiteY12475" fmla="*/ 1671370 h 2398711"/>
              <a:gd name="connsiteX12476" fmla="*/ 1754244 w 2119654"/>
              <a:gd name="connsiteY12476" fmla="*/ 1671376 h 2398711"/>
              <a:gd name="connsiteX12477" fmla="*/ 1754289 w 2119654"/>
              <a:gd name="connsiteY12477" fmla="*/ 1671366 h 2398711"/>
              <a:gd name="connsiteX12478" fmla="*/ 1818971 w 2119654"/>
              <a:gd name="connsiteY12478" fmla="*/ 1526400 h 2398711"/>
              <a:gd name="connsiteX12479" fmla="*/ 1819004 w 2119654"/>
              <a:gd name="connsiteY12479" fmla="*/ 1526503 h 2398711"/>
              <a:gd name="connsiteX12480" fmla="*/ 1819164 w 2119654"/>
              <a:gd name="connsiteY12480" fmla="*/ 1526274 h 2398711"/>
              <a:gd name="connsiteX12481" fmla="*/ 1935040 w 2119654"/>
              <a:gd name="connsiteY12481" fmla="*/ 1266496 h 2398711"/>
              <a:gd name="connsiteX12482" fmla="*/ 1934285 w 2119654"/>
              <a:gd name="connsiteY12482" fmla="*/ 1269099 h 2398711"/>
              <a:gd name="connsiteX12483" fmla="*/ 1933266 w 2119654"/>
              <a:gd name="connsiteY12483" fmla="*/ 1271847 h 2398711"/>
              <a:gd name="connsiteX12484" fmla="*/ 1943307 w 2119654"/>
              <a:gd name="connsiteY12484" fmla="*/ 1260039 h 2398711"/>
              <a:gd name="connsiteX12485" fmla="*/ 1937373 w 2119654"/>
              <a:gd name="connsiteY12485" fmla="*/ 1264235 h 2398711"/>
              <a:gd name="connsiteX12486" fmla="*/ 1615406 w 2119654"/>
              <a:gd name="connsiteY12486" fmla="*/ 1982201 h 2398711"/>
              <a:gd name="connsiteX12487" fmla="*/ 1617489 w 2119654"/>
              <a:gd name="connsiteY12487" fmla="*/ 1981929 h 2398711"/>
              <a:gd name="connsiteX12488" fmla="*/ 1617493 w 2119654"/>
              <a:gd name="connsiteY12488" fmla="*/ 1981221 h 2398711"/>
              <a:gd name="connsiteX12489" fmla="*/ 1616062 w 2119654"/>
              <a:gd name="connsiteY12489" fmla="*/ 1981149 h 2398711"/>
              <a:gd name="connsiteX12490" fmla="*/ 1784940 w 2119654"/>
              <a:gd name="connsiteY12490" fmla="*/ 1602547 h 2398711"/>
              <a:gd name="connsiteX12491" fmla="*/ 1785398 w 2119654"/>
              <a:gd name="connsiteY12491" fmla="*/ 1603799 h 2398711"/>
              <a:gd name="connsiteX12492" fmla="*/ 1788342 w 2119654"/>
              <a:gd name="connsiteY12492" fmla="*/ 1601867 h 2398711"/>
              <a:gd name="connsiteX12493" fmla="*/ 1825584 w 2119654"/>
              <a:gd name="connsiteY12493" fmla="*/ 1511529 h 2398711"/>
              <a:gd name="connsiteX12494" fmla="*/ 1826058 w 2119654"/>
              <a:gd name="connsiteY12494" fmla="*/ 1512001 h 2398711"/>
              <a:gd name="connsiteX12495" fmla="*/ 1825755 w 2119654"/>
              <a:gd name="connsiteY12495" fmla="*/ 1511482 h 2398711"/>
              <a:gd name="connsiteX12496" fmla="*/ 1825719 w 2119654"/>
              <a:gd name="connsiteY12496" fmla="*/ 1511424 h 2398711"/>
              <a:gd name="connsiteX12497" fmla="*/ 1727794 w 2119654"/>
              <a:gd name="connsiteY12497" fmla="*/ 1730471 h 2398711"/>
              <a:gd name="connsiteX12498" fmla="*/ 1727679 w 2119654"/>
              <a:gd name="connsiteY12498" fmla="*/ 1734469 h 2398711"/>
              <a:gd name="connsiteX12499" fmla="*/ 1727938 w 2119654"/>
              <a:gd name="connsiteY12499" fmla="*/ 1734300 h 2398711"/>
              <a:gd name="connsiteX12500" fmla="*/ 1730488 w 2119654"/>
              <a:gd name="connsiteY12500" fmla="*/ 1732202 h 2398711"/>
              <a:gd name="connsiteX12501" fmla="*/ 1728911 w 2119654"/>
              <a:gd name="connsiteY12501" fmla="*/ 1729572 h 2398711"/>
              <a:gd name="connsiteX12502" fmla="*/ 1656961 w 2119654"/>
              <a:gd name="connsiteY12502" fmla="*/ 1889029 h 2398711"/>
              <a:gd name="connsiteX12503" fmla="*/ 1658468 w 2119654"/>
              <a:gd name="connsiteY12503" fmla="*/ 1888956 h 2398711"/>
              <a:gd name="connsiteX12504" fmla="*/ 1660597 w 2119654"/>
              <a:gd name="connsiteY12504" fmla="*/ 1887434 h 2398711"/>
              <a:gd name="connsiteX12505" fmla="*/ 1658751 w 2119654"/>
              <a:gd name="connsiteY12505" fmla="*/ 1887856 h 2398711"/>
              <a:gd name="connsiteX12506" fmla="*/ 1737404 w 2119654"/>
              <a:gd name="connsiteY12506" fmla="*/ 1708810 h 2398711"/>
              <a:gd name="connsiteX12507" fmla="*/ 1738033 w 2119654"/>
              <a:gd name="connsiteY12507" fmla="*/ 1709777 h 2398711"/>
              <a:gd name="connsiteX12508" fmla="*/ 1738799 w 2119654"/>
              <a:gd name="connsiteY12508" fmla="*/ 1709591 h 2398711"/>
              <a:gd name="connsiteX12509" fmla="*/ 1739799 w 2119654"/>
              <a:gd name="connsiteY12509" fmla="*/ 1708227 h 2398711"/>
              <a:gd name="connsiteX12510" fmla="*/ 1738029 w 2119654"/>
              <a:gd name="connsiteY12510" fmla="*/ 1708275 h 2398711"/>
              <a:gd name="connsiteX12511" fmla="*/ 1608028 w 2119654"/>
              <a:gd name="connsiteY12511" fmla="*/ 1998301 h 2398711"/>
              <a:gd name="connsiteX12512" fmla="*/ 1607464 w 2119654"/>
              <a:gd name="connsiteY12512" fmla="*/ 1999735 h 2398711"/>
              <a:gd name="connsiteX12513" fmla="*/ 1608628 w 2119654"/>
              <a:gd name="connsiteY12513" fmla="*/ 1999915 h 2398711"/>
              <a:gd name="connsiteX12514" fmla="*/ 1611584 w 2119654"/>
              <a:gd name="connsiteY12514" fmla="*/ 1999734 h 2398711"/>
              <a:gd name="connsiteX12515" fmla="*/ 1611773 w 2119654"/>
              <a:gd name="connsiteY12515" fmla="*/ 1995589 h 2398711"/>
              <a:gd name="connsiteX12516" fmla="*/ 1611138 w 2119654"/>
              <a:gd name="connsiteY12516" fmla="*/ 1995716 h 2398711"/>
              <a:gd name="connsiteX12517" fmla="*/ 1750536 w 2119654"/>
              <a:gd name="connsiteY12517" fmla="*/ 1679159 h 2398711"/>
              <a:gd name="connsiteX12518" fmla="*/ 1750575 w 2119654"/>
              <a:gd name="connsiteY12518" fmla="*/ 1679411 h 2398711"/>
              <a:gd name="connsiteX12519" fmla="*/ 1750859 w 2119654"/>
              <a:gd name="connsiteY12519" fmla="*/ 1679085 h 2398711"/>
              <a:gd name="connsiteX12520" fmla="*/ 1779901 w 2119654"/>
              <a:gd name="connsiteY12520" fmla="*/ 1613347 h 2398711"/>
              <a:gd name="connsiteX12521" fmla="*/ 1780261 w 2119654"/>
              <a:gd name="connsiteY12521" fmla="*/ 1613234 h 2398711"/>
              <a:gd name="connsiteX12522" fmla="*/ 1784645 w 2119654"/>
              <a:gd name="connsiteY12522" fmla="*/ 1610836 h 2398711"/>
              <a:gd name="connsiteX12523" fmla="*/ 1784325 w 2119654"/>
              <a:gd name="connsiteY12523" fmla="*/ 1610211 h 2398711"/>
              <a:gd name="connsiteX12524" fmla="*/ 1614486 w 2119654"/>
              <a:gd name="connsiteY12524" fmla="*/ 1983676 h 2398711"/>
              <a:gd name="connsiteX12525" fmla="*/ 1614652 w 2119654"/>
              <a:gd name="connsiteY12525" fmla="*/ 1985092 h 2398711"/>
              <a:gd name="connsiteX12526" fmla="*/ 1614631 w 2119654"/>
              <a:gd name="connsiteY12526" fmla="*/ 1985535 h 2398711"/>
              <a:gd name="connsiteX12527" fmla="*/ 1617474 w 2119654"/>
              <a:gd name="connsiteY12527" fmla="*/ 1984586 h 2398711"/>
              <a:gd name="connsiteX12528" fmla="*/ 1617487 w 2119654"/>
              <a:gd name="connsiteY12528" fmla="*/ 1982264 h 2398711"/>
              <a:gd name="connsiteX12529" fmla="*/ 1615179 w 2119654"/>
              <a:gd name="connsiteY12529" fmla="*/ 1982564 h 2398711"/>
              <a:gd name="connsiteX12530" fmla="*/ 1732919 w 2119654"/>
              <a:gd name="connsiteY12530" fmla="*/ 1718465 h 2398711"/>
              <a:gd name="connsiteX12531" fmla="*/ 1733636 w 2119654"/>
              <a:gd name="connsiteY12531" fmla="*/ 1718175 h 2398711"/>
              <a:gd name="connsiteX12532" fmla="*/ 1733327 w 2119654"/>
              <a:gd name="connsiteY12532" fmla="*/ 1717909 h 2398711"/>
              <a:gd name="connsiteX12533" fmla="*/ 1756259 w 2119654"/>
              <a:gd name="connsiteY12533" fmla="*/ 1666188 h 2398711"/>
              <a:gd name="connsiteX12534" fmla="*/ 1757013 w 2119654"/>
              <a:gd name="connsiteY12534" fmla="*/ 1667558 h 2398711"/>
              <a:gd name="connsiteX12535" fmla="*/ 1757407 w 2119654"/>
              <a:gd name="connsiteY12535" fmla="*/ 1667399 h 2398711"/>
              <a:gd name="connsiteX12536" fmla="*/ 1756610 w 2119654"/>
              <a:gd name="connsiteY12536" fmla="*/ 1665751 h 2398711"/>
              <a:gd name="connsiteX12537" fmla="*/ 1817473 w 2119654"/>
              <a:gd name="connsiteY12537" fmla="*/ 1529033 h 2398711"/>
              <a:gd name="connsiteX12538" fmla="*/ 1817792 w 2119654"/>
              <a:gd name="connsiteY12538" fmla="*/ 1531823 h 2398711"/>
              <a:gd name="connsiteX12539" fmla="*/ 1818592 w 2119654"/>
              <a:gd name="connsiteY12539" fmla="*/ 1531248 h 2398711"/>
              <a:gd name="connsiteX12540" fmla="*/ 1817735 w 2119654"/>
              <a:gd name="connsiteY12540" fmla="*/ 1528666 h 2398711"/>
              <a:gd name="connsiteX12541" fmla="*/ 1806976 w 2119654"/>
              <a:gd name="connsiteY12541" fmla="*/ 1552537 h 2398711"/>
              <a:gd name="connsiteX12542" fmla="*/ 1807550 w 2119654"/>
              <a:gd name="connsiteY12542" fmla="*/ 1552139 h 2398711"/>
              <a:gd name="connsiteX12543" fmla="*/ 1807319 w 2119654"/>
              <a:gd name="connsiteY12543" fmla="*/ 1552163 h 2398711"/>
              <a:gd name="connsiteX12544" fmla="*/ 1703746 w 2119654"/>
              <a:gd name="connsiteY12544" fmla="*/ 1783654 h 2398711"/>
              <a:gd name="connsiteX12545" fmla="*/ 1703889 w 2119654"/>
              <a:gd name="connsiteY12545" fmla="*/ 1784114 h 2398711"/>
              <a:gd name="connsiteX12546" fmla="*/ 1706744 w 2119654"/>
              <a:gd name="connsiteY12546" fmla="*/ 1783208 h 2398711"/>
              <a:gd name="connsiteX12547" fmla="*/ 1708498 w 2119654"/>
              <a:gd name="connsiteY12547" fmla="*/ 1781188 h 2398711"/>
              <a:gd name="connsiteX12548" fmla="*/ 1783048 w 2119654"/>
              <a:gd name="connsiteY12548" fmla="*/ 1606009 h 2398711"/>
              <a:gd name="connsiteX12549" fmla="*/ 1784524 w 2119654"/>
              <a:gd name="connsiteY12549" fmla="*/ 1608893 h 2398711"/>
              <a:gd name="connsiteX12550" fmla="*/ 1786495 w 2119654"/>
              <a:gd name="connsiteY12550" fmla="*/ 1607529 h 2398711"/>
              <a:gd name="connsiteX12551" fmla="*/ 1785345 w 2119654"/>
              <a:gd name="connsiteY12551" fmla="*/ 1604502 h 2398711"/>
              <a:gd name="connsiteX12552" fmla="*/ 1746097 w 2119654"/>
              <a:gd name="connsiteY12552" fmla="*/ 1688718 h 2398711"/>
              <a:gd name="connsiteX12553" fmla="*/ 1746009 w 2119654"/>
              <a:gd name="connsiteY12553" fmla="*/ 1690155 h 2398711"/>
              <a:gd name="connsiteX12554" fmla="*/ 1746225 w 2119654"/>
              <a:gd name="connsiteY12554" fmla="*/ 1690116 h 2398711"/>
              <a:gd name="connsiteX12555" fmla="*/ 1746682 w 2119654"/>
              <a:gd name="connsiteY12555" fmla="*/ 1689954 h 2398711"/>
              <a:gd name="connsiteX12556" fmla="*/ 1746465 w 2119654"/>
              <a:gd name="connsiteY12556" fmla="*/ 1688556 h 2398711"/>
              <a:gd name="connsiteX12557" fmla="*/ 1803945 w 2119654"/>
              <a:gd name="connsiteY12557" fmla="*/ 1559124 h 2398711"/>
              <a:gd name="connsiteX12558" fmla="*/ 1804200 w 2119654"/>
              <a:gd name="connsiteY12558" fmla="*/ 1559557 h 2398711"/>
              <a:gd name="connsiteX12559" fmla="*/ 1810503 w 2119654"/>
              <a:gd name="connsiteY12559" fmla="*/ 1557930 h 2398711"/>
              <a:gd name="connsiteX12560" fmla="*/ 1813193 w 2119654"/>
              <a:gd name="connsiteY12560" fmla="*/ 1556073 h 2398711"/>
              <a:gd name="connsiteX12561" fmla="*/ 1812896 w 2119654"/>
              <a:gd name="connsiteY12561" fmla="*/ 1555484 h 2398711"/>
              <a:gd name="connsiteX12562" fmla="*/ 1822641 w 2119654"/>
              <a:gd name="connsiteY12562" fmla="*/ 1517108 h 2398711"/>
              <a:gd name="connsiteX12563" fmla="*/ 1823809 w 2119654"/>
              <a:gd name="connsiteY12563" fmla="*/ 1516605 h 2398711"/>
              <a:gd name="connsiteX12564" fmla="*/ 1824861 w 2119654"/>
              <a:gd name="connsiteY12564" fmla="*/ 1515052 h 2398711"/>
              <a:gd name="connsiteX12565" fmla="*/ 1610227 w 2119654"/>
              <a:gd name="connsiteY12565" fmla="*/ 1992711 h 2398711"/>
              <a:gd name="connsiteX12566" fmla="*/ 1609637 w 2119654"/>
              <a:gd name="connsiteY12566" fmla="*/ 1994211 h 2398711"/>
              <a:gd name="connsiteX12567" fmla="*/ 1611109 w 2119654"/>
              <a:gd name="connsiteY12567" fmla="*/ 1993917 h 2398711"/>
              <a:gd name="connsiteX12568" fmla="*/ 1611759 w 2119654"/>
              <a:gd name="connsiteY12568" fmla="*/ 1993376 h 2398711"/>
              <a:gd name="connsiteX12569" fmla="*/ 1611580 w 2119654"/>
              <a:gd name="connsiteY12569" fmla="*/ 1991840 h 2398711"/>
              <a:gd name="connsiteX12570" fmla="*/ 1652417 w 2119654"/>
              <a:gd name="connsiteY12570" fmla="*/ 1898206 h 2398711"/>
              <a:gd name="connsiteX12571" fmla="*/ 1654531 w 2119654"/>
              <a:gd name="connsiteY12571" fmla="*/ 1897482 h 2398711"/>
              <a:gd name="connsiteX12572" fmla="*/ 1654300 w 2119654"/>
              <a:gd name="connsiteY12572" fmla="*/ 1896861 h 2398711"/>
              <a:gd name="connsiteX12573" fmla="*/ 1809860 w 2119654"/>
              <a:gd name="connsiteY12573" fmla="*/ 1545533 h 2398711"/>
              <a:gd name="connsiteX12574" fmla="*/ 1810963 w 2119654"/>
              <a:gd name="connsiteY12574" fmla="*/ 1547718 h 2398711"/>
              <a:gd name="connsiteX12575" fmla="*/ 1816577 w 2119654"/>
              <a:gd name="connsiteY12575" fmla="*/ 1541780 h 2398711"/>
              <a:gd name="connsiteX12576" fmla="*/ 1818149 w 2119654"/>
              <a:gd name="connsiteY12576" fmla="*/ 1540073 h 2398711"/>
              <a:gd name="connsiteX12577" fmla="*/ 1813023 w 2119654"/>
              <a:gd name="connsiteY12577" fmla="*/ 1540848 h 2398711"/>
              <a:gd name="connsiteX12578" fmla="*/ 1903944 w 2119654"/>
              <a:gd name="connsiteY12578" fmla="*/ 1334772 h 2398711"/>
              <a:gd name="connsiteX12579" fmla="*/ 1904859 w 2119654"/>
              <a:gd name="connsiteY12579" fmla="*/ 1335260 h 2398711"/>
              <a:gd name="connsiteX12580" fmla="*/ 1906017 w 2119654"/>
              <a:gd name="connsiteY12580" fmla="*/ 1334521 h 2398711"/>
              <a:gd name="connsiteX12581" fmla="*/ 1906582 w 2119654"/>
              <a:gd name="connsiteY12581" fmla="*/ 1332999 h 2398711"/>
              <a:gd name="connsiteX12582" fmla="*/ 1623097 w 2119654"/>
              <a:gd name="connsiteY12582" fmla="*/ 1963599 h 2398711"/>
              <a:gd name="connsiteX12583" fmla="*/ 1624106 w 2119654"/>
              <a:gd name="connsiteY12583" fmla="*/ 1963495 h 2398711"/>
              <a:gd name="connsiteX12584" fmla="*/ 1624267 w 2119654"/>
              <a:gd name="connsiteY12584" fmla="*/ 1963189 h 2398711"/>
              <a:gd name="connsiteX12585" fmla="*/ 1730226 w 2119654"/>
              <a:gd name="connsiteY12585" fmla="*/ 1723705 h 2398711"/>
              <a:gd name="connsiteX12586" fmla="*/ 1734767 w 2119654"/>
              <a:gd name="connsiteY12586" fmla="*/ 1722461 h 2398711"/>
              <a:gd name="connsiteX12587" fmla="*/ 1734350 w 2119654"/>
              <a:gd name="connsiteY12587" fmla="*/ 1720491 h 2398711"/>
              <a:gd name="connsiteX12588" fmla="*/ 1732004 w 2119654"/>
              <a:gd name="connsiteY12588" fmla="*/ 1719716 h 2398711"/>
              <a:gd name="connsiteX12589" fmla="*/ 1733989 w 2119654"/>
              <a:gd name="connsiteY12589" fmla="*/ 1718786 h 2398711"/>
              <a:gd name="connsiteX12590" fmla="*/ 1733929 w 2119654"/>
              <a:gd name="connsiteY12590" fmla="*/ 1718503 h 2398711"/>
              <a:gd name="connsiteX12591" fmla="*/ 1732454 w 2119654"/>
              <a:gd name="connsiteY12591" fmla="*/ 1719101 h 2398711"/>
              <a:gd name="connsiteX12592" fmla="*/ 1607321 w 2119654"/>
              <a:gd name="connsiteY12592" fmla="*/ 1998888 h 2398711"/>
              <a:gd name="connsiteX12593" fmla="*/ 1607326 w 2119654"/>
              <a:gd name="connsiteY12593" fmla="*/ 1999244 h 2398711"/>
              <a:gd name="connsiteX12594" fmla="*/ 1607536 w 2119654"/>
              <a:gd name="connsiteY12594" fmla="*/ 1998711 h 2398711"/>
              <a:gd name="connsiteX12595" fmla="*/ 1611349 w 2119654"/>
              <a:gd name="connsiteY12595" fmla="*/ 1989859 h 2398711"/>
              <a:gd name="connsiteX12596" fmla="*/ 1610475 w 2119654"/>
              <a:gd name="connsiteY12596" fmla="*/ 1992082 h 2398711"/>
              <a:gd name="connsiteX12597" fmla="*/ 1611529 w 2119654"/>
              <a:gd name="connsiteY12597" fmla="*/ 1991403 h 2398711"/>
              <a:gd name="connsiteX12598" fmla="*/ 1746140 w 2119654"/>
              <a:gd name="connsiteY12598" fmla="*/ 1688006 h 2398711"/>
              <a:gd name="connsiteX12599" fmla="*/ 1746124 w 2119654"/>
              <a:gd name="connsiteY12599" fmla="*/ 1688275 h 2398711"/>
              <a:gd name="connsiteX12600" fmla="*/ 1746402 w 2119654"/>
              <a:gd name="connsiteY12600" fmla="*/ 1688152 h 2398711"/>
              <a:gd name="connsiteX12601" fmla="*/ 1746366 w 2119654"/>
              <a:gd name="connsiteY12601" fmla="*/ 1687922 h 2398711"/>
              <a:gd name="connsiteX12602" fmla="*/ 1746157 w 2119654"/>
              <a:gd name="connsiteY12602" fmla="*/ 1688000 h 2398711"/>
              <a:gd name="connsiteX12603" fmla="*/ 1589438 w 2119654"/>
              <a:gd name="connsiteY12603" fmla="*/ 2038886 h 2398711"/>
              <a:gd name="connsiteX12604" fmla="*/ 1589473 w 2119654"/>
              <a:gd name="connsiteY12604" fmla="*/ 2039891 h 2398711"/>
              <a:gd name="connsiteX12605" fmla="*/ 1590710 w 2119654"/>
              <a:gd name="connsiteY12605" fmla="*/ 2038948 h 2398711"/>
              <a:gd name="connsiteX12606" fmla="*/ 1759776 w 2119654"/>
              <a:gd name="connsiteY12606" fmla="*/ 1657460 h 2398711"/>
              <a:gd name="connsiteX12607" fmla="*/ 1759846 w 2119654"/>
              <a:gd name="connsiteY12607" fmla="*/ 1657784 h 2398711"/>
              <a:gd name="connsiteX12608" fmla="*/ 1760691 w 2119654"/>
              <a:gd name="connsiteY12608" fmla="*/ 1656732 h 2398711"/>
              <a:gd name="connsiteX12609" fmla="*/ 1759925 w 2119654"/>
              <a:gd name="connsiteY12609" fmla="*/ 1657276 h 2398711"/>
              <a:gd name="connsiteX12610" fmla="*/ 1621897 w 2119654"/>
              <a:gd name="connsiteY12610" fmla="*/ 1966088 h 2398711"/>
              <a:gd name="connsiteX12611" fmla="*/ 1621954 w 2119654"/>
              <a:gd name="connsiteY12611" fmla="*/ 1967583 h 2398711"/>
              <a:gd name="connsiteX12612" fmla="*/ 1622829 w 2119654"/>
              <a:gd name="connsiteY12612" fmla="*/ 1965922 h 2398711"/>
              <a:gd name="connsiteX12613" fmla="*/ 1706708 w 2119654"/>
              <a:gd name="connsiteY12613" fmla="*/ 1776136 h 2398711"/>
              <a:gd name="connsiteX12614" fmla="*/ 1708678 w 2119654"/>
              <a:gd name="connsiteY12614" fmla="*/ 1774848 h 2398711"/>
              <a:gd name="connsiteX12615" fmla="*/ 1708657 w 2119654"/>
              <a:gd name="connsiteY12615" fmla="*/ 1773082 h 2398711"/>
              <a:gd name="connsiteX12616" fmla="*/ 1624764 w 2119654"/>
              <a:gd name="connsiteY12616" fmla="*/ 1959535 h 2398711"/>
              <a:gd name="connsiteX12617" fmla="*/ 1624892 w 2119654"/>
              <a:gd name="connsiteY12617" fmla="*/ 1960221 h 2398711"/>
              <a:gd name="connsiteX12618" fmla="*/ 1626170 w 2119654"/>
              <a:gd name="connsiteY12618" fmla="*/ 1959573 h 2398711"/>
              <a:gd name="connsiteX12619" fmla="*/ 1626384 w 2119654"/>
              <a:gd name="connsiteY12619" fmla="*/ 1959166 h 2398711"/>
              <a:gd name="connsiteX12620" fmla="*/ 1625446 w 2119654"/>
              <a:gd name="connsiteY12620" fmla="*/ 1959309 h 2398711"/>
              <a:gd name="connsiteX12621" fmla="*/ 1818639 w 2119654"/>
              <a:gd name="connsiteY12621" fmla="*/ 1525402 h 2398711"/>
              <a:gd name="connsiteX12622" fmla="*/ 1818769 w 2119654"/>
              <a:gd name="connsiteY12622" fmla="*/ 1525794 h 2398711"/>
              <a:gd name="connsiteX12623" fmla="*/ 1820117 w 2119654"/>
              <a:gd name="connsiteY12623" fmla="*/ 1524912 h 2398711"/>
              <a:gd name="connsiteX12624" fmla="*/ 1820889 w 2119654"/>
              <a:gd name="connsiteY12624" fmla="*/ 1523809 h 2398711"/>
              <a:gd name="connsiteX12625" fmla="*/ 1820580 w 2119654"/>
              <a:gd name="connsiteY12625" fmla="*/ 1522637 h 2398711"/>
              <a:gd name="connsiteX12626" fmla="*/ 1820485 w 2119654"/>
              <a:gd name="connsiteY12626" fmla="*/ 1522680 h 2398711"/>
              <a:gd name="connsiteX12627" fmla="*/ 1746866 w 2119654"/>
              <a:gd name="connsiteY12627" fmla="*/ 1686045 h 2398711"/>
              <a:gd name="connsiteX12628" fmla="*/ 1746960 w 2119654"/>
              <a:gd name="connsiteY12628" fmla="*/ 1686854 h 2398711"/>
              <a:gd name="connsiteX12629" fmla="*/ 1747087 w 2119654"/>
              <a:gd name="connsiteY12629" fmla="*/ 1687086 h 2398711"/>
              <a:gd name="connsiteX12630" fmla="*/ 1750516 w 2119654"/>
              <a:gd name="connsiteY12630" fmla="*/ 1685869 h 2398711"/>
              <a:gd name="connsiteX12631" fmla="*/ 1750354 w 2119654"/>
              <a:gd name="connsiteY12631" fmla="*/ 1684823 h 2398711"/>
              <a:gd name="connsiteX12632" fmla="*/ 1747639 w 2119654"/>
              <a:gd name="connsiteY12632" fmla="*/ 1685135 h 2398711"/>
              <a:gd name="connsiteX12633" fmla="*/ 1591830 w 2119654"/>
              <a:gd name="connsiteY12633" fmla="*/ 2033192 h 2398711"/>
              <a:gd name="connsiteX12634" fmla="*/ 1593837 w 2119654"/>
              <a:gd name="connsiteY12634" fmla="*/ 2033534 h 2398711"/>
              <a:gd name="connsiteX12635" fmla="*/ 1594129 w 2119654"/>
              <a:gd name="connsiteY12635" fmla="*/ 2032790 h 2398711"/>
              <a:gd name="connsiteX12636" fmla="*/ 1603622 w 2119654"/>
              <a:gd name="connsiteY12636" fmla="*/ 2006708 h 2398711"/>
              <a:gd name="connsiteX12637" fmla="*/ 1603355 w 2119654"/>
              <a:gd name="connsiteY12637" fmla="*/ 2009335 h 2398711"/>
              <a:gd name="connsiteX12638" fmla="*/ 1604327 w 2119654"/>
              <a:gd name="connsiteY12638" fmla="*/ 2006866 h 2398711"/>
              <a:gd name="connsiteX12639" fmla="*/ 1703533 w 2119654"/>
              <a:gd name="connsiteY12639" fmla="*/ 1782973 h 2398711"/>
              <a:gd name="connsiteX12640" fmla="*/ 1703558 w 2119654"/>
              <a:gd name="connsiteY12640" fmla="*/ 1783056 h 2398711"/>
              <a:gd name="connsiteX12641" fmla="*/ 1707472 w 2119654"/>
              <a:gd name="connsiteY12641" fmla="*/ 1781025 h 2398711"/>
              <a:gd name="connsiteX12642" fmla="*/ 1618995 w 2119654"/>
              <a:gd name="connsiteY12642" fmla="*/ 1972262 h 2398711"/>
              <a:gd name="connsiteX12643" fmla="*/ 1619348 w 2119654"/>
              <a:gd name="connsiteY12643" fmla="*/ 1972397 h 2398711"/>
              <a:gd name="connsiteX12644" fmla="*/ 1619429 w 2119654"/>
              <a:gd name="connsiteY12644" fmla="*/ 1972382 h 2398711"/>
              <a:gd name="connsiteX12645" fmla="*/ 1619629 w 2119654"/>
              <a:gd name="connsiteY12645" fmla="*/ 1972003 h 2398711"/>
              <a:gd name="connsiteX12646" fmla="*/ 1763810 w 2119654"/>
              <a:gd name="connsiteY12646" fmla="*/ 1647987 h 2398711"/>
              <a:gd name="connsiteX12647" fmla="*/ 1763845 w 2119654"/>
              <a:gd name="connsiteY12647" fmla="*/ 1648061 h 2398711"/>
              <a:gd name="connsiteX12648" fmla="*/ 1763993 w 2119654"/>
              <a:gd name="connsiteY12648" fmla="*/ 1647876 h 2398711"/>
              <a:gd name="connsiteX12649" fmla="*/ 1815819 w 2119654"/>
              <a:gd name="connsiteY12649" fmla="*/ 1531341 h 2398711"/>
              <a:gd name="connsiteX12650" fmla="*/ 1817020 w 2119654"/>
              <a:gd name="connsiteY12650" fmla="*/ 1532151 h 2398711"/>
              <a:gd name="connsiteX12651" fmla="*/ 1817280 w 2119654"/>
              <a:gd name="connsiteY12651" fmla="*/ 1532044 h 2398711"/>
              <a:gd name="connsiteX12652" fmla="*/ 1817008 w 2119654"/>
              <a:gd name="connsiteY12652" fmla="*/ 1529680 h 2398711"/>
              <a:gd name="connsiteX12653" fmla="*/ 1716192 w 2119654"/>
              <a:gd name="connsiteY12653" fmla="*/ 1754412 h 2398711"/>
              <a:gd name="connsiteX12654" fmla="*/ 1716563 w 2119654"/>
              <a:gd name="connsiteY12654" fmla="*/ 1755788 h 2398711"/>
              <a:gd name="connsiteX12655" fmla="*/ 1716847 w 2119654"/>
              <a:gd name="connsiteY12655" fmla="*/ 1755755 h 2398711"/>
              <a:gd name="connsiteX12656" fmla="*/ 1717138 w 2119654"/>
              <a:gd name="connsiteY12656" fmla="*/ 1755672 h 2398711"/>
              <a:gd name="connsiteX12657" fmla="*/ 1719844 w 2119654"/>
              <a:gd name="connsiteY12657" fmla="*/ 1751431 h 2398711"/>
              <a:gd name="connsiteX12658" fmla="*/ 1719851 w 2119654"/>
              <a:gd name="connsiteY12658" fmla="*/ 1751141 h 2398711"/>
              <a:gd name="connsiteX12659" fmla="*/ 1553073 w 2119654"/>
              <a:gd name="connsiteY12659" fmla="*/ 2119655 h 2398711"/>
              <a:gd name="connsiteX12660" fmla="*/ 1556069 w 2119654"/>
              <a:gd name="connsiteY12660" fmla="*/ 2119616 h 2398711"/>
              <a:gd name="connsiteX12661" fmla="*/ 1556659 w 2119654"/>
              <a:gd name="connsiteY12661" fmla="*/ 2117060 h 2398711"/>
              <a:gd name="connsiteX12662" fmla="*/ 1555261 w 2119654"/>
              <a:gd name="connsiteY12662" fmla="*/ 2116641 h 2398711"/>
              <a:gd name="connsiteX12663" fmla="*/ 1731175 w 2119654"/>
              <a:gd name="connsiteY12663" fmla="*/ 1720847 h 2398711"/>
              <a:gd name="connsiteX12664" fmla="*/ 1734153 w 2119654"/>
              <a:gd name="connsiteY12664" fmla="*/ 1719561 h 2398711"/>
              <a:gd name="connsiteX12665" fmla="*/ 1734038 w 2119654"/>
              <a:gd name="connsiteY12665" fmla="*/ 1719016 h 2398711"/>
              <a:gd name="connsiteX12666" fmla="*/ 1731721 w 2119654"/>
              <a:gd name="connsiteY12666" fmla="*/ 1720101 h 2398711"/>
              <a:gd name="connsiteX12667" fmla="*/ 1727863 w 2119654"/>
              <a:gd name="connsiteY12667" fmla="*/ 1728067 h 2398711"/>
              <a:gd name="connsiteX12668" fmla="*/ 1727805 w 2119654"/>
              <a:gd name="connsiteY12668" fmla="*/ 1730093 h 2398711"/>
              <a:gd name="connsiteX12669" fmla="*/ 1728770 w 2119654"/>
              <a:gd name="connsiteY12669" fmla="*/ 1729338 h 2398711"/>
              <a:gd name="connsiteX12670" fmla="*/ 1727984 w 2119654"/>
              <a:gd name="connsiteY12670" fmla="*/ 1728028 h 2398711"/>
              <a:gd name="connsiteX12671" fmla="*/ 1746208 w 2119654"/>
              <a:gd name="connsiteY12671" fmla="*/ 1686901 h 2398711"/>
              <a:gd name="connsiteX12672" fmla="*/ 1746177 w 2119654"/>
              <a:gd name="connsiteY12672" fmla="*/ 1687408 h 2398711"/>
              <a:gd name="connsiteX12673" fmla="*/ 1746281 w 2119654"/>
              <a:gd name="connsiteY12673" fmla="*/ 1687371 h 2398711"/>
              <a:gd name="connsiteX12674" fmla="*/ 1802574 w 2119654"/>
              <a:gd name="connsiteY12674" fmla="*/ 1560528 h 2398711"/>
              <a:gd name="connsiteX12675" fmla="*/ 1803035 w 2119654"/>
              <a:gd name="connsiteY12675" fmla="*/ 1563085 h 2398711"/>
              <a:gd name="connsiteX12676" fmla="*/ 1804878 w 2119654"/>
              <a:gd name="connsiteY12676" fmla="*/ 1561813 h 2398711"/>
              <a:gd name="connsiteX12677" fmla="*/ 1803916 w 2119654"/>
              <a:gd name="connsiteY12677" fmla="*/ 1560182 h 2398711"/>
              <a:gd name="connsiteX12678" fmla="*/ 1754269 w 2119654"/>
              <a:gd name="connsiteY12678" fmla="*/ 1668665 h 2398711"/>
              <a:gd name="connsiteX12679" fmla="*/ 1756622 w 2119654"/>
              <a:gd name="connsiteY12679" fmla="*/ 1667715 h 2398711"/>
              <a:gd name="connsiteX12680" fmla="*/ 1755976 w 2119654"/>
              <a:gd name="connsiteY12680" fmla="*/ 1666540 h 2398711"/>
              <a:gd name="connsiteX12681" fmla="*/ 1835340 w 2119654"/>
              <a:gd name="connsiteY12681" fmla="*/ 1487116 h 2398711"/>
              <a:gd name="connsiteX12682" fmla="*/ 1841764 w 2119654"/>
              <a:gd name="connsiteY12682" fmla="*/ 1482909 h 2398711"/>
              <a:gd name="connsiteX12683" fmla="*/ 1846971 w 2119654"/>
              <a:gd name="connsiteY12683" fmla="*/ 1479196 h 2398711"/>
              <a:gd name="connsiteX12684" fmla="*/ 1845618 w 2119654"/>
              <a:gd name="connsiteY12684" fmla="*/ 1476415 h 2398711"/>
              <a:gd name="connsiteX12685" fmla="*/ 1844098 w 2119654"/>
              <a:gd name="connsiteY12685" fmla="*/ 1477844 h 2398711"/>
              <a:gd name="connsiteX12686" fmla="*/ 1838916 w 2119654"/>
              <a:gd name="connsiteY12686" fmla="*/ 1483507 h 2398711"/>
              <a:gd name="connsiteX12687" fmla="*/ 1817296 w 2119654"/>
              <a:gd name="connsiteY12687" fmla="*/ 1527495 h 2398711"/>
              <a:gd name="connsiteX12688" fmla="*/ 1817439 w 2119654"/>
              <a:gd name="connsiteY12688" fmla="*/ 1528740 h 2398711"/>
              <a:gd name="connsiteX12689" fmla="*/ 1817657 w 2119654"/>
              <a:gd name="connsiteY12689" fmla="*/ 1528428 h 2398711"/>
              <a:gd name="connsiteX12690" fmla="*/ 1817338 w 2119654"/>
              <a:gd name="connsiteY12690" fmla="*/ 1527468 h 2398711"/>
              <a:gd name="connsiteX12691" fmla="*/ 1735576 w 2119654"/>
              <a:gd name="connsiteY12691" fmla="*/ 1710375 h 2398711"/>
              <a:gd name="connsiteX12692" fmla="*/ 1736691 w 2119654"/>
              <a:gd name="connsiteY12692" fmla="*/ 1710103 h 2398711"/>
              <a:gd name="connsiteX12693" fmla="*/ 1736406 w 2119654"/>
              <a:gd name="connsiteY12693" fmla="*/ 1709664 h 2398711"/>
              <a:gd name="connsiteX12694" fmla="*/ 1787220 w 2119654"/>
              <a:gd name="connsiteY12694" fmla="*/ 1594732 h 2398711"/>
              <a:gd name="connsiteX12695" fmla="*/ 1790879 w 2119654"/>
              <a:gd name="connsiteY12695" fmla="*/ 1593119 h 2398711"/>
              <a:gd name="connsiteX12696" fmla="*/ 1790280 w 2119654"/>
              <a:gd name="connsiteY12696" fmla="*/ 1592538 h 2398711"/>
              <a:gd name="connsiteX12697" fmla="*/ 1589394 w 2119654"/>
              <a:gd name="connsiteY12697" fmla="*/ 2037590 h 2398711"/>
              <a:gd name="connsiteX12698" fmla="*/ 1589422 w 2119654"/>
              <a:gd name="connsiteY12698" fmla="*/ 2038418 h 2398711"/>
              <a:gd name="connsiteX12699" fmla="*/ 1590720 w 2119654"/>
              <a:gd name="connsiteY12699" fmla="*/ 2038483 h 2398711"/>
              <a:gd name="connsiteX12700" fmla="*/ 1590699 w 2119654"/>
              <a:gd name="connsiteY12700" fmla="*/ 2037463 h 2398711"/>
              <a:gd name="connsiteX12701" fmla="*/ 1615472 w 2119654"/>
              <a:gd name="connsiteY12701" fmla="*/ 1979157 h 2398711"/>
              <a:gd name="connsiteX12702" fmla="*/ 1615247 w 2119654"/>
              <a:gd name="connsiteY12702" fmla="*/ 1979805 h 2398711"/>
              <a:gd name="connsiteX12703" fmla="*/ 1615659 w 2119654"/>
              <a:gd name="connsiteY12703" fmla="*/ 1979146 h 2398711"/>
              <a:gd name="connsiteX12704" fmla="*/ 1748825 w 2119654"/>
              <a:gd name="connsiteY12704" fmla="*/ 1680519 h 2398711"/>
              <a:gd name="connsiteX12705" fmla="*/ 1749670 w 2119654"/>
              <a:gd name="connsiteY12705" fmla="*/ 1680422 h 2398711"/>
              <a:gd name="connsiteX12706" fmla="*/ 1749556 w 2119654"/>
              <a:gd name="connsiteY12706" fmla="*/ 1679685 h 2398711"/>
              <a:gd name="connsiteX12707" fmla="*/ 1552116 w 2119654"/>
              <a:gd name="connsiteY12707" fmla="*/ 2120975 h 2398711"/>
              <a:gd name="connsiteX12708" fmla="*/ 1554344 w 2119654"/>
              <a:gd name="connsiteY12708" fmla="*/ 2121081 h 2398711"/>
              <a:gd name="connsiteX12709" fmla="*/ 1555721 w 2119654"/>
              <a:gd name="connsiteY12709" fmla="*/ 2121128 h 2398711"/>
              <a:gd name="connsiteX12710" fmla="*/ 1555945 w 2119654"/>
              <a:gd name="connsiteY12710" fmla="*/ 2120156 h 2398711"/>
              <a:gd name="connsiteX12711" fmla="*/ 1552678 w 2119654"/>
              <a:gd name="connsiteY12711" fmla="*/ 2120200 h 2398711"/>
              <a:gd name="connsiteX12712" fmla="*/ 1711452 w 2119654"/>
              <a:gd name="connsiteY12712" fmla="*/ 1764172 h 2398711"/>
              <a:gd name="connsiteX12713" fmla="*/ 1711810 w 2119654"/>
              <a:gd name="connsiteY12713" fmla="*/ 1764023 h 2398711"/>
              <a:gd name="connsiteX12714" fmla="*/ 1712203 w 2119654"/>
              <a:gd name="connsiteY12714" fmla="*/ 1763406 h 2398711"/>
              <a:gd name="connsiteX12715" fmla="*/ 1712166 w 2119654"/>
              <a:gd name="connsiteY12715" fmla="*/ 1763265 h 2398711"/>
              <a:gd name="connsiteX12716" fmla="*/ 1729145 w 2119654"/>
              <a:gd name="connsiteY12716" fmla="*/ 1724547 h 2398711"/>
              <a:gd name="connsiteX12717" fmla="*/ 1730351 w 2119654"/>
              <a:gd name="connsiteY12717" fmla="*/ 1726558 h 2398711"/>
              <a:gd name="connsiteX12718" fmla="*/ 1733551 w 2119654"/>
              <a:gd name="connsiteY12718" fmla="*/ 1725511 h 2398711"/>
              <a:gd name="connsiteX12719" fmla="*/ 1735141 w 2119654"/>
              <a:gd name="connsiteY12719" fmla="*/ 1724231 h 2398711"/>
              <a:gd name="connsiteX12720" fmla="*/ 1734844 w 2119654"/>
              <a:gd name="connsiteY12720" fmla="*/ 1722827 h 2398711"/>
              <a:gd name="connsiteX12721" fmla="*/ 1729460 w 2119654"/>
              <a:gd name="connsiteY12721" fmla="*/ 1724302 h 2398711"/>
              <a:gd name="connsiteX12722" fmla="*/ 1633367 w 2119654"/>
              <a:gd name="connsiteY12722" fmla="*/ 1938943 h 2398711"/>
              <a:gd name="connsiteX12723" fmla="*/ 1633616 w 2119654"/>
              <a:gd name="connsiteY12723" fmla="*/ 1941780 h 2398711"/>
              <a:gd name="connsiteX12724" fmla="*/ 1633615 w 2119654"/>
              <a:gd name="connsiteY12724" fmla="*/ 1941950 h 2398711"/>
              <a:gd name="connsiteX12725" fmla="*/ 1636116 w 2119654"/>
              <a:gd name="connsiteY12725" fmla="*/ 1940669 h 2398711"/>
              <a:gd name="connsiteX12726" fmla="*/ 1639195 w 2119654"/>
              <a:gd name="connsiteY12726" fmla="*/ 1934815 h 2398711"/>
              <a:gd name="connsiteX12727" fmla="*/ 1615707 w 2119654"/>
              <a:gd name="connsiteY12727" fmla="*/ 1978482 h 2398711"/>
              <a:gd name="connsiteX12728" fmla="*/ 1615653 w 2119654"/>
              <a:gd name="connsiteY12728" fmla="*/ 1978638 h 2398711"/>
              <a:gd name="connsiteX12729" fmla="*/ 1615988 w 2119654"/>
              <a:gd name="connsiteY12729" fmla="*/ 1978618 h 2398711"/>
              <a:gd name="connsiteX12730" fmla="*/ 1616115 w 2119654"/>
              <a:gd name="connsiteY12730" fmla="*/ 1978414 h 2398711"/>
              <a:gd name="connsiteX12731" fmla="*/ 1814639 w 2119654"/>
              <a:gd name="connsiteY12731" fmla="*/ 1532988 h 2398711"/>
              <a:gd name="connsiteX12732" fmla="*/ 1816541 w 2119654"/>
              <a:gd name="connsiteY12732" fmla="*/ 1532322 h 2398711"/>
              <a:gd name="connsiteX12733" fmla="*/ 1815569 w 2119654"/>
              <a:gd name="connsiteY12733" fmla="*/ 1531690 h 2398711"/>
              <a:gd name="connsiteX12734" fmla="*/ 1788821 w 2119654"/>
              <a:gd name="connsiteY12734" fmla="*/ 1590697 h 2398711"/>
              <a:gd name="connsiteX12735" fmla="*/ 1790301 w 2119654"/>
              <a:gd name="connsiteY12735" fmla="*/ 1592129 h 2398711"/>
              <a:gd name="connsiteX12736" fmla="*/ 1795889 w 2119654"/>
              <a:gd name="connsiteY12736" fmla="*/ 1588239 h 2398711"/>
              <a:gd name="connsiteX12737" fmla="*/ 1800190 w 2119654"/>
              <a:gd name="connsiteY12737" fmla="*/ 1585153 h 2398711"/>
              <a:gd name="connsiteX12738" fmla="*/ 1794574 w 2119654"/>
              <a:gd name="connsiteY12738" fmla="*/ 1587267 h 2398711"/>
              <a:gd name="connsiteX12739" fmla="*/ 1624560 w 2119654"/>
              <a:gd name="connsiteY12739" fmla="*/ 1958448 h 2398711"/>
              <a:gd name="connsiteX12740" fmla="*/ 1624577 w 2119654"/>
              <a:gd name="connsiteY12740" fmla="*/ 1958540 h 2398711"/>
              <a:gd name="connsiteX12741" fmla="*/ 1626846 w 2119654"/>
              <a:gd name="connsiteY12741" fmla="*/ 1958289 h 2398711"/>
              <a:gd name="connsiteX12742" fmla="*/ 1627348 w 2119654"/>
              <a:gd name="connsiteY12742" fmla="*/ 1957334 h 2398711"/>
              <a:gd name="connsiteX12743" fmla="*/ 1753560 w 2119654"/>
              <a:gd name="connsiteY12743" fmla="*/ 1669547 h 2398711"/>
              <a:gd name="connsiteX12744" fmla="*/ 1754109 w 2119654"/>
              <a:gd name="connsiteY12744" fmla="*/ 1671015 h 2398711"/>
              <a:gd name="connsiteX12745" fmla="*/ 1754695 w 2119654"/>
              <a:gd name="connsiteY12745" fmla="*/ 1670971 h 2398711"/>
              <a:gd name="connsiteX12746" fmla="*/ 1756979 w 2119654"/>
              <a:gd name="connsiteY12746" fmla="*/ 1668366 h 2398711"/>
              <a:gd name="connsiteX12747" fmla="*/ 1756816 w 2119654"/>
              <a:gd name="connsiteY12747" fmla="*/ 1668068 h 2398711"/>
              <a:gd name="connsiteX12748" fmla="*/ 1753758 w 2119654"/>
              <a:gd name="connsiteY12748" fmla="*/ 1669301 h 2398711"/>
              <a:gd name="connsiteX12749" fmla="*/ 1820903 w 2119654"/>
              <a:gd name="connsiteY12749" fmla="*/ 1518718 h 2398711"/>
              <a:gd name="connsiteX12750" fmla="*/ 1821316 w 2119654"/>
              <a:gd name="connsiteY12750" fmla="*/ 1520282 h 2398711"/>
              <a:gd name="connsiteX12751" fmla="*/ 1823605 w 2119654"/>
              <a:gd name="connsiteY12751" fmla="*/ 1516905 h 2398711"/>
              <a:gd name="connsiteX12752" fmla="*/ 1822212 w 2119654"/>
              <a:gd name="connsiteY12752" fmla="*/ 1517506 h 2398711"/>
              <a:gd name="connsiteX12753" fmla="*/ 1786609 w 2119654"/>
              <a:gd name="connsiteY12753" fmla="*/ 1595478 h 2398711"/>
              <a:gd name="connsiteX12754" fmla="*/ 1789528 w 2119654"/>
              <a:gd name="connsiteY12754" fmla="*/ 1594903 h 2398711"/>
              <a:gd name="connsiteX12755" fmla="*/ 1790895 w 2119654"/>
              <a:gd name="connsiteY12755" fmla="*/ 1593589 h 2398711"/>
              <a:gd name="connsiteX12756" fmla="*/ 1589375 w 2119654"/>
              <a:gd name="connsiteY12756" fmla="*/ 2037043 h 2398711"/>
              <a:gd name="connsiteX12757" fmla="*/ 1589376 w 2119654"/>
              <a:gd name="connsiteY12757" fmla="*/ 2037094 h 2398711"/>
              <a:gd name="connsiteX12758" fmla="*/ 1589500 w 2119654"/>
              <a:gd name="connsiteY12758" fmla="*/ 2037082 h 2398711"/>
              <a:gd name="connsiteX12759" fmla="*/ 1775103 w 2119654"/>
              <a:gd name="connsiteY12759" fmla="*/ 1621155 h 2398711"/>
              <a:gd name="connsiteX12760" fmla="*/ 1775399 w 2119654"/>
              <a:gd name="connsiteY12760" fmla="*/ 1624060 h 2398711"/>
              <a:gd name="connsiteX12761" fmla="*/ 1781332 w 2119654"/>
              <a:gd name="connsiteY12761" fmla="*/ 1622310 h 2398711"/>
              <a:gd name="connsiteX12762" fmla="*/ 1785867 w 2119654"/>
              <a:gd name="connsiteY12762" fmla="*/ 1620574 h 2398711"/>
              <a:gd name="connsiteX12763" fmla="*/ 1787008 w 2119654"/>
              <a:gd name="connsiteY12763" fmla="*/ 1619331 h 2398711"/>
              <a:gd name="connsiteX12764" fmla="*/ 1788222 w 2119654"/>
              <a:gd name="connsiteY12764" fmla="*/ 1617825 h 2398711"/>
              <a:gd name="connsiteX12765" fmla="*/ 1787303 w 2119654"/>
              <a:gd name="connsiteY12765" fmla="*/ 1616031 h 2398711"/>
              <a:gd name="connsiteX12766" fmla="*/ 1786712 w 2119654"/>
              <a:gd name="connsiteY12766" fmla="*/ 1616065 h 2398711"/>
              <a:gd name="connsiteX12767" fmla="*/ 1618108 w 2119654"/>
              <a:gd name="connsiteY12767" fmla="*/ 1972623 h 2398711"/>
              <a:gd name="connsiteX12768" fmla="*/ 1618550 w 2119654"/>
              <a:gd name="connsiteY12768" fmla="*/ 1972543 h 2398711"/>
              <a:gd name="connsiteX12769" fmla="*/ 1618422 w 2119654"/>
              <a:gd name="connsiteY12769" fmla="*/ 1972495 h 2398711"/>
              <a:gd name="connsiteX12770" fmla="*/ 1628799 w 2119654"/>
              <a:gd name="connsiteY12770" fmla="*/ 1948655 h 2398711"/>
              <a:gd name="connsiteX12771" fmla="*/ 1629305 w 2119654"/>
              <a:gd name="connsiteY12771" fmla="*/ 1949818 h 2398711"/>
              <a:gd name="connsiteX12772" fmla="*/ 1630573 w 2119654"/>
              <a:gd name="connsiteY12772" fmla="*/ 1949707 h 2398711"/>
              <a:gd name="connsiteX12773" fmla="*/ 1631678 w 2119654"/>
              <a:gd name="connsiteY12773" fmla="*/ 1949104 h 2398711"/>
              <a:gd name="connsiteX12774" fmla="*/ 1633022 w 2119654"/>
              <a:gd name="connsiteY12774" fmla="*/ 1946550 h 2398711"/>
              <a:gd name="connsiteX12775" fmla="*/ 1633017 w 2119654"/>
              <a:gd name="connsiteY12775" fmla="*/ 1946495 h 2398711"/>
              <a:gd name="connsiteX12776" fmla="*/ 1617758 w 2119654"/>
              <a:gd name="connsiteY12776" fmla="*/ 1973363 h 2398711"/>
              <a:gd name="connsiteX12777" fmla="*/ 1617748 w 2119654"/>
              <a:gd name="connsiteY12777" fmla="*/ 1975031 h 2398711"/>
              <a:gd name="connsiteX12778" fmla="*/ 1618038 w 2119654"/>
              <a:gd name="connsiteY12778" fmla="*/ 1975027 h 2398711"/>
              <a:gd name="connsiteX12779" fmla="*/ 1618949 w 2119654"/>
              <a:gd name="connsiteY12779" fmla="*/ 1973294 h 2398711"/>
              <a:gd name="connsiteX12780" fmla="*/ 1618301 w 2119654"/>
              <a:gd name="connsiteY12780" fmla="*/ 1973264 h 2398711"/>
              <a:gd name="connsiteX12781" fmla="*/ 1681567 w 2119654"/>
              <a:gd name="connsiteY12781" fmla="*/ 1830454 h 2398711"/>
              <a:gd name="connsiteX12782" fmla="*/ 1681631 w 2119654"/>
              <a:gd name="connsiteY12782" fmla="*/ 1830841 h 2398711"/>
              <a:gd name="connsiteX12783" fmla="*/ 1681839 w 2119654"/>
              <a:gd name="connsiteY12783" fmla="*/ 1830484 h 2398711"/>
              <a:gd name="connsiteX12784" fmla="*/ 1590918 w 2119654"/>
              <a:gd name="connsiteY12784" fmla="*/ 2033399 h 2398711"/>
              <a:gd name="connsiteX12785" fmla="*/ 1590991 w 2119654"/>
              <a:gd name="connsiteY12785" fmla="*/ 2036936 h 2398711"/>
              <a:gd name="connsiteX12786" fmla="*/ 1592558 w 2119654"/>
              <a:gd name="connsiteY12786" fmla="*/ 2036784 h 2398711"/>
              <a:gd name="connsiteX12787" fmla="*/ 1593717 w 2119654"/>
              <a:gd name="connsiteY12787" fmla="*/ 2033838 h 2398711"/>
              <a:gd name="connsiteX12788" fmla="*/ 1804431 w 2119654"/>
              <a:gd name="connsiteY12788" fmla="*/ 1555302 h 2398711"/>
              <a:gd name="connsiteX12789" fmla="*/ 1810135 w 2119654"/>
              <a:gd name="connsiteY12789" fmla="*/ 1553137 h 2398711"/>
              <a:gd name="connsiteX12790" fmla="*/ 1811310 w 2119654"/>
              <a:gd name="connsiteY12790" fmla="*/ 1552343 h 2398711"/>
              <a:gd name="connsiteX12791" fmla="*/ 1811022 w 2119654"/>
              <a:gd name="connsiteY12791" fmla="*/ 1551772 h 2398711"/>
              <a:gd name="connsiteX12792" fmla="*/ 1808791 w 2119654"/>
              <a:gd name="connsiteY12792" fmla="*/ 1552009 h 2398711"/>
              <a:gd name="connsiteX12793" fmla="*/ 1805124 w 2119654"/>
              <a:gd name="connsiteY12793" fmla="*/ 1554549 h 2398711"/>
              <a:gd name="connsiteX12794" fmla="*/ 1802432 w 2119654"/>
              <a:gd name="connsiteY12794" fmla="*/ 1559739 h 2398711"/>
              <a:gd name="connsiteX12795" fmla="*/ 1802479 w 2119654"/>
              <a:gd name="connsiteY12795" fmla="*/ 1560001 h 2398711"/>
              <a:gd name="connsiteX12796" fmla="*/ 1803632 w 2119654"/>
              <a:gd name="connsiteY12796" fmla="*/ 1559703 h 2398711"/>
              <a:gd name="connsiteX12797" fmla="*/ 1803417 w 2119654"/>
              <a:gd name="connsiteY12797" fmla="*/ 1559338 h 2398711"/>
              <a:gd name="connsiteX12798" fmla="*/ 1551209 w 2119654"/>
              <a:gd name="connsiteY12798" fmla="*/ 2122225 h 2398711"/>
              <a:gd name="connsiteX12799" fmla="*/ 1555056 w 2119654"/>
              <a:gd name="connsiteY12799" fmla="*/ 2121295 h 2398711"/>
              <a:gd name="connsiteX12800" fmla="*/ 1551960 w 2119654"/>
              <a:gd name="connsiteY12800" fmla="*/ 2121190 h 2398711"/>
              <a:gd name="connsiteX12801" fmla="*/ 1729326 w 2119654"/>
              <a:gd name="connsiteY12801" fmla="*/ 1723371 h 2398711"/>
              <a:gd name="connsiteX12802" fmla="*/ 1732455 w 2119654"/>
              <a:gd name="connsiteY12802" fmla="*/ 1720943 h 2398711"/>
              <a:gd name="connsiteX12803" fmla="*/ 1730446 w 2119654"/>
              <a:gd name="connsiteY12803" fmla="*/ 1721842 h 2398711"/>
              <a:gd name="connsiteX12804" fmla="*/ 1847377 w 2119654"/>
              <a:gd name="connsiteY12804" fmla="*/ 1458978 h 2398711"/>
              <a:gd name="connsiteX12805" fmla="*/ 1867629 w 2119654"/>
              <a:gd name="connsiteY12805" fmla="*/ 1436664 h 2398711"/>
              <a:gd name="connsiteX12806" fmla="*/ 1867526 w 2119654"/>
              <a:gd name="connsiteY12806" fmla="*/ 1436692 h 2398711"/>
              <a:gd name="connsiteX12807" fmla="*/ 1851304 w 2119654"/>
              <a:gd name="connsiteY12807" fmla="*/ 1453669 h 2398711"/>
              <a:gd name="connsiteX12808" fmla="*/ 1621818 w 2119654"/>
              <a:gd name="connsiteY12808" fmla="*/ 1964048 h 2398711"/>
              <a:gd name="connsiteX12809" fmla="*/ 1621886 w 2119654"/>
              <a:gd name="connsiteY12809" fmla="*/ 1965814 h 2398711"/>
              <a:gd name="connsiteX12810" fmla="*/ 1622979 w 2119654"/>
              <a:gd name="connsiteY12810" fmla="*/ 1965636 h 2398711"/>
              <a:gd name="connsiteX12811" fmla="*/ 1624021 w 2119654"/>
              <a:gd name="connsiteY12811" fmla="*/ 1963656 h 2398711"/>
              <a:gd name="connsiteX12812" fmla="*/ 1622483 w 2119654"/>
              <a:gd name="connsiteY12812" fmla="*/ 1963815 h 2398711"/>
              <a:gd name="connsiteX12813" fmla="*/ 1757392 w 2119654"/>
              <a:gd name="connsiteY12813" fmla="*/ 1660417 h 2398711"/>
              <a:gd name="connsiteX12814" fmla="*/ 1757519 w 2119654"/>
              <a:gd name="connsiteY12814" fmla="*/ 1660681 h 2398711"/>
              <a:gd name="connsiteX12815" fmla="*/ 1759538 w 2119654"/>
              <a:gd name="connsiteY12815" fmla="*/ 1658168 h 2398711"/>
              <a:gd name="connsiteX12816" fmla="*/ 1759468 w 2119654"/>
              <a:gd name="connsiteY12816" fmla="*/ 1657842 h 2398711"/>
              <a:gd name="connsiteX12817" fmla="*/ 1655476 w 2119654"/>
              <a:gd name="connsiteY12817" fmla="*/ 1888605 h 2398711"/>
              <a:gd name="connsiteX12818" fmla="*/ 1655498 w 2119654"/>
              <a:gd name="connsiteY12818" fmla="*/ 1888816 h 2398711"/>
              <a:gd name="connsiteX12819" fmla="*/ 1656007 w 2119654"/>
              <a:gd name="connsiteY12819" fmla="*/ 1888483 h 2398711"/>
              <a:gd name="connsiteX12820" fmla="*/ 1656600 w 2119654"/>
              <a:gd name="connsiteY12820" fmla="*/ 1886062 h 2398711"/>
              <a:gd name="connsiteX12821" fmla="*/ 1661618 w 2119654"/>
              <a:gd name="connsiteY12821" fmla="*/ 1883446 h 2398711"/>
              <a:gd name="connsiteX12822" fmla="*/ 1661632 w 2119654"/>
              <a:gd name="connsiteY12822" fmla="*/ 1883282 h 2398711"/>
              <a:gd name="connsiteX12823" fmla="*/ 1660406 w 2119654"/>
              <a:gd name="connsiteY12823" fmla="*/ 1882937 h 2398711"/>
              <a:gd name="connsiteX12824" fmla="*/ 1659659 w 2119654"/>
              <a:gd name="connsiteY12824" fmla="*/ 1883362 h 2398711"/>
              <a:gd name="connsiteX12825" fmla="*/ 1703261 w 2119654"/>
              <a:gd name="connsiteY12825" fmla="*/ 1781538 h 2398711"/>
              <a:gd name="connsiteX12826" fmla="*/ 1708731 w 2119654"/>
              <a:gd name="connsiteY12826" fmla="*/ 1779252 h 2398711"/>
              <a:gd name="connsiteX12827" fmla="*/ 1708682 w 2119654"/>
              <a:gd name="connsiteY12827" fmla="*/ 1775160 h 2398711"/>
              <a:gd name="connsiteX12828" fmla="*/ 1706314 w 2119654"/>
              <a:gd name="connsiteY12828" fmla="*/ 1776754 h 2398711"/>
              <a:gd name="connsiteX12829" fmla="*/ 1681517 w 2119654"/>
              <a:gd name="connsiteY12829" fmla="*/ 1830147 h 2398711"/>
              <a:gd name="connsiteX12830" fmla="*/ 1681538 w 2119654"/>
              <a:gd name="connsiteY12830" fmla="*/ 1830277 h 2398711"/>
              <a:gd name="connsiteX12831" fmla="*/ 1681935 w 2119654"/>
              <a:gd name="connsiteY12831" fmla="*/ 1830321 h 2398711"/>
              <a:gd name="connsiteX12832" fmla="*/ 1682181 w 2119654"/>
              <a:gd name="connsiteY12832" fmla="*/ 1829897 h 2398711"/>
              <a:gd name="connsiteX12833" fmla="*/ 1784132 w 2119654"/>
              <a:gd name="connsiteY12833" fmla="*/ 1600329 h 2398711"/>
              <a:gd name="connsiteX12834" fmla="*/ 1784674 w 2119654"/>
              <a:gd name="connsiteY12834" fmla="*/ 1601815 h 2398711"/>
              <a:gd name="connsiteX12835" fmla="*/ 1790062 w 2119654"/>
              <a:gd name="connsiteY12835" fmla="*/ 1600738 h 2398711"/>
              <a:gd name="connsiteX12836" fmla="*/ 1791546 w 2119654"/>
              <a:gd name="connsiteY12836" fmla="*/ 1599764 h 2398711"/>
              <a:gd name="connsiteX12837" fmla="*/ 1788366 w 2119654"/>
              <a:gd name="connsiteY12837" fmla="*/ 1598127 h 2398711"/>
              <a:gd name="connsiteX12838" fmla="*/ 1787131 w 2119654"/>
              <a:gd name="connsiteY12838" fmla="*/ 1598370 h 2398711"/>
              <a:gd name="connsiteX12839" fmla="*/ 1785434 w 2119654"/>
              <a:gd name="connsiteY12839" fmla="*/ 1599078 h 2398711"/>
              <a:gd name="connsiteX12840" fmla="*/ 1888078 w 2119654"/>
              <a:gd name="connsiteY12840" fmla="*/ 1367560 h 2398711"/>
              <a:gd name="connsiteX12841" fmla="*/ 1889918 w 2119654"/>
              <a:gd name="connsiteY12841" fmla="*/ 1366669 h 2398711"/>
              <a:gd name="connsiteX12842" fmla="*/ 1893151 w 2119654"/>
              <a:gd name="connsiteY12842" fmla="*/ 1360389 h 2398711"/>
              <a:gd name="connsiteX12843" fmla="*/ 1892670 w 2119654"/>
              <a:gd name="connsiteY12843" fmla="*/ 1360681 h 2398711"/>
              <a:gd name="connsiteX12844" fmla="*/ 1617470 w 2119654"/>
              <a:gd name="connsiteY12844" fmla="*/ 1973416 h 2398711"/>
              <a:gd name="connsiteX12845" fmla="*/ 1616904 w 2119654"/>
              <a:gd name="connsiteY12845" fmla="*/ 1975042 h 2398711"/>
              <a:gd name="connsiteX12846" fmla="*/ 1617526 w 2119654"/>
              <a:gd name="connsiteY12846" fmla="*/ 1975034 h 2398711"/>
              <a:gd name="connsiteX12847" fmla="*/ 1617536 w 2119654"/>
              <a:gd name="connsiteY12847" fmla="*/ 1973403 h 2398711"/>
              <a:gd name="connsiteX12848" fmla="*/ 1607113 w 2119654"/>
              <a:gd name="connsiteY12848" fmla="*/ 1996520 h 2398711"/>
              <a:gd name="connsiteX12849" fmla="*/ 1607199 w 2119654"/>
              <a:gd name="connsiteY12849" fmla="*/ 1997167 h 2398711"/>
              <a:gd name="connsiteX12850" fmla="*/ 1608251 w 2119654"/>
              <a:gd name="connsiteY12850" fmla="*/ 1996293 h 2398711"/>
              <a:gd name="connsiteX12851" fmla="*/ 1820750 w 2119654"/>
              <a:gd name="connsiteY12851" fmla="*/ 1518136 h 2398711"/>
              <a:gd name="connsiteX12852" fmla="*/ 1820780 w 2119654"/>
              <a:gd name="connsiteY12852" fmla="*/ 1518250 h 2398711"/>
              <a:gd name="connsiteX12853" fmla="*/ 1821051 w 2119654"/>
              <a:gd name="connsiteY12853" fmla="*/ 1518006 h 2398711"/>
              <a:gd name="connsiteX12854" fmla="*/ 1656180 w 2119654"/>
              <a:gd name="connsiteY12854" fmla="*/ 1886554 h 2398711"/>
              <a:gd name="connsiteX12855" fmla="*/ 1661510 w 2119654"/>
              <a:gd name="connsiteY12855" fmla="*/ 1884705 h 2398711"/>
              <a:gd name="connsiteX12856" fmla="*/ 1661593 w 2119654"/>
              <a:gd name="connsiteY12856" fmla="*/ 1883732 h 2398711"/>
              <a:gd name="connsiteX12857" fmla="*/ 1617864 w 2119654"/>
              <a:gd name="connsiteY12857" fmla="*/ 1972288 h 2398711"/>
              <a:gd name="connsiteX12858" fmla="*/ 1617765 w 2119654"/>
              <a:gd name="connsiteY12858" fmla="*/ 1972570 h 2398711"/>
              <a:gd name="connsiteX12859" fmla="*/ 1618174 w 2119654"/>
              <a:gd name="connsiteY12859" fmla="*/ 1972404 h 2398711"/>
              <a:gd name="connsiteX12860" fmla="*/ 1845885 w 2119654"/>
              <a:gd name="connsiteY12860" fmla="*/ 1461684 h 2398711"/>
              <a:gd name="connsiteX12861" fmla="*/ 1846498 w 2119654"/>
              <a:gd name="connsiteY12861" fmla="*/ 1461497 h 2398711"/>
              <a:gd name="connsiteX12862" fmla="*/ 1861119 w 2119654"/>
              <a:gd name="connsiteY12862" fmla="*/ 1450447 h 2398711"/>
              <a:gd name="connsiteX12863" fmla="*/ 1861027 w 2119654"/>
              <a:gd name="connsiteY12863" fmla="*/ 1450797 h 2398711"/>
              <a:gd name="connsiteX12864" fmla="*/ 1847124 w 2119654"/>
              <a:gd name="connsiteY12864" fmla="*/ 1461304 h 2398711"/>
              <a:gd name="connsiteX12865" fmla="*/ 1850751 w 2119654"/>
              <a:gd name="connsiteY12865" fmla="*/ 1460191 h 2398711"/>
              <a:gd name="connsiteX12866" fmla="*/ 1859015 w 2119654"/>
              <a:gd name="connsiteY12866" fmla="*/ 1453175 h 2398711"/>
              <a:gd name="connsiteX12867" fmla="*/ 1858977 w 2119654"/>
              <a:gd name="connsiteY12867" fmla="*/ 1453533 h 2398711"/>
              <a:gd name="connsiteX12868" fmla="*/ 1851351 w 2119654"/>
              <a:gd name="connsiteY12868" fmla="*/ 1460006 h 2398711"/>
              <a:gd name="connsiteX12869" fmla="*/ 1862508 w 2119654"/>
              <a:gd name="connsiteY12869" fmla="*/ 1456582 h 2398711"/>
              <a:gd name="connsiteX12870" fmla="*/ 1864857 w 2119654"/>
              <a:gd name="connsiteY12870" fmla="*/ 1455152 h 2398711"/>
              <a:gd name="connsiteX12871" fmla="*/ 1865215 w 2119654"/>
              <a:gd name="connsiteY12871" fmla="*/ 1454761 h 2398711"/>
              <a:gd name="connsiteX12872" fmla="*/ 1865654 w 2119654"/>
              <a:gd name="connsiteY12872" fmla="*/ 1454094 h 2398711"/>
              <a:gd name="connsiteX12873" fmla="*/ 1865668 w 2119654"/>
              <a:gd name="connsiteY12873" fmla="*/ 1454265 h 2398711"/>
              <a:gd name="connsiteX12874" fmla="*/ 1876390 w 2119654"/>
              <a:gd name="connsiteY12874" fmla="*/ 1442546 h 2398711"/>
              <a:gd name="connsiteX12875" fmla="*/ 1886274 w 2119654"/>
              <a:gd name="connsiteY12875" fmla="*/ 1431447 h 2398711"/>
              <a:gd name="connsiteX12876" fmla="*/ 1875573 w 2119654"/>
              <a:gd name="connsiteY12876" fmla="*/ 1434441 h 2398711"/>
              <a:gd name="connsiteX12877" fmla="*/ 1877783 w 2119654"/>
              <a:gd name="connsiteY12877" fmla="*/ 1436878 h 2398711"/>
              <a:gd name="connsiteX12878" fmla="*/ 1877776 w 2119654"/>
              <a:gd name="connsiteY12878" fmla="*/ 1437203 h 2398711"/>
              <a:gd name="connsiteX12879" fmla="*/ 1875332 w 2119654"/>
              <a:gd name="connsiteY12879" fmla="*/ 1434509 h 2398711"/>
              <a:gd name="connsiteX12880" fmla="*/ 1868921 w 2119654"/>
              <a:gd name="connsiteY12880" fmla="*/ 1436302 h 2398711"/>
              <a:gd name="connsiteX12881" fmla="*/ 1608420 w 2119654"/>
              <a:gd name="connsiteY12881" fmla="*/ 1993405 h 2398711"/>
              <a:gd name="connsiteX12882" fmla="*/ 1610013 w 2119654"/>
              <a:gd name="connsiteY12882" fmla="*/ 1992379 h 2398711"/>
              <a:gd name="connsiteX12883" fmla="*/ 1611215 w 2119654"/>
              <a:gd name="connsiteY12883" fmla="*/ 1988922 h 2398711"/>
              <a:gd name="connsiteX12884" fmla="*/ 1813012 w 2119654"/>
              <a:gd name="connsiteY12884" fmla="*/ 1535260 h 2398711"/>
              <a:gd name="connsiteX12885" fmla="*/ 1816059 w 2119654"/>
              <a:gd name="connsiteY12885" fmla="*/ 1533070 h 2398711"/>
              <a:gd name="connsiteX12886" fmla="*/ 1813961 w 2119654"/>
              <a:gd name="connsiteY12886" fmla="*/ 1533936 h 2398711"/>
              <a:gd name="connsiteX12887" fmla="*/ 1805602 w 2119654"/>
              <a:gd name="connsiteY12887" fmla="*/ 1551840 h 2398711"/>
              <a:gd name="connsiteX12888" fmla="*/ 1807230 w 2119654"/>
              <a:gd name="connsiteY12888" fmla="*/ 1551667 h 2398711"/>
              <a:gd name="connsiteX12889" fmla="*/ 1809666 w 2119654"/>
              <a:gd name="connsiteY12889" fmla="*/ 1549090 h 2398711"/>
              <a:gd name="connsiteX12890" fmla="*/ 1808722 w 2119654"/>
              <a:gd name="connsiteY12890" fmla="*/ 1547218 h 2398711"/>
              <a:gd name="connsiteX12891" fmla="*/ 1814986 w 2119654"/>
              <a:gd name="connsiteY12891" fmla="*/ 1530790 h 2398711"/>
              <a:gd name="connsiteX12892" fmla="*/ 1815396 w 2119654"/>
              <a:gd name="connsiteY12892" fmla="*/ 1531058 h 2398711"/>
              <a:gd name="connsiteX12893" fmla="*/ 1815682 w 2119654"/>
              <a:gd name="connsiteY12893" fmla="*/ 1531250 h 2398711"/>
              <a:gd name="connsiteX12894" fmla="*/ 1816976 w 2119654"/>
              <a:gd name="connsiteY12894" fmla="*/ 1529401 h 2398711"/>
              <a:gd name="connsiteX12895" fmla="*/ 1816825 w 2119654"/>
              <a:gd name="connsiteY12895" fmla="*/ 1528078 h 2398711"/>
              <a:gd name="connsiteX12896" fmla="*/ 1744280 w 2119654"/>
              <a:gd name="connsiteY12896" fmla="*/ 1689086 h 2398711"/>
              <a:gd name="connsiteX12897" fmla="*/ 1744302 w 2119654"/>
              <a:gd name="connsiteY12897" fmla="*/ 1689077 h 2398711"/>
              <a:gd name="connsiteX12898" fmla="*/ 1744303 w 2119654"/>
              <a:gd name="connsiteY12898" fmla="*/ 1689059 h 2398711"/>
              <a:gd name="connsiteX12899" fmla="*/ 1744028 w 2119654"/>
              <a:gd name="connsiteY12899" fmla="*/ 1689629 h 2398711"/>
              <a:gd name="connsiteX12900" fmla="*/ 1744231 w 2119654"/>
              <a:gd name="connsiteY12900" fmla="*/ 1690220 h 2398711"/>
              <a:gd name="connsiteX12901" fmla="*/ 1744275 w 2119654"/>
              <a:gd name="connsiteY12901" fmla="*/ 1689520 h 2398711"/>
              <a:gd name="connsiteX12902" fmla="*/ 1752270 w 2119654"/>
              <a:gd name="connsiteY12902" fmla="*/ 1671154 h 2398711"/>
              <a:gd name="connsiteX12903" fmla="*/ 1753000 w 2119654"/>
              <a:gd name="connsiteY12903" fmla="*/ 1671099 h 2398711"/>
              <a:gd name="connsiteX12904" fmla="*/ 1752764 w 2119654"/>
              <a:gd name="connsiteY12904" fmla="*/ 1670539 h 2398711"/>
              <a:gd name="connsiteX12905" fmla="*/ 1818091 w 2119654"/>
              <a:gd name="connsiteY12905" fmla="*/ 1523750 h 2398711"/>
              <a:gd name="connsiteX12906" fmla="*/ 1818378 w 2119654"/>
              <a:gd name="connsiteY12906" fmla="*/ 1524616 h 2398711"/>
              <a:gd name="connsiteX12907" fmla="*/ 1819346 w 2119654"/>
              <a:gd name="connsiteY12907" fmla="*/ 1523189 h 2398711"/>
              <a:gd name="connsiteX12908" fmla="*/ 1810879 w 2119654"/>
              <a:gd name="connsiteY12908" fmla="*/ 1539835 h 2398711"/>
              <a:gd name="connsiteX12909" fmla="*/ 1811087 w 2119654"/>
              <a:gd name="connsiteY12909" fmla="*/ 1539697 h 2398711"/>
              <a:gd name="connsiteX12910" fmla="*/ 1811444 w 2119654"/>
              <a:gd name="connsiteY12910" fmla="*/ 1539318 h 2398711"/>
              <a:gd name="connsiteX12911" fmla="*/ 1650071 w 2119654"/>
              <a:gd name="connsiteY12911" fmla="*/ 1899882 h 2398711"/>
              <a:gd name="connsiteX12912" fmla="*/ 1651603 w 2119654"/>
              <a:gd name="connsiteY12912" fmla="*/ 1902656 h 2398711"/>
              <a:gd name="connsiteX12913" fmla="*/ 1655876 w 2119654"/>
              <a:gd name="connsiteY12913" fmla="*/ 1901080 h 2398711"/>
              <a:gd name="connsiteX12914" fmla="*/ 1654610 w 2119654"/>
              <a:gd name="connsiteY12914" fmla="*/ 1897691 h 2398711"/>
              <a:gd name="connsiteX12915" fmla="*/ 1651784 w 2119654"/>
              <a:gd name="connsiteY12915" fmla="*/ 1898658 h 2398711"/>
              <a:gd name="connsiteX12916" fmla="*/ 1618444 w 2119654"/>
              <a:gd name="connsiteY12916" fmla="*/ 1970621 h 2398711"/>
              <a:gd name="connsiteX12917" fmla="*/ 1618006 w 2119654"/>
              <a:gd name="connsiteY12917" fmla="*/ 1971879 h 2398711"/>
              <a:gd name="connsiteX12918" fmla="*/ 1618753 w 2119654"/>
              <a:gd name="connsiteY12918" fmla="*/ 1972168 h 2398711"/>
              <a:gd name="connsiteX12919" fmla="*/ 1619758 w 2119654"/>
              <a:gd name="connsiteY12919" fmla="*/ 1971757 h 2398711"/>
              <a:gd name="connsiteX12920" fmla="*/ 1620510 w 2119654"/>
              <a:gd name="connsiteY12920" fmla="*/ 1970329 h 2398711"/>
              <a:gd name="connsiteX12921" fmla="*/ 1810350 w 2119654"/>
              <a:gd name="connsiteY12921" fmla="*/ 1540857 h 2398711"/>
              <a:gd name="connsiteX12922" fmla="*/ 1812523 w 2119654"/>
              <a:gd name="connsiteY12922" fmla="*/ 1540528 h 2398711"/>
              <a:gd name="connsiteX12923" fmla="*/ 1816404 w 2119654"/>
              <a:gd name="connsiteY12923" fmla="*/ 1534781 h 2398711"/>
              <a:gd name="connsiteX12924" fmla="*/ 1813409 w 2119654"/>
              <a:gd name="connsiteY12924" fmla="*/ 1537521 h 2398711"/>
              <a:gd name="connsiteX12925" fmla="*/ 1716297 w 2119654"/>
              <a:gd name="connsiteY12925" fmla="*/ 1751455 h 2398711"/>
              <a:gd name="connsiteX12926" fmla="*/ 1719631 w 2119654"/>
              <a:gd name="connsiteY12926" fmla="*/ 1748542 h 2398711"/>
              <a:gd name="connsiteX12927" fmla="*/ 1719579 w 2119654"/>
              <a:gd name="connsiteY12927" fmla="*/ 1748316 h 2398711"/>
              <a:gd name="connsiteX12928" fmla="*/ 1718655 w 2119654"/>
              <a:gd name="connsiteY12928" fmla="*/ 1749076 h 2398711"/>
              <a:gd name="connsiteX12929" fmla="*/ 1761978 w 2119654"/>
              <a:gd name="connsiteY12929" fmla="*/ 1649098 h 2398711"/>
              <a:gd name="connsiteX12930" fmla="*/ 1763269 w 2119654"/>
              <a:gd name="connsiteY12930" fmla="*/ 1648775 h 2398711"/>
              <a:gd name="connsiteX12931" fmla="*/ 1763472 w 2119654"/>
              <a:gd name="connsiteY12931" fmla="*/ 1648523 h 2398711"/>
              <a:gd name="connsiteX12932" fmla="*/ 1763351 w 2119654"/>
              <a:gd name="connsiteY12932" fmla="*/ 1648266 h 2398711"/>
              <a:gd name="connsiteX12933" fmla="*/ 1607672 w 2119654"/>
              <a:gd name="connsiteY12933" fmla="*/ 1994603 h 2398711"/>
              <a:gd name="connsiteX12934" fmla="*/ 1609277 w 2119654"/>
              <a:gd name="connsiteY12934" fmla="*/ 1994282 h 2398711"/>
              <a:gd name="connsiteX12935" fmla="*/ 1609784 w 2119654"/>
              <a:gd name="connsiteY12935" fmla="*/ 1992996 h 2398711"/>
              <a:gd name="connsiteX12936" fmla="*/ 1607930 w 2119654"/>
              <a:gd name="connsiteY12936" fmla="*/ 1994189 h 2398711"/>
              <a:gd name="connsiteX12937" fmla="*/ 1833349 w 2119654"/>
              <a:gd name="connsiteY12937" fmla="*/ 1489269 h 2398711"/>
              <a:gd name="connsiteX12938" fmla="*/ 1836421 w 2119654"/>
              <a:gd name="connsiteY12938" fmla="*/ 1493399 h 2398711"/>
              <a:gd name="connsiteX12939" fmla="*/ 1841134 w 2119654"/>
              <a:gd name="connsiteY12939" fmla="*/ 1491049 h 2398711"/>
              <a:gd name="connsiteX12940" fmla="*/ 1847582 w 2119654"/>
              <a:gd name="connsiteY12940" fmla="*/ 1481539 h 2398711"/>
              <a:gd name="connsiteX12941" fmla="*/ 1847885 w 2119654"/>
              <a:gd name="connsiteY12941" fmla="*/ 1481078 h 2398711"/>
              <a:gd name="connsiteX12942" fmla="*/ 1847099 w 2119654"/>
              <a:gd name="connsiteY12942" fmla="*/ 1479461 h 2398711"/>
              <a:gd name="connsiteX12943" fmla="*/ 1751920 w 2119654"/>
              <a:gd name="connsiteY12943" fmla="*/ 1671590 h 2398711"/>
              <a:gd name="connsiteX12944" fmla="*/ 1753165 w 2119654"/>
              <a:gd name="connsiteY12944" fmla="*/ 1671492 h 2398711"/>
              <a:gd name="connsiteX12945" fmla="*/ 1753155 w 2119654"/>
              <a:gd name="connsiteY12945" fmla="*/ 1671467 h 2398711"/>
              <a:gd name="connsiteX12946" fmla="*/ 1751932 w 2119654"/>
              <a:gd name="connsiteY12946" fmla="*/ 1671576 h 2398711"/>
              <a:gd name="connsiteX12947" fmla="*/ 1701666 w 2119654"/>
              <a:gd name="connsiteY12947" fmla="*/ 1784037 h 2398711"/>
              <a:gd name="connsiteX12948" fmla="*/ 1702834 w 2119654"/>
              <a:gd name="connsiteY12948" fmla="*/ 1783431 h 2398711"/>
              <a:gd name="connsiteX12949" fmla="*/ 1702804 w 2119654"/>
              <a:gd name="connsiteY12949" fmla="*/ 1783334 h 2398711"/>
              <a:gd name="connsiteX12950" fmla="*/ 1701798 w 2119654"/>
              <a:gd name="connsiteY12950" fmla="*/ 1783831 h 2398711"/>
              <a:gd name="connsiteX12951" fmla="*/ 1701236 w 2119654"/>
              <a:gd name="connsiteY12951" fmla="*/ 1784957 h 2398711"/>
              <a:gd name="connsiteX12952" fmla="*/ 1703124 w 2119654"/>
              <a:gd name="connsiteY12952" fmla="*/ 1784357 h 2398711"/>
              <a:gd name="connsiteX12953" fmla="*/ 1703022 w 2119654"/>
              <a:gd name="connsiteY12953" fmla="*/ 1784030 h 2398711"/>
              <a:gd name="connsiteX12954" fmla="*/ 1653798 w 2119654"/>
              <a:gd name="connsiteY12954" fmla="*/ 1891100 h 2398711"/>
              <a:gd name="connsiteX12955" fmla="*/ 1655596 w 2119654"/>
              <a:gd name="connsiteY12955" fmla="*/ 1891008 h 2398711"/>
              <a:gd name="connsiteX12956" fmla="*/ 1657127 w 2119654"/>
              <a:gd name="connsiteY12956" fmla="*/ 1889914 h 2398711"/>
              <a:gd name="connsiteX12957" fmla="*/ 1655184 w 2119654"/>
              <a:gd name="connsiteY12957" fmla="*/ 1890193 h 2398711"/>
              <a:gd name="connsiteX12958" fmla="*/ 1621771 w 2119654"/>
              <a:gd name="connsiteY12958" fmla="*/ 1962812 h 2398711"/>
              <a:gd name="connsiteX12959" fmla="*/ 1621774 w 2119654"/>
              <a:gd name="connsiteY12959" fmla="*/ 1962898 h 2398711"/>
              <a:gd name="connsiteX12960" fmla="*/ 1624750 w 2119654"/>
              <a:gd name="connsiteY12960" fmla="*/ 1961986 h 2398711"/>
              <a:gd name="connsiteX12961" fmla="*/ 1624633 w 2119654"/>
              <a:gd name="connsiteY12961" fmla="*/ 1961361 h 2398711"/>
              <a:gd name="connsiteX12962" fmla="*/ 1783908 w 2119654"/>
              <a:gd name="connsiteY12962" fmla="*/ 1599714 h 2398711"/>
              <a:gd name="connsiteX12963" fmla="*/ 1784068 w 2119654"/>
              <a:gd name="connsiteY12963" fmla="*/ 1600154 h 2398711"/>
              <a:gd name="connsiteX12964" fmla="*/ 1784999 w 2119654"/>
              <a:gd name="connsiteY12964" fmla="*/ 1599259 h 2398711"/>
              <a:gd name="connsiteX12965" fmla="*/ 1636332 w 2119654"/>
              <a:gd name="connsiteY12965" fmla="*/ 1930151 h 2398711"/>
              <a:gd name="connsiteX12966" fmla="*/ 1638374 w 2119654"/>
              <a:gd name="connsiteY12966" fmla="*/ 1929835 h 2398711"/>
              <a:gd name="connsiteX12967" fmla="*/ 1639838 w 2119654"/>
              <a:gd name="connsiteY12967" fmla="*/ 1929593 h 2398711"/>
              <a:gd name="connsiteX12968" fmla="*/ 1640260 w 2119654"/>
              <a:gd name="connsiteY12968" fmla="*/ 1929375 h 2398711"/>
              <a:gd name="connsiteX12969" fmla="*/ 1640292 w 2119654"/>
              <a:gd name="connsiteY12969" fmla="*/ 1927998 h 2398711"/>
              <a:gd name="connsiteX12970" fmla="*/ 1637854 w 2119654"/>
              <a:gd name="connsiteY12970" fmla="*/ 1928942 h 2398711"/>
              <a:gd name="connsiteX12971" fmla="*/ 1593749 w 2119654"/>
              <a:gd name="connsiteY12971" fmla="*/ 2025495 h 2398711"/>
              <a:gd name="connsiteX12972" fmla="*/ 1593778 w 2119654"/>
              <a:gd name="connsiteY12972" fmla="*/ 2025547 h 2398711"/>
              <a:gd name="connsiteX12973" fmla="*/ 1593899 w 2119654"/>
              <a:gd name="connsiteY12973" fmla="*/ 2025525 h 2398711"/>
              <a:gd name="connsiteX12974" fmla="*/ 1549368 w 2119654"/>
              <a:gd name="connsiteY12974" fmla="*/ 2124761 h 2398711"/>
              <a:gd name="connsiteX12975" fmla="*/ 1555433 w 2119654"/>
              <a:gd name="connsiteY12975" fmla="*/ 2122376 h 2398711"/>
              <a:gd name="connsiteX12976" fmla="*/ 1555594 w 2119654"/>
              <a:gd name="connsiteY12976" fmla="*/ 2121681 h 2398711"/>
              <a:gd name="connsiteX12977" fmla="*/ 1550754 w 2119654"/>
              <a:gd name="connsiteY12977" fmla="*/ 2122851 h 2398711"/>
              <a:gd name="connsiteX12978" fmla="*/ 1633195 w 2119654"/>
              <a:gd name="connsiteY12978" fmla="*/ 1936975 h 2398711"/>
              <a:gd name="connsiteX12979" fmla="*/ 1633271 w 2119654"/>
              <a:gd name="connsiteY12979" fmla="*/ 1937839 h 2398711"/>
              <a:gd name="connsiteX12980" fmla="*/ 1637241 w 2119654"/>
              <a:gd name="connsiteY12980" fmla="*/ 1935028 h 2398711"/>
              <a:gd name="connsiteX12981" fmla="*/ 1681350 w 2119654"/>
              <a:gd name="connsiteY12981" fmla="*/ 1829132 h 2398711"/>
              <a:gd name="connsiteX12982" fmla="*/ 1681455 w 2119654"/>
              <a:gd name="connsiteY12982" fmla="*/ 1829775 h 2398711"/>
              <a:gd name="connsiteX12983" fmla="*/ 1682465 w 2119654"/>
              <a:gd name="connsiteY12983" fmla="*/ 1829412 h 2398711"/>
              <a:gd name="connsiteX12984" fmla="*/ 1682558 w 2119654"/>
              <a:gd name="connsiteY12984" fmla="*/ 1829252 h 2398711"/>
              <a:gd name="connsiteX12985" fmla="*/ 1682741 w 2119654"/>
              <a:gd name="connsiteY12985" fmla="*/ 1828364 h 2398711"/>
              <a:gd name="connsiteX12986" fmla="*/ 1682320 w 2119654"/>
              <a:gd name="connsiteY12986" fmla="*/ 1828384 h 2398711"/>
              <a:gd name="connsiteX12987" fmla="*/ 1763850 w 2119654"/>
              <a:gd name="connsiteY12987" fmla="*/ 1644328 h 2398711"/>
              <a:gd name="connsiteX12988" fmla="*/ 1764745 w 2119654"/>
              <a:gd name="connsiteY12988" fmla="*/ 1645291 h 2398711"/>
              <a:gd name="connsiteX12989" fmla="*/ 1766844 w 2119654"/>
              <a:gd name="connsiteY12989" fmla="*/ 1644342 h 2398711"/>
              <a:gd name="connsiteX12990" fmla="*/ 1767381 w 2119654"/>
              <a:gd name="connsiteY12990" fmla="*/ 1643675 h 2398711"/>
              <a:gd name="connsiteX12991" fmla="*/ 1767493 w 2119654"/>
              <a:gd name="connsiteY12991" fmla="*/ 1641230 h 2398711"/>
              <a:gd name="connsiteX12992" fmla="*/ 1765703 w 2119654"/>
              <a:gd name="connsiteY12992" fmla="*/ 1642346 h 2398711"/>
              <a:gd name="connsiteX12993" fmla="*/ 1842301 w 2119654"/>
              <a:gd name="connsiteY12993" fmla="*/ 1468647 h 2398711"/>
              <a:gd name="connsiteX12994" fmla="*/ 1843622 w 2119654"/>
              <a:gd name="connsiteY12994" fmla="*/ 1471363 h 2398711"/>
              <a:gd name="connsiteX12995" fmla="*/ 1859175 w 2119654"/>
              <a:gd name="connsiteY12995" fmla="*/ 1461363 h 2398711"/>
              <a:gd name="connsiteX12996" fmla="*/ 1862423 w 2119654"/>
              <a:gd name="connsiteY12996" fmla="*/ 1457813 h 2398711"/>
              <a:gd name="connsiteX12997" fmla="*/ 1760409 w 2119654"/>
              <a:gd name="connsiteY12997" fmla="*/ 1651993 h 2398711"/>
              <a:gd name="connsiteX12998" fmla="*/ 1760520 w 2119654"/>
              <a:gd name="connsiteY12998" fmla="*/ 1652185 h 2398711"/>
              <a:gd name="connsiteX12999" fmla="*/ 1760731 w 2119654"/>
              <a:gd name="connsiteY12999" fmla="*/ 1651922 h 2398711"/>
              <a:gd name="connsiteX13000" fmla="*/ 1700482 w 2119654"/>
              <a:gd name="connsiteY13000" fmla="*/ 1786139 h 2398711"/>
              <a:gd name="connsiteX13001" fmla="*/ 1700368 w 2119654"/>
              <a:gd name="connsiteY13001" fmla="*/ 1786693 h 2398711"/>
              <a:gd name="connsiteX13002" fmla="*/ 1703478 w 2119654"/>
              <a:gd name="connsiteY13002" fmla="*/ 1785490 h 2398711"/>
              <a:gd name="connsiteX13003" fmla="*/ 1703392 w 2119654"/>
              <a:gd name="connsiteY13003" fmla="*/ 1785215 h 2398711"/>
              <a:gd name="connsiteX13004" fmla="*/ 1594744 w 2119654"/>
              <a:gd name="connsiteY13004" fmla="*/ 2022840 h 2398711"/>
              <a:gd name="connsiteX13005" fmla="*/ 1597734 w 2119654"/>
              <a:gd name="connsiteY13005" fmla="*/ 2023628 h 2398711"/>
              <a:gd name="connsiteX13006" fmla="*/ 1598090 w 2119654"/>
              <a:gd name="connsiteY13006" fmla="*/ 2022721 h 2398711"/>
              <a:gd name="connsiteX13007" fmla="*/ 1619898 w 2119654"/>
              <a:gd name="connsiteY13007" fmla="*/ 1966441 h 2398711"/>
              <a:gd name="connsiteX13008" fmla="*/ 1618831 w 2119654"/>
              <a:gd name="connsiteY13008" fmla="*/ 1969507 h 2398711"/>
              <a:gd name="connsiteX13009" fmla="*/ 1620996 w 2119654"/>
              <a:gd name="connsiteY13009" fmla="*/ 1969406 h 2398711"/>
              <a:gd name="connsiteX13010" fmla="*/ 1621494 w 2119654"/>
              <a:gd name="connsiteY13010" fmla="*/ 1968460 h 2398711"/>
              <a:gd name="connsiteX13011" fmla="*/ 1621405 w 2119654"/>
              <a:gd name="connsiteY13011" fmla="*/ 1966174 h 2398711"/>
              <a:gd name="connsiteX13012" fmla="*/ 1733385 w 2119654"/>
              <a:gd name="connsiteY13012" fmla="*/ 1712248 h 2398711"/>
              <a:gd name="connsiteX13013" fmla="*/ 1734191 w 2119654"/>
              <a:gd name="connsiteY13013" fmla="*/ 1715694 h 2398711"/>
              <a:gd name="connsiteX13014" fmla="*/ 1734220 w 2119654"/>
              <a:gd name="connsiteY13014" fmla="*/ 1715842 h 2398711"/>
              <a:gd name="connsiteX13015" fmla="*/ 1737506 w 2119654"/>
              <a:gd name="connsiteY13015" fmla="*/ 1711357 h 2398711"/>
              <a:gd name="connsiteX13016" fmla="*/ 1737001 w 2119654"/>
              <a:gd name="connsiteY13016" fmla="*/ 1710579 h 2398711"/>
              <a:gd name="connsiteX13017" fmla="*/ 1734677 w 2119654"/>
              <a:gd name="connsiteY13017" fmla="*/ 1711143 h 2398711"/>
              <a:gd name="connsiteX13018" fmla="*/ 1571337 w 2119654"/>
              <a:gd name="connsiteY13018" fmla="*/ 2075010 h 2398711"/>
              <a:gd name="connsiteX13019" fmla="*/ 1571286 w 2119654"/>
              <a:gd name="connsiteY13019" fmla="*/ 2081985 h 2398711"/>
              <a:gd name="connsiteX13020" fmla="*/ 1572586 w 2119654"/>
              <a:gd name="connsiteY13020" fmla="*/ 2082488 h 2398711"/>
              <a:gd name="connsiteX13021" fmla="*/ 1572814 w 2119654"/>
              <a:gd name="connsiteY13021" fmla="*/ 2082572 h 2398711"/>
              <a:gd name="connsiteX13022" fmla="*/ 1604148 w 2119654"/>
              <a:gd name="connsiteY13022" fmla="*/ 2001527 h 2398711"/>
              <a:gd name="connsiteX13023" fmla="*/ 1603714 w 2119654"/>
              <a:gd name="connsiteY13023" fmla="*/ 2005799 h 2398711"/>
              <a:gd name="connsiteX13024" fmla="*/ 1604663 w 2119654"/>
              <a:gd name="connsiteY13024" fmla="*/ 2006011 h 2398711"/>
              <a:gd name="connsiteX13025" fmla="*/ 1605139 w 2119654"/>
              <a:gd name="connsiteY13025" fmla="*/ 2004801 h 2398711"/>
              <a:gd name="connsiteX13026" fmla="*/ 1604698 w 2119654"/>
              <a:gd name="connsiteY13026" fmla="*/ 2001471 h 2398711"/>
              <a:gd name="connsiteX13027" fmla="*/ 1604177 w 2119654"/>
              <a:gd name="connsiteY13027" fmla="*/ 2001503 h 2398711"/>
              <a:gd name="connsiteX13028" fmla="*/ 1813139 w 2119654"/>
              <a:gd name="connsiteY13028" fmla="*/ 1533515 h 2398711"/>
              <a:gd name="connsiteX13029" fmla="*/ 1814409 w 2119654"/>
              <a:gd name="connsiteY13029" fmla="*/ 1533069 h 2398711"/>
              <a:gd name="connsiteX13030" fmla="*/ 1815436 w 2119654"/>
              <a:gd name="connsiteY13030" fmla="*/ 1531602 h 2398711"/>
              <a:gd name="connsiteX13031" fmla="*/ 1814742 w 2119654"/>
              <a:gd name="connsiteY13031" fmla="*/ 1531150 h 2398711"/>
              <a:gd name="connsiteX13032" fmla="*/ 1797967 w 2119654"/>
              <a:gd name="connsiteY13032" fmla="*/ 1567389 h 2398711"/>
              <a:gd name="connsiteX13033" fmla="*/ 1798485 w 2119654"/>
              <a:gd name="connsiteY13033" fmla="*/ 1568263 h 2398711"/>
              <a:gd name="connsiteX13034" fmla="*/ 1803094 w 2119654"/>
              <a:gd name="connsiteY13034" fmla="*/ 1564792 h 2398711"/>
              <a:gd name="connsiteX13035" fmla="*/ 1802968 w 2119654"/>
              <a:gd name="connsiteY13035" fmla="*/ 1564138 h 2398711"/>
              <a:gd name="connsiteX13036" fmla="*/ 1802347 w 2119654"/>
              <a:gd name="connsiteY13036" fmla="*/ 1564366 h 2398711"/>
              <a:gd name="connsiteX13037" fmla="*/ 1642439 w 2119654"/>
              <a:gd name="connsiteY13037" fmla="*/ 1915642 h 2398711"/>
              <a:gd name="connsiteX13038" fmla="*/ 1642515 w 2119654"/>
              <a:gd name="connsiteY13038" fmla="*/ 1917685 h 2398711"/>
              <a:gd name="connsiteX13039" fmla="*/ 1649667 w 2119654"/>
              <a:gd name="connsiteY13039" fmla="*/ 1914917 h 2398711"/>
              <a:gd name="connsiteX13040" fmla="*/ 1650605 w 2119654"/>
              <a:gd name="connsiteY13040" fmla="*/ 1913133 h 2398711"/>
              <a:gd name="connsiteX13041" fmla="*/ 1649025 w 2119654"/>
              <a:gd name="connsiteY13041" fmla="*/ 1913410 h 2398711"/>
              <a:gd name="connsiteX13042" fmla="*/ 1646292 w 2119654"/>
              <a:gd name="connsiteY13042" fmla="*/ 1913850 h 2398711"/>
              <a:gd name="connsiteX13043" fmla="*/ 1614254 w 2119654"/>
              <a:gd name="connsiteY13043" fmla="*/ 1978724 h 2398711"/>
              <a:gd name="connsiteX13044" fmla="*/ 1614775 w 2119654"/>
              <a:gd name="connsiteY13044" fmla="*/ 1978692 h 2398711"/>
              <a:gd name="connsiteX13045" fmla="*/ 1614795 w 2119654"/>
              <a:gd name="connsiteY13045" fmla="*/ 1978634 h 2398711"/>
              <a:gd name="connsiteX13046" fmla="*/ 1803508 w 2119654"/>
              <a:gd name="connsiteY13046" fmla="*/ 1554940 h 2398711"/>
              <a:gd name="connsiteX13047" fmla="*/ 1805328 w 2119654"/>
              <a:gd name="connsiteY13047" fmla="*/ 1553679 h 2398711"/>
              <a:gd name="connsiteX13048" fmla="*/ 1806698 w 2119654"/>
              <a:gd name="connsiteY13048" fmla="*/ 1552228 h 2398711"/>
              <a:gd name="connsiteX13049" fmla="*/ 1805234 w 2119654"/>
              <a:gd name="connsiteY13049" fmla="*/ 1552384 h 2398711"/>
              <a:gd name="connsiteX13050" fmla="*/ 1652923 w 2119654"/>
              <a:gd name="connsiteY13050" fmla="*/ 1892127 h 2398711"/>
              <a:gd name="connsiteX13051" fmla="*/ 1653157 w 2119654"/>
              <a:gd name="connsiteY13051" fmla="*/ 1892751 h 2398711"/>
              <a:gd name="connsiteX13052" fmla="*/ 1654116 w 2119654"/>
              <a:gd name="connsiteY13052" fmla="*/ 1892066 h 2398711"/>
              <a:gd name="connsiteX13053" fmla="*/ 1708189 w 2119654"/>
              <a:gd name="connsiteY13053" fmla="*/ 1768322 h 2398711"/>
              <a:gd name="connsiteX13054" fmla="*/ 1708598 w 2119654"/>
              <a:gd name="connsiteY13054" fmla="*/ 1768180 h 2398711"/>
              <a:gd name="connsiteX13055" fmla="*/ 1708593 w 2119654"/>
              <a:gd name="connsiteY13055" fmla="*/ 1767808 h 2398711"/>
              <a:gd name="connsiteX13056" fmla="*/ 1620579 w 2119654"/>
              <a:gd name="connsiteY13056" fmla="*/ 1964483 h 2398711"/>
              <a:gd name="connsiteX13057" fmla="*/ 1620010 w 2119654"/>
              <a:gd name="connsiteY13057" fmla="*/ 1966119 h 2398711"/>
              <a:gd name="connsiteX13058" fmla="*/ 1621395 w 2119654"/>
              <a:gd name="connsiteY13058" fmla="*/ 1965894 h 2398711"/>
              <a:gd name="connsiteX13059" fmla="*/ 1621330 w 2119654"/>
              <a:gd name="connsiteY13059" fmla="*/ 1964220 h 2398711"/>
              <a:gd name="connsiteX13060" fmla="*/ 1613969 w 2119654"/>
              <a:gd name="connsiteY13060" fmla="*/ 1979249 h 2398711"/>
              <a:gd name="connsiteX13061" fmla="*/ 1614123 w 2119654"/>
              <a:gd name="connsiteY13061" fmla="*/ 1980565 h 2398711"/>
              <a:gd name="connsiteX13062" fmla="*/ 1614594 w 2119654"/>
              <a:gd name="connsiteY13062" fmla="*/ 1979211 h 2398711"/>
              <a:gd name="connsiteX13063" fmla="*/ 1711330 w 2119654"/>
              <a:gd name="connsiteY13063" fmla="*/ 1761231 h 2398711"/>
              <a:gd name="connsiteX13064" fmla="*/ 1711362 w 2119654"/>
              <a:gd name="connsiteY13064" fmla="*/ 1763901 h 2398711"/>
              <a:gd name="connsiteX13065" fmla="*/ 1712088 w 2119654"/>
              <a:gd name="connsiteY13065" fmla="*/ 1762979 h 2398711"/>
              <a:gd name="connsiteX13066" fmla="*/ 1711586 w 2119654"/>
              <a:gd name="connsiteY13066" fmla="*/ 1761115 h 2398711"/>
              <a:gd name="connsiteX13067" fmla="*/ 1732879 w 2119654"/>
              <a:gd name="connsiteY13067" fmla="*/ 1712917 h 2398711"/>
              <a:gd name="connsiteX13068" fmla="*/ 1733365 w 2119654"/>
              <a:gd name="connsiteY13068" fmla="*/ 1715216 h 2398711"/>
              <a:gd name="connsiteX13069" fmla="*/ 1733429 w 2119654"/>
              <a:gd name="connsiteY13069" fmla="*/ 1715270 h 2398711"/>
              <a:gd name="connsiteX13070" fmla="*/ 1682056 w 2119654"/>
              <a:gd name="connsiteY13070" fmla="*/ 1826700 h 2398711"/>
              <a:gd name="connsiteX13071" fmla="*/ 1682922 w 2119654"/>
              <a:gd name="connsiteY13071" fmla="*/ 1826814 h 2398711"/>
              <a:gd name="connsiteX13072" fmla="*/ 1682589 w 2119654"/>
              <a:gd name="connsiteY13072" fmla="*/ 1826172 h 2398711"/>
              <a:gd name="connsiteX13073" fmla="*/ 1682366 w 2119654"/>
              <a:gd name="connsiteY13073" fmla="*/ 1826337 h 2398711"/>
              <a:gd name="connsiteX13074" fmla="*/ 1809644 w 2119654"/>
              <a:gd name="connsiteY13074" fmla="*/ 1540964 h 2398711"/>
              <a:gd name="connsiteX13075" fmla="*/ 1809935 w 2119654"/>
              <a:gd name="connsiteY13075" fmla="*/ 1540919 h 2398711"/>
              <a:gd name="connsiteX13076" fmla="*/ 1810554 w 2119654"/>
              <a:gd name="connsiteY13076" fmla="*/ 1540263 h 2398711"/>
              <a:gd name="connsiteX13077" fmla="*/ 1810036 w 2119654"/>
              <a:gd name="connsiteY13077" fmla="*/ 1540606 h 2398711"/>
              <a:gd name="connsiteX13078" fmla="*/ 1754832 w 2119654"/>
              <a:gd name="connsiteY13078" fmla="*/ 1663593 h 2398711"/>
              <a:gd name="connsiteX13079" fmla="*/ 1754974 w 2119654"/>
              <a:gd name="connsiteY13079" fmla="*/ 1663851 h 2398711"/>
              <a:gd name="connsiteX13080" fmla="*/ 1755421 w 2119654"/>
              <a:gd name="connsiteY13080" fmla="*/ 1663294 h 2398711"/>
              <a:gd name="connsiteX13081" fmla="*/ 1755290 w 2119654"/>
              <a:gd name="connsiteY13081" fmla="*/ 1663024 h 2398711"/>
              <a:gd name="connsiteX13082" fmla="*/ 1832190 w 2119654"/>
              <a:gd name="connsiteY13082" fmla="*/ 1490294 h 2398711"/>
              <a:gd name="connsiteX13083" fmla="*/ 1832736 w 2119654"/>
              <a:gd name="connsiteY13083" fmla="*/ 1490787 h 2398711"/>
              <a:gd name="connsiteX13084" fmla="*/ 1832293 w 2119654"/>
              <a:gd name="connsiteY13084" fmla="*/ 1490190 h 2398711"/>
              <a:gd name="connsiteX13085" fmla="*/ 1898183 w 2119654"/>
              <a:gd name="connsiteY13085" fmla="*/ 1342412 h 2398711"/>
              <a:gd name="connsiteX13086" fmla="*/ 1900939 w 2119654"/>
              <a:gd name="connsiteY13086" fmla="*/ 1345259 h 2398711"/>
              <a:gd name="connsiteX13087" fmla="*/ 1904053 w 2119654"/>
              <a:gd name="connsiteY13087" fmla="*/ 1339209 h 2398711"/>
              <a:gd name="connsiteX13088" fmla="*/ 1782039 w 2119654"/>
              <a:gd name="connsiteY13088" fmla="*/ 1602341 h 2398711"/>
              <a:gd name="connsiteX13089" fmla="*/ 1784349 w 2119654"/>
              <a:gd name="connsiteY13089" fmla="*/ 1601880 h 2398711"/>
              <a:gd name="connsiteX13090" fmla="*/ 1783859 w 2119654"/>
              <a:gd name="connsiteY13090" fmla="*/ 1600592 h 2398711"/>
              <a:gd name="connsiteX13091" fmla="*/ 1781616 w 2119654"/>
              <a:gd name="connsiteY13091" fmla="*/ 1603211 h 2398711"/>
              <a:gd name="connsiteX13092" fmla="*/ 1782792 w 2119654"/>
              <a:gd name="connsiteY13092" fmla="*/ 1605509 h 2398711"/>
              <a:gd name="connsiteX13093" fmla="*/ 1785142 w 2119654"/>
              <a:gd name="connsiteY13093" fmla="*/ 1603967 h 2398711"/>
              <a:gd name="connsiteX13094" fmla="*/ 1784626 w 2119654"/>
              <a:gd name="connsiteY13094" fmla="*/ 1602610 h 2398711"/>
              <a:gd name="connsiteX13095" fmla="*/ 1762675 w 2119654"/>
              <a:gd name="connsiteY13095" fmla="*/ 1645586 h 2398711"/>
              <a:gd name="connsiteX13096" fmla="*/ 1762925 w 2119654"/>
              <a:gd name="connsiteY13096" fmla="*/ 1646114 h 2398711"/>
              <a:gd name="connsiteX13097" fmla="*/ 1764423 w 2119654"/>
              <a:gd name="connsiteY13097" fmla="*/ 1645437 h 2398711"/>
              <a:gd name="connsiteX13098" fmla="*/ 1763622 w 2119654"/>
              <a:gd name="connsiteY13098" fmla="*/ 1644574 h 2398711"/>
              <a:gd name="connsiteX13099" fmla="*/ 1728140 w 2119654"/>
              <a:gd name="connsiteY13099" fmla="*/ 1722875 h 2398711"/>
              <a:gd name="connsiteX13100" fmla="*/ 1728474 w 2119654"/>
              <a:gd name="connsiteY13100" fmla="*/ 1723430 h 2398711"/>
              <a:gd name="connsiteX13101" fmla="*/ 1729346 w 2119654"/>
              <a:gd name="connsiteY13101" fmla="*/ 1722335 h 2398711"/>
              <a:gd name="connsiteX13102" fmla="*/ 1841972 w 2119654"/>
              <a:gd name="connsiteY13102" fmla="*/ 1467970 h 2398711"/>
              <a:gd name="connsiteX13103" fmla="*/ 1841974 w 2119654"/>
              <a:gd name="connsiteY13103" fmla="*/ 1467974 h 2398711"/>
              <a:gd name="connsiteX13104" fmla="*/ 1853426 w 2119654"/>
              <a:gd name="connsiteY13104" fmla="*/ 1462107 h 2398711"/>
              <a:gd name="connsiteX13105" fmla="*/ 1861191 w 2119654"/>
              <a:gd name="connsiteY13105" fmla="*/ 1457382 h 2398711"/>
              <a:gd name="connsiteX13106" fmla="*/ 1852149 w 2119654"/>
              <a:gd name="connsiteY13106" fmla="*/ 1460559 h 2398711"/>
              <a:gd name="connsiteX13107" fmla="*/ 1849881 w 2119654"/>
              <a:gd name="connsiteY13107" fmla="*/ 1461254 h 2398711"/>
              <a:gd name="connsiteX13108" fmla="*/ 1808512 w 2119654"/>
              <a:gd name="connsiteY13108" fmla="*/ 1542862 h 2398711"/>
              <a:gd name="connsiteX13109" fmla="*/ 1809553 w 2119654"/>
              <a:gd name="connsiteY13109" fmla="*/ 1544927 h 2398711"/>
              <a:gd name="connsiteX13110" fmla="*/ 1812226 w 2119654"/>
              <a:gd name="connsiteY13110" fmla="*/ 1540969 h 2398711"/>
              <a:gd name="connsiteX13111" fmla="*/ 1809930 w 2119654"/>
              <a:gd name="connsiteY13111" fmla="*/ 1541316 h 2398711"/>
              <a:gd name="connsiteX13112" fmla="*/ 1823970 w 2119654"/>
              <a:gd name="connsiteY13112" fmla="*/ 1508227 h 2398711"/>
              <a:gd name="connsiteX13113" fmla="*/ 1825218 w 2119654"/>
              <a:gd name="connsiteY13113" fmla="*/ 1510368 h 2398711"/>
              <a:gd name="connsiteX13114" fmla="*/ 1830251 w 2119654"/>
              <a:gd name="connsiteY13114" fmla="*/ 1506461 h 2398711"/>
              <a:gd name="connsiteX13115" fmla="*/ 1829017 w 2119654"/>
              <a:gd name="connsiteY13115" fmla="*/ 1505385 h 2398711"/>
              <a:gd name="connsiteX13116" fmla="*/ 1832769 w 2119654"/>
              <a:gd name="connsiteY13116" fmla="*/ 1488487 h 2398711"/>
              <a:gd name="connsiteX13117" fmla="*/ 1832924 w 2119654"/>
              <a:gd name="connsiteY13117" fmla="*/ 1488697 h 2398711"/>
              <a:gd name="connsiteX13118" fmla="*/ 1833891 w 2119654"/>
              <a:gd name="connsiteY13118" fmla="*/ 1488064 h 2398711"/>
              <a:gd name="connsiteX13119" fmla="*/ 1839551 w 2119654"/>
              <a:gd name="connsiteY13119" fmla="*/ 1482115 h 2398711"/>
              <a:gd name="connsiteX13120" fmla="*/ 1621978 w 2119654"/>
              <a:gd name="connsiteY13120" fmla="*/ 1960461 h 2398711"/>
              <a:gd name="connsiteX13121" fmla="*/ 1621709 w 2119654"/>
              <a:gd name="connsiteY13121" fmla="*/ 1961233 h 2398711"/>
              <a:gd name="connsiteX13122" fmla="*/ 1621732 w 2119654"/>
              <a:gd name="connsiteY13122" fmla="*/ 1961822 h 2398711"/>
              <a:gd name="connsiteX13123" fmla="*/ 1624459 w 2119654"/>
              <a:gd name="connsiteY13123" fmla="*/ 1960440 h 2398711"/>
              <a:gd name="connsiteX13124" fmla="*/ 1624317 w 2119654"/>
              <a:gd name="connsiteY13124" fmla="*/ 1959684 h 2398711"/>
              <a:gd name="connsiteX13125" fmla="*/ 1800592 w 2119654"/>
              <a:gd name="connsiteY13125" fmla="*/ 1560487 h 2398711"/>
              <a:gd name="connsiteX13126" fmla="*/ 1802180 w 2119654"/>
              <a:gd name="connsiteY13126" fmla="*/ 1560078 h 2398711"/>
              <a:gd name="connsiteX13127" fmla="*/ 1802137 w 2119654"/>
              <a:gd name="connsiteY13127" fmla="*/ 1559859 h 2398711"/>
              <a:gd name="connsiteX13128" fmla="*/ 1760646 w 2119654"/>
              <a:gd name="connsiteY13128" fmla="*/ 1649906 h 2398711"/>
              <a:gd name="connsiteX13129" fmla="*/ 1760686 w 2119654"/>
              <a:gd name="connsiteY13129" fmla="*/ 1650131 h 2398711"/>
              <a:gd name="connsiteX13130" fmla="*/ 1762501 w 2119654"/>
              <a:gd name="connsiteY13130" fmla="*/ 1649728 h 2398711"/>
              <a:gd name="connsiteX13131" fmla="*/ 1763118 w 2119654"/>
              <a:gd name="connsiteY13131" fmla="*/ 1648962 h 2398711"/>
              <a:gd name="connsiteX13132" fmla="*/ 1761560 w 2119654"/>
              <a:gd name="connsiteY13132" fmla="*/ 1649351 h 2398711"/>
              <a:gd name="connsiteX13133" fmla="*/ 1763363 w 2119654"/>
              <a:gd name="connsiteY13133" fmla="*/ 1643804 h 2398711"/>
              <a:gd name="connsiteX13134" fmla="*/ 1763584 w 2119654"/>
              <a:gd name="connsiteY13134" fmla="*/ 1644042 h 2398711"/>
              <a:gd name="connsiteX13135" fmla="*/ 1764567 w 2119654"/>
              <a:gd name="connsiteY13135" fmla="*/ 1643053 h 2398711"/>
              <a:gd name="connsiteX13136" fmla="*/ 1589258 w 2119654"/>
              <a:gd name="connsiteY13136" fmla="*/ 2033643 h 2398711"/>
              <a:gd name="connsiteX13137" fmla="*/ 1589355 w 2119654"/>
              <a:gd name="connsiteY13137" fmla="*/ 2036475 h 2398711"/>
              <a:gd name="connsiteX13138" fmla="*/ 1590688 w 2119654"/>
              <a:gd name="connsiteY13138" fmla="*/ 2036895 h 2398711"/>
              <a:gd name="connsiteX13139" fmla="*/ 1590616 w 2119654"/>
              <a:gd name="connsiteY13139" fmla="*/ 2033405 h 2398711"/>
              <a:gd name="connsiteX13140" fmla="*/ 1622209 w 2119654"/>
              <a:gd name="connsiteY13140" fmla="*/ 1959798 h 2398711"/>
              <a:gd name="connsiteX13141" fmla="*/ 1622103 w 2119654"/>
              <a:gd name="connsiteY13141" fmla="*/ 1960102 h 2398711"/>
              <a:gd name="connsiteX13142" fmla="*/ 1623694 w 2119654"/>
              <a:gd name="connsiteY13142" fmla="*/ 1959574 h 2398711"/>
              <a:gd name="connsiteX13143" fmla="*/ 1633062 w 2119654"/>
              <a:gd name="connsiteY13143" fmla="*/ 1935461 h 2398711"/>
              <a:gd name="connsiteX13144" fmla="*/ 1633153 w 2119654"/>
              <a:gd name="connsiteY13144" fmla="*/ 1936500 h 2398711"/>
              <a:gd name="connsiteX13145" fmla="*/ 1639428 w 2119654"/>
              <a:gd name="connsiteY13145" fmla="*/ 1933480 h 2398711"/>
              <a:gd name="connsiteX13146" fmla="*/ 1640151 w 2119654"/>
              <a:gd name="connsiteY13146" fmla="*/ 1932968 h 2398711"/>
              <a:gd name="connsiteX13147" fmla="*/ 1640200 w 2119654"/>
              <a:gd name="connsiteY13147" fmla="*/ 1931641 h 2398711"/>
              <a:gd name="connsiteX13148" fmla="*/ 1655188 w 2119654"/>
              <a:gd name="connsiteY13148" fmla="*/ 1885904 h 2398711"/>
              <a:gd name="connsiteX13149" fmla="*/ 1655272 w 2119654"/>
              <a:gd name="connsiteY13149" fmla="*/ 1886702 h 2398711"/>
              <a:gd name="connsiteX13150" fmla="*/ 1657967 w 2119654"/>
              <a:gd name="connsiteY13150" fmla="*/ 1884323 h 2398711"/>
              <a:gd name="connsiteX13151" fmla="*/ 1680078 w 2119654"/>
              <a:gd name="connsiteY13151" fmla="*/ 1830113 h 2398711"/>
              <a:gd name="connsiteX13152" fmla="*/ 1680086 w 2119654"/>
              <a:gd name="connsiteY13152" fmla="*/ 1830114 h 2398711"/>
              <a:gd name="connsiteX13153" fmla="*/ 1680085 w 2119654"/>
              <a:gd name="connsiteY13153" fmla="*/ 1830108 h 2398711"/>
              <a:gd name="connsiteX13154" fmla="*/ 1642396 w 2119654"/>
              <a:gd name="connsiteY13154" fmla="*/ 1914478 h 2398711"/>
              <a:gd name="connsiteX13155" fmla="*/ 1642426 w 2119654"/>
              <a:gd name="connsiteY13155" fmla="*/ 1915292 h 2398711"/>
              <a:gd name="connsiteX13156" fmla="*/ 1645274 w 2119654"/>
              <a:gd name="connsiteY13156" fmla="*/ 1914014 h 2398711"/>
              <a:gd name="connsiteX13157" fmla="*/ 1711316 w 2119654"/>
              <a:gd name="connsiteY13157" fmla="*/ 1760114 h 2398711"/>
              <a:gd name="connsiteX13158" fmla="*/ 1711321 w 2119654"/>
              <a:gd name="connsiteY13158" fmla="*/ 1760563 h 2398711"/>
              <a:gd name="connsiteX13159" fmla="*/ 1711425 w 2119654"/>
              <a:gd name="connsiteY13159" fmla="*/ 1760517 h 2398711"/>
              <a:gd name="connsiteX13160" fmla="*/ 1590843 w 2119654"/>
              <a:gd name="connsiteY13160" fmla="*/ 2029763 h 2398711"/>
              <a:gd name="connsiteX13161" fmla="*/ 1590910 w 2119654"/>
              <a:gd name="connsiteY13161" fmla="*/ 2033036 h 2398711"/>
              <a:gd name="connsiteX13162" fmla="*/ 1591095 w 2119654"/>
              <a:gd name="connsiteY13162" fmla="*/ 2033067 h 2398711"/>
              <a:gd name="connsiteX13163" fmla="*/ 1594219 w 2119654"/>
              <a:gd name="connsiteY13163" fmla="*/ 2032564 h 2398711"/>
              <a:gd name="connsiteX13164" fmla="*/ 1595489 w 2119654"/>
              <a:gd name="connsiteY13164" fmla="*/ 2029335 h 2398711"/>
              <a:gd name="connsiteX13165" fmla="*/ 1592860 w 2119654"/>
              <a:gd name="connsiteY13165" fmla="*/ 2029450 h 2398711"/>
              <a:gd name="connsiteX13166" fmla="*/ 1810950 w 2119654"/>
              <a:gd name="connsiteY13166" fmla="*/ 1536743 h 2398711"/>
              <a:gd name="connsiteX13167" fmla="*/ 1812737 w 2119654"/>
              <a:gd name="connsiteY13167" fmla="*/ 1535458 h 2398711"/>
              <a:gd name="connsiteX13168" fmla="*/ 1813738 w 2119654"/>
              <a:gd name="connsiteY13168" fmla="*/ 1534027 h 2398711"/>
              <a:gd name="connsiteX13169" fmla="*/ 1812424 w 2119654"/>
              <a:gd name="connsiteY13169" fmla="*/ 1534570 h 2398711"/>
              <a:gd name="connsiteX13170" fmla="*/ 1623985 w 2119654"/>
              <a:gd name="connsiteY13170" fmla="*/ 1955388 h 2398711"/>
              <a:gd name="connsiteX13171" fmla="*/ 1624176 w 2119654"/>
              <a:gd name="connsiteY13171" fmla="*/ 1956405 h 2398711"/>
              <a:gd name="connsiteX13172" fmla="*/ 1624282 w 2119654"/>
              <a:gd name="connsiteY13172" fmla="*/ 1956402 h 2398711"/>
              <a:gd name="connsiteX13173" fmla="*/ 1625836 w 2119654"/>
              <a:gd name="connsiteY13173" fmla="*/ 1955801 h 2398711"/>
              <a:gd name="connsiteX13174" fmla="*/ 1872889 w 2119654"/>
              <a:gd name="connsiteY13174" fmla="*/ 1398025 h 2398711"/>
              <a:gd name="connsiteX13175" fmla="*/ 1873472 w 2119654"/>
              <a:gd name="connsiteY13175" fmla="*/ 1398618 h 2398711"/>
              <a:gd name="connsiteX13176" fmla="*/ 1873952 w 2119654"/>
              <a:gd name="connsiteY13176" fmla="*/ 1397687 h 2398711"/>
              <a:gd name="connsiteX13177" fmla="*/ 1589238 w 2119654"/>
              <a:gd name="connsiteY13177" fmla="*/ 2033136 h 2398711"/>
              <a:gd name="connsiteX13178" fmla="*/ 1589243 w 2119654"/>
              <a:gd name="connsiteY13178" fmla="*/ 2033203 h 2398711"/>
              <a:gd name="connsiteX13179" fmla="*/ 1589248 w 2119654"/>
              <a:gd name="connsiteY13179" fmla="*/ 2033366 h 2398711"/>
              <a:gd name="connsiteX13180" fmla="*/ 1589964 w 2119654"/>
              <a:gd name="connsiteY13180" fmla="*/ 2033250 h 2398711"/>
              <a:gd name="connsiteX13181" fmla="*/ 1731773 w 2119654"/>
              <a:gd name="connsiteY13181" fmla="*/ 1713842 h 2398711"/>
              <a:gd name="connsiteX13182" fmla="*/ 1733205 w 2119654"/>
              <a:gd name="connsiteY13182" fmla="*/ 1715076 h 2398711"/>
              <a:gd name="connsiteX13183" fmla="*/ 1732941 w 2119654"/>
              <a:gd name="connsiteY13183" fmla="*/ 1713833 h 2398711"/>
              <a:gd name="connsiteX13184" fmla="*/ 1732690 w 2119654"/>
              <a:gd name="connsiteY13184" fmla="*/ 1712718 h 2398711"/>
              <a:gd name="connsiteX13185" fmla="*/ 1732376 w 2119654"/>
              <a:gd name="connsiteY13185" fmla="*/ 1712926 h 2398711"/>
              <a:gd name="connsiteX13186" fmla="*/ 1679696 w 2119654"/>
              <a:gd name="connsiteY13186" fmla="*/ 1830408 h 2398711"/>
              <a:gd name="connsiteX13187" fmla="*/ 1680041 w 2119654"/>
              <a:gd name="connsiteY13187" fmla="*/ 1830283 h 2398711"/>
              <a:gd name="connsiteX13188" fmla="*/ 1679880 w 2119654"/>
              <a:gd name="connsiteY13188" fmla="*/ 1830265 h 2398711"/>
              <a:gd name="connsiteX13189" fmla="*/ 1817474 w 2119654"/>
              <a:gd name="connsiteY13189" fmla="*/ 1521893 h 2398711"/>
              <a:gd name="connsiteX13190" fmla="*/ 1817804 w 2119654"/>
              <a:gd name="connsiteY13190" fmla="*/ 1522887 h 2398711"/>
              <a:gd name="connsiteX13191" fmla="*/ 1820304 w 2119654"/>
              <a:gd name="connsiteY13191" fmla="*/ 1521776 h 2398711"/>
              <a:gd name="connsiteX13192" fmla="*/ 1820339 w 2119654"/>
              <a:gd name="connsiteY13192" fmla="*/ 1521723 h 2398711"/>
              <a:gd name="connsiteX13193" fmla="*/ 1819813 w 2119654"/>
              <a:gd name="connsiteY13193" fmla="*/ 1519727 h 2398711"/>
              <a:gd name="connsiteX13194" fmla="*/ 1623273 w 2119654"/>
              <a:gd name="connsiteY13194" fmla="*/ 1956741 h 2398711"/>
              <a:gd name="connsiteX13195" fmla="*/ 1623252 w 2119654"/>
              <a:gd name="connsiteY13195" fmla="*/ 1956800 h 2398711"/>
              <a:gd name="connsiteX13196" fmla="*/ 1623417 w 2119654"/>
              <a:gd name="connsiteY13196" fmla="*/ 1956737 h 2398711"/>
              <a:gd name="connsiteX13197" fmla="*/ 1808841 w 2119654"/>
              <a:gd name="connsiteY13197" fmla="*/ 1541086 h 2398711"/>
              <a:gd name="connsiteX13198" fmla="*/ 1809037 w 2119654"/>
              <a:gd name="connsiteY13198" fmla="*/ 1541056 h 2398711"/>
              <a:gd name="connsiteX13199" fmla="*/ 1809377 w 2119654"/>
              <a:gd name="connsiteY13199" fmla="*/ 1540829 h 2398711"/>
              <a:gd name="connsiteX13200" fmla="*/ 1813348 w 2119654"/>
              <a:gd name="connsiteY13200" fmla="*/ 1537294 h 2398711"/>
              <a:gd name="connsiteX13201" fmla="*/ 1815442 w 2119654"/>
              <a:gd name="connsiteY13201" fmla="*/ 1535010 h 2398711"/>
              <a:gd name="connsiteX13202" fmla="*/ 1810323 w 2119654"/>
              <a:gd name="connsiteY13202" fmla="*/ 1539015 h 2398711"/>
              <a:gd name="connsiteX13203" fmla="*/ 1820129 w 2119654"/>
              <a:gd name="connsiteY13203" fmla="*/ 1515782 h 2398711"/>
              <a:gd name="connsiteX13204" fmla="*/ 1820383 w 2119654"/>
              <a:gd name="connsiteY13204" fmla="*/ 1516748 h 2398711"/>
              <a:gd name="connsiteX13205" fmla="*/ 1824937 w 2119654"/>
              <a:gd name="connsiteY13205" fmla="*/ 1512863 h 2398711"/>
              <a:gd name="connsiteX13206" fmla="*/ 1824905 w 2119654"/>
              <a:gd name="connsiteY13206" fmla="*/ 1513165 h 2398711"/>
              <a:gd name="connsiteX13207" fmla="*/ 1820443 w 2119654"/>
              <a:gd name="connsiteY13207" fmla="*/ 1516971 h 2398711"/>
              <a:gd name="connsiteX13208" fmla="*/ 1820699 w 2119654"/>
              <a:gd name="connsiteY13208" fmla="*/ 1517945 h 2398711"/>
              <a:gd name="connsiteX13209" fmla="*/ 1821503 w 2119654"/>
              <a:gd name="connsiteY13209" fmla="*/ 1517600 h 2398711"/>
              <a:gd name="connsiteX13210" fmla="*/ 1825699 w 2119654"/>
              <a:gd name="connsiteY13210" fmla="*/ 1513817 h 2398711"/>
              <a:gd name="connsiteX13211" fmla="*/ 1825826 w 2119654"/>
              <a:gd name="connsiteY13211" fmla="*/ 1513630 h 2398711"/>
              <a:gd name="connsiteX13212" fmla="*/ 1824538 w 2119654"/>
              <a:gd name="connsiteY13212" fmla="*/ 1512345 h 2398711"/>
              <a:gd name="connsiteX13213" fmla="*/ 1623592 w 2119654"/>
              <a:gd name="connsiteY13213" fmla="*/ 1955824 h 2398711"/>
              <a:gd name="connsiteX13214" fmla="*/ 1623384 w 2119654"/>
              <a:gd name="connsiteY13214" fmla="*/ 1956420 h 2398711"/>
              <a:gd name="connsiteX13215" fmla="*/ 1623703 w 2119654"/>
              <a:gd name="connsiteY13215" fmla="*/ 1956414 h 2398711"/>
              <a:gd name="connsiteX13216" fmla="*/ 1761646 w 2119654"/>
              <a:gd name="connsiteY13216" fmla="*/ 1646688 h 2398711"/>
              <a:gd name="connsiteX13217" fmla="*/ 1761664 w 2119654"/>
              <a:gd name="connsiteY13217" fmla="*/ 1646685 h 2398711"/>
              <a:gd name="connsiteX13218" fmla="*/ 1762438 w 2119654"/>
              <a:gd name="connsiteY13218" fmla="*/ 1646335 h 2398711"/>
              <a:gd name="connsiteX13219" fmla="*/ 1762282 w 2119654"/>
              <a:gd name="connsiteY13219" fmla="*/ 1646007 h 2398711"/>
              <a:gd name="connsiteX13220" fmla="*/ 1790228 w 2119654"/>
              <a:gd name="connsiteY13220" fmla="*/ 1582676 h 2398711"/>
              <a:gd name="connsiteX13221" fmla="*/ 1803529 w 2119654"/>
              <a:gd name="connsiteY13221" fmla="*/ 1578004 h 2398711"/>
              <a:gd name="connsiteX13222" fmla="*/ 1801792 w 2119654"/>
              <a:gd name="connsiteY13222" fmla="*/ 1575071 h 2398711"/>
              <a:gd name="connsiteX13223" fmla="*/ 1799653 w 2119654"/>
              <a:gd name="connsiteY13223" fmla="*/ 1576511 h 2398711"/>
              <a:gd name="connsiteX13224" fmla="*/ 1760038 w 2119654"/>
              <a:gd name="connsiteY13224" fmla="*/ 1650274 h 2398711"/>
              <a:gd name="connsiteX13225" fmla="*/ 1760602 w 2119654"/>
              <a:gd name="connsiteY13225" fmla="*/ 1650149 h 2398711"/>
              <a:gd name="connsiteX13226" fmla="*/ 1760567 w 2119654"/>
              <a:gd name="connsiteY13226" fmla="*/ 1649953 h 2398711"/>
              <a:gd name="connsiteX13227" fmla="*/ 1728042 w 2119654"/>
              <a:gd name="connsiteY13227" fmla="*/ 1721825 h 2398711"/>
              <a:gd name="connsiteX13228" fmla="*/ 1728031 w 2119654"/>
              <a:gd name="connsiteY13228" fmla="*/ 1722205 h 2398711"/>
              <a:gd name="connsiteX13229" fmla="*/ 1730192 w 2119654"/>
              <a:gd name="connsiteY13229" fmla="*/ 1721272 h 2398711"/>
              <a:gd name="connsiteX13230" fmla="*/ 1730769 w 2119654"/>
              <a:gd name="connsiteY13230" fmla="*/ 1720548 h 2398711"/>
              <a:gd name="connsiteX13231" fmla="*/ 1897700 w 2119654"/>
              <a:gd name="connsiteY13231" fmla="*/ 1341911 h 2398711"/>
              <a:gd name="connsiteX13232" fmla="*/ 1897902 w 2119654"/>
              <a:gd name="connsiteY13232" fmla="*/ 1342120 h 2398711"/>
              <a:gd name="connsiteX13233" fmla="*/ 1904372 w 2119654"/>
              <a:gd name="connsiteY13233" fmla="*/ 1338592 h 2398711"/>
              <a:gd name="connsiteX13234" fmla="*/ 1904852 w 2119654"/>
              <a:gd name="connsiteY13234" fmla="*/ 1337658 h 2398711"/>
              <a:gd name="connsiteX13235" fmla="*/ 1905210 w 2119654"/>
              <a:gd name="connsiteY13235" fmla="*/ 1336695 h 2398711"/>
              <a:gd name="connsiteX13236" fmla="*/ 1897933 w 2119654"/>
              <a:gd name="connsiteY13236" fmla="*/ 1341763 h 2398711"/>
              <a:gd name="connsiteX13237" fmla="*/ 1808213 w 2119654"/>
              <a:gd name="connsiteY13237" fmla="*/ 1542273 h 2398711"/>
              <a:gd name="connsiteX13238" fmla="*/ 1808369 w 2119654"/>
              <a:gd name="connsiteY13238" fmla="*/ 1542583 h 2398711"/>
              <a:gd name="connsiteX13239" fmla="*/ 1809501 w 2119654"/>
              <a:gd name="connsiteY13239" fmla="*/ 1541382 h 2398711"/>
              <a:gd name="connsiteX13240" fmla="*/ 1809127 w 2119654"/>
              <a:gd name="connsiteY13240" fmla="*/ 1541437 h 2398711"/>
              <a:gd name="connsiteX13241" fmla="*/ 1746629 w 2119654"/>
              <a:gd name="connsiteY13241" fmla="*/ 1680039 h 2398711"/>
              <a:gd name="connsiteX13242" fmla="*/ 1746620 w 2119654"/>
              <a:gd name="connsiteY13242" fmla="*/ 1680183 h 2398711"/>
              <a:gd name="connsiteX13243" fmla="*/ 1746775 w 2119654"/>
              <a:gd name="connsiteY13243" fmla="*/ 1680006 h 2398711"/>
              <a:gd name="connsiteX13244" fmla="*/ 1616359 w 2119654"/>
              <a:gd name="connsiteY13244" fmla="*/ 1971730 h 2398711"/>
              <a:gd name="connsiteX13245" fmla="*/ 1616327 w 2119654"/>
              <a:gd name="connsiteY13245" fmla="*/ 1972605 h 2398711"/>
              <a:gd name="connsiteX13246" fmla="*/ 1616883 w 2119654"/>
              <a:gd name="connsiteY13246" fmla="*/ 1972632 h 2398711"/>
              <a:gd name="connsiteX13247" fmla="*/ 1617101 w 2119654"/>
              <a:gd name="connsiteY13247" fmla="*/ 1972005 h 2398711"/>
              <a:gd name="connsiteX13248" fmla="*/ 1552347 w 2119654"/>
              <a:gd name="connsiteY13248" fmla="*/ 2115060 h 2398711"/>
              <a:gd name="connsiteX13249" fmla="*/ 1555283 w 2119654"/>
              <a:gd name="connsiteY13249" fmla="*/ 2115939 h 2398711"/>
              <a:gd name="connsiteX13250" fmla="*/ 1555581 w 2119654"/>
              <a:gd name="connsiteY13250" fmla="*/ 2115529 h 2398711"/>
              <a:gd name="connsiteX13251" fmla="*/ 1808402 w 2119654"/>
              <a:gd name="connsiteY13251" fmla="*/ 1541698 h 2398711"/>
              <a:gd name="connsiteX13252" fmla="*/ 1808443 w 2119654"/>
              <a:gd name="connsiteY13252" fmla="*/ 1541662 h 2398711"/>
              <a:gd name="connsiteX13253" fmla="*/ 1808415 w 2119654"/>
              <a:gd name="connsiteY13253" fmla="*/ 1541681 h 2398711"/>
              <a:gd name="connsiteX13254" fmla="*/ 1831675 w 2119654"/>
              <a:gd name="connsiteY13254" fmla="*/ 1489515 h 2398711"/>
              <a:gd name="connsiteX13255" fmla="*/ 1831753 w 2119654"/>
              <a:gd name="connsiteY13255" fmla="*/ 1489464 h 2398711"/>
              <a:gd name="connsiteX13256" fmla="*/ 1831743 w 2119654"/>
              <a:gd name="connsiteY13256" fmla="*/ 1489451 h 2398711"/>
              <a:gd name="connsiteX13257" fmla="*/ 1813622 w 2119654"/>
              <a:gd name="connsiteY13257" fmla="*/ 1529897 h 2398711"/>
              <a:gd name="connsiteX13258" fmla="*/ 1814437 w 2119654"/>
              <a:gd name="connsiteY13258" fmla="*/ 1530430 h 2398711"/>
              <a:gd name="connsiteX13259" fmla="*/ 1815734 w 2119654"/>
              <a:gd name="connsiteY13259" fmla="*/ 1528517 h 2398711"/>
              <a:gd name="connsiteX13260" fmla="*/ 1624257 w 2119654"/>
              <a:gd name="connsiteY13260" fmla="*/ 1953913 h 2398711"/>
              <a:gd name="connsiteX13261" fmla="*/ 1623909 w 2119654"/>
              <a:gd name="connsiteY13261" fmla="*/ 1954916 h 2398711"/>
              <a:gd name="connsiteX13262" fmla="*/ 1626582 w 2119654"/>
              <a:gd name="connsiteY13262" fmla="*/ 1955512 h 2398711"/>
              <a:gd name="connsiteX13263" fmla="*/ 1626592 w 2119654"/>
              <a:gd name="connsiteY13263" fmla="*/ 1955508 h 2398711"/>
              <a:gd name="connsiteX13264" fmla="*/ 1625583 w 2119654"/>
              <a:gd name="connsiteY13264" fmla="*/ 1953191 h 2398711"/>
              <a:gd name="connsiteX13265" fmla="*/ 1758751 w 2119654"/>
              <a:gd name="connsiteY13265" fmla="*/ 1652679 h 2398711"/>
              <a:gd name="connsiteX13266" fmla="*/ 1759039 w 2119654"/>
              <a:gd name="connsiteY13266" fmla="*/ 1654021 h 2398711"/>
              <a:gd name="connsiteX13267" fmla="*/ 1760447 w 2119654"/>
              <a:gd name="connsiteY13267" fmla="*/ 1652276 h 2398711"/>
              <a:gd name="connsiteX13268" fmla="*/ 1760297 w 2119654"/>
              <a:gd name="connsiteY13268" fmla="*/ 1652019 h 2398711"/>
              <a:gd name="connsiteX13269" fmla="*/ 1759486 w 2119654"/>
              <a:gd name="connsiteY13269" fmla="*/ 1652199 h 2398711"/>
              <a:gd name="connsiteX13270" fmla="*/ 1752686 w 2119654"/>
              <a:gd name="connsiteY13270" fmla="*/ 1666253 h 2398711"/>
              <a:gd name="connsiteX13271" fmla="*/ 1753218 w 2119654"/>
              <a:gd name="connsiteY13271" fmla="*/ 1666037 h 2398711"/>
              <a:gd name="connsiteX13272" fmla="*/ 1754691 w 2119654"/>
              <a:gd name="connsiteY13272" fmla="*/ 1664203 h 2398711"/>
              <a:gd name="connsiteX13273" fmla="*/ 1754548 w 2119654"/>
              <a:gd name="connsiteY13273" fmla="*/ 1663944 h 2398711"/>
              <a:gd name="connsiteX13274" fmla="*/ 1797277 w 2119654"/>
              <a:gd name="connsiteY13274" fmla="*/ 1566223 h 2398711"/>
              <a:gd name="connsiteX13275" fmla="*/ 1797628 w 2119654"/>
              <a:gd name="connsiteY13275" fmla="*/ 1566817 h 2398711"/>
              <a:gd name="connsiteX13276" fmla="*/ 1799859 w 2119654"/>
              <a:gd name="connsiteY13276" fmla="*/ 1565277 h 2398711"/>
              <a:gd name="connsiteX13277" fmla="*/ 1653023 w 2119654"/>
              <a:gd name="connsiteY13277" fmla="*/ 1889220 h 2398711"/>
              <a:gd name="connsiteX13278" fmla="*/ 1655031 w 2119654"/>
              <a:gd name="connsiteY13278" fmla="*/ 1889122 h 2398711"/>
              <a:gd name="connsiteX13279" fmla="*/ 1655359 w 2119654"/>
              <a:gd name="connsiteY13279" fmla="*/ 1888908 h 2398711"/>
              <a:gd name="connsiteX13280" fmla="*/ 1655330 w 2119654"/>
              <a:gd name="connsiteY13280" fmla="*/ 1888638 h 2398711"/>
              <a:gd name="connsiteX13281" fmla="*/ 1653107 w 2119654"/>
              <a:gd name="connsiteY13281" fmla="*/ 1889146 h 2398711"/>
              <a:gd name="connsiteX13282" fmla="*/ 1822886 w 2119654"/>
              <a:gd name="connsiteY13282" fmla="*/ 1508837 h 2398711"/>
              <a:gd name="connsiteX13283" fmla="*/ 1824769 w 2119654"/>
              <a:gd name="connsiteY13283" fmla="*/ 1510716 h 2398711"/>
              <a:gd name="connsiteX13284" fmla="*/ 1825108 w 2119654"/>
              <a:gd name="connsiteY13284" fmla="*/ 1510453 h 2398711"/>
              <a:gd name="connsiteX13285" fmla="*/ 1823780 w 2119654"/>
              <a:gd name="connsiteY13285" fmla="*/ 1508334 h 2398711"/>
              <a:gd name="connsiteX13286" fmla="*/ 1752443 w 2119654"/>
              <a:gd name="connsiteY13286" fmla="*/ 1666555 h 2398711"/>
              <a:gd name="connsiteX13287" fmla="*/ 1752557 w 2119654"/>
              <a:gd name="connsiteY13287" fmla="*/ 1666860 h 2398711"/>
              <a:gd name="connsiteX13288" fmla="*/ 1753037 w 2119654"/>
              <a:gd name="connsiteY13288" fmla="*/ 1666262 h 2398711"/>
              <a:gd name="connsiteX13289" fmla="*/ 1752504 w 2119654"/>
              <a:gd name="connsiteY13289" fmla="*/ 1666479 h 2398711"/>
              <a:gd name="connsiteX13290" fmla="*/ 1731433 w 2119654"/>
              <a:gd name="connsiteY13290" fmla="*/ 1713550 h 2398711"/>
              <a:gd name="connsiteX13291" fmla="*/ 1731588 w 2119654"/>
              <a:gd name="connsiteY13291" fmla="*/ 1713683 h 2398711"/>
              <a:gd name="connsiteX13292" fmla="*/ 1731878 w 2119654"/>
              <a:gd name="connsiteY13292" fmla="*/ 1713256 h 2398711"/>
              <a:gd name="connsiteX13293" fmla="*/ 1719438 w 2119654"/>
              <a:gd name="connsiteY13293" fmla="*/ 1740406 h 2398711"/>
              <a:gd name="connsiteX13294" fmla="*/ 1719602 w 2119654"/>
              <a:gd name="connsiteY13294" fmla="*/ 1740425 h 2398711"/>
              <a:gd name="connsiteX13295" fmla="*/ 1719573 w 2119654"/>
              <a:gd name="connsiteY13295" fmla="*/ 1740318 h 2398711"/>
              <a:gd name="connsiteX13296" fmla="*/ 1652352 w 2119654"/>
              <a:gd name="connsiteY13296" fmla="*/ 1890597 h 2398711"/>
              <a:gd name="connsiteX13297" fmla="*/ 1652436 w 2119654"/>
              <a:gd name="connsiteY13297" fmla="*/ 1890822 h 2398711"/>
              <a:gd name="connsiteX13298" fmla="*/ 1652898 w 2119654"/>
              <a:gd name="connsiteY13298" fmla="*/ 1890519 h 2398711"/>
              <a:gd name="connsiteX13299" fmla="*/ 1640834 w 2119654"/>
              <a:gd name="connsiteY13299" fmla="*/ 1916388 h 2398711"/>
              <a:gd name="connsiteX13300" fmla="*/ 1640798 w 2119654"/>
              <a:gd name="connsiteY13300" fmla="*/ 1917925 h 2398711"/>
              <a:gd name="connsiteX13301" fmla="*/ 1641544 w 2119654"/>
              <a:gd name="connsiteY13301" fmla="*/ 1917962 h 2398711"/>
              <a:gd name="connsiteX13302" fmla="*/ 1641402 w 2119654"/>
              <a:gd name="connsiteY13302" fmla="*/ 1916124 h 2398711"/>
              <a:gd name="connsiteX13303" fmla="*/ 1624905 w 2119654"/>
              <a:gd name="connsiteY13303" fmla="*/ 1952053 h 2398711"/>
              <a:gd name="connsiteX13304" fmla="*/ 1624585 w 2119654"/>
              <a:gd name="connsiteY13304" fmla="*/ 1952973 h 2398711"/>
              <a:gd name="connsiteX13305" fmla="*/ 1625249 w 2119654"/>
              <a:gd name="connsiteY13305" fmla="*/ 1952611 h 2398711"/>
              <a:gd name="connsiteX13306" fmla="*/ 1808040 w 2119654"/>
              <a:gd name="connsiteY13306" fmla="*/ 1541929 h 2398711"/>
              <a:gd name="connsiteX13307" fmla="*/ 1808071 w 2119654"/>
              <a:gd name="connsiteY13307" fmla="*/ 1541993 h 2398711"/>
              <a:gd name="connsiteX13308" fmla="*/ 1808319 w 2119654"/>
              <a:gd name="connsiteY13308" fmla="*/ 1541773 h 2398711"/>
              <a:gd name="connsiteX13309" fmla="*/ 1808355 w 2119654"/>
              <a:gd name="connsiteY13309" fmla="*/ 1541721 h 2398711"/>
              <a:gd name="connsiteX13310" fmla="*/ 1881518 w 2119654"/>
              <a:gd name="connsiteY13310" fmla="*/ 1377392 h 2398711"/>
              <a:gd name="connsiteX13311" fmla="*/ 1885581 w 2119654"/>
              <a:gd name="connsiteY13311" fmla="*/ 1375095 h 2398711"/>
              <a:gd name="connsiteX13312" fmla="*/ 1889536 w 2119654"/>
              <a:gd name="connsiteY13312" fmla="*/ 1367412 h 2398711"/>
              <a:gd name="connsiteX13313" fmla="*/ 1887529 w 2119654"/>
              <a:gd name="connsiteY13313" fmla="*/ 1368384 h 2398711"/>
              <a:gd name="connsiteX13314" fmla="*/ 1676376 w 2119654"/>
              <a:gd name="connsiteY13314" fmla="*/ 1836706 h 2398711"/>
              <a:gd name="connsiteX13315" fmla="*/ 1676577 w 2119654"/>
              <a:gd name="connsiteY13315" fmla="*/ 1837588 h 2398711"/>
              <a:gd name="connsiteX13316" fmla="*/ 1678223 w 2119654"/>
              <a:gd name="connsiteY13316" fmla="*/ 1836138 h 2398711"/>
              <a:gd name="connsiteX13317" fmla="*/ 1679486 w 2119654"/>
              <a:gd name="connsiteY13317" fmla="*/ 1829723 h 2398711"/>
              <a:gd name="connsiteX13318" fmla="*/ 1679961 w 2119654"/>
              <a:gd name="connsiteY13318" fmla="*/ 1829358 h 2398711"/>
              <a:gd name="connsiteX13319" fmla="*/ 1679935 w 2119654"/>
              <a:gd name="connsiteY13319" fmla="*/ 1829196 h 2398711"/>
              <a:gd name="connsiteX13320" fmla="*/ 1758686 w 2119654"/>
              <a:gd name="connsiteY13320" fmla="*/ 1652377 h 2398711"/>
              <a:gd name="connsiteX13321" fmla="*/ 1758691 w 2119654"/>
              <a:gd name="connsiteY13321" fmla="*/ 1652400 h 2398711"/>
              <a:gd name="connsiteX13322" fmla="*/ 1758749 w 2119654"/>
              <a:gd name="connsiteY13322" fmla="*/ 1652362 h 2398711"/>
              <a:gd name="connsiteX13323" fmla="*/ 1762181 w 2119654"/>
              <a:gd name="connsiteY13323" fmla="*/ 1644541 h 2398711"/>
              <a:gd name="connsiteX13324" fmla="*/ 1762473 w 2119654"/>
              <a:gd name="connsiteY13324" fmla="*/ 1645158 h 2398711"/>
              <a:gd name="connsiteX13325" fmla="*/ 1763348 w 2119654"/>
              <a:gd name="connsiteY13325" fmla="*/ 1644279 h 2398711"/>
              <a:gd name="connsiteX13326" fmla="*/ 1763074 w 2119654"/>
              <a:gd name="connsiteY13326" fmla="*/ 1643984 h 2398711"/>
              <a:gd name="connsiteX13327" fmla="*/ 1841477 w 2119654"/>
              <a:gd name="connsiteY13327" fmla="*/ 1466952 h 2398711"/>
              <a:gd name="connsiteX13328" fmla="*/ 1841860 w 2119654"/>
              <a:gd name="connsiteY13328" fmla="*/ 1467739 h 2398711"/>
              <a:gd name="connsiteX13329" fmla="*/ 1849281 w 2119654"/>
              <a:gd name="connsiteY13329" fmla="*/ 1461439 h 2398711"/>
              <a:gd name="connsiteX13330" fmla="*/ 1845348 w 2119654"/>
              <a:gd name="connsiteY13330" fmla="*/ 1462646 h 2398711"/>
              <a:gd name="connsiteX13331" fmla="*/ 1844280 w 2119654"/>
              <a:gd name="connsiteY13331" fmla="*/ 1463453 h 2398711"/>
              <a:gd name="connsiteX13332" fmla="*/ 1843126 w 2119654"/>
              <a:gd name="connsiteY13332" fmla="*/ 1464724 h 2398711"/>
              <a:gd name="connsiteX13333" fmla="*/ 1728069 w 2119654"/>
              <a:gd name="connsiteY13333" fmla="*/ 1720876 h 2398711"/>
              <a:gd name="connsiteX13334" fmla="*/ 1728049 w 2119654"/>
              <a:gd name="connsiteY13334" fmla="*/ 1721568 h 2398711"/>
              <a:gd name="connsiteX13335" fmla="*/ 1731058 w 2119654"/>
              <a:gd name="connsiteY13335" fmla="*/ 1720159 h 2398711"/>
              <a:gd name="connsiteX13336" fmla="*/ 1731571 w 2119654"/>
              <a:gd name="connsiteY13336" fmla="*/ 1719459 h 2398711"/>
              <a:gd name="connsiteX13337" fmla="*/ 1601063 w 2119654"/>
              <a:gd name="connsiteY13337" fmla="*/ 2005204 h 2398711"/>
              <a:gd name="connsiteX13338" fmla="*/ 1603330 w 2119654"/>
              <a:gd name="connsiteY13338" fmla="*/ 2005712 h 2398711"/>
              <a:gd name="connsiteX13339" fmla="*/ 1603719 w 2119654"/>
              <a:gd name="connsiteY13339" fmla="*/ 2001884 h 2398711"/>
              <a:gd name="connsiteX13340" fmla="*/ 1602503 w 2119654"/>
              <a:gd name="connsiteY13340" fmla="*/ 2002895 h 2398711"/>
              <a:gd name="connsiteX13341" fmla="*/ 1633574 w 2119654"/>
              <a:gd name="connsiteY13341" fmla="*/ 1932342 h 2398711"/>
              <a:gd name="connsiteX13342" fmla="*/ 1635654 w 2119654"/>
              <a:gd name="connsiteY13342" fmla="*/ 1931765 h 2398711"/>
              <a:gd name="connsiteX13343" fmla="*/ 1638680 w 2119654"/>
              <a:gd name="connsiteY13343" fmla="*/ 1930195 h 2398711"/>
              <a:gd name="connsiteX13344" fmla="*/ 1635647 w 2119654"/>
              <a:gd name="connsiteY13344" fmla="*/ 1930695 h 2398711"/>
              <a:gd name="connsiteX13345" fmla="*/ 1743131 w 2119654"/>
              <a:gd name="connsiteY13345" fmla="*/ 1687014 h 2398711"/>
              <a:gd name="connsiteX13346" fmla="*/ 1743366 w 2119654"/>
              <a:gd name="connsiteY13346" fmla="*/ 1687700 h 2398711"/>
              <a:gd name="connsiteX13347" fmla="*/ 1744464 w 2119654"/>
              <a:gd name="connsiteY13347" fmla="*/ 1686438 h 2398711"/>
              <a:gd name="connsiteX13348" fmla="*/ 1744521 w 2119654"/>
              <a:gd name="connsiteY13348" fmla="*/ 1685494 h 2398711"/>
              <a:gd name="connsiteX13349" fmla="*/ 1744457 w 2119654"/>
              <a:gd name="connsiteY13349" fmla="*/ 1685501 h 2398711"/>
              <a:gd name="connsiteX13350" fmla="*/ 1616396 w 2119654"/>
              <a:gd name="connsiteY13350" fmla="*/ 1970741 h 2398711"/>
              <a:gd name="connsiteX13351" fmla="*/ 1616377 w 2119654"/>
              <a:gd name="connsiteY13351" fmla="*/ 1971249 h 2398711"/>
              <a:gd name="connsiteX13352" fmla="*/ 1617247 w 2119654"/>
              <a:gd name="connsiteY13352" fmla="*/ 1971586 h 2398711"/>
              <a:gd name="connsiteX13353" fmla="*/ 1617551 w 2119654"/>
              <a:gd name="connsiteY13353" fmla="*/ 1970713 h 2398711"/>
              <a:gd name="connsiteX13354" fmla="*/ 1617551 w 2119654"/>
              <a:gd name="connsiteY13354" fmla="*/ 1970687 h 2398711"/>
              <a:gd name="connsiteX13355" fmla="*/ 1632909 w 2119654"/>
              <a:gd name="connsiteY13355" fmla="*/ 1933709 h 2398711"/>
              <a:gd name="connsiteX13356" fmla="*/ 1633031 w 2119654"/>
              <a:gd name="connsiteY13356" fmla="*/ 1935111 h 2398711"/>
              <a:gd name="connsiteX13357" fmla="*/ 1640215 w 2119654"/>
              <a:gd name="connsiteY13357" fmla="*/ 1931267 h 2398711"/>
              <a:gd name="connsiteX13358" fmla="*/ 1640217 w 2119654"/>
              <a:gd name="connsiteY13358" fmla="*/ 1931211 h 2398711"/>
              <a:gd name="connsiteX13359" fmla="*/ 1640246 w 2119654"/>
              <a:gd name="connsiteY13359" fmla="*/ 1929936 h 2398711"/>
              <a:gd name="connsiteX13360" fmla="*/ 1640149 w 2119654"/>
              <a:gd name="connsiteY13360" fmla="*/ 1929953 h 2398711"/>
              <a:gd name="connsiteX13361" fmla="*/ 1637806 w 2119654"/>
              <a:gd name="connsiteY13361" fmla="*/ 1931168 h 2398711"/>
              <a:gd name="connsiteX13362" fmla="*/ 1639616 w 2119654"/>
              <a:gd name="connsiteY13362" fmla="*/ 1930666 h 2398711"/>
              <a:gd name="connsiteX13363" fmla="*/ 1639464 w 2119654"/>
              <a:gd name="connsiteY13363" fmla="*/ 1930918 h 2398711"/>
              <a:gd name="connsiteX13364" fmla="*/ 1636941 w 2119654"/>
              <a:gd name="connsiteY13364" fmla="*/ 1931617 h 2398711"/>
              <a:gd name="connsiteX13365" fmla="*/ 1719062 w 2119654"/>
              <a:gd name="connsiteY13365" fmla="*/ 1740767 h 2398711"/>
              <a:gd name="connsiteX13366" fmla="*/ 1719197 w 2119654"/>
              <a:gd name="connsiteY13366" fmla="*/ 1741487 h 2398711"/>
              <a:gd name="connsiteX13367" fmla="*/ 1719763 w 2119654"/>
              <a:gd name="connsiteY13367" fmla="*/ 1741021 h 2398711"/>
              <a:gd name="connsiteX13368" fmla="*/ 1719714 w 2119654"/>
              <a:gd name="connsiteY13368" fmla="*/ 1740841 h 2398711"/>
              <a:gd name="connsiteX13369" fmla="*/ 1552193 w 2119654"/>
              <a:gd name="connsiteY13369" fmla="*/ 2114308 h 2398711"/>
              <a:gd name="connsiteX13370" fmla="*/ 1556060 w 2119654"/>
              <a:gd name="connsiteY13370" fmla="*/ 2114868 h 2398711"/>
              <a:gd name="connsiteX13371" fmla="*/ 1557054 w 2119654"/>
              <a:gd name="connsiteY13371" fmla="*/ 2113499 h 2398711"/>
              <a:gd name="connsiteX13372" fmla="*/ 1807886 w 2119654"/>
              <a:gd name="connsiteY13372" fmla="*/ 1541624 h 2398711"/>
              <a:gd name="connsiteX13373" fmla="*/ 1807960 w 2119654"/>
              <a:gd name="connsiteY13373" fmla="*/ 1541770 h 2398711"/>
              <a:gd name="connsiteX13374" fmla="*/ 1808266 w 2119654"/>
              <a:gd name="connsiteY13374" fmla="*/ 1541567 h 2398711"/>
              <a:gd name="connsiteX13375" fmla="*/ 1817871 w 2119654"/>
              <a:gd name="connsiteY13375" fmla="*/ 1519165 h 2398711"/>
              <a:gd name="connsiteX13376" fmla="*/ 1819323 w 2119654"/>
              <a:gd name="connsiteY13376" fmla="*/ 1518538 h 2398711"/>
              <a:gd name="connsiteX13377" fmla="*/ 1819093 w 2119654"/>
              <a:gd name="connsiteY13377" fmla="*/ 1518121 h 2398711"/>
              <a:gd name="connsiteX13378" fmla="*/ 1564000 w 2119654"/>
              <a:gd name="connsiteY13378" fmla="*/ 2087609 h 2398711"/>
              <a:gd name="connsiteX13379" fmla="*/ 1559277 w 2119654"/>
              <a:gd name="connsiteY13379" fmla="*/ 2108102 h 2398711"/>
              <a:gd name="connsiteX13380" fmla="*/ 1561252 w 2119654"/>
              <a:gd name="connsiteY13380" fmla="*/ 2107714 h 2398711"/>
              <a:gd name="connsiteX13381" fmla="*/ 1561765 w 2119654"/>
              <a:gd name="connsiteY13381" fmla="*/ 2107007 h 2398711"/>
              <a:gd name="connsiteX13382" fmla="*/ 1573773 w 2119654"/>
              <a:gd name="connsiteY13382" fmla="*/ 2088991 h 2398711"/>
              <a:gd name="connsiteX13383" fmla="*/ 1865152 w 2119654"/>
              <a:gd name="connsiteY13383" fmla="*/ 1413057 h 2398711"/>
              <a:gd name="connsiteX13384" fmla="*/ 1865522 w 2119654"/>
              <a:gd name="connsiteY13384" fmla="*/ 1413822 h 2398711"/>
              <a:gd name="connsiteX13385" fmla="*/ 1865781 w 2119654"/>
              <a:gd name="connsiteY13385" fmla="*/ 1413560 h 2398711"/>
              <a:gd name="connsiteX13386" fmla="*/ 1866491 w 2119654"/>
              <a:gd name="connsiteY13386" fmla="*/ 1412181 h 2398711"/>
              <a:gd name="connsiteX13387" fmla="*/ 1807912 w 2119654"/>
              <a:gd name="connsiteY13387" fmla="*/ 1541225 h 2398711"/>
              <a:gd name="connsiteX13388" fmla="*/ 1808795 w 2119654"/>
              <a:gd name="connsiteY13388" fmla="*/ 1541092 h 2398711"/>
              <a:gd name="connsiteX13389" fmla="*/ 1810157 w 2119654"/>
              <a:gd name="connsiteY13389" fmla="*/ 1539146 h 2398711"/>
              <a:gd name="connsiteX13390" fmla="*/ 1808378 w 2119654"/>
              <a:gd name="connsiteY13390" fmla="*/ 1540537 h 2398711"/>
              <a:gd name="connsiteX13391" fmla="*/ 1653549 w 2119654"/>
              <a:gd name="connsiteY13391" fmla="*/ 1886834 h 2398711"/>
              <a:gd name="connsiteX13392" fmla="*/ 1653644 w 2119654"/>
              <a:gd name="connsiteY13392" fmla="*/ 1887358 h 2398711"/>
              <a:gd name="connsiteX13393" fmla="*/ 1654291 w 2119654"/>
              <a:gd name="connsiteY13393" fmla="*/ 1887210 h 2398711"/>
              <a:gd name="connsiteX13394" fmla="*/ 1654614 w 2119654"/>
              <a:gd name="connsiteY13394" fmla="*/ 1887098 h 2398711"/>
              <a:gd name="connsiteX13395" fmla="*/ 1655129 w 2119654"/>
              <a:gd name="connsiteY13395" fmla="*/ 1886829 h 2398711"/>
              <a:gd name="connsiteX13396" fmla="*/ 1655137 w 2119654"/>
              <a:gd name="connsiteY13396" fmla="*/ 1886823 h 2398711"/>
              <a:gd name="connsiteX13397" fmla="*/ 1655046 w 2119654"/>
              <a:gd name="connsiteY13397" fmla="*/ 1885984 h 2398711"/>
              <a:gd name="connsiteX13398" fmla="*/ 1706158 w 2119654"/>
              <a:gd name="connsiteY13398" fmla="*/ 1769028 h 2398711"/>
              <a:gd name="connsiteX13399" fmla="*/ 1707771 w 2119654"/>
              <a:gd name="connsiteY13399" fmla="*/ 1768467 h 2398711"/>
              <a:gd name="connsiteX13400" fmla="*/ 1708152 w 2119654"/>
              <a:gd name="connsiteY13400" fmla="*/ 1767983 h 2398711"/>
              <a:gd name="connsiteX13401" fmla="*/ 1706877 w 2119654"/>
              <a:gd name="connsiteY13401" fmla="*/ 1768532 h 2398711"/>
              <a:gd name="connsiteX13402" fmla="*/ 1617794 w 2119654"/>
              <a:gd name="connsiteY13402" fmla="*/ 1966813 h 2398711"/>
              <a:gd name="connsiteX13403" fmla="*/ 1617779 w 2119654"/>
              <a:gd name="connsiteY13403" fmla="*/ 1969557 h 2398711"/>
              <a:gd name="connsiteX13404" fmla="*/ 1617956 w 2119654"/>
              <a:gd name="connsiteY13404" fmla="*/ 1969548 h 2398711"/>
              <a:gd name="connsiteX13405" fmla="*/ 1618981 w 2119654"/>
              <a:gd name="connsiteY13405" fmla="*/ 1966604 h 2398711"/>
              <a:gd name="connsiteX13406" fmla="*/ 1642251 w 2119654"/>
              <a:gd name="connsiteY13406" fmla="*/ 1911954 h 2398711"/>
              <a:gd name="connsiteX13407" fmla="*/ 1642352 w 2119654"/>
              <a:gd name="connsiteY13407" fmla="*/ 1913271 h 2398711"/>
              <a:gd name="connsiteX13408" fmla="*/ 1642380 w 2119654"/>
              <a:gd name="connsiteY13408" fmla="*/ 1914016 h 2398711"/>
              <a:gd name="connsiteX13409" fmla="*/ 1646888 w 2119654"/>
              <a:gd name="connsiteY13409" fmla="*/ 1913289 h 2398711"/>
              <a:gd name="connsiteX13410" fmla="*/ 1650421 w 2119654"/>
              <a:gd name="connsiteY13410" fmla="*/ 1911703 h 2398711"/>
              <a:gd name="connsiteX13411" fmla="*/ 1651662 w 2119654"/>
              <a:gd name="connsiteY13411" fmla="*/ 1911126 h 2398711"/>
              <a:gd name="connsiteX13412" fmla="*/ 1652192 w 2119654"/>
              <a:gd name="connsiteY13412" fmla="*/ 1910118 h 2398711"/>
              <a:gd name="connsiteX13413" fmla="*/ 1632839 w 2119654"/>
              <a:gd name="connsiteY13413" fmla="*/ 1932914 h 2398711"/>
              <a:gd name="connsiteX13414" fmla="*/ 1632865 w 2119654"/>
              <a:gd name="connsiteY13414" fmla="*/ 1933212 h 2398711"/>
              <a:gd name="connsiteX13415" fmla="*/ 1634790 w 2119654"/>
              <a:gd name="connsiteY13415" fmla="*/ 1932214 h 2398711"/>
              <a:gd name="connsiteX13416" fmla="*/ 1633160 w 2119654"/>
              <a:gd name="connsiteY13416" fmla="*/ 1932666 h 2398711"/>
              <a:gd name="connsiteX13417" fmla="*/ 1805969 w 2119654"/>
              <a:gd name="connsiteY13417" fmla="*/ 1545130 h 2398711"/>
              <a:gd name="connsiteX13418" fmla="*/ 1807075 w 2119654"/>
              <a:gd name="connsiteY13418" fmla="*/ 1543956 h 2398711"/>
              <a:gd name="connsiteX13419" fmla="*/ 1806955 w 2119654"/>
              <a:gd name="connsiteY13419" fmla="*/ 1543721 h 2398711"/>
              <a:gd name="connsiteX13420" fmla="*/ 1839958 w 2119654"/>
              <a:gd name="connsiteY13420" fmla="*/ 1469007 h 2398711"/>
              <a:gd name="connsiteX13421" fmla="*/ 1840990 w 2119654"/>
              <a:gd name="connsiteY13421" fmla="*/ 1468478 h 2398711"/>
              <a:gd name="connsiteX13422" fmla="*/ 1841096 w 2119654"/>
              <a:gd name="connsiteY13422" fmla="*/ 1468388 h 2398711"/>
              <a:gd name="connsiteX13423" fmla="*/ 1840789 w 2119654"/>
              <a:gd name="connsiteY13423" fmla="*/ 1467883 h 2398711"/>
              <a:gd name="connsiteX13424" fmla="*/ 1613577 w 2119654"/>
              <a:gd name="connsiteY13424" fmla="*/ 1975885 h 2398711"/>
              <a:gd name="connsiteX13425" fmla="*/ 1613578 w 2119654"/>
              <a:gd name="connsiteY13425" fmla="*/ 1975890 h 2398711"/>
              <a:gd name="connsiteX13426" fmla="*/ 1613656 w 2119654"/>
              <a:gd name="connsiteY13426" fmla="*/ 1975878 h 2398711"/>
              <a:gd name="connsiteX13427" fmla="*/ 1728112 w 2119654"/>
              <a:gd name="connsiteY13427" fmla="*/ 1719402 h 2398711"/>
              <a:gd name="connsiteX13428" fmla="*/ 1728082 w 2119654"/>
              <a:gd name="connsiteY13428" fmla="*/ 1720424 h 2398711"/>
              <a:gd name="connsiteX13429" fmla="*/ 1732036 w 2119654"/>
              <a:gd name="connsiteY13429" fmla="*/ 1718822 h 2398711"/>
              <a:gd name="connsiteX13430" fmla="*/ 1732946 w 2119654"/>
              <a:gd name="connsiteY13430" fmla="*/ 1717580 h 2398711"/>
              <a:gd name="connsiteX13431" fmla="*/ 1730627 w 2119654"/>
              <a:gd name="connsiteY13431" fmla="*/ 1715581 h 2398711"/>
              <a:gd name="connsiteX13432" fmla="*/ 1640874 w 2119654"/>
              <a:gd name="connsiteY13432" fmla="*/ 1914723 h 2398711"/>
              <a:gd name="connsiteX13433" fmla="*/ 1640843 w 2119654"/>
              <a:gd name="connsiteY13433" fmla="*/ 1916002 h 2398711"/>
              <a:gd name="connsiteX13434" fmla="*/ 1641374 w 2119654"/>
              <a:gd name="connsiteY13434" fmla="*/ 1915764 h 2398711"/>
              <a:gd name="connsiteX13435" fmla="*/ 1641288 w 2119654"/>
              <a:gd name="connsiteY13435" fmla="*/ 1914657 h 2398711"/>
              <a:gd name="connsiteX13436" fmla="*/ 1627809 w 2119654"/>
              <a:gd name="connsiteY13436" fmla="*/ 1943704 h 2398711"/>
              <a:gd name="connsiteX13437" fmla="*/ 1627292 w 2119654"/>
              <a:gd name="connsiteY13437" fmla="*/ 1945189 h 2398711"/>
              <a:gd name="connsiteX13438" fmla="*/ 1627912 w 2119654"/>
              <a:gd name="connsiteY13438" fmla="*/ 1944871 h 2398711"/>
              <a:gd name="connsiteX13439" fmla="*/ 1627879 w 2119654"/>
              <a:gd name="connsiteY13439" fmla="*/ 1944457 h 2398711"/>
              <a:gd name="connsiteX13440" fmla="*/ 1633661 w 2119654"/>
              <a:gd name="connsiteY13440" fmla="*/ 1930565 h 2398711"/>
              <a:gd name="connsiteX13441" fmla="*/ 1635764 w 2119654"/>
              <a:gd name="connsiteY13441" fmla="*/ 1930239 h 2398711"/>
              <a:gd name="connsiteX13442" fmla="*/ 1637031 w 2119654"/>
              <a:gd name="connsiteY13442" fmla="*/ 1929261 h 2398711"/>
              <a:gd name="connsiteX13443" fmla="*/ 1580519 w 2119654"/>
              <a:gd name="connsiteY13443" fmla="*/ 2049492 h 2398711"/>
              <a:gd name="connsiteX13444" fmla="*/ 1587867 w 2119654"/>
              <a:gd name="connsiteY13444" fmla="*/ 2048441 h 2398711"/>
              <a:gd name="connsiteX13445" fmla="*/ 1588884 w 2119654"/>
              <a:gd name="connsiteY13445" fmla="*/ 2045956 h 2398711"/>
              <a:gd name="connsiteX13446" fmla="*/ 1588741 w 2119654"/>
              <a:gd name="connsiteY13446" fmla="*/ 2044058 h 2398711"/>
              <a:gd name="connsiteX13447" fmla="*/ 1587671 w 2119654"/>
              <a:gd name="connsiteY13447" fmla="*/ 2044046 h 2398711"/>
              <a:gd name="connsiteX13448" fmla="*/ 1622852 w 2119654"/>
              <a:gd name="connsiteY13448" fmla="*/ 1954680 h 2398711"/>
              <a:gd name="connsiteX13449" fmla="*/ 1623110 w 2119654"/>
              <a:gd name="connsiteY13449" fmla="*/ 1954738 h 2398711"/>
              <a:gd name="connsiteX13450" fmla="*/ 1623195 w 2119654"/>
              <a:gd name="connsiteY13450" fmla="*/ 1954493 h 2398711"/>
              <a:gd name="connsiteX13451" fmla="*/ 1628190 w 2119654"/>
              <a:gd name="connsiteY13451" fmla="*/ 1942609 h 2398711"/>
              <a:gd name="connsiteX13452" fmla="*/ 1628014 w 2119654"/>
              <a:gd name="connsiteY13452" fmla="*/ 1943113 h 2398711"/>
              <a:gd name="connsiteX13453" fmla="*/ 1628143 w 2119654"/>
              <a:gd name="connsiteY13453" fmla="*/ 1944753 h 2398711"/>
              <a:gd name="connsiteX13454" fmla="*/ 1632662 w 2119654"/>
              <a:gd name="connsiteY13454" fmla="*/ 1942438 h 2398711"/>
              <a:gd name="connsiteX13455" fmla="*/ 1632414 w 2119654"/>
              <a:gd name="connsiteY13455" fmla="*/ 1939618 h 2398711"/>
              <a:gd name="connsiteX13456" fmla="*/ 1815091 w 2119654"/>
              <a:gd name="connsiteY13456" fmla="*/ 1524094 h 2398711"/>
              <a:gd name="connsiteX13457" fmla="*/ 1816073 w 2119654"/>
              <a:gd name="connsiteY13457" fmla="*/ 1523658 h 2398711"/>
              <a:gd name="connsiteX13458" fmla="*/ 1815955 w 2119654"/>
              <a:gd name="connsiteY13458" fmla="*/ 1523301 h 2398711"/>
              <a:gd name="connsiteX13459" fmla="*/ 1815297 w 2119654"/>
              <a:gd name="connsiteY13459" fmla="*/ 1523909 h 2398711"/>
              <a:gd name="connsiteX13460" fmla="*/ 1592307 w 2119654"/>
              <a:gd name="connsiteY13460" fmla="*/ 2022927 h 2398711"/>
              <a:gd name="connsiteX13461" fmla="*/ 1592677 w 2119654"/>
              <a:gd name="connsiteY13461" fmla="*/ 2023586 h 2398711"/>
              <a:gd name="connsiteX13462" fmla="*/ 1592960 w 2119654"/>
              <a:gd name="connsiteY13462" fmla="*/ 2023678 h 2398711"/>
              <a:gd name="connsiteX13463" fmla="*/ 1597371 w 2119654"/>
              <a:gd name="connsiteY13463" fmla="*/ 2024548 h 2398711"/>
              <a:gd name="connsiteX13464" fmla="*/ 1597594 w 2119654"/>
              <a:gd name="connsiteY13464" fmla="*/ 2023981 h 2398711"/>
              <a:gd name="connsiteX13465" fmla="*/ 1593445 w 2119654"/>
              <a:gd name="connsiteY13465" fmla="*/ 2022887 h 2398711"/>
              <a:gd name="connsiteX13466" fmla="*/ 1816856 w 2119654"/>
              <a:gd name="connsiteY13466" fmla="*/ 1520030 h 2398711"/>
              <a:gd name="connsiteX13467" fmla="*/ 1817305 w 2119654"/>
              <a:gd name="connsiteY13467" fmla="*/ 1521384 h 2398711"/>
              <a:gd name="connsiteX13468" fmla="*/ 1819684 w 2119654"/>
              <a:gd name="connsiteY13468" fmla="*/ 1519238 h 2398711"/>
              <a:gd name="connsiteX13469" fmla="*/ 1819662 w 2119654"/>
              <a:gd name="connsiteY13469" fmla="*/ 1519154 h 2398711"/>
              <a:gd name="connsiteX13470" fmla="*/ 1819417 w 2119654"/>
              <a:gd name="connsiteY13470" fmla="*/ 1518711 h 2398711"/>
              <a:gd name="connsiteX13471" fmla="*/ 1817367 w 2119654"/>
              <a:gd name="connsiteY13471" fmla="*/ 1519594 h 2398711"/>
              <a:gd name="connsiteX13472" fmla="*/ 1806357 w 2119654"/>
              <a:gd name="connsiteY13472" fmla="*/ 1543519 h 2398711"/>
              <a:gd name="connsiteX13473" fmla="*/ 1806700 w 2119654"/>
              <a:gd name="connsiteY13473" fmla="*/ 1543214 h 2398711"/>
              <a:gd name="connsiteX13474" fmla="*/ 1806642 w 2119654"/>
              <a:gd name="connsiteY13474" fmla="*/ 1543098 h 2398711"/>
              <a:gd name="connsiteX13475" fmla="*/ 1702985 w 2119654"/>
              <a:gd name="connsiteY13475" fmla="*/ 1774941 h 2398711"/>
              <a:gd name="connsiteX13476" fmla="*/ 1705491 w 2119654"/>
              <a:gd name="connsiteY13476" fmla="*/ 1773925 h 2398711"/>
              <a:gd name="connsiteX13477" fmla="*/ 1707036 w 2119654"/>
              <a:gd name="connsiteY13477" fmla="*/ 1771504 h 2398711"/>
              <a:gd name="connsiteX13478" fmla="*/ 1705052 w 2119654"/>
              <a:gd name="connsiteY13478" fmla="*/ 1772311 h 2398711"/>
              <a:gd name="connsiteX13479" fmla="*/ 1589006 w 2119654"/>
              <a:gd name="connsiteY13479" fmla="*/ 2030050 h 2398711"/>
              <a:gd name="connsiteX13480" fmla="*/ 1589209 w 2119654"/>
              <a:gd name="connsiteY13480" fmla="*/ 2032746 h 2398711"/>
              <a:gd name="connsiteX13481" fmla="*/ 1590607 w 2119654"/>
              <a:gd name="connsiteY13481" fmla="*/ 2032984 h 2398711"/>
              <a:gd name="connsiteX13482" fmla="*/ 1590574 w 2119654"/>
              <a:gd name="connsiteY13482" fmla="*/ 2031403 h 2398711"/>
              <a:gd name="connsiteX13483" fmla="*/ 1590520 w 2119654"/>
              <a:gd name="connsiteY13483" fmla="*/ 2029814 h 2398711"/>
              <a:gd name="connsiteX13484" fmla="*/ 1796628 w 2119654"/>
              <a:gd name="connsiteY13484" fmla="*/ 1565129 h 2398711"/>
              <a:gd name="connsiteX13485" fmla="*/ 1796790 w 2119654"/>
              <a:gd name="connsiteY13485" fmla="*/ 1565402 h 2398711"/>
              <a:gd name="connsiteX13486" fmla="*/ 1797832 w 2119654"/>
              <a:gd name="connsiteY13486" fmla="*/ 1565252 h 2398711"/>
              <a:gd name="connsiteX13487" fmla="*/ 1797699 w 2119654"/>
              <a:gd name="connsiteY13487" fmla="*/ 1565421 h 2398711"/>
              <a:gd name="connsiteX13488" fmla="*/ 1796872 w 2119654"/>
              <a:gd name="connsiteY13488" fmla="*/ 1565541 h 2398711"/>
              <a:gd name="connsiteX13489" fmla="*/ 1797161 w 2119654"/>
              <a:gd name="connsiteY13489" fmla="*/ 1566029 h 2398711"/>
              <a:gd name="connsiteX13490" fmla="*/ 1800591 w 2119654"/>
              <a:gd name="connsiteY13490" fmla="*/ 1564772 h 2398711"/>
              <a:gd name="connsiteX13491" fmla="*/ 1802795 w 2119654"/>
              <a:gd name="connsiteY13491" fmla="*/ 1563251 h 2398711"/>
              <a:gd name="connsiteX13492" fmla="*/ 1802282 w 2119654"/>
              <a:gd name="connsiteY13492" fmla="*/ 1560604 h 2398711"/>
              <a:gd name="connsiteX13493" fmla="*/ 1799136 w 2119654"/>
              <a:gd name="connsiteY13493" fmla="*/ 1561415 h 2398711"/>
              <a:gd name="connsiteX13494" fmla="*/ 1780544 w 2119654"/>
              <a:gd name="connsiteY13494" fmla="*/ 1601117 h 2398711"/>
              <a:gd name="connsiteX13495" fmla="*/ 1781252 w 2119654"/>
              <a:gd name="connsiteY13495" fmla="*/ 1602500 h 2398711"/>
              <a:gd name="connsiteX13496" fmla="*/ 1781680 w 2119654"/>
              <a:gd name="connsiteY13496" fmla="*/ 1602414 h 2398711"/>
              <a:gd name="connsiteX13497" fmla="*/ 1783125 w 2119654"/>
              <a:gd name="connsiteY13497" fmla="*/ 1601061 h 2398711"/>
              <a:gd name="connsiteX13498" fmla="*/ 1783793 w 2119654"/>
              <a:gd name="connsiteY13498" fmla="*/ 1600418 h 2398711"/>
              <a:gd name="connsiteX13499" fmla="*/ 1783578 w 2119654"/>
              <a:gd name="connsiteY13499" fmla="*/ 1599851 h 2398711"/>
              <a:gd name="connsiteX13500" fmla="*/ 1654833 w 2119654"/>
              <a:gd name="connsiteY13500" fmla="*/ 1882582 h 2398711"/>
              <a:gd name="connsiteX13501" fmla="*/ 1654968 w 2119654"/>
              <a:gd name="connsiteY13501" fmla="*/ 1883844 h 2398711"/>
              <a:gd name="connsiteX13502" fmla="*/ 1658111 w 2119654"/>
              <a:gd name="connsiteY13502" fmla="*/ 1882291 h 2398711"/>
              <a:gd name="connsiteX13503" fmla="*/ 1656229 w 2119654"/>
              <a:gd name="connsiteY13503" fmla="*/ 1881762 h 2398711"/>
              <a:gd name="connsiteX13504" fmla="*/ 1674113 w 2119654"/>
              <a:gd name="connsiteY13504" fmla="*/ 1839365 h 2398711"/>
              <a:gd name="connsiteX13505" fmla="*/ 1674098 w 2119654"/>
              <a:gd name="connsiteY13505" fmla="*/ 1839538 h 2398711"/>
              <a:gd name="connsiteX13506" fmla="*/ 1674347 w 2119654"/>
              <a:gd name="connsiteY13506" fmla="*/ 1839551 h 2398711"/>
              <a:gd name="connsiteX13507" fmla="*/ 1674450 w 2119654"/>
              <a:gd name="connsiteY13507" fmla="*/ 1839461 h 2398711"/>
              <a:gd name="connsiteX13508" fmla="*/ 1617802 w 2119654"/>
              <a:gd name="connsiteY13508" fmla="*/ 1965457 h 2398711"/>
              <a:gd name="connsiteX13509" fmla="*/ 1617796 w 2119654"/>
              <a:gd name="connsiteY13509" fmla="*/ 1966481 h 2398711"/>
              <a:gd name="connsiteX13510" fmla="*/ 1619097 w 2119654"/>
              <a:gd name="connsiteY13510" fmla="*/ 1966268 h 2398711"/>
              <a:gd name="connsiteX13511" fmla="*/ 1619599 w 2119654"/>
              <a:gd name="connsiteY13511" fmla="*/ 1964827 h 2398711"/>
              <a:gd name="connsiteX13512" fmla="*/ 1702714 w 2119654"/>
              <a:gd name="connsiteY13512" fmla="*/ 1775284 h 2398711"/>
              <a:gd name="connsiteX13513" fmla="*/ 1702085 w 2119654"/>
              <a:gd name="connsiteY13513" fmla="*/ 1778342 h 2398711"/>
              <a:gd name="connsiteX13514" fmla="*/ 1702278 w 2119654"/>
              <a:gd name="connsiteY13514" fmla="*/ 1778960 h 2398711"/>
              <a:gd name="connsiteX13515" fmla="*/ 1705364 w 2119654"/>
              <a:gd name="connsiteY13515" fmla="*/ 1774124 h 2398711"/>
              <a:gd name="connsiteX13516" fmla="*/ 1702814 w 2119654"/>
              <a:gd name="connsiteY13516" fmla="*/ 1775157 h 2398711"/>
              <a:gd name="connsiteX13517" fmla="*/ 1660156 w 2119654"/>
              <a:gd name="connsiteY13517" fmla="*/ 1870453 h 2398711"/>
              <a:gd name="connsiteX13518" fmla="*/ 1661327 w 2119654"/>
              <a:gd name="connsiteY13518" fmla="*/ 1870514 h 2398711"/>
              <a:gd name="connsiteX13519" fmla="*/ 1661292 w 2119654"/>
              <a:gd name="connsiteY13519" fmla="*/ 1870176 h 2398711"/>
              <a:gd name="connsiteX13520" fmla="*/ 1660885 w 2119654"/>
              <a:gd name="connsiteY13520" fmla="*/ 1869203 h 2398711"/>
              <a:gd name="connsiteX13521" fmla="*/ 1718764 w 2119654"/>
              <a:gd name="connsiteY13521" fmla="*/ 1739179 h 2398711"/>
              <a:gd name="connsiteX13522" fmla="*/ 1718951 w 2119654"/>
              <a:gd name="connsiteY13522" fmla="*/ 1740174 h 2398711"/>
              <a:gd name="connsiteX13523" fmla="*/ 1719446 w 2119654"/>
              <a:gd name="connsiteY13523" fmla="*/ 1739850 h 2398711"/>
              <a:gd name="connsiteX13524" fmla="*/ 1719243 w 2119654"/>
              <a:gd name="connsiteY13524" fmla="*/ 1739098 h 2398711"/>
              <a:gd name="connsiteX13525" fmla="*/ 1621538 w 2119654"/>
              <a:gd name="connsiteY13525" fmla="*/ 1956801 h 2398711"/>
              <a:gd name="connsiteX13526" fmla="*/ 1621564 w 2119654"/>
              <a:gd name="connsiteY13526" fmla="*/ 1957453 h 2398711"/>
              <a:gd name="connsiteX13527" fmla="*/ 1622258 w 2119654"/>
              <a:gd name="connsiteY13527" fmla="*/ 1957185 h 2398711"/>
              <a:gd name="connsiteX13528" fmla="*/ 1622402 w 2119654"/>
              <a:gd name="connsiteY13528" fmla="*/ 1956772 h 2398711"/>
              <a:gd name="connsiteX13529" fmla="*/ 1596870 w 2119654"/>
              <a:gd name="connsiteY13529" fmla="*/ 2011928 h 2398711"/>
              <a:gd name="connsiteX13530" fmla="*/ 1602890 w 2119654"/>
              <a:gd name="connsiteY13530" fmla="*/ 2010056 h 2398711"/>
              <a:gd name="connsiteX13531" fmla="*/ 1603238 w 2119654"/>
              <a:gd name="connsiteY13531" fmla="*/ 2006621 h 2398711"/>
              <a:gd name="connsiteX13532" fmla="*/ 1600554 w 2119654"/>
              <a:gd name="connsiteY13532" fmla="*/ 2006020 h 2398711"/>
              <a:gd name="connsiteX13533" fmla="*/ 1629538 w 2119654"/>
              <a:gd name="connsiteY13533" fmla="*/ 1938736 h 2398711"/>
              <a:gd name="connsiteX13534" fmla="*/ 1628731 w 2119654"/>
              <a:gd name="connsiteY13534" fmla="*/ 1941054 h 2398711"/>
              <a:gd name="connsiteX13535" fmla="*/ 1632317 w 2119654"/>
              <a:gd name="connsiteY13535" fmla="*/ 1938515 h 2398711"/>
              <a:gd name="connsiteX13536" fmla="*/ 1632223 w 2119654"/>
              <a:gd name="connsiteY13536" fmla="*/ 1937444 h 2398711"/>
              <a:gd name="connsiteX13537" fmla="*/ 1615204 w 2119654"/>
              <a:gd name="connsiteY13537" fmla="*/ 1970797 h 2398711"/>
              <a:gd name="connsiteX13538" fmla="*/ 1616226 w 2119654"/>
              <a:gd name="connsiteY13538" fmla="*/ 1971191 h 2398711"/>
              <a:gd name="connsiteX13539" fmla="*/ 1616243 w 2119654"/>
              <a:gd name="connsiteY13539" fmla="*/ 1970748 h 2398711"/>
              <a:gd name="connsiteX13540" fmla="*/ 1553251 w 2119654"/>
              <a:gd name="connsiteY13540" fmla="*/ 2109512 h 2398711"/>
              <a:gd name="connsiteX13541" fmla="*/ 1558304 w 2119654"/>
              <a:gd name="connsiteY13541" fmla="*/ 2109926 h 2398711"/>
              <a:gd name="connsiteX13542" fmla="*/ 1558644 w 2119654"/>
              <a:gd name="connsiteY13542" fmla="*/ 2108453 h 2398711"/>
              <a:gd name="connsiteX13543" fmla="*/ 1650716 w 2119654"/>
              <a:gd name="connsiteY13543" fmla="*/ 1891257 h 2398711"/>
              <a:gd name="connsiteX13544" fmla="*/ 1651861 w 2119654"/>
              <a:gd name="connsiteY13544" fmla="*/ 1891198 h 2398711"/>
              <a:gd name="connsiteX13545" fmla="*/ 1652121 w 2119654"/>
              <a:gd name="connsiteY13545" fmla="*/ 1891028 h 2398711"/>
              <a:gd name="connsiteX13546" fmla="*/ 1651971 w 2119654"/>
              <a:gd name="connsiteY13546" fmla="*/ 1890626 h 2398711"/>
              <a:gd name="connsiteX13547" fmla="*/ 1651398 w 2119654"/>
              <a:gd name="connsiteY13547" fmla="*/ 1890654 h 2398711"/>
              <a:gd name="connsiteX13548" fmla="*/ 1592081 w 2119654"/>
              <a:gd name="connsiteY13548" fmla="*/ 2022527 h 2398711"/>
              <a:gd name="connsiteX13549" fmla="*/ 1592136 w 2119654"/>
              <a:gd name="connsiteY13549" fmla="*/ 2022623 h 2398711"/>
              <a:gd name="connsiteX13550" fmla="*/ 1592410 w 2119654"/>
              <a:gd name="connsiteY13550" fmla="*/ 2022613 h 2398711"/>
              <a:gd name="connsiteX13551" fmla="*/ 1642133 w 2119654"/>
              <a:gd name="connsiteY13551" fmla="*/ 1910430 h 2398711"/>
              <a:gd name="connsiteX13552" fmla="*/ 1642232 w 2119654"/>
              <a:gd name="connsiteY13552" fmla="*/ 1911720 h 2398711"/>
              <a:gd name="connsiteX13553" fmla="*/ 1643861 w 2119654"/>
              <a:gd name="connsiteY13553" fmla="*/ 1911443 h 2398711"/>
              <a:gd name="connsiteX13554" fmla="*/ 1652317 w 2119654"/>
              <a:gd name="connsiteY13554" fmla="*/ 1909881 h 2398711"/>
              <a:gd name="connsiteX13555" fmla="*/ 1653195 w 2119654"/>
              <a:gd name="connsiteY13555" fmla="*/ 1908211 h 2398711"/>
              <a:gd name="connsiteX13556" fmla="*/ 1786087 w 2119654"/>
              <a:gd name="connsiteY13556" fmla="*/ 1588051 h 2398711"/>
              <a:gd name="connsiteX13557" fmla="*/ 1787055 w 2119654"/>
              <a:gd name="connsiteY13557" fmla="*/ 1588987 h 2398711"/>
              <a:gd name="connsiteX13558" fmla="*/ 1792269 w 2119654"/>
              <a:gd name="connsiteY13558" fmla="*/ 1585880 h 2398711"/>
              <a:gd name="connsiteX13559" fmla="*/ 1795646 w 2119654"/>
              <a:gd name="connsiteY13559" fmla="*/ 1566583 h 2398711"/>
              <a:gd name="connsiteX13560" fmla="*/ 1796564 w 2119654"/>
              <a:gd name="connsiteY13560" fmla="*/ 1566247 h 2398711"/>
              <a:gd name="connsiteX13561" fmla="*/ 1796241 w 2119654"/>
              <a:gd name="connsiteY13561" fmla="*/ 1565703 h 2398711"/>
              <a:gd name="connsiteX13562" fmla="*/ 1749202 w 2119654"/>
              <a:gd name="connsiteY13562" fmla="*/ 1670574 h 2398711"/>
              <a:gd name="connsiteX13563" fmla="*/ 1749222 w 2119654"/>
              <a:gd name="connsiteY13563" fmla="*/ 1670702 h 2398711"/>
              <a:gd name="connsiteX13564" fmla="*/ 1749589 w 2119654"/>
              <a:gd name="connsiteY13564" fmla="*/ 1670554 h 2398711"/>
              <a:gd name="connsiteX13565" fmla="*/ 1751678 w 2119654"/>
              <a:gd name="connsiteY13565" fmla="*/ 1667954 h 2398711"/>
              <a:gd name="connsiteX13566" fmla="*/ 1751553 w 2119654"/>
              <a:gd name="connsiteY13566" fmla="*/ 1667658 h 2398711"/>
              <a:gd name="connsiteX13567" fmla="*/ 1631610 w 2119654"/>
              <a:gd name="connsiteY13567" fmla="*/ 1933865 h 2398711"/>
              <a:gd name="connsiteX13568" fmla="*/ 1631895 w 2119654"/>
              <a:gd name="connsiteY13568" fmla="*/ 1933716 h 2398711"/>
              <a:gd name="connsiteX13569" fmla="*/ 1631890 w 2119654"/>
              <a:gd name="connsiteY13569" fmla="*/ 1933648 h 2398711"/>
              <a:gd name="connsiteX13570" fmla="*/ 1724594 w 2119654"/>
              <a:gd name="connsiteY13570" fmla="*/ 1725636 h 2398711"/>
              <a:gd name="connsiteX13571" fmla="*/ 1724908 w 2119654"/>
              <a:gd name="connsiteY13571" fmla="*/ 1726801 h 2398711"/>
              <a:gd name="connsiteX13572" fmla="*/ 1725074 w 2119654"/>
              <a:gd name="connsiteY13572" fmla="*/ 1726672 h 2398711"/>
              <a:gd name="connsiteX13573" fmla="*/ 1725094 w 2119654"/>
              <a:gd name="connsiteY13573" fmla="*/ 1725535 h 2398711"/>
              <a:gd name="connsiteX13574" fmla="*/ 1725090 w 2119654"/>
              <a:gd name="connsiteY13574" fmla="*/ 1725500 h 2398711"/>
              <a:gd name="connsiteX13575" fmla="*/ 1613420 w 2119654"/>
              <a:gd name="connsiteY13575" fmla="*/ 1974536 h 2398711"/>
              <a:gd name="connsiteX13576" fmla="*/ 1613474 w 2119654"/>
              <a:gd name="connsiteY13576" fmla="*/ 1975005 h 2398711"/>
              <a:gd name="connsiteX13577" fmla="*/ 1613824 w 2119654"/>
              <a:gd name="connsiteY13577" fmla="*/ 1975084 h 2398711"/>
              <a:gd name="connsiteX13578" fmla="*/ 1616040 w 2119654"/>
              <a:gd name="connsiteY13578" fmla="*/ 1975054 h 2398711"/>
              <a:gd name="connsiteX13579" fmla="*/ 1616553 w 2119654"/>
              <a:gd name="connsiteY13579" fmla="*/ 1973582 h 2398711"/>
              <a:gd name="connsiteX13580" fmla="*/ 1616289 w 2119654"/>
              <a:gd name="connsiteY13580" fmla="*/ 1973631 h 2398711"/>
              <a:gd name="connsiteX13581" fmla="*/ 1616283 w 2119654"/>
              <a:gd name="connsiteY13581" fmla="*/ 1973776 h 2398711"/>
              <a:gd name="connsiteX13582" fmla="*/ 1616123 w 2119654"/>
              <a:gd name="connsiteY13582" fmla="*/ 1973965 h 2398711"/>
              <a:gd name="connsiteX13583" fmla="*/ 1616134 w 2119654"/>
              <a:gd name="connsiteY13583" fmla="*/ 1973658 h 2398711"/>
              <a:gd name="connsiteX13584" fmla="*/ 1615114 w 2119654"/>
              <a:gd name="connsiteY13584" fmla="*/ 1973844 h 2398711"/>
              <a:gd name="connsiteX13585" fmla="*/ 1704765 w 2119654"/>
              <a:gd name="connsiteY13585" fmla="*/ 1769990 h 2398711"/>
              <a:gd name="connsiteX13586" fmla="*/ 1707246 w 2119654"/>
              <a:gd name="connsiteY13586" fmla="*/ 1768980 h 2398711"/>
              <a:gd name="connsiteX13587" fmla="*/ 1705194 w 2119654"/>
              <a:gd name="connsiteY13587" fmla="*/ 1769693 h 2398711"/>
              <a:gd name="connsiteX13588" fmla="*/ 1649379 w 2119654"/>
              <a:gd name="connsiteY13588" fmla="*/ 1893991 h 2398711"/>
              <a:gd name="connsiteX13589" fmla="*/ 1648479 w 2119654"/>
              <a:gd name="connsiteY13589" fmla="*/ 1896095 h 2398711"/>
              <a:gd name="connsiteX13590" fmla="*/ 1652847 w 2119654"/>
              <a:gd name="connsiteY13590" fmla="*/ 1892973 h 2398711"/>
              <a:gd name="connsiteX13591" fmla="*/ 1652538 w 2119654"/>
              <a:gd name="connsiteY13591" fmla="*/ 1892147 h 2398711"/>
              <a:gd name="connsiteX13592" fmla="*/ 1652169 w 2119654"/>
              <a:gd name="connsiteY13592" fmla="*/ 1892166 h 2398711"/>
              <a:gd name="connsiteX13593" fmla="*/ 1592130 w 2119654"/>
              <a:gd name="connsiteY13593" fmla="*/ 2022150 h 2398711"/>
              <a:gd name="connsiteX13594" fmla="*/ 1593709 w 2119654"/>
              <a:gd name="connsiteY13594" fmla="*/ 2022567 h 2398711"/>
              <a:gd name="connsiteX13595" fmla="*/ 1598213 w 2119654"/>
              <a:gd name="connsiteY13595" fmla="*/ 2022407 h 2398711"/>
              <a:gd name="connsiteX13596" fmla="*/ 1598633 w 2119654"/>
              <a:gd name="connsiteY13596" fmla="*/ 2021339 h 2398711"/>
              <a:gd name="connsiteX13597" fmla="*/ 1565186 w 2119654"/>
              <a:gd name="connsiteY13597" fmla="*/ 2082465 h 2398711"/>
              <a:gd name="connsiteX13598" fmla="*/ 1565010 w 2119654"/>
              <a:gd name="connsiteY13598" fmla="*/ 2083228 h 2398711"/>
              <a:gd name="connsiteX13599" fmla="*/ 1566736 w 2119654"/>
              <a:gd name="connsiteY13599" fmla="*/ 2083441 h 2398711"/>
              <a:gd name="connsiteX13600" fmla="*/ 1566408 w 2119654"/>
              <a:gd name="connsiteY13600" fmla="*/ 2083684 h 2398711"/>
              <a:gd name="connsiteX13601" fmla="*/ 1564947 w 2119654"/>
              <a:gd name="connsiteY13601" fmla="*/ 2083504 h 2398711"/>
              <a:gd name="connsiteX13602" fmla="*/ 1564052 w 2119654"/>
              <a:gd name="connsiteY13602" fmla="*/ 2087386 h 2398711"/>
              <a:gd name="connsiteX13603" fmla="*/ 1566945 w 2119654"/>
              <a:gd name="connsiteY13603" fmla="*/ 2087842 h 2398711"/>
              <a:gd name="connsiteX13604" fmla="*/ 1573884 w 2119654"/>
              <a:gd name="connsiteY13604" fmla="*/ 2088823 h 2398711"/>
              <a:gd name="connsiteX13605" fmla="*/ 1574000 w 2119654"/>
              <a:gd name="connsiteY13605" fmla="*/ 2088649 h 2398711"/>
              <a:gd name="connsiteX13606" fmla="*/ 1573124 w 2119654"/>
              <a:gd name="connsiteY13606" fmla="*/ 2084164 h 2398711"/>
              <a:gd name="connsiteX13607" fmla="*/ 1571273 w 2119654"/>
              <a:gd name="connsiteY13607" fmla="*/ 2083773 h 2398711"/>
              <a:gd name="connsiteX13608" fmla="*/ 1571262 w 2119654"/>
              <a:gd name="connsiteY13608" fmla="*/ 2085203 h 2398711"/>
              <a:gd name="connsiteX13609" fmla="*/ 1571111 w 2119654"/>
              <a:gd name="connsiteY13609" fmla="*/ 2085358 h 2398711"/>
              <a:gd name="connsiteX13610" fmla="*/ 1571123 w 2119654"/>
              <a:gd name="connsiteY13610" fmla="*/ 2083742 h 2398711"/>
              <a:gd name="connsiteX13611" fmla="*/ 1567025 w 2119654"/>
              <a:gd name="connsiteY13611" fmla="*/ 2082879 h 2398711"/>
              <a:gd name="connsiteX13612" fmla="*/ 1630132 w 2119654"/>
              <a:gd name="connsiteY13612" fmla="*/ 1937029 h 2398711"/>
              <a:gd name="connsiteX13613" fmla="*/ 1629745 w 2119654"/>
              <a:gd name="connsiteY13613" fmla="*/ 1938141 h 2398711"/>
              <a:gd name="connsiteX13614" fmla="*/ 1632181 w 2119654"/>
              <a:gd name="connsiteY13614" fmla="*/ 1936968 h 2398711"/>
              <a:gd name="connsiteX13615" fmla="*/ 1632095 w 2119654"/>
              <a:gd name="connsiteY13615" fmla="*/ 1935979 h 2398711"/>
              <a:gd name="connsiteX13616" fmla="*/ 1650117 w 2119654"/>
              <a:gd name="connsiteY13616" fmla="*/ 1892270 h 2398711"/>
              <a:gd name="connsiteX13617" fmla="*/ 1650100 w 2119654"/>
              <a:gd name="connsiteY13617" fmla="*/ 1892312 h 2398711"/>
              <a:gd name="connsiteX13618" fmla="*/ 1650180 w 2119654"/>
              <a:gd name="connsiteY13618" fmla="*/ 1892268 h 2398711"/>
              <a:gd name="connsiteX13619" fmla="*/ 1632687 w 2119654"/>
              <a:gd name="connsiteY13619" fmla="*/ 1931184 h 2398711"/>
              <a:gd name="connsiteX13620" fmla="*/ 1632805 w 2119654"/>
              <a:gd name="connsiteY13620" fmla="*/ 1932526 h 2398711"/>
              <a:gd name="connsiteX13621" fmla="*/ 1635046 w 2119654"/>
              <a:gd name="connsiteY13621" fmla="*/ 1930795 h 2398711"/>
              <a:gd name="connsiteX13622" fmla="*/ 1740275 w 2119654"/>
              <a:gd name="connsiteY13622" fmla="*/ 1690272 h 2398711"/>
              <a:gd name="connsiteX13623" fmla="*/ 1740636 w 2119654"/>
              <a:gd name="connsiteY13623" fmla="*/ 1690690 h 2398711"/>
              <a:gd name="connsiteX13624" fmla="*/ 1740843 w 2119654"/>
              <a:gd name="connsiteY13624" fmla="*/ 1690599 h 2398711"/>
              <a:gd name="connsiteX13625" fmla="*/ 1741258 w 2119654"/>
              <a:gd name="connsiteY13625" fmla="*/ 1690123 h 2398711"/>
              <a:gd name="connsiteX13626" fmla="*/ 1741130 w 2119654"/>
              <a:gd name="connsiteY13626" fmla="*/ 1689784 h 2398711"/>
              <a:gd name="connsiteX13627" fmla="*/ 1740511 w 2119654"/>
              <a:gd name="connsiteY13627" fmla="*/ 1690003 h 2398711"/>
              <a:gd name="connsiteX13628" fmla="*/ 1780302 w 2119654"/>
              <a:gd name="connsiteY13628" fmla="*/ 1600643 h 2398711"/>
              <a:gd name="connsiteX13629" fmla="*/ 1780355 w 2119654"/>
              <a:gd name="connsiteY13629" fmla="*/ 1600748 h 2398711"/>
              <a:gd name="connsiteX13630" fmla="*/ 1782424 w 2119654"/>
              <a:gd name="connsiteY13630" fmla="*/ 1599885 h 2398711"/>
              <a:gd name="connsiteX13631" fmla="*/ 1652090 w 2119654"/>
              <a:gd name="connsiteY13631" fmla="*/ 1887664 h 2398711"/>
              <a:gd name="connsiteX13632" fmla="*/ 1652067 w 2119654"/>
              <a:gd name="connsiteY13632" fmla="*/ 1887718 h 2398711"/>
              <a:gd name="connsiteX13633" fmla="*/ 1653574 w 2119654"/>
              <a:gd name="connsiteY13633" fmla="*/ 1887374 h 2398711"/>
              <a:gd name="connsiteX13634" fmla="*/ 1653484 w 2119654"/>
              <a:gd name="connsiteY13634" fmla="*/ 1886872 h 2398711"/>
              <a:gd name="connsiteX13635" fmla="*/ 1876821 w 2119654"/>
              <a:gd name="connsiteY13635" fmla="*/ 1384429 h 2398711"/>
              <a:gd name="connsiteX13636" fmla="*/ 1877374 w 2119654"/>
              <a:gd name="connsiteY13636" fmla="*/ 1385624 h 2398711"/>
              <a:gd name="connsiteX13637" fmla="*/ 1881312 w 2119654"/>
              <a:gd name="connsiteY13637" fmla="*/ 1383390 h 2398711"/>
              <a:gd name="connsiteX13638" fmla="*/ 1881101 w 2119654"/>
              <a:gd name="connsiteY13638" fmla="*/ 1383798 h 2398711"/>
              <a:gd name="connsiteX13639" fmla="*/ 1877480 w 2119654"/>
              <a:gd name="connsiteY13639" fmla="*/ 1385853 h 2398711"/>
              <a:gd name="connsiteX13640" fmla="*/ 1878692 w 2119654"/>
              <a:gd name="connsiteY13640" fmla="*/ 1388477 h 2398711"/>
              <a:gd name="connsiteX13641" fmla="*/ 1881101 w 2119654"/>
              <a:gd name="connsiteY13641" fmla="*/ 1383798 h 2398711"/>
              <a:gd name="connsiteX13642" fmla="*/ 1882479 w 2119654"/>
              <a:gd name="connsiteY13642" fmla="*/ 1383017 h 2398711"/>
              <a:gd name="connsiteX13643" fmla="*/ 1882587 w 2119654"/>
              <a:gd name="connsiteY13643" fmla="*/ 1382666 h 2398711"/>
              <a:gd name="connsiteX13644" fmla="*/ 1881312 w 2119654"/>
              <a:gd name="connsiteY13644" fmla="*/ 1383390 h 2398711"/>
              <a:gd name="connsiteX13645" fmla="*/ 1885349 w 2119654"/>
              <a:gd name="connsiteY13645" fmla="*/ 1375546 h 2398711"/>
              <a:gd name="connsiteX13646" fmla="*/ 1881174 w 2119654"/>
              <a:gd name="connsiteY13646" fmla="*/ 1377905 h 2398711"/>
              <a:gd name="connsiteX13647" fmla="*/ 1744335 w 2119654"/>
              <a:gd name="connsiteY13647" fmla="*/ 1681035 h 2398711"/>
              <a:gd name="connsiteX13648" fmla="*/ 1744798 w 2119654"/>
              <a:gd name="connsiteY13648" fmla="*/ 1680981 h 2398711"/>
              <a:gd name="connsiteX13649" fmla="*/ 1744833 w 2119654"/>
              <a:gd name="connsiteY13649" fmla="*/ 1680414 h 2398711"/>
              <a:gd name="connsiteX13650" fmla="*/ 1861427 w 2119654"/>
              <a:gd name="connsiteY13650" fmla="*/ 1418838 h 2398711"/>
              <a:gd name="connsiteX13651" fmla="*/ 1862132 w 2119654"/>
              <a:gd name="connsiteY13651" fmla="*/ 1419616 h 2398711"/>
              <a:gd name="connsiteX13652" fmla="*/ 1863109 w 2119654"/>
              <a:gd name="connsiteY13652" fmla="*/ 1418752 h 2398711"/>
              <a:gd name="connsiteX13653" fmla="*/ 1864491 w 2119654"/>
              <a:gd name="connsiteY13653" fmla="*/ 1416066 h 2398711"/>
              <a:gd name="connsiteX13654" fmla="*/ 1644772 w 2119654"/>
              <a:gd name="connsiteY13654" fmla="*/ 1903929 h 2398711"/>
              <a:gd name="connsiteX13655" fmla="*/ 1649408 w 2119654"/>
              <a:gd name="connsiteY13655" fmla="*/ 1903467 h 2398711"/>
              <a:gd name="connsiteX13656" fmla="*/ 1651275 w 2119654"/>
              <a:gd name="connsiteY13656" fmla="*/ 1902778 h 2398711"/>
              <a:gd name="connsiteX13657" fmla="*/ 1649787 w 2119654"/>
              <a:gd name="connsiteY13657" fmla="*/ 1900085 h 2398711"/>
              <a:gd name="connsiteX13658" fmla="*/ 1645017 w 2119654"/>
              <a:gd name="connsiteY13658" fmla="*/ 1903494 h 2398711"/>
              <a:gd name="connsiteX13659" fmla="*/ 1590742 w 2119654"/>
              <a:gd name="connsiteY13659" fmla="*/ 2024902 h 2398711"/>
              <a:gd name="connsiteX13660" fmla="*/ 1590767 w 2119654"/>
              <a:gd name="connsiteY13660" fmla="*/ 2026099 h 2398711"/>
              <a:gd name="connsiteX13661" fmla="*/ 1593467 w 2119654"/>
              <a:gd name="connsiteY13661" fmla="*/ 2025604 h 2398711"/>
              <a:gd name="connsiteX13662" fmla="*/ 1593363 w 2119654"/>
              <a:gd name="connsiteY13662" fmla="*/ 2025419 h 2398711"/>
              <a:gd name="connsiteX13663" fmla="*/ 1571388 w 2119654"/>
              <a:gd name="connsiteY13663" fmla="*/ 2068195 h 2398711"/>
              <a:gd name="connsiteX13664" fmla="*/ 1571352 w 2119654"/>
              <a:gd name="connsiteY13664" fmla="*/ 2072985 h 2398711"/>
              <a:gd name="connsiteX13665" fmla="*/ 1573256 w 2119654"/>
              <a:gd name="connsiteY13665" fmla="*/ 2082736 h 2398711"/>
              <a:gd name="connsiteX13666" fmla="*/ 1577014 w 2119654"/>
              <a:gd name="connsiteY13666" fmla="*/ 2084128 h 2398711"/>
              <a:gd name="connsiteX13667" fmla="*/ 1589831 w 2119654"/>
              <a:gd name="connsiteY13667" fmla="*/ 2064897 h 2398711"/>
              <a:gd name="connsiteX13668" fmla="*/ 1589707 w 2119654"/>
              <a:gd name="connsiteY13668" fmla="*/ 2061276 h 2398711"/>
              <a:gd name="connsiteX13669" fmla="*/ 1584049 w 2119654"/>
              <a:gd name="connsiteY13669" fmla="*/ 2061472 h 2398711"/>
              <a:gd name="connsiteX13670" fmla="*/ 1583974 w 2119654"/>
              <a:gd name="connsiteY13670" fmla="*/ 2061463 h 2398711"/>
              <a:gd name="connsiteX13671" fmla="*/ 1582105 w 2119654"/>
              <a:gd name="connsiteY13671" fmla="*/ 2061675 h 2398711"/>
              <a:gd name="connsiteX13672" fmla="*/ 1613377 w 2119654"/>
              <a:gd name="connsiteY13672" fmla="*/ 1974162 h 2398711"/>
              <a:gd name="connsiteX13673" fmla="*/ 1613393 w 2119654"/>
              <a:gd name="connsiteY13673" fmla="*/ 1974299 h 2398711"/>
              <a:gd name="connsiteX13674" fmla="*/ 1614061 w 2119654"/>
              <a:gd name="connsiteY13674" fmla="*/ 1974037 h 2398711"/>
              <a:gd name="connsiteX13675" fmla="*/ 1654077 w 2119654"/>
              <a:gd name="connsiteY13675" fmla="*/ 1883025 h 2398711"/>
              <a:gd name="connsiteX13676" fmla="*/ 1653393 w 2119654"/>
              <a:gd name="connsiteY13676" fmla="*/ 1884622 h 2398711"/>
              <a:gd name="connsiteX13677" fmla="*/ 1654825 w 2119654"/>
              <a:gd name="connsiteY13677" fmla="*/ 1883914 h 2398711"/>
              <a:gd name="connsiteX13678" fmla="*/ 1654691 w 2119654"/>
              <a:gd name="connsiteY13678" fmla="*/ 1882664 h 2398711"/>
              <a:gd name="connsiteX13679" fmla="*/ 1761704 w 2119654"/>
              <a:gd name="connsiteY13679" fmla="*/ 1642016 h 2398711"/>
              <a:gd name="connsiteX13680" fmla="*/ 1762438 w 2119654"/>
              <a:gd name="connsiteY13680" fmla="*/ 1642808 h 2398711"/>
              <a:gd name="connsiteX13681" fmla="*/ 1766098 w 2119654"/>
              <a:gd name="connsiteY13681" fmla="*/ 1640728 h 2398711"/>
              <a:gd name="connsiteX13682" fmla="*/ 1703168 w 2119654"/>
              <a:gd name="connsiteY13682" fmla="*/ 1773078 h 2398711"/>
              <a:gd name="connsiteX13683" fmla="*/ 1702822 w 2119654"/>
              <a:gd name="connsiteY13683" fmla="*/ 1774761 h 2398711"/>
              <a:gd name="connsiteX13684" fmla="*/ 1704606 w 2119654"/>
              <a:gd name="connsiteY13684" fmla="*/ 1772492 h 2398711"/>
              <a:gd name="connsiteX13685" fmla="*/ 1642316 w 2119654"/>
              <a:gd name="connsiteY13685" fmla="*/ 1909329 h 2398711"/>
              <a:gd name="connsiteX13686" fmla="*/ 1653639 w 2119654"/>
              <a:gd name="connsiteY13686" fmla="*/ 1907058 h 2398711"/>
              <a:gd name="connsiteX13687" fmla="*/ 1653469 w 2119654"/>
              <a:gd name="connsiteY13687" fmla="*/ 1906751 h 2398711"/>
              <a:gd name="connsiteX13688" fmla="*/ 1649312 w 2119654"/>
              <a:gd name="connsiteY13688" fmla="*/ 1906748 h 2398711"/>
              <a:gd name="connsiteX13689" fmla="*/ 1759939 w 2119654"/>
              <a:gd name="connsiteY13689" fmla="*/ 1645938 h 2398711"/>
              <a:gd name="connsiteX13690" fmla="*/ 1760120 w 2119654"/>
              <a:gd name="connsiteY13690" fmla="*/ 1646957 h 2398711"/>
              <a:gd name="connsiteX13691" fmla="*/ 1760804 w 2119654"/>
              <a:gd name="connsiteY13691" fmla="*/ 1646836 h 2398711"/>
              <a:gd name="connsiteX13692" fmla="*/ 1762072 w 2119654"/>
              <a:gd name="connsiteY13692" fmla="*/ 1645562 h 2398711"/>
              <a:gd name="connsiteX13693" fmla="*/ 1761724 w 2119654"/>
              <a:gd name="connsiteY13693" fmla="*/ 1644825 h 2398711"/>
              <a:gd name="connsiteX13694" fmla="*/ 1616533 w 2119654"/>
              <a:gd name="connsiteY13694" fmla="*/ 1967036 h 2398711"/>
              <a:gd name="connsiteX13695" fmla="*/ 1616438 w 2119654"/>
              <a:gd name="connsiteY13695" fmla="*/ 1969620 h 2398711"/>
              <a:gd name="connsiteX13696" fmla="*/ 1617557 w 2119654"/>
              <a:gd name="connsiteY13696" fmla="*/ 1969567 h 2398711"/>
              <a:gd name="connsiteX13697" fmla="*/ 1617572 w 2119654"/>
              <a:gd name="connsiteY13697" fmla="*/ 1966853 h 2398711"/>
              <a:gd name="connsiteX13698" fmla="*/ 1630930 w 2119654"/>
              <a:gd name="connsiteY13698" fmla="*/ 1934737 h 2398711"/>
              <a:gd name="connsiteX13699" fmla="*/ 1630289 w 2119654"/>
              <a:gd name="connsiteY13699" fmla="*/ 1936578 h 2398711"/>
              <a:gd name="connsiteX13700" fmla="*/ 1632064 w 2119654"/>
              <a:gd name="connsiteY13700" fmla="*/ 1935629 h 2398711"/>
              <a:gd name="connsiteX13701" fmla="*/ 1631939 w 2119654"/>
              <a:gd name="connsiteY13701" fmla="*/ 1934212 h 2398711"/>
              <a:gd name="connsiteX13702" fmla="*/ 1657895 w 2119654"/>
              <a:gd name="connsiteY13702" fmla="*/ 1874332 h 2398711"/>
              <a:gd name="connsiteX13703" fmla="*/ 1661458 w 2119654"/>
              <a:gd name="connsiteY13703" fmla="*/ 1875912 h 2398711"/>
              <a:gd name="connsiteX13704" fmla="*/ 1661853 w 2119654"/>
              <a:gd name="connsiteY13704" fmla="*/ 1875680 h 2398711"/>
              <a:gd name="connsiteX13705" fmla="*/ 1661432 w 2119654"/>
              <a:gd name="connsiteY13705" fmla="*/ 1871542 h 2398711"/>
              <a:gd name="connsiteX13706" fmla="*/ 1659577 w 2119654"/>
              <a:gd name="connsiteY13706" fmla="*/ 1871447 h 2398711"/>
              <a:gd name="connsiteX13707" fmla="*/ 1640933 w 2119654"/>
              <a:gd name="connsiteY13707" fmla="*/ 1912197 h 2398711"/>
              <a:gd name="connsiteX13708" fmla="*/ 1640885 w 2119654"/>
              <a:gd name="connsiteY13708" fmla="*/ 1914257 h 2398711"/>
              <a:gd name="connsiteX13709" fmla="*/ 1641253 w 2119654"/>
              <a:gd name="connsiteY13709" fmla="*/ 1914197 h 2398711"/>
              <a:gd name="connsiteX13710" fmla="*/ 1641095 w 2119654"/>
              <a:gd name="connsiteY13710" fmla="*/ 1912167 h 2398711"/>
              <a:gd name="connsiteX13711" fmla="*/ 1643884 w 2119654"/>
              <a:gd name="connsiteY13711" fmla="*/ 1905504 h 2398711"/>
              <a:gd name="connsiteX13712" fmla="*/ 1647171 w 2119654"/>
              <a:gd name="connsiteY13712" fmla="*/ 1904292 h 2398711"/>
              <a:gd name="connsiteX13713" fmla="*/ 1644413 w 2119654"/>
              <a:gd name="connsiteY13713" fmla="*/ 1904567 h 2398711"/>
              <a:gd name="connsiteX13714" fmla="*/ 1675778 w 2119654"/>
              <a:gd name="connsiteY13714" fmla="*/ 1834084 h 2398711"/>
              <a:gd name="connsiteX13715" fmla="*/ 1675985 w 2119654"/>
              <a:gd name="connsiteY13715" fmla="*/ 1834992 h 2398711"/>
              <a:gd name="connsiteX13716" fmla="*/ 1679914 w 2119654"/>
              <a:gd name="connsiteY13716" fmla="*/ 1833786 h 2398711"/>
              <a:gd name="connsiteX13717" fmla="*/ 1680520 w 2119654"/>
              <a:gd name="connsiteY13717" fmla="*/ 1832748 h 2398711"/>
              <a:gd name="connsiteX13718" fmla="*/ 1680174 w 2119654"/>
              <a:gd name="connsiteY13718" fmla="*/ 1830650 h 2398711"/>
              <a:gd name="connsiteX13719" fmla="*/ 1678628 w 2119654"/>
              <a:gd name="connsiteY13719" fmla="*/ 1831230 h 2398711"/>
              <a:gd name="connsiteX13720" fmla="*/ 1677401 w 2119654"/>
              <a:gd name="connsiteY13720" fmla="*/ 1832176 h 2398711"/>
              <a:gd name="connsiteX13721" fmla="*/ 1606225 w 2119654"/>
              <a:gd name="connsiteY13721" fmla="*/ 1989825 h 2398711"/>
              <a:gd name="connsiteX13722" fmla="*/ 1606712 w 2119654"/>
              <a:gd name="connsiteY13722" fmla="*/ 1993495 h 2398711"/>
              <a:gd name="connsiteX13723" fmla="*/ 1609729 w 2119654"/>
              <a:gd name="connsiteY13723" fmla="*/ 1988655 h 2398711"/>
              <a:gd name="connsiteX13724" fmla="*/ 1674287 w 2119654"/>
              <a:gd name="connsiteY13724" fmla="*/ 1837346 h 2398711"/>
              <a:gd name="connsiteX13725" fmla="*/ 1674133 w 2119654"/>
              <a:gd name="connsiteY13725" fmla="*/ 1839132 h 2398711"/>
              <a:gd name="connsiteX13726" fmla="*/ 1674654 w 2119654"/>
              <a:gd name="connsiteY13726" fmla="*/ 1839281 h 2398711"/>
              <a:gd name="connsiteX13727" fmla="*/ 1675638 w 2119654"/>
              <a:gd name="connsiteY13727" fmla="*/ 1838415 h 2398711"/>
              <a:gd name="connsiteX13728" fmla="*/ 1675321 w 2119654"/>
              <a:gd name="connsiteY13728" fmla="*/ 1837029 h 2398711"/>
              <a:gd name="connsiteX13729" fmla="*/ 1724423 w 2119654"/>
              <a:gd name="connsiteY13729" fmla="*/ 1725004 h 2398711"/>
              <a:gd name="connsiteX13730" fmla="*/ 1724497 w 2119654"/>
              <a:gd name="connsiteY13730" fmla="*/ 1725276 h 2398711"/>
              <a:gd name="connsiteX13731" fmla="*/ 1725043 w 2119654"/>
              <a:gd name="connsiteY13731" fmla="*/ 1725127 h 2398711"/>
              <a:gd name="connsiteX13732" fmla="*/ 1724938 w 2119654"/>
              <a:gd name="connsiteY13732" fmla="*/ 1724270 h 2398711"/>
              <a:gd name="connsiteX13733" fmla="*/ 1724894 w 2119654"/>
              <a:gd name="connsiteY13733" fmla="*/ 1724289 h 2398711"/>
              <a:gd name="connsiteX13734" fmla="*/ 1631467 w 2119654"/>
              <a:gd name="connsiteY13734" fmla="*/ 1933136 h 2398711"/>
              <a:gd name="connsiteX13735" fmla="*/ 1631400 w 2119654"/>
              <a:gd name="connsiteY13735" fmla="*/ 1933386 h 2398711"/>
              <a:gd name="connsiteX13736" fmla="*/ 1631291 w 2119654"/>
              <a:gd name="connsiteY13736" fmla="*/ 1933697 h 2398711"/>
              <a:gd name="connsiteX13737" fmla="*/ 1631856 w 2119654"/>
              <a:gd name="connsiteY13737" fmla="*/ 1933260 h 2398711"/>
              <a:gd name="connsiteX13738" fmla="*/ 1631836 w 2119654"/>
              <a:gd name="connsiteY13738" fmla="*/ 1933033 h 2398711"/>
              <a:gd name="connsiteX13739" fmla="*/ 1623254 w 2119654"/>
              <a:gd name="connsiteY13739" fmla="*/ 1951496 h 2398711"/>
              <a:gd name="connsiteX13740" fmla="*/ 1623599 w 2119654"/>
              <a:gd name="connsiteY13740" fmla="*/ 1953333 h 2398711"/>
              <a:gd name="connsiteX13741" fmla="*/ 1624336 w 2119654"/>
              <a:gd name="connsiteY13741" fmla="*/ 1951216 h 2398711"/>
              <a:gd name="connsiteX13742" fmla="*/ 1623691 w 2119654"/>
              <a:gd name="connsiteY13742" fmla="*/ 1951273 h 2398711"/>
              <a:gd name="connsiteX13743" fmla="*/ 1680418 w 2119654"/>
              <a:gd name="connsiteY13743" fmla="*/ 1823479 h 2398711"/>
              <a:gd name="connsiteX13744" fmla="*/ 1680446 w 2119654"/>
              <a:gd name="connsiteY13744" fmla="*/ 1823645 h 2398711"/>
              <a:gd name="connsiteX13745" fmla="*/ 1680733 w 2119654"/>
              <a:gd name="connsiteY13745" fmla="*/ 1823289 h 2398711"/>
              <a:gd name="connsiteX13746" fmla="*/ 1621485 w 2119654"/>
              <a:gd name="connsiteY13746" fmla="*/ 1955426 h 2398711"/>
              <a:gd name="connsiteX13747" fmla="*/ 1621525 w 2119654"/>
              <a:gd name="connsiteY13747" fmla="*/ 1956459 h 2398711"/>
              <a:gd name="connsiteX13748" fmla="*/ 1622518 w 2119654"/>
              <a:gd name="connsiteY13748" fmla="*/ 1956439 h 2398711"/>
              <a:gd name="connsiteX13749" fmla="*/ 1622963 w 2119654"/>
              <a:gd name="connsiteY13749" fmla="*/ 1955160 h 2398711"/>
              <a:gd name="connsiteX13750" fmla="*/ 1622260 w 2119654"/>
              <a:gd name="connsiteY13750" fmla="*/ 1955004 h 2398711"/>
              <a:gd name="connsiteX13751" fmla="*/ 1718547 w 2119654"/>
              <a:gd name="connsiteY13751" fmla="*/ 1738024 h 2398711"/>
              <a:gd name="connsiteX13752" fmla="*/ 1718649 w 2119654"/>
              <a:gd name="connsiteY13752" fmla="*/ 1738566 h 2398711"/>
              <a:gd name="connsiteX13753" fmla="*/ 1719080 w 2119654"/>
              <a:gd name="connsiteY13753" fmla="*/ 1738492 h 2398711"/>
              <a:gd name="connsiteX13754" fmla="*/ 1718857 w 2119654"/>
              <a:gd name="connsiteY13754" fmla="*/ 1737665 h 2398711"/>
              <a:gd name="connsiteX13755" fmla="*/ 1718789 w 2119654"/>
              <a:gd name="connsiteY13755" fmla="*/ 1737720 h 2398711"/>
              <a:gd name="connsiteX13756" fmla="*/ 1803454 w 2119654"/>
              <a:gd name="connsiteY13756" fmla="*/ 1547801 h 2398711"/>
              <a:gd name="connsiteX13757" fmla="*/ 1805865 w 2119654"/>
              <a:gd name="connsiteY13757" fmla="*/ 1545241 h 2398711"/>
              <a:gd name="connsiteX13758" fmla="*/ 1806955 w 2119654"/>
              <a:gd name="connsiteY13758" fmla="*/ 1543720 h 2398711"/>
              <a:gd name="connsiteX13759" fmla="*/ 1806853 w 2119654"/>
              <a:gd name="connsiteY13759" fmla="*/ 1543518 h 2398711"/>
              <a:gd name="connsiteX13760" fmla="*/ 1805550 w 2119654"/>
              <a:gd name="connsiteY13760" fmla="*/ 1544710 h 2398711"/>
              <a:gd name="connsiteX13761" fmla="*/ 1565729 w 2119654"/>
              <a:gd name="connsiteY13761" fmla="*/ 2080113 h 2398711"/>
              <a:gd name="connsiteX13762" fmla="*/ 1565269 w 2119654"/>
              <a:gd name="connsiteY13762" fmla="*/ 2082106 h 2398711"/>
              <a:gd name="connsiteX13763" fmla="*/ 1571125 w 2119654"/>
              <a:gd name="connsiteY13763" fmla="*/ 2083424 h 2398711"/>
              <a:gd name="connsiteX13764" fmla="*/ 1571135 w 2119654"/>
              <a:gd name="connsiteY13764" fmla="*/ 2082116 h 2398711"/>
              <a:gd name="connsiteX13765" fmla="*/ 1816408 w 2119654"/>
              <a:gd name="connsiteY13765" fmla="*/ 1518682 h 2398711"/>
              <a:gd name="connsiteX13766" fmla="*/ 1816731 w 2119654"/>
              <a:gd name="connsiteY13766" fmla="*/ 1519656 h 2398711"/>
              <a:gd name="connsiteX13767" fmla="*/ 1817223 w 2119654"/>
              <a:gd name="connsiteY13767" fmla="*/ 1519443 h 2398711"/>
              <a:gd name="connsiteX13768" fmla="*/ 1818990 w 2119654"/>
              <a:gd name="connsiteY13768" fmla="*/ 1517935 h 2398711"/>
              <a:gd name="connsiteX13769" fmla="*/ 1818503 w 2119654"/>
              <a:gd name="connsiteY13769" fmla="*/ 1517049 h 2398711"/>
              <a:gd name="connsiteX13770" fmla="*/ 1626569 w 2119654"/>
              <a:gd name="connsiteY13770" fmla="*/ 1943757 h 2398711"/>
              <a:gd name="connsiteX13771" fmla="*/ 1626751 w 2119654"/>
              <a:gd name="connsiteY13771" fmla="*/ 1944052 h 2398711"/>
              <a:gd name="connsiteX13772" fmla="*/ 1626891 w 2119654"/>
              <a:gd name="connsiteY13772" fmla="*/ 1943528 h 2398711"/>
              <a:gd name="connsiteX13773" fmla="*/ 1594240 w 2119654"/>
              <a:gd name="connsiteY13773" fmla="*/ 2016146 h 2398711"/>
              <a:gd name="connsiteX13774" fmla="*/ 1595399 w 2119654"/>
              <a:gd name="connsiteY13774" fmla="*/ 2015496 h 2398711"/>
              <a:gd name="connsiteX13775" fmla="*/ 1594464 w 2119654"/>
              <a:gd name="connsiteY13775" fmla="*/ 2015787 h 2398711"/>
              <a:gd name="connsiteX13776" fmla="*/ 1796067 w 2119654"/>
              <a:gd name="connsiteY13776" fmla="*/ 1564183 h 2398711"/>
              <a:gd name="connsiteX13777" fmla="*/ 1796294 w 2119654"/>
              <a:gd name="connsiteY13777" fmla="*/ 1564565 h 2398711"/>
              <a:gd name="connsiteX13778" fmla="*/ 1797764 w 2119654"/>
              <a:gd name="connsiteY13778" fmla="*/ 1562388 h 2398711"/>
              <a:gd name="connsiteX13779" fmla="*/ 1801143 w 2119654"/>
              <a:gd name="connsiteY13779" fmla="*/ 1552817 h 2398711"/>
              <a:gd name="connsiteX13780" fmla="*/ 1801592 w 2119654"/>
              <a:gd name="connsiteY13780" fmla="*/ 1555136 h 2398711"/>
              <a:gd name="connsiteX13781" fmla="*/ 1802066 w 2119654"/>
              <a:gd name="connsiteY13781" fmla="*/ 1555939 h 2398711"/>
              <a:gd name="connsiteX13782" fmla="*/ 1802165 w 2119654"/>
              <a:gd name="connsiteY13782" fmla="*/ 1555870 h 2398711"/>
              <a:gd name="connsiteX13783" fmla="*/ 1804464 w 2119654"/>
              <a:gd name="connsiteY13783" fmla="*/ 1552466 h 2398711"/>
              <a:gd name="connsiteX13784" fmla="*/ 1593993 w 2119654"/>
              <a:gd name="connsiteY13784" fmla="*/ 2016639 h 2398711"/>
              <a:gd name="connsiteX13785" fmla="*/ 1600800 w 2119654"/>
              <a:gd name="connsiteY13785" fmla="*/ 2015832 h 2398711"/>
              <a:gd name="connsiteX13786" fmla="*/ 1601703 w 2119654"/>
              <a:gd name="connsiteY13786" fmla="*/ 2013536 h 2398711"/>
              <a:gd name="connsiteX13787" fmla="*/ 1596818 w 2119654"/>
              <a:gd name="connsiteY13787" fmla="*/ 2015055 h 2398711"/>
              <a:gd name="connsiteX13788" fmla="*/ 1631752 w 2119654"/>
              <a:gd name="connsiteY13788" fmla="*/ 1932074 h 2398711"/>
              <a:gd name="connsiteX13789" fmla="*/ 1631527 w 2119654"/>
              <a:gd name="connsiteY13789" fmla="*/ 1932910 h 2398711"/>
              <a:gd name="connsiteX13790" fmla="*/ 1631818 w 2119654"/>
              <a:gd name="connsiteY13790" fmla="*/ 1932829 h 2398711"/>
              <a:gd name="connsiteX13791" fmla="*/ 1793621 w 2119654"/>
              <a:gd name="connsiteY13791" fmla="*/ 1569582 h 2398711"/>
              <a:gd name="connsiteX13792" fmla="*/ 1797112 w 2119654"/>
              <a:gd name="connsiteY13792" fmla="*/ 1567173 h 2398711"/>
              <a:gd name="connsiteX13793" fmla="*/ 1796680 w 2119654"/>
              <a:gd name="connsiteY13793" fmla="*/ 1566441 h 2398711"/>
              <a:gd name="connsiteX13794" fmla="*/ 1795434 w 2119654"/>
              <a:gd name="connsiteY13794" fmla="*/ 1566898 h 2398711"/>
              <a:gd name="connsiteX13795" fmla="*/ 1875151 w 2119654"/>
              <a:gd name="connsiteY13795" fmla="*/ 1386885 h 2398711"/>
              <a:gd name="connsiteX13796" fmla="*/ 1877028 w 2119654"/>
              <a:gd name="connsiteY13796" fmla="*/ 1385820 h 2398711"/>
              <a:gd name="connsiteX13797" fmla="*/ 1876563 w 2119654"/>
              <a:gd name="connsiteY13797" fmla="*/ 1384815 h 2398711"/>
              <a:gd name="connsiteX13798" fmla="*/ 1876225 w 2119654"/>
              <a:gd name="connsiteY13798" fmla="*/ 1385322 h 2398711"/>
              <a:gd name="connsiteX13799" fmla="*/ 1894251 w 2119654"/>
              <a:gd name="connsiteY13799" fmla="*/ 1344112 h 2398711"/>
              <a:gd name="connsiteX13800" fmla="*/ 1897807 w 2119654"/>
              <a:gd name="connsiteY13800" fmla="*/ 1342172 h 2398711"/>
              <a:gd name="connsiteX13801" fmla="*/ 1897610 w 2119654"/>
              <a:gd name="connsiteY13801" fmla="*/ 1341969 h 2398711"/>
              <a:gd name="connsiteX13802" fmla="*/ 1616577 w 2119654"/>
              <a:gd name="connsiteY13802" fmla="*/ 1965873 h 2398711"/>
              <a:gd name="connsiteX13803" fmla="*/ 1616546 w 2119654"/>
              <a:gd name="connsiteY13803" fmla="*/ 1966684 h 2398711"/>
              <a:gd name="connsiteX13804" fmla="*/ 1617574 w 2119654"/>
              <a:gd name="connsiteY13804" fmla="*/ 1966517 h 2398711"/>
              <a:gd name="connsiteX13805" fmla="*/ 1617579 w 2119654"/>
              <a:gd name="connsiteY13805" fmla="*/ 1965536 h 2398711"/>
              <a:gd name="connsiteX13806" fmla="*/ 1616901 w 2119654"/>
              <a:gd name="connsiteY13806" fmla="*/ 1965773 h 2398711"/>
              <a:gd name="connsiteX13807" fmla="*/ 1761074 w 2119654"/>
              <a:gd name="connsiteY13807" fmla="*/ 1642201 h 2398711"/>
              <a:gd name="connsiteX13808" fmla="*/ 1761590 w 2119654"/>
              <a:gd name="connsiteY13808" fmla="*/ 1643291 h 2398711"/>
              <a:gd name="connsiteX13809" fmla="*/ 1762140 w 2119654"/>
              <a:gd name="connsiteY13809" fmla="*/ 1642978 h 2398711"/>
              <a:gd name="connsiteX13810" fmla="*/ 1761344 w 2119654"/>
              <a:gd name="connsiteY13810" fmla="*/ 1642122 h 2398711"/>
              <a:gd name="connsiteX13811" fmla="*/ 1895973 w 2119654"/>
              <a:gd name="connsiteY13811" fmla="*/ 1340127 h 2398711"/>
              <a:gd name="connsiteX13812" fmla="*/ 1896452 w 2119654"/>
              <a:gd name="connsiteY13812" fmla="*/ 1340621 h 2398711"/>
              <a:gd name="connsiteX13813" fmla="*/ 1904640 w 2119654"/>
              <a:gd name="connsiteY13813" fmla="*/ 1335399 h 2398711"/>
              <a:gd name="connsiteX13814" fmla="*/ 1903731 w 2119654"/>
              <a:gd name="connsiteY13814" fmla="*/ 1334915 h 2398711"/>
              <a:gd name="connsiteX13815" fmla="*/ 1896127 w 2119654"/>
              <a:gd name="connsiteY13815" fmla="*/ 1340026 h 2398711"/>
              <a:gd name="connsiteX13816" fmla="*/ 1782163 w 2119654"/>
              <a:gd name="connsiteY13816" fmla="*/ 1594933 h 2398711"/>
              <a:gd name="connsiteX13817" fmla="*/ 1782647 w 2119654"/>
              <a:gd name="connsiteY13817" fmla="*/ 1596257 h 2398711"/>
              <a:gd name="connsiteX13818" fmla="*/ 1784158 w 2119654"/>
              <a:gd name="connsiteY13818" fmla="*/ 1595960 h 2398711"/>
              <a:gd name="connsiteX13819" fmla="*/ 1782303 w 2119654"/>
              <a:gd name="connsiteY13819" fmla="*/ 1594582 h 2398711"/>
              <a:gd name="connsiteX13820" fmla="*/ 1784728 w 2119654"/>
              <a:gd name="connsiteY13820" fmla="*/ 1595831 h 2398711"/>
              <a:gd name="connsiteX13821" fmla="*/ 1785431 w 2119654"/>
              <a:gd name="connsiteY13821" fmla="*/ 1595520 h 2398711"/>
              <a:gd name="connsiteX13822" fmla="*/ 1790043 w 2119654"/>
              <a:gd name="connsiteY13822" fmla="*/ 1592309 h 2398711"/>
              <a:gd name="connsiteX13823" fmla="*/ 1788546 w 2119654"/>
              <a:gd name="connsiteY13823" fmla="*/ 1590861 h 2398711"/>
              <a:gd name="connsiteX13824" fmla="*/ 1728219 w 2119654"/>
              <a:gd name="connsiteY13824" fmla="*/ 1715677 h 2398711"/>
              <a:gd name="connsiteX13825" fmla="*/ 1728130 w 2119654"/>
              <a:gd name="connsiteY13825" fmla="*/ 1718784 h 2398711"/>
              <a:gd name="connsiteX13826" fmla="*/ 1730422 w 2119654"/>
              <a:gd name="connsiteY13826" fmla="*/ 1715403 h 2398711"/>
              <a:gd name="connsiteX13827" fmla="*/ 1729645 w 2119654"/>
              <a:gd name="connsiteY13827" fmla="*/ 1714733 h 2398711"/>
              <a:gd name="connsiteX13828" fmla="*/ 1570520 w 2119654"/>
              <a:gd name="connsiteY13828" fmla="*/ 2068723 h 2398711"/>
              <a:gd name="connsiteX13829" fmla="*/ 1571208 w 2119654"/>
              <a:gd name="connsiteY13829" fmla="*/ 2072247 h 2398711"/>
              <a:gd name="connsiteX13830" fmla="*/ 1571230 w 2119654"/>
              <a:gd name="connsiteY13830" fmla="*/ 2069183 h 2398711"/>
              <a:gd name="connsiteX13831" fmla="*/ 1571225 w 2119654"/>
              <a:gd name="connsiteY13831" fmla="*/ 2068295 h 2398711"/>
              <a:gd name="connsiteX13832" fmla="*/ 1613244 w 2119654"/>
              <a:gd name="connsiteY13832" fmla="*/ 1973022 h 2398711"/>
              <a:gd name="connsiteX13833" fmla="*/ 1613299 w 2119654"/>
              <a:gd name="connsiteY13833" fmla="*/ 1973500 h 2398711"/>
              <a:gd name="connsiteX13834" fmla="*/ 1615361 w 2119654"/>
              <a:gd name="connsiteY13834" fmla="*/ 1973123 h 2398711"/>
              <a:gd name="connsiteX13835" fmla="*/ 1761263 w 2119654"/>
              <a:gd name="connsiteY13835" fmla="*/ 1641543 h 2398711"/>
              <a:gd name="connsiteX13836" fmla="*/ 1761329 w 2119654"/>
              <a:gd name="connsiteY13836" fmla="*/ 1641613 h 2398711"/>
              <a:gd name="connsiteX13837" fmla="*/ 1767558 w 2119654"/>
              <a:gd name="connsiteY13837" fmla="*/ 1639787 h 2398711"/>
              <a:gd name="connsiteX13838" fmla="*/ 1767666 w 2119654"/>
              <a:gd name="connsiteY13838" fmla="*/ 1637421 h 2398711"/>
              <a:gd name="connsiteX13839" fmla="*/ 1766064 w 2119654"/>
              <a:gd name="connsiteY13839" fmla="*/ 1638118 h 2398711"/>
              <a:gd name="connsiteX13840" fmla="*/ 1776294 w 2119654"/>
              <a:gd name="connsiteY13840" fmla="*/ 1607866 h 2398711"/>
              <a:gd name="connsiteX13841" fmla="*/ 1777851 w 2119654"/>
              <a:gd name="connsiteY13841" fmla="*/ 1608752 h 2398711"/>
              <a:gd name="connsiteX13842" fmla="*/ 1782139 w 2119654"/>
              <a:gd name="connsiteY13842" fmla="*/ 1605938 h 2398711"/>
              <a:gd name="connsiteX13843" fmla="*/ 1780872 w 2119654"/>
              <a:gd name="connsiteY13843" fmla="*/ 1603464 h 2398711"/>
              <a:gd name="connsiteX13844" fmla="*/ 1707281 w 2119654"/>
              <a:gd name="connsiteY13844" fmla="*/ 1762376 h 2398711"/>
              <a:gd name="connsiteX13845" fmla="*/ 1708305 w 2119654"/>
              <a:gd name="connsiteY13845" fmla="*/ 1761917 h 2398711"/>
              <a:gd name="connsiteX13846" fmla="*/ 1708264 w 2119654"/>
              <a:gd name="connsiteY13846" fmla="*/ 1761498 h 2398711"/>
              <a:gd name="connsiteX13847" fmla="*/ 1674660 w 2119654"/>
              <a:gd name="connsiteY13847" fmla="*/ 1835399 h 2398711"/>
              <a:gd name="connsiteX13848" fmla="*/ 1674931 w 2119654"/>
              <a:gd name="connsiteY13848" fmla="*/ 1835316 h 2398711"/>
              <a:gd name="connsiteX13849" fmla="*/ 1674888 w 2119654"/>
              <a:gd name="connsiteY13849" fmla="*/ 1835130 h 2398711"/>
              <a:gd name="connsiteX13850" fmla="*/ 1716096 w 2119654"/>
              <a:gd name="connsiteY13850" fmla="*/ 1742591 h 2398711"/>
              <a:gd name="connsiteX13851" fmla="*/ 1716048 w 2119654"/>
              <a:gd name="connsiteY13851" fmla="*/ 1743792 h 2398711"/>
              <a:gd name="connsiteX13852" fmla="*/ 1716133 w 2119654"/>
              <a:gd name="connsiteY13852" fmla="*/ 1743770 h 2398711"/>
              <a:gd name="connsiteX13853" fmla="*/ 1717239 w 2119654"/>
              <a:gd name="connsiteY13853" fmla="*/ 1743096 h 2398711"/>
              <a:gd name="connsiteX13854" fmla="*/ 1718197 w 2119654"/>
              <a:gd name="connsiteY13854" fmla="*/ 1742309 h 2398711"/>
              <a:gd name="connsiteX13855" fmla="*/ 1717979 w 2119654"/>
              <a:gd name="connsiteY13855" fmla="*/ 1741361 h 2398711"/>
              <a:gd name="connsiteX13856" fmla="*/ 1637844 w 2119654"/>
              <a:gd name="connsiteY13856" fmla="*/ 1917779 h 2398711"/>
              <a:gd name="connsiteX13857" fmla="*/ 1640531 w 2119654"/>
              <a:gd name="connsiteY13857" fmla="*/ 1917912 h 2398711"/>
              <a:gd name="connsiteX13858" fmla="*/ 1640564 w 2119654"/>
              <a:gd name="connsiteY13858" fmla="*/ 1916514 h 2398711"/>
              <a:gd name="connsiteX13859" fmla="*/ 1703898 w 2119654"/>
              <a:gd name="connsiteY13859" fmla="*/ 1769814 h 2398711"/>
              <a:gd name="connsiteX13860" fmla="*/ 1704404 w 2119654"/>
              <a:gd name="connsiteY13860" fmla="*/ 1769638 h 2398711"/>
              <a:gd name="connsiteX13861" fmla="*/ 1704564 w 2119654"/>
              <a:gd name="connsiteY13861" fmla="*/ 1769527 h 2398711"/>
              <a:gd name="connsiteX13862" fmla="*/ 1640970 w 2119654"/>
              <a:gd name="connsiteY13862" fmla="*/ 1910675 h 2398711"/>
              <a:gd name="connsiteX13863" fmla="*/ 1640940 w 2119654"/>
              <a:gd name="connsiteY13863" fmla="*/ 1911940 h 2398711"/>
              <a:gd name="connsiteX13864" fmla="*/ 1641076 w 2119654"/>
              <a:gd name="connsiteY13864" fmla="*/ 1911917 h 2398711"/>
              <a:gd name="connsiteX13865" fmla="*/ 1640979 w 2119654"/>
              <a:gd name="connsiteY13865" fmla="*/ 1910661 h 2398711"/>
              <a:gd name="connsiteX13866" fmla="*/ 1640977 w 2119654"/>
              <a:gd name="connsiteY13866" fmla="*/ 1910662 h 2398711"/>
              <a:gd name="connsiteX13867" fmla="*/ 1590814 w 2119654"/>
              <a:gd name="connsiteY13867" fmla="*/ 2022979 h 2398711"/>
              <a:gd name="connsiteX13868" fmla="*/ 1592257 w 2119654"/>
              <a:gd name="connsiteY13868" fmla="*/ 2023449 h 2398711"/>
              <a:gd name="connsiteX13869" fmla="*/ 1591970 w 2119654"/>
              <a:gd name="connsiteY13869" fmla="*/ 2022939 h 2398711"/>
              <a:gd name="connsiteX13870" fmla="*/ 1801023 w 2119654"/>
              <a:gd name="connsiteY13870" fmla="*/ 1552200 h 2398711"/>
              <a:gd name="connsiteX13871" fmla="*/ 1801046 w 2119654"/>
              <a:gd name="connsiteY13871" fmla="*/ 1552322 h 2398711"/>
              <a:gd name="connsiteX13872" fmla="*/ 1804832 w 2119654"/>
              <a:gd name="connsiteY13872" fmla="*/ 1551921 h 2398711"/>
              <a:gd name="connsiteX13873" fmla="*/ 1808415 w 2119654"/>
              <a:gd name="connsiteY13873" fmla="*/ 1546613 h 2398711"/>
              <a:gd name="connsiteX13874" fmla="*/ 1807229 w 2119654"/>
              <a:gd name="connsiteY13874" fmla="*/ 1544261 h 2398711"/>
              <a:gd name="connsiteX13875" fmla="*/ 1804478 w 2119654"/>
              <a:gd name="connsiteY13875" fmla="*/ 1547262 h 2398711"/>
              <a:gd name="connsiteX13876" fmla="*/ 1774359 w 2119654"/>
              <a:gd name="connsiteY13876" fmla="*/ 1611711 h 2398711"/>
              <a:gd name="connsiteX13877" fmla="*/ 1774291 w 2119654"/>
              <a:gd name="connsiteY13877" fmla="*/ 1613200 h 2398711"/>
              <a:gd name="connsiteX13878" fmla="*/ 1774480 w 2119654"/>
              <a:gd name="connsiteY13878" fmla="*/ 1615051 h 2398711"/>
              <a:gd name="connsiteX13879" fmla="*/ 1775448 w 2119654"/>
              <a:gd name="connsiteY13879" fmla="*/ 1614747 h 2398711"/>
              <a:gd name="connsiteX13880" fmla="*/ 1780571 w 2119654"/>
              <a:gd name="connsiteY13880" fmla="*/ 1611630 h 2398711"/>
              <a:gd name="connsiteX13881" fmla="*/ 1783879 w 2119654"/>
              <a:gd name="connsiteY13881" fmla="*/ 1609340 h 2398711"/>
              <a:gd name="connsiteX13882" fmla="*/ 1782394 w 2119654"/>
              <a:gd name="connsiteY13882" fmla="*/ 1606438 h 2398711"/>
              <a:gd name="connsiteX13883" fmla="*/ 1778396 w 2119654"/>
              <a:gd name="connsiteY13883" fmla="*/ 1609062 h 2398711"/>
              <a:gd name="connsiteX13884" fmla="*/ 1780962 w 2119654"/>
              <a:gd name="connsiteY13884" fmla="*/ 1610522 h 2398711"/>
              <a:gd name="connsiteX13885" fmla="*/ 1781009 w 2119654"/>
              <a:gd name="connsiteY13885" fmla="*/ 1610678 h 2398711"/>
              <a:gd name="connsiteX13886" fmla="*/ 1778291 w 2119654"/>
              <a:gd name="connsiteY13886" fmla="*/ 1609131 h 2398711"/>
              <a:gd name="connsiteX13887" fmla="*/ 1683975 w 2119654"/>
              <a:gd name="connsiteY13887" fmla="*/ 1814071 h 2398711"/>
              <a:gd name="connsiteX13888" fmla="*/ 1683985 w 2119654"/>
              <a:gd name="connsiteY13888" fmla="*/ 1814113 h 2398711"/>
              <a:gd name="connsiteX13889" fmla="*/ 1685036 w 2119654"/>
              <a:gd name="connsiteY13889" fmla="*/ 1815220 h 2398711"/>
              <a:gd name="connsiteX13890" fmla="*/ 1685449 w 2119654"/>
              <a:gd name="connsiteY13890" fmla="*/ 1815194 h 2398711"/>
              <a:gd name="connsiteX13891" fmla="*/ 1685789 w 2119654"/>
              <a:gd name="connsiteY13891" fmla="*/ 1813542 h 2398711"/>
              <a:gd name="connsiteX13892" fmla="*/ 1685749 w 2119654"/>
              <a:gd name="connsiteY13892" fmla="*/ 1813293 h 2398711"/>
              <a:gd name="connsiteX13893" fmla="*/ 1792256 w 2119654"/>
              <a:gd name="connsiteY13893" fmla="*/ 1571604 h 2398711"/>
              <a:gd name="connsiteX13894" fmla="*/ 1795967 w 2119654"/>
              <a:gd name="connsiteY13894" fmla="*/ 1570159 h 2398711"/>
              <a:gd name="connsiteX13895" fmla="*/ 1797983 w 2119654"/>
              <a:gd name="connsiteY13895" fmla="*/ 1568641 h 2398711"/>
              <a:gd name="connsiteX13896" fmla="*/ 1797451 w 2119654"/>
              <a:gd name="connsiteY13896" fmla="*/ 1567744 h 2398711"/>
              <a:gd name="connsiteX13897" fmla="*/ 1792602 w 2119654"/>
              <a:gd name="connsiteY13897" fmla="*/ 1571092 h 2398711"/>
              <a:gd name="connsiteX13898" fmla="*/ 1640184 w 2119654"/>
              <a:gd name="connsiteY13898" fmla="*/ 1912069 h 2398711"/>
              <a:gd name="connsiteX13899" fmla="*/ 1640671 w 2119654"/>
              <a:gd name="connsiteY13899" fmla="*/ 1911986 h 2398711"/>
              <a:gd name="connsiteX13900" fmla="*/ 1640691 w 2119654"/>
              <a:gd name="connsiteY13900" fmla="*/ 1911171 h 2398711"/>
              <a:gd name="connsiteX13901" fmla="*/ 1754873 w 2119654"/>
              <a:gd name="connsiteY13901" fmla="*/ 1655215 h 2398711"/>
              <a:gd name="connsiteX13902" fmla="*/ 1755672 w 2119654"/>
              <a:gd name="connsiteY13902" fmla="*/ 1656864 h 2398711"/>
              <a:gd name="connsiteX13903" fmla="*/ 1756783 w 2119654"/>
              <a:gd name="connsiteY13903" fmla="*/ 1656605 h 2398711"/>
              <a:gd name="connsiteX13904" fmla="*/ 1757187 w 2119654"/>
              <a:gd name="connsiteY13904" fmla="*/ 1656319 h 2398711"/>
              <a:gd name="connsiteX13905" fmla="*/ 1758731 w 2119654"/>
              <a:gd name="connsiteY13905" fmla="*/ 1654403 h 2398711"/>
              <a:gd name="connsiteX13906" fmla="*/ 1758409 w 2119654"/>
              <a:gd name="connsiteY13906" fmla="*/ 1652903 h 2398711"/>
              <a:gd name="connsiteX13907" fmla="*/ 1716882 w 2119654"/>
              <a:gd name="connsiteY13907" fmla="*/ 1740115 h 2398711"/>
              <a:gd name="connsiteX13908" fmla="*/ 1717714 w 2119654"/>
              <a:gd name="connsiteY13908" fmla="*/ 1740210 h 2398711"/>
              <a:gd name="connsiteX13909" fmla="*/ 1717525 w 2119654"/>
              <a:gd name="connsiteY13909" fmla="*/ 1739391 h 2398711"/>
              <a:gd name="connsiteX13910" fmla="*/ 1717448 w 2119654"/>
              <a:gd name="connsiteY13910" fmla="*/ 1739404 h 2398711"/>
              <a:gd name="connsiteX13911" fmla="*/ 1583788 w 2119654"/>
              <a:gd name="connsiteY13911" fmla="*/ 2038139 h 2398711"/>
              <a:gd name="connsiteX13912" fmla="*/ 1588314 w 2119654"/>
              <a:gd name="connsiteY13912" fmla="*/ 2038364 h 2398711"/>
              <a:gd name="connsiteX13913" fmla="*/ 1588265 w 2119654"/>
              <a:gd name="connsiteY13913" fmla="*/ 2037701 h 2398711"/>
              <a:gd name="connsiteX13914" fmla="*/ 1800392 w 2119654"/>
              <a:gd name="connsiteY13914" fmla="*/ 1553102 h 2398711"/>
              <a:gd name="connsiteX13915" fmla="*/ 1801039 w 2119654"/>
              <a:gd name="connsiteY13915" fmla="*/ 1554198 h 2398711"/>
              <a:gd name="connsiteX13916" fmla="*/ 1800778 w 2119654"/>
              <a:gd name="connsiteY13916" fmla="*/ 1552856 h 2398711"/>
              <a:gd name="connsiteX13917" fmla="*/ 1800546 w 2119654"/>
              <a:gd name="connsiteY13917" fmla="*/ 1552880 h 2398711"/>
              <a:gd name="connsiteX13918" fmla="*/ 1617822 w 2119654"/>
              <a:gd name="connsiteY13918" fmla="*/ 1961842 h 2398711"/>
              <a:gd name="connsiteX13919" fmla="*/ 1617812 w 2119654"/>
              <a:gd name="connsiteY13919" fmla="*/ 1963553 h 2398711"/>
              <a:gd name="connsiteX13920" fmla="*/ 1620422 w 2119654"/>
              <a:gd name="connsiteY13920" fmla="*/ 1962463 h 2398711"/>
              <a:gd name="connsiteX13921" fmla="*/ 1621006 w 2119654"/>
              <a:gd name="connsiteY13921" fmla="*/ 1960784 h 2398711"/>
              <a:gd name="connsiteX13922" fmla="*/ 1627738 w 2119654"/>
              <a:gd name="connsiteY13922" fmla="*/ 1939602 h 2398711"/>
              <a:gd name="connsiteX13923" fmla="*/ 1627784 w 2119654"/>
              <a:gd name="connsiteY13923" fmla="*/ 1940193 h 2398711"/>
              <a:gd name="connsiteX13924" fmla="*/ 1627972 w 2119654"/>
              <a:gd name="connsiteY13924" fmla="*/ 1939490 h 2398711"/>
              <a:gd name="connsiteX13925" fmla="*/ 1794617 w 2119654"/>
              <a:gd name="connsiteY13925" fmla="*/ 1565716 h 2398711"/>
              <a:gd name="connsiteX13926" fmla="*/ 1795614 w 2119654"/>
              <a:gd name="connsiteY13926" fmla="*/ 1565572 h 2398711"/>
              <a:gd name="connsiteX13927" fmla="*/ 1795906 w 2119654"/>
              <a:gd name="connsiteY13927" fmla="*/ 1565139 h 2398711"/>
              <a:gd name="connsiteX13928" fmla="*/ 1795620 w 2119654"/>
              <a:gd name="connsiteY13928" fmla="*/ 1564655 h 2398711"/>
              <a:gd name="connsiteX13929" fmla="*/ 1724068 w 2119654"/>
              <a:gd name="connsiteY13929" fmla="*/ 1723687 h 2398711"/>
              <a:gd name="connsiteX13930" fmla="*/ 1724124 w 2119654"/>
              <a:gd name="connsiteY13930" fmla="*/ 1723892 h 2398711"/>
              <a:gd name="connsiteX13931" fmla="*/ 1724852 w 2119654"/>
              <a:gd name="connsiteY13931" fmla="*/ 1723577 h 2398711"/>
              <a:gd name="connsiteX13932" fmla="*/ 1724822 w 2119654"/>
              <a:gd name="connsiteY13932" fmla="*/ 1723333 h 2398711"/>
              <a:gd name="connsiteX13933" fmla="*/ 1591476 w 2119654"/>
              <a:gd name="connsiteY13933" fmla="*/ 2020579 h 2398711"/>
              <a:gd name="connsiteX13934" fmla="*/ 1599317 w 2119654"/>
              <a:gd name="connsiteY13934" fmla="*/ 2019600 h 2398711"/>
              <a:gd name="connsiteX13935" fmla="*/ 1600373 w 2119654"/>
              <a:gd name="connsiteY13935" fmla="*/ 2016918 h 2398711"/>
              <a:gd name="connsiteX13936" fmla="*/ 1593231 w 2119654"/>
              <a:gd name="connsiteY13936" fmla="*/ 2017764 h 2398711"/>
              <a:gd name="connsiteX13937" fmla="*/ 1590690 w 2119654"/>
              <a:gd name="connsiteY13937" fmla="*/ 2022330 h 2398711"/>
              <a:gd name="connsiteX13938" fmla="*/ 1590697 w 2119654"/>
              <a:gd name="connsiteY13938" fmla="*/ 2022674 h 2398711"/>
              <a:gd name="connsiteX13939" fmla="*/ 1591800 w 2119654"/>
              <a:gd name="connsiteY13939" fmla="*/ 2022635 h 2398711"/>
              <a:gd name="connsiteX13940" fmla="*/ 1591680 w 2119654"/>
              <a:gd name="connsiteY13940" fmla="*/ 2022421 h 2398711"/>
              <a:gd name="connsiteX13941" fmla="*/ 1591130 w 2119654"/>
              <a:gd name="connsiteY13941" fmla="*/ 2022275 h 2398711"/>
              <a:gd name="connsiteX13942" fmla="*/ 1800899 w 2119654"/>
              <a:gd name="connsiteY13942" fmla="*/ 1551569 h 2398711"/>
              <a:gd name="connsiteX13943" fmla="*/ 1800992 w 2119654"/>
              <a:gd name="connsiteY13943" fmla="*/ 1552045 h 2398711"/>
              <a:gd name="connsiteX13944" fmla="*/ 1804204 w 2119654"/>
              <a:gd name="connsiteY13944" fmla="*/ 1547561 h 2398711"/>
              <a:gd name="connsiteX13945" fmla="*/ 1801951 w 2119654"/>
              <a:gd name="connsiteY13945" fmla="*/ 1550018 h 2398711"/>
              <a:gd name="connsiteX13946" fmla="*/ 1638758 w 2119654"/>
              <a:gd name="connsiteY13946" fmla="*/ 1914599 h 2398711"/>
              <a:gd name="connsiteX13947" fmla="*/ 1640616 w 2119654"/>
              <a:gd name="connsiteY13947" fmla="*/ 1914300 h 2398711"/>
              <a:gd name="connsiteX13948" fmla="*/ 1640665 w 2119654"/>
              <a:gd name="connsiteY13948" fmla="*/ 1912247 h 2398711"/>
              <a:gd name="connsiteX13949" fmla="*/ 1640017 w 2119654"/>
              <a:gd name="connsiteY13949" fmla="*/ 1912366 h 2398711"/>
              <a:gd name="connsiteX13950" fmla="*/ 1800278 w 2119654"/>
              <a:gd name="connsiteY13950" fmla="*/ 1552909 h 2398711"/>
              <a:gd name="connsiteX13951" fmla="*/ 1800322 w 2119654"/>
              <a:gd name="connsiteY13951" fmla="*/ 1552982 h 2398711"/>
              <a:gd name="connsiteX13952" fmla="*/ 1800382 w 2119654"/>
              <a:gd name="connsiteY13952" fmla="*/ 1552897 h 2398711"/>
              <a:gd name="connsiteX13953" fmla="*/ 1818892 w 2119654"/>
              <a:gd name="connsiteY13953" fmla="*/ 1511086 h 2398711"/>
              <a:gd name="connsiteX13954" fmla="*/ 1819754 w 2119654"/>
              <a:gd name="connsiteY13954" fmla="*/ 1514362 h 2398711"/>
              <a:gd name="connsiteX13955" fmla="*/ 1822968 w 2119654"/>
              <a:gd name="connsiteY13955" fmla="*/ 1512114 h 2398711"/>
              <a:gd name="connsiteX13956" fmla="*/ 1823721 w 2119654"/>
              <a:gd name="connsiteY13956" fmla="*/ 1511529 h 2398711"/>
              <a:gd name="connsiteX13957" fmla="*/ 1821694 w 2119654"/>
              <a:gd name="connsiteY13957" fmla="*/ 1509507 h 2398711"/>
              <a:gd name="connsiteX13958" fmla="*/ 1795545 w 2119654"/>
              <a:gd name="connsiteY13958" fmla="*/ 1563302 h 2398711"/>
              <a:gd name="connsiteX13959" fmla="*/ 1795809 w 2119654"/>
              <a:gd name="connsiteY13959" fmla="*/ 1563747 h 2398711"/>
              <a:gd name="connsiteX13960" fmla="*/ 1797443 w 2119654"/>
              <a:gd name="connsiteY13960" fmla="*/ 1562018 h 2398711"/>
              <a:gd name="connsiteX13961" fmla="*/ 1716157 w 2119654"/>
              <a:gd name="connsiteY13961" fmla="*/ 1741027 h 2398711"/>
              <a:gd name="connsiteX13962" fmla="*/ 1716117 w 2119654"/>
              <a:gd name="connsiteY13962" fmla="*/ 1742026 h 2398711"/>
              <a:gd name="connsiteX13963" fmla="*/ 1717868 w 2119654"/>
              <a:gd name="connsiteY13963" fmla="*/ 1740882 h 2398711"/>
              <a:gd name="connsiteX13964" fmla="*/ 1717809 w 2119654"/>
              <a:gd name="connsiteY13964" fmla="*/ 1740624 h 2398711"/>
              <a:gd name="connsiteX13965" fmla="*/ 1716588 w 2119654"/>
              <a:gd name="connsiteY13965" fmla="*/ 1740485 h 2398711"/>
              <a:gd name="connsiteX13966" fmla="*/ 1830361 w 2119654"/>
              <a:gd name="connsiteY13966" fmla="*/ 1485249 h 2398711"/>
              <a:gd name="connsiteX13967" fmla="*/ 1832478 w 2119654"/>
              <a:gd name="connsiteY13967" fmla="*/ 1488095 h 2398711"/>
              <a:gd name="connsiteX13968" fmla="*/ 1838730 w 2119654"/>
              <a:gd name="connsiteY13968" fmla="*/ 1482378 h 2398711"/>
              <a:gd name="connsiteX13969" fmla="*/ 1844120 w 2119654"/>
              <a:gd name="connsiteY13969" fmla="*/ 1477313 h 2398711"/>
              <a:gd name="connsiteX13970" fmla="*/ 1845400 w 2119654"/>
              <a:gd name="connsiteY13970" fmla="*/ 1475968 h 2398711"/>
              <a:gd name="connsiteX13971" fmla="*/ 1845169 w 2119654"/>
              <a:gd name="connsiteY13971" fmla="*/ 1475492 h 2398711"/>
              <a:gd name="connsiteX13972" fmla="*/ 1839133 w 2119654"/>
              <a:gd name="connsiteY13972" fmla="*/ 1478219 h 2398711"/>
              <a:gd name="connsiteX13973" fmla="*/ 1832552 w 2119654"/>
              <a:gd name="connsiteY13973" fmla="*/ 1483530 h 2398711"/>
              <a:gd name="connsiteX13974" fmla="*/ 1617825 w 2119654"/>
              <a:gd name="connsiteY13974" fmla="*/ 1961140 h 2398711"/>
              <a:gd name="connsiteX13975" fmla="*/ 1617823 w 2119654"/>
              <a:gd name="connsiteY13975" fmla="*/ 1961524 h 2398711"/>
              <a:gd name="connsiteX13976" fmla="*/ 1621130 w 2119654"/>
              <a:gd name="connsiteY13976" fmla="*/ 1960425 h 2398711"/>
              <a:gd name="connsiteX13977" fmla="*/ 1621178 w 2119654"/>
              <a:gd name="connsiteY13977" fmla="*/ 1960289 h 2398711"/>
              <a:gd name="connsiteX13978" fmla="*/ 1621165 w 2119654"/>
              <a:gd name="connsiteY13978" fmla="*/ 1959952 h 2398711"/>
              <a:gd name="connsiteX13979" fmla="*/ 1620658 w 2119654"/>
              <a:gd name="connsiteY13979" fmla="*/ 1960008 h 2398711"/>
              <a:gd name="connsiteX13980" fmla="*/ 1800339 w 2119654"/>
              <a:gd name="connsiteY13980" fmla="*/ 1552396 h 2398711"/>
              <a:gd name="connsiteX13981" fmla="*/ 1800682 w 2119654"/>
              <a:gd name="connsiteY13981" fmla="*/ 1552360 h 2398711"/>
              <a:gd name="connsiteX13982" fmla="*/ 1800611 w 2119654"/>
              <a:gd name="connsiteY13982" fmla="*/ 1551995 h 2398711"/>
              <a:gd name="connsiteX13983" fmla="*/ 1757909 w 2119654"/>
              <a:gd name="connsiteY13983" fmla="*/ 1647204 h 2398711"/>
              <a:gd name="connsiteX13984" fmla="*/ 1758933 w 2119654"/>
              <a:gd name="connsiteY13984" fmla="*/ 1647168 h 2398711"/>
              <a:gd name="connsiteX13985" fmla="*/ 1760036 w 2119654"/>
              <a:gd name="connsiteY13985" fmla="*/ 1646972 h 2398711"/>
              <a:gd name="connsiteX13986" fmla="*/ 1759860 w 2119654"/>
              <a:gd name="connsiteY13986" fmla="*/ 1645987 h 2398711"/>
              <a:gd name="connsiteX13987" fmla="*/ 1685009 w 2119654"/>
              <a:gd name="connsiteY13987" fmla="*/ 1810429 h 2398711"/>
              <a:gd name="connsiteX13988" fmla="*/ 1685391 w 2119654"/>
              <a:gd name="connsiteY13988" fmla="*/ 1811062 h 2398711"/>
              <a:gd name="connsiteX13989" fmla="*/ 1685296 w 2119654"/>
              <a:gd name="connsiteY13989" fmla="*/ 1810469 h 2398711"/>
              <a:gd name="connsiteX13990" fmla="*/ 1600901 w 2119654"/>
              <a:gd name="connsiteY13990" fmla="*/ 1998715 h 2398711"/>
              <a:gd name="connsiteX13991" fmla="*/ 1603230 w 2119654"/>
              <a:gd name="connsiteY13991" fmla="*/ 1999077 h 2398711"/>
              <a:gd name="connsiteX13992" fmla="*/ 1604153 w 2119654"/>
              <a:gd name="connsiteY13992" fmla="*/ 1997597 h 2398711"/>
              <a:gd name="connsiteX13993" fmla="*/ 1604166 w 2119654"/>
              <a:gd name="connsiteY13993" fmla="*/ 1997470 h 2398711"/>
              <a:gd name="connsiteX13994" fmla="*/ 1604139 w 2119654"/>
              <a:gd name="connsiteY13994" fmla="*/ 1997262 h 2398711"/>
              <a:gd name="connsiteX13995" fmla="*/ 1601217 w 2119654"/>
              <a:gd name="connsiteY13995" fmla="*/ 1998511 h 2398711"/>
              <a:gd name="connsiteX13996" fmla="*/ 1790402 w 2119654"/>
              <a:gd name="connsiteY13996" fmla="*/ 1574351 h 2398711"/>
              <a:gd name="connsiteX13997" fmla="*/ 1794944 w 2119654"/>
              <a:gd name="connsiteY13997" fmla="*/ 1570930 h 2398711"/>
              <a:gd name="connsiteX13998" fmla="*/ 1791871 w 2119654"/>
              <a:gd name="connsiteY13998" fmla="*/ 1572175 h 2398711"/>
              <a:gd name="connsiteX13999" fmla="*/ 1590156 w 2119654"/>
              <a:gd name="connsiteY13999" fmla="*/ 2022694 h 2398711"/>
              <a:gd name="connsiteX14000" fmla="*/ 1590274 w 2119654"/>
              <a:gd name="connsiteY14000" fmla="*/ 2022690 h 2398711"/>
              <a:gd name="connsiteX14001" fmla="*/ 1590268 w 2119654"/>
              <a:gd name="connsiteY14001" fmla="*/ 2022514 h 2398711"/>
              <a:gd name="connsiteX14002" fmla="*/ 1532151 w 2119654"/>
              <a:gd name="connsiteY14002" fmla="*/ 2152537 h 2398711"/>
              <a:gd name="connsiteX14003" fmla="*/ 1529560 w 2119654"/>
              <a:gd name="connsiteY14003" fmla="*/ 2164407 h 2398711"/>
              <a:gd name="connsiteX14004" fmla="*/ 1545040 w 2119654"/>
              <a:gd name="connsiteY14004" fmla="*/ 2165980 h 2398711"/>
              <a:gd name="connsiteX14005" fmla="*/ 1547542 w 2119654"/>
              <a:gd name="connsiteY14005" fmla="*/ 2155770 h 2398711"/>
              <a:gd name="connsiteX14006" fmla="*/ 1636994 w 2119654"/>
              <a:gd name="connsiteY14006" fmla="*/ 1917729 h 2398711"/>
              <a:gd name="connsiteX14007" fmla="*/ 1640573 w 2119654"/>
              <a:gd name="connsiteY14007" fmla="*/ 1916123 h 2398711"/>
              <a:gd name="connsiteX14008" fmla="*/ 1640605 w 2119654"/>
              <a:gd name="connsiteY14008" fmla="*/ 1914766 h 2398711"/>
              <a:gd name="connsiteX14009" fmla="*/ 1638470 w 2119654"/>
              <a:gd name="connsiteY14009" fmla="*/ 1915110 h 2398711"/>
              <a:gd name="connsiteX14010" fmla="*/ 1680058 w 2119654"/>
              <a:gd name="connsiteY14010" fmla="*/ 1821285 h 2398711"/>
              <a:gd name="connsiteX14011" fmla="*/ 1680211 w 2119654"/>
              <a:gd name="connsiteY14011" fmla="*/ 1822216 h 2398711"/>
              <a:gd name="connsiteX14012" fmla="*/ 1680461 w 2119654"/>
              <a:gd name="connsiteY14012" fmla="*/ 1822066 h 2398711"/>
              <a:gd name="connsiteX14013" fmla="*/ 1823482 w 2119654"/>
              <a:gd name="connsiteY14013" fmla="*/ 1500074 h 2398711"/>
              <a:gd name="connsiteX14014" fmla="*/ 1829020 w 2119654"/>
              <a:gd name="connsiteY14014" fmla="*/ 1505038 h 2398711"/>
              <a:gd name="connsiteX14015" fmla="*/ 1833275 w 2119654"/>
              <a:gd name="connsiteY14015" fmla="*/ 1502642 h 2398711"/>
              <a:gd name="connsiteX14016" fmla="*/ 1837223 w 2119654"/>
              <a:gd name="connsiteY14016" fmla="*/ 1496820 h 2398711"/>
              <a:gd name="connsiteX14017" fmla="*/ 1835273 w 2119654"/>
              <a:gd name="connsiteY14017" fmla="*/ 1494197 h 2398711"/>
              <a:gd name="connsiteX14018" fmla="*/ 1833309 w 2119654"/>
              <a:gd name="connsiteY14018" fmla="*/ 1477994 h 2398711"/>
              <a:gd name="connsiteX14019" fmla="*/ 1843107 w 2119654"/>
              <a:gd name="connsiteY14019" fmla="*/ 1471694 h 2398711"/>
              <a:gd name="connsiteX14020" fmla="*/ 1841512 w 2119654"/>
              <a:gd name="connsiteY14020" fmla="*/ 1469071 h 2398711"/>
              <a:gd name="connsiteX14021" fmla="*/ 1839220 w 2119654"/>
              <a:gd name="connsiteY14021" fmla="*/ 1470305 h 2398711"/>
              <a:gd name="connsiteX14022" fmla="*/ 1838620 w 2119654"/>
              <a:gd name="connsiteY14022" fmla="*/ 1470814 h 2398711"/>
              <a:gd name="connsiteX14023" fmla="*/ 1863653 w 2119654"/>
              <a:gd name="connsiteY14023" fmla="*/ 1409954 h 2398711"/>
              <a:gd name="connsiteX14024" fmla="*/ 1864880 w 2119654"/>
              <a:gd name="connsiteY14024" fmla="*/ 1412494 h 2398711"/>
              <a:gd name="connsiteX14025" fmla="*/ 1866975 w 2119654"/>
              <a:gd name="connsiteY14025" fmla="*/ 1411242 h 2398711"/>
              <a:gd name="connsiteX14026" fmla="*/ 1869614 w 2119654"/>
              <a:gd name="connsiteY14026" fmla="*/ 1406113 h 2398711"/>
              <a:gd name="connsiteX14027" fmla="*/ 1621371 w 2119654"/>
              <a:gd name="connsiteY14027" fmla="*/ 1952461 h 2398711"/>
              <a:gd name="connsiteX14028" fmla="*/ 1621444 w 2119654"/>
              <a:gd name="connsiteY14028" fmla="*/ 1954366 h 2398711"/>
              <a:gd name="connsiteX14029" fmla="*/ 1621860 w 2119654"/>
              <a:gd name="connsiteY14029" fmla="*/ 1954459 h 2398711"/>
              <a:gd name="connsiteX14030" fmla="*/ 1623199 w 2119654"/>
              <a:gd name="connsiteY14030" fmla="*/ 1953729 h 2398711"/>
              <a:gd name="connsiteX14031" fmla="*/ 1622821 w 2119654"/>
              <a:gd name="connsiteY14031" fmla="*/ 1951718 h 2398711"/>
              <a:gd name="connsiteX14032" fmla="*/ 1636399 w 2119654"/>
              <a:gd name="connsiteY14032" fmla="*/ 1918784 h 2398711"/>
              <a:gd name="connsiteX14033" fmla="*/ 1639466 w 2119654"/>
              <a:gd name="connsiteY14033" fmla="*/ 1918484 h 2398711"/>
              <a:gd name="connsiteX14034" fmla="*/ 1636647 w 2119654"/>
              <a:gd name="connsiteY14034" fmla="*/ 1918346 h 2398711"/>
              <a:gd name="connsiteX14035" fmla="*/ 1774453 w 2119654"/>
              <a:gd name="connsiteY14035" fmla="*/ 1609636 h 2398711"/>
              <a:gd name="connsiteX14036" fmla="*/ 1774390 w 2119654"/>
              <a:gd name="connsiteY14036" fmla="*/ 1611023 h 2398711"/>
              <a:gd name="connsiteX14037" fmla="*/ 1777746 w 2119654"/>
              <a:gd name="connsiteY14037" fmla="*/ 1608821 h 2398711"/>
              <a:gd name="connsiteX14038" fmla="*/ 1776209 w 2119654"/>
              <a:gd name="connsiteY14038" fmla="*/ 1607948 h 2398711"/>
              <a:gd name="connsiteX14039" fmla="*/ 1627640 w 2119654"/>
              <a:gd name="connsiteY14039" fmla="*/ 1938362 h 2398711"/>
              <a:gd name="connsiteX14040" fmla="*/ 1627700 w 2119654"/>
              <a:gd name="connsiteY14040" fmla="*/ 1939125 h 2398711"/>
              <a:gd name="connsiteX14041" fmla="*/ 1628125 w 2119654"/>
              <a:gd name="connsiteY14041" fmla="*/ 1938921 h 2398711"/>
              <a:gd name="connsiteX14042" fmla="*/ 1628381 w 2119654"/>
              <a:gd name="connsiteY14042" fmla="*/ 1937966 h 2398711"/>
              <a:gd name="connsiteX14043" fmla="*/ 1754466 w 2119654"/>
              <a:gd name="connsiteY14043" fmla="*/ 1654373 h 2398711"/>
              <a:gd name="connsiteX14044" fmla="*/ 1754757 w 2119654"/>
              <a:gd name="connsiteY14044" fmla="*/ 1654973 h 2398711"/>
              <a:gd name="connsiteX14045" fmla="*/ 1758349 w 2119654"/>
              <a:gd name="connsiteY14045" fmla="*/ 1652624 h 2398711"/>
              <a:gd name="connsiteX14046" fmla="*/ 1758314 w 2119654"/>
              <a:gd name="connsiteY14046" fmla="*/ 1652459 h 2398711"/>
              <a:gd name="connsiteX14047" fmla="*/ 1755715 w 2119654"/>
              <a:gd name="connsiteY14047" fmla="*/ 1653037 h 2398711"/>
              <a:gd name="connsiteX14048" fmla="*/ 1619515 w 2119654"/>
              <a:gd name="connsiteY14048" fmla="*/ 1956500 h 2398711"/>
              <a:gd name="connsiteX14049" fmla="*/ 1621030 w 2119654"/>
              <a:gd name="connsiteY14049" fmla="*/ 1956469 h 2398711"/>
              <a:gd name="connsiteX14050" fmla="*/ 1621000 w 2119654"/>
              <a:gd name="connsiteY14050" fmla="*/ 1955690 h 2398711"/>
              <a:gd name="connsiteX14051" fmla="*/ 1612996 w 2119654"/>
              <a:gd name="connsiteY14051" fmla="*/ 1970900 h 2398711"/>
              <a:gd name="connsiteX14052" fmla="*/ 1613177 w 2119654"/>
              <a:gd name="connsiteY14052" fmla="*/ 1972455 h 2398711"/>
              <a:gd name="connsiteX14053" fmla="*/ 1616174 w 2119654"/>
              <a:gd name="connsiteY14053" fmla="*/ 1972598 h 2398711"/>
              <a:gd name="connsiteX14054" fmla="*/ 1616208 w 2119654"/>
              <a:gd name="connsiteY14054" fmla="*/ 1971675 h 2398711"/>
              <a:gd name="connsiteX14055" fmla="*/ 1615814 w 2119654"/>
              <a:gd name="connsiteY14055" fmla="*/ 1971529 h 2398711"/>
              <a:gd name="connsiteX14056" fmla="*/ 1614057 w 2119654"/>
              <a:gd name="connsiteY14056" fmla="*/ 1970850 h 2398711"/>
              <a:gd name="connsiteX14057" fmla="*/ 1810743 w 2119654"/>
              <a:gd name="connsiteY14057" fmla="*/ 1528015 h 2398711"/>
              <a:gd name="connsiteX14058" fmla="*/ 1813056 w 2119654"/>
              <a:gd name="connsiteY14058" fmla="*/ 1529528 h 2398711"/>
              <a:gd name="connsiteX14059" fmla="*/ 1816634 w 2119654"/>
              <a:gd name="connsiteY14059" fmla="*/ 1527190 h 2398711"/>
              <a:gd name="connsiteX14060" fmla="*/ 1816710 w 2119654"/>
              <a:gd name="connsiteY14060" fmla="*/ 1527076 h 2398711"/>
              <a:gd name="connsiteX14061" fmla="*/ 1816448 w 2119654"/>
              <a:gd name="connsiteY14061" fmla="*/ 1524787 h 2398711"/>
              <a:gd name="connsiteX14062" fmla="*/ 1816360 w 2119654"/>
              <a:gd name="connsiteY14062" fmla="*/ 1524525 h 2398711"/>
              <a:gd name="connsiteX14063" fmla="*/ 1812896 w 2119654"/>
              <a:gd name="connsiteY14063" fmla="*/ 1526074 h 2398711"/>
              <a:gd name="connsiteX14064" fmla="*/ 1635486 w 2119654"/>
              <a:gd name="connsiteY14064" fmla="*/ 1920405 h 2398711"/>
              <a:gd name="connsiteX14065" fmla="*/ 1638475 w 2119654"/>
              <a:gd name="connsiteY14065" fmla="*/ 1919249 h 2398711"/>
              <a:gd name="connsiteX14066" fmla="*/ 1636002 w 2119654"/>
              <a:gd name="connsiteY14066" fmla="*/ 1919491 h 2398711"/>
              <a:gd name="connsiteX14067" fmla="*/ 1832381 w 2119654"/>
              <a:gd name="connsiteY14067" fmla="*/ 1479449 h 2398711"/>
              <a:gd name="connsiteX14068" fmla="*/ 1841849 w 2119654"/>
              <a:gd name="connsiteY14068" fmla="*/ 1475360 h 2398711"/>
              <a:gd name="connsiteX14069" fmla="*/ 1844208 w 2119654"/>
              <a:gd name="connsiteY14069" fmla="*/ 1473517 h 2398711"/>
              <a:gd name="connsiteX14070" fmla="*/ 1844184 w 2119654"/>
              <a:gd name="connsiteY14070" fmla="*/ 1473466 h 2398711"/>
              <a:gd name="connsiteX14071" fmla="*/ 1843482 w 2119654"/>
              <a:gd name="connsiteY14071" fmla="*/ 1472310 h 2398711"/>
              <a:gd name="connsiteX14072" fmla="*/ 1759394 w 2119654"/>
              <a:gd name="connsiteY14072" fmla="*/ 1642876 h 2398711"/>
              <a:gd name="connsiteX14073" fmla="*/ 1759662 w 2119654"/>
              <a:gd name="connsiteY14073" fmla="*/ 1644386 h 2398711"/>
              <a:gd name="connsiteX14074" fmla="*/ 1761124 w 2119654"/>
              <a:gd name="connsiteY14074" fmla="*/ 1643555 h 2398711"/>
              <a:gd name="connsiteX14075" fmla="*/ 1760555 w 2119654"/>
              <a:gd name="connsiteY14075" fmla="*/ 1642353 h 2398711"/>
              <a:gd name="connsiteX14076" fmla="*/ 1759828 w 2119654"/>
              <a:gd name="connsiteY14076" fmla="*/ 1642566 h 2398711"/>
              <a:gd name="connsiteX14077" fmla="*/ 1723779 w 2119654"/>
              <a:gd name="connsiteY14077" fmla="*/ 1722615 h 2398711"/>
              <a:gd name="connsiteX14078" fmla="*/ 1724007 w 2119654"/>
              <a:gd name="connsiteY14078" fmla="*/ 1723461 h 2398711"/>
              <a:gd name="connsiteX14079" fmla="*/ 1724792 w 2119654"/>
              <a:gd name="connsiteY14079" fmla="*/ 1723094 h 2398711"/>
              <a:gd name="connsiteX14080" fmla="*/ 1724732 w 2119654"/>
              <a:gd name="connsiteY14080" fmla="*/ 1722607 h 2398711"/>
              <a:gd name="connsiteX14081" fmla="*/ 1724550 w 2119654"/>
              <a:gd name="connsiteY14081" fmla="*/ 1722302 h 2398711"/>
              <a:gd name="connsiteX14082" fmla="*/ 1795181 w 2119654"/>
              <a:gd name="connsiteY14082" fmla="*/ 1562688 h 2398711"/>
              <a:gd name="connsiteX14083" fmla="*/ 1795418 w 2119654"/>
              <a:gd name="connsiteY14083" fmla="*/ 1563088 h 2398711"/>
              <a:gd name="connsiteX14084" fmla="*/ 1797123 w 2119654"/>
              <a:gd name="connsiteY14084" fmla="*/ 1561935 h 2398711"/>
              <a:gd name="connsiteX14085" fmla="*/ 1796874 w 2119654"/>
              <a:gd name="connsiteY14085" fmla="*/ 1562000 h 2398711"/>
              <a:gd name="connsiteX14086" fmla="*/ 1760379 w 2119654"/>
              <a:gd name="connsiteY14086" fmla="*/ 1640591 h 2398711"/>
              <a:gd name="connsiteX14087" fmla="*/ 1760921 w 2119654"/>
              <a:gd name="connsiteY14087" fmla="*/ 1641175 h 2398711"/>
              <a:gd name="connsiteX14088" fmla="*/ 1763866 w 2119654"/>
              <a:gd name="connsiteY14088" fmla="*/ 1639074 h 2398711"/>
              <a:gd name="connsiteX14089" fmla="*/ 1588637 w 2119654"/>
              <a:gd name="connsiteY14089" fmla="*/ 2025131 h 2398711"/>
              <a:gd name="connsiteX14090" fmla="*/ 1588738 w 2119654"/>
              <a:gd name="connsiteY14090" fmla="*/ 2026472 h 2398711"/>
              <a:gd name="connsiteX14091" fmla="*/ 1590394 w 2119654"/>
              <a:gd name="connsiteY14091" fmla="*/ 2026168 h 2398711"/>
              <a:gd name="connsiteX14092" fmla="*/ 1590348 w 2119654"/>
              <a:gd name="connsiteY14092" fmla="*/ 2024824 h 2398711"/>
              <a:gd name="connsiteX14093" fmla="*/ 1588995 w 2119654"/>
              <a:gd name="connsiteY14093" fmla="*/ 2024557 h 2398711"/>
              <a:gd name="connsiteX14094" fmla="*/ 1616713 w 2119654"/>
              <a:gd name="connsiteY14094" fmla="*/ 1962211 h 2398711"/>
              <a:gd name="connsiteX14095" fmla="*/ 1616645 w 2119654"/>
              <a:gd name="connsiteY14095" fmla="*/ 1964041 h 2398711"/>
              <a:gd name="connsiteX14096" fmla="*/ 1617590 w 2119654"/>
              <a:gd name="connsiteY14096" fmla="*/ 1963646 h 2398711"/>
              <a:gd name="connsiteX14097" fmla="*/ 1617599 w 2119654"/>
              <a:gd name="connsiteY14097" fmla="*/ 1961917 h 2398711"/>
              <a:gd name="connsiteX14098" fmla="*/ 1532575 w 2119654"/>
              <a:gd name="connsiteY14098" fmla="*/ 2150594 h 2398711"/>
              <a:gd name="connsiteX14099" fmla="*/ 1532215 w 2119654"/>
              <a:gd name="connsiteY14099" fmla="*/ 2152239 h 2398711"/>
              <a:gd name="connsiteX14100" fmla="*/ 1547615 w 2119654"/>
              <a:gd name="connsiteY14100" fmla="*/ 2155472 h 2398711"/>
              <a:gd name="connsiteX14101" fmla="*/ 1549521 w 2119654"/>
              <a:gd name="connsiteY14101" fmla="*/ 2147697 h 2398711"/>
              <a:gd name="connsiteX14102" fmla="*/ 1546546 w 2119654"/>
              <a:gd name="connsiteY14102" fmla="*/ 2147358 h 2398711"/>
              <a:gd name="connsiteX14103" fmla="*/ 1713667 w 2119654"/>
              <a:gd name="connsiteY14103" fmla="*/ 1745038 h 2398711"/>
              <a:gd name="connsiteX14104" fmla="*/ 1713721 w 2119654"/>
              <a:gd name="connsiteY14104" fmla="*/ 1745240 h 2398711"/>
              <a:gd name="connsiteX14105" fmla="*/ 1714346 w 2119654"/>
              <a:gd name="connsiteY14105" fmla="*/ 1744859 h 2398711"/>
              <a:gd name="connsiteX14106" fmla="*/ 1684692 w 2119654"/>
              <a:gd name="connsiteY14106" fmla="*/ 1809905 h 2398711"/>
              <a:gd name="connsiteX14107" fmla="*/ 1684870 w 2119654"/>
              <a:gd name="connsiteY14107" fmla="*/ 1810200 h 2398711"/>
              <a:gd name="connsiteX14108" fmla="*/ 1685261 w 2119654"/>
              <a:gd name="connsiteY14108" fmla="*/ 1810253 h 2398711"/>
              <a:gd name="connsiteX14109" fmla="*/ 1685205 w 2119654"/>
              <a:gd name="connsiteY14109" fmla="*/ 1809900 h 2398711"/>
              <a:gd name="connsiteX14110" fmla="*/ 1714542 w 2119654"/>
              <a:gd name="connsiteY14110" fmla="*/ 1743057 h 2398711"/>
              <a:gd name="connsiteX14111" fmla="*/ 1715926 w 2119654"/>
              <a:gd name="connsiteY14111" fmla="*/ 1742151 h 2398711"/>
              <a:gd name="connsiteX14112" fmla="*/ 1715960 w 2119654"/>
              <a:gd name="connsiteY14112" fmla="*/ 1741274 h 2398711"/>
              <a:gd name="connsiteX14113" fmla="*/ 1797480 w 2119654"/>
              <a:gd name="connsiteY14113" fmla="*/ 1557262 h 2398711"/>
              <a:gd name="connsiteX14114" fmla="*/ 1801425 w 2119654"/>
              <a:gd name="connsiteY14114" fmla="*/ 1556186 h 2398711"/>
              <a:gd name="connsiteX14115" fmla="*/ 1801360 w 2119654"/>
              <a:gd name="connsiteY14115" fmla="*/ 1555850 h 2398711"/>
              <a:gd name="connsiteX14116" fmla="*/ 1800037 w 2119654"/>
              <a:gd name="connsiteY14116" fmla="*/ 1553609 h 2398711"/>
              <a:gd name="connsiteX14117" fmla="*/ 1704937 w 2119654"/>
              <a:gd name="connsiteY14117" fmla="*/ 1764472 h 2398711"/>
              <a:gd name="connsiteX14118" fmla="*/ 1704620 w 2119654"/>
              <a:gd name="connsiteY14118" fmla="*/ 1766011 h 2398711"/>
              <a:gd name="connsiteX14119" fmla="*/ 1707278 w 2119654"/>
              <a:gd name="connsiteY14119" fmla="*/ 1765913 h 2398711"/>
              <a:gd name="connsiteX14120" fmla="*/ 1708564 w 2119654"/>
              <a:gd name="connsiteY14120" fmla="*/ 1765377 h 2398711"/>
              <a:gd name="connsiteX14121" fmla="*/ 1708554 w 2119654"/>
              <a:gd name="connsiteY14121" fmla="*/ 1764531 h 2398711"/>
              <a:gd name="connsiteX14122" fmla="*/ 1708366 w 2119654"/>
              <a:gd name="connsiteY14122" fmla="*/ 1762561 h 2398711"/>
              <a:gd name="connsiteX14123" fmla="*/ 1705774 w 2119654"/>
              <a:gd name="connsiteY14123" fmla="*/ 1763724 h 2398711"/>
              <a:gd name="connsiteX14124" fmla="*/ 1792843 w 2119654"/>
              <a:gd name="connsiteY14124" fmla="*/ 1567592 h 2398711"/>
              <a:gd name="connsiteX14125" fmla="*/ 1794008 w 2119654"/>
              <a:gd name="connsiteY14125" fmla="*/ 1567183 h 2398711"/>
              <a:gd name="connsiteX14126" fmla="*/ 1794696 w 2119654"/>
              <a:gd name="connsiteY14126" fmla="*/ 1566931 h 2398711"/>
              <a:gd name="connsiteX14127" fmla="*/ 1795501 w 2119654"/>
              <a:gd name="connsiteY14127" fmla="*/ 1565739 h 2398711"/>
              <a:gd name="connsiteX14128" fmla="*/ 1794452 w 2119654"/>
              <a:gd name="connsiteY14128" fmla="*/ 1565891 h 2398711"/>
              <a:gd name="connsiteX14129" fmla="*/ 1616737 w 2119654"/>
              <a:gd name="connsiteY14129" fmla="*/ 1961575 h 2398711"/>
              <a:gd name="connsiteX14130" fmla="*/ 1616725 w 2119654"/>
              <a:gd name="connsiteY14130" fmla="*/ 1961890 h 2398711"/>
              <a:gd name="connsiteX14131" fmla="*/ 1617597 w 2119654"/>
              <a:gd name="connsiteY14131" fmla="*/ 1961600 h 2398711"/>
              <a:gd name="connsiteX14132" fmla="*/ 1617594 w 2119654"/>
              <a:gd name="connsiteY14132" fmla="*/ 1961233 h 2398711"/>
              <a:gd name="connsiteX14133" fmla="*/ 1765962 w 2119654"/>
              <a:gd name="connsiteY14133" fmla="*/ 1627310 h 2398711"/>
              <a:gd name="connsiteX14134" fmla="*/ 1766630 w 2119654"/>
              <a:gd name="connsiteY14134" fmla="*/ 1627937 h 2398711"/>
              <a:gd name="connsiteX14135" fmla="*/ 1768124 w 2119654"/>
              <a:gd name="connsiteY14135" fmla="*/ 1627366 h 2398711"/>
              <a:gd name="connsiteX14136" fmla="*/ 1768156 w 2119654"/>
              <a:gd name="connsiteY14136" fmla="*/ 1626662 h 2398711"/>
              <a:gd name="connsiteX14137" fmla="*/ 1812027 w 2119654"/>
              <a:gd name="connsiteY14137" fmla="*/ 1524149 h 2398711"/>
              <a:gd name="connsiteX14138" fmla="*/ 1815706 w 2119654"/>
              <a:gd name="connsiteY14138" fmla="*/ 1522552 h 2398711"/>
              <a:gd name="connsiteX14139" fmla="*/ 1815307 w 2119654"/>
              <a:gd name="connsiteY14139" fmla="*/ 1521351 h 2398711"/>
              <a:gd name="connsiteX14140" fmla="*/ 1752026 w 2119654"/>
              <a:gd name="connsiteY14140" fmla="*/ 1658490 h 2398711"/>
              <a:gd name="connsiteX14141" fmla="*/ 1752614 w 2119654"/>
              <a:gd name="connsiteY14141" fmla="*/ 1659560 h 2398711"/>
              <a:gd name="connsiteX14142" fmla="*/ 1753358 w 2119654"/>
              <a:gd name="connsiteY14142" fmla="*/ 1659032 h 2398711"/>
              <a:gd name="connsiteX14143" fmla="*/ 1752977 w 2119654"/>
              <a:gd name="connsiteY14143" fmla="*/ 1658246 h 2398711"/>
              <a:gd name="connsiteX14144" fmla="*/ 1822960 w 2119654"/>
              <a:gd name="connsiteY14144" fmla="*/ 1499608 h 2398711"/>
              <a:gd name="connsiteX14145" fmla="*/ 1823286 w 2119654"/>
              <a:gd name="connsiteY14145" fmla="*/ 1499899 h 2398711"/>
              <a:gd name="connsiteX14146" fmla="*/ 1826098 w 2119654"/>
              <a:gd name="connsiteY14146" fmla="*/ 1498546 h 2398711"/>
              <a:gd name="connsiteX14147" fmla="*/ 1835151 w 2119654"/>
              <a:gd name="connsiteY14147" fmla="*/ 1494032 h 2398711"/>
              <a:gd name="connsiteX14148" fmla="*/ 1833306 w 2119654"/>
              <a:gd name="connsiteY14148" fmla="*/ 1491551 h 2398711"/>
              <a:gd name="connsiteX14149" fmla="*/ 1832057 w 2119654"/>
              <a:gd name="connsiteY14149" fmla="*/ 1490429 h 2398711"/>
              <a:gd name="connsiteX14150" fmla="*/ 1571427 w 2119654"/>
              <a:gd name="connsiteY14150" fmla="*/ 2062839 h 2398711"/>
              <a:gd name="connsiteX14151" fmla="*/ 1571403 w 2119654"/>
              <a:gd name="connsiteY14151" fmla="*/ 2066163 h 2398711"/>
              <a:gd name="connsiteX14152" fmla="*/ 1576379 w 2119654"/>
              <a:gd name="connsiteY14152" fmla="*/ 2063614 h 2398711"/>
              <a:gd name="connsiteX14153" fmla="*/ 1578982 w 2119654"/>
              <a:gd name="connsiteY14153" fmla="*/ 2062029 h 2398711"/>
              <a:gd name="connsiteX14154" fmla="*/ 1574911 w 2119654"/>
              <a:gd name="connsiteY14154" fmla="*/ 2062492 h 2398711"/>
              <a:gd name="connsiteX14155" fmla="*/ 1717925 w 2119654"/>
              <a:gd name="connsiteY14155" fmla="*/ 1734710 h 2398711"/>
              <a:gd name="connsiteX14156" fmla="*/ 1718225 w 2119654"/>
              <a:gd name="connsiteY14156" fmla="*/ 1736309 h 2398711"/>
              <a:gd name="connsiteX14157" fmla="*/ 1718424 w 2119654"/>
              <a:gd name="connsiteY14157" fmla="*/ 1736059 h 2398711"/>
              <a:gd name="connsiteX14158" fmla="*/ 1718022 w 2119654"/>
              <a:gd name="connsiteY14158" fmla="*/ 1734566 h 2398711"/>
              <a:gd name="connsiteX14159" fmla="*/ 1869717 w 2119654"/>
              <a:gd name="connsiteY14159" fmla="*/ 1394795 h 2398711"/>
              <a:gd name="connsiteX14160" fmla="*/ 1872583 w 2119654"/>
              <a:gd name="connsiteY14160" fmla="*/ 1397712 h 2398711"/>
              <a:gd name="connsiteX14161" fmla="*/ 1874204 w 2119654"/>
              <a:gd name="connsiteY14161" fmla="*/ 1397198 h 2398711"/>
              <a:gd name="connsiteX14162" fmla="*/ 1878462 w 2119654"/>
              <a:gd name="connsiteY14162" fmla="*/ 1388924 h 2398711"/>
              <a:gd name="connsiteX14163" fmla="*/ 1877134 w 2119654"/>
              <a:gd name="connsiteY14163" fmla="*/ 1386050 h 2398711"/>
              <a:gd name="connsiteX14164" fmla="*/ 1874824 w 2119654"/>
              <a:gd name="connsiteY14164" fmla="*/ 1387361 h 2398711"/>
              <a:gd name="connsiteX14165" fmla="*/ 1534655 w 2119654"/>
              <a:gd name="connsiteY14165" fmla="*/ 2145034 h 2398711"/>
              <a:gd name="connsiteX14166" fmla="*/ 1545179 w 2119654"/>
              <a:gd name="connsiteY14166" fmla="*/ 2146669 h 2398711"/>
              <a:gd name="connsiteX14167" fmla="*/ 1550049 w 2119654"/>
              <a:gd name="connsiteY14167" fmla="*/ 2145541 h 2398711"/>
              <a:gd name="connsiteX14168" fmla="*/ 1550800 w 2119654"/>
              <a:gd name="connsiteY14168" fmla="*/ 2142474 h 2398711"/>
              <a:gd name="connsiteX14169" fmla="*/ 1555188 w 2119654"/>
              <a:gd name="connsiteY14169" fmla="*/ 2123443 h 2398711"/>
              <a:gd name="connsiteX14170" fmla="*/ 1552075 w 2119654"/>
              <a:gd name="connsiteY14170" fmla="*/ 2124812 h 2398711"/>
              <a:gd name="connsiteX14171" fmla="*/ 1548234 w 2119654"/>
              <a:gd name="connsiteY14171" fmla="*/ 2126323 h 2398711"/>
              <a:gd name="connsiteX14172" fmla="*/ 1627534 w 2119654"/>
              <a:gd name="connsiteY14172" fmla="*/ 1937013 h 2398711"/>
              <a:gd name="connsiteX14173" fmla="*/ 1627612 w 2119654"/>
              <a:gd name="connsiteY14173" fmla="*/ 1938010 h 2398711"/>
              <a:gd name="connsiteX14174" fmla="*/ 1628496 w 2119654"/>
              <a:gd name="connsiteY14174" fmla="*/ 1937538 h 2398711"/>
              <a:gd name="connsiteX14175" fmla="*/ 1628923 w 2119654"/>
              <a:gd name="connsiteY14175" fmla="*/ 1935940 h 2398711"/>
              <a:gd name="connsiteX14176" fmla="*/ 1813217 w 2119654"/>
              <a:gd name="connsiteY14176" fmla="*/ 1521169 h 2398711"/>
              <a:gd name="connsiteX14177" fmla="*/ 1814993 w 2119654"/>
              <a:gd name="connsiteY14177" fmla="*/ 1520405 h 2398711"/>
              <a:gd name="connsiteX14178" fmla="*/ 1814830 w 2119654"/>
              <a:gd name="connsiteY14178" fmla="*/ 1519913 h 2398711"/>
              <a:gd name="connsiteX14179" fmla="*/ 1568001 w 2119654"/>
              <a:gd name="connsiteY14179" fmla="*/ 2070256 h 2398711"/>
              <a:gd name="connsiteX14180" fmla="*/ 1565787 w 2119654"/>
              <a:gd name="connsiteY14180" fmla="*/ 2079862 h 2398711"/>
              <a:gd name="connsiteX14181" fmla="*/ 1571136 w 2119654"/>
              <a:gd name="connsiteY14181" fmla="*/ 2081928 h 2398711"/>
              <a:gd name="connsiteX14182" fmla="*/ 1571193 w 2119654"/>
              <a:gd name="connsiteY14182" fmla="*/ 2074272 h 2398711"/>
              <a:gd name="connsiteX14183" fmla="*/ 1570153 w 2119654"/>
              <a:gd name="connsiteY14183" fmla="*/ 2068946 h 2398711"/>
              <a:gd name="connsiteX14184" fmla="*/ 1713489 w 2119654"/>
              <a:gd name="connsiteY14184" fmla="*/ 1744379 h 2398711"/>
              <a:gd name="connsiteX14185" fmla="*/ 1713510 w 2119654"/>
              <a:gd name="connsiteY14185" fmla="*/ 1744458 h 2398711"/>
              <a:gd name="connsiteX14186" fmla="*/ 1715860 w 2119654"/>
              <a:gd name="connsiteY14186" fmla="*/ 1743841 h 2398711"/>
              <a:gd name="connsiteX14187" fmla="*/ 1715904 w 2119654"/>
              <a:gd name="connsiteY14187" fmla="*/ 1742716 h 2398711"/>
              <a:gd name="connsiteX14188" fmla="*/ 1713629 w 2119654"/>
              <a:gd name="connsiteY14188" fmla="*/ 1744203 h 2398711"/>
              <a:gd name="connsiteX14189" fmla="*/ 1796940 w 2119654"/>
              <a:gd name="connsiteY14189" fmla="*/ 1557410 h 2398711"/>
              <a:gd name="connsiteX14190" fmla="*/ 1797203 w 2119654"/>
              <a:gd name="connsiteY14190" fmla="*/ 1557337 h 2398711"/>
              <a:gd name="connsiteX14191" fmla="*/ 1799962 w 2119654"/>
              <a:gd name="connsiteY14191" fmla="*/ 1553484 h 2398711"/>
              <a:gd name="connsiteX14192" fmla="*/ 1799794 w 2119654"/>
              <a:gd name="connsiteY14192" fmla="*/ 1553199 h 2398711"/>
              <a:gd name="connsiteX14193" fmla="*/ 1830963 w 2119654"/>
              <a:gd name="connsiteY14193" fmla="*/ 1481165 h 2398711"/>
              <a:gd name="connsiteX14194" fmla="*/ 1837320 w 2119654"/>
              <a:gd name="connsiteY14194" fmla="*/ 1478293 h 2398711"/>
              <a:gd name="connsiteX14195" fmla="*/ 1831100 w 2119654"/>
              <a:gd name="connsiteY14195" fmla="*/ 1480979 h 2398711"/>
              <a:gd name="connsiteX14196" fmla="*/ 1754003 w 2119654"/>
              <a:gd name="connsiteY14196" fmla="*/ 1653417 h 2398711"/>
              <a:gd name="connsiteX14197" fmla="*/ 1754086 w 2119654"/>
              <a:gd name="connsiteY14197" fmla="*/ 1653590 h 2398711"/>
              <a:gd name="connsiteX14198" fmla="*/ 1754331 w 2119654"/>
              <a:gd name="connsiteY14198" fmla="*/ 1653344 h 2398711"/>
              <a:gd name="connsiteX14199" fmla="*/ 1675723 w 2119654"/>
              <a:gd name="connsiteY14199" fmla="*/ 1828693 h 2398711"/>
              <a:gd name="connsiteX14200" fmla="*/ 1675480 w 2119654"/>
              <a:gd name="connsiteY14200" fmla="*/ 1829599 h 2398711"/>
              <a:gd name="connsiteX14201" fmla="*/ 1675524 w 2119654"/>
              <a:gd name="connsiteY14201" fmla="*/ 1829604 h 2398711"/>
              <a:gd name="connsiteX14202" fmla="*/ 1675678 w 2119654"/>
              <a:gd name="connsiteY14202" fmla="*/ 1829559 h 2398711"/>
              <a:gd name="connsiteX14203" fmla="*/ 1676402 w 2119654"/>
              <a:gd name="connsiteY14203" fmla="*/ 1828661 h 2398711"/>
              <a:gd name="connsiteX14204" fmla="*/ 1800470 w 2119654"/>
              <a:gd name="connsiteY14204" fmla="*/ 1549355 h 2398711"/>
              <a:gd name="connsiteX14205" fmla="*/ 1800723 w 2119654"/>
              <a:gd name="connsiteY14205" fmla="*/ 1550659 h 2398711"/>
              <a:gd name="connsiteX14206" fmla="*/ 1803460 w 2119654"/>
              <a:gd name="connsiteY14206" fmla="*/ 1546622 h 2398711"/>
              <a:gd name="connsiteX14207" fmla="*/ 1828341 w 2119654"/>
              <a:gd name="connsiteY14207" fmla="*/ 1486833 h 2398711"/>
              <a:gd name="connsiteX14208" fmla="*/ 1831123 w 2119654"/>
              <a:gd name="connsiteY14208" fmla="*/ 1489335 h 2398711"/>
              <a:gd name="connsiteX14209" fmla="*/ 1831440 w 2119654"/>
              <a:gd name="connsiteY14209" fmla="*/ 1489044 h 2398711"/>
              <a:gd name="connsiteX14210" fmla="*/ 1829259 w 2119654"/>
              <a:gd name="connsiteY14210" fmla="*/ 1486113 h 2398711"/>
              <a:gd name="connsiteX14211" fmla="*/ 1776849 w 2119654"/>
              <a:gd name="connsiteY14211" fmla="*/ 1602109 h 2398711"/>
              <a:gd name="connsiteX14212" fmla="*/ 1777798 w 2119654"/>
              <a:gd name="connsiteY14212" fmla="*/ 1601814 h 2398711"/>
              <a:gd name="connsiteX14213" fmla="*/ 1779635 w 2119654"/>
              <a:gd name="connsiteY14213" fmla="*/ 1601048 h 2398711"/>
              <a:gd name="connsiteX14214" fmla="*/ 1779564 w 2119654"/>
              <a:gd name="connsiteY14214" fmla="*/ 1600907 h 2398711"/>
              <a:gd name="connsiteX14215" fmla="*/ 1777535 w 2119654"/>
              <a:gd name="connsiteY14215" fmla="*/ 1601632 h 2398711"/>
              <a:gd name="connsiteX14216" fmla="*/ 1627495 w 2119654"/>
              <a:gd name="connsiteY14216" fmla="*/ 1936519 h 2398711"/>
              <a:gd name="connsiteX14217" fmla="*/ 1627503 w 2119654"/>
              <a:gd name="connsiteY14217" fmla="*/ 1936624 h 2398711"/>
              <a:gd name="connsiteX14218" fmla="*/ 1627933 w 2119654"/>
              <a:gd name="connsiteY14218" fmla="*/ 1936292 h 2398711"/>
              <a:gd name="connsiteX14219" fmla="*/ 1738418 w 2119654"/>
              <a:gd name="connsiteY14219" fmla="*/ 1688120 h 2398711"/>
              <a:gd name="connsiteX14220" fmla="*/ 1739035 w 2119654"/>
              <a:gd name="connsiteY14220" fmla="*/ 1688835 h 2398711"/>
              <a:gd name="connsiteX14221" fmla="*/ 1740245 w 2119654"/>
              <a:gd name="connsiteY14221" fmla="*/ 1687454 h 2398711"/>
              <a:gd name="connsiteX14222" fmla="*/ 1739903 w 2119654"/>
              <a:gd name="connsiteY14222" fmla="*/ 1686552 h 2398711"/>
              <a:gd name="connsiteX14223" fmla="*/ 1739468 w 2119654"/>
              <a:gd name="connsiteY14223" fmla="*/ 1687094 h 2398711"/>
              <a:gd name="connsiteX14224" fmla="*/ 1805721 w 2119654"/>
              <a:gd name="connsiteY14224" fmla="*/ 1537338 h 2398711"/>
              <a:gd name="connsiteX14225" fmla="*/ 1806894 w 2119654"/>
              <a:gd name="connsiteY14225" fmla="*/ 1539661 h 2398711"/>
              <a:gd name="connsiteX14226" fmla="*/ 1809402 w 2119654"/>
              <a:gd name="connsiteY14226" fmla="*/ 1537857 h 2398711"/>
              <a:gd name="connsiteX14227" fmla="*/ 1811320 w 2119654"/>
              <a:gd name="connsiteY14227" fmla="*/ 1535026 h 2398711"/>
              <a:gd name="connsiteX14228" fmla="*/ 1774573 w 2119654"/>
              <a:gd name="connsiteY14228" fmla="*/ 1607016 h 2398711"/>
              <a:gd name="connsiteX14229" fmla="*/ 1774475 w 2119654"/>
              <a:gd name="connsiteY14229" fmla="*/ 1609157 h 2398711"/>
              <a:gd name="connsiteX14230" fmla="*/ 1775935 w 2119654"/>
              <a:gd name="connsiteY14230" fmla="*/ 1607791 h 2398711"/>
              <a:gd name="connsiteX14231" fmla="*/ 1859523 w 2119654"/>
              <a:gd name="connsiteY14231" fmla="*/ 1416739 h 2398711"/>
              <a:gd name="connsiteX14232" fmla="*/ 1861000 w 2119654"/>
              <a:gd name="connsiteY14232" fmla="*/ 1418366 h 2398711"/>
              <a:gd name="connsiteX14233" fmla="*/ 1865342 w 2119654"/>
              <a:gd name="connsiteY14233" fmla="*/ 1414002 h 2398711"/>
              <a:gd name="connsiteX14234" fmla="*/ 1864950 w 2119654"/>
              <a:gd name="connsiteY14234" fmla="*/ 1413189 h 2398711"/>
              <a:gd name="connsiteX14235" fmla="*/ 1725073 w 2119654"/>
              <a:gd name="connsiteY14235" fmla="*/ 1717759 h 2398711"/>
              <a:gd name="connsiteX14236" fmla="*/ 1725225 w 2119654"/>
              <a:gd name="connsiteY14236" fmla="*/ 1718013 h 2398711"/>
              <a:gd name="connsiteX14237" fmla="*/ 1725232 w 2119654"/>
              <a:gd name="connsiteY14237" fmla="*/ 1717654 h 2398711"/>
              <a:gd name="connsiteX14238" fmla="*/ 1822110 w 2119654"/>
              <a:gd name="connsiteY14238" fmla="*/ 1500466 h 2398711"/>
              <a:gd name="connsiteX14239" fmla="*/ 1822923 w 2119654"/>
              <a:gd name="connsiteY14239" fmla="*/ 1500074 h 2398711"/>
              <a:gd name="connsiteX14240" fmla="*/ 1822695 w 2119654"/>
              <a:gd name="connsiteY14240" fmla="*/ 1499875 h 2398711"/>
              <a:gd name="connsiteX14241" fmla="*/ 1781146 w 2119654"/>
              <a:gd name="connsiteY14241" fmla="*/ 1592145 h 2398711"/>
              <a:gd name="connsiteX14242" fmla="*/ 1781255 w 2119654"/>
              <a:gd name="connsiteY14242" fmla="*/ 1592444 h 2398711"/>
              <a:gd name="connsiteX14243" fmla="*/ 1782693 w 2119654"/>
              <a:gd name="connsiteY14243" fmla="*/ 1591586 h 2398711"/>
              <a:gd name="connsiteX14244" fmla="*/ 1748405 w 2119654"/>
              <a:gd name="connsiteY14244" fmla="*/ 1665443 h 2398711"/>
              <a:gd name="connsiteX14245" fmla="*/ 1748479 w 2119654"/>
              <a:gd name="connsiteY14245" fmla="*/ 1665919 h 2398711"/>
              <a:gd name="connsiteX14246" fmla="*/ 1750141 w 2119654"/>
              <a:gd name="connsiteY14246" fmla="*/ 1664300 h 2398711"/>
              <a:gd name="connsiteX14247" fmla="*/ 1750113 w 2119654"/>
              <a:gd name="connsiteY14247" fmla="*/ 1664233 h 2398711"/>
              <a:gd name="connsiteX14248" fmla="*/ 1784463 w 2119654"/>
              <a:gd name="connsiteY14248" fmla="*/ 1584700 h 2398711"/>
              <a:gd name="connsiteX14249" fmla="*/ 1787812 w 2119654"/>
              <a:gd name="connsiteY14249" fmla="*/ 1583524 h 2398711"/>
              <a:gd name="connsiteX14250" fmla="*/ 1801497 w 2119654"/>
              <a:gd name="connsiteY14250" fmla="*/ 1574574 h 2398711"/>
              <a:gd name="connsiteX14251" fmla="*/ 1800275 w 2119654"/>
              <a:gd name="connsiteY14251" fmla="*/ 1572511 h 2398711"/>
              <a:gd name="connsiteX14252" fmla="*/ 1583519 w 2119654"/>
              <a:gd name="connsiteY14252" fmla="*/ 2034635 h 2398711"/>
              <a:gd name="connsiteX14253" fmla="*/ 1588143 w 2119654"/>
              <a:gd name="connsiteY14253" fmla="*/ 2036093 h 2398711"/>
              <a:gd name="connsiteX14254" fmla="*/ 1587977 w 2119654"/>
              <a:gd name="connsiteY14254" fmla="*/ 2033867 h 2398711"/>
              <a:gd name="connsiteX14255" fmla="*/ 1584378 w 2119654"/>
              <a:gd name="connsiteY14255" fmla="*/ 2034496 h 2398711"/>
              <a:gd name="connsiteX14256" fmla="*/ 1875330 w 2119654"/>
              <a:gd name="connsiteY14256" fmla="*/ 1381207 h 2398711"/>
              <a:gd name="connsiteX14257" fmla="*/ 1876585 w 2119654"/>
              <a:gd name="connsiteY14257" fmla="*/ 1383918 h 2398711"/>
              <a:gd name="connsiteX14258" fmla="*/ 1880424 w 2119654"/>
              <a:gd name="connsiteY14258" fmla="*/ 1378329 h 2398711"/>
              <a:gd name="connsiteX14259" fmla="*/ 1816803 w 2119654"/>
              <a:gd name="connsiteY14259" fmla="*/ 1512262 h 2398711"/>
              <a:gd name="connsiteX14260" fmla="*/ 1818458 w 2119654"/>
              <a:gd name="connsiteY14260" fmla="*/ 1515268 h 2398711"/>
              <a:gd name="connsiteX14261" fmla="*/ 1818610 w 2119654"/>
              <a:gd name="connsiteY14261" fmla="*/ 1515162 h 2398711"/>
              <a:gd name="connsiteX14262" fmla="*/ 1817710 w 2119654"/>
              <a:gd name="connsiteY14262" fmla="*/ 1511752 h 2398711"/>
              <a:gd name="connsiteX14263" fmla="*/ 1533415 w 2119654"/>
              <a:gd name="connsiteY14263" fmla="*/ 2146744 h 2398711"/>
              <a:gd name="connsiteX14264" fmla="*/ 1532805 w 2119654"/>
              <a:gd name="connsiteY14264" fmla="*/ 2149536 h 2398711"/>
              <a:gd name="connsiteX14265" fmla="*/ 1543642 w 2119654"/>
              <a:gd name="connsiteY14265" fmla="*/ 2147026 h 2398711"/>
              <a:gd name="connsiteX14266" fmla="*/ 1534008 w 2119654"/>
              <a:gd name="connsiteY14266" fmla="*/ 2145927 h 2398711"/>
              <a:gd name="connsiteX14267" fmla="*/ 1521123 w 2119654"/>
              <a:gd name="connsiteY14267" fmla="*/ 2174230 h 2398711"/>
              <a:gd name="connsiteX14268" fmla="*/ 1521402 w 2119654"/>
              <a:gd name="connsiteY14268" fmla="*/ 2176094 h 2398711"/>
              <a:gd name="connsiteX14269" fmla="*/ 1530730 w 2119654"/>
              <a:gd name="connsiteY14269" fmla="*/ 2180747 h 2398711"/>
              <a:gd name="connsiteX14270" fmla="*/ 1716310 w 2119654"/>
              <a:gd name="connsiteY14270" fmla="*/ 1737092 h 2398711"/>
              <a:gd name="connsiteX14271" fmla="*/ 1716243 w 2119654"/>
              <a:gd name="connsiteY14271" fmla="*/ 1738800 h 2398711"/>
              <a:gd name="connsiteX14272" fmla="*/ 1717132 w 2119654"/>
              <a:gd name="connsiteY14272" fmla="*/ 1737683 h 2398711"/>
              <a:gd name="connsiteX14273" fmla="*/ 1716823 w 2119654"/>
              <a:gd name="connsiteY14273" fmla="*/ 1736336 h 2398711"/>
              <a:gd name="connsiteX14274" fmla="*/ 1609565 w 2119654"/>
              <a:gd name="connsiteY14274" fmla="*/ 1976111 h 2398711"/>
              <a:gd name="connsiteX14275" fmla="*/ 1609745 w 2119654"/>
              <a:gd name="connsiteY14275" fmla="*/ 1976095 h 2398711"/>
              <a:gd name="connsiteX14276" fmla="*/ 1609738 w 2119654"/>
              <a:gd name="connsiteY14276" fmla="*/ 1976040 h 2398711"/>
              <a:gd name="connsiteX14277" fmla="*/ 1590612 w 2119654"/>
              <a:gd name="connsiteY14277" fmla="*/ 2018535 h 2398711"/>
              <a:gd name="connsiteX14278" fmla="*/ 1590628 w 2119654"/>
              <a:gd name="connsiteY14278" fmla="*/ 2019290 h 2398711"/>
              <a:gd name="connsiteX14279" fmla="*/ 1591361 w 2119654"/>
              <a:gd name="connsiteY14279" fmla="*/ 2018114 h 2398711"/>
              <a:gd name="connsiteX14280" fmla="*/ 1759087 w 2119654"/>
              <a:gd name="connsiteY14280" fmla="*/ 1641153 h 2398711"/>
              <a:gd name="connsiteX14281" fmla="*/ 1759275 w 2119654"/>
              <a:gd name="connsiteY14281" fmla="*/ 1642215 h 2398711"/>
              <a:gd name="connsiteX14282" fmla="*/ 1759593 w 2119654"/>
              <a:gd name="connsiteY14282" fmla="*/ 1642122 h 2398711"/>
              <a:gd name="connsiteX14283" fmla="*/ 1760230 w 2119654"/>
              <a:gd name="connsiteY14283" fmla="*/ 1641667 h 2398711"/>
              <a:gd name="connsiteX14284" fmla="*/ 1759834 w 2119654"/>
              <a:gd name="connsiteY14284" fmla="*/ 1640828 h 2398711"/>
              <a:gd name="connsiteX14285" fmla="*/ 1617846 w 2119654"/>
              <a:gd name="connsiteY14285" fmla="*/ 1957411 h 2398711"/>
              <a:gd name="connsiteX14286" fmla="*/ 1617838 w 2119654"/>
              <a:gd name="connsiteY14286" fmla="*/ 1958893 h 2398711"/>
              <a:gd name="connsiteX14287" fmla="*/ 1621076 w 2119654"/>
              <a:gd name="connsiteY14287" fmla="*/ 1957642 h 2398711"/>
              <a:gd name="connsiteX14288" fmla="*/ 1621044 w 2119654"/>
              <a:gd name="connsiteY14288" fmla="*/ 1956818 h 2398711"/>
              <a:gd name="connsiteX14289" fmla="*/ 1618791 w 2119654"/>
              <a:gd name="connsiteY14289" fmla="*/ 1956896 h 2398711"/>
              <a:gd name="connsiteX14290" fmla="*/ 1809856 w 2119654"/>
              <a:gd name="connsiteY14290" fmla="*/ 1527435 h 2398711"/>
              <a:gd name="connsiteX14291" fmla="*/ 1810282 w 2119654"/>
              <a:gd name="connsiteY14291" fmla="*/ 1527713 h 2398711"/>
              <a:gd name="connsiteX14292" fmla="*/ 1811316 w 2119654"/>
              <a:gd name="connsiteY14292" fmla="*/ 1526781 h 2398711"/>
              <a:gd name="connsiteX14293" fmla="*/ 1736631 w 2119654"/>
              <a:gd name="connsiteY14293" fmla="*/ 1691379 h 2398711"/>
              <a:gd name="connsiteX14294" fmla="*/ 1736686 w 2119654"/>
              <a:gd name="connsiteY14294" fmla="*/ 1691514 h 2398711"/>
              <a:gd name="connsiteX14295" fmla="*/ 1736882 w 2119654"/>
              <a:gd name="connsiteY14295" fmla="*/ 1691290 h 2398711"/>
              <a:gd name="connsiteX14296" fmla="*/ 1733375 w 2119654"/>
              <a:gd name="connsiteY14296" fmla="*/ 1698670 h 2398711"/>
              <a:gd name="connsiteX14297" fmla="*/ 1733567 w 2119654"/>
              <a:gd name="connsiteY14297" fmla="*/ 1698838 h 2398711"/>
              <a:gd name="connsiteX14298" fmla="*/ 1733829 w 2119654"/>
              <a:gd name="connsiteY14298" fmla="*/ 1698665 h 2398711"/>
              <a:gd name="connsiteX14299" fmla="*/ 1733864 w 2119654"/>
              <a:gd name="connsiteY14299" fmla="*/ 1698625 h 2398711"/>
              <a:gd name="connsiteX14300" fmla="*/ 1683201 w 2119654"/>
              <a:gd name="connsiteY14300" fmla="*/ 1810902 h 2398711"/>
              <a:gd name="connsiteX14301" fmla="*/ 1683873 w 2119654"/>
              <a:gd name="connsiteY14301" fmla="*/ 1813655 h 2398711"/>
              <a:gd name="connsiteX14302" fmla="*/ 1684943 w 2119654"/>
              <a:gd name="connsiteY14302" fmla="*/ 1813253 h 2398711"/>
              <a:gd name="connsiteX14303" fmla="*/ 1685591 w 2119654"/>
              <a:gd name="connsiteY14303" fmla="*/ 1812969 h 2398711"/>
              <a:gd name="connsiteX14304" fmla="*/ 1683971 w 2119654"/>
              <a:gd name="connsiteY14304" fmla="*/ 1810287 h 2398711"/>
              <a:gd name="connsiteX14305" fmla="*/ 1683946 w 2119654"/>
              <a:gd name="connsiteY14305" fmla="*/ 1810284 h 2398711"/>
              <a:gd name="connsiteX14306" fmla="*/ 1605950 w 2119654"/>
              <a:gd name="connsiteY14306" fmla="*/ 1983768 h 2398711"/>
              <a:gd name="connsiteX14307" fmla="*/ 1605721 w 2119654"/>
              <a:gd name="connsiteY14307" fmla="*/ 1986029 h 2398711"/>
              <a:gd name="connsiteX14308" fmla="*/ 1606036 w 2119654"/>
              <a:gd name="connsiteY14308" fmla="*/ 1988404 h 2398711"/>
              <a:gd name="connsiteX14309" fmla="*/ 1610784 w 2119654"/>
              <a:gd name="connsiteY14309" fmla="*/ 1986819 h 2398711"/>
              <a:gd name="connsiteX14310" fmla="*/ 1610920 w 2119654"/>
              <a:gd name="connsiteY14310" fmla="*/ 1986747 h 2398711"/>
              <a:gd name="connsiteX14311" fmla="*/ 1610976 w 2119654"/>
              <a:gd name="connsiteY14311" fmla="*/ 1986656 h 2398711"/>
              <a:gd name="connsiteX14312" fmla="*/ 1610569 w 2119654"/>
              <a:gd name="connsiteY14312" fmla="*/ 1983165 h 2398711"/>
              <a:gd name="connsiteX14313" fmla="*/ 1590602 w 2119654"/>
              <a:gd name="connsiteY14313" fmla="*/ 2018075 h 2398711"/>
              <a:gd name="connsiteX14314" fmla="*/ 1590605 w 2119654"/>
              <a:gd name="connsiteY14314" fmla="*/ 2018183 h 2398711"/>
              <a:gd name="connsiteX14315" fmla="*/ 1590850 w 2119654"/>
              <a:gd name="connsiteY14315" fmla="*/ 2018046 h 2398711"/>
              <a:gd name="connsiteX14316" fmla="*/ 1717693 w 2119654"/>
              <a:gd name="connsiteY14316" fmla="*/ 1733475 h 2398711"/>
              <a:gd name="connsiteX14317" fmla="*/ 1717796 w 2119654"/>
              <a:gd name="connsiteY14317" fmla="*/ 1734026 h 2398711"/>
              <a:gd name="connsiteX14318" fmla="*/ 1717853 w 2119654"/>
              <a:gd name="connsiteY14318" fmla="*/ 1733942 h 2398711"/>
              <a:gd name="connsiteX14319" fmla="*/ 1717721 w 2119654"/>
              <a:gd name="connsiteY14319" fmla="*/ 1733452 h 2398711"/>
              <a:gd name="connsiteX14320" fmla="*/ 1584400 w 2119654"/>
              <a:gd name="connsiteY14320" fmla="*/ 2031926 h 2398711"/>
              <a:gd name="connsiteX14321" fmla="*/ 1587875 w 2119654"/>
              <a:gd name="connsiteY14321" fmla="*/ 2032518 h 2398711"/>
              <a:gd name="connsiteX14322" fmla="*/ 1587706 w 2119654"/>
              <a:gd name="connsiteY14322" fmla="*/ 2030252 h 2398711"/>
              <a:gd name="connsiteX14323" fmla="*/ 1585201 w 2119654"/>
              <a:gd name="connsiteY14323" fmla="*/ 2030642 h 2398711"/>
              <a:gd name="connsiteX14324" fmla="*/ 1751505 w 2119654"/>
              <a:gd name="connsiteY14324" fmla="*/ 1657542 h 2398711"/>
              <a:gd name="connsiteX14325" fmla="*/ 1751648 w 2119654"/>
              <a:gd name="connsiteY14325" fmla="*/ 1657803 h 2398711"/>
              <a:gd name="connsiteX14326" fmla="*/ 1752650 w 2119654"/>
              <a:gd name="connsiteY14326" fmla="*/ 1657569 h 2398711"/>
              <a:gd name="connsiteX14327" fmla="*/ 1752319 w 2119654"/>
              <a:gd name="connsiteY14327" fmla="*/ 1656886 h 2398711"/>
              <a:gd name="connsiteX14328" fmla="*/ 1751801 w 2119654"/>
              <a:gd name="connsiteY14328" fmla="*/ 1657224 h 2398711"/>
              <a:gd name="connsiteX14329" fmla="*/ 1733354 w 2119654"/>
              <a:gd name="connsiteY14329" fmla="*/ 1698165 h 2398711"/>
              <a:gd name="connsiteX14330" fmla="*/ 1734342 w 2119654"/>
              <a:gd name="connsiteY14330" fmla="*/ 1698075 h 2398711"/>
              <a:gd name="connsiteX14331" fmla="*/ 1734970 w 2119654"/>
              <a:gd name="connsiteY14331" fmla="*/ 1697352 h 2398711"/>
              <a:gd name="connsiteX14332" fmla="*/ 1733897 w 2119654"/>
              <a:gd name="connsiteY14332" fmla="*/ 1697545 h 2398711"/>
              <a:gd name="connsiteX14333" fmla="*/ 1714724 w 2119654"/>
              <a:gd name="connsiteY14333" fmla="*/ 1739868 h 2398711"/>
              <a:gd name="connsiteX14334" fmla="*/ 1715237 w 2119654"/>
              <a:gd name="connsiteY14334" fmla="*/ 1739928 h 2398711"/>
              <a:gd name="connsiteX14335" fmla="*/ 1715476 w 2119654"/>
              <a:gd name="connsiteY14335" fmla="*/ 1739740 h 2398711"/>
              <a:gd name="connsiteX14336" fmla="*/ 1747454 w 2119654"/>
              <a:gd name="connsiteY14336" fmla="*/ 1666570 h 2398711"/>
              <a:gd name="connsiteX14337" fmla="*/ 1747431 w 2119654"/>
              <a:gd name="connsiteY14337" fmla="*/ 1666940 h 2398711"/>
              <a:gd name="connsiteX14338" fmla="*/ 1747519 w 2119654"/>
              <a:gd name="connsiteY14338" fmla="*/ 1666854 h 2398711"/>
              <a:gd name="connsiteX14339" fmla="*/ 1805426 w 2119654"/>
              <a:gd name="connsiteY14339" fmla="*/ 1536753 h 2398711"/>
              <a:gd name="connsiteX14340" fmla="*/ 1805503 w 2119654"/>
              <a:gd name="connsiteY14340" fmla="*/ 1536906 h 2398711"/>
              <a:gd name="connsiteX14341" fmla="*/ 1808412 w 2119654"/>
              <a:gd name="connsiteY14341" fmla="*/ 1535705 h 2398711"/>
              <a:gd name="connsiteX14342" fmla="*/ 1829148 w 2119654"/>
              <a:gd name="connsiteY14342" fmla="*/ 1483619 h 2398711"/>
              <a:gd name="connsiteX14343" fmla="*/ 1829929 w 2119654"/>
              <a:gd name="connsiteY14343" fmla="*/ 1484671 h 2398711"/>
              <a:gd name="connsiteX14344" fmla="*/ 1836891 w 2119654"/>
              <a:gd name="connsiteY14344" fmla="*/ 1479232 h 2398711"/>
              <a:gd name="connsiteX14345" fmla="*/ 1830135 w 2119654"/>
              <a:gd name="connsiteY14345" fmla="*/ 1482285 h 2398711"/>
              <a:gd name="connsiteX14346" fmla="*/ 1624857 w 2119654"/>
              <a:gd name="connsiteY14346" fmla="*/ 1940989 h 2398711"/>
              <a:gd name="connsiteX14347" fmla="*/ 1626065 w 2119654"/>
              <a:gd name="connsiteY14347" fmla="*/ 1942942 h 2398711"/>
              <a:gd name="connsiteX14348" fmla="*/ 1627278 w 2119654"/>
              <a:gd name="connsiteY14348" fmla="*/ 1942083 h 2398711"/>
              <a:gd name="connsiteX14349" fmla="*/ 1627561 w 2119654"/>
              <a:gd name="connsiteY14349" fmla="*/ 1941027 h 2398711"/>
              <a:gd name="connsiteX14350" fmla="*/ 1627442 w 2119654"/>
              <a:gd name="connsiteY14350" fmla="*/ 1939745 h 2398711"/>
              <a:gd name="connsiteX14351" fmla="*/ 1590023 w 2119654"/>
              <a:gd name="connsiteY14351" fmla="*/ 2018864 h 2398711"/>
              <a:gd name="connsiteX14352" fmla="*/ 1590150 w 2119654"/>
              <a:gd name="connsiteY14352" fmla="*/ 2019090 h 2398711"/>
              <a:gd name="connsiteX14353" fmla="*/ 1590141 w 2119654"/>
              <a:gd name="connsiteY14353" fmla="*/ 2018798 h 2398711"/>
              <a:gd name="connsiteX14354" fmla="*/ 1714875 w 2119654"/>
              <a:gd name="connsiteY14354" fmla="*/ 1739209 h 2398711"/>
              <a:gd name="connsiteX14355" fmla="*/ 1716048 w 2119654"/>
              <a:gd name="connsiteY14355" fmla="*/ 1739008 h 2398711"/>
              <a:gd name="connsiteX14356" fmla="*/ 1716112 w 2119654"/>
              <a:gd name="connsiteY14356" fmla="*/ 1737385 h 2398711"/>
              <a:gd name="connsiteX14357" fmla="*/ 1751153 w 2119654"/>
              <a:gd name="connsiteY14357" fmla="*/ 1657918 h 2398711"/>
              <a:gd name="connsiteX14358" fmla="*/ 1751226 w 2119654"/>
              <a:gd name="connsiteY14358" fmla="*/ 1657901 h 2398711"/>
              <a:gd name="connsiteX14359" fmla="*/ 1751205 w 2119654"/>
              <a:gd name="connsiteY14359" fmla="*/ 1657863 h 2398711"/>
              <a:gd name="connsiteX14360" fmla="*/ 1778393 w 2119654"/>
              <a:gd name="connsiteY14360" fmla="*/ 1596913 h 2398711"/>
              <a:gd name="connsiteX14361" fmla="*/ 1778477 w 2119654"/>
              <a:gd name="connsiteY14361" fmla="*/ 1597078 h 2398711"/>
              <a:gd name="connsiteX14362" fmla="*/ 1782242 w 2119654"/>
              <a:gd name="connsiteY14362" fmla="*/ 1596337 h 2398711"/>
              <a:gd name="connsiteX14363" fmla="*/ 1781709 w 2119654"/>
              <a:gd name="connsiteY14363" fmla="*/ 1594936 h 2398711"/>
              <a:gd name="connsiteX14364" fmla="*/ 1612984 w 2119654"/>
              <a:gd name="connsiteY14364" fmla="*/ 1967265 h 2398711"/>
              <a:gd name="connsiteX14365" fmla="*/ 1616392 w 2119654"/>
              <a:gd name="connsiteY14365" fmla="*/ 1966709 h 2398711"/>
              <a:gd name="connsiteX14366" fmla="*/ 1616421 w 2119654"/>
              <a:gd name="connsiteY14366" fmla="*/ 1965921 h 2398711"/>
              <a:gd name="connsiteX14367" fmla="*/ 1614436 w 2119654"/>
              <a:gd name="connsiteY14367" fmla="*/ 1966530 h 2398711"/>
              <a:gd name="connsiteX14368" fmla="*/ 1798977 w 2119654"/>
              <a:gd name="connsiteY14368" fmla="*/ 1550703 h 2398711"/>
              <a:gd name="connsiteX14369" fmla="*/ 1799648 w 2119654"/>
              <a:gd name="connsiteY14369" fmla="*/ 1551841 h 2398711"/>
              <a:gd name="connsiteX14370" fmla="*/ 1800422 w 2119654"/>
              <a:gd name="connsiteY14370" fmla="*/ 1551020 h 2398711"/>
              <a:gd name="connsiteX14371" fmla="*/ 1800155 w 2119654"/>
              <a:gd name="connsiteY14371" fmla="*/ 1549645 h 2398711"/>
              <a:gd name="connsiteX14372" fmla="*/ 1799742 w 2119654"/>
              <a:gd name="connsiteY14372" fmla="*/ 1550022 h 2398711"/>
              <a:gd name="connsiteX14373" fmla="*/ 1757013 w 2119654"/>
              <a:gd name="connsiteY14373" fmla="*/ 1644574 h 2398711"/>
              <a:gd name="connsiteX14374" fmla="*/ 1757265 w 2119654"/>
              <a:gd name="connsiteY14374" fmla="*/ 1645749 h 2398711"/>
              <a:gd name="connsiteX14375" fmla="*/ 1759583 w 2119654"/>
              <a:gd name="connsiteY14375" fmla="*/ 1644431 h 2398711"/>
              <a:gd name="connsiteX14376" fmla="*/ 1759437 w 2119654"/>
              <a:gd name="connsiteY14376" fmla="*/ 1643609 h 2398711"/>
              <a:gd name="connsiteX14377" fmla="*/ 1759296 w 2119654"/>
              <a:gd name="connsiteY14377" fmla="*/ 1642946 h 2398711"/>
              <a:gd name="connsiteX14378" fmla="*/ 1598027 w 2119654"/>
              <a:gd name="connsiteY14378" fmla="*/ 2000566 h 2398711"/>
              <a:gd name="connsiteX14379" fmla="*/ 1602099 w 2119654"/>
              <a:gd name="connsiteY14379" fmla="*/ 2000315 h 2398711"/>
              <a:gd name="connsiteX14380" fmla="*/ 1599131 w 2119654"/>
              <a:gd name="connsiteY14380" fmla="*/ 1999855 h 2398711"/>
              <a:gd name="connsiteX14381" fmla="*/ 1765079 w 2119654"/>
              <a:gd name="connsiteY14381" fmla="*/ 1626482 h 2398711"/>
              <a:gd name="connsiteX14382" fmla="*/ 1765586 w 2119654"/>
              <a:gd name="connsiteY14382" fmla="*/ 1626958 h 2398711"/>
              <a:gd name="connsiteX14383" fmla="*/ 1768177 w 2119654"/>
              <a:gd name="connsiteY14383" fmla="*/ 1626193 h 2398711"/>
              <a:gd name="connsiteX14384" fmla="*/ 1768242 w 2119654"/>
              <a:gd name="connsiteY14384" fmla="*/ 1624752 h 2398711"/>
              <a:gd name="connsiteX14385" fmla="*/ 1866354 w 2119654"/>
              <a:gd name="connsiteY14385" fmla="*/ 1399690 h 2398711"/>
              <a:gd name="connsiteX14386" fmla="*/ 1871856 w 2119654"/>
              <a:gd name="connsiteY14386" fmla="*/ 1397943 h 2398711"/>
              <a:gd name="connsiteX14387" fmla="*/ 1869325 w 2119654"/>
              <a:gd name="connsiteY14387" fmla="*/ 1395366 h 2398711"/>
              <a:gd name="connsiteX14388" fmla="*/ 1612625 w 2119654"/>
              <a:gd name="connsiteY14388" fmla="*/ 1967728 h 2398711"/>
              <a:gd name="connsiteX14389" fmla="*/ 1612866 w 2119654"/>
              <a:gd name="connsiteY14389" fmla="*/ 1969787 h 2398711"/>
              <a:gd name="connsiteX14390" fmla="*/ 1616284 w 2119654"/>
              <a:gd name="connsiteY14390" fmla="*/ 1969626 h 2398711"/>
              <a:gd name="connsiteX14391" fmla="*/ 1616379 w 2119654"/>
              <a:gd name="connsiteY14391" fmla="*/ 1967064 h 2398711"/>
              <a:gd name="connsiteX14392" fmla="*/ 1605430 w 2119654"/>
              <a:gd name="connsiteY14392" fmla="*/ 1983836 h 2398711"/>
              <a:gd name="connsiteX14393" fmla="*/ 1605491 w 2119654"/>
              <a:gd name="connsiteY14393" fmla="*/ 1984291 h 2398711"/>
              <a:gd name="connsiteX14394" fmla="*/ 1605520 w 2119654"/>
              <a:gd name="connsiteY14394" fmla="*/ 1983824 h 2398711"/>
              <a:gd name="connsiteX14395" fmla="*/ 1571448 w 2119654"/>
              <a:gd name="connsiteY14395" fmla="*/ 2059863 h 2398711"/>
              <a:gd name="connsiteX14396" fmla="*/ 1571430 w 2119654"/>
              <a:gd name="connsiteY14396" fmla="*/ 2062391 h 2398711"/>
              <a:gd name="connsiteX14397" fmla="*/ 1579753 w 2119654"/>
              <a:gd name="connsiteY14397" fmla="*/ 2061560 h 2398711"/>
              <a:gd name="connsiteX14398" fmla="*/ 1580619 w 2119654"/>
              <a:gd name="connsiteY14398" fmla="*/ 2061034 h 2398711"/>
              <a:gd name="connsiteX14399" fmla="*/ 1590580 w 2119654"/>
              <a:gd name="connsiteY14399" fmla="*/ 2016994 h 2398711"/>
              <a:gd name="connsiteX14400" fmla="*/ 1590581 w 2119654"/>
              <a:gd name="connsiteY14400" fmla="*/ 2017043 h 2398711"/>
              <a:gd name="connsiteX14401" fmla="*/ 1592144 w 2119654"/>
              <a:gd name="connsiteY14401" fmla="*/ 2016858 h 2398711"/>
              <a:gd name="connsiteX14402" fmla="*/ 1592415 w 2119654"/>
              <a:gd name="connsiteY14402" fmla="*/ 2016424 h 2398711"/>
              <a:gd name="connsiteX14403" fmla="*/ 1618803 w 2119654"/>
              <a:gd name="connsiteY14403" fmla="*/ 1953777 h 2398711"/>
              <a:gd name="connsiteX14404" fmla="*/ 1620945 w 2119654"/>
              <a:gd name="connsiteY14404" fmla="*/ 1954255 h 2398711"/>
              <a:gd name="connsiteX14405" fmla="*/ 1620885 w 2119654"/>
              <a:gd name="connsiteY14405" fmla="*/ 1952710 h 2398711"/>
              <a:gd name="connsiteX14406" fmla="*/ 1569304 w 2119654"/>
              <a:gd name="connsiteY14406" fmla="*/ 2064601 h 2398711"/>
              <a:gd name="connsiteX14407" fmla="*/ 1568615 w 2119654"/>
              <a:gd name="connsiteY14407" fmla="*/ 2067590 h 2398711"/>
              <a:gd name="connsiteX14408" fmla="*/ 1569772 w 2119654"/>
              <a:gd name="connsiteY14408" fmla="*/ 2066998 h 2398711"/>
              <a:gd name="connsiteX14409" fmla="*/ 1582784 w 2119654"/>
              <a:gd name="connsiteY14409" fmla="*/ 2034403 h 2398711"/>
              <a:gd name="connsiteX14410" fmla="*/ 1582792 w 2119654"/>
              <a:gd name="connsiteY14410" fmla="*/ 2034405 h 2398711"/>
              <a:gd name="connsiteX14411" fmla="*/ 1587955 w 2119654"/>
              <a:gd name="connsiteY14411" fmla="*/ 2033573 h 2398711"/>
              <a:gd name="connsiteX14412" fmla="*/ 1587906 w 2119654"/>
              <a:gd name="connsiteY14412" fmla="*/ 2032918 h 2398711"/>
              <a:gd name="connsiteX14413" fmla="*/ 1584178 w 2119654"/>
              <a:gd name="connsiteY14413" fmla="*/ 2032282 h 2398711"/>
              <a:gd name="connsiteX14414" fmla="*/ 1583645 w 2119654"/>
              <a:gd name="connsiteY14414" fmla="*/ 2033137 h 2398711"/>
              <a:gd name="connsiteX14415" fmla="*/ 1820405 w 2119654"/>
              <a:gd name="connsiteY14415" fmla="*/ 1502238 h 2398711"/>
              <a:gd name="connsiteX14416" fmla="*/ 1821462 w 2119654"/>
              <a:gd name="connsiteY14416" fmla="*/ 1503921 h 2398711"/>
              <a:gd name="connsiteX14417" fmla="*/ 1823817 w 2119654"/>
              <a:gd name="connsiteY14417" fmla="*/ 1507964 h 2398711"/>
              <a:gd name="connsiteX14418" fmla="*/ 1824000 w 2119654"/>
              <a:gd name="connsiteY14418" fmla="*/ 1507865 h 2398711"/>
              <a:gd name="connsiteX14419" fmla="*/ 1828776 w 2119654"/>
              <a:gd name="connsiteY14419" fmla="*/ 1505176 h 2398711"/>
              <a:gd name="connsiteX14420" fmla="*/ 1823127 w 2119654"/>
              <a:gd name="connsiteY14420" fmla="*/ 1500251 h 2398711"/>
              <a:gd name="connsiteX14421" fmla="*/ 1821546 w 2119654"/>
              <a:gd name="connsiteY14421" fmla="*/ 1501039 h 2398711"/>
              <a:gd name="connsiteX14422" fmla="*/ 1815625 w 2119654"/>
              <a:gd name="connsiteY14422" fmla="*/ 1512925 h 2398711"/>
              <a:gd name="connsiteX14423" fmla="*/ 1816085 w 2119654"/>
              <a:gd name="connsiteY14423" fmla="*/ 1516929 h 2398711"/>
              <a:gd name="connsiteX14424" fmla="*/ 1817783 w 2119654"/>
              <a:gd name="connsiteY14424" fmla="*/ 1515741 h 2398711"/>
              <a:gd name="connsiteX14425" fmla="*/ 1816088 w 2119654"/>
              <a:gd name="connsiteY14425" fmla="*/ 1512665 h 2398711"/>
              <a:gd name="connsiteX14426" fmla="*/ 1774683 w 2119654"/>
              <a:gd name="connsiteY14426" fmla="*/ 1604597 h 2398711"/>
              <a:gd name="connsiteX14427" fmla="*/ 1774579 w 2119654"/>
              <a:gd name="connsiteY14427" fmla="*/ 1606890 h 2398711"/>
              <a:gd name="connsiteX14428" fmla="*/ 1776021 w 2119654"/>
              <a:gd name="connsiteY14428" fmla="*/ 1607711 h 2398711"/>
              <a:gd name="connsiteX14429" fmla="*/ 1780613 w 2119654"/>
              <a:gd name="connsiteY14429" fmla="*/ 1603412 h 2398711"/>
              <a:gd name="connsiteX14430" fmla="*/ 1627568 w 2119654"/>
              <a:gd name="connsiteY14430" fmla="*/ 1934008 h 2398711"/>
              <a:gd name="connsiteX14431" fmla="*/ 1629591 w 2119654"/>
              <a:gd name="connsiteY14431" fmla="*/ 1933447 h 2398711"/>
              <a:gd name="connsiteX14432" fmla="*/ 1629981 w 2119654"/>
              <a:gd name="connsiteY14432" fmla="*/ 1931989 h 2398711"/>
              <a:gd name="connsiteX14433" fmla="*/ 1628550 w 2119654"/>
              <a:gd name="connsiteY14433" fmla="*/ 1932543 h 2398711"/>
              <a:gd name="connsiteX14434" fmla="*/ 1616871 w 2119654"/>
              <a:gd name="connsiteY14434" fmla="*/ 1957942 h 2398711"/>
              <a:gd name="connsiteX14435" fmla="*/ 1616821 w 2119654"/>
              <a:gd name="connsiteY14435" fmla="*/ 1959286 h 2398711"/>
              <a:gd name="connsiteX14436" fmla="*/ 1617576 w 2119654"/>
              <a:gd name="connsiteY14436" fmla="*/ 1958995 h 2398711"/>
              <a:gd name="connsiteX14437" fmla="*/ 1617563 w 2119654"/>
              <a:gd name="connsiteY14437" fmla="*/ 1957565 h 2398711"/>
              <a:gd name="connsiteX14438" fmla="*/ 1682012 w 2119654"/>
              <a:gd name="connsiteY14438" fmla="*/ 1812036 h 2398711"/>
              <a:gd name="connsiteX14439" fmla="*/ 1683164 w 2119654"/>
              <a:gd name="connsiteY14439" fmla="*/ 1813249 h 2398711"/>
              <a:gd name="connsiteX14440" fmla="*/ 1682695 w 2119654"/>
              <a:gd name="connsiteY14440" fmla="*/ 1811324 h 2398711"/>
              <a:gd name="connsiteX14441" fmla="*/ 1682383 w 2119654"/>
              <a:gd name="connsiteY14441" fmla="*/ 1811583 h 2398711"/>
              <a:gd name="connsiteX14442" fmla="*/ 1821923 w 2119654"/>
              <a:gd name="connsiteY14442" fmla="*/ 1498677 h 2398711"/>
              <a:gd name="connsiteX14443" fmla="*/ 1822933 w 2119654"/>
              <a:gd name="connsiteY14443" fmla="*/ 1499581 h 2398711"/>
              <a:gd name="connsiteX14444" fmla="*/ 1831585 w 2119654"/>
              <a:gd name="connsiteY14444" fmla="*/ 1490488 h 2398711"/>
              <a:gd name="connsiteX14445" fmla="*/ 1828466 w 2119654"/>
              <a:gd name="connsiteY14445" fmla="*/ 1492531 h 2398711"/>
              <a:gd name="connsiteX14446" fmla="*/ 1531071 w 2119654"/>
              <a:gd name="connsiteY14446" fmla="*/ 2149937 h 2398711"/>
              <a:gd name="connsiteX14447" fmla="*/ 1532562 w 2119654"/>
              <a:gd name="connsiteY14447" fmla="*/ 2149593 h 2398711"/>
              <a:gd name="connsiteX14448" fmla="*/ 1533084 w 2119654"/>
              <a:gd name="connsiteY14448" fmla="*/ 2147200 h 2398711"/>
              <a:gd name="connsiteX14449" fmla="*/ 1532008 w 2119654"/>
              <a:gd name="connsiteY14449" fmla="*/ 2148682 h 2398711"/>
              <a:gd name="connsiteX14450" fmla="*/ 1688610 w 2119654"/>
              <a:gd name="connsiteY14450" fmla="*/ 1797158 h 2398711"/>
              <a:gd name="connsiteX14451" fmla="*/ 1688627 w 2119654"/>
              <a:gd name="connsiteY14451" fmla="*/ 1797268 h 2398711"/>
              <a:gd name="connsiteX14452" fmla="*/ 1688908 w 2119654"/>
              <a:gd name="connsiteY14452" fmla="*/ 1797162 h 2398711"/>
              <a:gd name="connsiteX14453" fmla="*/ 1688955 w 2119654"/>
              <a:gd name="connsiteY14453" fmla="*/ 1797106 h 2398711"/>
              <a:gd name="connsiteX14454" fmla="*/ 1688904 w 2119654"/>
              <a:gd name="connsiteY14454" fmla="*/ 1796966 h 2398711"/>
              <a:gd name="connsiteX14455" fmla="*/ 1627326 w 2119654"/>
              <a:gd name="connsiteY14455" fmla="*/ 1934369 h 2398711"/>
              <a:gd name="connsiteX14456" fmla="*/ 1627455 w 2119654"/>
              <a:gd name="connsiteY14456" fmla="*/ 1936021 h 2398711"/>
              <a:gd name="connsiteX14457" fmla="*/ 1629135 w 2119654"/>
              <a:gd name="connsiteY14457" fmla="*/ 1935149 h 2398711"/>
              <a:gd name="connsiteX14458" fmla="*/ 1629531 w 2119654"/>
              <a:gd name="connsiteY14458" fmla="*/ 1933673 h 2398711"/>
              <a:gd name="connsiteX14459" fmla="*/ 1627396 w 2119654"/>
              <a:gd name="connsiteY14459" fmla="*/ 1934265 h 2398711"/>
              <a:gd name="connsiteX14460" fmla="*/ 1713429 w 2119654"/>
              <a:gd name="connsiteY14460" fmla="*/ 1741342 h 2398711"/>
              <a:gd name="connsiteX14461" fmla="*/ 1714788 w 2119654"/>
              <a:gd name="connsiteY14461" fmla="*/ 1740279 h 2398711"/>
              <a:gd name="connsiteX14462" fmla="*/ 1714196 w 2119654"/>
              <a:gd name="connsiteY14462" fmla="*/ 1740211 h 2398711"/>
              <a:gd name="connsiteX14463" fmla="*/ 1712900 w 2119654"/>
              <a:gd name="connsiteY14463" fmla="*/ 1742460 h 2398711"/>
              <a:gd name="connsiteX14464" fmla="*/ 1713052 w 2119654"/>
              <a:gd name="connsiteY14464" fmla="*/ 1742809 h 2398711"/>
              <a:gd name="connsiteX14465" fmla="*/ 1714096 w 2119654"/>
              <a:gd name="connsiteY14465" fmla="*/ 1741497 h 2398711"/>
              <a:gd name="connsiteX14466" fmla="*/ 1736184 w 2119654"/>
              <a:gd name="connsiteY14466" fmla="*/ 1690305 h 2398711"/>
              <a:gd name="connsiteX14467" fmla="*/ 1736419 w 2119654"/>
              <a:gd name="connsiteY14467" fmla="*/ 1690869 h 2398711"/>
              <a:gd name="connsiteX14468" fmla="*/ 1737548 w 2119654"/>
              <a:gd name="connsiteY14468" fmla="*/ 1690469 h 2398711"/>
              <a:gd name="connsiteX14469" fmla="*/ 1736847 w 2119654"/>
              <a:gd name="connsiteY14469" fmla="*/ 1689657 h 2398711"/>
              <a:gd name="connsiteX14470" fmla="*/ 1716409 w 2119654"/>
              <a:gd name="connsiteY14470" fmla="*/ 1734540 h 2398711"/>
              <a:gd name="connsiteX14471" fmla="*/ 1716346 w 2119654"/>
              <a:gd name="connsiteY14471" fmla="*/ 1736165 h 2398711"/>
              <a:gd name="connsiteX14472" fmla="*/ 1716673 w 2119654"/>
              <a:gd name="connsiteY14472" fmla="*/ 1735684 h 2398711"/>
              <a:gd name="connsiteX14473" fmla="*/ 1800056 w 2119654"/>
              <a:gd name="connsiteY14473" fmla="*/ 1547222 h 2398711"/>
              <a:gd name="connsiteX14474" fmla="*/ 1800372 w 2119654"/>
              <a:gd name="connsiteY14474" fmla="*/ 1548848 h 2398711"/>
              <a:gd name="connsiteX14475" fmla="*/ 1804354 w 2119654"/>
              <a:gd name="connsiteY14475" fmla="*/ 1545302 h 2398711"/>
              <a:gd name="connsiteX14476" fmla="*/ 1805499 w 2119654"/>
              <a:gd name="connsiteY14476" fmla="*/ 1543614 h 2398711"/>
              <a:gd name="connsiteX14477" fmla="*/ 1756372 w 2119654"/>
              <a:gd name="connsiteY14477" fmla="*/ 1645032 h 2398711"/>
              <a:gd name="connsiteX14478" fmla="*/ 1756906 w 2119654"/>
              <a:gd name="connsiteY14478" fmla="*/ 1645953 h 2398711"/>
              <a:gd name="connsiteX14479" fmla="*/ 1756917 w 2119654"/>
              <a:gd name="connsiteY14479" fmla="*/ 1645946 h 2398711"/>
              <a:gd name="connsiteX14480" fmla="*/ 1756675 w 2119654"/>
              <a:gd name="connsiteY14480" fmla="*/ 1644815 h 2398711"/>
              <a:gd name="connsiteX14481" fmla="*/ 1677782 w 2119654"/>
              <a:gd name="connsiteY14481" fmla="*/ 1821007 h 2398711"/>
              <a:gd name="connsiteX14482" fmla="*/ 1676960 w 2119654"/>
              <a:gd name="connsiteY14482" fmla="*/ 1824075 h 2398711"/>
              <a:gd name="connsiteX14483" fmla="*/ 1677640 w 2119654"/>
              <a:gd name="connsiteY14483" fmla="*/ 1823768 h 2398711"/>
              <a:gd name="connsiteX14484" fmla="*/ 1678914 w 2119654"/>
              <a:gd name="connsiteY14484" fmla="*/ 1823000 h 2398711"/>
              <a:gd name="connsiteX14485" fmla="*/ 1678538 w 2119654"/>
              <a:gd name="connsiteY14485" fmla="*/ 1820717 h 2398711"/>
              <a:gd name="connsiteX14486" fmla="*/ 1827398 w 2119654"/>
              <a:gd name="connsiteY14486" fmla="*/ 1485984 h 2398711"/>
              <a:gd name="connsiteX14487" fmla="*/ 1827793 w 2119654"/>
              <a:gd name="connsiteY14487" fmla="*/ 1486339 h 2398711"/>
              <a:gd name="connsiteX14488" fmla="*/ 1828828 w 2119654"/>
              <a:gd name="connsiteY14488" fmla="*/ 1485531 h 2398711"/>
              <a:gd name="connsiteX14489" fmla="*/ 1828279 w 2119654"/>
              <a:gd name="connsiteY14489" fmla="*/ 1484793 h 2398711"/>
              <a:gd name="connsiteX14490" fmla="*/ 1722996 w 2119654"/>
              <a:gd name="connsiteY14490" fmla="*/ 1719713 h 2398711"/>
              <a:gd name="connsiteX14491" fmla="*/ 1723670 w 2119654"/>
              <a:gd name="connsiteY14491" fmla="*/ 1722211 h 2398711"/>
              <a:gd name="connsiteX14492" fmla="*/ 1724333 w 2119654"/>
              <a:gd name="connsiteY14492" fmla="*/ 1721942 h 2398711"/>
              <a:gd name="connsiteX14493" fmla="*/ 1731837 w 2119654"/>
              <a:gd name="connsiteY14493" fmla="*/ 1699895 h 2398711"/>
              <a:gd name="connsiteX14494" fmla="*/ 1731979 w 2119654"/>
              <a:gd name="connsiteY14494" fmla="*/ 1699889 h 2398711"/>
              <a:gd name="connsiteX14495" fmla="*/ 1733298 w 2119654"/>
              <a:gd name="connsiteY14495" fmla="*/ 1699016 h 2398711"/>
              <a:gd name="connsiteX14496" fmla="*/ 1732947 w 2119654"/>
              <a:gd name="connsiteY14496" fmla="*/ 1698708 h 2398711"/>
              <a:gd name="connsiteX14497" fmla="*/ 1732871 w 2119654"/>
              <a:gd name="connsiteY14497" fmla="*/ 1698715 h 2398711"/>
              <a:gd name="connsiteX14498" fmla="*/ 1569670 w 2119654"/>
              <a:gd name="connsiteY14498" fmla="*/ 2063015 h 2398711"/>
              <a:gd name="connsiteX14499" fmla="*/ 1569527 w 2119654"/>
              <a:gd name="connsiteY14499" fmla="*/ 2063638 h 2398711"/>
              <a:gd name="connsiteX14500" fmla="*/ 1570146 w 2119654"/>
              <a:gd name="connsiteY14500" fmla="*/ 2066807 h 2398711"/>
              <a:gd name="connsiteX14501" fmla="*/ 1571212 w 2119654"/>
              <a:gd name="connsiteY14501" fmla="*/ 2066260 h 2398711"/>
              <a:gd name="connsiteX14502" fmla="*/ 1571190 w 2119654"/>
              <a:gd name="connsiteY14502" fmla="*/ 2062863 h 2398711"/>
              <a:gd name="connsiteX14503" fmla="*/ 1621182 w 2119654"/>
              <a:gd name="connsiteY14503" fmla="*/ 1947571 h 2398711"/>
              <a:gd name="connsiteX14504" fmla="*/ 1621183 w 2119654"/>
              <a:gd name="connsiteY14504" fmla="*/ 1947588 h 2398711"/>
              <a:gd name="connsiteX14505" fmla="*/ 1621966 w 2119654"/>
              <a:gd name="connsiteY14505" fmla="*/ 1947298 h 2398711"/>
              <a:gd name="connsiteX14506" fmla="*/ 1621845 w 2119654"/>
              <a:gd name="connsiteY14506" fmla="*/ 1947102 h 2398711"/>
              <a:gd name="connsiteX14507" fmla="*/ 1589644 w 2119654"/>
              <a:gd name="connsiteY14507" fmla="*/ 2018189 h 2398711"/>
              <a:gd name="connsiteX14508" fmla="*/ 1589872 w 2119654"/>
              <a:gd name="connsiteY14508" fmla="*/ 2018594 h 2398711"/>
              <a:gd name="connsiteX14509" fmla="*/ 1590128 w 2119654"/>
              <a:gd name="connsiteY14509" fmla="*/ 2018450 h 2398711"/>
              <a:gd name="connsiteX14510" fmla="*/ 1590117 w 2119654"/>
              <a:gd name="connsiteY14510" fmla="*/ 2018132 h 2398711"/>
              <a:gd name="connsiteX14511" fmla="*/ 1800019 w 2119654"/>
              <a:gd name="connsiteY14511" fmla="*/ 1547031 h 2398711"/>
              <a:gd name="connsiteX14512" fmla="*/ 1800020 w 2119654"/>
              <a:gd name="connsiteY14512" fmla="*/ 1547034 h 2398711"/>
              <a:gd name="connsiteX14513" fmla="*/ 1805761 w 2119654"/>
              <a:gd name="connsiteY14513" fmla="*/ 1543228 h 2398711"/>
              <a:gd name="connsiteX14514" fmla="*/ 1806303 w 2119654"/>
              <a:gd name="connsiteY14514" fmla="*/ 1542428 h 2398711"/>
              <a:gd name="connsiteX14515" fmla="*/ 1806207 w 2119654"/>
              <a:gd name="connsiteY14515" fmla="*/ 1542237 h 2398711"/>
              <a:gd name="connsiteX14516" fmla="*/ 1800771 w 2119654"/>
              <a:gd name="connsiteY14516" fmla="*/ 1546491 h 2398711"/>
              <a:gd name="connsiteX14517" fmla="*/ 1774729 w 2119654"/>
              <a:gd name="connsiteY14517" fmla="*/ 1603585 h 2398711"/>
              <a:gd name="connsiteX14518" fmla="*/ 1774719 w 2119654"/>
              <a:gd name="connsiteY14518" fmla="*/ 1603806 h 2398711"/>
              <a:gd name="connsiteX14519" fmla="*/ 1780460 w 2119654"/>
              <a:gd name="connsiteY14519" fmla="*/ 1602657 h 2398711"/>
              <a:gd name="connsiteX14520" fmla="*/ 1779825 w 2119654"/>
              <a:gd name="connsiteY14520" fmla="*/ 1601417 h 2398711"/>
              <a:gd name="connsiteX14521" fmla="*/ 1774886 w 2119654"/>
              <a:gd name="connsiteY14521" fmla="*/ 1603476 h 2398711"/>
              <a:gd name="connsiteX14522" fmla="*/ 1616908 w 2119654"/>
              <a:gd name="connsiteY14522" fmla="*/ 1956961 h 2398711"/>
              <a:gd name="connsiteX14523" fmla="*/ 1616901 w 2119654"/>
              <a:gd name="connsiteY14523" fmla="*/ 1957164 h 2398711"/>
              <a:gd name="connsiteX14524" fmla="*/ 1617298 w 2119654"/>
              <a:gd name="connsiteY14524" fmla="*/ 1956947 h 2398711"/>
              <a:gd name="connsiteX14525" fmla="*/ 1606266 w 2119654"/>
              <a:gd name="connsiteY14525" fmla="*/ 1980657 h 2398711"/>
              <a:gd name="connsiteX14526" fmla="*/ 1605985 w 2119654"/>
              <a:gd name="connsiteY14526" fmla="*/ 1983429 h 2398711"/>
              <a:gd name="connsiteX14527" fmla="*/ 1610531 w 2119654"/>
              <a:gd name="connsiteY14527" fmla="*/ 1982837 h 2398711"/>
              <a:gd name="connsiteX14528" fmla="*/ 1610300 w 2119654"/>
              <a:gd name="connsiteY14528" fmla="*/ 1980860 h 2398711"/>
              <a:gd name="connsiteX14529" fmla="*/ 1607979 w 2119654"/>
              <a:gd name="connsiteY14529" fmla="*/ 1976757 h 2398711"/>
              <a:gd name="connsiteX14530" fmla="*/ 1609789 w 2119654"/>
              <a:gd name="connsiteY14530" fmla="*/ 1976477 h 2398711"/>
              <a:gd name="connsiteX14531" fmla="*/ 1609759 w 2119654"/>
              <a:gd name="connsiteY14531" fmla="*/ 1976215 h 2398711"/>
              <a:gd name="connsiteX14532" fmla="*/ 1609188 w 2119654"/>
              <a:gd name="connsiteY14532" fmla="*/ 1976264 h 2398711"/>
              <a:gd name="connsiteX14533" fmla="*/ 1820104 w 2119654"/>
              <a:gd name="connsiteY14533" fmla="*/ 1501758 h 2398711"/>
              <a:gd name="connsiteX14534" fmla="*/ 1820385 w 2119654"/>
              <a:gd name="connsiteY14534" fmla="*/ 1502206 h 2398711"/>
              <a:gd name="connsiteX14535" fmla="*/ 1821535 w 2119654"/>
              <a:gd name="connsiteY14535" fmla="*/ 1501045 h 2398711"/>
              <a:gd name="connsiteX14536" fmla="*/ 1624329 w 2119654"/>
              <a:gd name="connsiteY14536" fmla="*/ 1940134 h 2398711"/>
              <a:gd name="connsiteX14537" fmla="*/ 1624621 w 2119654"/>
              <a:gd name="connsiteY14537" fmla="*/ 1940607 h 2398711"/>
              <a:gd name="connsiteX14538" fmla="*/ 1627398 w 2119654"/>
              <a:gd name="connsiteY14538" fmla="*/ 1939270 h 2398711"/>
              <a:gd name="connsiteX14539" fmla="*/ 1627330 w 2119654"/>
              <a:gd name="connsiteY14539" fmla="*/ 1938529 h 2398711"/>
              <a:gd name="connsiteX14540" fmla="*/ 1808904 w 2119654"/>
              <a:gd name="connsiteY14540" fmla="*/ 1526813 h 2398711"/>
              <a:gd name="connsiteX14541" fmla="*/ 1808936 w 2119654"/>
              <a:gd name="connsiteY14541" fmla="*/ 1526834 h 2398711"/>
              <a:gd name="connsiteX14542" fmla="*/ 1813521 w 2119654"/>
              <a:gd name="connsiteY14542" fmla="*/ 1524794 h 2398711"/>
              <a:gd name="connsiteX14543" fmla="*/ 1815730 w 2119654"/>
              <a:gd name="connsiteY14543" fmla="*/ 1522803 h 2398711"/>
              <a:gd name="connsiteX14544" fmla="*/ 1811402 w 2119654"/>
              <a:gd name="connsiteY14544" fmla="*/ 1524682 h 2398711"/>
              <a:gd name="connsiteX14545" fmla="*/ 1756775 w 2119654"/>
              <a:gd name="connsiteY14545" fmla="*/ 1643461 h 2398711"/>
              <a:gd name="connsiteX14546" fmla="*/ 1756900 w 2119654"/>
              <a:gd name="connsiteY14546" fmla="*/ 1644044 h 2398711"/>
              <a:gd name="connsiteX14547" fmla="*/ 1758372 w 2119654"/>
              <a:gd name="connsiteY14547" fmla="*/ 1642993 h 2398711"/>
              <a:gd name="connsiteX14548" fmla="*/ 1791255 w 2119654"/>
              <a:gd name="connsiteY14548" fmla="*/ 1566202 h 2398711"/>
              <a:gd name="connsiteX14549" fmla="*/ 1793841 w 2119654"/>
              <a:gd name="connsiteY14549" fmla="*/ 1565829 h 2398711"/>
              <a:gd name="connsiteX14550" fmla="*/ 1795362 w 2119654"/>
              <a:gd name="connsiteY14550" fmla="*/ 1564219 h 2398711"/>
              <a:gd name="connsiteX14551" fmla="*/ 1795026 w 2119654"/>
              <a:gd name="connsiteY14551" fmla="*/ 1563653 h 2398711"/>
              <a:gd name="connsiteX14552" fmla="*/ 1529741 w 2119654"/>
              <a:gd name="connsiteY14552" fmla="*/ 2151719 h 2398711"/>
              <a:gd name="connsiteX14553" fmla="*/ 1531995 w 2119654"/>
              <a:gd name="connsiteY14553" fmla="*/ 2152192 h 2398711"/>
              <a:gd name="connsiteX14554" fmla="*/ 1532331 w 2119654"/>
              <a:gd name="connsiteY14554" fmla="*/ 2150650 h 2398711"/>
              <a:gd name="connsiteX14555" fmla="*/ 1530164 w 2119654"/>
              <a:gd name="connsiteY14555" fmla="*/ 2151153 h 2398711"/>
              <a:gd name="connsiteX14556" fmla="*/ 1749529 w 2119654"/>
              <a:gd name="connsiteY14556" fmla="*/ 1659521 h 2398711"/>
              <a:gd name="connsiteX14557" fmla="*/ 1750250 w 2119654"/>
              <a:gd name="connsiteY14557" fmla="*/ 1661236 h 2398711"/>
              <a:gd name="connsiteX14558" fmla="*/ 1752271 w 2119654"/>
              <a:gd name="connsiteY14558" fmla="*/ 1659803 h 2398711"/>
              <a:gd name="connsiteX14559" fmla="*/ 1751608 w 2119654"/>
              <a:gd name="connsiteY14559" fmla="*/ 1658597 h 2398711"/>
              <a:gd name="connsiteX14560" fmla="*/ 1750130 w 2119654"/>
              <a:gd name="connsiteY14560" fmla="*/ 1658977 h 2398711"/>
              <a:gd name="connsiteX14561" fmla="*/ 1804857 w 2119654"/>
              <a:gd name="connsiteY14561" fmla="*/ 1535626 h 2398711"/>
              <a:gd name="connsiteX14562" fmla="*/ 1805198 w 2119654"/>
              <a:gd name="connsiteY14562" fmla="*/ 1536301 h 2398711"/>
              <a:gd name="connsiteX14563" fmla="*/ 1812097 w 2119654"/>
              <a:gd name="connsiteY14563" fmla="*/ 1533880 h 2398711"/>
              <a:gd name="connsiteX14564" fmla="*/ 1814192 w 2119654"/>
              <a:gd name="connsiteY14564" fmla="*/ 1530792 h 2398711"/>
              <a:gd name="connsiteX14565" fmla="*/ 1813220 w 2119654"/>
              <a:gd name="connsiteY14565" fmla="*/ 1530160 h 2398711"/>
              <a:gd name="connsiteX14566" fmla="*/ 1598218 w 2119654"/>
              <a:gd name="connsiteY14566" fmla="*/ 1998299 h 2398711"/>
              <a:gd name="connsiteX14567" fmla="*/ 1599150 w 2119654"/>
              <a:gd name="connsiteY14567" fmla="*/ 1998443 h 2398711"/>
              <a:gd name="connsiteX14568" fmla="*/ 1601336 w 2119654"/>
              <a:gd name="connsiteY14568" fmla="*/ 1997675 h 2398711"/>
              <a:gd name="connsiteX14569" fmla="*/ 1617863 w 2119654"/>
              <a:gd name="connsiteY14569" fmla="*/ 1954258 h 2398711"/>
              <a:gd name="connsiteX14570" fmla="*/ 1617851 w 2119654"/>
              <a:gd name="connsiteY14570" fmla="*/ 1956535 h 2398711"/>
              <a:gd name="connsiteX14571" fmla="*/ 1618062 w 2119654"/>
              <a:gd name="connsiteY14571" fmla="*/ 1956531 h 2398711"/>
              <a:gd name="connsiteX14572" fmla="*/ 1620971 w 2119654"/>
              <a:gd name="connsiteY14572" fmla="*/ 1954944 h 2398711"/>
              <a:gd name="connsiteX14573" fmla="*/ 1620963 w 2119654"/>
              <a:gd name="connsiteY14573" fmla="*/ 1954713 h 2398711"/>
              <a:gd name="connsiteX14574" fmla="*/ 1618184 w 2119654"/>
              <a:gd name="connsiteY14574" fmla="*/ 1954094 h 2398711"/>
              <a:gd name="connsiteX14575" fmla="*/ 1625558 w 2119654"/>
              <a:gd name="connsiteY14575" fmla="*/ 1937005 h 2398711"/>
              <a:gd name="connsiteX14576" fmla="*/ 1627113 w 2119654"/>
              <a:gd name="connsiteY14576" fmla="*/ 1936198 h 2398711"/>
              <a:gd name="connsiteX14577" fmla="*/ 1626990 w 2119654"/>
              <a:gd name="connsiteY14577" fmla="*/ 1934869 h 2398711"/>
              <a:gd name="connsiteX14578" fmla="*/ 1606329 w 2119654"/>
              <a:gd name="connsiteY14578" fmla="*/ 1980042 h 2398711"/>
              <a:gd name="connsiteX14579" fmla="*/ 1606294 w 2119654"/>
              <a:gd name="connsiteY14579" fmla="*/ 1980389 h 2398711"/>
              <a:gd name="connsiteX14580" fmla="*/ 1610274 w 2119654"/>
              <a:gd name="connsiteY14580" fmla="*/ 1980645 h 2398711"/>
              <a:gd name="connsiteX14581" fmla="*/ 1610140 w 2119654"/>
              <a:gd name="connsiteY14581" fmla="*/ 1979483 h 2398711"/>
              <a:gd name="connsiteX14582" fmla="*/ 1609423 w 2119654"/>
              <a:gd name="connsiteY14582" fmla="*/ 1979527 h 2398711"/>
              <a:gd name="connsiteX14583" fmla="*/ 1814674 w 2119654"/>
              <a:gd name="connsiteY14583" fmla="*/ 1513460 h 2398711"/>
              <a:gd name="connsiteX14584" fmla="*/ 1815399 w 2119654"/>
              <a:gd name="connsiteY14584" fmla="*/ 1515642 h 2398711"/>
              <a:gd name="connsiteX14585" fmla="*/ 1815120 w 2119654"/>
              <a:gd name="connsiteY14585" fmla="*/ 1513210 h 2398711"/>
              <a:gd name="connsiteX14586" fmla="*/ 1826234 w 2119654"/>
              <a:gd name="connsiteY14586" fmla="*/ 1487557 h 2398711"/>
              <a:gd name="connsiteX14587" fmla="*/ 1827642 w 2119654"/>
              <a:gd name="connsiteY14587" fmla="*/ 1486457 h 2398711"/>
              <a:gd name="connsiteX14588" fmla="*/ 1827286 w 2119654"/>
              <a:gd name="connsiteY14588" fmla="*/ 1486136 h 2398711"/>
              <a:gd name="connsiteX14589" fmla="*/ 1815465 w 2119654"/>
              <a:gd name="connsiteY14589" fmla="*/ 1511534 h 2398711"/>
              <a:gd name="connsiteX14590" fmla="*/ 1815572 w 2119654"/>
              <a:gd name="connsiteY14590" fmla="*/ 1512462 h 2398711"/>
              <a:gd name="connsiteX14591" fmla="*/ 1815883 w 2119654"/>
              <a:gd name="connsiteY14591" fmla="*/ 1512293 h 2398711"/>
              <a:gd name="connsiteX14592" fmla="*/ 1580358 w 2119654"/>
              <a:gd name="connsiteY14592" fmla="*/ 2037968 h 2398711"/>
              <a:gd name="connsiteX14593" fmla="*/ 1580414 w 2119654"/>
              <a:gd name="connsiteY14593" fmla="*/ 2037972 h 2398711"/>
              <a:gd name="connsiteX14594" fmla="*/ 1588228 w 2119654"/>
              <a:gd name="connsiteY14594" fmla="*/ 2037207 h 2398711"/>
              <a:gd name="connsiteX14595" fmla="*/ 1588187 w 2119654"/>
              <a:gd name="connsiteY14595" fmla="*/ 2036668 h 2398711"/>
              <a:gd name="connsiteX14596" fmla="*/ 1582469 w 2119654"/>
              <a:gd name="connsiteY14596" fmla="*/ 2034865 h 2398711"/>
              <a:gd name="connsiteX14597" fmla="*/ 1774773 w 2119654"/>
              <a:gd name="connsiteY14597" fmla="*/ 1602619 h 2398711"/>
              <a:gd name="connsiteX14598" fmla="*/ 1774766 w 2119654"/>
              <a:gd name="connsiteY14598" fmla="*/ 1602757 h 2398711"/>
              <a:gd name="connsiteX14599" fmla="*/ 1775263 w 2119654"/>
              <a:gd name="connsiteY14599" fmla="*/ 1602602 h 2398711"/>
              <a:gd name="connsiteX14600" fmla="*/ 1775731 w 2119654"/>
              <a:gd name="connsiteY14600" fmla="*/ 1602276 h 2398711"/>
              <a:gd name="connsiteX14601" fmla="*/ 1780384 w 2119654"/>
              <a:gd name="connsiteY14601" fmla="*/ 1590054 h 2398711"/>
              <a:gd name="connsiteX14602" fmla="*/ 1780977 w 2119654"/>
              <a:gd name="connsiteY14602" fmla="*/ 1591682 h 2398711"/>
              <a:gd name="connsiteX14603" fmla="*/ 1784922 w 2119654"/>
              <a:gd name="connsiteY14603" fmla="*/ 1590259 h 2398711"/>
              <a:gd name="connsiteX14604" fmla="*/ 1786779 w 2119654"/>
              <a:gd name="connsiteY14604" fmla="*/ 1589152 h 2398711"/>
              <a:gd name="connsiteX14605" fmla="*/ 1785760 w 2119654"/>
              <a:gd name="connsiteY14605" fmla="*/ 1588166 h 2398711"/>
              <a:gd name="connsiteX14606" fmla="*/ 1688488 w 2119654"/>
              <a:gd name="connsiteY14606" fmla="*/ 1795817 h 2398711"/>
              <a:gd name="connsiteX14607" fmla="*/ 1688446 w 2119654"/>
              <a:gd name="connsiteY14607" fmla="*/ 1796139 h 2398711"/>
              <a:gd name="connsiteX14608" fmla="*/ 1688492 w 2119654"/>
              <a:gd name="connsiteY14608" fmla="*/ 1796426 h 2398711"/>
              <a:gd name="connsiteX14609" fmla="*/ 1688667 w 2119654"/>
              <a:gd name="connsiteY14609" fmla="*/ 1796312 h 2398711"/>
              <a:gd name="connsiteX14610" fmla="*/ 1791119 w 2119654"/>
              <a:gd name="connsiteY14610" fmla="*/ 1565995 h 2398711"/>
              <a:gd name="connsiteX14611" fmla="*/ 1794900 w 2119654"/>
              <a:gd name="connsiteY14611" fmla="*/ 1563439 h 2398711"/>
              <a:gd name="connsiteX14612" fmla="*/ 1794596 w 2119654"/>
              <a:gd name="connsiteY14612" fmla="*/ 1562925 h 2398711"/>
              <a:gd name="connsiteX14613" fmla="*/ 1792669 w 2119654"/>
              <a:gd name="connsiteY14613" fmla="*/ 1563710 h 2398711"/>
              <a:gd name="connsiteX14614" fmla="*/ 1779043 w 2119654"/>
              <a:gd name="connsiteY14614" fmla="*/ 1592904 h 2398711"/>
              <a:gd name="connsiteX14615" fmla="*/ 1779816 w 2119654"/>
              <a:gd name="connsiteY14615" fmla="*/ 1593302 h 2398711"/>
              <a:gd name="connsiteX14616" fmla="*/ 1780854 w 2119654"/>
              <a:gd name="connsiteY14616" fmla="*/ 1592683 h 2398711"/>
              <a:gd name="connsiteX14617" fmla="*/ 1780709 w 2119654"/>
              <a:gd name="connsiteY14617" fmla="*/ 1592303 h 2398711"/>
              <a:gd name="connsiteX14618" fmla="*/ 1911889 w 2119654"/>
              <a:gd name="connsiteY14618" fmla="*/ 1295231 h 2398711"/>
              <a:gd name="connsiteX14619" fmla="*/ 1918877 w 2119654"/>
              <a:gd name="connsiteY14619" fmla="*/ 1288769 h 2398711"/>
              <a:gd name="connsiteX14620" fmla="*/ 1926191 w 2119654"/>
              <a:gd name="connsiteY14620" fmla="*/ 1280167 h 2398711"/>
              <a:gd name="connsiteX14621" fmla="*/ 1928311 w 2119654"/>
              <a:gd name="connsiteY14621" fmla="*/ 1274458 h 2398711"/>
              <a:gd name="connsiteX14622" fmla="*/ 1917639 w 2119654"/>
              <a:gd name="connsiteY14622" fmla="*/ 1288029 h 2398711"/>
              <a:gd name="connsiteX14623" fmla="*/ 1919249 w 2119654"/>
              <a:gd name="connsiteY14623" fmla="*/ 1287307 h 2398711"/>
              <a:gd name="connsiteX14624" fmla="*/ 1919023 w 2119654"/>
              <a:gd name="connsiteY14624" fmla="*/ 1287739 h 2398711"/>
              <a:gd name="connsiteX14625" fmla="*/ 1917237 w 2119654"/>
              <a:gd name="connsiteY14625" fmla="*/ 1288538 h 2398711"/>
              <a:gd name="connsiteX14626" fmla="*/ 1915061 w 2119654"/>
              <a:gd name="connsiteY14626" fmla="*/ 1291305 h 2398711"/>
              <a:gd name="connsiteX14627" fmla="*/ 1624060 w 2119654"/>
              <a:gd name="connsiteY14627" fmla="*/ 1939699 h 2398711"/>
              <a:gd name="connsiteX14628" fmla="*/ 1624102 w 2119654"/>
              <a:gd name="connsiteY14628" fmla="*/ 1939767 h 2398711"/>
              <a:gd name="connsiteX14629" fmla="*/ 1625161 w 2119654"/>
              <a:gd name="connsiteY14629" fmla="*/ 1939322 h 2398711"/>
              <a:gd name="connsiteX14630" fmla="*/ 1627297 w 2119654"/>
              <a:gd name="connsiteY14630" fmla="*/ 1938179 h 2398711"/>
              <a:gd name="connsiteX14631" fmla="*/ 1627212 w 2119654"/>
              <a:gd name="connsiteY14631" fmla="*/ 1937263 h 2398711"/>
              <a:gd name="connsiteX14632" fmla="*/ 1588242 w 2119654"/>
              <a:gd name="connsiteY14632" fmla="*/ 2019863 h 2398711"/>
              <a:gd name="connsiteX14633" fmla="*/ 1588297 w 2119654"/>
              <a:gd name="connsiteY14633" fmla="*/ 2020603 h 2398711"/>
              <a:gd name="connsiteX14634" fmla="*/ 1589813 w 2119654"/>
              <a:gd name="connsiteY14634" fmla="*/ 2020597 h 2398711"/>
              <a:gd name="connsiteX14635" fmla="*/ 1590182 w 2119654"/>
              <a:gd name="connsiteY14635" fmla="*/ 2020004 h 2398711"/>
              <a:gd name="connsiteX14636" fmla="*/ 1590173 w 2119654"/>
              <a:gd name="connsiteY14636" fmla="*/ 2019739 h 2398711"/>
              <a:gd name="connsiteX14637" fmla="*/ 1589764 w 2119654"/>
              <a:gd name="connsiteY14637" fmla="*/ 2019009 h 2398711"/>
              <a:gd name="connsiteX14638" fmla="*/ 1570427 w 2119654"/>
              <a:gd name="connsiteY14638" fmla="*/ 2059732 h 2398711"/>
              <a:gd name="connsiteX14639" fmla="*/ 1569776 w 2119654"/>
              <a:gd name="connsiteY14639" fmla="*/ 2062556 h 2398711"/>
              <a:gd name="connsiteX14640" fmla="*/ 1571187 w 2119654"/>
              <a:gd name="connsiteY14640" fmla="*/ 2062415 h 2398711"/>
              <a:gd name="connsiteX14641" fmla="*/ 1571171 w 2119654"/>
              <a:gd name="connsiteY14641" fmla="*/ 2059827 h 2398711"/>
              <a:gd name="connsiteX14642" fmla="*/ 1818393 w 2119654"/>
              <a:gd name="connsiteY14642" fmla="*/ 1504354 h 2398711"/>
              <a:gd name="connsiteX14643" fmla="*/ 1822650 w 2119654"/>
              <a:gd name="connsiteY14643" fmla="*/ 1508601 h 2398711"/>
              <a:gd name="connsiteX14644" fmla="*/ 1823616 w 2119654"/>
              <a:gd name="connsiteY14644" fmla="*/ 1508075 h 2398711"/>
              <a:gd name="connsiteX14645" fmla="*/ 1820134 w 2119654"/>
              <a:gd name="connsiteY14645" fmla="*/ 1502524 h 2398711"/>
              <a:gd name="connsiteX14646" fmla="*/ 1794339 w 2119654"/>
              <a:gd name="connsiteY14646" fmla="*/ 1558119 h 2398711"/>
              <a:gd name="connsiteX14647" fmla="*/ 1795966 w 2119654"/>
              <a:gd name="connsiteY14647" fmla="*/ 1557675 h 2398711"/>
              <a:gd name="connsiteX14648" fmla="*/ 1799072 w 2119654"/>
              <a:gd name="connsiteY14648" fmla="*/ 1553094 h 2398711"/>
              <a:gd name="connsiteX14649" fmla="*/ 1621119 w 2119654"/>
              <a:gd name="connsiteY14649" fmla="*/ 1945926 h 2398711"/>
              <a:gd name="connsiteX14650" fmla="*/ 1621138 w 2119654"/>
              <a:gd name="connsiteY14650" fmla="*/ 1946431 h 2398711"/>
              <a:gd name="connsiteX14651" fmla="*/ 1621342 w 2119654"/>
              <a:gd name="connsiteY14651" fmla="*/ 1946287 h 2398711"/>
              <a:gd name="connsiteX14652" fmla="*/ 1796634 w 2119654"/>
              <a:gd name="connsiteY14652" fmla="*/ 1552788 h 2398711"/>
              <a:gd name="connsiteX14653" fmla="*/ 1798991 w 2119654"/>
              <a:gd name="connsiteY14653" fmla="*/ 1552539 h 2398711"/>
              <a:gd name="connsiteX14654" fmla="*/ 1799245 w 2119654"/>
              <a:gd name="connsiteY14654" fmla="*/ 1552269 h 2398711"/>
              <a:gd name="connsiteX14655" fmla="*/ 1798547 w 2119654"/>
              <a:gd name="connsiteY14655" fmla="*/ 1551085 h 2398711"/>
              <a:gd name="connsiteX14656" fmla="*/ 1623995 w 2119654"/>
              <a:gd name="connsiteY14656" fmla="*/ 1939335 h 2398711"/>
              <a:gd name="connsiteX14657" fmla="*/ 1627177 w 2119654"/>
              <a:gd name="connsiteY14657" fmla="*/ 1936876 h 2398711"/>
              <a:gd name="connsiteX14658" fmla="*/ 1627159 w 2119654"/>
              <a:gd name="connsiteY14658" fmla="*/ 1936694 h 2398711"/>
              <a:gd name="connsiteX14659" fmla="*/ 1625024 w 2119654"/>
              <a:gd name="connsiteY14659" fmla="*/ 1937802 h 2398711"/>
              <a:gd name="connsiteX14660" fmla="*/ 1876999 w 2119654"/>
              <a:gd name="connsiteY14660" fmla="*/ 1372621 h 2398711"/>
              <a:gd name="connsiteX14661" fmla="*/ 1883189 w 2119654"/>
              <a:gd name="connsiteY14661" fmla="*/ 1369928 h 2398711"/>
              <a:gd name="connsiteX14662" fmla="*/ 1887680 w 2119654"/>
              <a:gd name="connsiteY14662" fmla="*/ 1367754 h 2398711"/>
              <a:gd name="connsiteX14663" fmla="*/ 1892218 w 2119654"/>
              <a:gd name="connsiteY14663" fmla="*/ 1360953 h 2398711"/>
              <a:gd name="connsiteX14664" fmla="*/ 1890133 w 2119654"/>
              <a:gd name="connsiteY14664" fmla="*/ 1362213 h 2398711"/>
              <a:gd name="connsiteX14665" fmla="*/ 1607883 w 2119654"/>
              <a:gd name="connsiteY14665" fmla="*/ 1975164 h 2398711"/>
              <a:gd name="connsiteX14666" fmla="*/ 1609632 w 2119654"/>
              <a:gd name="connsiteY14666" fmla="*/ 1975140 h 2398711"/>
              <a:gd name="connsiteX14667" fmla="*/ 1609599 w 2119654"/>
              <a:gd name="connsiteY14667" fmla="*/ 1974851 h 2398711"/>
              <a:gd name="connsiteX14668" fmla="*/ 1616992 w 2119654"/>
              <a:gd name="connsiteY14668" fmla="*/ 1954704 h 2398711"/>
              <a:gd name="connsiteX14669" fmla="*/ 1616923 w 2119654"/>
              <a:gd name="connsiteY14669" fmla="*/ 1956554 h 2398711"/>
              <a:gd name="connsiteX14670" fmla="*/ 1617555 w 2119654"/>
              <a:gd name="connsiteY14670" fmla="*/ 1956541 h 2398711"/>
              <a:gd name="connsiteX14671" fmla="*/ 1617538 w 2119654"/>
              <a:gd name="connsiteY14671" fmla="*/ 1954424 h 2398711"/>
              <a:gd name="connsiteX14672" fmla="*/ 1756519 w 2119654"/>
              <a:gd name="connsiteY14672" fmla="*/ 1642269 h 2398711"/>
              <a:gd name="connsiteX14673" fmla="*/ 1756672 w 2119654"/>
              <a:gd name="connsiteY14673" fmla="*/ 1642978 h 2398711"/>
              <a:gd name="connsiteX14674" fmla="*/ 1759149 w 2119654"/>
              <a:gd name="connsiteY14674" fmla="*/ 1642252 h 2398711"/>
              <a:gd name="connsiteX14675" fmla="*/ 1758929 w 2119654"/>
              <a:gd name="connsiteY14675" fmla="*/ 1641222 h 2398711"/>
              <a:gd name="connsiteX14676" fmla="*/ 1787184 w 2119654"/>
              <a:gd name="connsiteY14676" fmla="*/ 1573579 h 2398711"/>
              <a:gd name="connsiteX14677" fmla="*/ 1788514 w 2119654"/>
              <a:gd name="connsiteY14677" fmla="*/ 1573060 h 2398711"/>
              <a:gd name="connsiteX14678" fmla="*/ 1789312 w 2119654"/>
              <a:gd name="connsiteY14678" fmla="*/ 1572557 h 2398711"/>
              <a:gd name="connsiteX14679" fmla="*/ 1792282 w 2119654"/>
              <a:gd name="connsiteY14679" fmla="*/ 1570507 h 2398711"/>
              <a:gd name="connsiteX14680" fmla="*/ 1794483 w 2119654"/>
              <a:gd name="connsiteY14680" fmla="*/ 1567247 h 2398711"/>
              <a:gd name="connsiteX14681" fmla="*/ 1792474 w 2119654"/>
              <a:gd name="connsiteY14681" fmla="*/ 1567983 h 2398711"/>
              <a:gd name="connsiteX14682" fmla="*/ 1861857 w 2119654"/>
              <a:gd name="connsiteY14682" fmla="*/ 1406236 h 2398711"/>
              <a:gd name="connsiteX14683" fmla="*/ 1863462 w 2119654"/>
              <a:gd name="connsiteY14683" fmla="*/ 1409560 h 2398711"/>
              <a:gd name="connsiteX14684" fmla="*/ 1870014 w 2119654"/>
              <a:gd name="connsiteY14684" fmla="*/ 1405338 h 2398711"/>
              <a:gd name="connsiteX14685" fmla="*/ 1873145 w 2119654"/>
              <a:gd name="connsiteY14685" fmla="*/ 1399256 h 2398711"/>
              <a:gd name="connsiteX14686" fmla="*/ 1872163 w 2119654"/>
              <a:gd name="connsiteY14686" fmla="*/ 1398255 h 2398711"/>
              <a:gd name="connsiteX14687" fmla="*/ 1865994 w 2119654"/>
              <a:gd name="connsiteY14687" fmla="*/ 1400214 h 2398711"/>
              <a:gd name="connsiteX14688" fmla="*/ 1819563 w 2119654"/>
              <a:gd name="connsiteY14688" fmla="*/ 1500894 h 2398711"/>
              <a:gd name="connsiteX14689" fmla="*/ 1819946 w 2119654"/>
              <a:gd name="connsiteY14689" fmla="*/ 1501507 h 2398711"/>
              <a:gd name="connsiteX14690" fmla="*/ 1822078 w 2119654"/>
              <a:gd name="connsiteY14690" fmla="*/ 1500481 h 2398711"/>
              <a:gd name="connsiteX14691" fmla="*/ 1822672 w 2119654"/>
              <a:gd name="connsiteY14691" fmla="*/ 1499856 h 2398711"/>
              <a:gd name="connsiteX14692" fmla="*/ 1821633 w 2119654"/>
              <a:gd name="connsiteY14692" fmla="*/ 1498950 h 2398711"/>
              <a:gd name="connsiteX14693" fmla="*/ 1789159 w 2119654"/>
              <a:gd name="connsiteY14693" fmla="*/ 1568886 h 2398711"/>
              <a:gd name="connsiteX14694" fmla="*/ 1791839 w 2119654"/>
              <a:gd name="connsiteY14694" fmla="*/ 1567946 h 2398711"/>
              <a:gd name="connsiteX14695" fmla="*/ 1793676 w 2119654"/>
              <a:gd name="connsiteY14695" fmla="*/ 1566003 h 2398711"/>
              <a:gd name="connsiteX14696" fmla="*/ 1790973 w 2119654"/>
              <a:gd name="connsiteY14696" fmla="*/ 1566393 h 2398711"/>
              <a:gd name="connsiteX14697" fmla="*/ 1790745 w 2119654"/>
              <a:gd name="connsiteY14697" fmla="*/ 1566547 h 2398711"/>
              <a:gd name="connsiteX14698" fmla="*/ 1612292 w 2119654"/>
              <a:gd name="connsiteY14698" fmla="*/ 1964866 h 2398711"/>
              <a:gd name="connsiteX14699" fmla="*/ 1612398 w 2119654"/>
              <a:gd name="connsiteY14699" fmla="*/ 1965774 h 2398711"/>
              <a:gd name="connsiteX14700" fmla="*/ 1612777 w 2119654"/>
              <a:gd name="connsiteY14700" fmla="*/ 1965658 h 2398711"/>
              <a:gd name="connsiteX14701" fmla="*/ 1615452 w 2119654"/>
              <a:gd name="connsiteY14701" fmla="*/ 1964540 h 2398711"/>
              <a:gd name="connsiteX14702" fmla="*/ 1755652 w 2119654"/>
              <a:gd name="connsiteY14702" fmla="*/ 1643791 h 2398711"/>
              <a:gd name="connsiteX14703" fmla="*/ 1756121 w 2119654"/>
              <a:gd name="connsiteY14703" fmla="*/ 1644599 h 2398711"/>
              <a:gd name="connsiteX14704" fmla="*/ 1756561 w 2119654"/>
              <a:gd name="connsiteY14704" fmla="*/ 1644285 h 2398711"/>
              <a:gd name="connsiteX14705" fmla="*/ 1756408 w 2119654"/>
              <a:gd name="connsiteY14705" fmla="*/ 1643569 h 2398711"/>
              <a:gd name="connsiteX14706" fmla="*/ 1774856 w 2119654"/>
              <a:gd name="connsiteY14706" fmla="*/ 1600786 h 2398711"/>
              <a:gd name="connsiteX14707" fmla="*/ 1774847 w 2119654"/>
              <a:gd name="connsiteY14707" fmla="*/ 1600991 h 2398711"/>
              <a:gd name="connsiteX14708" fmla="*/ 1776609 w 2119654"/>
              <a:gd name="connsiteY14708" fmla="*/ 1600441 h 2398711"/>
              <a:gd name="connsiteX14709" fmla="*/ 1752598 w 2119654"/>
              <a:gd name="connsiteY14709" fmla="*/ 1650514 h 2398711"/>
              <a:gd name="connsiteX14710" fmla="*/ 1752706 w 2119654"/>
              <a:gd name="connsiteY14710" fmla="*/ 1650738 h 2398711"/>
              <a:gd name="connsiteX14711" fmla="*/ 1757326 w 2119654"/>
              <a:gd name="connsiteY14711" fmla="*/ 1648648 h 2398711"/>
              <a:gd name="connsiteX14712" fmla="*/ 1755014 w 2119654"/>
              <a:gd name="connsiteY14712" fmla="*/ 1649007 h 2398711"/>
              <a:gd name="connsiteX14713" fmla="*/ 1817394 w 2119654"/>
              <a:gd name="connsiteY14713" fmla="*/ 1505404 h 2398711"/>
              <a:gd name="connsiteX14714" fmla="*/ 1818791 w 2119654"/>
              <a:gd name="connsiteY14714" fmla="*/ 1510707 h 2398711"/>
              <a:gd name="connsiteX14715" fmla="*/ 1821445 w 2119654"/>
              <a:gd name="connsiteY14715" fmla="*/ 1509259 h 2398711"/>
              <a:gd name="connsiteX14716" fmla="*/ 1817485 w 2119654"/>
              <a:gd name="connsiteY14716" fmla="*/ 1505308 h 2398711"/>
              <a:gd name="connsiteX14717" fmla="*/ 1744711 w 2119654"/>
              <a:gd name="connsiteY14717" fmla="*/ 1668063 h 2398711"/>
              <a:gd name="connsiteX14718" fmla="*/ 1745518 w 2119654"/>
              <a:gd name="connsiteY14718" fmla="*/ 1668803 h 2398711"/>
              <a:gd name="connsiteX14719" fmla="*/ 1745546 w 2119654"/>
              <a:gd name="connsiteY14719" fmla="*/ 1668776 h 2398711"/>
              <a:gd name="connsiteX14720" fmla="*/ 1745630 w 2119654"/>
              <a:gd name="connsiteY14720" fmla="*/ 1667411 h 2398711"/>
              <a:gd name="connsiteX14721" fmla="*/ 1571477 w 2119654"/>
              <a:gd name="connsiteY14721" fmla="*/ 2055933 h 2398711"/>
              <a:gd name="connsiteX14722" fmla="*/ 1571477 w 2119654"/>
              <a:gd name="connsiteY14722" fmla="*/ 2055973 h 2398711"/>
              <a:gd name="connsiteX14723" fmla="*/ 1571475 w 2119654"/>
              <a:gd name="connsiteY14723" fmla="*/ 2056229 h 2398711"/>
              <a:gd name="connsiteX14724" fmla="*/ 1585561 w 2119654"/>
              <a:gd name="connsiteY14724" fmla="*/ 2058027 h 2398711"/>
              <a:gd name="connsiteX14725" fmla="*/ 1589512 w 2119654"/>
              <a:gd name="connsiteY14725" fmla="*/ 2055623 h 2398711"/>
              <a:gd name="connsiteX14726" fmla="*/ 1589429 w 2119654"/>
              <a:gd name="connsiteY14726" fmla="*/ 2053222 h 2398711"/>
              <a:gd name="connsiteX14727" fmla="*/ 1589077 w 2119654"/>
              <a:gd name="connsiteY14727" fmla="*/ 2048531 h 2398711"/>
              <a:gd name="connsiteX14728" fmla="*/ 1587894 w 2119654"/>
              <a:gd name="connsiteY14728" fmla="*/ 2048740 h 2398711"/>
              <a:gd name="connsiteX14729" fmla="*/ 1584975 w 2119654"/>
              <a:gd name="connsiteY14729" fmla="*/ 2055878 h 2398711"/>
              <a:gd name="connsiteX14730" fmla="*/ 1584781 w 2119654"/>
              <a:gd name="connsiteY14730" fmla="*/ 2055989 h 2398711"/>
              <a:gd name="connsiteX14731" fmla="*/ 1587733 w 2119654"/>
              <a:gd name="connsiteY14731" fmla="*/ 2048769 h 2398711"/>
              <a:gd name="connsiteX14732" fmla="*/ 1587186 w 2119654"/>
              <a:gd name="connsiteY14732" fmla="*/ 2048866 h 2398711"/>
              <a:gd name="connsiteX14733" fmla="*/ 1579990 w 2119654"/>
              <a:gd name="connsiteY14733" fmla="*/ 2049895 h 2398711"/>
              <a:gd name="connsiteX14734" fmla="*/ 1574023 w 2119654"/>
              <a:gd name="connsiteY14734" fmla="*/ 2054440 h 2398711"/>
              <a:gd name="connsiteX14735" fmla="*/ 1596147 w 2119654"/>
              <a:gd name="connsiteY14735" fmla="*/ 2000681 h 2398711"/>
              <a:gd name="connsiteX14736" fmla="*/ 1596717 w 2119654"/>
              <a:gd name="connsiteY14736" fmla="*/ 2000646 h 2398711"/>
              <a:gd name="connsiteX14737" fmla="*/ 1598016 w 2119654"/>
              <a:gd name="connsiteY14737" fmla="*/ 1999881 h 2398711"/>
              <a:gd name="connsiteX14738" fmla="*/ 1747790 w 2119654"/>
              <a:gd name="connsiteY14738" fmla="*/ 1661093 h 2398711"/>
              <a:gd name="connsiteX14739" fmla="*/ 1747772 w 2119654"/>
              <a:gd name="connsiteY14739" fmla="*/ 1661371 h 2398711"/>
              <a:gd name="connsiteX14740" fmla="*/ 1748000 w 2119654"/>
              <a:gd name="connsiteY14740" fmla="*/ 1662832 h 2398711"/>
              <a:gd name="connsiteX14741" fmla="*/ 1749174 w 2119654"/>
              <a:gd name="connsiteY14741" fmla="*/ 1661999 h 2398711"/>
              <a:gd name="connsiteX14742" fmla="*/ 1748517 w 2119654"/>
              <a:gd name="connsiteY14742" fmla="*/ 1660436 h 2398711"/>
              <a:gd name="connsiteX14743" fmla="*/ 1762597 w 2119654"/>
              <a:gd name="connsiteY14743" fmla="*/ 1627840 h 2398711"/>
              <a:gd name="connsiteX14744" fmla="*/ 1764114 w 2119654"/>
              <a:gd name="connsiteY14744" fmla="*/ 1627392 h 2398711"/>
              <a:gd name="connsiteX14745" fmla="*/ 1763857 w 2119654"/>
              <a:gd name="connsiteY14745" fmla="*/ 1627151 h 2398711"/>
              <a:gd name="connsiteX14746" fmla="*/ 1820722 w 2119654"/>
              <a:gd name="connsiteY14746" fmla="*/ 1497601 h 2398711"/>
              <a:gd name="connsiteX14747" fmla="*/ 1821410 w 2119654"/>
              <a:gd name="connsiteY14747" fmla="*/ 1498217 h 2398711"/>
              <a:gd name="connsiteX14748" fmla="*/ 1825517 w 2119654"/>
              <a:gd name="connsiteY14748" fmla="*/ 1494461 h 2398711"/>
              <a:gd name="connsiteX14749" fmla="*/ 1786426 w 2119654"/>
              <a:gd name="connsiteY14749" fmla="*/ 1574380 h 2398711"/>
              <a:gd name="connsiteX14750" fmla="*/ 1786708 w 2119654"/>
              <a:gd name="connsiteY14750" fmla="*/ 1574202 h 2398711"/>
              <a:gd name="connsiteX14751" fmla="*/ 1786528 w 2119654"/>
              <a:gd name="connsiteY14751" fmla="*/ 1574272 h 2398711"/>
              <a:gd name="connsiteX14752" fmla="*/ 1807942 w 2119654"/>
              <a:gd name="connsiteY14752" fmla="*/ 1526184 h 2398711"/>
              <a:gd name="connsiteX14753" fmla="*/ 1808722 w 2119654"/>
              <a:gd name="connsiteY14753" fmla="*/ 1526693 h 2398711"/>
              <a:gd name="connsiteX14754" fmla="*/ 1810748 w 2119654"/>
              <a:gd name="connsiteY14754" fmla="*/ 1524966 h 2398711"/>
              <a:gd name="connsiteX14755" fmla="*/ 1528681 w 2119654"/>
              <a:gd name="connsiteY14755" fmla="*/ 2151496 h 2398711"/>
              <a:gd name="connsiteX14756" fmla="*/ 1529373 w 2119654"/>
              <a:gd name="connsiteY14756" fmla="*/ 2151641 h 2398711"/>
              <a:gd name="connsiteX14757" fmla="*/ 1529639 w 2119654"/>
              <a:gd name="connsiteY14757" fmla="*/ 2151274 h 2398711"/>
              <a:gd name="connsiteX14758" fmla="*/ 1605000 w 2119654"/>
              <a:gd name="connsiteY14758" fmla="*/ 1980593 h 2398711"/>
              <a:gd name="connsiteX14759" fmla="*/ 1605387 w 2119654"/>
              <a:gd name="connsiteY14759" fmla="*/ 1983508 h 2398711"/>
              <a:gd name="connsiteX14760" fmla="*/ 1605539 w 2119654"/>
              <a:gd name="connsiteY14760" fmla="*/ 1983489 h 2398711"/>
              <a:gd name="connsiteX14761" fmla="*/ 1605715 w 2119654"/>
              <a:gd name="connsiteY14761" fmla="*/ 1980629 h 2398711"/>
              <a:gd name="connsiteX14762" fmla="*/ 1588129 w 2119654"/>
              <a:gd name="connsiteY14762" fmla="*/ 2018369 h 2398711"/>
              <a:gd name="connsiteX14763" fmla="*/ 1588216 w 2119654"/>
              <a:gd name="connsiteY14763" fmla="*/ 2019522 h 2398711"/>
              <a:gd name="connsiteX14764" fmla="*/ 1589612 w 2119654"/>
              <a:gd name="connsiteY14764" fmla="*/ 2018739 h 2398711"/>
              <a:gd name="connsiteX14765" fmla="*/ 1589324 w 2119654"/>
              <a:gd name="connsiteY14765" fmla="*/ 2018227 h 2398711"/>
              <a:gd name="connsiteX14766" fmla="*/ 1817327 w 2119654"/>
              <a:gd name="connsiteY14766" fmla="*/ 1505150 h 2398711"/>
              <a:gd name="connsiteX14767" fmla="*/ 1817356 w 2119654"/>
              <a:gd name="connsiteY14767" fmla="*/ 1505261 h 2398711"/>
              <a:gd name="connsiteX14768" fmla="*/ 1817397 w 2119654"/>
              <a:gd name="connsiteY14768" fmla="*/ 1505220 h 2398711"/>
              <a:gd name="connsiteX14769" fmla="*/ 1612759 w 2119654"/>
              <a:gd name="connsiteY14769" fmla="*/ 1963165 h 2398711"/>
              <a:gd name="connsiteX14770" fmla="*/ 1615659 w 2119654"/>
              <a:gd name="connsiteY14770" fmla="*/ 1962244 h 2398711"/>
              <a:gd name="connsiteX14771" fmla="*/ 1616569 w 2119654"/>
              <a:gd name="connsiteY14771" fmla="*/ 1961942 h 2398711"/>
              <a:gd name="connsiteX14772" fmla="*/ 1616580 w 2119654"/>
              <a:gd name="connsiteY14772" fmla="*/ 1961638 h 2398711"/>
              <a:gd name="connsiteX14773" fmla="*/ 1767776 w 2119654"/>
              <a:gd name="connsiteY14773" fmla="*/ 1616032 h 2398711"/>
              <a:gd name="connsiteX14774" fmla="*/ 1768078 w 2119654"/>
              <a:gd name="connsiteY14774" fmla="*/ 1616634 h 2398711"/>
              <a:gd name="connsiteX14775" fmla="*/ 1768613 w 2119654"/>
              <a:gd name="connsiteY14775" fmla="*/ 1616611 h 2398711"/>
              <a:gd name="connsiteX14776" fmla="*/ 1768666 w 2119654"/>
              <a:gd name="connsiteY14776" fmla="*/ 1615448 h 2398711"/>
              <a:gd name="connsiteX14777" fmla="*/ 1797804 w 2119654"/>
              <a:gd name="connsiteY14777" fmla="*/ 1548715 h 2398711"/>
              <a:gd name="connsiteX14778" fmla="*/ 1798739 w 2119654"/>
              <a:gd name="connsiteY14778" fmla="*/ 1550300 h 2398711"/>
              <a:gd name="connsiteX14779" fmla="*/ 1800055 w 2119654"/>
              <a:gd name="connsiteY14779" fmla="*/ 1549129 h 2398711"/>
              <a:gd name="connsiteX14780" fmla="*/ 1799727 w 2119654"/>
              <a:gd name="connsiteY14780" fmla="*/ 1547440 h 2398711"/>
              <a:gd name="connsiteX14781" fmla="*/ 1590495 w 2119654"/>
              <a:gd name="connsiteY14781" fmla="*/ 2012878 h 2398711"/>
              <a:gd name="connsiteX14782" fmla="*/ 1590516 w 2119654"/>
              <a:gd name="connsiteY14782" fmla="*/ 2013904 h 2398711"/>
              <a:gd name="connsiteX14783" fmla="*/ 1594821 w 2119654"/>
              <a:gd name="connsiteY14783" fmla="*/ 2012565 h 2398711"/>
              <a:gd name="connsiteX14784" fmla="*/ 1599071 w 2119654"/>
              <a:gd name="connsiteY14784" fmla="*/ 2005747 h 2398711"/>
              <a:gd name="connsiteX14785" fmla="*/ 1606690 w 2119654"/>
              <a:gd name="connsiteY14785" fmla="*/ 1976480 h 2398711"/>
              <a:gd name="connsiteX14786" fmla="*/ 1606666 w 2119654"/>
              <a:gd name="connsiteY14786" fmla="*/ 1976720 h 2398711"/>
              <a:gd name="connsiteX14787" fmla="*/ 1607089 w 2119654"/>
              <a:gd name="connsiteY14787" fmla="*/ 1976772 h 2398711"/>
              <a:gd name="connsiteX14788" fmla="*/ 1608159 w 2119654"/>
              <a:gd name="connsiteY14788" fmla="*/ 1976353 h 2398711"/>
              <a:gd name="connsiteX14789" fmla="*/ 1778176 w 2119654"/>
              <a:gd name="connsiteY14789" fmla="*/ 1592457 h 2398711"/>
              <a:gd name="connsiteX14790" fmla="*/ 1778444 w 2119654"/>
              <a:gd name="connsiteY14790" fmla="*/ 1592595 h 2398711"/>
              <a:gd name="connsiteX14791" fmla="*/ 1780534 w 2119654"/>
              <a:gd name="connsiteY14791" fmla="*/ 1591842 h 2398711"/>
              <a:gd name="connsiteX14792" fmla="*/ 1779917 w 2119654"/>
              <a:gd name="connsiteY14792" fmla="*/ 1590218 h 2398711"/>
              <a:gd name="connsiteX14793" fmla="*/ 1779617 w 2119654"/>
              <a:gd name="connsiteY14793" fmla="*/ 1590323 h 2398711"/>
              <a:gd name="connsiteX14794" fmla="*/ 1604957 w 2119654"/>
              <a:gd name="connsiteY14794" fmla="*/ 1980270 h 2398711"/>
              <a:gd name="connsiteX14795" fmla="*/ 1604962 w 2119654"/>
              <a:gd name="connsiteY14795" fmla="*/ 1980304 h 2398711"/>
              <a:gd name="connsiteX14796" fmla="*/ 1605732 w 2119654"/>
              <a:gd name="connsiteY14796" fmla="*/ 1980352 h 2398711"/>
              <a:gd name="connsiteX14797" fmla="*/ 1605745 w 2119654"/>
              <a:gd name="connsiteY14797" fmla="*/ 1980139 h 2398711"/>
              <a:gd name="connsiteX14798" fmla="*/ 1586910 w 2119654"/>
              <a:gd name="connsiteY14798" fmla="*/ 2020609 h 2398711"/>
              <a:gd name="connsiteX14799" fmla="*/ 1586982 w 2119654"/>
              <a:gd name="connsiteY14799" fmla="*/ 2020609 h 2398711"/>
              <a:gd name="connsiteX14800" fmla="*/ 1586979 w 2119654"/>
              <a:gd name="connsiteY14800" fmla="*/ 2020570 h 2398711"/>
              <a:gd name="connsiteX14801" fmla="*/ 1711976 w 2119654"/>
              <a:gd name="connsiteY14801" fmla="*/ 1740337 h 2398711"/>
              <a:gd name="connsiteX14802" fmla="*/ 1712579 w 2119654"/>
              <a:gd name="connsiteY14802" fmla="*/ 1741722 h 2398711"/>
              <a:gd name="connsiteX14803" fmla="*/ 1713646 w 2119654"/>
              <a:gd name="connsiteY14803" fmla="*/ 1740148 h 2398711"/>
              <a:gd name="connsiteX14804" fmla="*/ 1713309 w 2119654"/>
              <a:gd name="connsiteY14804" fmla="*/ 1740109 h 2398711"/>
              <a:gd name="connsiteX14805" fmla="*/ 1576507 w 2119654"/>
              <a:gd name="connsiteY14805" fmla="*/ 2043628 h 2398711"/>
              <a:gd name="connsiteX14806" fmla="*/ 1584161 w 2119654"/>
              <a:gd name="connsiteY14806" fmla="*/ 2043716 h 2398711"/>
              <a:gd name="connsiteX14807" fmla="*/ 1585416 w 2119654"/>
              <a:gd name="connsiteY14807" fmla="*/ 2042980 h 2398711"/>
              <a:gd name="connsiteX14808" fmla="*/ 1588486 w 2119654"/>
              <a:gd name="connsiteY14808" fmla="*/ 2040643 h 2398711"/>
              <a:gd name="connsiteX14809" fmla="*/ 1588349 w 2119654"/>
              <a:gd name="connsiteY14809" fmla="*/ 2038832 h 2398711"/>
              <a:gd name="connsiteX14810" fmla="*/ 1580622 w 2119654"/>
              <a:gd name="connsiteY14810" fmla="*/ 2038448 h 2398711"/>
              <a:gd name="connsiteX14811" fmla="*/ 1579990 w 2119654"/>
              <a:gd name="connsiteY14811" fmla="*/ 2038510 h 2398711"/>
              <a:gd name="connsiteX14812" fmla="*/ 1606749 w 2119654"/>
              <a:gd name="connsiteY14812" fmla="*/ 1975901 h 2398711"/>
              <a:gd name="connsiteX14813" fmla="*/ 1606702 w 2119654"/>
              <a:gd name="connsiteY14813" fmla="*/ 1976357 h 2398711"/>
              <a:gd name="connsiteX14814" fmla="*/ 1608554 w 2119654"/>
              <a:gd name="connsiteY14814" fmla="*/ 1976198 h 2398711"/>
              <a:gd name="connsiteX14815" fmla="*/ 1609401 w 2119654"/>
              <a:gd name="connsiteY14815" fmla="*/ 1975865 h 2398711"/>
              <a:gd name="connsiteX14816" fmla="*/ 1804057 w 2119654"/>
              <a:gd name="connsiteY14816" fmla="*/ 1534042 h 2398711"/>
              <a:gd name="connsiteX14817" fmla="*/ 1804576 w 2119654"/>
              <a:gd name="connsiteY14817" fmla="*/ 1535070 h 2398711"/>
              <a:gd name="connsiteX14818" fmla="*/ 1812654 w 2119654"/>
              <a:gd name="connsiteY14818" fmla="*/ 1529791 h 2398711"/>
              <a:gd name="connsiteX14819" fmla="*/ 1810400 w 2119654"/>
              <a:gd name="connsiteY14819" fmla="*/ 1528323 h 2398711"/>
              <a:gd name="connsiteX14820" fmla="*/ 1612159 w 2119654"/>
              <a:gd name="connsiteY14820" fmla="*/ 1963725 h 2398711"/>
              <a:gd name="connsiteX14821" fmla="*/ 1612268 w 2119654"/>
              <a:gd name="connsiteY14821" fmla="*/ 1964663 h 2398711"/>
              <a:gd name="connsiteX14822" fmla="*/ 1615940 w 2119654"/>
              <a:gd name="connsiteY14822" fmla="*/ 1964336 h 2398711"/>
              <a:gd name="connsiteX14823" fmla="*/ 1616488 w 2119654"/>
              <a:gd name="connsiteY14823" fmla="*/ 1964107 h 2398711"/>
              <a:gd name="connsiteX14824" fmla="*/ 1616557 w 2119654"/>
              <a:gd name="connsiteY14824" fmla="*/ 1962263 h 2398711"/>
              <a:gd name="connsiteX14825" fmla="*/ 1747870 w 2119654"/>
              <a:gd name="connsiteY14825" fmla="*/ 1659796 h 2398711"/>
              <a:gd name="connsiteX14826" fmla="*/ 1747866 w 2119654"/>
              <a:gd name="connsiteY14826" fmla="*/ 1659843 h 2398711"/>
              <a:gd name="connsiteX14827" fmla="*/ 1747995 w 2119654"/>
              <a:gd name="connsiteY14827" fmla="*/ 1659713 h 2398711"/>
              <a:gd name="connsiteX14828" fmla="*/ 1750039 w 2119654"/>
              <a:gd name="connsiteY14828" fmla="*/ 1654876 h 2398711"/>
              <a:gd name="connsiteX14829" fmla="*/ 1751024 w 2119654"/>
              <a:gd name="connsiteY14829" fmla="*/ 1656669 h 2398711"/>
              <a:gd name="connsiteX14830" fmla="*/ 1751728 w 2119654"/>
              <a:gd name="connsiteY14830" fmla="*/ 1655961 h 2398711"/>
              <a:gd name="connsiteX14831" fmla="*/ 1750742 w 2119654"/>
              <a:gd name="connsiteY14831" fmla="*/ 1654558 h 2398711"/>
              <a:gd name="connsiteX14832" fmla="*/ 1766993 w 2119654"/>
              <a:gd name="connsiteY14832" fmla="*/ 1616681 h 2398711"/>
              <a:gd name="connsiteX14833" fmla="*/ 1767642 w 2119654"/>
              <a:gd name="connsiteY14833" fmla="*/ 1616653 h 2398711"/>
              <a:gd name="connsiteX14834" fmla="*/ 1767444 w 2119654"/>
              <a:gd name="connsiteY14834" fmla="*/ 1616259 h 2398711"/>
              <a:gd name="connsiteX14835" fmla="*/ 1892215 w 2119654"/>
              <a:gd name="connsiteY14835" fmla="*/ 1336244 h 2398711"/>
              <a:gd name="connsiteX14836" fmla="*/ 1895493 w 2119654"/>
              <a:gd name="connsiteY14836" fmla="*/ 1339631 h 2398711"/>
              <a:gd name="connsiteX14837" fmla="*/ 1903175 w 2119654"/>
              <a:gd name="connsiteY14837" fmla="*/ 1334620 h 2398711"/>
              <a:gd name="connsiteX14838" fmla="*/ 1899170 w 2119654"/>
              <a:gd name="connsiteY14838" fmla="*/ 1332487 h 2398711"/>
              <a:gd name="connsiteX14839" fmla="*/ 1897308 w 2119654"/>
              <a:gd name="connsiteY14839" fmla="*/ 1331528 h 2398711"/>
              <a:gd name="connsiteX14840" fmla="*/ 1777002 w 2119654"/>
              <a:gd name="connsiteY14840" fmla="*/ 1594196 h 2398711"/>
              <a:gd name="connsiteX14841" fmla="*/ 1777309 w 2119654"/>
              <a:gd name="connsiteY14841" fmla="*/ 1594795 h 2398711"/>
              <a:gd name="connsiteX14842" fmla="*/ 1779435 w 2119654"/>
              <a:gd name="connsiteY14842" fmla="*/ 1593528 h 2398711"/>
              <a:gd name="connsiteX14843" fmla="*/ 1778560 w 2119654"/>
              <a:gd name="connsiteY14843" fmla="*/ 1593078 h 2398711"/>
              <a:gd name="connsiteX14844" fmla="*/ 1777498 w 2119654"/>
              <a:gd name="connsiteY14844" fmla="*/ 1593461 h 2398711"/>
              <a:gd name="connsiteX14845" fmla="*/ 1742886 w 2119654"/>
              <a:gd name="connsiteY14845" fmla="*/ 1670404 h 2398711"/>
              <a:gd name="connsiteX14846" fmla="*/ 1743182 w 2119654"/>
              <a:gd name="connsiteY14846" fmla="*/ 1671079 h 2398711"/>
              <a:gd name="connsiteX14847" fmla="*/ 1743459 w 2119654"/>
              <a:gd name="connsiteY14847" fmla="*/ 1670808 h 2398711"/>
              <a:gd name="connsiteX14848" fmla="*/ 1742978 w 2119654"/>
              <a:gd name="connsiteY14848" fmla="*/ 1670366 h 2398711"/>
              <a:gd name="connsiteX14849" fmla="*/ 1730478 w 2119654"/>
              <a:gd name="connsiteY14849" fmla="*/ 1698158 h 2398711"/>
              <a:gd name="connsiteX14850" fmla="*/ 1730642 w 2119654"/>
              <a:gd name="connsiteY14850" fmla="*/ 1698410 h 2398711"/>
              <a:gd name="connsiteX14851" fmla="*/ 1730933 w 2119654"/>
              <a:gd name="connsiteY14851" fmla="*/ 1698077 h 2398711"/>
              <a:gd name="connsiteX14852" fmla="*/ 1817824 w 2119654"/>
              <a:gd name="connsiteY14852" fmla="*/ 1502529 h 2398711"/>
              <a:gd name="connsiteX14853" fmla="*/ 1819599 w 2119654"/>
              <a:gd name="connsiteY14853" fmla="*/ 1501674 h 2398711"/>
              <a:gd name="connsiteX14854" fmla="*/ 1819279 w 2119654"/>
              <a:gd name="connsiteY14854" fmla="*/ 1501162 h 2398711"/>
              <a:gd name="connsiteX14855" fmla="*/ 1755122 w 2119654"/>
              <a:gd name="connsiteY14855" fmla="*/ 1642877 h 2398711"/>
              <a:gd name="connsiteX14856" fmla="*/ 1755398 w 2119654"/>
              <a:gd name="connsiteY14856" fmla="*/ 1643352 h 2398711"/>
              <a:gd name="connsiteX14857" fmla="*/ 1756304 w 2119654"/>
              <a:gd name="connsiteY14857" fmla="*/ 1643086 h 2398711"/>
              <a:gd name="connsiteX14858" fmla="*/ 1756163 w 2119654"/>
              <a:gd name="connsiteY14858" fmla="*/ 1642424 h 2398711"/>
              <a:gd name="connsiteX14859" fmla="*/ 1753095 w 2119654"/>
              <a:gd name="connsiteY14859" fmla="*/ 1647369 h 2398711"/>
              <a:gd name="connsiteX14860" fmla="*/ 1754500 w 2119654"/>
              <a:gd name="connsiteY14860" fmla="*/ 1647321 h 2398711"/>
              <a:gd name="connsiteX14861" fmla="*/ 1756811 w 2119654"/>
              <a:gd name="connsiteY14861" fmla="*/ 1646008 h 2398711"/>
              <a:gd name="connsiteX14862" fmla="*/ 1756281 w 2119654"/>
              <a:gd name="connsiteY14862" fmla="*/ 1645095 h 2398711"/>
              <a:gd name="connsiteX14863" fmla="*/ 1802228 w 2119654"/>
              <a:gd name="connsiteY14863" fmla="*/ 1537344 h 2398711"/>
              <a:gd name="connsiteX14864" fmla="*/ 1803509 w 2119654"/>
              <a:gd name="connsiteY14864" fmla="*/ 1536894 h 2398711"/>
              <a:gd name="connsiteX14865" fmla="*/ 1803362 w 2119654"/>
              <a:gd name="connsiteY14865" fmla="*/ 1536603 h 2398711"/>
              <a:gd name="connsiteX14866" fmla="*/ 1613536 w 2119654"/>
              <a:gd name="connsiteY14866" fmla="*/ 1959762 h 2398711"/>
              <a:gd name="connsiteX14867" fmla="*/ 1616414 w 2119654"/>
              <a:gd name="connsiteY14867" fmla="*/ 1959444 h 2398711"/>
              <a:gd name="connsiteX14868" fmla="*/ 1616665 w 2119654"/>
              <a:gd name="connsiteY14868" fmla="*/ 1959347 h 2398711"/>
              <a:gd name="connsiteX14869" fmla="*/ 1616714 w 2119654"/>
              <a:gd name="connsiteY14869" fmla="*/ 1958028 h 2398711"/>
              <a:gd name="connsiteX14870" fmla="*/ 1589121 w 2119654"/>
              <a:gd name="connsiteY14870" fmla="*/ 2014338 h 2398711"/>
              <a:gd name="connsiteX14871" fmla="*/ 1589977 w 2119654"/>
              <a:gd name="connsiteY14871" fmla="*/ 2014072 h 2398711"/>
              <a:gd name="connsiteX14872" fmla="*/ 1589952 w 2119654"/>
              <a:gd name="connsiteY14872" fmla="*/ 2013331 h 2398711"/>
              <a:gd name="connsiteX14873" fmla="*/ 1589362 w 2119654"/>
              <a:gd name="connsiteY14873" fmla="*/ 2013822 h 2398711"/>
              <a:gd name="connsiteX14874" fmla="*/ 1857165 w 2119654"/>
              <a:gd name="connsiteY14874" fmla="*/ 1414136 h 2398711"/>
              <a:gd name="connsiteX14875" fmla="*/ 1858913 w 2119654"/>
              <a:gd name="connsiteY14875" fmla="*/ 1416066 h 2398711"/>
              <a:gd name="connsiteX14876" fmla="*/ 1864674 w 2119654"/>
              <a:gd name="connsiteY14876" fmla="*/ 1412618 h 2398711"/>
              <a:gd name="connsiteX14877" fmla="*/ 1863451 w 2119654"/>
              <a:gd name="connsiteY14877" fmla="*/ 1410085 h 2398711"/>
              <a:gd name="connsiteX14878" fmla="*/ 1858950 w 2119654"/>
              <a:gd name="connsiteY14878" fmla="*/ 1412986 h 2398711"/>
              <a:gd name="connsiteX14879" fmla="*/ 1860207 w 2119654"/>
              <a:gd name="connsiteY14879" fmla="*/ 1414377 h 2398711"/>
              <a:gd name="connsiteX14880" fmla="*/ 1860198 w 2119654"/>
              <a:gd name="connsiteY14880" fmla="*/ 1414670 h 2398711"/>
              <a:gd name="connsiteX14881" fmla="*/ 1858778 w 2119654"/>
              <a:gd name="connsiteY14881" fmla="*/ 1413096 h 2398711"/>
              <a:gd name="connsiteX14882" fmla="*/ 1742796 w 2119654"/>
              <a:gd name="connsiteY14882" fmla="*/ 1670199 h 2398711"/>
              <a:gd name="connsiteX14883" fmla="*/ 1742828 w 2119654"/>
              <a:gd name="connsiteY14883" fmla="*/ 1670271 h 2398711"/>
              <a:gd name="connsiteX14884" fmla="*/ 1742861 w 2119654"/>
              <a:gd name="connsiteY14884" fmla="*/ 1670258 h 2398711"/>
              <a:gd name="connsiteX14885" fmla="*/ 1593510 w 2119654"/>
              <a:gd name="connsiteY14885" fmla="*/ 2004438 h 2398711"/>
              <a:gd name="connsiteX14886" fmla="*/ 1591569 w 2119654"/>
              <a:gd name="connsiteY14886" fmla="*/ 2009084 h 2398711"/>
              <a:gd name="connsiteX14887" fmla="*/ 1590748 w 2119654"/>
              <a:gd name="connsiteY14887" fmla="*/ 2010847 h 2398711"/>
              <a:gd name="connsiteX14888" fmla="*/ 1597404 w 2119654"/>
              <a:gd name="connsiteY14888" fmla="*/ 2005312 h 2398711"/>
              <a:gd name="connsiteX14889" fmla="*/ 1776118 w 2119654"/>
              <a:gd name="connsiteY14889" fmla="*/ 1595506 h 2398711"/>
              <a:gd name="connsiteX14890" fmla="*/ 1776640 w 2119654"/>
              <a:gd name="connsiteY14890" fmla="*/ 1595195 h 2398711"/>
              <a:gd name="connsiteX14891" fmla="*/ 1776506 w 2119654"/>
              <a:gd name="connsiteY14891" fmla="*/ 1594931 h 2398711"/>
              <a:gd name="connsiteX14892" fmla="*/ 1594063 w 2119654"/>
              <a:gd name="connsiteY14892" fmla="*/ 2003116 h 2398711"/>
              <a:gd name="connsiteX14893" fmla="*/ 1593866 w 2119654"/>
              <a:gd name="connsiteY14893" fmla="*/ 2003588 h 2398711"/>
              <a:gd name="connsiteX14894" fmla="*/ 1598285 w 2119654"/>
              <a:gd name="connsiteY14894" fmla="*/ 2004580 h 2398711"/>
              <a:gd name="connsiteX14895" fmla="*/ 1601430 w 2119654"/>
              <a:gd name="connsiteY14895" fmla="*/ 2001964 h 2398711"/>
              <a:gd name="connsiteX14896" fmla="*/ 1601620 w 2119654"/>
              <a:gd name="connsiteY14896" fmla="*/ 2001660 h 2398711"/>
              <a:gd name="connsiteX14897" fmla="*/ 1595770 w 2119654"/>
              <a:gd name="connsiteY14897" fmla="*/ 2002017 h 2398711"/>
              <a:gd name="connsiteX14898" fmla="*/ 1586210 w 2119654"/>
              <a:gd name="connsiteY14898" fmla="*/ 2020589 h 2398711"/>
              <a:gd name="connsiteX14899" fmla="*/ 1586280 w 2119654"/>
              <a:gd name="connsiteY14899" fmla="*/ 2020607 h 2398711"/>
              <a:gd name="connsiteX14900" fmla="*/ 1586953 w 2119654"/>
              <a:gd name="connsiteY14900" fmla="*/ 2020230 h 2398711"/>
              <a:gd name="connsiteX14901" fmla="*/ 1586873 w 2119654"/>
              <a:gd name="connsiteY14901" fmla="*/ 2019165 h 2398711"/>
              <a:gd name="connsiteX14902" fmla="*/ 1785546 w 2119654"/>
              <a:gd name="connsiteY14902" fmla="*/ 1574215 h 2398711"/>
              <a:gd name="connsiteX14903" fmla="*/ 1786124 w 2119654"/>
              <a:gd name="connsiteY14903" fmla="*/ 1573990 h 2398711"/>
              <a:gd name="connsiteX14904" fmla="*/ 1791449 w 2119654"/>
              <a:gd name="connsiteY14904" fmla="*/ 1568358 h 2398711"/>
              <a:gd name="connsiteX14905" fmla="*/ 1788878 w 2119654"/>
              <a:gd name="connsiteY14905" fmla="*/ 1569301 h 2398711"/>
              <a:gd name="connsiteX14906" fmla="*/ 1595220 w 2119654"/>
              <a:gd name="connsiteY14906" fmla="*/ 2000350 h 2398711"/>
              <a:gd name="connsiteX14907" fmla="*/ 1595055 w 2119654"/>
              <a:gd name="connsiteY14907" fmla="*/ 2000748 h 2398711"/>
              <a:gd name="connsiteX14908" fmla="*/ 1595150 w 2119654"/>
              <a:gd name="connsiteY14908" fmla="*/ 2000741 h 2398711"/>
              <a:gd name="connsiteX14909" fmla="*/ 1596114 w 2119654"/>
              <a:gd name="connsiteY14909" fmla="*/ 2000373 h 2398711"/>
              <a:gd name="connsiteX14910" fmla="*/ 1597807 w 2119654"/>
              <a:gd name="connsiteY14910" fmla="*/ 1999649 h 2398711"/>
              <a:gd name="connsiteX14911" fmla="*/ 1597396 w 2119654"/>
              <a:gd name="connsiteY14911" fmla="*/ 1999585 h 2398711"/>
              <a:gd name="connsiteX14912" fmla="*/ 1817227 w 2119654"/>
              <a:gd name="connsiteY14912" fmla="*/ 1503192 h 2398711"/>
              <a:gd name="connsiteX14913" fmla="*/ 1818324 w 2119654"/>
              <a:gd name="connsiteY14913" fmla="*/ 1504285 h 2398711"/>
              <a:gd name="connsiteX14914" fmla="*/ 1820108 w 2119654"/>
              <a:gd name="connsiteY14914" fmla="*/ 1502484 h 2398711"/>
              <a:gd name="connsiteX14915" fmla="*/ 1819760 w 2119654"/>
              <a:gd name="connsiteY14915" fmla="*/ 1501929 h 2398711"/>
              <a:gd name="connsiteX14916" fmla="*/ 1595653 w 2119654"/>
              <a:gd name="connsiteY14916" fmla="*/ 1999315 h 2398711"/>
              <a:gd name="connsiteX14917" fmla="*/ 1595478 w 2119654"/>
              <a:gd name="connsiteY14917" fmla="*/ 1999733 h 2398711"/>
              <a:gd name="connsiteX14918" fmla="*/ 1596358 w 2119654"/>
              <a:gd name="connsiteY14918" fmla="*/ 1999425 h 2398711"/>
              <a:gd name="connsiteX14919" fmla="*/ 1606938 w 2119654"/>
              <a:gd name="connsiteY14919" fmla="*/ 1974039 h 2398711"/>
              <a:gd name="connsiteX14920" fmla="*/ 1606874 w 2119654"/>
              <a:gd name="connsiteY14920" fmla="*/ 1974671 h 2398711"/>
              <a:gd name="connsiteX14921" fmla="*/ 1608461 w 2119654"/>
              <a:gd name="connsiteY14921" fmla="*/ 1974382 h 2398711"/>
              <a:gd name="connsiteX14922" fmla="*/ 1857968 w 2119654"/>
              <a:gd name="connsiteY14922" fmla="*/ 1411899 h 2398711"/>
              <a:gd name="connsiteX14923" fmla="*/ 1858653 w 2119654"/>
              <a:gd name="connsiteY14923" fmla="*/ 1412658 h 2398711"/>
              <a:gd name="connsiteX14924" fmla="*/ 1863260 w 2119654"/>
              <a:gd name="connsiteY14924" fmla="*/ 1409690 h 2398711"/>
              <a:gd name="connsiteX14925" fmla="*/ 1861701 w 2119654"/>
              <a:gd name="connsiteY14925" fmla="*/ 1406464 h 2398711"/>
              <a:gd name="connsiteX14926" fmla="*/ 1807146 w 2119654"/>
              <a:gd name="connsiteY14926" fmla="*/ 1525663 h 2398711"/>
              <a:gd name="connsiteX14927" fmla="*/ 1807702 w 2119654"/>
              <a:gd name="connsiteY14927" fmla="*/ 1526026 h 2398711"/>
              <a:gd name="connsiteX14928" fmla="*/ 1811373 w 2119654"/>
              <a:gd name="connsiteY14928" fmla="*/ 1524432 h 2398711"/>
              <a:gd name="connsiteX14929" fmla="*/ 1815236 w 2119654"/>
              <a:gd name="connsiteY14929" fmla="*/ 1521138 h 2398711"/>
              <a:gd name="connsiteX14930" fmla="*/ 1815055 w 2119654"/>
              <a:gd name="connsiteY14930" fmla="*/ 1520590 h 2398711"/>
              <a:gd name="connsiteX14931" fmla="*/ 1812608 w 2119654"/>
              <a:gd name="connsiteY14931" fmla="*/ 1521644 h 2398711"/>
              <a:gd name="connsiteX14932" fmla="*/ 1810936 w 2119654"/>
              <a:gd name="connsiteY14932" fmla="*/ 1522948 h 2398711"/>
              <a:gd name="connsiteX14933" fmla="*/ 1536897 w 2119654"/>
              <a:gd name="connsiteY14933" fmla="*/ 2130782 h 2398711"/>
              <a:gd name="connsiteX14934" fmla="*/ 1535160 w 2119654"/>
              <a:gd name="connsiteY14934" fmla="*/ 2138744 h 2398711"/>
              <a:gd name="connsiteX14935" fmla="*/ 1536160 w 2119654"/>
              <a:gd name="connsiteY14935" fmla="*/ 2138709 h 2398711"/>
              <a:gd name="connsiteX14936" fmla="*/ 1536031 w 2119654"/>
              <a:gd name="connsiteY14936" fmla="*/ 2138817 h 2398711"/>
              <a:gd name="connsiteX14937" fmla="*/ 1535137 w 2119654"/>
              <a:gd name="connsiteY14937" fmla="*/ 2138849 h 2398711"/>
              <a:gd name="connsiteX14938" fmla="*/ 1533815 w 2119654"/>
              <a:gd name="connsiteY14938" fmla="*/ 2144905 h 2398711"/>
              <a:gd name="connsiteX14939" fmla="*/ 1534217 w 2119654"/>
              <a:gd name="connsiteY14939" fmla="*/ 2144967 h 2398711"/>
              <a:gd name="connsiteX14940" fmla="*/ 1547552 w 2119654"/>
              <a:gd name="connsiteY14940" fmla="*/ 2126591 h 2398711"/>
              <a:gd name="connsiteX14941" fmla="*/ 1568721 w 2119654"/>
              <a:gd name="connsiteY14941" fmla="*/ 2059514 h 2398711"/>
              <a:gd name="connsiteX14942" fmla="*/ 1569274 w 2119654"/>
              <a:gd name="connsiteY14942" fmla="*/ 2062343 h 2398711"/>
              <a:gd name="connsiteX14943" fmla="*/ 1569891 w 2119654"/>
              <a:gd name="connsiteY14943" fmla="*/ 2059664 h 2398711"/>
              <a:gd name="connsiteX14944" fmla="*/ 1866856 w 2119654"/>
              <a:gd name="connsiteY14944" fmla="*/ 1391883 h 2398711"/>
              <a:gd name="connsiteX14945" fmla="*/ 1869361 w 2119654"/>
              <a:gd name="connsiteY14945" fmla="*/ 1394433 h 2398711"/>
              <a:gd name="connsiteX14946" fmla="*/ 1873833 w 2119654"/>
              <a:gd name="connsiteY14946" fmla="*/ 1387923 h 2398711"/>
              <a:gd name="connsiteX14947" fmla="*/ 1582979 w 2119654"/>
              <a:gd name="connsiteY14947" fmla="*/ 2027529 h 2398711"/>
              <a:gd name="connsiteX14948" fmla="*/ 1585815 w 2119654"/>
              <a:gd name="connsiteY14948" fmla="*/ 2027008 h 2398711"/>
              <a:gd name="connsiteX14949" fmla="*/ 1587285 w 2119654"/>
              <a:gd name="connsiteY14949" fmla="*/ 2024651 h 2398711"/>
              <a:gd name="connsiteX14950" fmla="*/ 1587252 w 2119654"/>
              <a:gd name="connsiteY14950" fmla="*/ 2024213 h 2398711"/>
              <a:gd name="connsiteX14951" fmla="*/ 1584752 w 2119654"/>
              <a:gd name="connsiteY14951" fmla="*/ 2023720 h 2398711"/>
              <a:gd name="connsiteX14952" fmla="*/ 1815046 w 2119654"/>
              <a:gd name="connsiteY14952" fmla="*/ 1507872 h 2398711"/>
              <a:gd name="connsiteX14953" fmla="*/ 1815219 w 2119654"/>
              <a:gd name="connsiteY14953" fmla="*/ 1509389 h 2398711"/>
              <a:gd name="connsiteX14954" fmla="*/ 1816603 w 2119654"/>
              <a:gd name="connsiteY14954" fmla="*/ 1511899 h 2398711"/>
              <a:gd name="connsiteX14955" fmla="*/ 1817605 w 2119654"/>
              <a:gd name="connsiteY14955" fmla="*/ 1511353 h 2398711"/>
              <a:gd name="connsiteX14956" fmla="*/ 1816332 w 2119654"/>
              <a:gd name="connsiteY14956" fmla="*/ 1506521 h 2398711"/>
              <a:gd name="connsiteX14957" fmla="*/ 1581186 w 2119654"/>
              <a:gd name="connsiteY14957" fmla="*/ 2031378 h 2398711"/>
              <a:gd name="connsiteX14958" fmla="*/ 1582907 w 2119654"/>
              <a:gd name="connsiteY14958" fmla="*/ 2031671 h 2398711"/>
              <a:gd name="connsiteX14959" fmla="*/ 1583371 w 2119654"/>
              <a:gd name="connsiteY14959" fmla="*/ 2030927 h 2398711"/>
              <a:gd name="connsiteX14960" fmla="*/ 1581241 w 2119654"/>
              <a:gd name="connsiteY14960" fmla="*/ 2031260 h 2398711"/>
              <a:gd name="connsiteX14961" fmla="*/ 1597883 w 2119654"/>
              <a:gd name="connsiteY14961" fmla="*/ 1993980 h 2398711"/>
              <a:gd name="connsiteX14962" fmla="*/ 1596707 w 2119654"/>
              <a:gd name="connsiteY14962" fmla="*/ 1996796 h 2398711"/>
              <a:gd name="connsiteX14963" fmla="*/ 1603886 w 2119654"/>
              <a:gd name="connsiteY14963" fmla="*/ 1995361 h 2398711"/>
              <a:gd name="connsiteX14964" fmla="*/ 1603314 w 2119654"/>
              <a:gd name="connsiteY14964" fmla="*/ 1991055 h 2398711"/>
              <a:gd name="connsiteX14965" fmla="*/ 1580161 w 2119654"/>
              <a:gd name="connsiteY14965" fmla="*/ 2033576 h 2398711"/>
              <a:gd name="connsiteX14966" fmla="*/ 1581463 w 2119654"/>
              <a:gd name="connsiteY14966" fmla="*/ 2033986 h 2398711"/>
              <a:gd name="connsiteX14967" fmla="*/ 1582685 w 2119654"/>
              <a:gd name="connsiteY14967" fmla="*/ 2032028 h 2398711"/>
              <a:gd name="connsiteX14968" fmla="*/ 1581015 w 2119654"/>
              <a:gd name="connsiteY14968" fmla="*/ 2031743 h 2398711"/>
              <a:gd name="connsiteX14969" fmla="*/ 1598550 w 2119654"/>
              <a:gd name="connsiteY14969" fmla="*/ 1992386 h 2398711"/>
              <a:gd name="connsiteX14970" fmla="*/ 1597998 w 2119654"/>
              <a:gd name="connsiteY14970" fmla="*/ 1993706 h 2398711"/>
              <a:gd name="connsiteX14971" fmla="*/ 1603288 w 2119654"/>
              <a:gd name="connsiteY14971" fmla="*/ 1990856 h 2398711"/>
              <a:gd name="connsiteX14972" fmla="*/ 1603281 w 2119654"/>
              <a:gd name="connsiteY14972" fmla="*/ 1990807 h 2398711"/>
              <a:gd name="connsiteX14973" fmla="*/ 1579531 w 2119654"/>
              <a:gd name="connsiteY14973" fmla="*/ 2034931 h 2398711"/>
              <a:gd name="connsiteX14974" fmla="*/ 1581025 w 2119654"/>
              <a:gd name="connsiteY14974" fmla="*/ 2034690 h 2398711"/>
              <a:gd name="connsiteX14975" fmla="*/ 1581171 w 2119654"/>
              <a:gd name="connsiteY14975" fmla="*/ 2034456 h 2398711"/>
              <a:gd name="connsiteX14976" fmla="*/ 1579933 w 2119654"/>
              <a:gd name="connsiteY14976" fmla="*/ 2034066 h 2398711"/>
              <a:gd name="connsiteX14977" fmla="*/ 1765830 w 2119654"/>
              <a:gd name="connsiteY14977" fmla="*/ 1617771 h 2398711"/>
              <a:gd name="connsiteX14978" fmla="*/ 1767878 w 2119654"/>
              <a:gd name="connsiteY14978" fmla="*/ 1617126 h 2398711"/>
              <a:gd name="connsiteX14979" fmla="*/ 1767838 w 2119654"/>
              <a:gd name="connsiteY14979" fmla="*/ 1617046 h 2398711"/>
              <a:gd name="connsiteX14980" fmla="*/ 1766544 w 2119654"/>
              <a:gd name="connsiteY14980" fmla="*/ 1617102 h 2398711"/>
              <a:gd name="connsiteX14981" fmla="*/ 1799224 w 2119654"/>
              <a:gd name="connsiteY14981" fmla="*/ 1542935 h 2398711"/>
              <a:gd name="connsiteX14982" fmla="*/ 1799606 w 2119654"/>
              <a:gd name="connsiteY14982" fmla="*/ 1544902 h 2398711"/>
              <a:gd name="connsiteX14983" fmla="*/ 1803172 w 2119654"/>
              <a:gd name="connsiteY14983" fmla="*/ 1542337 h 2398711"/>
              <a:gd name="connsiteX14984" fmla="*/ 1784691 w 2119654"/>
              <a:gd name="connsiteY14984" fmla="*/ 1575476 h 2398711"/>
              <a:gd name="connsiteX14985" fmla="*/ 1784762 w 2119654"/>
              <a:gd name="connsiteY14985" fmla="*/ 1575431 h 2398711"/>
              <a:gd name="connsiteX14986" fmla="*/ 1785469 w 2119654"/>
              <a:gd name="connsiteY14986" fmla="*/ 1574684 h 2398711"/>
              <a:gd name="connsiteX14987" fmla="*/ 1785142 w 2119654"/>
              <a:gd name="connsiteY14987" fmla="*/ 1574811 h 2398711"/>
              <a:gd name="connsiteX14988" fmla="*/ 1578167 w 2119654"/>
              <a:gd name="connsiteY14988" fmla="*/ 2037860 h 2398711"/>
              <a:gd name="connsiteX14989" fmla="*/ 1579022 w 2119654"/>
              <a:gd name="connsiteY14989" fmla="*/ 2037902 h 2398711"/>
              <a:gd name="connsiteX14990" fmla="*/ 1580785 w 2119654"/>
              <a:gd name="connsiteY14990" fmla="*/ 2035075 h 2398711"/>
              <a:gd name="connsiteX14991" fmla="*/ 1579356 w 2119654"/>
              <a:gd name="connsiteY14991" fmla="*/ 2035306 h 2398711"/>
              <a:gd name="connsiteX14992" fmla="*/ 1605528 w 2119654"/>
              <a:gd name="connsiteY14992" fmla="*/ 1976580 h 2398711"/>
              <a:gd name="connsiteX14993" fmla="*/ 1605959 w 2119654"/>
              <a:gd name="connsiteY14993" fmla="*/ 1976632 h 2398711"/>
              <a:gd name="connsiteX14994" fmla="*/ 1605965 w 2119654"/>
              <a:gd name="connsiteY14994" fmla="*/ 1976542 h 2398711"/>
              <a:gd name="connsiteX14995" fmla="*/ 1577737 w 2119654"/>
              <a:gd name="connsiteY14995" fmla="*/ 2038782 h 2398711"/>
              <a:gd name="connsiteX14996" fmla="*/ 1577052 w 2119654"/>
              <a:gd name="connsiteY14996" fmla="*/ 2041062 h 2398711"/>
              <a:gd name="connsiteX14997" fmla="*/ 1578555 w 2119654"/>
              <a:gd name="connsiteY14997" fmla="*/ 2038650 h 2398711"/>
              <a:gd name="connsiteX14998" fmla="*/ 1577762 w 2119654"/>
              <a:gd name="connsiteY14998" fmla="*/ 2038728 h 2398711"/>
              <a:gd name="connsiteX14999" fmla="*/ 1683598 w 2119654"/>
              <a:gd name="connsiteY14999" fmla="*/ 1801631 h 2398711"/>
              <a:gd name="connsiteX15000" fmla="*/ 1683734 w 2119654"/>
              <a:gd name="connsiteY15000" fmla="*/ 1801860 h 2398711"/>
              <a:gd name="connsiteX15001" fmla="*/ 1683902 w 2119654"/>
              <a:gd name="connsiteY15001" fmla="*/ 1801777 h 2398711"/>
              <a:gd name="connsiteX15002" fmla="*/ 1683867 w 2119654"/>
              <a:gd name="connsiteY15002" fmla="*/ 1801558 h 2398711"/>
              <a:gd name="connsiteX15003" fmla="*/ 1689792 w 2119654"/>
              <a:gd name="connsiteY15003" fmla="*/ 1787745 h 2398711"/>
              <a:gd name="connsiteX15004" fmla="*/ 1689840 w 2119654"/>
              <a:gd name="connsiteY15004" fmla="*/ 1787836 h 2398711"/>
              <a:gd name="connsiteX15005" fmla="*/ 1690127 w 2119654"/>
              <a:gd name="connsiteY15005" fmla="*/ 1787719 h 2398711"/>
              <a:gd name="connsiteX15006" fmla="*/ 1690138 w 2119654"/>
              <a:gd name="connsiteY15006" fmla="*/ 1787519 h 2398711"/>
              <a:gd name="connsiteX15007" fmla="*/ 1575563 w 2119654"/>
              <a:gd name="connsiteY15007" fmla="*/ 2043450 h 2398711"/>
              <a:gd name="connsiteX15008" fmla="*/ 1576772 w 2119654"/>
              <a:gd name="connsiteY15008" fmla="*/ 2041511 h 2398711"/>
              <a:gd name="connsiteX15009" fmla="*/ 1577329 w 2119654"/>
              <a:gd name="connsiteY15009" fmla="*/ 2039659 h 2398711"/>
              <a:gd name="connsiteX15010" fmla="*/ 1601933 w 2119654"/>
              <a:gd name="connsiteY15010" fmla="*/ 1984292 h 2398711"/>
              <a:gd name="connsiteX15011" fmla="*/ 1599270 w 2119654"/>
              <a:gd name="connsiteY15011" fmla="*/ 1990663 h 2398711"/>
              <a:gd name="connsiteX15012" fmla="*/ 1603093 w 2119654"/>
              <a:gd name="connsiteY15012" fmla="*/ 1989386 h 2398711"/>
              <a:gd name="connsiteX15013" fmla="*/ 1602410 w 2119654"/>
              <a:gd name="connsiteY15013" fmla="*/ 1984230 h 2398711"/>
              <a:gd name="connsiteX15014" fmla="*/ 1856747 w 2119654"/>
              <a:gd name="connsiteY15014" fmla="*/ 1413675 h 2398711"/>
              <a:gd name="connsiteX15015" fmla="*/ 1856868 w 2119654"/>
              <a:gd name="connsiteY15015" fmla="*/ 1413809 h 2398711"/>
              <a:gd name="connsiteX15016" fmla="*/ 1858481 w 2119654"/>
              <a:gd name="connsiteY15016" fmla="*/ 1412769 h 2398711"/>
              <a:gd name="connsiteX15017" fmla="*/ 1857850 w 2119654"/>
              <a:gd name="connsiteY15017" fmla="*/ 1412071 h 2398711"/>
              <a:gd name="connsiteX15018" fmla="*/ 1602301 w 2119654"/>
              <a:gd name="connsiteY15018" fmla="*/ 1983412 h 2398711"/>
              <a:gd name="connsiteX15019" fmla="*/ 1602080 w 2119654"/>
              <a:gd name="connsiteY15019" fmla="*/ 1983939 h 2398711"/>
              <a:gd name="connsiteX15020" fmla="*/ 1602366 w 2119654"/>
              <a:gd name="connsiteY15020" fmla="*/ 1983901 h 2398711"/>
              <a:gd name="connsiteX15021" fmla="*/ 1607071 w 2119654"/>
              <a:gd name="connsiteY15021" fmla="*/ 1972728 h 2398711"/>
              <a:gd name="connsiteX15022" fmla="*/ 1606988 w 2119654"/>
              <a:gd name="connsiteY15022" fmla="*/ 1973545 h 2398711"/>
              <a:gd name="connsiteX15023" fmla="*/ 1609512 w 2119654"/>
              <a:gd name="connsiteY15023" fmla="*/ 1974113 h 2398711"/>
              <a:gd name="connsiteX15024" fmla="*/ 1609364 w 2119654"/>
              <a:gd name="connsiteY15024" fmla="*/ 1972837 h 2398711"/>
              <a:gd name="connsiteX15025" fmla="*/ 1617896 w 2119654"/>
              <a:gd name="connsiteY15025" fmla="*/ 1948430 h 2398711"/>
              <a:gd name="connsiteX15026" fmla="*/ 1617895 w 2119654"/>
              <a:gd name="connsiteY15026" fmla="*/ 1948728 h 2398711"/>
              <a:gd name="connsiteX15027" fmla="*/ 1620656 w 2119654"/>
              <a:gd name="connsiteY15027" fmla="*/ 1946773 h 2398711"/>
              <a:gd name="connsiteX15028" fmla="*/ 1620590 w 2119654"/>
              <a:gd name="connsiteY15028" fmla="*/ 1945071 h 2398711"/>
              <a:gd name="connsiteX15029" fmla="*/ 1620379 w 2119654"/>
              <a:gd name="connsiteY15029" fmla="*/ 1944728 h 2398711"/>
              <a:gd name="connsiteX15030" fmla="*/ 1757928 w 2119654"/>
              <a:gd name="connsiteY15030" fmla="*/ 1634849 h 2398711"/>
              <a:gd name="connsiteX15031" fmla="*/ 1758145 w 2119654"/>
              <a:gd name="connsiteY15031" fmla="*/ 1635870 h 2398711"/>
              <a:gd name="connsiteX15032" fmla="*/ 1758183 w 2119654"/>
              <a:gd name="connsiteY15032" fmla="*/ 1636085 h 2398711"/>
              <a:gd name="connsiteX15033" fmla="*/ 1758943 w 2119654"/>
              <a:gd name="connsiteY15033" fmla="*/ 1637694 h 2398711"/>
              <a:gd name="connsiteX15034" fmla="*/ 1767836 w 2119654"/>
              <a:gd name="connsiteY15034" fmla="*/ 1633690 h 2398711"/>
              <a:gd name="connsiteX15035" fmla="*/ 1767958 w 2119654"/>
              <a:gd name="connsiteY15035" fmla="*/ 1631002 h 2398711"/>
              <a:gd name="connsiteX15036" fmla="*/ 1766894 w 2119654"/>
              <a:gd name="connsiteY15036" fmla="*/ 1630003 h 2398711"/>
              <a:gd name="connsiteX15037" fmla="*/ 1765689 w 2119654"/>
              <a:gd name="connsiteY15037" fmla="*/ 1630464 h 2398711"/>
              <a:gd name="connsiteX15038" fmla="*/ 1572826 w 2119654"/>
              <a:gd name="connsiteY15038" fmla="*/ 2049324 h 2398711"/>
              <a:gd name="connsiteX15039" fmla="*/ 1572547 w 2119654"/>
              <a:gd name="connsiteY15039" fmla="*/ 2050533 h 2398711"/>
              <a:gd name="connsiteX15040" fmla="*/ 1583678 w 2119654"/>
              <a:gd name="connsiteY15040" fmla="*/ 2044000 h 2398711"/>
              <a:gd name="connsiteX15041" fmla="*/ 1576311 w 2119654"/>
              <a:gd name="connsiteY15041" fmla="*/ 2043916 h 2398711"/>
              <a:gd name="connsiteX15042" fmla="*/ 1573251 w 2119654"/>
              <a:gd name="connsiteY15042" fmla="*/ 2048413 h 2398711"/>
              <a:gd name="connsiteX15043" fmla="*/ 1856487 w 2119654"/>
              <a:gd name="connsiteY15043" fmla="*/ 1414054 h 2398711"/>
              <a:gd name="connsiteX15044" fmla="*/ 1856581 w 2119654"/>
              <a:gd name="connsiteY15044" fmla="*/ 1413993 h 2398711"/>
              <a:gd name="connsiteX15045" fmla="*/ 1856550 w 2119654"/>
              <a:gd name="connsiteY15045" fmla="*/ 1413962 h 2398711"/>
              <a:gd name="connsiteX15046" fmla="*/ 1819568 w 2119654"/>
              <a:gd name="connsiteY15046" fmla="*/ 1496568 h 2398711"/>
              <a:gd name="connsiteX15047" fmla="*/ 1820082 w 2119654"/>
              <a:gd name="connsiteY15047" fmla="*/ 1497029 h 2398711"/>
              <a:gd name="connsiteX15048" fmla="*/ 1821086 w 2119654"/>
              <a:gd name="connsiteY15048" fmla="*/ 1496449 h 2398711"/>
              <a:gd name="connsiteX15049" fmla="*/ 1829034 w 2119654"/>
              <a:gd name="connsiteY15049" fmla="*/ 1491245 h 2398711"/>
              <a:gd name="connsiteX15050" fmla="*/ 1830982 w 2119654"/>
              <a:gd name="connsiteY15050" fmla="*/ 1489463 h 2398711"/>
              <a:gd name="connsiteX15051" fmla="*/ 1828191 w 2119654"/>
              <a:gd name="connsiteY15051" fmla="*/ 1486951 h 2398711"/>
              <a:gd name="connsiteX15052" fmla="*/ 1824597 w 2119654"/>
              <a:gd name="connsiteY15052" fmla="*/ 1489770 h 2398711"/>
              <a:gd name="connsiteX15053" fmla="*/ 1818435 w 2119654"/>
              <a:gd name="connsiteY15053" fmla="*/ 1499098 h 2398711"/>
              <a:gd name="connsiteX15054" fmla="*/ 1819169 w 2119654"/>
              <a:gd name="connsiteY15054" fmla="*/ 1500267 h 2398711"/>
              <a:gd name="connsiteX15055" fmla="*/ 1821109 w 2119654"/>
              <a:gd name="connsiteY15055" fmla="*/ 1498492 h 2398711"/>
              <a:gd name="connsiteX15056" fmla="*/ 1820359 w 2119654"/>
              <a:gd name="connsiteY15056" fmla="*/ 1497838 h 2398711"/>
              <a:gd name="connsiteX15057" fmla="*/ 1605024 w 2119654"/>
              <a:gd name="connsiteY15057" fmla="*/ 1976897 h 2398711"/>
              <a:gd name="connsiteX15058" fmla="*/ 1604882 w 2119654"/>
              <a:gd name="connsiteY15058" fmla="*/ 1977237 h 2398711"/>
              <a:gd name="connsiteX15059" fmla="*/ 1605932 w 2119654"/>
              <a:gd name="connsiteY15059" fmla="*/ 1977074 h 2398711"/>
              <a:gd name="connsiteX15060" fmla="*/ 1605936 w 2119654"/>
              <a:gd name="connsiteY15060" fmla="*/ 1977010 h 2398711"/>
              <a:gd name="connsiteX15061" fmla="*/ 1605433 w 2119654"/>
              <a:gd name="connsiteY15061" fmla="*/ 1975919 h 2398711"/>
              <a:gd name="connsiteX15062" fmla="*/ 1605196 w 2119654"/>
              <a:gd name="connsiteY15062" fmla="*/ 1976485 h 2398711"/>
              <a:gd name="connsiteX15063" fmla="*/ 1605335 w 2119654"/>
              <a:gd name="connsiteY15063" fmla="*/ 1976476 h 2398711"/>
              <a:gd name="connsiteX15064" fmla="*/ 1605972 w 2119654"/>
              <a:gd name="connsiteY15064" fmla="*/ 1976421 h 2398711"/>
              <a:gd name="connsiteX15065" fmla="*/ 1606004 w 2119654"/>
              <a:gd name="connsiteY15065" fmla="*/ 1975911 h 2398711"/>
              <a:gd name="connsiteX15066" fmla="*/ 1606102 w 2119654"/>
              <a:gd name="connsiteY15066" fmla="*/ 1974318 h 2398711"/>
              <a:gd name="connsiteX15067" fmla="*/ 1605878 w 2119654"/>
              <a:gd name="connsiteY15067" fmla="*/ 1974853 h 2398711"/>
              <a:gd name="connsiteX15068" fmla="*/ 1606071 w 2119654"/>
              <a:gd name="connsiteY15068" fmla="*/ 1974818 h 2398711"/>
              <a:gd name="connsiteX15069" fmla="*/ 1566513 w 2119654"/>
              <a:gd name="connsiteY15069" fmla="*/ 2062881 h 2398711"/>
              <a:gd name="connsiteX15070" fmla="*/ 1568921 w 2119654"/>
              <a:gd name="connsiteY15070" fmla="*/ 2062640 h 2398711"/>
              <a:gd name="connsiteX15071" fmla="*/ 1568301 w 2119654"/>
              <a:gd name="connsiteY15071" fmla="*/ 2059461 h 2398711"/>
              <a:gd name="connsiteX15072" fmla="*/ 1568117 w 2119654"/>
              <a:gd name="connsiteY15072" fmla="*/ 2059437 h 2398711"/>
              <a:gd name="connsiteX15073" fmla="*/ 1578752 w 2119654"/>
              <a:gd name="connsiteY15073" fmla="*/ 2035403 h 2398711"/>
              <a:gd name="connsiteX15074" fmla="*/ 1578530 w 2119654"/>
              <a:gd name="connsiteY15074" fmla="*/ 2036143 h 2398711"/>
              <a:gd name="connsiteX15075" fmla="*/ 1578885 w 2119654"/>
              <a:gd name="connsiteY15075" fmla="*/ 2035381 h 2398711"/>
              <a:gd name="connsiteX15076" fmla="*/ 1607422 w 2119654"/>
              <a:gd name="connsiteY15076" fmla="*/ 1971160 h 2398711"/>
              <a:gd name="connsiteX15077" fmla="*/ 1607169 w 2119654"/>
              <a:gd name="connsiteY15077" fmla="*/ 1971766 h 2398711"/>
              <a:gd name="connsiteX15078" fmla="*/ 1607128 w 2119654"/>
              <a:gd name="connsiteY15078" fmla="*/ 1972166 h 2398711"/>
              <a:gd name="connsiteX15079" fmla="*/ 1609297 w 2119654"/>
              <a:gd name="connsiteY15079" fmla="*/ 1972270 h 2398711"/>
              <a:gd name="connsiteX15080" fmla="*/ 1609159 w 2119654"/>
              <a:gd name="connsiteY15080" fmla="*/ 1971079 h 2398711"/>
              <a:gd name="connsiteX15081" fmla="*/ 1608022 w 2119654"/>
              <a:gd name="connsiteY15081" fmla="*/ 1969725 h 2398711"/>
              <a:gd name="connsiteX15082" fmla="*/ 1607899 w 2119654"/>
              <a:gd name="connsiteY15082" fmla="*/ 1970018 h 2398711"/>
              <a:gd name="connsiteX15083" fmla="*/ 1609029 w 2119654"/>
              <a:gd name="connsiteY15083" fmla="*/ 1969965 h 2398711"/>
              <a:gd name="connsiteX15084" fmla="*/ 1608953 w 2119654"/>
              <a:gd name="connsiteY15084" fmla="*/ 1969309 h 2398711"/>
              <a:gd name="connsiteX15085" fmla="*/ 1608639 w 2119654"/>
              <a:gd name="connsiteY15085" fmla="*/ 1969468 h 2398711"/>
              <a:gd name="connsiteX15086" fmla="*/ 1562965 w 2119654"/>
              <a:gd name="connsiteY15086" fmla="*/ 2070484 h 2398711"/>
              <a:gd name="connsiteX15087" fmla="*/ 1567990 w 2119654"/>
              <a:gd name="connsiteY15087" fmla="*/ 2067911 h 2398711"/>
              <a:gd name="connsiteX15088" fmla="*/ 1569051 w 2119654"/>
              <a:gd name="connsiteY15088" fmla="*/ 2063306 h 2398711"/>
              <a:gd name="connsiteX15089" fmla="*/ 1569008 w 2119654"/>
              <a:gd name="connsiteY15089" fmla="*/ 2063081 h 2398711"/>
              <a:gd name="connsiteX15090" fmla="*/ 1566294 w 2119654"/>
              <a:gd name="connsiteY15090" fmla="*/ 2063352 h 2398711"/>
              <a:gd name="connsiteX15091" fmla="*/ 1563128 w 2119654"/>
              <a:gd name="connsiteY15091" fmla="*/ 2070146 h 2398711"/>
              <a:gd name="connsiteX15092" fmla="*/ 1611857 w 2119654"/>
              <a:gd name="connsiteY15092" fmla="*/ 1960982 h 2398711"/>
              <a:gd name="connsiteX15093" fmla="*/ 1611847 w 2119654"/>
              <a:gd name="connsiteY15093" fmla="*/ 1961054 h 2398711"/>
              <a:gd name="connsiteX15094" fmla="*/ 1611864 w 2119654"/>
              <a:gd name="connsiteY15094" fmla="*/ 1961203 h 2398711"/>
              <a:gd name="connsiteX15095" fmla="*/ 1612667 w 2119654"/>
              <a:gd name="connsiteY15095" fmla="*/ 1960892 h 2398711"/>
              <a:gd name="connsiteX15096" fmla="*/ 1711194 w 2119654"/>
              <a:gd name="connsiteY15096" fmla="*/ 1738541 h 2398711"/>
              <a:gd name="connsiteX15097" fmla="*/ 1711618 w 2119654"/>
              <a:gd name="connsiteY15097" fmla="*/ 1739514 h 2398711"/>
              <a:gd name="connsiteX15098" fmla="*/ 1712493 w 2119654"/>
              <a:gd name="connsiteY15098" fmla="*/ 1739614 h 2398711"/>
              <a:gd name="connsiteX15099" fmla="*/ 1714206 w 2119654"/>
              <a:gd name="connsiteY15099" fmla="*/ 1739322 h 2398711"/>
              <a:gd name="connsiteX15100" fmla="*/ 1716148 w 2119654"/>
              <a:gd name="connsiteY15100" fmla="*/ 1736458 h 2398711"/>
              <a:gd name="connsiteX15101" fmla="*/ 1716177 w 2119654"/>
              <a:gd name="connsiteY15101" fmla="*/ 1735708 h 2398711"/>
              <a:gd name="connsiteX15102" fmla="*/ 1716204 w 2119654"/>
              <a:gd name="connsiteY15102" fmla="*/ 1734635 h 2398711"/>
              <a:gd name="connsiteX15103" fmla="*/ 1682927 w 2119654"/>
              <a:gd name="connsiteY15103" fmla="*/ 1801812 h 2398711"/>
              <a:gd name="connsiteX15104" fmla="*/ 1682823 w 2119654"/>
              <a:gd name="connsiteY15104" fmla="*/ 1802198 h 2398711"/>
              <a:gd name="connsiteX15105" fmla="*/ 1683101 w 2119654"/>
              <a:gd name="connsiteY15105" fmla="*/ 1802173 h 2398711"/>
              <a:gd name="connsiteX15106" fmla="*/ 1683316 w 2119654"/>
              <a:gd name="connsiteY15106" fmla="*/ 1802067 h 2398711"/>
              <a:gd name="connsiteX15107" fmla="*/ 1683132 w 2119654"/>
              <a:gd name="connsiteY15107" fmla="*/ 1801756 h 2398711"/>
              <a:gd name="connsiteX15108" fmla="*/ 1813396 w 2119654"/>
              <a:gd name="connsiteY15108" fmla="*/ 1509607 h 2398711"/>
              <a:gd name="connsiteX15109" fmla="*/ 1814532 w 2119654"/>
              <a:gd name="connsiteY15109" fmla="*/ 1513030 h 2398711"/>
              <a:gd name="connsiteX15110" fmla="*/ 1815066 w 2119654"/>
              <a:gd name="connsiteY15110" fmla="*/ 1512738 h 2398711"/>
              <a:gd name="connsiteX15111" fmla="*/ 1814786 w 2119654"/>
              <a:gd name="connsiteY15111" fmla="*/ 1510300 h 2398711"/>
              <a:gd name="connsiteX15112" fmla="*/ 1814034 w 2119654"/>
              <a:gd name="connsiteY15112" fmla="*/ 1508935 h 2398711"/>
              <a:gd name="connsiteX15113" fmla="*/ 1748118 w 2119654"/>
              <a:gd name="connsiteY15113" fmla="*/ 1655745 h 2398711"/>
              <a:gd name="connsiteX15114" fmla="*/ 1748095 w 2119654"/>
              <a:gd name="connsiteY15114" fmla="*/ 1656113 h 2398711"/>
              <a:gd name="connsiteX15115" fmla="*/ 1749060 w 2119654"/>
              <a:gd name="connsiteY15115" fmla="*/ 1658407 h 2398711"/>
              <a:gd name="connsiteX15116" fmla="*/ 1749365 w 2119654"/>
              <a:gd name="connsiteY15116" fmla="*/ 1658336 h 2398711"/>
              <a:gd name="connsiteX15117" fmla="*/ 1750717 w 2119654"/>
              <a:gd name="connsiteY15117" fmla="*/ 1656977 h 2398711"/>
              <a:gd name="connsiteX15118" fmla="*/ 1749657 w 2119654"/>
              <a:gd name="connsiteY15118" fmla="*/ 1655048 h 2398711"/>
              <a:gd name="connsiteX15119" fmla="*/ 1818587 w 2119654"/>
              <a:gd name="connsiteY15119" fmla="*/ 1497894 h 2398711"/>
              <a:gd name="connsiteX15120" fmla="*/ 1819691 w 2119654"/>
              <a:gd name="connsiteY15120" fmla="*/ 1497255 h 2398711"/>
              <a:gd name="connsiteX15121" fmla="*/ 1819306 w 2119654"/>
              <a:gd name="connsiteY15121" fmla="*/ 1496922 h 2398711"/>
              <a:gd name="connsiteX15122" fmla="*/ 1579222 w 2119654"/>
              <a:gd name="connsiteY15122" fmla="*/ 2033841 h 2398711"/>
              <a:gd name="connsiteX15123" fmla="*/ 1578863 w 2119654"/>
              <a:gd name="connsiteY15123" fmla="*/ 2035038 h 2398711"/>
              <a:gd name="connsiteX15124" fmla="*/ 1579059 w 2119654"/>
              <a:gd name="connsiteY15124" fmla="*/ 2035006 h 2398711"/>
              <a:gd name="connsiteX15125" fmla="*/ 1579554 w 2119654"/>
              <a:gd name="connsiteY15125" fmla="*/ 2033946 h 2398711"/>
              <a:gd name="connsiteX15126" fmla="*/ 1571653 w 2119654"/>
              <a:gd name="connsiteY15126" fmla="*/ 2050761 h 2398711"/>
              <a:gd name="connsiteX15127" fmla="*/ 1571726 w 2119654"/>
              <a:gd name="connsiteY15127" fmla="*/ 2050750 h 2398711"/>
              <a:gd name="connsiteX15128" fmla="*/ 1571800 w 2119654"/>
              <a:gd name="connsiteY15128" fmla="*/ 2050593 h 2398711"/>
              <a:gd name="connsiteX15129" fmla="*/ 1571812 w 2119654"/>
              <a:gd name="connsiteY15129" fmla="*/ 2050526 h 2398711"/>
              <a:gd name="connsiteX15130" fmla="*/ 1571447 w 2119654"/>
              <a:gd name="connsiteY15130" fmla="*/ 2051118 h 2398711"/>
              <a:gd name="connsiteX15131" fmla="*/ 1571448 w 2119654"/>
              <a:gd name="connsiteY15131" fmla="*/ 2051179 h 2398711"/>
              <a:gd name="connsiteX15132" fmla="*/ 1571558 w 2119654"/>
              <a:gd name="connsiteY15132" fmla="*/ 2051115 h 2398711"/>
              <a:gd name="connsiteX15133" fmla="*/ 1571564 w 2119654"/>
              <a:gd name="connsiteY15133" fmla="*/ 2051101 h 2398711"/>
              <a:gd name="connsiteX15134" fmla="*/ 1683172 w 2119654"/>
              <a:gd name="connsiteY15134" fmla="*/ 1800895 h 2398711"/>
              <a:gd name="connsiteX15135" fmla="*/ 1683169 w 2119654"/>
              <a:gd name="connsiteY15135" fmla="*/ 1800906 h 2398711"/>
              <a:gd name="connsiteX15136" fmla="*/ 1683447 w 2119654"/>
              <a:gd name="connsiteY15136" fmla="*/ 1801375 h 2398711"/>
              <a:gd name="connsiteX15137" fmla="*/ 1683822 w 2119654"/>
              <a:gd name="connsiteY15137" fmla="*/ 1801274 h 2398711"/>
              <a:gd name="connsiteX15138" fmla="*/ 1683729 w 2119654"/>
              <a:gd name="connsiteY15138" fmla="*/ 1800696 h 2398711"/>
              <a:gd name="connsiteX15139" fmla="*/ 1593883 w 2119654"/>
              <a:gd name="connsiteY15139" fmla="*/ 2000820 h 2398711"/>
              <a:gd name="connsiteX15140" fmla="*/ 1593897 w 2119654"/>
              <a:gd name="connsiteY15140" fmla="*/ 2000819 h 2398711"/>
              <a:gd name="connsiteX15141" fmla="*/ 1593899 w 2119654"/>
              <a:gd name="connsiteY15141" fmla="*/ 2000814 h 2398711"/>
              <a:gd name="connsiteX15142" fmla="*/ 1818313 w 2119654"/>
              <a:gd name="connsiteY15142" fmla="*/ 1498265 h 2398711"/>
              <a:gd name="connsiteX15143" fmla="*/ 1819760 w 2119654"/>
              <a:gd name="connsiteY15143" fmla="*/ 1497317 h 2398711"/>
              <a:gd name="connsiteX15144" fmla="*/ 1819754 w 2119654"/>
              <a:gd name="connsiteY15144" fmla="*/ 1497312 h 2398711"/>
              <a:gd name="connsiteX15145" fmla="*/ 1818467 w 2119654"/>
              <a:gd name="connsiteY15145" fmla="*/ 1498056 h 2398711"/>
              <a:gd name="connsiteX15146" fmla="*/ 1559596 w 2119654"/>
              <a:gd name="connsiteY15146" fmla="*/ 2077472 h 2398711"/>
              <a:gd name="connsiteX15147" fmla="*/ 1565280 w 2119654"/>
              <a:gd name="connsiteY15147" fmla="*/ 2079666 h 2398711"/>
              <a:gd name="connsiteX15148" fmla="*/ 1567359 w 2119654"/>
              <a:gd name="connsiteY15148" fmla="*/ 2070646 h 2398711"/>
              <a:gd name="connsiteX15149" fmla="*/ 1561031 w 2119654"/>
              <a:gd name="connsiteY15149" fmla="*/ 2074496 h 2398711"/>
              <a:gd name="connsiteX15150" fmla="*/ 1537946 w 2119654"/>
              <a:gd name="connsiteY15150" fmla="*/ 2125948 h 2398711"/>
              <a:gd name="connsiteX15151" fmla="*/ 1537848 w 2119654"/>
              <a:gd name="connsiteY15151" fmla="*/ 2126429 h 2398711"/>
              <a:gd name="connsiteX15152" fmla="*/ 1537164 w 2119654"/>
              <a:gd name="connsiteY15152" fmla="*/ 2129561 h 2398711"/>
              <a:gd name="connsiteX15153" fmla="*/ 1548686 w 2119654"/>
              <a:gd name="connsiteY15153" fmla="*/ 2125029 h 2398711"/>
              <a:gd name="connsiteX15154" fmla="*/ 1550163 w 2119654"/>
              <a:gd name="connsiteY15154" fmla="*/ 2122994 h 2398711"/>
              <a:gd name="connsiteX15155" fmla="*/ 1689476 w 2119654"/>
              <a:gd name="connsiteY15155" fmla="*/ 1786622 h 2398711"/>
              <a:gd name="connsiteX15156" fmla="*/ 1689436 w 2119654"/>
              <a:gd name="connsiteY15156" fmla="*/ 1787067 h 2398711"/>
              <a:gd name="connsiteX15157" fmla="*/ 1689542 w 2119654"/>
              <a:gd name="connsiteY15157" fmla="*/ 1787269 h 2398711"/>
              <a:gd name="connsiteX15158" fmla="*/ 1689938 w 2119654"/>
              <a:gd name="connsiteY15158" fmla="*/ 1787104 h 2398711"/>
              <a:gd name="connsiteX15159" fmla="*/ 1690170 w 2119654"/>
              <a:gd name="connsiteY15159" fmla="*/ 1786953 h 2398711"/>
              <a:gd name="connsiteX15160" fmla="*/ 1690221 w 2119654"/>
              <a:gd name="connsiteY15160" fmla="*/ 1786043 h 2398711"/>
              <a:gd name="connsiteX15161" fmla="*/ 1776551 w 2119654"/>
              <a:gd name="connsiteY15161" fmla="*/ 1591621 h 2398711"/>
              <a:gd name="connsiteX15162" fmla="*/ 1777645 w 2119654"/>
              <a:gd name="connsiteY15162" fmla="*/ 1592184 h 2398711"/>
              <a:gd name="connsiteX15163" fmla="*/ 1778679 w 2119654"/>
              <a:gd name="connsiteY15163" fmla="*/ 1590653 h 2398711"/>
              <a:gd name="connsiteX15164" fmla="*/ 1777278 w 2119654"/>
              <a:gd name="connsiteY15164" fmla="*/ 1591145 h 2398711"/>
              <a:gd name="connsiteX15165" fmla="*/ 1872873 w 2119654"/>
              <a:gd name="connsiteY15165" fmla="*/ 1375892 h 2398711"/>
              <a:gd name="connsiteX15166" fmla="*/ 1875213 w 2119654"/>
              <a:gd name="connsiteY15166" fmla="*/ 1380953 h 2398711"/>
              <a:gd name="connsiteX15167" fmla="*/ 1875775 w 2119654"/>
              <a:gd name="connsiteY15167" fmla="*/ 1380636 h 2398711"/>
              <a:gd name="connsiteX15168" fmla="*/ 1877618 w 2119654"/>
              <a:gd name="connsiteY15168" fmla="*/ 1378950 h 2398711"/>
              <a:gd name="connsiteX15169" fmla="*/ 1877587 w 2119654"/>
              <a:gd name="connsiteY15169" fmla="*/ 1379142 h 2398711"/>
              <a:gd name="connsiteX15170" fmla="*/ 1876241 w 2119654"/>
              <a:gd name="connsiteY15170" fmla="*/ 1380373 h 2398711"/>
              <a:gd name="connsiteX15171" fmla="*/ 1880784 w 2119654"/>
              <a:gd name="connsiteY15171" fmla="*/ 1377806 h 2398711"/>
              <a:gd name="connsiteX15172" fmla="*/ 1887120 w 2119654"/>
              <a:gd name="connsiteY15172" fmla="*/ 1368582 h 2398711"/>
              <a:gd name="connsiteX15173" fmla="*/ 1874206 w 2119654"/>
              <a:gd name="connsiteY15173" fmla="*/ 1374836 h 2398711"/>
              <a:gd name="connsiteX15174" fmla="*/ 1613306 w 2119654"/>
              <a:gd name="connsiteY15174" fmla="*/ 1957085 h 2398711"/>
              <a:gd name="connsiteX15175" fmla="*/ 1612201 w 2119654"/>
              <a:gd name="connsiteY15175" fmla="*/ 1959727 h 2398711"/>
              <a:gd name="connsiteX15176" fmla="*/ 1616743 w 2119654"/>
              <a:gd name="connsiteY15176" fmla="*/ 1957250 h 2398711"/>
              <a:gd name="connsiteX15177" fmla="*/ 1616753 w 2119654"/>
              <a:gd name="connsiteY15177" fmla="*/ 1956966 h 2398711"/>
              <a:gd name="connsiteX15178" fmla="*/ 1743907 w 2119654"/>
              <a:gd name="connsiteY15178" fmla="*/ 1664606 h 2398711"/>
              <a:gd name="connsiteX15179" fmla="*/ 1745829 w 2119654"/>
              <a:gd name="connsiteY15179" fmla="*/ 1664156 h 2398711"/>
              <a:gd name="connsiteX15180" fmla="*/ 1745913 w 2119654"/>
              <a:gd name="connsiteY15180" fmla="*/ 1662791 h 2398711"/>
              <a:gd name="connsiteX15181" fmla="*/ 1613568 w 2119654"/>
              <a:gd name="connsiteY15181" fmla="*/ 1956458 h 2398711"/>
              <a:gd name="connsiteX15182" fmla="*/ 1613498 w 2119654"/>
              <a:gd name="connsiteY15182" fmla="*/ 1956625 h 2398711"/>
              <a:gd name="connsiteX15183" fmla="*/ 1616764 w 2119654"/>
              <a:gd name="connsiteY15183" fmla="*/ 1956557 h 2398711"/>
              <a:gd name="connsiteX15184" fmla="*/ 1616806 w 2119654"/>
              <a:gd name="connsiteY15184" fmla="*/ 1954799 h 2398711"/>
              <a:gd name="connsiteX15185" fmla="*/ 1558136 w 2119654"/>
              <a:gd name="connsiteY15185" fmla="*/ 2080500 h 2398711"/>
              <a:gd name="connsiteX15186" fmla="*/ 1564744 w 2119654"/>
              <a:gd name="connsiteY15186" fmla="*/ 2081988 h 2398711"/>
              <a:gd name="connsiteX15187" fmla="*/ 1565220 w 2119654"/>
              <a:gd name="connsiteY15187" fmla="*/ 2079925 h 2398711"/>
              <a:gd name="connsiteX15188" fmla="*/ 1559606 w 2119654"/>
              <a:gd name="connsiteY15188" fmla="*/ 2077846 h 2398711"/>
              <a:gd name="connsiteX15189" fmla="*/ 1559445 w 2119654"/>
              <a:gd name="connsiteY15189" fmla="*/ 2077785 h 2398711"/>
              <a:gd name="connsiteX15190" fmla="*/ 1743640 w 2119654"/>
              <a:gd name="connsiteY15190" fmla="*/ 1665035 h 2398711"/>
              <a:gd name="connsiteX15191" fmla="*/ 1743764 w 2119654"/>
              <a:gd name="connsiteY15191" fmla="*/ 1665835 h 2398711"/>
              <a:gd name="connsiteX15192" fmla="*/ 1745510 w 2119654"/>
              <a:gd name="connsiteY15192" fmla="*/ 1664598 h 2398711"/>
              <a:gd name="connsiteX15193" fmla="*/ 1787532 w 2119654"/>
              <a:gd name="connsiteY15193" fmla="*/ 1566740 h 2398711"/>
              <a:gd name="connsiteX15194" fmla="*/ 1790069 w 2119654"/>
              <a:gd name="connsiteY15194" fmla="*/ 1566373 h 2398711"/>
              <a:gd name="connsiteX15195" fmla="*/ 1791574 w 2119654"/>
              <a:gd name="connsiteY15195" fmla="*/ 1564155 h 2398711"/>
              <a:gd name="connsiteX15196" fmla="*/ 1790821 w 2119654"/>
              <a:gd name="connsiteY15196" fmla="*/ 1564460 h 2398711"/>
              <a:gd name="connsiteX15197" fmla="*/ 1791843 w 2119654"/>
              <a:gd name="connsiteY15197" fmla="*/ 1557054 h 2398711"/>
              <a:gd name="connsiteX15198" fmla="*/ 1792734 w 2119654"/>
              <a:gd name="connsiteY15198" fmla="*/ 1558557 h 2398711"/>
              <a:gd name="connsiteX15199" fmla="*/ 1793527 w 2119654"/>
              <a:gd name="connsiteY15199" fmla="*/ 1558340 h 2398711"/>
              <a:gd name="connsiteX15200" fmla="*/ 1798462 w 2119654"/>
              <a:gd name="connsiteY15200" fmla="*/ 1553102 h 2398711"/>
              <a:gd name="connsiteX15201" fmla="*/ 1795989 w 2119654"/>
              <a:gd name="connsiteY15201" fmla="*/ 1553363 h 2398711"/>
              <a:gd name="connsiteX15202" fmla="*/ 1557280 w 2119654"/>
              <a:gd name="connsiteY15202" fmla="*/ 2082274 h 2398711"/>
              <a:gd name="connsiteX15203" fmla="*/ 1564474 w 2119654"/>
              <a:gd name="connsiteY15203" fmla="*/ 2083162 h 2398711"/>
              <a:gd name="connsiteX15204" fmla="*/ 1564662 w 2119654"/>
              <a:gd name="connsiteY15204" fmla="*/ 2082347 h 2398711"/>
              <a:gd name="connsiteX15205" fmla="*/ 1557971 w 2119654"/>
              <a:gd name="connsiteY15205" fmla="*/ 2080841 h 2398711"/>
              <a:gd name="connsiteX15206" fmla="*/ 1579909 w 2119654"/>
              <a:gd name="connsiteY15206" fmla="*/ 2031554 h 2398711"/>
              <a:gd name="connsiteX15207" fmla="*/ 1579376 w 2119654"/>
              <a:gd name="connsiteY15207" fmla="*/ 2033328 h 2398711"/>
              <a:gd name="connsiteX15208" fmla="*/ 1579782 w 2119654"/>
              <a:gd name="connsiteY15208" fmla="*/ 2033456 h 2398711"/>
              <a:gd name="connsiteX15209" fmla="*/ 1580611 w 2119654"/>
              <a:gd name="connsiteY15209" fmla="*/ 2031674 h 2398711"/>
              <a:gd name="connsiteX15210" fmla="*/ 1757650 w 2119654"/>
              <a:gd name="connsiteY15210" fmla="*/ 1633541 h 2398711"/>
              <a:gd name="connsiteX15211" fmla="*/ 1757882 w 2119654"/>
              <a:gd name="connsiteY15211" fmla="*/ 1634637 h 2398711"/>
              <a:gd name="connsiteX15212" fmla="*/ 1764380 w 2119654"/>
              <a:gd name="connsiteY15212" fmla="*/ 1630966 h 2398711"/>
              <a:gd name="connsiteX15213" fmla="*/ 1764484 w 2119654"/>
              <a:gd name="connsiteY15213" fmla="*/ 1618194 h 2398711"/>
              <a:gd name="connsiteX15214" fmla="*/ 1764990 w 2119654"/>
              <a:gd name="connsiteY15214" fmla="*/ 1618034 h 2398711"/>
              <a:gd name="connsiteX15215" fmla="*/ 1765610 w 2119654"/>
              <a:gd name="connsiteY15215" fmla="*/ 1617454 h 2398711"/>
              <a:gd name="connsiteX15216" fmla="*/ 1775151 w 2119654"/>
              <a:gd name="connsiteY15216" fmla="*/ 1594308 h 2398711"/>
              <a:gd name="connsiteX15217" fmla="*/ 1775086 w 2119654"/>
              <a:gd name="connsiteY15217" fmla="*/ 1595724 h 2398711"/>
              <a:gd name="connsiteX15218" fmla="*/ 1776163 w 2119654"/>
              <a:gd name="connsiteY15218" fmla="*/ 1594261 h 2398711"/>
              <a:gd name="connsiteX15219" fmla="*/ 1776025 w 2119654"/>
              <a:gd name="connsiteY15219" fmla="*/ 1593992 h 2398711"/>
              <a:gd name="connsiteX15220" fmla="*/ 1520924 w 2119654"/>
              <a:gd name="connsiteY15220" fmla="*/ 2163530 h 2398711"/>
              <a:gd name="connsiteX15221" fmla="*/ 1529334 w 2119654"/>
              <a:gd name="connsiteY15221" fmla="*/ 2164385 h 2398711"/>
              <a:gd name="connsiteX15222" fmla="*/ 1531930 w 2119654"/>
              <a:gd name="connsiteY15222" fmla="*/ 2152490 h 2398711"/>
              <a:gd name="connsiteX15223" fmla="*/ 1529540 w 2119654"/>
              <a:gd name="connsiteY15223" fmla="*/ 2151988 h 2398711"/>
              <a:gd name="connsiteX15224" fmla="*/ 1802965 w 2119654"/>
              <a:gd name="connsiteY15224" fmla="*/ 1531878 h 2398711"/>
              <a:gd name="connsiteX15225" fmla="*/ 1803808 w 2119654"/>
              <a:gd name="connsiteY15225" fmla="*/ 1533548 h 2398711"/>
              <a:gd name="connsiteX15226" fmla="*/ 1809938 w 2119654"/>
              <a:gd name="connsiteY15226" fmla="*/ 1528023 h 2398711"/>
              <a:gd name="connsiteX15227" fmla="*/ 1809369 w 2119654"/>
              <a:gd name="connsiteY15227" fmla="*/ 1527652 h 2398711"/>
              <a:gd name="connsiteX15228" fmla="*/ 1806320 w 2119654"/>
              <a:gd name="connsiteY15228" fmla="*/ 1529017 h 2398711"/>
              <a:gd name="connsiteX15229" fmla="*/ 1555467 w 2119654"/>
              <a:gd name="connsiteY15229" fmla="*/ 2086033 h 2398711"/>
              <a:gd name="connsiteX15230" fmla="*/ 1563519 w 2119654"/>
              <a:gd name="connsiteY15230" fmla="*/ 2087302 h 2398711"/>
              <a:gd name="connsiteX15231" fmla="*/ 1564411 w 2119654"/>
              <a:gd name="connsiteY15231" fmla="*/ 2083437 h 2398711"/>
              <a:gd name="connsiteX15232" fmla="*/ 1557152 w 2119654"/>
              <a:gd name="connsiteY15232" fmla="*/ 2082540 h 2398711"/>
              <a:gd name="connsiteX15233" fmla="*/ 1814762 w 2119654"/>
              <a:gd name="connsiteY15233" fmla="*/ 1505405 h 2398711"/>
              <a:gd name="connsiteX15234" fmla="*/ 1815016 w 2119654"/>
              <a:gd name="connsiteY15234" fmla="*/ 1507622 h 2398711"/>
              <a:gd name="connsiteX15235" fmla="*/ 1816285 w 2119654"/>
              <a:gd name="connsiteY15235" fmla="*/ 1506343 h 2398711"/>
              <a:gd name="connsiteX15236" fmla="*/ 1815784 w 2119654"/>
              <a:gd name="connsiteY15236" fmla="*/ 1504444 h 2398711"/>
              <a:gd name="connsiteX15237" fmla="*/ 1805004 w 2119654"/>
              <a:gd name="connsiteY15237" fmla="*/ 1527197 h 2398711"/>
              <a:gd name="connsiteX15238" fmla="*/ 1807204 w 2119654"/>
              <a:gd name="connsiteY15238" fmla="*/ 1526243 h 2398711"/>
              <a:gd name="connsiteX15239" fmla="*/ 1806750 w 2119654"/>
              <a:gd name="connsiteY15239" fmla="*/ 1525947 h 2398711"/>
              <a:gd name="connsiteX15240" fmla="*/ 1775902 w 2119654"/>
              <a:gd name="connsiteY15240" fmla="*/ 1592045 h 2398711"/>
              <a:gd name="connsiteX15241" fmla="*/ 1776535 w 2119654"/>
              <a:gd name="connsiteY15241" fmla="*/ 1593284 h 2398711"/>
              <a:gd name="connsiteX15242" fmla="*/ 1777004 w 2119654"/>
              <a:gd name="connsiteY15242" fmla="*/ 1593115 h 2398711"/>
              <a:gd name="connsiteX15243" fmla="*/ 1777158 w 2119654"/>
              <a:gd name="connsiteY15243" fmla="*/ 1592906 h 2398711"/>
              <a:gd name="connsiteX15244" fmla="*/ 1777433 w 2119654"/>
              <a:gd name="connsiteY15244" fmla="*/ 1592498 h 2398711"/>
              <a:gd name="connsiteX15245" fmla="*/ 1776189 w 2119654"/>
              <a:gd name="connsiteY15245" fmla="*/ 1591857 h 2398711"/>
              <a:gd name="connsiteX15246" fmla="*/ 1574079 w 2119654"/>
              <a:gd name="connsiteY15246" fmla="*/ 2043890 h 2398711"/>
              <a:gd name="connsiteX15247" fmla="*/ 1573370 w 2119654"/>
              <a:gd name="connsiteY15247" fmla="*/ 2046966 h 2398711"/>
              <a:gd name="connsiteX15248" fmla="*/ 1573842 w 2119654"/>
              <a:gd name="connsiteY15248" fmla="*/ 2046209 h 2398711"/>
              <a:gd name="connsiteX15249" fmla="*/ 1574918 w 2119654"/>
              <a:gd name="connsiteY15249" fmla="*/ 2043899 h 2398711"/>
              <a:gd name="connsiteX15250" fmla="*/ 1780293 w 2119654"/>
              <a:gd name="connsiteY15250" fmla="*/ 1581963 h 2398711"/>
              <a:gd name="connsiteX15251" fmla="*/ 1788946 w 2119654"/>
              <a:gd name="connsiteY15251" fmla="*/ 1575447 h 2398711"/>
              <a:gd name="connsiteX15252" fmla="*/ 1790886 w 2119654"/>
              <a:gd name="connsiteY15252" fmla="*/ 1572574 h 2398711"/>
              <a:gd name="connsiteX15253" fmla="*/ 1790785 w 2119654"/>
              <a:gd name="connsiteY15253" fmla="*/ 1572615 h 2398711"/>
              <a:gd name="connsiteX15254" fmla="*/ 1789891 w 2119654"/>
              <a:gd name="connsiteY15254" fmla="*/ 1572963 h 2398711"/>
              <a:gd name="connsiteX15255" fmla="*/ 1783774 w 2119654"/>
              <a:gd name="connsiteY15255" fmla="*/ 1577185 h 2398711"/>
              <a:gd name="connsiteX15256" fmla="*/ 1782922 w 2119654"/>
              <a:gd name="connsiteY15256" fmla="*/ 1578086 h 2398711"/>
              <a:gd name="connsiteX15257" fmla="*/ 1727921 w 2119654"/>
              <a:gd name="connsiteY15257" fmla="*/ 1699169 h 2398711"/>
              <a:gd name="connsiteX15258" fmla="*/ 1727961 w 2119654"/>
              <a:gd name="connsiteY15258" fmla="*/ 1700068 h 2398711"/>
              <a:gd name="connsiteX15259" fmla="*/ 1729236 w 2119654"/>
              <a:gd name="connsiteY15259" fmla="*/ 1700011 h 2398711"/>
              <a:gd name="connsiteX15260" fmla="*/ 1729702 w 2119654"/>
              <a:gd name="connsiteY15260" fmla="*/ 1699481 h 2398711"/>
              <a:gd name="connsiteX15261" fmla="*/ 1729658 w 2119654"/>
              <a:gd name="connsiteY15261" fmla="*/ 1699287 h 2398711"/>
              <a:gd name="connsiteX15262" fmla="*/ 1729487 w 2119654"/>
              <a:gd name="connsiteY15262" fmla="*/ 1699026 h 2398711"/>
              <a:gd name="connsiteX15263" fmla="*/ 1915444 w 2119654"/>
              <a:gd name="connsiteY15263" fmla="*/ 1279182 h 2398711"/>
              <a:gd name="connsiteX15264" fmla="*/ 1928406 w 2119654"/>
              <a:gd name="connsiteY15264" fmla="*/ 1270280 h 2398711"/>
              <a:gd name="connsiteX15265" fmla="*/ 1930379 w 2119654"/>
              <a:gd name="connsiteY15265" fmla="*/ 1268884 h 2398711"/>
              <a:gd name="connsiteX15266" fmla="*/ 1940178 w 2119654"/>
              <a:gd name="connsiteY15266" fmla="*/ 1242485 h 2398711"/>
              <a:gd name="connsiteX15267" fmla="*/ 1940682 w 2119654"/>
              <a:gd name="connsiteY15267" fmla="*/ 1240750 h 2398711"/>
              <a:gd name="connsiteX15268" fmla="*/ 1940574 w 2119654"/>
              <a:gd name="connsiteY15268" fmla="*/ 1240842 h 2398711"/>
              <a:gd name="connsiteX15269" fmla="*/ 1924682 w 2119654"/>
              <a:gd name="connsiteY15269" fmla="*/ 1265198 h 2398711"/>
              <a:gd name="connsiteX15270" fmla="*/ 1932072 w 2119654"/>
              <a:gd name="connsiteY15270" fmla="*/ 1255484 h 2398711"/>
              <a:gd name="connsiteX15271" fmla="*/ 1932123 w 2119654"/>
              <a:gd name="connsiteY15271" fmla="*/ 1255954 h 2398711"/>
              <a:gd name="connsiteX15272" fmla="*/ 1922224 w 2119654"/>
              <a:gd name="connsiteY15272" fmla="*/ 1268965 h 2398711"/>
              <a:gd name="connsiteX15273" fmla="*/ 1919396 w 2119654"/>
              <a:gd name="connsiteY15273" fmla="*/ 1273299 h 2398711"/>
              <a:gd name="connsiteX15274" fmla="*/ 1757084 w 2119654"/>
              <a:gd name="connsiteY15274" fmla="*/ 1633758 h 2398711"/>
              <a:gd name="connsiteX15275" fmla="*/ 1757557 w 2119654"/>
              <a:gd name="connsiteY15275" fmla="*/ 1634759 h 2398711"/>
              <a:gd name="connsiteX15276" fmla="*/ 1757325 w 2119654"/>
              <a:gd name="connsiteY15276" fmla="*/ 1633666 h 2398711"/>
              <a:gd name="connsiteX15277" fmla="*/ 1756039 w 2119654"/>
              <a:gd name="connsiteY15277" fmla="*/ 1635916 h 2398711"/>
              <a:gd name="connsiteX15278" fmla="*/ 1758058 w 2119654"/>
              <a:gd name="connsiteY15278" fmla="*/ 1638091 h 2398711"/>
              <a:gd name="connsiteX15279" fmla="*/ 1758246 w 2119654"/>
              <a:gd name="connsiteY15279" fmla="*/ 1638007 h 2398711"/>
              <a:gd name="connsiteX15280" fmla="*/ 1758039 w 2119654"/>
              <a:gd name="connsiteY15280" fmla="*/ 1637033 h 2398711"/>
              <a:gd name="connsiteX15281" fmla="*/ 1757201 w 2119654"/>
              <a:gd name="connsiteY15281" fmla="*/ 1635260 h 2398711"/>
              <a:gd name="connsiteX15282" fmla="*/ 1816247 w 2119654"/>
              <a:gd name="connsiteY15282" fmla="*/ 1501057 h 2398711"/>
              <a:gd name="connsiteX15283" fmla="*/ 1816647 w 2119654"/>
              <a:gd name="connsiteY15283" fmla="*/ 1502573 h 2398711"/>
              <a:gd name="connsiteX15284" fmla="*/ 1818882 w 2119654"/>
              <a:gd name="connsiteY15284" fmla="*/ 1500529 h 2398711"/>
              <a:gd name="connsiteX15285" fmla="*/ 1818115 w 2119654"/>
              <a:gd name="connsiteY15285" fmla="*/ 1499307 h 2398711"/>
              <a:gd name="connsiteX15286" fmla="*/ 1817002 w 2119654"/>
              <a:gd name="connsiteY15286" fmla="*/ 1500036 h 2398711"/>
              <a:gd name="connsiteX15287" fmla="*/ 1852446 w 2119654"/>
              <a:gd name="connsiteY15287" fmla="*/ 1419936 h 2398711"/>
              <a:gd name="connsiteX15288" fmla="*/ 1858661 w 2119654"/>
              <a:gd name="connsiteY15288" fmla="*/ 1416217 h 2398711"/>
              <a:gd name="connsiteX15289" fmla="*/ 1856883 w 2119654"/>
              <a:gd name="connsiteY15289" fmla="*/ 1414318 h 2398711"/>
              <a:gd name="connsiteX15290" fmla="*/ 1855847 w 2119654"/>
              <a:gd name="connsiteY15290" fmla="*/ 1414985 h 2398711"/>
              <a:gd name="connsiteX15291" fmla="*/ 1798701 w 2119654"/>
              <a:gd name="connsiteY15291" fmla="*/ 1540236 h 2398711"/>
              <a:gd name="connsiteX15292" fmla="*/ 1799150 w 2119654"/>
              <a:gd name="connsiteY15292" fmla="*/ 1542550 h 2398711"/>
              <a:gd name="connsiteX15293" fmla="*/ 1803868 w 2119654"/>
              <a:gd name="connsiteY15293" fmla="*/ 1541837 h 2398711"/>
              <a:gd name="connsiteX15294" fmla="*/ 1805436 w 2119654"/>
              <a:gd name="connsiteY15294" fmla="*/ 1540708 h 2398711"/>
              <a:gd name="connsiteX15295" fmla="*/ 1804076 w 2119654"/>
              <a:gd name="connsiteY15295" fmla="*/ 1538017 h 2398711"/>
              <a:gd name="connsiteX15296" fmla="*/ 1785261 w 2119654"/>
              <a:gd name="connsiteY15296" fmla="*/ 1570256 h 2398711"/>
              <a:gd name="connsiteX15297" fmla="*/ 1787629 w 2119654"/>
              <a:gd name="connsiteY15297" fmla="*/ 1569424 h 2398711"/>
              <a:gd name="connsiteX15298" fmla="*/ 1789096 w 2119654"/>
              <a:gd name="connsiteY15298" fmla="*/ 1567662 h 2398711"/>
              <a:gd name="connsiteX15299" fmla="*/ 1539557 w 2119654"/>
              <a:gd name="connsiteY15299" fmla="*/ 2120375 h 2398711"/>
              <a:gd name="connsiteX15300" fmla="*/ 1551645 w 2119654"/>
              <a:gd name="connsiteY15300" fmla="*/ 2120952 h 2398711"/>
              <a:gd name="connsiteX15301" fmla="*/ 1552186 w 2119654"/>
              <a:gd name="connsiteY15301" fmla="*/ 2120206 h 2398711"/>
              <a:gd name="connsiteX15302" fmla="*/ 1727897 w 2119654"/>
              <a:gd name="connsiteY15302" fmla="*/ 1698620 h 2398711"/>
              <a:gd name="connsiteX15303" fmla="*/ 1727899 w 2119654"/>
              <a:gd name="connsiteY15303" fmla="*/ 1698665 h 2398711"/>
              <a:gd name="connsiteX15304" fmla="*/ 1729170 w 2119654"/>
              <a:gd name="connsiteY15304" fmla="*/ 1698549 h 2398711"/>
              <a:gd name="connsiteX15305" fmla="*/ 1729057 w 2119654"/>
              <a:gd name="connsiteY15305" fmla="*/ 1698413 h 2398711"/>
              <a:gd name="connsiteX15306" fmla="*/ 1740068 w 2119654"/>
              <a:gd name="connsiteY15306" fmla="*/ 1671354 h 2398711"/>
              <a:gd name="connsiteX15307" fmla="*/ 1742615 w 2119654"/>
              <a:gd name="connsiteY15307" fmla="*/ 1670354 h 2398711"/>
              <a:gd name="connsiteX15308" fmla="*/ 1742379 w 2119654"/>
              <a:gd name="connsiteY15308" fmla="*/ 1669815 h 2398711"/>
              <a:gd name="connsiteX15309" fmla="*/ 1742318 w 2119654"/>
              <a:gd name="connsiteY15309" fmla="*/ 1669759 h 2398711"/>
              <a:gd name="connsiteX15310" fmla="*/ 1688118 w 2119654"/>
              <a:gd name="connsiteY15310" fmla="*/ 1787679 h 2398711"/>
              <a:gd name="connsiteX15311" fmla="*/ 1688176 w 2119654"/>
              <a:gd name="connsiteY15311" fmla="*/ 1787841 h 2398711"/>
              <a:gd name="connsiteX15312" fmla="*/ 1688505 w 2119654"/>
              <a:gd name="connsiteY15312" fmla="*/ 1787703 h 2398711"/>
              <a:gd name="connsiteX15313" fmla="*/ 1688518 w 2119654"/>
              <a:gd name="connsiteY15313" fmla="*/ 1787560 h 2398711"/>
              <a:gd name="connsiteX15314" fmla="*/ 1688446 w 2119654"/>
              <a:gd name="connsiteY15314" fmla="*/ 1787423 h 2398711"/>
              <a:gd name="connsiteX15315" fmla="*/ 1775234 w 2119654"/>
              <a:gd name="connsiteY15315" fmla="*/ 1592482 h 2398711"/>
              <a:gd name="connsiteX15316" fmla="*/ 1775176 w 2119654"/>
              <a:gd name="connsiteY15316" fmla="*/ 1593776 h 2398711"/>
              <a:gd name="connsiteX15317" fmla="*/ 1775799 w 2119654"/>
              <a:gd name="connsiteY15317" fmla="*/ 1593550 h 2398711"/>
              <a:gd name="connsiteX15318" fmla="*/ 1775248 w 2119654"/>
              <a:gd name="connsiteY15318" fmla="*/ 1592473 h 2398711"/>
              <a:gd name="connsiteX15319" fmla="*/ 1742416 w 2119654"/>
              <a:gd name="connsiteY15319" fmla="*/ 1665955 h 2398711"/>
              <a:gd name="connsiteX15320" fmla="*/ 1742930 w 2119654"/>
              <a:gd name="connsiteY15320" fmla="*/ 1666427 h 2398711"/>
              <a:gd name="connsiteX15321" fmla="*/ 1743018 w 2119654"/>
              <a:gd name="connsiteY15321" fmla="*/ 1666365 h 2398711"/>
              <a:gd name="connsiteX15322" fmla="*/ 1742888 w 2119654"/>
              <a:gd name="connsiteY15322" fmla="*/ 1665528 h 2398711"/>
              <a:gd name="connsiteX15323" fmla="*/ 1795789 w 2119654"/>
              <a:gd name="connsiteY15323" fmla="*/ 1546410 h 2398711"/>
              <a:gd name="connsiteX15324" fmla="*/ 1795985 w 2119654"/>
              <a:gd name="connsiteY15324" fmla="*/ 1547507 h 2398711"/>
              <a:gd name="connsiteX15325" fmla="*/ 1796301 w 2119654"/>
              <a:gd name="connsiteY15325" fmla="*/ 1547279 h 2398711"/>
              <a:gd name="connsiteX15326" fmla="*/ 1813612 w 2119654"/>
              <a:gd name="connsiteY15326" fmla="*/ 1506468 h 2398711"/>
              <a:gd name="connsiteX15327" fmla="*/ 1814522 w 2119654"/>
              <a:gd name="connsiteY15327" fmla="*/ 1508122 h 2398711"/>
              <a:gd name="connsiteX15328" fmla="*/ 1814535 w 2119654"/>
              <a:gd name="connsiteY15328" fmla="*/ 1508108 h 2398711"/>
              <a:gd name="connsiteX15329" fmla="*/ 1814277 w 2119654"/>
              <a:gd name="connsiteY15329" fmla="*/ 1505861 h 2398711"/>
              <a:gd name="connsiteX15330" fmla="*/ 1799223 w 2119654"/>
              <a:gd name="connsiteY15330" fmla="*/ 1538398 h 2398711"/>
              <a:gd name="connsiteX15331" fmla="*/ 1799787 w 2119654"/>
              <a:gd name="connsiteY15331" fmla="*/ 1538201 h 2398711"/>
              <a:gd name="connsiteX15332" fmla="*/ 1803081 w 2119654"/>
              <a:gd name="connsiteY15332" fmla="*/ 1536048 h 2398711"/>
              <a:gd name="connsiteX15333" fmla="*/ 1802690 w 2119654"/>
              <a:gd name="connsiteY15333" fmla="*/ 1535273 h 2398711"/>
              <a:gd name="connsiteX15334" fmla="*/ 1865343 w 2119654"/>
              <a:gd name="connsiteY15334" fmla="*/ 1390340 h 2398711"/>
              <a:gd name="connsiteX15335" fmla="*/ 1866674 w 2119654"/>
              <a:gd name="connsiteY15335" fmla="*/ 1391697 h 2398711"/>
              <a:gd name="connsiteX15336" fmla="*/ 1874160 w 2119654"/>
              <a:gd name="connsiteY15336" fmla="*/ 1387448 h 2398711"/>
              <a:gd name="connsiteX15337" fmla="*/ 1876324 w 2119654"/>
              <a:gd name="connsiteY15337" fmla="*/ 1384298 h 2398711"/>
              <a:gd name="connsiteX15338" fmla="*/ 1875023 w 2119654"/>
              <a:gd name="connsiteY15338" fmla="*/ 1381486 h 2398711"/>
              <a:gd name="connsiteX15339" fmla="*/ 1798600 w 2119654"/>
              <a:gd name="connsiteY15339" fmla="*/ 1539715 h 2398711"/>
              <a:gd name="connsiteX15340" fmla="*/ 1798607 w 2119654"/>
              <a:gd name="connsiteY15340" fmla="*/ 1539753 h 2398711"/>
              <a:gd name="connsiteX15341" fmla="*/ 1803858 w 2119654"/>
              <a:gd name="connsiteY15341" fmla="*/ 1537586 h 2398711"/>
              <a:gd name="connsiteX15342" fmla="*/ 1803737 w 2119654"/>
              <a:gd name="connsiteY15342" fmla="*/ 1537345 h 2398711"/>
              <a:gd name="connsiteX15343" fmla="*/ 1800472 w 2119654"/>
              <a:gd name="connsiteY15343" fmla="*/ 1538492 h 2398711"/>
              <a:gd name="connsiteX15344" fmla="*/ 1539006 w 2119654"/>
              <a:gd name="connsiteY15344" fmla="*/ 2120752 h 2398711"/>
              <a:gd name="connsiteX15345" fmla="*/ 1538057 w 2119654"/>
              <a:gd name="connsiteY15345" fmla="*/ 2125405 h 2398711"/>
              <a:gd name="connsiteX15346" fmla="*/ 1550618 w 2119654"/>
              <a:gd name="connsiteY15346" fmla="*/ 2122368 h 2398711"/>
              <a:gd name="connsiteX15347" fmla="*/ 1551484 w 2119654"/>
              <a:gd name="connsiteY15347" fmla="*/ 2121174 h 2398711"/>
              <a:gd name="connsiteX15348" fmla="*/ 1859886 w 2119654"/>
              <a:gd name="connsiteY15348" fmla="*/ 1402154 h 2398711"/>
              <a:gd name="connsiteX15349" fmla="*/ 1861608 w 2119654"/>
              <a:gd name="connsiteY15349" fmla="*/ 1405719 h 2398711"/>
              <a:gd name="connsiteX15350" fmla="*/ 1865222 w 2119654"/>
              <a:gd name="connsiteY15350" fmla="*/ 1400459 h 2398711"/>
              <a:gd name="connsiteX15351" fmla="*/ 1755643 w 2119654"/>
              <a:gd name="connsiteY15351" fmla="*/ 1635490 h 2398711"/>
              <a:gd name="connsiteX15352" fmla="*/ 1755893 w 2119654"/>
              <a:gd name="connsiteY15352" fmla="*/ 1635760 h 2398711"/>
              <a:gd name="connsiteX15353" fmla="*/ 1757112 w 2119654"/>
              <a:gd name="connsiteY15353" fmla="*/ 1635072 h 2398711"/>
              <a:gd name="connsiteX15354" fmla="*/ 1756659 w 2119654"/>
              <a:gd name="connsiteY15354" fmla="*/ 1634114 h 2398711"/>
              <a:gd name="connsiteX15355" fmla="*/ 1755253 w 2119654"/>
              <a:gd name="connsiteY15355" fmla="*/ 1636360 h 2398711"/>
              <a:gd name="connsiteX15356" fmla="*/ 1755838 w 2119654"/>
              <a:gd name="connsiteY15356" fmla="*/ 1639091 h 2398711"/>
              <a:gd name="connsiteX15357" fmla="*/ 1757737 w 2119654"/>
              <a:gd name="connsiteY15357" fmla="*/ 1638236 h 2398711"/>
              <a:gd name="connsiteX15358" fmla="*/ 1755739 w 2119654"/>
              <a:gd name="connsiteY15358" fmla="*/ 1636085 h 2398711"/>
              <a:gd name="connsiteX15359" fmla="*/ 1802404 w 2119654"/>
              <a:gd name="connsiteY15359" fmla="*/ 1530768 h 2398711"/>
              <a:gd name="connsiteX15360" fmla="*/ 1802827 w 2119654"/>
              <a:gd name="connsiteY15360" fmla="*/ 1531605 h 2398711"/>
              <a:gd name="connsiteX15361" fmla="*/ 1805514 w 2119654"/>
              <a:gd name="connsiteY15361" fmla="*/ 1529376 h 2398711"/>
              <a:gd name="connsiteX15362" fmla="*/ 1582369 w 2119654"/>
              <a:gd name="connsiteY15362" fmla="*/ 2023369 h 2398711"/>
              <a:gd name="connsiteX15363" fmla="*/ 1581010 w 2119654"/>
              <a:gd name="connsiteY15363" fmla="*/ 2027889 h 2398711"/>
              <a:gd name="connsiteX15364" fmla="*/ 1582502 w 2119654"/>
              <a:gd name="connsiteY15364" fmla="*/ 2027616 h 2398711"/>
              <a:gd name="connsiteX15365" fmla="*/ 1584353 w 2119654"/>
              <a:gd name="connsiteY15365" fmla="*/ 2023641 h 2398711"/>
              <a:gd name="connsiteX15366" fmla="*/ 1582738 w 2119654"/>
              <a:gd name="connsiteY15366" fmla="*/ 2023323 h 2398711"/>
              <a:gd name="connsiteX15367" fmla="*/ 1590344 w 2119654"/>
              <a:gd name="connsiteY15367" fmla="*/ 2005511 h 2398711"/>
              <a:gd name="connsiteX15368" fmla="*/ 1590418 w 2119654"/>
              <a:gd name="connsiteY15368" fmla="*/ 2009142 h 2398711"/>
              <a:gd name="connsiteX15369" fmla="*/ 1592481 w 2119654"/>
              <a:gd name="connsiteY15369" fmla="*/ 2004207 h 2398711"/>
              <a:gd name="connsiteX15370" fmla="*/ 1592397 w 2119654"/>
              <a:gd name="connsiteY15370" fmla="*/ 2004189 h 2398711"/>
              <a:gd name="connsiteX15371" fmla="*/ 1751536 w 2119654"/>
              <a:gd name="connsiteY15371" fmla="*/ 1644437 h 2398711"/>
              <a:gd name="connsiteX15372" fmla="*/ 1752596 w 2119654"/>
              <a:gd name="connsiteY15372" fmla="*/ 1644173 h 2398711"/>
              <a:gd name="connsiteX15373" fmla="*/ 1755289 w 2119654"/>
              <a:gd name="connsiteY15373" fmla="*/ 1643383 h 2398711"/>
              <a:gd name="connsiteX15374" fmla="*/ 1755021 w 2119654"/>
              <a:gd name="connsiteY15374" fmla="*/ 1642922 h 2398711"/>
              <a:gd name="connsiteX15375" fmla="*/ 1814530 w 2119654"/>
              <a:gd name="connsiteY15375" fmla="*/ 1503378 h 2398711"/>
              <a:gd name="connsiteX15376" fmla="*/ 1814610 w 2119654"/>
              <a:gd name="connsiteY15376" fmla="*/ 1504075 h 2398711"/>
              <a:gd name="connsiteX15377" fmla="*/ 1815441 w 2119654"/>
              <a:gd name="connsiteY15377" fmla="*/ 1503676 h 2398711"/>
              <a:gd name="connsiteX15378" fmla="*/ 1815554 w 2119654"/>
              <a:gd name="connsiteY15378" fmla="*/ 1503573 h 2398711"/>
              <a:gd name="connsiteX15379" fmla="*/ 1815486 w 2119654"/>
              <a:gd name="connsiteY15379" fmla="*/ 1503313 h 2398711"/>
              <a:gd name="connsiteX15380" fmla="*/ 1814963 w 2119654"/>
              <a:gd name="connsiteY15380" fmla="*/ 1502792 h 2398711"/>
              <a:gd name="connsiteX15381" fmla="*/ 1743291 w 2119654"/>
              <a:gd name="connsiteY15381" fmla="*/ 1662791 h 2398711"/>
              <a:gd name="connsiteX15382" fmla="*/ 1743513 w 2119654"/>
              <a:gd name="connsiteY15382" fmla="*/ 1664219 h 2398711"/>
              <a:gd name="connsiteX15383" fmla="*/ 1745977 w 2119654"/>
              <a:gd name="connsiteY15383" fmla="*/ 1661742 h 2398711"/>
              <a:gd name="connsiteX15384" fmla="*/ 1746022 w 2119654"/>
              <a:gd name="connsiteY15384" fmla="*/ 1661004 h 2398711"/>
              <a:gd name="connsiteX15385" fmla="*/ 1786141 w 2119654"/>
              <a:gd name="connsiteY15385" fmla="*/ 1566822 h 2398711"/>
              <a:gd name="connsiteX15386" fmla="*/ 1788381 w 2119654"/>
              <a:gd name="connsiteY15386" fmla="*/ 1565401 h 2398711"/>
              <a:gd name="connsiteX15387" fmla="*/ 1787169 w 2119654"/>
              <a:gd name="connsiteY15387" fmla="*/ 1565732 h 2398711"/>
              <a:gd name="connsiteX15388" fmla="*/ 1755196 w 2119654"/>
              <a:gd name="connsiteY15388" fmla="*/ 1636096 h 2398711"/>
              <a:gd name="connsiteX15389" fmla="*/ 1755207 w 2119654"/>
              <a:gd name="connsiteY15389" fmla="*/ 1636148 h 2398711"/>
              <a:gd name="connsiteX15390" fmla="*/ 1755594 w 2119654"/>
              <a:gd name="connsiteY15390" fmla="*/ 1635929 h 2398711"/>
              <a:gd name="connsiteX15391" fmla="*/ 1755441 w 2119654"/>
              <a:gd name="connsiteY15391" fmla="*/ 1635764 h 2398711"/>
              <a:gd name="connsiteX15392" fmla="*/ 1767831 w 2119654"/>
              <a:gd name="connsiteY15392" fmla="*/ 1607777 h 2398711"/>
              <a:gd name="connsiteX15393" fmla="*/ 1768471 w 2119654"/>
              <a:gd name="connsiteY15393" fmla="*/ 1607332 h 2398711"/>
              <a:gd name="connsiteX15394" fmla="*/ 1768426 w 2119654"/>
              <a:gd name="connsiteY15394" fmla="*/ 1606896 h 2398711"/>
              <a:gd name="connsiteX15395" fmla="*/ 1608258 w 2119654"/>
              <a:gd name="connsiteY15395" fmla="*/ 1965021 h 2398711"/>
              <a:gd name="connsiteX15396" fmla="*/ 1608450 w 2119654"/>
              <a:gd name="connsiteY15396" fmla="*/ 1965004 h 2398711"/>
              <a:gd name="connsiteX15397" fmla="*/ 1608445 w 2119654"/>
              <a:gd name="connsiteY15397" fmla="*/ 1964959 h 2398711"/>
              <a:gd name="connsiteX15398" fmla="*/ 1812646 w 2119654"/>
              <a:gd name="connsiteY15398" fmla="*/ 1507351 h 2398711"/>
              <a:gd name="connsiteX15399" fmla="*/ 1813309 w 2119654"/>
              <a:gd name="connsiteY15399" fmla="*/ 1509345 h 2398711"/>
              <a:gd name="connsiteX15400" fmla="*/ 1813920 w 2119654"/>
              <a:gd name="connsiteY15400" fmla="*/ 1508728 h 2398711"/>
              <a:gd name="connsiteX15401" fmla="*/ 1812989 w 2119654"/>
              <a:gd name="connsiteY15401" fmla="*/ 1507037 h 2398711"/>
              <a:gd name="connsiteX15402" fmla="*/ 1575211 w 2119654"/>
              <a:gd name="connsiteY15402" fmla="*/ 2038977 h 2398711"/>
              <a:gd name="connsiteX15403" fmla="*/ 1574146 w 2119654"/>
              <a:gd name="connsiteY15403" fmla="*/ 2043601 h 2398711"/>
              <a:gd name="connsiteX15404" fmla="*/ 1575052 w 2119654"/>
              <a:gd name="connsiteY15404" fmla="*/ 2043611 h 2398711"/>
              <a:gd name="connsiteX15405" fmla="*/ 1577305 w 2119654"/>
              <a:gd name="connsiteY15405" fmla="*/ 2038773 h 2398711"/>
              <a:gd name="connsiteX15406" fmla="*/ 1519455 w 2119654"/>
              <a:gd name="connsiteY15406" fmla="*/ 2163773 h 2398711"/>
              <a:gd name="connsiteX15407" fmla="*/ 1519647 w 2119654"/>
              <a:gd name="connsiteY15407" fmla="*/ 2164945 h 2398711"/>
              <a:gd name="connsiteX15408" fmla="*/ 1520447 w 2119654"/>
              <a:gd name="connsiteY15408" fmla="*/ 2163874 h 2398711"/>
              <a:gd name="connsiteX15409" fmla="*/ 1908700 w 2119654"/>
              <a:gd name="connsiteY15409" fmla="*/ 1292033 h 2398711"/>
              <a:gd name="connsiteX15410" fmla="*/ 1916913 w 2119654"/>
              <a:gd name="connsiteY15410" fmla="*/ 1288354 h 2398711"/>
              <a:gd name="connsiteX15411" fmla="*/ 1925443 w 2119654"/>
              <a:gd name="connsiteY15411" fmla="*/ 1277802 h 2398711"/>
              <a:gd name="connsiteX15412" fmla="*/ 1928523 w 2119654"/>
              <a:gd name="connsiteY15412" fmla="*/ 1273886 h 2398711"/>
              <a:gd name="connsiteX15413" fmla="*/ 1929144 w 2119654"/>
              <a:gd name="connsiteY15413" fmla="*/ 1272214 h 2398711"/>
              <a:gd name="connsiteX15414" fmla="*/ 1738936 w 2119654"/>
              <a:gd name="connsiteY15414" fmla="*/ 1672158 h 2398711"/>
              <a:gd name="connsiteX15415" fmla="*/ 1742337 w 2119654"/>
              <a:gd name="connsiteY15415" fmla="*/ 1671902 h 2398711"/>
              <a:gd name="connsiteX15416" fmla="*/ 1743008 w 2119654"/>
              <a:gd name="connsiteY15416" fmla="*/ 1671249 h 2398711"/>
              <a:gd name="connsiteX15417" fmla="*/ 1742675 w 2119654"/>
              <a:gd name="connsiteY15417" fmla="*/ 1670490 h 2398711"/>
              <a:gd name="connsiteX15418" fmla="*/ 1739406 w 2119654"/>
              <a:gd name="connsiteY15418" fmla="*/ 1671824 h 2398711"/>
              <a:gd name="connsiteX15419" fmla="*/ 1841023 w 2119654"/>
              <a:gd name="connsiteY15419" fmla="*/ 1443515 h 2398711"/>
              <a:gd name="connsiteX15420" fmla="*/ 1845995 w 2119654"/>
              <a:gd name="connsiteY15420" fmla="*/ 1442197 h 2398711"/>
              <a:gd name="connsiteX15421" fmla="*/ 1848372 w 2119654"/>
              <a:gd name="connsiteY15421" fmla="*/ 1438984 h 2398711"/>
              <a:gd name="connsiteX15422" fmla="*/ 1741867 w 2119654"/>
              <a:gd name="connsiteY15422" fmla="*/ 1665450 h 2398711"/>
              <a:gd name="connsiteX15423" fmla="*/ 1742087 w 2119654"/>
              <a:gd name="connsiteY15423" fmla="*/ 1665653 h 2398711"/>
              <a:gd name="connsiteX15424" fmla="*/ 1742098 w 2119654"/>
              <a:gd name="connsiteY15424" fmla="*/ 1665642 h 2398711"/>
              <a:gd name="connsiteX15425" fmla="*/ 1742415 w 2119654"/>
              <a:gd name="connsiteY15425" fmla="*/ 1665322 h 2398711"/>
              <a:gd name="connsiteX15426" fmla="*/ 1575393 w 2119654"/>
              <a:gd name="connsiteY15426" fmla="*/ 2038189 h 2398711"/>
              <a:gd name="connsiteX15427" fmla="*/ 1575329 w 2119654"/>
              <a:gd name="connsiteY15427" fmla="*/ 2038469 h 2398711"/>
              <a:gd name="connsiteX15428" fmla="*/ 1577248 w 2119654"/>
              <a:gd name="connsiteY15428" fmla="*/ 2038281 h 2398711"/>
              <a:gd name="connsiteX15429" fmla="*/ 1813683 w 2119654"/>
              <a:gd name="connsiteY15429" fmla="*/ 1504522 h 2398711"/>
              <a:gd name="connsiteX15430" fmla="*/ 1814101 w 2119654"/>
              <a:gd name="connsiteY15430" fmla="*/ 1504321 h 2398711"/>
              <a:gd name="connsiteX15431" fmla="*/ 1814065 w 2119654"/>
              <a:gd name="connsiteY15431" fmla="*/ 1504007 h 2398711"/>
              <a:gd name="connsiteX15432" fmla="*/ 1583317 w 2119654"/>
              <a:gd name="connsiteY15432" fmla="*/ 2020215 h 2398711"/>
              <a:gd name="connsiteX15433" fmla="*/ 1583228 w 2119654"/>
              <a:gd name="connsiteY15433" fmla="*/ 2020511 h 2398711"/>
              <a:gd name="connsiteX15434" fmla="*/ 1583573 w 2119654"/>
              <a:gd name="connsiteY15434" fmla="*/ 2020622 h 2398711"/>
              <a:gd name="connsiteX15435" fmla="*/ 1584840 w 2119654"/>
              <a:gd name="connsiteY15435" fmla="*/ 2020616 h 2398711"/>
              <a:gd name="connsiteX15436" fmla="*/ 1789015 w 2119654"/>
              <a:gd name="connsiteY15436" fmla="*/ 1559571 h 2398711"/>
              <a:gd name="connsiteX15437" fmla="*/ 1792108 w 2119654"/>
              <a:gd name="connsiteY15437" fmla="*/ 1558728 h 2398711"/>
              <a:gd name="connsiteX15438" fmla="*/ 1791367 w 2119654"/>
              <a:gd name="connsiteY15438" fmla="*/ 1557477 h 2398711"/>
              <a:gd name="connsiteX15439" fmla="*/ 1835185 w 2119654"/>
              <a:gd name="connsiteY15439" fmla="*/ 1456169 h 2398711"/>
              <a:gd name="connsiteX15440" fmla="*/ 1835398 w 2119654"/>
              <a:gd name="connsiteY15440" fmla="*/ 1456521 h 2398711"/>
              <a:gd name="connsiteX15441" fmla="*/ 1836117 w 2119654"/>
              <a:gd name="connsiteY15441" fmla="*/ 1455549 h 2398711"/>
              <a:gd name="connsiteX15442" fmla="*/ 1757080 w 2119654"/>
              <a:gd name="connsiteY15442" fmla="*/ 1630859 h 2398711"/>
              <a:gd name="connsiteX15443" fmla="*/ 1757224 w 2119654"/>
              <a:gd name="connsiteY15443" fmla="*/ 1631538 h 2398711"/>
              <a:gd name="connsiteX15444" fmla="*/ 1758910 w 2119654"/>
              <a:gd name="connsiteY15444" fmla="*/ 1630892 h 2398711"/>
              <a:gd name="connsiteX15445" fmla="*/ 1760129 w 2119654"/>
              <a:gd name="connsiteY15445" fmla="*/ 1629242 h 2398711"/>
              <a:gd name="connsiteX15446" fmla="*/ 1760134 w 2119654"/>
              <a:gd name="connsiteY15446" fmla="*/ 1629409 h 2398711"/>
              <a:gd name="connsiteX15447" fmla="*/ 1759089 w 2119654"/>
              <a:gd name="connsiteY15447" fmla="*/ 1630824 h 2398711"/>
              <a:gd name="connsiteX15448" fmla="*/ 1765255 w 2119654"/>
              <a:gd name="connsiteY15448" fmla="*/ 1628463 h 2398711"/>
              <a:gd name="connsiteX15449" fmla="*/ 1764490 w 2119654"/>
              <a:gd name="connsiteY15449" fmla="*/ 1627745 h 2398711"/>
              <a:gd name="connsiteX15450" fmla="*/ 1760756 w 2119654"/>
              <a:gd name="connsiteY15450" fmla="*/ 1628846 h 2398711"/>
              <a:gd name="connsiteX15451" fmla="*/ 1590905 w 2119654"/>
              <a:gd name="connsiteY15451" fmla="*/ 2002923 h 2398711"/>
              <a:gd name="connsiteX15452" fmla="*/ 1592311 w 2119654"/>
              <a:gd name="connsiteY15452" fmla="*/ 2003239 h 2398711"/>
              <a:gd name="connsiteX15453" fmla="*/ 1593073 w 2119654"/>
              <a:gd name="connsiteY15453" fmla="*/ 2002791 h 2398711"/>
              <a:gd name="connsiteX15454" fmla="*/ 1593333 w 2119654"/>
              <a:gd name="connsiteY15454" fmla="*/ 2002167 h 2398711"/>
              <a:gd name="connsiteX15455" fmla="*/ 1592563 w 2119654"/>
              <a:gd name="connsiteY15455" fmla="*/ 2002214 h 2398711"/>
              <a:gd name="connsiteX15456" fmla="*/ 1607685 w 2119654"/>
              <a:gd name="connsiteY15456" fmla="*/ 1965342 h 2398711"/>
              <a:gd name="connsiteX15457" fmla="*/ 1607568 w 2119654"/>
              <a:gd name="connsiteY15457" fmla="*/ 1967255 h 2398711"/>
              <a:gd name="connsiteX15458" fmla="*/ 1607981 w 2119654"/>
              <a:gd name="connsiteY15458" fmla="*/ 1967129 h 2398711"/>
              <a:gd name="connsiteX15459" fmla="*/ 1608542 w 2119654"/>
              <a:gd name="connsiteY15459" fmla="*/ 1965788 h 2398711"/>
              <a:gd name="connsiteX15460" fmla="*/ 1608480 w 2119654"/>
              <a:gd name="connsiteY15460" fmla="*/ 1965259 h 2398711"/>
              <a:gd name="connsiteX15461" fmla="*/ 1760808 w 2119654"/>
              <a:gd name="connsiteY15461" fmla="*/ 1622471 h 2398711"/>
              <a:gd name="connsiteX15462" fmla="*/ 1761573 w 2119654"/>
              <a:gd name="connsiteY15462" fmla="*/ 1623189 h 2398711"/>
              <a:gd name="connsiteX15463" fmla="*/ 1768505 w 2119654"/>
              <a:gd name="connsiteY15463" fmla="*/ 1618972 h 2398711"/>
              <a:gd name="connsiteX15464" fmla="*/ 1768530 w 2119654"/>
              <a:gd name="connsiteY15464" fmla="*/ 1618431 h 2398711"/>
              <a:gd name="connsiteX15465" fmla="*/ 1768499 w 2119654"/>
              <a:gd name="connsiteY15465" fmla="*/ 1618370 h 2398711"/>
              <a:gd name="connsiteX15466" fmla="*/ 1766449 w 2119654"/>
              <a:gd name="connsiteY15466" fmla="*/ 1619107 h 2398711"/>
              <a:gd name="connsiteX15467" fmla="*/ 1763367 w 2119654"/>
              <a:gd name="connsiteY15467" fmla="*/ 1620075 h 2398711"/>
              <a:gd name="connsiteX15468" fmla="*/ 1583636 w 2119654"/>
              <a:gd name="connsiteY15468" fmla="*/ 2019154 h 2398711"/>
              <a:gd name="connsiteX15469" fmla="*/ 1583426 w 2119654"/>
              <a:gd name="connsiteY15469" fmla="*/ 2019855 h 2398711"/>
              <a:gd name="connsiteX15470" fmla="*/ 1585690 w 2119654"/>
              <a:gd name="connsiteY15470" fmla="*/ 2020452 h 2398711"/>
              <a:gd name="connsiteX15471" fmla="*/ 1586480 w 2119654"/>
              <a:gd name="connsiteY15471" fmla="*/ 2018564 h 2398711"/>
              <a:gd name="connsiteX15472" fmla="*/ 1584949 w 2119654"/>
              <a:gd name="connsiteY15472" fmla="*/ 2018746 h 2398711"/>
              <a:gd name="connsiteX15473" fmla="*/ 1755030 w 2119654"/>
              <a:gd name="connsiteY15473" fmla="*/ 1635320 h 2398711"/>
              <a:gd name="connsiteX15474" fmla="*/ 1755167 w 2119654"/>
              <a:gd name="connsiteY15474" fmla="*/ 1635961 h 2398711"/>
              <a:gd name="connsiteX15475" fmla="*/ 1755370 w 2119654"/>
              <a:gd name="connsiteY15475" fmla="*/ 1635686 h 2398711"/>
              <a:gd name="connsiteX15476" fmla="*/ 1604044 w 2119654"/>
              <a:gd name="connsiteY15476" fmla="*/ 1973387 h 2398711"/>
              <a:gd name="connsiteX15477" fmla="*/ 1604277 w 2119654"/>
              <a:gd name="connsiteY15477" fmla="*/ 1975141 h 2398711"/>
              <a:gd name="connsiteX15478" fmla="*/ 1604298 w 2119654"/>
              <a:gd name="connsiteY15478" fmla="*/ 1975141 h 2398711"/>
              <a:gd name="connsiteX15479" fmla="*/ 1604660 w 2119654"/>
              <a:gd name="connsiteY15479" fmla="*/ 1975075 h 2398711"/>
              <a:gd name="connsiteX15480" fmla="*/ 1605251 w 2119654"/>
              <a:gd name="connsiteY15480" fmla="*/ 1973659 h 2398711"/>
              <a:gd name="connsiteX15481" fmla="*/ 1813028 w 2119654"/>
              <a:gd name="connsiteY15481" fmla="*/ 1505408 h 2398711"/>
              <a:gd name="connsiteX15482" fmla="*/ 1813202 w 2119654"/>
              <a:gd name="connsiteY15482" fmla="*/ 1505724 h 2398711"/>
              <a:gd name="connsiteX15483" fmla="*/ 1814161 w 2119654"/>
              <a:gd name="connsiteY15483" fmla="*/ 1504847 h 2398711"/>
              <a:gd name="connsiteX15484" fmla="*/ 1814147 w 2119654"/>
              <a:gd name="connsiteY15484" fmla="*/ 1504727 h 2398711"/>
              <a:gd name="connsiteX15485" fmla="*/ 1813172 w 2119654"/>
              <a:gd name="connsiteY15485" fmla="*/ 1505214 h 2398711"/>
              <a:gd name="connsiteX15486" fmla="*/ 1913364 w 2119654"/>
              <a:gd name="connsiteY15486" fmla="*/ 1280611 h 2398711"/>
              <a:gd name="connsiteX15487" fmla="*/ 1914335 w 2119654"/>
              <a:gd name="connsiteY15487" fmla="*/ 1279944 h 2398711"/>
              <a:gd name="connsiteX15488" fmla="*/ 1917836 w 2119654"/>
              <a:gd name="connsiteY15488" fmla="*/ 1274732 h 2398711"/>
              <a:gd name="connsiteX15489" fmla="*/ 1590295 w 2119654"/>
              <a:gd name="connsiteY15489" fmla="*/ 2003717 h 2398711"/>
              <a:gd name="connsiteX15490" fmla="*/ 1590319 w 2119654"/>
              <a:gd name="connsiteY15490" fmla="*/ 2004412 h 2398711"/>
              <a:gd name="connsiteX15491" fmla="*/ 1591167 w 2119654"/>
              <a:gd name="connsiteY15491" fmla="*/ 2003913 h 2398711"/>
              <a:gd name="connsiteX15492" fmla="*/ 1575931 w 2119654"/>
              <a:gd name="connsiteY15492" fmla="*/ 2035857 h 2398711"/>
              <a:gd name="connsiteX15493" fmla="*/ 1575500 w 2119654"/>
              <a:gd name="connsiteY15493" fmla="*/ 2037728 h 2398711"/>
              <a:gd name="connsiteX15494" fmla="*/ 1577740 w 2119654"/>
              <a:gd name="connsiteY15494" fmla="*/ 2037839 h 2398711"/>
              <a:gd name="connsiteX15495" fmla="*/ 1578122 w 2119654"/>
              <a:gd name="connsiteY15495" fmla="*/ 2037019 h 2398711"/>
              <a:gd name="connsiteX15496" fmla="*/ 1578600 w 2119654"/>
              <a:gd name="connsiteY15496" fmla="*/ 2035427 h 2398711"/>
              <a:gd name="connsiteX15497" fmla="*/ 1690040 w 2119654"/>
              <a:gd name="connsiteY15497" fmla="*/ 1780331 h 2398711"/>
              <a:gd name="connsiteX15498" fmla="*/ 1689491 w 2119654"/>
              <a:gd name="connsiteY15498" fmla="*/ 1786459 h 2398711"/>
              <a:gd name="connsiteX15499" fmla="*/ 1690227 w 2119654"/>
              <a:gd name="connsiteY15499" fmla="*/ 1785924 h 2398711"/>
              <a:gd name="connsiteX15500" fmla="*/ 1690361 w 2119654"/>
              <a:gd name="connsiteY15500" fmla="*/ 1783503 h 2398711"/>
              <a:gd name="connsiteX15501" fmla="*/ 1690070 w 2119654"/>
              <a:gd name="connsiteY15501" fmla="*/ 1780320 h 2398711"/>
              <a:gd name="connsiteX15502" fmla="*/ 1515877 w 2119654"/>
              <a:gd name="connsiteY15502" fmla="*/ 2170292 h 2398711"/>
              <a:gd name="connsiteX15503" fmla="*/ 1520784 w 2119654"/>
              <a:gd name="connsiteY15503" fmla="*/ 2173720 h 2398711"/>
              <a:gd name="connsiteX15504" fmla="*/ 1519439 w 2119654"/>
              <a:gd name="connsiteY15504" fmla="*/ 2165520 h 2398711"/>
              <a:gd name="connsiteX15505" fmla="*/ 1812319 w 2119654"/>
              <a:gd name="connsiteY15505" fmla="*/ 1506365 h 2398711"/>
              <a:gd name="connsiteX15506" fmla="*/ 1812362 w 2119654"/>
              <a:gd name="connsiteY15506" fmla="*/ 1506493 h 2398711"/>
              <a:gd name="connsiteX15507" fmla="*/ 1812579 w 2119654"/>
              <a:gd name="connsiteY15507" fmla="*/ 1506293 h 2398711"/>
              <a:gd name="connsiteX15508" fmla="*/ 1812492 w 2119654"/>
              <a:gd name="connsiteY15508" fmla="*/ 1506132 h 2398711"/>
              <a:gd name="connsiteX15509" fmla="*/ 1539905 w 2119654"/>
              <a:gd name="connsiteY15509" fmla="*/ 2116352 h 2398711"/>
              <a:gd name="connsiteX15510" fmla="*/ 1539192 w 2119654"/>
              <a:gd name="connsiteY15510" fmla="*/ 2119842 h 2398711"/>
              <a:gd name="connsiteX15511" fmla="*/ 1552581 w 2119654"/>
              <a:gd name="connsiteY15511" fmla="*/ 2119662 h 2398711"/>
              <a:gd name="connsiteX15512" fmla="*/ 1554861 w 2119654"/>
              <a:gd name="connsiteY15512" fmla="*/ 2116521 h 2398711"/>
              <a:gd name="connsiteX15513" fmla="*/ 1549157 w 2119654"/>
              <a:gd name="connsiteY15513" fmla="*/ 2114813 h 2398711"/>
              <a:gd name="connsiteX15514" fmla="*/ 1765430 w 2119654"/>
              <a:gd name="connsiteY15514" fmla="*/ 1611335 h 2398711"/>
              <a:gd name="connsiteX15515" fmla="*/ 1767525 w 2119654"/>
              <a:gd name="connsiteY15515" fmla="*/ 1615529 h 2398711"/>
              <a:gd name="connsiteX15516" fmla="*/ 1767998 w 2119654"/>
              <a:gd name="connsiteY15516" fmla="*/ 1615219 h 2398711"/>
              <a:gd name="connsiteX15517" fmla="*/ 1768706 w 2119654"/>
              <a:gd name="connsiteY15517" fmla="*/ 1614556 h 2398711"/>
              <a:gd name="connsiteX15518" fmla="*/ 1768861 w 2119654"/>
              <a:gd name="connsiteY15518" fmla="*/ 1611158 h 2398711"/>
              <a:gd name="connsiteX15519" fmla="*/ 1768529 w 2119654"/>
              <a:gd name="connsiteY15519" fmla="*/ 1607903 h 2398711"/>
              <a:gd name="connsiteX15520" fmla="*/ 1767052 w 2119654"/>
              <a:gd name="connsiteY15520" fmla="*/ 1608931 h 2398711"/>
              <a:gd name="connsiteX15521" fmla="*/ 1871699 w 2119654"/>
              <a:gd name="connsiteY15521" fmla="*/ 1373353 h 2398711"/>
              <a:gd name="connsiteX15522" fmla="*/ 1872306 w 2119654"/>
              <a:gd name="connsiteY15522" fmla="*/ 1374665 h 2398711"/>
              <a:gd name="connsiteX15523" fmla="*/ 1874765 w 2119654"/>
              <a:gd name="connsiteY15523" fmla="*/ 1373595 h 2398711"/>
              <a:gd name="connsiteX15524" fmla="*/ 1887342 w 2119654"/>
              <a:gd name="connsiteY15524" fmla="*/ 1363900 h 2398711"/>
              <a:gd name="connsiteX15525" fmla="*/ 1752952 w 2119654"/>
              <a:gd name="connsiteY15525" fmla="*/ 1639135 h 2398711"/>
              <a:gd name="connsiteX15526" fmla="*/ 1753529 w 2119654"/>
              <a:gd name="connsiteY15526" fmla="*/ 1640131 h 2398711"/>
              <a:gd name="connsiteX15527" fmla="*/ 1755482 w 2119654"/>
              <a:gd name="connsiteY15527" fmla="*/ 1639251 h 2398711"/>
              <a:gd name="connsiteX15528" fmla="*/ 1754904 w 2119654"/>
              <a:gd name="connsiteY15528" fmla="*/ 1636557 h 2398711"/>
              <a:gd name="connsiteX15529" fmla="*/ 1754820 w 2119654"/>
              <a:gd name="connsiteY15529" fmla="*/ 1636605 h 2398711"/>
              <a:gd name="connsiteX15530" fmla="*/ 1750126 w 2119654"/>
              <a:gd name="connsiteY15530" fmla="*/ 1645410 h 2398711"/>
              <a:gd name="connsiteX15531" fmla="*/ 1751108 w 2119654"/>
              <a:gd name="connsiteY15531" fmla="*/ 1647438 h 2398711"/>
              <a:gd name="connsiteX15532" fmla="*/ 1752194 w 2119654"/>
              <a:gd name="connsiteY15532" fmla="*/ 1647400 h 2398711"/>
              <a:gd name="connsiteX15533" fmla="*/ 1756030 w 2119654"/>
              <a:gd name="connsiteY15533" fmla="*/ 1644663 h 2398711"/>
              <a:gd name="connsiteX15534" fmla="*/ 1755543 w 2119654"/>
              <a:gd name="connsiteY15534" fmla="*/ 1643822 h 2398711"/>
              <a:gd name="connsiteX15535" fmla="*/ 1791218 w 2119654"/>
              <a:gd name="connsiteY15535" fmla="*/ 1553362 h 2398711"/>
              <a:gd name="connsiteX15536" fmla="*/ 1795852 w 2119654"/>
              <a:gd name="connsiteY15536" fmla="*/ 1552870 h 2398711"/>
              <a:gd name="connsiteX15537" fmla="*/ 1798310 w 2119654"/>
              <a:gd name="connsiteY15537" fmla="*/ 1550683 h 2398711"/>
              <a:gd name="connsiteX15538" fmla="*/ 1797333 w 2119654"/>
              <a:gd name="connsiteY15538" fmla="*/ 1549027 h 2398711"/>
              <a:gd name="connsiteX15539" fmla="*/ 1796370 w 2119654"/>
              <a:gd name="connsiteY15539" fmla="*/ 1549666 h 2398711"/>
              <a:gd name="connsiteX15540" fmla="*/ 1796595 w 2119654"/>
              <a:gd name="connsiteY15540" fmla="*/ 1550930 h 2398711"/>
              <a:gd name="connsiteX15541" fmla="*/ 1796482 w 2119654"/>
              <a:gd name="connsiteY15541" fmla="*/ 1551140 h 2398711"/>
              <a:gd name="connsiteX15542" fmla="*/ 1796235 w 2119654"/>
              <a:gd name="connsiteY15542" fmla="*/ 1549755 h 2398711"/>
              <a:gd name="connsiteX15543" fmla="*/ 1796191 w 2119654"/>
              <a:gd name="connsiteY15543" fmla="*/ 1549784 h 2398711"/>
              <a:gd name="connsiteX15544" fmla="*/ 1964136 w 2119654"/>
              <a:gd name="connsiteY15544" fmla="*/ 1166163 h 2398711"/>
              <a:gd name="connsiteX15545" fmla="*/ 1957756 w 2119654"/>
              <a:gd name="connsiteY15545" fmla="*/ 1188164 h 2398711"/>
              <a:gd name="connsiteX15546" fmla="*/ 1988617 w 2119654"/>
              <a:gd name="connsiteY15546" fmla="*/ 1147020 h 2398711"/>
              <a:gd name="connsiteX15547" fmla="*/ 1976024 w 2119654"/>
              <a:gd name="connsiteY15547" fmla="*/ 1156999 h 2398711"/>
              <a:gd name="connsiteX15548" fmla="*/ 1754876 w 2119654"/>
              <a:gd name="connsiteY15548" fmla="*/ 1634603 h 2398711"/>
              <a:gd name="connsiteX15549" fmla="*/ 1754893 w 2119654"/>
              <a:gd name="connsiteY15549" fmla="*/ 1634682 h 2398711"/>
              <a:gd name="connsiteX15550" fmla="*/ 1755571 w 2119654"/>
              <a:gd name="connsiteY15550" fmla="*/ 1635413 h 2398711"/>
              <a:gd name="connsiteX15551" fmla="*/ 1756610 w 2119654"/>
              <a:gd name="connsiteY15551" fmla="*/ 1634008 h 2398711"/>
              <a:gd name="connsiteX15552" fmla="*/ 1756582 w 2119654"/>
              <a:gd name="connsiteY15552" fmla="*/ 1633950 h 2398711"/>
              <a:gd name="connsiteX15553" fmla="*/ 1603936 w 2119654"/>
              <a:gd name="connsiteY15553" fmla="*/ 1972578 h 2398711"/>
              <a:gd name="connsiteX15554" fmla="*/ 1603975 w 2119654"/>
              <a:gd name="connsiteY15554" fmla="*/ 1972866 h 2398711"/>
              <a:gd name="connsiteX15555" fmla="*/ 1605445 w 2119654"/>
              <a:gd name="connsiteY15555" fmla="*/ 1973197 h 2398711"/>
              <a:gd name="connsiteX15556" fmla="*/ 1605669 w 2119654"/>
              <a:gd name="connsiteY15556" fmla="*/ 1972661 h 2398711"/>
              <a:gd name="connsiteX15557" fmla="*/ 1801771 w 2119654"/>
              <a:gd name="connsiteY15557" fmla="*/ 1529514 h 2398711"/>
              <a:gd name="connsiteX15558" fmla="*/ 1801886 w 2119654"/>
              <a:gd name="connsiteY15558" fmla="*/ 1529741 h 2398711"/>
              <a:gd name="connsiteX15559" fmla="*/ 1805829 w 2119654"/>
              <a:gd name="connsiteY15559" fmla="*/ 1528217 h 2398711"/>
              <a:gd name="connsiteX15560" fmla="*/ 1808144 w 2119654"/>
              <a:gd name="connsiteY15560" fmla="*/ 1527187 h 2398711"/>
              <a:gd name="connsiteX15561" fmla="*/ 1808364 w 2119654"/>
              <a:gd name="connsiteY15561" fmla="*/ 1526999 h 2398711"/>
              <a:gd name="connsiteX15562" fmla="*/ 1807445 w 2119654"/>
              <a:gd name="connsiteY15562" fmla="*/ 1526400 h 2398711"/>
              <a:gd name="connsiteX15563" fmla="*/ 1804073 w 2119654"/>
              <a:gd name="connsiteY15563" fmla="*/ 1527864 h 2398711"/>
              <a:gd name="connsiteX15564" fmla="*/ 1515123 w 2119654"/>
              <a:gd name="connsiteY15564" fmla="*/ 2171303 h 2398711"/>
              <a:gd name="connsiteX15565" fmla="*/ 1514700 w 2119654"/>
              <a:gd name="connsiteY15565" fmla="*/ 2172749 h 2398711"/>
              <a:gd name="connsiteX15566" fmla="*/ 1521153 w 2119654"/>
              <a:gd name="connsiteY15566" fmla="*/ 2175968 h 2398711"/>
              <a:gd name="connsiteX15567" fmla="*/ 1520835 w 2119654"/>
              <a:gd name="connsiteY15567" fmla="*/ 2174035 h 2398711"/>
              <a:gd name="connsiteX15568" fmla="*/ 1515690 w 2119654"/>
              <a:gd name="connsiteY15568" fmla="*/ 2170544 h 2398711"/>
              <a:gd name="connsiteX15569" fmla="*/ 1742984 w 2119654"/>
              <a:gd name="connsiteY15569" fmla="*/ 1660811 h 2398711"/>
              <a:gd name="connsiteX15570" fmla="*/ 1743196 w 2119654"/>
              <a:gd name="connsiteY15570" fmla="*/ 1662178 h 2398711"/>
              <a:gd name="connsiteX15571" fmla="*/ 1746044 w 2119654"/>
              <a:gd name="connsiteY15571" fmla="*/ 1660475 h 2398711"/>
              <a:gd name="connsiteX15572" fmla="*/ 1745946 w 2119654"/>
              <a:gd name="connsiteY15572" fmla="*/ 1660051 h 2398711"/>
              <a:gd name="connsiteX15573" fmla="*/ 1515401 w 2119654"/>
              <a:gd name="connsiteY15573" fmla="*/ 2170347 h 2398711"/>
              <a:gd name="connsiteX15574" fmla="*/ 1515265 w 2119654"/>
              <a:gd name="connsiteY15574" fmla="*/ 2170815 h 2398711"/>
              <a:gd name="connsiteX15575" fmla="*/ 1515542 w 2119654"/>
              <a:gd name="connsiteY15575" fmla="*/ 2170443 h 2398711"/>
              <a:gd name="connsiteX15576" fmla="*/ 1687346 w 2119654"/>
              <a:gd name="connsiteY15576" fmla="*/ 1785320 h 2398711"/>
              <a:gd name="connsiteX15577" fmla="*/ 1687310 w 2119654"/>
              <a:gd name="connsiteY15577" fmla="*/ 1785449 h 2398711"/>
              <a:gd name="connsiteX15578" fmla="*/ 1688054 w 2119654"/>
              <a:gd name="connsiteY15578" fmla="*/ 1787503 h 2398711"/>
              <a:gd name="connsiteX15579" fmla="*/ 1688368 w 2119654"/>
              <a:gd name="connsiteY15579" fmla="*/ 1787274 h 2398711"/>
              <a:gd name="connsiteX15580" fmla="*/ 1557259 w 2119654"/>
              <a:gd name="connsiteY15580" fmla="*/ 2076569 h 2398711"/>
              <a:gd name="connsiteX15581" fmla="*/ 1559329 w 2119654"/>
              <a:gd name="connsiteY15581" fmla="*/ 2077369 h 2398711"/>
              <a:gd name="connsiteX15582" fmla="*/ 1560523 w 2119654"/>
              <a:gd name="connsiteY15582" fmla="*/ 2074805 h 2398711"/>
              <a:gd name="connsiteX15583" fmla="*/ 1559564 w 2119654"/>
              <a:gd name="connsiteY15583" fmla="*/ 2075389 h 2398711"/>
              <a:gd name="connsiteX15584" fmla="*/ 1541517 w 2119654"/>
              <a:gd name="connsiteY15584" fmla="*/ 2111816 h 2398711"/>
              <a:gd name="connsiteX15585" fmla="*/ 1547159 w 2119654"/>
              <a:gd name="connsiteY15585" fmla="*/ 2113505 h 2398711"/>
              <a:gd name="connsiteX15586" fmla="*/ 1557861 w 2119654"/>
              <a:gd name="connsiteY15586" fmla="*/ 2111848 h 2398711"/>
              <a:gd name="connsiteX15587" fmla="*/ 1558203 w 2119654"/>
              <a:gd name="connsiteY15587" fmla="*/ 2110367 h 2398711"/>
              <a:gd name="connsiteX15588" fmla="*/ 1554452 w 2119654"/>
              <a:gd name="connsiteY15588" fmla="*/ 2110111 h 2398711"/>
              <a:gd name="connsiteX15589" fmla="*/ 1551453 w 2119654"/>
              <a:gd name="connsiteY15589" fmla="*/ 2109865 h 2398711"/>
              <a:gd name="connsiteX15590" fmla="*/ 1795276 w 2119654"/>
              <a:gd name="connsiteY15590" fmla="*/ 1543532 h 2398711"/>
              <a:gd name="connsiteX15591" fmla="*/ 1795506 w 2119654"/>
              <a:gd name="connsiteY15591" fmla="*/ 1544819 h 2398711"/>
              <a:gd name="connsiteX15592" fmla="*/ 1796761 w 2119654"/>
              <a:gd name="connsiteY15592" fmla="*/ 1546948 h 2398711"/>
              <a:gd name="connsiteX15593" fmla="*/ 1799280 w 2119654"/>
              <a:gd name="connsiteY15593" fmla="*/ 1545136 h 2398711"/>
              <a:gd name="connsiteX15594" fmla="*/ 1798863 w 2119654"/>
              <a:gd name="connsiteY15594" fmla="*/ 1542989 h 2398711"/>
              <a:gd name="connsiteX15595" fmla="*/ 1563180 w 2119654"/>
              <a:gd name="connsiteY15595" fmla="*/ 2063214 h 2398711"/>
              <a:gd name="connsiteX15596" fmla="*/ 1566056 w 2119654"/>
              <a:gd name="connsiteY15596" fmla="*/ 2062927 h 2398711"/>
              <a:gd name="connsiteX15597" fmla="*/ 1567705 w 2119654"/>
              <a:gd name="connsiteY15597" fmla="*/ 2059385 h 2398711"/>
              <a:gd name="connsiteX15598" fmla="*/ 1565975 w 2119654"/>
              <a:gd name="connsiteY15598" fmla="*/ 2059163 h 2398711"/>
              <a:gd name="connsiteX15599" fmla="*/ 1565911 w 2119654"/>
              <a:gd name="connsiteY15599" fmla="*/ 2059201 h 2398711"/>
              <a:gd name="connsiteX15600" fmla="*/ 1755994 w 2119654"/>
              <a:gd name="connsiteY15600" fmla="*/ 1631453 h 2398711"/>
              <a:gd name="connsiteX15601" fmla="*/ 1756216 w 2119654"/>
              <a:gd name="connsiteY15601" fmla="*/ 1631923 h 2398711"/>
              <a:gd name="connsiteX15602" fmla="*/ 1756899 w 2119654"/>
              <a:gd name="connsiteY15602" fmla="*/ 1631662 h 2398711"/>
              <a:gd name="connsiteX15603" fmla="*/ 1756765 w 2119654"/>
              <a:gd name="connsiteY15603" fmla="*/ 1631030 h 2398711"/>
              <a:gd name="connsiteX15604" fmla="*/ 1767856 w 2119654"/>
              <a:gd name="connsiteY15604" fmla="*/ 1604870 h 2398711"/>
              <a:gd name="connsiteX15605" fmla="*/ 1768051 w 2119654"/>
              <a:gd name="connsiteY15605" fmla="*/ 1604845 h 2398711"/>
              <a:gd name="connsiteX15606" fmla="*/ 1768212 w 2119654"/>
              <a:gd name="connsiteY15606" fmla="*/ 1604796 h 2398711"/>
              <a:gd name="connsiteX15607" fmla="*/ 1768208 w 2119654"/>
              <a:gd name="connsiteY15607" fmla="*/ 1604759 h 2398711"/>
              <a:gd name="connsiteX15608" fmla="*/ 1783287 w 2119654"/>
              <a:gd name="connsiteY15608" fmla="*/ 1570188 h 2398711"/>
              <a:gd name="connsiteX15609" fmla="*/ 1783437 w 2119654"/>
              <a:gd name="connsiteY15609" fmla="*/ 1570897 h 2398711"/>
              <a:gd name="connsiteX15610" fmla="*/ 1783929 w 2119654"/>
              <a:gd name="connsiteY15610" fmla="*/ 1570723 h 2398711"/>
              <a:gd name="connsiteX15611" fmla="*/ 1788166 w 2119654"/>
              <a:gd name="connsiteY15611" fmla="*/ 1567940 h 2398711"/>
              <a:gd name="connsiteX15612" fmla="*/ 1843706 w 2119654"/>
              <a:gd name="connsiteY15612" fmla="*/ 1434869 h 2398711"/>
              <a:gd name="connsiteX15613" fmla="*/ 1852165 w 2119654"/>
              <a:gd name="connsiteY15613" fmla="*/ 1428428 h 2398711"/>
              <a:gd name="connsiteX15614" fmla="*/ 1861964 w 2119654"/>
              <a:gd name="connsiteY15614" fmla="*/ 1419764 h 2398711"/>
              <a:gd name="connsiteX15615" fmla="*/ 1861479 w 2119654"/>
              <a:gd name="connsiteY15615" fmla="*/ 1419229 h 2398711"/>
              <a:gd name="connsiteX15616" fmla="*/ 1861257 w 2119654"/>
              <a:gd name="connsiteY15616" fmla="*/ 1418992 h 2398711"/>
              <a:gd name="connsiteX15617" fmla="*/ 1590248 w 2119654"/>
              <a:gd name="connsiteY15617" fmla="*/ 2002356 h 2398711"/>
              <a:gd name="connsiteX15618" fmla="*/ 1590257 w 2119654"/>
              <a:gd name="connsiteY15618" fmla="*/ 2002607 h 2398711"/>
              <a:gd name="connsiteX15619" fmla="*/ 1591043 w 2119654"/>
              <a:gd name="connsiteY15619" fmla="*/ 2002307 h 2398711"/>
              <a:gd name="connsiteX15620" fmla="*/ 1710140 w 2119654"/>
              <a:gd name="connsiteY15620" fmla="*/ 1733861 h 2398711"/>
              <a:gd name="connsiteX15621" fmla="*/ 1710383 w 2119654"/>
              <a:gd name="connsiteY15621" fmla="*/ 1736406 h 2398711"/>
              <a:gd name="connsiteX15622" fmla="*/ 1710436 w 2119654"/>
              <a:gd name="connsiteY15622" fmla="*/ 1736590 h 2398711"/>
              <a:gd name="connsiteX15623" fmla="*/ 1710406 w 2119654"/>
              <a:gd name="connsiteY15623" fmla="*/ 1736646 h 2398711"/>
              <a:gd name="connsiteX15624" fmla="*/ 1710417 w 2119654"/>
              <a:gd name="connsiteY15624" fmla="*/ 1736755 h 2398711"/>
              <a:gd name="connsiteX15625" fmla="*/ 1710754 w 2119654"/>
              <a:gd name="connsiteY15625" fmla="*/ 1737530 h 2398711"/>
              <a:gd name="connsiteX15626" fmla="*/ 1714119 w 2119654"/>
              <a:gd name="connsiteY15626" fmla="*/ 1735177 h 2398711"/>
              <a:gd name="connsiteX15627" fmla="*/ 1716186 w 2119654"/>
              <a:gd name="connsiteY15627" fmla="*/ 1733571 h 2398711"/>
              <a:gd name="connsiteX15628" fmla="*/ 1715825 w 2119654"/>
              <a:gd name="connsiteY15628" fmla="*/ 1732002 h 2398711"/>
              <a:gd name="connsiteX15629" fmla="*/ 1576544 w 2119654"/>
              <a:gd name="connsiteY15629" fmla="*/ 2032997 h 2398711"/>
              <a:gd name="connsiteX15630" fmla="*/ 1576337 w 2119654"/>
              <a:gd name="connsiteY15630" fmla="*/ 2034091 h 2398711"/>
              <a:gd name="connsiteX15631" fmla="*/ 1576013 w 2119654"/>
              <a:gd name="connsiteY15631" fmla="*/ 2035498 h 2398711"/>
              <a:gd name="connsiteX15632" fmla="*/ 1578710 w 2119654"/>
              <a:gd name="connsiteY15632" fmla="*/ 2035063 h 2398711"/>
              <a:gd name="connsiteX15633" fmla="*/ 1579089 w 2119654"/>
              <a:gd name="connsiteY15633" fmla="*/ 2033799 h 2398711"/>
              <a:gd name="connsiteX15634" fmla="*/ 1751563 w 2119654"/>
              <a:gd name="connsiteY15634" fmla="*/ 1641015 h 2398711"/>
              <a:gd name="connsiteX15635" fmla="*/ 1753401 w 2119654"/>
              <a:gd name="connsiteY15635" fmla="*/ 1640188 h 2398711"/>
              <a:gd name="connsiteX15636" fmla="*/ 1752852 w 2119654"/>
              <a:gd name="connsiteY15636" fmla="*/ 1639270 h 2398711"/>
              <a:gd name="connsiteX15637" fmla="*/ 1582424 w 2119654"/>
              <a:gd name="connsiteY15637" fmla="*/ 2019591 h 2398711"/>
              <a:gd name="connsiteX15638" fmla="*/ 1583002 w 2119654"/>
              <a:gd name="connsiteY15638" fmla="*/ 2019744 h 2398711"/>
              <a:gd name="connsiteX15639" fmla="*/ 1583116 w 2119654"/>
              <a:gd name="connsiteY15639" fmla="*/ 2019316 h 2398711"/>
              <a:gd name="connsiteX15640" fmla="*/ 1582537 w 2119654"/>
              <a:gd name="connsiteY15640" fmla="*/ 2019496 h 2398711"/>
              <a:gd name="connsiteX15641" fmla="*/ 1783229 w 2119654"/>
              <a:gd name="connsiteY15641" fmla="*/ 1569916 h 2398711"/>
              <a:gd name="connsiteX15642" fmla="*/ 1783265 w 2119654"/>
              <a:gd name="connsiteY15642" fmla="*/ 1570086 h 2398711"/>
              <a:gd name="connsiteX15643" fmla="*/ 1788751 w 2119654"/>
              <a:gd name="connsiteY15643" fmla="*/ 1567557 h 2398711"/>
              <a:gd name="connsiteX15644" fmla="*/ 1789680 w 2119654"/>
              <a:gd name="connsiteY15644" fmla="*/ 1566947 h 2398711"/>
              <a:gd name="connsiteX15645" fmla="*/ 1789956 w 2119654"/>
              <a:gd name="connsiteY15645" fmla="*/ 1566541 h 2398711"/>
              <a:gd name="connsiteX15646" fmla="*/ 1787258 w 2119654"/>
              <a:gd name="connsiteY15646" fmla="*/ 1566930 h 2398711"/>
              <a:gd name="connsiteX15647" fmla="*/ 1783753 w 2119654"/>
              <a:gd name="connsiteY15647" fmla="*/ 1569358 h 2398711"/>
              <a:gd name="connsiteX15648" fmla="*/ 1540518 w 2119654"/>
              <a:gd name="connsiteY15648" fmla="*/ 2113345 h 2398711"/>
              <a:gd name="connsiteX15649" fmla="*/ 1540268 w 2119654"/>
              <a:gd name="connsiteY15649" fmla="*/ 2114572 h 2398711"/>
              <a:gd name="connsiteX15650" fmla="*/ 1544482 w 2119654"/>
              <a:gd name="connsiteY15650" fmla="*/ 2113920 h 2398711"/>
              <a:gd name="connsiteX15651" fmla="*/ 1603792 w 2119654"/>
              <a:gd name="connsiteY15651" fmla="*/ 1971494 h 2398711"/>
              <a:gd name="connsiteX15652" fmla="*/ 1603854 w 2119654"/>
              <a:gd name="connsiteY15652" fmla="*/ 1971954 h 2398711"/>
              <a:gd name="connsiteX15653" fmla="*/ 1604729 w 2119654"/>
              <a:gd name="connsiteY15653" fmla="*/ 1972052 h 2398711"/>
              <a:gd name="connsiteX15654" fmla="*/ 1605900 w 2119654"/>
              <a:gd name="connsiteY15654" fmla="*/ 1972108 h 2398711"/>
              <a:gd name="connsiteX15655" fmla="*/ 1606274 w 2119654"/>
              <a:gd name="connsiteY15655" fmla="*/ 1971214 h 2398711"/>
              <a:gd name="connsiteX15656" fmla="*/ 1604233 w 2119654"/>
              <a:gd name="connsiteY15656" fmla="*/ 1971309 h 2398711"/>
              <a:gd name="connsiteX15657" fmla="*/ 1576739 w 2119654"/>
              <a:gd name="connsiteY15657" fmla="*/ 2031960 h 2398711"/>
              <a:gd name="connsiteX15658" fmla="*/ 1576644 w 2119654"/>
              <a:gd name="connsiteY15658" fmla="*/ 2032466 h 2398711"/>
              <a:gd name="connsiteX15659" fmla="*/ 1579244 w 2119654"/>
              <a:gd name="connsiteY15659" fmla="*/ 2033287 h 2398711"/>
              <a:gd name="connsiteX15660" fmla="*/ 1579771 w 2119654"/>
              <a:gd name="connsiteY15660" fmla="*/ 2031531 h 2398711"/>
              <a:gd name="connsiteX15661" fmla="*/ 1579639 w 2119654"/>
              <a:gd name="connsiteY15661" fmla="*/ 2031509 h 2398711"/>
              <a:gd name="connsiteX15662" fmla="*/ 1790122 w 2119654"/>
              <a:gd name="connsiteY15662" fmla="*/ 1554149 h 2398711"/>
              <a:gd name="connsiteX15663" fmla="*/ 1791605 w 2119654"/>
              <a:gd name="connsiteY15663" fmla="*/ 1556651 h 2398711"/>
              <a:gd name="connsiteX15664" fmla="*/ 1795206 w 2119654"/>
              <a:gd name="connsiteY15664" fmla="*/ 1553446 h 2398711"/>
              <a:gd name="connsiteX15665" fmla="*/ 1790392 w 2119654"/>
              <a:gd name="connsiteY15665" fmla="*/ 1553956 h 2398711"/>
              <a:gd name="connsiteX15666" fmla="*/ 1782918 w 2119654"/>
              <a:gd name="connsiteY15666" fmla="*/ 1570246 h 2398711"/>
              <a:gd name="connsiteX15667" fmla="*/ 1783059 w 2119654"/>
              <a:gd name="connsiteY15667" fmla="*/ 1570180 h 2398711"/>
              <a:gd name="connsiteX15668" fmla="*/ 1783044 w 2119654"/>
              <a:gd name="connsiteY15668" fmla="*/ 1570111 h 2398711"/>
              <a:gd name="connsiteX15669" fmla="*/ 1571401 w 2119654"/>
              <a:gd name="connsiteY15669" fmla="*/ 2043859 h 2398711"/>
              <a:gd name="connsiteX15670" fmla="*/ 1571440 w 2119654"/>
              <a:gd name="connsiteY15670" fmla="*/ 2050062 h 2398711"/>
              <a:gd name="connsiteX15671" fmla="*/ 1572100 w 2119654"/>
              <a:gd name="connsiteY15671" fmla="*/ 2049004 h 2398711"/>
              <a:gd name="connsiteX15672" fmla="*/ 1573064 w 2119654"/>
              <a:gd name="connsiteY15672" fmla="*/ 2043878 h 2398711"/>
              <a:gd name="connsiteX15673" fmla="*/ 1794789 w 2119654"/>
              <a:gd name="connsiteY15673" fmla="*/ 1543606 h 2398711"/>
              <a:gd name="connsiteX15674" fmla="*/ 1795290 w 2119654"/>
              <a:gd name="connsiteY15674" fmla="*/ 1544455 h 2398711"/>
              <a:gd name="connsiteX15675" fmla="*/ 1795130 w 2119654"/>
              <a:gd name="connsiteY15675" fmla="*/ 1543554 h 2398711"/>
              <a:gd name="connsiteX15676" fmla="*/ 1585691 w 2119654"/>
              <a:gd name="connsiteY15676" fmla="*/ 2011761 h 2398711"/>
              <a:gd name="connsiteX15677" fmla="*/ 1584639 w 2119654"/>
              <a:gd name="connsiteY15677" fmla="*/ 2015732 h 2398711"/>
              <a:gd name="connsiteX15678" fmla="*/ 1585011 w 2119654"/>
              <a:gd name="connsiteY15678" fmla="*/ 2015617 h 2398711"/>
              <a:gd name="connsiteX15679" fmla="*/ 1586513 w 2119654"/>
              <a:gd name="connsiteY15679" fmla="*/ 2014367 h 2398711"/>
              <a:gd name="connsiteX15680" fmla="*/ 1586414 w 2119654"/>
              <a:gd name="connsiteY15680" fmla="*/ 2013047 h 2398711"/>
              <a:gd name="connsiteX15681" fmla="*/ 1740768 w 2119654"/>
              <a:gd name="connsiteY15681" fmla="*/ 1664441 h 2398711"/>
              <a:gd name="connsiteX15682" fmla="*/ 1741549 w 2119654"/>
              <a:gd name="connsiteY15682" fmla="*/ 1665158 h 2398711"/>
              <a:gd name="connsiteX15683" fmla="*/ 1742785 w 2119654"/>
              <a:gd name="connsiteY15683" fmla="*/ 1664869 h 2398711"/>
              <a:gd name="connsiteX15684" fmla="*/ 1742539 w 2119654"/>
              <a:gd name="connsiteY15684" fmla="*/ 1663282 h 2398711"/>
              <a:gd name="connsiteX15685" fmla="*/ 1540734 w 2119654"/>
              <a:gd name="connsiteY15685" fmla="*/ 2112291 h 2398711"/>
              <a:gd name="connsiteX15686" fmla="*/ 1540663 w 2119654"/>
              <a:gd name="connsiteY15686" fmla="*/ 2112637 h 2398711"/>
              <a:gd name="connsiteX15687" fmla="*/ 1543044 w 2119654"/>
              <a:gd name="connsiteY15687" fmla="*/ 2112983 h 2398711"/>
              <a:gd name="connsiteX15688" fmla="*/ 1581856 w 2119654"/>
              <a:gd name="connsiteY15688" fmla="*/ 2020063 h 2398711"/>
              <a:gd name="connsiteX15689" fmla="*/ 1582833 w 2119654"/>
              <a:gd name="connsiteY15689" fmla="*/ 2020381 h 2398711"/>
              <a:gd name="connsiteX15690" fmla="*/ 1582906 w 2119654"/>
              <a:gd name="connsiteY15690" fmla="*/ 2020106 h 2398711"/>
              <a:gd name="connsiteX15691" fmla="*/ 1582069 w 2119654"/>
              <a:gd name="connsiteY15691" fmla="*/ 2019886 h 2398711"/>
              <a:gd name="connsiteX15692" fmla="*/ 1797914 w 2119654"/>
              <a:gd name="connsiteY15692" fmla="*/ 1536186 h 2398711"/>
              <a:gd name="connsiteX15693" fmla="*/ 1798356 w 2119654"/>
              <a:gd name="connsiteY15693" fmla="*/ 1538462 h 2398711"/>
              <a:gd name="connsiteX15694" fmla="*/ 1802441 w 2119654"/>
              <a:gd name="connsiteY15694" fmla="*/ 1534780 h 2398711"/>
              <a:gd name="connsiteX15695" fmla="*/ 1801575 w 2119654"/>
              <a:gd name="connsiteY15695" fmla="*/ 1533065 h 2398711"/>
              <a:gd name="connsiteX15696" fmla="*/ 1800260 w 2119654"/>
              <a:gd name="connsiteY15696" fmla="*/ 1534186 h 2398711"/>
              <a:gd name="connsiteX15697" fmla="*/ 1800174 w 2119654"/>
              <a:gd name="connsiteY15697" fmla="*/ 1534427 h 2398711"/>
              <a:gd name="connsiteX15698" fmla="*/ 1799418 w 2119654"/>
              <a:gd name="connsiteY15698" fmla="*/ 1534904 h 2398711"/>
              <a:gd name="connsiteX15699" fmla="*/ 1688433 w 2119654"/>
              <a:gd name="connsiteY15699" fmla="*/ 1781262 h 2398711"/>
              <a:gd name="connsiteX15700" fmla="*/ 1687744 w 2119654"/>
              <a:gd name="connsiteY15700" fmla="*/ 1783832 h 2398711"/>
              <a:gd name="connsiteX15701" fmla="*/ 1688690 w 2119654"/>
              <a:gd name="connsiteY15701" fmla="*/ 1785640 h 2398711"/>
              <a:gd name="connsiteX15702" fmla="*/ 1689124 w 2119654"/>
              <a:gd name="connsiteY15702" fmla="*/ 1780786 h 2398711"/>
              <a:gd name="connsiteX15703" fmla="*/ 1592022 w 2119654"/>
              <a:gd name="connsiteY15703" fmla="*/ 1997136 h 2398711"/>
              <a:gd name="connsiteX15704" fmla="*/ 1593407 w 2119654"/>
              <a:gd name="connsiteY15704" fmla="*/ 1997456 h 2398711"/>
              <a:gd name="connsiteX15705" fmla="*/ 1595475 w 2119654"/>
              <a:gd name="connsiteY15705" fmla="*/ 1997043 h 2398711"/>
              <a:gd name="connsiteX15706" fmla="*/ 1596428 w 2119654"/>
              <a:gd name="connsiteY15706" fmla="*/ 1994763 h 2398711"/>
              <a:gd name="connsiteX15707" fmla="*/ 1767966 w 2119654"/>
              <a:gd name="connsiteY15707" fmla="*/ 1603128 h 2398711"/>
              <a:gd name="connsiteX15708" fmla="*/ 1767979 w 2119654"/>
              <a:gd name="connsiteY15708" fmla="*/ 1603136 h 2398711"/>
              <a:gd name="connsiteX15709" fmla="*/ 1768040 w 2119654"/>
              <a:gd name="connsiteY15709" fmla="*/ 1603117 h 2398711"/>
              <a:gd name="connsiteX15710" fmla="*/ 1768037 w 2119654"/>
              <a:gd name="connsiteY15710" fmla="*/ 1603085 h 2398711"/>
              <a:gd name="connsiteX15711" fmla="*/ 1738137 w 2119654"/>
              <a:gd name="connsiteY15711" fmla="*/ 1669825 h 2398711"/>
              <a:gd name="connsiteX15712" fmla="*/ 1740538 w 2119654"/>
              <a:gd name="connsiteY15712" fmla="*/ 1668124 h 2398711"/>
              <a:gd name="connsiteX15713" fmla="*/ 1740280 w 2119654"/>
              <a:gd name="connsiteY15713" fmla="*/ 1667887 h 2398711"/>
              <a:gd name="connsiteX15714" fmla="*/ 1752307 w 2119654"/>
              <a:gd name="connsiteY15714" fmla="*/ 1638024 h 2398711"/>
              <a:gd name="connsiteX15715" fmla="*/ 1752887 w 2119654"/>
              <a:gd name="connsiteY15715" fmla="*/ 1639023 h 2398711"/>
              <a:gd name="connsiteX15716" fmla="*/ 1753293 w 2119654"/>
              <a:gd name="connsiteY15716" fmla="*/ 1638498 h 2398711"/>
              <a:gd name="connsiteX15717" fmla="*/ 1754599 w 2119654"/>
              <a:gd name="connsiteY15717" fmla="*/ 1636730 h 2398711"/>
              <a:gd name="connsiteX15718" fmla="*/ 1586179 w 2119654"/>
              <a:gd name="connsiteY15718" fmla="*/ 2009920 h 2398711"/>
              <a:gd name="connsiteX15719" fmla="*/ 1585801 w 2119654"/>
              <a:gd name="connsiteY15719" fmla="*/ 2011346 h 2398711"/>
              <a:gd name="connsiteX15720" fmla="*/ 1586361 w 2119654"/>
              <a:gd name="connsiteY15720" fmla="*/ 2012343 h 2398711"/>
              <a:gd name="connsiteX15721" fmla="*/ 1890812 w 2119654"/>
              <a:gd name="connsiteY15721" fmla="*/ 1327781 h 2398711"/>
              <a:gd name="connsiteX15722" fmla="*/ 1897376 w 2119654"/>
              <a:gd name="connsiteY15722" fmla="*/ 1331275 h 2398711"/>
              <a:gd name="connsiteX15723" fmla="*/ 1904528 w 2119654"/>
              <a:gd name="connsiteY15723" fmla="*/ 1324653 h 2398711"/>
              <a:gd name="connsiteX15724" fmla="*/ 1904493 w 2119654"/>
              <a:gd name="connsiteY15724" fmla="*/ 1324875 h 2398711"/>
              <a:gd name="connsiteX15725" fmla="*/ 1897507 w 2119654"/>
              <a:gd name="connsiteY15725" fmla="*/ 1331344 h 2398711"/>
              <a:gd name="connsiteX15726" fmla="*/ 1903392 w 2119654"/>
              <a:gd name="connsiteY15726" fmla="*/ 1334479 h 2398711"/>
              <a:gd name="connsiteX15727" fmla="*/ 1906877 w 2119654"/>
              <a:gd name="connsiteY15727" fmla="*/ 1332205 h 2398711"/>
              <a:gd name="connsiteX15728" fmla="*/ 1915261 w 2119654"/>
              <a:gd name="connsiteY15728" fmla="*/ 1309617 h 2398711"/>
              <a:gd name="connsiteX15729" fmla="*/ 1905771 w 2119654"/>
              <a:gd name="connsiteY15729" fmla="*/ 1316788 h 2398711"/>
              <a:gd name="connsiteX15730" fmla="*/ 1587305 w 2119654"/>
              <a:gd name="connsiteY15730" fmla="*/ 2007392 h 2398711"/>
              <a:gd name="connsiteX15731" fmla="*/ 1587751 w 2119654"/>
              <a:gd name="connsiteY15731" fmla="*/ 2013338 h 2398711"/>
              <a:gd name="connsiteX15732" fmla="*/ 1589151 w 2119654"/>
              <a:gd name="connsiteY15732" fmla="*/ 2012174 h 2398711"/>
              <a:gd name="connsiteX15733" fmla="*/ 1589855 w 2119654"/>
              <a:gd name="connsiteY15733" fmla="*/ 2010490 h 2398711"/>
              <a:gd name="connsiteX15734" fmla="*/ 1589698 w 2119654"/>
              <a:gd name="connsiteY15734" fmla="*/ 2005926 h 2398711"/>
              <a:gd name="connsiteX15735" fmla="*/ 1588676 w 2119654"/>
              <a:gd name="connsiteY15735" fmla="*/ 2006584 h 2398711"/>
              <a:gd name="connsiteX15736" fmla="*/ 1795034 w 2119654"/>
              <a:gd name="connsiteY15736" fmla="*/ 1542174 h 2398711"/>
              <a:gd name="connsiteX15737" fmla="*/ 1795208 w 2119654"/>
              <a:gd name="connsiteY15737" fmla="*/ 1543147 h 2398711"/>
              <a:gd name="connsiteX15738" fmla="*/ 1798789 w 2119654"/>
              <a:gd name="connsiteY15738" fmla="*/ 1542605 h 2398711"/>
              <a:gd name="connsiteX15739" fmla="*/ 1798356 w 2119654"/>
              <a:gd name="connsiteY15739" fmla="*/ 1540378 h 2398711"/>
              <a:gd name="connsiteX15740" fmla="*/ 1796268 w 2119654"/>
              <a:gd name="connsiteY15740" fmla="*/ 1541240 h 2398711"/>
              <a:gd name="connsiteX15741" fmla="*/ 1795550 w 2119654"/>
              <a:gd name="connsiteY15741" fmla="*/ 1541709 h 2398711"/>
              <a:gd name="connsiteX15742" fmla="*/ 1759639 w 2119654"/>
              <a:gd name="connsiteY15742" fmla="*/ 1621373 h 2398711"/>
              <a:gd name="connsiteX15743" fmla="*/ 1760529 w 2119654"/>
              <a:gd name="connsiteY15743" fmla="*/ 1622209 h 2398711"/>
              <a:gd name="connsiteX15744" fmla="*/ 1762528 w 2119654"/>
              <a:gd name="connsiteY15744" fmla="*/ 1620339 h 2398711"/>
              <a:gd name="connsiteX15745" fmla="*/ 1760006 w 2119654"/>
              <a:gd name="connsiteY15745" fmla="*/ 1621131 h 2398711"/>
              <a:gd name="connsiteX15746" fmla="*/ 1777247 w 2119654"/>
              <a:gd name="connsiteY15746" fmla="*/ 1581690 h 2398711"/>
              <a:gd name="connsiteX15747" fmla="*/ 1777298 w 2119654"/>
              <a:gd name="connsiteY15747" fmla="*/ 1581826 h 2398711"/>
              <a:gd name="connsiteX15748" fmla="*/ 1777634 w 2119654"/>
              <a:gd name="connsiteY15748" fmla="*/ 1581422 h 2398711"/>
              <a:gd name="connsiteX15749" fmla="*/ 1517386 w 2119654"/>
              <a:gd name="connsiteY15749" fmla="*/ 2163563 h 2398711"/>
              <a:gd name="connsiteX15750" fmla="*/ 1515496 w 2119654"/>
              <a:gd name="connsiteY15750" fmla="*/ 2170025 h 2398711"/>
              <a:gd name="connsiteX15751" fmla="*/ 1515732 w 2119654"/>
              <a:gd name="connsiteY15751" fmla="*/ 2170190 h 2398711"/>
              <a:gd name="connsiteX15752" fmla="*/ 1519399 w 2119654"/>
              <a:gd name="connsiteY15752" fmla="*/ 2165277 h 2398711"/>
              <a:gd name="connsiteX15753" fmla="*/ 1519147 w 2119654"/>
              <a:gd name="connsiteY15753" fmla="*/ 2163742 h 2398711"/>
              <a:gd name="connsiteX15754" fmla="*/ 1688920 w 2119654"/>
              <a:gd name="connsiteY15754" fmla="*/ 1779443 h 2398711"/>
              <a:gd name="connsiteX15755" fmla="*/ 1688638 w 2119654"/>
              <a:gd name="connsiteY15755" fmla="*/ 1780497 h 2398711"/>
              <a:gd name="connsiteX15756" fmla="*/ 1689015 w 2119654"/>
              <a:gd name="connsiteY15756" fmla="*/ 1780259 h 2398711"/>
              <a:gd name="connsiteX15757" fmla="*/ 1689182 w 2119654"/>
              <a:gd name="connsiteY15757" fmla="*/ 1780144 h 2398711"/>
              <a:gd name="connsiteX15758" fmla="*/ 1689278 w 2119654"/>
              <a:gd name="connsiteY15758" fmla="*/ 1779065 h 2398711"/>
              <a:gd name="connsiteX15759" fmla="*/ 1781745 w 2119654"/>
              <a:gd name="connsiteY15759" fmla="*/ 1571490 h 2398711"/>
              <a:gd name="connsiteX15760" fmla="*/ 1783226 w 2119654"/>
              <a:gd name="connsiteY15760" fmla="*/ 1570970 h 2398711"/>
              <a:gd name="connsiteX15761" fmla="*/ 1783081 w 2119654"/>
              <a:gd name="connsiteY15761" fmla="*/ 1570283 h 2398711"/>
              <a:gd name="connsiteX15762" fmla="*/ 1782728 w 2119654"/>
              <a:gd name="connsiteY15762" fmla="*/ 1570446 h 2398711"/>
              <a:gd name="connsiteX15763" fmla="*/ 1905997 w 2119654"/>
              <a:gd name="connsiteY15763" fmla="*/ 1293243 h 2398711"/>
              <a:gd name="connsiteX15764" fmla="*/ 1906279 w 2119654"/>
              <a:gd name="connsiteY15764" fmla="*/ 1293117 h 2398711"/>
              <a:gd name="connsiteX15765" fmla="*/ 1929824 w 2119654"/>
              <a:gd name="connsiteY15765" fmla="*/ 1270381 h 2398711"/>
              <a:gd name="connsiteX15766" fmla="*/ 1930230 w 2119654"/>
              <a:gd name="connsiteY15766" fmla="*/ 1269286 h 2398711"/>
              <a:gd name="connsiteX15767" fmla="*/ 1914726 w 2119654"/>
              <a:gd name="connsiteY15767" fmla="*/ 1280251 h 2398711"/>
              <a:gd name="connsiteX15768" fmla="*/ 1761441 w 2119654"/>
              <a:gd name="connsiteY15768" fmla="*/ 1616924 h 2398711"/>
              <a:gd name="connsiteX15769" fmla="*/ 1765683 w 2119654"/>
              <a:gd name="connsiteY15769" fmla="*/ 1616739 h 2398711"/>
              <a:gd name="connsiteX15770" fmla="*/ 1767190 w 2119654"/>
              <a:gd name="connsiteY15770" fmla="*/ 1615750 h 2398711"/>
              <a:gd name="connsiteX15771" fmla="*/ 1765173 w 2119654"/>
              <a:gd name="connsiteY15771" fmla="*/ 1611714 h 2398711"/>
              <a:gd name="connsiteX15772" fmla="*/ 1764071 w 2119654"/>
              <a:gd name="connsiteY15772" fmla="*/ 1613346 h 2398711"/>
              <a:gd name="connsiteX15773" fmla="*/ 1567199 w 2119654"/>
              <a:gd name="connsiteY15773" fmla="*/ 2051725 h 2398711"/>
              <a:gd name="connsiteX15774" fmla="*/ 1567541 w 2119654"/>
              <a:gd name="connsiteY15774" fmla="*/ 2053472 h 2398711"/>
              <a:gd name="connsiteX15775" fmla="*/ 1570244 w 2119654"/>
              <a:gd name="connsiteY15775" fmla="*/ 2051886 h 2398711"/>
              <a:gd name="connsiteX15776" fmla="*/ 1570694 w 2119654"/>
              <a:gd name="connsiteY15776" fmla="*/ 2051225 h 2398711"/>
              <a:gd name="connsiteX15777" fmla="*/ 1732591 w 2119654"/>
              <a:gd name="connsiteY15777" fmla="*/ 1681370 h 2398711"/>
              <a:gd name="connsiteX15778" fmla="*/ 1732602 w 2119654"/>
              <a:gd name="connsiteY15778" fmla="*/ 1681384 h 2398711"/>
              <a:gd name="connsiteX15779" fmla="*/ 1732618 w 2119654"/>
              <a:gd name="connsiteY15779" fmla="*/ 1681368 h 2398711"/>
              <a:gd name="connsiteX15780" fmla="*/ 1511791 w 2119654"/>
              <a:gd name="connsiteY15780" fmla="*/ 2175766 h 2398711"/>
              <a:gd name="connsiteX15781" fmla="*/ 1512917 w 2119654"/>
              <a:gd name="connsiteY15781" fmla="*/ 2176105 h 2398711"/>
              <a:gd name="connsiteX15782" fmla="*/ 1513794 w 2119654"/>
              <a:gd name="connsiteY15782" fmla="*/ 2173082 h 2398711"/>
              <a:gd name="connsiteX15783" fmla="*/ 1757352 w 2119654"/>
              <a:gd name="connsiteY15783" fmla="*/ 1625705 h 2398711"/>
              <a:gd name="connsiteX15784" fmla="*/ 1757599 w 2119654"/>
              <a:gd name="connsiteY15784" fmla="*/ 1625607 h 2398711"/>
              <a:gd name="connsiteX15785" fmla="*/ 1760399 w 2119654"/>
              <a:gd name="connsiteY15785" fmla="*/ 1623904 h 2398711"/>
              <a:gd name="connsiteX15786" fmla="*/ 1759838 w 2119654"/>
              <a:gd name="connsiteY15786" fmla="*/ 1623378 h 2398711"/>
              <a:gd name="connsiteX15787" fmla="*/ 1754388 w 2119654"/>
              <a:gd name="connsiteY15787" fmla="*/ 1632331 h 2398711"/>
              <a:gd name="connsiteX15788" fmla="*/ 1754447 w 2119654"/>
              <a:gd name="connsiteY15788" fmla="*/ 1632601 h 2398711"/>
              <a:gd name="connsiteX15789" fmla="*/ 1755715 w 2119654"/>
              <a:gd name="connsiteY15789" fmla="*/ 1632115 h 2398711"/>
              <a:gd name="connsiteX15790" fmla="*/ 1755523 w 2119654"/>
              <a:gd name="connsiteY15790" fmla="*/ 1631710 h 2398711"/>
              <a:gd name="connsiteX15791" fmla="*/ 1589066 w 2119654"/>
              <a:gd name="connsiteY15791" fmla="*/ 2002510 h 2398711"/>
              <a:gd name="connsiteX15792" fmla="*/ 1589585 w 2119654"/>
              <a:gd name="connsiteY15792" fmla="*/ 2002627 h 2398711"/>
              <a:gd name="connsiteX15793" fmla="*/ 1589576 w 2119654"/>
              <a:gd name="connsiteY15793" fmla="*/ 2002397 h 2398711"/>
              <a:gd name="connsiteX15794" fmla="*/ 1589349 w 2119654"/>
              <a:gd name="connsiteY15794" fmla="*/ 2002411 h 2398711"/>
              <a:gd name="connsiteX15795" fmla="*/ 1712149 w 2119654"/>
              <a:gd name="connsiteY15795" fmla="*/ 1726876 h 2398711"/>
              <a:gd name="connsiteX15796" fmla="*/ 1714433 w 2119654"/>
              <a:gd name="connsiteY15796" fmla="*/ 1725951 h 2398711"/>
              <a:gd name="connsiteX15797" fmla="*/ 1714203 w 2119654"/>
              <a:gd name="connsiteY15797" fmla="*/ 1724952 h 2398711"/>
              <a:gd name="connsiteX15798" fmla="*/ 1713246 w 2119654"/>
              <a:gd name="connsiteY15798" fmla="*/ 1725586 h 2398711"/>
              <a:gd name="connsiteX15799" fmla="*/ 1794323 w 2119654"/>
              <a:gd name="connsiteY15799" fmla="*/ 1542815 h 2398711"/>
              <a:gd name="connsiteX15800" fmla="*/ 1794575 w 2119654"/>
              <a:gd name="connsiteY15800" fmla="*/ 1543243 h 2398711"/>
              <a:gd name="connsiteX15801" fmla="*/ 1795061 w 2119654"/>
              <a:gd name="connsiteY15801" fmla="*/ 1543169 h 2398711"/>
              <a:gd name="connsiteX15802" fmla="*/ 1794905 w 2119654"/>
              <a:gd name="connsiteY15802" fmla="*/ 1542291 h 2398711"/>
              <a:gd name="connsiteX15803" fmla="*/ 1805401 w 2119654"/>
              <a:gd name="connsiteY15803" fmla="*/ 1518010 h 2398711"/>
              <a:gd name="connsiteX15804" fmla="*/ 1812849 w 2119654"/>
              <a:gd name="connsiteY15804" fmla="*/ 1513947 h 2398711"/>
              <a:gd name="connsiteX15805" fmla="*/ 1812441 w 2119654"/>
              <a:gd name="connsiteY15805" fmla="*/ 1512720 h 2398711"/>
              <a:gd name="connsiteX15806" fmla="*/ 1811832 w 2119654"/>
              <a:gd name="connsiteY15806" fmla="*/ 1511250 h 2398711"/>
              <a:gd name="connsiteX15807" fmla="*/ 1590164 w 2119654"/>
              <a:gd name="connsiteY15807" fmla="*/ 1999909 h 2398711"/>
              <a:gd name="connsiteX15808" fmla="*/ 1590203 w 2119654"/>
              <a:gd name="connsiteY15808" fmla="*/ 2001045 h 2398711"/>
              <a:gd name="connsiteX15809" fmla="*/ 1592069 w 2119654"/>
              <a:gd name="connsiteY15809" fmla="*/ 2000931 h 2398711"/>
              <a:gd name="connsiteX15810" fmla="*/ 1594156 w 2119654"/>
              <a:gd name="connsiteY15810" fmla="*/ 2000197 h 2398711"/>
              <a:gd name="connsiteX15811" fmla="*/ 1594594 w 2119654"/>
              <a:gd name="connsiteY15811" fmla="*/ 1999150 h 2398711"/>
              <a:gd name="connsiteX15812" fmla="*/ 1594236 w 2119654"/>
              <a:gd name="connsiteY15812" fmla="*/ 1999094 h 2398711"/>
              <a:gd name="connsiteX15813" fmla="*/ 1541397 w 2119654"/>
              <a:gd name="connsiteY15813" fmla="*/ 2109042 h 2398711"/>
              <a:gd name="connsiteX15814" fmla="*/ 1540896 w 2119654"/>
              <a:gd name="connsiteY15814" fmla="*/ 2111495 h 2398711"/>
              <a:gd name="connsiteX15815" fmla="*/ 1550335 w 2119654"/>
              <a:gd name="connsiteY15815" fmla="*/ 2109773 h 2398711"/>
              <a:gd name="connsiteX15816" fmla="*/ 1604804 w 2119654"/>
              <a:gd name="connsiteY15816" fmla="*/ 1966781 h 2398711"/>
              <a:gd name="connsiteX15817" fmla="*/ 1606523 w 2119654"/>
              <a:gd name="connsiteY15817" fmla="*/ 1967445 h 2398711"/>
              <a:gd name="connsiteX15818" fmla="*/ 1606636 w 2119654"/>
              <a:gd name="connsiteY15818" fmla="*/ 1965611 h 2398711"/>
              <a:gd name="connsiteX15819" fmla="*/ 1605320 w 2119654"/>
              <a:gd name="connsiteY15819" fmla="*/ 1966137 h 2398711"/>
              <a:gd name="connsiteX15820" fmla="*/ 1742586 w 2119654"/>
              <a:gd name="connsiteY15820" fmla="*/ 1658248 h 2398711"/>
              <a:gd name="connsiteX15821" fmla="*/ 1742836 w 2119654"/>
              <a:gd name="connsiteY15821" fmla="*/ 1659859 h 2398711"/>
              <a:gd name="connsiteX15822" fmla="*/ 1745744 w 2119654"/>
              <a:gd name="connsiteY15822" fmla="*/ 1659181 h 2398711"/>
              <a:gd name="connsiteX15823" fmla="*/ 1745250 w 2119654"/>
              <a:gd name="connsiteY15823" fmla="*/ 1657043 h 2398711"/>
              <a:gd name="connsiteX15824" fmla="*/ 1781590 w 2119654"/>
              <a:gd name="connsiteY15824" fmla="*/ 1570857 h 2398711"/>
              <a:gd name="connsiteX15825" fmla="*/ 1781851 w 2119654"/>
              <a:gd name="connsiteY15825" fmla="*/ 1570737 h 2398711"/>
              <a:gd name="connsiteX15826" fmla="*/ 1782015 w 2119654"/>
              <a:gd name="connsiteY15826" fmla="*/ 1570563 h 2398711"/>
              <a:gd name="connsiteX15827" fmla="*/ 1863138 w 2119654"/>
              <a:gd name="connsiteY15827" fmla="*/ 1388096 h 2398711"/>
              <a:gd name="connsiteX15828" fmla="*/ 1865206 w 2119654"/>
              <a:gd name="connsiteY15828" fmla="*/ 1390202 h 2398711"/>
              <a:gd name="connsiteX15829" fmla="*/ 1867756 w 2119654"/>
              <a:gd name="connsiteY15829" fmla="*/ 1387971 h 2398711"/>
              <a:gd name="connsiteX15830" fmla="*/ 1874860 w 2119654"/>
              <a:gd name="connsiteY15830" fmla="*/ 1381474 h 2398711"/>
              <a:gd name="connsiteX15831" fmla="*/ 1842359 w 2119654"/>
              <a:gd name="connsiteY15831" fmla="*/ 1434619 h 2398711"/>
              <a:gd name="connsiteX15832" fmla="*/ 1860479 w 2119654"/>
              <a:gd name="connsiteY15832" fmla="*/ 1418891 h 2398711"/>
              <a:gd name="connsiteX15833" fmla="*/ 1860831 w 2119654"/>
              <a:gd name="connsiteY15833" fmla="*/ 1418536 h 2398711"/>
              <a:gd name="connsiteX15834" fmla="*/ 1859291 w 2119654"/>
              <a:gd name="connsiteY15834" fmla="*/ 1416890 h 2398711"/>
              <a:gd name="connsiteX15835" fmla="*/ 1858492 w 2119654"/>
              <a:gd name="connsiteY15835" fmla="*/ 1417413 h 2398711"/>
              <a:gd name="connsiteX15836" fmla="*/ 1851168 w 2119654"/>
              <a:gd name="connsiteY15836" fmla="*/ 1421795 h 2398711"/>
              <a:gd name="connsiteX15837" fmla="*/ 1577576 w 2119654"/>
              <a:gd name="connsiteY15837" fmla="*/ 2027511 h 2398711"/>
              <a:gd name="connsiteX15838" fmla="*/ 1577380 w 2119654"/>
              <a:gd name="connsiteY15838" fmla="*/ 2028556 h 2398711"/>
              <a:gd name="connsiteX15839" fmla="*/ 1577753 w 2119654"/>
              <a:gd name="connsiteY15839" fmla="*/ 2028487 h 2398711"/>
              <a:gd name="connsiteX15840" fmla="*/ 1518495 w 2119654"/>
              <a:gd name="connsiteY15840" fmla="*/ 2159770 h 2398711"/>
              <a:gd name="connsiteX15841" fmla="*/ 1517497 w 2119654"/>
              <a:gd name="connsiteY15841" fmla="*/ 2163182 h 2398711"/>
              <a:gd name="connsiteX15842" fmla="*/ 1519082 w 2119654"/>
              <a:gd name="connsiteY15842" fmla="*/ 2163343 h 2398711"/>
              <a:gd name="connsiteX15843" fmla="*/ 1793703 w 2119654"/>
              <a:gd name="connsiteY15843" fmla="*/ 1543375 h 2398711"/>
              <a:gd name="connsiteX15844" fmla="*/ 1793975 w 2119654"/>
              <a:gd name="connsiteY15844" fmla="*/ 1543334 h 2398711"/>
              <a:gd name="connsiteX15845" fmla="*/ 1793896 w 2119654"/>
              <a:gd name="connsiteY15845" fmla="*/ 1543200 h 2398711"/>
              <a:gd name="connsiteX15846" fmla="*/ 1578256 w 2119654"/>
              <a:gd name="connsiteY15846" fmla="*/ 2025460 h 2398711"/>
              <a:gd name="connsiteX15847" fmla="*/ 1577715 w 2119654"/>
              <a:gd name="connsiteY15847" fmla="*/ 2026907 h 2398711"/>
              <a:gd name="connsiteX15848" fmla="*/ 1577992 w 2119654"/>
              <a:gd name="connsiteY15848" fmla="*/ 2028443 h 2398711"/>
              <a:gd name="connsiteX15849" fmla="*/ 1580835 w 2119654"/>
              <a:gd name="connsiteY15849" fmla="*/ 2027922 h 2398711"/>
              <a:gd name="connsiteX15850" fmla="*/ 1582030 w 2119654"/>
              <a:gd name="connsiteY15850" fmla="*/ 2023411 h 2398711"/>
              <a:gd name="connsiteX15851" fmla="*/ 1581877 w 2119654"/>
              <a:gd name="connsiteY15851" fmla="*/ 2023430 h 2398711"/>
              <a:gd name="connsiteX15852" fmla="*/ 1782735 w 2119654"/>
              <a:gd name="connsiteY15852" fmla="*/ 1567584 h 2398711"/>
              <a:gd name="connsiteX15853" fmla="*/ 1782997 w 2119654"/>
              <a:gd name="connsiteY15853" fmla="*/ 1568819 h 2398711"/>
              <a:gd name="connsiteX15854" fmla="*/ 1784640 w 2119654"/>
              <a:gd name="connsiteY15854" fmla="*/ 1567776 h 2398711"/>
              <a:gd name="connsiteX15855" fmla="*/ 1785150 w 2119654"/>
              <a:gd name="connsiteY15855" fmla="*/ 1567234 h 2398711"/>
              <a:gd name="connsiteX15856" fmla="*/ 1709846 w 2119654"/>
              <a:gd name="connsiteY15856" fmla="*/ 1730788 h 2398711"/>
              <a:gd name="connsiteX15857" fmla="*/ 1710074 w 2119654"/>
              <a:gd name="connsiteY15857" fmla="*/ 1733184 h 2398711"/>
              <a:gd name="connsiteX15858" fmla="*/ 1715676 w 2119654"/>
              <a:gd name="connsiteY15858" fmla="*/ 1731353 h 2398711"/>
              <a:gd name="connsiteX15859" fmla="*/ 1715031 w 2119654"/>
              <a:gd name="connsiteY15859" fmla="*/ 1728549 h 2398711"/>
              <a:gd name="connsiteX15860" fmla="*/ 1587666 w 2119654"/>
              <a:gd name="connsiteY15860" fmla="*/ 2004308 h 2398711"/>
              <a:gd name="connsiteX15861" fmla="*/ 1587204 w 2119654"/>
              <a:gd name="connsiteY15861" fmla="*/ 2006053 h 2398711"/>
              <a:gd name="connsiteX15862" fmla="*/ 1587218 w 2119654"/>
              <a:gd name="connsiteY15862" fmla="*/ 2006237 h 2398711"/>
              <a:gd name="connsiteX15863" fmla="*/ 1589659 w 2119654"/>
              <a:gd name="connsiteY15863" fmla="*/ 2004800 h 2398711"/>
              <a:gd name="connsiteX15864" fmla="*/ 1589617 w 2119654"/>
              <a:gd name="connsiteY15864" fmla="*/ 2003565 h 2398711"/>
              <a:gd name="connsiteX15865" fmla="*/ 1589478 w 2119654"/>
              <a:gd name="connsiteY15865" fmla="*/ 2003534 h 2398711"/>
              <a:gd name="connsiteX15866" fmla="*/ 1794737 w 2119654"/>
              <a:gd name="connsiteY15866" fmla="*/ 1540504 h 2398711"/>
              <a:gd name="connsiteX15867" fmla="*/ 1794877 w 2119654"/>
              <a:gd name="connsiteY15867" fmla="*/ 1541293 h 2398711"/>
              <a:gd name="connsiteX15868" fmla="*/ 1795363 w 2119654"/>
              <a:gd name="connsiteY15868" fmla="*/ 1541092 h 2398711"/>
              <a:gd name="connsiteX15869" fmla="*/ 1795640 w 2119654"/>
              <a:gd name="connsiteY15869" fmla="*/ 1540911 h 2398711"/>
              <a:gd name="connsiteX15870" fmla="*/ 1796956 w 2119654"/>
              <a:gd name="connsiteY15870" fmla="*/ 1539725 h 2398711"/>
              <a:gd name="connsiteX15871" fmla="*/ 1759315 w 2119654"/>
              <a:gd name="connsiteY15871" fmla="*/ 1619818 h 2398711"/>
              <a:gd name="connsiteX15872" fmla="*/ 1762533 w 2119654"/>
              <a:gd name="connsiteY15872" fmla="*/ 1618807 h 2398711"/>
              <a:gd name="connsiteX15873" fmla="*/ 1765029 w 2119654"/>
              <a:gd name="connsiteY15873" fmla="*/ 1617168 h 2398711"/>
              <a:gd name="connsiteX15874" fmla="*/ 1761137 w 2119654"/>
              <a:gd name="connsiteY15874" fmla="*/ 1617339 h 2398711"/>
              <a:gd name="connsiteX15875" fmla="*/ 1745888 w 2119654"/>
              <a:gd name="connsiteY15875" fmla="*/ 1649877 h 2398711"/>
              <a:gd name="connsiteX15876" fmla="*/ 1746188 w 2119654"/>
              <a:gd name="connsiteY15876" fmla="*/ 1651172 h 2398711"/>
              <a:gd name="connsiteX15877" fmla="*/ 1746259 w 2119654"/>
              <a:gd name="connsiteY15877" fmla="*/ 1651633 h 2398711"/>
              <a:gd name="connsiteX15878" fmla="*/ 1746612 w 2119654"/>
              <a:gd name="connsiteY15878" fmla="*/ 1651381 h 2398711"/>
              <a:gd name="connsiteX15879" fmla="*/ 1746706 w 2119654"/>
              <a:gd name="connsiteY15879" fmla="*/ 1649849 h 2398711"/>
              <a:gd name="connsiteX15880" fmla="*/ 1780097 w 2119654"/>
              <a:gd name="connsiteY15880" fmla="*/ 1573240 h 2398711"/>
              <a:gd name="connsiteX15881" fmla="*/ 1782585 w 2119654"/>
              <a:gd name="connsiteY15881" fmla="*/ 1571606 h 2398711"/>
              <a:gd name="connsiteX15882" fmla="*/ 1781136 w 2119654"/>
              <a:gd name="connsiteY15882" fmla="*/ 1572137 h 2398711"/>
              <a:gd name="connsiteX15883" fmla="*/ 1578918 w 2119654"/>
              <a:gd name="connsiteY15883" fmla="*/ 2023687 h 2398711"/>
              <a:gd name="connsiteX15884" fmla="*/ 1578423 w 2119654"/>
              <a:gd name="connsiteY15884" fmla="*/ 2025011 h 2398711"/>
              <a:gd name="connsiteX15885" fmla="*/ 1581065 w 2119654"/>
              <a:gd name="connsiteY15885" fmla="*/ 2023531 h 2398711"/>
              <a:gd name="connsiteX15886" fmla="*/ 1579834 w 2119654"/>
              <a:gd name="connsiteY15886" fmla="*/ 2023684 h 2398711"/>
              <a:gd name="connsiteX15887" fmla="*/ 1859160 w 2119654"/>
              <a:gd name="connsiteY15887" fmla="*/ 1395961 h 2398711"/>
              <a:gd name="connsiteX15888" fmla="*/ 1866062 w 2119654"/>
              <a:gd name="connsiteY15888" fmla="*/ 1392044 h 2398711"/>
              <a:gd name="connsiteX15889" fmla="*/ 1864841 w 2119654"/>
              <a:gd name="connsiteY15889" fmla="*/ 1390800 h 2398711"/>
              <a:gd name="connsiteX15890" fmla="*/ 1859766 w 2119654"/>
              <a:gd name="connsiteY15890" fmla="*/ 1395442 h 2398711"/>
              <a:gd name="connsiteX15891" fmla="*/ 1587961 w 2119654"/>
              <a:gd name="connsiteY15891" fmla="*/ 2003193 h 2398711"/>
              <a:gd name="connsiteX15892" fmla="*/ 1587876 w 2119654"/>
              <a:gd name="connsiteY15892" fmla="*/ 2003515 h 2398711"/>
              <a:gd name="connsiteX15893" fmla="*/ 1588439 w 2119654"/>
              <a:gd name="connsiteY15893" fmla="*/ 2003301 h 2398711"/>
              <a:gd name="connsiteX15894" fmla="*/ 1577928 w 2119654"/>
              <a:gd name="connsiteY15894" fmla="*/ 2025643 h 2398711"/>
              <a:gd name="connsiteX15895" fmla="*/ 1577867 w 2119654"/>
              <a:gd name="connsiteY15895" fmla="*/ 2025965 h 2398711"/>
              <a:gd name="connsiteX15896" fmla="*/ 1578004 w 2119654"/>
              <a:gd name="connsiteY15896" fmla="*/ 2025601 h 2398711"/>
              <a:gd name="connsiteX15897" fmla="*/ 1710420 w 2119654"/>
              <a:gd name="connsiteY15897" fmla="*/ 1728909 h 2398711"/>
              <a:gd name="connsiteX15898" fmla="*/ 1714605 w 2119654"/>
              <a:gd name="connsiteY15898" fmla="*/ 1726954 h 2398711"/>
              <a:gd name="connsiteX15899" fmla="*/ 1714424 w 2119654"/>
              <a:gd name="connsiteY15899" fmla="*/ 1727312 h 2398711"/>
              <a:gd name="connsiteX15900" fmla="*/ 1710667 w 2119654"/>
              <a:gd name="connsiteY15900" fmla="*/ 1729067 h 2398711"/>
              <a:gd name="connsiteX15901" fmla="*/ 1713312 w 2119654"/>
              <a:gd name="connsiteY15901" fmla="*/ 1728343 h 2398711"/>
              <a:gd name="connsiteX15902" fmla="*/ 1714826 w 2119654"/>
              <a:gd name="connsiteY15902" fmla="*/ 1727658 h 2398711"/>
              <a:gd name="connsiteX15903" fmla="*/ 1714527 w 2119654"/>
              <a:gd name="connsiteY15903" fmla="*/ 1726361 h 2398711"/>
              <a:gd name="connsiteX15904" fmla="*/ 1711568 w 2119654"/>
              <a:gd name="connsiteY15904" fmla="*/ 1727559 h 2398711"/>
              <a:gd name="connsiteX15905" fmla="*/ 1753275 w 2119654"/>
              <a:gd name="connsiteY15905" fmla="*/ 1632940 h 2398711"/>
              <a:gd name="connsiteX15906" fmla="*/ 1753332 w 2119654"/>
              <a:gd name="connsiteY15906" fmla="*/ 1633001 h 2398711"/>
              <a:gd name="connsiteX15907" fmla="*/ 1753535 w 2119654"/>
              <a:gd name="connsiteY15907" fmla="*/ 1632950 h 2398711"/>
              <a:gd name="connsiteX15908" fmla="*/ 1754085 w 2119654"/>
              <a:gd name="connsiteY15908" fmla="*/ 1632739 h 2398711"/>
              <a:gd name="connsiteX15909" fmla="*/ 1754039 w 2119654"/>
              <a:gd name="connsiteY15909" fmla="*/ 1632522 h 2398711"/>
              <a:gd name="connsiteX15910" fmla="*/ 1603402 w 2119654"/>
              <a:gd name="connsiteY15910" fmla="*/ 1968532 h 2398711"/>
              <a:gd name="connsiteX15911" fmla="*/ 1605995 w 2119654"/>
              <a:gd name="connsiteY15911" fmla="*/ 1967738 h 2398711"/>
              <a:gd name="connsiteX15912" fmla="*/ 1604500 w 2119654"/>
              <a:gd name="connsiteY15912" fmla="*/ 1967160 h 2398711"/>
              <a:gd name="connsiteX15913" fmla="*/ 1775675 w 2119654"/>
              <a:gd name="connsiteY15913" fmla="*/ 1582774 h 2398711"/>
              <a:gd name="connsiteX15914" fmla="*/ 1775627 w 2119654"/>
              <a:gd name="connsiteY15914" fmla="*/ 1583831 h 2398711"/>
              <a:gd name="connsiteX15915" fmla="*/ 1776906 w 2119654"/>
              <a:gd name="connsiteY15915" fmla="*/ 1582296 h 2398711"/>
              <a:gd name="connsiteX15916" fmla="*/ 1776794 w 2119654"/>
              <a:gd name="connsiteY15916" fmla="*/ 1582002 h 2398711"/>
              <a:gd name="connsiteX15917" fmla="*/ 1631695 w 2119654"/>
              <a:gd name="connsiteY15917" fmla="*/ 1904908 h 2398711"/>
              <a:gd name="connsiteX15918" fmla="*/ 1631754 w 2119654"/>
              <a:gd name="connsiteY15918" fmla="*/ 1904904 h 2398711"/>
              <a:gd name="connsiteX15919" fmla="*/ 1631775 w 2119654"/>
              <a:gd name="connsiteY15919" fmla="*/ 1904864 h 2398711"/>
              <a:gd name="connsiteX15920" fmla="*/ 1782607 w 2119654"/>
              <a:gd name="connsiteY15920" fmla="*/ 1566976 h 2398711"/>
              <a:gd name="connsiteX15921" fmla="*/ 1782704 w 2119654"/>
              <a:gd name="connsiteY15921" fmla="*/ 1567437 h 2398711"/>
              <a:gd name="connsiteX15922" fmla="*/ 1785313 w 2119654"/>
              <a:gd name="connsiteY15922" fmla="*/ 1567060 h 2398711"/>
              <a:gd name="connsiteX15923" fmla="*/ 1786357 w 2119654"/>
              <a:gd name="connsiteY15923" fmla="*/ 1565953 h 2398711"/>
              <a:gd name="connsiteX15924" fmla="*/ 1800444 w 2119654"/>
              <a:gd name="connsiteY15924" fmla="*/ 1526886 h 2398711"/>
              <a:gd name="connsiteX15925" fmla="*/ 1800811 w 2119654"/>
              <a:gd name="connsiteY15925" fmla="*/ 1527612 h 2398711"/>
              <a:gd name="connsiteX15926" fmla="*/ 1804103 w 2119654"/>
              <a:gd name="connsiteY15926" fmla="*/ 1525310 h 2398711"/>
              <a:gd name="connsiteX15927" fmla="*/ 1630778 w 2119654"/>
              <a:gd name="connsiteY15927" fmla="*/ 1906734 h 2398711"/>
              <a:gd name="connsiteX15928" fmla="*/ 1630732 w 2119654"/>
              <a:gd name="connsiteY15928" fmla="*/ 1906872 h 2398711"/>
              <a:gd name="connsiteX15929" fmla="*/ 1630804 w 2119654"/>
              <a:gd name="connsiteY15929" fmla="*/ 1906733 h 2398711"/>
              <a:gd name="connsiteX15930" fmla="*/ 1631058 w 2119654"/>
              <a:gd name="connsiteY15930" fmla="*/ 1905899 h 2398711"/>
              <a:gd name="connsiteX15931" fmla="*/ 1630873 w 2119654"/>
              <a:gd name="connsiteY15931" fmla="*/ 1906451 h 2398711"/>
              <a:gd name="connsiteX15932" fmla="*/ 1630950 w 2119654"/>
              <a:gd name="connsiteY15932" fmla="*/ 1906453 h 2398711"/>
              <a:gd name="connsiteX15933" fmla="*/ 1631248 w 2119654"/>
              <a:gd name="connsiteY15933" fmla="*/ 1905880 h 2398711"/>
              <a:gd name="connsiteX15934" fmla="*/ 1709742 w 2119654"/>
              <a:gd name="connsiteY15934" fmla="*/ 1729707 h 2398711"/>
              <a:gd name="connsiteX15935" fmla="*/ 1709765 w 2119654"/>
              <a:gd name="connsiteY15935" fmla="*/ 1729944 h 2398711"/>
              <a:gd name="connsiteX15936" fmla="*/ 1711138 w 2119654"/>
              <a:gd name="connsiteY15936" fmla="*/ 1729324 h 2398711"/>
              <a:gd name="connsiteX15937" fmla="*/ 1600128 w 2119654"/>
              <a:gd name="connsiteY15937" fmla="*/ 1975029 h 2398711"/>
              <a:gd name="connsiteX15938" fmla="*/ 1601192 w 2119654"/>
              <a:gd name="connsiteY15938" fmla="*/ 1975057 h 2398711"/>
              <a:gd name="connsiteX15939" fmla="*/ 1600960 w 2119654"/>
              <a:gd name="connsiteY15939" fmla="*/ 1973309 h 2398711"/>
              <a:gd name="connsiteX15940" fmla="*/ 1571372 w 2119654"/>
              <a:gd name="connsiteY15940" fmla="*/ 2039353 h 2398711"/>
              <a:gd name="connsiteX15941" fmla="*/ 1571398 w 2119654"/>
              <a:gd name="connsiteY15941" fmla="*/ 2043570 h 2398711"/>
              <a:gd name="connsiteX15942" fmla="*/ 1573119 w 2119654"/>
              <a:gd name="connsiteY15942" fmla="*/ 2043589 h 2398711"/>
              <a:gd name="connsiteX15943" fmla="*/ 1573963 w 2119654"/>
              <a:gd name="connsiteY15943" fmla="*/ 2039099 h 2398711"/>
              <a:gd name="connsiteX15944" fmla="*/ 1538761 w 2119654"/>
              <a:gd name="connsiteY15944" fmla="*/ 2112357 h 2398711"/>
              <a:gd name="connsiteX15945" fmla="*/ 1538839 w 2119654"/>
              <a:gd name="connsiteY15945" fmla="*/ 2112373 h 2398711"/>
              <a:gd name="connsiteX15946" fmla="*/ 1540166 w 2119654"/>
              <a:gd name="connsiteY15946" fmla="*/ 2112565 h 2398711"/>
              <a:gd name="connsiteX15947" fmla="*/ 1540251 w 2119654"/>
              <a:gd name="connsiteY15947" fmla="*/ 2112147 h 2398711"/>
              <a:gd name="connsiteX15948" fmla="*/ 1540086 w 2119654"/>
              <a:gd name="connsiteY15948" fmla="*/ 2112097 h 2398711"/>
              <a:gd name="connsiteX15949" fmla="*/ 1757753 w 2119654"/>
              <a:gd name="connsiteY15949" fmla="*/ 1621943 h 2398711"/>
              <a:gd name="connsiteX15950" fmla="*/ 1758055 w 2119654"/>
              <a:gd name="connsiteY15950" fmla="*/ 1621745 h 2398711"/>
              <a:gd name="connsiteX15951" fmla="*/ 1757852 w 2119654"/>
              <a:gd name="connsiteY15951" fmla="*/ 1621809 h 2398711"/>
              <a:gd name="connsiteX15952" fmla="*/ 1599214 w 2119654"/>
              <a:gd name="connsiteY15952" fmla="*/ 1976920 h 2398711"/>
              <a:gd name="connsiteX15953" fmla="*/ 1601418 w 2119654"/>
              <a:gd name="connsiteY15953" fmla="*/ 1976759 h 2398711"/>
              <a:gd name="connsiteX15954" fmla="*/ 1601376 w 2119654"/>
              <a:gd name="connsiteY15954" fmla="*/ 1976446 h 2398711"/>
              <a:gd name="connsiteX15955" fmla="*/ 1601066 w 2119654"/>
              <a:gd name="connsiteY15955" fmla="*/ 1976408 h 2398711"/>
              <a:gd name="connsiteX15956" fmla="*/ 1599307 w 2119654"/>
              <a:gd name="connsiteY15956" fmla="*/ 1976728 h 2398711"/>
              <a:gd name="connsiteX15957" fmla="*/ 1578295 w 2119654"/>
              <a:gd name="connsiteY15957" fmla="*/ 2023690 h 2398711"/>
              <a:gd name="connsiteX15958" fmla="*/ 1578002 w 2119654"/>
              <a:gd name="connsiteY15958" fmla="*/ 2025247 h 2398711"/>
              <a:gd name="connsiteX15959" fmla="*/ 1578172 w 2119654"/>
              <a:gd name="connsiteY15959" fmla="*/ 2025153 h 2398711"/>
              <a:gd name="connsiteX15960" fmla="*/ 1578719 w 2119654"/>
              <a:gd name="connsiteY15960" fmla="*/ 2023689 h 2398711"/>
              <a:gd name="connsiteX15961" fmla="*/ 1598797 w 2119654"/>
              <a:gd name="connsiteY15961" fmla="*/ 1977782 h 2398711"/>
              <a:gd name="connsiteX15962" fmla="*/ 1601524 w 2119654"/>
              <a:gd name="connsiteY15962" fmla="*/ 1977561 h 2398711"/>
              <a:gd name="connsiteX15963" fmla="*/ 1601441 w 2119654"/>
              <a:gd name="connsiteY15963" fmla="*/ 1976932 h 2398711"/>
              <a:gd name="connsiteX15964" fmla="*/ 1599110 w 2119654"/>
              <a:gd name="connsiteY15964" fmla="*/ 1977134 h 2398711"/>
              <a:gd name="connsiteX15965" fmla="*/ 1520351 w 2119654"/>
              <a:gd name="connsiteY15965" fmla="*/ 2153425 h 2398711"/>
              <a:gd name="connsiteX15966" fmla="*/ 1518689 w 2119654"/>
              <a:gd name="connsiteY15966" fmla="*/ 2159107 h 2398711"/>
              <a:gd name="connsiteX15967" fmla="*/ 1519389 w 2119654"/>
              <a:gd name="connsiteY15967" fmla="*/ 2163375 h 2398711"/>
              <a:gd name="connsiteX15968" fmla="*/ 1520719 w 2119654"/>
              <a:gd name="connsiteY15968" fmla="*/ 2163509 h 2398711"/>
              <a:gd name="connsiteX15969" fmla="*/ 1522199 w 2119654"/>
              <a:gd name="connsiteY15969" fmla="*/ 2161525 h 2398711"/>
              <a:gd name="connsiteX15970" fmla="*/ 1529176 w 2119654"/>
              <a:gd name="connsiteY15970" fmla="*/ 2151912 h 2398711"/>
              <a:gd name="connsiteX15971" fmla="*/ 1527975 w 2119654"/>
              <a:gd name="connsiteY15971" fmla="*/ 2151660 h 2398711"/>
              <a:gd name="connsiteX15972" fmla="*/ 1588757 w 2119654"/>
              <a:gd name="connsiteY15972" fmla="*/ 2000190 h 2398711"/>
              <a:gd name="connsiteX15973" fmla="*/ 1588504 w 2119654"/>
              <a:gd name="connsiteY15973" fmla="*/ 2001148 h 2398711"/>
              <a:gd name="connsiteX15974" fmla="*/ 1589532 w 2119654"/>
              <a:gd name="connsiteY15974" fmla="*/ 2001085 h 2398711"/>
              <a:gd name="connsiteX15975" fmla="*/ 1589496 w 2119654"/>
              <a:gd name="connsiteY15975" fmla="*/ 2000043 h 2398711"/>
              <a:gd name="connsiteX15976" fmla="*/ 1555701 w 2119654"/>
              <a:gd name="connsiteY15976" fmla="*/ 2074206 h 2398711"/>
              <a:gd name="connsiteX15977" fmla="*/ 1562401 w 2119654"/>
              <a:gd name="connsiteY15977" fmla="*/ 2070774 h 2398711"/>
              <a:gd name="connsiteX15978" fmla="*/ 1565836 w 2119654"/>
              <a:gd name="connsiteY15978" fmla="*/ 2063397 h 2398711"/>
              <a:gd name="connsiteX15979" fmla="*/ 1562853 w 2119654"/>
              <a:gd name="connsiteY15979" fmla="*/ 2063695 h 2398711"/>
              <a:gd name="connsiteX15980" fmla="*/ 1797306 w 2119654"/>
              <a:gd name="connsiteY15980" fmla="*/ 1533049 h 2398711"/>
              <a:gd name="connsiteX15981" fmla="*/ 1797781 w 2119654"/>
              <a:gd name="connsiteY15981" fmla="*/ 1535497 h 2398711"/>
              <a:gd name="connsiteX15982" fmla="*/ 1799255 w 2119654"/>
              <a:gd name="connsiteY15982" fmla="*/ 1534568 h 2398711"/>
              <a:gd name="connsiteX15983" fmla="*/ 1801425 w 2119654"/>
              <a:gd name="connsiteY15983" fmla="*/ 1532768 h 2398711"/>
              <a:gd name="connsiteX15984" fmla="*/ 1800782 w 2119654"/>
              <a:gd name="connsiteY15984" fmla="*/ 1531494 h 2398711"/>
              <a:gd name="connsiteX15985" fmla="*/ 1799573 w 2119654"/>
              <a:gd name="connsiteY15985" fmla="*/ 1532035 h 2398711"/>
              <a:gd name="connsiteX15986" fmla="*/ 1799593 w 2119654"/>
              <a:gd name="connsiteY15986" fmla="*/ 1532238 h 2398711"/>
              <a:gd name="connsiteX15987" fmla="*/ 1799449 w 2119654"/>
              <a:gd name="connsiteY15987" fmla="*/ 1532090 h 2398711"/>
              <a:gd name="connsiteX15988" fmla="*/ 1878776 w 2119654"/>
              <a:gd name="connsiteY15988" fmla="*/ 1350536 h 2398711"/>
              <a:gd name="connsiteX15989" fmla="*/ 1895404 w 2119654"/>
              <a:gd name="connsiteY15989" fmla="*/ 1339688 h 2398711"/>
              <a:gd name="connsiteX15990" fmla="*/ 1893662 w 2119654"/>
              <a:gd name="connsiteY15990" fmla="*/ 1337889 h 2398711"/>
              <a:gd name="connsiteX15991" fmla="*/ 1892087 w 2119654"/>
              <a:gd name="connsiteY15991" fmla="*/ 1336363 h 2398711"/>
              <a:gd name="connsiteX15992" fmla="*/ 1883910 w 2119654"/>
              <a:gd name="connsiteY15992" fmla="*/ 1343935 h 2398711"/>
              <a:gd name="connsiteX15993" fmla="*/ 1881483 w 2119654"/>
              <a:gd name="connsiteY15993" fmla="*/ 1346122 h 2398711"/>
              <a:gd name="connsiteX15994" fmla="*/ 1794488 w 2119654"/>
              <a:gd name="connsiteY15994" fmla="*/ 1539108 h 2398711"/>
              <a:gd name="connsiteX15995" fmla="*/ 1794647 w 2119654"/>
              <a:gd name="connsiteY15995" fmla="*/ 1540003 h 2398711"/>
              <a:gd name="connsiteX15996" fmla="*/ 1797921 w 2119654"/>
              <a:gd name="connsiteY15996" fmla="*/ 1538855 h 2398711"/>
              <a:gd name="connsiteX15997" fmla="*/ 1798040 w 2119654"/>
              <a:gd name="connsiteY15997" fmla="*/ 1538747 h 2398711"/>
              <a:gd name="connsiteX15998" fmla="*/ 1797596 w 2119654"/>
              <a:gd name="connsiteY15998" fmla="*/ 1536458 h 2398711"/>
              <a:gd name="connsiteX15999" fmla="*/ 1892927 w 2119654"/>
              <a:gd name="connsiteY15999" fmla="*/ 1318682 h 2398711"/>
              <a:gd name="connsiteX16000" fmla="*/ 1909511 w 2119654"/>
              <a:gd name="connsiteY16000" fmla="*/ 1308541 h 2398711"/>
              <a:gd name="connsiteX16001" fmla="*/ 1917538 w 2119654"/>
              <a:gd name="connsiteY16001" fmla="*/ 1303483 h 2398711"/>
              <a:gd name="connsiteX16002" fmla="*/ 1923977 w 2119654"/>
              <a:gd name="connsiteY16002" fmla="*/ 1286132 h 2398711"/>
              <a:gd name="connsiteX16003" fmla="*/ 1910343 w 2119654"/>
              <a:gd name="connsiteY16003" fmla="*/ 1302169 h 2398711"/>
              <a:gd name="connsiteX16004" fmla="*/ 1894258 w 2119654"/>
              <a:gd name="connsiteY16004" fmla="*/ 1317037 h 2398711"/>
              <a:gd name="connsiteX16005" fmla="*/ 1595398 w 2119654"/>
              <a:gd name="connsiteY16005" fmla="*/ 1984811 h 2398711"/>
              <a:gd name="connsiteX16006" fmla="*/ 1600888 w 2119654"/>
              <a:gd name="connsiteY16006" fmla="*/ 1984095 h 2398711"/>
              <a:gd name="connsiteX16007" fmla="*/ 1602028 w 2119654"/>
              <a:gd name="connsiteY16007" fmla="*/ 1981366 h 2398711"/>
              <a:gd name="connsiteX16008" fmla="*/ 1601929 w 2119654"/>
              <a:gd name="connsiteY16008" fmla="*/ 1980613 h 2398711"/>
              <a:gd name="connsiteX16009" fmla="*/ 1597305 w 2119654"/>
              <a:gd name="connsiteY16009" fmla="*/ 1981041 h 2398711"/>
              <a:gd name="connsiteX16010" fmla="*/ 1597202 w 2119654"/>
              <a:gd name="connsiteY16010" fmla="*/ 1981081 h 2398711"/>
              <a:gd name="connsiteX16011" fmla="*/ 1751151 w 2119654"/>
              <a:gd name="connsiteY16011" fmla="*/ 1636029 h 2398711"/>
              <a:gd name="connsiteX16012" fmla="*/ 1752204 w 2119654"/>
              <a:gd name="connsiteY16012" fmla="*/ 1637844 h 2398711"/>
              <a:gd name="connsiteX16013" fmla="*/ 1754859 w 2119654"/>
              <a:gd name="connsiteY16013" fmla="*/ 1636344 h 2398711"/>
              <a:gd name="connsiteX16014" fmla="*/ 1754522 w 2119654"/>
              <a:gd name="connsiteY16014" fmla="*/ 1634774 h 2398711"/>
              <a:gd name="connsiteX16015" fmla="*/ 1754498 w 2119654"/>
              <a:gd name="connsiteY16015" fmla="*/ 1634748 h 2398711"/>
              <a:gd name="connsiteX16016" fmla="*/ 1779577 w 2119654"/>
              <a:gd name="connsiteY16016" fmla="*/ 1572252 h 2398711"/>
              <a:gd name="connsiteX16017" fmla="*/ 1780842 w 2119654"/>
              <a:gd name="connsiteY16017" fmla="*/ 1571807 h 2398711"/>
              <a:gd name="connsiteX16018" fmla="*/ 1781661 w 2119654"/>
              <a:gd name="connsiteY16018" fmla="*/ 1570938 h 2398711"/>
              <a:gd name="connsiteX16019" fmla="*/ 1781099 w 2119654"/>
              <a:gd name="connsiteY16019" fmla="*/ 1571198 h 2398711"/>
              <a:gd name="connsiteX16020" fmla="*/ 1584505 w 2119654"/>
              <a:gd name="connsiteY16020" fmla="*/ 2009040 h 2398711"/>
              <a:gd name="connsiteX16021" fmla="*/ 1585412 w 2119654"/>
              <a:gd name="connsiteY16021" fmla="*/ 2010652 h 2398711"/>
              <a:gd name="connsiteX16022" fmla="*/ 1586052 w 2119654"/>
              <a:gd name="connsiteY16022" fmla="*/ 2008233 h 2398711"/>
              <a:gd name="connsiteX16023" fmla="*/ 1586045 w 2119654"/>
              <a:gd name="connsiteY16023" fmla="*/ 2008133 h 2398711"/>
              <a:gd name="connsiteX16024" fmla="*/ 1584304 w 2119654"/>
              <a:gd name="connsiteY16024" fmla="*/ 2009291 h 2398711"/>
              <a:gd name="connsiteX16025" fmla="*/ 1581534 w 2119654"/>
              <a:gd name="connsiteY16025" fmla="*/ 2016698 h 2398711"/>
              <a:gd name="connsiteX16026" fmla="*/ 1584014 w 2119654"/>
              <a:gd name="connsiteY16026" fmla="*/ 2015926 h 2398711"/>
              <a:gd name="connsiteX16027" fmla="*/ 1585302 w 2119654"/>
              <a:gd name="connsiteY16027" fmla="*/ 2011067 h 2398711"/>
              <a:gd name="connsiteX16028" fmla="*/ 1586993 w 2119654"/>
              <a:gd name="connsiteY16028" fmla="*/ 2003238 h 2398711"/>
              <a:gd name="connsiteX16029" fmla="*/ 1587037 w 2119654"/>
              <a:gd name="connsiteY16029" fmla="*/ 2003835 h 2398711"/>
              <a:gd name="connsiteX16030" fmla="*/ 1587238 w 2119654"/>
              <a:gd name="connsiteY16030" fmla="*/ 2003758 h 2398711"/>
              <a:gd name="connsiteX16031" fmla="*/ 1587416 w 2119654"/>
              <a:gd name="connsiteY16031" fmla="*/ 2003090 h 2398711"/>
              <a:gd name="connsiteX16032" fmla="*/ 1857557 w 2119654"/>
              <a:gd name="connsiteY16032" fmla="*/ 1397332 h 2398711"/>
              <a:gd name="connsiteX16033" fmla="*/ 1859714 w 2119654"/>
              <a:gd name="connsiteY16033" fmla="*/ 1401799 h 2398711"/>
              <a:gd name="connsiteX16034" fmla="*/ 1865581 w 2119654"/>
              <a:gd name="connsiteY16034" fmla="*/ 1399936 h 2398711"/>
              <a:gd name="connsiteX16035" fmla="*/ 1868969 w 2119654"/>
              <a:gd name="connsiteY16035" fmla="*/ 1395003 h 2398711"/>
              <a:gd name="connsiteX16036" fmla="*/ 1866245 w 2119654"/>
              <a:gd name="connsiteY16036" fmla="*/ 1392228 h 2398711"/>
              <a:gd name="connsiteX16037" fmla="*/ 1858158 w 2119654"/>
              <a:gd name="connsiteY16037" fmla="*/ 1396818 h 2398711"/>
              <a:gd name="connsiteX16038" fmla="*/ 1877596 w 2119654"/>
              <a:gd name="connsiteY16038" fmla="*/ 1352459 h 2398711"/>
              <a:gd name="connsiteX16039" fmla="*/ 1878923 w 2119654"/>
              <a:gd name="connsiteY16039" fmla="*/ 1351803 h 2398711"/>
              <a:gd name="connsiteX16040" fmla="*/ 1896363 w 2119654"/>
              <a:gd name="connsiteY16040" fmla="*/ 1340679 h 2398711"/>
              <a:gd name="connsiteX16041" fmla="*/ 1895884 w 2119654"/>
              <a:gd name="connsiteY16041" fmla="*/ 1340185 h 2398711"/>
              <a:gd name="connsiteX16042" fmla="*/ 1877949 w 2119654"/>
              <a:gd name="connsiteY16042" fmla="*/ 1351884 h 2398711"/>
              <a:gd name="connsiteX16043" fmla="*/ 1521279 w 2119654"/>
              <a:gd name="connsiteY16043" fmla="*/ 2150253 h 2398711"/>
              <a:gd name="connsiteX16044" fmla="*/ 1520666 w 2119654"/>
              <a:gd name="connsiteY16044" fmla="*/ 2152349 h 2398711"/>
              <a:gd name="connsiteX16045" fmla="*/ 1525701 w 2119654"/>
              <a:gd name="connsiteY16045" fmla="*/ 2151183 h 2398711"/>
              <a:gd name="connsiteX16046" fmla="*/ 1571363 w 2119654"/>
              <a:gd name="connsiteY16046" fmla="*/ 2037990 h 2398711"/>
              <a:gd name="connsiteX16047" fmla="*/ 1571368 w 2119654"/>
              <a:gd name="connsiteY16047" fmla="*/ 2038853 h 2398711"/>
              <a:gd name="connsiteX16048" fmla="*/ 1571441 w 2119654"/>
              <a:gd name="connsiteY16048" fmla="*/ 2038849 h 2398711"/>
              <a:gd name="connsiteX16049" fmla="*/ 1574059 w 2119654"/>
              <a:gd name="connsiteY16049" fmla="*/ 2038593 h 2398711"/>
              <a:gd name="connsiteX16050" fmla="*/ 1574147 w 2119654"/>
              <a:gd name="connsiteY16050" fmla="*/ 2038127 h 2398711"/>
              <a:gd name="connsiteX16051" fmla="*/ 1763560 w 2119654"/>
              <a:gd name="connsiteY16051" fmla="*/ 1607594 h 2398711"/>
              <a:gd name="connsiteX16052" fmla="*/ 1764694 w 2119654"/>
              <a:gd name="connsiteY16052" fmla="*/ 1609864 h 2398711"/>
              <a:gd name="connsiteX16053" fmla="*/ 1767193 w 2119654"/>
              <a:gd name="connsiteY16053" fmla="*/ 1606464 h 2398711"/>
              <a:gd name="connsiteX16054" fmla="*/ 1776265 w 2119654"/>
              <a:gd name="connsiteY16054" fmla="*/ 1579109 h 2398711"/>
              <a:gd name="connsiteX16055" fmla="*/ 1776785 w 2119654"/>
              <a:gd name="connsiteY16055" fmla="*/ 1580473 h 2398711"/>
              <a:gd name="connsiteX16056" fmla="*/ 1777404 w 2119654"/>
              <a:gd name="connsiteY16056" fmla="*/ 1580082 h 2398711"/>
              <a:gd name="connsiteX16057" fmla="*/ 1777042 w 2119654"/>
              <a:gd name="connsiteY16057" fmla="*/ 1579731 h 2398711"/>
              <a:gd name="connsiteX16058" fmla="*/ 1591278 w 2119654"/>
              <a:gd name="connsiteY16058" fmla="*/ 1993330 h 2398711"/>
              <a:gd name="connsiteX16059" fmla="*/ 1597959 w 2119654"/>
              <a:gd name="connsiteY16059" fmla="*/ 1991100 h 2398711"/>
              <a:gd name="connsiteX16060" fmla="*/ 1600740 w 2119654"/>
              <a:gd name="connsiteY16060" fmla="*/ 1984448 h 2398711"/>
              <a:gd name="connsiteX16061" fmla="*/ 1595226 w 2119654"/>
              <a:gd name="connsiteY16061" fmla="*/ 1985166 h 2398711"/>
              <a:gd name="connsiteX16062" fmla="*/ 1793265 w 2119654"/>
              <a:gd name="connsiteY16062" fmla="*/ 1541021 h 2398711"/>
              <a:gd name="connsiteX16063" fmla="*/ 1793709 w 2119654"/>
              <a:gd name="connsiteY16063" fmla="*/ 1541775 h 2398711"/>
              <a:gd name="connsiteX16064" fmla="*/ 1794738 w 2119654"/>
              <a:gd name="connsiteY16064" fmla="*/ 1541351 h 2398711"/>
              <a:gd name="connsiteX16065" fmla="*/ 1794596 w 2119654"/>
              <a:gd name="connsiteY16065" fmla="*/ 1540554 h 2398711"/>
              <a:gd name="connsiteX16066" fmla="*/ 1749093 w 2119654"/>
              <a:gd name="connsiteY16066" fmla="*/ 1639841 h 2398711"/>
              <a:gd name="connsiteX16067" fmla="*/ 1748949 w 2119654"/>
              <a:gd name="connsiteY16067" fmla="*/ 1642193 h 2398711"/>
              <a:gd name="connsiteX16068" fmla="*/ 1751232 w 2119654"/>
              <a:gd name="connsiteY16068" fmla="*/ 1641165 h 2398711"/>
              <a:gd name="connsiteX16069" fmla="*/ 1752784 w 2119654"/>
              <a:gd name="connsiteY16069" fmla="*/ 1639156 h 2398711"/>
              <a:gd name="connsiteX16070" fmla="*/ 1752158 w 2119654"/>
              <a:gd name="connsiteY16070" fmla="*/ 1638109 h 2398711"/>
              <a:gd name="connsiteX16071" fmla="*/ 1590027 w 2119654"/>
              <a:gd name="connsiteY16071" fmla="*/ 1995919 h 2398711"/>
              <a:gd name="connsiteX16072" fmla="*/ 1590053 w 2119654"/>
              <a:gd name="connsiteY16072" fmla="*/ 1996682 h 2398711"/>
              <a:gd name="connsiteX16073" fmla="*/ 1591707 w 2119654"/>
              <a:gd name="connsiteY16073" fmla="*/ 1997064 h 2398711"/>
              <a:gd name="connsiteX16074" fmla="*/ 1593486 w 2119654"/>
              <a:gd name="connsiteY16074" fmla="*/ 1996136 h 2398711"/>
              <a:gd name="connsiteX16075" fmla="*/ 1596542 w 2119654"/>
              <a:gd name="connsiteY16075" fmla="*/ 1994490 h 2398711"/>
              <a:gd name="connsiteX16076" fmla="*/ 1597239 w 2119654"/>
              <a:gd name="connsiteY16076" fmla="*/ 1992824 h 2398711"/>
              <a:gd name="connsiteX16077" fmla="*/ 1590423 w 2119654"/>
              <a:gd name="connsiteY16077" fmla="*/ 1995099 h 2398711"/>
              <a:gd name="connsiteX16078" fmla="*/ 1633589 w 2119654"/>
              <a:gd name="connsiteY16078" fmla="*/ 1898332 h 2398711"/>
              <a:gd name="connsiteX16079" fmla="*/ 1632300 w 2119654"/>
              <a:gd name="connsiteY16079" fmla="*/ 1902187 h 2398711"/>
              <a:gd name="connsiteX16080" fmla="*/ 1633310 w 2119654"/>
              <a:gd name="connsiteY16080" fmla="*/ 1901627 h 2398711"/>
              <a:gd name="connsiteX16081" fmla="*/ 1635082 w 2119654"/>
              <a:gd name="connsiteY16081" fmla="*/ 1897553 h 2398711"/>
              <a:gd name="connsiteX16082" fmla="*/ 1585827 w 2119654"/>
              <a:gd name="connsiteY16082" fmla="*/ 2005221 h 2398711"/>
              <a:gd name="connsiteX16083" fmla="*/ 1584946 w 2119654"/>
              <a:gd name="connsiteY16083" fmla="*/ 2007575 h 2398711"/>
              <a:gd name="connsiteX16084" fmla="*/ 1585959 w 2119654"/>
              <a:gd name="connsiteY16084" fmla="*/ 2006979 h 2398711"/>
              <a:gd name="connsiteX16085" fmla="*/ 1755761 w 2119654"/>
              <a:gd name="connsiteY16085" fmla="*/ 1624653 h 2398711"/>
              <a:gd name="connsiteX16086" fmla="*/ 1756091 w 2119654"/>
              <a:gd name="connsiteY16086" fmla="*/ 1626206 h 2398711"/>
              <a:gd name="connsiteX16087" fmla="*/ 1756383 w 2119654"/>
              <a:gd name="connsiteY16087" fmla="*/ 1626090 h 2398711"/>
              <a:gd name="connsiteX16088" fmla="*/ 1759560 w 2119654"/>
              <a:gd name="connsiteY16088" fmla="*/ 1623117 h 2398711"/>
              <a:gd name="connsiteX16089" fmla="*/ 1758500 w 2119654"/>
              <a:gd name="connsiteY16089" fmla="*/ 1622121 h 2398711"/>
              <a:gd name="connsiteX16090" fmla="*/ 1756805 w 2119654"/>
              <a:gd name="connsiteY16090" fmla="*/ 1623232 h 2398711"/>
              <a:gd name="connsiteX16091" fmla="*/ 1801581 w 2119654"/>
              <a:gd name="connsiteY16091" fmla="*/ 1522024 h 2398711"/>
              <a:gd name="connsiteX16092" fmla="*/ 1805312 w 2119654"/>
              <a:gd name="connsiteY16092" fmla="*/ 1524464 h 2398711"/>
              <a:gd name="connsiteX16093" fmla="*/ 1814262 w 2119654"/>
              <a:gd name="connsiteY16093" fmla="*/ 1518203 h 2398711"/>
              <a:gd name="connsiteX16094" fmla="*/ 1813001 w 2119654"/>
              <a:gd name="connsiteY16094" fmla="*/ 1514403 h 2398711"/>
              <a:gd name="connsiteX16095" fmla="*/ 1804023 w 2119654"/>
              <a:gd name="connsiteY16095" fmla="*/ 1519457 h 2398711"/>
              <a:gd name="connsiteX16096" fmla="*/ 1739115 w 2119654"/>
              <a:gd name="connsiteY16096" fmla="*/ 1661804 h 2398711"/>
              <a:gd name="connsiteX16097" fmla="*/ 1739936 w 2119654"/>
              <a:gd name="connsiteY16097" fmla="*/ 1663677 h 2398711"/>
              <a:gd name="connsiteX16098" fmla="*/ 1740235 w 2119654"/>
              <a:gd name="connsiteY16098" fmla="*/ 1663950 h 2398711"/>
              <a:gd name="connsiteX16099" fmla="*/ 1742438 w 2119654"/>
              <a:gd name="connsiteY16099" fmla="*/ 1662632 h 2398711"/>
              <a:gd name="connsiteX16100" fmla="*/ 1742187 w 2119654"/>
              <a:gd name="connsiteY16100" fmla="*/ 1661016 h 2398711"/>
              <a:gd name="connsiteX16101" fmla="*/ 1794312 w 2119654"/>
              <a:gd name="connsiteY16101" fmla="*/ 1538121 h 2398711"/>
              <a:gd name="connsiteX16102" fmla="*/ 1794397 w 2119654"/>
              <a:gd name="connsiteY16102" fmla="*/ 1538598 h 2398711"/>
              <a:gd name="connsiteX16103" fmla="*/ 1797056 w 2119654"/>
              <a:gd name="connsiteY16103" fmla="*/ 1536392 h 2398711"/>
              <a:gd name="connsiteX16104" fmla="*/ 1775826 w 2119654"/>
              <a:gd name="connsiteY16104" fmla="*/ 1579456 h 2398711"/>
              <a:gd name="connsiteX16105" fmla="*/ 1775750 w 2119654"/>
              <a:gd name="connsiteY16105" fmla="*/ 1581127 h 2398711"/>
              <a:gd name="connsiteX16106" fmla="*/ 1776323 w 2119654"/>
              <a:gd name="connsiteY16106" fmla="*/ 1580765 h 2398711"/>
              <a:gd name="connsiteX16107" fmla="*/ 1587468 w 2119654"/>
              <a:gd name="connsiteY16107" fmla="*/ 2001211 h 2398711"/>
              <a:gd name="connsiteX16108" fmla="*/ 1587921 w 2119654"/>
              <a:gd name="connsiteY16108" fmla="*/ 2001183 h 2398711"/>
              <a:gd name="connsiteX16109" fmla="*/ 1588151 w 2119654"/>
              <a:gd name="connsiteY16109" fmla="*/ 2000311 h 2398711"/>
              <a:gd name="connsiteX16110" fmla="*/ 1587877 w 2119654"/>
              <a:gd name="connsiteY16110" fmla="*/ 2000367 h 2398711"/>
              <a:gd name="connsiteX16111" fmla="*/ 1886833 w 2119654"/>
              <a:gd name="connsiteY16111" fmla="*/ 1330703 h 2398711"/>
              <a:gd name="connsiteX16112" fmla="*/ 1887167 w 2119654"/>
              <a:gd name="connsiteY16112" fmla="*/ 1331026 h 2398711"/>
              <a:gd name="connsiteX16113" fmla="*/ 1892106 w 2119654"/>
              <a:gd name="connsiteY16113" fmla="*/ 1336131 h 2398711"/>
              <a:gd name="connsiteX16114" fmla="*/ 1893137 w 2119654"/>
              <a:gd name="connsiteY16114" fmla="*/ 1335201 h 2398711"/>
              <a:gd name="connsiteX16115" fmla="*/ 1897176 w 2119654"/>
              <a:gd name="connsiteY16115" fmla="*/ 1331461 h 2398711"/>
              <a:gd name="connsiteX16116" fmla="*/ 1890489 w 2119654"/>
              <a:gd name="connsiteY16116" fmla="*/ 1328017 h 2398711"/>
              <a:gd name="connsiteX16117" fmla="*/ 1584169 w 2119654"/>
              <a:gd name="connsiteY16117" fmla="*/ 2008032 h 2398711"/>
              <a:gd name="connsiteX16118" fmla="*/ 1584544 w 2119654"/>
              <a:gd name="connsiteY16118" fmla="*/ 2007812 h 2398711"/>
              <a:gd name="connsiteX16119" fmla="*/ 1585312 w 2119654"/>
              <a:gd name="connsiteY16119" fmla="*/ 2005671 h 2398711"/>
              <a:gd name="connsiteX16120" fmla="*/ 1776057 w 2119654"/>
              <a:gd name="connsiteY16120" fmla="*/ 1578348 h 2398711"/>
              <a:gd name="connsiteX16121" fmla="*/ 1777674 w 2119654"/>
              <a:gd name="connsiteY16121" fmla="*/ 1579911 h 2398711"/>
              <a:gd name="connsiteX16122" fmla="*/ 1780247 w 2119654"/>
              <a:gd name="connsiteY16122" fmla="*/ 1578285 h 2398711"/>
              <a:gd name="connsiteX16123" fmla="*/ 1782181 w 2119654"/>
              <a:gd name="connsiteY16123" fmla="*/ 1575964 h 2398711"/>
              <a:gd name="connsiteX16124" fmla="*/ 1571353 w 2119654"/>
              <a:gd name="connsiteY16124" fmla="*/ 2036595 h 2398711"/>
              <a:gd name="connsiteX16125" fmla="*/ 1571360 w 2119654"/>
              <a:gd name="connsiteY16125" fmla="*/ 2037523 h 2398711"/>
              <a:gd name="connsiteX16126" fmla="*/ 1574233 w 2119654"/>
              <a:gd name="connsiteY16126" fmla="*/ 2037665 h 2398711"/>
              <a:gd name="connsiteX16127" fmla="*/ 1574531 w 2119654"/>
              <a:gd name="connsiteY16127" fmla="*/ 2036083 h 2398711"/>
              <a:gd name="connsiteX16128" fmla="*/ 1891601 w 2119654"/>
              <a:gd name="connsiteY16128" fmla="*/ 1319494 h 2398711"/>
              <a:gd name="connsiteX16129" fmla="*/ 1891871 w 2119654"/>
              <a:gd name="connsiteY16129" fmla="*/ 1319330 h 2398711"/>
              <a:gd name="connsiteX16130" fmla="*/ 1892141 w 2119654"/>
              <a:gd name="connsiteY16130" fmla="*/ 1318995 h 2398711"/>
              <a:gd name="connsiteX16131" fmla="*/ 1552310 w 2119654"/>
              <a:gd name="connsiteY16131" fmla="*/ 2079189 h 2398711"/>
              <a:gd name="connsiteX16132" fmla="*/ 1557895 w 2119654"/>
              <a:gd name="connsiteY16132" fmla="*/ 2080447 h 2398711"/>
              <a:gd name="connsiteX16133" fmla="*/ 1559182 w 2119654"/>
              <a:gd name="connsiteY16133" fmla="*/ 2077683 h 2398711"/>
              <a:gd name="connsiteX16134" fmla="*/ 1556846 w 2119654"/>
              <a:gd name="connsiteY16134" fmla="*/ 2076780 h 2398711"/>
              <a:gd name="connsiteX16135" fmla="*/ 1552399 w 2119654"/>
              <a:gd name="connsiteY16135" fmla="*/ 2079059 h 2398711"/>
              <a:gd name="connsiteX16136" fmla="*/ 1792914 w 2119654"/>
              <a:gd name="connsiteY16136" fmla="*/ 1540428 h 2398711"/>
              <a:gd name="connsiteX16137" fmla="*/ 1793004 w 2119654"/>
              <a:gd name="connsiteY16137" fmla="*/ 1540580 h 2398711"/>
              <a:gd name="connsiteX16138" fmla="*/ 1794506 w 2119654"/>
              <a:gd name="connsiteY16138" fmla="*/ 1540053 h 2398711"/>
              <a:gd name="connsiteX16139" fmla="*/ 1794357 w 2119654"/>
              <a:gd name="connsiteY16139" fmla="*/ 1539219 h 2398711"/>
              <a:gd name="connsiteX16140" fmla="*/ 1793900 w 2119654"/>
              <a:gd name="connsiteY16140" fmla="*/ 1539610 h 2398711"/>
              <a:gd name="connsiteX16141" fmla="*/ 1745247 w 2119654"/>
              <a:gd name="connsiteY16141" fmla="*/ 1647103 h 2398711"/>
              <a:gd name="connsiteX16142" fmla="*/ 1745370 w 2119654"/>
              <a:gd name="connsiteY16142" fmla="*/ 1647635 h 2398711"/>
              <a:gd name="connsiteX16143" fmla="*/ 1745576 w 2119654"/>
              <a:gd name="connsiteY16143" fmla="*/ 1647627 h 2398711"/>
              <a:gd name="connsiteX16144" fmla="*/ 1745279 w 2119654"/>
              <a:gd name="connsiteY16144" fmla="*/ 1647088 h 2398711"/>
              <a:gd name="connsiteX16145" fmla="*/ 1902592 w 2119654"/>
              <a:gd name="connsiteY16145" fmla="*/ 1294769 h 2398711"/>
              <a:gd name="connsiteX16146" fmla="*/ 1905142 w 2119654"/>
              <a:gd name="connsiteY16146" fmla="*/ 1293626 h 2398711"/>
              <a:gd name="connsiteX16147" fmla="*/ 1906279 w 2119654"/>
              <a:gd name="connsiteY16147" fmla="*/ 1291935 h 2398711"/>
              <a:gd name="connsiteX16148" fmla="*/ 1908830 w 2119654"/>
              <a:gd name="connsiteY16148" fmla="*/ 1287792 h 2398711"/>
              <a:gd name="connsiteX16149" fmla="*/ 1908854 w 2119654"/>
              <a:gd name="connsiteY16149" fmla="*/ 1287996 h 2398711"/>
              <a:gd name="connsiteX16150" fmla="*/ 1908074 w 2119654"/>
              <a:gd name="connsiteY16150" fmla="*/ 1289263 h 2398711"/>
              <a:gd name="connsiteX16151" fmla="*/ 1913588 w 2119654"/>
              <a:gd name="connsiteY16151" fmla="*/ 1281056 h 2398711"/>
              <a:gd name="connsiteX16152" fmla="*/ 1912369 w 2119654"/>
              <a:gd name="connsiteY16152" fmla="*/ 1281918 h 2398711"/>
              <a:gd name="connsiteX16153" fmla="*/ 1754035 w 2119654"/>
              <a:gd name="connsiteY16153" fmla="*/ 1627310 h 2398711"/>
              <a:gd name="connsiteX16154" fmla="*/ 1754136 w 2119654"/>
              <a:gd name="connsiteY16154" fmla="*/ 1627523 h 2398711"/>
              <a:gd name="connsiteX16155" fmla="*/ 1755824 w 2119654"/>
              <a:gd name="connsiteY16155" fmla="*/ 1626600 h 2398711"/>
              <a:gd name="connsiteX16156" fmla="*/ 1755824 w 2119654"/>
              <a:gd name="connsiteY16156" fmla="*/ 1626599 h 2398711"/>
              <a:gd name="connsiteX16157" fmla="*/ 1741966 w 2119654"/>
              <a:gd name="connsiteY16157" fmla="*/ 1654256 h 2398711"/>
              <a:gd name="connsiteX16158" fmla="*/ 1741971 w 2119654"/>
              <a:gd name="connsiteY16158" fmla="*/ 1654287 h 2398711"/>
              <a:gd name="connsiteX16159" fmla="*/ 1742418 w 2119654"/>
              <a:gd name="connsiteY16159" fmla="*/ 1654188 h 2398711"/>
              <a:gd name="connsiteX16160" fmla="*/ 1742558 w 2119654"/>
              <a:gd name="connsiteY16160" fmla="*/ 1654108 h 2398711"/>
              <a:gd name="connsiteX16161" fmla="*/ 1736121 w 2119654"/>
              <a:gd name="connsiteY16161" fmla="*/ 1667230 h 2398711"/>
              <a:gd name="connsiteX16162" fmla="*/ 1737465 w 2119654"/>
              <a:gd name="connsiteY16162" fmla="*/ 1669664 h 2398711"/>
              <a:gd name="connsiteX16163" fmla="*/ 1739907 w 2119654"/>
              <a:gd name="connsiteY16163" fmla="*/ 1667544 h 2398711"/>
              <a:gd name="connsiteX16164" fmla="*/ 1738489 w 2119654"/>
              <a:gd name="connsiteY16164" fmla="*/ 1666241 h 2398711"/>
              <a:gd name="connsiteX16165" fmla="*/ 1737313 w 2119654"/>
              <a:gd name="connsiteY16165" fmla="*/ 1666517 h 2398711"/>
              <a:gd name="connsiteX16166" fmla="*/ 1876988 w 2119654"/>
              <a:gd name="connsiteY16166" fmla="*/ 1351703 h 2398711"/>
              <a:gd name="connsiteX16167" fmla="*/ 1878091 w 2119654"/>
              <a:gd name="connsiteY16167" fmla="*/ 1350983 h 2398711"/>
              <a:gd name="connsiteX16168" fmla="*/ 1881025 w 2119654"/>
              <a:gd name="connsiteY16168" fmla="*/ 1346535 h 2398711"/>
              <a:gd name="connsiteX16169" fmla="*/ 1880260 w 2119654"/>
              <a:gd name="connsiteY16169" fmla="*/ 1347224 h 2398711"/>
              <a:gd name="connsiteX16170" fmla="*/ 1880262 w 2119654"/>
              <a:gd name="connsiteY16170" fmla="*/ 1347268 h 2398711"/>
              <a:gd name="connsiteX16171" fmla="*/ 1523025 w 2119654"/>
              <a:gd name="connsiteY16171" fmla="*/ 2144284 h 2398711"/>
              <a:gd name="connsiteX16172" fmla="*/ 1521365 w 2119654"/>
              <a:gd name="connsiteY16172" fmla="*/ 2149959 h 2398711"/>
              <a:gd name="connsiteX16173" fmla="*/ 1526406 w 2119654"/>
              <a:gd name="connsiteY16173" fmla="*/ 2151018 h 2398711"/>
              <a:gd name="connsiteX16174" fmla="*/ 1530516 w 2119654"/>
              <a:gd name="connsiteY16174" fmla="*/ 2150066 h 2398711"/>
              <a:gd name="connsiteX16175" fmla="*/ 1533290 w 2119654"/>
              <a:gd name="connsiteY16175" fmla="*/ 2146243 h 2398711"/>
              <a:gd name="connsiteX16176" fmla="*/ 1533370 w 2119654"/>
              <a:gd name="connsiteY16176" fmla="*/ 2145854 h 2398711"/>
              <a:gd name="connsiteX16177" fmla="*/ 1532475 w 2119654"/>
              <a:gd name="connsiteY16177" fmla="*/ 2145752 h 2398711"/>
              <a:gd name="connsiteX16178" fmla="*/ 1754013 w 2119654"/>
              <a:gd name="connsiteY16178" fmla="*/ 1627032 h 2398711"/>
              <a:gd name="connsiteX16179" fmla="*/ 1755767 w 2119654"/>
              <a:gd name="connsiteY16179" fmla="*/ 1626335 h 2398711"/>
              <a:gd name="connsiteX16180" fmla="*/ 1755489 w 2119654"/>
              <a:gd name="connsiteY16180" fmla="*/ 1625024 h 2398711"/>
              <a:gd name="connsiteX16181" fmla="*/ 1589344 w 2119654"/>
              <a:gd name="connsiteY16181" fmla="*/ 1995666 h 2398711"/>
              <a:gd name="connsiteX16182" fmla="*/ 1589177 w 2119654"/>
              <a:gd name="connsiteY16182" fmla="*/ 1996133 h 2398711"/>
              <a:gd name="connsiteX16183" fmla="*/ 1589348 w 2119654"/>
              <a:gd name="connsiteY16183" fmla="*/ 1995778 h 2398711"/>
              <a:gd name="connsiteX16184" fmla="*/ 1597617 w 2119654"/>
              <a:gd name="connsiteY16184" fmla="*/ 1977037 h 2398711"/>
              <a:gd name="connsiteX16185" fmla="*/ 1598440 w 2119654"/>
              <a:gd name="connsiteY16185" fmla="*/ 1976976 h 2398711"/>
              <a:gd name="connsiteX16186" fmla="*/ 1598487 w 2119654"/>
              <a:gd name="connsiteY16186" fmla="*/ 1976878 h 2398711"/>
              <a:gd name="connsiteX16187" fmla="*/ 1835185 w 2119654"/>
              <a:gd name="connsiteY16187" fmla="*/ 1445062 h 2398711"/>
              <a:gd name="connsiteX16188" fmla="*/ 1839641 w 2119654"/>
              <a:gd name="connsiteY16188" fmla="*/ 1443881 h 2398711"/>
              <a:gd name="connsiteX16189" fmla="*/ 1849032 w 2119654"/>
              <a:gd name="connsiteY16189" fmla="*/ 1438091 h 2398711"/>
              <a:gd name="connsiteX16190" fmla="*/ 1862050 w 2119654"/>
              <a:gd name="connsiteY16190" fmla="*/ 1420496 h 2398711"/>
              <a:gd name="connsiteX16191" fmla="*/ 1845525 w 2119654"/>
              <a:gd name="connsiteY16191" fmla="*/ 1435106 h 2398711"/>
              <a:gd name="connsiteX16192" fmla="*/ 1838184 w 2119654"/>
              <a:gd name="connsiteY16192" fmla="*/ 1440696 h 2398711"/>
              <a:gd name="connsiteX16193" fmla="*/ 1579615 w 2119654"/>
              <a:gd name="connsiteY16193" fmla="*/ 2017295 h 2398711"/>
              <a:gd name="connsiteX16194" fmla="*/ 1581308 w 2119654"/>
              <a:gd name="connsiteY16194" fmla="*/ 2016769 h 2398711"/>
              <a:gd name="connsiteX16195" fmla="*/ 1581869 w 2119654"/>
              <a:gd name="connsiteY16195" fmla="*/ 2015268 h 2398711"/>
              <a:gd name="connsiteX16196" fmla="*/ 1583996 w 2119654"/>
              <a:gd name="connsiteY16196" fmla="*/ 2009340 h 2398711"/>
              <a:gd name="connsiteX16197" fmla="*/ 1583355 w 2119654"/>
              <a:gd name="connsiteY16197" fmla="*/ 2009717 h 2398711"/>
              <a:gd name="connsiteX16198" fmla="*/ 1581869 w 2119654"/>
              <a:gd name="connsiteY16198" fmla="*/ 2012790 h 2398711"/>
              <a:gd name="connsiteX16199" fmla="*/ 1895952 w 2119654"/>
              <a:gd name="connsiteY16199" fmla="*/ 1308945 h 2398711"/>
              <a:gd name="connsiteX16200" fmla="*/ 1907028 w 2119654"/>
              <a:gd name="connsiteY16200" fmla="*/ 1299723 h 2398711"/>
              <a:gd name="connsiteX16201" fmla="*/ 1909771 w 2119654"/>
              <a:gd name="connsiteY16201" fmla="*/ 1297188 h 2398711"/>
              <a:gd name="connsiteX16202" fmla="*/ 1916494 w 2119654"/>
              <a:gd name="connsiteY16202" fmla="*/ 1288871 h 2398711"/>
              <a:gd name="connsiteX16203" fmla="*/ 1908068 w 2119654"/>
              <a:gd name="connsiteY16203" fmla="*/ 1292645 h 2398711"/>
              <a:gd name="connsiteX16204" fmla="*/ 1903281 w 2119654"/>
              <a:gd name="connsiteY16204" fmla="*/ 1297287 h 2398711"/>
              <a:gd name="connsiteX16205" fmla="*/ 1901494 w 2119654"/>
              <a:gd name="connsiteY16205" fmla="*/ 1299946 h 2398711"/>
              <a:gd name="connsiteX16206" fmla="*/ 1741906 w 2119654"/>
              <a:gd name="connsiteY16206" fmla="*/ 1653871 h 2398711"/>
              <a:gd name="connsiteX16207" fmla="*/ 1741928 w 2119654"/>
              <a:gd name="connsiteY16207" fmla="*/ 1654012 h 2398711"/>
              <a:gd name="connsiteX16208" fmla="*/ 1743296 w 2119654"/>
              <a:gd name="connsiteY16208" fmla="*/ 1653689 h 2398711"/>
              <a:gd name="connsiteX16209" fmla="*/ 1743697 w 2119654"/>
              <a:gd name="connsiteY16209" fmla="*/ 1653461 h 2398711"/>
              <a:gd name="connsiteX16210" fmla="*/ 1744319 w 2119654"/>
              <a:gd name="connsiteY16210" fmla="*/ 1653017 h 2398711"/>
              <a:gd name="connsiteX16211" fmla="*/ 1743908 w 2119654"/>
              <a:gd name="connsiteY16211" fmla="*/ 1651237 h 2398711"/>
              <a:gd name="connsiteX16212" fmla="*/ 1775906 w 2119654"/>
              <a:gd name="connsiteY16212" fmla="*/ 1577689 h 2398711"/>
              <a:gd name="connsiteX16213" fmla="*/ 1775893 w 2119654"/>
              <a:gd name="connsiteY16213" fmla="*/ 1577973 h 2398711"/>
              <a:gd name="connsiteX16214" fmla="*/ 1782721 w 2119654"/>
              <a:gd name="connsiteY16214" fmla="*/ 1575315 h 2398711"/>
              <a:gd name="connsiteX16215" fmla="*/ 1787228 w 2119654"/>
              <a:gd name="connsiteY16215" fmla="*/ 1569905 h 2398711"/>
              <a:gd name="connsiteX16216" fmla="*/ 1784065 w 2119654"/>
              <a:gd name="connsiteY16216" fmla="*/ 1571065 h 2398711"/>
              <a:gd name="connsiteX16217" fmla="*/ 1783546 w 2119654"/>
              <a:gd name="connsiteY16217" fmla="*/ 1571415 h 2398711"/>
              <a:gd name="connsiteX16218" fmla="*/ 1784002 w 2119654"/>
              <a:gd name="connsiteY16218" fmla="*/ 1573569 h 2398711"/>
              <a:gd name="connsiteX16219" fmla="*/ 1783844 w 2119654"/>
              <a:gd name="connsiteY16219" fmla="*/ 1573890 h 2398711"/>
              <a:gd name="connsiteX16220" fmla="*/ 1783349 w 2119654"/>
              <a:gd name="connsiteY16220" fmla="*/ 1571549 h 2398711"/>
              <a:gd name="connsiteX16221" fmla="*/ 1778782 w 2119654"/>
              <a:gd name="connsiteY16221" fmla="*/ 1574636 h 2398711"/>
              <a:gd name="connsiteX16222" fmla="*/ 1868452 w 2119654"/>
              <a:gd name="connsiteY16222" fmla="*/ 1370383 h 2398711"/>
              <a:gd name="connsiteX16223" fmla="*/ 1869641 w 2119654"/>
              <a:gd name="connsiteY16223" fmla="*/ 1369847 h 2398711"/>
              <a:gd name="connsiteX16224" fmla="*/ 1869409 w 2119654"/>
              <a:gd name="connsiteY16224" fmla="*/ 1369343 h 2398711"/>
              <a:gd name="connsiteX16225" fmla="*/ 1654246 w 2119654"/>
              <a:gd name="connsiteY16225" fmla="*/ 1850024 h 2398711"/>
              <a:gd name="connsiteX16226" fmla="*/ 1654658 w 2119654"/>
              <a:gd name="connsiteY16226" fmla="*/ 1850077 h 2398711"/>
              <a:gd name="connsiteX16227" fmla="*/ 1654853 w 2119654"/>
              <a:gd name="connsiteY16227" fmla="*/ 1849556 h 2398711"/>
              <a:gd name="connsiteX16228" fmla="*/ 1738163 w 2119654"/>
              <a:gd name="connsiteY16228" fmla="*/ 1662048 h 2398711"/>
              <a:gd name="connsiteX16229" fmla="*/ 1739518 w 2119654"/>
              <a:gd name="connsiteY16229" fmla="*/ 1663293 h 2398711"/>
              <a:gd name="connsiteX16230" fmla="*/ 1738890 w 2119654"/>
              <a:gd name="connsiteY16230" fmla="*/ 1661862 h 2398711"/>
              <a:gd name="connsiteX16231" fmla="*/ 1753424 w 2119654"/>
              <a:gd name="connsiteY16231" fmla="*/ 1627832 h 2398711"/>
              <a:gd name="connsiteX16232" fmla="*/ 1753440 w 2119654"/>
              <a:gd name="connsiteY16232" fmla="*/ 1627905 h 2398711"/>
              <a:gd name="connsiteX16233" fmla="*/ 1753543 w 2119654"/>
              <a:gd name="connsiteY16233" fmla="*/ 1627847 h 2398711"/>
              <a:gd name="connsiteX16234" fmla="*/ 1753489 w 2119654"/>
              <a:gd name="connsiteY16234" fmla="*/ 1627744 h 2398711"/>
              <a:gd name="connsiteX16235" fmla="*/ 1620338 w 2119654"/>
              <a:gd name="connsiteY16235" fmla="*/ 1925705 h 2398711"/>
              <a:gd name="connsiteX16236" fmla="*/ 1620359 w 2119654"/>
              <a:gd name="connsiteY16236" fmla="*/ 1926260 h 2398711"/>
              <a:gd name="connsiteX16237" fmla="*/ 1620745 w 2119654"/>
              <a:gd name="connsiteY16237" fmla="*/ 1926111 h 2398711"/>
              <a:gd name="connsiteX16238" fmla="*/ 1621142 w 2119654"/>
              <a:gd name="connsiteY16238" fmla="*/ 1925344 h 2398711"/>
              <a:gd name="connsiteX16239" fmla="*/ 1550760 w 2119654"/>
              <a:gd name="connsiteY16239" fmla="*/ 2081468 h 2398711"/>
              <a:gd name="connsiteX16240" fmla="*/ 1557057 w 2119654"/>
              <a:gd name="connsiteY16240" fmla="*/ 2082246 h 2398711"/>
              <a:gd name="connsiteX16241" fmla="*/ 1557736 w 2119654"/>
              <a:gd name="connsiteY16241" fmla="*/ 2080788 h 2398711"/>
              <a:gd name="connsiteX16242" fmla="*/ 1552088 w 2119654"/>
              <a:gd name="connsiteY16242" fmla="*/ 2079516 h 2398711"/>
              <a:gd name="connsiteX16243" fmla="*/ 1598241 w 2119654"/>
              <a:gd name="connsiteY16243" fmla="*/ 1974978 h 2398711"/>
              <a:gd name="connsiteX16244" fmla="*/ 1599391 w 2119654"/>
              <a:gd name="connsiteY16244" fmla="*/ 1975008 h 2398711"/>
              <a:gd name="connsiteX16245" fmla="*/ 1600407 w 2119654"/>
              <a:gd name="connsiteY16245" fmla="*/ 1972908 h 2398711"/>
              <a:gd name="connsiteX16246" fmla="*/ 1599642 w 2119654"/>
              <a:gd name="connsiteY16246" fmla="*/ 1973228 h 2398711"/>
              <a:gd name="connsiteX16247" fmla="*/ 1749283 w 2119654"/>
              <a:gd name="connsiteY16247" fmla="*/ 1636745 h 2398711"/>
              <a:gd name="connsiteX16248" fmla="*/ 1749108 w 2119654"/>
              <a:gd name="connsiteY16248" fmla="*/ 1639593 h 2398711"/>
              <a:gd name="connsiteX16249" fmla="*/ 1752051 w 2119654"/>
              <a:gd name="connsiteY16249" fmla="*/ 1637931 h 2398711"/>
              <a:gd name="connsiteX16250" fmla="*/ 1750958 w 2119654"/>
              <a:gd name="connsiteY16250" fmla="*/ 1636104 h 2398711"/>
              <a:gd name="connsiteX16251" fmla="*/ 1586794 w 2119654"/>
              <a:gd name="connsiteY16251" fmla="*/ 2000583 h 2398711"/>
              <a:gd name="connsiteX16252" fmla="*/ 1586825 w 2119654"/>
              <a:gd name="connsiteY16252" fmla="*/ 2000996 h 2398711"/>
              <a:gd name="connsiteX16253" fmla="*/ 1587049 w 2119654"/>
              <a:gd name="connsiteY16253" fmla="*/ 2000532 h 2398711"/>
              <a:gd name="connsiteX16254" fmla="*/ 1801240 w 2119654"/>
              <a:gd name="connsiteY16254" fmla="*/ 1520279 h 2398711"/>
              <a:gd name="connsiteX16255" fmla="*/ 1803925 w 2119654"/>
              <a:gd name="connsiteY16255" fmla="*/ 1518814 h 2398711"/>
              <a:gd name="connsiteX16256" fmla="*/ 1811711 w 2119654"/>
              <a:gd name="connsiteY16256" fmla="*/ 1510958 h 2398711"/>
              <a:gd name="connsiteX16257" fmla="*/ 1810883 w 2119654"/>
              <a:gd name="connsiteY16257" fmla="*/ 1508963 h 2398711"/>
              <a:gd name="connsiteX16258" fmla="*/ 1809381 w 2119654"/>
              <a:gd name="connsiteY16258" fmla="*/ 1510337 h 2398711"/>
              <a:gd name="connsiteX16259" fmla="*/ 1804799 w 2119654"/>
              <a:gd name="connsiteY16259" fmla="*/ 1516532 h 2398711"/>
              <a:gd name="connsiteX16260" fmla="*/ 1801404 w 2119654"/>
              <a:gd name="connsiteY16260" fmla="*/ 1519933 h 2398711"/>
              <a:gd name="connsiteX16261" fmla="*/ 1875757 w 2119654"/>
              <a:gd name="connsiteY16261" fmla="*/ 1353369 h 2398711"/>
              <a:gd name="connsiteX16262" fmla="*/ 1876886 w 2119654"/>
              <a:gd name="connsiteY16262" fmla="*/ 1352810 h 2398711"/>
              <a:gd name="connsiteX16263" fmla="*/ 1877155 w 2119654"/>
              <a:gd name="connsiteY16263" fmla="*/ 1352403 h 2398711"/>
              <a:gd name="connsiteX16264" fmla="*/ 1875835 w 2119654"/>
              <a:gd name="connsiteY16264" fmla="*/ 1353263 h 2398711"/>
              <a:gd name="connsiteX16265" fmla="*/ 1800688 w 2119654"/>
              <a:gd name="connsiteY16265" fmla="*/ 1521439 h 2398711"/>
              <a:gd name="connsiteX16266" fmla="*/ 1801037 w 2119654"/>
              <a:gd name="connsiteY16266" fmla="*/ 1521669 h 2398711"/>
              <a:gd name="connsiteX16267" fmla="*/ 1801472 w 2119654"/>
              <a:gd name="connsiteY16267" fmla="*/ 1521289 h 2398711"/>
              <a:gd name="connsiteX16268" fmla="*/ 1802359 w 2119654"/>
              <a:gd name="connsiteY16268" fmla="*/ 1520394 h 2398711"/>
              <a:gd name="connsiteX16269" fmla="*/ 1800756 w 2119654"/>
              <a:gd name="connsiteY16269" fmla="*/ 1521297 h 2398711"/>
              <a:gd name="connsiteX16270" fmla="*/ 1800255 w 2119654"/>
              <a:gd name="connsiteY16270" fmla="*/ 1522350 h 2398711"/>
              <a:gd name="connsiteX16271" fmla="*/ 1800670 w 2119654"/>
              <a:gd name="connsiteY16271" fmla="*/ 1521989 h 2398711"/>
              <a:gd name="connsiteX16272" fmla="*/ 1800485 w 2119654"/>
              <a:gd name="connsiteY16272" fmla="*/ 1521868 h 2398711"/>
              <a:gd name="connsiteX16273" fmla="*/ 1894431 w 2119654"/>
              <a:gd name="connsiteY16273" fmla="*/ 1311369 h 2398711"/>
              <a:gd name="connsiteX16274" fmla="*/ 1899110 w 2119654"/>
              <a:gd name="connsiteY16274" fmla="*/ 1307043 h 2398711"/>
              <a:gd name="connsiteX16275" fmla="*/ 1895008 w 2119654"/>
              <a:gd name="connsiteY16275" fmla="*/ 1310458 h 2398711"/>
              <a:gd name="connsiteX16276" fmla="*/ 1799236 w 2119654"/>
              <a:gd name="connsiteY16276" fmla="*/ 1524494 h 2398711"/>
              <a:gd name="connsiteX16277" fmla="*/ 1800328 w 2119654"/>
              <a:gd name="connsiteY16277" fmla="*/ 1526657 h 2398711"/>
              <a:gd name="connsiteX16278" fmla="*/ 1804544 w 2119654"/>
              <a:gd name="connsiteY16278" fmla="*/ 1524907 h 2398711"/>
              <a:gd name="connsiteX16279" fmla="*/ 1804894 w 2119654"/>
              <a:gd name="connsiteY16279" fmla="*/ 1524757 h 2398711"/>
              <a:gd name="connsiteX16280" fmla="*/ 1804908 w 2119654"/>
              <a:gd name="connsiteY16280" fmla="*/ 1524748 h 2398711"/>
              <a:gd name="connsiteX16281" fmla="*/ 1801253 w 2119654"/>
              <a:gd name="connsiteY16281" fmla="*/ 1522369 h 2398711"/>
              <a:gd name="connsiteX16282" fmla="*/ 1799241 w 2119654"/>
              <a:gd name="connsiteY16282" fmla="*/ 1524484 h 2398711"/>
              <a:gd name="connsiteX16283" fmla="*/ 1622911 w 2119654"/>
              <a:gd name="connsiteY16283" fmla="*/ 1919292 h 2398711"/>
              <a:gd name="connsiteX16284" fmla="*/ 1624251 w 2119654"/>
              <a:gd name="connsiteY16284" fmla="*/ 1919262 h 2398711"/>
              <a:gd name="connsiteX16285" fmla="*/ 1624660 w 2119654"/>
              <a:gd name="connsiteY16285" fmla="*/ 1918042 h 2398711"/>
              <a:gd name="connsiteX16286" fmla="*/ 1775959 w 2119654"/>
              <a:gd name="connsiteY16286" fmla="*/ 1576545 h 2398711"/>
              <a:gd name="connsiteX16287" fmla="*/ 1775937 w 2119654"/>
              <a:gd name="connsiteY16287" fmla="*/ 1577015 h 2398711"/>
              <a:gd name="connsiteX16288" fmla="*/ 1777119 w 2119654"/>
              <a:gd name="connsiteY16288" fmla="*/ 1575761 h 2398711"/>
              <a:gd name="connsiteX16289" fmla="*/ 1574721 w 2119654"/>
              <a:gd name="connsiteY16289" fmla="*/ 2027077 h 2398711"/>
              <a:gd name="connsiteX16290" fmla="*/ 1574919 w 2119654"/>
              <a:gd name="connsiteY16290" fmla="*/ 2026976 h 2398711"/>
              <a:gd name="connsiteX16291" fmla="*/ 1576401 w 2119654"/>
              <a:gd name="connsiteY16291" fmla="*/ 2026145 h 2398711"/>
              <a:gd name="connsiteX16292" fmla="*/ 1576747 w 2119654"/>
              <a:gd name="connsiteY16292" fmla="*/ 2024311 h 2398711"/>
              <a:gd name="connsiteX16293" fmla="*/ 1575647 w 2119654"/>
              <a:gd name="connsiteY16293" fmla="*/ 2025225 h 2398711"/>
              <a:gd name="connsiteX16294" fmla="*/ 1797688 w 2119654"/>
              <a:gd name="connsiteY16294" fmla="*/ 1527753 h 2398711"/>
              <a:gd name="connsiteX16295" fmla="*/ 1798684 w 2119654"/>
              <a:gd name="connsiteY16295" fmla="*/ 1527339 h 2398711"/>
              <a:gd name="connsiteX16296" fmla="*/ 1798271 w 2119654"/>
              <a:gd name="connsiteY16296" fmla="*/ 1526524 h 2398711"/>
              <a:gd name="connsiteX16297" fmla="*/ 1755326 w 2119654"/>
              <a:gd name="connsiteY16297" fmla="*/ 1622603 h 2398711"/>
              <a:gd name="connsiteX16298" fmla="*/ 1755327 w 2119654"/>
              <a:gd name="connsiteY16298" fmla="*/ 1622610 h 2398711"/>
              <a:gd name="connsiteX16299" fmla="*/ 1755334 w 2119654"/>
              <a:gd name="connsiteY16299" fmla="*/ 1622601 h 2398711"/>
              <a:gd name="connsiteX16300" fmla="*/ 1747104 w 2119654"/>
              <a:gd name="connsiteY16300" fmla="*/ 1640964 h 2398711"/>
              <a:gd name="connsiteX16301" fmla="*/ 1747240 w 2119654"/>
              <a:gd name="connsiteY16301" fmla="*/ 1641158 h 2398711"/>
              <a:gd name="connsiteX16302" fmla="*/ 1747257 w 2119654"/>
              <a:gd name="connsiteY16302" fmla="*/ 1640878 h 2398711"/>
              <a:gd name="connsiteX16303" fmla="*/ 1796946 w 2119654"/>
              <a:gd name="connsiteY16303" fmla="*/ 1529312 h 2398711"/>
              <a:gd name="connsiteX16304" fmla="*/ 1797525 w 2119654"/>
              <a:gd name="connsiteY16304" fmla="*/ 1529910 h 2398711"/>
              <a:gd name="connsiteX16305" fmla="*/ 1799341 w 2119654"/>
              <a:gd name="connsiteY16305" fmla="*/ 1528640 h 2398711"/>
              <a:gd name="connsiteX16306" fmla="*/ 1798810 w 2119654"/>
              <a:gd name="connsiteY16306" fmla="*/ 1527590 h 2398711"/>
              <a:gd name="connsiteX16307" fmla="*/ 1797495 w 2119654"/>
              <a:gd name="connsiteY16307" fmla="*/ 1528156 h 2398711"/>
              <a:gd name="connsiteX16308" fmla="*/ 1779731 w 2119654"/>
              <a:gd name="connsiteY16308" fmla="*/ 1567838 h 2398711"/>
              <a:gd name="connsiteX16309" fmla="*/ 1781822 w 2119654"/>
              <a:gd name="connsiteY16309" fmla="*/ 1567565 h 2398711"/>
              <a:gd name="connsiteX16310" fmla="*/ 1782486 w 2119654"/>
              <a:gd name="connsiteY16310" fmla="*/ 1567469 h 2398711"/>
              <a:gd name="connsiteX16311" fmla="*/ 1782394 w 2119654"/>
              <a:gd name="connsiteY16311" fmla="*/ 1567034 h 2398711"/>
              <a:gd name="connsiteX16312" fmla="*/ 1779857 w 2119654"/>
              <a:gd name="connsiteY16312" fmla="*/ 1567725 h 2398711"/>
              <a:gd name="connsiteX16313" fmla="*/ 1796687 w 2119654"/>
              <a:gd name="connsiteY16313" fmla="*/ 1529858 h 2398711"/>
              <a:gd name="connsiteX16314" fmla="*/ 1796795 w 2119654"/>
              <a:gd name="connsiteY16314" fmla="*/ 1530421 h 2398711"/>
              <a:gd name="connsiteX16315" fmla="*/ 1797415 w 2119654"/>
              <a:gd name="connsiteY16315" fmla="*/ 1529988 h 2398711"/>
              <a:gd name="connsiteX16316" fmla="*/ 1796885 w 2119654"/>
              <a:gd name="connsiteY16316" fmla="*/ 1529439 h 2398711"/>
              <a:gd name="connsiteX16317" fmla="*/ 1573880 w 2119654"/>
              <a:gd name="connsiteY16317" fmla="*/ 2028759 h 2398711"/>
              <a:gd name="connsiteX16318" fmla="*/ 1575918 w 2119654"/>
              <a:gd name="connsiteY16318" fmla="*/ 2028719 h 2398711"/>
              <a:gd name="connsiteX16319" fmla="*/ 1576327 w 2119654"/>
              <a:gd name="connsiteY16319" fmla="*/ 2026540 h 2398711"/>
              <a:gd name="connsiteX16320" fmla="*/ 1574468 w 2119654"/>
              <a:gd name="connsiteY16320" fmla="*/ 2027583 h 2398711"/>
              <a:gd name="connsiteX16321" fmla="*/ 1875409 w 2119654"/>
              <a:gd name="connsiteY16321" fmla="*/ 1353542 h 2398711"/>
              <a:gd name="connsiteX16322" fmla="*/ 1875410 w 2119654"/>
              <a:gd name="connsiteY16322" fmla="*/ 1353541 h 2398711"/>
              <a:gd name="connsiteX16323" fmla="*/ 1875411 w 2119654"/>
              <a:gd name="connsiteY16323" fmla="*/ 1353540 h 2398711"/>
              <a:gd name="connsiteX16324" fmla="*/ 1833319 w 2119654"/>
              <a:gd name="connsiteY16324" fmla="*/ 1447778 h 2398711"/>
              <a:gd name="connsiteX16325" fmla="*/ 1838163 w 2119654"/>
              <a:gd name="connsiteY16325" fmla="*/ 1444792 h 2398711"/>
              <a:gd name="connsiteX16326" fmla="*/ 1834749 w 2119654"/>
              <a:gd name="connsiteY16326" fmla="*/ 1445696 h 2398711"/>
              <a:gd name="connsiteX16327" fmla="*/ 1796231 w 2119654"/>
              <a:gd name="connsiteY16327" fmla="*/ 1530815 h 2398711"/>
              <a:gd name="connsiteX16328" fmla="*/ 1796469 w 2119654"/>
              <a:gd name="connsiteY16328" fmla="*/ 1530650 h 2398711"/>
              <a:gd name="connsiteX16329" fmla="*/ 1796423 w 2119654"/>
              <a:gd name="connsiteY16329" fmla="*/ 1530412 h 2398711"/>
              <a:gd name="connsiteX16330" fmla="*/ 1558236 w 2119654"/>
              <a:gd name="connsiteY16330" fmla="*/ 2063706 h 2398711"/>
              <a:gd name="connsiteX16331" fmla="*/ 1562489 w 2119654"/>
              <a:gd name="connsiteY16331" fmla="*/ 2063282 h 2398711"/>
              <a:gd name="connsiteX16332" fmla="*/ 1564837 w 2119654"/>
              <a:gd name="connsiteY16332" fmla="*/ 2059832 h 2398711"/>
              <a:gd name="connsiteX16333" fmla="*/ 1524504 w 2119654"/>
              <a:gd name="connsiteY16333" fmla="*/ 2139226 h 2398711"/>
              <a:gd name="connsiteX16334" fmla="*/ 1523320 w 2119654"/>
              <a:gd name="connsiteY16334" fmla="*/ 2143274 h 2398711"/>
              <a:gd name="connsiteX16335" fmla="*/ 1533571 w 2119654"/>
              <a:gd name="connsiteY16335" fmla="*/ 2144866 h 2398711"/>
              <a:gd name="connsiteX16336" fmla="*/ 1534797 w 2119654"/>
              <a:gd name="connsiteY16336" fmla="*/ 2138861 h 2398711"/>
              <a:gd name="connsiteX16337" fmla="*/ 1517852 w 2119654"/>
              <a:gd name="connsiteY16337" fmla="*/ 2154004 h 2398711"/>
              <a:gd name="connsiteX16338" fmla="*/ 1518387 w 2119654"/>
              <a:gd name="connsiteY16338" fmla="*/ 2157263 h 2398711"/>
              <a:gd name="connsiteX16339" fmla="*/ 1519440 w 2119654"/>
              <a:gd name="connsiteY16339" fmla="*/ 2153637 h 2398711"/>
              <a:gd name="connsiteX16340" fmla="*/ 1894810 w 2119654"/>
              <a:gd name="connsiteY16340" fmla="*/ 1309896 h 2398711"/>
              <a:gd name="connsiteX16341" fmla="*/ 1895275 w 2119654"/>
              <a:gd name="connsiteY16341" fmla="*/ 1309508 h 2398711"/>
              <a:gd name="connsiteX16342" fmla="*/ 1898773 w 2119654"/>
              <a:gd name="connsiteY16342" fmla="*/ 1303997 h 2398711"/>
              <a:gd name="connsiteX16343" fmla="*/ 1738388 w 2119654"/>
              <a:gd name="connsiteY16343" fmla="*/ 1660147 h 2398711"/>
              <a:gd name="connsiteX16344" fmla="*/ 1738686 w 2119654"/>
              <a:gd name="connsiteY16344" fmla="*/ 1660827 h 2398711"/>
              <a:gd name="connsiteX16345" fmla="*/ 1742036 w 2119654"/>
              <a:gd name="connsiteY16345" fmla="*/ 1660046 h 2398711"/>
              <a:gd name="connsiteX16346" fmla="*/ 1741811 w 2119654"/>
              <a:gd name="connsiteY16346" fmla="*/ 1658599 h 2398711"/>
              <a:gd name="connsiteX16347" fmla="*/ 1792302 w 2119654"/>
              <a:gd name="connsiteY16347" fmla="*/ 1539389 h 2398711"/>
              <a:gd name="connsiteX16348" fmla="*/ 1792677 w 2119654"/>
              <a:gd name="connsiteY16348" fmla="*/ 1540024 h 2398711"/>
              <a:gd name="connsiteX16349" fmla="*/ 1794266 w 2119654"/>
              <a:gd name="connsiteY16349" fmla="*/ 1538707 h 2398711"/>
              <a:gd name="connsiteX16350" fmla="*/ 1794177 w 2119654"/>
              <a:gd name="connsiteY16350" fmla="*/ 1538207 h 2398711"/>
              <a:gd name="connsiteX16351" fmla="*/ 1740838 w 2119654"/>
              <a:gd name="connsiteY16351" fmla="*/ 1654539 h 2398711"/>
              <a:gd name="connsiteX16352" fmla="*/ 1740901 w 2119654"/>
              <a:gd name="connsiteY16352" fmla="*/ 1654526 h 2398711"/>
              <a:gd name="connsiteX16353" fmla="*/ 1740903 w 2119654"/>
              <a:gd name="connsiteY16353" fmla="*/ 1654522 h 2398711"/>
              <a:gd name="connsiteX16354" fmla="*/ 1793888 w 2119654"/>
              <a:gd name="connsiteY16354" fmla="*/ 1535745 h 2398711"/>
              <a:gd name="connsiteX16355" fmla="*/ 1794242 w 2119654"/>
              <a:gd name="connsiteY16355" fmla="*/ 1537728 h 2398711"/>
              <a:gd name="connsiteX16356" fmla="*/ 1797450 w 2119654"/>
              <a:gd name="connsiteY16356" fmla="*/ 1535706 h 2398711"/>
              <a:gd name="connsiteX16357" fmla="*/ 1796964 w 2119654"/>
              <a:gd name="connsiteY16357" fmla="*/ 1533202 h 2398711"/>
              <a:gd name="connsiteX16358" fmla="*/ 1796052 w 2119654"/>
              <a:gd name="connsiteY16358" fmla="*/ 1533610 h 2398711"/>
              <a:gd name="connsiteX16359" fmla="*/ 1794310 w 2119654"/>
              <a:gd name="connsiteY16359" fmla="*/ 1534858 h 2398711"/>
              <a:gd name="connsiteX16360" fmla="*/ 1832796 w 2119654"/>
              <a:gd name="connsiteY16360" fmla="*/ 1448586 h 2398711"/>
              <a:gd name="connsiteX16361" fmla="*/ 1843383 w 2119654"/>
              <a:gd name="connsiteY16361" fmla="*/ 1445727 h 2398711"/>
              <a:gd name="connsiteX16362" fmla="*/ 1845517 w 2119654"/>
              <a:gd name="connsiteY16362" fmla="*/ 1442842 h 2398711"/>
              <a:gd name="connsiteX16363" fmla="*/ 1839545 w 2119654"/>
              <a:gd name="connsiteY16363" fmla="*/ 1444426 h 2398711"/>
              <a:gd name="connsiteX16364" fmla="*/ 1597052 w 2119654"/>
              <a:gd name="connsiteY16364" fmla="*/ 1976462 h 2398711"/>
              <a:gd name="connsiteX16365" fmla="*/ 1598847 w 2119654"/>
              <a:gd name="connsiteY16365" fmla="*/ 1976135 h 2398711"/>
              <a:gd name="connsiteX16366" fmla="*/ 1598848 w 2119654"/>
              <a:gd name="connsiteY16366" fmla="*/ 1976133 h 2398711"/>
              <a:gd name="connsiteX16367" fmla="*/ 1597926 w 2119654"/>
              <a:gd name="connsiteY16367" fmla="*/ 1976019 h 2398711"/>
              <a:gd name="connsiteX16368" fmla="*/ 1597401 w 2119654"/>
              <a:gd name="connsiteY16368" fmla="*/ 1976026 h 2398711"/>
              <a:gd name="connsiteX16369" fmla="*/ 1593006 w 2119654"/>
              <a:gd name="connsiteY16369" fmla="*/ 1985457 h 2398711"/>
              <a:gd name="connsiteX16370" fmla="*/ 1591686 w 2119654"/>
              <a:gd name="connsiteY16370" fmla="*/ 1989137 h 2398711"/>
              <a:gd name="connsiteX16371" fmla="*/ 1590626 w 2119654"/>
              <a:gd name="connsiteY16371" fmla="*/ 1993135 h 2398711"/>
              <a:gd name="connsiteX16372" fmla="*/ 1594429 w 2119654"/>
              <a:gd name="connsiteY16372" fmla="*/ 1985271 h 2398711"/>
              <a:gd name="connsiteX16373" fmla="*/ 1792392 w 2119654"/>
              <a:gd name="connsiteY16373" fmla="*/ 1538894 h 2398711"/>
              <a:gd name="connsiteX16374" fmla="*/ 1794106 w 2119654"/>
              <a:gd name="connsiteY16374" fmla="*/ 1537813 h 2398711"/>
              <a:gd name="connsiteX16375" fmla="*/ 1793780 w 2119654"/>
              <a:gd name="connsiteY16375" fmla="*/ 1535975 h 2398711"/>
              <a:gd name="connsiteX16376" fmla="*/ 1571336 w 2119654"/>
              <a:gd name="connsiteY16376" fmla="*/ 2033845 h 2398711"/>
              <a:gd name="connsiteX16377" fmla="*/ 1571351 w 2119654"/>
              <a:gd name="connsiteY16377" fmla="*/ 2036249 h 2398711"/>
              <a:gd name="connsiteX16378" fmla="*/ 1574598 w 2119654"/>
              <a:gd name="connsiteY16378" fmla="*/ 2035726 h 2398711"/>
              <a:gd name="connsiteX16379" fmla="*/ 1574804 w 2119654"/>
              <a:gd name="connsiteY16379" fmla="*/ 2034634 h 2398711"/>
              <a:gd name="connsiteX16380" fmla="*/ 1574573 w 2119654"/>
              <a:gd name="connsiteY16380" fmla="*/ 2034775 h 2398711"/>
              <a:gd name="connsiteX16381" fmla="*/ 1574986 w 2119654"/>
              <a:gd name="connsiteY16381" fmla="*/ 2033670 h 2398711"/>
              <a:gd name="connsiteX16382" fmla="*/ 1575193 w 2119654"/>
              <a:gd name="connsiteY16382" fmla="*/ 2032570 h 2398711"/>
              <a:gd name="connsiteX16383" fmla="*/ 1574409 w 2119654"/>
              <a:gd name="connsiteY16383" fmla="*/ 2032323 h 2398711"/>
              <a:gd name="connsiteX16384" fmla="*/ 1571902 w 2119654"/>
              <a:gd name="connsiteY16384" fmla="*/ 2032713 h 2398711"/>
              <a:gd name="connsiteX16385" fmla="*/ 1791319 w 2119654"/>
              <a:gd name="connsiteY16385" fmla="*/ 1541151 h 2398711"/>
              <a:gd name="connsiteX16386" fmla="*/ 1792238 w 2119654"/>
              <a:gd name="connsiteY16386" fmla="*/ 1540389 h 2398711"/>
              <a:gd name="connsiteX16387" fmla="*/ 1791930 w 2119654"/>
              <a:gd name="connsiteY16387" fmla="*/ 1539867 h 2398711"/>
              <a:gd name="connsiteX16388" fmla="*/ 1622219 w 2119654"/>
              <a:gd name="connsiteY16388" fmla="*/ 1919786 h 2398711"/>
              <a:gd name="connsiteX16389" fmla="*/ 1624083 w 2119654"/>
              <a:gd name="connsiteY16389" fmla="*/ 1919680 h 2398711"/>
              <a:gd name="connsiteX16390" fmla="*/ 1624165 w 2119654"/>
              <a:gd name="connsiteY16390" fmla="*/ 1919521 h 2398711"/>
              <a:gd name="connsiteX16391" fmla="*/ 1624202 w 2119654"/>
              <a:gd name="connsiteY16391" fmla="*/ 1919410 h 2398711"/>
              <a:gd name="connsiteX16392" fmla="*/ 1622669 w 2119654"/>
              <a:gd name="connsiteY16392" fmla="*/ 1919465 h 2398711"/>
              <a:gd name="connsiteX16393" fmla="*/ 1790366 w 2119654"/>
              <a:gd name="connsiteY16393" fmla="*/ 1543156 h 2398711"/>
              <a:gd name="connsiteX16394" fmla="*/ 1793183 w 2119654"/>
              <a:gd name="connsiteY16394" fmla="*/ 1541993 h 2398711"/>
              <a:gd name="connsiteX16395" fmla="*/ 1792722 w 2119654"/>
              <a:gd name="connsiteY16395" fmla="*/ 1541211 h 2398711"/>
              <a:gd name="connsiteX16396" fmla="*/ 1791418 w 2119654"/>
              <a:gd name="connsiteY16396" fmla="*/ 1541669 h 2398711"/>
              <a:gd name="connsiteX16397" fmla="*/ 1790849 w 2119654"/>
              <a:gd name="connsiteY16397" fmla="*/ 1542141 h 2398711"/>
              <a:gd name="connsiteX16398" fmla="*/ 1548410 w 2119654"/>
              <a:gd name="connsiteY16398" fmla="*/ 2084921 h 2398711"/>
              <a:gd name="connsiteX16399" fmla="*/ 1555284 w 2119654"/>
              <a:gd name="connsiteY16399" fmla="*/ 2086004 h 2398711"/>
              <a:gd name="connsiteX16400" fmla="*/ 1555949 w 2119654"/>
              <a:gd name="connsiteY16400" fmla="*/ 2084625 h 2398711"/>
              <a:gd name="connsiteX16401" fmla="*/ 1556933 w 2119654"/>
              <a:gd name="connsiteY16401" fmla="*/ 2082513 h 2398711"/>
              <a:gd name="connsiteX16402" fmla="*/ 1550583 w 2119654"/>
              <a:gd name="connsiteY16402" fmla="*/ 2081728 h 2398711"/>
              <a:gd name="connsiteX16403" fmla="*/ 1789995 w 2119654"/>
              <a:gd name="connsiteY16403" fmla="*/ 1543936 h 2398711"/>
              <a:gd name="connsiteX16404" fmla="*/ 1791321 w 2119654"/>
              <a:gd name="connsiteY16404" fmla="*/ 1543735 h 2398711"/>
              <a:gd name="connsiteX16405" fmla="*/ 1793199 w 2119654"/>
              <a:gd name="connsiteY16405" fmla="*/ 1542507 h 2398711"/>
              <a:gd name="connsiteX16406" fmla="*/ 1790058 w 2119654"/>
              <a:gd name="connsiteY16406" fmla="*/ 1543804 h 2398711"/>
              <a:gd name="connsiteX16407" fmla="*/ 1570026 w 2119654"/>
              <a:gd name="connsiteY16407" fmla="*/ 2036463 h 2398711"/>
              <a:gd name="connsiteX16408" fmla="*/ 1571021 w 2119654"/>
              <a:gd name="connsiteY16408" fmla="*/ 2036302 h 2398711"/>
              <a:gd name="connsiteX16409" fmla="*/ 1571009 w 2119654"/>
              <a:gd name="connsiteY16409" fmla="*/ 2034498 h 2398711"/>
              <a:gd name="connsiteX16410" fmla="*/ 1789536 w 2119654"/>
              <a:gd name="connsiteY16410" fmla="*/ 1544901 h 2398711"/>
              <a:gd name="connsiteX16411" fmla="*/ 1790535 w 2119654"/>
              <a:gd name="connsiteY16411" fmla="*/ 1544249 h 2398711"/>
              <a:gd name="connsiteX16412" fmla="*/ 1789794 w 2119654"/>
              <a:gd name="connsiteY16412" fmla="*/ 1544360 h 2398711"/>
              <a:gd name="connsiteX16413" fmla="*/ 1569546 w 2119654"/>
              <a:gd name="connsiteY16413" fmla="*/ 2037423 h 2398711"/>
              <a:gd name="connsiteX16414" fmla="*/ 1569795 w 2119654"/>
              <a:gd name="connsiteY16414" fmla="*/ 2037445 h 2398711"/>
              <a:gd name="connsiteX16415" fmla="*/ 1571028 w 2119654"/>
              <a:gd name="connsiteY16415" fmla="*/ 2037506 h 2398711"/>
              <a:gd name="connsiteX16416" fmla="*/ 1571023 w 2119654"/>
              <a:gd name="connsiteY16416" fmla="*/ 2036647 h 2398711"/>
              <a:gd name="connsiteX16417" fmla="*/ 1569838 w 2119654"/>
              <a:gd name="connsiteY16417" fmla="*/ 2036839 h 2398711"/>
              <a:gd name="connsiteX16418" fmla="*/ 1594145 w 2119654"/>
              <a:gd name="connsiteY16418" fmla="*/ 1982281 h 2398711"/>
              <a:gd name="connsiteX16419" fmla="*/ 1593132 w 2119654"/>
              <a:gd name="connsiteY16419" fmla="*/ 1985107 h 2398711"/>
              <a:gd name="connsiteX16420" fmla="*/ 1594601 w 2119654"/>
              <a:gd name="connsiteY16420" fmla="*/ 1984915 h 2398711"/>
              <a:gd name="connsiteX16421" fmla="*/ 1596280 w 2119654"/>
              <a:gd name="connsiteY16421" fmla="*/ 1981443 h 2398711"/>
              <a:gd name="connsiteX16422" fmla="*/ 1788280 w 2119654"/>
              <a:gd name="connsiteY16422" fmla="*/ 1547545 h 2398711"/>
              <a:gd name="connsiteX16423" fmla="*/ 1792219 w 2119654"/>
              <a:gd name="connsiteY16423" fmla="*/ 1543994 h 2398711"/>
              <a:gd name="connsiteX16424" fmla="*/ 1792006 w 2119654"/>
              <a:gd name="connsiteY16424" fmla="*/ 1544027 h 2398711"/>
              <a:gd name="connsiteX16425" fmla="*/ 1789027 w 2119654"/>
              <a:gd name="connsiteY16425" fmla="*/ 1545974 h 2398711"/>
              <a:gd name="connsiteX16426" fmla="*/ 1568755 w 2119654"/>
              <a:gd name="connsiteY16426" fmla="*/ 2039003 h 2398711"/>
              <a:gd name="connsiteX16427" fmla="*/ 1571037 w 2119654"/>
              <a:gd name="connsiteY16427" fmla="*/ 2038872 h 2398711"/>
              <a:gd name="connsiteX16428" fmla="*/ 1571031 w 2119654"/>
              <a:gd name="connsiteY16428" fmla="*/ 2037973 h 2398711"/>
              <a:gd name="connsiteX16429" fmla="*/ 1569313 w 2119654"/>
              <a:gd name="connsiteY16429" fmla="*/ 2037888 h 2398711"/>
              <a:gd name="connsiteX16430" fmla="*/ 1787358 w 2119654"/>
              <a:gd name="connsiteY16430" fmla="*/ 1549483 h 2398711"/>
              <a:gd name="connsiteX16431" fmla="*/ 1789114 w 2119654"/>
              <a:gd name="connsiteY16431" fmla="*/ 1552447 h 2398711"/>
              <a:gd name="connsiteX16432" fmla="*/ 1795852 w 2119654"/>
              <a:gd name="connsiteY16432" fmla="*/ 1547602 h 2398711"/>
              <a:gd name="connsiteX16433" fmla="*/ 1795574 w 2119654"/>
              <a:gd name="connsiteY16433" fmla="*/ 1546045 h 2398711"/>
              <a:gd name="connsiteX16434" fmla="*/ 1794188 w 2119654"/>
              <a:gd name="connsiteY16434" fmla="*/ 1543697 h 2398711"/>
              <a:gd name="connsiteX16435" fmla="*/ 1793176 w 2119654"/>
              <a:gd name="connsiteY16435" fmla="*/ 1543849 h 2398711"/>
              <a:gd name="connsiteX16436" fmla="*/ 1787682 w 2119654"/>
              <a:gd name="connsiteY16436" fmla="*/ 1548801 h 2398711"/>
              <a:gd name="connsiteX16437" fmla="*/ 1594497 w 2119654"/>
              <a:gd name="connsiteY16437" fmla="*/ 1981300 h 2398711"/>
              <a:gd name="connsiteX16438" fmla="*/ 1594324 w 2119654"/>
              <a:gd name="connsiteY16438" fmla="*/ 1981782 h 2398711"/>
              <a:gd name="connsiteX16439" fmla="*/ 1595877 w 2119654"/>
              <a:gd name="connsiteY16439" fmla="*/ 1981173 h 2398711"/>
              <a:gd name="connsiteX16440" fmla="*/ 1776042 w 2119654"/>
              <a:gd name="connsiteY16440" fmla="*/ 1574701 h 2398711"/>
              <a:gd name="connsiteX16441" fmla="*/ 1775986 w 2119654"/>
              <a:gd name="connsiteY16441" fmla="*/ 1575940 h 2398711"/>
              <a:gd name="connsiteX16442" fmla="*/ 1778513 w 2119654"/>
              <a:gd name="connsiteY16442" fmla="*/ 1574280 h 2398711"/>
              <a:gd name="connsiteX16443" fmla="*/ 1780214 w 2119654"/>
              <a:gd name="connsiteY16443" fmla="*/ 1572476 h 2398711"/>
              <a:gd name="connsiteX16444" fmla="*/ 1778179 w 2119654"/>
              <a:gd name="connsiteY16444" fmla="*/ 1573221 h 2398711"/>
              <a:gd name="connsiteX16445" fmla="*/ 1831602 w 2119654"/>
              <a:gd name="connsiteY16445" fmla="*/ 1450277 h 2398711"/>
              <a:gd name="connsiteX16446" fmla="*/ 1834906 w 2119654"/>
              <a:gd name="connsiteY16446" fmla="*/ 1455711 h 2398711"/>
              <a:gd name="connsiteX16447" fmla="*/ 1837057 w 2119654"/>
              <a:gd name="connsiteY16447" fmla="*/ 1454277 h 2398711"/>
              <a:gd name="connsiteX16448" fmla="*/ 1843095 w 2119654"/>
              <a:gd name="connsiteY16448" fmla="*/ 1446116 h 2398711"/>
              <a:gd name="connsiteX16449" fmla="*/ 1832493 w 2119654"/>
              <a:gd name="connsiteY16449" fmla="*/ 1448980 h 2398711"/>
              <a:gd name="connsiteX16450" fmla="*/ 1887150 w 2119654"/>
              <a:gd name="connsiteY16450" fmla="*/ 1325830 h 2398711"/>
              <a:gd name="connsiteX16451" fmla="*/ 1887966 w 2119654"/>
              <a:gd name="connsiteY16451" fmla="*/ 1326264 h 2398711"/>
              <a:gd name="connsiteX16452" fmla="*/ 1889211 w 2119654"/>
              <a:gd name="connsiteY16452" fmla="*/ 1325477 h 2398711"/>
              <a:gd name="connsiteX16453" fmla="*/ 1889106 w 2119654"/>
              <a:gd name="connsiteY16453" fmla="*/ 1325774 h 2398711"/>
              <a:gd name="connsiteX16454" fmla="*/ 1888165 w 2119654"/>
              <a:gd name="connsiteY16454" fmla="*/ 1326369 h 2398711"/>
              <a:gd name="connsiteX16455" fmla="*/ 1890528 w 2119654"/>
              <a:gd name="connsiteY16455" fmla="*/ 1327628 h 2398711"/>
              <a:gd name="connsiteX16456" fmla="*/ 1915177 w 2119654"/>
              <a:gd name="connsiteY16456" fmla="*/ 1309517 h 2398711"/>
              <a:gd name="connsiteX16457" fmla="*/ 1915345 w 2119654"/>
              <a:gd name="connsiteY16457" fmla="*/ 1309390 h 2398711"/>
              <a:gd name="connsiteX16458" fmla="*/ 1917413 w 2119654"/>
              <a:gd name="connsiteY16458" fmla="*/ 1303817 h 2398711"/>
              <a:gd name="connsiteX16459" fmla="*/ 1892944 w 2119654"/>
              <a:gd name="connsiteY16459" fmla="*/ 1319237 h 2398711"/>
              <a:gd name="connsiteX16460" fmla="*/ 1892025 w 2119654"/>
              <a:gd name="connsiteY16460" fmla="*/ 1319800 h 2398711"/>
              <a:gd name="connsiteX16461" fmla="*/ 1525684 w 2119654"/>
              <a:gd name="connsiteY16461" fmla="*/ 2135193 h 2398711"/>
              <a:gd name="connsiteX16462" fmla="*/ 1524535 w 2119654"/>
              <a:gd name="connsiteY16462" fmla="*/ 2139120 h 2398711"/>
              <a:gd name="connsiteX16463" fmla="*/ 1524548 w 2119654"/>
              <a:gd name="connsiteY16463" fmla="*/ 2139120 h 2398711"/>
              <a:gd name="connsiteX16464" fmla="*/ 1534819 w 2119654"/>
              <a:gd name="connsiteY16464" fmla="*/ 2138756 h 2398711"/>
              <a:gd name="connsiteX16465" fmla="*/ 1536407 w 2119654"/>
              <a:gd name="connsiteY16465" fmla="*/ 2130975 h 2398711"/>
              <a:gd name="connsiteX16466" fmla="*/ 1860514 w 2119654"/>
              <a:gd name="connsiteY16466" fmla="*/ 1385424 h 2398711"/>
              <a:gd name="connsiteX16467" fmla="*/ 1862885 w 2119654"/>
              <a:gd name="connsiteY16467" fmla="*/ 1387839 h 2398711"/>
              <a:gd name="connsiteX16468" fmla="*/ 1867355 w 2119654"/>
              <a:gd name="connsiteY16468" fmla="*/ 1385393 h 2398711"/>
              <a:gd name="connsiteX16469" fmla="*/ 1874867 w 2119654"/>
              <a:gd name="connsiteY16469" fmla="*/ 1381149 h 2398711"/>
              <a:gd name="connsiteX16470" fmla="*/ 1872553 w 2119654"/>
              <a:gd name="connsiteY16470" fmla="*/ 1376145 h 2398711"/>
              <a:gd name="connsiteX16471" fmla="*/ 1785214 w 2119654"/>
              <a:gd name="connsiteY16471" fmla="*/ 1553995 h 2398711"/>
              <a:gd name="connsiteX16472" fmla="*/ 1787261 w 2119654"/>
              <a:gd name="connsiteY16472" fmla="*/ 1553781 h 2398711"/>
              <a:gd name="connsiteX16473" fmla="*/ 1788604 w 2119654"/>
              <a:gd name="connsiteY16473" fmla="*/ 1552814 h 2398711"/>
              <a:gd name="connsiteX16474" fmla="*/ 1787035 w 2119654"/>
              <a:gd name="connsiteY16474" fmla="*/ 1550165 h 2398711"/>
              <a:gd name="connsiteX16475" fmla="*/ 1595800 w 2119654"/>
              <a:gd name="connsiteY16475" fmla="*/ 1978025 h 2398711"/>
              <a:gd name="connsiteX16476" fmla="*/ 1598019 w 2119654"/>
              <a:gd name="connsiteY16476" fmla="*/ 1977845 h 2398711"/>
              <a:gd name="connsiteX16477" fmla="*/ 1598331 w 2119654"/>
              <a:gd name="connsiteY16477" fmla="*/ 1977201 h 2398711"/>
              <a:gd name="connsiteX16478" fmla="*/ 1596322 w 2119654"/>
              <a:gd name="connsiteY16478" fmla="*/ 1977374 h 2398711"/>
              <a:gd name="connsiteX16479" fmla="*/ 1571329 w 2119654"/>
              <a:gd name="connsiteY16479" fmla="*/ 2032803 h 2398711"/>
              <a:gd name="connsiteX16480" fmla="*/ 1571331 w 2119654"/>
              <a:gd name="connsiteY16480" fmla="*/ 2033039 h 2398711"/>
              <a:gd name="connsiteX16481" fmla="*/ 1571454 w 2119654"/>
              <a:gd name="connsiteY16481" fmla="*/ 2032783 h 2398711"/>
              <a:gd name="connsiteX16482" fmla="*/ 1784306 w 2119654"/>
              <a:gd name="connsiteY16482" fmla="*/ 1555906 h 2398711"/>
              <a:gd name="connsiteX16483" fmla="*/ 1786437 w 2119654"/>
              <a:gd name="connsiteY16483" fmla="*/ 1554373 h 2398711"/>
              <a:gd name="connsiteX16484" fmla="*/ 1784960 w 2119654"/>
              <a:gd name="connsiteY16484" fmla="*/ 1554529 h 2398711"/>
              <a:gd name="connsiteX16485" fmla="*/ 1892819 w 2119654"/>
              <a:gd name="connsiteY16485" fmla="*/ 1312859 h 2398711"/>
              <a:gd name="connsiteX16486" fmla="*/ 1893618 w 2119654"/>
              <a:gd name="connsiteY16486" fmla="*/ 1312120 h 2398711"/>
              <a:gd name="connsiteX16487" fmla="*/ 1894296 w 2119654"/>
              <a:gd name="connsiteY16487" fmla="*/ 1311051 h 2398711"/>
              <a:gd name="connsiteX16488" fmla="*/ 1893699 w 2119654"/>
              <a:gd name="connsiteY16488" fmla="*/ 1311548 h 2398711"/>
              <a:gd name="connsiteX16489" fmla="*/ 1566499 w 2119654"/>
              <a:gd name="connsiteY16489" fmla="*/ 2043513 h 2398711"/>
              <a:gd name="connsiteX16490" fmla="*/ 1571067 w 2119654"/>
              <a:gd name="connsiteY16490" fmla="*/ 2043566 h 2398711"/>
              <a:gd name="connsiteX16491" fmla="*/ 1571040 w 2119654"/>
              <a:gd name="connsiteY16491" fmla="*/ 2039386 h 2398711"/>
              <a:gd name="connsiteX16492" fmla="*/ 1568437 w 2119654"/>
              <a:gd name="connsiteY16492" fmla="*/ 2039640 h 2398711"/>
              <a:gd name="connsiteX16493" fmla="*/ 1565849 w 2119654"/>
              <a:gd name="connsiteY16493" fmla="*/ 2044812 h 2398711"/>
              <a:gd name="connsiteX16494" fmla="*/ 1567138 w 2119654"/>
              <a:gd name="connsiteY16494" fmla="*/ 2051407 h 2398711"/>
              <a:gd name="connsiteX16495" fmla="*/ 1570940 w 2119654"/>
              <a:gd name="connsiteY16495" fmla="*/ 2050863 h 2398711"/>
              <a:gd name="connsiteX16496" fmla="*/ 1570944 w 2119654"/>
              <a:gd name="connsiteY16496" fmla="*/ 2050857 h 2398711"/>
              <a:gd name="connsiteX16497" fmla="*/ 1571112 w 2119654"/>
              <a:gd name="connsiteY16497" fmla="*/ 2050588 h 2398711"/>
              <a:gd name="connsiteX16498" fmla="*/ 1571069 w 2119654"/>
              <a:gd name="connsiteY16498" fmla="*/ 2043855 h 2398711"/>
              <a:gd name="connsiteX16499" fmla="*/ 1566355 w 2119654"/>
              <a:gd name="connsiteY16499" fmla="*/ 2043801 h 2398711"/>
              <a:gd name="connsiteX16500" fmla="*/ 1781603 w 2119654"/>
              <a:gd name="connsiteY16500" fmla="*/ 1561592 h 2398711"/>
              <a:gd name="connsiteX16501" fmla="*/ 1788022 w 2119654"/>
              <a:gd name="connsiteY16501" fmla="*/ 1559842 h 2398711"/>
              <a:gd name="connsiteX16502" fmla="*/ 1791129 w 2119654"/>
              <a:gd name="connsiteY16502" fmla="*/ 1557075 h 2398711"/>
              <a:gd name="connsiteX16503" fmla="*/ 1789612 w 2119654"/>
              <a:gd name="connsiteY16503" fmla="*/ 1554516 h 2398711"/>
              <a:gd name="connsiteX16504" fmla="*/ 1782554 w 2119654"/>
              <a:gd name="connsiteY16504" fmla="*/ 1559593 h 2398711"/>
              <a:gd name="connsiteX16505" fmla="*/ 1653300 w 2119654"/>
              <a:gd name="connsiteY16505" fmla="*/ 1848824 h 2398711"/>
              <a:gd name="connsiteX16506" fmla="*/ 1653378 w 2119654"/>
              <a:gd name="connsiteY16506" fmla="*/ 1849010 h 2398711"/>
              <a:gd name="connsiteX16507" fmla="*/ 1653904 w 2119654"/>
              <a:gd name="connsiteY16507" fmla="*/ 1848637 h 2398711"/>
              <a:gd name="connsiteX16508" fmla="*/ 1851555 w 2119654"/>
              <a:gd name="connsiteY16508" fmla="*/ 1404799 h 2398711"/>
              <a:gd name="connsiteX16509" fmla="*/ 1857624 w 2119654"/>
              <a:gd name="connsiteY16509" fmla="*/ 1411519 h 2398711"/>
              <a:gd name="connsiteX16510" fmla="*/ 1861451 w 2119654"/>
              <a:gd name="connsiteY16510" fmla="*/ 1405947 h 2398711"/>
              <a:gd name="connsiteX16511" fmla="*/ 1859654 w 2119654"/>
              <a:gd name="connsiteY16511" fmla="*/ 1402227 h 2398711"/>
              <a:gd name="connsiteX16512" fmla="*/ 1618560 w 2119654"/>
              <a:gd name="connsiteY16512" fmla="*/ 1926503 h 2398711"/>
              <a:gd name="connsiteX16513" fmla="*/ 1618639 w 2119654"/>
              <a:gd name="connsiteY16513" fmla="*/ 1926926 h 2398711"/>
              <a:gd name="connsiteX16514" fmla="*/ 1619752 w 2119654"/>
              <a:gd name="connsiteY16514" fmla="*/ 1926495 h 2398711"/>
              <a:gd name="connsiteX16515" fmla="*/ 1619711 w 2119654"/>
              <a:gd name="connsiteY16515" fmla="*/ 1925987 h 2398711"/>
              <a:gd name="connsiteX16516" fmla="*/ 1587467 w 2119654"/>
              <a:gd name="connsiteY16516" fmla="*/ 1996085 h 2398711"/>
              <a:gd name="connsiteX16517" fmla="*/ 1588653 w 2119654"/>
              <a:gd name="connsiteY16517" fmla="*/ 1996359 h 2398711"/>
              <a:gd name="connsiteX16518" fmla="*/ 1588926 w 2119654"/>
              <a:gd name="connsiteY16518" fmla="*/ 1995598 h 2398711"/>
              <a:gd name="connsiteX16519" fmla="*/ 1582929 w 2119654"/>
              <a:gd name="connsiteY16519" fmla="*/ 2006234 h 2398711"/>
              <a:gd name="connsiteX16520" fmla="*/ 1583662 w 2119654"/>
              <a:gd name="connsiteY16520" fmla="*/ 2007538 h 2398711"/>
              <a:gd name="connsiteX16521" fmla="*/ 1584600 w 2119654"/>
              <a:gd name="connsiteY16521" fmla="*/ 2005597 h 2398711"/>
              <a:gd name="connsiteX16522" fmla="*/ 1580623 w 2119654"/>
              <a:gd name="connsiteY16522" fmla="*/ 2011326 h 2398711"/>
              <a:gd name="connsiteX16523" fmla="*/ 1579853 w 2119654"/>
              <a:gd name="connsiteY16523" fmla="*/ 2015414 h 2398711"/>
              <a:gd name="connsiteX16524" fmla="*/ 1582311 w 2119654"/>
              <a:gd name="connsiteY16524" fmla="*/ 2010332 h 2398711"/>
              <a:gd name="connsiteX16525" fmla="*/ 1586594 w 2119654"/>
              <a:gd name="connsiteY16525" fmla="*/ 1997908 h 2398711"/>
              <a:gd name="connsiteX16526" fmla="*/ 1586661 w 2119654"/>
              <a:gd name="connsiteY16526" fmla="*/ 1998805 h 2398711"/>
              <a:gd name="connsiteX16527" fmla="*/ 1587861 w 2119654"/>
              <a:gd name="connsiteY16527" fmla="*/ 1998565 h 2398711"/>
              <a:gd name="connsiteX16528" fmla="*/ 1588017 w 2119654"/>
              <a:gd name="connsiteY16528" fmla="*/ 1998129 h 2398711"/>
              <a:gd name="connsiteX16529" fmla="*/ 1593428 w 2119654"/>
              <a:gd name="connsiteY16529" fmla="*/ 1982561 h 2398711"/>
              <a:gd name="connsiteX16530" fmla="*/ 1592936 w 2119654"/>
              <a:gd name="connsiteY16530" fmla="*/ 1984418 h 2398711"/>
              <a:gd name="connsiteX16531" fmla="*/ 1593631 w 2119654"/>
              <a:gd name="connsiteY16531" fmla="*/ 1982482 h 2398711"/>
              <a:gd name="connsiteX16532" fmla="*/ 1955208 w 2119654"/>
              <a:gd name="connsiteY16532" fmla="*/ 1172449 h 2398711"/>
              <a:gd name="connsiteX16533" fmla="*/ 1962000 w 2119654"/>
              <a:gd name="connsiteY16533" fmla="*/ 1167235 h 2398711"/>
              <a:gd name="connsiteX16534" fmla="*/ 1970207 w 2119654"/>
              <a:gd name="connsiteY16534" fmla="*/ 1138929 h 2398711"/>
              <a:gd name="connsiteX16535" fmla="*/ 1778336 w 2119654"/>
              <a:gd name="connsiteY16535" fmla="*/ 1568465 h 2398711"/>
              <a:gd name="connsiteX16536" fmla="*/ 1778666 w 2119654"/>
              <a:gd name="connsiteY16536" fmla="*/ 1568171 h 2398711"/>
              <a:gd name="connsiteX16537" fmla="*/ 1778462 w 2119654"/>
              <a:gd name="connsiteY16537" fmla="*/ 1568201 h 2398711"/>
              <a:gd name="connsiteX16538" fmla="*/ 1777659 w 2119654"/>
              <a:gd name="connsiteY16538" fmla="*/ 1569890 h 2398711"/>
              <a:gd name="connsiteX16539" fmla="*/ 1778587 w 2119654"/>
              <a:gd name="connsiteY16539" fmla="*/ 1571617 h 2398711"/>
              <a:gd name="connsiteX16540" fmla="*/ 1782798 w 2119654"/>
              <a:gd name="connsiteY16540" fmla="*/ 1568945 h 2398711"/>
              <a:gd name="connsiteX16541" fmla="*/ 1782516 w 2119654"/>
              <a:gd name="connsiteY16541" fmla="*/ 1567615 h 2398711"/>
              <a:gd name="connsiteX16542" fmla="*/ 1779489 w 2119654"/>
              <a:gd name="connsiteY16542" fmla="*/ 1568053 h 2398711"/>
              <a:gd name="connsiteX16543" fmla="*/ 1777830 w 2119654"/>
              <a:gd name="connsiteY16543" fmla="*/ 1569529 h 2398711"/>
              <a:gd name="connsiteX16544" fmla="*/ 1868479 w 2119654"/>
              <a:gd name="connsiteY16544" fmla="*/ 1366391 h 2398711"/>
              <a:gd name="connsiteX16545" fmla="*/ 1869641 w 2119654"/>
              <a:gd name="connsiteY16545" fmla="*/ 1368903 h 2398711"/>
              <a:gd name="connsiteX16546" fmla="*/ 1870033 w 2119654"/>
              <a:gd name="connsiteY16546" fmla="*/ 1368477 h 2398711"/>
              <a:gd name="connsiteX16547" fmla="*/ 1870018 w 2119654"/>
              <a:gd name="connsiteY16547" fmla="*/ 1368681 h 2398711"/>
              <a:gd name="connsiteX16548" fmla="*/ 1869699 w 2119654"/>
              <a:gd name="connsiteY16548" fmla="*/ 1369028 h 2398711"/>
              <a:gd name="connsiteX16549" fmla="*/ 1870002 w 2119654"/>
              <a:gd name="connsiteY16549" fmla="*/ 1369684 h 2398711"/>
              <a:gd name="connsiteX16550" fmla="*/ 1878233 w 2119654"/>
              <a:gd name="connsiteY16550" fmla="*/ 1365972 h 2398711"/>
              <a:gd name="connsiteX16551" fmla="*/ 1895515 w 2119654"/>
              <a:gd name="connsiteY16551" fmla="*/ 1355797 h 2398711"/>
              <a:gd name="connsiteX16552" fmla="*/ 1900889 w 2119654"/>
              <a:gd name="connsiteY16552" fmla="*/ 1345357 h 2398711"/>
              <a:gd name="connsiteX16553" fmla="*/ 1898088 w 2119654"/>
              <a:gd name="connsiteY16553" fmla="*/ 1342463 h 2398711"/>
              <a:gd name="connsiteX16554" fmla="*/ 1889447 w 2119654"/>
              <a:gd name="connsiteY16554" fmla="*/ 1347176 h 2398711"/>
              <a:gd name="connsiteX16555" fmla="*/ 1875130 w 2119654"/>
              <a:gd name="connsiteY16555" fmla="*/ 1356309 h 2398711"/>
              <a:gd name="connsiteX16556" fmla="*/ 1776113 w 2119654"/>
              <a:gd name="connsiteY16556" fmla="*/ 1573141 h 2398711"/>
              <a:gd name="connsiteX16557" fmla="*/ 1776111 w 2119654"/>
              <a:gd name="connsiteY16557" fmla="*/ 1573188 h 2398711"/>
              <a:gd name="connsiteX16558" fmla="*/ 1778429 w 2119654"/>
              <a:gd name="connsiteY16558" fmla="*/ 1571717 h 2398711"/>
              <a:gd name="connsiteX16559" fmla="*/ 1777560 w 2119654"/>
              <a:gd name="connsiteY16559" fmla="*/ 1570099 h 2398711"/>
              <a:gd name="connsiteX16560" fmla="*/ 1562197 w 2119654"/>
              <a:gd name="connsiteY16560" fmla="*/ 2052114 h 2398711"/>
              <a:gd name="connsiteX16561" fmla="*/ 1566739 w 2119654"/>
              <a:gd name="connsiteY16561" fmla="*/ 2051464 h 2398711"/>
              <a:gd name="connsiteX16562" fmla="*/ 1566408 w 2119654"/>
              <a:gd name="connsiteY16562" fmla="*/ 2049770 h 2398711"/>
              <a:gd name="connsiteX16563" fmla="*/ 1565429 w 2119654"/>
              <a:gd name="connsiteY16563" fmla="*/ 2045653 h 2398711"/>
              <a:gd name="connsiteX16564" fmla="*/ 1897283 w 2119654"/>
              <a:gd name="connsiteY16564" fmla="*/ 1301746 h 2398711"/>
              <a:gd name="connsiteX16565" fmla="*/ 1897910 w 2119654"/>
              <a:gd name="connsiteY16565" fmla="*/ 1301198 h 2398711"/>
              <a:gd name="connsiteX16566" fmla="*/ 1904017 w 2119654"/>
              <a:gd name="connsiteY16566" fmla="*/ 1295301 h 2398711"/>
              <a:gd name="connsiteX16567" fmla="*/ 1904826 w 2119654"/>
              <a:gd name="connsiteY16567" fmla="*/ 1294098 h 2398711"/>
              <a:gd name="connsiteX16568" fmla="*/ 1902211 w 2119654"/>
              <a:gd name="connsiteY16568" fmla="*/ 1295270 h 2398711"/>
              <a:gd name="connsiteX16569" fmla="*/ 1593744 w 2119654"/>
              <a:gd name="connsiteY16569" fmla="*/ 1981369 h 2398711"/>
              <a:gd name="connsiteX16570" fmla="*/ 1593554 w 2119654"/>
              <a:gd name="connsiteY16570" fmla="*/ 1982084 h 2398711"/>
              <a:gd name="connsiteX16571" fmla="*/ 1593810 w 2119654"/>
              <a:gd name="connsiteY16571" fmla="*/ 1981984 h 2398711"/>
              <a:gd name="connsiteX16572" fmla="*/ 1594040 w 2119654"/>
              <a:gd name="connsiteY16572" fmla="*/ 1981343 h 2398711"/>
              <a:gd name="connsiteX16573" fmla="*/ 1736851 w 2119654"/>
              <a:gd name="connsiteY16573" fmla="*/ 1660843 h 2398711"/>
              <a:gd name="connsiteX16574" fmla="*/ 1737209 w 2119654"/>
              <a:gd name="connsiteY16574" fmla="*/ 1661172 h 2398711"/>
              <a:gd name="connsiteX16575" fmla="*/ 1738460 w 2119654"/>
              <a:gd name="connsiteY16575" fmla="*/ 1660880 h 2398711"/>
              <a:gd name="connsiteX16576" fmla="*/ 1738179 w 2119654"/>
              <a:gd name="connsiteY16576" fmla="*/ 1660242 h 2398711"/>
              <a:gd name="connsiteX16577" fmla="*/ 1628769 w 2119654"/>
              <a:gd name="connsiteY16577" fmla="*/ 1902827 h 2398711"/>
              <a:gd name="connsiteX16578" fmla="*/ 1628997 w 2119654"/>
              <a:gd name="connsiteY16578" fmla="*/ 1903911 h 2398711"/>
              <a:gd name="connsiteX16579" fmla="*/ 1629343 w 2119654"/>
              <a:gd name="connsiteY16579" fmla="*/ 1902226 h 2398711"/>
              <a:gd name="connsiteX16580" fmla="*/ 1885575 w 2119654"/>
              <a:gd name="connsiteY16580" fmla="*/ 1327778 h 2398711"/>
              <a:gd name="connsiteX16581" fmla="*/ 1887571 w 2119654"/>
              <a:gd name="connsiteY16581" fmla="*/ 1326515 h 2398711"/>
              <a:gd name="connsiteX16582" fmla="*/ 1886883 w 2119654"/>
              <a:gd name="connsiteY16582" fmla="*/ 1326161 h 2398711"/>
              <a:gd name="connsiteX16583" fmla="*/ 1561061 w 2119654"/>
              <a:gd name="connsiteY16583" fmla="*/ 2054385 h 2398711"/>
              <a:gd name="connsiteX16584" fmla="*/ 1564388 w 2119654"/>
              <a:gd name="connsiteY16584" fmla="*/ 2055323 h 2398711"/>
              <a:gd name="connsiteX16585" fmla="*/ 1567173 w 2119654"/>
              <a:gd name="connsiteY16585" fmla="*/ 2053688 h 2398711"/>
              <a:gd name="connsiteX16586" fmla="*/ 1566801 w 2119654"/>
              <a:gd name="connsiteY16586" fmla="*/ 2051782 h 2398711"/>
              <a:gd name="connsiteX16587" fmla="*/ 1562021 w 2119654"/>
              <a:gd name="connsiteY16587" fmla="*/ 2052466 h 2398711"/>
              <a:gd name="connsiteX16588" fmla="*/ 1727183 w 2119654"/>
              <a:gd name="connsiteY16588" fmla="*/ 1682362 h 2398711"/>
              <a:gd name="connsiteX16589" fmla="*/ 1727183 w 2119654"/>
              <a:gd name="connsiteY16589" fmla="*/ 1682376 h 2398711"/>
              <a:gd name="connsiteX16590" fmla="*/ 1727196 w 2119654"/>
              <a:gd name="connsiteY16590" fmla="*/ 1682376 h 2398711"/>
              <a:gd name="connsiteX16591" fmla="*/ 1545426 w 2119654"/>
              <a:gd name="connsiteY16591" fmla="*/ 2089306 h 2398711"/>
              <a:gd name="connsiteX16592" fmla="*/ 1541498 w 2119654"/>
              <a:gd name="connsiteY16592" fmla="*/ 2108549 h 2398711"/>
              <a:gd name="connsiteX16593" fmla="*/ 1552227 w 2119654"/>
              <a:gd name="connsiteY16593" fmla="*/ 2109428 h 2398711"/>
              <a:gd name="connsiteX16594" fmla="*/ 1556368 w 2119654"/>
              <a:gd name="connsiteY16594" fmla="*/ 2108674 h 2398711"/>
              <a:gd name="connsiteX16595" fmla="*/ 1558698 w 2119654"/>
              <a:gd name="connsiteY16595" fmla="*/ 2108215 h 2398711"/>
              <a:gd name="connsiteX16596" fmla="*/ 1563466 w 2119654"/>
              <a:gd name="connsiteY16596" fmla="*/ 2087533 h 2398711"/>
              <a:gd name="connsiteX16597" fmla="*/ 1555301 w 2119654"/>
              <a:gd name="connsiteY16597" fmla="*/ 2086378 h 2398711"/>
              <a:gd name="connsiteX16598" fmla="*/ 1547630 w 2119654"/>
              <a:gd name="connsiteY16598" fmla="*/ 2102285 h 2398711"/>
              <a:gd name="connsiteX16599" fmla="*/ 1547373 w 2119654"/>
              <a:gd name="connsiteY16599" fmla="*/ 2102411 h 2398711"/>
              <a:gd name="connsiteX16600" fmla="*/ 1555116 w 2119654"/>
              <a:gd name="connsiteY16600" fmla="*/ 2086352 h 2398711"/>
              <a:gd name="connsiteX16601" fmla="*/ 1551016 w 2119654"/>
              <a:gd name="connsiteY16601" fmla="*/ 2085772 h 2398711"/>
              <a:gd name="connsiteX16602" fmla="*/ 1548136 w 2119654"/>
              <a:gd name="connsiteY16602" fmla="*/ 2085324 h 2398711"/>
              <a:gd name="connsiteX16603" fmla="*/ 1762144 w 2119654"/>
              <a:gd name="connsiteY16603" fmla="*/ 1603835 h 2398711"/>
              <a:gd name="connsiteX16604" fmla="*/ 1763500 w 2119654"/>
              <a:gd name="connsiteY16604" fmla="*/ 1603026 h 2398711"/>
              <a:gd name="connsiteX16605" fmla="*/ 1763505 w 2119654"/>
              <a:gd name="connsiteY16605" fmla="*/ 1603020 h 2398711"/>
              <a:gd name="connsiteX16606" fmla="*/ 1762940 w 2119654"/>
              <a:gd name="connsiteY16606" fmla="*/ 1603132 h 2398711"/>
              <a:gd name="connsiteX16607" fmla="*/ 1565650 w 2119654"/>
              <a:gd name="connsiteY16607" fmla="*/ 2043793 h 2398711"/>
              <a:gd name="connsiteX16608" fmla="*/ 1565755 w 2119654"/>
              <a:gd name="connsiteY16608" fmla="*/ 2044327 h 2398711"/>
              <a:gd name="connsiteX16609" fmla="*/ 1566020 w 2119654"/>
              <a:gd name="connsiteY16609" fmla="*/ 2043797 h 2398711"/>
              <a:gd name="connsiteX16610" fmla="*/ 1653008 w 2119654"/>
              <a:gd name="connsiteY16610" fmla="*/ 1848124 h 2398711"/>
              <a:gd name="connsiteX16611" fmla="*/ 1653216 w 2119654"/>
              <a:gd name="connsiteY16611" fmla="*/ 1848623 h 2398711"/>
              <a:gd name="connsiteX16612" fmla="*/ 1654427 w 2119654"/>
              <a:gd name="connsiteY16612" fmla="*/ 1848266 h 2398711"/>
              <a:gd name="connsiteX16613" fmla="*/ 1655663 w 2119654"/>
              <a:gd name="connsiteY16613" fmla="*/ 1847389 h 2398711"/>
              <a:gd name="connsiteX16614" fmla="*/ 1656304 w 2119654"/>
              <a:gd name="connsiteY16614" fmla="*/ 1845678 h 2398711"/>
              <a:gd name="connsiteX16615" fmla="*/ 1572313 w 2119654"/>
              <a:gd name="connsiteY16615" fmla="*/ 2028791 h 2398711"/>
              <a:gd name="connsiteX16616" fmla="*/ 1573396 w 2119654"/>
              <a:gd name="connsiteY16616" fmla="*/ 2028769 h 2398711"/>
              <a:gd name="connsiteX16617" fmla="*/ 1573784 w 2119654"/>
              <a:gd name="connsiteY16617" fmla="*/ 2027967 h 2398711"/>
              <a:gd name="connsiteX16618" fmla="*/ 1617810 w 2119654"/>
              <a:gd name="connsiteY16618" fmla="*/ 1926840 h 2398711"/>
              <a:gd name="connsiteX16619" fmla="*/ 1617805 w 2119654"/>
              <a:gd name="connsiteY16619" fmla="*/ 1927058 h 2398711"/>
              <a:gd name="connsiteX16620" fmla="*/ 1617806 w 2119654"/>
              <a:gd name="connsiteY16620" fmla="*/ 1927247 h 2398711"/>
              <a:gd name="connsiteX16621" fmla="*/ 1618160 w 2119654"/>
              <a:gd name="connsiteY16621" fmla="*/ 1927111 h 2398711"/>
              <a:gd name="connsiteX16622" fmla="*/ 1618071 w 2119654"/>
              <a:gd name="connsiteY16622" fmla="*/ 1926723 h 2398711"/>
              <a:gd name="connsiteX16623" fmla="*/ 1559013 w 2119654"/>
              <a:gd name="connsiteY16623" fmla="*/ 2058478 h 2398711"/>
              <a:gd name="connsiteX16624" fmla="*/ 1559299 w 2119654"/>
              <a:gd name="connsiteY16624" fmla="*/ 2058310 h 2398711"/>
              <a:gd name="connsiteX16625" fmla="*/ 1559110 w 2119654"/>
              <a:gd name="connsiteY16625" fmla="*/ 2058286 h 2398711"/>
              <a:gd name="connsiteX16626" fmla="*/ 1933132 w 2119654"/>
              <a:gd name="connsiteY16626" fmla="*/ 1220678 h 2398711"/>
              <a:gd name="connsiteX16627" fmla="*/ 1936079 w 2119654"/>
              <a:gd name="connsiteY16627" fmla="*/ 1217064 h 2398711"/>
              <a:gd name="connsiteX16628" fmla="*/ 1954780 w 2119654"/>
              <a:gd name="connsiteY16628" fmla="*/ 1192132 h 2398711"/>
              <a:gd name="connsiteX16629" fmla="*/ 1961785 w 2119654"/>
              <a:gd name="connsiteY16629" fmla="*/ 1167975 h 2398711"/>
              <a:gd name="connsiteX16630" fmla="*/ 1954800 w 2119654"/>
              <a:gd name="connsiteY16630" fmla="*/ 1173358 h 2398711"/>
              <a:gd name="connsiteX16631" fmla="*/ 1947210 w 2119654"/>
              <a:gd name="connsiteY16631" fmla="*/ 1190320 h 2398711"/>
              <a:gd name="connsiteX16632" fmla="*/ 1940296 w 2119654"/>
              <a:gd name="connsiteY16632" fmla="*/ 1205230 h 2398711"/>
              <a:gd name="connsiteX16633" fmla="*/ 1950580 w 2119654"/>
              <a:gd name="connsiteY16633" fmla="*/ 1195568 h 2398711"/>
              <a:gd name="connsiteX16634" fmla="*/ 1950527 w 2119654"/>
              <a:gd name="connsiteY16634" fmla="*/ 1195913 h 2398711"/>
              <a:gd name="connsiteX16635" fmla="*/ 1940052 w 2119654"/>
              <a:gd name="connsiteY16635" fmla="*/ 1205756 h 2398711"/>
              <a:gd name="connsiteX16636" fmla="*/ 1727158 w 2119654"/>
              <a:gd name="connsiteY16636" fmla="*/ 1681800 h 2398711"/>
              <a:gd name="connsiteX16637" fmla="*/ 1727171 w 2119654"/>
              <a:gd name="connsiteY16637" fmla="*/ 1682101 h 2398711"/>
              <a:gd name="connsiteX16638" fmla="*/ 1727427 w 2119654"/>
              <a:gd name="connsiteY16638" fmla="*/ 1682383 h 2398711"/>
              <a:gd name="connsiteX16639" fmla="*/ 1729582 w 2119654"/>
              <a:gd name="connsiteY16639" fmla="*/ 1682455 h 2398711"/>
              <a:gd name="connsiteX16640" fmla="*/ 1728901 w 2119654"/>
              <a:gd name="connsiteY16640" fmla="*/ 1681662 h 2398711"/>
              <a:gd name="connsiteX16641" fmla="*/ 1862383 w 2119654"/>
              <a:gd name="connsiteY16641" fmla="*/ 1378983 h 2398711"/>
              <a:gd name="connsiteX16642" fmla="*/ 1871943 w 2119654"/>
              <a:gd name="connsiteY16642" fmla="*/ 1374823 h 2398711"/>
              <a:gd name="connsiteX16643" fmla="*/ 1871358 w 2119654"/>
              <a:gd name="connsiteY16643" fmla="*/ 1373559 h 2398711"/>
              <a:gd name="connsiteX16644" fmla="*/ 1584505 w 2119654"/>
              <a:gd name="connsiteY16644" fmla="*/ 2001184 h 2398711"/>
              <a:gd name="connsiteX16645" fmla="*/ 1585525 w 2119654"/>
              <a:gd name="connsiteY16645" fmla="*/ 2001202 h 2398711"/>
              <a:gd name="connsiteX16646" fmla="*/ 1585498 w 2119654"/>
              <a:gd name="connsiteY16646" fmla="*/ 2000842 h 2398711"/>
              <a:gd name="connsiteX16647" fmla="*/ 1584930 w 2119654"/>
              <a:gd name="connsiteY16647" fmla="*/ 2000956 h 2398711"/>
              <a:gd name="connsiteX16648" fmla="*/ 1884800 w 2119654"/>
              <a:gd name="connsiteY16648" fmla="*/ 1328736 h 2398711"/>
              <a:gd name="connsiteX16649" fmla="*/ 1886622 w 2119654"/>
              <a:gd name="connsiteY16649" fmla="*/ 1330498 h 2398711"/>
              <a:gd name="connsiteX16650" fmla="*/ 1890201 w 2119654"/>
              <a:gd name="connsiteY16650" fmla="*/ 1327869 h 2398711"/>
              <a:gd name="connsiteX16651" fmla="*/ 1887772 w 2119654"/>
              <a:gd name="connsiteY16651" fmla="*/ 1326618 h 2398711"/>
              <a:gd name="connsiteX16652" fmla="*/ 1885192 w 2119654"/>
              <a:gd name="connsiteY16652" fmla="*/ 1328251 h 2398711"/>
              <a:gd name="connsiteX16653" fmla="*/ 1741310 w 2119654"/>
              <a:gd name="connsiteY16653" fmla="*/ 1650034 h 2398711"/>
              <a:gd name="connsiteX16654" fmla="*/ 1741823 w 2119654"/>
              <a:gd name="connsiteY16654" fmla="*/ 1653333 h 2398711"/>
              <a:gd name="connsiteX16655" fmla="*/ 1743801 w 2119654"/>
              <a:gd name="connsiteY16655" fmla="*/ 1650775 h 2398711"/>
              <a:gd name="connsiteX16656" fmla="*/ 1743611 w 2119654"/>
              <a:gd name="connsiteY16656" fmla="*/ 1649955 h 2398711"/>
              <a:gd name="connsiteX16657" fmla="*/ 1527660 w 2119654"/>
              <a:gd name="connsiteY16657" fmla="*/ 2128435 h 2398711"/>
              <a:gd name="connsiteX16658" fmla="*/ 1526053 w 2119654"/>
              <a:gd name="connsiteY16658" fmla="*/ 2133931 h 2398711"/>
              <a:gd name="connsiteX16659" fmla="*/ 1536655 w 2119654"/>
              <a:gd name="connsiteY16659" fmla="*/ 2129761 h 2398711"/>
              <a:gd name="connsiteX16660" fmla="*/ 1537407 w 2119654"/>
              <a:gd name="connsiteY16660" fmla="*/ 2126079 h 2398711"/>
              <a:gd name="connsiteX16661" fmla="*/ 1620166 w 2119654"/>
              <a:gd name="connsiteY16661" fmla="*/ 1921253 h 2398711"/>
              <a:gd name="connsiteX16662" fmla="*/ 1620319 w 2119654"/>
              <a:gd name="connsiteY16662" fmla="*/ 1925213 h 2398711"/>
              <a:gd name="connsiteX16663" fmla="*/ 1621481 w 2119654"/>
              <a:gd name="connsiteY16663" fmla="*/ 1924692 h 2398711"/>
              <a:gd name="connsiteX16664" fmla="*/ 1623548 w 2119654"/>
              <a:gd name="connsiteY16664" fmla="*/ 1920709 h 2398711"/>
              <a:gd name="connsiteX16665" fmla="*/ 1620512 w 2119654"/>
              <a:gd name="connsiteY16665" fmla="*/ 1921007 h 2398711"/>
              <a:gd name="connsiteX16666" fmla="*/ 1755599 w 2119654"/>
              <a:gd name="connsiteY16666" fmla="*/ 1617580 h 2398711"/>
              <a:gd name="connsiteX16667" fmla="*/ 1757625 w 2119654"/>
              <a:gd name="connsiteY16667" fmla="*/ 1619483 h 2398711"/>
              <a:gd name="connsiteX16668" fmla="*/ 1759136 w 2119654"/>
              <a:gd name="connsiteY16668" fmla="*/ 1617426 h 2398711"/>
              <a:gd name="connsiteX16669" fmla="*/ 1647709 w 2119654"/>
              <a:gd name="connsiteY16669" fmla="*/ 1858951 h 2398711"/>
              <a:gd name="connsiteX16670" fmla="*/ 1647458 w 2119654"/>
              <a:gd name="connsiteY16670" fmla="*/ 1860709 h 2398711"/>
              <a:gd name="connsiteX16671" fmla="*/ 1647978 w 2119654"/>
              <a:gd name="connsiteY16671" fmla="*/ 1860203 h 2398711"/>
              <a:gd name="connsiteX16672" fmla="*/ 1617837 w 2119654"/>
              <a:gd name="connsiteY16672" fmla="*/ 1925705 h 2398711"/>
              <a:gd name="connsiteX16673" fmla="*/ 1617822 w 2119654"/>
              <a:gd name="connsiteY16673" fmla="*/ 1926334 h 2398711"/>
              <a:gd name="connsiteX16674" fmla="*/ 1617967 w 2119654"/>
              <a:gd name="connsiteY16674" fmla="*/ 1926269 h 2398711"/>
              <a:gd name="connsiteX16675" fmla="*/ 1756132 w 2119654"/>
              <a:gd name="connsiteY16675" fmla="*/ 1615925 h 2398711"/>
              <a:gd name="connsiteX16676" fmla="*/ 1764400 w 2119654"/>
              <a:gd name="connsiteY16676" fmla="*/ 1610167 h 2398711"/>
              <a:gd name="connsiteX16677" fmla="*/ 1763174 w 2119654"/>
              <a:gd name="connsiteY16677" fmla="*/ 1607714 h 2398711"/>
              <a:gd name="connsiteX16678" fmla="*/ 1761897 w 2119654"/>
              <a:gd name="connsiteY16678" fmla="*/ 1608111 h 2398711"/>
              <a:gd name="connsiteX16679" fmla="*/ 1647866 w 2119654"/>
              <a:gd name="connsiteY16679" fmla="*/ 1858324 h 2398711"/>
              <a:gd name="connsiteX16680" fmla="*/ 1648218 w 2119654"/>
              <a:gd name="connsiteY16680" fmla="*/ 1859969 h 2398711"/>
              <a:gd name="connsiteX16681" fmla="*/ 1651351 w 2119654"/>
              <a:gd name="connsiteY16681" fmla="*/ 1856918 h 2398711"/>
              <a:gd name="connsiteX16682" fmla="*/ 1548292 w 2119654"/>
              <a:gd name="connsiteY16682" fmla="*/ 2081163 h 2398711"/>
              <a:gd name="connsiteX16683" fmla="*/ 1549551 w 2119654"/>
              <a:gd name="connsiteY16683" fmla="*/ 2081319 h 2398711"/>
              <a:gd name="connsiteX16684" fmla="*/ 1550301 w 2119654"/>
              <a:gd name="connsiteY16684" fmla="*/ 2081195 h 2398711"/>
              <a:gd name="connsiteX16685" fmla="*/ 1551409 w 2119654"/>
              <a:gd name="connsiteY16685" fmla="*/ 2079566 h 2398711"/>
              <a:gd name="connsiteX16686" fmla="*/ 1581476 w 2119654"/>
              <a:gd name="connsiteY16686" fmla="*/ 2006788 h 2398711"/>
              <a:gd name="connsiteX16687" fmla="*/ 1580877 w 2119654"/>
              <a:gd name="connsiteY16687" fmla="*/ 2009970 h 2398711"/>
              <a:gd name="connsiteX16688" fmla="*/ 1583126 w 2119654"/>
              <a:gd name="connsiteY16688" fmla="*/ 2008646 h 2398711"/>
              <a:gd name="connsiteX16689" fmla="*/ 1583504 w 2119654"/>
              <a:gd name="connsiteY16689" fmla="*/ 2007865 h 2398711"/>
              <a:gd name="connsiteX16690" fmla="*/ 1582648 w 2119654"/>
              <a:gd name="connsiteY16690" fmla="*/ 2006342 h 2398711"/>
              <a:gd name="connsiteX16691" fmla="*/ 1819691 w 2119654"/>
              <a:gd name="connsiteY16691" fmla="*/ 1473248 h 2398711"/>
              <a:gd name="connsiteX16692" fmla="*/ 1819188 w 2119654"/>
              <a:gd name="connsiteY16692" fmla="*/ 1474546 h 2398711"/>
              <a:gd name="connsiteX16693" fmla="*/ 1820214 w 2119654"/>
              <a:gd name="connsiteY16693" fmla="*/ 1473949 h 2398711"/>
              <a:gd name="connsiteX16694" fmla="*/ 1759024 w 2119654"/>
              <a:gd name="connsiteY16694" fmla="*/ 1609094 h 2398711"/>
              <a:gd name="connsiteX16695" fmla="*/ 1759109 w 2119654"/>
              <a:gd name="connsiteY16695" fmla="*/ 1608978 h 2398711"/>
              <a:gd name="connsiteX16696" fmla="*/ 1759074 w 2119654"/>
              <a:gd name="connsiteY16696" fmla="*/ 1608990 h 2398711"/>
              <a:gd name="connsiteX16697" fmla="*/ 1582194 w 2119654"/>
              <a:gd name="connsiteY16697" fmla="*/ 2004924 h 2398711"/>
              <a:gd name="connsiteX16698" fmla="*/ 1582544 w 2119654"/>
              <a:gd name="connsiteY16698" fmla="*/ 2005549 h 2398711"/>
              <a:gd name="connsiteX16699" fmla="*/ 1585093 w 2119654"/>
              <a:gd name="connsiteY16699" fmla="*/ 2004577 h 2398711"/>
              <a:gd name="connsiteX16700" fmla="*/ 1585484 w 2119654"/>
              <a:gd name="connsiteY16700" fmla="*/ 2003768 h 2398711"/>
              <a:gd name="connsiteX16701" fmla="*/ 1821032 w 2119654"/>
              <a:gd name="connsiteY16701" fmla="*/ 1470110 h 2398711"/>
              <a:gd name="connsiteX16702" fmla="*/ 1820320 w 2119654"/>
              <a:gd name="connsiteY16702" fmla="*/ 1471749 h 2398711"/>
              <a:gd name="connsiteX16703" fmla="*/ 1821430 w 2119654"/>
              <a:gd name="connsiteY16703" fmla="*/ 1473243 h 2398711"/>
              <a:gd name="connsiteX16704" fmla="*/ 1824232 w 2119654"/>
              <a:gd name="connsiteY16704" fmla="*/ 1471612 h 2398711"/>
              <a:gd name="connsiteX16705" fmla="*/ 1826611 w 2119654"/>
              <a:gd name="connsiteY16705" fmla="*/ 1468398 h 2398711"/>
              <a:gd name="connsiteX16706" fmla="*/ 1913703 w 2119654"/>
              <a:gd name="connsiteY16706" fmla="*/ 1262574 h 2398711"/>
              <a:gd name="connsiteX16707" fmla="*/ 1940784 w 2119654"/>
              <a:gd name="connsiteY16707" fmla="*/ 1240113 h 2398711"/>
              <a:gd name="connsiteX16708" fmla="*/ 1940932 w 2119654"/>
              <a:gd name="connsiteY16708" fmla="*/ 1239885 h 2398711"/>
              <a:gd name="connsiteX16709" fmla="*/ 1954065 w 2119654"/>
              <a:gd name="connsiteY16709" fmla="*/ 1194599 h 2398711"/>
              <a:gd name="connsiteX16710" fmla="*/ 1930911 w 2119654"/>
              <a:gd name="connsiteY16710" fmla="*/ 1225468 h 2398711"/>
              <a:gd name="connsiteX16711" fmla="*/ 1923372 w 2119654"/>
              <a:gd name="connsiteY16711" fmla="*/ 1241724 h 2398711"/>
              <a:gd name="connsiteX16712" fmla="*/ 1929180 w 2119654"/>
              <a:gd name="connsiteY16712" fmla="*/ 1245637 h 2398711"/>
              <a:gd name="connsiteX16713" fmla="*/ 1929257 w 2119654"/>
              <a:gd name="connsiteY16713" fmla="*/ 1245982 h 2398711"/>
              <a:gd name="connsiteX16714" fmla="*/ 1923268 w 2119654"/>
              <a:gd name="connsiteY16714" fmla="*/ 1241948 h 2398711"/>
              <a:gd name="connsiteX16715" fmla="*/ 1752494 w 2119654"/>
              <a:gd name="connsiteY16715" fmla="*/ 1623493 h 2398711"/>
              <a:gd name="connsiteX16716" fmla="*/ 1752713 w 2119654"/>
              <a:gd name="connsiteY16716" fmla="*/ 1624515 h 2398711"/>
              <a:gd name="connsiteX16717" fmla="*/ 1752979 w 2119654"/>
              <a:gd name="connsiteY16717" fmla="*/ 1625077 h 2398711"/>
              <a:gd name="connsiteX16718" fmla="*/ 1754011 w 2119654"/>
              <a:gd name="connsiteY16718" fmla="*/ 1624400 h 2398711"/>
              <a:gd name="connsiteX16719" fmla="*/ 1755054 w 2119654"/>
              <a:gd name="connsiteY16719" fmla="*/ 1622981 h 2398711"/>
              <a:gd name="connsiteX16720" fmla="*/ 1754997 w 2119654"/>
              <a:gd name="connsiteY16720" fmla="*/ 1622707 h 2398711"/>
              <a:gd name="connsiteX16721" fmla="*/ 1592090 w 2119654"/>
              <a:gd name="connsiteY16721" fmla="*/ 1982659 h 2398711"/>
              <a:gd name="connsiteX16722" fmla="*/ 1592915 w 2119654"/>
              <a:gd name="connsiteY16722" fmla="*/ 1982335 h 2398711"/>
              <a:gd name="connsiteX16723" fmla="*/ 1593156 w 2119654"/>
              <a:gd name="connsiteY16723" fmla="*/ 1981424 h 2398711"/>
              <a:gd name="connsiteX16724" fmla="*/ 1593072 w 2119654"/>
              <a:gd name="connsiteY16724" fmla="*/ 1981432 h 2398711"/>
              <a:gd name="connsiteX16725" fmla="*/ 1651753 w 2119654"/>
              <a:gd name="connsiteY16725" fmla="*/ 1849055 h 2398711"/>
              <a:gd name="connsiteX16726" fmla="*/ 1652380 w 2119654"/>
              <a:gd name="connsiteY16726" fmla="*/ 1848871 h 2398711"/>
              <a:gd name="connsiteX16727" fmla="*/ 1652290 w 2119654"/>
              <a:gd name="connsiteY16727" fmla="*/ 1848657 h 2398711"/>
              <a:gd name="connsiteX16728" fmla="*/ 1885733 w 2119654"/>
              <a:gd name="connsiteY16728" fmla="*/ 1325075 h 2398711"/>
              <a:gd name="connsiteX16729" fmla="*/ 1886776 w 2119654"/>
              <a:gd name="connsiteY16729" fmla="*/ 1325630 h 2398711"/>
              <a:gd name="connsiteX16730" fmla="*/ 1890967 w 2119654"/>
              <a:gd name="connsiteY16730" fmla="*/ 1320446 h 2398711"/>
              <a:gd name="connsiteX16731" fmla="*/ 1889795 w 2119654"/>
              <a:gd name="connsiteY16731" fmla="*/ 1321164 h 2398711"/>
              <a:gd name="connsiteX16732" fmla="*/ 1885973 w 2119654"/>
              <a:gd name="connsiteY16732" fmla="*/ 1324696 h 2398711"/>
              <a:gd name="connsiteX16733" fmla="*/ 1823789 w 2119654"/>
              <a:gd name="connsiteY16733" fmla="*/ 1463761 h 2398711"/>
              <a:gd name="connsiteX16734" fmla="*/ 1821431 w 2119654"/>
              <a:gd name="connsiteY16734" fmla="*/ 1469190 h 2398711"/>
              <a:gd name="connsiteX16735" fmla="*/ 1827374 w 2119654"/>
              <a:gd name="connsiteY16735" fmla="*/ 1467366 h 2398711"/>
              <a:gd name="connsiteX16736" fmla="*/ 1834566 w 2119654"/>
              <a:gd name="connsiteY16736" fmla="*/ 1457645 h 2398711"/>
              <a:gd name="connsiteX16737" fmla="*/ 1834106 w 2119654"/>
              <a:gd name="connsiteY16737" fmla="*/ 1456888 h 2398711"/>
              <a:gd name="connsiteX16738" fmla="*/ 1864743 w 2119654"/>
              <a:gd name="connsiteY16738" fmla="*/ 1372056 h 2398711"/>
              <a:gd name="connsiteX16739" fmla="*/ 1868156 w 2119654"/>
              <a:gd name="connsiteY16739" fmla="*/ 1370516 h 2398711"/>
              <a:gd name="connsiteX16740" fmla="*/ 1869351 w 2119654"/>
              <a:gd name="connsiteY16740" fmla="*/ 1369218 h 2398711"/>
              <a:gd name="connsiteX16741" fmla="*/ 1868223 w 2119654"/>
              <a:gd name="connsiteY16741" fmla="*/ 1366780 h 2398711"/>
              <a:gd name="connsiteX16742" fmla="*/ 1546297 w 2119654"/>
              <a:gd name="connsiteY16742" fmla="*/ 2085038 h 2398711"/>
              <a:gd name="connsiteX16743" fmla="*/ 1545702 w 2119654"/>
              <a:gd name="connsiteY16743" fmla="*/ 2087954 h 2398711"/>
              <a:gd name="connsiteX16744" fmla="*/ 1547553 w 2119654"/>
              <a:gd name="connsiteY16744" fmla="*/ 2085233 h 2398711"/>
              <a:gd name="connsiteX16745" fmla="*/ 1625091 w 2119654"/>
              <a:gd name="connsiteY16745" fmla="*/ 1908571 h 2398711"/>
              <a:gd name="connsiteX16746" fmla="*/ 1625216 w 2119654"/>
              <a:gd name="connsiteY16746" fmla="*/ 1909917 h 2398711"/>
              <a:gd name="connsiteX16747" fmla="*/ 1627528 w 2119654"/>
              <a:gd name="connsiteY16747" fmla="*/ 1909468 h 2398711"/>
              <a:gd name="connsiteX16748" fmla="*/ 1627971 w 2119654"/>
              <a:gd name="connsiteY16748" fmla="*/ 1908142 h 2398711"/>
              <a:gd name="connsiteX16749" fmla="*/ 1627751 w 2119654"/>
              <a:gd name="connsiteY16749" fmla="*/ 1907096 h 2398711"/>
              <a:gd name="connsiteX16750" fmla="*/ 1755192 w 2119654"/>
              <a:gd name="connsiteY16750" fmla="*/ 1617198 h 2398711"/>
              <a:gd name="connsiteX16751" fmla="*/ 1759441 w 2119654"/>
              <a:gd name="connsiteY16751" fmla="*/ 1617012 h 2398711"/>
              <a:gd name="connsiteX16752" fmla="*/ 1763626 w 2119654"/>
              <a:gd name="connsiteY16752" fmla="*/ 1611318 h 2398711"/>
              <a:gd name="connsiteX16753" fmla="*/ 1755204 w 2119654"/>
              <a:gd name="connsiteY16753" fmla="*/ 1617183 h 2398711"/>
              <a:gd name="connsiteX16754" fmla="*/ 1647935 w 2119654"/>
              <a:gd name="connsiteY16754" fmla="*/ 1857365 h 2398711"/>
              <a:gd name="connsiteX16755" fmla="*/ 1647843 w 2119654"/>
              <a:gd name="connsiteY16755" fmla="*/ 1858012 h 2398711"/>
              <a:gd name="connsiteX16756" fmla="*/ 1651563 w 2119654"/>
              <a:gd name="connsiteY16756" fmla="*/ 1856511 h 2398711"/>
              <a:gd name="connsiteX16757" fmla="*/ 1649966 w 2119654"/>
              <a:gd name="connsiteY16757" fmla="*/ 1856307 h 2398711"/>
              <a:gd name="connsiteX16758" fmla="*/ 1734395 w 2119654"/>
              <a:gd name="connsiteY16758" fmla="*/ 1663761 h 2398711"/>
              <a:gd name="connsiteX16759" fmla="*/ 1734910 w 2119654"/>
              <a:gd name="connsiteY16759" fmla="*/ 1665118 h 2398711"/>
              <a:gd name="connsiteX16760" fmla="*/ 1735417 w 2119654"/>
              <a:gd name="connsiteY16760" fmla="*/ 1665955 h 2398711"/>
              <a:gd name="connsiteX16761" fmla="*/ 1735729 w 2119654"/>
              <a:gd name="connsiteY16761" fmla="*/ 1666521 h 2398711"/>
              <a:gd name="connsiteX16762" fmla="*/ 1736077 w 2119654"/>
              <a:gd name="connsiteY16762" fmla="*/ 1666439 h 2398711"/>
              <a:gd name="connsiteX16763" fmla="*/ 1737668 w 2119654"/>
              <a:gd name="connsiteY16763" fmla="*/ 1665487 h 2398711"/>
              <a:gd name="connsiteX16764" fmla="*/ 1736471 w 2119654"/>
              <a:gd name="connsiteY16764" fmla="*/ 1664387 h 2398711"/>
              <a:gd name="connsiteX16765" fmla="*/ 1734786 w 2119654"/>
              <a:gd name="connsiteY16765" fmla="*/ 1663246 h 2398711"/>
              <a:gd name="connsiteX16766" fmla="*/ 1826497 w 2119654"/>
              <a:gd name="connsiteY16766" fmla="*/ 1457523 h 2398711"/>
              <a:gd name="connsiteX16767" fmla="*/ 1824182 w 2119654"/>
              <a:gd name="connsiteY16767" fmla="*/ 1462856 h 2398711"/>
              <a:gd name="connsiteX16768" fmla="*/ 1833827 w 2119654"/>
              <a:gd name="connsiteY16768" fmla="*/ 1456430 h 2398711"/>
              <a:gd name="connsiteX16769" fmla="*/ 1830798 w 2119654"/>
              <a:gd name="connsiteY16769" fmla="*/ 1451448 h 2398711"/>
              <a:gd name="connsiteX16770" fmla="*/ 1828073 w 2119654"/>
              <a:gd name="connsiteY16770" fmla="*/ 1455415 h 2398711"/>
              <a:gd name="connsiteX16771" fmla="*/ 1558251 w 2119654"/>
              <a:gd name="connsiteY16771" fmla="*/ 2058176 h 2398711"/>
              <a:gd name="connsiteX16772" fmla="*/ 1558223 w 2119654"/>
              <a:gd name="connsiteY16772" fmla="*/ 2058942 h 2398711"/>
              <a:gd name="connsiteX16773" fmla="*/ 1558535 w 2119654"/>
              <a:gd name="connsiteY16773" fmla="*/ 2058759 h 2398711"/>
              <a:gd name="connsiteX16774" fmla="*/ 1558792 w 2119654"/>
              <a:gd name="connsiteY16774" fmla="*/ 2058246 h 2398711"/>
              <a:gd name="connsiteX16775" fmla="*/ 1571366 w 2119654"/>
              <a:gd name="connsiteY16775" fmla="*/ 2028785 h 2398711"/>
              <a:gd name="connsiteX16776" fmla="*/ 1574048 w 2119654"/>
              <a:gd name="connsiteY16776" fmla="*/ 2027420 h 2398711"/>
              <a:gd name="connsiteX16777" fmla="*/ 1574748 w 2119654"/>
              <a:gd name="connsiteY16777" fmla="*/ 2025974 h 2398711"/>
              <a:gd name="connsiteX16778" fmla="*/ 1652532 w 2119654"/>
              <a:gd name="connsiteY16778" fmla="*/ 1846987 h 2398711"/>
              <a:gd name="connsiteX16779" fmla="*/ 1652871 w 2119654"/>
              <a:gd name="connsiteY16779" fmla="*/ 1847798 h 2398711"/>
              <a:gd name="connsiteX16780" fmla="*/ 1656525 w 2119654"/>
              <a:gd name="connsiteY16780" fmla="*/ 1845086 h 2398711"/>
              <a:gd name="connsiteX16781" fmla="*/ 1656794 w 2119654"/>
              <a:gd name="connsiteY16781" fmla="*/ 1844366 h 2398711"/>
              <a:gd name="connsiteX16782" fmla="*/ 1656670 w 2119654"/>
              <a:gd name="connsiteY16782" fmla="*/ 1843906 h 2398711"/>
              <a:gd name="connsiteX16783" fmla="*/ 1655917 w 2119654"/>
              <a:gd name="connsiteY16783" fmla="*/ 1843786 h 2398711"/>
              <a:gd name="connsiteX16784" fmla="*/ 1655250 w 2119654"/>
              <a:gd name="connsiteY16784" fmla="*/ 1844597 h 2398711"/>
              <a:gd name="connsiteX16785" fmla="*/ 1626488 w 2119654"/>
              <a:gd name="connsiteY16785" fmla="*/ 1905214 h 2398711"/>
              <a:gd name="connsiteX16786" fmla="*/ 1626885 w 2119654"/>
              <a:gd name="connsiteY16786" fmla="*/ 1905191 h 2398711"/>
              <a:gd name="connsiteX16787" fmla="*/ 1627301 w 2119654"/>
              <a:gd name="connsiteY16787" fmla="*/ 1904960 h 2398711"/>
              <a:gd name="connsiteX16788" fmla="*/ 1627198 w 2119654"/>
              <a:gd name="connsiteY16788" fmla="*/ 1904471 h 2398711"/>
              <a:gd name="connsiteX16789" fmla="*/ 1745476 w 2119654"/>
              <a:gd name="connsiteY16789" fmla="*/ 1638648 h 2398711"/>
              <a:gd name="connsiteX16790" fmla="*/ 1746982 w 2119654"/>
              <a:gd name="connsiteY16790" fmla="*/ 1640790 h 2398711"/>
              <a:gd name="connsiteX16791" fmla="*/ 1747227 w 2119654"/>
              <a:gd name="connsiteY16791" fmla="*/ 1640656 h 2398711"/>
              <a:gd name="connsiteX16792" fmla="*/ 1747271 w 2119654"/>
              <a:gd name="connsiteY16792" fmla="*/ 1640631 h 2398711"/>
              <a:gd name="connsiteX16793" fmla="*/ 1747467 w 2119654"/>
              <a:gd name="connsiteY16793" fmla="*/ 1637439 h 2398711"/>
              <a:gd name="connsiteX16794" fmla="*/ 1745932 w 2119654"/>
              <a:gd name="connsiteY16794" fmla="*/ 1638027 h 2398711"/>
              <a:gd name="connsiteX16795" fmla="*/ 1829416 w 2119654"/>
              <a:gd name="connsiteY16795" fmla="*/ 1450670 h 2398711"/>
              <a:gd name="connsiteX16796" fmla="*/ 1829066 w 2119654"/>
              <a:gd name="connsiteY16796" fmla="*/ 1451608 h 2398711"/>
              <a:gd name="connsiteX16797" fmla="*/ 1828768 w 2119654"/>
              <a:gd name="connsiteY16797" fmla="*/ 1452294 h 2398711"/>
              <a:gd name="connsiteX16798" fmla="*/ 1830171 w 2119654"/>
              <a:gd name="connsiteY16798" fmla="*/ 1450416 h 2398711"/>
              <a:gd name="connsiteX16799" fmla="*/ 1830077 w 2119654"/>
              <a:gd name="connsiteY16799" fmla="*/ 1450262 h 2398711"/>
              <a:gd name="connsiteX16800" fmla="*/ 1616484 w 2119654"/>
              <a:gd name="connsiteY16800" fmla="*/ 1927435 h 2398711"/>
              <a:gd name="connsiteX16801" fmla="*/ 1616645 w 2119654"/>
              <a:gd name="connsiteY16801" fmla="*/ 1927697 h 2398711"/>
              <a:gd name="connsiteX16802" fmla="*/ 1617315 w 2119654"/>
              <a:gd name="connsiteY16802" fmla="*/ 1927438 h 2398711"/>
              <a:gd name="connsiteX16803" fmla="*/ 1617312 w 2119654"/>
              <a:gd name="connsiteY16803" fmla="*/ 1927220 h 2398711"/>
              <a:gd name="connsiteX16804" fmla="*/ 1617274 w 2119654"/>
              <a:gd name="connsiteY16804" fmla="*/ 1927367 h 2398711"/>
              <a:gd name="connsiteX16805" fmla="*/ 1617149 w 2119654"/>
              <a:gd name="connsiteY16805" fmla="*/ 1927137 h 2398711"/>
              <a:gd name="connsiteX16806" fmla="*/ 1749757 w 2119654"/>
              <a:gd name="connsiteY16806" fmla="*/ 1629010 h 2398711"/>
              <a:gd name="connsiteX16807" fmla="*/ 1749748 w 2119654"/>
              <a:gd name="connsiteY16807" fmla="*/ 1629142 h 2398711"/>
              <a:gd name="connsiteX16808" fmla="*/ 1749981 w 2119654"/>
              <a:gd name="connsiteY16808" fmla="*/ 1629393 h 2398711"/>
              <a:gd name="connsiteX16809" fmla="*/ 1750466 w 2119654"/>
              <a:gd name="connsiteY16809" fmla="*/ 1629222 h 2398711"/>
              <a:gd name="connsiteX16810" fmla="*/ 1750979 w 2119654"/>
              <a:gd name="connsiteY16810" fmla="*/ 1628524 h 2398711"/>
              <a:gd name="connsiteX16811" fmla="*/ 1581802 w 2119654"/>
              <a:gd name="connsiteY16811" fmla="*/ 2005062 h 2398711"/>
              <a:gd name="connsiteX16812" fmla="*/ 1581646 w 2119654"/>
              <a:gd name="connsiteY16812" fmla="*/ 2005892 h 2398711"/>
              <a:gd name="connsiteX16813" fmla="*/ 1582263 w 2119654"/>
              <a:gd name="connsiteY16813" fmla="*/ 2005656 h 2398711"/>
              <a:gd name="connsiteX16814" fmla="*/ 1581908 w 2119654"/>
              <a:gd name="connsiteY16814" fmla="*/ 2005024 h 2398711"/>
              <a:gd name="connsiteX16815" fmla="*/ 1723434 w 2119654"/>
              <a:gd name="connsiteY16815" fmla="*/ 1687917 h 2398711"/>
              <a:gd name="connsiteX16816" fmla="*/ 1724174 w 2119654"/>
              <a:gd name="connsiteY16816" fmla="*/ 1688802 h 2398711"/>
              <a:gd name="connsiteX16817" fmla="*/ 1724122 w 2119654"/>
              <a:gd name="connsiteY16817" fmla="*/ 1687838 h 2398711"/>
              <a:gd name="connsiteX16818" fmla="*/ 1567410 w 2119654"/>
              <a:gd name="connsiteY16818" fmla="*/ 2037230 h 2398711"/>
              <a:gd name="connsiteX16819" fmla="*/ 1569224 w 2119654"/>
              <a:gd name="connsiteY16819" fmla="*/ 2037394 h 2398711"/>
              <a:gd name="connsiteX16820" fmla="*/ 1569287 w 2119654"/>
              <a:gd name="connsiteY16820" fmla="*/ 2037267 h 2398711"/>
              <a:gd name="connsiteX16821" fmla="*/ 1569465 w 2119654"/>
              <a:gd name="connsiteY16821" fmla="*/ 2036899 h 2398711"/>
              <a:gd name="connsiteX16822" fmla="*/ 1829762 w 2119654"/>
              <a:gd name="connsiteY16822" fmla="*/ 1449745 h 2398711"/>
              <a:gd name="connsiteX16823" fmla="*/ 1829653 w 2119654"/>
              <a:gd name="connsiteY16823" fmla="*/ 1450037 h 2398711"/>
              <a:gd name="connsiteX16824" fmla="*/ 1829862 w 2119654"/>
              <a:gd name="connsiteY16824" fmla="*/ 1449909 h 2398711"/>
              <a:gd name="connsiteX16825" fmla="*/ 1754424 w 2119654"/>
              <a:gd name="connsiteY16825" fmla="*/ 1618355 h 2398711"/>
              <a:gd name="connsiteX16826" fmla="*/ 1755021 w 2119654"/>
              <a:gd name="connsiteY16826" fmla="*/ 1621167 h 2398711"/>
              <a:gd name="connsiteX16827" fmla="*/ 1756796 w 2119654"/>
              <a:gd name="connsiteY16827" fmla="*/ 1620610 h 2398711"/>
              <a:gd name="connsiteX16828" fmla="*/ 1756835 w 2119654"/>
              <a:gd name="connsiteY16828" fmla="*/ 1620557 h 2398711"/>
              <a:gd name="connsiteX16829" fmla="*/ 1754447 w 2119654"/>
              <a:gd name="connsiteY16829" fmla="*/ 1618315 h 2398711"/>
              <a:gd name="connsiteX16830" fmla="*/ 1737084 w 2119654"/>
              <a:gd name="connsiteY16830" fmla="*/ 1657174 h 2398711"/>
              <a:gd name="connsiteX16831" fmla="*/ 1737100 w 2119654"/>
              <a:gd name="connsiteY16831" fmla="*/ 1657211 h 2398711"/>
              <a:gd name="connsiteX16832" fmla="*/ 1737215 w 2119654"/>
              <a:gd name="connsiteY16832" fmla="*/ 1657145 h 2398711"/>
              <a:gd name="connsiteX16833" fmla="*/ 1850368 w 2119654"/>
              <a:gd name="connsiteY16833" fmla="*/ 1403485 h 2398711"/>
              <a:gd name="connsiteX16834" fmla="*/ 1851267 w 2119654"/>
              <a:gd name="connsiteY16834" fmla="*/ 1404481 h 2398711"/>
              <a:gd name="connsiteX16835" fmla="*/ 1859482 w 2119654"/>
              <a:gd name="connsiteY16835" fmla="*/ 1401872 h 2398711"/>
              <a:gd name="connsiteX16836" fmla="*/ 1857368 w 2119654"/>
              <a:gd name="connsiteY16836" fmla="*/ 1397494 h 2398711"/>
              <a:gd name="connsiteX16837" fmla="*/ 1855249 w 2119654"/>
              <a:gd name="connsiteY16837" fmla="*/ 1392554 h 2398711"/>
              <a:gd name="connsiteX16838" fmla="*/ 1856486 w 2119654"/>
              <a:gd name="connsiteY16838" fmla="*/ 1395116 h 2398711"/>
              <a:gd name="connsiteX16839" fmla="*/ 1862513 w 2119654"/>
              <a:gd name="connsiteY16839" fmla="*/ 1391783 h 2398711"/>
              <a:gd name="connsiteX16840" fmla="*/ 1862280 w 2119654"/>
              <a:gd name="connsiteY16840" fmla="*/ 1392335 h 2398711"/>
              <a:gd name="connsiteX16841" fmla="*/ 1856647 w 2119654"/>
              <a:gd name="connsiteY16841" fmla="*/ 1395451 h 2398711"/>
              <a:gd name="connsiteX16842" fmla="*/ 1857371 w 2119654"/>
              <a:gd name="connsiteY16842" fmla="*/ 1396949 h 2398711"/>
              <a:gd name="connsiteX16843" fmla="*/ 1857703 w 2119654"/>
              <a:gd name="connsiteY16843" fmla="*/ 1396767 h 2398711"/>
              <a:gd name="connsiteX16844" fmla="*/ 1864694 w 2119654"/>
              <a:gd name="connsiteY16844" fmla="*/ 1390650 h 2398711"/>
              <a:gd name="connsiteX16845" fmla="*/ 1862526 w 2119654"/>
              <a:gd name="connsiteY16845" fmla="*/ 1388442 h 2398711"/>
              <a:gd name="connsiteX16846" fmla="*/ 1651158 w 2119654"/>
              <a:gd name="connsiteY16846" fmla="*/ 1849497 h 2398711"/>
              <a:gd name="connsiteX16847" fmla="*/ 1651174 w 2119654"/>
              <a:gd name="connsiteY16847" fmla="*/ 1849631 h 2398711"/>
              <a:gd name="connsiteX16848" fmla="*/ 1651774 w 2119654"/>
              <a:gd name="connsiteY16848" fmla="*/ 1849708 h 2398711"/>
              <a:gd name="connsiteX16849" fmla="*/ 1652645 w 2119654"/>
              <a:gd name="connsiteY16849" fmla="*/ 1849503 h 2398711"/>
              <a:gd name="connsiteX16850" fmla="*/ 1652469 w 2119654"/>
              <a:gd name="connsiteY16850" fmla="*/ 1849083 h 2398711"/>
              <a:gd name="connsiteX16851" fmla="*/ 1651175 w 2119654"/>
              <a:gd name="connsiteY16851" fmla="*/ 1849484 h 2398711"/>
              <a:gd name="connsiteX16852" fmla="*/ 1831299 w 2119654"/>
              <a:gd name="connsiteY16852" fmla="*/ 1446092 h 2398711"/>
              <a:gd name="connsiteX16853" fmla="*/ 1833923 w 2119654"/>
              <a:gd name="connsiteY16853" fmla="*/ 1445396 h 2398711"/>
              <a:gd name="connsiteX16854" fmla="*/ 1836448 w 2119654"/>
              <a:gd name="connsiteY16854" fmla="*/ 1442018 h 2398711"/>
              <a:gd name="connsiteX16855" fmla="*/ 1832368 w 2119654"/>
              <a:gd name="connsiteY16855" fmla="*/ 1445125 h 2398711"/>
              <a:gd name="connsiteX16856" fmla="*/ 1901589 w 2119654"/>
              <a:gd name="connsiteY16856" fmla="*/ 1288697 h 2398711"/>
              <a:gd name="connsiteX16857" fmla="*/ 1912510 w 2119654"/>
              <a:gd name="connsiteY16857" fmla="*/ 1281196 h 2398711"/>
              <a:gd name="connsiteX16858" fmla="*/ 1920917 w 2119654"/>
              <a:gd name="connsiteY16858" fmla="*/ 1270147 h 2398711"/>
              <a:gd name="connsiteX16859" fmla="*/ 1930320 w 2119654"/>
              <a:gd name="connsiteY16859" fmla="*/ 1256150 h 2398711"/>
              <a:gd name="connsiteX16860" fmla="*/ 1939975 w 2119654"/>
              <a:gd name="connsiteY16860" fmla="*/ 1241353 h 2398711"/>
              <a:gd name="connsiteX16861" fmla="*/ 1929930 w 2119654"/>
              <a:gd name="connsiteY16861" fmla="*/ 1249921 h 2398711"/>
              <a:gd name="connsiteX16862" fmla="*/ 1913096 w 2119654"/>
              <a:gd name="connsiteY16862" fmla="*/ 1263883 h 2398711"/>
              <a:gd name="connsiteX16863" fmla="*/ 1648120 w 2119654"/>
              <a:gd name="connsiteY16863" fmla="*/ 1856070 h 2398711"/>
              <a:gd name="connsiteX16864" fmla="*/ 1648093 w 2119654"/>
              <a:gd name="connsiteY16864" fmla="*/ 1856261 h 2398711"/>
              <a:gd name="connsiteX16865" fmla="*/ 1648419 w 2119654"/>
              <a:gd name="connsiteY16865" fmla="*/ 1856108 h 2398711"/>
              <a:gd name="connsiteX16866" fmla="*/ 1849337 w 2119654"/>
              <a:gd name="connsiteY16866" fmla="*/ 1405503 h 2398711"/>
              <a:gd name="connsiteX16867" fmla="*/ 1856403 w 2119654"/>
              <a:gd name="connsiteY16867" fmla="*/ 1413296 h 2398711"/>
              <a:gd name="connsiteX16868" fmla="*/ 1857506 w 2119654"/>
              <a:gd name="connsiteY16868" fmla="*/ 1411690 h 2398711"/>
              <a:gd name="connsiteX16869" fmla="*/ 1851343 w 2119654"/>
              <a:gd name="connsiteY16869" fmla="*/ 1404866 h 2398711"/>
              <a:gd name="connsiteX16870" fmla="*/ 1830894 w 2119654"/>
              <a:gd name="connsiteY16870" fmla="*/ 1446718 h 2398711"/>
              <a:gd name="connsiteX16871" fmla="*/ 1830340 w 2119654"/>
              <a:gd name="connsiteY16871" fmla="*/ 1448201 h 2398711"/>
              <a:gd name="connsiteX16872" fmla="*/ 1830888 w 2119654"/>
              <a:gd name="connsiteY16872" fmla="*/ 1449101 h 2398711"/>
              <a:gd name="connsiteX16873" fmla="*/ 1831220 w 2119654"/>
              <a:gd name="connsiteY16873" fmla="*/ 1449012 h 2398711"/>
              <a:gd name="connsiteX16874" fmla="*/ 1833439 w 2119654"/>
              <a:gd name="connsiteY16874" fmla="*/ 1446044 h 2398711"/>
              <a:gd name="connsiteX16875" fmla="*/ 1517094 w 2119654"/>
              <a:gd name="connsiteY16875" fmla="*/ 2149374 h 2398711"/>
              <a:gd name="connsiteX16876" fmla="*/ 1517694 w 2119654"/>
              <a:gd name="connsiteY16876" fmla="*/ 2153037 h 2398711"/>
              <a:gd name="connsiteX16877" fmla="*/ 1519752 w 2119654"/>
              <a:gd name="connsiteY16877" fmla="*/ 2152560 h 2398711"/>
              <a:gd name="connsiteX16878" fmla="*/ 1520471 w 2119654"/>
              <a:gd name="connsiteY16878" fmla="*/ 2150083 h 2398711"/>
              <a:gd name="connsiteX16879" fmla="*/ 1529980 w 2119654"/>
              <a:gd name="connsiteY16879" fmla="*/ 2120504 h 2398711"/>
              <a:gd name="connsiteX16880" fmla="*/ 1527823 w 2119654"/>
              <a:gd name="connsiteY16880" fmla="*/ 2127880 h 2398711"/>
              <a:gd name="connsiteX16881" fmla="*/ 1537518 w 2119654"/>
              <a:gd name="connsiteY16881" fmla="*/ 2125536 h 2398711"/>
              <a:gd name="connsiteX16882" fmla="*/ 1538498 w 2119654"/>
              <a:gd name="connsiteY16882" fmla="*/ 2120734 h 2398711"/>
              <a:gd name="connsiteX16883" fmla="*/ 1537565 w 2119654"/>
              <a:gd name="connsiteY16883" fmla="*/ 2120703 h 2398711"/>
              <a:gd name="connsiteX16884" fmla="*/ 1532663 w 2119654"/>
              <a:gd name="connsiteY16884" fmla="*/ 2120468 h 2398711"/>
              <a:gd name="connsiteX16885" fmla="*/ 1883939 w 2119654"/>
              <a:gd name="connsiteY16885" fmla="*/ 1327902 h 2398711"/>
              <a:gd name="connsiteX16886" fmla="*/ 1884500 w 2119654"/>
              <a:gd name="connsiteY16886" fmla="*/ 1328445 h 2398711"/>
              <a:gd name="connsiteX16887" fmla="*/ 1886505 w 2119654"/>
              <a:gd name="connsiteY16887" fmla="*/ 1325966 h 2398711"/>
              <a:gd name="connsiteX16888" fmla="*/ 1885497 w 2119654"/>
              <a:gd name="connsiteY16888" fmla="*/ 1325446 h 2398711"/>
              <a:gd name="connsiteX16889" fmla="*/ 1867579 w 2119654"/>
              <a:gd name="connsiteY16889" fmla="*/ 1364443 h 2398711"/>
              <a:gd name="connsiteX16890" fmla="*/ 1868252 w 2119654"/>
              <a:gd name="connsiteY16890" fmla="*/ 1365899 h 2398711"/>
              <a:gd name="connsiteX16891" fmla="*/ 1874177 w 2119654"/>
              <a:gd name="connsiteY16891" fmla="*/ 1356917 h 2398711"/>
              <a:gd name="connsiteX16892" fmla="*/ 1872211 w 2119654"/>
              <a:gd name="connsiteY16892" fmla="*/ 1358171 h 2398711"/>
              <a:gd name="connsiteX16893" fmla="*/ 1547245 w 2119654"/>
              <a:gd name="connsiteY16893" fmla="*/ 2081699 h 2398711"/>
              <a:gd name="connsiteX16894" fmla="*/ 1548571 w 2119654"/>
              <a:gd name="connsiteY16894" fmla="*/ 2081481 h 2398711"/>
              <a:gd name="connsiteX16895" fmla="*/ 1547847 w 2119654"/>
              <a:gd name="connsiteY16895" fmla="*/ 2081391 h 2398711"/>
              <a:gd name="connsiteX16896" fmla="*/ 1734137 w 2119654"/>
              <a:gd name="connsiteY16896" fmla="*/ 1663082 h 2398711"/>
              <a:gd name="connsiteX16897" fmla="*/ 1734185 w 2119654"/>
              <a:gd name="connsiteY16897" fmla="*/ 1663210 h 2398711"/>
              <a:gd name="connsiteX16898" fmla="*/ 1734321 w 2119654"/>
              <a:gd name="connsiteY16898" fmla="*/ 1663034 h 2398711"/>
              <a:gd name="connsiteX16899" fmla="*/ 1749830 w 2119654"/>
              <a:gd name="connsiteY16899" fmla="*/ 1627811 h 2398711"/>
              <a:gd name="connsiteX16900" fmla="*/ 1749775 w 2119654"/>
              <a:gd name="connsiteY16900" fmla="*/ 1628715 h 2398711"/>
              <a:gd name="connsiteX16901" fmla="*/ 1751278 w 2119654"/>
              <a:gd name="connsiteY16901" fmla="*/ 1628118 h 2398711"/>
              <a:gd name="connsiteX16902" fmla="*/ 1752684 w 2119654"/>
              <a:gd name="connsiteY16902" fmla="*/ 1626205 h 2398711"/>
              <a:gd name="connsiteX16903" fmla="*/ 1752580 w 2119654"/>
              <a:gd name="connsiteY16903" fmla="*/ 1626006 h 2398711"/>
              <a:gd name="connsiteX16904" fmla="*/ 1897545 w 2119654"/>
              <a:gd name="connsiteY16904" fmla="*/ 1297029 h 2398711"/>
              <a:gd name="connsiteX16905" fmla="*/ 1901524 w 2119654"/>
              <a:gd name="connsiteY16905" fmla="*/ 1295247 h 2398711"/>
              <a:gd name="connsiteX16906" fmla="*/ 1910736 w 2119654"/>
              <a:gd name="connsiteY16906" fmla="*/ 1283528 h 2398711"/>
              <a:gd name="connsiteX16907" fmla="*/ 1911487 w 2119654"/>
              <a:gd name="connsiteY16907" fmla="*/ 1282541 h 2398711"/>
              <a:gd name="connsiteX16908" fmla="*/ 1911129 w 2119654"/>
              <a:gd name="connsiteY16908" fmla="*/ 1282795 h 2398711"/>
              <a:gd name="connsiteX16909" fmla="*/ 1901147 w 2119654"/>
              <a:gd name="connsiteY16909" fmla="*/ 1289650 h 2398711"/>
              <a:gd name="connsiteX16910" fmla="*/ 1899404 w 2119654"/>
              <a:gd name="connsiteY16910" fmla="*/ 1293405 h 2398711"/>
              <a:gd name="connsiteX16911" fmla="*/ 1858809 w 2119654"/>
              <a:gd name="connsiteY16911" fmla="*/ 1383688 h 2398711"/>
              <a:gd name="connsiteX16912" fmla="*/ 1860042 w 2119654"/>
              <a:gd name="connsiteY16912" fmla="*/ 1384944 h 2398711"/>
              <a:gd name="connsiteX16913" fmla="*/ 1871379 w 2119654"/>
              <a:gd name="connsiteY16913" fmla="*/ 1376205 h 2398711"/>
              <a:gd name="connsiteX16914" fmla="*/ 1865395 w 2119654"/>
              <a:gd name="connsiteY16914" fmla="*/ 1379102 h 2398711"/>
              <a:gd name="connsiteX16915" fmla="*/ 1861239 w 2119654"/>
              <a:gd name="connsiteY16915" fmla="*/ 1380911 h 2398711"/>
              <a:gd name="connsiteX16916" fmla="*/ 1861228 w 2119654"/>
              <a:gd name="connsiteY16916" fmla="*/ 1381050 h 2398711"/>
              <a:gd name="connsiteX16917" fmla="*/ 1546905 w 2119654"/>
              <a:gd name="connsiteY16917" fmla="*/ 2082061 h 2398711"/>
              <a:gd name="connsiteX16918" fmla="*/ 1546386 w 2119654"/>
              <a:gd name="connsiteY16918" fmla="*/ 2084602 h 2398711"/>
              <a:gd name="connsiteX16919" fmla="*/ 1547828 w 2119654"/>
              <a:gd name="connsiteY16919" fmla="*/ 2084829 h 2398711"/>
              <a:gd name="connsiteX16920" fmla="*/ 1549988 w 2119654"/>
              <a:gd name="connsiteY16920" fmla="*/ 2081655 h 2398711"/>
              <a:gd name="connsiteX16921" fmla="*/ 1549631 w 2119654"/>
              <a:gd name="connsiteY16921" fmla="*/ 2081610 h 2398711"/>
              <a:gd name="connsiteX16922" fmla="*/ 1882974 w 2119654"/>
              <a:gd name="connsiteY16922" fmla="*/ 1329424 h 2398711"/>
              <a:gd name="connsiteX16923" fmla="*/ 1884146 w 2119654"/>
              <a:gd name="connsiteY16923" fmla="*/ 1328682 h 2398711"/>
              <a:gd name="connsiteX16924" fmla="*/ 1883712 w 2119654"/>
              <a:gd name="connsiteY16924" fmla="*/ 1328261 h 2398711"/>
              <a:gd name="connsiteX16925" fmla="*/ 1582219 w 2119654"/>
              <a:gd name="connsiteY16925" fmla="*/ 2002848 h 2398711"/>
              <a:gd name="connsiteX16926" fmla="*/ 1581920 w 2119654"/>
              <a:gd name="connsiteY16926" fmla="*/ 2004436 h 2398711"/>
              <a:gd name="connsiteX16927" fmla="*/ 1581947 w 2119654"/>
              <a:gd name="connsiteY16927" fmla="*/ 2004485 h 2398711"/>
              <a:gd name="connsiteX16928" fmla="*/ 1585673 w 2119654"/>
              <a:gd name="connsiteY16928" fmla="*/ 2003176 h 2398711"/>
              <a:gd name="connsiteX16929" fmla="*/ 1585635 w 2119654"/>
              <a:gd name="connsiteY16929" fmla="*/ 2002671 h 2398711"/>
              <a:gd name="connsiteX16930" fmla="*/ 1585521 w 2119654"/>
              <a:gd name="connsiteY16930" fmla="*/ 2002645 h 2398711"/>
              <a:gd name="connsiteX16931" fmla="*/ 1752287 w 2119654"/>
              <a:gd name="connsiteY16931" fmla="*/ 1622027 h 2398711"/>
              <a:gd name="connsiteX16932" fmla="*/ 1754692 w 2119654"/>
              <a:gd name="connsiteY16932" fmla="*/ 1621271 h 2398711"/>
              <a:gd name="connsiteX16933" fmla="*/ 1754166 w 2119654"/>
              <a:gd name="connsiteY16933" fmla="*/ 1618798 h 2398711"/>
              <a:gd name="connsiteX16934" fmla="*/ 1617904 w 2119654"/>
              <a:gd name="connsiteY16934" fmla="*/ 1922870 h 2398711"/>
              <a:gd name="connsiteX16935" fmla="*/ 1617901 w 2119654"/>
              <a:gd name="connsiteY16935" fmla="*/ 1922995 h 2398711"/>
              <a:gd name="connsiteX16936" fmla="*/ 1618473 w 2119654"/>
              <a:gd name="connsiteY16936" fmla="*/ 1926043 h 2398711"/>
              <a:gd name="connsiteX16937" fmla="*/ 1619673 w 2119654"/>
              <a:gd name="connsiteY16937" fmla="*/ 1925504 h 2398711"/>
              <a:gd name="connsiteX16938" fmla="*/ 1619381 w 2119654"/>
              <a:gd name="connsiteY16938" fmla="*/ 1921814 h 2398711"/>
              <a:gd name="connsiteX16939" fmla="*/ 1730509 w 2119654"/>
              <a:gd name="connsiteY16939" fmla="*/ 1670589 h 2398711"/>
              <a:gd name="connsiteX16940" fmla="*/ 1730796 w 2119654"/>
              <a:gd name="connsiteY16940" fmla="*/ 1671959 h 2398711"/>
              <a:gd name="connsiteX16941" fmla="*/ 1733582 w 2119654"/>
              <a:gd name="connsiteY16941" fmla="*/ 1672118 h 2398711"/>
              <a:gd name="connsiteX16942" fmla="*/ 1732317 w 2119654"/>
              <a:gd name="connsiteY16942" fmla="*/ 1669506 h 2398711"/>
              <a:gd name="connsiteX16943" fmla="*/ 1530749 w 2119654"/>
              <a:gd name="connsiteY16943" fmla="*/ 2117875 h 2398711"/>
              <a:gd name="connsiteX16944" fmla="*/ 1530149 w 2119654"/>
              <a:gd name="connsiteY16944" fmla="*/ 2119927 h 2398711"/>
              <a:gd name="connsiteX16945" fmla="*/ 1530748 w 2119654"/>
              <a:gd name="connsiteY16945" fmla="*/ 2119956 h 2398711"/>
              <a:gd name="connsiteX16946" fmla="*/ 1538678 w 2119654"/>
              <a:gd name="connsiteY16946" fmla="*/ 2119849 h 2398711"/>
              <a:gd name="connsiteX16947" fmla="*/ 1539374 w 2119654"/>
              <a:gd name="connsiteY16947" fmla="*/ 2116441 h 2398711"/>
              <a:gd name="connsiteX16948" fmla="*/ 1589683 w 2119654"/>
              <a:gd name="connsiteY16948" fmla="*/ 1985890 h 2398711"/>
              <a:gd name="connsiteX16949" fmla="*/ 1589921 w 2119654"/>
              <a:gd name="connsiteY16949" fmla="*/ 1992823 h 2398711"/>
              <a:gd name="connsiteX16950" fmla="*/ 1590744 w 2119654"/>
              <a:gd name="connsiteY16950" fmla="*/ 1990530 h 2398711"/>
              <a:gd name="connsiteX16951" fmla="*/ 1592055 w 2119654"/>
              <a:gd name="connsiteY16951" fmla="*/ 1985580 h 2398711"/>
              <a:gd name="connsiteX16952" fmla="*/ 1589810 w 2119654"/>
              <a:gd name="connsiteY16952" fmla="*/ 1985507 h 2398711"/>
              <a:gd name="connsiteX16953" fmla="*/ 1590598 w 2119654"/>
              <a:gd name="connsiteY16953" fmla="*/ 1985437 h 2398711"/>
              <a:gd name="connsiteX16954" fmla="*/ 1592146 w 2119654"/>
              <a:gd name="connsiteY16954" fmla="*/ 1985235 h 2398711"/>
              <a:gd name="connsiteX16955" fmla="*/ 1592788 w 2119654"/>
              <a:gd name="connsiteY16955" fmla="*/ 1982813 h 2398711"/>
              <a:gd name="connsiteX16956" fmla="*/ 1591590 w 2119654"/>
              <a:gd name="connsiteY16956" fmla="*/ 1983284 h 2398711"/>
              <a:gd name="connsiteX16957" fmla="*/ 1651016 w 2119654"/>
              <a:gd name="connsiteY16957" fmla="*/ 1848320 h 2398711"/>
              <a:gd name="connsiteX16958" fmla="*/ 1651111 w 2119654"/>
              <a:gd name="connsiteY16958" fmla="*/ 1849105 h 2398711"/>
              <a:gd name="connsiteX16959" fmla="*/ 1652154 w 2119654"/>
              <a:gd name="connsiteY16959" fmla="*/ 1848330 h 2398711"/>
              <a:gd name="connsiteX16960" fmla="*/ 1651845 w 2119654"/>
              <a:gd name="connsiteY16960" fmla="*/ 1847591 h 2398711"/>
              <a:gd name="connsiteX16961" fmla="*/ 1870852 w 2119654"/>
              <a:gd name="connsiteY16961" fmla="*/ 1355706 h 2398711"/>
              <a:gd name="connsiteX16962" fmla="*/ 1876563 w 2119654"/>
              <a:gd name="connsiteY16962" fmla="*/ 1351980 h 2398711"/>
              <a:gd name="connsiteX16963" fmla="*/ 1879705 w 2119654"/>
              <a:gd name="connsiteY16963" fmla="*/ 1347726 h 2398711"/>
              <a:gd name="connsiteX16964" fmla="*/ 1893370 w 2119654"/>
              <a:gd name="connsiteY16964" fmla="*/ 1305165 h 2398711"/>
              <a:gd name="connsiteX16965" fmla="*/ 1894513 w 2119654"/>
              <a:gd name="connsiteY16965" fmla="*/ 1304166 h 2398711"/>
              <a:gd name="connsiteX16966" fmla="*/ 1901124 w 2119654"/>
              <a:gd name="connsiteY16966" fmla="*/ 1295756 h 2398711"/>
              <a:gd name="connsiteX16967" fmla="*/ 1897325 w 2119654"/>
              <a:gd name="connsiteY16967" fmla="*/ 1297458 h 2398711"/>
              <a:gd name="connsiteX16968" fmla="*/ 1616254 w 2119654"/>
              <a:gd name="connsiteY16968" fmla="*/ 1925491 h 2398711"/>
              <a:gd name="connsiteX16969" fmla="*/ 1616107 w 2119654"/>
              <a:gd name="connsiteY16969" fmla="*/ 1926825 h 2398711"/>
              <a:gd name="connsiteX16970" fmla="*/ 1616242 w 2119654"/>
              <a:gd name="connsiteY16970" fmla="*/ 1927044 h 2398711"/>
              <a:gd name="connsiteX16971" fmla="*/ 1616930 w 2119654"/>
              <a:gd name="connsiteY16971" fmla="*/ 1926735 h 2398711"/>
              <a:gd name="connsiteX16972" fmla="*/ 1848757 w 2119654"/>
              <a:gd name="connsiteY16972" fmla="*/ 1404864 h 2398711"/>
              <a:gd name="connsiteX16973" fmla="*/ 1849022 w 2119654"/>
              <a:gd name="connsiteY16973" fmla="*/ 1405155 h 2398711"/>
              <a:gd name="connsiteX16974" fmla="*/ 1849899 w 2119654"/>
              <a:gd name="connsiteY16974" fmla="*/ 1404915 h 2398711"/>
              <a:gd name="connsiteX16975" fmla="*/ 1851055 w 2119654"/>
              <a:gd name="connsiteY16975" fmla="*/ 1404548 h 2398711"/>
              <a:gd name="connsiteX16976" fmla="*/ 1850214 w 2119654"/>
              <a:gd name="connsiteY16976" fmla="*/ 1403617 h 2398711"/>
              <a:gd name="connsiteX16977" fmla="*/ 1749937 w 2119654"/>
              <a:gd name="connsiteY16977" fmla="*/ 1626064 h 2398711"/>
              <a:gd name="connsiteX16978" fmla="*/ 1749873 w 2119654"/>
              <a:gd name="connsiteY16978" fmla="*/ 1627115 h 2398711"/>
              <a:gd name="connsiteX16979" fmla="*/ 1752320 w 2119654"/>
              <a:gd name="connsiteY16979" fmla="*/ 1625509 h 2398711"/>
              <a:gd name="connsiteX16980" fmla="*/ 1751439 w 2119654"/>
              <a:gd name="connsiteY16980" fmla="*/ 1623825 h 2398711"/>
              <a:gd name="connsiteX16981" fmla="*/ 1751196 w 2119654"/>
              <a:gd name="connsiteY16981" fmla="*/ 1623902 h 2398711"/>
              <a:gd name="connsiteX16982" fmla="*/ 1629567 w 2119654"/>
              <a:gd name="connsiteY16982" fmla="*/ 1895488 h 2398711"/>
              <a:gd name="connsiteX16983" fmla="*/ 1630120 w 2119654"/>
              <a:gd name="connsiteY16983" fmla="*/ 1895340 h 2398711"/>
              <a:gd name="connsiteX16984" fmla="*/ 1630944 w 2119654"/>
              <a:gd name="connsiteY16984" fmla="*/ 1894440 h 2398711"/>
              <a:gd name="connsiteX16985" fmla="*/ 1630981 w 2119654"/>
              <a:gd name="connsiteY16985" fmla="*/ 1894261 h 2398711"/>
              <a:gd name="connsiteX16986" fmla="*/ 1883238 w 2119654"/>
              <a:gd name="connsiteY16986" fmla="*/ 1327225 h 2398711"/>
              <a:gd name="connsiteX16987" fmla="*/ 1883731 w 2119654"/>
              <a:gd name="connsiteY16987" fmla="*/ 1327702 h 2398711"/>
              <a:gd name="connsiteX16988" fmla="*/ 1885161 w 2119654"/>
              <a:gd name="connsiteY16988" fmla="*/ 1325447 h 2398711"/>
              <a:gd name="connsiteX16989" fmla="*/ 1721495 w 2119654"/>
              <a:gd name="connsiteY16989" fmla="*/ 1689373 h 2398711"/>
              <a:gd name="connsiteX16990" fmla="*/ 1721516 w 2119654"/>
              <a:gd name="connsiteY16990" fmla="*/ 1690618 h 2398711"/>
              <a:gd name="connsiteX16991" fmla="*/ 1721688 w 2119654"/>
              <a:gd name="connsiteY16991" fmla="*/ 1692015 h 2398711"/>
              <a:gd name="connsiteX16992" fmla="*/ 1722800 w 2119654"/>
              <a:gd name="connsiteY16992" fmla="*/ 1690932 h 2398711"/>
              <a:gd name="connsiteX16993" fmla="*/ 1564907 w 2119654"/>
              <a:gd name="connsiteY16993" fmla="*/ 2039986 h 2398711"/>
              <a:gd name="connsiteX16994" fmla="*/ 1565594 w 2119654"/>
              <a:gd name="connsiteY16994" fmla="*/ 2043503 h 2398711"/>
              <a:gd name="connsiteX16995" fmla="*/ 1566164 w 2119654"/>
              <a:gd name="connsiteY16995" fmla="*/ 2043510 h 2398711"/>
              <a:gd name="connsiteX16996" fmla="*/ 1568082 w 2119654"/>
              <a:gd name="connsiteY16996" fmla="*/ 2039675 h 2398711"/>
              <a:gd name="connsiteX16997" fmla="*/ 1880403 w 2119654"/>
              <a:gd name="connsiteY16997" fmla="*/ 1333476 h 2398711"/>
              <a:gd name="connsiteX16998" fmla="*/ 1880802 w 2119654"/>
              <a:gd name="connsiteY16998" fmla="*/ 1333020 h 2398711"/>
              <a:gd name="connsiteX16999" fmla="*/ 1884097 w 2119654"/>
              <a:gd name="connsiteY16999" fmla="*/ 1328944 h 2398711"/>
              <a:gd name="connsiteX17000" fmla="*/ 1882728 w 2119654"/>
              <a:gd name="connsiteY17000" fmla="*/ 1329811 h 2398711"/>
              <a:gd name="connsiteX17001" fmla="*/ 1531993 w 2119654"/>
              <a:gd name="connsiteY17001" fmla="*/ 2113624 h 2398711"/>
              <a:gd name="connsiteX17002" fmla="*/ 1531310 w 2119654"/>
              <a:gd name="connsiteY17002" fmla="*/ 2115959 h 2398711"/>
              <a:gd name="connsiteX17003" fmla="*/ 1539739 w 2119654"/>
              <a:gd name="connsiteY17003" fmla="*/ 2114654 h 2398711"/>
              <a:gd name="connsiteX17004" fmla="*/ 1540020 w 2119654"/>
              <a:gd name="connsiteY17004" fmla="*/ 2113273 h 2398711"/>
              <a:gd name="connsiteX17005" fmla="*/ 1536612 w 2119654"/>
              <a:gd name="connsiteY17005" fmla="*/ 2112779 h 2398711"/>
              <a:gd name="connsiteX17006" fmla="*/ 1536461 w 2119654"/>
              <a:gd name="connsiteY17006" fmla="*/ 2112809 h 2398711"/>
              <a:gd name="connsiteX17007" fmla="*/ 1837057 w 2119654"/>
              <a:gd name="connsiteY17007" fmla="*/ 1430240 h 2398711"/>
              <a:gd name="connsiteX17008" fmla="*/ 1832085 w 2119654"/>
              <a:gd name="connsiteY17008" fmla="*/ 1443537 h 2398711"/>
              <a:gd name="connsiteX17009" fmla="*/ 1840861 w 2119654"/>
              <a:gd name="connsiteY17009" fmla="*/ 1435919 h 2398711"/>
              <a:gd name="connsiteX17010" fmla="*/ 1850141 w 2119654"/>
              <a:gd name="connsiteY17010" fmla="*/ 1422411 h 2398711"/>
              <a:gd name="connsiteX17011" fmla="*/ 1604651 w 2119654"/>
              <a:gd name="connsiteY17011" fmla="*/ 1950619 h 2398711"/>
              <a:gd name="connsiteX17012" fmla="*/ 1604704 w 2119654"/>
              <a:gd name="connsiteY17012" fmla="*/ 1950631 h 2398711"/>
              <a:gd name="connsiteX17013" fmla="*/ 1604695 w 2119654"/>
              <a:gd name="connsiteY17013" fmla="*/ 1950600 h 2398711"/>
              <a:gd name="connsiteX17014" fmla="*/ 1848131 w 2119654"/>
              <a:gd name="connsiteY17014" fmla="*/ 1405400 h 2398711"/>
              <a:gd name="connsiteX17015" fmla="*/ 1848455 w 2119654"/>
              <a:gd name="connsiteY17015" fmla="*/ 1405311 h 2398711"/>
              <a:gd name="connsiteX17016" fmla="*/ 1848357 w 2119654"/>
              <a:gd name="connsiteY17016" fmla="*/ 1405206 h 2398711"/>
              <a:gd name="connsiteX17017" fmla="*/ 1609321 w 2119654"/>
              <a:gd name="connsiteY17017" fmla="*/ 1939985 h 2398711"/>
              <a:gd name="connsiteX17018" fmla="*/ 1609223 w 2119654"/>
              <a:gd name="connsiteY17018" fmla="*/ 1940256 h 2398711"/>
              <a:gd name="connsiteX17019" fmla="*/ 1608931 w 2119654"/>
              <a:gd name="connsiteY17019" fmla="*/ 1945018 h 2398711"/>
              <a:gd name="connsiteX17020" fmla="*/ 1609504 w 2119654"/>
              <a:gd name="connsiteY17020" fmla="*/ 1944749 h 2398711"/>
              <a:gd name="connsiteX17021" fmla="*/ 1614016 w 2119654"/>
              <a:gd name="connsiteY17021" fmla="*/ 1938168 h 2398711"/>
              <a:gd name="connsiteX17022" fmla="*/ 1730228 w 2119654"/>
              <a:gd name="connsiteY17022" fmla="*/ 1669247 h 2398711"/>
              <a:gd name="connsiteX17023" fmla="*/ 1730357 w 2119654"/>
              <a:gd name="connsiteY17023" fmla="*/ 1669863 h 2398711"/>
              <a:gd name="connsiteX17024" fmla="*/ 1732011 w 2119654"/>
              <a:gd name="connsiteY17024" fmla="*/ 1668872 h 2398711"/>
              <a:gd name="connsiteX17025" fmla="*/ 1731526 w 2119654"/>
              <a:gd name="connsiteY17025" fmla="*/ 1667871 h 2398711"/>
              <a:gd name="connsiteX17026" fmla="*/ 1731218 w 2119654"/>
              <a:gd name="connsiteY17026" fmla="*/ 1667943 h 2398711"/>
              <a:gd name="connsiteX17027" fmla="*/ 1532418 w 2119654"/>
              <a:gd name="connsiteY17027" fmla="*/ 2112171 h 2398711"/>
              <a:gd name="connsiteX17028" fmla="*/ 1532149 w 2119654"/>
              <a:gd name="connsiteY17028" fmla="*/ 2113089 h 2398711"/>
              <a:gd name="connsiteX17029" fmla="*/ 1535076 w 2119654"/>
              <a:gd name="connsiteY17029" fmla="*/ 2112556 h 2398711"/>
              <a:gd name="connsiteX17030" fmla="*/ 1649736 w 2119654"/>
              <a:gd name="connsiteY17030" fmla="*/ 1849446 h 2398711"/>
              <a:gd name="connsiteX17031" fmla="*/ 1650219 w 2119654"/>
              <a:gd name="connsiteY17031" fmla="*/ 1849508 h 2398711"/>
              <a:gd name="connsiteX17032" fmla="*/ 1650796 w 2119654"/>
              <a:gd name="connsiteY17032" fmla="*/ 1849338 h 2398711"/>
              <a:gd name="connsiteX17033" fmla="*/ 1650805 w 2119654"/>
              <a:gd name="connsiteY17033" fmla="*/ 1849331 h 2398711"/>
              <a:gd name="connsiteX17034" fmla="*/ 1650715 w 2119654"/>
              <a:gd name="connsiteY17034" fmla="*/ 1848585 h 2398711"/>
              <a:gd name="connsiteX17035" fmla="*/ 1616426 w 2119654"/>
              <a:gd name="connsiteY17035" fmla="*/ 1923927 h 2398711"/>
              <a:gd name="connsiteX17036" fmla="*/ 1616288 w 2119654"/>
              <a:gd name="connsiteY17036" fmla="*/ 1925176 h 2398711"/>
              <a:gd name="connsiteX17037" fmla="*/ 1617095 w 2119654"/>
              <a:gd name="connsiteY17037" fmla="*/ 1926660 h 2398711"/>
              <a:gd name="connsiteX17038" fmla="*/ 1617307 w 2119654"/>
              <a:gd name="connsiteY17038" fmla="*/ 1926566 h 2398711"/>
              <a:gd name="connsiteX17039" fmla="*/ 1617281 w 2119654"/>
              <a:gd name="connsiteY17039" fmla="*/ 1923315 h 2398711"/>
              <a:gd name="connsiteX17040" fmla="*/ 1619963 w 2119654"/>
              <a:gd name="connsiteY17040" fmla="*/ 1915990 h 2398711"/>
              <a:gd name="connsiteX17041" fmla="*/ 1619975 w 2119654"/>
              <a:gd name="connsiteY17041" fmla="*/ 1916314 h 2398711"/>
              <a:gd name="connsiteX17042" fmla="*/ 1620484 w 2119654"/>
              <a:gd name="connsiteY17042" fmla="*/ 1915901 h 2398711"/>
              <a:gd name="connsiteX17043" fmla="*/ 1888057 w 2119654"/>
              <a:gd name="connsiteY17043" fmla="*/ 1315519 h 2398711"/>
              <a:gd name="connsiteX17044" fmla="*/ 1893451 w 2119654"/>
              <a:gd name="connsiteY17044" fmla="*/ 1311026 h 2398711"/>
              <a:gd name="connsiteX17045" fmla="*/ 1901566 w 2119654"/>
              <a:gd name="connsiteY17045" fmla="*/ 1298949 h 2398711"/>
              <a:gd name="connsiteX17046" fmla="*/ 1893325 w 2119654"/>
              <a:gd name="connsiteY17046" fmla="*/ 1306939 h 2398711"/>
              <a:gd name="connsiteX17047" fmla="*/ 1890812 w 2119654"/>
              <a:gd name="connsiteY17047" fmla="*/ 1310149 h 2398711"/>
              <a:gd name="connsiteX17048" fmla="*/ 1532689 w 2119654"/>
              <a:gd name="connsiteY17048" fmla="*/ 2111242 h 2398711"/>
              <a:gd name="connsiteX17049" fmla="*/ 1532645 w 2119654"/>
              <a:gd name="connsiteY17049" fmla="*/ 2111392 h 2398711"/>
              <a:gd name="connsiteX17050" fmla="*/ 1534631 w 2119654"/>
              <a:gd name="connsiteY17050" fmla="*/ 2111763 h 2398711"/>
              <a:gd name="connsiteX17051" fmla="*/ 1536441 w 2119654"/>
              <a:gd name="connsiteY17051" fmla="*/ 2112025 h 2398711"/>
              <a:gd name="connsiteX17052" fmla="*/ 1661054 w 2119654"/>
              <a:gd name="connsiteY17052" fmla="*/ 1823761 h 2398711"/>
              <a:gd name="connsiteX17053" fmla="*/ 1661059 w 2119654"/>
              <a:gd name="connsiteY17053" fmla="*/ 1823892 h 2398711"/>
              <a:gd name="connsiteX17054" fmla="*/ 1661084 w 2119654"/>
              <a:gd name="connsiteY17054" fmla="*/ 1823896 h 2398711"/>
              <a:gd name="connsiteX17055" fmla="*/ 1662955 w 2119654"/>
              <a:gd name="connsiteY17055" fmla="*/ 1822686 h 2398711"/>
              <a:gd name="connsiteX17056" fmla="*/ 1662947 w 2119654"/>
              <a:gd name="connsiteY17056" fmla="*/ 1822529 h 2398711"/>
              <a:gd name="connsiteX17057" fmla="*/ 1661984 w 2119654"/>
              <a:gd name="connsiteY17057" fmla="*/ 1822891 h 2398711"/>
              <a:gd name="connsiteX17058" fmla="*/ 1838608 w 2119654"/>
              <a:gd name="connsiteY17058" fmla="*/ 1426095 h 2398711"/>
              <a:gd name="connsiteX17059" fmla="*/ 1837585 w 2119654"/>
              <a:gd name="connsiteY17059" fmla="*/ 1428830 h 2398711"/>
              <a:gd name="connsiteX17060" fmla="*/ 1851418 w 2119654"/>
              <a:gd name="connsiteY17060" fmla="*/ 1420551 h 2398711"/>
              <a:gd name="connsiteX17061" fmla="*/ 1854761 w 2119654"/>
              <a:gd name="connsiteY17061" fmla="*/ 1415685 h 2398711"/>
              <a:gd name="connsiteX17062" fmla="*/ 1878626 w 2119654"/>
              <a:gd name="connsiteY17062" fmla="*/ 1336374 h 2398711"/>
              <a:gd name="connsiteX17063" fmla="*/ 1886282 w 2119654"/>
              <a:gd name="connsiteY17063" fmla="*/ 1330748 h 2398711"/>
              <a:gd name="connsiteX17064" fmla="*/ 1884538 w 2119654"/>
              <a:gd name="connsiteY17064" fmla="*/ 1329060 h 2398711"/>
              <a:gd name="connsiteX17065" fmla="*/ 1740577 w 2119654"/>
              <a:gd name="connsiteY17065" fmla="*/ 1645314 h 2398711"/>
              <a:gd name="connsiteX17066" fmla="*/ 1740671 w 2119654"/>
              <a:gd name="connsiteY17066" fmla="*/ 1645919 h 2398711"/>
              <a:gd name="connsiteX17067" fmla="*/ 1742136 w 2119654"/>
              <a:gd name="connsiteY17067" fmla="*/ 1645260 h 2398711"/>
              <a:gd name="connsiteX17068" fmla="*/ 1741630 w 2119654"/>
              <a:gd name="connsiteY17068" fmla="*/ 1644057 h 2398711"/>
              <a:gd name="connsiteX17069" fmla="*/ 1741407 w 2119654"/>
              <a:gd name="connsiteY17069" fmla="*/ 1644183 h 2398711"/>
              <a:gd name="connsiteX17070" fmla="*/ 1533055 w 2119654"/>
              <a:gd name="connsiteY17070" fmla="*/ 2109991 h 2398711"/>
              <a:gd name="connsiteX17071" fmla="*/ 1532732 w 2119654"/>
              <a:gd name="connsiteY17071" fmla="*/ 2111098 h 2398711"/>
              <a:gd name="connsiteX17072" fmla="*/ 1537553 w 2119654"/>
              <a:gd name="connsiteY17072" fmla="*/ 2112104 h 2398711"/>
              <a:gd name="connsiteX17073" fmla="*/ 1539144 w 2119654"/>
              <a:gd name="connsiteY17073" fmla="*/ 2111815 h 2398711"/>
              <a:gd name="connsiteX17074" fmla="*/ 1886356 w 2119654"/>
              <a:gd name="connsiteY17074" fmla="*/ 1318834 h 2398711"/>
              <a:gd name="connsiteX17075" fmla="*/ 1891240 w 2119654"/>
              <a:gd name="connsiteY17075" fmla="*/ 1314318 h 2398711"/>
              <a:gd name="connsiteX17076" fmla="*/ 1892342 w 2119654"/>
              <a:gd name="connsiteY17076" fmla="*/ 1312679 h 2398711"/>
              <a:gd name="connsiteX17077" fmla="*/ 1887405 w 2119654"/>
              <a:gd name="connsiteY17077" fmla="*/ 1316789 h 2398711"/>
              <a:gd name="connsiteX17078" fmla="*/ 1729264 w 2119654"/>
              <a:gd name="connsiteY17078" fmla="*/ 1670517 h 2398711"/>
              <a:gd name="connsiteX17079" fmla="*/ 1730251 w 2119654"/>
              <a:gd name="connsiteY17079" fmla="*/ 1669926 h 2398711"/>
              <a:gd name="connsiteX17080" fmla="*/ 1730135 w 2119654"/>
              <a:gd name="connsiteY17080" fmla="*/ 1669369 h 2398711"/>
              <a:gd name="connsiteX17081" fmla="*/ 1583225 w 2119654"/>
              <a:gd name="connsiteY17081" fmla="*/ 1997501 h 2398711"/>
              <a:gd name="connsiteX17082" fmla="*/ 1582836 w 2119654"/>
              <a:gd name="connsiteY17082" fmla="*/ 1999569 h 2398711"/>
              <a:gd name="connsiteX17083" fmla="*/ 1585364 w 2119654"/>
              <a:gd name="connsiteY17083" fmla="*/ 1999064 h 2398711"/>
              <a:gd name="connsiteX17084" fmla="*/ 1585262 w 2119654"/>
              <a:gd name="connsiteY17084" fmla="*/ 1997701 h 2398711"/>
              <a:gd name="connsiteX17085" fmla="*/ 1583463 w 2119654"/>
              <a:gd name="connsiteY17085" fmla="*/ 1997421 h 2398711"/>
              <a:gd name="connsiteX17086" fmla="*/ 1558445 w 2119654"/>
              <a:gd name="connsiteY17086" fmla="*/ 2052977 h 2398711"/>
              <a:gd name="connsiteX17087" fmla="*/ 1558420 w 2119654"/>
              <a:gd name="connsiteY17087" fmla="*/ 2053642 h 2398711"/>
              <a:gd name="connsiteX17088" fmla="*/ 1560764 w 2119654"/>
              <a:gd name="connsiteY17088" fmla="*/ 2054302 h 2398711"/>
              <a:gd name="connsiteX17089" fmla="*/ 1561657 w 2119654"/>
              <a:gd name="connsiteY17089" fmla="*/ 2052518 h 2398711"/>
              <a:gd name="connsiteX17090" fmla="*/ 1661035 w 2119654"/>
              <a:gd name="connsiteY17090" fmla="*/ 1823247 h 2398711"/>
              <a:gd name="connsiteX17091" fmla="*/ 1661040 w 2119654"/>
              <a:gd name="connsiteY17091" fmla="*/ 1823384 h 2398711"/>
              <a:gd name="connsiteX17092" fmla="*/ 1661288 w 2119654"/>
              <a:gd name="connsiteY17092" fmla="*/ 1823151 h 2398711"/>
              <a:gd name="connsiteX17093" fmla="*/ 1728736 w 2119654"/>
              <a:gd name="connsiteY17093" fmla="*/ 1671650 h 2398711"/>
              <a:gd name="connsiteX17094" fmla="*/ 1728787 w 2119654"/>
              <a:gd name="connsiteY17094" fmla="*/ 1671844 h 2398711"/>
              <a:gd name="connsiteX17095" fmla="*/ 1730676 w 2119654"/>
              <a:gd name="connsiteY17095" fmla="*/ 1671952 h 2398711"/>
              <a:gd name="connsiteX17096" fmla="*/ 1730404 w 2119654"/>
              <a:gd name="connsiteY17096" fmla="*/ 1670652 h 2398711"/>
              <a:gd name="connsiteX17097" fmla="*/ 1857768 w 2119654"/>
              <a:gd name="connsiteY17097" fmla="*/ 1382628 h 2398711"/>
              <a:gd name="connsiteX17098" fmla="*/ 1858419 w 2119654"/>
              <a:gd name="connsiteY17098" fmla="*/ 1383290 h 2398711"/>
              <a:gd name="connsiteX17099" fmla="*/ 1859348 w 2119654"/>
              <a:gd name="connsiteY17099" fmla="*/ 1382463 h 2398711"/>
              <a:gd name="connsiteX17100" fmla="*/ 1859309 w 2119654"/>
              <a:gd name="connsiteY17100" fmla="*/ 1382933 h 2398711"/>
              <a:gd name="connsiteX17101" fmla="*/ 1858647 w 2119654"/>
              <a:gd name="connsiteY17101" fmla="*/ 1383524 h 2398711"/>
              <a:gd name="connsiteX17102" fmla="*/ 1858728 w 2119654"/>
              <a:gd name="connsiteY17102" fmla="*/ 1383606 h 2398711"/>
              <a:gd name="connsiteX17103" fmla="*/ 1861172 w 2119654"/>
              <a:gd name="connsiteY17103" fmla="*/ 1380940 h 2398711"/>
              <a:gd name="connsiteX17104" fmla="*/ 1857960 w 2119654"/>
              <a:gd name="connsiteY17104" fmla="*/ 1382338 h 2398711"/>
              <a:gd name="connsiteX17105" fmla="*/ 1615837 w 2119654"/>
              <a:gd name="connsiteY17105" fmla="*/ 1924347 h 2398711"/>
              <a:gd name="connsiteX17106" fmla="*/ 1615997 w 2119654"/>
              <a:gd name="connsiteY17106" fmla="*/ 1924642 h 2398711"/>
              <a:gd name="connsiteX17107" fmla="*/ 1616046 w 2119654"/>
              <a:gd name="connsiteY17107" fmla="*/ 1924198 h 2398711"/>
              <a:gd name="connsiteX17108" fmla="*/ 1849027 w 2119654"/>
              <a:gd name="connsiteY17108" fmla="*/ 1402000 h 2398711"/>
              <a:gd name="connsiteX17109" fmla="*/ 1850217 w 2119654"/>
              <a:gd name="connsiteY17109" fmla="*/ 1403317 h 2398711"/>
              <a:gd name="connsiteX17110" fmla="*/ 1856696 w 2119654"/>
              <a:gd name="connsiteY17110" fmla="*/ 1397648 h 2398711"/>
              <a:gd name="connsiteX17111" fmla="*/ 1533521 w 2119654"/>
              <a:gd name="connsiteY17111" fmla="*/ 2108397 h 2398711"/>
              <a:gd name="connsiteX17112" fmla="*/ 1533246 w 2119654"/>
              <a:gd name="connsiteY17112" fmla="*/ 2109340 h 2398711"/>
              <a:gd name="connsiteX17113" fmla="*/ 1540387 w 2119654"/>
              <a:gd name="connsiteY17113" fmla="*/ 2111477 h 2398711"/>
              <a:gd name="connsiteX17114" fmla="*/ 1540893 w 2119654"/>
              <a:gd name="connsiteY17114" fmla="*/ 2109001 h 2398711"/>
              <a:gd name="connsiteX17115" fmla="*/ 1880740 w 2119654"/>
              <a:gd name="connsiteY17115" fmla="*/ 1330837 h 2398711"/>
              <a:gd name="connsiteX17116" fmla="*/ 1882412 w 2119654"/>
              <a:gd name="connsiteY17116" fmla="*/ 1329779 h 2398711"/>
              <a:gd name="connsiteX17117" fmla="*/ 1883504 w 2119654"/>
              <a:gd name="connsiteY17117" fmla="*/ 1328060 h 2398711"/>
              <a:gd name="connsiteX17118" fmla="*/ 1882960 w 2119654"/>
              <a:gd name="connsiteY17118" fmla="*/ 1327533 h 2398711"/>
              <a:gd name="connsiteX17119" fmla="*/ 1854168 w 2119654"/>
              <a:gd name="connsiteY17119" fmla="*/ 1390316 h 2398711"/>
              <a:gd name="connsiteX17120" fmla="*/ 1855043 w 2119654"/>
              <a:gd name="connsiteY17120" fmla="*/ 1392128 h 2398711"/>
              <a:gd name="connsiteX17121" fmla="*/ 1862265 w 2119654"/>
              <a:gd name="connsiteY17121" fmla="*/ 1388177 h 2398711"/>
              <a:gd name="connsiteX17122" fmla="*/ 1859973 w 2119654"/>
              <a:gd name="connsiteY17122" fmla="*/ 1385843 h 2398711"/>
              <a:gd name="connsiteX17123" fmla="*/ 1641681 w 2119654"/>
              <a:gd name="connsiteY17123" fmla="*/ 1866097 h 2398711"/>
              <a:gd name="connsiteX17124" fmla="*/ 1641685 w 2119654"/>
              <a:gd name="connsiteY17124" fmla="*/ 1866332 h 2398711"/>
              <a:gd name="connsiteX17125" fmla="*/ 1641960 w 2119654"/>
              <a:gd name="connsiteY17125" fmla="*/ 1866065 h 2398711"/>
              <a:gd name="connsiteX17126" fmla="*/ 1575446 w 2119654"/>
              <a:gd name="connsiteY17126" fmla="*/ 2014373 h 2398711"/>
              <a:gd name="connsiteX17127" fmla="*/ 1576078 w 2119654"/>
              <a:gd name="connsiteY17127" fmla="*/ 2017866 h 2398711"/>
              <a:gd name="connsiteX17128" fmla="*/ 1576499 w 2119654"/>
              <a:gd name="connsiteY17128" fmla="*/ 2018028 h 2398711"/>
              <a:gd name="connsiteX17129" fmla="*/ 1576910 w 2119654"/>
              <a:gd name="connsiteY17129" fmla="*/ 2018137 h 2398711"/>
              <a:gd name="connsiteX17130" fmla="*/ 1577971 w 2119654"/>
              <a:gd name="connsiteY17130" fmla="*/ 2017806 h 2398711"/>
              <a:gd name="connsiteX17131" fmla="*/ 1579013 w 2119654"/>
              <a:gd name="connsiteY17131" fmla="*/ 2012273 h 2398711"/>
              <a:gd name="connsiteX17132" fmla="*/ 1571271 w 2119654"/>
              <a:gd name="connsiteY17132" fmla="*/ 2023720 h 2398711"/>
              <a:gd name="connsiteX17133" fmla="*/ 1571292 w 2119654"/>
              <a:gd name="connsiteY17133" fmla="*/ 2027023 h 2398711"/>
              <a:gd name="connsiteX17134" fmla="*/ 1575285 w 2119654"/>
              <a:gd name="connsiteY17134" fmla="*/ 2023702 h 2398711"/>
              <a:gd name="connsiteX17135" fmla="*/ 1730014 w 2119654"/>
              <a:gd name="connsiteY17135" fmla="*/ 1668225 h 2398711"/>
              <a:gd name="connsiteX17136" fmla="*/ 1730076 w 2119654"/>
              <a:gd name="connsiteY17136" fmla="*/ 1668525 h 2398711"/>
              <a:gd name="connsiteX17137" fmla="*/ 1730373 w 2119654"/>
              <a:gd name="connsiteY17137" fmla="*/ 1668141 h 2398711"/>
              <a:gd name="connsiteX17138" fmla="*/ 1627585 w 2119654"/>
              <a:gd name="connsiteY17138" fmla="*/ 1897208 h 2398711"/>
              <a:gd name="connsiteX17139" fmla="*/ 1627608 w 2119654"/>
              <a:gd name="connsiteY17139" fmla="*/ 1897320 h 2398711"/>
              <a:gd name="connsiteX17140" fmla="*/ 1627896 w 2119654"/>
              <a:gd name="connsiteY17140" fmla="*/ 1897218 h 2398711"/>
              <a:gd name="connsiteX17141" fmla="*/ 1628818 w 2119654"/>
              <a:gd name="connsiteY17141" fmla="*/ 1896763 h 2398711"/>
              <a:gd name="connsiteX17142" fmla="*/ 1628907 w 2119654"/>
              <a:gd name="connsiteY17142" fmla="*/ 1896666 h 2398711"/>
              <a:gd name="connsiteX17143" fmla="*/ 1627746 w 2119654"/>
              <a:gd name="connsiteY17143" fmla="*/ 1897069 h 2398711"/>
              <a:gd name="connsiteX17144" fmla="*/ 1660995 w 2119654"/>
              <a:gd name="connsiteY17144" fmla="*/ 1822164 h 2398711"/>
              <a:gd name="connsiteX17145" fmla="*/ 1660998 w 2119654"/>
              <a:gd name="connsiteY17145" fmla="*/ 1822250 h 2398711"/>
              <a:gd name="connsiteX17146" fmla="*/ 1662890 w 2119654"/>
              <a:gd name="connsiteY17146" fmla="*/ 1821540 h 2398711"/>
              <a:gd name="connsiteX17147" fmla="*/ 1662878 w 2119654"/>
              <a:gd name="connsiteY17147" fmla="*/ 1821334 h 2398711"/>
              <a:gd name="connsiteX17148" fmla="*/ 1662314 w 2119654"/>
              <a:gd name="connsiteY17148" fmla="*/ 1821369 h 2398711"/>
              <a:gd name="connsiteX17149" fmla="*/ 1586004 w 2119654"/>
              <a:gd name="connsiteY17149" fmla="*/ 1990060 h 2398711"/>
              <a:gd name="connsiteX17150" fmla="*/ 1586373 w 2119654"/>
              <a:gd name="connsiteY17150" fmla="*/ 1994968 h 2398711"/>
              <a:gd name="connsiteX17151" fmla="*/ 1589287 w 2119654"/>
              <a:gd name="connsiteY17151" fmla="*/ 1993995 h 2398711"/>
              <a:gd name="connsiteX17152" fmla="*/ 1589028 w 2119654"/>
              <a:gd name="connsiteY17152" fmla="*/ 1986482 h 2398711"/>
              <a:gd name="connsiteX17153" fmla="*/ 1587138 w 2119654"/>
              <a:gd name="connsiteY17153" fmla="*/ 1988842 h 2398711"/>
              <a:gd name="connsiteX17154" fmla="*/ 1548630 w 2119654"/>
              <a:gd name="connsiteY17154" fmla="*/ 2073608 h 2398711"/>
              <a:gd name="connsiteX17155" fmla="*/ 1547703 w 2119654"/>
              <a:gd name="connsiteY17155" fmla="*/ 2078152 h 2398711"/>
              <a:gd name="connsiteX17156" fmla="*/ 1547907 w 2119654"/>
              <a:gd name="connsiteY17156" fmla="*/ 2078198 h 2398711"/>
              <a:gd name="connsiteX17157" fmla="*/ 1553327 w 2119654"/>
              <a:gd name="connsiteY17157" fmla="*/ 2075422 h 2398711"/>
              <a:gd name="connsiteX17158" fmla="*/ 1534340 w 2119654"/>
              <a:gd name="connsiteY17158" fmla="*/ 2105598 h 2398711"/>
              <a:gd name="connsiteX17159" fmla="*/ 1533664 w 2119654"/>
              <a:gd name="connsiteY17159" fmla="*/ 2107908 h 2398711"/>
              <a:gd name="connsiteX17160" fmla="*/ 1540994 w 2119654"/>
              <a:gd name="connsiteY17160" fmla="*/ 2108508 h 2398711"/>
              <a:gd name="connsiteX17161" fmla="*/ 1544694 w 2119654"/>
              <a:gd name="connsiteY17161" fmla="*/ 2090380 h 2398711"/>
              <a:gd name="connsiteX17162" fmla="*/ 1541328 w 2119654"/>
              <a:gd name="connsiteY17162" fmla="*/ 2095328 h 2398711"/>
              <a:gd name="connsiteX17163" fmla="*/ 1541300 w 2119654"/>
              <a:gd name="connsiteY17163" fmla="*/ 2100398 h 2398711"/>
              <a:gd name="connsiteX17164" fmla="*/ 1541134 w 2119654"/>
              <a:gd name="connsiteY17164" fmla="*/ 2100572 h 2398711"/>
              <a:gd name="connsiteX17165" fmla="*/ 1541162 w 2119654"/>
              <a:gd name="connsiteY17165" fmla="*/ 2095571 h 2398711"/>
              <a:gd name="connsiteX17166" fmla="*/ 1614962 w 2119654"/>
              <a:gd name="connsiteY17166" fmla="*/ 1924972 h 2398711"/>
              <a:gd name="connsiteX17167" fmla="*/ 1615810 w 2119654"/>
              <a:gd name="connsiteY17167" fmla="*/ 1926345 h 2398711"/>
              <a:gd name="connsiteX17168" fmla="*/ 1615963 w 2119654"/>
              <a:gd name="connsiteY17168" fmla="*/ 1924956 h 2398711"/>
              <a:gd name="connsiteX17169" fmla="*/ 1615689 w 2119654"/>
              <a:gd name="connsiteY17169" fmla="*/ 1924452 h 2398711"/>
              <a:gd name="connsiteX17170" fmla="*/ 1880929 w 2119654"/>
              <a:gd name="connsiteY17170" fmla="*/ 1329409 h 2398711"/>
              <a:gd name="connsiteX17171" fmla="*/ 1881039 w 2119654"/>
              <a:gd name="connsiteY17171" fmla="*/ 1329258 h 2398711"/>
              <a:gd name="connsiteX17172" fmla="*/ 1880976 w 2119654"/>
              <a:gd name="connsiteY17172" fmla="*/ 1329316 h 2398711"/>
              <a:gd name="connsiteX17173" fmla="*/ 1866394 w 2119654"/>
              <a:gd name="connsiteY17173" fmla="*/ 1361882 h 2398711"/>
              <a:gd name="connsiteX17174" fmla="*/ 1867483 w 2119654"/>
              <a:gd name="connsiteY17174" fmla="*/ 1364236 h 2398711"/>
              <a:gd name="connsiteX17175" fmla="*/ 1868524 w 2119654"/>
              <a:gd name="connsiteY17175" fmla="*/ 1362865 h 2398711"/>
              <a:gd name="connsiteX17176" fmla="*/ 1871794 w 2119654"/>
              <a:gd name="connsiteY17176" fmla="*/ 1358437 h 2398711"/>
              <a:gd name="connsiteX17177" fmla="*/ 1855774 w 2119654"/>
              <a:gd name="connsiteY17177" fmla="*/ 1385651 h 2398711"/>
              <a:gd name="connsiteX17178" fmla="*/ 1857912 w 2119654"/>
              <a:gd name="connsiteY17178" fmla="*/ 1383744 h 2398711"/>
              <a:gd name="connsiteX17179" fmla="*/ 1857386 w 2119654"/>
              <a:gd name="connsiteY17179" fmla="*/ 1383208 h 2398711"/>
              <a:gd name="connsiteX17180" fmla="*/ 1621291 w 2119654"/>
              <a:gd name="connsiteY17180" fmla="*/ 1910679 h 2398711"/>
              <a:gd name="connsiteX17181" fmla="*/ 1624688 w 2119654"/>
              <a:gd name="connsiteY17181" fmla="*/ 1910019 h 2398711"/>
              <a:gd name="connsiteX17182" fmla="*/ 1624580 w 2119654"/>
              <a:gd name="connsiteY17182" fmla="*/ 1908855 h 2398711"/>
              <a:gd name="connsiteX17183" fmla="*/ 1564462 w 2119654"/>
              <a:gd name="connsiteY17183" fmla="*/ 2037705 h 2398711"/>
              <a:gd name="connsiteX17184" fmla="*/ 1564759 w 2119654"/>
              <a:gd name="connsiteY17184" fmla="*/ 2039231 h 2398711"/>
              <a:gd name="connsiteX17185" fmla="*/ 1568409 w 2119654"/>
              <a:gd name="connsiteY17185" fmla="*/ 2039022 h 2398711"/>
              <a:gd name="connsiteX17186" fmla="*/ 1568984 w 2119654"/>
              <a:gd name="connsiteY17186" fmla="*/ 2037871 h 2398711"/>
              <a:gd name="connsiteX17187" fmla="*/ 1564734 w 2119654"/>
              <a:gd name="connsiteY17187" fmla="*/ 2037661 h 2398711"/>
              <a:gd name="connsiteX17188" fmla="*/ 1640957 w 2119654"/>
              <a:gd name="connsiteY17188" fmla="*/ 1866180 h 2398711"/>
              <a:gd name="connsiteX17189" fmla="*/ 1640857 w 2119654"/>
              <a:gd name="connsiteY17189" fmla="*/ 1866670 h 2398711"/>
              <a:gd name="connsiteX17190" fmla="*/ 1640986 w 2119654"/>
              <a:gd name="connsiteY17190" fmla="*/ 1866638 h 2398711"/>
              <a:gd name="connsiteX17191" fmla="*/ 1640979 w 2119654"/>
              <a:gd name="connsiteY17191" fmla="*/ 1866178 h 2398711"/>
              <a:gd name="connsiteX17192" fmla="*/ 1624558 w 2119654"/>
              <a:gd name="connsiteY17192" fmla="*/ 1902819 h 2398711"/>
              <a:gd name="connsiteX17193" fmla="*/ 1624660 w 2119654"/>
              <a:gd name="connsiteY17193" fmla="*/ 1903921 h 2398711"/>
              <a:gd name="connsiteX17194" fmla="*/ 1626645 w 2119654"/>
              <a:gd name="connsiteY17194" fmla="*/ 1901844 h 2398711"/>
              <a:gd name="connsiteX17195" fmla="*/ 1626643 w 2119654"/>
              <a:gd name="connsiteY17195" fmla="*/ 1901835 h 2398711"/>
              <a:gd name="connsiteX17196" fmla="*/ 1618033 w 2119654"/>
              <a:gd name="connsiteY17196" fmla="*/ 1917422 h 2398711"/>
              <a:gd name="connsiteX17197" fmla="*/ 1618022 w 2119654"/>
              <a:gd name="connsiteY17197" fmla="*/ 1917861 h 2398711"/>
              <a:gd name="connsiteX17198" fmla="*/ 1618465 w 2119654"/>
              <a:gd name="connsiteY17198" fmla="*/ 1917544 h 2398711"/>
              <a:gd name="connsiteX17199" fmla="*/ 1618581 w 2119654"/>
              <a:gd name="connsiteY17199" fmla="*/ 1917449 h 2398711"/>
              <a:gd name="connsiteX17200" fmla="*/ 1659802 w 2119654"/>
              <a:gd name="connsiteY17200" fmla="*/ 1823710 h 2398711"/>
              <a:gd name="connsiteX17201" fmla="*/ 1660456 w 2119654"/>
              <a:gd name="connsiteY17201" fmla="*/ 1823805 h 2398711"/>
              <a:gd name="connsiteX17202" fmla="*/ 1660444 w 2119654"/>
              <a:gd name="connsiteY17202" fmla="*/ 1823469 h 2398711"/>
              <a:gd name="connsiteX17203" fmla="*/ 1860567 w 2119654"/>
              <a:gd name="connsiteY17203" fmla="*/ 1373938 h 2398711"/>
              <a:gd name="connsiteX17204" fmla="*/ 1863958 w 2119654"/>
              <a:gd name="connsiteY17204" fmla="*/ 1372409 h 2398711"/>
              <a:gd name="connsiteX17205" fmla="*/ 1867996 w 2119654"/>
              <a:gd name="connsiteY17205" fmla="*/ 1366288 h 2398711"/>
              <a:gd name="connsiteX17206" fmla="*/ 1867311 w 2119654"/>
              <a:gd name="connsiteY17206" fmla="*/ 1364807 h 2398711"/>
              <a:gd name="connsiteX17207" fmla="*/ 1845508 w 2119654"/>
              <a:gd name="connsiteY17207" fmla="*/ 1407644 h 2398711"/>
              <a:gd name="connsiteX17208" fmla="*/ 1844975 w 2119654"/>
              <a:gd name="connsiteY17208" fmla="*/ 1409068 h 2398711"/>
              <a:gd name="connsiteX17209" fmla="*/ 1849309 w 2119654"/>
              <a:gd name="connsiteY17209" fmla="*/ 1407443 h 2398711"/>
              <a:gd name="connsiteX17210" fmla="*/ 1849189 w 2119654"/>
              <a:gd name="connsiteY17210" fmla="*/ 1407687 h 2398711"/>
              <a:gd name="connsiteX17211" fmla="*/ 1844888 w 2119654"/>
              <a:gd name="connsiteY17211" fmla="*/ 1409301 h 2398711"/>
              <a:gd name="connsiteX17212" fmla="*/ 1838863 w 2119654"/>
              <a:gd name="connsiteY17212" fmla="*/ 1425411 h 2398711"/>
              <a:gd name="connsiteX17213" fmla="*/ 1855400 w 2119654"/>
              <a:gd name="connsiteY17213" fmla="*/ 1414755 h 2398711"/>
              <a:gd name="connsiteX17214" fmla="*/ 1856201 w 2119654"/>
              <a:gd name="connsiteY17214" fmla="*/ 1413588 h 2398711"/>
              <a:gd name="connsiteX17215" fmla="*/ 1848795 w 2119654"/>
              <a:gd name="connsiteY17215" fmla="*/ 1405675 h 2398711"/>
              <a:gd name="connsiteX17216" fmla="*/ 1847228 w 2119654"/>
              <a:gd name="connsiteY17216" fmla="*/ 1406173 h 2398711"/>
              <a:gd name="connsiteX17217" fmla="*/ 1853672 w 2119654"/>
              <a:gd name="connsiteY17217" fmla="*/ 1389291 h 2398711"/>
              <a:gd name="connsiteX17218" fmla="*/ 1853870 w 2119654"/>
              <a:gd name="connsiteY17218" fmla="*/ 1389700 h 2398711"/>
              <a:gd name="connsiteX17219" fmla="*/ 1859500 w 2119654"/>
              <a:gd name="connsiteY17219" fmla="*/ 1385361 h 2398711"/>
              <a:gd name="connsiteX17220" fmla="*/ 1858349 w 2119654"/>
              <a:gd name="connsiteY17220" fmla="*/ 1384190 h 2398711"/>
              <a:gd name="connsiteX17221" fmla="*/ 1733680 w 2119654"/>
              <a:gd name="connsiteY17221" fmla="*/ 1657931 h 2398711"/>
              <a:gd name="connsiteX17222" fmla="*/ 1734504 w 2119654"/>
              <a:gd name="connsiteY17222" fmla="*/ 1658686 h 2398711"/>
              <a:gd name="connsiteX17223" fmla="*/ 1736900 w 2119654"/>
              <a:gd name="connsiteY17223" fmla="*/ 1657324 h 2398711"/>
              <a:gd name="connsiteX17224" fmla="*/ 1736856 w 2119654"/>
              <a:gd name="connsiteY17224" fmla="*/ 1657225 h 2398711"/>
              <a:gd name="connsiteX17225" fmla="*/ 1876637 w 2119654"/>
              <a:gd name="connsiteY17225" fmla="*/ 1337771 h 2398711"/>
              <a:gd name="connsiteX17226" fmla="*/ 1879186 w 2119654"/>
              <a:gd name="connsiteY17226" fmla="*/ 1334863 h 2398711"/>
              <a:gd name="connsiteX17227" fmla="*/ 1882167 w 2119654"/>
              <a:gd name="connsiteY17227" fmla="*/ 1330166 h 2398711"/>
              <a:gd name="connsiteX17228" fmla="*/ 1880470 w 2119654"/>
              <a:gd name="connsiteY17228" fmla="*/ 1331240 h 2398711"/>
              <a:gd name="connsiteX17229" fmla="*/ 1878435 w 2119654"/>
              <a:gd name="connsiteY17229" fmla="*/ 1334269 h 2398711"/>
              <a:gd name="connsiteX17230" fmla="*/ 1845901 w 2119654"/>
              <a:gd name="connsiteY17230" fmla="*/ 1406593 h 2398711"/>
              <a:gd name="connsiteX17231" fmla="*/ 1845623 w 2119654"/>
              <a:gd name="connsiteY17231" fmla="*/ 1407335 h 2398711"/>
              <a:gd name="connsiteX17232" fmla="*/ 1846796 w 2119654"/>
              <a:gd name="connsiteY17232" fmla="*/ 1406309 h 2398711"/>
              <a:gd name="connsiteX17233" fmla="*/ 1607280 w 2119654"/>
              <a:gd name="connsiteY17233" fmla="*/ 1940775 h 2398711"/>
              <a:gd name="connsiteX17234" fmla="*/ 1607731 w 2119654"/>
              <a:gd name="connsiteY17234" fmla="*/ 1942447 h 2398711"/>
              <a:gd name="connsiteX17235" fmla="*/ 1608133 w 2119654"/>
              <a:gd name="connsiteY17235" fmla="*/ 1941167 h 2398711"/>
              <a:gd name="connsiteX17236" fmla="*/ 1608178 w 2119654"/>
              <a:gd name="connsiteY17236" fmla="*/ 1940427 h 2398711"/>
              <a:gd name="connsiteX17237" fmla="*/ 1920280 w 2119654"/>
              <a:gd name="connsiteY17237" fmla="*/ 1239641 h 2398711"/>
              <a:gd name="connsiteX17238" fmla="*/ 1922813 w 2119654"/>
              <a:gd name="connsiteY17238" fmla="*/ 1241347 h 2398711"/>
              <a:gd name="connsiteX17239" fmla="*/ 1928988 w 2119654"/>
              <a:gd name="connsiteY17239" fmla="*/ 1228030 h 2398711"/>
              <a:gd name="connsiteX17240" fmla="*/ 1532047 w 2119654"/>
              <a:gd name="connsiteY17240" fmla="*/ 2108947 h 2398711"/>
              <a:gd name="connsiteX17241" fmla="*/ 1532381 w 2119654"/>
              <a:gd name="connsiteY17241" fmla="*/ 2109061 h 2398711"/>
              <a:gd name="connsiteX17242" fmla="*/ 1532596 w 2119654"/>
              <a:gd name="connsiteY17242" fmla="*/ 2108321 h 2398711"/>
              <a:gd name="connsiteX17243" fmla="*/ 1532492 w 2119654"/>
              <a:gd name="connsiteY17243" fmla="*/ 2108313 h 2398711"/>
              <a:gd name="connsiteX17244" fmla="*/ 1853546 w 2119654"/>
              <a:gd name="connsiteY17244" fmla="*/ 1389030 h 2398711"/>
              <a:gd name="connsiteX17245" fmla="*/ 1853618 w 2119654"/>
              <a:gd name="connsiteY17245" fmla="*/ 1389179 h 2398711"/>
              <a:gd name="connsiteX17246" fmla="*/ 1858269 w 2119654"/>
              <a:gd name="connsiteY17246" fmla="*/ 1384107 h 2398711"/>
              <a:gd name="connsiteX17247" fmla="*/ 1858140 w 2119654"/>
              <a:gd name="connsiteY17247" fmla="*/ 1383976 h 2398711"/>
              <a:gd name="connsiteX17248" fmla="*/ 1855076 w 2119654"/>
              <a:gd name="connsiteY17248" fmla="*/ 1386710 h 2398711"/>
              <a:gd name="connsiteX17249" fmla="*/ 1770414 w 2119654"/>
              <a:gd name="connsiteY17249" fmla="*/ 1575171 h 2398711"/>
              <a:gd name="connsiteX17250" fmla="*/ 1770443 w 2119654"/>
              <a:gd name="connsiteY17250" fmla="*/ 1575461 h 2398711"/>
              <a:gd name="connsiteX17251" fmla="*/ 1770487 w 2119654"/>
              <a:gd name="connsiteY17251" fmla="*/ 1575444 h 2398711"/>
              <a:gd name="connsiteX17252" fmla="*/ 1770506 w 2119654"/>
              <a:gd name="connsiteY17252" fmla="*/ 1575018 h 2398711"/>
              <a:gd name="connsiteX17253" fmla="*/ 1618059 w 2119654"/>
              <a:gd name="connsiteY17253" fmla="*/ 1916314 h 2398711"/>
              <a:gd name="connsiteX17254" fmla="*/ 1618059 w 2119654"/>
              <a:gd name="connsiteY17254" fmla="*/ 1916332 h 2398711"/>
              <a:gd name="connsiteX17255" fmla="*/ 1618953 w 2119654"/>
              <a:gd name="connsiteY17255" fmla="*/ 1916414 h 2398711"/>
              <a:gd name="connsiteX17256" fmla="*/ 1618933 w 2119654"/>
              <a:gd name="connsiteY17256" fmla="*/ 1916165 h 2398711"/>
              <a:gd name="connsiteX17257" fmla="*/ 1846973 w 2119654"/>
              <a:gd name="connsiteY17257" fmla="*/ 1403727 h 2398711"/>
              <a:gd name="connsiteX17258" fmla="*/ 1846143 w 2119654"/>
              <a:gd name="connsiteY17258" fmla="*/ 1405945 h 2398711"/>
              <a:gd name="connsiteX17259" fmla="*/ 1847701 w 2119654"/>
              <a:gd name="connsiteY17259" fmla="*/ 1405518 h 2398711"/>
              <a:gd name="connsiteX17260" fmla="*/ 1848222 w 2119654"/>
              <a:gd name="connsiteY17260" fmla="*/ 1405062 h 2398711"/>
              <a:gd name="connsiteX17261" fmla="*/ 1740188 w 2119654"/>
              <a:gd name="connsiteY17261" fmla="*/ 1642811 h 2398711"/>
              <a:gd name="connsiteX17262" fmla="*/ 1740239 w 2119654"/>
              <a:gd name="connsiteY17262" fmla="*/ 1643138 h 2398711"/>
              <a:gd name="connsiteX17263" fmla="*/ 1740878 w 2119654"/>
              <a:gd name="connsiteY17263" fmla="*/ 1642268 h 2398711"/>
              <a:gd name="connsiteX17264" fmla="*/ 1740722 w 2119654"/>
              <a:gd name="connsiteY17264" fmla="*/ 1641895 h 2398711"/>
              <a:gd name="connsiteX17265" fmla="*/ 1584277 w 2119654"/>
              <a:gd name="connsiteY17265" fmla="*/ 1991913 h 2398711"/>
              <a:gd name="connsiteX17266" fmla="*/ 1583657 w 2119654"/>
              <a:gd name="connsiteY17266" fmla="*/ 1995207 h 2398711"/>
              <a:gd name="connsiteX17267" fmla="*/ 1584840 w 2119654"/>
              <a:gd name="connsiteY17267" fmla="*/ 1995480 h 2398711"/>
              <a:gd name="connsiteX17268" fmla="*/ 1585089 w 2119654"/>
              <a:gd name="connsiteY17268" fmla="*/ 1995396 h 2398711"/>
              <a:gd name="connsiteX17269" fmla="*/ 1584786 w 2119654"/>
              <a:gd name="connsiteY17269" fmla="*/ 1991366 h 2398711"/>
              <a:gd name="connsiteX17270" fmla="*/ 1847239 w 2119654"/>
              <a:gd name="connsiteY17270" fmla="*/ 1403014 h 2398711"/>
              <a:gd name="connsiteX17271" fmla="*/ 1847184 w 2119654"/>
              <a:gd name="connsiteY17271" fmla="*/ 1403162 h 2398711"/>
              <a:gd name="connsiteX17272" fmla="*/ 1848336 w 2119654"/>
              <a:gd name="connsiteY17272" fmla="*/ 1404398 h 2398711"/>
              <a:gd name="connsiteX17273" fmla="*/ 1848621 w 2119654"/>
              <a:gd name="connsiteY17273" fmla="*/ 1404713 h 2398711"/>
              <a:gd name="connsiteX17274" fmla="*/ 1850064 w 2119654"/>
              <a:gd name="connsiteY17274" fmla="*/ 1403451 h 2398711"/>
              <a:gd name="connsiteX17275" fmla="*/ 1848847 w 2119654"/>
              <a:gd name="connsiteY17275" fmla="*/ 1402102 h 2398711"/>
              <a:gd name="connsiteX17276" fmla="*/ 1556863 w 2119654"/>
              <a:gd name="connsiteY17276" fmla="*/ 2053204 h 2398711"/>
              <a:gd name="connsiteX17277" fmla="*/ 1558128 w 2119654"/>
              <a:gd name="connsiteY17277" fmla="*/ 2053560 h 2398711"/>
              <a:gd name="connsiteX17278" fmla="*/ 1558130 w 2119654"/>
              <a:gd name="connsiteY17278" fmla="*/ 2053022 h 2398711"/>
              <a:gd name="connsiteX17279" fmla="*/ 1874123 w 2119654"/>
              <a:gd name="connsiteY17279" fmla="*/ 1342669 h 2398711"/>
              <a:gd name="connsiteX17280" fmla="*/ 1875440 w 2119654"/>
              <a:gd name="connsiteY17280" fmla="*/ 1340767 h 2398711"/>
              <a:gd name="connsiteX17281" fmla="*/ 1876774 w 2119654"/>
              <a:gd name="connsiteY17281" fmla="*/ 1338664 h 2398711"/>
              <a:gd name="connsiteX17282" fmla="*/ 1875144 w 2119654"/>
              <a:gd name="connsiteY17282" fmla="*/ 1340681 h 2398711"/>
              <a:gd name="connsiteX17283" fmla="*/ 1765456 w 2119654"/>
              <a:gd name="connsiteY17283" fmla="*/ 1585908 h 2398711"/>
              <a:gd name="connsiteX17284" fmla="*/ 1765579 w 2119654"/>
              <a:gd name="connsiteY17284" fmla="*/ 1585971 h 2398711"/>
              <a:gd name="connsiteX17285" fmla="*/ 1765666 w 2119654"/>
              <a:gd name="connsiteY17285" fmla="*/ 1585786 h 2398711"/>
              <a:gd name="connsiteX17286" fmla="*/ 1853009 w 2119654"/>
              <a:gd name="connsiteY17286" fmla="*/ 1389844 h 2398711"/>
              <a:gd name="connsiteX17287" fmla="*/ 1853431 w 2119654"/>
              <a:gd name="connsiteY17287" fmla="*/ 1389384 h 2398711"/>
              <a:gd name="connsiteX17288" fmla="*/ 1853380 w 2119654"/>
              <a:gd name="connsiteY17288" fmla="*/ 1389281 h 2398711"/>
              <a:gd name="connsiteX17289" fmla="*/ 1847951 w 2119654"/>
              <a:gd name="connsiteY17289" fmla="*/ 1401112 h 2398711"/>
              <a:gd name="connsiteX17290" fmla="*/ 1847475 w 2119654"/>
              <a:gd name="connsiteY17290" fmla="*/ 1402386 h 2398711"/>
              <a:gd name="connsiteX17291" fmla="*/ 1848563 w 2119654"/>
              <a:gd name="connsiteY17291" fmla="*/ 1401788 h 2398711"/>
              <a:gd name="connsiteX17292" fmla="*/ 1848352 w 2119654"/>
              <a:gd name="connsiteY17292" fmla="*/ 1400039 h 2398711"/>
              <a:gd name="connsiteX17293" fmla="*/ 1848032 w 2119654"/>
              <a:gd name="connsiteY17293" fmla="*/ 1400898 h 2398711"/>
              <a:gd name="connsiteX17294" fmla="*/ 1848745 w 2119654"/>
              <a:gd name="connsiteY17294" fmla="*/ 1401689 h 2398711"/>
              <a:gd name="connsiteX17295" fmla="*/ 1857161 w 2119654"/>
              <a:gd name="connsiteY17295" fmla="*/ 1397065 h 2398711"/>
              <a:gd name="connsiteX17296" fmla="*/ 1856437 w 2119654"/>
              <a:gd name="connsiteY17296" fmla="*/ 1395567 h 2398711"/>
              <a:gd name="connsiteX17297" fmla="*/ 1739081 w 2119654"/>
              <a:gd name="connsiteY17297" fmla="*/ 1644712 h 2398711"/>
              <a:gd name="connsiteX17298" fmla="*/ 1739355 w 2119654"/>
              <a:gd name="connsiteY17298" fmla="*/ 1644339 h 2398711"/>
              <a:gd name="connsiteX17299" fmla="*/ 1739339 w 2119654"/>
              <a:gd name="connsiteY17299" fmla="*/ 1644269 h 2398711"/>
              <a:gd name="connsiteX17300" fmla="*/ 1719534 w 2119654"/>
              <a:gd name="connsiteY17300" fmla="*/ 1688475 h 2398711"/>
              <a:gd name="connsiteX17301" fmla="*/ 1719949 w 2119654"/>
              <a:gd name="connsiteY17301" fmla="*/ 1693709 h 2398711"/>
              <a:gd name="connsiteX17302" fmla="*/ 1720334 w 2119654"/>
              <a:gd name="connsiteY17302" fmla="*/ 1693333 h 2398711"/>
              <a:gd name="connsiteX17303" fmla="*/ 1601111 w 2119654"/>
              <a:gd name="connsiteY17303" fmla="*/ 1953563 h 2398711"/>
              <a:gd name="connsiteX17304" fmla="*/ 1600915 w 2119654"/>
              <a:gd name="connsiteY17304" fmla="*/ 1954303 h 2398711"/>
              <a:gd name="connsiteX17305" fmla="*/ 1601122 w 2119654"/>
              <a:gd name="connsiteY17305" fmla="*/ 1954988 h 2398711"/>
              <a:gd name="connsiteX17306" fmla="*/ 1602943 w 2119654"/>
              <a:gd name="connsiteY17306" fmla="*/ 1954316 h 2398711"/>
              <a:gd name="connsiteX17307" fmla="*/ 1603838 w 2119654"/>
              <a:gd name="connsiteY17307" fmla="*/ 1953012 h 2398711"/>
              <a:gd name="connsiteX17308" fmla="*/ 1602827 w 2119654"/>
              <a:gd name="connsiteY17308" fmla="*/ 1953100 h 2398711"/>
              <a:gd name="connsiteX17309" fmla="*/ 1549620 w 2119654"/>
              <a:gd name="connsiteY17309" fmla="*/ 2068764 h 2398711"/>
              <a:gd name="connsiteX17310" fmla="*/ 1548701 w 2119654"/>
              <a:gd name="connsiteY17310" fmla="*/ 2073264 h 2398711"/>
              <a:gd name="connsiteX17311" fmla="*/ 1553740 w 2119654"/>
              <a:gd name="connsiteY17311" fmla="*/ 2075210 h 2398711"/>
              <a:gd name="connsiteX17312" fmla="*/ 1554712 w 2119654"/>
              <a:gd name="connsiteY17312" fmla="*/ 2074713 h 2398711"/>
              <a:gd name="connsiteX17313" fmla="*/ 1562162 w 2119654"/>
              <a:gd name="connsiteY17313" fmla="*/ 2063763 h 2398711"/>
              <a:gd name="connsiteX17314" fmla="*/ 1558028 w 2119654"/>
              <a:gd name="connsiteY17314" fmla="*/ 2064176 h 2398711"/>
              <a:gd name="connsiteX17315" fmla="*/ 1557826 w 2119654"/>
              <a:gd name="connsiteY17315" fmla="*/ 2069632 h 2398711"/>
              <a:gd name="connsiteX17316" fmla="*/ 1557733 w 2119654"/>
              <a:gd name="connsiteY17316" fmla="*/ 2069743 h 2398711"/>
              <a:gd name="connsiteX17317" fmla="*/ 1557939 w 2119654"/>
              <a:gd name="connsiteY17317" fmla="*/ 2064185 h 2398711"/>
              <a:gd name="connsiteX17318" fmla="*/ 1557314 w 2119654"/>
              <a:gd name="connsiteY17318" fmla="*/ 2064247 h 2398711"/>
              <a:gd name="connsiteX17319" fmla="*/ 1555634 w 2119654"/>
              <a:gd name="connsiteY17319" fmla="*/ 2065233 h 2398711"/>
              <a:gd name="connsiteX17320" fmla="*/ 1554683 w 2119654"/>
              <a:gd name="connsiteY17320" fmla="*/ 2067135 h 2398711"/>
              <a:gd name="connsiteX17321" fmla="*/ 1554242 w 2119654"/>
              <a:gd name="connsiteY17321" fmla="*/ 2067342 h 2398711"/>
              <a:gd name="connsiteX17322" fmla="*/ 1555156 w 2119654"/>
              <a:gd name="connsiteY17322" fmla="*/ 2065514 h 2398711"/>
              <a:gd name="connsiteX17323" fmla="*/ 1601196 w 2119654"/>
              <a:gd name="connsiteY17323" fmla="*/ 1953242 h 2398711"/>
              <a:gd name="connsiteX17324" fmla="*/ 1601174 w 2119654"/>
              <a:gd name="connsiteY17324" fmla="*/ 1953324 h 2398711"/>
              <a:gd name="connsiteX17325" fmla="*/ 1601612 w 2119654"/>
              <a:gd name="connsiteY17325" fmla="*/ 1953206 h 2398711"/>
              <a:gd name="connsiteX17326" fmla="*/ 1852311 w 2119654"/>
              <a:gd name="connsiteY17326" fmla="*/ 1390901 h 2398711"/>
              <a:gd name="connsiteX17327" fmla="*/ 1853667 w 2119654"/>
              <a:gd name="connsiteY17327" fmla="*/ 1389856 h 2398711"/>
              <a:gd name="connsiteX17328" fmla="*/ 1853486 w 2119654"/>
              <a:gd name="connsiteY17328" fmla="*/ 1389494 h 2398711"/>
              <a:gd name="connsiteX17329" fmla="*/ 1852610 w 2119654"/>
              <a:gd name="connsiteY17329" fmla="*/ 1390450 h 2398711"/>
              <a:gd name="connsiteX17330" fmla="*/ 1866121 w 2119654"/>
              <a:gd name="connsiteY17330" fmla="*/ 1359970 h 2398711"/>
              <a:gd name="connsiteX17331" fmla="*/ 1870918 w 2119654"/>
              <a:gd name="connsiteY17331" fmla="*/ 1356909 h 2398711"/>
              <a:gd name="connsiteX17332" fmla="*/ 1868132 w 2119654"/>
              <a:gd name="connsiteY17332" fmla="*/ 1358288 h 2398711"/>
              <a:gd name="connsiteX17333" fmla="*/ 1867606 w 2119654"/>
              <a:gd name="connsiteY17333" fmla="*/ 1358631 h 2398711"/>
              <a:gd name="connsiteX17334" fmla="*/ 1642761 w 2119654"/>
              <a:gd name="connsiteY17334" fmla="*/ 1860063 h 2398711"/>
              <a:gd name="connsiteX17335" fmla="*/ 1644394 w 2119654"/>
              <a:gd name="connsiteY17335" fmla="*/ 1859404 h 2398711"/>
              <a:gd name="connsiteX17336" fmla="*/ 1644424 w 2119654"/>
              <a:gd name="connsiteY17336" fmla="*/ 1859196 h 2398711"/>
              <a:gd name="connsiteX17337" fmla="*/ 1530821 w 2119654"/>
              <a:gd name="connsiteY17337" fmla="*/ 2110699 h 2398711"/>
              <a:gd name="connsiteX17338" fmla="*/ 1531843 w 2119654"/>
              <a:gd name="connsiteY17338" fmla="*/ 2110913 h 2398711"/>
              <a:gd name="connsiteX17339" fmla="*/ 1532187 w 2119654"/>
              <a:gd name="connsiteY17339" fmla="*/ 2109730 h 2398711"/>
              <a:gd name="connsiteX17340" fmla="*/ 1531618 w 2119654"/>
              <a:gd name="connsiteY17340" fmla="*/ 2109560 h 2398711"/>
              <a:gd name="connsiteX17341" fmla="*/ 1617146 w 2119654"/>
              <a:gd name="connsiteY17341" fmla="*/ 1917378 h 2398711"/>
              <a:gd name="connsiteX17342" fmla="*/ 1617067 w 2119654"/>
              <a:gd name="connsiteY17342" fmla="*/ 1918095 h 2398711"/>
              <a:gd name="connsiteX17343" fmla="*/ 1617237 w 2119654"/>
              <a:gd name="connsiteY17343" fmla="*/ 1918068 h 2398711"/>
              <a:gd name="connsiteX17344" fmla="*/ 1617232 w 2119654"/>
              <a:gd name="connsiteY17344" fmla="*/ 1917383 h 2398711"/>
              <a:gd name="connsiteX17345" fmla="*/ 1542709 w 2119654"/>
              <a:gd name="connsiteY17345" fmla="*/ 2084023 h 2398711"/>
              <a:gd name="connsiteX17346" fmla="*/ 1545891 w 2119654"/>
              <a:gd name="connsiteY17346" fmla="*/ 2084524 h 2398711"/>
              <a:gd name="connsiteX17347" fmla="*/ 1546375 w 2119654"/>
              <a:gd name="connsiteY17347" fmla="*/ 2082148 h 2398711"/>
              <a:gd name="connsiteX17348" fmla="*/ 1546366 w 2119654"/>
              <a:gd name="connsiteY17348" fmla="*/ 2082150 h 2398711"/>
              <a:gd name="connsiteX17349" fmla="*/ 1530602 w 2119654"/>
              <a:gd name="connsiteY17349" fmla="*/ 2111011 h 2398711"/>
              <a:gd name="connsiteX17350" fmla="*/ 1531752 w 2119654"/>
              <a:gd name="connsiteY17350" fmla="*/ 2111226 h 2398711"/>
              <a:gd name="connsiteX17351" fmla="*/ 1531801 w 2119654"/>
              <a:gd name="connsiteY17351" fmla="*/ 2111057 h 2398711"/>
              <a:gd name="connsiteX17352" fmla="*/ 1530727 w 2119654"/>
              <a:gd name="connsiteY17352" fmla="*/ 2110832 h 2398711"/>
              <a:gd name="connsiteX17353" fmla="*/ 1850054 w 2119654"/>
              <a:gd name="connsiteY17353" fmla="*/ 1395489 h 2398711"/>
              <a:gd name="connsiteX17354" fmla="*/ 1848552 w 2119654"/>
              <a:gd name="connsiteY17354" fmla="*/ 1399505 h 2398711"/>
              <a:gd name="connsiteX17355" fmla="*/ 1856276 w 2119654"/>
              <a:gd name="connsiteY17355" fmla="*/ 1395233 h 2398711"/>
              <a:gd name="connsiteX17356" fmla="*/ 1855039 w 2119654"/>
              <a:gd name="connsiteY17356" fmla="*/ 1392672 h 2398711"/>
              <a:gd name="connsiteX17357" fmla="*/ 1601534 w 2119654"/>
              <a:gd name="connsiteY17357" fmla="*/ 1951967 h 2398711"/>
              <a:gd name="connsiteX17358" fmla="*/ 1601457 w 2119654"/>
              <a:gd name="connsiteY17358" fmla="*/ 1952258 h 2398711"/>
              <a:gd name="connsiteX17359" fmla="*/ 1604540 w 2119654"/>
              <a:gd name="connsiteY17359" fmla="*/ 1951987 h 2398711"/>
              <a:gd name="connsiteX17360" fmla="*/ 1604607 w 2119654"/>
              <a:gd name="connsiteY17360" fmla="*/ 1951889 h 2398711"/>
              <a:gd name="connsiteX17361" fmla="*/ 1604856 w 2119654"/>
              <a:gd name="connsiteY17361" fmla="*/ 1951195 h 2398711"/>
              <a:gd name="connsiteX17362" fmla="*/ 1604834 w 2119654"/>
              <a:gd name="connsiteY17362" fmla="*/ 1951115 h 2398711"/>
              <a:gd name="connsiteX17363" fmla="*/ 1603957 w 2119654"/>
              <a:gd name="connsiteY17363" fmla="*/ 1950919 h 2398711"/>
              <a:gd name="connsiteX17364" fmla="*/ 1853224 w 2119654"/>
              <a:gd name="connsiteY17364" fmla="*/ 1388363 h 2398711"/>
              <a:gd name="connsiteX17365" fmla="*/ 1853313 w 2119654"/>
              <a:gd name="connsiteY17365" fmla="*/ 1388547 h 2398711"/>
              <a:gd name="connsiteX17366" fmla="*/ 1853737 w 2119654"/>
              <a:gd name="connsiteY17366" fmla="*/ 1387905 h 2398711"/>
              <a:gd name="connsiteX17367" fmla="*/ 1616275 w 2119654"/>
              <a:gd name="connsiteY17367" fmla="*/ 1918920 h 2398711"/>
              <a:gd name="connsiteX17368" fmla="*/ 1616199 w 2119654"/>
              <a:gd name="connsiteY17368" fmla="*/ 1919164 h 2398711"/>
              <a:gd name="connsiteX17369" fmla="*/ 1616313 w 2119654"/>
              <a:gd name="connsiteY17369" fmla="*/ 1919082 h 2398711"/>
              <a:gd name="connsiteX17370" fmla="*/ 1735131 w 2119654"/>
              <a:gd name="connsiteY17370" fmla="*/ 1652723 h 2398711"/>
              <a:gd name="connsiteX17371" fmla="*/ 1736281 w 2119654"/>
              <a:gd name="connsiteY17371" fmla="*/ 1655345 h 2398711"/>
              <a:gd name="connsiteX17372" fmla="*/ 1741128 w 2119654"/>
              <a:gd name="connsiteY17372" fmla="*/ 1654201 h 2398711"/>
              <a:gd name="connsiteX17373" fmla="*/ 1740485 w 2119654"/>
              <a:gd name="connsiteY17373" fmla="*/ 1650064 h 2398711"/>
              <a:gd name="connsiteX17374" fmla="*/ 1738520 w 2119654"/>
              <a:gd name="connsiteY17374" fmla="*/ 1650131 h 2398711"/>
              <a:gd name="connsiteX17375" fmla="*/ 1736302 w 2119654"/>
              <a:gd name="connsiteY17375" fmla="*/ 1651130 h 2398711"/>
              <a:gd name="connsiteX17376" fmla="*/ 1516081 w 2119654"/>
              <a:gd name="connsiteY17376" fmla="*/ 2143206 h 2398711"/>
              <a:gd name="connsiteX17377" fmla="*/ 1517036 w 2119654"/>
              <a:gd name="connsiteY17377" fmla="*/ 2149021 h 2398711"/>
              <a:gd name="connsiteX17378" fmla="*/ 1518970 w 2119654"/>
              <a:gd name="connsiteY17378" fmla="*/ 2149456 h 2398711"/>
              <a:gd name="connsiteX17379" fmla="*/ 1520557 w 2119654"/>
              <a:gd name="connsiteY17379" fmla="*/ 2149790 h 2398711"/>
              <a:gd name="connsiteX17380" fmla="*/ 1522193 w 2119654"/>
              <a:gd name="connsiteY17380" fmla="*/ 2144155 h 2398711"/>
              <a:gd name="connsiteX17381" fmla="*/ 1727966 w 2119654"/>
              <a:gd name="connsiteY17381" fmla="*/ 1668704 h 2398711"/>
              <a:gd name="connsiteX17382" fmla="*/ 1728464 w 2119654"/>
              <a:gd name="connsiteY17382" fmla="*/ 1670609 h 2398711"/>
              <a:gd name="connsiteX17383" fmla="*/ 1729983 w 2119654"/>
              <a:gd name="connsiteY17383" fmla="*/ 1668645 h 2398711"/>
              <a:gd name="connsiteX17384" fmla="*/ 1729900 w 2119654"/>
              <a:gd name="connsiteY17384" fmla="*/ 1668252 h 2398711"/>
              <a:gd name="connsiteX17385" fmla="*/ 1761805 w 2119654"/>
              <a:gd name="connsiteY17385" fmla="*/ 1592659 h 2398711"/>
              <a:gd name="connsiteX17386" fmla="*/ 1762012 w 2119654"/>
              <a:gd name="connsiteY17386" fmla="*/ 1592587 h 2398711"/>
              <a:gd name="connsiteX17387" fmla="*/ 1762236 w 2119654"/>
              <a:gd name="connsiteY17387" fmla="*/ 1592203 h 2398711"/>
              <a:gd name="connsiteX17388" fmla="*/ 1851060 w 2119654"/>
              <a:gd name="connsiteY17388" fmla="*/ 1392799 h 2398711"/>
              <a:gd name="connsiteX17389" fmla="*/ 1850351 w 2119654"/>
              <a:gd name="connsiteY17389" fmla="*/ 1394694 h 2398711"/>
              <a:gd name="connsiteX17390" fmla="*/ 1854832 w 2119654"/>
              <a:gd name="connsiteY17390" fmla="*/ 1392244 h 2398711"/>
              <a:gd name="connsiteX17391" fmla="*/ 1854026 w 2119654"/>
              <a:gd name="connsiteY17391" fmla="*/ 1390575 h 2398711"/>
              <a:gd name="connsiteX17392" fmla="*/ 1853972 w 2119654"/>
              <a:gd name="connsiteY17392" fmla="*/ 1390467 h 2398711"/>
              <a:gd name="connsiteX17393" fmla="*/ 1851176 w 2119654"/>
              <a:gd name="connsiteY17393" fmla="*/ 1392622 h 2398711"/>
              <a:gd name="connsiteX17394" fmla="*/ 1602188 w 2119654"/>
              <a:gd name="connsiteY17394" fmla="*/ 1950070 h 2398711"/>
              <a:gd name="connsiteX17395" fmla="*/ 1602711 w 2119654"/>
              <a:gd name="connsiteY17395" fmla="*/ 1950187 h 2398711"/>
              <a:gd name="connsiteX17396" fmla="*/ 1604388 w 2119654"/>
              <a:gd name="connsiteY17396" fmla="*/ 1949462 h 2398711"/>
              <a:gd name="connsiteX17397" fmla="*/ 1604312 w 2119654"/>
              <a:gd name="connsiteY17397" fmla="*/ 1949177 h 2398711"/>
              <a:gd name="connsiteX17398" fmla="*/ 1642094 w 2119654"/>
              <a:gd name="connsiteY17398" fmla="*/ 1860652 h 2398711"/>
              <a:gd name="connsiteX17399" fmla="*/ 1641787 w 2119654"/>
              <a:gd name="connsiteY17399" fmla="*/ 1862142 h 2398711"/>
              <a:gd name="connsiteX17400" fmla="*/ 1643993 w 2119654"/>
              <a:gd name="connsiteY17400" fmla="*/ 1862216 h 2398711"/>
              <a:gd name="connsiteX17401" fmla="*/ 1644346 w 2119654"/>
              <a:gd name="connsiteY17401" fmla="*/ 1859744 h 2398711"/>
              <a:gd name="connsiteX17402" fmla="*/ 1601931 w 2119654"/>
              <a:gd name="connsiteY17402" fmla="*/ 1950467 h 2398711"/>
              <a:gd name="connsiteX17403" fmla="*/ 1601914 w 2119654"/>
              <a:gd name="connsiteY17403" fmla="*/ 1950532 h 2398711"/>
              <a:gd name="connsiteX17404" fmla="*/ 1602018 w 2119654"/>
              <a:gd name="connsiteY17404" fmla="*/ 1950487 h 2398711"/>
              <a:gd name="connsiteX17405" fmla="*/ 1883898 w 2119654"/>
              <a:gd name="connsiteY17405" fmla="*/ 1318981 h 2398711"/>
              <a:gd name="connsiteX17406" fmla="*/ 1884617 w 2119654"/>
              <a:gd name="connsiteY17406" fmla="*/ 1318383 h 2398711"/>
              <a:gd name="connsiteX17407" fmla="*/ 1885094 w 2119654"/>
              <a:gd name="connsiteY17407" fmla="*/ 1317453 h 2398711"/>
              <a:gd name="connsiteX17408" fmla="*/ 1865520 w 2119654"/>
              <a:gd name="connsiteY17408" fmla="*/ 1359992 h 2398711"/>
              <a:gd name="connsiteX17409" fmla="*/ 1865554 w 2119654"/>
              <a:gd name="connsiteY17409" fmla="*/ 1360064 h 2398711"/>
              <a:gd name="connsiteX17410" fmla="*/ 1865928 w 2119654"/>
              <a:gd name="connsiteY17410" fmla="*/ 1359725 h 2398711"/>
              <a:gd name="connsiteX17411" fmla="*/ 1852467 w 2119654"/>
              <a:gd name="connsiteY17411" fmla="*/ 1389038 h 2398711"/>
              <a:gd name="connsiteX17412" fmla="*/ 1851783 w 2119654"/>
              <a:gd name="connsiteY17412" fmla="*/ 1390867 h 2398711"/>
              <a:gd name="connsiteX17413" fmla="*/ 1853142 w 2119654"/>
              <a:gd name="connsiteY17413" fmla="*/ 1388806 h 2398711"/>
              <a:gd name="connsiteX17414" fmla="*/ 1853014 w 2119654"/>
              <a:gd name="connsiteY17414" fmla="*/ 1388550 h 2398711"/>
              <a:gd name="connsiteX17415" fmla="*/ 1852806 w 2119654"/>
              <a:gd name="connsiteY17415" fmla="*/ 1388132 h 2398711"/>
              <a:gd name="connsiteX17416" fmla="*/ 1852711 w 2119654"/>
              <a:gd name="connsiteY17416" fmla="*/ 1388385 h 2398711"/>
              <a:gd name="connsiteX17417" fmla="*/ 1852864 w 2119654"/>
              <a:gd name="connsiteY17417" fmla="*/ 1388248 h 2398711"/>
              <a:gd name="connsiteX17418" fmla="*/ 1563927 w 2119654"/>
              <a:gd name="connsiteY17418" fmla="*/ 2034970 h 2398711"/>
              <a:gd name="connsiteX17419" fmla="*/ 1564314 w 2119654"/>
              <a:gd name="connsiteY17419" fmla="*/ 2036951 h 2398711"/>
              <a:gd name="connsiteX17420" fmla="*/ 1566033 w 2119654"/>
              <a:gd name="connsiteY17420" fmla="*/ 2037106 h 2398711"/>
              <a:gd name="connsiteX17421" fmla="*/ 1569646 w 2119654"/>
              <a:gd name="connsiteY17421" fmla="*/ 2036523 h 2398711"/>
              <a:gd name="connsiteX17422" fmla="*/ 1571004 w 2119654"/>
              <a:gd name="connsiteY17422" fmla="*/ 2033715 h 2398711"/>
              <a:gd name="connsiteX17423" fmla="*/ 1570998 w 2119654"/>
              <a:gd name="connsiteY17423" fmla="*/ 2032854 h 2398711"/>
              <a:gd name="connsiteX17424" fmla="*/ 1565430 w 2119654"/>
              <a:gd name="connsiteY17424" fmla="*/ 2033721 h 2398711"/>
              <a:gd name="connsiteX17425" fmla="*/ 1866208 w 2119654"/>
              <a:gd name="connsiteY17425" fmla="*/ 1358093 h 2398711"/>
              <a:gd name="connsiteX17426" fmla="*/ 1869601 w 2119654"/>
              <a:gd name="connsiteY17426" fmla="*/ 1356414 h 2398711"/>
              <a:gd name="connsiteX17427" fmla="*/ 1881703 w 2119654"/>
              <a:gd name="connsiteY17427" fmla="*/ 1345506 h 2398711"/>
              <a:gd name="connsiteX17428" fmla="*/ 1882019 w 2119654"/>
              <a:gd name="connsiteY17428" fmla="*/ 1345027 h 2398711"/>
              <a:gd name="connsiteX17429" fmla="*/ 1888717 w 2119654"/>
              <a:gd name="connsiteY17429" fmla="*/ 1334107 h 2398711"/>
              <a:gd name="connsiteX17430" fmla="*/ 1888738 w 2119654"/>
              <a:gd name="connsiteY17430" fmla="*/ 1334292 h 2398711"/>
              <a:gd name="connsiteX17431" fmla="*/ 1882055 w 2119654"/>
              <a:gd name="connsiteY17431" fmla="*/ 1345189 h 2398711"/>
              <a:gd name="connsiteX17432" fmla="*/ 1891971 w 2119654"/>
              <a:gd name="connsiteY17432" fmla="*/ 1336252 h 2398711"/>
              <a:gd name="connsiteX17433" fmla="*/ 1886494 w 2119654"/>
              <a:gd name="connsiteY17433" fmla="*/ 1330953 h 2398711"/>
              <a:gd name="connsiteX17434" fmla="*/ 1878080 w 2119654"/>
              <a:gd name="connsiteY17434" fmla="*/ 1337135 h 2398711"/>
              <a:gd name="connsiteX17435" fmla="*/ 1872240 w 2119654"/>
              <a:gd name="connsiteY17435" fmla="*/ 1346338 h 2398711"/>
              <a:gd name="connsiteX17436" fmla="*/ 1528707 w 2119654"/>
              <a:gd name="connsiteY17436" fmla="*/ 2113718 h 2398711"/>
              <a:gd name="connsiteX17437" fmla="*/ 1531159 w 2119654"/>
              <a:gd name="connsiteY17437" fmla="*/ 2113270 h 2398711"/>
              <a:gd name="connsiteX17438" fmla="*/ 1531516 w 2119654"/>
              <a:gd name="connsiteY17438" fmla="*/ 2112040 h 2398711"/>
              <a:gd name="connsiteX17439" fmla="*/ 1530032 w 2119654"/>
              <a:gd name="connsiteY17439" fmla="*/ 2111825 h 2398711"/>
              <a:gd name="connsiteX17440" fmla="*/ 1853277 w 2119654"/>
              <a:gd name="connsiteY17440" fmla="*/ 1386873 h 2398711"/>
              <a:gd name="connsiteX17441" fmla="*/ 1852939 w 2119654"/>
              <a:gd name="connsiteY17441" fmla="*/ 1387775 h 2398711"/>
              <a:gd name="connsiteX17442" fmla="*/ 1853077 w 2119654"/>
              <a:gd name="connsiteY17442" fmla="*/ 1388058 h 2398711"/>
              <a:gd name="connsiteX17443" fmla="*/ 1854435 w 2119654"/>
              <a:gd name="connsiteY17443" fmla="*/ 1386846 h 2398711"/>
              <a:gd name="connsiteX17444" fmla="*/ 1857056 w 2119654"/>
              <a:gd name="connsiteY17444" fmla="*/ 1382872 h 2398711"/>
              <a:gd name="connsiteX17445" fmla="*/ 1857006 w 2119654"/>
              <a:gd name="connsiteY17445" fmla="*/ 1382821 h 2398711"/>
              <a:gd name="connsiteX17446" fmla="*/ 1642450 w 2119654"/>
              <a:gd name="connsiteY17446" fmla="*/ 1858920 h 2398711"/>
              <a:gd name="connsiteX17447" fmla="*/ 1642450 w 2119654"/>
              <a:gd name="connsiteY17447" fmla="*/ 1858923 h 2398711"/>
              <a:gd name="connsiteX17448" fmla="*/ 1644609 w 2119654"/>
              <a:gd name="connsiteY17448" fmla="*/ 1857905 h 2398711"/>
              <a:gd name="connsiteX17449" fmla="*/ 1644690 w 2119654"/>
              <a:gd name="connsiteY17449" fmla="*/ 1857333 h 2398711"/>
              <a:gd name="connsiteX17450" fmla="*/ 1600712 w 2119654"/>
              <a:gd name="connsiteY17450" fmla="*/ 1952323 h 2398711"/>
              <a:gd name="connsiteX17451" fmla="*/ 1600870 w 2119654"/>
              <a:gd name="connsiteY17451" fmla="*/ 1952309 h 2398711"/>
              <a:gd name="connsiteX17452" fmla="*/ 1600887 w 2119654"/>
              <a:gd name="connsiteY17452" fmla="*/ 1952247 h 2398711"/>
              <a:gd name="connsiteX17453" fmla="*/ 1727291 w 2119654"/>
              <a:gd name="connsiteY17453" fmla="*/ 1668863 h 2398711"/>
              <a:gd name="connsiteX17454" fmla="*/ 1728172 w 2119654"/>
              <a:gd name="connsiteY17454" fmla="*/ 1670987 h 2398711"/>
              <a:gd name="connsiteX17455" fmla="*/ 1728219 w 2119654"/>
              <a:gd name="connsiteY17455" fmla="*/ 1670926 h 2398711"/>
              <a:gd name="connsiteX17456" fmla="*/ 1727634 w 2119654"/>
              <a:gd name="connsiteY17456" fmla="*/ 1668782 h 2398711"/>
              <a:gd name="connsiteX17457" fmla="*/ 1572104 w 2119654"/>
              <a:gd name="connsiteY17457" fmla="*/ 2016340 h 2398711"/>
              <a:gd name="connsiteX17458" fmla="*/ 1575812 w 2119654"/>
              <a:gd name="connsiteY17458" fmla="*/ 2017764 h 2398711"/>
              <a:gd name="connsiteX17459" fmla="*/ 1575222 w 2119654"/>
              <a:gd name="connsiteY17459" fmla="*/ 2014505 h 2398711"/>
              <a:gd name="connsiteX17460" fmla="*/ 1661268 w 2119654"/>
              <a:gd name="connsiteY17460" fmla="*/ 1816671 h 2398711"/>
              <a:gd name="connsiteX17461" fmla="*/ 1661386 w 2119654"/>
              <a:gd name="connsiteY17461" fmla="*/ 1816664 h 2398711"/>
              <a:gd name="connsiteX17462" fmla="*/ 1662570 w 2119654"/>
              <a:gd name="connsiteY17462" fmla="*/ 1815947 h 2398711"/>
              <a:gd name="connsiteX17463" fmla="*/ 1662515 w 2119654"/>
              <a:gd name="connsiteY17463" fmla="*/ 1814996 h 2398711"/>
              <a:gd name="connsiteX17464" fmla="*/ 1662498 w 2119654"/>
              <a:gd name="connsiteY17464" fmla="*/ 1815004 h 2398711"/>
              <a:gd name="connsiteX17465" fmla="*/ 1864889 w 2119654"/>
              <a:gd name="connsiteY17465" fmla="*/ 1360663 h 2398711"/>
              <a:gd name="connsiteX17466" fmla="*/ 1865246 w 2119654"/>
              <a:gd name="connsiteY17466" fmla="*/ 1360340 h 2398711"/>
              <a:gd name="connsiteX17467" fmla="*/ 1865185 w 2119654"/>
              <a:gd name="connsiteY17467" fmla="*/ 1360210 h 2398711"/>
              <a:gd name="connsiteX17468" fmla="*/ 1865088 w 2119654"/>
              <a:gd name="connsiteY17468" fmla="*/ 1360273 h 2398711"/>
              <a:gd name="connsiteX17469" fmla="*/ 1729213 w 2119654"/>
              <a:gd name="connsiteY17469" fmla="*/ 1664404 h 2398711"/>
              <a:gd name="connsiteX17470" fmla="*/ 1729940 w 2119654"/>
              <a:gd name="connsiteY17470" fmla="*/ 1667876 h 2398711"/>
              <a:gd name="connsiteX17471" fmla="*/ 1730719 w 2119654"/>
              <a:gd name="connsiteY17471" fmla="*/ 1667693 h 2398711"/>
              <a:gd name="connsiteX17472" fmla="*/ 1731162 w 2119654"/>
              <a:gd name="connsiteY17472" fmla="*/ 1667120 h 2398711"/>
              <a:gd name="connsiteX17473" fmla="*/ 1729753 w 2119654"/>
              <a:gd name="connsiteY17473" fmla="*/ 1664207 h 2398711"/>
              <a:gd name="connsiteX17474" fmla="*/ 1729341 w 2119654"/>
              <a:gd name="connsiteY17474" fmla="*/ 1664313 h 2398711"/>
              <a:gd name="connsiteX17475" fmla="*/ 1581642 w 2119654"/>
              <a:gd name="connsiteY17475" fmla="*/ 1994741 h 2398711"/>
              <a:gd name="connsiteX17476" fmla="*/ 1582285 w 2119654"/>
              <a:gd name="connsiteY17476" fmla="*/ 1994890 h 2398711"/>
              <a:gd name="connsiteX17477" fmla="*/ 1582483 w 2119654"/>
              <a:gd name="connsiteY17477" fmla="*/ 1993838 h 2398711"/>
              <a:gd name="connsiteX17478" fmla="*/ 1854392 w 2119654"/>
              <a:gd name="connsiteY17478" fmla="*/ 1383891 h 2398711"/>
              <a:gd name="connsiteX17479" fmla="*/ 1853689 w 2119654"/>
              <a:gd name="connsiteY17479" fmla="*/ 1385768 h 2398711"/>
              <a:gd name="connsiteX17480" fmla="*/ 1856391 w 2119654"/>
              <a:gd name="connsiteY17480" fmla="*/ 1383021 h 2398711"/>
              <a:gd name="connsiteX17481" fmla="*/ 1541386 w 2119654"/>
              <a:gd name="connsiteY17481" fmla="*/ 2084701 h 2398711"/>
              <a:gd name="connsiteX17482" fmla="*/ 1541333 w 2119654"/>
              <a:gd name="connsiteY17482" fmla="*/ 2094373 h 2398711"/>
              <a:gd name="connsiteX17483" fmla="*/ 1544970 w 2119654"/>
              <a:gd name="connsiteY17483" fmla="*/ 2089029 h 2398711"/>
              <a:gd name="connsiteX17484" fmla="*/ 1545801 w 2119654"/>
              <a:gd name="connsiteY17484" fmla="*/ 2084961 h 2398711"/>
              <a:gd name="connsiteX17485" fmla="*/ 1542024 w 2119654"/>
              <a:gd name="connsiteY17485" fmla="*/ 2084374 h 2398711"/>
              <a:gd name="connsiteX17486" fmla="*/ 1621375 w 2119654"/>
              <a:gd name="connsiteY17486" fmla="*/ 1905516 h 2398711"/>
              <a:gd name="connsiteX17487" fmla="*/ 1623242 w 2119654"/>
              <a:gd name="connsiteY17487" fmla="*/ 1905405 h 2398711"/>
              <a:gd name="connsiteX17488" fmla="*/ 1624170 w 2119654"/>
              <a:gd name="connsiteY17488" fmla="*/ 1904434 h 2398711"/>
              <a:gd name="connsiteX17489" fmla="*/ 1624043 w 2119654"/>
              <a:gd name="connsiteY17489" fmla="*/ 1903062 h 2398711"/>
              <a:gd name="connsiteX17490" fmla="*/ 1623299 w 2119654"/>
              <a:gd name="connsiteY17490" fmla="*/ 1903413 h 2398711"/>
              <a:gd name="connsiteX17491" fmla="*/ 1715959 w 2119654"/>
              <a:gd name="connsiteY17491" fmla="*/ 1693625 h 2398711"/>
              <a:gd name="connsiteX17492" fmla="*/ 1716452 w 2119654"/>
              <a:gd name="connsiteY17492" fmla="*/ 1695452 h 2398711"/>
              <a:gd name="connsiteX17493" fmla="*/ 1716951 w 2119654"/>
              <a:gd name="connsiteY17493" fmla="*/ 1695362 h 2398711"/>
              <a:gd name="connsiteX17494" fmla="*/ 1716530 w 2119654"/>
              <a:gd name="connsiteY17494" fmla="*/ 1693512 h 2398711"/>
              <a:gd name="connsiteX17495" fmla="*/ 1764281 w 2119654"/>
              <a:gd name="connsiteY17495" fmla="*/ 1585304 h 2398711"/>
              <a:gd name="connsiteX17496" fmla="*/ 1765308 w 2119654"/>
              <a:gd name="connsiteY17496" fmla="*/ 1585832 h 2398711"/>
              <a:gd name="connsiteX17497" fmla="*/ 1765772 w 2119654"/>
              <a:gd name="connsiteY17497" fmla="*/ 1585564 h 2398711"/>
              <a:gd name="connsiteX17498" fmla="*/ 1766008 w 2119654"/>
              <a:gd name="connsiteY17498" fmla="*/ 1585067 h 2398711"/>
              <a:gd name="connsiteX17499" fmla="*/ 1765570 w 2119654"/>
              <a:gd name="connsiteY17499" fmla="*/ 1583442 h 2398711"/>
              <a:gd name="connsiteX17500" fmla="*/ 1765302 w 2119654"/>
              <a:gd name="connsiteY17500" fmla="*/ 1583617 h 2398711"/>
              <a:gd name="connsiteX17501" fmla="*/ 1732557 w 2119654"/>
              <a:gd name="connsiteY17501" fmla="*/ 1656224 h 2398711"/>
              <a:gd name="connsiteX17502" fmla="*/ 1736055 w 2119654"/>
              <a:gd name="connsiteY17502" fmla="*/ 1655398 h 2398711"/>
              <a:gd name="connsiteX17503" fmla="*/ 1734975 w 2119654"/>
              <a:gd name="connsiteY17503" fmla="*/ 1652935 h 2398711"/>
              <a:gd name="connsiteX17504" fmla="*/ 1571506 w 2119654"/>
              <a:gd name="connsiteY17504" fmla="*/ 2016692 h 2398711"/>
              <a:gd name="connsiteX17505" fmla="*/ 1571802 w 2119654"/>
              <a:gd name="connsiteY17505" fmla="*/ 2016789 h 2398711"/>
              <a:gd name="connsiteX17506" fmla="*/ 1572779 w 2119654"/>
              <a:gd name="connsiteY17506" fmla="*/ 2017047 h 2398711"/>
              <a:gd name="connsiteX17507" fmla="*/ 1571644 w 2119654"/>
              <a:gd name="connsiteY17507" fmla="*/ 2016611 h 2398711"/>
              <a:gd name="connsiteX17508" fmla="*/ 1758616 w 2119654"/>
              <a:gd name="connsiteY17508" fmla="*/ 1597700 h 2398711"/>
              <a:gd name="connsiteX17509" fmla="*/ 1758758 w 2119654"/>
              <a:gd name="connsiteY17509" fmla="*/ 1597985 h 2398711"/>
              <a:gd name="connsiteX17510" fmla="*/ 1758938 w 2119654"/>
              <a:gd name="connsiteY17510" fmla="*/ 1597868 h 2398711"/>
              <a:gd name="connsiteX17511" fmla="*/ 1759143 w 2119654"/>
              <a:gd name="connsiteY17511" fmla="*/ 1597515 h 2398711"/>
              <a:gd name="connsiteX17512" fmla="*/ 1603283 w 2119654"/>
              <a:gd name="connsiteY17512" fmla="*/ 1945364 h 2398711"/>
              <a:gd name="connsiteX17513" fmla="*/ 1602586 w 2119654"/>
              <a:gd name="connsiteY17513" fmla="*/ 1947996 h 2398711"/>
              <a:gd name="connsiteX17514" fmla="*/ 1603835 w 2119654"/>
              <a:gd name="connsiteY17514" fmla="*/ 1947410 h 2398711"/>
              <a:gd name="connsiteX17515" fmla="*/ 1763237 w 2119654"/>
              <a:gd name="connsiteY17515" fmla="*/ 1587030 h 2398711"/>
              <a:gd name="connsiteX17516" fmla="*/ 1764836 w 2119654"/>
              <a:gd name="connsiteY17516" fmla="*/ 1586106 h 2398711"/>
              <a:gd name="connsiteX17517" fmla="*/ 1764024 w 2119654"/>
              <a:gd name="connsiteY17517" fmla="*/ 1585728 h 2398711"/>
              <a:gd name="connsiteX17518" fmla="*/ 1574551 w 2119654"/>
              <a:gd name="connsiteY17518" fmla="*/ 2009430 h 2398711"/>
              <a:gd name="connsiteX17519" fmla="*/ 1575248 w 2119654"/>
              <a:gd name="connsiteY17519" fmla="*/ 2013284 h 2398711"/>
              <a:gd name="connsiteX17520" fmla="*/ 1579267 w 2119654"/>
              <a:gd name="connsiteY17520" fmla="*/ 2010918 h 2398711"/>
              <a:gd name="connsiteX17521" fmla="*/ 1579934 w 2119654"/>
              <a:gd name="connsiteY17521" fmla="*/ 2007377 h 2398711"/>
              <a:gd name="connsiteX17522" fmla="*/ 1526630 w 2119654"/>
              <a:gd name="connsiteY17522" fmla="*/ 2116684 h 2398711"/>
              <a:gd name="connsiteX17523" fmla="*/ 1530334 w 2119654"/>
              <a:gd name="connsiteY17523" fmla="*/ 2116110 h 2398711"/>
              <a:gd name="connsiteX17524" fmla="*/ 1531004 w 2119654"/>
              <a:gd name="connsiteY17524" fmla="*/ 2113804 h 2398711"/>
              <a:gd name="connsiteX17525" fmla="*/ 1528301 w 2119654"/>
              <a:gd name="connsiteY17525" fmla="*/ 2114297 h 2398711"/>
              <a:gd name="connsiteX17526" fmla="*/ 1876272 w 2119654"/>
              <a:gd name="connsiteY17526" fmla="*/ 1333664 h 2398711"/>
              <a:gd name="connsiteX17527" fmla="*/ 1877016 w 2119654"/>
              <a:gd name="connsiteY17527" fmla="*/ 1333194 h 2398711"/>
              <a:gd name="connsiteX17528" fmla="*/ 1877228 w 2119654"/>
              <a:gd name="connsiteY17528" fmla="*/ 1332781 h 2398711"/>
              <a:gd name="connsiteX17529" fmla="*/ 1717796 w 2119654"/>
              <a:gd name="connsiteY17529" fmla="*/ 1688513 h 2398711"/>
              <a:gd name="connsiteX17530" fmla="*/ 1717638 w 2119654"/>
              <a:gd name="connsiteY17530" fmla="*/ 1694723 h 2398711"/>
              <a:gd name="connsiteX17531" fmla="*/ 1717731 w 2119654"/>
              <a:gd name="connsiteY17531" fmla="*/ 1695223 h 2398711"/>
              <a:gd name="connsiteX17532" fmla="*/ 1718320 w 2119654"/>
              <a:gd name="connsiteY17532" fmla="*/ 1695117 h 2398711"/>
              <a:gd name="connsiteX17533" fmla="*/ 1762576 w 2119654"/>
              <a:gd name="connsiteY17533" fmla="*/ 1588123 h 2398711"/>
              <a:gd name="connsiteX17534" fmla="*/ 1764616 w 2119654"/>
              <a:gd name="connsiteY17534" fmla="*/ 1587997 h 2398711"/>
              <a:gd name="connsiteX17535" fmla="*/ 1765392 w 2119654"/>
              <a:gd name="connsiteY17535" fmla="*/ 1586363 h 2398711"/>
              <a:gd name="connsiteX17536" fmla="*/ 1764991 w 2119654"/>
              <a:gd name="connsiteY17536" fmla="*/ 1586177 h 2398711"/>
              <a:gd name="connsiteX17537" fmla="*/ 1763087 w 2119654"/>
              <a:gd name="connsiteY17537" fmla="*/ 1587279 h 2398711"/>
              <a:gd name="connsiteX17538" fmla="*/ 1619694 w 2119654"/>
              <a:gd name="connsiteY17538" fmla="*/ 1908041 h 2398711"/>
              <a:gd name="connsiteX17539" fmla="*/ 1619609 w 2119654"/>
              <a:gd name="connsiteY17539" fmla="*/ 1908312 h 2398711"/>
              <a:gd name="connsiteX17540" fmla="*/ 1619662 w 2119654"/>
              <a:gd name="connsiteY17540" fmla="*/ 1908986 h 2398711"/>
              <a:gd name="connsiteX17541" fmla="*/ 1619893 w 2119654"/>
              <a:gd name="connsiteY17541" fmla="*/ 1908911 h 2398711"/>
              <a:gd name="connsiteX17542" fmla="*/ 1621113 w 2119654"/>
              <a:gd name="connsiteY17542" fmla="*/ 1907635 h 2398711"/>
              <a:gd name="connsiteX17543" fmla="*/ 1643167 w 2119654"/>
              <a:gd name="connsiteY17543" fmla="*/ 1855435 h 2398711"/>
              <a:gd name="connsiteX17544" fmla="*/ 1642971 w 2119654"/>
              <a:gd name="connsiteY17544" fmla="*/ 1856388 h 2398711"/>
              <a:gd name="connsiteX17545" fmla="*/ 1644140 w 2119654"/>
              <a:gd name="connsiteY17545" fmla="*/ 1855560 h 2398711"/>
              <a:gd name="connsiteX17546" fmla="*/ 1881066 w 2119654"/>
              <a:gd name="connsiteY17546" fmla="*/ 1322599 h 2398711"/>
              <a:gd name="connsiteX17547" fmla="*/ 1881548 w 2119654"/>
              <a:gd name="connsiteY17547" fmla="*/ 1322847 h 2398711"/>
              <a:gd name="connsiteX17548" fmla="*/ 1881844 w 2119654"/>
              <a:gd name="connsiteY17548" fmla="*/ 1323004 h 2398711"/>
              <a:gd name="connsiteX17549" fmla="*/ 1882607 w 2119654"/>
              <a:gd name="connsiteY17549" fmla="*/ 1322298 h 2398711"/>
              <a:gd name="connsiteX17550" fmla="*/ 1883966 w 2119654"/>
              <a:gd name="connsiteY17550" fmla="*/ 1319652 h 2398711"/>
              <a:gd name="connsiteX17551" fmla="*/ 1882263 w 2119654"/>
              <a:gd name="connsiteY17551" fmla="*/ 1321070 h 2398711"/>
              <a:gd name="connsiteX17552" fmla="*/ 1858216 w 2119654"/>
              <a:gd name="connsiteY17552" fmla="*/ 1373666 h 2398711"/>
              <a:gd name="connsiteX17553" fmla="*/ 1857617 w 2119654"/>
              <a:gd name="connsiteY17553" fmla="*/ 1375268 h 2398711"/>
              <a:gd name="connsiteX17554" fmla="*/ 1859878 w 2119654"/>
              <a:gd name="connsiteY17554" fmla="*/ 1374248 h 2398711"/>
              <a:gd name="connsiteX17555" fmla="*/ 1867212 w 2119654"/>
              <a:gd name="connsiteY17555" fmla="*/ 1364594 h 2398711"/>
              <a:gd name="connsiteX17556" fmla="*/ 1866058 w 2119654"/>
              <a:gd name="connsiteY17556" fmla="*/ 1362097 h 2398711"/>
              <a:gd name="connsiteX17557" fmla="*/ 1863227 w 2119654"/>
              <a:gd name="connsiteY17557" fmla="*/ 1363903 h 2398711"/>
              <a:gd name="connsiteX17558" fmla="*/ 1620021 w 2119654"/>
              <a:gd name="connsiteY17558" fmla="*/ 1906999 h 2398711"/>
              <a:gd name="connsiteX17559" fmla="*/ 1619786 w 2119654"/>
              <a:gd name="connsiteY17559" fmla="*/ 1907747 h 2398711"/>
              <a:gd name="connsiteX17560" fmla="*/ 1621464 w 2119654"/>
              <a:gd name="connsiteY17560" fmla="*/ 1907266 h 2398711"/>
              <a:gd name="connsiteX17561" fmla="*/ 1621899 w 2119654"/>
              <a:gd name="connsiteY17561" fmla="*/ 1906812 h 2398711"/>
              <a:gd name="connsiteX17562" fmla="*/ 1579801 w 2119654"/>
              <a:gd name="connsiteY17562" fmla="*/ 1996854 h 2398711"/>
              <a:gd name="connsiteX17563" fmla="*/ 1579855 w 2119654"/>
              <a:gd name="connsiteY17563" fmla="*/ 1997143 h 2398711"/>
              <a:gd name="connsiteX17564" fmla="*/ 1580430 w 2119654"/>
              <a:gd name="connsiteY17564" fmla="*/ 1996951 h 2398711"/>
              <a:gd name="connsiteX17565" fmla="*/ 1578845 w 2119654"/>
              <a:gd name="connsiteY17565" fmla="*/ 1998963 h 2398711"/>
              <a:gd name="connsiteX17566" fmla="*/ 1579554 w 2119654"/>
              <a:gd name="connsiteY17566" fmla="*/ 2000225 h 2398711"/>
              <a:gd name="connsiteX17567" fmla="*/ 1581349 w 2119654"/>
              <a:gd name="connsiteY17567" fmla="*/ 1999867 h 2398711"/>
              <a:gd name="connsiteX17568" fmla="*/ 1581698 w 2119654"/>
              <a:gd name="connsiteY17568" fmla="*/ 1998010 h 2398711"/>
              <a:gd name="connsiteX17569" fmla="*/ 1580115 w 2119654"/>
              <a:gd name="connsiteY17569" fmla="*/ 1998539 h 2398711"/>
              <a:gd name="connsiteX17570" fmla="*/ 1580350 w 2119654"/>
              <a:gd name="connsiteY17570" fmla="*/ 1999797 h 2398711"/>
              <a:gd name="connsiteX17571" fmla="*/ 1580232 w 2119654"/>
              <a:gd name="connsiteY17571" fmla="*/ 1999979 h 2398711"/>
              <a:gd name="connsiteX17572" fmla="*/ 1579972 w 2119654"/>
              <a:gd name="connsiteY17572" fmla="*/ 1998586 h 2398711"/>
              <a:gd name="connsiteX17573" fmla="*/ 1656566 w 2119654"/>
              <a:gd name="connsiteY17573" fmla="*/ 1824927 h 2398711"/>
              <a:gd name="connsiteX17574" fmla="*/ 1657001 w 2119654"/>
              <a:gd name="connsiteY17574" fmla="*/ 1826538 h 2398711"/>
              <a:gd name="connsiteX17575" fmla="*/ 1659171 w 2119654"/>
              <a:gd name="connsiteY17575" fmla="*/ 1825134 h 2398711"/>
              <a:gd name="connsiteX17576" fmla="*/ 1660282 w 2119654"/>
              <a:gd name="connsiteY17576" fmla="*/ 1824094 h 2398711"/>
              <a:gd name="connsiteX17577" fmla="*/ 1659169 w 2119654"/>
              <a:gd name="connsiteY17577" fmla="*/ 1823948 h 2398711"/>
              <a:gd name="connsiteX17578" fmla="*/ 1540252 w 2119654"/>
              <a:gd name="connsiteY17578" fmla="*/ 2085282 h 2398711"/>
              <a:gd name="connsiteX17579" fmla="*/ 1540072 w 2119654"/>
              <a:gd name="connsiteY17579" fmla="*/ 2086002 h 2398711"/>
              <a:gd name="connsiteX17580" fmla="*/ 1534825 w 2119654"/>
              <a:gd name="connsiteY17580" fmla="*/ 2103938 h 2398711"/>
              <a:gd name="connsiteX17581" fmla="*/ 1541167 w 2119654"/>
              <a:gd name="connsiteY17581" fmla="*/ 2094618 h 2398711"/>
              <a:gd name="connsiteX17582" fmla="*/ 1541221 w 2119654"/>
              <a:gd name="connsiteY17582" fmla="*/ 2084785 h 2398711"/>
              <a:gd name="connsiteX17583" fmla="*/ 1759919 w 2119654"/>
              <a:gd name="connsiteY17583" fmla="*/ 1593322 h 2398711"/>
              <a:gd name="connsiteX17584" fmla="*/ 1760777 w 2119654"/>
              <a:gd name="connsiteY17584" fmla="*/ 1593021 h 2398711"/>
              <a:gd name="connsiteX17585" fmla="*/ 1761863 w 2119654"/>
              <a:gd name="connsiteY17585" fmla="*/ 1591956 h 2398711"/>
              <a:gd name="connsiteX17586" fmla="*/ 1760420 w 2119654"/>
              <a:gd name="connsiteY17586" fmla="*/ 1592869 h 2398711"/>
              <a:gd name="connsiteX17587" fmla="*/ 1761273 w 2119654"/>
              <a:gd name="connsiteY17587" fmla="*/ 1590276 h 2398711"/>
              <a:gd name="connsiteX17588" fmla="*/ 1763681 w 2119654"/>
              <a:gd name="connsiteY17588" fmla="*/ 1588754 h 2398711"/>
              <a:gd name="connsiteX17589" fmla="*/ 1762096 w 2119654"/>
              <a:gd name="connsiteY17589" fmla="*/ 1588916 h 2398711"/>
              <a:gd name="connsiteX17590" fmla="*/ 1561817 w 2119654"/>
              <a:gd name="connsiteY17590" fmla="*/ 2036725 h 2398711"/>
              <a:gd name="connsiteX17591" fmla="*/ 1563340 w 2119654"/>
              <a:gd name="connsiteY17591" fmla="*/ 2036863 h 2398711"/>
              <a:gd name="connsiteX17592" fmla="*/ 1563061 w 2119654"/>
              <a:gd name="connsiteY17592" fmla="*/ 2035690 h 2398711"/>
              <a:gd name="connsiteX17593" fmla="*/ 1620775 w 2119654"/>
              <a:gd name="connsiteY17593" fmla="*/ 1904603 h 2398711"/>
              <a:gd name="connsiteX17594" fmla="*/ 1620471 w 2119654"/>
              <a:gd name="connsiteY17594" fmla="*/ 1905569 h 2398711"/>
              <a:gd name="connsiteX17595" fmla="*/ 1620778 w 2119654"/>
              <a:gd name="connsiteY17595" fmla="*/ 1905551 h 2398711"/>
              <a:gd name="connsiteX17596" fmla="*/ 1622306 w 2119654"/>
              <a:gd name="connsiteY17596" fmla="*/ 1903881 h 2398711"/>
              <a:gd name="connsiteX17597" fmla="*/ 1476215 w 2119654"/>
              <a:gd name="connsiteY17597" fmla="*/ 2228124 h 2398711"/>
              <a:gd name="connsiteX17598" fmla="*/ 1475633 w 2119654"/>
              <a:gd name="connsiteY17598" fmla="*/ 2231508 h 2398711"/>
              <a:gd name="connsiteX17599" fmla="*/ 1494868 w 2119654"/>
              <a:gd name="connsiteY17599" fmla="*/ 2237269 h 2398711"/>
              <a:gd name="connsiteX17600" fmla="*/ 1496764 w 2119654"/>
              <a:gd name="connsiteY17600" fmla="*/ 2231102 h 2398711"/>
              <a:gd name="connsiteX17601" fmla="*/ 1609931 w 2119654"/>
              <a:gd name="connsiteY17601" fmla="*/ 1928702 h 2398711"/>
              <a:gd name="connsiteX17602" fmla="*/ 1609857 w 2119654"/>
              <a:gd name="connsiteY17602" fmla="*/ 1929909 h 2398711"/>
              <a:gd name="connsiteX17603" fmla="*/ 1610662 w 2119654"/>
              <a:gd name="connsiteY17603" fmla="*/ 1929549 h 2398711"/>
              <a:gd name="connsiteX17604" fmla="*/ 1879941 w 2119654"/>
              <a:gd name="connsiteY17604" fmla="*/ 1324035 h 2398711"/>
              <a:gd name="connsiteX17605" fmla="*/ 1880326 w 2119654"/>
              <a:gd name="connsiteY17605" fmla="*/ 1324407 h 2398711"/>
              <a:gd name="connsiteX17606" fmla="*/ 1881454 w 2119654"/>
              <a:gd name="connsiteY17606" fmla="*/ 1323365 h 2398711"/>
              <a:gd name="connsiteX17607" fmla="*/ 1880750 w 2119654"/>
              <a:gd name="connsiteY17607" fmla="*/ 1323002 h 2398711"/>
              <a:gd name="connsiteX17608" fmla="*/ 1599923 w 2119654"/>
              <a:gd name="connsiteY17608" fmla="*/ 1951022 h 2398711"/>
              <a:gd name="connsiteX17609" fmla="*/ 1600023 w 2119654"/>
              <a:gd name="connsiteY17609" fmla="*/ 1951349 h 2398711"/>
              <a:gd name="connsiteX17610" fmla="*/ 1601267 w 2119654"/>
              <a:gd name="connsiteY17610" fmla="*/ 1950812 h 2398711"/>
              <a:gd name="connsiteX17611" fmla="*/ 1601373 w 2119654"/>
              <a:gd name="connsiteY17611" fmla="*/ 1950413 h 2398711"/>
              <a:gd name="connsiteX17612" fmla="*/ 1558527 w 2119654"/>
              <a:gd name="connsiteY17612" fmla="*/ 2043712 h 2398711"/>
              <a:gd name="connsiteX17613" fmla="*/ 1558494 w 2119654"/>
              <a:gd name="connsiteY17613" fmla="*/ 2051631 h 2398711"/>
              <a:gd name="connsiteX17614" fmla="*/ 1558457 w 2119654"/>
              <a:gd name="connsiteY17614" fmla="*/ 2052649 h 2398711"/>
              <a:gd name="connsiteX17615" fmla="*/ 1561833 w 2119654"/>
              <a:gd name="connsiteY17615" fmla="*/ 2052166 h 2398711"/>
              <a:gd name="connsiteX17616" fmla="*/ 1565320 w 2119654"/>
              <a:gd name="connsiteY17616" fmla="*/ 2045195 h 2398711"/>
              <a:gd name="connsiteX17617" fmla="*/ 1564985 w 2119654"/>
              <a:gd name="connsiteY17617" fmla="*/ 2043785 h 2398711"/>
              <a:gd name="connsiteX17618" fmla="*/ 1579198 w 2119654"/>
              <a:gd name="connsiteY17618" fmla="*/ 1997363 h 2398711"/>
              <a:gd name="connsiteX17619" fmla="*/ 1579712 w 2119654"/>
              <a:gd name="connsiteY17619" fmla="*/ 1997192 h 2398711"/>
              <a:gd name="connsiteX17620" fmla="*/ 1579653 w 2119654"/>
              <a:gd name="connsiteY17620" fmla="*/ 1996875 h 2398711"/>
              <a:gd name="connsiteX17621" fmla="*/ 1524546 w 2119654"/>
              <a:gd name="connsiteY17621" fmla="*/ 2119660 h 2398711"/>
              <a:gd name="connsiteX17622" fmla="*/ 1529239 w 2119654"/>
              <a:gd name="connsiteY17622" fmla="*/ 2119884 h 2398711"/>
              <a:gd name="connsiteX17623" fmla="*/ 1529775 w 2119654"/>
              <a:gd name="connsiteY17623" fmla="*/ 2118037 h 2398711"/>
              <a:gd name="connsiteX17624" fmla="*/ 1525142 w 2119654"/>
              <a:gd name="connsiteY17624" fmla="*/ 2118808 h 2398711"/>
              <a:gd name="connsiteX17625" fmla="*/ 1727216 w 2119654"/>
              <a:gd name="connsiteY17625" fmla="*/ 1665830 h 2398711"/>
              <a:gd name="connsiteX17626" fmla="*/ 1727876 w 2119654"/>
              <a:gd name="connsiteY17626" fmla="*/ 1668359 h 2398711"/>
              <a:gd name="connsiteX17627" fmla="*/ 1729827 w 2119654"/>
              <a:gd name="connsiteY17627" fmla="*/ 1667903 h 2398711"/>
              <a:gd name="connsiteX17628" fmla="*/ 1729109 w 2119654"/>
              <a:gd name="connsiteY17628" fmla="*/ 1664479 h 2398711"/>
              <a:gd name="connsiteX17629" fmla="*/ 1716627 w 2119654"/>
              <a:gd name="connsiteY17629" fmla="*/ 1689283 h 2398711"/>
              <a:gd name="connsiteX17630" fmla="*/ 1717274 w 2119654"/>
              <a:gd name="connsiteY17630" fmla="*/ 1692765 h 2398711"/>
              <a:gd name="connsiteX17631" fmla="*/ 1717380 w 2119654"/>
              <a:gd name="connsiteY17631" fmla="*/ 1688602 h 2398711"/>
              <a:gd name="connsiteX17632" fmla="*/ 1515481 w 2119654"/>
              <a:gd name="connsiteY17632" fmla="*/ 2139545 h 2398711"/>
              <a:gd name="connsiteX17633" fmla="*/ 1515904 w 2119654"/>
              <a:gd name="connsiteY17633" fmla="*/ 2142123 h 2398711"/>
              <a:gd name="connsiteX17634" fmla="*/ 1522486 w 2119654"/>
              <a:gd name="connsiteY17634" fmla="*/ 2143145 h 2398711"/>
              <a:gd name="connsiteX17635" fmla="*/ 1523614 w 2119654"/>
              <a:gd name="connsiteY17635" fmla="*/ 2139257 h 2398711"/>
              <a:gd name="connsiteX17636" fmla="*/ 1529492 w 2119654"/>
              <a:gd name="connsiteY17636" fmla="*/ 2108067 h 2398711"/>
              <a:gd name="connsiteX17637" fmla="*/ 1531538 w 2119654"/>
              <a:gd name="connsiteY17637" fmla="*/ 2108771 h 2398711"/>
              <a:gd name="connsiteX17638" fmla="*/ 1531883 w 2119654"/>
              <a:gd name="connsiteY17638" fmla="*/ 2108263 h 2398711"/>
              <a:gd name="connsiteX17639" fmla="*/ 1810318 w 2119654"/>
              <a:gd name="connsiteY17639" fmla="*/ 1479170 h 2398711"/>
              <a:gd name="connsiteX17640" fmla="*/ 1810405 w 2119654"/>
              <a:gd name="connsiteY17640" fmla="*/ 1479422 h 2398711"/>
              <a:gd name="connsiteX17641" fmla="*/ 1810775 w 2119654"/>
              <a:gd name="connsiteY17641" fmla="*/ 1478691 h 2398711"/>
              <a:gd name="connsiteX17642" fmla="*/ 1810758 w 2119654"/>
              <a:gd name="connsiteY17642" fmla="*/ 1478581 h 2398711"/>
              <a:gd name="connsiteX17643" fmla="*/ 1574241 w 2119654"/>
              <a:gd name="connsiteY17643" fmla="*/ 2007717 h 2398711"/>
              <a:gd name="connsiteX17644" fmla="*/ 1574410 w 2119654"/>
              <a:gd name="connsiteY17644" fmla="*/ 2008651 h 2398711"/>
              <a:gd name="connsiteX17645" fmla="*/ 1580104 w 2119654"/>
              <a:gd name="connsiteY17645" fmla="*/ 2006480 h 2398711"/>
              <a:gd name="connsiteX17646" fmla="*/ 1580269 w 2119654"/>
              <a:gd name="connsiteY17646" fmla="*/ 2005600 h 2398711"/>
              <a:gd name="connsiteX17647" fmla="*/ 1515429 w 2119654"/>
              <a:gd name="connsiteY17647" fmla="*/ 2139226 h 2398711"/>
              <a:gd name="connsiteX17648" fmla="*/ 1515444 w 2119654"/>
              <a:gd name="connsiteY17648" fmla="*/ 2139319 h 2398711"/>
              <a:gd name="connsiteX17649" fmla="*/ 1523648 w 2119654"/>
              <a:gd name="connsiteY17649" fmla="*/ 2139139 h 2398711"/>
              <a:gd name="connsiteX17650" fmla="*/ 1524680 w 2119654"/>
              <a:gd name="connsiteY17650" fmla="*/ 2135587 h 2398711"/>
              <a:gd name="connsiteX17651" fmla="*/ 1618233 w 2119654"/>
              <a:gd name="connsiteY17651" fmla="*/ 1908950 h 2398711"/>
              <a:gd name="connsiteX17652" fmla="*/ 1618231 w 2119654"/>
              <a:gd name="connsiteY17652" fmla="*/ 1909040 h 2398711"/>
              <a:gd name="connsiteX17653" fmla="*/ 1618273 w 2119654"/>
              <a:gd name="connsiteY17653" fmla="*/ 1908907 h 2398711"/>
              <a:gd name="connsiteX17654" fmla="*/ 1541222 w 2119654"/>
              <a:gd name="connsiteY17654" fmla="*/ 2081383 h 2398711"/>
              <a:gd name="connsiteX17655" fmla="*/ 1541154 w 2119654"/>
              <a:gd name="connsiteY17655" fmla="*/ 2081657 h 2398711"/>
              <a:gd name="connsiteX17656" fmla="*/ 1541224 w 2119654"/>
              <a:gd name="connsiteY17656" fmla="*/ 2081621 h 2398711"/>
              <a:gd name="connsiteX17657" fmla="*/ 1613363 w 2119654"/>
              <a:gd name="connsiteY17657" fmla="*/ 1919798 h 2398711"/>
              <a:gd name="connsiteX17658" fmla="*/ 1613624 w 2119654"/>
              <a:gd name="connsiteY17658" fmla="*/ 1920277 h 2398711"/>
              <a:gd name="connsiteX17659" fmla="*/ 1614719 w 2119654"/>
              <a:gd name="connsiteY17659" fmla="*/ 1920215 h 2398711"/>
              <a:gd name="connsiteX17660" fmla="*/ 1614867 w 2119654"/>
              <a:gd name="connsiteY17660" fmla="*/ 1919744 h 2398711"/>
              <a:gd name="connsiteX17661" fmla="*/ 1726479 w 2119654"/>
              <a:gd name="connsiteY17661" fmla="*/ 1666355 h 2398711"/>
              <a:gd name="connsiteX17662" fmla="*/ 1726506 w 2119654"/>
              <a:gd name="connsiteY17662" fmla="*/ 1666972 h 2398711"/>
              <a:gd name="connsiteX17663" fmla="*/ 1727152 w 2119654"/>
              <a:gd name="connsiteY17663" fmla="*/ 1668529 h 2398711"/>
              <a:gd name="connsiteX17664" fmla="*/ 1727540 w 2119654"/>
              <a:gd name="connsiteY17664" fmla="*/ 1668438 h 2398711"/>
              <a:gd name="connsiteX17665" fmla="*/ 1726892 w 2119654"/>
              <a:gd name="connsiteY17665" fmla="*/ 1666060 h 2398711"/>
              <a:gd name="connsiteX17666" fmla="*/ 1878505 w 2119654"/>
              <a:gd name="connsiteY17666" fmla="*/ 1325870 h 2398711"/>
              <a:gd name="connsiteX17667" fmla="*/ 1879350 w 2119654"/>
              <a:gd name="connsiteY17667" fmla="*/ 1325310 h 2398711"/>
              <a:gd name="connsiteX17668" fmla="*/ 1880021 w 2119654"/>
              <a:gd name="connsiteY17668" fmla="*/ 1324690 h 2398711"/>
              <a:gd name="connsiteX17669" fmla="*/ 1879684 w 2119654"/>
              <a:gd name="connsiteY17669" fmla="*/ 1324364 h 2398711"/>
              <a:gd name="connsiteX17670" fmla="*/ 1552063 w 2119654"/>
              <a:gd name="connsiteY17670" fmla="*/ 2056796 h 2398711"/>
              <a:gd name="connsiteX17671" fmla="*/ 1550726 w 2119654"/>
              <a:gd name="connsiteY17671" fmla="*/ 2063343 h 2398711"/>
              <a:gd name="connsiteX17672" fmla="*/ 1558106 w 2119654"/>
              <a:gd name="connsiteY17672" fmla="*/ 2059011 h 2398711"/>
              <a:gd name="connsiteX17673" fmla="*/ 1558109 w 2119654"/>
              <a:gd name="connsiteY17673" fmla="*/ 2058159 h 2398711"/>
              <a:gd name="connsiteX17674" fmla="*/ 1555897 w 2119654"/>
              <a:gd name="connsiteY17674" fmla="*/ 2057876 h 2398711"/>
              <a:gd name="connsiteX17675" fmla="*/ 1541418 w 2119654"/>
              <a:gd name="connsiteY17675" fmla="*/ 2080596 h 2398711"/>
              <a:gd name="connsiteX17676" fmla="*/ 1541410 w 2119654"/>
              <a:gd name="connsiteY17676" fmla="*/ 2080631 h 2398711"/>
              <a:gd name="connsiteX17677" fmla="*/ 1541404 w 2119654"/>
              <a:gd name="connsiteY17677" fmla="*/ 2081529 h 2398711"/>
              <a:gd name="connsiteX17678" fmla="*/ 1542874 w 2119654"/>
              <a:gd name="connsiteY17678" fmla="*/ 2080776 h 2398711"/>
              <a:gd name="connsiteX17679" fmla="*/ 1863394 w 2119654"/>
              <a:gd name="connsiteY17679" fmla="*/ 1359485 h 2398711"/>
              <a:gd name="connsiteX17680" fmla="*/ 1863568 w 2119654"/>
              <a:gd name="connsiteY17680" fmla="*/ 1359399 h 2398711"/>
              <a:gd name="connsiteX17681" fmla="*/ 1863895 w 2119654"/>
              <a:gd name="connsiteY17681" fmla="*/ 1358762 h 2398711"/>
              <a:gd name="connsiteX17682" fmla="*/ 1613656 w 2119654"/>
              <a:gd name="connsiteY17682" fmla="*/ 1918645 h 2398711"/>
              <a:gd name="connsiteX17683" fmla="*/ 1615295 w 2119654"/>
              <a:gd name="connsiteY17683" fmla="*/ 1918381 h 2398711"/>
              <a:gd name="connsiteX17684" fmla="*/ 1615634 w 2119654"/>
              <a:gd name="connsiteY17684" fmla="*/ 1917304 h 2398711"/>
              <a:gd name="connsiteX17685" fmla="*/ 1614968 w 2119654"/>
              <a:gd name="connsiteY17685" fmla="*/ 1917270 h 2398711"/>
              <a:gd name="connsiteX17686" fmla="*/ 1560236 w 2119654"/>
              <a:gd name="connsiteY17686" fmla="*/ 2038040 h 2398711"/>
              <a:gd name="connsiteX17687" fmla="*/ 1563091 w 2119654"/>
              <a:gd name="connsiteY17687" fmla="*/ 2037580 h 2398711"/>
              <a:gd name="connsiteX17688" fmla="*/ 1560919 w 2119654"/>
              <a:gd name="connsiteY17688" fmla="*/ 2037472 h 2398711"/>
              <a:gd name="connsiteX17689" fmla="*/ 1862535 w 2119654"/>
              <a:gd name="connsiteY17689" fmla="*/ 1361057 h 2398711"/>
              <a:gd name="connsiteX17690" fmla="*/ 1862505 w 2119654"/>
              <a:gd name="connsiteY17690" fmla="*/ 1361151 h 2398711"/>
              <a:gd name="connsiteX17691" fmla="*/ 1862752 w 2119654"/>
              <a:gd name="connsiteY17691" fmla="*/ 1360989 h 2398711"/>
              <a:gd name="connsiteX17692" fmla="*/ 1862779 w 2119654"/>
              <a:gd name="connsiteY17692" fmla="*/ 1360936 h 2398711"/>
              <a:gd name="connsiteX17693" fmla="*/ 1812622 w 2119654"/>
              <a:gd name="connsiteY17693" fmla="*/ 1472691 h 2398711"/>
              <a:gd name="connsiteX17694" fmla="*/ 1813160 w 2119654"/>
              <a:gd name="connsiteY17694" fmla="*/ 1473176 h 2398711"/>
              <a:gd name="connsiteX17695" fmla="*/ 1813240 w 2119654"/>
              <a:gd name="connsiteY17695" fmla="*/ 1473069 h 2398711"/>
              <a:gd name="connsiteX17696" fmla="*/ 1813513 w 2119654"/>
              <a:gd name="connsiteY17696" fmla="*/ 1472419 h 2398711"/>
              <a:gd name="connsiteX17697" fmla="*/ 1574062 w 2119654"/>
              <a:gd name="connsiteY17697" fmla="*/ 2006731 h 2398711"/>
              <a:gd name="connsiteX17698" fmla="*/ 1574124 w 2119654"/>
              <a:gd name="connsiteY17698" fmla="*/ 2007075 h 2398711"/>
              <a:gd name="connsiteX17699" fmla="*/ 1577678 w 2119654"/>
              <a:gd name="connsiteY17699" fmla="*/ 2005985 h 2398711"/>
              <a:gd name="connsiteX17700" fmla="*/ 1580375 w 2119654"/>
              <a:gd name="connsiteY17700" fmla="*/ 2005038 h 2398711"/>
              <a:gd name="connsiteX17701" fmla="*/ 1580716 w 2119654"/>
              <a:gd name="connsiteY17701" fmla="*/ 2003226 h 2398711"/>
              <a:gd name="connsiteX17702" fmla="*/ 1578569 w 2119654"/>
              <a:gd name="connsiteY17702" fmla="*/ 2004382 h 2398711"/>
              <a:gd name="connsiteX17703" fmla="*/ 1619368 w 2119654"/>
              <a:gd name="connsiteY17703" fmla="*/ 1905267 h 2398711"/>
              <a:gd name="connsiteX17704" fmla="*/ 1619378 w 2119654"/>
              <a:gd name="connsiteY17704" fmla="*/ 1905392 h 2398711"/>
              <a:gd name="connsiteX17705" fmla="*/ 1619426 w 2119654"/>
              <a:gd name="connsiteY17705" fmla="*/ 1905239 h 2398711"/>
              <a:gd name="connsiteX17706" fmla="*/ 1618263 w 2119654"/>
              <a:gd name="connsiteY17706" fmla="*/ 1907704 h 2398711"/>
              <a:gd name="connsiteX17707" fmla="*/ 1618251 w 2119654"/>
              <a:gd name="connsiteY17707" fmla="*/ 1908186 h 2398711"/>
              <a:gd name="connsiteX17708" fmla="*/ 1618300 w 2119654"/>
              <a:gd name="connsiteY17708" fmla="*/ 1908172 h 2398711"/>
              <a:gd name="connsiteX17709" fmla="*/ 1658826 w 2119654"/>
              <a:gd name="connsiteY17709" fmla="*/ 1816822 h 2398711"/>
              <a:gd name="connsiteX17710" fmla="*/ 1659589 w 2119654"/>
              <a:gd name="connsiteY17710" fmla="*/ 1816774 h 2398711"/>
              <a:gd name="connsiteX17711" fmla="*/ 1659975 w 2119654"/>
              <a:gd name="connsiteY17711" fmla="*/ 1816252 h 2398711"/>
              <a:gd name="connsiteX17712" fmla="*/ 1613069 w 2119654"/>
              <a:gd name="connsiteY17712" fmla="*/ 1919258 h 2398711"/>
              <a:gd name="connsiteX17713" fmla="*/ 1613204 w 2119654"/>
              <a:gd name="connsiteY17713" fmla="*/ 1919505 h 2398711"/>
              <a:gd name="connsiteX17714" fmla="*/ 1614954 w 2119654"/>
              <a:gd name="connsiteY17714" fmla="*/ 1919467 h 2398711"/>
              <a:gd name="connsiteX17715" fmla="*/ 1615141 w 2119654"/>
              <a:gd name="connsiteY17715" fmla="*/ 1918869 h 2398711"/>
              <a:gd name="connsiteX17716" fmla="*/ 1613132 w 2119654"/>
              <a:gd name="connsiteY17716" fmla="*/ 1919194 h 2398711"/>
              <a:gd name="connsiteX17717" fmla="*/ 1660648 w 2119654"/>
              <a:gd name="connsiteY17717" fmla="*/ 1812707 h 2398711"/>
              <a:gd name="connsiteX17718" fmla="*/ 1660662 w 2119654"/>
              <a:gd name="connsiteY17718" fmla="*/ 1813081 h 2398711"/>
              <a:gd name="connsiteX17719" fmla="*/ 1662349 w 2119654"/>
              <a:gd name="connsiteY17719" fmla="*/ 1812076 h 2398711"/>
              <a:gd name="connsiteX17720" fmla="*/ 1662252 w 2119654"/>
              <a:gd name="connsiteY17720" fmla="*/ 1810377 h 2398711"/>
              <a:gd name="connsiteX17721" fmla="*/ 1662120 w 2119654"/>
              <a:gd name="connsiteY17721" fmla="*/ 1810380 h 2398711"/>
              <a:gd name="connsiteX17722" fmla="*/ 1715148 w 2119654"/>
              <a:gd name="connsiteY17722" fmla="*/ 1690620 h 2398711"/>
              <a:gd name="connsiteX17723" fmla="*/ 1715901 w 2119654"/>
              <a:gd name="connsiteY17723" fmla="*/ 1693409 h 2398711"/>
              <a:gd name="connsiteX17724" fmla="*/ 1716480 w 2119654"/>
              <a:gd name="connsiteY17724" fmla="*/ 1693294 h 2398711"/>
              <a:gd name="connsiteX17725" fmla="*/ 1715746 w 2119654"/>
              <a:gd name="connsiteY17725" fmla="*/ 1690080 h 2398711"/>
              <a:gd name="connsiteX17726" fmla="*/ 1612826 w 2119654"/>
              <a:gd name="connsiteY17726" fmla="*/ 1919513 h 2398711"/>
              <a:gd name="connsiteX17727" fmla="*/ 1613002 w 2119654"/>
              <a:gd name="connsiteY17727" fmla="*/ 1919509 h 2398711"/>
              <a:gd name="connsiteX17728" fmla="*/ 1612939 w 2119654"/>
              <a:gd name="connsiteY17728" fmla="*/ 1919395 h 2398711"/>
              <a:gd name="connsiteX17729" fmla="*/ 1617652 w 2119654"/>
              <a:gd name="connsiteY17729" fmla="*/ 1908626 h 2398711"/>
              <a:gd name="connsiteX17730" fmla="*/ 1617655 w 2119654"/>
              <a:gd name="connsiteY17730" fmla="*/ 1908965 h 2398711"/>
              <a:gd name="connsiteX17731" fmla="*/ 1617732 w 2119654"/>
              <a:gd name="connsiteY17731" fmla="*/ 1908880 h 2398711"/>
              <a:gd name="connsiteX17732" fmla="*/ 1617764 w 2119654"/>
              <a:gd name="connsiteY17732" fmla="*/ 1908594 h 2398711"/>
              <a:gd name="connsiteX17733" fmla="*/ 1576938 w 2119654"/>
              <a:gd name="connsiteY17733" fmla="*/ 1999788 h 2398711"/>
              <a:gd name="connsiteX17734" fmla="*/ 1579081 w 2119654"/>
              <a:gd name="connsiteY17734" fmla="*/ 2000268 h 2398711"/>
              <a:gd name="connsiteX17735" fmla="*/ 1578373 w 2119654"/>
              <a:gd name="connsiteY17735" fmla="*/ 1999120 h 2398711"/>
              <a:gd name="connsiteX17736" fmla="*/ 1577193 w 2119654"/>
              <a:gd name="connsiteY17736" fmla="*/ 1999514 h 2398711"/>
              <a:gd name="connsiteX17737" fmla="*/ 1542239 w 2119654"/>
              <a:gd name="connsiteY17737" fmla="*/ 2077299 h 2398711"/>
              <a:gd name="connsiteX17738" fmla="*/ 1541487 w 2119654"/>
              <a:gd name="connsiteY17738" fmla="*/ 2080322 h 2398711"/>
              <a:gd name="connsiteX17739" fmla="*/ 1543318 w 2119654"/>
              <a:gd name="connsiteY17739" fmla="*/ 2080549 h 2398711"/>
              <a:gd name="connsiteX17740" fmla="*/ 1547097 w 2119654"/>
              <a:gd name="connsiteY17740" fmla="*/ 2078612 h 2398711"/>
              <a:gd name="connsiteX17741" fmla="*/ 1547140 w 2119654"/>
              <a:gd name="connsiteY17741" fmla="*/ 2078402 h 2398711"/>
              <a:gd name="connsiteX17742" fmla="*/ 1863793 w 2119654"/>
              <a:gd name="connsiteY17742" fmla="*/ 1357200 h 2398711"/>
              <a:gd name="connsiteX17743" fmla="*/ 1863549 w 2119654"/>
              <a:gd name="connsiteY17743" fmla="*/ 1357948 h 2398711"/>
              <a:gd name="connsiteX17744" fmla="*/ 1863903 w 2119654"/>
              <a:gd name="connsiteY17744" fmla="*/ 1357437 h 2398711"/>
              <a:gd name="connsiteX17745" fmla="*/ 1755216 w 2119654"/>
              <a:gd name="connsiteY17745" fmla="*/ 1600287 h 2398711"/>
              <a:gd name="connsiteX17746" fmla="*/ 1758293 w 2119654"/>
              <a:gd name="connsiteY17746" fmla="*/ 1598287 h 2398711"/>
              <a:gd name="connsiteX17747" fmla="*/ 1757754 w 2119654"/>
              <a:gd name="connsiteY17747" fmla="*/ 1598004 h 2398711"/>
              <a:gd name="connsiteX17748" fmla="*/ 1756287 w 2119654"/>
              <a:gd name="connsiteY17748" fmla="*/ 1598519 h 2398711"/>
              <a:gd name="connsiteX17749" fmla="*/ 1756282 w 2119654"/>
              <a:gd name="connsiteY17749" fmla="*/ 1598525 h 2398711"/>
              <a:gd name="connsiteX17750" fmla="*/ 1558540 w 2119654"/>
              <a:gd name="connsiteY17750" fmla="*/ 2040608 h 2398711"/>
              <a:gd name="connsiteX17751" fmla="*/ 1558529 w 2119654"/>
              <a:gd name="connsiteY17751" fmla="*/ 2043422 h 2398711"/>
              <a:gd name="connsiteX17752" fmla="*/ 1564916 w 2119654"/>
              <a:gd name="connsiteY17752" fmla="*/ 2043495 h 2398711"/>
              <a:gd name="connsiteX17753" fmla="*/ 1564101 w 2119654"/>
              <a:gd name="connsiteY17753" fmla="*/ 2040064 h 2398711"/>
              <a:gd name="connsiteX17754" fmla="*/ 1544630 w 2119654"/>
              <a:gd name="connsiteY17754" fmla="*/ 2071693 h 2398711"/>
              <a:gd name="connsiteX17755" fmla="*/ 1548227 w 2119654"/>
              <a:gd name="connsiteY17755" fmla="*/ 2073082 h 2398711"/>
              <a:gd name="connsiteX17756" fmla="*/ 1549038 w 2119654"/>
              <a:gd name="connsiteY17756" fmla="*/ 2069105 h 2398711"/>
              <a:gd name="connsiteX17757" fmla="*/ 1616298 w 2119654"/>
              <a:gd name="connsiteY17757" fmla="*/ 1911065 h 2398711"/>
              <a:gd name="connsiteX17758" fmla="*/ 1617175 w 2119654"/>
              <a:gd name="connsiteY17758" fmla="*/ 1910578 h 2398711"/>
              <a:gd name="connsiteX17759" fmla="*/ 1617173 w 2119654"/>
              <a:gd name="connsiteY17759" fmla="*/ 1910319 h 2398711"/>
              <a:gd name="connsiteX17760" fmla="*/ 1616897 w 2119654"/>
              <a:gd name="connsiteY17760" fmla="*/ 1910410 h 2398711"/>
              <a:gd name="connsiteX17761" fmla="*/ 1747270 w 2119654"/>
              <a:gd name="connsiteY17761" fmla="*/ 1617546 h 2398711"/>
              <a:gd name="connsiteX17762" fmla="*/ 1747442 w 2119654"/>
              <a:gd name="connsiteY17762" fmla="*/ 1617538 h 2398711"/>
              <a:gd name="connsiteX17763" fmla="*/ 1747440 w 2119654"/>
              <a:gd name="connsiteY17763" fmla="*/ 1617372 h 2398711"/>
              <a:gd name="connsiteX17764" fmla="*/ 1612007 w 2119654"/>
              <a:gd name="connsiteY17764" fmla="*/ 1920369 h 2398711"/>
              <a:gd name="connsiteX17765" fmla="*/ 1613425 w 2119654"/>
              <a:gd name="connsiteY17765" fmla="*/ 1920288 h 2398711"/>
              <a:gd name="connsiteX17766" fmla="*/ 1613162 w 2119654"/>
              <a:gd name="connsiteY17766" fmla="*/ 1919805 h 2398711"/>
              <a:gd name="connsiteX17767" fmla="*/ 1612666 w 2119654"/>
              <a:gd name="connsiteY17767" fmla="*/ 1919823 h 2398711"/>
              <a:gd name="connsiteX17768" fmla="*/ 1612527 w 2119654"/>
              <a:gd name="connsiteY17768" fmla="*/ 1919826 h 2398711"/>
              <a:gd name="connsiteX17769" fmla="*/ 1575838 w 2119654"/>
              <a:gd name="connsiteY17769" fmla="*/ 2000968 h 2398711"/>
              <a:gd name="connsiteX17770" fmla="*/ 1577008 w 2119654"/>
              <a:gd name="connsiteY17770" fmla="*/ 2000734 h 2398711"/>
              <a:gd name="connsiteX17771" fmla="*/ 1576221 w 2119654"/>
              <a:gd name="connsiteY17771" fmla="*/ 2000557 h 2398711"/>
              <a:gd name="connsiteX17772" fmla="*/ 1865059 w 2119654"/>
              <a:gd name="connsiteY17772" fmla="*/ 1353321 h 2398711"/>
              <a:gd name="connsiteX17773" fmla="*/ 1863974 w 2119654"/>
              <a:gd name="connsiteY17773" fmla="*/ 1356646 h 2398711"/>
              <a:gd name="connsiteX17774" fmla="*/ 1864164 w 2119654"/>
              <a:gd name="connsiteY17774" fmla="*/ 1357059 h 2398711"/>
              <a:gd name="connsiteX17775" fmla="*/ 1866500 w 2119654"/>
              <a:gd name="connsiteY17775" fmla="*/ 1353683 h 2398711"/>
              <a:gd name="connsiteX17776" fmla="*/ 1869830 w 2119654"/>
              <a:gd name="connsiteY17776" fmla="*/ 1347197 h 2398711"/>
              <a:gd name="connsiteX17777" fmla="*/ 1868070 w 2119654"/>
              <a:gd name="connsiteY17777" fmla="*/ 1349204 h 2398711"/>
              <a:gd name="connsiteX17778" fmla="*/ 1747262 w 2119654"/>
              <a:gd name="connsiteY17778" fmla="*/ 1617013 h 2398711"/>
              <a:gd name="connsiteX17779" fmla="*/ 1747434 w 2119654"/>
              <a:gd name="connsiteY17779" fmla="*/ 1616842 h 2398711"/>
              <a:gd name="connsiteX17780" fmla="*/ 1747433 w 2119654"/>
              <a:gd name="connsiteY17780" fmla="*/ 1616765 h 2398711"/>
              <a:gd name="connsiteX17781" fmla="*/ 1617641 w 2119654"/>
              <a:gd name="connsiteY17781" fmla="*/ 1907236 h 2398711"/>
              <a:gd name="connsiteX17782" fmla="*/ 1617650 w 2119654"/>
              <a:gd name="connsiteY17782" fmla="*/ 1908358 h 2398711"/>
              <a:gd name="connsiteX17783" fmla="*/ 1617794 w 2119654"/>
              <a:gd name="connsiteY17783" fmla="*/ 1908317 h 2398711"/>
              <a:gd name="connsiteX17784" fmla="*/ 1617916 w 2119654"/>
              <a:gd name="connsiteY17784" fmla="*/ 1907209 h 2398711"/>
              <a:gd name="connsiteX17785" fmla="*/ 1589913 w 2119654"/>
              <a:gd name="connsiteY17785" fmla="*/ 1969316 h 2398711"/>
              <a:gd name="connsiteX17786" fmla="*/ 1590627 w 2119654"/>
              <a:gd name="connsiteY17786" fmla="*/ 1969413 h 2398711"/>
              <a:gd name="connsiteX17787" fmla="*/ 1590909 w 2119654"/>
              <a:gd name="connsiteY17787" fmla="*/ 1969305 h 2398711"/>
              <a:gd name="connsiteX17788" fmla="*/ 1607220 w 2119654"/>
              <a:gd name="connsiteY17788" fmla="*/ 1930506 h 2398711"/>
              <a:gd name="connsiteX17789" fmla="*/ 1607043 w 2119654"/>
              <a:gd name="connsiteY17789" fmla="*/ 1931173 h 2398711"/>
              <a:gd name="connsiteX17790" fmla="*/ 1608794 w 2119654"/>
              <a:gd name="connsiteY17790" fmla="*/ 1930387 h 2398711"/>
              <a:gd name="connsiteX17791" fmla="*/ 1608858 w 2119654"/>
              <a:gd name="connsiteY17791" fmla="*/ 1929334 h 2398711"/>
              <a:gd name="connsiteX17792" fmla="*/ 1558545 w 2119654"/>
              <a:gd name="connsiteY17792" fmla="*/ 2039446 h 2398711"/>
              <a:gd name="connsiteX17793" fmla="*/ 1558544 w 2119654"/>
              <a:gd name="connsiteY17793" fmla="*/ 2039586 h 2398711"/>
              <a:gd name="connsiteX17794" fmla="*/ 1563915 w 2119654"/>
              <a:gd name="connsiteY17794" fmla="*/ 2039279 h 2398711"/>
              <a:gd name="connsiteX17795" fmla="*/ 1563574 w 2119654"/>
              <a:gd name="connsiteY17795" fmla="*/ 2037848 h 2398711"/>
              <a:gd name="connsiteX17796" fmla="*/ 1559720 w 2119654"/>
              <a:gd name="connsiteY17796" fmla="*/ 2038469 h 2398711"/>
              <a:gd name="connsiteX17797" fmla="*/ 1503845 w 2119654"/>
              <a:gd name="connsiteY17797" fmla="*/ 2161883 h 2398711"/>
              <a:gd name="connsiteX17798" fmla="*/ 1514819 w 2119654"/>
              <a:gd name="connsiteY17798" fmla="*/ 2169552 h 2398711"/>
              <a:gd name="connsiteX17799" fmla="*/ 1516581 w 2119654"/>
              <a:gd name="connsiteY17799" fmla="*/ 2163481 h 2398711"/>
              <a:gd name="connsiteX17800" fmla="*/ 1507030 w 2119654"/>
              <a:gd name="connsiteY17800" fmla="*/ 2162511 h 2398711"/>
              <a:gd name="connsiteX17801" fmla="*/ 1812000 w 2119654"/>
              <a:gd name="connsiteY17801" fmla="*/ 1471616 h 2398711"/>
              <a:gd name="connsiteX17802" fmla="*/ 1814045 w 2119654"/>
              <a:gd name="connsiteY17802" fmla="*/ 1471148 h 2398711"/>
              <a:gd name="connsiteX17803" fmla="*/ 1814566 w 2119654"/>
              <a:gd name="connsiteY17803" fmla="*/ 1469906 h 2398711"/>
              <a:gd name="connsiteX17804" fmla="*/ 1657319 w 2119654"/>
              <a:gd name="connsiteY17804" fmla="*/ 1817976 h 2398711"/>
              <a:gd name="connsiteX17805" fmla="*/ 1658248 w 2119654"/>
              <a:gd name="connsiteY17805" fmla="*/ 1817987 h 2398711"/>
              <a:gd name="connsiteX17806" fmla="*/ 1658851 w 2119654"/>
              <a:gd name="connsiteY17806" fmla="*/ 1817775 h 2398711"/>
              <a:gd name="connsiteX17807" fmla="*/ 1659064 w 2119654"/>
              <a:gd name="connsiteY17807" fmla="*/ 1817487 h 2398711"/>
              <a:gd name="connsiteX17808" fmla="*/ 1657570 w 2119654"/>
              <a:gd name="connsiteY17808" fmla="*/ 1817578 h 2398711"/>
              <a:gd name="connsiteX17809" fmla="*/ 1714787 w 2119654"/>
              <a:gd name="connsiteY17809" fmla="*/ 1689279 h 2398711"/>
              <a:gd name="connsiteX17810" fmla="*/ 1714802 w 2119654"/>
              <a:gd name="connsiteY17810" fmla="*/ 1689335 h 2398711"/>
              <a:gd name="connsiteX17811" fmla="*/ 1715213 w 2119654"/>
              <a:gd name="connsiteY17811" fmla="*/ 1688978 h 2398711"/>
              <a:gd name="connsiteX17812" fmla="*/ 1571188 w 2119654"/>
              <a:gd name="connsiteY17812" fmla="*/ 2010712 h 2398711"/>
              <a:gd name="connsiteX17813" fmla="*/ 1571219 w 2119654"/>
              <a:gd name="connsiteY17813" fmla="*/ 2015656 h 2398711"/>
              <a:gd name="connsiteX17814" fmla="*/ 1575024 w 2119654"/>
              <a:gd name="connsiteY17814" fmla="*/ 2013415 h 2398711"/>
              <a:gd name="connsiteX17815" fmla="*/ 1574319 w 2119654"/>
              <a:gd name="connsiteY17815" fmla="*/ 2009518 h 2398711"/>
              <a:gd name="connsiteX17816" fmla="*/ 1838802 w 2119654"/>
              <a:gd name="connsiteY17816" fmla="*/ 1411382 h 2398711"/>
              <a:gd name="connsiteX17817" fmla="*/ 1839179 w 2119654"/>
              <a:gd name="connsiteY17817" fmla="*/ 1411241 h 2398711"/>
              <a:gd name="connsiteX17818" fmla="*/ 1839674 w 2119654"/>
              <a:gd name="connsiteY17818" fmla="*/ 1410061 h 2398711"/>
              <a:gd name="connsiteX17819" fmla="*/ 1843992 w 2119654"/>
              <a:gd name="connsiteY17819" fmla="*/ 1399738 h 2398711"/>
              <a:gd name="connsiteX17820" fmla="*/ 1844001 w 2119654"/>
              <a:gd name="connsiteY17820" fmla="*/ 1399747 h 2398711"/>
              <a:gd name="connsiteX17821" fmla="*/ 1844014 w 2119654"/>
              <a:gd name="connsiteY17821" fmla="*/ 1399715 h 2398711"/>
              <a:gd name="connsiteX17822" fmla="*/ 1660564 w 2119654"/>
              <a:gd name="connsiteY17822" fmla="*/ 1810412 h 2398711"/>
              <a:gd name="connsiteX17823" fmla="*/ 1660624 w 2119654"/>
              <a:gd name="connsiteY17823" fmla="*/ 1812038 h 2398711"/>
              <a:gd name="connsiteX17824" fmla="*/ 1661357 w 2119654"/>
              <a:gd name="connsiteY17824" fmla="*/ 1810973 h 2398711"/>
              <a:gd name="connsiteX17825" fmla="*/ 1661727 w 2119654"/>
              <a:gd name="connsiteY17825" fmla="*/ 1810388 h 2398711"/>
              <a:gd name="connsiteX17826" fmla="*/ 1723100 w 2119654"/>
              <a:gd name="connsiteY17826" fmla="*/ 1670372 h 2398711"/>
              <a:gd name="connsiteX17827" fmla="*/ 1723101 w 2119654"/>
              <a:gd name="connsiteY17827" fmla="*/ 1670379 h 2398711"/>
              <a:gd name="connsiteX17828" fmla="*/ 1723144 w 2119654"/>
              <a:gd name="connsiteY17828" fmla="*/ 1670428 h 2398711"/>
              <a:gd name="connsiteX17829" fmla="*/ 1723124 w 2119654"/>
              <a:gd name="connsiteY17829" fmla="*/ 1670338 h 2398711"/>
              <a:gd name="connsiteX17830" fmla="*/ 1809500 w 2119654"/>
              <a:gd name="connsiteY17830" fmla="*/ 1476788 h 2398711"/>
              <a:gd name="connsiteX17831" fmla="*/ 1809802 w 2119654"/>
              <a:gd name="connsiteY17831" fmla="*/ 1477669 h 2398711"/>
              <a:gd name="connsiteX17832" fmla="*/ 1810267 w 2119654"/>
              <a:gd name="connsiteY17832" fmla="*/ 1477047 h 2398711"/>
              <a:gd name="connsiteX17833" fmla="*/ 1810233 w 2119654"/>
              <a:gd name="connsiteY17833" fmla="*/ 1476994 h 2398711"/>
              <a:gd name="connsiteX17834" fmla="*/ 1615615 w 2119654"/>
              <a:gd name="connsiteY17834" fmla="*/ 1910829 h 2398711"/>
              <a:gd name="connsiteX17835" fmla="*/ 1615672 w 2119654"/>
              <a:gd name="connsiteY17835" fmla="*/ 1911132 h 2398711"/>
              <a:gd name="connsiteX17836" fmla="*/ 1616093 w 2119654"/>
              <a:gd name="connsiteY17836" fmla="*/ 1910673 h 2398711"/>
              <a:gd name="connsiteX17837" fmla="*/ 1811066 w 2119654"/>
              <a:gd name="connsiteY17837" fmla="*/ 1473170 h 2398711"/>
              <a:gd name="connsiteX17838" fmla="*/ 1811345 w 2119654"/>
              <a:gd name="connsiteY17838" fmla="*/ 1475605 h 2398711"/>
              <a:gd name="connsiteX17839" fmla="*/ 1812985 w 2119654"/>
              <a:gd name="connsiteY17839" fmla="*/ 1473410 h 2398711"/>
              <a:gd name="connsiteX17840" fmla="*/ 1812282 w 2119654"/>
              <a:gd name="connsiteY17840" fmla="*/ 1472796 h 2398711"/>
              <a:gd name="connsiteX17841" fmla="*/ 1543465 w 2119654"/>
              <a:gd name="connsiteY17841" fmla="*/ 2072377 h 2398711"/>
              <a:gd name="connsiteX17842" fmla="*/ 1542328 w 2119654"/>
              <a:gd name="connsiteY17842" fmla="*/ 2076942 h 2398711"/>
              <a:gd name="connsiteX17843" fmla="*/ 1547214 w 2119654"/>
              <a:gd name="connsiteY17843" fmla="*/ 2078042 h 2398711"/>
              <a:gd name="connsiteX17844" fmla="*/ 1548156 w 2119654"/>
              <a:gd name="connsiteY17844" fmla="*/ 2073425 h 2398711"/>
              <a:gd name="connsiteX17845" fmla="*/ 1544249 w 2119654"/>
              <a:gd name="connsiteY17845" fmla="*/ 2071916 h 2398711"/>
              <a:gd name="connsiteX17846" fmla="*/ 1572370 w 2119654"/>
              <a:gd name="connsiteY17846" fmla="*/ 2007613 h 2398711"/>
              <a:gd name="connsiteX17847" fmla="*/ 1573890 w 2119654"/>
              <a:gd name="connsiteY17847" fmla="*/ 2007147 h 2398711"/>
              <a:gd name="connsiteX17848" fmla="*/ 1573836 w 2119654"/>
              <a:gd name="connsiteY17848" fmla="*/ 2006849 h 2398711"/>
              <a:gd name="connsiteX17849" fmla="*/ 1620401 w 2119654"/>
              <a:gd name="connsiteY17849" fmla="*/ 1899861 h 2398711"/>
              <a:gd name="connsiteX17850" fmla="*/ 1620701 w 2119654"/>
              <a:gd name="connsiteY17850" fmla="*/ 1899755 h 2398711"/>
              <a:gd name="connsiteX17851" fmla="*/ 1621318 w 2119654"/>
              <a:gd name="connsiteY17851" fmla="*/ 1899220 h 2398711"/>
              <a:gd name="connsiteX17852" fmla="*/ 1621341 w 2119654"/>
              <a:gd name="connsiteY17852" fmla="*/ 1899148 h 2398711"/>
              <a:gd name="connsiteX17853" fmla="*/ 1660576 w 2119654"/>
              <a:gd name="connsiteY17853" fmla="*/ 1809576 h 2398711"/>
              <a:gd name="connsiteX17854" fmla="*/ 1662204 w 2119654"/>
              <a:gd name="connsiteY17854" fmla="*/ 1809542 h 2398711"/>
              <a:gd name="connsiteX17855" fmla="*/ 1662110 w 2119654"/>
              <a:gd name="connsiteY17855" fmla="*/ 1807914 h 2398711"/>
              <a:gd name="connsiteX17856" fmla="*/ 1589113 w 2119654"/>
              <a:gd name="connsiteY17856" fmla="*/ 1969363 h 2398711"/>
              <a:gd name="connsiteX17857" fmla="*/ 1589118 w 2119654"/>
              <a:gd name="connsiteY17857" fmla="*/ 1969523 h 2398711"/>
              <a:gd name="connsiteX17858" fmla="*/ 1589893 w 2119654"/>
              <a:gd name="connsiteY17858" fmla="*/ 1969697 h 2398711"/>
              <a:gd name="connsiteX17859" fmla="*/ 1590327 w 2119654"/>
              <a:gd name="connsiteY17859" fmla="*/ 1969529 h 2398711"/>
              <a:gd name="connsiteX17860" fmla="*/ 1814635 w 2119654"/>
              <a:gd name="connsiteY17860" fmla="*/ 1464105 h 2398711"/>
              <a:gd name="connsiteX17861" fmla="*/ 1816147 w 2119654"/>
              <a:gd name="connsiteY17861" fmla="*/ 1466139 h 2398711"/>
              <a:gd name="connsiteX17862" fmla="*/ 1817691 w 2119654"/>
              <a:gd name="connsiteY17862" fmla="*/ 1462460 h 2398711"/>
              <a:gd name="connsiteX17863" fmla="*/ 1841788 w 2119654"/>
              <a:gd name="connsiteY17863" fmla="*/ 1403246 h 2398711"/>
              <a:gd name="connsiteX17864" fmla="*/ 1842758 w 2119654"/>
              <a:gd name="connsiteY17864" fmla="*/ 1402709 h 2398711"/>
              <a:gd name="connsiteX17865" fmla="*/ 1843768 w 2119654"/>
              <a:gd name="connsiteY17865" fmla="*/ 1400301 h 2398711"/>
              <a:gd name="connsiteX17866" fmla="*/ 1843655 w 2119654"/>
              <a:gd name="connsiteY17866" fmla="*/ 1400181 h 2398711"/>
              <a:gd name="connsiteX17867" fmla="*/ 1517002 w 2119654"/>
              <a:gd name="connsiteY17867" fmla="*/ 2130434 h 2398711"/>
              <a:gd name="connsiteX17868" fmla="*/ 1518518 w 2119654"/>
              <a:gd name="connsiteY17868" fmla="*/ 2130130 h 2398711"/>
              <a:gd name="connsiteX17869" fmla="*/ 1526849 w 2119654"/>
              <a:gd name="connsiteY17869" fmla="*/ 2128115 h 2398711"/>
              <a:gd name="connsiteX17870" fmla="*/ 1529055 w 2119654"/>
              <a:gd name="connsiteY17870" fmla="*/ 2120516 h 2398711"/>
              <a:gd name="connsiteX17871" fmla="*/ 1523897 w 2119654"/>
              <a:gd name="connsiteY17871" fmla="*/ 2120586 h 2398711"/>
              <a:gd name="connsiteX17872" fmla="*/ 1589100 w 2119654"/>
              <a:gd name="connsiteY17872" fmla="*/ 1968975 h 2398711"/>
              <a:gd name="connsiteX17873" fmla="*/ 1589107 w 2119654"/>
              <a:gd name="connsiteY17873" fmla="*/ 1969158 h 2398711"/>
              <a:gd name="connsiteX17874" fmla="*/ 1591075 w 2119654"/>
              <a:gd name="connsiteY17874" fmla="*/ 1969137 h 2398711"/>
              <a:gd name="connsiteX17875" fmla="*/ 1593052 w 2119654"/>
              <a:gd name="connsiteY17875" fmla="*/ 1966715 h 2398711"/>
              <a:gd name="connsiteX17876" fmla="*/ 1592810 w 2119654"/>
              <a:gd name="connsiteY17876" fmla="*/ 1966736 h 2398711"/>
              <a:gd name="connsiteX17877" fmla="*/ 1558554 w 2119654"/>
              <a:gd name="connsiteY17877" fmla="*/ 2037354 h 2398711"/>
              <a:gd name="connsiteX17878" fmla="*/ 1558553 w 2119654"/>
              <a:gd name="connsiteY17878" fmla="*/ 2037410 h 2398711"/>
              <a:gd name="connsiteX17879" fmla="*/ 1558626 w 2119654"/>
              <a:gd name="connsiteY17879" fmla="*/ 2037358 h 2398711"/>
              <a:gd name="connsiteX17880" fmla="*/ 1562453 w 2119654"/>
              <a:gd name="connsiteY17880" fmla="*/ 2028579 h 2398711"/>
              <a:gd name="connsiteX17881" fmla="*/ 1562549 w 2119654"/>
              <a:gd name="connsiteY17881" fmla="*/ 2028986 h 2398711"/>
              <a:gd name="connsiteX17882" fmla="*/ 1563754 w 2119654"/>
              <a:gd name="connsiteY17882" fmla="*/ 2028962 h 2398711"/>
              <a:gd name="connsiteX17883" fmla="*/ 1562641 w 2119654"/>
              <a:gd name="connsiteY17883" fmla="*/ 2028611 h 2398711"/>
              <a:gd name="connsiteX17884" fmla="*/ 1656510 w 2119654"/>
              <a:gd name="connsiteY17884" fmla="*/ 1817967 h 2398711"/>
              <a:gd name="connsiteX17885" fmla="*/ 1656536 w 2119654"/>
              <a:gd name="connsiteY17885" fmla="*/ 1817967 h 2398711"/>
              <a:gd name="connsiteX17886" fmla="*/ 1656550 w 2119654"/>
              <a:gd name="connsiteY17886" fmla="*/ 1817947 h 2398711"/>
              <a:gd name="connsiteX17887" fmla="*/ 1867899 w 2119654"/>
              <a:gd name="connsiteY17887" fmla="*/ 1344615 h 2398711"/>
              <a:gd name="connsiteX17888" fmla="*/ 1866363 w 2119654"/>
              <a:gd name="connsiteY17888" fmla="*/ 1349323 h 2398711"/>
              <a:gd name="connsiteX17889" fmla="*/ 1872022 w 2119654"/>
              <a:gd name="connsiteY17889" fmla="*/ 1341586 h 2398711"/>
              <a:gd name="connsiteX17890" fmla="*/ 1571175 w 2119654"/>
              <a:gd name="connsiteY17890" fmla="*/ 2008794 h 2398711"/>
              <a:gd name="connsiteX17891" fmla="*/ 1571182 w 2119654"/>
              <a:gd name="connsiteY17891" fmla="*/ 2009882 h 2398711"/>
              <a:gd name="connsiteX17892" fmla="*/ 1574178 w 2119654"/>
              <a:gd name="connsiteY17892" fmla="*/ 2008739 h 2398711"/>
              <a:gd name="connsiteX17893" fmla="*/ 1574008 w 2119654"/>
              <a:gd name="connsiteY17893" fmla="*/ 2007799 h 2398711"/>
              <a:gd name="connsiteX17894" fmla="*/ 1573477 w 2119654"/>
              <a:gd name="connsiteY17894" fmla="*/ 2003501 h 2398711"/>
              <a:gd name="connsiteX17895" fmla="*/ 1573984 w 2119654"/>
              <a:gd name="connsiteY17895" fmla="*/ 2006302 h 2398711"/>
              <a:gd name="connsiteX17896" fmla="*/ 1580397 w 2119654"/>
              <a:gd name="connsiteY17896" fmla="*/ 2002960 h 2398711"/>
              <a:gd name="connsiteX17897" fmla="*/ 1576833 w 2119654"/>
              <a:gd name="connsiteY17897" fmla="*/ 2003177 h 2398711"/>
              <a:gd name="connsiteX17898" fmla="*/ 1578765 w 2119654"/>
              <a:gd name="connsiteY17898" fmla="*/ 2003603 h 2398711"/>
              <a:gd name="connsiteX17899" fmla="*/ 1578627 w 2119654"/>
              <a:gd name="connsiteY17899" fmla="*/ 2003687 h 2398711"/>
              <a:gd name="connsiteX17900" fmla="*/ 1576424 w 2119654"/>
              <a:gd name="connsiteY17900" fmla="*/ 2003203 h 2398711"/>
              <a:gd name="connsiteX17901" fmla="*/ 1573593 w 2119654"/>
              <a:gd name="connsiteY17901" fmla="*/ 2003376 h 2398711"/>
              <a:gd name="connsiteX17902" fmla="*/ 1588426 w 2119654"/>
              <a:gd name="connsiteY17902" fmla="*/ 1969872 h 2398711"/>
              <a:gd name="connsiteX17903" fmla="*/ 1588396 w 2119654"/>
              <a:gd name="connsiteY17903" fmla="*/ 1970033 h 2398711"/>
              <a:gd name="connsiteX17904" fmla="*/ 1588463 w 2119654"/>
              <a:gd name="connsiteY17904" fmla="*/ 1970038 h 2398711"/>
              <a:gd name="connsiteX17905" fmla="*/ 1588458 w 2119654"/>
              <a:gd name="connsiteY17905" fmla="*/ 1969879 h 2398711"/>
              <a:gd name="connsiteX17906" fmla="*/ 1835806 w 2119654"/>
              <a:gd name="connsiteY17906" fmla="*/ 1415925 h 2398711"/>
              <a:gd name="connsiteX17907" fmla="*/ 1838031 w 2119654"/>
              <a:gd name="connsiteY17907" fmla="*/ 1413978 h 2398711"/>
              <a:gd name="connsiteX17908" fmla="*/ 1839079 w 2119654"/>
              <a:gd name="connsiteY17908" fmla="*/ 1411479 h 2398711"/>
              <a:gd name="connsiteX17909" fmla="*/ 1838626 w 2119654"/>
              <a:gd name="connsiteY17909" fmla="*/ 1411649 h 2398711"/>
              <a:gd name="connsiteX17910" fmla="*/ 1743514 w 2119654"/>
              <a:gd name="connsiteY17910" fmla="*/ 1622429 h 2398711"/>
              <a:gd name="connsiteX17911" fmla="*/ 1744207 w 2119654"/>
              <a:gd name="connsiteY17911" fmla="*/ 1623174 h 2398711"/>
              <a:gd name="connsiteX17912" fmla="*/ 1747250 w 2119654"/>
              <a:gd name="connsiteY17912" fmla="*/ 1617945 h 2398711"/>
              <a:gd name="connsiteX17913" fmla="*/ 1746861 w 2119654"/>
              <a:gd name="connsiteY17913" fmla="*/ 1617962 h 2398711"/>
              <a:gd name="connsiteX17914" fmla="*/ 1745992 w 2119654"/>
              <a:gd name="connsiteY17914" fmla="*/ 1618847 h 2398711"/>
              <a:gd name="connsiteX17915" fmla="*/ 1743273 w 2119654"/>
              <a:gd name="connsiteY17915" fmla="*/ 1622777 h 2398711"/>
              <a:gd name="connsiteX17916" fmla="*/ 1743863 w 2119654"/>
              <a:gd name="connsiteY17916" fmla="*/ 1623765 h 2398711"/>
              <a:gd name="connsiteX17917" fmla="*/ 1744018 w 2119654"/>
              <a:gd name="connsiteY17917" fmla="*/ 1623499 h 2398711"/>
              <a:gd name="connsiteX17918" fmla="*/ 1743280 w 2119654"/>
              <a:gd name="connsiteY17918" fmla="*/ 1622767 h 2398711"/>
              <a:gd name="connsiteX17919" fmla="*/ 1615312 w 2119654"/>
              <a:gd name="connsiteY17919" fmla="*/ 1909296 h 2398711"/>
              <a:gd name="connsiteX17920" fmla="*/ 1615401 w 2119654"/>
              <a:gd name="connsiteY17920" fmla="*/ 1909680 h 2398711"/>
              <a:gd name="connsiteX17921" fmla="*/ 1615524 w 2119654"/>
              <a:gd name="connsiteY17921" fmla="*/ 1910338 h 2398711"/>
              <a:gd name="connsiteX17922" fmla="*/ 1616771 w 2119654"/>
              <a:gd name="connsiteY17922" fmla="*/ 1909931 h 2398711"/>
              <a:gd name="connsiteX17923" fmla="*/ 1617167 w 2119654"/>
              <a:gd name="connsiteY17923" fmla="*/ 1909498 h 2398711"/>
              <a:gd name="connsiteX17924" fmla="*/ 1617160 w 2119654"/>
              <a:gd name="connsiteY17924" fmla="*/ 1908766 h 2398711"/>
              <a:gd name="connsiteX17925" fmla="*/ 1605170 w 2119654"/>
              <a:gd name="connsiteY17925" fmla="*/ 1931970 h 2398711"/>
              <a:gd name="connsiteX17926" fmla="*/ 1605176 w 2119654"/>
              <a:gd name="connsiteY17926" fmla="*/ 1932011 h 2398711"/>
              <a:gd name="connsiteX17927" fmla="*/ 1606392 w 2119654"/>
              <a:gd name="connsiteY17927" fmla="*/ 1931465 h 2398711"/>
              <a:gd name="connsiteX17928" fmla="*/ 1606512 w 2119654"/>
              <a:gd name="connsiteY17928" fmla="*/ 1931011 h 2398711"/>
              <a:gd name="connsiteX17929" fmla="*/ 1745555 w 2119654"/>
              <a:gd name="connsiteY17929" fmla="*/ 1617621 h 2398711"/>
              <a:gd name="connsiteX17930" fmla="*/ 1746182 w 2119654"/>
              <a:gd name="connsiteY17930" fmla="*/ 1617593 h 2398711"/>
              <a:gd name="connsiteX17931" fmla="*/ 1747184 w 2119654"/>
              <a:gd name="connsiteY17931" fmla="*/ 1616146 h 2398711"/>
              <a:gd name="connsiteX17932" fmla="*/ 1558558 w 2119654"/>
              <a:gd name="connsiteY17932" fmla="*/ 2036218 h 2398711"/>
              <a:gd name="connsiteX17933" fmla="*/ 1558557 w 2119654"/>
              <a:gd name="connsiteY17933" fmla="*/ 2036431 h 2398711"/>
              <a:gd name="connsiteX17934" fmla="*/ 1559771 w 2119654"/>
              <a:gd name="connsiteY17934" fmla="*/ 2036540 h 2398711"/>
              <a:gd name="connsiteX17935" fmla="*/ 1560312 w 2119654"/>
              <a:gd name="connsiteY17935" fmla="*/ 2036153 h 2398711"/>
              <a:gd name="connsiteX17936" fmla="*/ 1562699 w 2119654"/>
              <a:gd name="connsiteY17936" fmla="*/ 2034168 h 2398711"/>
              <a:gd name="connsiteX17937" fmla="*/ 1562695 w 2119654"/>
              <a:gd name="connsiteY17937" fmla="*/ 2034147 h 2398711"/>
              <a:gd name="connsiteX17938" fmla="*/ 1562595 w 2119654"/>
              <a:gd name="connsiteY17938" fmla="*/ 2034162 h 2398711"/>
              <a:gd name="connsiteX17939" fmla="*/ 1839712 w 2119654"/>
              <a:gd name="connsiteY17939" fmla="*/ 1406651 h 2398711"/>
              <a:gd name="connsiteX17940" fmla="*/ 1841522 w 2119654"/>
              <a:gd name="connsiteY17940" fmla="*/ 1405657 h 2398711"/>
              <a:gd name="connsiteX17941" fmla="*/ 1842527 w 2119654"/>
              <a:gd name="connsiteY17941" fmla="*/ 1403262 h 2398711"/>
              <a:gd name="connsiteX17942" fmla="*/ 1841397 w 2119654"/>
              <a:gd name="connsiteY17942" fmla="*/ 1403886 h 2398711"/>
              <a:gd name="connsiteX17943" fmla="*/ 1658989 w 2119654"/>
              <a:gd name="connsiteY17943" fmla="*/ 1811296 h 2398711"/>
              <a:gd name="connsiteX17944" fmla="*/ 1657517 w 2119654"/>
              <a:gd name="connsiteY17944" fmla="*/ 1814830 h 2398711"/>
              <a:gd name="connsiteX17945" fmla="*/ 1658767 w 2119654"/>
              <a:gd name="connsiteY17945" fmla="*/ 1814212 h 2398711"/>
              <a:gd name="connsiteX17946" fmla="*/ 1659374 w 2119654"/>
              <a:gd name="connsiteY17946" fmla="*/ 1813850 h 2398711"/>
              <a:gd name="connsiteX17947" fmla="*/ 1660054 w 2119654"/>
              <a:gd name="connsiteY17947" fmla="*/ 1812864 h 2398711"/>
              <a:gd name="connsiteX17948" fmla="*/ 1659965 w 2119654"/>
              <a:gd name="connsiteY17948" fmla="*/ 1810424 h 2398711"/>
              <a:gd name="connsiteX17949" fmla="*/ 1659790 w 2119654"/>
              <a:gd name="connsiteY17949" fmla="*/ 1810428 h 2398711"/>
              <a:gd name="connsiteX17950" fmla="*/ 1877952 w 2119654"/>
              <a:gd name="connsiteY17950" fmla="*/ 1320995 h 2398711"/>
              <a:gd name="connsiteX17951" fmla="*/ 1880131 w 2119654"/>
              <a:gd name="connsiteY17951" fmla="*/ 1322118 h 2398711"/>
              <a:gd name="connsiteX17952" fmla="*/ 1880915 w 2119654"/>
              <a:gd name="connsiteY17952" fmla="*/ 1321465 h 2398711"/>
              <a:gd name="connsiteX17953" fmla="*/ 1887022 w 2119654"/>
              <a:gd name="connsiteY17953" fmla="*/ 1313695 h 2398711"/>
              <a:gd name="connsiteX17954" fmla="*/ 1887788 w 2119654"/>
              <a:gd name="connsiteY17954" fmla="*/ 1312204 h 2398711"/>
              <a:gd name="connsiteX17955" fmla="*/ 1869554 w 2119654"/>
              <a:gd name="connsiteY17955" fmla="*/ 1339544 h 2398711"/>
              <a:gd name="connsiteX17956" fmla="*/ 1868233 w 2119654"/>
              <a:gd name="connsiteY17956" fmla="*/ 1343592 h 2398711"/>
              <a:gd name="connsiteX17957" fmla="*/ 1872820 w 2119654"/>
              <a:gd name="connsiteY17957" fmla="*/ 1340495 h 2398711"/>
              <a:gd name="connsiteX17958" fmla="*/ 1874325 w 2119654"/>
              <a:gd name="connsiteY17958" fmla="*/ 1338437 h 2398711"/>
              <a:gd name="connsiteX17959" fmla="*/ 1876840 w 2119654"/>
              <a:gd name="connsiteY17959" fmla="*/ 1333537 h 2398711"/>
              <a:gd name="connsiteX17960" fmla="*/ 1875478 w 2119654"/>
              <a:gd name="connsiteY17960" fmla="*/ 1334399 h 2398711"/>
              <a:gd name="connsiteX17961" fmla="*/ 1870816 w 2119654"/>
              <a:gd name="connsiteY17961" fmla="*/ 1338708 h 2398711"/>
              <a:gd name="connsiteX17962" fmla="*/ 1838940 w 2119654"/>
              <a:gd name="connsiteY17962" fmla="*/ 1407919 h 2398711"/>
              <a:gd name="connsiteX17963" fmla="*/ 1840784 w 2119654"/>
              <a:gd name="connsiteY17963" fmla="*/ 1407413 h 2398711"/>
              <a:gd name="connsiteX17964" fmla="*/ 1841190 w 2119654"/>
              <a:gd name="connsiteY17964" fmla="*/ 1406447 h 2398711"/>
              <a:gd name="connsiteX17965" fmla="*/ 1839598 w 2119654"/>
              <a:gd name="connsiteY17965" fmla="*/ 1407352 h 2398711"/>
              <a:gd name="connsiteX17966" fmla="*/ 1839128 w 2119654"/>
              <a:gd name="connsiteY17966" fmla="*/ 1407610 h 2398711"/>
              <a:gd name="connsiteX17967" fmla="*/ 1545189 w 2119654"/>
              <a:gd name="connsiteY17967" fmla="*/ 2065456 h 2398711"/>
              <a:gd name="connsiteX17968" fmla="*/ 1544857 w 2119654"/>
              <a:gd name="connsiteY17968" fmla="*/ 2066788 h 2398711"/>
              <a:gd name="connsiteX17969" fmla="*/ 1547522 w 2119654"/>
              <a:gd name="connsiteY17969" fmla="*/ 2065224 h 2398711"/>
              <a:gd name="connsiteX17970" fmla="*/ 1521030 w 2119654"/>
              <a:gd name="connsiteY17970" fmla="*/ 2119492 h 2398711"/>
              <a:gd name="connsiteX17971" fmla="*/ 1524141 w 2119654"/>
              <a:gd name="connsiteY17971" fmla="*/ 2119640 h 2398711"/>
              <a:gd name="connsiteX17972" fmla="*/ 1524652 w 2119654"/>
              <a:gd name="connsiteY17972" fmla="*/ 2118889 h 2398711"/>
              <a:gd name="connsiteX17973" fmla="*/ 1514559 w 2119654"/>
              <a:gd name="connsiteY17973" fmla="*/ 2133922 h 2398711"/>
              <a:gd name="connsiteX17974" fmla="*/ 1515257 w 2119654"/>
              <a:gd name="connsiteY17974" fmla="*/ 2138178 h 2398711"/>
              <a:gd name="connsiteX17975" fmla="*/ 1525045 w 2119654"/>
              <a:gd name="connsiteY17975" fmla="*/ 2134328 h 2398711"/>
              <a:gd name="connsiteX17976" fmla="*/ 1526688 w 2119654"/>
              <a:gd name="connsiteY17976" fmla="*/ 2128671 h 2398711"/>
              <a:gd name="connsiteX17977" fmla="*/ 1516513 w 2119654"/>
              <a:gd name="connsiteY17977" fmla="*/ 2131130 h 2398711"/>
              <a:gd name="connsiteX17978" fmla="*/ 1877352 w 2119654"/>
              <a:gd name="connsiteY17978" fmla="*/ 1321531 h 2398711"/>
              <a:gd name="connsiteX17979" fmla="*/ 1878964 w 2119654"/>
              <a:gd name="connsiteY17979" fmla="*/ 1323089 h 2398711"/>
              <a:gd name="connsiteX17980" fmla="*/ 1879710 w 2119654"/>
              <a:gd name="connsiteY17980" fmla="*/ 1322468 h 2398711"/>
              <a:gd name="connsiteX17981" fmla="*/ 1877550 w 2119654"/>
              <a:gd name="connsiteY17981" fmla="*/ 1321355 h 2398711"/>
              <a:gd name="connsiteX17982" fmla="*/ 1584963 w 2119654"/>
              <a:gd name="connsiteY17982" fmla="*/ 1976194 h 2398711"/>
              <a:gd name="connsiteX17983" fmla="*/ 1584993 w 2119654"/>
              <a:gd name="connsiteY17983" fmla="*/ 1976588 h 2398711"/>
              <a:gd name="connsiteX17984" fmla="*/ 1585319 w 2119654"/>
              <a:gd name="connsiteY17984" fmla="*/ 1976189 h 2398711"/>
              <a:gd name="connsiteX17985" fmla="*/ 1809006 w 2119654"/>
              <a:gd name="connsiteY17985" fmla="*/ 1474380 h 2398711"/>
              <a:gd name="connsiteX17986" fmla="*/ 1809263 w 2119654"/>
              <a:gd name="connsiteY17986" fmla="*/ 1474791 h 2398711"/>
              <a:gd name="connsiteX17987" fmla="*/ 1810439 w 2119654"/>
              <a:gd name="connsiteY17987" fmla="*/ 1476817 h 2398711"/>
              <a:gd name="connsiteX17988" fmla="*/ 1810477 w 2119654"/>
              <a:gd name="connsiteY17988" fmla="*/ 1476766 h 2398711"/>
              <a:gd name="connsiteX17989" fmla="*/ 1809970 w 2119654"/>
              <a:gd name="connsiteY17989" fmla="*/ 1473505 h 2398711"/>
              <a:gd name="connsiteX17990" fmla="*/ 1809533 w 2119654"/>
              <a:gd name="connsiteY17990" fmla="*/ 1473640 h 2398711"/>
              <a:gd name="connsiteX17991" fmla="*/ 1554743 w 2119654"/>
              <a:gd name="connsiteY17991" fmla="*/ 2043668 h 2398711"/>
              <a:gd name="connsiteX17992" fmla="*/ 1553017 w 2119654"/>
              <a:gd name="connsiteY17992" fmla="*/ 2052121 h 2398711"/>
              <a:gd name="connsiteX17993" fmla="*/ 1556093 w 2119654"/>
              <a:gd name="connsiteY17993" fmla="*/ 2052987 h 2398711"/>
              <a:gd name="connsiteX17994" fmla="*/ 1558132 w 2119654"/>
              <a:gd name="connsiteY17994" fmla="*/ 2052695 h 2398711"/>
              <a:gd name="connsiteX17995" fmla="*/ 1558169 w 2119654"/>
              <a:gd name="connsiteY17995" fmla="*/ 2043706 h 2398711"/>
              <a:gd name="connsiteX17996" fmla="*/ 1740669 w 2119654"/>
              <a:gd name="connsiteY17996" fmla="*/ 1627305 h 2398711"/>
              <a:gd name="connsiteX17997" fmla="*/ 1740991 w 2119654"/>
              <a:gd name="connsiteY17997" fmla="*/ 1628699 h 2398711"/>
              <a:gd name="connsiteX17998" fmla="*/ 1742124 w 2119654"/>
              <a:gd name="connsiteY17998" fmla="*/ 1626753 h 2398711"/>
              <a:gd name="connsiteX17999" fmla="*/ 1740917 w 2119654"/>
              <a:gd name="connsiteY17999" fmla="*/ 1627133 h 2398711"/>
              <a:gd name="connsiteX18000" fmla="*/ 1585871 w 2119654"/>
              <a:gd name="connsiteY18000" fmla="*/ 1973908 h 2398711"/>
              <a:gd name="connsiteX18001" fmla="*/ 1586257 w 2119654"/>
              <a:gd name="connsiteY18001" fmla="*/ 1973790 h 2398711"/>
              <a:gd name="connsiteX18002" fmla="*/ 1586264 w 2119654"/>
              <a:gd name="connsiteY18002" fmla="*/ 1973751 h 2398711"/>
              <a:gd name="connsiteX18003" fmla="*/ 1808781 w 2119654"/>
              <a:gd name="connsiteY18003" fmla="*/ 1474696 h 2398711"/>
              <a:gd name="connsiteX18004" fmla="*/ 1809446 w 2119654"/>
              <a:gd name="connsiteY18004" fmla="*/ 1476634 h 2398711"/>
              <a:gd name="connsiteX18005" fmla="*/ 1810127 w 2119654"/>
              <a:gd name="connsiteY18005" fmla="*/ 1476825 h 2398711"/>
              <a:gd name="connsiteX18006" fmla="*/ 1808790 w 2119654"/>
              <a:gd name="connsiteY18006" fmla="*/ 1474684 h 2398711"/>
              <a:gd name="connsiteX18007" fmla="*/ 1630246 w 2119654"/>
              <a:gd name="connsiteY18007" fmla="*/ 1874472 h 2398711"/>
              <a:gd name="connsiteX18008" fmla="*/ 1629932 w 2119654"/>
              <a:gd name="connsiteY18008" fmla="*/ 1875471 h 2398711"/>
              <a:gd name="connsiteX18009" fmla="*/ 1630780 w 2119654"/>
              <a:gd name="connsiteY18009" fmla="*/ 1875169 h 2398711"/>
              <a:gd name="connsiteX18010" fmla="*/ 1632683 w 2119654"/>
              <a:gd name="connsiteY18010" fmla="*/ 1873825 h 2398711"/>
              <a:gd name="connsiteX18011" fmla="*/ 1741430 w 2119654"/>
              <a:gd name="connsiteY18011" fmla="*/ 1625440 h 2398711"/>
              <a:gd name="connsiteX18012" fmla="*/ 1743215 w 2119654"/>
              <a:gd name="connsiteY18012" fmla="*/ 1624878 h 2398711"/>
              <a:gd name="connsiteX18013" fmla="*/ 1743722 w 2119654"/>
              <a:gd name="connsiteY18013" fmla="*/ 1624007 h 2398711"/>
              <a:gd name="connsiteX18014" fmla="*/ 1743120 w 2119654"/>
              <a:gd name="connsiteY18014" fmla="*/ 1622998 h 2398711"/>
              <a:gd name="connsiteX18015" fmla="*/ 1743009 w 2119654"/>
              <a:gd name="connsiteY18015" fmla="*/ 1621885 h 2398711"/>
              <a:gd name="connsiteX18016" fmla="*/ 1743126 w 2119654"/>
              <a:gd name="connsiteY18016" fmla="*/ 1622010 h 2398711"/>
              <a:gd name="connsiteX18017" fmla="*/ 1743697 w 2119654"/>
              <a:gd name="connsiteY18017" fmla="*/ 1621185 h 2398711"/>
              <a:gd name="connsiteX18018" fmla="*/ 1558564 w 2119654"/>
              <a:gd name="connsiteY18018" fmla="*/ 2034790 h 2398711"/>
              <a:gd name="connsiteX18019" fmla="*/ 1558561 w 2119654"/>
              <a:gd name="connsiteY18019" fmla="*/ 2035305 h 2398711"/>
              <a:gd name="connsiteX18020" fmla="*/ 1560018 w 2119654"/>
              <a:gd name="connsiteY18020" fmla="*/ 2034564 h 2398711"/>
              <a:gd name="connsiteX18021" fmla="*/ 1615036 w 2119654"/>
              <a:gd name="connsiteY18021" fmla="*/ 1908102 h 2398711"/>
              <a:gd name="connsiteX18022" fmla="*/ 1615253 w 2119654"/>
              <a:gd name="connsiteY18022" fmla="*/ 1909044 h 2398711"/>
              <a:gd name="connsiteX18023" fmla="*/ 1617158 w 2119654"/>
              <a:gd name="connsiteY18023" fmla="*/ 1908499 h 2398711"/>
              <a:gd name="connsiteX18024" fmla="*/ 1617148 w 2119654"/>
              <a:gd name="connsiteY18024" fmla="*/ 1907285 h 2398711"/>
              <a:gd name="connsiteX18025" fmla="*/ 1615962 w 2119654"/>
              <a:gd name="connsiteY18025" fmla="*/ 1907404 h 2398711"/>
              <a:gd name="connsiteX18026" fmla="*/ 1615832 w 2119654"/>
              <a:gd name="connsiteY18026" fmla="*/ 1907411 h 2398711"/>
              <a:gd name="connsiteX18027" fmla="*/ 1564696 w 2119654"/>
              <a:gd name="connsiteY18027" fmla="*/ 2020701 h 2398711"/>
              <a:gd name="connsiteX18028" fmla="*/ 1568718 w 2119654"/>
              <a:gd name="connsiteY18028" fmla="*/ 2020684 h 2398711"/>
              <a:gd name="connsiteX18029" fmla="*/ 1569659 w 2119654"/>
              <a:gd name="connsiteY18029" fmla="*/ 2020392 h 2398711"/>
              <a:gd name="connsiteX18030" fmla="*/ 1564757 w 2119654"/>
              <a:gd name="connsiteY18030" fmla="*/ 2020665 h 2398711"/>
              <a:gd name="connsiteX18031" fmla="*/ 1554994 w 2119654"/>
              <a:gd name="connsiteY18031" fmla="*/ 2042398 h 2398711"/>
              <a:gd name="connsiteX18032" fmla="*/ 1554964 w 2119654"/>
              <a:gd name="connsiteY18032" fmla="*/ 2042586 h 2398711"/>
              <a:gd name="connsiteX18033" fmla="*/ 1554802 w 2119654"/>
              <a:gd name="connsiteY18033" fmla="*/ 2043379 h 2398711"/>
              <a:gd name="connsiteX18034" fmla="*/ 1558170 w 2119654"/>
              <a:gd name="connsiteY18034" fmla="*/ 2043418 h 2398711"/>
              <a:gd name="connsiteX18035" fmla="*/ 1558181 w 2119654"/>
              <a:gd name="connsiteY18035" fmla="*/ 2040643 h 2398711"/>
              <a:gd name="connsiteX18036" fmla="*/ 1556961 w 2119654"/>
              <a:gd name="connsiteY18036" fmla="*/ 2040763 h 2398711"/>
              <a:gd name="connsiteX18037" fmla="*/ 1610610 w 2119654"/>
              <a:gd name="connsiteY18037" fmla="*/ 1917714 h 2398711"/>
              <a:gd name="connsiteX18038" fmla="*/ 1610604 w 2119654"/>
              <a:gd name="connsiteY18038" fmla="*/ 1917738 h 2398711"/>
              <a:gd name="connsiteX18039" fmla="*/ 1610545 w 2119654"/>
              <a:gd name="connsiteY18039" fmla="*/ 1918693 h 2398711"/>
              <a:gd name="connsiteX18040" fmla="*/ 1611680 w 2119654"/>
              <a:gd name="connsiteY18040" fmla="*/ 1917505 h 2398711"/>
              <a:gd name="connsiteX18041" fmla="*/ 1593790 w 2119654"/>
              <a:gd name="connsiteY18041" fmla="*/ 1955316 h 2398711"/>
              <a:gd name="connsiteX18042" fmla="*/ 1595959 w 2119654"/>
              <a:gd name="connsiteY18042" fmla="*/ 1954730 h 2398711"/>
              <a:gd name="connsiteX18043" fmla="*/ 1595865 w 2119654"/>
              <a:gd name="connsiteY18043" fmla="*/ 1954418 h 2398711"/>
              <a:gd name="connsiteX18044" fmla="*/ 1571158 w 2119654"/>
              <a:gd name="connsiteY18044" fmla="*/ 2005990 h 2398711"/>
              <a:gd name="connsiteX18045" fmla="*/ 1571169 w 2119654"/>
              <a:gd name="connsiteY18045" fmla="*/ 2007770 h 2398711"/>
              <a:gd name="connsiteX18046" fmla="*/ 1573758 w 2119654"/>
              <a:gd name="connsiteY18046" fmla="*/ 2006421 h 2398711"/>
              <a:gd name="connsiteX18047" fmla="*/ 1573270 w 2119654"/>
              <a:gd name="connsiteY18047" fmla="*/ 2003723 h 2398711"/>
              <a:gd name="connsiteX18048" fmla="*/ 1836243 w 2119654"/>
              <a:gd name="connsiteY18048" fmla="*/ 1412343 h 2398711"/>
              <a:gd name="connsiteX18049" fmla="*/ 1838068 w 2119654"/>
              <a:gd name="connsiteY18049" fmla="*/ 1411657 h 2398711"/>
              <a:gd name="connsiteX18050" fmla="*/ 1840218 w 2119654"/>
              <a:gd name="connsiteY18050" fmla="*/ 1408398 h 2398711"/>
              <a:gd name="connsiteX18051" fmla="*/ 1838271 w 2119654"/>
              <a:gd name="connsiteY18051" fmla="*/ 1409016 h 2398711"/>
              <a:gd name="connsiteX18052" fmla="*/ 1808703 w 2119654"/>
              <a:gd name="connsiteY18052" fmla="*/ 1473894 h 2398711"/>
              <a:gd name="connsiteX18053" fmla="*/ 1808931 w 2119654"/>
              <a:gd name="connsiteY18053" fmla="*/ 1474259 h 2398711"/>
              <a:gd name="connsiteX18054" fmla="*/ 1809327 w 2119654"/>
              <a:gd name="connsiteY18054" fmla="*/ 1473703 h 2398711"/>
              <a:gd name="connsiteX18055" fmla="*/ 1631329 w 2119654"/>
              <a:gd name="connsiteY18055" fmla="*/ 1871024 h 2398711"/>
              <a:gd name="connsiteX18056" fmla="*/ 1630677 w 2119654"/>
              <a:gd name="connsiteY18056" fmla="*/ 1873097 h 2398711"/>
              <a:gd name="connsiteX18057" fmla="*/ 1634228 w 2119654"/>
              <a:gd name="connsiteY18057" fmla="*/ 1872309 h 2398711"/>
              <a:gd name="connsiteX18058" fmla="*/ 1606881 w 2119654"/>
              <a:gd name="connsiteY18058" fmla="*/ 1925735 h 2398711"/>
              <a:gd name="connsiteX18059" fmla="*/ 1607215 w 2119654"/>
              <a:gd name="connsiteY18059" fmla="*/ 1925552 h 2398711"/>
              <a:gd name="connsiteX18060" fmla="*/ 1607139 w 2119654"/>
              <a:gd name="connsiteY18060" fmla="*/ 1925465 h 2398711"/>
              <a:gd name="connsiteX18061" fmla="*/ 1800137 w 2119654"/>
              <a:gd name="connsiteY18061" fmla="*/ 1492791 h 2398711"/>
              <a:gd name="connsiteX18062" fmla="*/ 1803602 w 2119654"/>
              <a:gd name="connsiteY18062" fmla="*/ 1491457 h 2398711"/>
              <a:gd name="connsiteX18063" fmla="*/ 1802395 w 2119654"/>
              <a:gd name="connsiteY18063" fmla="*/ 1490252 h 2398711"/>
              <a:gd name="connsiteX18064" fmla="*/ 1801759 w 2119654"/>
              <a:gd name="connsiteY18064" fmla="*/ 1490622 h 2398711"/>
              <a:gd name="connsiteX18065" fmla="*/ 1561825 w 2119654"/>
              <a:gd name="connsiteY18065" fmla="*/ 2025939 h 2398711"/>
              <a:gd name="connsiteX18066" fmla="*/ 1562301 w 2119654"/>
              <a:gd name="connsiteY18066" fmla="*/ 2027943 h 2398711"/>
              <a:gd name="connsiteX18067" fmla="*/ 1563791 w 2119654"/>
              <a:gd name="connsiteY18067" fmla="*/ 2028412 h 2398711"/>
              <a:gd name="connsiteX18068" fmla="*/ 1566674 w 2119654"/>
              <a:gd name="connsiteY18068" fmla="*/ 2028903 h 2398711"/>
              <a:gd name="connsiteX18069" fmla="*/ 1569089 w 2119654"/>
              <a:gd name="connsiteY18069" fmla="*/ 2028856 h 2398711"/>
              <a:gd name="connsiteX18070" fmla="*/ 1570962 w 2119654"/>
              <a:gd name="connsiteY18070" fmla="*/ 2027298 h 2398711"/>
              <a:gd name="connsiteX18071" fmla="*/ 1570940 w 2119654"/>
              <a:gd name="connsiteY18071" fmla="*/ 2023721 h 2398711"/>
              <a:gd name="connsiteX18072" fmla="*/ 1569805 w 2119654"/>
              <a:gd name="connsiteY18072" fmla="*/ 2023726 h 2398711"/>
              <a:gd name="connsiteX18073" fmla="*/ 1568829 w 2119654"/>
              <a:gd name="connsiteY18073" fmla="*/ 2023760 h 2398711"/>
              <a:gd name="connsiteX18074" fmla="*/ 1742487 w 2119654"/>
              <a:gd name="connsiteY18074" fmla="*/ 1621322 h 2398711"/>
              <a:gd name="connsiteX18075" fmla="*/ 1742690 w 2119654"/>
              <a:gd name="connsiteY18075" fmla="*/ 1621541 h 2398711"/>
              <a:gd name="connsiteX18076" fmla="*/ 1745107 w 2119654"/>
              <a:gd name="connsiteY18076" fmla="*/ 1619147 h 2398711"/>
              <a:gd name="connsiteX18077" fmla="*/ 1745898 w 2119654"/>
              <a:gd name="connsiteY18077" fmla="*/ 1618004 h 2398711"/>
              <a:gd name="connsiteX18078" fmla="*/ 1745093 w 2119654"/>
              <a:gd name="connsiteY18078" fmla="*/ 1618039 h 2398711"/>
              <a:gd name="connsiteX18079" fmla="*/ 1744715 w 2119654"/>
              <a:gd name="connsiteY18079" fmla="*/ 1618381 h 2398711"/>
              <a:gd name="connsiteX18080" fmla="*/ 1743617 w 2119654"/>
              <a:gd name="connsiteY18080" fmla="*/ 1619453 h 2398711"/>
              <a:gd name="connsiteX18081" fmla="*/ 1510283 w 2119654"/>
              <a:gd name="connsiteY18081" fmla="*/ 2141250 h 2398711"/>
              <a:gd name="connsiteX18082" fmla="*/ 1515592 w 2119654"/>
              <a:gd name="connsiteY18082" fmla="*/ 2142074 h 2398711"/>
              <a:gd name="connsiteX18083" fmla="*/ 1515180 w 2119654"/>
              <a:gd name="connsiteY18083" fmla="*/ 2139556 h 2398711"/>
              <a:gd name="connsiteX18084" fmla="*/ 1515050 w 2119654"/>
              <a:gd name="connsiteY18084" fmla="*/ 2139561 h 2398711"/>
              <a:gd name="connsiteX18085" fmla="*/ 1514552 w 2119654"/>
              <a:gd name="connsiteY18085" fmla="*/ 2139571 h 2398711"/>
              <a:gd name="connsiteX18086" fmla="*/ 1873089 w 2119654"/>
              <a:gd name="connsiteY18086" fmla="*/ 1328708 h 2398711"/>
              <a:gd name="connsiteX18087" fmla="*/ 1872779 w 2119654"/>
              <a:gd name="connsiteY18087" fmla="*/ 1329657 h 2398711"/>
              <a:gd name="connsiteX18088" fmla="*/ 1876312 w 2119654"/>
              <a:gd name="connsiteY18088" fmla="*/ 1327321 h 2398711"/>
              <a:gd name="connsiteX18089" fmla="*/ 1879089 w 2119654"/>
              <a:gd name="connsiteY18089" fmla="*/ 1323788 h 2398711"/>
              <a:gd name="connsiteX18090" fmla="*/ 1879047 w 2119654"/>
              <a:gd name="connsiteY18090" fmla="*/ 1323748 h 2398711"/>
              <a:gd name="connsiteX18091" fmla="*/ 1813328 w 2119654"/>
              <a:gd name="connsiteY18091" fmla="*/ 1462348 h 2398711"/>
              <a:gd name="connsiteX18092" fmla="*/ 1814569 w 2119654"/>
              <a:gd name="connsiteY18092" fmla="*/ 1464017 h 2398711"/>
              <a:gd name="connsiteX18093" fmla="*/ 1817758 w 2119654"/>
              <a:gd name="connsiteY18093" fmla="*/ 1462299 h 2398711"/>
              <a:gd name="connsiteX18094" fmla="*/ 1820272 w 2119654"/>
              <a:gd name="connsiteY18094" fmla="*/ 1456307 h 2398711"/>
              <a:gd name="connsiteX18095" fmla="*/ 1819436 w 2119654"/>
              <a:gd name="connsiteY18095" fmla="*/ 1456823 h 2398711"/>
              <a:gd name="connsiteX18096" fmla="*/ 1851673 w 2119654"/>
              <a:gd name="connsiteY18096" fmla="*/ 1376422 h 2398711"/>
              <a:gd name="connsiteX18097" fmla="*/ 1852712 w 2119654"/>
              <a:gd name="connsiteY18097" fmla="*/ 1377480 h 2398711"/>
              <a:gd name="connsiteX18098" fmla="*/ 1852932 w 2119654"/>
              <a:gd name="connsiteY18098" fmla="*/ 1377381 h 2398711"/>
              <a:gd name="connsiteX18099" fmla="*/ 1854880 w 2119654"/>
              <a:gd name="connsiteY18099" fmla="*/ 1371788 h 2398711"/>
              <a:gd name="connsiteX18100" fmla="*/ 1741750 w 2119654"/>
              <a:gd name="connsiteY18100" fmla="*/ 1622472 h 2398711"/>
              <a:gd name="connsiteX18101" fmla="*/ 1742368 w 2119654"/>
              <a:gd name="connsiteY18101" fmla="*/ 1621860 h 2398711"/>
              <a:gd name="connsiteX18102" fmla="*/ 1742238 w 2119654"/>
              <a:gd name="connsiteY18102" fmla="*/ 1621732 h 2398711"/>
              <a:gd name="connsiteX18103" fmla="*/ 1741989 w 2119654"/>
              <a:gd name="connsiteY18103" fmla="*/ 1622144 h 2398711"/>
              <a:gd name="connsiteX18104" fmla="*/ 1824126 w 2119654"/>
              <a:gd name="connsiteY18104" fmla="*/ 1437979 h 2398711"/>
              <a:gd name="connsiteX18105" fmla="*/ 1825254 w 2119654"/>
              <a:gd name="connsiteY18105" fmla="*/ 1439834 h 2398711"/>
              <a:gd name="connsiteX18106" fmla="*/ 1826748 w 2119654"/>
              <a:gd name="connsiteY18106" fmla="*/ 1437784 h 2398711"/>
              <a:gd name="connsiteX18107" fmla="*/ 1826807 w 2119654"/>
              <a:gd name="connsiteY18107" fmla="*/ 1438223 h 2398711"/>
              <a:gd name="connsiteX18108" fmla="*/ 1825426 w 2119654"/>
              <a:gd name="connsiteY18108" fmla="*/ 1440117 h 2398711"/>
              <a:gd name="connsiteX18109" fmla="*/ 1826395 w 2119654"/>
              <a:gd name="connsiteY18109" fmla="*/ 1441712 h 2398711"/>
              <a:gd name="connsiteX18110" fmla="*/ 1829247 w 2119654"/>
              <a:gd name="connsiteY18110" fmla="*/ 1434915 h 2398711"/>
              <a:gd name="connsiteX18111" fmla="*/ 1597922 w 2119654"/>
              <a:gd name="connsiteY18111" fmla="*/ 1944396 h 2398711"/>
              <a:gd name="connsiteX18112" fmla="*/ 1599451 w 2119654"/>
              <a:gd name="connsiteY18112" fmla="*/ 1949460 h 2398711"/>
              <a:gd name="connsiteX18113" fmla="*/ 1599461 w 2119654"/>
              <a:gd name="connsiteY18113" fmla="*/ 1949461 h 2398711"/>
              <a:gd name="connsiteX18114" fmla="*/ 1601931 w 2119654"/>
              <a:gd name="connsiteY18114" fmla="*/ 1948303 h 2398711"/>
              <a:gd name="connsiteX18115" fmla="*/ 1602994 w 2119654"/>
              <a:gd name="connsiteY18115" fmla="*/ 1944292 h 2398711"/>
              <a:gd name="connsiteX18116" fmla="*/ 1602540 w 2119654"/>
              <a:gd name="connsiteY18116" fmla="*/ 1942609 h 2398711"/>
              <a:gd name="connsiteX18117" fmla="*/ 1805773 w 2119654"/>
              <a:gd name="connsiteY18117" fmla="*/ 1478922 h 2398711"/>
              <a:gd name="connsiteX18118" fmla="*/ 1807184 w 2119654"/>
              <a:gd name="connsiteY18118" fmla="*/ 1481172 h 2398711"/>
              <a:gd name="connsiteX18119" fmla="*/ 1807777 w 2119654"/>
              <a:gd name="connsiteY18119" fmla="*/ 1480379 h 2398711"/>
              <a:gd name="connsiteX18120" fmla="*/ 1806787 w 2119654"/>
              <a:gd name="connsiteY18120" fmla="*/ 1477497 h 2398711"/>
              <a:gd name="connsiteX18121" fmla="*/ 1555524 w 2119654"/>
              <a:gd name="connsiteY18121" fmla="*/ 2039145 h 2398711"/>
              <a:gd name="connsiteX18122" fmla="*/ 1555445 w 2119654"/>
              <a:gd name="connsiteY18122" fmla="*/ 2039631 h 2398711"/>
              <a:gd name="connsiteX18123" fmla="*/ 1556300 w 2119654"/>
              <a:gd name="connsiteY18123" fmla="*/ 2039020 h 2398711"/>
              <a:gd name="connsiteX18124" fmla="*/ 1514193 w 2119654"/>
              <a:gd name="connsiteY18124" fmla="*/ 2131692 h 2398711"/>
              <a:gd name="connsiteX18125" fmla="*/ 1514503 w 2119654"/>
              <a:gd name="connsiteY18125" fmla="*/ 2133583 h 2398711"/>
              <a:gd name="connsiteX18126" fmla="*/ 1516161 w 2119654"/>
              <a:gd name="connsiteY18126" fmla="*/ 2131216 h 2398711"/>
              <a:gd name="connsiteX18127" fmla="*/ 1510706 w 2119654"/>
              <a:gd name="connsiteY18127" fmla="*/ 2139422 h 2398711"/>
              <a:gd name="connsiteX18128" fmla="*/ 1512172 w 2119654"/>
              <a:gd name="connsiteY18128" fmla="*/ 2139391 h 2398711"/>
              <a:gd name="connsiteX18129" fmla="*/ 1514971 w 2119654"/>
              <a:gd name="connsiteY18129" fmla="*/ 2138290 h 2398711"/>
              <a:gd name="connsiteX18130" fmla="*/ 1514313 w 2119654"/>
              <a:gd name="connsiteY18130" fmla="*/ 2134272 h 2398711"/>
              <a:gd name="connsiteX18131" fmla="*/ 1613310 w 2119654"/>
              <a:gd name="connsiteY18131" fmla="*/ 1909600 h 2398711"/>
              <a:gd name="connsiteX18132" fmla="*/ 1614081 w 2119654"/>
              <a:gd name="connsiteY18132" fmla="*/ 1909380 h 2398711"/>
              <a:gd name="connsiteX18133" fmla="*/ 1613995 w 2119654"/>
              <a:gd name="connsiteY18133" fmla="*/ 1909006 h 2398711"/>
              <a:gd name="connsiteX18134" fmla="*/ 1856438 w 2119654"/>
              <a:gd name="connsiteY18134" fmla="*/ 1365108 h 2398711"/>
              <a:gd name="connsiteX18135" fmla="*/ 1857430 w 2119654"/>
              <a:gd name="connsiteY18135" fmla="*/ 1364461 h 2398711"/>
              <a:gd name="connsiteX18136" fmla="*/ 1857799 w 2119654"/>
              <a:gd name="connsiteY18136" fmla="*/ 1363400 h 2398711"/>
              <a:gd name="connsiteX18137" fmla="*/ 1857624 w 2119654"/>
              <a:gd name="connsiteY18137" fmla="*/ 1363487 h 2398711"/>
              <a:gd name="connsiteX18138" fmla="*/ 1798084 w 2119654"/>
              <a:gd name="connsiteY18138" fmla="*/ 1495538 h 2398711"/>
              <a:gd name="connsiteX18139" fmla="*/ 1803042 w 2119654"/>
              <a:gd name="connsiteY18139" fmla="*/ 1493535 h 2398711"/>
              <a:gd name="connsiteX18140" fmla="*/ 1803374 w 2119654"/>
              <a:gd name="connsiteY18140" fmla="*/ 1493291 h 2398711"/>
              <a:gd name="connsiteX18141" fmla="*/ 1803594 w 2119654"/>
              <a:gd name="connsiteY18141" fmla="*/ 1492859 h 2398711"/>
              <a:gd name="connsiteX18142" fmla="*/ 1798414 w 2119654"/>
              <a:gd name="connsiteY18142" fmla="*/ 1495096 h 2398711"/>
              <a:gd name="connsiteX18143" fmla="*/ 1510181 w 2119654"/>
              <a:gd name="connsiteY18143" fmla="*/ 2140174 h 2398711"/>
              <a:gd name="connsiteX18144" fmla="*/ 1511547 w 2119654"/>
              <a:gd name="connsiteY18144" fmla="*/ 2139637 h 2398711"/>
              <a:gd name="connsiteX18145" fmla="*/ 1510541 w 2119654"/>
              <a:gd name="connsiteY18145" fmla="*/ 2139659 h 2398711"/>
              <a:gd name="connsiteX18146" fmla="*/ 1818624 w 2119654"/>
              <a:gd name="connsiteY18146" fmla="*/ 1449450 h 2398711"/>
              <a:gd name="connsiteX18147" fmla="*/ 1823714 w 2119654"/>
              <a:gd name="connsiteY18147" fmla="*/ 1448102 h 2398711"/>
              <a:gd name="connsiteX18148" fmla="*/ 1825763 w 2119654"/>
              <a:gd name="connsiteY18148" fmla="*/ 1443219 h 2398711"/>
              <a:gd name="connsiteX18149" fmla="*/ 1824416 w 2119654"/>
              <a:gd name="connsiteY18149" fmla="*/ 1441504 h 2398711"/>
              <a:gd name="connsiteX18150" fmla="*/ 1874640 w 2119654"/>
              <a:gd name="connsiteY18150" fmla="*/ 1323956 h 2398711"/>
              <a:gd name="connsiteX18151" fmla="*/ 1873415 w 2119654"/>
              <a:gd name="connsiteY18151" fmla="*/ 1327709 h 2398711"/>
              <a:gd name="connsiteX18152" fmla="*/ 1878643 w 2119654"/>
              <a:gd name="connsiteY18152" fmla="*/ 1323357 h 2398711"/>
              <a:gd name="connsiteX18153" fmla="*/ 1877042 w 2119654"/>
              <a:gd name="connsiteY18153" fmla="*/ 1321808 h 2398711"/>
              <a:gd name="connsiteX18154" fmla="*/ 1832128 w 2119654"/>
              <a:gd name="connsiteY18154" fmla="*/ 1419094 h 2398711"/>
              <a:gd name="connsiteX18155" fmla="*/ 1834222 w 2119654"/>
              <a:gd name="connsiteY18155" fmla="*/ 1417303 h 2398711"/>
              <a:gd name="connsiteX18156" fmla="*/ 1834907 w 2119654"/>
              <a:gd name="connsiteY18156" fmla="*/ 1416450 h 2398711"/>
              <a:gd name="connsiteX18157" fmla="*/ 1837892 w 2119654"/>
              <a:gd name="connsiteY18157" fmla="*/ 1411925 h 2398711"/>
              <a:gd name="connsiteX18158" fmla="*/ 1836085 w 2119654"/>
              <a:gd name="connsiteY18158" fmla="*/ 1412602 h 2398711"/>
              <a:gd name="connsiteX18159" fmla="*/ 1850137 w 2119654"/>
              <a:gd name="connsiteY18159" fmla="*/ 1378641 h 2398711"/>
              <a:gd name="connsiteX18160" fmla="*/ 1852053 w 2119654"/>
              <a:gd name="connsiteY18160" fmla="*/ 1377777 h 2398711"/>
              <a:gd name="connsiteX18161" fmla="*/ 1851280 w 2119654"/>
              <a:gd name="connsiteY18161" fmla="*/ 1376990 h 2398711"/>
              <a:gd name="connsiteX18162" fmla="*/ 1555770 w 2119654"/>
              <a:gd name="connsiteY18162" fmla="*/ 2037638 h 2398711"/>
              <a:gd name="connsiteX18163" fmla="*/ 1555582 w 2119654"/>
              <a:gd name="connsiteY18163" fmla="*/ 2038789 h 2398711"/>
              <a:gd name="connsiteX18164" fmla="*/ 1556926 w 2119654"/>
              <a:gd name="connsiteY18164" fmla="*/ 2038573 h 2398711"/>
              <a:gd name="connsiteX18165" fmla="*/ 1558194 w 2119654"/>
              <a:gd name="connsiteY18165" fmla="*/ 2037667 h 2398711"/>
              <a:gd name="connsiteX18166" fmla="*/ 1558195 w 2119654"/>
              <a:gd name="connsiteY18166" fmla="*/ 2037337 h 2398711"/>
              <a:gd name="connsiteX18167" fmla="*/ 1556524 w 2119654"/>
              <a:gd name="connsiteY18167" fmla="*/ 2037254 h 2398711"/>
              <a:gd name="connsiteX18168" fmla="*/ 1740101 w 2119654"/>
              <a:gd name="connsiteY18168" fmla="*/ 1624846 h 2398711"/>
              <a:gd name="connsiteX18169" fmla="*/ 1740318 w 2119654"/>
              <a:gd name="connsiteY18169" fmla="*/ 1625789 h 2398711"/>
              <a:gd name="connsiteX18170" fmla="*/ 1740563 w 2119654"/>
              <a:gd name="connsiteY18170" fmla="*/ 1625712 h 2398711"/>
              <a:gd name="connsiteX18171" fmla="*/ 1742805 w 2119654"/>
              <a:gd name="connsiteY18171" fmla="*/ 1622473 h 2398711"/>
              <a:gd name="connsiteX18172" fmla="*/ 1742664 w 2119654"/>
              <a:gd name="connsiteY18172" fmla="*/ 1622237 h 2398711"/>
              <a:gd name="connsiteX18173" fmla="*/ 1913997 w 2119654"/>
              <a:gd name="connsiteY18173" fmla="*/ 1235407 h 2398711"/>
              <a:gd name="connsiteX18174" fmla="*/ 1918596 w 2119654"/>
              <a:gd name="connsiteY18174" fmla="*/ 1238506 h 2398711"/>
              <a:gd name="connsiteX18175" fmla="*/ 1931431 w 2119654"/>
              <a:gd name="connsiteY18175" fmla="*/ 1222765 h 2398711"/>
              <a:gd name="connsiteX18176" fmla="*/ 1938752 w 2119654"/>
              <a:gd name="connsiteY18176" fmla="*/ 1206977 h 2398711"/>
              <a:gd name="connsiteX18177" fmla="*/ 1919472 w 2119654"/>
              <a:gd name="connsiteY18177" fmla="*/ 1225092 h 2398711"/>
              <a:gd name="connsiteX18178" fmla="*/ 1568553 w 2119654"/>
              <a:gd name="connsiteY18178" fmla="*/ 2008786 h 2398711"/>
              <a:gd name="connsiteX18179" fmla="*/ 1570180 w 2119654"/>
              <a:gd name="connsiteY18179" fmla="*/ 2008285 h 2398711"/>
              <a:gd name="connsiteX18180" fmla="*/ 1570605 w 2119654"/>
              <a:gd name="connsiteY18180" fmla="*/ 2008064 h 2398711"/>
              <a:gd name="connsiteX18181" fmla="*/ 1570538 w 2119654"/>
              <a:gd name="connsiteY18181" fmla="*/ 2006654 h 2398711"/>
              <a:gd name="connsiteX18182" fmla="*/ 1547654 w 2119654"/>
              <a:gd name="connsiteY18182" fmla="*/ 2055555 h 2398711"/>
              <a:gd name="connsiteX18183" fmla="*/ 1545303 w 2119654"/>
              <a:gd name="connsiteY18183" fmla="*/ 2064996 h 2398711"/>
              <a:gd name="connsiteX18184" fmla="*/ 1548444 w 2119654"/>
              <a:gd name="connsiteY18184" fmla="*/ 2064683 h 2398711"/>
              <a:gd name="connsiteX18185" fmla="*/ 1550145 w 2119654"/>
              <a:gd name="connsiteY18185" fmla="*/ 2063684 h 2398711"/>
              <a:gd name="connsiteX18186" fmla="*/ 1550368 w 2119654"/>
              <a:gd name="connsiteY18186" fmla="*/ 2062593 h 2398711"/>
              <a:gd name="connsiteX18187" fmla="*/ 1551345 w 2119654"/>
              <a:gd name="connsiteY18187" fmla="*/ 2056594 h 2398711"/>
              <a:gd name="connsiteX18188" fmla="*/ 1611626 w 2119654"/>
              <a:gd name="connsiteY18188" fmla="*/ 1912132 h 2398711"/>
              <a:gd name="connsiteX18189" fmla="*/ 1611553 w 2119654"/>
              <a:gd name="connsiteY18189" fmla="*/ 1912571 h 2398711"/>
              <a:gd name="connsiteX18190" fmla="*/ 1614675 w 2119654"/>
              <a:gd name="connsiteY18190" fmla="*/ 1911965 h 2398711"/>
              <a:gd name="connsiteX18191" fmla="*/ 1614497 w 2119654"/>
              <a:gd name="connsiteY18191" fmla="*/ 1911193 h 2398711"/>
              <a:gd name="connsiteX18192" fmla="*/ 1855015 w 2119654"/>
              <a:gd name="connsiteY18192" fmla="*/ 1367054 h 2398711"/>
              <a:gd name="connsiteX18193" fmla="*/ 1856959 w 2119654"/>
              <a:gd name="connsiteY18193" fmla="*/ 1365814 h 2398711"/>
              <a:gd name="connsiteX18194" fmla="*/ 1857066 w 2119654"/>
              <a:gd name="connsiteY18194" fmla="*/ 1365507 h 2398711"/>
              <a:gd name="connsiteX18195" fmla="*/ 1855308 w 2119654"/>
              <a:gd name="connsiteY18195" fmla="*/ 1366654 h 2398711"/>
              <a:gd name="connsiteX18196" fmla="*/ 1803841 w 2119654"/>
              <a:gd name="connsiteY18196" fmla="*/ 1481634 h 2398711"/>
              <a:gd name="connsiteX18197" fmla="*/ 1804453 w 2119654"/>
              <a:gd name="connsiteY18197" fmla="*/ 1483112 h 2398711"/>
              <a:gd name="connsiteX18198" fmla="*/ 1806720 w 2119654"/>
              <a:gd name="connsiteY18198" fmla="*/ 1481794 h 2398711"/>
              <a:gd name="connsiteX18199" fmla="*/ 1806939 w 2119654"/>
              <a:gd name="connsiteY18199" fmla="*/ 1481500 h 2398711"/>
              <a:gd name="connsiteX18200" fmla="*/ 1805532 w 2119654"/>
              <a:gd name="connsiteY18200" fmla="*/ 1479259 h 2398711"/>
              <a:gd name="connsiteX18201" fmla="*/ 1875748 w 2119654"/>
              <a:gd name="connsiteY18201" fmla="*/ 1320556 h 2398711"/>
              <a:gd name="connsiteX18202" fmla="*/ 1875745 w 2119654"/>
              <a:gd name="connsiteY18202" fmla="*/ 1320566 h 2398711"/>
              <a:gd name="connsiteX18203" fmla="*/ 1875752 w 2119654"/>
              <a:gd name="connsiteY18203" fmla="*/ 1320560 h 2398711"/>
              <a:gd name="connsiteX18204" fmla="*/ 1918076 w 2119654"/>
              <a:gd name="connsiteY18204" fmla="*/ 1225733 h 2398711"/>
              <a:gd name="connsiteX18205" fmla="*/ 1919212 w 2119654"/>
              <a:gd name="connsiteY18205" fmla="*/ 1224693 h 2398711"/>
              <a:gd name="connsiteX18206" fmla="*/ 1921326 w 2119654"/>
              <a:gd name="connsiteY18206" fmla="*/ 1220712 h 2398711"/>
              <a:gd name="connsiteX18207" fmla="*/ 1830069 w 2119654"/>
              <a:gd name="connsiteY18207" fmla="*/ 1422474 h 2398711"/>
              <a:gd name="connsiteX18208" fmla="*/ 1834204 w 2119654"/>
              <a:gd name="connsiteY18208" fmla="*/ 1417326 h 2398711"/>
              <a:gd name="connsiteX18209" fmla="*/ 1832067 w 2119654"/>
              <a:gd name="connsiteY18209" fmla="*/ 1419196 h 2398711"/>
              <a:gd name="connsiteX18210" fmla="*/ 1735653 w 2119654"/>
              <a:gd name="connsiteY18210" fmla="*/ 1633788 h 2398711"/>
              <a:gd name="connsiteX18211" fmla="*/ 1736051 w 2119654"/>
              <a:gd name="connsiteY18211" fmla="*/ 1633648 h 2398711"/>
              <a:gd name="connsiteX18212" fmla="*/ 1735899 w 2119654"/>
              <a:gd name="connsiteY18212" fmla="*/ 1633432 h 2398711"/>
              <a:gd name="connsiteX18213" fmla="*/ 1611835 w 2119654"/>
              <a:gd name="connsiteY18213" fmla="*/ 1910880 h 2398711"/>
              <a:gd name="connsiteX18214" fmla="*/ 1611718 w 2119654"/>
              <a:gd name="connsiteY18214" fmla="*/ 1911582 h 2398711"/>
              <a:gd name="connsiteX18215" fmla="*/ 1614387 w 2119654"/>
              <a:gd name="connsiteY18215" fmla="*/ 1910711 h 2398711"/>
              <a:gd name="connsiteX18216" fmla="*/ 1614139 w 2119654"/>
              <a:gd name="connsiteY18216" fmla="*/ 1909631 h 2398711"/>
              <a:gd name="connsiteX18217" fmla="*/ 1612849 w 2119654"/>
              <a:gd name="connsiteY18217" fmla="*/ 1910000 h 2398711"/>
              <a:gd name="connsiteX18218" fmla="*/ 1810295 w 2119654"/>
              <a:gd name="connsiteY18218" fmla="*/ 1466443 h 2398711"/>
              <a:gd name="connsiteX18219" fmla="*/ 1810825 w 2119654"/>
              <a:gd name="connsiteY18219" fmla="*/ 1471076 h 2398711"/>
              <a:gd name="connsiteX18220" fmla="*/ 1810871 w 2119654"/>
              <a:gd name="connsiteY18220" fmla="*/ 1471116 h 2398711"/>
              <a:gd name="connsiteX18221" fmla="*/ 1811398 w 2119654"/>
              <a:gd name="connsiteY18221" fmla="*/ 1470795 h 2398711"/>
              <a:gd name="connsiteX18222" fmla="*/ 1813747 w 2119654"/>
              <a:gd name="connsiteY18222" fmla="*/ 1467496 h 2398711"/>
              <a:gd name="connsiteX18223" fmla="*/ 1813757 w 2119654"/>
              <a:gd name="connsiteY18223" fmla="*/ 1467708 h 2398711"/>
              <a:gd name="connsiteX18224" fmla="*/ 1811683 w 2119654"/>
              <a:gd name="connsiteY18224" fmla="*/ 1470621 h 2398711"/>
              <a:gd name="connsiteX18225" fmla="*/ 1815154 w 2119654"/>
              <a:gd name="connsiteY18225" fmla="*/ 1468507 h 2398711"/>
              <a:gd name="connsiteX18226" fmla="*/ 1815487 w 2119654"/>
              <a:gd name="connsiteY18226" fmla="*/ 1467712 h 2398711"/>
              <a:gd name="connsiteX18227" fmla="*/ 1813092 w 2119654"/>
              <a:gd name="connsiteY18227" fmla="*/ 1464936 h 2398711"/>
              <a:gd name="connsiteX18228" fmla="*/ 1738024 w 2119654"/>
              <a:gd name="connsiteY18228" fmla="*/ 1628041 h 2398711"/>
              <a:gd name="connsiteX18229" fmla="*/ 1738257 w 2119654"/>
              <a:gd name="connsiteY18229" fmla="*/ 1628373 h 2398711"/>
              <a:gd name="connsiteX18230" fmla="*/ 1738569 w 2119654"/>
              <a:gd name="connsiteY18230" fmla="*/ 1628156 h 2398711"/>
              <a:gd name="connsiteX18231" fmla="*/ 1738508 w 2119654"/>
              <a:gd name="connsiteY18231" fmla="*/ 1627890 h 2398711"/>
              <a:gd name="connsiteX18232" fmla="*/ 1556173 w 2119654"/>
              <a:gd name="connsiteY18232" fmla="*/ 2035163 h 2398711"/>
              <a:gd name="connsiteX18233" fmla="*/ 1556004 w 2119654"/>
              <a:gd name="connsiteY18233" fmla="*/ 2036200 h 2398711"/>
              <a:gd name="connsiteX18234" fmla="*/ 1556684 w 2119654"/>
              <a:gd name="connsiteY18234" fmla="*/ 2036261 h 2398711"/>
              <a:gd name="connsiteX18235" fmla="*/ 1558203 w 2119654"/>
              <a:gd name="connsiteY18235" fmla="*/ 2035488 h 2398711"/>
              <a:gd name="connsiteX18236" fmla="*/ 1558205 w 2119654"/>
              <a:gd name="connsiteY18236" fmla="*/ 2034846 h 2398711"/>
              <a:gd name="connsiteX18237" fmla="*/ 1590714 w 2119654"/>
              <a:gd name="connsiteY18237" fmla="*/ 1957717 h 2398711"/>
              <a:gd name="connsiteX18238" fmla="*/ 1590489 w 2119654"/>
              <a:gd name="connsiteY18238" fmla="*/ 1958911 h 2398711"/>
              <a:gd name="connsiteX18239" fmla="*/ 1593901 w 2119654"/>
              <a:gd name="connsiteY18239" fmla="*/ 1957652 h 2398711"/>
              <a:gd name="connsiteX18240" fmla="*/ 1731050 w 2119654"/>
              <a:gd name="connsiteY18240" fmla="*/ 1643417 h 2398711"/>
              <a:gd name="connsiteX18241" fmla="*/ 1731140 w 2119654"/>
              <a:gd name="connsiteY18241" fmla="*/ 1643624 h 2398711"/>
              <a:gd name="connsiteX18242" fmla="*/ 1731357 w 2119654"/>
              <a:gd name="connsiteY18242" fmla="*/ 1643309 h 2398711"/>
              <a:gd name="connsiteX18243" fmla="*/ 1805946 w 2119654"/>
              <a:gd name="connsiteY18243" fmla="*/ 1475650 h 2398711"/>
              <a:gd name="connsiteX18244" fmla="*/ 1806174 w 2119654"/>
              <a:gd name="connsiteY18244" fmla="*/ 1475713 h 2398711"/>
              <a:gd name="connsiteX18245" fmla="*/ 1806114 w 2119654"/>
              <a:gd name="connsiteY18245" fmla="*/ 1475537 h 2398711"/>
              <a:gd name="connsiteX18246" fmla="*/ 1816051 w 2119654"/>
              <a:gd name="connsiteY18246" fmla="*/ 1452982 h 2398711"/>
              <a:gd name="connsiteX18247" fmla="*/ 1820667 w 2119654"/>
              <a:gd name="connsiteY18247" fmla="*/ 1451784 h 2398711"/>
              <a:gd name="connsiteX18248" fmla="*/ 1822660 w 2119654"/>
              <a:gd name="connsiteY18248" fmla="*/ 1450614 h 2398711"/>
              <a:gd name="connsiteX18249" fmla="*/ 1823469 w 2119654"/>
              <a:gd name="connsiteY18249" fmla="*/ 1448686 h 2398711"/>
              <a:gd name="connsiteX18250" fmla="*/ 1818156 w 2119654"/>
              <a:gd name="connsiteY18250" fmla="*/ 1450093 h 2398711"/>
              <a:gd name="connsiteX18251" fmla="*/ 1795364 w 2119654"/>
              <a:gd name="connsiteY18251" fmla="*/ 1499177 h 2398711"/>
              <a:gd name="connsiteX18252" fmla="*/ 1799544 w 2119654"/>
              <a:gd name="connsiteY18252" fmla="*/ 1496106 h 2398711"/>
              <a:gd name="connsiteX18253" fmla="*/ 1796699 w 2119654"/>
              <a:gd name="connsiteY18253" fmla="*/ 1497392 h 2398711"/>
              <a:gd name="connsiteX18254" fmla="*/ 1792114 w 2119654"/>
              <a:gd name="connsiteY18254" fmla="*/ 1506297 h 2398711"/>
              <a:gd name="connsiteX18255" fmla="*/ 1792477 w 2119654"/>
              <a:gd name="connsiteY18255" fmla="*/ 1508170 h 2398711"/>
              <a:gd name="connsiteX18256" fmla="*/ 1799296 w 2119654"/>
              <a:gd name="connsiteY18256" fmla="*/ 1501336 h 2398711"/>
              <a:gd name="connsiteX18257" fmla="*/ 1799759 w 2119654"/>
              <a:gd name="connsiteY18257" fmla="*/ 1500423 h 2398711"/>
              <a:gd name="connsiteX18258" fmla="*/ 1795841 w 2119654"/>
              <a:gd name="connsiteY18258" fmla="*/ 1502942 h 2398711"/>
              <a:gd name="connsiteX18259" fmla="*/ 1590933 w 2119654"/>
              <a:gd name="connsiteY18259" fmla="*/ 1956551 h 2398711"/>
              <a:gd name="connsiteX18260" fmla="*/ 1590832 w 2119654"/>
              <a:gd name="connsiteY18260" fmla="*/ 1957092 h 2398711"/>
              <a:gd name="connsiteX18261" fmla="*/ 1595690 w 2119654"/>
              <a:gd name="connsiteY18261" fmla="*/ 1956992 h 2398711"/>
              <a:gd name="connsiteX18262" fmla="*/ 1596547 w 2119654"/>
              <a:gd name="connsiteY18262" fmla="*/ 1956676 h 2398711"/>
              <a:gd name="connsiteX18263" fmla="*/ 1596021 w 2119654"/>
              <a:gd name="connsiteY18263" fmla="*/ 1954936 h 2398711"/>
              <a:gd name="connsiteX18264" fmla="*/ 1592432 w 2119654"/>
              <a:gd name="connsiteY18264" fmla="*/ 1955903 h 2398711"/>
              <a:gd name="connsiteX18265" fmla="*/ 1537529 w 2119654"/>
              <a:gd name="connsiteY18265" fmla="*/ 2075862 h 2398711"/>
              <a:gd name="connsiteX18266" fmla="*/ 1540659 w 2119654"/>
              <a:gd name="connsiteY18266" fmla="*/ 2076566 h 2398711"/>
              <a:gd name="connsiteX18267" fmla="*/ 1541165 w 2119654"/>
              <a:gd name="connsiteY18267" fmla="*/ 2074432 h 2398711"/>
              <a:gd name="connsiteX18268" fmla="*/ 1541159 w 2119654"/>
              <a:gd name="connsiteY18268" fmla="*/ 2073731 h 2398711"/>
              <a:gd name="connsiteX18269" fmla="*/ 1855733 w 2119654"/>
              <a:gd name="connsiteY18269" fmla="*/ 1363276 h 2398711"/>
              <a:gd name="connsiteX18270" fmla="*/ 1856400 w 2119654"/>
              <a:gd name="connsiteY18270" fmla="*/ 1362946 h 2398711"/>
              <a:gd name="connsiteX18271" fmla="*/ 1858298 w 2119654"/>
              <a:gd name="connsiteY18271" fmla="*/ 1360350 h 2398711"/>
              <a:gd name="connsiteX18272" fmla="*/ 1810112 w 2119654"/>
              <a:gd name="connsiteY18272" fmla="*/ 1465256 h 2398711"/>
              <a:gd name="connsiteX18273" fmla="*/ 1810278 w 2119654"/>
              <a:gd name="connsiteY18273" fmla="*/ 1466319 h 2398711"/>
              <a:gd name="connsiteX18274" fmla="*/ 1810783 w 2119654"/>
              <a:gd name="connsiteY18274" fmla="*/ 1466056 h 2398711"/>
              <a:gd name="connsiteX18275" fmla="*/ 1813019 w 2119654"/>
              <a:gd name="connsiteY18275" fmla="*/ 1464851 h 2398711"/>
              <a:gd name="connsiteX18276" fmla="*/ 1811941 w 2119654"/>
              <a:gd name="connsiteY18276" fmla="*/ 1463603 h 2398711"/>
              <a:gd name="connsiteX18277" fmla="*/ 1823011 w 2119654"/>
              <a:gd name="connsiteY18277" fmla="*/ 1436145 h 2398711"/>
              <a:gd name="connsiteX18278" fmla="*/ 1823638 w 2119654"/>
              <a:gd name="connsiteY18278" fmla="*/ 1437176 h 2398711"/>
              <a:gd name="connsiteX18279" fmla="*/ 1829860 w 2119654"/>
              <a:gd name="connsiteY18279" fmla="*/ 1433453 h 2398711"/>
              <a:gd name="connsiteX18280" fmla="*/ 1830850 w 2119654"/>
              <a:gd name="connsiteY18280" fmla="*/ 1431094 h 2398711"/>
              <a:gd name="connsiteX18281" fmla="*/ 1505758 w 2119654"/>
              <a:gd name="connsiteY18281" fmla="*/ 2146490 h 2398711"/>
              <a:gd name="connsiteX18282" fmla="*/ 1516720 w 2119654"/>
              <a:gd name="connsiteY18282" fmla="*/ 2148951 h 2398711"/>
              <a:gd name="connsiteX18283" fmla="*/ 1515770 w 2119654"/>
              <a:gd name="connsiteY18283" fmla="*/ 2143157 h 2398711"/>
              <a:gd name="connsiteX18284" fmla="*/ 1508844 w 2119654"/>
              <a:gd name="connsiteY18284" fmla="*/ 2142082 h 2398711"/>
              <a:gd name="connsiteX18285" fmla="*/ 1791949 w 2119654"/>
              <a:gd name="connsiteY18285" fmla="*/ 1505445 h 2398711"/>
              <a:gd name="connsiteX18286" fmla="*/ 1792025 w 2119654"/>
              <a:gd name="connsiteY18286" fmla="*/ 1505840 h 2398711"/>
              <a:gd name="connsiteX18287" fmla="*/ 1793755 w 2119654"/>
              <a:gd name="connsiteY18287" fmla="*/ 1504284 h 2398711"/>
              <a:gd name="connsiteX18288" fmla="*/ 1558592 w 2119654"/>
              <a:gd name="connsiteY18288" fmla="*/ 2027921 h 2398711"/>
              <a:gd name="connsiteX18289" fmla="*/ 1558587 w 2119654"/>
              <a:gd name="connsiteY18289" fmla="*/ 2029066 h 2398711"/>
              <a:gd name="connsiteX18290" fmla="*/ 1561473 w 2119654"/>
              <a:gd name="connsiteY18290" fmla="*/ 2029008 h 2398711"/>
              <a:gd name="connsiteX18291" fmla="*/ 1561325 w 2119654"/>
              <a:gd name="connsiteY18291" fmla="*/ 2028387 h 2398711"/>
              <a:gd name="connsiteX18292" fmla="*/ 1591293 w 2119654"/>
              <a:gd name="connsiteY18292" fmla="*/ 1954636 h 2398711"/>
              <a:gd name="connsiteX18293" fmla="*/ 1591194 w 2119654"/>
              <a:gd name="connsiteY18293" fmla="*/ 1955167 h 2398711"/>
              <a:gd name="connsiteX18294" fmla="*/ 1594233 w 2119654"/>
              <a:gd name="connsiteY18294" fmla="*/ 1953853 h 2398711"/>
              <a:gd name="connsiteX18295" fmla="*/ 1592671 w 2119654"/>
              <a:gd name="connsiteY18295" fmla="*/ 1953990 h 2398711"/>
              <a:gd name="connsiteX18296" fmla="*/ 1814125 w 2119654"/>
              <a:gd name="connsiteY18296" fmla="*/ 1455624 h 2398711"/>
              <a:gd name="connsiteX18297" fmla="*/ 1819440 w 2119654"/>
              <a:gd name="connsiteY18297" fmla="*/ 1452505 h 2398711"/>
              <a:gd name="connsiteX18298" fmla="*/ 1815654 w 2119654"/>
              <a:gd name="connsiteY18298" fmla="*/ 1453528 h 2398711"/>
              <a:gd name="connsiteX18299" fmla="*/ 1565517 w 2119654"/>
              <a:gd name="connsiteY18299" fmla="*/ 2012042 h 2398711"/>
              <a:gd name="connsiteX18300" fmla="*/ 1570699 w 2119654"/>
              <a:gd name="connsiteY18300" fmla="*/ 2010066 h 2398711"/>
              <a:gd name="connsiteX18301" fmla="*/ 1570648 w 2119654"/>
              <a:gd name="connsiteY18301" fmla="*/ 2008979 h 2398711"/>
              <a:gd name="connsiteX18302" fmla="*/ 1567898 w 2119654"/>
              <a:gd name="connsiteY18302" fmla="*/ 2009945 h 2398711"/>
              <a:gd name="connsiteX18303" fmla="*/ 1567069 w 2119654"/>
              <a:gd name="connsiteY18303" fmla="*/ 2010377 h 2398711"/>
              <a:gd name="connsiteX18304" fmla="*/ 1558865 w 2119654"/>
              <a:gd name="connsiteY18304" fmla="*/ 2026859 h 2398711"/>
              <a:gd name="connsiteX18305" fmla="*/ 1561132 w 2119654"/>
              <a:gd name="connsiteY18305" fmla="*/ 2027574 h 2398711"/>
              <a:gd name="connsiteX18306" fmla="*/ 1560818 w 2119654"/>
              <a:gd name="connsiteY18306" fmla="*/ 2026252 h 2398711"/>
              <a:gd name="connsiteX18307" fmla="*/ 1541461 w 2119654"/>
              <a:gd name="connsiteY18307" fmla="*/ 2065828 h 2398711"/>
              <a:gd name="connsiteX18308" fmla="*/ 1541479 w 2119654"/>
              <a:gd name="connsiteY18308" fmla="*/ 2068010 h 2398711"/>
              <a:gd name="connsiteX18309" fmla="*/ 1541475 w 2119654"/>
              <a:gd name="connsiteY18309" fmla="*/ 2068774 h 2398711"/>
              <a:gd name="connsiteX18310" fmla="*/ 1542673 w 2119654"/>
              <a:gd name="connsiteY18310" fmla="*/ 2068070 h 2398711"/>
              <a:gd name="connsiteX18311" fmla="*/ 1543247 w 2119654"/>
              <a:gd name="connsiteY18311" fmla="*/ 2065650 h 2398711"/>
              <a:gd name="connsiteX18312" fmla="*/ 1558595 w 2119654"/>
              <a:gd name="connsiteY18312" fmla="*/ 2027335 h 2398711"/>
              <a:gd name="connsiteX18313" fmla="*/ 1558594 w 2119654"/>
              <a:gd name="connsiteY18313" fmla="*/ 2027526 h 2398711"/>
              <a:gd name="connsiteX18314" fmla="*/ 1559922 w 2119654"/>
              <a:gd name="connsiteY18314" fmla="*/ 2027753 h 2398711"/>
              <a:gd name="connsiteX18315" fmla="*/ 1517145 w 2119654"/>
              <a:gd name="connsiteY18315" fmla="*/ 2120139 h 2398711"/>
              <a:gd name="connsiteX18316" fmla="*/ 1523855 w 2119654"/>
              <a:gd name="connsiteY18316" fmla="*/ 2120048 h 2398711"/>
              <a:gd name="connsiteX18317" fmla="*/ 1519061 w 2119654"/>
              <a:gd name="connsiteY18317" fmla="*/ 2119820 h 2398711"/>
              <a:gd name="connsiteX18318" fmla="*/ 1790692 w 2119654"/>
              <a:gd name="connsiteY18318" fmla="*/ 1507577 h 2398711"/>
              <a:gd name="connsiteX18319" fmla="*/ 1791491 w 2119654"/>
              <a:gd name="connsiteY18319" fmla="*/ 1509158 h 2398711"/>
              <a:gd name="connsiteX18320" fmla="*/ 1792130 w 2119654"/>
              <a:gd name="connsiteY18320" fmla="*/ 1508518 h 2398711"/>
              <a:gd name="connsiteX18321" fmla="*/ 1791695 w 2119654"/>
              <a:gd name="connsiteY18321" fmla="*/ 1506673 h 2398711"/>
              <a:gd name="connsiteX18322" fmla="*/ 1549869 w 2119654"/>
              <a:gd name="connsiteY18322" fmla="*/ 2046660 h 2398711"/>
              <a:gd name="connsiteX18323" fmla="*/ 1548804 w 2119654"/>
              <a:gd name="connsiteY18323" fmla="*/ 2050935 h 2398711"/>
              <a:gd name="connsiteX18324" fmla="*/ 1548890 w 2119654"/>
              <a:gd name="connsiteY18324" fmla="*/ 2050959 h 2398711"/>
              <a:gd name="connsiteX18325" fmla="*/ 1551548 w 2119654"/>
              <a:gd name="connsiteY18325" fmla="*/ 2051151 h 2398711"/>
              <a:gd name="connsiteX18326" fmla="*/ 1551420 w 2119654"/>
              <a:gd name="connsiteY18326" fmla="*/ 2051238 h 2398711"/>
              <a:gd name="connsiteX18327" fmla="*/ 1549350 w 2119654"/>
              <a:gd name="connsiteY18327" fmla="*/ 2051088 h 2398711"/>
              <a:gd name="connsiteX18328" fmla="*/ 1552115 w 2119654"/>
              <a:gd name="connsiteY18328" fmla="*/ 2051867 h 2398711"/>
              <a:gd name="connsiteX18329" fmla="*/ 1553447 w 2119654"/>
              <a:gd name="connsiteY18329" fmla="*/ 2043684 h 2398711"/>
              <a:gd name="connsiteX18330" fmla="*/ 1804375 w 2119654"/>
              <a:gd name="connsiteY18330" fmla="*/ 1476695 h 2398711"/>
              <a:gd name="connsiteX18331" fmla="*/ 1805696 w 2119654"/>
              <a:gd name="connsiteY18331" fmla="*/ 1478802 h 2398711"/>
              <a:gd name="connsiteX18332" fmla="*/ 1806734 w 2119654"/>
              <a:gd name="connsiteY18332" fmla="*/ 1477345 h 2398711"/>
              <a:gd name="connsiteX18333" fmla="*/ 1806227 w 2119654"/>
              <a:gd name="connsiteY18333" fmla="*/ 1475868 h 2398711"/>
              <a:gd name="connsiteX18334" fmla="*/ 1805798 w 2119654"/>
              <a:gd name="connsiteY18334" fmla="*/ 1475748 h 2398711"/>
              <a:gd name="connsiteX18335" fmla="*/ 1880232 w 2119654"/>
              <a:gd name="connsiteY18335" fmla="*/ 1306815 h 2398711"/>
              <a:gd name="connsiteX18336" fmla="*/ 1875943 w 2119654"/>
              <a:gd name="connsiteY18336" fmla="*/ 1319961 h 2398711"/>
              <a:gd name="connsiteX18337" fmla="*/ 1876254 w 2119654"/>
              <a:gd name="connsiteY18337" fmla="*/ 1320121 h 2398711"/>
              <a:gd name="connsiteX18338" fmla="*/ 1889798 w 2119654"/>
              <a:gd name="connsiteY18338" fmla="*/ 1308286 h 2398711"/>
              <a:gd name="connsiteX18339" fmla="*/ 1894767 w 2119654"/>
              <a:gd name="connsiteY18339" fmla="*/ 1298603 h 2398711"/>
              <a:gd name="connsiteX18340" fmla="*/ 1884997 w 2119654"/>
              <a:gd name="connsiteY18340" fmla="*/ 1302980 h 2398711"/>
              <a:gd name="connsiteX18341" fmla="*/ 1729523 w 2119654"/>
              <a:gd name="connsiteY18341" fmla="*/ 1644232 h 2398711"/>
              <a:gd name="connsiteX18342" fmla="*/ 1728589 w 2119654"/>
              <a:gd name="connsiteY18342" fmla="*/ 1647024 h 2398711"/>
              <a:gd name="connsiteX18343" fmla="*/ 1728950 w 2119654"/>
              <a:gd name="connsiteY18343" fmla="*/ 1646811 h 2398711"/>
              <a:gd name="connsiteX18344" fmla="*/ 1730938 w 2119654"/>
              <a:gd name="connsiteY18344" fmla="*/ 1643918 h 2398711"/>
              <a:gd name="connsiteX18345" fmla="*/ 1730757 w 2119654"/>
              <a:gd name="connsiteY18345" fmla="*/ 1643520 h 2398711"/>
              <a:gd name="connsiteX18346" fmla="*/ 1730606 w 2119654"/>
              <a:gd name="connsiteY18346" fmla="*/ 1643573 h 2398711"/>
              <a:gd name="connsiteX18347" fmla="*/ 1584682 w 2119654"/>
              <a:gd name="connsiteY18347" fmla="*/ 1968524 h 2398711"/>
              <a:gd name="connsiteX18348" fmla="*/ 1584974 w 2119654"/>
              <a:gd name="connsiteY18348" fmla="*/ 1968590 h 2398711"/>
              <a:gd name="connsiteX18349" fmla="*/ 1585482 w 2119654"/>
              <a:gd name="connsiteY18349" fmla="*/ 1968229 h 2398711"/>
              <a:gd name="connsiteX18350" fmla="*/ 1849887 w 2119654"/>
              <a:gd name="connsiteY18350" fmla="*/ 1374602 h 2398711"/>
              <a:gd name="connsiteX18351" fmla="*/ 1851140 w 2119654"/>
              <a:gd name="connsiteY18351" fmla="*/ 1375879 h 2398711"/>
              <a:gd name="connsiteX18352" fmla="*/ 1855565 w 2119654"/>
              <a:gd name="connsiteY18352" fmla="*/ 1369484 h 2398711"/>
              <a:gd name="connsiteX18353" fmla="*/ 1584420 w 2119654"/>
              <a:gd name="connsiteY18353" fmla="*/ 1968970 h 2398711"/>
              <a:gd name="connsiteX18354" fmla="*/ 1584421 w 2119654"/>
              <a:gd name="connsiteY18354" fmla="*/ 1968982 h 2398711"/>
              <a:gd name="connsiteX18355" fmla="*/ 1584434 w 2119654"/>
              <a:gd name="connsiteY18355" fmla="*/ 1968974 h 2398711"/>
              <a:gd name="connsiteX18356" fmla="*/ 1912478 w 2119654"/>
              <a:gd name="connsiteY18356" fmla="*/ 1234383 h 2398711"/>
              <a:gd name="connsiteX18357" fmla="*/ 1913650 w 2119654"/>
              <a:gd name="connsiteY18357" fmla="*/ 1235174 h 2398711"/>
              <a:gd name="connsiteX18358" fmla="*/ 1918539 w 2119654"/>
              <a:gd name="connsiteY18358" fmla="*/ 1225963 h 2398711"/>
              <a:gd name="connsiteX18359" fmla="*/ 1917041 w 2119654"/>
              <a:gd name="connsiteY18359" fmla="*/ 1227333 h 2398711"/>
              <a:gd name="connsiteX18360" fmla="*/ 1850172 w 2119654"/>
              <a:gd name="connsiteY18360" fmla="*/ 1373675 h 2398711"/>
              <a:gd name="connsiteX18361" fmla="*/ 1853797 w 2119654"/>
              <a:gd name="connsiteY18361" fmla="*/ 1370661 h 2398711"/>
              <a:gd name="connsiteX18362" fmla="*/ 1855947 w 2119654"/>
              <a:gd name="connsiteY18362" fmla="*/ 1368723 h 2398711"/>
              <a:gd name="connsiteX18363" fmla="*/ 1856025 w 2119654"/>
              <a:gd name="connsiteY18363" fmla="*/ 1368496 h 2398711"/>
              <a:gd name="connsiteX18364" fmla="*/ 1852154 w 2119654"/>
              <a:gd name="connsiteY18364" fmla="*/ 1370966 h 2398711"/>
              <a:gd name="connsiteX18365" fmla="*/ 1792261 w 2119654"/>
              <a:gd name="connsiteY18365" fmla="*/ 1503328 h 2398711"/>
              <a:gd name="connsiteX18366" fmla="*/ 1799613 w 2119654"/>
              <a:gd name="connsiteY18366" fmla="*/ 1499011 h 2398711"/>
              <a:gd name="connsiteX18367" fmla="*/ 1801198 w 2119654"/>
              <a:gd name="connsiteY18367" fmla="*/ 1497585 h 2398711"/>
              <a:gd name="connsiteX18368" fmla="*/ 1802662 w 2119654"/>
              <a:gd name="connsiteY18368" fmla="*/ 1494697 h 2398711"/>
              <a:gd name="connsiteX18369" fmla="*/ 1801727 w 2119654"/>
              <a:gd name="connsiteY18369" fmla="*/ 1495120 h 2398711"/>
              <a:gd name="connsiteX18370" fmla="*/ 1794339 w 2119654"/>
              <a:gd name="connsiteY18370" fmla="*/ 1500548 h 2398711"/>
              <a:gd name="connsiteX18371" fmla="*/ 1900708 w 2119654"/>
              <a:gd name="connsiteY18371" fmla="*/ 1260445 h 2398711"/>
              <a:gd name="connsiteX18372" fmla="*/ 1918441 w 2119654"/>
              <a:gd name="connsiteY18372" fmla="*/ 1238695 h 2398711"/>
              <a:gd name="connsiteX18373" fmla="*/ 1913882 w 2119654"/>
              <a:gd name="connsiteY18373" fmla="*/ 1235624 h 2398711"/>
              <a:gd name="connsiteX18374" fmla="*/ 1880882 w 2119654"/>
              <a:gd name="connsiteY18374" fmla="*/ 1304823 h 2398711"/>
              <a:gd name="connsiteX18375" fmla="*/ 1880376 w 2119654"/>
              <a:gd name="connsiteY18375" fmla="*/ 1306373 h 2398711"/>
              <a:gd name="connsiteX18376" fmla="*/ 1884086 w 2119654"/>
              <a:gd name="connsiteY18376" fmla="*/ 1303388 h 2398711"/>
              <a:gd name="connsiteX18377" fmla="*/ 1768019 w 2119654"/>
              <a:gd name="connsiteY18377" fmla="*/ 1557411 h 2398711"/>
              <a:gd name="connsiteX18378" fmla="*/ 1768144 w 2119654"/>
              <a:gd name="connsiteY18378" fmla="*/ 1557739 h 2398711"/>
              <a:gd name="connsiteX18379" fmla="*/ 1768585 w 2119654"/>
              <a:gd name="connsiteY18379" fmla="*/ 1557475 h 2398711"/>
              <a:gd name="connsiteX18380" fmla="*/ 1768692 w 2119654"/>
              <a:gd name="connsiteY18380" fmla="*/ 1557297 h 2398711"/>
              <a:gd name="connsiteX18381" fmla="*/ 1768608 w 2119654"/>
              <a:gd name="connsiteY18381" fmla="*/ 1556569 h 2398711"/>
              <a:gd name="connsiteX18382" fmla="*/ 1604135 w 2119654"/>
              <a:gd name="connsiteY18382" fmla="*/ 1924360 h 2398711"/>
              <a:gd name="connsiteX18383" fmla="*/ 1605336 w 2119654"/>
              <a:gd name="connsiteY18383" fmla="*/ 1923372 h 2398711"/>
              <a:gd name="connsiteX18384" fmla="*/ 1605191 w 2119654"/>
              <a:gd name="connsiteY18384" fmla="*/ 1923206 h 2398711"/>
              <a:gd name="connsiteX18385" fmla="*/ 1811529 w 2119654"/>
              <a:gd name="connsiteY18385" fmla="*/ 1459929 h 2398711"/>
              <a:gd name="connsiteX18386" fmla="*/ 1811541 w 2119654"/>
              <a:gd name="connsiteY18386" fmla="*/ 1459946 h 2398711"/>
              <a:gd name="connsiteX18387" fmla="*/ 1811805 w 2119654"/>
              <a:gd name="connsiteY18387" fmla="*/ 1459767 h 2398711"/>
              <a:gd name="connsiteX18388" fmla="*/ 1626566 w 2119654"/>
              <a:gd name="connsiteY18388" fmla="*/ 1874011 h 2398711"/>
              <a:gd name="connsiteX18389" fmla="*/ 1628607 w 2119654"/>
              <a:gd name="connsiteY18389" fmla="*/ 1873557 h 2398711"/>
              <a:gd name="connsiteX18390" fmla="*/ 1629405 w 2119654"/>
              <a:gd name="connsiteY18390" fmla="*/ 1870170 h 2398711"/>
              <a:gd name="connsiteX18391" fmla="*/ 1629190 w 2119654"/>
              <a:gd name="connsiteY18391" fmla="*/ 1870076 h 2398711"/>
              <a:gd name="connsiteX18392" fmla="*/ 1628726 w 2119654"/>
              <a:gd name="connsiteY18392" fmla="*/ 1870192 h 2398711"/>
              <a:gd name="connsiteX18393" fmla="*/ 1564304 w 2119654"/>
              <a:gd name="connsiteY18393" fmla="*/ 2013345 h 2398711"/>
              <a:gd name="connsiteX18394" fmla="*/ 1570864 w 2119654"/>
              <a:gd name="connsiteY18394" fmla="*/ 2015864 h 2398711"/>
              <a:gd name="connsiteX18395" fmla="*/ 1570890 w 2119654"/>
              <a:gd name="connsiteY18395" fmla="*/ 2015849 h 2398711"/>
              <a:gd name="connsiteX18396" fmla="*/ 1570877 w 2119654"/>
              <a:gd name="connsiteY18396" fmla="*/ 2013858 h 2398711"/>
              <a:gd name="connsiteX18397" fmla="*/ 1570737 w 2119654"/>
              <a:gd name="connsiteY18397" fmla="*/ 2010884 h 2398711"/>
              <a:gd name="connsiteX18398" fmla="*/ 1564314 w 2119654"/>
              <a:gd name="connsiteY18398" fmla="*/ 2013334 h 2398711"/>
              <a:gd name="connsiteX18399" fmla="*/ 1860711 w 2119654"/>
              <a:gd name="connsiteY18399" fmla="*/ 1349592 h 2398711"/>
              <a:gd name="connsiteX18400" fmla="*/ 1861793 w 2119654"/>
              <a:gd name="connsiteY18400" fmla="*/ 1351930 h 2398711"/>
              <a:gd name="connsiteX18401" fmla="*/ 1863189 w 2119654"/>
              <a:gd name="connsiteY18401" fmla="*/ 1347919 h 2398711"/>
              <a:gd name="connsiteX18402" fmla="*/ 1881410 w 2119654"/>
              <a:gd name="connsiteY18402" fmla="*/ 1303204 h 2398711"/>
              <a:gd name="connsiteX18403" fmla="*/ 1881054 w 2119654"/>
              <a:gd name="connsiteY18403" fmla="*/ 1304294 h 2398711"/>
              <a:gd name="connsiteX18404" fmla="*/ 1885166 w 2119654"/>
              <a:gd name="connsiteY18404" fmla="*/ 1302518 h 2398711"/>
              <a:gd name="connsiteX18405" fmla="*/ 1887506 w 2119654"/>
              <a:gd name="connsiteY18405" fmla="*/ 1300634 h 2398711"/>
              <a:gd name="connsiteX18406" fmla="*/ 1887456 w 2119654"/>
              <a:gd name="connsiteY18406" fmla="*/ 1300999 h 2398711"/>
              <a:gd name="connsiteX18407" fmla="*/ 1886038 w 2119654"/>
              <a:gd name="connsiteY18407" fmla="*/ 1302141 h 2398711"/>
              <a:gd name="connsiteX18408" fmla="*/ 1888661 w 2119654"/>
              <a:gd name="connsiteY18408" fmla="*/ 1301008 h 2398711"/>
              <a:gd name="connsiteX18409" fmla="*/ 1894988 w 2119654"/>
              <a:gd name="connsiteY18409" fmla="*/ 1298175 h 2398711"/>
              <a:gd name="connsiteX18410" fmla="*/ 1898391 w 2119654"/>
              <a:gd name="connsiteY18410" fmla="*/ 1291541 h 2398711"/>
              <a:gd name="connsiteX18411" fmla="*/ 1767532 w 2119654"/>
              <a:gd name="connsiteY18411" fmla="*/ 1558104 h 2398711"/>
              <a:gd name="connsiteX18412" fmla="*/ 1767678 w 2119654"/>
              <a:gd name="connsiteY18412" fmla="*/ 1558017 h 2398711"/>
              <a:gd name="connsiteX18413" fmla="*/ 1767649 w 2119654"/>
              <a:gd name="connsiteY18413" fmla="*/ 1557938 h 2398711"/>
              <a:gd name="connsiteX18414" fmla="*/ 1733983 w 2119654"/>
              <a:gd name="connsiteY18414" fmla="*/ 1633155 h 2398711"/>
              <a:gd name="connsiteX18415" fmla="*/ 1735401 w 2119654"/>
              <a:gd name="connsiteY18415" fmla="*/ 1633171 h 2398711"/>
              <a:gd name="connsiteX18416" fmla="*/ 1735558 w 2119654"/>
              <a:gd name="connsiteY18416" fmla="*/ 1632945 h 2398711"/>
              <a:gd name="connsiteX18417" fmla="*/ 1734859 w 2119654"/>
              <a:gd name="connsiteY18417" fmla="*/ 1631951 h 2398711"/>
              <a:gd name="connsiteX18418" fmla="*/ 1822375 w 2119654"/>
              <a:gd name="connsiteY18418" fmla="*/ 1435099 h 2398711"/>
              <a:gd name="connsiteX18419" fmla="*/ 1822785 w 2119654"/>
              <a:gd name="connsiteY18419" fmla="*/ 1435772 h 2398711"/>
              <a:gd name="connsiteX18420" fmla="*/ 1831148 w 2119654"/>
              <a:gd name="connsiteY18420" fmla="*/ 1430383 h 2398711"/>
              <a:gd name="connsiteX18421" fmla="*/ 1837988 w 2119654"/>
              <a:gd name="connsiteY18421" fmla="*/ 1414080 h 2398711"/>
              <a:gd name="connsiteX18422" fmla="*/ 1835771 w 2119654"/>
              <a:gd name="connsiteY18422" fmla="*/ 1415977 h 2398711"/>
              <a:gd name="connsiteX18423" fmla="*/ 1829525 w 2119654"/>
              <a:gd name="connsiteY18423" fmla="*/ 1425447 h 2398711"/>
              <a:gd name="connsiteX18424" fmla="*/ 1824270 w 2119654"/>
              <a:gd name="connsiteY18424" fmla="*/ 1431989 h 2398711"/>
              <a:gd name="connsiteX18425" fmla="*/ 1552549 w 2119654"/>
              <a:gd name="connsiteY18425" fmla="*/ 2039278 h 2398711"/>
              <a:gd name="connsiteX18426" fmla="*/ 1554209 w 2119654"/>
              <a:gd name="connsiteY18426" fmla="*/ 2039011 h 2398711"/>
              <a:gd name="connsiteX18427" fmla="*/ 1554312 w 2119654"/>
              <a:gd name="connsiteY18427" fmla="*/ 2038381 h 2398711"/>
              <a:gd name="connsiteX18428" fmla="*/ 1806987 w 2119654"/>
              <a:gd name="connsiteY18428" fmla="*/ 1469473 h 2398711"/>
              <a:gd name="connsiteX18429" fmla="*/ 1808035 w 2119654"/>
              <a:gd name="connsiteY18429" fmla="*/ 1472522 h 2398711"/>
              <a:gd name="connsiteX18430" fmla="*/ 1808882 w 2119654"/>
              <a:gd name="connsiteY18430" fmla="*/ 1472328 h 2398711"/>
              <a:gd name="connsiteX18431" fmla="*/ 1809709 w 2119654"/>
              <a:gd name="connsiteY18431" fmla="*/ 1471825 h 2398711"/>
              <a:gd name="connsiteX18432" fmla="*/ 1809479 w 2119654"/>
              <a:gd name="connsiteY18432" fmla="*/ 1470342 h 2398711"/>
              <a:gd name="connsiteX18433" fmla="*/ 1807663 w 2119654"/>
              <a:gd name="connsiteY18433" fmla="*/ 1468753 h 2398711"/>
              <a:gd name="connsiteX18434" fmla="*/ 1625118 w 2119654"/>
              <a:gd name="connsiteY18434" fmla="*/ 1876572 h 2398711"/>
              <a:gd name="connsiteX18435" fmla="*/ 1627235 w 2119654"/>
              <a:gd name="connsiteY18435" fmla="*/ 1876427 h 2398711"/>
              <a:gd name="connsiteX18436" fmla="*/ 1627995 w 2119654"/>
              <a:gd name="connsiteY18436" fmla="*/ 1876157 h 2398711"/>
              <a:gd name="connsiteX18437" fmla="*/ 1628273 w 2119654"/>
              <a:gd name="connsiteY18437" fmla="*/ 1874975 h 2398711"/>
              <a:gd name="connsiteX18438" fmla="*/ 1625697 w 2119654"/>
              <a:gd name="connsiteY18438" fmla="*/ 1875547 h 2398711"/>
              <a:gd name="connsiteX18439" fmla="*/ 1624689 w 2119654"/>
              <a:gd name="connsiteY18439" fmla="*/ 1877330 h 2398711"/>
              <a:gd name="connsiteX18440" fmla="*/ 1626872 w 2119654"/>
              <a:gd name="connsiteY18440" fmla="*/ 1876555 h 2398711"/>
              <a:gd name="connsiteX18441" fmla="*/ 1625056 w 2119654"/>
              <a:gd name="connsiteY18441" fmla="*/ 1876680 h 2398711"/>
              <a:gd name="connsiteX18442" fmla="*/ 1790222 w 2119654"/>
              <a:gd name="connsiteY18442" fmla="*/ 1506644 h 2398711"/>
              <a:gd name="connsiteX18443" fmla="*/ 1790506 w 2119654"/>
              <a:gd name="connsiteY18443" fmla="*/ 1507208 h 2398711"/>
              <a:gd name="connsiteX18444" fmla="*/ 1791591 w 2119654"/>
              <a:gd name="connsiteY18444" fmla="*/ 1506231 h 2398711"/>
              <a:gd name="connsiteX18445" fmla="*/ 1791477 w 2119654"/>
              <a:gd name="connsiteY18445" fmla="*/ 1505749 h 2398711"/>
              <a:gd name="connsiteX18446" fmla="*/ 1790359 w 2119654"/>
              <a:gd name="connsiteY18446" fmla="*/ 1506467 h 2398711"/>
              <a:gd name="connsiteX18447" fmla="*/ 1790360 w 2119654"/>
              <a:gd name="connsiteY18447" fmla="*/ 1506492 h 2398711"/>
              <a:gd name="connsiteX18448" fmla="*/ 1563586 w 2119654"/>
              <a:gd name="connsiteY18448" fmla="*/ 2014114 h 2398711"/>
              <a:gd name="connsiteX18449" fmla="*/ 1570187 w 2119654"/>
              <a:gd name="connsiteY18449" fmla="*/ 2016263 h 2398711"/>
              <a:gd name="connsiteX18450" fmla="*/ 1570404 w 2119654"/>
              <a:gd name="connsiteY18450" fmla="*/ 2016135 h 2398711"/>
              <a:gd name="connsiteX18451" fmla="*/ 1563996 w 2119654"/>
              <a:gd name="connsiteY18451" fmla="*/ 2013674 h 2398711"/>
              <a:gd name="connsiteX18452" fmla="*/ 1807406 w 2119654"/>
              <a:gd name="connsiteY18452" fmla="*/ 1467998 h 2398711"/>
              <a:gd name="connsiteX18453" fmla="*/ 1809392 w 2119654"/>
              <a:gd name="connsiteY18453" fmla="*/ 1469785 h 2398711"/>
              <a:gd name="connsiteX18454" fmla="*/ 1808983 w 2119654"/>
              <a:gd name="connsiteY18454" fmla="*/ 1467149 h 2398711"/>
              <a:gd name="connsiteX18455" fmla="*/ 1624266 w 2119654"/>
              <a:gd name="connsiteY18455" fmla="*/ 1878076 h 2398711"/>
              <a:gd name="connsiteX18456" fmla="*/ 1627755 w 2119654"/>
              <a:gd name="connsiteY18456" fmla="*/ 1877171 h 2398711"/>
              <a:gd name="connsiteX18457" fmla="*/ 1627882 w 2119654"/>
              <a:gd name="connsiteY18457" fmla="*/ 1876634 h 2398711"/>
              <a:gd name="connsiteX18458" fmla="*/ 1624380 w 2119654"/>
              <a:gd name="connsiteY18458" fmla="*/ 1877876 h 2398711"/>
              <a:gd name="connsiteX18459" fmla="*/ 1579442 w 2119654"/>
              <a:gd name="connsiteY18459" fmla="*/ 1978358 h 2398711"/>
              <a:gd name="connsiteX18460" fmla="*/ 1583014 w 2119654"/>
              <a:gd name="connsiteY18460" fmla="*/ 1978099 h 2398711"/>
              <a:gd name="connsiteX18461" fmla="*/ 1583766 w 2119654"/>
              <a:gd name="connsiteY18461" fmla="*/ 1977784 h 2398711"/>
              <a:gd name="connsiteX18462" fmla="*/ 1583648 w 2119654"/>
              <a:gd name="connsiteY18462" fmla="*/ 1976211 h 2398711"/>
              <a:gd name="connsiteX18463" fmla="*/ 1583371 w 2119654"/>
              <a:gd name="connsiteY18463" fmla="*/ 1976215 h 2398711"/>
              <a:gd name="connsiteX18464" fmla="*/ 1557386 w 2119654"/>
              <a:gd name="connsiteY18464" fmla="*/ 2027716 h 2398711"/>
              <a:gd name="connsiteX18465" fmla="*/ 1557162 w 2119654"/>
              <a:gd name="connsiteY18465" fmla="*/ 2029094 h 2398711"/>
              <a:gd name="connsiteX18466" fmla="*/ 1558229 w 2119654"/>
              <a:gd name="connsiteY18466" fmla="*/ 2029073 h 2398711"/>
              <a:gd name="connsiteX18467" fmla="*/ 1558234 w 2119654"/>
              <a:gd name="connsiteY18467" fmla="*/ 2027860 h 2398711"/>
              <a:gd name="connsiteX18468" fmla="*/ 1860596 w 2119654"/>
              <a:gd name="connsiteY18468" fmla="*/ 1348745 h 2398711"/>
              <a:gd name="connsiteX18469" fmla="*/ 1863609 w 2119654"/>
              <a:gd name="connsiteY18469" fmla="*/ 1346712 h 2398711"/>
              <a:gd name="connsiteX18470" fmla="*/ 1864747 w 2119654"/>
              <a:gd name="connsiteY18470" fmla="*/ 1343444 h 2398711"/>
              <a:gd name="connsiteX18471" fmla="*/ 1732792 w 2119654"/>
              <a:gd name="connsiteY18471" fmla="*/ 1634793 h 2398711"/>
              <a:gd name="connsiteX18472" fmla="*/ 1734756 w 2119654"/>
              <a:gd name="connsiteY18472" fmla="*/ 1634103 h 2398711"/>
              <a:gd name="connsiteX18473" fmla="*/ 1735274 w 2119654"/>
              <a:gd name="connsiteY18473" fmla="*/ 1633354 h 2398711"/>
              <a:gd name="connsiteX18474" fmla="*/ 1733837 w 2119654"/>
              <a:gd name="connsiteY18474" fmla="*/ 1633356 h 2398711"/>
              <a:gd name="connsiteX18475" fmla="*/ 1623644 w 2119654"/>
              <a:gd name="connsiteY18475" fmla="*/ 1879177 h 2398711"/>
              <a:gd name="connsiteX18476" fmla="*/ 1626225 w 2119654"/>
              <a:gd name="connsiteY18476" fmla="*/ 1878386 h 2398711"/>
              <a:gd name="connsiteX18477" fmla="*/ 1626965 w 2119654"/>
              <a:gd name="connsiteY18477" fmla="*/ 1877864 h 2398711"/>
              <a:gd name="connsiteX18478" fmla="*/ 1623949 w 2119654"/>
              <a:gd name="connsiteY18478" fmla="*/ 1878638 h 2398711"/>
              <a:gd name="connsiteX18479" fmla="*/ 1551204 w 2119654"/>
              <a:gd name="connsiteY18479" fmla="*/ 2041300 h 2398711"/>
              <a:gd name="connsiteX18480" fmla="*/ 1550791 w 2119654"/>
              <a:gd name="connsiteY18480" fmla="*/ 2042956 h 2398711"/>
              <a:gd name="connsiteX18481" fmla="*/ 1553370 w 2119654"/>
              <a:gd name="connsiteY18481" fmla="*/ 2041114 h 2398711"/>
              <a:gd name="connsiteX18482" fmla="*/ 1551840 w 2119654"/>
              <a:gd name="connsiteY18482" fmla="*/ 2041264 h 2398711"/>
              <a:gd name="connsiteX18483" fmla="*/ 1557454 w 2119654"/>
              <a:gd name="connsiteY18483" fmla="*/ 2027298 h 2398711"/>
              <a:gd name="connsiteX18484" fmla="*/ 1557449 w 2119654"/>
              <a:gd name="connsiteY18484" fmla="*/ 2027332 h 2398711"/>
              <a:gd name="connsiteX18485" fmla="*/ 1558236 w 2119654"/>
              <a:gd name="connsiteY18485" fmla="*/ 2027466 h 2398711"/>
              <a:gd name="connsiteX18486" fmla="*/ 1558236 w 2119654"/>
              <a:gd name="connsiteY18486" fmla="*/ 2027222 h 2398711"/>
              <a:gd name="connsiteX18487" fmla="*/ 1557971 w 2119654"/>
              <a:gd name="connsiteY18487" fmla="*/ 2027138 h 2398711"/>
              <a:gd name="connsiteX18488" fmla="*/ 1579149 w 2119654"/>
              <a:gd name="connsiteY18488" fmla="*/ 1978647 h 2398711"/>
              <a:gd name="connsiteX18489" fmla="*/ 1581362 w 2119654"/>
              <a:gd name="connsiteY18489" fmla="*/ 1978789 h 2398711"/>
              <a:gd name="connsiteX18490" fmla="*/ 1582239 w 2119654"/>
              <a:gd name="connsiteY18490" fmla="*/ 1978422 h 2398711"/>
              <a:gd name="connsiteX18491" fmla="*/ 1498866 w 2119654"/>
              <a:gd name="connsiteY18491" fmla="*/ 2158403 h 2398711"/>
              <a:gd name="connsiteX18492" fmla="*/ 1501375 w 2119654"/>
              <a:gd name="connsiteY18492" fmla="*/ 2160156 h 2398711"/>
              <a:gd name="connsiteX18493" fmla="*/ 1515883 w 2119654"/>
              <a:gd name="connsiteY18493" fmla="*/ 2163018 h 2398711"/>
              <a:gd name="connsiteX18494" fmla="*/ 1516692 w 2119654"/>
              <a:gd name="connsiteY18494" fmla="*/ 2163101 h 2398711"/>
              <a:gd name="connsiteX18495" fmla="*/ 1518193 w 2119654"/>
              <a:gd name="connsiteY18495" fmla="*/ 2157929 h 2398711"/>
              <a:gd name="connsiteX18496" fmla="*/ 1517560 w 2119654"/>
              <a:gd name="connsiteY18496" fmla="*/ 2154072 h 2398711"/>
              <a:gd name="connsiteX18497" fmla="*/ 1804016 w 2119654"/>
              <a:gd name="connsiteY18497" fmla="*/ 1475106 h 2398711"/>
              <a:gd name="connsiteX18498" fmla="*/ 1804224 w 2119654"/>
              <a:gd name="connsiteY18498" fmla="*/ 1475165 h 2398711"/>
              <a:gd name="connsiteX18499" fmla="*/ 1804503 w 2119654"/>
              <a:gd name="connsiteY18499" fmla="*/ 1474995 h 2398711"/>
              <a:gd name="connsiteX18500" fmla="*/ 1577196 w 2119654"/>
              <a:gd name="connsiteY18500" fmla="*/ 1982899 h 2398711"/>
              <a:gd name="connsiteX18501" fmla="*/ 1577686 w 2119654"/>
              <a:gd name="connsiteY18501" fmla="*/ 1985529 h 2398711"/>
              <a:gd name="connsiteX18502" fmla="*/ 1577767 w 2119654"/>
              <a:gd name="connsiteY18502" fmla="*/ 1985443 h 2398711"/>
              <a:gd name="connsiteX18503" fmla="*/ 1580060 w 2119654"/>
              <a:gd name="connsiteY18503" fmla="*/ 1982634 h 2398711"/>
              <a:gd name="connsiteX18504" fmla="*/ 1847737 w 2119654"/>
              <a:gd name="connsiteY18504" fmla="*/ 1377004 h 2398711"/>
              <a:gd name="connsiteX18505" fmla="*/ 1848802 w 2119654"/>
              <a:gd name="connsiteY18505" fmla="*/ 1379209 h 2398711"/>
              <a:gd name="connsiteX18506" fmla="*/ 1849034 w 2119654"/>
              <a:gd name="connsiteY18506" fmla="*/ 1378921 h 2398711"/>
              <a:gd name="connsiteX18507" fmla="*/ 1850746 w 2119654"/>
              <a:gd name="connsiteY18507" fmla="*/ 1376448 h 2398711"/>
              <a:gd name="connsiteX18508" fmla="*/ 1849382 w 2119654"/>
              <a:gd name="connsiteY18508" fmla="*/ 1375059 h 2398711"/>
              <a:gd name="connsiteX18509" fmla="*/ 1848733 w 2119654"/>
              <a:gd name="connsiteY18509" fmla="*/ 1375643 h 2398711"/>
              <a:gd name="connsiteX18510" fmla="*/ 1767621 w 2119654"/>
              <a:gd name="connsiteY18510" fmla="*/ 1556364 h 2398711"/>
              <a:gd name="connsiteX18511" fmla="*/ 1767795 w 2119654"/>
              <a:gd name="connsiteY18511" fmla="*/ 1556822 h 2398711"/>
              <a:gd name="connsiteX18512" fmla="*/ 1768156 w 2119654"/>
              <a:gd name="connsiteY18512" fmla="*/ 1556307 h 2398711"/>
              <a:gd name="connsiteX18513" fmla="*/ 1819722 w 2119654"/>
              <a:gd name="connsiteY18513" fmla="*/ 1439452 h 2398711"/>
              <a:gd name="connsiteX18514" fmla="*/ 1820430 w 2119654"/>
              <a:gd name="connsiteY18514" fmla="*/ 1439096 h 2398711"/>
              <a:gd name="connsiteX18515" fmla="*/ 1821853 w 2119654"/>
              <a:gd name="connsiteY18515" fmla="*/ 1438244 h 2398711"/>
              <a:gd name="connsiteX18516" fmla="*/ 1821148 w 2119654"/>
              <a:gd name="connsiteY18516" fmla="*/ 1437346 h 2398711"/>
              <a:gd name="connsiteX18517" fmla="*/ 1820913 w 2119654"/>
              <a:gd name="connsiteY18517" fmla="*/ 1437497 h 2398711"/>
              <a:gd name="connsiteX18518" fmla="*/ 1592443 w 2119654"/>
              <a:gd name="connsiteY18518" fmla="*/ 1948350 h 2398711"/>
              <a:gd name="connsiteX18519" fmla="*/ 1592389 w 2119654"/>
              <a:gd name="connsiteY18519" fmla="*/ 1948815 h 2398711"/>
              <a:gd name="connsiteX18520" fmla="*/ 1591740 w 2119654"/>
              <a:gd name="connsiteY18520" fmla="*/ 1952266 h 2398711"/>
              <a:gd name="connsiteX18521" fmla="*/ 1594939 w 2119654"/>
              <a:gd name="connsiteY18521" fmla="*/ 1951354 h 2398711"/>
              <a:gd name="connsiteX18522" fmla="*/ 1594146 w 2119654"/>
              <a:gd name="connsiteY18522" fmla="*/ 1948730 h 2398711"/>
              <a:gd name="connsiteX18523" fmla="*/ 1551582 w 2119654"/>
              <a:gd name="connsiteY18523" fmla="*/ 2039781 h 2398711"/>
              <a:gd name="connsiteX18524" fmla="*/ 1551531 w 2119654"/>
              <a:gd name="connsiteY18524" fmla="*/ 2039986 h 2398711"/>
              <a:gd name="connsiteX18525" fmla="*/ 1554073 w 2119654"/>
              <a:gd name="connsiteY18525" fmla="*/ 2039841 h 2398711"/>
              <a:gd name="connsiteX18526" fmla="*/ 1554151 w 2119654"/>
              <a:gd name="connsiteY18526" fmla="*/ 2039366 h 2398711"/>
              <a:gd name="connsiteX18527" fmla="*/ 1806625 w 2119654"/>
              <a:gd name="connsiteY18527" fmla="*/ 1468419 h 2398711"/>
              <a:gd name="connsiteX18528" fmla="*/ 1806905 w 2119654"/>
              <a:gd name="connsiteY18528" fmla="*/ 1469231 h 2398711"/>
              <a:gd name="connsiteX18529" fmla="*/ 1807492 w 2119654"/>
              <a:gd name="connsiteY18529" fmla="*/ 1468605 h 2398711"/>
              <a:gd name="connsiteX18530" fmla="*/ 1807030 w 2119654"/>
              <a:gd name="connsiteY18530" fmla="*/ 1468201 h 2398711"/>
              <a:gd name="connsiteX18531" fmla="*/ 1806951 w 2119654"/>
              <a:gd name="connsiteY18531" fmla="*/ 1467590 h 2398711"/>
              <a:gd name="connsiteX18532" fmla="*/ 1807278 w 2119654"/>
              <a:gd name="connsiteY18532" fmla="*/ 1467884 h 2398711"/>
              <a:gd name="connsiteX18533" fmla="*/ 1808960 w 2119654"/>
              <a:gd name="connsiteY18533" fmla="*/ 1467006 h 2398711"/>
              <a:gd name="connsiteX18534" fmla="*/ 1808851 w 2119654"/>
              <a:gd name="connsiteY18534" fmla="*/ 1466304 h 2398711"/>
              <a:gd name="connsiteX18535" fmla="*/ 1802318 w 2119654"/>
              <a:gd name="connsiteY18535" fmla="*/ 1477965 h 2398711"/>
              <a:gd name="connsiteX18536" fmla="*/ 1803766 w 2119654"/>
              <a:gd name="connsiteY18536" fmla="*/ 1481454 h 2398711"/>
              <a:gd name="connsiteX18537" fmla="*/ 1805269 w 2119654"/>
              <a:gd name="connsiteY18537" fmla="*/ 1479403 h 2398711"/>
              <a:gd name="connsiteX18538" fmla="*/ 1805457 w 2119654"/>
              <a:gd name="connsiteY18538" fmla="*/ 1479138 h 2398711"/>
              <a:gd name="connsiteX18539" fmla="*/ 1804056 w 2119654"/>
              <a:gd name="connsiteY18539" fmla="*/ 1476906 h 2398711"/>
              <a:gd name="connsiteX18540" fmla="*/ 1803458 w 2119654"/>
              <a:gd name="connsiteY18540" fmla="*/ 1475234 h 2398711"/>
              <a:gd name="connsiteX18541" fmla="*/ 1803638 w 2119654"/>
              <a:gd name="connsiteY18541" fmla="*/ 1475523 h 2398711"/>
              <a:gd name="connsiteX18542" fmla="*/ 1804067 w 2119654"/>
              <a:gd name="connsiteY18542" fmla="*/ 1475262 h 2398711"/>
              <a:gd name="connsiteX18543" fmla="*/ 1803741 w 2119654"/>
              <a:gd name="connsiteY18543" fmla="*/ 1475170 h 2398711"/>
              <a:gd name="connsiteX18544" fmla="*/ 1851038 w 2119654"/>
              <a:gd name="connsiteY18544" fmla="*/ 1368630 h 2398711"/>
              <a:gd name="connsiteX18545" fmla="*/ 1853339 w 2119654"/>
              <a:gd name="connsiteY18545" fmla="*/ 1367129 h 2398711"/>
              <a:gd name="connsiteX18546" fmla="*/ 1855085 w 2119654"/>
              <a:gd name="connsiteY18546" fmla="*/ 1364743 h 2398711"/>
              <a:gd name="connsiteX18547" fmla="*/ 1853958 w 2119654"/>
              <a:gd name="connsiteY18547" fmla="*/ 1365300 h 2398711"/>
              <a:gd name="connsiteX18548" fmla="*/ 1603647 w 2119654"/>
              <a:gd name="connsiteY18548" fmla="*/ 1922584 h 2398711"/>
              <a:gd name="connsiteX18549" fmla="*/ 1603821 w 2119654"/>
              <a:gd name="connsiteY18549" fmla="*/ 1923421 h 2398711"/>
              <a:gd name="connsiteX18550" fmla="*/ 1604653 w 2119654"/>
              <a:gd name="connsiteY18550" fmla="*/ 1922581 h 2398711"/>
              <a:gd name="connsiteX18551" fmla="*/ 1604608 w 2119654"/>
              <a:gd name="connsiteY18551" fmla="*/ 1922529 h 2398711"/>
              <a:gd name="connsiteX18552" fmla="*/ 1574413 w 2119654"/>
              <a:gd name="connsiteY18552" fmla="*/ 1987754 h 2398711"/>
              <a:gd name="connsiteX18553" fmla="*/ 1573566 w 2119654"/>
              <a:gd name="connsiteY18553" fmla="*/ 1989834 h 2398711"/>
              <a:gd name="connsiteX18554" fmla="*/ 1573579 w 2119654"/>
              <a:gd name="connsiteY18554" fmla="*/ 1989854 h 2398711"/>
              <a:gd name="connsiteX18555" fmla="*/ 1575681 w 2119654"/>
              <a:gd name="connsiteY18555" fmla="*/ 1987640 h 2398711"/>
              <a:gd name="connsiteX18556" fmla="*/ 1840280 w 2119654"/>
              <a:gd name="connsiteY18556" fmla="*/ 1392316 h 2398711"/>
              <a:gd name="connsiteX18557" fmla="*/ 1842545 w 2119654"/>
              <a:gd name="connsiteY18557" fmla="*/ 1394822 h 2398711"/>
              <a:gd name="connsiteX18558" fmla="*/ 1847335 w 2119654"/>
              <a:gd name="connsiteY18558" fmla="*/ 1386963 h 2398711"/>
              <a:gd name="connsiteX18559" fmla="*/ 1843104 w 2119654"/>
              <a:gd name="connsiteY18559" fmla="*/ 1388804 h 2398711"/>
              <a:gd name="connsiteX18560" fmla="*/ 1843051 w 2119654"/>
              <a:gd name="connsiteY18560" fmla="*/ 1388880 h 2398711"/>
              <a:gd name="connsiteX18561" fmla="*/ 1806456 w 2119654"/>
              <a:gd name="connsiteY18561" fmla="*/ 1467925 h 2398711"/>
              <a:gd name="connsiteX18562" fmla="*/ 1806568 w 2119654"/>
              <a:gd name="connsiteY18562" fmla="*/ 1468254 h 2398711"/>
              <a:gd name="connsiteX18563" fmla="*/ 1806895 w 2119654"/>
              <a:gd name="connsiteY18563" fmla="*/ 1468083 h 2398711"/>
              <a:gd name="connsiteX18564" fmla="*/ 1806602 w 2119654"/>
              <a:gd name="connsiteY18564" fmla="*/ 1467825 h 2398711"/>
              <a:gd name="connsiteX18565" fmla="*/ 1809472 w 2119654"/>
              <a:gd name="connsiteY18565" fmla="*/ 1461137 h 2398711"/>
              <a:gd name="connsiteX18566" fmla="*/ 1809502 w 2119654"/>
              <a:gd name="connsiteY18566" fmla="*/ 1461326 h 2398711"/>
              <a:gd name="connsiteX18567" fmla="*/ 1809681 w 2119654"/>
              <a:gd name="connsiteY18567" fmla="*/ 1461205 h 2398711"/>
              <a:gd name="connsiteX18568" fmla="*/ 1809768 w 2119654"/>
              <a:gd name="connsiteY18568" fmla="*/ 1461086 h 2398711"/>
              <a:gd name="connsiteX18569" fmla="*/ 1809698 w 2119654"/>
              <a:gd name="connsiteY18569" fmla="*/ 1461005 h 2398711"/>
              <a:gd name="connsiteX18570" fmla="*/ 1552264 w 2119654"/>
              <a:gd name="connsiteY18570" fmla="*/ 2037042 h 2398711"/>
              <a:gd name="connsiteX18571" fmla="*/ 1551845 w 2119654"/>
              <a:gd name="connsiteY18571" fmla="*/ 2038725 h 2398711"/>
              <a:gd name="connsiteX18572" fmla="*/ 1554474 w 2119654"/>
              <a:gd name="connsiteY18572" fmla="*/ 2037387 h 2398711"/>
              <a:gd name="connsiteX18573" fmla="*/ 1554511 w 2119654"/>
              <a:gd name="connsiteY18573" fmla="*/ 2037154 h 2398711"/>
              <a:gd name="connsiteX18574" fmla="*/ 1766892 w 2119654"/>
              <a:gd name="connsiteY18574" fmla="*/ 1556441 h 2398711"/>
              <a:gd name="connsiteX18575" fmla="*/ 1767217 w 2119654"/>
              <a:gd name="connsiteY18575" fmla="*/ 1557647 h 2398711"/>
              <a:gd name="connsiteX18576" fmla="*/ 1767425 w 2119654"/>
              <a:gd name="connsiteY18576" fmla="*/ 1557351 h 2398711"/>
              <a:gd name="connsiteX18577" fmla="*/ 1767072 w 2119654"/>
              <a:gd name="connsiteY18577" fmla="*/ 1556423 h 2398711"/>
              <a:gd name="connsiteX18578" fmla="*/ 1576356 w 2119654"/>
              <a:gd name="connsiteY18578" fmla="*/ 1982977 h 2398711"/>
              <a:gd name="connsiteX18579" fmla="*/ 1574779 w 2119654"/>
              <a:gd name="connsiteY18579" fmla="*/ 1986852 h 2398711"/>
              <a:gd name="connsiteX18580" fmla="*/ 1576584 w 2119654"/>
              <a:gd name="connsiteY18580" fmla="*/ 1986690 h 2398711"/>
              <a:gd name="connsiteX18581" fmla="*/ 1577560 w 2119654"/>
              <a:gd name="connsiteY18581" fmla="*/ 1985662 h 2398711"/>
              <a:gd name="connsiteX18582" fmla="*/ 1577264 w 2119654"/>
              <a:gd name="connsiteY18582" fmla="*/ 1984078 h 2398711"/>
              <a:gd name="connsiteX18583" fmla="*/ 1577030 w 2119654"/>
              <a:gd name="connsiteY18583" fmla="*/ 1982914 h 2398711"/>
              <a:gd name="connsiteX18584" fmla="*/ 1592661 w 2119654"/>
              <a:gd name="connsiteY18584" fmla="*/ 1946433 h 2398711"/>
              <a:gd name="connsiteX18585" fmla="*/ 1592493 w 2119654"/>
              <a:gd name="connsiteY18585" fmla="*/ 1947907 h 2398711"/>
              <a:gd name="connsiteX18586" fmla="*/ 1593999 w 2119654"/>
              <a:gd name="connsiteY18586" fmla="*/ 1948243 h 2398711"/>
              <a:gd name="connsiteX18587" fmla="*/ 1593369 w 2119654"/>
              <a:gd name="connsiteY18587" fmla="*/ 1946159 h 2398711"/>
              <a:gd name="connsiteX18588" fmla="*/ 1873415 w 2119654"/>
              <a:gd name="connsiteY18588" fmla="*/ 1317721 h 2398711"/>
              <a:gd name="connsiteX18589" fmla="*/ 1873630 w 2119654"/>
              <a:gd name="connsiteY18589" fmla="*/ 1317930 h 2398711"/>
              <a:gd name="connsiteX18590" fmla="*/ 1874308 w 2119654"/>
              <a:gd name="connsiteY18590" fmla="*/ 1315983 h 2398711"/>
              <a:gd name="connsiteX18591" fmla="*/ 1873034 w 2119654"/>
              <a:gd name="connsiteY18591" fmla="*/ 1318463 h 2398711"/>
              <a:gd name="connsiteX18592" fmla="*/ 1873382 w 2119654"/>
              <a:gd name="connsiteY18592" fmla="*/ 1318643 h 2398711"/>
              <a:gd name="connsiteX18593" fmla="*/ 1873480 w 2119654"/>
              <a:gd name="connsiteY18593" fmla="*/ 1318362 h 2398711"/>
              <a:gd name="connsiteX18594" fmla="*/ 1873217 w 2119654"/>
              <a:gd name="connsiteY18594" fmla="*/ 1318107 h 2398711"/>
              <a:gd name="connsiteX18595" fmla="*/ 1848564 w 2119654"/>
              <a:gd name="connsiteY18595" fmla="*/ 1373256 h 2398711"/>
              <a:gd name="connsiteX18596" fmla="*/ 1848733 w 2119654"/>
              <a:gd name="connsiteY18596" fmla="*/ 1373427 h 2398711"/>
              <a:gd name="connsiteX18597" fmla="*/ 1849116 w 2119654"/>
              <a:gd name="connsiteY18597" fmla="*/ 1372904 h 2398711"/>
              <a:gd name="connsiteX18598" fmla="*/ 1794126 w 2119654"/>
              <a:gd name="connsiteY18598" fmla="*/ 1495107 h 2398711"/>
              <a:gd name="connsiteX18599" fmla="*/ 1797837 w 2119654"/>
              <a:gd name="connsiteY18599" fmla="*/ 1493678 h 2398711"/>
              <a:gd name="connsiteX18600" fmla="*/ 1798863 w 2119654"/>
              <a:gd name="connsiteY18600" fmla="*/ 1492305 h 2398711"/>
              <a:gd name="connsiteX18601" fmla="*/ 1794188 w 2119654"/>
              <a:gd name="connsiteY18601" fmla="*/ 1495023 h 2398711"/>
              <a:gd name="connsiteX18602" fmla="*/ 1577890 w 2119654"/>
              <a:gd name="connsiteY18602" fmla="*/ 1979205 h 2398711"/>
              <a:gd name="connsiteX18603" fmla="*/ 1577775 w 2119654"/>
              <a:gd name="connsiteY18603" fmla="*/ 1979487 h 2398711"/>
              <a:gd name="connsiteX18604" fmla="*/ 1580154 w 2119654"/>
              <a:gd name="connsiteY18604" fmla="*/ 1979294 h 2398711"/>
              <a:gd name="connsiteX18605" fmla="*/ 1580598 w 2119654"/>
              <a:gd name="connsiteY18605" fmla="*/ 1979109 h 2398711"/>
              <a:gd name="connsiteX18606" fmla="*/ 1578333 w 2119654"/>
              <a:gd name="connsiteY18606" fmla="*/ 1978963 h 2398711"/>
              <a:gd name="connsiteX18607" fmla="*/ 1767185 w 2119654"/>
              <a:gd name="connsiteY18607" fmla="*/ 1555217 h 2398711"/>
              <a:gd name="connsiteX18608" fmla="*/ 1767436 w 2119654"/>
              <a:gd name="connsiteY18608" fmla="*/ 1555878 h 2398711"/>
              <a:gd name="connsiteX18609" fmla="*/ 1768513 w 2119654"/>
              <a:gd name="connsiteY18609" fmla="*/ 1555764 h 2398711"/>
              <a:gd name="connsiteX18610" fmla="*/ 1768363 w 2119654"/>
              <a:gd name="connsiteY18610" fmla="*/ 1554475 h 2398711"/>
              <a:gd name="connsiteX18611" fmla="*/ 1552594 w 2119654"/>
              <a:gd name="connsiteY18611" fmla="*/ 2035719 h 2398711"/>
              <a:gd name="connsiteX18612" fmla="*/ 1552551 w 2119654"/>
              <a:gd name="connsiteY18612" fmla="*/ 2035888 h 2398711"/>
              <a:gd name="connsiteX18613" fmla="*/ 1554686 w 2119654"/>
              <a:gd name="connsiteY18613" fmla="*/ 2036081 h 2398711"/>
              <a:gd name="connsiteX18614" fmla="*/ 1554801 w 2119654"/>
              <a:gd name="connsiteY18614" fmla="*/ 2035376 h 2398711"/>
              <a:gd name="connsiteX18615" fmla="*/ 1578573 w 2119654"/>
              <a:gd name="connsiteY18615" fmla="*/ 1977527 h 2398711"/>
              <a:gd name="connsiteX18616" fmla="*/ 1578520 w 2119654"/>
              <a:gd name="connsiteY18616" fmla="*/ 1977655 h 2398711"/>
              <a:gd name="connsiteX18617" fmla="*/ 1579116 w 2119654"/>
              <a:gd name="connsiteY18617" fmla="*/ 1977361 h 2398711"/>
              <a:gd name="connsiteX18618" fmla="*/ 1888468 w 2119654"/>
              <a:gd name="connsiteY18618" fmla="*/ 1283505 h 2398711"/>
              <a:gd name="connsiteX18619" fmla="*/ 1912510 w 2119654"/>
              <a:gd name="connsiteY18619" fmla="*/ 1263564 h 2398711"/>
              <a:gd name="connsiteX18620" fmla="*/ 1922709 w 2119654"/>
              <a:gd name="connsiteY18620" fmla="*/ 1241570 h 2398711"/>
              <a:gd name="connsiteX18621" fmla="*/ 1920134 w 2119654"/>
              <a:gd name="connsiteY18621" fmla="*/ 1239835 h 2398711"/>
              <a:gd name="connsiteX18622" fmla="*/ 1915086 w 2119654"/>
              <a:gd name="connsiteY18622" fmla="*/ 1246567 h 2398711"/>
              <a:gd name="connsiteX18623" fmla="*/ 1894997 w 2119654"/>
              <a:gd name="connsiteY18623" fmla="*/ 1271203 h 2398711"/>
              <a:gd name="connsiteX18624" fmla="*/ 1652813 w 2119654"/>
              <a:gd name="connsiteY18624" fmla="*/ 1810991 h 2398711"/>
              <a:gd name="connsiteX18625" fmla="*/ 1652902 w 2119654"/>
              <a:gd name="connsiteY18625" fmla="*/ 1811326 h 2398711"/>
              <a:gd name="connsiteX18626" fmla="*/ 1653038 w 2119654"/>
              <a:gd name="connsiteY18626" fmla="*/ 1811238 h 2398711"/>
              <a:gd name="connsiteX18627" fmla="*/ 1653319 w 2119654"/>
              <a:gd name="connsiteY18627" fmla="*/ 1810562 h 2398711"/>
              <a:gd name="connsiteX18628" fmla="*/ 1653307 w 2119654"/>
              <a:gd name="connsiteY18628" fmla="*/ 1810562 h 2398711"/>
              <a:gd name="connsiteX18629" fmla="*/ 1844769 w 2119654"/>
              <a:gd name="connsiteY18629" fmla="*/ 1381061 h 2398711"/>
              <a:gd name="connsiteX18630" fmla="*/ 1848445 w 2119654"/>
              <a:gd name="connsiteY18630" fmla="*/ 1379404 h 2398711"/>
              <a:gd name="connsiteX18631" fmla="*/ 1847445 w 2119654"/>
              <a:gd name="connsiteY18631" fmla="*/ 1377405 h 2398711"/>
              <a:gd name="connsiteX18632" fmla="*/ 1787013 w 2119654"/>
              <a:gd name="connsiteY18632" fmla="*/ 1510351 h 2398711"/>
              <a:gd name="connsiteX18633" fmla="*/ 1788187 w 2119654"/>
              <a:gd name="connsiteY18633" fmla="*/ 1509295 h 2398711"/>
              <a:gd name="connsiteX18634" fmla="*/ 1788039 w 2119654"/>
              <a:gd name="connsiteY18634" fmla="*/ 1509047 h 2398711"/>
              <a:gd name="connsiteX18635" fmla="*/ 1787752 w 2119654"/>
              <a:gd name="connsiteY18635" fmla="*/ 1509362 h 2398711"/>
              <a:gd name="connsiteX18636" fmla="*/ 1581888 w 2119654"/>
              <a:gd name="connsiteY18636" fmla="*/ 1969555 h 2398711"/>
              <a:gd name="connsiteX18637" fmla="*/ 1582072 w 2119654"/>
              <a:gd name="connsiteY18637" fmla="*/ 1969568 h 2398711"/>
              <a:gd name="connsiteX18638" fmla="*/ 1581907 w 2119654"/>
              <a:gd name="connsiteY18638" fmla="*/ 1969547 h 2398711"/>
              <a:gd name="connsiteX18639" fmla="*/ 1838793 w 2119654"/>
              <a:gd name="connsiteY18639" fmla="*/ 1394160 h 2398711"/>
              <a:gd name="connsiteX18640" fmla="*/ 1841306 w 2119654"/>
              <a:gd name="connsiteY18640" fmla="*/ 1396856 h 2398711"/>
              <a:gd name="connsiteX18641" fmla="*/ 1842401 w 2119654"/>
              <a:gd name="connsiteY18641" fmla="*/ 1395059 h 2398711"/>
              <a:gd name="connsiteX18642" fmla="*/ 1840082 w 2119654"/>
              <a:gd name="connsiteY18642" fmla="*/ 1392562 h 2398711"/>
              <a:gd name="connsiteX18643" fmla="*/ 1886832 w 2119654"/>
              <a:gd name="connsiteY18643" fmla="*/ 1286586 h 2398711"/>
              <a:gd name="connsiteX18644" fmla="*/ 1882683 w 2119654"/>
              <a:gd name="connsiteY18644" fmla="*/ 1299305 h 2398711"/>
              <a:gd name="connsiteX18645" fmla="*/ 1882736 w 2119654"/>
              <a:gd name="connsiteY18645" fmla="*/ 1299576 h 2398711"/>
              <a:gd name="connsiteX18646" fmla="*/ 1882347 w 2119654"/>
              <a:gd name="connsiteY18646" fmla="*/ 1300334 h 2398711"/>
              <a:gd name="connsiteX18647" fmla="*/ 1881684 w 2119654"/>
              <a:gd name="connsiteY18647" fmla="*/ 1302364 h 2398711"/>
              <a:gd name="connsiteX18648" fmla="*/ 1898907 w 2119654"/>
              <a:gd name="connsiteY18648" fmla="*/ 1290538 h 2398711"/>
              <a:gd name="connsiteX18649" fmla="*/ 1910266 w 2119654"/>
              <a:gd name="connsiteY18649" fmla="*/ 1268403 h 2398711"/>
              <a:gd name="connsiteX18650" fmla="*/ 1911904 w 2119654"/>
              <a:gd name="connsiteY18650" fmla="*/ 1264872 h 2398711"/>
              <a:gd name="connsiteX18651" fmla="*/ 1887704 w 2119654"/>
              <a:gd name="connsiteY18651" fmla="*/ 1284943 h 2398711"/>
              <a:gd name="connsiteX18652" fmla="*/ 1829539 w 2119654"/>
              <a:gd name="connsiteY18652" fmla="*/ 1414846 h 2398711"/>
              <a:gd name="connsiteX18653" fmla="*/ 1830253 w 2119654"/>
              <a:gd name="connsiteY18653" fmla="*/ 1414589 h 2398711"/>
              <a:gd name="connsiteX18654" fmla="*/ 1830571 w 2119654"/>
              <a:gd name="connsiteY18654" fmla="*/ 1414470 h 2398711"/>
              <a:gd name="connsiteX18655" fmla="*/ 1832231 w 2119654"/>
              <a:gd name="connsiteY18655" fmla="*/ 1411745 h 2398711"/>
              <a:gd name="connsiteX18656" fmla="*/ 1830733 w 2119654"/>
              <a:gd name="connsiteY18656" fmla="*/ 1413275 h 2398711"/>
              <a:gd name="connsiteX18657" fmla="*/ 1910666 w 2119654"/>
              <a:gd name="connsiteY18657" fmla="*/ 1233163 h 2398711"/>
              <a:gd name="connsiteX18658" fmla="*/ 1912149 w 2119654"/>
              <a:gd name="connsiteY18658" fmla="*/ 1234162 h 2398711"/>
              <a:gd name="connsiteX18659" fmla="*/ 1916171 w 2119654"/>
              <a:gd name="connsiteY18659" fmla="*/ 1228128 h 2398711"/>
              <a:gd name="connsiteX18660" fmla="*/ 1766654 w 2119654"/>
              <a:gd name="connsiteY18660" fmla="*/ 1555552 h 2398711"/>
              <a:gd name="connsiteX18661" fmla="*/ 1766760 w 2119654"/>
              <a:gd name="connsiteY18661" fmla="*/ 1555949 h 2398711"/>
              <a:gd name="connsiteX18662" fmla="*/ 1766887 w 2119654"/>
              <a:gd name="connsiteY18662" fmla="*/ 1555936 h 2398711"/>
              <a:gd name="connsiteX18663" fmla="*/ 1766725 w 2119654"/>
              <a:gd name="connsiteY18663" fmla="*/ 1555507 h 2398711"/>
              <a:gd name="connsiteX18664" fmla="*/ 1577302 w 2119654"/>
              <a:gd name="connsiteY18664" fmla="*/ 1979525 h 2398711"/>
              <a:gd name="connsiteX18665" fmla="*/ 1577545 w 2119654"/>
              <a:gd name="connsiteY18665" fmla="*/ 1979506 h 2398711"/>
              <a:gd name="connsiteX18666" fmla="*/ 1577600 w 2119654"/>
              <a:gd name="connsiteY18666" fmla="*/ 1979363 h 2398711"/>
              <a:gd name="connsiteX18667" fmla="*/ 1849129 w 2119654"/>
              <a:gd name="connsiteY18667" fmla="*/ 1370808 h 2398711"/>
              <a:gd name="connsiteX18668" fmla="*/ 1851978 w 2119654"/>
              <a:gd name="connsiteY18668" fmla="*/ 1368991 h 2398711"/>
              <a:gd name="connsiteX18669" fmla="*/ 1852209 w 2119654"/>
              <a:gd name="connsiteY18669" fmla="*/ 1368675 h 2398711"/>
              <a:gd name="connsiteX18670" fmla="*/ 1849383 w 2119654"/>
              <a:gd name="connsiteY18670" fmla="*/ 1370518 h 2398711"/>
              <a:gd name="connsiteX18671" fmla="*/ 1545760 w 2119654"/>
              <a:gd name="connsiteY18671" fmla="*/ 2050077 h 2398711"/>
              <a:gd name="connsiteX18672" fmla="*/ 1546866 w 2119654"/>
              <a:gd name="connsiteY18672" fmla="*/ 2050389 h 2398711"/>
              <a:gd name="connsiteX18673" fmla="*/ 1547229 w 2119654"/>
              <a:gd name="connsiteY18673" fmla="*/ 2048855 h 2398711"/>
              <a:gd name="connsiteX18674" fmla="*/ 1868866 w 2119654"/>
              <a:gd name="connsiteY18674" fmla="*/ 1326578 h 2398711"/>
              <a:gd name="connsiteX18675" fmla="*/ 1871386 w 2119654"/>
              <a:gd name="connsiteY18675" fmla="*/ 1324375 h 2398711"/>
              <a:gd name="connsiteX18676" fmla="*/ 1873215 w 2119654"/>
              <a:gd name="connsiteY18676" fmla="*/ 1319123 h 2398711"/>
              <a:gd name="connsiteX18677" fmla="*/ 1872804 w 2119654"/>
              <a:gd name="connsiteY18677" fmla="*/ 1318911 h 2398711"/>
              <a:gd name="connsiteX18678" fmla="*/ 1784196 w 2119654"/>
              <a:gd name="connsiteY18678" fmla="*/ 1516134 h 2398711"/>
              <a:gd name="connsiteX18679" fmla="*/ 1784359 w 2119654"/>
              <a:gd name="connsiteY18679" fmla="*/ 1516304 h 2398711"/>
              <a:gd name="connsiteX18680" fmla="*/ 1786082 w 2119654"/>
              <a:gd name="connsiteY18680" fmla="*/ 1514577 h 2398711"/>
              <a:gd name="connsiteX18681" fmla="*/ 1803056 w 2119654"/>
              <a:gd name="connsiteY18681" fmla="*/ 1473659 h 2398711"/>
              <a:gd name="connsiteX18682" fmla="*/ 1805293 w 2119654"/>
              <a:gd name="connsiteY18682" fmla="*/ 1473148 h 2398711"/>
              <a:gd name="connsiteX18683" fmla="*/ 1804822 w 2119654"/>
              <a:gd name="connsiteY18683" fmla="*/ 1471778 h 2398711"/>
              <a:gd name="connsiteX18684" fmla="*/ 1766915 w 2119654"/>
              <a:gd name="connsiteY18684" fmla="*/ 1554507 h 2398711"/>
              <a:gd name="connsiteX18685" fmla="*/ 1767051 w 2119654"/>
              <a:gd name="connsiteY18685" fmla="*/ 1554863 h 2398711"/>
              <a:gd name="connsiteX18686" fmla="*/ 1768315 w 2119654"/>
              <a:gd name="connsiteY18686" fmla="*/ 1554067 h 2398711"/>
              <a:gd name="connsiteX18687" fmla="*/ 1768252 w 2119654"/>
              <a:gd name="connsiteY18687" fmla="*/ 1553525 h 2398711"/>
              <a:gd name="connsiteX18688" fmla="*/ 1767025 w 2119654"/>
              <a:gd name="connsiteY18688" fmla="*/ 1554404 h 2398711"/>
              <a:gd name="connsiteX18689" fmla="*/ 1785976 w 2119654"/>
              <a:gd name="connsiteY18689" fmla="*/ 1511821 h 2398711"/>
              <a:gd name="connsiteX18690" fmla="*/ 1787416 w 2119654"/>
              <a:gd name="connsiteY18690" fmla="*/ 1512761 h 2398711"/>
              <a:gd name="connsiteX18691" fmla="*/ 1789071 w 2119654"/>
              <a:gd name="connsiteY18691" fmla="*/ 1511396 h 2398711"/>
              <a:gd name="connsiteX18692" fmla="*/ 1788894 w 2119654"/>
              <a:gd name="connsiteY18692" fmla="*/ 1510472 h 2398711"/>
              <a:gd name="connsiteX18693" fmla="*/ 1788396 w 2119654"/>
              <a:gd name="connsiteY18693" fmla="*/ 1509643 h 2398711"/>
              <a:gd name="connsiteX18694" fmla="*/ 1632108 w 2119654"/>
              <a:gd name="connsiteY18694" fmla="*/ 1856191 h 2398711"/>
              <a:gd name="connsiteX18695" fmla="*/ 1632851 w 2119654"/>
              <a:gd name="connsiteY18695" fmla="*/ 1855537 h 2398711"/>
              <a:gd name="connsiteX18696" fmla="*/ 1632974 w 2119654"/>
              <a:gd name="connsiteY18696" fmla="*/ 1855019 h 2398711"/>
              <a:gd name="connsiteX18697" fmla="*/ 1559900 w 2119654"/>
              <a:gd name="connsiteY18697" fmla="*/ 2017841 h 2398711"/>
              <a:gd name="connsiteX18698" fmla="*/ 1560213 w 2119654"/>
              <a:gd name="connsiteY18698" fmla="*/ 2019157 h 2398711"/>
              <a:gd name="connsiteX18699" fmla="*/ 1565801 w 2119654"/>
              <a:gd name="connsiteY18699" fmla="*/ 2018845 h 2398711"/>
              <a:gd name="connsiteX18700" fmla="*/ 1566704 w 2119654"/>
              <a:gd name="connsiteY18700" fmla="*/ 2018313 h 2398711"/>
              <a:gd name="connsiteX18701" fmla="*/ 1561309 w 2119654"/>
              <a:gd name="connsiteY18701" fmla="*/ 2016557 h 2398711"/>
              <a:gd name="connsiteX18702" fmla="*/ 1561287 w 2119654"/>
              <a:gd name="connsiteY18702" fmla="*/ 2016582 h 2398711"/>
              <a:gd name="connsiteX18703" fmla="*/ 1792015 w 2119654"/>
              <a:gd name="connsiteY18703" fmla="*/ 1497989 h 2398711"/>
              <a:gd name="connsiteX18704" fmla="*/ 1795739 w 2119654"/>
              <a:gd name="connsiteY18704" fmla="*/ 1496485 h 2398711"/>
              <a:gd name="connsiteX18705" fmla="*/ 1795996 w 2119654"/>
              <a:gd name="connsiteY18705" fmla="*/ 1496140 h 2398711"/>
              <a:gd name="connsiteX18706" fmla="*/ 1792154 w 2119654"/>
              <a:gd name="connsiteY18706" fmla="*/ 1497800 h 2398711"/>
              <a:gd name="connsiteX18707" fmla="*/ 1585705 w 2119654"/>
              <a:gd name="connsiteY18707" fmla="*/ 1959904 h 2398711"/>
              <a:gd name="connsiteX18708" fmla="*/ 1585352 w 2119654"/>
              <a:gd name="connsiteY18708" fmla="*/ 1960806 h 2398711"/>
              <a:gd name="connsiteX18709" fmla="*/ 1586729 w 2119654"/>
              <a:gd name="connsiteY18709" fmla="*/ 1960298 h 2398711"/>
              <a:gd name="connsiteX18710" fmla="*/ 1789091 w 2119654"/>
              <a:gd name="connsiteY18710" fmla="*/ 1504405 h 2398711"/>
              <a:gd name="connsiteX18711" fmla="*/ 1789304 w 2119654"/>
              <a:gd name="connsiteY18711" fmla="*/ 1504828 h 2398711"/>
              <a:gd name="connsiteX18712" fmla="*/ 1790562 w 2119654"/>
              <a:gd name="connsiteY18712" fmla="*/ 1503323 h 2398711"/>
              <a:gd name="connsiteX18713" fmla="*/ 1831781 w 2119654"/>
              <a:gd name="connsiteY18713" fmla="*/ 1408781 h 2398711"/>
              <a:gd name="connsiteX18714" fmla="*/ 1835005 w 2119654"/>
              <a:gd name="connsiteY18714" fmla="*/ 1406998 h 2398711"/>
              <a:gd name="connsiteX18715" fmla="*/ 1835615 w 2119654"/>
              <a:gd name="connsiteY18715" fmla="*/ 1406193 h 2398711"/>
              <a:gd name="connsiteX18716" fmla="*/ 1837427 w 2119654"/>
              <a:gd name="connsiteY18716" fmla="*/ 1403220 h 2398711"/>
              <a:gd name="connsiteX18717" fmla="*/ 1836688 w 2119654"/>
              <a:gd name="connsiteY18717" fmla="*/ 1403791 h 2398711"/>
              <a:gd name="connsiteX18718" fmla="*/ 1586219 w 2119654"/>
              <a:gd name="connsiteY18718" fmla="*/ 1958590 h 2398711"/>
              <a:gd name="connsiteX18719" fmla="*/ 1585874 w 2119654"/>
              <a:gd name="connsiteY18719" fmla="*/ 1959471 h 2398711"/>
              <a:gd name="connsiteX18720" fmla="*/ 1587387 w 2119654"/>
              <a:gd name="connsiteY18720" fmla="*/ 1960056 h 2398711"/>
              <a:gd name="connsiteX18721" fmla="*/ 1588110 w 2119654"/>
              <a:gd name="connsiteY18721" fmla="*/ 1959789 h 2398711"/>
              <a:gd name="connsiteX18722" fmla="*/ 1588041 w 2119654"/>
              <a:gd name="connsiteY18722" fmla="*/ 1957801 h 2398711"/>
              <a:gd name="connsiteX18723" fmla="*/ 1766484 w 2119654"/>
              <a:gd name="connsiteY18723" fmla="*/ 1554926 h 2398711"/>
              <a:gd name="connsiteX18724" fmla="*/ 1766552 w 2119654"/>
              <a:gd name="connsiteY18724" fmla="*/ 1555177 h 2398711"/>
              <a:gd name="connsiteX18725" fmla="*/ 1766590 w 2119654"/>
              <a:gd name="connsiteY18725" fmla="*/ 1555154 h 2398711"/>
              <a:gd name="connsiteX18726" fmla="*/ 1766498 w 2119654"/>
              <a:gd name="connsiteY18726" fmla="*/ 1554912 h 2398711"/>
              <a:gd name="connsiteX18727" fmla="*/ 1877734 w 2119654"/>
              <a:gd name="connsiteY18727" fmla="*/ 1305728 h 2398711"/>
              <a:gd name="connsiteX18728" fmla="*/ 1877904 w 2119654"/>
              <a:gd name="connsiteY18728" fmla="*/ 1305654 h 2398711"/>
              <a:gd name="connsiteX18729" fmla="*/ 1877924 w 2119654"/>
              <a:gd name="connsiteY18729" fmla="*/ 1305597 h 2398711"/>
              <a:gd name="connsiteX18730" fmla="*/ 1758057 w 2119654"/>
              <a:gd name="connsiteY18730" fmla="*/ 1573672 h 2398711"/>
              <a:gd name="connsiteX18731" fmla="*/ 1758277 w 2119654"/>
              <a:gd name="connsiteY18731" fmla="*/ 1574001 h 2398711"/>
              <a:gd name="connsiteX18732" fmla="*/ 1758782 w 2119654"/>
              <a:gd name="connsiteY18732" fmla="*/ 1573676 h 2398711"/>
              <a:gd name="connsiteX18733" fmla="*/ 1758928 w 2119654"/>
              <a:gd name="connsiteY18733" fmla="*/ 1573434 h 2398711"/>
              <a:gd name="connsiteX18734" fmla="*/ 1586972 w 2119654"/>
              <a:gd name="connsiteY18734" fmla="*/ 1956664 h 2398711"/>
              <a:gd name="connsiteX18735" fmla="*/ 1586880 w 2119654"/>
              <a:gd name="connsiteY18735" fmla="*/ 1956899 h 2398711"/>
              <a:gd name="connsiteX18736" fmla="*/ 1587528 w 2119654"/>
              <a:gd name="connsiteY18736" fmla="*/ 1956752 h 2398711"/>
              <a:gd name="connsiteX18737" fmla="*/ 1587998 w 2119654"/>
              <a:gd name="connsiteY18737" fmla="*/ 1956549 h 2398711"/>
              <a:gd name="connsiteX18738" fmla="*/ 1587986 w 2119654"/>
              <a:gd name="connsiteY18738" fmla="*/ 1956189 h 2398711"/>
              <a:gd name="connsiteX18739" fmla="*/ 1790895 w 2119654"/>
              <a:gd name="connsiteY18739" fmla="*/ 1500014 h 2398711"/>
              <a:gd name="connsiteX18740" fmla="*/ 1791310 w 2119654"/>
              <a:gd name="connsiteY18740" fmla="*/ 1502156 h 2398711"/>
              <a:gd name="connsiteX18741" fmla="*/ 1791732 w 2119654"/>
              <a:gd name="connsiteY18741" fmla="*/ 1501846 h 2398711"/>
              <a:gd name="connsiteX18742" fmla="*/ 1794226 w 2119654"/>
              <a:gd name="connsiteY18742" fmla="*/ 1498509 h 2398711"/>
              <a:gd name="connsiteX18743" fmla="*/ 1864454 w 2119654"/>
              <a:gd name="connsiteY18743" fmla="*/ 1335167 h 2398711"/>
              <a:gd name="connsiteX18744" fmla="*/ 1864472 w 2119654"/>
              <a:gd name="connsiteY18744" fmla="*/ 1335156 h 2398711"/>
              <a:gd name="connsiteX18745" fmla="*/ 1868923 w 2119654"/>
              <a:gd name="connsiteY18745" fmla="*/ 1331449 h 2398711"/>
              <a:gd name="connsiteX18746" fmla="*/ 1870128 w 2119654"/>
              <a:gd name="connsiteY18746" fmla="*/ 1327988 h 2398711"/>
              <a:gd name="connsiteX18747" fmla="*/ 1866455 w 2119654"/>
              <a:gd name="connsiteY18747" fmla="*/ 1331272 h 2398711"/>
              <a:gd name="connsiteX18748" fmla="*/ 1812667 w 2119654"/>
              <a:gd name="connsiteY18748" fmla="*/ 1451029 h 2398711"/>
              <a:gd name="connsiteX18749" fmla="*/ 1818156 w 2119654"/>
              <a:gd name="connsiteY18749" fmla="*/ 1449575 h 2398711"/>
              <a:gd name="connsiteX18750" fmla="*/ 1824219 w 2119654"/>
              <a:gd name="connsiteY18750" fmla="*/ 1441254 h 2398711"/>
              <a:gd name="connsiteX18751" fmla="*/ 1822439 w 2119654"/>
              <a:gd name="connsiteY18751" fmla="*/ 1438989 h 2398711"/>
              <a:gd name="connsiteX18752" fmla="*/ 1818606 w 2119654"/>
              <a:gd name="connsiteY18752" fmla="*/ 1441282 h 2398711"/>
              <a:gd name="connsiteX18753" fmla="*/ 1783029 w 2119654"/>
              <a:gd name="connsiteY18753" fmla="*/ 1517097 h 2398711"/>
              <a:gd name="connsiteX18754" fmla="*/ 1784184 w 2119654"/>
              <a:gd name="connsiteY18754" fmla="*/ 1516480 h 2398711"/>
              <a:gd name="connsiteX18755" fmla="*/ 1784197 w 2119654"/>
              <a:gd name="connsiteY18755" fmla="*/ 1516468 h 2398711"/>
              <a:gd name="connsiteX18756" fmla="*/ 1784014 w 2119654"/>
              <a:gd name="connsiteY18756" fmla="*/ 1516284 h 2398711"/>
              <a:gd name="connsiteX18757" fmla="*/ 1571262 w 2119654"/>
              <a:gd name="connsiteY18757" fmla="*/ 1991261 h 2398711"/>
              <a:gd name="connsiteX18758" fmla="*/ 1571418 w 2119654"/>
              <a:gd name="connsiteY18758" fmla="*/ 1992129 h 2398711"/>
              <a:gd name="connsiteX18759" fmla="*/ 1572826 w 2119654"/>
              <a:gd name="connsiteY18759" fmla="*/ 1990647 h 2398711"/>
              <a:gd name="connsiteX18760" fmla="*/ 1532041 w 2119654"/>
              <a:gd name="connsiteY18760" fmla="*/ 2079084 h 2398711"/>
              <a:gd name="connsiteX18761" fmla="*/ 1536539 w 2119654"/>
              <a:gd name="connsiteY18761" fmla="*/ 2079711 h 2398711"/>
              <a:gd name="connsiteX18762" fmla="*/ 1539817 w 2119654"/>
              <a:gd name="connsiteY18762" fmla="*/ 2080116 h 2398711"/>
              <a:gd name="connsiteX18763" fmla="*/ 1540574 w 2119654"/>
              <a:gd name="connsiteY18763" fmla="*/ 2076924 h 2398711"/>
              <a:gd name="connsiteX18764" fmla="*/ 1537064 w 2119654"/>
              <a:gd name="connsiteY18764" fmla="*/ 2076135 h 2398711"/>
              <a:gd name="connsiteX18765" fmla="*/ 1534171 w 2119654"/>
              <a:gd name="connsiteY18765" fmla="*/ 2077833 h 2398711"/>
              <a:gd name="connsiteX18766" fmla="*/ 1535407 w 2119654"/>
              <a:gd name="connsiteY18766" fmla="*/ 2077884 h 2398711"/>
              <a:gd name="connsiteX18767" fmla="*/ 1535314 w 2119654"/>
              <a:gd name="connsiteY18767" fmla="*/ 2077952 h 2398711"/>
              <a:gd name="connsiteX18768" fmla="*/ 1534058 w 2119654"/>
              <a:gd name="connsiteY18768" fmla="*/ 2077899 h 2398711"/>
              <a:gd name="connsiteX18769" fmla="*/ 1859225 w 2119654"/>
              <a:gd name="connsiteY18769" fmla="*/ 1346378 h 2398711"/>
              <a:gd name="connsiteX18770" fmla="*/ 1860005 w 2119654"/>
              <a:gd name="connsiteY18770" fmla="*/ 1348064 h 2398711"/>
              <a:gd name="connsiteX18771" fmla="*/ 1863614 w 2119654"/>
              <a:gd name="connsiteY18771" fmla="*/ 1343474 h 2398711"/>
              <a:gd name="connsiteX18772" fmla="*/ 1589152 w 2119654"/>
              <a:gd name="connsiteY18772" fmla="*/ 1951093 h 2398711"/>
              <a:gd name="connsiteX18773" fmla="*/ 1588539 w 2119654"/>
              <a:gd name="connsiteY18773" fmla="*/ 1952661 h 2398711"/>
              <a:gd name="connsiteX18774" fmla="*/ 1588553 w 2119654"/>
              <a:gd name="connsiteY18774" fmla="*/ 1953081 h 2398711"/>
              <a:gd name="connsiteX18775" fmla="*/ 1588898 w 2119654"/>
              <a:gd name="connsiteY18775" fmla="*/ 1953077 h 2398711"/>
              <a:gd name="connsiteX18776" fmla="*/ 1588928 w 2119654"/>
              <a:gd name="connsiteY18776" fmla="*/ 1953068 h 2398711"/>
              <a:gd name="connsiteX18777" fmla="*/ 1649050 w 2119654"/>
              <a:gd name="connsiteY18777" fmla="*/ 1816824 h 2398711"/>
              <a:gd name="connsiteX18778" fmla="*/ 1649062 w 2119654"/>
              <a:gd name="connsiteY18778" fmla="*/ 1817418 h 2398711"/>
              <a:gd name="connsiteX18779" fmla="*/ 1649302 w 2119654"/>
              <a:gd name="connsiteY18779" fmla="*/ 1817403 h 2398711"/>
              <a:gd name="connsiteX18780" fmla="*/ 1801382 w 2119654"/>
              <a:gd name="connsiteY18780" fmla="*/ 1475709 h 2398711"/>
              <a:gd name="connsiteX18781" fmla="*/ 1801776 w 2119654"/>
              <a:gd name="connsiteY18781" fmla="*/ 1476658 h 2398711"/>
              <a:gd name="connsiteX18782" fmla="*/ 1803313 w 2119654"/>
              <a:gd name="connsiteY18782" fmla="*/ 1475721 h 2398711"/>
              <a:gd name="connsiteX18783" fmla="*/ 1803064 w 2119654"/>
              <a:gd name="connsiteY18783" fmla="*/ 1475324 h 2398711"/>
              <a:gd name="connsiteX18784" fmla="*/ 1558837 w 2119654"/>
              <a:gd name="connsiteY18784" fmla="*/ 2018806 h 2398711"/>
              <a:gd name="connsiteX18785" fmla="*/ 1558767 w 2119654"/>
              <a:gd name="connsiteY18785" fmla="*/ 2019238 h 2398711"/>
              <a:gd name="connsiteX18786" fmla="*/ 1559145 w 2119654"/>
              <a:gd name="connsiteY18786" fmla="*/ 2019217 h 2398711"/>
              <a:gd name="connsiteX18787" fmla="*/ 1559009 w 2119654"/>
              <a:gd name="connsiteY18787" fmla="*/ 2018649 h 2398711"/>
              <a:gd name="connsiteX18788" fmla="*/ 1846548 w 2119654"/>
              <a:gd name="connsiteY18788" fmla="*/ 1374542 h 2398711"/>
              <a:gd name="connsiteX18789" fmla="*/ 1847092 w 2119654"/>
              <a:gd name="connsiteY18789" fmla="*/ 1375670 h 2398711"/>
              <a:gd name="connsiteX18790" fmla="*/ 1848326 w 2119654"/>
              <a:gd name="connsiteY18790" fmla="*/ 1373984 h 2398711"/>
              <a:gd name="connsiteX18791" fmla="*/ 1847979 w 2119654"/>
              <a:gd name="connsiteY18791" fmla="*/ 1373629 h 2398711"/>
              <a:gd name="connsiteX18792" fmla="*/ 1803964 w 2119654"/>
              <a:gd name="connsiteY18792" fmla="*/ 1469612 h 2398711"/>
              <a:gd name="connsiteX18793" fmla="*/ 1804060 w 2119654"/>
              <a:gd name="connsiteY18793" fmla="*/ 1469561 h 2398711"/>
              <a:gd name="connsiteX18794" fmla="*/ 1804056 w 2119654"/>
              <a:gd name="connsiteY18794" fmla="*/ 1469548 h 2398711"/>
              <a:gd name="connsiteX18795" fmla="*/ 1554459 w 2119654"/>
              <a:gd name="connsiteY18795" fmla="*/ 2028230 h 2398711"/>
              <a:gd name="connsiteX18796" fmla="*/ 1554229 w 2119654"/>
              <a:gd name="connsiteY18796" fmla="*/ 2029152 h 2398711"/>
              <a:gd name="connsiteX18797" fmla="*/ 1555820 w 2119654"/>
              <a:gd name="connsiteY18797" fmla="*/ 2029120 h 2398711"/>
              <a:gd name="connsiteX18798" fmla="*/ 1556045 w 2119654"/>
              <a:gd name="connsiteY18798" fmla="*/ 2027736 h 2398711"/>
              <a:gd name="connsiteX18799" fmla="*/ 1889447 w 2119654"/>
              <a:gd name="connsiteY18799" fmla="*/ 1278011 h 2398711"/>
              <a:gd name="connsiteX18800" fmla="*/ 1888355 w 2119654"/>
              <a:gd name="connsiteY18800" fmla="*/ 1281855 h 2398711"/>
              <a:gd name="connsiteX18801" fmla="*/ 1893482 w 2119654"/>
              <a:gd name="connsiteY18801" fmla="*/ 1273061 h 2398711"/>
              <a:gd name="connsiteX18802" fmla="*/ 1572396 w 2119654"/>
              <a:gd name="connsiteY18802" fmla="*/ 1987934 h 2398711"/>
              <a:gd name="connsiteX18803" fmla="*/ 1573432 w 2119654"/>
              <a:gd name="connsiteY18803" fmla="*/ 1989617 h 2398711"/>
              <a:gd name="connsiteX18804" fmla="*/ 1574182 w 2119654"/>
              <a:gd name="connsiteY18804" fmla="*/ 1987774 h 2398711"/>
              <a:gd name="connsiteX18805" fmla="*/ 1810617 w 2119654"/>
              <a:gd name="connsiteY18805" fmla="*/ 1454392 h 2398711"/>
              <a:gd name="connsiteX18806" fmla="*/ 1815586 w 2119654"/>
              <a:gd name="connsiteY18806" fmla="*/ 1453103 h 2398711"/>
              <a:gd name="connsiteX18807" fmla="*/ 1817688 w 2119654"/>
              <a:gd name="connsiteY18807" fmla="*/ 1450217 h 2398711"/>
              <a:gd name="connsiteX18808" fmla="*/ 1812289 w 2119654"/>
              <a:gd name="connsiteY18808" fmla="*/ 1451648 h 2398711"/>
              <a:gd name="connsiteX18809" fmla="*/ 1830300 w 2119654"/>
              <a:gd name="connsiteY18809" fmla="*/ 1410287 h 2398711"/>
              <a:gd name="connsiteX18810" fmla="*/ 1833086 w 2119654"/>
              <a:gd name="connsiteY18810" fmla="*/ 1409523 h 2398711"/>
              <a:gd name="connsiteX18811" fmla="*/ 1834448 w 2119654"/>
              <a:gd name="connsiteY18811" fmla="*/ 1407730 h 2398711"/>
              <a:gd name="connsiteX18812" fmla="*/ 1830867 w 2119654"/>
              <a:gd name="connsiteY18812" fmla="*/ 1409711 h 2398711"/>
              <a:gd name="connsiteX18813" fmla="*/ 1570752 w 2119654"/>
              <a:gd name="connsiteY18813" fmla="*/ 1991460 h 2398711"/>
              <a:gd name="connsiteX18814" fmla="*/ 1570904 w 2119654"/>
              <a:gd name="connsiteY18814" fmla="*/ 1992263 h 2398711"/>
              <a:gd name="connsiteX18815" fmla="*/ 1571049 w 2119654"/>
              <a:gd name="connsiteY18815" fmla="*/ 1992297 h 2398711"/>
              <a:gd name="connsiteX18816" fmla="*/ 1570877 w 2119654"/>
              <a:gd name="connsiteY18816" fmla="*/ 1991412 h 2398711"/>
              <a:gd name="connsiteX18817" fmla="*/ 1586089 w 2119654"/>
              <a:gd name="connsiteY18817" fmla="*/ 1957079 h 2398711"/>
              <a:gd name="connsiteX18818" fmla="*/ 1586340 w 2119654"/>
              <a:gd name="connsiteY18818" fmla="*/ 1957022 h 2398711"/>
              <a:gd name="connsiteX18819" fmla="*/ 1586369 w 2119654"/>
              <a:gd name="connsiteY18819" fmla="*/ 1956948 h 2398711"/>
              <a:gd name="connsiteX18820" fmla="*/ 1783346 w 2119654"/>
              <a:gd name="connsiteY18820" fmla="*/ 1515257 h 2398711"/>
              <a:gd name="connsiteX18821" fmla="*/ 1783812 w 2119654"/>
              <a:gd name="connsiteY18821" fmla="*/ 1515737 h 2398711"/>
              <a:gd name="connsiteX18822" fmla="*/ 1787011 w 2119654"/>
              <a:gd name="connsiteY18822" fmla="*/ 1513096 h 2398711"/>
              <a:gd name="connsiteX18823" fmla="*/ 1785632 w 2119654"/>
              <a:gd name="connsiteY18823" fmla="*/ 1512199 h 2398711"/>
              <a:gd name="connsiteX18824" fmla="*/ 1584979 w 2119654"/>
              <a:gd name="connsiteY18824" fmla="*/ 1959126 h 2398711"/>
              <a:gd name="connsiteX18825" fmla="*/ 1585446 w 2119654"/>
              <a:gd name="connsiteY18825" fmla="*/ 1959306 h 2398711"/>
              <a:gd name="connsiteX18826" fmla="*/ 1585627 w 2119654"/>
              <a:gd name="connsiteY18826" fmla="*/ 1958845 h 2398711"/>
              <a:gd name="connsiteX18827" fmla="*/ 1838800 w 2119654"/>
              <a:gd name="connsiteY18827" fmla="*/ 1390677 h 2398711"/>
              <a:gd name="connsiteX18828" fmla="*/ 1839199 w 2119654"/>
              <a:gd name="connsiteY18828" fmla="*/ 1391119 h 2398711"/>
              <a:gd name="connsiteX18829" fmla="*/ 1839965 w 2119654"/>
              <a:gd name="connsiteY18829" fmla="*/ 1390170 h 2398711"/>
              <a:gd name="connsiteX18830" fmla="*/ 1495644 w 2119654"/>
              <a:gd name="connsiteY18830" fmla="*/ 2159026 h 2398711"/>
              <a:gd name="connsiteX18831" fmla="*/ 1500150 w 2119654"/>
              <a:gd name="connsiteY18831" fmla="*/ 2159915 h 2398711"/>
              <a:gd name="connsiteX18832" fmla="*/ 1498205 w 2119654"/>
              <a:gd name="connsiteY18832" fmla="*/ 2158556 h 2398711"/>
              <a:gd name="connsiteX18833" fmla="*/ 1497262 w 2119654"/>
              <a:gd name="connsiteY18833" fmla="*/ 2158774 h 2398711"/>
              <a:gd name="connsiteX18834" fmla="*/ 1790608 w 2119654"/>
              <a:gd name="connsiteY18834" fmla="*/ 1498535 h 2398711"/>
              <a:gd name="connsiteX18835" fmla="*/ 1790611 w 2119654"/>
              <a:gd name="connsiteY18835" fmla="*/ 1498557 h 2398711"/>
              <a:gd name="connsiteX18836" fmla="*/ 1791502 w 2119654"/>
              <a:gd name="connsiteY18836" fmla="*/ 1498196 h 2398711"/>
              <a:gd name="connsiteX18837" fmla="*/ 1791625 w 2119654"/>
              <a:gd name="connsiteY18837" fmla="*/ 1498028 h 2398711"/>
              <a:gd name="connsiteX18838" fmla="*/ 1790687 w 2119654"/>
              <a:gd name="connsiteY18838" fmla="*/ 1498433 h 2398711"/>
              <a:gd name="connsiteX18839" fmla="*/ 1576322 w 2119654"/>
              <a:gd name="connsiteY18839" fmla="*/ 1978217 h 2398711"/>
              <a:gd name="connsiteX18840" fmla="*/ 1576370 w 2119654"/>
              <a:gd name="connsiteY18840" fmla="*/ 1978469 h 2398711"/>
              <a:gd name="connsiteX18841" fmla="*/ 1576817 w 2119654"/>
              <a:gd name="connsiteY18841" fmla="*/ 1978498 h 2398711"/>
              <a:gd name="connsiteX18842" fmla="*/ 1578208 w 2119654"/>
              <a:gd name="connsiteY18842" fmla="*/ 1977809 h 2398711"/>
              <a:gd name="connsiteX18843" fmla="*/ 1578284 w 2119654"/>
              <a:gd name="connsiteY18843" fmla="*/ 1977615 h 2398711"/>
              <a:gd name="connsiteX18844" fmla="*/ 1809173 w 2119654"/>
              <a:gd name="connsiteY18844" fmla="*/ 1456762 h 2398711"/>
              <a:gd name="connsiteX18845" fmla="*/ 1810090 w 2119654"/>
              <a:gd name="connsiteY18845" fmla="*/ 1457994 h 2398711"/>
              <a:gd name="connsiteX18846" fmla="*/ 1813465 w 2119654"/>
              <a:gd name="connsiteY18846" fmla="*/ 1456013 h 2398711"/>
              <a:gd name="connsiteX18847" fmla="*/ 1815183 w 2119654"/>
              <a:gd name="connsiteY18847" fmla="*/ 1453654 h 2398711"/>
              <a:gd name="connsiteX18848" fmla="*/ 1810256 w 2119654"/>
              <a:gd name="connsiteY18848" fmla="*/ 1454985 h 2398711"/>
              <a:gd name="connsiteX18849" fmla="*/ 1754095 w 2119654"/>
              <a:gd name="connsiteY18849" fmla="*/ 1580059 h 2398711"/>
              <a:gd name="connsiteX18850" fmla="*/ 1754724 w 2119654"/>
              <a:gd name="connsiteY18850" fmla="*/ 1580382 h 2398711"/>
              <a:gd name="connsiteX18851" fmla="*/ 1755553 w 2119654"/>
              <a:gd name="connsiteY18851" fmla="*/ 1579010 h 2398711"/>
              <a:gd name="connsiteX18852" fmla="*/ 1622347 w 2119654"/>
              <a:gd name="connsiteY18852" fmla="*/ 1874884 h 2398711"/>
              <a:gd name="connsiteX18853" fmla="*/ 1622361 w 2119654"/>
              <a:gd name="connsiteY18853" fmla="*/ 1874945 h 2398711"/>
              <a:gd name="connsiteX18854" fmla="*/ 1622665 w 2119654"/>
              <a:gd name="connsiteY18854" fmla="*/ 1874878 h 2398711"/>
              <a:gd name="connsiteX18855" fmla="*/ 1623232 w 2119654"/>
              <a:gd name="connsiteY18855" fmla="*/ 1873874 h 2398711"/>
              <a:gd name="connsiteX18856" fmla="*/ 1659147 w 2119654"/>
              <a:gd name="connsiteY18856" fmla="*/ 1792354 h 2398711"/>
              <a:gd name="connsiteX18857" fmla="*/ 1659306 w 2119654"/>
              <a:gd name="connsiteY18857" fmla="*/ 1792479 h 2398711"/>
              <a:gd name="connsiteX18858" fmla="*/ 1659299 w 2119654"/>
              <a:gd name="connsiteY18858" fmla="*/ 1792295 h 2398711"/>
              <a:gd name="connsiteX18859" fmla="*/ 1512395 w 2119654"/>
              <a:gd name="connsiteY18859" fmla="*/ 2120929 h 2398711"/>
              <a:gd name="connsiteX18860" fmla="*/ 1512557 w 2119654"/>
              <a:gd name="connsiteY18860" fmla="*/ 2121713 h 2398711"/>
              <a:gd name="connsiteX18861" fmla="*/ 1514082 w 2119654"/>
              <a:gd name="connsiteY18861" fmla="*/ 2131017 h 2398711"/>
              <a:gd name="connsiteX18862" fmla="*/ 1516661 w 2119654"/>
              <a:gd name="connsiteY18862" fmla="*/ 2130501 h 2398711"/>
              <a:gd name="connsiteX18863" fmla="*/ 1519819 w 2119654"/>
              <a:gd name="connsiteY18863" fmla="*/ 2125992 h 2398711"/>
              <a:gd name="connsiteX18864" fmla="*/ 1523494 w 2119654"/>
              <a:gd name="connsiteY18864" fmla="*/ 2120591 h 2398711"/>
              <a:gd name="connsiteX18865" fmla="*/ 1513624 w 2119654"/>
              <a:gd name="connsiteY18865" fmla="*/ 2120724 h 2398711"/>
              <a:gd name="connsiteX18866" fmla="*/ 1788366 w 2119654"/>
              <a:gd name="connsiteY18866" fmla="*/ 1502970 h 2398711"/>
              <a:gd name="connsiteX18867" fmla="*/ 1788863 w 2119654"/>
              <a:gd name="connsiteY18867" fmla="*/ 1503954 h 2398711"/>
              <a:gd name="connsiteX18868" fmla="*/ 1790730 w 2119654"/>
              <a:gd name="connsiteY18868" fmla="*/ 1502582 h 2398711"/>
              <a:gd name="connsiteX18869" fmla="*/ 1790223 w 2119654"/>
              <a:gd name="connsiteY18869" fmla="*/ 1500435 h 2398711"/>
              <a:gd name="connsiteX18870" fmla="*/ 1555453 w 2119654"/>
              <a:gd name="connsiteY18870" fmla="*/ 2024235 h 2398711"/>
              <a:gd name="connsiteX18871" fmla="*/ 1555298 w 2119654"/>
              <a:gd name="connsiteY18871" fmla="*/ 2024858 h 2398711"/>
              <a:gd name="connsiteX18872" fmla="*/ 1555906 w 2119654"/>
              <a:gd name="connsiteY18872" fmla="*/ 2024669 h 2398711"/>
              <a:gd name="connsiteX18873" fmla="*/ 1556613 w 2119654"/>
              <a:gd name="connsiteY18873" fmla="*/ 2024253 h 2398711"/>
              <a:gd name="connsiteX18874" fmla="*/ 1556622 w 2119654"/>
              <a:gd name="connsiteY18874" fmla="*/ 2024194 h 2398711"/>
              <a:gd name="connsiteX18875" fmla="*/ 1855570 w 2119654"/>
              <a:gd name="connsiteY18875" fmla="*/ 1352139 h 2398711"/>
              <a:gd name="connsiteX18876" fmla="*/ 1858197 w 2119654"/>
              <a:gd name="connsiteY18876" fmla="*/ 1350366 h 2398711"/>
              <a:gd name="connsiteX18877" fmla="*/ 1859731 w 2119654"/>
              <a:gd name="connsiteY18877" fmla="*/ 1348414 h 2398711"/>
              <a:gd name="connsiteX18878" fmla="*/ 1858892 w 2119654"/>
              <a:gd name="connsiteY18878" fmla="*/ 1346599 h 2398711"/>
              <a:gd name="connsiteX18879" fmla="*/ 1858304 w 2119654"/>
              <a:gd name="connsiteY18879" fmla="*/ 1346988 h 2398711"/>
              <a:gd name="connsiteX18880" fmla="*/ 1570631 w 2119654"/>
              <a:gd name="connsiteY18880" fmla="*/ 1990154 h 2398711"/>
              <a:gd name="connsiteX18881" fmla="*/ 1570672 w 2119654"/>
              <a:gd name="connsiteY18881" fmla="*/ 1991039 h 2398711"/>
              <a:gd name="connsiteX18882" fmla="*/ 1570677 w 2119654"/>
              <a:gd name="connsiteY18882" fmla="*/ 1991063 h 2398711"/>
              <a:gd name="connsiteX18883" fmla="*/ 1570799 w 2119654"/>
              <a:gd name="connsiteY18883" fmla="*/ 1991014 h 2398711"/>
              <a:gd name="connsiteX18884" fmla="*/ 1801781 w 2119654"/>
              <a:gd name="connsiteY18884" fmla="*/ 1472563 h 2398711"/>
              <a:gd name="connsiteX18885" fmla="*/ 1802543 w 2119654"/>
              <a:gd name="connsiteY18885" fmla="*/ 1473777 h 2398711"/>
              <a:gd name="connsiteX18886" fmla="*/ 1802661 w 2119654"/>
              <a:gd name="connsiteY18886" fmla="*/ 1473750 h 2398711"/>
              <a:gd name="connsiteX18887" fmla="*/ 1804739 w 2119654"/>
              <a:gd name="connsiteY18887" fmla="*/ 1471537 h 2398711"/>
              <a:gd name="connsiteX18888" fmla="*/ 1804130 w 2119654"/>
              <a:gd name="connsiteY18888" fmla="*/ 1469763 h 2398711"/>
              <a:gd name="connsiteX18889" fmla="*/ 1803624 w 2119654"/>
              <a:gd name="connsiteY18889" fmla="*/ 1470036 h 2398711"/>
              <a:gd name="connsiteX18890" fmla="*/ 1555566 w 2119654"/>
              <a:gd name="connsiteY18890" fmla="*/ 2023784 h 2398711"/>
              <a:gd name="connsiteX18891" fmla="*/ 1555531 w 2119654"/>
              <a:gd name="connsiteY18891" fmla="*/ 2023923 h 2398711"/>
              <a:gd name="connsiteX18892" fmla="*/ 1556672 w 2119654"/>
              <a:gd name="connsiteY18892" fmla="*/ 2023882 h 2398711"/>
              <a:gd name="connsiteX18893" fmla="*/ 1556689 w 2119654"/>
              <a:gd name="connsiteY18893" fmla="*/ 2023781 h 2398711"/>
              <a:gd name="connsiteX18894" fmla="*/ 1781659 w 2119654"/>
              <a:gd name="connsiteY18894" fmla="*/ 1517514 h 2398711"/>
              <a:gd name="connsiteX18895" fmla="*/ 1783625 w 2119654"/>
              <a:gd name="connsiteY18895" fmla="*/ 1515891 h 2398711"/>
              <a:gd name="connsiteX18896" fmla="*/ 1783195 w 2119654"/>
              <a:gd name="connsiteY18896" fmla="*/ 1515459 h 2398711"/>
              <a:gd name="connsiteX18897" fmla="*/ 1621089 w 2119654"/>
              <a:gd name="connsiteY18897" fmla="*/ 1876953 h 2398711"/>
              <a:gd name="connsiteX18898" fmla="*/ 1621086 w 2119654"/>
              <a:gd name="connsiteY18898" fmla="*/ 1877147 h 2398711"/>
              <a:gd name="connsiteX18899" fmla="*/ 1621206 w 2119654"/>
              <a:gd name="connsiteY18899" fmla="*/ 1877457 h 2398711"/>
              <a:gd name="connsiteX18900" fmla="*/ 1621508 w 2119654"/>
              <a:gd name="connsiteY18900" fmla="*/ 1876924 h 2398711"/>
              <a:gd name="connsiteX18901" fmla="*/ 1541375 w 2119654"/>
              <a:gd name="connsiteY18901" fmla="*/ 2055419 h 2398711"/>
              <a:gd name="connsiteX18902" fmla="*/ 1541458 w 2119654"/>
              <a:gd name="connsiteY18902" fmla="*/ 2065380 h 2398711"/>
              <a:gd name="connsiteX18903" fmla="*/ 1543356 w 2119654"/>
              <a:gd name="connsiteY18903" fmla="*/ 2065191 h 2398711"/>
              <a:gd name="connsiteX18904" fmla="*/ 1545767 w 2119654"/>
              <a:gd name="connsiteY18904" fmla="*/ 2055023 h 2398711"/>
              <a:gd name="connsiteX18905" fmla="*/ 1545221 w 2119654"/>
              <a:gd name="connsiteY18905" fmla="*/ 2054870 h 2398711"/>
              <a:gd name="connsiteX18906" fmla="*/ 1807494 w 2119654"/>
              <a:gd name="connsiteY18906" fmla="*/ 1459518 h 2398711"/>
              <a:gd name="connsiteX18907" fmla="*/ 1807772 w 2119654"/>
              <a:gd name="connsiteY18907" fmla="*/ 1459354 h 2398711"/>
              <a:gd name="connsiteX18908" fmla="*/ 1807735 w 2119654"/>
              <a:gd name="connsiteY18908" fmla="*/ 1459121 h 2398711"/>
              <a:gd name="connsiteX18909" fmla="*/ 1597787 w 2119654"/>
              <a:gd name="connsiteY18909" fmla="*/ 1929021 h 2398711"/>
              <a:gd name="connsiteX18910" fmla="*/ 1597470 w 2119654"/>
              <a:gd name="connsiteY18910" fmla="*/ 1929830 h 2398711"/>
              <a:gd name="connsiteX18911" fmla="*/ 1597934 w 2119654"/>
              <a:gd name="connsiteY18911" fmla="*/ 1929363 h 2398711"/>
              <a:gd name="connsiteX18912" fmla="*/ 1575650 w 2119654"/>
              <a:gd name="connsiteY18912" fmla="*/ 1978423 h 2398711"/>
              <a:gd name="connsiteX18913" fmla="*/ 1576134 w 2119654"/>
              <a:gd name="connsiteY18913" fmla="*/ 1978454 h 2398711"/>
              <a:gd name="connsiteX18914" fmla="*/ 1576100 w 2119654"/>
              <a:gd name="connsiteY18914" fmla="*/ 1978285 h 2398711"/>
              <a:gd name="connsiteX18915" fmla="*/ 1796928 w 2119654"/>
              <a:gd name="connsiteY18915" fmla="*/ 1482938 h 2398711"/>
              <a:gd name="connsiteX18916" fmla="*/ 1799808 w 2119654"/>
              <a:gd name="connsiteY18916" fmla="*/ 1485812 h 2398711"/>
              <a:gd name="connsiteX18917" fmla="*/ 1800939 w 2119654"/>
              <a:gd name="connsiteY18917" fmla="*/ 1485155 h 2398711"/>
              <a:gd name="connsiteX18918" fmla="*/ 1799984 w 2119654"/>
              <a:gd name="connsiteY18918" fmla="*/ 1483421 h 2398711"/>
              <a:gd name="connsiteX18919" fmla="*/ 1798628 w 2119654"/>
              <a:gd name="connsiteY18919" fmla="*/ 1481335 h 2398711"/>
              <a:gd name="connsiteX18920" fmla="*/ 1621096 w 2119654"/>
              <a:gd name="connsiteY18920" fmla="*/ 1876568 h 2398711"/>
              <a:gd name="connsiteX18921" fmla="*/ 1621091 w 2119654"/>
              <a:gd name="connsiteY18921" fmla="*/ 1876848 h 2398711"/>
              <a:gd name="connsiteX18922" fmla="*/ 1621569 w 2119654"/>
              <a:gd name="connsiteY18922" fmla="*/ 1876815 h 2398711"/>
              <a:gd name="connsiteX18923" fmla="*/ 1621605 w 2119654"/>
              <a:gd name="connsiteY18923" fmla="*/ 1876750 h 2398711"/>
              <a:gd name="connsiteX18924" fmla="*/ 1621578 w 2119654"/>
              <a:gd name="connsiteY18924" fmla="*/ 1876461 h 2398711"/>
              <a:gd name="connsiteX18925" fmla="*/ 1751743 w 2119654"/>
              <a:gd name="connsiteY18925" fmla="*/ 1583948 h 2398711"/>
              <a:gd name="connsiteX18926" fmla="*/ 1752115 w 2119654"/>
              <a:gd name="connsiteY18926" fmla="*/ 1584693 h 2398711"/>
              <a:gd name="connsiteX18927" fmla="*/ 1752847 w 2119654"/>
              <a:gd name="connsiteY18927" fmla="*/ 1583483 h 2398711"/>
              <a:gd name="connsiteX18928" fmla="*/ 1569520 w 2119654"/>
              <a:gd name="connsiteY18928" fmla="*/ 1991944 h 2398711"/>
              <a:gd name="connsiteX18929" fmla="*/ 1569852 w 2119654"/>
              <a:gd name="connsiteY18929" fmla="*/ 1992021 h 2398711"/>
              <a:gd name="connsiteX18930" fmla="*/ 1569842 w 2119654"/>
              <a:gd name="connsiteY18930" fmla="*/ 1991818 h 2398711"/>
              <a:gd name="connsiteX18931" fmla="*/ 1853007 w 2119654"/>
              <a:gd name="connsiteY18931" fmla="*/ 1356967 h 2398711"/>
              <a:gd name="connsiteX18932" fmla="*/ 1856650 w 2119654"/>
              <a:gd name="connsiteY18932" fmla="*/ 1352332 h 2398711"/>
              <a:gd name="connsiteX18933" fmla="*/ 1854806 w 2119654"/>
              <a:gd name="connsiteY18933" fmla="*/ 1353578 h 2398711"/>
              <a:gd name="connsiteX18934" fmla="*/ 1800696 w 2119654"/>
              <a:gd name="connsiteY18934" fmla="*/ 1474053 h 2398711"/>
              <a:gd name="connsiteX18935" fmla="*/ 1800751 w 2119654"/>
              <a:gd name="connsiteY18935" fmla="*/ 1474186 h 2398711"/>
              <a:gd name="connsiteX18936" fmla="*/ 1802149 w 2119654"/>
              <a:gd name="connsiteY18936" fmla="*/ 1473866 h 2398711"/>
              <a:gd name="connsiteX18937" fmla="*/ 1801539 w 2119654"/>
              <a:gd name="connsiteY18937" fmla="*/ 1472895 h 2398711"/>
              <a:gd name="connsiteX18938" fmla="*/ 1502735 w 2119654"/>
              <a:gd name="connsiteY18938" fmla="*/ 2141133 h 2398711"/>
              <a:gd name="connsiteX18939" fmla="*/ 1502120 w 2119654"/>
              <a:gd name="connsiteY18939" fmla="*/ 2142949 h 2398711"/>
              <a:gd name="connsiteX18940" fmla="*/ 1502007 w 2119654"/>
              <a:gd name="connsiteY18940" fmla="*/ 2143008 h 2398711"/>
              <a:gd name="connsiteX18941" fmla="*/ 1506270 w 2119654"/>
              <a:gd name="connsiteY18941" fmla="*/ 2141682 h 2398711"/>
              <a:gd name="connsiteX18942" fmla="*/ 1780421 w 2119654"/>
              <a:gd name="connsiteY18942" fmla="*/ 1519251 h 2398711"/>
              <a:gd name="connsiteX18943" fmla="*/ 1780791 w 2119654"/>
              <a:gd name="connsiteY18943" fmla="*/ 1519880 h 2398711"/>
              <a:gd name="connsiteX18944" fmla="*/ 1783399 w 2119654"/>
              <a:gd name="connsiteY18944" fmla="*/ 1517267 h 2398711"/>
              <a:gd name="connsiteX18945" fmla="*/ 1781766 w 2119654"/>
              <a:gd name="connsiteY18945" fmla="*/ 1518141 h 2398711"/>
              <a:gd name="connsiteX18946" fmla="*/ 1583722 w 2119654"/>
              <a:gd name="connsiteY18946" fmla="*/ 1959670 h 2398711"/>
              <a:gd name="connsiteX18947" fmla="*/ 1583848 w 2119654"/>
              <a:gd name="connsiteY18947" fmla="*/ 1961347 h 2398711"/>
              <a:gd name="connsiteX18948" fmla="*/ 1584142 w 2119654"/>
              <a:gd name="connsiteY18948" fmla="*/ 1961252 h 2398711"/>
              <a:gd name="connsiteX18949" fmla="*/ 1584776 w 2119654"/>
              <a:gd name="connsiteY18949" fmla="*/ 1961018 h 2398711"/>
              <a:gd name="connsiteX18950" fmla="*/ 1585277 w 2119654"/>
              <a:gd name="connsiteY18950" fmla="*/ 1959738 h 2398711"/>
              <a:gd name="connsiteX18951" fmla="*/ 1584372 w 2119654"/>
              <a:gd name="connsiteY18951" fmla="*/ 1959389 h 2398711"/>
              <a:gd name="connsiteX18952" fmla="*/ 1845749 w 2119654"/>
              <a:gd name="connsiteY18952" fmla="*/ 1372889 h 2398711"/>
              <a:gd name="connsiteX18953" fmla="*/ 1845777 w 2119654"/>
              <a:gd name="connsiteY18953" fmla="*/ 1372946 h 2398711"/>
              <a:gd name="connsiteX18954" fmla="*/ 1845825 w 2119654"/>
              <a:gd name="connsiteY18954" fmla="*/ 1372916 h 2398711"/>
              <a:gd name="connsiteX18955" fmla="*/ 1845982 w 2119654"/>
              <a:gd name="connsiteY18955" fmla="*/ 1372737 h 2398711"/>
              <a:gd name="connsiteX18956" fmla="*/ 1875836 w 2119654"/>
              <a:gd name="connsiteY18956" fmla="*/ 1305501 h 2398711"/>
              <a:gd name="connsiteX18957" fmla="*/ 1878371 w 2119654"/>
              <a:gd name="connsiteY18957" fmla="*/ 1304314 h 2398711"/>
              <a:gd name="connsiteX18958" fmla="*/ 1881101 w 2119654"/>
              <a:gd name="connsiteY18958" fmla="*/ 1296470 h 2398711"/>
              <a:gd name="connsiteX18959" fmla="*/ 1658598 w 2119654"/>
              <a:gd name="connsiteY18959" fmla="*/ 1791920 h 2398711"/>
              <a:gd name="connsiteX18960" fmla="*/ 1658870 w 2119654"/>
              <a:gd name="connsiteY18960" fmla="*/ 1792136 h 2398711"/>
              <a:gd name="connsiteX18961" fmla="*/ 1659287 w 2119654"/>
              <a:gd name="connsiteY18961" fmla="*/ 1791973 h 2398711"/>
              <a:gd name="connsiteX18962" fmla="*/ 1659264 w 2119654"/>
              <a:gd name="connsiteY18962" fmla="*/ 1791328 h 2398711"/>
              <a:gd name="connsiteX18963" fmla="*/ 1503179 w 2119654"/>
              <a:gd name="connsiteY18963" fmla="*/ 2139820 h 2398711"/>
              <a:gd name="connsiteX18964" fmla="*/ 1503074 w 2119654"/>
              <a:gd name="connsiteY18964" fmla="*/ 2140130 h 2398711"/>
              <a:gd name="connsiteX18965" fmla="*/ 1508248 w 2119654"/>
              <a:gd name="connsiteY18965" fmla="*/ 2140934 h 2398711"/>
              <a:gd name="connsiteX18966" fmla="*/ 1509777 w 2119654"/>
              <a:gd name="connsiteY18966" fmla="*/ 2140332 h 2398711"/>
              <a:gd name="connsiteX18967" fmla="*/ 1510244 w 2119654"/>
              <a:gd name="connsiteY18967" fmla="*/ 2139665 h 2398711"/>
              <a:gd name="connsiteX18968" fmla="*/ 1504246 w 2119654"/>
              <a:gd name="connsiteY18968" fmla="*/ 2139797 h 2398711"/>
              <a:gd name="connsiteX18969" fmla="*/ 1504352 w 2119654"/>
              <a:gd name="connsiteY18969" fmla="*/ 2139839 h 2398711"/>
              <a:gd name="connsiteX18970" fmla="*/ 1504067 w 2119654"/>
              <a:gd name="connsiteY18970" fmla="*/ 2139951 h 2398711"/>
              <a:gd name="connsiteX18971" fmla="*/ 1503715 w 2119654"/>
              <a:gd name="connsiteY18971" fmla="*/ 2139809 h 2398711"/>
              <a:gd name="connsiteX18972" fmla="*/ 1754851 w 2119654"/>
              <a:gd name="connsiteY18972" fmla="*/ 1576207 h 2398711"/>
              <a:gd name="connsiteX18973" fmla="*/ 1758125 w 2119654"/>
              <a:gd name="connsiteY18973" fmla="*/ 1574100 h 2398711"/>
              <a:gd name="connsiteX18974" fmla="*/ 1757874 w 2119654"/>
              <a:gd name="connsiteY18974" fmla="*/ 1573721 h 2398711"/>
              <a:gd name="connsiteX18975" fmla="*/ 1756290 w 2119654"/>
              <a:gd name="connsiteY18975" fmla="*/ 1574154 h 2398711"/>
              <a:gd name="connsiteX18976" fmla="*/ 1805022 w 2119654"/>
              <a:gd name="connsiteY18976" fmla="*/ 1463749 h 2398711"/>
              <a:gd name="connsiteX18977" fmla="*/ 1805191 w 2119654"/>
              <a:gd name="connsiteY18977" fmla="*/ 1464243 h 2398711"/>
              <a:gd name="connsiteX18978" fmla="*/ 1808214 w 2119654"/>
              <a:gd name="connsiteY18978" fmla="*/ 1462197 h 2398711"/>
              <a:gd name="connsiteX18979" fmla="*/ 1808168 w 2119654"/>
              <a:gd name="connsiteY18979" fmla="*/ 1461903 h 2398711"/>
              <a:gd name="connsiteX18980" fmla="*/ 1787898 w 2119654"/>
              <a:gd name="connsiteY18980" fmla="*/ 1502042 h 2398711"/>
              <a:gd name="connsiteX18981" fmla="*/ 1788219 w 2119654"/>
              <a:gd name="connsiteY18981" fmla="*/ 1502677 h 2398711"/>
              <a:gd name="connsiteX18982" fmla="*/ 1789812 w 2119654"/>
              <a:gd name="connsiteY18982" fmla="*/ 1500503 h 2398711"/>
              <a:gd name="connsiteX18983" fmla="*/ 1788698 w 2119654"/>
              <a:gd name="connsiteY18983" fmla="*/ 1501006 h 2398711"/>
              <a:gd name="connsiteX18984" fmla="*/ 1798321 w 2119654"/>
              <a:gd name="connsiteY18984" fmla="*/ 1478702 h 2398711"/>
              <a:gd name="connsiteX18985" fmla="*/ 1798347 w 2119654"/>
              <a:gd name="connsiteY18985" fmla="*/ 1478747 h 2398711"/>
              <a:gd name="connsiteX18986" fmla="*/ 1798349 w 2119654"/>
              <a:gd name="connsiteY18986" fmla="*/ 1478746 h 2398711"/>
              <a:gd name="connsiteX18987" fmla="*/ 1798328 w 2119654"/>
              <a:gd name="connsiteY18987" fmla="*/ 1478695 h 2398711"/>
              <a:gd name="connsiteX18988" fmla="*/ 1875020 w 2119654"/>
              <a:gd name="connsiteY18988" fmla="*/ 1306899 h 2398711"/>
              <a:gd name="connsiteX18989" fmla="*/ 1875184 w 2119654"/>
              <a:gd name="connsiteY18989" fmla="*/ 1306829 h 2398711"/>
              <a:gd name="connsiteX18990" fmla="*/ 1878221 w 2119654"/>
              <a:gd name="connsiteY18990" fmla="*/ 1304743 h 2398711"/>
              <a:gd name="connsiteX18991" fmla="*/ 1878266 w 2119654"/>
              <a:gd name="connsiteY18991" fmla="*/ 1304615 h 2398711"/>
              <a:gd name="connsiteX18992" fmla="*/ 1875633 w 2119654"/>
              <a:gd name="connsiteY18992" fmla="*/ 1305849 h 2398711"/>
              <a:gd name="connsiteX18993" fmla="*/ 1570707 w 2119654"/>
              <a:gd name="connsiteY18993" fmla="*/ 1988196 h 2398711"/>
              <a:gd name="connsiteX18994" fmla="*/ 1571189 w 2119654"/>
              <a:gd name="connsiteY18994" fmla="*/ 1990861 h 2398711"/>
              <a:gd name="connsiteX18995" fmla="*/ 1572875 w 2119654"/>
              <a:gd name="connsiteY18995" fmla="*/ 1990200 h 2398711"/>
              <a:gd name="connsiteX18996" fmla="*/ 1571670 w 2119654"/>
              <a:gd name="connsiteY18996" fmla="*/ 1988244 h 2398711"/>
              <a:gd name="connsiteX18997" fmla="*/ 1571642 w 2119654"/>
              <a:gd name="connsiteY18997" fmla="*/ 1988262 h 2398711"/>
              <a:gd name="connsiteX18998" fmla="*/ 1570741 w 2119654"/>
              <a:gd name="connsiteY18998" fmla="*/ 1988082 h 2398711"/>
              <a:gd name="connsiteX18999" fmla="*/ 1571608 w 2119654"/>
              <a:gd name="connsiteY18999" fmla="*/ 1988144 h 2398711"/>
              <a:gd name="connsiteX19000" fmla="*/ 1571527 w 2119654"/>
              <a:gd name="connsiteY19000" fmla="*/ 1988012 h 2398711"/>
              <a:gd name="connsiteX19001" fmla="*/ 1541362 w 2119654"/>
              <a:gd name="connsiteY19001" fmla="*/ 2053782 h 2398711"/>
              <a:gd name="connsiteX19002" fmla="*/ 1541367 w 2119654"/>
              <a:gd name="connsiteY19002" fmla="*/ 2054494 h 2398711"/>
              <a:gd name="connsiteX19003" fmla="*/ 1541735 w 2119654"/>
              <a:gd name="connsiteY19003" fmla="*/ 2054643 h 2398711"/>
              <a:gd name="connsiteX19004" fmla="*/ 1541370 w 2119654"/>
              <a:gd name="connsiteY19004" fmla="*/ 2054787 h 2398711"/>
              <a:gd name="connsiteX19005" fmla="*/ 1541372 w 2119654"/>
              <a:gd name="connsiteY19005" fmla="*/ 2055093 h 2398711"/>
              <a:gd name="connsiteX19006" fmla="*/ 1544451 w 2119654"/>
              <a:gd name="connsiteY19006" fmla="*/ 2054653 h 2398711"/>
              <a:gd name="connsiteX19007" fmla="*/ 1783948 w 2119654"/>
              <a:gd name="connsiteY19007" fmla="*/ 1510494 h 2398711"/>
              <a:gd name="connsiteX19008" fmla="*/ 1784258 w 2119654"/>
              <a:gd name="connsiteY19008" fmla="*/ 1510696 h 2398711"/>
              <a:gd name="connsiteX19009" fmla="*/ 1785112 w 2119654"/>
              <a:gd name="connsiteY19009" fmla="*/ 1509713 h 2398711"/>
              <a:gd name="connsiteX19010" fmla="*/ 1784417 w 2119654"/>
              <a:gd name="connsiteY19010" fmla="*/ 1510121 h 2398711"/>
              <a:gd name="connsiteX19011" fmla="*/ 1836774 w 2119654"/>
              <a:gd name="connsiteY19011" fmla="*/ 1391995 h 2398711"/>
              <a:gd name="connsiteX19012" fmla="*/ 1837697 w 2119654"/>
              <a:gd name="connsiteY19012" fmla="*/ 1392984 h 2398711"/>
              <a:gd name="connsiteX19013" fmla="*/ 1838987 w 2119654"/>
              <a:gd name="connsiteY19013" fmla="*/ 1391384 h 2398711"/>
              <a:gd name="connsiteX19014" fmla="*/ 1838466 w 2119654"/>
              <a:gd name="connsiteY19014" fmla="*/ 1390822 h 2398711"/>
              <a:gd name="connsiteX19015" fmla="*/ 1837242 w 2119654"/>
              <a:gd name="connsiteY19015" fmla="*/ 1391355 h 2398711"/>
              <a:gd name="connsiteX19016" fmla="*/ 1750820 w 2119654"/>
              <a:gd name="connsiteY19016" fmla="*/ 1584397 h 2398711"/>
              <a:gd name="connsiteX19017" fmla="*/ 1750848 w 2119654"/>
              <a:gd name="connsiteY19017" fmla="*/ 1586739 h 2398711"/>
              <a:gd name="connsiteX19018" fmla="*/ 1751024 w 2119654"/>
              <a:gd name="connsiteY19018" fmla="*/ 1586497 h 2398711"/>
              <a:gd name="connsiteX19019" fmla="*/ 1751522 w 2119654"/>
              <a:gd name="connsiteY19019" fmla="*/ 1585673 h 2398711"/>
              <a:gd name="connsiteX19020" fmla="*/ 1588381 w 2119654"/>
              <a:gd name="connsiteY19020" fmla="*/ 1948089 h 2398711"/>
              <a:gd name="connsiteX19021" fmla="*/ 1588499 w 2119654"/>
              <a:gd name="connsiteY19021" fmla="*/ 1951504 h 2398711"/>
              <a:gd name="connsiteX19022" fmla="*/ 1589354 w 2119654"/>
              <a:gd name="connsiteY19022" fmla="*/ 1949318 h 2398711"/>
              <a:gd name="connsiteX19023" fmla="*/ 1589538 w 2119654"/>
              <a:gd name="connsiteY19023" fmla="*/ 1947703 h 2398711"/>
              <a:gd name="connsiteX19024" fmla="*/ 1589437 w 2119654"/>
              <a:gd name="connsiteY19024" fmla="*/ 1947680 h 2398711"/>
              <a:gd name="connsiteX19025" fmla="*/ 1827018 w 2119654"/>
              <a:gd name="connsiteY19025" fmla="*/ 1413625 h 2398711"/>
              <a:gd name="connsiteX19026" fmla="*/ 1832007 w 2119654"/>
              <a:gd name="connsiteY19026" fmla="*/ 1410885 h 2398711"/>
              <a:gd name="connsiteX19027" fmla="*/ 1828867 w 2119654"/>
              <a:gd name="connsiteY19027" fmla="*/ 1411745 h 2398711"/>
              <a:gd name="connsiteX19028" fmla="*/ 1753606 w 2119654"/>
              <a:gd name="connsiteY19028" fmla="*/ 1577984 h 2398711"/>
              <a:gd name="connsiteX19029" fmla="*/ 1754633 w 2119654"/>
              <a:gd name="connsiteY19029" fmla="*/ 1577246 h 2398711"/>
              <a:gd name="connsiteX19030" fmla="*/ 1756915 w 2119654"/>
              <a:gd name="connsiteY19030" fmla="*/ 1575348 h 2398711"/>
              <a:gd name="connsiteX19031" fmla="*/ 1754252 w 2119654"/>
              <a:gd name="connsiteY19031" fmla="*/ 1577063 h 2398711"/>
              <a:gd name="connsiteX19032" fmla="*/ 1618736 w 2119654"/>
              <a:gd name="connsiteY19032" fmla="*/ 1879976 h 2398711"/>
              <a:gd name="connsiteX19033" fmla="*/ 1618748 w 2119654"/>
              <a:gd name="connsiteY19033" fmla="*/ 1880675 h 2398711"/>
              <a:gd name="connsiteX19034" fmla="*/ 1619188 w 2119654"/>
              <a:gd name="connsiteY19034" fmla="*/ 1880541 h 2398711"/>
              <a:gd name="connsiteX19035" fmla="*/ 1618948 w 2119654"/>
              <a:gd name="connsiteY19035" fmla="*/ 1879922 h 2398711"/>
              <a:gd name="connsiteX19036" fmla="*/ 1801132 w 2119654"/>
              <a:gd name="connsiteY19036" fmla="*/ 1471527 h 2398711"/>
              <a:gd name="connsiteX19037" fmla="*/ 1801531 w 2119654"/>
              <a:gd name="connsiteY19037" fmla="*/ 1472164 h 2398711"/>
              <a:gd name="connsiteX19038" fmla="*/ 1802793 w 2119654"/>
              <a:gd name="connsiteY19038" fmla="*/ 1470483 h 2398711"/>
              <a:gd name="connsiteX19039" fmla="*/ 1802216 w 2119654"/>
              <a:gd name="connsiteY19039" fmla="*/ 1470794 h 2398711"/>
              <a:gd name="connsiteX19040" fmla="*/ 1784967 w 2119654"/>
              <a:gd name="connsiteY19040" fmla="*/ 1507611 h 2398711"/>
              <a:gd name="connsiteX19041" fmla="*/ 1786602 w 2119654"/>
              <a:gd name="connsiteY19041" fmla="*/ 1506651 h 2398711"/>
              <a:gd name="connsiteX19042" fmla="*/ 1786429 w 2119654"/>
              <a:gd name="connsiteY19042" fmla="*/ 1506360 h 2398711"/>
              <a:gd name="connsiteX19043" fmla="*/ 1785248 w 2119654"/>
              <a:gd name="connsiteY19043" fmla="*/ 1507228 h 2398711"/>
              <a:gd name="connsiteX19044" fmla="*/ 1500158 w 2119654"/>
              <a:gd name="connsiteY19044" fmla="*/ 2145233 h 2398711"/>
              <a:gd name="connsiteX19045" fmla="*/ 1505504 w 2119654"/>
              <a:gd name="connsiteY19045" fmla="*/ 2146434 h 2398711"/>
              <a:gd name="connsiteX19046" fmla="*/ 1508580 w 2119654"/>
              <a:gd name="connsiteY19046" fmla="*/ 2142041 h 2398711"/>
              <a:gd name="connsiteX19047" fmla="*/ 1508360 w 2119654"/>
              <a:gd name="connsiteY19047" fmla="*/ 2142007 h 2398711"/>
              <a:gd name="connsiteX19048" fmla="*/ 1787621 w 2119654"/>
              <a:gd name="connsiteY19048" fmla="*/ 1501494 h 2398711"/>
              <a:gd name="connsiteX19049" fmla="*/ 1787807 w 2119654"/>
              <a:gd name="connsiteY19049" fmla="*/ 1501861 h 2398711"/>
              <a:gd name="connsiteX19050" fmla="*/ 1787850 w 2119654"/>
              <a:gd name="connsiteY19050" fmla="*/ 1501807 h 2398711"/>
              <a:gd name="connsiteX19051" fmla="*/ 1788346 w 2119654"/>
              <a:gd name="connsiteY19051" fmla="*/ 1501166 h 2398711"/>
              <a:gd name="connsiteX19052" fmla="*/ 1505193 w 2119654"/>
              <a:gd name="connsiteY19052" fmla="*/ 2133868 h 2398711"/>
              <a:gd name="connsiteX19053" fmla="*/ 1503315 w 2119654"/>
              <a:gd name="connsiteY19053" fmla="*/ 2139418 h 2398711"/>
              <a:gd name="connsiteX19054" fmla="*/ 1503703 w 2119654"/>
              <a:gd name="connsiteY19054" fmla="*/ 2139576 h 2398711"/>
              <a:gd name="connsiteX19055" fmla="*/ 1510409 w 2119654"/>
              <a:gd name="connsiteY19055" fmla="*/ 2139430 h 2398711"/>
              <a:gd name="connsiteX19056" fmla="*/ 1514257 w 2119654"/>
              <a:gd name="connsiteY19056" fmla="*/ 2133934 h 2398711"/>
              <a:gd name="connsiteX19057" fmla="*/ 1514188 w 2119654"/>
              <a:gd name="connsiteY19057" fmla="*/ 2133508 h 2398711"/>
              <a:gd name="connsiteX19058" fmla="*/ 1513832 w 2119654"/>
              <a:gd name="connsiteY19058" fmla="*/ 2131779 h 2398711"/>
              <a:gd name="connsiteX19059" fmla="*/ 1583615 w 2119654"/>
              <a:gd name="connsiteY19059" fmla="*/ 1958240 h 2398711"/>
              <a:gd name="connsiteX19060" fmla="*/ 1583630 w 2119654"/>
              <a:gd name="connsiteY19060" fmla="*/ 1958437 h 2398711"/>
              <a:gd name="connsiteX19061" fmla="*/ 1584717 w 2119654"/>
              <a:gd name="connsiteY19061" fmla="*/ 1957967 h 2398711"/>
              <a:gd name="connsiteX19062" fmla="*/ 1583707 w 2119654"/>
              <a:gd name="connsiteY19062" fmla="*/ 1958197 h 2398711"/>
              <a:gd name="connsiteX19063" fmla="*/ 1847496 w 2119654"/>
              <a:gd name="connsiteY19063" fmla="*/ 1367351 h 2398711"/>
              <a:gd name="connsiteX19064" fmla="*/ 1853162 w 2119654"/>
              <a:gd name="connsiteY19064" fmla="*/ 1364547 h 2398711"/>
              <a:gd name="connsiteX19065" fmla="*/ 1860192 w 2119654"/>
              <a:gd name="connsiteY19065" fmla="*/ 1356529 h 2398711"/>
              <a:gd name="connsiteX19066" fmla="*/ 1861605 w 2119654"/>
              <a:gd name="connsiteY19066" fmla="*/ 1352468 h 2398711"/>
              <a:gd name="connsiteX19067" fmla="*/ 1860378 w 2119654"/>
              <a:gd name="connsiteY19067" fmla="*/ 1349816 h 2398711"/>
              <a:gd name="connsiteX19068" fmla="*/ 1859064 w 2119654"/>
              <a:gd name="connsiteY19068" fmla="*/ 1350703 h 2398711"/>
              <a:gd name="connsiteX19069" fmla="*/ 1850579 w 2119654"/>
              <a:gd name="connsiteY19069" fmla="*/ 1361542 h 2398711"/>
              <a:gd name="connsiteX19070" fmla="*/ 1778700 w 2119654"/>
              <a:gd name="connsiteY19070" fmla="*/ 1521363 h 2398711"/>
              <a:gd name="connsiteX19071" fmla="*/ 1779876 w 2119654"/>
              <a:gd name="connsiteY19071" fmla="*/ 1520796 h 2398711"/>
              <a:gd name="connsiteX19072" fmla="*/ 1780379 w 2119654"/>
              <a:gd name="connsiteY19072" fmla="*/ 1520293 h 2398711"/>
              <a:gd name="connsiteX19073" fmla="*/ 1780028 w 2119654"/>
              <a:gd name="connsiteY19073" fmla="*/ 1519697 h 2398711"/>
              <a:gd name="connsiteX19074" fmla="*/ 1779292 w 2119654"/>
              <a:gd name="connsiteY19074" fmla="*/ 1520681 h 2398711"/>
              <a:gd name="connsiteX19075" fmla="*/ 1827992 w 2119654"/>
              <a:gd name="connsiteY19075" fmla="*/ 1410877 h 2398711"/>
              <a:gd name="connsiteX19076" fmla="*/ 1830211 w 2119654"/>
              <a:gd name="connsiteY19076" fmla="*/ 1409649 h 2398711"/>
              <a:gd name="connsiteX19077" fmla="*/ 1833729 w 2119654"/>
              <a:gd name="connsiteY19077" fmla="*/ 1406071 h 2398711"/>
              <a:gd name="connsiteX19078" fmla="*/ 1831144 w 2119654"/>
              <a:gd name="connsiteY19078" fmla="*/ 1408063 h 2398711"/>
              <a:gd name="connsiteX19079" fmla="*/ 1893151 w 2119654"/>
              <a:gd name="connsiteY19079" fmla="*/ 1264964 h 2398711"/>
              <a:gd name="connsiteX19080" fmla="*/ 1892365 w 2119654"/>
              <a:gd name="connsiteY19080" fmla="*/ 1267734 h 2398711"/>
              <a:gd name="connsiteX19081" fmla="*/ 1892870 w 2119654"/>
              <a:gd name="connsiteY19081" fmla="*/ 1266263 h 2398711"/>
              <a:gd name="connsiteX19082" fmla="*/ 1893403 w 2119654"/>
              <a:gd name="connsiteY19082" fmla="*/ 1264639 h 2398711"/>
              <a:gd name="connsiteX19083" fmla="*/ 1895007 w 2119654"/>
              <a:gd name="connsiteY19083" fmla="*/ 1260783 h 2398711"/>
              <a:gd name="connsiteX19084" fmla="*/ 1894335 w 2119654"/>
              <a:gd name="connsiteY19084" fmla="*/ 1262830 h 2398711"/>
              <a:gd name="connsiteX19085" fmla="*/ 1903791 w 2119654"/>
              <a:gd name="connsiteY19085" fmla="*/ 1250626 h 2398711"/>
              <a:gd name="connsiteX19086" fmla="*/ 1903796 w 2119654"/>
              <a:gd name="connsiteY19086" fmla="*/ 1251226 h 2398711"/>
              <a:gd name="connsiteX19087" fmla="*/ 1893989 w 2119654"/>
              <a:gd name="connsiteY19087" fmla="*/ 1263882 h 2398711"/>
              <a:gd name="connsiteX19088" fmla="*/ 1891350 w 2119654"/>
              <a:gd name="connsiteY19088" fmla="*/ 1271921 h 2398711"/>
              <a:gd name="connsiteX19089" fmla="*/ 1899356 w 2119654"/>
              <a:gd name="connsiteY19089" fmla="*/ 1262102 h 2398711"/>
              <a:gd name="connsiteX19090" fmla="*/ 1913535 w 2119654"/>
              <a:gd name="connsiteY19090" fmla="*/ 1235390 h 2398711"/>
              <a:gd name="connsiteX19091" fmla="*/ 1912345 w 2119654"/>
              <a:gd name="connsiteY19091" fmla="*/ 1234588 h 2398711"/>
              <a:gd name="connsiteX19092" fmla="*/ 1908326 w 2119654"/>
              <a:gd name="connsiteY19092" fmla="*/ 1240799 h 2398711"/>
              <a:gd name="connsiteX19093" fmla="*/ 1618727 w 2119654"/>
              <a:gd name="connsiteY19093" fmla="*/ 1879349 h 2398711"/>
              <a:gd name="connsiteX19094" fmla="*/ 1618728 w 2119654"/>
              <a:gd name="connsiteY19094" fmla="*/ 1879444 h 2398711"/>
              <a:gd name="connsiteX19095" fmla="*/ 1618759 w 2119654"/>
              <a:gd name="connsiteY19095" fmla="*/ 1879433 h 2398711"/>
              <a:gd name="connsiteX19096" fmla="*/ 1751122 w 2119654"/>
              <a:gd name="connsiteY19096" fmla="*/ 1582771 h 2398711"/>
              <a:gd name="connsiteX19097" fmla="*/ 1751478 w 2119654"/>
              <a:gd name="connsiteY19097" fmla="*/ 1583417 h 2398711"/>
              <a:gd name="connsiteX19098" fmla="*/ 1751558 w 2119654"/>
              <a:gd name="connsiteY19098" fmla="*/ 1583576 h 2398711"/>
              <a:gd name="connsiteX19099" fmla="*/ 1753213 w 2119654"/>
              <a:gd name="connsiteY19099" fmla="*/ 1582879 h 2398711"/>
              <a:gd name="connsiteX19100" fmla="*/ 1753860 w 2119654"/>
              <a:gd name="connsiteY19100" fmla="*/ 1581810 h 2398711"/>
              <a:gd name="connsiteX19101" fmla="*/ 1818957 w 2119654"/>
              <a:gd name="connsiteY19101" fmla="*/ 1430667 h 2398711"/>
              <a:gd name="connsiteX19102" fmla="*/ 1819940 w 2119654"/>
              <a:gd name="connsiteY19102" fmla="*/ 1431916 h 2398711"/>
              <a:gd name="connsiteX19103" fmla="*/ 1822692 w 2119654"/>
              <a:gd name="connsiteY19103" fmla="*/ 1427399 h 2398711"/>
              <a:gd name="connsiteX19104" fmla="*/ 1845835 w 2119654"/>
              <a:gd name="connsiteY19104" fmla="*/ 1370477 h 2398711"/>
              <a:gd name="connsiteX19105" fmla="*/ 1846761 w 2119654"/>
              <a:gd name="connsiteY19105" fmla="*/ 1371420 h 2398711"/>
              <a:gd name="connsiteX19106" fmla="*/ 1847638 w 2119654"/>
              <a:gd name="connsiteY19106" fmla="*/ 1370849 h 2398711"/>
              <a:gd name="connsiteX19107" fmla="*/ 1851386 w 2119654"/>
              <a:gd name="connsiteY19107" fmla="*/ 1366573 h 2398711"/>
              <a:gd name="connsiteX19108" fmla="*/ 1846670 w 2119654"/>
              <a:gd name="connsiteY19108" fmla="*/ 1368906 h 2398711"/>
              <a:gd name="connsiteX19109" fmla="*/ 1845181 w 2119654"/>
              <a:gd name="connsiteY19109" fmla="*/ 1371711 h 2398711"/>
              <a:gd name="connsiteX19110" fmla="*/ 1845453 w 2119654"/>
              <a:gd name="connsiteY19110" fmla="*/ 1372273 h 2398711"/>
              <a:gd name="connsiteX19111" fmla="*/ 1846119 w 2119654"/>
              <a:gd name="connsiteY19111" fmla="*/ 1371839 h 2398711"/>
              <a:gd name="connsiteX19112" fmla="*/ 1845448 w 2119654"/>
              <a:gd name="connsiteY19112" fmla="*/ 1371208 h 2398711"/>
              <a:gd name="connsiteX19113" fmla="*/ 1777853 w 2119654"/>
              <a:gd name="connsiteY19113" fmla="*/ 1522338 h 2398711"/>
              <a:gd name="connsiteX19114" fmla="*/ 1778829 w 2119654"/>
              <a:gd name="connsiteY19114" fmla="*/ 1521796 h 2398711"/>
              <a:gd name="connsiteX19115" fmla="*/ 1777960 w 2119654"/>
              <a:gd name="connsiteY19115" fmla="*/ 1522214 h 2398711"/>
              <a:gd name="connsiteX19116" fmla="*/ 1545349 w 2119654"/>
              <a:gd name="connsiteY19116" fmla="*/ 2042944 h 2398711"/>
              <a:gd name="connsiteX19117" fmla="*/ 1548591 w 2119654"/>
              <a:gd name="connsiteY19117" fmla="*/ 2043111 h 2398711"/>
              <a:gd name="connsiteX19118" fmla="*/ 1548991 w 2119654"/>
              <a:gd name="connsiteY19118" fmla="*/ 2041426 h 2398711"/>
              <a:gd name="connsiteX19119" fmla="*/ 1548246 w 2119654"/>
              <a:gd name="connsiteY19119" fmla="*/ 2041469 h 2398711"/>
              <a:gd name="connsiteX19120" fmla="*/ 1870861 w 2119654"/>
              <a:gd name="connsiteY19120" fmla="*/ 1314033 h 2398711"/>
              <a:gd name="connsiteX19121" fmla="*/ 1876593 w 2119654"/>
              <a:gd name="connsiteY19121" fmla="*/ 1309420 h 2398711"/>
              <a:gd name="connsiteX19122" fmla="*/ 1877697 w 2119654"/>
              <a:gd name="connsiteY19122" fmla="*/ 1306249 h 2398711"/>
              <a:gd name="connsiteX19123" fmla="*/ 1875620 w 2119654"/>
              <a:gd name="connsiteY19123" fmla="*/ 1307179 h 2398711"/>
              <a:gd name="connsiteX19124" fmla="*/ 1874348 w 2119654"/>
              <a:gd name="connsiteY19124" fmla="*/ 1308052 h 2398711"/>
              <a:gd name="connsiteX19125" fmla="*/ 1839957 w 2119654"/>
              <a:gd name="connsiteY19125" fmla="*/ 1383232 h 2398711"/>
              <a:gd name="connsiteX19126" fmla="*/ 1842352 w 2119654"/>
              <a:gd name="connsiteY19126" fmla="*/ 1382151 h 2398711"/>
              <a:gd name="connsiteX19127" fmla="*/ 1844056 w 2119654"/>
              <a:gd name="connsiteY19127" fmla="*/ 1379823 h 2398711"/>
              <a:gd name="connsiteX19128" fmla="*/ 1540360 w 2119654"/>
              <a:gd name="connsiteY19128" fmla="*/ 2054085 h 2398711"/>
              <a:gd name="connsiteX19129" fmla="*/ 1540999 w 2119654"/>
              <a:gd name="connsiteY19129" fmla="*/ 2054344 h 2398711"/>
              <a:gd name="connsiteX19130" fmla="*/ 1540993 w 2119654"/>
              <a:gd name="connsiteY19130" fmla="*/ 2053678 h 2398711"/>
              <a:gd name="connsiteX19131" fmla="*/ 1540947 w 2119654"/>
              <a:gd name="connsiteY19131" fmla="*/ 2053666 h 2398711"/>
              <a:gd name="connsiteX19132" fmla="*/ 1844580 w 2119654"/>
              <a:gd name="connsiteY19132" fmla="*/ 1372842 h 2398711"/>
              <a:gd name="connsiteX19133" fmla="*/ 1845021 w 2119654"/>
              <a:gd name="connsiteY19133" fmla="*/ 1372555 h 2398711"/>
              <a:gd name="connsiteX19134" fmla="*/ 1844881 w 2119654"/>
              <a:gd name="connsiteY19134" fmla="*/ 1372276 h 2398711"/>
              <a:gd name="connsiteX19135" fmla="*/ 1893843 w 2119654"/>
              <a:gd name="connsiteY19135" fmla="*/ 1262529 h 2398711"/>
              <a:gd name="connsiteX19136" fmla="*/ 1893423 w 2119654"/>
              <a:gd name="connsiteY19136" fmla="*/ 1264006 h 2398711"/>
              <a:gd name="connsiteX19137" fmla="*/ 1893748 w 2119654"/>
              <a:gd name="connsiteY19137" fmla="*/ 1263586 h 2398711"/>
              <a:gd name="connsiteX19138" fmla="*/ 1894340 w 2119654"/>
              <a:gd name="connsiteY19138" fmla="*/ 1261782 h 2398711"/>
              <a:gd name="connsiteX19139" fmla="*/ 1795876 w 2119654"/>
              <a:gd name="connsiteY19139" fmla="*/ 1481890 h 2398711"/>
              <a:gd name="connsiteX19140" fmla="*/ 1796690 w 2119654"/>
              <a:gd name="connsiteY19140" fmla="*/ 1482701 h 2398711"/>
              <a:gd name="connsiteX19141" fmla="*/ 1798441 w 2119654"/>
              <a:gd name="connsiteY19141" fmla="*/ 1481049 h 2398711"/>
              <a:gd name="connsiteX19142" fmla="*/ 1798106 w 2119654"/>
              <a:gd name="connsiteY19142" fmla="*/ 1480531 h 2398711"/>
              <a:gd name="connsiteX19143" fmla="*/ 1750990 w 2119654"/>
              <a:gd name="connsiteY19143" fmla="*/ 1582292 h 2398711"/>
              <a:gd name="connsiteX19144" fmla="*/ 1754202 w 2119654"/>
              <a:gd name="connsiteY19144" fmla="*/ 1581164 h 2398711"/>
              <a:gd name="connsiteX19145" fmla="*/ 1753204 w 2119654"/>
              <a:gd name="connsiteY19145" fmla="*/ 1580700 h 2398711"/>
              <a:gd name="connsiteX19146" fmla="*/ 1870407 w 2119654"/>
              <a:gd name="connsiteY19146" fmla="*/ 1314811 h 2398711"/>
              <a:gd name="connsiteX19147" fmla="*/ 1873235 w 2119654"/>
              <a:gd name="connsiteY19147" fmla="*/ 1317548 h 2398711"/>
              <a:gd name="connsiteX19148" fmla="*/ 1874874 w 2119654"/>
              <a:gd name="connsiteY19148" fmla="*/ 1314359 h 2398711"/>
              <a:gd name="connsiteX19149" fmla="*/ 1876436 w 2119654"/>
              <a:gd name="connsiteY19149" fmla="*/ 1309870 h 2398711"/>
              <a:gd name="connsiteX19150" fmla="*/ 1870504 w 2119654"/>
              <a:gd name="connsiteY19150" fmla="*/ 1314646 h 2398711"/>
              <a:gd name="connsiteX19151" fmla="*/ 1843884 w 2119654"/>
              <a:gd name="connsiteY19151" fmla="*/ 1374154 h 2398711"/>
              <a:gd name="connsiteX19152" fmla="*/ 1845352 w 2119654"/>
              <a:gd name="connsiteY19152" fmla="*/ 1373217 h 2398711"/>
              <a:gd name="connsiteX19153" fmla="*/ 1845325 w 2119654"/>
              <a:gd name="connsiteY19153" fmla="*/ 1373165 h 2398711"/>
              <a:gd name="connsiteX19154" fmla="*/ 1843924 w 2119654"/>
              <a:gd name="connsiteY19154" fmla="*/ 1374080 h 2398711"/>
              <a:gd name="connsiteX19155" fmla="*/ 1551303 w 2119654"/>
              <a:gd name="connsiteY19155" fmla="*/ 2029211 h 2398711"/>
              <a:gd name="connsiteX19156" fmla="*/ 1551890 w 2119654"/>
              <a:gd name="connsiteY19156" fmla="*/ 2029199 h 2398711"/>
              <a:gd name="connsiteX19157" fmla="*/ 1551934 w 2119654"/>
              <a:gd name="connsiteY19157" fmla="*/ 2029015 h 2398711"/>
              <a:gd name="connsiteX19158" fmla="*/ 1594720 w 2119654"/>
              <a:gd name="connsiteY19158" fmla="*/ 1931930 h 2398711"/>
              <a:gd name="connsiteX19159" fmla="*/ 1595152 w 2119654"/>
              <a:gd name="connsiteY19159" fmla="*/ 1931746 h 2398711"/>
              <a:gd name="connsiteX19160" fmla="*/ 1596740 w 2119654"/>
              <a:gd name="connsiteY19160" fmla="*/ 1930440 h 2398711"/>
              <a:gd name="connsiteX19161" fmla="*/ 1597529 w 2119654"/>
              <a:gd name="connsiteY19161" fmla="*/ 1928422 h 2398711"/>
              <a:gd name="connsiteX19162" fmla="*/ 1597459 w 2119654"/>
              <a:gd name="connsiteY19162" fmla="*/ 1928260 h 2398711"/>
              <a:gd name="connsiteX19163" fmla="*/ 1570449 w 2119654"/>
              <a:gd name="connsiteY19163" fmla="*/ 1986262 h 2398711"/>
              <a:gd name="connsiteX19164" fmla="*/ 1570481 w 2119654"/>
              <a:gd name="connsiteY19164" fmla="*/ 1986945 h 2398711"/>
              <a:gd name="connsiteX19165" fmla="*/ 1570532 w 2119654"/>
              <a:gd name="connsiteY19165" fmla="*/ 1987231 h 2398711"/>
              <a:gd name="connsiteX19166" fmla="*/ 1571019 w 2119654"/>
              <a:gd name="connsiteY19166" fmla="*/ 1987188 h 2398711"/>
              <a:gd name="connsiteX19167" fmla="*/ 1799973 w 2119654"/>
              <a:gd name="connsiteY19167" fmla="*/ 1472311 h 2398711"/>
              <a:gd name="connsiteX19168" fmla="*/ 1800488 w 2119654"/>
              <a:gd name="connsiteY19168" fmla="*/ 1473554 h 2398711"/>
              <a:gd name="connsiteX19169" fmla="*/ 1801286 w 2119654"/>
              <a:gd name="connsiteY19169" fmla="*/ 1472492 h 2398711"/>
              <a:gd name="connsiteX19170" fmla="*/ 1800816 w 2119654"/>
              <a:gd name="connsiteY19170" fmla="*/ 1471741 h 2398711"/>
              <a:gd name="connsiteX19171" fmla="*/ 1577111 w 2119654"/>
              <a:gd name="connsiteY19171" fmla="*/ 1971317 h 2398711"/>
              <a:gd name="connsiteX19172" fmla="*/ 1578048 w 2119654"/>
              <a:gd name="connsiteY19172" fmla="*/ 1971357 h 2398711"/>
              <a:gd name="connsiteX19173" fmla="*/ 1577536 w 2119654"/>
              <a:gd name="connsiteY19173" fmla="*/ 1971319 h 2398711"/>
              <a:gd name="connsiteX19174" fmla="*/ 1577155 w 2119654"/>
              <a:gd name="connsiteY19174" fmla="*/ 1971301 h 2398711"/>
              <a:gd name="connsiteX19175" fmla="*/ 1570770 w 2119654"/>
              <a:gd name="connsiteY19175" fmla="*/ 1985297 h 2398711"/>
              <a:gd name="connsiteX19176" fmla="*/ 1571887 w 2119654"/>
              <a:gd name="connsiteY19176" fmla="*/ 1987110 h 2398711"/>
              <a:gd name="connsiteX19177" fmla="*/ 1574548 w 2119654"/>
              <a:gd name="connsiteY19177" fmla="*/ 1986872 h 2398711"/>
              <a:gd name="connsiteX19178" fmla="*/ 1576095 w 2119654"/>
              <a:gd name="connsiteY19178" fmla="*/ 1983071 h 2398711"/>
              <a:gd name="connsiteX19179" fmla="*/ 1783768 w 2119654"/>
              <a:gd name="connsiteY19179" fmla="*/ 1508315 h 2398711"/>
              <a:gd name="connsiteX19180" fmla="*/ 1784332 w 2119654"/>
              <a:gd name="connsiteY19180" fmla="*/ 1507984 h 2398711"/>
              <a:gd name="connsiteX19181" fmla="*/ 1784464 w 2119654"/>
              <a:gd name="connsiteY19181" fmla="*/ 1507805 h 2398711"/>
              <a:gd name="connsiteX19182" fmla="*/ 1869376 w 2119654"/>
              <a:gd name="connsiteY19182" fmla="*/ 1316580 h 2398711"/>
              <a:gd name="connsiteX19183" fmla="*/ 1872822 w 2119654"/>
              <a:gd name="connsiteY19183" fmla="*/ 1318353 h 2398711"/>
              <a:gd name="connsiteX19184" fmla="*/ 1873037 w 2119654"/>
              <a:gd name="connsiteY19184" fmla="*/ 1317934 h 2398711"/>
              <a:gd name="connsiteX19185" fmla="*/ 1870192 w 2119654"/>
              <a:gd name="connsiteY19185" fmla="*/ 1315180 h 2398711"/>
              <a:gd name="connsiteX19186" fmla="*/ 1796418 w 2119654"/>
              <a:gd name="connsiteY19186" fmla="*/ 1479922 h 2398711"/>
              <a:gd name="connsiteX19187" fmla="*/ 1797343 w 2119654"/>
              <a:gd name="connsiteY19187" fmla="*/ 1479359 h 2398711"/>
              <a:gd name="connsiteX19188" fmla="*/ 1797100 w 2119654"/>
              <a:gd name="connsiteY19188" fmla="*/ 1478986 h 2398711"/>
              <a:gd name="connsiteX19189" fmla="*/ 1527664 w 2119654"/>
              <a:gd name="connsiteY19189" fmla="*/ 2081653 h 2398711"/>
              <a:gd name="connsiteX19190" fmla="*/ 1537823 w 2119654"/>
              <a:gd name="connsiteY19190" fmla="*/ 2083253 h 2398711"/>
              <a:gd name="connsiteX19191" fmla="*/ 1538141 w 2119654"/>
              <a:gd name="connsiteY19191" fmla="*/ 2083201 h 2398711"/>
              <a:gd name="connsiteX19192" fmla="*/ 1539216 w 2119654"/>
              <a:gd name="connsiteY19192" fmla="*/ 2082650 h 2398711"/>
              <a:gd name="connsiteX19193" fmla="*/ 1539752 w 2119654"/>
              <a:gd name="connsiteY19193" fmla="*/ 2080391 h 2398711"/>
              <a:gd name="connsiteX19194" fmla="*/ 1531542 w 2119654"/>
              <a:gd name="connsiteY19194" fmla="*/ 2079377 h 2398711"/>
              <a:gd name="connsiteX19195" fmla="*/ 1583489 w 2119654"/>
              <a:gd name="connsiteY19195" fmla="*/ 1956570 h 2398711"/>
              <a:gd name="connsiteX19196" fmla="*/ 1583518 w 2119654"/>
              <a:gd name="connsiteY19196" fmla="*/ 1956944 h 2398711"/>
              <a:gd name="connsiteX19197" fmla="*/ 1585594 w 2119654"/>
              <a:gd name="connsiteY19197" fmla="*/ 1955969 h 2398711"/>
              <a:gd name="connsiteX19198" fmla="*/ 1617420 w 2119654"/>
              <a:gd name="connsiteY19198" fmla="*/ 1880504 h 2398711"/>
              <a:gd name="connsiteX19199" fmla="*/ 1617422 w 2119654"/>
              <a:gd name="connsiteY19199" fmla="*/ 1880718 h 2398711"/>
              <a:gd name="connsiteX19200" fmla="*/ 1617450 w 2119654"/>
              <a:gd name="connsiteY19200" fmla="*/ 1881073 h 2398711"/>
              <a:gd name="connsiteX19201" fmla="*/ 1617851 w 2119654"/>
              <a:gd name="connsiteY19201" fmla="*/ 1880950 h 2398711"/>
              <a:gd name="connsiteX19202" fmla="*/ 1617840 w 2119654"/>
              <a:gd name="connsiteY19202" fmla="*/ 1880206 h 2398711"/>
              <a:gd name="connsiteX19203" fmla="*/ 1617733 w 2119654"/>
              <a:gd name="connsiteY19203" fmla="*/ 1880234 h 2398711"/>
              <a:gd name="connsiteX19204" fmla="*/ 1617622 w 2119654"/>
              <a:gd name="connsiteY19204" fmla="*/ 1880273 h 2398711"/>
              <a:gd name="connsiteX19205" fmla="*/ 1511654 w 2119654"/>
              <a:gd name="connsiteY19205" fmla="*/ 2117333 h 2398711"/>
              <a:gd name="connsiteX19206" fmla="*/ 1511988 w 2119654"/>
              <a:gd name="connsiteY19206" fmla="*/ 2118951 h 2398711"/>
              <a:gd name="connsiteX19207" fmla="*/ 1526097 w 2119654"/>
              <a:gd name="connsiteY19207" fmla="*/ 2116766 h 2398711"/>
              <a:gd name="connsiteX19208" fmla="*/ 1527703 w 2119654"/>
              <a:gd name="connsiteY19208" fmla="*/ 2114405 h 2398711"/>
              <a:gd name="connsiteX19209" fmla="*/ 1787379 w 2119654"/>
              <a:gd name="connsiteY19209" fmla="*/ 1499861 h 2398711"/>
              <a:gd name="connsiteX19210" fmla="*/ 1789853 w 2119654"/>
              <a:gd name="connsiteY19210" fmla="*/ 1498863 h 2398711"/>
              <a:gd name="connsiteX19211" fmla="*/ 1789838 w 2119654"/>
              <a:gd name="connsiteY19211" fmla="*/ 1498799 h 2398711"/>
              <a:gd name="connsiteX19212" fmla="*/ 1781371 w 2119654"/>
              <a:gd name="connsiteY19212" fmla="*/ 1513216 h 2398711"/>
              <a:gd name="connsiteX19213" fmla="*/ 1781740 w 2119654"/>
              <a:gd name="connsiteY19213" fmla="*/ 1513596 h 2398711"/>
              <a:gd name="connsiteX19214" fmla="*/ 1782737 w 2119654"/>
              <a:gd name="connsiteY19214" fmla="*/ 1512448 h 2398711"/>
              <a:gd name="connsiteX19215" fmla="*/ 1759595 w 2119654"/>
              <a:gd name="connsiteY19215" fmla="*/ 1561830 h 2398711"/>
              <a:gd name="connsiteX19216" fmla="*/ 1759870 w 2119654"/>
              <a:gd name="connsiteY19216" fmla="*/ 1562283 h 2398711"/>
              <a:gd name="connsiteX19217" fmla="*/ 1759715 w 2119654"/>
              <a:gd name="connsiteY19217" fmla="*/ 1561710 h 2398711"/>
              <a:gd name="connsiteX19218" fmla="*/ 1828906 w 2119654"/>
              <a:gd name="connsiteY19218" fmla="*/ 1406423 h 2398711"/>
              <a:gd name="connsiteX19219" fmla="*/ 1833273 w 2119654"/>
              <a:gd name="connsiteY19219" fmla="*/ 1404035 h 2398711"/>
              <a:gd name="connsiteX19220" fmla="*/ 1833796 w 2119654"/>
              <a:gd name="connsiteY19220" fmla="*/ 1403619 h 2398711"/>
              <a:gd name="connsiteX19221" fmla="*/ 1833764 w 2119654"/>
              <a:gd name="connsiteY19221" fmla="*/ 1403754 h 2398711"/>
              <a:gd name="connsiteX19222" fmla="*/ 1833717 w 2119654"/>
              <a:gd name="connsiteY19222" fmla="*/ 1403792 h 2398711"/>
              <a:gd name="connsiteX19223" fmla="*/ 1838173 w 2119654"/>
              <a:gd name="connsiteY19223" fmla="*/ 1401355 h 2398711"/>
              <a:gd name="connsiteX19224" fmla="*/ 1839030 w 2119654"/>
              <a:gd name="connsiteY19224" fmla="*/ 1400590 h 2398711"/>
              <a:gd name="connsiteX19225" fmla="*/ 1841004 w 2119654"/>
              <a:gd name="connsiteY19225" fmla="*/ 1397350 h 2398711"/>
              <a:gd name="connsiteX19226" fmla="*/ 1838435 w 2119654"/>
              <a:gd name="connsiteY19226" fmla="*/ 1394605 h 2398711"/>
              <a:gd name="connsiteX19227" fmla="*/ 1501337 w 2119654"/>
              <a:gd name="connsiteY19227" fmla="*/ 2139860 h 2398711"/>
              <a:gd name="connsiteX19228" fmla="*/ 1502872 w 2119654"/>
              <a:gd name="connsiteY19228" fmla="*/ 2140098 h 2398711"/>
              <a:gd name="connsiteX19229" fmla="*/ 1502965 w 2119654"/>
              <a:gd name="connsiteY19229" fmla="*/ 2139825 h 2398711"/>
              <a:gd name="connsiteX19230" fmla="*/ 1575497 w 2119654"/>
              <a:gd name="connsiteY19230" fmla="*/ 1973798 h 2398711"/>
              <a:gd name="connsiteX19231" fmla="*/ 1575603 w 2119654"/>
              <a:gd name="connsiteY19231" fmla="*/ 1974365 h 2398711"/>
              <a:gd name="connsiteX19232" fmla="*/ 1576199 w 2119654"/>
              <a:gd name="connsiteY19232" fmla="*/ 1974381 h 2398711"/>
              <a:gd name="connsiteX19233" fmla="*/ 1577637 w 2119654"/>
              <a:gd name="connsiteY19233" fmla="*/ 1973513 h 2398711"/>
              <a:gd name="connsiteX19234" fmla="*/ 1577415 w 2119654"/>
              <a:gd name="connsiteY19234" fmla="*/ 1973485 h 2398711"/>
              <a:gd name="connsiteX19235" fmla="*/ 1781662 w 2119654"/>
              <a:gd name="connsiteY19235" fmla="*/ 1512122 h 2398711"/>
              <a:gd name="connsiteX19236" fmla="*/ 1783396 w 2119654"/>
              <a:gd name="connsiteY19236" fmla="*/ 1510744 h 2398711"/>
              <a:gd name="connsiteX19237" fmla="*/ 1783378 w 2119654"/>
              <a:gd name="connsiteY19237" fmla="*/ 1510731 h 2398711"/>
              <a:gd name="connsiteX19238" fmla="*/ 1782154 w 2119654"/>
              <a:gd name="connsiteY19238" fmla="*/ 1511450 h 2398711"/>
              <a:gd name="connsiteX19239" fmla="*/ 1744583 w 2119654"/>
              <a:gd name="connsiteY19239" fmla="*/ 1595052 h 2398711"/>
              <a:gd name="connsiteX19240" fmla="*/ 1744586 w 2119654"/>
              <a:gd name="connsiteY19240" fmla="*/ 1595060 h 2398711"/>
              <a:gd name="connsiteX19241" fmla="*/ 1744590 w 2119654"/>
              <a:gd name="connsiteY19241" fmla="*/ 1595048 h 2398711"/>
              <a:gd name="connsiteX19242" fmla="*/ 1839372 w 2119654"/>
              <a:gd name="connsiteY19242" fmla="*/ 1382655 h 2398711"/>
              <a:gd name="connsiteX19243" fmla="*/ 1846038 w 2119654"/>
              <a:gd name="connsiteY19243" fmla="*/ 1377112 h 2398711"/>
              <a:gd name="connsiteX19244" fmla="*/ 1846786 w 2119654"/>
              <a:gd name="connsiteY19244" fmla="*/ 1376089 h 2398711"/>
              <a:gd name="connsiteX19245" fmla="*/ 1846142 w 2119654"/>
              <a:gd name="connsiteY19245" fmla="*/ 1374800 h 2398711"/>
              <a:gd name="connsiteX19246" fmla="*/ 1844979 w 2119654"/>
              <a:gd name="connsiteY19246" fmla="*/ 1375542 h 2398711"/>
              <a:gd name="connsiteX19247" fmla="*/ 1840338 w 2119654"/>
              <a:gd name="connsiteY19247" fmla="*/ 1380837 h 2398711"/>
              <a:gd name="connsiteX19248" fmla="*/ 1509403 w 2119654"/>
              <a:gd name="connsiteY19248" fmla="*/ 2121426 h 2398711"/>
              <a:gd name="connsiteX19249" fmla="*/ 1509326 w 2119654"/>
              <a:gd name="connsiteY19249" fmla="*/ 2121657 h 2398711"/>
              <a:gd name="connsiteX19250" fmla="*/ 1511871 w 2119654"/>
              <a:gd name="connsiteY19250" fmla="*/ 2122916 h 2398711"/>
              <a:gd name="connsiteX19251" fmla="*/ 1511685 w 2119654"/>
              <a:gd name="connsiteY19251" fmla="*/ 2122974 h 2398711"/>
              <a:gd name="connsiteX19252" fmla="*/ 1509283 w 2119654"/>
              <a:gd name="connsiteY19252" fmla="*/ 2121785 h 2398711"/>
              <a:gd name="connsiteX19253" fmla="*/ 1505583 w 2119654"/>
              <a:gd name="connsiteY19253" fmla="*/ 2132716 h 2398711"/>
              <a:gd name="connsiteX19254" fmla="*/ 1513691 w 2119654"/>
              <a:gd name="connsiteY19254" fmla="*/ 2131095 h 2398711"/>
              <a:gd name="connsiteX19255" fmla="*/ 1511625 w 2119654"/>
              <a:gd name="connsiteY19255" fmla="*/ 2121057 h 2398711"/>
              <a:gd name="connsiteX19256" fmla="*/ 1845069 w 2119654"/>
              <a:gd name="connsiteY19256" fmla="*/ 1369698 h 2398711"/>
              <a:gd name="connsiteX19257" fmla="*/ 1845445 w 2119654"/>
              <a:gd name="connsiteY19257" fmla="*/ 1370080 h 2398711"/>
              <a:gd name="connsiteX19258" fmla="*/ 1845854 w 2119654"/>
              <a:gd name="connsiteY19258" fmla="*/ 1369309 h 2398711"/>
              <a:gd name="connsiteX19259" fmla="*/ 1781081 w 2119654"/>
              <a:gd name="connsiteY19259" fmla="*/ 1512915 h 2398711"/>
              <a:gd name="connsiteX19260" fmla="*/ 1781193 w 2119654"/>
              <a:gd name="connsiteY19260" fmla="*/ 1513031 h 2398711"/>
              <a:gd name="connsiteX19261" fmla="*/ 1783221 w 2119654"/>
              <a:gd name="connsiteY19261" fmla="*/ 1511891 h 2398711"/>
              <a:gd name="connsiteX19262" fmla="*/ 1783921 w 2119654"/>
              <a:gd name="connsiteY19262" fmla="*/ 1511085 h 2398711"/>
              <a:gd name="connsiteX19263" fmla="*/ 1783527 w 2119654"/>
              <a:gd name="connsiteY19263" fmla="*/ 1510828 h 2398711"/>
              <a:gd name="connsiteX19264" fmla="*/ 1781333 w 2119654"/>
              <a:gd name="connsiteY19264" fmla="*/ 1512571 h 2398711"/>
              <a:gd name="connsiteX19265" fmla="*/ 1818224 w 2119654"/>
              <a:gd name="connsiteY19265" fmla="*/ 1429732 h 2398711"/>
              <a:gd name="connsiteX19266" fmla="*/ 1818817 w 2119654"/>
              <a:gd name="connsiteY19266" fmla="*/ 1430488 h 2398711"/>
              <a:gd name="connsiteX19267" fmla="*/ 1822982 w 2119654"/>
              <a:gd name="connsiteY19267" fmla="*/ 1426922 h 2398711"/>
              <a:gd name="connsiteX19268" fmla="*/ 1830413 w 2119654"/>
              <a:gd name="connsiteY19268" fmla="*/ 1414731 h 2398711"/>
              <a:gd name="connsiteX19269" fmla="*/ 1829315 w 2119654"/>
              <a:gd name="connsiteY19269" fmla="*/ 1415142 h 2398711"/>
              <a:gd name="connsiteX19270" fmla="*/ 1819372 w 2119654"/>
              <a:gd name="connsiteY19270" fmla="*/ 1428231 h 2398711"/>
              <a:gd name="connsiteX19271" fmla="*/ 1821669 w 2119654"/>
              <a:gd name="connsiteY19271" fmla="*/ 1426153 h 2398711"/>
              <a:gd name="connsiteX19272" fmla="*/ 1821633 w 2119654"/>
              <a:gd name="connsiteY19272" fmla="*/ 1426367 h 2398711"/>
              <a:gd name="connsiteX19273" fmla="*/ 1818931 w 2119654"/>
              <a:gd name="connsiteY19273" fmla="*/ 1428812 h 2398711"/>
              <a:gd name="connsiteX19274" fmla="*/ 1818322 w 2119654"/>
              <a:gd name="connsiteY19274" fmla="*/ 1429613 h 2398711"/>
              <a:gd name="connsiteX19275" fmla="*/ 1783212 w 2119654"/>
              <a:gd name="connsiteY19275" fmla="*/ 1508106 h 2398711"/>
              <a:gd name="connsiteX19276" fmla="*/ 1785444 w 2119654"/>
              <a:gd name="connsiteY19276" fmla="*/ 1506466 h 2398711"/>
              <a:gd name="connsiteX19277" fmla="*/ 1786020 w 2119654"/>
              <a:gd name="connsiteY19277" fmla="*/ 1505679 h 2398711"/>
              <a:gd name="connsiteX19278" fmla="*/ 1785612 w 2119654"/>
              <a:gd name="connsiteY19278" fmla="*/ 1505000 h 2398711"/>
              <a:gd name="connsiteX19279" fmla="*/ 1797200 w 2119654"/>
              <a:gd name="connsiteY19279" fmla="*/ 1476663 h 2398711"/>
              <a:gd name="connsiteX19280" fmla="*/ 1797593 w 2119654"/>
              <a:gd name="connsiteY19280" fmla="*/ 1477379 h 2398711"/>
              <a:gd name="connsiteX19281" fmla="*/ 1797609 w 2119654"/>
              <a:gd name="connsiteY19281" fmla="*/ 1477393 h 2398711"/>
              <a:gd name="connsiteX19282" fmla="*/ 1797724 w 2119654"/>
              <a:gd name="connsiteY19282" fmla="*/ 1477240 h 2398711"/>
              <a:gd name="connsiteX19283" fmla="*/ 1797460 w 2119654"/>
              <a:gd name="connsiteY19283" fmla="*/ 1476604 h 2398711"/>
              <a:gd name="connsiteX19284" fmla="*/ 1780859 w 2119654"/>
              <a:gd name="connsiteY19284" fmla="*/ 1513218 h 2398711"/>
              <a:gd name="connsiteX19285" fmla="*/ 1780928 w 2119654"/>
              <a:gd name="connsiteY19285" fmla="*/ 1513179 h 2398711"/>
              <a:gd name="connsiteX19286" fmla="*/ 1780905 w 2119654"/>
              <a:gd name="connsiteY19286" fmla="*/ 1513155 h 2398711"/>
              <a:gd name="connsiteX19287" fmla="*/ 1575392 w 2119654"/>
              <a:gd name="connsiteY19287" fmla="*/ 1973235 h 2398711"/>
              <a:gd name="connsiteX19288" fmla="*/ 1575421 w 2119654"/>
              <a:gd name="connsiteY19288" fmla="*/ 1973390 h 2398711"/>
              <a:gd name="connsiteX19289" fmla="*/ 1575951 w 2119654"/>
              <a:gd name="connsiteY19289" fmla="*/ 1973304 h 2398711"/>
              <a:gd name="connsiteX19290" fmla="*/ 1751507 w 2119654"/>
              <a:gd name="connsiteY19290" fmla="*/ 1578829 h 2398711"/>
              <a:gd name="connsiteX19291" fmla="*/ 1751705 w 2119654"/>
              <a:gd name="connsiteY19291" fmla="*/ 1578921 h 2398711"/>
              <a:gd name="connsiteX19292" fmla="*/ 1752115 w 2119654"/>
              <a:gd name="connsiteY19292" fmla="*/ 1578437 h 2398711"/>
              <a:gd name="connsiteX19293" fmla="*/ 1823785 w 2119654"/>
              <a:gd name="connsiteY19293" fmla="*/ 1416914 h 2398711"/>
              <a:gd name="connsiteX19294" fmla="*/ 1826348 w 2119654"/>
              <a:gd name="connsiteY19294" fmla="*/ 1415993 h 2398711"/>
              <a:gd name="connsiteX19295" fmla="*/ 1826791 w 2119654"/>
              <a:gd name="connsiteY19295" fmla="*/ 1415643 h 2398711"/>
              <a:gd name="connsiteX19296" fmla="*/ 1826762 w 2119654"/>
              <a:gd name="connsiteY19296" fmla="*/ 1415844 h 2398711"/>
              <a:gd name="connsiteX19297" fmla="*/ 1828012 w 2119654"/>
              <a:gd name="connsiteY19297" fmla="*/ 1415395 h 2398711"/>
              <a:gd name="connsiteX19298" fmla="*/ 1830751 w 2119654"/>
              <a:gd name="connsiteY19298" fmla="*/ 1412598 h 2398711"/>
              <a:gd name="connsiteX19299" fmla="*/ 1831255 w 2119654"/>
              <a:gd name="connsiteY19299" fmla="*/ 1411935 h 2398711"/>
              <a:gd name="connsiteX19300" fmla="*/ 1825655 w 2119654"/>
              <a:gd name="connsiteY19300" fmla="*/ 1415012 h 2398711"/>
              <a:gd name="connsiteX19301" fmla="*/ 1552261 w 2119654"/>
              <a:gd name="connsiteY19301" fmla="*/ 2024776 h 2398711"/>
              <a:gd name="connsiteX19302" fmla="*/ 1552891 w 2119654"/>
              <a:gd name="connsiteY19302" fmla="*/ 2024975 h 2398711"/>
              <a:gd name="connsiteX19303" fmla="*/ 1553047 w 2119654"/>
              <a:gd name="connsiteY19303" fmla="*/ 2024321 h 2398711"/>
              <a:gd name="connsiteX19304" fmla="*/ 1552751 w 2119654"/>
              <a:gd name="connsiteY19304" fmla="*/ 2024331 h 2398711"/>
              <a:gd name="connsiteX19305" fmla="*/ 1844501 w 2119654"/>
              <a:gd name="connsiteY19305" fmla="*/ 1370320 h 2398711"/>
              <a:gd name="connsiteX19306" fmla="*/ 1844728 w 2119654"/>
              <a:gd name="connsiteY19306" fmla="*/ 1370775 h 2398711"/>
              <a:gd name="connsiteX19307" fmla="*/ 1844894 w 2119654"/>
              <a:gd name="connsiteY19307" fmla="*/ 1371117 h 2398711"/>
              <a:gd name="connsiteX19308" fmla="*/ 1845046 w 2119654"/>
              <a:gd name="connsiteY19308" fmla="*/ 1370831 h 2398711"/>
              <a:gd name="connsiteX19309" fmla="*/ 1508997 w 2119654"/>
              <a:gd name="connsiteY19309" fmla="*/ 2121494 h 2398711"/>
              <a:gd name="connsiteX19310" fmla="*/ 1509133 w 2119654"/>
              <a:gd name="connsiteY19310" fmla="*/ 2121561 h 2398711"/>
              <a:gd name="connsiteX19311" fmla="*/ 1509164 w 2119654"/>
              <a:gd name="connsiteY19311" fmla="*/ 2121467 h 2398711"/>
              <a:gd name="connsiteX19312" fmla="*/ 1510733 w 2119654"/>
              <a:gd name="connsiteY19312" fmla="*/ 2117501 h 2398711"/>
              <a:gd name="connsiteX19313" fmla="*/ 1510232 w 2119654"/>
              <a:gd name="connsiteY19313" fmla="*/ 2118977 h 2398711"/>
              <a:gd name="connsiteX19314" fmla="*/ 1511206 w 2119654"/>
              <a:gd name="connsiteY19314" fmla="*/ 2119024 h 2398711"/>
              <a:gd name="connsiteX19315" fmla="*/ 1510887 w 2119654"/>
              <a:gd name="connsiteY19315" fmla="*/ 2117473 h 2398711"/>
              <a:gd name="connsiteX19316" fmla="*/ 1538343 w 2119654"/>
              <a:gd name="connsiteY19316" fmla="*/ 2055527 h 2398711"/>
              <a:gd name="connsiteX19317" fmla="*/ 1541006 w 2119654"/>
              <a:gd name="connsiteY19317" fmla="*/ 2055146 h 2398711"/>
              <a:gd name="connsiteX19318" fmla="*/ 1541001 w 2119654"/>
              <a:gd name="connsiteY19318" fmla="*/ 2054650 h 2398711"/>
              <a:gd name="connsiteX19319" fmla="*/ 1540088 w 2119654"/>
              <a:gd name="connsiteY19319" fmla="*/ 2054279 h 2398711"/>
              <a:gd name="connsiteX19320" fmla="*/ 1710590 w 2119654"/>
              <a:gd name="connsiteY19320" fmla="*/ 1669804 h 2398711"/>
              <a:gd name="connsiteX19321" fmla="*/ 1710679 w 2119654"/>
              <a:gd name="connsiteY19321" fmla="*/ 1670813 h 2398711"/>
              <a:gd name="connsiteX19322" fmla="*/ 1711361 w 2119654"/>
              <a:gd name="connsiteY19322" fmla="*/ 1670852 h 2398711"/>
              <a:gd name="connsiteX19323" fmla="*/ 1711067 w 2119654"/>
              <a:gd name="connsiteY19323" fmla="*/ 1669564 h 2398711"/>
              <a:gd name="connsiteX19324" fmla="*/ 1710782 w 2119654"/>
              <a:gd name="connsiteY19324" fmla="*/ 1669640 h 2398711"/>
              <a:gd name="connsiteX19325" fmla="*/ 1858654 w 2119654"/>
              <a:gd name="connsiteY19325" fmla="*/ 1338244 h 2398711"/>
              <a:gd name="connsiteX19326" fmla="*/ 1859083 w 2119654"/>
              <a:gd name="connsiteY19326" fmla="*/ 1338487 h 2398711"/>
              <a:gd name="connsiteX19327" fmla="*/ 1859142 w 2119654"/>
              <a:gd name="connsiteY19327" fmla="*/ 1338683 h 2398711"/>
              <a:gd name="connsiteX19328" fmla="*/ 1863716 w 2119654"/>
              <a:gd name="connsiteY19328" fmla="*/ 1335656 h 2398711"/>
              <a:gd name="connsiteX19329" fmla="*/ 1865671 w 2119654"/>
              <a:gd name="connsiteY19329" fmla="*/ 1331972 h 2398711"/>
              <a:gd name="connsiteX19330" fmla="*/ 1845106 w 2119654"/>
              <a:gd name="connsiteY19330" fmla="*/ 1368533 h 2398711"/>
              <a:gd name="connsiteX19331" fmla="*/ 1846678 w 2119654"/>
              <a:gd name="connsiteY19331" fmla="*/ 1367755 h 2398711"/>
              <a:gd name="connsiteX19332" fmla="*/ 1848707 w 2119654"/>
              <a:gd name="connsiteY19332" fmla="*/ 1363932 h 2398711"/>
              <a:gd name="connsiteX19333" fmla="*/ 1758104 w 2119654"/>
              <a:gd name="connsiteY19333" fmla="*/ 1563324 h 2398711"/>
              <a:gd name="connsiteX19334" fmla="*/ 1758403 w 2119654"/>
              <a:gd name="connsiteY19334" fmla="*/ 1563564 h 2398711"/>
              <a:gd name="connsiteX19335" fmla="*/ 1758627 w 2119654"/>
              <a:gd name="connsiteY19335" fmla="*/ 1563431 h 2398711"/>
              <a:gd name="connsiteX19336" fmla="*/ 1758389 w 2119654"/>
              <a:gd name="connsiteY19336" fmla="*/ 1563038 h 2398711"/>
              <a:gd name="connsiteX19337" fmla="*/ 1900001 w 2119654"/>
              <a:gd name="connsiteY19337" fmla="*/ 1245570 h 2398711"/>
              <a:gd name="connsiteX19338" fmla="*/ 1895588 w 2119654"/>
              <a:gd name="connsiteY19338" fmla="*/ 1259011 h 2398711"/>
              <a:gd name="connsiteX19339" fmla="*/ 1912015 w 2119654"/>
              <a:gd name="connsiteY19339" fmla="*/ 1234365 h 2398711"/>
              <a:gd name="connsiteX19340" fmla="*/ 1910732 w 2119654"/>
              <a:gd name="connsiteY19340" fmla="*/ 1233502 h 2398711"/>
              <a:gd name="connsiteX19341" fmla="*/ 1910737 w 2119654"/>
              <a:gd name="connsiteY19341" fmla="*/ 1233709 h 2398711"/>
              <a:gd name="connsiteX19342" fmla="*/ 1889385 w 2119654"/>
              <a:gd name="connsiteY19342" fmla="*/ 1269218 h 2398711"/>
              <a:gd name="connsiteX19343" fmla="*/ 1890403 w 2119654"/>
              <a:gd name="connsiteY19343" fmla="*/ 1267904 h 2398711"/>
              <a:gd name="connsiteX19344" fmla="*/ 1890521 w 2119654"/>
              <a:gd name="connsiteY19344" fmla="*/ 1267515 h 2398711"/>
              <a:gd name="connsiteX19345" fmla="*/ 1774607 w 2119654"/>
              <a:gd name="connsiteY19345" fmla="*/ 1526076 h 2398711"/>
              <a:gd name="connsiteX19346" fmla="*/ 1774773 w 2119654"/>
              <a:gd name="connsiteY19346" fmla="*/ 1525911 h 2398711"/>
              <a:gd name="connsiteX19347" fmla="*/ 1774731 w 2119654"/>
              <a:gd name="connsiteY19347" fmla="*/ 1525934 h 2398711"/>
              <a:gd name="connsiteX19348" fmla="*/ 1752495 w 2119654"/>
              <a:gd name="connsiteY19348" fmla="*/ 1575585 h 2398711"/>
              <a:gd name="connsiteX19349" fmla="*/ 1751583 w 2119654"/>
              <a:gd name="connsiteY19349" fmla="*/ 1578311 h 2398711"/>
              <a:gd name="connsiteX19350" fmla="*/ 1752998 w 2119654"/>
              <a:gd name="connsiteY19350" fmla="*/ 1577400 h 2398711"/>
              <a:gd name="connsiteX19351" fmla="*/ 1755164 w 2119654"/>
              <a:gd name="connsiteY19351" fmla="*/ 1574853 h 2398711"/>
              <a:gd name="connsiteX19352" fmla="*/ 1755432 w 2119654"/>
              <a:gd name="connsiteY19352" fmla="*/ 1574470 h 2398711"/>
              <a:gd name="connsiteX19353" fmla="*/ 1811327 w 2119654"/>
              <a:gd name="connsiteY19353" fmla="*/ 1443676 h 2398711"/>
              <a:gd name="connsiteX19354" fmla="*/ 1813412 w 2119654"/>
              <a:gd name="connsiteY19354" fmla="*/ 1442626 h 2398711"/>
              <a:gd name="connsiteX19355" fmla="*/ 1813708 w 2119654"/>
              <a:gd name="connsiteY19355" fmla="*/ 1442140 h 2398711"/>
              <a:gd name="connsiteX19356" fmla="*/ 1617399 w 2119654"/>
              <a:gd name="connsiteY19356" fmla="*/ 1877884 h 2398711"/>
              <a:gd name="connsiteX19357" fmla="*/ 1617403 w 2119654"/>
              <a:gd name="connsiteY19357" fmla="*/ 1878396 h 2398711"/>
              <a:gd name="connsiteX19358" fmla="*/ 1617803 w 2119654"/>
              <a:gd name="connsiteY19358" fmla="*/ 1877939 h 2398711"/>
              <a:gd name="connsiteX19359" fmla="*/ 1617796 w 2119654"/>
              <a:gd name="connsiteY19359" fmla="*/ 1877534 h 2398711"/>
              <a:gd name="connsiteX19360" fmla="*/ 1780558 w 2119654"/>
              <a:gd name="connsiteY19360" fmla="*/ 1512386 h 2398711"/>
              <a:gd name="connsiteX19361" fmla="*/ 1780874 w 2119654"/>
              <a:gd name="connsiteY19361" fmla="*/ 1512705 h 2398711"/>
              <a:gd name="connsiteX19362" fmla="*/ 1781520 w 2119654"/>
              <a:gd name="connsiteY19362" fmla="*/ 1511823 h 2398711"/>
              <a:gd name="connsiteX19363" fmla="*/ 1826480 w 2119654"/>
              <a:gd name="connsiteY19363" fmla="*/ 1409433 h 2398711"/>
              <a:gd name="connsiteX19364" fmla="*/ 1830422 w 2119654"/>
              <a:gd name="connsiteY19364" fmla="*/ 1406300 h 2398711"/>
              <a:gd name="connsiteX19365" fmla="*/ 1827888 w 2119654"/>
              <a:gd name="connsiteY19365" fmla="*/ 1407686 h 2398711"/>
              <a:gd name="connsiteX19366" fmla="*/ 1833177 w 2119654"/>
              <a:gd name="connsiteY19366" fmla="*/ 1394326 h 2398711"/>
              <a:gd name="connsiteX19367" fmla="*/ 1834800 w 2119654"/>
              <a:gd name="connsiteY19367" fmla="*/ 1392417 h 2398711"/>
              <a:gd name="connsiteX19368" fmla="*/ 1834007 w 2119654"/>
              <a:gd name="connsiteY19368" fmla="*/ 1392762 h 2398711"/>
              <a:gd name="connsiteX19369" fmla="*/ 1575168 w 2119654"/>
              <a:gd name="connsiteY19369" fmla="*/ 1972034 h 2398711"/>
              <a:gd name="connsiteX19370" fmla="*/ 1575290 w 2119654"/>
              <a:gd name="connsiteY19370" fmla="*/ 1972690 h 2398711"/>
              <a:gd name="connsiteX19371" fmla="*/ 1577678 w 2119654"/>
              <a:gd name="connsiteY19371" fmla="*/ 1973022 h 2398711"/>
              <a:gd name="connsiteX19372" fmla="*/ 1578735 w 2119654"/>
              <a:gd name="connsiteY19372" fmla="*/ 1972850 h 2398711"/>
              <a:gd name="connsiteX19373" fmla="*/ 1580365 w 2119654"/>
              <a:gd name="connsiteY19373" fmla="*/ 1971866 h 2398711"/>
              <a:gd name="connsiteX19374" fmla="*/ 1580598 w 2119654"/>
              <a:gd name="connsiteY19374" fmla="*/ 1971701 h 2398711"/>
              <a:gd name="connsiteX19375" fmla="*/ 1580652 w 2119654"/>
              <a:gd name="connsiteY19375" fmla="*/ 1971561 h 2398711"/>
              <a:gd name="connsiteX19376" fmla="*/ 1576881 w 2119654"/>
              <a:gd name="connsiteY19376" fmla="*/ 1971402 h 2398711"/>
              <a:gd name="connsiteX19377" fmla="*/ 1512471 w 2119654"/>
              <a:gd name="connsiteY19377" fmla="*/ 2112360 h 2398711"/>
              <a:gd name="connsiteX19378" fmla="*/ 1511327 w 2119654"/>
              <a:gd name="connsiteY19378" fmla="*/ 2115743 h 2398711"/>
              <a:gd name="connsiteX19379" fmla="*/ 1511555 w 2119654"/>
              <a:gd name="connsiteY19379" fmla="*/ 2116846 h 2398711"/>
              <a:gd name="connsiteX19380" fmla="*/ 1528096 w 2119654"/>
              <a:gd name="connsiteY19380" fmla="*/ 2113829 h 2398711"/>
              <a:gd name="connsiteX19381" fmla="*/ 1529511 w 2119654"/>
              <a:gd name="connsiteY19381" fmla="*/ 2111750 h 2398711"/>
              <a:gd name="connsiteX19382" fmla="*/ 1522043 w 2119654"/>
              <a:gd name="connsiteY19382" fmla="*/ 2110668 h 2398711"/>
              <a:gd name="connsiteX19383" fmla="*/ 1561478 w 2119654"/>
              <a:gd name="connsiteY19383" fmla="*/ 2002590 h 2398711"/>
              <a:gd name="connsiteX19384" fmla="*/ 1561476 w 2119654"/>
              <a:gd name="connsiteY19384" fmla="*/ 2002600 h 2398711"/>
              <a:gd name="connsiteX19385" fmla="*/ 1561487 w 2119654"/>
              <a:gd name="connsiteY19385" fmla="*/ 2002589 h 2398711"/>
              <a:gd name="connsiteX19386" fmla="*/ 1901245 w 2119654"/>
              <a:gd name="connsiteY19386" fmla="*/ 1241779 h 2398711"/>
              <a:gd name="connsiteX19387" fmla="*/ 1900261 w 2119654"/>
              <a:gd name="connsiteY19387" fmla="*/ 1244776 h 2398711"/>
              <a:gd name="connsiteX19388" fmla="*/ 1910567 w 2119654"/>
              <a:gd name="connsiteY19388" fmla="*/ 1233390 h 2398711"/>
              <a:gd name="connsiteX19389" fmla="*/ 1910481 w 2119654"/>
              <a:gd name="connsiteY19389" fmla="*/ 1233333 h 2398711"/>
              <a:gd name="connsiteX19390" fmla="*/ 1652152 w 2119654"/>
              <a:gd name="connsiteY19390" fmla="*/ 1799490 h 2398711"/>
              <a:gd name="connsiteX19391" fmla="*/ 1657361 w 2119654"/>
              <a:gd name="connsiteY19391" fmla="*/ 1798301 h 2398711"/>
              <a:gd name="connsiteX19392" fmla="*/ 1657083 w 2119654"/>
              <a:gd name="connsiteY19392" fmla="*/ 1798083 h 2398711"/>
              <a:gd name="connsiteX19393" fmla="*/ 1655478 w 2119654"/>
              <a:gd name="connsiteY19393" fmla="*/ 1797185 h 2398711"/>
              <a:gd name="connsiteX19394" fmla="*/ 1778644 w 2119654"/>
              <a:gd name="connsiteY19394" fmla="*/ 1516242 h 2398711"/>
              <a:gd name="connsiteX19395" fmla="*/ 1778967 w 2119654"/>
              <a:gd name="connsiteY19395" fmla="*/ 1516789 h 2398711"/>
              <a:gd name="connsiteX19396" fmla="*/ 1781555 w 2119654"/>
              <a:gd name="connsiteY19396" fmla="*/ 1513809 h 2398711"/>
              <a:gd name="connsiteX19397" fmla="*/ 1781110 w 2119654"/>
              <a:gd name="connsiteY19397" fmla="*/ 1513362 h 2398711"/>
              <a:gd name="connsiteX19398" fmla="*/ 1780504 w 2119654"/>
              <a:gd name="connsiteY19398" fmla="*/ 1513704 h 2398711"/>
              <a:gd name="connsiteX19399" fmla="*/ 1571696 w 2119654"/>
              <a:gd name="connsiteY19399" fmla="*/ 1979636 h 2398711"/>
              <a:gd name="connsiteX19400" fmla="*/ 1574529 w 2119654"/>
              <a:gd name="connsiteY19400" fmla="*/ 1979630 h 2398711"/>
              <a:gd name="connsiteX19401" fmla="*/ 1576060 w 2119654"/>
              <a:gd name="connsiteY19401" fmla="*/ 1978873 h 2398711"/>
              <a:gd name="connsiteX19402" fmla="*/ 1573603 w 2119654"/>
              <a:gd name="connsiteY19402" fmla="*/ 1979051 h 2398711"/>
              <a:gd name="connsiteX19403" fmla="*/ 1779695 w 2119654"/>
              <a:gd name="connsiteY19403" fmla="*/ 1513872 h 2398711"/>
              <a:gd name="connsiteX19404" fmla="*/ 1780244 w 2119654"/>
              <a:gd name="connsiteY19404" fmla="*/ 1513564 h 2398711"/>
              <a:gd name="connsiteX19405" fmla="*/ 1780469 w 2119654"/>
              <a:gd name="connsiteY19405" fmla="*/ 1513258 h 2398711"/>
              <a:gd name="connsiteX19406" fmla="*/ 1653404 w 2119654"/>
              <a:gd name="connsiteY19406" fmla="*/ 1796544 h 2398711"/>
              <a:gd name="connsiteX19407" fmla="*/ 1652444 w 2119654"/>
              <a:gd name="connsiteY19407" fmla="*/ 1798745 h 2398711"/>
              <a:gd name="connsiteX19408" fmla="*/ 1655044 w 2119654"/>
              <a:gd name="connsiteY19408" fmla="*/ 1796943 h 2398711"/>
              <a:gd name="connsiteX19409" fmla="*/ 1653762 w 2119654"/>
              <a:gd name="connsiteY19409" fmla="*/ 1796226 h 2398711"/>
              <a:gd name="connsiteX19410" fmla="*/ 1757066 w 2119654"/>
              <a:gd name="connsiteY19410" fmla="*/ 1564364 h 2398711"/>
              <a:gd name="connsiteX19411" fmla="*/ 1757518 w 2119654"/>
              <a:gd name="connsiteY19411" fmla="*/ 1564094 h 2398711"/>
              <a:gd name="connsiteX19412" fmla="*/ 1757417 w 2119654"/>
              <a:gd name="connsiteY19412" fmla="*/ 1564012 h 2398711"/>
              <a:gd name="connsiteX19413" fmla="*/ 1550712 w 2119654"/>
              <a:gd name="connsiteY19413" fmla="*/ 2026183 h 2398711"/>
              <a:gd name="connsiteX19414" fmla="*/ 1550923 w 2119654"/>
              <a:gd name="connsiteY19414" fmla="*/ 2026219 h 2398711"/>
              <a:gd name="connsiteX19415" fmla="*/ 1552730 w 2119654"/>
              <a:gd name="connsiteY19415" fmla="*/ 2025656 h 2398711"/>
              <a:gd name="connsiteX19416" fmla="*/ 1552768 w 2119654"/>
              <a:gd name="connsiteY19416" fmla="*/ 2025496 h 2398711"/>
              <a:gd name="connsiteX19417" fmla="*/ 1551803 w 2119654"/>
              <a:gd name="connsiteY19417" fmla="*/ 2025191 h 2398711"/>
              <a:gd name="connsiteX19418" fmla="*/ 1578843 w 2119654"/>
              <a:gd name="connsiteY19418" fmla="*/ 1963077 h 2398711"/>
              <a:gd name="connsiteX19419" fmla="*/ 1578776 w 2119654"/>
              <a:gd name="connsiteY19419" fmla="*/ 1963233 h 2398711"/>
              <a:gd name="connsiteX19420" fmla="*/ 1581650 w 2119654"/>
              <a:gd name="connsiteY19420" fmla="*/ 1962172 h 2398711"/>
              <a:gd name="connsiteX19421" fmla="*/ 1561641 w 2119654"/>
              <a:gd name="connsiteY19421" fmla="*/ 2001591 h 2398711"/>
              <a:gd name="connsiteX19422" fmla="*/ 1561505 w 2119654"/>
              <a:gd name="connsiteY19422" fmla="*/ 2002424 h 2398711"/>
              <a:gd name="connsiteX19423" fmla="*/ 1561648 w 2119654"/>
              <a:gd name="connsiteY19423" fmla="*/ 2002420 h 2398711"/>
              <a:gd name="connsiteX19424" fmla="*/ 1562421 w 2119654"/>
              <a:gd name="connsiteY19424" fmla="*/ 2001605 h 2398711"/>
              <a:gd name="connsiteX19425" fmla="*/ 1513465 w 2119654"/>
              <a:gd name="connsiteY19425" fmla="*/ 2109425 h 2398711"/>
              <a:gd name="connsiteX19426" fmla="*/ 1512523 w 2119654"/>
              <a:gd name="connsiteY19426" fmla="*/ 2112210 h 2398711"/>
              <a:gd name="connsiteX19427" fmla="*/ 1521605 w 2119654"/>
              <a:gd name="connsiteY19427" fmla="*/ 2110604 h 2398711"/>
              <a:gd name="connsiteX19428" fmla="*/ 1579534 w 2119654"/>
              <a:gd name="connsiteY19428" fmla="*/ 1961481 h 2398711"/>
              <a:gd name="connsiteX19429" fmla="*/ 1578910 w 2119654"/>
              <a:gd name="connsiteY19429" fmla="*/ 1962921 h 2398711"/>
              <a:gd name="connsiteX19430" fmla="*/ 1580085 w 2119654"/>
              <a:gd name="connsiteY19430" fmla="*/ 1962560 h 2398711"/>
              <a:gd name="connsiteX19431" fmla="*/ 1581808 w 2119654"/>
              <a:gd name="connsiteY19431" fmla="*/ 1962005 h 2398711"/>
              <a:gd name="connsiteX19432" fmla="*/ 1581597 w 2119654"/>
              <a:gd name="connsiteY19432" fmla="*/ 1960589 h 2398711"/>
              <a:gd name="connsiteX19433" fmla="*/ 1794365 w 2119654"/>
              <a:gd name="connsiteY19433" fmla="*/ 1480382 h 2398711"/>
              <a:gd name="connsiteX19434" fmla="*/ 1794858 w 2119654"/>
              <a:gd name="connsiteY19434" fmla="*/ 1480873 h 2398711"/>
              <a:gd name="connsiteX19435" fmla="*/ 1795118 w 2119654"/>
              <a:gd name="connsiteY19435" fmla="*/ 1480714 h 2398711"/>
              <a:gd name="connsiteX19436" fmla="*/ 1796782 w 2119654"/>
              <a:gd name="connsiteY19436" fmla="*/ 1478496 h 2398711"/>
              <a:gd name="connsiteX19437" fmla="*/ 1796292 w 2119654"/>
              <a:gd name="connsiteY19437" fmla="*/ 1477743 h 2398711"/>
              <a:gd name="connsiteX19438" fmla="*/ 1580255 w 2119654"/>
              <a:gd name="connsiteY19438" fmla="*/ 1959817 h 2398711"/>
              <a:gd name="connsiteX19439" fmla="*/ 1580213 w 2119654"/>
              <a:gd name="connsiteY19439" fmla="*/ 1959915 h 2398711"/>
              <a:gd name="connsiteX19440" fmla="*/ 1581420 w 2119654"/>
              <a:gd name="connsiteY19440" fmla="*/ 1959393 h 2398711"/>
              <a:gd name="connsiteX19441" fmla="*/ 1581403 w 2119654"/>
              <a:gd name="connsiteY19441" fmla="*/ 1959278 h 2398711"/>
              <a:gd name="connsiteX19442" fmla="*/ 1581004 w 2119654"/>
              <a:gd name="connsiteY19442" fmla="*/ 1958088 h 2398711"/>
              <a:gd name="connsiteX19443" fmla="*/ 1580985 w 2119654"/>
              <a:gd name="connsiteY19443" fmla="*/ 1958132 h 2398711"/>
              <a:gd name="connsiteX19444" fmla="*/ 1581045 w 2119654"/>
              <a:gd name="connsiteY19444" fmla="*/ 1958104 h 2398711"/>
              <a:gd name="connsiteX19445" fmla="*/ 1837113 w 2119654"/>
              <a:gd name="connsiteY19445" fmla="*/ 1384514 h 2398711"/>
              <a:gd name="connsiteX19446" fmla="*/ 1837165 w 2119654"/>
              <a:gd name="connsiteY19446" fmla="*/ 1384491 h 2398711"/>
              <a:gd name="connsiteX19447" fmla="*/ 1838293 w 2119654"/>
              <a:gd name="connsiteY19447" fmla="*/ 1383552 h 2398711"/>
              <a:gd name="connsiteX19448" fmla="*/ 1838810 w 2119654"/>
              <a:gd name="connsiteY19448" fmla="*/ 1382578 h 2398711"/>
              <a:gd name="connsiteX19449" fmla="*/ 1626104 w 2119654"/>
              <a:gd name="connsiteY19449" fmla="*/ 1856972 h 2398711"/>
              <a:gd name="connsiteX19450" fmla="*/ 1627146 w 2119654"/>
              <a:gd name="connsiteY19450" fmla="*/ 1858692 h 2398711"/>
              <a:gd name="connsiteX19451" fmla="*/ 1629474 w 2119654"/>
              <a:gd name="connsiteY19451" fmla="*/ 1855977 h 2398711"/>
              <a:gd name="connsiteX19452" fmla="*/ 1584849 w 2119654"/>
              <a:gd name="connsiteY19452" fmla="*/ 1949210 h 2398711"/>
              <a:gd name="connsiteX19453" fmla="*/ 1583220 w 2119654"/>
              <a:gd name="connsiteY19453" fmla="*/ 1952972 h 2398711"/>
              <a:gd name="connsiteX19454" fmla="*/ 1583234 w 2119654"/>
              <a:gd name="connsiteY19454" fmla="*/ 1953160 h 2398711"/>
              <a:gd name="connsiteX19455" fmla="*/ 1587878 w 2119654"/>
              <a:gd name="connsiteY19455" fmla="*/ 1953092 h 2398711"/>
              <a:gd name="connsiteX19456" fmla="*/ 1587879 w 2119654"/>
              <a:gd name="connsiteY19456" fmla="*/ 1953087 h 2398711"/>
              <a:gd name="connsiteX19457" fmla="*/ 1587716 w 2119654"/>
              <a:gd name="connsiteY19457" fmla="*/ 1948346 h 2398711"/>
              <a:gd name="connsiteX19458" fmla="*/ 1586371 w 2119654"/>
              <a:gd name="connsiteY19458" fmla="*/ 1948867 h 2398711"/>
              <a:gd name="connsiteX19459" fmla="*/ 1514160 w 2119654"/>
              <a:gd name="connsiteY19459" fmla="*/ 2107372 h 2398711"/>
              <a:gd name="connsiteX19460" fmla="*/ 1513977 w 2119654"/>
              <a:gd name="connsiteY19460" fmla="*/ 2107910 h 2398711"/>
              <a:gd name="connsiteX19461" fmla="*/ 1530080 w 2119654"/>
              <a:gd name="connsiteY19461" fmla="*/ 2110913 h 2398711"/>
              <a:gd name="connsiteX19462" fmla="*/ 1530208 w 2119654"/>
              <a:gd name="connsiteY19462" fmla="*/ 2110724 h 2398711"/>
              <a:gd name="connsiteX19463" fmla="*/ 1514414 w 2119654"/>
              <a:gd name="connsiteY19463" fmla="*/ 2107429 h 2398711"/>
              <a:gd name="connsiteX19464" fmla="*/ 1672064 w 2119654"/>
              <a:gd name="connsiteY19464" fmla="*/ 1753782 h 2398711"/>
              <a:gd name="connsiteX19465" fmla="*/ 1671874 w 2119654"/>
              <a:gd name="connsiteY19465" fmla="*/ 1754216 h 2398711"/>
              <a:gd name="connsiteX19466" fmla="*/ 1671977 w 2119654"/>
              <a:gd name="connsiteY19466" fmla="*/ 1754147 h 2398711"/>
              <a:gd name="connsiteX19467" fmla="*/ 1898046 w 2119654"/>
              <a:gd name="connsiteY19467" fmla="*/ 1247728 h 2398711"/>
              <a:gd name="connsiteX19468" fmla="*/ 1894288 w 2119654"/>
              <a:gd name="connsiteY19468" fmla="*/ 1260963 h 2398711"/>
              <a:gd name="connsiteX19469" fmla="*/ 1894922 w 2119654"/>
              <a:gd name="connsiteY19469" fmla="*/ 1260011 h 2398711"/>
              <a:gd name="connsiteX19470" fmla="*/ 1899471 w 2119654"/>
              <a:gd name="connsiteY19470" fmla="*/ 1246154 h 2398711"/>
              <a:gd name="connsiteX19471" fmla="*/ 1514344 w 2119654"/>
              <a:gd name="connsiteY19471" fmla="*/ 2106827 h 2398711"/>
              <a:gd name="connsiteX19472" fmla="*/ 1514266 w 2119654"/>
              <a:gd name="connsiteY19472" fmla="*/ 2107056 h 2398711"/>
              <a:gd name="connsiteX19473" fmla="*/ 1527377 w 2119654"/>
              <a:gd name="connsiteY19473" fmla="*/ 2109981 h 2398711"/>
              <a:gd name="connsiteX19474" fmla="*/ 1530300 w 2119654"/>
              <a:gd name="connsiteY19474" fmla="*/ 2110591 h 2398711"/>
              <a:gd name="connsiteX19475" fmla="*/ 1531105 w 2119654"/>
              <a:gd name="connsiteY19475" fmla="*/ 2109407 h 2398711"/>
              <a:gd name="connsiteX19476" fmla="*/ 1525556 w 2119654"/>
              <a:gd name="connsiteY19476" fmla="*/ 2107744 h 2398711"/>
              <a:gd name="connsiteX19477" fmla="*/ 1574284 w 2119654"/>
              <a:gd name="connsiteY19477" fmla="*/ 1972549 h 2398711"/>
              <a:gd name="connsiteX19478" fmla="*/ 1574966 w 2119654"/>
              <a:gd name="connsiteY19478" fmla="*/ 1972644 h 2398711"/>
              <a:gd name="connsiteX19479" fmla="*/ 1574866 w 2119654"/>
              <a:gd name="connsiteY19479" fmla="*/ 1972145 h 2398711"/>
              <a:gd name="connsiteX19480" fmla="*/ 1574407 w 2119654"/>
              <a:gd name="connsiteY19480" fmla="*/ 1972314 h 2398711"/>
              <a:gd name="connsiteX19481" fmla="*/ 1711625 w 2119654"/>
              <a:gd name="connsiteY19481" fmla="*/ 1664995 h 2398711"/>
              <a:gd name="connsiteX19482" fmla="*/ 1712870 w 2119654"/>
              <a:gd name="connsiteY19482" fmla="*/ 1664659 h 2398711"/>
              <a:gd name="connsiteX19483" fmla="*/ 1713032 w 2119654"/>
              <a:gd name="connsiteY19483" fmla="*/ 1663926 h 2398711"/>
              <a:gd name="connsiteX19484" fmla="*/ 1712689 w 2119654"/>
              <a:gd name="connsiteY19484" fmla="*/ 1663610 h 2398711"/>
              <a:gd name="connsiteX19485" fmla="*/ 1711698 w 2119654"/>
              <a:gd name="connsiteY19485" fmla="*/ 1664840 h 2398711"/>
              <a:gd name="connsiteX19486" fmla="*/ 1840547 w 2119654"/>
              <a:gd name="connsiteY19486" fmla="*/ 1376283 h 2398711"/>
              <a:gd name="connsiteX19487" fmla="*/ 1842973 w 2119654"/>
              <a:gd name="connsiteY19487" fmla="*/ 1374736 h 2398711"/>
              <a:gd name="connsiteX19488" fmla="*/ 1843002 w 2119654"/>
              <a:gd name="connsiteY19488" fmla="*/ 1374681 h 2398711"/>
              <a:gd name="connsiteX19489" fmla="*/ 1573697 w 2119654"/>
              <a:gd name="connsiteY19489" fmla="*/ 1973672 h 2398711"/>
              <a:gd name="connsiteX19490" fmla="*/ 1575126 w 2119654"/>
              <a:gd name="connsiteY19490" fmla="*/ 1973439 h 2398711"/>
              <a:gd name="connsiteX19491" fmla="*/ 1575078 w 2119654"/>
              <a:gd name="connsiteY19491" fmla="*/ 1973196 h 2398711"/>
              <a:gd name="connsiteX19492" fmla="*/ 1574015 w 2119654"/>
              <a:gd name="connsiteY19492" fmla="*/ 1973065 h 2398711"/>
              <a:gd name="connsiteX19493" fmla="*/ 1754549 w 2119654"/>
              <a:gd name="connsiteY19493" fmla="*/ 1568702 h 2398711"/>
              <a:gd name="connsiteX19494" fmla="*/ 1754463 w 2119654"/>
              <a:gd name="connsiteY19494" fmla="*/ 1568995 h 2398711"/>
              <a:gd name="connsiteX19495" fmla="*/ 1754701 w 2119654"/>
              <a:gd name="connsiteY19495" fmla="*/ 1568930 h 2398711"/>
              <a:gd name="connsiteX19496" fmla="*/ 1814691 w 2119654"/>
              <a:gd name="connsiteY19496" fmla="*/ 1434018 h 2398711"/>
              <a:gd name="connsiteX19497" fmla="*/ 1816987 w 2119654"/>
              <a:gd name="connsiteY19497" fmla="*/ 1432054 h 2398711"/>
              <a:gd name="connsiteX19498" fmla="*/ 1816657 w 2119654"/>
              <a:gd name="connsiteY19498" fmla="*/ 1431634 h 2398711"/>
              <a:gd name="connsiteX19499" fmla="*/ 1793326 w 2119654"/>
              <a:gd name="connsiteY19499" fmla="*/ 1481807 h 2398711"/>
              <a:gd name="connsiteX19500" fmla="*/ 1793650 w 2119654"/>
              <a:gd name="connsiteY19500" fmla="*/ 1481609 h 2398711"/>
              <a:gd name="connsiteX19501" fmla="*/ 1793540 w 2119654"/>
              <a:gd name="connsiteY19501" fmla="*/ 1481513 h 2398711"/>
              <a:gd name="connsiteX19502" fmla="*/ 1561897 w 2119654"/>
              <a:gd name="connsiteY19502" fmla="*/ 2000014 h 2398711"/>
              <a:gd name="connsiteX19503" fmla="*/ 1561774 w 2119654"/>
              <a:gd name="connsiteY19503" fmla="*/ 2000774 h 2398711"/>
              <a:gd name="connsiteX19504" fmla="*/ 1563186 w 2119654"/>
              <a:gd name="connsiteY19504" fmla="*/ 2000800 h 2398711"/>
              <a:gd name="connsiteX19505" fmla="*/ 1563581 w 2119654"/>
              <a:gd name="connsiteY19505" fmla="*/ 2000383 h 2398711"/>
              <a:gd name="connsiteX19506" fmla="*/ 1573367 w 2119654"/>
              <a:gd name="connsiteY19506" fmla="*/ 1974304 h 2398711"/>
              <a:gd name="connsiteX19507" fmla="*/ 1575311 w 2119654"/>
              <a:gd name="connsiteY19507" fmla="*/ 1974357 h 2398711"/>
              <a:gd name="connsiteX19508" fmla="*/ 1575208 w 2119654"/>
              <a:gd name="connsiteY19508" fmla="*/ 1973845 h 2398711"/>
              <a:gd name="connsiteX19509" fmla="*/ 1573457 w 2119654"/>
              <a:gd name="connsiteY19509" fmla="*/ 1974130 h 2398711"/>
              <a:gd name="connsiteX19510" fmla="*/ 1570815 w 2119654"/>
              <a:gd name="connsiteY19510" fmla="*/ 1980011 h 2398711"/>
              <a:gd name="connsiteX19511" fmla="*/ 1571476 w 2119654"/>
              <a:gd name="connsiteY19511" fmla="*/ 1979998 h 2398711"/>
              <a:gd name="connsiteX19512" fmla="*/ 1572270 w 2119654"/>
              <a:gd name="connsiteY19512" fmla="*/ 1979933 h 2398711"/>
              <a:gd name="connsiteX19513" fmla="*/ 1570940 w 2119654"/>
              <a:gd name="connsiteY19513" fmla="*/ 1979936 h 2398711"/>
              <a:gd name="connsiteX19514" fmla="*/ 1824512 w 2119654"/>
              <a:gd name="connsiteY19514" fmla="*/ 1411872 h 2398711"/>
              <a:gd name="connsiteX19515" fmla="*/ 1825431 w 2119654"/>
              <a:gd name="connsiteY19515" fmla="*/ 1411621 h 2398711"/>
              <a:gd name="connsiteX19516" fmla="*/ 1834509 w 2119654"/>
              <a:gd name="connsiteY19516" fmla="*/ 1404625 h 2398711"/>
              <a:gd name="connsiteX19517" fmla="*/ 1836130 w 2119654"/>
              <a:gd name="connsiteY19517" fmla="*/ 1403177 h 2398711"/>
              <a:gd name="connsiteX19518" fmla="*/ 1830865 w 2119654"/>
              <a:gd name="connsiteY19518" fmla="*/ 1406057 h 2398711"/>
              <a:gd name="connsiteX19519" fmla="*/ 1826234 w 2119654"/>
              <a:gd name="connsiteY19519" fmla="*/ 1409737 h 2398711"/>
              <a:gd name="connsiteX19520" fmla="*/ 1515080 w 2119654"/>
              <a:gd name="connsiteY19520" fmla="*/ 2104607 h 2398711"/>
              <a:gd name="connsiteX19521" fmla="*/ 1514761 w 2119654"/>
              <a:gd name="connsiteY19521" fmla="*/ 2105596 h 2398711"/>
              <a:gd name="connsiteX19522" fmla="*/ 1514509 w 2119654"/>
              <a:gd name="connsiteY19522" fmla="*/ 2106340 h 2398711"/>
              <a:gd name="connsiteX19523" fmla="*/ 1523259 w 2119654"/>
              <a:gd name="connsiteY19523" fmla="*/ 2107057 h 2398711"/>
              <a:gd name="connsiteX19524" fmla="*/ 1754813 w 2119654"/>
              <a:gd name="connsiteY19524" fmla="*/ 1567791 h 2398711"/>
              <a:gd name="connsiteX19525" fmla="*/ 1754614 w 2119654"/>
              <a:gd name="connsiteY19525" fmla="*/ 1568474 h 2398711"/>
              <a:gd name="connsiteX19526" fmla="*/ 1754883 w 2119654"/>
              <a:gd name="connsiteY19526" fmla="*/ 1568881 h 2398711"/>
              <a:gd name="connsiteX19527" fmla="*/ 1755613 w 2119654"/>
              <a:gd name="connsiteY19527" fmla="*/ 1568681 h 2398711"/>
              <a:gd name="connsiteX19528" fmla="*/ 1856397 w 2119654"/>
              <a:gd name="connsiteY19528" fmla="*/ 1340262 h 2398711"/>
              <a:gd name="connsiteX19529" fmla="*/ 1856481 w 2119654"/>
              <a:gd name="connsiteY19529" fmla="*/ 1340444 h 2398711"/>
              <a:gd name="connsiteX19530" fmla="*/ 1859118 w 2119654"/>
              <a:gd name="connsiteY19530" fmla="*/ 1338699 h 2398711"/>
              <a:gd name="connsiteX19531" fmla="*/ 1858524 w 2119654"/>
              <a:gd name="connsiteY19531" fmla="*/ 1338361 h 2398711"/>
              <a:gd name="connsiteX19532" fmla="*/ 1754876 w 2119654"/>
              <a:gd name="connsiteY19532" fmla="*/ 1567571 h 2398711"/>
              <a:gd name="connsiteX19533" fmla="*/ 1754868 w 2119654"/>
              <a:gd name="connsiteY19533" fmla="*/ 1567601 h 2398711"/>
              <a:gd name="connsiteX19534" fmla="*/ 1755795 w 2119654"/>
              <a:gd name="connsiteY19534" fmla="*/ 1568632 h 2398711"/>
              <a:gd name="connsiteX19535" fmla="*/ 1759358 w 2119654"/>
              <a:gd name="connsiteY19535" fmla="*/ 1567660 h 2398711"/>
              <a:gd name="connsiteX19536" fmla="*/ 1760582 w 2119654"/>
              <a:gd name="connsiteY19536" fmla="*/ 1566645 h 2398711"/>
              <a:gd name="connsiteX19537" fmla="*/ 1760466 w 2119654"/>
              <a:gd name="connsiteY19537" fmla="*/ 1566454 h 2398711"/>
              <a:gd name="connsiteX19538" fmla="*/ 1758875 w 2119654"/>
              <a:gd name="connsiteY19538" fmla="*/ 1565180 h 2398711"/>
              <a:gd name="connsiteX19539" fmla="*/ 1744596 w 2119654"/>
              <a:gd name="connsiteY19539" fmla="*/ 1590591 h 2398711"/>
              <a:gd name="connsiteX19540" fmla="*/ 1745860 w 2119654"/>
              <a:gd name="connsiteY19540" fmla="*/ 1591255 h 2398711"/>
              <a:gd name="connsiteX19541" fmla="*/ 1746131 w 2119654"/>
              <a:gd name="connsiteY19541" fmla="*/ 1590444 h 2398711"/>
              <a:gd name="connsiteX19542" fmla="*/ 1744758 w 2119654"/>
              <a:gd name="connsiteY19542" fmla="*/ 1590528 h 2398711"/>
              <a:gd name="connsiteX19543" fmla="*/ 1531911 w 2119654"/>
              <a:gd name="connsiteY19543" fmla="*/ 2066781 h 2398711"/>
              <a:gd name="connsiteX19544" fmla="*/ 1539728 w 2119654"/>
              <a:gd name="connsiteY19544" fmla="*/ 2069800 h 2398711"/>
              <a:gd name="connsiteX19545" fmla="*/ 1541119 w 2119654"/>
              <a:gd name="connsiteY19545" fmla="*/ 2068982 h 2398711"/>
              <a:gd name="connsiteX19546" fmla="*/ 1541094 w 2119654"/>
              <a:gd name="connsiteY19546" fmla="*/ 2065865 h 2398711"/>
              <a:gd name="connsiteX19547" fmla="*/ 1877653 w 2119654"/>
              <a:gd name="connsiteY19547" fmla="*/ 1292476 h 2398711"/>
              <a:gd name="connsiteX19548" fmla="*/ 1884457 w 2119654"/>
              <a:gd name="connsiteY19548" fmla="*/ 1286832 h 2398711"/>
              <a:gd name="connsiteX19549" fmla="*/ 1886099 w 2119654"/>
              <a:gd name="connsiteY19549" fmla="*/ 1282118 h 2398711"/>
              <a:gd name="connsiteX19550" fmla="*/ 1745102 w 2119654"/>
              <a:gd name="connsiteY19550" fmla="*/ 1589194 h 2398711"/>
              <a:gd name="connsiteX19551" fmla="*/ 1746580 w 2119654"/>
              <a:gd name="connsiteY19551" fmla="*/ 1589102 h 2398711"/>
              <a:gd name="connsiteX19552" fmla="*/ 1747085 w 2119654"/>
              <a:gd name="connsiteY19552" fmla="*/ 1587593 h 2398711"/>
              <a:gd name="connsiteX19553" fmla="*/ 1747076 w 2119654"/>
              <a:gd name="connsiteY19553" fmla="*/ 1586872 h 2398711"/>
              <a:gd name="connsiteX19554" fmla="*/ 1826556 w 2119654"/>
              <a:gd name="connsiteY19554" fmla="*/ 1406801 h 2398711"/>
              <a:gd name="connsiteX19555" fmla="*/ 1837337 w 2119654"/>
              <a:gd name="connsiteY19555" fmla="*/ 1393430 h 2398711"/>
              <a:gd name="connsiteX19556" fmla="*/ 1836432 w 2119654"/>
              <a:gd name="connsiteY19556" fmla="*/ 1392463 h 2398711"/>
              <a:gd name="connsiteX19557" fmla="*/ 1828177 w 2119654"/>
              <a:gd name="connsiteY19557" fmla="*/ 1403748 h 2398711"/>
              <a:gd name="connsiteX19558" fmla="*/ 1626117 w 2119654"/>
              <a:gd name="connsiteY19558" fmla="*/ 1855406 h 2398711"/>
              <a:gd name="connsiteX19559" fmla="*/ 1630174 w 2119654"/>
              <a:gd name="connsiteY19559" fmla="*/ 1854625 h 2398711"/>
              <a:gd name="connsiteX19560" fmla="*/ 1627009 w 2119654"/>
              <a:gd name="connsiteY19560" fmla="*/ 1854635 h 2398711"/>
              <a:gd name="connsiteX19561" fmla="*/ 1638077 w 2119654"/>
              <a:gd name="connsiteY19561" fmla="*/ 1828604 h 2398711"/>
              <a:gd name="connsiteX19562" fmla="*/ 1638946 w 2119654"/>
              <a:gd name="connsiteY19562" fmla="*/ 1828864 h 2398711"/>
              <a:gd name="connsiteX19563" fmla="*/ 1639138 w 2119654"/>
              <a:gd name="connsiteY19563" fmla="*/ 1828656 h 2398711"/>
              <a:gd name="connsiteX19564" fmla="*/ 1638116 w 2119654"/>
              <a:gd name="connsiteY19564" fmla="*/ 1828581 h 2398711"/>
              <a:gd name="connsiteX19565" fmla="*/ 1778028 w 2119654"/>
              <a:gd name="connsiteY19565" fmla="*/ 1515197 h 2398711"/>
              <a:gd name="connsiteX19566" fmla="*/ 1778483 w 2119654"/>
              <a:gd name="connsiteY19566" fmla="*/ 1515967 h 2398711"/>
              <a:gd name="connsiteX19567" fmla="*/ 1779889 w 2119654"/>
              <a:gd name="connsiteY19567" fmla="*/ 1514049 h 2398711"/>
              <a:gd name="connsiteX19568" fmla="*/ 1778470 w 2119654"/>
              <a:gd name="connsiteY19568" fmla="*/ 1514846 h 2398711"/>
              <a:gd name="connsiteX19569" fmla="*/ 1612236 w 2119654"/>
              <a:gd name="connsiteY19569" fmla="*/ 1886417 h 2398711"/>
              <a:gd name="connsiteX19570" fmla="*/ 1613208 w 2119654"/>
              <a:gd name="connsiteY19570" fmla="*/ 1885936 h 2398711"/>
              <a:gd name="connsiteX19571" fmla="*/ 1613460 w 2119654"/>
              <a:gd name="connsiteY19571" fmla="*/ 1885208 h 2398711"/>
              <a:gd name="connsiteX19572" fmla="*/ 1613235 w 2119654"/>
              <a:gd name="connsiteY19572" fmla="*/ 1885277 h 2398711"/>
              <a:gd name="connsiteX19573" fmla="*/ 1858021 w 2119654"/>
              <a:gd name="connsiteY19573" fmla="*/ 1336054 h 2398711"/>
              <a:gd name="connsiteX19574" fmla="*/ 1868247 w 2119654"/>
              <a:gd name="connsiteY19574" fmla="*/ 1327119 h 2398711"/>
              <a:gd name="connsiteX19575" fmla="*/ 1870490 w 2119654"/>
              <a:gd name="connsiteY19575" fmla="*/ 1322893 h 2398711"/>
              <a:gd name="connsiteX19576" fmla="*/ 1872591 w 2119654"/>
              <a:gd name="connsiteY19576" fmla="*/ 1318802 h 2398711"/>
              <a:gd name="connsiteX19577" fmla="*/ 1869122 w 2119654"/>
              <a:gd name="connsiteY19577" fmla="*/ 1317015 h 2398711"/>
              <a:gd name="connsiteX19578" fmla="*/ 1860566 w 2119654"/>
              <a:gd name="connsiteY19578" fmla="*/ 1331688 h 2398711"/>
              <a:gd name="connsiteX19579" fmla="*/ 1865108 w 2119654"/>
              <a:gd name="connsiteY19579" fmla="*/ 1327780 h 2398711"/>
              <a:gd name="connsiteX19580" fmla="*/ 1865058 w 2119654"/>
              <a:gd name="connsiteY19580" fmla="*/ 1328036 h 2398711"/>
              <a:gd name="connsiteX19581" fmla="*/ 1860317 w 2119654"/>
              <a:gd name="connsiteY19581" fmla="*/ 1332115 h 2398711"/>
              <a:gd name="connsiteX19582" fmla="*/ 1750722 w 2119654"/>
              <a:gd name="connsiteY19582" fmla="*/ 1576258 h 2398711"/>
              <a:gd name="connsiteX19583" fmla="*/ 1750728 w 2119654"/>
              <a:gd name="connsiteY19583" fmla="*/ 1576707 h 2398711"/>
              <a:gd name="connsiteX19584" fmla="*/ 1750900 w 2119654"/>
              <a:gd name="connsiteY19584" fmla="*/ 1576190 h 2398711"/>
              <a:gd name="connsiteX19585" fmla="*/ 1640412 w 2119654"/>
              <a:gd name="connsiteY19585" fmla="*/ 1823216 h 2398711"/>
              <a:gd name="connsiteX19586" fmla="*/ 1640419 w 2119654"/>
              <a:gd name="connsiteY19586" fmla="*/ 1823289 h 2398711"/>
              <a:gd name="connsiteX19587" fmla="*/ 1640454 w 2119654"/>
              <a:gd name="connsiteY19587" fmla="*/ 1823272 h 2398711"/>
              <a:gd name="connsiteX19588" fmla="*/ 1640496 w 2119654"/>
              <a:gd name="connsiteY19588" fmla="*/ 1823092 h 2398711"/>
              <a:gd name="connsiteX19589" fmla="*/ 1899205 w 2119654"/>
              <a:gd name="connsiteY19589" fmla="*/ 1243643 h 2398711"/>
              <a:gd name="connsiteX19590" fmla="*/ 1898255 w 2119654"/>
              <a:gd name="connsiteY19590" fmla="*/ 1246991 h 2398711"/>
              <a:gd name="connsiteX19591" fmla="*/ 1899732 w 2119654"/>
              <a:gd name="connsiteY19591" fmla="*/ 1245360 h 2398711"/>
              <a:gd name="connsiteX19592" fmla="*/ 1900763 w 2119654"/>
              <a:gd name="connsiteY19592" fmla="*/ 1242220 h 2398711"/>
              <a:gd name="connsiteX19593" fmla="*/ 1541289 w 2119654"/>
              <a:gd name="connsiteY19593" fmla="*/ 2045011 h 2398711"/>
              <a:gd name="connsiteX19594" fmla="*/ 1541321 w 2119654"/>
              <a:gd name="connsiteY19594" fmla="*/ 2048827 h 2398711"/>
              <a:gd name="connsiteX19595" fmla="*/ 1542223 w 2119654"/>
              <a:gd name="connsiteY19595" fmla="*/ 2049081 h 2398711"/>
              <a:gd name="connsiteX19596" fmla="*/ 1548186 w 2119654"/>
              <a:gd name="connsiteY19596" fmla="*/ 2044819 h 2398711"/>
              <a:gd name="connsiteX19597" fmla="*/ 1548476 w 2119654"/>
              <a:gd name="connsiteY19597" fmla="*/ 2043596 h 2398711"/>
              <a:gd name="connsiteX19598" fmla="*/ 1544167 w 2119654"/>
              <a:gd name="connsiteY19598" fmla="*/ 2043546 h 2398711"/>
              <a:gd name="connsiteX19599" fmla="*/ 1788874 w 2119654"/>
              <a:gd name="connsiteY19599" fmla="*/ 1490533 h 2398711"/>
              <a:gd name="connsiteX19600" fmla="*/ 1789107 w 2119654"/>
              <a:gd name="connsiteY19600" fmla="*/ 1491520 h 2398711"/>
              <a:gd name="connsiteX19601" fmla="*/ 1791530 w 2119654"/>
              <a:gd name="connsiteY19601" fmla="*/ 1490625 h 2398711"/>
              <a:gd name="connsiteX19602" fmla="*/ 1798630 w 2119654"/>
              <a:gd name="connsiteY19602" fmla="*/ 1486497 h 2398711"/>
              <a:gd name="connsiteX19603" fmla="*/ 1795969 w 2119654"/>
              <a:gd name="connsiteY19603" fmla="*/ 1483841 h 2398711"/>
              <a:gd name="connsiteX19604" fmla="*/ 1778034 w 2119654"/>
              <a:gd name="connsiteY19604" fmla="*/ 1514806 h 2398711"/>
              <a:gd name="connsiteX19605" fmla="*/ 1778754 w 2119654"/>
              <a:gd name="connsiteY19605" fmla="*/ 1514402 h 2398711"/>
              <a:gd name="connsiteX19606" fmla="*/ 1780183 w 2119654"/>
              <a:gd name="connsiteY19606" fmla="*/ 1513298 h 2398711"/>
              <a:gd name="connsiteX19607" fmla="*/ 1780666 w 2119654"/>
              <a:gd name="connsiteY19607" fmla="*/ 1512914 h 2398711"/>
              <a:gd name="connsiteX19608" fmla="*/ 1780295 w 2119654"/>
              <a:gd name="connsiteY19608" fmla="*/ 1512542 h 2398711"/>
              <a:gd name="connsiteX19609" fmla="*/ 1779360 w 2119654"/>
              <a:gd name="connsiteY19609" fmla="*/ 1513091 h 2398711"/>
              <a:gd name="connsiteX19610" fmla="*/ 1625583 w 2119654"/>
              <a:gd name="connsiteY19610" fmla="*/ 1856113 h 2398711"/>
              <a:gd name="connsiteX19611" fmla="*/ 1625927 w 2119654"/>
              <a:gd name="connsiteY19611" fmla="*/ 1856680 h 2398711"/>
              <a:gd name="connsiteX19612" fmla="*/ 1629870 w 2119654"/>
              <a:gd name="connsiteY19612" fmla="*/ 1855516 h 2398711"/>
              <a:gd name="connsiteX19613" fmla="*/ 1630307 w 2119654"/>
              <a:gd name="connsiteY19613" fmla="*/ 1855006 h 2398711"/>
              <a:gd name="connsiteX19614" fmla="*/ 1789119 w 2119654"/>
              <a:gd name="connsiteY19614" fmla="*/ 1489841 h 2398711"/>
              <a:gd name="connsiteX19615" fmla="*/ 1795731 w 2119654"/>
              <a:gd name="connsiteY19615" fmla="*/ 1483605 h 2398711"/>
              <a:gd name="connsiteX19616" fmla="*/ 1794719 w 2119654"/>
              <a:gd name="connsiteY19616" fmla="*/ 1482594 h 2398711"/>
              <a:gd name="connsiteX19617" fmla="*/ 1794595 w 2119654"/>
              <a:gd name="connsiteY19617" fmla="*/ 1482670 h 2398711"/>
              <a:gd name="connsiteX19618" fmla="*/ 1793797 w 2119654"/>
              <a:gd name="connsiteY19618" fmla="*/ 1483519 h 2398711"/>
              <a:gd name="connsiteX19619" fmla="*/ 1791614 w 2119654"/>
              <a:gd name="connsiteY19619" fmla="*/ 1486515 h 2398711"/>
              <a:gd name="connsiteX19620" fmla="*/ 1775117 w 2119654"/>
              <a:gd name="connsiteY19620" fmla="*/ 1521057 h 2398711"/>
              <a:gd name="connsiteX19621" fmla="*/ 1775781 w 2119654"/>
              <a:gd name="connsiteY19621" fmla="*/ 1520460 h 2398711"/>
              <a:gd name="connsiteX19622" fmla="*/ 1778578 w 2119654"/>
              <a:gd name="connsiteY19622" fmla="*/ 1517238 h 2398711"/>
              <a:gd name="connsiteX19623" fmla="*/ 1778282 w 2119654"/>
              <a:gd name="connsiteY19623" fmla="*/ 1516736 h 2398711"/>
              <a:gd name="connsiteX19624" fmla="*/ 1775915 w 2119654"/>
              <a:gd name="connsiteY19624" fmla="*/ 1519968 h 2398711"/>
              <a:gd name="connsiteX19625" fmla="*/ 1775977 w 2119654"/>
              <a:gd name="connsiteY19625" fmla="*/ 1519951 h 2398711"/>
              <a:gd name="connsiteX19626" fmla="*/ 1775827 w 2119654"/>
              <a:gd name="connsiteY19626" fmla="*/ 1520201 h 2398711"/>
              <a:gd name="connsiteX19627" fmla="*/ 1775723 w 2119654"/>
              <a:gd name="connsiteY19627" fmla="*/ 1520230 h 2398711"/>
              <a:gd name="connsiteX19628" fmla="*/ 1562318 w 2119654"/>
              <a:gd name="connsiteY19628" fmla="*/ 1997436 h 2398711"/>
              <a:gd name="connsiteX19629" fmla="*/ 1561943 w 2119654"/>
              <a:gd name="connsiteY19629" fmla="*/ 1999732 h 2398711"/>
              <a:gd name="connsiteX19630" fmla="*/ 1563760 w 2119654"/>
              <a:gd name="connsiteY19630" fmla="*/ 2000195 h 2398711"/>
              <a:gd name="connsiteX19631" fmla="*/ 1565666 w 2119654"/>
              <a:gd name="connsiteY19631" fmla="*/ 1998188 h 2398711"/>
              <a:gd name="connsiteX19632" fmla="*/ 1855375 w 2119654"/>
              <a:gd name="connsiteY19632" fmla="*/ 1341176 h 2398711"/>
              <a:gd name="connsiteX19633" fmla="*/ 1856004 w 2119654"/>
              <a:gd name="connsiteY19633" fmla="*/ 1340759 h 2398711"/>
              <a:gd name="connsiteX19634" fmla="*/ 1855953 w 2119654"/>
              <a:gd name="connsiteY19634" fmla="*/ 1340659 h 2398711"/>
              <a:gd name="connsiteX19635" fmla="*/ 1816616 w 2119654"/>
              <a:gd name="connsiteY19635" fmla="*/ 1427688 h 2398711"/>
              <a:gd name="connsiteX19636" fmla="*/ 1817567 w 2119654"/>
              <a:gd name="connsiteY19636" fmla="*/ 1428898 h 2398711"/>
              <a:gd name="connsiteX19637" fmla="*/ 1827780 w 2119654"/>
              <a:gd name="connsiteY19637" fmla="*/ 1416510 h 2398711"/>
              <a:gd name="connsiteX19638" fmla="*/ 1828526 w 2119654"/>
              <a:gd name="connsiteY19638" fmla="*/ 1415528 h 2398711"/>
              <a:gd name="connsiteX19639" fmla="*/ 1510696 w 2119654"/>
              <a:gd name="connsiteY19639" fmla="*/ 2112675 h 2398711"/>
              <a:gd name="connsiteX19640" fmla="*/ 1511205 w 2119654"/>
              <a:gd name="connsiteY19640" fmla="*/ 2115149 h 2398711"/>
              <a:gd name="connsiteX19641" fmla="*/ 1512084 w 2119654"/>
              <a:gd name="connsiteY19641" fmla="*/ 2112429 h 2398711"/>
              <a:gd name="connsiteX19642" fmla="*/ 1821534 w 2119654"/>
              <a:gd name="connsiteY19642" fmla="*/ 1416638 h 2398711"/>
              <a:gd name="connsiteX19643" fmla="*/ 1825461 w 2119654"/>
              <a:gd name="connsiteY19643" fmla="*/ 1414481 h 2398711"/>
              <a:gd name="connsiteX19644" fmla="*/ 1827886 w 2119654"/>
              <a:gd name="connsiteY19644" fmla="*/ 1412013 h 2398711"/>
              <a:gd name="connsiteX19645" fmla="*/ 1826198 w 2119654"/>
              <a:gd name="connsiteY19645" fmla="*/ 1412476 h 2398711"/>
              <a:gd name="connsiteX19646" fmla="*/ 1803013 w 2119654"/>
              <a:gd name="connsiteY19646" fmla="*/ 1457903 h 2398711"/>
              <a:gd name="connsiteX19647" fmla="*/ 1803131 w 2119654"/>
              <a:gd name="connsiteY19647" fmla="*/ 1458248 h 2398711"/>
              <a:gd name="connsiteX19648" fmla="*/ 1804305 w 2119654"/>
              <a:gd name="connsiteY19648" fmla="*/ 1456641 h 2398711"/>
              <a:gd name="connsiteX19649" fmla="*/ 1867957 w 2119654"/>
              <a:gd name="connsiteY19649" fmla="*/ 1312442 h 2398711"/>
              <a:gd name="connsiteX19650" fmla="*/ 1869596 w 2119654"/>
              <a:gd name="connsiteY19650" fmla="*/ 1314027 h 2398711"/>
              <a:gd name="connsiteX19651" fmla="*/ 1872232 w 2119654"/>
              <a:gd name="connsiteY19651" fmla="*/ 1309506 h 2398711"/>
              <a:gd name="connsiteX19652" fmla="*/ 1821871 w 2119654"/>
              <a:gd name="connsiteY19652" fmla="*/ 1415628 h 2398711"/>
              <a:gd name="connsiteX19653" fmla="*/ 1824862 w 2119654"/>
              <a:gd name="connsiteY19653" fmla="*/ 1413032 h 2398711"/>
              <a:gd name="connsiteX19654" fmla="*/ 1824279 w 2119654"/>
              <a:gd name="connsiteY19654" fmla="*/ 1413354 h 2398711"/>
              <a:gd name="connsiteX19655" fmla="*/ 1822246 w 2119654"/>
              <a:gd name="connsiteY19655" fmla="*/ 1414922 h 2398711"/>
              <a:gd name="connsiteX19656" fmla="*/ 1566412 w 2119654"/>
              <a:gd name="connsiteY19656" fmla="*/ 1987599 h 2398711"/>
              <a:gd name="connsiteX19657" fmla="*/ 1569630 w 2119654"/>
              <a:gd name="connsiteY19657" fmla="*/ 1987312 h 2398711"/>
              <a:gd name="connsiteX19658" fmla="*/ 1569573 w 2119654"/>
              <a:gd name="connsiteY19658" fmla="*/ 1986105 h 2398711"/>
              <a:gd name="connsiteX19659" fmla="*/ 1569520 w 2119654"/>
              <a:gd name="connsiteY19659" fmla="*/ 1985819 h 2398711"/>
              <a:gd name="connsiteX19660" fmla="*/ 1566734 w 2119654"/>
              <a:gd name="connsiteY19660" fmla="*/ 1986983 h 2398711"/>
              <a:gd name="connsiteX19661" fmla="*/ 1807414 w 2119654"/>
              <a:gd name="connsiteY19661" fmla="*/ 1447886 h 2398711"/>
              <a:gd name="connsiteX19662" fmla="*/ 1807681 w 2119654"/>
              <a:gd name="connsiteY19662" fmla="*/ 1449607 h 2398711"/>
              <a:gd name="connsiteX19663" fmla="*/ 1810458 w 2119654"/>
              <a:gd name="connsiteY19663" fmla="*/ 1446891 h 2398711"/>
              <a:gd name="connsiteX19664" fmla="*/ 1811591 w 2119654"/>
              <a:gd name="connsiteY19664" fmla="*/ 1445480 h 2398711"/>
              <a:gd name="connsiteX19665" fmla="*/ 1808396 w 2119654"/>
              <a:gd name="connsiteY19665" fmla="*/ 1447393 h 2398711"/>
              <a:gd name="connsiteX19666" fmla="*/ 1517571 w 2119654"/>
              <a:gd name="connsiteY19666" fmla="*/ 2096901 h 2398711"/>
              <a:gd name="connsiteX19667" fmla="*/ 1515517 w 2119654"/>
              <a:gd name="connsiteY19667" fmla="*/ 2103256 h 2398711"/>
              <a:gd name="connsiteX19668" fmla="*/ 1527587 w 2119654"/>
              <a:gd name="connsiteY19668" fmla="*/ 2107411 h 2398711"/>
              <a:gd name="connsiteX19669" fmla="*/ 1532206 w 2119654"/>
              <a:gd name="connsiteY19669" fmla="*/ 2107789 h 2398711"/>
              <a:gd name="connsiteX19670" fmla="*/ 1533157 w 2119654"/>
              <a:gd name="connsiteY19670" fmla="*/ 2106391 h 2398711"/>
              <a:gd name="connsiteX19671" fmla="*/ 1535504 w 2119654"/>
              <a:gd name="connsiteY19671" fmla="*/ 2098306 h 2398711"/>
              <a:gd name="connsiteX19672" fmla="*/ 1538363 w 2119654"/>
              <a:gd name="connsiteY19672" fmla="*/ 2086249 h 2398711"/>
              <a:gd name="connsiteX19673" fmla="*/ 1485751 w 2119654"/>
              <a:gd name="connsiteY19673" fmla="*/ 2168134 h 2398711"/>
              <a:gd name="connsiteX19674" fmla="*/ 1485741 w 2119654"/>
              <a:gd name="connsiteY19674" fmla="*/ 2168159 h 2398711"/>
              <a:gd name="connsiteX19675" fmla="*/ 1477180 w 2119654"/>
              <a:gd name="connsiteY19675" fmla="*/ 2222461 h 2398711"/>
              <a:gd name="connsiteX19676" fmla="*/ 1488500 w 2119654"/>
              <a:gd name="connsiteY19676" fmla="*/ 2223234 h 2398711"/>
              <a:gd name="connsiteX19677" fmla="*/ 1488277 w 2119654"/>
              <a:gd name="connsiteY19677" fmla="*/ 2223386 h 2398711"/>
              <a:gd name="connsiteX19678" fmla="*/ 1477153 w 2119654"/>
              <a:gd name="connsiteY19678" fmla="*/ 2222626 h 2398711"/>
              <a:gd name="connsiteX19679" fmla="*/ 1477087 w 2119654"/>
              <a:gd name="connsiteY19679" fmla="*/ 2223049 h 2398711"/>
              <a:gd name="connsiteX19680" fmla="*/ 1476306 w 2119654"/>
              <a:gd name="connsiteY19680" fmla="*/ 2227594 h 2398711"/>
              <a:gd name="connsiteX19681" fmla="*/ 1496924 w 2119654"/>
              <a:gd name="connsiteY19681" fmla="*/ 2230583 h 2398711"/>
              <a:gd name="connsiteX19682" fmla="*/ 1500092 w 2119654"/>
              <a:gd name="connsiteY19682" fmla="*/ 2220278 h 2398711"/>
              <a:gd name="connsiteX19683" fmla="*/ 1512867 w 2119654"/>
              <a:gd name="connsiteY19683" fmla="*/ 2176277 h 2398711"/>
              <a:gd name="connsiteX19684" fmla="*/ 1511676 w 2119654"/>
              <a:gd name="connsiteY19684" fmla="*/ 2175919 h 2398711"/>
              <a:gd name="connsiteX19685" fmla="*/ 1510664 w 2119654"/>
              <a:gd name="connsiteY19685" fmla="*/ 2177274 h 2398711"/>
              <a:gd name="connsiteX19686" fmla="*/ 1510388 w 2119654"/>
              <a:gd name="connsiteY19686" fmla="*/ 2177349 h 2398711"/>
              <a:gd name="connsiteX19687" fmla="*/ 1511496 w 2119654"/>
              <a:gd name="connsiteY19687" fmla="*/ 2175865 h 2398711"/>
              <a:gd name="connsiteX19688" fmla="*/ 1743379 w 2119654"/>
              <a:gd name="connsiteY19688" fmla="*/ 1591220 h 2398711"/>
              <a:gd name="connsiteX19689" fmla="*/ 1744097 w 2119654"/>
              <a:gd name="connsiteY19689" fmla="*/ 1593506 h 2398711"/>
              <a:gd name="connsiteX19690" fmla="*/ 1745378 w 2119654"/>
              <a:gd name="connsiteY19690" fmla="*/ 1592693 h 2398711"/>
              <a:gd name="connsiteX19691" fmla="*/ 1745716 w 2119654"/>
              <a:gd name="connsiteY19691" fmla="*/ 1591682 h 2398711"/>
              <a:gd name="connsiteX19692" fmla="*/ 1744046 w 2119654"/>
              <a:gd name="connsiteY19692" fmla="*/ 1590805 h 2398711"/>
              <a:gd name="connsiteX19693" fmla="*/ 1743576 w 2119654"/>
              <a:gd name="connsiteY19693" fmla="*/ 1590988 h 2398711"/>
              <a:gd name="connsiteX19694" fmla="*/ 1818989 w 2119654"/>
              <a:gd name="connsiteY19694" fmla="*/ 1421792 h 2398711"/>
              <a:gd name="connsiteX19695" fmla="*/ 1825714 w 2119654"/>
              <a:gd name="connsiteY19695" fmla="*/ 1416493 h 2398711"/>
              <a:gd name="connsiteX19696" fmla="*/ 1823314 w 2119654"/>
              <a:gd name="connsiteY19696" fmla="*/ 1417393 h 2398711"/>
              <a:gd name="connsiteX19697" fmla="*/ 1562554 w 2119654"/>
              <a:gd name="connsiteY19697" fmla="*/ 1995983 h 2398711"/>
              <a:gd name="connsiteX19698" fmla="*/ 1562464 w 2119654"/>
              <a:gd name="connsiteY19698" fmla="*/ 1996539 h 2398711"/>
              <a:gd name="connsiteX19699" fmla="*/ 1566394 w 2119654"/>
              <a:gd name="connsiteY19699" fmla="*/ 1997421 h 2398711"/>
              <a:gd name="connsiteX19700" fmla="*/ 1567529 w 2119654"/>
              <a:gd name="connsiteY19700" fmla="*/ 1996225 h 2398711"/>
              <a:gd name="connsiteX19701" fmla="*/ 1636955 w 2119654"/>
              <a:gd name="connsiteY19701" fmla="*/ 1829272 h 2398711"/>
              <a:gd name="connsiteX19702" fmla="*/ 1637111 w 2119654"/>
              <a:gd name="connsiteY19702" fmla="*/ 1829982 h 2398711"/>
              <a:gd name="connsiteX19703" fmla="*/ 1638232 w 2119654"/>
              <a:gd name="connsiteY19703" fmla="*/ 1829638 h 2398711"/>
              <a:gd name="connsiteX19704" fmla="*/ 1638586 w 2119654"/>
              <a:gd name="connsiteY19704" fmla="*/ 1829254 h 2398711"/>
              <a:gd name="connsiteX19705" fmla="*/ 1637502 w 2119654"/>
              <a:gd name="connsiteY19705" fmla="*/ 1828946 h 2398711"/>
              <a:gd name="connsiteX19706" fmla="*/ 1541276 w 2119654"/>
              <a:gd name="connsiteY19706" fmla="*/ 2043497 h 2398711"/>
              <a:gd name="connsiteX19707" fmla="*/ 1541282 w 2119654"/>
              <a:gd name="connsiteY19707" fmla="*/ 2044104 h 2398711"/>
              <a:gd name="connsiteX19708" fmla="*/ 1542417 w 2119654"/>
              <a:gd name="connsiteY19708" fmla="*/ 2043526 h 2398711"/>
              <a:gd name="connsiteX19709" fmla="*/ 1541663 w 2119654"/>
              <a:gd name="connsiteY19709" fmla="*/ 2043517 h 2398711"/>
              <a:gd name="connsiteX19710" fmla="*/ 1624338 w 2119654"/>
              <a:gd name="connsiteY19710" fmla="*/ 1857493 h 2398711"/>
              <a:gd name="connsiteX19711" fmla="*/ 1626029 w 2119654"/>
              <a:gd name="connsiteY19711" fmla="*/ 1858591 h 2398711"/>
              <a:gd name="connsiteX19712" fmla="*/ 1625208 w 2119654"/>
              <a:gd name="connsiteY19712" fmla="*/ 1857237 h 2398711"/>
              <a:gd name="connsiteX19713" fmla="*/ 1820576 w 2119654"/>
              <a:gd name="connsiteY19713" fmla="*/ 1418068 h 2398711"/>
              <a:gd name="connsiteX19714" fmla="*/ 1822677 w 2119654"/>
              <a:gd name="connsiteY19714" fmla="*/ 1417313 h 2398711"/>
              <a:gd name="connsiteX19715" fmla="*/ 1824097 w 2119654"/>
              <a:gd name="connsiteY19715" fmla="*/ 1415867 h 2398711"/>
              <a:gd name="connsiteX19716" fmla="*/ 1820775 w 2119654"/>
              <a:gd name="connsiteY19716" fmla="*/ 1417693 h 2398711"/>
              <a:gd name="connsiteX19717" fmla="*/ 1489210 w 2119654"/>
              <a:gd name="connsiteY19717" fmla="*/ 2160028 h 2398711"/>
              <a:gd name="connsiteX19718" fmla="*/ 1503384 w 2119654"/>
              <a:gd name="connsiteY19718" fmla="*/ 2167101 h 2398711"/>
              <a:gd name="connsiteX19719" fmla="*/ 1506259 w 2119654"/>
              <a:gd name="connsiteY19719" fmla="*/ 2167552 h 2398711"/>
              <a:gd name="connsiteX19720" fmla="*/ 1506075 w 2119654"/>
              <a:gd name="connsiteY19720" fmla="*/ 2167656 h 2398711"/>
              <a:gd name="connsiteX19721" fmla="*/ 1503772 w 2119654"/>
              <a:gd name="connsiteY19721" fmla="*/ 2167295 h 2398711"/>
              <a:gd name="connsiteX19722" fmla="*/ 1513993 w 2119654"/>
              <a:gd name="connsiteY19722" fmla="*/ 2172396 h 2398711"/>
              <a:gd name="connsiteX19723" fmla="*/ 1514722 w 2119654"/>
              <a:gd name="connsiteY19723" fmla="*/ 2169887 h 2398711"/>
              <a:gd name="connsiteX19724" fmla="*/ 1504299 w 2119654"/>
              <a:gd name="connsiteY19724" fmla="*/ 2162815 h 2398711"/>
              <a:gd name="connsiteX19725" fmla="*/ 1502620 w 2119654"/>
              <a:gd name="connsiteY19725" fmla="*/ 2161642 h 2398711"/>
              <a:gd name="connsiteX19726" fmla="*/ 1492135 w 2119654"/>
              <a:gd name="connsiteY19726" fmla="*/ 2159573 h 2398711"/>
              <a:gd name="connsiteX19727" fmla="*/ 1490625 w 2119654"/>
              <a:gd name="connsiteY19727" fmla="*/ 2159809 h 2398711"/>
              <a:gd name="connsiteX19728" fmla="*/ 1501030 w 2119654"/>
              <a:gd name="connsiteY19728" fmla="*/ 2163639 h 2398711"/>
              <a:gd name="connsiteX19729" fmla="*/ 1500843 w 2119654"/>
              <a:gd name="connsiteY19729" fmla="*/ 2163720 h 2398711"/>
              <a:gd name="connsiteX19730" fmla="*/ 1490340 w 2119654"/>
              <a:gd name="connsiteY19730" fmla="*/ 2159852 h 2398711"/>
              <a:gd name="connsiteX19731" fmla="*/ 1564719 w 2119654"/>
              <a:gd name="connsiteY19731" fmla="*/ 1990836 h 2398711"/>
              <a:gd name="connsiteX19732" fmla="*/ 1568833 w 2119654"/>
              <a:gd name="connsiteY19732" fmla="*/ 1991785 h 2398711"/>
              <a:gd name="connsiteX19733" fmla="*/ 1569823 w 2119654"/>
              <a:gd name="connsiteY19733" fmla="*/ 1991398 h 2398711"/>
              <a:gd name="connsiteX19734" fmla="*/ 1569671 w 2119654"/>
              <a:gd name="connsiteY19734" fmla="*/ 1988178 h 2398711"/>
              <a:gd name="connsiteX19735" fmla="*/ 1565935 w 2119654"/>
              <a:gd name="connsiteY19735" fmla="*/ 1988511 h 2398711"/>
              <a:gd name="connsiteX19736" fmla="*/ 1487074 w 2119654"/>
              <a:gd name="connsiteY19736" fmla="*/ 2164679 h 2398711"/>
              <a:gd name="connsiteX19737" fmla="*/ 1485887 w 2119654"/>
              <a:gd name="connsiteY19737" fmla="*/ 2167778 h 2398711"/>
              <a:gd name="connsiteX19738" fmla="*/ 1499731 w 2119654"/>
              <a:gd name="connsiteY19738" fmla="*/ 2172145 h 2398711"/>
              <a:gd name="connsiteX19739" fmla="*/ 1511609 w 2119654"/>
              <a:gd name="connsiteY19739" fmla="*/ 2175712 h 2398711"/>
              <a:gd name="connsiteX19740" fmla="*/ 1513741 w 2119654"/>
              <a:gd name="connsiteY19740" fmla="*/ 2172857 h 2398711"/>
              <a:gd name="connsiteX19741" fmla="*/ 1513043 w 2119654"/>
              <a:gd name="connsiteY19741" fmla="*/ 2172520 h 2398711"/>
              <a:gd name="connsiteX19742" fmla="*/ 1502023 w 2119654"/>
              <a:gd name="connsiteY19742" fmla="*/ 2167021 h 2398711"/>
              <a:gd name="connsiteX19743" fmla="*/ 1492132 w 2119654"/>
              <a:gd name="connsiteY19743" fmla="*/ 2165472 h 2398711"/>
              <a:gd name="connsiteX19744" fmla="*/ 1512437 w 2119654"/>
              <a:gd name="connsiteY19744" fmla="*/ 2173216 h 2398711"/>
              <a:gd name="connsiteX19745" fmla="*/ 1511887 w 2119654"/>
              <a:gd name="connsiteY19745" fmla="*/ 2173445 h 2398711"/>
              <a:gd name="connsiteX19746" fmla="*/ 1490182 w 2119654"/>
              <a:gd name="connsiteY19746" fmla="*/ 2165166 h 2398711"/>
              <a:gd name="connsiteX19747" fmla="*/ 1624588 w 2119654"/>
              <a:gd name="connsiteY19747" fmla="*/ 1856726 h 2398711"/>
              <a:gd name="connsiteX19748" fmla="*/ 1624454 w 2119654"/>
              <a:gd name="connsiteY19748" fmla="*/ 1857115 h 2398711"/>
              <a:gd name="connsiteX19749" fmla="*/ 1625031 w 2119654"/>
              <a:gd name="connsiteY19749" fmla="*/ 1856945 h 2398711"/>
              <a:gd name="connsiteX19750" fmla="*/ 1624791 w 2119654"/>
              <a:gd name="connsiteY19750" fmla="*/ 1856550 h 2398711"/>
              <a:gd name="connsiteX19751" fmla="*/ 1787384 w 2119654"/>
              <a:gd name="connsiteY19751" fmla="*/ 1492155 h 2398711"/>
              <a:gd name="connsiteX19752" fmla="*/ 1788200 w 2119654"/>
              <a:gd name="connsiteY19752" fmla="*/ 1491854 h 2398711"/>
              <a:gd name="connsiteX19753" fmla="*/ 1788068 w 2119654"/>
              <a:gd name="connsiteY19753" fmla="*/ 1491293 h 2398711"/>
              <a:gd name="connsiteX19754" fmla="*/ 1787938 w 2119654"/>
              <a:gd name="connsiteY19754" fmla="*/ 1491416 h 2398711"/>
              <a:gd name="connsiteX19755" fmla="*/ 1487307 w 2119654"/>
              <a:gd name="connsiteY19755" fmla="*/ 2164069 h 2398711"/>
              <a:gd name="connsiteX19756" fmla="*/ 1487146 w 2119654"/>
              <a:gd name="connsiteY19756" fmla="*/ 2164490 h 2398711"/>
              <a:gd name="connsiteX19757" fmla="*/ 1489437 w 2119654"/>
              <a:gd name="connsiteY19757" fmla="*/ 2164881 h 2398711"/>
              <a:gd name="connsiteX19758" fmla="*/ 1777448 w 2119654"/>
              <a:gd name="connsiteY19758" fmla="*/ 1514214 h 2398711"/>
              <a:gd name="connsiteX19759" fmla="*/ 1777680 w 2119654"/>
              <a:gd name="connsiteY19759" fmla="*/ 1514608 h 2398711"/>
              <a:gd name="connsiteX19760" fmla="*/ 1778471 w 2119654"/>
              <a:gd name="connsiteY19760" fmla="*/ 1513613 h 2398711"/>
              <a:gd name="connsiteX19761" fmla="*/ 1818982 w 2119654"/>
              <a:gd name="connsiteY19761" fmla="*/ 1421072 h 2398711"/>
              <a:gd name="connsiteX19762" fmla="*/ 1822180 w 2119654"/>
              <a:gd name="connsiteY19762" fmla="*/ 1417819 h 2398711"/>
              <a:gd name="connsiteX19763" fmla="*/ 1820342 w 2119654"/>
              <a:gd name="connsiteY19763" fmla="*/ 1418508 h 2398711"/>
              <a:gd name="connsiteX19764" fmla="*/ 1824427 w 2119654"/>
              <a:gd name="connsiteY19764" fmla="*/ 1408874 h 2398711"/>
              <a:gd name="connsiteX19765" fmla="*/ 1824613 w 2119654"/>
              <a:gd name="connsiteY19765" fmla="*/ 1408772 h 2398711"/>
              <a:gd name="connsiteX19766" fmla="*/ 1825054 w 2119654"/>
              <a:gd name="connsiteY19766" fmla="*/ 1408016 h 2398711"/>
              <a:gd name="connsiteX19767" fmla="*/ 1562841 w 2119654"/>
              <a:gd name="connsiteY19767" fmla="*/ 1994565 h 2398711"/>
              <a:gd name="connsiteX19768" fmla="*/ 1562680 w 2119654"/>
              <a:gd name="connsiteY19768" fmla="*/ 1995210 h 2398711"/>
              <a:gd name="connsiteX19769" fmla="*/ 1562578 w 2119654"/>
              <a:gd name="connsiteY19769" fmla="*/ 1995836 h 2398711"/>
              <a:gd name="connsiteX19770" fmla="*/ 1567665 w 2119654"/>
              <a:gd name="connsiteY19770" fmla="*/ 1996082 h 2398711"/>
              <a:gd name="connsiteX19771" fmla="*/ 1568871 w 2119654"/>
              <a:gd name="connsiteY19771" fmla="*/ 1994812 h 2398711"/>
              <a:gd name="connsiteX19772" fmla="*/ 1564677 w 2119654"/>
              <a:gd name="connsiteY19772" fmla="*/ 1993845 h 2398711"/>
              <a:gd name="connsiteX19773" fmla="*/ 1625332 w 2119654"/>
              <a:gd name="connsiteY19773" fmla="*/ 1854577 h 2398711"/>
              <a:gd name="connsiteX19774" fmla="*/ 1625084 w 2119654"/>
              <a:gd name="connsiteY19774" fmla="*/ 1855291 h 2398711"/>
              <a:gd name="connsiteX19775" fmla="*/ 1625092 w 2119654"/>
              <a:gd name="connsiteY19775" fmla="*/ 1855303 h 2398711"/>
              <a:gd name="connsiteX19776" fmla="*/ 1625888 w 2119654"/>
              <a:gd name="connsiteY19776" fmla="*/ 1854616 h 2398711"/>
              <a:gd name="connsiteX19777" fmla="*/ 1788540 w 2119654"/>
              <a:gd name="connsiteY19777" fmla="*/ 1489117 h 2398711"/>
              <a:gd name="connsiteX19778" fmla="*/ 1788606 w 2119654"/>
              <a:gd name="connsiteY19778" fmla="*/ 1489397 h 2398711"/>
              <a:gd name="connsiteX19779" fmla="*/ 1789910 w 2119654"/>
              <a:gd name="connsiteY19779" fmla="*/ 1487658 h 2398711"/>
              <a:gd name="connsiteX19780" fmla="*/ 1563031 w 2119654"/>
              <a:gd name="connsiteY19780" fmla="*/ 1994062 h 2398711"/>
              <a:gd name="connsiteX19781" fmla="*/ 1563990 w 2119654"/>
              <a:gd name="connsiteY19781" fmla="*/ 1993686 h 2398711"/>
              <a:gd name="connsiteX19782" fmla="*/ 1563310 w 2119654"/>
              <a:gd name="connsiteY19782" fmla="*/ 1993529 h 2398711"/>
              <a:gd name="connsiteX19783" fmla="*/ 1838758 w 2119654"/>
              <a:gd name="connsiteY19783" fmla="*/ 1376641 h 2398711"/>
              <a:gd name="connsiteX19784" fmla="*/ 1843658 w 2119654"/>
              <a:gd name="connsiteY19784" fmla="*/ 1373444 h 2398711"/>
              <a:gd name="connsiteX19785" fmla="*/ 1844589 w 2119654"/>
              <a:gd name="connsiteY19785" fmla="*/ 1371692 h 2398711"/>
              <a:gd name="connsiteX19786" fmla="*/ 1843885 w 2119654"/>
              <a:gd name="connsiteY19786" fmla="*/ 1370283 h 2398711"/>
              <a:gd name="connsiteX19787" fmla="*/ 1843641 w 2119654"/>
              <a:gd name="connsiteY19787" fmla="*/ 1370404 h 2398711"/>
              <a:gd name="connsiteX19788" fmla="*/ 1739705 w 2119654"/>
              <a:gd name="connsiteY19788" fmla="*/ 1598389 h 2398711"/>
              <a:gd name="connsiteX19789" fmla="*/ 1740069 w 2119654"/>
              <a:gd name="connsiteY19789" fmla="*/ 1599084 h 2398711"/>
              <a:gd name="connsiteX19790" fmla="*/ 1741098 w 2119654"/>
              <a:gd name="connsiteY19790" fmla="*/ 1598851 h 2398711"/>
              <a:gd name="connsiteX19791" fmla="*/ 1742904 w 2119654"/>
              <a:gd name="connsiteY19791" fmla="*/ 1597665 h 2398711"/>
              <a:gd name="connsiteX19792" fmla="*/ 1743778 w 2119654"/>
              <a:gd name="connsiteY19792" fmla="*/ 1596463 h 2398711"/>
              <a:gd name="connsiteX19793" fmla="*/ 1743542 w 2119654"/>
              <a:gd name="connsiteY19793" fmla="*/ 1595713 h 2398711"/>
              <a:gd name="connsiteX19794" fmla="*/ 1740795 w 2119654"/>
              <a:gd name="connsiteY19794" fmla="*/ 1597456 h 2398711"/>
              <a:gd name="connsiteX19795" fmla="*/ 1488719 w 2119654"/>
              <a:gd name="connsiteY19795" fmla="*/ 2160382 h 2398711"/>
              <a:gd name="connsiteX19796" fmla="*/ 1487454 w 2119654"/>
              <a:gd name="connsiteY19796" fmla="*/ 2163687 h 2398711"/>
              <a:gd name="connsiteX19797" fmla="*/ 1491513 w 2119654"/>
              <a:gd name="connsiteY19797" fmla="*/ 2165236 h 2398711"/>
              <a:gd name="connsiteX19798" fmla="*/ 1491954 w 2119654"/>
              <a:gd name="connsiteY19798" fmla="*/ 2165311 h 2398711"/>
              <a:gd name="connsiteX19799" fmla="*/ 1501636 w 2119654"/>
              <a:gd name="connsiteY19799" fmla="*/ 2166828 h 2398711"/>
              <a:gd name="connsiteX19800" fmla="*/ 1742319 w 2119654"/>
              <a:gd name="connsiteY19800" fmla="*/ 1592467 h 2398711"/>
              <a:gd name="connsiteX19801" fmla="*/ 1742492 w 2119654"/>
              <a:gd name="connsiteY19801" fmla="*/ 1592375 h 2398711"/>
              <a:gd name="connsiteX19802" fmla="*/ 1742466 w 2119654"/>
              <a:gd name="connsiteY19802" fmla="*/ 1592293 h 2398711"/>
              <a:gd name="connsiteX19803" fmla="*/ 1512598 w 2119654"/>
              <a:gd name="connsiteY19803" fmla="*/ 2106684 h 2398711"/>
              <a:gd name="connsiteX19804" fmla="*/ 1513850 w 2119654"/>
              <a:gd name="connsiteY19804" fmla="*/ 2106963 h 2398711"/>
              <a:gd name="connsiteX19805" fmla="*/ 1513906 w 2119654"/>
              <a:gd name="connsiteY19805" fmla="*/ 2106791 h 2398711"/>
              <a:gd name="connsiteX19806" fmla="*/ 1576375 w 2119654"/>
              <a:gd name="connsiteY19806" fmla="*/ 1963872 h 2398711"/>
              <a:gd name="connsiteX19807" fmla="*/ 1576501 w 2119654"/>
              <a:gd name="connsiteY19807" fmla="*/ 1963859 h 2398711"/>
              <a:gd name="connsiteX19808" fmla="*/ 1576514 w 2119654"/>
              <a:gd name="connsiteY19808" fmla="*/ 1963827 h 2398711"/>
              <a:gd name="connsiteX19809" fmla="*/ 1613402 w 2119654"/>
              <a:gd name="connsiteY19809" fmla="*/ 1880894 h 2398711"/>
              <a:gd name="connsiteX19810" fmla="*/ 1614908 w 2119654"/>
              <a:gd name="connsiteY19810" fmla="*/ 1880504 h 2398711"/>
              <a:gd name="connsiteX19811" fmla="*/ 1614944 w 2119654"/>
              <a:gd name="connsiteY19811" fmla="*/ 1879699 h 2398711"/>
              <a:gd name="connsiteX19812" fmla="*/ 1613547 w 2119654"/>
              <a:gd name="connsiteY19812" fmla="*/ 1880603 h 2398711"/>
              <a:gd name="connsiteX19813" fmla="*/ 1800633 w 2119654"/>
              <a:gd name="connsiteY19813" fmla="*/ 1461634 h 2398711"/>
              <a:gd name="connsiteX19814" fmla="*/ 1800614 w 2119654"/>
              <a:gd name="connsiteY19814" fmla="*/ 1461696 h 2398711"/>
              <a:gd name="connsiteX19815" fmla="*/ 1800645 w 2119654"/>
              <a:gd name="connsiteY19815" fmla="*/ 1461653 h 2398711"/>
              <a:gd name="connsiteX19816" fmla="*/ 1613138 w 2119654"/>
              <a:gd name="connsiteY19816" fmla="*/ 1881427 h 2398711"/>
              <a:gd name="connsiteX19817" fmla="*/ 1613287 w 2119654"/>
              <a:gd name="connsiteY19817" fmla="*/ 1881374 h 2398711"/>
              <a:gd name="connsiteX19818" fmla="*/ 1613146 w 2119654"/>
              <a:gd name="connsiteY19818" fmla="*/ 1881410 h 2398711"/>
              <a:gd name="connsiteX19819" fmla="*/ 1739610 w 2119654"/>
              <a:gd name="connsiteY19819" fmla="*/ 1598207 h 2398711"/>
              <a:gd name="connsiteX19820" fmla="*/ 1739615 w 2119654"/>
              <a:gd name="connsiteY19820" fmla="*/ 1598218 h 2398711"/>
              <a:gd name="connsiteX19821" fmla="*/ 1739677 w 2119654"/>
              <a:gd name="connsiteY19821" fmla="*/ 1598165 h 2398711"/>
              <a:gd name="connsiteX19822" fmla="*/ 1612572 w 2119654"/>
              <a:gd name="connsiteY19822" fmla="*/ 1882567 h 2398711"/>
              <a:gd name="connsiteX19823" fmla="*/ 1614178 w 2119654"/>
              <a:gd name="connsiteY19823" fmla="*/ 1882075 h 2398711"/>
              <a:gd name="connsiteX19824" fmla="*/ 1614783 w 2119654"/>
              <a:gd name="connsiteY19824" fmla="*/ 1881385 h 2398711"/>
              <a:gd name="connsiteX19825" fmla="*/ 1614824 w 2119654"/>
              <a:gd name="connsiteY19825" fmla="*/ 1881266 h 2398711"/>
              <a:gd name="connsiteX19826" fmla="*/ 1612875 w 2119654"/>
              <a:gd name="connsiteY19826" fmla="*/ 1881957 h 2398711"/>
              <a:gd name="connsiteX19827" fmla="*/ 1557203 w 2119654"/>
              <a:gd name="connsiteY19827" fmla="*/ 2006499 h 2398711"/>
              <a:gd name="connsiteX19828" fmla="*/ 1557238 w 2119654"/>
              <a:gd name="connsiteY19828" fmla="*/ 2006644 h 2398711"/>
              <a:gd name="connsiteX19829" fmla="*/ 1557276 w 2119654"/>
              <a:gd name="connsiteY19829" fmla="*/ 2006484 h 2398711"/>
              <a:gd name="connsiteX19830" fmla="*/ 1800975 w 2119654"/>
              <a:gd name="connsiteY19830" fmla="*/ 1460579 h 2398711"/>
              <a:gd name="connsiteX19831" fmla="*/ 1800773 w 2119654"/>
              <a:gd name="connsiteY19831" fmla="*/ 1461205 h 2398711"/>
              <a:gd name="connsiteX19832" fmla="*/ 1800864 w 2119654"/>
              <a:gd name="connsiteY19832" fmla="*/ 1461353 h 2398711"/>
              <a:gd name="connsiteX19833" fmla="*/ 1801121 w 2119654"/>
              <a:gd name="connsiteY19833" fmla="*/ 1461001 h 2398711"/>
              <a:gd name="connsiteX19834" fmla="*/ 1788405 w 2119654"/>
              <a:gd name="connsiteY19834" fmla="*/ 1488545 h 2398711"/>
              <a:gd name="connsiteX19835" fmla="*/ 1788465 w 2119654"/>
              <a:gd name="connsiteY19835" fmla="*/ 1488797 h 2398711"/>
              <a:gd name="connsiteX19836" fmla="*/ 1790900 w 2119654"/>
              <a:gd name="connsiteY19836" fmla="*/ 1486275 h 2398711"/>
              <a:gd name="connsiteX19837" fmla="*/ 1791134 w 2119654"/>
              <a:gd name="connsiteY19837" fmla="*/ 1486026 h 2398711"/>
              <a:gd name="connsiteX19838" fmla="*/ 1792858 w 2119654"/>
              <a:gd name="connsiteY19838" fmla="*/ 1483728 h 2398711"/>
              <a:gd name="connsiteX19839" fmla="*/ 1791172 w 2119654"/>
              <a:gd name="connsiteY19839" fmla="*/ 1484756 h 2398711"/>
              <a:gd name="connsiteX19840" fmla="*/ 1746686 w 2119654"/>
              <a:gd name="connsiteY19840" fmla="*/ 1581933 h 2398711"/>
              <a:gd name="connsiteX19841" fmla="*/ 1746876 w 2119654"/>
              <a:gd name="connsiteY19841" fmla="*/ 1582825 h 2398711"/>
              <a:gd name="connsiteX19842" fmla="*/ 1747027 w 2119654"/>
              <a:gd name="connsiteY19842" fmla="*/ 1582716 h 2398711"/>
              <a:gd name="connsiteX19843" fmla="*/ 1747015 w 2119654"/>
              <a:gd name="connsiteY19843" fmla="*/ 1581721 h 2398711"/>
              <a:gd name="connsiteX19844" fmla="*/ 1541263 w 2119654"/>
              <a:gd name="connsiteY19844" fmla="*/ 2041867 h 2398711"/>
              <a:gd name="connsiteX19845" fmla="*/ 1541270 w 2119654"/>
              <a:gd name="connsiteY19845" fmla="*/ 2042734 h 2398711"/>
              <a:gd name="connsiteX19846" fmla="*/ 1543724 w 2119654"/>
              <a:gd name="connsiteY19846" fmla="*/ 2042860 h 2398711"/>
              <a:gd name="connsiteX19847" fmla="*/ 1546230 w 2119654"/>
              <a:gd name="connsiteY19847" fmla="*/ 2041584 h 2398711"/>
              <a:gd name="connsiteX19848" fmla="*/ 1491273 w 2119654"/>
              <a:gd name="connsiteY19848" fmla="*/ 2153712 h 2398711"/>
              <a:gd name="connsiteX19849" fmla="*/ 1489692 w 2119654"/>
              <a:gd name="connsiteY19849" fmla="*/ 2157842 h 2398711"/>
              <a:gd name="connsiteX19850" fmla="*/ 1495818 w 2119654"/>
              <a:gd name="connsiteY19850" fmla="*/ 2156888 h 2398711"/>
              <a:gd name="connsiteX19851" fmla="*/ 1486309 w 2119654"/>
              <a:gd name="connsiteY19851" fmla="*/ 2164559 h 2398711"/>
              <a:gd name="connsiteX19852" fmla="*/ 1485963 w 2119654"/>
              <a:gd name="connsiteY19852" fmla="*/ 2166754 h 2398711"/>
              <a:gd name="connsiteX19853" fmla="*/ 1486776 w 2119654"/>
              <a:gd name="connsiteY19853" fmla="*/ 2164632 h 2398711"/>
              <a:gd name="connsiteX19854" fmla="*/ 1815807 w 2119654"/>
              <a:gd name="connsiteY19854" fmla="*/ 1426658 h 2398711"/>
              <a:gd name="connsiteX19855" fmla="*/ 1816329 w 2119654"/>
              <a:gd name="connsiteY19855" fmla="*/ 1427323 h 2398711"/>
              <a:gd name="connsiteX19856" fmla="*/ 1827648 w 2119654"/>
              <a:gd name="connsiteY19856" fmla="*/ 1415767 h 2398711"/>
              <a:gd name="connsiteX19857" fmla="*/ 1826497 w 2119654"/>
              <a:gd name="connsiteY19857" fmla="*/ 1416199 h 2398711"/>
              <a:gd name="connsiteX19858" fmla="*/ 1818003 w 2119654"/>
              <a:gd name="connsiteY19858" fmla="*/ 1422893 h 2398711"/>
              <a:gd name="connsiteX19859" fmla="*/ 1635429 w 2119654"/>
              <a:gd name="connsiteY19859" fmla="*/ 1830497 h 2398711"/>
              <a:gd name="connsiteX19860" fmla="*/ 1636982 w 2119654"/>
              <a:gd name="connsiteY19860" fmla="*/ 1830021 h 2398711"/>
              <a:gd name="connsiteX19861" fmla="*/ 1636833 w 2119654"/>
              <a:gd name="connsiteY19861" fmla="*/ 1829345 h 2398711"/>
              <a:gd name="connsiteX19862" fmla="*/ 1635794 w 2119654"/>
              <a:gd name="connsiteY19862" fmla="*/ 1829964 h 2398711"/>
              <a:gd name="connsiteX19863" fmla="*/ 1863390 w 2119654"/>
              <a:gd name="connsiteY19863" fmla="*/ 1319985 h 2398711"/>
              <a:gd name="connsiteX19864" fmla="*/ 1866116 w 2119654"/>
              <a:gd name="connsiteY19864" fmla="*/ 1317852 h 2398711"/>
              <a:gd name="connsiteX19865" fmla="*/ 1867923 w 2119654"/>
              <a:gd name="connsiteY19865" fmla="*/ 1316398 h 2398711"/>
              <a:gd name="connsiteX19866" fmla="*/ 1865641 w 2119654"/>
              <a:gd name="connsiteY19866" fmla="*/ 1315223 h 2398711"/>
              <a:gd name="connsiteX19867" fmla="*/ 1619618 w 2119654"/>
              <a:gd name="connsiteY19867" fmla="*/ 1865791 h 2398711"/>
              <a:gd name="connsiteX19868" fmla="*/ 1619402 w 2119654"/>
              <a:gd name="connsiteY19868" fmla="*/ 1866491 h 2398711"/>
              <a:gd name="connsiteX19869" fmla="*/ 1620087 w 2119654"/>
              <a:gd name="connsiteY19869" fmla="*/ 1866049 h 2398711"/>
              <a:gd name="connsiteX19870" fmla="*/ 1620115 w 2119654"/>
              <a:gd name="connsiteY19870" fmla="*/ 1865969 h 2398711"/>
              <a:gd name="connsiteX19871" fmla="*/ 1620079 w 2119654"/>
              <a:gd name="connsiteY19871" fmla="*/ 1865806 h 2398711"/>
              <a:gd name="connsiteX19872" fmla="*/ 1751838 w 2119654"/>
              <a:gd name="connsiteY19872" fmla="*/ 1569711 h 2398711"/>
              <a:gd name="connsiteX19873" fmla="*/ 1753193 w 2119654"/>
              <a:gd name="connsiteY19873" fmla="*/ 1569342 h 2398711"/>
              <a:gd name="connsiteX19874" fmla="*/ 1753512 w 2119654"/>
              <a:gd name="connsiteY19874" fmla="*/ 1568387 h 2398711"/>
              <a:gd name="connsiteX19875" fmla="*/ 1752371 w 2119654"/>
              <a:gd name="connsiteY19875" fmla="*/ 1569070 h 2398711"/>
              <a:gd name="connsiteX19876" fmla="*/ 1752210 w 2119654"/>
              <a:gd name="connsiteY19876" fmla="*/ 1569231 h 2398711"/>
              <a:gd name="connsiteX19877" fmla="*/ 1787458 w 2119654"/>
              <a:gd name="connsiteY19877" fmla="*/ 1489840 h 2398711"/>
              <a:gd name="connsiteX19878" fmla="*/ 1787673 w 2119654"/>
              <a:gd name="connsiteY19878" fmla="*/ 1489618 h 2398711"/>
              <a:gd name="connsiteX19879" fmla="*/ 1787660 w 2119654"/>
              <a:gd name="connsiteY19879" fmla="*/ 1489563 h 2398711"/>
              <a:gd name="connsiteX19880" fmla="*/ 1738471 w 2119654"/>
              <a:gd name="connsiteY19880" fmla="*/ 1599447 h 2398711"/>
              <a:gd name="connsiteX19881" fmla="*/ 1738658 w 2119654"/>
              <a:gd name="connsiteY19881" fmla="*/ 1599404 h 2398711"/>
              <a:gd name="connsiteX19882" fmla="*/ 1738616 w 2119654"/>
              <a:gd name="connsiteY19882" fmla="*/ 1599323 h 2398711"/>
              <a:gd name="connsiteX19883" fmla="*/ 1557520 w 2119654"/>
              <a:gd name="connsiteY19883" fmla="*/ 2004598 h 2398711"/>
              <a:gd name="connsiteX19884" fmla="*/ 1557741 w 2119654"/>
              <a:gd name="connsiteY19884" fmla="*/ 2004524 h 2398711"/>
              <a:gd name="connsiteX19885" fmla="*/ 1557784 w 2119654"/>
              <a:gd name="connsiteY19885" fmla="*/ 2004345 h 2398711"/>
              <a:gd name="connsiteX19886" fmla="*/ 1557649 w 2119654"/>
              <a:gd name="connsiteY19886" fmla="*/ 2004353 h 2398711"/>
              <a:gd name="connsiteX19887" fmla="*/ 1565066 w 2119654"/>
              <a:gd name="connsiteY19887" fmla="*/ 1987680 h 2398711"/>
              <a:gd name="connsiteX19888" fmla="*/ 1565311 w 2119654"/>
              <a:gd name="connsiteY19888" fmla="*/ 1987698 h 2398711"/>
              <a:gd name="connsiteX19889" fmla="*/ 1565391 w 2119654"/>
              <a:gd name="connsiteY19889" fmla="*/ 1987691 h 2398711"/>
              <a:gd name="connsiteX19890" fmla="*/ 1565488 w 2119654"/>
              <a:gd name="connsiteY19890" fmla="*/ 1987504 h 2398711"/>
              <a:gd name="connsiteX19891" fmla="*/ 1486439 w 2119654"/>
              <a:gd name="connsiteY19891" fmla="*/ 2163738 h 2398711"/>
              <a:gd name="connsiteX19892" fmla="*/ 1486342 w 2119654"/>
              <a:gd name="connsiteY19892" fmla="*/ 2164354 h 2398711"/>
              <a:gd name="connsiteX19893" fmla="*/ 1486849 w 2119654"/>
              <a:gd name="connsiteY19893" fmla="*/ 2164440 h 2398711"/>
              <a:gd name="connsiteX19894" fmla="*/ 1487031 w 2119654"/>
              <a:gd name="connsiteY19894" fmla="*/ 2163964 h 2398711"/>
              <a:gd name="connsiteX19895" fmla="*/ 1493520 w 2119654"/>
              <a:gd name="connsiteY19895" fmla="*/ 2147844 h 2398711"/>
              <a:gd name="connsiteX19896" fmla="*/ 1491459 w 2119654"/>
              <a:gd name="connsiteY19896" fmla="*/ 2153227 h 2398711"/>
              <a:gd name="connsiteX19897" fmla="*/ 1496538 w 2119654"/>
              <a:gd name="connsiteY19897" fmla="*/ 2156776 h 2398711"/>
              <a:gd name="connsiteX19898" fmla="*/ 1511835 w 2119654"/>
              <a:gd name="connsiteY19898" fmla="*/ 2154394 h 2398711"/>
              <a:gd name="connsiteX19899" fmla="*/ 1517401 w 2119654"/>
              <a:gd name="connsiteY19899" fmla="*/ 2153105 h 2398711"/>
              <a:gd name="connsiteX19900" fmla="*/ 1516779 w 2119654"/>
              <a:gd name="connsiteY19900" fmla="*/ 2149308 h 2398711"/>
              <a:gd name="connsiteX19901" fmla="*/ 1505451 w 2119654"/>
              <a:gd name="connsiteY19901" fmla="*/ 2146928 h 2398711"/>
              <a:gd name="connsiteX19902" fmla="*/ 1504910 w 2119654"/>
              <a:gd name="connsiteY19902" fmla="*/ 2147701 h 2398711"/>
              <a:gd name="connsiteX19903" fmla="*/ 1504538 w 2119654"/>
              <a:gd name="connsiteY19903" fmla="*/ 2147813 h 2398711"/>
              <a:gd name="connsiteX19904" fmla="*/ 1505195 w 2119654"/>
              <a:gd name="connsiteY19904" fmla="*/ 2146875 h 2398711"/>
              <a:gd name="connsiteX19905" fmla="*/ 1499190 w 2119654"/>
              <a:gd name="connsiteY19905" fmla="*/ 2145613 h 2398711"/>
              <a:gd name="connsiteX19906" fmla="*/ 1520985 w 2119654"/>
              <a:gd name="connsiteY19906" fmla="*/ 2086338 h 2398711"/>
              <a:gd name="connsiteX19907" fmla="*/ 1518795 w 2119654"/>
              <a:gd name="connsiteY19907" fmla="*/ 2093111 h 2398711"/>
              <a:gd name="connsiteX19908" fmla="*/ 1537262 w 2119654"/>
              <a:gd name="connsiteY19908" fmla="*/ 2083651 h 2398711"/>
              <a:gd name="connsiteX19909" fmla="*/ 1773323 w 2119654"/>
              <a:gd name="connsiteY19909" fmla="*/ 1520896 h 2398711"/>
              <a:gd name="connsiteX19910" fmla="*/ 1773476 w 2119654"/>
              <a:gd name="connsiteY19910" fmla="*/ 1522210 h 2398711"/>
              <a:gd name="connsiteX19911" fmla="*/ 1773948 w 2119654"/>
              <a:gd name="connsiteY19911" fmla="*/ 1521957 h 2398711"/>
              <a:gd name="connsiteX19912" fmla="*/ 1775210 w 2119654"/>
              <a:gd name="connsiteY19912" fmla="*/ 1520372 h 2398711"/>
              <a:gd name="connsiteX19913" fmla="*/ 1814081 w 2119654"/>
              <a:gd name="connsiteY19913" fmla="*/ 1429619 h 2398711"/>
              <a:gd name="connsiteX19914" fmla="*/ 1814631 w 2119654"/>
              <a:gd name="connsiteY19914" fmla="*/ 1429057 h 2398711"/>
              <a:gd name="connsiteX19915" fmla="*/ 1814503 w 2119654"/>
              <a:gd name="connsiteY19915" fmla="*/ 1428894 h 2398711"/>
              <a:gd name="connsiteX19916" fmla="*/ 1494733 w 2119654"/>
              <a:gd name="connsiteY19916" fmla="*/ 2144676 h 2398711"/>
              <a:gd name="connsiteX19917" fmla="*/ 1494475 w 2119654"/>
              <a:gd name="connsiteY19917" fmla="*/ 2145351 h 2398711"/>
              <a:gd name="connsiteX19918" fmla="*/ 1495873 w 2119654"/>
              <a:gd name="connsiteY19918" fmla="*/ 2144916 h 2398711"/>
              <a:gd name="connsiteX19919" fmla="*/ 1785887 w 2119654"/>
              <a:gd name="connsiteY19919" fmla="*/ 1492707 h 2398711"/>
              <a:gd name="connsiteX19920" fmla="*/ 1786204 w 2119654"/>
              <a:gd name="connsiteY19920" fmla="*/ 1492590 h 2398711"/>
              <a:gd name="connsiteX19921" fmla="*/ 1786226 w 2119654"/>
              <a:gd name="connsiteY19921" fmla="*/ 1492570 h 2398711"/>
              <a:gd name="connsiteX19922" fmla="*/ 1787856 w 2119654"/>
              <a:gd name="connsiteY19922" fmla="*/ 1490396 h 2398711"/>
              <a:gd name="connsiteX19923" fmla="*/ 1787753 w 2119654"/>
              <a:gd name="connsiteY19923" fmla="*/ 1489956 h 2398711"/>
              <a:gd name="connsiteX19924" fmla="*/ 1786655 w 2119654"/>
              <a:gd name="connsiteY19924" fmla="*/ 1491124 h 2398711"/>
              <a:gd name="connsiteX19925" fmla="*/ 1773379 w 2119654"/>
              <a:gd name="connsiteY19925" fmla="*/ 1520671 h 2398711"/>
              <a:gd name="connsiteX19926" fmla="*/ 1775423 w 2119654"/>
              <a:gd name="connsiteY19926" fmla="*/ 1520105 h 2398711"/>
              <a:gd name="connsiteX19927" fmla="*/ 1775797 w 2119654"/>
              <a:gd name="connsiteY19927" fmla="*/ 1519634 h 2398711"/>
              <a:gd name="connsiteX19928" fmla="*/ 1778120 w 2119654"/>
              <a:gd name="connsiteY19928" fmla="*/ 1516464 h 2398711"/>
              <a:gd name="connsiteX19929" fmla="*/ 1777582 w 2119654"/>
              <a:gd name="connsiteY19929" fmla="*/ 1515551 h 2398711"/>
              <a:gd name="connsiteX19930" fmla="*/ 1777215 w 2119654"/>
              <a:gd name="connsiteY19930" fmla="*/ 1515843 h 2398711"/>
              <a:gd name="connsiteX19931" fmla="*/ 1856006 w 2119654"/>
              <a:gd name="connsiteY19931" fmla="*/ 1335611 h 2398711"/>
              <a:gd name="connsiteX19932" fmla="*/ 1857237 w 2119654"/>
              <a:gd name="connsiteY19932" fmla="*/ 1334553 h 2398711"/>
              <a:gd name="connsiteX19933" fmla="*/ 1859849 w 2119654"/>
              <a:gd name="connsiteY19933" fmla="*/ 1330742 h 2398711"/>
              <a:gd name="connsiteX19934" fmla="*/ 1868113 w 2119654"/>
              <a:gd name="connsiteY19934" fmla="*/ 1316570 h 2398711"/>
              <a:gd name="connsiteX19935" fmla="*/ 1863096 w 2119654"/>
              <a:gd name="connsiteY19935" fmla="*/ 1320609 h 2398711"/>
              <a:gd name="connsiteX19936" fmla="*/ 1569971 w 2119654"/>
              <a:gd name="connsiteY19936" fmla="*/ 1976099 h 2398711"/>
              <a:gd name="connsiteX19937" fmla="*/ 1570001 w 2119654"/>
              <a:gd name="connsiteY19937" fmla="*/ 1976741 h 2398711"/>
              <a:gd name="connsiteX19938" fmla="*/ 1571066 w 2119654"/>
              <a:gd name="connsiteY19938" fmla="*/ 1976403 h 2398711"/>
              <a:gd name="connsiteX19939" fmla="*/ 1571184 w 2119654"/>
              <a:gd name="connsiteY19939" fmla="*/ 1976132 h 2398711"/>
              <a:gd name="connsiteX19940" fmla="*/ 1803077 w 2119654"/>
              <a:gd name="connsiteY19940" fmla="*/ 1454090 h 2398711"/>
              <a:gd name="connsiteX19941" fmla="*/ 1803069 w 2119654"/>
              <a:gd name="connsiteY19941" fmla="*/ 1454116 h 2398711"/>
              <a:gd name="connsiteX19942" fmla="*/ 1803103 w 2119654"/>
              <a:gd name="connsiteY19942" fmla="*/ 1454083 h 2398711"/>
              <a:gd name="connsiteX19943" fmla="*/ 1855584 w 2119654"/>
              <a:gd name="connsiteY19943" fmla="*/ 1336505 h 2398711"/>
              <a:gd name="connsiteX19944" fmla="*/ 1855810 w 2119654"/>
              <a:gd name="connsiteY19944" fmla="*/ 1336633 h 2398711"/>
              <a:gd name="connsiteX19945" fmla="*/ 1856879 w 2119654"/>
              <a:gd name="connsiteY19945" fmla="*/ 1335075 h 2398711"/>
              <a:gd name="connsiteX19946" fmla="*/ 1855835 w 2119654"/>
              <a:gd name="connsiteY19946" fmla="*/ 1335973 h 2398711"/>
              <a:gd name="connsiteX19947" fmla="*/ 1521697 w 2119654"/>
              <a:gd name="connsiteY19947" fmla="*/ 2084134 h 2398711"/>
              <a:gd name="connsiteX19948" fmla="*/ 1521089 w 2119654"/>
              <a:gd name="connsiteY19948" fmla="*/ 2086016 h 2398711"/>
              <a:gd name="connsiteX19949" fmla="*/ 1536367 w 2119654"/>
              <a:gd name="connsiteY19949" fmla="*/ 2083494 h 2398711"/>
              <a:gd name="connsiteX19950" fmla="*/ 1527007 w 2119654"/>
              <a:gd name="connsiteY19950" fmla="*/ 2082038 h 2398711"/>
              <a:gd name="connsiteX19951" fmla="*/ 1526802 w 2119654"/>
              <a:gd name="connsiteY19951" fmla="*/ 2082159 h 2398711"/>
              <a:gd name="connsiteX19952" fmla="*/ 1855117 w 2119654"/>
              <a:gd name="connsiteY19952" fmla="*/ 1337493 h 2398711"/>
              <a:gd name="connsiteX19953" fmla="*/ 1855159 w 2119654"/>
              <a:gd name="connsiteY19953" fmla="*/ 1337583 h 2398711"/>
              <a:gd name="connsiteX19954" fmla="*/ 1855717 w 2119654"/>
              <a:gd name="connsiteY19954" fmla="*/ 1336770 h 2398711"/>
              <a:gd name="connsiteX19955" fmla="*/ 1855513 w 2119654"/>
              <a:gd name="connsiteY19955" fmla="*/ 1336655 h 2398711"/>
              <a:gd name="connsiteX19956" fmla="*/ 1564312 w 2119654"/>
              <a:gd name="connsiteY19956" fmla="*/ 1988657 h 2398711"/>
              <a:gd name="connsiteX19957" fmla="*/ 1563821 w 2119654"/>
              <a:gd name="connsiteY19957" fmla="*/ 1990629 h 2398711"/>
              <a:gd name="connsiteX19958" fmla="*/ 1563850 w 2119654"/>
              <a:gd name="connsiteY19958" fmla="*/ 1990636 h 2398711"/>
              <a:gd name="connsiteX19959" fmla="*/ 1564913 w 2119654"/>
              <a:gd name="connsiteY19959" fmla="*/ 1988603 h 2398711"/>
              <a:gd name="connsiteX19960" fmla="*/ 1554995 w 2119654"/>
              <a:gd name="connsiteY19960" fmla="*/ 2009426 h 2398711"/>
              <a:gd name="connsiteX19961" fmla="*/ 1556453 w 2119654"/>
              <a:gd name="connsiteY19961" fmla="*/ 2007891 h 2398711"/>
              <a:gd name="connsiteX19962" fmla="*/ 1556248 w 2119654"/>
              <a:gd name="connsiteY19962" fmla="*/ 2007031 h 2398711"/>
              <a:gd name="connsiteX19963" fmla="*/ 1903143 w 2119654"/>
              <a:gd name="connsiteY19963" fmla="*/ 1229776 h 2398711"/>
              <a:gd name="connsiteX19964" fmla="*/ 1899456 w 2119654"/>
              <a:gd name="connsiteY19964" fmla="*/ 1242762 h 2398711"/>
              <a:gd name="connsiteX19965" fmla="*/ 1901069 w 2119654"/>
              <a:gd name="connsiteY19965" fmla="*/ 1241286 h 2398711"/>
              <a:gd name="connsiteX19966" fmla="*/ 1904008 w 2119654"/>
              <a:gd name="connsiteY19966" fmla="*/ 1232330 h 2398711"/>
              <a:gd name="connsiteX19967" fmla="*/ 1904186 w 2119654"/>
              <a:gd name="connsiteY19967" fmla="*/ 1232817 h 2398711"/>
              <a:gd name="connsiteX19968" fmla="*/ 1901551 w 2119654"/>
              <a:gd name="connsiteY19968" fmla="*/ 1240846 h 2398711"/>
              <a:gd name="connsiteX19969" fmla="*/ 1910070 w 2119654"/>
              <a:gd name="connsiteY19969" fmla="*/ 1233055 h 2398711"/>
              <a:gd name="connsiteX19970" fmla="*/ 1907387 w 2119654"/>
              <a:gd name="connsiteY19970" fmla="*/ 1231248 h 2398711"/>
              <a:gd name="connsiteX19971" fmla="*/ 1903880 w 2119654"/>
              <a:gd name="connsiteY19971" fmla="*/ 1228965 h 2398711"/>
              <a:gd name="connsiteX19972" fmla="*/ 1742682 w 2119654"/>
              <a:gd name="connsiteY19972" fmla="*/ 1589006 h 2398711"/>
              <a:gd name="connsiteX19973" fmla="*/ 1742786 w 2119654"/>
              <a:gd name="connsiteY19973" fmla="*/ 1589335 h 2398711"/>
              <a:gd name="connsiteX19974" fmla="*/ 1742852 w 2119654"/>
              <a:gd name="connsiteY19974" fmla="*/ 1589331 h 2398711"/>
              <a:gd name="connsiteX19975" fmla="*/ 1744209 w 2119654"/>
              <a:gd name="connsiteY19975" fmla="*/ 1587736 h 2398711"/>
              <a:gd name="connsiteX19976" fmla="*/ 1623104 w 2119654"/>
              <a:gd name="connsiteY19976" fmla="*/ 1856693 h 2398711"/>
              <a:gd name="connsiteX19977" fmla="*/ 1623283 w 2119654"/>
              <a:gd name="connsiteY19977" fmla="*/ 1856808 h 2398711"/>
              <a:gd name="connsiteX19978" fmla="*/ 1623342 w 2119654"/>
              <a:gd name="connsiteY19978" fmla="*/ 1856637 h 2398711"/>
              <a:gd name="connsiteX19979" fmla="*/ 1496463 w 2119654"/>
              <a:gd name="connsiteY19979" fmla="*/ 2140158 h 2398711"/>
              <a:gd name="connsiteX19980" fmla="*/ 1494965 w 2119654"/>
              <a:gd name="connsiteY19980" fmla="*/ 2144068 h 2398711"/>
              <a:gd name="connsiteX19981" fmla="*/ 1497076 w 2119654"/>
              <a:gd name="connsiteY19981" fmla="*/ 2144542 h 2398711"/>
              <a:gd name="connsiteX19982" fmla="*/ 1501873 w 2119654"/>
              <a:gd name="connsiteY19982" fmla="*/ 2143050 h 2398711"/>
              <a:gd name="connsiteX19983" fmla="*/ 1502533 w 2119654"/>
              <a:gd name="connsiteY19983" fmla="*/ 2141101 h 2398711"/>
              <a:gd name="connsiteX19984" fmla="*/ 1866665 w 2119654"/>
              <a:gd name="connsiteY19984" fmla="*/ 1311190 h 2398711"/>
              <a:gd name="connsiteX19985" fmla="*/ 1867564 w 2119654"/>
              <a:gd name="connsiteY19985" fmla="*/ 1312062 h 2398711"/>
              <a:gd name="connsiteX19986" fmla="*/ 1872865 w 2119654"/>
              <a:gd name="connsiteY19986" fmla="*/ 1308421 h 2398711"/>
              <a:gd name="connsiteX19987" fmla="*/ 1872871 w 2119654"/>
              <a:gd name="connsiteY19987" fmla="*/ 1308411 h 2398711"/>
              <a:gd name="connsiteX19988" fmla="*/ 1855363 w 2119654"/>
              <a:gd name="connsiteY19988" fmla="*/ 1336380 h 2398711"/>
              <a:gd name="connsiteX19989" fmla="*/ 1855377 w 2119654"/>
              <a:gd name="connsiteY19989" fmla="*/ 1336387 h 2398711"/>
              <a:gd name="connsiteX19990" fmla="*/ 1855393 w 2119654"/>
              <a:gd name="connsiteY19990" fmla="*/ 1336354 h 2398711"/>
              <a:gd name="connsiteX19991" fmla="*/ 1903453 w 2119654"/>
              <a:gd name="connsiteY19991" fmla="*/ 1228686 h 2398711"/>
              <a:gd name="connsiteX19992" fmla="*/ 1903374 w 2119654"/>
              <a:gd name="connsiteY19992" fmla="*/ 1228961 h 2398711"/>
              <a:gd name="connsiteX19993" fmla="*/ 1903561 w 2119654"/>
              <a:gd name="connsiteY19993" fmla="*/ 1228756 h 2398711"/>
              <a:gd name="connsiteX19994" fmla="*/ 1821199 w 2119654"/>
              <a:gd name="connsiteY19994" fmla="*/ 1412781 h 2398711"/>
              <a:gd name="connsiteX19995" fmla="*/ 1821886 w 2119654"/>
              <a:gd name="connsiteY19995" fmla="*/ 1412594 h 2398711"/>
              <a:gd name="connsiteX19996" fmla="*/ 1823690 w 2119654"/>
              <a:gd name="connsiteY19996" fmla="*/ 1410355 h 2398711"/>
              <a:gd name="connsiteX19997" fmla="*/ 1824010 w 2119654"/>
              <a:gd name="connsiteY19997" fmla="*/ 1409808 h 2398711"/>
              <a:gd name="connsiteX19998" fmla="*/ 1823379 w 2119654"/>
              <a:gd name="connsiteY19998" fmla="*/ 1410152 h 2398711"/>
              <a:gd name="connsiteX19999" fmla="*/ 1821547 w 2119654"/>
              <a:gd name="connsiteY19999" fmla="*/ 1412306 h 2398711"/>
              <a:gd name="connsiteX20000" fmla="*/ 1535636 w 2119654"/>
              <a:gd name="connsiteY20000" fmla="*/ 2052171 h 2398711"/>
              <a:gd name="connsiteX20001" fmla="*/ 1537079 w 2119654"/>
              <a:gd name="connsiteY20001" fmla="*/ 2052756 h 2398711"/>
              <a:gd name="connsiteX20002" fmla="*/ 1537259 w 2119654"/>
              <a:gd name="connsiteY20002" fmla="*/ 2052628 h 2398711"/>
              <a:gd name="connsiteX20003" fmla="*/ 1865121 w 2119654"/>
              <a:gd name="connsiteY20003" fmla="*/ 1314389 h 2398711"/>
              <a:gd name="connsiteX20004" fmla="*/ 1865645 w 2119654"/>
              <a:gd name="connsiteY20004" fmla="*/ 1314659 h 2398711"/>
              <a:gd name="connsiteX20005" fmla="*/ 1866084 w 2119654"/>
              <a:gd name="connsiteY20005" fmla="*/ 1313730 h 2398711"/>
              <a:gd name="connsiteX20006" fmla="*/ 1866169 w 2119654"/>
              <a:gd name="connsiteY20006" fmla="*/ 1314103 h 2398711"/>
              <a:gd name="connsiteX20007" fmla="*/ 1865856 w 2119654"/>
              <a:gd name="connsiteY20007" fmla="*/ 1314767 h 2398711"/>
              <a:gd name="connsiteX20008" fmla="*/ 1868352 w 2119654"/>
              <a:gd name="connsiteY20008" fmla="*/ 1316053 h 2398711"/>
              <a:gd name="connsiteX20009" fmla="*/ 1868471 w 2119654"/>
              <a:gd name="connsiteY20009" fmla="*/ 1315958 h 2398711"/>
              <a:gd name="connsiteX20010" fmla="*/ 1869381 w 2119654"/>
              <a:gd name="connsiteY20010" fmla="*/ 1314396 h 2398711"/>
              <a:gd name="connsiteX20011" fmla="*/ 1867608 w 2119654"/>
              <a:gd name="connsiteY20011" fmla="*/ 1312681 h 2398711"/>
              <a:gd name="connsiteX20012" fmla="*/ 1568775 w 2119654"/>
              <a:gd name="connsiteY20012" fmla="*/ 1977833 h 2398711"/>
              <a:gd name="connsiteX20013" fmla="*/ 1568781 w 2119654"/>
              <a:gd name="connsiteY20013" fmla="*/ 1977859 h 2398711"/>
              <a:gd name="connsiteX20014" fmla="*/ 1569179 w 2119654"/>
              <a:gd name="connsiteY20014" fmla="*/ 1977705 h 2398711"/>
              <a:gd name="connsiteX20015" fmla="*/ 1569179 w 2119654"/>
              <a:gd name="connsiteY20015" fmla="*/ 1977704 h 2398711"/>
              <a:gd name="connsiteX20016" fmla="*/ 1497553 w 2119654"/>
              <a:gd name="connsiteY20016" fmla="*/ 2137310 h 2398711"/>
              <a:gd name="connsiteX20017" fmla="*/ 1496844 w 2119654"/>
              <a:gd name="connsiteY20017" fmla="*/ 2139163 h 2398711"/>
              <a:gd name="connsiteX20018" fmla="*/ 1500027 w 2119654"/>
              <a:gd name="connsiteY20018" fmla="*/ 2139657 h 2398711"/>
              <a:gd name="connsiteX20019" fmla="*/ 1503045 w 2119654"/>
              <a:gd name="connsiteY20019" fmla="*/ 2139591 h 2398711"/>
              <a:gd name="connsiteX20020" fmla="*/ 1503061 w 2119654"/>
              <a:gd name="connsiteY20020" fmla="*/ 2139542 h 2398711"/>
              <a:gd name="connsiteX20021" fmla="*/ 1505922 w 2119654"/>
              <a:gd name="connsiteY20021" fmla="*/ 2118378 h 2398711"/>
              <a:gd name="connsiteX20022" fmla="*/ 1505765 w 2119654"/>
              <a:gd name="connsiteY20022" fmla="*/ 2118764 h 2398711"/>
              <a:gd name="connsiteX20023" fmla="*/ 1509971 w 2119654"/>
              <a:gd name="connsiteY20023" fmla="*/ 2118965 h 2398711"/>
              <a:gd name="connsiteX20024" fmla="*/ 1510427 w 2119654"/>
              <a:gd name="connsiteY20024" fmla="*/ 2117557 h 2398711"/>
              <a:gd name="connsiteX20025" fmla="*/ 1778863 w 2119654"/>
              <a:gd name="connsiteY20025" fmla="*/ 1507168 h 2398711"/>
              <a:gd name="connsiteX20026" fmla="*/ 1781838 w 2119654"/>
              <a:gd name="connsiteY20026" fmla="*/ 1509115 h 2398711"/>
              <a:gd name="connsiteX20027" fmla="*/ 1782333 w 2119654"/>
              <a:gd name="connsiteY20027" fmla="*/ 1508752 h 2398711"/>
              <a:gd name="connsiteX20028" fmla="*/ 1785484 w 2119654"/>
              <a:gd name="connsiteY20028" fmla="*/ 1504786 h 2398711"/>
              <a:gd name="connsiteX20029" fmla="*/ 1784385 w 2119654"/>
              <a:gd name="connsiteY20029" fmla="*/ 1502955 h 2398711"/>
              <a:gd name="connsiteX20030" fmla="*/ 1783738 w 2119654"/>
              <a:gd name="connsiteY20030" fmla="*/ 1503248 h 2398711"/>
              <a:gd name="connsiteX20031" fmla="*/ 1780042 w 2119654"/>
              <a:gd name="connsiteY20031" fmla="*/ 1504740 h 2398711"/>
              <a:gd name="connsiteX20032" fmla="*/ 1498157 w 2119654"/>
              <a:gd name="connsiteY20032" fmla="*/ 2135547 h 2398711"/>
              <a:gd name="connsiteX20033" fmla="*/ 1497627 w 2119654"/>
              <a:gd name="connsiteY20033" fmla="*/ 2137115 h 2398711"/>
              <a:gd name="connsiteX20034" fmla="*/ 1503128 w 2119654"/>
              <a:gd name="connsiteY20034" fmla="*/ 2139343 h 2398711"/>
              <a:gd name="connsiteX20035" fmla="*/ 1504962 w 2119654"/>
              <a:gd name="connsiteY20035" fmla="*/ 2133924 h 2398711"/>
              <a:gd name="connsiteX20036" fmla="*/ 1498689 w 2119654"/>
              <a:gd name="connsiteY20036" fmla="*/ 2135441 h 2398711"/>
              <a:gd name="connsiteX20037" fmla="*/ 1804633 w 2119654"/>
              <a:gd name="connsiteY20037" fmla="*/ 1449286 h 2398711"/>
              <a:gd name="connsiteX20038" fmla="*/ 1804314 w 2119654"/>
              <a:gd name="connsiteY20038" fmla="*/ 1450269 h 2398711"/>
              <a:gd name="connsiteX20039" fmla="*/ 1804536 w 2119654"/>
              <a:gd name="connsiteY20039" fmla="*/ 1450526 h 2398711"/>
              <a:gd name="connsiteX20040" fmla="*/ 1805464 w 2119654"/>
              <a:gd name="connsiteY20040" fmla="*/ 1451774 h 2398711"/>
              <a:gd name="connsiteX20041" fmla="*/ 1806445 w 2119654"/>
              <a:gd name="connsiteY20041" fmla="*/ 1450815 h 2398711"/>
              <a:gd name="connsiteX20042" fmla="*/ 1806094 w 2119654"/>
              <a:gd name="connsiteY20042" fmla="*/ 1448551 h 2398711"/>
              <a:gd name="connsiteX20043" fmla="*/ 1876226 w 2119654"/>
              <a:gd name="connsiteY20043" fmla="*/ 1288963 h 2398711"/>
              <a:gd name="connsiteX20044" fmla="*/ 1878900 w 2119654"/>
              <a:gd name="connsiteY20044" fmla="*/ 1287191 h 2398711"/>
              <a:gd name="connsiteX20045" fmla="*/ 1887912 w 2119654"/>
              <a:gd name="connsiteY20045" fmla="*/ 1276137 h 2398711"/>
              <a:gd name="connsiteX20046" fmla="*/ 1890101 w 2119654"/>
              <a:gd name="connsiteY20046" fmla="*/ 1268900 h 2398711"/>
              <a:gd name="connsiteX20047" fmla="*/ 1886496 w 2119654"/>
              <a:gd name="connsiteY20047" fmla="*/ 1273553 h 2398711"/>
              <a:gd name="connsiteX20048" fmla="*/ 1777717 w 2119654"/>
              <a:gd name="connsiteY20048" fmla="*/ 1509528 h 2398711"/>
              <a:gd name="connsiteX20049" fmla="*/ 1779185 w 2119654"/>
              <a:gd name="connsiteY20049" fmla="*/ 1511006 h 2398711"/>
              <a:gd name="connsiteX20050" fmla="*/ 1779579 w 2119654"/>
              <a:gd name="connsiteY20050" fmla="*/ 1510775 h 2398711"/>
              <a:gd name="connsiteX20051" fmla="*/ 1781395 w 2119654"/>
              <a:gd name="connsiteY20051" fmla="*/ 1509441 h 2398711"/>
              <a:gd name="connsiteX20052" fmla="*/ 1778633 w 2119654"/>
              <a:gd name="connsiteY20052" fmla="*/ 1507642 h 2398711"/>
              <a:gd name="connsiteX20053" fmla="*/ 1854818 w 2119654"/>
              <a:gd name="connsiteY20053" fmla="*/ 1336847 h 2398711"/>
              <a:gd name="connsiteX20054" fmla="*/ 1854987 w 2119654"/>
              <a:gd name="connsiteY20054" fmla="*/ 1337213 h 2398711"/>
              <a:gd name="connsiteX20055" fmla="*/ 1855306 w 2119654"/>
              <a:gd name="connsiteY20055" fmla="*/ 1336537 h 2398711"/>
              <a:gd name="connsiteX20056" fmla="*/ 1855228 w 2119654"/>
              <a:gd name="connsiteY20056" fmla="*/ 1336494 h 2398711"/>
              <a:gd name="connsiteX20057" fmla="*/ 1844692 w 2119654"/>
              <a:gd name="connsiteY20057" fmla="*/ 1359482 h 2398711"/>
              <a:gd name="connsiteX20058" fmla="*/ 1854631 w 2119654"/>
              <a:gd name="connsiteY20058" fmla="*/ 1352773 h 2398711"/>
              <a:gd name="connsiteX20059" fmla="*/ 1857374 w 2119654"/>
              <a:gd name="connsiteY20059" fmla="*/ 1347604 h 2398711"/>
              <a:gd name="connsiteX20060" fmla="*/ 1847139 w 2119654"/>
              <a:gd name="connsiteY20060" fmla="*/ 1354377 h 2398711"/>
              <a:gd name="connsiteX20061" fmla="*/ 1845734 w 2119654"/>
              <a:gd name="connsiteY20061" fmla="*/ 1357350 h 2398711"/>
              <a:gd name="connsiteX20062" fmla="*/ 1738782 w 2119654"/>
              <a:gd name="connsiteY20062" fmla="*/ 1596626 h 2398711"/>
              <a:gd name="connsiteX20063" fmla="*/ 1738882 w 2119654"/>
              <a:gd name="connsiteY20063" fmla="*/ 1596816 h 2398711"/>
              <a:gd name="connsiteX20064" fmla="*/ 1743056 w 2119654"/>
              <a:gd name="connsiteY20064" fmla="*/ 1594167 h 2398711"/>
              <a:gd name="connsiteX20065" fmla="*/ 1742535 w 2119654"/>
              <a:gd name="connsiteY20065" fmla="*/ 1592511 h 2398711"/>
              <a:gd name="connsiteX20066" fmla="*/ 1742469 w 2119654"/>
              <a:gd name="connsiteY20066" fmla="*/ 1592659 h 2398711"/>
              <a:gd name="connsiteX20067" fmla="*/ 1741897 w 2119654"/>
              <a:gd name="connsiteY20067" fmla="*/ 1592962 h 2398711"/>
              <a:gd name="connsiteX20068" fmla="*/ 1508065 w 2119654"/>
              <a:gd name="connsiteY20068" fmla="*/ 2113140 h 2398711"/>
              <a:gd name="connsiteX20069" fmla="*/ 1506145 w 2119654"/>
              <a:gd name="connsiteY20069" fmla="*/ 2117833 h 2398711"/>
              <a:gd name="connsiteX20070" fmla="*/ 1510600 w 2119654"/>
              <a:gd name="connsiteY20070" fmla="*/ 2117021 h 2398711"/>
              <a:gd name="connsiteX20071" fmla="*/ 1510718 w 2119654"/>
              <a:gd name="connsiteY20071" fmla="*/ 2116655 h 2398711"/>
              <a:gd name="connsiteX20072" fmla="*/ 1509927 w 2119654"/>
              <a:gd name="connsiteY20072" fmla="*/ 2112811 h 2398711"/>
              <a:gd name="connsiteX20073" fmla="*/ 1486968 w 2119654"/>
              <a:gd name="connsiteY20073" fmla="*/ 2160377 h 2398711"/>
              <a:gd name="connsiteX20074" fmla="*/ 1486504 w 2119654"/>
              <a:gd name="connsiteY20074" fmla="*/ 2163325 h 2398711"/>
              <a:gd name="connsiteX20075" fmla="*/ 1487178 w 2119654"/>
              <a:gd name="connsiteY20075" fmla="*/ 2163582 h 2398711"/>
              <a:gd name="connsiteX20076" fmla="*/ 1488454 w 2119654"/>
              <a:gd name="connsiteY20076" fmla="*/ 2160250 h 2398711"/>
              <a:gd name="connsiteX20077" fmla="*/ 1488295 w 2119654"/>
              <a:gd name="connsiteY20077" fmla="*/ 2160171 h 2398711"/>
              <a:gd name="connsiteX20078" fmla="*/ 1776347 w 2119654"/>
              <a:gd name="connsiteY20078" fmla="*/ 1512348 h 2398711"/>
              <a:gd name="connsiteX20079" fmla="*/ 1776490 w 2119654"/>
              <a:gd name="connsiteY20079" fmla="*/ 1512589 h 2398711"/>
              <a:gd name="connsiteX20080" fmla="*/ 1778922 w 2119654"/>
              <a:gd name="connsiteY20080" fmla="*/ 1511161 h 2398711"/>
              <a:gd name="connsiteX20081" fmla="*/ 1777580 w 2119654"/>
              <a:gd name="connsiteY20081" fmla="*/ 1509810 h 2398711"/>
              <a:gd name="connsiteX20082" fmla="*/ 1509921 w 2119654"/>
              <a:gd name="connsiteY20082" fmla="*/ 2108911 h 2398711"/>
              <a:gd name="connsiteX20083" fmla="*/ 1510668 w 2119654"/>
              <a:gd name="connsiteY20083" fmla="*/ 2112539 h 2398711"/>
              <a:gd name="connsiteX20084" fmla="*/ 1512132 w 2119654"/>
              <a:gd name="connsiteY20084" fmla="*/ 2112280 h 2398711"/>
              <a:gd name="connsiteX20085" fmla="*/ 1513073 w 2119654"/>
              <a:gd name="connsiteY20085" fmla="*/ 2109368 h 2398711"/>
              <a:gd name="connsiteX20086" fmla="*/ 1622789 w 2119654"/>
              <a:gd name="connsiteY20086" fmla="*/ 1856045 h 2398711"/>
              <a:gd name="connsiteX20087" fmla="*/ 1623601 w 2119654"/>
              <a:gd name="connsiteY20087" fmla="*/ 1855889 h 2398711"/>
              <a:gd name="connsiteX20088" fmla="*/ 1623765 w 2119654"/>
              <a:gd name="connsiteY20088" fmla="*/ 1855414 h 2398711"/>
              <a:gd name="connsiteX20089" fmla="*/ 1509348 w 2119654"/>
              <a:gd name="connsiteY20089" fmla="*/ 2110002 h 2398711"/>
              <a:gd name="connsiteX20090" fmla="*/ 1508136 w 2119654"/>
              <a:gd name="connsiteY20090" fmla="*/ 2112965 h 2398711"/>
              <a:gd name="connsiteX20091" fmla="*/ 1509714 w 2119654"/>
              <a:gd name="connsiteY20091" fmla="*/ 2112708 h 2398711"/>
              <a:gd name="connsiteX20092" fmla="*/ 1509898 w 2119654"/>
              <a:gd name="connsiteY20092" fmla="*/ 2112675 h 2398711"/>
              <a:gd name="connsiteX20093" fmla="*/ 1737209 w 2119654"/>
              <a:gd name="connsiteY20093" fmla="*/ 1599732 h 2398711"/>
              <a:gd name="connsiteX20094" fmla="*/ 1738077 w 2119654"/>
              <a:gd name="connsiteY20094" fmla="*/ 1599535 h 2398711"/>
              <a:gd name="connsiteX20095" fmla="*/ 1738526 w 2119654"/>
              <a:gd name="connsiteY20095" fmla="*/ 1599150 h 2398711"/>
              <a:gd name="connsiteX20096" fmla="*/ 1738425 w 2119654"/>
              <a:gd name="connsiteY20096" fmla="*/ 1598960 h 2398711"/>
              <a:gd name="connsiteX20097" fmla="*/ 1558710 w 2119654"/>
              <a:gd name="connsiteY20097" fmla="*/ 1999314 h 2398711"/>
              <a:gd name="connsiteX20098" fmla="*/ 1558706 w 2119654"/>
              <a:gd name="connsiteY20098" fmla="*/ 2000454 h 2398711"/>
              <a:gd name="connsiteX20099" fmla="*/ 1558963 w 2119654"/>
              <a:gd name="connsiteY20099" fmla="*/ 1999370 h 2398711"/>
              <a:gd name="connsiteX20100" fmla="*/ 1841919 w 2119654"/>
              <a:gd name="connsiteY20100" fmla="*/ 1365152 h 2398711"/>
              <a:gd name="connsiteX20101" fmla="*/ 1843279 w 2119654"/>
              <a:gd name="connsiteY20101" fmla="*/ 1367875 h 2398711"/>
              <a:gd name="connsiteX20102" fmla="*/ 1843920 w 2119654"/>
              <a:gd name="connsiteY20102" fmla="*/ 1368528 h 2398711"/>
              <a:gd name="connsiteX20103" fmla="*/ 1851150 w 2119654"/>
              <a:gd name="connsiteY20103" fmla="*/ 1359330 h 2398711"/>
              <a:gd name="connsiteX20104" fmla="*/ 1853867 w 2119654"/>
              <a:gd name="connsiteY20104" fmla="*/ 1354212 h 2398711"/>
              <a:gd name="connsiteX20105" fmla="*/ 1844018 w 2119654"/>
              <a:gd name="connsiteY20105" fmla="*/ 1360859 h 2398711"/>
              <a:gd name="connsiteX20106" fmla="*/ 1774072 w 2119654"/>
              <a:gd name="connsiteY20106" fmla="*/ 1517032 h 2398711"/>
              <a:gd name="connsiteX20107" fmla="*/ 1777109 w 2119654"/>
              <a:gd name="connsiteY20107" fmla="*/ 1515326 h 2398711"/>
              <a:gd name="connsiteX20108" fmla="*/ 1777305 w 2119654"/>
              <a:gd name="connsiteY20108" fmla="*/ 1515081 h 2398711"/>
              <a:gd name="connsiteX20109" fmla="*/ 1776961 w 2119654"/>
              <a:gd name="connsiteY20109" fmla="*/ 1514499 h 2398711"/>
              <a:gd name="connsiteX20110" fmla="*/ 1774641 w 2119654"/>
              <a:gd name="connsiteY20110" fmla="*/ 1515861 h 2398711"/>
              <a:gd name="connsiteX20111" fmla="*/ 1809903 w 2119654"/>
              <a:gd name="connsiteY20111" fmla="*/ 1436783 h 2398711"/>
              <a:gd name="connsiteX20112" fmla="*/ 1810567 w 2119654"/>
              <a:gd name="connsiteY20112" fmla="*/ 1436199 h 2398711"/>
              <a:gd name="connsiteX20113" fmla="*/ 1814428 w 2119654"/>
              <a:gd name="connsiteY20113" fmla="*/ 1432705 h 2398711"/>
              <a:gd name="connsiteX20114" fmla="*/ 1816000 w 2119654"/>
              <a:gd name="connsiteY20114" fmla="*/ 1430798 h 2398711"/>
              <a:gd name="connsiteX20115" fmla="*/ 1814918 w 2119654"/>
              <a:gd name="connsiteY20115" fmla="*/ 1429421 h 2398711"/>
              <a:gd name="connsiteX20116" fmla="*/ 1813133 w 2119654"/>
              <a:gd name="connsiteY20116" fmla="*/ 1431244 h 2398711"/>
              <a:gd name="connsiteX20117" fmla="*/ 1841482 w 2119654"/>
              <a:gd name="connsiteY20117" fmla="*/ 1366045 h 2398711"/>
              <a:gd name="connsiteX20118" fmla="*/ 1842063 w 2119654"/>
              <a:gd name="connsiteY20118" fmla="*/ 1366636 h 2398711"/>
              <a:gd name="connsiteX20119" fmla="*/ 1841623 w 2119654"/>
              <a:gd name="connsiteY20119" fmla="*/ 1365757 h 2398711"/>
              <a:gd name="connsiteX20120" fmla="*/ 1730561 w 2119654"/>
              <a:gd name="connsiteY20120" fmla="*/ 1614413 h 2398711"/>
              <a:gd name="connsiteX20121" fmla="*/ 1730622 w 2119654"/>
              <a:gd name="connsiteY20121" fmla="*/ 1614559 h 2398711"/>
              <a:gd name="connsiteX20122" fmla="*/ 1731751 w 2119654"/>
              <a:gd name="connsiteY20122" fmla="*/ 1613007 h 2398711"/>
              <a:gd name="connsiteX20123" fmla="*/ 1730860 w 2119654"/>
              <a:gd name="connsiteY20123" fmla="*/ 1614077 h 2398711"/>
              <a:gd name="connsiteX20124" fmla="*/ 1773113 w 2119654"/>
              <a:gd name="connsiteY20124" fmla="*/ 1519102 h 2398711"/>
              <a:gd name="connsiteX20125" fmla="*/ 1773241 w 2119654"/>
              <a:gd name="connsiteY20125" fmla="*/ 1520195 h 2398711"/>
              <a:gd name="connsiteX20126" fmla="*/ 1775816 w 2119654"/>
              <a:gd name="connsiteY20126" fmla="*/ 1516955 h 2398711"/>
              <a:gd name="connsiteX20127" fmla="*/ 1510736 w 2119654"/>
              <a:gd name="connsiteY20127" fmla="*/ 2106609 h 2398711"/>
              <a:gd name="connsiteX20128" fmla="*/ 1510471 w 2119654"/>
              <a:gd name="connsiteY20128" fmla="*/ 2107256 h 2398711"/>
              <a:gd name="connsiteX20129" fmla="*/ 1513569 w 2119654"/>
              <a:gd name="connsiteY20129" fmla="*/ 2107834 h 2398711"/>
              <a:gd name="connsiteX20130" fmla="*/ 1513747 w 2119654"/>
              <a:gd name="connsiteY20130" fmla="*/ 2107280 h 2398711"/>
              <a:gd name="connsiteX20131" fmla="*/ 1565476 w 2119654"/>
              <a:gd name="connsiteY20131" fmla="*/ 1983983 h 2398711"/>
              <a:gd name="connsiteX20132" fmla="*/ 1565440 w 2119654"/>
              <a:gd name="connsiteY20132" fmla="*/ 1984127 h 2398711"/>
              <a:gd name="connsiteX20133" fmla="*/ 1565791 w 2119654"/>
              <a:gd name="connsiteY20133" fmla="*/ 1983953 h 2398711"/>
              <a:gd name="connsiteX20134" fmla="*/ 1773304 w 2119654"/>
              <a:gd name="connsiteY20134" fmla="*/ 1518614 h 2398711"/>
              <a:gd name="connsiteX20135" fmla="*/ 1776397 w 2119654"/>
              <a:gd name="connsiteY20135" fmla="*/ 1516223 h 2398711"/>
              <a:gd name="connsiteX20136" fmla="*/ 1776702 w 2119654"/>
              <a:gd name="connsiteY20136" fmla="*/ 1515840 h 2398711"/>
              <a:gd name="connsiteX20137" fmla="*/ 1773881 w 2119654"/>
              <a:gd name="connsiteY20137" fmla="*/ 1517426 h 2398711"/>
              <a:gd name="connsiteX20138" fmla="*/ 1806755 w 2119654"/>
              <a:gd name="connsiteY20138" fmla="*/ 1443645 h 2398711"/>
              <a:gd name="connsiteX20139" fmla="*/ 1807005 w 2119654"/>
              <a:gd name="connsiteY20139" fmla="*/ 1445251 h 2398711"/>
              <a:gd name="connsiteX20140" fmla="*/ 1813111 w 2119654"/>
              <a:gd name="connsiteY20140" fmla="*/ 1442006 h 2398711"/>
              <a:gd name="connsiteX20141" fmla="*/ 1814229 w 2119654"/>
              <a:gd name="connsiteY20141" fmla="*/ 1441286 h 2398711"/>
              <a:gd name="connsiteX20142" fmla="*/ 1818603 w 2119654"/>
              <a:gd name="connsiteY20142" fmla="*/ 1434109 h 2398711"/>
              <a:gd name="connsiteX20143" fmla="*/ 1817144 w 2119654"/>
              <a:gd name="connsiteY20143" fmla="*/ 1432253 h 2398711"/>
              <a:gd name="connsiteX20144" fmla="*/ 1816768 w 2119654"/>
              <a:gd name="connsiteY20144" fmla="*/ 1432582 h 2398711"/>
              <a:gd name="connsiteX20145" fmla="*/ 1814497 w 2119654"/>
              <a:gd name="connsiteY20145" fmla="*/ 1434254 h 2398711"/>
              <a:gd name="connsiteX20146" fmla="*/ 1569871 w 2119654"/>
              <a:gd name="connsiteY20146" fmla="*/ 1973988 h 2398711"/>
              <a:gd name="connsiteX20147" fmla="*/ 1569882 w 2119654"/>
              <a:gd name="connsiteY20147" fmla="*/ 1974210 h 2398711"/>
              <a:gd name="connsiteX20148" fmla="*/ 1570327 w 2119654"/>
              <a:gd name="connsiteY20148" fmla="*/ 1974222 h 2398711"/>
              <a:gd name="connsiteX20149" fmla="*/ 1572139 w 2119654"/>
              <a:gd name="connsiteY20149" fmla="*/ 1973926 h 2398711"/>
              <a:gd name="connsiteX20150" fmla="*/ 1572538 w 2119654"/>
              <a:gd name="connsiteY20150" fmla="*/ 1973004 h 2398711"/>
              <a:gd name="connsiteX20151" fmla="*/ 1511930 w 2119654"/>
              <a:gd name="connsiteY20151" fmla="*/ 2103664 h 2398711"/>
              <a:gd name="connsiteX20152" fmla="*/ 1511838 w 2119654"/>
              <a:gd name="connsiteY20152" fmla="*/ 2103913 h 2398711"/>
              <a:gd name="connsiteX20153" fmla="*/ 1510964 w 2119654"/>
              <a:gd name="connsiteY20153" fmla="*/ 2106050 h 2398711"/>
              <a:gd name="connsiteX20154" fmla="*/ 1514063 w 2119654"/>
              <a:gd name="connsiteY20154" fmla="*/ 2106304 h 2398711"/>
              <a:gd name="connsiteX20155" fmla="*/ 1514653 w 2119654"/>
              <a:gd name="connsiteY20155" fmla="*/ 2104480 h 2398711"/>
              <a:gd name="connsiteX20156" fmla="*/ 1746115 w 2119654"/>
              <a:gd name="connsiteY20156" fmla="*/ 1579244 h 2398711"/>
              <a:gd name="connsiteX20157" fmla="*/ 1746598 w 2119654"/>
              <a:gd name="connsiteY20157" fmla="*/ 1581520 h 2398711"/>
              <a:gd name="connsiteX20158" fmla="*/ 1747009 w 2119654"/>
              <a:gd name="connsiteY20158" fmla="*/ 1581255 h 2398711"/>
              <a:gd name="connsiteX20159" fmla="*/ 1746977 w 2119654"/>
              <a:gd name="connsiteY20159" fmla="*/ 1578529 h 2398711"/>
              <a:gd name="connsiteX20160" fmla="*/ 1524481 w 2119654"/>
              <a:gd name="connsiteY20160" fmla="*/ 2075518 h 2398711"/>
              <a:gd name="connsiteX20161" fmla="*/ 1524300 w 2119654"/>
              <a:gd name="connsiteY20161" fmla="*/ 2076076 h 2398711"/>
              <a:gd name="connsiteX20162" fmla="*/ 1526012 w 2119654"/>
              <a:gd name="connsiteY20162" fmla="*/ 2075413 h 2398711"/>
              <a:gd name="connsiteX20163" fmla="*/ 1809030 w 2119654"/>
              <a:gd name="connsiteY20163" fmla="*/ 1438280 h 2398711"/>
              <a:gd name="connsiteX20164" fmla="*/ 1811070 w 2119654"/>
              <a:gd name="connsiteY20164" fmla="*/ 1436778 h 2398711"/>
              <a:gd name="connsiteX20165" fmla="*/ 1813839 w 2119654"/>
              <a:gd name="connsiteY20165" fmla="*/ 1433420 h 2398711"/>
              <a:gd name="connsiteX20166" fmla="*/ 1809885 w 2119654"/>
              <a:gd name="connsiteY20166" fmla="*/ 1436997 h 2398711"/>
              <a:gd name="connsiteX20167" fmla="*/ 1809882 w 2119654"/>
              <a:gd name="connsiteY20167" fmla="*/ 1437054 h 2398711"/>
              <a:gd name="connsiteX20168" fmla="*/ 1809486 w 2119654"/>
              <a:gd name="connsiteY20168" fmla="*/ 1437497 h 2398711"/>
              <a:gd name="connsiteX20169" fmla="*/ 1838721 w 2119654"/>
              <a:gd name="connsiteY20169" fmla="*/ 1371692 h 2398711"/>
              <a:gd name="connsiteX20170" fmla="*/ 1843159 w 2119654"/>
              <a:gd name="connsiteY20170" fmla="*/ 1369497 h 2398711"/>
              <a:gd name="connsiteX20171" fmla="*/ 1843356 w 2119654"/>
              <a:gd name="connsiteY20171" fmla="*/ 1369245 h 2398711"/>
              <a:gd name="connsiteX20172" fmla="*/ 1841000 w 2119654"/>
              <a:gd name="connsiteY20172" fmla="*/ 1367032 h 2398711"/>
              <a:gd name="connsiteX20173" fmla="*/ 1730972 w 2119654"/>
              <a:gd name="connsiteY20173" fmla="*/ 1612926 h 2398711"/>
              <a:gd name="connsiteX20174" fmla="*/ 1730630 w 2119654"/>
              <a:gd name="connsiteY20174" fmla="*/ 1613848 h 2398711"/>
              <a:gd name="connsiteX20175" fmla="*/ 1731958 w 2119654"/>
              <a:gd name="connsiteY20175" fmla="*/ 1612356 h 2398711"/>
              <a:gd name="connsiteX20176" fmla="*/ 1731951 w 2119654"/>
              <a:gd name="connsiteY20176" fmla="*/ 1612327 h 2398711"/>
              <a:gd name="connsiteX20177" fmla="*/ 1528603 w 2119654"/>
              <a:gd name="connsiteY20177" fmla="*/ 2065875 h 2398711"/>
              <a:gd name="connsiteX20178" fmla="*/ 1528406 w 2119654"/>
              <a:gd name="connsiteY20178" fmla="*/ 2066682 h 2398711"/>
              <a:gd name="connsiteX20179" fmla="*/ 1530223 w 2119654"/>
              <a:gd name="connsiteY20179" fmla="*/ 2066501 h 2398711"/>
              <a:gd name="connsiteX20180" fmla="*/ 1731618 w 2119654"/>
              <a:gd name="connsiteY20180" fmla="*/ 1611186 h 2398711"/>
              <a:gd name="connsiteX20181" fmla="*/ 1731174 w 2119654"/>
              <a:gd name="connsiteY20181" fmla="*/ 1612382 h 2398711"/>
              <a:gd name="connsiteX20182" fmla="*/ 1731866 w 2119654"/>
              <a:gd name="connsiteY20182" fmla="*/ 1611959 h 2398711"/>
              <a:gd name="connsiteX20183" fmla="*/ 1731708 w 2119654"/>
              <a:gd name="connsiteY20183" fmla="*/ 1611274 h 2398711"/>
              <a:gd name="connsiteX20184" fmla="*/ 1541227 w 2119654"/>
              <a:gd name="connsiteY20184" fmla="*/ 2037490 h 2398711"/>
              <a:gd name="connsiteX20185" fmla="*/ 1541252 w 2119654"/>
              <a:gd name="connsiteY20185" fmla="*/ 2040572 h 2398711"/>
              <a:gd name="connsiteX20186" fmla="*/ 1546307 w 2119654"/>
              <a:gd name="connsiteY20186" fmla="*/ 2040283 h 2398711"/>
              <a:gd name="connsiteX20187" fmla="*/ 1549379 w 2119654"/>
              <a:gd name="connsiteY20187" fmla="*/ 2039789 h 2398711"/>
              <a:gd name="connsiteX20188" fmla="*/ 1550067 w 2119654"/>
              <a:gd name="connsiteY20188" fmla="*/ 2036887 h 2398711"/>
              <a:gd name="connsiteX20189" fmla="*/ 1546920 w 2119654"/>
              <a:gd name="connsiteY20189" fmla="*/ 2036603 h 2398711"/>
              <a:gd name="connsiteX20190" fmla="*/ 1525149 w 2119654"/>
              <a:gd name="connsiteY20190" fmla="*/ 2073452 h 2398711"/>
              <a:gd name="connsiteX20191" fmla="*/ 1524529 w 2119654"/>
              <a:gd name="connsiteY20191" fmla="*/ 2075371 h 2398711"/>
              <a:gd name="connsiteX20192" fmla="*/ 1525323 w 2119654"/>
              <a:gd name="connsiteY20192" fmla="*/ 2075328 h 2398711"/>
              <a:gd name="connsiteX20193" fmla="*/ 1526429 w 2119654"/>
              <a:gd name="connsiteY20193" fmla="*/ 2075252 h 2398711"/>
              <a:gd name="connsiteX20194" fmla="*/ 1528898 w 2119654"/>
              <a:gd name="connsiteY20194" fmla="*/ 2074297 h 2398711"/>
              <a:gd name="connsiteX20195" fmla="*/ 1854451 w 2119654"/>
              <a:gd name="connsiteY20195" fmla="*/ 1336054 h 2398711"/>
              <a:gd name="connsiteX20196" fmla="*/ 1854748 w 2119654"/>
              <a:gd name="connsiteY20196" fmla="*/ 1336695 h 2398711"/>
              <a:gd name="connsiteX20197" fmla="*/ 1855080 w 2119654"/>
              <a:gd name="connsiteY20197" fmla="*/ 1336410 h 2398711"/>
              <a:gd name="connsiteX20198" fmla="*/ 1865870 w 2119654"/>
              <a:gd name="connsiteY20198" fmla="*/ 1310422 h 2398711"/>
              <a:gd name="connsiteX20199" fmla="*/ 1866177 w 2119654"/>
              <a:gd name="connsiteY20199" fmla="*/ 1310718 h 2398711"/>
              <a:gd name="connsiteX20200" fmla="*/ 1873325 w 2119654"/>
              <a:gd name="connsiteY20200" fmla="*/ 1307631 h 2398711"/>
              <a:gd name="connsiteX20201" fmla="*/ 1873888 w 2119654"/>
              <a:gd name="connsiteY20201" fmla="*/ 1306665 h 2398711"/>
              <a:gd name="connsiteX20202" fmla="*/ 1513704 w 2119654"/>
              <a:gd name="connsiteY20202" fmla="*/ 2098881 h 2398711"/>
              <a:gd name="connsiteX20203" fmla="*/ 1512470 w 2119654"/>
              <a:gd name="connsiteY20203" fmla="*/ 2102208 h 2398711"/>
              <a:gd name="connsiteX20204" fmla="*/ 1515095 w 2119654"/>
              <a:gd name="connsiteY20204" fmla="*/ 2103111 h 2398711"/>
              <a:gd name="connsiteX20205" fmla="*/ 1517009 w 2119654"/>
              <a:gd name="connsiteY20205" fmla="*/ 2097188 h 2398711"/>
              <a:gd name="connsiteX20206" fmla="*/ 1832881 w 2119654"/>
              <a:gd name="connsiteY20206" fmla="*/ 1384148 h 2398711"/>
              <a:gd name="connsiteX20207" fmla="*/ 1833632 w 2119654"/>
              <a:gd name="connsiteY20207" fmla="*/ 1384957 h 2398711"/>
              <a:gd name="connsiteX20208" fmla="*/ 1834304 w 2119654"/>
              <a:gd name="connsiteY20208" fmla="*/ 1384774 h 2398711"/>
              <a:gd name="connsiteX20209" fmla="*/ 1834167 w 2119654"/>
              <a:gd name="connsiteY20209" fmla="*/ 1384997 h 2398711"/>
              <a:gd name="connsiteX20210" fmla="*/ 1833768 w 2119654"/>
              <a:gd name="connsiteY20210" fmla="*/ 1385106 h 2398711"/>
              <a:gd name="connsiteX20211" fmla="*/ 1834353 w 2119654"/>
              <a:gd name="connsiteY20211" fmla="*/ 1385754 h 2398711"/>
              <a:gd name="connsiteX20212" fmla="*/ 1835950 w 2119654"/>
              <a:gd name="connsiteY20212" fmla="*/ 1384180 h 2398711"/>
              <a:gd name="connsiteX20213" fmla="*/ 1841045 w 2119654"/>
              <a:gd name="connsiteY20213" fmla="*/ 1378367 h 2398711"/>
              <a:gd name="connsiteX20214" fmla="*/ 1841299 w 2119654"/>
              <a:gd name="connsiteY20214" fmla="*/ 1377889 h 2398711"/>
              <a:gd name="connsiteX20215" fmla="*/ 1834272 w 2119654"/>
              <a:gd name="connsiteY20215" fmla="*/ 1382372 h 2398711"/>
              <a:gd name="connsiteX20216" fmla="*/ 1536695 w 2119654"/>
              <a:gd name="connsiteY20216" fmla="*/ 2047350 h 2398711"/>
              <a:gd name="connsiteX20217" fmla="*/ 1537773 w 2119654"/>
              <a:gd name="connsiteY20217" fmla="*/ 2047829 h 2398711"/>
              <a:gd name="connsiteX20218" fmla="*/ 1540953 w 2119654"/>
              <a:gd name="connsiteY20218" fmla="*/ 2048723 h 2398711"/>
              <a:gd name="connsiteX20219" fmla="*/ 1540923 w 2119654"/>
              <a:gd name="connsiteY20219" fmla="*/ 2045198 h 2398711"/>
              <a:gd name="connsiteX20220" fmla="*/ 1835149 w 2119654"/>
              <a:gd name="connsiteY20220" fmla="*/ 1378995 h 2398711"/>
              <a:gd name="connsiteX20221" fmla="*/ 1836264 w 2119654"/>
              <a:gd name="connsiteY20221" fmla="*/ 1378268 h 2398711"/>
              <a:gd name="connsiteX20222" fmla="*/ 1841684 w 2119654"/>
              <a:gd name="connsiteY20222" fmla="*/ 1371372 h 2398711"/>
              <a:gd name="connsiteX20223" fmla="*/ 1837982 w 2119654"/>
              <a:gd name="connsiteY20223" fmla="*/ 1373204 h 2398711"/>
              <a:gd name="connsiteX20224" fmla="*/ 1568429 w 2119654"/>
              <a:gd name="connsiteY20224" fmla="*/ 1976057 h 2398711"/>
              <a:gd name="connsiteX20225" fmla="*/ 1568647 w 2119654"/>
              <a:gd name="connsiteY20225" fmla="*/ 1977170 h 2398711"/>
              <a:gd name="connsiteX20226" fmla="*/ 1569146 w 2119654"/>
              <a:gd name="connsiteY20226" fmla="*/ 1977012 h 2398711"/>
              <a:gd name="connsiteX20227" fmla="*/ 1569103 w 2119654"/>
              <a:gd name="connsiteY20227" fmla="*/ 1976075 h 2398711"/>
              <a:gd name="connsiteX20228" fmla="*/ 1807159 w 2119654"/>
              <a:gd name="connsiteY20228" fmla="*/ 1441490 h 2398711"/>
              <a:gd name="connsiteX20229" fmla="*/ 1807142 w 2119654"/>
              <a:gd name="connsiteY20229" fmla="*/ 1441543 h 2398711"/>
              <a:gd name="connsiteX20230" fmla="*/ 1810119 w 2119654"/>
              <a:gd name="connsiteY20230" fmla="*/ 1437932 h 2398711"/>
              <a:gd name="connsiteX20231" fmla="*/ 1808351 w 2119654"/>
              <a:gd name="connsiteY20231" fmla="*/ 1439445 h 2398711"/>
              <a:gd name="connsiteX20232" fmla="*/ 1559505 w 2119654"/>
              <a:gd name="connsiteY20232" fmla="*/ 1995874 h 2398711"/>
              <a:gd name="connsiteX20233" fmla="*/ 1559777 w 2119654"/>
              <a:gd name="connsiteY20233" fmla="*/ 1995935 h 2398711"/>
              <a:gd name="connsiteX20234" fmla="*/ 1559797 w 2119654"/>
              <a:gd name="connsiteY20234" fmla="*/ 1995850 h 2398711"/>
              <a:gd name="connsiteX20235" fmla="*/ 1559591 w 2119654"/>
              <a:gd name="connsiteY20235" fmla="*/ 1995841 h 2398711"/>
              <a:gd name="connsiteX20236" fmla="*/ 1832017 w 2119654"/>
              <a:gd name="connsiteY20236" fmla="*/ 1385398 h 2398711"/>
              <a:gd name="connsiteX20237" fmla="*/ 1833144 w 2119654"/>
              <a:gd name="connsiteY20237" fmla="*/ 1385090 h 2398711"/>
              <a:gd name="connsiteX20238" fmla="*/ 1832601 w 2119654"/>
              <a:gd name="connsiteY20238" fmla="*/ 1384506 h 2398711"/>
              <a:gd name="connsiteX20239" fmla="*/ 1832207 w 2119654"/>
              <a:gd name="connsiteY20239" fmla="*/ 1385009 h 2398711"/>
              <a:gd name="connsiteX20240" fmla="*/ 1556309 w 2119654"/>
              <a:gd name="connsiteY20240" fmla="*/ 2002733 h 2398711"/>
              <a:gd name="connsiteX20241" fmla="*/ 1556400 w 2119654"/>
              <a:gd name="connsiteY20241" fmla="*/ 2003114 h 2398711"/>
              <a:gd name="connsiteX20242" fmla="*/ 1557354 w 2119654"/>
              <a:gd name="connsiteY20242" fmla="*/ 2003056 h 2398711"/>
              <a:gd name="connsiteX20243" fmla="*/ 1557540 w 2119654"/>
              <a:gd name="connsiteY20243" fmla="*/ 2002699 h 2398711"/>
              <a:gd name="connsiteX20244" fmla="*/ 1573579 w 2119654"/>
              <a:gd name="connsiteY20244" fmla="*/ 1964056 h 2398711"/>
              <a:gd name="connsiteX20245" fmla="*/ 1573603 w 2119654"/>
              <a:gd name="connsiteY20245" fmla="*/ 1964179 h 2398711"/>
              <a:gd name="connsiteX20246" fmla="*/ 1575510 w 2119654"/>
              <a:gd name="connsiteY20246" fmla="*/ 1963968 h 2398711"/>
              <a:gd name="connsiteX20247" fmla="*/ 1576598 w 2119654"/>
              <a:gd name="connsiteY20247" fmla="*/ 1963633 h 2398711"/>
              <a:gd name="connsiteX20248" fmla="*/ 1577069 w 2119654"/>
              <a:gd name="connsiteY20248" fmla="*/ 1962546 h 2398711"/>
              <a:gd name="connsiteX20249" fmla="*/ 1831538 w 2119654"/>
              <a:gd name="connsiteY20249" fmla="*/ 1386377 h 2398711"/>
              <a:gd name="connsiteX20250" fmla="*/ 1831966 w 2119654"/>
              <a:gd name="connsiteY20250" fmla="*/ 1386835 h 2398711"/>
              <a:gd name="connsiteX20251" fmla="*/ 1833938 w 2119654"/>
              <a:gd name="connsiteY20251" fmla="*/ 1385945 h 2398711"/>
              <a:gd name="connsiteX20252" fmla="*/ 1833281 w 2119654"/>
              <a:gd name="connsiteY20252" fmla="*/ 1385239 h 2398711"/>
              <a:gd name="connsiteX20253" fmla="*/ 1831912 w 2119654"/>
              <a:gd name="connsiteY20253" fmla="*/ 1385612 h 2398711"/>
              <a:gd name="connsiteX20254" fmla="*/ 1831130 w 2119654"/>
              <a:gd name="connsiteY20254" fmla="*/ 1387212 h 2398711"/>
              <a:gd name="connsiteX20255" fmla="*/ 1831402 w 2119654"/>
              <a:gd name="connsiteY20255" fmla="*/ 1387090 h 2398711"/>
              <a:gd name="connsiteX20256" fmla="*/ 1831263 w 2119654"/>
              <a:gd name="connsiteY20256" fmla="*/ 1386940 h 2398711"/>
              <a:gd name="connsiteX20257" fmla="*/ 1739392 w 2119654"/>
              <a:gd name="connsiteY20257" fmla="*/ 1592617 h 2398711"/>
              <a:gd name="connsiteX20258" fmla="*/ 1738868 w 2119654"/>
              <a:gd name="connsiteY20258" fmla="*/ 1594018 h 2398711"/>
              <a:gd name="connsiteX20259" fmla="*/ 1740389 w 2119654"/>
              <a:gd name="connsiteY20259" fmla="*/ 1592228 h 2398711"/>
              <a:gd name="connsiteX20260" fmla="*/ 1844350 w 2119654"/>
              <a:gd name="connsiteY20260" fmla="*/ 1357476 h 2398711"/>
              <a:gd name="connsiteX20261" fmla="*/ 1846291 w 2119654"/>
              <a:gd name="connsiteY20261" fmla="*/ 1355008 h 2398711"/>
              <a:gd name="connsiteX20262" fmla="*/ 1846342 w 2119654"/>
              <a:gd name="connsiteY20262" fmla="*/ 1354904 h 2398711"/>
              <a:gd name="connsiteX20263" fmla="*/ 1845924 w 2119654"/>
              <a:gd name="connsiteY20263" fmla="*/ 1355181 h 2398711"/>
              <a:gd name="connsiteX20264" fmla="*/ 1745855 w 2119654"/>
              <a:gd name="connsiteY20264" fmla="*/ 1578018 h 2398711"/>
              <a:gd name="connsiteX20265" fmla="*/ 1745977 w 2119654"/>
              <a:gd name="connsiteY20265" fmla="*/ 1578597 h 2398711"/>
              <a:gd name="connsiteX20266" fmla="*/ 1746969 w 2119654"/>
              <a:gd name="connsiteY20266" fmla="*/ 1577840 h 2398711"/>
              <a:gd name="connsiteX20267" fmla="*/ 1746968 w 2119654"/>
              <a:gd name="connsiteY20267" fmla="*/ 1577802 h 2398711"/>
              <a:gd name="connsiteX20268" fmla="*/ 1746772 w 2119654"/>
              <a:gd name="connsiteY20268" fmla="*/ 1577712 h 2398711"/>
              <a:gd name="connsiteX20269" fmla="*/ 1504175 w 2119654"/>
              <a:gd name="connsiteY20269" fmla="*/ 2119109 h 2398711"/>
              <a:gd name="connsiteX20270" fmla="*/ 1505793 w 2119654"/>
              <a:gd name="connsiteY20270" fmla="*/ 2119909 h 2398711"/>
              <a:gd name="connsiteX20271" fmla="*/ 1509363 w 2119654"/>
              <a:gd name="connsiteY20271" fmla="*/ 2119356 h 2398711"/>
              <a:gd name="connsiteX20272" fmla="*/ 1739866 w 2119654"/>
              <a:gd name="connsiteY20272" fmla="*/ 1591347 h 2398711"/>
              <a:gd name="connsiteX20273" fmla="*/ 1739635 w 2119654"/>
              <a:gd name="connsiteY20273" fmla="*/ 1591965 h 2398711"/>
              <a:gd name="connsiteX20274" fmla="*/ 1741016 w 2119654"/>
              <a:gd name="connsiteY20274" fmla="*/ 1591491 h 2398711"/>
              <a:gd name="connsiteX20275" fmla="*/ 1741675 w 2119654"/>
              <a:gd name="connsiteY20275" fmla="*/ 1590717 h 2398711"/>
              <a:gd name="connsiteX20276" fmla="*/ 1740540 w 2119654"/>
              <a:gd name="connsiteY20276" fmla="*/ 1590787 h 2398711"/>
              <a:gd name="connsiteX20277" fmla="*/ 1502542 w 2119654"/>
              <a:gd name="connsiteY20277" fmla="*/ 2122568 h 2398711"/>
              <a:gd name="connsiteX20278" fmla="*/ 1498645 w 2119654"/>
              <a:gd name="connsiteY20278" fmla="*/ 2134103 h 2398711"/>
              <a:gd name="connsiteX20279" fmla="*/ 1505355 w 2119654"/>
              <a:gd name="connsiteY20279" fmla="*/ 2132762 h 2398711"/>
              <a:gd name="connsiteX20280" fmla="*/ 1508858 w 2119654"/>
              <a:gd name="connsiteY20280" fmla="*/ 2122413 h 2398711"/>
              <a:gd name="connsiteX20281" fmla="*/ 1509091 w 2119654"/>
              <a:gd name="connsiteY20281" fmla="*/ 2121691 h 2398711"/>
              <a:gd name="connsiteX20282" fmla="*/ 1508770 w 2119654"/>
              <a:gd name="connsiteY20282" fmla="*/ 2121532 h 2398711"/>
              <a:gd name="connsiteX20283" fmla="*/ 1573252 w 2119654"/>
              <a:gd name="connsiteY20283" fmla="*/ 1964197 h 2398711"/>
              <a:gd name="connsiteX20284" fmla="*/ 1573268 w 2119654"/>
              <a:gd name="connsiteY20284" fmla="*/ 1964196 h 2398711"/>
              <a:gd name="connsiteX20285" fmla="*/ 1573267 w 2119654"/>
              <a:gd name="connsiteY20285" fmla="*/ 1964191 h 2398711"/>
              <a:gd name="connsiteX20286" fmla="*/ 1504213 w 2119654"/>
              <a:gd name="connsiteY20286" fmla="*/ 2118690 h 2398711"/>
              <a:gd name="connsiteX20287" fmla="*/ 1505679 w 2119654"/>
              <a:gd name="connsiteY20287" fmla="*/ 2118760 h 2398711"/>
              <a:gd name="connsiteX20288" fmla="*/ 1505828 w 2119654"/>
              <a:gd name="connsiteY20288" fmla="*/ 2118395 h 2398711"/>
              <a:gd name="connsiteX20289" fmla="*/ 1558722 w 2119654"/>
              <a:gd name="connsiteY20289" fmla="*/ 1996629 h 2398711"/>
              <a:gd name="connsiteX20290" fmla="*/ 1558712 w 2119654"/>
              <a:gd name="connsiteY20290" fmla="*/ 1998907 h 2398711"/>
              <a:gd name="connsiteX20291" fmla="*/ 1559052 w 2119654"/>
              <a:gd name="connsiteY20291" fmla="*/ 1998994 h 2398711"/>
              <a:gd name="connsiteX20292" fmla="*/ 1559568 w 2119654"/>
              <a:gd name="connsiteY20292" fmla="*/ 1996819 h 2398711"/>
              <a:gd name="connsiteX20293" fmla="*/ 1529610 w 2119654"/>
              <a:gd name="connsiteY20293" fmla="*/ 2061767 h 2398711"/>
              <a:gd name="connsiteX20294" fmla="*/ 1528686 w 2119654"/>
              <a:gd name="connsiteY20294" fmla="*/ 2065537 h 2398711"/>
              <a:gd name="connsiteX20295" fmla="*/ 1530987 w 2119654"/>
              <a:gd name="connsiteY20295" fmla="*/ 2066424 h 2398711"/>
              <a:gd name="connsiteX20296" fmla="*/ 1541090 w 2119654"/>
              <a:gd name="connsiteY20296" fmla="*/ 2065416 h 2398711"/>
              <a:gd name="connsiteX20297" fmla="*/ 1541008 w 2119654"/>
              <a:gd name="connsiteY20297" fmla="*/ 2055472 h 2398711"/>
              <a:gd name="connsiteX20298" fmla="*/ 1537772 w 2119654"/>
              <a:gd name="connsiteY20298" fmla="*/ 2055935 h 2398711"/>
              <a:gd name="connsiteX20299" fmla="*/ 1535833 w 2119654"/>
              <a:gd name="connsiteY20299" fmla="*/ 2057320 h 2398711"/>
              <a:gd name="connsiteX20300" fmla="*/ 1537209 w 2119654"/>
              <a:gd name="connsiteY20300" fmla="*/ 2057619 h 2398711"/>
              <a:gd name="connsiteX20301" fmla="*/ 1536860 w 2119654"/>
              <a:gd name="connsiteY20301" fmla="*/ 2057790 h 2398711"/>
              <a:gd name="connsiteX20302" fmla="*/ 1535568 w 2119654"/>
              <a:gd name="connsiteY20302" fmla="*/ 2057509 h 2398711"/>
              <a:gd name="connsiteX20303" fmla="*/ 1527151 w 2119654"/>
              <a:gd name="connsiteY20303" fmla="*/ 2067256 h 2398711"/>
              <a:gd name="connsiteX20304" fmla="*/ 1525262 w 2119654"/>
              <a:gd name="connsiteY20304" fmla="*/ 2073101 h 2398711"/>
              <a:gd name="connsiteX20305" fmla="*/ 1529514 w 2119654"/>
              <a:gd name="connsiteY20305" fmla="*/ 2074058 h 2398711"/>
              <a:gd name="connsiteX20306" fmla="*/ 1538197 w 2119654"/>
              <a:gd name="connsiteY20306" fmla="*/ 2070698 h 2398711"/>
              <a:gd name="connsiteX20307" fmla="*/ 1539346 w 2119654"/>
              <a:gd name="connsiteY20307" fmla="*/ 2070023 h 2398711"/>
              <a:gd name="connsiteX20308" fmla="*/ 1531147 w 2119654"/>
              <a:gd name="connsiteY20308" fmla="*/ 2066857 h 2398711"/>
              <a:gd name="connsiteX20309" fmla="*/ 1528293 w 2119654"/>
              <a:gd name="connsiteY20309" fmla="*/ 2067142 h 2398711"/>
              <a:gd name="connsiteX20310" fmla="*/ 1526930 w 2119654"/>
              <a:gd name="connsiteY20310" fmla="*/ 2072702 h 2398711"/>
              <a:gd name="connsiteX20311" fmla="*/ 1526533 w 2119654"/>
              <a:gd name="connsiteY20311" fmla="*/ 2072958 h 2398711"/>
              <a:gd name="connsiteX20312" fmla="*/ 1527950 w 2119654"/>
              <a:gd name="connsiteY20312" fmla="*/ 2067176 h 2398711"/>
              <a:gd name="connsiteX20313" fmla="*/ 1567844 w 2119654"/>
              <a:gd name="connsiteY20313" fmla="*/ 1976041 h 2398711"/>
              <a:gd name="connsiteX20314" fmla="*/ 1568091 w 2119654"/>
              <a:gd name="connsiteY20314" fmla="*/ 1977348 h 2398711"/>
              <a:gd name="connsiteX20315" fmla="*/ 1568127 w 2119654"/>
              <a:gd name="connsiteY20315" fmla="*/ 1977336 h 2398711"/>
              <a:gd name="connsiteX20316" fmla="*/ 1567875 w 2119654"/>
              <a:gd name="connsiteY20316" fmla="*/ 1976042 h 2398711"/>
              <a:gd name="connsiteX20317" fmla="*/ 1566725 w 2119654"/>
              <a:gd name="connsiteY20317" fmla="*/ 1978484 h 2398711"/>
              <a:gd name="connsiteX20318" fmla="*/ 1566693 w 2119654"/>
              <a:gd name="connsiteY20318" fmla="*/ 1978666 h 2398711"/>
              <a:gd name="connsiteX20319" fmla="*/ 1567693 w 2119654"/>
              <a:gd name="connsiteY20319" fmla="*/ 1978280 h 2398711"/>
              <a:gd name="connsiteX20320" fmla="*/ 1567423 w 2119654"/>
              <a:gd name="connsiteY20320" fmla="*/ 1978262 h 2398711"/>
              <a:gd name="connsiteX20321" fmla="*/ 1826566 w 2119654"/>
              <a:gd name="connsiteY20321" fmla="*/ 1396546 h 2398711"/>
              <a:gd name="connsiteX20322" fmla="*/ 1828487 w 2119654"/>
              <a:gd name="connsiteY20322" fmla="*/ 1399842 h 2398711"/>
              <a:gd name="connsiteX20323" fmla="*/ 1831574 w 2119654"/>
              <a:gd name="connsiteY20323" fmla="*/ 1396212 h 2398711"/>
              <a:gd name="connsiteX20324" fmla="*/ 1833223 w 2119654"/>
              <a:gd name="connsiteY20324" fmla="*/ 1393103 h 2398711"/>
              <a:gd name="connsiteX20325" fmla="*/ 1827338 w 2119654"/>
              <a:gd name="connsiteY20325" fmla="*/ 1395664 h 2398711"/>
              <a:gd name="connsiteX20326" fmla="*/ 1826567 w 2119654"/>
              <a:gd name="connsiteY20326" fmla="*/ 1396544 h 2398711"/>
              <a:gd name="connsiteX20327" fmla="*/ 1741856 w 2119654"/>
              <a:gd name="connsiteY20327" fmla="*/ 1586025 h 2398711"/>
              <a:gd name="connsiteX20328" fmla="*/ 1741795 w 2119654"/>
              <a:gd name="connsiteY20328" fmla="*/ 1586187 h 2398711"/>
              <a:gd name="connsiteX20329" fmla="*/ 1741869 w 2119654"/>
              <a:gd name="connsiteY20329" fmla="*/ 1586425 h 2398711"/>
              <a:gd name="connsiteX20330" fmla="*/ 1742968 w 2119654"/>
              <a:gd name="connsiteY20330" fmla="*/ 1585635 h 2398711"/>
              <a:gd name="connsiteX20331" fmla="*/ 1527709 w 2119654"/>
              <a:gd name="connsiteY20331" fmla="*/ 2065529 h 2398711"/>
              <a:gd name="connsiteX20332" fmla="*/ 1527301 w 2119654"/>
              <a:gd name="connsiteY20332" fmla="*/ 2066792 h 2398711"/>
              <a:gd name="connsiteX20333" fmla="*/ 1528063 w 2119654"/>
              <a:gd name="connsiteY20333" fmla="*/ 2066716 h 2398711"/>
              <a:gd name="connsiteX20334" fmla="*/ 1528298 w 2119654"/>
              <a:gd name="connsiteY20334" fmla="*/ 2065757 h 2398711"/>
              <a:gd name="connsiteX20335" fmla="*/ 1814021 w 2119654"/>
              <a:gd name="connsiteY20335" fmla="*/ 1424387 h 2398711"/>
              <a:gd name="connsiteX20336" fmla="*/ 1814662 w 2119654"/>
              <a:gd name="connsiteY20336" fmla="*/ 1425202 h 2398711"/>
              <a:gd name="connsiteX20337" fmla="*/ 1815349 w 2119654"/>
              <a:gd name="connsiteY20337" fmla="*/ 1424661 h 2398711"/>
              <a:gd name="connsiteX20338" fmla="*/ 1818347 w 2119654"/>
              <a:gd name="connsiteY20338" fmla="*/ 1419521 h 2398711"/>
              <a:gd name="connsiteX20339" fmla="*/ 1815895 w 2119654"/>
              <a:gd name="connsiteY20339" fmla="*/ 1422561 h 2398711"/>
              <a:gd name="connsiteX20340" fmla="*/ 1518187 w 2119654"/>
              <a:gd name="connsiteY20340" fmla="*/ 2086799 h 2398711"/>
              <a:gd name="connsiteX20341" fmla="*/ 1515153 w 2119654"/>
              <a:gd name="connsiteY20341" fmla="*/ 2094977 h 2398711"/>
              <a:gd name="connsiteX20342" fmla="*/ 1518233 w 2119654"/>
              <a:gd name="connsiteY20342" fmla="*/ 2093399 h 2398711"/>
              <a:gd name="connsiteX20343" fmla="*/ 1520488 w 2119654"/>
              <a:gd name="connsiteY20343" fmla="*/ 2086420 h 2398711"/>
              <a:gd name="connsiteX20344" fmla="*/ 1509409 w 2119654"/>
              <a:gd name="connsiteY20344" fmla="*/ 2106423 h 2398711"/>
              <a:gd name="connsiteX20345" fmla="*/ 1509544 w 2119654"/>
              <a:gd name="connsiteY20345" fmla="*/ 2107083 h 2398711"/>
              <a:gd name="connsiteX20346" fmla="*/ 1510268 w 2119654"/>
              <a:gd name="connsiteY20346" fmla="*/ 2107218 h 2398711"/>
              <a:gd name="connsiteX20347" fmla="*/ 1510513 w 2119654"/>
              <a:gd name="connsiteY20347" fmla="*/ 2106558 h 2398711"/>
              <a:gd name="connsiteX20348" fmla="*/ 1510192 w 2119654"/>
              <a:gd name="connsiteY20348" fmla="*/ 2106487 h 2398711"/>
              <a:gd name="connsiteX20349" fmla="*/ 1503718 w 2119654"/>
              <a:gd name="connsiteY20349" fmla="*/ 2119087 h 2398711"/>
              <a:gd name="connsiteX20350" fmla="*/ 1503310 w 2119654"/>
              <a:gd name="connsiteY20350" fmla="*/ 2120294 h 2398711"/>
              <a:gd name="connsiteX20351" fmla="*/ 1505562 w 2119654"/>
              <a:gd name="connsiteY20351" fmla="*/ 2119945 h 2398711"/>
              <a:gd name="connsiteX20352" fmla="*/ 1503840 w 2119654"/>
              <a:gd name="connsiteY20352" fmla="*/ 2119093 h 2398711"/>
              <a:gd name="connsiteX20353" fmla="*/ 1742339 w 2119654"/>
              <a:gd name="connsiteY20353" fmla="*/ 1584731 h 2398711"/>
              <a:gd name="connsiteX20354" fmla="*/ 1742082 w 2119654"/>
              <a:gd name="connsiteY20354" fmla="*/ 1585421 h 2398711"/>
              <a:gd name="connsiteX20355" fmla="*/ 1744398 w 2119654"/>
              <a:gd name="connsiteY20355" fmla="*/ 1584607 h 2398711"/>
              <a:gd name="connsiteX20356" fmla="*/ 1746570 w 2119654"/>
              <a:gd name="connsiteY20356" fmla="*/ 1583045 h 2398711"/>
              <a:gd name="connsiteX20357" fmla="*/ 1746376 w 2119654"/>
              <a:gd name="connsiteY20357" fmla="*/ 1582133 h 2398711"/>
              <a:gd name="connsiteX20358" fmla="*/ 1870722 w 2119654"/>
              <a:gd name="connsiteY20358" fmla="*/ 1297220 h 2398711"/>
              <a:gd name="connsiteX20359" fmla="*/ 1878385 w 2119654"/>
              <a:gd name="connsiteY20359" fmla="*/ 1287822 h 2398711"/>
              <a:gd name="connsiteX20360" fmla="*/ 1875879 w 2119654"/>
              <a:gd name="connsiteY20360" fmla="*/ 1289482 h 2398711"/>
              <a:gd name="connsiteX20361" fmla="*/ 1518753 w 2119654"/>
              <a:gd name="connsiteY20361" fmla="*/ 2085274 h 2398711"/>
              <a:gd name="connsiteX20362" fmla="*/ 1518307 w 2119654"/>
              <a:gd name="connsiteY20362" fmla="*/ 2086474 h 2398711"/>
              <a:gd name="connsiteX20363" fmla="*/ 1520593 w 2119654"/>
              <a:gd name="connsiteY20363" fmla="*/ 2086097 h 2398711"/>
              <a:gd name="connsiteX20364" fmla="*/ 1521159 w 2119654"/>
              <a:gd name="connsiteY20364" fmla="*/ 2084342 h 2398711"/>
              <a:gd name="connsiteX20365" fmla="*/ 1556013 w 2119654"/>
              <a:gd name="connsiteY20365" fmla="*/ 2001490 h 2398711"/>
              <a:gd name="connsiteX20366" fmla="*/ 1556269 w 2119654"/>
              <a:gd name="connsiteY20366" fmla="*/ 2002570 h 2398711"/>
              <a:gd name="connsiteX20367" fmla="*/ 1557627 w 2119654"/>
              <a:gd name="connsiteY20367" fmla="*/ 2002532 h 2398711"/>
              <a:gd name="connsiteX20368" fmla="*/ 1558152 w 2119654"/>
              <a:gd name="connsiteY20368" fmla="*/ 2001528 h 2398711"/>
              <a:gd name="connsiteX20369" fmla="*/ 1830130 w 2119654"/>
              <a:gd name="connsiteY20369" fmla="*/ 1387663 h 2398711"/>
              <a:gd name="connsiteX20370" fmla="*/ 1830374 w 2119654"/>
              <a:gd name="connsiteY20370" fmla="*/ 1387553 h 2398711"/>
              <a:gd name="connsiteX20371" fmla="*/ 1830639 w 2119654"/>
              <a:gd name="connsiteY20371" fmla="*/ 1387013 h 2398711"/>
              <a:gd name="connsiteX20372" fmla="*/ 1743616 w 2119654"/>
              <a:gd name="connsiteY20372" fmla="*/ 1581316 h 2398711"/>
              <a:gd name="connsiteX20373" fmla="*/ 1742570 w 2119654"/>
              <a:gd name="connsiteY20373" fmla="*/ 1584113 h 2398711"/>
              <a:gd name="connsiteX20374" fmla="*/ 1746288 w 2119654"/>
              <a:gd name="connsiteY20374" fmla="*/ 1581720 h 2398711"/>
              <a:gd name="connsiteX20375" fmla="*/ 1746130 w 2119654"/>
              <a:gd name="connsiteY20375" fmla="*/ 1580976 h 2398711"/>
              <a:gd name="connsiteX20376" fmla="*/ 1745697 w 2119654"/>
              <a:gd name="connsiteY20376" fmla="*/ 1579591 h 2398711"/>
              <a:gd name="connsiteX20377" fmla="*/ 1528718 w 2119654"/>
              <a:gd name="connsiteY20377" fmla="*/ 2062405 h 2398711"/>
              <a:gd name="connsiteX20378" fmla="*/ 1527816 w 2119654"/>
              <a:gd name="connsiteY20378" fmla="*/ 2065200 h 2398711"/>
              <a:gd name="connsiteX20379" fmla="*/ 1528381 w 2119654"/>
              <a:gd name="connsiteY20379" fmla="*/ 2065419 h 2398711"/>
              <a:gd name="connsiteX20380" fmla="*/ 1529205 w 2119654"/>
              <a:gd name="connsiteY20380" fmla="*/ 2062057 h 2398711"/>
              <a:gd name="connsiteX20381" fmla="*/ 1820171 w 2119654"/>
              <a:gd name="connsiteY20381" fmla="*/ 1409622 h 2398711"/>
              <a:gd name="connsiteX20382" fmla="*/ 1828373 w 2119654"/>
              <a:gd name="connsiteY20382" fmla="*/ 1399976 h 2398711"/>
              <a:gd name="connsiteX20383" fmla="*/ 1826479 w 2119654"/>
              <a:gd name="connsiteY20383" fmla="*/ 1396723 h 2398711"/>
              <a:gd name="connsiteX20384" fmla="*/ 1744334 w 2119654"/>
              <a:gd name="connsiteY20384" fmla="*/ 1579396 h 2398711"/>
              <a:gd name="connsiteX20385" fmla="*/ 1744096 w 2119654"/>
              <a:gd name="connsiteY20385" fmla="*/ 1580033 h 2398711"/>
              <a:gd name="connsiteX20386" fmla="*/ 1745500 w 2119654"/>
              <a:gd name="connsiteY20386" fmla="*/ 1578961 h 2398711"/>
              <a:gd name="connsiteX20387" fmla="*/ 1745267 w 2119654"/>
              <a:gd name="connsiteY20387" fmla="*/ 1578214 h 2398711"/>
              <a:gd name="connsiteX20388" fmla="*/ 1745244 w 2119654"/>
              <a:gd name="connsiteY20388" fmla="*/ 1578221 h 2398711"/>
              <a:gd name="connsiteX20389" fmla="*/ 1485786 w 2119654"/>
              <a:gd name="connsiteY20389" fmla="*/ 2158320 h 2398711"/>
              <a:gd name="connsiteX20390" fmla="*/ 1485985 w 2119654"/>
              <a:gd name="connsiteY20390" fmla="*/ 2158419 h 2398711"/>
              <a:gd name="connsiteX20391" fmla="*/ 1486156 w 2119654"/>
              <a:gd name="connsiteY20391" fmla="*/ 2158393 h 2398711"/>
              <a:gd name="connsiteX20392" fmla="*/ 1567151 w 2119654"/>
              <a:gd name="connsiteY20392" fmla="*/ 1976023 h 2398711"/>
              <a:gd name="connsiteX20393" fmla="*/ 1566854 w 2119654"/>
              <a:gd name="connsiteY20393" fmla="*/ 1977740 h 2398711"/>
              <a:gd name="connsiteX20394" fmla="*/ 1567907 w 2119654"/>
              <a:gd name="connsiteY20394" fmla="*/ 1977406 h 2398711"/>
              <a:gd name="connsiteX20395" fmla="*/ 1567629 w 2119654"/>
              <a:gd name="connsiteY20395" fmla="*/ 1976036 h 2398711"/>
              <a:gd name="connsiteX20396" fmla="*/ 1841495 w 2119654"/>
              <a:gd name="connsiteY20396" fmla="*/ 1361640 h 2398711"/>
              <a:gd name="connsiteX20397" fmla="*/ 1843813 w 2119654"/>
              <a:gd name="connsiteY20397" fmla="*/ 1360076 h 2398711"/>
              <a:gd name="connsiteX20398" fmla="*/ 1845791 w 2119654"/>
              <a:gd name="connsiteY20398" fmla="*/ 1356032 h 2398711"/>
              <a:gd name="connsiteX20399" fmla="*/ 1842281 w 2119654"/>
              <a:gd name="connsiteY20399" fmla="*/ 1360494 h 2398711"/>
              <a:gd name="connsiteX20400" fmla="*/ 1840844 w 2119654"/>
              <a:gd name="connsiteY20400" fmla="*/ 1363002 h 2398711"/>
              <a:gd name="connsiteX20401" fmla="*/ 1841621 w 2119654"/>
              <a:gd name="connsiteY20401" fmla="*/ 1364557 h 2398711"/>
              <a:gd name="connsiteX20402" fmla="*/ 1843139 w 2119654"/>
              <a:gd name="connsiteY20402" fmla="*/ 1361452 h 2398711"/>
              <a:gd name="connsiteX20403" fmla="*/ 1810862 w 2119654"/>
              <a:gd name="connsiteY20403" fmla="*/ 1430059 h 2398711"/>
              <a:gd name="connsiteX20404" fmla="*/ 1809484 w 2119654"/>
              <a:gd name="connsiteY20404" fmla="*/ 1434311 h 2398711"/>
              <a:gd name="connsiteX20405" fmla="*/ 1810071 w 2119654"/>
              <a:gd name="connsiteY20405" fmla="*/ 1433714 h 2398711"/>
              <a:gd name="connsiteX20406" fmla="*/ 1813572 w 2119654"/>
              <a:gd name="connsiteY20406" fmla="*/ 1427709 h 2398711"/>
              <a:gd name="connsiteX20407" fmla="*/ 1813395 w 2119654"/>
              <a:gd name="connsiteY20407" fmla="*/ 1427483 h 2398711"/>
              <a:gd name="connsiteX20408" fmla="*/ 1505578 w 2119654"/>
              <a:gd name="connsiteY20408" fmla="*/ 2113581 h 2398711"/>
              <a:gd name="connsiteX20409" fmla="*/ 1504010 w 2119654"/>
              <a:gd name="connsiteY20409" fmla="*/ 2118223 h 2398711"/>
              <a:gd name="connsiteX20410" fmla="*/ 1506051 w 2119654"/>
              <a:gd name="connsiteY20410" fmla="*/ 2117851 h 2398711"/>
              <a:gd name="connsiteX20411" fmla="*/ 1507971 w 2119654"/>
              <a:gd name="connsiteY20411" fmla="*/ 2113157 h 2398711"/>
              <a:gd name="connsiteX20412" fmla="*/ 1872793 w 2119654"/>
              <a:gd name="connsiteY20412" fmla="*/ 1291238 h 2398711"/>
              <a:gd name="connsiteX20413" fmla="*/ 1875152 w 2119654"/>
              <a:gd name="connsiteY20413" fmla="*/ 1289674 h 2398711"/>
              <a:gd name="connsiteX20414" fmla="*/ 1882212 w 2119654"/>
              <a:gd name="connsiteY20414" fmla="*/ 1279081 h 2398711"/>
              <a:gd name="connsiteX20415" fmla="*/ 1530795 w 2119654"/>
              <a:gd name="connsiteY20415" fmla="*/ 2056933 h 2398711"/>
              <a:gd name="connsiteX20416" fmla="*/ 1530702 w 2119654"/>
              <a:gd name="connsiteY20416" fmla="*/ 2057313 h 2398711"/>
              <a:gd name="connsiteX20417" fmla="*/ 1531344 w 2119654"/>
              <a:gd name="connsiteY20417" fmla="*/ 2056855 h 2398711"/>
              <a:gd name="connsiteX20418" fmla="*/ 1522318 w 2119654"/>
              <a:gd name="connsiteY20418" fmla="*/ 2075667 h 2398711"/>
              <a:gd name="connsiteX20419" fmla="*/ 1521808 w 2119654"/>
              <a:gd name="connsiteY20419" fmla="*/ 2077040 h 2398711"/>
              <a:gd name="connsiteX20420" fmla="*/ 1523764 w 2119654"/>
              <a:gd name="connsiteY20420" fmla="*/ 2076283 h 2398711"/>
              <a:gd name="connsiteX20421" fmla="*/ 1524000 w 2119654"/>
              <a:gd name="connsiteY20421" fmla="*/ 2075551 h 2398711"/>
              <a:gd name="connsiteX20422" fmla="*/ 1811531 w 2119654"/>
              <a:gd name="connsiteY20422" fmla="*/ 1427993 h 2398711"/>
              <a:gd name="connsiteX20423" fmla="*/ 1811213 w 2119654"/>
              <a:gd name="connsiteY20423" fmla="*/ 1428973 h 2398711"/>
              <a:gd name="connsiteX20424" fmla="*/ 1813076 w 2119654"/>
              <a:gd name="connsiteY20424" fmla="*/ 1427079 h 2398711"/>
              <a:gd name="connsiteX20425" fmla="*/ 1812929 w 2119654"/>
              <a:gd name="connsiteY20425" fmla="*/ 1426891 h 2398711"/>
              <a:gd name="connsiteX20426" fmla="*/ 1495213 w 2119654"/>
              <a:gd name="connsiteY20426" fmla="*/ 2136136 h 2398711"/>
              <a:gd name="connsiteX20427" fmla="*/ 1496905 w 2119654"/>
              <a:gd name="connsiteY20427" fmla="*/ 2136822 h 2398711"/>
              <a:gd name="connsiteX20428" fmla="*/ 1497277 w 2119654"/>
              <a:gd name="connsiteY20428" fmla="*/ 2135723 h 2398711"/>
              <a:gd name="connsiteX20429" fmla="*/ 1530380 w 2119654"/>
              <a:gd name="connsiteY20429" fmla="*/ 2057261 h 2398711"/>
              <a:gd name="connsiteX20430" fmla="*/ 1530262 w 2119654"/>
              <a:gd name="connsiteY20430" fmla="*/ 2057628 h 2398711"/>
              <a:gd name="connsiteX20431" fmla="*/ 1530297 w 2119654"/>
              <a:gd name="connsiteY20431" fmla="*/ 2057603 h 2398711"/>
              <a:gd name="connsiteX20432" fmla="*/ 1523294 w 2119654"/>
              <a:gd name="connsiteY20432" fmla="*/ 2073035 h 2398711"/>
              <a:gd name="connsiteX20433" fmla="*/ 1522384 w 2119654"/>
              <a:gd name="connsiteY20433" fmla="*/ 2075489 h 2398711"/>
              <a:gd name="connsiteX20434" fmla="*/ 1524050 w 2119654"/>
              <a:gd name="connsiteY20434" fmla="*/ 2075397 h 2398711"/>
              <a:gd name="connsiteX20435" fmla="*/ 1524710 w 2119654"/>
              <a:gd name="connsiteY20435" fmla="*/ 2073353 h 2398711"/>
              <a:gd name="connsiteX20436" fmla="*/ 1571294 w 2119654"/>
              <a:gd name="connsiteY20436" fmla="*/ 1965510 h 2398711"/>
              <a:gd name="connsiteX20437" fmla="*/ 1572107 w 2119654"/>
              <a:gd name="connsiteY20437" fmla="*/ 1965693 h 2398711"/>
              <a:gd name="connsiteX20438" fmla="*/ 1573323 w 2119654"/>
              <a:gd name="connsiteY20438" fmla="*/ 1965245 h 2398711"/>
              <a:gd name="connsiteX20439" fmla="*/ 1571490 w 2119654"/>
              <a:gd name="connsiteY20439" fmla="*/ 1965447 h 2398711"/>
              <a:gd name="connsiteX20440" fmla="*/ 1812090 w 2119654"/>
              <a:gd name="connsiteY20440" fmla="*/ 1426267 h 2398711"/>
              <a:gd name="connsiteX20441" fmla="*/ 1811672 w 2119654"/>
              <a:gd name="connsiteY20441" fmla="*/ 1427559 h 2398711"/>
              <a:gd name="connsiteX20442" fmla="*/ 1812772 w 2119654"/>
              <a:gd name="connsiteY20442" fmla="*/ 1426692 h 2398711"/>
              <a:gd name="connsiteX20443" fmla="*/ 1812287 w 2119654"/>
              <a:gd name="connsiteY20443" fmla="*/ 1426075 h 2398711"/>
              <a:gd name="connsiteX20444" fmla="*/ 1576708 w 2119654"/>
              <a:gd name="connsiteY20444" fmla="*/ 1953256 h 2398711"/>
              <a:gd name="connsiteX20445" fmla="*/ 1580499 w 2119654"/>
              <a:gd name="connsiteY20445" fmla="*/ 1953200 h 2398711"/>
              <a:gd name="connsiteX20446" fmla="*/ 1580066 w 2119654"/>
              <a:gd name="connsiteY20446" fmla="*/ 1950289 h 2398711"/>
              <a:gd name="connsiteX20447" fmla="*/ 1579807 w 2119654"/>
              <a:gd name="connsiteY20447" fmla="*/ 1950348 h 2398711"/>
              <a:gd name="connsiteX20448" fmla="*/ 1578426 w 2119654"/>
              <a:gd name="connsiteY20448" fmla="*/ 1951313 h 2398711"/>
              <a:gd name="connsiteX20449" fmla="*/ 1488153 w 2119654"/>
              <a:gd name="connsiteY20449" fmla="*/ 2151532 h 2398711"/>
              <a:gd name="connsiteX20450" fmla="*/ 1487564 w 2119654"/>
              <a:gd name="connsiteY20450" fmla="*/ 2156598 h 2398711"/>
              <a:gd name="connsiteX20451" fmla="*/ 1487437 w 2119654"/>
              <a:gd name="connsiteY20451" fmla="*/ 2157406 h 2398711"/>
              <a:gd name="connsiteX20452" fmla="*/ 1489394 w 2119654"/>
              <a:gd name="connsiteY20452" fmla="*/ 2157793 h 2398711"/>
              <a:gd name="connsiteX20453" fmla="*/ 1491024 w 2119654"/>
              <a:gd name="connsiteY20453" fmla="*/ 2153538 h 2398711"/>
              <a:gd name="connsiteX20454" fmla="*/ 1839711 w 2119654"/>
              <a:gd name="connsiteY20454" fmla="*/ 1364242 h 2398711"/>
              <a:gd name="connsiteX20455" fmla="*/ 1841089 w 2119654"/>
              <a:gd name="connsiteY20455" fmla="*/ 1365645 h 2398711"/>
              <a:gd name="connsiteX20456" fmla="*/ 1841326 w 2119654"/>
              <a:gd name="connsiteY20456" fmla="*/ 1365161 h 2398711"/>
              <a:gd name="connsiteX20457" fmla="*/ 1840397 w 2119654"/>
              <a:gd name="connsiteY20457" fmla="*/ 1363303 h 2398711"/>
              <a:gd name="connsiteX20458" fmla="*/ 1840318 w 2119654"/>
              <a:gd name="connsiteY20458" fmla="*/ 1363358 h 2398711"/>
              <a:gd name="connsiteX20459" fmla="*/ 1507284 w 2119654"/>
              <a:gd name="connsiteY20459" fmla="*/ 2108529 h 2398711"/>
              <a:gd name="connsiteX20460" fmla="*/ 1505649 w 2119654"/>
              <a:gd name="connsiteY20460" fmla="*/ 2113371 h 2398711"/>
              <a:gd name="connsiteX20461" fmla="*/ 1508044 w 2119654"/>
              <a:gd name="connsiteY20461" fmla="*/ 2112980 h 2398711"/>
              <a:gd name="connsiteX20462" fmla="*/ 1508977 w 2119654"/>
              <a:gd name="connsiteY20462" fmla="*/ 2110697 h 2398711"/>
              <a:gd name="connsiteX20463" fmla="*/ 1509307 w 2119654"/>
              <a:gd name="connsiteY20463" fmla="*/ 2109806 h 2398711"/>
              <a:gd name="connsiteX20464" fmla="*/ 1509099 w 2119654"/>
              <a:gd name="connsiteY20464" fmla="*/ 2108791 h 2398711"/>
              <a:gd name="connsiteX20465" fmla="*/ 1862497 w 2119654"/>
              <a:gd name="connsiteY20465" fmla="*/ 1313037 h 2398711"/>
              <a:gd name="connsiteX20466" fmla="*/ 1864581 w 2119654"/>
              <a:gd name="connsiteY20466" fmla="*/ 1314110 h 2398711"/>
              <a:gd name="connsiteX20467" fmla="*/ 1867215 w 2119654"/>
              <a:gd name="connsiteY20467" fmla="*/ 1312301 h 2398711"/>
              <a:gd name="connsiteX20468" fmla="*/ 1866257 w 2119654"/>
              <a:gd name="connsiteY20468" fmla="*/ 1311374 h 2398711"/>
              <a:gd name="connsiteX20469" fmla="*/ 1863752 w 2119654"/>
              <a:gd name="connsiteY20469" fmla="*/ 1312495 h 2398711"/>
              <a:gd name="connsiteX20470" fmla="*/ 1864277 w 2119654"/>
              <a:gd name="connsiteY20470" fmla="*/ 1308880 h 2398711"/>
              <a:gd name="connsiteX20471" fmla="*/ 1865695 w 2119654"/>
              <a:gd name="connsiteY20471" fmla="*/ 1310252 h 2398711"/>
              <a:gd name="connsiteX20472" fmla="*/ 1874091 w 2119654"/>
              <a:gd name="connsiteY20472" fmla="*/ 1306320 h 2398711"/>
              <a:gd name="connsiteX20473" fmla="*/ 1882980 w 2119654"/>
              <a:gd name="connsiteY20473" fmla="*/ 1291072 h 2398711"/>
              <a:gd name="connsiteX20474" fmla="*/ 1884063 w 2119654"/>
              <a:gd name="connsiteY20474" fmla="*/ 1287963 h 2398711"/>
              <a:gd name="connsiteX20475" fmla="*/ 1875627 w 2119654"/>
              <a:gd name="connsiteY20475" fmla="*/ 1294960 h 2398711"/>
              <a:gd name="connsiteX20476" fmla="*/ 1830217 w 2119654"/>
              <a:gd name="connsiteY20476" fmla="*/ 1384959 h 2398711"/>
              <a:gd name="connsiteX20477" fmla="*/ 1830644 w 2119654"/>
              <a:gd name="connsiteY20477" fmla="*/ 1385416 h 2398711"/>
              <a:gd name="connsiteX20478" fmla="*/ 1831795 w 2119654"/>
              <a:gd name="connsiteY20478" fmla="*/ 1383952 h 2398711"/>
              <a:gd name="connsiteX20479" fmla="*/ 1909486 w 2119654"/>
              <a:gd name="connsiteY20479" fmla="*/ 1207437 h 2398711"/>
              <a:gd name="connsiteX20480" fmla="*/ 1903544 w 2119654"/>
              <a:gd name="connsiteY20480" fmla="*/ 1228364 h 2398711"/>
              <a:gd name="connsiteX20481" fmla="*/ 1903776 w 2119654"/>
              <a:gd name="connsiteY20481" fmla="*/ 1228520 h 2398711"/>
              <a:gd name="connsiteX20482" fmla="*/ 1925172 w 2119654"/>
              <a:gd name="connsiteY20482" fmla="*/ 1204973 h 2398711"/>
              <a:gd name="connsiteX20483" fmla="*/ 1925184 w 2119654"/>
              <a:gd name="connsiteY20483" fmla="*/ 1205519 h 2398711"/>
              <a:gd name="connsiteX20484" fmla="*/ 1904091 w 2119654"/>
              <a:gd name="connsiteY20484" fmla="*/ 1228733 h 2398711"/>
              <a:gd name="connsiteX20485" fmla="*/ 1910255 w 2119654"/>
              <a:gd name="connsiteY20485" fmla="*/ 1232886 h 2398711"/>
              <a:gd name="connsiteX20486" fmla="*/ 1917286 w 2119654"/>
              <a:gd name="connsiteY20486" fmla="*/ 1226456 h 2398711"/>
              <a:gd name="connsiteX20487" fmla="*/ 1919221 w 2119654"/>
              <a:gd name="connsiteY20487" fmla="*/ 1223553 h 2398711"/>
              <a:gd name="connsiteX20488" fmla="*/ 1922541 w 2119654"/>
              <a:gd name="connsiteY20488" fmla="*/ 1218423 h 2398711"/>
              <a:gd name="connsiteX20489" fmla="*/ 1927411 w 2119654"/>
              <a:gd name="connsiteY20489" fmla="*/ 1209248 h 2398711"/>
              <a:gd name="connsiteX20490" fmla="*/ 1936920 w 2119654"/>
              <a:gd name="connsiteY20490" fmla="*/ 1190735 h 2398711"/>
              <a:gd name="connsiteX20491" fmla="*/ 1936979 w 2119654"/>
              <a:gd name="connsiteY20491" fmla="*/ 1191031 h 2398711"/>
              <a:gd name="connsiteX20492" fmla="*/ 1924321 w 2119654"/>
              <a:gd name="connsiteY20492" fmla="*/ 1215672 h 2398711"/>
              <a:gd name="connsiteX20493" fmla="*/ 1932765 w 2119654"/>
              <a:gd name="connsiteY20493" fmla="*/ 1202626 h 2398711"/>
              <a:gd name="connsiteX20494" fmla="*/ 1932798 w 2119654"/>
              <a:gd name="connsiteY20494" fmla="*/ 1202988 h 2398711"/>
              <a:gd name="connsiteX20495" fmla="*/ 1923296 w 2119654"/>
              <a:gd name="connsiteY20495" fmla="*/ 1217668 h 2398711"/>
              <a:gd name="connsiteX20496" fmla="*/ 1920108 w 2119654"/>
              <a:gd name="connsiteY20496" fmla="*/ 1223875 h 2398711"/>
              <a:gd name="connsiteX20497" fmla="*/ 1933020 w 2119654"/>
              <a:gd name="connsiteY20497" fmla="*/ 1212067 h 2398711"/>
              <a:gd name="connsiteX20498" fmla="*/ 1938996 w 2119654"/>
              <a:gd name="connsiteY20498" fmla="*/ 1206452 h 2398711"/>
              <a:gd name="connsiteX20499" fmla="*/ 1954088 w 2119654"/>
              <a:gd name="connsiteY20499" fmla="*/ 1173908 h 2398711"/>
              <a:gd name="connsiteX20500" fmla="*/ 1923245 w 2119654"/>
              <a:gd name="connsiteY20500" fmla="*/ 1197682 h 2398711"/>
              <a:gd name="connsiteX20501" fmla="*/ 1508034 w 2119654"/>
              <a:gd name="connsiteY20501" fmla="*/ 2106310 h 2398711"/>
              <a:gd name="connsiteX20502" fmla="*/ 1507878 w 2119654"/>
              <a:gd name="connsiteY20502" fmla="*/ 2106772 h 2398711"/>
              <a:gd name="connsiteX20503" fmla="*/ 1508716 w 2119654"/>
              <a:gd name="connsiteY20503" fmla="*/ 2106928 h 2398711"/>
              <a:gd name="connsiteX20504" fmla="*/ 1508598 w 2119654"/>
              <a:gd name="connsiteY20504" fmla="*/ 2106357 h 2398711"/>
              <a:gd name="connsiteX20505" fmla="*/ 1525372 w 2119654"/>
              <a:gd name="connsiteY20505" fmla="*/ 2067433 h 2398711"/>
              <a:gd name="connsiteX20506" fmla="*/ 1523423 w 2119654"/>
              <a:gd name="connsiteY20506" fmla="*/ 2072688 h 2398711"/>
              <a:gd name="connsiteX20507" fmla="*/ 1524824 w 2119654"/>
              <a:gd name="connsiteY20507" fmla="*/ 2073003 h 2398711"/>
              <a:gd name="connsiteX20508" fmla="*/ 1526665 w 2119654"/>
              <a:gd name="connsiteY20508" fmla="*/ 2067304 h 2398711"/>
              <a:gd name="connsiteX20509" fmla="*/ 1537242 w 2119654"/>
              <a:gd name="connsiteY20509" fmla="*/ 2040801 h 2398711"/>
              <a:gd name="connsiteX20510" fmla="*/ 1540885 w 2119654"/>
              <a:gd name="connsiteY20510" fmla="*/ 2040593 h 2398711"/>
              <a:gd name="connsiteX20511" fmla="*/ 1540860 w 2119654"/>
              <a:gd name="connsiteY20511" fmla="*/ 2037546 h 2398711"/>
              <a:gd name="connsiteX20512" fmla="*/ 1538941 w 2119654"/>
              <a:gd name="connsiteY20512" fmla="*/ 2037845 h 2398711"/>
              <a:gd name="connsiteX20513" fmla="*/ 1508378 w 2119654"/>
              <a:gd name="connsiteY20513" fmla="*/ 2105290 h 2398711"/>
              <a:gd name="connsiteX20514" fmla="*/ 1508236 w 2119654"/>
              <a:gd name="connsiteY20514" fmla="*/ 2105710 h 2398711"/>
              <a:gd name="connsiteX20515" fmla="*/ 1508476 w 2119654"/>
              <a:gd name="connsiteY20515" fmla="*/ 2105764 h 2398711"/>
              <a:gd name="connsiteX20516" fmla="*/ 1558738 w 2119654"/>
              <a:gd name="connsiteY20516" fmla="*/ 1992474 h 2398711"/>
              <a:gd name="connsiteX20517" fmla="*/ 1558726 w 2119654"/>
              <a:gd name="connsiteY20517" fmla="*/ 1995605 h 2398711"/>
              <a:gd name="connsiteX20518" fmla="*/ 1559049 w 2119654"/>
              <a:gd name="connsiteY20518" fmla="*/ 1995625 h 2398711"/>
              <a:gd name="connsiteX20519" fmla="*/ 1559933 w 2119654"/>
              <a:gd name="connsiteY20519" fmla="*/ 1995278 h 2398711"/>
              <a:gd name="connsiteX20520" fmla="*/ 1560502 w 2119654"/>
              <a:gd name="connsiteY20520" fmla="*/ 1992881 h 2398711"/>
              <a:gd name="connsiteX20521" fmla="*/ 1559958 w 2119654"/>
              <a:gd name="connsiteY20521" fmla="*/ 1989738 h 2398711"/>
              <a:gd name="connsiteX20522" fmla="*/ 1561179 w 2119654"/>
              <a:gd name="connsiteY20522" fmla="*/ 1990020 h 2398711"/>
              <a:gd name="connsiteX20523" fmla="*/ 1561367 w 2119654"/>
              <a:gd name="connsiteY20523" fmla="*/ 1989226 h 2398711"/>
              <a:gd name="connsiteX20524" fmla="*/ 1560533 w 2119654"/>
              <a:gd name="connsiteY20524" fmla="*/ 1989575 h 2398711"/>
              <a:gd name="connsiteX20525" fmla="*/ 1572895 w 2119654"/>
              <a:gd name="connsiteY20525" fmla="*/ 1960654 h 2398711"/>
              <a:gd name="connsiteX20526" fmla="*/ 1572943 w 2119654"/>
              <a:gd name="connsiteY20526" fmla="*/ 1960896 h 2398711"/>
              <a:gd name="connsiteX20527" fmla="*/ 1574808 w 2119654"/>
              <a:gd name="connsiteY20527" fmla="*/ 1960362 h 2398711"/>
              <a:gd name="connsiteX20528" fmla="*/ 1574620 w 2119654"/>
              <a:gd name="connsiteY20528" fmla="*/ 1960623 h 2398711"/>
              <a:gd name="connsiteX20529" fmla="*/ 1572983 w 2119654"/>
              <a:gd name="connsiteY20529" fmla="*/ 1961092 h 2398711"/>
              <a:gd name="connsiteX20530" fmla="*/ 1573129 w 2119654"/>
              <a:gd name="connsiteY20530" fmla="*/ 1961819 h 2398711"/>
              <a:gd name="connsiteX20531" fmla="*/ 1578164 w 2119654"/>
              <a:gd name="connsiteY20531" fmla="*/ 1959457 h 2398711"/>
              <a:gd name="connsiteX20532" fmla="*/ 1526283 w 2119654"/>
              <a:gd name="connsiteY20532" fmla="*/ 2064979 h 2398711"/>
              <a:gd name="connsiteX20533" fmla="*/ 1525546 w 2119654"/>
              <a:gd name="connsiteY20533" fmla="*/ 2066966 h 2398711"/>
              <a:gd name="connsiteX20534" fmla="*/ 1526815 w 2119654"/>
              <a:gd name="connsiteY20534" fmla="*/ 2066840 h 2398711"/>
              <a:gd name="connsiteX20535" fmla="*/ 1527290 w 2119654"/>
              <a:gd name="connsiteY20535" fmla="*/ 2065368 h 2398711"/>
              <a:gd name="connsiteX20536" fmla="*/ 1536278 w 2119654"/>
              <a:gd name="connsiteY20536" fmla="*/ 2042477 h 2398711"/>
              <a:gd name="connsiteX20537" fmla="*/ 1540902 w 2119654"/>
              <a:gd name="connsiteY20537" fmla="*/ 2042715 h 2398711"/>
              <a:gd name="connsiteX20538" fmla="*/ 1540896 w 2119654"/>
              <a:gd name="connsiteY20538" fmla="*/ 2041888 h 2398711"/>
              <a:gd name="connsiteX20539" fmla="*/ 1537177 w 2119654"/>
              <a:gd name="connsiteY20539" fmla="*/ 2042101 h 2398711"/>
              <a:gd name="connsiteX20540" fmla="*/ 1536424 w 2119654"/>
              <a:gd name="connsiteY20540" fmla="*/ 2042222 h 2398711"/>
              <a:gd name="connsiteX20541" fmla="*/ 1575182 w 2119654"/>
              <a:gd name="connsiteY20541" fmla="*/ 1955343 h 2398711"/>
              <a:gd name="connsiteX20542" fmla="*/ 1577633 w 2119654"/>
              <a:gd name="connsiteY20542" fmla="*/ 1956289 h 2398711"/>
              <a:gd name="connsiteX20543" fmla="*/ 1580082 w 2119654"/>
              <a:gd name="connsiteY20543" fmla="*/ 1955590 h 2398711"/>
              <a:gd name="connsiteX20544" fmla="*/ 1580306 w 2119654"/>
              <a:gd name="connsiteY20544" fmla="*/ 1955073 h 2398711"/>
              <a:gd name="connsiteX20545" fmla="*/ 1578274 w 2119654"/>
              <a:gd name="connsiteY20545" fmla="*/ 1955251 h 2398711"/>
              <a:gd name="connsiteX20546" fmla="*/ 1575213 w 2119654"/>
              <a:gd name="connsiteY20546" fmla="*/ 1955295 h 2398711"/>
              <a:gd name="connsiteX20547" fmla="*/ 1526704 w 2119654"/>
              <a:gd name="connsiteY20547" fmla="*/ 2063845 h 2398711"/>
              <a:gd name="connsiteX20548" fmla="*/ 1526403 w 2119654"/>
              <a:gd name="connsiteY20548" fmla="*/ 2064655 h 2398711"/>
              <a:gd name="connsiteX20549" fmla="*/ 1527397 w 2119654"/>
              <a:gd name="connsiteY20549" fmla="*/ 2065039 h 2398711"/>
              <a:gd name="connsiteX20550" fmla="*/ 1528106 w 2119654"/>
              <a:gd name="connsiteY20550" fmla="*/ 2062843 h 2398711"/>
              <a:gd name="connsiteX20551" fmla="*/ 1532326 w 2119654"/>
              <a:gd name="connsiteY20551" fmla="*/ 2051239 h 2398711"/>
              <a:gd name="connsiteX20552" fmla="*/ 1531765 w 2119654"/>
              <a:gd name="connsiteY20552" fmla="*/ 2052976 h 2398711"/>
              <a:gd name="connsiteX20553" fmla="*/ 1530973 w 2119654"/>
              <a:gd name="connsiteY20553" fmla="*/ 2056206 h 2398711"/>
              <a:gd name="connsiteX20554" fmla="*/ 1532344 w 2119654"/>
              <a:gd name="connsiteY20554" fmla="*/ 2056140 h 2398711"/>
              <a:gd name="connsiteX20555" fmla="*/ 1536808 w 2119654"/>
              <a:gd name="connsiteY20555" fmla="*/ 2052950 h 2398711"/>
              <a:gd name="connsiteX20556" fmla="*/ 1533176 w 2119654"/>
              <a:gd name="connsiteY20556" fmla="*/ 2051478 h 2398711"/>
              <a:gd name="connsiteX20557" fmla="*/ 1488382 w 2119654"/>
              <a:gd name="connsiteY20557" fmla="*/ 2149566 h 2398711"/>
              <a:gd name="connsiteX20558" fmla="*/ 1488219 w 2119654"/>
              <a:gd name="connsiteY20558" fmla="*/ 2150963 h 2398711"/>
              <a:gd name="connsiteX20559" fmla="*/ 1491209 w 2119654"/>
              <a:gd name="connsiteY20559" fmla="*/ 2153053 h 2398711"/>
              <a:gd name="connsiteX20560" fmla="*/ 1493023 w 2119654"/>
              <a:gd name="connsiteY20560" fmla="*/ 2148315 h 2398711"/>
              <a:gd name="connsiteX20561" fmla="*/ 1493130 w 2119654"/>
              <a:gd name="connsiteY20561" fmla="*/ 2147997 h 2398711"/>
              <a:gd name="connsiteX20562" fmla="*/ 1492006 w 2119654"/>
              <a:gd name="connsiteY20562" fmla="*/ 2148440 h 2398711"/>
              <a:gd name="connsiteX20563" fmla="*/ 1509204 w 2119654"/>
              <a:gd name="connsiteY20563" fmla="*/ 2102847 h 2398711"/>
              <a:gd name="connsiteX20564" fmla="*/ 1508874 w 2119654"/>
              <a:gd name="connsiteY20564" fmla="*/ 2103825 h 2398711"/>
              <a:gd name="connsiteX20565" fmla="*/ 1509304 w 2119654"/>
              <a:gd name="connsiteY20565" fmla="*/ 2105914 h 2398711"/>
              <a:gd name="connsiteX20566" fmla="*/ 1510709 w 2119654"/>
              <a:gd name="connsiteY20566" fmla="*/ 2106029 h 2398711"/>
              <a:gd name="connsiteX20567" fmla="*/ 1511621 w 2119654"/>
              <a:gd name="connsiteY20567" fmla="*/ 2103571 h 2398711"/>
              <a:gd name="connsiteX20568" fmla="*/ 1509883 w 2119654"/>
              <a:gd name="connsiteY20568" fmla="*/ 2100839 h 2398711"/>
              <a:gd name="connsiteX20569" fmla="*/ 1509739 w 2119654"/>
              <a:gd name="connsiteY20569" fmla="*/ 2101267 h 2398711"/>
              <a:gd name="connsiteX20570" fmla="*/ 1512166 w 2119654"/>
              <a:gd name="connsiteY20570" fmla="*/ 2102102 h 2398711"/>
              <a:gd name="connsiteX20571" fmla="*/ 1513280 w 2119654"/>
              <a:gd name="connsiteY20571" fmla="*/ 2099099 h 2398711"/>
              <a:gd name="connsiteX20572" fmla="*/ 1574078 w 2119654"/>
              <a:gd name="connsiteY20572" fmla="*/ 1956999 h 2398711"/>
              <a:gd name="connsiteX20573" fmla="*/ 1575888 w 2119654"/>
              <a:gd name="connsiteY20573" fmla="*/ 1956787 h 2398711"/>
              <a:gd name="connsiteX20574" fmla="*/ 1576893 w 2119654"/>
              <a:gd name="connsiteY20574" fmla="*/ 1956500 h 2398711"/>
              <a:gd name="connsiteX20575" fmla="*/ 1574918 w 2119654"/>
              <a:gd name="connsiteY20575" fmla="*/ 1955738 h 2398711"/>
              <a:gd name="connsiteX20576" fmla="*/ 1534130 w 2119654"/>
              <a:gd name="connsiteY20576" fmla="*/ 2046213 h 2398711"/>
              <a:gd name="connsiteX20577" fmla="*/ 1535739 w 2119654"/>
              <a:gd name="connsiteY20577" fmla="*/ 2046926 h 2398711"/>
              <a:gd name="connsiteX20578" fmla="*/ 1540916 w 2119654"/>
              <a:gd name="connsiteY20578" fmla="*/ 2044290 h 2398711"/>
              <a:gd name="connsiteX20579" fmla="*/ 1540909 w 2119654"/>
              <a:gd name="connsiteY20579" fmla="*/ 2043478 h 2398711"/>
              <a:gd name="connsiteX20580" fmla="*/ 1535852 w 2119654"/>
              <a:gd name="connsiteY20580" fmla="*/ 2043217 h 2398711"/>
              <a:gd name="connsiteX20581" fmla="*/ 1551028 w 2119654"/>
              <a:gd name="connsiteY20581" fmla="*/ 2008247 h 2398711"/>
              <a:gd name="connsiteX20582" fmla="*/ 1554034 w 2119654"/>
              <a:gd name="connsiteY20582" fmla="*/ 2009402 h 2398711"/>
              <a:gd name="connsiteX20583" fmla="*/ 1555360 w 2119654"/>
              <a:gd name="connsiteY20583" fmla="*/ 2006867 h 2398711"/>
              <a:gd name="connsiteX20584" fmla="*/ 1554871 w 2119654"/>
              <a:gd name="connsiteY20584" fmla="*/ 2006965 h 2398711"/>
              <a:gd name="connsiteX20585" fmla="*/ 1529183 w 2119654"/>
              <a:gd name="connsiteY20585" fmla="*/ 2057164 h 2398711"/>
              <a:gd name="connsiteX20586" fmla="*/ 1528559 w 2119654"/>
              <a:gd name="connsiteY20586" fmla="*/ 2058845 h 2398711"/>
              <a:gd name="connsiteX20587" fmla="*/ 1529650 w 2119654"/>
              <a:gd name="connsiteY20587" fmla="*/ 2058065 h 2398711"/>
              <a:gd name="connsiteX20588" fmla="*/ 1529978 w 2119654"/>
              <a:gd name="connsiteY20588" fmla="*/ 2057050 h 2398711"/>
              <a:gd name="connsiteX20589" fmla="*/ 1572693 w 2119654"/>
              <a:gd name="connsiteY20589" fmla="*/ 1959648 h 2398711"/>
              <a:gd name="connsiteX20590" fmla="*/ 1572783 w 2119654"/>
              <a:gd name="connsiteY20590" fmla="*/ 1960102 h 2398711"/>
              <a:gd name="connsiteX20591" fmla="*/ 1578711 w 2119654"/>
              <a:gd name="connsiteY20591" fmla="*/ 1958754 h 2398711"/>
              <a:gd name="connsiteX20592" fmla="*/ 1579056 w 2119654"/>
              <a:gd name="connsiteY20592" fmla="*/ 1957958 h 2398711"/>
              <a:gd name="connsiteX20593" fmla="*/ 1578585 w 2119654"/>
              <a:gd name="connsiteY20593" fmla="*/ 1957968 h 2398711"/>
              <a:gd name="connsiteX20594" fmla="*/ 1525862 w 2119654"/>
              <a:gd name="connsiteY20594" fmla="*/ 2064446 h 2398711"/>
              <a:gd name="connsiteX20595" fmla="*/ 1526101 w 2119654"/>
              <a:gd name="connsiteY20595" fmla="*/ 2064538 h 2398711"/>
              <a:gd name="connsiteX20596" fmla="*/ 1526234 w 2119654"/>
              <a:gd name="connsiteY20596" fmla="*/ 2064181 h 2398711"/>
              <a:gd name="connsiteX20597" fmla="*/ 1529540 w 2119654"/>
              <a:gd name="connsiteY20597" fmla="*/ 2056201 h 2398711"/>
              <a:gd name="connsiteX20598" fmla="*/ 1529512 w 2119654"/>
              <a:gd name="connsiteY20598" fmla="*/ 2056277 h 2398711"/>
              <a:gd name="connsiteX20599" fmla="*/ 1529821 w 2119654"/>
              <a:gd name="connsiteY20599" fmla="*/ 2056262 h 2398711"/>
              <a:gd name="connsiteX20600" fmla="*/ 1555302 w 2119654"/>
              <a:gd name="connsiteY20600" fmla="*/ 1998496 h 2398711"/>
              <a:gd name="connsiteX20601" fmla="*/ 1555817 w 2119654"/>
              <a:gd name="connsiteY20601" fmla="*/ 2000667 h 2398711"/>
              <a:gd name="connsiteX20602" fmla="*/ 1558346 w 2119654"/>
              <a:gd name="connsiteY20602" fmla="*/ 2000712 h 2398711"/>
              <a:gd name="connsiteX20603" fmla="*/ 1558352 w 2119654"/>
              <a:gd name="connsiteY20603" fmla="*/ 1999235 h 2398711"/>
              <a:gd name="connsiteX20604" fmla="*/ 1557261 w 2119654"/>
              <a:gd name="connsiteY20604" fmla="*/ 1998996 h 2398711"/>
              <a:gd name="connsiteX20605" fmla="*/ 1861591 w 2119654"/>
              <a:gd name="connsiteY20605" fmla="*/ 1312174 h 2398711"/>
              <a:gd name="connsiteX20606" fmla="*/ 1865293 w 2119654"/>
              <a:gd name="connsiteY20606" fmla="*/ 1310440 h 2398711"/>
              <a:gd name="connsiteX20607" fmla="*/ 1864014 w 2119654"/>
              <a:gd name="connsiteY20607" fmla="*/ 1309203 h 2398711"/>
              <a:gd name="connsiteX20608" fmla="*/ 1861445 w 2119654"/>
              <a:gd name="connsiteY20608" fmla="*/ 1312496 h 2398711"/>
              <a:gd name="connsiteX20609" fmla="*/ 1861726 w 2119654"/>
              <a:gd name="connsiteY20609" fmla="*/ 1312640 h 2398711"/>
              <a:gd name="connsiteX20610" fmla="*/ 1865764 w 2119654"/>
              <a:gd name="connsiteY20610" fmla="*/ 1310897 h 2398711"/>
              <a:gd name="connsiteX20611" fmla="*/ 1865468 w 2119654"/>
              <a:gd name="connsiteY20611" fmla="*/ 1310610 h 2398711"/>
              <a:gd name="connsiteX20612" fmla="*/ 1816004 w 2119654"/>
              <a:gd name="connsiteY20612" fmla="*/ 1414186 h 2398711"/>
              <a:gd name="connsiteX20613" fmla="*/ 1815997 w 2119654"/>
              <a:gd name="connsiteY20613" fmla="*/ 1414207 h 2398711"/>
              <a:gd name="connsiteX20614" fmla="*/ 1816356 w 2119654"/>
              <a:gd name="connsiteY20614" fmla="*/ 1414108 h 2398711"/>
              <a:gd name="connsiteX20615" fmla="*/ 1816539 w 2119654"/>
              <a:gd name="connsiteY20615" fmla="*/ 1413894 h 2398711"/>
              <a:gd name="connsiteX20616" fmla="*/ 1569499 w 2119654"/>
              <a:gd name="connsiteY20616" fmla="*/ 1966073 h 2398711"/>
              <a:gd name="connsiteX20617" fmla="*/ 1569514 w 2119654"/>
              <a:gd name="connsiteY20617" fmla="*/ 1966376 h 2398711"/>
              <a:gd name="connsiteX20618" fmla="*/ 1570040 w 2119654"/>
              <a:gd name="connsiteY20618" fmla="*/ 1966456 h 2398711"/>
              <a:gd name="connsiteX20619" fmla="*/ 1571255 w 2119654"/>
              <a:gd name="connsiteY20619" fmla="*/ 1966007 h 2398711"/>
              <a:gd name="connsiteX20620" fmla="*/ 1570364 w 2119654"/>
              <a:gd name="connsiteY20620" fmla="*/ 1965806 h 2398711"/>
              <a:gd name="connsiteX20621" fmla="*/ 1563457 w 2119654"/>
              <a:gd name="connsiteY20621" fmla="*/ 1979521 h 2398711"/>
              <a:gd name="connsiteX20622" fmla="*/ 1563643 w 2119654"/>
              <a:gd name="connsiteY20622" fmla="*/ 1979508 h 2398711"/>
              <a:gd name="connsiteX20623" fmla="*/ 1563650 w 2119654"/>
              <a:gd name="connsiteY20623" fmla="*/ 1979460 h 2398711"/>
              <a:gd name="connsiteX20624" fmla="*/ 1511984 w 2119654"/>
              <a:gd name="connsiteY20624" fmla="*/ 2094670 h 2398711"/>
              <a:gd name="connsiteX20625" fmla="*/ 1511882 w 2119654"/>
              <a:gd name="connsiteY20625" fmla="*/ 2094919 h 2398711"/>
              <a:gd name="connsiteX20626" fmla="*/ 1511175 w 2119654"/>
              <a:gd name="connsiteY20626" fmla="*/ 2097015 h 2398711"/>
              <a:gd name="connsiteX20627" fmla="*/ 1514093 w 2119654"/>
              <a:gd name="connsiteY20627" fmla="*/ 2095520 h 2398711"/>
              <a:gd name="connsiteX20628" fmla="*/ 1569532 w 2119654"/>
              <a:gd name="connsiteY20628" fmla="*/ 1965806 h 2398711"/>
              <a:gd name="connsiteX20629" fmla="*/ 1569881 w 2119654"/>
              <a:gd name="connsiteY20629" fmla="*/ 1965698 h 2398711"/>
              <a:gd name="connsiteX20630" fmla="*/ 1569815 w 2119654"/>
              <a:gd name="connsiteY20630" fmla="*/ 1965683 h 2398711"/>
              <a:gd name="connsiteX20631" fmla="*/ 1531470 w 2119654"/>
              <a:gd name="connsiteY20631" fmla="*/ 2050998 h 2398711"/>
              <a:gd name="connsiteX20632" fmla="*/ 1529624 w 2119654"/>
              <a:gd name="connsiteY20632" fmla="*/ 2055974 h 2398711"/>
              <a:gd name="connsiteX20633" fmla="*/ 1530279 w 2119654"/>
              <a:gd name="connsiteY20633" fmla="*/ 2056116 h 2398711"/>
              <a:gd name="connsiteX20634" fmla="*/ 1531807 w 2119654"/>
              <a:gd name="connsiteY20634" fmla="*/ 2051390 h 2398711"/>
              <a:gd name="connsiteX20635" fmla="*/ 1531884 w 2119654"/>
              <a:gd name="connsiteY20635" fmla="*/ 2051115 h 2398711"/>
              <a:gd name="connsiteX20636" fmla="*/ 1534933 w 2119654"/>
              <a:gd name="connsiteY20636" fmla="*/ 2043170 h 2398711"/>
              <a:gd name="connsiteX20637" fmla="*/ 1534205 w 2119654"/>
              <a:gd name="connsiteY20637" fmla="*/ 2045423 h 2398711"/>
              <a:gd name="connsiteX20638" fmla="*/ 1535484 w 2119654"/>
              <a:gd name="connsiteY20638" fmla="*/ 2043199 h 2398711"/>
              <a:gd name="connsiteX20639" fmla="*/ 1571873 w 2119654"/>
              <a:gd name="connsiteY20639" fmla="*/ 1960309 h 2398711"/>
              <a:gd name="connsiteX20640" fmla="*/ 1572460 w 2119654"/>
              <a:gd name="connsiteY20640" fmla="*/ 1960175 h 2398711"/>
              <a:gd name="connsiteX20641" fmla="*/ 1572372 w 2119654"/>
              <a:gd name="connsiteY20641" fmla="*/ 1959740 h 2398711"/>
              <a:gd name="connsiteX20642" fmla="*/ 1572223 w 2119654"/>
              <a:gd name="connsiteY20642" fmla="*/ 1959783 h 2398711"/>
              <a:gd name="connsiteX20643" fmla="*/ 1535193 w 2119654"/>
              <a:gd name="connsiteY20643" fmla="*/ 2042421 h 2398711"/>
              <a:gd name="connsiteX20644" fmla="*/ 1535910 w 2119654"/>
              <a:gd name="connsiteY20644" fmla="*/ 2042458 h 2398711"/>
              <a:gd name="connsiteX20645" fmla="*/ 1536007 w 2119654"/>
              <a:gd name="connsiteY20645" fmla="*/ 2042290 h 2398711"/>
              <a:gd name="connsiteX20646" fmla="*/ 1860930 w 2119654"/>
              <a:gd name="connsiteY20646" fmla="*/ 1312984 h 2398711"/>
              <a:gd name="connsiteX20647" fmla="*/ 1861127 w 2119654"/>
              <a:gd name="connsiteY20647" fmla="*/ 1312899 h 2398711"/>
              <a:gd name="connsiteX20648" fmla="*/ 1861038 w 2119654"/>
              <a:gd name="connsiteY20648" fmla="*/ 1312853 h 2398711"/>
              <a:gd name="connsiteX20649" fmla="*/ 1816759 w 2119654"/>
              <a:gd name="connsiteY20649" fmla="*/ 1411854 h 2398711"/>
              <a:gd name="connsiteX20650" fmla="*/ 1816282 w 2119654"/>
              <a:gd name="connsiteY20650" fmla="*/ 1413329 h 2398711"/>
              <a:gd name="connsiteX20651" fmla="*/ 1817660 w 2119654"/>
              <a:gd name="connsiteY20651" fmla="*/ 1412575 h 2398711"/>
              <a:gd name="connsiteX20652" fmla="*/ 1818784 w 2119654"/>
              <a:gd name="connsiteY20652" fmla="*/ 1411254 h 2398711"/>
              <a:gd name="connsiteX20653" fmla="*/ 1819169 w 2119654"/>
              <a:gd name="connsiteY20653" fmla="*/ 1410466 h 2398711"/>
              <a:gd name="connsiteX20654" fmla="*/ 1555090 w 2119654"/>
              <a:gd name="connsiteY20654" fmla="*/ 1997607 h 2398711"/>
              <a:gd name="connsiteX20655" fmla="*/ 1555186 w 2119654"/>
              <a:gd name="connsiteY20655" fmla="*/ 1998008 h 2398711"/>
              <a:gd name="connsiteX20656" fmla="*/ 1558354 w 2119654"/>
              <a:gd name="connsiteY20656" fmla="*/ 1998816 h 2398711"/>
              <a:gd name="connsiteX20657" fmla="*/ 1558363 w 2119654"/>
              <a:gd name="connsiteY20657" fmla="*/ 1996549 h 2398711"/>
              <a:gd name="connsiteX20658" fmla="*/ 1557996 w 2119654"/>
              <a:gd name="connsiteY20658" fmla="*/ 1996466 h 2398711"/>
              <a:gd name="connsiteX20659" fmla="*/ 1514970 w 2119654"/>
              <a:gd name="connsiteY20659" fmla="*/ 2087330 h 2398711"/>
              <a:gd name="connsiteX20660" fmla="*/ 1513628 w 2119654"/>
              <a:gd name="connsiteY20660" fmla="*/ 2090629 h 2398711"/>
              <a:gd name="connsiteX20661" fmla="*/ 1513781 w 2119654"/>
              <a:gd name="connsiteY20661" fmla="*/ 2090624 h 2398711"/>
              <a:gd name="connsiteX20662" fmla="*/ 1513551 w 2119654"/>
              <a:gd name="connsiteY20662" fmla="*/ 2090818 h 2398711"/>
              <a:gd name="connsiteX20663" fmla="*/ 1512080 w 2119654"/>
              <a:gd name="connsiteY20663" fmla="*/ 2094434 h 2398711"/>
              <a:gd name="connsiteX20664" fmla="*/ 1514392 w 2119654"/>
              <a:gd name="connsiteY20664" fmla="*/ 2095367 h 2398711"/>
              <a:gd name="connsiteX20665" fmla="*/ 1514729 w 2119654"/>
              <a:gd name="connsiteY20665" fmla="*/ 2095194 h 2398711"/>
              <a:gd name="connsiteX20666" fmla="*/ 1517821 w 2119654"/>
              <a:gd name="connsiteY20666" fmla="*/ 2086859 h 2398711"/>
              <a:gd name="connsiteX20667" fmla="*/ 1515256 w 2119654"/>
              <a:gd name="connsiteY20667" fmla="*/ 2086627 h 2398711"/>
              <a:gd name="connsiteX20668" fmla="*/ 1515113 w 2119654"/>
              <a:gd name="connsiteY20668" fmla="*/ 2086978 h 2398711"/>
              <a:gd name="connsiteX20669" fmla="*/ 1517356 w 2119654"/>
              <a:gd name="connsiteY20669" fmla="*/ 2086631 h 2398711"/>
              <a:gd name="connsiteX20670" fmla="*/ 1517941 w 2119654"/>
              <a:gd name="connsiteY20670" fmla="*/ 2086535 h 2398711"/>
              <a:gd name="connsiteX20671" fmla="*/ 1518351 w 2119654"/>
              <a:gd name="connsiteY20671" fmla="*/ 2085429 h 2398711"/>
              <a:gd name="connsiteX20672" fmla="*/ 1571137 w 2119654"/>
              <a:gd name="connsiteY20672" fmla="*/ 1961412 h 2398711"/>
              <a:gd name="connsiteX20673" fmla="*/ 1572623 w 2119654"/>
              <a:gd name="connsiteY20673" fmla="*/ 1960987 h 2398711"/>
              <a:gd name="connsiteX20674" fmla="*/ 1572571 w 2119654"/>
              <a:gd name="connsiteY20674" fmla="*/ 1960727 h 2398711"/>
              <a:gd name="connsiteX20675" fmla="*/ 1571419 w 2119654"/>
              <a:gd name="connsiteY20675" fmla="*/ 1960989 h 2398711"/>
              <a:gd name="connsiteX20676" fmla="*/ 1486886 w 2119654"/>
              <a:gd name="connsiteY20676" fmla="*/ 2150032 h 2398711"/>
              <a:gd name="connsiteX20677" fmla="*/ 1487266 w 2119654"/>
              <a:gd name="connsiteY20677" fmla="*/ 2150297 h 2398711"/>
              <a:gd name="connsiteX20678" fmla="*/ 1487307 w 2119654"/>
              <a:gd name="connsiteY20678" fmla="*/ 2149901 h 2398711"/>
              <a:gd name="connsiteX20679" fmla="*/ 1513207 w 2119654"/>
              <a:gd name="connsiteY20679" fmla="*/ 2090883 h 2398711"/>
              <a:gd name="connsiteX20680" fmla="*/ 1513082 w 2119654"/>
              <a:gd name="connsiteY20680" fmla="*/ 2091367 h 2398711"/>
              <a:gd name="connsiteX20681" fmla="*/ 1513023 w 2119654"/>
              <a:gd name="connsiteY20681" fmla="*/ 2091543 h 2398711"/>
              <a:gd name="connsiteX20682" fmla="*/ 1513282 w 2119654"/>
              <a:gd name="connsiteY20682" fmla="*/ 2090881 h 2398711"/>
              <a:gd name="connsiteX20683" fmla="*/ 1536151 w 2119654"/>
              <a:gd name="connsiteY20683" fmla="*/ 2039403 h 2398711"/>
              <a:gd name="connsiteX20684" fmla="*/ 1535670 w 2119654"/>
              <a:gd name="connsiteY20684" fmla="*/ 2040891 h 2398711"/>
              <a:gd name="connsiteX20685" fmla="*/ 1536851 w 2119654"/>
              <a:gd name="connsiteY20685" fmla="*/ 2040823 h 2398711"/>
              <a:gd name="connsiteX20686" fmla="*/ 1538526 w 2119654"/>
              <a:gd name="connsiteY20686" fmla="*/ 2037910 h 2398711"/>
              <a:gd name="connsiteX20687" fmla="*/ 1537644 w 2119654"/>
              <a:gd name="connsiteY20687" fmla="*/ 2038047 h 2398711"/>
              <a:gd name="connsiteX20688" fmla="*/ 1827671 w 2119654"/>
              <a:gd name="connsiteY20688" fmla="*/ 1386583 h 2398711"/>
              <a:gd name="connsiteX20689" fmla="*/ 1830267 w 2119654"/>
              <a:gd name="connsiteY20689" fmla="*/ 1385874 h 2398711"/>
              <a:gd name="connsiteX20690" fmla="*/ 1829711 w 2119654"/>
              <a:gd name="connsiteY20690" fmla="*/ 1385281 h 2398711"/>
              <a:gd name="connsiteX20691" fmla="*/ 1549748 w 2119654"/>
              <a:gd name="connsiteY20691" fmla="*/ 2008675 h 2398711"/>
              <a:gd name="connsiteX20692" fmla="*/ 1553423 w 2119654"/>
              <a:gd name="connsiteY20692" fmla="*/ 2010571 h 2398711"/>
              <a:gd name="connsiteX20693" fmla="*/ 1553839 w 2119654"/>
              <a:gd name="connsiteY20693" fmla="*/ 2009775 h 2398711"/>
              <a:gd name="connsiteX20694" fmla="*/ 1550404 w 2119654"/>
              <a:gd name="connsiteY20694" fmla="*/ 2008456 h 2398711"/>
              <a:gd name="connsiteX20695" fmla="*/ 1453191 w 2119654"/>
              <a:gd name="connsiteY20695" fmla="*/ 2224787 h 2398711"/>
              <a:gd name="connsiteX20696" fmla="*/ 1475344 w 2119654"/>
              <a:gd name="connsiteY20696" fmla="*/ 2231422 h 2398711"/>
              <a:gd name="connsiteX20697" fmla="*/ 1475865 w 2119654"/>
              <a:gd name="connsiteY20697" fmla="*/ 2228073 h 2398711"/>
              <a:gd name="connsiteX20698" fmla="*/ 1528639 w 2119654"/>
              <a:gd name="connsiteY20698" fmla="*/ 2055760 h 2398711"/>
              <a:gd name="connsiteX20699" fmla="*/ 1529304 w 2119654"/>
              <a:gd name="connsiteY20699" fmla="*/ 2055904 h 2398711"/>
              <a:gd name="connsiteX20700" fmla="*/ 1529877 w 2119654"/>
              <a:gd name="connsiteY20700" fmla="*/ 2054358 h 2398711"/>
              <a:gd name="connsiteX20701" fmla="*/ 1530255 w 2119654"/>
              <a:gd name="connsiteY20701" fmla="*/ 2052950 h 2398711"/>
              <a:gd name="connsiteX20702" fmla="*/ 1518768 w 2119654"/>
              <a:gd name="connsiteY20702" fmla="*/ 2077798 h 2398711"/>
              <a:gd name="connsiteX20703" fmla="*/ 1518575 w 2119654"/>
              <a:gd name="connsiteY20703" fmla="*/ 2078292 h 2398711"/>
              <a:gd name="connsiteX20704" fmla="*/ 1519588 w 2119654"/>
              <a:gd name="connsiteY20704" fmla="*/ 2077900 h 2398711"/>
              <a:gd name="connsiteX20705" fmla="*/ 1519002 w 2119654"/>
              <a:gd name="connsiteY20705" fmla="*/ 2077198 h 2398711"/>
              <a:gd name="connsiteX20706" fmla="*/ 1518978 w 2119654"/>
              <a:gd name="connsiteY20706" fmla="*/ 2077260 h 2398711"/>
              <a:gd name="connsiteX20707" fmla="*/ 1520641 w 2119654"/>
              <a:gd name="connsiteY20707" fmla="*/ 2077492 h 2398711"/>
              <a:gd name="connsiteX20708" fmla="*/ 1521011 w 2119654"/>
              <a:gd name="connsiteY20708" fmla="*/ 2077349 h 2398711"/>
              <a:gd name="connsiteX20709" fmla="*/ 1521009 w 2119654"/>
              <a:gd name="connsiteY20709" fmla="*/ 2077349 h 2398711"/>
              <a:gd name="connsiteX20710" fmla="*/ 1569836 w 2119654"/>
              <a:gd name="connsiteY20710" fmla="*/ 1963365 h 2398711"/>
              <a:gd name="connsiteX20711" fmla="*/ 1572820 w 2119654"/>
              <a:gd name="connsiteY20711" fmla="*/ 1961964 h 2398711"/>
              <a:gd name="connsiteX20712" fmla="*/ 1572663 w 2119654"/>
              <a:gd name="connsiteY20712" fmla="*/ 1961184 h 2398711"/>
              <a:gd name="connsiteX20713" fmla="*/ 1570966 w 2119654"/>
              <a:gd name="connsiteY20713" fmla="*/ 1961669 h 2398711"/>
              <a:gd name="connsiteX20714" fmla="*/ 1528308 w 2119654"/>
              <a:gd name="connsiteY20714" fmla="*/ 2056336 h 2398711"/>
              <a:gd name="connsiteX20715" fmla="*/ 1529159 w 2119654"/>
              <a:gd name="connsiteY20715" fmla="*/ 2056295 h 2398711"/>
              <a:gd name="connsiteX20716" fmla="*/ 1529220 w 2119654"/>
              <a:gd name="connsiteY20716" fmla="*/ 2056132 h 2398711"/>
              <a:gd name="connsiteX20717" fmla="*/ 1528514 w 2119654"/>
              <a:gd name="connsiteY20717" fmla="*/ 2055979 h 2398711"/>
              <a:gd name="connsiteX20718" fmla="*/ 1519527 w 2119654"/>
              <a:gd name="connsiteY20718" fmla="*/ 2075858 h 2398711"/>
              <a:gd name="connsiteX20719" fmla="*/ 1519111 w 2119654"/>
              <a:gd name="connsiteY20719" fmla="*/ 2076920 h 2398711"/>
              <a:gd name="connsiteX20720" fmla="*/ 1521443 w 2119654"/>
              <a:gd name="connsiteY20720" fmla="*/ 2077096 h 2398711"/>
              <a:gd name="connsiteX20721" fmla="*/ 1521964 w 2119654"/>
              <a:gd name="connsiteY20721" fmla="*/ 2075691 h 2398711"/>
              <a:gd name="connsiteX20722" fmla="*/ 1524020 w 2119654"/>
              <a:gd name="connsiteY20722" fmla="*/ 2065762 h 2398711"/>
              <a:gd name="connsiteX20723" fmla="*/ 1523834 w 2119654"/>
              <a:gd name="connsiteY20723" fmla="*/ 2067138 h 2398711"/>
              <a:gd name="connsiteX20724" fmla="*/ 1525187 w 2119654"/>
              <a:gd name="connsiteY20724" fmla="*/ 2067003 h 2398711"/>
              <a:gd name="connsiteX20725" fmla="*/ 1525981 w 2119654"/>
              <a:gd name="connsiteY20725" fmla="*/ 2064862 h 2398711"/>
              <a:gd name="connsiteX20726" fmla="*/ 1525525 w 2119654"/>
              <a:gd name="connsiteY20726" fmla="*/ 2064687 h 2398711"/>
              <a:gd name="connsiteX20727" fmla="*/ 1832689 w 2119654"/>
              <a:gd name="connsiteY20727" fmla="*/ 1374483 h 2398711"/>
              <a:gd name="connsiteX20728" fmla="*/ 1834886 w 2119654"/>
              <a:gd name="connsiteY20728" fmla="*/ 1373589 h 2398711"/>
              <a:gd name="connsiteX20729" fmla="*/ 1837945 w 2119654"/>
              <a:gd name="connsiteY20729" fmla="*/ 1372076 h 2398711"/>
              <a:gd name="connsiteX20730" fmla="*/ 1840597 w 2119654"/>
              <a:gd name="connsiteY20730" fmla="*/ 1366654 h 2398711"/>
              <a:gd name="connsiteX20731" fmla="*/ 1839052 w 2119654"/>
              <a:gd name="connsiteY20731" fmla="*/ 1365204 h 2398711"/>
              <a:gd name="connsiteX20732" fmla="*/ 1520847 w 2119654"/>
              <a:gd name="connsiteY20732" fmla="*/ 2072484 h 2398711"/>
              <a:gd name="connsiteX20733" fmla="*/ 1519611 w 2119654"/>
              <a:gd name="connsiteY20733" fmla="*/ 2075642 h 2398711"/>
              <a:gd name="connsiteX20734" fmla="*/ 1522032 w 2119654"/>
              <a:gd name="connsiteY20734" fmla="*/ 2075508 h 2398711"/>
              <a:gd name="connsiteX20735" fmla="*/ 1522976 w 2119654"/>
              <a:gd name="connsiteY20735" fmla="*/ 2072963 h 2398711"/>
              <a:gd name="connsiteX20736" fmla="*/ 1839169 w 2119654"/>
              <a:gd name="connsiteY20736" fmla="*/ 1359650 h 2398711"/>
              <a:gd name="connsiteX20737" fmla="*/ 1839530 w 2119654"/>
              <a:gd name="connsiteY20737" fmla="*/ 1360374 h 2398711"/>
              <a:gd name="connsiteX20738" fmla="*/ 1840740 w 2119654"/>
              <a:gd name="connsiteY20738" fmla="*/ 1358610 h 2398711"/>
              <a:gd name="connsiteX20739" fmla="*/ 1481151 w 2119654"/>
              <a:gd name="connsiteY20739" fmla="*/ 2161284 h 2398711"/>
              <a:gd name="connsiteX20740" fmla="*/ 1485921 w 2119654"/>
              <a:gd name="connsiteY20740" fmla="*/ 2163102 h 2398711"/>
              <a:gd name="connsiteX20741" fmla="*/ 1486194 w 2119654"/>
              <a:gd name="connsiteY20741" fmla="*/ 2160498 h 2398711"/>
              <a:gd name="connsiteX20742" fmla="*/ 1489095 w 2119654"/>
              <a:gd name="connsiteY20742" fmla="*/ 2143444 h 2398711"/>
              <a:gd name="connsiteX20743" fmla="*/ 1488663 w 2119654"/>
              <a:gd name="connsiteY20743" fmla="*/ 2147159 h 2398711"/>
              <a:gd name="connsiteX20744" fmla="*/ 1493971 w 2119654"/>
              <a:gd name="connsiteY20744" fmla="*/ 2145507 h 2398711"/>
              <a:gd name="connsiteX20745" fmla="*/ 1494284 w 2119654"/>
              <a:gd name="connsiteY20745" fmla="*/ 2144582 h 2398711"/>
              <a:gd name="connsiteX20746" fmla="*/ 1492477 w 2119654"/>
              <a:gd name="connsiteY20746" fmla="*/ 2144203 h 2398711"/>
              <a:gd name="connsiteX20747" fmla="*/ 1514086 w 2119654"/>
              <a:gd name="connsiteY20747" fmla="*/ 2087476 h 2398711"/>
              <a:gd name="connsiteX20748" fmla="*/ 1513270 w 2119654"/>
              <a:gd name="connsiteY20748" fmla="*/ 2090642 h 2398711"/>
              <a:gd name="connsiteX20749" fmla="*/ 1513377 w 2119654"/>
              <a:gd name="connsiteY20749" fmla="*/ 2090638 h 2398711"/>
              <a:gd name="connsiteX20750" fmla="*/ 1514650 w 2119654"/>
              <a:gd name="connsiteY20750" fmla="*/ 2087383 h 2398711"/>
              <a:gd name="connsiteX20751" fmla="*/ 1819373 w 2119654"/>
              <a:gd name="connsiteY20751" fmla="*/ 1403786 h 2398711"/>
              <a:gd name="connsiteX20752" fmla="*/ 1816801 w 2119654"/>
              <a:gd name="connsiteY20752" fmla="*/ 1411726 h 2398711"/>
              <a:gd name="connsiteX20753" fmla="*/ 1819239 w 2119654"/>
              <a:gd name="connsiteY20753" fmla="*/ 1410321 h 2398711"/>
              <a:gd name="connsiteX20754" fmla="*/ 1825283 w 2119654"/>
              <a:gd name="connsiteY20754" fmla="*/ 1397963 h 2398711"/>
              <a:gd name="connsiteX20755" fmla="*/ 1514200 w 2119654"/>
              <a:gd name="connsiteY20755" fmla="*/ 2087036 h 2398711"/>
              <a:gd name="connsiteX20756" fmla="*/ 1514177 w 2119654"/>
              <a:gd name="connsiteY20756" fmla="*/ 2087123 h 2398711"/>
              <a:gd name="connsiteX20757" fmla="*/ 1514789 w 2119654"/>
              <a:gd name="connsiteY20757" fmla="*/ 2087028 h 2398711"/>
              <a:gd name="connsiteX20758" fmla="*/ 1514891 w 2119654"/>
              <a:gd name="connsiteY20758" fmla="*/ 2086768 h 2398711"/>
              <a:gd name="connsiteX20759" fmla="*/ 1522719 w 2119654"/>
              <a:gd name="connsiteY20759" fmla="*/ 2067698 h 2398711"/>
              <a:gd name="connsiteX20760" fmla="*/ 1520991 w 2119654"/>
              <a:gd name="connsiteY20760" fmla="*/ 2072115 h 2398711"/>
              <a:gd name="connsiteX20761" fmla="*/ 1521575 w 2119654"/>
              <a:gd name="connsiteY20761" fmla="*/ 2072272 h 2398711"/>
              <a:gd name="connsiteX20762" fmla="*/ 1523105 w 2119654"/>
              <a:gd name="connsiteY20762" fmla="*/ 2072616 h 2398711"/>
              <a:gd name="connsiteX20763" fmla="*/ 1525014 w 2119654"/>
              <a:gd name="connsiteY20763" fmla="*/ 2067470 h 2398711"/>
              <a:gd name="connsiteX20764" fmla="*/ 1523773 w 2119654"/>
              <a:gd name="connsiteY20764" fmla="*/ 2067593 h 2398711"/>
              <a:gd name="connsiteX20765" fmla="*/ 1523492 w 2119654"/>
              <a:gd name="connsiteY20765" fmla="*/ 2069669 h 2398711"/>
              <a:gd name="connsiteX20766" fmla="*/ 1523264 w 2119654"/>
              <a:gd name="connsiteY20766" fmla="*/ 2069853 h 2398711"/>
              <a:gd name="connsiteX20767" fmla="*/ 1523567 w 2119654"/>
              <a:gd name="connsiteY20767" fmla="*/ 2067614 h 2398711"/>
              <a:gd name="connsiteX20768" fmla="*/ 1534788 w 2119654"/>
              <a:gd name="connsiteY20768" fmla="*/ 2040638 h 2398711"/>
              <a:gd name="connsiteX20769" fmla="*/ 1534714 w 2119654"/>
              <a:gd name="connsiteY20769" fmla="*/ 2040945 h 2398711"/>
              <a:gd name="connsiteX20770" fmla="*/ 1534721 w 2119654"/>
              <a:gd name="connsiteY20770" fmla="*/ 2040945 h 2398711"/>
              <a:gd name="connsiteX20771" fmla="*/ 1534812 w 2119654"/>
              <a:gd name="connsiteY20771" fmla="*/ 2040617 h 2398711"/>
              <a:gd name="connsiteX20772" fmla="*/ 1525684 w 2119654"/>
              <a:gd name="connsiteY20772" fmla="*/ 2060900 h 2398711"/>
              <a:gd name="connsiteX20773" fmla="*/ 1528088 w 2119654"/>
              <a:gd name="connsiteY20773" fmla="*/ 2059182 h 2398711"/>
              <a:gd name="connsiteX20774" fmla="*/ 1528817 w 2119654"/>
              <a:gd name="connsiteY20774" fmla="*/ 2057217 h 2398711"/>
              <a:gd name="connsiteX20775" fmla="*/ 1527711 w 2119654"/>
              <a:gd name="connsiteY20775" fmla="*/ 2057375 h 2398711"/>
              <a:gd name="connsiteX20776" fmla="*/ 1523265 w 2119654"/>
              <a:gd name="connsiteY20776" fmla="*/ 2066302 h 2398711"/>
              <a:gd name="connsiteX20777" fmla="*/ 1522902 w 2119654"/>
              <a:gd name="connsiteY20777" fmla="*/ 2067231 h 2398711"/>
              <a:gd name="connsiteX20778" fmla="*/ 1523628 w 2119654"/>
              <a:gd name="connsiteY20778" fmla="*/ 2067158 h 2398711"/>
              <a:gd name="connsiteX20779" fmla="*/ 1523795 w 2119654"/>
              <a:gd name="connsiteY20779" fmla="*/ 2065923 h 2398711"/>
              <a:gd name="connsiteX20780" fmla="*/ 1554640 w 2119654"/>
              <a:gd name="connsiteY20780" fmla="*/ 1995713 h 2398711"/>
              <a:gd name="connsiteX20781" fmla="*/ 1554997 w 2119654"/>
              <a:gd name="connsiteY20781" fmla="*/ 1997215 h 2398711"/>
              <a:gd name="connsiteX20782" fmla="*/ 1557302 w 2119654"/>
              <a:gd name="connsiteY20782" fmla="*/ 1996310 h 2398711"/>
              <a:gd name="connsiteX20783" fmla="*/ 1561300 w 2119654"/>
              <a:gd name="connsiteY20783" fmla="*/ 1980206 h 2398711"/>
              <a:gd name="connsiteX20784" fmla="*/ 1562787 w 2119654"/>
              <a:gd name="connsiteY20784" fmla="*/ 1980176 h 2398711"/>
              <a:gd name="connsiteX20785" fmla="*/ 1563370 w 2119654"/>
              <a:gd name="connsiteY20785" fmla="*/ 1979950 h 2398711"/>
              <a:gd name="connsiteX20786" fmla="*/ 1562098 w 2119654"/>
              <a:gd name="connsiteY20786" fmla="*/ 1979953 h 2398711"/>
              <a:gd name="connsiteX20787" fmla="*/ 1610969 w 2119654"/>
              <a:gd name="connsiteY20787" fmla="*/ 1868945 h 2398711"/>
              <a:gd name="connsiteX20788" fmla="*/ 1610985 w 2119654"/>
              <a:gd name="connsiteY20788" fmla="*/ 1870252 h 2398711"/>
              <a:gd name="connsiteX20789" fmla="*/ 1611382 w 2119654"/>
              <a:gd name="connsiteY20789" fmla="*/ 1868966 h 2398711"/>
              <a:gd name="connsiteX20790" fmla="*/ 1517985 w 2119654"/>
              <a:gd name="connsiteY20790" fmla="*/ 2077122 h 2398711"/>
              <a:gd name="connsiteX20791" fmla="*/ 1518629 w 2119654"/>
              <a:gd name="connsiteY20791" fmla="*/ 2077211 h 2398711"/>
              <a:gd name="connsiteX20792" fmla="*/ 1518645 w 2119654"/>
              <a:gd name="connsiteY20792" fmla="*/ 2077171 h 2398711"/>
              <a:gd name="connsiteX20793" fmla="*/ 1526739 w 2119654"/>
              <a:gd name="connsiteY20793" fmla="*/ 2057423 h 2398711"/>
              <a:gd name="connsiteX20794" fmla="*/ 1525535 w 2119654"/>
              <a:gd name="connsiteY20794" fmla="*/ 2060501 h 2398711"/>
              <a:gd name="connsiteX20795" fmla="*/ 1527321 w 2119654"/>
              <a:gd name="connsiteY20795" fmla="*/ 2057394 h 2398711"/>
              <a:gd name="connsiteX20796" fmla="*/ 1851591 w 2119654"/>
              <a:gd name="connsiteY20796" fmla="*/ 1329870 h 2398711"/>
              <a:gd name="connsiteX20797" fmla="*/ 1851979 w 2119654"/>
              <a:gd name="connsiteY20797" fmla="*/ 1330708 h 2398711"/>
              <a:gd name="connsiteX20798" fmla="*/ 1857571 w 2119654"/>
              <a:gd name="connsiteY20798" fmla="*/ 1327081 h 2398711"/>
              <a:gd name="connsiteX20799" fmla="*/ 1857476 w 2119654"/>
              <a:gd name="connsiteY20799" fmla="*/ 1327474 h 2398711"/>
              <a:gd name="connsiteX20800" fmla="*/ 1852097 w 2119654"/>
              <a:gd name="connsiteY20800" fmla="*/ 1330963 h 2398711"/>
              <a:gd name="connsiteX20801" fmla="*/ 1854332 w 2119654"/>
              <a:gd name="connsiteY20801" fmla="*/ 1335795 h 2398711"/>
              <a:gd name="connsiteX20802" fmla="*/ 1855213 w 2119654"/>
              <a:gd name="connsiteY20802" fmla="*/ 1336294 h 2398711"/>
              <a:gd name="connsiteX20803" fmla="*/ 1855564 w 2119654"/>
              <a:gd name="connsiteY20803" fmla="*/ 1335992 h 2398711"/>
              <a:gd name="connsiteX20804" fmla="*/ 1862672 w 2119654"/>
              <a:gd name="connsiteY20804" fmla="*/ 1320950 h 2398711"/>
              <a:gd name="connsiteX20805" fmla="*/ 1527399 w 2119654"/>
              <a:gd name="connsiteY20805" fmla="*/ 2055737 h 2398711"/>
              <a:gd name="connsiteX20806" fmla="*/ 1527142 w 2119654"/>
              <a:gd name="connsiteY20806" fmla="*/ 2056393 h 2398711"/>
              <a:gd name="connsiteX20807" fmla="*/ 1527919 w 2119654"/>
              <a:gd name="connsiteY20807" fmla="*/ 2056355 h 2398711"/>
              <a:gd name="connsiteX20808" fmla="*/ 1528177 w 2119654"/>
              <a:gd name="connsiteY20808" fmla="*/ 2055905 h 2398711"/>
              <a:gd name="connsiteX20809" fmla="*/ 1498176 w 2119654"/>
              <a:gd name="connsiteY20809" fmla="*/ 2120931 h 2398711"/>
              <a:gd name="connsiteX20810" fmla="*/ 1498505 w 2119654"/>
              <a:gd name="connsiteY20810" fmla="*/ 2121038 h 2398711"/>
              <a:gd name="connsiteX20811" fmla="*/ 1499289 w 2119654"/>
              <a:gd name="connsiteY20811" fmla="*/ 2120917 h 2398711"/>
              <a:gd name="connsiteX20812" fmla="*/ 1489482 w 2119654"/>
              <a:gd name="connsiteY20812" fmla="*/ 2140120 h 2398711"/>
              <a:gd name="connsiteX20813" fmla="*/ 1489173 w 2119654"/>
              <a:gd name="connsiteY20813" fmla="*/ 2142768 h 2398711"/>
              <a:gd name="connsiteX20814" fmla="*/ 1494494 w 2119654"/>
              <a:gd name="connsiteY20814" fmla="*/ 2143962 h 2398711"/>
              <a:gd name="connsiteX20815" fmla="*/ 1495812 w 2119654"/>
              <a:gd name="connsiteY20815" fmla="*/ 2140058 h 2398711"/>
              <a:gd name="connsiteX20816" fmla="*/ 1495383 w 2119654"/>
              <a:gd name="connsiteY20816" fmla="*/ 2139991 h 2398711"/>
              <a:gd name="connsiteX20817" fmla="*/ 1861769 w 2119654"/>
              <a:gd name="connsiteY20817" fmla="*/ 1306454 h 2398711"/>
              <a:gd name="connsiteX20818" fmla="*/ 1862565 w 2119654"/>
              <a:gd name="connsiteY20818" fmla="*/ 1307224 h 2398711"/>
              <a:gd name="connsiteX20819" fmla="*/ 1863704 w 2119654"/>
              <a:gd name="connsiteY20819" fmla="*/ 1305827 h 2398711"/>
              <a:gd name="connsiteX20820" fmla="*/ 1865487 w 2119654"/>
              <a:gd name="connsiteY20820" fmla="*/ 1303370 h 2398711"/>
              <a:gd name="connsiteX20821" fmla="*/ 1828958 w 2119654"/>
              <a:gd name="connsiteY20821" fmla="*/ 1379923 h 2398711"/>
              <a:gd name="connsiteX20822" fmla="*/ 1830757 w 2119654"/>
              <a:gd name="connsiteY20822" fmla="*/ 1381860 h 2398711"/>
              <a:gd name="connsiteX20823" fmla="*/ 1834285 w 2119654"/>
              <a:gd name="connsiteY20823" fmla="*/ 1379559 h 2398711"/>
              <a:gd name="connsiteX20824" fmla="*/ 1837205 w 2119654"/>
              <a:gd name="connsiteY20824" fmla="*/ 1373587 h 2398711"/>
              <a:gd name="connsiteX20825" fmla="*/ 1831299 w 2119654"/>
              <a:gd name="connsiteY20825" fmla="*/ 1376510 h 2398711"/>
              <a:gd name="connsiteX20826" fmla="*/ 1529183 w 2119654"/>
              <a:gd name="connsiteY20826" fmla="*/ 2051176 h 2398711"/>
              <a:gd name="connsiteX20827" fmla="*/ 1527487 w 2119654"/>
              <a:gd name="connsiteY20827" fmla="*/ 2055511 h 2398711"/>
              <a:gd name="connsiteX20828" fmla="*/ 1528303 w 2119654"/>
              <a:gd name="connsiteY20828" fmla="*/ 2055687 h 2398711"/>
              <a:gd name="connsiteX20829" fmla="*/ 1530584 w 2119654"/>
              <a:gd name="connsiteY20829" fmla="*/ 2051720 h 2398711"/>
              <a:gd name="connsiteX20830" fmla="*/ 1530826 w 2119654"/>
              <a:gd name="connsiteY20830" fmla="*/ 2050816 h 2398711"/>
              <a:gd name="connsiteX20831" fmla="*/ 1530222 w 2119654"/>
              <a:gd name="connsiteY20831" fmla="*/ 2050647 h 2398711"/>
              <a:gd name="connsiteX20832" fmla="*/ 1521916 w 2119654"/>
              <a:gd name="connsiteY20832" fmla="*/ 2067329 h 2398711"/>
              <a:gd name="connsiteX20833" fmla="*/ 1522519 w 2119654"/>
              <a:gd name="connsiteY20833" fmla="*/ 2067269 h 2398711"/>
              <a:gd name="connsiteX20834" fmla="*/ 1522755 w 2119654"/>
              <a:gd name="connsiteY20834" fmla="*/ 2066666 h 2398711"/>
              <a:gd name="connsiteX20835" fmla="*/ 1521981 w 2119654"/>
              <a:gd name="connsiteY20835" fmla="*/ 2067219 h 2398711"/>
              <a:gd name="connsiteX20836" fmla="*/ 1862319 w 2119654"/>
              <a:gd name="connsiteY20836" fmla="*/ 1304755 h 2398711"/>
              <a:gd name="connsiteX20837" fmla="*/ 1867167 w 2119654"/>
              <a:gd name="connsiteY20837" fmla="*/ 1301055 h 2398711"/>
              <a:gd name="connsiteX20838" fmla="*/ 1872059 w 2119654"/>
              <a:gd name="connsiteY20838" fmla="*/ 1294316 h 2398711"/>
              <a:gd name="connsiteX20839" fmla="*/ 1874806 w 2119654"/>
              <a:gd name="connsiteY20839" fmla="*/ 1290193 h 2398711"/>
              <a:gd name="connsiteX20840" fmla="*/ 1872331 w 2119654"/>
              <a:gd name="connsiteY20840" fmla="*/ 1291833 h 2398711"/>
              <a:gd name="connsiteX20841" fmla="*/ 1489601 w 2119654"/>
              <a:gd name="connsiteY20841" fmla="*/ 2139092 h 2398711"/>
              <a:gd name="connsiteX20842" fmla="*/ 1489509 w 2119654"/>
              <a:gd name="connsiteY20842" fmla="*/ 2139887 h 2398711"/>
              <a:gd name="connsiteX20843" fmla="*/ 1494074 w 2119654"/>
              <a:gd name="connsiteY20843" fmla="*/ 2139787 h 2398711"/>
              <a:gd name="connsiteX20844" fmla="*/ 1532366 w 2119654"/>
              <a:gd name="connsiteY20844" fmla="*/ 2043038 h 2398711"/>
              <a:gd name="connsiteX20845" fmla="*/ 1531568 w 2119654"/>
              <a:gd name="connsiteY20845" fmla="*/ 2045078 h 2398711"/>
              <a:gd name="connsiteX20846" fmla="*/ 1532279 w 2119654"/>
              <a:gd name="connsiteY20846" fmla="*/ 2045393 h 2398711"/>
              <a:gd name="connsiteX20847" fmla="*/ 1532903 w 2119654"/>
              <a:gd name="connsiteY20847" fmla="*/ 2043065 h 2398711"/>
              <a:gd name="connsiteX20848" fmla="*/ 1827502 w 2119654"/>
              <a:gd name="connsiteY20848" fmla="*/ 1382046 h 2398711"/>
              <a:gd name="connsiteX20849" fmla="*/ 1828625 w 2119654"/>
              <a:gd name="connsiteY20849" fmla="*/ 1383251 h 2398711"/>
              <a:gd name="connsiteX20850" fmla="*/ 1830375 w 2119654"/>
              <a:gd name="connsiteY20850" fmla="*/ 1382110 h 2398711"/>
              <a:gd name="connsiteX20851" fmla="*/ 1828698 w 2119654"/>
              <a:gd name="connsiteY20851" fmla="*/ 1380303 h 2398711"/>
              <a:gd name="connsiteX20852" fmla="*/ 1836765 w 2119654"/>
              <a:gd name="connsiteY20852" fmla="*/ 1361242 h 2398711"/>
              <a:gd name="connsiteX20853" fmla="*/ 1838043 w 2119654"/>
              <a:gd name="connsiteY20853" fmla="*/ 1362543 h 2398711"/>
              <a:gd name="connsiteX20854" fmla="*/ 1839185 w 2119654"/>
              <a:gd name="connsiteY20854" fmla="*/ 1360878 h 2398711"/>
              <a:gd name="connsiteX20855" fmla="*/ 1838720 w 2119654"/>
              <a:gd name="connsiteY20855" fmla="*/ 1359948 h 2398711"/>
              <a:gd name="connsiteX20856" fmla="*/ 1611323 w 2119654"/>
              <a:gd name="connsiteY20856" fmla="*/ 1865724 h 2398711"/>
              <a:gd name="connsiteX20857" fmla="*/ 1611158 w 2119654"/>
              <a:gd name="connsiteY20857" fmla="*/ 1867011 h 2398711"/>
              <a:gd name="connsiteX20858" fmla="*/ 1612052 w 2119654"/>
              <a:gd name="connsiteY20858" fmla="*/ 1866346 h 2398711"/>
              <a:gd name="connsiteX20859" fmla="*/ 1611529 w 2119654"/>
              <a:gd name="connsiteY20859" fmla="*/ 1865423 h 2398711"/>
              <a:gd name="connsiteX20860" fmla="*/ 1519341 w 2119654"/>
              <a:gd name="connsiteY20860" fmla="*/ 2071672 h 2398711"/>
              <a:gd name="connsiteX20861" fmla="*/ 1520658 w 2119654"/>
              <a:gd name="connsiteY20861" fmla="*/ 2072026 h 2398711"/>
              <a:gd name="connsiteX20862" fmla="*/ 1522337 w 2119654"/>
              <a:gd name="connsiteY20862" fmla="*/ 2067737 h 2398711"/>
              <a:gd name="connsiteX20863" fmla="*/ 1521633 w 2119654"/>
              <a:gd name="connsiteY20863" fmla="*/ 2067806 h 2398711"/>
              <a:gd name="connsiteX20864" fmla="*/ 1516651 w 2119654"/>
              <a:gd name="connsiteY20864" fmla="*/ 2077537 h 2398711"/>
              <a:gd name="connsiteX20865" fmla="*/ 1516222 w 2119654"/>
              <a:gd name="connsiteY20865" fmla="*/ 2079202 h 2398711"/>
              <a:gd name="connsiteX20866" fmla="*/ 1518141 w 2119654"/>
              <a:gd name="connsiteY20866" fmla="*/ 2078459 h 2398711"/>
              <a:gd name="connsiteX20867" fmla="*/ 1518417 w 2119654"/>
              <a:gd name="connsiteY20867" fmla="*/ 2077755 h 2398711"/>
              <a:gd name="connsiteX20868" fmla="*/ 1824236 w 2119654"/>
              <a:gd name="connsiteY20868" fmla="*/ 1388774 h 2398711"/>
              <a:gd name="connsiteX20869" fmla="*/ 1823655 w 2119654"/>
              <a:gd name="connsiteY20869" fmla="*/ 1390565 h 2398711"/>
              <a:gd name="connsiteX20870" fmla="*/ 1824736 w 2119654"/>
              <a:gd name="connsiteY20870" fmla="*/ 1390096 h 2398711"/>
              <a:gd name="connsiteX20871" fmla="*/ 1828190 w 2119654"/>
              <a:gd name="connsiteY20871" fmla="*/ 1388538 h 2398711"/>
              <a:gd name="connsiteX20872" fmla="*/ 1830102 w 2119654"/>
              <a:gd name="connsiteY20872" fmla="*/ 1386106 h 2398711"/>
              <a:gd name="connsiteX20873" fmla="*/ 1827160 w 2119654"/>
              <a:gd name="connsiteY20873" fmla="*/ 1386908 h 2398711"/>
              <a:gd name="connsiteX20874" fmla="*/ 1849162 w 2119654"/>
              <a:gd name="connsiteY20874" fmla="*/ 1332867 h 2398711"/>
              <a:gd name="connsiteX20875" fmla="*/ 1853109 w 2119654"/>
              <a:gd name="connsiteY20875" fmla="*/ 1335102 h 2398711"/>
              <a:gd name="connsiteX20876" fmla="*/ 1851266 w 2119654"/>
              <a:gd name="connsiteY20876" fmla="*/ 1331502 h 2398711"/>
              <a:gd name="connsiteX20877" fmla="*/ 1489820 w 2119654"/>
              <a:gd name="connsiteY20877" fmla="*/ 2137214 h 2398711"/>
              <a:gd name="connsiteX20878" fmla="*/ 1489722 w 2119654"/>
              <a:gd name="connsiteY20878" fmla="*/ 2138056 h 2398711"/>
              <a:gd name="connsiteX20879" fmla="*/ 1496151 w 2119654"/>
              <a:gd name="connsiteY20879" fmla="*/ 2139055 h 2398711"/>
              <a:gd name="connsiteX20880" fmla="*/ 1496838 w 2119654"/>
              <a:gd name="connsiteY20880" fmla="*/ 2137021 h 2398711"/>
              <a:gd name="connsiteX20881" fmla="*/ 1494839 w 2119654"/>
              <a:gd name="connsiteY20881" fmla="*/ 2136210 h 2398711"/>
              <a:gd name="connsiteX20882" fmla="*/ 1854254 w 2119654"/>
              <a:gd name="connsiteY20882" fmla="*/ 1321173 h 2398711"/>
              <a:gd name="connsiteX20883" fmla="*/ 1854766 w 2119654"/>
              <a:gd name="connsiteY20883" fmla="*/ 1320851 h 2398711"/>
              <a:gd name="connsiteX20884" fmla="*/ 1864109 w 2119654"/>
              <a:gd name="connsiteY20884" fmla="*/ 1314434 h 2398711"/>
              <a:gd name="connsiteX20885" fmla="*/ 1861898 w 2119654"/>
              <a:gd name="connsiteY20885" fmla="*/ 1313296 h 2398711"/>
              <a:gd name="connsiteX20886" fmla="*/ 1860012 w 2119654"/>
              <a:gd name="connsiteY20886" fmla="*/ 1314111 h 2398711"/>
              <a:gd name="connsiteX20887" fmla="*/ 1517041 w 2119654"/>
              <a:gd name="connsiteY20887" fmla="*/ 2076028 h 2398711"/>
              <a:gd name="connsiteX20888" fmla="*/ 1516855 w 2119654"/>
              <a:gd name="connsiteY20888" fmla="*/ 2076750 h 2398711"/>
              <a:gd name="connsiteX20889" fmla="*/ 1518754 w 2119654"/>
              <a:gd name="connsiteY20889" fmla="*/ 2076893 h 2398711"/>
              <a:gd name="connsiteX20890" fmla="*/ 1519149 w 2119654"/>
              <a:gd name="connsiteY20890" fmla="*/ 2075884 h 2398711"/>
              <a:gd name="connsiteX20891" fmla="*/ 1517259 w 2119654"/>
              <a:gd name="connsiteY20891" fmla="*/ 2075182 h 2398711"/>
              <a:gd name="connsiteX20892" fmla="*/ 1517105 w 2119654"/>
              <a:gd name="connsiteY20892" fmla="*/ 2075779 h 2398711"/>
              <a:gd name="connsiteX20893" fmla="*/ 1519235 w 2119654"/>
              <a:gd name="connsiteY20893" fmla="*/ 2075662 h 2398711"/>
              <a:gd name="connsiteX20894" fmla="*/ 1520509 w 2119654"/>
              <a:gd name="connsiteY20894" fmla="*/ 2072408 h 2398711"/>
              <a:gd name="connsiteX20895" fmla="*/ 1519093 w 2119654"/>
              <a:gd name="connsiteY20895" fmla="*/ 2072089 h 2398711"/>
              <a:gd name="connsiteX20896" fmla="*/ 1525137 w 2119654"/>
              <a:gd name="connsiteY20896" fmla="*/ 2057501 h 2398711"/>
              <a:gd name="connsiteX20897" fmla="*/ 1524569 w 2119654"/>
              <a:gd name="connsiteY20897" fmla="*/ 2061696 h 2398711"/>
              <a:gd name="connsiteX20898" fmla="*/ 1524750 w 2119654"/>
              <a:gd name="connsiteY20898" fmla="*/ 2061567 h 2398711"/>
              <a:gd name="connsiteX20899" fmla="*/ 1526364 w 2119654"/>
              <a:gd name="connsiteY20899" fmla="*/ 2057441 h 2398711"/>
              <a:gd name="connsiteX20900" fmla="*/ 1825441 w 2119654"/>
              <a:gd name="connsiteY20900" fmla="*/ 1385052 h 2398711"/>
              <a:gd name="connsiteX20901" fmla="*/ 1825328 w 2119654"/>
              <a:gd name="connsiteY20901" fmla="*/ 1385401 h 2398711"/>
              <a:gd name="connsiteX20902" fmla="*/ 1828120 w 2119654"/>
              <a:gd name="connsiteY20902" fmla="*/ 1383580 h 2398711"/>
              <a:gd name="connsiteX20903" fmla="*/ 1827156 w 2119654"/>
              <a:gd name="connsiteY20903" fmla="*/ 1382551 h 2398711"/>
              <a:gd name="connsiteX20904" fmla="*/ 1503343 w 2119654"/>
              <a:gd name="connsiteY20904" fmla="*/ 2105926 h 2398711"/>
              <a:gd name="connsiteX20905" fmla="*/ 1506964 w 2119654"/>
              <a:gd name="connsiteY20905" fmla="*/ 2106601 h 2398711"/>
              <a:gd name="connsiteX20906" fmla="*/ 1507113 w 2119654"/>
              <a:gd name="connsiteY20906" fmla="*/ 2106235 h 2398711"/>
              <a:gd name="connsiteX20907" fmla="*/ 1560487 w 2119654"/>
              <a:gd name="connsiteY20907" fmla="*/ 1977450 h 2398711"/>
              <a:gd name="connsiteX20908" fmla="*/ 1563902 w 2119654"/>
              <a:gd name="connsiteY20908" fmla="*/ 1977669 h 2398711"/>
              <a:gd name="connsiteX20909" fmla="*/ 1564037 w 2119654"/>
              <a:gd name="connsiteY20909" fmla="*/ 1976141 h 2398711"/>
              <a:gd name="connsiteX20910" fmla="*/ 1542273 w 2119654"/>
              <a:gd name="connsiteY20910" fmla="*/ 2018219 h 2398711"/>
              <a:gd name="connsiteX20911" fmla="*/ 1542006 w 2119654"/>
              <a:gd name="connsiteY20911" fmla="*/ 2019175 h 2398711"/>
              <a:gd name="connsiteX20912" fmla="*/ 1544187 w 2119654"/>
              <a:gd name="connsiteY20912" fmla="*/ 2019290 h 2398711"/>
              <a:gd name="connsiteX20913" fmla="*/ 1547078 w 2119654"/>
              <a:gd name="connsiteY20913" fmla="*/ 2016744 h 2398711"/>
              <a:gd name="connsiteX20914" fmla="*/ 1598948 w 2119654"/>
              <a:gd name="connsiteY20914" fmla="*/ 1891212 h 2398711"/>
              <a:gd name="connsiteX20915" fmla="*/ 1598901 w 2119654"/>
              <a:gd name="connsiteY20915" fmla="*/ 1891629 h 2398711"/>
              <a:gd name="connsiteX20916" fmla="*/ 1599241 w 2119654"/>
              <a:gd name="connsiteY20916" fmla="*/ 1891233 h 2398711"/>
              <a:gd name="connsiteX20917" fmla="*/ 1530448 w 2119654"/>
              <a:gd name="connsiteY20917" fmla="*/ 2044581 h 2398711"/>
              <a:gd name="connsiteX20918" fmla="*/ 1531255 w 2119654"/>
              <a:gd name="connsiteY20918" fmla="*/ 2044939 h 2398711"/>
              <a:gd name="connsiteX20919" fmla="*/ 1531917 w 2119654"/>
              <a:gd name="connsiteY20919" fmla="*/ 2043247 h 2398711"/>
              <a:gd name="connsiteX20920" fmla="*/ 1848396 w 2119654"/>
              <a:gd name="connsiteY20920" fmla="*/ 1332433 h 2398711"/>
              <a:gd name="connsiteX20921" fmla="*/ 1848888 w 2119654"/>
              <a:gd name="connsiteY20921" fmla="*/ 1332712 h 2398711"/>
              <a:gd name="connsiteX20922" fmla="*/ 1851138 w 2119654"/>
              <a:gd name="connsiteY20922" fmla="*/ 1331252 h 2398711"/>
              <a:gd name="connsiteX20923" fmla="*/ 1850769 w 2119654"/>
              <a:gd name="connsiteY20923" fmla="*/ 1330532 h 2398711"/>
              <a:gd name="connsiteX20924" fmla="*/ 1848808 w 2119654"/>
              <a:gd name="connsiteY20924" fmla="*/ 1332111 h 2398711"/>
              <a:gd name="connsiteX20925" fmla="*/ 1518115 w 2119654"/>
              <a:gd name="connsiteY20925" fmla="*/ 2071869 h 2398711"/>
              <a:gd name="connsiteX20926" fmla="*/ 1517396 w 2119654"/>
              <a:gd name="connsiteY20926" fmla="*/ 2074656 h 2398711"/>
              <a:gd name="connsiteX20927" fmla="*/ 1518897 w 2119654"/>
              <a:gd name="connsiteY20927" fmla="*/ 2072045 h 2398711"/>
              <a:gd name="connsiteX20928" fmla="*/ 1490157 w 2119654"/>
              <a:gd name="connsiteY20928" fmla="*/ 2134314 h 2398711"/>
              <a:gd name="connsiteX20929" fmla="*/ 1489980 w 2119654"/>
              <a:gd name="connsiteY20929" fmla="*/ 2135836 h 2398711"/>
              <a:gd name="connsiteX20930" fmla="*/ 1492614 w 2119654"/>
              <a:gd name="connsiteY20930" fmla="*/ 2135309 h 2398711"/>
              <a:gd name="connsiteX20931" fmla="*/ 1525433 w 2119654"/>
              <a:gd name="connsiteY20931" fmla="*/ 2055310 h 2398711"/>
              <a:gd name="connsiteX20932" fmla="*/ 1525274 w 2119654"/>
              <a:gd name="connsiteY20932" fmla="*/ 2056483 h 2398711"/>
              <a:gd name="connsiteX20933" fmla="*/ 1526767 w 2119654"/>
              <a:gd name="connsiteY20933" fmla="*/ 2056411 h 2398711"/>
              <a:gd name="connsiteX20934" fmla="*/ 1527059 w 2119654"/>
              <a:gd name="connsiteY20934" fmla="*/ 2055663 h 2398711"/>
              <a:gd name="connsiteX20935" fmla="*/ 1560041 w 2119654"/>
              <a:gd name="connsiteY20935" fmla="*/ 1977789 h 2398711"/>
              <a:gd name="connsiteX20936" fmla="*/ 1560473 w 2119654"/>
              <a:gd name="connsiteY20936" fmla="*/ 1979500 h 2398711"/>
              <a:gd name="connsiteX20937" fmla="*/ 1560386 w 2119654"/>
              <a:gd name="connsiteY20937" fmla="*/ 1979657 h 2398711"/>
              <a:gd name="connsiteX20938" fmla="*/ 1560817 w 2119654"/>
              <a:gd name="connsiteY20938" fmla="*/ 1979657 h 2398711"/>
              <a:gd name="connsiteX20939" fmla="*/ 1563770 w 2119654"/>
              <a:gd name="connsiteY20939" fmla="*/ 1978719 h 2398711"/>
              <a:gd name="connsiteX20940" fmla="*/ 1563857 w 2119654"/>
              <a:gd name="connsiteY20940" fmla="*/ 1978183 h 2398711"/>
              <a:gd name="connsiteX20941" fmla="*/ 1563870 w 2119654"/>
              <a:gd name="connsiteY20941" fmla="*/ 1978034 h 2398711"/>
              <a:gd name="connsiteX20942" fmla="*/ 1553730 w 2119654"/>
              <a:gd name="connsiteY20942" fmla="*/ 1991887 h 2398711"/>
              <a:gd name="connsiteX20943" fmla="*/ 1554406 w 2119654"/>
              <a:gd name="connsiteY20943" fmla="*/ 1994730 h 2398711"/>
              <a:gd name="connsiteX20944" fmla="*/ 1558141 w 2119654"/>
              <a:gd name="connsiteY20944" fmla="*/ 1995568 h 2398711"/>
              <a:gd name="connsiteX20945" fmla="*/ 1558367 w 2119654"/>
              <a:gd name="connsiteY20945" fmla="*/ 1995582 h 2398711"/>
              <a:gd name="connsiteX20946" fmla="*/ 1558377 w 2119654"/>
              <a:gd name="connsiteY20946" fmla="*/ 1993195 h 2398711"/>
              <a:gd name="connsiteX20947" fmla="*/ 1558303 w 2119654"/>
              <a:gd name="connsiteY20947" fmla="*/ 1992374 h 2398711"/>
              <a:gd name="connsiteX20948" fmla="*/ 1554514 w 2119654"/>
              <a:gd name="connsiteY20948" fmla="*/ 1991500 h 2398711"/>
              <a:gd name="connsiteX20949" fmla="*/ 1857778 w 2119654"/>
              <a:gd name="connsiteY20949" fmla="*/ 1310607 h 2398711"/>
              <a:gd name="connsiteX20950" fmla="*/ 1859206 w 2119654"/>
              <a:gd name="connsiteY20950" fmla="*/ 1311344 h 2398711"/>
              <a:gd name="connsiteX20951" fmla="*/ 1862302 w 2119654"/>
              <a:gd name="connsiteY20951" fmla="*/ 1307547 h 2398711"/>
              <a:gd name="connsiteX20952" fmla="*/ 1861447 w 2119654"/>
              <a:gd name="connsiteY20952" fmla="*/ 1306721 h 2398711"/>
              <a:gd name="connsiteX20953" fmla="*/ 1859626 w 2119654"/>
              <a:gd name="connsiteY20953" fmla="*/ 1308231 h 2398711"/>
              <a:gd name="connsiteX20954" fmla="*/ 1858038 w 2119654"/>
              <a:gd name="connsiteY20954" fmla="*/ 1310281 h 2398711"/>
              <a:gd name="connsiteX20955" fmla="*/ 1518712 w 2119654"/>
              <a:gd name="connsiteY20955" fmla="*/ 2069555 h 2398711"/>
              <a:gd name="connsiteX20956" fmla="*/ 1518242 w 2119654"/>
              <a:gd name="connsiteY20956" fmla="*/ 2071377 h 2398711"/>
              <a:gd name="connsiteX20957" fmla="*/ 1519142 w 2119654"/>
              <a:gd name="connsiteY20957" fmla="*/ 2071619 h 2398711"/>
              <a:gd name="connsiteX20958" fmla="*/ 1521317 w 2119654"/>
              <a:gd name="connsiteY20958" fmla="*/ 2067839 h 2398711"/>
              <a:gd name="connsiteX20959" fmla="*/ 1521083 w 2119654"/>
              <a:gd name="connsiteY20959" fmla="*/ 2067862 h 2398711"/>
              <a:gd name="connsiteX20960" fmla="*/ 1495927 w 2119654"/>
              <a:gd name="connsiteY20960" fmla="*/ 2120201 h 2398711"/>
              <a:gd name="connsiteX20961" fmla="*/ 1496584 w 2119654"/>
              <a:gd name="connsiteY20961" fmla="*/ 2120415 h 2398711"/>
              <a:gd name="connsiteX20962" fmla="*/ 1502474 w 2119654"/>
              <a:gd name="connsiteY20962" fmla="*/ 2120335 h 2398711"/>
              <a:gd name="connsiteX20963" fmla="*/ 1502909 w 2119654"/>
              <a:gd name="connsiteY20963" fmla="*/ 2119049 h 2398711"/>
              <a:gd name="connsiteX20964" fmla="*/ 1502384 w 2119654"/>
              <a:gd name="connsiteY20964" fmla="*/ 2119024 h 2398711"/>
              <a:gd name="connsiteX20965" fmla="*/ 1558637 w 2119654"/>
              <a:gd name="connsiteY20965" fmla="*/ 1979661 h 2398711"/>
              <a:gd name="connsiteX20966" fmla="*/ 1560381 w 2119654"/>
              <a:gd name="connsiteY20966" fmla="*/ 1979657 h 2398711"/>
              <a:gd name="connsiteX20967" fmla="*/ 1559931 w 2119654"/>
              <a:gd name="connsiteY20967" fmla="*/ 1977878 h 2398711"/>
              <a:gd name="connsiteX20968" fmla="*/ 1558331 w 2119654"/>
              <a:gd name="connsiteY20968" fmla="*/ 1980161 h 2398711"/>
              <a:gd name="connsiteX20969" fmla="*/ 1558341 w 2119654"/>
              <a:gd name="connsiteY20969" fmla="*/ 1980268 h 2398711"/>
              <a:gd name="connsiteX20970" fmla="*/ 1558929 w 2119654"/>
              <a:gd name="connsiteY20970" fmla="*/ 1980256 h 2398711"/>
              <a:gd name="connsiteX20971" fmla="*/ 1559492 w 2119654"/>
              <a:gd name="connsiteY20971" fmla="*/ 1980077 h 2398711"/>
              <a:gd name="connsiteX20972" fmla="*/ 1850061 w 2119654"/>
              <a:gd name="connsiteY20972" fmla="*/ 1326859 h 2398711"/>
              <a:gd name="connsiteX20973" fmla="*/ 1851361 w 2119654"/>
              <a:gd name="connsiteY20973" fmla="*/ 1329399 h 2398711"/>
              <a:gd name="connsiteX20974" fmla="*/ 1862974 w 2119654"/>
              <a:gd name="connsiteY20974" fmla="*/ 1320311 h 2398711"/>
              <a:gd name="connsiteX20975" fmla="*/ 1865430 w 2119654"/>
              <a:gd name="connsiteY20975" fmla="*/ 1315114 h 2398711"/>
              <a:gd name="connsiteX20976" fmla="*/ 1864650 w 2119654"/>
              <a:gd name="connsiteY20976" fmla="*/ 1314712 h 2398711"/>
              <a:gd name="connsiteX20977" fmla="*/ 1853141 w 2119654"/>
              <a:gd name="connsiteY20977" fmla="*/ 1322616 h 2398711"/>
              <a:gd name="connsiteX20978" fmla="*/ 1502758 w 2119654"/>
              <a:gd name="connsiteY20978" fmla="*/ 2104489 h 2398711"/>
              <a:gd name="connsiteX20979" fmla="*/ 1507402 w 2119654"/>
              <a:gd name="connsiteY20979" fmla="*/ 2105525 h 2398711"/>
              <a:gd name="connsiteX20980" fmla="*/ 1507852 w 2119654"/>
              <a:gd name="connsiteY20980" fmla="*/ 2104420 h 2398711"/>
              <a:gd name="connsiteX20981" fmla="*/ 1508068 w 2119654"/>
              <a:gd name="connsiteY20981" fmla="*/ 2103781 h 2398711"/>
              <a:gd name="connsiteX20982" fmla="*/ 1507788 w 2119654"/>
              <a:gd name="connsiteY20982" fmla="*/ 2102423 h 2398711"/>
              <a:gd name="connsiteX20983" fmla="*/ 1507158 w 2119654"/>
              <a:gd name="connsiteY20983" fmla="*/ 2102234 h 2398711"/>
              <a:gd name="connsiteX20984" fmla="*/ 1525757 w 2119654"/>
              <a:gd name="connsiteY20984" fmla="*/ 2052921 h 2398711"/>
              <a:gd name="connsiteX20985" fmla="*/ 1525466 w 2119654"/>
              <a:gd name="connsiteY20985" fmla="*/ 2055072 h 2398711"/>
              <a:gd name="connsiteX20986" fmla="*/ 1527148 w 2119654"/>
              <a:gd name="connsiteY20986" fmla="*/ 2055437 h 2398711"/>
              <a:gd name="connsiteX20987" fmla="*/ 1528723 w 2119654"/>
              <a:gd name="connsiteY20987" fmla="*/ 2051409 h 2398711"/>
              <a:gd name="connsiteX20988" fmla="*/ 1546177 w 2119654"/>
              <a:gd name="connsiteY20988" fmla="*/ 2006833 h 2398711"/>
              <a:gd name="connsiteX20989" fmla="*/ 1546269 w 2119654"/>
              <a:gd name="connsiteY20989" fmla="*/ 2006880 h 2398711"/>
              <a:gd name="connsiteX20990" fmla="*/ 1546290 w 2119654"/>
              <a:gd name="connsiteY20990" fmla="*/ 2006876 h 2398711"/>
              <a:gd name="connsiteX20991" fmla="*/ 1544283 w 2119654"/>
              <a:gd name="connsiteY20991" fmla="*/ 2011015 h 2398711"/>
              <a:gd name="connsiteX20992" fmla="*/ 1542690 w 2119654"/>
              <a:gd name="connsiteY20992" fmla="*/ 2016724 h 2398711"/>
              <a:gd name="connsiteX20993" fmla="*/ 1549463 w 2119654"/>
              <a:gd name="connsiteY20993" fmla="*/ 2014645 h 2398711"/>
              <a:gd name="connsiteX20994" fmla="*/ 1551076 w 2119654"/>
              <a:gd name="connsiteY20994" fmla="*/ 2013225 h 2398711"/>
              <a:gd name="connsiteX20995" fmla="*/ 1830273 w 2119654"/>
              <a:gd name="connsiteY20995" fmla="*/ 1370138 h 2398711"/>
              <a:gd name="connsiteX20996" fmla="*/ 1828286 w 2119654"/>
              <a:gd name="connsiteY20996" fmla="*/ 1376273 h 2398711"/>
              <a:gd name="connsiteX20997" fmla="*/ 1828763 w 2119654"/>
              <a:gd name="connsiteY20997" fmla="*/ 1376078 h 2398711"/>
              <a:gd name="connsiteX20998" fmla="*/ 1835045 w 2119654"/>
              <a:gd name="connsiteY20998" fmla="*/ 1366916 h 2398711"/>
              <a:gd name="connsiteX20999" fmla="*/ 1487405 w 2119654"/>
              <a:gd name="connsiteY20999" fmla="*/ 2137697 h 2398711"/>
              <a:gd name="connsiteX21000" fmla="*/ 1488570 w 2119654"/>
              <a:gd name="connsiteY21000" fmla="*/ 2137877 h 2398711"/>
              <a:gd name="connsiteX21001" fmla="*/ 1488614 w 2119654"/>
              <a:gd name="connsiteY21001" fmla="*/ 2137455 h 2398711"/>
              <a:gd name="connsiteX21002" fmla="*/ 1603971 w 2119654"/>
              <a:gd name="connsiteY21002" fmla="*/ 1876467 h 2398711"/>
              <a:gd name="connsiteX21003" fmla="*/ 1604142 w 2119654"/>
              <a:gd name="connsiteY21003" fmla="*/ 1876357 h 2398711"/>
              <a:gd name="connsiteX21004" fmla="*/ 1604027 w 2119654"/>
              <a:gd name="connsiteY21004" fmla="*/ 1876386 h 2398711"/>
              <a:gd name="connsiteX21005" fmla="*/ 1854156 w 2119654"/>
              <a:gd name="connsiteY21005" fmla="*/ 1315910 h 2398711"/>
              <a:gd name="connsiteX21006" fmla="*/ 1856204 w 2119654"/>
              <a:gd name="connsiteY21006" fmla="*/ 1315026 h 2398711"/>
              <a:gd name="connsiteX21007" fmla="*/ 1856303 w 2119654"/>
              <a:gd name="connsiteY21007" fmla="*/ 1314903 h 2398711"/>
              <a:gd name="connsiteX21008" fmla="*/ 1540150 w 2119654"/>
              <a:gd name="connsiteY21008" fmla="*/ 2018871 h 2398711"/>
              <a:gd name="connsiteX21009" fmla="*/ 1540123 w 2119654"/>
              <a:gd name="connsiteY21009" fmla="*/ 2019056 h 2398711"/>
              <a:gd name="connsiteX21010" fmla="*/ 1540304 w 2119654"/>
              <a:gd name="connsiteY21010" fmla="*/ 2019085 h 2398711"/>
              <a:gd name="connsiteX21011" fmla="*/ 1540351 w 2119654"/>
              <a:gd name="connsiteY21011" fmla="*/ 2019088 h 2398711"/>
              <a:gd name="connsiteX21012" fmla="*/ 1540459 w 2119654"/>
              <a:gd name="connsiteY21012" fmla="*/ 2018776 h 2398711"/>
              <a:gd name="connsiteX21013" fmla="*/ 1520472 w 2119654"/>
              <a:gd name="connsiteY21013" fmla="*/ 2062736 h 2398711"/>
              <a:gd name="connsiteX21014" fmla="*/ 1519874 w 2119654"/>
              <a:gd name="connsiteY21014" fmla="*/ 2065051 h 2398711"/>
              <a:gd name="connsiteX21015" fmla="*/ 1522188 w 2119654"/>
              <a:gd name="connsiteY21015" fmla="*/ 2063398 h 2398711"/>
              <a:gd name="connsiteX21016" fmla="*/ 1558165 w 2119654"/>
              <a:gd name="connsiteY21016" fmla="*/ 1978306 h 2398711"/>
              <a:gd name="connsiteX21017" fmla="*/ 1558169 w 2119654"/>
              <a:gd name="connsiteY21017" fmla="*/ 1978358 h 2398711"/>
              <a:gd name="connsiteX21018" fmla="*/ 1558217 w 2119654"/>
              <a:gd name="connsiteY21018" fmla="*/ 1978287 h 2398711"/>
              <a:gd name="connsiteX21019" fmla="*/ 1546157 w 2119654"/>
              <a:gd name="connsiteY21019" fmla="*/ 2005057 h 2398711"/>
              <a:gd name="connsiteX21020" fmla="*/ 1545754 w 2119654"/>
              <a:gd name="connsiteY21020" fmla="*/ 2006223 h 2398711"/>
              <a:gd name="connsiteX21021" fmla="*/ 1547056 w 2119654"/>
              <a:gd name="connsiteY21021" fmla="*/ 2006723 h 2398711"/>
              <a:gd name="connsiteX21022" fmla="*/ 1555762 w 2119654"/>
              <a:gd name="connsiteY21022" fmla="*/ 2004983 h 2398711"/>
              <a:gd name="connsiteX21023" fmla="*/ 1555642 w 2119654"/>
              <a:gd name="connsiteY21023" fmla="*/ 2004476 h 2398711"/>
              <a:gd name="connsiteX21024" fmla="*/ 1494613 w 2119654"/>
              <a:gd name="connsiteY21024" fmla="*/ 2120441 h 2398711"/>
              <a:gd name="connsiteX21025" fmla="*/ 1496150 w 2119654"/>
              <a:gd name="connsiteY21025" fmla="*/ 2120420 h 2398711"/>
              <a:gd name="connsiteX21026" fmla="*/ 1495638 w 2119654"/>
              <a:gd name="connsiteY21026" fmla="*/ 2120255 h 2398711"/>
              <a:gd name="connsiteX21027" fmla="*/ 1526242 w 2119654"/>
              <a:gd name="connsiteY21027" fmla="*/ 2049331 h 2398711"/>
              <a:gd name="connsiteX21028" fmla="*/ 1525941 w 2119654"/>
              <a:gd name="connsiteY21028" fmla="*/ 2051558 h 2398711"/>
              <a:gd name="connsiteX21029" fmla="*/ 1529019 w 2119654"/>
              <a:gd name="connsiteY21029" fmla="*/ 2050265 h 2398711"/>
              <a:gd name="connsiteX21030" fmla="*/ 1527073 w 2119654"/>
              <a:gd name="connsiteY21030" fmla="*/ 2049403 h 2398711"/>
              <a:gd name="connsiteX21031" fmla="*/ 1501260 w 2119654"/>
              <a:gd name="connsiteY21031" fmla="*/ 2105255 h 2398711"/>
              <a:gd name="connsiteX21032" fmla="*/ 1506653 w 2119654"/>
              <a:gd name="connsiteY21032" fmla="*/ 2105697 h 2398711"/>
              <a:gd name="connsiteX21033" fmla="*/ 1502296 w 2119654"/>
              <a:gd name="connsiteY21033" fmla="*/ 2104725 h 2398711"/>
              <a:gd name="connsiteX21034" fmla="*/ 1832169 w 2119654"/>
              <a:gd name="connsiteY21034" fmla="*/ 1364282 h 2398711"/>
              <a:gd name="connsiteX21035" fmla="*/ 1830866 w 2119654"/>
              <a:gd name="connsiteY21035" fmla="*/ 1368305 h 2398711"/>
              <a:gd name="connsiteX21036" fmla="*/ 1835881 w 2119654"/>
              <a:gd name="connsiteY21036" fmla="*/ 1365429 h 2398711"/>
              <a:gd name="connsiteX21037" fmla="*/ 1836222 w 2119654"/>
              <a:gd name="connsiteY21037" fmla="*/ 1365199 h 2398711"/>
              <a:gd name="connsiteX21038" fmla="*/ 1837329 w 2119654"/>
              <a:gd name="connsiteY21038" fmla="*/ 1363585 h 2398711"/>
              <a:gd name="connsiteX21039" fmla="*/ 1835631 w 2119654"/>
              <a:gd name="connsiteY21039" fmla="*/ 1361992 h 2398711"/>
              <a:gd name="connsiteX21040" fmla="*/ 1540525 w 2119654"/>
              <a:gd name="connsiteY21040" fmla="*/ 2017231 h 2398711"/>
              <a:gd name="connsiteX21041" fmla="*/ 1540483 w 2119654"/>
              <a:gd name="connsiteY21041" fmla="*/ 2017402 h 2398711"/>
              <a:gd name="connsiteX21042" fmla="*/ 1540533 w 2119654"/>
              <a:gd name="connsiteY21042" fmla="*/ 2017386 h 2398711"/>
              <a:gd name="connsiteX21043" fmla="*/ 1546870 w 2119654"/>
              <a:gd name="connsiteY21043" fmla="*/ 2002995 h 2398711"/>
              <a:gd name="connsiteX21044" fmla="*/ 1546740 w 2119654"/>
              <a:gd name="connsiteY21044" fmla="*/ 2003372 h 2398711"/>
              <a:gd name="connsiteX21045" fmla="*/ 1551339 w 2119654"/>
              <a:gd name="connsiteY21045" fmla="*/ 2003425 h 2398711"/>
              <a:gd name="connsiteX21046" fmla="*/ 1555334 w 2119654"/>
              <a:gd name="connsiteY21046" fmla="*/ 2003180 h 2398711"/>
              <a:gd name="connsiteX21047" fmla="*/ 1555234 w 2119654"/>
              <a:gd name="connsiteY21047" fmla="*/ 2002763 h 2398711"/>
              <a:gd name="connsiteX21048" fmla="*/ 1526280 w 2119654"/>
              <a:gd name="connsiteY21048" fmla="*/ 2049051 h 2398711"/>
              <a:gd name="connsiteX21049" fmla="*/ 1526271 w 2119654"/>
              <a:gd name="connsiteY21049" fmla="*/ 2049119 h 2398711"/>
              <a:gd name="connsiteX21050" fmla="*/ 1526475 w 2119654"/>
              <a:gd name="connsiteY21050" fmla="*/ 2049137 h 2398711"/>
              <a:gd name="connsiteX21051" fmla="*/ 1846709 w 2119654"/>
              <a:gd name="connsiteY21051" fmla="*/ 1331478 h 2398711"/>
              <a:gd name="connsiteX21052" fmla="*/ 1847866 w 2119654"/>
              <a:gd name="connsiteY21052" fmla="*/ 1332134 h 2398711"/>
              <a:gd name="connsiteX21053" fmla="*/ 1850524 w 2119654"/>
              <a:gd name="connsiteY21053" fmla="*/ 1330054 h 2398711"/>
              <a:gd name="connsiteX21054" fmla="*/ 1849374 w 2119654"/>
              <a:gd name="connsiteY21054" fmla="*/ 1327806 h 2398711"/>
              <a:gd name="connsiteX21055" fmla="*/ 1550825 w 2119654"/>
              <a:gd name="connsiteY21055" fmla="*/ 1993926 h 2398711"/>
              <a:gd name="connsiteX21056" fmla="*/ 1553263 w 2119654"/>
              <a:gd name="connsiteY21056" fmla="*/ 1994473 h 2398711"/>
              <a:gd name="connsiteX21057" fmla="*/ 1552799 w 2119654"/>
              <a:gd name="connsiteY21057" fmla="*/ 1992522 h 2398711"/>
              <a:gd name="connsiteX21058" fmla="*/ 1853598 w 2119654"/>
              <a:gd name="connsiteY21058" fmla="*/ 1315854 h 2398711"/>
              <a:gd name="connsiteX21059" fmla="*/ 1856654 w 2119654"/>
              <a:gd name="connsiteY21059" fmla="*/ 1314473 h 2398711"/>
              <a:gd name="connsiteX21060" fmla="*/ 1858881 w 2119654"/>
              <a:gd name="connsiteY21060" fmla="*/ 1311742 h 2398711"/>
              <a:gd name="connsiteX21061" fmla="*/ 1857457 w 2119654"/>
              <a:gd name="connsiteY21061" fmla="*/ 1311010 h 2398711"/>
              <a:gd name="connsiteX21062" fmla="*/ 1547445 w 2119654"/>
              <a:gd name="connsiteY21062" fmla="*/ 2001336 h 2398711"/>
              <a:gd name="connsiteX21063" fmla="*/ 1546927 w 2119654"/>
              <a:gd name="connsiteY21063" fmla="*/ 2002830 h 2398711"/>
              <a:gd name="connsiteX21064" fmla="*/ 1555195 w 2119654"/>
              <a:gd name="connsiteY21064" fmla="*/ 2002599 h 2398711"/>
              <a:gd name="connsiteX21065" fmla="*/ 1554927 w 2119654"/>
              <a:gd name="connsiteY21065" fmla="*/ 2001470 h 2398711"/>
              <a:gd name="connsiteX21066" fmla="*/ 1547736 w 2119654"/>
              <a:gd name="connsiteY21066" fmla="*/ 2000493 h 2398711"/>
              <a:gd name="connsiteX21067" fmla="*/ 1547726 w 2119654"/>
              <a:gd name="connsiteY21067" fmla="*/ 2000521 h 2398711"/>
              <a:gd name="connsiteX21068" fmla="*/ 1554731 w 2119654"/>
              <a:gd name="connsiteY21068" fmla="*/ 2000647 h 2398711"/>
              <a:gd name="connsiteX21069" fmla="*/ 1554150 w 2119654"/>
              <a:gd name="connsiteY21069" fmla="*/ 1998202 h 2398711"/>
              <a:gd name="connsiteX21070" fmla="*/ 1553800 w 2119654"/>
              <a:gd name="connsiteY21070" fmla="*/ 1998113 h 2398711"/>
              <a:gd name="connsiteX21071" fmla="*/ 1506537 w 2119654"/>
              <a:gd name="connsiteY21071" fmla="*/ 2092474 h 2398711"/>
              <a:gd name="connsiteX21072" fmla="*/ 1507811 w 2119654"/>
              <a:gd name="connsiteY21072" fmla="*/ 2098663 h 2398711"/>
              <a:gd name="connsiteX21073" fmla="*/ 1508337 w 2119654"/>
              <a:gd name="connsiteY21073" fmla="*/ 2098469 h 2398711"/>
              <a:gd name="connsiteX21074" fmla="*/ 1509720 w 2119654"/>
              <a:gd name="connsiteY21074" fmla="*/ 2097760 h 2398711"/>
              <a:gd name="connsiteX21075" fmla="*/ 1510655 w 2119654"/>
              <a:gd name="connsiteY21075" fmla="*/ 2094134 h 2398711"/>
              <a:gd name="connsiteX21076" fmla="*/ 1496357 w 2119654"/>
              <a:gd name="connsiteY21076" fmla="*/ 2115198 h 2398711"/>
              <a:gd name="connsiteX21077" fmla="*/ 1498803 w 2119654"/>
              <a:gd name="connsiteY21077" fmla="*/ 2116451 h 2398711"/>
              <a:gd name="connsiteX21078" fmla="*/ 1502822 w 2119654"/>
              <a:gd name="connsiteY21078" fmla="*/ 2118439 h 2398711"/>
              <a:gd name="connsiteX21079" fmla="*/ 1503135 w 2119654"/>
              <a:gd name="connsiteY21079" fmla="*/ 2118383 h 2398711"/>
              <a:gd name="connsiteX21080" fmla="*/ 1504705 w 2119654"/>
              <a:gd name="connsiteY21080" fmla="*/ 2113735 h 2398711"/>
              <a:gd name="connsiteX21081" fmla="*/ 1497297 w 2119654"/>
              <a:gd name="connsiteY21081" fmla="*/ 2115045 h 2398711"/>
              <a:gd name="connsiteX21082" fmla="*/ 1548984 w 2119654"/>
              <a:gd name="connsiteY21082" fmla="*/ 1996884 h 2398711"/>
              <a:gd name="connsiteX21083" fmla="*/ 1548009 w 2119654"/>
              <a:gd name="connsiteY21083" fmla="*/ 1999703 h 2398711"/>
              <a:gd name="connsiteX21084" fmla="*/ 1553103 w 2119654"/>
              <a:gd name="connsiteY21084" fmla="*/ 1997935 h 2398711"/>
              <a:gd name="connsiteX21085" fmla="*/ 1521781 w 2119654"/>
              <a:gd name="connsiteY21085" fmla="*/ 2057664 h 2398711"/>
              <a:gd name="connsiteX21086" fmla="*/ 1520559 w 2119654"/>
              <a:gd name="connsiteY21086" fmla="*/ 2062398 h 2398711"/>
              <a:gd name="connsiteX21087" fmla="*/ 1522525 w 2119654"/>
              <a:gd name="connsiteY21087" fmla="*/ 2063157 h 2398711"/>
              <a:gd name="connsiteX21088" fmla="*/ 1524346 w 2119654"/>
              <a:gd name="connsiteY21088" fmla="*/ 2061855 h 2398711"/>
              <a:gd name="connsiteX21089" fmla="*/ 1524933 w 2119654"/>
              <a:gd name="connsiteY21089" fmla="*/ 2057511 h 2398711"/>
              <a:gd name="connsiteX21090" fmla="*/ 1556282 w 2119654"/>
              <a:gd name="connsiteY21090" fmla="*/ 1980311 h 2398711"/>
              <a:gd name="connsiteX21091" fmla="*/ 1556876 w 2119654"/>
              <a:gd name="connsiteY21091" fmla="*/ 1980298 h 2398711"/>
              <a:gd name="connsiteX21092" fmla="*/ 1556898 w 2119654"/>
              <a:gd name="connsiteY21092" fmla="*/ 1980266 h 2398711"/>
              <a:gd name="connsiteX21093" fmla="*/ 1549514 w 2119654"/>
              <a:gd name="connsiteY21093" fmla="*/ 1995352 h 2398711"/>
              <a:gd name="connsiteX21094" fmla="*/ 1549130 w 2119654"/>
              <a:gd name="connsiteY21094" fmla="*/ 1996463 h 2398711"/>
              <a:gd name="connsiteX21095" fmla="*/ 1553847 w 2119654"/>
              <a:gd name="connsiteY21095" fmla="*/ 1997666 h 2398711"/>
              <a:gd name="connsiteX21096" fmla="*/ 1554007 w 2119654"/>
              <a:gd name="connsiteY21096" fmla="*/ 1997604 h 2398711"/>
              <a:gd name="connsiteX21097" fmla="*/ 1553518 w 2119654"/>
              <a:gd name="connsiteY21097" fmla="*/ 1995546 h 2398711"/>
              <a:gd name="connsiteX21098" fmla="*/ 1525519 w 2119654"/>
              <a:gd name="connsiteY21098" fmla="*/ 2049055 h 2398711"/>
              <a:gd name="connsiteX21099" fmla="*/ 1526070 w 2119654"/>
              <a:gd name="connsiteY21099" fmla="*/ 2049102 h 2398711"/>
              <a:gd name="connsiteX21100" fmla="*/ 1526088 w 2119654"/>
              <a:gd name="connsiteY21100" fmla="*/ 2048965 h 2398711"/>
              <a:gd name="connsiteX21101" fmla="*/ 1525772 w 2119654"/>
              <a:gd name="connsiteY21101" fmla="*/ 2048825 h 2398711"/>
              <a:gd name="connsiteX21102" fmla="*/ 1549741 w 2119654"/>
              <a:gd name="connsiteY21102" fmla="*/ 1994697 h 2398711"/>
              <a:gd name="connsiteX21103" fmla="*/ 1549623 w 2119654"/>
              <a:gd name="connsiteY21103" fmla="*/ 1995037 h 2398711"/>
              <a:gd name="connsiteX21104" fmla="*/ 1552403 w 2119654"/>
              <a:gd name="connsiteY21104" fmla="*/ 1995211 h 2398711"/>
              <a:gd name="connsiteX21105" fmla="*/ 1549830 w 2119654"/>
              <a:gd name="connsiteY21105" fmla="*/ 1994633 h 2398711"/>
              <a:gd name="connsiteX21106" fmla="*/ 1843925 w 2119654"/>
              <a:gd name="connsiteY21106" fmla="*/ 1335931 h 2398711"/>
              <a:gd name="connsiteX21107" fmla="*/ 1848731 w 2119654"/>
              <a:gd name="connsiteY21107" fmla="*/ 1332814 h 2398711"/>
              <a:gd name="connsiteX21108" fmla="*/ 1848254 w 2119654"/>
              <a:gd name="connsiteY21108" fmla="*/ 1332544 h 2398711"/>
              <a:gd name="connsiteX21109" fmla="*/ 1844089 w 2119654"/>
              <a:gd name="connsiteY21109" fmla="*/ 1335088 h 2398711"/>
              <a:gd name="connsiteX21110" fmla="*/ 1847725 w 2119654"/>
              <a:gd name="connsiteY21110" fmla="*/ 1332244 h 2398711"/>
              <a:gd name="connsiteX21111" fmla="*/ 1846612 w 2119654"/>
              <a:gd name="connsiteY21111" fmla="*/ 1331613 h 2398711"/>
              <a:gd name="connsiteX21112" fmla="*/ 1522706 w 2119654"/>
              <a:gd name="connsiteY21112" fmla="*/ 2054474 h 2398711"/>
              <a:gd name="connsiteX21113" fmla="*/ 1525268 w 2119654"/>
              <a:gd name="connsiteY21113" fmla="*/ 2055029 h 2398711"/>
              <a:gd name="connsiteX21114" fmla="*/ 1525539 w 2119654"/>
              <a:gd name="connsiteY21114" fmla="*/ 2053031 h 2398711"/>
              <a:gd name="connsiteX21115" fmla="*/ 1541988 w 2119654"/>
              <a:gd name="connsiteY21115" fmla="*/ 2011266 h 2398711"/>
              <a:gd name="connsiteX21116" fmla="*/ 1541042 w 2119654"/>
              <a:gd name="connsiteY21116" fmla="*/ 2015122 h 2398711"/>
              <a:gd name="connsiteX21117" fmla="*/ 1541058 w 2119654"/>
              <a:gd name="connsiteY21117" fmla="*/ 2017045 h 2398711"/>
              <a:gd name="connsiteX21118" fmla="*/ 1542767 w 2119654"/>
              <a:gd name="connsiteY21118" fmla="*/ 2012106 h 2398711"/>
              <a:gd name="connsiteX21119" fmla="*/ 1543105 w 2119654"/>
              <a:gd name="connsiteY21119" fmla="*/ 2010893 h 2398711"/>
              <a:gd name="connsiteX21120" fmla="*/ 1522550 w 2119654"/>
              <a:gd name="connsiteY21120" fmla="*/ 2054685 h 2398711"/>
              <a:gd name="connsiteX21121" fmla="*/ 1522045 w 2119654"/>
              <a:gd name="connsiteY21121" fmla="*/ 2056640 h 2398711"/>
              <a:gd name="connsiteX21122" fmla="*/ 1525071 w 2119654"/>
              <a:gd name="connsiteY21122" fmla="*/ 2056493 h 2398711"/>
              <a:gd name="connsiteX21123" fmla="*/ 1525236 w 2119654"/>
              <a:gd name="connsiteY21123" fmla="*/ 2055267 h 2398711"/>
              <a:gd name="connsiteX21124" fmla="*/ 1506260 w 2119654"/>
              <a:gd name="connsiteY21124" fmla="*/ 2091129 h 2398711"/>
              <a:gd name="connsiteX21125" fmla="*/ 1506475 w 2119654"/>
              <a:gd name="connsiteY21125" fmla="*/ 2092174 h 2398711"/>
              <a:gd name="connsiteX21126" fmla="*/ 1510719 w 2119654"/>
              <a:gd name="connsiteY21126" fmla="*/ 2093886 h 2398711"/>
              <a:gd name="connsiteX21127" fmla="*/ 1511478 w 2119654"/>
              <a:gd name="connsiteY21127" fmla="*/ 2090945 h 2398711"/>
              <a:gd name="connsiteX21128" fmla="*/ 1835870 w 2119654"/>
              <a:gd name="connsiteY21128" fmla="*/ 1353049 h 2398711"/>
              <a:gd name="connsiteX21129" fmla="*/ 1836003 w 2119654"/>
              <a:gd name="connsiteY21129" fmla="*/ 1353315 h 2398711"/>
              <a:gd name="connsiteX21130" fmla="*/ 1839385 w 2119654"/>
              <a:gd name="connsiteY21130" fmla="*/ 1351428 h 2398711"/>
              <a:gd name="connsiteX21131" fmla="*/ 1842859 w 2119654"/>
              <a:gd name="connsiteY21131" fmla="*/ 1349304 h 2398711"/>
              <a:gd name="connsiteX21132" fmla="*/ 1853495 w 2119654"/>
              <a:gd name="connsiteY21132" fmla="*/ 1340009 h 2398711"/>
              <a:gd name="connsiteX21133" fmla="*/ 1853953 w 2119654"/>
              <a:gd name="connsiteY21133" fmla="*/ 1339341 h 2398711"/>
              <a:gd name="connsiteX21134" fmla="*/ 1854601 w 2119654"/>
              <a:gd name="connsiteY21134" fmla="*/ 1338017 h 2398711"/>
              <a:gd name="connsiteX21135" fmla="*/ 1854251 w 2119654"/>
              <a:gd name="connsiteY21135" fmla="*/ 1337335 h 2398711"/>
              <a:gd name="connsiteX21136" fmla="*/ 1840361 w 2119654"/>
              <a:gd name="connsiteY21136" fmla="*/ 1349288 h 2398711"/>
              <a:gd name="connsiteX21137" fmla="*/ 1474449 w 2119654"/>
              <a:gd name="connsiteY21137" fmla="*/ 2162327 h 2398711"/>
              <a:gd name="connsiteX21138" fmla="*/ 1485796 w 2119654"/>
              <a:gd name="connsiteY21138" fmla="*/ 2164261 h 2398711"/>
              <a:gd name="connsiteX21139" fmla="*/ 1485805 w 2119654"/>
              <a:gd name="connsiteY21139" fmla="*/ 2164203 h 2398711"/>
              <a:gd name="connsiteX21140" fmla="*/ 1485876 w 2119654"/>
              <a:gd name="connsiteY21140" fmla="*/ 2163523 h 2398711"/>
              <a:gd name="connsiteX21141" fmla="*/ 1480336 w 2119654"/>
              <a:gd name="connsiteY21141" fmla="*/ 2161410 h 2398711"/>
              <a:gd name="connsiteX21142" fmla="*/ 1491311 w 2119654"/>
              <a:gd name="connsiteY21142" fmla="*/ 2124400 h 2398711"/>
              <a:gd name="connsiteX21143" fmla="*/ 1490183 w 2119654"/>
              <a:gd name="connsiteY21143" fmla="*/ 2134097 h 2398711"/>
              <a:gd name="connsiteX21144" fmla="*/ 1492988 w 2119654"/>
              <a:gd name="connsiteY21144" fmla="*/ 2135234 h 2398711"/>
              <a:gd name="connsiteX21145" fmla="*/ 1497764 w 2119654"/>
              <a:gd name="connsiteY21145" fmla="*/ 2134279 h 2398711"/>
              <a:gd name="connsiteX21146" fmla="*/ 1501672 w 2119654"/>
              <a:gd name="connsiteY21146" fmla="*/ 2122712 h 2398711"/>
              <a:gd name="connsiteX21147" fmla="*/ 1491797 w 2119654"/>
              <a:gd name="connsiteY21147" fmla="*/ 2124355 h 2398711"/>
              <a:gd name="connsiteX21148" fmla="*/ 1474048 w 2119654"/>
              <a:gd name="connsiteY21148" fmla="*/ 2162553 h 2398711"/>
              <a:gd name="connsiteX21149" fmla="*/ 1473508 w 2119654"/>
              <a:gd name="connsiteY21149" fmla="*/ 2163875 h 2398711"/>
              <a:gd name="connsiteX21150" fmla="*/ 1485278 w 2119654"/>
              <a:gd name="connsiteY21150" fmla="*/ 2167587 h 2398711"/>
              <a:gd name="connsiteX21151" fmla="*/ 1485763 w 2119654"/>
              <a:gd name="connsiteY21151" fmla="*/ 2164474 h 2398711"/>
              <a:gd name="connsiteX21152" fmla="*/ 1480228 w 2119654"/>
              <a:gd name="connsiteY21152" fmla="*/ 2163607 h 2398711"/>
              <a:gd name="connsiteX21153" fmla="*/ 1475300 w 2119654"/>
              <a:gd name="connsiteY21153" fmla="*/ 2159489 h 2398711"/>
              <a:gd name="connsiteX21154" fmla="*/ 1475041 w 2119654"/>
              <a:gd name="connsiteY21154" fmla="*/ 2160123 h 2398711"/>
              <a:gd name="connsiteX21155" fmla="*/ 1476405 w 2119654"/>
              <a:gd name="connsiteY21155" fmla="*/ 2159911 h 2398711"/>
              <a:gd name="connsiteX21156" fmla="*/ 1512368 w 2119654"/>
              <a:gd name="connsiteY21156" fmla="*/ 2076336 h 2398711"/>
              <a:gd name="connsiteX21157" fmla="*/ 1513552 w 2119654"/>
              <a:gd name="connsiteY21157" fmla="*/ 2076502 h 2398711"/>
              <a:gd name="connsiteX21158" fmla="*/ 1515175 w 2119654"/>
              <a:gd name="connsiteY21158" fmla="*/ 2076624 h 2398711"/>
              <a:gd name="connsiteX21159" fmla="*/ 1515298 w 2119654"/>
              <a:gd name="connsiteY21159" fmla="*/ 2076148 h 2398711"/>
              <a:gd name="connsiteX21160" fmla="*/ 1513268 w 2119654"/>
              <a:gd name="connsiteY21160" fmla="*/ 2076287 h 2398711"/>
              <a:gd name="connsiteX21161" fmla="*/ 1476525 w 2119654"/>
              <a:gd name="connsiteY21161" fmla="*/ 2156492 h 2398711"/>
              <a:gd name="connsiteX21162" fmla="*/ 1475455 w 2119654"/>
              <a:gd name="connsiteY21162" fmla="*/ 2159111 h 2398711"/>
              <a:gd name="connsiteX21163" fmla="*/ 1477220 w 2119654"/>
              <a:gd name="connsiteY21163" fmla="*/ 2159784 h 2398711"/>
              <a:gd name="connsiteX21164" fmla="*/ 1485071 w 2119654"/>
              <a:gd name="connsiteY21164" fmla="*/ 2158562 h 2398711"/>
              <a:gd name="connsiteX21165" fmla="*/ 1483802 w 2119654"/>
              <a:gd name="connsiteY21165" fmla="*/ 2157928 h 2398711"/>
              <a:gd name="connsiteX21166" fmla="*/ 1834934 w 2119654"/>
              <a:gd name="connsiteY21166" fmla="*/ 1353832 h 2398711"/>
              <a:gd name="connsiteX21167" fmla="*/ 1834917 w 2119654"/>
              <a:gd name="connsiteY21167" fmla="*/ 1353921 h 2398711"/>
              <a:gd name="connsiteX21168" fmla="*/ 1835536 w 2119654"/>
              <a:gd name="connsiteY21168" fmla="*/ 1353576 h 2398711"/>
              <a:gd name="connsiteX21169" fmla="*/ 1835449 w 2119654"/>
              <a:gd name="connsiteY21169" fmla="*/ 1353402 h 2398711"/>
              <a:gd name="connsiteX21170" fmla="*/ 1506065 w 2119654"/>
              <a:gd name="connsiteY21170" fmla="*/ 2090185 h 2398711"/>
              <a:gd name="connsiteX21171" fmla="*/ 1506210 w 2119654"/>
              <a:gd name="connsiteY21171" fmla="*/ 2090891 h 2398711"/>
              <a:gd name="connsiteX21172" fmla="*/ 1511541 w 2119654"/>
              <a:gd name="connsiteY21172" fmla="*/ 2090703 h 2398711"/>
              <a:gd name="connsiteX21173" fmla="*/ 1512297 w 2119654"/>
              <a:gd name="connsiteY21173" fmla="*/ 2087772 h 2398711"/>
              <a:gd name="connsiteX21174" fmla="*/ 1478042 w 2119654"/>
              <a:gd name="connsiteY21174" fmla="*/ 2152782 h 2398711"/>
              <a:gd name="connsiteX21175" fmla="*/ 1477474 w 2119654"/>
              <a:gd name="connsiteY21175" fmla="*/ 2154172 h 2398711"/>
              <a:gd name="connsiteX21176" fmla="*/ 1480348 w 2119654"/>
              <a:gd name="connsiteY21176" fmla="*/ 2155606 h 2398711"/>
              <a:gd name="connsiteX21177" fmla="*/ 1483483 w 2119654"/>
              <a:gd name="connsiteY21177" fmla="*/ 2156626 h 2398711"/>
              <a:gd name="connsiteX21178" fmla="*/ 1486538 w 2119654"/>
              <a:gd name="connsiteY21178" fmla="*/ 2157229 h 2398711"/>
              <a:gd name="connsiteX21179" fmla="*/ 1487205 w 2119654"/>
              <a:gd name="connsiteY21179" fmla="*/ 2150869 h 2398711"/>
              <a:gd name="connsiteX21180" fmla="*/ 1486278 w 2119654"/>
              <a:gd name="connsiteY21180" fmla="*/ 2150221 h 2398711"/>
              <a:gd name="connsiteX21181" fmla="*/ 1523539 w 2119654"/>
              <a:gd name="connsiteY21181" fmla="*/ 2050852 h 2398711"/>
              <a:gd name="connsiteX21182" fmla="*/ 1523042 w 2119654"/>
              <a:gd name="connsiteY21182" fmla="*/ 2052776 h 2398711"/>
              <a:gd name="connsiteX21183" fmla="*/ 1525726 w 2119654"/>
              <a:gd name="connsiteY21183" fmla="*/ 2051648 h 2398711"/>
              <a:gd name="connsiteX21184" fmla="*/ 1526041 w 2119654"/>
              <a:gd name="connsiteY21184" fmla="*/ 2049314 h 2398711"/>
              <a:gd name="connsiteX21185" fmla="*/ 1525305 w 2119654"/>
              <a:gd name="connsiteY21185" fmla="*/ 2049250 h 2398711"/>
              <a:gd name="connsiteX21186" fmla="*/ 1533848 w 2119654"/>
              <a:gd name="connsiteY21186" fmla="*/ 2027697 h 2398711"/>
              <a:gd name="connsiteX21187" fmla="*/ 1534538 w 2119654"/>
              <a:gd name="connsiteY21187" fmla="*/ 2027785 h 2398711"/>
              <a:gd name="connsiteX21188" fmla="*/ 1535787 w 2119654"/>
              <a:gd name="connsiteY21188" fmla="*/ 2026686 h 2398711"/>
              <a:gd name="connsiteX21189" fmla="*/ 1555294 w 2119654"/>
              <a:gd name="connsiteY21189" fmla="*/ 1979668 h 2398711"/>
              <a:gd name="connsiteX21190" fmla="*/ 1557164 w 2119654"/>
              <a:gd name="connsiteY21190" fmla="*/ 1979663 h 2398711"/>
              <a:gd name="connsiteX21191" fmla="*/ 1557078 w 2119654"/>
              <a:gd name="connsiteY21191" fmla="*/ 1978707 h 2398711"/>
              <a:gd name="connsiteX21192" fmla="*/ 1555616 w 2119654"/>
              <a:gd name="connsiteY21192" fmla="*/ 1979246 h 2398711"/>
              <a:gd name="connsiteX21193" fmla="*/ 1835141 w 2119654"/>
              <a:gd name="connsiteY21193" fmla="*/ 1352786 h 2398711"/>
              <a:gd name="connsiteX21194" fmla="*/ 1835046 w 2119654"/>
              <a:gd name="connsiteY21194" fmla="*/ 1353268 h 2398711"/>
              <a:gd name="connsiteX21195" fmla="*/ 1835283 w 2119654"/>
              <a:gd name="connsiteY21195" fmla="*/ 1353070 h 2398711"/>
              <a:gd name="connsiteX21196" fmla="*/ 1518403 w 2119654"/>
              <a:gd name="connsiteY21196" fmla="*/ 2061937 h 2398711"/>
              <a:gd name="connsiteX21197" fmla="*/ 1516560 w 2119654"/>
              <a:gd name="connsiteY21197" fmla="*/ 2067420 h 2398711"/>
              <a:gd name="connsiteX21198" fmla="*/ 1517775 w 2119654"/>
              <a:gd name="connsiteY21198" fmla="*/ 2066551 h 2398711"/>
              <a:gd name="connsiteX21199" fmla="*/ 1518915 w 2119654"/>
              <a:gd name="connsiteY21199" fmla="*/ 2062134 h 2398711"/>
              <a:gd name="connsiteX21200" fmla="*/ 1480686 w 2119654"/>
              <a:gd name="connsiteY21200" fmla="*/ 2146313 h 2398711"/>
              <a:gd name="connsiteX21201" fmla="*/ 1479128 w 2119654"/>
              <a:gd name="connsiteY21201" fmla="*/ 2150125 h 2398711"/>
              <a:gd name="connsiteX21202" fmla="*/ 1483980 w 2119654"/>
              <a:gd name="connsiteY21202" fmla="*/ 2148615 h 2398711"/>
              <a:gd name="connsiteX21203" fmla="*/ 1482467 w 2119654"/>
              <a:gd name="connsiteY21203" fmla="*/ 2141956 h 2398711"/>
              <a:gd name="connsiteX21204" fmla="*/ 1480881 w 2119654"/>
              <a:gd name="connsiteY21204" fmla="*/ 2145835 h 2398711"/>
              <a:gd name="connsiteX21205" fmla="*/ 1484589 w 2119654"/>
              <a:gd name="connsiteY21205" fmla="*/ 2148426 h 2398711"/>
              <a:gd name="connsiteX21206" fmla="*/ 1487559 w 2119654"/>
              <a:gd name="connsiteY21206" fmla="*/ 2147502 h 2398711"/>
              <a:gd name="connsiteX21207" fmla="*/ 1488011 w 2119654"/>
              <a:gd name="connsiteY21207" fmla="*/ 2143201 h 2398711"/>
              <a:gd name="connsiteX21208" fmla="*/ 1483160 w 2119654"/>
              <a:gd name="connsiteY21208" fmla="*/ 2140259 h 2398711"/>
              <a:gd name="connsiteX21209" fmla="*/ 1482726 w 2119654"/>
              <a:gd name="connsiteY21209" fmla="*/ 2141320 h 2398711"/>
              <a:gd name="connsiteX21210" fmla="*/ 1488082 w 2119654"/>
              <a:gd name="connsiteY21210" fmla="*/ 2142523 h 2398711"/>
              <a:gd name="connsiteX21211" fmla="*/ 1488332 w 2119654"/>
              <a:gd name="connsiteY21211" fmla="*/ 2140145 h 2398711"/>
              <a:gd name="connsiteX21212" fmla="*/ 1455633 w 2119654"/>
              <a:gd name="connsiteY21212" fmla="*/ 2201893 h 2398711"/>
              <a:gd name="connsiteX21213" fmla="*/ 1457842 w 2119654"/>
              <a:gd name="connsiteY21213" fmla="*/ 2197224 h 2398711"/>
              <a:gd name="connsiteX21214" fmla="*/ 1457395 w 2119654"/>
              <a:gd name="connsiteY21214" fmla="*/ 2198248 h 2398711"/>
              <a:gd name="connsiteX21215" fmla="*/ 1491705 w 2119654"/>
              <a:gd name="connsiteY21215" fmla="*/ 2121018 h 2398711"/>
              <a:gd name="connsiteX21216" fmla="*/ 1491580 w 2119654"/>
              <a:gd name="connsiteY21216" fmla="*/ 2122090 h 2398711"/>
              <a:gd name="connsiteX21217" fmla="*/ 1491849 w 2119654"/>
              <a:gd name="connsiteY21217" fmla="*/ 2122069 h 2398711"/>
              <a:gd name="connsiteX21218" fmla="*/ 1498198 w 2119654"/>
              <a:gd name="connsiteY21218" fmla="*/ 2121085 h 2398711"/>
              <a:gd name="connsiteX21219" fmla="*/ 1497741 w 2119654"/>
              <a:gd name="connsiteY21219" fmla="*/ 2120937 h 2398711"/>
              <a:gd name="connsiteX21220" fmla="*/ 1483923 w 2119654"/>
              <a:gd name="connsiteY21220" fmla="*/ 2138393 h 2398711"/>
              <a:gd name="connsiteX21221" fmla="*/ 1483283 w 2119654"/>
              <a:gd name="connsiteY21221" fmla="*/ 2139959 h 2398711"/>
              <a:gd name="connsiteX21222" fmla="*/ 1484922 w 2119654"/>
              <a:gd name="connsiteY21222" fmla="*/ 2139988 h 2398711"/>
              <a:gd name="connsiteX21223" fmla="*/ 1488356 w 2119654"/>
              <a:gd name="connsiteY21223" fmla="*/ 2139913 h 2398711"/>
              <a:gd name="connsiteX21224" fmla="*/ 1488461 w 2119654"/>
              <a:gd name="connsiteY21224" fmla="*/ 2138915 h 2398711"/>
              <a:gd name="connsiteX21225" fmla="*/ 1484434 w 2119654"/>
              <a:gd name="connsiteY21225" fmla="*/ 2138291 h 2398711"/>
              <a:gd name="connsiteX21226" fmla="*/ 1543386 w 2119654"/>
              <a:gd name="connsiteY21226" fmla="*/ 2005226 h 2398711"/>
              <a:gd name="connsiteX21227" fmla="*/ 1543368 w 2119654"/>
              <a:gd name="connsiteY21227" fmla="*/ 2005306 h 2398711"/>
              <a:gd name="connsiteX21228" fmla="*/ 1544538 w 2119654"/>
              <a:gd name="connsiteY21228" fmla="*/ 2005756 h 2398711"/>
              <a:gd name="connsiteX21229" fmla="*/ 1544709 w 2119654"/>
              <a:gd name="connsiteY21229" fmla="*/ 2005145 h 2398711"/>
              <a:gd name="connsiteX21230" fmla="*/ 1848015 w 2119654"/>
              <a:gd name="connsiteY21230" fmla="*/ 1322863 h 2398711"/>
              <a:gd name="connsiteX21231" fmla="*/ 1848709 w 2119654"/>
              <a:gd name="connsiteY21231" fmla="*/ 1324218 h 2398711"/>
              <a:gd name="connsiteX21232" fmla="*/ 1855286 w 2119654"/>
              <a:gd name="connsiteY21232" fmla="*/ 1316152 h 2398711"/>
              <a:gd name="connsiteX21233" fmla="*/ 1852351 w 2119654"/>
              <a:gd name="connsiteY21233" fmla="*/ 1317419 h 2398711"/>
              <a:gd name="connsiteX21234" fmla="*/ 1519809 w 2119654"/>
              <a:gd name="connsiteY21234" fmla="*/ 2057760 h 2398711"/>
              <a:gd name="connsiteX21235" fmla="*/ 1518517 w 2119654"/>
              <a:gd name="connsiteY21235" fmla="*/ 2061599 h 2398711"/>
              <a:gd name="connsiteX21236" fmla="*/ 1518736 w 2119654"/>
              <a:gd name="connsiteY21236" fmla="*/ 2061694 h 2398711"/>
              <a:gd name="connsiteX21237" fmla="*/ 1519002 w 2119654"/>
              <a:gd name="connsiteY21237" fmla="*/ 2061797 h 2398711"/>
              <a:gd name="connsiteX21238" fmla="*/ 1519738 w 2119654"/>
              <a:gd name="connsiteY21238" fmla="*/ 2058943 h 2398711"/>
              <a:gd name="connsiteX21239" fmla="*/ 1519897 w 2119654"/>
              <a:gd name="connsiteY21239" fmla="*/ 2057756 h 2398711"/>
              <a:gd name="connsiteX21240" fmla="*/ 1486216 w 2119654"/>
              <a:gd name="connsiteY21240" fmla="*/ 2132716 h 2398711"/>
              <a:gd name="connsiteX21241" fmla="*/ 1486090 w 2119654"/>
              <a:gd name="connsiteY21241" fmla="*/ 2133091 h 2398711"/>
              <a:gd name="connsiteX21242" fmla="*/ 1484522 w 2119654"/>
              <a:gd name="connsiteY21242" fmla="*/ 2136927 h 2398711"/>
              <a:gd name="connsiteX21243" fmla="*/ 1488759 w 2119654"/>
              <a:gd name="connsiteY21243" fmla="*/ 2136080 h 2398711"/>
              <a:gd name="connsiteX21244" fmla="*/ 1488994 w 2119654"/>
              <a:gd name="connsiteY21244" fmla="*/ 2133842 h 2398711"/>
              <a:gd name="connsiteX21245" fmla="*/ 1857093 w 2119654"/>
              <a:gd name="connsiteY21245" fmla="*/ 1301930 h 2398711"/>
              <a:gd name="connsiteX21246" fmla="*/ 1860787 w 2119654"/>
              <a:gd name="connsiteY21246" fmla="*/ 1305504 h 2398711"/>
              <a:gd name="connsiteX21247" fmla="*/ 1870945 w 2119654"/>
              <a:gd name="connsiteY21247" fmla="*/ 1292752 h 2398711"/>
              <a:gd name="connsiteX21248" fmla="*/ 1543881 w 2119654"/>
              <a:gd name="connsiteY21248" fmla="*/ 2003079 h 2398711"/>
              <a:gd name="connsiteX21249" fmla="*/ 1543821 w 2119654"/>
              <a:gd name="connsiteY21249" fmla="*/ 2003339 h 2398711"/>
              <a:gd name="connsiteX21250" fmla="*/ 1545208 w 2119654"/>
              <a:gd name="connsiteY21250" fmla="*/ 2003355 h 2398711"/>
              <a:gd name="connsiteX21251" fmla="*/ 1545296 w 2119654"/>
              <a:gd name="connsiteY21251" fmla="*/ 2003039 h 2398711"/>
              <a:gd name="connsiteX21252" fmla="*/ 1445846 w 2119654"/>
              <a:gd name="connsiteY21252" fmla="*/ 2222587 h 2398711"/>
              <a:gd name="connsiteX21253" fmla="*/ 1449674 w 2119654"/>
              <a:gd name="connsiteY21253" fmla="*/ 2223733 h 2398711"/>
              <a:gd name="connsiteX21254" fmla="*/ 1475948 w 2119654"/>
              <a:gd name="connsiteY21254" fmla="*/ 2227542 h 2398711"/>
              <a:gd name="connsiteX21255" fmla="*/ 1476717 w 2119654"/>
              <a:gd name="connsiteY21255" fmla="*/ 2222596 h 2398711"/>
              <a:gd name="connsiteX21256" fmla="*/ 1454759 w 2119654"/>
              <a:gd name="connsiteY21256" fmla="*/ 2221095 h 2398711"/>
              <a:gd name="connsiteX21257" fmla="*/ 1446858 w 2119654"/>
              <a:gd name="connsiteY21257" fmla="*/ 2220449 h 2398711"/>
              <a:gd name="connsiteX21258" fmla="*/ 1445584 w 2119654"/>
              <a:gd name="connsiteY21258" fmla="*/ 2223140 h 2398711"/>
              <a:gd name="connsiteX21259" fmla="*/ 1446252 w 2119654"/>
              <a:gd name="connsiteY21259" fmla="*/ 2223237 h 2398711"/>
              <a:gd name="connsiteX21260" fmla="*/ 1445627 w 2119654"/>
              <a:gd name="connsiteY21260" fmla="*/ 2223050 h 2398711"/>
              <a:gd name="connsiteX21261" fmla="*/ 1592364 w 2119654"/>
              <a:gd name="connsiteY21261" fmla="*/ 1894433 h 2398711"/>
              <a:gd name="connsiteX21262" fmla="*/ 1592409 w 2119654"/>
              <a:gd name="connsiteY21262" fmla="*/ 1894429 h 2398711"/>
              <a:gd name="connsiteX21263" fmla="*/ 1594646 w 2119654"/>
              <a:gd name="connsiteY21263" fmla="*/ 1893641 h 2398711"/>
              <a:gd name="connsiteX21264" fmla="*/ 1593516 w 2119654"/>
              <a:gd name="connsiteY21264" fmla="*/ 1893616 h 2398711"/>
              <a:gd name="connsiteX21265" fmla="*/ 1491934 w 2119654"/>
              <a:gd name="connsiteY21265" fmla="*/ 2119052 h 2398711"/>
              <a:gd name="connsiteX21266" fmla="*/ 1491775 w 2119654"/>
              <a:gd name="connsiteY21266" fmla="*/ 2120420 h 2398711"/>
              <a:gd name="connsiteX21267" fmla="*/ 1491939 w 2119654"/>
              <a:gd name="connsiteY21267" fmla="*/ 2120425 h 2398711"/>
              <a:gd name="connsiteX21268" fmla="*/ 1494641 w 2119654"/>
              <a:gd name="connsiteY21268" fmla="*/ 2119931 h 2398711"/>
              <a:gd name="connsiteX21269" fmla="*/ 1544153 w 2119654"/>
              <a:gd name="connsiteY21269" fmla="*/ 2001899 h 2398711"/>
              <a:gd name="connsiteX21270" fmla="*/ 1543926 w 2119654"/>
              <a:gd name="connsiteY21270" fmla="*/ 2002886 h 2398711"/>
              <a:gd name="connsiteX21271" fmla="*/ 1545344 w 2119654"/>
              <a:gd name="connsiteY21271" fmla="*/ 2002866 h 2398711"/>
              <a:gd name="connsiteX21272" fmla="*/ 1545779 w 2119654"/>
              <a:gd name="connsiteY21272" fmla="*/ 2001306 h 2398711"/>
              <a:gd name="connsiteX21273" fmla="*/ 1545670 w 2119654"/>
              <a:gd name="connsiteY21273" fmla="*/ 2001304 h 2398711"/>
              <a:gd name="connsiteX21274" fmla="*/ 1491995 w 2119654"/>
              <a:gd name="connsiteY21274" fmla="*/ 2118528 h 2398711"/>
              <a:gd name="connsiteX21275" fmla="*/ 1491950 w 2119654"/>
              <a:gd name="connsiteY21275" fmla="*/ 2118911 h 2398711"/>
              <a:gd name="connsiteX21276" fmla="*/ 1494932 w 2119654"/>
              <a:gd name="connsiteY21276" fmla="*/ 2119878 h 2398711"/>
              <a:gd name="connsiteX21277" fmla="*/ 1500190 w 2119654"/>
              <a:gd name="connsiteY21277" fmla="*/ 2118919 h 2398711"/>
              <a:gd name="connsiteX21278" fmla="*/ 1504074 w 2119654"/>
              <a:gd name="connsiteY21278" fmla="*/ 2091207 h 2398711"/>
              <a:gd name="connsiteX21279" fmla="*/ 1505605 w 2119654"/>
              <a:gd name="connsiteY21279" fmla="*/ 2091824 h 2398711"/>
              <a:gd name="connsiteX21280" fmla="*/ 1505468 w 2119654"/>
              <a:gd name="connsiteY21280" fmla="*/ 2091157 h 2398711"/>
              <a:gd name="connsiteX21281" fmla="*/ 1504042 w 2119654"/>
              <a:gd name="connsiteY21281" fmla="*/ 2090968 h 2398711"/>
              <a:gd name="connsiteX21282" fmla="*/ 1505419 w 2119654"/>
              <a:gd name="connsiteY21282" fmla="*/ 2090919 h 2398711"/>
              <a:gd name="connsiteX21283" fmla="*/ 1505327 w 2119654"/>
              <a:gd name="connsiteY21283" fmla="*/ 2090471 h 2398711"/>
              <a:gd name="connsiteX21284" fmla="*/ 1488952 w 2119654"/>
              <a:gd name="connsiteY21284" fmla="*/ 2124618 h 2398711"/>
              <a:gd name="connsiteX21285" fmla="*/ 1487937 w 2119654"/>
              <a:gd name="connsiteY21285" fmla="*/ 2127621 h 2398711"/>
              <a:gd name="connsiteX21286" fmla="*/ 1488761 w 2119654"/>
              <a:gd name="connsiteY21286" fmla="*/ 2130785 h 2398711"/>
              <a:gd name="connsiteX21287" fmla="*/ 1488683 w 2119654"/>
              <a:gd name="connsiteY21287" fmla="*/ 2130927 h 2398711"/>
              <a:gd name="connsiteX21288" fmla="*/ 1487872 w 2119654"/>
              <a:gd name="connsiteY21288" fmla="*/ 2127814 h 2398711"/>
              <a:gd name="connsiteX21289" fmla="*/ 1486283 w 2119654"/>
              <a:gd name="connsiteY21289" fmla="*/ 2132517 h 2398711"/>
              <a:gd name="connsiteX21290" fmla="*/ 1489016 w 2119654"/>
              <a:gd name="connsiteY21290" fmla="*/ 2133625 h 2398711"/>
              <a:gd name="connsiteX21291" fmla="*/ 1489973 w 2119654"/>
              <a:gd name="connsiteY21291" fmla="*/ 2124524 h 2398711"/>
              <a:gd name="connsiteX21292" fmla="*/ 1475976 w 2119654"/>
              <a:gd name="connsiteY21292" fmla="*/ 2153424 h 2398711"/>
              <a:gd name="connsiteX21293" fmla="*/ 1476692 w 2119654"/>
              <a:gd name="connsiteY21293" fmla="*/ 2153781 h 2398711"/>
              <a:gd name="connsiteX21294" fmla="*/ 1476920 w 2119654"/>
              <a:gd name="connsiteY21294" fmla="*/ 2153131 h 2398711"/>
              <a:gd name="connsiteX21295" fmla="*/ 1855895 w 2119654"/>
              <a:gd name="connsiteY21295" fmla="*/ 1302388 h 2398711"/>
              <a:gd name="connsiteX21296" fmla="*/ 1856540 w 2119654"/>
              <a:gd name="connsiteY21296" fmla="*/ 1301973 h 2398711"/>
              <a:gd name="connsiteX21297" fmla="*/ 1856312 w 2119654"/>
              <a:gd name="connsiteY21297" fmla="*/ 1301752 h 2398711"/>
              <a:gd name="connsiteX21298" fmla="*/ 1544923 w 2119654"/>
              <a:gd name="connsiteY21298" fmla="*/ 1998559 h 2398711"/>
              <a:gd name="connsiteX21299" fmla="*/ 1544484 w 2119654"/>
              <a:gd name="connsiteY21299" fmla="*/ 2000463 h 2398711"/>
              <a:gd name="connsiteX21300" fmla="*/ 1545754 w 2119654"/>
              <a:gd name="connsiteY21300" fmla="*/ 2000485 h 2398711"/>
              <a:gd name="connsiteX21301" fmla="*/ 1546035 w 2119654"/>
              <a:gd name="connsiteY21301" fmla="*/ 2000388 h 2398711"/>
              <a:gd name="connsiteX21302" fmla="*/ 1547099 w 2119654"/>
              <a:gd name="connsiteY21302" fmla="*/ 1996575 h 2398711"/>
              <a:gd name="connsiteX21303" fmla="*/ 1545577 w 2119654"/>
              <a:gd name="connsiteY21303" fmla="*/ 1997657 h 2398711"/>
              <a:gd name="connsiteX21304" fmla="*/ 1836598 w 2119654"/>
              <a:gd name="connsiteY21304" fmla="*/ 1345412 h 2398711"/>
              <a:gd name="connsiteX21305" fmla="*/ 1835311 w 2119654"/>
              <a:gd name="connsiteY21305" fmla="*/ 1351930 h 2398711"/>
              <a:gd name="connsiteX21306" fmla="*/ 1835704 w 2119654"/>
              <a:gd name="connsiteY21306" fmla="*/ 1352717 h 2398711"/>
              <a:gd name="connsiteX21307" fmla="*/ 1851441 w 2119654"/>
              <a:gd name="connsiteY21307" fmla="*/ 1339541 h 2398711"/>
              <a:gd name="connsiteX21308" fmla="*/ 1854175 w 2119654"/>
              <a:gd name="connsiteY21308" fmla="*/ 1337188 h 2398711"/>
              <a:gd name="connsiteX21309" fmla="*/ 1853246 w 2119654"/>
              <a:gd name="connsiteY21309" fmla="*/ 1335371 h 2398711"/>
              <a:gd name="connsiteX21310" fmla="*/ 1849005 w 2119654"/>
              <a:gd name="connsiteY21310" fmla="*/ 1332968 h 2398711"/>
              <a:gd name="connsiteX21311" fmla="*/ 1842625 w 2119654"/>
              <a:gd name="connsiteY21311" fmla="*/ 1337106 h 2398711"/>
              <a:gd name="connsiteX21312" fmla="*/ 1490084 w 2119654"/>
              <a:gd name="connsiteY21312" fmla="*/ 2121268 h 2398711"/>
              <a:gd name="connsiteX21313" fmla="*/ 1489756 w 2119654"/>
              <a:gd name="connsiteY21313" fmla="*/ 2122238 h 2398711"/>
              <a:gd name="connsiteX21314" fmla="*/ 1490216 w 2119654"/>
              <a:gd name="connsiteY21314" fmla="*/ 2122201 h 2398711"/>
              <a:gd name="connsiteX21315" fmla="*/ 1490319 w 2119654"/>
              <a:gd name="connsiteY21315" fmla="*/ 2121224 h 2398711"/>
              <a:gd name="connsiteX21316" fmla="*/ 1520160 w 2119654"/>
              <a:gd name="connsiteY21316" fmla="*/ 2053920 h 2398711"/>
              <a:gd name="connsiteX21317" fmla="*/ 1520265 w 2119654"/>
              <a:gd name="connsiteY21317" fmla="*/ 2053943 h 2398711"/>
              <a:gd name="connsiteX21318" fmla="*/ 1520415 w 2119654"/>
              <a:gd name="connsiteY21318" fmla="*/ 2053880 h 2398711"/>
              <a:gd name="connsiteX21319" fmla="*/ 1520443 w 2119654"/>
              <a:gd name="connsiteY21319" fmla="*/ 2053663 h 2398711"/>
              <a:gd name="connsiteX21320" fmla="*/ 1490418 w 2119654"/>
              <a:gd name="connsiteY21320" fmla="*/ 2120278 h 2398711"/>
              <a:gd name="connsiteX21321" fmla="*/ 1490383 w 2119654"/>
              <a:gd name="connsiteY21321" fmla="*/ 2120382 h 2398711"/>
              <a:gd name="connsiteX21322" fmla="*/ 1490407 w 2119654"/>
              <a:gd name="connsiteY21322" fmla="*/ 2120383 h 2398711"/>
              <a:gd name="connsiteX21323" fmla="*/ 1844453 w 2119654"/>
              <a:gd name="connsiteY21323" fmla="*/ 1327334 h 2398711"/>
              <a:gd name="connsiteX21324" fmla="*/ 1847972 w 2119654"/>
              <a:gd name="connsiteY21324" fmla="*/ 1325121 h 2398711"/>
              <a:gd name="connsiteX21325" fmla="*/ 1847989 w 2119654"/>
              <a:gd name="connsiteY21325" fmla="*/ 1325101 h 2398711"/>
              <a:gd name="connsiteX21326" fmla="*/ 1847302 w 2119654"/>
              <a:gd name="connsiteY21326" fmla="*/ 1323758 h 2398711"/>
              <a:gd name="connsiteX21327" fmla="*/ 1492305 w 2119654"/>
              <a:gd name="connsiteY21327" fmla="*/ 2115859 h 2398711"/>
              <a:gd name="connsiteX21328" fmla="*/ 1492043 w 2119654"/>
              <a:gd name="connsiteY21328" fmla="*/ 2118110 h 2398711"/>
              <a:gd name="connsiteX21329" fmla="*/ 1502020 w 2119654"/>
              <a:gd name="connsiteY21329" fmla="*/ 2118586 h 2398711"/>
              <a:gd name="connsiteX21330" fmla="*/ 1502601 w 2119654"/>
              <a:gd name="connsiteY21330" fmla="*/ 2118479 h 2398711"/>
              <a:gd name="connsiteX21331" fmla="*/ 1496064 w 2119654"/>
              <a:gd name="connsiteY21331" fmla="*/ 2115246 h 2398711"/>
              <a:gd name="connsiteX21332" fmla="*/ 1542399 w 2119654"/>
              <a:gd name="connsiteY21332" fmla="*/ 2003120 h 2398711"/>
              <a:gd name="connsiteX21333" fmla="*/ 1542370 w 2119654"/>
              <a:gd name="connsiteY21333" fmla="*/ 2003322 h 2398711"/>
              <a:gd name="connsiteX21334" fmla="*/ 1543082 w 2119654"/>
              <a:gd name="connsiteY21334" fmla="*/ 2003330 h 2398711"/>
              <a:gd name="connsiteX21335" fmla="*/ 1543135 w 2119654"/>
              <a:gd name="connsiteY21335" fmla="*/ 2003100 h 2398711"/>
              <a:gd name="connsiteX21336" fmla="*/ 1543574 w 2119654"/>
              <a:gd name="connsiteY21336" fmla="*/ 2000416 h 2398711"/>
              <a:gd name="connsiteX21337" fmla="*/ 1543750 w 2119654"/>
              <a:gd name="connsiteY21337" fmla="*/ 2000433 h 2398711"/>
              <a:gd name="connsiteX21338" fmla="*/ 1543838 w 2119654"/>
              <a:gd name="connsiteY21338" fmla="*/ 2000053 h 2398711"/>
              <a:gd name="connsiteX21339" fmla="*/ 1843162 w 2119654"/>
              <a:gd name="connsiteY21339" fmla="*/ 1329469 h 2398711"/>
              <a:gd name="connsiteX21340" fmla="*/ 1844028 w 2119654"/>
              <a:gd name="connsiteY21340" fmla="*/ 1329960 h 2398711"/>
              <a:gd name="connsiteX21341" fmla="*/ 1846038 w 2119654"/>
              <a:gd name="connsiteY21341" fmla="*/ 1327493 h 2398711"/>
              <a:gd name="connsiteX21342" fmla="*/ 1509737 w 2119654"/>
              <a:gd name="connsiteY21342" fmla="*/ 2075970 h 2398711"/>
              <a:gd name="connsiteX21343" fmla="*/ 1510849 w 2119654"/>
              <a:gd name="connsiteY21343" fmla="*/ 2076125 h 2398711"/>
              <a:gd name="connsiteX21344" fmla="*/ 1515368 w 2119654"/>
              <a:gd name="connsiteY21344" fmla="*/ 2075876 h 2398711"/>
              <a:gd name="connsiteX21345" fmla="*/ 1516497 w 2119654"/>
              <a:gd name="connsiteY21345" fmla="*/ 2071504 h 2398711"/>
              <a:gd name="connsiteX21346" fmla="*/ 1516107 w 2119654"/>
              <a:gd name="connsiteY21346" fmla="*/ 2071417 h 2398711"/>
              <a:gd name="connsiteX21347" fmla="*/ 1542479 w 2119654"/>
              <a:gd name="connsiteY21347" fmla="*/ 2002556 h 2398711"/>
              <a:gd name="connsiteX21348" fmla="*/ 1542429 w 2119654"/>
              <a:gd name="connsiteY21348" fmla="*/ 2002908 h 2398711"/>
              <a:gd name="connsiteX21349" fmla="*/ 1543182 w 2119654"/>
              <a:gd name="connsiteY21349" fmla="*/ 2002897 h 2398711"/>
              <a:gd name="connsiteX21350" fmla="*/ 1543338 w 2119654"/>
              <a:gd name="connsiteY21350" fmla="*/ 2002218 h 2398711"/>
              <a:gd name="connsiteX21351" fmla="*/ 1474797 w 2119654"/>
              <a:gd name="connsiteY21351" fmla="*/ 2153791 h 2398711"/>
              <a:gd name="connsiteX21352" fmla="*/ 1474923 w 2119654"/>
              <a:gd name="connsiteY21352" fmla="*/ 2153840 h 2398711"/>
              <a:gd name="connsiteX21353" fmla="*/ 1476492 w 2119654"/>
              <a:gd name="connsiteY21353" fmla="*/ 2154351 h 2398711"/>
              <a:gd name="connsiteX21354" fmla="*/ 1476513 w 2119654"/>
              <a:gd name="connsiteY21354" fmla="*/ 2154291 h 2398711"/>
              <a:gd name="connsiteX21355" fmla="*/ 1475237 w 2119654"/>
              <a:gd name="connsiteY21355" fmla="*/ 2153654 h 2398711"/>
              <a:gd name="connsiteX21356" fmla="*/ 1542773 w 2119654"/>
              <a:gd name="connsiteY21356" fmla="*/ 2001520 h 2398711"/>
              <a:gd name="connsiteX21357" fmla="*/ 1543510 w 2119654"/>
              <a:gd name="connsiteY21357" fmla="*/ 2001265 h 2398711"/>
              <a:gd name="connsiteX21358" fmla="*/ 1542965 w 2119654"/>
              <a:gd name="connsiteY21358" fmla="*/ 2001255 h 2398711"/>
              <a:gd name="connsiteX21359" fmla="*/ 1837270 w 2119654"/>
              <a:gd name="connsiteY21359" fmla="*/ 1342002 h 2398711"/>
              <a:gd name="connsiteX21360" fmla="*/ 1837203 w 2119654"/>
              <a:gd name="connsiteY21360" fmla="*/ 1342344 h 2398711"/>
              <a:gd name="connsiteX21361" fmla="*/ 1838916 w 2119654"/>
              <a:gd name="connsiteY21361" fmla="*/ 1339984 h 2398711"/>
              <a:gd name="connsiteX21362" fmla="*/ 1492683 w 2119654"/>
              <a:gd name="connsiteY21362" fmla="*/ 2113574 h 2398711"/>
              <a:gd name="connsiteX21363" fmla="*/ 1492513 w 2119654"/>
              <a:gd name="connsiteY21363" fmla="*/ 2114075 h 2398711"/>
              <a:gd name="connsiteX21364" fmla="*/ 1492343 w 2119654"/>
              <a:gd name="connsiteY21364" fmla="*/ 2115540 h 2398711"/>
              <a:gd name="connsiteX21365" fmla="*/ 1495588 w 2119654"/>
              <a:gd name="connsiteY21365" fmla="*/ 2115011 h 2398711"/>
              <a:gd name="connsiteX21366" fmla="*/ 1470534 w 2119654"/>
              <a:gd name="connsiteY21366" fmla="*/ 2162937 h 2398711"/>
              <a:gd name="connsiteX21367" fmla="*/ 1472494 w 2119654"/>
              <a:gd name="connsiteY21367" fmla="*/ 2163555 h 2398711"/>
              <a:gd name="connsiteX21368" fmla="*/ 1472925 w 2119654"/>
              <a:gd name="connsiteY21368" fmla="*/ 2162564 h 2398711"/>
              <a:gd name="connsiteX21369" fmla="*/ 1517830 w 2119654"/>
              <a:gd name="connsiteY21369" fmla="*/ 2056845 h 2398711"/>
              <a:gd name="connsiteX21370" fmla="*/ 1519833 w 2119654"/>
              <a:gd name="connsiteY21370" fmla="*/ 2056748 h 2398711"/>
              <a:gd name="connsiteX21371" fmla="*/ 1520162 w 2119654"/>
              <a:gd name="connsiteY21371" fmla="*/ 2055771 h 2398711"/>
              <a:gd name="connsiteX21372" fmla="*/ 1520162 w 2119654"/>
              <a:gd name="connsiteY21372" fmla="*/ 2055769 h 2398711"/>
              <a:gd name="connsiteX21373" fmla="*/ 1519083 w 2119654"/>
              <a:gd name="connsiteY21373" fmla="*/ 2056318 h 2398711"/>
              <a:gd name="connsiteX21374" fmla="*/ 1891456 w 2119654"/>
              <a:gd name="connsiteY21374" fmla="*/ 1220222 h 2398711"/>
              <a:gd name="connsiteX21375" fmla="*/ 1893983 w 2119654"/>
              <a:gd name="connsiteY21375" fmla="*/ 1221923 h 2398711"/>
              <a:gd name="connsiteX21376" fmla="*/ 1896491 w 2119654"/>
              <a:gd name="connsiteY21376" fmla="*/ 1218526 h 2398711"/>
              <a:gd name="connsiteX21377" fmla="*/ 1896497 w 2119654"/>
              <a:gd name="connsiteY21377" fmla="*/ 1218694 h 2398711"/>
              <a:gd name="connsiteX21378" fmla="*/ 1894069 w 2119654"/>
              <a:gd name="connsiteY21378" fmla="*/ 1221981 h 2398711"/>
              <a:gd name="connsiteX21379" fmla="*/ 1902562 w 2119654"/>
              <a:gd name="connsiteY21379" fmla="*/ 1227704 h 2398711"/>
              <a:gd name="connsiteX21380" fmla="*/ 1908475 w 2119654"/>
              <a:gd name="connsiteY21380" fmla="*/ 1208155 h 2398711"/>
              <a:gd name="connsiteX21381" fmla="*/ 1852341 w 2119654"/>
              <a:gd name="connsiteY21381" fmla="*/ 1307809 h 2398711"/>
              <a:gd name="connsiteX21382" fmla="*/ 1855912 w 2119654"/>
              <a:gd name="connsiteY21382" fmla="*/ 1309646 h 2398711"/>
              <a:gd name="connsiteX21383" fmla="*/ 1859930 w 2119654"/>
              <a:gd name="connsiteY21383" fmla="*/ 1306579 h 2398711"/>
              <a:gd name="connsiteX21384" fmla="*/ 1860527 w 2119654"/>
              <a:gd name="connsiteY21384" fmla="*/ 1305830 h 2398711"/>
              <a:gd name="connsiteX21385" fmla="*/ 1856738 w 2119654"/>
              <a:gd name="connsiteY21385" fmla="*/ 1302165 h 2398711"/>
              <a:gd name="connsiteX21386" fmla="*/ 1855506 w 2119654"/>
              <a:gd name="connsiteY21386" fmla="*/ 1302981 h 2398711"/>
              <a:gd name="connsiteX21387" fmla="*/ 1494285 w 2119654"/>
              <a:gd name="connsiteY21387" fmla="*/ 2108829 h 2398711"/>
              <a:gd name="connsiteX21388" fmla="*/ 1492756 w 2119654"/>
              <a:gd name="connsiteY21388" fmla="*/ 2113355 h 2398711"/>
              <a:gd name="connsiteX21389" fmla="*/ 1495894 w 2119654"/>
              <a:gd name="connsiteY21389" fmla="*/ 2114961 h 2398711"/>
              <a:gd name="connsiteX21390" fmla="*/ 1504780 w 2119654"/>
              <a:gd name="connsiteY21390" fmla="*/ 2113512 h 2398711"/>
              <a:gd name="connsiteX21391" fmla="*/ 1506501 w 2119654"/>
              <a:gd name="connsiteY21391" fmla="*/ 2108416 h 2398711"/>
              <a:gd name="connsiteX21392" fmla="*/ 1506398 w 2119654"/>
              <a:gd name="connsiteY21392" fmla="*/ 2108400 h 2398711"/>
              <a:gd name="connsiteX21393" fmla="*/ 1505106 w 2119654"/>
              <a:gd name="connsiteY21393" fmla="*/ 2111575 h 2398711"/>
              <a:gd name="connsiteX21394" fmla="*/ 1504891 w 2119654"/>
              <a:gd name="connsiteY21394" fmla="*/ 2111699 h 2398711"/>
              <a:gd name="connsiteX21395" fmla="*/ 1506242 w 2119654"/>
              <a:gd name="connsiteY21395" fmla="*/ 2108377 h 2398711"/>
              <a:gd name="connsiteX21396" fmla="*/ 1506055 w 2119654"/>
              <a:gd name="connsiteY21396" fmla="*/ 2108351 h 2398711"/>
              <a:gd name="connsiteX21397" fmla="*/ 1498988 w 2119654"/>
              <a:gd name="connsiteY21397" fmla="*/ 2107032 h 2398711"/>
              <a:gd name="connsiteX21398" fmla="*/ 1499702 w 2119654"/>
              <a:gd name="connsiteY21398" fmla="*/ 2111800 h 2398711"/>
              <a:gd name="connsiteX21399" fmla="*/ 1499552 w 2119654"/>
              <a:gd name="connsiteY21399" fmla="*/ 2112015 h 2398711"/>
              <a:gd name="connsiteX21400" fmla="*/ 1498800 w 2119654"/>
              <a:gd name="connsiteY21400" fmla="*/ 2106997 h 2398711"/>
              <a:gd name="connsiteX21401" fmla="*/ 1498111 w 2119654"/>
              <a:gd name="connsiteY21401" fmla="*/ 2106869 h 2398711"/>
              <a:gd name="connsiteX21402" fmla="*/ 1585036 w 2119654"/>
              <a:gd name="connsiteY21402" fmla="*/ 1905486 h 2398711"/>
              <a:gd name="connsiteX21403" fmla="*/ 1585392 w 2119654"/>
              <a:gd name="connsiteY21403" fmla="*/ 1905541 h 2398711"/>
              <a:gd name="connsiteX21404" fmla="*/ 1585469 w 2119654"/>
              <a:gd name="connsiteY21404" fmla="*/ 1905552 h 2398711"/>
              <a:gd name="connsiteX21405" fmla="*/ 1585693 w 2119654"/>
              <a:gd name="connsiteY21405" fmla="*/ 1905520 h 2398711"/>
              <a:gd name="connsiteX21406" fmla="*/ 1585620 w 2119654"/>
              <a:gd name="connsiteY21406" fmla="*/ 1904552 h 2398711"/>
              <a:gd name="connsiteX21407" fmla="*/ 1846518 w 2119654"/>
              <a:gd name="connsiteY21407" fmla="*/ 1319938 h 2398711"/>
              <a:gd name="connsiteX21408" fmla="*/ 1847602 w 2119654"/>
              <a:gd name="connsiteY21408" fmla="*/ 1322055 h 2398711"/>
              <a:gd name="connsiteX21409" fmla="*/ 1850741 w 2119654"/>
              <a:gd name="connsiteY21409" fmla="*/ 1318114 h 2398711"/>
              <a:gd name="connsiteX21410" fmla="*/ 1542948 w 2119654"/>
              <a:gd name="connsiteY21410" fmla="*/ 1999261 h 2398711"/>
              <a:gd name="connsiteX21411" fmla="*/ 1542794 w 2119654"/>
              <a:gd name="connsiteY21411" fmla="*/ 2000345 h 2398711"/>
              <a:gd name="connsiteX21412" fmla="*/ 1542962 w 2119654"/>
              <a:gd name="connsiteY21412" fmla="*/ 2000360 h 2398711"/>
              <a:gd name="connsiteX21413" fmla="*/ 1544143 w 2119654"/>
              <a:gd name="connsiteY21413" fmla="*/ 1998734 h 2398711"/>
              <a:gd name="connsiteX21414" fmla="*/ 1544195 w 2119654"/>
              <a:gd name="connsiteY21414" fmla="*/ 1998505 h 2398711"/>
              <a:gd name="connsiteX21415" fmla="*/ 1846118 w 2119654"/>
              <a:gd name="connsiteY21415" fmla="*/ 1319156 h 2398711"/>
              <a:gd name="connsiteX21416" fmla="*/ 1846150 w 2119654"/>
              <a:gd name="connsiteY21416" fmla="*/ 1319220 h 2398711"/>
              <a:gd name="connsiteX21417" fmla="*/ 1851949 w 2119654"/>
              <a:gd name="connsiteY21417" fmla="*/ 1316599 h 2398711"/>
              <a:gd name="connsiteX21418" fmla="*/ 1856644 w 2119654"/>
              <a:gd name="connsiteY21418" fmla="*/ 1310705 h 2398711"/>
              <a:gd name="connsiteX21419" fmla="*/ 1850332 w 2119654"/>
              <a:gd name="connsiteY21419" fmla="*/ 1315941 h 2398711"/>
              <a:gd name="connsiteX21420" fmla="*/ 1530692 w 2119654"/>
              <a:gd name="connsiteY21420" fmla="*/ 2025398 h 2398711"/>
              <a:gd name="connsiteX21421" fmla="*/ 1530081 w 2119654"/>
              <a:gd name="connsiteY21421" fmla="*/ 2027214 h 2398711"/>
              <a:gd name="connsiteX21422" fmla="*/ 1533125 w 2119654"/>
              <a:gd name="connsiteY21422" fmla="*/ 2027605 h 2398711"/>
              <a:gd name="connsiteX21423" fmla="*/ 1537093 w 2119654"/>
              <a:gd name="connsiteY21423" fmla="*/ 2025535 h 2398711"/>
              <a:gd name="connsiteX21424" fmla="*/ 1537336 w 2119654"/>
              <a:gd name="connsiteY21424" fmla="*/ 2025321 h 2398711"/>
              <a:gd name="connsiteX21425" fmla="*/ 1537479 w 2119654"/>
              <a:gd name="connsiteY21425" fmla="*/ 2024321 h 2398711"/>
              <a:gd name="connsiteX21426" fmla="*/ 1535445 w 2119654"/>
              <a:gd name="connsiteY21426" fmla="*/ 2023974 h 2398711"/>
              <a:gd name="connsiteX21427" fmla="*/ 1497789 w 2119654"/>
              <a:gd name="connsiteY21427" fmla="*/ 2099032 h 2398711"/>
              <a:gd name="connsiteX21428" fmla="*/ 1498262 w 2119654"/>
              <a:gd name="connsiteY21428" fmla="*/ 2102186 h 2398711"/>
              <a:gd name="connsiteX21429" fmla="*/ 1502455 w 2119654"/>
              <a:gd name="connsiteY21429" fmla="*/ 2100639 h 2398711"/>
              <a:gd name="connsiteX21430" fmla="*/ 1570398 w 2119654"/>
              <a:gd name="connsiteY21430" fmla="*/ 1936200 h 2398711"/>
              <a:gd name="connsiteX21431" fmla="*/ 1570346 w 2119654"/>
              <a:gd name="connsiteY21431" fmla="*/ 1936782 h 2398711"/>
              <a:gd name="connsiteX21432" fmla="*/ 1570566 w 2119654"/>
              <a:gd name="connsiteY21432" fmla="*/ 1936634 h 2398711"/>
              <a:gd name="connsiteX21433" fmla="*/ 1570638 w 2119654"/>
              <a:gd name="connsiteY21433" fmla="*/ 1936183 h 2398711"/>
              <a:gd name="connsiteX21434" fmla="*/ 1570490 w 2119654"/>
              <a:gd name="connsiteY21434" fmla="*/ 1936162 h 2398711"/>
              <a:gd name="connsiteX21435" fmla="*/ 1890229 w 2119654"/>
              <a:gd name="connsiteY21435" fmla="*/ 1219394 h 2398711"/>
              <a:gd name="connsiteX21436" fmla="*/ 1890237 w 2119654"/>
              <a:gd name="connsiteY21436" fmla="*/ 1219399 h 2398711"/>
              <a:gd name="connsiteX21437" fmla="*/ 1909004 w 2119654"/>
              <a:gd name="connsiteY21437" fmla="*/ 1206405 h 2398711"/>
              <a:gd name="connsiteX21438" fmla="*/ 1913633 w 2119654"/>
              <a:gd name="connsiteY21438" fmla="*/ 1191100 h 2398711"/>
              <a:gd name="connsiteX21439" fmla="*/ 1906352 w 2119654"/>
              <a:gd name="connsiteY21439" fmla="*/ 1196171 h 2398711"/>
              <a:gd name="connsiteX21440" fmla="*/ 1899398 w 2119654"/>
              <a:gd name="connsiteY21440" fmla="*/ 1206590 h 2398711"/>
              <a:gd name="connsiteX21441" fmla="*/ 1838753 w 2119654"/>
              <a:gd name="connsiteY21441" fmla="*/ 1334489 h 2398711"/>
              <a:gd name="connsiteX21442" fmla="*/ 1838408 w 2119654"/>
              <a:gd name="connsiteY21442" fmla="*/ 1336240 h 2398711"/>
              <a:gd name="connsiteX21443" fmla="*/ 1843575 w 2119654"/>
              <a:gd name="connsiteY21443" fmla="*/ 1330514 h 2398711"/>
              <a:gd name="connsiteX21444" fmla="*/ 1843921 w 2119654"/>
              <a:gd name="connsiteY21444" fmla="*/ 1330089 h 2398711"/>
              <a:gd name="connsiteX21445" fmla="*/ 1843505 w 2119654"/>
              <a:gd name="connsiteY21445" fmla="*/ 1329853 h 2398711"/>
              <a:gd name="connsiteX21446" fmla="*/ 1843003 w 2119654"/>
              <a:gd name="connsiteY21446" fmla="*/ 1329578 h 2398711"/>
              <a:gd name="connsiteX21447" fmla="*/ 1842259 w 2119654"/>
              <a:gd name="connsiteY21447" fmla="*/ 1330088 h 2398711"/>
              <a:gd name="connsiteX21448" fmla="*/ 1543870 w 2119654"/>
              <a:gd name="connsiteY21448" fmla="*/ 1994679 h 2398711"/>
              <a:gd name="connsiteX21449" fmla="*/ 1544083 w 2119654"/>
              <a:gd name="connsiteY21449" fmla="*/ 1994692 h 2398711"/>
              <a:gd name="connsiteX21450" fmla="*/ 1545202 w 2119654"/>
              <a:gd name="connsiteY21450" fmla="*/ 1994139 h 2398711"/>
              <a:gd name="connsiteX21451" fmla="*/ 1545218 w 2119654"/>
              <a:gd name="connsiteY21451" fmla="*/ 1994072 h 2398711"/>
              <a:gd name="connsiteX21452" fmla="*/ 1537630 w 2119654"/>
              <a:gd name="connsiteY21452" fmla="*/ 2008607 h 2398711"/>
              <a:gd name="connsiteX21453" fmla="*/ 1538585 w 2119654"/>
              <a:gd name="connsiteY21453" fmla="*/ 2008416 h 2398711"/>
              <a:gd name="connsiteX21454" fmla="*/ 1537900 w 2119654"/>
              <a:gd name="connsiteY21454" fmla="*/ 2008235 h 2398711"/>
              <a:gd name="connsiteX21455" fmla="*/ 1497313 w 2119654"/>
              <a:gd name="connsiteY21455" fmla="*/ 2098869 h 2398711"/>
              <a:gd name="connsiteX21456" fmla="*/ 1496677 w 2119654"/>
              <a:gd name="connsiteY21456" fmla="*/ 2101751 h 2398711"/>
              <a:gd name="connsiteX21457" fmla="*/ 1496283 w 2119654"/>
              <a:gd name="connsiteY21457" fmla="*/ 2102917 h 2398711"/>
              <a:gd name="connsiteX21458" fmla="*/ 1498089 w 2119654"/>
              <a:gd name="connsiteY21458" fmla="*/ 2102250 h 2398711"/>
              <a:gd name="connsiteX21459" fmla="*/ 1497597 w 2119654"/>
              <a:gd name="connsiteY21459" fmla="*/ 2098966 h 2398711"/>
              <a:gd name="connsiteX21460" fmla="*/ 1506460 w 2119654"/>
              <a:gd name="connsiteY21460" fmla="*/ 2078311 h 2398711"/>
              <a:gd name="connsiteX21461" fmla="*/ 1514415 w 2119654"/>
              <a:gd name="connsiteY21461" fmla="*/ 2079565 h 2398711"/>
              <a:gd name="connsiteX21462" fmla="*/ 1514992 w 2119654"/>
              <a:gd name="connsiteY21462" fmla="*/ 2077331 h 2398711"/>
              <a:gd name="connsiteX21463" fmla="*/ 1511844 w 2119654"/>
              <a:gd name="connsiteY21463" fmla="*/ 2076943 h 2398711"/>
              <a:gd name="connsiteX21464" fmla="*/ 1508936 w 2119654"/>
              <a:gd name="connsiteY21464" fmla="*/ 2076542 h 2398711"/>
              <a:gd name="connsiteX21465" fmla="*/ 1846337 w 2119654"/>
              <a:gd name="connsiteY21465" fmla="*/ 1316954 h 2398711"/>
              <a:gd name="connsiteX21466" fmla="*/ 1855468 w 2119654"/>
              <a:gd name="connsiteY21466" fmla="*/ 1309985 h 2398711"/>
              <a:gd name="connsiteX21467" fmla="*/ 1852063 w 2119654"/>
              <a:gd name="connsiteY21467" fmla="*/ 1308232 h 2398711"/>
              <a:gd name="connsiteX21468" fmla="*/ 1846544 w 2119654"/>
              <a:gd name="connsiteY21468" fmla="*/ 1316647 h 2398711"/>
              <a:gd name="connsiteX21469" fmla="*/ 1478458 w 2119654"/>
              <a:gd name="connsiteY21469" fmla="*/ 2140362 h 2398711"/>
              <a:gd name="connsiteX21470" fmla="*/ 1481184 w 2119654"/>
              <a:gd name="connsiteY21470" fmla="*/ 2140974 h 2398711"/>
              <a:gd name="connsiteX21471" fmla="*/ 1481421 w 2119654"/>
              <a:gd name="connsiteY21471" fmla="*/ 2140297 h 2398711"/>
              <a:gd name="connsiteX21472" fmla="*/ 1839209 w 2119654"/>
              <a:gd name="connsiteY21472" fmla="*/ 1332184 h 2398711"/>
              <a:gd name="connsiteX21473" fmla="*/ 1839101 w 2119654"/>
              <a:gd name="connsiteY21473" fmla="*/ 1332726 h 2398711"/>
              <a:gd name="connsiteX21474" fmla="*/ 1839926 w 2119654"/>
              <a:gd name="connsiteY21474" fmla="*/ 1331692 h 2398711"/>
              <a:gd name="connsiteX21475" fmla="*/ 1486455 w 2119654"/>
              <a:gd name="connsiteY21475" fmla="*/ 2121929 h 2398711"/>
              <a:gd name="connsiteX21476" fmla="*/ 1486603 w 2119654"/>
              <a:gd name="connsiteY21476" fmla="*/ 2122494 h 2398711"/>
              <a:gd name="connsiteX21477" fmla="*/ 1487696 w 2119654"/>
              <a:gd name="connsiteY21477" fmla="*/ 2122405 h 2398711"/>
              <a:gd name="connsiteX21478" fmla="*/ 1487959 w 2119654"/>
              <a:gd name="connsiteY21478" fmla="*/ 2121654 h 2398711"/>
              <a:gd name="connsiteX21479" fmla="*/ 1536084 w 2119654"/>
              <a:gd name="connsiteY21479" fmla="*/ 2010736 h 2398711"/>
              <a:gd name="connsiteX21480" fmla="*/ 1536375 w 2119654"/>
              <a:gd name="connsiteY21480" fmla="*/ 2010662 h 2398711"/>
              <a:gd name="connsiteX21481" fmla="*/ 1536098 w 2119654"/>
              <a:gd name="connsiteY21481" fmla="*/ 2010718 h 2398711"/>
              <a:gd name="connsiteX21482" fmla="*/ 1529357 w 2119654"/>
              <a:gd name="connsiteY21482" fmla="*/ 2025798 h 2398711"/>
              <a:gd name="connsiteX21483" fmla="*/ 1529200 w 2119654"/>
              <a:gd name="connsiteY21483" fmla="*/ 2027101 h 2398711"/>
              <a:gd name="connsiteX21484" fmla="*/ 1529545 w 2119654"/>
              <a:gd name="connsiteY21484" fmla="*/ 2027146 h 2398711"/>
              <a:gd name="connsiteX21485" fmla="*/ 1530040 w 2119654"/>
              <a:gd name="connsiteY21485" fmla="*/ 2025594 h 2398711"/>
              <a:gd name="connsiteX21486" fmla="*/ 1545416 w 2119654"/>
              <a:gd name="connsiteY21486" fmla="*/ 1989476 h 2398711"/>
              <a:gd name="connsiteX21487" fmla="*/ 1545653 w 2119654"/>
              <a:gd name="connsiteY21487" fmla="*/ 1989455 h 2398711"/>
              <a:gd name="connsiteX21488" fmla="*/ 1545457 w 2119654"/>
              <a:gd name="connsiteY21488" fmla="*/ 1989410 h 2398711"/>
              <a:gd name="connsiteX21489" fmla="*/ 1534578 w 2119654"/>
              <a:gd name="connsiteY21489" fmla="*/ 2013739 h 2398711"/>
              <a:gd name="connsiteX21490" fmla="*/ 1533814 w 2119654"/>
              <a:gd name="connsiteY21490" fmla="*/ 2016116 h 2398711"/>
              <a:gd name="connsiteX21491" fmla="*/ 1533195 w 2119654"/>
              <a:gd name="connsiteY21491" fmla="*/ 2017957 h 2398711"/>
              <a:gd name="connsiteX21492" fmla="*/ 1536807 w 2119654"/>
              <a:gd name="connsiteY21492" fmla="*/ 2018530 h 2398711"/>
              <a:gd name="connsiteX21493" fmla="*/ 1538373 w 2119654"/>
              <a:gd name="connsiteY21493" fmla="*/ 2018049 h 2398711"/>
              <a:gd name="connsiteX21494" fmla="*/ 1539209 w 2119654"/>
              <a:gd name="connsiteY21494" fmla="*/ 2012193 h 2398711"/>
              <a:gd name="connsiteX21495" fmla="*/ 1509460 w 2119654"/>
              <a:gd name="connsiteY21495" fmla="*/ 2069920 h 2398711"/>
              <a:gd name="connsiteX21496" fmla="*/ 1509081 w 2119654"/>
              <a:gd name="connsiteY21496" fmla="*/ 2072765 h 2398711"/>
              <a:gd name="connsiteX21497" fmla="*/ 1512198 w 2119654"/>
              <a:gd name="connsiteY21497" fmla="*/ 2070537 h 2398711"/>
              <a:gd name="connsiteX21498" fmla="*/ 1513904 w 2119654"/>
              <a:gd name="connsiteY21498" fmla="*/ 2059600 h 2398711"/>
              <a:gd name="connsiteX21499" fmla="*/ 1518242 w 2119654"/>
              <a:gd name="connsiteY21499" fmla="*/ 2061480 h 2398711"/>
              <a:gd name="connsiteX21500" fmla="*/ 1519488 w 2119654"/>
              <a:gd name="connsiteY21500" fmla="*/ 2057775 h 2398711"/>
              <a:gd name="connsiteX21501" fmla="*/ 1515712 w 2119654"/>
              <a:gd name="connsiteY21501" fmla="*/ 2057959 h 2398711"/>
              <a:gd name="connsiteX21502" fmla="*/ 1509581 w 2119654"/>
              <a:gd name="connsiteY21502" fmla="*/ 2069008 h 2398711"/>
              <a:gd name="connsiteX21503" fmla="*/ 1509575 w 2119654"/>
              <a:gd name="connsiteY21503" fmla="*/ 2069054 h 2398711"/>
              <a:gd name="connsiteX21504" fmla="*/ 1512992 w 2119654"/>
              <a:gd name="connsiteY21504" fmla="*/ 2069970 h 2398711"/>
              <a:gd name="connsiteX21505" fmla="*/ 1515108 w 2119654"/>
              <a:gd name="connsiteY21505" fmla="*/ 2068457 h 2398711"/>
              <a:gd name="connsiteX21506" fmla="*/ 1850023 w 2119654"/>
              <a:gd name="connsiteY21506" fmla="*/ 1306614 h 2398711"/>
              <a:gd name="connsiteX21507" fmla="*/ 1852159 w 2119654"/>
              <a:gd name="connsiteY21507" fmla="*/ 1307715 h 2398711"/>
              <a:gd name="connsiteX21508" fmla="*/ 1854171 w 2119654"/>
              <a:gd name="connsiteY21508" fmla="*/ 1304735 h 2398711"/>
              <a:gd name="connsiteX21509" fmla="*/ 1855179 w 2119654"/>
              <a:gd name="connsiteY21509" fmla="*/ 1303198 h 2398711"/>
              <a:gd name="connsiteX21510" fmla="*/ 1486237 w 2119654"/>
              <a:gd name="connsiteY21510" fmla="*/ 2121092 h 2398711"/>
              <a:gd name="connsiteX21511" fmla="*/ 1486330 w 2119654"/>
              <a:gd name="connsiteY21511" fmla="*/ 2121447 h 2398711"/>
              <a:gd name="connsiteX21512" fmla="*/ 1488148 w 2119654"/>
              <a:gd name="connsiteY21512" fmla="*/ 2121115 h 2398711"/>
              <a:gd name="connsiteX21513" fmla="*/ 1488166 w 2119654"/>
              <a:gd name="connsiteY21513" fmla="*/ 2121065 h 2398711"/>
              <a:gd name="connsiteX21514" fmla="*/ 1504137 w 2119654"/>
              <a:gd name="connsiteY21514" fmla="*/ 2080820 h 2398711"/>
              <a:gd name="connsiteX21515" fmla="*/ 1504720 w 2119654"/>
              <a:gd name="connsiteY21515" fmla="*/ 2083654 h 2398711"/>
              <a:gd name="connsiteX21516" fmla="*/ 1507299 w 2119654"/>
              <a:gd name="connsiteY21516" fmla="*/ 2082656 h 2398711"/>
              <a:gd name="connsiteX21517" fmla="*/ 1498592 w 2119654"/>
              <a:gd name="connsiteY21517" fmla="*/ 2093076 h 2398711"/>
              <a:gd name="connsiteX21518" fmla="*/ 1497699 w 2119654"/>
              <a:gd name="connsiteY21518" fmla="*/ 2097123 h 2398711"/>
              <a:gd name="connsiteX21519" fmla="*/ 1505090 w 2119654"/>
              <a:gd name="connsiteY21519" fmla="*/ 2099666 h 2398711"/>
              <a:gd name="connsiteX21520" fmla="*/ 1507070 w 2119654"/>
              <a:gd name="connsiteY21520" fmla="*/ 2098936 h 2398711"/>
              <a:gd name="connsiteX21521" fmla="*/ 1505667 w 2119654"/>
              <a:gd name="connsiteY21521" fmla="*/ 2092124 h 2398711"/>
              <a:gd name="connsiteX21522" fmla="*/ 1503449 w 2119654"/>
              <a:gd name="connsiteY21522" fmla="*/ 2091229 h 2398711"/>
              <a:gd name="connsiteX21523" fmla="*/ 1503357 w 2119654"/>
              <a:gd name="connsiteY21523" fmla="*/ 2091232 h 2398711"/>
              <a:gd name="connsiteX21524" fmla="*/ 1529645 w 2119654"/>
              <a:gd name="connsiteY21524" fmla="*/ 2023425 h 2398711"/>
              <a:gd name="connsiteX21525" fmla="*/ 1529575 w 2119654"/>
              <a:gd name="connsiteY21525" fmla="*/ 2024002 h 2398711"/>
              <a:gd name="connsiteX21526" fmla="*/ 1530650 w 2119654"/>
              <a:gd name="connsiteY21526" fmla="*/ 2023680 h 2398711"/>
              <a:gd name="connsiteX21527" fmla="*/ 1530711 w 2119654"/>
              <a:gd name="connsiteY21527" fmla="*/ 2023488 h 2398711"/>
              <a:gd name="connsiteX21528" fmla="*/ 1536482 w 2119654"/>
              <a:gd name="connsiteY21528" fmla="*/ 2007808 h 2398711"/>
              <a:gd name="connsiteX21529" fmla="*/ 1536129 w 2119654"/>
              <a:gd name="connsiteY21529" fmla="*/ 2008907 h 2398711"/>
              <a:gd name="connsiteX21530" fmla="*/ 1536866 w 2119654"/>
              <a:gd name="connsiteY21530" fmla="*/ 2008760 h 2398711"/>
              <a:gd name="connsiteX21531" fmla="*/ 1537360 w 2119654"/>
              <a:gd name="connsiteY21531" fmla="*/ 2008078 h 2398711"/>
              <a:gd name="connsiteX21532" fmla="*/ 1840044 w 2119654"/>
              <a:gd name="connsiteY21532" fmla="*/ 1327955 h 2398711"/>
              <a:gd name="connsiteX21533" fmla="*/ 1839559 w 2119654"/>
              <a:gd name="connsiteY21533" fmla="*/ 1330412 h 2398711"/>
              <a:gd name="connsiteX21534" fmla="*/ 1841871 w 2119654"/>
              <a:gd name="connsiteY21534" fmla="*/ 1328957 h 2398711"/>
              <a:gd name="connsiteX21535" fmla="*/ 1778765 w 2119654"/>
              <a:gd name="connsiteY21535" fmla="*/ 1465119 h 2398711"/>
              <a:gd name="connsiteX21536" fmla="*/ 1779146 w 2119654"/>
              <a:gd name="connsiteY21536" fmla="*/ 1465447 h 2398711"/>
              <a:gd name="connsiteX21537" fmla="*/ 1779489 w 2119654"/>
              <a:gd name="connsiteY21537" fmla="*/ 1464786 h 2398711"/>
              <a:gd name="connsiteX21538" fmla="*/ 1779435 w 2119654"/>
              <a:gd name="connsiteY21538" fmla="*/ 1464552 h 2398711"/>
              <a:gd name="connsiteX21539" fmla="*/ 1503984 w 2119654"/>
              <a:gd name="connsiteY21539" fmla="*/ 2080081 h 2398711"/>
              <a:gd name="connsiteX21540" fmla="*/ 1504055 w 2119654"/>
              <a:gd name="connsiteY21540" fmla="*/ 2080423 h 2398711"/>
              <a:gd name="connsiteX21541" fmla="*/ 1507661 w 2119654"/>
              <a:gd name="connsiteY21541" fmla="*/ 2082516 h 2398711"/>
              <a:gd name="connsiteX21542" fmla="*/ 1514086 w 2119654"/>
              <a:gd name="connsiteY21542" fmla="*/ 2080029 h 2398711"/>
              <a:gd name="connsiteX21543" fmla="*/ 1505849 w 2119654"/>
              <a:gd name="connsiteY21543" fmla="*/ 2078748 h 2398711"/>
              <a:gd name="connsiteX21544" fmla="*/ 1779916 w 2119654"/>
              <a:gd name="connsiteY21544" fmla="*/ 1461971 h 2398711"/>
              <a:gd name="connsiteX21545" fmla="*/ 1780085 w 2119654"/>
              <a:gd name="connsiteY21545" fmla="*/ 1462118 h 2398711"/>
              <a:gd name="connsiteX21546" fmla="*/ 1781005 w 2119654"/>
              <a:gd name="connsiteY21546" fmla="*/ 1461341 h 2398711"/>
              <a:gd name="connsiteX21547" fmla="*/ 1780977 w 2119654"/>
              <a:gd name="connsiteY21547" fmla="*/ 1461223 h 2398711"/>
              <a:gd name="connsiteX21548" fmla="*/ 1849432 w 2119654"/>
              <a:gd name="connsiteY21548" fmla="*/ 1306311 h 2398711"/>
              <a:gd name="connsiteX21549" fmla="*/ 1849634 w 2119654"/>
              <a:gd name="connsiteY21549" fmla="*/ 1306414 h 2398711"/>
              <a:gd name="connsiteX21550" fmla="*/ 1855575 w 2119654"/>
              <a:gd name="connsiteY21550" fmla="*/ 1302594 h 2398711"/>
              <a:gd name="connsiteX21551" fmla="*/ 1856199 w 2119654"/>
              <a:gd name="connsiteY21551" fmla="*/ 1301642 h 2398711"/>
              <a:gd name="connsiteX21552" fmla="*/ 1854388 w 2119654"/>
              <a:gd name="connsiteY21552" fmla="*/ 1299891 h 2398711"/>
              <a:gd name="connsiteX21553" fmla="*/ 1849076 w 2119654"/>
              <a:gd name="connsiteY21553" fmla="*/ 1306773 h 2398711"/>
              <a:gd name="connsiteX21554" fmla="*/ 1849144 w 2119654"/>
              <a:gd name="connsiteY21554" fmla="*/ 1306730 h 2398711"/>
              <a:gd name="connsiteX21555" fmla="*/ 1849119 w 2119654"/>
              <a:gd name="connsiteY21555" fmla="*/ 1306716 h 2398711"/>
              <a:gd name="connsiteX21556" fmla="*/ 1840513 w 2119654"/>
              <a:gd name="connsiteY21556" fmla="*/ 1325581 h 2398711"/>
              <a:gd name="connsiteX21557" fmla="*/ 1840089 w 2119654"/>
              <a:gd name="connsiteY21557" fmla="*/ 1327727 h 2398711"/>
              <a:gd name="connsiteX21558" fmla="*/ 1842056 w 2119654"/>
              <a:gd name="connsiteY21558" fmla="*/ 1328841 h 2398711"/>
              <a:gd name="connsiteX21559" fmla="*/ 1842337 w 2119654"/>
              <a:gd name="connsiteY21559" fmla="*/ 1328664 h 2398711"/>
              <a:gd name="connsiteX21560" fmla="*/ 1846888 w 2119654"/>
              <a:gd name="connsiteY21560" fmla="*/ 1322950 h 2398711"/>
              <a:gd name="connsiteX21561" fmla="*/ 1845559 w 2119654"/>
              <a:gd name="connsiteY21561" fmla="*/ 1320352 h 2398711"/>
              <a:gd name="connsiteX21562" fmla="*/ 1843418 w 2119654"/>
              <a:gd name="connsiteY21562" fmla="*/ 1321276 h 2398711"/>
              <a:gd name="connsiteX21563" fmla="*/ 1841356 w 2119654"/>
              <a:gd name="connsiteY21563" fmla="*/ 1324332 h 2398711"/>
              <a:gd name="connsiteX21564" fmla="*/ 1843497 w 2119654"/>
              <a:gd name="connsiteY21564" fmla="*/ 1325550 h 2398711"/>
              <a:gd name="connsiteX21565" fmla="*/ 1843559 w 2119654"/>
              <a:gd name="connsiteY21565" fmla="*/ 1325758 h 2398711"/>
              <a:gd name="connsiteX21566" fmla="*/ 1841271 w 2119654"/>
              <a:gd name="connsiteY21566" fmla="*/ 1324457 h 2398711"/>
              <a:gd name="connsiteX21567" fmla="*/ 1538326 w 2119654"/>
              <a:gd name="connsiteY21567" fmla="*/ 2002063 h 2398711"/>
              <a:gd name="connsiteX21568" fmla="*/ 1538128 w 2119654"/>
              <a:gd name="connsiteY21568" fmla="*/ 2002680 h 2398711"/>
              <a:gd name="connsiteX21569" fmla="*/ 1538653 w 2119654"/>
              <a:gd name="connsiteY21569" fmla="*/ 2002951 h 2398711"/>
              <a:gd name="connsiteX21570" fmla="*/ 1539809 w 2119654"/>
              <a:gd name="connsiteY21570" fmla="*/ 2002549 h 2398711"/>
              <a:gd name="connsiteX21571" fmla="*/ 1539744 w 2119654"/>
              <a:gd name="connsiteY21571" fmla="*/ 2001204 h 2398711"/>
              <a:gd name="connsiteX21572" fmla="*/ 1476685 w 2119654"/>
              <a:gd name="connsiteY21572" fmla="*/ 2139841 h 2398711"/>
              <a:gd name="connsiteX21573" fmla="*/ 1481551 w 2119654"/>
              <a:gd name="connsiteY21573" fmla="*/ 2139928 h 2398711"/>
              <a:gd name="connsiteX21574" fmla="*/ 1481950 w 2119654"/>
              <a:gd name="connsiteY21574" fmla="*/ 2138787 h 2398711"/>
              <a:gd name="connsiteX21575" fmla="*/ 1527180 w 2119654"/>
              <a:gd name="connsiteY21575" fmla="*/ 2026451 h 2398711"/>
              <a:gd name="connsiteX21576" fmla="*/ 1527129 w 2119654"/>
              <a:gd name="connsiteY21576" fmla="*/ 2026836 h 2398711"/>
              <a:gd name="connsiteX21577" fmla="*/ 1528756 w 2119654"/>
              <a:gd name="connsiteY21577" fmla="*/ 2027045 h 2398711"/>
              <a:gd name="connsiteX21578" fmla="*/ 1528890 w 2119654"/>
              <a:gd name="connsiteY21578" fmla="*/ 2025938 h 2398711"/>
              <a:gd name="connsiteX21579" fmla="*/ 1840789 w 2119654"/>
              <a:gd name="connsiteY21579" fmla="*/ 1324181 h 2398711"/>
              <a:gd name="connsiteX21580" fmla="*/ 1840684 w 2119654"/>
              <a:gd name="connsiteY21580" fmla="*/ 1324709 h 2398711"/>
              <a:gd name="connsiteX21581" fmla="*/ 1840971 w 2119654"/>
              <a:gd name="connsiteY21581" fmla="*/ 1324285 h 2398711"/>
              <a:gd name="connsiteX21582" fmla="*/ 1531087 w 2119654"/>
              <a:gd name="connsiteY21582" fmla="*/ 2017622 h 2398711"/>
              <a:gd name="connsiteX21583" fmla="*/ 1532510 w 2119654"/>
              <a:gd name="connsiteY21583" fmla="*/ 2017848 h 2398711"/>
              <a:gd name="connsiteX21584" fmla="*/ 1533730 w 2119654"/>
              <a:gd name="connsiteY21584" fmla="*/ 2014022 h 2398711"/>
              <a:gd name="connsiteX21585" fmla="*/ 1533690 w 2119654"/>
              <a:gd name="connsiteY21585" fmla="*/ 2014035 h 2398711"/>
              <a:gd name="connsiteX21586" fmla="*/ 1886310 w 2119654"/>
              <a:gd name="connsiteY21586" fmla="*/ 1222118 h 2398711"/>
              <a:gd name="connsiteX21587" fmla="*/ 1889692 w 2119654"/>
              <a:gd name="connsiteY21587" fmla="*/ 1219775 h 2398711"/>
              <a:gd name="connsiteX21588" fmla="*/ 1889716 w 2119654"/>
              <a:gd name="connsiteY21588" fmla="*/ 1219742 h 2398711"/>
              <a:gd name="connsiteX21589" fmla="*/ 1888499 w 2119654"/>
              <a:gd name="connsiteY21589" fmla="*/ 1218950 h 2398711"/>
              <a:gd name="connsiteX21590" fmla="*/ 1852572 w 2119654"/>
              <a:gd name="connsiteY21590" fmla="*/ 1297556 h 2398711"/>
              <a:gd name="connsiteX21591" fmla="*/ 1854401 w 2119654"/>
              <a:gd name="connsiteY21591" fmla="*/ 1299325 h 2398711"/>
              <a:gd name="connsiteX21592" fmla="*/ 1865575 w 2119654"/>
              <a:gd name="connsiteY21592" fmla="*/ 1284849 h 2398711"/>
              <a:gd name="connsiteX21593" fmla="*/ 1865580 w 2119654"/>
              <a:gd name="connsiteY21593" fmla="*/ 1285390 h 2398711"/>
              <a:gd name="connsiteX21594" fmla="*/ 1854643 w 2119654"/>
              <a:gd name="connsiteY21594" fmla="*/ 1299560 h 2398711"/>
              <a:gd name="connsiteX21595" fmla="*/ 1856430 w 2119654"/>
              <a:gd name="connsiteY21595" fmla="*/ 1301289 h 2398711"/>
              <a:gd name="connsiteX21596" fmla="*/ 1863648 w 2119654"/>
              <a:gd name="connsiteY21596" fmla="*/ 1290284 h 2398711"/>
              <a:gd name="connsiteX21597" fmla="*/ 1863670 w 2119654"/>
              <a:gd name="connsiteY21597" fmla="*/ 1290532 h 2398711"/>
              <a:gd name="connsiteX21598" fmla="*/ 1856544 w 2119654"/>
              <a:gd name="connsiteY21598" fmla="*/ 1301399 h 2398711"/>
              <a:gd name="connsiteX21599" fmla="*/ 1856900 w 2119654"/>
              <a:gd name="connsiteY21599" fmla="*/ 1301743 h 2398711"/>
              <a:gd name="connsiteX21600" fmla="*/ 1858247 w 2119654"/>
              <a:gd name="connsiteY21600" fmla="*/ 1300877 h 2398711"/>
              <a:gd name="connsiteX21601" fmla="*/ 1871434 w 2119654"/>
              <a:gd name="connsiteY21601" fmla="*/ 1292139 h 2398711"/>
              <a:gd name="connsiteX21602" fmla="*/ 1878469 w 2119654"/>
              <a:gd name="connsiteY21602" fmla="*/ 1283308 h 2398711"/>
              <a:gd name="connsiteX21603" fmla="*/ 1885101 w 2119654"/>
              <a:gd name="connsiteY21603" fmla="*/ 1274747 h 2398711"/>
              <a:gd name="connsiteX21604" fmla="*/ 1891018 w 2119654"/>
              <a:gd name="connsiteY21604" fmla="*/ 1265868 h 2398711"/>
              <a:gd name="connsiteX21605" fmla="*/ 1895732 w 2119654"/>
              <a:gd name="connsiteY21605" fmla="*/ 1250285 h 2398711"/>
              <a:gd name="connsiteX21606" fmla="*/ 1866096 w 2119654"/>
              <a:gd name="connsiteY21606" fmla="*/ 1283024 h 2398711"/>
              <a:gd name="connsiteX21607" fmla="*/ 1841011 w 2119654"/>
              <a:gd name="connsiteY21607" fmla="*/ 1323054 h 2398711"/>
              <a:gd name="connsiteX21608" fmla="*/ 1840819 w 2119654"/>
              <a:gd name="connsiteY21608" fmla="*/ 1324027 h 2398711"/>
              <a:gd name="connsiteX21609" fmla="*/ 1841055 w 2119654"/>
              <a:gd name="connsiteY21609" fmla="*/ 1324160 h 2398711"/>
              <a:gd name="connsiteX21610" fmla="*/ 1842642 w 2119654"/>
              <a:gd name="connsiteY21610" fmla="*/ 1321809 h 2398711"/>
              <a:gd name="connsiteX21611" fmla="*/ 1798053 w 2119654"/>
              <a:gd name="connsiteY21611" fmla="*/ 1419125 h 2398711"/>
              <a:gd name="connsiteX21612" fmla="*/ 1798186 w 2119654"/>
              <a:gd name="connsiteY21612" fmla="*/ 1419088 h 2398711"/>
              <a:gd name="connsiteX21613" fmla="*/ 1798267 w 2119654"/>
              <a:gd name="connsiteY21613" fmla="*/ 1418881 h 2398711"/>
              <a:gd name="connsiteX21614" fmla="*/ 1510414 w 2119654"/>
              <a:gd name="connsiteY21614" fmla="*/ 2062769 h 2398711"/>
              <a:gd name="connsiteX21615" fmla="*/ 1509690 w 2119654"/>
              <a:gd name="connsiteY21615" fmla="*/ 2068195 h 2398711"/>
              <a:gd name="connsiteX21616" fmla="*/ 1515994 w 2119654"/>
              <a:gd name="connsiteY21616" fmla="*/ 2067824 h 2398711"/>
              <a:gd name="connsiteX21617" fmla="*/ 1516144 w 2119654"/>
              <a:gd name="connsiteY21617" fmla="*/ 2067716 h 2398711"/>
              <a:gd name="connsiteX21618" fmla="*/ 1518124 w 2119654"/>
              <a:gd name="connsiteY21618" fmla="*/ 2061829 h 2398711"/>
              <a:gd name="connsiteX21619" fmla="*/ 1513442 w 2119654"/>
              <a:gd name="connsiteY21619" fmla="*/ 2060020 h 2398711"/>
              <a:gd name="connsiteX21620" fmla="*/ 1488709 w 2119654"/>
              <a:gd name="connsiteY21620" fmla="*/ 2111282 h 2398711"/>
              <a:gd name="connsiteX21621" fmla="*/ 1491157 w 2119654"/>
              <a:gd name="connsiteY21621" fmla="*/ 2112536 h 2398711"/>
              <a:gd name="connsiteX21622" fmla="*/ 1491208 w 2119654"/>
              <a:gd name="connsiteY21622" fmla="*/ 2112391 h 2398711"/>
              <a:gd name="connsiteX21623" fmla="*/ 1491281 w 2119654"/>
              <a:gd name="connsiteY21623" fmla="*/ 2112058 h 2398711"/>
              <a:gd name="connsiteX21624" fmla="*/ 1491470 w 2119654"/>
              <a:gd name="connsiteY21624" fmla="*/ 2110263 h 2398711"/>
              <a:gd name="connsiteX21625" fmla="*/ 1485489 w 2119654"/>
              <a:gd name="connsiteY21625" fmla="*/ 2118217 h 2398711"/>
              <a:gd name="connsiteX21626" fmla="*/ 1486022 w 2119654"/>
              <a:gd name="connsiteY21626" fmla="*/ 2120264 h 2398711"/>
              <a:gd name="connsiteX21627" fmla="*/ 1488424 w 2119654"/>
              <a:gd name="connsiteY21627" fmla="*/ 2120329 h 2398711"/>
              <a:gd name="connsiteX21628" fmla="*/ 1489104 w 2119654"/>
              <a:gd name="connsiteY21628" fmla="*/ 2118390 h 2398711"/>
              <a:gd name="connsiteX21629" fmla="*/ 1776072 w 2119654"/>
              <a:gd name="connsiteY21629" fmla="*/ 1467397 h 2398711"/>
              <a:gd name="connsiteX21630" fmla="*/ 1777659 w 2119654"/>
              <a:gd name="connsiteY21630" fmla="*/ 1467820 h 2398711"/>
              <a:gd name="connsiteX21631" fmla="*/ 1776626 w 2119654"/>
              <a:gd name="connsiteY21631" fmla="*/ 1466929 h 2398711"/>
              <a:gd name="connsiteX21632" fmla="*/ 1777539 w 2119654"/>
              <a:gd name="connsiteY21632" fmla="*/ 1464062 h 2398711"/>
              <a:gd name="connsiteX21633" fmla="*/ 1777663 w 2119654"/>
              <a:gd name="connsiteY21633" fmla="*/ 1464168 h 2398711"/>
              <a:gd name="connsiteX21634" fmla="*/ 1778851 w 2119654"/>
              <a:gd name="connsiteY21634" fmla="*/ 1463164 h 2398711"/>
              <a:gd name="connsiteX21635" fmla="*/ 1778151 w 2119654"/>
              <a:gd name="connsiteY21635" fmla="*/ 1463343 h 2398711"/>
              <a:gd name="connsiteX21636" fmla="*/ 1494400 w 2119654"/>
              <a:gd name="connsiteY21636" fmla="*/ 2097866 h 2398711"/>
              <a:gd name="connsiteX21637" fmla="*/ 1494383 w 2119654"/>
              <a:gd name="connsiteY21637" fmla="*/ 2098008 h 2398711"/>
              <a:gd name="connsiteX21638" fmla="*/ 1494414 w 2119654"/>
              <a:gd name="connsiteY21638" fmla="*/ 2097871 h 2398711"/>
              <a:gd name="connsiteX21639" fmla="*/ 1485858 w 2119654"/>
              <a:gd name="connsiteY21639" fmla="*/ 2116910 h 2398711"/>
              <a:gd name="connsiteX21640" fmla="*/ 1487383 w 2119654"/>
              <a:gd name="connsiteY21640" fmla="*/ 2117428 h 2398711"/>
              <a:gd name="connsiteX21641" fmla="*/ 1489041 w 2119654"/>
              <a:gd name="connsiteY21641" fmla="*/ 2117967 h 2398711"/>
              <a:gd name="connsiteX21642" fmla="*/ 1489249 w 2119654"/>
              <a:gd name="connsiteY21642" fmla="*/ 2117976 h 2398711"/>
              <a:gd name="connsiteX21643" fmla="*/ 1489851 w 2119654"/>
              <a:gd name="connsiteY21643" fmla="*/ 2116260 h 2398711"/>
              <a:gd name="connsiteX21644" fmla="*/ 1527600 w 2119654"/>
              <a:gd name="connsiteY21644" fmla="*/ 2023307 h 2398711"/>
              <a:gd name="connsiteX21645" fmla="*/ 1527420 w 2119654"/>
              <a:gd name="connsiteY21645" fmla="*/ 2024649 h 2398711"/>
              <a:gd name="connsiteX21646" fmla="*/ 1529108 w 2119654"/>
              <a:gd name="connsiteY21646" fmla="*/ 2024142 h 2398711"/>
              <a:gd name="connsiteX21647" fmla="*/ 1529198 w 2119654"/>
              <a:gd name="connsiteY21647" fmla="*/ 2023400 h 2398711"/>
              <a:gd name="connsiteX21648" fmla="*/ 1795365 w 2119654"/>
              <a:gd name="connsiteY21648" fmla="*/ 1423558 h 2398711"/>
              <a:gd name="connsiteX21649" fmla="*/ 1795120 w 2119654"/>
              <a:gd name="connsiteY21649" fmla="*/ 1424396 h 2398711"/>
              <a:gd name="connsiteX21650" fmla="*/ 1796685 w 2119654"/>
              <a:gd name="connsiteY21650" fmla="*/ 1422855 h 2398711"/>
              <a:gd name="connsiteX21651" fmla="*/ 1465938 w 2119654"/>
              <a:gd name="connsiteY21651" fmla="*/ 2161170 h 2398711"/>
              <a:gd name="connsiteX21652" fmla="*/ 1465842 w 2119654"/>
              <a:gd name="connsiteY21652" fmla="*/ 2161456 h 2398711"/>
              <a:gd name="connsiteX21653" fmla="*/ 1466054 w 2119654"/>
              <a:gd name="connsiteY21653" fmla="*/ 2161523 h 2398711"/>
              <a:gd name="connsiteX21654" fmla="*/ 1467075 w 2119654"/>
              <a:gd name="connsiteY21654" fmla="*/ 2161364 h 2398711"/>
              <a:gd name="connsiteX21655" fmla="*/ 1534576 w 2119654"/>
              <a:gd name="connsiteY21655" fmla="*/ 2007222 h 2398711"/>
              <a:gd name="connsiteX21656" fmla="*/ 1534286 w 2119654"/>
              <a:gd name="connsiteY21656" fmla="*/ 2009275 h 2398711"/>
              <a:gd name="connsiteX21657" fmla="*/ 1535308 w 2119654"/>
              <a:gd name="connsiteY21657" fmla="*/ 2009071 h 2398711"/>
              <a:gd name="connsiteX21658" fmla="*/ 1535780 w 2119654"/>
              <a:gd name="connsiteY21658" fmla="*/ 2007592 h 2398711"/>
              <a:gd name="connsiteX21659" fmla="*/ 1795747 w 2119654"/>
              <a:gd name="connsiteY21659" fmla="*/ 1422253 h 2398711"/>
              <a:gd name="connsiteX21660" fmla="*/ 1795403 w 2119654"/>
              <a:gd name="connsiteY21660" fmla="*/ 1423431 h 2398711"/>
              <a:gd name="connsiteX21661" fmla="*/ 1796781 w 2119654"/>
              <a:gd name="connsiteY21661" fmla="*/ 1422676 h 2398711"/>
              <a:gd name="connsiteX21662" fmla="*/ 1797718 w 2119654"/>
              <a:gd name="connsiteY21662" fmla="*/ 1420283 h 2398711"/>
              <a:gd name="connsiteX21663" fmla="*/ 1796819 w 2119654"/>
              <a:gd name="connsiteY21663" fmla="*/ 1420529 h 2398711"/>
              <a:gd name="connsiteX21664" fmla="*/ 1796275 w 2119654"/>
              <a:gd name="connsiteY21664" fmla="*/ 1421148 h 2398711"/>
              <a:gd name="connsiteX21665" fmla="*/ 1500990 w 2119654"/>
              <a:gd name="connsiteY21665" fmla="*/ 2082220 h 2398711"/>
              <a:gd name="connsiteX21666" fmla="*/ 1500295 w 2119654"/>
              <a:gd name="connsiteY21666" fmla="*/ 2085366 h 2398711"/>
              <a:gd name="connsiteX21667" fmla="*/ 1503814 w 2119654"/>
              <a:gd name="connsiteY21667" fmla="*/ 2084005 h 2398711"/>
              <a:gd name="connsiteX21668" fmla="*/ 1502919 w 2119654"/>
              <a:gd name="connsiteY21668" fmla="*/ 2080842 h 2398711"/>
              <a:gd name="connsiteX21669" fmla="*/ 1503316 w 2119654"/>
              <a:gd name="connsiteY21669" fmla="*/ 2076835 h 2398711"/>
              <a:gd name="connsiteX21670" fmla="*/ 1503325 w 2119654"/>
              <a:gd name="connsiteY21670" fmla="*/ 2076878 h 2398711"/>
              <a:gd name="connsiteX21671" fmla="*/ 1503390 w 2119654"/>
              <a:gd name="connsiteY21671" fmla="*/ 2076831 h 2398711"/>
              <a:gd name="connsiteX21672" fmla="*/ 1485177 w 2119654"/>
              <a:gd name="connsiteY21672" fmla="*/ 2117021 h 2398711"/>
              <a:gd name="connsiteX21673" fmla="*/ 1485378 w 2119654"/>
              <a:gd name="connsiteY21673" fmla="*/ 2117792 h 2398711"/>
              <a:gd name="connsiteX21674" fmla="*/ 1488511 w 2119654"/>
              <a:gd name="connsiteY21674" fmla="*/ 2117941 h 2398711"/>
              <a:gd name="connsiteX21675" fmla="*/ 1485510 w 2119654"/>
              <a:gd name="connsiteY21675" fmla="*/ 2116967 h 2398711"/>
              <a:gd name="connsiteX21676" fmla="*/ 1769411 w 2119654"/>
              <a:gd name="connsiteY21676" fmla="*/ 1480516 h 2398711"/>
              <a:gd name="connsiteX21677" fmla="*/ 1769374 w 2119654"/>
              <a:gd name="connsiteY21677" fmla="*/ 1480666 h 2398711"/>
              <a:gd name="connsiteX21678" fmla="*/ 1770180 w 2119654"/>
              <a:gd name="connsiteY21678" fmla="*/ 1480582 h 2398711"/>
              <a:gd name="connsiteX21679" fmla="*/ 1770449 w 2119654"/>
              <a:gd name="connsiteY21679" fmla="*/ 1480289 h 2398711"/>
              <a:gd name="connsiteX21680" fmla="*/ 1770643 w 2119654"/>
              <a:gd name="connsiteY21680" fmla="*/ 1480044 h 2398711"/>
              <a:gd name="connsiteX21681" fmla="*/ 1770641 w 2119654"/>
              <a:gd name="connsiteY21681" fmla="*/ 1480040 h 2398711"/>
              <a:gd name="connsiteX21682" fmla="*/ 1467504 w 2119654"/>
              <a:gd name="connsiteY21682" fmla="*/ 2156516 h 2398711"/>
              <a:gd name="connsiteX21683" fmla="*/ 1466032 w 2119654"/>
              <a:gd name="connsiteY21683" fmla="*/ 2160892 h 2398711"/>
              <a:gd name="connsiteX21684" fmla="*/ 1467976 w 2119654"/>
              <a:gd name="connsiteY21684" fmla="*/ 2161224 h 2398711"/>
              <a:gd name="connsiteX21685" fmla="*/ 1473910 w 2119654"/>
              <a:gd name="connsiteY21685" fmla="*/ 2160299 h 2398711"/>
              <a:gd name="connsiteX21686" fmla="*/ 1474410 w 2119654"/>
              <a:gd name="connsiteY21686" fmla="*/ 2159150 h 2398711"/>
              <a:gd name="connsiteX21687" fmla="*/ 1530661 w 2119654"/>
              <a:gd name="connsiteY21687" fmla="*/ 2015046 h 2398711"/>
              <a:gd name="connsiteX21688" fmla="*/ 1530363 w 2119654"/>
              <a:gd name="connsiteY21688" fmla="*/ 2017507 h 2398711"/>
              <a:gd name="connsiteX21689" fmla="*/ 1530502 w 2119654"/>
              <a:gd name="connsiteY21689" fmla="*/ 2017529 h 2398711"/>
              <a:gd name="connsiteX21690" fmla="*/ 1532829 w 2119654"/>
              <a:gd name="connsiteY21690" fmla="*/ 2014322 h 2398711"/>
              <a:gd name="connsiteX21691" fmla="*/ 1519609 w 2119654"/>
              <a:gd name="connsiteY21691" fmla="*/ 2039775 h 2398711"/>
              <a:gd name="connsiteX21692" fmla="*/ 1520036 w 2119654"/>
              <a:gd name="connsiteY21692" fmla="*/ 2039965 h 2398711"/>
              <a:gd name="connsiteX21693" fmla="*/ 1520685 w 2119654"/>
              <a:gd name="connsiteY21693" fmla="*/ 2039505 h 2398711"/>
              <a:gd name="connsiteX21694" fmla="*/ 1467675 w 2119654"/>
              <a:gd name="connsiteY21694" fmla="*/ 2156007 h 2398711"/>
              <a:gd name="connsiteX21695" fmla="*/ 1467653 w 2119654"/>
              <a:gd name="connsiteY21695" fmla="*/ 2156073 h 2398711"/>
              <a:gd name="connsiteX21696" fmla="*/ 1471013 w 2119654"/>
              <a:gd name="connsiteY21696" fmla="*/ 2157416 h 2398711"/>
              <a:gd name="connsiteX21697" fmla="*/ 1474574 w 2119654"/>
              <a:gd name="connsiteY21697" fmla="*/ 2158774 h 2398711"/>
              <a:gd name="connsiteX21698" fmla="*/ 1475642 w 2119654"/>
              <a:gd name="connsiteY21698" fmla="*/ 2156319 h 2398711"/>
              <a:gd name="connsiteX21699" fmla="*/ 1474630 w 2119654"/>
              <a:gd name="connsiteY21699" fmla="*/ 2156119 h 2398711"/>
              <a:gd name="connsiteX21700" fmla="*/ 1471055 w 2119654"/>
              <a:gd name="connsiteY21700" fmla="*/ 2154956 h 2398711"/>
              <a:gd name="connsiteX21701" fmla="*/ 1533073 w 2119654"/>
              <a:gd name="connsiteY21701" fmla="*/ 2009518 h 2398711"/>
              <a:gd name="connsiteX21702" fmla="*/ 1534187 w 2119654"/>
              <a:gd name="connsiteY21702" fmla="*/ 2009295 h 2398711"/>
              <a:gd name="connsiteX21703" fmla="*/ 1534478 w 2119654"/>
              <a:gd name="connsiteY21703" fmla="*/ 2007236 h 2398711"/>
              <a:gd name="connsiteX21704" fmla="*/ 1788116 w 2119654"/>
              <a:gd name="connsiteY21704" fmla="*/ 1438339 h 2398711"/>
              <a:gd name="connsiteX21705" fmla="*/ 1788202 w 2119654"/>
              <a:gd name="connsiteY21705" fmla="*/ 1438314 h 2398711"/>
              <a:gd name="connsiteX21706" fmla="*/ 1788216 w 2119654"/>
              <a:gd name="connsiteY21706" fmla="*/ 1438265 h 2398711"/>
              <a:gd name="connsiteX21707" fmla="*/ 1787372 w 2119654"/>
              <a:gd name="connsiteY21707" fmla="*/ 1439762 h 2398711"/>
              <a:gd name="connsiteX21708" fmla="*/ 1787462 w 2119654"/>
              <a:gd name="connsiteY21708" fmla="*/ 1439909 h 2398711"/>
              <a:gd name="connsiteX21709" fmla="*/ 1787804 w 2119654"/>
              <a:gd name="connsiteY21709" fmla="*/ 1439667 h 2398711"/>
              <a:gd name="connsiteX21710" fmla="*/ 1788122 w 2119654"/>
              <a:gd name="connsiteY21710" fmla="*/ 1438586 h 2398711"/>
              <a:gd name="connsiteX21711" fmla="*/ 1787901 w 2119654"/>
              <a:gd name="connsiteY21711" fmla="*/ 1438655 h 2398711"/>
              <a:gd name="connsiteX21712" fmla="*/ 1506181 w 2119654"/>
              <a:gd name="connsiteY21712" fmla="*/ 2069347 h 2398711"/>
              <a:gd name="connsiteX21713" fmla="*/ 1504884 w 2119654"/>
              <a:gd name="connsiteY21713" fmla="*/ 2075291 h 2398711"/>
              <a:gd name="connsiteX21714" fmla="*/ 1505437 w 2119654"/>
              <a:gd name="connsiteY21714" fmla="*/ 2075369 h 2398711"/>
              <a:gd name="connsiteX21715" fmla="*/ 1508831 w 2119654"/>
              <a:gd name="connsiteY21715" fmla="*/ 2072943 h 2398711"/>
              <a:gd name="connsiteX21716" fmla="*/ 1509241 w 2119654"/>
              <a:gd name="connsiteY21716" fmla="*/ 2069872 h 2398711"/>
              <a:gd name="connsiteX21717" fmla="*/ 1507216 w 2119654"/>
              <a:gd name="connsiteY21717" fmla="*/ 2069415 h 2398711"/>
              <a:gd name="connsiteX21718" fmla="*/ 1506750 w 2119654"/>
              <a:gd name="connsiteY21718" fmla="*/ 2069290 h 2398711"/>
              <a:gd name="connsiteX21719" fmla="*/ 1780508 w 2119654"/>
              <a:gd name="connsiteY21719" fmla="*/ 1455059 h 2398711"/>
              <a:gd name="connsiteX21720" fmla="*/ 1780547 w 2119654"/>
              <a:gd name="connsiteY21720" fmla="*/ 1455222 h 2398711"/>
              <a:gd name="connsiteX21721" fmla="*/ 1781188 w 2119654"/>
              <a:gd name="connsiteY21721" fmla="*/ 1454584 h 2398711"/>
              <a:gd name="connsiteX21722" fmla="*/ 1843487 w 2119654"/>
              <a:gd name="connsiteY21722" fmla="*/ 1314014 h 2398711"/>
              <a:gd name="connsiteX21723" fmla="*/ 1845369 w 2119654"/>
              <a:gd name="connsiteY21723" fmla="*/ 1317692 h 2398711"/>
              <a:gd name="connsiteX21724" fmla="*/ 1845478 w 2119654"/>
              <a:gd name="connsiteY21724" fmla="*/ 1317609 h 2398711"/>
              <a:gd name="connsiteX21725" fmla="*/ 1851875 w 2119654"/>
              <a:gd name="connsiteY21725" fmla="*/ 1308135 h 2398711"/>
              <a:gd name="connsiteX21726" fmla="*/ 1849541 w 2119654"/>
              <a:gd name="connsiteY21726" fmla="*/ 1306933 h 2398711"/>
              <a:gd name="connsiteX21727" fmla="*/ 1848335 w 2119654"/>
              <a:gd name="connsiteY21727" fmla="*/ 1307733 h 2398711"/>
              <a:gd name="connsiteX21728" fmla="*/ 1503145 w 2119654"/>
              <a:gd name="connsiteY21728" fmla="*/ 2076004 h 2398711"/>
              <a:gd name="connsiteX21729" fmla="*/ 1503255 w 2119654"/>
              <a:gd name="connsiteY21729" fmla="*/ 2076543 h 2398711"/>
              <a:gd name="connsiteX21730" fmla="*/ 1503838 w 2119654"/>
              <a:gd name="connsiteY21730" fmla="*/ 2076511 h 2398711"/>
              <a:gd name="connsiteX21731" fmla="*/ 1504395 w 2119654"/>
              <a:gd name="connsiteY21731" fmla="*/ 2076113 h 2398711"/>
              <a:gd name="connsiteX21732" fmla="*/ 1504398 w 2119654"/>
              <a:gd name="connsiteY21732" fmla="*/ 2076099 h 2398711"/>
              <a:gd name="connsiteX21733" fmla="*/ 1494786 w 2119654"/>
              <a:gd name="connsiteY21733" fmla="*/ 2094550 h 2398711"/>
              <a:gd name="connsiteX21734" fmla="*/ 1494611 w 2119654"/>
              <a:gd name="connsiteY21734" fmla="*/ 2096060 h 2398711"/>
              <a:gd name="connsiteX21735" fmla="*/ 1494799 w 2119654"/>
              <a:gd name="connsiteY21735" fmla="*/ 2096125 h 2398711"/>
              <a:gd name="connsiteX21736" fmla="*/ 1495181 w 2119654"/>
              <a:gd name="connsiteY21736" fmla="*/ 2094397 h 2398711"/>
              <a:gd name="connsiteX21737" fmla="*/ 1773433 w 2119654"/>
              <a:gd name="connsiteY21737" fmla="*/ 1470601 h 2398711"/>
              <a:gd name="connsiteX21738" fmla="*/ 1777533 w 2119654"/>
              <a:gd name="connsiteY21738" fmla="*/ 1468546 h 2398711"/>
              <a:gd name="connsiteX21739" fmla="*/ 1777738 w 2119654"/>
              <a:gd name="connsiteY21739" fmla="*/ 1468151 h 2398711"/>
              <a:gd name="connsiteX21740" fmla="*/ 1775794 w 2119654"/>
              <a:gd name="connsiteY21740" fmla="*/ 1467633 h 2398711"/>
              <a:gd name="connsiteX21741" fmla="*/ 1774728 w 2119654"/>
              <a:gd name="connsiteY21741" fmla="*/ 1468534 h 2398711"/>
              <a:gd name="connsiteX21742" fmla="*/ 1783975 w 2119654"/>
              <a:gd name="connsiteY21742" fmla="*/ 1446863 h 2398711"/>
              <a:gd name="connsiteX21743" fmla="*/ 1784364 w 2119654"/>
              <a:gd name="connsiteY21743" fmla="*/ 1446591 h 2398711"/>
              <a:gd name="connsiteX21744" fmla="*/ 1784205 w 2119654"/>
              <a:gd name="connsiteY21744" fmla="*/ 1446383 h 2398711"/>
              <a:gd name="connsiteX21745" fmla="*/ 1531621 w 2119654"/>
              <a:gd name="connsiteY21745" fmla="*/ 2011874 h 2398711"/>
              <a:gd name="connsiteX21746" fmla="*/ 1534662 w 2119654"/>
              <a:gd name="connsiteY21746" fmla="*/ 2011099 h 2398711"/>
              <a:gd name="connsiteX21747" fmla="*/ 1534694 w 2119654"/>
              <a:gd name="connsiteY21747" fmla="*/ 2010999 h 2398711"/>
              <a:gd name="connsiteX21748" fmla="*/ 1531804 w 2119654"/>
              <a:gd name="connsiteY21748" fmla="*/ 2011577 h 2398711"/>
              <a:gd name="connsiteX21749" fmla="*/ 1469050 w 2119654"/>
              <a:gd name="connsiteY21749" fmla="*/ 2151919 h 2398711"/>
              <a:gd name="connsiteX21750" fmla="*/ 1469047 w 2119654"/>
              <a:gd name="connsiteY21750" fmla="*/ 2151927 h 2398711"/>
              <a:gd name="connsiteX21751" fmla="*/ 1469199 w 2119654"/>
              <a:gd name="connsiteY21751" fmla="*/ 2151976 h 2398711"/>
              <a:gd name="connsiteX21752" fmla="*/ 1801220 w 2119654"/>
              <a:gd name="connsiteY21752" fmla="*/ 1408016 h 2398711"/>
              <a:gd name="connsiteX21753" fmla="*/ 1801233 w 2119654"/>
              <a:gd name="connsiteY21753" fmla="*/ 1408103 h 2398711"/>
              <a:gd name="connsiteX21754" fmla="*/ 1801295 w 2119654"/>
              <a:gd name="connsiteY21754" fmla="*/ 1407974 h 2398711"/>
              <a:gd name="connsiteX21755" fmla="*/ 1469439 w 2119654"/>
              <a:gd name="connsiteY21755" fmla="*/ 2150761 h 2398711"/>
              <a:gd name="connsiteX21756" fmla="*/ 1469149 w 2119654"/>
              <a:gd name="connsiteY21756" fmla="*/ 2151624 h 2398711"/>
              <a:gd name="connsiteX21757" fmla="*/ 1471458 w 2119654"/>
              <a:gd name="connsiteY21757" fmla="*/ 2152511 h 2398711"/>
              <a:gd name="connsiteX21758" fmla="*/ 1472374 w 2119654"/>
              <a:gd name="connsiteY21758" fmla="*/ 2152226 h 2398711"/>
              <a:gd name="connsiteX21759" fmla="*/ 1842574 w 2119654"/>
              <a:gd name="connsiteY21759" fmla="*/ 1315198 h 2398711"/>
              <a:gd name="connsiteX21760" fmla="*/ 1842552 w 2119654"/>
              <a:gd name="connsiteY21760" fmla="*/ 1315249 h 2398711"/>
              <a:gd name="connsiteX21761" fmla="*/ 1841485 w 2119654"/>
              <a:gd name="connsiteY21761" fmla="*/ 1320657 h 2398711"/>
              <a:gd name="connsiteX21762" fmla="*/ 1844527 w 2119654"/>
              <a:gd name="connsiteY21762" fmla="*/ 1318336 h 2398711"/>
              <a:gd name="connsiteX21763" fmla="*/ 1842782 w 2119654"/>
              <a:gd name="connsiteY21763" fmla="*/ 1314927 h 2398711"/>
              <a:gd name="connsiteX21764" fmla="*/ 1779460 w 2119654"/>
              <a:gd name="connsiteY21764" fmla="*/ 1456303 h 2398711"/>
              <a:gd name="connsiteX21765" fmla="*/ 1779749 w 2119654"/>
              <a:gd name="connsiteY21765" fmla="*/ 1456016 h 2398711"/>
              <a:gd name="connsiteX21766" fmla="*/ 1779698 w 2119654"/>
              <a:gd name="connsiteY21766" fmla="*/ 1455804 h 2398711"/>
              <a:gd name="connsiteX21767" fmla="*/ 1844656 w 2119654"/>
              <a:gd name="connsiteY21767" fmla="*/ 1310170 h 2398711"/>
              <a:gd name="connsiteX21768" fmla="*/ 1843253 w 2119654"/>
              <a:gd name="connsiteY21768" fmla="*/ 1313558 h 2398711"/>
              <a:gd name="connsiteX21769" fmla="*/ 1843318 w 2119654"/>
              <a:gd name="connsiteY21769" fmla="*/ 1313685 h 2398711"/>
              <a:gd name="connsiteX21770" fmla="*/ 1847468 w 2119654"/>
              <a:gd name="connsiteY21770" fmla="*/ 1308306 h 2398711"/>
              <a:gd name="connsiteX21771" fmla="*/ 1808138 w 2119654"/>
              <a:gd name="connsiteY21771" fmla="*/ 1391802 h 2398711"/>
              <a:gd name="connsiteX21772" fmla="*/ 1808954 w 2119654"/>
              <a:gd name="connsiteY21772" fmla="*/ 1391591 h 2398711"/>
              <a:gd name="connsiteX21773" fmla="*/ 1809251 w 2119654"/>
              <a:gd name="connsiteY21773" fmla="*/ 1390831 h 2398711"/>
              <a:gd name="connsiteX21774" fmla="*/ 1808565 w 2119654"/>
              <a:gd name="connsiteY21774" fmla="*/ 1390914 h 2398711"/>
              <a:gd name="connsiteX21775" fmla="*/ 1810833 w 2119654"/>
              <a:gd name="connsiteY21775" fmla="*/ 1385736 h 2398711"/>
              <a:gd name="connsiteX21776" fmla="*/ 1808848 w 2119654"/>
              <a:gd name="connsiteY21776" fmla="*/ 1390325 h 2398711"/>
              <a:gd name="connsiteX21777" fmla="*/ 1808652 w 2119654"/>
              <a:gd name="connsiteY21777" fmla="*/ 1390733 h 2398711"/>
              <a:gd name="connsiteX21778" fmla="*/ 1809321 w 2119654"/>
              <a:gd name="connsiteY21778" fmla="*/ 1390652 h 2398711"/>
              <a:gd name="connsiteX21779" fmla="*/ 1811325 w 2119654"/>
              <a:gd name="connsiteY21779" fmla="*/ 1385537 h 2398711"/>
              <a:gd name="connsiteX21780" fmla="*/ 1812074 w 2119654"/>
              <a:gd name="connsiteY21780" fmla="*/ 1382865 h 2398711"/>
              <a:gd name="connsiteX21781" fmla="*/ 1812427 w 2119654"/>
              <a:gd name="connsiteY21781" fmla="*/ 1382722 h 2398711"/>
              <a:gd name="connsiteX21782" fmla="*/ 1812427 w 2119654"/>
              <a:gd name="connsiteY21782" fmla="*/ 1382722 h 2398711"/>
              <a:gd name="connsiteX21783" fmla="*/ 1812079 w 2119654"/>
              <a:gd name="connsiteY21783" fmla="*/ 1382853 h 2398711"/>
              <a:gd name="connsiteX21784" fmla="*/ 1846620 w 2119654"/>
              <a:gd name="connsiteY21784" fmla="*/ 1305430 h 2398711"/>
              <a:gd name="connsiteX21785" fmla="*/ 1844970 w 2119654"/>
              <a:gd name="connsiteY21785" fmla="*/ 1309413 h 2398711"/>
              <a:gd name="connsiteX21786" fmla="*/ 1848235 w 2119654"/>
              <a:gd name="connsiteY21786" fmla="*/ 1307313 h 2398711"/>
              <a:gd name="connsiteX21787" fmla="*/ 1848816 w 2119654"/>
              <a:gd name="connsiteY21787" fmla="*/ 1306560 h 2398711"/>
              <a:gd name="connsiteX21788" fmla="*/ 1813171 w 2119654"/>
              <a:gd name="connsiteY21788" fmla="*/ 1380329 h 2398711"/>
              <a:gd name="connsiteX21789" fmla="*/ 1812183 w 2119654"/>
              <a:gd name="connsiteY21789" fmla="*/ 1382612 h 2398711"/>
              <a:gd name="connsiteX21790" fmla="*/ 1812520 w 2119654"/>
              <a:gd name="connsiteY21790" fmla="*/ 1382485 h 2398711"/>
              <a:gd name="connsiteX21791" fmla="*/ 1813420 w 2119654"/>
              <a:gd name="connsiteY21791" fmla="*/ 1380186 h 2398711"/>
              <a:gd name="connsiteX21792" fmla="*/ 1771339 w 2119654"/>
              <a:gd name="connsiteY21792" fmla="*/ 1473945 h 2398711"/>
              <a:gd name="connsiteX21793" fmla="*/ 1772175 w 2119654"/>
              <a:gd name="connsiteY21793" fmla="*/ 1475338 h 2398711"/>
              <a:gd name="connsiteX21794" fmla="*/ 1774457 w 2119654"/>
              <a:gd name="connsiteY21794" fmla="*/ 1474454 h 2398711"/>
              <a:gd name="connsiteX21795" fmla="*/ 1777354 w 2119654"/>
              <a:gd name="connsiteY21795" fmla="*/ 1468888 h 2398711"/>
              <a:gd name="connsiteX21796" fmla="*/ 1773203 w 2119654"/>
              <a:gd name="connsiteY21796" fmla="*/ 1470970 h 2398711"/>
              <a:gd name="connsiteX21797" fmla="*/ 1806061 w 2119654"/>
              <a:gd name="connsiteY21797" fmla="*/ 1396126 h 2398711"/>
              <a:gd name="connsiteX21798" fmla="*/ 1807276 w 2119654"/>
              <a:gd name="connsiteY21798" fmla="*/ 1395469 h 2398711"/>
              <a:gd name="connsiteX21799" fmla="*/ 1808155 w 2119654"/>
              <a:gd name="connsiteY21799" fmla="*/ 1393632 h 2398711"/>
              <a:gd name="connsiteX21800" fmla="*/ 1808830 w 2119654"/>
              <a:gd name="connsiteY21800" fmla="*/ 1391908 h 2398711"/>
              <a:gd name="connsiteX21801" fmla="*/ 1807976 w 2119654"/>
              <a:gd name="connsiteY21801" fmla="*/ 1392140 h 2398711"/>
              <a:gd name="connsiteX21802" fmla="*/ 1506925 w 2119654"/>
              <a:gd name="connsiteY21802" fmla="*/ 2065937 h 2398711"/>
              <a:gd name="connsiteX21803" fmla="*/ 1506429 w 2119654"/>
              <a:gd name="connsiteY21803" fmla="*/ 2068211 h 2398711"/>
              <a:gd name="connsiteX21804" fmla="*/ 1506971 w 2119654"/>
              <a:gd name="connsiteY21804" fmla="*/ 2068356 h 2398711"/>
              <a:gd name="connsiteX21805" fmla="*/ 1509463 w 2119654"/>
              <a:gd name="connsiteY21805" fmla="*/ 2068209 h 2398711"/>
              <a:gd name="connsiteX21806" fmla="*/ 1510157 w 2119654"/>
              <a:gd name="connsiteY21806" fmla="*/ 2063003 h 2398711"/>
              <a:gd name="connsiteX21807" fmla="*/ 1847723 w 2119654"/>
              <a:gd name="connsiteY21807" fmla="*/ 1302767 h 2398711"/>
              <a:gd name="connsiteX21808" fmla="*/ 1846814 w 2119654"/>
              <a:gd name="connsiteY21808" fmla="*/ 1304962 h 2398711"/>
              <a:gd name="connsiteX21809" fmla="*/ 1849129 w 2119654"/>
              <a:gd name="connsiteY21809" fmla="*/ 1306155 h 2398711"/>
              <a:gd name="connsiteX21810" fmla="*/ 1854146 w 2119654"/>
              <a:gd name="connsiteY21810" fmla="*/ 1299655 h 2398711"/>
              <a:gd name="connsiteX21811" fmla="*/ 1852289 w 2119654"/>
              <a:gd name="connsiteY21811" fmla="*/ 1297860 h 2398711"/>
              <a:gd name="connsiteX21812" fmla="*/ 1801076 w 2119654"/>
              <a:gd name="connsiteY21812" fmla="*/ 1407093 h 2398711"/>
              <a:gd name="connsiteX21813" fmla="*/ 1801162 w 2119654"/>
              <a:gd name="connsiteY21813" fmla="*/ 1407651 h 2398711"/>
              <a:gd name="connsiteX21814" fmla="*/ 1801586 w 2119654"/>
              <a:gd name="connsiteY21814" fmla="*/ 1407365 h 2398711"/>
              <a:gd name="connsiteX21815" fmla="*/ 1801885 w 2119654"/>
              <a:gd name="connsiteY21815" fmla="*/ 1406741 h 2398711"/>
              <a:gd name="connsiteX21816" fmla="*/ 1890602 w 2119654"/>
              <a:gd name="connsiteY21816" fmla="*/ 1206528 h 2398711"/>
              <a:gd name="connsiteX21817" fmla="*/ 1906821 w 2119654"/>
              <a:gd name="connsiteY21817" fmla="*/ 1195232 h 2398711"/>
              <a:gd name="connsiteX21818" fmla="*/ 1913952 w 2119654"/>
              <a:gd name="connsiteY21818" fmla="*/ 1184546 h 2398711"/>
              <a:gd name="connsiteX21819" fmla="*/ 1913969 w 2119654"/>
              <a:gd name="connsiteY21819" fmla="*/ 1184757 h 2398711"/>
              <a:gd name="connsiteX21820" fmla="*/ 1907114 w 2119654"/>
              <a:gd name="connsiteY21820" fmla="*/ 1195028 h 2398711"/>
              <a:gd name="connsiteX21821" fmla="*/ 1913868 w 2119654"/>
              <a:gd name="connsiteY21821" fmla="*/ 1190325 h 2398711"/>
              <a:gd name="connsiteX21822" fmla="*/ 1918669 w 2119654"/>
              <a:gd name="connsiteY21822" fmla="*/ 1174451 h 2398711"/>
              <a:gd name="connsiteX21823" fmla="*/ 1920761 w 2119654"/>
              <a:gd name="connsiteY21823" fmla="*/ 1166867 h 2398711"/>
              <a:gd name="connsiteX21824" fmla="*/ 1850481 w 2119654"/>
              <a:gd name="connsiteY21824" fmla="*/ 1296111 h 2398711"/>
              <a:gd name="connsiteX21825" fmla="*/ 1848550 w 2119654"/>
              <a:gd name="connsiteY21825" fmla="*/ 1300772 h 2398711"/>
              <a:gd name="connsiteX21826" fmla="*/ 1851748 w 2119654"/>
              <a:gd name="connsiteY21826" fmla="*/ 1297336 h 2398711"/>
              <a:gd name="connsiteX21827" fmla="*/ 1528434 w 2119654"/>
              <a:gd name="connsiteY21827" fmla="*/ 2017048 h 2398711"/>
              <a:gd name="connsiteX21828" fmla="*/ 1528414 w 2119654"/>
              <a:gd name="connsiteY21828" fmla="*/ 2017198 h 2398711"/>
              <a:gd name="connsiteX21829" fmla="*/ 1529921 w 2119654"/>
              <a:gd name="connsiteY21829" fmla="*/ 2017437 h 2398711"/>
              <a:gd name="connsiteX21830" fmla="*/ 1530191 w 2119654"/>
              <a:gd name="connsiteY21830" fmla="*/ 2015203 h 2398711"/>
              <a:gd name="connsiteX21831" fmla="*/ 1529409 w 2119654"/>
              <a:gd name="connsiteY21831" fmla="*/ 2015464 h 2398711"/>
              <a:gd name="connsiteX21832" fmla="*/ 1473278 w 2119654"/>
              <a:gd name="connsiteY21832" fmla="*/ 2140521 h 2398711"/>
              <a:gd name="connsiteX21833" fmla="*/ 1479755 w 2119654"/>
              <a:gd name="connsiteY21833" fmla="*/ 2145048 h 2398711"/>
              <a:gd name="connsiteX21834" fmla="*/ 1480958 w 2119654"/>
              <a:gd name="connsiteY21834" fmla="*/ 2141618 h 2398711"/>
              <a:gd name="connsiteX21835" fmla="*/ 1475641 w 2119654"/>
              <a:gd name="connsiteY21835" fmla="*/ 2140424 h 2398711"/>
              <a:gd name="connsiteX21836" fmla="*/ 1475424 w 2119654"/>
              <a:gd name="connsiteY21836" fmla="*/ 2140429 h 2398711"/>
              <a:gd name="connsiteX21837" fmla="*/ 1473880 w 2119654"/>
              <a:gd name="connsiteY21837" fmla="*/ 2140401 h 2398711"/>
              <a:gd name="connsiteX21838" fmla="*/ 1798430 w 2119654"/>
              <a:gd name="connsiteY21838" fmla="*/ 1412003 h 2398711"/>
              <a:gd name="connsiteX21839" fmla="*/ 1798387 w 2119654"/>
              <a:gd name="connsiteY21839" fmla="*/ 1412174 h 2398711"/>
              <a:gd name="connsiteX21840" fmla="*/ 1798897 w 2119654"/>
              <a:gd name="connsiteY21840" fmla="*/ 1411594 h 2398711"/>
              <a:gd name="connsiteX21841" fmla="*/ 1798710 w 2119654"/>
              <a:gd name="connsiteY21841" fmla="*/ 1411420 h 2398711"/>
              <a:gd name="connsiteX21842" fmla="*/ 1843389 w 2119654"/>
              <a:gd name="connsiteY21842" fmla="*/ 1311010 h 2398711"/>
              <a:gd name="connsiteX21843" fmla="*/ 1842988 w 2119654"/>
              <a:gd name="connsiteY21843" fmla="*/ 1313040 h 2398711"/>
              <a:gd name="connsiteX21844" fmla="*/ 1843135 w 2119654"/>
              <a:gd name="connsiteY21844" fmla="*/ 1313327 h 2398711"/>
              <a:gd name="connsiteX21845" fmla="*/ 1844362 w 2119654"/>
              <a:gd name="connsiteY21845" fmla="*/ 1310365 h 2398711"/>
              <a:gd name="connsiteX21846" fmla="*/ 1771568 w 2119654"/>
              <a:gd name="connsiteY21846" fmla="*/ 1471789 h 2398711"/>
              <a:gd name="connsiteX21847" fmla="*/ 1771423 w 2119654"/>
              <a:gd name="connsiteY21847" fmla="*/ 1472375 h 2398711"/>
              <a:gd name="connsiteX21848" fmla="*/ 1771894 w 2119654"/>
              <a:gd name="connsiteY21848" fmla="*/ 1471626 h 2398711"/>
              <a:gd name="connsiteX21849" fmla="*/ 1480758 w 2119654"/>
              <a:gd name="connsiteY21849" fmla="*/ 2122969 h 2398711"/>
              <a:gd name="connsiteX21850" fmla="*/ 1486490 w 2119654"/>
              <a:gd name="connsiteY21850" fmla="*/ 2122504 h 2398711"/>
              <a:gd name="connsiteX21851" fmla="*/ 1486345 w 2119654"/>
              <a:gd name="connsiteY21851" fmla="*/ 2121949 h 2398711"/>
              <a:gd name="connsiteX21852" fmla="*/ 1472791 w 2119654"/>
              <a:gd name="connsiteY21852" fmla="*/ 2140796 h 2398711"/>
              <a:gd name="connsiteX21853" fmla="*/ 1469611 w 2119654"/>
              <a:gd name="connsiteY21853" fmla="*/ 2150248 h 2398711"/>
              <a:gd name="connsiteX21854" fmla="*/ 1473114 w 2119654"/>
              <a:gd name="connsiteY21854" fmla="*/ 2151995 h 2398711"/>
              <a:gd name="connsiteX21855" fmla="*/ 1477833 w 2119654"/>
              <a:gd name="connsiteY21855" fmla="*/ 2150528 h 2398711"/>
              <a:gd name="connsiteX21856" fmla="*/ 1479582 w 2119654"/>
              <a:gd name="connsiteY21856" fmla="*/ 2145541 h 2398711"/>
              <a:gd name="connsiteX21857" fmla="*/ 1771646 w 2119654"/>
              <a:gd name="connsiteY21857" fmla="*/ 1471474 h 2398711"/>
              <a:gd name="connsiteX21858" fmla="*/ 1771640 w 2119654"/>
              <a:gd name="connsiteY21858" fmla="*/ 1471501 h 2398711"/>
              <a:gd name="connsiteX21859" fmla="*/ 1772127 w 2119654"/>
              <a:gd name="connsiteY21859" fmla="*/ 1471257 h 2398711"/>
              <a:gd name="connsiteX21860" fmla="*/ 1772828 w 2119654"/>
              <a:gd name="connsiteY21860" fmla="*/ 1470141 h 2398711"/>
              <a:gd name="connsiteX21861" fmla="*/ 1772015 w 2119654"/>
              <a:gd name="connsiteY21861" fmla="*/ 1470829 h 2398711"/>
              <a:gd name="connsiteX21862" fmla="*/ 1463756 w 2119654"/>
              <a:gd name="connsiteY21862" fmla="*/ 2160798 h 2398711"/>
              <a:gd name="connsiteX21863" fmla="*/ 1465629 w 2119654"/>
              <a:gd name="connsiteY21863" fmla="*/ 2161389 h 2398711"/>
              <a:gd name="connsiteX21864" fmla="*/ 1465715 w 2119654"/>
              <a:gd name="connsiteY21864" fmla="*/ 2161132 h 2398711"/>
              <a:gd name="connsiteX21865" fmla="*/ 1846047 w 2119654"/>
              <a:gd name="connsiteY21865" fmla="*/ 1304568 h 2398711"/>
              <a:gd name="connsiteX21866" fmla="*/ 1846638 w 2119654"/>
              <a:gd name="connsiteY21866" fmla="*/ 1304871 h 2398711"/>
              <a:gd name="connsiteX21867" fmla="*/ 1847339 w 2119654"/>
              <a:gd name="connsiteY21867" fmla="*/ 1303180 h 2398711"/>
              <a:gd name="connsiteX21868" fmla="*/ 1492638 w 2119654"/>
              <a:gd name="connsiteY21868" fmla="*/ 2095381 h 2398711"/>
              <a:gd name="connsiteX21869" fmla="*/ 1493019 w 2119654"/>
              <a:gd name="connsiteY21869" fmla="*/ 2095513 h 2398711"/>
              <a:gd name="connsiteX21870" fmla="*/ 1493050 w 2119654"/>
              <a:gd name="connsiteY21870" fmla="*/ 2095222 h 2398711"/>
              <a:gd name="connsiteX21871" fmla="*/ 1845561 w 2119654"/>
              <a:gd name="connsiteY21871" fmla="*/ 1305091 h 2398711"/>
              <a:gd name="connsiteX21872" fmla="*/ 1843653 w 2119654"/>
              <a:gd name="connsiteY21872" fmla="*/ 1309670 h 2398711"/>
              <a:gd name="connsiteX21873" fmla="*/ 1843520 w 2119654"/>
              <a:gd name="connsiteY21873" fmla="*/ 1310345 h 2398711"/>
              <a:gd name="connsiteX21874" fmla="*/ 1844679 w 2119654"/>
              <a:gd name="connsiteY21874" fmla="*/ 1309599 h 2398711"/>
              <a:gd name="connsiteX21875" fmla="*/ 1846444 w 2119654"/>
              <a:gd name="connsiteY21875" fmla="*/ 1305339 h 2398711"/>
              <a:gd name="connsiteX21876" fmla="*/ 1845691 w 2119654"/>
              <a:gd name="connsiteY21876" fmla="*/ 1304951 h 2398711"/>
              <a:gd name="connsiteX21877" fmla="*/ 1474169 w 2119654"/>
              <a:gd name="connsiteY21877" fmla="*/ 2136696 h 2398711"/>
              <a:gd name="connsiteX21878" fmla="*/ 1473340 w 2119654"/>
              <a:gd name="connsiteY21878" fmla="*/ 2139162 h 2398711"/>
              <a:gd name="connsiteX21879" fmla="*/ 1480645 w 2119654"/>
              <a:gd name="connsiteY21879" fmla="*/ 2137702 h 2398711"/>
              <a:gd name="connsiteX21880" fmla="*/ 1504879 w 2119654"/>
              <a:gd name="connsiteY21880" fmla="*/ 2067794 h 2398711"/>
              <a:gd name="connsiteX21881" fmla="*/ 1506137 w 2119654"/>
              <a:gd name="connsiteY21881" fmla="*/ 2068132 h 2398711"/>
              <a:gd name="connsiteX21882" fmla="*/ 1506539 w 2119654"/>
              <a:gd name="connsiteY21882" fmla="*/ 2066287 h 2398711"/>
              <a:gd name="connsiteX21883" fmla="*/ 1787137 w 2119654"/>
              <a:gd name="connsiteY21883" fmla="*/ 1435536 h 2398711"/>
              <a:gd name="connsiteX21884" fmla="*/ 1787527 w 2119654"/>
              <a:gd name="connsiteY21884" fmla="*/ 1435323 h 2398711"/>
              <a:gd name="connsiteX21885" fmla="*/ 1787447 w 2119654"/>
              <a:gd name="connsiteY21885" fmla="*/ 1435230 h 2398711"/>
              <a:gd name="connsiteX21886" fmla="*/ 1745511 w 2119654"/>
              <a:gd name="connsiteY21886" fmla="*/ 1528609 h 2398711"/>
              <a:gd name="connsiteX21887" fmla="*/ 1745635 w 2119654"/>
              <a:gd name="connsiteY21887" fmla="*/ 1529030 h 2398711"/>
              <a:gd name="connsiteX21888" fmla="*/ 1746094 w 2119654"/>
              <a:gd name="connsiteY21888" fmla="*/ 1528610 h 2398711"/>
              <a:gd name="connsiteX21889" fmla="*/ 1746078 w 2119654"/>
              <a:gd name="connsiteY21889" fmla="*/ 1528452 h 2398711"/>
              <a:gd name="connsiteX21890" fmla="*/ 1517619 w 2119654"/>
              <a:gd name="connsiteY21890" fmla="*/ 2038893 h 2398711"/>
              <a:gd name="connsiteX21891" fmla="*/ 1519093 w 2119654"/>
              <a:gd name="connsiteY21891" fmla="*/ 2039546 h 2398711"/>
              <a:gd name="connsiteX21892" fmla="*/ 1521470 w 2119654"/>
              <a:gd name="connsiteY21892" fmla="*/ 2038950 h 2398711"/>
              <a:gd name="connsiteX21893" fmla="*/ 1521753 w 2119654"/>
              <a:gd name="connsiteY21893" fmla="*/ 2038750 h 2398711"/>
              <a:gd name="connsiteX21894" fmla="*/ 1849640 w 2119654"/>
              <a:gd name="connsiteY21894" fmla="*/ 1295297 h 2398711"/>
              <a:gd name="connsiteX21895" fmla="*/ 1846395 w 2119654"/>
              <a:gd name="connsiteY21895" fmla="*/ 1303087 h 2398711"/>
              <a:gd name="connsiteX21896" fmla="*/ 1848165 w 2119654"/>
              <a:gd name="connsiteY21896" fmla="*/ 1301186 h 2398711"/>
              <a:gd name="connsiteX21897" fmla="*/ 1850328 w 2119654"/>
              <a:gd name="connsiteY21897" fmla="*/ 1295963 h 2398711"/>
              <a:gd name="connsiteX21898" fmla="*/ 1503780 w 2119654"/>
              <a:gd name="connsiteY21898" fmla="*/ 2069586 h 2398711"/>
              <a:gd name="connsiteX21899" fmla="*/ 1502754 w 2119654"/>
              <a:gd name="connsiteY21899" fmla="*/ 2074230 h 2398711"/>
              <a:gd name="connsiteX21900" fmla="*/ 1502849 w 2119654"/>
              <a:gd name="connsiteY21900" fmla="*/ 2074565 h 2398711"/>
              <a:gd name="connsiteX21901" fmla="*/ 1502943 w 2119654"/>
              <a:gd name="connsiteY21901" fmla="*/ 2075021 h 2398711"/>
              <a:gd name="connsiteX21902" fmla="*/ 1504583 w 2119654"/>
              <a:gd name="connsiteY21902" fmla="*/ 2075249 h 2398711"/>
              <a:gd name="connsiteX21903" fmla="*/ 1505865 w 2119654"/>
              <a:gd name="connsiteY21903" fmla="*/ 2069378 h 2398711"/>
              <a:gd name="connsiteX21904" fmla="*/ 1520418 w 2119654"/>
              <a:gd name="connsiteY21904" fmla="*/ 2032325 h 2398711"/>
              <a:gd name="connsiteX21905" fmla="*/ 1523362 w 2119654"/>
              <a:gd name="connsiteY21905" fmla="*/ 2031785 h 2398711"/>
              <a:gd name="connsiteX21906" fmla="*/ 1523406 w 2119654"/>
              <a:gd name="connsiteY21906" fmla="*/ 2031454 h 2398711"/>
              <a:gd name="connsiteX21907" fmla="*/ 1521250 w 2119654"/>
              <a:gd name="connsiteY21907" fmla="*/ 2031177 h 2398711"/>
              <a:gd name="connsiteX21908" fmla="*/ 1782150 w 2119654"/>
              <a:gd name="connsiteY21908" fmla="*/ 1445875 h 2398711"/>
              <a:gd name="connsiteX21909" fmla="*/ 1782866 w 2119654"/>
              <a:gd name="connsiteY21909" fmla="*/ 1446501 h 2398711"/>
              <a:gd name="connsiteX21910" fmla="*/ 1783415 w 2119654"/>
              <a:gd name="connsiteY21910" fmla="*/ 1445353 h 2398711"/>
              <a:gd name="connsiteX21911" fmla="*/ 1783175 w 2119654"/>
              <a:gd name="connsiteY21911" fmla="*/ 1445039 h 2398711"/>
              <a:gd name="connsiteX21912" fmla="*/ 1782186 w 2119654"/>
              <a:gd name="connsiteY21912" fmla="*/ 1445801 h 2398711"/>
              <a:gd name="connsiteX21913" fmla="*/ 1854088 w 2119654"/>
              <a:gd name="connsiteY21913" fmla="*/ 1284619 h 2398711"/>
              <a:gd name="connsiteX21914" fmla="*/ 1849811 w 2119654"/>
              <a:gd name="connsiteY21914" fmla="*/ 1294885 h 2398711"/>
              <a:gd name="connsiteX21915" fmla="*/ 1850500 w 2119654"/>
              <a:gd name="connsiteY21915" fmla="*/ 1295551 h 2398711"/>
              <a:gd name="connsiteX21916" fmla="*/ 1850813 w 2119654"/>
              <a:gd name="connsiteY21916" fmla="*/ 1294795 h 2398711"/>
              <a:gd name="connsiteX21917" fmla="*/ 1850899 w 2119654"/>
              <a:gd name="connsiteY21917" fmla="*/ 1295103 h 2398711"/>
              <a:gd name="connsiteX21918" fmla="*/ 1850652 w 2119654"/>
              <a:gd name="connsiteY21918" fmla="*/ 1295699 h 2398711"/>
              <a:gd name="connsiteX21919" fmla="*/ 1852031 w 2119654"/>
              <a:gd name="connsiteY21919" fmla="*/ 1297032 h 2398711"/>
              <a:gd name="connsiteX21920" fmla="*/ 1886020 w 2119654"/>
              <a:gd name="connsiteY21920" fmla="*/ 1260507 h 2398711"/>
              <a:gd name="connsiteX21921" fmla="*/ 1895962 w 2119654"/>
              <a:gd name="connsiteY21921" fmla="*/ 1249524 h 2398711"/>
              <a:gd name="connsiteX21922" fmla="*/ 1897181 w 2119654"/>
              <a:gd name="connsiteY21922" fmla="*/ 1245495 h 2398711"/>
              <a:gd name="connsiteX21923" fmla="*/ 1858138 w 2119654"/>
              <a:gd name="connsiteY21923" fmla="*/ 1281201 h 2398711"/>
              <a:gd name="connsiteX21924" fmla="*/ 1484123 w 2119654"/>
              <a:gd name="connsiteY21924" fmla="*/ 2112974 h 2398711"/>
              <a:gd name="connsiteX21925" fmla="*/ 1485080 w 2119654"/>
              <a:gd name="connsiteY21925" fmla="*/ 2116646 h 2398711"/>
              <a:gd name="connsiteX21926" fmla="*/ 1485236 w 2119654"/>
              <a:gd name="connsiteY21926" fmla="*/ 2116699 h 2398711"/>
              <a:gd name="connsiteX21927" fmla="*/ 1489967 w 2119654"/>
              <a:gd name="connsiteY21927" fmla="*/ 2115928 h 2398711"/>
              <a:gd name="connsiteX21928" fmla="*/ 1491072 w 2119654"/>
              <a:gd name="connsiteY21928" fmla="*/ 2112776 h 2398711"/>
              <a:gd name="connsiteX21929" fmla="*/ 1488332 w 2119654"/>
              <a:gd name="connsiteY21929" fmla="*/ 2111421 h 2398711"/>
              <a:gd name="connsiteX21930" fmla="*/ 1780510 w 2119654"/>
              <a:gd name="connsiteY21930" fmla="*/ 1449289 h 2398711"/>
              <a:gd name="connsiteX21931" fmla="*/ 1782047 w 2119654"/>
              <a:gd name="connsiteY21931" fmla="*/ 1448213 h 2398711"/>
              <a:gd name="connsiteX21932" fmla="*/ 1782679 w 2119654"/>
              <a:gd name="connsiteY21932" fmla="*/ 1446892 h 2398711"/>
              <a:gd name="connsiteX21933" fmla="*/ 1781963 w 2119654"/>
              <a:gd name="connsiteY21933" fmla="*/ 1446266 h 2398711"/>
              <a:gd name="connsiteX21934" fmla="*/ 1844287 w 2119654"/>
              <a:gd name="connsiteY21934" fmla="*/ 1306459 h 2398711"/>
              <a:gd name="connsiteX21935" fmla="*/ 1844041 w 2119654"/>
              <a:gd name="connsiteY21935" fmla="*/ 1307709 h 2398711"/>
              <a:gd name="connsiteX21936" fmla="*/ 1844835 w 2119654"/>
              <a:gd name="connsiteY21936" fmla="*/ 1305870 h 2398711"/>
              <a:gd name="connsiteX21937" fmla="*/ 1522924 w 2119654"/>
              <a:gd name="connsiteY21937" fmla="*/ 2025996 h 2398711"/>
              <a:gd name="connsiteX21938" fmla="*/ 1524184 w 2119654"/>
              <a:gd name="connsiteY21938" fmla="*/ 2025618 h 2398711"/>
              <a:gd name="connsiteX21939" fmla="*/ 1524441 w 2119654"/>
              <a:gd name="connsiteY21939" fmla="*/ 2023693 h 2398711"/>
              <a:gd name="connsiteX21940" fmla="*/ 1524317 w 2119654"/>
              <a:gd name="connsiteY21940" fmla="*/ 2023731 h 2398711"/>
              <a:gd name="connsiteX21941" fmla="*/ 1855215 w 2119654"/>
              <a:gd name="connsiteY21941" fmla="*/ 1281911 h 2398711"/>
              <a:gd name="connsiteX21942" fmla="*/ 1855153 w 2119654"/>
              <a:gd name="connsiteY21942" fmla="*/ 1282061 h 2398711"/>
              <a:gd name="connsiteX21943" fmla="*/ 1872360 w 2119654"/>
              <a:gd name="connsiteY21943" fmla="*/ 1267542 h 2398711"/>
              <a:gd name="connsiteX21944" fmla="*/ 1897454 w 2119654"/>
              <a:gd name="connsiteY21944" fmla="*/ 1244593 h 2398711"/>
              <a:gd name="connsiteX21945" fmla="*/ 1901333 w 2119654"/>
              <a:gd name="connsiteY21945" fmla="*/ 1231767 h 2398711"/>
              <a:gd name="connsiteX21946" fmla="*/ 1875615 w 2119654"/>
              <a:gd name="connsiteY21946" fmla="*/ 1260071 h 2398711"/>
              <a:gd name="connsiteX21947" fmla="*/ 1481989 w 2119654"/>
              <a:gd name="connsiteY21947" fmla="*/ 2117541 h 2398711"/>
              <a:gd name="connsiteX21948" fmla="*/ 1484142 w 2119654"/>
              <a:gd name="connsiteY21948" fmla="*/ 2117732 h 2398711"/>
              <a:gd name="connsiteX21949" fmla="*/ 1485240 w 2119654"/>
              <a:gd name="connsiteY21949" fmla="*/ 2117785 h 2398711"/>
              <a:gd name="connsiteX21950" fmla="*/ 1485036 w 2119654"/>
              <a:gd name="connsiteY21950" fmla="*/ 2117044 h 2398711"/>
              <a:gd name="connsiteX21951" fmla="*/ 1476792 w 2119654"/>
              <a:gd name="connsiteY21951" fmla="*/ 2128897 h 2398711"/>
              <a:gd name="connsiteX21952" fmla="*/ 1474748 w 2119654"/>
              <a:gd name="connsiteY21952" fmla="*/ 2134975 h 2398711"/>
              <a:gd name="connsiteX21953" fmla="*/ 1482649 w 2119654"/>
              <a:gd name="connsiteY21953" fmla="*/ 2136798 h 2398711"/>
              <a:gd name="connsiteX21954" fmla="*/ 1484346 w 2119654"/>
              <a:gd name="connsiteY21954" fmla="*/ 2131958 h 2398711"/>
              <a:gd name="connsiteX21955" fmla="*/ 1757624 w 2119654"/>
              <a:gd name="connsiteY21955" fmla="*/ 1499969 h 2398711"/>
              <a:gd name="connsiteX21956" fmla="*/ 1761118 w 2119654"/>
              <a:gd name="connsiteY21956" fmla="*/ 1499290 h 2398711"/>
              <a:gd name="connsiteX21957" fmla="*/ 1760608 w 2119654"/>
              <a:gd name="connsiteY21957" fmla="*/ 1497398 h 2398711"/>
              <a:gd name="connsiteX21958" fmla="*/ 1759661 w 2119654"/>
              <a:gd name="connsiteY21958" fmla="*/ 1497836 h 2398711"/>
              <a:gd name="connsiteX21959" fmla="*/ 1854786 w 2119654"/>
              <a:gd name="connsiteY21959" fmla="*/ 1282370 h 2398711"/>
              <a:gd name="connsiteX21960" fmla="*/ 1854787 w 2119654"/>
              <a:gd name="connsiteY21960" fmla="*/ 1282370 h 2398711"/>
              <a:gd name="connsiteX21961" fmla="*/ 1854788 w 2119654"/>
              <a:gd name="connsiteY21961" fmla="*/ 1282369 h 2398711"/>
              <a:gd name="connsiteX21962" fmla="*/ 1776039 w 2119654"/>
              <a:gd name="connsiteY21962" fmla="*/ 1458591 h 2398711"/>
              <a:gd name="connsiteX21963" fmla="*/ 1776127 w 2119654"/>
              <a:gd name="connsiteY21963" fmla="*/ 1458667 h 2398711"/>
              <a:gd name="connsiteX21964" fmla="*/ 1776641 w 2119654"/>
              <a:gd name="connsiteY21964" fmla="*/ 1457767 h 2398711"/>
              <a:gd name="connsiteX21965" fmla="*/ 1776331 w 2119654"/>
              <a:gd name="connsiteY21965" fmla="*/ 1457984 h 2398711"/>
              <a:gd name="connsiteX21966" fmla="*/ 1887699 w 2119654"/>
              <a:gd name="connsiteY21966" fmla="*/ 1208549 h 2398711"/>
              <a:gd name="connsiteX21967" fmla="*/ 1888208 w 2119654"/>
              <a:gd name="connsiteY21967" fmla="*/ 1208195 h 2398711"/>
              <a:gd name="connsiteX21968" fmla="*/ 1921324 w 2119654"/>
              <a:gd name="connsiteY21968" fmla="*/ 1164825 h 2398711"/>
              <a:gd name="connsiteX21969" fmla="*/ 1926788 w 2119654"/>
              <a:gd name="connsiteY21969" fmla="*/ 1145016 h 2398711"/>
              <a:gd name="connsiteX21970" fmla="*/ 1909994 w 2119654"/>
              <a:gd name="connsiteY21970" fmla="*/ 1172796 h 2398711"/>
              <a:gd name="connsiteX21971" fmla="*/ 1858734 w 2119654"/>
              <a:gd name="connsiteY21971" fmla="*/ 1273372 h 2398711"/>
              <a:gd name="connsiteX21972" fmla="*/ 1858750 w 2119654"/>
              <a:gd name="connsiteY21972" fmla="*/ 1273425 h 2398711"/>
              <a:gd name="connsiteX21973" fmla="*/ 1856135 w 2119654"/>
              <a:gd name="connsiteY21973" fmla="*/ 1279701 h 2398711"/>
              <a:gd name="connsiteX21974" fmla="*/ 1897740 w 2119654"/>
              <a:gd name="connsiteY21974" fmla="*/ 1235162 h 2398711"/>
              <a:gd name="connsiteX21975" fmla="*/ 1901587 w 2119654"/>
              <a:gd name="connsiteY21975" fmla="*/ 1230929 h 2398711"/>
              <a:gd name="connsiteX21976" fmla="*/ 1902461 w 2119654"/>
              <a:gd name="connsiteY21976" fmla="*/ 1228040 h 2398711"/>
              <a:gd name="connsiteX21977" fmla="*/ 1893772 w 2119654"/>
              <a:gd name="connsiteY21977" fmla="*/ 1222384 h 2398711"/>
              <a:gd name="connsiteX21978" fmla="*/ 1884144 w 2119654"/>
              <a:gd name="connsiteY21978" fmla="*/ 1235420 h 2398711"/>
              <a:gd name="connsiteX21979" fmla="*/ 1881157 w 2119654"/>
              <a:gd name="connsiteY21979" fmla="*/ 1239352 h 2398711"/>
              <a:gd name="connsiteX21980" fmla="*/ 1881166 w 2119654"/>
              <a:gd name="connsiteY21980" fmla="*/ 1239455 h 2398711"/>
              <a:gd name="connsiteX21981" fmla="*/ 1867647 w 2119654"/>
              <a:gd name="connsiteY21981" fmla="*/ 1259986 h 2398711"/>
              <a:gd name="connsiteX21982" fmla="*/ 1891409 w 2119654"/>
              <a:gd name="connsiteY21982" fmla="*/ 1238178 h 2398711"/>
              <a:gd name="connsiteX21983" fmla="*/ 1891377 w 2119654"/>
              <a:gd name="connsiteY21983" fmla="*/ 1238649 h 2398711"/>
              <a:gd name="connsiteX21984" fmla="*/ 1866909 w 2119654"/>
              <a:gd name="connsiteY21984" fmla="*/ 1261107 h 2398711"/>
              <a:gd name="connsiteX21985" fmla="*/ 1862135 w 2119654"/>
              <a:gd name="connsiteY21985" fmla="*/ 1268357 h 2398711"/>
              <a:gd name="connsiteX21986" fmla="*/ 1745204 w 2119654"/>
              <a:gd name="connsiteY21986" fmla="*/ 1527556 h 2398711"/>
              <a:gd name="connsiteX21987" fmla="*/ 1745417 w 2119654"/>
              <a:gd name="connsiteY21987" fmla="*/ 1528286 h 2398711"/>
              <a:gd name="connsiteX21988" fmla="*/ 1746047 w 2119654"/>
              <a:gd name="connsiteY21988" fmla="*/ 1528120 h 2398711"/>
              <a:gd name="connsiteX21989" fmla="*/ 1746033 w 2119654"/>
              <a:gd name="connsiteY21989" fmla="*/ 1527980 h 2398711"/>
              <a:gd name="connsiteX21990" fmla="*/ 1775345 w 2119654"/>
              <a:gd name="connsiteY21990" fmla="*/ 1460033 h 2398711"/>
              <a:gd name="connsiteX21991" fmla="*/ 1775892 w 2119654"/>
              <a:gd name="connsiteY21991" fmla="*/ 1459078 h 2398711"/>
              <a:gd name="connsiteX21992" fmla="*/ 1775830 w 2119654"/>
              <a:gd name="connsiteY21992" fmla="*/ 1459024 h 2398711"/>
              <a:gd name="connsiteX21993" fmla="*/ 1436143 w 2119654"/>
              <a:gd name="connsiteY21993" fmla="*/ 2219572 h 2398711"/>
              <a:gd name="connsiteX21994" fmla="*/ 1438604 w 2119654"/>
              <a:gd name="connsiteY21994" fmla="*/ 2220418 h 2398711"/>
              <a:gd name="connsiteX21995" fmla="*/ 1445654 w 2119654"/>
              <a:gd name="connsiteY21995" fmla="*/ 2222529 h 2398711"/>
              <a:gd name="connsiteX21996" fmla="*/ 1446668 w 2119654"/>
              <a:gd name="connsiteY21996" fmla="*/ 2220433 h 2398711"/>
              <a:gd name="connsiteX21997" fmla="*/ 1495822 w 2119654"/>
              <a:gd name="connsiteY21997" fmla="*/ 2085912 h 2398711"/>
              <a:gd name="connsiteX21998" fmla="*/ 1495990 w 2119654"/>
              <a:gd name="connsiteY21998" fmla="*/ 2087032 h 2398711"/>
              <a:gd name="connsiteX21999" fmla="*/ 1496884 w 2119654"/>
              <a:gd name="connsiteY21999" fmla="*/ 2086686 h 2398711"/>
              <a:gd name="connsiteX22000" fmla="*/ 1497285 w 2119654"/>
              <a:gd name="connsiteY22000" fmla="*/ 2084867 h 2398711"/>
              <a:gd name="connsiteX22001" fmla="*/ 1844687 w 2119654"/>
              <a:gd name="connsiteY22001" fmla="*/ 1304435 h 2398711"/>
              <a:gd name="connsiteX22002" fmla="*/ 1844565 w 2119654"/>
              <a:gd name="connsiteY22002" fmla="*/ 1305054 h 2398711"/>
              <a:gd name="connsiteX22003" fmla="*/ 1844994 w 2119654"/>
              <a:gd name="connsiteY22003" fmla="*/ 1304593 h 2398711"/>
              <a:gd name="connsiteX22004" fmla="*/ 1477887 w 2119654"/>
              <a:gd name="connsiteY22004" fmla="*/ 2125641 h 2398711"/>
              <a:gd name="connsiteX22005" fmla="*/ 1476889 w 2119654"/>
              <a:gd name="connsiteY22005" fmla="*/ 2128608 h 2398711"/>
              <a:gd name="connsiteX22006" fmla="*/ 1483248 w 2119654"/>
              <a:gd name="connsiteY22006" fmla="*/ 2131287 h 2398711"/>
              <a:gd name="connsiteX22007" fmla="*/ 1484415 w 2119654"/>
              <a:gd name="connsiteY22007" fmla="*/ 2131760 h 2398711"/>
              <a:gd name="connsiteX22008" fmla="*/ 1486852 w 2119654"/>
              <a:gd name="connsiteY22008" fmla="*/ 2124812 h 2398711"/>
              <a:gd name="connsiteX22009" fmla="*/ 1886637 w 2119654"/>
              <a:gd name="connsiteY22009" fmla="*/ 1210251 h 2398711"/>
              <a:gd name="connsiteX22010" fmla="*/ 1887210 w 2119654"/>
              <a:gd name="connsiteY22010" fmla="*/ 1209501 h 2398711"/>
              <a:gd name="connsiteX22011" fmla="*/ 1887024 w 2119654"/>
              <a:gd name="connsiteY22011" fmla="*/ 1209631 h 2398711"/>
              <a:gd name="connsiteX22012" fmla="*/ 1495324 w 2119654"/>
              <a:gd name="connsiteY22012" fmla="*/ 2086268 h 2398711"/>
              <a:gd name="connsiteX22013" fmla="*/ 1495279 w 2119654"/>
              <a:gd name="connsiteY22013" fmla="*/ 2087307 h 2398711"/>
              <a:gd name="connsiteX22014" fmla="*/ 1495744 w 2119654"/>
              <a:gd name="connsiteY22014" fmla="*/ 2087128 h 2398711"/>
              <a:gd name="connsiteX22015" fmla="*/ 1495574 w 2119654"/>
              <a:gd name="connsiteY22015" fmla="*/ 2086090 h 2398711"/>
              <a:gd name="connsiteX22016" fmla="*/ 1461951 w 2119654"/>
              <a:gd name="connsiteY22016" fmla="*/ 2160648 h 2398711"/>
              <a:gd name="connsiteX22017" fmla="*/ 1461462 w 2119654"/>
              <a:gd name="connsiteY22017" fmla="*/ 2162238 h 2398711"/>
              <a:gd name="connsiteX22018" fmla="*/ 1465165 w 2119654"/>
              <a:gd name="connsiteY22018" fmla="*/ 2161661 h 2398711"/>
              <a:gd name="connsiteX22019" fmla="*/ 1787648 w 2119654"/>
              <a:gd name="connsiteY22019" fmla="*/ 1430965 h 2398711"/>
              <a:gd name="connsiteX22020" fmla="*/ 1787717 w 2119654"/>
              <a:gd name="connsiteY22020" fmla="*/ 1431043 h 2398711"/>
              <a:gd name="connsiteX22021" fmla="*/ 1787938 w 2119654"/>
              <a:gd name="connsiteY22021" fmla="*/ 1430872 h 2398711"/>
              <a:gd name="connsiteX22022" fmla="*/ 1788192 w 2119654"/>
              <a:gd name="connsiteY22022" fmla="*/ 1430345 h 2398711"/>
              <a:gd name="connsiteX22023" fmla="*/ 1883949 w 2119654"/>
              <a:gd name="connsiteY22023" fmla="*/ 1215276 h 2398711"/>
              <a:gd name="connsiteX22024" fmla="*/ 1888579 w 2119654"/>
              <a:gd name="connsiteY22024" fmla="*/ 1218303 h 2398711"/>
              <a:gd name="connsiteX22025" fmla="*/ 1895238 w 2119654"/>
              <a:gd name="connsiteY22025" fmla="*/ 1208668 h 2398711"/>
              <a:gd name="connsiteX22026" fmla="*/ 1895268 w 2119654"/>
              <a:gd name="connsiteY22026" fmla="*/ 1209155 h 2398711"/>
              <a:gd name="connsiteX22027" fmla="*/ 1888831 w 2119654"/>
              <a:gd name="connsiteY22027" fmla="*/ 1218469 h 2398711"/>
              <a:gd name="connsiteX22028" fmla="*/ 1889663 w 2119654"/>
              <a:gd name="connsiteY22028" fmla="*/ 1219012 h 2398711"/>
              <a:gd name="connsiteX22029" fmla="*/ 1890045 w 2119654"/>
              <a:gd name="connsiteY22029" fmla="*/ 1219271 h 2398711"/>
              <a:gd name="connsiteX22030" fmla="*/ 1905888 w 2119654"/>
              <a:gd name="connsiteY22030" fmla="*/ 1196630 h 2398711"/>
              <a:gd name="connsiteX22031" fmla="*/ 1906058 w 2119654"/>
              <a:gd name="connsiteY22031" fmla="*/ 1196375 h 2398711"/>
              <a:gd name="connsiteX22032" fmla="*/ 1889613 w 2119654"/>
              <a:gd name="connsiteY22032" fmla="*/ 1207829 h 2398711"/>
              <a:gd name="connsiteX22033" fmla="*/ 1479357 w 2119654"/>
              <a:gd name="connsiteY22033" fmla="*/ 2121185 h 2398711"/>
              <a:gd name="connsiteX22034" fmla="*/ 1478833 w 2119654"/>
              <a:gd name="connsiteY22034" fmla="*/ 2122815 h 2398711"/>
              <a:gd name="connsiteX22035" fmla="*/ 1486220 w 2119654"/>
              <a:gd name="connsiteY22035" fmla="*/ 2121467 h 2398711"/>
              <a:gd name="connsiteX22036" fmla="*/ 1486123 w 2119654"/>
              <a:gd name="connsiteY22036" fmla="*/ 2121093 h 2398711"/>
              <a:gd name="connsiteX22037" fmla="*/ 1505154 w 2119654"/>
              <a:gd name="connsiteY22037" fmla="*/ 2063359 h 2398711"/>
              <a:gd name="connsiteX22038" fmla="*/ 1505113 w 2119654"/>
              <a:gd name="connsiteY22038" fmla="*/ 2063545 h 2398711"/>
              <a:gd name="connsiteX22039" fmla="*/ 1506153 w 2119654"/>
              <a:gd name="connsiteY22039" fmla="*/ 2062601 h 2398711"/>
              <a:gd name="connsiteX22040" fmla="*/ 1808335 w 2119654"/>
              <a:gd name="connsiteY22040" fmla="*/ 1384072 h 2398711"/>
              <a:gd name="connsiteX22041" fmla="*/ 1810900 w 2119654"/>
              <a:gd name="connsiteY22041" fmla="*/ 1383100 h 2398711"/>
              <a:gd name="connsiteX22042" fmla="*/ 1811875 w 2119654"/>
              <a:gd name="connsiteY22042" fmla="*/ 1381071 h 2398711"/>
              <a:gd name="connsiteX22043" fmla="*/ 1809298 w 2119654"/>
              <a:gd name="connsiteY22043" fmla="*/ 1382549 h 2398711"/>
              <a:gd name="connsiteX22044" fmla="*/ 1462923 w 2119654"/>
              <a:gd name="connsiteY22044" fmla="*/ 2157485 h 2398711"/>
              <a:gd name="connsiteX22045" fmla="*/ 1462083 w 2119654"/>
              <a:gd name="connsiteY22045" fmla="*/ 2160219 h 2398711"/>
              <a:gd name="connsiteX22046" fmla="*/ 1465809 w 2119654"/>
              <a:gd name="connsiteY22046" fmla="*/ 2160854 h 2398711"/>
              <a:gd name="connsiteX22047" fmla="*/ 1467295 w 2119654"/>
              <a:gd name="connsiteY22047" fmla="*/ 2156437 h 2398711"/>
              <a:gd name="connsiteX22048" fmla="*/ 1466845 w 2119654"/>
              <a:gd name="connsiteY22048" fmla="*/ 2156266 h 2398711"/>
              <a:gd name="connsiteX22049" fmla="*/ 1808068 w 2119654"/>
              <a:gd name="connsiteY22049" fmla="*/ 1384495 h 2398711"/>
              <a:gd name="connsiteX22050" fmla="*/ 1810755 w 2119654"/>
              <a:gd name="connsiteY22050" fmla="*/ 1383402 h 2398711"/>
              <a:gd name="connsiteX22051" fmla="*/ 1810782 w 2119654"/>
              <a:gd name="connsiteY22051" fmla="*/ 1383345 h 2398711"/>
              <a:gd name="connsiteX22052" fmla="*/ 1808168 w 2119654"/>
              <a:gd name="connsiteY22052" fmla="*/ 1384336 h 2398711"/>
              <a:gd name="connsiteX22053" fmla="*/ 1498704 w 2119654"/>
              <a:gd name="connsiteY22053" fmla="*/ 2077089 h 2398711"/>
              <a:gd name="connsiteX22054" fmla="*/ 1498993 w 2119654"/>
              <a:gd name="connsiteY22054" fmla="*/ 2077135 h 2398711"/>
              <a:gd name="connsiteX22055" fmla="*/ 1499007 w 2119654"/>
              <a:gd name="connsiteY22055" fmla="*/ 2077073 h 2398711"/>
              <a:gd name="connsiteX22056" fmla="*/ 1480387 w 2119654"/>
              <a:gd name="connsiteY22056" fmla="*/ 2117974 h 2398711"/>
              <a:gd name="connsiteX22057" fmla="*/ 1479707 w 2119654"/>
              <a:gd name="connsiteY22057" fmla="*/ 2120093 h 2398711"/>
              <a:gd name="connsiteX22058" fmla="*/ 1485906 w 2119654"/>
              <a:gd name="connsiteY22058" fmla="*/ 2120260 h 2398711"/>
              <a:gd name="connsiteX22059" fmla="*/ 1485632 w 2119654"/>
              <a:gd name="connsiteY22059" fmla="*/ 2119212 h 2398711"/>
              <a:gd name="connsiteX22060" fmla="*/ 1485357 w 2119654"/>
              <a:gd name="connsiteY22060" fmla="*/ 2118211 h 2398711"/>
              <a:gd name="connsiteX22061" fmla="*/ 1860801 w 2119654"/>
              <a:gd name="connsiteY22061" fmla="*/ 1266154 h 2398711"/>
              <a:gd name="connsiteX22062" fmla="*/ 1865449 w 2119654"/>
              <a:gd name="connsiteY22062" fmla="*/ 1262003 h 2398711"/>
              <a:gd name="connsiteX22063" fmla="*/ 1866855 w 2119654"/>
              <a:gd name="connsiteY22063" fmla="*/ 1260713 h 2398711"/>
              <a:gd name="connsiteX22064" fmla="*/ 1870612 w 2119654"/>
              <a:gd name="connsiteY22064" fmla="*/ 1255173 h 2398711"/>
              <a:gd name="connsiteX22065" fmla="*/ 1880195 w 2119654"/>
              <a:gd name="connsiteY22065" fmla="*/ 1240619 h 2398711"/>
              <a:gd name="connsiteX22066" fmla="*/ 1796249 w 2119654"/>
              <a:gd name="connsiteY22066" fmla="*/ 1410590 h 2398711"/>
              <a:gd name="connsiteX22067" fmla="*/ 1796392 w 2119654"/>
              <a:gd name="connsiteY22067" fmla="*/ 1410508 h 2398711"/>
              <a:gd name="connsiteX22068" fmla="*/ 1796517 w 2119654"/>
              <a:gd name="connsiteY22068" fmla="*/ 1410084 h 2398711"/>
              <a:gd name="connsiteX22069" fmla="*/ 1533228 w 2119654"/>
              <a:gd name="connsiteY22069" fmla="*/ 1999470 h 2398711"/>
              <a:gd name="connsiteX22070" fmla="*/ 1534239 w 2119654"/>
              <a:gd name="connsiteY22070" fmla="*/ 1999563 h 2398711"/>
              <a:gd name="connsiteX22071" fmla="*/ 1534429 w 2119654"/>
              <a:gd name="connsiteY22071" fmla="*/ 1999468 h 2398711"/>
              <a:gd name="connsiteX22072" fmla="*/ 1534889 w 2119654"/>
              <a:gd name="connsiteY22072" fmla="*/ 1998722 h 2398711"/>
              <a:gd name="connsiteX22073" fmla="*/ 1795936 w 2119654"/>
              <a:gd name="connsiteY22073" fmla="*/ 1411184 h 2398711"/>
              <a:gd name="connsiteX22074" fmla="*/ 1796257 w 2119654"/>
              <a:gd name="connsiteY22074" fmla="*/ 1410967 h 2398711"/>
              <a:gd name="connsiteX22075" fmla="*/ 1796301 w 2119654"/>
              <a:gd name="connsiteY22075" fmla="*/ 1410816 h 2398711"/>
              <a:gd name="connsiteX22076" fmla="*/ 1796056 w 2119654"/>
              <a:gd name="connsiteY22076" fmla="*/ 1410956 h 2398711"/>
              <a:gd name="connsiteX22077" fmla="*/ 1743144 w 2119654"/>
              <a:gd name="connsiteY22077" fmla="*/ 1529265 h 2398711"/>
              <a:gd name="connsiteX22078" fmla="*/ 1742798 w 2119654"/>
              <a:gd name="connsiteY22078" fmla="*/ 1531630 h 2398711"/>
              <a:gd name="connsiteX22079" fmla="*/ 1745522 w 2119654"/>
              <a:gd name="connsiteY22079" fmla="*/ 1529133 h 2398711"/>
              <a:gd name="connsiteX22080" fmla="*/ 1745380 w 2119654"/>
              <a:gd name="connsiteY22080" fmla="*/ 1528646 h 2398711"/>
              <a:gd name="connsiteX22081" fmla="*/ 1518199 w 2119654"/>
              <a:gd name="connsiteY22081" fmla="*/ 2032732 h 2398711"/>
              <a:gd name="connsiteX22082" fmla="*/ 1519663 w 2119654"/>
              <a:gd name="connsiteY22082" fmla="*/ 2032463 h 2398711"/>
              <a:gd name="connsiteX22083" fmla="*/ 1520651 w 2119654"/>
              <a:gd name="connsiteY22083" fmla="*/ 2031101 h 2398711"/>
              <a:gd name="connsiteX22084" fmla="*/ 1519604 w 2119654"/>
              <a:gd name="connsiteY22084" fmla="*/ 2030967 h 2398711"/>
              <a:gd name="connsiteX22085" fmla="*/ 1481163 w 2119654"/>
              <a:gd name="connsiteY22085" fmla="*/ 2115557 h 2398711"/>
              <a:gd name="connsiteX22086" fmla="*/ 1480566 w 2119654"/>
              <a:gd name="connsiteY22086" fmla="*/ 2117416 h 2398711"/>
              <a:gd name="connsiteX22087" fmla="*/ 1480744 w 2119654"/>
              <a:gd name="connsiteY22087" fmla="*/ 2117432 h 2398711"/>
              <a:gd name="connsiteX22088" fmla="*/ 1484869 w 2119654"/>
              <a:gd name="connsiteY22088" fmla="*/ 2116759 h 2398711"/>
              <a:gd name="connsiteX22089" fmla="*/ 1812039 w 2119654"/>
              <a:gd name="connsiteY22089" fmla="*/ 1374421 h 2398711"/>
              <a:gd name="connsiteX22090" fmla="*/ 1812125 w 2119654"/>
              <a:gd name="connsiteY22090" fmla="*/ 1374569 h 2398711"/>
              <a:gd name="connsiteX22091" fmla="*/ 1812388 w 2119654"/>
              <a:gd name="connsiteY22091" fmla="*/ 1374258 h 2398711"/>
              <a:gd name="connsiteX22092" fmla="*/ 1803545 w 2119654"/>
              <a:gd name="connsiteY22092" fmla="*/ 1393349 h 2398711"/>
              <a:gd name="connsiteX22093" fmla="*/ 1802487 w 2119654"/>
              <a:gd name="connsiteY22093" fmla="*/ 1395934 h 2398711"/>
              <a:gd name="connsiteX22094" fmla="*/ 1802186 w 2119654"/>
              <a:gd name="connsiteY22094" fmla="*/ 1396957 h 2398711"/>
              <a:gd name="connsiteX22095" fmla="*/ 1801822 w 2119654"/>
              <a:gd name="connsiteY22095" fmla="*/ 1398414 h 2398711"/>
              <a:gd name="connsiteX22096" fmla="*/ 1804142 w 2119654"/>
              <a:gd name="connsiteY22096" fmla="*/ 1397161 h 2398711"/>
              <a:gd name="connsiteX22097" fmla="*/ 1806340 w 2119654"/>
              <a:gd name="connsiteY22097" fmla="*/ 1392587 h 2398711"/>
              <a:gd name="connsiteX22098" fmla="*/ 1464339 w 2119654"/>
              <a:gd name="connsiteY22098" fmla="*/ 2152882 h 2398711"/>
              <a:gd name="connsiteX22099" fmla="*/ 1463828 w 2119654"/>
              <a:gd name="connsiteY22099" fmla="*/ 2154545 h 2398711"/>
              <a:gd name="connsiteX22100" fmla="*/ 1464303 w 2119654"/>
              <a:gd name="connsiteY22100" fmla="*/ 2154736 h 2398711"/>
              <a:gd name="connsiteX22101" fmla="*/ 1467397 w 2119654"/>
              <a:gd name="connsiteY22101" fmla="*/ 2153773 h 2398711"/>
              <a:gd name="connsiteX22102" fmla="*/ 1795680 w 2119654"/>
              <a:gd name="connsiteY22102" fmla="*/ 1410914 h 2398711"/>
              <a:gd name="connsiteX22103" fmla="*/ 1795876 w 2119654"/>
              <a:gd name="connsiteY22103" fmla="*/ 1410802 h 2398711"/>
              <a:gd name="connsiteX22104" fmla="*/ 1796582 w 2119654"/>
              <a:gd name="connsiteY22104" fmla="*/ 1409466 h 2398711"/>
              <a:gd name="connsiteX22105" fmla="*/ 1796457 w 2119654"/>
              <a:gd name="connsiteY22105" fmla="*/ 1409351 h 2398711"/>
              <a:gd name="connsiteX22106" fmla="*/ 1464370 w 2119654"/>
              <a:gd name="connsiteY22106" fmla="*/ 2152779 h 2398711"/>
              <a:gd name="connsiteX22107" fmla="*/ 1464369 w 2119654"/>
              <a:gd name="connsiteY22107" fmla="*/ 2152783 h 2398711"/>
              <a:gd name="connsiteX22108" fmla="*/ 1464488 w 2119654"/>
              <a:gd name="connsiteY22108" fmla="*/ 2152818 h 2398711"/>
              <a:gd name="connsiteX22109" fmla="*/ 1807496 w 2119654"/>
              <a:gd name="connsiteY22109" fmla="*/ 1384390 h 2398711"/>
              <a:gd name="connsiteX22110" fmla="*/ 1807826 w 2119654"/>
              <a:gd name="connsiteY22110" fmla="*/ 1384266 h 2398711"/>
              <a:gd name="connsiteX22111" fmla="*/ 1808496 w 2119654"/>
              <a:gd name="connsiteY22111" fmla="*/ 1383205 h 2398711"/>
              <a:gd name="connsiteX22112" fmla="*/ 1795349 w 2119654"/>
              <a:gd name="connsiteY22112" fmla="*/ 1411580 h 2398711"/>
              <a:gd name="connsiteX22113" fmla="*/ 1795529 w 2119654"/>
              <a:gd name="connsiteY22113" fmla="*/ 1411459 h 2398711"/>
              <a:gd name="connsiteX22114" fmla="*/ 1795683 w 2119654"/>
              <a:gd name="connsiteY22114" fmla="*/ 1411167 h 2398711"/>
              <a:gd name="connsiteX22115" fmla="*/ 1795503 w 2119654"/>
              <a:gd name="connsiteY22115" fmla="*/ 1411270 h 2398711"/>
              <a:gd name="connsiteX22116" fmla="*/ 1481706 w 2119654"/>
              <a:gd name="connsiteY22116" fmla="*/ 2113866 h 2398711"/>
              <a:gd name="connsiteX22117" fmla="*/ 1481233 w 2119654"/>
              <a:gd name="connsiteY22117" fmla="*/ 2115340 h 2398711"/>
              <a:gd name="connsiteX22118" fmla="*/ 1484911 w 2119654"/>
              <a:gd name="connsiteY22118" fmla="*/ 2116589 h 2398711"/>
              <a:gd name="connsiteX22119" fmla="*/ 1483935 w 2119654"/>
              <a:gd name="connsiteY22119" fmla="*/ 2113043 h 2398711"/>
              <a:gd name="connsiteX22120" fmla="*/ 1804333 w 2119654"/>
              <a:gd name="connsiteY22120" fmla="*/ 1391420 h 2398711"/>
              <a:gd name="connsiteX22121" fmla="*/ 1803710 w 2119654"/>
              <a:gd name="connsiteY22121" fmla="*/ 1392943 h 2398711"/>
              <a:gd name="connsiteX22122" fmla="*/ 1806517 w 2119654"/>
              <a:gd name="connsiteY22122" fmla="*/ 1392220 h 2398711"/>
              <a:gd name="connsiteX22123" fmla="*/ 1807058 w 2119654"/>
              <a:gd name="connsiteY22123" fmla="*/ 1391094 h 2398711"/>
              <a:gd name="connsiteX22124" fmla="*/ 1753243 w 2119654"/>
              <a:gd name="connsiteY22124" fmla="*/ 1505780 h 2398711"/>
              <a:gd name="connsiteX22125" fmla="*/ 1753306 w 2119654"/>
              <a:gd name="connsiteY22125" fmla="*/ 1506012 h 2398711"/>
              <a:gd name="connsiteX22126" fmla="*/ 1753738 w 2119654"/>
              <a:gd name="connsiteY22126" fmla="*/ 1505908 h 2398711"/>
              <a:gd name="connsiteX22127" fmla="*/ 1753828 w 2119654"/>
              <a:gd name="connsiteY22127" fmla="*/ 1505872 h 2398711"/>
              <a:gd name="connsiteX22128" fmla="*/ 1754325 w 2119654"/>
              <a:gd name="connsiteY22128" fmla="*/ 1505570 h 2398711"/>
              <a:gd name="connsiteX22129" fmla="*/ 1805510 w 2119654"/>
              <a:gd name="connsiteY22129" fmla="*/ 1388542 h 2398711"/>
              <a:gd name="connsiteX22130" fmla="*/ 1804412 w 2119654"/>
              <a:gd name="connsiteY22130" fmla="*/ 1391228 h 2398711"/>
              <a:gd name="connsiteX22131" fmla="*/ 1805389 w 2119654"/>
              <a:gd name="connsiteY22131" fmla="*/ 1391124 h 2398711"/>
              <a:gd name="connsiteX22132" fmla="*/ 1807145 w 2119654"/>
              <a:gd name="connsiteY22132" fmla="*/ 1390914 h 2398711"/>
              <a:gd name="connsiteX22133" fmla="*/ 1809341 w 2119654"/>
              <a:gd name="connsiteY22133" fmla="*/ 1386343 h 2398711"/>
              <a:gd name="connsiteX22134" fmla="*/ 1806056 w 2119654"/>
              <a:gd name="connsiteY22134" fmla="*/ 1387679 h 2398711"/>
              <a:gd name="connsiteX22135" fmla="*/ 1512985 w 2119654"/>
              <a:gd name="connsiteY22135" fmla="*/ 2043482 h 2398711"/>
              <a:gd name="connsiteX22136" fmla="*/ 1512843 w 2119654"/>
              <a:gd name="connsiteY22136" fmla="*/ 2044549 h 2398711"/>
              <a:gd name="connsiteX22137" fmla="*/ 1513687 w 2119654"/>
              <a:gd name="connsiteY22137" fmla="*/ 2044447 h 2398711"/>
              <a:gd name="connsiteX22138" fmla="*/ 1514466 w 2119654"/>
              <a:gd name="connsiteY22138" fmla="*/ 2043897 h 2398711"/>
              <a:gd name="connsiteX22139" fmla="*/ 1513387 w 2119654"/>
              <a:gd name="connsiteY22139" fmla="*/ 2043459 h 2398711"/>
              <a:gd name="connsiteX22140" fmla="*/ 1793490 w 2119654"/>
              <a:gd name="connsiteY22140" fmla="*/ 1415317 h 2398711"/>
              <a:gd name="connsiteX22141" fmla="*/ 1795345 w 2119654"/>
              <a:gd name="connsiteY22141" fmla="*/ 1411808 h 2398711"/>
              <a:gd name="connsiteX22142" fmla="*/ 1795180 w 2119654"/>
              <a:gd name="connsiteY22142" fmla="*/ 1411919 h 2398711"/>
              <a:gd name="connsiteX22143" fmla="*/ 1807063 w 2119654"/>
              <a:gd name="connsiteY22143" fmla="*/ 1384904 h 2398711"/>
              <a:gd name="connsiteX22144" fmla="*/ 1807547 w 2119654"/>
              <a:gd name="connsiteY22144" fmla="*/ 1384707 h 2398711"/>
              <a:gd name="connsiteX22145" fmla="*/ 1807659 w 2119654"/>
              <a:gd name="connsiteY22145" fmla="*/ 1384529 h 2398711"/>
              <a:gd name="connsiteX22146" fmla="*/ 1807246 w 2119654"/>
              <a:gd name="connsiteY22146" fmla="*/ 1384687 h 2398711"/>
              <a:gd name="connsiteX22147" fmla="*/ 1497746 w 2119654"/>
              <a:gd name="connsiteY22147" fmla="*/ 2077487 h 2398711"/>
              <a:gd name="connsiteX22148" fmla="*/ 1496035 w 2119654"/>
              <a:gd name="connsiteY22148" fmla="*/ 2082087 h 2398711"/>
              <a:gd name="connsiteX22149" fmla="*/ 1498248 w 2119654"/>
              <a:gd name="connsiteY22149" fmla="*/ 2080506 h 2398711"/>
              <a:gd name="connsiteX22150" fmla="*/ 1498855 w 2119654"/>
              <a:gd name="connsiteY22150" fmla="*/ 2077754 h 2398711"/>
              <a:gd name="connsiteX22151" fmla="*/ 1498634 w 2119654"/>
              <a:gd name="connsiteY22151" fmla="*/ 2077626 h 2398711"/>
              <a:gd name="connsiteX22152" fmla="*/ 1741890 w 2119654"/>
              <a:gd name="connsiteY22152" fmla="*/ 1530664 h 2398711"/>
              <a:gd name="connsiteX22153" fmla="*/ 1741767 w 2119654"/>
              <a:gd name="connsiteY22153" fmla="*/ 1531001 h 2398711"/>
              <a:gd name="connsiteX22154" fmla="*/ 1741536 w 2119654"/>
              <a:gd name="connsiteY22154" fmla="*/ 1532123 h 2398711"/>
              <a:gd name="connsiteX22155" fmla="*/ 1741649 w 2119654"/>
              <a:gd name="connsiteY22155" fmla="*/ 1532310 h 2398711"/>
              <a:gd name="connsiteX22156" fmla="*/ 1465101 w 2119654"/>
              <a:gd name="connsiteY22156" fmla="*/ 2150402 h 2398711"/>
              <a:gd name="connsiteX22157" fmla="*/ 1465034 w 2119654"/>
              <a:gd name="connsiteY22157" fmla="*/ 2150620 h 2398711"/>
              <a:gd name="connsiteX22158" fmla="*/ 1468835 w 2119654"/>
              <a:gd name="connsiteY22158" fmla="*/ 2151857 h 2398711"/>
              <a:gd name="connsiteX22159" fmla="*/ 1468841 w 2119654"/>
              <a:gd name="connsiteY22159" fmla="*/ 2151839 h 2398711"/>
              <a:gd name="connsiteX22160" fmla="*/ 1791364 w 2119654"/>
              <a:gd name="connsiteY22160" fmla="*/ 1419837 h 2398711"/>
              <a:gd name="connsiteX22161" fmla="*/ 1792139 w 2119654"/>
              <a:gd name="connsiteY22161" fmla="*/ 1419283 h 2398711"/>
              <a:gd name="connsiteX22162" fmla="*/ 1794649 w 2119654"/>
              <a:gd name="connsiteY22162" fmla="*/ 1416428 h 2398711"/>
              <a:gd name="connsiteX22163" fmla="*/ 1796174 w 2119654"/>
              <a:gd name="connsiteY22163" fmla="*/ 1411248 h 2398711"/>
              <a:gd name="connsiteX22164" fmla="*/ 1795751 w 2119654"/>
              <a:gd name="connsiteY22164" fmla="*/ 1411535 h 2398711"/>
              <a:gd name="connsiteX22165" fmla="*/ 1744426 w 2119654"/>
              <a:gd name="connsiteY22165" fmla="*/ 1524892 h 2398711"/>
              <a:gd name="connsiteX22166" fmla="*/ 1745079 w 2119654"/>
              <a:gd name="connsiteY22166" fmla="*/ 1527129 h 2398711"/>
              <a:gd name="connsiteX22167" fmla="*/ 1745998 w 2119654"/>
              <a:gd name="connsiteY22167" fmla="*/ 1527616 h 2398711"/>
              <a:gd name="connsiteX22168" fmla="*/ 1745633 w 2119654"/>
              <a:gd name="connsiteY22168" fmla="*/ 1523797 h 2398711"/>
              <a:gd name="connsiteX22169" fmla="*/ 1498429 w 2119654"/>
              <a:gd name="connsiteY22169" fmla="*/ 2075649 h 2398711"/>
              <a:gd name="connsiteX22170" fmla="*/ 1497989 w 2119654"/>
              <a:gd name="connsiteY22170" fmla="*/ 2076833 h 2398711"/>
              <a:gd name="connsiteX22171" fmla="*/ 1499073 w 2119654"/>
              <a:gd name="connsiteY22171" fmla="*/ 2076773 h 2398711"/>
              <a:gd name="connsiteX22172" fmla="*/ 1499306 w 2119654"/>
              <a:gd name="connsiteY22172" fmla="*/ 2075716 h 2398711"/>
              <a:gd name="connsiteX22173" fmla="*/ 1498625 w 2119654"/>
              <a:gd name="connsiteY22173" fmla="*/ 2075124 h 2398711"/>
              <a:gd name="connsiteX22174" fmla="*/ 1498532 w 2119654"/>
              <a:gd name="connsiteY22174" fmla="*/ 2075372 h 2398711"/>
              <a:gd name="connsiteX22175" fmla="*/ 1499369 w 2119654"/>
              <a:gd name="connsiteY22175" fmla="*/ 2075435 h 2398711"/>
              <a:gd name="connsiteX22176" fmla="*/ 1499413 w 2119654"/>
              <a:gd name="connsiteY22176" fmla="*/ 2075233 h 2398711"/>
              <a:gd name="connsiteX22177" fmla="*/ 1743520 w 2119654"/>
              <a:gd name="connsiteY22177" fmla="*/ 1526695 h 2398711"/>
              <a:gd name="connsiteX22178" fmla="*/ 1743202 w 2119654"/>
              <a:gd name="connsiteY22178" fmla="*/ 1528866 h 2398711"/>
              <a:gd name="connsiteX22179" fmla="*/ 1745285 w 2119654"/>
              <a:gd name="connsiteY22179" fmla="*/ 1528320 h 2398711"/>
              <a:gd name="connsiteX22180" fmla="*/ 1745037 w 2119654"/>
              <a:gd name="connsiteY22180" fmla="*/ 1527471 h 2398711"/>
              <a:gd name="connsiteX22181" fmla="*/ 1465583 w 2119654"/>
              <a:gd name="connsiteY22181" fmla="*/ 2148837 h 2398711"/>
              <a:gd name="connsiteX22182" fmla="*/ 1465193 w 2119654"/>
              <a:gd name="connsiteY22182" fmla="*/ 2150105 h 2398711"/>
              <a:gd name="connsiteX22183" fmla="*/ 1468940 w 2119654"/>
              <a:gd name="connsiteY22183" fmla="*/ 2151543 h 2398711"/>
              <a:gd name="connsiteX22184" fmla="*/ 1469238 w 2119654"/>
              <a:gd name="connsiteY22184" fmla="*/ 2150661 h 2398711"/>
              <a:gd name="connsiteX22185" fmla="*/ 1777167 w 2119654"/>
              <a:gd name="connsiteY22185" fmla="*/ 1451051 h 2398711"/>
              <a:gd name="connsiteX22186" fmla="*/ 1777276 w 2119654"/>
              <a:gd name="connsiteY22186" fmla="*/ 1451517 h 2398711"/>
              <a:gd name="connsiteX22187" fmla="*/ 1778185 w 2119654"/>
              <a:gd name="connsiteY22187" fmla="*/ 1449935 h 2398711"/>
              <a:gd name="connsiteX22188" fmla="*/ 1778167 w 2119654"/>
              <a:gd name="connsiteY22188" fmla="*/ 1449876 h 2398711"/>
              <a:gd name="connsiteX22189" fmla="*/ 1499659 w 2119654"/>
              <a:gd name="connsiteY22189" fmla="*/ 2072343 h 2398711"/>
              <a:gd name="connsiteX22190" fmla="*/ 1498874 w 2119654"/>
              <a:gd name="connsiteY22190" fmla="*/ 2074453 h 2398711"/>
              <a:gd name="connsiteX22191" fmla="*/ 1499564 w 2119654"/>
              <a:gd name="connsiteY22191" fmla="*/ 2074549 h 2398711"/>
              <a:gd name="connsiteX22192" fmla="*/ 1499948 w 2119654"/>
              <a:gd name="connsiteY22192" fmla="*/ 2072808 h 2398711"/>
              <a:gd name="connsiteX22193" fmla="*/ 1499988 w 2119654"/>
              <a:gd name="connsiteY22193" fmla="*/ 2072085 h 2398711"/>
              <a:gd name="connsiteX22194" fmla="*/ 1781585 w 2119654"/>
              <a:gd name="connsiteY22194" fmla="*/ 1441006 h 2398711"/>
              <a:gd name="connsiteX22195" fmla="*/ 1782092 w 2119654"/>
              <a:gd name="connsiteY22195" fmla="*/ 1441668 h 2398711"/>
              <a:gd name="connsiteX22196" fmla="*/ 1782685 w 2119654"/>
              <a:gd name="connsiteY22196" fmla="*/ 1440986 h 2398711"/>
              <a:gd name="connsiteX22197" fmla="*/ 1782424 w 2119654"/>
              <a:gd name="connsiteY22197" fmla="*/ 1440355 h 2398711"/>
              <a:gd name="connsiteX22198" fmla="*/ 1782163 w 2119654"/>
              <a:gd name="connsiteY22198" fmla="*/ 1440436 h 2398711"/>
              <a:gd name="connsiteX22199" fmla="*/ 1811106 w 2119654"/>
              <a:gd name="connsiteY22199" fmla="*/ 1374857 h 2398711"/>
              <a:gd name="connsiteX22200" fmla="*/ 1810376 w 2119654"/>
              <a:gd name="connsiteY22200" fmla="*/ 1376641 h 2398711"/>
              <a:gd name="connsiteX22201" fmla="*/ 1812024 w 2119654"/>
              <a:gd name="connsiteY22201" fmla="*/ 1374689 h 2398711"/>
              <a:gd name="connsiteX22202" fmla="*/ 1811905 w 2119654"/>
              <a:gd name="connsiteY22202" fmla="*/ 1374484 h 2398711"/>
              <a:gd name="connsiteX22203" fmla="*/ 1743785 w 2119654"/>
              <a:gd name="connsiteY22203" fmla="*/ 1525475 h 2398711"/>
              <a:gd name="connsiteX22204" fmla="*/ 1743643 w 2119654"/>
              <a:gd name="connsiteY22204" fmla="*/ 1525865 h 2398711"/>
              <a:gd name="connsiteX22205" fmla="*/ 1743572 w 2119654"/>
              <a:gd name="connsiteY22205" fmla="*/ 1526346 h 2398711"/>
              <a:gd name="connsiteX22206" fmla="*/ 1744345 w 2119654"/>
              <a:gd name="connsiteY22206" fmla="*/ 1526741 h 2398711"/>
              <a:gd name="connsiteX22207" fmla="*/ 1744912 w 2119654"/>
              <a:gd name="connsiteY22207" fmla="*/ 1527040 h 2398711"/>
              <a:gd name="connsiteX22208" fmla="*/ 1744314 w 2119654"/>
              <a:gd name="connsiteY22208" fmla="*/ 1524995 h 2398711"/>
              <a:gd name="connsiteX22209" fmla="*/ 1818179 w 2119654"/>
              <a:gd name="connsiteY22209" fmla="*/ 1358657 h 2398711"/>
              <a:gd name="connsiteX22210" fmla="*/ 1820452 w 2119654"/>
              <a:gd name="connsiteY22210" fmla="*/ 1356138 h 2398711"/>
              <a:gd name="connsiteX22211" fmla="*/ 1820572 w 2119654"/>
              <a:gd name="connsiteY22211" fmla="*/ 1355987 h 2398711"/>
              <a:gd name="connsiteX22212" fmla="*/ 1821006 w 2119654"/>
              <a:gd name="connsiteY22212" fmla="*/ 1354469 h 2398711"/>
              <a:gd name="connsiteX22213" fmla="*/ 1511355 w 2119654"/>
              <a:gd name="connsiteY22213" fmla="*/ 2045635 h 2398711"/>
              <a:gd name="connsiteX22214" fmla="*/ 1511236 w 2119654"/>
              <a:gd name="connsiteY22214" fmla="*/ 2046179 h 2398711"/>
              <a:gd name="connsiteX22215" fmla="*/ 1512032 w 2119654"/>
              <a:gd name="connsiteY22215" fmla="*/ 2045616 h 2398711"/>
              <a:gd name="connsiteX22216" fmla="*/ 1511863 w 2119654"/>
              <a:gd name="connsiteY22216" fmla="*/ 2045574 h 2398711"/>
              <a:gd name="connsiteX22217" fmla="*/ 1492206 w 2119654"/>
              <a:gd name="connsiteY22217" fmla="*/ 2088496 h 2398711"/>
              <a:gd name="connsiteX22218" fmla="*/ 1493500 w 2119654"/>
              <a:gd name="connsiteY22218" fmla="*/ 2087996 h 2398711"/>
              <a:gd name="connsiteX22219" fmla="*/ 1493514 w 2119654"/>
              <a:gd name="connsiteY22219" fmla="*/ 2087562 h 2398711"/>
              <a:gd name="connsiteX22220" fmla="*/ 1776480 w 2119654"/>
              <a:gd name="connsiteY22220" fmla="*/ 1451918 h 2398711"/>
              <a:gd name="connsiteX22221" fmla="*/ 1776423 w 2119654"/>
              <a:gd name="connsiteY22221" fmla="*/ 1452149 h 2398711"/>
              <a:gd name="connsiteX22222" fmla="*/ 1776518 w 2119654"/>
              <a:gd name="connsiteY22222" fmla="*/ 1452083 h 2398711"/>
              <a:gd name="connsiteX22223" fmla="*/ 1745377 w 2119654"/>
              <a:gd name="connsiteY22223" fmla="*/ 1521116 h 2398711"/>
              <a:gd name="connsiteX22224" fmla="*/ 1744235 w 2119654"/>
              <a:gd name="connsiteY22224" fmla="*/ 1524241 h 2398711"/>
              <a:gd name="connsiteX22225" fmla="*/ 1744259 w 2119654"/>
              <a:gd name="connsiteY22225" fmla="*/ 1524322 h 2398711"/>
              <a:gd name="connsiteX22226" fmla="*/ 1745570 w 2119654"/>
              <a:gd name="connsiteY22226" fmla="*/ 1523132 h 2398711"/>
              <a:gd name="connsiteX22227" fmla="*/ 1511611 w 2119654"/>
              <a:gd name="connsiteY22227" fmla="*/ 2044459 h 2398711"/>
              <a:gd name="connsiteX22228" fmla="*/ 1511558 w 2119654"/>
              <a:gd name="connsiteY22228" fmla="*/ 2044703 h 2398711"/>
              <a:gd name="connsiteX22229" fmla="*/ 1512529 w 2119654"/>
              <a:gd name="connsiteY22229" fmla="*/ 2044587 h 2398711"/>
              <a:gd name="connsiteX22230" fmla="*/ 1512659 w 2119654"/>
              <a:gd name="connsiteY22230" fmla="*/ 2043501 h 2398711"/>
              <a:gd name="connsiteX22231" fmla="*/ 1512291 w 2119654"/>
              <a:gd name="connsiteY22231" fmla="*/ 2043522 h 2398711"/>
              <a:gd name="connsiteX22232" fmla="*/ 1484745 w 2119654"/>
              <a:gd name="connsiteY22232" fmla="*/ 2104403 h 2398711"/>
              <a:gd name="connsiteX22233" fmla="*/ 1483736 w 2119654"/>
              <a:gd name="connsiteY22233" fmla="*/ 2107544 h 2398711"/>
              <a:gd name="connsiteX22234" fmla="*/ 1489781 w 2119654"/>
              <a:gd name="connsiteY22234" fmla="*/ 2105314 h 2398711"/>
              <a:gd name="connsiteX22235" fmla="*/ 1485018 w 2119654"/>
              <a:gd name="connsiteY22235" fmla="*/ 2104426 h 2398711"/>
              <a:gd name="connsiteX22236" fmla="*/ 1849966 w 2119654"/>
              <a:gd name="connsiteY22236" fmla="*/ 1286306 h 2398711"/>
              <a:gd name="connsiteX22237" fmla="*/ 1855708 w 2119654"/>
              <a:gd name="connsiteY22237" fmla="*/ 1280161 h 2398711"/>
              <a:gd name="connsiteX22238" fmla="*/ 1858216 w 2119654"/>
              <a:gd name="connsiteY22238" fmla="*/ 1274137 h 2398711"/>
              <a:gd name="connsiteX22239" fmla="*/ 1818851 w 2119654"/>
              <a:gd name="connsiteY22239" fmla="*/ 1355918 h 2398711"/>
              <a:gd name="connsiteX22240" fmla="*/ 1818070 w 2119654"/>
              <a:gd name="connsiteY22240" fmla="*/ 1357827 h 2398711"/>
              <a:gd name="connsiteX22241" fmla="*/ 1820948 w 2119654"/>
              <a:gd name="connsiteY22241" fmla="*/ 1353911 h 2398711"/>
              <a:gd name="connsiteX22242" fmla="*/ 1819566 w 2119654"/>
              <a:gd name="connsiteY22242" fmla="*/ 1354992 h 2398711"/>
              <a:gd name="connsiteX22243" fmla="*/ 1819071 w 2119654"/>
              <a:gd name="connsiteY22243" fmla="*/ 1355379 h 2398711"/>
              <a:gd name="connsiteX22244" fmla="*/ 1819002 w 2119654"/>
              <a:gd name="connsiteY22244" fmla="*/ 1355549 h 2398711"/>
              <a:gd name="connsiteX22245" fmla="*/ 1819227 w 2119654"/>
              <a:gd name="connsiteY22245" fmla="*/ 1355258 h 2398711"/>
              <a:gd name="connsiteX22246" fmla="*/ 1467804 w 2119654"/>
              <a:gd name="connsiteY22246" fmla="*/ 2141616 h 2398711"/>
              <a:gd name="connsiteX22247" fmla="*/ 1465743 w 2119654"/>
              <a:gd name="connsiteY22247" fmla="*/ 2148317 h 2398711"/>
              <a:gd name="connsiteX22248" fmla="*/ 1469410 w 2119654"/>
              <a:gd name="connsiteY22248" fmla="*/ 2150147 h 2398711"/>
              <a:gd name="connsiteX22249" fmla="*/ 1472233 w 2119654"/>
              <a:gd name="connsiteY22249" fmla="*/ 2141756 h 2398711"/>
              <a:gd name="connsiteX22250" fmla="*/ 1472582 w 2119654"/>
              <a:gd name="connsiteY22250" fmla="*/ 2140660 h 2398711"/>
              <a:gd name="connsiteX22251" fmla="*/ 1820739 w 2119654"/>
              <a:gd name="connsiteY22251" fmla="*/ 1351301 h 2398711"/>
              <a:gd name="connsiteX22252" fmla="*/ 1819500 w 2119654"/>
              <a:gd name="connsiteY22252" fmla="*/ 1354331 h 2398711"/>
              <a:gd name="connsiteX22253" fmla="*/ 1821493 w 2119654"/>
              <a:gd name="connsiteY22253" fmla="*/ 1352771 h 2398711"/>
              <a:gd name="connsiteX22254" fmla="*/ 1822182 w 2119654"/>
              <a:gd name="connsiteY22254" fmla="*/ 1350365 h 2398711"/>
              <a:gd name="connsiteX22255" fmla="*/ 1779467 w 2119654"/>
              <a:gd name="connsiteY22255" fmla="*/ 1443527 h 2398711"/>
              <a:gd name="connsiteX22256" fmla="*/ 1779964 w 2119654"/>
              <a:gd name="connsiteY22256" fmla="*/ 1443962 h 2398711"/>
              <a:gd name="connsiteX22257" fmla="*/ 1780339 w 2119654"/>
              <a:gd name="connsiteY22257" fmla="*/ 1443684 h 2398711"/>
              <a:gd name="connsiteX22258" fmla="*/ 1781294 w 2119654"/>
              <a:gd name="connsiteY22258" fmla="*/ 1442586 h 2398711"/>
              <a:gd name="connsiteX22259" fmla="*/ 1780729 w 2119654"/>
              <a:gd name="connsiteY22259" fmla="*/ 1441849 h 2398711"/>
              <a:gd name="connsiteX22260" fmla="*/ 1780373 w 2119654"/>
              <a:gd name="connsiteY22260" fmla="*/ 1442200 h 2398711"/>
              <a:gd name="connsiteX22261" fmla="*/ 1779974 w 2119654"/>
              <a:gd name="connsiteY22261" fmla="*/ 1442507 h 2398711"/>
              <a:gd name="connsiteX22262" fmla="*/ 1485821 w 2119654"/>
              <a:gd name="connsiteY22262" fmla="*/ 2101049 h 2398711"/>
              <a:gd name="connsiteX22263" fmla="*/ 1485334 w 2119654"/>
              <a:gd name="connsiteY22263" fmla="*/ 2102566 h 2398711"/>
              <a:gd name="connsiteX22264" fmla="*/ 1492145 w 2119654"/>
              <a:gd name="connsiteY22264" fmla="*/ 2103836 h 2398711"/>
              <a:gd name="connsiteX22265" fmla="*/ 1492286 w 2119654"/>
              <a:gd name="connsiteY22265" fmla="*/ 2102491 h 2398711"/>
              <a:gd name="connsiteX22266" fmla="*/ 1821711 w 2119654"/>
              <a:gd name="connsiteY22266" fmla="*/ 1348922 h 2398711"/>
              <a:gd name="connsiteX22267" fmla="*/ 1821044 w 2119654"/>
              <a:gd name="connsiteY22267" fmla="*/ 1350553 h 2398711"/>
              <a:gd name="connsiteX22268" fmla="*/ 1822365 w 2119654"/>
              <a:gd name="connsiteY22268" fmla="*/ 1349723 h 2398711"/>
              <a:gd name="connsiteX22269" fmla="*/ 1822407 w 2119654"/>
              <a:gd name="connsiteY22269" fmla="*/ 1349575 h 2398711"/>
              <a:gd name="connsiteX22270" fmla="*/ 1778834 w 2119654"/>
              <a:gd name="connsiteY22270" fmla="*/ 1444800 h 2398711"/>
              <a:gd name="connsiteX22271" fmla="*/ 1779620 w 2119654"/>
              <a:gd name="connsiteY22271" fmla="*/ 1444217 h 2398711"/>
              <a:gd name="connsiteX22272" fmla="*/ 1779275 w 2119654"/>
              <a:gd name="connsiteY22272" fmla="*/ 1443914 h 2398711"/>
              <a:gd name="connsiteX22273" fmla="*/ 1778329 w 2119654"/>
              <a:gd name="connsiteY22273" fmla="*/ 1445816 h 2398711"/>
              <a:gd name="connsiteX22274" fmla="*/ 1778362 w 2119654"/>
              <a:gd name="connsiteY22274" fmla="*/ 1445956 h 2398711"/>
              <a:gd name="connsiteX22275" fmla="*/ 1779290 w 2119654"/>
              <a:gd name="connsiteY22275" fmla="*/ 1444888 h 2398711"/>
              <a:gd name="connsiteX22276" fmla="*/ 1778498 w 2119654"/>
              <a:gd name="connsiteY22276" fmla="*/ 1445477 h 2398711"/>
              <a:gd name="connsiteX22277" fmla="*/ 1863032 w 2119654"/>
              <a:gd name="connsiteY22277" fmla="*/ 1255800 h 2398711"/>
              <a:gd name="connsiteX22278" fmla="*/ 1865027 w 2119654"/>
              <a:gd name="connsiteY22278" fmla="*/ 1253969 h 2398711"/>
              <a:gd name="connsiteX22279" fmla="*/ 1866389 w 2119654"/>
              <a:gd name="connsiteY22279" fmla="*/ 1252684 h 2398711"/>
              <a:gd name="connsiteX22280" fmla="*/ 1878432 w 2119654"/>
              <a:gd name="connsiteY22280" fmla="*/ 1235867 h 2398711"/>
              <a:gd name="connsiteX22281" fmla="*/ 1867199 w 2119654"/>
              <a:gd name="connsiteY22281" fmla="*/ 1251919 h 2398711"/>
              <a:gd name="connsiteX22282" fmla="*/ 1880846 w 2119654"/>
              <a:gd name="connsiteY22282" fmla="*/ 1239049 h 2398711"/>
              <a:gd name="connsiteX22283" fmla="*/ 1880823 w 2119654"/>
              <a:gd name="connsiteY22283" fmla="*/ 1239206 h 2398711"/>
              <a:gd name="connsiteX22284" fmla="*/ 1889656 w 2119654"/>
              <a:gd name="connsiteY22284" fmla="*/ 1227782 h 2398711"/>
              <a:gd name="connsiteX22285" fmla="*/ 1893685 w 2119654"/>
              <a:gd name="connsiteY22285" fmla="*/ 1222327 h 2398711"/>
              <a:gd name="connsiteX22286" fmla="*/ 1890975 w 2119654"/>
              <a:gd name="connsiteY22286" fmla="*/ 1220563 h 2398711"/>
              <a:gd name="connsiteX22287" fmla="*/ 1887759 w 2119654"/>
              <a:gd name="connsiteY22287" fmla="*/ 1222843 h 2398711"/>
              <a:gd name="connsiteX22288" fmla="*/ 1878432 w 2119654"/>
              <a:gd name="connsiteY22288" fmla="*/ 1235867 h 2398711"/>
              <a:gd name="connsiteX22289" fmla="*/ 1887336 w 2119654"/>
              <a:gd name="connsiteY22289" fmla="*/ 1223142 h 2398711"/>
              <a:gd name="connsiteX22290" fmla="*/ 1883935 w 2119654"/>
              <a:gd name="connsiteY22290" fmla="*/ 1225554 h 2398711"/>
              <a:gd name="connsiteX22291" fmla="*/ 1524574 w 2119654"/>
              <a:gd name="connsiteY22291" fmla="*/ 2013669 h 2398711"/>
              <a:gd name="connsiteX22292" fmla="*/ 1525020 w 2119654"/>
              <a:gd name="connsiteY22292" fmla="*/ 2013556 h 2398711"/>
              <a:gd name="connsiteX22293" fmla="*/ 1525002 w 2119654"/>
              <a:gd name="connsiteY22293" fmla="*/ 2012936 h 2398711"/>
              <a:gd name="connsiteX22294" fmla="*/ 1524950 w 2119654"/>
              <a:gd name="connsiteY22294" fmla="*/ 2012947 h 2398711"/>
              <a:gd name="connsiteX22295" fmla="*/ 1824653 w 2119654"/>
              <a:gd name="connsiteY22295" fmla="*/ 1341727 h 2398711"/>
              <a:gd name="connsiteX22296" fmla="*/ 1822431 w 2119654"/>
              <a:gd name="connsiteY22296" fmla="*/ 1347161 h 2398711"/>
              <a:gd name="connsiteX22297" fmla="*/ 1822957 w 2119654"/>
              <a:gd name="connsiteY22297" fmla="*/ 1347654 h 2398711"/>
              <a:gd name="connsiteX22298" fmla="*/ 1468652 w 2119654"/>
              <a:gd name="connsiteY22298" fmla="*/ 2138855 h 2398711"/>
              <a:gd name="connsiteX22299" fmla="*/ 1468396 w 2119654"/>
              <a:gd name="connsiteY22299" fmla="*/ 2139690 h 2398711"/>
              <a:gd name="connsiteX22300" fmla="*/ 1470509 w 2119654"/>
              <a:gd name="connsiteY22300" fmla="*/ 2139729 h 2398711"/>
              <a:gd name="connsiteX22301" fmla="*/ 1471095 w 2119654"/>
              <a:gd name="connsiteY22301" fmla="*/ 2139611 h 2398711"/>
              <a:gd name="connsiteX22302" fmla="*/ 1470658 w 2119654"/>
              <a:gd name="connsiteY22302" fmla="*/ 2139305 h 2398711"/>
              <a:gd name="connsiteX22303" fmla="*/ 1479398 w 2119654"/>
              <a:gd name="connsiteY22303" fmla="*/ 2114717 h 2398711"/>
              <a:gd name="connsiteX22304" fmla="*/ 1480712 w 2119654"/>
              <a:gd name="connsiteY22304" fmla="*/ 2115163 h 2398711"/>
              <a:gd name="connsiteX22305" fmla="*/ 1481048 w 2119654"/>
              <a:gd name="connsiteY22305" fmla="*/ 2114109 h 2398711"/>
              <a:gd name="connsiteX22306" fmla="*/ 1509428 w 2119654"/>
              <a:gd name="connsiteY22306" fmla="*/ 2047455 h 2398711"/>
              <a:gd name="connsiteX22307" fmla="*/ 1510870 w 2119654"/>
              <a:gd name="connsiteY22307" fmla="*/ 2046437 h 2398711"/>
              <a:gd name="connsiteX22308" fmla="*/ 1511037 w 2119654"/>
              <a:gd name="connsiteY22308" fmla="*/ 2045674 h 2398711"/>
              <a:gd name="connsiteX22309" fmla="*/ 1510700 w 2119654"/>
              <a:gd name="connsiteY22309" fmla="*/ 2045714 h 2398711"/>
              <a:gd name="connsiteX22310" fmla="*/ 1509725 w 2119654"/>
              <a:gd name="connsiteY22310" fmla="*/ 2047057 h 2398711"/>
              <a:gd name="connsiteX22311" fmla="*/ 1468893 w 2119654"/>
              <a:gd name="connsiteY22311" fmla="*/ 2138072 h 2398711"/>
              <a:gd name="connsiteX22312" fmla="*/ 1468852 w 2119654"/>
              <a:gd name="connsiteY22312" fmla="*/ 2138206 h 2398711"/>
              <a:gd name="connsiteX22313" fmla="*/ 1469195 w 2119654"/>
              <a:gd name="connsiteY22313" fmla="*/ 2138283 h 2398711"/>
              <a:gd name="connsiteX22314" fmla="*/ 1486931 w 2119654"/>
              <a:gd name="connsiteY22314" fmla="*/ 2097590 h 2398711"/>
              <a:gd name="connsiteX22315" fmla="*/ 1485923 w 2119654"/>
              <a:gd name="connsiteY22315" fmla="*/ 2100733 h 2398711"/>
              <a:gd name="connsiteX22316" fmla="*/ 1492321 w 2119654"/>
              <a:gd name="connsiteY22316" fmla="*/ 2102160 h 2398711"/>
              <a:gd name="connsiteX22317" fmla="*/ 1492829 w 2119654"/>
              <a:gd name="connsiteY22317" fmla="*/ 2097324 h 2398711"/>
              <a:gd name="connsiteX22318" fmla="*/ 1490070 w 2119654"/>
              <a:gd name="connsiteY22318" fmla="*/ 2096375 h 2398711"/>
              <a:gd name="connsiteX22319" fmla="*/ 1853507 w 2119654"/>
              <a:gd name="connsiteY22319" fmla="*/ 1276530 h 2398711"/>
              <a:gd name="connsiteX22320" fmla="*/ 1859322 w 2119654"/>
              <a:gd name="connsiteY22320" fmla="*/ 1271813 h 2398711"/>
              <a:gd name="connsiteX22321" fmla="*/ 1859320 w 2119654"/>
              <a:gd name="connsiteY22321" fmla="*/ 1271827 h 2398711"/>
              <a:gd name="connsiteX22322" fmla="*/ 1864797 w 2119654"/>
              <a:gd name="connsiteY22322" fmla="*/ 1263749 h 2398711"/>
              <a:gd name="connsiteX22323" fmla="*/ 1497253 w 2119654"/>
              <a:gd name="connsiteY22323" fmla="*/ 2074227 h 2398711"/>
              <a:gd name="connsiteX22324" fmla="*/ 1498664 w 2119654"/>
              <a:gd name="connsiteY22324" fmla="*/ 2074423 h 2398711"/>
              <a:gd name="connsiteX22325" fmla="*/ 1499347 w 2119654"/>
              <a:gd name="connsiteY22325" fmla="*/ 2072587 h 2398711"/>
              <a:gd name="connsiteX22326" fmla="*/ 1846456 w 2119654"/>
              <a:gd name="connsiteY22326" fmla="*/ 1292216 h 2398711"/>
              <a:gd name="connsiteX22327" fmla="*/ 1845731 w 2119654"/>
              <a:gd name="connsiteY22327" fmla="*/ 1299151 h 2398711"/>
              <a:gd name="connsiteX22328" fmla="*/ 1844789 w 2119654"/>
              <a:gd name="connsiteY22328" fmla="*/ 1303920 h 2398711"/>
              <a:gd name="connsiteX22329" fmla="*/ 1845351 w 2119654"/>
              <a:gd name="connsiteY22329" fmla="*/ 1304209 h 2398711"/>
              <a:gd name="connsiteX22330" fmla="*/ 1845729 w 2119654"/>
              <a:gd name="connsiteY22330" fmla="*/ 1303803 h 2398711"/>
              <a:gd name="connsiteX22331" fmla="*/ 1849289 w 2119654"/>
              <a:gd name="connsiteY22331" fmla="*/ 1295569 h 2398711"/>
              <a:gd name="connsiteX22332" fmla="*/ 1849471 w 2119654"/>
              <a:gd name="connsiteY22332" fmla="*/ 1295133 h 2398711"/>
              <a:gd name="connsiteX22333" fmla="*/ 1873867 w 2119654"/>
              <a:gd name="connsiteY22333" fmla="*/ 1230733 h 2398711"/>
              <a:gd name="connsiteX22334" fmla="*/ 1885606 w 2119654"/>
              <a:gd name="connsiteY22334" fmla="*/ 1222604 h 2398711"/>
              <a:gd name="connsiteX22335" fmla="*/ 1888246 w 2119654"/>
              <a:gd name="connsiteY22335" fmla="*/ 1218785 h 2398711"/>
              <a:gd name="connsiteX22336" fmla="*/ 1883587 w 2119654"/>
              <a:gd name="connsiteY22336" fmla="*/ 1215752 h 2398711"/>
              <a:gd name="connsiteX22337" fmla="*/ 1881479 w 2119654"/>
              <a:gd name="connsiteY22337" fmla="*/ 1218524 h 2398711"/>
              <a:gd name="connsiteX22338" fmla="*/ 1469537 w 2119654"/>
              <a:gd name="connsiteY22338" fmla="*/ 2135977 h 2398711"/>
              <a:gd name="connsiteX22339" fmla="*/ 1469049 w 2119654"/>
              <a:gd name="connsiteY22339" fmla="*/ 2137566 h 2398711"/>
              <a:gd name="connsiteX22340" fmla="*/ 1470491 w 2119654"/>
              <a:gd name="connsiteY22340" fmla="*/ 2138574 h 2398711"/>
              <a:gd name="connsiteX22341" fmla="*/ 1473063 w 2119654"/>
              <a:gd name="connsiteY22341" fmla="*/ 2139151 h 2398711"/>
              <a:gd name="connsiteX22342" fmla="*/ 1473861 w 2119654"/>
              <a:gd name="connsiteY22342" fmla="*/ 2136649 h 2398711"/>
              <a:gd name="connsiteX22343" fmla="*/ 1495714 w 2119654"/>
              <a:gd name="connsiteY22343" fmla="*/ 2077255 h 2398711"/>
              <a:gd name="connsiteX22344" fmla="*/ 1495488 w 2119654"/>
              <a:gd name="connsiteY22344" fmla="*/ 2082478 h 2398711"/>
              <a:gd name="connsiteX22345" fmla="*/ 1495734 w 2119654"/>
              <a:gd name="connsiteY22345" fmla="*/ 2082302 h 2398711"/>
              <a:gd name="connsiteX22346" fmla="*/ 1497537 w 2119654"/>
              <a:gd name="connsiteY22346" fmla="*/ 2077455 h 2398711"/>
              <a:gd name="connsiteX22347" fmla="*/ 1496107 w 2119654"/>
              <a:gd name="connsiteY22347" fmla="*/ 2077232 h 2398711"/>
              <a:gd name="connsiteX22348" fmla="*/ 1881353 w 2119654"/>
              <a:gd name="connsiteY22348" fmla="*/ 1213580 h 2398711"/>
              <a:gd name="connsiteX22349" fmla="*/ 1883002 w 2119654"/>
              <a:gd name="connsiteY22349" fmla="*/ 1214657 h 2398711"/>
              <a:gd name="connsiteX22350" fmla="*/ 1885454 w 2119654"/>
              <a:gd name="connsiteY22350" fmla="*/ 1210723 h 2398711"/>
              <a:gd name="connsiteX22351" fmla="*/ 1846546 w 2119654"/>
              <a:gd name="connsiteY22351" fmla="*/ 1291353 h 2398711"/>
              <a:gd name="connsiteX22352" fmla="*/ 1846510 w 2119654"/>
              <a:gd name="connsiteY22352" fmla="*/ 1291692 h 2398711"/>
              <a:gd name="connsiteX22353" fmla="*/ 1849642 w 2119654"/>
              <a:gd name="connsiteY22353" fmla="*/ 1294722 h 2398711"/>
              <a:gd name="connsiteX22354" fmla="*/ 1853723 w 2119654"/>
              <a:gd name="connsiteY22354" fmla="*/ 1284927 h 2398711"/>
              <a:gd name="connsiteX22355" fmla="*/ 1847471 w 2119654"/>
              <a:gd name="connsiteY22355" fmla="*/ 1290202 h 2398711"/>
              <a:gd name="connsiteX22356" fmla="*/ 1846941 w 2119654"/>
              <a:gd name="connsiteY22356" fmla="*/ 1290769 h 2398711"/>
              <a:gd name="connsiteX22357" fmla="*/ 1767703 w 2119654"/>
              <a:gd name="connsiteY22357" fmla="*/ 1467882 h 2398711"/>
              <a:gd name="connsiteX22358" fmla="*/ 1767745 w 2119654"/>
              <a:gd name="connsiteY22358" fmla="*/ 1467954 h 2398711"/>
              <a:gd name="connsiteX22359" fmla="*/ 1767950 w 2119654"/>
              <a:gd name="connsiteY22359" fmla="*/ 1467750 h 2398711"/>
              <a:gd name="connsiteX22360" fmla="*/ 1509459 w 2119654"/>
              <a:gd name="connsiteY22360" fmla="*/ 2045863 h 2398711"/>
              <a:gd name="connsiteX22361" fmla="*/ 1508997 w 2119654"/>
              <a:gd name="connsiteY22361" fmla="*/ 2047160 h 2398711"/>
              <a:gd name="connsiteX22362" fmla="*/ 1509984 w 2119654"/>
              <a:gd name="connsiteY22362" fmla="*/ 2045800 h 2398711"/>
              <a:gd name="connsiteX22363" fmla="*/ 1769008 w 2119654"/>
              <a:gd name="connsiteY22363" fmla="*/ 1464567 h 2398711"/>
              <a:gd name="connsiteX22364" fmla="*/ 1769986 w 2119654"/>
              <a:gd name="connsiteY22364" fmla="*/ 1464214 h 2398711"/>
              <a:gd name="connsiteX22365" fmla="*/ 1770903 w 2119654"/>
              <a:gd name="connsiteY22365" fmla="*/ 1462617 h 2398711"/>
              <a:gd name="connsiteX22366" fmla="*/ 1769836 w 2119654"/>
              <a:gd name="connsiteY22366" fmla="*/ 1462900 h 2398711"/>
              <a:gd name="connsiteX22367" fmla="*/ 1744643 w 2119654"/>
              <a:gd name="connsiteY22367" fmla="*/ 1519037 h 2398711"/>
              <a:gd name="connsiteX22368" fmla="*/ 1743999 w 2119654"/>
              <a:gd name="connsiteY22368" fmla="*/ 1523432 h 2398711"/>
              <a:gd name="connsiteX22369" fmla="*/ 1744019 w 2119654"/>
              <a:gd name="connsiteY22369" fmla="*/ 1523501 h 2398711"/>
              <a:gd name="connsiteX22370" fmla="*/ 1745276 w 2119654"/>
              <a:gd name="connsiteY22370" fmla="*/ 1520060 h 2398711"/>
              <a:gd name="connsiteX22371" fmla="*/ 1745158 w 2119654"/>
              <a:gd name="connsiteY22371" fmla="*/ 1518830 h 2398711"/>
              <a:gd name="connsiteX22372" fmla="*/ 1519152 w 2119654"/>
              <a:gd name="connsiteY22372" fmla="*/ 2023949 h 2398711"/>
              <a:gd name="connsiteX22373" fmla="*/ 1519397 w 2119654"/>
              <a:gd name="connsiteY22373" fmla="*/ 2023874 h 2398711"/>
              <a:gd name="connsiteX22374" fmla="*/ 1520143 w 2119654"/>
              <a:gd name="connsiteY22374" fmla="*/ 2022663 h 2398711"/>
              <a:gd name="connsiteX22375" fmla="*/ 1519912 w 2119654"/>
              <a:gd name="connsiteY22375" fmla="*/ 2022621 h 2398711"/>
              <a:gd name="connsiteX22376" fmla="*/ 1510253 w 2119654"/>
              <a:gd name="connsiteY22376" fmla="*/ 2043639 h 2398711"/>
              <a:gd name="connsiteX22377" fmla="*/ 1509803 w 2119654"/>
              <a:gd name="connsiteY22377" fmla="*/ 2044900 h 2398711"/>
              <a:gd name="connsiteX22378" fmla="*/ 1509842 w 2119654"/>
              <a:gd name="connsiteY22378" fmla="*/ 2044910 h 2398711"/>
              <a:gd name="connsiteX22379" fmla="*/ 1510705 w 2119654"/>
              <a:gd name="connsiteY22379" fmla="*/ 2044806 h 2398711"/>
              <a:gd name="connsiteX22380" fmla="*/ 1511445 w 2119654"/>
              <a:gd name="connsiteY22380" fmla="*/ 2043787 h 2398711"/>
              <a:gd name="connsiteX22381" fmla="*/ 1511489 w 2119654"/>
              <a:gd name="connsiteY22381" fmla="*/ 2043568 h 2398711"/>
              <a:gd name="connsiteX22382" fmla="*/ 1801463 w 2119654"/>
              <a:gd name="connsiteY22382" fmla="*/ 1391539 h 2398711"/>
              <a:gd name="connsiteX22383" fmla="*/ 1801867 w 2119654"/>
              <a:gd name="connsiteY22383" fmla="*/ 1391496 h 2398711"/>
              <a:gd name="connsiteX22384" fmla="*/ 1802173 w 2119654"/>
              <a:gd name="connsiteY22384" fmla="*/ 1390882 h 2398711"/>
              <a:gd name="connsiteX22385" fmla="*/ 1802256 w 2119654"/>
              <a:gd name="connsiteY22385" fmla="*/ 1390600 h 2398711"/>
              <a:gd name="connsiteX22386" fmla="*/ 1495770 w 2119654"/>
              <a:gd name="connsiteY22386" fmla="*/ 2075963 h 2398711"/>
              <a:gd name="connsiteX22387" fmla="*/ 1495741 w 2119654"/>
              <a:gd name="connsiteY22387" fmla="*/ 2076623 h 2398711"/>
              <a:gd name="connsiteX22388" fmla="*/ 1497313 w 2119654"/>
              <a:gd name="connsiteY22388" fmla="*/ 2076869 h 2398711"/>
              <a:gd name="connsiteX22389" fmla="*/ 1497331 w 2119654"/>
              <a:gd name="connsiteY22389" fmla="*/ 2076869 h 2398711"/>
              <a:gd name="connsiteX22390" fmla="*/ 1518157 w 2119654"/>
              <a:gd name="connsiteY22390" fmla="*/ 2025686 h 2398711"/>
              <a:gd name="connsiteX22391" fmla="*/ 1518271 w 2119654"/>
              <a:gd name="connsiteY22391" fmla="*/ 2025701 h 2398711"/>
              <a:gd name="connsiteX22392" fmla="*/ 1518359 w 2119654"/>
              <a:gd name="connsiteY22392" fmla="*/ 2025560 h 2398711"/>
              <a:gd name="connsiteX22393" fmla="*/ 1518203 w 2119654"/>
              <a:gd name="connsiteY22393" fmla="*/ 2025607 h 2398711"/>
              <a:gd name="connsiteX22394" fmla="*/ 1496030 w 2119654"/>
              <a:gd name="connsiteY22394" fmla="*/ 2075184 h 2398711"/>
              <a:gd name="connsiteX22395" fmla="*/ 1498317 w 2119654"/>
              <a:gd name="connsiteY22395" fmla="*/ 2075355 h 2398711"/>
              <a:gd name="connsiteX22396" fmla="*/ 1498414 w 2119654"/>
              <a:gd name="connsiteY22396" fmla="*/ 2075095 h 2398711"/>
              <a:gd name="connsiteX22397" fmla="*/ 1496482 w 2119654"/>
              <a:gd name="connsiteY22397" fmla="*/ 2074829 h 2398711"/>
              <a:gd name="connsiteX22398" fmla="*/ 1807966 w 2119654"/>
              <a:gd name="connsiteY22398" fmla="*/ 1376529 h 2398711"/>
              <a:gd name="connsiteX22399" fmla="*/ 1807124 w 2119654"/>
              <a:gd name="connsiteY22399" fmla="*/ 1379874 h 2398711"/>
              <a:gd name="connsiteX22400" fmla="*/ 1807644 w 2119654"/>
              <a:gd name="connsiteY22400" fmla="*/ 1379475 h 2398711"/>
              <a:gd name="connsiteX22401" fmla="*/ 1809098 w 2119654"/>
              <a:gd name="connsiteY22401" fmla="*/ 1375923 h 2398711"/>
              <a:gd name="connsiteX22402" fmla="*/ 1495792 w 2119654"/>
              <a:gd name="connsiteY22402" fmla="*/ 2075451 h 2398711"/>
              <a:gd name="connsiteX22403" fmla="*/ 1495785 w 2119654"/>
              <a:gd name="connsiteY22403" fmla="*/ 2075621 h 2398711"/>
              <a:gd name="connsiteX22404" fmla="*/ 1497787 w 2119654"/>
              <a:gd name="connsiteY22404" fmla="*/ 2076783 h 2398711"/>
              <a:gd name="connsiteX22405" fmla="*/ 1498214 w 2119654"/>
              <a:gd name="connsiteY22405" fmla="*/ 2075633 h 2398711"/>
              <a:gd name="connsiteX22406" fmla="*/ 1458052 w 2119654"/>
              <a:gd name="connsiteY22406" fmla="*/ 2159000 h 2398711"/>
              <a:gd name="connsiteX22407" fmla="*/ 1461678 w 2119654"/>
              <a:gd name="connsiteY22407" fmla="*/ 2160143 h 2398711"/>
              <a:gd name="connsiteX22408" fmla="*/ 1462450 w 2119654"/>
              <a:gd name="connsiteY22408" fmla="*/ 2157632 h 2398711"/>
              <a:gd name="connsiteX22409" fmla="*/ 1472277 w 2119654"/>
              <a:gd name="connsiteY22409" fmla="*/ 2127067 h 2398711"/>
              <a:gd name="connsiteX22410" fmla="*/ 1470170 w 2119654"/>
              <a:gd name="connsiteY22410" fmla="*/ 2133919 h 2398711"/>
              <a:gd name="connsiteX22411" fmla="*/ 1474419 w 2119654"/>
              <a:gd name="connsiteY22411" fmla="*/ 2134899 h 2398711"/>
              <a:gd name="connsiteX22412" fmla="*/ 1476385 w 2119654"/>
              <a:gd name="connsiteY22412" fmla="*/ 2128733 h 2398711"/>
              <a:gd name="connsiteX22413" fmla="*/ 1472564 w 2119654"/>
              <a:gd name="connsiteY22413" fmla="*/ 2126133 h 2398711"/>
              <a:gd name="connsiteX22414" fmla="*/ 1472387 w 2119654"/>
              <a:gd name="connsiteY22414" fmla="*/ 2126711 h 2398711"/>
              <a:gd name="connsiteX22415" fmla="*/ 1476480 w 2119654"/>
              <a:gd name="connsiteY22415" fmla="*/ 2128435 h 2398711"/>
              <a:gd name="connsiteX22416" fmla="*/ 1477355 w 2119654"/>
              <a:gd name="connsiteY22416" fmla="*/ 2125690 h 2398711"/>
              <a:gd name="connsiteX22417" fmla="*/ 1813316 w 2119654"/>
              <a:gd name="connsiteY22417" fmla="*/ 1363079 h 2398711"/>
              <a:gd name="connsiteX22418" fmla="*/ 1813758 w 2119654"/>
              <a:gd name="connsiteY22418" fmla="*/ 1363554 h 2398711"/>
              <a:gd name="connsiteX22419" fmla="*/ 1814305 w 2119654"/>
              <a:gd name="connsiteY22419" fmla="*/ 1362948 h 2398711"/>
              <a:gd name="connsiteX22420" fmla="*/ 1814526 w 2119654"/>
              <a:gd name="connsiteY22420" fmla="*/ 1362649 h 2398711"/>
              <a:gd name="connsiteX22421" fmla="*/ 1815511 w 2119654"/>
              <a:gd name="connsiteY22421" fmla="*/ 1360239 h 2398711"/>
              <a:gd name="connsiteX22422" fmla="*/ 1524052 w 2119654"/>
              <a:gd name="connsiteY22422" fmla="*/ 2010714 h 2398711"/>
              <a:gd name="connsiteX22423" fmla="*/ 1524934 w 2119654"/>
              <a:gd name="connsiteY22423" fmla="*/ 2010604 h 2398711"/>
              <a:gd name="connsiteX22424" fmla="*/ 1524922 w 2119654"/>
              <a:gd name="connsiteY22424" fmla="*/ 2010187 h 2398711"/>
              <a:gd name="connsiteX22425" fmla="*/ 1799126 w 2119654"/>
              <a:gd name="connsiteY22425" fmla="*/ 1394539 h 2398711"/>
              <a:gd name="connsiteX22426" fmla="*/ 1799419 w 2119654"/>
              <a:gd name="connsiteY22426" fmla="*/ 1396422 h 2398711"/>
              <a:gd name="connsiteX22427" fmla="*/ 1800539 w 2119654"/>
              <a:gd name="connsiteY22427" fmla="*/ 1394169 h 2398711"/>
              <a:gd name="connsiteX22428" fmla="*/ 1800206 w 2119654"/>
              <a:gd name="connsiteY22428" fmla="*/ 1394260 h 2398711"/>
              <a:gd name="connsiteX22429" fmla="*/ 1799323 w 2119654"/>
              <a:gd name="connsiteY22429" fmla="*/ 1394075 h 2398711"/>
              <a:gd name="connsiteX22430" fmla="*/ 1800771 w 2119654"/>
              <a:gd name="connsiteY22430" fmla="*/ 1393702 h 2398711"/>
              <a:gd name="connsiteX22431" fmla="*/ 1801751 w 2119654"/>
              <a:gd name="connsiteY22431" fmla="*/ 1391729 h 2398711"/>
              <a:gd name="connsiteX22432" fmla="*/ 1801252 w 2119654"/>
              <a:gd name="connsiteY22432" fmla="*/ 1391789 h 2398711"/>
              <a:gd name="connsiteX22433" fmla="*/ 1508732 w 2119654"/>
              <a:gd name="connsiteY22433" fmla="*/ 2044631 h 2398711"/>
              <a:gd name="connsiteX22434" fmla="*/ 1509354 w 2119654"/>
              <a:gd name="connsiteY22434" fmla="*/ 2044788 h 2398711"/>
              <a:gd name="connsiteX22435" fmla="*/ 1509754 w 2119654"/>
              <a:gd name="connsiteY22435" fmla="*/ 2043667 h 2398711"/>
              <a:gd name="connsiteX22436" fmla="*/ 1509487 w 2119654"/>
              <a:gd name="connsiteY22436" fmla="*/ 2043682 h 2398711"/>
              <a:gd name="connsiteX22437" fmla="*/ 1497865 w 2119654"/>
              <a:gd name="connsiteY22437" fmla="*/ 2068892 h 2398711"/>
              <a:gd name="connsiteX22438" fmla="*/ 1499318 w 2119654"/>
              <a:gd name="connsiteY22438" fmla="*/ 2068807 h 2398711"/>
              <a:gd name="connsiteX22439" fmla="*/ 1499474 w 2119654"/>
              <a:gd name="connsiteY22439" fmla="*/ 2068665 h 2398711"/>
              <a:gd name="connsiteX22440" fmla="*/ 1499242 w 2119654"/>
              <a:gd name="connsiteY22440" fmla="*/ 2067846 h 2398711"/>
              <a:gd name="connsiteX22441" fmla="*/ 1508369 w 2119654"/>
              <a:gd name="connsiteY22441" fmla="*/ 2045088 h 2398711"/>
              <a:gd name="connsiteX22442" fmla="*/ 1509286 w 2119654"/>
              <a:gd name="connsiteY22442" fmla="*/ 2044977 h 2398711"/>
              <a:gd name="connsiteX22443" fmla="*/ 1509303 w 2119654"/>
              <a:gd name="connsiteY22443" fmla="*/ 2044930 h 2398711"/>
              <a:gd name="connsiteX22444" fmla="*/ 1508629 w 2119654"/>
              <a:gd name="connsiteY22444" fmla="*/ 2044761 h 2398711"/>
              <a:gd name="connsiteX22445" fmla="*/ 1481747 w 2119654"/>
              <a:gd name="connsiteY22445" fmla="*/ 2104158 h 2398711"/>
              <a:gd name="connsiteX22446" fmla="*/ 1482776 w 2119654"/>
              <a:gd name="connsiteY22446" fmla="*/ 2107898 h 2398711"/>
              <a:gd name="connsiteX22447" fmla="*/ 1483061 w 2119654"/>
              <a:gd name="connsiteY22447" fmla="*/ 2107794 h 2398711"/>
              <a:gd name="connsiteX22448" fmla="*/ 1484157 w 2119654"/>
              <a:gd name="connsiteY22448" fmla="*/ 2104355 h 2398711"/>
              <a:gd name="connsiteX22449" fmla="*/ 1822502 w 2119654"/>
              <a:gd name="connsiteY22449" fmla="*/ 1341136 h 2398711"/>
              <a:gd name="connsiteX22450" fmla="*/ 1823607 w 2119654"/>
              <a:gd name="connsiteY22450" fmla="*/ 1340441 h 2398711"/>
              <a:gd name="connsiteX22451" fmla="*/ 1824195 w 2119654"/>
              <a:gd name="connsiteY22451" fmla="*/ 1339002 h 2398711"/>
              <a:gd name="connsiteX22452" fmla="*/ 1474065 w 2119654"/>
              <a:gd name="connsiteY22452" fmla="*/ 2121255 h 2398711"/>
              <a:gd name="connsiteX22453" fmla="*/ 1473353 w 2119654"/>
              <a:gd name="connsiteY22453" fmla="*/ 2123568 h 2398711"/>
              <a:gd name="connsiteX22454" fmla="*/ 1475775 w 2119654"/>
              <a:gd name="connsiteY22454" fmla="*/ 2123372 h 2398711"/>
              <a:gd name="connsiteX22455" fmla="*/ 1478237 w 2119654"/>
              <a:gd name="connsiteY22455" fmla="*/ 2122923 h 2398711"/>
              <a:gd name="connsiteX22456" fmla="*/ 1478789 w 2119654"/>
              <a:gd name="connsiteY22456" fmla="*/ 2121192 h 2398711"/>
              <a:gd name="connsiteX22457" fmla="*/ 1811733 w 2119654"/>
              <a:gd name="connsiteY22457" fmla="*/ 1365128 h 2398711"/>
              <a:gd name="connsiteX22458" fmla="*/ 1811749 w 2119654"/>
              <a:gd name="connsiteY22458" fmla="*/ 1365146 h 2398711"/>
              <a:gd name="connsiteX22459" fmla="*/ 1812741 w 2119654"/>
              <a:gd name="connsiteY22459" fmla="*/ 1364682 h 2398711"/>
              <a:gd name="connsiteX22460" fmla="*/ 1813457 w 2119654"/>
              <a:gd name="connsiteY22460" fmla="*/ 1363889 h 2398711"/>
              <a:gd name="connsiteX22461" fmla="*/ 1813039 w 2119654"/>
              <a:gd name="connsiteY22461" fmla="*/ 1363438 h 2398711"/>
              <a:gd name="connsiteX22462" fmla="*/ 1456947 w 2119654"/>
              <a:gd name="connsiteY22462" fmla="*/ 2159343 h 2398711"/>
              <a:gd name="connsiteX22463" fmla="*/ 1458839 w 2119654"/>
              <a:gd name="connsiteY22463" fmla="*/ 2159666 h 2398711"/>
              <a:gd name="connsiteX22464" fmla="*/ 1457385 w 2119654"/>
              <a:gd name="connsiteY22464" fmla="*/ 2159207 h 2398711"/>
              <a:gd name="connsiteX22465" fmla="*/ 1849806 w 2119654"/>
              <a:gd name="connsiteY22465" fmla="*/ 1279532 h 2398711"/>
              <a:gd name="connsiteX22466" fmla="*/ 1852379 w 2119654"/>
              <a:gd name="connsiteY22466" fmla="*/ 1277445 h 2398711"/>
              <a:gd name="connsiteX22467" fmla="*/ 1865348 w 2119654"/>
              <a:gd name="connsiteY22467" fmla="*/ 1262763 h 2398711"/>
              <a:gd name="connsiteX22468" fmla="*/ 1865337 w 2119654"/>
              <a:gd name="connsiteY22468" fmla="*/ 1262952 h 2398711"/>
              <a:gd name="connsiteX22469" fmla="*/ 1866060 w 2119654"/>
              <a:gd name="connsiteY22469" fmla="*/ 1261886 h 2398711"/>
              <a:gd name="connsiteX22470" fmla="*/ 1859047 w 2119654"/>
              <a:gd name="connsiteY22470" fmla="*/ 1268324 h 2398711"/>
              <a:gd name="connsiteX22471" fmla="*/ 1788718 w 2119654"/>
              <a:gd name="connsiteY22471" fmla="*/ 1416287 h 2398711"/>
              <a:gd name="connsiteX22472" fmla="*/ 1789055 w 2119654"/>
              <a:gd name="connsiteY22472" fmla="*/ 1417270 h 2398711"/>
              <a:gd name="connsiteX22473" fmla="*/ 1789962 w 2119654"/>
              <a:gd name="connsiteY22473" fmla="*/ 1415446 h 2398711"/>
              <a:gd name="connsiteX22474" fmla="*/ 1493614 w 2119654"/>
              <a:gd name="connsiteY22474" fmla="*/ 2077075 h 2398711"/>
              <a:gd name="connsiteX22475" fmla="*/ 1493850 w 2119654"/>
              <a:gd name="connsiteY22475" fmla="*/ 2077061 h 2398711"/>
              <a:gd name="connsiteX22476" fmla="*/ 1493855 w 2119654"/>
              <a:gd name="connsiteY22476" fmla="*/ 2076885 h 2398711"/>
              <a:gd name="connsiteX22477" fmla="*/ 1493419 w 2119654"/>
              <a:gd name="connsiteY22477" fmla="*/ 2077381 h 2398711"/>
              <a:gd name="connsiteX22478" fmla="*/ 1490913 w 2119654"/>
              <a:gd name="connsiteY22478" fmla="*/ 2085188 h 2398711"/>
              <a:gd name="connsiteX22479" fmla="*/ 1493638 w 2119654"/>
              <a:gd name="connsiteY22479" fmla="*/ 2083697 h 2398711"/>
              <a:gd name="connsiteX22480" fmla="*/ 1493840 w 2119654"/>
              <a:gd name="connsiteY22480" fmla="*/ 2077357 h 2398711"/>
              <a:gd name="connsiteX22481" fmla="*/ 1870391 w 2119654"/>
              <a:gd name="connsiteY22481" fmla="*/ 1233105 h 2398711"/>
              <a:gd name="connsiteX22482" fmla="*/ 1870718 w 2119654"/>
              <a:gd name="connsiteY22482" fmla="*/ 1232913 h 2398711"/>
              <a:gd name="connsiteX22483" fmla="*/ 1872303 w 2119654"/>
              <a:gd name="connsiteY22483" fmla="*/ 1231815 h 2398711"/>
              <a:gd name="connsiteX22484" fmla="*/ 1876543 w 2119654"/>
              <a:gd name="connsiteY22484" fmla="*/ 1225015 h 2398711"/>
              <a:gd name="connsiteX22485" fmla="*/ 1474849 w 2119654"/>
              <a:gd name="connsiteY22485" fmla="*/ 2118706 h 2398711"/>
              <a:gd name="connsiteX22486" fmla="*/ 1474466 w 2119654"/>
              <a:gd name="connsiteY22486" fmla="*/ 2119951 h 2398711"/>
              <a:gd name="connsiteX22487" fmla="*/ 1479144 w 2119654"/>
              <a:gd name="connsiteY22487" fmla="*/ 2120077 h 2398711"/>
              <a:gd name="connsiteX22488" fmla="*/ 1479824 w 2119654"/>
              <a:gd name="connsiteY22488" fmla="*/ 2117947 h 2398711"/>
              <a:gd name="connsiteX22489" fmla="*/ 1479573 w 2119654"/>
              <a:gd name="connsiteY22489" fmla="*/ 2117935 h 2398711"/>
              <a:gd name="connsiteX22490" fmla="*/ 1517879 w 2119654"/>
              <a:gd name="connsiteY22490" fmla="*/ 2022256 h 2398711"/>
              <a:gd name="connsiteX22491" fmla="*/ 1517044 w 2119654"/>
              <a:gd name="connsiteY22491" fmla="*/ 2024596 h 2398711"/>
              <a:gd name="connsiteX22492" fmla="*/ 1517953 w 2119654"/>
              <a:gd name="connsiteY22492" fmla="*/ 2024318 h 2398711"/>
              <a:gd name="connsiteX22493" fmla="*/ 1518928 w 2119654"/>
              <a:gd name="connsiteY22493" fmla="*/ 2022444 h 2398711"/>
              <a:gd name="connsiteX22494" fmla="*/ 1797214 w 2119654"/>
              <a:gd name="connsiteY22494" fmla="*/ 1396574 h 2398711"/>
              <a:gd name="connsiteX22495" fmla="*/ 1797570 w 2119654"/>
              <a:gd name="connsiteY22495" fmla="*/ 1396359 h 2398711"/>
              <a:gd name="connsiteX22496" fmla="*/ 1797532 w 2119654"/>
              <a:gd name="connsiteY22496" fmla="*/ 1396197 h 2398711"/>
              <a:gd name="connsiteX22497" fmla="*/ 1475151 w 2119654"/>
              <a:gd name="connsiteY22497" fmla="*/ 2117724 h 2398711"/>
              <a:gd name="connsiteX22498" fmla="*/ 1474950 w 2119654"/>
              <a:gd name="connsiteY22498" fmla="*/ 2118377 h 2398711"/>
              <a:gd name="connsiteX22499" fmla="*/ 1478090 w 2119654"/>
              <a:gd name="connsiteY22499" fmla="*/ 2117865 h 2398711"/>
              <a:gd name="connsiteX22500" fmla="*/ 1506515 w 2119654"/>
              <a:gd name="connsiteY22500" fmla="*/ 2047419 h 2398711"/>
              <a:gd name="connsiteX22501" fmla="*/ 1508359 w 2119654"/>
              <a:gd name="connsiteY22501" fmla="*/ 2047578 h 2398711"/>
              <a:gd name="connsiteX22502" fmla="*/ 1508949 w 2119654"/>
              <a:gd name="connsiteY22502" fmla="*/ 2045925 h 2398711"/>
              <a:gd name="connsiteX22503" fmla="*/ 1507572 w 2119654"/>
              <a:gd name="connsiteY22503" fmla="*/ 2046091 h 2398711"/>
              <a:gd name="connsiteX22504" fmla="*/ 1471294 w 2119654"/>
              <a:gd name="connsiteY22504" fmla="*/ 2126250 h 2398711"/>
              <a:gd name="connsiteX22505" fmla="*/ 1471756 w 2119654"/>
              <a:gd name="connsiteY22505" fmla="*/ 2126444 h 2398711"/>
              <a:gd name="connsiteX22506" fmla="*/ 1471826 w 2119654"/>
              <a:gd name="connsiteY22506" fmla="*/ 2126201 h 2398711"/>
              <a:gd name="connsiteX22507" fmla="*/ 1506221 w 2119654"/>
              <a:gd name="connsiteY22507" fmla="*/ 2047789 h 2398711"/>
              <a:gd name="connsiteX22508" fmla="*/ 1506108 w 2119654"/>
              <a:gd name="connsiteY22508" fmla="*/ 2049800 h 2398711"/>
              <a:gd name="connsiteX22509" fmla="*/ 1508057 w 2119654"/>
              <a:gd name="connsiteY22509" fmla="*/ 2048424 h 2398711"/>
              <a:gd name="connsiteX22510" fmla="*/ 1508285 w 2119654"/>
              <a:gd name="connsiteY22510" fmla="*/ 2047785 h 2398711"/>
              <a:gd name="connsiteX22511" fmla="*/ 1506357 w 2119654"/>
              <a:gd name="connsiteY22511" fmla="*/ 2047618 h 2398711"/>
              <a:gd name="connsiteX22512" fmla="*/ 1475650 w 2119654"/>
              <a:gd name="connsiteY22512" fmla="*/ 2116099 h 2398711"/>
              <a:gd name="connsiteX22513" fmla="*/ 1475386 w 2119654"/>
              <a:gd name="connsiteY22513" fmla="*/ 2116958 h 2398711"/>
              <a:gd name="connsiteX22514" fmla="*/ 1480009 w 2119654"/>
              <a:gd name="connsiteY22514" fmla="*/ 2117367 h 2398711"/>
              <a:gd name="connsiteX22515" fmla="*/ 1480640 w 2119654"/>
              <a:gd name="connsiteY22515" fmla="*/ 2115387 h 2398711"/>
              <a:gd name="connsiteX22516" fmla="*/ 1479014 w 2119654"/>
              <a:gd name="connsiteY22516" fmla="*/ 2114859 h 2398711"/>
              <a:gd name="connsiteX22517" fmla="*/ 1496014 w 2119654"/>
              <a:gd name="connsiteY22517" fmla="*/ 2070298 h 2398711"/>
              <a:gd name="connsiteX22518" fmla="*/ 1495946 w 2119654"/>
              <a:gd name="connsiteY22518" fmla="*/ 2071867 h 2398711"/>
              <a:gd name="connsiteX22519" fmla="*/ 1497939 w 2119654"/>
              <a:gd name="connsiteY22519" fmla="*/ 2070059 h 2398711"/>
              <a:gd name="connsiteX22520" fmla="*/ 1496194 w 2119654"/>
              <a:gd name="connsiteY22520" fmla="*/ 2070162 h 2398711"/>
              <a:gd name="connsiteX22521" fmla="*/ 1847369 w 2119654"/>
              <a:gd name="connsiteY22521" fmla="*/ 1283479 h 2398711"/>
              <a:gd name="connsiteX22522" fmla="*/ 1846778 w 2119654"/>
              <a:gd name="connsiteY22522" fmla="*/ 1289127 h 2398711"/>
              <a:gd name="connsiteX22523" fmla="*/ 1848678 w 2119654"/>
              <a:gd name="connsiteY22523" fmla="*/ 1287524 h 2398711"/>
              <a:gd name="connsiteX22524" fmla="*/ 1858845 w 2119654"/>
              <a:gd name="connsiteY22524" fmla="*/ 1272528 h 2398711"/>
              <a:gd name="connsiteX22525" fmla="*/ 1852487 w 2119654"/>
              <a:gd name="connsiteY22525" fmla="*/ 1277684 h 2398711"/>
              <a:gd name="connsiteX22526" fmla="*/ 1788673 w 2119654"/>
              <a:gd name="connsiteY22526" fmla="*/ 1414901 h 2398711"/>
              <a:gd name="connsiteX22527" fmla="*/ 1790848 w 2119654"/>
              <a:gd name="connsiteY22527" fmla="*/ 1413664 h 2398711"/>
              <a:gd name="connsiteX22528" fmla="*/ 1792192 w 2119654"/>
              <a:gd name="connsiteY22528" fmla="*/ 1410960 h 2398711"/>
              <a:gd name="connsiteX22529" fmla="*/ 1791187 w 2119654"/>
              <a:gd name="connsiteY22529" fmla="*/ 1411397 h 2398711"/>
              <a:gd name="connsiteX22530" fmla="*/ 1791034 w 2119654"/>
              <a:gd name="connsiteY22530" fmla="*/ 1411451 h 2398711"/>
              <a:gd name="connsiteX22531" fmla="*/ 1790831 w 2119654"/>
              <a:gd name="connsiteY22531" fmla="*/ 1411772 h 2398711"/>
              <a:gd name="connsiteX22532" fmla="*/ 1788411 w 2119654"/>
              <a:gd name="connsiteY22532" fmla="*/ 1415395 h 2398711"/>
              <a:gd name="connsiteX22533" fmla="*/ 1788655 w 2119654"/>
              <a:gd name="connsiteY22533" fmla="*/ 1416103 h 2398711"/>
              <a:gd name="connsiteX22534" fmla="*/ 1790130 w 2119654"/>
              <a:gd name="connsiteY22534" fmla="*/ 1415106 h 2398711"/>
              <a:gd name="connsiteX22535" fmla="*/ 1790671 w 2119654"/>
              <a:gd name="connsiteY22535" fmla="*/ 1414019 h 2398711"/>
              <a:gd name="connsiteX22536" fmla="*/ 1788706 w 2119654"/>
              <a:gd name="connsiteY22536" fmla="*/ 1415137 h 2398711"/>
              <a:gd name="connsiteX22537" fmla="*/ 1789531 w 2119654"/>
              <a:gd name="connsiteY22537" fmla="*/ 1414752 h 2398711"/>
              <a:gd name="connsiteX22538" fmla="*/ 1789453 w 2119654"/>
              <a:gd name="connsiteY22538" fmla="*/ 1414907 h 2398711"/>
              <a:gd name="connsiteX22539" fmla="*/ 1810838 w 2119654"/>
              <a:gd name="connsiteY22539" fmla="*/ 1365113 h 2398711"/>
              <a:gd name="connsiteX22540" fmla="*/ 1810708 w 2119654"/>
              <a:gd name="connsiteY22540" fmla="*/ 1365633 h 2398711"/>
              <a:gd name="connsiteX22541" fmla="*/ 1811137 w 2119654"/>
              <a:gd name="connsiteY22541" fmla="*/ 1365432 h 2398711"/>
              <a:gd name="connsiteX22542" fmla="*/ 1756046 w 2119654"/>
              <a:gd name="connsiteY22542" fmla="*/ 1487725 h 2398711"/>
              <a:gd name="connsiteX22543" fmla="*/ 1756325 w 2119654"/>
              <a:gd name="connsiteY22543" fmla="*/ 1488008 h 2398711"/>
              <a:gd name="connsiteX22544" fmla="*/ 1757515 w 2119654"/>
              <a:gd name="connsiteY22544" fmla="*/ 1485935 h 2398711"/>
              <a:gd name="connsiteX22545" fmla="*/ 1757430 w 2119654"/>
              <a:gd name="connsiteY22545" fmla="*/ 1485618 h 2398711"/>
              <a:gd name="connsiteX22546" fmla="*/ 1825423 w 2119654"/>
              <a:gd name="connsiteY22546" fmla="*/ 1332145 h 2398711"/>
              <a:gd name="connsiteX22547" fmla="*/ 1825702 w 2119654"/>
              <a:gd name="connsiteY22547" fmla="*/ 1332703 h 2398711"/>
              <a:gd name="connsiteX22548" fmla="*/ 1827256 w 2119654"/>
              <a:gd name="connsiteY22548" fmla="*/ 1331517 h 2398711"/>
              <a:gd name="connsiteX22549" fmla="*/ 1827971 w 2119654"/>
              <a:gd name="connsiteY22549" fmla="*/ 1329767 h 2398711"/>
              <a:gd name="connsiteX22550" fmla="*/ 1782078 w 2119654"/>
              <a:gd name="connsiteY22550" fmla="*/ 1429010 h 2398711"/>
              <a:gd name="connsiteX22551" fmla="*/ 1782054 w 2119654"/>
              <a:gd name="connsiteY22551" fmla="*/ 1429114 h 2398711"/>
              <a:gd name="connsiteX22552" fmla="*/ 1782190 w 2119654"/>
              <a:gd name="connsiteY22552" fmla="*/ 1429442 h 2398711"/>
              <a:gd name="connsiteX22553" fmla="*/ 1782342 w 2119654"/>
              <a:gd name="connsiteY22553" fmla="*/ 1429317 h 2398711"/>
              <a:gd name="connsiteX22554" fmla="*/ 1829868 w 2119654"/>
              <a:gd name="connsiteY22554" fmla="*/ 1321955 h 2398711"/>
              <a:gd name="connsiteX22555" fmla="*/ 1830252 w 2119654"/>
              <a:gd name="connsiteY22555" fmla="*/ 1322165 h 2398711"/>
              <a:gd name="connsiteX22556" fmla="*/ 1830259 w 2119654"/>
              <a:gd name="connsiteY22556" fmla="*/ 1322144 h 2398711"/>
              <a:gd name="connsiteX22557" fmla="*/ 1830411 w 2119654"/>
              <a:gd name="connsiteY22557" fmla="*/ 1321371 h 2398711"/>
              <a:gd name="connsiteX22558" fmla="*/ 1520911 w 2119654"/>
              <a:gd name="connsiteY22558" fmla="*/ 2013753 h 2398711"/>
              <a:gd name="connsiteX22559" fmla="*/ 1520676 w 2119654"/>
              <a:gd name="connsiteY22559" fmla="*/ 2014412 h 2398711"/>
              <a:gd name="connsiteX22560" fmla="*/ 1521083 w 2119654"/>
              <a:gd name="connsiteY22560" fmla="*/ 2014558 h 2398711"/>
              <a:gd name="connsiteX22561" fmla="*/ 1523332 w 2119654"/>
              <a:gd name="connsiteY22561" fmla="*/ 2013985 h 2398711"/>
              <a:gd name="connsiteX22562" fmla="*/ 1523748 w 2119654"/>
              <a:gd name="connsiteY22562" fmla="*/ 2013186 h 2398711"/>
              <a:gd name="connsiteX22563" fmla="*/ 1819732 w 2119654"/>
              <a:gd name="connsiteY22563" fmla="*/ 1344626 h 2398711"/>
              <a:gd name="connsiteX22564" fmla="*/ 1821295 w 2119654"/>
              <a:gd name="connsiteY22564" fmla="*/ 1346094 h 2398711"/>
              <a:gd name="connsiteX22565" fmla="*/ 1822698 w 2119654"/>
              <a:gd name="connsiteY22565" fmla="*/ 1342664 h 2398711"/>
              <a:gd name="connsiteX22566" fmla="*/ 1819886 w 2119654"/>
              <a:gd name="connsiteY22566" fmla="*/ 1344432 h 2398711"/>
              <a:gd name="connsiteX22567" fmla="*/ 1847488 w 2119654"/>
              <a:gd name="connsiteY22567" fmla="*/ 1282344 h 2398711"/>
              <a:gd name="connsiteX22568" fmla="*/ 1847413 w 2119654"/>
              <a:gd name="connsiteY22568" fmla="*/ 1283058 h 2398711"/>
              <a:gd name="connsiteX22569" fmla="*/ 1847713 w 2119654"/>
              <a:gd name="connsiteY22569" fmla="*/ 1282728 h 2398711"/>
              <a:gd name="connsiteX22570" fmla="*/ 1851360 w 2119654"/>
              <a:gd name="connsiteY22570" fmla="*/ 1278598 h 2398711"/>
              <a:gd name="connsiteX22571" fmla="*/ 1848992 w 2119654"/>
              <a:gd name="connsiteY22571" fmla="*/ 1280520 h 2398711"/>
              <a:gd name="connsiteX22572" fmla="*/ 1770712 w 2119654"/>
              <a:gd name="connsiteY22572" fmla="*/ 1453948 h 2398711"/>
              <a:gd name="connsiteX22573" fmla="*/ 1770789 w 2119654"/>
              <a:gd name="connsiteY22573" fmla="*/ 1454014 h 2398711"/>
              <a:gd name="connsiteX22574" fmla="*/ 1770881 w 2119654"/>
              <a:gd name="connsiteY22574" fmla="*/ 1453829 h 2398711"/>
              <a:gd name="connsiteX22575" fmla="*/ 1754615 w 2119654"/>
              <a:gd name="connsiteY22575" fmla="*/ 1489903 h 2398711"/>
              <a:gd name="connsiteX22576" fmla="*/ 1755395 w 2119654"/>
              <a:gd name="connsiteY22576" fmla="*/ 1489627 h 2398711"/>
              <a:gd name="connsiteX22577" fmla="*/ 1756173 w 2119654"/>
              <a:gd name="connsiteY22577" fmla="*/ 1488274 h 2398711"/>
              <a:gd name="connsiteX22578" fmla="*/ 1755879 w 2119654"/>
              <a:gd name="connsiteY22578" fmla="*/ 1487979 h 2398711"/>
              <a:gd name="connsiteX22579" fmla="*/ 1811639 w 2119654"/>
              <a:gd name="connsiteY22579" fmla="*/ 1361931 h 2398711"/>
              <a:gd name="connsiteX22580" fmla="*/ 1811026 w 2119654"/>
              <a:gd name="connsiteY22580" fmla="*/ 1364369 h 2398711"/>
              <a:gd name="connsiteX22581" fmla="*/ 1811628 w 2119654"/>
              <a:gd name="connsiteY22581" fmla="*/ 1365016 h 2398711"/>
              <a:gd name="connsiteX22582" fmla="*/ 1812508 w 2119654"/>
              <a:gd name="connsiteY22582" fmla="*/ 1363952 h 2398711"/>
              <a:gd name="connsiteX22583" fmla="*/ 1812966 w 2119654"/>
              <a:gd name="connsiteY22583" fmla="*/ 1363359 h 2398711"/>
              <a:gd name="connsiteX22584" fmla="*/ 1752911 w 2119654"/>
              <a:gd name="connsiteY22584" fmla="*/ 1493046 h 2398711"/>
              <a:gd name="connsiteX22585" fmla="*/ 1753072 w 2119654"/>
              <a:gd name="connsiteY22585" fmla="*/ 1493295 h 2398711"/>
              <a:gd name="connsiteX22586" fmla="*/ 1753378 w 2119654"/>
              <a:gd name="connsiteY22586" fmla="*/ 1493141 h 2398711"/>
              <a:gd name="connsiteX22587" fmla="*/ 1753565 w 2119654"/>
              <a:gd name="connsiteY22587" fmla="*/ 1492815 h 2398711"/>
              <a:gd name="connsiteX22588" fmla="*/ 1811870 w 2119654"/>
              <a:gd name="connsiteY22588" fmla="*/ 1361015 h 2398711"/>
              <a:gd name="connsiteX22589" fmla="*/ 1811770 w 2119654"/>
              <a:gd name="connsiteY22589" fmla="*/ 1361412 h 2398711"/>
              <a:gd name="connsiteX22590" fmla="*/ 1813243 w 2119654"/>
              <a:gd name="connsiteY22590" fmla="*/ 1363000 h 2398711"/>
              <a:gd name="connsiteX22591" fmla="*/ 1815661 w 2119654"/>
              <a:gd name="connsiteY22591" fmla="*/ 1359871 h 2398711"/>
              <a:gd name="connsiteX22592" fmla="*/ 1816758 w 2119654"/>
              <a:gd name="connsiteY22592" fmla="*/ 1357189 h 2398711"/>
              <a:gd name="connsiteX22593" fmla="*/ 1523105 w 2119654"/>
              <a:gd name="connsiteY22593" fmla="*/ 2007603 h 2398711"/>
              <a:gd name="connsiteX22594" fmla="*/ 1522803 w 2119654"/>
              <a:gd name="connsiteY22594" fmla="*/ 2008451 h 2398711"/>
              <a:gd name="connsiteX22595" fmla="*/ 1524851 w 2119654"/>
              <a:gd name="connsiteY22595" fmla="*/ 2007740 h 2398711"/>
              <a:gd name="connsiteX22596" fmla="*/ 1524842 w 2119654"/>
              <a:gd name="connsiteY22596" fmla="*/ 2007419 h 2398711"/>
              <a:gd name="connsiteX22597" fmla="*/ 1516385 w 2119654"/>
              <a:gd name="connsiteY22597" fmla="*/ 2022583 h 2398711"/>
              <a:gd name="connsiteX22598" fmla="*/ 1515867 w 2119654"/>
              <a:gd name="connsiteY22598" fmla="*/ 2024957 h 2398711"/>
              <a:gd name="connsiteX22599" fmla="*/ 1516248 w 2119654"/>
              <a:gd name="connsiteY22599" fmla="*/ 2024841 h 2398711"/>
              <a:gd name="connsiteX22600" fmla="*/ 1516284 w 2119654"/>
              <a:gd name="connsiteY22600" fmla="*/ 2024328 h 2398711"/>
              <a:gd name="connsiteX22601" fmla="*/ 1516623 w 2119654"/>
              <a:gd name="connsiteY22601" fmla="*/ 2022030 h 2398711"/>
              <a:gd name="connsiteX22602" fmla="*/ 1516426 w 2119654"/>
              <a:gd name="connsiteY22602" fmla="*/ 2024786 h 2398711"/>
              <a:gd name="connsiteX22603" fmla="*/ 1516494 w 2119654"/>
              <a:gd name="connsiteY22603" fmla="*/ 2024765 h 2398711"/>
              <a:gd name="connsiteX22604" fmla="*/ 1517419 w 2119654"/>
              <a:gd name="connsiteY22604" fmla="*/ 2022173 h 2398711"/>
              <a:gd name="connsiteX22605" fmla="*/ 1523350 w 2119654"/>
              <a:gd name="connsiteY22605" fmla="*/ 2006917 h 2398711"/>
              <a:gd name="connsiteX22606" fmla="*/ 1523157 w 2119654"/>
              <a:gd name="connsiteY22606" fmla="*/ 2007458 h 2398711"/>
              <a:gd name="connsiteX22607" fmla="*/ 1524838 w 2119654"/>
              <a:gd name="connsiteY22607" fmla="*/ 2007279 h 2398711"/>
              <a:gd name="connsiteX22608" fmla="*/ 1524806 w 2119654"/>
              <a:gd name="connsiteY22608" fmla="*/ 2006196 h 2398711"/>
              <a:gd name="connsiteX22609" fmla="*/ 1848961 w 2119654"/>
              <a:gd name="connsiteY22609" fmla="*/ 1277579 h 2398711"/>
              <a:gd name="connsiteX22610" fmla="*/ 1847870 w 2119654"/>
              <a:gd name="connsiteY22610" fmla="*/ 1280586 h 2398711"/>
              <a:gd name="connsiteX22611" fmla="*/ 1853976 w 2119654"/>
              <a:gd name="connsiteY22611" fmla="*/ 1273927 h 2398711"/>
              <a:gd name="connsiteX22612" fmla="*/ 1856507 w 2119654"/>
              <a:gd name="connsiteY22612" fmla="*/ 1270653 h 2398711"/>
              <a:gd name="connsiteX22613" fmla="*/ 1849548 w 2119654"/>
              <a:gd name="connsiteY22613" fmla="*/ 1276201 h 2398711"/>
              <a:gd name="connsiteX22614" fmla="*/ 1858171 w 2119654"/>
              <a:gd name="connsiteY22614" fmla="*/ 1268501 h 2398711"/>
              <a:gd name="connsiteX22615" fmla="*/ 1880439 w 2119654"/>
              <a:gd name="connsiteY22615" fmla="*/ 1239703 h 2398711"/>
              <a:gd name="connsiteX22616" fmla="*/ 1866646 w 2119654"/>
              <a:gd name="connsiteY22616" fmla="*/ 1252711 h 2398711"/>
              <a:gd name="connsiteX22617" fmla="*/ 1863673 w 2119654"/>
              <a:gd name="connsiteY22617" fmla="*/ 1256959 h 2398711"/>
              <a:gd name="connsiteX22618" fmla="*/ 1861210 w 2119654"/>
              <a:gd name="connsiteY22618" fmla="*/ 1259915 h 2398711"/>
              <a:gd name="connsiteX22619" fmla="*/ 1865796 w 2119654"/>
              <a:gd name="connsiteY22619" fmla="*/ 1253512 h 2398711"/>
              <a:gd name="connsiteX22620" fmla="*/ 1862400 w 2119654"/>
              <a:gd name="connsiteY22620" fmla="*/ 1256715 h 2398711"/>
              <a:gd name="connsiteX22621" fmla="*/ 1860720 w 2119654"/>
              <a:gd name="connsiteY22621" fmla="*/ 1259145 h 2398711"/>
              <a:gd name="connsiteX22622" fmla="*/ 1854114 w 2119654"/>
              <a:gd name="connsiteY22622" fmla="*/ 1268434 h 2398711"/>
              <a:gd name="connsiteX22623" fmla="*/ 1861210 w 2119654"/>
              <a:gd name="connsiteY22623" fmla="*/ 1259915 h 2398711"/>
              <a:gd name="connsiteX22624" fmla="*/ 1454828 w 2119654"/>
              <a:gd name="connsiteY22624" fmla="*/ 2160003 h 2398711"/>
              <a:gd name="connsiteX22625" fmla="*/ 1454393 w 2119654"/>
              <a:gd name="connsiteY22625" fmla="*/ 2163163 h 2398711"/>
              <a:gd name="connsiteX22626" fmla="*/ 1455842 w 2119654"/>
              <a:gd name="connsiteY22626" fmla="*/ 2163113 h 2398711"/>
              <a:gd name="connsiteX22627" fmla="*/ 1461013 w 2119654"/>
              <a:gd name="connsiteY22627" fmla="*/ 2162308 h 2398711"/>
              <a:gd name="connsiteX22628" fmla="*/ 1461561 w 2119654"/>
              <a:gd name="connsiteY22628" fmla="*/ 2160525 h 2398711"/>
              <a:gd name="connsiteX22629" fmla="*/ 1460868 w 2119654"/>
              <a:gd name="connsiteY22629" fmla="*/ 2160306 h 2398711"/>
              <a:gd name="connsiteX22630" fmla="*/ 1456336 w 2119654"/>
              <a:gd name="connsiteY22630" fmla="*/ 2159534 h 2398711"/>
              <a:gd name="connsiteX22631" fmla="*/ 1478590 w 2119654"/>
              <a:gd name="connsiteY22631" fmla="*/ 2106437 h 2398711"/>
              <a:gd name="connsiteX22632" fmla="*/ 1477970 w 2119654"/>
              <a:gd name="connsiteY22632" fmla="*/ 2108557 h 2398711"/>
              <a:gd name="connsiteX22633" fmla="*/ 1477583 w 2119654"/>
              <a:gd name="connsiteY22633" fmla="*/ 2109815 h 2398711"/>
              <a:gd name="connsiteX22634" fmla="*/ 1482003 w 2119654"/>
              <a:gd name="connsiteY22634" fmla="*/ 2108184 h 2398711"/>
              <a:gd name="connsiteX22635" fmla="*/ 1793697 w 2119654"/>
              <a:gd name="connsiteY22635" fmla="*/ 1400742 h 2398711"/>
              <a:gd name="connsiteX22636" fmla="*/ 1797821 w 2119654"/>
              <a:gd name="connsiteY22636" fmla="*/ 1399635 h 2398711"/>
              <a:gd name="connsiteX22637" fmla="*/ 1798167 w 2119654"/>
              <a:gd name="connsiteY22637" fmla="*/ 1398940 h 2398711"/>
              <a:gd name="connsiteX22638" fmla="*/ 1797613 w 2119654"/>
              <a:gd name="connsiteY22638" fmla="*/ 1396549 h 2398711"/>
              <a:gd name="connsiteX22639" fmla="*/ 1796844 w 2119654"/>
              <a:gd name="connsiteY22639" fmla="*/ 1397012 h 2398711"/>
              <a:gd name="connsiteX22640" fmla="*/ 1783183 w 2119654"/>
              <a:gd name="connsiteY22640" fmla="*/ 1424267 h 2398711"/>
              <a:gd name="connsiteX22641" fmla="*/ 1782903 w 2119654"/>
              <a:gd name="connsiteY22641" fmla="*/ 1425468 h 2398711"/>
              <a:gd name="connsiteX22642" fmla="*/ 1783125 w 2119654"/>
              <a:gd name="connsiteY22642" fmla="*/ 1425725 h 2398711"/>
              <a:gd name="connsiteX22643" fmla="*/ 1785803 w 2119654"/>
              <a:gd name="connsiteY22643" fmla="*/ 1423811 h 2398711"/>
              <a:gd name="connsiteX22644" fmla="*/ 1785954 w 2119654"/>
              <a:gd name="connsiteY22644" fmla="*/ 1423508 h 2398711"/>
              <a:gd name="connsiteX22645" fmla="*/ 1506440 w 2119654"/>
              <a:gd name="connsiteY22645" fmla="*/ 2043856 h 2398711"/>
              <a:gd name="connsiteX22646" fmla="*/ 1506435 w 2119654"/>
              <a:gd name="connsiteY22646" fmla="*/ 2043962 h 2398711"/>
              <a:gd name="connsiteX22647" fmla="*/ 1506523 w 2119654"/>
              <a:gd name="connsiteY22647" fmla="*/ 2043851 h 2398711"/>
              <a:gd name="connsiteX22648" fmla="*/ 1875736 w 2119654"/>
              <a:gd name="connsiteY22648" fmla="*/ 1216881 h 2398711"/>
              <a:gd name="connsiteX22649" fmla="*/ 1880366 w 2119654"/>
              <a:gd name="connsiteY22649" fmla="*/ 1213656 h 2398711"/>
              <a:gd name="connsiteX22650" fmla="*/ 1877974 w 2119654"/>
              <a:gd name="connsiteY22650" fmla="*/ 1212098 h 2398711"/>
              <a:gd name="connsiteX22651" fmla="*/ 1877444 w 2119654"/>
              <a:gd name="connsiteY22651" fmla="*/ 1213260 h 2398711"/>
              <a:gd name="connsiteX22652" fmla="*/ 1481411 w 2119654"/>
              <a:gd name="connsiteY22652" fmla="*/ 2099725 h 2398711"/>
              <a:gd name="connsiteX22653" fmla="*/ 1485353 w 2119654"/>
              <a:gd name="connsiteY22653" fmla="*/ 2100606 h 2398711"/>
              <a:gd name="connsiteX22654" fmla="*/ 1486227 w 2119654"/>
              <a:gd name="connsiteY22654" fmla="*/ 2097862 h 2398711"/>
              <a:gd name="connsiteX22655" fmla="*/ 1473723 w 2119654"/>
              <a:gd name="connsiteY22655" fmla="*/ 2116811 h 2398711"/>
              <a:gd name="connsiteX22656" fmla="*/ 1474532 w 2119654"/>
              <a:gd name="connsiteY22656" fmla="*/ 2116882 h 2398711"/>
              <a:gd name="connsiteX22657" fmla="*/ 1474652 w 2119654"/>
              <a:gd name="connsiteY22657" fmla="*/ 2116468 h 2398711"/>
              <a:gd name="connsiteX22658" fmla="*/ 1493680 w 2119654"/>
              <a:gd name="connsiteY22658" fmla="*/ 2072070 h 2398711"/>
              <a:gd name="connsiteX22659" fmla="*/ 1493942 w 2119654"/>
              <a:gd name="connsiteY22659" fmla="*/ 2073667 h 2398711"/>
              <a:gd name="connsiteX22660" fmla="*/ 1493960 w 2119654"/>
              <a:gd name="connsiteY22660" fmla="*/ 2073608 h 2398711"/>
              <a:gd name="connsiteX22661" fmla="*/ 1494018 w 2119654"/>
              <a:gd name="connsiteY22661" fmla="*/ 2071813 h 2398711"/>
              <a:gd name="connsiteX22662" fmla="*/ 1465515 w 2119654"/>
              <a:gd name="connsiteY22662" fmla="*/ 2135096 h 2398711"/>
              <a:gd name="connsiteX22663" fmla="*/ 1468615 w 2119654"/>
              <a:gd name="connsiteY22663" fmla="*/ 2137262 h 2398711"/>
              <a:gd name="connsiteX22664" fmla="*/ 1469011 w 2119654"/>
              <a:gd name="connsiteY22664" fmla="*/ 2135895 h 2398711"/>
              <a:gd name="connsiteX22665" fmla="*/ 1468913 w 2119654"/>
              <a:gd name="connsiteY22665" fmla="*/ 2135880 h 2398711"/>
              <a:gd name="connsiteX22666" fmla="*/ 1519585 w 2119654"/>
              <a:gd name="connsiteY22666" fmla="*/ 2014019 h 2398711"/>
              <a:gd name="connsiteX22667" fmla="*/ 1520243 w 2119654"/>
              <a:gd name="connsiteY22667" fmla="*/ 2014256 h 2398711"/>
              <a:gd name="connsiteX22668" fmla="*/ 1520385 w 2119654"/>
              <a:gd name="connsiteY22668" fmla="*/ 2013859 h 2398711"/>
              <a:gd name="connsiteX22669" fmla="*/ 1808803 w 2119654"/>
              <a:gd name="connsiteY22669" fmla="*/ 1366247 h 2398711"/>
              <a:gd name="connsiteX22670" fmla="*/ 1808932 w 2119654"/>
              <a:gd name="connsiteY22670" fmla="*/ 1366462 h 2398711"/>
              <a:gd name="connsiteX22671" fmla="*/ 1809223 w 2119654"/>
              <a:gd name="connsiteY22671" fmla="*/ 1366326 h 2398711"/>
              <a:gd name="connsiteX22672" fmla="*/ 1809681 w 2119654"/>
              <a:gd name="connsiteY22672" fmla="*/ 1364488 h 2398711"/>
              <a:gd name="connsiteX22673" fmla="*/ 1479315 w 2119654"/>
              <a:gd name="connsiteY22673" fmla="*/ 2103959 h 2398711"/>
              <a:gd name="connsiteX22674" fmla="*/ 1478675 w 2119654"/>
              <a:gd name="connsiteY22674" fmla="*/ 2106145 h 2398711"/>
              <a:gd name="connsiteX22675" fmla="*/ 1482383 w 2119654"/>
              <a:gd name="connsiteY22675" fmla="*/ 2108044 h 2398711"/>
              <a:gd name="connsiteX22676" fmla="*/ 1482543 w 2119654"/>
              <a:gd name="connsiteY22676" fmla="*/ 2107985 h 2398711"/>
              <a:gd name="connsiteX22677" fmla="*/ 1481485 w 2119654"/>
              <a:gd name="connsiteY22677" fmla="*/ 2104136 h 2398711"/>
              <a:gd name="connsiteX22678" fmla="*/ 1769061 w 2119654"/>
              <a:gd name="connsiteY22678" fmla="*/ 1455119 h 2398711"/>
              <a:gd name="connsiteX22679" fmla="*/ 1768623 w 2119654"/>
              <a:gd name="connsiteY22679" fmla="*/ 1456373 h 2398711"/>
              <a:gd name="connsiteX22680" fmla="*/ 1769011 w 2119654"/>
              <a:gd name="connsiteY22680" fmla="*/ 1456707 h 2398711"/>
              <a:gd name="connsiteX22681" fmla="*/ 1770036 w 2119654"/>
              <a:gd name="connsiteY22681" fmla="*/ 1455529 h 2398711"/>
              <a:gd name="connsiteX22682" fmla="*/ 1770503 w 2119654"/>
              <a:gd name="connsiteY22682" fmla="*/ 1454588 h 2398711"/>
              <a:gd name="connsiteX22683" fmla="*/ 1770177 w 2119654"/>
              <a:gd name="connsiteY22683" fmla="*/ 1454328 h 2398711"/>
              <a:gd name="connsiteX22684" fmla="*/ 1847882 w 2119654"/>
              <a:gd name="connsiteY22684" fmla="*/ 1278570 h 2398711"/>
              <a:gd name="connsiteX22685" fmla="*/ 1847828 w 2119654"/>
              <a:gd name="connsiteY22685" fmla="*/ 1279080 h 2398711"/>
              <a:gd name="connsiteX22686" fmla="*/ 1848080 w 2119654"/>
              <a:gd name="connsiteY22686" fmla="*/ 1278389 h 2398711"/>
              <a:gd name="connsiteX22687" fmla="*/ 1783675 w 2119654"/>
              <a:gd name="connsiteY22687" fmla="*/ 1422153 h 2398711"/>
              <a:gd name="connsiteX22688" fmla="*/ 1783540 w 2119654"/>
              <a:gd name="connsiteY22688" fmla="*/ 1422734 h 2398711"/>
              <a:gd name="connsiteX22689" fmla="*/ 1786642 w 2119654"/>
              <a:gd name="connsiteY22689" fmla="*/ 1422124 h 2398711"/>
              <a:gd name="connsiteX22690" fmla="*/ 1786696 w 2119654"/>
              <a:gd name="connsiteY22690" fmla="*/ 1422014 h 2398711"/>
              <a:gd name="connsiteX22691" fmla="*/ 1785490 w 2119654"/>
              <a:gd name="connsiteY22691" fmla="*/ 1419521 h 2398711"/>
              <a:gd name="connsiteX22692" fmla="*/ 1813096 w 2119654"/>
              <a:gd name="connsiteY22692" fmla="*/ 1356258 h 2398711"/>
              <a:gd name="connsiteX22693" fmla="*/ 1813022 w 2119654"/>
              <a:gd name="connsiteY22693" fmla="*/ 1356438 h 2398711"/>
              <a:gd name="connsiteX22694" fmla="*/ 1812093 w 2119654"/>
              <a:gd name="connsiteY22694" fmla="*/ 1360126 h 2398711"/>
              <a:gd name="connsiteX22695" fmla="*/ 1817187 w 2119654"/>
              <a:gd name="connsiteY22695" fmla="*/ 1356140 h 2398711"/>
              <a:gd name="connsiteX22696" fmla="*/ 1818598 w 2119654"/>
              <a:gd name="connsiteY22696" fmla="*/ 1352690 h 2398711"/>
              <a:gd name="connsiteX22697" fmla="*/ 1867194 w 2119654"/>
              <a:gd name="connsiteY22697" fmla="*/ 1234987 h 2398711"/>
              <a:gd name="connsiteX22698" fmla="*/ 1868204 w 2119654"/>
              <a:gd name="connsiteY22698" fmla="*/ 1234394 h 2398711"/>
              <a:gd name="connsiteX22699" fmla="*/ 1881792 w 2119654"/>
              <a:gd name="connsiteY22699" fmla="*/ 1216597 h 2398711"/>
              <a:gd name="connsiteX22700" fmla="*/ 1882685 w 2119654"/>
              <a:gd name="connsiteY22700" fmla="*/ 1215165 h 2398711"/>
              <a:gd name="connsiteX22701" fmla="*/ 1880820 w 2119654"/>
              <a:gd name="connsiteY22701" fmla="*/ 1213951 h 2398711"/>
              <a:gd name="connsiteX22702" fmla="*/ 1875306 w 2119654"/>
              <a:gd name="connsiteY22702" fmla="*/ 1217791 h 2398711"/>
              <a:gd name="connsiteX22703" fmla="*/ 1515739 w 2119654"/>
              <a:gd name="connsiteY22703" fmla="*/ 2021870 h 2398711"/>
              <a:gd name="connsiteX22704" fmla="*/ 1515486 w 2119654"/>
              <a:gd name="connsiteY22704" fmla="*/ 2023992 h 2398711"/>
              <a:gd name="connsiteX22705" fmla="*/ 1515913 w 2119654"/>
              <a:gd name="connsiteY22705" fmla="*/ 2021902 h 2398711"/>
              <a:gd name="connsiteX22706" fmla="*/ 1506522 w 2119654"/>
              <a:gd name="connsiteY22706" fmla="*/ 2042386 h 2398711"/>
              <a:gd name="connsiteX22707" fmla="*/ 1506513 w 2119654"/>
              <a:gd name="connsiteY22707" fmla="*/ 2042555 h 2398711"/>
              <a:gd name="connsiteX22708" fmla="*/ 1507268 w 2119654"/>
              <a:gd name="connsiteY22708" fmla="*/ 2042512 h 2398711"/>
              <a:gd name="connsiteX22709" fmla="*/ 1507669 w 2119654"/>
              <a:gd name="connsiteY22709" fmla="*/ 2042411 h 2398711"/>
              <a:gd name="connsiteX22710" fmla="*/ 1508161 w 2119654"/>
              <a:gd name="connsiteY22710" fmla="*/ 2041793 h 2398711"/>
              <a:gd name="connsiteX22711" fmla="*/ 1507062 w 2119654"/>
              <a:gd name="connsiteY22711" fmla="*/ 2041736 h 2398711"/>
              <a:gd name="connsiteX22712" fmla="*/ 1522012 w 2119654"/>
              <a:gd name="connsiteY22712" fmla="*/ 2007579 h 2398711"/>
              <a:gd name="connsiteX22713" fmla="*/ 1522649 w 2119654"/>
              <a:gd name="connsiteY22713" fmla="*/ 2007512 h 2398711"/>
              <a:gd name="connsiteX22714" fmla="*/ 1522756 w 2119654"/>
              <a:gd name="connsiteY22714" fmla="*/ 2007211 h 2398711"/>
              <a:gd name="connsiteX22715" fmla="*/ 1770309 w 2119654"/>
              <a:gd name="connsiteY22715" fmla="*/ 1451555 h 2398711"/>
              <a:gd name="connsiteX22716" fmla="*/ 1770068 w 2119654"/>
              <a:gd name="connsiteY22716" fmla="*/ 1452243 h 2398711"/>
              <a:gd name="connsiteX22717" fmla="*/ 1772542 w 2119654"/>
              <a:gd name="connsiteY22717" fmla="*/ 1450489 h 2398711"/>
              <a:gd name="connsiteX22718" fmla="*/ 1773008 w 2119654"/>
              <a:gd name="connsiteY22718" fmla="*/ 1449551 h 2398711"/>
              <a:gd name="connsiteX22719" fmla="*/ 1815884 w 2119654"/>
              <a:gd name="connsiteY22719" fmla="*/ 1349476 h 2398711"/>
              <a:gd name="connsiteX22720" fmla="*/ 1813486 w 2119654"/>
              <a:gd name="connsiteY22720" fmla="*/ 1355309 h 2398711"/>
              <a:gd name="connsiteX22721" fmla="*/ 1818927 w 2119654"/>
              <a:gd name="connsiteY22721" fmla="*/ 1351886 h 2398711"/>
              <a:gd name="connsiteX22722" fmla="*/ 1820575 w 2119654"/>
              <a:gd name="connsiteY22722" fmla="*/ 1347855 h 2398711"/>
              <a:gd name="connsiteX22723" fmla="*/ 1818624 w 2119654"/>
              <a:gd name="connsiteY22723" fmla="*/ 1346023 h 2398711"/>
              <a:gd name="connsiteX22724" fmla="*/ 1853483 w 2119654"/>
              <a:gd name="connsiteY22724" fmla="*/ 1265125 h 2398711"/>
              <a:gd name="connsiteX22725" fmla="*/ 1851230 w 2119654"/>
              <a:gd name="connsiteY22725" fmla="*/ 1271328 h 2398711"/>
              <a:gd name="connsiteX22726" fmla="*/ 1860042 w 2119654"/>
              <a:gd name="connsiteY22726" fmla="*/ 1258938 h 2398711"/>
              <a:gd name="connsiteX22727" fmla="*/ 1480613 w 2119654"/>
              <a:gd name="connsiteY22727" fmla="*/ 2100035 h 2398711"/>
              <a:gd name="connsiteX22728" fmla="*/ 1481091 w 2119654"/>
              <a:gd name="connsiteY22728" fmla="*/ 2101774 h 2398711"/>
              <a:gd name="connsiteX22729" fmla="*/ 1484762 w 2119654"/>
              <a:gd name="connsiteY22729" fmla="*/ 2102459 h 2398711"/>
              <a:gd name="connsiteX22730" fmla="*/ 1485252 w 2119654"/>
              <a:gd name="connsiteY22730" fmla="*/ 2100922 h 2398711"/>
              <a:gd name="connsiteX22731" fmla="*/ 1480856 w 2119654"/>
              <a:gd name="connsiteY22731" fmla="*/ 2099941 h 2398711"/>
              <a:gd name="connsiteX22732" fmla="*/ 1817285 w 2119654"/>
              <a:gd name="connsiteY22732" fmla="*/ 1346068 h 2398711"/>
              <a:gd name="connsiteX22733" fmla="*/ 1817152 w 2119654"/>
              <a:gd name="connsiteY22733" fmla="*/ 1346389 h 2398711"/>
              <a:gd name="connsiteX22734" fmla="*/ 1817611 w 2119654"/>
              <a:gd name="connsiteY22734" fmla="*/ 1345863 h 2398711"/>
              <a:gd name="connsiteX22735" fmla="*/ 1787484 w 2119654"/>
              <a:gd name="connsiteY22735" fmla="*/ 1412698 h 2398711"/>
              <a:gd name="connsiteX22736" fmla="*/ 1788037 w 2119654"/>
              <a:gd name="connsiteY22736" fmla="*/ 1414305 h 2398711"/>
              <a:gd name="connsiteX22737" fmla="*/ 1789674 w 2119654"/>
              <a:gd name="connsiteY22737" fmla="*/ 1411928 h 2398711"/>
              <a:gd name="connsiteX22738" fmla="*/ 1771066 w 2119654"/>
              <a:gd name="connsiteY22738" fmla="*/ 1449391 h 2398711"/>
              <a:gd name="connsiteX22739" fmla="*/ 1770787 w 2119654"/>
              <a:gd name="connsiteY22739" fmla="*/ 1450190 h 2398711"/>
              <a:gd name="connsiteX22740" fmla="*/ 1773511 w 2119654"/>
              <a:gd name="connsiteY22740" fmla="*/ 1448538 h 2398711"/>
              <a:gd name="connsiteX22741" fmla="*/ 1774348 w 2119654"/>
              <a:gd name="connsiteY22741" fmla="*/ 1446855 h 2398711"/>
              <a:gd name="connsiteX22742" fmla="*/ 1480408 w 2119654"/>
              <a:gd name="connsiteY22742" fmla="*/ 2100222 h 2398711"/>
              <a:gd name="connsiteX22743" fmla="*/ 1480013 w 2119654"/>
              <a:gd name="connsiteY22743" fmla="*/ 2101573 h 2398711"/>
              <a:gd name="connsiteX22744" fmla="*/ 1480821 w 2119654"/>
              <a:gd name="connsiteY22744" fmla="*/ 2101724 h 2398711"/>
              <a:gd name="connsiteX22745" fmla="*/ 1782118 w 2119654"/>
              <a:gd name="connsiteY22745" fmla="*/ 1424559 h 2398711"/>
              <a:gd name="connsiteX22746" fmla="*/ 1782595 w 2119654"/>
              <a:gd name="connsiteY22746" fmla="*/ 1425110 h 2398711"/>
              <a:gd name="connsiteX22747" fmla="*/ 1782775 w 2119654"/>
              <a:gd name="connsiteY22747" fmla="*/ 1424379 h 2398711"/>
              <a:gd name="connsiteX22748" fmla="*/ 1471887 w 2119654"/>
              <a:gd name="connsiteY22748" fmla="*/ 2119189 h 2398711"/>
              <a:gd name="connsiteX22749" fmla="*/ 1471630 w 2119654"/>
              <a:gd name="connsiteY22749" fmla="*/ 2119874 h 2398711"/>
              <a:gd name="connsiteX22750" fmla="*/ 1473647 w 2119654"/>
              <a:gd name="connsiteY22750" fmla="*/ 2119929 h 2398711"/>
              <a:gd name="connsiteX22751" fmla="*/ 1473960 w 2119654"/>
              <a:gd name="connsiteY22751" fmla="*/ 2118851 h 2398711"/>
              <a:gd name="connsiteX22752" fmla="*/ 1857707 w 2119654"/>
              <a:gd name="connsiteY22752" fmla="*/ 1255096 h 2398711"/>
              <a:gd name="connsiteX22753" fmla="*/ 1858638 w 2119654"/>
              <a:gd name="connsiteY22753" fmla="*/ 1253730 h 2398711"/>
              <a:gd name="connsiteX22754" fmla="*/ 1870196 w 2119654"/>
              <a:gd name="connsiteY22754" fmla="*/ 1235194 h 2398711"/>
              <a:gd name="connsiteX22755" fmla="*/ 1867617 w 2119654"/>
              <a:gd name="connsiteY22755" fmla="*/ 1236752 h 2398711"/>
              <a:gd name="connsiteX22756" fmla="*/ 1864307 w 2119654"/>
              <a:gd name="connsiteY22756" fmla="*/ 1241106 h 2398711"/>
              <a:gd name="connsiteX22757" fmla="*/ 1861045 w 2119654"/>
              <a:gd name="connsiteY22757" fmla="*/ 1248021 h 2398711"/>
              <a:gd name="connsiteX22758" fmla="*/ 1861632 w 2119654"/>
              <a:gd name="connsiteY22758" fmla="*/ 1247551 h 2398711"/>
              <a:gd name="connsiteX22759" fmla="*/ 1861577 w 2119654"/>
              <a:gd name="connsiteY22759" fmla="*/ 1247954 h 2398711"/>
              <a:gd name="connsiteX22760" fmla="*/ 1860772 w 2119654"/>
              <a:gd name="connsiteY22760" fmla="*/ 1248598 h 2398711"/>
              <a:gd name="connsiteX22761" fmla="*/ 1768022 w 2119654"/>
              <a:gd name="connsiteY22761" fmla="*/ 1455856 h 2398711"/>
              <a:gd name="connsiteX22762" fmla="*/ 1768455 w 2119654"/>
              <a:gd name="connsiteY22762" fmla="*/ 1456229 h 2398711"/>
              <a:gd name="connsiteX22763" fmla="*/ 1768772 w 2119654"/>
              <a:gd name="connsiteY22763" fmla="*/ 1455324 h 2398711"/>
              <a:gd name="connsiteX22764" fmla="*/ 1472482 w 2119654"/>
              <a:gd name="connsiteY22764" fmla="*/ 2117597 h 2398711"/>
              <a:gd name="connsiteX22765" fmla="*/ 1472011 w 2119654"/>
              <a:gd name="connsiteY22765" fmla="*/ 2118856 h 2398711"/>
              <a:gd name="connsiteX22766" fmla="*/ 1474055 w 2119654"/>
              <a:gd name="connsiteY22766" fmla="*/ 2118523 h 2398711"/>
              <a:gd name="connsiteX22767" fmla="*/ 1474299 w 2119654"/>
              <a:gd name="connsiteY22767" fmla="*/ 2117683 h 2398711"/>
              <a:gd name="connsiteX22768" fmla="*/ 1820223 w 2119654"/>
              <a:gd name="connsiteY22768" fmla="*/ 1338921 h 2398711"/>
              <a:gd name="connsiteX22769" fmla="*/ 1818394 w 2119654"/>
              <a:gd name="connsiteY22769" fmla="*/ 1343370 h 2398711"/>
              <a:gd name="connsiteX22770" fmla="*/ 1818616 w 2119654"/>
              <a:gd name="connsiteY22770" fmla="*/ 1343579 h 2398711"/>
              <a:gd name="connsiteX22771" fmla="*/ 1820601 w 2119654"/>
              <a:gd name="connsiteY22771" fmla="*/ 1342331 h 2398711"/>
              <a:gd name="connsiteX22772" fmla="*/ 1825208 w 2119654"/>
              <a:gd name="connsiteY22772" fmla="*/ 1336526 h 2398711"/>
              <a:gd name="connsiteX22773" fmla="*/ 1826021 w 2119654"/>
              <a:gd name="connsiteY22773" fmla="*/ 1334537 h 2398711"/>
              <a:gd name="connsiteX22774" fmla="*/ 1826006 w 2119654"/>
              <a:gd name="connsiteY22774" fmla="*/ 1334507 h 2398711"/>
              <a:gd name="connsiteX22775" fmla="*/ 1784356 w 2119654"/>
              <a:gd name="connsiteY22775" fmla="*/ 1419234 h 2398711"/>
              <a:gd name="connsiteX22776" fmla="*/ 1784210 w 2119654"/>
              <a:gd name="connsiteY22776" fmla="*/ 1419857 h 2398711"/>
              <a:gd name="connsiteX22777" fmla="*/ 1784886 w 2119654"/>
              <a:gd name="connsiteY22777" fmla="*/ 1418876 h 2398711"/>
              <a:gd name="connsiteX22778" fmla="*/ 1829692 w 2119654"/>
              <a:gd name="connsiteY22778" fmla="*/ 1317696 h 2398711"/>
              <a:gd name="connsiteX22779" fmla="*/ 1830962 w 2119654"/>
              <a:gd name="connsiteY22779" fmla="*/ 1318419 h 2398711"/>
              <a:gd name="connsiteX22780" fmla="*/ 1830999 w 2119654"/>
              <a:gd name="connsiteY22780" fmla="*/ 1318395 h 2398711"/>
              <a:gd name="connsiteX22781" fmla="*/ 1831921 w 2119654"/>
              <a:gd name="connsiteY22781" fmla="*/ 1313721 h 2398711"/>
              <a:gd name="connsiteX22782" fmla="*/ 1854962 w 2119654"/>
              <a:gd name="connsiteY22782" fmla="*/ 1261050 h 2398711"/>
              <a:gd name="connsiteX22783" fmla="*/ 1853787 w 2119654"/>
              <a:gd name="connsiteY22783" fmla="*/ 1264287 h 2398711"/>
              <a:gd name="connsiteX22784" fmla="*/ 1860849 w 2119654"/>
              <a:gd name="connsiteY22784" fmla="*/ 1257804 h 2398711"/>
              <a:gd name="connsiteX22785" fmla="*/ 1876119 w 2119654"/>
              <a:gd name="connsiteY22785" fmla="*/ 1236333 h 2398711"/>
              <a:gd name="connsiteX22786" fmla="*/ 1883215 w 2119654"/>
              <a:gd name="connsiteY22786" fmla="*/ 1226064 h 2398711"/>
              <a:gd name="connsiteX22787" fmla="*/ 1871676 w 2119654"/>
              <a:gd name="connsiteY22787" fmla="*/ 1234247 h 2398711"/>
              <a:gd name="connsiteX22788" fmla="*/ 1799142 w 2119654"/>
              <a:gd name="connsiteY22788" fmla="*/ 1385990 h 2398711"/>
              <a:gd name="connsiteX22789" fmla="*/ 1804917 w 2119654"/>
              <a:gd name="connsiteY22789" fmla="*/ 1381566 h 2398711"/>
              <a:gd name="connsiteX22790" fmla="*/ 1805780 w 2119654"/>
              <a:gd name="connsiteY22790" fmla="*/ 1378634 h 2398711"/>
              <a:gd name="connsiteX22791" fmla="*/ 1821506 w 2119654"/>
              <a:gd name="connsiteY22791" fmla="*/ 1335799 h 2398711"/>
              <a:gd name="connsiteX22792" fmla="*/ 1821443 w 2119654"/>
              <a:gd name="connsiteY22792" fmla="*/ 1335954 h 2398711"/>
              <a:gd name="connsiteX22793" fmla="*/ 1825270 w 2119654"/>
              <a:gd name="connsiteY22793" fmla="*/ 1333033 h 2398711"/>
              <a:gd name="connsiteX22794" fmla="*/ 1825016 w 2119654"/>
              <a:gd name="connsiteY22794" fmla="*/ 1332525 h 2398711"/>
              <a:gd name="connsiteX22795" fmla="*/ 1824198 w 2119654"/>
              <a:gd name="connsiteY22795" fmla="*/ 1329693 h 2398711"/>
              <a:gd name="connsiteX22796" fmla="*/ 1825358 w 2119654"/>
              <a:gd name="connsiteY22796" fmla="*/ 1332015 h 2398711"/>
              <a:gd name="connsiteX22797" fmla="*/ 1828097 w 2119654"/>
              <a:gd name="connsiteY22797" fmla="*/ 1329460 h 2398711"/>
              <a:gd name="connsiteX22798" fmla="*/ 1828321 w 2119654"/>
              <a:gd name="connsiteY22798" fmla="*/ 1328912 h 2398711"/>
              <a:gd name="connsiteX22799" fmla="*/ 1828676 w 2119654"/>
              <a:gd name="connsiteY22799" fmla="*/ 1327670 h 2398711"/>
              <a:gd name="connsiteX22800" fmla="*/ 1828026 w 2119654"/>
              <a:gd name="connsiteY22800" fmla="*/ 1320945 h 2398711"/>
              <a:gd name="connsiteX22801" fmla="*/ 1829186 w 2119654"/>
              <a:gd name="connsiteY22801" fmla="*/ 1321581 h 2398711"/>
              <a:gd name="connsiteX22802" fmla="*/ 1830689 w 2119654"/>
              <a:gd name="connsiteY22802" fmla="*/ 1319966 h 2398711"/>
              <a:gd name="connsiteX22803" fmla="*/ 1830855 w 2119654"/>
              <a:gd name="connsiteY22803" fmla="*/ 1319126 h 2398711"/>
              <a:gd name="connsiteX22804" fmla="*/ 1491941 w 2119654"/>
              <a:gd name="connsiteY22804" fmla="*/ 2073390 h 2398711"/>
              <a:gd name="connsiteX22805" fmla="*/ 1492156 w 2119654"/>
              <a:gd name="connsiteY22805" fmla="*/ 2073515 h 2398711"/>
              <a:gd name="connsiteX22806" fmla="*/ 1493543 w 2119654"/>
              <a:gd name="connsiteY22806" fmla="*/ 2073708 h 2398711"/>
              <a:gd name="connsiteX22807" fmla="*/ 1493319 w 2119654"/>
              <a:gd name="connsiteY22807" fmla="*/ 2072344 h 2398711"/>
              <a:gd name="connsiteX22808" fmla="*/ 1518001 w 2119654"/>
              <a:gd name="connsiteY22808" fmla="*/ 2015034 h 2398711"/>
              <a:gd name="connsiteX22809" fmla="*/ 1517935 w 2119654"/>
              <a:gd name="connsiteY22809" fmla="*/ 2015360 h 2398711"/>
              <a:gd name="connsiteX22810" fmla="*/ 1518568 w 2119654"/>
              <a:gd name="connsiteY22810" fmla="*/ 2015200 h 2398711"/>
              <a:gd name="connsiteX22811" fmla="*/ 1828342 w 2119654"/>
              <a:gd name="connsiteY22811" fmla="*/ 1320103 h 2398711"/>
              <a:gd name="connsiteX22812" fmla="*/ 1830820 w 2119654"/>
              <a:gd name="connsiteY22812" fmla="*/ 1318510 h 2398711"/>
              <a:gd name="connsiteX22813" fmla="*/ 1829618 w 2119654"/>
              <a:gd name="connsiteY22813" fmla="*/ 1317827 h 2398711"/>
              <a:gd name="connsiteX22814" fmla="*/ 1784679 w 2119654"/>
              <a:gd name="connsiteY22814" fmla="*/ 1417847 h 2398711"/>
              <a:gd name="connsiteX22815" fmla="*/ 1784429 w 2119654"/>
              <a:gd name="connsiteY22815" fmla="*/ 1418916 h 2398711"/>
              <a:gd name="connsiteX22816" fmla="*/ 1785012 w 2119654"/>
              <a:gd name="connsiteY22816" fmla="*/ 1418534 h 2398711"/>
              <a:gd name="connsiteX22817" fmla="*/ 1823829 w 2119654"/>
              <a:gd name="connsiteY22817" fmla="*/ 1330149 h 2398711"/>
              <a:gd name="connsiteX22818" fmla="*/ 1821666 w 2119654"/>
              <a:gd name="connsiteY22818" fmla="*/ 1335412 h 2398711"/>
              <a:gd name="connsiteX22819" fmla="*/ 1823635 w 2119654"/>
              <a:gd name="connsiteY22819" fmla="*/ 1333622 h 2398711"/>
              <a:gd name="connsiteX22820" fmla="*/ 1824951 w 2119654"/>
              <a:gd name="connsiteY22820" fmla="*/ 1332395 h 2398711"/>
              <a:gd name="connsiteX22821" fmla="*/ 1769979 w 2119654"/>
              <a:gd name="connsiteY22821" fmla="*/ 1450679 h 2398711"/>
              <a:gd name="connsiteX22822" fmla="*/ 1770511 w 2119654"/>
              <a:gd name="connsiteY22822" fmla="*/ 1450357 h 2398711"/>
              <a:gd name="connsiteX22823" fmla="*/ 1770717 w 2119654"/>
              <a:gd name="connsiteY22823" fmla="*/ 1449767 h 2398711"/>
              <a:gd name="connsiteX22824" fmla="*/ 1518098 w 2119654"/>
              <a:gd name="connsiteY22824" fmla="*/ 2014562 h 2398711"/>
              <a:gd name="connsiteX22825" fmla="*/ 1518078 w 2119654"/>
              <a:gd name="connsiteY22825" fmla="*/ 2014661 h 2398711"/>
              <a:gd name="connsiteX22826" fmla="*/ 1519256 w 2119654"/>
              <a:gd name="connsiteY22826" fmla="*/ 2015024 h 2398711"/>
              <a:gd name="connsiteX22827" fmla="*/ 1519428 w 2119654"/>
              <a:gd name="connsiteY22827" fmla="*/ 2014980 h 2398711"/>
              <a:gd name="connsiteX22828" fmla="*/ 1825085 w 2119654"/>
              <a:gd name="connsiteY22828" fmla="*/ 1327094 h 2398711"/>
              <a:gd name="connsiteX22829" fmla="*/ 1824399 w 2119654"/>
              <a:gd name="connsiteY22829" fmla="*/ 1328761 h 2398711"/>
              <a:gd name="connsiteX22830" fmla="*/ 1828923 w 2119654"/>
              <a:gd name="connsiteY22830" fmla="*/ 1326807 h 2398711"/>
              <a:gd name="connsiteX22831" fmla="*/ 1830148 w 2119654"/>
              <a:gd name="connsiteY22831" fmla="*/ 1322528 h 2398711"/>
              <a:gd name="connsiteX22832" fmla="*/ 1829609 w 2119654"/>
              <a:gd name="connsiteY22832" fmla="*/ 1322232 h 2398711"/>
              <a:gd name="connsiteX22833" fmla="*/ 1848237 w 2119654"/>
              <a:gd name="connsiteY22833" fmla="*/ 1275171 h 2398711"/>
              <a:gd name="connsiteX22834" fmla="*/ 1848198 w 2119654"/>
              <a:gd name="connsiteY22834" fmla="*/ 1275536 h 2398711"/>
              <a:gd name="connsiteX22835" fmla="*/ 1848469 w 2119654"/>
              <a:gd name="connsiteY22835" fmla="*/ 1275211 h 2398711"/>
              <a:gd name="connsiteX22836" fmla="*/ 1850029 w 2119654"/>
              <a:gd name="connsiteY22836" fmla="*/ 1273016 h 2398711"/>
              <a:gd name="connsiteX22837" fmla="*/ 1852589 w 2119654"/>
              <a:gd name="connsiteY22837" fmla="*/ 1265968 h 2398711"/>
              <a:gd name="connsiteX22838" fmla="*/ 1852571 w 2119654"/>
              <a:gd name="connsiteY22838" fmla="*/ 1265984 h 2398711"/>
              <a:gd name="connsiteX22839" fmla="*/ 1769044 w 2119654"/>
              <a:gd name="connsiteY22839" fmla="*/ 1452493 h 2398711"/>
              <a:gd name="connsiteX22840" fmla="*/ 1769345 w 2119654"/>
              <a:gd name="connsiteY22840" fmla="*/ 1452756 h 2398711"/>
              <a:gd name="connsiteX22841" fmla="*/ 1769779 w 2119654"/>
              <a:gd name="connsiteY22841" fmla="*/ 1452448 h 2398711"/>
              <a:gd name="connsiteX22842" fmla="*/ 1770015 w 2119654"/>
              <a:gd name="connsiteY22842" fmla="*/ 1451772 h 2398711"/>
              <a:gd name="connsiteX22843" fmla="*/ 1826903 w 2119654"/>
              <a:gd name="connsiteY22843" fmla="*/ 1322671 h 2398711"/>
              <a:gd name="connsiteX22844" fmla="*/ 1825899 w 2119654"/>
              <a:gd name="connsiteY22844" fmla="*/ 1325112 h 2398711"/>
              <a:gd name="connsiteX22845" fmla="*/ 1828927 w 2119654"/>
              <a:gd name="connsiteY22845" fmla="*/ 1321859 h 2398711"/>
              <a:gd name="connsiteX22846" fmla="*/ 1827727 w 2119654"/>
              <a:gd name="connsiteY22846" fmla="*/ 1321201 h 2398711"/>
              <a:gd name="connsiteX22847" fmla="*/ 1794250 w 2119654"/>
              <a:gd name="connsiteY22847" fmla="*/ 1395384 h 2398711"/>
              <a:gd name="connsiteX22848" fmla="*/ 1794644 w 2119654"/>
              <a:gd name="connsiteY22848" fmla="*/ 1395283 h 2398711"/>
              <a:gd name="connsiteX22849" fmla="*/ 1796745 w 2119654"/>
              <a:gd name="connsiteY22849" fmla="*/ 1392793 h 2398711"/>
              <a:gd name="connsiteX22850" fmla="*/ 1796641 w 2119654"/>
              <a:gd name="connsiteY22850" fmla="*/ 1392341 h 2398711"/>
              <a:gd name="connsiteX22851" fmla="*/ 1796590 w 2119654"/>
              <a:gd name="connsiteY22851" fmla="*/ 1392347 h 2398711"/>
              <a:gd name="connsiteX22852" fmla="*/ 1795251 w 2119654"/>
              <a:gd name="connsiteY22852" fmla="*/ 1393380 h 2398711"/>
              <a:gd name="connsiteX22853" fmla="*/ 1829026 w 2119654"/>
              <a:gd name="connsiteY22853" fmla="*/ 1317508 h 2398711"/>
              <a:gd name="connsiteX22854" fmla="*/ 1827820 w 2119654"/>
              <a:gd name="connsiteY22854" fmla="*/ 1320439 h 2398711"/>
              <a:gd name="connsiteX22855" fmla="*/ 1827846 w 2119654"/>
              <a:gd name="connsiteY22855" fmla="*/ 1320423 h 2398711"/>
              <a:gd name="connsiteX22856" fmla="*/ 1829376 w 2119654"/>
              <a:gd name="connsiteY22856" fmla="*/ 1317693 h 2398711"/>
              <a:gd name="connsiteX22857" fmla="*/ 1829353 w 2119654"/>
              <a:gd name="connsiteY22857" fmla="*/ 1316711 h 2398711"/>
              <a:gd name="connsiteX22858" fmla="*/ 1829089 w 2119654"/>
              <a:gd name="connsiteY22858" fmla="*/ 1317353 h 2398711"/>
              <a:gd name="connsiteX22859" fmla="*/ 1829451 w 2119654"/>
              <a:gd name="connsiteY22859" fmla="*/ 1317559 h 2398711"/>
              <a:gd name="connsiteX22860" fmla="*/ 1832094 w 2119654"/>
              <a:gd name="connsiteY22860" fmla="*/ 1312845 h 2398711"/>
              <a:gd name="connsiteX22861" fmla="*/ 1832143 w 2119654"/>
              <a:gd name="connsiteY22861" fmla="*/ 1312595 h 2398711"/>
              <a:gd name="connsiteX22862" fmla="*/ 1793804 w 2119654"/>
              <a:gd name="connsiteY22862" fmla="*/ 1396277 h 2398711"/>
              <a:gd name="connsiteX22863" fmla="*/ 1794199 w 2119654"/>
              <a:gd name="connsiteY22863" fmla="*/ 1395810 h 2398711"/>
              <a:gd name="connsiteX22864" fmla="*/ 1794013 w 2119654"/>
              <a:gd name="connsiteY22864" fmla="*/ 1395858 h 2398711"/>
              <a:gd name="connsiteX22865" fmla="*/ 1476967 w 2119654"/>
              <a:gd name="connsiteY22865" fmla="*/ 2105605 h 2398711"/>
              <a:gd name="connsiteX22866" fmla="*/ 1475042 w 2119654"/>
              <a:gd name="connsiteY22866" fmla="*/ 2110752 h 2398711"/>
              <a:gd name="connsiteX22867" fmla="*/ 1476464 w 2119654"/>
              <a:gd name="connsiteY22867" fmla="*/ 2110227 h 2398711"/>
              <a:gd name="connsiteX22868" fmla="*/ 1477697 w 2119654"/>
              <a:gd name="connsiteY22868" fmla="*/ 2105979 h 2398711"/>
              <a:gd name="connsiteX22869" fmla="*/ 1830852 w 2119654"/>
              <a:gd name="connsiteY22869" fmla="*/ 1313065 h 2398711"/>
              <a:gd name="connsiteX22870" fmla="*/ 1830497 w 2119654"/>
              <a:gd name="connsiteY22870" fmla="*/ 1313929 h 2398711"/>
              <a:gd name="connsiteX22871" fmla="*/ 1832385 w 2119654"/>
              <a:gd name="connsiteY22871" fmla="*/ 1311370 h 2398711"/>
              <a:gd name="connsiteX22872" fmla="*/ 1832392 w 2119654"/>
              <a:gd name="connsiteY22872" fmla="*/ 1311336 h 2398711"/>
              <a:gd name="connsiteX22873" fmla="*/ 1851815 w 2119654"/>
              <a:gd name="connsiteY22873" fmla="*/ 1266096 h 2398711"/>
              <a:gd name="connsiteX22874" fmla="*/ 1852023 w 2119654"/>
              <a:gd name="connsiteY22874" fmla="*/ 1265906 h 2398711"/>
              <a:gd name="connsiteX22875" fmla="*/ 1852298 w 2119654"/>
              <a:gd name="connsiteY22875" fmla="*/ 1265322 h 2398711"/>
              <a:gd name="connsiteX22876" fmla="*/ 1858953 w 2119654"/>
              <a:gd name="connsiteY22876" fmla="*/ 1250058 h 2398711"/>
              <a:gd name="connsiteX22877" fmla="*/ 1857127 w 2119654"/>
              <a:gd name="connsiteY22877" fmla="*/ 1255086 h 2398711"/>
              <a:gd name="connsiteX22878" fmla="*/ 1859832 w 2119654"/>
              <a:gd name="connsiteY22878" fmla="*/ 1249351 h 2398711"/>
              <a:gd name="connsiteX22879" fmla="*/ 1477634 w 2119654"/>
              <a:gd name="connsiteY22879" fmla="*/ 2103821 h 2398711"/>
              <a:gd name="connsiteX22880" fmla="*/ 1477071 w 2119654"/>
              <a:gd name="connsiteY22880" fmla="*/ 2105324 h 2398711"/>
              <a:gd name="connsiteX22881" fmla="*/ 1477782 w 2119654"/>
              <a:gd name="connsiteY22881" fmla="*/ 2105687 h 2398711"/>
              <a:gd name="connsiteX22882" fmla="*/ 1478308 w 2119654"/>
              <a:gd name="connsiteY22882" fmla="*/ 2103877 h 2398711"/>
              <a:gd name="connsiteX22883" fmla="*/ 1833158 w 2119654"/>
              <a:gd name="connsiteY22883" fmla="*/ 1307456 h 2398711"/>
              <a:gd name="connsiteX22884" fmla="*/ 1830984 w 2119654"/>
              <a:gd name="connsiteY22884" fmla="*/ 1312747 h 2398711"/>
              <a:gd name="connsiteX22885" fmla="*/ 1831251 w 2119654"/>
              <a:gd name="connsiteY22885" fmla="*/ 1312455 h 2398711"/>
              <a:gd name="connsiteX22886" fmla="*/ 1832434 w 2119654"/>
              <a:gd name="connsiteY22886" fmla="*/ 1311126 h 2398711"/>
              <a:gd name="connsiteX22887" fmla="*/ 1455916 w 2119654"/>
              <a:gd name="connsiteY22887" fmla="*/ 2152096 h 2398711"/>
              <a:gd name="connsiteX22888" fmla="*/ 1455161 w 2119654"/>
              <a:gd name="connsiteY22888" fmla="*/ 2157579 h 2398711"/>
              <a:gd name="connsiteX22889" fmla="*/ 1463239 w 2119654"/>
              <a:gd name="connsiteY22889" fmla="*/ 2155066 h 2398711"/>
              <a:gd name="connsiteX22890" fmla="*/ 1463288 w 2119654"/>
              <a:gd name="connsiteY22890" fmla="*/ 2154908 h 2398711"/>
              <a:gd name="connsiteX22891" fmla="*/ 1517133 w 2119654"/>
              <a:gd name="connsiteY22891" fmla="*/ 2014907 h 2398711"/>
              <a:gd name="connsiteX22892" fmla="*/ 1517098 w 2119654"/>
              <a:gd name="connsiteY22892" fmla="*/ 2015402 h 2398711"/>
              <a:gd name="connsiteX22893" fmla="*/ 1517235 w 2119654"/>
              <a:gd name="connsiteY22893" fmla="*/ 2015424 h 2398711"/>
              <a:gd name="connsiteX22894" fmla="*/ 1517354 w 2119654"/>
              <a:gd name="connsiteY22894" fmla="*/ 2014844 h 2398711"/>
              <a:gd name="connsiteX22895" fmla="*/ 1517275 w 2119654"/>
              <a:gd name="connsiteY22895" fmla="*/ 2014821 h 2398711"/>
              <a:gd name="connsiteX22896" fmla="*/ 1478756 w 2119654"/>
              <a:gd name="connsiteY22896" fmla="*/ 2100753 h 2398711"/>
              <a:gd name="connsiteX22897" fmla="*/ 1478560 w 2119654"/>
              <a:gd name="connsiteY22897" fmla="*/ 2101302 h 2398711"/>
              <a:gd name="connsiteX22898" fmla="*/ 1479030 w 2119654"/>
              <a:gd name="connsiteY22898" fmla="*/ 2101390 h 2398711"/>
              <a:gd name="connsiteX22899" fmla="*/ 1479273 w 2119654"/>
              <a:gd name="connsiteY22899" fmla="*/ 2100554 h 2398711"/>
              <a:gd name="connsiteX22900" fmla="*/ 1860280 w 2119654"/>
              <a:gd name="connsiteY22900" fmla="*/ 1246403 h 2398711"/>
              <a:gd name="connsiteX22901" fmla="*/ 1859136 w 2119654"/>
              <a:gd name="connsiteY22901" fmla="*/ 1249552 h 2398711"/>
              <a:gd name="connsiteX22902" fmla="*/ 1860105 w 2119654"/>
              <a:gd name="connsiteY22902" fmla="*/ 1248775 h 2398711"/>
              <a:gd name="connsiteX22903" fmla="*/ 1862767 w 2119654"/>
              <a:gd name="connsiteY22903" fmla="*/ 1243131 h 2398711"/>
              <a:gd name="connsiteX22904" fmla="*/ 1518838 w 2119654"/>
              <a:gd name="connsiteY22904" fmla="*/ 2010937 h 2398711"/>
              <a:gd name="connsiteX22905" fmla="*/ 1518748 w 2119654"/>
              <a:gd name="connsiteY22905" fmla="*/ 2011376 h 2398711"/>
              <a:gd name="connsiteX22906" fmla="*/ 1519582 w 2119654"/>
              <a:gd name="connsiteY22906" fmla="*/ 2011272 h 2398711"/>
              <a:gd name="connsiteX22907" fmla="*/ 1521784 w 2119654"/>
              <a:gd name="connsiteY22907" fmla="*/ 2009938 h 2398711"/>
              <a:gd name="connsiteX22908" fmla="*/ 1521792 w 2119654"/>
              <a:gd name="connsiteY22908" fmla="*/ 2009912 h 2398711"/>
              <a:gd name="connsiteX22909" fmla="*/ 1490161 w 2119654"/>
              <a:gd name="connsiteY22909" fmla="*/ 2074742 h 2398711"/>
              <a:gd name="connsiteX22910" fmla="*/ 1492581 w 2119654"/>
              <a:gd name="connsiteY22910" fmla="*/ 2074924 h 2398711"/>
              <a:gd name="connsiteX22911" fmla="*/ 1493126 w 2119654"/>
              <a:gd name="connsiteY22911" fmla="*/ 2074429 h 2398711"/>
              <a:gd name="connsiteX22912" fmla="*/ 1492989 w 2119654"/>
              <a:gd name="connsiteY22912" fmla="*/ 2074348 h 2398711"/>
              <a:gd name="connsiteX22913" fmla="*/ 1491033 w 2119654"/>
              <a:gd name="connsiteY22913" fmla="*/ 2074080 h 2398711"/>
              <a:gd name="connsiteX22914" fmla="*/ 1451584 w 2119654"/>
              <a:gd name="connsiteY22914" fmla="*/ 2161011 h 2398711"/>
              <a:gd name="connsiteX22915" fmla="*/ 1451439 w 2119654"/>
              <a:gd name="connsiteY22915" fmla="*/ 2163265 h 2398711"/>
              <a:gd name="connsiteX22916" fmla="*/ 1454073 w 2119654"/>
              <a:gd name="connsiteY22916" fmla="*/ 2163174 h 2398711"/>
              <a:gd name="connsiteX22917" fmla="*/ 1454450 w 2119654"/>
              <a:gd name="connsiteY22917" fmla="*/ 2160120 h 2398711"/>
              <a:gd name="connsiteX22918" fmla="*/ 1776173 w 2119654"/>
              <a:gd name="connsiteY22918" fmla="*/ 1433946 h 2398711"/>
              <a:gd name="connsiteX22919" fmla="*/ 1776221 w 2119654"/>
              <a:gd name="connsiteY22919" fmla="*/ 1434010 h 2398711"/>
              <a:gd name="connsiteX22920" fmla="*/ 1776956 w 2119654"/>
              <a:gd name="connsiteY22920" fmla="*/ 1433745 h 2398711"/>
              <a:gd name="connsiteX22921" fmla="*/ 1777784 w 2119654"/>
              <a:gd name="connsiteY22921" fmla="*/ 1433065 h 2398711"/>
              <a:gd name="connsiteX22922" fmla="*/ 1489626 w 2119654"/>
              <a:gd name="connsiteY22922" fmla="*/ 2075520 h 2398711"/>
              <a:gd name="connsiteX22923" fmla="*/ 1491494 w 2119654"/>
              <a:gd name="connsiteY22923" fmla="*/ 2075911 h 2398711"/>
              <a:gd name="connsiteX22924" fmla="*/ 1492290 w 2119654"/>
              <a:gd name="connsiteY22924" fmla="*/ 2075188 h 2398711"/>
              <a:gd name="connsiteX22925" fmla="*/ 1489918 w 2119654"/>
              <a:gd name="connsiteY22925" fmla="*/ 2075009 h 2398711"/>
              <a:gd name="connsiteX22926" fmla="*/ 1516526 w 2119654"/>
              <a:gd name="connsiteY22926" fmla="*/ 2015275 h 2398711"/>
              <a:gd name="connsiteX22927" fmla="*/ 1516522 w 2119654"/>
              <a:gd name="connsiteY22927" fmla="*/ 2015310 h 2398711"/>
              <a:gd name="connsiteX22928" fmla="*/ 1516802 w 2119654"/>
              <a:gd name="connsiteY22928" fmla="*/ 2015355 h 2398711"/>
              <a:gd name="connsiteX22929" fmla="*/ 1516816 w 2119654"/>
              <a:gd name="connsiteY22929" fmla="*/ 2015099 h 2398711"/>
              <a:gd name="connsiteX22930" fmla="*/ 1456136 w 2119654"/>
              <a:gd name="connsiteY22930" fmla="*/ 2150492 h 2398711"/>
              <a:gd name="connsiteX22931" fmla="*/ 1456009 w 2119654"/>
              <a:gd name="connsiteY22931" fmla="*/ 2151421 h 2398711"/>
              <a:gd name="connsiteX22932" fmla="*/ 1463447 w 2119654"/>
              <a:gd name="connsiteY22932" fmla="*/ 2154393 h 2398711"/>
              <a:gd name="connsiteX22933" fmla="*/ 1463946 w 2119654"/>
              <a:gd name="connsiteY22933" fmla="*/ 2152767 h 2398711"/>
              <a:gd name="connsiteX22934" fmla="*/ 1766899 w 2119654"/>
              <a:gd name="connsiteY22934" fmla="*/ 1454490 h 2398711"/>
              <a:gd name="connsiteX22935" fmla="*/ 1768747 w 2119654"/>
              <a:gd name="connsiteY22935" fmla="*/ 1453179 h 2398711"/>
              <a:gd name="connsiteX22936" fmla="*/ 1768393 w 2119654"/>
              <a:gd name="connsiteY22936" fmla="*/ 1452894 h 2398711"/>
              <a:gd name="connsiteX22937" fmla="*/ 1767993 w 2119654"/>
              <a:gd name="connsiteY22937" fmla="*/ 1453136 h 2398711"/>
              <a:gd name="connsiteX22938" fmla="*/ 1519243 w 2119654"/>
              <a:gd name="connsiteY22938" fmla="*/ 2008949 h 2398711"/>
              <a:gd name="connsiteX22939" fmla="*/ 1519081 w 2119654"/>
              <a:gd name="connsiteY22939" fmla="*/ 2009743 h 2398711"/>
              <a:gd name="connsiteX22940" fmla="*/ 1522244 w 2119654"/>
              <a:gd name="connsiteY22940" fmla="*/ 2008645 h 2398711"/>
              <a:gd name="connsiteX22941" fmla="*/ 1522597 w 2119654"/>
              <a:gd name="connsiteY22941" fmla="*/ 2007657 h 2398711"/>
              <a:gd name="connsiteX22942" fmla="*/ 1521651 w 2119654"/>
              <a:gd name="connsiteY22942" fmla="*/ 2007758 h 2398711"/>
              <a:gd name="connsiteX22943" fmla="*/ 1456188 w 2119654"/>
              <a:gd name="connsiteY22943" fmla="*/ 2150115 h 2398711"/>
              <a:gd name="connsiteX22944" fmla="*/ 1456164 w 2119654"/>
              <a:gd name="connsiteY22944" fmla="*/ 2150291 h 2398711"/>
              <a:gd name="connsiteX22945" fmla="*/ 1458962 w 2119654"/>
              <a:gd name="connsiteY22945" fmla="*/ 2151207 h 2398711"/>
              <a:gd name="connsiteX22946" fmla="*/ 1463977 w 2119654"/>
              <a:gd name="connsiteY22946" fmla="*/ 2152668 h 2398711"/>
              <a:gd name="connsiteX22947" fmla="*/ 1463981 w 2119654"/>
              <a:gd name="connsiteY22947" fmla="*/ 2152653 h 2398711"/>
              <a:gd name="connsiteX22948" fmla="*/ 1862705 w 2119654"/>
              <a:gd name="connsiteY22948" fmla="*/ 1239722 h 2398711"/>
              <a:gd name="connsiteX22949" fmla="*/ 1861409 w 2119654"/>
              <a:gd name="connsiteY22949" fmla="*/ 1243291 h 2398711"/>
              <a:gd name="connsiteX22950" fmla="*/ 1864766 w 2119654"/>
              <a:gd name="connsiteY22950" fmla="*/ 1238896 h 2398711"/>
              <a:gd name="connsiteX22951" fmla="*/ 1865042 w 2119654"/>
              <a:gd name="connsiteY22951" fmla="*/ 1238309 h 2398711"/>
              <a:gd name="connsiteX22952" fmla="*/ 1848656 w 2119654"/>
              <a:gd name="connsiteY22952" fmla="*/ 1271163 h 2398711"/>
              <a:gd name="connsiteX22953" fmla="*/ 1848403 w 2119654"/>
              <a:gd name="connsiteY22953" fmla="*/ 1273578 h 2398711"/>
              <a:gd name="connsiteX22954" fmla="*/ 1851540 w 2119654"/>
              <a:gd name="connsiteY22954" fmla="*/ 1266928 h 2398711"/>
              <a:gd name="connsiteX22955" fmla="*/ 1850983 w 2119654"/>
              <a:gd name="connsiteY22955" fmla="*/ 1267431 h 2398711"/>
              <a:gd name="connsiteX22956" fmla="*/ 1508855 w 2119654"/>
              <a:gd name="connsiteY22956" fmla="*/ 2031942 h 2398711"/>
              <a:gd name="connsiteX22957" fmla="*/ 1513535 w 2119654"/>
              <a:gd name="connsiteY22957" fmla="*/ 2032365 h 2398711"/>
              <a:gd name="connsiteX22958" fmla="*/ 1513865 w 2119654"/>
              <a:gd name="connsiteY22958" fmla="*/ 2031934 h 2398711"/>
              <a:gd name="connsiteX22959" fmla="*/ 1514152 w 2119654"/>
              <a:gd name="connsiteY22959" fmla="*/ 2030523 h 2398711"/>
              <a:gd name="connsiteX22960" fmla="*/ 1513583 w 2119654"/>
              <a:gd name="connsiteY22960" fmla="*/ 2030526 h 2398711"/>
              <a:gd name="connsiteX22961" fmla="*/ 1488559 w 2119654"/>
              <a:gd name="connsiteY22961" fmla="*/ 2077352 h 2398711"/>
              <a:gd name="connsiteX22962" fmla="*/ 1489993 w 2119654"/>
              <a:gd name="connsiteY22962" fmla="*/ 2077274 h 2398711"/>
              <a:gd name="connsiteX22963" fmla="*/ 1490926 w 2119654"/>
              <a:gd name="connsiteY22963" fmla="*/ 2076426 h 2398711"/>
              <a:gd name="connsiteX22964" fmla="*/ 1489256 w 2119654"/>
              <a:gd name="connsiteY22964" fmla="*/ 2076166 h 2398711"/>
              <a:gd name="connsiteX22965" fmla="*/ 1489122 w 2119654"/>
              <a:gd name="connsiteY22965" fmla="*/ 2076400 h 2398711"/>
              <a:gd name="connsiteX22966" fmla="*/ 1783068 w 2119654"/>
              <a:gd name="connsiteY22966" fmla="*/ 1417772 h 2398711"/>
              <a:gd name="connsiteX22967" fmla="*/ 1784353 w 2119654"/>
              <a:gd name="connsiteY22967" fmla="*/ 1417172 h 2398711"/>
              <a:gd name="connsiteX22968" fmla="*/ 1783868 w 2119654"/>
              <a:gd name="connsiteY22968" fmla="*/ 1416171 h 2398711"/>
              <a:gd name="connsiteX22969" fmla="*/ 1782877 w 2119654"/>
              <a:gd name="connsiteY22969" fmla="*/ 1418157 h 2398711"/>
              <a:gd name="connsiteX22970" fmla="*/ 1784418 w 2119654"/>
              <a:gd name="connsiteY22970" fmla="*/ 1417307 h 2398711"/>
              <a:gd name="connsiteX22971" fmla="*/ 1784400 w 2119654"/>
              <a:gd name="connsiteY22971" fmla="*/ 1417270 h 2398711"/>
              <a:gd name="connsiteX22972" fmla="*/ 1782991 w 2119654"/>
              <a:gd name="connsiteY22972" fmla="*/ 1417928 h 2398711"/>
              <a:gd name="connsiteX22973" fmla="*/ 1489223 w 2119654"/>
              <a:gd name="connsiteY22973" fmla="*/ 2075436 h 2398711"/>
              <a:gd name="connsiteX22974" fmla="*/ 1489252 w 2119654"/>
              <a:gd name="connsiteY22974" fmla="*/ 2075442 h 2398711"/>
              <a:gd name="connsiteX22975" fmla="*/ 1489274 w 2119654"/>
              <a:gd name="connsiteY22975" fmla="*/ 2075405 h 2398711"/>
              <a:gd name="connsiteX22976" fmla="*/ 1781555 w 2119654"/>
              <a:gd name="connsiteY22976" fmla="*/ 1420802 h 2398711"/>
              <a:gd name="connsiteX22977" fmla="*/ 1784067 w 2119654"/>
              <a:gd name="connsiteY22977" fmla="*/ 1419154 h 2398711"/>
              <a:gd name="connsiteX22978" fmla="*/ 1784463 w 2119654"/>
              <a:gd name="connsiteY22978" fmla="*/ 1417553 h 2398711"/>
              <a:gd name="connsiteX22979" fmla="*/ 1782669 w 2119654"/>
              <a:gd name="connsiteY22979" fmla="*/ 1418573 h 2398711"/>
              <a:gd name="connsiteX22980" fmla="*/ 1775843 w 2119654"/>
              <a:gd name="connsiteY22980" fmla="*/ 1433516 h 2398711"/>
              <a:gd name="connsiteX22981" fmla="*/ 1776083 w 2119654"/>
              <a:gd name="connsiteY22981" fmla="*/ 1433829 h 2398711"/>
              <a:gd name="connsiteX22982" fmla="*/ 1778274 w 2119654"/>
              <a:gd name="connsiteY22982" fmla="*/ 1432662 h 2398711"/>
              <a:gd name="connsiteX22983" fmla="*/ 1778988 w 2119654"/>
              <a:gd name="connsiteY22983" fmla="*/ 1432075 h 2398711"/>
              <a:gd name="connsiteX22984" fmla="*/ 1778587 w 2119654"/>
              <a:gd name="connsiteY22984" fmla="*/ 1431108 h 2398711"/>
              <a:gd name="connsiteX22985" fmla="*/ 1776449 w 2119654"/>
              <a:gd name="connsiteY22985" fmla="*/ 1432637 h 2398711"/>
              <a:gd name="connsiteX22986" fmla="*/ 1780573 w 2119654"/>
              <a:gd name="connsiteY22986" fmla="*/ 1422769 h 2398711"/>
              <a:gd name="connsiteX22987" fmla="*/ 1780978 w 2119654"/>
              <a:gd name="connsiteY22987" fmla="*/ 1423238 h 2398711"/>
              <a:gd name="connsiteX22988" fmla="*/ 1782021 w 2119654"/>
              <a:gd name="connsiteY22988" fmla="*/ 1423032 h 2398711"/>
              <a:gd name="connsiteX22989" fmla="*/ 1783716 w 2119654"/>
              <a:gd name="connsiteY22989" fmla="*/ 1420574 h 2398711"/>
              <a:gd name="connsiteX22990" fmla="*/ 1783986 w 2119654"/>
              <a:gd name="connsiteY22990" fmla="*/ 1419485 h 2398711"/>
              <a:gd name="connsiteX22991" fmla="*/ 1781310 w 2119654"/>
              <a:gd name="connsiteY22991" fmla="*/ 1421293 h 2398711"/>
              <a:gd name="connsiteX22992" fmla="*/ 1487004 w 2119654"/>
              <a:gd name="connsiteY22992" fmla="*/ 2079987 h 2398711"/>
              <a:gd name="connsiteX22993" fmla="*/ 1489646 w 2119654"/>
              <a:gd name="connsiteY22993" fmla="*/ 2077588 h 2398711"/>
              <a:gd name="connsiteX22994" fmla="*/ 1488379 w 2119654"/>
              <a:gd name="connsiteY22994" fmla="*/ 2077658 h 2398711"/>
              <a:gd name="connsiteX22995" fmla="*/ 1816765 w 2119654"/>
              <a:gd name="connsiteY22995" fmla="*/ 1341560 h 2398711"/>
              <a:gd name="connsiteX22996" fmla="*/ 1816708 w 2119654"/>
              <a:gd name="connsiteY22996" fmla="*/ 1341787 h 2398711"/>
              <a:gd name="connsiteX22997" fmla="*/ 1817027 w 2119654"/>
              <a:gd name="connsiteY22997" fmla="*/ 1342086 h 2398711"/>
              <a:gd name="connsiteX22998" fmla="*/ 1817614 w 2119654"/>
              <a:gd name="connsiteY22998" fmla="*/ 1340911 h 2398711"/>
              <a:gd name="connsiteX22999" fmla="*/ 1500585 w 2119654"/>
              <a:gd name="connsiteY22999" fmla="*/ 2049526 h 2398711"/>
              <a:gd name="connsiteX23000" fmla="*/ 1501240 w 2119654"/>
              <a:gd name="connsiteY23000" fmla="*/ 2049677 h 2398711"/>
              <a:gd name="connsiteX23001" fmla="*/ 1501296 w 2119654"/>
              <a:gd name="connsiteY23001" fmla="*/ 2048671 h 2398711"/>
              <a:gd name="connsiteX23002" fmla="*/ 1485191 w 2119654"/>
              <a:gd name="connsiteY23002" fmla="*/ 2083870 h 2398711"/>
              <a:gd name="connsiteX23003" fmla="*/ 1483641 w 2119654"/>
              <a:gd name="connsiteY23003" fmla="*/ 2089165 h 2398711"/>
              <a:gd name="connsiteX23004" fmla="*/ 1489872 w 2119654"/>
              <a:gd name="connsiteY23004" fmla="*/ 2085757 h 2398711"/>
              <a:gd name="connsiteX23005" fmla="*/ 1485304 w 2119654"/>
              <a:gd name="connsiteY23005" fmla="*/ 2083577 h 2398711"/>
              <a:gd name="connsiteX23006" fmla="*/ 1489343 w 2119654"/>
              <a:gd name="connsiteY23006" fmla="*/ 2085270 h 2398711"/>
              <a:gd name="connsiteX23007" fmla="*/ 1490140 w 2119654"/>
              <a:gd name="connsiteY23007" fmla="*/ 2085590 h 2398711"/>
              <a:gd name="connsiteX23008" fmla="*/ 1492603 w 2119654"/>
              <a:gd name="connsiteY23008" fmla="*/ 2077864 h 2398711"/>
              <a:gd name="connsiteX23009" fmla="*/ 1817970 w 2119654"/>
              <a:gd name="connsiteY23009" fmla="*/ 1338605 h 2398711"/>
              <a:gd name="connsiteX23010" fmla="*/ 1818901 w 2119654"/>
              <a:gd name="connsiteY23010" fmla="*/ 1337894 h 2398711"/>
              <a:gd name="connsiteX23011" fmla="*/ 1820366 w 2119654"/>
              <a:gd name="connsiteY23011" fmla="*/ 1334332 h 2398711"/>
              <a:gd name="connsiteX23012" fmla="*/ 1477410 w 2119654"/>
              <a:gd name="connsiteY23012" fmla="*/ 2101087 h 2398711"/>
              <a:gd name="connsiteX23013" fmla="*/ 1478319 w 2119654"/>
              <a:gd name="connsiteY23013" fmla="*/ 2101257 h 2398711"/>
              <a:gd name="connsiteX23014" fmla="*/ 1478465 w 2119654"/>
              <a:gd name="connsiteY23014" fmla="*/ 2100849 h 2398711"/>
              <a:gd name="connsiteX23015" fmla="*/ 1517381 w 2119654"/>
              <a:gd name="connsiteY23015" fmla="*/ 2011442 h 2398711"/>
              <a:gd name="connsiteX23016" fmla="*/ 1517374 w 2119654"/>
              <a:gd name="connsiteY23016" fmla="*/ 2011548 h 2398711"/>
              <a:gd name="connsiteX23017" fmla="*/ 1518044 w 2119654"/>
              <a:gd name="connsiteY23017" fmla="*/ 2011464 h 2398711"/>
              <a:gd name="connsiteX23018" fmla="*/ 1518099 w 2119654"/>
              <a:gd name="connsiteY23018" fmla="*/ 2011194 h 2398711"/>
              <a:gd name="connsiteX23019" fmla="*/ 1776949 w 2119654"/>
              <a:gd name="connsiteY23019" fmla="*/ 1430025 h 2398711"/>
              <a:gd name="connsiteX23020" fmla="*/ 1777358 w 2119654"/>
              <a:gd name="connsiteY23020" fmla="*/ 1429798 h 2398711"/>
              <a:gd name="connsiteX23021" fmla="*/ 1777786 w 2119654"/>
              <a:gd name="connsiteY23021" fmla="*/ 1429178 h 2398711"/>
              <a:gd name="connsiteX23022" fmla="*/ 1777598 w 2119654"/>
              <a:gd name="connsiteY23022" fmla="*/ 1428725 h 2398711"/>
              <a:gd name="connsiteX23023" fmla="*/ 1815609 w 2119654"/>
              <a:gd name="connsiteY23023" fmla="*/ 1343191 h 2398711"/>
              <a:gd name="connsiteX23024" fmla="*/ 1814933 w 2119654"/>
              <a:gd name="connsiteY23024" fmla="*/ 1345895 h 2398711"/>
              <a:gd name="connsiteX23025" fmla="*/ 1815009 w 2119654"/>
              <a:gd name="connsiteY23025" fmla="*/ 1345847 h 2398711"/>
              <a:gd name="connsiteX23026" fmla="*/ 1815664 w 2119654"/>
              <a:gd name="connsiteY23026" fmla="*/ 1343243 h 2398711"/>
              <a:gd name="connsiteX23027" fmla="*/ 1456562 w 2119654"/>
              <a:gd name="connsiteY23027" fmla="*/ 2147124 h 2398711"/>
              <a:gd name="connsiteX23028" fmla="*/ 1456475 w 2119654"/>
              <a:gd name="connsiteY23028" fmla="*/ 2147834 h 2398711"/>
              <a:gd name="connsiteX23029" fmla="*/ 1464646 w 2119654"/>
              <a:gd name="connsiteY23029" fmla="*/ 2150494 h 2398711"/>
              <a:gd name="connsiteX23030" fmla="*/ 1464719 w 2119654"/>
              <a:gd name="connsiteY23030" fmla="*/ 2150255 h 2398711"/>
              <a:gd name="connsiteX23031" fmla="*/ 1501331 w 2119654"/>
              <a:gd name="connsiteY23031" fmla="*/ 2046841 h 2398711"/>
              <a:gd name="connsiteX23032" fmla="*/ 1501398 w 2119654"/>
              <a:gd name="connsiteY23032" fmla="*/ 2046850 h 2398711"/>
              <a:gd name="connsiteX23033" fmla="*/ 1501399 w 2119654"/>
              <a:gd name="connsiteY23033" fmla="*/ 2046833 h 2398711"/>
              <a:gd name="connsiteX23034" fmla="*/ 1507451 w 2119654"/>
              <a:gd name="connsiteY23034" fmla="*/ 2033038 h 2398711"/>
              <a:gd name="connsiteX23035" fmla="*/ 1508924 w 2119654"/>
              <a:gd name="connsiteY23035" fmla="*/ 2033994 h 2398711"/>
              <a:gd name="connsiteX23036" fmla="*/ 1511877 w 2119654"/>
              <a:gd name="connsiteY23036" fmla="*/ 2033893 h 2398711"/>
              <a:gd name="connsiteX23037" fmla="*/ 1512443 w 2119654"/>
              <a:gd name="connsiteY23037" fmla="*/ 2033789 h 2398711"/>
              <a:gd name="connsiteX23038" fmla="*/ 1512658 w 2119654"/>
              <a:gd name="connsiteY23038" fmla="*/ 2033509 h 2398711"/>
              <a:gd name="connsiteX23039" fmla="*/ 1825945 w 2119654"/>
              <a:gd name="connsiteY23039" fmla="*/ 1319803 h 2398711"/>
              <a:gd name="connsiteX23040" fmla="*/ 1826100 w 2119654"/>
              <a:gd name="connsiteY23040" fmla="*/ 1319889 h 2398711"/>
              <a:gd name="connsiteX23041" fmla="*/ 1826559 w 2119654"/>
              <a:gd name="connsiteY23041" fmla="*/ 1319266 h 2398711"/>
              <a:gd name="connsiteX23042" fmla="*/ 1827592 w 2119654"/>
              <a:gd name="connsiteY23042" fmla="*/ 1316756 h 2398711"/>
              <a:gd name="connsiteX23043" fmla="*/ 1827575 w 2119654"/>
              <a:gd name="connsiteY23043" fmla="*/ 1316746 h 2398711"/>
              <a:gd name="connsiteX23044" fmla="*/ 1827488 w 2119654"/>
              <a:gd name="connsiteY23044" fmla="*/ 1316843 h 2398711"/>
              <a:gd name="connsiteX23045" fmla="*/ 1516966 w 2119654"/>
              <a:gd name="connsiteY23045" fmla="*/ 2011587 h 2398711"/>
              <a:gd name="connsiteX23046" fmla="*/ 1516965 w 2119654"/>
              <a:gd name="connsiteY23046" fmla="*/ 2011598 h 2398711"/>
              <a:gd name="connsiteX23047" fmla="*/ 1517019 w 2119654"/>
              <a:gd name="connsiteY23047" fmla="*/ 2011591 h 2398711"/>
              <a:gd name="connsiteX23048" fmla="*/ 1517020 w 2119654"/>
              <a:gd name="connsiteY23048" fmla="*/ 2011568 h 2398711"/>
              <a:gd name="connsiteX23049" fmla="*/ 1451813 w 2119654"/>
              <a:gd name="connsiteY23049" fmla="*/ 2157450 h 2398711"/>
              <a:gd name="connsiteX23050" fmla="*/ 1451748 w 2119654"/>
              <a:gd name="connsiteY23050" fmla="*/ 2158457 h 2398711"/>
              <a:gd name="connsiteX23051" fmla="*/ 1452128 w 2119654"/>
              <a:gd name="connsiteY23051" fmla="*/ 2158522 h 2398711"/>
              <a:gd name="connsiteX23052" fmla="*/ 1453681 w 2119654"/>
              <a:gd name="connsiteY23052" fmla="*/ 2158039 h 2398711"/>
              <a:gd name="connsiteX23053" fmla="*/ 1825420 w 2119654"/>
              <a:gd name="connsiteY23053" fmla="*/ 1320810 h 2398711"/>
              <a:gd name="connsiteX23054" fmla="*/ 1825880 w 2119654"/>
              <a:gd name="connsiteY23054" fmla="*/ 1320187 h 2398711"/>
              <a:gd name="connsiteX23055" fmla="*/ 1825775 w 2119654"/>
              <a:gd name="connsiteY23055" fmla="*/ 1320130 h 2398711"/>
              <a:gd name="connsiteX23056" fmla="*/ 1517481 w 2119654"/>
              <a:gd name="connsiteY23056" fmla="*/ 2010056 h 2398711"/>
              <a:gd name="connsiteX23057" fmla="*/ 1517463 w 2119654"/>
              <a:gd name="connsiteY23057" fmla="*/ 2010305 h 2398711"/>
              <a:gd name="connsiteX23058" fmla="*/ 1518343 w 2119654"/>
              <a:gd name="connsiteY23058" fmla="*/ 2009999 h 2398711"/>
              <a:gd name="connsiteX23059" fmla="*/ 1518480 w 2119654"/>
              <a:gd name="connsiteY23059" fmla="*/ 2009327 h 2398711"/>
              <a:gd name="connsiteX23060" fmla="*/ 1518146 w 2119654"/>
              <a:gd name="connsiteY23060" fmla="*/ 2009492 h 2398711"/>
              <a:gd name="connsiteX23061" fmla="*/ 1855930 w 2119654"/>
              <a:gd name="connsiteY23061" fmla="*/ 1252123 h 2398711"/>
              <a:gd name="connsiteX23062" fmla="*/ 1858307 w 2119654"/>
              <a:gd name="connsiteY23062" fmla="*/ 1250217 h 2398711"/>
              <a:gd name="connsiteX23063" fmla="*/ 1859154 w 2119654"/>
              <a:gd name="connsiteY23063" fmla="*/ 1247883 h 2398711"/>
              <a:gd name="connsiteX23064" fmla="*/ 1468245 w 2119654"/>
              <a:gd name="connsiteY23064" fmla="*/ 2119782 h 2398711"/>
              <a:gd name="connsiteX23065" fmla="*/ 1471514 w 2119654"/>
              <a:gd name="connsiteY23065" fmla="*/ 2119871 h 2398711"/>
              <a:gd name="connsiteX23066" fmla="*/ 1471762 w 2119654"/>
              <a:gd name="connsiteY23066" fmla="*/ 2119209 h 2398711"/>
              <a:gd name="connsiteX23067" fmla="*/ 1487015 w 2119654"/>
              <a:gd name="connsiteY23067" fmla="*/ 2077734 h 2398711"/>
              <a:gd name="connsiteX23068" fmla="*/ 1486855 w 2119654"/>
              <a:gd name="connsiteY23068" fmla="*/ 2078180 h 2398711"/>
              <a:gd name="connsiteX23069" fmla="*/ 1486081 w 2119654"/>
              <a:gd name="connsiteY23069" fmla="*/ 2080824 h 2398711"/>
              <a:gd name="connsiteX23070" fmla="*/ 1486268 w 2119654"/>
              <a:gd name="connsiteY23070" fmla="*/ 2080654 h 2398711"/>
              <a:gd name="connsiteX23071" fmla="*/ 1487971 w 2119654"/>
              <a:gd name="connsiteY23071" fmla="*/ 2077681 h 2398711"/>
              <a:gd name="connsiteX23072" fmla="*/ 1822550 w 2119654"/>
              <a:gd name="connsiteY23072" fmla="*/ 1326396 h 2398711"/>
              <a:gd name="connsiteX23073" fmla="*/ 1823141 w 2119654"/>
              <a:gd name="connsiteY23073" fmla="*/ 1327580 h 2398711"/>
              <a:gd name="connsiteX23074" fmla="*/ 1824984 w 2119654"/>
              <a:gd name="connsiteY23074" fmla="*/ 1323098 h 2398711"/>
              <a:gd name="connsiteX23075" fmla="*/ 1487190 w 2119654"/>
              <a:gd name="connsiteY23075" fmla="*/ 2077248 h 2398711"/>
              <a:gd name="connsiteX23076" fmla="*/ 1487124 w 2119654"/>
              <a:gd name="connsiteY23076" fmla="*/ 2077431 h 2398711"/>
              <a:gd name="connsiteX23077" fmla="*/ 1488146 w 2119654"/>
              <a:gd name="connsiteY23077" fmla="*/ 2077375 h 2398711"/>
              <a:gd name="connsiteX23078" fmla="*/ 1488872 w 2119654"/>
              <a:gd name="connsiteY23078" fmla="*/ 2076107 h 2398711"/>
              <a:gd name="connsiteX23079" fmla="*/ 1488263 w 2119654"/>
              <a:gd name="connsiteY23079" fmla="*/ 2076012 h 2398711"/>
              <a:gd name="connsiteX23080" fmla="*/ 1487989 w 2119654"/>
              <a:gd name="connsiteY23080" fmla="*/ 2076176 h 2398711"/>
              <a:gd name="connsiteX23081" fmla="*/ 1813300 w 2119654"/>
              <a:gd name="connsiteY23081" fmla="*/ 1346922 h 2398711"/>
              <a:gd name="connsiteX23082" fmla="*/ 1814209 w 2119654"/>
              <a:gd name="connsiteY23082" fmla="*/ 1346350 h 2398711"/>
              <a:gd name="connsiteX23083" fmla="*/ 1814676 w 2119654"/>
              <a:gd name="connsiteY23083" fmla="*/ 1344481 h 2398711"/>
              <a:gd name="connsiteX23084" fmla="*/ 1813533 w 2119654"/>
              <a:gd name="connsiteY23084" fmla="*/ 1346518 h 2398711"/>
              <a:gd name="connsiteX23085" fmla="*/ 1807266 w 2119654"/>
              <a:gd name="connsiteY23085" fmla="*/ 1360336 h 2398711"/>
              <a:gd name="connsiteX23086" fmla="*/ 1807687 w 2119654"/>
              <a:gd name="connsiteY23086" fmla="*/ 1360787 h 2398711"/>
              <a:gd name="connsiteX23087" fmla="*/ 1808487 w 2119654"/>
              <a:gd name="connsiteY23087" fmla="*/ 1359185 h 2398711"/>
              <a:gd name="connsiteX23088" fmla="*/ 1807872 w 2119654"/>
              <a:gd name="connsiteY23088" fmla="*/ 1359572 h 2398711"/>
              <a:gd name="connsiteX23089" fmla="*/ 1868923 w 2119654"/>
              <a:gd name="connsiteY23089" fmla="*/ 1222236 h 2398711"/>
              <a:gd name="connsiteX23090" fmla="*/ 1865940 w 2119654"/>
              <a:gd name="connsiteY23090" fmla="*/ 1230810 h 2398711"/>
              <a:gd name="connsiteX23091" fmla="*/ 1863671 w 2119654"/>
              <a:gd name="connsiteY23091" fmla="*/ 1237061 h 2398711"/>
              <a:gd name="connsiteX23092" fmla="*/ 1866385 w 2119654"/>
              <a:gd name="connsiteY23092" fmla="*/ 1235464 h 2398711"/>
              <a:gd name="connsiteX23093" fmla="*/ 1874436 w 2119654"/>
              <a:gd name="connsiteY23093" fmla="*/ 1218398 h 2398711"/>
              <a:gd name="connsiteX23094" fmla="*/ 1497956 w 2119654"/>
              <a:gd name="connsiteY23094" fmla="*/ 2052687 h 2398711"/>
              <a:gd name="connsiteX23095" fmla="*/ 1499099 w 2119654"/>
              <a:gd name="connsiteY23095" fmla="*/ 2053183 h 2398711"/>
              <a:gd name="connsiteX23096" fmla="*/ 1501151 w 2119654"/>
              <a:gd name="connsiteY23096" fmla="*/ 2050603 h 2398711"/>
              <a:gd name="connsiteX23097" fmla="*/ 1501198 w 2119654"/>
              <a:gd name="connsiteY23097" fmla="*/ 2050427 h 2398711"/>
              <a:gd name="connsiteX23098" fmla="*/ 1501219 w 2119654"/>
              <a:gd name="connsiteY23098" fmla="*/ 2050056 h 2398711"/>
              <a:gd name="connsiteX23099" fmla="*/ 1500308 w 2119654"/>
              <a:gd name="connsiteY23099" fmla="*/ 2049859 h 2398711"/>
              <a:gd name="connsiteX23100" fmla="*/ 1456887 w 2119654"/>
              <a:gd name="connsiteY23100" fmla="*/ 2144497 h 2398711"/>
              <a:gd name="connsiteX23101" fmla="*/ 1456602 w 2119654"/>
              <a:gd name="connsiteY23101" fmla="*/ 2146806 h 2398711"/>
              <a:gd name="connsiteX23102" fmla="*/ 1464810 w 2119654"/>
              <a:gd name="connsiteY23102" fmla="*/ 2149958 h 2398711"/>
              <a:gd name="connsiteX23103" fmla="*/ 1465212 w 2119654"/>
              <a:gd name="connsiteY23103" fmla="*/ 2148652 h 2398711"/>
              <a:gd name="connsiteX23104" fmla="*/ 1762737 w 2119654"/>
              <a:gd name="connsiteY23104" fmla="*/ 1459602 h 2398711"/>
              <a:gd name="connsiteX23105" fmla="*/ 1763635 w 2119654"/>
              <a:gd name="connsiteY23105" fmla="*/ 1461101 h 2398711"/>
              <a:gd name="connsiteX23106" fmla="*/ 1767075 w 2119654"/>
              <a:gd name="connsiteY23106" fmla="*/ 1458693 h 2398711"/>
              <a:gd name="connsiteX23107" fmla="*/ 1765696 w 2119654"/>
              <a:gd name="connsiteY23107" fmla="*/ 1457505 h 2398711"/>
              <a:gd name="connsiteX23108" fmla="*/ 1820364 w 2119654"/>
              <a:gd name="connsiteY23108" fmla="*/ 1330504 h 2398711"/>
              <a:gd name="connsiteX23109" fmla="*/ 1821230 w 2119654"/>
              <a:gd name="connsiteY23109" fmla="*/ 1330131 h 2398711"/>
              <a:gd name="connsiteX23110" fmla="*/ 1822776 w 2119654"/>
              <a:gd name="connsiteY23110" fmla="*/ 1328468 h 2398711"/>
              <a:gd name="connsiteX23111" fmla="*/ 1822872 w 2119654"/>
              <a:gd name="connsiteY23111" fmla="*/ 1328236 h 2398711"/>
              <a:gd name="connsiteX23112" fmla="*/ 1822224 w 2119654"/>
              <a:gd name="connsiteY23112" fmla="*/ 1326938 h 2398711"/>
              <a:gd name="connsiteX23113" fmla="*/ 1465960 w 2119654"/>
              <a:gd name="connsiteY23113" fmla="*/ 2124002 h 2398711"/>
              <a:gd name="connsiteX23114" fmla="*/ 1466289 w 2119654"/>
              <a:gd name="connsiteY23114" fmla="*/ 2124141 h 2398711"/>
              <a:gd name="connsiteX23115" fmla="*/ 1468050 w 2119654"/>
              <a:gd name="connsiteY23115" fmla="*/ 2123998 h 2398711"/>
              <a:gd name="connsiteX23116" fmla="*/ 1819704 w 2119654"/>
              <a:gd name="connsiteY23116" fmla="*/ 1331770 h 2398711"/>
              <a:gd name="connsiteX23117" fmla="*/ 1819778 w 2119654"/>
              <a:gd name="connsiteY23117" fmla="*/ 1331690 h 2398711"/>
              <a:gd name="connsiteX23118" fmla="*/ 1819736 w 2119654"/>
              <a:gd name="connsiteY23118" fmla="*/ 1331709 h 2398711"/>
              <a:gd name="connsiteX23119" fmla="*/ 1835016 w 2119654"/>
              <a:gd name="connsiteY23119" fmla="*/ 1297463 h 2398711"/>
              <a:gd name="connsiteX23120" fmla="*/ 1835100 w 2119654"/>
              <a:gd name="connsiteY23120" fmla="*/ 1297626 h 2398711"/>
              <a:gd name="connsiteX23121" fmla="*/ 1835165 w 2119654"/>
              <a:gd name="connsiteY23121" fmla="*/ 1297294 h 2398711"/>
              <a:gd name="connsiteX23122" fmla="*/ 1818672 w 2119654"/>
              <a:gd name="connsiteY23122" fmla="*/ 1333986 h 2398711"/>
              <a:gd name="connsiteX23123" fmla="*/ 1817596 w 2119654"/>
              <a:gd name="connsiteY23123" fmla="*/ 1338261 h 2398711"/>
              <a:gd name="connsiteX23124" fmla="*/ 1821586 w 2119654"/>
              <a:gd name="connsiteY23124" fmla="*/ 1331363 h 2398711"/>
              <a:gd name="connsiteX23125" fmla="*/ 1821833 w 2119654"/>
              <a:gd name="connsiteY23125" fmla="*/ 1330762 h 2398711"/>
              <a:gd name="connsiteX23126" fmla="*/ 1821556 w 2119654"/>
              <a:gd name="connsiteY23126" fmla="*/ 1330888 h 2398711"/>
              <a:gd name="connsiteX23127" fmla="*/ 1808152 w 2119654"/>
              <a:gd name="connsiteY23127" fmla="*/ 1357517 h 2398711"/>
              <a:gd name="connsiteX23128" fmla="*/ 1808367 w 2119654"/>
              <a:gd name="connsiteY23128" fmla="*/ 1357748 h 2398711"/>
              <a:gd name="connsiteX23129" fmla="*/ 1810628 w 2119654"/>
              <a:gd name="connsiteY23129" fmla="*/ 1354900 h 2398711"/>
              <a:gd name="connsiteX23130" fmla="*/ 1810898 w 2119654"/>
              <a:gd name="connsiteY23130" fmla="*/ 1354360 h 2398711"/>
              <a:gd name="connsiteX23131" fmla="*/ 1854172 w 2119654"/>
              <a:gd name="connsiteY23131" fmla="*/ 1254436 h 2398711"/>
              <a:gd name="connsiteX23132" fmla="*/ 1849568 w 2119654"/>
              <a:gd name="connsiteY23132" fmla="*/ 1267043 h 2398711"/>
              <a:gd name="connsiteX23133" fmla="*/ 1855199 w 2119654"/>
              <a:gd name="connsiteY23133" fmla="*/ 1258778 h 2398711"/>
              <a:gd name="connsiteX23134" fmla="*/ 1858124 w 2119654"/>
              <a:gd name="connsiteY23134" fmla="*/ 1250723 h 2398711"/>
              <a:gd name="connsiteX23135" fmla="*/ 1855232 w 2119654"/>
              <a:gd name="connsiteY23135" fmla="*/ 1253041 h 2398711"/>
              <a:gd name="connsiteX23136" fmla="*/ 1456976 w 2119654"/>
              <a:gd name="connsiteY23136" fmla="*/ 2143780 h 2398711"/>
              <a:gd name="connsiteX23137" fmla="*/ 1456956 w 2119654"/>
              <a:gd name="connsiteY23137" fmla="*/ 2143933 h 2398711"/>
              <a:gd name="connsiteX23138" fmla="*/ 1465371 w 2119654"/>
              <a:gd name="connsiteY23138" fmla="*/ 2148133 h 2398711"/>
              <a:gd name="connsiteX23139" fmla="*/ 1466936 w 2119654"/>
              <a:gd name="connsiteY23139" fmla="*/ 2143044 h 2398711"/>
              <a:gd name="connsiteX23140" fmla="*/ 1467323 w 2119654"/>
              <a:gd name="connsiteY23140" fmla="*/ 2141711 h 2398711"/>
              <a:gd name="connsiteX23141" fmla="*/ 1480602 w 2119654"/>
              <a:gd name="connsiteY23141" fmla="*/ 2090828 h 2398711"/>
              <a:gd name="connsiteX23142" fmla="*/ 1482379 w 2119654"/>
              <a:gd name="connsiteY23142" fmla="*/ 2089856 h 2398711"/>
              <a:gd name="connsiteX23143" fmla="*/ 1483542 w 2119654"/>
              <a:gd name="connsiteY23143" fmla="*/ 2085850 h 2398711"/>
              <a:gd name="connsiteX23144" fmla="*/ 1806120 w 2119654"/>
              <a:gd name="connsiteY23144" fmla="*/ 1361781 h 2398711"/>
              <a:gd name="connsiteX23145" fmla="*/ 1806704 w 2119654"/>
              <a:gd name="connsiteY23145" fmla="*/ 1362755 h 2398711"/>
              <a:gd name="connsiteX23146" fmla="*/ 1807375 w 2119654"/>
              <a:gd name="connsiteY23146" fmla="*/ 1361412 h 2398711"/>
              <a:gd name="connsiteX23147" fmla="*/ 1806854 w 2119654"/>
              <a:gd name="connsiteY23147" fmla="*/ 1360855 h 2398711"/>
              <a:gd name="connsiteX23148" fmla="*/ 1496988 w 2119654"/>
              <a:gd name="connsiteY23148" fmla="*/ 2053852 h 2398711"/>
              <a:gd name="connsiteX23149" fmla="*/ 1497193 w 2119654"/>
              <a:gd name="connsiteY23149" fmla="*/ 2054575 h 2398711"/>
              <a:gd name="connsiteX23150" fmla="*/ 1498508 w 2119654"/>
              <a:gd name="connsiteY23150" fmla="*/ 2053926 h 2398711"/>
              <a:gd name="connsiteX23151" fmla="*/ 1498516 w 2119654"/>
              <a:gd name="connsiteY23151" fmla="*/ 2053915 h 2398711"/>
              <a:gd name="connsiteX23152" fmla="*/ 1497355 w 2119654"/>
              <a:gd name="connsiteY23152" fmla="*/ 2053411 h 2398711"/>
              <a:gd name="connsiteX23153" fmla="*/ 1451592 w 2119654"/>
              <a:gd name="connsiteY23153" fmla="*/ 2155449 h 2398711"/>
              <a:gd name="connsiteX23154" fmla="*/ 1451005 w 2119654"/>
              <a:gd name="connsiteY23154" fmla="*/ 2156777 h 2398711"/>
              <a:gd name="connsiteX23155" fmla="*/ 1451517 w 2119654"/>
              <a:gd name="connsiteY23155" fmla="*/ 2156939 h 2398711"/>
              <a:gd name="connsiteX23156" fmla="*/ 1450354 w 2119654"/>
              <a:gd name="connsiteY23156" fmla="*/ 2158220 h 2398711"/>
              <a:gd name="connsiteX23157" fmla="*/ 1451443 w 2119654"/>
              <a:gd name="connsiteY23157" fmla="*/ 2158405 h 2398711"/>
              <a:gd name="connsiteX23158" fmla="*/ 1451496 w 2119654"/>
              <a:gd name="connsiteY23158" fmla="*/ 2157349 h 2398711"/>
              <a:gd name="connsiteX23159" fmla="*/ 1450843 w 2119654"/>
              <a:gd name="connsiteY23159" fmla="*/ 2157143 h 2398711"/>
              <a:gd name="connsiteX23160" fmla="*/ 1450509 w 2119654"/>
              <a:gd name="connsiteY23160" fmla="*/ 2157897 h 2398711"/>
              <a:gd name="connsiteX23161" fmla="*/ 1453485 w 2119654"/>
              <a:gd name="connsiteY23161" fmla="*/ 2151169 h 2398711"/>
              <a:gd name="connsiteX23162" fmla="*/ 1452126 w 2119654"/>
              <a:gd name="connsiteY23162" fmla="*/ 2154243 h 2398711"/>
              <a:gd name="connsiteX23163" fmla="*/ 1453176 w 2119654"/>
              <a:gd name="connsiteY23163" fmla="*/ 2154285 h 2398711"/>
              <a:gd name="connsiteX23164" fmla="*/ 1453092 w 2119654"/>
              <a:gd name="connsiteY23164" fmla="*/ 2154345 h 2398711"/>
              <a:gd name="connsiteX23165" fmla="*/ 1452098 w 2119654"/>
              <a:gd name="connsiteY23165" fmla="*/ 2154305 h 2398711"/>
              <a:gd name="connsiteX23166" fmla="*/ 1451971 w 2119654"/>
              <a:gd name="connsiteY23166" fmla="*/ 2154594 h 2398711"/>
              <a:gd name="connsiteX23167" fmla="*/ 1451875 w 2119654"/>
              <a:gd name="connsiteY23167" fmla="*/ 2156481 h 2398711"/>
              <a:gd name="connsiteX23168" fmla="*/ 1451839 w 2119654"/>
              <a:gd name="connsiteY23168" fmla="*/ 2157040 h 2398711"/>
              <a:gd name="connsiteX23169" fmla="*/ 1454349 w 2119654"/>
              <a:gd name="connsiteY23169" fmla="*/ 2157831 h 2398711"/>
              <a:gd name="connsiteX23170" fmla="*/ 1454748 w 2119654"/>
              <a:gd name="connsiteY23170" fmla="*/ 2157707 h 2398711"/>
              <a:gd name="connsiteX23171" fmla="*/ 1455463 w 2119654"/>
              <a:gd name="connsiteY23171" fmla="*/ 2151923 h 2398711"/>
              <a:gd name="connsiteX23172" fmla="*/ 1454053 w 2119654"/>
              <a:gd name="connsiteY23172" fmla="*/ 2149885 h 2398711"/>
              <a:gd name="connsiteX23173" fmla="*/ 1453769 w 2119654"/>
              <a:gd name="connsiteY23173" fmla="*/ 2150526 h 2398711"/>
              <a:gd name="connsiteX23174" fmla="*/ 1455548 w 2119654"/>
              <a:gd name="connsiteY23174" fmla="*/ 2151237 h 2398711"/>
              <a:gd name="connsiteX23175" fmla="*/ 1455657 w 2119654"/>
              <a:gd name="connsiteY23175" fmla="*/ 2150351 h 2398711"/>
              <a:gd name="connsiteX23176" fmla="*/ 1454233 w 2119654"/>
              <a:gd name="connsiteY23176" fmla="*/ 2149478 h 2398711"/>
              <a:gd name="connsiteX23177" fmla="*/ 1454163 w 2119654"/>
              <a:gd name="connsiteY23177" fmla="*/ 2149635 h 2398711"/>
              <a:gd name="connsiteX23178" fmla="*/ 1455684 w 2119654"/>
              <a:gd name="connsiteY23178" fmla="*/ 2150134 h 2398711"/>
              <a:gd name="connsiteX23179" fmla="*/ 1455706 w 2119654"/>
              <a:gd name="connsiteY23179" fmla="*/ 2149959 h 2398711"/>
              <a:gd name="connsiteX23180" fmla="*/ 1449869 w 2119654"/>
              <a:gd name="connsiteY23180" fmla="*/ 2159224 h 2398711"/>
              <a:gd name="connsiteX23181" fmla="*/ 1451426 w 2119654"/>
              <a:gd name="connsiteY23181" fmla="*/ 2158740 h 2398711"/>
              <a:gd name="connsiteX23182" fmla="*/ 1451428 w 2119654"/>
              <a:gd name="connsiteY23182" fmla="*/ 2158697 h 2398711"/>
              <a:gd name="connsiteX23183" fmla="*/ 1450223 w 2119654"/>
              <a:gd name="connsiteY23183" fmla="*/ 2158491 h 2398711"/>
              <a:gd name="connsiteX23184" fmla="*/ 1455461 w 2119654"/>
              <a:gd name="connsiteY23184" fmla="*/ 2146701 h 2398711"/>
              <a:gd name="connsiteX23185" fmla="*/ 1455150 w 2119654"/>
              <a:gd name="connsiteY23185" fmla="*/ 2147403 h 2398711"/>
              <a:gd name="connsiteX23186" fmla="*/ 1455988 w 2119654"/>
              <a:gd name="connsiteY23186" fmla="*/ 2147675 h 2398711"/>
              <a:gd name="connsiteX23187" fmla="*/ 1456079 w 2119654"/>
              <a:gd name="connsiteY23187" fmla="*/ 2146938 h 2398711"/>
              <a:gd name="connsiteX23188" fmla="*/ 1456360 w 2119654"/>
              <a:gd name="connsiteY23188" fmla="*/ 2144668 h 2398711"/>
              <a:gd name="connsiteX23189" fmla="*/ 1455587 w 2119654"/>
              <a:gd name="connsiteY23189" fmla="*/ 2146416 h 2398711"/>
              <a:gd name="connsiteX23190" fmla="*/ 1456118 w 2119654"/>
              <a:gd name="connsiteY23190" fmla="*/ 2146620 h 2398711"/>
              <a:gd name="connsiteX23191" fmla="*/ 1458371 w 2119654"/>
              <a:gd name="connsiteY23191" fmla="*/ 2140122 h 2398711"/>
              <a:gd name="connsiteX23192" fmla="*/ 1457384 w 2119654"/>
              <a:gd name="connsiteY23192" fmla="*/ 2142352 h 2398711"/>
              <a:gd name="connsiteX23193" fmla="*/ 1467703 w 2119654"/>
              <a:gd name="connsiteY23193" fmla="*/ 2140290 h 2398711"/>
              <a:gd name="connsiteX23194" fmla="*/ 1817318 w 2119654"/>
              <a:gd name="connsiteY23194" fmla="*/ 1336345 h 2398711"/>
              <a:gd name="connsiteX23195" fmla="*/ 1816467 w 2119654"/>
              <a:gd name="connsiteY23195" fmla="*/ 1339751 h 2398711"/>
              <a:gd name="connsiteX23196" fmla="*/ 1816561 w 2119654"/>
              <a:gd name="connsiteY23196" fmla="*/ 1339680 h 2398711"/>
              <a:gd name="connsiteX23197" fmla="*/ 1817477 w 2119654"/>
              <a:gd name="connsiteY23197" fmla="*/ 1336038 h 2398711"/>
              <a:gd name="connsiteX23198" fmla="*/ 1459809 w 2119654"/>
              <a:gd name="connsiteY23198" fmla="*/ 2136869 h 2398711"/>
              <a:gd name="connsiteX23199" fmla="*/ 1458639 w 2119654"/>
              <a:gd name="connsiteY23199" fmla="*/ 2139515 h 2398711"/>
              <a:gd name="connsiteX23200" fmla="*/ 1467912 w 2119654"/>
              <a:gd name="connsiteY23200" fmla="*/ 2139682 h 2398711"/>
              <a:gd name="connsiteX23201" fmla="*/ 1468183 w 2119654"/>
              <a:gd name="connsiteY23201" fmla="*/ 2138750 h 2398711"/>
              <a:gd name="connsiteX23202" fmla="*/ 1461049 w 2119654"/>
              <a:gd name="connsiteY23202" fmla="*/ 2134066 h 2398711"/>
              <a:gd name="connsiteX23203" fmla="*/ 1460088 w 2119654"/>
              <a:gd name="connsiteY23203" fmla="*/ 2136238 h 2398711"/>
              <a:gd name="connsiteX23204" fmla="*/ 1468373 w 2119654"/>
              <a:gd name="connsiteY23204" fmla="*/ 2138098 h 2398711"/>
              <a:gd name="connsiteX23205" fmla="*/ 1468466 w 2119654"/>
              <a:gd name="connsiteY23205" fmla="*/ 2137774 h 2398711"/>
              <a:gd name="connsiteX23206" fmla="*/ 1464201 w 2119654"/>
              <a:gd name="connsiteY23206" fmla="*/ 2134793 h 2398711"/>
              <a:gd name="connsiteX23207" fmla="*/ 1464215 w 2119654"/>
              <a:gd name="connsiteY23207" fmla="*/ 2126905 h 2398711"/>
              <a:gd name="connsiteX23208" fmla="*/ 1462937 w 2119654"/>
              <a:gd name="connsiteY23208" fmla="*/ 2129795 h 2398711"/>
              <a:gd name="connsiteX23209" fmla="*/ 1467697 w 2119654"/>
              <a:gd name="connsiteY23209" fmla="*/ 2130132 h 2398711"/>
              <a:gd name="connsiteX23210" fmla="*/ 1467582 w 2119654"/>
              <a:gd name="connsiteY23210" fmla="*/ 2130211 h 2398711"/>
              <a:gd name="connsiteX23211" fmla="*/ 1462899 w 2119654"/>
              <a:gd name="connsiteY23211" fmla="*/ 2129880 h 2398711"/>
              <a:gd name="connsiteX23212" fmla="*/ 1461952 w 2119654"/>
              <a:gd name="connsiteY23212" fmla="*/ 2132023 h 2398711"/>
              <a:gd name="connsiteX23213" fmla="*/ 1469622 w 2119654"/>
              <a:gd name="connsiteY23213" fmla="*/ 2133793 h 2398711"/>
              <a:gd name="connsiteX23214" fmla="*/ 1471648 w 2119654"/>
              <a:gd name="connsiteY23214" fmla="*/ 2126813 h 2398711"/>
              <a:gd name="connsiteX23215" fmla="*/ 1470452 w 2119654"/>
              <a:gd name="connsiteY23215" fmla="*/ 2126328 h 2398711"/>
              <a:gd name="connsiteX23216" fmla="*/ 1466760 w 2119654"/>
              <a:gd name="connsiteY23216" fmla="*/ 2121149 h 2398711"/>
              <a:gd name="connsiteX23217" fmla="*/ 1465597 w 2119654"/>
              <a:gd name="connsiteY23217" fmla="*/ 2123781 h 2398711"/>
              <a:gd name="connsiteX23218" fmla="*/ 1470868 w 2119654"/>
              <a:gd name="connsiteY23218" fmla="*/ 2123771 h 2398711"/>
              <a:gd name="connsiteX23219" fmla="*/ 1472572 w 2119654"/>
              <a:gd name="connsiteY23219" fmla="*/ 2123632 h 2398711"/>
              <a:gd name="connsiteX23220" fmla="*/ 1473259 w 2119654"/>
              <a:gd name="connsiteY23220" fmla="*/ 2121266 h 2398711"/>
              <a:gd name="connsiteX23221" fmla="*/ 1471794 w 2119654"/>
              <a:gd name="connsiteY23221" fmla="*/ 2121286 h 2398711"/>
              <a:gd name="connsiteX23222" fmla="*/ 1471109 w 2119654"/>
              <a:gd name="connsiteY23222" fmla="*/ 2121267 h 2398711"/>
              <a:gd name="connsiteX23223" fmla="*/ 1470488 w 2119654"/>
              <a:gd name="connsiteY23223" fmla="*/ 2122927 h 2398711"/>
              <a:gd name="connsiteX23224" fmla="*/ 1470337 w 2119654"/>
              <a:gd name="connsiteY23224" fmla="*/ 2123018 h 2398711"/>
              <a:gd name="connsiteX23225" fmla="*/ 1470993 w 2119654"/>
              <a:gd name="connsiteY23225" fmla="*/ 2121265 h 2398711"/>
              <a:gd name="connsiteX23226" fmla="*/ 1467696 w 2119654"/>
              <a:gd name="connsiteY23226" fmla="*/ 2119035 h 2398711"/>
              <a:gd name="connsiteX23227" fmla="*/ 1467445 w 2119654"/>
              <a:gd name="connsiteY23227" fmla="*/ 2119600 h 2398711"/>
              <a:gd name="connsiteX23228" fmla="*/ 1471887 w 2119654"/>
              <a:gd name="connsiteY23228" fmla="*/ 2118876 h 2398711"/>
              <a:gd name="connsiteX23229" fmla="*/ 1472367 w 2119654"/>
              <a:gd name="connsiteY23229" fmla="*/ 2117592 h 2398711"/>
              <a:gd name="connsiteX23230" fmla="*/ 1471694 w 2119654"/>
              <a:gd name="connsiteY23230" fmla="*/ 2117560 h 2398711"/>
              <a:gd name="connsiteX23231" fmla="*/ 1834151 w 2119654"/>
              <a:gd name="connsiteY23231" fmla="*/ 1298443 h 2398711"/>
              <a:gd name="connsiteX23232" fmla="*/ 1834415 w 2119654"/>
              <a:gd name="connsiteY23232" fmla="*/ 1298579 h 2398711"/>
              <a:gd name="connsiteX23233" fmla="*/ 1834274 w 2119654"/>
              <a:gd name="connsiteY23233" fmla="*/ 1298303 h 2398711"/>
              <a:gd name="connsiteX23234" fmla="*/ 1797086 w 2119654"/>
              <a:gd name="connsiteY23234" fmla="*/ 1381409 h 2398711"/>
              <a:gd name="connsiteX23235" fmla="*/ 1797147 w 2119654"/>
              <a:gd name="connsiteY23235" fmla="*/ 1381799 h 2398711"/>
              <a:gd name="connsiteX23236" fmla="*/ 1797210 w 2119654"/>
              <a:gd name="connsiteY23236" fmla="*/ 1381763 h 2398711"/>
              <a:gd name="connsiteX23237" fmla="*/ 1797478 w 2119654"/>
              <a:gd name="connsiteY23237" fmla="*/ 1381226 h 2398711"/>
              <a:gd name="connsiteX23238" fmla="*/ 1447862 w 2119654"/>
              <a:gd name="connsiteY23238" fmla="*/ 2163388 h 2398711"/>
              <a:gd name="connsiteX23239" fmla="*/ 1451197 w 2119654"/>
              <a:gd name="connsiteY23239" fmla="*/ 2163273 h 2398711"/>
              <a:gd name="connsiteX23240" fmla="*/ 1451307 w 2119654"/>
              <a:gd name="connsiteY23240" fmla="*/ 2161097 h 2398711"/>
              <a:gd name="connsiteX23241" fmla="*/ 1448553 w 2119654"/>
              <a:gd name="connsiteY23241" fmla="*/ 2161953 h 2398711"/>
              <a:gd name="connsiteX23242" fmla="*/ 1470757 w 2119654"/>
              <a:gd name="connsiteY23242" fmla="*/ 2112111 h 2398711"/>
              <a:gd name="connsiteX23243" fmla="*/ 1470640 w 2119654"/>
              <a:gd name="connsiteY23243" fmla="*/ 2112376 h 2398711"/>
              <a:gd name="connsiteX23244" fmla="*/ 1471069 w 2119654"/>
              <a:gd name="connsiteY23244" fmla="*/ 2112217 h 2398711"/>
              <a:gd name="connsiteX23245" fmla="*/ 1474249 w 2119654"/>
              <a:gd name="connsiteY23245" fmla="*/ 2104214 h 2398711"/>
              <a:gd name="connsiteX23246" fmla="*/ 1470883 w 2119654"/>
              <a:gd name="connsiteY23246" fmla="*/ 2111825 h 2398711"/>
              <a:gd name="connsiteX23247" fmla="*/ 1471533 w 2119654"/>
              <a:gd name="connsiteY23247" fmla="*/ 2112046 h 2398711"/>
              <a:gd name="connsiteX23248" fmla="*/ 1474891 w 2119654"/>
              <a:gd name="connsiteY23248" fmla="*/ 2110808 h 2398711"/>
              <a:gd name="connsiteX23249" fmla="*/ 1476791 w 2119654"/>
              <a:gd name="connsiteY23249" fmla="*/ 2105515 h 2398711"/>
              <a:gd name="connsiteX23250" fmla="*/ 1474535 w 2119654"/>
              <a:gd name="connsiteY23250" fmla="*/ 2103568 h 2398711"/>
              <a:gd name="connsiteX23251" fmla="*/ 1474370 w 2119654"/>
              <a:gd name="connsiteY23251" fmla="*/ 2103940 h 2398711"/>
              <a:gd name="connsiteX23252" fmla="*/ 1476892 w 2119654"/>
              <a:gd name="connsiteY23252" fmla="*/ 2105232 h 2398711"/>
              <a:gd name="connsiteX23253" fmla="*/ 1477405 w 2119654"/>
              <a:gd name="connsiteY23253" fmla="*/ 2103802 h 2398711"/>
              <a:gd name="connsiteX23254" fmla="*/ 1805304 w 2119654"/>
              <a:gd name="connsiteY23254" fmla="*/ 1362808 h 2398711"/>
              <a:gd name="connsiteX23255" fmla="*/ 1806042 w 2119654"/>
              <a:gd name="connsiteY23255" fmla="*/ 1364081 h 2398711"/>
              <a:gd name="connsiteX23256" fmla="*/ 1806512 w 2119654"/>
              <a:gd name="connsiteY23256" fmla="*/ 1363141 h 2398711"/>
              <a:gd name="connsiteX23257" fmla="*/ 1805877 w 2119654"/>
              <a:gd name="connsiteY23257" fmla="*/ 1362086 h 2398711"/>
              <a:gd name="connsiteX23258" fmla="*/ 1815212 w 2119654"/>
              <a:gd name="connsiteY23258" fmla="*/ 1340383 h 2398711"/>
              <a:gd name="connsiteX23259" fmla="*/ 1815404 w 2119654"/>
              <a:gd name="connsiteY23259" fmla="*/ 1340563 h 2398711"/>
              <a:gd name="connsiteX23260" fmla="*/ 1815712 w 2119654"/>
              <a:gd name="connsiteY23260" fmla="*/ 1340327 h 2398711"/>
              <a:gd name="connsiteX23261" fmla="*/ 1816145 w 2119654"/>
              <a:gd name="connsiteY23261" fmla="*/ 1338593 h 2398711"/>
              <a:gd name="connsiteX23262" fmla="*/ 1482102 w 2119654"/>
              <a:gd name="connsiteY23262" fmla="*/ 2086082 h 2398711"/>
              <a:gd name="connsiteX23263" fmla="*/ 1481593 w 2119654"/>
              <a:gd name="connsiteY23263" fmla="*/ 2087605 h 2398711"/>
              <a:gd name="connsiteX23264" fmla="*/ 1480067 w 2119654"/>
              <a:gd name="connsiteY23264" fmla="*/ 2091055 h 2398711"/>
              <a:gd name="connsiteX23265" fmla="*/ 1480141 w 2119654"/>
              <a:gd name="connsiteY23265" fmla="*/ 2091080 h 2398711"/>
              <a:gd name="connsiteX23266" fmla="*/ 1480322 w 2119654"/>
              <a:gd name="connsiteY23266" fmla="*/ 2090981 h 2398711"/>
              <a:gd name="connsiteX23267" fmla="*/ 1481422 w 2119654"/>
              <a:gd name="connsiteY23267" fmla="*/ 2089119 h 2398711"/>
              <a:gd name="connsiteX23268" fmla="*/ 1483797 w 2119654"/>
              <a:gd name="connsiteY23268" fmla="*/ 2084971 h 2398711"/>
              <a:gd name="connsiteX23269" fmla="*/ 1483878 w 2119654"/>
              <a:gd name="connsiteY23269" fmla="*/ 2084693 h 2398711"/>
              <a:gd name="connsiteX23270" fmla="*/ 1496794 w 2119654"/>
              <a:gd name="connsiteY23270" fmla="*/ 2053168 h 2398711"/>
              <a:gd name="connsiteX23271" fmla="*/ 1496850 w 2119654"/>
              <a:gd name="connsiteY23271" fmla="*/ 2053365 h 2398711"/>
              <a:gd name="connsiteX23272" fmla="*/ 1496956 w 2119654"/>
              <a:gd name="connsiteY23272" fmla="*/ 2053238 h 2398711"/>
              <a:gd name="connsiteX23273" fmla="*/ 1806456 w 2119654"/>
              <a:gd name="connsiteY23273" fmla="*/ 1359466 h 2398711"/>
              <a:gd name="connsiteX23274" fmla="*/ 1806612 w 2119654"/>
              <a:gd name="connsiteY23274" fmla="*/ 1359633 h 2398711"/>
              <a:gd name="connsiteX23275" fmla="*/ 1807130 w 2119654"/>
              <a:gd name="connsiteY23275" fmla="*/ 1359307 h 2398711"/>
              <a:gd name="connsiteX23276" fmla="*/ 1808085 w 2119654"/>
              <a:gd name="connsiteY23276" fmla="*/ 1358103 h 2398711"/>
              <a:gd name="connsiteX23277" fmla="*/ 1807856 w 2119654"/>
              <a:gd name="connsiteY23277" fmla="*/ 1357857 h 2398711"/>
              <a:gd name="connsiteX23278" fmla="*/ 1485776 w 2119654"/>
              <a:gd name="connsiteY23278" fmla="*/ 2077506 h 2398711"/>
              <a:gd name="connsiteX23279" fmla="*/ 1485967 w 2119654"/>
              <a:gd name="connsiteY23279" fmla="*/ 2077495 h 2398711"/>
              <a:gd name="connsiteX23280" fmla="*/ 1486004 w 2119654"/>
              <a:gd name="connsiteY23280" fmla="*/ 2077369 h 2398711"/>
              <a:gd name="connsiteX23281" fmla="*/ 1807547 w 2119654"/>
              <a:gd name="connsiteY23281" fmla="*/ 1356865 h 2398711"/>
              <a:gd name="connsiteX23282" fmla="*/ 1807802 w 2119654"/>
              <a:gd name="connsiteY23282" fmla="*/ 1357140 h 2398711"/>
              <a:gd name="connsiteX23283" fmla="*/ 1811811 w 2119654"/>
              <a:gd name="connsiteY23283" fmla="*/ 1352531 h 2398711"/>
              <a:gd name="connsiteX23284" fmla="*/ 1813521 w 2119654"/>
              <a:gd name="connsiteY23284" fmla="*/ 1349107 h 2398711"/>
              <a:gd name="connsiteX23285" fmla="*/ 1813720 w 2119654"/>
              <a:gd name="connsiteY23285" fmla="*/ 1348309 h 2398711"/>
              <a:gd name="connsiteX23286" fmla="*/ 1811798 w 2119654"/>
              <a:gd name="connsiteY23286" fmla="*/ 1349517 h 2398711"/>
              <a:gd name="connsiteX23287" fmla="*/ 1873470 w 2119654"/>
              <a:gd name="connsiteY23287" fmla="*/ 1209166 h 2398711"/>
              <a:gd name="connsiteX23288" fmla="*/ 1869204 w 2119654"/>
              <a:gd name="connsiteY23288" fmla="*/ 1221429 h 2398711"/>
              <a:gd name="connsiteX23289" fmla="*/ 1874866 w 2119654"/>
              <a:gd name="connsiteY23289" fmla="*/ 1217487 h 2398711"/>
              <a:gd name="connsiteX23290" fmla="*/ 1877541 w 2119654"/>
              <a:gd name="connsiteY23290" fmla="*/ 1211817 h 2398711"/>
              <a:gd name="connsiteX23291" fmla="*/ 1805637 w 2119654"/>
              <a:gd name="connsiteY23291" fmla="*/ 1360978 h 2398711"/>
              <a:gd name="connsiteX23292" fmla="*/ 1805709 w 2119654"/>
              <a:gd name="connsiteY23292" fmla="*/ 1361098 h 2398711"/>
              <a:gd name="connsiteX23293" fmla="*/ 1805970 w 2119654"/>
              <a:gd name="connsiteY23293" fmla="*/ 1360769 h 2398711"/>
              <a:gd name="connsiteX23294" fmla="*/ 1858650 w 2119654"/>
              <a:gd name="connsiteY23294" fmla="*/ 1242172 h 2398711"/>
              <a:gd name="connsiteX23295" fmla="*/ 1855659 w 2119654"/>
              <a:gd name="connsiteY23295" fmla="*/ 1250363 h 2398711"/>
              <a:gd name="connsiteX23296" fmla="*/ 1859273 w 2119654"/>
              <a:gd name="connsiteY23296" fmla="*/ 1246088 h 2398711"/>
              <a:gd name="connsiteX23297" fmla="*/ 1860288 w 2119654"/>
              <a:gd name="connsiteY23297" fmla="*/ 1244759 h 2398711"/>
              <a:gd name="connsiteX23298" fmla="*/ 1861952 w 2119654"/>
              <a:gd name="connsiteY23298" fmla="*/ 1240176 h 2398711"/>
              <a:gd name="connsiteX23299" fmla="*/ 1483122 w 2119654"/>
              <a:gd name="connsiteY23299" fmla="*/ 2083036 h 2398711"/>
              <a:gd name="connsiteX23300" fmla="*/ 1482909 w 2119654"/>
              <a:gd name="connsiteY23300" fmla="*/ 2083671 h 2398711"/>
              <a:gd name="connsiteX23301" fmla="*/ 1483177 w 2119654"/>
              <a:gd name="connsiteY23301" fmla="*/ 2083461 h 2398711"/>
              <a:gd name="connsiteX23302" fmla="*/ 1483485 w 2119654"/>
              <a:gd name="connsiteY23302" fmla="*/ 2083182 h 2398711"/>
              <a:gd name="connsiteX23303" fmla="*/ 1805946 w 2119654"/>
              <a:gd name="connsiteY23303" fmla="*/ 1360053 h 2398711"/>
              <a:gd name="connsiteX23304" fmla="*/ 1806045 w 2119654"/>
              <a:gd name="connsiteY23304" fmla="*/ 1359990 h 2398711"/>
              <a:gd name="connsiteX23305" fmla="*/ 1806021 w 2119654"/>
              <a:gd name="connsiteY23305" fmla="*/ 1359966 h 2398711"/>
              <a:gd name="connsiteX23306" fmla="*/ 1483326 w 2119654"/>
              <a:gd name="connsiteY23306" fmla="*/ 2082423 h 2398711"/>
              <a:gd name="connsiteX23307" fmla="*/ 1483231 w 2119654"/>
              <a:gd name="connsiteY23307" fmla="*/ 2082708 h 2398711"/>
              <a:gd name="connsiteX23308" fmla="*/ 1483762 w 2119654"/>
              <a:gd name="connsiteY23308" fmla="*/ 2082930 h 2398711"/>
              <a:gd name="connsiteX23309" fmla="*/ 1484614 w 2119654"/>
              <a:gd name="connsiteY23309" fmla="*/ 2082157 h 2398711"/>
              <a:gd name="connsiteX23310" fmla="*/ 1485307 w 2119654"/>
              <a:gd name="connsiteY23310" fmla="*/ 2079770 h 2398711"/>
              <a:gd name="connsiteX23311" fmla="*/ 1806566 w 2119654"/>
              <a:gd name="connsiteY23311" fmla="*/ 1358563 h 2398711"/>
              <a:gd name="connsiteX23312" fmla="*/ 1807506 w 2119654"/>
              <a:gd name="connsiteY23312" fmla="*/ 1357481 h 2398711"/>
              <a:gd name="connsiteX23313" fmla="*/ 1807312 w 2119654"/>
              <a:gd name="connsiteY23313" fmla="*/ 1357272 h 2398711"/>
              <a:gd name="connsiteX23314" fmla="*/ 1811071 w 2119654"/>
              <a:gd name="connsiteY23314" fmla="*/ 1348323 h 2398711"/>
              <a:gd name="connsiteX23315" fmla="*/ 1812176 w 2119654"/>
              <a:gd name="connsiteY23315" fmla="*/ 1347628 h 2398711"/>
              <a:gd name="connsiteX23316" fmla="*/ 1814836 w 2119654"/>
              <a:gd name="connsiteY23316" fmla="*/ 1343032 h 2398711"/>
              <a:gd name="connsiteX23317" fmla="*/ 1813166 w 2119654"/>
              <a:gd name="connsiteY23317" fmla="*/ 1344306 h 2398711"/>
              <a:gd name="connsiteX23318" fmla="*/ 1762155 w 2119654"/>
              <a:gd name="connsiteY23318" fmla="*/ 1457854 h 2398711"/>
              <a:gd name="connsiteX23319" fmla="*/ 1762752 w 2119654"/>
              <a:gd name="connsiteY23319" fmla="*/ 1457430 h 2398711"/>
              <a:gd name="connsiteX23320" fmla="*/ 1763982 w 2119654"/>
              <a:gd name="connsiteY23320" fmla="*/ 1456027 h 2398711"/>
              <a:gd name="connsiteX23321" fmla="*/ 1763668 w 2119654"/>
              <a:gd name="connsiteY23321" fmla="*/ 1455757 h 2398711"/>
              <a:gd name="connsiteX23322" fmla="*/ 1763095 w 2119654"/>
              <a:gd name="connsiteY23322" fmla="*/ 1456104 h 2398711"/>
              <a:gd name="connsiteX23323" fmla="*/ 1457430 w 2119654"/>
              <a:gd name="connsiteY23323" fmla="*/ 2140104 h 2398711"/>
              <a:gd name="connsiteX23324" fmla="*/ 1457237 w 2119654"/>
              <a:gd name="connsiteY23324" fmla="*/ 2141661 h 2398711"/>
              <a:gd name="connsiteX23325" fmla="*/ 1457922 w 2119654"/>
              <a:gd name="connsiteY23325" fmla="*/ 2140113 h 2398711"/>
              <a:gd name="connsiteX23326" fmla="*/ 1510510 w 2119654"/>
              <a:gd name="connsiteY23326" fmla="*/ 2020930 h 2398711"/>
              <a:gd name="connsiteX23327" fmla="*/ 1509798 w 2119654"/>
              <a:gd name="connsiteY23327" fmla="*/ 2023498 h 2398711"/>
              <a:gd name="connsiteX23328" fmla="*/ 1510814 w 2119654"/>
              <a:gd name="connsiteY23328" fmla="*/ 2023780 h 2398711"/>
              <a:gd name="connsiteX23329" fmla="*/ 1512201 w 2119654"/>
              <a:gd name="connsiteY23329" fmla="*/ 2023497 h 2398711"/>
              <a:gd name="connsiteX23330" fmla="*/ 1512095 w 2119654"/>
              <a:gd name="connsiteY23330" fmla="*/ 2023623 h 2398711"/>
              <a:gd name="connsiteX23331" fmla="*/ 1511031 w 2119654"/>
              <a:gd name="connsiteY23331" fmla="*/ 2023840 h 2398711"/>
              <a:gd name="connsiteX23332" fmla="*/ 1514879 w 2119654"/>
              <a:gd name="connsiteY23332" fmla="*/ 2024906 h 2398711"/>
              <a:gd name="connsiteX23333" fmla="*/ 1515251 w 2119654"/>
              <a:gd name="connsiteY23333" fmla="*/ 2021782 h 2398711"/>
              <a:gd name="connsiteX23334" fmla="*/ 1473473 w 2119654"/>
              <a:gd name="connsiteY23334" fmla="*/ 2103480 h 2398711"/>
              <a:gd name="connsiteX23335" fmla="*/ 1474001 w 2119654"/>
              <a:gd name="connsiteY23335" fmla="*/ 2103751 h 2398711"/>
              <a:gd name="connsiteX23336" fmla="*/ 1474098 w 2119654"/>
              <a:gd name="connsiteY23336" fmla="*/ 2103532 h 2398711"/>
              <a:gd name="connsiteX23337" fmla="*/ 1804706 w 2119654"/>
              <a:gd name="connsiteY23337" fmla="*/ 1361778 h 2398711"/>
              <a:gd name="connsiteX23338" fmla="*/ 1804901 w 2119654"/>
              <a:gd name="connsiteY23338" fmla="*/ 1362116 h 2398711"/>
              <a:gd name="connsiteX23339" fmla="*/ 1805467 w 2119654"/>
              <a:gd name="connsiteY23339" fmla="*/ 1361403 h 2398711"/>
              <a:gd name="connsiteX23340" fmla="*/ 1805329 w 2119654"/>
              <a:gd name="connsiteY23340" fmla="*/ 1361172 h 2398711"/>
              <a:gd name="connsiteX23341" fmla="*/ 1804900 w 2119654"/>
              <a:gd name="connsiteY23341" fmla="*/ 1361443 h 2398711"/>
              <a:gd name="connsiteX23342" fmla="*/ 1484768 w 2119654"/>
              <a:gd name="connsiteY23342" fmla="*/ 2078110 h 2398711"/>
              <a:gd name="connsiteX23343" fmla="*/ 1483568 w 2119654"/>
              <a:gd name="connsiteY23343" fmla="*/ 2081702 h 2398711"/>
              <a:gd name="connsiteX23344" fmla="*/ 1485495 w 2119654"/>
              <a:gd name="connsiteY23344" fmla="*/ 2079119 h 2398711"/>
              <a:gd name="connsiteX23345" fmla="*/ 1485880 w 2119654"/>
              <a:gd name="connsiteY23345" fmla="*/ 2077796 h 2398711"/>
              <a:gd name="connsiteX23346" fmla="*/ 1485234 w 2119654"/>
              <a:gd name="connsiteY23346" fmla="*/ 2077831 h 2398711"/>
              <a:gd name="connsiteX23347" fmla="*/ 1820780 w 2119654"/>
              <a:gd name="connsiteY23347" fmla="*/ 1325605 h 2398711"/>
              <a:gd name="connsiteX23348" fmla="*/ 1820250 w 2119654"/>
              <a:gd name="connsiteY23348" fmla="*/ 1327710 h 2398711"/>
              <a:gd name="connsiteX23349" fmla="*/ 1821455 w 2119654"/>
              <a:gd name="connsiteY23349" fmla="*/ 1325400 h 2398711"/>
              <a:gd name="connsiteX23350" fmla="*/ 1821369 w 2119654"/>
              <a:gd name="connsiteY23350" fmla="*/ 1325226 h 2398711"/>
              <a:gd name="connsiteX23351" fmla="*/ 1473797 w 2119654"/>
              <a:gd name="connsiteY23351" fmla="*/ 2102351 h 2398711"/>
              <a:gd name="connsiteX23352" fmla="*/ 1474086 w 2119654"/>
              <a:gd name="connsiteY23352" fmla="*/ 2102387 h 2398711"/>
              <a:gd name="connsiteX23353" fmla="*/ 1473807 w 2119654"/>
              <a:gd name="connsiteY23353" fmla="*/ 2102334 h 2398711"/>
              <a:gd name="connsiteX23354" fmla="*/ 1494527 w 2119654"/>
              <a:gd name="connsiteY23354" fmla="*/ 2055862 h 2398711"/>
              <a:gd name="connsiteX23355" fmla="*/ 1494516 w 2119654"/>
              <a:gd name="connsiteY23355" fmla="*/ 2055898 h 2398711"/>
              <a:gd name="connsiteX23356" fmla="*/ 1494527 w 2119654"/>
              <a:gd name="connsiteY23356" fmla="*/ 2055893 h 2398711"/>
              <a:gd name="connsiteX23357" fmla="*/ 1452169 w 2119654"/>
              <a:gd name="connsiteY23357" fmla="*/ 2150667 h 2398711"/>
              <a:gd name="connsiteX23358" fmla="*/ 1452029 w 2119654"/>
              <a:gd name="connsiteY23358" fmla="*/ 2153439 h 2398711"/>
              <a:gd name="connsiteX23359" fmla="*/ 1453099 w 2119654"/>
              <a:gd name="connsiteY23359" fmla="*/ 2151022 h 2398711"/>
              <a:gd name="connsiteX23360" fmla="*/ 1786175 w 2119654"/>
              <a:gd name="connsiteY23360" fmla="*/ 1402759 h 2398711"/>
              <a:gd name="connsiteX23361" fmla="*/ 1786809 w 2119654"/>
              <a:gd name="connsiteY23361" fmla="*/ 1402589 h 2398711"/>
              <a:gd name="connsiteX23362" fmla="*/ 1787528 w 2119654"/>
              <a:gd name="connsiteY23362" fmla="*/ 1401148 h 2398711"/>
              <a:gd name="connsiteX23363" fmla="*/ 1787427 w 2119654"/>
              <a:gd name="connsiteY23363" fmla="*/ 1401056 h 2398711"/>
              <a:gd name="connsiteX23364" fmla="*/ 1806951 w 2119654"/>
              <a:gd name="connsiteY23364" fmla="*/ 1356224 h 2398711"/>
              <a:gd name="connsiteX23365" fmla="*/ 1807107 w 2119654"/>
              <a:gd name="connsiteY23365" fmla="*/ 1356391 h 2398711"/>
              <a:gd name="connsiteX23366" fmla="*/ 1810675 w 2119654"/>
              <a:gd name="connsiteY23366" fmla="*/ 1350224 h 2398711"/>
              <a:gd name="connsiteX23367" fmla="*/ 1809790 w 2119654"/>
              <a:gd name="connsiteY23367" fmla="*/ 1350780 h 2398711"/>
              <a:gd name="connsiteX23368" fmla="*/ 1821041 w 2119654"/>
              <a:gd name="connsiteY23368" fmla="*/ 1324571 h 2398711"/>
              <a:gd name="connsiteX23369" fmla="*/ 1820972 w 2119654"/>
              <a:gd name="connsiteY23369" fmla="*/ 1324841 h 2398711"/>
              <a:gd name="connsiteX23370" fmla="*/ 1821126 w 2119654"/>
              <a:gd name="connsiteY23370" fmla="*/ 1324742 h 2398711"/>
              <a:gd name="connsiteX23371" fmla="*/ 1803457 w 2119654"/>
              <a:gd name="connsiteY23371" fmla="*/ 1363936 h 2398711"/>
              <a:gd name="connsiteX23372" fmla="*/ 1804746 w 2119654"/>
              <a:gd name="connsiteY23372" fmla="*/ 1362312 h 2398711"/>
              <a:gd name="connsiteX23373" fmla="*/ 1804568 w 2119654"/>
              <a:gd name="connsiteY23373" fmla="*/ 1362016 h 2398711"/>
              <a:gd name="connsiteX23374" fmla="*/ 1465929 w 2119654"/>
              <a:gd name="connsiteY23374" fmla="*/ 2119686 h 2398711"/>
              <a:gd name="connsiteX23375" fmla="*/ 1465915 w 2119654"/>
              <a:gd name="connsiteY23375" fmla="*/ 2119720 h 2398711"/>
              <a:gd name="connsiteX23376" fmla="*/ 1466601 w 2119654"/>
              <a:gd name="connsiteY23376" fmla="*/ 2119738 h 2398711"/>
              <a:gd name="connsiteX23377" fmla="*/ 1466957 w 2119654"/>
              <a:gd name="connsiteY23377" fmla="*/ 2119680 h 2398711"/>
              <a:gd name="connsiteX23378" fmla="*/ 1467154 w 2119654"/>
              <a:gd name="connsiteY23378" fmla="*/ 2119234 h 2398711"/>
              <a:gd name="connsiteX23379" fmla="*/ 1849827 w 2119654"/>
              <a:gd name="connsiteY23379" fmla="*/ 1259961 h 2398711"/>
              <a:gd name="connsiteX23380" fmla="*/ 1849447 w 2119654"/>
              <a:gd name="connsiteY23380" fmla="*/ 1263592 h 2398711"/>
              <a:gd name="connsiteX23381" fmla="*/ 1852081 w 2119654"/>
              <a:gd name="connsiteY23381" fmla="*/ 1257185 h 2398711"/>
              <a:gd name="connsiteX23382" fmla="*/ 1851619 w 2119654"/>
              <a:gd name="connsiteY23382" fmla="*/ 1257792 h 2398711"/>
              <a:gd name="connsiteX23383" fmla="*/ 1877022 w 2119654"/>
              <a:gd name="connsiteY23383" fmla="*/ 1198955 h 2398711"/>
              <a:gd name="connsiteX23384" fmla="*/ 1873680 w 2119654"/>
              <a:gd name="connsiteY23384" fmla="*/ 1208562 h 2398711"/>
              <a:gd name="connsiteX23385" fmla="*/ 1877804 w 2119654"/>
              <a:gd name="connsiteY23385" fmla="*/ 1211258 h 2398711"/>
              <a:gd name="connsiteX23386" fmla="*/ 1886207 w 2119654"/>
              <a:gd name="connsiteY23386" fmla="*/ 1193446 h 2398711"/>
              <a:gd name="connsiteX23387" fmla="*/ 1887377 w 2119654"/>
              <a:gd name="connsiteY23387" fmla="*/ 1190876 h 2398711"/>
              <a:gd name="connsiteX23388" fmla="*/ 1805689 w 2119654"/>
              <a:gd name="connsiteY23388" fmla="*/ 1358643 h 2398711"/>
              <a:gd name="connsiteX23389" fmla="*/ 1805760 w 2119654"/>
              <a:gd name="connsiteY23389" fmla="*/ 1358720 h 2398711"/>
              <a:gd name="connsiteX23390" fmla="*/ 1806873 w 2119654"/>
              <a:gd name="connsiteY23390" fmla="*/ 1356797 h 2398711"/>
              <a:gd name="connsiteX23391" fmla="*/ 1806731 w 2119654"/>
              <a:gd name="connsiteY23391" fmla="*/ 1356645 h 2398711"/>
              <a:gd name="connsiteX23392" fmla="*/ 1821298 w 2119654"/>
              <a:gd name="connsiteY23392" fmla="*/ 1323548 h 2398711"/>
              <a:gd name="connsiteX23393" fmla="*/ 1821240 w 2119654"/>
              <a:gd name="connsiteY23393" fmla="*/ 1323775 h 2398711"/>
              <a:gd name="connsiteX23394" fmla="*/ 1821579 w 2119654"/>
              <a:gd name="connsiteY23394" fmla="*/ 1324452 h 2398711"/>
              <a:gd name="connsiteX23395" fmla="*/ 1822136 w 2119654"/>
              <a:gd name="connsiteY23395" fmla="*/ 1324093 h 2398711"/>
              <a:gd name="connsiteX23396" fmla="*/ 1823783 w 2119654"/>
              <a:gd name="connsiteY23396" fmla="*/ 1320936 h 2398711"/>
              <a:gd name="connsiteX23397" fmla="*/ 1805014 w 2119654"/>
              <a:gd name="connsiteY23397" fmla="*/ 1359939 h 2398711"/>
              <a:gd name="connsiteX23398" fmla="*/ 1805035 w 2119654"/>
              <a:gd name="connsiteY23398" fmla="*/ 1359974 h 2398711"/>
              <a:gd name="connsiteX23399" fmla="*/ 1805415 w 2119654"/>
              <a:gd name="connsiteY23399" fmla="*/ 1359317 h 2398711"/>
              <a:gd name="connsiteX23400" fmla="*/ 1805366 w 2119654"/>
              <a:gd name="connsiteY23400" fmla="*/ 1359264 h 2398711"/>
              <a:gd name="connsiteX23401" fmla="*/ 1469291 w 2119654"/>
              <a:gd name="connsiteY23401" fmla="*/ 2111613 h 2398711"/>
              <a:gd name="connsiteX23402" fmla="*/ 1468671 w 2119654"/>
              <a:gd name="connsiteY23402" fmla="*/ 2113102 h 2398711"/>
              <a:gd name="connsiteX23403" fmla="*/ 1470099 w 2119654"/>
              <a:gd name="connsiteY23403" fmla="*/ 2112576 h 2398711"/>
              <a:gd name="connsiteX23404" fmla="*/ 1470363 w 2119654"/>
              <a:gd name="connsiteY23404" fmla="*/ 2111978 h 2398711"/>
              <a:gd name="connsiteX23405" fmla="*/ 1804636 w 2119654"/>
              <a:gd name="connsiteY23405" fmla="*/ 1360663 h 2398711"/>
              <a:gd name="connsiteX23406" fmla="*/ 1804826 w 2119654"/>
              <a:gd name="connsiteY23406" fmla="*/ 1360335 h 2398711"/>
              <a:gd name="connsiteX23407" fmla="*/ 1804816 w 2119654"/>
              <a:gd name="connsiteY23407" fmla="*/ 1360318 h 2398711"/>
              <a:gd name="connsiteX23408" fmla="*/ 1877712 w 2119654"/>
              <a:gd name="connsiteY23408" fmla="*/ 1196972 h 2398711"/>
              <a:gd name="connsiteX23409" fmla="*/ 1877247 w 2119654"/>
              <a:gd name="connsiteY23409" fmla="*/ 1198309 h 2398711"/>
              <a:gd name="connsiteX23410" fmla="*/ 1887710 w 2119654"/>
              <a:gd name="connsiteY23410" fmla="*/ 1190145 h 2398711"/>
              <a:gd name="connsiteX23411" fmla="*/ 1897179 w 2119654"/>
              <a:gd name="connsiteY23411" fmla="*/ 1169357 h 2398711"/>
              <a:gd name="connsiteX23412" fmla="*/ 1897270 w 2119654"/>
              <a:gd name="connsiteY23412" fmla="*/ 1169730 h 2398711"/>
              <a:gd name="connsiteX23413" fmla="*/ 1878229 w 2119654"/>
              <a:gd name="connsiteY23413" fmla="*/ 1211536 h 2398711"/>
              <a:gd name="connsiteX23414" fmla="*/ 1880901 w 2119654"/>
              <a:gd name="connsiteY23414" fmla="*/ 1213283 h 2398711"/>
              <a:gd name="connsiteX23415" fmla="*/ 1886129 w 2119654"/>
              <a:gd name="connsiteY23415" fmla="*/ 1209643 h 2398711"/>
              <a:gd name="connsiteX23416" fmla="*/ 1925257 w 2119654"/>
              <a:gd name="connsiteY23416" fmla="*/ 1146891 h 2398711"/>
              <a:gd name="connsiteX23417" fmla="*/ 1927122 w 2119654"/>
              <a:gd name="connsiteY23417" fmla="*/ 1143808 h 2398711"/>
              <a:gd name="connsiteX23418" fmla="*/ 1939992 w 2119654"/>
              <a:gd name="connsiteY23418" fmla="*/ 1097147 h 2398711"/>
              <a:gd name="connsiteX23419" fmla="*/ 1932741 w 2119654"/>
              <a:gd name="connsiteY23419" fmla="*/ 1109089 h 2398711"/>
              <a:gd name="connsiteX23420" fmla="*/ 1463969 w 2119654"/>
              <a:gd name="connsiteY23420" fmla="*/ 2123165 h 2398711"/>
              <a:gd name="connsiteX23421" fmla="*/ 1465189 w 2119654"/>
              <a:gd name="connsiteY23421" fmla="*/ 2123678 h 2398711"/>
              <a:gd name="connsiteX23422" fmla="*/ 1466313 w 2119654"/>
              <a:gd name="connsiteY23422" fmla="*/ 2121138 h 2398711"/>
              <a:gd name="connsiteX23423" fmla="*/ 1465134 w 2119654"/>
              <a:gd name="connsiteY23423" fmla="*/ 2121106 h 2398711"/>
              <a:gd name="connsiteX23424" fmla="*/ 1819849 w 2119654"/>
              <a:gd name="connsiteY23424" fmla="*/ 1326204 h 2398711"/>
              <a:gd name="connsiteX23425" fmla="*/ 1819036 w 2119654"/>
              <a:gd name="connsiteY23425" fmla="*/ 1329463 h 2398711"/>
              <a:gd name="connsiteX23426" fmla="*/ 1819182 w 2119654"/>
              <a:gd name="connsiteY23426" fmla="*/ 1329264 h 2398711"/>
              <a:gd name="connsiteX23427" fmla="*/ 1819972 w 2119654"/>
              <a:gd name="connsiteY23427" fmla="*/ 1326124 h 2398711"/>
              <a:gd name="connsiteX23428" fmla="*/ 1452236 w 2119654"/>
              <a:gd name="connsiteY23428" fmla="*/ 2149354 h 2398711"/>
              <a:gd name="connsiteX23429" fmla="*/ 1452208 w 2119654"/>
              <a:gd name="connsiteY23429" fmla="*/ 2149902 h 2398711"/>
              <a:gd name="connsiteX23430" fmla="*/ 1453385 w 2119654"/>
              <a:gd name="connsiteY23430" fmla="*/ 2150373 h 2398711"/>
              <a:gd name="connsiteX23431" fmla="*/ 1453653 w 2119654"/>
              <a:gd name="connsiteY23431" fmla="*/ 2149768 h 2398711"/>
              <a:gd name="connsiteX23432" fmla="*/ 1463618 w 2119654"/>
              <a:gd name="connsiteY23432" fmla="*/ 2123785 h 2398711"/>
              <a:gd name="connsiteX23433" fmla="*/ 1464239 w 2119654"/>
              <a:gd name="connsiteY23433" fmla="*/ 2123784 h 2398711"/>
              <a:gd name="connsiteX23434" fmla="*/ 1463738 w 2119654"/>
              <a:gd name="connsiteY23434" fmla="*/ 2123573 h 2398711"/>
              <a:gd name="connsiteX23435" fmla="*/ 1472703 w 2119654"/>
              <a:gd name="connsiteY23435" fmla="*/ 2103422 h 2398711"/>
              <a:gd name="connsiteX23436" fmla="*/ 1469411 w 2119654"/>
              <a:gd name="connsiteY23436" fmla="*/ 2111326 h 2398711"/>
              <a:gd name="connsiteX23437" fmla="*/ 1470490 w 2119654"/>
              <a:gd name="connsiteY23437" fmla="*/ 2111692 h 2398711"/>
              <a:gd name="connsiteX23438" fmla="*/ 1473880 w 2119654"/>
              <a:gd name="connsiteY23438" fmla="*/ 2104025 h 2398711"/>
              <a:gd name="connsiteX23439" fmla="*/ 1473058 w 2119654"/>
              <a:gd name="connsiteY23439" fmla="*/ 2103604 h 2398711"/>
              <a:gd name="connsiteX23440" fmla="*/ 1472431 w 2119654"/>
              <a:gd name="connsiteY23440" fmla="*/ 2104666 h 2398711"/>
              <a:gd name="connsiteX23441" fmla="*/ 1472186 w 2119654"/>
              <a:gd name="connsiteY23441" fmla="*/ 2104761 h 2398711"/>
              <a:gd name="connsiteX23442" fmla="*/ 1472913 w 2119654"/>
              <a:gd name="connsiteY23442" fmla="*/ 2103530 h 2398711"/>
              <a:gd name="connsiteX23443" fmla="*/ 1492333 w 2119654"/>
              <a:gd name="connsiteY23443" fmla="*/ 2059448 h 2398711"/>
              <a:gd name="connsiteX23444" fmla="*/ 1492303 w 2119654"/>
              <a:gd name="connsiteY23444" fmla="*/ 2059551 h 2398711"/>
              <a:gd name="connsiteX23445" fmla="*/ 1492723 w 2119654"/>
              <a:gd name="connsiteY23445" fmla="*/ 2059255 h 2398711"/>
              <a:gd name="connsiteX23446" fmla="*/ 1492334 w 2119654"/>
              <a:gd name="connsiteY23446" fmla="*/ 2059447 h 2398711"/>
              <a:gd name="connsiteX23447" fmla="*/ 1496930 w 2119654"/>
              <a:gd name="connsiteY23447" fmla="*/ 2049126 h 2398711"/>
              <a:gd name="connsiteX23448" fmla="*/ 1496797 w 2119654"/>
              <a:gd name="connsiteY23448" fmla="*/ 2052185 h 2398711"/>
              <a:gd name="connsiteX23449" fmla="*/ 1497558 w 2119654"/>
              <a:gd name="connsiteY23449" fmla="*/ 2052515 h 2398711"/>
              <a:gd name="connsiteX23450" fmla="*/ 1499849 w 2119654"/>
              <a:gd name="connsiteY23450" fmla="*/ 2049760 h 2398711"/>
              <a:gd name="connsiteX23451" fmla="*/ 1473203 w 2119654"/>
              <a:gd name="connsiteY23451" fmla="*/ 2102222 h 2398711"/>
              <a:gd name="connsiteX23452" fmla="*/ 1473180 w 2119654"/>
              <a:gd name="connsiteY23452" fmla="*/ 2102276 h 2398711"/>
              <a:gd name="connsiteX23453" fmla="*/ 1473622 w 2119654"/>
              <a:gd name="connsiteY23453" fmla="*/ 2102330 h 2398711"/>
              <a:gd name="connsiteX23454" fmla="*/ 1473638 w 2119654"/>
              <a:gd name="connsiteY23454" fmla="*/ 2102303 h 2398711"/>
              <a:gd name="connsiteX23455" fmla="*/ 1463279 w 2119654"/>
              <a:gd name="connsiteY23455" fmla="*/ 2124385 h 2398711"/>
              <a:gd name="connsiteX23456" fmla="*/ 1464936 w 2119654"/>
              <a:gd name="connsiteY23456" fmla="*/ 2124250 h 2398711"/>
              <a:gd name="connsiteX23457" fmla="*/ 1465001 w 2119654"/>
              <a:gd name="connsiteY23457" fmla="*/ 2124104 h 2398711"/>
              <a:gd name="connsiteX23458" fmla="*/ 1464765 w 2119654"/>
              <a:gd name="connsiteY23458" fmla="*/ 2124004 h 2398711"/>
              <a:gd name="connsiteX23459" fmla="*/ 1463492 w 2119654"/>
              <a:gd name="connsiteY23459" fmla="*/ 2124007 h 2398711"/>
              <a:gd name="connsiteX23460" fmla="*/ 1864909 w 2119654"/>
              <a:gd name="connsiteY23460" fmla="*/ 1225032 h 2398711"/>
              <a:gd name="connsiteX23461" fmla="*/ 1859652 w 2119654"/>
              <a:gd name="connsiteY23461" fmla="*/ 1239427 h 2398711"/>
              <a:gd name="connsiteX23462" fmla="*/ 1862923 w 2119654"/>
              <a:gd name="connsiteY23462" fmla="*/ 1237501 h 2398711"/>
              <a:gd name="connsiteX23463" fmla="*/ 1868310 w 2119654"/>
              <a:gd name="connsiteY23463" fmla="*/ 1222663 h 2398711"/>
              <a:gd name="connsiteX23464" fmla="*/ 1457883 w 2119654"/>
              <a:gd name="connsiteY23464" fmla="*/ 2136437 h 2398711"/>
              <a:gd name="connsiteX23465" fmla="*/ 1457506 w 2119654"/>
              <a:gd name="connsiteY23465" fmla="*/ 2139494 h 2398711"/>
              <a:gd name="connsiteX23466" fmla="*/ 1458190 w 2119654"/>
              <a:gd name="connsiteY23466" fmla="*/ 2139506 h 2398711"/>
              <a:gd name="connsiteX23467" fmla="*/ 1459397 w 2119654"/>
              <a:gd name="connsiteY23467" fmla="*/ 2136777 h 2398711"/>
              <a:gd name="connsiteX23468" fmla="*/ 1876520 w 2119654"/>
              <a:gd name="connsiteY23468" fmla="*/ 1198877 h 2398711"/>
              <a:gd name="connsiteX23469" fmla="*/ 1876886 w 2119654"/>
              <a:gd name="connsiteY23469" fmla="*/ 1198591 h 2398711"/>
              <a:gd name="connsiteX23470" fmla="*/ 1877120 w 2119654"/>
              <a:gd name="connsiteY23470" fmla="*/ 1197918 h 2398711"/>
              <a:gd name="connsiteX23471" fmla="*/ 1813881 w 2119654"/>
              <a:gd name="connsiteY23471" fmla="*/ 1339133 h 2398711"/>
              <a:gd name="connsiteX23472" fmla="*/ 1814158 w 2119654"/>
              <a:gd name="connsiteY23472" fmla="*/ 1339392 h 2398711"/>
              <a:gd name="connsiteX23473" fmla="*/ 1814817 w 2119654"/>
              <a:gd name="connsiteY23473" fmla="*/ 1338127 h 2398711"/>
              <a:gd name="connsiteX23474" fmla="*/ 1452262 w 2119654"/>
              <a:gd name="connsiteY23474" fmla="*/ 2148837 h 2398711"/>
              <a:gd name="connsiteX23475" fmla="*/ 1452253 w 2119654"/>
              <a:gd name="connsiteY23475" fmla="*/ 2149009 h 2398711"/>
              <a:gd name="connsiteX23476" fmla="*/ 1453769 w 2119654"/>
              <a:gd name="connsiteY23476" fmla="*/ 2149506 h 2398711"/>
              <a:gd name="connsiteX23477" fmla="*/ 1453837 w 2119654"/>
              <a:gd name="connsiteY23477" fmla="*/ 2149350 h 2398711"/>
              <a:gd name="connsiteX23478" fmla="*/ 1800340 w 2119654"/>
              <a:gd name="connsiteY23478" fmla="*/ 1369324 h 2398711"/>
              <a:gd name="connsiteX23479" fmla="*/ 1805402 w 2119654"/>
              <a:gd name="connsiteY23479" fmla="*/ 1365362 h 2398711"/>
              <a:gd name="connsiteX23480" fmla="*/ 1805934 w 2119654"/>
              <a:gd name="connsiteY23480" fmla="*/ 1364298 h 2398711"/>
              <a:gd name="connsiteX23481" fmla="*/ 1805155 w 2119654"/>
              <a:gd name="connsiteY23481" fmla="*/ 1362997 h 2398711"/>
              <a:gd name="connsiteX23482" fmla="*/ 1800895 w 2119654"/>
              <a:gd name="connsiteY23482" fmla="*/ 1368364 h 2398711"/>
              <a:gd name="connsiteX23483" fmla="*/ 1778000 w 2119654"/>
              <a:gd name="connsiteY23483" fmla="*/ 1419340 h 2398711"/>
              <a:gd name="connsiteX23484" fmla="*/ 1778201 w 2119654"/>
              <a:gd name="connsiteY23484" fmla="*/ 1419825 h 2398711"/>
              <a:gd name="connsiteX23485" fmla="*/ 1779083 w 2119654"/>
              <a:gd name="connsiteY23485" fmla="*/ 1418057 h 2398711"/>
              <a:gd name="connsiteX23486" fmla="*/ 1820233 w 2119654"/>
              <a:gd name="connsiteY23486" fmla="*/ 1324668 h 2398711"/>
              <a:gd name="connsiteX23487" fmla="*/ 1820039 w 2119654"/>
              <a:gd name="connsiteY23487" fmla="*/ 1325442 h 2398711"/>
              <a:gd name="connsiteX23488" fmla="*/ 1820164 w 2119654"/>
              <a:gd name="connsiteY23488" fmla="*/ 1325361 h 2398711"/>
              <a:gd name="connsiteX23489" fmla="*/ 1820378 w 2119654"/>
              <a:gd name="connsiteY23489" fmla="*/ 1324516 h 2398711"/>
              <a:gd name="connsiteX23490" fmla="*/ 1477397 w 2119654"/>
              <a:gd name="connsiteY23490" fmla="*/ 2092151 h 2398711"/>
              <a:gd name="connsiteX23491" fmla="*/ 1477375 w 2119654"/>
              <a:gd name="connsiteY23491" fmla="*/ 2092206 h 2398711"/>
              <a:gd name="connsiteX23492" fmla="*/ 1477660 w 2119654"/>
              <a:gd name="connsiteY23492" fmla="*/ 2092141 h 2398711"/>
              <a:gd name="connsiteX23493" fmla="*/ 1824531 w 2119654"/>
              <a:gd name="connsiteY23493" fmla="*/ 1314760 h 2398711"/>
              <a:gd name="connsiteX23494" fmla="*/ 1826438 w 2119654"/>
              <a:gd name="connsiteY23494" fmla="*/ 1315845 h 2398711"/>
              <a:gd name="connsiteX23495" fmla="*/ 1830131 w 2119654"/>
              <a:gd name="connsiteY23495" fmla="*/ 1308764 h 2398711"/>
              <a:gd name="connsiteX23496" fmla="*/ 1799426 w 2119654"/>
              <a:gd name="connsiteY23496" fmla="*/ 1370905 h 2398711"/>
              <a:gd name="connsiteX23497" fmla="*/ 1803611 w 2119654"/>
              <a:gd name="connsiteY23497" fmla="*/ 1368949 h 2398711"/>
              <a:gd name="connsiteX23498" fmla="*/ 1804817 w 2119654"/>
              <a:gd name="connsiteY23498" fmla="*/ 1366534 h 2398711"/>
              <a:gd name="connsiteX23499" fmla="*/ 1799587 w 2119654"/>
              <a:gd name="connsiteY23499" fmla="*/ 1370626 h 2398711"/>
              <a:gd name="connsiteX23500" fmla="*/ 1814302 w 2119654"/>
              <a:gd name="connsiteY23500" fmla="*/ 1337574 h 2398711"/>
              <a:gd name="connsiteX23501" fmla="*/ 1816130 w 2119654"/>
              <a:gd name="connsiteY23501" fmla="*/ 1335610 h 2398711"/>
              <a:gd name="connsiteX23502" fmla="*/ 1817043 w 2119654"/>
              <a:gd name="connsiteY23502" fmla="*/ 1333860 h 2398711"/>
              <a:gd name="connsiteX23503" fmla="*/ 1820518 w 2119654"/>
              <a:gd name="connsiteY23503" fmla="*/ 1323525 h 2398711"/>
              <a:gd name="connsiteX23504" fmla="*/ 1820291 w 2119654"/>
              <a:gd name="connsiteY23504" fmla="*/ 1324433 h 2398711"/>
              <a:gd name="connsiteX23505" fmla="*/ 1820439 w 2119654"/>
              <a:gd name="connsiteY23505" fmla="*/ 1324272 h 2398711"/>
              <a:gd name="connsiteX23506" fmla="*/ 1820590 w 2119654"/>
              <a:gd name="connsiteY23506" fmla="*/ 1323670 h 2398711"/>
              <a:gd name="connsiteX23507" fmla="*/ 1497206 w 2119654"/>
              <a:gd name="connsiteY23507" fmla="*/ 2047338 h 2398711"/>
              <a:gd name="connsiteX23508" fmla="*/ 1496975 w 2119654"/>
              <a:gd name="connsiteY23508" fmla="*/ 2048073 h 2398711"/>
              <a:gd name="connsiteX23509" fmla="*/ 1496949 w 2119654"/>
              <a:gd name="connsiteY23509" fmla="*/ 2048685 h 2398711"/>
              <a:gd name="connsiteX23510" fmla="*/ 1500131 w 2119654"/>
              <a:gd name="connsiteY23510" fmla="*/ 2049420 h 2398711"/>
              <a:gd name="connsiteX23511" fmla="*/ 1501335 w 2119654"/>
              <a:gd name="connsiteY23511" fmla="*/ 2047973 h 2398711"/>
              <a:gd name="connsiteX23512" fmla="*/ 1501379 w 2119654"/>
              <a:gd name="connsiteY23512" fmla="*/ 2047190 h 2398711"/>
              <a:gd name="connsiteX23513" fmla="*/ 1499662 w 2119654"/>
              <a:gd name="connsiteY23513" fmla="*/ 2047043 h 2398711"/>
              <a:gd name="connsiteX23514" fmla="*/ 1829041 w 2119654"/>
              <a:gd name="connsiteY23514" fmla="*/ 1304092 h 2398711"/>
              <a:gd name="connsiteX23515" fmla="*/ 1834720 w 2119654"/>
              <a:gd name="connsiteY23515" fmla="*/ 1299302 h 2398711"/>
              <a:gd name="connsiteX23516" fmla="*/ 1833806 w 2119654"/>
              <a:gd name="connsiteY23516" fmla="*/ 1298832 h 2398711"/>
              <a:gd name="connsiteX23517" fmla="*/ 1833459 w 2119654"/>
              <a:gd name="connsiteY23517" fmla="*/ 1299226 h 2398711"/>
              <a:gd name="connsiteX23518" fmla="*/ 1507964 w 2119654"/>
              <a:gd name="connsiteY23518" fmla="*/ 2022990 h 2398711"/>
              <a:gd name="connsiteX23519" fmla="*/ 1508431 w 2119654"/>
              <a:gd name="connsiteY23519" fmla="*/ 2023120 h 2398711"/>
              <a:gd name="connsiteX23520" fmla="*/ 1508816 w 2119654"/>
              <a:gd name="connsiteY23520" fmla="*/ 2021666 h 2398711"/>
              <a:gd name="connsiteX23521" fmla="*/ 1460324 w 2119654"/>
              <a:gd name="connsiteY23521" fmla="*/ 2129610 h 2398711"/>
              <a:gd name="connsiteX23522" fmla="*/ 1462498 w 2119654"/>
              <a:gd name="connsiteY23522" fmla="*/ 2129764 h 2398711"/>
              <a:gd name="connsiteX23523" fmla="*/ 1463743 w 2119654"/>
              <a:gd name="connsiteY23523" fmla="*/ 2126948 h 2398711"/>
              <a:gd name="connsiteX23524" fmla="*/ 1461723 w 2119654"/>
              <a:gd name="connsiteY23524" fmla="*/ 2127135 h 2398711"/>
              <a:gd name="connsiteX23525" fmla="*/ 1478506 w 2119654"/>
              <a:gd name="connsiteY23525" fmla="*/ 2088897 h 2398711"/>
              <a:gd name="connsiteX23526" fmla="*/ 1478176 w 2119654"/>
              <a:gd name="connsiteY23526" fmla="*/ 2090284 h 2398711"/>
              <a:gd name="connsiteX23527" fmla="*/ 1478133 w 2119654"/>
              <a:gd name="connsiteY23527" fmla="*/ 2090389 h 2398711"/>
              <a:gd name="connsiteX23528" fmla="*/ 1479181 w 2119654"/>
              <a:gd name="connsiteY23528" fmla="*/ 2090749 h 2398711"/>
              <a:gd name="connsiteX23529" fmla="*/ 1480259 w 2119654"/>
              <a:gd name="connsiteY23529" fmla="*/ 2087524 h 2398711"/>
              <a:gd name="connsiteX23530" fmla="*/ 1822596 w 2119654"/>
              <a:gd name="connsiteY23530" fmla="*/ 1318386 h 2398711"/>
              <a:gd name="connsiteX23531" fmla="*/ 1821373 w 2119654"/>
              <a:gd name="connsiteY23531" fmla="*/ 1323251 h 2398711"/>
              <a:gd name="connsiteX23532" fmla="*/ 1824170 w 2119654"/>
              <a:gd name="connsiteY23532" fmla="*/ 1320193 h 2398711"/>
              <a:gd name="connsiteX23533" fmla="*/ 1824552 w 2119654"/>
              <a:gd name="connsiteY23533" fmla="*/ 1319460 h 2398711"/>
              <a:gd name="connsiteX23534" fmla="*/ 1497742 w 2119654"/>
              <a:gd name="connsiteY23534" fmla="*/ 2045633 h 2398711"/>
              <a:gd name="connsiteX23535" fmla="*/ 1497514 w 2119654"/>
              <a:gd name="connsiteY23535" fmla="*/ 2046359 h 2398711"/>
              <a:gd name="connsiteX23536" fmla="*/ 1497659 w 2119654"/>
              <a:gd name="connsiteY23536" fmla="*/ 2046377 h 2398711"/>
              <a:gd name="connsiteX23537" fmla="*/ 1501450 w 2119654"/>
              <a:gd name="connsiteY23537" fmla="*/ 2045921 h 2398711"/>
              <a:gd name="connsiteX23538" fmla="*/ 1501540 w 2119654"/>
              <a:gd name="connsiteY23538" fmla="*/ 2044306 h 2398711"/>
              <a:gd name="connsiteX23539" fmla="*/ 1499441 w 2119654"/>
              <a:gd name="connsiteY23539" fmla="*/ 2044832 h 2398711"/>
              <a:gd name="connsiteX23540" fmla="*/ 1459570 w 2119654"/>
              <a:gd name="connsiteY23540" fmla="*/ 2130942 h 2398711"/>
              <a:gd name="connsiteX23541" fmla="*/ 1460707 w 2119654"/>
              <a:gd name="connsiteY23541" fmla="*/ 2131736 h 2398711"/>
              <a:gd name="connsiteX23542" fmla="*/ 1461541 w 2119654"/>
              <a:gd name="connsiteY23542" fmla="*/ 2131928 h 2398711"/>
              <a:gd name="connsiteX23543" fmla="*/ 1462461 w 2119654"/>
              <a:gd name="connsiteY23543" fmla="*/ 2129849 h 2398711"/>
              <a:gd name="connsiteX23544" fmla="*/ 1460276 w 2119654"/>
              <a:gd name="connsiteY23544" fmla="*/ 2129694 h 2398711"/>
              <a:gd name="connsiteX23545" fmla="*/ 1459304 w 2119654"/>
              <a:gd name="connsiteY23545" fmla="*/ 2131412 h 2398711"/>
              <a:gd name="connsiteX23546" fmla="*/ 1459393 w 2119654"/>
              <a:gd name="connsiteY23546" fmla="*/ 2131433 h 2398711"/>
              <a:gd name="connsiteX23547" fmla="*/ 1459322 w 2119654"/>
              <a:gd name="connsiteY23547" fmla="*/ 2131383 h 2398711"/>
              <a:gd name="connsiteX23548" fmla="*/ 1458256 w 2119654"/>
              <a:gd name="connsiteY23548" fmla="*/ 2133421 h 2398711"/>
              <a:gd name="connsiteX23549" fmla="*/ 1457966 w 2119654"/>
              <a:gd name="connsiteY23549" fmla="*/ 2135763 h 2398711"/>
              <a:gd name="connsiteX23550" fmla="*/ 1459676 w 2119654"/>
              <a:gd name="connsiteY23550" fmla="*/ 2136146 h 2398711"/>
              <a:gd name="connsiteX23551" fmla="*/ 1460638 w 2119654"/>
              <a:gd name="connsiteY23551" fmla="*/ 2133970 h 2398711"/>
              <a:gd name="connsiteX23552" fmla="*/ 1818641 w 2119654"/>
              <a:gd name="connsiteY23552" fmla="*/ 1326341 h 2398711"/>
              <a:gd name="connsiteX23553" fmla="*/ 1819312 w 2119654"/>
              <a:gd name="connsiteY23553" fmla="*/ 1325909 h 2398711"/>
              <a:gd name="connsiteX23554" fmla="*/ 1819404 w 2119654"/>
              <a:gd name="connsiteY23554" fmla="*/ 1325538 h 2398711"/>
              <a:gd name="connsiteX23555" fmla="*/ 1823132 w 2119654"/>
              <a:gd name="connsiteY23555" fmla="*/ 1316257 h 2398711"/>
              <a:gd name="connsiteX23556" fmla="*/ 1822689 w 2119654"/>
              <a:gd name="connsiteY23556" fmla="*/ 1318018 h 2398711"/>
              <a:gd name="connsiteX23557" fmla="*/ 1824723 w 2119654"/>
              <a:gd name="connsiteY23557" fmla="*/ 1319133 h 2398711"/>
              <a:gd name="connsiteX23558" fmla="*/ 1826314 w 2119654"/>
              <a:gd name="connsiteY23558" fmla="*/ 1316084 h 2398711"/>
              <a:gd name="connsiteX23559" fmla="*/ 1824288 w 2119654"/>
              <a:gd name="connsiteY23559" fmla="*/ 1315020 h 2398711"/>
              <a:gd name="connsiteX23560" fmla="*/ 1494465 w 2119654"/>
              <a:gd name="connsiteY23560" fmla="*/ 2052158 h 2398711"/>
              <a:gd name="connsiteX23561" fmla="*/ 1493248 w 2119654"/>
              <a:gd name="connsiteY23561" fmla="*/ 2056322 h 2398711"/>
              <a:gd name="connsiteX23562" fmla="*/ 1493606 w 2119654"/>
              <a:gd name="connsiteY23562" fmla="*/ 2056348 h 2398711"/>
              <a:gd name="connsiteX23563" fmla="*/ 1493722 w 2119654"/>
              <a:gd name="connsiteY23563" fmla="*/ 2056290 h 2398711"/>
              <a:gd name="connsiteX23564" fmla="*/ 1494603 w 2119654"/>
              <a:gd name="connsiteY23564" fmla="*/ 2053490 h 2398711"/>
              <a:gd name="connsiteX23565" fmla="*/ 1494643 w 2119654"/>
              <a:gd name="connsiteY23565" fmla="*/ 2052236 h 2398711"/>
              <a:gd name="connsiteX23566" fmla="*/ 1498793 w 2119654"/>
              <a:gd name="connsiteY23566" fmla="*/ 2042287 h 2398711"/>
              <a:gd name="connsiteX23567" fmla="*/ 1498566 w 2119654"/>
              <a:gd name="connsiteY23567" fmla="*/ 2043009 h 2398711"/>
              <a:gd name="connsiteX23568" fmla="*/ 1500440 w 2119654"/>
              <a:gd name="connsiteY23568" fmla="*/ 2042902 h 2398711"/>
              <a:gd name="connsiteX23569" fmla="*/ 1500826 w 2119654"/>
              <a:gd name="connsiteY23569" fmla="*/ 2042798 h 2398711"/>
              <a:gd name="connsiteX23570" fmla="*/ 1490749 w 2119654"/>
              <a:gd name="connsiteY23570" fmla="*/ 2060230 h 2398711"/>
              <a:gd name="connsiteX23571" fmla="*/ 1490566 w 2119654"/>
              <a:gd name="connsiteY23571" fmla="*/ 2060778 h 2398711"/>
              <a:gd name="connsiteX23572" fmla="*/ 1490853 w 2119654"/>
              <a:gd name="connsiteY23572" fmla="*/ 2060575 h 2398711"/>
              <a:gd name="connsiteX23573" fmla="*/ 1490894 w 2119654"/>
              <a:gd name="connsiteY23573" fmla="*/ 2060527 h 2398711"/>
              <a:gd name="connsiteX23574" fmla="*/ 1491018 w 2119654"/>
              <a:gd name="connsiteY23574" fmla="*/ 2060097 h 2398711"/>
              <a:gd name="connsiteX23575" fmla="*/ 1498921 w 2119654"/>
              <a:gd name="connsiteY23575" fmla="*/ 2041881 h 2398711"/>
              <a:gd name="connsiteX23576" fmla="*/ 1498880 w 2119654"/>
              <a:gd name="connsiteY23576" fmla="*/ 2042014 h 2398711"/>
              <a:gd name="connsiteX23577" fmla="*/ 1501322 w 2119654"/>
              <a:gd name="connsiteY23577" fmla="*/ 2042664 h 2398711"/>
              <a:gd name="connsiteX23578" fmla="*/ 1501636 w 2119654"/>
              <a:gd name="connsiteY23578" fmla="*/ 2042579 h 2398711"/>
              <a:gd name="connsiteX23579" fmla="*/ 1501699 w 2119654"/>
              <a:gd name="connsiteY23579" fmla="*/ 2041460 h 2398711"/>
              <a:gd name="connsiteX23580" fmla="*/ 1501320 w 2119654"/>
              <a:gd name="connsiteY23580" fmla="*/ 2041441 h 2398711"/>
              <a:gd name="connsiteX23581" fmla="*/ 1456971 w 2119654"/>
              <a:gd name="connsiteY23581" fmla="*/ 2135539 h 2398711"/>
              <a:gd name="connsiteX23582" fmla="*/ 1457474 w 2119654"/>
              <a:gd name="connsiteY23582" fmla="*/ 2135652 h 2398711"/>
              <a:gd name="connsiteX23583" fmla="*/ 1457633 w 2119654"/>
              <a:gd name="connsiteY23583" fmla="*/ 2134367 h 2398711"/>
              <a:gd name="connsiteX23584" fmla="*/ 1783880 w 2119654"/>
              <a:gd name="connsiteY23584" fmla="*/ 1403375 h 2398711"/>
              <a:gd name="connsiteX23585" fmla="*/ 1784147 w 2119654"/>
              <a:gd name="connsiteY23585" fmla="*/ 1403304 h 2398711"/>
              <a:gd name="connsiteX23586" fmla="*/ 1786665 w 2119654"/>
              <a:gd name="connsiteY23586" fmla="*/ 1400355 h 2398711"/>
              <a:gd name="connsiteX23587" fmla="*/ 1786454 w 2119654"/>
              <a:gd name="connsiteY23587" fmla="*/ 1400161 h 2398711"/>
              <a:gd name="connsiteX23588" fmla="*/ 1786415 w 2119654"/>
              <a:gd name="connsiteY23588" fmla="*/ 1400191 h 2398711"/>
              <a:gd name="connsiteX23589" fmla="*/ 1452428 w 2119654"/>
              <a:gd name="connsiteY23589" fmla="*/ 2145537 h 2398711"/>
              <a:gd name="connsiteX23590" fmla="*/ 1452403 w 2119654"/>
              <a:gd name="connsiteY23590" fmla="*/ 2146030 h 2398711"/>
              <a:gd name="connsiteX23591" fmla="*/ 1454766 w 2119654"/>
              <a:gd name="connsiteY23591" fmla="*/ 2147250 h 2398711"/>
              <a:gd name="connsiteX23592" fmla="*/ 1455074 w 2119654"/>
              <a:gd name="connsiteY23592" fmla="*/ 2146553 h 2398711"/>
              <a:gd name="connsiteX23593" fmla="*/ 1871234 w 2119654"/>
              <a:gd name="connsiteY23593" fmla="*/ 1207711 h 2398711"/>
              <a:gd name="connsiteX23594" fmla="*/ 1867130 w 2119654"/>
              <a:gd name="connsiteY23594" fmla="*/ 1218950 h 2398711"/>
              <a:gd name="connsiteX23595" fmla="*/ 1868447 w 2119654"/>
              <a:gd name="connsiteY23595" fmla="*/ 1220309 h 2398711"/>
              <a:gd name="connsiteX23596" fmla="*/ 1868475 w 2119654"/>
              <a:gd name="connsiteY23596" fmla="*/ 1220596 h 2398711"/>
              <a:gd name="connsiteX23597" fmla="*/ 1867062 w 2119654"/>
              <a:gd name="connsiteY23597" fmla="*/ 1219136 h 2398711"/>
              <a:gd name="connsiteX23598" fmla="*/ 1865209 w 2119654"/>
              <a:gd name="connsiteY23598" fmla="*/ 1224211 h 2398711"/>
              <a:gd name="connsiteX23599" fmla="*/ 1868607 w 2119654"/>
              <a:gd name="connsiteY23599" fmla="*/ 1221845 h 2398711"/>
              <a:gd name="connsiteX23600" fmla="*/ 1873143 w 2119654"/>
              <a:gd name="connsiteY23600" fmla="*/ 1209352 h 2398711"/>
              <a:gd name="connsiteX23601" fmla="*/ 1873256 w 2119654"/>
              <a:gd name="connsiteY23601" fmla="*/ 1209027 h 2398711"/>
              <a:gd name="connsiteX23602" fmla="*/ 1871578 w 2119654"/>
              <a:gd name="connsiteY23602" fmla="*/ 1206769 h 2398711"/>
              <a:gd name="connsiteX23603" fmla="*/ 1871455 w 2119654"/>
              <a:gd name="connsiteY23603" fmla="*/ 1207106 h 2398711"/>
              <a:gd name="connsiteX23604" fmla="*/ 1873466 w 2119654"/>
              <a:gd name="connsiteY23604" fmla="*/ 1208422 h 2398711"/>
              <a:gd name="connsiteX23605" fmla="*/ 1876661 w 2119654"/>
              <a:gd name="connsiteY23605" fmla="*/ 1199236 h 2398711"/>
              <a:gd name="connsiteX23606" fmla="*/ 1875943 w 2119654"/>
              <a:gd name="connsiteY23606" fmla="*/ 1199797 h 2398711"/>
              <a:gd name="connsiteX23607" fmla="*/ 1821856 w 2119654"/>
              <a:gd name="connsiteY23607" fmla="*/ 1317981 h 2398711"/>
              <a:gd name="connsiteX23608" fmla="*/ 1821099 w 2119654"/>
              <a:gd name="connsiteY23608" fmla="*/ 1321195 h 2398711"/>
              <a:gd name="connsiteX23609" fmla="*/ 1820717 w 2119654"/>
              <a:gd name="connsiteY23609" fmla="*/ 1322727 h 2398711"/>
              <a:gd name="connsiteX23610" fmla="*/ 1820791 w 2119654"/>
              <a:gd name="connsiteY23610" fmla="*/ 1322874 h 2398711"/>
              <a:gd name="connsiteX23611" fmla="*/ 1822001 w 2119654"/>
              <a:gd name="connsiteY23611" fmla="*/ 1318061 h 2398711"/>
              <a:gd name="connsiteX23612" fmla="*/ 1773120 w 2119654"/>
              <a:gd name="connsiteY23612" fmla="*/ 1427017 h 2398711"/>
              <a:gd name="connsiteX23613" fmla="*/ 1773513 w 2119654"/>
              <a:gd name="connsiteY23613" fmla="*/ 1428267 h 2398711"/>
              <a:gd name="connsiteX23614" fmla="*/ 1774499 w 2119654"/>
              <a:gd name="connsiteY23614" fmla="*/ 1426647 h 2398711"/>
              <a:gd name="connsiteX23615" fmla="*/ 1773207 w 2119654"/>
              <a:gd name="connsiteY23615" fmla="*/ 1427000 h 2398711"/>
              <a:gd name="connsiteX23616" fmla="*/ 1821969 w 2119654"/>
              <a:gd name="connsiteY23616" fmla="*/ 1317504 h 2398711"/>
              <a:gd name="connsiteX23617" fmla="*/ 1821944 w 2119654"/>
              <a:gd name="connsiteY23617" fmla="*/ 1317609 h 2398711"/>
              <a:gd name="connsiteX23618" fmla="*/ 1822094 w 2119654"/>
              <a:gd name="connsiteY23618" fmla="*/ 1317691 h 2398711"/>
              <a:gd name="connsiteX23619" fmla="*/ 1822206 w 2119654"/>
              <a:gd name="connsiteY23619" fmla="*/ 1317249 h 2398711"/>
              <a:gd name="connsiteX23620" fmla="*/ 1807059 w 2119654"/>
              <a:gd name="connsiteY23620" fmla="*/ 1350844 h 2398711"/>
              <a:gd name="connsiteX23621" fmla="*/ 1808734 w 2119654"/>
              <a:gd name="connsiteY23621" fmla="*/ 1349791 h 2398711"/>
              <a:gd name="connsiteX23622" fmla="*/ 1810557 w 2119654"/>
              <a:gd name="connsiteY23622" fmla="*/ 1346297 h 2398711"/>
              <a:gd name="connsiteX23623" fmla="*/ 1809525 w 2119654"/>
              <a:gd name="connsiteY23623" fmla="*/ 1347085 h 2398711"/>
              <a:gd name="connsiteX23624" fmla="*/ 1452471 w 2119654"/>
              <a:gd name="connsiteY23624" fmla="*/ 2144681 h 2398711"/>
              <a:gd name="connsiteX23625" fmla="*/ 1452444 w 2119654"/>
              <a:gd name="connsiteY23625" fmla="*/ 2145210 h 2398711"/>
              <a:gd name="connsiteX23626" fmla="*/ 1455201 w 2119654"/>
              <a:gd name="connsiteY23626" fmla="*/ 2146268 h 2398711"/>
              <a:gd name="connsiteX23627" fmla="*/ 1456147 w 2119654"/>
              <a:gd name="connsiteY23627" fmla="*/ 2144128 h 2398711"/>
              <a:gd name="connsiteX23628" fmla="*/ 1455887 w 2119654"/>
              <a:gd name="connsiteY23628" fmla="*/ 2143998 h 2398711"/>
              <a:gd name="connsiteX23629" fmla="*/ 1492490 w 2119654"/>
              <a:gd name="connsiteY23629" fmla="*/ 2055029 h 2398711"/>
              <a:gd name="connsiteX23630" fmla="*/ 1492085 w 2119654"/>
              <a:gd name="connsiteY23630" fmla="*/ 2056239 h 2398711"/>
              <a:gd name="connsiteX23631" fmla="*/ 1492138 w 2119654"/>
              <a:gd name="connsiteY23631" fmla="*/ 2056242 h 2398711"/>
              <a:gd name="connsiteX23632" fmla="*/ 1454761 w 2119654"/>
              <a:gd name="connsiteY23632" fmla="*/ 2139446 h 2398711"/>
              <a:gd name="connsiteX23633" fmla="*/ 1457001 w 2119654"/>
              <a:gd name="connsiteY23633" fmla="*/ 2139486 h 2398711"/>
              <a:gd name="connsiteX23634" fmla="*/ 1457391 w 2119654"/>
              <a:gd name="connsiteY23634" fmla="*/ 2136327 h 2398711"/>
              <a:gd name="connsiteX23635" fmla="*/ 1456623 w 2119654"/>
              <a:gd name="connsiteY23635" fmla="*/ 2136154 h 2398711"/>
              <a:gd name="connsiteX23636" fmla="*/ 1497136 w 2119654"/>
              <a:gd name="connsiteY23636" fmla="*/ 2044387 h 2398711"/>
              <a:gd name="connsiteX23637" fmla="*/ 1497121 w 2119654"/>
              <a:gd name="connsiteY23637" fmla="*/ 2044715 h 2398711"/>
              <a:gd name="connsiteX23638" fmla="*/ 1497295 w 2119654"/>
              <a:gd name="connsiteY23638" fmla="*/ 2044632 h 2398711"/>
              <a:gd name="connsiteX23639" fmla="*/ 1497342 w 2119654"/>
              <a:gd name="connsiteY23639" fmla="*/ 2044376 h 2398711"/>
              <a:gd name="connsiteX23640" fmla="*/ 1810350 w 2119654"/>
              <a:gd name="connsiteY23640" fmla="*/ 1342932 h 2398711"/>
              <a:gd name="connsiteX23641" fmla="*/ 1810415 w 2119654"/>
              <a:gd name="connsiteY23641" fmla="*/ 1342857 h 2398711"/>
              <a:gd name="connsiteX23642" fmla="*/ 1810360 w 2119654"/>
              <a:gd name="connsiteY23642" fmla="*/ 1342917 h 2398711"/>
              <a:gd name="connsiteX23643" fmla="*/ 1480179 w 2119654"/>
              <a:gd name="connsiteY23643" fmla="*/ 2081850 h 2398711"/>
              <a:gd name="connsiteX23644" fmla="*/ 1479025 w 2119654"/>
              <a:gd name="connsiteY23644" fmla="*/ 2086710 h 2398711"/>
              <a:gd name="connsiteX23645" fmla="*/ 1480958 w 2119654"/>
              <a:gd name="connsiteY23645" fmla="*/ 2085198 h 2398711"/>
              <a:gd name="connsiteX23646" fmla="*/ 1481102 w 2119654"/>
              <a:gd name="connsiteY23646" fmla="*/ 2085005 h 2398711"/>
              <a:gd name="connsiteX23647" fmla="*/ 1481923 w 2119654"/>
              <a:gd name="connsiteY23647" fmla="*/ 2082552 h 2398711"/>
              <a:gd name="connsiteX23648" fmla="*/ 1453265 w 2119654"/>
              <a:gd name="connsiteY23648" fmla="*/ 2142091 h 2398711"/>
              <a:gd name="connsiteX23649" fmla="*/ 1454818 w 2119654"/>
              <a:gd name="connsiteY23649" fmla="*/ 2142865 h 2398711"/>
              <a:gd name="connsiteX23650" fmla="*/ 1456628 w 2119654"/>
              <a:gd name="connsiteY23650" fmla="*/ 2142504 h 2398711"/>
              <a:gd name="connsiteX23651" fmla="*/ 1456926 w 2119654"/>
              <a:gd name="connsiteY23651" fmla="*/ 2140096 h 2398711"/>
              <a:gd name="connsiteX23652" fmla="*/ 1454419 w 2119654"/>
              <a:gd name="connsiteY23652" fmla="*/ 2140051 h 2398711"/>
              <a:gd name="connsiteX23653" fmla="*/ 1497912 w 2119654"/>
              <a:gd name="connsiteY23653" fmla="*/ 2042066 h 2398711"/>
              <a:gd name="connsiteX23654" fmla="*/ 1497730 w 2119654"/>
              <a:gd name="connsiteY23654" fmla="*/ 2043057 h 2398711"/>
              <a:gd name="connsiteX23655" fmla="*/ 1497886 w 2119654"/>
              <a:gd name="connsiteY23655" fmla="*/ 2043048 h 2398711"/>
              <a:gd name="connsiteX23656" fmla="*/ 1498173 w 2119654"/>
              <a:gd name="connsiteY23656" fmla="*/ 2042131 h 2398711"/>
              <a:gd name="connsiteX23657" fmla="*/ 1497916 w 2119654"/>
              <a:gd name="connsiteY23657" fmla="*/ 2042066 h 2398711"/>
              <a:gd name="connsiteX23658" fmla="*/ 1791291 w 2119654"/>
              <a:gd name="connsiteY23658" fmla="*/ 1384967 h 2398711"/>
              <a:gd name="connsiteX23659" fmla="*/ 1794055 w 2119654"/>
              <a:gd name="connsiteY23659" fmla="*/ 1383532 h 2398711"/>
              <a:gd name="connsiteX23660" fmla="*/ 1794541 w 2119654"/>
              <a:gd name="connsiteY23660" fmla="*/ 1383260 h 2398711"/>
              <a:gd name="connsiteX23661" fmla="*/ 1794402 w 2119654"/>
              <a:gd name="connsiteY23661" fmla="*/ 1382663 h 2398711"/>
              <a:gd name="connsiteX23662" fmla="*/ 1791964 w 2119654"/>
              <a:gd name="connsiteY23662" fmla="*/ 1383803 h 2398711"/>
              <a:gd name="connsiteX23663" fmla="*/ 1452573 w 2119654"/>
              <a:gd name="connsiteY23663" fmla="*/ 2143314 h 2398711"/>
              <a:gd name="connsiteX23664" fmla="*/ 1453961 w 2119654"/>
              <a:gd name="connsiteY23664" fmla="*/ 2143036 h 2398711"/>
              <a:gd name="connsiteX23665" fmla="*/ 1453001 w 2119654"/>
              <a:gd name="connsiteY23665" fmla="*/ 2142558 h 2398711"/>
              <a:gd name="connsiteX23666" fmla="*/ 1773461 w 2119654"/>
              <a:gd name="connsiteY23666" fmla="*/ 1424718 h 2398711"/>
              <a:gd name="connsiteX23667" fmla="*/ 1775749 w 2119654"/>
              <a:gd name="connsiteY23667" fmla="*/ 1424266 h 2398711"/>
              <a:gd name="connsiteX23668" fmla="*/ 1775160 w 2119654"/>
              <a:gd name="connsiteY23668" fmla="*/ 1422846 h 2398711"/>
              <a:gd name="connsiteX23669" fmla="*/ 1774932 w 2119654"/>
              <a:gd name="connsiteY23669" fmla="*/ 1422976 h 2398711"/>
              <a:gd name="connsiteX23670" fmla="*/ 1749576 w 2119654"/>
              <a:gd name="connsiteY23670" fmla="*/ 1478176 h 2398711"/>
              <a:gd name="connsiteX23671" fmla="*/ 1749554 w 2119654"/>
              <a:gd name="connsiteY23671" fmla="*/ 1478383 h 2398711"/>
              <a:gd name="connsiteX23672" fmla="*/ 1751225 w 2119654"/>
              <a:gd name="connsiteY23672" fmla="*/ 1476934 h 2398711"/>
              <a:gd name="connsiteX23673" fmla="*/ 1751458 w 2119654"/>
              <a:gd name="connsiteY23673" fmla="*/ 1476515 h 2398711"/>
              <a:gd name="connsiteX23674" fmla="*/ 1750170 w 2119654"/>
              <a:gd name="connsiteY23674" fmla="*/ 1477200 h 2398711"/>
              <a:gd name="connsiteX23675" fmla="*/ 1824791 w 2119654"/>
              <a:gd name="connsiteY23675" fmla="*/ 1309665 h 2398711"/>
              <a:gd name="connsiteX23676" fmla="*/ 1823637 w 2119654"/>
              <a:gd name="connsiteY23676" fmla="*/ 1314252 h 2398711"/>
              <a:gd name="connsiteX23677" fmla="*/ 1823785 w 2119654"/>
              <a:gd name="connsiteY23677" fmla="*/ 1314335 h 2398711"/>
              <a:gd name="connsiteX23678" fmla="*/ 1831575 w 2119654"/>
              <a:gd name="connsiteY23678" fmla="*/ 1305994 h 2398711"/>
              <a:gd name="connsiteX23679" fmla="*/ 1833651 w 2119654"/>
              <a:gd name="connsiteY23679" fmla="*/ 1302015 h 2398711"/>
              <a:gd name="connsiteX23680" fmla="*/ 1833747 w 2119654"/>
              <a:gd name="connsiteY23680" fmla="*/ 1301781 h 2398711"/>
              <a:gd name="connsiteX23681" fmla="*/ 1825373 w 2119654"/>
              <a:gd name="connsiteY23681" fmla="*/ 1308847 h 2398711"/>
              <a:gd name="connsiteX23682" fmla="*/ 1480452 w 2119654"/>
              <a:gd name="connsiteY23682" fmla="*/ 2080703 h 2398711"/>
              <a:gd name="connsiteX23683" fmla="*/ 1480270 w 2119654"/>
              <a:gd name="connsiteY23683" fmla="*/ 2081466 h 2398711"/>
              <a:gd name="connsiteX23684" fmla="*/ 1482037 w 2119654"/>
              <a:gd name="connsiteY23684" fmla="*/ 2082207 h 2398711"/>
              <a:gd name="connsiteX23685" fmla="*/ 1483066 w 2119654"/>
              <a:gd name="connsiteY23685" fmla="*/ 2079133 h 2398711"/>
              <a:gd name="connsiteX23686" fmla="*/ 1443452 w 2119654"/>
              <a:gd name="connsiteY23686" fmla="*/ 2163540 h 2398711"/>
              <a:gd name="connsiteX23687" fmla="*/ 1447625 w 2119654"/>
              <a:gd name="connsiteY23687" fmla="*/ 2163396 h 2398711"/>
              <a:gd name="connsiteX23688" fmla="*/ 1448217 w 2119654"/>
              <a:gd name="connsiteY23688" fmla="*/ 2162058 h 2398711"/>
              <a:gd name="connsiteX23689" fmla="*/ 1804947 w 2119654"/>
              <a:gd name="connsiteY23689" fmla="*/ 1354066 h 2398711"/>
              <a:gd name="connsiteX23690" fmla="*/ 1805754 w 2119654"/>
              <a:gd name="connsiteY23690" fmla="*/ 1354934 h 2398711"/>
              <a:gd name="connsiteX23691" fmla="*/ 1807390 w 2119654"/>
              <a:gd name="connsiteY23691" fmla="*/ 1352289 h 2398711"/>
              <a:gd name="connsiteX23692" fmla="*/ 1805216 w 2119654"/>
              <a:gd name="connsiteY23692" fmla="*/ 1353656 h 2398711"/>
              <a:gd name="connsiteX23693" fmla="*/ 1822744 w 2119654"/>
              <a:gd name="connsiteY23693" fmla="*/ 1314208 h 2398711"/>
              <a:gd name="connsiteX23694" fmla="*/ 1822353 w 2119654"/>
              <a:gd name="connsiteY23694" fmla="*/ 1315868 h 2398711"/>
              <a:gd name="connsiteX23695" fmla="*/ 1822628 w 2119654"/>
              <a:gd name="connsiteY23695" fmla="*/ 1315575 h 2398711"/>
              <a:gd name="connsiteX23696" fmla="*/ 1822945 w 2119654"/>
              <a:gd name="connsiteY23696" fmla="*/ 1314315 h 2398711"/>
              <a:gd name="connsiteX23697" fmla="*/ 1451679 w 2119654"/>
              <a:gd name="connsiteY23697" fmla="*/ 2144916 h 2398711"/>
              <a:gd name="connsiteX23698" fmla="*/ 1452116 w 2119654"/>
              <a:gd name="connsiteY23698" fmla="*/ 2145084 h 2398711"/>
              <a:gd name="connsiteX23699" fmla="*/ 1452133 w 2119654"/>
              <a:gd name="connsiteY23699" fmla="*/ 2144749 h 2398711"/>
              <a:gd name="connsiteX23700" fmla="*/ 1451723 w 2119654"/>
              <a:gd name="connsiteY23700" fmla="*/ 2144831 h 2398711"/>
              <a:gd name="connsiteX23701" fmla="*/ 1451373 w 2119654"/>
              <a:gd name="connsiteY23701" fmla="*/ 2145499 h 2398711"/>
              <a:gd name="connsiteX23702" fmla="*/ 1452077 w 2119654"/>
              <a:gd name="connsiteY23702" fmla="*/ 2145862 h 2398711"/>
              <a:gd name="connsiteX23703" fmla="*/ 1452100 w 2119654"/>
              <a:gd name="connsiteY23703" fmla="*/ 2145410 h 2398711"/>
              <a:gd name="connsiteX23704" fmla="*/ 1451534 w 2119654"/>
              <a:gd name="connsiteY23704" fmla="*/ 2145193 h 2398711"/>
              <a:gd name="connsiteX23705" fmla="*/ 1493275 w 2119654"/>
              <a:gd name="connsiteY23705" fmla="*/ 2051643 h 2398711"/>
              <a:gd name="connsiteX23706" fmla="*/ 1492793 w 2119654"/>
              <a:gd name="connsiteY23706" fmla="*/ 2053985 h 2398711"/>
              <a:gd name="connsiteX23707" fmla="*/ 1493451 w 2119654"/>
              <a:gd name="connsiteY23707" fmla="*/ 2051719 h 2398711"/>
              <a:gd name="connsiteX23708" fmla="*/ 1789997 w 2119654"/>
              <a:gd name="connsiteY23708" fmla="*/ 1387204 h 2398711"/>
              <a:gd name="connsiteX23709" fmla="*/ 1790642 w 2119654"/>
              <a:gd name="connsiteY23709" fmla="*/ 1386757 h 2398711"/>
              <a:gd name="connsiteX23710" fmla="*/ 1790070 w 2119654"/>
              <a:gd name="connsiteY23710" fmla="*/ 1387077 h 2398711"/>
              <a:gd name="connsiteX23711" fmla="*/ 1804806 w 2119654"/>
              <a:gd name="connsiteY23711" fmla="*/ 1353914 h 2398711"/>
              <a:gd name="connsiteX23712" fmla="*/ 1804807 w 2119654"/>
              <a:gd name="connsiteY23712" fmla="*/ 1353916 h 2398711"/>
              <a:gd name="connsiteX23713" fmla="*/ 1804811 w 2119654"/>
              <a:gd name="connsiteY23713" fmla="*/ 1353910 h 2398711"/>
              <a:gd name="connsiteX23714" fmla="*/ 1497389 w 2119654"/>
              <a:gd name="connsiteY23714" fmla="*/ 2042162 h 2398711"/>
              <a:gd name="connsiteX23715" fmla="*/ 1497205 w 2119654"/>
              <a:gd name="connsiteY23715" fmla="*/ 2042795 h 2398711"/>
              <a:gd name="connsiteX23716" fmla="*/ 1497192 w 2119654"/>
              <a:gd name="connsiteY23716" fmla="*/ 2043087 h 2398711"/>
              <a:gd name="connsiteX23717" fmla="*/ 1497582 w 2119654"/>
              <a:gd name="connsiteY23717" fmla="*/ 2043065 h 2398711"/>
              <a:gd name="connsiteX23718" fmla="*/ 1497760 w 2119654"/>
              <a:gd name="connsiteY23718" fmla="*/ 2042095 h 2398711"/>
              <a:gd name="connsiteX23719" fmla="*/ 1789355 w 2119654"/>
              <a:gd name="connsiteY23719" fmla="*/ 1388314 h 2398711"/>
              <a:gd name="connsiteX23720" fmla="*/ 1793952 w 2119654"/>
              <a:gd name="connsiteY23720" fmla="*/ 1385260 h 2398711"/>
              <a:gd name="connsiteX23721" fmla="*/ 1794749 w 2119654"/>
              <a:gd name="connsiteY23721" fmla="*/ 1384454 h 2398711"/>
              <a:gd name="connsiteX23722" fmla="*/ 1789473 w 2119654"/>
              <a:gd name="connsiteY23722" fmla="*/ 1388111 h 2398711"/>
              <a:gd name="connsiteX23723" fmla="*/ 1449935 w 2119654"/>
              <a:gd name="connsiteY23723" fmla="*/ 2148250 h 2398711"/>
              <a:gd name="connsiteX23724" fmla="*/ 1451923 w 2119654"/>
              <a:gd name="connsiteY23724" fmla="*/ 2148902 h 2398711"/>
              <a:gd name="connsiteX23725" fmla="*/ 1451932 w 2119654"/>
              <a:gd name="connsiteY23725" fmla="*/ 2148730 h 2398711"/>
              <a:gd name="connsiteX23726" fmla="*/ 1450011 w 2119654"/>
              <a:gd name="connsiteY23726" fmla="*/ 2148104 h 2398711"/>
              <a:gd name="connsiteX23727" fmla="*/ 1803252 w 2119654"/>
              <a:gd name="connsiteY23727" fmla="*/ 1357006 h 2398711"/>
              <a:gd name="connsiteX23728" fmla="*/ 1803853 w 2119654"/>
              <a:gd name="connsiteY23728" fmla="*/ 1358007 h 2398711"/>
              <a:gd name="connsiteX23729" fmla="*/ 1803987 w 2119654"/>
              <a:gd name="connsiteY23729" fmla="*/ 1357792 h 2398711"/>
              <a:gd name="connsiteX23730" fmla="*/ 1449613 w 2119654"/>
              <a:gd name="connsiteY23730" fmla="*/ 2148865 h 2398711"/>
              <a:gd name="connsiteX23731" fmla="*/ 1451879 w 2119654"/>
              <a:gd name="connsiteY23731" fmla="*/ 2149770 h 2398711"/>
              <a:gd name="connsiteX23732" fmla="*/ 1451905 w 2119654"/>
              <a:gd name="connsiteY23732" fmla="*/ 2149259 h 2398711"/>
              <a:gd name="connsiteX23733" fmla="*/ 1449861 w 2119654"/>
              <a:gd name="connsiteY23733" fmla="*/ 2148663 h 2398711"/>
              <a:gd name="connsiteX23734" fmla="*/ 1449740 w 2119654"/>
              <a:gd name="connsiteY23734" fmla="*/ 2148623 h 2398711"/>
              <a:gd name="connsiteX23735" fmla="*/ 1803491 w 2119654"/>
              <a:gd name="connsiteY23735" fmla="*/ 1356286 h 2398711"/>
              <a:gd name="connsiteX23736" fmla="*/ 1804349 w 2119654"/>
              <a:gd name="connsiteY23736" fmla="*/ 1357206 h 2398711"/>
              <a:gd name="connsiteX23737" fmla="*/ 1805509 w 2119654"/>
              <a:gd name="connsiteY23737" fmla="*/ 1355330 h 2398711"/>
              <a:gd name="connsiteX23738" fmla="*/ 1804694 w 2119654"/>
              <a:gd name="connsiteY23738" fmla="*/ 1354452 h 2398711"/>
              <a:gd name="connsiteX23739" fmla="*/ 1823330 w 2119654"/>
              <a:gd name="connsiteY23739" fmla="*/ 1311720 h 2398711"/>
              <a:gd name="connsiteX23740" fmla="*/ 1822841 w 2119654"/>
              <a:gd name="connsiteY23740" fmla="*/ 1313798 h 2398711"/>
              <a:gd name="connsiteX23741" fmla="*/ 1823046 w 2119654"/>
              <a:gd name="connsiteY23741" fmla="*/ 1313915 h 2398711"/>
              <a:gd name="connsiteX23742" fmla="*/ 1823744 w 2119654"/>
              <a:gd name="connsiteY23742" fmla="*/ 1311137 h 2398711"/>
              <a:gd name="connsiteX23743" fmla="*/ 1403861 w 2119654"/>
              <a:gd name="connsiteY23743" fmla="*/ 2250980 h 2398711"/>
              <a:gd name="connsiteX23744" fmla="*/ 1403460 w 2119654"/>
              <a:gd name="connsiteY23744" fmla="*/ 2257012 h 2398711"/>
              <a:gd name="connsiteX23745" fmla="*/ 1437066 w 2119654"/>
              <a:gd name="connsiteY23745" fmla="*/ 2273782 h 2398711"/>
              <a:gd name="connsiteX23746" fmla="*/ 1417351 w 2119654"/>
              <a:gd name="connsiteY23746" fmla="*/ 2260407 h 2398711"/>
              <a:gd name="connsiteX23747" fmla="*/ 1807834 w 2119654"/>
              <a:gd name="connsiteY23747" fmla="*/ 1346340 h 2398711"/>
              <a:gd name="connsiteX23748" fmla="*/ 1812320 w 2119654"/>
              <a:gd name="connsiteY23748" fmla="*/ 1342917 h 2398711"/>
              <a:gd name="connsiteX23749" fmla="*/ 1813304 w 2119654"/>
              <a:gd name="connsiteY23749" fmla="*/ 1341028 h 2398711"/>
              <a:gd name="connsiteX23750" fmla="*/ 1812671 w 2119654"/>
              <a:gd name="connsiteY23750" fmla="*/ 1340434 h 2398711"/>
              <a:gd name="connsiteX23751" fmla="*/ 1811685 w 2119654"/>
              <a:gd name="connsiteY23751" fmla="*/ 1341493 h 2398711"/>
              <a:gd name="connsiteX23752" fmla="*/ 1811669 w 2119654"/>
              <a:gd name="connsiteY23752" fmla="*/ 1341767 h 2398711"/>
              <a:gd name="connsiteX23753" fmla="*/ 1809034 w 2119654"/>
              <a:gd name="connsiteY23753" fmla="*/ 1344713 h 2398711"/>
              <a:gd name="connsiteX23754" fmla="*/ 1819452 w 2119654"/>
              <a:gd name="connsiteY23754" fmla="*/ 1320197 h 2398711"/>
              <a:gd name="connsiteX23755" fmla="*/ 1820310 w 2119654"/>
              <a:gd name="connsiteY23755" fmla="*/ 1321913 h 2398711"/>
              <a:gd name="connsiteX23756" fmla="*/ 1821207 w 2119654"/>
              <a:gd name="connsiteY23756" fmla="*/ 1318319 h 2398711"/>
              <a:gd name="connsiteX23757" fmla="*/ 1787383 w 2119654"/>
              <a:gd name="connsiteY23757" fmla="*/ 1391724 h 2398711"/>
              <a:gd name="connsiteX23758" fmla="*/ 1787682 w 2119654"/>
              <a:gd name="connsiteY23758" fmla="*/ 1391597 h 2398711"/>
              <a:gd name="connsiteX23759" fmla="*/ 1792169 w 2119654"/>
              <a:gd name="connsiteY23759" fmla="*/ 1387062 h 2398711"/>
              <a:gd name="connsiteX23760" fmla="*/ 1788774 w 2119654"/>
              <a:gd name="connsiteY23760" fmla="*/ 1389317 h 2398711"/>
              <a:gd name="connsiteX23761" fmla="*/ 1446911 w 2119654"/>
              <a:gd name="connsiteY23761" fmla="*/ 2154033 h 2398711"/>
              <a:gd name="connsiteX23762" fmla="*/ 1451655 w 2119654"/>
              <a:gd name="connsiteY23762" fmla="*/ 2154224 h 2398711"/>
              <a:gd name="connsiteX23763" fmla="*/ 1451840 w 2119654"/>
              <a:gd name="connsiteY23763" fmla="*/ 2150542 h 2398711"/>
              <a:gd name="connsiteX23764" fmla="*/ 1449253 w 2119654"/>
              <a:gd name="connsiteY23764" fmla="*/ 2149555 h 2398711"/>
              <a:gd name="connsiteX23765" fmla="*/ 1802445 w 2119654"/>
              <a:gd name="connsiteY23765" fmla="*/ 1357881 h 2398711"/>
              <a:gd name="connsiteX23766" fmla="*/ 1803165 w 2119654"/>
              <a:gd name="connsiteY23766" fmla="*/ 1359121 h 2398711"/>
              <a:gd name="connsiteX23767" fmla="*/ 1803638 w 2119654"/>
              <a:gd name="connsiteY23767" fmla="*/ 1358356 h 2398711"/>
              <a:gd name="connsiteX23768" fmla="*/ 1802918 w 2119654"/>
              <a:gd name="connsiteY23768" fmla="*/ 1357159 h 2398711"/>
              <a:gd name="connsiteX23769" fmla="*/ 1493857 w 2119654"/>
              <a:gd name="connsiteY23769" fmla="*/ 2048812 h 2398711"/>
              <a:gd name="connsiteX23770" fmla="*/ 1493461 w 2119654"/>
              <a:gd name="connsiteY23770" fmla="*/ 2050739 h 2398711"/>
              <a:gd name="connsiteX23771" fmla="*/ 1493705 w 2119654"/>
              <a:gd name="connsiteY23771" fmla="*/ 2050845 h 2398711"/>
              <a:gd name="connsiteX23772" fmla="*/ 1494073 w 2119654"/>
              <a:gd name="connsiteY23772" fmla="*/ 2049576 h 2398711"/>
              <a:gd name="connsiteX23773" fmla="*/ 1446259 w 2119654"/>
              <a:gd name="connsiteY23773" fmla="*/ 2155280 h 2398711"/>
              <a:gd name="connsiteX23774" fmla="*/ 1450608 w 2119654"/>
              <a:gd name="connsiteY23774" fmla="*/ 2156652 h 2398711"/>
              <a:gd name="connsiteX23775" fmla="*/ 1451651 w 2119654"/>
              <a:gd name="connsiteY23775" fmla="*/ 2154294 h 2398711"/>
              <a:gd name="connsiteX23776" fmla="*/ 1451651 w 2119654"/>
              <a:gd name="connsiteY23776" fmla="*/ 2154287 h 2398711"/>
              <a:gd name="connsiteX23777" fmla="*/ 1446878 w 2119654"/>
              <a:gd name="connsiteY23777" fmla="*/ 2154095 h 2398711"/>
              <a:gd name="connsiteX23778" fmla="*/ 1822136 w 2119654"/>
              <a:gd name="connsiteY23778" fmla="*/ 1313398 h 2398711"/>
              <a:gd name="connsiteX23779" fmla="*/ 1822398 w 2119654"/>
              <a:gd name="connsiteY23779" fmla="*/ 1313547 h 2398711"/>
              <a:gd name="connsiteX23780" fmla="*/ 1822597 w 2119654"/>
              <a:gd name="connsiteY23780" fmla="*/ 1312751 h 2398711"/>
              <a:gd name="connsiteX23781" fmla="*/ 1865200 w 2119654"/>
              <a:gd name="connsiteY23781" fmla="*/ 1216955 h 2398711"/>
              <a:gd name="connsiteX23782" fmla="*/ 1866657 w 2119654"/>
              <a:gd name="connsiteY23782" fmla="*/ 1218460 h 2398711"/>
              <a:gd name="connsiteX23783" fmla="*/ 1870013 w 2119654"/>
              <a:gd name="connsiteY23783" fmla="*/ 1209267 h 2398711"/>
              <a:gd name="connsiteX23784" fmla="*/ 1788758 w 2119654"/>
              <a:gd name="connsiteY23784" fmla="*/ 1388062 h 2398711"/>
              <a:gd name="connsiteX23785" fmla="*/ 1788806 w 2119654"/>
              <a:gd name="connsiteY23785" fmla="*/ 1388029 h 2398711"/>
              <a:gd name="connsiteX23786" fmla="*/ 1789014 w 2119654"/>
              <a:gd name="connsiteY23786" fmla="*/ 1387669 h 2398711"/>
              <a:gd name="connsiteX23787" fmla="*/ 1788994 w 2119654"/>
              <a:gd name="connsiteY23787" fmla="*/ 1387681 h 2398711"/>
              <a:gd name="connsiteX23788" fmla="*/ 1829712 w 2119654"/>
              <a:gd name="connsiteY23788" fmla="*/ 1296157 h 2398711"/>
              <a:gd name="connsiteX23789" fmla="*/ 1829728 w 2119654"/>
              <a:gd name="connsiteY23789" fmla="*/ 1296165 h 2398711"/>
              <a:gd name="connsiteX23790" fmla="*/ 1829757 w 2119654"/>
              <a:gd name="connsiteY23790" fmla="*/ 1296120 h 2398711"/>
              <a:gd name="connsiteX23791" fmla="*/ 1788076 w 2119654"/>
              <a:gd name="connsiteY23791" fmla="*/ 1389165 h 2398711"/>
              <a:gd name="connsiteX23792" fmla="*/ 1788195 w 2119654"/>
              <a:gd name="connsiteY23792" fmla="*/ 1389085 h 2398711"/>
              <a:gd name="connsiteX23793" fmla="*/ 1788281 w 2119654"/>
              <a:gd name="connsiteY23793" fmla="*/ 1388936 h 2398711"/>
              <a:gd name="connsiteX23794" fmla="*/ 1788170 w 2119654"/>
              <a:gd name="connsiteY23794" fmla="*/ 1389013 h 2398711"/>
              <a:gd name="connsiteX23795" fmla="*/ 1445003 w 2119654"/>
              <a:gd name="connsiteY23795" fmla="*/ 2157307 h 2398711"/>
              <a:gd name="connsiteX23796" fmla="*/ 1449945 w 2119654"/>
              <a:gd name="connsiteY23796" fmla="*/ 2158150 h 2398711"/>
              <a:gd name="connsiteX23797" fmla="*/ 1450446 w 2119654"/>
              <a:gd name="connsiteY23797" fmla="*/ 2157018 h 2398711"/>
              <a:gd name="connsiteX23798" fmla="*/ 1446071 w 2119654"/>
              <a:gd name="connsiteY23798" fmla="*/ 2155639 h 2398711"/>
              <a:gd name="connsiteX23799" fmla="*/ 1445824 w 2119654"/>
              <a:gd name="connsiteY23799" fmla="*/ 2156113 h 2398711"/>
              <a:gd name="connsiteX23800" fmla="*/ 1882243 w 2119654"/>
              <a:gd name="connsiteY23800" fmla="*/ 1177563 h 2398711"/>
              <a:gd name="connsiteX23801" fmla="*/ 1879812 w 2119654"/>
              <a:gd name="connsiteY23801" fmla="*/ 1184220 h 2398711"/>
              <a:gd name="connsiteX23802" fmla="*/ 1882566 w 2119654"/>
              <a:gd name="connsiteY23802" fmla="*/ 1181862 h 2398711"/>
              <a:gd name="connsiteX23803" fmla="*/ 1882538 w 2119654"/>
              <a:gd name="connsiteY23803" fmla="*/ 1182133 h 2398711"/>
              <a:gd name="connsiteX23804" fmla="*/ 1879681 w 2119654"/>
              <a:gd name="connsiteY23804" fmla="*/ 1184580 h 2398711"/>
              <a:gd name="connsiteX23805" fmla="*/ 1873639 w 2119654"/>
              <a:gd name="connsiteY23805" fmla="*/ 1201124 h 2398711"/>
              <a:gd name="connsiteX23806" fmla="*/ 1873939 w 2119654"/>
              <a:gd name="connsiteY23806" fmla="*/ 1200890 h 2398711"/>
              <a:gd name="connsiteX23807" fmla="*/ 1878744 w 2119654"/>
              <a:gd name="connsiteY23807" fmla="*/ 1193250 h 2398711"/>
              <a:gd name="connsiteX23808" fmla="*/ 1882230 w 2119654"/>
              <a:gd name="connsiteY23808" fmla="*/ 1183230 h 2398711"/>
              <a:gd name="connsiteX23809" fmla="*/ 1882361 w 2119654"/>
              <a:gd name="connsiteY23809" fmla="*/ 1183610 h 2398711"/>
              <a:gd name="connsiteX23810" fmla="*/ 1879333 w 2119654"/>
              <a:gd name="connsiteY23810" fmla="*/ 1192313 h 2398711"/>
              <a:gd name="connsiteX23811" fmla="*/ 1940009 w 2119654"/>
              <a:gd name="connsiteY23811" fmla="*/ 1095840 h 2398711"/>
              <a:gd name="connsiteX23812" fmla="*/ 1885161 w 2119654"/>
              <a:gd name="connsiteY23812" fmla="*/ 1174131 h 2398711"/>
              <a:gd name="connsiteX23813" fmla="*/ 1851217 w 2119654"/>
              <a:gd name="connsiteY23813" fmla="*/ 1246664 h 2398711"/>
              <a:gd name="connsiteX23814" fmla="*/ 1850163 w 2119654"/>
              <a:gd name="connsiteY23814" fmla="*/ 1256747 h 2398711"/>
              <a:gd name="connsiteX23815" fmla="*/ 1850469 w 2119654"/>
              <a:gd name="connsiteY23815" fmla="*/ 1256500 h 2398711"/>
              <a:gd name="connsiteX23816" fmla="*/ 1854154 w 2119654"/>
              <a:gd name="connsiteY23816" fmla="*/ 1252143 h 2398711"/>
              <a:gd name="connsiteX23817" fmla="*/ 1855969 w 2119654"/>
              <a:gd name="connsiteY23817" fmla="*/ 1247728 h 2398711"/>
              <a:gd name="connsiteX23818" fmla="*/ 1857813 w 2119654"/>
              <a:gd name="connsiteY23818" fmla="*/ 1242678 h 2398711"/>
              <a:gd name="connsiteX23819" fmla="*/ 1786187 w 2119654"/>
              <a:gd name="connsiteY23819" fmla="*/ 1392219 h 2398711"/>
              <a:gd name="connsiteX23820" fmla="*/ 1786358 w 2119654"/>
              <a:gd name="connsiteY23820" fmla="*/ 1392158 h 2398711"/>
              <a:gd name="connsiteX23821" fmla="*/ 1786437 w 2119654"/>
              <a:gd name="connsiteY23821" fmla="*/ 1392124 h 2398711"/>
              <a:gd name="connsiteX23822" fmla="*/ 1787615 w 2119654"/>
              <a:gd name="connsiteY23822" fmla="*/ 1390088 h 2398711"/>
              <a:gd name="connsiteX23823" fmla="*/ 1787428 w 2119654"/>
              <a:gd name="connsiteY23823" fmla="*/ 1390212 h 2398711"/>
              <a:gd name="connsiteX23824" fmla="*/ 1494674 w 2119654"/>
              <a:gd name="connsiteY23824" fmla="*/ 2044838 h 2398711"/>
              <a:gd name="connsiteX23825" fmla="*/ 1494575 w 2119654"/>
              <a:gd name="connsiteY23825" fmla="*/ 2045321 h 2398711"/>
              <a:gd name="connsiteX23826" fmla="*/ 1494673 w 2119654"/>
              <a:gd name="connsiteY23826" fmla="*/ 2045670 h 2398711"/>
              <a:gd name="connsiteX23827" fmla="*/ 1494758 w 2119654"/>
              <a:gd name="connsiteY23827" fmla="*/ 2045649 h 2398711"/>
              <a:gd name="connsiteX23828" fmla="*/ 1494699 w 2119654"/>
              <a:gd name="connsiteY23828" fmla="*/ 2044830 h 2398711"/>
              <a:gd name="connsiteX23829" fmla="*/ 1835693 w 2119654"/>
              <a:gd name="connsiteY23829" fmla="*/ 1281226 h 2398711"/>
              <a:gd name="connsiteX23830" fmla="*/ 1837913 w 2119654"/>
              <a:gd name="connsiteY23830" fmla="*/ 1283374 h 2398711"/>
              <a:gd name="connsiteX23831" fmla="*/ 1838909 w 2119654"/>
              <a:gd name="connsiteY23831" fmla="*/ 1278324 h 2398711"/>
              <a:gd name="connsiteX23832" fmla="*/ 1819928 w 2119654"/>
              <a:gd name="connsiteY23832" fmla="*/ 1316504 h 2398711"/>
              <a:gd name="connsiteX23833" fmla="*/ 1821139 w 2119654"/>
              <a:gd name="connsiteY23833" fmla="*/ 1317167 h 2398711"/>
              <a:gd name="connsiteX23834" fmla="*/ 1821624 w 2119654"/>
              <a:gd name="connsiteY23834" fmla="*/ 1316649 h 2398711"/>
              <a:gd name="connsiteX23835" fmla="*/ 1822292 w 2119654"/>
              <a:gd name="connsiteY23835" fmla="*/ 1313973 h 2398711"/>
              <a:gd name="connsiteX23836" fmla="*/ 1821882 w 2119654"/>
              <a:gd name="connsiteY23836" fmla="*/ 1313756 h 2398711"/>
              <a:gd name="connsiteX23837" fmla="*/ 1802583 w 2119654"/>
              <a:gd name="connsiteY23837" fmla="*/ 1355311 h 2398711"/>
              <a:gd name="connsiteX23838" fmla="*/ 1803351 w 2119654"/>
              <a:gd name="connsiteY23838" fmla="*/ 1356136 h 2398711"/>
              <a:gd name="connsiteX23839" fmla="*/ 1804555 w 2119654"/>
              <a:gd name="connsiteY23839" fmla="*/ 1354301 h 2398711"/>
              <a:gd name="connsiteX23840" fmla="*/ 1804419 w 2119654"/>
              <a:gd name="connsiteY23840" fmla="*/ 1354156 h 2398711"/>
              <a:gd name="connsiteX23841" fmla="*/ 1804184 w 2119654"/>
              <a:gd name="connsiteY23841" fmla="*/ 1351286 h 2398711"/>
              <a:gd name="connsiteX23842" fmla="*/ 1805046 w 2119654"/>
              <a:gd name="connsiteY23842" fmla="*/ 1350503 h 2398711"/>
              <a:gd name="connsiteX23843" fmla="*/ 1804395 w 2119654"/>
              <a:gd name="connsiteY23843" fmla="*/ 1350999 h 2398711"/>
              <a:gd name="connsiteX23844" fmla="*/ 1442724 w 2119654"/>
              <a:gd name="connsiteY23844" fmla="*/ 2160625 h 2398711"/>
              <a:gd name="connsiteX23845" fmla="*/ 1449168 w 2119654"/>
              <a:gd name="connsiteY23845" fmla="*/ 2159443 h 2398711"/>
              <a:gd name="connsiteX23846" fmla="*/ 1449407 w 2119654"/>
              <a:gd name="connsiteY23846" fmla="*/ 2159368 h 2398711"/>
              <a:gd name="connsiteX23847" fmla="*/ 1449825 w 2119654"/>
              <a:gd name="connsiteY23847" fmla="*/ 2158423 h 2398711"/>
              <a:gd name="connsiteX23848" fmla="*/ 1444822 w 2119654"/>
              <a:gd name="connsiteY23848" fmla="*/ 2157570 h 2398711"/>
              <a:gd name="connsiteX23849" fmla="*/ 1836870 w 2119654"/>
              <a:gd name="connsiteY23849" fmla="*/ 1277964 h 2398711"/>
              <a:gd name="connsiteX23850" fmla="*/ 1839306 w 2119654"/>
              <a:gd name="connsiteY23850" fmla="*/ 1276317 h 2398711"/>
              <a:gd name="connsiteX23851" fmla="*/ 1840246 w 2119654"/>
              <a:gd name="connsiteY23851" fmla="*/ 1271556 h 2398711"/>
              <a:gd name="connsiteX23852" fmla="*/ 1839395 w 2119654"/>
              <a:gd name="connsiteY23852" fmla="*/ 1272586 h 2398711"/>
              <a:gd name="connsiteX23853" fmla="*/ 1835449 w 2119654"/>
              <a:gd name="connsiteY23853" fmla="*/ 1280990 h 2398711"/>
              <a:gd name="connsiteX23854" fmla="*/ 1835518 w 2119654"/>
              <a:gd name="connsiteY23854" fmla="*/ 1281057 h 2398711"/>
              <a:gd name="connsiteX23855" fmla="*/ 1839001 w 2119654"/>
              <a:gd name="connsiteY23855" fmla="*/ 1277860 h 2398711"/>
              <a:gd name="connsiteX23856" fmla="*/ 1839276 w 2119654"/>
              <a:gd name="connsiteY23856" fmla="*/ 1276468 h 2398711"/>
              <a:gd name="connsiteX23857" fmla="*/ 1836781 w 2119654"/>
              <a:gd name="connsiteY23857" fmla="*/ 1278155 h 2398711"/>
              <a:gd name="connsiteX23858" fmla="*/ 1400072 w 2119654"/>
              <a:gd name="connsiteY23858" fmla="*/ 2255768 h 2398711"/>
              <a:gd name="connsiteX23859" fmla="*/ 1398865 w 2119654"/>
              <a:gd name="connsiteY23859" fmla="*/ 2258799 h 2398711"/>
              <a:gd name="connsiteX23860" fmla="*/ 1403011 w 2119654"/>
              <a:gd name="connsiteY23860" fmla="*/ 2260380 h 2398711"/>
              <a:gd name="connsiteX23861" fmla="*/ 1403173 w 2119654"/>
              <a:gd name="connsiteY23861" fmla="*/ 2257315 h 2398711"/>
              <a:gd name="connsiteX23862" fmla="*/ 1798020 w 2119654"/>
              <a:gd name="connsiteY23862" fmla="*/ 1364629 h 2398711"/>
              <a:gd name="connsiteX23863" fmla="*/ 1801425 w 2119654"/>
              <a:gd name="connsiteY23863" fmla="*/ 1361933 h 2398711"/>
              <a:gd name="connsiteX23864" fmla="*/ 1802998 w 2119654"/>
              <a:gd name="connsiteY23864" fmla="*/ 1359391 h 2398711"/>
              <a:gd name="connsiteX23865" fmla="*/ 1802262 w 2119654"/>
              <a:gd name="connsiteY23865" fmla="*/ 1358161 h 2398711"/>
              <a:gd name="connsiteX23866" fmla="*/ 1828802 w 2119654"/>
              <a:gd name="connsiteY23866" fmla="*/ 1295688 h 2398711"/>
              <a:gd name="connsiteX23867" fmla="*/ 1829319 w 2119654"/>
              <a:gd name="connsiteY23867" fmla="*/ 1295955 h 2398711"/>
              <a:gd name="connsiteX23868" fmla="*/ 1830511 w 2119654"/>
              <a:gd name="connsiteY23868" fmla="*/ 1295014 h 2398711"/>
              <a:gd name="connsiteX23869" fmla="*/ 1831699 w 2119654"/>
              <a:gd name="connsiteY23869" fmla="*/ 1293271 h 2398711"/>
              <a:gd name="connsiteX23870" fmla="*/ 1831639 w 2119654"/>
              <a:gd name="connsiteY23870" fmla="*/ 1293156 h 2398711"/>
              <a:gd name="connsiteX23871" fmla="*/ 1821121 w 2119654"/>
              <a:gd name="connsiteY23871" fmla="*/ 1312820 h 2398711"/>
              <a:gd name="connsiteX23872" fmla="*/ 1821549 w 2119654"/>
              <a:gd name="connsiteY23872" fmla="*/ 1313064 h 2398711"/>
              <a:gd name="connsiteX23873" fmla="*/ 1823042 w 2119654"/>
              <a:gd name="connsiteY23873" fmla="*/ 1310964 h 2398711"/>
              <a:gd name="connsiteX23874" fmla="*/ 1823090 w 2119654"/>
              <a:gd name="connsiteY23874" fmla="*/ 1310773 h 2398711"/>
              <a:gd name="connsiteX23875" fmla="*/ 1822611 w 2119654"/>
              <a:gd name="connsiteY23875" fmla="*/ 1311178 h 2398711"/>
              <a:gd name="connsiteX23876" fmla="*/ 1803409 w 2119654"/>
              <a:gd name="connsiteY23876" fmla="*/ 1352410 h 2398711"/>
              <a:gd name="connsiteX23877" fmla="*/ 1803837 w 2119654"/>
              <a:gd name="connsiteY23877" fmla="*/ 1352870 h 2398711"/>
              <a:gd name="connsiteX23878" fmla="*/ 1806655 w 2119654"/>
              <a:gd name="connsiteY23878" fmla="*/ 1351099 h 2398711"/>
              <a:gd name="connsiteX23879" fmla="*/ 1809049 w 2119654"/>
              <a:gd name="connsiteY23879" fmla="*/ 1347448 h 2398711"/>
              <a:gd name="connsiteX23880" fmla="*/ 1807945 w 2119654"/>
              <a:gd name="connsiteY23880" fmla="*/ 1348290 h 2398711"/>
              <a:gd name="connsiteX23881" fmla="*/ 1818565 w 2119654"/>
              <a:gd name="connsiteY23881" fmla="*/ 1318420 h 2398711"/>
              <a:gd name="connsiteX23882" fmla="*/ 1818893 w 2119654"/>
              <a:gd name="connsiteY23882" fmla="*/ 1319079 h 2398711"/>
              <a:gd name="connsiteX23883" fmla="*/ 1819861 w 2119654"/>
              <a:gd name="connsiteY23883" fmla="*/ 1318348 h 2398711"/>
              <a:gd name="connsiteX23884" fmla="*/ 1819792 w 2119654"/>
              <a:gd name="connsiteY23884" fmla="*/ 1318609 h 2398711"/>
              <a:gd name="connsiteX23885" fmla="*/ 1818969 w 2119654"/>
              <a:gd name="connsiteY23885" fmla="*/ 1319231 h 2398711"/>
              <a:gd name="connsiteX23886" fmla="*/ 1819054 w 2119654"/>
              <a:gd name="connsiteY23886" fmla="*/ 1319400 h 2398711"/>
              <a:gd name="connsiteX23887" fmla="*/ 1820880 w 2119654"/>
              <a:gd name="connsiteY23887" fmla="*/ 1317446 h 2398711"/>
              <a:gd name="connsiteX23888" fmla="*/ 1819713 w 2119654"/>
              <a:gd name="connsiteY23888" fmla="*/ 1316805 h 2398711"/>
              <a:gd name="connsiteX23889" fmla="*/ 1827800 w 2119654"/>
              <a:gd name="connsiteY23889" fmla="*/ 1297709 h 2398711"/>
              <a:gd name="connsiteX23890" fmla="*/ 1827287 w 2119654"/>
              <a:gd name="connsiteY23890" fmla="*/ 1299747 h 2398711"/>
              <a:gd name="connsiteX23891" fmla="*/ 1829442 w 2119654"/>
              <a:gd name="connsiteY23891" fmla="*/ 1296584 h 2398711"/>
              <a:gd name="connsiteX23892" fmla="*/ 1829285 w 2119654"/>
              <a:gd name="connsiteY23892" fmla="*/ 1296504 h 2398711"/>
              <a:gd name="connsiteX23893" fmla="*/ 1797562 w 2119654"/>
              <a:gd name="connsiteY23893" fmla="*/ 1365326 h 2398711"/>
              <a:gd name="connsiteX23894" fmla="*/ 1800451 w 2119654"/>
              <a:gd name="connsiteY23894" fmla="*/ 1363509 h 2398711"/>
              <a:gd name="connsiteX23895" fmla="*/ 1801279 w 2119654"/>
              <a:gd name="connsiteY23895" fmla="*/ 1362170 h 2398711"/>
              <a:gd name="connsiteX23896" fmla="*/ 1797855 w 2119654"/>
              <a:gd name="connsiteY23896" fmla="*/ 1364880 h 2398711"/>
              <a:gd name="connsiteX23897" fmla="*/ 1416639 w 2119654"/>
              <a:gd name="connsiteY23897" fmla="*/ 2217975 h 2398711"/>
              <a:gd name="connsiteX23898" fmla="*/ 1439976 w 2119654"/>
              <a:gd name="connsiteY23898" fmla="*/ 2222328 h 2398711"/>
              <a:gd name="connsiteX23899" fmla="*/ 1445373 w 2119654"/>
              <a:gd name="connsiteY23899" fmla="*/ 2223110 h 2398711"/>
              <a:gd name="connsiteX23900" fmla="*/ 1445431 w 2119654"/>
              <a:gd name="connsiteY23900" fmla="*/ 2222991 h 2398711"/>
              <a:gd name="connsiteX23901" fmla="*/ 1433206 w 2119654"/>
              <a:gd name="connsiteY23901" fmla="*/ 2219330 h 2398711"/>
              <a:gd name="connsiteX23902" fmla="*/ 1767969 w 2119654"/>
              <a:gd name="connsiteY23902" fmla="*/ 1431226 h 2398711"/>
              <a:gd name="connsiteX23903" fmla="*/ 1768686 w 2119654"/>
              <a:gd name="connsiteY23903" fmla="*/ 1432082 h 2398711"/>
              <a:gd name="connsiteX23904" fmla="*/ 1769897 w 2119654"/>
              <a:gd name="connsiteY23904" fmla="*/ 1433944 h 2398711"/>
              <a:gd name="connsiteX23905" fmla="*/ 1770140 w 2119654"/>
              <a:gd name="connsiteY23905" fmla="*/ 1433809 h 2398711"/>
              <a:gd name="connsiteX23906" fmla="*/ 1771661 w 2119654"/>
              <a:gd name="connsiteY23906" fmla="*/ 1431308 h 2398711"/>
              <a:gd name="connsiteX23907" fmla="*/ 1771227 w 2119654"/>
              <a:gd name="connsiteY23907" fmla="*/ 1429454 h 2398711"/>
              <a:gd name="connsiteX23908" fmla="*/ 1770525 w 2119654"/>
              <a:gd name="connsiteY23908" fmla="*/ 1428539 h 2398711"/>
              <a:gd name="connsiteX23909" fmla="*/ 1769878 w 2119654"/>
              <a:gd name="connsiteY23909" fmla="*/ 1428964 h 2398711"/>
              <a:gd name="connsiteX23910" fmla="*/ 1868800 w 2119654"/>
              <a:gd name="connsiteY23910" fmla="*/ 1205371 h 2398711"/>
              <a:gd name="connsiteX23911" fmla="*/ 1870444 w 2119654"/>
              <a:gd name="connsiteY23911" fmla="*/ 1206446 h 2398711"/>
              <a:gd name="connsiteX23912" fmla="*/ 1871874 w 2119654"/>
              <a:gd name="connsiteY23912" fmla="*/ 1204174 h 2398711"/>
              <a:gd name="connsiteX23913" fmla="*/ 1872488 w 2119654"/>
              <a:gd name="connsiteY23913" fmla="*/ 1202494 h 2398711"/>
              <a:gd name="connsiteX23914" fmla="*/ 1810473 w 2119654"/>
              <a:gd name="connsiteY23914" fmla="*/ 1335933 h 2398711"/>
              <a:gd name="connsiteX23915" fmla="*/ 1812711 w 2119654"/>
              <a:gd name="connsiteY23915" fmla="*/ 1338034 h 2398711"/>
              <a:gd name="connsiteX23916" fmla="*/ 1816199 w 2119654"/>
              <a:gd name="connsiteY23916" fmla="*/ 1333308 h 2398711"/>
              <a:gd name="connsiteX23917" fmla="*/ 1810543 w 2119654"/>
              <a:gd name="connsiteY23917" fmla="*/ 1335863 h 2398711"/>
              <a:gd name="connsiteX23918" fmla="*/ 1828165 w 2119654"/>
              <a:gd name="connsiteY23918" fmla="*/ 1296257 h 2398711"/>
              <a:gd name="connsiteX23919" fmla="*/ 1827975 w 2119654"/>
              <a:gd name="connsiteY23919" fmla="*/ 1297014 h 2398711"/>
              <a:gd name="connsiteX23920" fmla="*/ 1828885 w 2119654"/>
              <a:gd name="connsiteY23920" fmla="*/ 1296297 h 2398711"/>
              <a:gd name="connsiteX23921" fmla="*/ 1828399 w 2119654"/>
              <a:gd name="connsiteY23921" fmla="*/ 1296048 h 2398711"/>
              <a:gd name="connsiteX23922" fmla="*/ 1801390 w 2119654"/>
              <a:gd name="connsiteY23922" fmla="*/ 1356061 h 2398711"/>
              <a:gd name="connsiteX23923" fmla="*/ 1801414 w 2119654"/>
              <a:gd name="connsiteY23923" fmla="*/ 1356103 h 2398711"/>
              <a:gd name="connsiteX23924" fmla="*/ 1802333 w 2119654"/>
              <a:gd name="connsiteY23924" fmla="*/ 1357689 h 2398711"/>
              <a:gd name="connsiteX23925" fmla="*/ 1802805 w 2119654"/>
              <a:gd name="connsiteY23925" fmla="*/ 1356969 h 2398711"/>
              <a:gd name="connsiteX23926" fmla="*/ 1802064 w 2119654"/>
              <a:gd name="connsiteY23926" fmla="*/ 1355736 h 2398711"/>
              <a:gd name="connsiteX23927" fmla="*/ 1802005 w 2119654"/>
              <a:gd name="connsiteY23927" fmla="*/ 1355674 h 2398711"/>
              <a:gd name="connsiteX23928" fmla="*/ 1831031 w 2119654"/>
              <a:gd name="connsiteY23928" fmla="*/ 1289676 h 2398711"/>
              <a:gd name="connsiteX23929" fmla="*/ 1832104 w 2119654"/>
              <a:gd name="connsiteY23929" fmla="*/ 1291773 h 2398711"/>
              <a:gd name="connsiteX23930" fmla="*/ 1833675 w 2119654"/>
              <a:gd name="connsiteY23930" fmla="*/ 1290371 h 2398711"/>
              <a:gd name="connsiteX23931" fmla="*/ 1837697 w 2119654"/>
              <a:gd name="connsiteY23931" fmla="*/ 1284467 h 2398711"/>
              <a:gd name="connsiteX23932" fmla="*/ 1837805 w 2119654"/>
              <a:gd name="connsiteY23932" fmla="*/ 1283919 h 2398711"/>
              <a:gd name="connsiteX23933" fmla="*/ 1835105 w 2119654"/>
              <a:gd name="connsiteY23933" fmla="*/ 1281757 h 2398711"/>
              <a:gd name="connsiteX23934" fmla="*/ 1835078 w 2119654"/>
              <a:gd name="connsiteY23934" fmla="*/ 1281781 h 2398711"/>
              <a:gd name="connsiteX23935" fmla="*/ 1833057 w 2119654"/>
              <a:gd name="connsiteY23935" fmla="*/ 1286086 h 2398711"/>
              <a:gd name="connsiteX23936" fmla="*/ 1402219 w 2119654"/>
              <a:gd name="connsiteY23936" fmla="*/ 2249831 h 2398711"/>
              <a:gd name="connsiteX23937" fmla="*/ 1400213 w 2119654"/>
              <a:gd name="connsiteY23937" fmla="*/ 2255392 h 2398711"/>
              <a:gd name="connsiteX23938" fmla="*/ 1403196 w 2119654"/>
              <a:gd name="connsiteY23938" fmla="*/ 2256881 h 2398711"/>
              <a:gd name="connsiteX23939" fmla="*/ 1403520 w 2119654"/>
              <a:gd name="connsiteY23939" fmla="*/ 2250741 h 2398711"/>
              <a:gd name="connsiteX23940" fmla="*/ 1485793 w 2119654"/>
              <a:gd name="connsiteY23940" fmla="*/ 2062679 h 2398711"/>
              <a:gd name="connsiteX23941" fmla="*/ 1487303 w 2119654"/>
              <a:gd name="connsiteY23941" fmla="*/ 2063083 h 2398711"/>
              <a:gd name="connsiteX23942" fmla="*/ 1488671 w 2119654"/>
              <a:gd name="connsiteY23942" fmla="*/ 2062116 h 2398711"/>
              <a:gd name="connsiteX23943" fmla="*/ 1488867 w 2119654"/>
              <a:gd name="connsiteY23943" fmla="*/ 2061160 h 2398711"/>
              <a:gd name="connsiteX23944" fmla="*/ 1802304 w 2119654"/>
              <a:gd name="connsiteY23944" fmla="*/ 1353834 h 2398711"/>
              <a:gd name="connsiteX23945" fmla="*/ 1803451 w 2119654"/>
              <a:gd name="connsiteY23945" fmla="*/ 1353113 h 2398711"/>
              <a:gd name="connsiteX23946" fmla="*/ 1803108 w 2119654"/>
              <a:gd name="connsiteY23946" fmla="*/ 1352744 h 2398711"/>
              <a:gd name="connsiteX23947" fmla="*/ 1817172 w 2119654"/>
              <a:gd name="connsiteY23947" fmla="*/ 1320379 h 2398711"/>
              <a:gd name="connsiteX23948" fmla="*/ 1818460 w 2119654"/>
              <a:gd name="connsiteY23948" fmla="*/ 1319405 h 2398711"/>
              <a:gd name="connsiteX23949" fmla="*/ 1818214 w 2119654"/>
              <a:gd name="connsiteY23949" fmla="*/ 1318914 h 2398711"/>
              <a:gd name="connsiteX23950" fmla="*/ 1490341 w 2119654"/>
              <a:gd name="connsiteY23950" fmla="*/ 2051711 h 2398711"/>
              <a:gd name="connsiteX23951" fmla="*/ 1490550 w 2119654"/>
              <a:gd name="connsiteY23951" fmla="*/ 2052984 h 2398711"/>
              <a:gd name="connsiteX23952" fmla="*/ 1491026 w 2119654"/>
              <a:gd name="connsiteY23952" fmla="*/ 2050668 h 2398711"/>
              <a:gd name="connsiteX23953" fmla="*/ 1490878 w 2119654"/>
              <a:gd name="connsiteY23953" fmla="*/ 2050604 h 2398711"/>
              <a:gd name="connsiteX23954" fmla="*/ 1403800 w 2119654"/>
              <a:gd name="connsiteY23954" fmla="*/ 2245447 h 2398711"/>
              <a:gd name="connsiteX23955" fmla="*/ 1402351 w 2119654"/>
              <a:gd name="connsiteY23955" fmla="*/ 2249465 h 2398711"/>
              <a:gd name="connsiteX23956" fmla="*/ 1403544 w 2119654"/>
              <a:gd name="connsiteY23956" fmla="*/ 2250298 h 2398711"/>
              <a:gd name="connsiteX23957" fmla="*/ 1452944 w 2119654"/>
              <a:gd name="connsiteY23957" fmla="*/ 2135329 h 2398711"/>
              <a:gd name="connsiteX23958" fmla="*/ 1452914 w 2119654"/>
              <a:gd name="connsiteY23958" fmla="*/ 2135910 h 2398711"/>
              <a:gd name="connsiteX23959" fmla="*/ 1453189 w 2119654"/>
              <a:gd name="connsiteY23959" fmla="*/ 2135383 h 2398711"/>
              <a:gd name="connsiteX23960" fmla="*/ 1828848 w 2119654"/>
              <a:gd name="connsiteY23960" fmla="*/ 1293544 h 2398711"/>
              <a:gd name="connsiteX23961" fmla="*/ 1828479 w 2119654"/>
              <a:gd name="connsiteY23961" fmla="*/ 1295008 h 2398711"/>
              <a:gd name="connsiteX23962" fmla="*/ 1831299 w 2119654"/>
              <a:gd name="connsiteY23962" fmla="*/ 1292492 h 2398711"/>
              <a:gd name="connsiteX23963" fmla="*/ 1830416 w 2119654"/>
              <a:gd name="connsiteY23963" fmla="*/ 1290765 h 2398711"/>
              <a:gd name="connsiteX23964" fmla="*/ 1488277 w 2119654"/>
              <a:gd name="connsiteY23964" fmla="*/ 2055966 h 2398711"/>
              <a:gd name="connsiteX23965" fmla="*/ 1489912 w 2119654"/>
              <a:gd name="connsiteY23965" fmla="*/ 2056083 h 2398711"/>
              <a:gd name="connsiteX23966" fmla="*/ 1490324 w 2119654"/>
              <a:gd name="connsiteY23966" fmla="*/ 2054083 h 2398711"/>
              <a:gd name="connsiteX23967" fmla="*/ 1490038 w 2119654"/>
              <a:gd name="connsiteY23967" fmla="*/ 2052337 h 2398711"/>
              <a:gd name="connsiteX23968" fmla="*/ 1826352 w 2119654"/>
              <a:gd name="connsiteY23968" fmla="*/ 1298884 h 2398711"/>
              <a:gd name="connsiteX23969" fmla="*/ 1825547 w 2119654"/>
              <a:gd name="connsiteY23969" fmla="*/ 1302301 h 2398711"/>
              <a:gd name="connsiteX23970" fmla="*/ 1826213 w 2119654"/>
              <a:gd name="connsiteY23970" fmla="*/ 1301323 h 2398711"/>
              <a:gd name="connsiteX23971" fmla="*/ 1826949 w 2119654"/>
              <a:gd name="connsiteY23971" fmla="*/ 1298399 h 2398711"/>
              <a:gd name="connsiteX23972" fmla="*/ 1856757 w 2119654"/>
              <a:gd name="connsiteY23972" fmla="*/ 1230710 h 2398711"/>
              <a:gd name="connsiteX23973" fmla="*/ 1851806 w 2119654"/>
              <a:gd name="connsiteY23973" fmla="*/ 1244047 h 2398711"/>
              <a:gd name="connsiteX23974" fmla="*/ 1858821 w 2119654"/>
              <a:gd name="connsiteY23974" fmla="*/ 1239917 h 2398711"/>
              <a:gd name="connsiteX23975" fmla="*/ 1864035 w 2119654"/>
              <a:gd name="connsiteY23975" fmla="*/ 1225641 h 2398711"/>
              <a:gd name="connsiteX23976" fmla="*/ 1796239 w 2119654"/>
              <a:gd name="connsiteY23976" fmla="*/ 1366160 h 2398711"/>
              <a:gd name="connsiteX23977" fmla="*/ 1797038 w 2119654"/>
              <a:gd name="connsiteY23977" fmla="*/ 1365656 h 2398711"/>
              <a:gd name="connsiteX23978" fmla="*/ 1797227 w 2119654"/>
              <a:gd name="connsiteY23978" fmla="*/ 1365377 h 2398711"/>
              <a:gd name="connsiteX23979" fmla="*/ 1818710 w 2119654"/>
              <a:gd name="connsiteY23979" fmla="*/ 1315835 h 2398711"/>
              <a:gd name="connsiteX23980" fmla="*/ 1819334 w 2119654"/>
              <a:gd name="connsiteY23980" fmla="*/ 1316178 h 2398711"/>
              <a:gd name="connsiteX23981" fmla="*/ 1821281 w 2119654"/>
              <a:gd name="connsiteY23981" fmla="*/ 1313441 h 2398711"/>
              <a:gd name="connsiteX23982" fmla="*/ 1820790 w 2119654"/>
              <a:gd name="connsiteY23982" fmla="*/ 1313184 h 2398711"/>
              <a:gd name="connsiteX23983" fmla="*/ 1819689 w 2119654"/>
              <a:gd name="connsiteY23983" fmla="*/ 1314397 h 2398711"/>
              <a:gd name="connsiteX23984" fmla="*/ 1857328 w 2119654"/>
              <a:gd name="connsiteY23984" fmla="*/ 1229342 h 2398711"/>
              <a:gd name="connsiteX23985" fmla="*/ 1863456 w 2119654"/>
              <a:gd name="connsiteY23985" fmla="*/ 1225433 h 2398711"/>
              <a:gd name="connsiteX23986" fmla="*/ 1864334 w 2119654"/>
              <a:gd name="connsiteY23986" fmla="*/ 1224820 h 2398711"/>
              <a:gd name="connsiteX23987" fmla="*/ 1866588 w 2119654"/>
              <a:gd name="connsiteY23987" fmla="*/ 1218646 h 2398711"/>
              <a:gd name="connsiteX23988" fmla="*/ 1865102 w 2119654"/>
              <a:gd name="connsiteY23988" fmla="*/ 1217110 h 2398711"/>
              <a:gd name="connsiteX23989" fmla="*/ 1858701 w 2119654"/>
              <a:gd name="connsiteY23989" fmla="*/ 1227335 h 2398711"/>
              <a:gd name="connsiteX23990" fmla="*/ 1486861 w 2119654"/>
              <a:gd name="connsiteY23990" fmla="*/ 2058886 h 2398711"/>
              <a:gd name="connsiteX23991" fmla="*/ 1489530 w 2119654"/>
              <a:gd name="connsiteY23991" fmla="*/ 2057945 h 2398711"/>
              <a:gd name="connsiteX23992" fmla="*/ 1489531 w 2119654"/>
              <a:gd name="connsiteY23992" fmla="*/ 2057936 h 2398711"/>
              <a:gd name="connsiteX23993" fmla="*/ 1487396 w 2119654"/>
              <a:gd name="connsiteY23993" fmla="*/ 2057782 h 2398711"/>
              <a:gd name="connsiteX23994" fmla="*/ 1794537 w 2119654"/>
              <a:gd name="connsiteY23994" fmla="*/ 1369938 h 2398711"/>
              <a:gd name="connsiteX23995" fmla="*/ 1794896 w 2119654"/>
              <a:gd name="connsiteY23995" fmla="*/ 1371491 h 2398711"/>
              <a:gd name="connsiteX23996" fmla="*/ 1795268 w 2119654"/>
              <a:gd name="connsiteY23996" fmla="*/ 1371085 h 2398711"/>
              <a:gd name="connsiteX23997" fmla="*/ 1795251 w 2119654"/>
              <a:gd name="connsiteY23997" fmla="*/ 1371322 h 2398711"/>
              <a:gd name="connsiteX23998" fmla="*/ 1794937 w 2119654"/>
              <a:gd name="connsiteY23998" fmla="*/ 1371665 h 2398711"/>
              <a:gd name="connsiteX23999" fmla="*/ 1794985 w 2119654"/>
              <a:gd name="connsiteY23999" fmla="*/ 1371877 h 2398711"/>
              <a:gd name="connsiteX24000" fmla="*/ 1795991 w 2119654"/>
              <a:gd name="connsiteY24000" fmla="*/ 1370719 h 2398711"/>
              <a:gd name="connsiteX24001" fmla="*/ 1799710 w 2119654"/>
              <a:gd name="connsiteY24001" fmla="*/ 1364706 h 2398711"/>
              <a:gd name="connsiteX24002" fmla="*/ 1796746 w 2119654"/>
              <a:gd name="connsiteY24002" fmla="*/ 1366571 h 2398711"/>
              <a:gd name="connsiteX24003" fmla="*/ 1827556 w 2119654"/>
              <a:gd name="connsiteY24003" fmla="*/ 1295833 h 2398711"/>
              <a:gd name="connsiteX24004" fmla="*/ 1827606 w 2119654"/>
              <a:gd name="connsiteY24004" fmla="*/ 1295788 h 2398711"/>
              <a:gd name="connsiteX24005" fmla="*/ 1827626 w 2119654"/>
              <a:gd name="connsiteY24005" fmla="*/ 1295709 h 2398711"/>
              <a:gd name="connsiteX24006" fmla="*/ 1826652 w 2119654"/>
              <a:gd name="connsiteY24006" fmla="*/ 1297608 h 2398711"/>
              <a:gd name="connsiteX24007" fmla="*/ 1826522 w 2119654"/>
              <a:gd name="connsiteY24007" fmla="*/ 1298159 h 2398711"/>
              <a:gd name="connsiteX24008" fmla="*/ 1827130 w 2119654"/>
              <a:gd name="connsiteY24008" fmla="*/ 1297680 h 2398711"/>
              <a:gd name="connsiteX24009" fmla="*/ 1827292 w 2119654"/>
              <a:gd name="connsiteY24009" fmla="*/ 1297037 h 2398711"/>
              <a:gd name="connsiteX24010" fmla="*/ 1484453 w 2119654"/>
              <a:gd name="connsiteY24010" fmla="*/ 2063852 h 2398711"/>
              <a:gd name="connsiteX24011" fmla="*/ 1484098 w 2119654"/>
              <a:gd name="connsiteY24011" fmla="*/ 2065347 h 2398711"/>
              <a:gd name="connsiteX24012" fmla="*/ 1486283 w 2119654"/>
              <a:gd name="connsiteY24012" fmla="*/ 2063804 h 2398711"/>
              <a:gd name="connsiteX24013" fmla="*/ 1484684 w 2119654"/>
              <a:gd name="connsiteY24013" fmla="*/ 2063375 h 2398711"/>
              <a:gd name="connsiteX24014" fmla="*/ 1448588 w 2119654"/>
              <a:gd name="connsiteY24014" fmla="*/ 2144062 h 2398711"/>
              <a:gd name="connsiteX24015" fmla="*/ 1448638 w 2119654"/>
              <a:gd name="connsiteY24015" fmla="*/ 2144088 h 2398711"/>
              <a:gd name="connsiteX24016" fmla="*/ 1448640 w 2119654"/>
              <a:gd name="connsiteY24016" fmla="*/ 2144083 h 2398711"/>
              <a:gd name="connsiteX24017" fmla="*/ 1817881 w 2119654"/>
              <a:gd name="connsiteY24017" fmla="*/ 1317052 h 2398711"/>
              <a:gd name="connsiteX24018" fmla="*/ 1818224 w 2119654"/>
              <a:gd name="connsiteY24018" fmla="*/ 1317739 h 2398711"/>
              <a:gd name="connsiteX24019" fmla="*/ 1819120 w 2119654"/>
              <a:gd name="connsiteY24019" fmla="*/ 1316480 h 2398711"/>
              <a:gd name="connsiteX24020" fmla="*/ 1818502 w 2119654"/>
              <a:gd name="connsiteY24020" fmla="*/ 1316141 h 2398711"/>
              <a:gd name="connsiteX24021" fmla="*/ 1771321 w 2119654"/>
              <a:gd name="connsiteY24021" fmla="*/ 1421300 h 2398711"/>
              <a:gd name="connsiteX24022" fmla="*/ 1771476 w 2119654"/>
              <a:gd name="connsiteY24022" fmla="*/ 1421790 h 2398711"/>
              <a:gd name="connsiteX24023" fmla="*/ 1773123 w 2119654"/>
              <a:gd name="connsiteY24023" fmla="*/ 1420256 h 2398711"/>
              <a:gd name="connsiteX24024" fmla="*/ 1772667 w 2119654"/>
              <a:gd name="connsiteY24024" fmla="*/ 1419725 h 2398711"/>
              <a:gd name="connsiteX24025" fmla="*/ 1826018 w 2119654"/>
              <a:gd name="connsiteY24025" fmla="*/ 1298557 h 2398711"/>
              <a:gd name="connsiteX24026" fmla="*/ 1826170 w 2119654"/>
              <a:gd name="connsiteY24026" fmla="*/ 1298437 h 2398711"/>
              <a:gd name="connsiteX24027" fmla="*/ 1826237 w 2119654"/>
              <a:gd name="connsiteY24027" fmla="*/ 1298170 h 2398711"/>
              <a:gd name="connsiteX24028" fmla="*/ 1759287 w 2119654"/>
              <a:gd name="connsiteY24028" fmla="*/ 1447866 h 2398711"/>
              <a:gd name="connsiteX24029" fmla="*/ 1759322 w 2119654"/>
              <a:gd name="connsiteY24029" fmla="*/ 1447993 h 2398711"/>
              <a:gd name="connsiteX24030" fmla="*/ 1759379 w 2119654"/>
              <a:gd name="connsiteY24030" fmla="*/ 1447962 h 2398711"/>
              <a:gd name="connsiteX24031" fmla="*/ 1809544 w 2119654"/>
              <a:gd name="connsiteY24031" fmla="*/ 1335061 h 2398711"/>
              <a:gd name="connsiteX24032" fmla="*/ 1809629 w 2119654"/>
              <a:gd name="connsiteY24032" fmla="*/ 1335141 h 2398711"/>
              <a:gd name="connsiteX24033" fmla="*/ 1810717 w 2119654"/>
              <a:gd name="connsiteY24033" fmla="*/ 1334671 h 2398711"/>
              <a:gd name="connsiteX24034" fmla="*/ 1811245 w 2119654"/>
              <a:gd name="connsiteY24034" fmla="*/ 1334115 h 2398711"/>
              <a:gd name="connsiteX24035" fmla="*/ 1814086 w 2119654"/>
              <a:gd name="connsiteY24035" fmla="*/ 1324718 h 2398711"/>
              <a:gd name="connsiteX24036" fmla="*/ 1818665 w 2119654"/>
              <a:gd name="connsiteY24036" fmla="*/ 1319817 h 2398711"/>
              <a:gd name="connsiteX24037" fmla="*/ 1818536 w 2119654"/>
              <a:gd name="connsiteY24037" fmla="*/ 1319558 h 2398711"/>
              <a:gd name="connsiteX24038" fmla="*/ 1816849 w 2119654"/>
              <a:gd name="connsiteY24038" fmla="*/ 1320833 h 2398711"/>
              <a:gd name="connsiteX24039" fmla="*/ 1801159 w 2119654"/>
              <a:gd name="connsiteY24039" fmla="*/ 1353523 h 2398711"/>
              <a:gd name="connsiteX24040" fmla="*/ 1801215 w 2119654"/>
              <a:gd name="connsiteY24040" fmla="*/ 1353615 h 2398711"/>
              <a:gd name="connsiteX24041" fmla="*/ 1801529 w 2119654"/>
              <a:gd name="connsiteY24041" fmla="*/ 1353189 h 2398711"/>
              <a:gd name="connsiteX24042" fmla="*/ 1801308 w 2119654"/>
              <a:gd name="connsiteY24042" fmla="*/ 1353357 h 2398711"/>
              <a:gd name="connsiteX24043" fmla="*/ 1759120 w 2119654"/>
              <a:gd name="connsiteY24043" fmla="*/ 1447244 h 2398711"/>
              <a:gd name="connsiteX24044" fmla="*/ 1759163 w 2119654"/>
              <a:gd name="connsiteY24044" fmla="*/ 1447404 h 2398711"/>
              <a:gd name="connsiteX24045" fmla="*/ 1759588 w 2119654"/>
              <a:gd name="connsiteY24045" fmla="*/ 1447849 h 2398711"/>
              <a:gd name="connsiteX24046" fmla="*/ 1760220 w 2119654"/>
              <a:gd name="connsiteY24046" fmla="*/ 1447508 h 2398711"/>
              <a:gd name="connsiteX24047" fmla="*/ 1760943 w 2119654"/>
              <a:gd name="connsiteY24047" fmla="*/ 1446914 h 2398711"/>
              <a:gd name="connsiteX24048" fmla="*/ 1760755 w 2119654"/>
              <a:gd name="connsiteY24048" fmla="*/ 1446762 h 2398711"/>
              <a:gd name="connsiteX24049" fmla="*/ 1791546 w 2119654"/>
              <a:gd name="connsiteY24049" fmla="*/ 1374500 h 2398711"/>
              <a:gd name="connsiteX24050" fmla="*/ 1792074 w 2119654"/>
              <a:gd name="connsiteY24050" fmla="*/ 1374341 h 2398711"/>
              <a:gd name="connsiteX24051" fmla="*/ 1792438 w 2119654"/>
              <a:gd name="connsiteY24051" fmla="*/ 1374171 h 2398711"/>
              <a:gd name="connsiteX24052" fmla="*/ 1792262 w 2119654"/>
              <a:gd name="connsiteY24052" fmla="*/ 1373408 h 2398711"/>
              <a:gd name="connsiteX24053" fmla="*/ 1760147 w 2119654"/>
              <a:gd name="connsiteY24053" fmla="*/ 1444738 h 2398711"/>
              <a:gd name="connsiteX24054" fmla="*/ 1761739 w 2119654"/>
              <a:gd name="connsiteY24054" fmla="*/ 1446126 h 2398711"/>
              <a:gd name="connsiteX24055" fmla="*/ 1761990 w 2119654"/>
              <a:gd name="connsiteY24055" fmla="*/ 1446052 h 2398711"/>
              <a:gd name="connsiteX24056" fmla="*/ 1763390 w 2119654"/>
              <a:gd name="connsiteY24056" fmla="*/ 1444902 h 2398711"/>
              <a:gd name="connsiteX24057" fmla="*/ 1765156 w 2119654"/>
              <a:gd name="connsiteY24057" fmla="*/ 1441999 h 2398711"/>
              <a:gd name="connsiteX24058" fmla="*/ 1453100 w 2119654"/>
              <a:gd name="connsiteY24058" fmla="*/ 2132232 h 2398711"/>
              <a:gd name="connsiteX24059" fmla="*/ 1452978 w 2119654"/>
              <a:gd name="connsiteY24059" fmla="*/ 2134643 h 2398711"/>
              <a:gd name="connsiteX24060" fmla="*/ 1453514 w 2119654"/>
              <a:gd name="connsiteY24060" fmla="*/ 2134763 h 2398711"/>
              <a:gd name="connsiteX24061" fmla="*/ 1454651 w 2119654"/>
              <a:gd name="connsiteY24061" fmla="*/ 2132590 h 2398711"/>
              <a:gd name="connsiteX24062" fmla="*/ 1455010 w 2119654"/>
              <a:gd name="connsiteY24062" fmla="*/ 2127755 h 2398711"/>
              <a:gd name="connsiteX24063" fmla="*/ 1456598 w 2119654"/>
              <a:gd name="connsiteY24063" fmla="*/ 2128865 h 2398711"/>
              <a:gd name="connsiteX24064" fmla="*/ 1456665 w 2119654"/>
              <a:gd name="connsiteY24064" fmla="*/ 2128737 h 2398711"/>
              <a:gd name="connsiteX24065" fmla="*/ 1457054 w 2119654"/>
              <a:gd name="connsiteY24065" fmla="*/ 2127567 h 2398711"/>
              <a:gd name="connsiteX24066" fmla="*/ 1800388 w 2119654"/>
              <a:gd name="connsiteY24066" fmla="*/ 1354387 h 2398711"/>
              <a:gd name="connsiteX24067" fmla="*/ 1800503 w 2119654"/>
              <a:gd name="connsiteY24067" fmla="*/ 1354580 h 2398711"/>
              <a:gd name="connsiteX24068" fmla="*/ 1800713 w 2119654"/>
              <a:gd name="connsiteY24068" fmla="*/ 1354294 h 2398711"/>
              <a:gd name="connsiteX24069" fmla="*/ 1800589 w 2119654"/>
              <a:gd name="connsiteY24069" fmla="*/ 1354161 h 2398711"/>
              <a:gd name="connsiteX24070" fmla="*/ 1862719 w 2119654"/>
              <a:gd name="connsiteY24070" fmla="*/ 1214647 h 2398711"/>
              <a:gd name="connsiteX24071" fmla="*/ 1859957 w 2119654"/>
              <a:gd name="connsiteY24071" fmla="*/ 1222088 h 2398711"/>
              <a:gd name="connsiteX24072" fmla="*/ 1864141 w 2119654"/>
              <a:gd name="connsiteY24072" fmla="*/ 1216116 h 2398711"/>
              <a:gd name="connsiteX24073" fmla="*/ 1794138 w 2119654"/>
              <a:gd name="connsiteY24073" fmla="*/ 1368213 h 2398711"/>
              <a:gd name="connsiteX24074" fmla="*/ 1794438 w 2119654"/>
              <a:gd name="connsiteY24074" fmla="*/ 1369508 h 2398711"/>
              <a:gd name="connsiteX24075" fmla="*/ 1796180 w 2119654"/>
              <a:gd name="connsiteY24075" fmla="*/ 1366928 h 2398711"/>
              <a:gd name="connsiteX24076" fmla="*/ 1785221 w 2119654"/>
              <a:gd name="connsiteY24076" fmla="*/ 1388118 h 2398711"/>
              <a:gd name="connsiteX24077" fmla="*/ 1785237 w 2119654"/>
              <a:gd name="connsiteY24077" fmla="*/ 1388108 h 2398711"/>
              <a:gd name="connsiteX24078" fmla="*/ 1785271 w 2119654"/>
              <a:gd name="connsiteY24078" fmla="*/ 1388053 h 2398711"/>
              <a:gd name="connsiteX24079" fmla="*/ 1800253 w 2119654"/>
              <a:gd name="connsiteY24079" fmla="*/ 1354162 h 2398711"/>
              <a:gd name="connsiteX24080" fmla="*/ 1800276 w 2119654"/>
              <a:gd name="connsiteY24080" fmla="*/ 1354201 h 2398711"/>
              <a:gd name="connsiteX24081" fmla="*/ 1800433 w 2119654"/>
              <a:gd name="connsiteY24081" fmla="*/ 1354025 h 2398711"/>
              <a:gd name="connsiteX24082" fmla="*/ 1449315 w 2119654"/>
              <a:gd name="connsiteY24082" fmla="*/ 2139959 h 2398711"/>
              <a:gd name="connsiteX24083" fmla="*/ 1450465 w 2119654"/>
              <a:gd name="connsiteY24083" fmla="*/ 2140592 h 2398711"/>
              <a:gd name="connsiteX24084" fmla="*/ 1450783 w 2119654"/>
              <a:gd name="connsiteY24084" fmla="*/ 2139985 h 2398711"/>
              <a:gd name="connsiteX24085" fmla="*/ 1806994 w 2119654"/>
              <a:gd name="connsiteY24085" fmla="*/ 1338968 h 2398711"/>
              <a:gd name="connsiteX24086" fmla="*/ 1808992 w 2119654"/>
              <a:gd name="connsiteY24086" fmla="*/ 1336978 h 2398711"/>
              <a:gd name="connsiteX24087" fmla="*/ 1808896 w 2119654"/>
              <a:gd name="connsiteY24087" fmla="*/ 1336889 h 2398711"/>
              <a:gd name="connsiteX24088" fmla="*/ 1784697 w 2119654"/>
              <a:gd name="connsiteY24088" fmla="*/ 1388776 h 2398711"/>
              <a:gd name="connsiteX24089" fmla="*/ 1784891 w 2119654"/>
              <a:gd name="connsiteY24089" fmla="*/ 1388668 h 2398711"/>
              <a:gd name="connsiteX24090" fmla="*/ 1784961 w 2119654"/>
              <a:gd name="connsiteY24090" fmla="*/ 1388555 h 2398711"/>
              <a:gd name="connsiteX24091" fmla="*/ 1784812 w 2119654"/>
              <a:gd name="connsiteY24091" fmla="*/ 1388632 h 2398711"/>
              <a:gd name="connsiteX24092" fmla="*/ 1768901 w 2119654"/>
              <a:gd name="connsiteY24092" fmla="*/ 1424133 h 2398711"/>
              <a:gd name="connsiteX24093" fmla="*/ 1769011 w 2119654"/>
              <a:gd name="connsiteY24093" fmla="*/ 1424085 h 2398711"/>
              <a:gd name="connsiteX24094" fmla="*/ 1769548 w 2119654"/>
              <a:gd name="connsiteY24094" fmla="*/ 1423584 h 2398711"/>
              <a:gd name="connsiteX24095" fmla="*/ 1769501 w 2119654"/>
              <a:gd name="connsiteY24095" fmla="*/ 1423431 h 2398711"/>
              <a:gd name="connsiteX24096" fmla="*/ 1813960 w 2119654"/>
              <a:gd name="connsiteY24096" fmla="*/ 1322806 h 2398711"/>
              <a:gd name="connsiteX24097" fmla="*/ 1815389 w 2119654"/>
              <a:gd name="connsiteY24097" fmla="*/ 1321727 h 2398711"/>
              <a:gd name="connsiteX24098" fmla="*/ 1817874 w 2119654"/>
              <a:gd name="connsiteY24098" fmla="*/ 1318232 h 2398711"/>
              <a:gd name="connsiteX24099" fmla="*/ 1817536 w 2119654"/>
              <a:gd name="connsiteY24099" fmla="*/ 1317558 h 2398711"/>
              <a:gd name="connsiteX24100" fmla="*/ 1865087 w 2119654"/>
              <a:gd name="connsiteY24100" fmla="*/ 1208267 h 2398711"/>
              <a:gd name="connsiteX24101" fmla="*/ 1864440 w 2119654"/>
              <a:gd name="connsiteY24101" fmla="*/ 1210013 h 2398711"/>
              <a:gd name="connsiteX24102" fmla="*/ 1868826 w 2119654"/>
              <a:gd name="connsiteY24102" fmla="*/ 1206697 h 2398711"/>
              <a:gd name="connsiteX24103" fmla="*/ 1868787 w 2119654"/>
              <a:gd name="connsiteY24103" fmla="*/ 1206849 h 2398711"/>
              <a:gd name="connsiteX24104" fmla="*/ 1864376 w 2119654"/>
              <a:gd name="connsiteY24104" fmla="*/ 1210182 h 2398711"/>
              <a:gd name="connsiteX24105" fmla="*/ 1862788 w 2119654"/>
              <a:gd name="connsiteY24105" fmla="*/ 1214462 h 2398711"/>
              <a:gd name="connsiteX24106" fmla="*/ 1864245 w 2119654"/>
              <a:gd name="connsiteY24106" fmla="*/ 1215968 h 2398711"/>
              <a:gd name="connsiteX24107" fmla="*/ 1866298 w 2119654"/>
              <a:gd name="connsiteY24107" fmla="*/ 1213038 h 2398711"/>
              <a:gd name="connsiteX24108" fmla="*/ 1870110 w 2119654"/>
              <a:gd name="connsiteY24108" fmla="*/ 1206979 h 2398711"/>
              <a:gd name="connsiteX24109" fmla="*/ 1868272 w 2119654"/>
              <a:gd name="connsiteY24109" fmla="*/ 1205783 h 2398711"/>
              <a:gd name="connsiteX24110" fmla="*/ 1819932 w 2119654"/>
              <a:gd name="connsiteY24110" fmla="*/ 1309341 h 2398711"/>
              <a:gd name="connsiteX24111" fmla="*/ 1820370 w 2119654"/>
              <a:gd name="connsiteY24111" fmla="*/ 1308944 h 2398711"/>
              <a:gd name="connsiteX24112" fmla="*/ 1823947 w 2119654"/>
              <a:gd name="connsiteY24112" fmla="*/ 1304649 h 2398711"/>
              <a:gd name="connsiteX24113" fmla="*/ 1825008 w 2119654"/>
              <a:gd name="connsiteY24113" fmla="*/ 1303093 h 2398711"/>
              <a:gd name="connsiteX24114" fmla="*/ 1825984 w 2119654"/>
              <a:gd name="connsiteY24114" fmla="*/ 1299182 h 2398711"/>
              <a:gd name="connsiteX24115" fmla="*/ 1825397 w 2119654"/>
              <a:gd name="connsiteY24115" fmla="*/ 1299658 h 2398711"/>
              <a:gd name="connsiteX24116" fmla="*/ 1445664 w 2119654"/>
              <a:gd name="connsiteY24116" fmla="*/ 2147287 h 2398711"/>
              <a:gd name="connsiteX24117" fmla="*/ 1446740 w 2119654"/>
              <a:gd name="connsiteY24117" fmla="*/ 2147717 h 2398711"/>
              <a:gd name="connsiteX24118" fmla="*/ 1446774 w 2119654"/>
              <a:gd name="connsiteY24118" fmla="*/ 2147651 h 2398711"/>
              <a:gd name="connsiteX24119" fmla="*/ 1799054 w 2119654"/>
              <a:gd name="connsiteY24119" fmla="*/ 1355878 h 2398711"/>
              <a:gd name="connsiteX24120" fmla="*/ 1799291 w 2119654"/>
              <a:gd name="connsiteY24120" fmla="*/ 1355729 h 2398711"/>
              <a:gd name="connsiteX24121" fmla="*/ 1800274 w 2119654"/>
              <a:gd name="connsiteY24121" fmla="*/ 1354837 h 2398711"/>
              <a:gd name="connsiteX24122" fmla="*/ 1800159 w 2119654"/>
              <a:gd name="connsiteY24122" fmla="*/ 1354643 h 2398711"/>
              <a:gd name="connsiteX24123" fmla="*/ 1866450 w 2119654"/>
              <a:gd name="connsiteY24123" fmla="*/ 1204596 h 2398711"/>
              <a:gd name="connsiteX24124" fmla="*/ 1865333 w 2119654"/>
              <a:gd name="connsiteY24124" fmla="*/ 1207605 h 2398711"/>
              <a:gd name="connsiteX24125" fmla="*/ 1867943 w 2119654"/>
              <a:gd name="connsiteY24125" fmla="*/ 1205568 h 2398711"/>
              <a:gd name="connsiteX24126" fmla="*/ 1749476 w 2119654"/>
              <a:gd name="connsiteY24126" fmla="*/ 1466282 h 2398711"/>
              <a:gd name="connsiteX24127" fmla="*/ 1749767 w 2119654"/>
              <a:gd name="connsiteY24127" fmla="*/ 1466218 h 2398711"/>
              <a:gd name="connsiteX24128" fmla="*/ 1750550 w 2119654"/>
              <a:gd name="connsiteY24128" fmla="*/ 1465243 h 2398711"/>
              <a:gd name="connsiteX24129" fmla="*/ 1750550 w 2119654"/>
              <a:gd name="connsiteY24129" fmla="*/ 1465242 h 2398711"/>
              <a:gd name="connsiteX24130" fmla="*/ 1749964 w 2119654"/>
              <a:gd name="connsiteY24130" fmla="*/ 1465696 h 2398711"/>
              <a:gd name="connsiteX24131" fmla="*/ 1758663 w 2119654"/>
              <a:gd name="connsiteY24131" fmla="*/ 1445551 h 2398711"/>
              <a:gd name="connsiteX24132" fmla="*/ 1759034 w 2119654"/>
              <a:gd name="connsiteY24132" fmla="*/ 1446924 h 2398711"/>
              <a:gd name="connsiteX24133" fmla="*/ 1760440 w 2119654"/>
              <a:gd name="connsiteY24133" fmla="*/ 1446510 h 2398711"/>
              <a:gd name="connsiteX24134" fmla="*/ 1759009 w 2119654"/>
              <a:gd name="connsiteY24134" fmla="*/ 1445362 h 2398711"/>
              <a:gd name="connsiteX24135" fmla="*/ 1460885 w 2119654"/>
              <a:gd name="connsiteY24135" fmla="*/ 2112147 h 2398711"/>
              <a:gd name="connsiteX24136" fmla="*/ 1460453 w 2119654"/>
              <a:gd name="connsiteY24136" fmla="*/ 2115638 h 2398711"/>
              <a:gd name="connsiteX24137" fmla="*/ 1460995 w 2119654"/>
              <a:gd name="connsiteY24137" fmla="*/ 2115685 h 2398711"/>
              <a:gd name="connsiteX24138" fmla="*/ 1462304 w 2119654"/>
              <a:gd name="connsiteY24138" fmla="*/ 2111741 h 2398711"/>
              <a:gd name="connsiteX24139" fmla="*/ 1453253 w 2119654"/>
              <a:gd name="connsiteY24139" fmla="*/ 2129198 h 2398711"/>
              <a:gd name="connsiteX24140" fmla="*/ 1453212 w 2119654"/>
              <a:gd name="connsiteY24140" fmla="*/ 2130007 h 2398711"/>
              <a:gd name="connsiteX24141" fmla="*/ 1455701 w 2119654"/>
              <a:gd name="connsiteY24141" fmla="*/ 2130580 h 2398711"/>
              <a:gd name="connsiteX24142" fmla="*/ 1456312 w 2119654"/>
              <a:gd name="connsiteY24142" fmla="*/ 2129414 h 2398711"/>
              <a:gd name="connsiteX24143" fmla="*/ 1782609 w 2119654"/>
              <a:gd name="connsiteY24143" fmla="*/ 1391408 h 2398711"/>
              <a:gd name="connsiteX24144" fmla="*/ 1782983 w 2119654"/>
              <a:gd name="connsiteY24144" fmla="*/ 1391752 h 2398711"/>
              <a:gd name="connsiteX24145" fmla="*/ 1783649 w 2119654"/>
              <a:gd name="connsiteY24145" fmla="*/ 1390676 h 2398711"/>
              <a:gd name="connsiteX24146" fmla="*/ 1782823 w 2119654"/>
              <a:gd name="connsiteY24146" fmla="*/ 1391138 h 2398711"/>
              <a:gd name="connsiteX24147" fmla="*/ 1415225 w 2119654"/>
              <a:gd name="connsiteY24147" fmla="*/ 2213772 h 2398711"/>
              <a:gd name="connsiteX24148" fmla="*/ 1413924 w 2119654"/>
              <a:gd name="connsiteY24148" fmla="*/ 2217379 h 2398711"/>
              <a:gd name="connsiteX24149" fmla="*/ 1431494 w 2119654"/>
              <a:gd name="connsiteY24149" fmla="*/ 2218818 h 2398711"/>
              <a:gd name="connsiteX24150" fmla="*/ 1419102 w 2119654"/>
              <a:gd name="connsiteY24150" fmla="*/ 2215107 h 2398711"/>
              <a:gd name="connsiteX24151" fmla="*/ 1759061 w 2119654"/>
              <a:gd name="connsiteY24151" fmla="*/ 1443723 h 2398711"/>
              <a:gd name="connsiteX24152" fmla="*/ 1766286 w 2119654"/>
              <a:gd name="connsiteY24152" fmla="*/ 1440143 h 2398711"/>
              <a:gd name="connsiteX24153" fmla="*/ 1766625 w 2119654"/>
              <a:gd name="connsiteY24153" fmla="*/ 1439586 h 2398711"/>
              <a:gd name="connsiteX24154" fmla="*/ 1441865 w 2119654"/>
              <a:gd name="connsiteY24154" fmla="*/ 2153894 h 2398711"/>
              <a:gd name="connsiteX24155" fmla="*/ 1443276 w 2119654"/>
              <a:gd name="connsiteY24155" fmla="*/ 2154339 h 2398711"/>
              <a:gd name="connsiteX24156" fmla="*/ 1443475 w 2119654"/>
              <a:gd name="connsiteY24156" fmla="*/ 2153959 h 2398711"/>
              <a:gd name="connsiteX24157" fmla="*/ 1808133 w 2119654"/>
              <a:gd name="connsiteY24157" fmla="*/ 1333737 h 2398711"/>
              <a:gd name="connsiteX24158" fmla="*/ 1809375 w 2119654"/>
              <a:gd name="connsiteY24158" fmla="*/ 1334902 h 2398711"/>
              <a:gd name="connsiteX24159" fmla="*/ 1811759 w 2119654"/>
              <a:gd name="connsiteY24159" fmla="*/ 1333574 h 2398711"/>
              <a:gd name="connsiteX24160" fmla="*/ 1816172 w 2119654"/>
              <a:gd name="connsiteY24160" fmla="*/ 1328937 h 2398711"/>
              <a:gd name="connsiteX24161" fmla="*/ 1812104 w 2119654"/>
              <a:gd name="connsiteY24161" fmla="*/ 1333383 h 2398711"/>
              <a:gd name="connsiteX24162" fmla="*/ 1814763 w 2119654"/>
              <a:gd name="connsiteY24162" fmla="*/ 1331903 h 2398711"/>
              <a:gd name="connsiteX24163" fmla="*/ 1814667 w 2119654"/>
              <a:gd name="connsiteY24163" fmla="*/ 1332210 h 2398711"/>
              <a:gd name="connsiteX24164" fmla="*/ 1811630 w 2119654"/>
              <a:gd name="connsiteY24164" fmla="*/ 1333900 h 2398711"/>
              <a:gd name="connsiteX24165" fmla="*/ 1811062 w 2119654"/>
              <a:gd name="connsiteY24165" fmla="*/ 1334522 h 2398711"/>
              <a:gd name="connsiteX24166" fmla="*/ 1817286 w 2119654"/>
              <a:gd name="connsiteY24166" fmla="*/ 1331834 h 2398711"/>
              <a:gd name="connsiteX24167" fmla="*/ 1818112 w 2119654"/>
              <a:gd name="connsiteY24167" fmla="*/ 1330715 h 2398711"/>
              <a:gd name="connsiteX24168" fmla="*/ 1819121 w 2119654"/>
              <a:gd name="connsiteY24168" fmla="*/ 1326673 h 2398711"/>
              <a:gd name="connsiteX24169" fmla="*/ 1817075 w 2119654"/>
              <a:gd name="connsiteY24169" fmla="*/ 1327987 h 2398711"/>
              <a:gd name="connsiteX24170" fmla="*/ 1816172 w 2119654"/>
              <a:gd name="connsiteY24170" fmla="*/ 1328937 h 2398711"/>
              <a:gd name="connsiteX24171" fmla="*/ 1816991 w 2119654"/>
              <a:gd name="connsiteY24171" fmla="*/ 1328041 h 2398711"/>
              <a:gd name="connsiteX24172" fmla="*/ 1453315 w 2119654"/>
              <a:gd name="connsiteY24172" fmla="*/ 2127974 h 2398711"/>
              <a:gd name="connsiteX24173" fmla="*/ 1453265 w 2119654"/>
              <a:gd name="connsiteY24173" fmla="*/ 2128951 h 2398711"/>
              <a:gd name="connsiteX24174" fmla="*/ 1456292 w 2119654"/>
              <a:gd name="connsiteY24174" fmla="*/ 2129266 h 2398711"/>
              <a:gd name="connsiteX24175" fmla="*/ 1454233 w 2119654"/>
              <a:gd name="connsiteY24175" fmla="*/ 2127827 h 2398711"/>
              <a:gd name="connsiteX24176" fmla="*/ 1453995 w 2119654"/>
              <a:gd name="connsiteY24176" fmla="*/ 2127849 h 2398711"/>
              <a:gd name="connsiteX24177" fmla="*/ 1871530 w 2119654"/>
              <a:gd name="connsiteY24177" fmla="*/ 1191310 h 2398711"/>
              <a:gd name="connsiteX24178" fmla="*/ 1878864 w 2119654"/>
              <a:gd name="connsiteY24178" fmla="*/ 1185032 h 2398711"/>
              <a:gd name="connsiteX24179" fmla="*/ 1881101 w 2119654"/>
              <a:gd name="connsiteY24179" fmla="*/ 1178906 h 2398711"/>
              <a:gd name="connsiteX24180" fmla="*/ 1873447 w 2119654"/>
              <a:gd name="connsiteY24180" fmla="*/ 1187907 h 2398711"/>
              <a:gd name="connsiteX24181" fmla="*/ 1873482 w 2119654"/>
              <a:gd name="connsiteY24181" fmla="*/ 1188240 h 2398711"/>
              <a:gd name="connsiteX24182" fmla="*/ 1808122 w 2119654"/>
              <a:gd name="connsiteY24182" fmla="*/ 1333104 h 2398711"/>
              <a:gd name="connsiteX24183" fmla="*/ 1818410 w 2119654"/>
              <a:gd name="connsiteY24183" fmla="*/ 1326490 h 2398711"/>
              <a:gd name="connsiteX24184" fmla="*/ 1819451 w 2119654"/>
              <a:gd name="connsiteY24184" fmla="*/ 1325351 h 2398711"/>
              <a:gd name="connsiteX24185" fmla="*/ 1820111 w 2119654"/>
              <a:gd name="connsiteY24185" fmla="*/ 1322710 h 2398711"/>
              <a:gd name="connsiteX24186" fmla="*/ 1819063 w 2119654"/>
              <a:gd name="connsiteY24186" fmla="*/ 1320614 h 2398711"/>
              <a:gd name="connsiteX24187" fmla="*/ 1810439 w 2119654"/>
              <a:gd name="connsiteY24187" fmla="*/ 1329845 h 2398711"/>
              <a:gd name="connsiteX24188" fmla="*/ 1793554 w 2119654"/>
              <a:gd name="connsiteY24188" fmla="*/ 1365693 h 2398711"/>
              <a:gd name="connsiteX24189" fmla="*/ 1793990 w 2119654"/>
              <a:gd name="connsiteY24189" fmla="*/ 1367574 h 2398711"/>
              <a:gd name="connsiteX24190" fmla="*/ 1795495 w 2119654"/>
              <a:gd name="connsiteY24190" fmla="*/ 1366627 h 2398711"/>
              <a:gd name="connsiteX24191" fmla="*/ 1797403 w 2119654"/>
              <a:gd name="connsiteY24191" fmla="*/ 1365118 h 2398711"/>
              <a:gd name="connsiteX24192" fmla="*/ 1799462 w 2119654"/>
              <a:gd name="connsiteY24192" fmla="*/ 1362067 h 2398711"/>
              <a:gd name="connsiteX24193" fmla="*/ 1802148 w 2119654"/>
              <a:gd name="connsiteY24193" fmla="*/ 1357971 h 2398711"/>
              <a:gd name="connsiteX24194" fmla="*/ 1801111 w 2119654"/>
              <a:gd name="connsiteY24194" fmla="*/ 1356237 h 2398711"/>
              <a:gd name="connsiteX24195" fmla="*/ 1800030 w 2119654"/>
              <a:gd name="connsiteY24195" fmla="*/ 1356916 h 2398711"/>
              <a:gd name="connsiteX24196" fmla="*/ 1871171 w 2119654"/>
              <a:gd name="connsiteY24196" fmla="*/ 1191876 h 2398711"/>
              <a:gd name="connsiteX24197" fmla="*/ 1866677 w 2119654"/>
              <a:gd name="connsiteY24197" fmla="*/ 1203983 h 2398711"/>
              <a:gd name="connsiteX24198" fmla="*/ 1868472 w 2119654"/>
              <a:gd name="connsiteY24198" fmla="*/ 1205156 h 2398711"/>
              <a:gd name="connsiteX24199" fmla="*/ 1872728 w 2119654"/>
              <a:gd name="connsiteY24199" fmla="*/ 1201836 h 2398711"/>
              <a:gd name="connsiteX24200" fmla="*/ 1878732 w 2119654"/>
              <a:gd name="connsiteY24200" fmla="*/ 1185392 h 2398711"/>
              <a:gd name="connsiteX24201" fmla="*/ 1871185 w 2119654"/>
              <a:gd name="connsiteY24201" fmla="*/ 1191854 h 2398711"/>
              <a:gd name="connsiteX24202" fmla="*/ 1760745 w 2119654"/>
              <a:gd name="connsiteY24202" fmla="*/ 1438881 h 2398711"/>
              <a:gd name="connsiteX24203" fmla="*/ 1767225 w 2119654"/>
              <a:gd name="connsiteY24203" fmla="*/ 1435396 h 2398711"/>
              <a:gd name="connsiteX24204" fmla="*/ 1765844 w 2119654"/>
              <a:gd name="connsiteY24204" fmla="*/ 1433744 h 2398711"/>
              <a:gd name="connsiteX24205" fmla="*/ 1764305 w 2119654"/>
              <a:gd name="connsiteY24205" fmla="*/ 1435567 h 2398711"/>
              <a:gd name="connsiteX24206" fmla="*/ 1872021 w 2119654"/>
              <a:gd name="connsiteY24206" fmla="*/ 1189584 h 2398711"/>
              <a:gd name="connsiteX24207" fmla="*/ 1871705 w 2119654"/>
              <a:gd name="connsiteY24207" fmla="*/ 1190437 h 2398711"/>
              <a:gd name="connsiteX24208" fmla="*/ 1872915 w 2119654"/>
              <a:gd name="connsiteY24208" fmla="*/ 1188533 h 2398711"/>
              <a:gd name="connsiteX24209" fmla="*/ 1797232 w 2119654"/>
              <a:gd name="connsiteY24209" fmla="*/ 1357024 h 2398711"/>
              <a:gd name="connsiteX24210" fmla="*/ 1798420 w 2119654"/>
              <a:gd name="connsiteY24210" fmla="*/ 1356277 h 2398711"/>
              <a:gd name="connsiteX24211" fmla="*/ 1800047 w 2119654"/>
              <a:gd name="connsiteY24211" fmla="*/ 1354457 h 2398711"/>
              <a:gd name="connsiteX24212" fmla="*/ 1799990 w 2119654"/>
              <a:gd name="connsiteY24212" fmla="*/ 1354363 h 2398711"/>
              <a:gd name="connsiteX24213" fmla="*/ 1799017 w 2119654"/>
              <a:gd name="connsiteY24213" fmla="*/ 1355105 h 2398711"/>
              <a:gd name="connsiteX24214" fmla="*/ 1454774 w 2119654"/>
              <a:gd name="connsiteY24214" fmla="*/ 2123801 h 2398711"/>
              <a:gd name="connsiteX24215" fmla="*/ 1458305 w 2119654"/>
              <a:gd name="connsiteY24215" fmla="*/ 2123795 h 2398711"/>
              <a:gd name="connsiteX24216" fmla="*/ 1458795 w 2119654"/>
              <a:gd name="connsiteY24216" fmla="*/ 2122318 h 2398711"/>
              <a:gd name="connsiteX24217" fmla="*/ 1467916 w 2119654"/>
              <a:gd name="connsiteY24217" fmla="*/ 2094285 h 2398711"/>
              <a:gd name="connsiteX24218" fmla="*/ 1468105 w 2119654"/>
              <a:gd name="connsiteY24218" fmla="*/ 2094256 h 2398711"/>
              <a:gd name="connsiteX24219" fmla="*/ 1468286 w 2119654"/>
              <a:gd name="connsiteY24219" fmla="*/ 2093710 h 2398711"/>
              <a:gd name="connsiteX24220" fmla="*/ 1429874 w 2119654"/>
              <a:gd name="connsiteY24220" fmla="*/ 2179335 h 2398711"/>
              <a:gd name="connsiteX24221" fmla="*/ 1430236 w 2119654"/>
              <a:gd name="connsiteY24221" fmla="*/ 2179413 h 2398711"/>
              <a:gd name="connsiteX24222" fmla="*/ 1430376 w 2119654"/>
              <a:gd name="connsiteY24222" fmla="*/ 2178604 h 2398711"/>
              <a:gd name="connsiteX24223" fmla="*/ 1461287 w 2119654"/>
              <a:gd name="connsiteY24223" fmla="*/ 2108896 h 2398711"/>
              <a:gd name="connsiteX24224" fmla="*/ 1460905 w 2119654"/>
              <a:gd name="connsiteY24224" fmla="*/ 2111987 h 2398711"/>
              <a:gd name="connsiteX24225" fmla="*/ 1462360 w 2119654"/>
              <a:gd name="connsiteY24225" fmla="*/ 2111570 h 2398711"/>
              <a:gd name="connsiteX24226" fmla="*/ 1463049 w 2119654"/>
              <a:gd name="connsiteY24226" fmla="*/ 2109495 h 2398711"/>
              <a:gd name="connsiteX24227" fmla="*/ 1808809 w 2119654"/>
              <a:gd name="connsiteY24227" fmla="*/ 1330368 h 2398711"/>
              <a:gd name="connsiteX24228" fmla="*/ 1810630 w 2119654"/>
              <a:gd name="connsiteY24228" fmla="*/ 1328417 h 2398711"/>
              <a:gd name="connsiteX24229" fmla="*/ 1815067 w 2119654"/>
              <a:gd name="connsiteY24229" fmla="*/ 1322180 h 2398711"/>
              <a:gd name="connsiteX24230" fmla="*/ 1813666 w 2119654"/>
              <a:gd name="connsiteY24230" fmla="*/ 1323238 h 2398711"/>
              <a:gd name="connsiteX24231" fmla="*/ 1417184 w 2119654"/>
              <a:gd name="connsiteY24231" fmla="*/ 2206995 h 2398711"/>
              <a:gd name="connsiteX24232" fmla="*/ 1417228 w 2119654"/>
              <a:gd name="connsiteY24232" fmla="*/ 2207013 h 2398711"/>
              <a:gd name="connsiteX24233" fmla="*/ 1417233 w 2119654"/>
              <a:gd name="connsiteY24233" fmla="*/ 2206993 h 2398711"/>
              <a:gd name="connsiteX24234" fmla="*/ 1812698 w 2119654"/>
              <a:gd name="connsiteY24234" fmla="*/ 1321161 h 2398711"/>
              <a:gd name="connsiteX24235" fmla="*/ 1814064 w 2119654"/>
              <a:gd name="connsiteY24235" fmla="*/ 1319156 h 2398711"/>
              <a:gd name="connsiteX24236" fmla="*/ 1813188 w 2119654"/>
              <a:gd name="connsiteY24236" fmla="*/ 1320072 h 2398711"/>
              <a:gd name="connsiteX24237" fmla="*/ 1461443 w 2119654"/>
              <a:gd name="connsiteY24237" fmla="*/ 2107636 h 2398711"/>
              <a:gd name="connsiteX24238" fmla="*/ 1461326 w 2119654"/>
              <a:gd name="connsiteY24238" fmla="*/ 2108581 h 2398711"/>
              <a:gd name="connsiteX24239" fmla="*/ 1463147 w 2119654"/>
              <a:gd name="connsiteY24239" fmla="*/ 2109199 h 2398711"/>
              <a:gd name="connsiteX24240" fmla="*/ 1464158 w 2119654"/>
              <a:gd name="connsiteY24240" fmla="*/ 2106149 h 2398711"/>
              <a:gd name="connsiteX24241" fmla="*/ 1444130 w 2119654"/>
              <a:gd name="connsiteY24241" fmla="*/ 2146349 h 2398711"/>
              <a:gd name="connsiteX24242" fmla="*/ 1446969 w 2119654"/>
              <a:gd name="connsiteY24242" fmla="*/ 2147279 h 2398711"/>
              <a:gd name="connsiteX24243" fmla="*/ 1447042 w 2119654"/>
              <a:gd name="connsiteY24243" fmla="*/ 2147137 h 2398711"/>
              <a:gd name="connsiteX24244" fmla="*/ 1446059 w 2119654"/>
              <a:gd name="connsiteY24244" fmla="*/ 2146818 h 2398711"/>
              <a:gd name="connsiteX24245" fmla="*/ 1444865 w 2119654"/>
              <a:gd name="connsiteY24245" fmla="*/ 2146202 h 2398711"/>
              <a:gd name="connsiteX24246" fmla="*/ 1805624 w 2119654"/>
              <a:gd name="connsiteY24246" fmla="*/ 1336870 h 2398711"/>
              <a:gd name="connsiteX24247" fmla="*/ 1806574 w 2119654"/>
              <a:gd name="connsiteY24247" fmla="*/ 1336460 h 2398711"/>
              <a:gd name="connsiteX24248" fmla="*/ 1807745 w 2119654"/>
              <a:gd name="connsiteY24248" fmla="*/ 1335808 h 2398711"/>
              <a:gd name="connsiteX24249" fmla="*/ 1806818 w 2119654"/>
              <a:gd name="connsiteY24249" fmla="*/ 1334938 h 2398711"/>
              <a:gd name="connsiteX24250" fmla="*/ 1805935 w 2119654"/>
              <a:gd name="connsiteY24250" fmla="*/ 1336180 h 2398711"/>
              <a:gd name="connsiteX24251" fmla="*/ 1802929 w 2119654"/>
              <a:gd name="connsiteY24251" fmla="*/ 1342855 h 2398711"/>
              <a:gd name="connsiteX24252" fmla="*/ 1808743 w 2119654"/>
              <a:gd name="connsiteY24252" fmla="*/ 1336744 h 2398711"/>
              <a:gd name="connsiteX24253" fmla="*/ 1808694 w 2119654"/>
              <a:gd name="connsiteY24253" fmla="*/ 1336698 h 2398711"/>
              <a:gd name="connsiteX24254" fmla="*/ 1804937 w 2119654"/>
              <a:gd name="connsiteY24254" fmla="*/ 1338396 h 2398711"/>
              <a:gd name="connsiteX24255" fmla="*/ 1803804 w 2119654"/>
              <a:gd name="connsiteY24255" fmla="*/ 1340912 h 2398711"/>
              <a:gd name="connsiteX24256" fmla="*/ 1804389 w 2119654"/>
              <a:gd name="connsiteY24256" fmla="*/ 1340157 h 2398711"/>
              <a:gd name="connsiteX24257" fmla="*/ 1804391 w 2119654"/>
              <a:gd name="connsiteY24257" fmla="*/ 1340418 h 2398711"/>
              <a:gd name="connsiteX24258" fmla="*/ 1803520 w 2119654"/>
              <a:gd name="connsiteY24258" fmla="*/ 1341541 h 2398711"/>
              <a:gd name="connsiteX24259" fmla="*/ 1800189 w 2119654"/>
              <a:gd name="connsiteY24259" fmla="*/ 1348941 h 2398711"/>
              <a:gd name="connsiteX24260" fmla="*/ 1801947 w 2119654"/>
              <a:gd name="connsiteY24260" fmla="*/ 1350834 h 2398711"/>
              <a:gd name="connsiteX24261" fmla="*/ 1802001 w 2119654"/>
              <a:gd name="connsiteY24261" fmla="*/ 1350793 h 2398711"/>
              <a:gd name="connsiteX24262" fmla="*/ 1808258 w 2119654"/>
              <a:gd name="connsiteY24262" fmla="*/ 1344069 h 2398711"/>
              <a:gd name="connsiteX24263" fmla="*/ 1811649 w 2119654"/>
              <a:gd name="connsiteY24263" fmla="*/ 1339473 h 2398711"/>
              <a:gd name="connsiteX24264" fmla="*/ 1809214 w 2119654"/>
              <a:gd name="connsiteY24264" fmla="*/ 1337187 h 2398711"/>
              <a:gd name="connsiteX24265" fmla="*/ 1802443 w 2119654"/>
              <a:gd name="connsiteY24265" fmla="*/ 1343935 h 2398711"/>
              <a:gd name="connsiteX24266" fmla="*/ 1799426 w 2119654"/>
              <a:gd name="connsiteY24266" fmla="*/ 1350636 h 2398711"/>
              <a:gd name="connsiteX24267" fmla="*/ 1800300 w 2119654"/>
              <a:gd name="connsiteY24267" fmla="*/ 1352091 h 2398711"/>
              <a:gd name="connsiteX24268" fmla="*/ 1801589 w 2119654"/>
              <a:gd name="connsiteY24268" fmla="*/ 1351108 h 2398711"/>
              <a:gd name="connsiteX24269" fmla="*/ 1799989 w 2119654"/>
              <a:gd name="connsiteY24269" fmla="*/ 1349385 h 2398711"/>
              <a:gd name="connsiteX24270" fmla="*/ 1799035 w 2119654"/>
              <a:gd name="connsiteY24270" fmla="*/ 1351504 h 2398711"/>
              <a:gd name="connsiteX24271" fmla="*/ 1799881 w 2119654"/>
              <a:gd name="connsiteY24271" fmla="*/ 1352411 h 2398711"/>
              <a:gd name="connsiteX24272" fmla="*/ 1800009 w 2119654"/>
              <a:gd name="connsiteY24272" fmla="*/ 1352314 h 2398711"/>
              <a:gd name="connsiteX24273" fmla="*/ 1799243 w 2119654"/>
              <a:gd name="connsiteY24273" fmla="*/ 1351040 h 2398711"/>
              <a:gd name="connsiteX24274" fmla="*/ 1797969 w 2119654"/>
              <a:gd name="connsiteY24274" fmla="*/ 1353870 h 2398711"/>
              <a:gd name="connsiteX24275" fmla="*/ 1799154 w 2119654"/>
              <a:gd name="connsiteY24275" fmla="*/ 1352966 h 2398711"/>
              <a:gd name="connsiteX24276" fmla="*/ 1798711 w 2119654"/>
              <a:gd name="connsiteY24276" fmla="*/ 1352224 h 2398711"/>
              <a:gd name="connsiteX24277" fmla="*/ 1793550 w 2119654"/>
              <a:gd name="connsiteY24277" fmla="*/ 1363390 h 2398711"/>
              <a:gd name="connsiteX24278" fmla="*/ 1796783 w 2119654"/>
              <a:gd name="connsiteY24278" fmla="*/ 1359621 h 2398711"/>
              <a:gd name="connsiteX24279" fmla="*/ 1797695 w 2119654"/>
              <a:gd name="connsiteY24279" fmla="*/ 1358384 h 2398711"/>
              <a:gd name="connsiteX24280" fmla="*/ 1795685 w 2119654"/>
              <a:gd name="connsiteY24280" fmla="*/ 1359648 h 2398711"/>
              <a:gd name="connsiteX24281" fmla="*/ 1794872 w 2119654"/>
              <a:gd name="connsiteY24281" fmla="*/ 1360557 h 2398711"/>
              <a:gd name="connsiteX24282" fmla="*/ 1781473 w 2119654"/>
              <a:gd name="connsiteY24282" fmla="*/ 1390365 h 2398711"/>
              <a:gd name="connsiteX24283" fmla="*/ 1781621 w 2119654"/>
              <a:gd name="connsiteY24283" fmla="*/ 1390501 h 2398711"/>
              <a:gd name="connsiteX24284" fmla="*/ 1782983 w 2119654"/>
              <a:gd name="connsiteY24284" fmla="*/ 1389737 h 2398711"/>
              <a:gd name="connsiteX24285" fmla="*/ 1783193 w 2119654"/>
              <a:gd name="connsiteY24285" fmla="*/ 1389471 h 2398711"/>
              <a:gd name="connsiteX24286" fmla="*/ 1875164 w 2119654"/>
              <a:gd name="connsiteY24286" fmla="*/ 1180567 h 2398711"/>
              <a:gd name="connsiteX24287" fmla="*/ 1874434 w 2119654"/>
              <a:gd name="connsiteY24287" fmla="*/ 1183083 h 2398711"/>
              <a:gd name="connsiteX24288" fmla="*/ 1873674 w 2119654"/>
              <a:gd name="connsiteY24288" fmla="*/ 1185132 h 2398711"/>
              <a:gd name="connsiteX24289" fmla="*/ 1881163 w 2119654"/>
              <a:gd name="connsiteY24289" fmla="*/ 1176325 h 2398711"/>
              <a:gd name="connsiteX24290" fmla="*/ 1790604 w 2119654"/>
              <a:gd name="connsiteY24290" fmla="*/ 1369704 h 2398711"/>
              <a:gd name="connsiteX24291" fmla="*/ 1791304 w 2119654"/>
              <a:gd name="connsiteY24291" fmla="*/ 1369264 h 2398711"/>
              <a:gd name="connsiteX24292" fmla="*/ 1791212 w 2119654"/>
              <a:gd name="connsiteY24292" fmla="*/ 1368867 h 2398711"/>
              <a:gd name="connsiteX24293" fmla="*/ 1790621 w 2119654"/>
              <a:gd name="connsiteY24293" fmla="*/ 1369669 h 2398711"/>
              <a:gd name="connsiteX24294" fmla="*/ 1787842 w 2119654"/>
              <a:gd name="connsiteY24294" fmla="*/ 1375624 h 2398711"/>
              <a:gd name="connsiteX24295" fmla="*/ 1790944 w 2119654"/>
              <a:gd name="connsiteY24295" fmla="*/ 1374683 h 2398711"/>
              <a:gd name="connsiteX24296" fmla="*/ 1792145 w 2119654"/>
              <a:gd name="connsiteY24296" fmla="*/ 1372904 h 2398711"/>
              <a:gd name="connsiteX24297" fmla="*/ 1791460 w 2119654"/>
              <a:gd name="connsiteY24297" fmla="*/ 1369942 h 2398711"/>
              <a:gd name="connsiteX24298" fmla="*/ 1789928 w 2119654"/>
              <a:gd name="connsiteY24298" fmla="*/ 1371155 h 2398711"/>
              <a:gd name="connsiteX24299" fmla="*/ 1453501 w 2119654"/>
              <a:gd name="connsiteY24299" fmla="*/ 2124271 h 2398711"/>
              <a:gd name="connsiteX24300" fmla="*/ 1453456 w 2119654"/>
              <a:gd name="connsiteY24300" fmla="*/ 2125182 h 2398711"/>
              <a:gd name="connsiteX24301" fmla="*/ 1457966 w 2119654"/>
              <a:gd name="connsiteY24301" fmla="*/ 2124816 h 2398711"/>
              <a:gd name="connsiteX24302" fmla="*/ 1458231 w 2119654"/>
              <a:gd name="connsiteY24302" fmla="*/ 2124017 h 2398711"/>
              <a:gd name="connsiteX24303" fmla="*/ 1454167 w 2119654"/>
              <a:gd name="connsiteY24303" fmla="*/ 2124025 h 2398711"/>
              <a:gd name="connsiteX24304" fmla="*/ 1781117 w 2119654"/>
              <a:gd name="connsiteY24304" fmla="*/ 1390037 h 2398711"/>
              <a:gd name="connsiteX24305" fmla="*/ 1781263 w 2119654"/>
              <a:gd name="connsiteY24305" fmla="*/ 1390171 h 2398711"/>
              <a:gd name="connsiteX24306" fmla="*/ 1783602 w 2119654"/>
              <a:gd name="connsiteY24306" fmla="*/ 1388957 h 2398711"/>
              <a:gd name="connsiteX24307" fmla="*/ 1785174 w 2119654"/>
              <a:gd name="connsiteY24307" fmla="*/ 1386976 h 2398711"/>
              <a:gd name="connsiteX24308" fmla="*/ 1783539 w 2119654"/>
              <a:gd name="connsiteY24308" fmla="*/ 1387740 h 2398711"/>
              <a:gd name="connsiteX24309" fmla="*/ 1782435 w 2119654"/>
              <a:gd name="connsiteY24309" fmla="*/ 1388075 h 2398711"/>
              <a:gd name="connsiteX24310" fmla="*/ 1781135 w 2119654"/>
              <a:gd name="connsiteY24310" fmla="*/ 1390000 h 2398711"/>
              <a:gd name="connsiteX24311" fmla="*/ 1460332 w 2119654"/>
              <a:gd name="connsiteY24311" fmla="*/ 2108243 h 2398711"/>
              <a:gd name="connsiteX24312" fmla="*/ 1460840 w 2119654"/>
              <a:gd name="connsiteY24312" fmla="*/ 2108416 h 2398711"/>
              <a:gd name="connsiteX24313" fmla="*/ 1460900 w 2119654"/>
              <a:gd name="connsiteY24313" fmla="*/ 2107932 h 2398711"/>
              <a:gd name="connsiteX24314" fmla="*/ 1776112 w 2119654"/>
              <a:gd name="connsiteY24314" fmla="*/ 1400765 h 2398711"/>
              <a:gd name="connsiteX24315" fmla="*/ 1776329 w 2119654"/>
              <a:gd name="connsiteY24315" fmla="*/ 1400597 h 2398711"/>
              <a:gd name="connsiteX24316" fmla="*/ 1776258 w 2119654"/>
              <a:gd name="connsiteY24316" fmla="*/ 1400452 h 2398711"/>
              <a:gd name="connsiteX24317" fmla="*/ 1774557 w 2119654"/>
              <a:gd name="connsiteY24317" fmla="*/ 1404098 h 2398711"/>
              <a:gd name="connsiteX24318" fmla="*/ 1775888 w 2119654"/>
              <a:gd name="connsiteY24318" fmla="*/ 1403224 h 2398711"/>
              <a:gd name="connsiteX24319" fmla="*/ 1776849 w 2119654"/>
              <a:gd name="connsiteY24319" fmla="*/ 1401672 h 2398711"/>
              <a:gd name="connsiteX24320" fmla="*/ 1776751 w 2119654"/>
              <a:gd name="connsiteY24320" fmla="*/ 1401470 h 2398711"/>
              <a:gd name="connsiteX24321" fmla="*/ 1775238 w 2119654"/>
              <a:gd name="connsiteY24321" fmla="*/ 1402638 h 2398711"/>
              <a:gd name="connsiteX24322" fmla="*/ 1860362 w 2119654"/>
              <a:gd name="connsiteY24322" fmla="*/ 1211954 h 2398711"/>
              <a:gd name="connsiteX24323" fmla="*/ 1860639 w 2119654"/>
              <a:gd name="connsiteY24323" fmla="*/ 1212240 h 2398711"/>
              <a:gd name="connsiteX24324" fmla="*/ 1860901 w 2119654"/>
              <a:gd name="connsiteY24324" fmla="*/ 1211534 h 2398711"/>
              <a:gd name="connsiteX24325" fmla="*/ 1835152 w 2119654"/>
              <a:gd name="connsiteY24325" fmla="*/ 1268200 h 2398711"/>
              <a:gd name="connsiteX24326" fmla="*/ 1835092 w 2119654"/>
              <a:gd name="connsiteY24326" fmla="*/ 1268450 h 2398711"/>
              <a:gd name="connsiteX24327" fmla="*/ 1835793 w 2119654"/>
              <a:gd name="connsiteY24327" fmla="*/ 1268052 h 2398711"/>
              <a:gd name="connsiteX24328" fmla="*/ 1835872 w 2119654"/>
              <a:gd name="connsiteY24328" fmla="*/ 1267790 h 2398711"/>
              <a:gd name="connsiteX24329" fmla="*/ 1792882 w 2119654"/>
              <a:gd name="connsiteY24329" fmla="*/ 1362784 h 2398711"/>
              <a:gd name="connsiteX24330" fmla="*/ 1792981 w 2119654"/>
              <a:gd name="connsiteY24330" fmla="*/ 1363209 h 2398711"/>
              <a:gd name="connsiteX24331" fmla="*/ 1793503 w 2119654"/>
              <a:gd name="connsiteY24331" fmla="*/ 1362089 h 2398711"/>
              <a:gd name="connsiteX24332" fmla="*/ 1800629 w 2119654"/>
              <a:gd name="connsiteY24332" fmla="*/ 1345273 h 2398711"/>
              <a:gd name="connsiteX24333" fmla="*/ 1802042 w 2119654"/>
              <a:gd name="connsiteY24333" fmla="*/ 1343788 h 2398711"/>
              <a:gd name="connsiteX24334" fmla="*/ 1802438 w 2119654"/>
              <a:gd name="connsiteY24334" fmla="*/ 1342939 h 2398711"/>
              <a:gd name="connsiteX24335" fmla="*/ 1809611 w 2119654"/>
              <a:gd name="connsiteY24335" fmla="*/ 1324710 h 2398711"/>
              <a:gd name="connsiteX24336" fmla="*/ 1811986 w 2119654"/>
              <a:gd name="connsiteY24336" fmla="*/ 1322093 h 2398711"/>
              <a:gd name="connsiteX24337" fmla="*/ 1812635 w 2119654"/>
              <a:gd name="connsiteY24337" fmla="*/ 1320651 h 2398711"/>
              <a:gd name="connsiteX24338" fmla="*/ 1812540 w 2119654"/>
              <a:gd name="connsiteY24338" fmla="*/ 1320750 h 2398711"/>
              <a:gd name="connsiteX24339" fmla="*/ 1792727 w 2119654"/>
              <a:gd name="connsiteY24339" fmla="*/ 1362111 h 2398711"/>
              <a:gd name="connsiteX24340" fmla="*/ 1792806 w 2119654"/>
              <a:gd name="connsiteY24340" fmla="*/ 1362454 h 2398711"/>
              <a:gd name="connsiteX24341" fmla="*/ 1793878 w 2119654"/>
              <a:gd name="connsiteY24341" fmla="*/ 1361287 h 2398711"/>
              <a:gd name="connsiteX24342" fmla="*/ 1794057 w 2119654"/>
              <a:gd name="connsiteY24342" fmla="*/ 1360903 h 2398711"/>
              <a:gd name="connsiteX24343" fmla="*/ 1775645 w 2119654"/>
              <a:gd name="connsiteY24343" fmla="*/ 1400185 h 2398711"/>
              <a:gd name="connsiteX24344" fmla="*/ 1775741 w 2119654"/>
              <a:gd name="connsiteY24344" fmla="*/ 1400159 h 2398711"/>
              <a:gd name="connsiteX24345" fmla="*/ 1775829 w 2119654"/>
              <a:gd name="connsiteY24345" fmla="*/ 1399971 h 2398711"/>
              <a:gd name="connsiteX24346" fmla="*/ 1775807 w 2119654"/>
              <a:gd name="connsiteY24346" fmla="*/ 1399980 h 2398711"/>
              <a:gd name="connsiteX24347" fmla="*/ 1780422 w 2119654"/>
              <a:gd name="connsiteY24347" fmla="*/ 1389399 h 2398711"/>
              <a:gd name="connsiteX24348" fmla="*/ 1780660 w 2119654"/>
              <a:gd name="connsiteY24348" fmla="*/ 1389617 h 2398711"/>
              <a:gd name="connsiteX24349" fmla="*/ 1781153 w 2119654"/>
              <a:gd name="connsiteY24349" fmla="*/ 1388560 h 2398711"/>
              <a:gd name="connsiteX24350" fmla="*/ 1807904 w 2119654"/>
              <a:gd name="connsiteY24350" fmla="*/ 1327382 h 2398711"/>
              <a:gd name="connsiteX24351" fmla="*/ 1809048 w 2119654"/>
              <a:gd name="connsiteY24351" fmla="*/ 1326518 h 2398711"/>
              <a:gd name="connsiteX24352" fmla="*/ 1810129 w 2119654"/>
              <a:gd name="connsiteY24352" fmla="*/ 1324930 h 2398711"/>
              <a:gd name="connsiteX24353" fmla="*/ 1798880 w 2119654"/>
              <a:gd name="connsiteY24353" fmla="*/ 1347531 h 2398711"/>
              <a:gd name="connsiteX24354" fmla="*/ 1799823 w 2119654"/>
              <a:gd name="connsiteY24354" fmla="*/ 1348545 h 2398711"/>
              <a:gd name="connsiteX24355" fmla="*/ 1801566 w 2119654"/>
              <a:gd name="connsiteY24355" fmla="*/ 1344809 h 2398711"/>
              <a:gd name="connsiteX24356" fmla="*/ 1799033 w 2119654"/>
              <a:gd name="connsiteY24356" fmla="*/ 1347333 h 2398711"/>
              <a:gd name="connsiteX24357" fmla="*/ 1422659 w 2119654"/>
              <a:gd name="connsiteY24357" fmla="*/ 2189839 h 2398711"/>
              <a:gd name="connsiteX24358" fmla="*/ 1419898 w 2119654"/>
              <a:gd name="connsiteY24358" fmla="*/ 2200535 h 2398711"/>
              <a:gd name="connsiteX24359" fmla="*/ 1422659 w 2119654"/>
              <a:gd name="connsiteY24359" fmla="*/ 2202138 h 2398711"/>
              <a:gd name="connsiteX24360" fmla="*/ 1422340 w 2119654"/>
              <a:gd name="connsiteY24360" fmla="*/ 2202214 h 2398711"/>
              <a:gd name="connsiteX24361" fmla="*/ 1419839 w 2119654"/>
              <a:gd name="connsiteY24361" fmla="*/ 2200762 h 2398711"/>
              <a:gd name="connsiteX24362" fmla="*/ 1419643 w 2119654"/>
              <a:gd name="connsiteY24362" fmla="*/ 2201520 h 2398711"/>
              <a:gd name="connsiteX24363" fmla="*/ 1417740 w 2119654"/>
              <a:gd name="connsiteY24363" fmla="*/ 2206797 h 2398711"/>
              <a:gd name="connsiteX24364" fmla="*/ 1424424 w 2119654"/>
              <a:gd name="connsiteY24364" fmla="*/ 2206560 h 2398711"/>
              <a:gd name="connsiteX24365" fmla="*/ 1424204 w 2119654"/>
              <a:gd name="connsiteY24365" fmla="*/ 2206747 h 2398711"/>
              <a:gd name="connsiteX24366" fmla="*/ 1417675 w 2119654"/>
              <a:gd name="connsiteY24366" fmla="*/ 2206978 h 2398711"/>
              <a:gd name="connsiteX24367" fmla="*/ 1417607 w 2119654"/>
              <a:gd name="connsiteY24367" fmla="*/ 2207166 h 2398711"/>
              <a:gd name="connsiteX24368" fmla="*/ 1425255 w 2119654"/>
              <a:gd name="connsiteY24368" fmla="*/ 2210249 h 2398711"/>
              <a:gd name="connsiteX24369" fmla="*/ 1424999 w 2119654"/>
              <a:gd name="connsiteY24369" fmla="*/ 2210350 h 2398711"/>
              <a:gd name="connsiteX24370" fmla="*/ 1417543 w 2119654"/>
              <a:gd name="connsiteY24370" fmla="*/ 2207345 h 2398711"/>
              <a:gd name="connsiteX24371" fmla="*/ 1415674 w 2119654"/>
              <a:gd name="connsiteY24371" fmla="*/ 2212525 h 2398711"/>
              <a:gd name="connsiteX24372" fmla="*/ 1434722 w 2119654"/>
              <a:gd name="connsiteY24372" fmla="*/ 2219082 h 2398711"/>
              <a:gd name="connsiteX24373" fmla="*/ 1446841 w 2119654"/>
              <a:gd name="connsiteY24373" fmla="*/ 2220074 h 2398711"/>
              <a:gd name="connsiteX24374" fmla="*/ 1455633 w 2119654"/>
              <a:gd name="connsiteY24374" fmla="*/ 2201893 h 2398711"/>
              <a:gd name="connsiteX24375" fmla="*/ 1447027 w 2119654"/>
              <a:gd name="connsiteY24375" fmla="*/ 2220089 h 2398711"/>
              <a:gd name="connsiteX24376" fmla="*/ 1469951 w 2119654"/>
              <a:gd name="connsiteY24376" fmla="*/ 2221966 h 2398711"/>
              <a:gd name="connsiteX24377" fmla="*/ 1476743 w 2119654"/>
              <a:gd name="connsiteY24377" fmla="*/ 2222431 h 2398711"/>
              <a:gd name="connsiteX24378" fmla="*/ 1484811 w 2119654"/>
              <a:gd name="connsiteY24378" fmla="*/ 2170588 h 2398711"/>
              <a:gd name="connsiteX24379" fmla="*/ 1479595 w 2119654"/>
              <a:gd name="connsiteY24379" fmla="*/ 2184209 h 2398711"/>
              <a:gd name="connsiteX24380" fmla="*/ 1469712 w 2119654"/>
              <a:gd name="connsiteY24380" fmla="*/ 2209014 h 2398711"/>
              <a:gd name="connsiteX24381" fmla="*/ 1469526 w 2119654"/>
              <a:gd name="connsiteY24381" fmla="*/ 2209121 h 2398711"/>
              <a:gd name="connsiteX24382" fmla="*/ 1474996 w 2119654"/>
              <a:gd name="connsiteY24382" fmla="*/ 2195394 h 2398711"/>
              <a:gd name="connsiteX24383" fmla="*/ 1485027 w 2119654"/>
              <a:gd name="connsiteY24383" fmla="*/ 2169196 h 2398711"/>
              <a:gd name="connsiteX24384" fmla="*/ 1485218 w 2119654"/>
              <a:gd name="connsiteY24384" fmla="*/ 2167974 h 2398711"/>
              <a:gd name="connsiteX24385" fmla="*/ 1484442 w 2119654"/>
              <a:gd name="connsiteY24385" fmla="*/ 2167741 h 2398711"/>
              <a:gd name="connsiteX24386" fmla="*/ 1473356 w 2119654"/>
              <a:gd name="connsiteY24386" fmla="*/ 2164245 h 2398711"/>
              <a:gd name="connsiteX24387" fmla="*/ 1472834 w 2119654"/>
              <a:gd name="connsiteY24387" fmla="*/ 2165523 h 2398711"/>
              <a:gd name="connsiteX24388" fmla="*/ 1457842 w 2119654"/>
              <a:gd name="connsiteY24388" fmla="*/ 2197224 h 2398711"/>
              <a:gd name="connsiteX24389" fmla="*/ 1472333 w 2119654"/>
              <a:gd name="connsiteY24389" fmla="*/ 2163922 h 2398711"/>
              <a:gd name="connsiteX24390" fmla="*/ 1469646 w 2119654"/>
              <a:gd name="connsiteY24390" fmla="*/ 2163075 h 2398711"/>
              <a:gd name="connsiteX24391" fmla="*/ 1465058 w 2119654"/>
              <a:gd name="connsiteY24391" fmla="*/ 2163789 h 2398711"/>
              <a:gd name="connsiteX24392" fmla="*/ 1464810 w 2119654"/>
              <a:gd name="connsiteY24392" fmla="*/ 2164525 h 2398711"/>
              <a:gd name="connsiteX24393" fmla="*/ 1464523 w 2119654"/>
              <a:gd name="connsiteY24393" fmla="*/ 2164676 h 2398711"/>
              <a:gd name="connsiteX24394" fmla="*/ 1464808 w 2119654"/>
              <a:gd name="connsiteY24394" fmla="*/ 2163828 h 2398711"/>
              <a:gd name="connsiteX24395" fmla="*/ 1460780 w 2119654"/>
              <a:gd name="connsiteY24395" fmla="*/ 2164455 h 2398711"/>
              <a:gd name="connsiteX24396" fmla="*/ 1454422 w 2119654"/>
              <a:gd name="connsiteY24396" fmla="*/ 2185129 h 2398711"/>
              <a:gd name="connsiteX24397" fmla="*/ 1453906 w 2119654"/>
              <a:gd name="connsiteY24397" fmla="*/ 2185421 h 2398711"/>
              <a:gd name="connsiteX24398" fmla="*/ 1460331 w 2119654"/>
              <a:gd name="connsiteY24398" fmla="*/ 2164525 h 2398711"/>
              <a:gd name="connsiteX24399" fmla="*/ 1454072 w 2119654"/>
              <a:gd name="connsiteY24399" fmla="*/ 2165500 h 2398711"/>
              <a:gd name="connsiteX24400" fmla="*/ 1450190 w 2119654"/>
              <a:gd name="connsiteY24400" fmla="*/ 2193705 h 2398711"/>
              <a:gd name="connsiteX24401" fmla="*/ 1449934 w 2119654"/>
              <a:gd name="connsiteY24401" fmla="*/ 2193910 h 2398711"/>
              <a:gd name="connsiteX24402" fmla="*/ 1453275 w 2119654"/>
              <a:gd name="connsiteY24402" fmla="*/ 2169627 h 2398711"/>
              <a:gd name="connsiteX24403" fmla="*/ 1453780 w 2119654"/>
              <a:gd name="connsiteY24403" fmla="*/ 2165545 h 2398711"/>
              <a:gd name="connsiteX24404" fmla="*/ 1451267 w 2119654"/>
              <a:gd name="connsiteY24404" fmla="*/ 2165936 h 2398711"/>
              <a:gd name="connsiteX24405" fmla="*/ 1449981 w 2119654"/>
              <a:gd name="connsiteY24405" fmla="*/ 2185932 h 2398711"/>
              <a:gd name="connsiteX24406" fmla="*/ 1449821 w 2119654"/>
              <a:gd name="connsiteY24406" fmla="*/ 2186080 h 2398711"/>
              <a:gd name="connsiteX24407" fmla="*/ 1450869 w 2119654"/>
              <a:gd name="connsiteY24407" fmla="*/ 2169782 h 2398711"/>
              <a:gd name="connsiteX24408" fmla="*/ 1451061 w 2119654"/>
              <a:gd name="connsiteY24408" fmla="*/ 2165969 h 2398711"/>
              <a:gd name="connsiteX24409" fmla="*/ 1446257 w 2119654"/>
              <a:gd name="connsiteY24409" fmla="*/ 2166716 h 2398711"/>
              <a:gd name="connsiteX24410" fmla="*/ 1441478 w 2119654"/>
              <a:gd name="connsiteY24410" fmla="*/ 2176627 h 2398711"/>
              <a:gd name="connsiteX24411" fmla="*/ 1441328 w 2119654"/>
              <a:gd name="connsiteY24411" fmla="*/ 2176701 h 2398711"/>
              <a:gd name="connsiteX24412" fmla="*/ 1446132 w 2119654"/>
              <a:gd name="connsiteY24412" fmla="*/ 2166736 h 2398711"/>
              <a:gd name="connsiteX24413" fmla="*/ 1441270 w 2119654"/>
              <a:gd name="connsiteY24413" fmla="*/ 2167492 h 2398711"/>
              <a:gd name="connsiteX24414" fmla="*/ 1437928 w 2119654"/>
              <a:gd name="connsiteY24414" fmla="*/ 2167608 h 2398711"/>
              <a:gd name="connsiteX24415" fmla="*/ 1430704 w 2119654"/>
              <a:gd name="connsiteY24415" fmla="*/ 2178125 h 2398711"/>
              <a:gd name="connsiteX24416" fmla="*/ 1430474 w 2119654"/>
              <a:gd name="connsiteY24416" fmla="*/ 2179465 h 2398711"/>
              <a:gd name="connsiteX24417" fmla="*/ 1441898 w 2119654"/>
              <a:gd name="connsiteY24417" fmla="*/ 2181944 h 2398711"/>
              <a:gd name="connsiteX24418" fmla="*/ 1441639 w 2119654"/>
              <a:gd name="connsiteY24418" fmla="*/ 2182070 h 2398711"/>
              <a:gd name="connsiteX24419" fmla="*/ 1430444 w 2119654"/>
              <a:gd name="connsiteY24419" fmla="*/ 2179641 h 2398711"/>
              <a:gd name="connsiteX24420" fmla="*/ 1428025 w 2119654"/>
              <a:gd name="connsiteY24420" fmla="*/ 2193721 h 2398711"/>
              <a:gd name="connsiteX24421" fmla="*/ 1427742 w 2119654"/>
              <a:gd name="connsiteY24421" fmla="*/ 2193932 h 2398711"/>
              <a:gd name="connsiteX24422" fmla="*/ 1430206 w 2119654"/>
              <a:gd name="connsiteY24422" fmla="*/ 2179590 h 2398711"/>
              <a:gd name="connsiteX24423" fmla="*/ 1429765 w 2119654"/>
              <a:gd name="connsiteY24423" fmla="*/ 2179494 h 2398711"/>
              <a:gd name="connsiteX24424" fmla="*/ 1432479 w 2119654"/>
              <a:gd name="connsiteY24424" fmla="*/ 2167796 h 2398711"/>
              <a:gd name="connsiteX24425" fmla="*/ 1431376 w 2119654"/>
              <a:gd name="connsiteY24425" fmla="*/ 2174219 h 2398711"/>
              <a:gd name="connsiteX24426" fmla="*/ 1435868 w 2119654"/>
              <a:gd name="connsiteY24426" fmla="*/ 2167679 h 2398711"/>
              <a:gd name="connsiteX24427" fmla="*/ 1832934 w 2119654"/>
              <a:gd name="connsiteY24427" fmla="*/ 1270922 h 2398711"/>
              <a:gd name="connsiteX24428" fmla="*/ 1832383 w 2119654"/>
              <a:gd name="connsiteY24428" fmla="*/ 1273262 h 2398711"/>
              <a:gd name="connsiteX24429" fmla="*/ 1834048 w 2119654"/>
              <a:gd name="connsiteY24429" fmla="*/ 1270028 h 2398711"/>
              <a:gd name="connsiteX24430" fmla="*/ 1798136 w 2119654"/>
              <a:gd name="connsiteY24430" fmla="*/ 1348491 h 2398711"/>
              <a:gd name="connsiteX24431" fmla="*/ 1799100 w 2119654"/>
              <a:gd name="connsiteY24431" fmla="*/ 1350094 h 2398711"/>
              <a:gd name="connsiteX24432" fmla="*/ 1799617 w 2119654"/>
              <a:gd name="connsiteY24432" fmla="*/ 1348985 h 2398711"/>
              <a:gd name="connsiteX24433" fmla="*/ 1798601 w 2119654"/>
              <a:gd name="connsiteY24433" fmla="*/ 1347890 h 2398711"/>
              <a:gd name="connsiteX24434" fmla="*/ 1451274 w 2119654"/>
              <a:gd name="connsiteY24434" fmla="*/ 2125092 h 2398711"/>
              <a:gd name="connsiteX24435" fmla="*/ 1451590 w 2119654"/>
              <a:gd name="connsiteY24435" fmla="*/ 2125333 h 2398711"/>
              <a:gd name="connsiteX24436" fmla="*/ 1453120 w 2119654"/>
              <a:gd name="connsiteY24436" fmla="*/ 2125209 h 2398711"/>
              <a:gd name="connsiteX24437" fmla="*/ 1453161 w 2119654"/>
              <a:gd name="connsiteY24437" fmla="*/ 2124396 h 2398711"/>
              <a:gd name="connsiteX24438" fmla="*/ 1793100 w 2119654"/>
              <a:gd name="connsiteY24438" fmla="*/ 1359622 h 2398711"/>
              <a:gd name="connsiteX24439" fmla="*/ 1793481 w 2119654"/>
              <a:gd name="connsiteY24439" fmla="*/ 1359381 h 2398711"/>
              <a:gd name="connsiteX24440" fmla="*/ 1793707 w 2119654"/>
              <a:gd name="connsiteY24440" fmla="*/ 1359159 h 2398711"/>
              <a:gd name="connsiteX24441" fmla="*/ 1833273 w 2119654"/>
              <a:gd name="connsiteY24441" fmla="*/ 1269482 h 2398711"/>
              <a:gd name="connsiteX24442" fmla="*/ 1833074 w 2119654"/>
              <a:gd name="connsiteY24442" fmla="*/ 1270326 h 2398711"/>
              <a:gd name="connsiteX24443" fmla="*/ 1834241 w 2119654"/>
              <a:gd name="connsiteY24443" fmla="*/ 1269420 h 2398711"/>
              <a:gd name="connsiteX24444" fmla="*/ 1834384 w 2119654"/>
              <a:gd name="connsiteY24444" fmla="*/ 1268852 h 2398711"/>
              <a:gd name="connsiteX24445" fmla="*/ 1798037 w 2119654"/>
              <a:gd name="connsiteY24445" fmla="*/ 1348325 h 2398711"/>
              <a:gd name="connsiteX24446" fmla="*/ 1798047 w 2119654"/>
              <a:gd name="connsiteY24446" fmla="*/ 1348342 h 2398711"/>
              <a:gd name="connsiteX24447" fmla="*/ 1798135 w 2119654"/>
              <a:gd name="connsiteY24447" fmla="*/ 1348228 h 2398711"/>
              <a:gd name="connsiteX24448" fmla="*/ 1773720 w 2119654"/>
              <a:gd name="connsiteY24448" fmla="*/ 1402610 h 2398711"/>
              <a:gd name="connsiteX24449" fmla="*/ 1775091 w 2119654"/>
              <a:gd name="connsiteY24449" fmla="*/ 1401553 h 2398711"/>
              <a:gd name="connsiteX24450" fmla="*/ 1775522 w 2119654"/>
              <a:gd name="connsiteY24450" fmla="*/ 1400629 h 2398711"/>
              <a:gd name="connsiteX24451" fmla="*/ 1775234 w 2119654"/>
              <a:gd name="connsiteY24451" fmla="*/ 1400703 h 2398711"/>
              <a:gd name="connsiteX24452" fmla="*/ 1797417 w 2119654"/>
              <a:gd name="connsiteY24452" fmla="*/ 1349419 h 2398711"/>
              <a:gd name="connsiteX24453" fmla="*/ 1797997 w 2119654"/>
              <a:gd name="connsiteY24453" fmla="*/ 1350390 h 2398711"/>
              <a:gd name="connsiteX24454" fmla="*/ 1798640 w 2119654"/>
              <a:gd name="connsiteY24454" fmla="*/ 1351080 h 2398711"/>
              <a:gd name="connsiteX24455" fmla="*/ 1798914 w 2119654"/>
              <a:gd name="connsiteY24455" fmla="*/ 1350492 h 2398711"/>
              <a:gd name="connsiteX24456" fmla="*/ 1797897 w 2119654"/>
              <a:gd name="connsiteY24456" fmla="*/ 1348799 h 2398711"/>
              <a:gd name="connsiteX24457" fmla="*/ 1779776 w 2119654"/>
              <a:gd name="connsiteY24457" fmla="*/ 1388881 h 2398711"/>
              <a:gd name="connsiteX24458" fmla="*/ 1780040 w 2119654"/>
              <a:gd name="connsiteY24458" fmla="*/ 1389061 h 2398711"/>
              <a:gd name="connsiteX24459" fmla="*/ 1780345 w 2119654"/>
              <a:gd name="connsiteY24459" fmla="*/ 1388709 h 2398711"/>
              <a:gd name="connsiteX24460" fmla="*/ 1772715 w 2119654"/>
              <a:gd name="connsiteY24460" fmla="*/ 1404584 h 2398711"/>
              <a:gd name="connsiteX24461" fmla="*/ 1772876 w 2119654"/>
              <a:gd name="connsiteY24461" fmla="*/ 1405203 h 2398711"/>
              <a:gd name="connsiteX24462" fmla="*/ 1773614 w 2119654"/>
              <a:gd name="connsiteY24462" fmla="*/ 1404717 h 2398711"/>
              <a:gd name="connsiteX24463" fmla="*/ 1774216 w 2119654"/>
              <a:gd name="connsiteY24463" fmla="*/ 1403427 h 2398711"/>
              <a:gd name="connsiteX24464" fmla="*/ 1449345 w 2119654"/>
              <a:gd name="connsiteY24464" fmla="*/ 2128544 h 2398711"/>
              <a:gd name="connsiteX24465" fmla="*/ 1452933 w 2119654"/>
              <a:gd name="connsiteY24465" fmla="*/ 2128917 h 2398711"/>
              <a:gd name="connsiteX24466" fmla="*/ 1452977 w 2119654"/>
              <a:gd name="connsiteY24466" fmla="*/ 2128031 h 2398711"/>
              <a:gd name="connsiteX24467" fmla="*/ 1785204 w 2119654"/>
              <a:gd name="connsiteY24467" fmla="*/ 1376424 h 2398711"/>
              <a:gd name="connsiteX24468" fmla="*/ 1787081 w 2119654"/>
              <a:gd name="connsiteY24468" fmla="*/ 1375855 h 2398711"/>
              <a:gd name="connsiteX24469" fmla="*/ 1788843 w 2119654"/>
              <a:gd name="connsiteY24469" fmla="*/ 1372078 h 2398711"/>
              <a:gd name="connsiteX24470" fmla="*/ 1788307 w 2119654"/>
              <a:gd name="connsiteY24470" fmla="*/ 1372805 h 2398711"/>
              <a:gd name="connsiteX24471" fmla="*/ 1859183 w 2119654"/>
              <a:gd name="connsiteY24471" fmla="*/ 1210736 h 2398711"/>
              <a:gd name="connsiteX24472" fmla="*/ 1860102 w 2119654"/>
              <a:gd name="connsiteY24472" fmla="*/ 1211686 h 2398711"/>
              <a:gd name="connsiteX24473" fmla="*/ 1861147 w 2119654"/>
              <a:gd name="connsiteY24473" fmla="*/ 1210871 h 2398711"/>
              <a:gd name="connsiteX24474" fmla="*/ 1864024 w 2119654"/>
              <a:gd name="connsiteY24474" fmla="*/ 1203120 h 2398711"/>
              <a:gd name="connsiteX24475" fmla="*/ 1798303 w 2119654"/>
              <a:gd name="connsiteY24475" fmla="*/ 1346911 h 2398711"/>
              <a:gd name="connsiteX24476" fmla="*/ 1798650 w 2119654"/>
              <a:gd name="connsiteY24476" fmla="*/ 1347283 h 2398711"/>
              <a:gd name="connsiteX24477" fmla="*/ 1799601 w 2119654"/>
              <a:gd name="connsiteY24477" fmla="*/ 1346336 h 2398711"/>
              <a:gd name="connsiteX24478" fmla="*/ 1802748 w 2119654"/>
              <a:gd name="connsiteY24478" fmla="*/ 1342275 h 2398711"/>
              <a:gd name="connsiteX24479" fmla="*/ 1804456 w 2119654"/>
              <a:gd name="connsiteY24479" fmla="*/ 1338613 h 2398711"/>
              <a:gd name="connsiteX24480" fmla="*/ 1804085 w 2119654"/>
              <a:gd name="connsiteY24480" fmla="*/ 1338781 h 2398711"/>
              <a:gd name="connsiteX24481" fmla="*/ 1803170 w 2119654"/>
              <a:gd name="connsiteY24481" fmla="*/ 1340066 h 2398711"/>
              <a:gd name="connsiteX24482" fmla="*/ 1803044 w 2119654"/>
              <a:gd name="connsiteY24482" fmla="*/ 1340326 h 2398711"/>
              <a:gd name="connsiteX24483" fmla="*/ 1802965 w 2119654"/>
              <a:gd name="connsiteY24483" fmla="*/ 1340356 h 2398711"/>
              <a:gd name="connsiteX24484" fmla="*/ 1453810 w 2119654"/>
              <a:gd name="connsiteY24484" fmla="*/ 2118158 h 2398711"/>
              <a:gd name="connsiteX24485" fmla="*/ 1453788 w 2119654"/>
              <a:gd name="connsiteY24485" fmla="*/ 2118593 h 2398711"/>
              <a:gd name="connsiteX24486" fmla="*/ 1454849 w 2119654"/>
              <a:gd name="connsiteY24486" fmla="*/ 2118202 h 2398711"/>
              <a:gd name="connsiteX24487" fmla="*/ 1797239 w 2119654"/>
              <a:gd name="connsiteY24487" fmla="*/ 1349122 h 2398711"/>
              <a:gd name="connsiteX24488" fmla="*/ 1797327 w 2119654"/>
              <a:gd name="connsiteY24488" fmla="*/ 1349271 h 2398711"/>
              <a:gd name="connsiteX24489" fmla="*/ 1797808 w 2119654"/>
              <a:gd name="connsiteY24489" fmla="*/ 1348651 h 2398711"/>
              <a:gd name="connsiteX24490" fmla="*/ 1797772 w 2119654"/>
              <a:gd name="connsiteY24490" fmla="*/ 1348590 h 2398711"/>
              <a:gd name="connsiteX24491" fmla="*/ 1797293 w 2119654"/>
              <a:gd name="connsiteY24491" fmla="*/ 1349067 h 2398711"/>
              <a:gd name="connsiteX24492" fmla="*/ 1405162 w 2119654"/>
              <a:gd name="connsiteY24492" fmla="*/ 2226801 h 2398711"/>
              <a:gd name="connsiteX24493" fmla="*/ 1404298 w 2119654"/>
              <a:gd name="connsiteY24493" fmla="*/ 2243155 h 2398711"/>
              <a:gd name="connsiteX24494" fmla="*/ 1409668 w 2119654"/>
              <a:gd name="connsiteY24494" fmla="*/ 2228264 h 2398711"/>
              <a:gd name="connsiteX24495" fmla="*/ 1797698 w 2119654"/>
              <a:gd name="connsiteY24495" fmla="*/ 1347762 h 2398711"/>
              <a:gd name="connsiteX24496" fmla="*/ 1797875 w 2119654"/>
              <a:gd name="connsiteY24496" fmla="*/ 1348056 h 2398711"/>
              <a:gd name="connsiteX24497" fmla="*/ 1798332 w 2119654"/>
              <a:gd name="connsiteY24497" fmla="*/ 1347600 h 2398711"/>
              <a:gd name="connsiteX24498" fmla="*/ 1798038 w 2119654"/>
              <a:gd name="connsiteY24498" fmla="*/ 1347284 h 2398711"/>
              <a:gd name="connsiteX24499" fmla="*/ 1772082 w 2119654"/>
              <a:gd name="connsiteY24499" fmla="*/ 1405074 h 2398711"/>
              <a:gd name="connsiteX24500" fmla="*/ 1772294 w 2119654"/>
              <a:gd name="connsiteY24500" fmla="*/ 1405584 h 2398711"/>
              <a:gd name="connsiteX24501" fmla="*/ 1772649 w 2119654"/>
              <a:gd name="connsiteY24501" fmla="*/ 1405352 h 2398711"/>
              <a:gd name="connsiteX24502" fmla="*/ 1772493 w 2119654"/>
              <a:gd name="connsiteY24502" fmla="*/ 1404756 h 2398711"/>
              <a:gd name="connsiteX24503" fmla="*/ 1450349 w 2119654"/>
              <a:gd name="connsiteY24503" fmla="*/ 2125434 h 2398711"/>
              <a:gd name="connsiteX24504" fmla="*/ 1450761 w 2119654"/>
              <a:gd name="connsiteY24504" fmla="*/ 2125400 h 2398711"/>
              <a:gd name="connsiteX24505" fmla="*/ 1450650 w 2119654"/>
              <a:gd name="connsiteY24505" fmla="*/ 2125323 h 2398711"/>
              <a:gd name="connsiteX24506" fmla="*/ 1837492 w 2119654"/>
              <a:gd name="connsiteY24506" fmla="*/ 1258338 h 2398711"/>
              <a:gd name="connsiteX24507" fmla="*/ 1835291 w 2119654"/>
              <a:gd name="connsiteY24507" fmla="*/ 1267614 h 2398711"/>
              <a:gd name="connsiteX24508" fmla="*/ 1843074 w 2119654"/>
              <a:gd name="connsiteY24508" fmla="*/ 1252494 h 2398711"/>
              <a:gd name="connsiteX24509" fmla="*/ 1843176 w 2119654"/>
              <a:gd name="connsiteY24509" fmla="*/ 1251524 h 2398711"/>
              <a:gd name="connsiteX24510" fmla="*/ 1841433 w 2119654"/>
              <a:gd name="connsiteY24510" fmla="*/ 1252577 h 2398711"/>
              <a:gd name="connsiteX24511" fmla="*/ 1455544 w 2119654"/>
              <a:gd name="connsiteY24511" fmla="*/ 2113520 h 2398711"/>
              <a:gd name="connsiteX24512" fmla="*/ 1460380 w 2119654"/>
              <a:gd name="connsiteY24512" fmla="*/ 2112137 h 2398711"/>
              <a:gd name="connsiteX24513" fmla="*/ 1460801 w 2119654"/>
              <a:gd name="connsiteY24513" fmla="*/ 2108731 h 2398711"/>
              <a:gd name="connsiteX24514" fmla="*/ 1459962 w 2119654"/>
              <a:gd name="connsiteY24514" fmla="*/ 2108446 h 2398711"/>
              <a:gd name="connsiteX24515" fmla="*/ 1458182 w 2119654"/>
              <a:gd name="connsiteY24515" fmla="*/ 2109420 h 2398711"/>
              <a:gd name="connsiteX24516" fmla="*/ 1805065 w 2119654"/>
              <a:gd name="connsiteY24516" fmla="*/ 1330855 h 2398711"/>
              <a:gd name="connsiteX24517" fmla="*/ 1805692 w 2119654"/>
              <a:gd name="connsiteY24517" fmla="*/ 1331444 h 2398711"/>
              <a:gd name="connsiteX24518" fmla="*/ 1808753 w 2119654"/>
              <a:gd name="connsiteY24518" fmla="*/ 1326951 h 2398711"/>
              <a:gd name="connsiteX24519" fmla="*/ 1807300 w 2119654"/>
              <a:gd name="connsiteY24519" fmla="*/ 1328049 h 2398711"/>
              <a:gd name="connsiteX24520" fmla="*/ 1806440 w 2119654"/>
              <a:gd name="connsiteY24520" fmla="*/ 1328996 h 2398711"/>
              <a:gd name="connsiteX24521" fmla="*/ 1465083 w 2119654"/>
              <a:gd name="connsiteY24521" fmla="*/ 2092050 h 2398711"/>
              <a:gd name="connsiteX24522" fmla="*/ 1466171 w 2119654"/>
              <a:gd name="connsiteY24522" fmla="*/ 2092026 h 2398711"/>
              <a:gd name="connsiteX24523" fmla="*/ 1467572 w 2119654"/>
              <a:gd name="connsiteY24523" fmla="*/ 2089138 h 2398711"/>
              <a:gd name="connsiteX24524" fmla="*/ 1797006 w 2119654"/>
              <a:gd name="connsiteY24524" fmla="*/ 1348734 h 2398711"/>
              <a:gd name="connsiteX24525" fmla="*/ 1797077 w 2119654"/>
              <a:gd name="connsiteY24525" fmla="*/ 1348851 h 2398711"/>
              <a:gd name="connsiteX24526" fmla="*/ 1797610 w 2119654"/>
              <a:gd name="connsiteY24526" fmla="*/ 1348320 h 2398711"/>
              <a:gd name="connsiteX24527" fmla="*/ 1797468 w 2119654"/>
              <a:gd name="connsiteY24527" fmla="*/ 1348085 h 2398711"/>
              <a:gd name="connsiteX24528" fmla="*/ 1857080 w 2119654"/>
              <a:gd name="connsiteY24528" fmla="*/ 1214044 h 2398711"/>
              <a:gd name="connsiteX24529" fmla="*/ 1859961 w 2119654"/>
              <a:gd name="connsiteY24529" fmla="*/ 1211796 h 2398711"/>
              <a:gd name="connsiteX24530" fmla="*/ 1859085 w 2119654"/>
              <a:gd name="connsiteY24530" fmla="*/ 1210890 h 2398711"/>
              <a:gd name="connsiteX24531" fmla="*/ 1796767 w 2119654"/>
              <a:gd name="connsiteY24531" fmla="*/ 1349071 h 2398711"/>
              <a:gd name="connsiteX24532" fmla="*/ 1796810 w 2119654"/>
              <a:gd name="connsiteY24532" fmla="*/ 1349117 h 2398711"/>
              <a:gd name="connsiteX24533" fmla="*/ 1796837 w 2119654"/>
              <a:gd name="connsiteY24533" fmla="*/ 1349090 h 2398711"/>
              <a:gd name="connsiteX24534" fmla="*/ 1796799 w 2119654"/>
              <a:gd name="connsiteY24534" fmla="*/ 1349026 h 2398711"/>
              <a:gd name="connsiteX24535" fmla="*/ 1454519 w 2119654"/>
              <a:gd name="connsiteY24535" fmla="*/ 2115113 h 2398711"/>
              <a:gd name="connsiteX24536" fmla="*/ 1459953 w 2119654"/>
              <a:gd name="connsiteY24536" fmla="*/ 2115594 h 2398711"/>
              <a:gd name="connsiteX24537" fmla="*/ 1460360 w 2119654"/>
              <a:gd name="connsiteY24537" fmla="*/ 2112297 h 2398711"/>
              <a:gd name="connsiteX24538" fmla="*/ 1455422 w 2119654"/>
              <a:gd name="connsiteY24538" fmla="*/ 2113710 h 2398711"/>
              <a:gd name="connsiteX24539" fmla="*/ 1453911 w 2119654"/>
              <a:gd name="connsiteY24539" fmla="*/ 2116164 h 2398711"/>
              <a:gd name="connsiteX24540" fmla="*/ 1453816 w 2119654"/>
              <a:gd name="connsiteY24540" fmla="*/ 2118036 h 2398711"/>
              <a:gd name="connsiteX24541" fmla="*/ 1455147 w 2119654"/>
              <a:gd name="connsiteY24541" fmla="*/ 2118093 h 2398711"/>
              <a:gd name="connsiteX24542" fmla="*/ 1459125 w 2119654"/>
              <a:gd name="connsiteY24542" fmla="*/ 2116625 h 2398711"/>
              <a:gd name="connsiteX24543" fmla="*/ 1772317 w 2119654"/>
              <a:gd name="connsiteY24543" fmla="*/ 1403059 h 2398711"/>
              <a:gd name="connsiteX24544" fmla="*/ 1772340 w 2119654"/>
              <a:gd name="connsiteY24544" fmla="*/ 1403150 h 2398711"/>
              <a:gd name="connsiteX24545" fmla="*/ 1774036 w 2119654"/>
              <a:gd name="connsiteY24545" fmla="*/ 1401012 h 2398711"/>
              <a:gd name="connsiteX24546" fmla="*/ 1773628 w 2119654"/>
              <a:gd name="connsiteY24546" fmla="*/ 1401117 h 2398711"/>
              <a:gd name="connsiteX24547" fmla="*/ 1855334 w 2119654"/>
              <a:gd name="connsiteY24547" fmla="*/ 1216792 h 2398711"/>
              <a:gd name="connsiteX24548" fmla="*/ 1860182 w 2119654"/>
              <a:gd name="connsiteY24548" fmla="*/ 1213229 h 2398711"/>
              <a:gd name="connsiteX24549" fmla="*/ 1860306 w 2119654"/>
              <a:gd name="connsiteY24549" fmla="*/ 1213136 h 2398711"/>
              <a:gd name="connsiteX24550" fmla="*/ 1860570 w 2119654"/>
              <a:gd name="connsiteY24550" fmla="*/ 1212425 h 2398711"/>
              <a:gd name="connsiteX24551" fmla="*/ 1860221 w 2119654"/>
              <a:gd name="connsiteY24551" fmla="*/ 1212064 h 2398711"/>
              <a:gd name="connsiteX24552" fmla="*/ 1856487 w 2119654"/>
              <a:gd name="connsiteY24552" fmla="*/ 1214977 h 2398711"/>
              <a:gd name="connsiteX24553" fmla="*/ 1771777 w 2119654"/>
              <a:gd name="connsiteY24553" fmla="*/ 1403859 h 2398711"/>
              <a:gd name="connsiteX24554" fmla="*/ 1772139 w 2119654"/>
              <a:gd name="connsiteY24554" fmla="*/ 1403403 h 2398711"/>
              <a:gd name="connsiteX24555" fmla="*/ 1772124 w 2119654"/>
              <a:gd name="connsiteY24555" fmla="*/ 1403345 h 2398711"/>
              <a:gd name="connsiteX24556" fmla="*/ 1862243 w 2119654"/>
              <a:gd name="connsiteY24556" fmla="*/ 1201084 h 2398711"/>
              <a:gd name="connsiteX24557" fmla="*/ 1864147 w 2119654"/>
              <a:gd name="connsiteY24557" fmla="*/ 1202328 h 2398711"/>
              <a:gd name="connsiteX24558" fmla="*/ 1864558 w 2119654"/>
              <a:gd name="connsiteY24558" fmla="*/ 1201682 h 2398711"/>
              <a:gd name="connsiteX24559" fmla="*/ 1866746 w 2119654"/>
              <a:gd name="connsiteY24559" fmla="*/ 1195787 h 2398711"/>
              <a:gd name="connsiteX24560" fmla="*/ 1452672 w 2119654"/>
              <a:gd name="connsiteY24560" fmla="*/ 2117987 h 2398711"/>
              <a:gd name="connsiteX24561" fmla="*/ 1453483 w 2119654"/>
              <a:gd name="connsiteY24561" fmla="*/ 2118022 h 2398711"/>
              <a:gd name="connsiteX24562" fmla="*/ 1453554 w 2119654"/>
              <a:gd name="connsiteY24562" fmla="*/ 2116616 h 2398711"/>
              <a:gd name="connsiteX24563" fmla="*/ 1425564 w 2119654"/>
              <a:gd name="connsiteY24563" fmla="*/ 2178583 h 2398711"/>
              <a:gd name="connsiteX24564" fmla="*/ 1423882 w 2119654"/>
              <a:gd name="connsiteY24564" fmla="*/ 2185101 h 2398711"/>
              <a:gd name="connsiteX24565" fmla="*/ 1425375 w 2119654"/>
              <a:gd name="connsiteY24565" fmla="*/ 2182956 h 2398711"/>
              <a:gd name="connsiteX24566" fmla="*/ 1428013 w 2119654"/>
              <a:gd name="connsiteY24566" fmla="*/ 2179114 h 2398711"/>
              <a:gd name="connsiteX24567" fmla="*/ 1447812 w 2119654"/>
              <a:gd name="connsiteY24567" fmla="*/ 2128761 h 2398711"/>
              <a:gd name="connsiteX24568" fmla="*/ 1452881 w 2119654"/>
              <a:gd name="connsiteY24568" fmla="*/ 2129930 h 2398711"/>
              <a:gd name="connsiteX24569" fmla="*/ 1452919 w 2119654"/>
              <a:gd name="connsiteY24569" fmla="*/ 2129175 h 2398711"/>
              <a:gd name="connsiteX24570" fmla="*/ 1450193 w 2119654"/>
              <a:gd name="connsiteY24570" fmla="*/ 2128982 h 2398711"/>
              <a:gd name="connsiteX24571" fmla="*/ 1447922 w 2119654"/>
              <a:gd name="connsiteY24571" fmla="*/ 2128746 h 2398711"/>
              <a:gd name="connsiteX24572" fmla="*/ 1452461 w 2119654"/>
              <a:gd name="connsiteY24572" fmla="*/ 2118315 h 2398711"/>
              <a:gd name="connsiteX24573" fmla="*/ 1453433 w 2119654"/>
              <a:gd name="connsiteY24573" fmla="*/ 2118724 h 2398711"/>
              <a:gd name="connsiteX24574" fmla="*/ 1453448 w 2119654"/>
              <a:gd name="connsiteY24574" fmla="*/ 2118719 h 2398711"/>
              <a:gd name="connsiteX24575" fmla="*/ 1453477 w 2119654"/>
              <a:gd name="connsiteY24575" fmla="*/ 2118145 h 2398711"/>
              <a:gd name="connsiteX24576" fmla="*/ 1452594 w 2119654"/>
              <a:gd name="connsiteY24576" fmla="*/ 2118107 h 2398711"/>
              <a:gd name="connsiteX24577" fmla="*/ 1463079 w 2119654"/>
              <a:gd name="connsiteY24577" fmla="*/ 2094396 h 2398711"/>
              <a:gd name="connsiteX24578" fmla="*/ 1462998 w 2119654"/>
              <a:gd name="connsiteY24578" fmla="*/ 2095046 h 2398711"/>
              <a:gd name="connsiteX24579" fmla="*/ 1464845 w 2119654"/>
              <a:gd name="connsiteY24579" fmla="*/ 2094761 h 2398711"/>
              <a:gd name="connsiteX24580" fmla="*/ 1465914 w 2119654"/>
              <a:gd name="connsiteY24580" fmla="*/ 2092557 h 2398711"/>
              <a:gd name="connsiteX24581" fmla="*/ 1465220 w 2119654"/>
              <a:gd name="connsiteY24581" fmla="*/ 2092582 h 2398711"/>
              <a:gd name="connsiteX24582" fmla="*/ 1464618 w 2119654"/>
              <a:gd name="connsiteY24582" fmla="*/ 2092595 h 2398711"/>
              <a:gd name="connsiteX24583" fmla="*/ 1854143 w 2119654"/>
              <a:gd name="connsiteY24583" fmla="*/ 1218665 h 2398711"/>
              <a:gd name="connsiteX24584" fmla="*/ 1852720 w 2119654"/>
              <a:gd name="connsiteY24584" fmla="*/ 1232281 h 2398711"/>
              <a:gd name="connsiteX24585" fmla="*/ 1852893 w 2119654"/>
              <a:gd name="connsiteY24585" fmla="*/ 1232171 h 2398711"/>
              <a:gd name="connsiteX24586" fmla="*/ 1853634 w 2119654"/>
              <a:gd name="connsiteY24586" fmla="*/ 1231112 h 2398711"/>
              <a:gd name="connsiteX24587" fmla="*/ 1860243 w 2119654"/>
              <a:gd name="connsiteY24587" fmla="*/ 1213305 h 2398711"/>
              <a:gd name="connsiteX24588" fmla="*/ 1855060 w 2119654"/>
              <a:gd name="connsiteY24588" fmla="*/ 1217223 h 2398711"/>
              <a:gd name="connsiteX24589" fmla="*/ 1451814 w 2119654"/>
              <a:gd name="connsiteY24589" fmla="*/ 2119322 h 2398711"/>
              <a:gd name="connsiteX24590" fmla="*/ 1452793 w 2119654"/>
              <a:gd name="connsiteY24590" fmla="*/ 2118960 h 2398711"/>
              <a:gd name="connsiteX24591" fmla="*/ 1452205 w 2119654"/>
              <a:gd name="connsiteY24591" fmla="*/ 2118713 h 2398711"/>
              <a:gd name="connsiteX24592" fmla="*/ 1786277 w 2119654"/>
              <a:gd name="connsiteY24592" fmla="*/ 1370173 h 2398711"/>
              <a:gd name="connsiteX24593" fmla="*/ 1788587 w 2119654"/>
              <a:gd name="connsiteY24593" fmla="*/ 1369178 h 2398711"/>
              <a:gd name="connsiteX24594" fmla="*/ 1790711 w 2119654"/>
              <a:gd name="connsiteY24594" fmla="*/ 1366702 h 2398711"/>
              <a:gd name="connsiteX24595" fmla="*/ 1790438 w 2119654"/>
              <a:gd name="connsiteY24595" fmla="*/ 1365519 h 2398711"/>
              <a:gd name="connsiteX24596" fmla="*/ 1854229 w 2119654"/>
              <a:gd name="connsiteY24596" fmla="*/ 1217851 h 2398711"/>
              <a:gd name="connsiteX24597" fmla="*/ 1854219 w 2119654"/>
              <a:gd name="connsiteY24597" fmla="*/ 1217945 h 2398711"/>
              <a:gd name="connsiteX24598" fmla="*/ 1854272 w 2119654"/>
              <a:gd name="connsiteY24598" fmla="*/ 1217865 h 2398711"/>
              <a:gd name="connsiteX24599" fmla="*/ 1854329 w 2119654"/>
              <a:gd name="connsiteY24599" fmla="*/ 1217775 h 2398711"/>
              <a:gd name="connsiteX24600" fmla="*/ 1771992 w 2119654"/>
              <a:gd name="connsiteY24600" fmla="*/ 1401819 h 2398711"/>
              <a:gd name="connsiteX24601" fmla="*/ 1772168 w 2119654"/>
              <a:gd name="connsiteY24601" fmla="*/ 1402489 h 2398711"/>
              <a:gd name="connsiteX24602" fmla="*/ 1772982 w 2119654"/>
              <a:gd name="connsiteY24602" fmla="*/ 1401283 h 2398711"/>
              <a:gd name="connsiteX24603" fmla="*/ 1772663 w 2119654"/>
              <a:gd name="connsiteY24603" fmla="*/ 1401366 h 2398711"/>
              <a:gd name="connsiteX24604" fmla="*/ 1821604 w 2119654"/>
              <a:gd name="connsiteY24604" fmla="*/ 1290645 h 2398711"/>
              <a:gd name="connsiteX24605" fmla="*/ 1826071 w 2119654"/>
              <a:gd name="connsiteY24605" fmla="*/ 1285361 h 2398711"/>
              <a:gd name="connsiteX24606" fmla="*/ 1823140 w 2119654"/>
              <a:gd name="connsiteY24606" fmla="*/ 1287249 h 2398711"/>
              <a:gd name="connsiteX24607" fmla="*/ 1416201 w 2119654"/>
              <a:gd name="connsiteY24607" fmla="*/ 2198389 h 2398711"/>
              <a:gd name="connsiteX24608" fmla="*/ 1419030 w 2119654"/>
              <a:gd name="connsiteY24608" fmla="*/ 2200032 h 2398711"/>
              <a:gd name="connsiteX24609" fmla="*/ 1421060 w 2119654"/>
              <a:gd name="connsiteY24609" fmla="*/ 2192166 h 2398711"/>
              <a:gd name="connsiteX24610" fmla="*/ 1420325 w 2119654"/>
              <a:gd name="connsiteY24610" fmla="*/ 2193237 h 2398711"/>
              <a:gd name="connsiteX24611" fmla="*/ 1817006 w 2119654"/>
              <a:gd name="connsiteY24611" fmla="*/ 1300805 h 2398711"/>
              <a:gd name="connsiteX24612" fmla="*/ 1820949 w 2119654"/>
              <a:gd name="connsiteY24612" fmla="*/ 1295474 h 2398711"/>
              <a:gd name="connsiteX24613" fmla="*/ 1821724 w 2119654"/>
              <a:gd name="connsiteY24613" fmla="*/ 1293970 h 2398711"/>
              <a:gd name="connsiteX24614" fmla="*/ 1818131 w 2119654"/>
              <a:gd name="connsiteY24614" fmla="*/ 1298317 h 2398711"/>
              <a:gd name="connsiteX24615" fmla="*/ 1774168 w 2119654"/>
              <a:gd name="connsiteY24615" fmla="*/ 1396590 h 2398711"/>
              <a:gd name="connsiteX24616" fmla="*/ 1774355 w 2119654"/>
              <a:gd name="connsiteY24616" fmla="*/ 1396521 h 2398711"/>
              <a:gd name="connsiteX24617" fmla="*/ 1774309 w 2119654"/>
              <a:gd name="connsiteY24617" fmla="*/ 1396427 h 2398711"/>
              <a:gd name="connsiteX24618" fmla="*/ 1771925 w 2119654"/>
              <a:gd name="connsiteY24618" fmla="*/ 1401559 h 2398711"/>
              <a:gd name="connsiteX24619" fmla="*/ 1771943 w 2119654"/>
              <a:gd name="connsiteY24619" fmla="*/ 1401629 h 2398711"/>
              <a:gd name="connsiteX24620" fmla="*/ 1772128 w 2119654"/>
              <a:gd name="connsiteY24620" fmla="*/ 1401504 h 2398711"/>
              <a:gd name="connsiteX24621" fmla="*/ 1771941 w 2119654"/>
              <a:gd name="connsiteY24621" fmla="*/ 1401552 h 2398711"/>
              <a:gd name="connsiteX24622" fmla="*/ 1463297 w 2119654"/>
              <a:gd name="connsiteY24622" fmla="*/ 2092624 h 2398711"/>
              <a:gd name="connsiteX24623" fmla="*/ 1463140 w 2119654"/>
              <a:gd name="connsiteY24623" fmla="*/ 2093901 h 2398711"/>
              <a:gd name="connsiteX24624" fmla="*/ 1464218 w 2119654"/>
              <a:gd name="connsiteY24624" fmla="*/ 2092604 h 2398711"/>
              <a:gd name="connsiteX24625" fmla="*/ 1773743 w 2119654"/>
              <a:gd name="connsiteY24625" fmla="*/ 1397189 h 2398711"/>
              <a:gd name="connsiteX24626" fmla="*/ 1774206 w 2119654"/>
              <a:gd name="connsiteY24626" fmla="*/ 1397304 h 2398711"/>
              <a:gd name="connsiteX24627" fmla="*/ 1774644 w 2119654"/>
              <a:gd name="connsiteY24627" fmla="*/ 1397119 h 2398711"/>
              <a:gd name="connsiteX24628" fmla="*/ 1774539 w 2119654"/>
              <a:gd name="connsiteY24628" fmla="*/ 1396900 h 2398711"/>
              <a:gd name="connsiteX24629" fmla="*/ 1800035 w 2119654"/>
              <a:gd name="connsiteY24629" fmla="*/ 1338304 h 2398711"/>
              <a:gd name="connsiteX24630" fmla="*/ 1801785 w 2119654"/>
              <a:gd name="connsiteY24630" fmla="*/ 1337179 h 2398711"/>
              <a:gd name="connsiteX24631" fmla="*/ 1804680 w 2119654"/>
              <a:gd name="connsiteY24631" fmla="*/ 1332930 h 2398711"/>
              <a:gd name="connsiteX24632" fmla="*/ 1804002 w 2119654"/>
              <a:gd name="connsiteY24632" fmla="*/ 1332293 h 2398711"/>
              <a:gd name="connsiteX24633" fmla="*/ 1800793 w 2119654"/>
              <a:gd name="connsiteY24633" fmla="*/ 1336629 h 2398711"/>
              <a:gd name="connsiteX24634" fmla="*/ 1799484 w 2119654"/>
              <a:gd name="connsiteY24634" fmla="*/ 1339522 h 2398711"/>
              <a:gd name="connsiteX24635" fmla="*/ 1800483 w 2119654"/>
              <a:gd name="connsiteY24635" fmla="*/ 1339091 h 2398711"/>
              <a:gd name="connsiteX24636" fmla="*/ 1801009 w 2119654"/>
              <a:gd name="connsiteY24636" fmla="*/ 1338318 h 2398711"/>
              <a:gd name="connsiteX24637" fmla="*/ 1799626 w 2119654"/>
              <a:gd name="connsiteY24637" fmla="*/ 1339207 h 2398711"/>
              <a:gd name="connsiteX24638" fmla="*/ 1854356 w 2119654"/>
              <a:gd name="connsiteY24638" fmla="*/ 1216641 h 2398711"/>
              <a:gd name="connsiteX24639" fmla="*/ 1854257 w 2119654"/>
              <a:gd name="connsiteY24639" fmla="*/ 1217583 h 2398711"/>
              <a:gd name="connsiteX24640" fmla="*/ 1854621 w 2119654"/>
              <a:gd name="connsiteY24640" fmla="*/ 1217316 h 2398711"/>
              <a:gd name="connsiteX24641" fmla="*/ 1855732 w 2119654"/>
              <a:gd name="connsiteY24641" fmla="*/ 1215567 h 2398711"/>
              <a:gd name="connsiteX24642" fmla="*/ 1799030 w 2119654"/>
              <a:gd name="connsiteY24642" fmla="*/ 1340509 h 2398711"/>
              <a:gd name="connsiteX24643" fmla="*/ 1799102 w 2119654"/>
              <a:gd name="connsiteY24643" fmla="*/ 1340476 h 2398711"/>
              <a:gd name="connsiteX24644" fmla="*/ 1799209 w 2119654"/>
              <a:gd name="connsiteY24644" fmla="*/ 1340370 h 2398711"/>
              <a:gd name="connsiteX24645" fmla="*/ 1799066 w 2119654"/>
              <a:gd name="connsiteY24645" fmla="*/ 1340432 h 2398711"/>
              <a:gd name="connsiteX24646" fmla="*/ 1791545 w 2119654"/>
              <a:gd name="connsiteY24646" fmla="*/ 1356998 h 2398711"/>
              <a:gd name="connsiteX24647" fmla="*/ 1791894 w 2119654"/>
              <a:gd name="connsiteY24647" fmla="*/ 1358507 h 2398711"/>
              <a:gd name="connsiteX24648" fmla="*/ 1796989 w 2119654"/>
              <a:gd name="connsiteY24648" fmla="*/ 1354618 h 2398711"/>
              <a:gd name="connsiteX24649" fmla="*/ 1798328 w 2119654"/>
              <a:gd name="connsiteY24649" fmla="*/ 1351746 h 2398711"/>
              <a:gd name="connsiteX24650" fmla="*/ 1797805 w 2119654"/>
              <a:gd name="connsiteY24650" fmla="*/ 1351186 h 2398711"/>
              <a:gd name="connsiteX24651" fmla="*/ 1796801 w 2119654"/>
              <a:gd name="connsiteY24651" fmla="*/ 1350214 h 2398711"/>
              <a:gd name="connsiteX24652" fmla="*/ 1828294 w 2119654"/>
              <a:gd name="connsiteY24652" fmla="*/ 1274642 h 2398711"/>
              <a:gd name="connsiteX24653" fmla="*/ 1829032 w 2119654"/>
              <a:gd name="connsiteY24653" fmla="*/ 1275233 h 2398711"/>
              <a:gd name="connsiteX24654" fmla="*/ 1830772 w 2119654"/>
              <a:gd name="connsiteY24654" fmla="*/ 1273307 h 2398711"/>
              <a:gd name="connsiteX24655" fmla="*/ 1830783 w 2119654"/>
              <a:gd name="connsiteY24655" fmla="*/ 1273741 h 2398711"/>
              <a:gd name="connsiteX24656" fmla="*/ 1829266 w 2119654"/>
              <a:gd name="connsiteY24656" fmla="*/ 1275421 h 2398711"/>
              <a:gd name="connsiteX24657" fmla="*/ 1830686 w 2119654"/>
              <a:gd name="connsiteY24657" fmla="*/ 1276559 h 2398711"/>
              <a:gd name="connsiteX24658" fmla="*/ 1831879 w 2119654"/>
              <a:gd name="connsiteY24658" fmla="*/ 1274241 h 2398711"/>
              <a:gd name="connsiteX24659" fmla="*/ 1832597 w 2119654"/>
              <a:gd name="connsiteY24659" fmla="*/ 1271192 h 2398711"/>
              <a:gd name="connsiteX24660" fmla="*/ 1773163 w 2119654"/>
              <a:gd name="connsiteY24660" fmla="*/ 1397746 h 2398711"/>
              <a:gd name="connsiteX24661" fmla="*/ 1773926 w 2119654"/>
              <a:gd name="connsiteY24661" fmla="*/ 1397423 h 2398711"/>
              <a:gd name="connsiteX24662" fmla="*/ 1773530 w 2119654"/>
              <a:gd name="connsiteY24662" fmla="*/ 1397323 h 2398711"/>
              <a:gd name="connsiteX24663" fmla="*/ 1771008 w 2119654"/>
              <a:gd name="connsiteY24663" fmla="*/ 1402486 h 2398711"/>
              <a:gd name="connsiteX24664" fmla="*/ 1771450 w 2119654"/>
              <a:gd name="connsiteY24664" fmla="*/ 1403552 h 2398711"/>
              <a:gd name="connsiteX24665" fmla="*/ 1771975 w 2119654"/>
              <a:gd name="connsiteY24665" fmla="*/ 1402774 h 2398711"/>
              <a:gd name="connsiteX24666" fmla="*/ 1771766 w 2119654"/>
              <a:gd name="connsiteY24666" fmla="*/ 1401972 h 2398711"/>
              <a:gd name="connsiteX24667" fmla="*/ 1791463 w 2119654"/>
              <a:gd name="connsiteY24667" fmla="*/ 1356647 h 2398711"/>
              <a:gd name="connsiteX24668" fmla="*/ 1791484 w 2119654"/>
              <a:gd name="connsiteY24668" fmla="*/ 1356736 h 2398711"/>
              <a:gd name="connsiteX24669" fmla="*/ 1793382 w 2119654"/>
              <a:gd name="connsiteY24669" fmla="*/ 1354362 h 2398711"/>
              <a:gd name="connsiteX24670" fmla="*/ 1796683 w 2119654"/>
              <a:gd name="connsiteY24670" fmla="*/ 1350101 h 2398711"/>
              <a:gd name="connsiteX24671" fmla="*/ 1796472 w 2119654"/>
              <a:gd name="connsiteY24671" fmla="*/ 1349896 h 2398711"/>
              <a:gd name="connsiteX24672" fmla="*/ 1795439 w 2119654"/>
              <a:gd name="connsiteY24672" fmla="*/ 1350938 h 2398711"/>
              <a:gd name="connsiteX24673" fmla="*/ 1794229 w 2119654"/>
              <a:gd name="connsiteY24673" fmla="*/ 1352639 h 2398711"/>
              <a:gd name="connsiteX24674" fmla="*/ 1791975 w 2119654"/>
              <a:gd name="connsiteY24674" fmla="*/ 1355555 h 2398711"/>
              <a:gd name="connsiteX24675" fmla="*/ 1434538 w 2119654"/>
              <a:gd name="connsiteY24675" fmla="*/ 2155817 h 2398711"/>
              <a:gd name="connsiteX24676" fmla="*/ 1433988 w 2119654"/>
              <a:gd name="connsiteY24676" fmla="*/ 2159017 h 2398711"/>
              <a:gd name="connsiteX24677" fmla="*/ 1435005 w 2119654"/>
              <a:gd name="connsiteY24677" fmla="*/ 2159559 h 2398711"/>
              <a:gd name="connsiteX24678" fmla="*/ 1434751 w 2119654"/>
              <a:gd name="connsiteY24678" fmla="*/ 2159629 h 2398711"/>
              <a:gd name="connsiteX24679" fmla="*/ 1433955 w 2119654"/>
              <a:gd name="connsiteY24679" fmla="*/ 2159205 h 2398711"/>
              <a:gd name="connsiteX24680" fmla="*/ 1433418 w 2119654"/>
              <a:gd name="connsiteY24680" fmla="*/ 2162334 h 2398711"/>
              <a:gd name="connsiteX24681" fmla="*/ 1439698 w 2119654"/>
              <a:gd name="connsiteY24681" fmla="*/ 2161181 h 2398711"/>
              <a:gd name="connsiteX24682" fmla="*/ 1441851 w 2119654"/>
              <a:gd name="connsiteY24682" fmla="*/ 2157064 h 2398711"/>
              <a:gd name="connsiteX24683" fmla="*/ 1463514 w 2119654"/>
              <a:gd name="connsiteY24683" fmla="*/ 2090875 h 2398711"/>
              <a:gd name="connsiteX24684" fmla="*/ 1463364 w 2119654"/>
              <a:gd name="connsiteY24684" fmla="*/ 2092088 h 2398711"/>
              <a:gd name="connsiteX24685" fmla="*/ 1464671 w 2119654"/>
              <a:gd name="connsiteY24685" fmla="*/ 2092059 h 2398711"/>
              <a:gd name="connsiteX24686" fmla="*/ 1467533 w 2119654"/>
              <a:gd name="connsiteY24686" fmla="*/ 2088618 h 2398711"/>
              <a:gd name="connsiteX24687" fmla="*/ 1467366 w 2119654"/>
              <a:gd name="connsiteY24687" fmla="*/ 2088561 h 2398711"/>
              <a:gd name="connsiteX24688" fmla="*/ 1787316 w 2119654"/>
              <a:gd name="connsiteY24688" fmla="*/ 1365492 h 2398711"/>
              <a:gd name="connsiteX24689" fmla="*/ 1788923 w 2119654"/>
              <a:gd name="connsiteY24689" fmla="*/ 1363900 h 2398711"/>
              <a:gd name="connsiteX24690" fmla="*/ 1787703 w 2119654"/>
              <a:gd name="connsiteY24690" fmla="*/ 1364666 h 2398711"/>
              <a:gd name="connsiteX24691" fmla="*/ 1825735 w 2119654"/>
              <a:gd name="connsiteY24691" fmla="*/ 1279331 h 2398711"/>
              <a:gd name="connsiteX24692" fmla="*/ 1827493 w 2119654"/>
              <a:gd name="connsiteY24692" fmla="*/ 1282764 h 2398711"/>
              <a:gd name="connsiteX24693" fmla="*/ 1830082 w 2119654"/>
              <a:gd name="connsiteY24693" fmla="*/ 1277733 h 2398711"/>
              <a:gd name="connsiteX24694" fmla="*/ 1828397 w 2119654"/>
              <a:gd name="connsiteY24694" fmla="*/ 1276384 h 2398711"/>
              <a:gd name="connsiteX24695" fmla="*/ 1784829 w 2119654"/>
              <a:gd name="connsiteY24695" fmla="*/ 1370798 h 2398711"/>
              <a:gd name="connsiteX24696" fmla="*/ 1785349 w 2119654"/>
              <a:gd name="connsiteY24696" fmla="*/ 1370574 h 2398711"/>
              <a:gd name="connsiteX24697" fmla="*/ 1790348 w 2119654"/>
              <a:gd name="connsiteY24697" fmla="*/ 1365131 h 2398711"/>
              <a:gd name="connsiteX24698" fmla="*/ 1790217 w 2119654"/>
              <a:gd name="connsiteY24698" fmla="*/ 1364563 h 2398711"/>
              <a:gd name="connsiteX24699" fmla="*/ 1785248 w 2119654"/>
              <a:gd name="connsiteY24699" fmla="*/ 1369902 h 2398711"/>
              <a:gd name="connsiteX24700" fmla="*/ 1784500 w 2119654"/>
              <a:gd name="connsiteY24700" fmla="*/ 1371498 h 2398711"/>
              <a:gd name="connsiteX24701" fmla="*/ 1785109 w 2119654"/>
              <a:gd name="connsiteY24701" fmla="*/ 1370835 h 2398711"/>
              <a:gd name="connsiteX24702" fmla="*/ 1784736 w 2119654"/>
              <a:gd name="connsiteY24702" fmla="*/ 1370996 h 2398711"/>
              <a:gd name="connsiteX24703" fmla="*/ 1770817 w 2119654"/>
              <a:gd name="connsiteY24703" fmla="*/ 1402027 h 2398711"/>
              <a:gd name="connsiteX24704" fmla="*/ 1770935 w 2119654"/>
              <a:gd name="connsiteY24704" fmla="*/ 1402311 h 2398711"/>
              <a:gd name="connsiteX24705" fmla="*/ 1771717 w 2119654"/>
              <a:gd name="connsiteY24705" fmla="*/ 1401781 h 2398711"/>
              <a:gd name="connsiteX24706" fmla="*/ 1771685 w 2119654"/>
              <a:gd name="connsiteY24706" fmla="*/ 1401660 h 2398711"/>
              <a:gd name="connsiteX24707" fmla="*/ 1783139 w 2119654"/>
              <a:gd name="connsiteY24707" fmla="*/ 1374401 h 2398711"/>
              <a:gd name="connsiteX24708" fmla="*/ 1785243 w 2119654"/>
              <a:gd name="connsiteY24708" fmla="*/ 1373077 h 2398711"/>
              <a:gd name="connsiteX24709" fmla="*/ 1788371 w 2119654"/>
              <a:gd name="connsiteY24709" fmla="*/ 1369430 h 2398711"/>
              <a:gd name="connsiteX24710" fmla="*/ 1786046 w 2119654"/>
              <a:gd name="connsiteY24710" fmla="*/ 1370432 h 2398711"/>
              <a:gd name="connsiteX24711" fmla="*/ 1783876 w 2119654"/>
              <a:gd name="connsiteY24711" fmla="*/ 1372859 h 2398711"/>
              <a:gd name="connsiteX24712" fmla="*/ 1783847 w 2119654"/>
              <a:gd name="connsiteY24712" fmla="*/ 1372890 h 2398711"/>
              <a:gd name="connsiteX24713" fmla="*/ 1782093 w 2119654"/>
              <a:gd name="connsiteY24713" fmla="*/ 1376633 h 2398711"/>
              <a:gd name="connsiteX24714" fmla="*/ 1782370 w 2119654"/>
              <a:gd name="connsiteY24714" fmla="*/ 1376428 h 2398711"/>
              <a:gd name="connsiteX24715" fmla="*/ 1783881 w 2119654"/>
              <a:gd name="connsiteY24715" fmla="*/ 1374665 h 2398711"/>
              <a:gd name="connsiteX24716" fmla="*/ 1782653 w 2119654"/>
              <a:gd name="connsiteY24716" fmla="*/ 1375438 h 2398711"/>
              <a:gd name="connsiteX24717" fmla="*/ 1798426 w 2119654"/>
              <a:gd name="connsiteY24717" fmla="*/ 1339979 h 2398711"/>
              <a:gd name="connsiteX24718" fmla="*/ 1798585 w 2119654"/>
              <a:gd name="connsiteY24718" fmla="*/ 1339910 h 2398711"/>
              <a:gd name="connsiteX24719" fmla="*/ 1798608 w 2119654"/>
              <a:gd name="connsiteY24719" fmla="*/ 1339862 h 2398711"/>
              <a:gd name="connsiteX24720" fmla="*/ 1434946 w 2119654"/>
              <a:gd name="connsiteY24720" fmla="*/ 2153442 h 2398711"/>
              <a:gd name="connsiteX24721" fmla="*/ 1434646 w 2119654"/>
              <a:gd name="connsiteY24721" fmla="*/ 2155185 h 2398711"/>
              <a:gd name="connsiteX24722" fmla="*/ 1442017 w 2119654"/>
              <a:gd name="connsiteY24722" fmla="*/ 2156746 h 2398711"/>
              <a:gd name="connsiteX24723" fmla="*/ 1443089 w 2119654"/>
              <a:gd name="connsiteY24723" fmla="*/ 2154698 h 2398711"/>
              <a:gd name="connsiteX24724" fmla="*/ 1440344 w 2119654"/>
              <a:gd name="connsiteY24724" fmla="*/ 2153832 h 2398711"/>
              <a:gd name="connsiteX24725" fmla="*/ 1440181 w 2119654"/>
              <a:gd name="connsiteY24725" fmla="*/ 2153826 h 2398711"/>
              <a:gd name="connsiteX24726" fmla="*/ 1773441 w 2119654"/>
              <a:gd name="connsiteY24726" fmla="*/ 1395085 h 2398711"/>
              <a:gd name="connsiteX24727" fmla="*/ 1773612 w 2119654"/>
              <a:gd name="connsiteY24727" fmla="*/ 1394989 h 2398711"/>
              <a:gd name="connsiteX24728" fmla="*/ 1773577 w 2119654"/>
              <a:gd name="connsiteY24728" fmla="*/ 1394914 h 2398711"/>
              <a:gd name="connsiteX24729" fmla="*/ 1773466 w 2119654"/>
              <a:gd name="connsiteY24729" fmla="*/ 1395032 h 2398711"/>
              <a:gd name="connsiteX24730" fmla="*/ 1795363 w 2119654"/>
              <a:gd name="connsiteY24730" fmla="*/ 1345986 h 2398711"/>
              <a:gd name="connsiteX24731" fmla="*/ 1795560 w 2119654"/>
              <a:gd name="connsiteY24731" fmla="*/ 1346315 h 2398711"/>
              <a:gd name="connsiteX24732" fmla="*/ 1795630 w 2119654"/>
              <a:gd name="connsiteY24732" fmla="*/ 1346212 h 2398711"/>
              <a:gd name="connsiteX24733" fmla="*/ 1795943 w 2119654"/>
              <a:gd name="connsiteY24733" fmla="*/ 1345546 h 2398711"/>
              <a:gd name="connsiteX24734" fmla="*/ 1795877 w 2119654"/>
              <a:gd name="connsiteY24734" fmla="*/ 1345436 h 2398711"/>
              <a:gd name="connsiteX24735" fmla="*/ 1772589 w 2119654"/>
              <a:gd name="connsiteY24735" fmla="*/ 1396902 h 2398711"/>
              <a:gd name="connsiteX24736" fmla="*/ 1773016 w 2119654"/>
              <a:gd name="connsiteY24736" fmla="*/ 1397009 h 2398711"/>
              <a:gd name="connsiteX24737" fmla="*/ 1773177 w 2119654"/>
              <a:gd name="connsiteY24737" fmla="*/ 1396950 h 2398711"/>
              <a:gd name="connsiteX24738" fmla="*/ 1773868 w 2119654"/>
              <a:gd name="connsiteY24738" fmla="*/ 1396157 h 2398711"/>
              <a:gd name="connsiteX24739" fmla="*/ 1772607 w 2119654"/>
              <a:gd name="connsiteY24739" fmla="*/ 1396863 h 2398711"/>
              <a:gd name="connsiteX24740" fmla="*/ 1772441 w 2119654"/>
              <a:gd name="connsiteY24740" fmla="*/ 1397218 h 2398711"/>
              <a:gd name="connsiteX24741" fmla="*/ 1772710 w 2119654"/>
              <a:gd name="connsiteY24741" fmla="*/ 1397120 h 2398711"/>
              <a:gd name="connsiteX24742" fmla="*/ 1772511 w 2119654"/>
              <a:gd name="connsiteY24742" fmla="*/ 1397070 h 2398711"/>
              <a:gd name="connsiteX24743" fmla="*/ 1772017 w 2119654"/>
              <a:gd name="connsiteY24743" fmla="*/ 1398122 h 2398711"/>
              <a:gd name="connsiteX24744" fmla="*/ 1772202 w 2119654"/>
              <a:gd name="connsiteY24744" fmla="*/ 1398072 h 2398711"/>
              <a:gd name="connsiteX24745" fmla="*/ 1772611 w 2119654"/>
              <a:gd name="connsiteY24745" fmla="*/ 1397601 h 2398711"/>
              <a:gd name="connsiteX24746" fmla="*/ 1772189 w 2119654"/>
              <a:gd name="connsiteY24746" fmla="*/ 1397754 h 2398711"/>
              <a:gd name="connsiteX24747" fmla="*/ 1797368 w 2119654"/>
              <a:gd name="connsiteY24747" fmla="*/ 1341259 h 2398711"/>
              <a:gd name="connsiteX24748" fmla="*/ 1798110 w 2119654"/>
              <a:gd name="connsiteY24748" fmla="*/ 1340923 h 2398711"/>
              <a:gd name="connsiteX24749" fmla="*/ 1798156 w 2119654"/>
              <a:gd name="connsiteY24749" fmla="*/ 1340825 h 2398711"/>
              <a:gd name="connsiteX24750" fmla="*/ 1797471 w 2119654"/>
              <a:gd name="connsiteY24750" fmla="*/ 1341121 h 2398711"/>
              <a:gd name="connsiteX24751" fmla="*/ 1435160 w 2119654"/>
              <a:gd name="connsiteY24751" fmla="*/ 2152197 h 2398711"/>
              <a:gd name="connsiteX24752" fmla="*/ 1434990 w 2119654"/>
              <a:gd name="connsiteY24752" fmla="*/ 2153187 h 2398711"/>
              <a:gd name="connsiteX24753" fmla="*/ 1439301 w 2119654"/>
              <a:gd name="connsiteY24753" fmla="*/ 2153504 h 2398711"/>
              <a:gd name="connsiteX24754" fmla="*/ 1788418 w 2119654"/>
              <a:gd name="connsiteY24754" fmla="*/ 1361033 h 2398711"/>
              <a:gd name="connsiteX24755" fmla="*/ 1788798 w 2119654"/>
              <a:gd name="connsiteY24755" fmla="*/ 1360784 h 2398711"/>
              <a:gd name="connsiteX24756" fmla="*/ 1789085 w 2119654"/>
              <a:gd name="connsiteY24756" fmla="*/ 1360172 h 2398711"/>
              <a:gd name="connsiteX24757" fmla="*/ 1767754 w 2119654"/>
              <a:gd name="connsiteY24757" fmla="*/ 1407214 h 2398711"/>
              <a:gd name="connsiteX24758" fmla="*/ 1768007 w 2119654"/>
              <a:gd name="connsiteY24758" fmla="*/ 1407019 h 2398711"/>
              <a:gd name="connsiteX24759" fmla="*/ 1767919 w 2119654"/>
              <a:gd name="connsiteY24759" fmla="*/ 1406862 h 2398711"/>
              <a:gd name="connsiteX24760" fmla="*/ 1827951 w 2119654"/>
              <a:gd name="connsiteY24760" fmla="*/ 1272286 h 2398711"/>
              <a:gd name="connsiteX24761" fmla="*/ 1833016 w 2119654"/>
              <a:gd name="connsiteY24761" fmla="*/ 1269412 h 2398711"/>
              <a:gd name="connsiteX24762" fmla="*/ 1833196 w 2119654"/>
              <a:gd name="connsiteY24762" fmla="*/ 1268646 h 2398711"/>
              <a:gd name="connsiteX24763" fmla="*/ 1833378 w 2119654"/>
              <a:gd name="connsiteY24763" fmla="*/ 1269036 h 2398711"/>
              <a:gd name="connsiteX24764" fmla="*/ 1833332 w 2119654"/>
              <a:gd name="connsiteY24764" fmla="*/ 1269233 h 2398711"/>
              <a:gd name="connsiteX24765" fmla="*/ 1834447 w 2119654"/>
              <a:gd name="connsiteY24765" fmla="*/ 1268600 h 2398711"/>
              <a:gd name="connsiteX24766" fmla="*/ 1836760 w 2119654"/>
              <a:gd name="connsiteY24766" fmla="*/ 1259408 h 2398711"/>
              <a:gd name="connsiteX24767" fmla="*/ 1794627 w 2119654"/>
              <a:gd name="connsiteY24767" fmla="*/ 1346774 h 2398711"/>
              <a:gd name="connsiteX24768" fmla="*/ 1794985 w 2119654"/>
              <a:gd name="connsiteY24768" fmla="*/ 1347159 h 2398711"/>
              <a:gd name="connsiteX24769" fmla="*/ 1795356 w 2119654"/>
              <a:gd name="connsiteY24769" fmla="*/ 1346615 h 2398711"/>
              <a:gd name="connsiteX24770" fmla="*/ 1795129 w 2119654"/>
              <a:gd name="connsiteY24770" fmla="*/ 1346236 h 2398711"/>
              <a:gd name="connsiteX24771" fmla="*/ 1796358 w 2119654"/>
              <a:gd name="connsiteY24771" fmla="*/ 1342624 h 2398711"/>
              <a:gd name="connsiteX24772" fmla="*/ 1797275 w 2119654"/>
              <a:gd name="connsiteY24772" fmla="*/ 1342278 h 2398711"/>
              <a:gd name="connsiteX24773" fmla="*/ 1797646 w 2119654"/>
              <a:gd name="connsiteY24773" fmla="*/ 1341912 h 2398711"/>
              <a:gd name="connsiteX24774" fmla="*/ 1797778 w 2119654"/>
              <a:gd name="connsiteY24774" fmla="*/ 1341630 h 2398711"/>
              <a:gd name="connsiteX24775" fmla="*/ 1797560 w 2119654"/>
              <a:gd name="connsiteY24775" fmla="*/ 1341729 h 2398711"/>
              <a:gd name="connsiteX24776" fmla="*/ 1796643 w 2119654"/>
              <a:gd name="connsiteY24776" fmla="*/ 1342239 h 2398711"/>
              <a:gd name="connsiteX24777" fmla="*/ 1440320 w 2119654"/>
              <a:gd name="connsiteY24777" fmla="*/ 2139796 h 2398711"/>
              <a:gd name="connsiteX24778" fmla="*/ 1446057 w 2119654"/>
              <a:gd name="connsiteY24778" fmla="*/ 2142756 h 2398711"/>
              <a:gd name="connsiteX24779" fmla="*/ 1448786 w 2119654"/>
              <a:gd name="connsiteY24779" fmla="*/ 2143804 h 2398711"/>
              <a:gd name="connsiteX24780" fmla="*/ 1450175 w 2119654"/>
              <a:gd name="connsiteY24780" fmla="*/ 2141148 h 2398711"/>
              <a:gd name="connsiteX24781" fmla="*/ 1447734 w 2119654"/>
              <a:gd name="connsiteY24781" fmla="*/ 2139930 h 2398711"/>
              <a:gd name="connsiteX24782" fmla="*/ 1451462 w 2119654"/>
              <a:gd name="connsiteY24782" fmla="*/ 2114843 h 2398711"/>
              <a:gd name="connsiteX24783" fmla="*/ 1452004 w 2119654"/>
              <a:gd name="connsiteY24783" fmla="*/ 2114890 h 2398711"/>
              <a:gd name="connsiteX24784" fmla="*/ 1452164 w 2119654"/>
              <a:gd name="connsiteY24784" fmla="*/ 2114642 h 2398711"/>
              <a:gd name="connsiteX24785" fmla="*/ 1405660 w 2119654"/>
              <a:gd name="connsiteY24785" fmla="*/ 2217356 h 2398711"/>
              <a:gd name="connsiteX24786" fmla="*/ 1405167 w 2119654"/>
              <a:gd name="connsiteY24786" fmla="*/ 2226694 h 2398711"/>
              <a:gd name="connsiteX24787" fmla="*/ 1409704 w 2119654"/>
              <a:gd name="connsiteY24787" fmla="*/ 2228166 h 2398711"/>
              <a:gd name="connsiteX24788" fmla="*/ 1413101 w 2119654"/>
              <a:gd name="connsiteY24788" fmla="*/ 2218745 h 2398711"/>
              <a:gd name="connsiteX24789" fmla="*/ 1443973 w 2119654"/>
              <a:gd name="connsiteY24789" fmla="*/ 2131512 h 2398711"/>
              <a:gd name="connsiteX24790" fmla="*/ 1448435 w 2119654"/>
              <a:gd name="connsiteY24790" fmla="*/ 2133623 h 2398711"/>
              <a:gd name="connsiteX24791" fmla="*/ 1452647 w 2119654"/>
              <a:gd name="connsiteY24791" fmla="*/ 2134568 h 2398711"/>
              <a:gd name="connsiteX24792" fmla="*/ 1452769 w 2119654"/>
              <a:gd name="connsiteY24792" fmla="*/ 2132155 h 2398711"/>
              <a:gd name="connsiteX24793" fmla="*/ 1444750 w 2119654"/>
              <a:gd name="connsiteY24793" fmla="*/ 2130305 h 2398711"/>
              <a:gd name="connsiteX24794" fmla="*/ 1856427 w 2119654"/>
              <a:gd name="connsiteY24794" fmla="*/ 1207887 h 2398711"/>
              <a:gd name="connsiteX24795" fmla="*/ 1858954 w 2119654"/>
              <a:gd name="connsiteY24795" fmla="*/ 1210499 h 2398711"/>
              <a:gd name="connsiteX24796" fmla="*/ 1863801 w 2119654"/>
              <a:gd name="connsiteY24796" fmla="*/ 1202873 h 2398711"/>
              <a:gd name="connsiteX24797" fmla="*/ 1861820 w 2119654"/>
              <a:gd name="connsiteY24797" fmla="*/ 1201581 h 2398711"/>
              <a:gd name="connsiteX24798" fmla="*/ 1856576 w 2119654"/>
              <a:gd name="connsiteY24798" fmla="*/ 1207749 h 2398711"/>
              <a:gd name="connsiteX24799" fmla="*/ 1860078 w 2119654"/>
              <a:gd name="connsiteY24799" fmla="*/ 1199668 h 2398711"/>
              <a:gd name="connsiteX24800" fmla="*/ 1860543 w 2119654"/>
              <a:gd name="connsiteY24800" fmla="*/ 1199972 h 2398711"/>
              <a:gd name="connsiteX24801" fmla="*/ 1862942 w 2119654"/>
              <a:gd name="connsiteY24801" fmla="*/ 1197754 h 2398711"/>
              <a:gd name="connsiteX24802" fmla="*/ 1868398 w 2119654"/>
              <a:gd name="connsiteY24802" fmla="*/ 1191337 h 2398711"/>
              <a:gd name="connsiteX24803" fmla="*/ 1869978 w 2119654"/>
              <a:gd name="connsiteY24803" fmla="*/ 1187080 h 2398711"/>
              <a:gd name="connsiteX24804" fmla="*/ 1860095 w 2119654"/>
              <a:gd name="connsiteY24804" fmla="*/ 1199647 h 2398711"/>
              <a:gd name="connsiteX24805" fmla="*/ 1827031 w 2119654"/>
              <a:gd name="connsiteY24805" fmla="*/ 1273631 h 2398711"/>
              <a:gd name="connsiteX24806" fmla="*/ 1827910 w 2119654"/>
              <a:gd name="connsiteY24806" fmla="*/ 1274335 h 2398711"/>
              <a:gd name="connsiteX24807" fmla="*/ 1832740 w 2119654"/>
              <a:gd name="connsiteY24807" fmla="*/ 1270586 h 2398711"/>
              <a:gd name="connsiteX24808" fmla="*/ 1832957 w 2119654"/>
              <a:gd name="connsiteY24808" fmla="*/ 1269661 h 2398711"/>
              <a:gd name="connsiteX24809" fmla="*/ 1827710 w 2119654"/>
              <a:gd name="connsiteY24809" fmla="*/ 1272639 h 2398711"/>
              <a:gd name="connsiteX24810" fmla="*/ 1841630 w 2119654"/>
              <a:gd name="connsiteY24810" fmla="*/ 1240911 h 2398711"/>
              <a:gd name="connsiteX24811" fmla="*/ 1839111 w 2119654"/>
              <a:gd name="connsiteY24811" fmla="*/ 1251520 h 2398711"/>
              <a:gd name="connsiteX24812" fmla="*/ 1839493 w 2119654"/>
              <a:gd name="connsiteY24812" fmla="*/ 1251295 h 2398711"/>
              <a:gd name="connsiteX24813" fmla="*/ 1843849 w 2119654"/>
              <a:gd name="connsiteY24813" fmla="*/ 1245078 h 2398711"/>
              <a:gd name="connsiteX24814" fmla="*/ 1844474 w 2119654"/>
              <a:gd name="connsiteY24814" fmla="*/ 1239096 h 2398711"/>
              <a:gd name="connsiteX24815" fmla="*/ 1908431 w 2119654"/>
              <a:gd name="connsiteY24815" fmla="*/ 1091328 h 2398711"/>
              <a:gd name="connsiteX24816" fmla="*/ 1935333 w 2119654"/>
              <a:gd name="connsiteY24816" fmla="*/ 1051709 h 2398711"/>
              <a:gd name="connsiteX24817" fmla="*/ 1943227 w 2119654"/>
              <a:gd name="connsiteY24817" fmla="*/ 1039513 h 2398711"/>
              <a:gd name="connsiteX24818" fmla="*/ 1943245 w 2119654"/>
              <a:gd name="connsiteY24818" fmla="*/ 1039724 h 2398711"/>
              <a:gd name="connsiteX24819" fmla="*/ 1928983 w 2119654"/>
              <a:gd name="connsiteY24819" fmla="*/ 1061760 h 2398711"/>
              <a:gd name="connsiteX24820" fmla="*/ 1411232 w 2119654"/>
              <a:gd name="connsiteY24820" fmla="*/ 2204597 h 2398711"/>
              <a:gd name="connsiteX24821" fmla="*/ 1416774 w 2119654"/>
              <a:gd name="connsiteY24821" fmla="*/ 2206831 h 2398711"/>
              <a:gd name="connsiteX24822" fmla="*/ 1417280 w 2119654"/>
              <a:gd name="connsiteY24822" fmla="*/ 2206813 h 2398711"/>
              <a:gd name="connsiteX24823" fmla="*/ 1418971 w 2119654"/>
              <a:gd name="connsiteY24823" fmla="*/ 2200258 h 2398711"/>
              <a:gd name="connsiteX24824" fmla="*/ 1416058 w 2119654"/>
              <a:gd name="connsiteY24824" fmla="*/ 2198567 h 2398711"/>
              <a:gd name="connsiteX24825" fmla="*/ 1781531 w 2119654"/>
              <a:gd name="connsiteY24825" fmla="*/ 1375413 h 2398711"/>
              <a:gd name="connsiteX24826" fmla="*/ 1782110 w 2119654"/>
              <a:gd name="connsiteY24826" fmla="*/ 1375048 h 2398711"/>
              <a:gd name="connsiteX24827" fmla="*/ 1782366 w 2119654"/>
              <a:gd name="connsiteY24827" fmla="*/ 1374504 h 2398711"/>
              <a:gd name="connsiteX24828" fmla="*/ 1461423 w 2119654"/>
              <a:gd name="connsiteY24828" fmla="*/ 2092130 h 2398711"/>
              <a:gd name="connsiteX24829" fmla="*/ 1462857 w 2119654"/>
              <a:gd name="connsiteY24829" fmla="*/ 2092099 h 2398711"/>
              <a:gd name="connsiteX24830" fmla="*/ 1462968 w 2119654"/>
              <a:gd name="connsiteY24830" fmla="*/ 2091202 h 2398711"/>
              <a:gd name="connsiteX24831" fmla="*/ 1443350 w 2119654"/>
              <a:gd name="connsiteY24831" fmla="*/ 2132481 h 2398711"/>
              <a:gd name="connsiteX24832" fmla="*/ 1447511 w 2119654"/>
              <a:gd name="connsiteY24832" fmla="*/ 2133415 h 2398711"/>
              <a:gd name="connsiteX24833" fmla="*/ 1443860 w 2119654"/>
              <a:gd name="connsiteY24833" fmla="*/ 2131689 h 2398711"/>
              <a:gd name="connsiteX24834" fmla="*/ 1795456 w 2119654"/>
              <a:gd name="connsiteY24834" fmla="*/ 1343844 h 2398711"/>
              <a:gd name="connsiteX24835" fmla="*/ 1795568 w 2119654"/>
              <a:gd name="connsiteY24835" fmla="*/ 1343964 h 2398711"/>
              <a:gd name="connsiteX24836" fmla="*/ 1796910 w 2119654"/>
              <a:gd name="connsiteY24836" fmla="*/ 1342639 h 2398711"/>
              <a:gd name="connsiteX24837" fmla="*/ 1796129 w 2119654"/>
              <a:gd name="connsiteY24837" fmla="*/ 1342934 h 2398711"/>
              <a:gd name="connsiteX24838" fmla="*/ 1787515 w 2119654"/>
              <a:gd name="connsiteY24838" fmla="*/ 1361624 h 2398711"/>
              <a:gd name="connsiteX24839" fmla="*/ 1787640 w 2119654"/>
              <a:gd name="connsiteY24839" fmla="*/ 1361542 h 2398711"/>
              <a:gd name="connsiteX24840" fmla="*/ 1789097 w 2119654"/>
              <a:gd name="connsiteY24840" fmla="*/ 1359721 h 2398711"/>
              <a:gd name="connsiteX24841" fmla="*/ 1789024 w 2119654"/>
              <a:gd name="connsiteY24841" fmla="*/ 1359408 h 2398711"/>
              <a:gd name="connsiteX24842" fmla="*/ 1427288 w 2119654"/>
              <a:gd name="connsiteY24842" fmla="*/ 2167975 h 2398711"/>
              <a:gd name="connsiteX24843" fmla="*/ 1426204 w 2119654"/>
              <a:gd name="connsiteY24843" fmla="*/ 2176106 h 2398711"/>
              <a:gd name="connsiteX24844" fmla="*/ 1425609 w 2119654"/>
              <a:gd name="connsiteY24844" fmla="*/ 2178409 h 2398711"/>
              <a:gd name="connsiteX24845" fmla="*/ 1428123 w 2119654"/>
              <a:gd name="connsiteY24845" fmla="*/ 2178955 h 2398711"/>
              <a:gd name="connsiteX24846" fmla="*/ 1431047 w 2119654"/>
              <a:gd name="connsiteY24846" fmla="*/ 2174698 h 2398711"/>
              <a:gd name="connsiteX24847" fmla="*/ 1432208 w 2119654"/>
              <a:gd name="connsiteY24847" fmla="*/ 2167943 h 2398711"/>
              <a:gd name="connsiteX24848" fmla="*/ 1432229 w 2119654"/>
              <a:gd name="connsiteY24848" fmla="*/ 2167805 h 2398711"/>
              <a:gd name="connsiteX24849" fmla="*/ 1771040 w 2119654"/>
              <a:gd name="connsiteY24849" fmla="*/ 1398173 h 2398711"/>
              <a:gd name="connsiteX24850" fmla="*/ 1771093 w 2119654"/>
              <a:gd name="connsiteY24850" fmla="*/ 1398374 h 2398711"/>
              <a:gd name="connsiteX24851" fmla="*/ 1771186 w 2119654"/>
              <a:gd name="connsiteY24851" fmla="*/ 1398349 h 2398711"/>
              <a:gd name="connsiteX24852" fmla="*/ 1771315 w 2119654"/>
              <a:gd name="connsiteY24852" fmla="*/ 1398072 h 2398711"/>
              <a:gd name="connsiteX24853" fmla="*/ 1794823 w 2119654"/>
              <a:gd name="connsiteY24853" fmla="*/ 1344698 h 2398711"/>
              <a:gd name="connsiteX24854" fmla="*/ 1795206 w 2119654"/>
              <a:gd name="connsiteY24854" fmla="*/ 1344321 h 2398711"/>
              <a:gd name="connsiteX24855" fmla="*/ 1795160 w 2119654"/>
              <a:gd name="connsiteY24855" fmla="*/ 1344243 h 2398711"/>
              <a:gd name="connsiteX24856" fmla="*/ 1771117 w 2119654"/>
              <a:gd name="connsiteY24856" fmla="*/ 1397699 h 2398711"/>
              <a:gd name="connsiteX24857" fmla="*/ 1771567 w 2119654"/>
              <a:gd name="connsiteY24857" fmla="*/ 1397535 h 2398711"/>
              <a:gd name="connsiteX24858" fmla="*/ 1771623 w 2119654"/>
              <a:gd name="connsiteY24858" fmla="*/ 1397416 h 2398711"/>
              <a:gd name="connsiteX24859" fmla="*/ 1824779 w 2119654"/>
              <a:gd name="connsiteY24859" fmla="*/ 1277461 h 2398711"/>
              <a:gd name="connsiteX24860" fmla="*/ 1825589 w 2119654"/>
              <a:gd name="connsiteY24860" fmla="*/ 1279046 h 2398711"/>
              <a:gd name="connsiteX24861" fmla="*/ 1828163 w 2119654"/>
              <a:gd name="connsiteY24861" fmla="*/ 1276196 h 2398711"/>
              <a:gd name="connsiteX24862" fmla="*/ 1827259 w 2119654"/>
              <a:gd name="connsiteY24862" fmla="*/ 1275472 h 2398711"/>
              <a:gd name="connsiteX24863" fmla="*/ 1812141 w 2119654"/>
              <a:gd name="connsiteY24863" fmla="*/ 1305567 h 2398711"/>
              <a:gd name="connsiteX24864" fmla="*/ 1812682 w 2119654"/>
              <a:gd name="connsiteY24864" fmla="*/ 1306649 h 2398711"/>
              <a:gd name="connsiteX24865" fmla="*/ 1816173 w 2119654"/>
              <a:gd name="connsiteY24865" fmla="*/ 1301932 h 2398711"/>
              <a:gd name="connsiteX24866" fmla="*/ 1817417 w 2119654"/>
              <a:gd name="connsiteY24866" fmla="*/ 1299183 h 2398711"/>
              <a:gd name="connsiteX24867" fmla="*/ 1473633 w 2119654"/>
              <a:gd name="connsiteY24867" fmla="*/ 2063550 h 2398711"/>
              <a:gd name="connsiteX24868" fmla="*/ 1473834 w 2119654"/>
              <a:gd name="connsiteY24868" fmla="*/ 2063479 h 2398711"/>
              <a:gd name="connsiteX24869" fmla="*/ 1473873 w 2119654"/>
              <a:gd name="connsiteY24869" fmla="*/ 2063252 h 2398711"/>
              <a:gd name="connsiteX24870" fmla="*/ 1473812 w 2119654"/>
              <a:gd name="connsiteY24870" fmla="*/ 2063216 h 2398711"/>
              <a:gd name="connsiteX24871" fmla="*/ 1435881 w 2119654"/>
              <a:gd name="connsiteY24871" fmla="*/ 2147998 h 2398711"/>
              <a:gd name="connsiteX24872" fmla="*/ 1435235 w 2119654"/>
              <a:gd name="connsiteY24872" fmla="*/ 2151760 h 2398711"/>
              <a:gd name="connsiteX24873" fmla="*/ 1436187 w 2119654"/>
              <a:gd name="connsiteY24873" fmla="*/ 2152103 h 2398711"/>
              <a:gd name="connsiteX24874" fmla="*/ 1441030 w 2119654"/>
              <a:gd name="connsiteY24874" fmla="*/ 2153630 h 2398711"/>
              <a:gd name="connsiteX24875" fmla="*/ 1443550 w 2119654"/>
              <a:gd name="connsiteY24875" fmla="*/ 2153815 h 2398711"/>
              <a:gd name="connsiteX24876" fmla="*/ 1446356 w 2119654"/>
              <a:gd name="connsiteY24876" fmla="*/ 2148450 h 2398711"/>
              <a:gd name="connsiteX24877" fmla="*/ 1441976 w 2119654"/>
              <a:gd name="connsiteY24877" fmla="*/ 2146779 h 2398711"/>
              <a:gd name="connsiteX24878" fmla="*/ 1825009 w 2119654"/>
              <a:gd name="connsiteY24878" fmla="*/ 1276587 h 2398711"/>
              <a:gd name="connsiteX24879" fmla="*/ 1826858 w 2119654"/>
              <a:gd name="connsiteY24879" fmla="*/ 1275152 h 2398711"/>
              <a:gd name="connsiteX24880" fmla="*/ 1826298 w 2119654"/>
              <a:gd name="connsiteY24880" fmla="*/ 1274703 h 2398711"/>
              <a:gd name="connsiteX24881" fmla="*/ 1855146 w 2119654"/>
              <a:gd name="connsiteY24881" fmla="*/ 1209070 h 2398711"/>
              <a:gd name="connsiteX24882" fmla="*/ 1854411 w 2119654"/>
              <a:gd name="connsiteY24882" fmla="*/ 1216111 h 2398711"/>
              <a:gd name="connsiteX24883" fmla="*/ 1855164 w 2119654"/>
              <a:gd name="connsiteY24883" fmla="*/ 1215540 h 2398711"/>
              <a:gd name="connsiteX24884" fmla="*/ 1856326 w 2119654"/>
              <a:gd name="connsiteY24884" fmla="*/ 1214633 h 2398711"/>
              <a:gd name="connsiteX24885" fmla="*/ 1858855 w 2119654"/>
              <a:gd name="connsiteY24885" fmla="*/ 1210653 h 2398711"/>
              <a:gd name="connsiteX24886" fmla="*/ 1856296 w 2119654"/>
              <a:gd name="connsiteY24886" fmla="*/ 1208009 h 2398711"/>
              <a:gd name="connsiteX24887" fmla="*/ 1842470 w 2119654"/>
              <a:gd name="connsiteY24887" fmla="*/ 1237370 h 2398711"/>
              <a:gd name="connsiteX24888" fmla="*/ 1842065 w 2119654"/>
              <a:gd name="connsiteY24888" fmla="*/ 1239077 h 2398711"/>
              <a:gd name="connsiteX24889" fmla="*/ 1844648 w 2119654"/>
              <a:gd name="connsiteY24889" fmla="*/ 1237429 h 2398711"/>
              <a:gd name="connsiteX24890" fmla="*/ 1844850 w 2119654"/>
              <a:gd name="connsiteY24890" fmla="*/ 1235506 h 2398711"/>
              <a:gd name="connsiteX24891" fmla="*/ 1458899 w 2119654"/>
              <a:gd name="connsiteY24891" fmla="*/ 2096019 h 2398711"/>
              <a:gd name="connsiteX24892" fmla="*/ 1459380 w 2119654"/>
              <a:gd name="connsiteY24892" fmla="*/ 2096265 h 2398711"/>
              <a:gd name="connsiteX24893" fmla="*/ 1461588 w 2119654"/>
              <a:gd name="connsiteY24893" fmla="*/ 2095767 h 2398711"/>
              <a:gd name="connsiteX24894" fmla="*/ 1461675 w 2119654"/>
              <a:gd name="connsiteY24894" fmla="*/ 2095662 h 2398711"/>
              <a:gd name="connsiteX24895" fmla="*/ 1461536 w 2119654"/>
              <a:gd name="connsiteY24895" fmla="*/ 2095631 h 2398711"/>
              <a:gd name="connsiteX24896" fmla="*/ 1842599 w 2119654"/>
              <a:gd name="connsiteY24896" fmla="*/ 1236828 h 2398711"/>
              <a:gd name="connsiteX24897" fmla="*/ 1842594 w 2119654"/>
              <a:gd name="connsiteY24897" fmla="*/ 1236847 h 2398711"/>
              <a:gd name="connsiteX24898" fmla="*/ 1844898 w 2119654"/>
              <a:gd name="connsiteY24898" fmla="*/ 1235044 h 2398711"/>
              <a:gd name="connsiteX24899" fmla="*/ 1845127 w 2119654"/>
              <a:gd name="connsiteY24899" fmla="*/ 1232851 h 2398711"/>
              <a:gd name="connsiteX24900" fmla="*/ 1441249 w 2119654"/>
              <a:gd name="connsiteY24900" fmla="*/ 2135517 h 2398711"/>
              <a:gd name="connsiteX24901" fmla="*/ 1448167 w 2119654"/>
              <a:gd name="connsiteY24901" fmla="*/ 2139327 h 2398711"/>
              <a:gd name="connsiteX24902" fmla="*/ 1451100 w 2119654"/>
              <a:gd name="connsiteY24902" fmla="*/ 2139379 h 2398711"/>
              <a:gd name="connsiteX24903" fmla="*/ 1452543 w 2119654"/>
              <a:gd name="connsiteY24903" fmla="*/ 2136619 h 2398711"/>
              <a:gd name="connsiteX24904" fmla="*/ 1452613 w 2119654"/>
              <a:gd name="connsiteY24904" fmla="*/ 2135254 h 2398711"/>
              <a:gd name="connsiteX24905" fmla="*/ 1451224 w 2119654"/>
              <a:gd name="connsiteY24905" fmla="*/ 2134943 h 2398711"/>
              <a:gd name="connsiteX24906" fmla="*/ 1452311 w 2119654"/>
              <a:gd name="connsiteY24906" fmla="*/ 2135457 h 2398711"/>
              <a:gd name="connsiteX24907" fmla="*/ 1452024 w 2119654"/>
              <a:gd name="connsiteY24907" fmla="*/ 2135550 h 2398711"/>
              <a:gd name="connsiteX24908" fmla="*/ 1450301 w 2119654"/>
              <a:gd name="connsiteY24908" fmla="*/ 2134735 h 2398711"/>
              <a:gd name="connsiteX24909" fmla="*/ 1442960 w 2119654"/>
              <a:gd name="connsiteY24909" fmla="*/ 2133088 h 2398711"/>
              <a:gd name="connsiteX24910" fmla="*/ 1442277 w 2119654"/>
              <a:gd name="connsiteY24910" fmla="*/ 2134151 h 2398711"/>
              <a:gd name="connsiteX24911" fmla="*/ 1409230 w 2119654"/>
              <a:gd name="connsiteY24911" fmla="*/ 2207098 h 2398711"/>
              <a:gd name="connsiteX24912" fmla="*/ 1416308 w 2119654"/>
              <a:gd name="connsiteY24912" fmla="*/ 2206848 h 2398711"/>
              <a:gd name="connsiteX24913" fmla="*/ 1411108 w 2119654"/>
              <a:gd name="connsiteY24913" fmla="*/ 2204752 h 2398711"/>
              <a:gd name="connsiteX24914" fmla="*/ 1857728 w 2119654"/>
              <a:gd name="connsiteY24914" fmla="*/ 1202574 h 2398711"/>
              <a:gd name="connsiteX24915" fmla="*/ 1860049 w 2119654"/>
              <a:gd name="connsiteY24915" fmla="*/ 1200429 h 2398711"/>
              <a:gd name="connsiteX24916" fmla="*/ 1859665 w 2119654"/>
              <a:gd name="connsiteY24916" fmla="*/ 1200179 h 2398711"/>
              <a:gd name="connsiteX24917" fmla="*/ 1770051 w 2119654"/>
              <a:gd name="connsiteY24917" fmla="*/ 1398659 h 2398711"/>
              <a:gd name="connsiteX24918" fmla="*/ 1770844 w 2119654"/>
              <a:gd name="connsiteY24918" fmla="*/ 1398441 h 2398711"/>
              <a:gd name="connsiteX24919" fmla="*/ 1770797 w 2119654"/>
              <a:gd name="connsiteY24919" fmla="*/ 1398260 h 2398711"/>
              <a:gd name="connsiteX24920" fmla="*/ 1770232 w 2119654"/>
              <a:gd name="connsiteY24920" fmla="*/ 1398466 h 2398711"/>
              <a:gd name="connsiteX24921" fmla="*/ 1818376 w 2119654"/>
              <a:gd name="connsiteY24921" fmla="*/ 1290320 h 2398711"/>
              <a:gd name="connsiteX24922" fmla="*/ 1820816 w 2119654"/>
              <a:gd name="connsiteY24922" fmla="*/ 1291576 h 2398711"/>
              <a:gd name="connsiteX24923" fmla="*/ 1820908 w 2119654"/>
              <a:gd name="connsiteY24923" fmla="*/ 1291467 h 2398711"/>
              <a:gd name="connsiteX24924" fmla="*/ 1822684 w 2119654"/>
              <a:gd name="connsiteY24924" fmla="*/ 1287543 h 2398711"/>
              <a:gd name="connsiteX24925" fmla="*/ 1810758 w 2119654"/>
              <a:gd name="connsiteY24925" fmla="*/ 1307240 h 2398711"/>
              <a:gd name="connsiteX24926" fmla="*/ 1811828 w 2119654"/>
              <a:gd name="connsiteY24926" fmla="*/ 1307803 h 2398711"/>
              <a:gd name="connsiteX24927" fmla="*/ 1812270 w 2119654"/>
              <a:gd name="connsiteY24927" fmla="*/ 1307206 h 2398711"/>
              <a:gd name="connsiteX24928" fmla="*/ 1811677 w 2119654"/>
              <a:gd name="connsiteY24928" fmla="*/ 1306128 h 2398711"/>
              <a:gd name="connsiteX24929" fmla="*/ 1843093 w 2119654"/>
              <a:gd name="connsiteY24929" fmla="*/ 1234744 h 2398711"/>
              <a:gd name="connsiteX24930" fmla="*/ 1843021 w 2119654"/>
              <a:gd name="connsiteY24930" fmla="*/ 1235052 h 2398711"/>
              <a:gd name="connsiteX24931" fmla="*/ 1843189 w 2119654"/>
              <a:gd name="connsiteY24931" fmla="*/ 1234794 h 2398711"/>
              <a:gd name="connsiteX24932" fmla="*/ 1778828 w 2119654"/>
              <a:gd name="connsiteY24932" fmla="*/ 1378356 h 2398711"/>
              <a:gd name="connsiteX24933" fmla="*/ 1780410 w 2119654"/>
              <a:gd name="connsiteY24933" fmla="*/ 1377877 h 2398711"/>
              <a:gd name="connsiteX24934" fmla="*/ 1780983 w 2119654"/>
              <a:gd name="connsiteY24934" fmla="*/ 1377453 h 2398711"/>
              <a:gd name="connsiteX24935" fmla="*/ 1781624 w 2119654"/>
              <a:gd name="connsiteY24935" fmla="*/ 1376085 h 2398711"/>
              <a:gd name="connsiteX24936" fmla="*/ 1779941 w 2119654"/>
              <a:gd name="connsiteY24936" fmla="*/ 1377144 h 2398711"/>
              <a:gd name="connsiteX24937" fmla="*/ 1840558 w 2119654"/>
              <a:gd name="connsiteY24937" fmla="*/ 1240038 h 2398711"/>
              <a:gd name="connsiteX24938" fmla="*/ 1841708 w 2119654"/>
              <a:gd name="connsiteY24938" fmla="*/ 1239305 h 2398711"/>
              <a:gd name="connsiteX24939" fmla="*/ 1842098 w 2119654"/>
              <a:gd name="connsiteY24939" fmla="*/ 1237661 h 2398711"/>
              <a:gd name="connsiteX24940" fmla="*/ 1842042 w 2119654"/>
              <a:gd name="connsiteY24940" fmla="*/ 1237705 h 2398711"/>
              <a:gd name="connsiteX24941" fmla="*/ 1770630 w 2119654"/>
              <a:gd name="connsiteY24941" fmla="*/ 1396602 h 2398711"/>
              <a:gd name="connsiteX24942" fmla="*/ 1770643 w 2119654"/>
              <a:gd name="connsiteY24942" fmla="*/ 1396653 h 2398711"/>
              <a:gd name="connsiteX24943" fmla="*/ 1770701 w 2119654"/>
              <a:gd name="connsiteY24943" fmla="*/ 1396621 h 2398711"/>
              <a:gd name="connsiteX24944" fmla="*/ 1766730 w 2119654"/>
              <a:gd name="connsiteY24944" fmla="*/ 1405142 h 2398711"/>
              <a:gd name="connsiteX24945" fmla="*/ 1766899 w 2119654"/>
              <a:gd name="connsiteY24945" fmla="*/ 1405031 h 2398711"/>
              <a:gd name="connsiteX24946" fmla="*/ 1766871 w 2119654"/>
              <a:gd name="connsiteY24946" fmla="*/ 1404980 h 2398711"/>
              <a:gd name="connsiteX24947" fmla="*/ 1436426 w 2119654"/>
              <a:gd name="connsiteY24947" fmla="*/ 2144653 h 2398711"/>
              <a:gd name="connsiteX24948" fmla="*/ 1436143 w 2119654"/>
              <a:gd name="connsiteY24948" fmla="*/ 2146451 h 2398711"/>
              <a:gd name="connsiteX24949" fmla="*/ 1438118 w 2119654"/>
              <a:gd name="connsiteY24949" fmla="*/ 2146204 h 2398711"/>
              <a:gd name="connsiteX24950" fmla="*/ 1439660 w 2119654"/>
              <a:gd name="connsiteY24950" fmla="*/ 2145896 h 2398711"/>
              <a:gd name="connsiteX24951" fmla="*/ 1437036 w 2119654"/>
              <a:gd name="connsiteY24951" fmla="*/ 2144895 h 2398711"/>
              <a:gd name="connsiteX24952" fmla="*/ 1769457 w 2119654"/>
              <a:gd name="connsiteY24952" fmla="*/ 1398748 h 2398711"/>
              <a:gd name="connsiteX24953" fmla="*/ 1769475 w 2119654"/>
              <a:gd name="connsiteY24953" fmla="*/ 1398791 h 2398711"/>
              <a:gd name="connsiteX24954" fmla="*/ 1769547 w 2119654"/>
              <a:gd name="connsiteY24954" fmla="*/ 1398715 h 2398711"/>
              <a:gd name="connsiteX24955" fmla="*/ 1766385 w 2119654"/>
              <a:gd name="connsiteY24955" fmla="*/ 1405610 h 2398711"/>
              <a:gd name="connsiteX24956" fmla="*/ 1766744 w 2119654"/>
              <a:gd name="connsiteY24956" fmla="*/ 1406749 h 2398711"/>
              <a:gd name="connsiteX24957" fmla="*/ 1767070 w 2119654"/>
              <a:gd name="connsiteY24957" fmla="*/ 1407127 h 2398711"/>
              <a:gd name="connsiteX24958" fmla="*/ 1767526 w 2119654"/>
              <a:gd name="connsiteY24958" fmla="*/ 1406155 h 2398711"/>
              <a:gd name="connsiteX24959" fmla="*/ 1767025 w 2119654"/>
              <a:gd name="connsiteY24959" fmla="*/ 1405257 h 2398711"/>
              <a:gd name="connsiteX24960" fmla="*/ 1766658 w 2119654"/>
              <a:gd name="connsiteY24960" fmla="*/ 1405426 h 2398711"/>
              <a:gd name="connsiteX24961" fmla="*/ 1407298 w 2119654"/>
              <a:gd name="connsiteY24961" fmla="*/ 2209642 h 2398711"/>
              <a:gd name="connsiteX24962" fmla="*/ 1415381 w 2119654"/>
              <a:gd name="connsiteY24962" fmla="*/ 2212424 h 2398711"/>
              <a:gd name="connsiteX24963" fmla="*/ 1416963 w 2119654"/>
              <a:gd name="connsiteY24963" fmla="*/ 2208039 h 2398711"/>
              <a:gd name="connsiteX24964" fmla="*/ 1417180 w 2119654"/>
              <a:gd name="connsiteY24964" fmla="*/ 2207199 h 2398711"/>
              <a:gd name="connsiteX24965" fmla="*/ 1416717 w 2119654"/>
              <a:gd name="connsiteY24965" fmla="*/ 2207012 h 2398711"/>
              <a:gd name="connsiteX24966" fmla="*/ 1409083 w 2119654"/>
              <a:gd name="connsiteY24966" fmla="*/ 2207282 h 2398711"/>
              <a:gd name="connsiteX24967" fmla="*/ 1407993 w 2119654"/>
              <a:gd name="connsiteY24967" fmla="*/ 2208643 h 2398711"/>
              <a:gd name="connsiteX24968" fmla="*/ 1438951 w 2119654"/>
              <a:gd name="connsiteY24968" fmla="*/ 2138573 h 2398711"/>
              <a:gd name="connsiteX24969" fmla="*/ 1446376 w 2119654"/>
              <a:gd name="connsiteY24969" fmla="*/ 2139252 h 2398711"/>
              <a:gd name="connsiteX24970" fmla="*/ 1440606 w 2119654"/>
              <a:gd name="connsiteY24970" fmla="*/ 2136373 h 2398711"/>
              <a:gd name="connsiteX24971" fmla="*/ 1770490 w 2119654"/>
              <a:gd name="connsiteY24971" fmla="*/ 1396066 h 2398711"/>
              <a:gd name="connsiteX24972" fmla="*/ 1770578 w 2119654"/>
              <a:gd name="connsiteY24972" fmla="*/ 1396402 h 2398711"/>
              <a:gd name="connsiteX24973" fmla="*/ 1770933 w 2119654"/>
              <a:gd name="connsiteY24973" fmla="*/ 1396490 h 2398711"/>
              <a:gd name="connsiteX24974" fmla="*/ 1772434 w 2119654"/>
              <a:gd name="connsiteY24974" fmla="*/ 1395649 h 2398711"/>
              <a:gd name="connsiteX24975" fmla="*/ 1772468 w 2119654"/>
              <a:gd name="connsiteY24975" fmla="*/ 1395613 h 2398711"/>
              <a:gd name="connsiteX24976" fmla="*/ 1772778 w 2119654"/>
              <a:gd name="connsiteY24976" fmla="*/ 1394953 h 2398711"/>
              <a:gd name="connsiteX24977" fmla="*/ 1772596 w 2119654"/>
              <a:gd name="connsiteY24977" fmla="*/ 1394971 h 2398711"/>
              <a:gd name="connsiteX24978" fmla="*/ 1790261 w 2119654"/>
              <a:gd name="connsiteY24978" fmla="*/ 1351448 h 2398711"/>
              <a:gd name="connsiteX24979" fmla="*/ 1790718 w 2119654"/>
              <a:gd name="connsiteY24979" fmla="*/ 1353424 h 2398711"/>
              <a:gd name="connsiteX24980" fmla="*/ 1794452 w 2119654"/>
              <a:gd name="connsiteY24980" fmla="*/ 1347942 h 2398711"/>
              <a:gd name="connsiteX24981" fmla="*/ 1793970 w 2119654"/>
              <a:gd name="connsiteY24981" fmla="*/ 1347476 h 2398711"/>
              <a:gd name="connsiteX24982" fmla="*/ 1770079 w 2119654"/>
              <a:gd name="connsiteY24982" fmla="*/ 1396279 h 2398711"/>
              <a:gd name="connsiteX24983" fmla="*/ 1770293 w 2119654"/>
              <a:gd name="connsiteY24983" fmla="*/ 1396331 h 2398711"/>
              <a:gd name="connsiteX24984" fmla="*/ 1770256 w 2119654"/>
              <a:gd name="connsiteY24984" fmla="*/ 1396186 h 2398711"/>
              <a:gd name="connsiteX24985" fmla="*/ 1405967 w 2119654"/>
              <a:gd name="connsiteY24985" fmla="*/ 2211553 h 2398711"/>
              <a:gd name="connsiteX24986" fmla="*/ 1405735 w 2119654"/>
              <a:gd name="connsiteY24986" fmla="*/ 2215939 h 2398711"/>
              <a:gd name="connsiteX24987" fmla="*/ 1413078 w 2119654"/>
              <a:gd name="connsiteY24987" fmla="*/ 2217309 h 2398711"/>
              <a:gd name="connsiteX24988" fmla="*/ 1413604 w 2119654"/>
              <a:gd name="connsiteY24988" fmla="*/ 2217353 h 2398711"/>
              <a:gd name="connsiteX24989" fmla="*/ 1414932 w 2119654"/>
              <a:gd name="connsiteY24989" fmla="*/ 2213671 h 2398711"/>
              <a:gd name="connsiteX24990" fmla="*/ 1406510 w 2119654"/>
              <a:gd name="connsiteY24990" fmla="*/ 2210772 h 2398711"/>
              <a:gd name="connsiteX24991" fmla="*/ 1891407 w 2119654"/>
              <a:gd name="connsiteY24991" fmla="*/ 1124555 h 2398711"/>
              <a:gd name="connsiteX24992" fmla="*/ 1875305 w 2119654"/>
              <a:gd name="connsiteY24992" fmla="*/ 1180081 h 2398711"/>
              <a:gd name="connsiteX24993" fmla="*/ 1877436 w 2119654"/>
              <a:gd name="connsiteY24993" fmla="*/ 1177371 h 2398711"/>
              <a:gd name="connsiteX24994" fmla="*/ 1877436 w 2119654"/>
              <a:gd name="connsiteY24994" fmla="*/ 1177597 h 2398711"/>
              <a:gd name="connsiteX24995" fmla="*/ 1875411 w 2119654"/>
              <a:gd name="connsiteY24995" fmla="*/ 1180172 h 2398711"/>
              <a:gd name="connsiteX24996" fmla="*/ 1881633 w 2119654"/>
              <a:gd name="connsiteY24996" fmla="*/ 1175772 h 2398711"/>
              <a:gd name="connsiteX24997" fmla="*/ 1882706 w 2119654"/>
              <a:gd name="connsiteY24997" fmla="*/ 1174511 h 2398711"/>
              <a:gd name="connsiteX24998" fmla="*/ 1891831 w 2119654"/>
              <a:gd name="connsiteY24998" fmla="*/ 1149520 h 2398711"/>
              <a:gd name="connsiteX24999" fmla="*/ 1901954 w 2119654"/>
              <a:gd name="connsiteY24999" fmla="*/ 1120595 h 2398711"/>
              <a:gd name="connsiteX25000" fmla="*/ 1902098 w 2119654"/>
              <a:gd name="connsiteY25000" fmla="*/ 1121015 h 2398711"/>
              <a:gd name="connsiteX25001" fmla="*/ 1883845 w 2119654"/>
              <a:gd name="connsiteY25001" fmla="*/ 1173170 h 2398711"/>
              <a:gd name="connsiteX25002" fmla="*/ 1891527 w 2119654"/>
              <a:gd name="connsiteY25002" fmla="*/ 1164136 h 2398711"/>
              <a:gd name="connsiteX25003" fmla="*/ 1940988 w 2119654"/>
              <a:gd name="connsiteY25003" fmla="*/ 1093534 h 2398711"/>
              <a:gd name="connsiteX25004" fmla="*/ 1949361 w 2119654"/>
              <a:gd name="connsiteY25004" fmla="*/ 1063181 h 2398711"/>
              <a:gd name="connsiteX25005" fmla="*/ 1956331 w 2119654"/>
              <a:gd name="connsiteY25005" fmla="*/ 1036891 h 2398711"/>
              <a:gd name="connsiteX25006" fmla="*/ 1927976 w 2119654"/>
              <a:gd name="connsiteY25006" fmla="*/ 1075800 h 2398711"/>
              <a:gd name="connsiteX25007" fmla="*/ 1458396 w 2119654"/>
              <a:gd name="connsiteY25007" fmla="*/ 2093948 h 2398711"/>
              <a:gd name="connsiteX25008" fmla="*/ 1462247 w 2119654"/>
              <a:gd name="connsiteY25008" fmla="*/ 2094974 h 2398711"/>
              <a:gd name="connsiteX25009" fmla="*/ 1462546 w 2119654"/>
              <a:gd name="connsiteY25009" fmla="*/ 2094615 h 2398711"/>
              <a:gd name="connsiteX25010" fmla="*/ 1462791 w 2119654"/>
              <a:gd name="connsiteY25010" fmla="*/ 2092635 h 2398711"/>
              <a:gd name="connsiteX25011" fmla="*/ 1460499 w 2119654"/>
              <a:gd name="connsiteY25011" fmla="*/ 2092685 h 2398711"/>
              <a:gd name="connsiteX25012" fmla="*/ 1436835 w 2119654"/>
              <a:gd name="connsiteY25012" fmla="*/ 2142058 h 2398711"/>
              <a:gd name="connsiteX25013" fmla="*/ 1436583 w 2119654"/>
              <a:gd name="connsiteY25013" fmla="*/ 2143659 h 2398711"/>
              <a:gd name="connsiteX25014" fmla="*/ 1439605 w 2119654"/>
              <a:gd name="connsiteY25014" fmla="*/ 2144867 h 2398711"/>
              <a:gd name="connsiteX25015" fmla="*/ 1441578 w 2119654"/>
              <a:gd name="connsiteY25015" fmla="*/ 2145512 h 2398711"/>
              <a:gd name="connsiteX25016" fmla="*/ 1442985 w 2119654"/>
              <a:gd name="connsiteY25016" fmla="*/ 2145231 h 2398711"/>
              <a:gd name="connsiteX25017" fmla="*/ 1808351 w 2119654"/>
              <a:gd name="connsiteY25017" fmla="*/ 1310154 h 2398711"/>
              <a:gd name="connsiteX25018" fmla="*/ 1809587 w 2119654"/>
              <a:gd name="connsiteY25018" fmla="*/ 1310832 h 2398711"/>
              <a:gd name="connsiteX25019" fmla="*/ 1811470 w 2119654"/>
              <a:gd name="connsiteY25019" fmla="*/ 1308288 h 2398711"/>
              <a:gd name="connsiteX25020" fmla="*/ 1810370 w 2119654"/>
              <a:gd name="connsiteY25020" fmla="*/ 1307711 h 2398711"/>
              <a:gd name="connsiteX25021" fmla="*/ 1770268 w 2119654"/>
              <a:gd name="connsiteY25021" fmla="*/ 1395217 h 2398711"/>
              <a:gd name="connsiteX25022" fmla="*/ 1770403 w 2119654"/>
              <a:gd name="connsiteY25022" fmla="*/ 1395733 h 2398711"/>
              <a:gd name="connsiteX25023" fmla="*/ 1771861 w 2119654"/>
              <a:gd name="connsiteY25023" fmla="*/ 1395049 h 2398711"/>
              <a:gd name="connsiteX25024" fmla="*/ 1766017 w 2119654"/>
              <a:gd name="connsiteY25024" fmla="*/ 1404439 h 2398711"/>
              <a:gd name="connsiteX25025" fmla="*/ 1766189 w 2119654"/>
              <a:gd name="connsiteY25025" fmla="*/ 1404986 h 2398711"/>
              <a:gd name="connsiteX25026" fmla="*/ 1766607 w 2119654"/>
              <a:gd name="connsiteY25026" fmla="*/ 1404506 h 2398711"/>
              <a:gd name="connsiteX25027" fmla="*/ 1766421 w 2119654"/>
              <a:gd name="connsiteY25027" fmla="*/ 1404172 h 2398711"/>
              <a:gd name="connsiteX25028" fmla="*/ 1842068 w 2119654"/>
              <a:gd name="connsiteY25028" fmla="*/ 1233950 h 2398711"/>
              <a:gd name="connsiteX25029" fmla="*/ 1842878 w 2119654"/>
              <a:gd name="connsiteY25029" fmla="*/ 1234376 h 2398711"/>
              <a:gd name="connsiteX25030" fmla="*/ 1843243 w 2119654"/>
              <a:gd name="connsiteY25030" fmla="*/ 1232836 h 2398711"/>
              <a:gd name="connsiteX25031" fmla="*/ 1448710 w 2119654"/>
              <a:gd name="connsiteY25031" fmla="*/ 2114600 h 2398711"/>
              <a:gd name="connsiteX25032" fmla="*/ 1450930 w 2119654"/>
              <a:gd name="connsiteY25032" fmla="*/ 2114796 h 2398711"/>
              <a:gd name="connsiteX25033" fmla="*/ 1452306 w 2119654"/>
              <a:gd name="connsiteY25033" fmla="*/ 2114422 h 2398711"/>
              <a:gd name="connsiteX25034" fmla="*/ 1453703 w 2119654"/>
              <a:gd name="connsiteY25034" fmla="*/ 2112249 h 2398711"/>
              <a:gd name="connsiteX25035" fmla="*/ 1453707 w 2119654"/>
              <a:gd name="connsiteY25035" fmla="*/ 2111867 h 2398711"/>
              <a:gd name="connsiteX25036" fmla="*/ 1456872 w 2119654"/>
              <a:gd name="connsiteY25036" fmla="*/ 2096317 h 2398711"/>
              <a:gd name="connsiteX25037" fmla="*/ 1458352 w 2119654"/>
              <a:gd name="connsiteY25037" fmla="*/ 2096497 h 2398711"/>
              <a:gd name="connsiteX25038" fmla="*/ 1458926 w 2119654"/>
              <a:gd name="connsiteY25038" fmla="*/ 2096367 h 2398711"/>
              <a:gd name="connsiteX25039" fmla="*/ 1458391 w 2119654"/>
              <a:gd name="connsiteY25039" fmla="*/ 2096094 h 2398711"/>
              <a:gd name="connsiteX25040" fmla="*/ 1777260 w 2119654"/>
              <a:gd name="connsiteY25040" fmla="*/ 1378831 h 2398711"/>
              <a:gd name="connsiteX25041" fmla="*/ 1777961 w 2119654"/>
              <a:gd name="connsiteY25041" fmla="*/ 1378618 h 2398711"/>
              <a:gd name="connsiteX25042" fmla="*/ 1778458 w 2119654"/>
              <a:gd name="connsiteY25042" fmla="*/ 1378077 h 2398711"/>
              <a:gd name="connsiteX25043" fmla="*/ 1844792 w 2119654"/>
              <a:gd name="connsiteY25043" fmla="*/ 1227587 h 2398711"/>
              <a:gd name="connsiteX25044" fmla="*/ 1843736 w 2119654"/>
              <a:gd name="connsiteY25044" fmla="*/ 1232035 h 2398711"/>
              <a:gd name="connsiteX25045" fmla="*/ 1845286 w 2119654"/>
              <a:gd name="connsiteY25045" fmla="*/ 1230566 h 2398711"/>
              <a:gd name="connsiteX25046" fmla="*/ 1845267 w 2119654"/>
              <a:gd name="connsiteY25046" fmla="*/ 1230915 h 2398711"/>
              <a:gd name="connsiteX25047" fmla="*/ 1843635 w 2119654"/>
              <a:gd name="connsiteY25047" fmla="*/ 1232464 h 2398711"/>
              <a:gd name="connsiteX25048" fmla="*/ 1843147 w 2119654"/>
              <a:gd name="connsiteY25048" fmla="*/ 1234518 h 2398711"/>
              <a:gd name="connsiteX25049" fmla="*/ 1843236 w 2119654"/>
              <a:gd name="connsiteY25049" fmla="*/ 1234565 h 2398711"/>
              <a:gd name="connsiteX25050" fmla="*/ 1843271 w 2119654"/>
              <a:gd name="connsiteY25050" fmla="*/ 1234668 h 2398711"/>
              <a:gd name="connsiteX25051" fmla="*/ 1845254 w 2119654"/>
              <a:gd name="connsiteY25051" fmla="*/ 1231641 h 2398711"/>
              <a:gd name="connsiteX25052" fmla="*/ 1845817 w 2119654"/>
              <a:gd name="connsiteY25052" fmla="*/ 1226244 h 2398711"/>
              <a:gd name="connsiteX25053" fmla="*/ 1777618 w 2119654"/>
              <a:gd name="connsiteY25053" fmla="*/ 1377875 h 2398711"/>
              <a:gd name="connsiteX25054" fmla="*/ 1780049 w 2119654"/>
              <a:gd name="connsiteY25054" fmla="*/ 1376345 h 2398711"/>
              <a:gd name="connsiteX25055" fmla="*/ 1783019 w 2119654"/>
              <a:gd name="connsiteY25055" fmla="*/ 1373112 h 2398711"/>
              <a:gd name="connsiteX25056" fmla="*/ 1783787 w 2119654"/>
              <a:gd name="connsiteY25056" fmla="*/ 1371471 h 2398711"/>
              <a:gd name="connsiteX25057" fmla="*/ 1780322 w 2119654"/>
              <a:gd name="connsiteY25057" fmla="*/ 1375195 h 2398711"/>
              <a:gd name="connsiteX25058" fmla="*/ 1779817 w 2119654"/>
              <a:gd name="connsiteY25058" fmla="*/ 1372922 h 2398711"/>
              <a:gd name="connsiteX25059" fmla="*/ 1785961 w 2119654"/>
              <a:gd name="connsiteY25059" fmla="*/ 1366835 h 2398711"/>
              <a:gd name="connsiteX25060" fmla="*/ 1786674 w 2119654"/>
              <a:gd name="connsiteY25060" fmla="*/ 1365313 h 2398711"/>
              <a:gd name="connsiteX25061" fmla="*/ 1784033 w 2119654"/>
              <a:gd name="connsiteY25061" fmla="*/ 1366973 h 2398711"/>
              <a:gd name="connsiteX25062" fmla="*/ 1783371 w 2119654"/>
              <a:gd name="connsiteY25062" fmla="*/ 1367706 h 2398711"/>
              <a:gd name="connsiteX25063" fmla="*/ 1769992 w 2119654"/>
              <a:gd name="connsiteY25063" fmla="*/ 1394161 h 2398711"/>
              <a:gd name="connsiteX25064" fmla="*/ 1770172 w 2119654"/>
              <a:gd name="connsiteY25064" fmla="*/ 1394850 h 2398711"/>
              <a:gd name="connsiteX25065" fmla="*/ 1772777 w 2119654"/>
              <a:gd name="connsiteY25065" fmla="*/ 1394574 h 2398711"/>
              <a:gd name="connsiteX25066" fmla="*/ 1773012 w 2119654"/>
              <a:gd name="connsiteY25066" fmla="*/ 1394453 h 2398711"/>
              <a:gd name="connsiteX25067" fmla="*/ 1773180 w 2119654"/>
              <a:gd name="connsiteY25067" fmla="*/ 1394095 h 2398711"/>
              <a:gd name="connsiteX25068" fmla="*/ 1772232 w 2119654"/>
              <a:gd name="connsiteY25068" fmla="*/ 1392136 h 2398711"/>
              <a:gd name="connsiteX25069" fmla="*/ 1771395 w 2119654"/>
              <a:gd name="connsiteY25069" fmla="*/ 1392525 h 2398711"/>
              <a:gd name="connsiteX25070" fmla="*/ 1768724 w 2119654"/>
              <a:gd name="connsiteY25070" fmla="*/ 1396982 h 2398711"/>
              <a:gd name="connsiteX25071" fmla="*/ 1768976 w 2119654"/>
              <a:gd name="connsiteY25071" fmla="*/ 1397588 h 2398711"/>
              <a:gd name="connsiteX25072" fmla="*/ 1770411 w 2119654"/>
              <a:gd name="connsiteY25072" fmla="*/ 1396784 h 2398711"/>
              <a:gd name="connsiteX25073" fmla="*/ 1770345 w 2119654"/>
              <a:gd name="connsiteY25073" fmla="*/ 1396532 h 2398711"/>
              <a:gd name="connsiteX25074" fmla="*/ 1769835 w 2119654"/>
              <a:gd name="connsiteY25074" fmla="*/ 1396405 h 2398711"/>
              <a:gd name="connsiteX25075" fmla="*/ 1435464 w 2119654"/>
              <a:gd name="connsiteY25075" fmla="*/ 2143211 h 2398711"/>
              <a:gd name="connsiteX25076" fmla="*/ 1436021 w 2119654"/>
              <a:gd name="connsiteY25076" fmla="*/ 2143434 h 2398711"/>
              <a:gd name="connsiteX25077" fmla="*/ 1436210 w 2119654"/>
              <a:gd name="connsiteY25077" fmla="*/ 2142218 h 2398711"/>
              <a:gd name="connsiteX25078" fmla="*/ 1403143 w 2119654"/>
              <a:gd name="connsiteY25078" fmla="*/ 2215456 h 2398711"/>
              <a:gd name="connsiteX25079" fmla="*/ 1405363 w 2119654"/>
              <a:gd name="connsiteY25079" fmla="*/ 2215870 h 2398711"/>
              <a:gd name="connsiteX25080" fmla="*/ 1405560 w 2119654"/>
              <a:gd name="connsiteY25080" fmla="*/ 2212137 h 2398711"/>
              <a:gd name="connsiteX25081" fmla="*/ 1404720 w 2119654"/>
              <a:gd name="connsiteY25081" fmla="*/ 2213343 h 2398711"/>
              <a:gd name="connsiteX25082" fmla="*/ 1816626 w 2119654"/>
              <a:gd name="connsiteY25082" fmla="*/ 1289418 h 2398711"/>
              <a:gd name="connsiteX25083" fmla="*/ 1818044 w 2119654"/>
              <a:gd name="connsiteY25083" fmla="*/ 1290148 h 2398711"/>
              <a:gd name="connsiteX25084" fmla="*/ 1822931 w 2119654"/>
              <a:gd name="connsiteY25084" fmla="*/ 1286998 h 2398711"/>
              <a:gd name="connsiteX25085" fmla="*/ 1823631 w 2119654"/>
              <a:gd name="connsiteY25085" fmla="*/ 1285450 h 2398711"/>
              <a:gd name="connsiteX25086" fmla="*/ 1823745 w 2119654"/>
              <a:gd name="connsiteY25086" fmla="*/ 1285912 h 2398711"/>
              <a:gd name="connsiteX25087" fmla="*/ 1823387 w 2119654"/>
              <a:gd name="connsiteY25087" fmla="*/ 1286704 h 2398711"/>
              <a:gd name="connsiteX25088" fmla="*/ 1826495 w 2119654"/>
              <a:gd name="connsiteY25088" fmla="*/ 1284701 h 2398711"/>
              <a:gd name="connsiteX25089" fmla="*/ 1826773 w 2119654"/>
              <a:gd name="connsiteY25089" fmla="*/ 1284161 h 2398711"/>
              <a:gd name="connsiteX25090" fmla="*/ 1824601 w 2119654"/>
              <a:gd name="connsiteY25090" fmla="*/ 1280587 h 2398711"/>
              <a:gd name="connsiteX25091" fmla="*/ 1445329 w 2119654"/>
              <a:gd name="connsiteY25091" fmla="*/ 2120569 h 2398711"/>
              <a:gd name="connsiteX25092" fmla="*/ 1446343 w 2119654"/>
              <a:gd name="connsiteY25092" fmla="*/ 2121340 h 2398711"/>
              <a:gd name="connsiteX25093" fmla="*/ 1448221 w 2119654"/>
              <a:gd name="connsiteY25093" fmla="*/ 2120648 h 2398711"/>
              <a:gd name="connsiteX25094" fmla="*/ 1456766 w 2119654"/>
              <a:gd name="connsiteY25094" fmla="*/ 2094927 h 2398711"/>
              <a:gd name="connsiteX25095" fmla="*/ 1458392 w 2119654"/>
              <a:gd name="connsiteY25095" fmla="*/ 2095759 h 2398711"/>
              <a:gd name="connsiteX25096" fmla="*/ 1460588 w 2119654"/>
              <a:gd name="connsiteY25096" fmla="*/ 2095419 h 2398711"/>
              <a:gd name="connsiteX25097" fmla="*/ 1460415 w 2119654"/>
              <a:gd name="connsiteY25097" fmla="*/ 2095381 h 2398711"/>
              <a:gd name="connsiteX25098" fmla="*/ 1457363 w 2119654"/>
              <a:gd name="connsiteY25098" fmla="*/ 2094569 h 2398711"/>
              <a:gd name="connsiteX25099" fmla="*/ 1845592 w 2119654"/>
              <a:gd name="connsiteY25099" fmla="*/ 1224219 h 2398711"/>
              <a:gd name="connsiteX25100" fmla="*/ 1844969 w 2119654"/>
              <a:gd name="connsiteY25100" fmla="*/ 1226840 h 2398711"/>
              <a:gd name="connsiteX25101" fmla="*/ 1845880 w 2119654"/>
              <a:gd name="connsiteY25101" fmla="*/ 1225645 h 2398711"/>
              <a:gd name="connsiteX25102" fmla="*/ 1846066 w 2119654"/>
              <a:gd name="connsiteY25102" fmla="*/ 1223871 h 2398711"/>
              <a:gd name="connsiteX25103" fmla="*/ 1769324 w 2119654"/>
              <a:gd name="connsiteY25103" fmla="*/ 1394940 h 2398711"/>
              <a:gd name="connsiteX25104" fmla="*/ 1769911 w 2119654"/>
              <a:gd name="connsiteY25104" fmla="*/ 1394878 h 2398711"/>
              <a:gd name="connsiteX25105" fmla="*/ 1769781 w 2119654"/>
              <a:gd name="connsiteY25105" fmla="*/ 1394407 h 2398711"/>
              <a:gd name="connsiteX25106" fmla="*/ 1447152 w 2119654"/>
              <a:gd name="connsiteY25106" fmla="*/ 2116076 h 2398711"/>
              <a:gd name="connsiteX25107" fmla="*/ 1450370 w 2119654"/>
              <a:gd name="connsiteY25107" fmla="*/ 2117432 h 2398711"/>
              <a:gd name="connsiteX25108" fmla="*/ 1451332 w 2119654"/>
              <a:gd name="connsiteY25108" fmla="*/ 2115935 h 2398711"/>
              <a:gd name="connsiteX25109" fmla="*/ 1448514 w 2119654"/>
              <a:gd name="connsiteY25109" fmla="*/ 2115686 h 2398711"/>
              <a:gd name="connsiteX25110" fmla="*/ 1845808 w 2119654"/>
              <a:gd name="connsiteY25110" fmla="*/ 1223311 h 2398711"/>
              <a:gd name="connsiteX25111" fmla="*/ 1845669 w 2119654"/>
              <a:gd name="connsiteY25111" fmla="*/ 1223894 h 2398711"/>
              <a:gd name="connsiteX25112" fmla="*/ 1846096 w 2119654"/>
              <a:gd name="connsiteY25112" fmla="*/ 1223580 h 2398711"/>
              <a:gd name="connsiteX25113" fmla="*/ 1846152 w 2119654"/>
              <a:gd name="connsiteY25113" fmla="*/ 1223042 h 2398711"/>
              <a:gd name="connsiteX25114" fmla="*/ 1816334 w 2119654"/>
              <a:gd name="connsiteY25114" fmla="*/ 1289269 h 2398711"/>
              <a:gd name="connsiteX25115" fmla="*/ 1816351 w 2119654"/>
              <a:gd name="connsiteY25115" fmla="*/ 1289277 h 2398711"/>
              <a:gd name="connsiteX25116" fmla="*/ 1824438 w 2119654"/>
              <a:gd name="connsiteY25116" fmla="*/ 1280320 h 2398711"/>
              <a:gd name="connsiteX25117" fmla="*/ 1823505 w 2119654"/>
              <a:gd name="connsiteY25117" fmla="*/ 1278785 h 2398711"/>
              <a:gd name="connsiteX25118" fmla="*/ 1447099 w 2119654"/>
              <a:gd name="connsiteY25118" fmla="*/ 2115837 h 2398711"/>
              <a:gd name="connsiteX25119" fmla="*/ 1447863 w 2119654"/>
              <a:gd name="connsiteY25119" fmla="*/ 2115629 h 2398711"/>
              <a:gd name="connsiteX25120" fmla="*/ 1447333 w 2119654"/>
              <a:gd name="connsiteY25120" fmla="*/ 2115582 h 2398711"/>
              <a:gd name="connsiteX25121" fmla="*/ 1406187 w 2119654"/>
              <a:gd name="connsiteY25121" fmla="*/ 2207385 h 2398711"/>
              <a:gd name="connsiteX25122" fmla="*/ 1406089 w 2119654"/>
              <a:gd name="connsiteY25122" fmla="*/ 2209226 h 2398711"/>
              <a:gd name="connsiteX25123" fmla="*/ 1406435 w 2119654"/>
              <a:gd name="connsiteY25123" fmla="*/ 2209345 h 2398711"/>
              <a:gd name="connsiteX25124" fmla="*/ 1408056 w 2119654"/>
              <a:gd name="connsiteY25124" fmla="*/ 2207319 h 2398711"/>
              <a:gd name="connsiteX25125" fmla="*/ 1402618 w 2119654"/>
              <a:gd name="connsiteY25125" fmla="*/ 2215358 h 2398711"/>
              <a:gd name="connsiteX25126" fmla="*/ 1402790 w 2119654"/>
              <a:gd name="connsiteY25126" fmla="*/ 2215390 h 2398711"/>
              <a:gd name="connsiteX25127" fmla="*/ 1404115 w 2119654"/>
              <a:gd name="connsiteY25127" fmla="*/ 2213486 h 2398711"/>
              <a:gd name="connsiteX25128" fmla="*/ 1768511 w 2119654"/>
              <a:gd name="connsiteY25128" fmla="*/ 1395888 h 2398711"/>
              <a:gd name="connsiteX25129" fmla="*/ 1769532 w 2119654"/>
              <a:gd name="connsiteY25129" fmla="*/ 1396142 h 2398711"/>
              <a:gd name="connsiteX25130" fmla="*/ 1770165 w 2119654"/>
              <a:gd name="connsiteY25130" fmla="*/ 1395845 h 2398711"/>
              <a:gd name="connsiteX25131" fmla="*/ 1770009 w 2119654"/>
              <a:gd name="connsiteY25131" fmla="*/ 1395245 h 2398711"/>
              <a:gd name="connsiteX25132" fmla="*/ 1768968 w 2119654"/>
              <a:gd name="connsiteY25132" fmla="*/ 1395355 h 2398711"/>
              <a:gd name="connsiteX25133" fmla="*/ 1428822 w 2119654"/>
              <a:gd name="connsiteY25133" fmla="*/ 2156469 h 2398711"/>
              <a:gd name="connsiteX25134" fmla="*/ 1427905 w 2119654"/>
              <a:gd name="connsiteY25134" fmla="*/ 2163346 h 2398711"/>
              <a:gd name="connsiteX25135" fmla="*/ 1433071 w 2119654"/>
              <a:gd name="connsiteY25135" fmla="*/ 2162398 h 2398711"/>
              <a:gd name="connsiteX25136" fmla="*/ 1433597 w 2119654"/>
              <a:gd name="connsiteY25136" fmla="*/ 2159014 h 2398711"/>
              <a:gd name="connsiteX25137" fmla="*/ 1768349 w 2119654"/>
              <a:gd name="connsiteY25137" fmla="*/ 1396077 h 2398711"/>
              <a:gd name="connsiteX25138" fmla="*/ 1768564 w 2119654"/>
              <a:gd name="connsiteY25138" fmla="*/ 1396595 h 2398711"/>
              <a:gd name="connsiteX25139" fmla="*/ 1769270 w 2119654"/>
              <a:gd name="connsiteY25139" fmla="*/ 1396264 h 2398711"/>
              <a:gd name="connsiteX25140" fmla="*/ 1768378 w 2119654"/>
              <a:gd name="connsiteY25140" fmla="*/ 1396043 h 2398711"/>
              <a:gd name="connsiteX25141" fmla="*/ 1846374 w 2119654"/>
              <a:gd name="connsiteY25141" fmla="*/ 1220926 h 2398711"/>
              <a:gd name="connsiteX25142" fmla="*/ 1846001 w 2119654"/>
              <a:gd name="connsiteY25142" fmla="*/ 1222493 h 2398711"/>
              <a:gd name="connsiteX25143" fmla="*/ 1846228 w 2119654"/>
              <a:gd name="connsiteY25143" fmla="*/ 1222321 h 2398711"/>
              <a:gd name="connsiteX25144" fmla="*/ 1440380 w 2119654"/>
              <a:gd name="connsiteY25144" fmla="*/ 2129812 h 2398711"/>
              <a:gd name="connsiteX25145" fmla="*/ 1441934 w 2119654"/>
              <a:gd name="connsiteY25145" fmla="*/ 2130548 h 2398711"/>
              <a:gd name="connsiteX25146" fmla="*/ 1442434 w 2119654"/>
              <a:gd name="connsiteY25146" fmla="*/ 2129770 h 2398711"/>
              <a:gd name="connsiteX25147" fmla="*/ 1441764 w 2119654"/>
              <a:gd name="connsiteY25147" fmla="*/ 2129616 h 2398711"/>
              <a:gd name="connsiteX25148" fmla="*/ 1432706 w 2119654"/>
              <a:gd name="connsiteY25148" fmla="*/ 2146879 h 2398711"/>
              <a:gd name="connsiteX25149" fmla="*/ 1435540 w 2119654"/>
              <a:gd name="connsiteY25149" fmla="*/ 2146526 h 2398711"/>
              <a:gd name="connsiteX25150" fmla="*/ 1435866 w 2119654"/>
              <a:gd name="connsiteY25150" fmla="*/ 2144430 h 2398711"/>
              <a:gd name="connsiteX25151" fmla="*/ 1434851 w 2119654"/>
              <a:gd name="connsiteY25151" fmla="*/ 2144027 h 2398711"/>
              <a:gd name="connsiteX25152" fmla="*/ 1455331 w 2119654"/>
              <a:gd name="connsiteY25152" fmla="*/ 2096129 h 2398711"/>
              <a:gd name="connsiteX25153" fmla="*/ 1455705 w 2119654"/>
              <a:gd name="connsiteY25153" fmla="*/ 2096175 h 2398711"/>
              <a:gd name="connsiteX25154" fmla="*/ 1457889 w 2119654"/>
              <a:gd name="connsiteY25154" fmla="*/ 2095837 h 2398711"/>
              <a:gd name="connsiteX25155" fmla="*/ 1456465 w 2119654"/>
              <a:gd name="connsiteY25155" fmla="*/ 2095107 h 2398711"/>
              <a:gd name="connsiteX25156" fmla="*/ 1455789 w 2119654"/>
              <a:gd name="connsiteY25156" fmla="*/ 2095514 h 2398711"/>
              <a:gd name="connsiteX25157" fmla="*/ 1437941 w 2119654"/>
              <a:gd name="connsiteY25157" fmla="*/ 2135043 h 2398711"/>
              <a:gd name="connsiteX25158" fmla="*/ 1437583 w 2119654"/>
              <a:gd name="connsiteY25158" fmla="*/ 2137314 h 2398711"/>
              <a:gd name="connsiteX25159" fmla="*/ 1438776 w 2119654"/>
              <a:gd name="connsiteY25159" fmla="*/ 2135459 h 2398711"/>
              <a:gd name="connsiteX25160" fmla="*/ 1429049 w 2119654"/>
              <a:gd name="connsiteY25160" fmla="*/ 2154779 h 2398711"/>
              <a:gd name="connsiteX25161" fmla="*/ 1428849 w 2119654"/>
              <a:gd name="connsiteY25161" fmla="*/ 2156278 h 2398711"/>
              <a:gd name="connsiteX25162" fmla="*/ 1433627 w 2119654"/>
              <a:gd name="connsiteY25162" fmla="*/ 2158824 h 2398711"/>
              <a:gd name="connsiteX25163" fmla="*/ 1434106 w 2119654"/>
              <a:gd name="connsiteY25163" fmla="*/ 2155744 h 2398711"/>
              <a:gd name="connsiteX25164" fmla="*/ 1431536 w 2119654"/>
              <a:gd name="connsiteY25164" fmla="*/ 2155305 h 2398711"/>
              <a:gd name="connsiteX25165" fmla="*/ 1813912 w 2119654"/>
              <a:gd name="connsiteY25165" fmla="*/ 1292810 h 2398711"/>
              <a:gd name="connsiteX25166" fmla="*/ 1817245 w 2119654"/>
              <a:gd name="connsiteY25166" fmla="*/ 1290662 h 2398711"/>
              <a:gd name="connsiteX25167" fmla="*/ 1816017 w 2119654"/>
              <a:gd name="connsiteY25167" fmla="*/ 1290093 h 2398711"/>
              <a:gd name="connsiteX25168" fmla="*/ 1815001 w 2119654"/>
              <a:gd name="connsiteY25168" fmla="*/ 1291218 h 2398711"/>
              <a:gd name="connsiteX25169" fmla="*/ 1840550 w 2119654"/>
              <a:gd name="connsiteY25169" fmla="*/ 1233150 h 2398711"/>
              <a:gd name="connsiteX25170" fmla="*/ 1841843 w 2119654"/>
              <a:gd name="connsiteY25170" fmla="*/ 1233832 h 2398711"/>
              <a:gd name="connsiteX25171" fmla="*/ 1843345 w 2119654"/>
              <a:gd name="connsiteY25171" fmla="*/ 1232407 h 2398711"/>
              <a:gd name="connsiteX25172" fmla="*/ 1844352 w 2119654"/>
              <a:gd name="connsiteY25172" fmla="*/ 1228164 h 2398711"/>
              <a:gd name="connsiteX25173" fmla="*/ 1454783 w 2119654"/>
              <a:gd name="connsiteY25173" fmla="*/ 2096866 h 2398711"/>
              <a:gd name="connsiteX25174" fmla="*/ 1455840 w 2119654"/>
              <a:gd name="connsiteY25174" fmla="*/ 2097063 h 2398711"/>
              <a:gd name="connsiteX25175" fmla="*/ 1457617 w 2119654"/>
              <a:gd name="connsiteY25175" fmla="*/ 2096663 h 2398711"/>
              <a:gd name="connsiteX25176" fmla="*/ 1455923 w 2119654"/>
              <a:gd name="connsiteY25176" fmla="*/ 2096457 h 2398711"/>
              <a:gd name="connsiteX25177" fmla="*/ 1454985 w 2119654"/>
              <a:gd name="connsiteY25177" fmla="*/ 2096595 h 2398711"/>
              <a:gd name="connsiteX25178" fmla="*/ 1422732 w 2119654"/>
              <a:gd name="connsiteY25178" fmla="*/ 2168480 h 2398711"/>
              <a:gd name="connsiteX25179" fmla="*/ 1419270 w 2119654"/>
              <a:gd name="connsiteY25179" fmla="*/ 2176989 h 2398711"/>
              <a:gd name="connsiteX25180" fmla="*/ 1422416 w 2119654"/>
              <a:gd name="connsiteY25180" fmla="*/ 2177716 h 2398711"/>
              <a:gd name="connsiteX25181" fmla="*/ 1424129 w 2119654"/>
              <a:gd name="connsiteY25181" fmla="*/ 2178088 h 2398711"/>
              <a:gd name="connsiteX25182" fmla="*/ 1425469 w 2119654"/>
              <a:gd name="connsiteY25182" fmla="*/ 2168038 h 2398711"/>
              <a:gd name="connsiteX25183" fmla="*/ 1425063 w 2119654"/>
              <a:gd name="connsiteY25183" fmla="*/ 2168052 h 2398711"/>
              <a:gd name="connsiteX25184" fmla="*/ 1445397 w 2119654"/>
              <a:gd name="connsiteY25184" fmla="*/ 2117681 h 2398711"/>
              <a:gd name="connsiteX25185" fmla="*/ 1450082 w 2119654"/>
              <a:gd name="connsiteY25185" fmla="*/ 2117879 h 2398711"/>
              <a:gd name="connsiteX25186" fmla="*/ 1450113 w 2119654"/>
              <a:gd name="connsiteY25186" fmla="*/ 2117831 h 2398711"/>
              <a:gd name="connsiteX25187" fmla="*/ 1446617 w 2119654"/>
              <a:gd name="connsiteY25187" fmla="*/ 2116358 h 2398711"/>
              <a:gd name="connsiteX25188" fmla="*/ 1829742 w 2119654"/>
              <a:gd name="connsiteY25188" fmla="*/ 1256639 h 2398711"/>
              <a:gd name="connsiteX25189" fmla="*/ 1832626 w 2119654"/>
              <a:gd name="connsiteY25189" fmla="*/ 1255338 h 2398711"/>
              <a:gd name="connsiteX25190" fmla="*/ 1838681 w 2119654"/>
              <a:gd name="connsiteY25190" fmla="*/ 1251773 h 2398711"/>
              <a:gd name="connsiteX25191" fmla="*/ 1839855 w 2119654"/>
              <a:gd name="connsiteY25191" fmla="*/ 1247111 h 2398711"/>
              <a:gd name="connsiteX25192" fmla="*/ 1841273 w 2119654"/>
              <a:gd name="connsiteY25192" fmla="*/ 1241138 h 2398711"/>
              <a:gd name="connsiteX25193" fmla="*/ 1838896 w 2119654"/>
              <a:gd name="connsiteY25193" fmla="*/ 1242655 h 2398711"/>
              <a:gd name="connsiteX25194" fmla="*/ 1838864 w 2119654"/>
              <a:gd name="connsiteY25194" fmla="*/ 1242704 h 2398711"/>
              <a:gd name="connsiteX25195" fmla="*/ 1879402 w 2119654"/>
              <a:gd name="connsiteY25195" fmla="*/ 1145404 h 2398711"/>
              <a:gd name="connsiteX25196" fmla="*/ 1883652 w 2119654"/>
              <a:gd name="connsiteY25196" fmla="*/ 1146599 h 2398711"/>
              <a:gd name="connsiteX25197" fmla="*/ 1887158 w 2119654"/>
              <a:gd name="connsiteY25197" fmla="*/ 1134512 h 2398711"/>
              <a:gd name="connsiteX25198" fmla="*/ 1802815 w 2119654"/>
              <a:gd name="connsiteY25198" fmla="*/ 1316853 h 2398711"/>
              <a:gd name="connsiteX25199" fmla="*/ 1808378 w 2119654"/>
              <a:gd name="connsiteY25199" fmla="*/ 1312466 h 2398711"/>
              <a:gd name="connsiteX25200" fmla="*/ 1809365 w 2119654"/>
              <a:gd name="connsiteY25200" fmla="*/ 1311132 h 2398711"/>
              <a:gd name="connsiteX25201" fmla="*/ 1808111 w 2119654"/>
              <a:gd name="connsiteY25201" fmla="*/ 1310443 h 2398711"/>
              <a:gd name="connsiteX25202" fmla="*/ 1855944 w 2119654"/>
              <a:gd name="connsiteY25202" fmla="*/ 1197757 h 2398711"/>
              <a:gd name="connsiteX25203" fmla="*/ 1855826 w 2119654"/>
              <a:gd name="connsiteY25203" fmla="*/ 1202569 h 2398711"/>
              <a:gd name="connsiteX25204" fmla="*/ 1855621 w 2119654"/>
              <a:gd name="connsiteY25204" fmla="*/ 1204521 h 2398711"/>
              <a:gd name="connsiteX25205" fmla="*/ 1856149 w 2119654"/>
              <a:gd name="connsiteY25205" fmla="*/ 1204033 h 2398711"/>
              <a:gd name="connsiteX25206" fmla="*/ 1859403 w 2119654"/>
              <a:gd name="connsiteY25206" fmla="*/ 1200008 h 2398711"/>
              <a:gd name="connsiteX25207" fmla="*/ 1429282 w 2119654"/>
              <a:gd name="connsiteY25207" fmla="*/ 2153026 h 2398711"/>
              <a:gd name="connsiteX25208" fmla="*/ 1429150 w 2119654"/>
              <a:gd name="connsiteY25208" fmla="*/ 2154021 h 2398711"/>
              <a:gd name="connsiteX25209" fmla="*/ 1434207 w 2119654"/>
              <a:gd name="connsiteY25209" fmla="*/ 2155093 h 2398711"/>
              <a:gd name="connsiteX25210" fmla="*/ 1434470 w 2119654"/>
              <a:gd name="connsiteY25210" fmla="*/ 2153407 h 2398711"/>
              <a:gd name="connsiteX25211" fmla="*/ 1812195 w 2119654"/>
              <a:gd name="connsiteY25211" fmla="*/ 1295320 h 2398711"/>
              <a:gd name="connsiteX25212" fmla="*/ 1819038 w 2119654"/>
              <a:gd name="connsiteY25212" fmla="*/ 1291496 h 2398711"/>
              <a:gd name="connsiteX25213" fmla="*/ 1817593 w 2119654"/>
              <a:gd name="connsiteY25213" fmla="*/ 1290825 h 2398711"/>
              <a:gd name="connsiteX25214" fmla="*/ 1813439 w 2119654"/>
              <a:gd name="connsiteY25214" fmla="*/ 1293501 h 2398711"/>
              <a:gd name="connsiteX25215" fmla="*/ 1438410 w 2119654"/>
              <a:gd name="connsiteY25215" fmla="*/ 2132067 h 2398711"/>
              <a:gd name="connsiteX25216" fmla="*/ 1438137 w 2119654"/>
              <a:gd name="connsiteY25216" fmla="*/ 2133803 h 2398711"/>
              <a:gd name="connsiteX25217" fmla="*/ 1439395 w 2119654"/>
              <a:gd name="connsiteY25217" fmla="*/ 2134496 h 2398711"/>
              <a:gd name="connsiteX25218" fmla="*/ 1440637 w 2119654"/>
              <a:gd name="connsiteY25218" fmla="*/ 2132566 h 2398711"/>
              <a:gd name="connsiteX25219" fmla="*/ 1430359 w 2119654"/>
              <a:gd name="connsiteY25219" fmla="*/ 2150001 h 2398711"/>
              <a:gd name="connsiteX25220" fmla="*/ 1434753 w 2119654"/>
              <a:gd name="connsiteY25220" fmla="*/ 2151585 h 2398711"/>
              <a:gd name="connsiteX25221" fmla="*/ 1435293 w 2119654"/>
              <a:gd name="connsiteY25221" fmla="*/ 2148115 h 2398711"/>
              <a:gd name="connsiteX25222" fmla="*/ 1431155 w 2119654"/>
              <a:gd name="connsiteY25222" fmla="*/ 2148942 h 2398711"/>
              <a:gd name="connsiteX25223" fmla="*/ 1426659 w 2119654"/>
              <a:gd name="connsiteY25223" fmla="*/ 2158194 h 2398711"/>
              <a:gd name="connsiteX25224" fmla="*/ 1424531 w 2119654"/>
              <a:gd name="connsiteY25224" fmla="*/ 2163966 h 2398711"/>
              <a:gd name="connsiteX25225" fmla="*/ 1426050 w 2119654"/>
              <a:gd name="connsiteY25225" fmla="*/ 2163687 h 2398711"/>
              <a:gd name="connsiteX25226" fmla="*/ 1426681 w 2119654"/>
              <a:gd name="connsiteY25226" fmla="*/ 2158953 h 2398711"/>
              <a:gd name="connsiteX25227" fmla="*/ 1444062 w 2119654"/>
              <a:gd name="connsiteY25227" fmla="*/ 2119128 h 2398711"/>
              <a:gd name="connsiteX25228" fmla="*/ 1449190 w 2119654"/>
              <a:gd name="connsiteY25228" fmla="*/ 2119266 h 2398711"/>
              <a:gd name="connsiteX25229" fmla="*/ 1450005 w 2119654"/>
              <a:gd name="connsiteY25229" fmla="*/ 2117998 h 2398711"/>
              <a:gd name="connsiteX25230" fmla="*/ 1445287 w 2119654"/>
              <a:gd name="connsiteY25230" fmla="*/ 2117800 h 2398711"/>
              <a:gd name="connsiteX25231" fmla="*/ 1406425 w 2119654"/>
              <a:gd name="connsiteY25231" fmla="*/ 2202864 h 2398711"/>
              <a:gd name="connsiteX25232" fmla="*/ 1406196 w 2119654"/>
              <a:gd name="connsiteY25232" fmla="*/ 2207205 h 2398711"/>
              <a:gd name="connsiteX25233" fmla="*/ 1408204 w 2119654"/>
              <a:gd name="connsiteY25233" fmla="*/ 2207134 h 2398711"/>
              <a:gd name="connsiteX25234" fmla="*/ 1410354 w 2119654"/>
              <a:gd name="connsiteY25234" fmla="*/ 2204448 h 2398711"/>
              <a:gd name="connsiteX25235" fmla="*/ 1761532 w 2119654"/>
              <a:gd name="connsiteY25235" fmla="*/ 1407703 h 2398711"/>
              <a:gd name="connsiteX25236" fmla="*/ 1762118 w 2119654"/>
              <a:gd name="connsiteY25236" fmla="*/ 1407434 h 2398711"/>
              <a:gd name="connsiteX25237" fmla="*/ 1761960 w 2119654"/>
              <a:gd name="connsiteY25237" fmla="*/ 1407249 h 2398711"/>
              <a:gd name="connsiteX25238" fmla="*/ 1429330 w 2119654"/>
              <a:gd name="connsiteY25238" fmla="*/ 2151369 h 2398711"/>
              <a:gd name="connsiteX25239" fmla="*/ 1429361 w 2119654"/>
              <a:gd name="connsiteY25239" fmla="*/ 2152435 h 2398711"/>
              <a:gd name="connsiteX25240" fmla="*/ 1429317 w 2119654"/>
              <a:gd name="connsiteY25240" fmla="*/ 2152771 h 2398711"/>
              <a:gd name="connsiteX25241" fmla="*/ 1434510 w 2119654"/>
              <a:gd name="connsiteY25241" fmla="*/ 2153152 h 2398711"/>
              <a:gd name="connsiteX25242" fmla="*/ 1434681 w 2119654"/>
              <a:gd name="connsiteY25242" fmla="*/ 2152046 h 2398711"/>
              <a:gd name="connsiteX25243" fmla="*/ 1429944 w 2119654"/>
              <a:gd name="connsiteY25243" fmla="*/ 2150552 h 2398711"/>
              <a:gd name="connsiteX25244" fmla="*/ 1396856 w 2119654"/>
              <a:gd name="connsiteY25244" fmla="*/ 2223878 h 2398711"/>
              <a:gd name="connsiteX25245" fmla="*/ 1404735 w 2119654"/>
              <a:gd name="connsiteY25245" fmla="*/ 2226554 h 2398711"/>
              <a:gd name="connsiteX25246" fmla="*/ 1404798 w 2119654"/>
              <a:gd name="connsiteY25246" fmla="*/ 2226574 h 2398711"/>
              <a:gd name="connsiteX25247" fmla="*/ 1405289 w 2119654"/>
              <a:gd name="connsiteY25247" fmla="*/ 2217287 h 2398711"/>
              <a:gd name="connsiteX25248" fmla="*/ 1402971 w 2119654"/>
              <a:gd name="connsiteY25248" fmla="*/ 2216855 h 2398711"/>
              <a:gd name="connsiteX25249" fmla="*/ 1402149 w 2119654"/>
              <a:gd name="connsiteY25249" fmla="*/ 2216788 h 2398711"/>
              <a:gd name="connsiteX25250" fmla="*/ 1438729 w 2119654"/>
              <a:gd name="connsiteY25250" fmla="*/ 2130045 h 2398711"/>
              <a:gd name="connsiteX25251" fmla="*/ 1438516 w 2119654"/>
              <a:gd name="connsiteY25251" fmla="*/ 2131397 h 2398711"/>
              <a:gd name="connsiteX25252" fmla="*/ 1441026 w 2119654"/>
              <a:gd name="connsiteY25252" fmla="*/ 2131960 h 2398711"/>
              <a:gd name="connsiteX25253" fmla="*/ 1441821 w 2119654"/>
              <a:gd name="connsiteY25253" fmla="*/ 2130724 h 2398711"/>
              <a:gd name="connsiteX25254" fmla="*/ 1440005 w 2119654"/>
              <a:gd name="connsiteY25254" fmla="*/ 2129865 h 2398711"/>
              <a:gd name="connsiteX25255" fmla="*/ 1760364 w 2119654"/>
              <a:gd name="connsiteY25255" fmla="*/ 1409682 h 2398711"/>
              <a:gd name="connsiteX25256" fmla="*/ 1762625 w 2119654"/>
              <a:gd name="connsiteY25256" fmla="*/ 1409076 h 2398711"/>
              <a:gd name="connsiteX25257" fmla="*/ 1762667 w 2119654"/>
              <a:gd name="connsiteY25257" fmla="*/ 1409036 h 2398711"/>
              <a:gd name="connsiteX25258" fmla="*/ 1763083 w 2119654"/>
              <a:gd name="connsiteY25258" fmla="*/ 1408558 h 2398711"/>
              <a:gd name="connsiteX25259" fmla="*/ 1762695 w 2119654"/>
              <a:gd name="connsiteY25259" fmla="*/ 1408105 h 2398711"/>
              <a:gd name="connsiteX25260" fmla="*/ 1805415 w 2119654"/>
              <a:gd name="connsiteY25260" fmla="*/ 1308544 h 2398711"/>
              <a:gd name="connsiteX25261" fmla="*/ 1806136 w 2119654"/>
              <a:gd name="connsiteY25261" fmla="*/ 1308939 h 2398711"/>
              <a:gd name="connsiteX25262" fmla="*/ 1808158 w 2119654"/>
              <a:gd name="connsiteY25262" fmla="*/ 1306549 h 2398711"/>
              <a:gd name="connsiteX25263" fmla="*/ 1807822 w 2119654"/>
              <a:gd name="connsiteY25263" fmla="*/ 1306372 h 2398711"/>
              <a:gd name="connsiteX25264" fmla="*/ 1779304 w 2119654"/>
              <a:gd name="connsiteY25264" fmla="*/ 1366994 h 2398711"/>
              <a:gd name="connsiteX25265" fmla="*/ 1779936 w 2119654"/>
              <a:gd name="connsiteY25265" fmla="*/ 1366581 h 2398711"/>
              <a:gd name="connsiteX25266" fmla="*/ 1782074 w 2119654"/>
              <a:gd name="connsiteY25266" fmla="*/ 1364423 h 2398711"/>
              <a:gd name="connsiteX25267" fmla="*/ 1782793 w 2119654"/>
              <a:gd name="connsiteY25267" fmla="*/ 1363518 h 2398711"/>
              <a:gd name="connsiteX25268" fmla="*/ 1837201 w 2119654"/>
              <a:gd name="connsiteY25268" fmla="*/ 1237026 h 2398711"/>
              <a:gd name="connsiteX25269" fmla="*/ 1840132 w 2119654"/>
              <a:gd name="connsiteY25269" fmla="*/ 1233182 h 2398711"/>
              <a:gd name="connsiteX25270" fmla="*/ 1839698 w 2119654"/>
              <a:gd name="connsiteY25270" fmla="*/ 1232953 h 2398711"/>
              <a:gd name="connsiteX25271" fmla="*/ 1809205 w 2119654"/>
              <a:gd name="connsiteY25271" fmla="*/ 1299692 h 2398711"/>
              <a:gd name="connsiteX25272" fmla="*/ 1810969 w 2119654"/>
              <a:gd name="connsiteY25272" fmla="*/ 1303223 h 2398711"/>
              <a:gd name="connsiteX25273" fmla="*/ 1820363 w 2119654"/>
              <a:gd name="connsiteY25273" fmla="*/ 1292111 h 2398711"/>
              <a:gd name="connsiteX25274" fmla="*/ 1819262 w 2119654"/>
              <a:gd name="connsiteY25274" fmla="*/ 1291599 h 2398711"/>
              <a:gd name="connsiteX25275" fmla="*/ 1811941 w 2119654"/>
              <a:gd name="connsiteY25275" fmla="*/ 1295691 h 2398711"/>
              <a:gd name="connsiteX25276" fmla="*/ 1760541 w 2119654"/>
              <a:gd name="connsiteY25276" fmla="*/ 1408160 h 2398711"/>
              <a:gd name="connsiteX25277" fmla="*/ 1760736 w 2119654"/>
              <a:gd name="connsiteY25277" fmla="*/ 1408069 h 2398711"/>
              <a:gd name="connsiteX25278" fmla="*/ 1760858 w 2119654"/>
              <a:gd name="connsiteY25278" fmla="*/ 1407940 h 2398711"/>
              <a:gd name="connsiteX25279" fmla="*/ 1799452 w 2119654"/>
              <a:gd name="connsiteY25279" fmla="*/ 1320923 h 2398711"/>
              <a:gd name="connsiteX25280" fmla="*/ 1806163 w 2119654"/>
              <a:gd name="connsiteY25280" fmla="*/ 1314931 h 2398711"/>
              <a:gd name="connsiteX25281" fmla="*/ 1801111 w 2119654"/>
              <a:gd name="connsiteY25281" fmla="*/ 1318915 h 2398711"/>
              <a:gd name="connsiteX25282" fmla="*/ 1767151 w 2119654"/>
              <a:gd name="connsiteY25282" fmla="*/ 1393188 h 2398711"/>
              <a:gd name="connsiteX25283" fmla="*/ 1767318 w 2119654"/>
              <a:gd name="connsiteY25283" fmla="*/ 1393591 h 2398711"/>
              <a:gd name="connsiteX25284" fmla="*/ 1768190 w 2119654"/>
              <a:gd name="connsiteY25284" fmla="*/ 1392962 h 2398711"/>
              <a:gd name="connsiteX25285" fmla="*/ 1768775 w 2119654"/>
              <a:gd name="connsiteY25285" fmla="*/ 1392280 h 2398711"/>
              <a:gd name="connsiteX25286" fmla="*/ 1432264 w 2119654"/>
              <a:gd name="connsiteY25286" fmla="*/ 2142999 h 2398711"/>
              <a:gd name="connsiteX25287" fmla="*/ 1430742 w 2119654"/>
              <a:gd name="connsiteY25287" fmla="*/ 2147124 h 2398711"/>
              <a:gd name="connsiteX25288" fmla="*/ 1431258 w 2119654"/>
              <a:gd name="connsiteY25288" fmla="*/ 2147060 h 2398711"/>
              <a:gd name="connsiteX25289" fmla="*/ 1431654 w 2119654"/>
              <a:gd name="connsiteY25289" fmla="*/ 2146534 h 2398711"/>
              <a:gd name="connsiteX25290" fmla="*/ 1433589 w 2119654"/>
              <a:gd name="connsiteY25290" fmla="*/ 2143525 h 2398711"/>
              <a:gd name="connsiteX25291" fmla="*/ 1856035 w 2119654"/>
              <a:gd name="connsiteY25291" fmla="*/ 1194072 h 2398711"/>
              <a:gd name="connsiteX25292" fmla="*/ 1855963 w 2119654"/>
              <a:gd name="connsiteY25292" fmla="*/ 1196977 h 2398711"/>
              <a:gd name="connsiteX25293" fmla="*/ 1859817 w 2119654"/>
              <a:gd name="connsiteY25293" fmla="*/ 1199498 h 2398711"/>
              <a:gd name="connsiteX25294" fmla="*/ 1867839 w 2119654"/>
              <a:gd name="connsiteY25294" fmla="*/ 1189573 h 2398711"/>
              <a:gd name="connsiteX25295" fmla="*/ 1870136 w 2119654"/>
              <a:gd name="connsiteY25295" fmla="*/ 1186653 h 2398711"/>
              <a:gd name="connsiteX25296" fmla="*/ 1871410 w 2119654"/>
              <a:gd name="connsiteY25296" fmla="*/ 1183222 h 2398711"/>
              <a:gd name="connsiteX25297" fmla="*/ 1857162 w 2119654"/>
              <a:gd name="connsiteY25297" fmla="*/ 1193298 h 2398711"/>
              <a:gd name="connsiteX25298" fmla="*/ 1835432 w 2119654"/>
              <a:gd name="connsiteY25298" fmla="*/ 1239910 h 2398711"/>
              <a:gd name="connsiteX25299" fmla="*/ 1841671 w 2119654"/>
              <a:gd name="connsiteY25299" fmla="*/ 1233994 h 2398711"/>
              <a:gd name="connsiteX25300" fmla="*/ 1840412 w 2119654"/>
              <a:gd name="connsiteY25300" fmla="*/ 1233331 h 2398711"/>
              <a:gd name="connsiteX25301" fmla="*/ 1835588 w 2119654"/>
              <a:gd name="connsiteY25301" fmla="*/ 1239656 h 2398711"/>
              <a:gd name="connsiteX25302" fmla="*/ 1429271 w 2119654"/>
              <a:gd name="connsiteY25302" fmla="*/ 2149318 h 2398711"/>
              <a:gd name="connsiteX25303" fmla="*/ 1429280 w 2119654"/>
              <a:gd name="connsiteY25303" fmla="*/ 2149613 h 2398711"/>
              <a:gd name="connsiteX25304" fmla="*/ 1429326 w 2119654"/>
              <a:gd name="connsiteY25304" fmla="*/ 2149629 h 2398711"/>
              <a:gd name="connsiteX25305" fmla="*/ 1429611 w 2119654"/>
              <a:gd name="connsiteY25305" fmla="*/ 2149250 h 2398711"/>
              <a:gd name="connsiteX25306" fmla="*/ 1759432 w 2119654"/>
              <a:gd name="connsiteY25306" fmla="*/ 1409932 h 2398711"/>
              <a:gd name="connsiteX25307" fmla="*/ 1759437 w 2119654"/>
              <a:gd name="connsiteY25307" fmla="*/ 1409929 h 2398711"/>
              <a:gd name="connsiteX25308" fmla="*/ 1762522 w 2119654"/>
              <a:gd name="connsiteY25308" fmla="*/ 1407904 h 2398711"/>
              <a:gd name="connsiteX25309" fmla="*/ 1762170 w 2119654"/>
              <a:gd name="connsiteY25309" fmla="*/ 1407494 h 2398711"/>
              <a:gd name="connsiteX25310" fmla="*/ 1761390 w 2119654"/>
              <a:gd name="connsiteY25310" fmla="*/ 1407852 h 2398711"/>
              <a:gd name="connsiteX25311" fmla="*/ 1396023 w 2119654"/>
              <a:gd name="connsiteY25311" fmla="*/ 2223596 h 2398711"/>
              <a:gd name="connsiteX25312" fmla="*/ 1396753 w 2119654"/>
              <a:gd name="connsiteY25312" fmla="*/ 2223843 h 2398711"/>
              <a:gd name="connsiteX25313" fmla="*/ 1399004 w 2119654"/>
              <a:gd name="connsiteY25313" fmla="*/ 2220827 h 2398711"/>
              <a:gd name="connsiteX25314" fmla="*/ 1401835 w 2119654"/>
              <a:gd name="connsiteY25314" fmla="*/ 2216762 h 2398711"/>
              <a:gd name="connsiteX25315" fmla="*/ 1401515 w 2119654"/>
              <a:gd name="connsiteY25315" fmla="*/ 2216736 h 2398711"/>
              <a:gd name="connsiteX25316" fmla="*/ 1426558 w 2119654"/>
              <a:gd name="connsiteY25316" fmla="*/ 2155056 h 2398711"/>
              <a:gd name="connsiteX25317" fmla="*/ 1426568 w 2119654"/>
              <a:gd name="connsiteY25317" fmla="*/ 2155062 h 2398711"/>
              <a:gd name="connsiteX25318" fmla="*/ 1426568 w 2119654"/>
              <a:gd name="connsiteY25318" fmla="*/ 2155043 h 2398711"/>
              <a:gd name="connsiteX25319" fmla="*/ 1443243 w 2119654"/>
              <a:gd name="connsiteY25319" fmla="*/ 2117590 h 2398711"/>
              <a:gd name="connsiteX25320" fmla="*/ 1444037 w 2119654"/>
              <a:gd name="connsiteY25320" fmla="*/ 2117624 h 2398711"/>
              <a:gd name="connsiteX25321" fmla="*/ 1444860 w 2119654"/>
              <a:gd name="connsiteY25321" fmla="*/ 2116732 h 2398711"/>
              <a:gd name="connsiteX25322" fmla="*/ 1444758 w 2119654"/>
              <a:gd name="connsiteY25322" fmla="*/ 2116761 h 2398711"/>
              <a:gd name="connsiteX25323" fmla="*/ 1395249 w 2119654"/>
              <a:gd name="connsiteY25323" fmla="*/ 2224563 h 2398711"/>
              <a:gd name="connsiteX25324" fmla="*/ 1395876 w 2119654"/>
              <a:gd name="connsiteY25324" fmla="*/ 2225017 h 2398711"/>
              <a:gd name="connsiteX25325" fmla="*/ 1396616 w 2119654"/>
              <a:gd name="connsiteY25325" fmla="*/ 2224027 h 2398711"/>
              <a:gd name="connsiteX25326" fmla="*/ 1395871 w 2119654"/>
              <a:gd name="connsiteY25326" fmla="*/ 2223786 h 2398711"/>
              <a:gd name="connsiteX25327" fmla="*/ 1435708 w 2119654"/>
              <a:gd name="connsiteY25327" fmla="*/ 2133928 h 2398711"/>
              <a:gd name="connsiteX25328" fmla="*/ 1434596 w 2119654"/>
              <a:gd name="connsiteY25328" fmla="*/ 2136843 h 2398711"/>
              <a:gd name="connsiteX25329" fmla="*/ 1436865 w 2119654"/>
              <a:gd name="connsiteY25329" fmla="*/ 2138014 h 2398711"/>
              <a:gd name="connsiteX25330" fmla="*/ 1437372 w 2119654"/>
              <a:gd name="connsiteY25330" fmla="*/ 2134758 h 2398711"/>
              <a:gd name="connsiteX25331" fmla="*/ 1759463 w 2119654"/>
              <a:gd name="connsiteY25331" fmla="*/ 1408907 h 2398711"/>
              <a:gd name="connsiteX25332" fmla="*/ 1759076 w 2119654"/>
              <a:gd name="connsiteY25332" fmla="*/ 1409831 h 2398711"/>
              <a:gd name="connsiteX25333" fmla="*/ 1760595 w 2119654"/>
              <a:gd name="connsiteY25333" fmla="*/ 1408220 h 2398711"/>
              <a:gd name="connsiteX25334" fmla="*/ 1760176 w 2119654"/>
              <a:gd name="connsiteY25334" fmla="*/ 1408413 h 2398711"/>
              <a:gd name="connsiteX25335" fmla="*/ 1760515 w 2119654"/>
              <a:gd name="connsiteY25335" fmla="*/ 1406390 h 2398711"/>
              <a:gd name="connsiteX25336" fmla="*/ 1759985 w 2119654"/>
              <a:gd name="connsiteY25336" fmla="*/ 1407658 h 2398711"/>
              <a:gd name="connsiteX25337" fmla="*/ 1761491 w 2119654"/>
              <a:gd name="connsiteY25337" fmla="*/ 1406702 h 2398711"/>
              <a:gd name="connsiteX25338" fmla="*/ 1761034 w 2119654"/>
              <a:gd name="connsiteY25338" fmla="*/ 1406171 h 2398711"/>
              <a:gd name="connsiteX25339" fmla="*/ 1832500 w 2119654"/>
              <a:gd name="connsiteY25339" fmla="*/ 1245179 h 2398711"/>
              <a:gd name="connsiteX25340" fmla="*/ 1839180 w 2119654"/>
              <a:gd name="connsiteY25340" fmla="*/ 1240918 h 2398711"/>
              <a:gd name="connsiteX25341" fmla="*/ 1840484 w 2119654"/>
              <a:gd name="connsiteY25341" fmla="*/ 1238925 h 2398711"/>
              <a:gd name="connsiteX25342" fmla="*/ 1797435 w 2119654"/>
              <a:gd name="connsiteY25342" fmla="*/ 1323690 h 2398711"/>
              <a:gd name="connsiteX25343" fmla="*/ 1798992 w 2119654"/>
              <a:gd name="connsiteY25343" fmla="*/ 1325152 h 2398711"/>
              <a:gd name="connsiteX25344" fmla="*/ 1805206 w 2119654"/>
              <a:gd name="connsiteY25344" fmla="*/ 1316753 h 2398711"/>
              <a:gd name="connsiteX25345" fmla="*/ 1440436 w 2119654"/>
              <a:gd name="connsiteY25345" fmla="*/ 2123058 h 2398711"/>
              <a:gd name="connsiteX25346" fmla="*/ 1443078 w 2119654"/>
              <a:gd name="connsiteY25346" fmla="*/ 2122544 h 2398711"/>
              <a:gd name="connsiteX25347" fmla="*/ 1445431 w 2119654"/>
              <a:gd name="connsiteY25347" fmla="*/ 2121676 h 2398711"/>
              <a:gd name="connsiteX25348" fmla="*/ 1443788 w 2119654"/>
              <a:gd name="connsiteY25348" fmla="*/ 2120528 h 2398711"/>
              <a:gd name="connsiteX25349" fmla="*/ 1442795 w 2119654"/>
              <a:gd name="connsiteY25349" fmla="*/ 2120501 h 2398711"/>
              <a:gd name="connsiteX25350" fmla="*/ 1436574 w 2119654"/>
              <a:gd name="connsiteY25350" fmla="*/ 2131654 h 2398711"/>
              <a:gd name="connsiteX25351" fmla="*/ 1436169 w 2119654"/>
              <a:gd name="connsiteY25351" fmla="*/ 2132719 h 2398711"/>
              <a:gd name="connsiteX25352" fmla="*/ 1437570 w 2119654"/>
              <a:gd name="connsiteY25352" fmla="*/ 2133490 h 2398711"/>
              <a:gd name="connsiteX25353" fmla="*/ 1437811 w 2119654"/>
              <a:gd name="connsiteY25353" fmla="*/ 2131932 h 2398711"/>
              <a:gd name="connsiteX25354" fmla="*/ 1821087 w 2119654"/>
              <a:gd name="connsiteY25354" fmla="*/ 1270530 h 2398711"/>
              <a:gd name="connsiteX25355" fmla="*/ 1821992 w 2119654"/>
              <a:gd name="connsiteY25355" fmla="*/ 1272018 h 2398711"/>
              <a:gd name="connsiteX25356" fmla="*/ 1823251 w 2119654"/>
              <a:gd name="connsiteY25356" fmla="*/ 1274477 h 2398711"/>
              <a:gd name="connsiteX25357" fmla="*/ 1824244 w 2119654"/>
              <a:gd name="connsiteY25357" fmla="*/ 1273058 h 2398711"/>
              <a:gd name="connsiteX25358" fmla="*/ 1437079 w 2119654"/>
              <a:gd name="connsiteY25358" fmla="*/ 2130329 h 2398711"/>
              <a:gd name="connsiteX25359" fmla="*/ 1436818 w 2119654"/>
              <a:gd name="connsiteY25359" fmla="*/ 2131016 h 2398711"/>
              <a:gd name="connsiteX25360" fmla="*/ 1437916 w 2119654"/>
              <a:gd name="connsiteY25360" fmla="*/ 2131262 h 2398711"/>
              <a:gd name="connsiteX25361" fmla="*/ 1438091 w 2119654"/>
              <a:gd name="connsiteY25361" fmla="*/ 2130135 h 2398711"/>
              <a:gd name="connsiteX25362" fmla="*/ 1437303 w 2119654"/>
              <a:gd name="connsiteY25362" fmla="*/ 2130247 h 2398711"/>
              <a:gd name="connsiteX25363" fmla="*/ 1805816 w 2119654"/>
              <a:gd name="connsiteY25363" fmla="*/ 1304646 h 2398711"/>
              <a:gd name="connsiteX25364" fmla="*/ 1808261 w 2119654"/>
              <a:gd name="connsiteY25364" fmla="*/ 1305930 h 2398711"/>
              <a:gd name="connsiteX25365" fmla="*/ 1809110 w 2119654"/>
              <a:gd name="connsiteY25365" fmla="*/ 1305211 h 2398711"/>
              <a:gd name="connsiteX25366" fmla="*/ 1808294 w 2119654"/>
              <a:gd name="connsiteY25366" fmla="*/ 1305947 h 2398711"/>
              <a:gd name="connsiteX25367" fmla="*/ 1808552 w 2119654"/>
              <a:gd name="connsiteY25367" fmla="*/ 1306082 h 2398711"/>
              <a:gd name="connsiteX25368" fmla="*/ 1809743 w 2119654"/>
              <a:gd name="connsiteY25368" fmla="*/ 1304673 h 2398711"/>
              <a:gd name="connsiteX25369" fmla="*/ 1809110 w 2119654"/>
              <a:gd name="connsiteY25369" fmla="*/ 1305211 h 2398711"/>
              <a:gd name="connsiteX25370" fmla="*/ 1809866 w 2119654"/>
              <a:gd name="connsiteY25370" fmla="*/ 1304528 h 2398711"/>
              <a:gd name="connsiteX25371" fmla="*/ 1810429 w 2119654"/>
              <a:gd name="connsiteY25371" fmla="*/ 1303862 h 2398711"/>
              <a:gd name="connsiteX25372" fmla="*/ 1808610 w 2119654"/>
              <a:gd name="connsiteY25372" fmla="*/ 1300560 h 2398711"/>
              <a:gd name="connsiteX25373" fmla="*/ 1832426 w 2119654"/>
              <a:gd name="connsiteY25373" fmla="*/ 1244812 h 2398711"/>
              <a:gd name="connsiteX25374" fmla="*/ 1841056 w 2119654"/>
              <a:gd name="connsiteY25374" fmla="*/ 1238053 h 2398711"/>
              <a:gd name="connsiteX25375" fmla="*/ 1842545 w 2119654"/>
              <a:gd name="connsiteY25375" fmla="*/ 1235778 h 2398711"/>
              <a:gd name="connsiteX25376" fmla="*/ 1842824 w 2119654"/>
              <a:gd name="connsiteY25376" fmla="*/ 1234601 h 2398711"/>
              <a:gd name="connsiteX25377" fmla="*/ 1841896 w 2119654"/>
              <a:gd name="connsiteY25377" fmla="*/ 1234113 h 2398711"/>
              <a:gd name="connsiteX25378" fmla="*/ 1834945 w 2119654"/>
              <a:gd name="connsiteY25378" fmla="*/ 1240703 h 2398711"/>
              <a:gd name="connsiteX25379" fmla="*/ 1821512 w 2119654"/>
              <a:gd name="connsiteY25379" fmla="*/ 1269210 h 2398711"/>
              <a:gd name="connsiteX25380" fmla="*/ 1824989 w 2119654"/>
              <a:gd name="connsiteY25380" fmla="*/ 1271995 h 2398711"/>
              <a:gd name="connsiteX25381" fmla="*/ 1836510 w 2119654"/>
              <a:gd name="connsiteY25381" fmla="*/ 1255552 h 2398711"/>
              <a:gd name="connsiteX25382" fmla="*/ 1826489 w 2119654"/>
              <a:gd name="connsiteY25382" fmla="*/ 1261607 h 2398711"/>
              <a:gd name="connsiteX25383" fmla="*/ 1776975 w 2119654"/>
              <a:gd name="connsiteY25383" fmla="*/ 1368519 h 2398711"/>
              <a:gd name="connsiteX25384" fmla="*/ 1777125 w 2119654"/>
              <a:gd name="connsiteY25384" fmla="*/ 1368420 h 2398711"/>
              <a:gd name="connsiteX25385" fmla="*/ 1784730 w 2119654"/>
              <a:gd name="connsiteY25385" fmla="*/ 1361077 h 2398711"/>
              <a:gd name="connsiteX25386" fmla="*/ 1788354 w 2119654"/>
              <a:gd name="connsiteY25386" fmla="*/ 1356510 h 2398711"/>
              <a:gd name="connsiteX25387" fmla="*/ 1787813 w 2119654"/>
              <a:gd name="connsiteY25387" fmla="*/ 1354175 h 2398711"/>
              <a:gd name="connsiteX25388" fmla="*/ 1777852 w 2119654"/>
              <a:gd name="connsiteY25388" fmla="*/ 1367640 h 2398711"/>
              <a:gd name="connsiteX25389" fmla="*/ 1442179 w 2119654"/>
              <a:gd name="connsiteY25389" fmla="*/ 2118173 h 2398711"/>
              <a:gd name="connsiteX25390" fmla="*/ 1442973 w 2119654"/>
              <a:gd name="connsiteY25390" fmla="*/ 2118776 h 2398711"/>
              <a:gd name="connsiteX25391" fmla="*/ 1443927 w 2119654"/>
              <a:gd name="connsiteY25391" fmla="*/ 2117742 h 2398711"/>
              <a:gd name="connsiteX25392" fmla="*/ 1443035 w 2119654"/>
              <a:gd name="connsiteY25392" fmla="*/ 2117705 h 2398711"/>
              <a:gd name="connsiteX25393" fmla="*/ 1803767 w 2119654"/>
              <a:gd name="connsiteY25393" fmla="*/ 1307640 h 2398711"/>
              <a:gd name="connsiteX25394" fmla="*/ 1804081 w 2119654"/>
              <a:gd name="connsiteY25394" fmla="*/ 1307814 h 2398711"/>
              <a:gd name="connsiteX25395" fmla="*/ 1805132 w 2119654"/>
              <a:gd name="connsiteY25395" fmla="*/ 1307106 h 2398711"/>
              <a:gd name="connsiteX25396" fmla="*/ 1805028 w 2119654"/>
              <a:gd name="connsiteY25396" fmla="*/ 1307425 h 2398711"/>
              <a:gd name="connsiteX25397" fmla="*/ 1804285 w 2119654"/>
              <a:gd name="connsiteY25397" fmla="*/ 1307925 h 2398711"/>
              <a:gd name="connsiteX25398" fmla="*/ 1805268 w 2119654"/>
              <a:gd name="connsiteY25398" fmla="*/ 1308464 h 2398711"/>
              <a:gd name="connsiteX25399" fmla="*/ 1807770 w 2119654"/>
              <a:gd name="connsiteY25399" fmla="*/ 1306345 h 2398711"/>
              <a:gd name="connsiteX25400" fmla="*/ 1805478 w 2119654"/>
              <a:gd name="connsiteY25400" fmla="*/ 1305141 h 2398711"/>
              <a:gd name="connsiteX25401" fmla="*/ 1803280 w 2119654"/>
              <a:gd name="connsiteY25401" fmla="*/ 1308353 h 2398711"/>
              <a:gd name="connsiteX25402" fmla="*/ 1803737 w 2119654"/>
              <a:gd name="connsiteY25402" fmla="*/ 1308045 h 2398711"/>
              <a:gd name="connsiteX25403" fmla="*/ 1803558 w 2119654"/>
              <a:gd name="connsiteY25403" fmla="*/ 1307947 h 2398711"/>
              <a:gd name="connsiteX25404" fmla="*/ 1440584 w 2119654"/>
              <a:gd name="connsiteY25404" fmla="*/ 2120441 h 2398711"/>
              <a:gd name="connsiteX25405" fmla="*/ 1440016 w 2119654"/>
              <a:gd name="connsiteY25405" fmla="*/ 2121982 h 2398711"/>
              <a:gd name="connsiteX25406" fmla="*/ 1441417 w 2119654"/>
              <a:gd name="connsiteY25406" fmla="*/ 2120463 h 2398711"/>
              <a:gd name="connsiteX25407" fmla="*/ 1876401 w 2119654"/>
              <a:gd name="connsiteY25407" fmla="*/ 1144561 h 2398711"/>
              <a:gd name="connsiteX25408" fmla="*/ 1879222 w 2119654"/>
              <a:gd name="connsiteY25408" fmla="*/ 1145353 h 2398711"/>
              <a:gd name="connsiteX25409" fmla="*/ 1887306 w 2119654"/>
              <a:gd name="connsiteY25409" fmla="*/ 1134001 h 2398711"/>
              <a:gd name="connsiteX25410" fmla="*/ 1889187 w 2119654"/>
              <a:gd name="connsiteY25410" fmla="*/ 1127514 h 2398711"/>
              <a:gd name="connsiteX25411" fmla="*/ 1441215 w 2119654"/>
              <a:gd name="connsiteY25411" fmla="*/ 2118730 h 2398711"/>
              <a:gd name="connsiteX25412" fmla="*/ 1441098 w 2119654"/>
              <a:gd name="connsiteY25412" fmla="*/ 2119048 h 2398711"/>
              <a:gd name="connsiteX25413" fmla="*/ 1441693 w 2119654"/>
              <a:gd name="connsiteY25413" fmla="*/ 2119064 h 2398711"/>
              <a:gd name="connsiteX25414" fmla="*/ 1435825 w 2119654"/>
              <a:gd name="connsiteY25414" fmla="*/ 2130793 h 2398711"/>
              <a:gd name="connsiteX25415" fmla="*/ 1436694 w 2119654"/>
              <a:gd name="connsiteY25415" fmla="*/ 2130987 h 2398711"/>
              <a:gd name="connsiteX25416" fmla="*/ 1436914 w 2119654"/>
              <a:gd name="connsiteY25416" fmla="*/ 2130391 h 2398711"/>
              <a:gd name="connsiteX25417" fmla="*/ 1772716 w 2119654"/>
              <a:gd name="connsiteY25417" fmla="*/ 1376175 h 2398711"/>
              <a:gd name="connsiteX25418" fmla="*/ 1772691 w 2119654"/>
              <a:gd name="connsiteY25418" fmla="*/ 1376249 h 2398711"/>
              <a:gd name="connsiteX25419" fmla="*/ 1772767 w 2119654"/>
              <a:gd name="connsiteY25419" fmla="*/ 1376153 h 2398711"/>
              <a:gd name="connsiteX25420" fmla="*/ 1812403 w 2119654"/>
              <a:gd name="connsiteY25420" fmla="*/ 1287245 h 2398711"/>
              <a:gd name="connsiteX25421" fmla="*/ 1813800 w 2119654"/>
              <a:gd name="connsiteY25421" fmla="*/ 1287964 h 2398711"/>
              <a:gd name="connsiteX25422" fmla="*/ 1816591 w 2119654"/>
              <a:gd name="connsiteY25422" fmla="*/ 1283981 h 2398711"/>
              <a:gd name="connsiteX25423" fmla="*/ 1440246 w 2119654"/>
              <a:gd name="connsiteY25423" fmla="*/ 2120432 h 2398711"/>
              <a:gd name="connsiteX25424" fmla="*/ 1440055 w 2119654"/>
              <a:gd name="connsiteY25424" fmla="*/ 2121637 h 2398711"/>
              <a:gd name="connsiteX25425" fmla="*/ 1440401 w 2119654"/>
              <a:gd name="connsiteY25425" fmla="*/ 2120436 h 2398711"/>
              <a:gd name="connsiteX25426" fmla="*/ 1444655 w 2119654"/>
              <a:gd name="connsiteY25426" fmla="*/ 2110490 h 2398711"/>
              <a:gd name="connsiteX25427" fmla="*/ 1450917 w 2119654"/>
              <a:gd name="connsiteY25427" fmla="*/ 2107065 h 2398711"/>
              <a:gd name="connsiteX25428" fmla="*/ 1446453 w 2119654"/>
              <a:gd name="connsiteY25428" fmla="*/ 2108072 h 2398711"/>
              <a:gd name="connsiteX25429" fmla="*/ 1773163 w 2119654"/>
              <a:gd name="connsiteY25429" fmla="*/ 1374839 h 2398711"/>
              <a:gd name="connsiteX25430" fmla="*/ 1772808 w 2119654"/>
              <a:gd name="connsiteY25430" fmla="*/ 1375901 h 2398711"/>
              <a:gd name="connsiteX25431" fmla="*/ 1773046 w 2119654"/>
              <a:gd name="connsiteY25431" fmla="*/ 1375802 h 2398711"/>
              <a:gd name="connsiteX25432" fmla="*/ 1774803 w 2119654"/>
              <a:gd name="connsiteY25432" fmla="*/ 1373587 h 2398711"/>
              <a:gd name="connsiteX25433" fmla="*/ 1401247 w 2119654"/>
              <a:gd name="connsiteY25433" fmla="*/ 2207559 h 2398711"/>
              <a:gd name="connsiteX25434" fmla="*/ 1405720 w 2119654"/>
              <a:gd name="connsiteY25434" fmla="*/ 2209099 h 2398711"/>
              <a:gd name="connsiteX25435" fmla="*/ 1405810 w 2119654"/>
              <a:gd name="connsiteY25435" fmla="*/ 2207397 h 2398711"/>
              <a:gd name="connsiteX25436" fmla="*/ 1830512 w 2119654"/>
              <a:gd name="connsiteY25436" fmla="*/ 1246311 h 2398711"/>
              <a:gd name="connsiteX25437" fmla="*/ 1831730 w 2119654"/>
              <a:gd name="connsiteY25437" fmla="*/ 1245358 h 2398711"/>
              <a:gd name="connsiteX25438" fmla="*/ 1834554 w 2119654"/>
              <a:gd name="connsiteY25438" fmla="*/ 1241075 h 2398711"/>
              <a:gd name="connsiteX25439" fmla="*/ 1834379 w 2119654"/>
              <a:gd name="connsiteY25439" fmla="*/ 1241240 h 2398711"/>
              <a:gd name="connsiteX25440" fmla="*/ 1440603 w 2119654"/>
              <a:gd name="connsiteY25440" fmla="*/ 2119034 h 2398711"/>
              <a:gd name="connsiteX25441" fmla="*/ 1440803 w 2119654"/>
              <a:gd name="connsiteY25441" fmla="*/ 2119039 h 2398711"/>
              <a:gd name="connsiteX25442" fmla="*/ 1440842 w 2119654"/>
              <a:gd name="connsiteY25442" fmla="*/ 2118903 h 2398711"/>
              <a:gd name="connsiteX25443" fmla="*/ 1800360 w 2119654"/>
              <a:gd name="connsiteY25443" fmla="*/ 1312620 h 2398711"/>
              <a:gd name="connsiteX25444" fmla="*/ 1804967 w 2119654"/>
              <a:gd name="connsiteY25444" fmla="*/ 1308719 h 2398711"/>
              <a:gd name="connsiteX25445" fmla="*/ 1803941 w 2119654"/>
              <a:gd name="connsiteY25445" fmla="*/ 1308156 h 2398711"/>
              <a:gd name="connsiteX25446" fmla="*/ 1802964 w 2119654"/>
              <a:gd name="connsiteY25446" fmla="*/ 1308815 h 2398711"/>
              <a:gd name="connsiteX25447" fmla="*/ 1406933 w 2119654"/>
              <a:gd name="connsiteY25447" fmla="*/ 2193271 h 2398711"/>
              <a:gd name="connsiteX25448" fmla="*/ 1406436 w 2119654"/>
              <a:gd name="connsiteY25448" fmla="*/ 2202664 h 2398711"/>
              <a:gd name="connsiteX25449" fmla="*/ 1410478 w 2119654"/>
              <a:gd name="connsiteY25449" fmla="*/ 2204293 h 2398711"/>
              <a:gd name="connsiteX25450" fmla="*/ 1410777 w 2119654"/>
              <a:gd name="connsiteY25450" fmla="*/ 2203919 h 2398711"/>
              <a:gd name="connsiteX25451" fmla="*/ 1414951 w 2119654"/>
              <a:gd name="connsiteY25451" fmla="*/ 2197925 h 2398711"/>
              <a:gd name="connsiteX25452" fmla="*/ 1836408 w 2119654"/>
              <a:gd name="connsiteY25452" fmla="*/ 1230966 h 2398711"/>
              <a:gd name="connsiteX25453" fmla="*/ 1839739 w 2119654"/>
              <a:gd name="connsiteY25453" fmla="*/ 1232722 h 2398711"/>
              <a:gd name="connsiteX25454" fmla="*/ 1840446 w 2119654"/>
              <a:gd name="connsiteY25454" fmla="*/ 1231571 h 2398711"/>
              <a:gd name="connsiteX25455" fmla="*/ 1840461 w 2119654"/>
              <a:gd name="connsiteY25455" fmla="*/ 1231709 h 2398711"/>
              <a:gd name="connsiteX25456" fmla="*/ 1839815 w 2119654"/>
              <a:gd name="connsiteY25456" fmla="*/ 1232763 h 2398711"/>
              <a:gd name="connsiteX25457" fmla="*/ 1840270 w 2119654"/>
              <a:gd name="connsiteY25457" fmla="*/ 1233002 h 2398711"/>
              <a:gd name="connsiteX25458" fmla="*/ 1844529 w 2119654"/>
              <a:gd name="connsiteY25458" fmla="*/ 1227416 h 2398711"/>
              <a:gd name="connsiteX25459" fmla="*/ 1845225 w 2119654"/>
              <a:gd name="connsiteY25459" fmla="*/ 1224488 h 2398711"/>
              <a:gd name="connsiteX25460" fmla="*/ 1419559 w 2119654"/>
              <a:gd name="connsiteY25460" fmla="*/ 2164365 h 2398711"/>
              <a:gd name="connsiteX25461" fmla="*/ 1423004 w 2119654"/>
              <a:gd name="connsiteY25461" fmla="*/ 2164246 h 2398711"/>
              <a:gd name="connsiteX25462" fmla="*/ 1424234 w 2119654"/>
              <a:gd name="connsiteY25462" fmla="*/ 2164020 h 2398711"/>
              <a:gd name="connsiteX25463" fmla="*/ 1426645 w 2119654"/>
              <a:gd name="connsiteY25463" fmla="*/ 2157696 h 2398711"/>
              <a:gd name="connsiteX25464" fmla="*/ 1426574 w 2119654"/>
              <a:gd name="connsiteY25464" fmla="*/ 2155271 h 2398711"/>
              <a:gd name="connsiteX25465" fmla="*/ 1426447 w 2119654"/>
              <a:gd name="connsiteY25465" fmla="*/ 2155203 h 2398711"/>
              <a:gd name="connsiteX25466" fmla="*/ 1814569 w 2119654"/>
              <a:gd name="connsiteY25466" fmla="*/ 1279815 h 2398711"/>
              <a:gd name="connsiteX25467" fmla="*/ 1818171 w 2119654"/>
              <a:gd name="connsiteY25467" fmla="*/ 1277836 h 2398711"/>
              <a:gd name="connsiteX25468" fmla="*/ 1821708 w 2119654"/>
              <a:gd name="connsiteY25468" fmla="*/ 1275829 h 2398711"/>
              <a:gd name="connsiteX25469" fmla="*/ 1819528 w 2119654"/>
              <a:gd name="connsiteY25469" fmla="*/ 1272241 h 2398711"/>
              <a:gd name="connsiteX25470" fmla="*/ 1805846 w 2119654"/>
              <a:gd name="connsiteY25470" fmla="*/ 1298868 h 2398711"/>
              <a:gd name="connsiteX25471" fmla="*/ 1806362 w 2119654"/>
              <a:gd name="connsiteY25471" fmla="*/ 1298579 h 2398711"/>
              <a:gd name="connsiteX25472" fmla="*/ 1807011 w 2119654"/>
              <a:gd name="connsiteY25472" fmla="*/ 1297654 h 2398711"/>
              <a:gd name="connsiteX25473" fmla="*/ 1807006 w 2119654"/>
              <a:gd name="connsiteY25473" fmla="*/ 1297647 h 2398711"/>
              <a:gd name="connsiteX25474" fmla="*/ 1806757 w 2119654"/>
              <a:gd name="connsiteY25474" fmla="*/ 1297807 h 2398711"/>
              <a:gd name="connsiteX25475" fmla="*/ 1424051 w 2119654"/>
              <a:gd name="connsiteY25475" fmla="*/ 2153720 h 2398711"/>
              <a:gd name="connsiteX25476" fmla="*/ 1425621 w 2119654"/>
              <a:gd name="connsiteY25476" fmla="*/ 2154557 h 2398711"/>
              <a:gd name="connsiteX25477" fmla="*/ 1425948 w 2119654"/>
              <a:gd name="connsiteY25477" fmla="*/ 2154121 h 2398711"/>
              <a:gd name="connsiteX25478" fmla="*/ 1874887 w 2119654"/>
              <a:gd name="connsiteY25478" fmla="*/ 1144136 h 2398711"/>
              <a:gd name="connsiteX25479" fmla="*/ 1875696 w 2119654"/>
              <a:gd name="connsiteY25479" fmla="*/ 1144363 h 2398711"/>
              <a:gd name="connsiteX25480" fmla="*/ 1875772 w 2119654"/>
              <a:gd name="connsiteY25480" fmla="*/ 1144271 h 2398711"/>
              <a:gd name="connsiteX25481" fmla="*/ 1889720 w 2119654"/>
              <a:gd name="connsiteY25481" fmla="*/ 1125674 h 2398711"/>
              <a:gd name="connsiteX25482" fmla="*/ 1893244 w 2119654"/>
              <a:gd name="connsiteY25482" fmla="*/ 1113522 h 2398711"/>
              <a:gd name="connsiteX25483" fmla="*/ 1891549 w 2119654"/>
              <a:gd name="connsiteY25483" fmla="*/ 1115617 h 2398711"/>
              <a:gd name="connsiteX25484" fmla="*/ 1893416 w 2119654"/>
              <a:gd name="connsiteY25484" fmla="*/ 1112931 h 2398711"/>
              <a:gd name="connsiteX25485" fmla="*/ 1901227 w 2119654"/>
              <a:gd name="connsiteY25485" fmla="*/ 1085992 h 2398711"/>
              <a:gd name="connsiteX25486" fmla="*/ 1884075 w 2119654"/>
              <a:gd name="connsiteY25486" fmla="*/ 1124322 h 2398711"/>
              <a:gd name="connsiteX25487" fmla="*/ 1883501 w 2119654"/>
              <a:gd name="connsiteY25487" fmla="*/ 1125558 h 2398711"/>
              <a:gd name="connsiteX25488" fmla="*/ 1891549 w 2119654"/>
              <a:gd name="connsiteY25488" fmla="*/ 1115617 h 2398711"/>
              <a:gd name="connsiteX25489" fmla="*/ 1881223 w 2119654"/>
              <a:gd name="connsiteY25489" fmla="*/ 1130473 h 2398711"/>
              <a:gd name="connsiteX25490" fmla="*/ 1878920 w 2119654"/>
              <a:gd name="connsiteY25490" fmla="*/ 1135438 h 2398711"/>
              <a:gd name="connsiteX25491" fmla="*/ 1879315 w 2119654"/>
              <a:gd name="connsiteY25491" fmla="*/ 1135017 h 2398711"/>
              <a:gd name="connsiteX25492" fmla="*/ 1879318 w 2119654"/>
              <a:gd name="connsiteY25492" fmla="*/ 1135457 h 2398711"/>
              <a:gd name="connsiteX25493" fmla="*/ 1878515 w 2119654"/>
              <a:gd name="connsiteY25493" fmla="*/ 1136312 h 2398711"/>
              <a:gd name="connsiteX25494" fmla="*/ 1836161 w 2119654"/>
              <a:gd name="connsiteY25494" fmla="*/ 1230836 h 2398711"/>
              <a:gd name="connsiteX25495" fmla="*/ 1836195 w 2119654"/>
              <a:gd name="connsiteY25495" fmla="*/ 1230854 h 2398711"/>
              <a:gd name="connsiteX25496" fmla="*/ 1845302 w 2119654"/>
              <a:gd name="connsiteY25496" fmla="*/ 1224164 h 2398711"/>
              <a:gd name="connsiteX25497" fmla="*/ 1845435 w 2119654"/>
              <a:gd name="connsiteY25497" fmla="*/ 1223601 h 2398711"/>
              <a:gd name="connsiteX25498" fmla="*/ 1433935 w 2119654"/>
              <a:gd name="connsiteY25498" fmla="*/ 2131489 h 2398711"/>
              <a:gd name="connsiteX25499" fmla="*/ 1436075 w 2119654"/>
              <a:gd name="connsiteY25499" fmla="*/ 2132667 h 2398711"/>
              <a:gd name="connsiteX25500" fmla="*/ 1436458 w 2119654"/>
              <a:gd name="connsiteY25500" fmla="*/ 2131628 h 2398711"/>
              <a:gd name="connsiteX25501" fmla="*/ 1434655 w 2119654"/>
              <a:gd name="connsiteY25501" fmla="*/ 2131224 h 2398711"/>
              <a:gd name="connsiteX25502" fmla="*/ 1873574 w 2119654"/>
              <a:gd name="connsiteY25502" fmla="*/ 1146967 h 2398711"/>
              <a:gd name="connsiteX25503" fmla="*/ 1875573 w 2119654"/>
              <a:gd name="connsiteY25503" fmla="*/ 1144515 h 2398711"/>
              <a:gd name="connsiteX25504" fmla="*/ 1874810 w 2119654"/>
              <a:gd name="connsiteY25504" fmla="*/ 1144301 h 2398711"/>
              <a:gd name="connsiteX25505" fmla="*/ 1820805 w 2119654"/>
              <a:gd name="connsiteY25505" fmla="*/ 1265043 h 2398711"/>
              <a:gd name="connsiteX25506" fmla="*/ 1819862 w 2119654"/>
              <a:gd name="connsiteY25506" fmla="*/ 1267575 h 2398711"/>
              <a:gd name="connsiteX25507" fmla="*/ 1819748 w 2119654"/>
              <a:gd name="connsiteY25507" fmla="*/ 1267796 h 2398711"/>
              <a:gd name="connsiteX25508" fmla="*/ 1820952 w 2119654"/>
              <a:gd name="connsiteY25508" fmla="*/ 1268762 h 2398711"/>
              <a:gd name="connsiteX25509" fmla="*/ 1825078 w 2119654"/>
              <a:gd name="connsiteY25509" fmla="*/ 1262460 h 2398711"/>
              <a:gd name="connsiteX25510" fmla="*/ 1837408 w 2119654"/>
              <a:gd name="connsiteY25510" fmla="*/ 1227709 h 2398711"/>
              <a:gd name="connsiteX25511" fmla="*/ 1838818 w 2119654"/>
              <a:gd name="connsiteY25511" fmla="*/ 1226570 h 2398711"/>
              <a:gd name="connsiteX25512" fmla="*/ 1837816 w 2119654"/>
              <a:gd name="connsiteY25512" fmla="*/ 1227203 h 2398711"/>
              <a:gd name="connsiteX25513" fmla="*/ 1429055 w 2119654"/>
              <a:gd name="connsiteY25513" fmla="*/ 2141847 h 2398711"/>
              <a:gd name="connsiteX25514" fmla="*/ 1429213 w 2119654"/>
              <a:gd name="connsiteY25514" fmla="*/ 2147315 h 2398711"/>
              <a:gd name="connsiteX25515" fmla="*/ 1430672 w 2119654"/>
              <a:gd name="connsiteY25515" fmla="*/ 2147134 h 2398711"/>
              <a:gd name="connsiteX25516" fmla="*/ 1432250 w 2119654"/>
              <a:gd name="connsiteY25516" fmla="*/ 2142994 h 2398711"/>
              <a:gd name="connsiteX25517" fmla="*/ 1430818 w 2119654"/>
              <a:gd name="connsiteY25517" fmla="*/ 2142424 h 2398711"/>
              <a:gd name="connsiteX25518" fmla="*/ 1865713 w 2119654"/>
              <a:gd name="connsiteY25518" fmla="*/ 1163918 h 2398711"/>
              <a:gd name="connsiteX25519" fmla="*/ 1876084 w 2119654"/>
              <a:gd name="connsiteY25519" fmla="*/ 1149760 h 2398711"/>
              <a:gd name="connsiteX25520" fmla="*/ 1879111 w 2119654"/>
              <a:gd name="connsiteY25520" fmla="*/ 1145510 h 2398711"/>
              <a:gd name="connsiteX25521" fmla="*/ 1876285 w 2119654"/>
              <a:gd name="connsiteY25521" fmla="*/ 1144716 h 2398711"/>
              <a:gd name="connsiteX25522" fmla="*/ 1871917 w 2119654"/>
              <a:gd name="connsiteY25522" fmla="*/ 1150539 h 2398711"/>
              <a:gd name="connsiteX25523" fmla="*/ 1822943 w 2119654"/>
              <a:gd name="connsiteY25523" fmla="*/ 1259300 h 2398711"/>
              <a:gd name="connsiteX25524" fmla="*/ 1822763 w 2119654"/>
              <a:gd name="connsiteY25524" fmla="*/ 1259786 h 2398711"/>
              <a:gd name="connsiteX25525" fmla="*/ 1828531 w 2119654"/>
              <a:gd name="connsiteY25525" fmla="*/ 1257185 h 2398711"/>
              <a:gd name="connsiteX25526" fmla="*/ 1837431 w 2119654"/>
              <a:gd name="connsiteY25526" fmla="*/ 1243590 h 2398711"/>
              <a:gd name="connsiteX25527" fmla="*/ 1830311 w 2119654"/>
              <a:gd name="connsiteY25527" fmla="*/ 1248132 h 2398711"/>
              <a:gd name="connsiteX25528" fmla="*/ 1392682 w 2119654"/>
              <a:gd name="connsiteY25528" fmla="*/ 2222706 h 2398711"/>
              <a:gd name="connsiteX25529" fmla="*/ 1394618 w 2119654"/>
              <a:gd name="connsiteY25529" fmla="*/ 2224107 h 2398711"/>
              <a:gd name="connsiteX25530" fmla="*/ 1395086 w 2119654"/>
              <a:gd name="connsiteY25530" fmla="*/ 2223523 h 2398711"/>
              <a:gd name="connsiteX25531" fmla="*/ 1789312 w 2119654"/>
              <a:gd name="connsiteY25531" fmla="*/ 1334507 h 2398711"/>
              <a:gd name="connsiteX25532" fmla="*/ 1789102 w 2119654"/>
              <a:gd name="connsiteY25532" fmla="*/ 1334991 h 2398711"/>
              <a:gd name="connsiteX25533" fmla="*/ 1789061 w 2119654"/>
              <a:gd name="connsiteY25533" fmla="*/ 1335097 h 2398711"/>
              <a:gd name="connsiteX25534" fmla="*/ 1789483 w 2119654"/>
              <a:gd name="connsiteY25534" fmla="*/ 1334790 h 2398711"/>
              <a:gd name="connsiteX25535" fmla="*/ 1790515 w 2119654"/>
              <a:gd name="connsiteY25535" fmla="*/ 1331738 h 2398711"/>
              <a:gd name="connsiteX25536" fmla="*/ 1790056 w 2119654"/>
              <a:gd name="connsiteY25536" fmla="*/ 1332795 h 2398711"/>
              <a:gd name="connsiteX25537" fmla="*/ 1793780 w 2119654"/>
              <a:gd name="connsiteY25537" fmla="*/ 1331199 h 2398711"/>
              <a:gd name="connsiteX25538" fmla="*/ 1793655 w 2119654"/>
              <a:gd name="connsiteY25538" fmla="*/ 1331427 h 2398711"/>
              <a:gd name="connsiteX25539" fmla="*/ 1789962 w 2119654"/>
              <a:gd name="connsiteY25539" fmla="*/ 1333011 h 2398711"/>
              <a:gd name="connsiteX25540" fmla="*/ 1789490 w 2119654"/>
              <a:gd name="connsiteY25540" fmla="*/ 1334097 h 2398711"/>
              <a:gd name="connsiteX25541" fmla="*/ 1789779 w 2119654"/>
              <a:gd name="connsiteY25541" fmla="*/ 1334576 h 2398711"/>
              <a:gd name="connsiteX25542" fmla="*/ 1791911 w 2119654"/>
              <a:gd name="connsiteY25542" fmla="*/ 1333029 h 2398711"/>
              <a:gd name="connsiteX25543" fmla="*/ 1792067 w 2119654"/>
              <a:gd name="connsiteY25543" fmla="*/ 1332693 h 2398711"/>
              <a:gd name="connsiteX25544" fmla="*/ 1792127 w 2119654"/>
              <a:gd name="connsiteY25544" fmla="*/ 1332872 h 2398711"/>
              <a:gd name="connsiteX25545" fmla="*/ 1794618 w 2119654"/>
              <a:gd name="connsiteY25545" fmla="*/ 1331066 h 2398711"/>
              <a:gd name="connsiteX25546" fmla="*/ 1797929 w 2119654"/>
              <a:gd name="connsiteY25546" fmla="*/ 1326590 h 2398711"/>
              <a:gd name="connsiteX25547" fmla="*/ 1796149 w 2119654"/>
              <a:gd name="connsiteY25547" fmla="*/ 1324919 h 2398711"/>
              <a:gd name="connsiteX25548" fmla="*/ 1835233 w 2119654"/>
              <a:gd name="connsiteY25548" fmla="*/ 1231561 h 2398711"/>
              <a:gd name="connsiteX25549" fmla="*/ 1835994 w 2119654"/>
              <a:gd name="connsiteY25549" fmla="*/ 1231002 h 2398711"/>
              <a:gd name="connsiteX25550" fmla="*/ 1835968 w 2119654"/>
              <a:gd name="connsiteY25550" fmla="*/ 1230988 h 2398711"/>
              <a:gd name="connsiteX25551" fmla="*/ 1856276 w 2119654"/>
              <a:gd name="connsiteY25551" fmla="*/ 1184267 h 2398711"/>
              <a:gd name="connsiteX25552" fmla="*/ 1856178 w 2119654"/>
              <a:gd name="connsiteY25552" fmla="*/ 1188223 h 2398711"/>
              <a:gd name="connsiteX25553" fmla="*/ 1878902 w 2119654"/>
              <a:gd name="connsiteY25553" fmla="*/ 1159921 h 2398711"/>
              <a:gd name="connsiteX25554" fmla="*/ 1878946 w 2119654"/>
              <a:gd name="connsiteY25554" fmla="*/ 1160467 h 2398711"/>
              <a:gd name="connsiteX25555" fmla="*/ 1856163 w 2119654"/>
              <a:gd name="connsiteY25555" fmla="*/ 1188844 h 2398711"/>
              <a:gd name="connsiteX25556" fmla="*/ 1856047 w 2119654"/>
              <a:gd name="connsiteY25556" fmla="*/ 1193579 h 2398711"/>
              <a:gd name="connsiteX25557" fmla="*/ 1870049 w 2119654"/>
              <a:gd name="connsiteY25557" fmla="*/ 1183964 h 2398711"/>
              <a:gd name="connsiteX25558" fmla="*/ 1871521 w 2119654"/>
              <a:gd name="connsiteY25558" fmla="*/ 1182922 h 2398711"/>
              <a:gd name="connsiteX25559" fmla="*/ 1878829 w 2119654"/>
              <a:gd name="connsiteY25559" fmla="*/ 1163232 h 2398711"/>
              <a:gd name="connsiteX25560" fmla="*/ 1883603 w 2119654"/>
              <a:gd name="connsiteY25560" fmla="*/ 1146772 h 2398711"/>
              <a:gd name="connsiteX25561" fmla="*/ 1879291 w 2119654"/>
              <a:gd name="connsiteY25561" fmla="*/ 1145560 h 2398711"/>
              <a:gd name="connsiteX25562" fmla="*/ 1866925 w 2119654"/>
              <a:gd name="connsiteY25562" fmla="*/ 1162926 h 2398711"/>
              <a:gd name="connsiteX25563" fmla="*/ 1864875 w 2119654"/>
              <a:gd name="connsiteY25563" fmla="*/ 1165724 h 2398711"/>
              <a:gd name="connsiteX25564" fmla="*/ 1469118 w 2119654"/>
              <a:gd name="connsiteY25564" fmla="*/ 2051055 h 2398711"/>
              <a:gd name="connsiteX25565" fmla="*/ 1469732 w 2119654"/>
              <a:gd name="connsiteY25565" fmla="*/ 2050916 h 2398711"/>
              <a:gd name="connsiteX25566" fmla="*/ 1469873 w 2119654"/>
              <a:gd name="connsiteY25566" fmla="*/ 2050529 h 2398711"/>
              <a:gd name="connsiteX25567" fmla="*/ 1469605 w 2119654"/>
              <a:gd name="connsiteY25567" fmla="*/ 2050541 h 2398711"/>
              <a:gd name="connsiteX25568" fmla="*/ 1796077 w 2119654"/>
              <a:gd name="connsiteY25568" fmla="*/ 1318883 h 2398711"/>
              <a:gd name="connsiteX25569" fmla="*/ 1795953 w 2119654"/>
              <a:gd name="connsiteY25569" fmla="*/ 1319213 h 2398711"/>
              <a:gd name="connsiteX25570" fmla="*/ 1795001 w 2119654"/>
              <a:gd name="connsiteY25570" fmla="*/ 1321405 h 2398711"/>
              <a:gd name="connsiteX25571" fmla="*/ 1795333 w 2119654"/>
              <a:gd name="connsiteY25571" fmla="*/ 1321718 h 2398711"/>
              <a:gd name="connsiteX25572" fmla="*/ 1805893 w 2119654"/>
              <a:gd name="connsiteY25572" fmla="*/ 1309227 h 2398711"/>
              <a:gd name="connsiteX25573" fmla="*/ 1805124 w 2119654"/>
              <a:gd name="connsiteY25573" fmla="*/ 1308806 h 2398711"/>
              <a:gd name="connsiteX25574" fmla="*/ 1799497 w 2119654"/>
              <a:gd name="connsiteY25574" fmla="*/ 1313883 h 2398711"/>
              <a:gd name="connsiteX25575" fmla="*/ 1813066 w 2119654"/>
              <a:gd name="connsiteY25575" fmla="*/ 1280642 h 2398711"/>
              <a:gd name="connsiteX25576" fmla="*/ 1813237 w 2119654"/>
              <a:gd name="connsiteY25576" fmla="*/ 1280547 h 2398711"/>
              <a:gd name="connsiteX25577" fmla="*/ 1819117 w 2119654"/>
              <a:gd name="connsiteY25577" fmla="*/ 1271566 h 2398711"/>
              <a:gd name="connsiteX25578" fmla="*/ 1818400 w 2119654"/>
              <a:gd name="connsiteY25578" fmla="*/ 1270386 h 2398711"/>
              <a:gd name="connsiteX25579" fmla="*/ 1812642 w 2119654"/>
              <a:gd name="connsiteY25579" fmla="*/ 1281456 h 2398711"/>
              <a:gd name="connsiteX25580" fmla="*/ 1812920 w 2119654"/>
              <a:gd name="connsiteY25580" fmla="*/ 1281033 h 2398711"/>
              <a:gd name="connsiteX25581" fmla="*/ 1812839 w 2119654"/>
              <a:gd name="connsiteY25581" fmla="*/ 1281078 h 2398711"/>
              <a:gd name="connsiteX25582" fmla="*/ 1825176 w 2119654"/>
              <a:gd name="connsiteY25582" fmla="*/ 1253308 h 2398711"/>
              <a:gd name="connsiteX25583" fmla="*/ 1823478 w 2119654"/>
              <a:gd name="connsiteY25583" fmla="*/ 1257867 h 2398711"/>
              <a:gd name="connsiteX25584" fmla="*/ 1829601 w 2119654"/>
              <a:gd name="connsiteY25584" fmla="*/ 1248585 h 2398711"/>
              <a:gd name="connsiteX25585" fmla="*/ 1827999 w 2119654"/>
              <a:gd name="connsiteY25585" fmla="*/ 1249606 h 2398711"/>
              <a:gd name="connsiteX25586" fmla="*/ 1810386 w 2119654"/>
              <a:gd name="connsiteY25586" fmla="*/ 1286206 h 2398711"/>
              <a:gd name="connsiteX25587" fmla="*/ 1811729 w 2119654"/>
              <a:gd name="connsiteY25587" fmla="*/ 1286897 h 2398711"/>
              <a:gd name="connsiteX25588" fmla="*/ 1817910 w 2119654"/>
              <a:gd name="connsiteY25588" fmla="*/ 1282098 h 2398711"/>
              <a:gd name="connsiteX25589" fmla="*/ 1821985 w 2119654"/>
              <a:gd name="connsiteY25589" fmla="*/ 1276284 h 2398711"/>
              <a:gd name="connsiteX25590" fmla="*/ 1821806 w 2119654"/>
              <a:gd name="connsiteY25590" fmla="*/ 1275989 h 2398711"/>
              <a:gd name="connsiteX25591" fmla="*/ 1814277 w 2119654"/>
              <a:gd name="connsiteY25591" fmla="*/ 1280263 h 2398711"/>
              <a:gd name="connsiteX25592" fmla="*/ 1835262 w 2119654"/>
              <a:gd name="connsiteY25592" fmla="*/ 1230363 h 2398711"/>
              <a:gd name="connsiteX25593" fmla="*/ 1835479 w 2119654"/>
              <a:gd name="connsiteY25593" fmla="*/ 1230476 h 2398711"/>
              <a:gd name="connsiteX25594" fmla="*/ 1845632 w 2119654"/>
              <a:gd name="connsiteY25594" fmla="*/ 1222772 h 2398711"/>
              <a:gd name="connsiteX25595" fmla="*/ 1846612 w 2119654"/>
              <a:gd name="connsiteY25595" fmla="*/ 1218644 h 2398711"/>
              <a:gd name="connsiteX25596" fmla="*/ 1846807 w 2119654"/>
              <a:gd name="connsiteY25596" fmla="*/ 1216779 h 2398711"/>
              <a:gd name="connsiteX25597" fmla="*/ 1844579 w 2119654"/>
              <a:gd name="connsiteY25597" fmla="*/ 1218839 h 2398711"/>
              <a:gd name="connsiteX25598" fmla="*/ 1838102 w 2119654"/>
              <a:gd name="connsiteY25598" fmla="*/ 1226850 h 2398711"/>
              <a:gd name="connsiteX25599" fmla="*/ 1839801 w 2119654"/>
              <a:gd name="connsiteY25599" fmla="*/ 1225776 h 2398711"/>
              <a:gd name="connsiteX25600" fmla="*/ 1845426 w 2119654"/>
              <a:gd name="connsiteY25600" fmla="*/ 1221230 h 2398711"/>
              <a:gd name="connsiteX25601" fmla="*/ 1845373 w 2119654"/>
              <a:gd name="connsiteY25601" fmla="*/ 1221636 h 2398711"/>
              <a:gd name="connsiteX25602" fmla="*/ 1836564 w 2119654"/>
              <a:gd name="connsiteY25602" fmla="*/ 1228753 h 2398711"/>
              <a:gd name="connsiteX25603" fmla="*/ 1826104 w 2119654"/>
              <a:gd name="connsiteY25603" fmla="*/ 1250815 h 2398711"/>
              <a:gd name="connsiteX25604" fmla="*/ 1825749 w 2119654"/>
              <a:gd name="connsiteY25604" fmla="*/ 1251769 h 2398711"/>
              <a:gd name="connsiteX25605" fmla="*/ 1826892 w 2119654"/>
              <a:gd name="connsiteY25605" fmla="*/ 1250312 h 2398711"/>
              <a:gd name="connsiteX25606" fmla="*/ 1827099 w 2119654"/>
              <a:gd name="connsiteY25606" fmla="*/ 1248143 h 2398711"/>
              <a:gd name="connsiteX25607" fmla="*/ 1826864 w 2119654"/>
              <a:gd name="connsiteY25607" fmla="*/ 1248774 h 2398711"/>
              <a:gd name="connsiteX25608" fmla="*/ 1829336 w 2119654"/>
              <a:gd name="connsiteY25608" fmla="*/ 1247198 h 2398711"/>
              <a:gd name="connsiteX25609" fmla="*/ 1832941 w 2119654"/>
              <a:gd name="connsiteY25609" fmla="*/ 1242604 h 2398711"/>
              <a:gd name="connsiteX25610" fmla="*/ 1834679 w 2119654"/>
              <a:gd name="connsiteY25610" fmla="*/ 1231084 h 2398711"/>
              <a:gd name="connsiteX25611" fmla="*/ 1835282 w 2119654"/>
              <a:gd name="connsiteY25611" fmla="*/ 1230627 h 2398711"/>
              <a:gd name="connsiteX25612" fmla="*/ 1835119 w 2119654"/>
              <a:gd name="connsiteY25612" fmla="*/ 1230539 h 2398711"/>
              <a:gd name="connsiteX25613" fmla="*/ 1423115 w 2119654"/>
              <a:gd name="connsiteY25613" fmla="*/ 2152574 h 2398711"/>
              <a:gd name="connsiteX25614" fmla="*/ 1423079 w 2119654"/>
              <a:gd name="connsiteY25614" fmla="*/ 2152734 h 2398711"/>
              <a:gd name="connsiteX25615" fmla="*/ 1426453 w 2119654"/>
              <a:gd name="connsiteY25615" fmla="*/ 2153449 h 2398711"/>
              <a:gd name="connsiteX25616" fmla="*/ 1426519 w 2119654"/>
              <a:gd name="connsiteY25616" fmla="*/ 2153362 h 2398711"/>
              <a:gd name="connsiteX25617" fmla="*/ 1426504 w 2119654"/>
              <a:gd name="connsiteY25617" fmla="*/ 2152822 h 2398711"/>
              <a:gd name="connsiteX25618" fmla="*/ 1808515 w 2119654"/>
              <a:gd name="connsiteY25618" fmla="*/ 1289392 h 2398711"/>
              <a:gd name="connsiteX25619" fmla="*/ 1810761 w 2119654"/>
              <a:gd name="connsiteY25619" fmla="*/ 1287648 h 2398711"/>
              <a:gd name="connsiteX25620" fmla="*/ 1809749 w 2119654"/>
              <a:gd name="connsiteY25620" fmla="*/ 1287179 h 2398711"/>
              <a:gd name="connsiteX25621" fmla="*/ 1809344 w 2119654"/>
              <a:gd name="connsiteY25621" fmla="*/ 1287798 h 2398711"/>
              <a:gd name="connsiteX25622" fmla="*/ 1802417 w 2119654"/>
              <a:gd name="connsiteY25622" fmla="*/ 1302861 h 2398711"/>
              <a:gd name="connsiteX25623" fmla="*/ 1803109 w 2119654"/>
              <a:gd name="connsiteY25623" fmla="*/ 1303223 h 2398711"/>
              <a:gd name="connsiteX25624" fmla="*/ 1806099 w 2119654"/>
              <a:gd name="connsiteY25624" fmla="*/ 1298956 h 2398711"/>
              <a:gd name="connsiteX25625" fmla="*/ 1805468 w 2119654"/>
              <a:gd name="connsiteY25625" fmla="*/ 1299309 h 2398711"/>
              <a:gd name="connsiteX25626" fmla="*/ 1834845 w 2119654"/>
              <a:gd name="connsiteY25626" fmla="*/ 1230142 h 2398711"/>
              <a:gd name="connsiteX25627" fmla="*/ 1834982 w 2119654"/>
              <a:gd name="connsiteY25627" fmla="*/ 1230216 h 2398711"/>
              <a:gd name="connsiteX25628" fmla="*/ 1835412 w 2119654"/>
              <a:gd name="connsiteY25628" fmla="*/ 1229684 h 2398711"/>
              <a:gd name="connsiteX25629" fmla="*/ 1428971 w 2119654"/>
              <a:gd name="connsiteY25629" fmla="*/ 2138969 h 2398711"/>
              <a:gd name="connsiteX25630" fmla="*/ 1429020 w 2119654"/>
              <a:gd name="connsiteY25630" fmla="*/ 2140636 h 2398711"/>
              <a:gd name="connsiteX25631" fmla="*/ 1432603 w 2119654"/>
              <a:gd name="connsiteY25631" fmla="*/ 2142069 h 2398711"/>
              <a:gd name="connsiteX25632" fmla="*/ 1432716 w 2119654"/>
              <a:gd name="connsiteY25632" fmla="*/ 2141773 h 2398711"/>
              <a:gd name="connsiteX25633" fmla="*/ 1432607 w 2119654"/>
              <a:gd name="connsiteY25633" fmla="*/ 2142070 h 2398711"/>
              <a:gd name="connsiteX25634" fmla="*/ 1434132 w 2119654"/>
              <a:gd name="connsiteY25634" fmla="*/ 2142680 h 2398711"/>
              <a:gd name="connsiteX25635" fmla="*/ 1435106 w 2119654"/>
              <a:gd name="connsiteY25635" fmla="*/ 2141166 h 2398711"/>
              <a:gd name="connsiteX25636" fmla="*/ 1433302 w 2119654"/>
              <a:gd name="connsiteY25636" fmla="*/ 2140235 h 2398711"/>
              <a:gd name="connsiteX25637" fmla="*/ 1432716 w 2119654"/>
              <a:gd name="connsiteY25637" fmla="*/ 2141773 h 2398711"/>
              <a:gd name="connsiteX25638" fmla="*/ 1433286 w 2119654"/>
              <a:gd name="connsiteY25638" fmla="*/ 2140227 h 2398711"/>
              <a:gd name="connsiteX25639" fmla="*/ 1431252 w 2119654"/>
              <a:gd name="connsiteY25639" fmla="*/ 2139177 h 2398711"/>
              <a:gd name="connsiteX25640" fmla="*/ 1806242 w 2119654"/>
              <a:gd name="connsiteY25640" fmla="*/ 1293763 h 2398711"/>
              <a:gd name="connsiteX25641" fmla="*/ 1807588 w 2119654"/>
              <a:gd name="connsiteY25641" fmla="*/ 1296458 h 2398711"/>
              <a:gd name="connsiteX25642" fmla="*/ 1809002 w 2119654"/>
              <a:gd name="connsiteY25642" fmla="*/ 1294811 h 2398711"/>
              <a:gd name="connsiteX25643" fmla="*/ 1813220 w 2119654"/>
              <a:gd name="connsiteY25643" fmla="*/ 1288792 h 2398711"/>
              <a:gd name="connsiteX25644" fmla="*/ 1811465 w 2119654"/>
              <a:gd name="connsiteY25644" fmla="*/ 1287977 h 2398711"/>
              <a:gd name="connsiteX25645" fmla="*/ 1807742 w 2119654"/>
              <a:gd name="connsiteY25645" fmla="*/ 1290879 h 2398711"/>
              <a:gd name="connsiteX25646" fmla="*/ 1423595 w 2119654"/>
              <a:gd name="connsiteY25646" fmla="*/ 2150454 h 2398711"/>
              <a:gd name="connsiteX25647" fmla="*/ 1423173 w 2119654"/>
              <a:gd name="connsiteY25647" fmla="*/ 2152320 h 2398711"/>
              <a:gd name="connsiteX25648" fmla="*/ 1426496 w 2119654"/>
              <a:gd name="connsiteY25648" fmla="*/ 2152563 h 2398711"/>
              <a:gd name="connsiteX25649" fmla="*/ 1426418 w 2119654"/>
              <a:gd name="connsiteY25649" fmla="*/ 2149890 h 2398711"/>
              <a:gd name="connsiteX25650" fmla="*/ 1801799 w 2119654"/>
              <a:gd name="connsiteY25650" fmla="*/ 1303580 h 2398711"/>
              <a:gd name="connsiteX25651" fmla="*/ 1800874 w 2119654"/>
              <a:gd name="connsiteY25651" fmla="*/ 1306054 h 2398711"/>
              <a:gd name="connsiteX25652" fmla="*/ 1800944 w 2119654"/>
              <a:gd name="connsiteY25652" fmla="*/ 1306093 h 2398711"/>
              <a:gd name="connsiteX25653" fmla="*/ 1801571 w 2119654"/>
              <a:gd name="connsiteY25653" fmla="*/ 1305418 h 2398711"/>
              <a:gd name="connsiteX25654" fmla="*/ 1802764 w 2119654"/>
              <a:gd name="connsiteY25654" fmla="*/ 1303715 h 2398711"/>
              <a:gd name="connsiteX25655" fmla="*/ 1802019 w 2119654"/>
              <a:gd name="connsiteY25655" fmla="*/ 1303324 h 2398711"/>
              <a:gd name="connsiteX25656" fmla="*/ 1384744 w 2119654"/>
              <a:gd name="connsiteY25656" fmla="*/ 2237161 h 2398711"/>
              <a:gd name="connsiteX25657" fmla="*/ 1402088 w 2119654"/>
              <a:gd name="connsiteY25657" fmla="*/ 2249281 h 2398711"/>
              <a:gd name="connsiteX25658" fmla="*/ 1403857 w 2119654"/>
              <a:gd name="connsiteY25658" fmla="*/ 2244377 h 2398711"/>
              <a:gd name="connsiteX25659" fmla="*/ 1404792 w 2119654"/>
              <a:gd name="connsiteY25659" fmla="*/ 2226682 h 2398711"/>
              <a:gd name="connsiteX25660" fmla="*/ 1396720 w 2119654"/>
              <a:gd name="connsiteY25660" fmla="*/ 2224061 h 2398711"/>
              <a:gd name="connsiteX25661" fmla="*/ 1395961 w 2119654"/>
              <a:gd name="connsiteY25661" fmla="*/ 2225079 h 2398711"/>
              <a:gd name="connsiteX25662" fmla="*/ 1404522 w 2119654"/>
              <a:gd name="connsiteY25662" fmla="*/ 2231275 h 2398711"/>
              <a:gd name="connsiteX25663" fmla="*/ 1404080 w 2119654"/>
              <a:gd name="connsiteY25663" fmla="*/ 2231334 h 2398711"/>
              <a:gd name="connsiteX25664" fmla="*/ 1395777 w 2119654"/>
              <a:gd name="connsiteY25664" fmla="*/ 2225325 h 2398711"/>
              <a:gd name="connsiteX25665" fmla="*/ 1392283 w 2119654"/>
              <a:gd name="connsiteY25665" fmla="*/ 2230006 h 2398711"/>
              <a:gd name="connsiteX25666" fmla="*/ 1392121 w 2119654"/>
              <a:gd name="connsiteY25666" fmla="*/ 2230049 h 2398711"/>
              <a:gd name="connsiteX25667" fmla="*/ 1395693 w 2119654"/>
              <a:gd name="connsiteY25667" fmla="*/ 2225264 h 2398711"/>
              <a:gd name="connsiteX25668" fmla="*/ 1395057 w 2119654"/>
              <a:gd name="connsiteY25668" fmla="*/ 2224803 h 2398711"/>
              <a:gd name="connsiteX25669" fmla="*/ 1390139 w 2119654"/>
              <a:gd name="connsiteY25669" fmla="*/ 2230947 h 2398711"/>
              <a:gd name="connsiteX25670" fmla="*/ 1839953 w 2119654"/>
              <a:gd name="connsiteY25670" fmla="*/ 1217706 h 2398711"/>
              <a:gd name="connsiteX25671" fmla="*/ 1847354 w 2119654"/>
              <a:gd name="connsiteY25671" fmla="*/ 1211544 h 2398711"/>
              <a:gd name="connsiteX25672" fmla="*/ 1848439 w 2119654"/>
              <a:gd name="connsiteY25672" fmla="*/ 1201166 h 2398711"/>
              <a:gd name="connsiteX25673" fmla="*/ 1848417 w 2119654"/>
              <a:gd name="connsiteY25673" fmla="*/ 1201213 h 2398711"/>
              <a:gd name="connsiteX25674" fmla="*/ 1802849 w 2119654"/>
              <a:gd name="connsiteY25674" fmla="*/ 1300772 h 2398711"/>
              <a:gd name="connsiteX25675" fmla="*/ 1802126 w 2119654"/>
              <a:gd name="connsiteY25675" fmla="*/ 1302707 h 2398711"/>
              <a:gd name="connsiteX25676" fmla="*/ 1802191 w 2119654"/>
              <a:gd name="connsiteY25676" fmla="*/ 1302742 h 2398711"/>
              <a:gd name="connsiteX25677" fmla="*/ 1804837 w 2119654"/>
              <a:gd name="connsiteY25677" fmla="*/ 1299661 h 2398711"/>
              <a:gd name="connsiteX25678" fmla="*/ 1803069 w 2119654"/>
              <a:gd name="connsiteY25678" fmla="*/ 1300184 h 2398711"/>
              <a:gd name="connsiteX25679" fmla="*/ 1802958 w 2119654"/>
              <a:gd name="connsiteY25679" fmla="*/ 1300482 h 2398711"/>
              <a:gd name="connsiteX25680" fmla="*/ 1805216 w 2119654"/>
              <a:gd name="connsiteY25680" fmla="*/ 1299220 h 2398711"/>
              <a:gd name="connsiteX25681" fmla="*/ 1806023 w 2119654"/>
              <a:gd name="connsiteY25681" fmla="*/ 1298280 h 2398711"/>
              <a:gd name="connsiteX25682" fmla="*/ 1874498 w 2119654"/>
              <a:gd name="connsiteY25682" fmla="*/ 1140148 h 2398711"/>
              <a:gd name="connsiteX25683" fmla="*/ 1877838 w 2119654"/>
              <a:gd name="connsiteY25683" fmla="*/ 1136590 h 2398711"/>
              <a:gd name="connsiteX25684" fmla="*/ 1879578 w 2119654"/>
              <a:gd name="connsiteY25684" fmla="*/ 1132839 h 2398711"/>
              <a:gd name="connsiteX25685" fmla="*/ 1803499 w 2119654"/>
              <a:gd name="connsiteY25685" fmla="*/ 1299035 h 2398711"/>
              <a:gd name="connsiteX25686" fmla="*/ 1803260 w 2119654"/>
              <a:gd name="connsiteY25686" fmla="*/ 1299673 h 2398711"/>
              <a:gd name="connsiteX25687" fmla="*/ 1806768 w 2119654"/>
              <a:gd name="connsiteY25687" fmla="*/ 1297414 h 2398711"/>
              <a:gd name="connsiteX25688" fmla="*/ 1806835 w 2119654"/>
              <a:gd name="connsiteY25688" fmla="*/ 1297336 h 2398711"/>
              <a:gd name="connsiteX25689" fmla="*/ 1805574 w 2119654"/>
              <a:gd name="connsiteY25689" fmla="*/ 1295047 h 2398711"/>
              <a:gd name="connsiteX25690" fmla="*/ 1838684 w 2119654"/>
              <a:gd name="connsiteY25690" fmla="*/ 1220180 h 2398711"/>
              <a:gd name="connsiteX25691" fmla="*/ 1847283 w 2119654"/>
              <a:gd name="connsiteY25691" fmla="*/ 1212230 h 2398711"/>
              <a:gd name="connsiteX25692" fmla="*/ 1847292 w 2119654"/>
              <a:gd name="connsiteY25692" fmla="*/ 1212139 h 2398711"/>
              <a:gd name="connsiteX25693" fmla="*/ 1839467 w 2119654"/>
              <a:gd name="connsiteY25693" fmla="*/ 1218655 h 2398711"/>
              <a:gd name="connsiteX25694" fmla="*/ 1453742 w 2119654"/>
              <a:gd name="connsiteY25694" fmla="*/ 2081993 h 2398711"/>
              <a:gd name="connsiteX25695" fmla="*/ 1453807 w 2119654"/>
              <a:gd name="connsiteY25695" fmla="*/ 2082015 h 2398711"/>
              <a:gd name="connsiteX25696" fmla="*/ 1453888 w 2119654"/>
              <a:gd name="connsiteY25696" fmla="*/ 2081865 h 2398711"/>
              <a:gd name="connsiteX25697" fmla="*/ 1832399 w 2119654"/>
              <a:gd name="connsiteY25697" fmla="*/ 1233912 h 2398711"/>
              <a:gd name="connsiteX25698" fmla="*/ 1827291 w 2119654"/>
              <a:gd name="connsiteY25698" fmla="*/ 1247630 h 2398711"/>
              <a:gd name="connsiteX25699" fmla="*/ 1833876 w 2119654"/>
              <a:gd name="connsiteY25699" fmla="*/ 1241385 h 2398711"/>
              <a:gd name="connsiteX25700" fmla="*/ 1836688 w 2119654"/>
              <a:gd name="connsiteY25700" fmla="*/ 1237698 h 2398711"/>
              <a:gd name="connsiteX25701" fmla="*/ 1839622 w 2119654"/>
              <a:gd name="connsiteY25701" fmla="*/ 1232914 h 2398711"/>
              <a:gd name="connsiteX25702" fmla="*/ 1836208 w 2119654"/>
              <a:gd name="connsiteY25702" fmla="*/ 1231113 h 2398711"/>
              <a:gd name="connsiteX25703" fmla="*/ 1847926 w 2119654"/>
              <a:gd name="connsiteY25703" fmla="*/ 1199103 h 2398711"/>
              <a:gd name="connsiteX25704" fmla="*/ 1847957 w 2119654"/>
              <a:gd name="connsiteY25704" fmla="*/ 1199134 h 2398711"/>
              <a:gd name="connsiteX25705" fmla="*/ 1848045 w 2119654"/>
              <a:gd name="connsiteY25705" fmla="*/ 1199074 h 2398711"/>
              <a:gd name="connsiteX25706" fmla="*/ 1848215 w 2119654"/>
              <a:gd name="connsiteY25706" fmla="*/ 1198742 h 2398711"/>
              <a:gd name="connsiteX25707" fmla="*/ 1469013 w 2119654"/>
              <a:gd name="connsiteY25707" fmla="*/ 2047371 h 2398711"/>
              <a:gd name="connsiteX25708" fmla="*/ 1469626 w 2119654"/>
              <a:gd name="connsiteY25708" fmla="*/ 2047661 h 2398711"/>
              <a:gd name="connsiteX25709" fmla="*/ 1469790 w 2119654"/>
              <a:gd name="connsiteY25709" fmla="*/ 2047228 h 2398711"/>
              <a:gd name="connsiteX25710" fmla="*/ 1434887 w 2119654"/>
              <a:gd name="connsiteY25710" fmla="*/ 2123630 h 2398711"/>
              <a:gd name="connsiteX25711" fmla="*/ 1437346 w 2119654"/>
              <a:gd name="connsiteY25711" fmla="*/ 2123658 h 2398711"/>
              <a:gd name="connsiteX25712" fmla="*/ 1438715 w 2119654"/>
              <a:gd name="connsiteY25712" fmla="*/ 2123392 h 2398711"/>
              <a:gd name="connsiteX25713" fmla="*/ 1439227 w 2119654"/>
              <a:gd name="connsiteY25713" fmla="*/ 2122837 h 2398711"/>
              <a:gd name="connsiteX25714" fmla="*/ 1439604 w 2119654"/>
              <a:gd name="connsiteY25714" fmla="*/ 2120414 h 2398711"/>
              <a:gd name="connsiteX25715" fmla="*/ 1438275 w 2119654"/>
              <a:gd name="connsiteY25715" fmla="*/ 2120379 h 2398711"/>
              <a:gd name="connsiteX25716" fmla="*/ 1435954 w 2119654"/>
              <a:gd name="connsiteY25716" fmla="*/ 2122195 h 2398711"/>
              <a:gd name="connsiteX25717" fmla="*/ 1833354 w 2119654"/>
              <a:gd name="connsiteY25717" fmla="*/ 1231346 h 2398711"/>
              <a:gd name="connsiteX25718" fmla="*/ 1832969 w 2119654"/>
              <a:gd name="connsiteY25718" fmla="*/ 1232382 h 2398711"/>
              <a:gd name="connsiteX25719" fmla="*/ 1833421 w 2119654"/>
              <a:gd name="connsiteY25719" fmla="*/ 1232038 h 2398711"/>
              <a:gd name="connsiteX25720" fmla="*/ 1834542 w 2119654"/>
              <a:gd name="connsiteY25720" fmla="*/ 1230760 h 2398711"/>
              <a:gd name="connsiteX25721" fmla="*/ 1834839 w 2119654"/>
              <a:gd name="connsiteY25721" fmla="*/ 1230392 h 2398711"/>
              <a:gd name="connsiteX25722" fmla="*/ 1834655 w 2119654"/>
              <a:gd name="connsiteY25722" fmla="*/ 1230295 h 2398711"/>
              <a:gd name="connsiteX25723" fmla="*/ 1421899 w 2119654"/>
              <a:gd name="connsiteY25723" fmla="*/ 2152484 h 2398711"/>
              <a:gd name="connsiteX25724" fmla="*/ 1422896 w 2119654"/>
              <a:gd name="connsiteY25724" fmla="*/ 2152696 h 2398711"/>
              <a:gd name="connsiteX25725" fmla="*/ 1422927 w 2119654"/>
              <a:gd name="connsiteY25725" fmla="*/ 2152560 h 2398711"/>
              <a:gd name="connsiteX25726" fmla="*/ 1833895 w 2119654"/>
              <a:gd name="connsiteY25726" fmla="*/ 1229895 h 2398711"/>
              <a:gd name="connsiteX25727" fmla="*/ 1833547 w 2119654"/>
              <a:gd name="connsiteY25727" fmla="*/ 1230828 h 2398711"/>
              <a:gd name="connsiteX25728" fmla="*/ 1834384 w 2119654"/>
              <a:gd name="connsiteY25728" fmla="*/ 1230152 h 2398711"/>
              <a:gd name="connsiteX25729" fmla="*/ 1833996 w 2119654"/>
              <a:gd name="connsiteY25729" fmla="*/ 1229621 h 2398711"/>
              <a:gd name="connsiteX25730" fmla="*/ 1833973 w 2119654"/>
              <a:gd name="connsiteY25730" fmla="*/ 1229683 h 2398711"/>
              <a:gd name="connsiteX25731" fmla="*/ 1834573 w 2119654"/>
              <a:gd name="connsiteY25731" fmla="*/ 1229999 h 2398711"/>
              <a:gd name="connsiteX25732" fmla="*/ 1836257 w 2119654"/>
              <a:gd name="connsiteY25732" fmla="*/ 1228638 h 2398711"/>
              <a:gd name="connsiteX25733" fmla="*/ 1836999 w 2119654"/>
              <a:gd name="connsiteY25733" fmla="*/ 1227721 h 2398711"/>
              <a:gd name="connsiteX25734" fmla="*/ 1834415 w 2119654"/>
              <a:gd name="connsiteY25734" fmla="*/ 1228496 h 2398711"/>
              <a:gd name="connsiteX25735" fmla="*/ 1834082 w 2119654"/>
              <a:gd name="connsiteY25735" fmla="*/ 1229394 h 2398711"/>
              <a:gd name="connsiteX25736" fmla="*/ 1837286 w 2119654"/>
              <a:gd name="connsiteY25736" fmla="*/ 1227367 h 2398711"/>
              <a:gd name="connsiteX25737" fmla="*/ 1842999 w 2119654"/>
              <a:gd name="connsiteY25737" fmla="*/ 1220300 h 2398711"/>
              <a:gd name="connsiteX25738" fmla="*/ 1834672 w 2119654"/>
              <a:gd name="connsiteY25738" fmla="*/ 1227997 h 2398711"/>
              <a:gd name="connsiteX25739" fmla="*/ 1390734 w 2119654"/>
              <a:gd name="connsiteY25739" fmla="*/ 2221676 h 2398711"/>
              <a:gd name="connsiteX25740" fmla="*/ 1390723 w 2119654"/>
              <a:gd name="connsiteY25740" fmla="*/ 2221796 h 2398711"/>
              <a:gd name="connsiteX25741" fmla="*/ 1391059 w 2119654"/>
              <a:gd name="connsiteY25741" fmla="*/ 2221910 h 2398711"/>
              <a:gd name="connsiteX25742" fmla="*/ 1411429 w 2119654"/>
              <a:gd name="connsiteY25742" fmla="*/ 2175177 h 2398711"/>
              <a:gd name="connsiteX25743" fmla="*/ 1419182 w 2119654"/>
              <a:gd name="connsiteY25743" fmla="*/ 2176970 h 2398711"/>
              <a:gd name="connsiteX25744" fmla="*/ 1421009 w 2119654"/>
              <a:gd name="connsiteY25744" fmla="*/ 2172477 h 2398711"/>
              <a:gd name="connsiteX25745" fmla="*/ 1422518 w 2119654"/>
              <a:gd name="connsiteY25745" fmla="*/ 2168519 h 2398711"/>
              <a:gd name="connsiteX25746" fmla="*/ 1415461 w 2119654"/>
              <a:gd name="connsiteY25746" fmla="*/ 2169815 h 2398711"/>
              <a:gd name="connsiteX25747" fmla="*/ 1452288 w 2119654"/>
              <a:gd name="connsiteY25747" fmla="*/ 2083371 h 2398711"/>
              <a:gd name="connsiteX25748" fmla="*/ 1452129 w 2119654"/>
              <a:gd name="connsiteY25748" fmla="*/ 2083969 h 2398711"/>
              <a:gd name="connsiteX25749" fmla="*/ 1452870 w 2119654"/>
              <a:gd name="connsiteY25749" fmla="*/ 2083571 h 2398711"/>
              <a:gd name="connsiteX25750" fmla="*/ 1872006 w 2119654"/>
              <a:gd name="connsiteY25750" fmla="*/ 1143327 h 2398711"/>
              <a:gd name="connsiteX25751" fmla="*/ 1874403 w 2119654"/>
              <a:gd name="connsiteY25751" fmla="*/ 1144000 h 2398711"/>
              <a:gd name="connsiteX25752" fmla="*/ 1877433 w 2119654"/>
              <a:gd name="connsiteY25752" fmla="*/ 1137464 h 2398711"/>
              <a:gd name="connsiteX25753" fmla="*/ 1872697 w 2119654"/>
              <a:gd name="connsiteY25753" fmla="*/ 1142507 h 2398711"/>
              <a:gd name="connsiteX25754" fmla="*/ 1429442 w 2119654"/>
              <a:gd name="connsiteY25754" fmla="*/ 2134134 h 2398711"/>
              <a:gd name="connsiteX25755" fmla="*/ 1429690 w 2119654"/>
              <a:gd name="connsiteY25755" fmla="*/ 2134311 h 2398711"/>
              <a:gd name="connsiteX25756" fmla="*/ 1434544 w 2119654"/>
              <a:gd name="connsiteY25756" fmla="*/ 2136816 h 2398711"/>
              <a:gd name="connsiteX25757" fmla="*/ 1435625 w 2119654"/>
              <a:gd name="connsiteY25757" fmla="*/ 2133887 h 2398711"/>
              <a:gd name="connsiteX25758" fmla="*/ 1433112 w 2119654"/>
              <a:gd name="connsiteY25758" fmla="*/ 2132633 h 2398711"/>
              <a:gd name="connsiteX25759" fmla="*/ 1432199 w 2119654"/>
              <a:gd name="connsiteY25759" fmla="*/ 2132130 h 2398711"/>
              <a:gd name="connsiteX25760" fmla="*/ 1431005 w 2119654"/>
              <a:gd name="connsiteY25760" fmla="*/ 2132570 h 2398711"/>
              <a:gd name="connsiteX25761" fmla="*/ 1468088 w 2119654"/>
              <a:gd name="connsiteY25761" fmla="*/ 2047541 h 2398711"/>
              <a:gd name="connsiteX25762" fmla="*/ 1467993 w 2119654"/>
              <a:gd name="connsiteY25762" fmla="*/ 2048695 h 2398711"/>
              <a:gd name="connsiteX25763" fmla="*/ 1468858 w 2119654"/>
              <a:gd name="connsiteY25763" fmla="*/ 2048655 h 2398711"/>
              <a:gd name="connsiteX25764" fmla="*/ 1469508 w 2119654"/>
              <a:gd name="connsiteY25764" fmla="*/ 2047968 h 2398711"/>
              <a:gd name="connsiteX25765" fmla="*/ 1469526 w 2119654"/>
              <a:gd name="connsiteY25765" fmla="*/ 2047921 h 2398711"/>
              <a:gd name="connsiteX25766" fmla="*/ 1468545 w 2119654"/>
              <a:gd name="connsiteY25766" fmla="*/ 2047457 h 2398711"/>
              <a:gd name="connsiteX25767" fmla="*/ 1466505 w 2119654"/>
              <a:gd name="connsiteY25767" fmla="*/ 2050685 h 2398711"/>
              <a:gd name="connsiteX25768" fmla="*/ 1466512 w 2119654"/>
              <a:gd name="connsiteY25768" fmla="*/ 2050686 h 2398711"/>
              <a:gd name="connsiteX25769" fmla="*/ 1466512 w 2119654"/>
              <a:gd name="connsiteY25769" fmla="*/ 2050685 h 2398711"/>
              <a:gd name="connsiteX25770" fmla="*/ 1463785 w 2119654"/>
              <a:gd name="connsiteY25770" fmla="*/ 2056689 h 2398711"/>
              <a:gd name="connsiteX25771" fmla="*/ 1463948 w 2119654"/>
              <a:gd name="connsiteY25771" fmla="*/ 2056786 h 2398711"/>
              <a:gd name="connsiteX25772" fmla="*/ 1464410 w 2119654"/>
              <a:gd name="connsiteY25772" fmla="*/ 2056947 h 2398711"/>
              <a:gd name="connsiteX25773" fmla="*/ 1465042 w 2119654"/>
              <a:gd name="connsiteY25773" fmla="*/ 2057117 h 2398711"/>
              <a:gd name="connsiteX25774" fmla="*/ 1466079 w 2119654"/>
              <a:gd name="connsiteY25774" fmla="*/ 2055930 h 2398711"/>
              <a:gd name="connsiteX25775" fmla="*/ 1466178 w 2119654"/>
              <a:gd name="connsiteY25775" fmla="*/ 2054732 h 2398711"/>
              <a:gd name="connsiteX25776" fmla="*/ 1465737 w 2119654"/>
              <a:gd name="connsiteY25776" fmla="*/ 2054627 h 2398711"/>
              <a:gd name="connsiteX25777" fmla="*/ 1856448 w 2119654"/>
              <a:gd name="connsiteY25777" fmla="*/ 1177227 h 2398711"/>
              <a:gd name="connsiteX25778" fmla="*/ 1856308 w 2119654"/>
              <a:gd name="connsiteY25778" fmla="*/ 1182974 h 2398711"/>
              <a:gd name="connsiteX25779" fmla="*/ 1856519 w 2119654"/>
              <a:gd name="connsiteY25779" fmla="*/ 1182564 h 2398711"/>
              <a:gd name="connsiteX25780" fmla="*/ 1863383 w 2119654"/>
              <a:gd name="connsiteY25780" fmla="*/ 1167761 h 2398711"/>
              <a:gd name="connsiteX25781" fmla="*/ 1466260 w 2119654"/>
              <a:gd name="connsiteY25781" fmla="*/ 2050883 h 2398711"/>
              <a:gd name="connsiteX25782" fmla="*/ 1466383 w 2119654"/>
              <a:gd name="connsiteY25782" fmla="*/ 2051268 h 2398711"/>
              <a:gd name="connsiteX25783" fmla="*/ 1466471 w 2119654"/>
              <a:gd name="connsiteY25783" fmla="*/ 2051176 h 2398711"/>
              <a:gd name="connsiteX25784" fmla="*/ 1466492 w 2119654"/>
              <a:gd name="connsiteY25784" fmla="*/ 2050925 h 2398711"/>
              <a:gd name="connsiteX25785" fmla="*/ 1425787 w 2119654"/>
              <a:gd name="connsiteY25785" fmla="*/ 2140776 h 2398711"/>
              <a:gd name="connsiteX25786" fmla="*/ 1424200 w 2119654"/>
              <a:gd name="connsiteY25786" fmla="*/ 2147781 h 2398711"/>
              <a:gd name="connsiteX25787" fmla="*/ 1424530 w 2119654"/>
              <a:gd name="connsiteY25787" fmla="*/ 2147900 h 2398711"/>
              <a:gd name="connsiteX25788" fmla="*/ 1426354 w 2119654"/>
              <a:gd name="connsiteY25788" fmla="*/ 2147672 h 2398711"/>
              <a:gd name="connsiteX25789" fmla="*/ 1426159 w 2119654"/>
              <a:gd name="connsiteY25789" fmla="*/ 2140898 h 2398711"/>
              <a:gd name="connsiteX25790" fmla="*/ 1450493 w 2119654"/>
              <a:gd name="connsiteY25790" fmla="*/ 2084851 h 2398711"/>
              <a:gd name="connsiteX25791" fmla="*/ 1450675 w 2119654"/>
              <a:gd name="connsiteY25791" fmla="*/ 2084753 h 2398711"/>
              <a:gd name="connsiteX25792" fmla="*/ 1450699 w 2119654"/>
              <a:gd name="connsiteY25792" fmla="*/ 2084670 h 2398711"/>
              <a:gd name="connsiteX25793" fmla="*/ 1428810 w 2119654"/>
              <a:gd name="connsiteY25793" fmla="*/ 2133381 h 2398711"/>
              <a:gd name="connsiteX25794" fmla="*/ 1428819 w 2119654"/>
              <a:gd name="connsiteY25794" fmla="*/ 2133685 h 2398711"/>
              <a:gd name="connsiteX25795" fmla="*/ 1429058 w 2119654"/>
              <a:gd name="connsiteY25795" fmla="*/ 2133857 h 2398711"/>
              <a:gd name="connsiteX25796" fmla="*/ 1429853 w 2119654"/>
              <a:gd name="connsiteY25796" fmla="*/ 2132995 h 2398711"/>
              <a:gd name="connsiteX25797" fmla="*/ 1426113 w 2119654"/>
              <a:gd name="connsiteY25797" fmla="*/ 2139335 h 2398711"/>
              <a:gd name="connsiteX25798" fmla="*/ 1426084 w 2119654"/>
              <a:gd name="connsiteY25798" fmla="*/ 2139463 h 2398711"/>
              <a:gd name="connsiteX25799" fmla="*/ 1426118 w 2119654"/>
              <a:gd name="connsiteY25799" fmla="*/ 2139477 h 2398711"/>
              <a:gd name="connsiteX25800" fmla="*/ 1407357 w 2119654"/>
              <a:gd name="connsiteY25800" fmla="*/ 2180593 h 2398711"/>
              <a:gd name="connsiteX25801" fmla="*/ 1407283 w 2119654"/>
              <a:gd name="connsiteY25801" fmla="*/ 2186650 h 2398711"/>
              <a:gd name="connsiteX25802" fmla="*/ 1406946 w 2119654"/>
              <a:gd name="connsiteY25802" fmla="*/ 2193017 h 2398711"/>
              <a:gd name="connsiteX25803" fmla="*/ 1415080 w 2119654"/>
              <a:gd name="connsiteY25803" fmla="*/ 2197739 h 2398711"/>
              <a:gd name="connsiteX25804" fmla="*/ 1422296 w 2119654"/>
              <a:gd name="connsiteY25804" fmla="*/ 2187377 h 2398711"/>
              <a:gd name="connsiteX25805" fmla="*/ 1423524 w 2119654"/>
              <a:gd name="connsiteY25805" fmla="*/ 2182625 h 2398711"/>
              <a:gd name="connsiteX25806" fmla="*/ 1424105 w 2119654"/>
              <a:gd name="connsiteY25806" fmla="*/ 2178266 h 2398711"/>
              <a:gd name="connsiteX25807" fmla="*/ 1419184 w 2119654"/>
              <a:gd name="connsiteY25807" fmla="*/ 2177199 h 2398711"/>
              <a:gd name="connsiteX25808" fmla="*/ 1417378 w 2119654"/>
              <a:gd name="connsiteY25808" fmla="*/ 2181639 h 2398711"/>
              <a:gd name="connsiteX25809" fmla="*/ 1417253 w 2119654"/>
              <a:gd name="connsiteY25809" fmla="*/ 2181712 h 2398711"/>
              <a:gd name="connsiteX25810" fmla="*/ 1419097 w 2119654"/>
              <a:gd name="connsiteY25810" fmla="*/ 2177179 h 2398711"/>
              <a:gd name="connsiteX25811" fmla="*/ 1411210 w 2119654"/>
              <a:gd name="connsiteY25811" fmla="*/ 2175469 h 2398711"/>
              <a:gd name="connsiteX25812" fmla="*/ 1391283 w 2119654"/>
              <a:gd name="connsiteY25812" fmla="*/ 2215888 h 2398711"/>
              <a:gd name="connsiteX25813" fmla="*/ 1390768 w 2119654"/>
              <a:gd name="connsiteY25813" fmla="*/ 2221321 h 2398711"/>
              <a:gd name="connsiteX25814" fmla="*/ 1392044 w 2119654"/>
              <a:gd name="connsiteY25814" fmla="*/ 2222244 h 2398711"/>
              <a:gd name="connsiteX25815" fmla="*/ 1395240 w 2119654"/>
              <a:gd name="connsiteY25815" fmla="*/ 2223330 h 2398711"/>
              <a:gd name="connsiteX25816" fmla="*/ 1400579 w 2119654"/>
              <a:gd name="connsiteY25816" fmla="*/ 2216660 h 2398711"/>
              <a:gd name="connsiteX25817" fmla="*/ 1391542 w 2119654"/>
              <a:gd name="connsiteY25817" fmla="*/ 2215919 h 2398711"/>
              <a:gd name="connsiteX25818" fmla="*/ 1459076 w 2119654"/>
              <a:gd name="connsiteY25818" fmla="*/ 2063867 h 2398711"/>
              <a:gd name="connsiteX25819" fmla="*/ 1459011 w 2119654"/>
              <a:gd name="connsiteY25819" fmla="*/ 2064018 h 2398711"/>
              <a:gd name="connsiteX25820" fmla="*/ 1459188 w 2119654"/>
              <a:gd name="connsiteY25820" fmla="*/ 2063815 h 2398711"/>
              <a:gd name="connsiteX25821" fmla="*/ 1378386 w 2119654"/>
              <a:gd name="connsiteY25821" fmla="*/ 2244485 h 2398711"/>
              <a:gd name="connsiteX25822" fmla="*/ 1378665 w 2119654"/>
              <a:gd name="connsiteY25822" fmla="*/ 2244639 h 2398711"/>
              <a:gd name="connsiteX25823" fmla="*/ 1399934 w 2119654"/>
              <a:gd name="connsiteY25823" fmla="*/ 2255252 h 2398711"/>
              <a:gd name="connsiteX25824" fmla="*/ 1401956 w 2119654"/>
              <a:gd name="connsiteY25824" fmla="*/ 2249648 h 2398711"/>
              <a:gd name="connsiteX25825" fmla="*/ 1384497 w 2119654"/>
              <a:gd name="connsiteY25825" fmla="*/ 2237446 h 2398711"/>
              <a:gd name="connsiteX25826" fmla="*/ 1460837 w 2119654"/>
              <a:gd name="connsiteY25826" fmla="*/ 2059803 h 2398711"/>
              <a:gd name="connsiteX25827" fmla="*/ 1460148 w 2119654"/>
              <a:gd name="connsiteY25827" fmla="*/ 2061392 h 2398711"/>
              <a:gd name="connsiteX25828" fmla="*/ 1461892 w 2119654"/>
              <a:gd name="connsiteY25828" fmla="*/ 2060721 h 2398711"/>
              <a:gd name="connsiteX25829" fmla="*/ 1464339 w 2119654"/>
              <a:gd name="connsiteY25829" fmla="*/ 2057921 h 2398711"/>
              <a:gd name="connsiteX25830" fmla="*/ 1462967 w 2119654"/>
              <a:gd name="connsiteY25830" fmla="*/ 2057553 h 2398711"/>
              <a:gd name="connsiteX25831" fmla="*/ 1463327 w 2119654"/>
              <a:gd name="connsiteY25831" fmla="*/ 2054056 h 2398711"/>
              <a:gd name="connsiteX25832" fmla="*/ 1462974 w 2119654"/>
              <a:gd name="connsiteY25832" fmla="*/ 2054871 h 2398711"/>
              <a:gd name="connsiteX25833" fmla="*/ 1463669 w 2119654"/>
              <a:gd name="connsiteY25833" fmla="*/ 2054137 h 2398711"/>
              <a:gd name="connsiteX25834" fmla="*/ 1464751 w 2119654"/>
              <a:gd name="connsiteY25834" fmla="*/ 2050767 h 2398711"/>
              <a:gd name="connsiteX25835" fmla="*/ 1464536 w 2119654"/>
              <a:gd name="connsiteY25835" fmla="*/ 2051263 h 2398711"/>
              <a:gd name="connsiteX25836" fmla="*/ 1465798 w 2119654"/>
              <a:gd name="connsiteY25836" fmla="*/ 2051563 h 2398711"/>
              <a:gd name="connsiteX25837" fmla="*/ 1465538 w 2119654"/>
              <a:gd name="connsiteY25837" fmla="*/ 2050749 h 2398711"/>
              <a:gd name="connsiteX25838" fmla="*/ 1465457 w 2119654"/>
              <a:gd name="connsiteY25838" fmla="*/ 2050734 h 2398711"/>
              <a:gd name="connsiteX25839" fmla="*/ 1465791 w 2119654"/>
              <a:gd name="connsiteY25839" fmla="*/ 2048366 h 2398711"/>
              <a:gd name="connsiteX25840" fmla="*/ 1465600 w 2119654"/>
              <a:gd name="connsiteY25840" fmla="*/ 2048807 h 2398711"/>
              <a:gd name="connsiteX25841" fmla="*/ 1466671 w 2119654"/>
              <a:gd name="connsiteY25841" fmla="*/ 2048757 h 2398711"/>
              <a:gd name="connsiteX25842" fmla="*/ 1466752 w 2119654"/>
              <a:gd name="connsiteY25842" fmla="*/ 2047786 h 2398711"/>
              <a:gd name="connsiteX25843" fmla="*/ 1466549 w 2119654"/>
              <a:gd name="connsiteY25843" fmla="*/ 2047823 h 2398711"/>
              <a:gd name="connsiteX25844" fmla="*/ 1391397 w 2119654"/>
              <a:gd name="connsiteY25844" fmla="*/ 2214696 h 2398711"/>
              <a:gd name="connsiteX25845" fmla="*/ 1391376 w 2119654"/>
              <a:gd name="connsiteY25845" fmla="*/ 2214913 h 2398711"/>
              <a:gd name="connsiteX25846" fmla="*/ 1394817 w 2119654"/>
              <a:gd name="connsiteY25846" fmla="*/ 2215334 h 2398711"/>
              <a:gd name="connsiteX25847" fmla="*/ 1419471 w 2119654"/>
              <a:gd name="connsiteY25847" fmla="*/ 2151278 h 2398711"/>
              <a:gd name="connsiteX25848" fmla="*/ 1421144 w 2119654"/>
              <a:gd name="connsiteY25848" fmla="*/ 2152170 h 2398711"/>
              <a:gd name="connsiteX25849" fmla="*/ 1422984 w 2119654"/>
              <a:gd name="connsiteY25849" fmla="*/ 2152306 h 2398711"/>
              <a:gd name="connsiteX25850" fmla="*/ 1423394 w 2119654"/>
              <a:gd name="connsiteY25850" fmla="*/ 2150494 h 2398711"/>
              <a:gd name="connsiteX25851" fmla="*/ 1840501 w 2119654"/>
              <a:gd name="connsiteY25851" fmla="*/ 1208350 h 2398711"/>
              <a:gd name="connsiteX25852" fmla="*/ 1837110 w 2119654"/>
              <a:gd name="connsiteY25852" fmla="*/ 1220073 h 2398711"/>
              <a:gd name="connsiteX25853" fmla="*/ 1837388 w 2119654"/>
              <a:gd name="connsiteY25853" fmla="*/ 1219842 h 2398711"/>
              <a:gd name="connsiteX25854" fmla="*/ 1847661 w 2119654"/>
              <a:gd name="connsiteY25854" fmla="*/ 1199823 h 2398711"/>
              <a:gd name="connsiteX25855" fmla="*/ 1846962 w 2119654"/>
              <a:gd name="connsiteY25855" fmla="*/ 1200303 h 2398711"/>
              <a:gd name="connsiteX25856" fmla="*/ 1424678 w 2119654"/>
              <a:gd name="connsiteY25856" fmla="*/ 2138902 h 2398711"/>
              <a:gd name="connsiteX25857" fmla="*/ 1425908 w 2119654"/>
              <a:gd name="connsiteY25857" fmla="*/ 2139393 h 2398711"/>
              <a:gd name="connsiteX25858" fmla="*/ 1426065 w 2119654"/>
              <a:gd name="connsiteY25858" fmla="*/ 2138703 h 2398711"/>
              <a:gd name="connsiteX25859" fmla="*/ 1424976 w 2119654"/>
              <a:gd name="connsiteY25859" fmla="*/ 2138603 h 2398711"/>
              <a:gd name="connsiteX25860" fmla="*/ 1474879 w 2119654"/>
              <a:gd name="connsiteY25860" fmla="*/ 2026023 h 2398711"/>
              <a:gd name="connsiteX25861" fmla="*/ 1475833 w 2119654"/>
              <a:gd name="connsiteY25861" fmla="*/ 2026090 h 2398711"/>
              <a:gd name="connsiteX25862" fmla="*/ 1476209 w 2119654"/>
              <a:gd name="connsiteY25862" fmla="*/ 2025993 h 2398711"/>
              <a:gd name="connsiteX25863" fmla="*/ 1476219 w 2119654"/>
              <a:gd name="connsiteY25863" fmla="*/ 2025670 h 2398711"/>
              <a:gd name="connsiteX25864" fmla="*/ 1476202 w 2119654"/>
              <a:gd name="connsiteY25864" fmla="*/ 2025669 h 2398711"/>
              <a:gd name="connsiteX25865" fmla="*/ 1423868 w 2119654"/>
              <a:gd name="connsiteY25865" fmla="*/ 2139712 h 2398711"/>
              <a:gd name="connsiteX25866" fmla="*/ 1424555 w 2119654"/>
              <a:gd name="connsiteY25866" fmla="*/ 2139937 h 2398711"/>
              <a:gd name="connsiteX25867" fmla="*/ 1423903 w 2119654"/>
              <a:gd name="connsiteY25867" fmla="*/ 2139677 h 2398711"/>
              <a:gd name="connsiteX25868" fmla="*/ 1841803 w 2119654"/>
              <a:gd name="connsiteY25868" fmla="*/ 1203845 h 2398711"/>
              <a:gd name="connsiteX25869" fmla="*/ 1840992 w 2119654"/>
              <a:gd name="connsiteY25869" fmla="*/ 1206650 h 2398711"/>
              <a:gd name="connsiteX25870" fmla="*/ 1845320 w 2119654"/>
              <a:gd name="connsiteY25870" fmla="*/ 1201431 h 2398711"/>
              <a:gd name="connsiteX25871" fmla="*/ 1856612 w 2119654"/>
              <a:gd name="connsiteY25871" fmla="*/ 1170569 h 2398711"/>
              <a:gd name="connsiteX25872" fmla="*/ 1856466 w 2119654"/>
              <a:gd name="connsiteY25872" fmla="*/ 1176541 h 2398711"/>
              <a:gd name="connsiteX25873" fmla="*/ 1864220 w 2119654"/>
              <a:gd name="connsiteY25873" fmla="*/ 1165956 h 2398711"/>
              <a:gd name="connsiteX25874" fmla="*/ 1870483 w 2119654"/>
              <a:gd name="connsiteY25874" fmla="*/ 1152450 h 2398711"/>
              <a:gd name="connsiteX25875" fmla="*/ 1860113 w 2119654"/>
              <a:gd name="connsiteY25875" fmla="*/ 1166277 h 2398711"/>
              <a:gd name="connsiteX25876" fmla="*/ 1374360 w 2119654"/>
              <a:gd name="connsiteY25876" fmla="*/ 2249122 h 2398711"/>
              <a:gd name="connsiteX25877" fmla="*/ 1392523 w 2119654"/>
              <a:gd name="connsiteY25877" fmla="*/ 2256380 h 2398711"/>
              <a:gd name="connsiteX25878" fmla="*/ 1398680 w 2119654"/>
              <a:gd name="connsiteY25878" fmla="*/ 2258729 h 2398711"/>
              <a:gd name="connsiteX25879" fmla="*/ 1399797 w 2119654"/>
              <a:gd name="connsiteY25879" fmla="*/ 2255631 h 2398711"/>
              <a:gd name="connsiteX25880" fmla="*/ 1378106 w 2119654"/>
              <a:gd name="connsiteY25880" fmla="*/ 2244807 h 2398711"/>
              <a:gd name="connsiteX25881" fmla="*/ 1374616 w 2119654"/>
              <a:gd name="connsiteY25881" fmla="*/ 2248827 h 2398711"/>
              <a:gd name="connsiteX25882" fmla="*/ 1383535 w 2119654"/>
              <a:gd name="connsiteY25882" fmla="*/ 2251749 h 2398711"/>
              <a:gd name="connsiteX25883" fmla="*/ 1391803 w 2119654"/>
              <a:gd name="connsiteY25883" fmla="*/ 2254159 h 2398711"/>
              <a:gd name="connsiteX25884" fmla="*/ 1391687 w 2119654"/>
              <a:gd name="connsiteY25884" fmla="*/ 2254205 h 2398711"/>
              <a:gd name="connsiteX25885" fmla="*/ 1376748 w 2119654"/>
              <a:gd name="connsiteY25885" fmla="*/ 2249851 h 2398711"/>
              <a:gd name="connsiteX25886" fmla="*/ 1374396 w 2119654"/>
              <a:gd name="connsiteY25886" fmla="*/ 2249081 h 2398711"/>
              <a:gd name="connsiteX25887" fmla="*/ 1455964 w 2119654"/>
              <a:gd name="connsiteY25887" fmla="*/ 2066376 h 2398711"/>
              <a:gd name="connsiteX25888" fmla="*/ 1455774 w 2119654"/>
              <a:gd name="connsiteY25888" fmla="*/ 2067721 h 2398711"/>
              <a:gd name="connsiteX25889" fmla="*/ 1456598 w 2119654"/>
              <a:gd name="connsiteY25889" fmla="*/ 2066779 h 2398711"/>
              <a:gd name="connsiteX25890" fmla="*/ 1462826 w 2119654"/>
              <a:gd name="connsiteY25890" fmla="*/ 2050857 h 2398711"/>
              <a:gd name="connsiteX25891" fmla="*/ 1463346 w 2119654"/>
              <a:gd name="connsiteY25891" fmla="*/ 2050980 h 2398711"/>
              <a:gd name="connsiteX25892" fmla="*/ 1463390 w 2119654"/>
              <a:gd name="connsiteY25892" fmla="*/ 2050831 h 2398711"/>
              <a:gd name="connsiteX25893" fmla="*/ 1423622 w 2119654"/>
              <a:gd name="connsiteY25893" fmla="*/ 2138480 h 2398711"/>
              <a:gd name="connsiteX25894" fmla="*/ 1424279 w 2119654"/>
              <a:gd name="connsiteY25894" fmla="*/ 2138742 h 2398711"/>
              <a:gd name="connsiteX25895" fmla="*/ 1424464 w 2119654"/>
              <a:gd name="connsiteY25895" fmla="*/ 2138556 h 2398711"/>
              <a:gd name="connsiteX25896" fmla="*/ 1407430 w 2119654"/>
              <a:gd name="connsiteY25896" fmla="*/ 2174648 h 2398711"/>
              <a:gd name="connsiteX25897" fmla="*/ 1407378 w 2119654"/>
              <a:gd name="connsiteY25897" fmla="*/ 2178819 h 2398711"/>
              <a:gd name="connsiteX25898" fmla="*/ 1410082 w 2119654"/>
              <a:gd name="connsiteY25898" fmla="*/ 2175223 h 2398711"/>
              <a:gd name="connsiteX25899" fmla="*/ 1475329 w 2119654"/>
              <a:gd name="connsiteY25899" fmla="*/ 2022605 h 2398711"/>
              <a:gd name="connsiteX25900" fmla="*/ 1474964 w 2119654"/>
              <a:gd name="connsiteY25900" fmla="*/ 2023685 h 2398711"/>
              <a:gd name="connsiteX25901" fmla="*/ 1476288 w 2119654"/>
              <a:gd name="connsiteY25901" fmla="*/ 2023331 h 2398711"/>
              <a:gd name="connsiteX25902" fmla="*/ 1476357 w 2119654"/>
              <a:gd name="connsiteY25902" fmla="*/ 2021031 h 2398711"/>
              <a:gd name="connsiteX25903" fmla="*/ 1417679 w 2119654"/>
              <a:gd name="connsiteY25903" fmla="*/ 2151591 h 2398711"/>
              <a:gd name="connsiteX25904" fmla="*/ 1420036 w 2119654"/>
              <a:gd name="connsiteY25904" fmla="*/ 2152089 h 2398711"/>
              <a:gd name="connsiteX25905" fmla="*/ 1420697 w 2119654"/>
              <a:gd name="connsiteY25905" fmla="*/ 2152138 h 2398711"/>
              <a:gd name="connsiteX25906" fmla="*/ 1419190 w 2119654"/>
              <a:gd name="connsiteY25906" fmla="*/ 2151335 h 2398711"/>
              <a:gd name="connsiteX25907" fmla="*/ 1418288 w 2119654"/>
              <a:gd name="connsiteY25907" fmla="*/ 2151515 h 2398711"/>
              <a:gd name="connsiteX25908" fmla="*/ 1456120 w 2119654"/>
              <a:gd name="connsiteY25908" fmla="*/ 2065261 h 2398711"/>
              <a:gd name="connsiteX25909" fmla="*/ 1455980 w 2119654"/>
              <a:gd name="connsiteY25909" fmla="*/ 2066255 h 2398711"/>
              <a:gd name="connsiteX25910" fmla="*/ 1456672 w 2119654"/>
              <a:gd name="connsiteY25910" fmla="*/ 2066694 h 2398711"/>
              <a:gd name="connsiteX25911" fmla="*/ 1456694 w 2119654"/>
              <a:gd name="connsiteY25911" fmla="*/ 2066669 h 2398711"/>
              <a:gd name="connsiteX25912" fmla="*/ 1457609 w 2119654"/>
              <a:gd name="connsiteY25912" fmla="*/ 2064559 h 2398711"/>
              <a:gd name="connsiteX25913" fmla="*/ 1474551 w 2119654"/>
              <a:gd name="connsiteY25913" fmla="*/ 2023795 h 2398711"/>
              <a:gd name="connsiteX25914" fmla="*/ 1474651 w 2119654"/>
              <a:gd name="connsiteY25914" fmla="*/ 2023769 h 2398711"/>
              <a:gd name="connsiteX25915" fmla="*/ 1474738 w 2119654"/>
              <a:gd name="connsiteY25915" fmla="*/ 2023508 h 2398711"/>
              <a:gd name="connsiteX25916" fmla="*/ 1400599 w 2119654"/>
              <a:gd name="connsiteY25916" fmla="*/ 2189316 h 2398711"/>
              <a:gd name="connsiteX25917" fmla="*/ 1401460 w 2119654"/>
              <a:gd name="connsiteY25917" fmla="*/ 2189832 h 2398711"/>
              <a:gd name="connsiteX25918" fmla="*/ 1406227 w 2119654"/>
              <a:gd name="connsiteY25918" fmla="*/ 2192600 h 2398711"/>
              <a:gd name="connsiteX25919" fmla="*/ 1406358 w 2119654"/>
              <a:gd name="connsiteY25919" fmla="*/ 2181921 h 2398711"/>
              <a:gd name="connsiteX25920" fmla="*/ 1403114 w 2119654"/>
              <a:gd name="connsiteY25920" fmla="*/ 2186236 h 2398711"/>
              <a:gd name="connsiteX25921" fmla="*/ 1423870 w 2119654"/>
              <a:gd name="connsiteY25921" fmla="*/ 2137194 h 2398711"/>
              <a:gd name="connsiteX25922" fmla="*/ 1425662 w 2119654"/>
              <a:gd name="connsiteY25922" fmla="*/ 2137358 h 2398711"/>
              <a:gd name="connsiteX25923" fmla="*/ 1426045 w 2119654"/>
              <a:gd name="connsiteY25923" fmla="*/ 2136976 h 2398711"/>
              <a:gd name="connsiteX25924" fmla="*/ 1426031 w 2119654"/>
              <a:gd name="connsiteY25924" fmla="*/ 2136484 h 2398711"/>
              <a:gd name="connsiteX25925" fmla="*/ 1425099 w 2119654"/>
              <a:gd name="connsiteY25925" fmla="*/ 2136003 h 2398711"/>
              <a:gd name="connsiteX25926" fmla="*/ 1846509 w 2119654"/>
              <a:gd name="connsiteY25926" fmla="*/ 1190796 h 2398711"/>
              <a:gd name="connsiteX25927" fmla="*/ 1849330 w 2119654"/>
              <a:gd name="connsiteY25927" fmla="*/ 1192640 h 2398711"/>
              <a:gd name="connsiteX25928" fmla="*/ 1850025 w 2119654"/>
              <a:gd name="connsiteY25928" fmla="*/ 1185996 h 2398711"/>
              <a:gd name="connsiteX25929" fmla="*/ 1844147 w 2119654"/>
              <a:gd name="connsiteY25929" fmla="*/ 1195742 h 2398711"/>
              <a:gd name="connsiteX25930" fmla="*/ 1841978 w 2119654"/>
              <a:gd name="connsiteY25930" fmla="*/ 1203241 h 2398711"/>
              <a:gd name="connsiteX25931" fmla="*/ 1846253 w 2119654"/>
              <a:gd name="connsiteY25931" fmla="*/ 1200305 h 2398711"/>
              <a:gd name="connsiteX25932" fmla="*/ 1847358 w 2119654"/>
              <a:gd name="connsiteY25932" fmla="*/ 1198973 h 2398711"/>
              <a:gd name="connsiteX25933" fmla="*/ 1772124 w 2119654"/>
              <a:gd name="connsiteY25933" fmla="*/ 1356890 h 2398711"/>
              <a:gd name="connsiteX25934" fmla="*/ 1771659 w 2119654"/>
              <a:gd name="connsiteY25934" fmla="*/ 1358032 h 2398711"/>
              <a:gd name="connsiteX25935" fmla="*/ 1773832 w 2119654"/>
              <a:gd name="connsiteY25935" fmla="*/ 1355792 h 2398711"/>
              <a:gd name="connsiteX25936" fmla="*/ 1392042 w 2119654"/>
              <a:gd name="connsiteY25936" fmla="*/ 2207885 h 2398711"/>
              <a:gd name="connsiteX25937" fmla="*/ 1391530 w 2119654"/>
              <a:gd name="connsiteY25937" fmla="*/ 2213290 h 2398711"/>
              <a:gd name="connsiteX25938" fmla="*/ 1401750 w 2119654"/>
              <a:gd name="connsiteY25938" fmla="*/ 2215196 h 2398711"/>
              <a:gd name="connsiteX25939" fmla="*/ 1405555 w 2119654"/>
              <a:gd name="connsiteY25939" fmla="*/ 2210443 h 2398711"/>
              <a:gd name="connsiteX25940" fmla="*/ 1397556 w 2119654"/>
              <a:gd name="connsiteY25940" fmla="*/ 2207690 h 2398711"/>
              <a:gd name="connsiteX25941" fmla="*/ 1773603 w 2119654"/>
              <a:gd name="connsiteY25941" fmla="*/ 1353259 h 2398711"/>
              <a:gd name="connsiteX25942" fmla="*/ 1772986 w 2119654"/>
              <a:gd name="connsiteY25942" fmla="*/ 1354775 h 2398711"/>
              <a:gd name="connsiteX25943" fmla="*/ 1775101 w 2119654"/>
              <a:gd name="connsiteY25943" fmla="*/ 1353637 h 2398711"/>
              <a:gd name="connsiteX25944" fmla="*/ 1776259 w 2119654"/>
              <a:gd name="connsiteY25944" fmla="*/ 1351353 h 2398711"/>
              <a:gd name="connsiteX25945" fmla="*/ 1775562 w 2119654"/>
              <a:gd name="connsiteY25945" fmla="*/ 1351668 h 2398711"/>
              <a:gd name="connsiteX25946" fmla="*/ 1773842 w 2119654"/>
              <a:gd name="connsiteY25946" fmla="*/ 1352930 h 2398711"/>
              <a:gd name="connsiteX25947" fmla="*/ 1373617 w 2119654"/>
              <a:gd name="connsiteY25947" fmla="*/ 2248825 h 2398711"/>
              <a:gd name="connsiteX25948" fmla="*/ 1374069 w 2119654"/>
              <a:gd name="connsiteY25948" fmla="*/ 2249006 h 2398711"/>
              <a:gd name="connsiteX25949" fmla="*/ 1374092 w 2119654"/>
              <a:gd name="connsiteY25949" fmla="*/ 2248981 h 2398711"/>
              <a:gd name="connsiteX25950" fmla="*/ 1844970 w 2119654"/>
              <a:gd name="connsiteY25950" fmla="*/ 1192897 h 2398711"/>
              <a:gd name="connsiteX25951" fmla="*/ 1844268 w 2119654"/>
              <a:gd name="connsiteY25951" fmla="*/ 1195322 h 2398711"/>
              <a:gd name="connsiteX25952" fmla="*/ 1847562 w 2119654"/>
              <a:gd name="connsiteY25952" fmla="*/ 1198726 h 2398711"/>
              <a:gd name="connsiteX25953" fmla="*/ 1848857 w 2119654"/>
              <a:gd name="connsiteY25953" fmla="*/ 1197164 h 2398711"/>
              <a:gd name="connsiteX25954" fmla="*/ 1849251 w 2119654"/>
              <a:gd name="connsiteY25954" fmla="*/ 1193399 h 2398711"/>
              <a:gd name="connsiteX25955" fmla="*/ 1846103 w 2119654"/>
              <a:gd name="connsiteY25955" fmla="*/ 1191349 h 2398711"/>
              <a:gd name="connsiteX25956" fmla="*/ 1867002 w 2119654"/>
              <a:gd name="connsiteY25956" fmla="*/ 1143233 h 2398711"/>
              <a:gd name="connsiteX25957" fmla="*/ 1867618 w 2119654"/>
              <a:gd name="connsiteY25957" fmla="*/ 1142281 h 2398711"/>
              <a:gd name="connsiteX25958" fmla="*/ 1867507 w 2119654"/>
              <a:gd name="connsiteY25958" fmla="*/ 1142250 h 2398711"/>
              <a:gd name="connsiteX25959" fmla="*/ 1845526 w 2119654"/>
              <a:gd name="connsiteY25959" fmla="*/ 1190973 h 2398711"/>
              <a:gd name="connsiteX25960" fmla="*/ 1845287 w 2119654"/>
              <a:gd name="connsiteY25960" fmla="*/ 1191802 h 2398711"/>
              <a:gd name="connsiteX25961" fmla="*/ 1845774 w 2119654"/>
              <a:gd name="connsiteY25961" fmla="*/ 1191136 h 2398711"/>
              <a:gd name="connsiteX25962" fmla="*/ 1392234 w 2119654"/>
              <a:gd name="connsiteY25962" fmla="*/ 2205859 h 2398711"/>
              <a:gd name="connsiteX25963" fmla="*/ 1392075 w 2119654"/>
              <a:gd name="connsiteY25963" fmla="*/ 2207537 h 2398711"/>
              <a:gd name="connsiteX25964" fmla="*/ 1396811 w 2119654"/>
              <a:gd name="connsiteY25964" fmla="*/ 2207433 h 2398711"/>
              <a:gd name="connsiteX25965" fmla="*/ 1421929 w 2119654"/>
              <a:gd name="connsiteY25965" fmla="*/ 2139076 h 2398711"/>
              <a:gd name="connsiteX25966" fmla="*/ 1423448 w 2119654"/>
              <a:gd name="connsiteY25966" fmla="*/ 2139573 h 2398711"/>
              <a:gd name="connsiteX25967" fmla="*/ 1423503 w 2119654"/>
              <a:gd name="connsiteY25967" fmla="*/ 2139519 h 2398711"/>
              <a:gd name="connsiteX25968" fmla="*/ 1422063 w 2119654"/>
              <a:gd name="connsiteY25968" fmla="*/ 2138946 h 2398711"/>
              <a:gd name="connsiteX25969" fmla="*/ 1434537 w 2119654"/>
              <a:gd name="connsiteY25969" fmla="*/ 2110760 h 2398711"/>
              <a:gd name="connsiteX25970" fmla="*/ 1435545 w 2119654"/>
              <a:gd name="connsiteY25970" fmla="*/ 2111185 h 2398711"/>
              <a:gd name="connsiteX25971" fmla="*/ 1436276 w 2119654"/>
              <a:gd name="connsiteY25971" fmla="*/ 2110368 h 2398711"/>
              <a:gd name="connsiteX25972" fmla="*/ 1407471 w 2119654"/>
              <a:gd name="connsiteY25972" fmla="*/ 2171282 h 2398711"/>
              <a:gd name="connsiteX25973" fmla="*/ 1407435 w 2119654"/>
              <a:gd name="connsiteY25973" fmla="*/ 2174254 h 2398711"/>
              <a:gd name="connsiteX25974" fmla="*/ 1410311 w 2119654"/>
              <a:gd name="connsiteY25974" fmla="*/ 2174919 h 2398711"/>
              <a:gd name="connsiteX25975" fmla="*/ 1413939 w 2119654"/>
              <a:gd name="connsiteY25975" fmla="*/ 2170094 h 2398711"/>
              <a:gd name="connsiteX25976" fmla="*/ 1863152 w 2119654"/>
              <a:gd name="connsiteY25976" fmla="*/ 1150698 h 2398711"/>
              <a:gd name="connsiteX25977" fmla="*/ 1869530 w 2119654"/>
              <a:gd name="connsiteY25977" fmla="*/ 1142818 h 2398711"/>
              <a:gd name="connsiteX25978" fmla="*/ 1867787 w 2119654"/>
              <a:gd name="connsiteY25978" fmla="*/ 1142327 h 2398711"/>
              <a:gd name="connsiteX25979" fmla="*/ 1866237 w 2119654"/>
              <a:gd name="connsiteY25979" fmla="*/ 1144722 h 2398711"/>
              <a:gd name="connsiteX25980" fmla="*/ 1863625 w 2119654"/>
              <a:gd name="connsiteY25980" fmla="*/ 1149805 h 2398711"/>
              <a:gd name="connsiteX25981" fmla="*/ 1459633 w 2119654"/>
              <a:gd name="connsiteY25981" fmla="*/ 2054201 h 2398711"/>
              <a:gd name="connsiteX25982" fmla="*/ 1461588 w 2119654"/>
              <a:gd name="connsiteY25982" fmla="*/ 2055372 h 2398711"/>
              <a:gd name="connsiteX25983" fmla="*/ 1462267 w 2119654"/>
              <a:gd name="connsiteY25983" fmla="*/ 2053804 h 2398711"/>
              <a:gd name="connsiteX25984" fmla="*/ 1461964 w 2119654"/>
              <a:gd name="connsiteY25984" fmla="*/ 2053732 h 2398711"/>
              <a:gd name="connsiteX25985" fmla="*/ 1461131 w 2119654"/>
              <a:gd name="connsiteY25985" fmla="*/ 2053860 h 2398711"/>
              <a:gd name="connsiteX25986" fmla="*/ 1372551 w 2119654"/>
              <a:gd name="connsiteY25986" fmla="*/ 2249089 h 2398711"/>
              <a:gd name="connsiteX25987" fmla="*/ 1371683 w 2119654"/>
              <a:gd name="connsiteY25987" fmla="*/ 2251755 h 2398711"/>
              <a:gd name="connsiteX25988" fmla="*/ 1373638 w 2119654"/>
              <a:gd name="connsiteY25988" fmla="*/ 2249503 h 2398711"/>
              <a:gd name="connsiteX25989" fmla="*/ 1433731 w 2119654"/>
              <a:gd name="connsiteY25989" fmla="*/ 2111744 h 2398711"/>
              <a:gd name="connsiteX25990" fmla="*/ 1434512 w 2119654"/>
              <a:gd name="connsiteY25990" fmla="*/ 2112339 h 2398711"/>
              <a:gd name="connsiteX25991" fmla="*/ 1435215 w 2119654"/>
              <a:gd name="connsiteY25991" fmla="*/ 2111554 h 2398711"/>
              <a:gd name="connsiteX25992" fmla="*/ 1434095 w 2119654"/>
              <a:gd name="connsiteY25992" fmla="*/ 2111081 h 2398711"/>
              <a:gd name="connsiteX25993" fmla="*/ 1432929 w 2119654"/>
              <a:gd name="connsiteY25993" fmla="*/ 2113205 h 2398711"/>
              <a:gd name="connsiteX25994" fmla="*/ 1433547 w 2119654"/>
              <a:gd name="connsiteY25994" fmla="*/ 2113259 h 2398711"/>
              <a:gd name="connsiteX25995" fmla="*/ 1433090 w 2119654"/>
              <a:gd name="connsiteY25995" fmla="*/ 2112912 h 2398711"/>
              <a:gd name="connsiteX25996" fmla="*/ 1431645 w 2119654"/>
              <a:gd name="connsiteY25996" fmla="*/ 2115542 h 2398711"/>
              <a:gd name="connsiteX25997" fmla="*/ 1432762 w 2119654"/>
              <a:gd name="connsiteY25997" fmla="*/ 2114294 h 2398711"/>
              <a:gd name="connsiteX25998" fmla="*/ 1432350 w 2119654"/>
              <a:gd name="connsiteY25998" fmla="*/ 2114258 h 2398711"/>
              <a:gd name="connsiteX25999" fmla="*/ 1374528 w 2119654"/>
              <a:gd name="connsiteY25999" fmla="*/ 2243021 h 2398711"/>
              <a:gd name="connsiteX26000" fmla="*/ 1372827 w 2119654"/>
              <a:gd name="connsiteY26000" fmla="*/ 2248241 h 2398711"/>
              <a:gd name="connsiteX26001" fmla="*/ 1374312 w 2119654"/>
              <a:gd name="connsiteY26001" fmla="*/ 2248727 h 2398711"/>
              <a:gd name="connsiteX26002" fmla="*/ 1377833 w 2119654"/>
              <a:gd name="connsiteY26002" fmla="*/ 2244671 h 2398711"/>
              <a:gd name="connsiteX26003" fmla="*/ 1418028 w 2119654"/>
              <a:gd name="connsiteY26003" fmla="*/ 2145556 h 2398711"/>
              <a:gd name="connsiteX26004" fmla="*/ 1424023 w 2119654"/>
              <a:gd name="connsiteY26004" fmla="*/ 2147717 h 2398711"/>
              <a:gd name="connsiteX26005" fmla="*/ 1425608 w 2119654"/>
              <a:gd name="connsiteY26005" fmla="*/ 2140718 h 2398711"/>
              <a:gd name="connsiteX26006" fmla="*/ 1423540 w 2119654"/>
              <a:gd name="connsiteY26006" fmla="*/ 2140040 h 2398711"/>
              <a:gd name="connsiteX26007" fmla="*/ 1452590 w 2119654"/>
              <a:gd name="connsiteY26007" fmla="*/ 2067780 h 2398711"/>
              <a:gd name="connsiteX26008" fmla="*/ 1453637 w 2119654"/>
              <a:gd name="connsiteY26008" fmla="*/ 2068000 h 2398711"/>
              <a:gd name="connsiteX26009" fmla="*/ 1453826 w 2119654"/>
              <a:gd name="connsiteY26009" fmla="*/ 2066651 h 2398711"/>
              <a:gd name="connsiteX26010" fmla="*/ 1856807 w 2119654"/>
              <a:gd name="connsiteY26010" fmla="*/ 1162652 h 2398711"/>
              <a:gd name="connsiteX26011" fmla="*/ 1856683 w 2119654"/>
              <a:gd name="connsiteY26011" fmla="*/ 1167681 h 2398711"/>
              <a:gd name="connsiteX26012" fmla="*/ 1872305 w 2119654"/>
              <a:gd name="connsiteY26012" fmla="*/ 1148522 h 2398711"/>
              <a:gd name="connsiteX26013" fmla="*/ 1874325 w 2119654"/>
              <a:gd name="connsiteY26013" fmla="*/ 1144165 h 2398711"/>
              <a:gd name="connsiteX26014" fmla="*/ 1871878 w 2119654"/>
              <a:gd name="connsiteY26014" fmla="*/ 1143478 h 2398711"/>
              <a:gd name="connsiteX26015" fmla="*/ 1858691 w 2119654"/>
              <a:gd name="connsiteY26015" fmla="*/ 1159103 h 2398711"/>
              <a:gd name="connsiteX26016" fmla="*/ 1431697 w 2119654"/>
              <a:gd name="connsiteY26016" fmla="*/ 2114200 h 2398711"/>
              <a:gd name="connsiteX26017" fmla="*/ 1431512 w 2119654"/>
              <a:gd name="connsiteY26017" fmla="*/ 2115069 h 2398711"/>
              <a:gd name="connsiteX26018" fmla="*/ 1431976 w 2119654"/>
              <a:gd name="connsiteY26018" fmla="*/ 2114225 h 2398711"/>
              <a:gd name="connsiteX26019" fmla="*/ 1432404 w 2119654"/>
              <a:gd name="connsiteY26019" fmla="*/ 2112389 h 2398711"/>
              <a:gd name="connsiteX26020" fmla="*/ 1432109 w 2119654"/>
              <a:gd name="connsiteY26020" fmla="*/ 2113132 h 2398711"/>
              <a:gd name="connsiteX26021" fmla="*/ 1432555 w 2119654"/>
              <a:gd name="connsiteY26021" fmla="*/ 2113172 h 2398711"/>
              <a:gd name="connsiteX26022" fmla="*/ 1432813 w 2119654"/>
              <a:gd name="connsiteY26022" fmla="*/ 2112701 h 2398711"/>
              <a:gd name="connsiteX26023" fmla="*/ 1848576 w 2119654"/>
              <a:gd name="connsiteY26023" fmla="*/ 1180425 h 2398711"/>
              <a:gd name="connsiteX26024" fmla="*/ 1845725 w 2119654"/>
              <a:gd name="connsiteY26024" fmla="*/ 1190284 h 2398711"/>
              <a:gd name="connsiteX26025" fmla="*/ 1846181 w 2119654"/>
              <a:gd name="connsiteY26025" fmla="*/ 1190581 h 2398711"/>
              <a:gd name="connsiteX26026" fmla="*/ 1850106 w 2119654"/>
              <a:gd name="connsiteY26026" fmla="*/ 1185223 h 2398711"/>
              <a:gd name="connsiteX26027" fmla="*/ 1850906 w 2119654"/>
              <a:gd name="connsiteY26027" fmla="*/ 1177568 h 2398711"/>
              <a:gd name="connsiteX26028" fmla="*/ 1432917 w 2119654"/>
              <a:gd name="connsiteY26028" fmla="*/ 2111125 h 2398711"/>
              <a:gd name="connsiteX26029" fmla="*/ 1433454 w 2119654"/>
              <a:gd name="connsiteY26029" fmla="*/ 2111534 h 2398711"/>
              <a:gd name="connsiteX26030" fmla="*/ 1433776 w 2119654"/>
              <a:gd name="connsiteY26030" fmla="*/ 2110947 h 2398711"/>
              <a:gd name="connsiteX26031" fmla="*/ 1433752 w 2119654"/>
              <a:gd name="connsiteY26031" fmla="*/ 2110937 h 2398711"/>
              <a:gd name="connsiteX26032" fmla="*/ 1457414 w 2119654"/>
              <a:gd name="connsiteY26032" fmla="*/ 2056065 h 2398711"/>
              <a:gd name="connsiteX26033" fmla="*/ 1456642 w 2119654"/>
              <a:gd name="connsiteY26033" fmla="*/ 2061559 h 2398711"/>
              <a:gd name="connsiteX26034" fmla="*/ 1460819 w 2119654"/>
              <a:gd name="connsiteY26034" fmla="*/ 2057145 h 2398711"/>
              <a:gd name="connsiteX26035" fmla="*/ 1460885 w 2119654"/>
              <a:gd name="connsiteY26035" fmla="*/ 2056995 h 2398711"/>
              <a:gd name="connsiteX26036" fmla="*/ 1451381 w 2119654"/>
              <a:gd name="connsiteY26036" fmla="*/ 2069357 h 2398711"/>
              <a:gd name="connsiteX26037" fmla="*/ 1452381 w 2119654"/>
              <a:gd name="connsiteY26037" fmla="*/ 2069776 h 2398711"/>
              <a:gd name="connsiteX26038" fmla="*/ 1453290 w 2119654"/>
              <a:gd name="connsiteY26038" fmla="*/ 2069932 h 2398711"/>
              <a:gd name="connsiteX26039" fmla="*/ 1453399 w 2119654"/>
              <a:gd name="connsiteY26039" fmla="*/ 2069439 h 2398711"/>
              <a:gd name="connsiteX26040" fmla="*/ 1856841 w 2119654"/>
              <a:gd name="connsiteY26040" fmla="*/ 1161296 h 2398711"/>
              <a:gd name="connsiteX26041" fmla="*/ 1856824 w 2119654"/>
              <a:gd name="connsiteY26041" fmla="*/ 1161958 h 2398711"/>
              <a:gd name="connsiteX26042" fmla="*/ 1857744 w 2119654"/>
              <a:gd name="connsiteY26042" fmla="*/ 1160226 h 2398711"/>
              <a:gd name="connsiteX26043" fmla="*/ 1432126 w 2119654"/>
              <a:gd name="connsiteY26043" fmla="*/ 2112177 h 2398711"/>
              <a:gd name="connsiteX26044" fmla="*/ 1431931 w 2119654"/>
              <a:gd name="connsiteY26044" fmla="*/ 2113097 h 2398711"/>
              <a:gd name="connsiteX26045" fmla="*/ 1432257 w 2119654"/>
              <a:gd name="connsiteY26045" fmla="*/ 2112278 h 2398711"/>
              <a:gd name="connsiteX26046" fmla="*/ 1457745 w 2119654"/>
              <a:gd name="connsiteY26046" fmla="*/ 2054629 h 2398711"/>
              <a:gd name="connsiteX26047" fmla="*/ 1460922 w 2119654"/>
              <a:gd name="connsiteY26047" fmla="*/ 2055734 h 2398711"/>
              <a:gd name="connsiteX26048" fmla="*/ 1459631 w 2119654"/>
              <a:gd name="connsiteY26048" fmla="*/ 2054985 h 2398711"/>
              <a:gd name="connsiteX26049" fmla="*/ 1458683 w 2119654"/>
              <a:gd name="connsiteY26049" fmla="*/ 2054416 h 2398711"/>
              <a:gd name="connsiteX26050" fmla="*/ 1393967 w 2119654"/>
              <a:gd name="connsiteY26050" fmla="*/ 2197441 h 2398711"/>
              <a:gd name="connsiteX26051" fmla="*/ 1406068 w 2119654"/>
              <a:gd name="connsiteY26051" fmla="*/ 2202513 h 2398711"/>
              <a:gd name="connsiteX26052" fmla="*/ 1406117 w 2119654"/>
              <a:gd name="connsiteY26052" fmla="*/ 2201587 h 2398711"/>
              <a:gd name="connsiteX26053" fmla="*/ 1406224 w 2119654"/>
              <a:gd name="connsiteY26053" fmla="*/ 2192859 h 2398711"/>
              <a:gd name="connsiteX26054" fmla="*/ 1400446 w 2119654"/>
              <a:gd name="connsiteY26054" fmla="*/ 2189504 h 2398711"/>
              <a:gd name="connsiteX26055" fmla="*/ 1859247 w 2119654"/>
              <a:gd name="connsiteY26055" fmla="*/ 1155522 h 2398711"/>
              <a:gd name="connsiteX26056" fmla="*/ 1862132 w 2119654"/>
              <a:gd name="connsiteY26056" fmla="*/ 1151957 h 2398711"/>
              <a:gd name="connsiteX26057" fmla="*/ 1864768 w 2119654"/>
              <a:gd name="connsiteY26057" fmla="*/ 1146992 h 2398711"/>
              <a:gd name="connsiteX26058" fmla="*/ 1451038 w 2119654"/>
              <a:gd name="connsiteY26058" fmla="*/ 2069196 h 2398711"/>
              <a:gd name="connsiteX26059" fmla="*/ 1453407 w 2119654"/>
              <a:gd name="connsiteY26059" fmla="*/ 2069291 h 2398711"/>
              <a:gd name="connsiteX26060" fmla="*/ 1451373 w 2119654"/>
              <a:gd name="connsiteY26060" fmla="*/ 2068890 h 2398711"/>
              <a:gd name="connsiteX26061" fmla="*/ 1377855 w 2119654"/>
              <a:gd name="connsiteY26061" fmla="*/ 2232805 h 2398711"/>
              <a:gd name="connsiteX26062" fmla="*/ 1374710 w 2119654"/>
              <a:gd name="connsiteY26062" fmla="*/ 2242461 h 2398711"/>
              <a:gd name="connsiteX26063" fmla="*/ 1378121 w 2119654"/>
              <a:gd name="connsiteY26063" fmla="*/ 2244340 h 2398711"/>
              <a:gd name="connsiteX26064" fmla="*/ 1381990 w 2119654"/>
              <a:gd name="connsiteY26064" fmla="*/ 2239883 h 2398711"/>
              <a:gd name="connsiteX26065" fmla="*/ 1384140 w 2119654"/>
              <a:gd name="connsiteY26065" fmla="*/ 2237197 h 2398711"/>
              <a:gd name="connsiteX26066" fmla="*/ 1849390 w 2119654"/>
              <a:gd name="connsiteY26066" fmla="*/ 1176626 h 2398711"/>
              <a:gd name="connsiteX26067" fmla="*/ 1849390 w 2119654"/>
              <a:gd name="connsiteY26067" fmla="*/ 1176627 h 2398711"/>
              <a:gd name="connsiteX26068" fmla="*/ 1851241 w 2119654"/>
              <a:gd name="connsiteY26068" fmla="*/ 1174357 h 2398711"/>
              <a:gd name="connsiteX26069" fmla="*/ 1851400 w 2119654"/>
              <a:gd name="connsiteY26069" fmla="*/ 1172839 h 2398711"/>
              <a:gd name="connsiteX26070" fmla="*/ 1392772 w 2119654"/>
              <a:gd name="connsiteY26070" fmla="*/ 2198904 h 2398711"/>
              <a:gd name="connsiteX26071" fmla="*/ 1392556 w 2119654"/>
              <a:gd name="connsiteY26071" fmla="*/ 2202469 h 2398711"/>
              <a:gd name="connsiteX26072" fmla="*/ 1392363 w 2119654"/>
              <a:gd name="connsiteY26072" fmla="*/ 2204502 h 2398711"/>
              <a:gd name="connsiteX26073" fmla="*/ 1400638 w 2119654"/>
              <a:gd name="connsiteY26073" fmla="*/ 2207350 h 2398711"/>
              <a:gd name="connsiteX26074" fmla="*/ 1404501 w 2119654"/>
              <a:gd name="connsiteY26074" fmla="*/ 2207265 h 2398711"/>
              <a:gd name="connsiteX26075" fmla="*/ 1405819 w 2119654"/>
              <a:gd name="connsiteY26075" fmla="*/ 2207218 h 2398711"/>
              <a:gd name="connsiteX26076" fmla="*/ 1406057 w 2119654"/>
              <a:gd name="connsiteY26076" fmla="*/ 2202715 h 2398711"/>
              <a:gd name="connsiteX26077" fmla="*/ 1393720 w 2119654"/>
              <a:gd name="connsiteY26077" fmla="*/ 2197743 h 2398711"/>
              <a:gd name="connsiteX26078" fmla="*/ 1457853 w 2119654"/>
              <a:gd name="connsiteY26078" fmla="*/ 2053134 h 2398711"/>
              <a:gd name="connsiteX26079" fmla="*/ 1458030 w 2119654"/>
              <a:gd name="connsiteY26079" fmla="*/ 2053241 h 2398711"/>
              <a:gd name="connsiteX26080" fmla="*/ 1459161 w 2119654"/>
              <a:gd name="connsiteY26080" fmla="*/ 2053067 h 2398711"/>
              <a:gd name="connsiteX26081" fmla="*/ 1458330 w 2119654"/>
              <a:gd name="connsiteY26081" fmla="*/ 2052870 h 2398711"/>
              <a:gd name="connsiteX26082" fmla="*/ 1447047 w 2119654"/>
              <a:gd name="connsiteY26082" fmla="*/ 2077286 h 2398711"/>
              <a:gd name="connsiteX26083" fmla="*/ 1446965 w 2119654"/>
              <a:gd name="connsiteY26083" fmla="*/ 2077803 h 2398711"/>
              <a:gd name="connsiteX26084" fmla="*/ 1447582 w 2119654"/>
              <a:gd name="connsiteY26084" fmla="*/ 2077097 h 2398711"/>
              <a:gd name="connsiteX26085" fmla="*/ 1820023 w 2119654"/>
              <a:gd name="connsiteY26085" fmla="*/ 1242118 h 2398711"/>
              <a:gd name="connsiteX26086" fmla="*/ 1820913 w 2119654"/>
              <a:gd name="connsiteY26086" fmla="*/ 1241517 h 2398711"/>
              <a:gd name="connsiteX26087" fmla="*/ 1821019 w 2119654"/>
              <a:gd name="connsiteY26087" fmla="*/ 1241313 h 2398711"/>
              <a:gd name="connsiteX26088" fmla="*/ 1414831 w 2119654"/>
              <a:gd name="connsiteY26088" fmla="*/ 2148755 h 2398711"/>
              <a:gd name="connsiteX26089" fmla="*/ 1415358 w 2119654"/>
              <a:gd name="connsiteY26089" fmla="*/ 2149045 h 2398711"/>
              <a:gd name="connsiteX26090" fmla="*/ 1422384 w 2119654"/>
              <a:gd name="connsiteY26090" fmla="*/ 2148168 h 2398711"/>
              <a:gd name="connsiteX26091" fmla="*/ 1420897 w 2119654"/>
              <a:gd name="connsiteY26091" fmla="*/ 2147699 h 2398711"/>
              <a:gd name="connsiteX26092" fmla="*/ 1417213 w 2119654"/>
              <a:gd name="connsiteY26092" fmla="*/ 2146371 h 2398711"/>
              <a:gd name="connsiteX26093" fmla="*/ 1450947 w 2119654"/>
              <a:gd name="connsiteY26093" fmla="*/ 2067437 h 2398711"/>
              <a:gd name="connsiteX26094" fmla="*/ 1451055 w 2119654"/>
              <a:gd name="connsiteY26094" fmla="*/ 2067460 h 2398711"/>
              <a:gd name="connsiteX26095" fmla="*/ 1451150 w 2119654"/>
              <a:gd name="connsiteY26095" fmla="*/ 2067359 h 2398711"/>
              <a:gd name="connsiteX26096" fmla="*/ 1414423 w 2119654"/>
              <a:gd name="connsiteY26096" fmla="*/ 2149162 h 2398711"/>
              <a:gd name="connsiteX26097" fmla="*/ 1414983 w 2119654"/>
              <a:gd name="connsiteY26097" fmla="*/ 2149092 h 2398711"/>
              <a:gd name="connsiteX26098" fmla="*/ 1414663 w 2119654"/>
              <a:gd name="connsiteY26098" fmla="*/ 2148921 h 2398711"/>
              <a:gd name="connsiteX26099" fmla="*/ 1392865 w 2119654"/>
              <a:gd name="connsiteY26099" fmla="*/ 2197398 h 2398711"/>
              <a:gd name="connsiteX26100" fmla="*/ 1392817 w 2119654"/>
              <a:gd name="connsiteY26100" fmla="*/ 2198186 h 2398711"/>
              <a:gd name="connsiteX26101" fmla="*/ 1393283 w 2119654"/>
              <a:gd name="connsiteY26101" fmla="*/ 2197566 h 2398711"/>
              <a:gd name="connsiteX26102" fmla="*/ 1812765 w 2119654"/>
              <a:gd name="connsiteY26102" fmla="*/ 1256839 h 2398711"/>
              <a:gd name="connsiteX26103" fmla="*/ 1812862 w 2119654"/>
              <a:gd name="connsiteY26103" fmla="*/ 1256998 h 2398711"/>
              <a:gd name="connsiteX26104" fmla="*/ 1813206 w 2119654"/>
              <a:gd name="connsiteY26104" fmla="*/ 1256336 h 2398711"/>
              <a:gd name="connsiteX26105" fmla="*/ 1416000 w 2119654"/>
              <a:gd name="connsiteY26105" fmla="*/ 2144825 h 2398711"/>
              <a:gd name="connsiteX26106" fmla="*/ 1417618 w 2119654"/>
              <a:gd name="connsiteY26106" fmla="*/ 2145407 h 2398711"/>
              <a:gd name="connsiteX26107" fmla="*/ 1423120 w 2119654"/>
              <a:gd name="connsiteY26107" fmla="*/ 2139903 h 2398711"/>
              <a:gd name="connsiteX26108" fmla="*/ 1421593 w 2119654"/>
              <a:gd name="connsiteY26108" fmla="*/ 2139402 h 2398711"/>
              <a:gd name="connsiteX26109" fmla="*/ 1445975 w 2119654"/>
              <a:gd name="connsiteY26109" fmla="*/ 2077663 h 2398711"/>
              <a:gd name="connsiteX26110" fmla="*/ 1445638 w 2119654"/>
              <a:gd name="connsiteY26110" fmla="*/ 2078543 h 2398711"/>
              <a:gd name="connsiteX26111" fmla="*/ 1446121 w 2119654"/>
              <a:gd name="connsiteY26111" fmla="*/ 2078536 h 2398711"/>
              <a:gd name="connsiteX26112" fmla="*/ 1446273 w 2119654"/>
              <a:gd name="connsiteY26112" fmla="*/ 2077559 h 2398711"/>
              <a:gd name="connsiteX26113" fmla="*/ 1826400 w 2119654"/>
              <a:gd name="connsiteY26113" fmla="*/ 1225692 h 2398711"/>
              <a:gd name="connsiteX26114" fmla="*/ 1826882 w 2119654"/>
              <a:gd name="connsiteY26114" fmla="*/ 1225945 h 2398711"/>
              <a:gd name="connsiteX26115" fmla="*/ 1827450 w 2119654"/>
              <a:gd name="connsiteY26115" fmla="*/ 1224419 h 2398711"/>
              <a:gd name="connsiteX26116" fmla="*/ 1810764 w 2119654"/>
              <a:gd name="connsiteY26116" fmla="*/ 1260601 h 2398711"/>
              <a:gd name="connsiteX26117" fmla="*/ 1810922 w 2119654"/>
              <a:gd name="connsiteY26117" fmla="*/ 1260727 h 2398711"/>
              <a:gd name="connsiteX26118" fmla="*/ 1811098 w 2119654"/>
              <a:gd name="connsiteY26118" fmla="*/ 1260388 h 2398711"/>
              <a:gd name="connsiteX26119" fmla="*/ 1448240 w 2119654"/>
              <a:gd name="connsiteY26119" fmla="*/ 2071748 h 2398711"/>
              <a:gd name="connsiteX26120" fmla="*/ 1448212 w 2119654"/>
              <a:gd name="connsiteY26120" fmla="*/ 2071823 h 2398711"/>
              <a:gd name="connsiteX26121" fmla="*/ 1450560 w 2119654"/>
              <a:gd name="connsiteY26121" fmla="*/ 2071684 h 2398711"/>
              <a:gd name="connsiteX26122" fmla="*/ 1453077 w 2119654"/>
              <a:gd name="connsiteY26122" fmla="*/ 2070797 h 2398711"/>
              <a:gd name="connsiteX26123" fmla="*/ 1449880 w 2119654"/>
              <a:gd name="connsiteY26123" fmla="*/ 2070252 h 2398711"/>
              <a:gd name="connsiteX26124" fmla="*/ 1382294 w 2119654"/>
              <a:gd name="connsiteY26124" fmla="*/ 2219178 h 2398711"/>
              <a:gd name="connsiteX26125" fmla="*/ 1377984 w 2119654"/>
              <a:gd name="connsiteY26125" fmla="*/ 2232410 h 2398711"/>
              <a:gd name="connsiteX26126" fmla="*/ 1378418 w 2119654"/>
              <a:gd name="connsiteY26126" fmla="*/ 2232739 h 2398711"/>
              <a:gd name="connsiteX26127" fmla="*/ 1384375 w 2119654"/>
              <a:gd name="connsiteY26127" fmla="*/ 2236903 h 2398711"/>
              <a:gd name="connsiteX26128" fmla="*/ 1394426 w 2119654"/>
              <a:gd name="connsiteY26128" fmla="*/ 2224346 h 2398711"/>
              <a:gd name="connsiteX26129" fmla="*/ 1391696 w 2119654"/>
              <a:gd name="connsiteY26129" fmla="*/ 2222371 h 2398711"/>
              <a:gd name="connsiteX26130" fmla="*/ 1390701 w 2119654"/>
              <a:gd name="connsiteY26130" fmla="*/ 2222033 h 2398711"/>
              <a:gd name="connsiteX26131" fmla="*/ 1390491 w 2119654"/>
              <a:gd name="connsiteY26131" fmla="*/ 2224245 h 2398711"/>
              <a:gd name="connsiteX26132" fmla="*/ 1390368 w 2119654"/>
              <a:gd name="connsiteY26132" fmla="*/ 2224352 h 2398711"/>
              <a:gd name="connsiteX26133" fmla="*/ 1390592 w 2119654"/>
              <a:gd name="connsiteY26133" fmla="*/ 2221995 h 2398711"/>
              <a:gd name="connsiteX26134" fmla="*/ 1811244 w 2119654"/>
              <a:gd name="connsiteY26134" fmla="*/ 1258615 h 2398711"/>
              <a:gd name="connsiteX26135" fmla="*/ 1811200 w 2119654"/>
              <a:gd name="connsiteY26135" fmla="*/ 1258766 h 2398711"/>
              <a:gd name="connsiteX26136" fmla="*/ 1811297 w 2119654"/>
              <a:gd name="connsiteY26136" fmla="*/ 1258704 h 2398711"/>
              <a:gd name="connsiteX26137" fmla="*/ 1449478 w 2119654"/>
              <a:gd name="connsiteY26137" fmla="*/ 2068516 h 2398711"/>
              <a:gd name="connsiteX26138" fmla="*/ 1449464 w 2119654"/>
              <a:gd name="connsiteY26138" fmla="*/ 2068554 h 2398711"/>
              <a:gd name="connsiteX26139" fmla="*/ 1449861 w 2119654"/>
              <a:gd name="connsiteY26139" fmla="*/ 2068721 h 2398711"/>
              <a:gd name="connsiteX26140" fmla="*/ 1449965 w 2119654"/>
              <a:gd name="connsiteY26140" fmla="*/ 2068612 h 2398711"/>
              <a:gd name="connsiteX26141" fmla="*/ 1807432 w 2119654"/>
              <a:gd name="connsiteY26141" fmla="*/ 1266698 h 2398711"/>
              <a:gd name="connsiteX26142" fmla="*/ 1807494 w 2119654"/>
              <a:gd name="connsiteY26142" fmla="*/ 1266671 h 2398711"/>
              <a:gd name="connsiteX26143" fmla="*/ 1807508 w 2119654"/>
              <a:gd name="connsiteY26143" fmla="*/ 1266628 h 2398711"/>
              <a:gd name="connsiteX26144" fmla="*/ 1389116 w 2119654"/>
              <a:gd name="connsiteY26144" fmla="*/ 2203384 h 2398711"/>
              <a:gd name="connsiteX26145" fmla="*/ 1391995 w 2119654"/>
              <a:gd name="connsiteY26145" fmla="*/ 2204374 h 2398711"/>
              <a:gd name="connsiteX26146" fmla="*/ 1392292 w 2119654"/>
              <a:gd name="connsiteY26146" fmla="*/ 2199493 h 2398711"/>
              <a:gd name="connsiteX26147" fmla="*/ 1455144 w 2119654"/>
              <a:gd name="connsiteY26147" fmla="*/ 2055456 h 2398711"/>
              <a:gd name="connsiteX26148" fmla="*/ 1455124 w 2119654"/>
              <a:gd name="connsiteY26148" fmla="*/ 2057428 h 2398711"/>
              <a:gd name="connsiteX26149" fmla="*/ 1455392 w 2119654"/>
              <a:gd name="connsiteY26149" fmla="*/ 2055522 h 2398711"/>
              <a:gd name="connsiteX26150" fmla="*/ 1451515 w 2119654"/>
              <a:gd name="connsiteY26150" fmla="*/ 2063421 h 2398711"/>
              <a:gd name="connsiteX26151" fmla="*/ 1452785 w 2119654"/>
              <a:gd name="connsiteY26151" fmla="*/ 2064227 h 2398711"/>
              <a:gd name="connsiteX26152" fmla="*/ 1454187 w 2119654"/>
              <a:gd name="connsiteY26152" fmla="*/ 2063687 h 2398711"/>
              <a:gd name="connsiteX26153" fmla="*/ 1454192 w 2119654"/>
              <a:gd name="connsiteY26153" fmla="*/ 2063213 h 2398711"/>
              <a:gd name="connsiteX26154" fmla="*/ 1453203 w 2119654"/>
              <a:gd name="connsiteY26154" fmla="*/ 2063298 h 2398711"/>
              <a:gd name="connsiteX26155" fmla="*/ 1383246 w 2119654"/>
              <a:gd name="connsiteY26155" fmla="*/ 2216256 h 2398711"/>
              <a:gd name="connsiteX26156" fmla="*/ 1382365 w 2119654"/>
              <a:gd name="connsiteY26156" fmla="*/ 2218958 h 2398711"/>
              <a:gd name="connsiteX26157" fmla="*/ 1390614 w 2119654"/>
              <a:gd name="connsiteY26157" fmla="*/ 2221759 h 2398711"/>
              <a:gd name="connsiteX26158" fmla="*/ 1390629 w 2119654"/>
              <a:gd name="connsiteY26158" fmla="*/ 2221599 h 2398711"/>
              <a:gd name="connsiteX26159" fmla="*/ 1451405 w 2119654"/>
              <a:gd name="connsiteY26159" fmla="*/ 2063483 h 2398711"/>
              <a:gd name="connsiteX26160" fmla="*/ 1450833 w 2119654"/>
              <a:gd name="connsiteY26160" fmla="*/ 2064979 h 2398711"/>
              <a:gd name="connsiteX26161" fmla="*/ 1452655 w 2119654"/>
              <a:gd name="connsiteY26161" fmla="*/ 2064277 h 2398711"/>
              <a:gd name="connsiteX26162" fmla="*/ 1383669 w 2119654"/>
              <a:gd name="connsiteY26162" fmla="*/ 2214957 h 2398711"/>
              <a:gd name="connsiteX26163" fmla="*/ 1383346 w 2119654"/>
              <a:gd name="connsiteY26163" fmla="*/ 2215949 h 2398711"/>
              <a:gd name="connsiteX26164" fmla="*/ 1390663 w 2119654"/>
              <a:gd name="connsiteY26164" fmla="*/ 2221245 h 2398711"/>
              <a:gd name="connsiteX26165" fmla="*/ 1391172 w 2119654"/>
              <a:gd name="connsiteY26165" fmla="*/ 2215874 h 2398711"/>
              <a:gd name="connsiteX26166" fmla="*/ 1851102 w 2119654"/>
              <a:gd name="connsiteY26166" fmla="*/ 1168095 h 2398711"/>
              <a:gd name="connsiteX26167" fmla="*/ 1849604 w 2119654"/>
              <a:gd name="connsiteY26167" fmla="*/ 1175560 h 2398711"/>
              <a:gd name="connsiteX26168" fmla="*/ 1851486 w 2119654"/>
              <a:gd name="connsiteY26168" fmla="*/ 1172014 h 2398711"/>
              <a:gd name="connsiteX26169" fmla="*/ 1852008 w 2119654"/>
              <a:gd name="connsiteY26169" fmla="*/ 1167022 h 2398711"/>
              <a:gd name="connsiteX26170" fmla="*/ 1384192 w 2119654"/>
              <a:gd name="connsiteY26170" fmla="*/ 2213352 h 2398711"/>
              <a:gd name="connsiteX26171" fmla="*/ 1383977 w 2119654"/>
              <a:gd name="connsiteY26171" fmla="*/ 2214010 h 2398711"/>
              <a:gd name="connsiteX26172" fmla="*/ 1391265 w 2119654"/>
              <a:gd name="connsiteY26172" fmla="*/ 2214900 h 2398711"/>
              <a:gd name="connsiteX26173" fmla="*/ 1391286 w 2119654"/>
              <a:gd name="connsiteY26173" fmla="*/ 2214675 h 2398711"/>
              <a:gd name="connsiteX26174" fmla="*/ 1448202 w 2119654"/>
              <a:gd name="connsiteY26174" fmla="*/ 2069966 h 2398711"/>
              <a:gd name="connsiteX26175" fmla="*/ 1448106 w 2119654"/>
              <a:gd name="connsiteY26175" fmla="*/ 2070576 h 2398711"/>
              <a:gd name="connsiteX26176" fmla="*/ 1448375 w 2119654"/>
              <a:gd name="connsiteY26176" fmla="*/ 2070292 h 2398711"/>
              <a:gd name="connsiteX26177" fmla="*/ 1448481 w 2119654"/>
              <a:gd name="connsiteY26177" fmla="*/ 2070014 h 2398711"/>
              <a:gd name="connsiteX26178" fmla="*/ 1823829 w 2119654"/>
              <a:gd name="connsiteY26178" fmla="*/ 1228805 h 2398711"/>
              <a:gd name="connsiteX26179" fmla="*/ 1825489 w 2119654"/>
              <a:gd name="connsiteY26179" fmla="*/ 1229684 h 2398711"/>
              <a:gd name="connsiteX26180" fmla="*/ 1826803 w 2119654"/>
              <a:gd name="connsiteY26180" fmla="*/ 1226157 h 2398711"/>
              <a:gd name="connsiteX26181" fmla="*/ 1826255 w 2119654"/>
              <a:gd name="connsiteY26181" fmla="*/ 1225868 h 2398711"/>
              <a:gd name="connsiteX26182" fmla="*/ 1454010 w 2119654"/>
              <a:gd name="connsiteY26182" fmla="*/ 2056682 h 2398711"/>
              <a:gd name="connsiteX26183" fmla="*/ 1451607 w 2119654"/>
              <a:gd name="connsiteY26183" fmla="*/ 2062957 h 2398711"/>
              <a:gd name="connsiteX26184" fmla="*/ 1454196 w 2119654"/>
              <a:gd name="connsiteY26184" fmla="*/ 2062768 h 2398711"/>
              <a:gd name="connsiteX26185" fmla="*/ 1454222 w 2119654"/>
              <a:gd name="connsiteY26185" fmla="*/ 2060073 h 2398711"/>
              <a:gd name="connsiteX26186" fmla="*/ 1448399 w 2119654"/>
              <a:gd name="connsiteY26186" fmla="*/ 2068718 h 2398711"/>
              <a:gd name="connsiteX26187" fmla="*/ 1448389 w 2119654"/>
              <a:gd name="connsiteY26187" fmla="*/ 2068778 h 2398711"/>
              <a:gd name="connsiteX26188" fmla="*/ 1448897 w 2119654"/>
              <a:gd name="connsiteY26188" fmla="*/ 2068928 h 2398711"/>
              <a:gd name="connsiteX26189" fmla="*/ 1448898 w 2119654"/>
              <a:gd name="connsiteY26189" fmla="*/ 2068927 h 2398711"/>
              <a:gd name="connsiteX26190" fmla="*/ 1412992 w 2119654"/>
              <a:gd name="connsiteY26190" fmla="*/ 2147742 h 2398711"/>
              <a:gd name="connsiteX26191" fmla="*/ 1414471 w 2119654"/>
              <a:gd name="connsiteY26191" fmla="*/ 2148556 h 2398711"/>
              <a:gd name="connsiteX26192" fmla="*/ 1416803 w 2119654"/>
              <a:gd name="connsiteY26192" fmla="*/ 2146223 h 2398711"/>
              <a:gd name="connsiteX26193" fmla="*/ 1415167 w 2119654"/>
              <a:gd name="connsiteY26193" fmla="*/ 2145633 h 2398711"/>
              <a:gd name="connsiteX26194" fmla="*/ 1799021 w 2119654"/>
              <a:gd name="connsiteY26194" fmla="*/ 1283144 h 2398711"/>
              <a:gd name="connsiteX26195" fmla="*/ 1798468 w 2119654"/>
              <a:gd name="connsiteY26195" fmla="*/ 1284671 h 2398711"/>
              <a:gd name="connsiteX26196" fmla="*/ 1799145 w 2119654"/>
              <a:gd name="connsiteY26196" fmla="*/ 1283370 h 2398711"/>
              <a:gd name="connsiteX26197" fmla="*/ 1385912 w 2119654"/>
              <a:gd name="connsiteY26197" fmla="*/ 2208071 h 2398711"/>
              <a:gd name="connsiteX26198" fmla="*/ 1384631 w 2119654"/>
              <a:gd name="connsiteY26198" fmla="*/ 2212002 h 2398711"/>
              <a:gd name="connsiteX26199" fmla="*/ 1391419 w 2119654"/>
              <a:gd name="connsiteY26199" fmla="*/ 2213269 h 2398711"/>
              <a:gd name="connsiteX26200" fmla="*/ 1391511 w 2119654"/>
              <a:gd name="connsiteY26200" fmla="*/ 2212300 h 2398711"/>
              <a:gd name="connsiteX26201" fmla="*/ 1391780 w 2119654"/>
              <a:gd name="connsiteY26201" fmla="*/ 2207895 h 2398711"/>
              <a:gd name="connsiteX26202" fmla="*/ 1388203 w 2119654"/>
              <a:gd name="connsiteY26202" fmla="*/ 2208021 h 2398711"/>
              <a:gd name="connsiteX26203" fmla="*/ 1386324 w 2119654"/>
              <a:gd name="connsiteY26203" fmla="*/ 2206804 h 2398711"/>
              <a:gd name="connsiteX26204" fmla="*/ 1386042 w 2119654"/>
              <a:gd name="connsiteY26204" fmla="*/ 2207670 h 2398711"/>
              <a:gd name="connsiteX26205" fmla="*/ 1391801 w 2119654"/>
              <a:gd name="connsiteY26205" fmla="*/ 2207543 h 2398711"/>
              <a:gd name="connsiteX26206" fmla="*/ 1391911 w 2119654"/>
              <a:gd name="connsiteY26206" fmla="*/ 2205747 h 2398711"/>
              <a:gd name="connsiteX26207" fmla="*/ 1388223 w 2119654"/>
              <a:gd name="connsiteY26207" fmla="*/ 2204478 h 2398711"/>
              <a:gd name="connsiteX26208" fmla="*/ 1443598 w 2119654"/>
              <a:gd name="connsiteY26208" fmla="*/ 2078501 h 2398711"/>
              <a:gd name="connsiteX26209" fmla="*/ 1443801 w 2119654"/>
              <a:gd name="connsiteY26209" fmla="*/ 2078571 h 2398711"/>
              <a:gd name="connsiteX26210" fmla="*/ 1445213 w 2119654"/>
              <a:gd name="connsiteY26210" fmla="*/ 2078550 h 2398711"/>
              <a:gd name="connsiteX26211" fmla="*/ 1445486 w 2119654"/>
              <a:gd name="connsiteY26211" fmla="*/ 2077836 h 2398711"/>
              <a:gd name="connsiteX26212" fmla="*/ 1426401 w 2119654"/>
              <a:gd name="connsiteY26212" fmla="*/ 2116939 h 2398711"/>
              <a:gd name="connsiteX26213" fmla="*/ 1426444 w 2119654"/>
              <a:gd name="connsiteY26213" fmla="*/ 2117183 h 2398711"/>
              <a:gd name="connsiteX26214" fmla="*/ 1426782 w 2119654"/>
              <a:gd name="connsiteY26214" fmla="*/ 2117200 h 2398711"/>
              <a:gd name="connsiteX26215" fmla="*/ 1426599 w 2119654"/>
              <a:gd name="connsiteY26215" fmla="*/ 2117330 h 2398711"/>
              <a:gd name="connsiteX26216" fmla="*/ 1426470 w 2119654"/>
              <a:gd name="connsiteY26216" fmla="*/ 2117324 h 2398711"/>
              <a:gd name="connsiteX26217" fmla="*/ 1426708 w 2119654"/>
              <a:gd name="connsiteY26217" fmla="*/ 2118657 h 2398711"/>
              <a:gd name="connsiteX26218" fmla="*/ 1428805 w 2119654"/>
              <a:gd name="connsiteY26218" fmla="*/ 2118714 h 2398711"/>
              <a:gd name="connsiteX26219" fmla="*/ 1430205 w 2119654"/>
              <a:gd name="connsiteY26219" fmla="*/ 2117151 h 2398711"/>
              <a:gd name="connsiteX26220" fmla="*/ 1832911 w 2119654"/>
              <a:gd name="connsiteY26220" fmla="*/ 1206679 h 2398711"/>
              <a:gd name="connsiteX26221" fmla="*/ 1834114 w 2119654"/>
              <a:gd name="connsiteY26221" fmla="*/ 1205369 h 2398711"/>
              <a:gd name="connsiteX26222" fmla="*/ 1834764 w 2119654"/>
              <a:gd name="connsiteY26222" fmla="*/ 1203500 h 2398711"/>
              <a:gd name="connsiteX26223" fmla="*/ 1814494 w 2119654"/>
              <a:gd name="connsiteY26223" fmla="*/ 1247438 h 2398711"/>
              <a:gd name="connsiteX26224" fmla="*/ 1812085 w 2119654"/>
              <a:gd name="connsiteY26224" fmla="*/ 1255722 h 2398711"/>
              <a:gd name="connsiteX26225" fmla="*/ 1812320 w 2119654"/>
              <a:gd name="connsiteY26225" fmla="*/ 1256107 h 2398711"/>
              <a:gd name="connsiteX26226" fmla="*/ 1814789 w 2119654"/>
              <a:gd name="connsiteY26226" fmla="*/ 1253292 h 2398711"/>
              <a:gd name="connsiteX26227" fmla="*/ 1820011 w 2119654"/>
              <a:gd name="connsiteY26227" fmla="*/ 1243252 h 2398711"/>
              <a:gd name="connsiteX26228" fmla="*/ 1387197 w 2119654"/>
              <a:gd name="connsiteY26228" fmla="*/ 2204125 h 2398711"/>
              <a:gd name="connsiteX26229" fmla="*/ 1386666 w 2119654"/>
              <a:gd name="connsiteY26229" fmla="*/ 2205755 h 2398711"/>
              <a:gd name="connsiteX26230" fmla="*/ 1387822 w 2119654"/>
              <a:gd name="connsiteY26230" fmla="*/ 2204339 h 2398711"/>
              <a:gd name="connsiteX26231" fmla="*/ 1793834 w 2119654"/>
              <a:gd name="connsiteY26231" fmla="*/ 1293563 h 2398711"/>
              <a:gd name="connsiteX26232" fmla="*/ 1793854 w 2119654"/>
              <a:gd name="connsiteY26232" fmla="*/ 1293542 h 2398711"/>
              <a:gd name="connsiteX26233" fmla="*/ 1793862 w 2119654"/>
              <a:gd name="connsiteY26233" fmla="*/ 1293527 h 2398711"/>
              <a:gd name="connsiteX26234" fmla="*/ 1801364 w 2119654"/>
              <a:gd name="connsiteY26234" fmla="*/ 1276663 h 2398711"/>
              <a:gd name="connsiteX26235" fmla="*/ 1799764 w 2119654"/>
              <a:gd name="connsiteY26235" fmla="*/ 1281088 h 2398711"/>
              <a:gd name="connsiteX26236" fmla="*/ 1800221 w 2119654"/>
              <a:gd name="connsiteY26236" fmla="*/ 1281301 h 2398711"/>
              <a:gd name="connsiteX26237" fmla="*/ 1804167 w 2119654"/>
              <a:gd name="connsiteY26237" fmla="*/ 1273715 h 2398711"/>
              <a:gd name="connsiteX26238" fmla="*/ 1852200 w 2119654"/>
              <a:gd name="connsiteY26238" fmla="*/ 1162629 h 2398711"/>
              <a:gd name="connsiteX26239" fmla="*/ 1851913 w 2119654"/>
              <a:gd name="connsiteY26239" fmla="*/ 1164056 h 2398711"/>
              <a:gd name="connsiteX26240" fmla="*/ 1852171 w 2119654"/>
              <a:gd name="connsiteY26240" fmla="*/ 1163789 h 2398711"/>
              <a:gd name="connsiteX26241" fmla="*/ 1802549 w 2119654"/>
              <a:gd name="connsiteY26241" fmla="*/ 1273367 h 2398711"/>
              <a:gd name="connsiteX26242" fmla="*/ 1802369 w 2119654"/>
              <a:gd name="connsiteY26242" fmla="*/ 1273885 h 2398711"/>
              <a:gd name="connsiteX26243" fmla="*/ 1801600 w 2119654"/>
              <a:gd name="connsiteY26243" fmla="*/ 1276012 h 2398711"/>
              <a:gd name="connsiteX26244" fmla="*/ 1804630 w 2119654"/>
              <a:gd name="connsiteY26244" fmla="*/ 1272823 h 2398711"/>
              <a:gd name="connsiteX26245" fmla="*/ 1804899 w 2119654"/>
              <a:gd name="connsiteY26245" fmla="*/ 1272307 h 2398711"/>
              <a:gd name="connsiteX26246" fmla="*/ 1830200 w 2119654"/>
              <a:gd name="connsiteY26246" fmla="*/ 1211329 h 2398711"/>
              <a:gd name="connsiteX26247" fmla="*/ 1830859 w 2119654"/>
              <a:gd name="connsiteY26247" fmla="*/ 1210876 h 2398711"/>
              <a:gd name="connsiteX26248" fmla="*/ 1833237 w 2119654"/>
              <a:gd name="connsiteY26248" fmla="*/ 1207889 h 2398711"/>
              <a:gd name="connsiteX26249" fmla="*/ 1833985 w 2119654"/>
              <a:gd name="connsiteY26249" fmla="*/ 1205738 h 2398711"/>
              <a:gd name="connsiteX26250" fmla="*/ 1832472 w 2119654"/>
              <a:gd name="connsiteY26250" fmla="*/ 1207431 h 2398711"/>
              <a:gd name="connsiteX26251" fmla="*/ 1411101 w 2119654"/>
              <a:gd name="connsiteY26251" fmla="*/ 2149576 h 2398711"/>
              <a:gd name="connsiteX26252" fmla="*/ 1413786 w 2119654"/>
              <a:gd name="connsiteY26252" fmla="*/ 2149241 h 2398711"/>
              <a:gd name="connsiteX26253" fmla="*/ 1414299 w 2119654"/>
              <a:gd name="connsiteY26253" fmla="*/ 2148727 h 2398711"/>
              <a:gd name="connsiteX26254" fmla="*/ 1412800 w 2119654"/>
              <a:gd name="connsiteY26254" fmla="*/ 2147928 h 2398711"/>
              <a:gd name="connsiteX26255" fmla="*/ 1829379 w 2119654"/>
              <a:gd name="connsiteY26255" fmla="*/ 1212737 h 2398711"/>
              <a:gd name="connsiteX26256" fmla="*/ 1830009 w 2119654"/>
              <a:gd name="connsiteY26256" fmla="*/ 1211946 h 2398711"/>
              <a:gd name="connsiteX26257" fmla="*/ 1829728 w 2119654"/>
              <a:gd name="connsiteY26257" fmla="*/ 1212138 h 2398711"/>
              <a:gd name="connsiteX26258" fmla="*/ 1815969 w 2119654"/>
              <a:gd name="connsiteY26258" fmla="*/ 1242365 h 2398711"/>
              <a:gd name="connsiteX26259" fmla="*/ 1815069 w 2119654"/>
              <a:gd name="connsiteY26259" fmla="*/ 1245461 h 2398711"/>
              <a:gd name="connsiteX26260" fmla="*/ 1816396 w 2119654"/>
              <a:gd name="connsiteY26260" fmla="*/ 1244566 h 2398711"/>
              <a:gd name="connsiteX26261" fmla="*/ 1821352 w 2119654"/>
              <a:gd name="connsiteY26261" fmla="*/ 1240673 h 2398711"/>
              <a:gd name="connsiteX26262" fmla="*/ 1821511 w 2119654"/>
              <a:gd name="connsiteY26262" fmla="*/ 1240366 h 2398711"/>
              <a:gd name="connsiteX26263" fmla="*/ 1822336 w 2119654"/>
              <a:gd name="connsiteY26263" fmla="*/ 1238151 h 2398711"/>
              <a:gd name="connsiteX26264" fmla="*/ 1449207 w 2119654"/>
              <a:gd name="connsiteY26264" fmla="*/ 2063589 h 2398711"/>
              <a:gd name="connsiteX26265" fmla="*/ 1448869 w 2119654"/>
              <a:gd name="connsiteY26265" fmla="*/ 2065734 h 2398711"/>
              <a:gd name="connsiteX26266" fmla="*/ 1450336 w 2119654"/>
              <a:gd name="connsiteY26266" fmla="*/ 2065169 h 2398711"/>
              <a:gd name="connsiteX26267" fmla="*/ 1450991 w 2119654"/>
              <a:gd name="connsiteY26267" fmla="*/ 2063458 h 2398711"/>
              <a:gd name="connsiteX26268" fmla="*/ 1381630 w 2119654"/>
              <a:gd name="connsiteY26268" fmla="*/ 2214708 h 2398711"/>
              <a:gd name="connsiteX26269" fmla="*/ 1382918 w 2119654"/>
              <a:gd name="connsiteY26269" fmla="*/ 2215640 h 2398711"/>
              <a:gd name="connsiteX26270" fmla="*/ 1383162 w 2119654"/>
              <a:gd name="connsiteY26270" fmla="*/ 2214895 h 2398711"/>
              <a:gd name="connsiteX26271" fmla="*/ 1804798 w 2119654"/>
              <a:gd name="connsiteY26271" fmla="*/ 1266878 h 2398711"/>
              <a:gd name="connsiteX26272" fmla="*/ 1804383 w 2119654"/>
              <a:gd name="connsiteY26272" fmla="*/ 1268074 h 2398711"/>
              <a:gd name="connsiteX26273" fmla="*/ 1805886 w 2119654"/>
              <a:gd name="connsiteY26273" fmla="*/ 1267397 h 2398711"/>
              <a:gd name="connsiteX26274" fmla="*/ 1807860 w 2119654"/>
              <a:gd name="connsiteY26274" fmla="*/ 1265575 h 2398711"/>
              <a:gd name="connsiteX26275" fmla="*/ 1808358 w 2119654"/>
              <a:gd name="connsiteY26275" fmla="*/ 1264089 h 2398711"/>
              <a:gd name="connsiteX26276" fmla="*/ 1389794 w 2119654"/>
              <a:gd name="connsiteY26276" fmla="*/ 2196148 h 2398711"/>
              <a:gd name="connsiteX26277" fmla="*/ 1387607 w 2119654"/>
              <a:gd name="connsiteY26277" fmla="*/ 2202865 h 2398711"/>
              <a:gd name="connsiteX26278" fmla="*/ 1388714 w 2119654"/>
              <a:gd name="connsiteY26278" fmla="*/ 2203245 h 2398711"/>
              <a:gd name="connsiteX26279" fmla="*/ 1392333 w 2119654"/>
              <a:gd name="connsiteY26279" fmla="*/ 2198813 h 2398711"/>
              <a:gd name="connsiteX26280" fmla="*/ 1392430 w 2119654"/>
              <a:gd name="connsiteY26280" fmla="*/ 2197223 h 2398711"/>
              <a:gd name="connsiteX26281" fmla="*/ 1390560 w 2119654"/>
              <a:gd name="connsiteY26281" fmla="*/ 2196469 h 2398711"/>
              <a:gd name="connsiteX26282" fmla="*/ 1400281 w 2119654"/>
              <a:gd name="connsiteY26282" fmla="*/ 2172602 h 2398711"/>
              <a:gd name="connsiteX26283" fmla="*/ 1406455 w 2119654"/>
              <a:gd name="connsiteY26283" fmla="*/ 2174029 h 2398711"/>
              <a:gd name="connsiteX26284" fmla="*/ 1406487 w 2119654"/>
              <a:gd name="connsiteY26284" fmla="*/ 2171462 h 2398711"/>
              <a:gd name="connsiteX26285" fmla="*/ 1407660 w 2119654"/>
              <a:gd name="connsiteY26285" fmla="*/ 2155929 h 2398711"/>
              <a:gd name="connsiteX26286" fmla="*/ 1407551 w 2119654"/>
              <a:gd name="connsiteY26286" fmla="*/ 2164779 h 2398711"/>
              <a:gd name="connsiteX26287" fmla="*/ 1418211 w 2119654"/>
              <a:gd name="connsiteY26287" fmla="*/ 2164412 h 2398711"/>
              <a:gd name="connsiteX26288" fmla="*/ 1425511 w 2119654"/>
              <a:gd name="connsiteY26288" fmla="*/ 2154704 h 2398711"/>
              <a:gd name="connsiteX26289" fmla="*/ 1423411 w 2119654"/>
              <a:gd name="connsiteY26289" fmla="*/ 2153584 h 2398711"/>
              <a:gd name="connsiteX26290" fmla="*/ 1422910 w 2119654"/>
              <a:gd name="connsiteY26290" fmla="*/ 2153478 h 2398711"/>
              <a:gd name="connsiteX26291" fmla="*/ 1421972 w 2119654"/>
              <a:gd name="connsiteY26291" fmla="*/ 2157620 h 2398711"/>
              <a:gd name="connsiteX26292" fmla="*/ 1421745 w 2119654"/>
              <a:gd name="connsiteY26292" fmla="*/ 2157772 h 2398711"/>
              <a:gd name="connsiteX26293" fmla="*/ 1422727 w 2119654"/>
              <a:gd name="connsiteY26293" fmla="*/ 2153440 h 2398711"/>
              <a:gd name="connsiteX26294" fmla="*/ 1416273 w 2119654"/>
              <a:gd name="connsiteY26294" fmla="*/ 2152072 h 2398711"/>
              <a:gd name="connsiteX26295" fmla="*/ 1414731 w 2119654"/>
              <a:gd name="connsiteY26295" fmla="*/ 2151959 h 2398711"/>
              <a:gd name="connsiteX26296" fmla="*/ 1411185 w 2119654"/>
              <a:gd name="connsiteY26296" fmla="*/ 2152401 h 2398711"/>
              <a:gd name="connsiteX26297" fmla="*/ 1409816 w 2119654"/>
              <a:gd name="connsiteY26297" fmla="*/ 2153771 h 2398711"/>
              <a:gd name="connsiteX26298" fmla="*/ 1411558 w 2119654"/>
              <a:gd name="connsiteY26298" fmla="*/ 2155249 h 2398711"/>
              <a:gd name="connsiteX26299" fmla="*/ 1411331 w 2119654"/>
              <a:gd name="connsiteY26299" fmla="*/ 2155262 h 2398711"/>
              <a:gd name="connsiteX26300" fmla="*/ 1409706 w 2119654"/>
              <a:gd name="connsiteY26300" fmla="*/ 2153882 h 2398711"/>
              <a:gd name="connsiteX26301" fmla="*/ 1819138 w 2119654"/>
              <a:gd name="connsiteY26301" fmla="*/ 1234486 h 2398711"/>
              <a:gd name="connsiteX26302" fmla="*/ 1822361 w 2119654"/>
              <a:gd name="connsiteY26302" fmla="*/ 1232353 h 2398711"/>
              <a:gd name="connsiteX26303" fmla="*/ 1825369 w 2119654"/>
              <a:gd name="connsiteY26303" fmla="*/ 1229849 h 2398711"/>
              <a:gd name="connsiteX26304" fmla="*/ 1823698 w 2119654"/>
              <a:gd name="connsiteY26304" fmla="*/ 1228963 h 2398711"/>
              <a:gd name="connsiteX26305" fmla="*/ 1805342 w 2119654"/>
              <a:gd name="connsiteY26305" fmla="*/ 1265305 h 2398711"/>
              <a:gd name="connsiteX26306" fmla="*/ 1805168 w 2119654"/>
              <a:gd name="connsiteY26306" fmla="*/ 1265808 h 2398711"/>
              <a:gd name="connsiteX26307" fmla="*/ 1808677 w 2119654"/>
              <a:gd name="connsiteY26307" fmla="*/ 1263135 h 2398711"/>
              <a:gd name="connsiteX26308" fmla="*/ 1809188 w 2119654"/>
              <a:gd name="connsiteY26308" fmla="*/ 1261606 h 2398711"/>
              <a:gd name="connsiteX26309" fmla="*/ 1807822 w 2119654"/>
              <a:gd name="connsiteY26309" fmla="*/ 1262478 h 2398711"/>
              <a:gd name="connsiteX26310" fmla="*/ 1449422 w 2119654"/>
              <a:gd name="connsiteY26310" fmla="*/ 2062226 h 2398711"/>
              <a:gd name="connsiteX26311" fmla="*/ 1449280 w 2119654"/>
              <a:gd name="connsiteY26311" fmla="*/ 2063126 h 2398711"/>
              <a:gd name="connsiteX26312" fmla="*/ 1450681 w 2119654"/>
              <a:gd name="connsiteY26312" fmla="*/ 2063024 h 2398711"/>
              <a:gd name="connsiteX26313" fmla="*/ 1791172 w 2119654"/>
              <a:gd name="connsiteY26313" fmla="*/ 1296955 h 2398711"/>
              <a:gd name="connsiteX26314" fmla="*/ 1791885 w 2119654"/>
              <a:gd name="connsiteY26314" fmla="*/ 1297329 h 2398711"/>
              <a:gd name="connsiteX26315" fmla="*/ 1793311 w 2119654"/>
              <a:gd name="connsiteY26315" fmla="*/ 1294588 h 2398711"/>
              <a:gd name="connsiteX26316" fmla="*/ 1791896 w 2119654"/>
              <a:gd name="connsiteY26316" fmla="*/ 1296033 h 2398711"/>
              <a:gd name="connsiteX26317" fmla="*/ 1438988 w 2119654"/>
              <a:gd name="connsiteY26317" fmla="*/ 2085018 h 2398711"/>
              <a:gd name="connsiteX26318" fmla="*/ 1439707 w 2119654"/>
              <a:gd name="connsiteY26318" fmla="*/ 2085424 h 2398711"/>
              <a:gd name="connsiteX26319" fmla="*/ 1440735 w 2119654"/>
              <a:gd name="connsiteY26319" fmla="*/ 2084520 h 2398711"/>
              <a:gd name="connsiteX26320" fmla="*/ 1784671 w 2119654"/>
              <a:gd name="connsiteY26320" fmla="*/ 1310916 h 2398711"/>
              <a:gd name="connsiteX26321" fmla="*/ 1784526 w 2119654"/>
              <a:gd name="connsiteY26321" fmla="*/ 1311477 h 2398711"/>
              <a:gd name="connsiteX26322" fmla="*/ 1784875 w 2119654"/>
              <a:gd name="connsiteY26322" fmla="*/ 1310807 h 2398711"/>
              <a:gd name="connsiteX26323" fmla="*/ 1382417 w 2119654"/>
              <a:gd name="connsiteY26323" fmla="*/ 2211589 h 2398711"/>
              <a:gd name="connsiteX26324" fmla="*/ 1384133 w 2119654"/>
              <a:gd name="connsiteY26324" fmla="*/ 2211910 h 2398711"/>
              <a:gd name="connsiteX26325" fmla="*/ 1385380 w 2119654"/>
              <a:gd name="connsiteY26325" fmla="*/ 2208083 h 2398711"/>
              <a:gd name="connsiteX26326" fmla="*/ 1385278 w 2119654"/>
              <a:gd name="connsiteY26326" fmla="*/ 2208085 h 2398711"/>
              <a:gd name="connsiteX26327" fmla="*/ 1798637 w 2119654"/>
              <a:gd name="connsiteY26327" fmla="*/ 1279532 h 2398711"/>
              <a:gd name="connsiteX26328" fmla="*/ 1799345 w 2119654"/>
              <a:gd name="connsiteY26328" fmla="*/ 1280817 h 2398711"/>
              <a:gd name="connsiteX26329" fmla="*/ 1800528 w 2119654"/>
              <a:gd name="connsiteY26329" fmla="*/ 1277543 h 2398711"/>
              <a:gd name="connsiteX26330" fmla="*/ 1408586 w 2119654"/>
              <a:gd name="connsiteY26330" fmla="*/ 2152726 h 2398711"/>
              <a:gd name="connsiteX26331" fmla="*/ 1409515 w 2119654"/>
              <a:gd name="connsiteY26331" fmla="*/ 2153515 h 2398711"/>
              <a:gd name="connsiteX26332" fmla="*/ 1410548 w 2119654"/>
              <a:gd name="connsiteY26332" fmla="*/ 2152481 h 2398711"/>
              <a:gd name="connsiteX26333" fmla="*/ 1804366 w 2119654"/>
              <a:gd name="connsiteY26333" fmla="*/ 1266419 h 2398711"/>
              <a:gd name="connsiteX26334" fmla="*/ 1804622 w 2119654"/>
              <a:gd name="connsiteY26334" fmla="*/ 1266223 h 2398711"/>
              <a:gd name="connsiteX26335" fmla="*/ 1804682 w 2119654"/>
              <a:gd name="connsiteY26335" fmla="*/ 1266058 h 2398711"/>
              <a:gd name="connsiteX26336" fmla="*/ 1807170 w 2119654"/>
              <a:gd name="connsiteY26336" fmla="*/ 1260033 h 2398711"/>
              <a:gd name="connsiteX26337" fmla="*/ 1806589 w 2119654"/>
              <a:gd name="connsiteY26337" fmla="*/ 1261708 h 2398711"/>
              <a:gd name="connsiteX26338" fmla="*/ 1808206 w 2119654"/>
              <a:gd name="connsiteY26338" fmla="*/ 1260675 h 2398711"/>
              <a:gd name="connsiteX26339" fmla="*/ 1425821 w 2119654"/>
              <a:gd name="connsiteY26339" fmla="*/ 2113681 h 2398711"/>
              <a:gd name="connsiteX26340" fmla="*/ 1426352 w 2119654"/>
              <a:gd name="connsiteY26340" fmla="*/ 2116664 h 2398711"/>
              <a:gd name="connsiteX26341" fmla="*/ 1430420 w 2119654"/>
              <a:gd name="connsiteY26341" fmla="*/ 2116890 h 2398711"/>
              <a:gd name="connsiteX26342" fmla="*/ 1431020 w 2119654"/>
              <a:gd name="connsiteY26342" fmla="*/ 2115382 h 2398711"/>
              <a:gd name="connsiteX26343" fmla="*/ 1431279 w 2119654"/>
              <a:gd name="connsiteY26343" fmla="*/ 2114162 h 2398711"/>
              <a:gd name="connsiteX26344" fmla="*/ 1785334 w 2119654"/>
              <a:gd name="connsiteY26344" fmla="*/ 1308346 h 2398711"/>
              <a:gd name="connsiteX26345" fmla="*/ 1784822 w 2119654"/>
              <a:gd name="connsiteY26345" fmla="*/ 1310330 h 2398711"/>
              <a:gd name="connsiteX26346" fmla="*/ 1785241 w 2119654"/>
              <a:gd name="connsiteY26346" fmla="*/ 1310103 h 2398711"/>
              <a:gd name="connsiteX26347" fmla="*/ 1786715 w 2119654"/>
              <a:gd name="connsiteY26347" fmla="*/ 1307269 h 2398711"/>
              <a:gd name="connsiteX26348" fmla="*/ 1393588 w 2119654"/>
              <a:gd name="connsiteY26348" fmla="*/ 2185524 h 2398711"/>
              <a:gd name="connsiteX26349" fmla="*/ 1392890 w 2119654"/>
              <a:gd name="connsiteY26349" fmla="*/ 2196990 h 2398711"/>
              <a:gd name="connsiteX26350" fmla="*/ 1393518 w 2119654"/>
              <a:gd name="connsiteY26350" fmla="*/ 2197253 h 2398711"/>
              <a:gd name="connsiteX26351" fmla="*/ 1399679 w 2119654"/>
              <a:gd name="connsiteY26351" fmla="*/ 2189059 h 2398711"/>
              <a:gd name="connsiteX26352" fmla="*/ 1437401 w 2119654"/>
              <a:gd name="connsiteY26352" fmla="*/ 2087297 h 2398711"/>
              <a:gd name="connsiteX26353" fmla="*/ 1437360 w 2119654"/>
              <a:gd name="connsiteY26353" fmla="*/ 2087489 h 2398711"/>
              <a:gd name="connsiteX26354" fmla="*/ 1437582 w 2119654"/>
              <a:gd name="connsiteY26354" fmla="*/ 2087294 h 2398711"/>
              <a:gd name="connsiteX26355" fmla="*/ 1789099 w 2119654"/>
              <a:gd name="connsiteY26355" fmla="*/ 1299597 h 2398711"/>
              <a:gd name="connsiteX26356" fmla="*/ 1790349 w 2119654"/>
              <a:gd name="connsiteY26356" fmla="*/ 1300283 h 2398711"/>
              <a:gd name="connsiteX26357" fmla="*/ 1791610 w 2119654"/>
              <a:gd name="connsiteY26357" fmla="*/ 1297858 h 2398711"/>
              <a:gd name="connsiteX26358" fmla="*/ 1790798 w 2119654"/>
              <a:gd name="connsiteY26358" fmla="*/ 1297431 h 2398711"/>
              <a:gd name="connsiteX26359" fmla="*/ 1822901 w 2119654"/>
              <a:gd name="connsiteY26359" fmla="*/ 1223846 h 2398711"/>
              <a:gd name="connsiteX26360" fmla="*/ 1825567 w 2119654"/>
              <a:gd name="connsiteY26360" fmla="*/ 1225252 h 2398711"/>
              <a:gd name="connsiteX26361" fmla="*/ 1828367 w 2119654"/>
              <a:gd name="connsiteY26361" fmla="*/ 1221875 h 2398711"/>
              <a:gd name="connsiteX26362" fmla="*/ 1832396 w 2119654"/>
              <a:gd name="connsiteY26362" fmla="*/ 1210306 h 2398711"/>
              <a:gd name="connsiteX26363" fmla="*/ 1832035 w 2119654"/>
              <a:gd name="connsiteY26363" fmla="*/ 1210554 h 2398711"/>
              <a:gd name="connsiteX26364" fmla="*/ 1827413 w 2119654"/>
              <a:gd name="connsiteY26364" fmla="*/ 1216864 h 2398711"/>
              <a:gd name="connsiteX26365" fmla="*/ 1825765 w 2119654"/>
              <a:gd name="connsiteY26365" fmla="*/ 1218934 h 2398711"/>
              <a:gd name="connsiteX26366" fmla="*/ 1808962 w 2119654"/>
              <a:gd name="connsiteY26366" fmla="*/ 1254862 h 2398711"/>
              <a:gd name="connsiteX26367" fmla="*/ 1807797 w 2119654"/>
              <a:gd name="connsiteY26367" fmla="*/ 1258224 h 2398711"/>
              <a:gd name="connsiteX26368" fmla="*/ 1809363 w 2119654"/>
              <a:gd name="connsiteY26368" fmla="*/ 1259481 h 2398711"/>
              <a:gd name="connsiteX26369" fmla="*/ 1810231 w 2119654"/>
              <a:gd name="connsiteY26369" fmla="*/ 1258490 h 2398711"/>
              <a:gd name="connsiteX26370" fmla="*/ 1810564 w 2119654"/>
              <a:gd name="connsiteY26370" fmla="*/ 1257497 h 2398711"/>
              <a:gd name="connsiteX26371" fmla="*/ 1380762 w 2119654"/>
              <a:gd name="connsiteY26371" fmla="*/ 2213616 h 2398711"/>
              <a:gd name="connsiteX26372" fmla="*/ 1383470 w 2119654"/>
              <a:gd name="connsiteY26372" fmla="*/ 2213947 h 2398711"/>
              <a:gd name="connsiteX26373" fmla="*/ 1383694 w 2119654"/>
              <a:gd name="connsiteY26373" fmla="*/ 2213259 h 2398711"/>
              <a:gd name="connsiteX26374" fmla="*/ 1381403 w 2119654"/>
              <a:gd name="connsiteY26374" fmla="*/ 2212832 h 2398711"/>
              <a:gd name="connsiteX26375" fmla="*/ 1393117 w 2119654"/>
              <a:gd name="connsiteY26375" fmla="*/ 2185947 h 2398711"/>
              <a:gd name="connsiteX26376" fmla="*/ 1389925 w 2119654"/>
              <a:gd name="connsiteY26376" fmla="*/ 2195747 h 2398711"/>
              <a:gd name="connsiteX26377" fmla="*/ 1392455 w 2119654"/>
              <a:gd name="connsiteY26377" fmla="*/ 2196808 h 2398711"/>
              <a:gd name="connsiteX26378" fmla="*/ 1425802 w 2119654"/>
              <a:gd name="connsiteY26378" fmla="*/ 2112575 h 2398711"/>
              <a:gd name="connsiteX26379" fmla="*/ 1431509 w 2119654"/>
              <a:gd name="connsiteY26379" fmla="*/ 2113079 h 2398711"/>
              <a:gd name="connsiteX26380" fmla="*/ 1431759 w 2119654"/>
              <a:gd name="connsiteY26380" fmla="*/ 2111898 h 2398711"/>
              <a:gd name="connsiteX26381" fmla="*/ 1431240 w 2119654"/>
              <a:gd name="connsiteY26381" fmla="*/ 2111503 h 2398711"/>
              <a:gd name="connsiteX26382" fmla="*/ 1429413 w 2119654"/>
              <a:gd name="connsiteY26382" fmla="*/ 2111916 h 2398711"/>
              <a:gd name="connsiteX26383" fmla="*/ 1426894 w 2119654"/>
              <a:gd name="connsiteY26383" fmla="*/ 2112116 h 2398711"/>
              <a:gd name="connsiteX26384" fmla="*/ 1407697 w 2119654"/>
              <a:gd name="connsiteY26384" fmla="*/ 2152877 h 2398711"/>
              <a:gd name="connsiteX26385" fmla="*/ 1407666 w 2119654"/>
              <a:gd name="connsiteY26385" fmla="*/ 2155364 h 2398711"/>
              <a:gd name="connsiteX26386" fmla="*/ 1409404 w 2119654"/>
              <a:gd name="connsiteY26386" fmla="*/ 2153626 h 2398711"/>
              <a:gd name="connsiteX26387" fmla="*/ 1408375 w 2119654"/>
              <a:gd name="connsiteY26387" fmla="*/ 2152752 h 2398711"/>
              <a:gd name="connsiteX26388" fmla="*/ 1407745 w 2119654"/>
              <a:gd name="connsiteY26388" fmla="*/ 2152830 h 2398711"/>
              <a:gd name="connsiteX26389" fmla="*/ 1437814 w 2119654"/>
              <a:gd name="connsiteY26389" fmla="*/ 2085353 h 2398711"/>
              <a:gd name="connsiteX26390" fmla="*/ 1437472 w 2119654"/>
              <a:gd name="connsiteY26390" fmla="*/ 2086965 h 2398711"/>
              <a:gd name="connsiteX26391" fmla="*/ 1437965 w 2119654"/>
              <a:gd name="connsiteY26391" fmla="*/ 2086957 h 2398711"/>
              <a:gd name="connsiteX26392" fmla="*/ 1439088 w 2119654"/>
              <a:gd name="connsiteY26392" fmla="*/ 2085970 h 2398711"/>
              <a:gd name="connsiteX26393" fmla="*/ 1437933 w 2119654"/>
              <a:gd name="connsiteY26393" fmla="*/ 2085319 h 2398711"/>
              <a:gd name="connsiteX26394" fmla="*/ 1820910 w 2119654"/>
              <a:gd name="connsiteY26394" fmla="*/ 1227260 h 2398711"/>
              <a:gd name="connsiteX26395" fmla="*/ 1822990 w 2119654"/>
              <a:gd name="connsiteY26395" fmla="*/ 1228360 h 2398711"/>
              <a:gd name="connsiteX26396" fmla="*/ 1825421 w 2119654"/>
              <a:gd name="connsiteY26396" fmla="*/ 1225429 h 2398711"/>
              <a:gd name="connsiteX26397" fmla="*/ 1822788 w 2119654"/>
              <a:gd name="connsiteY26397" fmla="*/ 1224040 h 2398711"/>
              <a:gd name="connsiteX26398" fmla="*/ 1450172 w 2119654"/>
              <a:gd name="connsiteY26398" fmla="*/ 2057391 h 2398711"/>
              <a:gd name="connsiteX26399" fmla="*/ 1450140 w 2119654"/>
              <a:gd name="connsiteY26399" fmla="*/ 2057669 h 2398711"/>
              <a:gd name="connsiteX26400" fmla="*/ 1449441 w 2119654"/>
              <a:gd name="connsiteY26400" fmla="*/ 2062104 h 2398711"/>
              <a:gd name="connsiteX26401" fmla="*/ 1449536 w 2119654"/>
              <a:gd name="connsiteY26401" fmla="*/ 2062166 h 2398711"/>
              <a:gd name="connsiteX26402" fmla="*/ 1450868 w 2119654"/>
              <a:gd name="connsiteY26402" fmla="*/ 2063011 h 2398711"/>
              <a:gd name="connsiteX26403" fmla="*/ 1451171 w 2119654"/>
              <a:gd name="connsiteY26403" fmla="*/ 2062989 h 2398711"/>
              <a:gd name="connsiteX26404" fmla="*/ 1453950 w 2119654"/>
              <a:gd name="connsiteY26404" fmla="*/ 2055731 h 2398711"/>
              <a:gd name="connsiteX26405" fmla="*/ 1453935 w 2119654"/>
              <a:gd name="connsiteY26405" fmla="*/ 2055495 h 2398711"/>
              <a:gd name="connsiteX26406" fmla="*/ 1453355 w 2119654"/>
              <a:gd name="connsiteY26406" fmla="*/ 2055627 h 2398711"/>
              <a:gd name="connsiteX26407" fmla="*/ 1810479 w 2119654"/>
              <a:gd name="connsiteY26407" fmla="*/ 1250485 h 2398711"/>
              <a:gd name="connsiteX26408" fmla="*/ 1809907 w 2119654"/>
              <a:gd name="connsiteY26408" fmla="*/ 1252137 h 2398711"/>
              <a:gd name="connsiteX26409" fmla="*/ 1811487 w 2119654"/>
              <a:gd name="connsiteY26409" fmla="*/ 1254737 h 2398711"/>
              <a:gd name="connsiteX26410" fmla="*/ 1812895 w 2119654"/>
              <a:gd name="connsiteY26410" fmla="*/ 1250530 h 2398711"/>
              <a:gd name="connsiteX26411" fmla="*/ 1813597 w 2119654"/>
              <a:gd name="connsiteY26411" fmla="*/ 1248118 h 2398711"/>
              <a:gd name="connsiteX26412" fmla="*/ 1826899 w 2119654"/>
              <a:gd name="connsiteY26412" fmla="*/ 1213595 h 2398711"/>
              <a:gd name="connsiteX26413" fmla="*/ 1828621 w 2119654"/>
              <a:gd name="connsiteY26413" fmla="*/ 1212412 h 2398711"/>
              <a:gd name="connsiteX26414" fmla="*/ 1829749 w 2119654"/>
              <a:gd name="connsiteY26414" fmla="*/ 1210477 h 2398711"/>
              <a:gd name="connsiteX26415" fmla="*/ 1828361 w 2119654"/>
              <a:gd name="connsiteY26415" fmla="*/ 1212030 h 2398711"/>
              <a:gd name="connsiteX26416" fmla="*/ 1801955 w 2119654"/>
              <a:gd name="connsiteY26416" fmla="*/ 1269169 h 2398711"/>
              <a:gd name="connsiteX26417" fmla="*/ 1803870 w 2119654"/>
              <a:gd name="connsiteY26417" fmla="*/ 1268305 h 2398711"/>
              <a:gd name="connsiteX26418" fmla="*/ 1804223 w 2119654"/>
              <a:gd name="connsiteY26418" fmla="*/ 1267328 h 2398711"/>
              <a:gd name="connsiteX26419" fmla="*/ 1802138 w 2119654"/>
              <a:gd name="connsiteY26419" fmla="*/ 1268961 h 2398711"/>
              <a:gd name="connsiteX26420" fmla="*/ 1819816 w 2119654"/>
              <a:gd name="connsiteY26420" fmla="*/ 1229136 h 2398711"/>
              <a:gd name="connsiteX26421" fmla="*/ 1818449 w 2119654"/>
              <a:gd name="connsiteY26421" fmla="*/ 1233838 h 2398711"/>
              <a:gd name="connsiteX26422" fmla="*/ 1822859 w 2119654"/>
              <a:gd name="connsiteY26422" fmla="*/ 1228519 h 2398711"/>
              <a:gd name="connsiteX26423" fmla="*/ 1820809 w 2119654"/>
              <a:gd name="connsiteY26423" fmla="*/ 1227433 h 2398711"/>
              <a:gd name="connsiteX26424" fmla="*/ 1839094 w 2119654"/>
              <a:gd name="connsiteY26424" fmla="*/ 1185947 h 2398711"/>
              <a:gd name="connsiteX26425" fmla="*/ 1840324 w 2119654"/>
              <a:gd name="connsiteY26425" fmla="*/ 1186751 h 2398711"/>
              <a:gd name="connsiteX26426" fmla="*/ 1841791 w 2119654"/>
              <a:gd name="connsiteY26426" fmla="*/ 1181901 h 2398711"/>
              <a:gd name="connsiteX26427" fmla="*/ 1822164 w 2119654"/>
              <a:gd name="connsiteY26427" fmla="*/ 1223459 h 2398711"/>
              <a:gd name="connsiteX26428" fmla="*/ 1822177 w 2119654"/>
              <a:gd name="connsiteY26428" fmla="*/ 1223465 h 2398711"/>
              <a:gd name="connsiteX26429" fmla="*/ 1822226 w 2119654"/>
              <a:gd name="connsiteY26429" fmla="*/ 1223381 h 2398711"/>
              <a:gd name="connsiteX26430" fmla="*/ 1786850 w 2119654"/>
              <a:gd name="connsiteY26430" fmla="*/ 1302462 h 2398711"/>
              <a:gd name="connsiteX26431" fmla="*/ 1785642 w 2119654"/>
              <a:gd name="connsiteY26431" fmla="*/ 1307148 h 2398711"/>
              <a:gd name="connsiteX26432" fmla="*/ 1787548 w 2119654"/>
              <a:gd name="connsiteY26432" fmla="*/ 1305668 h 2398711"/>
              <a:gd name="connsiteX26433" fmla="*/ 1790179 w 2119654"/>
              <a:gd name="connsiteY26433" fmla="*/ 1300609 h 2398711"/>
              <a:gd name="connsiteX26434" fmla="*/ 1789572 w 2119654"/>
              <a:gd name="connsiteY26434" fmla="*/ 1300277 h 2398711"/>
              <a:gd name="connsiteX26435" fmla="*/ 1788848 w 2119654"/>
              <a:gd name="connsiteY26435" fmla="*/ 1299916 h 2398711"/>
              <a:gd name="connsiteX26436" fmla="*/ 1812496 w 2119654"/>
              <a:gd name="connsiteY26436" fmla="*/ 1244663 h 2398711"/>
              <a:gd name="connsiteX26437" fmla="*/ 1811350 w 2119654"/>
              <a:gd name="connsiteY26437" fmla="*/ 1247972 h 2398711"/>
              <a:gd name="connsiteX26438" fmla="*/ 1814198 w 2119654"/>
              <a:gd name="connsiteY26438" fmla="*/ 1246050 h 2398711"/>
              <a:gd name="connsiteX26439" fmla="*/ 1815103 w 2119654"/>
              <a:gd name="connsiteY26439" fmla="*/ 1242938 h 2398711"/>
              <a:gd name="connsiteX26440" fmla="*/ 1809400 w 2119654"/>
              <a:gd name="connsiteY26440" fmla="*/ 1251304 h 2398711"/>
              <a:gd name="connsiteX26441" fmla="*/ 1809759 w 2119654"/>
              <a:gd name="connsiteY26441" fmla="*/ 1251893 h 2398711"/>
              <a:gd name="connsiteX26442" fmla="*/ 1810165 w 2119654"/>
              <a:gd name="connsiteY26442" fmla="*/ 1250723 h 2398711"/>
              <a:gd name="connsiteX26443" fmla="*/ 1787297 w 2119654"/>
              <a:gd name="connsiteY26443" fmla="*/ 1300727 h 2398711"/>
              <a:gd name="connsiteX26444" fmla="*/ 1787281 w 2119654"/>
              <a:gd name="connsiteY26444" fmla="*/ 1300790 h 2398711"/>
              <a:gd name="connsiteX26445" fmla="*/ 1787465 w 2119654"/>
              <a:gd name="connsiteY26445" fmla="*/ 1300556 h 2398711"/>
              <a:gd name="connsiteX26446" fmla="*/ 1837438 w 2119654"/>
              <a:gd name="connsiteY26446" fmla="*/ 1188431 h 2398711"/>
              <a:gd name="connsiteX26447" fmla="*/ 1838716 w 2119654"/>
              <a:gd name="connsiteY26447" fmla="*/ 1189717 h 2398711"/>
              <a:gd name="connsiteX26448" fmla="*/ 1839845 w 2119654"/>
              <a:gd name="connsiteY26448" fmla="*/ 1188332 h 2398711"/>
              <a:gd name="connsiteX26449" fmla="*/ 1840112 w 2119654"/>
              <a:gd name="connsiteY26449" fmla="*/ 1187449 h 2398711"/>
              <a:gd name="connsiteX26450" fmla="*/ 1838704 w 2119654"/>
              <a:gd name="connsiteY26450" fmla="*/ 1186532 h 2398711"/>
              <a:gd name="connsiteX26451" fmla="*/ 1821066 w 2119654"/>
              <a:gd name="connsiteY26451" fmla="*/ 1224839 h 2398711"/>
              <a:gd name="connsiteX26452" fmla="*/ 1820757 w 2119654"/>
              <a:gd name="connsiteY26452" fmla="*/ 1225901 h 2398711"/>
              <a:gd name="connsiteX26453" fmla="*/ 1822064 w 2119654"/>
              <a:gd name="connsiteY26453" fmla="*/ 1223659 h 2398711"/>
              <a:gd name="connsiteX26454" fmla="*/ 1822023 w 2119654"/>
              <a:gd name="connsiteY26454" fmla="*/ 1223637 h 2398711"/>
              <a:gd name="connsiteX26455" fmla="*/ 1377696 w 2119654"/>
              <a:gd name="connsiteY26455" fmla="*/ 2217374 h 2398711"/>
              <a:gd name="connsiteX26456" fmla="*/ 1381890 w 2119654"/>
              <a:gd name="connsiteY26456" fmla="*/ 2218797 h 2398711"/>
              <a:gd name="connsiteX26457" fmla="*/ 1382818 w 2119654"/>
              <a:gd name="connsiteY26457" fmla="*/ 2215947 h 2398711"/>
              <a:gd name="connsiteX26458" fmla="*/ 1381001 w 2119654"/>
              <a:gd name="connsiteY26458" fmla="*/ 2214632 h 2398711"/>
              <a:gd name="connsiteX26459" fmla="*/ 1380031 w 2119654"/>
              <a:gd name="connsiteY26459" fmla="*/ 2214513 h 2398711"/>
              <a:gd name="connsiteX26460" fmla="*/ 1787659 w 2119654"/>
              <a:gd name="connsiteY26460" fmla="*/ 1299326 h 2398711"/>
              <a:gd name="connsiteX26461" fmla="*/ 1787469 w 2119654"/>
              <a:gd name="connsiteY26461" fmla="*/ 1300062 h 2398711"/>
              <a:gd name="connsiteX26462" fmla="*/ 1788016 w 2119654"/>
              <a:gd name="connsiteY26462" fmla="*/ 1299503 h 2398711"/>
              <a:gd name="connsiteX26463" fmla="*/ 1438889 w 2119654"/>
              <a:gd name="connsiteY26463" fmla="*/ 2080280 h 2398711"/>
              <a:gd name="connsiteX26464" fmla="*/ 1438818 w 2119654"/>
              <a:gd name="connsiteY26464" fmla="*/ 2080613 h 2398711"/>
              <a:gd name="connsiteX26465" fmla="*/ 1442893 w 2119654"/>
              <a:gd name="connsiteY26465" fmla="*/ 2080136 h 2398711"/>
              <a:gd name="connsiteX26466" fmla="*/ 1440903 w 2119654"/>
              <a:gd name="connsiteY26466" fmla="*/ 2079452 h 2398711"/>
              <a:gd name="connsiteX26467" fmla="*/ 1439101 w 2119654"/>
              <a:gd name="connsiteY26467" fmla="*/ 2080087 h 2398711"/>
              <a:gd name="connsiteX26468" fmla="*/ 1815162 w 2119654"/>
              <a:gd name="connsiteY26468" fmla="*/ 1237117 h 2398711"/>
              <a:gd name="connsiteX26469" fmla="*/ 1816419 w 2119654"/>
              <a:gd name="connsiteY26469" fmla="*/ 1236286 h 2398711"/>
              <a:gd name="connsiteX26470" fmla="*/ 1817372 w 2119654"/>
              <a:gd name="connsiteY26470" fmla="*/ 1235136 h 2398711"/>
              <a:gd name="connsiteX26471" fmla="*/ 1818420 w 2119654"/>
              <a:gd name="connsiteY26471" fmla="*/ 1231529 h 2398711"/>
              <a:gd name="connsiteX26472" fmla="*/ 1397080 w 2119654"/>
              <a:gd name="connsiteY26472" fmla="*/ 2173189 h 2398711"/>
              <a:gd name="connsiteX26473" fmla="*/ 1395851 w 2119654"/>
              <a:gd name="connsiteY26473" fmla="*/ 2177554 h 2398711"/>
              <a:gd name="connsiteX26474" fmla="*/ 1393665 w 2119654"/>
              <a:gd name="connsiteY26474" fmla="*/ 2184264 h 2398711"/>
              <a:gd name="connsiteX26475" fmla="*/ 1393612 w 2119654"/>
              <a:gd name="connsiteY26475" fmla="*/ 2185131 h 2398711"/>
              <a:gd name="connsiteX26476" fmla="*/ 1399831 w 2119654"/>
              <a:gd name="connsiteY26476" fmla="*/ 2188857 h 2398711"/>
              <a:gd name="connsiteX26477" fmla="*/ 1406380 w 2119654"/>
              <a:gd name="connsiteY26477" fmla="*/ 2180146 h 2398711"/>
              <a:gd name="connsiteX26478" fmla="*/ 1406450 w 2119654"/>
              <a:gd name="connsiteY26478" fmla="*/ 2174436 h 2398711"/>
              <a:gd name="connsiteX26479" fmla="*/ 1406434 w 2119654"/>
              <a:gd name="connsiteY26479" fmla="*/ 2174432 h 2398711"/>
              <a:gd name="connsiteX26480" fmla="*/ 1399295 w 2119654"/>
              <a:gd name="connsiteY26480" fmla="*/ 2172781 h 2398711"/>
              <a:gd name="connsiteX26481" fmla="*/ 1822180 w 2119654"/>
              <a:gd name="connsiteY26481" fmla="*/ 1221007 h 2398711"/>
              <a:gd name="connsiteX26482" fmla="*/ 1821825 w 2119654"/>
              <a:gd name="connsiteY26482" fmla="*/ 1222229 h 2398711"/>
              <a:gd name="connsiteX26483" fmla="*/ 1825839 w 2119654"/>
              <a:gd name="connsiteY26483" fmla="*/ 1217185 h 2398711"/>
              <a:gd name="connsiteX26484" fmla="*/ 1826081 w 2119654"/>
              <a:gd name="connsiteY26484" fmla="*/ 1216771 h 2398711"/>
              <a:gd name="connsiteX26485" fmla="*/ 1819664 w 2119654"/>
              <a:gd name="connsiteY26485" fmla="*/ 1226599 h 2398711"/>
              <a:gd name="connsiteX26486" fmla="*/ 1819829 w 2119654"/>
              <a:gd name="connsiteY26486" fmla="*/ 1226687 h 2398711"/>
              <a:gd name="connsiteX26487" fmla="*/ 1819963 w 2119654"/>
              <a:gd name="connsiteY26487" fmla="*/ 1226224 h 2398711"/>
              <a:gd name="connsiteX26488" fmla="*/ 1442709 w 2119654"/>
              <a:gd name="connsiteY26488" fmla="*/ 2070609 h 2398711"/>
              <a:gd name="connsiteX26489" fmla="*/ 1442228 w 2119654"/>
              <a:gd name="connsiteY26489" fmla="*/ 2071872 h 2398711"/>
              <a:gd name="connsiteX26490" fmla="*/ 1446393 w 2119654"/>
              <a:gd name="connsiteY26490" fmla="*/ 2071930 h 2398711"/>
              <a:gd name="connsiteX26491" fmla="*/ 1446786 w 2119654"/>
              <a:gd name="connsiteY26491" fmla="*/ 2071907 h 2398711"/>
              <a:gd name="connsiteX26492" fmla="*/ 1447214 w 2119654"/>
              <a:gd name="connsiteY26492" fmla="*/ 2071517 h 2398711"/>
              <a:gd name="connsiteX26493" fmla="*/ 1447474 w 2119654"/>
              <a:gd name="connsiteY26493" fmla="*/ 2069843 h 2398711"/>
              <a:gd name="connsiteX26494" fmla="*/ 1445550 w 2119654"/>
              <a:gd name="connsiteY26494" fmla="*/ 2069515 h 2398711"/>
              <a:gd name="connsiteX26495" fmla="*/ 1788463 w 2119654"/>
              <a:gd name="connsiteY26495" fmla="*/ 1296206 h 2398711"/>
              <a:gd name="connsiteX26496" fmla="*/ 1787775 w 2119654"/>
              <a:gd name="connsiteY26496" fmla="*/ 1298872 h 2398711"/>
              <a:gd name="connsiteX26497" fmla="*/ 1788334 w 2119654"/>
              <a:gd name="connsiteY26497" fmla="*/ 1299178 h 2398711"/>
              <a:gd name="connsiteX26498" fmla="*/ 1789400 w 2119654"/>
              <a:gd name="connsiteY26498" fmla="*/ 1298091 h 2398711"/>
              <a:gd name="connsiteX26499" fmla="*/ 1790174 w 2119654"/>
              <a:gd name="connsiteY26499" fmla="*/ 1297105 h 2398711"/>
              <a:gd name="connsiteX26500" fmla="*/ 1440501 w 2119654"/>
              <a:gd name="connsiteY26500" fmla="*/ 2075173 h 2398711"/>
              <a:gd name="connsiteX26501" fmla="*/ 1440827 w 2119654"/>
              <a:gd name="connsiteY26501" fmla="*/ 2075115 h 2398711"/>
              <a:gd name="connsiteX26502" fmla="*/ 1444808 w 2119654"/>
              <a:gd name="connsiteY26502" fmla="*/ 2073712 h 2398711"/>
              <a:gd name="connsiteX26503" fmla="*/ 1445416 w 2119654"/>
              <a:gd name="connsiteY26503" fmla="*/ 2073157 h 2398711"/>
              <a:gd name="connsiteX26504" fmla="*/ 1441438 w 2119654"/>
              <a:gd name="connsiteY26504" fmla="*/ 2073392 h 2398711"/>
              <a:gd name="connsiteX26505" fmla="*/ 1808828 w 2119654"/>
              <a:gd name="connsiteY26505" fmla="*/ 1250363 h 2398711"/>
              <a:gd name="connsiteX26506" fmla="*/ 1808889 w 2119654"/>
              <a:gd name="connsiteY26506" fmla="*/ 1250463 h 2398711"/>
              <a:gd name="connsiteX26507" fmla="*/ 1810168 w 2119654"/>
              <a:gd name="connsiteY26507" fmla="*/ 1249458 h 2398711"/>
              <a:gd name="connsiteX26508" fmla="*/ 1788935 w 2119654"/>
              <a:gd name="connsiteY26508" fmla="*/ 1294374 h 2398711"/>
              <a:gd name="connsiteX26509" fmla="*/ 1788616 w 2119654"/>
              <a:gd name="connsiteY26509" fmla="*/ 1295613 h 2398711"/>
              <a:gd name="connsiteX26510" fmla="*/ 1790548 w 2119654"/>
              <a:gd name="connsiteY26510" fmla="*/ 1296627 h 2398711"/>
              <a:gd name="connsiteX26511" fmla="*/ 1794878 w 2119654"/>
              <a:gd name="connsiteY26511" fmla="*/ 1291110 h 2398711"/>
              <a:gd name="connsiteX26512" fmla="*/ 1445278 w 2119654"/>
              <a:gd name="connsiteY26512" fmla="*/ 2063875 h 2398711"/>
              <a:gd name="connsiteX26513" fmla="*/ 1444439 w 2119654"/>
              <a:gd name="connsiteY26513" fmla="*/ 2066077 h 2398711"/>
              <a:gd name="connsiteX26514" fmla="*/ 1446734 w 2119654"/>
              <a:gd name="connsiteY26514" fmla="*/ 2066556 h 2398711"/>
              <a:gd name="connsiteX26515" fmla="*/ 1447969 w 2119654"/>
              <a:gd name="connsiteY26515" fmla="*/ 2066081 h 2398711"/>
              <a:gd name="connsiteX26516" fmla="*/ 1448223 w 2119654"/>
              <a:gd name="connsiteY26516" fmla="*/ 2063660 h 2398711"/>
              <a:gd name="connsiteX26517" fmla="*/ 1796913 w 2119654"/>
              <a:gd name="connsiteY26517" fmla="*/ 1276401 h 2398711"/>
              <a:gd name="connsiteX26518" fmla="*/ 1798473 w 2119654"/>
              <a:gd name="connsiteY26518" fmla="*/ 1279233 h 2398711"/>
              <a:gd name="connsiteX26519" fmla="*/ 1800767 w 2119654"/>
              <a:gd name="connsiteY26519" fmla="*/ 1276883 h 2398711"/>
              <a:gd name="connsiteX26520" fmla="*/ 1801939 w 2119654"/>
              <a:gd name="connsiteY26520" fmla="*/ 1273641 h 2398711"/>
              <a:gd name="connsiteX26521" fmla="*/ 1797959 w 2119654"/>
              <a:gd name="connsiteY26521" fmla="*/ 1275436 h 2398711"/>
              <a:gd name="connsiteX26522" fmla="*/ 1823177 w 2119654"/>
              <a:gd name="connsiteY26522" fmla="*/ 1217579 h 2398711"/>
              <a:gd name="connsiteX26523" fmla="*/ 1822367 w 2119654"/>
              <a:gd name="connsiteY26523" fmla="*/ 1220364 h 2398711"/>
              <a:gd name="connsiteX26524" fmla="*/ 1826779 w 2119654"/>
              <a:gd name="connsiteY26524" fmla="*/ 1215573 h 2398711"/>
              <a:gd name="connsiteX26525" fmla="*/ 1828150 w 2119654"/>
              <a:gd name="connsiteY26525" fmla="*/ 1213222 h 2398711"/>
              <a:gd name="connsiteX26526" fmla="*/ 1825634 w 2119654"/>
              <a:gd name="connsiteY26526" fmla="*/ 1214950 h 2398711"/>
              <a:gd name="connsiteX26527" fmla="*/ 1446752 w 2119654"/>
              <a:gd name="connsiteY26527" fmla="*/ 2060346 h 2398711"/>
              <a:gd name="connsiteX26528" fmla="*/ 1448455 w 2119654"/>
              <a:gd name="connsiteY26528" fmla="*/ 2061458 h 2398711"/>
              <a:gd name="connsiteX26529" fmla="*/ 1448802 w 2119654"/>
              <a:gd name="connsiteY26529" fmla="*/ 2058151 h 2398711"/>
              <a:gd name="connsiteX26530" fmla="*/ 1448153 w 2119654"/>
              <a:gd name="connsiteY26530" fmla="*/ 2058510 h 2398711"/>
              <a:gd name="connsiteX26531" fmla="*/ 1446496 w 2119654"/>
              <a:gd name="connsiteY26531" fmla="*/ 2060682 h 2398711"/>
              <a:gd name="connsiteX26532" fmla="*/ 1445458 w 2119654"/>
              <a:gd name="connsiteY26532" fmla="*/ 2063404 h 2398711"/>
              <a:gd name="connsiteX26533" fmla="*/ 1448272 w 2119654"/>
              <a:gd name="connsiteY26533" fmla="*/ 2063199 h 2398711"/>
              <a:gd name="connsiteX26534" fmla="*/ 1448440 w 2119654"/>
              <a:gd name="connsiteY26534" fmla="*/ 2061602 h 2398711"/>
              <a:gd name="connsiteX26535" fmla="*/ 1446657 w 2119654"/>
              <a:gd name="connsiteY26535" fmla="*/ 2060472 h 2398711"/>
              <a:gd name="connsiteX26536" fmla="*/ 1823520 w 2119654"/>
              <a:gd name="connsiteY26536" fmla="*/ 1216401 h 2398711"/>
              <a:gd name="connsiteX26537" fmla="*/ 1823305 w 2119654"/>
              <a:gd name="connsiteY26537" fmla="*/ 1217139 h 2398711"/>
              <a:gd name="connsiteX26538" fmla="*/ 1824773 w 2119654"/>
              <a:gd name="connsiteY26538" fmla="*/ 1215540 h 2398711"/>
              <a:gd name="connsiteX26539" fmla="*/ 1820655 w 2119654"/>
              <a:gd name="connsiteY26539" fmla="*/ 1222664 h 2398711"/>
              <a:gd name="connsiteX26540" fmla="*/ 1820953 w 2119654"/>
              <a:gd name="connsiteY26540" fmla="*/ 1222820 h 2398711"/>
              <a:gd name="connsiteX26541" fmla="*/ 1821157 w 2119654"/>
              <a:gd name="connsiteY26541" fmla="*/ 1222117 h 2398711"/>
              <a:gd name="connsiteX26542" fmla="*/ 1409781 w 2119654"/>
              <a:gd name="connsiteY26542" fmla="*/ 2142582 h 2398711"/>
              <a:gd name="connsiteX26543" fmla="*/ 1411650 w 2119654"/>
              <a:gd name="connsiteY26543" fmla="*/ 2143256 h 2398711"/>
              <a:gd name="connsiteX26544" fmla="*/ 1412994 w 2119654"/>
              <a:gd name="connsiteY26544" fmla="*/ 2141953 h 2398711"/>
              <a:gd name="connsiteX26545" fmla="*/ 1416088 w 2119654"/>
              <a:gd name="connsiteY26545" fmla="*/ 2137791 h 2398711"/>
              <a:gd name="connsiteX26546" fmla="*/ 1414863 w 2119654"/>
              <a:gd name="connsiteY26546" fmla="*/ 2137679 h 2398711"/>
              <a:gd name="connsiteX26547" fmla="*/ 1419815 w 2119654"/>
              <a:gd name="connsiteY26547" fmla="*/ 2119878 h 2398711"/>
              <a:gd name="connsiteX26548" fmla="*/ 1422576 w 2119654"/>
              <a:gd name="connsiteY26548" fmla="*/ 2121232 h 2398711"/>
              <a:gd name="connsiteX26549" fmla="*/ 1423281 w 2119654"/>
              <a:gd name="connsiteY26549" fmla="*/ 2120983 h 2398711"/>
              <a:gd name="connsiteX26550" fmla="*/ 1423099 w 2119654"/>
              <a:gd name="connsiteY26550" fmla="*/ 2119967 h 2398711"/>
              <a:gd name="connsiteX26551" fmla="*/ 1434269 w 2119654"/>
              <a:gd name="connsiteY26551" fmla="*/ 2087017 h 2398711"/>
              <a:gd name="connsiteX26552" fmla="*/ 1437045 w 2119654"/>
              <a:gd name="connsiteY26552" fmla="*/ 2086972 h 2398711"/>
              <a:gd name="connsiteX26553" fmla="*/ 1437361 w 2119654"/>
              <a:gd name="connsiteY26553" fmla="*/ 2085482 h 2398711"/>
              <a:gd name="connsiteX26554" fmla="*/ 1434673 w 2119654"/>
              <a:gd name="connsiteY26554" fmla="*/ 2086249 h 2398711"/>
              <a:gd name="connsiteX26555" fmla="*/ 1434033 w 2119654"/>
              <a:gd name="connsiteY26555" fmla="*/ 2087466 h 2398711"/>
              <a:gd name="connsiteX26556" fmla="*/ 1436608 w 2119654"/>
              <a:gd name="connsiteY26556" fmla="*/ 2088151 h 2398711"/>
              <a:gd name="connsiteX26557" fmla="*/ 1436837 w 2119654"/>
              <a:gd name="connsiteY26557" fmla="*/ 2087950 h 2398711"/>
              <a:gd name="connsiteX26558" fmla="*/ 1436975 w 2119654"/>
              <a:gd name="connsiteY26558" fmla="*/ 2087304 h 2398711"/>
              <a:gd name="connsiteX26559" fmla="*/ 1434093 w 2119654"/>
              <a:gd name="connsiteY26559" fmla="*/ 2087351 h 2398711"/>
              <a:gd name="connsiteX26560" fmla="*/ 1857376 w 2119654"/>
              <a:gd name="connsiteY26560" fmla="*/ 1139519 h 2398711"/>
              <a:gd name="connsiteX26561" fmla="*/ 1856912 w 2119654"/>
              <a:gd name="connsiteY26561" fmla="*/ 1158407 h 2398711"/>
              <a:gd name="connsiteX26562" fmla="*/ 1857423 w 2119654"/>
              <a:gd name="connsiteY26562" fmla="*/ 1157775 h 2398711"/>
              <a:gd name="connsiteX26563" fmla="*/ 1863198 w 2119654"/>
              <a:gd name="connsiteY26563" fmla="*/ 1149110 h 2398711"/>
              <a:gd name="connsiteX26564" fmla="*/ 1865674 w 2119654"/>
              <a:gd name="connsiteY26564" fmla="*/ 1145284 h 2398711"/>
              <a:gd name="connsiteX26565" fmla="*/ 1867314 w 2119654"/>
              <a:gd name="connsiteY26565" fmla="*/ 1142195 h 2398711"/>
              <a:gd name="connsiteX26566" fmla="*/ 1865191 w 2119654"/>
              <a:gd name="connsiteY26566" fmla="*/ 1141599 h 2398711"/>
              <a:gd name="connsiteX26567" fmla="*/ 1378217 w 2119654"/>
              <a:gd name="connsiteY26567" fmla="*/ 2212237 h 2398711"/>
              <a:gd name="connsiteX26568" fmla="*/ 1379991 w 2119654"/>
              <a:gd name="connsiteY26568" fmla="*/ 2213523 h 2398711"/>
              <a:gd name="connsiteX26569" fmla="*/ 1380294 w 2119654"/>
              <a:gd name="connsiteY26569" fmla="*/ 2213560 h 2398711"/>
              <a:gd name="connsiteX26570" fmla="*/ 1380956 w 2119654"/>
              <a:gd name="connsiteY26570" fmla="*/ 2212748 h 2398711"/>
              <a:gd name="connsiteX26571" fmla="*/ 1790085 w 2119654"/>
              <a:gd name="connsiteY26571" fmla="*/ 1289911 h 2398711"/>
              <a:gd name="connsiteX26572" fmla="*/ 1789078 w 2119654"/>
              <a:gd name="connsiteY26572" fmla="*/ 1293820 h 2398711"/>
              <a:gd name="connsiteX26573" fmla="*/ 1795533 w 2119654"/>
              <a:gd name="connsiteY26573" fmla="*/ 1290273 h 2398711"/>
              <a:gd name="connsiteX26574" fmla="*/ 1795594 w 2119654"/>
              <a:gd name="connsiteY26574" fmla="*/ 1290197 h 2398711"/>
              <a:gd name="connsiteX26575" fmla="*/ 1796767 w 2119654"/>
              <a:gd name="connsiteY26575" fmla="*/ 1287942 h 2398711"/>
              <a:gd name="connsiteX26576" fmla="*/ 1798454 w 2119654"/>
              <a:gd name="connsiteY26576" fmla="*/ 1283279 h 2398711"/>
              <a:gd name="connsiteX26577" fmla="*/ 1399694 w 2119654"/>
              <a:gd name="connsiteY26577" fmla="*/ 2163898 h 2398711"/>
              <a:gd name="connsiteX26578" fmla="*/ 1399585 w 2119654"/>
              <a:gd name="connsiteY26578" fmla="*/ 2164287 h 2398711"/>
              <a:gd name="connsiteX26579" fmla="*/ 1404315 w 2119654"/>
              <a:gd name="connsiteY26579" fmla="*/ 2164892 h 2398711"/>
              <a:gd name="connsiteX26580" fmla="*/ 1406568 w 2119654"/>
              <a:gd name="connsiteY26580" fmla="*/ 2164814 h 2398711"/>
              <a:gd name="connsiteX26581" fmla="*/ 1406666 w 2119654"/>
              <a:gd name="connsiteY26581" fmla="*/ 2156923 h 2398711"/>
              <a:gd name="connsiteX26582" fmla="*/ 1431383 w 2119654"/>
              <a:gd name="connsiteY26582" fmla="*/ 2092501 h 2398711"/>
              <a:gd name="connsiteX26583" fmla="*/ 1431612 w 2119654"/>
              <a:gd name="connsiteY26583" fmla="*/ 2092544 h 2398711"/>
              <a:gd name="connsiteX26584" fmla="*/ 1435826 w 2119654"/>
              <a:gd name="connsiteY26584" fmla="*/ 2088839 h 2398711"/>
              <a:gd name="connsiteX26585" fmla="*/ 1433619 w 2119654"/>
              <a:gd name="connsiteY26585" fmla="*/ 2088253 h 2398711"/>
              <a:gd name="connsiteX26586" fmla="*/ 1407791 w 2119654"/>
              <a:gd name="connsiteY26586" fmla="*/ 2145258 h 2398711"/>
              <a:gd name="connsiteX26587" fmla="*/ 1407768 w 2119654"/>
              <a:gd name="connsiteY26587" fmla="*/ 2147020 h 2398711"/>
              <a:gd name="connsiteX26588" fmla="*/ 1408949 w 2119654"/>
              <a:gd name="connsiteY26588" fmla="*/ 2145875 h 2398711"/>
              <a:gd name="connsiteX26589" fmla="*/ 1790574 w 2119654"/>
              <a:gd name="connsiteY26589" fmla="*/ 1288016 h 2398711"/>
              <a:gd name="connsiteX26590" fmla="*/ 1790158 w 2119654"/>
              <a:gd name="connsiteY26590" fmla="*/ 1289630 h 2398711"/>
              <a:gd name="connsiteX26591" fmla="*/ 1798567 w 2119654"/>
              <a:gd name="connsiteY26591" fmla="*/ 1282966 h 2398711"/>
              <a:gd name="connsiteX26592" fmla="*/ 1798708 w 2119654"/>
              <a:gd name="connsiteY26592" fmla="*/ 1282576 h 2398711"/>
              <a:gd name="connsiteX26593" fmla="*/ 1798318 w 2119654"/>
              <a:gd name="connsiteY26593" fmla="*/ 1281867 h 2398711"/>
              <a:gd name="connsiteX26594" fmla="*/ 1797000 w 2119654"/>
              <a:gd name="connsiteY26594" fmla="*/ 1281254 h 2398711"/>
              <a:gd name="connsiteX26595" fmla="*/ 1794488 w 2119654"/>
              <a:gd name="connsiteY26595" fmla="*/ 1278637 h 2398711"/>
              <a:gd name="connsiteX26596" fmla="*/ 1797243 w 2119654"/>
              <a:gd name="connsiteY26596" fmla="*/ 1279918 h 2398711"/>
              <a:gd name="connsiteX26597" fmla="*/ 1795848 w 2119654"/>
              <a:gd name="connsiteY26597" fmla="*/ 1277383 h 2398711"/>
              <a:gd name="connsiteX26598" fmla="*/ 1407799 w 2119654"/>
              <a:gd name="connsiteY26598" fmla="*/ 2144494 h 2398711"/>
              <a:gd name="connsiteX26599" fmla="*/ 1407795 w 2119654"/>
              <a:gd name="connsiteY26599" fmla="*/ 2144879 h 2398711"/>
              <a:gd name="connsiteX26600" fmla="*/ 1409186 w 2119654"/>
              <a:gd name="connsiteY26600" fmla="*/ 2145645 h 2398711"/>
              <a:gd name="connsiteX26601" fmla="*/ 1410817 w 2119654"/>
              <a:gd name="connsiteY26601" fmla="*/ 2144065 h 2398711"/>
              <a:gd name="connsiteX26602" fmla="*/ 1408944 w 2119654"/>
              <a:gd name="connsiteY26602" fmla="*/ 2143390 h 2398711"/>
              <a:gd name="connsiteX26603" fmla="*/ 1825890 w 2119654"/>
              <a:gd name="connsiteY26603" fmla="*/ 1208249 h 2398711"/>
              <a:gd name="connsiteX26604" fmla="*/ 1823696 w 2119654"/>
              <a:gd name="connsiteY26604" fmla="*/ 1215795 h 2398711"/>
              <a:gd name="connsiteX26605" fmla="*/ 1825980 w 2119654"/>
              <a:gd name="connsiteY26605" fmla="*/ 1214227 h 2398711"/>
              <a:gd name="connsiteX26606" fmla="*/ 1830317 w 2119654"/>
              <a:gd name="connsiteY26606" fmla="*/ 1209503 h 2398711"/>
              <a:gd name="connsiteX26607" fmla="*/ 1836166 w 2119654"/>
              <a:gd name="connsiteY26607" fmla="*/ 1199473 h 2398711"/>
              <a:gd name="connsiteX26608" fmla="*/ 1838492 w 2119654"/>
              <a:gd name="connsiteY26608" fmla="*/ 1192793 h 2398711"/>
              <a:gd name="connsiteX26609" fmla="*/ 1400958 w 2119654"/>
              <a:gd name="connsiteY26609" fmla="*/ 2159412 h 2398711"/>
              <a:gd name="connsiteX26610" fmla="*/ 1399914 w 2119654"/>
              <a:gd name="connsiteY26610" fmla="*/ 2163121 h 2398711"/>
              <a:gd name="connsiteX26611" fmla="*/ 1406673 w 2119654"/>
              <a:gd name="connsiteY26611" fmla="*/ 2156359 h 2398711"/>
              <a:gd name="connsiteX26612" fmla="*/ 1406703 w 2119654"/>
              <a:gd name="connsiteY26612" fmla="*/ 2153840 h 2398711"/>
              <a:gd name="connsiteX26613" fmla="*/ 1807696 w 2119654"/>
              <a:gd name="connsiteY26613" fmla="*/ 1248501 h 2398711"/>
              <a:gd name="connsiteX26614" fmla="*/ 1808531 w 2119654"/>
              <a:gd name="connsiteY26614" fmla="*/ 1249875 h 2398711"/>
              <a:gd name="connsiteX26615" fmla="*/ 1811047 w 2119654"/>
              <a:gd name="connsiteY26615" fmla="*/ 1248177 h 2398711"/>
              <a:gd name="connsiteX26616" fmla="*/ 1812196 w 2119654"/>
              <a:gd name="connsiteY26616" fmla="*/ 1244862 h 2398711"/>
              <a:gd name="connsiteX26617" fmla="*/ 1808607 w 2119654"/>
              <a:gd name="connsiteY26617" fmla="*/ 1247237 h 2398711"/>
              <a:gd name="connsiteX26618" fmla="*/ 1808349 w 2119654"/>
              <a:gd name="connsiteY26618" fmla="*/ 1247549 h 2398711"/>
              <a:gd name="connsiteX26619" fmla="*/ 1817894 w 2119654"/>
              <a:gd name="connsiteY26619" fmla="*/ 1225662 h 2398711"/>
              <a:gd name="connsiteX26620" fmla="*/ 1818738 w 2119654"/>
              <a:gd name="connsiteY26620" fmla="*/ 1226108 h 2398711"/>
              <a:gd name="connsiteX26621" fmla="*/ 1820722 w 2119654"/>
              <a:gd name="connsiteY26621" fmla="*/ 1223614 h 2398711"/>
              <a:gd name="connsiteX26622" fmla="*/ 1820885 w 2119654"/>
              <a:gd name="connsiteY26622" fmla="*/ 1223055 h 2398711"/>
              <a:gd name="connsiteX26623" fmla="*/ 1820483 w 2119654"/>
              <a:gd name="connsiteY26623" fmla="*/ 1222850 h 2398711"/>
              <a:gd name="connsiteX26624" fmla="*/ 1394309 w 2119654"/>
              <a:gd name="connsiteY26624" fmla="*/ 2173697 h 2398711"/>
              <a:gd name="connsiteX26625" fmla="*/ 1393960 w 2119654"/>
              <a:gd name="connsiteY26625" fmla="*/ 2179431 h 2398711"/>
              <a:gd name="connsiteX26626" fmla="*/ 1395642 w 2119654"/>
              <a:gd name="connsiteY26626" fmla="*/ 2173453 h 2398711"/>
              <a:gd name="connsiteX26627" fmla="*/ 1405004 w 2119654"/>
              <a:gd name="connsiteY26627" fmla="*/ 2149684 h 2398711"/>
              <a:gd name="connsiteX26628" fmla="*/ 1405013 w 2119654"/>
              <a:gd name="connsiteY26628" fmla="*/ 2149692 h 2398711"/>
              <a:gd name="connsiteX26629" fmla="*/ 1405018 w 2119654"/>
              <a:gd name="connsiteY26629" fmla="*/ 2149687 h 2398711"/>
              <a:gd name="connsiteX26630" fmla="*/ 1819162 w 2119654"/>
              <a:gd name="connsiteY26630" fmla="*/ 1221877 h 2398711"/>
              <a:gd name="connsiteX26631" fmla="*/ 1820383 w 2119654"/>
              <a:gd name="connsiteY26631" fmla="*/ 1222520 h 2398711"/>
              <a:gd name="connsiteX26632" fmla="*/ 1821344 w 2119654"/>
              <a:gd name="connsiteY26632" fmla="*/ 1221476 h 2398711"/>
              <a:gd name="connsiteX26633" fmla="*/ 1822161 w 2119654"/>
              <a:gd name="connsiteY26633" fmla="*/ 1218666 h 2398711"/>
              <a:gd name="connsiteX26634" fmla="*/ 1793895 w 2119654"/>
              <a:gd name="connsiteY26634" fmla="*/ 1278362 h 2398711"/>
              <a:gd name="connsiteX26635" fmla="*/ 1793963 w 2119654"/>
              <a:gd name="connsiteY26635" fmla="*/ 1278393 h 2398711"/>
              <a:gd name="connsiteX26636" fmla="*/ 1795582 w 2119654"/>
              <a:gd name="connsiteY26636" fmla="*/ 1276900 h 2398711"/>
              <a:gd name="connsiteX26637" fmla="*/ 1795426 w 2119654"/>
              <a:gd name="connsiteY26637" fmla="*/ 1276617 h 2398711"/>
              <a:gd name="connsiteX26638" fmla="*/ 1827175 w 2119654"/>
              <a:gd name="connsiteY26638" fmla="*/ 1203830 h 2398711"/>
              <a:gd name="connsiteX26639" fmla="*/ 1827157 w 2119654"/>
              <a:gd name="connsiteY26639" fmla="*/ 1203895 h 2398711"/>
              <a:gd name="connsiteX26640" fmla="*/ 1838465 w 2119654"/>
              <a:gd name="connsiteY26640" fmla="*/ 1190025 h 2398711"/>
              <a:gd name="connsiteX26641" fmla="*/ 1837214 w 2119654"/>
              <a:gd name="connsiteY26641" fmla="*/ 1188768 h 2398711"/>
              <a:gd name="connsiteX26642" fmla="*/ 1804121 w 2119654"/>
              <a:gd name="connsiteY26642" fmla="*/ 1255309 h 2398711"/>
              <a:gd name="connsiteX26643" fmla="*/ 1804280 w 2119654"/>
              <a:gd name="connsiteY26643" fmla="*/ 1255408 h 2398711"/>
              <a:gd name="connsiteX26644" fmla="*/ 1807579 w 2119654"/>
              <a:gd name="connsiteY26644" fmla="*/ 1258050 h 2398711"/>
              <a:gd name="connsiteX26645" fmla="*/ 1808690 w 2119654"/>
              <a:gd name="connsiteY26645" fmla="*/ 1254980 h 2398711"/>
              <a:gd name="connsiteX26646" fmla="*/ 1808814 w 2119654"/>
              <a:gd name="connsiteY26646" fmla="*/ 1254619 h 2398711"/>
              <a:gd name="connsiteX26647" fmla="*/ 1807620 w 2119654"/>
              <a:gd name="connsiteY26647" fmla="*/ 1252654 h 2398711"/>
              <a:gd name="connsiteX26648" fmla="*/ 1417954 w 2119654"/>
              <a:gd name="connsiteY26648" fmla="*/ 2119827 h 2398711"/>
              <a:gd name="connsiteX26649" fmla="*/ 1417784 w 2119654"/>
              <a:gd name="connsiteY26649" fmla="*/ 2120863 h 2398711"/>
              <a:gd name="connsiteX26650" fmla="*/ 1420689 w 2119654"/>
              <a:gd name="connsiteY26650" fmla="*/ 2121897 h 2398711"/>
              <a:gd name="connsiteX26651" fmla="*/ 1422105 w 2119654"/>
              <a:gd name="connsiteY26651" fmla="*/ 2121397 h 2398711"/>
              <a:gd name="connsiteX26652" fmla="*/ 1418837 w 2119654"/>
              <a:gd name="connsiteY26652" fmla="*/ 2119851 h 2398711"/>
              <a:gd name="connsiteX26653" fmla="*/ 1370235 w 2119654"/>
              <a:gd name="connsiteY26653" fmla="*/ 2226513 h 2398711"/>
              <a:gd name="connsiteX26654" fmla="*/ 1377561 w 2119654"/>
              <a:gd name="connsiteY26654" fmla="*/ 2232087 h 2398711"/>
              <a:gd name="connsiteX26655" fmla="*/ 1381819 w 2119654"/>
              <a:gd name="connsiteY26655" fmla="*/ 2219017 h 2398711"/>
              <a:gd name="connsiteX26656" fmla="*/ 1377540 w 2119654"/>
              <a:gd name="connsiteY26656" fmla="*/ 2217564 h 2398711"/>
              <a:gd name="connsiteX26657" fmla="*/ 1835856 w 2119654"/>
              <a:gd name="connsiteY26657" fmla="*/ 1183829 h 2398711"/>
              <a:gd name="connsiteX26658" fmla="*/ 1838783 w 2119654"/>
              <a:gd name="connsiteY26658" fmla="*/ 1185743 h 2398711"/>
              <a:gd name="connsiteX26659" fmla="*/ 1842163 w 2119654"/>
              <a:gd name="connsiteY26659" fmla="*/ 1180673 h 2398711"/>
              <a:gd name="connsiteX26660" fmla="*/ 1843306 w 2119654"/>
              <a:gd name="connsiteY26660" fmla="*/ 1176890 h 2398711"/>
              <a:gd name="connsiteX26661" fmla="*/ 1805224 w 2119654"/>
              <a:gd name="connsiteY26661" fmla="*/ 1252108 h 2398711"/>
              <a:gd name="connsiteX26662" fmla="*/ 1806687 w 2119654"/>
              <a:gd name="connsiteY26662" fmla="*/ 1251119 h 2398711"/>
              <a:gd name="connsiteX26663" fmla="*/ 1806318 w 2119654"/>
              <a:gd name="connsiteY26663" fmla="*/ 1250512 h 2398711"/>
              <a:gd name="connsiteX26664" fmla="*/ 1792524 w 2119654"/>
              <a:gd name="connsiteY26664" fmla="*/ 1280448 h 2398711"/>
              <a:gd name="connsiteX26665" fmla="*/ 1790816 w 2119654"/>
              <a:gd name="connsiteY26665" fmla="*/ 1287075 h 2398711"/>
              <a:gd name="connsiteX26666" fmla="*/ 1796655 w 2119654"/>
              <a:gd name="connsiteY26666" fmla="*/ 1281095 h 2398711"/>
              <a:gd name="connsiteX26667" fmla="*/ 1793442 w 2119654"/>
              <a:gd name="connsiteY26667" fmla="*/ 1279602 h 2398711"/>
              <a:gd name="connsiteX26668" fmla="*/ 1418434 w 2119654"/>
              <a:gd name="connsiteY26668" fmla="*/ 2116907 h 2398711"/>
              <a:gd name="connsiteX26669" fmla="*/ 1418184 w 2119654"/>
              <a:gd name="connsiteY26669" fmla="*/ 2118426 h 2398711"/>
              <a:gd name="connsiteX26670" fmla="*/ 1422848 w 2119654"/>
              <a:gd name="connsiteY26670" fmla="*/ 2118552 h 2398711"/>
              <a:gd name="connsiteX26671" fmla="*/ 1422593 w 2119654"/>
              <a:gd name="connsiteY26671" fmla="*/ 2117123 h 2398711"/>
              <a:gd name="connsiteX26672" fmla="*/ 1437738 w 2119654"/>
              <a:gd name="connsiteY26672" fmla="*/ 2073610 h 2398711"/>
              <a:gd name="connsiteX26673" fmla="*/ 1438040 w 2119654"/>
              <a:gd name="connsiteY26673" fmla="*/ 2073770 h 2398711"/>
              <a:gd name="connsiteX26674" fmla="*/ 1438110 w 2119654"/>
              <a:gd name="connsiteY26674" fmla="*/ 2073588 h 2398711"/>
              <a:gd name="connsiteX26675" fmla="*/ 1803389 w 2119654"/>
              <a:gd name="connsiteY26675" fmla="*/ 1254782 h 2398711"/>
              <a:gd name="connsiteX26676" fmla="*/ 1807129 w 2119654"/>
              <a:gd name="connsiteY26676" fmla="*/ 1251846 h 2398711"/>
              <a:gd name="connsiteX26677" fmla="*/ 1806983 w 2119654"/>
              <a:gd name="connsiteY26677" fmla="*/ 1251608 h 2398711"/>
              <a:gd name="connsiteX26678" fmla="*/ 1804345 w 2119654"/>
              <a:gd name="connsiteY26678" fmla="*/ 1253389 h 2398711"/>
              <a:gd name="connsiteX26679" fmla="*/ 1418659 w 2119654"/>
              <a:gd name="connsiteY26679" fmla="*/ 2116236 h 2398711"/>
              <a:gd name="connsiteX26680" fmla="*/ 1422473 w 2119654"/>
              <a:gd name="connsiteY26680" fmla="*/ 2116448 h 2398711"/>
              <a:gd name="connsiteX26681" fmla="*/ 1422174 w 2119654"/>
              <a:gd name="connsiteY26681" fmla="*/ 2114771 h 2398711"/>
              <a:gd name="connsiteX26682" fmla="*/ 1421979 w 2119654"/>
              <a:gd name="connsiteY26682" fmla="*/ 2114182 h 2398711"/>
              <a:gd name="connsiteX26683" fmla="*/ 1419216 w 2119654"/>
              <a:gd name="connsiteY26683" fmla="*/ 2115342 h 2398711"/>
              <a:gd name="connsiteX26684" fmla="*/ 1418501 w 2119654"/>
              <a:gd name="connsiteY26684" fmla="*/ 2116499 h 2398711"/>
              <a:gd name="connsiteX26685" fmla="*/ 1418457 w 2119654"/>
              <a:gd name="connsiteY26685" fmla="*/ 2116768 h 2398711"/>
              <a:gd name="connsiteX26686" fmla="*/ 1422567 w 2119654"/>
              <a:gd name="connsiteY26686" fmla="*/ 2116982 h 2398711"/>
              <a:gd name="connsiteX26687" fmla="*/ 1422522 w 2119654"/>
              <a:gd name="connsiteY26687" fmla="*/ 2116723 h 2398711"/>
              <a:gd name="connsiteX26688" fmla="*/ 1403769 w 2119654"/>
              <a:gd name="connsiteY26688" fmla="*/ 2149423 h 2398711"/>
              <a:gd name="connsiteX26689" fmla="*/ 1403457 w 2119654"/>
              <a:gd name="connsiteY26689" fmla="*/ 2150530 h 2398711"/>
              <a:gd name="connsiteX26690" fmla="*/ 1404251 w 2119654"/>
              <a:gd name="connsiteY26690" fmla="*/ 2150430 h 2398711"/>
              <a:gd name="connsiteX26691" fmla="*/ 1404900 w 2119654"/>
              <a:gd name="connsiteY26691" fmla="*/ 2149801 h 2398711"/>
              <a:gd name="connsiteX26692" fmla="*/ 1404682 w 2119654"/>
              <a:gd name="connsiteY26692" fmla="*/ 2149616 h 2398711"/>
              <a:gd name="connsiteX26693" fmla="*/ 1431695 w 2119654"/>
              <a:gd name="connsiteY26693" fmla="*/ 2086844 h 2398711"/>
              <a:gd name="connsiteX26694" fmla="*/ 1432307 w 2119654"/>
              <a:gd name="connsiteY26694" fmla="*/ 2087007 h 2398711"/>
              <a:gd name="connsiteX26695" fmla="*/ 1432564 w 2119654"/>
              <a:gd name="connsiteY26695" fmla="*/ 2086518 h 2398711"/>
              <a:gd name="connsiteX26696" fmla="*/ 1431978 w 2119654"/>
              <a:gd name="connsiteY26696" fmla="*/ 2086587 h 2398711"/>
              <a:gd name="connsiteX26697" fmla="*/ 1834302 w 2119654"/>
              <a:gd name="connsiteY26697" fmla="*/ 1185276 h 2398711"/>
              <a:gd name="connsiteX26698" fmla="*/ 1837171 w 2119654"/>
              <a:gd name="connsiteY26698" fmla="*/ 1188163 h 2398711"/>
              <a:gd name="connsiteX26699" fmla="*/ 1838392 w 2119654"/>
              <a:gd name="connsiteY26699" fmla="*/ 1186330 h 2398711"/>
              <a:gd name="connsiteX26700" fmla="*/ 1835319 w 2119654"/>
              <a:gd name="connsiteY26700" fmla="*/ 1184329 h 2398711"/>
              <a:gd name="connsiteX26701" fmla="*/ 1406065 w 2119654"/>
              <a:gd name="connsiteY26701" fmla="*/ 2143926 h 2398711"/>
              <a:gd name="connsiteX26702" fmla="*/ 1406183 w 2119654"/>
              <a:gd name="connsiteY26702" fmla="*/ 2143991 h 2398711"/>
              <a:gd name="connsiteX26703" fmla="*/ 1406561 w 2119654"/>
              <a:gd name="connsiteY26703" fmla="*/ 2143569 h 2398711"/>
              <a:gd name="connsiteX26704" fmla="*/ 1404170 w 2119654"/>
              <a:gd name="connsiteY26704" fmla="*/ 2147997 h 2398711"/>
              <a:gd name="connsiteX26705" fmla="*/ 1403976 w 2119654"/>
              <a:gd name="connsiteY26705" fmla="*/ 2148688 h 2398711"/>
              <a:gd name="connsiteX26706" fmla="*/ 1405677 w 2119654"/>
              <a:gd name="connsiteY26706" fmla="*/ 2149048 h 2398711"/>
              <a:gd name="connsiteX26707" fmla="*/ 1406775 w 2119654"/>
              <a:gd name="connsiteY26707" fmla="*/ 2147983 h 2398711"/>
              <a:gd name="connsiteX26708" fmla="*/ 1406806 w 2119654"/>
              <a:gd name="connsiteY26708" fmla="*/ 2145454 h 2398711"/>
              <a:gd name="connsiteX26709" fmla="*/ 1428345 w 2119654"/>
              <a:gd name="connsiteY26709" fmla="*/ 2093853 h 2398711"/>
              <a:gd name="connsiteX26710" fmla="*/ 1428646 w 2119654"/>
              <a:gd name="connsiteY26710" fmla="*/ 2093966 h 2398711"/>
              <a:gd name="connsiteX26711" fmla="*/ 1428673 w 2119654"/>
              <a:gd name="connsiteY26711" fmla="*/ 2093914 h 2398711"/>
              <a:gd name="connsiteX26712" fmla="*/ 1837059 w 2119654"/>
              <a:gd name="connsiteY26712" fmla="*/ 1178571 h 2398711"/>
              <a:gd name="connsiteX26713" fmla="*/ 1838879 w 2119654"/>
              <a:gd name="connsiteY26713" fmla="*/ 1176876 h 2398711"/>
              <a:gd name="connsiteX26714" fmla="*/ 1842952 w 2119654"/>
              <a:gd name="connsiteY26714" fmla="*/ 1172436 h 2398711"/>
              <a:gd name="connsiteX26715" fmla="*/ 1842959 w 2119654"/>
              <a:gd name="connsiteY26715" fmla="*/ 1172828 h 2398711"/>
              <a:gd name="connsiteX26716" fmla="*/ 1841390 w 2119654"/>
              <a:gd name="connsiteY26716" fmla="*/ 1174537 h 2398711"/>
              <a:gd name="connsiteX26717" fmla="*/ 1845043 w 2119654"/>
              <a:gd name="connsiteY26717" fmla="*/ 1171135 h 2398711"/>
              <a:gd name="connsiteX26718" fmla="*/ 1845632 w 2119654"/>
              <a:gd name="connsiteY26718" fmla="*/ 1169101 h 2398711"/>
              <a:gd name="connsiteX26719" fmla="*/ 1816375 w 2119654"/>
              <a:gd name="connsiteY26719" fmla="*/ 1224858 h 2398711"/>
              <a:gd name="connsiteX26720" fmla="*/ 1817602 w 2119654"/>
              <a:gd name="connsiteY26720" fmla="*/ 1225507 h 2398711"/>
              <a:gd name="connsiteX26721" fmla="*/ 1818697 w 2119654"/>
              <a:gd name="connsiteY26721" fmla="*/ 1224351 h 2398711"/>
              <a:gd name="connsiteX26722" fmla="*/ 1820208 w 2119654"/>
              <a:gd name="connsiteY26722" fmla="*/ 1222710 h 2398711"/>
              <a:gd name="connsiteX26723" fmla="*/ 1818972 w 2119654"/>
              <a:gd name="connsiteY26723" fmla="*/ 1222080 h 2398711"/>
              <a:gd name="connsiteX26724" fmla="*/ 1417308 w 2119654"/>
              <a:gd name="connsiteY26724" fmla="*/ 2118402 h 2398711"/>
              <a:gd name="connsiteX26725" fmla="*/ 1418017 w 2119654"/>
              <a:gd name="connsiteY26725" fmla="*/ 2118421 h 2398711"/>
              <a:gd name="connsiteX26726" fmla="*/ 1418268 w 2119654"/>
              <a:gd name="connsiteY26726" fmla="*/ 2116898 h 2398711"/>
              <a:gd name="connsiteX26727" fmla="*/ 1418246 w 2119654"/>
              <a:gd name="connsiteY26727" fmla="*/ 2116897 h 2398711"/>
              <a:gd name="connsiteX26728" fmla="*/ 1394589 w 2119654"/>
              <a:gd name="connsiteY26728" fmla="*/ 2169104 h 2398711"/>
              <a:gd name="connsiteX26729" fmla="*/ 1394574 w 2119654"/>
              <a:gd name="connsiteY26729" fmla="*/ 2169346 h 2398711"/>
              <a:gd name="connsiteX26730" fmla="*/ 1395311 w 2119654"/>
              <a:gd name="connsiteY26730" fmla="*/ 2169331 h 2398711"/>
              <a:gd name="connsiteX26731" fmla="*/ 1396883 w 2119654"/>
              <a:gd name="connsiteY26731" fmla="*/ 2169042 h 2398711"/>
              <a:gd name="connsiteX26732" fmla="*/ 1396889 w 2119654"/>
              <a:gd name="connsiteY26732" fmla="*/ 2169024 h 2398711"/>
              <a:gd name="connsiteX26733" fmla="*/ 1416139 w 2119654"/>
              <a:gd name="connsiteY26733" fmla="*/ 2120277 h 2398711"/>
              <a:gd name="connsiteX26734" fmla="*/ 1417626 w 2119654"/>
              <a:gd name="connsiteY26734" fmla="*/ 2120806 h 2398711"/>
              <a:gd name="connsiteX26735" fmla="*/ 1417787 w 2119654"/>
              <a:gd name="connsiteY26735" fmla="*/ 2119822 h 2398711"/>
              <a:gd name="connsiteX26736" fmla="*/ 1416445 w 2119654"/>
              <a:gd name="connsiteY26736" fmla="*/ 2119786 h 2398711"/>
              <a:gd name="connsiteX26737" fmla="*/ 1405125 w 2119654"/>
              <a:gd name="connsiteY26737" fmla="*/ 2144603 h 2398711"/>
              <a:gd name="connsiteX26738" fmla="*/ 1404891 w 2119654"/>
              <a:gd name="connsiteY26738" fmla="*/ 2145436 h 2398711"/>
              <a:gd name="connsiteX26739" fmla="*/ 1405935 w 2119654"/>
              <a:gd name="connsiteY26739" fmla="*/ 2144268 h 2398711"/>
              <a:gd name="connsiteX26740" fmla="*/ 1405737 w 2119654"/>
              <a:gd name="connsiteY26740" fmla="*/ 2144163 h 2398711"/>
              <a:gd name="connsiteX26741" fmla="*/ 1396355 w 2119654"/>
              <a:gd name="connsiteY26741" fmla="*/ 2163874 h 2398711"/>
              <a:gd name="connsiteX26742" fmla="*/ 1398269 w 2119654"/>
              <a:gd name="connsiteY26742" fmla="*/ 2164119 h 2398711"/>
              <a:gd name="connsiteX26743" fmla="*/ 1399082 w 2119654"/>
              <a:gd name="connsiteY26743" fmla="*/ 2161229 h 2398711"/>
              <a:gd name="connsiteX26744" fmla="*/ 1407881 w 2119654"/>
              <a:gd name="connsiteY26744" fmla="*/ 2137890 h 2398711"/>
              <a:gd name="connsiteX26745" fmla="*/ 1407831 w 2119654"/>
              <a:gd name="connsiteY26745" fmla="*/ 2141880 h 2398711"/>
              <a:gd name="connsiteX26746" fmla="*/ 1407941 w 2119654"/>
              <a:gd name="connsiteY26746" fmla="*/ 2141919 h 2398711"/>
              <a:gd name="connsiteX26747" fmla="*/ 1408213 w 2119654"/>
              <a:gd name="connsiteY26747" fmla="*/ 2141724 h 2398711"/>
              <a:gd name="connsiteX26748" fmla="*/ 1412062 w 2119654"/>
              <a:gd name="connsiteY26748" fmla="*/ 2137423 h 2398711"/>
              <a:gd name="connsiteX26749" fmla="*/ 1410856 w 2119654"/>
              <a:gd name="connsiteY26749" fmla="*/ 2137312 h 2398711"/>
              <a:gd name="connsiteX26750" fmla="*/ 1414378 w 2119654"/>
              <a:gd name="connsiteY26750" fmla="*/ 2123293 h 2398711"/>
              <a:gd name="connsiteX26751" fmla="*/ 1414519 w 2119654"/>
              <a:gd name="connsiteY26751" fmla="*/ 2123396 h 2398711"/>
              <a:gd name="connsiteX26752" fmla="*/ 1414834 w 2119654"/>
              <a:gd name="connsiteY26752" fmla="*/ 2123399 h 2398711"/>
              <a:gd name="connsiteX26753" fmla="*/ 1405786 w 2119654"/>
              <a:gd name="connsiteY26753" fmla="*/ 2142251 h 2398711"/>
              <a:gd name="connsiteX26754" fmla="*/ 1405416 w 2119654"/>
              <a:gd name="connsiteY26754" fmla="*/ 2143568 h 2398711"/>
              <a:gd name="connsiteX26755" fmla="*/ 1405550 w 2119654"/>
              <a:gd name="connsiteY26755" fmla="*/ 2143641 h 2398711"/>
              <a:gd name="connsiteX26756" fmla="*/ 1406839 w 2119654"/>
              <a:gd name="connsiteY26756" fmla="*/ 2142713 h 2398711"/>
              <a:gd name="connsiteX26757" fmla="*/ 1406840 w 2119654"/>
              <a:gd name="connsiteY26757" fmla="*/ 2142631 h 2398711"/>
              <a:gd name="connsiteX26758" fmla="*/ 1817117 w 2119654"/>
              <a:gd name="connsiteY26758" fmla="*/ 1220798 h 2398711"/>
              <a:gd name="connsiteX26759" fmla="*/ 1819022 w 2119654"/>
              <a:gd name="connsiteY26759" fmla="*/ 1221802 h 2398711"/>
              <a:gd name="connsiteX26760" fmla="*/ 1822281 w 2119654"/>
              <a:gd name="connsiteY26760" fmla="*/ 1218254 h 2398711"/>
              <a:gd name="connsiteX26761" fmla="*/ 1822645 w 2119654"/>
              <a:gd name="connsiteY26761" fmla="*/ 1217001 h 2398711"/>
              <a:gd name="connsiteX26762" fmla="*/ 1831928 w 2119654"/>
              <a:gd name="connsiteY26762" fmla="*/ 1187487 h 2398711"/>
              <a:gd name="connsiteX26763" fmla="*/ 1827551 w 2119654"/>
              <a:gd name="connsiteY26763" fmla="*/ 1202538 h 2398711"/>
              <a:gd name="connsiteX26764" fmla="*/ 1828020 w 2119654"/>
              <a:gd name="connsiteY26764" fmla="*/ 1201892 h 2398711"/>
              <a:gd name="connsiteX26765" fmla="*/ 1836947 w 2119654"/>
              <a:gd name="connsiteY26765" fmla="*/ 1188499 h 2398711"/>
              <a:gd name="connsiteX26766" fmla="*/ 1834012 w 2119654"/>
              <a:gd name="connsiteY26766" fmla="*/ 1185546 h 2398711"/>
              <a:gd name="connsiteX26767" fmla="*/ 1794692 w 2119654"/>
              <a:gd name="connsiteY26767" fmla="*/ 1270852 h 2398711"/>
              <a:gd name="connsiteX26768" fmla="*/ 1794462 w 2119654"/>
              <a:gd name="connsiteY26768" fmla="*/ 1271952 h 2398711"/>
              <a:gd name="connsiteX26769" fmla="*/ 1794726 w 2119654"/>
              <a:gd name="connsiteY26769" fmla="*/ 1272429 h 2398711"/>
              <a:gd name="connsiteX26770" fmla="*/ 1799016 w 2119654"/>
              <a:gd name="connsiteY26770" fmla="*/ 1270494 h 2398711"/>
              <a:gd name="connsiteX26771" fmla="*/ 1801096 w 2119654"/>
              <a:gd name="connsiteY26771" fmla="*/ 1268910 h 2398711"/>
              <a:gd name="connsiteX26772" fmla="*/ 1805357 w 2119654"/>
              <a:gd name="connsiteY26772" fmla="*/ 1264050 h 2398711"/>
              <a:gd name="connsiteX26773" fmla="*/ 1435121 w 2119654"/>
              <a:gd name="connsiteY26773" fmla="*/ 2075584 h 2398711"/>
              <a:gd name="connsiteX26774" fmla="*/ 1436179 w 2119654"/>
              <a:gd name="connsiteY26774" fmla="*/ 2075948 h 2398711"/>
              <a:gd name="connsiteX26775" fmla="*/ 1437286 w 2119654"/>
              <a:gd name="connsiteY26775" fmla="*/ 2075750 h 2398711"/>
              <a:gd name="connsiteX26776" fmla="*/ 1438007 w 2119654"/>
              <a:gd name="connsiteY26776" fmla="*/ 2073858 h 2398711"/>
              <a:gd name="connsiteX26777" fmla="*/ 1437920 w 2119654"/>
              <a:gd name="connsiteY26777" fmla="*/ 2073882 h 2398711"/>
              <a:gd name="connsiteX26778" fmla="*/ 1437438 w 2119654"/>
              <a:gd name="connsiteY26778" fmla="*/ 2073628 h 2398711"/>
              <a:gd name="connsiteX26779" fmla="*/ 1436576 w 2119654"/>
              <a:gd name="connsiteY26779" fmla="*/ 2073678 h 2398711"/>
              <a:gd name="connsiteX26780" fmla="*/ 1834721 w 2119654"/>
              <a:gd name="connsiteY26780" fmla="*/ 1180664 h 2398711"/>
              <a:gd name="connsiteX26781" fmla="*/ 1838433 w 2119654"/>
              <a:gd name="connsiteY26781" fmla="*/ 1176675 h 2398711"/>
              <a:gd name="connsiteX26782" fmla="*/ 1845792 w 2119654"/>
              <a:gd name="connsiteY26782" fmla="*/ 1168546 h 2398711"/>
              <a:gd name="connsiteX26783" fmla="*/ 1850394 w 2119654"/>
              <a:gd name="connsiteY26783" fmla="*/ 1152633 h 2398711"/>
              <a:gd name="connsiteX26784" fmla="*/ 1851743 w 2119654"/>
              <a:gd name="connsiteY26784" fmla="*/ 1145913 h 2398711"/>
              <a:gd name="connsiteX26785" fmla="*/ 1842261 w 2119654"/>
              <a:gd name="connsiteY26785" fmla="*/ 1165980 h 2398711"/>
              <a:gd name="connsiteX26786" fmla="*/ 1406731 w 2119654"/>
              <a:gd name="connsiteY26786" fmla="*/ 2138894 h 2398711"/>
              <a:gd name="connsiteX26787" fmla="*/ 1406070 w 2119654"/>
              <a:gd name="connsiteY26787" fmla="*/ 2141245 h 2398711"/>
              <a:gd name="connsiteX26788" fmla="*/ 1406854 w 2119654"/>
              <a:gd name="connsiteY26788" fmla="*/ 2141527 h 2398711"/>
              <a:gd name="connsiteX26789" fmla="*/ 1406860 w 2119654"/>
              <a:gd name="connsiteY26789" fmla="*/ 2141025 h 2398711"/>
              <a:gd name="connsiteX26790" fmla="*/ 1806994 w 2119654"/>
              <a:gd name="connsiteY26790" fmla="*/ 1242522 h 2398711"/>
              <a:gd name="connsiteX26791" fmla="*/ 1811918 w 2119654"/>
              <a:gd name="connsiteY26791" fmla="*/ 1239264 h 2398711"/>
              <a:gd name="connsiteX26792" fmla="*/ 1816402 w 2119654"/>
              <a:gd name="connsiteY26792" fmla="*/ 1232723 h 2398711"/>
              <a:gd name="connsiteX26793" fmla="*/ 1816665 w 2119654"/>
              <a:gd name="connsiteY26793" fmla="*/ 1231966 h 2398711"/>
              <a:gd name="connsiteX26794" fmla="*/ 1816751 w 2119654"/>
              <a:gd name="connsiteY26794" fmla="*/ 1232215 h 2398711"/>
              <a:gd name="connsiteX26795" fmla="*/ 1818913 w 2119654"/>
              <a:gd name="connsiteY26795" fmla="*/ 1229062 h 2398711"/>
              <a:gd name="connsiteX26796" fmla="*/ 1819362 w 2119654"/>
              <a:gd name="connsiteY26796" fmla="*/ 1228294 h 2398711"/>
              <a:gd name="connsiteX26797" fmla="*/ 1819771 w 2119654"/>
              <a:gd name="connsiteY26797" fmla="*/ 1226884 h 2398711"/>
              <a:gd name="connsiteX26798" fmla="*/ 1819537 w 2119654"/>
              <a:gd name="connsiteY26798" fmla="*/ 1226760 h 2398711"/>
              <a:gd name="connsiteX26799" fmla="*/ 1401349 w 2119654"/>
              <a:gd name="connsiteY26799" fmla="*/ 2150719 h 2398711"/>
              <a:gd name="connsiteX26800" fmla="*/ 1401721 w 2119654"/>
              <a:gd name="connsiteY26800" fmla="*/ 2150746 h 2398711"/>
              <a:gd name="connsiteX26801" fmla="*/ 1402044 w 2119654"/>
              <a:gd name="connsiteY26801" fmla="*/ 2150706 h 2398711"/>
              <a:gd name="connsiteX26802" fmla="*/ 1402298 w 2119654"/>
              <a:gd name="connsiteY26802" fmla="*/ 2149803 h 2398711"/>
              <a:gd name="connsiteX26803" fmla="*/ 1416113 w 2119654"/>
              <a:gd name="connsiteY26803" fmla="*/ 2116647 h 2398711"/>
              <a:gd name="connsiteX26804" fmla="*/ 1416694 w 2119654"/>
              <a:gd name="connsiteY26804" fmla="*/ 2116677 h 2398711"/>
              <a:gd name="connsiteX26805" fmla="*/ 1416836 w 2119654"/>
              <a:gd name="connsiteY26805" fmla="*/ 2116406 h 2398711"/>
              <a:gd name="connsiteX26806" fmla="*/ 1416702 w 2119654"/>
              <a:gd name="connsiteY26806" fmla="*/ 2116399 h 2398711"/>
              <a:gd name="connsiteX26807" fmla="*/ 1414620 w 2119654"/>
              <a:gd name="connsiteY26807" fmla="*/ 2119737 h 2398711"/>
              <a:gd name="connsiteX26808" fmla="*/ 1415011 w 2119654"/>
              <a:gd name="connsiteY26808" fmla="*/ 2119876 h 2398711"/>
              <a:gd name="connsiteX26809" fmla="*/ 1415077 w 2119654"/>
              <a:gd name="connsiteY26809" fmla="*/ 2119749 h 2398711"/>
              <a:gd name="connsiteX26810" fmla="*/ 1439333 w 2119654"/>
              <a:gd name="connsiteY26810" fmla="*/ 2064307 h 2398711"/>
              <a:gd name="connsiteX26811" fmla="*/ 1441330 w 2119654"/>
              <a:gd name="connsiteY26811" fmla="*/ 2065144 h 2398711"/>
              <a:gd name="connsiteX26812" fmla="*/ 1441592 w 2119654"/>
              <a:gd name="connsiteY26812" fmla="*/ 2064457 h 2398711"/>
              <a:gd name="connsiteX26813" fmla="*/ 1441647 w 2119654"/>
              <a:gd name="connsiteY26813" fmla="*/ 2064138 h 2398711"/>
              <a:gd name="connsiteX26814" fmla="*/ 1362640 w 2119654"/>
              <a:gd name="connsiteY26814" fmla="*/ 2235815 h 2398711"/>
              <a:gd name="connsiteX26815" fmla="*/ 1374263 w 2119654"/>
              <a:gd name="connsiteY26815" fmla="*/ 2242215 h 2398711"/>
              <a:gd name="connsiteX26816" fmla="*/ 1377426 w 2119654"/>
              <a:gd name="connsiteY26816" fmla="*/ 2232505 h 2398711"/>
              <a:gd name="connsiteX26817" fmla="*/ 1369732 w 2119654"/>
              <a:gd name="connsiteY26817" fmla="*/ 2227128 h 2398711"/>
              <a:gd name="connsiteX26818" fmla="*/ 1795705 w 2119654"/>
              <a:gd name="connsiteY26818" fmla="*/ 1265989 h 2398711"/>
              <a:gd name="connsiteX26819" fmla="*/ 1795069 w 2119654"/>
              <a:gd name="connsiteY26819" fmla="*/ 1269041 h 2398711"/>
              <a:gd name="connsiteX26820" fmla="*/ 1795224 w 2119654"/>
              <a:gd name="connsiteY26820" fmla="*/ 1268957 h 2398711"/>
              <a:gd name="connsiteX26821" fmla="*/ 1806156 w 2119654"/>
              <a:gd name="connsiteY26821" fmla="*/ 1261984 h 2398711"/>
              <a:gd name="connsiteX26822" fmla="*/ 1806918 w 2119654"/>
              <a:gd name="connsiteY26822" fmla="*/ 1259877 h 2398711"/>
              <a:gd name="connsiteX26823" fmla="*/ 1802068 w 2119654"/>
              <a:gd name="connsiteY26823" fmla="*/ 1256867 h 2398711"/>
              <a:gd name="connsiteX26824" fmla="*/ 1801843 w 2119654"/>
              <a:gd name="connsiteY26824" fmla="*/ 1257039 h 2398711"/>
              <a:gd name="connsiteX26825" fmla="*/ 1358920 w 2119654"/>
              <a:gd name="connsiteY26825" fmla="*/ 2244010 h 2398711"/>
              <a:gd name="connsiteX26826" fmla="*/ 1343164 w 2119654"/>
              <a:gd name="connsiteY26826" fmla="*/ 2284427 h 2398711"/>
              <a:gd name="connsiteX26827" fmla="*/ 1348940 w 2119654"/>
              <a:gd name="connsiteY26827" fmla="*/ 2277951 h 2398711"/>
              <a:gd name="connsiteX26828" fmla="*/ 1370838 w 2119654"/>
              <a:gd name="connsiteY26828" fmla="*/ 2252729 h 2398711"/>
              <a:gd name="connsiteX26829" fmla="*/ 1372082 w 2119654"/>
              <a:gd name="connsiteY26829" fmla="*/ 2248910 h 2398711"/>
              <a:gd name="connsiteX26830" fmla="*/ 1367182 w 2119654"/>
              <a:gd name="connsiteY26830" fmla="*/ 2247041 h 2398711"/>
              <a:gd name="connsiteX26831" fmla="*/ 1362544 w 2119654"/>
              <a:gd name="connsiteY26831" fmla="*/ 2245198 h 2398711"/>
              <a:gd name="connsiteX26832" fmla="*/ 1816096 w 2119654"/>
              <a:gd name="connsiteY26832" fmla="*/ 1220260 h 2398711"/>
              <a:gd name="connsiteX26833" fmla="*/ 1816717 w 2119654"/>
              <a:gd name="connsiteY26833" fmla="*/ 1220588 h 2398711"/>
              <a:gd name="connsiteX26834" fmla="*/ 1822821 w 2119654"/>
              <a:gd name="connsiteY26834" fmla="*/ 1216396 h 2398711"/>
              <a:gd name="connsiteX26835" fmla="*/ 1824802 w 2119654"/>
              <a:gd name="connsiteY26835" fmla="*/ 1209583 h 2398711"/>
              <a:gd name="connsiteX26836" fmla="*/ 1361634 w 2119654"/>
              <a:gd name="connsiteY26836" fmla="*/ 2237048 h 2398711"/>
              <a:gd name="connsiteX26837" fmla="*/ 1359277 w 2119654"/>
              <a:gd name="connsiteY26837" fmla="*/ 2243094 h 2398711"/>
              <a:gd name="connsiteX26838" fmla="*/ 1369098 w 2119654"/>
              <a:gd name="connsiteY26838" fmla="*/ 2247019 h 2398711"/>
              <a:gd name="connsiteX26839" fmla="*/ 1372351 w 2119654"/>
              <a:gd name="connsiteY26839" fmla="*/ 2248085 h 2398711"/>
              <a:gd name="connsiteX26840" fmla="*/ 1374074 w 2119654"/>
              <a:gd name="connsiteY26840" fmla="*/ 2242794 h 2398711"/>
              <a:gd name="connsiteX26841" fmla="*/ 1364254 w 2119654"/>
              <a:gd name="connsiteY26841" fmla="*/ 2237894 h 2398711"/>
              <a:gd name="connsiteX26842" fmla="*/ 1361970 w 2119654"/>
              <a:gd name="connsiteY26842" fmla="*/ 2236637 h 2398711"/>
              <a:gd name="connsiteX26843" fmla="*/ 1401821 w 2119654"/>
              <a:gd name="connsiteY26843" fmla="*/ 2146982 h 2398711"/>
              <a:gd name="connsiteX26844" fmla="*/ 1402628 w 2119654"/>
              <a:gd name="connsiteY26844" fmla="*/ 2147668 h 2398711"/>
              <a:gd name="connsiteX26845" fmla="*/ 1403000 w 2119654"/>
              <a:gd name="connsiteY26845" fmla="*/ 2147309 h 2398711"/>
              <a:gd name="connsiteX26846" fmla="*/ 1403416 w 2119654"/>
              <a:gd name="connsiteY26846" fmla="*/ 2145835 h 2398711"/>
              <a:gd name="connsiteX26847" fmla="*/ 1426494 w 2119654"/>
              <a:gd name="connsiteY26847" fmla="*/ 2091589 h 2398711"/>
              <a:gd name="connsiteX26848" fmla="*/ 1429592 w 2119654"/>
              <a:gd name="connsiteY26848" fmla="*/ 2092167 h 2398711"/>
              <a:gd name="connsiteX26849" fmla="*/ 1431893 w 2119654"/>
              <a:gd name="connsiteY26849" fmla="*/ 2087793 h 2398711"/>
              <a:gd name="connsiteX26850" fmla="*/ 1430934 w 2119654"/>
              <a:gd name="connsiteY26850" fmla="*/ 2087538 h 2398711"/>
              <a:gd name="connsiteX26851" fmla="*/ 1814740 w 2119654"/>
              <a:gd name="connsiteY26851" fmla="*/ 1221925 h 2398711"/>
              <a:gd name="connsiteX26852" fmla="*/ 1815122 w 2119654"/>
              <a:gd name="connsiteY26852" fmla="*/ 1221683 h 2398711"/>
              <a:gd name="connsiteX26853" fmla="*/ 1816430 w 2119654"/>
              <a:gd name="connsiteY26853" fmla="*/ 1220785 h 2398711"/>
              <a:gd name="connsiteX26854" fmla="*/ 1815893 w 2119654"/>
              <a:gd name="connsiteY26854" fmla="*/ 1220511 h 2398711"/>
              <a:gd name="connsiteX26855" fmla="*/ 1438400 w 2119654"/>
              <a:gd name="connsiteY26855" fmla="*/ 2063916 h 2398711"/>
              <a:gd name="connsiteX26856" fmla="*/ 1438402 w 2119654"/>
              <a:gd name="connsiteY26856" fmla="*/ 2063917 h 2398711"/>
              <a:gd name="connsiteX26857" fmla="*/ 1441726 w 2119654"/>
              <a:gd name="connsiteY26857" fmla="*/ 2063676 h 2398711"/>
              <a:gd name="connsiteX26858" fmla="*/ 1442027 w 2119654"/>
              <a:gd name="connsiteY26858" fmla="*/ 2061906 h 2398711"/>
              <a:gd name="connsiteX26859" fmla="*/ 1414558 w 2119654"/>
              <a:gd name="connsiteY26859" fmla="*/ 2117300 h 2398711"/>
              <a:gd name="connsiteX26860" fmla="*/ 1415995 w 2119654"/>
              <a:gd name="connsiteY26860" fmla="*/ 2118005 h 2398711"/>
              <a:gd name="connsiteX26861" fmla="*/ 1416622 w 2119654"/>
              <a:gd name="connsiteY26861" fmla="*/ 2116813 h 2398711"/>
              <a:gd name="connsiteX26862" fmla="*/ 1415817 w 2119654"/>
              <a:gd name="connsiteY26862" fmla="*/ 2116771 h 2398711"/>
              <a:gd name="connsiteX26863" fmla="*/ 1366407 w 2119654"/>
              <a:gd name="connsiteY26863" fmla="*/ 2224804 h 2398711"/>
              <a:gd name="connsiteX26864" fmla="*/ 1362207 w 2119654"/>
              <a:gd name="connsiteY26864" fmla="*/ 2235576 h 2398711"/>
              <a:gd name="connsiteX26865" fmla="*/ 1362285 w 2119654"/>
              <a:gd name="connsiteY26865" fmla="*/ 2235619 h 2398711"/>
              <a:gd name="connsiteX26866" fmla="*/ 1369404 w 2119654"/>
              <a:gd name="connsiteY26866" fmla="*/ 2226899 h 2398711"/>
              <a:gd name="connsiteX26867" fmla="*/ 1813620 w 2119654"/>
              <a:gd name="connsiteY26867" fmla="*/ 1223399 h 2398711"/>
              <a:gd name="connsiteX26868" fmla="*/ 1816269 w 2119654"/>
              <a:gd name="connsiteY26868" fmla="*/ 1224801 h 2398711"/>
              <a:gd name="connsiteX26869" fmla="*/ 1818833 w 2119654"/>
              <a:gd name="connsiteY26869" fmla="*/ 1222009 h 2398711"/>
              <a:gd name="connsiteX26870" fmla="*/ 1816835 w 2119654"/>
              <a:gd name="connsiteY26870" fmla="*/ 1220991 h 2398711"/>
              <a:gd name="connsiteX26871" fmla="*/ 1813909 w 2119654"/>
              <a:gd name="connsiteY26871" fmla="*/ 1223001 h 2398711"/>
              <a:gd name="connsiteX26872" fmla="*/ 1437759 w 2119654"/>
              <a:gd name="connsiteY26872" fmla="*/ 2064680 h 2398711"/>
              <a:gd name="connsiteX26873" fmla="*/ 1439769 w 2119654"/>
              <a:gd name="connsiteY26873" fmla="*/ 2065101 h 2398711"/>
              <a:gd name="connsiteX26874" fmla="*/ 1438091 w 2119654"/>
              <a:gd name="connsiteY26874" fmla="*/ 2064398 h 2398711"/>
              <a:gd name="connsiteX26875" fmla="*/ 1437887 w 2119654"/>
              <a:gd name="connsiteY26875" fmla="*/ 2064413 h 2398711"/>
              <a:gd name="connsiteX26876" fmla="*/ 1400482 w 2119654"/>
              <a:gd name="connsiteY26876" fmla="*/ 2147947 h 2398711"/>
              <a:gd name="connsiteX26877" fmla="*/ 1402004 w 2119654"/>
              <a:gd name="connsiteY26877" fmla="*/ 2148270 h 2398711"/>
              <a:gd name="connsiteX26878" fmla="*/ 1402515 w 2119654"/>
              <a:gd name="connsiteY26878" fmla="*/ 2147777 h 2398711"/>
              <a:gd name="connsiteX26879" fmla="*/ 1401691 w 2119654"/>
              <a:gd name="connsiteY26879" fmla="*/ 2147077 h 2398711"/>
              <a:gd name="connsiteX26880" fmla="*/ 1435921 w 2119654"/>
              <a:gd name="connsiteY26880" fmla="*/ 2068536 h 2398711"/>
              <a:gd name="connsiteX26881" fmla="*/ 1438854 w 2119654"/>
              <a:gd name="connsiteY26881" fmla="*/ 2068693 h 2398711"/>
              <a:gd name="connsiteX26882" fmla="*/ 1439491 w 2119654"/>
              <a:gd name="connsiteY26882" fmla="*/ 2067859 h 2398711"/>
              <a:gd name="connsiteX26883" fmla="*/ 1436646 w 2119654"/>
              <a:gd name="connsiteY26883" fmla="*/ 2067014 h 2398711"/>
              <a:gd name="connsiteX26884" fmla="*/ 1800141 w 2119654"/>
              <a:gd name="connsiteY26884" fmla="*/ 1252840 h 2398711"/>
              <a:gd name="connsiteX26885" fmla="*/ 1801826 w 2119654"/>
              <a:gd name="connsiteY26885" fmla="*/ 1253884 h 2398711"/>
              <a:gd name="connsiteX26886" fmla="*/ 1802210 w 2119654"/>
              <a:gd name="connsiteY26886" fmla="*/ 1253421 h 2398711"/>
              <a:gd name="connsiteX26887" fmla="*/ 1804661 w 2119654"/>
              <a:gd name="connsiteY26887" fmla="*/ 1249848 h 2398711"/>
              <a:gd name="connsiteX26888" fmla="*/ 1434647 w 2119654"/>
              <a:gd name="connsiteY26888" fmla="*/ 2071209 h 2398711"/>
              <a:gd name="connsiteX26889" fmla="*/ 1437886 w 2119654"/>
              <a:gd name="connsiteY26889" fmla="*/ 2069962 h 2398711"/>
              <a:gd name="connsiteX26890" fmla="*/ 1438736 w 2119654"/>
              <a:gd name="connsiteY26890" fmla="*/ 2068847 h 2398711"/>
              <a:gd name="connsiteX26891" fmla="*/ 1435828 w 2119654"/>
              <a:gd name="connsiteY26891" fmla="*/ 2068730 h 2398711"/>
              <a:gd name="connsiteX26892" fmla="*/ 1432923 w 2119654"/>
              <a:gd name="connsiteY26892" fmla="*/ 2074827 h 2398711"/>
              <a:gd name="connsiteX26893" fmla="*/ 1433912 w 2119654"/>
              <a:gd name="connsiteY26893" fmla="*/ 2075168 h 2398711"/>
              <a:gd name="connsiteX26894" fmla="*/ 1434976 w 2119654"/>
              <a:gd name="connsiteY26894" fmla="*/ 2073773 h 2398711"/>
              <a:gd name="connsiteX26895" fmla="*/ 1434403 w 2119654"/>
              <a:gd name="connsiteY26895" fmla="*/ 2073806 h 2398711"/>
              <a:gd name="connsiteX26896" fmla="*/ 1433186 w 2119654"/>
              <a:gd name="connsiteY26896" fmla="*/ 2074275 h 2398711"/>
              <a:gd name="connsiteX26897" fmla="*/ 1403617 w 2119654"/>
              <a:gd name="connsiteY26897" fmla="*/ 2140361 h 2398711"/>
              <a:gd name="connsiteX26898" fmla="*/ 1404833 w 2119654"/>
              <a:gd name="connsiteY26898" fmla="*/ 2140799 h 2398711"/>
              <a:gd name="connsiteX26899" fmla="*/ 1405523 w 2119654"/>
              <a:gd name="connsiteY26899" fmla="*/ 2138349 h 2398711"/>
              <a:gd name="connsiteX26900" fmla="*/ 1404782 w 2119654"/>
              <a:gd name="connsiteY26900" fmla="*/ 2138493 h 2398711"/>
              <a:gd name="connsiteX26901" fmla="*/ 1390631 w 2119654"/>
              <a:gd name="connsiteY26901" fmla="*/ 2169424 h 2398711"/>
              <a:gd name="connsiteX26902" fmla="*/ 1393673 w 2119654"/>
              <a:gd name="connsiteY26902" fmla="*/ 2169364 h 2398711"/>
              <a:gd name="connsiteX26903" fmla="*/ 1393910 w 2119654"/>
              <a:gd name="connsiteY26903" fmla="*/ 2169127 h 2398711"/>
              <a:gd name="connsiteX26904" fmla="*/ 1390828 w 2119654"/>
              <a:gd name="connsiteY26904" fmla="*/ 2169233 h 2398711"/>
              <a:gd name="connsiteX26905" fmla="*/ 1815367 w 2119654"/>
              <a:gd name="connsiteY26905" fmla="*/ 1218354 h 2398711"/>
              <a:gd name="connsiteX26906" fmla="*/ 1821789 w 2119654"/>
              <a:gd name="connsiteY26906" fmla="*/ 1210477 h 2398711"/>
              <a:gd name="connsiteX26907" fmla="*/ 1826384 w 2119654"/>
              <a:gd name="connsiteY26907" fmla="*/ 1204146 h 2398711"/>
              <a:gd name="connsiteX26908" fmla="*/ 1830967 w 2119654"/>
              <a:gd name="connsiteY26908" fmla="*/ 1188381 h 2398711"/>
              <a:gd name="connsiteX26909" fmla="*/ 1830565 w 2119654"/>
              <a:gd name="connsiteY26909" fmla="*/ 1188756 h 2398711"/>
              <a:gd name="connsiteX26910" fmla="*/ 1432035 w 2119654"/>
              <a:gd name="connsiteY26910" fmla="*/ 2076690 h 2398711"/>
              <a:gd name="connsiteX26911" fmla="*/ 1432592 w 2119654"/>
              <a:gd name="connsiteY26911" fmla="*/ 2076591 h 2398711"/>
              <a:gd name="connsiteX26912" fmla="*/ 1432155 w 2119654"/>
              <a:gd name="connsiteY26912" fmla="*/ 2076440 h 2398711"/>
              <a:gd name="connsiteX26913" fmla="*/ 1422760 w 2119654"/>
              <a:gd name="connsiteY26913" fmla="*/ 2097434 h 2398711"/>
              <a:gd name="connsiteX26914" fmla="*/ 1421954 w 2119654"/>
              <a:gd name="connsiteY26914" fmla="*/ 2099478 h 2398711"/>
              <a:gd name="connsiteX26915" fmla="*/ 1422007 w 2119654"/>
              <a:gd name="connsiteY26915" fmla="*/ 2099638 h 2398711"/>
              <a:gd name="connsiteX26916" fmla="*/ 1424826 w 2119654"/>
              <a:gd name="connsiteY26916" fmla="*/ 2098514 h 2398711"/>
              <a:gd name="connsiteX26917" fmla="*/ 1425652 w 2119654"/>
              <a:gd name="connsiteY26917" fmla="*/ 2097788 h 2398711"/>
              <a:gd name="connsiteX26918" fmla="*/ 1427330 w 2119654"/>
              <a:gd name="connsiteY26918" fmla="*/ 2087130 h 2398711"/>
              <a:gd name="connsiteX26919" fmla="*/ 1429281 w 2119654"/>
              <a:gd name="connsiteY26919" fmla="*/ 2087098 h 2398711"/>
              <a:gd name="connsiteX26920" fmla="*/ 1428769 w 2119654"/>
              <a:gd name="connsiteY26920" fmla="*/ 2086962 h 2398711"/>
              <a:gd name="connsiteX26921" fmla="*/ 1423349 w 2119654"/>
              <a:gd name="connsiteY26921" fmla="*/ 2095943 h 2398711"/>
              <a:gd name="connsiteX26922" fmla="*/ 1423258 w 2119654"/>
              <a:gd name="connsiteY26922" fmla="*/ 2096175 h 2398711"/>
              <a:gd name="connsiteX26923" fmla="*/ 1424269 w 2119654"/>
              <a:gd name="connsiteY26923" fmla="*/ 2096298 h 2398711"/>
              <a:gd name="connsiteX26924" fmla="*/ 1423817 w 2119654"/>
              <a:gd name="connsiteY26924" fmla="*/ 2094757 h 2398711"/>
              <a:gd name="connsiteX26925" fmla="*/ 1423650 w 2119654"/>
              <a:gd name="connsiteY26925" fmla="*/ 2095182 h 2398711"/>
              <a:gd name="connsiteX26926" fmla="*/ 1427105 w 2119654"/>
              <a:gd name="connsiteY26926" fmla="*/ 2096510 h 2398711"/>
              <a:gd name="connsiteX26927" fmla="*/ 1427482 w 2119654"/>
              <a:gd name="connsiteY26927" fmla="*/ 2096179 h 2398711"/>
              <a:gd name="connsiteX26928" fmla="*/ 1427585 w 2119654"/>
              <a:gd name="connsiteY26928" fmla="*/ 2095983 h 2398711"/>
              <a:gd name="connsiteX26929" fmla="*/ 1424265 w 2119654"/>
              <a:gd name="connsiteY26929" fmla="*/ 2093622 h 2398711"/>
              <a:gd name="connsiteX26930" fmla="*/ 1423921 w 2119654"/>
              <a:gd name="connsiteY26930" fmla="*/ 2094494 h 2398711"/>
              <a:gd name="connsiteX26931" fmla="*/ 1427717 w 2119654"/>
              <a:gd name="connsiteY26931" fmla="*/ 2095731 h 2398711"/>
              <a:gd name="connsiteX26932" fmla="*/ 1428580 w 2119654"/>
              <a:gd name="connsiteY26932" fmla="*/ 2094090 h 2398711"/>
              <a:gd name="connsiteX26933" fmla="*/ 1427548 w 2119654"/>
              <a:gd name="connsiteY26933" fmla="*/ 2093705 h 2398711"/>
              <a:gd name="connsiteX26934" fmla="*/ 1426123 w 2119654"/>
              <a:gd name="connsiteY26934" fmla="*/ 2093439 h 2398711"/>
              <a:gd name="connsiteX26935" fmla="*/ 1424425 w 2119654"/>
              <a:gd name="connsiteY26935" fmla="*/ 2093476 h 2398711"/>
              <a:gd name="connsiteX26936" fmla="*/ 1437221 w 2119654"/>
              <a:gd name="connsiteY26936" fmla="*/ 2064568 h 2398711"/>
              <a:gd name="connsiteX26937" fmla="*/ 1437339 w 2119654"/>
              <a:gd name="connsiteY26937" fmla="*/ 2064593 h 2398711"/>
              <a:gd name="connsiteX26938" fmla="*/ 1437398 w 2119654"/>
              <a:gd name="connsiteY26938" fmla="*/ 2064470 h 2398711"/>
              <a:gd name="connsiteX26939" fmla="*/ 1372987 w 2119654"/>
              <a:gd name="connsiteY26939" fmla="*/ 2208354 h 2398711"/>
              <a:gd name="connsiteX26940" fmla="*/ 1375630 w 2119654"/>
              <a:gd name="connsiteY26940" fmla="*/ 2210323 h 2398711"/>
              <a:gd name="connsiteX26941" fmla="*/ 1381970 w 2119654"/>
              <a:gd name="connsiteY26941" fmla="*/ 2211506 h 2398711"/>
              <a:gd name="connsiteX26942" fmla="*/ 1384754 w 2119654"/>
              <a:gd name="connsiteY26942" fmla="*/ 2208097 h 2398711"/>
              <a:gd name="connsiteX26943" fmla="*/ 1797346 w 2119654"/>
              <a:gd name="connsiteY26943" fmla="*/ 1258112 h 2398711"/>
              <a:gd name="connsiteX26944" fmla="*/ 1797025 w 2119654"/>
              <a:gd name="connsiteY26944" fmla="*/ 1259657 h 2398711"/>
              <a:gd name="connsiteX26945" fmla="*/ 1797062 w 2119654"/>
              <a:gd name="connsiteY26945" fmla="*/ 1259629 h 2398711"/>
              <a:gd name="connsiteX26946" fmla="*/ 1799556 w 2119654"/>
              <a:gd name="connsiteY26946" fmla="*/ 1256621 h 2398711"/>
              <a:gd name="connsiteX26947" fmla="*/ 1402588 w 2119654"/>
              <a:gd name="connsiteY26947" fmla="*/ 2142010 h 2398711"/>
              <a:gd name="connsiteX26948" fmla="*/ 1404237 w 2119654"/>
              <a:gd name="connsiteY26948" fmla="*/ 2142918 h 2398711"/>
              <a:gd name="connsiteX26949" fmla="*/ 1404550 w 2119654"/>
              <a:gd name="connsiteY26949" fmla="*/ 2141806 h 2398711"/>
              <a:gd name="connsiteX26950" fmla="*/ 1403053 w 2119654"/>
              <a:gd name="connsiteY26950" fmla="*/ 2141265 h 2398711"/>
              <a:gd name="connsiteX26951" fmla="*/ 1369882 w 2119654"/>
              <a:gd name="connsiteY26951" fmla="*/ 2214963 h 2398711"/>
              <a:gd name="connsiteX26952" fmla="*/ 1367184 w 2119654"/>
              <a:gd name="connsiteY26952" fmla="*/ 2222810 h 2398711"/>
              <a:gd name="connsiteX26953" fmla="*/ 1366769 w 2119654"/>
              <a:gd name="connsiteY26953" fmla="*/ 2223876 h 2398711"/>
              <a:gd name="connsiteX26954" fmla="*/ 1369917 w 2119654"/>
              <a:gd name="connsiteY26954" fmla="*/ 2226271 h 2398711"/>
              <a:gd name="connsiteX26955" fmla="*/ 1377137 w 2119654"/>
              <a:gd name="connsiteY26955" fmla="*/ 2217427 h 2398711"/>
              <a:gd name="connsiteX26956" fmla="*/ 1426426 w 2119654"/>
              <a:gd name="connsiteY26956" fmla="*/ 2088148 h 2398711"/>
              <a:gd name="connsiteX26957" fmla="*/ 1425166 w 2119654"/>
              <a:gd name="connsiteY26957" fmla="*/ 2091342 h 2398711"/>
              <a:gd name="connsiteX26958" fmla="*/ 1425431 w 2119654"/>
              <a:gd name="connsiteY26958" fmla="*/ 2091391 h 2398711"/>
              <a:gd name="connsiteX26959" fmla="*/ 1429782 w 2119654"/>
              <a:gd name="connsiteY26959" fmla="*/ 2087421 h 2398711"/>
              <a:gd name="connsiteX26960" fmla="*/ 1426760 w 2119654"/>
              <a:gd name="connsiteY26960" fmla="*/ 2087470 h 2398711"/>
              <a:gd name="connsiteX26961" fmla="*/ 1370440 w 2119654"/>
              <a:gd name="connsiteY26961" fmla="*/ 2213340 h 2398711"/>
              <a:gd name="connsiteX26962" fmla="*/ 1369957 w 2119654"/>
              <a:gd name="connsiteY26962" fmla="*/ 2214746 h 2398711"/>
              <a:gd name="connsiteX26963" fmla="*/ 1377293 w 2119654"/>
              <a:gd name="connsiteY26963" fmla="*/ 2217236 h 2398711"/>
              <a:gd name="connsiteX26964" fmla="*/ 1379562 w 2119654"/>
              <a:gd name="connsiteY26964" fmla="*/ 2214456 h 2398711"/>
              <a:gd name="connsiteX26965" fmla="*/ 1432305 w 2119654"/>
              <a:gd name="connsiteY26965" fmla="*/ 2074614 h 2398711"/>
              <a:gd name="connsiteX26966" fmla="*/ 1432528 w 2119654"/>
              <a:gd name="connsiteY26966" fmla="*/ 2074691 h 2398711"/>
              <a:gd name="connsiteX26967" fmla="*/ 1432623 w 2119654"/>
              <a:gd name="connsiteY26967" fmla="*/ 2074492 h 2398711"/>
              <a:gd name="connsiteX26968" fmla="*/ 1357274 w 2119654"/>
              <a:gd name="connsiteY26968" fmla="*/ 2242294 h 2398711"/>
              <a:gd name="connsiteX26969" fmla="*/ 1358806 w 2119654"/>
              <a:gd name="connsiteY26969" fmla="*/ 2242906 h 2398711"/>
              <a:gd name="connsiteX26970" fmla="*/ 1359373 w 2119654"/>
              <a:gd name="connsiteY26970" fmla="*/ 2241452 h 2398711"/>
              <a:gd name="connsiteX26971" fmla="*/ 1360345 w 2119654"/>
              <a:gd name="connsiteY26971" fmla="*/ 2238628 h 2398711"/>
              <a:gd name="connsiteX26972" fmla="*/ 1360104 w 2119654"/>
              <a:gd name="connsiteY26972" fmla="*/ 2238921 h 2398711"/>
              <a:gd name="connsiteX26973" fmla="*/ 1371266 w 2119654"/>
              <a:gd name="connsiteY26973" fmla="*/ 2210941 h 2398711"/>
              <a:gd name="connsiteX26974" fmla="*/ 1370766 w 2119654"/>
              <a:gd name="connsiteY26974" fmla="*/ 2212394 h 2398711"/>
              <a:gd name="connsiteX26975" fmla="*/ 1379362 w 2119654"/>
              <a:gd name="connsiteY26975" fmla="*/ 2213445 h 2398711"/>
              <a:gd name="connsiteX26976" fmla="*/ 1377512 w 2119654"/>
              <a:gd name="connsiteY26976" fmla="*/ 2212106 h 2398711"/>
              <a:gd name="connsiteX26977" fmla="*/ 1412555 w 2119654"/>
              <a:gd name="connsiteY26977" fmla="*/ 2118273 h 2398711"/>
              <a:gd name="connsiteX26978" fmla="*/ 1415680 w 2119654"/>
              <a:gd name="connsiteY26978" fmla="*/ 2118358 h 2398711"/>
              <a:gd name="connsiteX26979" fmla="*/ 1415186 w 2119654"/>
              <a:gd name="connsiteY26979" fmla="*/ 2118123 h 2398711"/>
              <a:gd name="connsiteX26980" fmla="*/ 1413991 w 2119654"/>
              <a:gd name="connsiteY26980" fmla="*/ 2117539 h 2398711"/>
              <a:gd name="connsiteX26981" fmla="*/ 1412828 w 2119654"/>
              <a:gd name="connsiteY26981" fmla="*/ 2118028 h 2398711"/>
              <a:gd name="connsiteX26982" fmla="*/ 1400295 w 2119654"/>
              <a:gd name="connsiteY26982" fmla="*/ 2145687 h 2398711"/>
              <a:gd name="connsiteX26983" fmla="*/ 1401403 w 2119654"/>
              <a:gd name="connsiteY26983" fmla="*/ 2146628 h 2398711"/>
              <a:gd name="connsiteX26984" fmla="*/ 1403647 w 2119654"/>
              <a:gd name="connsiteY26984" fmla="*/ 2145011 h 2398711"/>
              <a:gd name="connsiteX26985" fmla="*/ 1404128 w 2119654"/>
              <a:gd name="connsiteY26985" fmla="*/ 2143305 h 2398711"/>
              <a:gd name="connsiteX26986" fmla="*/ 1403388 w 2119654"/>
              <a:gd name="connsiteY26986" fmla="*/ 2142910 h 2398711"/>
              <a:gd name="connsiteX26987" fmla="*/ 1402374 w 2119654"/>
              <a:gd name="connsiteY26987" fmla="*/ 2142352 h 2398711"/>
              <a:gd name="connsiteX26988" fmla="*/ 1395357 w 2119654"/>
              <a:gd name="connsiteY26988" fmla="*/ 2156502 h 2398711"/>
              <a:gd name="connsiteX26989" fmla="*/ 1395192 w 2119654"/>
              <a:gd name="connsiteY26989" fmla="*/ 2159214 h 2398711"/>
              <a:gd name="connsiteX26990" fmla="*/ 1400894 w 2119654"/>
              <a:gd name="connsiteY26990" fmla="*/ 2153686 h 2398711"/>
              <a:gd name="connsiteX26991" fmla="*/ 1397887 w 2119654"/>
              <a:gd name="connsiteY26991" fmla="*/ 2154061 h 2398711"/>
              <a:gd name="connsiteX26992" fmla="*/ 1356713 w 2119654"/>
              <a:gd name="connsiteY26992" fmla="*/ 2242963 h 2398711"/>
              <a:gd name="connsiteX26993" fmla="*/ 1357873 w 2119654"/>
              <a:gd name="connsiteY26993" fmla="*/ 2243342 h 2398711"/>
              <a:gd name="connsiteX26994" fmla="*/ 1356764 w 2119654"/>
              <a:gd name="connsiteY26994" fmla="*/ 2242902 h 2398711"/>
              <a:gd name="connsiteX26995" fmla="*/ 1372149 w 2119654"/>
              <a:gd name="connsiteY26995" fmla="*/ 2208372 h 2398711"/>
              <a:gd name="connsiteX26996" fmla="*/ 1371728 w 2119654"/>
              <a:gd name="connsiteY26996" fmla="*/ 2209595 h 2398711"/>
              <a:gd name="connsiteX26997" fmla="*/ 1374847 w 2119654"/>
              <a:gd name="connsiteY26997" fmla="*/ 2210177 h 2398711"/>
              <a:gd name="connsiteX26998" fmla="*/ 1372347 w 2119654"/>
              <a:gd name="connsiteY26998" fmla="*/ 2208368 h 2398711"/>
              <a:gd name="connsiteX26999" fmla="*/ 1798151 w 2119654"/>
              <a:gd name="connsiteY26999" fmla="*/ 1254437 h 2398711"/>
              <a:gd name="connsiteX27000" fmla="*/ 1798044 w 2119654"/>
              <a:gd name="connsiteY27000" fmla="*/ 1254770 h 2398711"/>
              <a:gd name="connsiteX27001" fmla="*/ 1797599 w 2119654"/>
              <a:gd name="connsiteY27001" fmla="*/ 1256905 h 2398711"/>
              <a:gd name="connsiteX27002" fmla="*/ 1799953 w 2119654"/>
              <a:gd name="connsiteY27002" fmla="*/ 1255555 h 2398711"/>
              <a:gd name="connsiteX27003" fmla="*/ 1431181 w 2119654"/>
              <a:gd name="connsiteY27003" fmla="*/ 2076104 h 2398711"/>
              <a:gd name="connsiteX27004" fmla="*/ 1430866 w 2119654"/>
              <a:gd name="connsiteY27004" fmla="*/ 2076899 h 2398711"/>
              <a:gd name="connsiteX27005" fmla="*/ 1431532 w 2119654"/>
              <a:gd name="connsiteY27005" fmla="*/ 2076781 h 2398711"/>
              <a:gd name="connsiteX27006" fmla="*/ 1431759 w 2119654"/>
              <a:gd name="connsiteY27006" fmla="*/ 2076304 h 2398711"/>
              <a:gd name="connsiteX27007" fmla="*/ 1399072 w 2119654"/>
              <a:gd name="connsiteY27007" fmla="*/ 2147648 h 2398711"/>
              <a:gd name="connsiteX27008" fmla="*/ 1399777 w 2119654"/>
              <a:gd name="connsiteY27008" fmla="*/ 2147798 h 2398711"/>
              <a:gd name="connsiteX27009" fmla="*/ 1401273 w 2119654"/>
              <a:gd name="connsiteY27009" fmla="*/ 2146721 h 2398711"/>
              <a:gd name="connsiteX27010" fmla="*/ 1400212 w 2119654"/>
              <a:gd name="connsiteY27010" fmla="*/ 2145820 h 2398711"/>
              <a:gd name="connsiteX27011" fmla="*/ 1863057 w 2119654"/>
              <a:gd name="connsiteY27011" fmla="*/ 1108525 h 2398711"/>
              <a:gd name="connsiteX27012" fmla="*/ 1861229 w 2119654"/>
              <a:gd name="connsiteY27012" fmla="*/ 1117634 h 2398711"/>
              <a:gd name="connsiteX27013" fmla="*/ 1862786 w 2119654"/>
              <a:gd name="connsiteY27013" fmla="*/ 1112487 h 2398711"/>
              <a:gd name="connsiteX27014" fmla="*/ 1864346 w 2119654"/>
              <a:gd name="connsiteY27014" fmla="*/ 1106830 h 2398711"/>
              <a:gd name="connsiteX27015" fmla="*/ 1804686 w 2119654"/>
              <a:gd name="connsiteY27015" fmla="*/ 1239153 h 2398711"/>
              <a:gd name="connsiteX27016" fmla="*/ 1817458 w 2119654"/>
              <a:gd name="connsiteY27016" fmla="*/ 1225660 h 2398711"/>
              <a:gd name="connsiteX27017" fmla="*/ 1816233 w 2119654"/>
              <a:gd name="connsiteY27017" fmla="*/ 1225011 h 2398711"/>
              <a:gd name="connsiteX27018" fmla="*/ 1807091 w 2119654"/>
              <a:gd name="connsiteY27018" fmla="*/ 1234795 h 2398711"/>
              <a:gd name="connsiteX27019" fmla="*/ 1816127 w 2119654"/>
              <a:gd name="connsiteY27019" fmla="*/ 1224955 h 2398711"/>
              <a:gd name="connsiteX27020" fmla="*/ 1813500 w 2119654"/>
              <a:gd name="connsiteY27020" fmla="*/ 1223564 h 2398711"/>
              <a:gd name="connsiteX27021" fmla="*/ 1810734 w 2119654"/>
              <a:gd name="connsiteY27021" fmla="*/ 1227377 h 2398711"/>
              <a:gd name="connsiteX27022" fmla="*/ 1806721 w 2119654"/>
              <a:gd name="connsiteY27022" fmla="*/ 1235191 h 2398711"/>
              <a:gd name="connsiteX27023" fmla="*/ 1807091 w 2119654"/>
              <a:gd name="connsiteY27023" fmla="*/ 1234795 h 2398711"/>
              <a:gd name="connsiteX27024" fmla="*/ 1806713 w 2119654"/>
              <a:gd name="connsiteY27024" fmla="*/ 1235207 h 2398711"/>
              <a:gd name="connsiteX27025" fmla="*/ 1398328 w 2119654"/>
              <a:gd name="connsiteY27025" fmla="*/ 2148841 h 2398711"/>
              <a:gd name="connsiteX27026" fmla="*/ 1398941 w 2119654"/>
              <a:gd name="connsiteY27026" fmla="*/ 2148400 h 2398711"/>
              <a:gd name="connsiteX27027" fmla="*/ 1398643 w 2119654"/>
              <a:gd name="connsiteY27027" fmla="*/ 2148337 h 2398711"/>
              <a:gd name="connsiteX27028" fmla="*/ 1803462 w 2119654"/>
              <a:gd name="connsiteY27028" fmla="*/ 1241537 h 2398711"/>
              <a:gd name="connsiteX27029" fmla="*/ 1804760 w 2119654"/>
              <a:gd name="connsiteY27029" fmla="*/ 1243672 h 2398711"/>
              <a:gd name="connsiteX27030" fmla="*/ 1818609 w 2119654"/>
              <a:gd name="connsiteY27030" fmla="*/ 1226269 h 2398711"/>
              <a:gd name="connsiteX27031" fmla="*/ 1817753 w 2119654"/>
              <a:gd name="connsiteY27031" fmla="*/ 1225815 h 2398711"/>
              <a:gd name="connsiteX27032" fmla="*/ 1803697 w 2119654"/>
              <a:gd name="connsiteY27032" fmla="*/ 1241082 h 2398711"/>
              <a:gd name="connsiteX27033" fmla="*/ 1432911 w 2119654"/>
              <a:gd name="connsiteY27033" fmla="*/ 2071239 h 2398711"/>
              <a:gd name="connsiteX27034" fmla="*/ 1432802 w 2119654"/>
              <a:gd name="connsiteY27034" fmla="*/ 2071742 h 2398711"/>
              <a:gd name="connsiteX27035" fmla="*/ 1433247 w 2119654"/>
              <a:gd name="connsiteY27035" fmla="*/ 2071748 h 2398711"/>
              <a:gd name="connsiteX27036" fmla="*/ 1433611 w 2119654"/>
              <a:gd name="connsiteY27036" fmla="*/ 2071608 h 2398711"/>
              <a:gd name="connsiteX27037" fmla="*/ 1397398 w 2119654"/>
              <a:gd name="connsiteY27037" fmla="*/ 2150334 h 2398711"/>
              <a:gd name="connsiteX27038" fmla="*/ 1398399 w 2119654"/>
              <a:gd name="connsiteY27038" fmla="*/ 2150502 h 2398711"/>
              <a:gd name="connsiteX27039" fmla="*/ 1399599 w 2119654"/>
              <a:gd name="connsiteY27039" fmla="*/ 2150591 h 2398711"/>
              <a:gd name="connsiteX27040" fmla="*/ 1401342 w 2119654"/>
              <a:gd name="connsiteY27040" fmla="*/ 2148909 h 2398711"/>
              <a:gd name="connsiteX27041" fmla="*/ 1399646 w 2119654"/>
              <a:gd name="connsiteY27041" fmla="*/ 2148550 h 2398711"/>
              <a:gd name="connsiteX27042" fmla="*/ 1397586 w 2119654"/>
              <a:gd name="connsiteY27042" fmla="*/ 2150032 h 2398711"/>
              <a:gd name="connsiteX27043" fmla="*/ 1408073 w 2119654"/>
              <a:gd name="connsiteY27043" fmla="*/ 2126344 h 2398711"/>
              <a:gd name="connsiteX27044" fmla="*/ 1408992 w 2119654"/>
              <a:gd name="connsiteY27044" fmla="*/ 2126020 h 2398711"/>
              <a:gd name="connsiteX27045" fmla="*/ 1409140 w 2119654"/>
              <a:gd name="connsiteY27045" fmla="*/ 2125496 h 2398711"/>
              <a:gd name="connsiteX27046" fmla="*/ 1408597 w 2119654"/>
              <a:gd name="connsiteY27046" fmla="*/ 2125375 h 2398711"/>
              <a:gd name="connsiteX27047" fmla="*/ 1395487 w 2119654"/>
              <a:gd name="connsiteY27047" fmla="*/ 2154360 h 2398711"/>
              <a:gd name="connsiteX27048" fmla="*/ 1395475 w 2119654"/>
              <a:gd name="connsiteY27048" fmla="*/ 2154571 h 2398711"/>
              <a:gd name="connsiteX27049" fmla="*/ 1395723 w 2119654"/>
              <a:gd name="connsiteY27049" fmla="*/ 2154331 h 2398711"/>
              <a:gd name="connsiteX27050" fmla="*/ 1801004 w 2119654"/>
              <a:gd name="connsiteY27050" fmla="*/ 1246325 h 2398711"/>
              <a:gd name="connsiteX27051" fmla="*/ 1801834 w 2119654"/>
              <a:gd name="connsiteY27051" fmla="*/ 1245937 h 2398711"/>
              <a:gd name="connsiteX27052" fmla="*/ 1803048 w 2119654"/>
              <a:gd name="connsiteY27052" fmla="*/ 1245133 h 2398711"/>
              <a:gd name="connsiteX27053" fmla="*/ 1802271 w 2119654"/>
              <a:gd name="connsiteY27053" fmla="*/ 1243856 h 2398711"/>
              <a:gd name="connsiteX27054" fmla="*/ 1396754 w 2119654"/>
              <a:gd name="connsiteY27054" fmla="*/ 2151367 h 2398711"/>
              <a:gd name="connsiteX27055" fmla="*/ 1399099 w 2119654"/>
              <a:gd name="connsiteY27055" fmla="*/ 2151073 h 2398711"/>
              <a:gd name="connsiteX27056" fmla="*/ 1399351 w 2119654"/>
              <a:gd name="connsiteY27056" fmla="*/ 2150831 h 2398711"/>
              <a:gd name="connsiteX27057" fmla="*/ 1397187 w 2119654"/>
              <a:gd name="connsiteY27057" fmla="*/ 2150672 h 2398711"/>
              <a:gd name="connsiteX27058" fmla="*/ 1375047 w 2119654"/>
              <a:gd name="connsiteY27058" fmla="*/ 2199943 h 2398711"/>
              <a:gd name="connsiteX27059" fmla="*/ 1372324 w 2119654"/>
              <a:gd name="connsiteY27059" fmla="*/ 2207861 h 2398711"/>
              <a:gd name="connsiteX27060" fmla="*/ 1372467 w 2119654"/>
              <a:gd name="connsiteY27060" fmla="*/ 2207967 h 2398711"/>
              <a:gd name="connsiteX27061" fmla="*/ 1385085 w 2119654"/>
              <a:gd name="connsiteY27061" fmla="*/ 2207691 h 2398711"/>
              <a:gd name="connsiteX27062" fmla="*/ 1385787 w 2119654"/>
              <a:gd name="connsiteY27062" fmla="*/ 2206831 h 2398711"/>
              <a:gd name="connsiteX27063" fmla="*/ 1386722 w 2119654"/>
              <a:gd name="connsiteY27063" fmla="*/ 2203961 h 2398711"/>
              <a:gd name="connsiteX27064" fmla="*/ 1433478 w 2119654"/>
              <a:gd name="connsiteY27064" fmla="*/ 2068636 h 2398711"/>
              <a:gd name="connsiteX27065" fmla="*/ 1432945 w 2119654"/>
              <a:gd name="connsiteY27065" fmla="*/ 2071081 h 2398711"/>
              <a:gd name="connsiteX27066" fmla="*/ 1433804 w 2119654"/>
              <a:gd name="connsiteY27066" fmla="*/ 2071534 h 2398711"/>
              <a:gd name="connsiteX27067" fmla="*/ 1434084 w 2119654"/>
              <a:gd name="connsiteY27067" fmla="*/ 2071426 h 2398711"/>
              <a:gd name="connsiteX27068" fmla="*/ 1435377 w 2119654"/>
              <a:gd name="connsiteY27068" fmla="*/ 2068712 h 2398711"/>
              <a:gd name="connsiteX27069" fmla="*/ 1384012 w 2119654"/>
              <a:gd name="connsiteY27069" fmla="*/ 2179379 h 2398711"/>
              <a:gd name="connsiteX27070" fmla="*/ 1392537 w 2119654"/>
              <a:gd name="connsiteY27070" fmla="*/ 2184486 h 2398711"/>
              <a:gd name="connsiteX27071" fmla="*/ 1393391 w 2119654"/>
              <a:gd name="connsiteY27071" fmla="*/ 2181450 h 2398711"/>
              <a:gd name="connsiteX27072" fmla="*/ 1393859 w 2119654"/>
              <a:gd name="connsiteY27072" fmla="*/ 2173780 h 2398711"/>
              <a:gd name="connsiteX27073" fmla="*/ 1388809 w 2119654"/>
              <a:gd name="connsiteY27073" fmla="*/ 2174708 h 2398711"/>
              <a:gd name="connsiteX27074" fmla="*/ 1829768 w 2119654"/>
              <a:gd name="connsiteY27074" fmla="*/ 1180715 h 2398711"/>
              <a:gd name="connsiteX27075" fmla="*/ 1832167 w 2119654"/>
              <a:gd name="connsiteY27075" fmla="*/ 1183128 h 2398711"/>
              <a:gd name="connsiteX27076" fmla="*/ 1832618 w 2119654"/>
              <a:gd name="connsiteY27076" fmla="*/ 1182706 h 2398711"/>
              <a:gd name="connsiteX27077" fmla="*/ 1832652 w 2119654"/>
              <a:gd name="connsiteY27077" fmla="*/ 1182592 h 2398711"/>
              <a:gd name="connsiteX27078" fmla="*/ 1433971 w 2119654"/>
              <a:gd name="connsiteY27078" fmla="*/ 2066370 h 2398711"/>
              <a:gd name="connsiteX27079" fmla="*/ 1433527 w 2119654"/>
              <a:gd name="connsiteY27079" fmla="*/ 2068407 h 2398711"/>
              <a:gd name="connsiteX27080" fmla="*/ 1435473 w 2119654"/>
              <a:gd name="connsiteY27080" fmla="*/ 2068511 h 2398711"/>
              <a:gd name="connsiteX27081" fmla="*/ 1436243 w 2119654"/>
              <a:gd name="connsiteY27081" fmla="*/ 2066894 h 2398711"/>
              <a:gd name="connsiteX27082" fmla="*/ 1434148 w 2119654"/>
              <a:gd name="connsiteY27082" fmla="*/ 2066272 h 2398711"/>
              <a:gd name="connsiteX27083" fmla="*/ 1393668 w 2119654"/>
              <a:gd name="connsiteY27083" fmla="*/ 2156314 h 2398711"/>
              <a:gd name="connsiteX27084" fmla="*/ 1395002 w 2119654"/>
              <a:gd name="connsiteY27084" fmla="*/ 2155027 h 2398711"/>
              <a:gd name="connsiteX27085" fmla="*/ 1395039 w 2119654"/>
              <a:gd name="connsiteY27085" fmla="*/ 2154416 h 2398711"/>
              <a:gd name="connsiteX27086" fmla="*/ 1394837 w 2119654"/>
              <a:gd name="connsiteY27086" fmla="*/ 2154441 h 2398711"/>
              <a:gd name="connsiteX27087" fmla="*/ 1378046 w 2119654"/>
              <a:gd name="connsiteY27087" fmla="*/ 2191223 h 2398711"/>
              <a:gd name="connsiteX27088" fmla="*/ 1375478 w 2119654"/>
              <a:gd name="connsiteY27088" fmla="*/ 2198690 h 2398711"/>
              <a:gd name="connsiteX27089" fmla="*/ 1387132 w 2119654"/>
              <a:gd name="connsiteY27089" fmla="*/ 2202701 h 2398711"/>
              <a:gd name="connsiteX27090" fmla="*/ 1389176 w 2119654"/>
              <a:gd name="connsiteY27090" fmla="*/ 2196428 h 2398711"/>
              <a:gd name="connsiteX27091" fmla="*/ 1389311 w 2119654"/>
              <a:gd name="connsiteY27091" fmla="*/ 2195945 h 2398711"/>
              <a:gd name="connsiteX27092" fmla="*/ 1395667 w 2119654"/>
              <a:gd name="connsiteY27092" fmla="*/ 2151413 h 2398711"/>
              <a:gd name="connsiteX27093" fmla="*/ 1395662 w 2119654"/>
              <a:gd name="connsiteY27093" fmla="*/ 2151502 h 2398711"/>
              <a:gd name="connsiteX27094" fmla="*/ 1395710 w 2119654"/>
              <a:gd name="connsiteY27094" fmla="*/ 2151497 h 2398711"/>
              <a:gd name="connsiteX27095" fmla="*/ 1395839 w 2119654"/>
              <a:gd name="connsiteY27095" fmla="*/ 2151290 h 2398711"/>
              <a:gd name="connsiteX27096" fmla="*/ 1800720 w 2119654"/>
              <a:gd name="connsiteY27096" fmla="*/ 1244306 h 2398711"/>
              <a:gd name="connsiteX27097" fmla="*/ 1800305 w 2119654"/>
              <a:gd name="connsiteY27097" fmla="*/ 1246413 h 2398711"/>
              <a:gd name="connsiteX27098" fmla="*/ 1800460 w 2119654"/>
              <a:gd name="connsiteY27098" fmla="*/ 1246170 h 2398711"/>
              <a:gd name="connsiteX27099" fmla="*/ 1801933 w 2119654"/>
              <a:gd name="connsiteY27099" fmla="*/ 1243300 h 2398711"/>
              <a:gd name="connsiteX27100" fmla="*/ 1801822 w 2119654"/>
              <a:gd name="connsiteY27100" fmla="*/ 1243117 h 2398711"/>
              <a:gd name="connsiteX27101" fmla="*/ 1800982 w 2119654"/>
              <a:gd name="connsiteY27101" fmla="*/ 1244029 h 2398711"/>
              <a:gd name="connsiteX27102" fmla="*/ 1801392 w 2119654"/>
              <a:gd name="connsiteY27102" fmla="*/ 1242410 h 2398711"/>
              <a:gd name="connsiteX27103" fmla="*/ 1801237 w 2119654"/>
              <a:gd name="connsiteY27103" fmla="*/ 1242797 h 2398711"/>
              <a:gd name="connsiteX27104" fmla="*/ 1801474 w 2119654"/>
              <a:gd name="connsiteY27104" fmla="*/ 1242546 h 2398711"/>
              <a:gd name="connsiteX27105" fmla="*/ 1400795 w 2119654"/>
              <a:gd name="connsiteY27105" fmla="*/ 2139343 h 2398711"/>
              <a:gd name="connsiteX27106" fmla="*/ 1402831 w 2119654"/>
              <a:gd name="connsiteY27106" fmla="*/ 2140078 h 2398711"/>
              <a:gd name="connsiteX27107" fmla="*/ 1403686 w 2119654"/>
              <a:gd name="connsiteY27107" fmla="*/ 2138706 h 2398711"/>
              <a:gd name="connsiteX27108" fmla="*/ 1400850 w 2119654"/>
              <a:gd name="connsiteY27108" fmla="*/ 2139257 h 2398711"/>
              <a:gd name="connsiteX27109" fmla="*/ 1395719 w 2119654"/>
              <a:gd name="connsiteY27109" fmla="*/ 2150564 h 2398711"/>
              <a:gd name="connsiteX27110" fmla="*/ 1395709 w 2119654"/>
              <a:gd name="connsiteY27110" fmla="*/ 2150728 h 2398711"/>
              <a:gd name="connsiteX27111" fmla="*/ 1395917 w 2119654"/>
              <a:gd name="connsiteY27111" fmla="*/ 2150578 h 2398711"/>
              <a:gd name="connsiteX27112" fmla="*/ 1421276 w 2119654"/>
              <a:gd name="connsiteY27112" fmla="*/ 2093010 h 2398711"/>
              <a:gd name="connsiteX27113" fmla="*/ 1421762 w 2119654"/>
              <a:gd name="connsiteY27113" fmla="*/ 2093000 h 2398711"/>
              <a:gd name="connsiteX27114" fmla="*/ 1421899 w 2119654"/>
              <a:gd name="connsiteY27114" fmla="*/ 2092651 h 2398711"/>
              <a:gd name="connsiteX27115" fmla="*/ 1421617 w 2119654"/>
              <a:gd name="connsiteY27115" fmla="*/ 2092598 h 2398711"/>
              <a:gd name="connsiteX27116" fmla="*/ 1421022 w 2119654"/>
              <a:gd name="connsiteY27116" fmla="*/ 2093551 h 2398711"/>
              <a:gd name="connsiteX27117" fmla="*/ 1421485 w 2119654"/>
              <a:gd name="connsiteY27117" fmla="*/ 2093701 h 2398711"/>
              <a:gd name="connsiteX27118" fmla="*/ 1421549 w 2119654"/>
              <a:gd name="connsiteY27118" fmla="*/ 2093539 h 2398711"/>
              <a:gd name="connsiteX27119" fmla="*/ 1803226 w 2119654"/>
              <a:gd name="connsiteY27119" fmla="*/ 1237723 h 2398711"/>
              <a:gd name="connsiteX27120" fmla="*/ 1803030 w 2119654"/>
              <a:gd name="connsiteY27120" fmla="*/ 1238334 h 2398711"/>
              <a:gd name="connsiteX27121" fmla="*/ 1802522 w 2119654"/>
              <a:gd name="connsiteY27121" fmla="*/ 1239599 h 2398711"/>
              <a:gd name="connsiteX27122" fmla="*/ 1803845 w 2119654"/>
              <a:gd name="connsiteY27122" fmla="*/ 1238269 h 2398711"/>
              <a:gd name="connsiteX27123" fmla="*/ 1802462 w 2119654"/>
              <a:gd name="connsiteY27123" fmla="*/ 1239749 h 2398711"/>
              <a:gd name="connsiteX27124" fmla="*/ 1802427 w 2119654"/>
              <a:gd name="connsiteY27124" fmla="*/ 1239835 h 2398711"/>
              <a:gd name="connsiteX27125" fmla="*/ 1803058 w 2119654"/>
              <a:gd name="connsiteY27125" fmla="*/ 1240873 h 2398711"/>
              <a:gd name="connsiteX27126" fmla="*/ 1803323 w 2119654"/>
              <a:gd name="connsiteY27126" fmla="*/ 1240593 h 2398711"/>
              <a:gd name="connsiteX27127" fmla="*/ 1805298 w 2119654"/>
              <a:gd name="connsiteY27127" fmla="*/ 1236748 h 2398711"/>
              <a:gd name="connsiteX27128" fmla="*/ 1804571 w 2119654"/>
              <a:gd name="connsiteY27128" fmla="*/ 1237540 h 2398711"/>
              <a:gd name="connsiteX27129" fmla="*/ 1803845 w 2119654"/>
              <a:gd name="connsiteY27129" fmla="*/ 1238269 h 2398711"/>
              <a:gd name="connsiteX27130" fmla="*/ 1805337 w 2119654"/>
              <a:gd name="connsiteY27130" fmla="*/ 1236672 h 2398711"/>
              <a:gd name="connsiteX27131" fmla="*/ 1808601 w 2119654"/>
              <a:gd name="connsiteY27131" fmla="*/ 1230315 h 2398711"/>
              <a:gd name="connsiteX27132" fmla="*/ 1400000 w 2119654"/>
              <a:gd name="connsiteY27132" fmla="*/ 2140585 h 2398711"/>
              <a:gd name="connsiteX27133" fmla="*/ 1401872 w 2119654"/>
              <a:gd name="connsiteY27133" fmla="*/ 2141616 h 2398711"/>
              <a:gd name="connsiteX27134" fmla="*/ 1402267 w 2119654"/>
              <a:gd name="connsiteY27134" fmla="*/ 2140982 h 2398711"/>
              <a:gd name="connsiteX27135" fmla="*/ 1400218 w 2119654"/>
              <a:gd name="connsiteY27135" fmla="*/ 2140244 h 2398711"/>
              <a:gd name="connsiteX27136" fmla="*/ 1420413 w 2119654"/>
              <a:gd name="connsiteY27136" fmla="*/ 2094814 h 2398711"/>
              <a:gd name="connsiteX27137" fmla="*/ 1420702 w 2119654"/>
              <a:gd name="connsiteY27137" fmla="*/ 2095686 h 2398711"/>
              <a:gd name="connsiteX27138" fmla="*/ 1420963 w 2119654"/>
              <a:gd name="connsiteY27138" fmla="*/ 2095025 h 2398711"/>
              <a:gd name="connsiteX27139" fmla="*/ 1869724 w 2119654"/>
              <a:gd name="connsiteY27139" fmla="*/ 1088536 h 2398711"/>
              <a:gd name="connsiteX27140" fmla="*/ 1869698 w 2119654"/>
              <a:gd name="connsiteY27140" fmla="*/ 1088623 h 2398711"/>
              <a:gd name="connsiteX27141" fmla="*/ 1869821 w 2119654"/>
              <a:gd name="connsiteY27141" fmla="*/ 1088421 h 2398711"/>
              <a:gd name="connsiteX27142" fmla="*/ 1381166 w 2119654"/>
              <a:gd name="connsiteY27142" fmla="*/ 2182152 h 2398711"/>
              <a:gd name="connsiteX27143" fmla="*/ 1378259 w 2119654"/>
              <a:gd name="connsiteY27143" fmla="*/ 2190603 h 2398711"/>
              <a:gd name="connsiteX27144" fmla="*/ 1381447 w 2119654"/>
              <a:gd name="connsiteY27144" fmla="*/ 2190731 h 2398711"/>
              <a:gd name="connsiteX27145" fmla="*/ 1381304 w 2119654"/>
              <a:gd name="connsiteY27145" fmla="*/ 2190836 h 2398711"/>
              <a:gd name="connsiteX27146" fmla="*/ 1378222 w 2119654"/>
              <a:gd name="connsiteY27146" fmla="*/ 2190712 h 2398711"/>
              <a:gd name="connsiteX27147" fmla="*/ 1378183 w 2119654"/>
              <a:gd name="connsiteY27147" fmla="*/ 2190825 h 2398711"/>
              <a:gd name="connsiteX27148" fmla="*/ 1389426 w 2119654"/>
              <a:gd name="connsiteY27148" fmla="*/ 2195537 h 2398711"/>
              <a:gd name="connsiteX27149" fmla="*/ 1392433 w 2119654"/>
              <a:gd name="connsiteY27149" fmla="*/ 2184853 h 2398711"/>
              <a:gd name="connsiteX27150" fmla="*/ 1384035 w 2119654"/>
              <a:gd name="connsiteY27150" fmla="*/ 2179979 h 2398711"/>
              <a:gd name="connsiteX27151" fmla="*/ 1383640 w 2119654"/>
              <a:gd name="connsiteY27151" fmla="*/ 2179742 h 2398711"/>
              <a:gd name="connsiteX27152" fmla="*/ 1417405 w 2119654"/>
              <a:gd name="connsiteY27152" fmla="*/ 2100977 h 2398711"/>
              <a:gd name="connsiteX27153" fmla="*/ 1417247 w 2119654"/>
              <a:gd name="connsiteY27153" fmla="*/ 2101536 h 2398711"/>
              <a:gd name="connsiteX27154" fmla="*/ 1417736 w 2119654"/>
              <a:gd name="connsiteY27154" fmla="*/ 2101342 h 2398711"/>
              <a:gd name="connsiteX27155" fmla="*/ 1417685 w 2119654"/>
              <a:gd name="connsiteY27155" fmla="*/ 2101190 h 2398711"/>
              <a:gd name="connsiteX27156" fmla="*/ 1420485 w 2119654"/>
              <a:gd name="connsiteY27156" fmla="*/ 2093964 h 2398711"/>
              <a:gd name="connsiteX27157" fmla="*/ 1421263 w 2119654"/>
              <a:gd name="connsiteY27157" fmla="*/ 2094263 h 2398711"/>
              <a:gd name="connsiteX27158" fmla="*/ 1421382 w 2119654"/>
              <a:gd name="connsiteY27158" fmla="*/ 2093963 h 2398711"/>
              <a:gd name="connsiteX27159" fmla="*/ 1420677 w 2119654"/>
              <a:gd name="connsiteY27159" fmla="*/ 2093734 h 2398711"/>
              <a:gd name="connsiteX27160" fmla="*/ 1423173 w 2119654"/>
              <a:gd name="connsiteY27160" fmla="*/ 2087615 h 2398711"/>
              <a:gd name="connsiteX27161" fmla="*/ 1422870 w 2119654"/>
              <a:gd name="connsiteY27161" fmla="*/ 2089635 h 2398711"/>
              <a:gd name="connsiteX27162" fmla="*/ 1423325 w 2119654"/>
              <a:gd name="connsiteY27162" fmla="*/ 2089039 h 2398711"/>
              <a:gd name="connsiteX27163" fmla="*/ 1423921 w 2119654"/>
              <a:gd name="connsiteY27163" fmla="*/ 2087528 h 2398711"/>
              <a:gd name="connsiteX27164" fmla="*/ 1382276 w 2119654"/>
              <a:gd name="connsiteY27164" fmla="*/ 2178925 h 2398711"/>
              <a:gd name="connsiteX27165" fmla="*/ 1381309 w 2119654"/>
              <a:gd name="connsiteY27165" fmla="*/ 2181735 h 2398711"/>
              <a:gd name="connsiteX27166" fmla="*/ 1383428 w 2119654"/>
              <a:gd name="connsiteY27166" fmla="*/ 2179615 h 2398711"/>
              <a:gd name="connsiteX27167" fmla="*/ 1397996 w 2119654"/>
              <a:gd name="connsiteY27167" fmla="*/ 2143719 h 2398711"/>
              <a:gd name="connsiteX27168" fmla="*/ 1398691 w 2119654"/>
              <a:gd name="connsiteY27168" fmla="*/ 2144326 h 2398711"/>
              <a:gd name="connsiteX27169" fmla="*/ 1399666 w 2119654"/>
              <a:gd name="connsiteY27169" fmla="*/ 2145153 h 2398711"/>
              <a:gd name="connsiteX27170" fmla="*/ 1401658 w 2119654"/>
              <a:gd name="connsiteY27170" fmla="*/ 2141958 h 2398711"/>
              <a:gd name="connsiteX27171" fmla="*/ 1399783 w 2119654"/>
              <a:gd name="connsiteY27171" fmla="*/ 2140925 h 2398711"/>
              <a:gd name="connsiteX27172" fmla="*/ 1389181 w 2119654"/>
              <a:gd name="connsiteY27172" fmla="*/ 2162957 h 2398711"/>
              <a:gd name="connsiteX27173" fmla="*/ 1391081 w 2119654"/>
              <a:gd name="connsiteY27173" fmla="*/ 2163200 h 2398711"/>
              <a:gd name="connsiteX27174" fmla="*/ 1394719 w 2119654"/>
              <a:gd name="connsiteY27174" fmla="*/ 2159673 h 2398711"/>
              <a:gd name="connsiteX27175" fmla="*/ 1394884 w 2119654"/>
              <a:gd name="connsiteY27175" fmla="*/ 2156959 h 2398711"/>
              <a:gd name="connsiteX27176" fmla="*/ 1390162 w 2119654"/>
              <a:gd name="connsiteY27176" fmla="*/ 2161515 h 2398711"/>
              <a:gd name="connsiteX27177" fmla="*/ 1865512 w 2119654"/>
              <a:gd name="connsiteY27177" fmla="*/ 1096292 h 2398711"/>
              <a:gd name="connsiteX27178" fmla="*/ 1863325 w 2119654"/>
              <a:gd name="connsiteY27178" fmla="*/ 1107194 h 2398711"/>
              <a:gd name="connsiteX27179" fmla="*/ 1864767 w 2119654"/>
              <a:gd name="connsiteY27179" fmla="*/ 1105306 h 2398711"/>
              <a:gd name="connsiteX27180" fmla="*/ 1867894 w 2119654"/>
              <a:gd name="connsiteY27180" fmla="*/ 1093968 h 2398711"/>
              <a:gd name="connsiteX27181" fmla="*/ 1395890 w 2119654"/>
              <a:gd name="connsiteY27181" fmla="*/ 2147754 h 2398711"/>
              <a:gd name="connsiteX27182" fmla="*/ 1395750 w 2119654"/>
              <a:gd name="connsiteY27182" fmla="*/ 2150056 h 2398711"/>
              <a:gd name="connsiteX27183" fmla="*/ 1396472 w 2119654"/>
              <a:gd name="connsiteY27183" fmla="*/ 2150178 h 2398711"/>
              <a:gd name="connsiteX27184" fmla="*/ 1396582 w 2119654"/>
              <a:gd name="connsiteY27184" fmla="*/ 2150099 h 2398711"/>
              <a:gd name="connsiteX27185" fmla="*/ 1397793 w 2119654"/>
              <a:gd name="connsiteY27185" fmla="*/ 2148157 h 2398711"/>
              <a:gd name="connsiteX27186" fmla="*/ 1383384 w 2119654"/>
              <a:gd name="connsiteY27186" fmla="*/ 2175704 h 2398711"/>
              <a:gd name="connsiteX27187" fmla="*/ 1382443 w 2119654"/>
              <a:gd name="connsiteY27187" fmla="*/ 2178439 h 2398711"/>
              <a:gd name="connsiteX27188" fmla="*/ 1383794 w 2119654"/>
              <a:gd name="connsiteY27188" fmla="*/ 2179248 h 2398711"/>
              <a:gd name="connsiteX27189" fmla="*/ 1388226 w 2119654"/>
              <a:gd name="connsiteY27189" fmla="*/ 2174814 h 2398711"/>
              <a:gd name="connsiteX27190" fmla="*/ 1865637 w 2119654"/>
              <a:gd name="connsiteY27190" fmla="*/ 1095834 h 2398711"/>
              <a:gd name="connsiteX27191" fmla="*/ 1868021 w 2119654"/>
              <a:gd name="connsiteY27191" fmla="*/ 1093508 h 2398711"/>
              <a:gd name="connsiteX27192" fmla="*/ 1868843 w 2119654"/>
              <a:gd name="connsiteY27192" fmla="*/ 1090531 h 2398711"/>
              <a:gd name="connsiteX27193" fmla="*/ 1806243 w 2119654"/>
              <a:gd name="connsiteY27193" fmla="*/ 1228265 h 2398711"/>
              <a:gd name="connsiteX27194" fmla="*/ 1805643 w 2119654"/>
              <a:gd name="connsiteY27194" fmla="*/ 1230145 h 2398711"/>
              <a:gd name="connsiteX27195" fmla="*/ 1806775 w 2119654"/>
              <a:gd name="connsiteY27195" fmla="*/ 1228891 h 2398711"/>
              <a:gd name="connsiteX27196" fmla="*/ 1808612 w 2119654"/>
              <a:gd name="connsiteY27196" fmla="*/ 1226639 h 2398711"/>
              <a:gd name="connsiteX27197" fmla="*/ 1395954 w 2119654"/>
              <a:gd name="connsiteY27197" fmla="*/ 2146910 h 2398711"/>
              <a:gd name="connsiteX27198" fmla="*/ 1396963 w 2119654"/>
              <a:gd name="connsiteY27198" fmla="*/ 2147202 h 2398711"/>
              <a:gd name="connsiteX27199" fmla="*/ 1398222 w 2119654"/>
              <a:gd name="connsiteY27199" fmla="*/ 2147468 h 2398711"/>
              <a:gd name="connsiteX27200" fmla="*/ 1399583 w 2119654"/>
              <a:gd name="connsiteY27200" fmla="*/ 2145286 h 2398711"/>
              <a:gd name="connsiteX27201" fmla="*/ 1397905 w 2119654"/>
              <a:gd name="connsiteY27201" fmla="*/ 2143862 h 2398711"/>
              <a:gd name="connsiteX27202" fmla="*/ 1871723 w 2119654"/>
              <a:gd name="connsiteY27202" fmla="*/ 1081494 h 2398711"/>
              <a:gd name="connsiteX27203" fmla="*/ 1869890 w 2119654"/>
              <a:gd name="connsiteY27203" fmla="*/ 1087953 h 2398711"/>
              <a:gd name="connsiteX27204" fmla="*/ 1870631 w 2119654"/>
              <a:gd name="connsiteY27204" fmla="*/ 1087082 h 2398711"/>
              <a:gd name="connsiteX27205" fmla="*/ 1881906 w 2119654"/>
              <a:gd name="connsiteY27205" fmla="*/ 1068433 h 2398711"/>
              <a:gd name="connsiteX27206" fmla="*/ 1881986 w 2119654"/>
              <a:gd name="connsiteY27206" fmla="*/ 1068791 h 2398711"/>
              <a:gd name="connsiteX27207" fmla="*/ 1871654 w 2119654"/>
              <a:gd name="connsiteY27207" fmla="*/ 1085881 h 2398711"/>
              <a:gd name="connsiteX27208" fmla="*/ 1879230 w 2119654"/>
              <a:gd name="connsiteY27208" fmla="*/ 1076983 h 2398711"/>
              <a:gd name="connsiteX27209" fmla="*/ 1879250 w 2119654"/>
              <a:gd name="connsiteY27209" fmla="*/ 1077348 h 2398711"/>
              <a:gd name="connsiteX27210" fmla="*/ 1870844 w 2119654"/>
              <a:gd name="connsiteY27210" fmla="*/ 1087220 h 2398711"/>
              <a:gd name="connsiteX27211" fmla="*/ 1869437 w 2119654"/>
              <a:gd name="connsiteY27211" fmla="*/ 1089547 h 2398711"/>
              <a:gd name="connsiteX27212" fmla="*/ 1868424 w 2119654"/>
              <a:gd name="connsiteY27212" fmla="*/ 1093116 h 2398711"/>
              <a:gd name="connsiteX27213" fmla="*/ 1875213 w 2119654"/>
              <a:gd name="connsiteY27213" fmla="*/ 1086494 h 2398711"/>
              <a:gd name="connsiteX27214" fmla="*/ 1875199 w 2119654"/>
              <a:gd name="connsiteY27214" fmla="*/ 1086845 h 2398711"/>
              <a:gd name="connsiteX27215" fmla="*/ 1868292 w 2119654"/>
              <a:gd name="connsiteY27215" fmla="*/ 1093581 h 2398711"/>
              <a:gd name="connsiteX27216" fmla="*/ 1865078 w 2119654"/>
              <a:gd name="connsiteY27216" fmla="*/ 1104900 h 2398711"/>
              <a:gd name="connsiteX27217" fmla="*/ 1879742 w 2119654"/>
              <a:gd name="connsiteY27217" fmla="*/ 1085695 h 2398711"/>
              <a:gd name="connsiteX27218" fmla="*/ 1895361 w 2119654"/>
              <a:gd name="connsiteY27218" fmla="*/ 1064556 h 2398711"/>
              <a:gd name="connsiteX27219" fmla="*/ 1895404 w 2119654"/>
              <a:gd name="connsiteY27219" fmla="*/ 1064906 h 2398711"/>
              <a:gd name="connsiteX27220" fmla="*/ 1867183 w 2119654"/>
              <a:gd name="connsiteY27220" fmla="*/ 1103100 h 2398711"/>
              <a:gd name="connsiteX27221" fmla="*/ 1864639 w 2119654"/>
              <a:gd name="connsiteY27221" fmla="*/ 1106445 h 2398711"/>
              <a:gd name="connsiteX27222" fmla="*/ 1860670 w 2119654"/>
              <a:gd name="connsiteY27222" fmla="*/ 1120423 h 2398711"/>
              <a:gd name="connsiteX27223" fmla="*/ 1857452 w 2119654"/>
              <a:gd name="connsiteY27223" fmla="*/ 1136460 h 2398711"/>
              <a:gd name="connsiteX27224" fmla="*/ 1857383 w 2119654"/>
              <a:gd name="connsiteY27224" fmla="*/ 1139217 h 2398711"/>
              <a:gd name="connsiteX27225" fmla="*/ 1867401 w 2119654"/>
              <a:gd name="connsiteY27225" fmla="*/ 1142031 h 2398711"/>
              <a:gd name="connsiteX27226" fmla="*/ 1869306 w 2119654"/>
              <a:gd name="connsiteY27226" fmla="*/ 1138441 h 2398711"/>
              <a:gd name="connsiteX27227" fmla="*/ 1876400 w 2119654"/>
              <a:gd name="connsiteY27227" fmla="*/ 1124632 h 2398711"/>
              <a:gd name="connsiteX27228" fmla="*/ 1876444 w 2119654"/>
              <a:gd name="connsiteY27228" fmla="*/ 1124853 h 2398711"/>
              <a:gd name="connsiteX27229" fmla="*/ 1867591 w 2119654"/>
              <a:gd name="connsiteY27229" fmla="*/ 1142085 h 2398711"/>
              <a:gd name="connsiteX27230" fmla="*/ 1867721 w 2119654"/>
              <a:gd name="connsiteY27230" fmla="*/ 1142122 h 2398711"/>
              <a:gd name="connsiteX27231" fmla="*/ 1873300 w 2119654"/>
              <a:gd name="connsiteY27231" fmla="*/ 1133503 h 2398711"/>
              <a:gd name="connsiteX27232" fmla="*/ 1873325 w 2119654"/>
              <a:gd name="connsiteY27232" fmla="*/ 1133770 h 2398711"/>
              <a:gd name="connsiteX27233" fmla="*/ 1867889 w 2119654"/>
              <a:gd name="connsiteY27233" fmla="*/ 1142169 h 2398711"/>
              <a:gd name="connsiteX27234" fmla="*/ 1869654 w 2119654"/>
              <a:gd name="connsiteY27234" fmla="*/ 1142665 h 2398711"/>
              <a:gd name="connsiteX27235" fmla="*/ 1882220 w 2119654"/>
              <a:gd name="connsiteY27235" fmla="*/ 1127141 h 2398711"/>
              <a:gd name="connsiteX27236" fmla="*/ 1892176 w 2119654"/>
              <a:gd name="connsiteY27236" fmla="*/ 1105674 h 2398711"/>
              <a:gd name="connsiteX27237" fmla="*/ 1901602 w 2119654"/>
              <a:gd name="connsiteY27237" fmla="*/ 1084608 h 2398711"/>
              <a:gd name="connsiteX27238" fmla="*/ 1918673 w 2119654"/>
              <a:gd name="connsiteY27238" fmla="*/ 1015546 h 2398711"/>
              <a:gd name="connsiteX27239" fmla="*/ 1917329 w 2119654"/>
              <a:gd name="connsiteY27239" fmla="*/ 1017281 h 2398711"/>
              <a:gd name="connsiteX27240" fmla="*/ 1885906 w 2119654"/>
              <a:gd name="connsiteY27240" fmla="*/ 1056728 h 2398711"/>
              <a:gd name="connsiteX27241" fmla="*/ 1881044 w 2119654"/>
              <a:gd name="connsiteY27241" fmla="*/ 1066201 h 2398711"/>
              <a:gd name="connsiteX27242" fmla="*/ 1873831 w 2119654"/>
              <a:gd name="connsiteY27242" fmla="*/ 1078036 h 2398711"/>
              <a:gd name="connsiteX27243" fmla="*/ 1888115 w 2119654"/>
              <a:gd name="connsiteY27243" fmla="*/ 1060035 h 2398711"/>
              <a:gd name="connsiteX27244" fmla="*/ 1901402 w 2119654"/>
              <a:gd name="connsiteY27244" fmla="*/ 1042821 h 2398711"/>
              <a:gd name="connsiteX27245" fmla="*/ 1901405 w 2119654"/>
              <a:gd name="connsiteY27245" fmla="*/ 1043138 h 2398711"/>
              <a:gd name="connsiteX27246" fmla="*/ 1877397 w 2119654"/>
              <a:gd name="connsiteY27246" fmla="*/ 1074241 h 2398711"/>
              <a:gd name="connsiteX27247" fmla="*/ 1871993 w 2119654"/>
              <a:gd name="connsiteY27247" fmla="*/ 1081052 h 2398711"/>
              <a:gd name="connsiteX27248" fmla="*/ 1426594 w 2119654"/>
              <a:gd name="connsiteY27248" fmla="*/ 2077666 h 2398711"/>
              <a:gd name="connsiteX27249" fmla="*/ 1427360 w 2119654"/>
              <a:gd name="connsiteY27249" fmla="*/ 2077529 h 2398711"/>
              <a:gd name="connsiteX27250" fmla="*/ 1427600 w 2119654"/>
              <a:gd name="connsiteY27250" fmla="*/ 2076426 h 2398711"/>
              <a:gd name="connsiteX27251" fmla="*/ 1427087 w 2119654"/>
              <a:gd name="connsiteY27251" fmla="*/ 2076622 h 2398711"/>
              <a:gd name="connsiteX27252" fmla="*/ 1866250 w 2119654"/>
              <a:gd name="connsiteY27252" fmla="*/ 1092615 h 2398711"/>
              <a:gd name="connsiteX27253" fmla="*/ 1865765 w 2119654"/>
              <a:gd name="connsiteY27253" fmla="*/ 1095035 h 2398711"/>
              <a:gd name="connsiteX27254" fmla="*/ 1867700 w 2119654"/>
              <a:gd name="connsiteY27254" fmla="*/ 1091930 h 2398711"/>
              <a:gd name="connsiteX27255" fmla="*/ 1869091 w 2119654"/>
              <a:gd name="connsiteY27255" fmla="*/ 1089631 h 2398711"/>
              <a:gd name="connsiteX27256" fmla="*/ 1869234 w 2119654"/>
              <a:gd name="connsiteY27256" fmla="*/ 1089111 h 2398711"/>
              <a:gd name="connsiteX27257" fmla="*/ 1394117 w 2119654"/>
              <a:gd name="connsiteY27257" fmla="*/ 2149782 h 2398711"/>
              <a:gd name="connsiteX27258" fmla="*/ 1395309 w 2119654"/>
              <a:gd name="connsiteY27258" fmla="*/ 2149982 h 2398711"/>
              <a:gd name="connsiteX27259" fmla="*/ 1395449 w 2119654"/>
              <a:gd name="connsiteY27259" fmla="*/ 2147701 h 2398711"/>
              <a:gd name="connsiteX27260" fmla="*/ 1420535 w 2119654"/>
              <a:gd name="connsiteY27260" fmla="*/ 2090478 h 2398711"/>
              <a:gd name="connsiteX27261" fmla="*/ 1422016 w 2119654"/>
              <a:gd name="connsiteY27261" fmla="*/ 2090754 h 2398711"/>
              <a:gd name="connsiteX27262" fmla="*/ 1422407 w 2119654"/>
              <a:gd name="connsiteY27262" fmla="*/ 2090241 h 2398711"/>
              <a:gd name="connsiteX27263" fmla="*/ 1422795 w 2119654"/>
              <a:gd name="connsiteY27263" fmla="*/ 2087659 h 2398711"/>
              <a:gd name="connsiteX27264" fmla="*/ 1421814 w 2119654"/>
              <a:gd name="connsiteY27264" fmla="*/ 2087774 h 2398711"/>
              <a:gd name="connsiteX27265" fmla="*/ 1419619 w 2119654"/>
              <a:gd name="connsiteY27265" fmla="*/ 2092414 h 2398711"/>
              <a:gd name="connsiteX27266" fmla="*/ 1419827 w 2119654"/>
              <a:gd name="connsiteY27266" fmla="*/ 2093041 h 2398711"/>
              <a:gd name="connsiteX27267" fmla="*/ 1420277 w 2119654"/>
              <a:gd name="connsiteY27267" fmla="*/ 2093033 h 2398711"/>
              <a:gd name="connsiteX27268" fmla="*/ 1420734 w 2119654"/>
              <a:gd name="connsiteY27268" fmla="*/ 2092434 h 2398711"/>
              <a:gd name="connsiteX27269" fmla="*/ 1419701 w 2119654"/>
              <a:gd name="connsiteY27269" fmla="*/ 2092241 h 2398711"/>
              <a:gd name="connsiteX27270" fmla="*/ 1404853 w 2119654"/>
              <a:gd name="connsiteY27270" fmla="*/ 2125364 h 2398711"/>
              <a:gd name="connsiteX27271" fmla="*/ 1405942 w 2119654"/>
              <a:gd name="connsiteY27271" fmla="*/ 2125834 h 2398711"/>
              <a:gd name="connsiteX27272" fmla="*/ 1405877 w 2119654"/>
              <a:gd name="connsiteY27272" fmla="*/ 2124763 h 2398711"/>
              <a:gd name="connsiteX27273" fmla="*/ 1405499 w 2119654"/>
              <a:gd name="connsiteY27273" fmla="*/ 2124679 h 2398711"/>
              <a:gd name="connsiteX27274" fmla="*/ 1398440 w 2119654"/>
              <a:gd name="connsiteY27274" fmla="*/ 2139725 h 2398711"/>
              <a:gd name="connsiteX27275" fmla="*/ 1399078 w 2119654"/>
              <a:gd name="connsiteY27275" fmla="*/ 2140077 h 2398711"/>
              <a:gd name="connsiteX27276" fmla="*/ 1399189 w 2119654"/>
              <a:gd name="connsiteY27276" fmla="*/ 2139872 h 2398711"/>
              <a:gd name="connsiteX27277" fmla="*/ 1398660 w 2119654"/>
              <a:gd name="connsiteY27277" fmla="*/ 2139682 h 2398711"/>
              <a:gd name="connsiteX27278" fmla="*/ 1846293 w 2119654"/>
              <a:gd name="connsiteY27278" fmla="*/ 1136568 h 2398711"/>
              <a:gd name="connsiteX27279" fmla="*/ 1838917 w 2119654"/>
              <a:gd name="connsiteY27279" fmla="*/ 1163265 h 2398711"/>
              <a:gd name="connsiteX27280" fmla="*/ 1842454 w 2119654"/>
              <a:gd name="connsiteY27280" fmla="*/ 1160019 h 2398711"/>
              <a:gd name="connsiteX27281" fmla="*/ 1842429 w 2119654"/>
              <a:gd name="connsiteY27281" fmla="*/ 1160371 h 2398711"/>
              <a:gd name="connsiteX27282" fmla="*/ 1838795 w 2119654"/>
              <a:gd name="connsiteY27282" fmla="*/ 1163706 h 2398711"/>
              <a:gd name="connsiteX27283" fmla="*/ 1837892 w 2119654"/>
              <a:gd name="connsiteY27283" fmla="*/ 1166975 h 2398711"/>
              <a:gd name="connsiteX27284" fmla="*/ 1833670 w 2119654"/>
              <a:gd name="connsiteY27284" fmla="*/ 1181496 h 2398711"/>
              <a:gd name="connsiteX27285" fmla="*/ 1847530 w 2119654"/>
              <a:gd name="connsiteY27285" fmla="*/ 1154506 h 2398711"/>
              <a:gd name="connsiteX27286" fmla="*/ 1851856 w 2119654"/>
              <a:gd name="connsiteY27286" fmla="*/ 1145350 h 2398711"/>
              <a:gd name="connsiteX27287" fmla="*/ 1852731 w 2119654"/>
              <a:gd name="connsiteY27287" fmla="*/ 1140989 h 2398711"/>
              <a:gd name="connsiteX27288" fmla="*/ 1852797 w 2119654"/>
              <a:gd name="connsiteY27288" fmla="*/ 1138300 h 2398711"/>
              <a:gd name="connsiteX27289" fmla="*/ 1808568 w 2119654"/>
              <a:gd name="connsiteY27289" fmla="*/ 1220980 h 2398711"/>
              <a:gd name="connsiteX27290" fmla="*/ 1806642 w 2119654"/>
              <a:gd name="connsiteY27290" fmla="*/ 1227015 h 2398711"/>
              <a:gd name="connsiteX27291" fmla="*/ 1810055 w 2119654"/>
              <a:gd name="connsiteY27291" fmla="*/ 1224870 h 2398711"/>
              <a:gd name="connsiteX27292" fmla="*/ 1811837 w 2119654"/>
              <a:gd name="connsiteY27292" fmla="*/ 1222683 h 2398711"/>
              <a:gd name="connsiteX27293" fmla="*/ 1810113 w 2119654"/>
              <a:gd name="connsiteY27293" fmla="*/ 1221771 h 2398711"/>
              <a:gd name="connsiteX27294" fmla="*/ 1392787 w 2119654"/>
              <a:gd name="connsiteY27294" fmla="*/ 2151862 h 2398711"/>
              <a:gd name="connsiteX27295" fmla="*/ 1394416 w 2119654"/>
              <a:gd name="connsiteY27295" fmla="*/ 2151658 h 2398711"/>
              <a:gd name="connsiteX27296" fmla="*/ 1395243 w 2119654"/>
              <a:gd name="connsiteY27296" fmla="*/ 2151063 h 2398711"/>
              <a:gd name="connsiteX27297" fmla="*/ 1395276 w 2119654"/>
              <a:gd name="connsiteY27297" fmla="*/ 2150531 h 2398711"/>
              <a:gd name="connsiteX27298" fmla="*/ 1393712 w 2119654"/>
              <a:gd name="connsiteY27298" fmla="*/ 2150416 h 2398711"/>
              <a:gd name="connsiteX27299" fmla="*/ 1403899 w 2119654"/>
              <a:gd name="connsiteY27299" fmla="*/ 2126379 h 2398711"/>
              <a:gd name="connsiteX27300" fmla="*/ 1405215 w 2119654"/>
              <a:gd name="connsiteY27300" fmla="*/ 2126409 h 2398711"/>
              <a:gd name="connsiteX27301" fmla="*/ 1404259 w 2119654"/>
              <a:gd name="connsiteY27301" fmla="*/ 2125996 h 2398711"/>
              <a:gd name="connsiteX27302" fmla="*/ 1866891 w 2119654"/>
              <a:gd name="connsiteY27302" fmla="*/ 1089423 h 2398711"/>
              <a:gd name="connsiteX27303" fmla="*/ 1866352 w 2119654"/>
              <a:gd name="connsiteY27303" fmla="*/ 1092106 h 2398711"/>
              <a:gd name="connsiteX27304" fmla="*/ 1869393 w 2119654"/>
              <a:gd name="connsiteY27304" fmla="*/ 1088535 h 2398711"/>
              <a:gd name="connsiteX27305" fmla="*/ 1871014 w 2119654"/>
              <a:gd name="connsiteY27305" fmla="*/ 1082659 h 2398711"/>
              <a:gd name="connsiteX27306" fmla="*/ 1809679 w 2119654"/>
              <a:gd name="connsiteY27306" fmla="*/ 1217497 h 2398711"/>
              <a:gd name="connsiteX27307" fmla="*/ 1808637 w 2119654"/>
              <a:gd name="connsiteY27307" fmla="*/ 1220761 h 2398711"/>
              <a:gd name="connsiteX27308" fmla="*/ 1811967 w 2119654"/>
              <a:gd name="connsiteY27308" fmla="*/ 1222524 h 2398711"/>
              <a:gd name="connsiteX27309" fmla="*/ 1813682 w 2119654"/>
              <a:gd name="connsiteY27309" fmla="*/ 1220421 h 2398711"/>
              <a:gd name="connsiteX27310" fmla="*/ 1814104 w 2119654"/>
              <a:gd name="connsiteY27310" fmla="*/ 1219599 h 2398711"/>
              <a:gd name="connsiteX27311" fmla="*/ 1809754 w 2119654"/>
              <a:gd name="connsiteY27311" fmla="*/ 1217383 h 2398711"/>
              <a:gd name="connsiteX27312" fmla="*/ 1380869 w 2119654"/>
              <a:gd name="connsiteY27312" fmla="*/ 2177496 h 2398711"/>
              <a:gd name="connsiteX27313" fmla="*/ 1381281 w 2119654"/>
              <a:gd name="connsiteY27313" fmla="*/ 2177742 h 2398711"/>
              <a:gd name="connsiteX27314" fmla="*/ 1381542 w 2119654"/>
              <a:gd name="connsiteY27314" fmla="*/ 2176984 h 2398711"/>
              <a:gd name="connsiteX27315" fmla="*/ 1405018 w 2119654"/>
              <a:gd name="connsiteY27315" fmla="*/ 2123286 h 2398711"/>
              <a:gd name="connsiteX27316" fmla="*/ 1405309 w 2119654"/>
              <a:gd name="connsiteY27316" fmla="*/ 2123289 h 2398711"/>
              <a:gd name="connsiteX27317" fmla="*/ 1405715 w 2119654"/>
              <a:gd name="connsiteY27317" fmla="*/ 2122924 h 2398711"/>
              <a:gd name="connsiteX27318" fmla="*/ 1405322 w 2119654"/>
              <a:gd name="connsiteY27318" fmla="*/ 2122641 h 2398711"/>
              <a:gd name="connsiteX27319" fmla="*/ 1858146 w 2119654"/>
              <a:gd name="connsiteY27319" fmla="*/ 1108225 h 2398711"/>
              <a:gd name="connsiteX27320" fmla="*/ 1857999 w 2119654"/>
              <a:gd name="connsiteY27320" fmla="*/ 1114168 h 2398711"/>
              <a:gd name="connsiteX27321" fmla="*/ 1858155 w 2119654"/>
              <a:gd name="connsiteY27321" fmla="*/ 1113965 h 2398711"/>
              <a:gd name="connsiteX27322" fmla="*/ 1859884 w 2119654"/>
              <a:gd name="connsiteY27322" fmla="*/ 1105349 h 2398711"/>
              <a:gd name="connsiteX27323" fmla="*/ 1425317 w 2119654"/>
              <a:gd name="connsiteY27323" fmla="*/ 2077304 h 2398711"/>
              <a:gd name="connsiteX27324" fmla="*/ 1425424 w 2119654"/>
              <a:gd name="connsiteY27324" fmla="*/ 2077364 h 2398711"/>
              <a:gd name="connsiteX27325" fmla="*/ 1425477 w 2119654"/>
              <a:gd name="connsiteY27325" fmla="*/ 2077243 h 2398711"/>
              <a:gd name="connsiteX27326" fmla="*/ 1396215 w 2119654"/>
              <a:gd name="connsiteY27326" fmla="*/ 2142427 h 2398711"/>
              <a:gd name="connsiteX27327" fmla="*/ 1396021 w 2119654"/>
              <a:gd name="connsiteY27327" fmla="*/ 2145607 h 2398711"/>
              <a:gd name="connsiteX27328" fmla="*/ 1396446 w 2119654"/>
              <a:gd name="connsiteY27328" fmla="*/ 2144943 h 2398711"/>
              <a:gd name="connsiteX27329" fmla="*/ 1397307 w 2119654"/>
              <a:gd name="connsiteY27329" fmla="*/ 2143353 h 2398711"/>
              <a:gd name="connsiteX27330" fmla="*/ 1390182 w 2119654"/>
              <a:gd name="connsiteY27330" fmla="*/ 2155934 h 2398711"/>
              <a:gd name="connsiteX27331" fmla="*/ 1388254 w 2119654"/>
              <a:gd name="connsiteY27331" fmla="*/ 2161539 h 2398711"/>
              <a:gd name="connsiteX27332" fmla="*/ 1391252 w 2119654"/>
              <a:gd name="connsiteY27332" fmla="*/ 2158647 h 2398711"/>
              <a:gd name="connsiteX27333" fmla="*/ 1393793 w 2119654"/>
              <a:gd name="connsiteY27333" fmla="*/ 2154572 h 2398711"/>
              <a:gd name="connsiteX27334" fmla="*/ 1390816 w 2119654"/>
              <a:gd name="connsiteY27334" fmla="*/ 2154943 h 2398711"/>
              <a:gd name="connsiteX27335" fmla="*/ 1874796 w 2119654"/>
              <a:gd name="connsiteY27335" fmla="*/ 1070675 h 2398711"/>
              <a:gd name="connsiteX27336" fmla="*/ 1873949 w 2119654"/>
              <a:gd name="connsiteY27336" fmla="*/ 1073658 h 2398711"/>
              <a:gd name="connsiteX27337" fmla="*/ 1878928 w 2119654"/>
              <a:gd name="connsiteY27337" fmla="*/ 1065488 h 2398711"/>
              <a:gd name="connsiteX27338" fmla="*/ 1396252 w 2119654"/>
              <a:gd name="connsiteY27338" fmla="*/ 2141822 h 2398711"/>
              <a:gd name="connsiteX27339" fmla="*/ 1396230 w 2119654"/>
              <a:gd name="connsiteY27339" fmla="*/ 2142176 h 2398711"/>
              <a:gd name="connsiteX27340" fmla="*/ 1397394 w 2119654"/>
              <a:gd name="connsiteY27340" fmla="*/ 2143192 h 2398711"/>
              <a:gd name="connsiteX27341" fmla="*/ 1398888 w 2119654"/>
              <a:gd name="connsiteY27341" fmla="*/ 2140432 h 2398711"/>
              <a:gd name="connsiteX27342" fmla="*/ 1397822 w 2119654"/>
              <a:gd name="connsiteY27342" fmla="*/ 2139845 h 2398711"/>
              <a:gd name="connsiteX27343" fmla="*/ 1397123 w 2119654"/>
              <a:gd name="connsiteY27343" fmla="*/ 2139981 h 2398711"/>
              <a:gd name="connsiteX27344" fmla="*/ 1394100 w 2119654"/>
              <a:gd name="connsiteY27344" fmla="*/ 2146372 h 2398711"/>
              <a:gd name="connsiteX27345" fmla="*/ 1395307 w 2119654"/>
              <a:gd name="connsiteY27345" fmla="*/ 2146723 h 2398711"/>
              <a:gd name="connsiteX27346" fmla="*/ 1395529 w 2119654"/>
              <a:gd name="connsiteY27346" fmla="*/ 2146376 h 2398711"/>
              <a:gd name="connsiteX27347" fmla="*/ 1395741 w 2119654"/>
              <a:gd name="connsiteY27347" fmla="*/ 2142903 h 2398711"/>
              <a:gd name="connsiteX27348" fmla="*/ 1420166 w 2119654"/>
              <a:gd name="connsiteY27348" fmla="*/ 2087966 h 2398711"/>
              <a:gd name="connsiteX27349" fmla="*/ 1419694 w 2119654"/>
              <a:gd name="connsiteY27349" fmla="*/ 2090277 h 2398711"/>
              <a:gd name="connsiteX27350" fmla="*/ 1419792 w 2119654"/>
              <a:gd name="connsiteY27350" fmla="*/ 2090304 h 2398711"/>
              <a:gd name="connsiteX27351" fmla="*/ 1420844 w 2119654"/>
              <a:gd name="connsiteY27351" fmla="*/ 2087887 h 2398711"/>
              <a:gd name="connsiteX27352" fmla="*/ 1413904 w 2119654"/>
              <a:gd name="connsiteY27352" fmla="*/ 2101907 h 2398711"/>
              <a:gd name="connsiteX27353" fmla="*/ 1414638 w 2119654"/>
              <a:gd name="connsiteY27353" fmla="*/ 2101239 h 2398711"/>
              <a:gd name="connsiteX27354" fmla="*/ 1414696 w 2119654"/>
              <a:gd name="connsiteY27354" fmla="*/ 2100953 h 2398711"/>
              <a:gd name="connsiteX27355" fmla="*/ 1424643 w 2119654"/>
              <a:gd name="connsiteY27355" fmla="*/ 2077820 h 2398711"/>
              <a:gd name="connsiteX27356" fmla="*/ 1424614 w 2119654"/>
              <a:gd name="connsiteY27356" fmla="*/ 2078021 h 2398711"/>
              <a:gd name="connsiteX27357" fmla="*/ 1424906 w 2119654"/>
              <a:gd name="connsiteY27357" fmla="*/ 2077968 h 2398711"/>
              <a:gd name="connsiteX27358" fmla="*/ 1392608 w 2119654"/>
              <a:gd name="connsiteY27358" fmla="*/ 2149527 h 2398711"/>
              <a:gd name="connsiteX27359" fmla="*/ 1393425 w 2119654"/>
              <a:gd name="connsiteY27359" fmla="*/ 2149665 h 2398711"/>
              <a:gd name="connsiteX27360" fmla="*/ 1394796 w 2119654"/>
              <a:gd name="connsiteY27360" fmla="*/ 2147522 h 2398711"/>
              <a:gd name="connsiteX27361" fmla="*/ 1393669 w 2119654"/>
              <a:gd name="connsiteY27361" fmla="*/ 2147283 h 2398711"/>
              <a:gd name="connsiteX27362" fmla="*/ 1391790 w 2119654"/>
              <a:gd name="connsiteY27362" fmla="*/ 2151256 h 2398711"/>
              <a:gd name="connsiteX27363" fmla="*/ 1391528 w 2119654"/>
              <a:gd name="connsiteY27363" fmla="*/ 2152019 h 2398711"/>
              <a:gd name="connsiteX27364" fmla="*/ 1391954 w 2119654"/>
              <a:gd name="connsiteY27364" fmla="*/ 2151966 h 2398711"/>
              <a:gd name="connsiteX27365" fmla="*/ 1392979 w 2119654"/>
              <a:gd name="connsiteY27365" fmla="*/ 2150363 h 2398711"/>
              <a:gd name="connsiteX27366" fmla="*/ 1392550 w 2119654"/>
              <a:gd name="connsiteY27366" fmla="*/ 2150331 h 2398711"/>
              <a:gd name="connsiteX27367" fmla="*/ 1392251 w 2119654"/>
              <a:gd name="connsiteY27367" fmla="*/ 2150281 h 2398711"/>
              <a:gd name="connsiteX27368" fmla="*/ 1812268 w 2119654"/>
              <a:gd name="connsiteY27368" fmla="*/ 1209381 h 2398711"/>
              <a:gd name="connsiteX27369" fmla="*/ 1809939 w 2119654"/>
              <a:gd name="connsiteY27369" fmla="*/ 1216682 h 2398711"/>
              <a:gd name="connsiteX27370" fmla="*/ 1814678 w 2119654"/>
              <a:gd name="connsiteY27370" fmla="*/ 1209663 h 2398711"/>
              <a:gd name="connsiteX27371" fmla="*/ 1821747 w 2119654"/>
              <a:gd name="connsiteY27371" fmla="*/ 1198883 h 2398711"/>
              <a:gd name="connsiteX27372" fmla="*/ 1821764 w 2119654"/>
              <a:gd name="connsiteY27372" fmla="*/ 1199069 h 2398711"/>
              <a:gd name="connsiteX27373" fmla="*/ 1809980 w 2119654"/>
              <a:gd name="connsiteY27373" fmla="*/ 1217037 h 2398711"/>
              <a:gd name="connsiteX27374" fmla="*/ 1814261 w 2119654"/>
              <a:gd name="connsiteY27374" fmla="*/ 1219293 h 2398711"/>
              <a:gd name="connsiteX27375" fmla="*/ 1829371 w 2119654"/>
              <a:gd name="connsiteY27375" fmla="*/ 1189868 h 2398711"/>
              <a:gd name="connsiteX27376" fmla="*/ 1822109 w 2119654"/>
              <a:gd name="connsiteY27376" fmla="*/ 1196632 h 2398711"/>
              <a:gd name="connsiteX27377" fmla="*/ 1848895 w 2119654"/>
              <a:gd name="connsiteY27377" fmla="*/ 1127150 h 2398711"/>
              <a:gd name="connsiteX27378" fmla="*/ 1846399 w 2119654"/>
              <a:gd name="connsiteY27378" fmla="*/ 1136182 h 2398711"/>
              <a:gd name="connsiteX27379" fmla="*/ 1849873 w 2119654"/>
              <a:gd name="connsiteY27379" fmla="*/ 1137106 h 2398711"/>
              <a:gd name="connsiteX27380" fmla="*/ 1852807 w 2119654"/>
              <a:gd name="connsiteY27380" fmla="*/ 1137930 h 2398711"/>
              <a:gd name="connsiteX27381" fmla="*/ 1853211 w 2119654"/>
              <a:gd name="connsiteY27381" fmla="*/ 1121473 h 2398711"/>
              <a:gd name="connsiteX27382" fmla="*/ 1414259 w 2119654"/>
              <a:gd name="connsiteY27382" fmla="*/ 2100265 h 2398711"/>
              <a:gd name="connsiteX27383" fmla="*/ 1413830 w 2119654"/>
              <a:gd name="connsiteY27383" fmla="*/ 2101276 h 2398711"/>
              <a:gd name="connsiteX27384" fmla="*/ 1414645 w 2119654"/>
              <a:gd name="connsiteY27384" fmla="*/ 2100292 h 2398711"/>
              <a:gd name="connsiteX27385" fmla="*/ 1365906 w 2119654"/>
              <a:gd name="connsiteY27385" fmla="*/ 2208509 h 2398711"/>
              <a:gd name="connsiteX27386" fmla="*/ 1370412 w 2119654"/>
              <a:gd name="connsiteY27386" fmla="*/ 2209350 h 2398711"/>
              <a:gd name="connsiteX27387" fmla="*/ 1370738 w 2119654"/>
              <a:gd name="connsiteY27387" fmla="*/ 2208403 h 2398711"/>
              <a:gd name="connsiteX27388" fmla="*/ 1414799 w 2119654"/>
              <a:gd name="connsiteY27388" fmla="*/ 2098994 h 2398711"/>
              <a:gd name="connsiteX27389" fmla="*/ 1414383 w 2119654"/>
              <a:gd name="connsiteY27389" fmla="*/ 2099973 h 2398711"/>
              <a:gd name="connsiteX27390" fmla="*/ 1414875 w 2119654"/>
              <a:gd name="connsiteY27390" fmla="*/ 2100016 h 2398711"/>
              <a:gd name="connsiteX27391" fmla="*/ 1414891 w 2119654"/>
              <a:gd name="connsiteY27391" fmla="*/ 2099995 h 2398711"/>
              <a:gd name="connsiteX27392" fmla="*/ 1415056 w 2119654"/>
              <a:gd name="connsiteY27392" fmla="*/ 2099189 h 2398711"/>
              <a:gd name="connsiteX27393" fmla="*/ 1415372 w 2119654"/>
              <a:gd name="connsiteY27393" fmla="*/ 2097642 h 2398711"/>
              <a:gd name="connsiteX27394" fmla="*/ 1415330 w 2119654"/>
              <a:gd name="connsiteY27394" fmla="*/ 2097742 h 2398711"/>
              <a:gd name="connsiteX27395" fmla="*/ 1415349 w 2119654"/>
              <a:gd name="connsiteY27395" fmla="*/ 2097757 h 2398711"/>
              <a:gd name="connsiteX27396" fmla="*/ 1386341 w 2119654"/>
              <a:gd name="connsiteY27396" fmla="*/ 2162595 h 2398711"/>
              <a:gd name="connsiteX27397" fmla="*/ 1386363 w 2119654"/>
              <a:gd name="connsiteY27397" fmla="*/ 2162598 h 2398711"/>
              <a:gd name="connsiteX27398" fmla="*/ 1386390 w 2119654"/>
              <a:gd name="connsiteY27398" fmla="*/ 2162497 h 2398711"/>
              <a:gd name="connsiteX27399" fmla="*/ 1403900 w 2119654"/>
              <a:gd name="connsiteY27399" fmla="*/ 2123274 h 2398711"/>
              <a:gd name="connsiteX27400" fmla="*/ 1404966 w 2119654"/>
              <a:gd name="connsiteY27400" fmla="*/ 2123286 h 2398711"/>
              <a:gd name="connsiteX27401" fmla="*/ 1405289 w 2119654"/>
              <a:gd name="connsiteY27401" fmla="*/ 2122618 h 2398711"/>
              <a:gd name="connsiteX27402" fmla="*/ 1405102 w 2119654"/>
              <a:gd name="connsiteY27402" fmla="*/ 2122483 h 2398711"/>
              <a:gd name="connsiteX27403" fmla="*/ 1403911 w 2119654"/>
              <a:gd name="connsiteY27403" fmla="*/ 2123251 h 2398711"/>
              <a:gd name="connsiteX27404" fmla="*/ 1396355 w 2119654"/>
              <a:gd name="connsiteY27404" fmla="*/ 2140129 h 2398711"/>
              <a:gd name="connsiteX27405" fmla="*/ 1396288 w 2119654"/>
              <a:gd name="connsiteY27405" fmla="*/ 2141234 h 2398711"/>
              <a:gd name="connsiteX27406" fmla="*/ 1396870 w 2119654"/>
              <a:gd name="connsiteY27406" fmla="*/ 2140029 h 2398711"/>
              <a:gd name="connsiteX27407" fmla="*/ 1393191 w 2119654"/>
              <a:gd name="connsiteY27407" fmla="*/ 2147182 h 2398711"/>
              <a:gd name="connsiteX27408" fmla="*/ 1392648 w 2119654"/>
              <a:gd name="connsiteY27408" fmla="*/ 2148760 h 2398711"/>
              <a:gd name="connsiteX27409" fmla="*/ 1393391 w 2119654"/>
              <a:gd name="connsiteY27409" fmla="*/ 2147224 h 2398711"/>
              <a:gd name="connsiteX27410" fmla="*/ 1403239 w 2119654"/>
              <a:gd name="connsiteY27410" fmla="*/ 2124669 h 2398711"/>
              <a:gd name="connsiteX27411" fmla="*/ 1403602 w 2119654"/>
              <a:gd name="connsiteY27411" fmla="*/ 2124825 h 2398711"/>
              <a:gd name="connsiteX27412" fmla="*/ 1404111 w 2119654"/>
              <a:gd name="connsiteY27412" fmla="*/ 2124367 h 2398711"/>
              <a:gd name="connsiteX27413" fmla="*/ 1403452 w 2119654"/>
              <a:gd name="connsiteY27413" fmla="*/ 2124219 h 2398711"/>
              <a:gd name="connsiteX27414" fmla="*/ 1402842 w 2119654"/>
              <a:gd name="connsiteY27414" fmla="*/ 2125509 h 2398711"/>
              <a:gd name="connsiteX27415" fmla="*/ 1402935 w 2119654"/>
              <a:gd name="connsiteY27415" fmla="*/ 2125425 h 2398711"/>
              <a:gd name="connsiteX27416" fmla="*/ 1402891 w 2119654"/>
              <a:gd name="connsiteY27416" fmla="*/ 2125406 h 2398711"/>
              <a:gd name="connsiteX27417" fmla="*/ 1363910 w 2119654"/>
              <a:gd name="connsiteY27417" fmla="*/ 2212542 h 2398711"/>
              <a:gd name="connsiteX27418" fmla="*/ 1367203 w 2119654"/>
              <a:gd name="connsiteY27418" fmla="*/ 2213810 h 2398711"/>
              <a:gd name="connsiteX27419" fmla="*/ 1368703 w 2119654"/>
              <a:gd name="connsiteY27419" fmla="*/ 2214320 h 2398711"/>
              <a:gd name="connsiteX27420" fmla="*/ 1369096 w 2119654"/>
              <a:gd name="connsiteY27420" fmla="*/ 2213176 h 2398711"/>
              <a:gd name="connsiteX27421" fmla="*/ 1383299 w 2119654"/>
              <a:gd name="connsiteY27421" fmla="*/ 2168678 h 2398711"/>
              <a:gd name="connsiteX27422" fmla="*/ 1384318 w 2119654"/>
              <a:gd name="connsiteY27422" fmla="*/ 2168913 h 2398711"/>
              <a:gd name="connsiteX27423" fmla="*/ 1384429 w 2119654"/>
              <a:gd name="connsiteY27423" fmla="*/ 2168591 h 2398711"/>
              <a:gd name="connsiteX27424" fmla="*/ 1383407 w 2119654"/>
              <a:gd name="connsiteY27424" fmla="*/ 2168461 h 2398711"/>
              <a:gd name="connsiteX27425" fmla="*/ 1768600 w 2119654"/>
              <a:gd name="connsiteY27425" fmla="*/ 1305866 h 2398711"/>
              <a:gd name="connsiteX27426" fmla="*/ 1768457 w 2119654"/>
              <a:gd name="connsiteY27426" fmla="*/ 1306355 h 2398711"/>
              <a:gd name="connsiteX27427" fmla="*/ 1768677 w 2119654"/>
              <a:gd name="connsiteY27427" fmla="*/ 1305794 h 2398711"/>
              <a:gd name="connsiteX27428" fmla="*/ 1813783 w 2119654"/>
              <a:gd name="connsiteY27428" fmla="*/ 1204634 h 2398711"/>
              <a:gd name="connsiteX27429" fmla="*/ 1812490 w 2119654"/>
              <a:gd name="connsiteY27429" fmla="*/ 1208685 h 2398711"/>
              <a:gd name="connsiteX27430" fmla="*/ 1820986 w 2119654"/>
              <a:gd name="connsiteY27430" fmla="*/ 1197677 h 2398711"/>
              <a:gd name="connsiteX27431" fmla="*/ 1815572 w 2119654"/>
              <a:gd name="connsiteY27431" fmla="*/ 1202720 h 2398711"/>
              <a:gd name="connsiteX27432" fmla="*/ 1815488 w 2119654"/>
              <a:gd name="connsiteY27432" fmla="*/ 1202775 h 2398711"/>
              <a:gd name="connsiteX27433" fmla="*/ 1382847 w 2119654"/>
              <a:gd name="connsiteY27433" fmla="*/ 2169579 h 2398711"/>
              <a:gd name="connsiteX27434" fmla="*/ 1384097 w 2119654"/>
              <a:gd name="connsiteY27434" fmla="*/ 2169554 h 2398711"/>
              <a:gd name="connsiteX27435" fmla="*/ 1384188 w 2119654"/>
              <a:gd name="connsiteY27435" fmla="*/ 2169292 h 2398711"/>
              <a:gd name="connsiteX27436" fmla="*/ 1383116 w 2119654"/>
              <a:gd name="connsiteY27436" fmla="*/ 2169044 h 2398711"/>
              <a:gd name="connsiteX27437" fmla="*/ 1385952 w 2119654"/>
              <a:gd name="connsiteY27437" fmla="*/ 2162545 h 2398711"/>
              <a:gd name="connsiteX27438" fmla="*/ 1385981 w 2119654"/>
              <a:gd name="connsiteY27438" fmla="*/ 2162549 h 2398711"/>
              <a:gd name="connsiteX27439" fmla="*/ 1386077 w 2119654"/>
              <a:gd name="connsiteY27439" fmla="*/ 2162352 h 2398711"/>
              <a:gd name="connsiteX27440" fmla="*/ 1423748 w 2119654"/>
              <a:gd name="connsiteY27440" fmla="*/ 2077908 h 2398711"/>
              <a:gd name="connsiteX27441" fmla="*/ 1423625 w 2119654"/>
              <a:gd name="connsiteY27441" fmla="*/ 2078198 h 2398711"/>
              <a:gd name="connsiteX27442" fmla="*/ 1424232 w 2119654"/>
              <a:gd name="connsiteY27442" fmla="*/ 2078089 h 2398711"/>
              <a:gd name="connsiteX27443" fmla="*/ 1424290 w 2119654"/>
              <a:gd name="connsiteY27443" fmla="*/ 2077699 h 2398711"/>
              <a:gd name="connsiteX27444" fmla="*/ 1374043 w 2119654"/>
              <a:gd name="connsiteY27444" fmla="*/ 2189089 h 2398711"/>
              <a:gd name="connsiteX27445" fmla="*/ 1376959 w 2119654"/>
              <a:gd name="connsiteY27445" fmla="*/ 2190311 h 2398711"/>
              <a:gd name="connsiteX27446" fmla="*/ 1378645 w 2119654"/>
              <a:gd name="connsiteY27446" fmla="*/ 2185409 h 2398711"/>
              <a:gd name="connsiteX27447" fmla="*/ 1378385 w 2119654"/>
              <a:gd name="connsiteY27447" fmla="*/ 2186108 h 2398711"/>
              <a:gd name="connsiteX27448" fmla="*/ 1378219 w 2119654"/>
              <a:gd name="connsiteY27448" fmla="*/ 2186209 h 2398711"/>
              <a:gd name="connsiteX27449" fmla="*/ 1378911 w 2119654"/>
              <a:gd name="connsiteY27449" fmla="*/ 2184348 h 2398711"/>
              <a:gd name="connsiteX27450" fmla="*/ 1395329 w 2119654"/>
              <a:gd name="connsiteY27450" fmla="*/ 2141389 h 2398711"/>
              <a:gd name="connsiteX27451" fmla="*/ 1395808 w 2119654"/>
              <a:gd name="connsiteY27451" fmla="*/ 2141807 h 2398711"/>
              <a:gd name="connsiteX27452" fmla="*/ 1395904 w 2119654"/>
              <a:gd name="connsiteY27452" fmla="*/ 2140217 h 2398711"/>
              <a:gd name="connsiteX27453" fmla="*/ 1395881 w 2119654"/>
              <a:gd name="connsiteY27453" fmla="*/ 2140222 h 2398711"/>
              <a:gd name="connsiteX27454" fmla="*/ 1425363 w 2119654"/>
              <a:gd name="connsiteY27454" fmla="*/ 2074102 h 2398711"/>
              <a:gd name="connsiteX27455" fmla="*/ 1425114 w 2119654"/>
              <a:gd name="connsiteY27455" fmla="*/ 2074691 h 2398711"/>
              <a:gd name="connsiteX27456" fmla="*/ 1425084 w 2119654"/>
              <a:gd name="connsiteY27456" fmla="*/ 2074890 h 2398711"/>
              <a:gd name="connsiteX27457" fmla="*/ 1426297 w 2119654"/>
              <a:gd name="connsiteY27457" fmla="*/ 2074423 h 2398711"/>
              <a:gd name="connsiteX27458" fmla="*/ 1394252 w 2119654"/>
              <a:gd name="connsiteY27458" fmla="*/ 2143666 h 2398711"/>
              <a:gd name="connsiteX27459" fmla="*/ 1393755 w 2119654"/>
              <a:gd name="connsiteY27459" fmla="*/ 2145541 h 2398711"/>
              <a:gd name="connsiteX27460" fmla="*/ 1393526 w 2119654"/>
              <a:gd name="connsiteY27460" fmla="*/ 2146207 h 2398711"/>
              <a:gd name="connsiteX27461" fmla="*/ 1393839 w 2119654"/>
              <a:gd name="connsiteY27461" fmla="*/ 2146298 h 2398711"/>
              <a:gd name="connsiteX27462" fmla="*/ 1395778 w 2119654"/>
              <a:gd name="connsiteY27462" fmla="*/ 2142288 h 2398711"/>
              <a:gd name="connsiteX27463" fmla="*/ 1395792 w 2119654"/>
              <a:gd name="connsiteY27463" fmla="*/ 2142068 h 2398711"/>
              <a:gd name="connsiteX27464" fmla="*/ 1395233 w 2119654"/>
              <a:gd name="connsiteY27464" fmla="*/ 2141592 h 2398711"/>
              <a:gd name="connsiteX27465" fmla="*/ 1427007 w 2119654"/>
              <a:gd name="connsiteY27465" fmla="*/ 2070229 h 2398711"/>
              <a:gd name="connsiteX27466" fmla="*/ 1426402 w 2119654"/>
              <a:gd name="connsiteY27466" fmla="*/ 2071654 h 2398711"/>
              <a:gd name="connsiteX27467" fmla="*/ 1427900 w 2119654"/>
              <a:gd name="connsiteY27467" fmla="*/ 2071675 h 2398711"/>
              <a:gd name="connsiteX27468" fmla="*/ 1428990 w 2119654"/>
              <a:gd name="connsiteY27468" fmla="*/ 2069169 h 2398711"/>
              <a:gd name="connsiteX27469" fmla="*/ 1428954 w 2119654"/>
              <a:gd name="connsiteY27469" fmla="*/ 2069151 h 2398711"/>
              <a:gd name="connsiteX27470" fmla="*/ 1763809 w 2119654"/>
              <a:gd name="connsiteY27470" fmla="*/ 1316045 h 2398711"/>
              <a:gd name="connsiteX27471" fmla="*/ 1764276 w 2119654"/>
              <a:gd name="connsiteY27471" fmla="*/ 1316506 h 2398711"/>
              <a:gd name="connsiteX27472" fmla="*/ 1764845 w 2119654"/>
              <a:gd name="connsiteY27472" fmla="*/ 1314559 h 2398711"/>
              <a:gd name="connsiteX27473" fmla="*/ 1764666 w 2119654"/>
              <a:gd name="connsiteY27473" fmla="*/ 1314743 h 2398711"/>
              <a:gd name="connsiteX27474" fmla="*/ 1769100 w 2119654"/>
              <a:gd name="connsiteY27474" fmla="*/ 1304158 h 2398711"/>
              <a:gd name="connsiteX27475" fmla="*/ 1768878 w 2119654"/>
              <a:gd name="connsiteY27475" fmla="*/ 1304919 h 2398711"/>
              <a:gd name="connsiteX27476" fmla="*/ 1769058 w 2119654"/>
              <a:gd name="connsiteY27476" fmla="*/ 1304819 h 2398711"/>
              <a:gd name="connsiteX27477" fmla="*/ 1769236 w 2119654"/>
              <a:gd name="connsiteY27477" fmla="*/ 1304366 h 2398711"/>
              <a:gd name="connsiteX27478" fmla="*/ 1859099 w 2119654"/>
              <a:gd name="connsiteY27478" fmla="*/ 1102209 h 2398711"/>
              <a:gd name="connsiteX27479" fmla="*/ 1860858 w 2119654"/>
              <a:gd name="connsiteY27479" fmla="*/ 1100494 h 2398711"/>
              <a:gd name="connsiteX27480" fmla="*/ 1861209 w 2119654"/>
              <a:gd name="connsiteY27480" fmla="*/ 1098747 h 2398711"/>
              <a:gd name="connsiteX27481" fmla="*/ 1382848 w 2119654"/>
              <a:gd name="connsiteY27481" fmla="*/ 2168573 h 2398711"/>
              <a:gd name="connsiteX27482" fmla="*/ 1383046 w 2119654"/>
              <a:gd name="connsiteY27482" fmla="*/ 2168619 h 2398711"/>
              <a:gd name="connsiteX27483" fmla="*/ 1383139 w 2119654"/>
              <a:gd name="connsiteY27483" fmla="*/ 2168427 h 2398711"/>
              <a:gd name="connsiteX27484" fmla="*/ 1383016 w 2119654"/>
              <a:gd name="connsiteY27484" fmla="*/ 2168411 h 2398711"/>
              <a:gd name="connsiteX27485" fmla="*/ 1850537 w 2119654"/>
              <a:gd name="connsiteY27485" fmla="*/ 1121209 h 2398711"/>
              <a:gd name="connsiteX27486" fmla="*/ 1849352 w 2119654"/>
              <a:gd name="connsiteY27486" fmla="*/ 1125494 h 2398711"/>
              <a:gd name="connsiteX27487" fmla="*/ 1853238 w 2119654"/>
              <a:gd name="connsiteY27487" fmla="*/ 1120405 h 2398711"/>
              <a:gd name="connsiteX27488" fmla="*/ 1853275 w 2119654"/>
              <a:gd name="connsiteY27488" fmla="*/ 1118872 h 2398711"/>
              <a:gd name="connsiteX27489" fmla="*/ 1769629 w 2119654"/>
              <a:gd name="connsiteY27489" fmla="*/ 1302351 h 2398711"/>
              <a:gd name="connsiteX27490" fmla="*/ 1769584 w 2119654"/>
              <a:gd name="connsiteY27490" fmla="*/ 1302501 h 2398711"/>
              <a:gd name="connsiteX27491" fmla="*/ 1769824 w 2119654"/>
              <a:gd name="connsiteY27491" fmla="*/ 1302865 h 2398711"/>
              <a:gd name="connsiteX27492" fmla="*/ 1770275 w 2119654"/>
              <a:gd name="connsiteY27492" fmla="*/ 1301714 h 2398711"/>
              <a:gd name="connsiteX27493" fmla="*/ 1763598 w 2119654"/>
              <a:gd name="connsiteY27493" fmla="*/ 1315837 h 2398711"/>
              <a:gd name="connsiteX27494" fmla="*/ 1763644 w 2119654"/>
              <a:gd name="connsiteY27494" fmla="*/ 1315882 h 2398711"/>
              <a:gd name="connsiteX27495" fmla="*/ 1763849 w 2119654"/>
              <a:gd name="connsiteY27495" fmla="*/ 1315580 h 2398711"/>
              <a:gd name="connsiteX27496" fmla="*/ 1385700 w 2119654"/>
              <a:gd name="connsiteY27496" fmla="*/ 2161742 h 2398711"/>
              <a:gd name="connsiteX27497" fmla="*/ 1387217 w 2119654"/>
              <a:gd name="connsiteY27497" fmla="*/ 2159370 h 2398711"/>
              <a:gd name="connsiteX27498" fmla="*/ 1387717 w 2119654"/>
              <a:gd name="connsiteY27498" fmla="*/ 2157477 h 2398711"/>
              <a:gd name="connsiteX27499" fmla="*/ 1858259 w 2119654"/>
              <a:gd name="connsiteY27499" fmla="*/ 1103587 h 2398711"/>
              <a:gd name="connsiteX27500" fmla="*/ 1858171 w 2119654"/>
              <a:gd name="connsiteY27500" fmla="*/ 1107213 h 2398711"/>
              <a:gd name="connsiteX27501" fmla="*/ 1860145 w 2119654"/>
              <a:gd name="connsiteY27501" fmla="*/ 1104046 h 2398711"/>
              <a:gd name="connsiteX27502" fmla="*/ 1860774 w 2119654"/>
              <a:gd name="connsiteY27502" fmla="*/ 1100913 h 2398711"/>
              <a:gd name="connsiteX27503" fmla="*/ 1858594 w 2119654"/>
              <a:gd name="connsiteY27503" fmla="*/ 1103039 h 2398711"/>
              <a:gd name="connsiteX27504" fmla="*/ 1850878 w 2119654"/>
              <a:gd name="connsiteY27504" fmla="*/ 1119971 h 2398711"/>
              <a:gd name="connsiteX27505" fmla="*/ 1850635 w 2119654"/>
              <a:gd name="connsiteY27505" fmla="*/ 1120851 h 2398711"/>
              <a:gd name="connsiteX27506" fmla="*/ 1853282 w 2119654"/>
              <a:gd name="connsiteY27506" fmla="*/ 1118593 h 2398711"/>
              <a:gd name="connsiteX27507" fmla="*/ 1853345 w 2119654"/>
              <a:gd name="connsiteY27507" fmla="*/ 1116015 h 2398711"/>
              <a:gd name="connsiteX27508" fmla="*/ 1771142 w 2119654"/>
              <a:gd name="connsiteY27508" fmla="*/ 1298415 h 2398711"/>
              <a:gd name="connsiteX27509" fmla="*/ 1771609 w 2119654"/>
              <a:gd name="connsiteY27509" fmla="*/ 1297955 h 2398711"/>
              <a:gd name="connsiteX27510" fmla="*/ 1771521 w 2119654"/>
              <a:gd name="connsiteY27510" fmla="*/ 1297711 h 2398711"/>
              <a:gd name="connsiteX27511" fmla="*/ 1372717 w 2119654"/>
              <a:gd name="connsiteY27511" fmla="*/ 2190380 h 2398711"/>
              <a:gd name="connsiteX27512" fmla="*/ 1376386 w 2119654"/>
              <a:gd name="connsiteY27512" fmla="*/ 2190528 h 2398711"/>
              <a:gd name="connsiteX27513" fmla="*/ 1373715 w 2119654"/>
              <a:gd name="connsiteY27513" fmla="*/ 2189408 h 2398711"/>
              <a:gd name="connsiteX27514" fmla="*/ 1381984 w 2119654"/>
              <a:gd name="connsiteY27514" fmla="*/ 2169596 h 2398711"/>
              <a:gd name="connsiteX27515" fmla="*/ 1382579 w 2119654"/>
              <a:gd name="connsiteY27515" fmla="*/ 2169585 h 2398711"/>
              <a:gd name="connsiteX27516" fmla="*/ 1382869 w 2119654"/>
              <a:gd name="connsiteY27516" fmla="*/ 2168987 h 2398711"/>
              <a:gd name="connsiteX27517" fmla="*/ 1382506 w 2119654"/>
              <a:gd name="connsiteY27517" fmla="*/ 2168903 h 2398711"/>
              <a:gd name="connsiteX27518" fmla="*/ 1382148 w 2119654"/>
              <a:gd name="connsiteY27518" fmla="*/ 2169249 h 2398711"/>
              <a:gd name="connsiteX27519" fmla="*/ 1825341 w 2119654"/>
              <a:gd name="connsiteY27519" fmla="*/ 1176822 h 2398711"/>
              <a:gd name="connsiteX27520" fmla="*/ 1825302 w 2119654"/>
              <a:gd name="connsiteY27520" fmla="*/ 1176929 h 2398711"/>
              <a:gd name="connsiteX27521" fmla="*/ 1825715 w 2119654"/>
              <a:gd name="connsiteY27521" fmla="*/ 1177197 h 2398711"/>
              <a:gd name="connsiteX27522" fmla="*/ 1756383 w 2119654"/>
              <a:gd name="connsiteY27522" fmla="*/ 1331026 h 2398711"/>
              <a:gd name="connsiteX27523" fmla="*/ 1754622 w 2119654"/>
              <a:gd name="connsiteY27523" fmla="*/ 1337319 h 2398711"/>
              <a:gd name="connsiteX27524" fmla="*/ 1754637 w 2119654"/>
              <a:gd name="connsiteY27524" fmla="*/ 1337376 h 2398711"/>
              <a:gd name="connsiteX27525" fmla="*/ 1759106 w 2119654"/>
              <a:gd name="connsiteY27525" fmla="*/ 1328789 h 2398711"/>
              <a:gd name="connsiteX27526" fmla="*/ 1758092 w 2119654"/>
              <a:gd name="connsiteY27526" fmla="*/ 1329579 h 2398711"/>
              <a:gd name="connsiteX27527" fmla="*/ 1849983 w 2119654"/>
              <a:gd name="connsiteY27527" fmla="*/ 1121407 h 2398711"/>
              <a:gd name="connsiteX27528" fmla="*/ 1850226 w 2119654"/>
              <a:gd name="connsiteY27528" fmla="*/ 1121200 h 2398711"/>
              <a:gd name="connsiteX27529" fmla="*/ 1850316 w 2119654"/>
              <a:gd name="connsiteY27529" fmla="*/ 1120873 h 2398711"/>
              <a:gd name="connsiteX27530" fmla="*/ 1373254 w 2119654"/>
              <a:gd name="connsiteY27530" fmla="*/ 2188758 h 2398711"/>
              <a:gd name="connsiteX27531" fmla="*/ 1373865 w 2119654"/>
              <a:gd name="connsiteY27531" fmla="*/ 2189015 h 2398711"/>
              <a:gd name="connsiteX27532" fmla="*/ 1379057 w 2119654"/>
              <a:gd name="connsiteY27532" fmla="*/ 2183958 h 2398711"/>
              <a:gd name="connsiteX27533" fmla="*/ 1380211 w 2119654"/>
              <a:gd name="connsiteY27533" fmla="*/ 2180853 h 2398711"/>
              <a:gd name="connsiteX27534" fmla="*/ 1381114 w 2119654"/>
              <a:gd name="connsiteY27534" fmla="*/ 2178228 h 2398711"/>
              <a:gd name="connsiteX27535" fmla="*/ 1380439 w 2119654"/>
              <a:gd name="connsiteY27535" fmla="*/ 2177823 h 2398711"/>
              <a:gd name="connsiteX27536" fmla="*/ 1377671 w 2119654"/>
              <a:gd name="connsiteY27536" fmla="*/ 2179927 h 2398711"/>
              <a:gd name="connsiteX27537" fmla="*/ 1761137 w 2119654"/>
              <a:gd name="connsiteY27537" fmla="*/ 1320102 h 2398711"/>
              <a:gd name="connsiteX27538" fmla="*/ 1762793 w 2119654"/>
              <a:gd name="connsiteY27538" fmla="*/ 1320821 h 2398711"/>
              <a:gd name="connsiteX27539" fmla="*/ 1763665 w 2119654"/>
              <a:gd name="connsiteY27539" fmla="*/ 1318594 h 2398711"/>
              <a:gd name="connsiteX27540" fmla="*/ 1763764 w 2119654"/>
              <a:gd name="connsiteY27540" fmla="*/ 1318256 h 2398711"/>
              <a:gd name="connsiteX27541" fmla="*/ 1762902 w 2119654"/>
              <a:gd name="connsiteY27541" fmla="*/ 1317421 h 2398711"/>
              <a:gd name="connsiteX27542" fmla="*/ 1372448 w 2119654"/>
              <a:gd name="connsiteY27542" fmla="*/ 2190369 h 2398711"/>
              <a:gd name="connsiteX27543" fmla="*/ 1372474 w 2119654"/>
              <a:gd name="connsiteY27543" fmla="*/ 2190370 h 2398711"/>
              <a:gd name="connsiteX27544" fmla="*/ 1373538 w 2119654"/>
              <a:gd name="connsiteY27544" fmla="*/ 2189333 h 2398711"/>
              <a:gd name="connsiteX27545" fmla="*/ 1373065 w 2119654"/>
              <a:gd name="connsiteY27545" fmla="*/ 2189135 h 2398711"/>
              <a:gd name="connsiteX27546" fmla="*/ 1376725 w 2119654"/>
              <a:gd name="connsiteY27546" fmla="*/ 2180712 h 2398711"/>
              <a:gd name="connsiteX27547" fmla="*/ 1376816 w 2119654"/>
              <a:gd name="connsiteY27547" fmla="*/ 2180577 h 2398711"/>
              <a:gd name="connsiteX27548" fmla="*/ 1376772 w 2119654"/>
              <a:gd name="connsiteY27548" fmla="*/ 2180610 h 2398711"/>
              <a:gd name="connsiteX27549" fmla="*/ 1825234 w 2119654"/>
              <a:gd name="connsiteY27549" fmla="*/ 1176153 h 2398711"/>
              <a:gd name="connsiteX27550" fmla="*/ 1827310 w 2119654"/>
              <a:gd name="connsiteY27550" fmla="*/ 1178242 h 2398711"/>
              <a:gd name="connsiteX27551" fmla="*/ 1832861 w 2119654"/>
              <a:gd name="connsiteY27551" fmla="*/ 1181872 h 2398711"/>
              <a:gd name="connsiteX27552" fmla="*/ 1837906 w 2119654"/>
              <a:gd name="connsiteY27552" fmla="*/ 1164522 h 2398711"/>
              <a:gd name="connsiteX27553" fmla="*/ 1766241 w 2119654"/>
              <a:gd name="connsiteY27553" fmla="*/ 1308082 h 2398711"/>
              <a:gd name="connsiteX27554" fmla="*/ 1766885 w 2119654"/>
              <a:gd name="connsiteY27554" fmla="*/ 1307588 h 2398711"/>
              <a:gd name="connsiteX27555" fmla="*/ 1766930 w 2119654"/>
              <a:gd name="connsiteY27555" fmla="*/ 1307435 h 2398711"/>
              <a:gd name="connsiteX27556" fmla="*/ 1869020 w 2119654"/>
              <a:gd name="connsiteY27556" fmla="*/ 1077926 h 2398711"/>
              <a:gd name="connsiteX27557" fmla="*/ 1868720 w 2119654"/>
              <a:gd name="connsiteY27557" fmla="*/ 1080310 h 2398711"/>
              <a:gd name="connsiteX27558" fmla="*/ 1868144 w 2119654"/>
              <a:gd name="connsiteY27558" fmla="*/ 1083183 h 2398711"/>
              <a:gd name="connsiteX27559" fmla="*/ 1873123 w 2119654"/>
              <a:gd name="connsiteY27559" fmla="*/ 1075013 h 2398711"/>
              <a:gd name="connsiteX27560" fmla="*/ 1874067 w 2119654"/>
              <a:gd name="connsiteY27560" fmla="*/ 1071589 h 2398711"/>
              <a:gd name="connsiteX27561" fmla="*/ 1372974 w 2119654"/>
              <a:gd name="connsiteY27561" fmla="*/ 2188641 h 2398711"/>
              <a:gd name="connsiteX27562" fmla="*/ 1373091 w 2119654"/>
              <a:gd name="connsiteY27562" fmla="*/ 2188690 h 2398711"/>
              <a:gd name="connsiteX27563" fmla="*/ 1377031 w 2119654"/>
              <a:gd name="connsiteY27563" fmla="*/ 2180814 h 2398711"/>
              <a:gd name="connsiteX27564" fmla="*/ 1375869 w 2119654"/>
              <a:gd name="connsiteY27564" fmla="*/ 2182522 h 2398711"/>
              <a:gd name="connsiteX27565" fmla="*/ 1372161 w 2119654"/>
              <a:gd name="connsiteY27565" fmla="*/ 2190358 h 2398711"/>
              <a:gd name="connsiteX27566" fmla="*/ 1372255 w 2119654"/>
              <a:gd name="connsiteY27566" fmla="*/ 2190362 h 2398711"/>
              <a:gd name="connsiteX27567" fmla="*/ 1372902 w 2119654"/>
              <a:gd name="connsiteY27567" fmla="*/ 2189067 h 2398711"/>
              <a:gd name="connsiteX27568" fmla="*/ 1372794 w 2119654"/>
              <a:gd name="connsiteY27568" fmla="*/ 2189021 h 2398711"/>
              <a:gd name="connsiteX27569" fmla="*/ 1371884 w 2119654"/>
              <a:gd name="connsiteY27569" fmla="*/ 2190945 h 2398711"/>
              <a:gd name="connsiteX27570" fmla="*/ 1372038 w 2119654"/>
              <a:gd name="connsiteY27570" fmla="*/ 2190795 h 2398711"/>
              <a:gd name="connsiteX27571" fmla="*/ 1372201 w 2119654"/>
              <a:gd name="connsiteY27571" fmla="*/ 2190470 h 2398711"/>
              <a:gd name="connsiteX27572" fmla="*/ 1372110 w 2119654"/>
              <a:gd name="connsiteY27572" fmla="*/ 2190466 h 2398711"/>
              <a:gd name="connsiteX27573" fmla="*/ 1807407 w 2119654"/>
              <a:gd name="connsiteY27573" fmla="*/ 1215681 h 2398711"/>
              <a:gd name="connsiteX27574" fmla="*/ 1807951 w 2119654"/>
              <a:gd name="connsiteY27574" fmla="*/ 1215968 h 2398711"/>
              <a:gd name="connsiteX27575" fmla="*/ 1808782 w 2119654"/>
              <a:gd name="connsiteY27575" fmla="*/ 1213898 h 2398711"/>
              <a:gd name="connsiteX27576" fmla="*/ 1767124 w 2119654"/>
              <a:gd name="connsiteY27576" fmla="*/ 1305882 h 2398711"/>
              <a:gd name="connsiteX27577" fmla="*/ 1767432 w 2119654"/>
              <a:gd name="connsiteY27577" fmla="*/ 1305712 h 2398711"/>
              <a:gd name="connsiteX27578" fmla="*/ 1767691 w 2119654"/>
              <a:gd name="connsiteY27578" fmla="*/ 1304828 h 2398711"/>
              <a:gd name="connsiteX27579" fmla="*/ 1805623 w 2119654"/>
              <a:gd name="connsiteY27579" fmla="*/ 1219473 h 2398711"/>
              <a:gd name="connsiteX27580" fmla="*/ 1804735 w 2119654"/>
              <a:gd name="connsiteY27580" fmla="*/ 1223972 h 2398711"/>
              <a:gd name="connsiteX27581" fmla="*/ 1806386 w 2119654"/>
              <a:gd name="connsiteY27581" fmla="*/ 1219863 h 2398711"/>
              <a:gd name="connsiteX27582" fmla="*/ 1757358 w 2119654"/>
              <a:gd name="connsiteY27582" fmla="*/ 1327539 h 2398711"/>
              <a:gd name="connsiteX27583" fmla="*/ 1756898 w 2119654"/>
              <a:gd name="connsiteY27583" fmla="*/ 1329186 h 2398711"/>
              <a:gd name="connsiteX27584" fmla="*/ 1760475 w 2119654"/>
              <a:gd name="connsiteY27584" fmla="*/ 1326160 h 2398711"/>
              <a:gd name="connsiteX27585" fmla="*/ 1760674 w 2119654"/>
              <a:gd name="connsiteY27585" fmla="*/ 1325777 h 2398711"/>
              <a:gd name="connsiteX27586" fmla="*/ 1824769 w 2119654"/>
              <a:gd name="connsiteY27586" fmla="*/ 1176580 h 2398711"/>
              <a:gd name="connsiteX27587" fmla="*/ 1825236 w 2119654"/>
              <a:gd name="connsiteY27587" fmla="*/ 1176885 h 2398711"/>
              <a:gd name="connsiteX27588" fmla="*/ 1825339 w 2119654"/>
              <a:gd name="connsiteY27588" fmla="*/ 1176820 h 2398711"/>
              <a:gd name="connsiteX27589" fmla="*/ 1824942 w 2119654"/>
              <a:gd name="connsiteY27589" fmla="*/ 1176421 h 2398711"/>
              <a:gd name="connsiteX27590" fmla="*/ 1369235 w 2119654"/>
              <a:gd name="connsiteY27590" fmla="*/ 2196541 h 2398711"/>
              <a:gd name="connsiteX27591" fmla="*/ 1374226 w 2119654"/>
              <a:gd name="connsiteY27591" fmla="*/ 2198259 h 2398711"/>
              <a:gd name="connsiteX27592" fmla="*/ 1376822 w 2119654"/>
              <a:gd name="connsiteY27592" fmla="*/ 2190711 h 2398711"/>
              <a:gd name="connsiteX27593" fmla="*/ 1376677 w 2119654"/>
              <a:gd name="connsiteY27593" fmla="*/ 2190650 h 2398711"/>
              <a:gd name="connsiteX27594" fmla="*/ 1372608 w 2119654"/>
              <a:gd name="connsiteY27594" fmla="*/ 2190486 h 2398711"/>
              <a:gd name="connsiteX27595" fmla="*/ 1372181 w 2119654"/>
              <a:gd name="connsiteY27595" fmla="*/ 2190902 h 2398711"/>
              <a:gd name="connsiteX27596" fmla="*/ 1372078 w 2119654"/>
              <a:gd name="connsiteY27596" fmla="*/ 2191108 h 2398711"/>
              <a:gd name="connsiteX27597" fmla="*/ 1371868 w 2119654"/>
              <a:gd name="connsiteY27597" fmla="*/ 2191207 h 2398711"/>
              <a:gd name="connsiteX27598" fmla="*/ 1371666 w 2119654"/>
              <a:gd name="connsiteY27598" fmla="*/ 2191404 h 2398711"/>
              <a:gd name="connsiteX27599" fmla="*/ 1766046 w 2119654"/>
              <a:gd name="connsiteY27599" fmla="*/ 1307885 h 2398711"/>
              <a:gd name="connsiteX27600" fmla="*/ 1767083 w 2119654"/>
              <a:gd name="connsiteY27600" fmla="*/ 1306911 h 2398711"/>
              <a:gd name="connsiteX27601" fmla="*/ 1767267 w 2119654"/>
              <a:gd name="connsiteY27601" fmla="*/ 1306279 h 2398711"/>
              <a:gd name="connsiteX27602" fmla="*/ 1766761 w 2119654"/>
              <a:gd name="connsiteY27602" fmla="*/ 1306558 h 2398711"/>
              <a:gd name="connsiteX27603" fmla="*/ 1764202 w 2119654"/>
              <a:gd name="connsiteY27603" fmla="*/ 1311739 h 2398711"/>
              <a:gd name="connsiteX27604" fmla="*/ 1765340 w 2119654"/>
              <a:gd name="connsiteY27604" fmla="*/ 1312869 h 2398711"/>
              <a:gd name="connsiteX27605" fmla="*/ 1766675 w 2119654"/>
              <a:gd name="connsiteY27605" fmla="*/ 1308304 h 2398711"/>
              <a:gd name="connsiteX27606" fmla="*/ 1765362 w 2119654"/>
              <a:gd name="connsiteY27606" fmla="*/ 1309315 h 2398711"/>
              <a:gd name="connsiteX27607" fmla="*/ 1366080 w 2119654"/>
              <a:gd name="connsiteY27607" fmla="*/ 2203209 h 2398711"/>
              <a:gd name="connsiteX27608" fmla="*/ 1371210 w 2119654"/>
              <a:gd name="connsiteY27608" fmla="*/ 2207030 h 2398711"/>
              <a:gd name="connsiteX27609" fmla="*/ 1373795 w 2119654"/>
              <a:gd name="connsiteY27609" fmla="*/ 2199511 h 2398711"/>
              <a:gd name="connsiteX27610" fmla="*/ 1368666 w 2119654"/>
              <a:gd name="connsiteY27610" fmla="*/ 2197745 h 2398711"/>
              <a:gd name="connsiteX27611" fmla="*/ 1762678 w 2119654"/>
              <a:gd name="connsiteY27611" fmla="*/ 1314926 h 2398711"/>
              <a:gd name="connsiteX27612" fmla="*/ 1763159 w 2119654"/>
              <a:gd name="connsiteY27612" fmla="*/ 1315401 h 2398711"/>
              <a:gd name="connsiteX27613" fmla="*/ 1764669 w 2119654"/>
              <a:gd name="connsiteY27613" fmla="*/ 1313854 h 2398711"/>
              <a:gd name="connsiteX27614" fmla="*/ 1763667 w 2119654"/>
              <a:gd name="connsiteY27614" fmla="*/ 1312859 h 2398711"/>
              <a:gd name="connsiteX27615" fmla="*/ 1363762 w 2119654"/>
              <a:gd name="connsiteY27615" fmla="*/ 2208110 h 2398711"/>
              <a:gd name="connsiteX27616" fmla="*/ 1363993 w 2119654"/>
              <a:gd name="connsiteY27616" fmla="*/ 2208153 h 2398711"/>
              <a:gd name="connsiteX27617" fmla="*/ 1370876 w 2119654"/>
              <a:gd name="connsiteY27617" fmla="*/ 2208002 h 2398711"/>
              <a:gd name="connsiteX27618" fmla="*/ 1371068 w 2119654"/>
              <a:gd name="connsiteY27618" fmla="*/ 2207443 h 2398711"/>
              <a:gd name="connsiteX27619" fmla="*/ 1365861 w 2119654"/>
              <a:gd name="connsiteY27619" fmla="*/ 2203674 h 2398711"/>
              <a:gd name="connsiteX27620" fmla="*/ 1757968 w 2119654"/>
              <a:gd name="connsiteY27620" fmla="*/ 1325361 h 2398711"/>
              <a:gd name="connsiteX27621" fmla="*/ 1757786 w 2119654"/>
              <a:gd name="connsiteY27621" fmla="*/ 1326010 h 2398711"/>
              <a:gd name="connsiteX27622" fmla="*/ 1761543 w 2119654"/>
              <a:gd name="connsiteY27622" fmla="*/ 1324014 h 2398711"/>
              <a:gd name="connsiteX27623" fmla="*/ 1761835 w 2119654"/>
              <a:gd name="connsiteY27623" fmla="*/ 1323269 h 2398711"/>
              <a:gd name="connsiteX27624" fmla="*/ 1761771 w 2119654"/>
              <a:gd name="connsiteY27624" fmla="*/ 1316822 h 2398711"/>
              <a:gd name="connsiteX27625" fmla="*/ 1762020 w 2119654"/>
              <a:gd name="connsiteY27625" fmla="*/ 1316568 h 2398711"/>
              <a:gd name="connsiteX27626" fmla="*/ 1761933 w 2119654"/>
              <a:gd name="connsiteY27626" fmla="*/ 1316484 h 2398711"/>
              <a:gd name="connsiteX27627" fmla="*/ 1362228 w 2119654"/>
              <a:gd name="connsiteY27627" fmla="*/ 2211351 h 2398711"/>
              <a:gd name="connsiteX27628" fmla="*/ 1369422 w 2119654"/>
              <a:gd name="connsiteY27628" fmla="*/ 2212230 h 2398711"/>
              <a:gd name="connsiteX27629" fmla="*/ 1369949 w 2119654"/>
              <a:gd name="connsiteY27629" fmla="*/ 2210696 h 2398711"/>
              <a:gd name="connsiteX27630" fmla="*/ 1363140 w 2119654"/>
              <a:gd name="connsiteY27630" fmla="*/ 2209425 h 2398711"/>
              <a:gd name="connsiteX27631" fmla="*/ 1760363 w 2119654"/>
              <a:gd name="connsiteY27631" fmla="*/ 1319766 h 2398711"/>
              <a:gd name="connsiteX27632" fmla="*/ 1760864 w 2119654"/>
              <a:gd name="connsiteY27632" fmla="*/ 1319983 h 2398711"/>
              <a:gd name="connsiteX27633" fmla="*/ 1762719 w 2119654"/>
              <a:gd name="connsiteY27633" fmla="*/ 1317245 h 2398711"/>
              <a:gd name="connsiteX27634" fmla="*/ 1762465 w 2119654"/>
              <a:gd name="connsiteY27634" fmla="*/ 1316998 h 2398711"/>
              <a:gd name="connsiteX27635" fmla="*/ 1760941 w 2119654"/>
              <a:gd name="connsiteY27635" fmla="*/ 1318557 h 2398711"/>
              <a:gd name="connsiteX27636" fmla="*/ 1842762 w 2119654"/>
              <a:gd name="connsiteY27636" fmla="*/ 1135214 h 2398711"/>
              <a:gd name="connsiteX27637" fmla="*/ 1846108 w 2119654"/>
              <a:gd name="connsiteY27637" fmla="*/ 1136105 h 2398711"/>
              <a:gd name="connsiteX27638" fmla="*/ 1848404 w 2119654"/>
              <a:gd name="connsiteY27638" fmla="*/ 1127795 h 2398711"/>
              <a:gd name="connsiteX27639" fmla="*/ 1806028 w 2119654"/>
              <a:gd name="connsiteY27639" fmla="*/ 1217468 h 2398711"/>
              <a:gd name="connsiteX27640" fmla="*/ 1806012 w 2119654"/>
              <a:gd name="connsiteY27640" fmla="*/ 1217506 h 2398711"/>
              <a:gd name="connsiteX27641" fmla="*/ 1805678 w 2119654"/>
              <a:gd name="connsiteY27641" fmla="*/ 1219194 h 2398711"/>
              <a:gd name="connsiteX27642" fmla="*/ 1806483 w 2119654"/>
              <a:gd name="connsiteY27642" fmla="*/ 1219621 h 2398711"/>
              <a:gd name="connsiteX27643" fmla="*/ 1807786 w 2119654"/>
              <a:gd name="connsiteY27643" fmla="*/ 1216379 h 2398711"/>
              <a:gd name="connsiteX27644" fmla="*/ 1807126 w 2119654"/>
              <a:gd name="connsiteY27644" fmla="*/ 1216044 h 2398711"/>
              <a:gd name="connsiteX27645" fmla="*/ 1758185 w 2119654"/>
              <a:gd name="connsiteY27645" fmla="*/ 1324584 h 2398711"/>
              <a:gd name="connsiteX27646" fmla="*/ 1758179 w 2119654"/>
              <a:gd name="connsiteY27646" fmla="*/ 1324608 h 2398711"/>
              <a:gd name="connsiteX27647" fmla="*/ 1759656 w 2119654"/>
              <a:gd name="connsiteY27647" fmla="*/ 1323488 h 2398711"/>
              <a:gd name="connsiteX27648" fmla="*/ 1759583 w 2119654"/>
              <a:gd name="connsiteY27648" fmla="*/ 1323769 h 2398711"/>
              <a:gd name="connsiteX27649" fmla="*/ 1758603 w 2119654"/>
              <a:gd name="connsiteY27649" fmla="*/ 1324512 h 2398711"/>
              <a:gd name="connsiteX27650" fmla="*/ 1762085 w 2119654"/>
              <a:gd name="connsiteY27650" fmla="*/ 1322628 h 2398711"/>
              <a:gd name="connsiteX27651" fmla="*/ 1762743 w 2119654"/>
              <a:gd name="connsiteY27651" fmla="*/ 1320950 h 2398711"/>
              <a:gd name="connsiteX27652" fmla="*/ 1761060 w 2119654"/>
              <a:gd name="connsiteY27652" fmla="*/ 1320219 h 2398711"/>
              <a:gd name="connsiteX27653" fmla="*/ 1853037 w 2119654"/>
              <a:gd name="connsiteY27653" fmla="*/ 1112157 h 2398711"/>
              <a:gd name="connsiteX27654" fmla="*/ 1851405 w 2119654"/>
              <a:gd name="connsiteY27654" fmla="*/ 1118063 h 2398711"/>
              <a:gd name="connsiteX27655" fmla="*/ 1853372 w 2119654"/>
              <a:gd name="connsiteY27655" fmla="*/ 1114908 h 2398711"/>
              <a:gd name="connsiteX27656" fmla="*/ 1853457 w 2119654"/>
              <a:gd name="connsiteY27656" fmla="*/ 1111468 h 2398711"/>
              <a:gd name="connsiteX27657" fmla="*/ 1806706 w 2119654"/>
              <a:gd name="connsiteY27657" fmla="*/ 1215829 h 2398711"/>
              <a:gd name="connsiteX27658" fmla="*/ 1806395 w 2119654"/>
              <a:gd name="connsiteY27658" fmla="*/ 1216583 h 2398711"/>
              <a:gd name="connsiteX27659" fmla="*/ 1806900 w 2119654"/>
              <a:gd name="connsiteY27659" fmla="*/ 1215929 h 2398711"/>
              <a:gd name="connsiteX27660" fmla="*/ 1758812 w 2119654"/>
              <a:gd name="connsiteY27660" fmla="*/ 1323009 h 2398711"/>
              <a:gd name="connsiteX27661" fmla="*/ 1760784 w 2119654"/>
              <a:gd name="connsiteY27661" fmla="*/ 1320100 h 2398711"/>
              <a:gd name="connsiteX27662" fmla="*/ 1760304 w 2119654"/>
              <a:gd name="connsiteY27662" fmla="*/ 1319891 h 2398711"/>
              <a:gd name="connsiteX27663" fmla="*/ 1413425 w 2119654"/>
              <a:gd name="connsiteY27663" fmla="*/ 2096294 h 2398711"/>
              <a:gd name="connsiteX27664" fmla="*/ 1413877 w 2119654"/>
              <a:gd name="connsiteY27664" fmla="*/ 2096637 h 2398711"/>
              <a:gd name="connsiteX27665" fmla="*/ 1413993 w 2119654"/>
              <a:gd name="connsiteY27665" fmla="*/ 2096363 h 2398711"/>
              <a:gd name="connsiteX27666" fmla="*/ 1400330 w 2119654"/>
              <a:gd name="connsiteY27666" fmla="*/ 2125555 h 2398711"/>
              <a:gd name="connsiteX27667" fmla="*/ 1400068 w 2119654"/>
              <a:gd name="connsiteY27667" fmla="*/ 2126291 h 2398711"/>
              <a:gd name="connsiteX27668" fmla="*/ 1401278 w 2119654"/>
              <a:gd name="connsiteY27668" fmla="*/ 2126318 h 2398711"/>
              <a:gd name="connsiteX27669" fmla="*/ 1401855 w 2119654"/>
              <a:gd name="connsiteY27669" fmla="*/ 2124959 h 2398711"/>
              <a:gd name="connsiteX27670" fmla="*/ 1401496 w 2119654"/>
              <a:gd name="connsiteY27670" fmla="*/ 2124804 h 2398711"/>
              <a:gd name="connsiteX27671" fmla="*/ 1359015 w 2119654"/>
              <a:gd name="connsiteY27671" fmla="*/ 2217976 h 2398711"/>
              <a:gd name="connsiteX27672" fmla="*/ 1365697 w 2119654"/>
              <a:gd name="connsiteY27672" fmla="*/ 2223061 h 2398711"/>
              <a:gd name="connsiteX27673" fmla="*/ 1368628 w 2119654"/>
              <a:gd name="connsiteY27673" fmla="*/ 2214538 h 2398711"/>
              <a:gd name="connsiteX27674" fmla="*/ 1362097 w 2119654"/>
              <a:gd name="connsiteY27674" fmla="*/ 2212320 h 2398711"/>
              <a:gd name="connsiteX27675" fmla="*/ 1361788 w 2119654"/>
              <a:gd name="connsiteY27675" fmla="*/ 2212283 h 2398711"/>
              <a:gd name="connsiteX27676" fmla="*/ 1361305 w 2119654"/>
              <a:gd name="connsiteY27676" fmla="*/ 2213303 h 2398711"/>
              <a:gd name="connsiteX27677" fmla="*/ 1809335 w 2119654"/>
              <a:gd name="connsiteY27677" fmla="*/ 1209482 h 2398711"/>
              <a:gd name="connsiteX27678" fmla="*/ 1806883 w 2119654"/>
              <a:gd name="connsiteY27678" fmla="*/ 1215404 h 2398711"/>
              <a:gd name="connsiteX27679" fmla="*/ 1807183 w 2119654"/>
              <a:gd name="connsiteY27679" fmla="*/ 1215562 h 2398711"/>
              <a:gd name="connsiteX27680" fmla="*/ 1809125 w 2119654"/>
              <a:gd name="connsiteY27680" fmla="*/ 1213045 h 2398711"/>
              <a:gd name="connsiteX27681" fmla="*/ 1809693 w 2119654"/>
              <a:gd name="connsiteY27681" fmla="*/ 1211632 h 2398711"/>
              <a:gd name="connsiteX27682" fmla="*/ 1810935 w 2119654"/>
              <a:gd name="connsiteY27682" fmla="*/ 1207739 h 2398711"/>
              <a:gd name="connsiteX27683" fmla="*/ 1810826 w 2119654"/>
              <a:gd name="connsiteY27683" fmla="*/ 1205886 h 2398711"/>
              <a:gd name="connsiteX27684" fmla="*/ 1810486 w 2119654"/>
              <a:gd name="connsiteY27684" fmla="*/ 1206706 h 2398711"/>
              <a:gd name="connsiteX27685" fmla="*/ 1811670 w 2119654"/>
              <a:gd name="connsiteY27685" fmla="*/ 1205433 h 2398711"/>
              <a:gd name="connsiteX27686" fmla="*/ 1811715 w 2119654"/>
              <a:gd name="connsiteY27686" fmla="*/ 1205293 h 2398711"/>
              <a:gd name="connsiteX27687" fmla="*/ 1381074 w 2119654"/>
              <a:gd name="connsiteY27687" fmla="*/ 2168163 h 2398711"/>
              <a:gd name="connsiteX27688" fmla="*/ 1381329 w 2119654"/>
              <a:gd name="connsiteY27688" fmla="*/ 2168222 h 2398711"/>
              <a:gd name="connsiteX27689" fmla="*/ 1381353 w 2119654"/>
              <a:gd name="connsiteY27689" fmla="*/ 2168199 h 2398711"/>
              <a:gd name="connsiteX27690" fmla="*/ 1806376 w 2119654"/>
              <a:gd name="connsiteY27690" fmla="*/ 1215662 h 2398711"/>
              <a:gd name="connsiteX27691" fmla="*/ 1806157 w 2119654"/>
              <a:gd name="connsiteY27691" fmla="*/ 1216771 h 2398711"/>
              <a:gd name="connsiteX27692" fmla="*/ 1806574 w 2119654"/>
              <a:gd name="connsiteY27692" fmla="*/ 1215762 h 2398711"/>
              <a:gd name="connsiteX27693" fmla="*/ 1423009 w 2119654"/>
              <a:gd name="connsiteY27693" fmla="*/ 2074063 h 2398711"/>
              <a:gd name="connsiteX27694" fmla="*/ 1422654 w 2119654"/>
              <a:gd name="connsiteY27694" fmla="*/ 2075801 h 2398711"/>
              <a:gd name="connsiteX27695" fmla="*/ 1422679 w 2119654"/>
              <a:gd name="connsiteY27695" fmla="*/ 2075816 h 2398711"/>
              <a:gd name="connsiteX27696" fmla="*/ 1422721 w 2119654"/>
              <a:gd name="connsiteY27696" fmla="*/ 2075800 h 2398711"/>
              <a:gd name="connsiteX27697" fmla="*/ 1423455 w 2119654"/>
              <a:gd name="connsiteY27697" fmla="*/ 2074070 h 2398711"/>
              <a:gd name="connsiteX27698" fmla="*/ 1371987 w 2119654"/>
              <a:gd name="connsiteY27698" fmla="*/ 2188227 h 2398711"/>
              <a:gd name="connsiteX27699" fmla="*/ 1372348 w 2119654"/>
              <a:gd name="connsiteY27699" fmla="*/ 2188379 h 2398711"/>
              <a:gd name="connsiteX27700" fmla="*/ 1373410 w 2119654"/>
              <a:gd name="connsiteY27700" fmla="*/ 2186135 h 2398711"/>
              <a:gd name="connsiteX27701" fmla="*/ 1823842 w 2119654"/>
              <a:gd name="connsiteY27701" fmla="*/ 1175973 h 2398711"/>
              <a:gd name="connsiteX27702" fmla="*/ 1824559 w 2119654"/>
              <a:gd name="connsiteY27702" fmla="*/ 1176443 h 2398711"/>
              <a:gd name="connsiteX27703" fmla="*/ 1824771 w 2119654"/>
              <a:gd name="connsiteY27703" fmla="*/ 1176248 h 2398711"/>
              <a:gd name="connsiteX27704" fmla="*/ 1824047 w 2119654"/>
              <a:gd name="connsiteY27704" fmla="*/ 1175521 h 2398711"/>
              <a:gd name="connsiteX27705" fmla="*/ 1822969 w 2119654"/>
              <a:gd name="connsiteY27705" fmla="*/ 1177899 h 2398711"/>
              <a:gd name="connsiteX27706" fmla="*/ 1823090 w 2119654"/>
              <a:gd name="connsiteY27706" fmla="*/ 1177791 h 2398711"/>
              <a:gd name="connsiteX27707" fmla="*/ 1823998 w 2119654"/>
              <a:gd name="connsiteY27707" fmla="*/ 1176958 h 2398711"/>
              <a:gd name="connsiteX27708" fmla="*/ 1823533 w 2119654"/>
              <a:gd name="connsiteY27708" fmla="*/ 1176656 h 2398711"/>
              <a:gd name="connsiteX27709" fmla="*/ 1822710 w 2119654"/>
              <a:gd name="connsiteY27709" fmla="*/ 1178470 h 2398711"/>
              <a:gd name="connsiteX27710" fmla="*/ 1822705 w 2119654"/>
              <a:gd name="connsiteY27710" fmla="*/ 1178481 h 2398711"/>
              <a:gd name="connsiteX27711" fmla="*/ 1824550 w 2119654"/>
              <a:gd name="connsiteY27711" fmla="*/ 1177318 h 2398711"/>
              <a:gd name="connsiteX27712" fmla="*/ 1824208 w 2119654"/>
              <a:gd name="connsiteY27712" fmla="*/ 1177095 h 2398711"/>
              <a:gd name="connsiteX27713" fmla="*/ 1352901 w 2119654"/>
              <a:gd name="connsiteY27713" fmla="*/ 2230452 h 2398711"/>
              <a:gd name="connsiteX27714" fmla="*/ 1361522 w 2119654"/>
              <a:gd name="connsiteY27714" fmla="*/ 2235199 h 2398711"/>
              <a:gd name="connsiteX27715" fmla="*/ 1365361 w 2119654"/>
              <a:gd name="connsiteY27715" fmla="*/ 2224039 h 2398711"/>
              <a:gd name="connsiteX27716" fmla="*/ 1358574 w 2119654"/>
              <a:gd name="connsiteY27716" fmla="*/ 2218875 h 2398711"/>
              <a:gd name="connsiteX27717" fmla="*/ 1377081 w 2119654"/>
              <a:gd name="connsiteY27717" fmla="*/ 2176271 h 2398711"/>
              <a:gd name="connsiteX27718" fmla="*/ 1376936 w 2119654"/>
              <a:gd name="connsiteY27718" fmla="*/ 2176917 h 2398711"/>
              <a:gd name="connsiteX27719" fmla="*/ 1377613 w 2119654"/>
              <a:gd name="connsiteY27719" fmla="*/ 2176260 h 2398711"/>
              <a:gd name="connsiteX27720" fmla="*/ 1820758 w 2119654"/>
              <a:gd name="connsiteY27720" fmla="*/ 1182773 h 2398711"/>
              <a:gd name="connsiteX27721" fmla="*/ 1816433 w 2119654"/>
              <a:gd name="connsiteY27721" fmla="*/ 1196329 h 2398711"/>
              <a:gd name="connsiteX27722" fmla="*/ 1821922 w 2119654"/>
              <a:gd name="connsiteY27722" fmla="*/ 1192668 h 2398711"/>
              <a:gd name="connsiteX27723" fmla="*/ 1831877 w 2119654"/>
              <a:gd name="connsiteY27723" fmla="*/ 1183398 h 2398711"/>
              <a:gd name="connsiteX27724" fmla="*/ 1828185 w 2119654"/>
              <a:gd name="connsiteY27724" fmla="*/ 1179684 h 2398711"/>
              <a:gd name="connsiteX27725" fmla="*/ 1824700 w 2119654"/>
              <a:gd name="connsiteY27725" fmla="*/ 1177414 h 2398711"/>
              <a:gd name="connsiteX27726" fmla="*/ 1822583 w 2119654"/>
              <a:gd name="connsiteY27726" fmla="*/ 1178748 h 2398711"/>
              <a:gd name="connsiteX27727" fmla="*/ 1813820 w 2119654"/>
              <a:gd name="connsiteY27727" fmla="*/ 1198072 h 2398711"/>
              <a:gd name="connsiteX27728" fmla="*/ 1814073 w 2119654"/>
              <a:gd name="connsiteY27728" fmla="*/ 1197905 h 2398711"/>
              <a:gd name="connsiteX27729" fmla="*/ 1814491 w 2119654"/>
              <a:gd name="connsiteY27729" fmla="*/ 1196592 h 2398711"/>
              <a:gd name="connsiteX27730" fmla="*/ 1768144 w 2119654"/>
              <a:gd name="connsiteY27730" fmla="*/ 1300306 h 2398711"/>
              <a:gd name="connsiteX27731" fmla="*/ 1768474 w 2119654"/>
              <a:gd name="connsiteY27731" fmla="*/ 1300809 h 2398711"/>
              <a:gd name="connsiteX27732" fmla="*/ 1769093 w 2119654"/>
              <a:gd name="connsiteY27732" fmla="*/ 1299514 h 2398711"/>
              <a:gd name="connsiteX27733" fmla="*/ 1768954 w 2119654"/>
              <a:gd name="connsiteY27733" fmla="*/ 1299384 h 2398711"/>
              <a:gd name="connsiteX27734" fmla="*/ 1765304 w 2119654"/>
              <a:gd name="connsiteY27734" fmla="*/ 1306612 h 2398711"/>
              <a:gd name="connsiteX27735" fmla="*/ 1765784 w 2119654"/>
              <a:gd name="connsiteY27735" fmla="*/ 1306435 h 2398711"/>
              <a:gd name="connsiteX27736" fmla="*/ 1766053 w 2119654"/>
              <a:gd name="connsiteY27736" fmla="*/ 1305873 h 2398711"/>
              <a:gd name="connsiteX27737" fmla="*/ 1858357 w 2119654"/>
              <a:gd name="connsiteY27737" fmla="*/ 1098235 h 2398711"/>
              <a:gd name="connsiteX27738" fmla="*/ 1858378 w 2119654"/>
              <a:gd name="connsiteY27738" fmla="*/ 1098777 h 2398711"/>
              <a:gd name="connsiteX27739" fmla="*/ 1858367 w 2119654"/>
              <a:gd name="connsiteY27739" fmla="*/ 1099226 h 2398711"/>
              <a:gd name="connsiteX27740" fmla="*/ 1861001 w 2119654"/>
              <a:gd name="connsiteY27740" fmla="*/ 1094903 h 2398711"/>
              <a:gd name="connsiteX27741" fmla="*/ 1809352 w 2119654"/>
              <a:gd name="connsiteY27741" fmla="*/ 1207926 h 2398711"/>
              <a:gd name="connsiteX27742" fmla="*/ 1810199 w 2119654"/>
              <a:gd name="connsiteY27742" fmla="*/ 1207016 h 2398711"/>
              <a:gd name="connsiteX27743" fmla="*/ 1810606 w 2119654"/>
              <a:gd name="connsiteY27743" fmla="*/ 1206033 h 2398711"/>
              <a:gd name="connsiteX27744" fmla="*/ 1810039 w 2119654"/>
              <a:gd name="connsiteY27744" fmla="*/ 1206410 h 2398711"/>
              <a:gd name="connsiteX27745" fmla="*/ 1399217 w 2119654"/>
              <a:gd name="connsiteY27745" fmla="*/ 2126271 h 2398711"/>
              <a:gd name="connsiteX27746" fmla="*/ 1399603 w 2119654"/>
              <a:gd name="connsiteY27746" fmla="*/ 2126280 h 2398711"/>
              <a:gd name="connsiteX27747" fmla="*/ 1399704 w 2119654"/>
              <a:gd name="connsiteY27747" fmla="*/ 2125958 h 2398711"/>
              <a:gd name="connsiteX27748" fmla="*/ 1806786 w 2119654"/>
              <a:gd name="connsiteY27748" fmla="*/ 1213583 h 2398711"/>
              <a:gd name="connsiteX27749" fmla="*/ 1806470 w 2119654"/>
              <a:gd name="connsiteY27749" fmla="*/ 1215187 h 2398711"/>
              <a:gd name="connsiteX27750" fmla="*/ 1806751 w 2119654"/>
              <a:gd name="connsiteY27750" fmla="*/ 1215335 h 2398711"/>
              <a:gd name="connsiteX27751" fmla="*/ 1809045 w 2119654"/>
              <a:gd name="connsiteY27751" fmla="*/ 1209800 h 2398711"/>
              <a:gd name="connsiteX27752" fmla="*/ 1807972 w 2119654"/>
              <a:gd name="connsiteY27752" fmla="*/ 1210970 h 2398711"/>
              <a:gd name="connsiteX27753" fmla="*/ 1763335 w 2119654"/>
              <a:gd name="connsiteY27753" fmla="*/ 1310879 h 2398711"/>
              <a:gd name="connsiteX27754" fmla="*/ 1763554 w 2119654"/>
              <a:gd name="connsiteY27754" fmla="*/ 1311096 h 2398711"/>
              <a:gd name="connsiteX27755" fmla="*/ 1763847 w 2119654"/>
              <a:gd name="connsiteY27755" fmla="*/ 1310484 h 2398711"/>
              <a:gd name="connsiteX27756" fmla="*/ 1370580 w 2119654"/>
              <a:gd name="connsiteY27756" fmla="*/ 2190294 h 2398711"/>
              <a:gd name="connsiteX27757" fmla="*/ 1371426 w 2119654"/>
              <a:gd name="connsiteY27757" fmla="*/ 2190328 h 2398711"/>
              <a:gd name="connsiteX27758" fmla="*/ 1372168 w 2119654"/>
              <a:gd name="connsiteY27758" fmla="*/ 2188759 h 2398711"/>
              <a:gd name="connsiteX27759" fmla="*/ 1371745 w 2119654"/>
              <a:gd name="connsiteY27759" fmla="*/ 2188581 h 2398711"/>
              <a:gd name="connsiteX27760" fmla="*/ 1761147 w 2119654"/>
              <a:gd name="connsiteY27760" fmla="*/ 1315723 h 2398711"/>
              <a:gd name="connsiteX27761" fmla="*/ 1761115 w 2119654"/>
              <a:gd name="connsiteY27761" fmla="*/ 1315799 h 2398711"/>
              <a:gd name="connsiteX27762" fmla="*/ 1761153 w 2119654"/>
              <a:gd name="connsiteY27762" fmla="*/ 1315730 h 2398711"/>
              <a:gd name="connsiteX27763" fmla="*/ 1348764 w 2119654"/>
              <a:gd name="connsiteY27763" fmla="*/ 2238894 h 2398711"/>
              <a:gd name="connsiteX27764" fmla="*/ 1356943 w 2119654"/>
              <a:gd name="connsiteY27764" fmla="*/ 2242162 h 2398711"/>
              <a:gd name="connsiteX27765" fmla="*/ 1360718 w 2119654"/>
              <a:gd name="connsiteY27765" fmla="*/ 2237539 h 2398711"/>
              <a:gd name="connsiteX27766" fmla="*/ 1361178 w 2119654"/>
              <a:gd name="connsiteY27766" fmla="*/ 2236200 h 2398711"/>
              <a:gd name="connsiteX27767" fmla="*/ 1352442 w 2119654"/>
              <a:gd name="connsiteY27767" fmla="*/ 2231389 h 2398711"/>
              <a:gd name="connsiteX27768" fmla="*/ 1762725 w 2119654"/>
              <a:gd name="connsiteY27768" fmla="*/ 1311924 h 2398711"/>
              <a:gd name="connsiteX27769" fmla="*/ 1761828 w 2119654"/>
              <a:gd name="connsiteY27769" fmla="*/ 1314084 h 2398711"/>
              <a:gd name="connsiteX27770" fmla="*/ 1761965 w 2119654"/>
              <a:gd name="connsiteY27770" fmla="*/ 1314220 h 2398711"/>
              <a:gd name="connsiteX27771" fmla="*/ 1762819 w 2119654"/>
              <a:gd name="connsiteY27771" fmla="*/ 1312634 h 2398711"/>
              <a:gd name="connsiteX27772" fmla="*/ 1763019 w 2119654"/>
              <a:gd name="connsiteY27772" fmla="*/ 1312216 h 2398711"/>
              <a:gd name="connsiteX27773" fmla="*/ 1348145 w 2119654"/>
              <a:gd name="connsiteY27773" fmla="*/ 2240156 h 2398711"/>
              <a:gd name="connsiteX27774" fmla="*/ 1356379 w 2119654"/>
              <a:gd name="connsiteY27774" fmla="*/ 2242853 h 2398711"/>
              <a:gd name="connsiteX27775" fmla="*/ 1356444 w 2119654"/>
              <a:gd name="connsiteY27775" fmla="*/ 2242775 h 2398711"/>
              <a:gd name="connsiteX27776" fmla="*/ 1348424 w 2119654"/>
              <a:gd name="connsiteY27776" fmla="*/ 2239588 h 2398711"/>
              <a:gd name="connsiteX27777" fmla="*/ 1764419 w 2119654"/>
              <a:gd name="connsiteY27777" fmla="*/ 1307845 h 2398711"/>
              <a:gd name="connsiteX27778" fmla="*/ 1763420 w 2119654"/>
              <a:gd name="connsiteY27778" fmla="*/ 1310248 h 2398711"/>
              <a:gd name="connsiteX27779" fmla="*/ 1764028 w 2119654"/>
              <a:gd name="connsiteY27779" fmla="*/ 1309781 h 2398711"/>
              <a:gd name="connsiteX27780" fmla="*/ 1764309 w 2119654"/>
              <a:gd name="connsiteY27780" fmla="*/ 1309517 h 2398711"/>
              <a:gd name="connsiteX27781" fmla="*/ 1765356 w 2119654"/>
              <a:gd name="connsiteY27781" fmla="*/ 1307330 h 2398711"/>
              <a:gd name="connsiteX27782" fmla="*/ 1764678 w 2119654"/>
              <a:gd name="connsiteY27782" fmla="*/ 1307226 h 2398711"/>
              <a:gd name="connsiteX27783" fmla="*/ 1765663 w 2119654"/>
              <a:gd name="connsiteY27783" fmla="*/ 1306686 h 2398711"/>
              <a:gd name="connsiteX27784" fmla="*/ 1765703 w 2119654"/>
              <a:gd name="connsiteY27784" fmla="*/ 1306604 h 2398711"/>
              <a:gd name="connsiteX27785" fmla="*/ 1765078 w 2119654"/>
              <a:gd name="connsiteY27785" fmla="*/ 1306832 h 2398711"/>
              <a:gd name="connsiteX27786" fmla="*/ 1841571 w 2119654"/>
              <a:gd name="connsiteY27786" fmla="*/ 1134898 h 2398711"/>
              <a:gd name="connsiteX27787" fmla="*/ 1842071 w 2119654"/>
              <a:gd name="connsiteY27787" fmla="*/ 1135030 h 2398711"/>
              <a:gd name="connsiteX27788" fmla="*/ 1848863 w 2119654"/>
              <a:gd name="connsiteY27788" fmla="*/ 1126135 h 2398711"/>
              <a:gd name="connsiteX27789" fmla="*/ 1850127 w 2119654"/>
              <a:gd name="connsiteY27789" fmla="*/ 1121558 h 2398711"/>
              <a:gd name="connsiteX27790" fmla="*/ 1849618 w 2119654"/>
              <a:gd name="connsiteY27790" fmla="*/ 1121992 h 2398711"/>
              <a:gd name="connsiteX27791" fmla="*/ 1773954 w 2119654"/>
              <a:gd name="connsiteY27791" fmla="*/ 1286260 h 2398711"/>
              <a:gd name="connsiteX27792" fmla="*/ 1773687 w 2119654"/>
              <a:gd name="connsiteY27792" fmla="*/ 1287328 h 2398711"/>
              <a:gd name="connsiteX27793" fmla="*/ 1773758 w 2119654"/>
              <a:gd name="connsiteY27793" fmla="*/ 1287523 h 2398711"/>
              <a:gd name="connsiteX27794" fmla="*/ 1775167 w 2119654"/>
              <a:gd name="connsiteY27794" fmla="*/ 1285809 h 2398711"/>
              <a:gd name="connsiteX27795" fmla="*/ 1775253 w 2119654"/>
              <a:gd name="connsiteY27795" fmla="*/ 1285674 h 2398711"/>
              <a:gd name="connsiteX27796" fmla="*/ 1375270 w 2119654"/>
              <a:gd name="connsiteY27796" fmla="*/ 2178532 h 2398711"/>
              <a:gd name="connsiteX27797" fmla="*/ 1376662 w 2119654"/>
              <a:gd name="connsiteY27797" fmla="*/ 2177182 h 2398711"/>
              <a:gd name="connsiteX27798" fmla="*/ 1376866 w 2119654"/>
              <a:gd name="connsiteY27798" fmla="*/ 2176275 h 2398711"/>
              <a:gd name="connsiteX27799" fmla="*/ 1376844 w 2119654"/>
              <a:gd name="connsiteY27799" fmla="*/ 2176276 h 2398711"/>
              <a:gd name="connsiteX27800" fmla="*/ 1822852 w 2119654"/>
              <a:gd name="connsiteY27800" fmla="*/ 1176211 h 2398711"/>
              <a:gd name="connsiteX27801" fmla="*/ 1822052 w 2119654"/>
              <a:gd name="connsiteY27801" fmla="*/ 1178717 h 2398711"/>
              <a:gd name="connsiteX27802" fmla="*/ 1822118 w 2119654"/>
              <a:gd name="connsiteY27802" fmla="*/ 1178659 h 2398711"/>
              <a:gd name="connsiteX27803" fmla="*/ 1823142 w 2119654"/>
              <a:gd name="connsiteY27803" fmla="*/ 1176401 h 2398711"/>
              <a:gd name="connsiteX27804" fmla="*/ 1766570 w 2119654"/>
              <a:gd name="connsiteY27804" fmla="*/ 1302097 h 2398711"/>
              <a:gd name="connsiteX27805" fmla="*/ 1766340 w 2119654"/>
              <a:gd name="connsiteY27805" fmla="*/ 1302924 h 2398711"/>
              <a:gd name="connsiteX27806" fmla="*/ 1767378 w 2119654"/>
              <a:gd name="connsiteY27806" fmla="*/ 1302123 h 2398711"/>
              <a:gd name="connsiteX27807" fmla="*/ 1767616 w 2119654"/>
              <a:gd name="connsiteY27807" fmla="*/ 1301888 h 2398711"/>
              <a:gd name="connsiteX27808" fmla="*/ 1767248 w 2119654"/>
              <a:gd name="connsiteY27808" fmla="*/ 1301325 h 2398711"/>
              <a:gd name="connsiteX27809" fmla="*/ 1823309 w 2119654"/>
              <a:gd name="connsiteY27809" fmla="*/ 1174778 h 2398711"/>
              <a:gd name="connsiteX27810" fmla="*/ 1823086 w 2119654"/>
              <a:gd name="connsiteY27810" fmla="*/ 1175479 h 2398711"/>
              <a:gd name="connsiteX27811" fmla="*/ 1823452 w 2119654"/>
              <a:gd name="connsiteY27811" fmla="*/ 1175718 h 2398711"/>
              <a:gd name="connsiteX27812" fmla="*/ 1823700 w 2119654"/>
              <a:gd name="connsiteY27812" fmla="*/ 1175171 h 2398711"/>
              <a:gd name="connsiteX27813" fmla="*/ 1367134 w 2119654"/>
              <a:gd name="connsiteY27813" fmla="*/ 2195818 h 2398711"/>
              <a:gd name="connsiteX27814" fmla="*/ 1368591 w 2119654"/>
              <a:gd name="connsiteY27814" fmla="*/ 2196319 h 2398711"/>
              <a:gd name="connsiteX27815" fmla="*/ 1370276 w 2119654"/>
              <a:gd name="connsiteY27815" fmla="*/ 2192757 h 2398711"/>
              <a:gd name="connsiteX27816" fmla="*/ 1838895 w 2119654"/>
              <a:gd name="connsiteY27816" fmla="*/ 1139189 h 2398711"/>
              <a:gd name="connsiteX27817" fmla="*/ 1841808 w 2119654"/>
              <a:gd name="connsiteY27817" fmla="*/ 1135374 h 2398711"/>
              <a:gd name="connsiteX27818" fmla="*/ 1841350 w 2119654"/>
              <a:gd name="connsiteY27818" fmla="*/ 1135252 h 2398711"/>
              <a:gd name="connsiteX27819" fmla="*/ 1776250 w 2119654"/>
              <a:gd name="connsiteY27819" fmla="*/ 1279204 h 2398711"/>
              <a:gd name="connsiteX27820" fmla="*/ 1779700 w 2119654"/>
              <a:gd name="connsiteY27820" fmla="*/ 1277340 h 2398711"/>
              <a:gd name="connsiteX27821" fmla="*/ 1780356 w 2119654"/>
              <a:gd name="connsiteY27821" fmla="*/ 1275969 h 2398711"/>
              <a:gd name="connsiteX27822" fmla="*/ 1780687 w 2119654"/>
              <a:gd name="connsiteY27822" fmla="*/ 1275122 h 2398711"/>
              <a:gd name="connsiteX27823" fmla="*/ 1780900 w 2119654"/>
              <a:gd name="connsiteY27823" fmla="*/ 1274165 h 2398711"/>
              <a:gd name="connsiteX27824" fmla="*/ 1366881 w 2119654"/>
              <a:gd name="connsiteY27824" fmla="*/ 2195731 h 2398711"/>
              <a:gd name="connsiteX27825" fmla="*/ 1366946 w 2119654"/>
              <a:gd name="connsiteY27825" fmla="*/ 2195753 h 2398711"/>
              <a:gd name="connsiteX27826" fmla="*/ 1370494 w 2119654"/>
              <a:gd name="connsiteY27826" fmla="*/ 2192298 h 2398711"/>
              <a:gd name="connsiteX27827" fmla="*/ 1371375 w 2119654"/>
              <a:gd name="connsiteY27827" fmla="*/ 2190436 h 2398711"/>
              <a:gd name="connsiteX27828" fmla="*/ 1370507 w 2119654"/>
              <a:gd name="connsiteY27828" fmla="*/ 2190401 h 2398711"/>
              <a:gd name="connsiteX27829" fmla="*/ 1413576 w 2119654"/>
              <a:gd name="connsiteY27829" fmla="*/ 2091099 h 2398711"/>
              <a:gd name="connsiteX27830" fmla="*/ 1413598 w 2119654"/>
              <a:gd name="connsiteY27830" fmla="*/ 2091105 h 2398711"/>
              <a:gd name="connsiteX27831" fmla="*/ 1413596 w 2119654"/>
              <a:gd name="connsiteY27831" fmla="*/ 2091102 h 2398711"/>
              <a:gd name="connsiteX27832" fmla="*/ 1824808 w 2119654"/>
              <a:gd name="connsiteY27832" fmla="*/ 1170081 h 2398711"/>
              <a:gd name="connsiteX27833" fmla="*/ 1823445 w 2119654"/>
              <a:gd name="connsiteY27833" fmla="*/ 1174354 h 2398711"/>
              <a:gd name="connsiteX27834" fmla="*/ 1823874 w 2119654"/>
              <a:gd name="connsiteY27834" fmla="*/ 1174785 h 2398711"/>
              <a:gd name="connsiteX27835" fmla="*/ 1826905 w 2119654"/>
              <a:gd name="connsiteY27835" fmla="*/ 1168103 h 2398711"/>
              <a:gd name="connsiteX27836" fmla="*/ 1807924 w 2119654"/>
              <a:gd name="connsiteY27836" fmla="*/ 1207822 h 2398711"/>
              <a:gd name="connsiteX27837" fmla="*/ 1807514 w 2119654"/>
              <a:gd name="connsiteY27837" fmla="*/ 1209901 h 2398711"/>
              <a:gd name="connsiteX27838" fmla="*/ 1808365 w 2119654"/>
              <a:gd name="connsiteY27838" fmla="*/ 1208986 h 2398711"/>
              <a:gd name="connsiteX27839" fmla="*/ 1809314 w 2119654"/>
              <a:gd name="connsiteY27839" fmla="*/ 1206895 h 2398711"/>
              <a:gd name="connsiteX27840" fmla="*/ 1378920 w 2119654"/>
              <a:gd name="connsiteY27840" fmla="*/ 2168074 h 2398711"/>
              <a:gd name="connsiteX27841" fmla="*/ 1378563 w 2119654"/>
              <a:gd name="connsiteY27841" fmla="*/ 2169665 h 2398711"/>
              <a:gd name="connsiteX27842" fmla="*/ 1379860 w 2119654"/>
              <a:gd name="connsiteY27842" fmla="*/ 2169639 h 2398711"/>
              <a:gd name="connsiteX27843" fmla="*/ 1380987 w 2119654"/>
              <a:gd name="connsiteY27843" fmla="*/ 2168552 h 2398711"/>
              <a:gd name="connsiteX27844" fmla="*/ 1826001 w 2119654"/>
              <a:gd name="connsiteY27844" fmla="*/ 1166343 h 2398711"/>
              <a:gd name="connsiteX27845" fmla="*/ 1824899 w 2119654"/>
              <a:gd name="connsiteY27845" fmla="*/ 1169793 h 2398711"/>
              <a:gd name="connsiteX27846" fmla="*/ 1827064 w 2119654"/>
              <a:gd name="connsiteY27846" fmla="*/ 1167753 h 2398711"/>
              <a:gd name="connsiteX27847" fmla="*/ 1828998 w 2119654"/>
              <a:gd name="connsiteY27847" fmla="*/ 1163488 h 2398711"/>
              <a:gd name="connsiteX27848" fmla="*/ 1830532 w 2119654"/>
              <a:gd name="connsiteY27848" fmla="*/ 1159787 h 2398711"/>
              <a:gd name="connsiteX27849" fmla="*/ 1408995 w 2119654"/>
              <a:gd name="connsiteY27849" fmla="*/ 2099878 h 2398711"/>
              <a:gd name="connsiteX27850" fmla="*/ 1411482 w 2119654"/>
              <a:gd name="connsiteY27850" fmla="*/ 2101046 h 2398711"/>
              <a:gd name="connsiteX27851" fmla="*/ 1411926 w 2119654"/>
              <a:gd name="connsiteY27851" fmla="*/ 2101232 h 2398711"/>
              <a:gd name="connsiteX27852" fmla="*/ 1412394 w 2119654"/>
              <a:gd name="connsiteY27852" fmla="*/ 2100129 h 2398711"/>
              <a:gd name="connsiteX27853" fmla="*/ 1409343 w 2119654"/>
              <a:gd name="connsiteY27853" fmla="*/ 2099908 h 2398711"/>
              <a:gd name="connsiteX27854" fmla="*/ 1779864 w 2119654"/>
              <a:gd name="connsiteY27854" fmla="*/ 1269077 h 2398711"/>
              <a:gd name="connsiteX27855" fmla="*/ 1782230 w 2119654"/>
              <a:gd name="connsiteY27855" fmla="*/ 1268180 h 2398711"/>
              <a:gd name="connsiteX27856" fmla="*/ 1782501 w 2119654"/>
              <a:gd name="connsiteY27856" fmla="*/ 1266962 h 2398711"/>
              <a:gd name="connsiteX27857" fmla="*/ 1780850 w 2119654"/>
              <a:gd name="connsiteY27857" fmla="*/ 1267908 h 2398711"/>
              <a:gd name="connsiteX27858" fmla="*/ 1381074 w 2119654"/>
              <a:gd name="connsiteY27858" fmla="*/ 2161922 h 2398711"/>
              <a:gd name="connsiteX27859" fmla="*/ 1384650 w 2119654"/>
              <a:gd name="connsiteY27859" fmla="*/ 2162379 h 2398711"/>
              <a:gd name="connsiteX27860" fmla="*/ 1386824 w 2119654"/>
              <a:gd name="connsiteY27860" fmla="*/ 2157781 h 2398711"/>
              <a:gd name="connsiteX27861" fmla="*/ 1778235 w 2119654"/>
              <a:gd name="connsiteY27861" fmla="*/ 1272536 h 2398711"/>
              <a:gd name="connsiteX27862" fmla="*/ 1777417 w 2119654"/>
              <a:gd name="connsiteY27862" fmla="*/ 1274537 h 2398711"/>
              <a:gd name="connsiteX27863" fmla="*/ 1777911 w 2119654"/>
              <a:gd name="connsiteY27863" fmla="*/ 1274162 h 2398711"/>
              <a:gd name="connsiteX27864" fmla="*/ 1779059 w 2119654"/>
              <a:gd name="connsiteY27864" fmla="*/ 1272918 h 2398711"/>
              <a:gd name="connsiteX27865" fmla="*/ 1769219 w 2119654"/>
              <a:gd name="connsiteY27865" fmla="*/ 1292544 h 2398711"/>
              <a:gd name="connsiteX27866" fmla="*/ 1769010 w 2119654"/>
              <a:gd name="connsiteY27866" fmla="*/ 1293300 h 2398711"/>
              <a:gd name="connsiteX27867" fmla="*/ 1769645 w 2119654"/>
              <a:gd name="connsiteY27867" fmla="*/ 1292528 h 2398711"/>
              <a:gd name="connsiteX27868" fmla="*/ 1769469 w 2119654"/>
              <a:gd name="connsiteY27868" fmla="*/ 1292042 h 2398711"/>
              <a:gd name="connsiteX27869" fmla="*/ 1789801 w 2119654"/>
              <a:gd name="connsiteY27869" fmla="*/ 1246423 h 2398711"/>
              <a:gd name="connsiteX27870" fmla="*/ 1789826 w 2119654"/>
              <a:gd name="connsiteY27870" fmla="*/ 1246439 h 2398711"/>
              <a:gd name="connsiteX27871" fmla="*/ 1790069 w 2119654"/>
              <a:gd name="connsiteY27871" fmla="*/ 1246110 h 2398711"/>
              <a:gd name="connsiteX27872" fmla="*/ 1790170 w 2119654"/>
              <a:gd name="connsiteY27872" fmla="*/ 1245960 h 2398711"/>
              <a:gd name="connsiteX27873" fmla="*/ 1790317 w 2119654"/>
              <a:gd name="connsiteY27873" fmla="*/ 1245445 h 2398711"/>
              <a:gd name="connsiteX27874" fmla="*/ 1408464 w 2119654"/>
              <a:gd name="connsiteY27874" fmla="*/ 2100281 h 2398711"/>
              <a:gd name="connsiteX27875" fmla="*/ 1407614 w 2119654"/>
              <a:gd name="connsiteY27875" fmla="*/ 2103000 h 2398711"/>
              <a:gd name="connsiteX27876" fmla="*/ 1411382 w 2119654"/>
              <a:gd name="connsiteY27876" fmla="*/ 2102512 h 2398711"/>
              <a:gd name="connsiteX27877" fmla="*/ 1411743 w 2119654"/>
              <a:gd name="connsiteY27877" fmla="*/ 2101663 h 2398711"/>
              <a:gd name="connsiteX27878" fmla="*/ 1779447 w 2119654"/>
              <a:gd name="connsiteY27878" fmla="*/ 1269571 h 2398711"/>
              <a:gd name="connsiteX27879" fmla="*/ 1778734 w 2119654"/>
              <a:gd name="connsiteY27879" fmla="*/ 1271316 h 2398711"/>
              <a:gd name="connsiteX27880" fmla="*/ 1779996 w 2119654"/>
              <a:gd name="connsiteY27880" fmla="*/ 1271903 h 2398711"/>
              <a:gd name="connsiteX27881" fmla="*/ 1781849 w 2119654"/>
              <a:gd name="connsiteY27881" fmla="*/ 1269894 h 2398711"/>
              <a:gd name="connsiteX27882" fmla="*/ 1782194 w 2119654"/>
              <a:gd name="connsiteY27882" fmla="*/ 1268343 h 2398711"/>
              <a:gd name="connsiteX27883" fmla="*/ 1779678 w 2119654"/>
              <a:gd name="connsiteY27883" fmla="*/ 1269297 h 2398711"/>
              <a:gd name="connsiteX27884" fmla="*/ 1363229 w 2119654"/>
              <a:gd name="connsiteY27884" fmla="*/ 2201085 h 2398711"/>
              <a:gd name="connsiteX27885" fmla="*/ 1365527 w 2119654"/>
              <a:gd name="connsiteY27885" fmla="*/ 2202797 h 2398711"/>
              <a:gd name="connsiteX27886" fmla="*/ 1368021 w 2119654"/>
              <a:gd name="connsiteY27886" fmla="*/ 2197524 h 2398711"/>
              <a:gd name="connsiteX27887" fmla="*/ 1366109 w 2119654"/>
              <a:gd name="connsiteY27887" fmla="*/ 2196865 h 2398711"/>
              <a:gd name="connsiteX27888" fmla="*/ 1363520 w 2119654"/>
              <a:gd name="connsiteY27888" fmla="*/ 2200669 h 2398711"/>
              <a:gd name="connsiteX27889" fmla="*/ 1788173 w 2119654"/>
              <a:gd name="connsiteY27889" fmla="*/ 1249504 h 2398711"/>
              <a:gd name="connsiteX27890" fmla="*/ 1788901 w 2119654"/>
              <a:gd name="connsiteY27890" fmla="*/ 1248697 h 2398711"/>
              <a:gd name="connsiteX27891" fmla="*/ 1788711 w 2119654"/>
              <a:gd name="connsiteY27891" fmla="*/ 1248580 h 2398711"/>
              <a:gd name="connsiteX27892" fmla="*/ 1788481 w 2119654"/>
              <a:gd name="connsiteY27892" fmla="*/ 1248920 h 2398711"/>
              <a:gd name="connsiteX27893" fmla="*/ 1419829 w 2119654"/>
              <a:gd name="connsiteY27893" fmla="*/ 2074208 h 2398711"/>
              <a:gd name="connsiteX27894" fmla="*/ 1420129 w 2119654"/>
              <a:gd name="connsiteY27894" fmla="*/ 2074377 h 2398711"/>
              <a:gd name="connsiteX27895" fmla="*/ 1420201 w 2119654"/>
              <a:gd name="connsiteY27895" fmla="*/ 2074025 h 2398711"/>
              <a:gd name="connsiteX27896" fmla="*/ 1420159 w 2119654"/>
              <a:gd name="connsiteY27896" fmla="*/ 2074025 h 2398711"/>
              <a:gd name="connsiteX27897" fmla="*/ 1369295 w 2119654"/>
              <a:gd name="connsiteY27897" fmla="*/ 2187098 h 2398711"/>
              <a:gd name="connsiteX27898" fmla="*/ 1371694 w 2119654"/>
              <a:gd name="connsiteY27898" fmla="*/ 2188105 h 2398711"/>
              <a:gd name="connsiteX27899" fmla="*/ 1374266 w 2119654"/>
              <a:gd name="connsiteY27899" fmla="*/ 2184325 h 2398711"/>
              <a:gd name="connsiteX27900" fmla="*/ 1375604 w 2119654"/>
              <a:gd name="connsiteY27900" fmla="*/ 2181499 h 2398711"/>
              <a:gd name="connsiteX27901" fmla="*/ 1370487 w 2119654"/>
              <a:gd name="connsiteY27901" fmla="*/ 2185388 h 2398711"/>
              <a:gd name="connsiteX27902" fmla="*/ 1409845 w 2119654"/>
              <a:gd name="connsiteY27902" fmla="*/ 2095856 h 2398711"/>
              <a:gd name="connsiteX27903" fmla="*/ 1408712 w 2119654"/>
              <a:gd name="connsiteY27903" fmla="*/ 2099485 h 2398711"/>
              <a:gd name="connsiteX27904" fmla="*/ 1412528 w 2119654"/>
              <a:gd name="connsiteY27904" fmla="*/ 2099814 h 2398711"/>
              <a:gd name="connsiteX27905" fmla="*/ 1413345 w 2119654"/>
              <a:gd name="connsiteY27905" fmla="*/ 2097888 h 2398711"/>
              <a:gd name="connsiteX27906" fmla="*/ 1410834 w 2119654"/>
              <a:gd name="connsiteY27906" fmla="*/ 2095977 h 2398711"/>
              <a:gd name="connsiteX27907" fmla="*/ 1821913 w 2119654"/>
              <a:gd name="connsiteY27907" fmla="*/ 1172812 h 2398711"/>
              <a:gd name="connsiteX27908" fmla="*/ 1822039 w 2119654"/>
              <a:gd name="connsiteY27908" fmla="*/ 1172938 h 2398711"/>
              <a:gd name="connsiteX27909" fmla="*/ 1822151 w 2119654"/>
              <a:gd name="connsiteY27909" fmla="*/ 1172586 h 2398711"/>
              <a:gd name="connsiteX27910" fmla="*/ 1788169 w 2119654"/>
              <a:gd name="connsiteY27910" fmla="*/ 1248243 h 2398711"/>
              <a:gd name="connsiteX27911" fmla="*/ 1788152 w 2119654"/>
              <a:gd name="connsiteY27911" fmla="*/ 1248282 h 2398711"/>
              <a:gd name="connsiteX27912" fmla="*/ 1788073 w 2119654"/>
              <a:gd name="connsiteY27912" fmla="*/ 1248826 h 2398711"/>
              <a:gd name="connsiteX27913" fmla="*/ 1788397 w 2119654"/>
              <a:gd name="connsiteY27913" fmla="*/ 1248385 h 2398711"/>
              <a:gd name="connsiteX27914" fmla="*/ 1410494 w 2119654"/>
              <a:gd name="connsiteY27914" fmla="*/ 2093781 h 2398711"/>
              <a:gd name="connsiteX27915" fmla="*/ 1410422 w 2119654"/>
              <a:gd name="connsiteY27915" fmla="*/ 2094009 h 2398711"/>
              <a:gd name="connsiteX27916" fmla="*/ 1411356 w 2119654"/>
              <a:gd name="connsiteY27916" fmla="*/ 2094719 h 2398711"/>
              <a:gd name="connsiteX27917" fmla="*/ 1414526 w 2119654"/>
              <a:gd name="connsiteY27917" fmla="*/ 2095107 h 2398711"/>
              <a:gd name="connsiteX27918" fmla="*/ 1415041 w 2119654"/>
              <a:gd name="connsiteY27918" fmla="*/ 2093895 h 2398711"/>
              <a:gd name="connsiteX27919" fmla="*/ 1414931 w 2119654"/>
              <a:gd name="connsiteY27919" fmla="*/ 2093683 h 2398711"/>
              <a:gd name="connsiteX27920" fmla="*/ 1345817 w 2119654"/>
              <a:gd name="connsiteY27920" fmla="*/ 2238552 h 2398711"/>
              <a:gd name="connsiteX27921" fmla="*/ 1345494 w 2119654"/>
              <a:gd name="connsiteY27921" fmla="*/ 2239288 h 2398711"/>
              <a:gd name="connsiteX27922" fmla="*/ 1347853 w 2119654"/>
              <a:gd name="connsiteY27922" fmla="*/ 2240060 h 2398711"/>
              <a:gd name="connsiteX27923" fmla="*/ 1348139 w 2119654"/>
              <a:gd name="connsiteY27923" fmla="*/ 2239476 h 2398711"/>
              <a:gd name="connsiteX27924" fmla="*/ 1349559 w 2119654"/>
              <a:gd name="connsiteY27924" fmla="*/ 2229801 h 2398711"/>
              <a:gd name="connsiteX27925" fmla="*/ 1347039 w 2119654"/>
              <a:gd name="connsiteY27925" fmla="*/ 2235768 h 2398711"/>
              <a:gd name="connsiteX27926" fmla="*/ 1346129 w 2119654"/>
              <a:gd name="connsiteY27926" fmla="*/ 2237841 h 2398711"/>
              <a:gd name="connsiteX27927" fmla="*/ 1348480 w 2119654"/>
              <a:gd name="connsiteY27927" fmla="*/ 2238781 h 2398711"/>
              <a:gd name="connsiteX27928" fmla="*/ 1349147 w 2119654"/>
              <a:gd name="connsiteY27928" fmla="*/ 2237420 h 2398711"/>
              <a:gd name="connsiteX27929" fmla="*/ 1352091 w 2119654"/>
              <a:gd name="connsiteY27929" fmla="*/ 2231196 h 2398711"/>
              <a:gd name="connsiteX27930" fmla="*/ 1821687 w 2119654"/>
              <a:gd name="connsiteY27930" fmla="*/ 1172585 h 2398711"/>
              <a:gd name="connsiteX27931" fmla="*/ 1821797 w 2119654"/>
              <a:gd name="connsiteY27931" fmla="*/ 1172695 h 2398711"/>
              <a:gd name="connsiteX27932" fmla="*/ 1822249 w 2119654"/>
              <a:gd name="connsiteY27932" fmla="*/ 1172280 h 2398711"/>
              <a:gd name="connsiteX27933" fmla="*/ 1822550 w 2119654"/>
              <a:gd name="connsiteY27933" fmla="*/ 1171335 h 2398711"/>
              <a:gd name="connsiteX27934" fmla="*/ 1367180 w 2119654"/>
              <a:gd name="connsiteY27934" fmla="*/ 2190130 h 2398711"/>
              <a:gd name="connsiteX27935" fmla="*/ 1369187 w 2119654"/>
              <a:gd name="connsiteY27935" fmla="*/ 2190238 h 2398711"/>
              <a:gd name="connsiteX27936" fmla="*/ 1370215 w 2119654"/>
              <a:gd name="connsiteY27936" fmla="*/ 2190279 h 2398711"/>
              <a:gd name="connsiteX27937" fmla="*/ 1371453 w 2119654"/>
              <a:gd name="connsiteY27937" fmla="*/ 2188459 h 2398711"/>
              <a:gd name="connsiteX27938" fmla="*/ 1369049 w 2119654"/>
              <a:gd name="connsiteY27938" fmla="*/ 2187451 h 2398711"/>
              <a:gd name="connsiteX27939" fmla="*/ 1858087 w 2119654"/>
              <a:gd name="connsiteY27939" fmla="*/ 1090864 h 2398711"/>
              <a:gd name="connsiteX27940" fmla="*/ 1858333 w 2119654"/>
              <a:gd name="connsiteY27940" fmla="*/ 1097566 h 2398711"/>
              <a:gd name="connsiteX27941" fmla="*/ 1862500 w 2119654"/>
              <a:gd name="connsiteY27941" fmla="*/ 1092316 h 2398711"/>
              <a:gd name="connsiteX27942" fmla="*/ 1864215 w 2119654"/>
              <a:gd name="connsiteY27942" fmla="*/ 1083771 h 2398711"/>
              <a:gd name="connsiteX27943" fmla="*/ 1368613 w 2119654"/>
              <a:gd name="connsiteY27943" fmla="*/ 2186813 h 2398711"/>
              <a:gd name="connsiteX27944" fmla="*/ 1369063 w 2119654"/>
              <a:gd name="connsiteY27944" fmla="*/ 2187001 h 2398711"/>
              <a:gd name="connsiteX27945" fmla="*/ 1369851 w 2119654"/>
              <a:gd name="connsiteY27945" fmla="*/ 2185871 h 2398711"/>
              <a:gd name="connsiteX27946" fmla="*/ 1411269 w 2119654"/>
              <a:gd name="connsiteY27946" fmla="*/ 2091296 h 2398711"/>
              <a:gd name="connsiteX27947" fmla="*/ 1410662 w 2119654"/>
              <a:gd name="connsiteY27947" fmla="*/ 2093244 h 2398711"/>
              <a:gd name="connsiteX27948" fmla="*/ 1414658 w 2119654"/>
              <a:gd name="connsiteY27948" fmla="*/ 2093156 h 2398711"/>
              <a:gd name="connsiteX27949" fmla="*/ 1414300 w 2119654"/>
              <a:gd name="connsiteY27949" fmla="*/ 2092462 h 2398711"/>
              <a:gd name="connsiteX27950" fmla="*/ 1821287 w 2119654"/>
              <a:gd name="connsiteY27950" fmla="*/ 1173163 h 2398711"/>
              <a:gd name="connsiteX27951" fmla="*/ 1821505 w 2119654"/>
              <a:gd name="connsiteY27951" fmla="*/ 1172963 h 2398711"/>
              <a:gd name="connsiteX27952" fmla="*/ 1821458 w 2119654"/>
              <a:gd name="connsiteY27952" fmla="*/ 1172915 h 2398711"/>
              <a:gd name="connsiteX27953" fmla="*/ 1792661 w 2119654"/>
              <a:gd name="connsiteY27953" fmla="*/ 1237255 h 2398711"/>
              <a:gd name="connsiteX27954" fmla="*/ 1789092 w 2119654"/>
              <a:gd name="connsiteY27954" fmla="*/ 1245983 h 2398711"/>
              <a:gd name="connsiteX27955" fmla="*/ 1789685 w 2119654"/>
              <a:gd name="connsiteY27955" fmla="*/ 1246351 h 2398711"/>
              <a:gd name="connsiteX27956" fmla="*/ 1789777 w 2119654"/>
              <a:gd name="connsiteY27956" fmla="*/ 1246182 h 2398711"/>
              <a:gd name="connsiteX27957" fmla="*/ 1790497 w 2119654"/>
              <a:gd name="connsiteY27957" fmla="*/ 1244819 h 2398711"/>
              <a:gd name="connsiteX27958" fmla="*/ 1830233 w 2119654"/>
              <a:gd name="connsiteY27958" fmla="*/ 1153080 h 2398711"/>
              <a:gd name="connsiteX27959" fmla="*/ 1826349 w 2119654"/>
              <a:gd name="connsiteY27959" fmla="*/ 1165252 h 2398711"/>
              <a:gd name="connsiteX27960" fmla="*/ 1830945 w 2119654"/>
              <a:gd name="connsiteY27960" fmla="*/ 1158788 h 2398711"/>
              <a:gd name="connsiteX27961" fmla="*/ 1833902 w 2119654"/>
              <a:gd name="connsiteY27961" fmla="*/ 1151654 h 2398711"/>
              <a:gd name="connsiteX27962" fmla="*/ 1833952 w 2119654"/>
              <a:gd name="connsiteY27962" fmla="*/ 1151832 h 2398711"/>
              <a:gd name="connsiteX27963" fmla="*/ 1831252 w 2119654"/>
              <a:gd name="connsiteY27963" fmla="*/ 1158348 h 2398711"/>
              <a:gd name="connsiteX27964" fmla="*/ 1845309 w 2119654"/>
              <a:gd name="connsiteY27964" fmla="*/ 1138009 h 2398711"/>
              <a:gd name="connsiteX27965" fmla="*/ 1845331 w 2119654"/>
              <a:gd name="connsiteY27965" fmla="*/ 1138372 h 2398711"/>
              <a:gd name="connsiteX27966" fmla="*/ 1830843 w 2119654"/>
              <a:gd name="connsiteY27966" fmla="*/ 1159336 h 2398711"/>
              <a:gd name="connsiteX27967" fmla="*/ 1827544 w 2119654"/>
              <a:gd name="connsiteY27967" fmla="*/ 1167300 h 2398711"/>
              <a:gd name="connsiteX27968" fmla="*/ 1834575 w 2119654"/>
              <a:gd name="connsiteY27968" fmla="*/ 1160670 h 2398711"/>
              <a:gd name="connsiteX27969" fmla="*/ 1834540 w 2119654"/>
              <a:gd name="connsiteY27969" fmla="*/ 1160903 h 2398711"/>
              <a:gd name="connsiteX27970" fmla="*/ 1827407 w 2119654"/>
              <a:gd name="connsiteY27970" fmla="*/ 1167631 h 2398711"/>
              <a:gd name="connsiteX27971" fmla="*/ 1825092 w 2119654"/>
              <a:gd name="connsiteY27971" fmla="*/ 1173218 h 2398711"/>
              <a:gd name="connsiteX27972" fmla="*/ 1824222 w 2119654"/>
              <a:gd name="connsiteY27972" fmla="*/ 1175136 h 2398711"/>
              <a:gd name="connsiteX27973" fmla="*/ 1825062 w 2119654"/>
              <a:gd name="connsiteY27973" fmla="*/ 1175981 h 2398711"/>
              <a:gd name="connsiteX27974" fmla="*/ 1838037 w 2119654"/>
              <a:gd name="connsiteY27974" fmla="*/ 1164073 h 2398711"/>
              <a:gd name="connsiteX27975" fmla="*/ 1844931 w 2119654"/>
              <a:gd name="connsiteY27975" fmla="*/ 1140367 h 2398711"/>
              <a:gd name="connsiteX27976" fmla="*/ 1846001 w 2119654"/>
              <a:gd name="connsiteY27976" fmla="*/ 1136491 h 2398711"/>
              <a:gd name="connsiteX27977" fmla="*/ 1842500 w 2119654"/>
              <a:gd name="connsiteY27977" fmla="*/ 1135559 h 2398711"/>
              <a:gd name="connsiteX27978" fmla="*/ 1835047 w 2119654"/>
              <a:gd name="connsiteY27978" fmla="*/ 1145360 h 2398711"/>
              <a:gd name="connsiteX27979" fmla="*/ 1355245 w 2119654"/>
              <a:gd name="connsiteY27979" fmla="*/ 2216342 h 2398711"/>
              <a:gd name="connsiteX27980" fmla="*/ 1352035 w 2119654"/>
              <a:gd name="connsiteY27980" fmla="*/ 2223942 h 2398711"/>
              <a:gd name="connsiteX27981" fmla="*/ 1353508 w 2119654"/>
              <a:gd name="connsiteY27981" fmla="*/ 2224173 h 2398711"/>
              <a:gd name="connsiteX27982" fmla="*/ 1353192 w 2119654"/>
              <a:gd name="connsiteY27982" fmla="*/ 2224350 h 2398711"/>
              <a:gd name="connsiteX27983" fmla="*/ 1351945 w 2119654"/>
              <a:gd name="connsiteY27983" fmla="*/ 2224154 h 2398711"/>
              <a:gd name="connsiteX27984" fmla="*/ 1349967 w 2119654"/>
              <a:gd name="connsiteY27984" fmla="*/ 2228836 h 2398711"/>
              <a:gd name="connsiteX27985" fmla="*/ 1352538 w 2119654"/>
              <a:gd name="connsiteY27985" fmla="*/ 2230251 h 2398711"/>
              <a:gd name="connsiteX27986" fmla="*/ 1358094 w 2119654"/>
              <a:gd name="connsiteY27986" fmla="*/ 2218509 h 2398711"/>
              <a:gd name="connsiteX27987" fmla="*/ 1820745 w 2119654"/>
              <a:gd name="connsiteY27987" fmla="*/ 1173949 h 2398711"/>
              <a:gd name="connsiteX27988" fmla="*/ 1821549 w 2119654"/>
              <a:gd name="connsiteY27988" fmla="*/ 1174475 h 2398711"/>
              <a:gd name="connsiteX27989" fmla="*/ 1821903 w 2119654"/>
              <a:gd name="connsiteY27989" fmla="*/ 1173364 h 2398711"/>
              <a:gd name="connsiteX27990" fmla="*/ 1821625 w 2119654"/>
              <a:gd name="connsiteY27990" fmla="*/ 1173083 h 2398711"/>
              <a:gd name="connsiteX27991" fmla="*/ 1820816 w 2119654"/>
              <a:gd name="connsiteY27991" fmla="*/ 1173847 h 2398711"/>
              <a:gd name="connsiteX27992" fmla="*/ 1357197 w 2119654"/>
              <a:gd name="connsiteY27992" fmla="*/ 2211722 h 2398711"/>
              <a:gd name="connsiteX27993" fmla="*/ 1355640 w 2119654"/>
              <a:gd name="connsiteY27993" fmla="*/ 2215408 h 2398711"/>
              <a:gd name="connsiteX27994" fmla="*/ 1358523 w 2119654"/>
              <a:gd name="connsiteY27994" fmla="*/ 2217601 h 2398711"/>
              <a:gd name="connsiteX27995" fmla="*/ 1361080 w 2119654"/>
              <a:gd name="connsiteY27995" fmla="*/ 2212196 h 2398711"/>
              <a:gd name="connsiteX27996" fmla="*/ 1357599 w 2119654"/>
              <a:gd name="connsiteY27996" fmla="*/ 2210770 h 2398711"/>
              <a:gd name="connsiteX27997" fmla="*/ 1357593 w 2119654"/>
              <a:gd name="connsiteY27997" fmla="*/ 2210785 h 2398711"/>
              <a:gd name="connsiteX27998" fmla="*/ 1357659 w 2119654"/>
              <a:gd name="connsiteY27998" fmla="*/ 2210793 h 2398711"/>
              <a:gd name="connsiteX27999" fmla="*/ 1830997 w 2119654"/>
              <a:gd name="connsiteY27999" fmla="*/ 1150686 h 2398711"/>
              <a:gd name="connsiteX28000" fmla="*/ 1830928 w 2119654"/>
              <a:gd name="connsiteY28000" fmla="*/ 1150903 h 2398711"/>
              <a:gd name="connsiteX28001" fmla="*/ 1831365 w 2119654"/>
              <a:gd name="connsiteY28001" fmla="*/ 1150201 h 2398711"/>
              <a:gd name="connsiteX28002" fmla="*/ 1358485 w 2119654"/>
              <a:gd name="connsiteY28002" fmla="*/ 2208673 h 2398711"/>
              <a:gd name="connsiteX28003" fmla="*/ 1357838 w 2119654"/>
              <a:gd name="connsiteY28003" fmla="*/ 2210206 h 2398711"/>
              <a:gd name="connsiteX28004" fmla="*/ 1360155 w 2119654"/>
              <a:gd name="connsiteY28004" fmla="*/ 2211098 h 2398711"/>
              <a:gd name="connsiteX28005" fmla="*/ 1361520 w 2119654"/>
              <a:gd name="connsiteY28005" fmla="*/ 2211265 h 2398711"/>
              <a:gd name="connsiteX28006" fmla="*/ 1362452 w 2119654"/>
              <a:gd name="connsiteY28006" fmla="*/ 2209297 h 2398711"/>
              <a:gd name="connsiteX28007" fmla="*/ 1359041 w 2119654"/>
              <a:gd name="connsiteY28007" fmla="*/ 2208660 h 2398711"/>
              <a:gd name="connsiteX28008" fmla="*/ 1359351 w 2119654"/>
              <a:gd name="connsiteY28008" fmla="*/ 2206623 h 2398711"/>
              <a:gd name="connsiteX28009" fmla="*/ 1359091 w 2119654"/>
              <a:gd name="connsiteY28009" fmla="*/ 2207239 h 2398711"/>
              <a:gd name="connsiteX28010" fmla="*/ 1363074 w 2119654"/>
              <a:gd name="connsiteY28010" fmla="*/ 2207982 h 2398711"/>
              <a:gd name="connsiteX28011" fmla="*/ 1365303 w 2119654"/>
              <a:gd name="connsiteY28011" fmla="*/ 2203270 h 2398711"/>
              <a:gd name="connsiteX28012" fmla="*/ 1362911 w 2119654"/>
              <a:gd name="connsiteY28012" fmla="*/ 2201539 h 2398711"/>
              <a:gd name="connsiteX28013" fmla="*/ 1361829 w 2119654"/>
              <a:gd name="connsiteY28013" fmla="*/ 2200755 h 2398711"/>
              <a:gd name="connsiteX28014" fmla="*/ 1359770 w 2119654"/>
              <a:gd name="connsiteY28014" fmla="*/ 2205629 h 2398711"/>
              <a:gd name="connsiteX28015" fmla="*/ 1362671 w 2119654"/>
              <a:gd name="connsiteY28015" fmla="*/ 2201365 h 2398711"/>
              <a:gd name="connsiteX28016" fmla="*/ 1416489 w 2119654"/>
              <a:gd name="connsiteY28016" fmla="*/ 2078199 h 2398711"/>
              <a:gd name="connsiteX28017" fmla="*/ 1419593 w 2119654"/>
              <a:gd name="connsiteY28017" fmla="*/ 2077004 h 2398711"/>
              <a:gd name="connsiteX28018" fmla="*/ 1419965 w 2119654"/>
              <a:gd name="connsiteY28018" fmla="*/ 2075180 h 2398711"/>
              <a:gd name="connsiteX28019" fmla="*/ 1419028 w 2119654"/>
              <a:gd name="connsiteY28019" fmla="*/ 2074652 h 2398711"/>
              <a:gd name="connsiteX28020" fmla="*/ 1418288 w 2119654"/>
              <a:gd name="connsiteY28020" fmla="*/ 2075061 h 2398711"/>
              <a:gd name="connsiteX28021" fmla="*/ 1363807 w 2119654"/>
              <a:gd name="connsiteY28021" fmla="*/ 2196073 h 2398711"/>
              <a:gd name="connsiteX28022" fmla="*/ 1362058 w 2119654"/>
              <a:gd name="connsiteY28022" fmla="*/ 2200213 h 2398711"/>
              <a:gd name="connsiteX28023" fmla="*/ 1362985 w 2119654"/>
              <a:gd name="connsiteY28023" fmla="*/ 2200903 h 2398711"/>
              <a:gd name="connsiteX28024" fmla="*/ 1365804 w 2119654"/>
              <a:gd name="connsiteY28024" fmla="*/ 2196760 h 2398711"/>
              <a:gd name="connsiteX28025" fmla="*/ 1381611 w 2119654"/>
              <a:gd name="connsiteY28025" fmla="*/ 2156092 h 2398711"/>
              <a:gd name="connsiteX28026" fmla="*/ 1380329 w 2119654"/>
              <a:gd name="connsiteY28026" fmla="*/ 2161802 h 2398711"/>
              <a:gd name="connsiteX28027" fmla="*/ 1387295 w 2119654"/>
              <a:gd name="connsiteY28027" fmla="*/ 2156786 h 2398711"/>
              <a:gd name="connsiteX28028" fmla="*/ 1388001 w 2119654"/>
              <a:gd name="connsiteY28028" fmla="*/ 2155294 h 2398711"/>
              <a:gd name="connsiteX28029" fmla="*/ 1364993 w 2119654"/>
              <a:gd name="connsiteY28029" fmla="*/ 2193266 h 2398711"/>
              <a:gd name="connsiteX28030" fmla="*/ 1364323 w 2119654"/>
              <a:gd name="connsiteY28030" fmla="*/ 2194851 h 2398711"/>
              <a:gd name="connsiteX28031" fmla="*/ 1366576 w 2119654"/>
              <a:gd name="connsiteY28031" fmla="*/ 2195626 h 2398711"/>
              <a:gd name="connsiteX28032" fmla="*/ 1370141 w 2119654"/>
              <a:gd name="connsiteY28032" fmla="*/ 2190387 h 2398711"/>
              <a:gd name="connsiteX28033" fmla="*/ 1367087 w 2119654"/>
              <a:gd name="connsiteY28033" fmla="*/ 2190264 h 2398711"/>
              <a:gd name="connsiteX28034" fmla="*/ 1778971 w 2119654"/>
              <a:gd name="connsiteY28034" fmla="*/ 1266180 h 2398711"/>
              <a:gd name="connsiteX28035" fmla="*/ 1779457 w 2119654"/>
              <a:gd name="connsiteY28035" fmla="*/ 1265808 h 2398711"/>
              <a:gd name="connsiteX28036" fmla="*/ 1780083 w 2119654"/>
              <a:gd name="connsiteY28036" fmla="*/ 1265146 h 2398711"/>
              <a:gd name="connsiteX28037" fmla="*/ 1781107 w 2119654"/>
              <a:gd name="connsiteY28037" fmla="*/ 1262644 h 2398711"/>
              <a:gd name="connsiteX28038" fmla="*/ 1780949 w 2119654"/>
              <a:gd name="connsiteY28038" fmla="*/ 1262718 h 2398711"/>
              <a:gd name="connsiteX28039" fmla="*/ 1366276 w 2119654"/>
              <a:gd name="connsiteY28039" fmla="*/ 2190231 h 2398711"/>
              <a:gd name="connsiteX28040" fmla="*/ 1365453 w 2119654"/>
              <a:gd name="connsiteY28040" fmla="*/ 2192177 h 2398711"/>
              <a:gd name="connsiteX28041" fmla="*/ 1366796 w 2119654"/>
              <a:gd name="connsiteY28041" fmla="*/ 2190252 h 2398711"/>
              <a:gd name="connsiteX28042" fmla="*/ 1386771 w 2119654"/>
              <a:gd name="connsiteY28042" fmla="*/ 2144250 h 2398711"/>
              <a:gd name="connsiteX28043" fmla="*/ 1390899 w 2119654"/>
              <a:gd name="connsiteY28043" fmla="*/ 2145446 h 2398711"/>
              <a:gd name="connsiteX28044" fmla="*/ 1391962 w 2119654"/>
              <a:gd name="connsiteY28044" fmla="*/ 2141429 h 2398711"/>
              <a:gd name="connsiteX28045" fmla="*/ 1388223 w 2119654"/>
              <a:gd name="connsiteY28045" fmla="*/ 2142748 h 2398711"/>
              <a:gd name="connsiteX28046" fmla="*/ 1367296 w 2119654"/>
              <a:gd name="connsiteY28046" fmla="*/ 2187815 h 2398711"/>
              <a:gd name="connsiteX28047" fmla="*/ 1366337 w 2119654"/>
              <a:gd name="connsiteY28047" fmla="*/ 2190084 h 2398711"/>
              <a:gd name="connsiteX28048" fmla="*/ 1366892 w 2119654"/>
              <a:gd name="connsiteY28048" fmla="*/ 2190114 h 2398711"/>
              <a:gd name="connsiteX28049" fmla="*/ 1368817 w 2119654"/>
              <a:gd name="connsiteY28049" fmla="*/ 2187355 h 2398711"/>
              <a:gd name="connsiteX28050" fmla="*/ 1368227 w 2119654"/>
              <a:gd name="connsiteY28050" fmla="*/ 2187107 h 2398711"/>
              <a:gd name="connsiteX28051" fmla="*/ 1839558 w 2119654"/>
              <a:gd name="connsiteY28051" fmla="*/ 1130298 h 2398711"/>
              <a:gd name="connsiteX28052" fmla="*/ 1848567 w 2119654"/>
              <a:gd name="connsiteY28052" fmla="*/ 1122616 h 2398711"/>
              <a:gd name="connsiteX28053" fmla="*/ 1850844 w 2119654"/>
              <a:gd name="connsiteY28053" fmla="*/ 1118963 h 2398711"/>
              <a:gd name="connsiteX28054" fmla="*/ 1852465 w 2119654"/>
              <a:gd name="connsiteY28054" fmla="*/ 1113097 h 2398711"/>
              <a:gd name="connsiteX28055" fmla="*/ 1850256 w 2119654"/>
              <a:gd name="connsiteY28055" fmla="*/ 1116721 h 2398711"/>
              <a:gd name="connsiteX28056" fmla="*/ 1406427 w 2119654"/>
              <a:gd name="connsiteY28056" fmla="*/ 2099657 h 2398711"/>
              <a:gd name="connsiteX28057" fmla="*/ 1406637 w 2119654"/>
              <a:gd name="connsiteY28057" fmla="*/ 2103128 h 2398711"/>
              <a:gd name="connsiteX28058" fmla="*/ 1406842 w 2119654"/>
              <a:gd name="connsiteY28058" fmla="*/ 2103101 h 2398711"/>
              <a:gd name="connsiteX28059" fmla="*/ 1407808 w 2119654"/>
              <a:gd name="connsiteY28059" fmla="*/ 2100005 h 2398711"/>
              <a:gd name="connsiteX28060" fmla="*/ 1407126 w 2119654"/>
              <a:gd name="connsiteY28060" fmla="*/ 2099717 h 2398711"/>
              <a:gd name="connsiteX28061" fmla="*/ 1370047 w 2119654"/>
              <a:gd name="connsiteY28061" fmla="*/ 2180926 h 2398711"/>
              <a:gd name="connsiteX28062" fmla="*/ 1369003 w 2119654"/>
              <a:gd name="connsiteY28062" fmla="*/ 2183707 h 2398711"/>
              <a:gd name="connsiteX28063" fmla="*/ 1373305 w 2119654"/>
              <a:gd name="connsiteY28063" fmla="*/ 2180437 h 2398711"/>
              <a:gd name="connsiteX28064" fmla="*/ 1374346 w 2119654"/>
              <a:gd name="connsiteY28064" fmla="*/ 2179427 h 2398711"/>
              <a:gd name="connsiteX28065" fmla="*/ 1374833 w 2119654"/>
              <a:gd name="connsiteY28065" fmla="*/ 2178730 h 2398711"/>
              <a:gd name="connsiteX28066" fmla="*/ 1376397 w 2119654"/>
              <a:gd name="connsiteY28066" fmla="*/ 2176284 h 2398711"/>
              <a:gd name="connsiteX28067" fmla="*/ 1374824 w 2119654"/>
              <a:gd name="connsiteY28067" fmla="*/ 2176316 h 2398711"/>
              <a:gd name="connsiteX28068" fmla="*/ 1779534 w 2119654"/>
              <a:gd name="connsiteY28068" fmla="*/ 1263910 h 2398711"/>
              <a:gd name="connsiteX28069" fmla="*/ 1779054 w 2119654"/>
              <a:gd name="connsiteY28069" fmla="*/ 1265832 h 2398711"/>
              <a:gd name="connsiteX28070" fmla="*/ 1780657 w 2119654"/>
              <a:gd name="connsiteY28070" fmla="*/ 1262895 h 2398711"/>
              <a:gd name="connsiteX28071" fmla="*/ 1357052 w 2119654"/>
              <a:gd name="connsiteY28071" fmla="*/ 2209904 h 2398711"/>
              <a:gd name="connsiteX28072" fmla="*/ 1357524 w 2119654"/>
              <a:gd name="connsiteY28072" fmla="*/ 2210086 h 2398711"/>
              <a:gd name="connsiteX28073" fmla="*/ 1358118 w 2119654"/>
              <a:gd name="connsiteY28073" fmla="*/ 2208681 h 2398711"/>
              <a:gd name="connsiteX28074" fmla="*/ 1357906 w 2119654"/>
              <a:gd name="connsiteY28074" fmla="*/ 2208686 h 2398711"/>
              <a:gd name="connsiteX28075" fmla="*/ 1409204 w 2119654"/>
              <a:gd name="connsiteY28075" fmla="*/ 2093083 h 2398711"/>
              <a:gd name="connsiteX28076" fmla="*/ 1409450 w 2119654"/>
              <a:gd name="connsiteY28076" fmla="*/ 2093270 h 2398711"/>
              <a:gd name="connsiteX28077" fmla="*/ 1409915 w 2119654"/>
              <a:gd name="connsiteY28077" fmla="*/ 2093260 h 2398711"/>
              <a:gd name="connsiteX28078" fmla="*/ 1410607 w 2119654"/>
              <a:gd name="connsiteY28078" fmla="*/ 2091042 h 2398711"/>
              <a:gd name="connsiteX28079" fmla="*/ 1410370 w 2119654"/>
              <a:gd name="connsiteY28079" fmla="*/ 2090950 h 2398711"/>
              <a:gd name="connsiteX28080" fmla="*/ 1778666 w 2119654"/>
              <a:gd name="connsiteY28080" fmla="*/ 1265561 h 2398711"/>
              <a:gd name="connsiteX28081" fmla="*/ 1778279 w 2119654"/>
              <a:gd name="connsiteY28081" fmla="*/ 1266710 h 2398711"/>
              <a:gd name="connsiteX28082" fmla="*/ 1778403 w 2119654"/>
              <a:gd name="connsiteY28082" fmla="*/ 1266616 h 2398711"/>
              <a:gd name="connsiteX28083" fmla="*/ 1408525 w 2119654"/>
              <a:gd name="connsiteY28083" fmla="*/ 2094324 h 2398711"/>
              <a:gd name="connsiteX28084" fmla="*/ 1408710 w 2119654"/>
              <a:gd name="connsiteY28084" fmla="*/ 2094361 h 2398711"/>
              <a:gd name="connsiteX28085" fmla="*/ 1408565 w 2119654"/>
              <a:gd name="connsiteY28085" fmla="*/ 2094250 h 2398711"/>
              <a:gd name="connsiteX28086" fmla="*/ 1356527 w 2119654"/>
              <a:gd name="connsiteY28086" fmla="*/ 2210655 h 2398711"/>
              <a:gd name="connsiteX28087" fmla="*/ 1357247 w 2119654"/>
              <a:gd name="connsiteY28087" fmla="*/ 2210742 h 2398711"/>
              <a:gd name="connsiteX28088" fmla="*/ 1357286 w 2119654"/>
              <a:gd name="connsiteY28088" fmla="*/ 2210650 h 2398711"/>
              <a:gd name="connsiteX28089" fmla="*/ 1356691 w 2119654"/>
              <a:gd name="connsiteY28089" fmla="*/ 2210421 h 2398711"/>
              <a:gd name="connsiteX28090" fmla="*/ 1371755 w 2119654"/>
              <a:gd name="connsiteY28090" fmla="*/ 2176378 h 2398711"/>
              <a:gd name="connsiteX28091" fmla="*/ 1371117 w 2119654"/>
              <a:gd name="connsiteY28091" fmla="*/ 2178077 h 2398711"/>
              <a:gd name="connsiteX28092" fmla="*/ 1372901 w 2119654"/>
              <a:gd name="connsiteY28092" fmla="*/ 2176355 h 2398711"/>
              <a:gd name="connsiteX28093" fmla="*/ 1791165 w 2119654"/>
              <a:gd name="connsiteY28093" fmla="*/ 1236677 h 2398711"/>
              <a:gd name="connsiteX28094" fmla="*/ 1791894 w 2119654"/>
              <a:gd name="connsiteY28094" fmla="*/ 1236265 h 2398711"/>
              <a:gd name="connsiteX28095" fmla="*/ 1792319 w 2119654"/>
              <a:gd name="connsiteY28095" fmla="*/ 1235223 h 2398711"/>
              <a:gd name="connsiteX28096" fmla="*/ 1406346 w 2119654"/>
              <a:gd name="connsiteY28096" fmla="*/ 2098308 h 2398711"/>
              <a:gd name="connsiteX28097" fmla="*/ 1406366 w 2119654"/>
              <a:gd name="connsiteY28097" fmla="*/ 2098642 h 2398711"/>
              <a:gd name="connsiteX28098" fmla="*/ 1407995 w 2119654"/>
              <a:gd name="connsiteY28098" fmla="*/ 2099407 h 2398711"/>
              <a:gd name="connsiteX28099" fmla="*/ 1409131 w 2119654"/>
              <a:gd name="connsiteY28099" fmla="*/ 2095769 h 2398711"/>
              <a:gd name="connsiteX28100" fmla="*/ 1407822 w 2119654"/>
              <a:gd name="connsiteY28100" fmla="*/ 2095609 h 2398711"/>
              <a:gd name="connsiteX28101" fmla="*/ 1836913 w 2119654"/>
              <a:gd name="connsiteY28101" fmla="*/ 1133657 h 2398711"/>
              <a:gd name="connsiteX28102" fmla="*/ 1841003 w 2119654"/>
              <a:gd name="connsiteY28102" fmla="*/ 1134746 h 2398711"/>
              <a:gd name="connsiteX28103" fmla="*/ 1848202 w 2119654"/>
              <a:gd name="connsiteY28103" fmla="*/ 1123200 h 2398711"/>
              <a:gd name="connsiteX28104" fmla="*/ 1838901 w 2119654"/>
              <a:gd name="connsiteY28104" fmla="*/ 1131134 h 2398711"/>
              <a:gd name="connsiteX28105" fmla="*/ 1375125 w 2119654"/>
              <a:gd name="connsiteY28105" fmla="*/ 2167403 h 2398711"/>
              <a:gd name="connsiteX28106" fmla="*/ 1374244 w 2119654"/>
              <a:gd name="connsiteY28106" fmla="*/ 2169752 h 2398711"/>
              <a:gd name="connsiteX28107" fmla="*/ 1378349 w 2119654"/>
              <a:gd name="connsiteY28107" fmla="*/ 2169670 h 2398711"/>
              <a:gd name="connsiteX28108" fmla="*/ 1378718 w 2119654"/>
              <a:gd name="connsiteY28108" fmla="*/ 2168027 h 2398711"/>
              <a:gd name="connsiteX28109" fmla="*/ 1377117 w 2119654"/>
              <a:gd name="connsiteY28109" fmla="*/ 2167658 h 2398711"/>
              <a:gd name="connsiteX28110" fmla="*/ 1819203 w 2119654"/>
              <a:gd name="connsiteY28110" fmla="*/ 1172941 h 2398711"/>
              <a:gd name="connsiteX28111" fmla="*/ 1820348 w 2119654"/>
              <a:gd name="connsiteY28111" fmla="*/ 1173690 h 2398711"/>
              <a:gd name="connsiteX28112" fmla="*/ 1821132 w 2119654"/>
              <a:gd name="connsiteY28112" fmla="*/ 1172587 h 2398711"/>
              <a:gd name="connsiteX28113" fmla="*/ 1820226 w 2119654"/>
              <a:gd name="connsiteY28113" fmla="*/ 1171676 h 2398711"/>
              <a:gd name="connsiteX28114" fmla="*/ 1360801 w 2119654"/>
              <a:gd name="connsiteY28114" fmla="*/ 2199277 h 2398711"/>
              <a:gd name="connsiteX28115" fmla="*/ 1361783 w 2119654"/>
              <a:gd name="connsiteY28115" fmla="*/ 2200008 h 2398711"/>
              <a:gd name="connsiteX28116" fmla="*/ 1363279 w 2119654"/>
              <a:gd name="connsiteY28116" fmla="*/ 2196466 h 2398711"/>
              <a:gd name="connsiteX28117" fmla="*/ 1363470 w 2119654"/>
              <a:gd name="connsiteY28117" fmla="*/ 2195957 h 2398711"/>
              <a:gd name="connsiteX28118" fmla="*/ 1363185 w 2119654"/>
              <a:gd name="connsiteY28118" fmla="*/ 2195859 h 2398711"/>
              <a:gd name="connsiteX28119" fmla="*/ 1354047 w 2119654"/>
              <a:gd name="connsiteY28119" fmla="*/ 2214196 h 2398711"/>
              <a:gd name="connsiteX28120" fmla="*/ 1355365 w 2119654"/>
              <a:gd name="connsiteY28120" fmla="*/ 2215198 h 2398711"/>
              <a:gd name="connsiteX28121" fmla="*/ 1356851 w 2119654"/>
              <a:gd name="connsiteY28121" fmla="*/ 2211680 h 2398711"/>
              <a:gd name="connsiteX28122" fmla="*/ 1355892 w 2119654"/>
              <a:gd name="connsiteY28122" fmla="*/ 2211562 h 2398711"/>
              <a:gd name="connsiteX28123" fmla="*/ 1383256 w 2119654"/>
              <a:gd name="connsiteY28123" fmla="*/ 2148767 h 2398711"/>
              <a:gd name="connsiteX28124" fmla="*/ 1382266 w 2119654"/>
              <a:gd name="connsiteY28124" fmla="*/ 2153174 h 2398711"/>
              <a:gd name="connsiteX28125" fmla="*/ 1389080 w 2119654"/>
              <a:gd name="connsiteY28125" fmla="*/ 2152324 h 2398711"/>
              <a:gd name="connsiteX28126" fmla="*/ 1389733 w 2119654"/>
              <a:gd name="connsiteY28126" fmla="*/ 2149857 h 2398711"/>
              <a:gd name="connsiteX28127" fmla="*/ 1390900 w 2119654"/>
              <a:gd name="connsiteY28127" fmla="*/ 2131625 h 2398711"/>
              <a:gd name="connsiteX28128" fmla="*/ 1392266 w 2119654"/>
              <a:gd name="connsiteY28128" fmla="*/ 2131917 h 2398711"/>
              <a:gd name="connsiteX28129" fmla="*/ 1393395 w 2119654"/>
              <a:gd name="connsiteY28129" fmla="*/ 2131519 h 2398711"/>
              <a:gd name="connsiteX28130" fmla="*/ 1391145 w 2119654"/>
              <a:gd name="connsiteY28130" fmla="*/ 2131468 h 2398711"/>
              <a:gd name="connsiteX28131" fmla="*/ 1789511 w 2119654"/>
              <a:gd name="connsiteY28131" fmla="*/ 1239018 h 2398711"/>
              <a:gd name="connsiteX28132" fmla="*/ 1788809 w 2119654"/>
              <a:gd name="connsiteY28132" fmla="*/ 1243809 h 2398711"/>
              <a:gd name="connsiteX28133" fmla="*/ 1791203 w 2119654"/>
              <a:gd name="connsiteY28133" fmla="*/ 1237954 h 2398711"/>
              <a:gd name="connsiteX28134" fmla="*/ 1836102 w 2119654"/>
              <a:gd name="connsiteY28134" fmla="*/ 1134685 h 2398711"/>
              <a:gd name="connsiteX28135" fmla="*/ 1831629 w 2119654"/>
              <a:gd name="connsiteY28135" fmla="*/ 1148705 h 2398711"/>
              <a:gd name="connsiteX28136" fmla="*/ 1835281 w 2119654"/>
              <a:gd name="connsiteY28136" fmla="*/ 1143922 h 2398711"/>
              <a:gd name="connsiteX28137" fmla="*/ 1840781 w 2119654"/>
              <a:gd name="connsiteY28137" fmla="*/ 1135101 h 2398711"/>
              <a:gd name="connsiteX28138" fmla="*/ 1836643 w 2119654"/>
              <a:gd name="connsiteY28138" fmla="*/ 1133999 h 2398711"/>
              <a:gd name="connsiteX28139" fmla="*/ 1406987 w 2119654"/>
              <a:gd name="connsiteY28139" fmla="*/ 2095507 h 2398711"/>
              <a:gd name="connsiteX28140" fmla="*/ 1406560 w 2119654"/>
              <a:gd name="connsiteY28140" fmla="*/ 2097123 h 2398711"/>
              <a:gd name="connsiteX28141" fmla="*/ 1407415 w 2119654"/>
              <a:gd name="connsiteY28141" fmla="*/ 2095560 h 2398711"/>
              <a:gd name="connsiteX28142" fmla="*/ 1408334 w 2119654"/>
              <a:gd name="connsiteY28142" fmla="*/ 2092422 h 2398711"/>
              <a:gd name="connsiteX28143" fmla="*/ 1408839 w 2119654"/>
              <a:gd name="connsiteY28143" fmla="*/ 2092805 h 2398711"/>
              <a:gd name="connsiteX28144" fmla="*/ 1409742 w 2119654"/>
              <a:gd name="connsiteY28144" fmla="*/ 2090709 h 2398711"/>
              <a:gd name="connsiteX28145" fmla="*/ 1409393 w 2119654"/>
              <a:gd name="connsiteY28145" fmla="*/ 2090575 h 2398711"/>
              <a:gd name="connsiteX28146" fmla="*/ 1872031 w 2119654"/>
              <a:gd name="connsiteY28146" fmla="*/ 1053941 h 2398711"/>
              <a:gd name="connsiteX28147" fmla="*/ 1869222 w 2119654"/>
              <a:gd name="connsiteY28147" fmla="*/ 1076315 h 2398711"/>
              <a:gd name="connsiteX28148" fmla="*/ 1871599 w 2119654"/>
              <a:gd name="connsiteY28148" fmla="*/ 1073625 h 2398711"/>
              <a:gd name="connsiteX28149" fmla="*/ 1874509 w 2119654"/>
              <a:gd name="connsiteY28149" fmla="*/ 1069987 h 2398711"/>
              <a:gd name="connsiteX28150" fmla="*/ 1882225 w 2119654"/>
              <a:gd name="connsiteY28150" fmla="*/ 1042014 h 2398711"/>
              <a:gd name="connsiteX28151" fmla="*/ 1385229 w 2119654"/>
              <a:gd name="connsiteY28151" fmla="*/ 2143803 h 2398711"/>
              <a:gd name="connsiteX28152" fmla="*/ 1386446 w 2119654"/>
              <a:gd name="connsiteY28152" fmla="*/ 2144156 h 2398711"/>
              <a:gd name="connsiteX28153" fmla="*/ 1387546 w 2119654"/>
              <a:gd name="connsiteY28153" fmla="*/ 2142987 h 2398711"/>
              <a:gd name="connsiteX28154" fmla="*/ 1383513 w 2119654"/>
              <a:gd name="connsiteY28154" fmla="*/ 2147622 h 2398711"/>
              <a:gd name="connsiteX28155" fmla="*/ 1383432 w 2119654"/>
              <a:gd name="connsiteY28155" fmla="*/ 2147983 h 2398711"/>
              <a:gd name="connsiteX28156" fmla="*/ 1389939 w 2119654"/>
              <a:gd name="connsiteY28156" fmla="*/ 2149078 h 2398711"/>
              <a:gd name="connsiteX28157" fmla="*/ 1390586 w 2119654"/>
              <a:gd name="connsiteY28157" fmla="*/ 2146631 h 2398711"/>
              <a:gd name="connsiteX28158" fmla="*/ 1385510 w 2119654"/>
              <a:gd name="connsiteY28158" fmla="*/ 2145555 h 2398711"/>
              <a:gd name="connsiteX28159" fmla="*/ 1810253 w 2119654"/>
              <a:gd name="connsiteY28159" fmla="*/ 1192057 h 2398711"/>
              <a:gd name="connsiteX28160" fmla="*/ 1808850 w 2119654"/>
              <a:gd name="connsiteY28160" fmla="*/ 1201024 h 2398711"/>
              <a:gd name="connsiteX28161" fmla="*/ 1808824 w 2119654"/>
              <a:gd name="connsiteY28161" fmla="*/ 1201280 h 2398711"/>
              <a:gd name="connsiteX28162" fmla="*/ 1809590 w 2119654"/>
              <a:gd name="connsiteY28162" fmla="*/ 1200895 h 2398711"/>
              <a:gd name="connsiteX28163" fmla="*/ 1813094 w 2119654"/>
              <a:gd name="connsiteY28163" fmla="*/ 1198558 h 2398711"/>
              <a:gd name="connsiteX28164" fmla="*/ 1815692 w 2119654"/>
              <a:gd name="connsiteY28164" fmla="*/ 1192830 h 2398711"/>
              <a:gd name="connsiteX28165" fmla="*/ 1817924 w 2119654"/>
              <a:gd name="connsiteY28165" fmla="*/ 1185835 h 2398711"/>
              <a:gd name="connsiteX28166" fmla="*/ 1407374 w 2119654"/>
              <a:gd name="connsiteY28166" fmla="*/ 2094097 h 2398711"/>
              <a:gd name="connsiteX28167" fmla="*/ 1408133 w 2119654"/>
              <a:gd name="connsiteY28167" fmla="*/ 2094247 h 2398711"/>
              <a:gd name="connsiteX28168" fmla="*/ 1408258 w 2119654"/>
              <a:gd name="connsiteY28168" fmla="*/ 2094017 h 2398711"/>
              <a:gd name="connsiteX28169" fmla="*/ 1408020 w 2119654"/>
              <a:gd name="connsiteY28169" fmla="*/ 2093836 h 2398711"/>
              <a:gd name="connsiteX28170" fmla="*/ 1407517 w 2119654"/>
              <a:gd name="connsiteY28170" fmla="*/ 2093846 h 2398711"/>
              <a:gd name="connsiteX28171" fmla="*/ 1782714 w 2119654"/>
              <a:gd name="connsiteY28171" fmla="*/ 1253531 h 2398711"/>
              <a:gd name="connsiteX28172" fmla="*/ 1782178 w 2119654"/>
              <a:gd name="connsiteY28172" fmla="*/ 1255124 h 2398711"/>
              <a:gd name="connsiteX28173" fmla="*/ 1783301 w 2119654"/>
              <a:gd name="connsiteY28173" fmla="*/ 1254599 h 2398711"/>
              <a:gd name="connsiteX28174" fmla="*/ 1364444 w 2119654"/>
              <a:gd name="connsiteY28174" fmla="*/ 2189983 h 2398711"/>
              <a:gd name="connsiteX28175" fmla="*/ 1365687 w 2119654"/>
              <a:gd name="connsiteY28175" fmla="*/ 2190050 h 2398711"/>
              <a:gd name="connsiteX28176" fmla="*/ 1366220 w 2119654"/>
              <a:gd name="connsiteY28176" fmla="*/ 2188632 h 2398711"/>
              <a:gd name="connsiteX28177" fmla="*/ 1813373 w 2119654"/>
              <a:gd name="connsiteY28177" fmla="*/ 1184362 h 2398711"/>
              <a:gd name="connsiteX28178" fmla="*/ 1819658 w 2119654"/>
              <a:gd name="connsiteY28178" fmla="*/ 1180401 h 2398711"/>
              <a:gd name="connsiteX28179" fmla="*/ 1821292 w 2119654"/>
              <a:gd name="connsiteY28179" fmla="*/ 1175280 h 2398711"/>
              <a:gd name="connsiteX28180" fmla="*/ 1820246 w 2119654"/>
              <a:gd name="connsiteY28180" fmla="*/ 1174671 h 2398711"/>
              <a:gd name="connsiteX28181" fmla="*/ 1819563 w 2119654"/>
              <a:gd name="connsiteY28181" fmla="*/ 1175658 h 2398711"/>
              <a:gd name="connsiteX28182" fmla="*/ 1379262 w 2119654"/>
              <a:gd name="connsiteY28182" fmla="*/ 2156385 h 2398711"/>
              <a:gd name="connsiteX28183" fmla="*/ 1377361 w 2119654"/>
              <a:gd name="connsiteY28183" fmla="*/ 2161447 h 2398711"/>
              <a:gd name="connsiteX28184" fmla="*/ 1380117 w 2119654"/>
              <a:gd name="connsiteY28184" fmla="*/ 2161799 h 2398711"/>
              <a:gd name="connsiteX28185" fmla="*/ 1380720 w 2119654"/>
              <a:gd name="connsiteY28185" fmla="*/ 2159113 h 2398711"/>
              <a:gd name="connsiteX28186" fmla="*/ 1381348 w 2119654"/>
              <a:gd name="connsiteY28186" fmla="*/ 2156125 h 2398711"/>
              <a:gd name="connsiteX28187" fmla="*/ 1843119 w 2119654"/>
              <a:gd name="connsiteY28187" fmla="*/ 1117439 h 2398711"/>
              <a:gd name="connsiteX28188" fmla="*/ 1848744 w 2119654"/>
              <a:gd name="connsiteY28188" fmla="*/ 1112102 h 2398711"/>
              <a:gd name="connsiteX28189" fmla="*/ 1853592 w 2119654"/>
              <a:gd name="connsiteY28189" fmla="*/ 1105948 h 2398711"/>
              <a:gd name="connsiteX28190" fmla="*/ 1853636 w 2119654"/>
              <a:gd name="connsiteY28190" fmla="*/ 1104186 h 2398711"/>
              <a:gd name="connsiteX28191" fmla="*/ 1819465 w 2119654"/>
              <a:gd name="connsiteY28191" fmla="*/ 1170348 h 2398711"/>
              <a:gd name="connsiteX28192" fmla="*/ 1820400 w 2119654"/>
              <a:gd name="connsiteY28192" fmla="*/ 1171290 h 2398711"/>
              <a:gd name="connsiteX28193" fmla="*/ 1821374 w 2119654"/>
              <a:gd name="connsiteY28193" fmla="*/ 1170084 h 2398711"/>
              <a:gd name="connsiteX28194" fmla="*/ 1821373 w 2119654"/>
              <a:gd name="connsiteY28194" fmla="*/ 1170260 h 2398711"/>
              <a:gd name="connsiteX28195" fmla="*/ 1820477 w 2119654"/>
              <a:gd name="connsiteY28195" fmla="*/ 1171367 h 2398711"/>
              <a:gd name="connsiteX28196" fmla="*/ 1821365 w 2119654"/>
              <a:gd name="connsiteY28196" fmla="*/ 1172260 h 2398711"/>
              <a:gd name="connsiteX28197" fmla="*/ 1822981 w 2119654"/>
              <a:gd name="connsiteY28197" fmla="*/ 1169988 h 2398711"/>
              <a:gd name="connsiteX28198" fmla="*/ 1826429 w 2119654"/>
              <a:gd name="connsiteY28198" fmla="*/ 1159181 h 2398711"/>
              <a:gd name="connsiteX28199" fmla="*/ 1384065 w 2119654"/>
              <a:gd name="connsiteY28199" fmla="*/ 2145158 h 2398711"/>
              <a:gd name="connsiteX28200" fmla="*/ 1383614 w 2119654"/>
              <a:gd name="connsiteY28200" fmla="*/ 2147166 h 2398711"/>
              <a:gd name="connsiteX28201" fmla="*/ 1385196 w 2119654"/>
              <a:gd name="connsiteY28201" fmla="*/ 2145485 h 2398711"/>
              <a:gd name="connsiteX28202" fmla="*/ 1872308 w 2119654"/>
              <a:gd name="connsiteY28202" fmla="*/ 1051729 h 2398711"/>
              <a:gd name="connsiteX28203" fmla="*/ 1872094 w 2119654"/>
              <a:gd name="connsiteY28203" fmla="*/ 1053438 h 2398711"/>
              <a:gd name="connsiteX28204" fmla="*/ 1882399 w 2119654"/>
              <a:gd name="connsiteY28204" fmla="*/ 1041381 h 2398711"/>
              <a:gd name="connsiteX28205" fmla="*/ 1884130 w 2119654"/>
              <a:gd name="connsiteY28205" fmla="*/ 1035106 h 2398711"/>
              <a:gd name="connsiteX28206" fmla="*/ 1841508 w 2119654"/>
              <a:gd name="connsiteY28206" fmla="*/ 1120638 h 2398711"/>
              <a:gd name="connsiteX28207" fmla="*/ 1846614 w 2119654"/>
              <a:gd name="connsiteY28207" fmla="*/ 1114806 h 2398711"/>
              <a:gd name="connsiteX28208" fmla="*/ 1846897 w 2119654"/>
              <a:gd name="connsiteY28208" fmla="*/ 1114447 h 2398711"/>
              <a:gd name="connsiteX28209" fmla="*/ 1842274 w 2119654"/>
              <a:gd name="connsiteY28209" fmla="*/ 1118955 h 2398711"/>
              <a:gd name="connsiteX28210" fmla="*/ 1810793 w 2119654"/>
              <a:gd name="connsiteY28210" fmla="*/ 1189408 h 2398711"/>
              <a:gd name="connsiteX28211" fmla="*/ 1810574 w 2119654"/>
              <a:gd name="connsiteY28211" fmla="*/ 1190012 h 2398711"/>
              <a:gd name="connsiteX28212" fmla="*/ 1810297 w 2119654"/>
              <a:gd name="connsiteY28212" fmla="*/ 1191777 h 2398711"/>
              <a:gd name="connsiteX28213" fmla="*/ 1818029 w 2119654"/>
              <a:gd name="connsiteY28213" fmla="*/ 1185506 h 2398711"/>
              <a:gd name="connsiteX28214" fmla="*/ 1819265 w 2119654"/>
              <a:gd name="connsiteY28214" fmla="*/ 1181632 h 2398711"/>
              <a:gd name="connsiteX28215" fmla="*/ 1818241 w 2119654"/>
              <a:gd name="connsiteY28215" fmla="*/ 1172312 h 2398711"/>
              <a:gd name="connsiteX28216" fmla="*/ 1819112 w 2119654"/>
              <a:gd name="connsiteY28216" fmla="*/ 1172881 h 2398711"/>
              <a:gd name="connsiteX28217" fmla="*/ 1820149 w 2119654"/>
              <a:gd name="connsiteY28217" fmla="*/ 1171599 h 2398711"/>
              <a:gd name="connsiteX28218" fmla="*/ 1819250 w 2119654"/>
              <a:gd name="connsiteY28218" fmla="*/ 1170694 h 2398711"/>
              <a:gd name="connsiteX28219" fmla="*/ 1381944 w 2119654"/>
              <a:gd name="connsiteY28219" fmla="*/ 2149246 h 2398711"/>
              <a:gd name="connsiteX28220" fmla="*/ 1380380 w 2119654"/>
              <a:gd name="connsiteY28220" fmla="*/ 2153409 h 2398711"/>
              <a:gd name="connsiteX28221" fmla="*/ 1381959 w 2119654"/>
              <a:gd name="connsiteY28221" fmla="*/ 2153213 h 2398711"/>
              <a:gd name="connsiteX28222" fmla="*/ 1382905 w 2119654"/>
              <a:gd name="connsiteY28222" fmla="*/ 2148707 h 2398711"/>
              <a:gd name="connsiteX28223" fmla="*/ 1382525 w 2119654"/>
              <a:gd name="connsiteY28223" fmla="*/ 2148644 h 2398711"/>
              <a:gd name="connsiteX28224" fmla="*/ 1785128 w 2119654"/>
              <a:gd name="connsiteY28224" fmla="*/ 1246356 h 2398711"/>
              <a:gd name="connsiteX28225" fmla="*/ 1783322 w 2119654"/>
              <a:gd name="connsiteY28225" fmla="*/ 1251723 h 2398711"/>
              <a:gd name="connsiteX28226" fmla="*/ 1784402 w 2119654"/>
              <a:gd name="connsiteY28226" fmla="*/ 1253683 h 2398711"/>
              <a:gd name="connsiteX28227" fmla="*/ 1784943 w 2119654"/>
              <a:gd name="connsiteY28227" fmla="*/ 1253085 h 2398711"/>
              <a:gd name="connsiteX28228" fmla="*/ 1785107 w 2119654"/>
              <a:gd name="connsiteY28228" fmla="*/ 1252860 h 2398711"/>
              <a:gd name="connsiteX28229" fmla="*/ 1786263 w 2119654"/>
              <a:gd name="connsiteY28229" fmla="*/ 1250033 h 2398711"/>
              <a:gd name="connsiteX28230" fmla="*/ 1786844 w 2119654"/>
              <a:gd name="connsiteY28230" fmla="*/ 1247420 h 2398711"/>
              <a:gd name="connsiteX28231" fmla="*/ 1811843 w 2119654"/>
              <a:gd name="connsiteY28231" fmla="*/ 1186514 h 2398711"/>
              <a:gd name="connsiteX28232" fmla="*/ 1811134 w 2119654"/>
              <a:gd name="connsiteY28232" fmla="*/ 1188465 h 2398711"/>
              <a:gd name="connsiteX28233" fmla="*/ 1819455 w 2119654"/>
              <a:gd name="connsiteY28233" fmla="*/ 1181036 h 2398711"/>
              <a:gd name="connsiteX28234" fmla="*/ 1819581 w 2119654"/>
              <a:gd name="connsiteY28234" fmla="*/ 1180640 h 2398711"/>
              <a:gd name="connsiteX28235" fmla="*/ 1813128 w 2119654"/>
              <a:gd name="connsiteY28235" fmla="*/ 1184707 h 2398711"/>
              <a:gd name="connsiteX28236" fmla="*/ 1382191 w 2119654"/>
              <a:gd name="connsiteY28236" fmla="*/ 2148587 h 2398711"/>
              <a:gd name="connsiteX28237" fmla="*/ 1382155 w 2119654"/>
              <a:gd name="connsiteY28237" fmla="*/ 2148683 h 2398711"/>
              <a:gd name="connsiteX28238" fmla="*/ 1382240 w 2119654"/>
              <a:gd name="connsiteY28238" fmla="*/ 2148595 h 2398711"/>
              <a:gd name="connsiteX28239" fmla="*/ 1815144 w 2119654"/>
              <a:gd name="connsiteY28239" fmla="*/ 1178803 h 2398711"/>
              <a:gd name="connsiteX28240" fmla="*/ 1819660 w 2119654"/>
              <a:gd name="connsiteY28240" fmla="*/ 1174659 h 2398711"/>
              <a:gd name="connsiteX28241" fmla="*/ 1819825 w 2119654"/>
              <a:gd name="connsiteY28241" fmla="*/ 1174426 h 2398711"/>
              <a:gd name="connsiteX28242" fmla="*/ 1818586 w 2119654"/>
              <a:gd name="connsiteY28242" fmla="*/ 1173704 h 2398711"/>
              <a:gd name="connsiteX28243" fmla="*/ 1816012 w 2119654"/>
              <a:gd name="connsiteY28243" fmla="*/ 1176884 h 2398711"/>
              <a:gd name="connsiteX28244" fmla="*/ 1816048 w 2119654"/>
              <a:gd name="connsiteY28244" fmla="*/ 1177076 h 2398711"/>
              <a:gd name="connsiteX28245" fmla="*/ 1383536 w 2119654"/>
              <a:gd name="connsiteY28245" fmla="*/ 2145004 h 2398711"/>
              <a:gd name="connsiteX28246" fmla="*/ 1382478 w 2119654"/>
              <a:gd name="connsiteY28246" fmla="*/ 2147822 h 2398711"/>
              <a:gd name="connsiteX28247" fmla="*/ 1382915 w 2119654"/>
              <a:gd name="connsiteY28247" fmla="*/ 2147896 h 2398711"/>
              <a:gd name="connsiteX28248" fmla="*/ 1383120 w 2119654"/>
              <a:gd name="connsiteY28248" fmla="*/ 2147684 h 2398711"/>
              <a:gd name="connsiteX28249" fmla="*/ 1383675 w 2119654"/>
              <a:gd name="connsiteY28249" fmla="*/ 2145044 h 2398711"/>
              <a:gd name="connsiteX28250" fmla="*/ 1793940 w 2119654"/>
              <a:gd name="connsiteY28250" fmla="*/ 1225873 h 2398711"/>
              <a:gd name="connsiteX28251" fmla="*/ 1795257 w 2119654"/>
              <a:gd name="connsiteY28251" fmla="*/ 1228040 h 2398711"/>
              <a:gd name="connsiteX28252" fmla="*/ 1795398 w 2119654"/>
              <a:gd name="connsiteY28252" fmla="*/ 1227696 h 2398711"/>
              <a:gd name="connsiteX28253" fmla="*/ 1796781 w 2119654"/>
              <a:gd name="connsiteY28253" fmla="*/ 1222860 h 2398711"/>
              <a:gd name="connsiteX28254" fmla="*/ 1810917 w 2119654"/>
              <a:gd name="connsiteY28254" fmla="*/ 1187816 h 2398711"/>
              <a:gd name="connsiteX28255" fmla="*/ 1810906 w 2119654"/>
              <a:gd name="connsiteY28255" fmla="*/ 1187887 h 2398711"/>
              <a:gd name="connsiteX28256" fmla="*/ 1810947 w 2119654"/>
              <a:gd name="connsiteY28256" fmla="*/ 1187774 h 2398711"/>
              <a:gd name="connsiteX28257" fmla="*/ 1401964 w 2119654"/>
              <a:gd name="connsiteY28257" fmla="*/ 2103530 h 2398711"/>
              <a:gd name="connsiteX28258" fmla="*/ 1401985 w 2119654"/>
              <a:gd name="connsiteY28258" fmla="*/ 2103528 h 2398711"/>
              <a:gd name="connsiteX28259" fmla="*/ 1402001 w 2119654"/>
              <a:gd name="connsiteY28259" fmla="*/ 2103466 h 2398711"/>
              <a:gd name="connsiteX28260" fmla="*/ 1365360 w 2119654"/>
              <a:gd name="connsiteY28260" fmla="*/ 2185450 h 2398711"/>
              <a:gd name="connsiteX28261" fmla="*/ 1366231 w 2119654"/>
              <a:gd name="connsiteY28261" fmla="*/ 2185814 h 2398711"/>
              <a:gd name="connsiteX28262" fmla="*/ 1367696 w 2119654"/>
              <a:gd name="connsiteY28262" fmla="*/ 2184700 h 2398711"/>
              <a:gd name="connsiteX28263" fmla="*/ 1368583 w 2119654"/>
              <a:gd name="connsiteY28263" fmla="*/ 2182340 h 2398711"/>
              <a:gd name="connsiteX28264" fmla="*/ 1823723 w 2119654"/>
              <a:gd name="connsiteY28264" fmla="*/ 1159060 h 2398711"/>
              <a:gd name="connsiteX28265" fmla="*/ 1828438 w 2119654"/>
              <a:gd name="connsiteY28265" fmla="*/ 1152884 h 2398711"/>
              <a:gd name="connsiteX28266" fmla="*/ 1832219 w 2119654"/>
              <a:gd name="connsiteY28266" fmla="*/ 1141032 h 2398711"/>
              <a:gd name="connsiteX28267" fmla="*/ 1832037 w 2119654"/>
              <a:gd name="connsiteY28267" fmla="*/ 1141434 h 2398711"/>
              <a:gd name="connsiteX28268" fmla="*/ 1813504 w 2119654"/>
              <a:gd name="connsiteY28268" fmla="*/ 1181937 h 2398711"/>
              <a:gd name="connsiteX28269" fmla="*/ 1812485 w 2119654"/>
              <a:gd name="connsiteY28269" fmla="*/ 1184746 h 2398711"/>
              <a:gd name="connsiteX28270" fmla="*/ 1819058 w 2119654"/>
              <a:gd name="connsiteY28270" fmla="*/ 1175504 h 2398711"/>
              <a:gd name="connsiteX28271" fmla="*/ 1814740 w 2119654"/>
              <a:gd name="connsiteY28271" fmla="*/ 1179576 h 2398711"/>
              <a:gd name="connsiteX28272" fmla="*/ 1786339 w 2119654"/>
              <a:gd name="connsiteY28272" fmla="*/ 1242759 h 2398711"/>
              <a:gd name="connsiteX28273" fmla="*/ 1785917 w 2119654"/>
              <a:gd name="connsiteY28273" fmla="*/ 1244013 h 2398711"/>
              <a:gd name="connsiteX28274" fmla="*/ 1787249 w 2119654"/>
              <a:gd name="connsiteY28274" fmla="*/ 1244840 h 2398711"/>
              <a:gd name="connsiteX28275" fmla="*/ 1787830 w 2119654"/>
              <a:gd name="connsiteY28275" fmla="*/ 1240881 h 2398711"/>
              <a:gd name="connsiteX28276" fmla="*/ 1838996 w 2119654"/>
              <a:gd name="connsiteY28276" fmla="*/ 1124355 h 2398711"/>
              <a:gd name="connsiteX28277" fmla="*/ 1838945 w 2119654"/>
              <a:gd name="connsiteY28277" fmla="*/ 1124540 h 2398711"/>
              <a:gd name="connsiteX28278" fmla="*/ 1839940 w 2119654"/>
              <a:gd name="connsiteY28278" fmla="*/ 1123278 h 2398711"/>
              <a:gd name="connsiteX28279" fmla="*/ 1355662 w 2119654"/>
              <a:gd name="connsiteY28279" fmla="*/ 2206598 h 2398711"/>
              <a:gd name="connsiteX28280" fmla="*/ 1358723 w 2119654"/>
              <a:gd name="connsiteY28280" fmla="*/ 2207169 h 2398711"/>
              <a:gd name="connsiteX28281" fmla="*/ 1358814 w 2119654"/>
              <a:gd name="connsiteY28281" fmla="*/ 2207035 h 2398711"/>
              <a:gd name="connsiteX28282" fmla="*/ 1361552 w 2119654"/>
              <a:gd name="connsiteY28282" fmla="*/ 2200555 h 2398711"/>
              <a:gd name="connsiteX28283" fmla="*/ 1360460 w 2119654"/>
              <a:gd name="connsiteY28283" fmla="*/ 2199765 h 2398711"/>
              <a:gd name="connsiteX28284" fmla="*/ 1356831 w 2119654"/>
              <a:gd name="connsiteY28284" fmla="*/ 2204969 h 2398711"/>
              <a:gd name="connsiteX28285" fmla="*/ 1787084 w 2119654"/>
              <a:gd name="connsiteY28285" fmla="*/ 1240544 h 2398711"/>
              <a:gd name="connsiteX28286" fmla="*/ 1786862 w 2119654"/>
              <a:gd name="connsiteY28286" fmla="*/ 1241205 h 2398711"/>
              <a:gd name="connsiteX28287" fmla="*/ 1787689 w 2119654"/>
              <a:gd name="connsiteY28287" fmla="*/ 1240163 h 2398711"/>
              <a:gd name="connsiteX28288" fmla="*/ 1818740 w 2119654"/>
              <a:gd name="connsiteY28288" fmla="*/ 1169619 h 2398711"/>
              <a:gd name="connsiteX28289" fmla="*/ 1819057 w 2119654"/>
              <a:gd name="connsiteY28289" fmla="*/ 1169939 h 2398711"/>
              <a:gd name="connsiteX28290" fmla="*/ 1827124 w 2119654"/>
              <a:gd name="connsiteY28290" fmla="*/ 1157003 h 2398711"/>
              <a:gd name="connsiteX28291" fmla="*/ 1827796 w 2119654"/>
              <a:gd name="connsiteY28291" fmla="*/ 1154894 h 2398711"/>
              <a:gd name="connsiteX28292" fmla="*/ 1822238 w 2119654"/>
              <a:gd name="connsiteY28292" fmla="*/ 1162203 h 2398711"/>
              <a:gd name="connsiteX28293" fmla="*/ 1811675 w 2119654"/>
              <a:gd name="connsiteY28293" fmla="*/ 1185432 h 2398711"/>
              <a:gd name="connsiteX28294" fmla="*/ 1811834 w 2119654"/>
              <a:gd name="connsiteY28294" fmla="*/ 1185332 h 2398711"/>
              <a:gd name="connsiteX28295" fmla="*/ 1812073 w 2119654"/>
              <a:gd name="connsiteY28295" fmla="*/ 1184671 h 2398711"/>
              <a:gd name="connsiteX28296" fmla="*/ 1814792 w 2119654"/>
              <a:gd name="connsiteY28296" fmla="*/ 1178392 h 2398711"/>
              <a:gd name="connsiteX28297" fmla="*/ 1814392 w 2119654"/>
              <a:gd name="connsiteY28297" fmla="*/ 1179494 h 2398711"/>
              <a:gd name="connsiteX28298" fmla="*/ 1814502 w 2119654"/>
              <a:gd name="connsiteY28298" fmla="*/ 1179392 h 2398711"/>
              <a:gd name="connsiteX28299" fmla="*/ 1815453 w 2119654"/>
              <a:gd name="connsiteY28299" fmla="*/ 1177574 h 2398711"/>
              <a:gd name="connsiteX28300" fmla="*/ 1817652 w 2119654"/>
              <a:gd name="connsiteY28300" fmla="*/ 1171926 h 2398711"/>
              <a:gd name="connsiteX28301" fmla="*/ 1817755 w 2119654"/>
              <a:gd name="connsiteY28301" fmla="*/ 1171993 h 2398711"/>
              <a:gd name="connsiteX28302" fmla="*/ 1818010 w 2119654"/>
              <a:gd name="connsiteY28302" fmla="*/ 1171619 h 2398711"/>
              <a:gd name="connsiteX28303" fmla="*/ 1818842 w 2119654"/>
              <a:gd name="connsiteY28303" fmla="*/ 1170284 h 2398711"/>
              <a:gd name="connsiteX28304" fmla="*/ 1818560 w 2119654"/>
              <a:gd name="connsiteY28304" fmla="*/ 1170000 h 2398711"/>
              <a:gd name="connsiteX28305" fmla="*/ 1811125 w 2119654"/>
              <a:gd name="connsiteY28305" fmla="*/ 1186483 h 2398711"/>
              <a:gd name="connsiteX28306" fmla="*/ 1811090 w 2119654"/>
              <a:gd name="connsiteY28306" fmla="*/ 1186706 h 2398711"/>
              <a:gd name="connsiteX28307" fmla="*/ 1811589 w 2119654"/>
              <a:gd name="connsiteY28307" fmla="*/ 1186005 h 2398711"/>
              <a:gd name="connsiteX28308" fmla="*/ 1811744 w 2119654"/>
              <a:gd name="connsiteY28308" fmla="*/ 1185579 h 2398711"/>
              <a:gd name="connsiteX28309" fmla="*/ 1811527 w 2119654"/>
              <a:gd name="connsiteY28309" fmla="*/ 1185716 h 2398711"/>
              <a:gd name="connsiteX28310" fmla="*/ 1790433 w 2119654"/>
              <a:gd name="connsiteY28310" fmla="*/ 1232723 h 2398711"/>
              <a:gd name="connsiteX28311" fmla="*/ 1789735 w 2119654"/>
              <a:gd name="connsiteY28311" fmla="*/ 1237485 h 2398711"/>
              <a:gd name="connsiteX28312" fmla="*/ 1789877 w 2119654"/>
              <a:gd name="connsiteY28312" fmla="*/ 1237405 h 2398711"/>
              <a:gd name="connsiteX28313" fmla="*/ 1793074 w 2119654"/>
              <a:gd name="connsiteY28313" fmla="*/ 1233376 h 2398711"/>
              <a:gd name="connsiteX28314" fmla="*/ 1793924 w 2119654"/>
              <a:gd name="connsiteY28314" fmla="*/ 1231298 h 2398711"/>
              <a:gd name="connsiteX28315" fmla="*/ 1793094 w 2119654"/>
              <a:gd name="connsiteY28315" fmla="*/ 1230241 h 2398711"/>
              <a:gd name="connsiteX28316" fmla="*/ 1815268 w 2119654"/>
              <a:gd name="connsiteY28316" fmla="*/ 1177079 h 2398711"/>
              <a:gd name="connsiteX28317" fmla="*/ 1814904 w 2119654"/>
              <a:gd name="connsiteY28317" fmla="*/ 1178080 h 2398711"/>
              <a:gd name="connsiteX28318" fmla="*/ 1815709 w 2119654"/>
              <a:gd name="connsiteY28318" fmla="*/ 1177086 h 2398711"/>
              <a:gd name="connsiteX28319" fmla="*/ 1815960 w 2119654"/>
              <a:gd name="connsiteY28319" fmla="*/ 1176606 h 2398711"/>
              <a:gd name="connsiteX28320" fmla="*/ 1815986 w 2119654"/>
              <a:gd name="connsiteY28320" fmla="*/ 1176744 h 2398711"/>
              <a:gd name="connsiteX28321" fmla="*/ 1818491 w 2119654"/>
              <a:gd name="connsiteY28321" fmla="*/ 1173648 h 2398711"/>
              <a:gd name="connsiteX28322" fmla="*/ 1817696 w 2119654"/>
              <a:gd name="connsiteY28322" fmla="*/ 1173185 h 2398711"/>
              <a:gd name="connsiteX28323" fmla="*/ 1787634 w 2119654"/>
              <a:gd name="connsiteY28323" fmla="*/ 1238911 h 2398711"/>
              <a:gd name="connsiteX28324" fmla="*/ 1787610 w 2119654"/>
              <a:gd name="connsiteY28324" fmla="*/ 1238980 h 2398711"/>
              <a:gd name="connsiteX28325" fmla="*/ 1788159 w 2119654"/>
              <a:gd name="connsiteY28325" fmla="*/ 1238635 h 2398711"/>
              <a:gd name="connsiteX28326" fmla="*/ 1788162 w 2119654"/>
              <a:gd name="connsiteY28326" fmla="*/ 1238612 h 2398711"/>
              <a:gd name="connsiteX28327" fmla="*/ 1811294 w 2119654"/>
              <a:gd name="connsiteY28327" fmla="*/ 1185403 h 2398711"/>
              <a:gd name="connsiteX28328" fmla="*/ 1811268 w 2119654"/>
              <a:gd name="connsiteY28328" fmla="*/ 1185574 h 2398711"/>
              <a:gd name="connsiteX28329" fmla="*/ 1812831 w 2119654"/>
              <a:gd name="connsiteY28329" fmla="*/ 1182587 h 2398711"/>
              <a:gd name="connsiteX28330" fmla="*/ 1813498 w 2119654"/>
              <a:gd name="connsiteY28330" fmla="*/ 1180746 h 2398711"/>
              <a:gd name="connsiteX28331" fmla="*/ 1813485 w 2119654"/>
              <a:gd name="connsiteY28331" fmla="*/ 1180759 h 2398711"/>
              <a:gd name="connsiteX28332" fmla="*/ 1839722 w 2119654"/>
              <a:gd name="connsiteY28332" fmla="*/ 1121719 h 2398711"/>
              <a:gd name="connsiteX28333" fmla="*/ 1839338 w 2119654"/>
              <a:gd name="connsiteY28333" fmla="*/ 1123116 h 2398711"/>
              <a:gd name="connsiteX28334" fmla="*/ 1841103 w 2119654"/>
              <a:gd name="connsiteY28334" fmla="*/ 1121100 h 2398711"/>
              <a:gd name="connsiteX28335" fmla="*/ 1841925 w 2119654"/>
              <a:gd name="connsiteY28335" fmla="*/ 1119296 h 2398711"/>
              <a:gd name="connsiteX28336" fmla="*/ 1841412 w 2119654"/>
              <a:gd name="connsiteY28336" fmla="*/ 1119796 h 2398711"/>
              <a:gd name="connsiteX28337" fmla="*/ 1840751 w 2119654"/>
              <a:gd name="connsiteY28337" fmla="*/ 1120424 h 2398711"/>
              <a:gd name="connsiteX28338" fmla="*/ 1788492 w 2119654"/>
              <a:gd name="connsiteY28338" fmla="*/ 1236359 h 2398711"/>
              <a:gd name="connsiteX28339" fmla="*/ 1787732 w 2119654"/>
              <a:gd name="connsiteY28339" fmla="*/ 1238617 h 2398711"/>
              <a:gd name="connsiteX28340" fmla="*/ 1788200 w 2119654"/>
              <a:gd name="connsiteY28340" fmla="*/ 1238352 h 2398711"/>
              <a:gd name="connsiteX28341" fmla="*/ 1354395 w 2119654"/>
              <a:gd name="connsiteY28341" fmla="*/ 2208363 h 2398711"/>
              <a:gd name="connsiteX28342" fmla="*/ 1357129 w 2119654"/>
              <a:gd name="connsiteY28342" fmla="*/ 2208303 h 2398711"/>
              <a:gd name="connsiteX28343" fmla="*/ 1354756 w 2119654"/>
              <a:gd name="connsiteY28343" fmla="*/ 2207861 h 2398711"/>
              <a:gd name="connsiteX28344" fmla="*/ 1347698 w 2119654"/>
              <a:gd name="connsiteY28344" fmla="*/ 2223263 h 2398711"/>
              <a:gd name="connsiteX28345" fmla="*/ 1351694 w 2119654"/>
              <a:gd name="connsiteY28345" fmla="*/ 2223889 h 2398711"/>
              <a:gd name="connsiteX28346" fmla="*/ 1354970 w 2119654"/>
              <a:gd name="connsiteY28346" fmla="*/ 2216133 h 2398711"/>
              <a:gd name="connsiteX28347" fmla="*/ 1353484 w 2119654"/>
              <a:gd name="connsiteY28347" fmla="*/ 2215001 h 2398711"/>
              <a:gd name="connsiteX28348" fmla="*/ 1354103 w 2119654"/>
              <a:gd name="connsiteY28348" fmla="*/ 2208770 h 2398711"/>
              <a:gd name="connsiteX28349" fmla="*/ 1356901 w 2119654"/>
              <a:gd name="connsiteY28349" fmla="*/ 2209847 h 2398711"/>
              <a:gd name="connsiteX28350" fmla="*/ 1357688 w 2119654"/>
              <a:gd name="connsiteY28350" fmla="*/ 2208690 h 2398711"/>
              <a:gd name="connsiteX28351" fmla="*/ 1354104 w 2119654"/>
              <a:gd name="connsiteY28351" fmla="*/ 2208769 h 2398711"/>
              <a:gd name="connsiteX28352" fmla="*/ 1818032 w 2119654"/>
              <a:gd name="connsiteY28352" fmla="*/ 1169469 h 2398711"/>
              <a:gd name="connsiteX28353" fmla="*/ 1817237 w 2119654"/>
              <a:gd name="connsiteY28353" fmla="*/ 1171656 h 2398711"/>
              <a:gd name="connsiteX28354" fmla="*/ 1817318 w 2119654"/>
              <a:gd name="connsiteY28354" fmla="*/ 1171708 h 2398711"/>
              <a:gd name="connsiteX28355" fmla="*/ 1818265 w 2119654"/>
              <a:gd name="connsiteY28355" fmla="*/ 1169703 h 2398711"/>
              <a:gd name="connsiteX28356" fmla="*/ 1812922 w 2119654"/>
              <a:gd name="connsiteY28356" fmla="*/ 1180842 h 2398711"/>
              <a:gd name="connsiteX28357" fmla="*/ 1813077 w 2119654"/>
              <a:gd name="connsiteY28357" fmla="*/ 1180700 h 2398711"/>
              <a:gd name="connsiteX28358" fmla="*/ 1813281 w 2119654"/>
              <a:gd name="connsiteY28358" fmla="*/ 1180267 h 2398711"/>
              <a:gd name="connsiteX28359" fmla="*/ 1353055 w 2119654"/>
              <a:gd name="connsiteY28359" fmla="*/ 2210230 h 2398711"/>
              <a:gd name="connsiteX28360" fmla="*/ 1356365 w 2119654"/>
              <a:gd name="connsiteY28360" fmla="*/ 2210635 h 2398711"/>
              <a:gd name="connsiteX28361" fmla="*/ 1356548 w 2119654"/>
              <a:gd name="connsiteY28361" fmla="*/ 2210365 h 2398711"/>
              <a:gd name="connsiteX28362" fmla="*/ 1353735 w 2119654"/>
              <a:gd name="connsiteY28362" fmla="*/ 2209283 h 2398711"/>
              <a:gd name="connsiteX28363" fmla="*/ 1819235 w 2119654"/>
              <a:gd name="connsiteY28363" fmla="*/ 1166154 h 2398711"/>
              <a:gd name="connsiteX28364" fmla="*/ 1818180 w 2119654"/>
              <a:gd name="connsiteY28364" fmla="*/ 1169058 h 2398711"/>
              <a:gd name="connsiteX28365" fmla="*/ 1818444 w 2119654"/>
              <a:gd name="connsiteY28365" fmla="*/ 1169322 h 2398711"/>
              <a:gd name="connsiteX28366" fmla="*/ 1821089 w 2119654"/>
              <a:gd name="connsiteY28366" fmla="*/ 1163714 h 2398711"/>
              <a:gd name="connsiteX28367" fmla="*/ 1797426 w 2119654"/>
              <a:gd name="connsiteY28367" fmla="*/ 1214825 h 2398711"/>
              <a:gd name="connsiteX28368" fmla="*/ 1798296 w 2119654"/>
              <a:gd name="connsiteY28368" fmla="*/ 1215285 h 2398711"/>
              <a:gd name="connsiteX28369" fmla="*/ 1798533 w 2119654"/>
              <a:gd name="connsiteY28369" fmla="*/ 1214086 h 2398711"/>
              <a:gd name="connsiteX28370" fmla="*/ 1811702 w 2119654"/>
              <a:gd name="connsiteY28370" fmla="*/ 1182800 h 2398711"/>
              <a:gd name="connsiteX28371" fmla="*/ 1811511 w 2119654"/>
              <a:gd name="connsiteY28371" fmla="*/ 1184018 h 2398711"/>
              <a:gd name="connsiteX28372" fmla="*/ 1812716 w 2119654"/>
              <a:gd name="connsiteY28372" fmla="*/ 1181464 h 2398711"/>
              <a:gd name="connsiteX28373" fmla="*/ 1812301 w 2119654"/>
              <a:gd name="connsiteY28373" fmla="*/ 1181838 h 2398711"/>
              <a:gd name="connsiteX28374" fmla="*/ 1866714 w 2119654"/>
              <a:gd name="connsiteY28374" fmla="*/ 1059596 h 2398711"/>
              <a:gd name="connsiteX28375" fmla="*/ 1869762 w 2119654"/>
              <a:gd name="connsiteY28375" fmla="*/ 1056128 h 2398711"/>
              <a:gd name="connsiteX28376" fmla="*/ 1869990 w 2119654"/>
              <a:gd name="connsiteY28376" fmla="*/ 1054989 h 2398711"/>
              <a:gd name="connsiteX28377" fmla="*/ 1790977 w 2119654"/>
              <a:gd name="connsiteY28377" fmla="*/ 1229016 h 2398711"/>
              <a:gd name="connsiteX28378" fmla="*/ 1790464 w 2119654"/>
              <a:gd name="connsiteY28378" fmla="*/ 1232516 h 2398711"/>
              <a:gd name="connsiteX28379" fmla="*/ 1791902 w 2119654"/>
              <a:gd name="connsiteY28379" fmla="*/ 1231210 h 2398711"/>
              <a:gd name="connsiteX28380" fmla="*/ 1793028 w 2119654"/>
              <a:gd name="connsiteY28380" fmla="*/ 1230159 h 2398711"/>
              <a:gd name="connsiteX28381" fmla="*/ 1791605 w 2119654"/>
              <a:gd name="connsiteY28381" fmla="*/ 1228349 h 2398711"/>
              <a:gd name="connsiteX28382" fmla="*/ 1360093 w 2119654"/>
              <a:gd name="connsiteY28382" fmla="*/ 2193290 h 2398711"/>
              <a:gd name="connsiteX28383" fmla="*/ 1361342 w 2119654"/>
              <a:gd name="connsiteY28383" fmla="*/ 2193825 h 2398711"/>
              <a:gd name="connsiteX28384" fmla="*/ 1363731 w 2119654"/>
              <a:gd name="connsiteY28384" fmla="*/ 2194647 h 2398711"/>
              <a:gd name="connsiteX28385" fmla="*/ 1364230 w 2119654"/>
              <a:gd name="connsiteY28385" fmla="*/ 2193931 h 2398711"/>
              <a:gd name="connsiteX28386" fmla="*/ 1365629 w 2119654"/>
              <a:gd name="connsiteY28386" fmla="*/ 2190205 h 2398711"/>
              <a:gd name="connsiteX28387" fmla="*/ 1364226 w 2119654"/>
              <a:gd name="connsiteY28387" fmla="*/ 2190148 h 2398711"/>
              <a:gd name="connsiteX28388" fmla="*/ 1351565 w 2119654"/>
              <a:gd name="connsiteY28388" fmla="*/ 2212307 h 2398711"/>
              <a:gd name="connsiteX28389" fmla="*/ 1353937 w 2119654"/>
              <a:gd name="connsiteY28389" fmla="*/ 2214113 h 2398711"/>
              <a:gd name="connsiteX28390" fmla="*/ 1355735 w 2119654"/>
              <a:gd name="connsiteY28390" fmla="*/ 2211543 h 2398711"/>
              <a:gd name="connsiteX28391" fmla="*/ 1352405 w 2119654"/>
              <a:gd name="connsiteY28391" fmla="*/ 2211136 h 2398711"/>
              <a:gd name="connsiteX28392" fmla="*/ 1377583 w 2119654"/>
              <a:gd name="connsiteY28392" fmla="*/ 2153759 h 2398711"/>
              <a:gd name="connsiteX28393" fmla="*/ 1379401 w 2119654"/>
              <a:gd name="connsiteY28393" fmla="*/ 2153531 h 2398711"/>
              <a:gd name="connsiteX28394" fmla="*/ 1380417 w 2119654"/>
              <a:gd name="connsiteY28394" fmla="*/ 2150827 h 2398711"/>
              <a:gd name="connsiteX28395" fmla="*/ 1817527 w 2119654"/>
              <a:gd name="connsiteY28395" fmla="*/ 1168399 h 2398711"/>
              <a:gd name="connsiteX28396" fmla="*/ 1817859 w 2119654"/>
              <a:gd name="connsiteY28396" fmla="*/ 1168733 h 2398711"/>
              <a:gd name="connsiteX28397" fmla="*/ 1818395 w 2119654"/>
              <a:gd name="connsiteY28397" fmla="*/ 1167259 h 2398711"/>
              <a:gd name="connsiteX28398" fmla="*/ 1815805 w 2119654"/>
              <a:gd name="connsiteY28398" fmla="*/ 1172084 h 2398711"/>
              <a:gd name="connsiteX28399" fmla="*/ 1812525 w 2119654"/>
              <a:gd name="connsiteY28399" fmla="*/ 1179670 h 2398711"/>
              <a:gd name="connsiteX28400" fmla="*/ 1815445 w 2119654"/>
              <a:gd name="connsiteY28400" fmla="*/ 1175385 h 2398711"/>
              <a:gd name="connsiteX28401" fmla="*/ 1816496 w 2119654"/>
              <a:gd name="connsiteY28401" fmla="*/ 1172487 h 2398711"/>
              <a:gd name="connsiteX28402" fmla="*/ 1817228 w 2119654"/>
              <a:gd name="connsiteY28402" fmla="*/ 1168793 h 2398711"/>
              <a:gd name="connsiteX28403" fmla="*/ 1816265 w 2119654"/>
              <a:gd name="connsiteY28403" fmla="*/ 1171019 h 2398711"/>
              <a:gd name="connsiteX28404" fmla="*/ 1816883 w 2119654"/>
              <a:gd name="connsiteY28404" fmla="*/ 1171423 h 2398711"/>
              <a:gd name="connsiteX28405" fmla="*/ 1817710 w 2119654"/>
              <a:gd name="connsiteY28405" fmla="*/ 1169144 h 2398711"/>
              <a:gd name="connsiteX28406" fmla="*/ 1817285 w 2119654"/>
              <a:gd name="connsiteY28406" fmla="*/ 1168718 h 2398711"/>
              <a:gd name="connsiteX28407" fmla="*/ 1370086 w 2119654"/>
              <a:gd name="connsiteY28407" fmla="*/ 2169835 h 2398711"/>
              <a:gd name="connsiteX28408" fmla="*/ 1373303 w 2119654"/>
              <a:gd name="connsiteY28408" fmla="*/ 2169771 h 2398711"/>
              <a:gd name="connsiteX28409" fmla="*/ 1374235 w 2119654"/>
              <a:gd name="connsiteY28409" fmla="*/ 2167289 h 2398711"/>
              <a:gd name="connsiteX28410" fmla="*/ 1373715 w 2119654"/>
              <a:gd name="connsiteY28410" fmla="*/ 2167223 h 2398711"/>
              <a:gd name="connsiteX28411" fmla="*/ 1821030 w 2119654"/>
              <a:gd name="connsiteY28411" fmla="*/ 1160000 h 2398711"/>
              <a:gd name="connsiteX28412" fmla="*/ 1818457 w 2119654"/>
              <a:gd name="connsiteY28412" fmla="*/ 1165951 h 2398711"/>
              <a:gd name="connsiteX28413" fmla="*/ 1818483 w 2119654"/>
              <a:gd name="connsiteY28413" fmla="*/ 1165919 h 2398711"/>
              <a:gd name="connsiteX28414" fmla="*/ 1819241 w 2119654"/>
              <a:gd name="connsiteY28414" fmla="*/ 1164928 h 2398711"/>
              <a:gd name="connsiteX28415" fmla="*/ 1793820 w 2119654"/>
              <a:gd name="connsiteY28415" fmla="*/ 1220528 h 2398711"/>
              <a:gd name="connsiteX28416" fmla="*/ 1792705 w 2119654"/>
              <a:gd name="connsiteY28416" fmla="*/ 1223841 h 2398711"/>
              <a:gd name="connsiteX28417" fmla="*/ 1793281 w 2119654"/>
              <a:gd name="connsiteY28417" fmla="*/ 1224791 h 2398711"/>
              <a:gd name="connsiteX28418" fmla="*/ 1797226 w 2119654"/>
              <a:gd name="connsiteY28418" fmla="*/ 1220704 h 2398711"/>
              <a:gd name="connsiteX28419" fmla="*/ 1798218 w 2119654"/>
              <a:gd name="connsiteY28419" fmla="*/ 1215682 h 2398711"/>
              <a:gd name="connsiteX28420" fmla="*/ 1797044 w 2119654"/>
              <a:gd name="connsiteY28420" fmla="*/ 1215080 h 2398711"/>
              <a:gd name="connsiteX28421" fmla="*/ 1796456 w 2119654"/>
              <a:gd name="connsiteY28421" fmla="*/ 1215471 h 2398711"/>
              <a:gd name="connsiteX28422" fmla="*/ 1826956 w 2119654"/>
              <a:gd name="connsiteY28422" fmla="*/ 1146295 h 2398711"/>
              <a:gd name="connsiteX28423" fmla="*/ 1823700 w 2119654"/>
              <a:gd name="connsiteY28423" fmla="*/ 1153823 h 2398711"/>
              <a:gd name="connsiteX28424" fmla="*/ 1823457 w 2119654"/>
              <a:gd name="connsiteY28424" fmla="*/ 1154524 h 2398711"/>
              <a:gd name="connsiteX28425" fmla="*/ 1820077 w 2119654"/>
              <a:gd name="connsiteY28425" fmla="*/ 1163834 h 2398711"/>
              <a:gd name="connsiteX28426" fmla="*/ 1822580 w 2119654"/>
              <a:gd name="connsiteY28426" fmla="*/ 1160555 h 2398711"/>
              <a:gd name="connsiteX28427" fmla="*/ 1832818 w 2119654"/>
              <a:gd name="connsiteY28427" fmla="*/ 1138854 h 2398711"/>
              <a:gd name="connsiteX28428" fmla="*/ 1360801 w 2119654"/>
              <a:gd name="connsiteY28428" fmla="*/ 2189787 h 2398711"/>
              <a:gd name="connsiteX28429" fmla="*/ 1360992 w 2119654"/>
              <a:gd name="connsiteY28429" fmla="*/ 2189798 h 2398711"/>
              <a:gd name="connsiteX28430" fmla="*/ 1365844 w 2119654"/>
              <a:gd name="connsiteY28430" fmla="*/ 2186108 h 2398711"/>
              <a:gd name="connsiteX28431" fmla="*/ 1365031 w 2119654"/>
              <a:gd name="connsiteY28431" fmla="*/ 2185767 h 2398711"/>
              <a:gd name="connsiteX28432" fmla="*/ 1361641 w 2119654"/>
              <a:gd name="connsiteY28432" fmla="*/ 2189038 h 2398711"/>
              <a:gd name="connsiteX28433" fmla="*/ 1380462 w 2119654"/>
              <a:gd name="connsiteY28433" fmla="*/ 2145638 h 2398711"/>
              <a:gd name="connsiteX28434" fmla="*/ 1380742 w 2119654"/>
              <a:gd name="connsiteY28434" fmla="*/ 2145385 h 2398711"/>
              <a:gd name="connsiteX28435" fmla="*/ 1380566 w 2119654"/>
              <a:gd name="connsiteY28435" fmla="*/ 2145448 h 2398711"/>
              <a:gd name="connsiteX28436" fmla="*/ 1799114 w 2119654"/>
              <a:gd name="connsiteY28436" fmla="*/ 1207883 h 2398711"/>
              <a:gd name="connsiteX28437" fmla="*/ 1799313 w 2119654"/>
              <a:gd name="connsiteY28437" fmla="*/ 1207751 h 2398711"/>
              <a:gd name="connsiteX28438" fmla="*/ 1800071 w 2119654"/>
              <a:gd name="connsiteY28438" fmla="*/ 1206297 h 2398711"/>
              <a:gd name="connsiteX28439" fmla="*/ 1800152 w 2119654"/>
              <a:gd name="connsiteY28439" fmla="*/ 1205881 h 2398711"/>
              <a:gd name="connsiteX28440" fmla="*/ 1800053 w 2119654"/>
              <a:gd name="connsiteY28440" fmla="*/ 1205929 h 2398711"/>
              <a:gd name="connsiteX28441" fmla="*/ 1833704 w 2119654"/>
              <a:gd name="connsiteY28441" fmla="*/ 1130399 h 2398711"/>
              <a:gd name="connsiteX28442" fmla="*/ 1833003 w 2119654"/>
              <a:gd name="connsiteY28442" fmla="*/ 1132082 h 2398711"/>
              <a:gd name="connsiteX28443" fmla="*/ 1836486 w 2119654"/>
              <a:gd name="connsiteY28443" fmla="*/ 1127661 h 2398711"/>
              <a:gd name="connsiteX28444" fmla="*/ 1836706 w 2119654"/>
              <a:gd name="connsiteY28444" fmla="*/ 1126971 h 2398711"/>
              <a:gd name="connsiteX28445" fmla="*/ 1379538 w 2119654"/>
              <a:gd name="connsiteY28445" fmla="*/ 2147327 h 2398711"/>
              <a:gd name="connsiteX28446" fmla="*/ 1381599 w 2119654"/>
              <a:gd name="connsiteY28446" fmla="*/ 2147674 h 2398711"/>
              <a:gd name="connsiteX28447" fmla="*/ 1382234 w 2119654"/>
              <a:gd name="connsiteY28447" fmla="*/ 2145983 h 2398711"/>
              <a:gd name="connsiteX28448" fmla="*/ 1382594 w 2119654"/>
              <a:gd name="connsiteY28448" fmla="*/ 2144766 h 2398711"/>
              <a:gd name="connsiteX28449" fmla="*/ 1379568 w 2119654"/>
              <a:gd name="connsiteY28449" fmla="*/ 2147273 h 2398711"/>
              <a:gd name="connsiteX28450" fmla="*/ 1834664 w 2119654"/>
              <a:gd name="connsiteY28450" fmla="*/ 1128094 h 2398711"/>
              <a:gd name="connsiteX28451" fmla="*/ 1834378 w 2119654"/>
              <a:gd name="connsiteY28451" fmla="*/ 1128781 h 2398711"/>
              <a:gd name="connsiteX28452" fmla="*/ 1837133 w 2119654"/>
              <a:gd name="connsiteY28452" fmla="*/ 1125635 h 2398711"/>
              <a:gd name="connsiteX28453" fmla="*/ 1837481 w 2119654"/>
              <a:gd name="connsiteY28453" fmla="*/ 1124544 h 2398711"/>
              <a:gd name="connsiteX28454" fmla="*/ 1835969 w 2119654"/>
              <a:gd name="connsiteY28454" fmla="*/ 1124960 h 2398711"/>
              <a:gd name="connsiteX28455" fmla="*/ 1835812 w 2119654"/>
              <a:gd name="connsiteY28455" fmla="*/ 1125338 h 2398711"/>
              <a:gd name="connsiteX28456" fmla="*/ 1836888 w 2119654"/>
              <a:gd name="connsiteY28456" fmla="*/ 1124088 h 2398711"/>
              <a:gd name="connsiteX28457" fmla="*/ 1843608 w 2119654"/>
              <a:gd name="connsiteY28457" fmla="*/ 1107621 h 2398711"/>
              <a:gd name="connsiteX28458" fmla="*/ 1840117 w 2119654"/>
              <a:gd name="connsiteY28458" fmla="*/ 1120287 h 2398711"/>
              <a:gd name="connsiteX28459" fmla="*/ 1840352 w 2119654"/>
              <a:gd name="connsiteY28459" fmla="*/ 1120064 h 2398711"/>
              <a:gd name="connsiteX28460" fmla="*/ 1842003 w 2119654"/>
              <a:gd name="connsiteY28460" fmla="*/ 1118146 h 2398711"/>
              <a:gd name="connsiteX28461" fmla="*/ 1843050 w 2119654"/>
              <a:gd name="connsiteY28461" fmla="*/ 1116827 h 2398711"/>
              <a:gd name="connsiteX28462" fmla="*/ 1846758 w 2119654"/>
              <a:gd name="connsiteY28462" fmla="*/ 1108686 h 2398711"/>
              <a:gd name="connsiteX28463" fmla="*/ 1846825 w 2119654"/>
              <a:gd name="connsiteY28463" fmla="*/ 1108965 h 2398711"/>
              <a:gd name="connsiteX28464" fmla="*/ 1843506 w 2119654"/>
              <a:gd name="connsiteY28464" fmla="*/ 1116252 h 2398711"/>
              <a:gd name="connsiteX28465" fmla="*/ 1853654 w 2119654"/>
              <a:gd name="connsiteY28465" fmla="*/ 1103464 h 2398711"/>
              <a:gd name="connsiteX28466" fmla="*/ 1853843 w 2119654"/>
              <a:gd name="connsiteY28466" fmla="*/ 1095776 h 2398711"/>
              <a:gd name="connsiteX28467" fmla="*/ 1401424 w 2119654"/>
              <a:gd name="connsiteY28467" fmla="*/ 2097314 h 2398711"/>
              <a:gd name="connsiteX28468" fmla="*/ 1401263 w 2119654"/>
              <a:gd name="connsiteY28468" fmla="*/ 2098483 h 2398711"/>
              <a:gd name="connsiteX28469" fmla="*/ 1401823 w 2119654"/>
              <a:gd name="connsiteY28469" fmla="*/ 2097482 h 2398711"/>
              <a:gd name="connsiteX28470" fmla="*/ 1359608 w 2119654"/>
              <a:gd name="connsiteY28470" fmla="*/ 2190849 h 2398711"/>
              <a:gd name="connsiteX28471" fmla="*/ 1360716 w 2119654"/>
              <a:gd name="connsiteY28471" fmla="*/ 2190007 h 2398711"/>
              <a:gd name="connsiteX28472" fmla="*/ 1360561 w 2119654"/>
              <a:gd name="connsiteY28472" fmla="*/ 2190001 h 2398711"/>
              <a:gd name="connsiteX28473" fmla="*/ 1831997 w 2119654"/>
              <a:gd name="connsiteY28473" fmla="*/ 1132348 h 2398711"/>
              <a:gd name="connsiteX28474" fmla="*/ 1832562 w 2119654"/>
              <a:gd name="connsiteY28474" fmla="*/ 1132498 h 2398711"/>
              <a:gd name="connsiteX28475" fmla="*/ 1833273 w 2119654"/>
              <a:gd name="connsiteY28475" fmla="*/ 1130891 h 2398711"/>
              <a:gd name="connsiteX28476" fmla="*/ 1375632 w 2119654"/>
              <a:gd name="connsiteY28476" fmla="*/ 2154002 h 2398711"/>
              <a:gd name="connsiteX28477" fmla="*/ 1377204 w 2119654"/>
              <a:gd name="connsiteY28477" fmla="*/ 2153806 h 2398711"/>
              <a:gd name="connsiteX28478" fmla="*/ 1380627 w 2119654"/>
              <a:gd name="connsiteY28478" fmla="*/ 2150263 h 2398711"/>
              <a:gd name="connsiteX28479" fmla="*/ 1381312 w 2119654"/>
              <a:gd name="connsiteY28479" fmla="*/ 2148440 h 2398711"/>
              <a:gd name="connsiteX28480" fmla="*/ 1379131 w 2119654"/>
              <a:gd name="connsiteY28480" fmla="*/ 2148072 h 2398711"/>
              <a:gd name="connsiteX28481" fmla="*/ 1379091 w 2119654"/>
              <a:gd name="connsiteY28481" fmla="*/ 2148145 h 2398711"/>
              <a:gd name="connsiteX28482" fmla="*/ 1813029 w 2119654"/>
              <a:gd name="connsiteY28482" fmla="*/ 1174315 h 2398711"/>
              <a:gd name="connsiteX28483" fmla="*/ 1812471 w 2119654"/>
              <a:gd name="connsiteY28483" fmla="*/ 1177884 h 2398711"/>
              <a:gd name="connsiteX28484" fmla="*/ 1815195 w 2119654"/>
              <a:gd name="connsiteY28484" fmla="*/ 1171728 h 2398711"/>
              <a:gd name="connsiteX28485" fmla="*/ 1815057 w 2119654"/>
              <a:gd name="connsiteY28485" fmla="*/ 1171648 h 2398711"/>
              <a:gd name="connsiteX28486" fmla="*/ 1401761 w 2119654"/>
              <a:gd name="connsiteY28486" fmla="*/ 2094868 h 2398711"/>
              <a:gd name="connsiteX28487" fmla="*/ 1401552 w 2119654"/>
              <a:gd name="connsiteY28487" fmla="*/ 2096380 h 2398711"/>
              <a:gd name="connsiteX28488" fmla="*/ 1402254 w 2119654"/>
              <a:gd name="connsiteY28488" fmla="*/ 2096710 h 2398711"/>
              <a:gd name="connsiteX28489" fmla="*/ 1403185 w 2119654"/>
              <a:gd name="connsiteY28489" fmla="*/ 2095042 h 2398711"/>
              <a:gd name="connsiteX28490" fmla="*/ 1356466 w 2119654"/>
              <a:gd name="connsiteY28490" fmla="*/ 2196047 h 2398711"/>
              <a:gd name="connsiteX28491" fmla="*/ 1360604 w 2119654"/>
              <a:gd name="connsiteY28491" fmla="*/ 2199130 h 2398711"/>
              <a:gd name="connsiteX28492" fmla="*/ 1362944 w 2119654"/>
              <a:gd name="connsiteY28492" fmla="*/ 2195776 h 2398711"/>
              <a:gd name="connsiteX28493" fmla="*/ 1358731 w 2119654"/>
              <a:gd name="connsiteY28493" fmla="*/ 2194325 h 2398711"/>
              <a:gd name="connsiteX28494" fmla="*/ 1831614 w 2119654"/>
              <a:gd name="connsiteY28494" fmla="*/ 1131938 h 2398711"/>
              <a:gd name="connsiteX28495" fmla="*/ 1834032 w 2119654"/>
              <a:gd name="connsiteY28495" fmla="*/ 1129175 h 2398711"/>
              <a:gd name="connsiteX28496" fmla="*/ 1834319 w 2119654"/>
              <a:gd name="connsiteY28496" fmla="*/ 1128529 h 2398711"/>
              <a:gd name="connsiteX28497" fmla="*/ 1400613 w 2119654"/>
              <a:gd name="connsiteY28497" fmla="*/ 2096972 h 2398711"/>
              <a:gd name="connsiteX28498" fmla="*/ 1399958 w 2119654"/>
              <a:gd name="connsiteY28498" fmla="*/ 2098731 h 2398711"/>
              <a:gd name="connsiteX28499" fmla="*/ 1400912 w 2119654"/>
              <a:gd name="connsiteY28499" fmla="*/ 2098814 h 2398711"/>
              <a:gd name="connsiteX28500" fmla="*/ 1401136 w 2119654"/>
              <a:gd name="connsiteY28500" fmla="*/ 2097192 h 2398711"/>
              <a:gd name="connsiteX28501" fmla="*/ 1799295 w 2119654"/>
              <a:gd name="connsiteY28501" fmla="*/ 1204156 h 2398711"/>
              <a:gd name="connsiteX28502" fmla="*/ 1799241 w 2119654"/>
              <a:gd name="connsiteY28502" fmla="*/ 1204419 h 2398711"/>
              <a:gd name="connsiteX28503" fmla="*/ 1798723 w 2119654"/>
              <a:gd name="connsiteY28503" fmla="*/ 1205959 h 2398711"/>
              <a:gd name="connsiteX28504" fmla="*/ 1800935 w 2119654"/>
              <a:gd name="connsiteY28504" fmla="*/ 1201915 h 2398711"/>
              <a:gd name="connsiteX28505" fmla="*/ 1800953 w 2119654"/>
              <a:gd name="connsiteY28505" fmla="*/ 1201826 h 2398711"/>
              <a:gd name="connsiteX28506" fmla="*/ 1373460 w 2119654"/>
              <a:gd name="connsiteY28506" fmla="*/ 2157681 h 2398711"/>
              <a:gd name="connsiteX28507" fmla="*/ 1374088 w 2119654"/>
              <a:gd name="connsiteY28507" fmla="*/ 2157030 h 2398711"/>
              <a:gd name="connsiteX28508" fmla="*/ 1373824 w 2119654"/>
              <a:gd name="connsiteY28508" fmla="*/ 2157063 h 2398711"/>
              <a:gd name="connsiteX28509" fmla="*/ 1830628 w 2119654"/>
              <a:gd name="connsiteY28509" fmla="*/ 1133913 h 2398711"/>
              <a:gd name="connsiteX28510" fmla="*/ 1829890 w 2119654"/>
              <a:gd name="connsiteY28510" fmla="*/ 1136033 h 2398711"/>
              <a:gd name="connsiteX28511" fmla="*/ 1832385 w 2119654"/>
              <a:gd name="connsiteY28511" fmla="*/ 1132866 h 2398711"/>
              <a:gd name="connsiteX28512" fmla="*/ 1831703 w 2119654"/>
              <a:gd name="connsiteY28512" fmla="*/ 1132684 h 2398711"/>
              <a:gd name="connsiteX28513" fmla="*/ 1401411 w 2119654"/>
              <a:gd name="connsiteY28513" fmla="*/ 2094826 h 2398711"/>
              <a:gd name="connsiteX28514" fmla="*/ 1400939 w 2119654"/>
              <a:gd name="connsiteY28514" fmla="*/ 2096093 h 2398711"/>
              <a:gd name="connsiteX28515" fmla="*/ 1401265 w 2119654"/>
              <a:gd name="connsiteY28515" fmla="*/ 2096246 h 2398711"/>
              <a:gd name="connsiteX28516" fmla="*/ 1401460 w 2119654"/>
              <a:gd name="connsiteY28516" fmla="*/ 2094832 h 2398711"/>
              <a:gd name="connsiteX28517" fmla="*/ 1349570 w 2119654"/>
              <a:gd name="connsiteY28517" fmla="*/ 2210789 h 2398711"/>
              <a:gd name="connsiteX28518" fmla="*/ 1351466 w 2119654"/>
              <a:gd name="connsiteY28518" fmla="*/ 2212232 h 2398711"/>
              <a:gd name="connsiteX28519" fmla="*/ 1352245 w 2119654"/>
              <a:gd name="connsiteY28519" fmla="*/ 2211116 h 2398711"/>
              <a:gd name="connsiteX28520" fmla="*/ 1344106 w 2119654"/>
              <a:gd name="connsiteY28520" fmla="*/ 2222700 h 2398711"/>
              <a:gd name="connsiteX28521" fmla="*/ 1347546 w 2119654"/>
              <a:gd name="connsiteY28521" fmla="*/ 2223239 h 2398711"/>
              <a:gd name="connsiteX28522" fmla="*/ 1353373 w 2119654"/>
              <a:gd name="connsiteY28522" fmla="*/ 2214917 h 2398711"/>
              <a:gd name="connsiteX28523" fmla="*/ 1350992 w 2119654"/>
              <a:gd name="connsiteY28523" fmla="*/ 2213105 h 2398711"/>
              <a:gd name="connsiteX28524" fmla="*/ 1371665 w 2119654"/>
              <a:gd name="connsiteY28524" fmla="*/ 2160719 h 2398711"/>
              <a:gd name="connsiteX28525" fmla="*/ 1376471 w 2119654"/>
              <a:gd name="connsiteY28525" fmla="*/ 2161334 h 2398711"/>
              <a:gd name="connsiteX28526" fmla="*/ 1378284 w 2119654"/>
              <a:gd name="connsiteY28526" fmla="*/ 2156506 h 2398711"/>
              <a:gd name="connsiteX28527" fmla="*/ 1374467 w 2119654"/>
              <a:gd name="connsiteY28527" fmla="*/ 2156983 h 2398711"/>
              <a:gd name="connsiteX28528" fmla="*/ 1372935 w 2119654"/>
              <a:gd name="connsiteY28528" fmla="*/ 2158568 h 2398711"/>
              <a:gd name="connsiteX28529" fmla="*/ 1403156 w 2119654"/>
              <a:gd name="connsiteY28529" fmla="*/ 2090134 h 2398711"/>
              <a:gd name="connsiteX28530" fmla="*/ 1402071 w 2119654"/>
              <a:gd name="connsiteY28530" fmla="*/ 2093051 h 2398711"/>
              <a:gd name="connsiteX28531" fmla="*/ 1403806 w 2119654"/>
              <a:gd name="connsiteY28531" fmla="*/ 2093393 h 2398711"/>
              <a:gd name="connsiteX28532" fmla="*/ 1403980 w 2119654"/>
              <a:gd name="connsiteY28532" fmla="*/ 2093389 h 2398711"/>
              <a:gd name="connsiteX28533" fmla="*/ 1403813 w 2119654"/>
              <a:gd name="connsiteY28533" fmla="*/ 2090635 h 2398711"/>
              <a:gd name="connsiteX28534" fmla="*/ 1800872 w 2119654"/>
              <a:gd name="connsiteY28534" fmla="*/ 1199383 h 2398711"/>
              <a:gd name="connsiteX28535" fmla="*/ 1801539 w 2119654"/>
              <a:gd name="connsiteY28535" fmla="*/ 1198858 h 2398711"/>
              <a:gd name="connsiteX28536" fmla="*/ 1801665 w 2119654"/>
              <a:gd name="connsiteY28536" fmla="*/ 1198221 h 2398711"/>
              <a:gd name="connsiteX28537" fmla="*/ 1857418 w 2119654"/>
              <a:gd name="connsiteY28537" fmla="*/ 1072667 h 2398711"/>
              <a:gd name="connsiteX28538" fmla="*/ 1858018 w 2119654"/>
              <a:gd name="connsiteY28538" fmla="*/ 1088993 h 2398711"/>
              <a:gd name="connsiteX28539" fmla="*/ 1864679 w 2119654"/>
              <a:gd name="connsiteY28539" fmla="*/ 1081455 h 2398711"/>
              <a:gd name="connsiteX28540" fmla="*/ 1869640 w 2119654"/>
              <a:gd name="connsiteY28540" fmla="*/ 1056738 h 2398711"/>
              <a:gd name="connsiteX28541" fmla="*/ 1864321 w 2119654"/>
              <a:gd name="connsiteY28541" fmla="*/ 1062961 h 2398711"/>
              <a:gd name="connsiteX28542" fmla="*/ 1832645 w 2119654"/>
              <a:gd name="connsiteY28542" fmla="*/ 1128112 h 2398711"/>
              <a:gd name="connsiteX28543" fmla="*/ 1832117 w 2119654"/>
              <a:gd name="connsiteY28543" fmla="*/ 1129631 h 2398711"/>
              <a:gd name="connsiteX28544" fmla="*/ 1835543 w 2119654"/>
              <a:gd name="connsiteY28544" fmla="*/ 1125650 h 2398711"/>
              <a:gd name="connsiteX28545" fmla="*/ 1835741 w 2119654"/>
              <a:gd name="connsiteY28545" fmla="*/ 1125176 h 2398711"/>
              <a:gd name="connsiteX28546" fmla="*/ 1813581 w 2119654"/>
              <a:gd name="connsiteY28546" fmla="*/ 1170788 h 2398711"/>
              <a:gd name="connsiteX28547" fmla="*/ 1813402 w 2119654"/>
              <a:gd name="connsiteY28547" fmla="*/ 1171930 h 2398711"/>
              <a:gd name="connsiteX28548" fmla="*/ 1814107 w 2119654"/>
              <a:gd name="connsiteY28548" fmla="*/ 1171096 h 2398711"/>
              <a:gd name="connsiteX28549" fmla="*/ 1800029 w 2119654"/>
              <a:gd name="connsiteY28549" fmla="*/ 1200622 h 2398711"/>
              <a:gd name="connsiteX28550" fmla="*/ 1799549 w 2119654"/>
              <a:gd name="connsiteY28550" fmla="*/ 1202936 h 2398711"/>
              <a:gd name="connsiteX28551" fmla="*/ 1801189 w 2119654"/>
              <a:gd name="connsiteY28551" fmla="*/ 1200629 h 2398711"/>
              <a:gd name="connsiteX28552" fmla="*/ 1801475 w 2119654"/>
              <a:gd name="connsiteY28552" fmla="*/ 1199177 h 2398711"/>
              <a:gd name="connsiteX28553" fmla="*/ 1800443 w 2119654"/>
              <a:gd name="connsiteY28553" fmla="*/ 1200014 h 2398711"/>
              <a:gd name="connsiteX28554" fmla="*/ 1370945 w 2119654"/>
              <a:gd name="connsiteY28554" fmla="*/ 2160628 h 2398711"/>
              <a:gd name="connsiteX28555" fmla="*/ 1371562 w 2119654"/>
              <a:gd name="connsiteY28555" fmla="*/ 2160707 h 2398711"/>
              <a:gd name="connsiteX28556" fmla="*/ 1372653 w 2119654"/>
              <a:gd name="connsiteY28556" fmla="*/ 2158861 h 2398711"/>
              <a:gd name="connsiteX28557" fmla="*/ 1402425 w 2119654"/>
              <a:gd name="connsiteY28557" fmla="*/ 2090038 h 2398711"/>
              <a:gd name="connsiteX28558" fmla="*/ 1402076 w 2119654"/>
              <a:gd name="connsiteY28558" fmla="*/ 2092571 h 2398711"/>
              <a:gd name="connsiteX28559" fmla="*/ 1403021 w 2119654"/>
              <a:gd name="connsiteY28559" fmla="*/ 2090032 h 2398711"/>
              <a:gd name="connsiteX28560" fmla="*/ 1402949 w 2119654"/>
              <a:gd name="connsiteY28560" fmla="*/ 2089977 h 2398711"/>
              <a:gd name="connsiteX28561" fmla="*/ 1376680 w 2119654"/>
              <a:gd name="connsiteY28561" fmla="*/ 2146818 h 2398711"/>
              <a:gd name="connsiteX28562" fmla="*/ 1376907 w 2119654"/>
              <a:gd name="connsiteY28562" fmla="*/ 2146885 h 2398711"/>
              <a:gd name="connsiteX28563" fmla="*/ 1378733 w 2119654"/>
              <a:gd name="connsiteY28563" fmla="*/ 2147192 h 2398711"/>
              <a:gd name="connsiteX28564" fmla="*/ 1379609 w 2119654"/>
              <a:gd name="connsiteY28564" fmla="*/ 2146405 h 2398711"/>
              <a:gd name="connsiteX28565" fmla="*/ 1380028 w 2119654"/>
              <a:gd name="connsiteY28565" fmla="*/ 2145637 h 2398711"/>
              <a:gd name="connsiteX28566" fmla="*/ 1398014 w 2119654"/>
              <a:gd name="connsiteY28566" fmla="*/ 2098933 h 2398711"/>
              <a:gd name="connsiteX28567" fmla="*/ 1397331 w 2119654"/>
              <a:gd name="connsiteY28567" fmla="*/ 2101250 h 2398711"/>
              <a:gd name="connsiteX28568" fmla="*/ 1399054 w 2119654"/>
              <a:gd name="connsiteY28568" fmla="*/ 2102439 h 2398711"/>
              <a:gd name="connsiteX28569" fmla="*/ 1400858 w 2119654"/>
              <a:gd name="connsiteY28569" fmla="*/ 2099209 h 2398711"/>
              <a:gd name="connsiteX28570" fmla="*/ 1400862 w 2119654"/>
              <a:gd name="connsiteY28570" fmla="*/ 2099178 h 2398711"/>
              <a:gd name="connsiteX28571" fmla="*/ 1399826 w 2119654"/>
              <a:gd name="connsiteY28571" fmla="*/ 2099089 h 2398711"/>
              <a:gd name="connsiteX28572" fmla="*/ 1399272 w 2119654"/>
              <a:gd name="connsiteY28572" fmla="*/ 2100577 h 2398711"/>
              <a:gd name="connsiteX28573" fmla="*/ 1399049 w 2119654"/>
              <a:gd name="connsiteY28573" fmla="*/ 2100713 h 2398711"/>
              <a:gd name="connsiteX28574" fmla="*/ 1399658 w 2119654"/>
              <a:gd name="connsiteY28574" fmla="*/ 2099074 h 2398711"/>
              <a:gd name="connsiteX28575" fmla="*/ 1398402 w 2119654"/>
              <a:gd name="connsiteY28575" fmla="*/ 2098966 h 2398711"/>
              <a:gd name="connsiteX28576" fmla="*/ 1398278 w 2119654"/>
              <a:gd name="connsiteY28576" fmla="*/ 2099002 h 2398711"/>
              <a:gd name="connsiteX28577" fmla="*/ 1398134 w 2119654"/>
              <a:gd name="connsiteY28577" fmla="*/ 2098943 h 2398711"/>
              <a:gd name="connsiteX28578" fmla="*/ 1399905 w 2119654"/>
              <a:gd name="connsiteY28578" fmla="*/ 2094642 h 2398711"/>
              <a:gd name="connsiteX28579" fmla="*/ 1399845 w 2119654"/>
              <a:gd name="connsiteY28579" fmla="*/ 2095578 h 2398711"/>
              <a:gd name="connsiteX28580" fmla="*/ 1400792 w 2119654"/>
              <a:gd name="connsiteY28580" fmla="*/ 2096023 h 2398711"/>
              <a:gd name="connsiteX28581" fmla="*/ 1401245 w 2119654"/>
              <a:gd name="connsiteY28581" fmla="*/ 2094806 h 2398711"/>
              <a:gd name="connsiteX28582" fmla="*/ 1400623 w 2119654"/>
              <a:gd name="connsiteY28582" fmla="*/ 2092765 h 2398711"/>
              <a:gd name="connsiteX28583" fmla="*/ 1401714 w 2119654"/>
              <a:gd name="connsiteY28583" fmla="*/ 2092981 h 2398711"/>
              <a:gd name="connsiteX28584" fmla="*/ 1402115 w 2119654"/>
              <a:gd name="connsiteY28584" fmla="*/ 2090074 h 2398711"/>
              <a:gd name="connsiteX28585" fmla="*/ 1401823 w 2119654"/>
              <a:gd name="connsiteY28585" fmla="*/ 2090109 h 2398711"/>
              <a:gd name="connsiteX28586" fmla="*/ 1399438 w 2119654"/>
              <a:gd name="connsiteY28586" fmla="*/ 2095387 h 2398711"/>
              <a:gd name="connsiteX28587" fmla="*/ 1399648 w 2119654"/>
              <a:gd name="connsiteY28587" fmla="*/ 2095486 h 2398711"/>
              <a:gd name="connsiteX28588" fmla="*/ 1399691 w 2119654"/>
              <a:gd name="connsiteY28588" fmla="*/ 2094829 h 2398711"/>
              <a:gd name="connsiteX28589" fmla="*/ 1398345 w 2119654"/>
              <a:gd name="connsiteY28589" fmla="*/ 2097806 h 2398711"/>
              <a:gd name="connsiteX28590" fmla="*/ 1398120 w 2119654"/>
              <a:gd name="connsiteY28590" fmla="*/ 2098573 h 2398711"/>
              <a:gd name="connsiteX28591" fmla="*/ 1399791 w 2119654"/>
              <a:gd name="connsiteY28591" fmla="*/ 2098717 h 2398711"/>
              <a:gd name="connsiteX28592" fmla="*/ 1400463 w 2119654"/>
              <a:gd name="connsiteY28592" fmla="*/ 2096910 h 2398711"/>
              <a:gd name="connsiteX28593" fmla="*/ 1399778 w 2119654"/>
              <a:gd name="connsiteY28593" fmla="*/ 2096620 h 2398711"/>
              <a:gd name="connsiteX28594" fmla="*/ 1399753 w 2119654"/>
              <a:gd name="connsiteY28594" fmla="*/ 2096997 h 2398711"/>
              <a:gd name="connsiteX28595" fmla="*/ 1399538 w 2119654"/>
              <a:gd name="connsiteY28595" fmla="*/ 2097196 h 2398711"/>
              <a:gd name="connsiteX28596" fmla="*/ 1399581 w 2119654"/>
              <a:gd name="connsiteY28596" fmla="*/ 2096537 h 2398711"/>
              <a:gd name="connsiteX28597" fmla="*/ 1399025 w 2119654"/>
              <a:gd name="connsiteY28597" fmla="*/ 2096303 h 2398711"/>
              <a:gd name="connsiteX28598" fmla="*/ 1814365 w 2119654"/>
              <a:gd name="connsiteY28598" fmla="*/ 1165780 h 2398711"/>
              <a:gd name="connsiteX28599" fmla="*/ 1813794 w 2119654"/>
              <a:gd name="connsiteY28599" fmla="*/ 1169426 h 2398711"/>
              <a:gd name="connsiteX28600" fmla="*/ 1814177 w 2119654"/>
              <a:gd name="connsiteY28600" fmla="*/ 1169654 h 2398711"/>
              <a:gd name="connsiteX28601" fmla="*/ 1814917 w 2119654"/>
              <a:gd name="connsiteY28601" fmla="*/ 1170138 h 2398711"/>
              <a:gd name="connsiteX28602" fmla="*/ 1816654 w 2119654"/>
              <a:gd name="connsiteY28602" fmla="*/ 1168083 h 2398711"/>
              <a:gd name="connsiteX28603" fmla="*/ 1398815 w 2119654"/>
              <a:gd name="connsiteY28603" fmla="*/ 2096215 h 2398711"/>
              <a:gd name="connsiteX28604" fmla="*/ 1398592 w 2119654"/>
              <a:gd name="connsiteY28604" fmla="*/ 2096972 h 2398711"/>
              <a:gd name="connsiteX28605" fmla="*/ 1398915 w 2119654"/>
              <a:gd name="connsiteY28605" fmla="*/ 2096257 h 2398711"/>
              <a:gd name="connsiteX28606" fmla="*/ 1801284 w 2119654"/>
              <a:gd name="connsiteY28606" fmla="*/ 1194572 h 2398711"/>
              <a:gd name="connsiteX28607" fmla="*/ 1800807 w 2119654"/>
              <a:gd name="connsiteY28607" fmla="*/ 1196870 h 2398711"/>
              <a:gd name="connsiteX28608" fmla="*/ 1802390 w 2119654"/>
              <a:gd name="connsiteY28608" fmla="*/ 1194546 h 2398711"/>
              <a:gd name="connsiteX28609" fmla="*/ 1802711 w 2119654"/>
              <a:gd name="connsiteY28609" fmla="*/ 1192924 h 2398711"/>
              <a:gd name="connsiteX28610" fmla="*/ 1399300 w 2119654"/>
              <a:gd name="connsiteY28610" fmla="*/ 2094568 h 2398711"/>
              <a:gd name="connsiteX28611" fmla="*/ 1399105 w 2119654"/>
              <a:gd name="connsiteY28611" fmla="*/ 2095230 h 2398711"/>
              <a:gd name="connsiteX28612" fmla="*/ 1399330 w 2119654"/>
              <a:gd name="connsiteY28612" fmla="*/ 2095336 h 2398711"/>
              <a:gd name="connsiteX28613" fmla="*/ 1399657 w 2119654"/>
              <a:gd name="connsiteY28613" fmla="*/ 2094612 h 2398711"/>
              <a:gd name="connsiteX28614" fmla="*/ 1348901 w 2119654"/>
              <a:gd name="connsiteY28614" fmla="*/ 2206769 h 2398711"/>
              <a:gd name="connsiteX28615" fmla="*/ 1353119 w 2119654"/>
              <a:gd name="connsiteY28615" fmla="*/ 2208391 h 2398711"/>
              <a:gd name="connsiteX28616" fmla="*/ 1354161 w 2119654"/>
              <a:gd name="connsiteY28616" fmla="*/ 2208368 h 2398711"/>
              <a:gd name="connsiteX28617" fmla="*/ 1354543 w 2119654"/>
              <a:gd name="connsiteY28617" fmla="*/ 2207822 h 2398711"/>
              <a:gd name="connsiteX28618" fmla="*/ 1372967 w 2119654"/>
              <a:gd name="connsiteY28618" fmla="*/ 2152743 h 2398711"/>
              <a:gd name="connsiteX28619" fmla="*/ 1372867 w 2119654"/>
              <a:gd name="connsiteY28619" fmla="*/ 2154347 h 2398711"/>
              <a:gd name="connsiteX28620" fmla="*/ 1375441 w 2119654"/>
              <a:gd name="connsiteY28620" fmla="*/ 2154026 h 2398711"/>
              <a:gd name="connsiteX28621" fmla="*/ 1378734 w 2119654"/>
              <a:gd name="connsiteY28621" fmla="*/ 2148005 h 2398711"/>
              <a:gd name="connsiteX28622" fmla="*/ 1378693 w 2119654"/>
              <a:gd name="connsiteY28622" fmla="*/ 2147998 h 2398711"/>
              <a:gd name="connsiteX28623" fmla="*/ 1829017 w 2119654"/>
              <a:gd name="connsiteY28623" fmla="*/ 1131555 h 2398711"/>
              <a:gd name="connsiteX28624" fmla="*/ 1830192 w 2119654"/>
              <a:gd name="connsiteY28624" fmla="*/ 1131868 h 2398711"/>
              <a:gd name="connsiteX28625" fmla="*/ 1831787 w 2119654"/>
              <a:gd name="connsiteY28625" fmla="*/ 1130014 h 2398711"/>
              <a:gd name="connsiteX28626" fmla="*/ 1832351 w 2119654"/>
              <a:gd name="connsiteY28626" fmla="*/ 1128392 h 2398711"/>
              <a:gd name="connsiteX28627" fmla="*/ 1801858 w 2119654"/>
              <a:gd name="connsiteY28627" fmla="*/ 1191809 h 2398711"/>
              <a:gd name="connsiteX28628" fmla="*/ 1801466 w 2119654"/>
              <a:gd name="connsiteY28628" fmla="*/ 1193701 h 2398711"/>
              <a:gd name="connsiteX28629" fmla="*/ 1802880 w 2119654"/>
              <a:gd name="connsiteY28629" fmla="*/ 1192065 h 2398711"/>
              <a:gd name="connsiteX28630" fmla="*/ 1803083 w 2119654"/>
              <a:gd name="connsiteY28630" fmla="*/ 1191038 h 2398711"/>
              <a:gd name="connsiteX28631" fmla="*/ 1400570 w 2119654"/>
              <a:gd name="connsiteY28631" fmla="*/ 2090255 h 2398711"/>
              <a:gd name="connsiteX28632" fmla="*/ 1400080 w 2119654"/>
              <a:gd name="connsiteY28632" fmla="*/ 2091920 h 2398711"/>
              <a:gd name="connsiteX28633" fmla="*/ 1400033 w 2119654"/>
              <a:gd name="connsiteY28633" fmla="*/ 2092649 h 2398711"/>
              <a:gd name="connsiteX28634" fmla="*/ 1400502 w 2119654"/>
              <a:gd name="connsiteY28634" fmla="*/ 2092742 h 2398711"/>
              <a:gd name="connsiteX28635" fmla="*/ 1401214 w 2119654"/>
              <a:gd name="connsiteY28635" fmla="*/ 2091165 h 2398711"/>
              <a:gd name="connsiteX28636" fmla="*/ 1401666 w 2119654"/>
              <a:gd name="connsiteY28636" fmla="*/ 2090127 h 2398711"/>
              <a:gd name="connsiteX28637" fmla="*/ 1801998 w 2119654"/>
              <a:gd name="connsiteY28637" fmla="*/ 1191134 h 2398711"/>
              <a:gd name="connsiteX28638" fmla="*/ 1801940 w 2119654"/>
              <a:gd name="connsiteY28638" fmla="*/ 1191415 h 2398711"/>
              <a:gd name="connsiteX28639" fmla="*/ 1803155 w 2119654"/>
              <a:gd name="connsiteY28639" fmla="*/ 1190671 h 2398711"/>
              <a:gd name="connsiteX28640" fmla="*/ 1803295 w 2119654"/>
              <a:gd name="connsiteY28640" fmla="*/ 1189964 h 2398711"/>
              <a:gd name="connsiteX28641" fmla="*/ 1875485 w 2119654"/>
              <a:gd name="connsiteY28641" fmla="*/ 1026427 h 2398711"/>
              <a:gd name="connsiteX28642" fmla="*/ 1872412 w 2119654"/>
              <a:gd name="connsiteY28642" fmla="*/ 1050907 h 2398711"/>
              <a:gd name="connsiteX28643" fmla="*/ 1884434 w 2119654"/>
              <a:gd name="connsiteY28643" fmla="*/ 1034003 h 2398711"/>
              <a:gd name="connsiteX28644" fmla="*/ 1885678 w 2119654"/>
              <a:gd name="connsiteY28644" fmla="*/ 1029492 h 2398711"/>
              <a:gd name="connsiteX28645" fmla="*/ 1890995 w 2119654"/>
              <a:gd name="connsiteY28645" fmla="*/ 1009438 h 2398711"/>
              <a:gd name="connsiteX28646" fmla="*/ 1850915 w 2119654"/>
              <a:gd name="connsiteY28646" fmla="*/ 1081109 h 2398711"/>
              <a:gd name="connsiteX28647" fmla="*/ 1844538 w 2119654"/>
              <a:gd name="connsiteY28647" fmla="*/ 1104246 h 2398711"/>
              <a:gd name="connsiteX28648" fmla="*/ 1853894 w 2119654"/>
              <a:gd name="connsiteY28648" fmla="*/ 1093659 h 2398711"/>
              <a:gd name="connsiteX28649" fmla="*/ 1854311 w 2119654"/>
              <a:gd name="connsiteY28649" fmla="*/ 1076716 h 2398711"/>
              <a:gd name="connsiteX28650" fmla="*/ 1373074 w 2119654"/>
              <a:gd name="connsiteY28650" fmla="*/ 2151035 h 2398711"/>
              <a:gd name="connsiteX28651" fmla="*/ 1373004 w 2119654"/>
              <a:gd name="connsiteY28651" fmla="*/ 2152159 h 2398711"/>
              <a:gd name="connsiteX28652" fmla="*/ 1375647 w 2119654"/>
              <a:gd name="connsiteY28652" fmla="*/ 2149968 h 2398711"/>
              <a:gd name="connsiteX28653" fmla="*/ 1377972 w 2119654"/>
              <a:gd name="connsiteY28653" fmla="*/ 2147877 h 2398711"/>
              <a:gd name="connsiteX28654" fmla="*/ 1376040 w 2119654"/>
              <a:gd name="connsiteY28654" fmla="*/ 2147552 h 2398711"/>
              <a:gd name="connsiteX28655" fmla="*/ 1347115 w 2119654"/>
              <a:gd name="connsiteY28655" fmla="*/ 2208921 h 2398711"/>
              <a:gd name="connsiteX28656" fmla="*/ 1348027 w 2119654"/>
              <a:gd name="connsiteY28656" fmla="*/ 2209615 h 2398711"/>
              <a:gd name="connsiteX28657" fmla="*/ 1352878 w 2119654"/>
              <a:gd name="connsiteY28657" fmla="*/ 2210208 h 2398711"/>
              <a:gd name="connsiteX28658" fmla="*/ 1353568 w 2119654"/>
              <a:gd name="connsiteY28658" fmla="*/ 2209219 h 2398711"/>
              <a:gd name="connsiteX28659" fmla="*/ 1352489 w 2119654"/>
              <a:gd name="connsiteY28659" fmla="*/ 2208803 h 2398711"/>
              <a:gd name="connsiteX28660" fmla="*/ 1815171 w 2119654"/>
              <a:gd name="connsiteY28660" fmla="*/ 1160628 h 2398711"/>
              <a:gd name="connsiteX28661" fmla="*/ 1814441 w 2119654"/>
              <a:gd name="connsiteY28661" fmla="*/ 1165295 h 2398711"/>
              <a:gd name="connsiteX28662" fmla="*/ 1816911 w 2119654"/>
              <a:gd name="connsiteY28662" fmla="*/ 1167780 h 2398711"/>
              <a:gd name="connsiteX28663" fmla="*/ 1816979 w 2119654"/>
              <a:gd name="connsiteY28663" fmla="*/ 1167700 h 2398711"/>
              <a:gd name="connsiteX28664" fmla="*/ 1823959 w 2119654"/>
              <a:gd name="connsiteY28664" fmla="*/ 1151930 h 2398711"/>
              <a:gd name="connsiteX28665" fmla="*/ 1825193 w 2119654"/>
              <a:gd name="connsiteY28665" fmla="*/ 1148532 h 2398711"/>
              <a:gd name="connsiteX28666" fmla="*/ 1816943 w 2119654"/>
              <a:gd name="connsiteY28666" fmla="*/ 1159004 h 2398711"/>
              <a:gd name="connsiteX28667" fmla="*/ 1851959 w 2119654"/>
              <a:gd name="connsiteY28667" fmla="*/ 1077322 h 2398711"/>
              <a:gd name="connsiteX28668" fmla="*/ 1851638 w 2119654"/>
              <a:gd name="connsiteY28668" fmla="*/ 1078488 h 2398711"/>
              <a:gd name="connsiteX28669" fmla="*/ 1854354 w 2119654"/>
              <a:gd name="connsiteY28669" fmla="*/ 1074974 h 2398711"/>
              <a:gd name="connsiteX28670" fmla="*/ 1854363 w 2119654"/>
              <a:gd name="connsiteY28670" fmla="*/ 1074587 h 2398711"/>
              <a:gd name="connsiteX28671" fmla="*/ 1370705 w 2119654"/>
              <a:gd name="connsiteY28671" fmla="*/ 2154617 h 2398711"/>
              <a:gd name="connsiteX28672" fmla="*/ 1372698 w 2119654"/>
              <a:gd name="connsiteY28672" fmla="*/ 2154368 h 2398711"/>
              <a:gd name="connsiteX28673" fmla="*/ 1372790 w 2119654"/>
              <a:gd name="connsiteY28673" fmla="*/ 2152890 h 2398711"/>
              <a:gd name="connsiteX28674" fmla="*/ 1395164 w 2119654"/>
              <a:gd name="connsiteY28674" fmla="*/ 2099753 h 2398711"/>
              <a:gd name="connsiteX28675" fmla="*/ 1395451 w 2119654"/>
              <a:gd name="connsiteY28675" fmla="*/ 2099951 h 2398711"/>
              <a:gd name="connsiteX28676" fmla="*/ 1395428 w 2119654"/>
              <a:gd name="connsiteY28676" fmla="*/ 2099233 h 2398711"/>
              <a:gd name="connsiteX28677" fmla="*/ 1802952 w 2119654"/>
              <a:gd name="connsiteY28677" fmla="*/ 1186536 h 2398711"/>
              <a:gd name="connsiteX28678" fmla="*/ 1802065 w 2119654"/>
              <a:gd name="connsiteY28678" fmla="*/ 1190809 h 2398711"/>
              <a:gd name="connsiteX28679" fmla="*/ 1803363 w 2119654"/>
              <a:gd name="connsiteY28679" fmla="*/ 1189618 h 2398711"/>
              <a:gd name="connsiteX28680" fmla="*/ 1804291 w 2119654"/>
              <a:gd name="connsiteY28680" fmla="*/ 1184915 h 2398711"/>
              <a:gd name="connsiteX28681" fmla="*/ 1373227 w 2119654"/>
              <a:gd name="connsiteY28681" fmla="*/ 2148583 h 2398711"/>
              <a:gd name="connsiteX28682" fmla="*/ 1373112 w 2119654"/>
              <a:gd name="connsiteY28682" fmla="*/ 2150427 h 2398711"/>
              <a:gd name="connsiteX28683" fmla="*/ 1375560 w 2119654"/>
              <a:gd name="connsiteY28683" fmla="*/ 2147471 h 2398711"/>
              <a:gd name="connsiteX28684" fmla="*/ 1375063 w 2119654"/>
              <a:gd name="connsiteY28684" fmla="*/ 2147387 h 2398711"/>
              <a:gd name="connsiteX28685" fmla="*/ 1373712 w 2119654"/>
              <a:gd name="connsiteY28685" fmla="*/ 2147863 h 2398711"/>
              <a:gd name="connsiteX28686" fmla="*/ 1396664 w 2119654"/>
              <a:gd name="connsiteY28686" fmla="*/ 2095308 h 2398711"/>
              <a:gd name="connsiteX28687" fmla="*/ 1396678 w 2119654"/>
              <a:gd name="connsiteY28687" fmla="*/ 2095783 h 2398711"/>
              <a:gd name="connsiteX28688" fmla="*/ 1396875 w 2119654"/>
              <a:gd name="connsiteY28688" fmla="*/ 2095397 h 2398711"/>
              <a:gd name="connsiteX28689" fmla="*/ 1370090 w 2119654"/>
              <a:gd name="connsiteY28689" fmla="*/ 2154540 h 2398711"/>
              <a:gd name="connsiteX28690" fmla="*/ 1370120 w 2119654"/>
              <a:gd name="connsiteY28690" fmla="*/ 2154549 h 2398711"/>
              <a:gd name="connsiteX28691" fmla="*/ 1372826 w 2119654"/>
              <a:gd name="connsiteY28691" fmla="*/ 2152305 h 2398711"/>
              <a:gd name="connsiteX28692" fmla="*/ 1372893 w 2119654"/>
              <a:gd name="connsiteY28692" fmla="*/ 2151247 h 2398711"/>
              <a:gd name="connsiteX28693" fmla="*/ 1369992 w 2119654"/>
              <a:gd name="connsiteY28693" fmla="*/ 2154655 h 2398711"/>
              <a:gd name="connsiteX28694" fmla="*/ 1370009 w 2119654"/>
              <a:gd name="connsiteY28694" fmla="*/ 2154640 h 2398711"/>
              <a:gd name="connsiteX28695" fmla="*/ 1370005 w 2119654"/>
              <a:gd name="connsiteY28695" fmla="*/ 2154639 h 2398711"/>
              <a:gd name="connsiteX28696" fmla="*/ 1854525 w 2119654"/>
              <a:gd name="connsiteY28696" fmla="*/ 1068010 h 2398711"/>
              <a:gd name="connsiteX28697" fmla="*/ 1852335 w 2119654"/>
              <a:gd name="connsiteY28697" fmla="*/ 1075956 h 2398711"/>
              <a:gd name="connsiteX28698" fmla="*/ 1854388 w 2119654"/>
              <a:gd name="connsiteY28698" fmla="*/ 1073621 h 2398711"/>
              <a:gd name="connsiteX28699" fmla="*/ 1369365 w 2119654"/>
              <a:gd name="connsiteY28699" fmla="*/ 2154309 h 2398711"/>
              <a:gd name="connsiteX28700" fmla="*/ 1369784 w 2119654"/>
              <a:gd name="connsiteY28700" fmla="*/ 2154442 h 2398711"/>
              <a:gd name="connsiteX28701" fmla="*/ 1372930 w 2119654"/>
              <a:gd name="connsiteY28701" fmla="*/ 2150645 h 2398711"/>
              <a:gd name="connsiteX28702" fmla="*/ 1373041 w 2119654"/>
              <a:gd name="connsiteY28702" fmla="*/ 2148858 h 2398711"/>
              <a:gd name="connsiteX28703" fmla="*/ 1784153 w 2119654"/>
              <a:gd name="connsiteY28703" fmla="*/ 1225450 h 2398711"/>
              <a:gd name="connsiteX28704" fmla="*/ 1783735 w 2119654"/>
              <a:gd name="connsiteY28704" fmla="*/ 1229164 h 2398711"/>
              <a:gd name="connsiteX28705" fmla="*/ 1782437 w 2119654"/>
              <a:gd name="connsiteY28705" fmla="*/ 1235718 h 2398711"/>
              <a:gd name="connsiteX28706" fmla="*/ 1783604 w 2119654"/>
              <a:gd name="connsiteY28706" fmla="*/ 1233585 h 2398711"/>
              <a:gd name="connsiteX28707" fmla="*/ 1787236 w 2119654"/>
              <a:gd name="connsiteY28707" fmla="*/ 1222792 h 2398711"/>
              <a:gd name="connsiteX28708" fmla="*/ 1786634 w 2119654"/>
              <a:gd name="connsiteY28708" fmla="*/ 1222024 h 2398711"/>
              <a:gd name="connsiteX28709" fmla="*/ 1786549 w 2119654"/>
              <a:gd name="connsiteY28709" fmla="*/ 1222082 h 2398711"/>
              <a:gd name="connsiteX28710" fmla="*/ 1805032 w 2119654"/>
              <a:gd name="connsiteY28710" fmla="*/ 1178569 h 2398711"/>
              <a:gd name="connsiteX28711" fmla="*/ 1805609 w 2119654"/>
              <a:gd name="connsiteY28711" fmla="*/ 1178245 h 2398711"/>
              <a:gd name="connsiteX28712" fmla="*/ 1805616 w 2119654"/>
              <a:gd name="connsiteY28712" fmla="*/ 1178208 h 2398711"/>
              <a:gd name="connsiteX28713" fmla="*/ 1805690 w 2119654"/>
              <a:gd name="connsiteY28713" fmla="*/ 1177501 h 2398711"/>
              <a:gd name="connsiteX28714" fmla="*/ 1369016 w 2119654"/>
              <a:gd name="connsiteY28714" fmla="*/ 2154827 h 2398711"/>
              <a:gd name="connsiteX28715" fmla="*/ 1369517 w 2119654"/>
              <a:gd name="connsiteY28715" fmla="*/ 2154765 h 2398711"/>
              <a:gd name="connsiteX28716" fmla="*/ 1369701 w 2119654"/>
              <a:gd name="connsiteY28716" fmla="*/ 2154543 h 2398711"/>
              <a:gd name="connsiteX28717" fmla="*/ 1369295 w 2119654"/>
              <a:gd name="connsiteY28717" fmla="*/ 2154414 h 2398711"/>
              <a:gd name="connsiteX28718" fmla="*/ 1338944 w 2119654"/>
              <a:gd name="connsiteY28718" fmla="*/ 2222117 h 2398711"/>
              <a:gd name="connsiteX28719" fmla="*/ 1341139 w 2119654"/>
              <a:gd name="connsiteY28719" fmla="*/ 2223974 h 2398711"/>
              <a:gd name="connsiteX28720" fmla="*/ 1349672 w 2119654"/>
              <a:gd name="connsiteY28720" fmla="*/ 2228673 h 2398711"/>
              <a:gd name="connsiteX28721" fmla="*/ 1351604 w 2119654"/>
              <a:gd name="connsiteY28721" fmla="*/ 2224101 h 2398711"/>
              <a:gd name="connsiteX28722" fmla="*/ 1347556 w 2119654"/>
              <a:gd name="connsiteY28722" fmla="*/ 2223467 h 2398711"/>
              <a:gd name="connsiteX28723" fmla="*/ 1347429 w 2119654"/>
              <a:gd name="connsiteY28723" fmla="*/ 2223648 h 2398711"/>
              <a:gd name="connsiteX28724" fmla="*/ 1347214 w 2119654"/>
              <a:gd name="connsiteY28724" fmla="*/ 2223713 h 2398711"/>
              <a:gd name="connsiteX28725" fmla="*/ 1347403 w 2119654"/>
              <a:gd name="connsiteY28725" fmla="*/ 2223443 h 2398711"/>
              <a:gd name="connsiteX28726" fmla="*/ 1343960 w 2119654"/>
              <a:gd name="connsiteY28726" fmla="*/ 2222903 h 2398711"/>
              <a:gd name="connsiteX28727" fmla="*/ 1343904 w 2119654"/>
              <a:gd name="connsiteY28727" fmla="*/ 2222982 h 2398711"/>
              <a:gd name="connsiteX28728" fmla="*/ 1343732 w 2119654"/>
              <a:gd name="connsiteY28728" fmla="*/ 2223031 h 2398711"/>
              <a:gd name="connsiteX28729" fmla="*/ 1343838 w 2119654"/>
              <a:gd name="connsiteY28729" fmla="*/ 2222884 h 2398711"/>
              <a:gd name="connsiteX28730" fmla="*/ 1804389 w 2119654"/>
              <a:gd name="connsiteY28730" fmla="*/ 1179613 h 2398711"/>
              <a:gd name="connsiteX28731" fmla="*/ 1803570 w 2119654"/>
              <a:gd name="connsiteY28731" fmla="*/ 1183559 h 2398711"/>
              <a:gd name="connsiteX28732" fmla="*/ 1804860 w 2119654"/>
              <a:gd name="connsiteY28732" fmla="*/ 1182033 h 2398711"/>
              <a:gd name="connsiteX28733" fmla="*/ 1805564 w 2119654"/>
              <a:gd name="connsiteY28733" fmla="*/ 1178470 h 2398711"/>
              <a:gd name="connsiteX28734" fmla="*/ 1804842 w 2119654"/>
              <a:gd name="connsiteY28734" fmla="*/ 1178877 h 2398711"/>
              <a:gd name="connsiteX28735" fmla="*/ 1394488 w 2119654"/>
              <a:gd name="connsiteY28735" fmla="*/ 2097354 h 2398711"/>
              <a:gd name="connsiteX28736" fmla="*/ 1395378 w 2119654"/>
              <a:gd name="connsiteY28736" fmla="*/ 2097718 h 2398711"/>
              <a:gd name="connsiteX28737" fmla="*/ 1395334 w 2119654"/>
              <a:gd name="connsiteY28737" fmla="*/ 2096339 h 2398711"/>
              <a:gd name="connsiteX28738" fmla="*/ 1393908 w 2119654"/>
              <a:gd name="connsiteY28738" fmla="*/ 2098579 h 2398711"/>
              <a:gd name="connsiteX28739" fmla="*/ 1393453 w 2119654"/>
              <a:gd name="connsiteY28739" fmla="*/ 2100743 h 2398711"/>
              <a:gd name="connsiteX28740" fmla="*/ 1394680 w 2119654"/>
              <a:gd name="connsiteY28740" fmla="*/ 2099418 h 2398711"/>
              <a:gd name="connsiteX28741" fmla="*/ 1394794 w 2119654"/>
              <a:gd name="connsiteY28741" fmla="*/ 2099496 h 2398711"/>
              <a:gd name="connsiteX28742" fmla="*/ 1395203 w 2119654"/>
              <a:gd name="connsiteY28742" fmla="*/ 2098691 h 2398711"/>
              <a:gd name="connsiteX28743" fmla="*/ 1818472 w 2119654"/>
              <a:gd name="connsiteY28743" fmla="*/ 1147795 h 2398711"/>
              <a:gd name="connsiteX28744" fmla="*/ 1824678 w 2119654"/>
              <a:gd name="connsiteY28744" fmla="*/ 1142648 h 2398711"/>
              <a:gd name="connsiteX28745" fmla="*/ 1829537 w 2119654"/>
              <a:gd name="connsiteY28745" fmla="*/ 1136481 h 2398711"/>
              <a:gd name="connsiteX28746" fmla="*/ 1830300 w 2119654"/>
              <a:gd name="connsiteY28746" fmla="*/ 1134286 h 2398711"/>
              <a:gd name="connsiteX28747" fmla="*/ 1804503 w 2119654"/>
              <a:gd name="connsiteY28747" fmla="*/ 1179068 h 2398711"/>
              <a:gd name="connsiteX28748" fmla="*/ 1804446 w 2119654"/>
              <a:gd name="connsiteY28748" fmla="*/ 1179341 h 2398711"/>
              <a:gd name="connsiteX28749" fmla="*/ 1804673 w 2119654"/>
              <a:gd name="connsiteY28749" fmla="*/ 1178972 h 2398711"/>
              <a:gd name="connsiteX28750" fmla="*/ 1394057 w 2119654"/>
              <a:gd name="connsiteY28750" fmla="*/ 2097871 h 2398711"/>
              <a:gd name="connsiteX28751" fmla="*/ 1393984 w 2119654"/>
              <a:gd name="connsiteY28751" fmla="*/ 2098217 h 2398711"/>
              <a:gd name="connsiteX28752" fmla="*/ 1395382 w 2119654"/>
              <a:gd name="connsiteY28752" fmla="*/ 2098338 h 2398711"/>
              <a:gd name="connsiteX28753" fmla="*/ 1395398 w 2119654"/>
              <a:gd name="connsiteY28753" fmla="*/ 2098306 h 2398711"/>
              <a:gd name="connsiteX28754" fmla="*/ 1395382 w 2119654"/>
              <a:gd name="connsiteY28754" fmla="*/ 2097814 h 2398711"/>
              <a:gd name="connsiteX28755" fmla="*/ 1394430 w 2119654"/>
              <a:gd name="connsiteY28755" fmla="*/ 2097423 h 2398711"/>
              <a:gd name="connsiteX28756" fmla="*/ 1784359 w 2119654"/>
              <a:gd name="connsiteY28756" fmla="*/ 1223622 h 2398711"/>
              <a:gd name="connsiteX28757" fmla="*/ 1784269 w 2119654"/>
              <a:gd name="connsiteY28757" fmla="*/ 1224421 h 2398711"/>
              <a:gd name="connsiteX28758" fmla="*/ 1785377 w 2119654"/>
              <a:gd name="connsiteY28758" fmla="*/ 1222863 h 2398711"/>
              <a:gd name="connsiteX28759" fmla="*/ 1784458 w 2119654"/>
              <a:gd name="connsiteY28759" fmla="*/ 1223475 h 2398711"/>
              <a:gd name="connsiteX28760" fmla="*/ 1790000 w 2119654"/>
              <a:gd name="connsiteY28760" fmla="*/ 1210970 h 2398711"/>
              <a:gd name="connsiteX28761" fmla="*/ 1790890 w 2119654"/>
              <a:gd name="connsiteY28761" fmla="*/ 1211426 h 2398711"/>
              <a:gd name="connsiteX28762" fmla="*/ 1791230 w 2119654"/>
              <a:gd name="connsiteY28762" fmla="*/ 1210928 h 2398711"/>
              <a:gd name="connsiteX28763" fmla="*/ 1791462 w 2119654"/>
              <a:gd name="connsiteY28763" fmla="*/ 1210238 h 2398711"/>
              <a:gd name="connsiteX28764" fmla="*/ 1344215 w 2119654"/>
              <a:gd name="connsiteY28764" fmla="*/ 2208985 h 2398711"/>
              <a:gd name="connsiteX28765" fmla="*/ 1346054 w 2119654"/>
              <a:gd name="connsiteY28765" fmla="*/ 2209348 h 2398711"/>
              <a:gd name="connsiteX28766" fmla="*/ 1345539 w 2119654"/>
              <a:gd name="connsiteY28766" fmla="*/ 2208956 h 2398711"/>
              <a:gd name="connsiteX28767" fmla="*/ 1791307 w 2119654"/>
              <a:gd name="connsiteY28767" fmla="*/ 1207424 h 2398711"/>
              <a:gd name="connsiteX28768" fmla="*/ 1792247 w 2119654"/>
              <a:gd name="connsiteY28768" fmla="*/ 1207903 h 2398711"/>
              <a:gd name="connsiteX28769" fmla="*/ 1792823 w 2119654"/>
              <a:gd name="connsiteY28769" fmla="*/ 1206195 h 2398711"/>
              <a:gd name="connsiteX28770" fmla="*/ 1795986 w 2119654"/>
              <a:gd name="connsiteY28770" fmla="*/ 1196558 h 2398711"/>
              <a:gd name="connsiteX28771" fmla="*/ 1795801 w 2119654"/>
              <a:gd name="connsiteY28771" fmla="*/ 1197343 h 2398711"/>
              <a:gd name="connsiteX28772" fmla="*/ 1796100 w 2119654"/>
              <a:gd name="connsiteY28772" fmla="*/ 1196455 h 2398711"/>
              <a:gd name="connsiteX28773" fmla="*/ 1816878 w 2119654"/>
              <a:gd name="connsiteY28773" fmla="*/ 1149719 h 2398711"/>
              <a:gd name="connsiteX28774" fmla="*/ 1816772 w 2119654"/>
              <a:gd name="connsiteY28774" fmla="*/ 1150390 h 2398711"/>
              <a:gd name="connsiteX28775" fmla="*/ 1823273 w 2119654"/>
              <a:gd name="connsiteY28775" fmla="*/ 1144432 h 2398711"/>
              <a:gd name="connsiteX28776" fmla="*/ 1823313 w 2119654"/>
              <a:gd name="connsiteY28776" fmla="*/ 1144381 h 2398711"/>
              <a:gd name="connsiteX28777" fmla="*/ 1345873 w 2119654"/>
              <a:gd name="connsiteY28777" fmla="*/ 2204100 h 2398711"/>
              <a:gd name="connsiteX28778" fmla="*/ 1354670 w 2119654"/>
              <a:gd name="connsiteY28778" fmla="*/ 2206413 h 2398711"/>
              <a:gd name="connsiteX28779" fmla="*/ 1355426 w 2119654"/>
              <a:gd name="connsiteY28779" fmla="*/ 2206555 h 2398711"/>
              <a:gd name="connsiteX28780" fmla="*/ 1360262 w 2119654"/>
              <a:gd name="connsiteY28780" fmla="*/ 2199621 h 2398711"/>
              <a:gd name="connsiteX28781" fmla="*/ 1355909 w 2119654"/>
              <a:gd name="connsiteY28781" fmla="*/ 2196471 h 2398711"/>
              <a:gd name="connsiteX28782" fmla="*/ 1795696 w 2119654"/>
              <a:gd name="connsiteY28782" fmla="*/ 1196820 h 2398711"/>
              <a:gd name="connsiteX28783" fmla="*/ 1795656 w 2119654"/>
              <a:gd name="connsiteY28783" fmla="*/ 1197087 h 2398711"/>
              <a:gd name="connsiteX28784" fmla="*/ 1795726 w 2119654"/>
              <a:gd name="connsiteY28784" fmla="*/ 1196792 h 2398711"/>
              <a:gd name="connsiteX28785" fmla="*/ 1365568 w 2119654"/>
              <a:gd name="connsiteY28785" fmla="*/ 2159940 h 2398711"/>
              <a:gd name="connsiteX28786" fmla="*/ 1370649 w 2119654"/>
              <a:gd name="connsiteY28786" fmla="*/ 2160590 h 2398711"/>
              <a:gd name="connsiteX28787" fmla="*/ 1373177 w 2119654"/>
              <a:gd name="connsiteY28787" fmla="*/ 2157974 h 2398711"/>
              <a:gd name="connsiteX28788" fmla="*/ 1373706 w 2119654"/>
              <a:gd name="connsiteY28788" fmla="*/ 2157078 h 2398711"/>
              <a:gd name="connsiteX28789" fmla="*/ 1367242 w 2119654"/>
              <a:gd name="connsiteY28789" fmla="*/ 2157884 h 2398711"/>
              <a:gd name="connsiteX28790" fmla="*/ 1365859 w 2119654"/>
              <a:gd name="connsiteY28790" fmla="*/ 2159509 h 2398711"/>
              <a:gd name="connsiteX28791" fmla="*/ 1796283 w 2119654"/>
              <a:gd name="connsiteY28791" fmla="*/ 1195296 h 2398711"/>
              <a:gd name="connsiteX28792" fmla="*/ 1796036 w 2119654"/>
              <a:gd name="connsiteY28792" fmla="*/ 1196344 h 2398711"/>
              <a:gd name="connsiteX28793" fmla="*/ 1796182 w 2119654"/>
              <a:gd name="connsiteY28793" fmla="*/ 1196209 h 2398711"/>
              <a:gd name="connsiteX28794" fmla="*/ 1796544 w 2119654"/>
              <a:gd name="connsiteY28794" fmla="*/ 1195135 h 2398711"/>
              <a:gd name="connsiteX28795" fmla="*/ 1790937 w 2119654"/>
              <a:gd name="connsiteY28795" fmla="*/ 1207217 h 2398711"/>
              <a:gd name="connsiteX28796" fmla="*/ 1793003 w 2119654"/>
              <a:gd name="connsiteY28796" fmla="*/ 1205588 h 2398711"/>
              <a:gd name="connsiteX28797" fmla="*/ 1793039 w 2119654"/>
              <a:gd name="connsiteY28797" fmla="*/ 1205341 h 2398711"/>
              <a:gd name="connsiteX28798" fmla="*/ 1796509 w 2119654"/>
              <a:gd name="connsiteY28798" fmla="*/ 1194334 h 2398711"/>
              <a:gd name="connsiteX28799" fmla="*/ 1796398 w 2119654"/>
              <a:gd name="connsiteY28799" fmla="*/ 1194803 h 2398711"/>
              <a:gd name="connsiteX28800" fmla="*/ 1796723 w 2119654"/>
              <a:gd name="connsiteY28800" fmla="*/ 1194605 h 2398711"/>
              <a:gd name="connsiteX28801" fmla="*/ 1797023 w 2119654"/>
              <a:gd name="connsiteY28801" fmla="*/ 1193711 h 2398711"/>
              <a:gd name="connsiteX28802" fmla="*/ 1791066 w 2119654"/>
              <a:gd name="connsiteY28802" fmla="*/ 1206381 h 2398711"/>
              <a:gd name="connsiteX28803" fmla="*/ 1793161 w 2119654"/>
              <a:gd name="connsiteY28803" fmla="*/ 1204511 h 2398711"/>
              <a:gd name="connsiteX28804" fmla="*/ 1793258 w 2119654"/>
              <a:gd name="connsiteY28804" fmla="*/ 1203848 h 2398711"/>
              <a:gd name="connsiteX28805" fmla="*/ 1795883 w 2119654"/>
              <a:gd name="connsiteY28805" fmla="*/ 1195539 h 2398711"/>
              <a:gd name="connsiteX28806" fmla="*/ 1795723 w 2119654"/>
              <a:gd name="connsiteY28806" fmla="*/ 1196632 h 2398711"/>
              <a:gd name="connsiteX28807" fmla="*/ 1795776 w 2119654"/>
              <a:gd name="connsiteY28807" fmla="*/ 1196583 h 2398711"/>
              <a:gd name="connsiteX28808" fmla="*/ 1796045 w 2119654"/>
              <a:gd name="connsiteY28808" fmla="*/ 1195442 h 2398711"/>
              <a:gd name="connsiteX28809" fmla="*/ 1795964 w 2119654"/>
              <a:gd name="connsiteY28809" fmla="*/ 1194994 h 2398711"/>
              <a:gd name="connsiteX28810" fmla="*/ 1795951 w 2119654"/>
              <a:gd name="connsiteY28810" fmla="*/ 1195077 h 2398711"/>
              <a:gd name="connsiteX28811" fmla="*/ 1796161 w 2119654"/>
              <a:gd name="connsiteY28811" fmla="*/ 1194948 h 2398711"/>
              <a:gd name="connsiteX28812" fmla="*/ 1796225 w 2119654"/>
              <a:gd name="connsiteY28812" fmla="*/ 1194678 h 2398711"/>
              <a:gd name="connsiteX28813" fmla="*/ 1337299 w 2119654"/>
              <a:gd name="connsiteY28813" fmla="*/ 2221860 h 2398711"/>
              <a:gd name="connsiteX28814" fmla="*/ 1340514 w 2119654"/>
              <a:gd name="connsiteY28814" fmla="*/ 2223631 h 2398711"/>
              <a:gd name="connsiteX28815" fmla="*/ 1338677 w 2119654"/>
              <a:gd name="connsiteY28815" fmla="*/ 2222076 h 2398711"/>
              <a:gd name="connsiteX28816" fmla="*/ 1786678 w 2119654"/>
              <a:gd name="connsiteY28816" fmla="*/ 1215399 h 2398711"/>
              <a:gd name="connsiteX28817" fmla="*/ 1786723 w 2119654"/>
              <a:gd name="connsiteY28817" fmla="*/ 1215457 h 2398711"/>
              <a:gd name="connsiteX28818" fmla="*/ 1788816 w 2119654"/>
              <a:gd name="connsiteY28818" fmla="*/ 1214469 h 2398711"/>
              <a:gd name="connsiteX28819" fmla="*/ 1790636 w 2119654"/>
              <a:gd name="connsiteY28819" fmla="*/ 1211800 h 2398711"/>
              <a:gd name="connsiteX28820" fmla="*/ 1789503 w 2119654"/>
              <a:gd name="connsiteY28820" fmla="*/ 1211219 h 2398711"/>
              <a:gd name="connsiteX28821" fmla="*/ 1788285 w 2119654"/>
              <a:gd name="connsiteY28821" fmla="*/ 1211831 h 2398711"/>
              <a:gd name="connsiteX28822" fmla="*/ 1788655 w 2119654"/>
              <a:gd name="connsiteY28822" fmla="*/ 1210785 h 2398711"/>
              <a:gd name="connsiteX28823" fmla="*/ 1788690 w 2119654"/>
              <a:gd name="connsiteY28823" fmla="*/ 1210930 h 2398711"/>
              <a:gd name="connsiteX28824" fmla="*/ 1788585 w 2119654"/>
              <a:gd name="connsiteY28824" fmla="*/ 1211165 h 2398711"/>
              <a:gd name="connsiteX28825" fmla="*/ 1789002 w 2119654"/>
              <a:gd name="connsiteY28825" fmla="*/ 1210963 h 2398711"/>
              <a:gd name="connsiteX28826" fmla="*/ 1368704 w 2119654"/>
              <a:gd name="connsiteY28826" fmla="*/ 2151013 h 2398711"/>
              <a:gd name="connsiteX28827" fmla="*/ 1369889 w 2119654"/>
              <a:gd name="connsiteY28827" fmla="*/ 2149211 h 2398711"/>
              <a:gd name="connsiteX28828" fmla="*/ 1369596 w 2119654"/>
              <a:gd name="connsiteY28828" fmla="*/ 2149315 h 2398711"/>
              <a:gd name="connsiteX28829" fmla="*/ 1390547 w 2119654"/>
              <a:gd name="connsiteY28829" fmla="*/ 2102080 h 2398711"/>
              <a:gd name="connsiteX28830" fmla="*/ 1391429 w 2119654"/>
              <a:gd name="connsiteY28830" fmla="*/ 2102929 h 2398711"/>
              <a:gd name="connsiteX28831" fmla="*/ 1392842 w 2119654"/>
              <a:gd name="connsiteY28831" fmla="*/ 2101402 h 2398711"/>
              <a:gd name="connsiteX28832" fmla="*/ 1393425 w 2119654"/>
              <a:gd name="connsiteY28832" fmla="*/ 2098628 h 2398711"/>
              <a:gd name="connsiteX28833" fmla="*/ 1797396 w 2119654"/>
              <a:gd name="connsiteY28833" fmla="*/ 1190863 h 2398711"/>
              <a:gd name="connsiteX28834" fmla="*/ 1798369 w 2119654"/>
              <a:gd name="connsiteY28834" fmla="*/ 1189711 h 2398711"/>
              <a:gd name="connsiteX28835" fmla="*/ 1798644 w 2119654"/>
              <a:gd name="connsiteY28835" fmla="*/ 1188894 h 2398711"/>
              <a:gd name="connsiteX28836" fmla="*/ 1351282 w 2119654"/>
              <a:gd name="connsiteY28836" fmla="*/ 2189521 h 2398711"/>
              <a:gd name="connsiteX28837" fmla="*/ 1356809 w 2119654"/>
              <a:gd name="connsiteY28837" fmla="*/ 2191885 h 2398711"/>
              <a:gd name="connsiteX28838" fmla="*/ 1358838 w 2119654"/>
              <a:gd name="connsiteY28838" fmla="*/ 2189927 h 2398711"/>
              <a:gd name="connsiteX28839" fmla="*/ 1824298 w 2119654"/>
              <a:gd name="connsiteY28839" fmla="*/ 1130299 h 2398711"/>
              <a:gd name="connsiteX28840" fmla="*/ 1828409 w 2119654"/>
              <a:gd name="connsiteY28840" fmla="*/ 1131393 h 2398711"/>
              <a:gd name="connsiteX28841" fmla="*/ 1832734 w 2119654"/>
              <a:gd name="connsiteY28841" fmla="*/ 1127290 h 2398711"/>
              <a:gd name="connsiteX28842" fmla="*/ 1835607 w 2119654"/>
              <a:gd name="connsiteY28842" fmla="*/ 1119035 h 2398711"/>
              <a:gd name="connsiteX28843" fmla="*/ 1835705 w 2119654"/>
              <a:gd name="connsiteY28843" fmla="*/ 1119319 h 2398711"/>
              <a:gd name="connsiteX28844" fmla="*/ 1833029 w 2119654"/>
              <a:gd name="connsiteY28844" fmla="*/ 1127011 h 2398711"/>
              <a:gd name="connsiteX28845" fmla="*/ 1836249 w 2119654"/>
              <a:gd name="connsiteY28845" fmla="*/ 1123956 h 2398711"/>
              <a:gd name="connsiteX28846" fmla="*/ 1840214 w 2119654"/>
              <a:gd name="connsiteY28846" fmla="*/ 1114435 h 2398711"/>
              <a:gd name="connsiteX28847" fmla="*/ 1840270 w 2119654"/>
              <a:gd name="connsiteY28847" fmla="*/ 1114634 h 2398711"/>
              <a:gd name="connsiteX28848" fmla="*/ 1836477 w 2119654"/>
              <a:gd name="connsiteY28848" fmla="*/ 1123740 h 2398711"/>
              <a:gd name="connsiteX28849" fmla="*/ 1838284 w 2119654"/>
              <a:gd name="connsiteY28849" fmla="*/ 1122026 h 2398711"/>
              <a:gd name="connsiteX28850" fmla="*/ 1842454 w 2119654"/>
              <a:gd name="connsiteY28850" fmla="*/ 1108956 h 2398711"/>
              <a:gd name="connsiteX28851" fmla="*/ 1825087 w 2119654"/>
              <a:gd name="connsiteY28851" fmla="*/ 1129056 h 2398711"/>
              <a:gd name="connsiteX28852" fmla="*/ 1350224 w 2119654"/>
              <a:gd name="connsiteY28852" fmla="*/ 2191397 h 2398711"/>
              <a:gd name="connsiteX28853" fmla="*/ 1354226 w 2119654"/>
              <a:gd name="connsiteY28853" fmla="*/ 2194378 h 2398711"/>
              <a:gd name="connsiteX28854" fmla="*/ 1355450 w 2119654"/>
              <a:gd name="connsiteY28854" fmla="*/ 2193196 h 2398711"/>
              <a:gd name="connsiteX28855" fmla="*/ 1361539 w 2119654"/>
              <a:gd name="connsiteY28855" fmla="*/ 2165915 h 2398711"/>
              <a:gd name="connsiteX28856" fmla="*/ 1368145 w 2119654"/>
              <a:gd name="connsiteY28856" fmla="*/ 2169874 h 2398711"/>
              <a:gd name="connsiteX28857" fmla="*/ 1369148 w 2119654"/>
              <a:gd name="connsiteY28857" fmla="*/ 2169854 h 2398711"/>
              <a:gd name="connsiteX28858" fmla="*/ 1372939 w 2119654"/>
              <a:gd name="connsiteY28858" fmla="*/ 2167124 h 2398711"/>
              <a:gd name="connsiteX28859" fmla="*/ 1365577 w 2119654"/>
              <a:gd name="connsiteY28859" fmla="*/ 2166183 h 2398711"/>
              <a:gd name="connsiteX28860" fmla="*/ 1365277 w 2119654"/>
              <a:gd name="connsiteY28860" fmla="*/ 2166493 h 2398711"/>
              <a:gd name="connsiteX28861" fmla="*/ 1364894 w 2119654"/>
              <a:gd name="connsiteY28861" fmla="*/ 2166545 h 2398711"/>
              <a:gd name="connsiteX28862" fmla="*/ 1365280 w 2119654"/>
              <a:gd name="connsiteY28862" fmla="*/ 2166146 h 2398711"/>
              <a:gd name="connsiteX28863" fmla="*/ 1361693 w 2119654"/>
              <a:gd name="connsiteY28863" fmla="*/ 2165687 h 2398711"/>
              <a:gd name="connsiteX28864" fmla="*/ 1813874 w 2119654"/>
              <a:gd name="connsiteY28864" fmla="*/ 1153047 h 2398711"/>
              <a:gd name="connsiteX28865" fmla="*/ 1813979 w 2119654"/>
              <a:gd name="connsiteY28865" fmla="*/ 1152951 h 2398711"/>
              <a:gd name="connsiteX28866" fmla="*/ 1813983 w 2119654"/>
              <a:gd name="connsiteY28866" fmla="*/ 1152923 h 2398711"/>
              <a:gd name="connsiteX28867" fmla="*/ 1806564 w 2119654"/>
              <a:gd name="connsiteY28867" fmla="*/ 1169131 h 2398711"/>
              <a:gd name="connsiteX28868" fmla="*/ 1804550 w 2119654"/>
              <a:gd name="connsiteY28868" fmla="*/ 1178841 h 2398711"/>
              <a:gd name="connsiteX28869" fmla="*/ 1804862 w 2119654"/>
              <a:gd name="connsiteY28869" fmla="*/ 1178665 h 2398711"/>
              <a:gd name="connsiteX28870" fmla="*/ 1805713 w 2119654"/>
              <a:gd name="connsiteY28870" fmla="*/ 1177284 h 2398711"/>
              <a:gd name="connsiteX28871" fmla="*/ 1354565 w 2119654"/>
              <a:gd name="connsiteY28871" fmla="*/ 2180924 h 2398711"/>
              <a:gd name="connsiteX28872" fmla="*/ 1364048 w 2119654"/>
              <a:gd name="connsiteY28872" fmla="*/ 2184899 h 2398711"/>
              <a:gd name="connsiteX28873" fmla="*/ 1369653 w 2119654"/>
              <a:gd name="connsiteY28873" fmla="*/ 2179490 h 2398711"/>
              <a:gd name="connsiteX28874" fmla="*/ 1370815 w 2119654"/>
              <a:gd name="connsiteY28874" fmla="*/ 2176397 h 2398711"/>
              <a:gd name="connsiteX28875" fmla="*/ 1369366 w 2119654"/>
              <a:gd name="connsiteY28875" fmla="*/ 2176426 h 2398711"/>
              <a:gd name="connsiteX28876" fmla="*/ 1369283 w 2119654"/>
              <a:gd name="connsiteY28876" fmla="*/ 2176482 h 2398711"/>
              <a:gd name="connsiteX28877" fmla="*/ 1368683 w 2119654"/>
              <a:gd name="connsiteY28877" fmla="*/ 2176440 h 2398711"/>
              <a:gd name="connsiteX28878" fmla="*/ 1360691 w 2119654"/>
              <a:gd name="connsiteY28878" fmla="*/ 2176600 h 2398711"/>
              <a:gd name="connsiteX28879" fmla="*/ 1358850 w 2119654"/>
              <a:gd name="connsiteY28879" fmla="*/ 2177926 h 2398711"/>
              <a:gd name="connsiteX28880" fmla="*/ 1343325 w 2119654"/>
              <a:gd name="connsiteY28880" fmla="*/ 2206038 h 2398711"/>
              <a:gd name="connsiteX28881" fmla="*/ 1346606 w 2119654"/>
              <a:gd name="connsiteY28881" fmla="*/ 2208534 h 2398711"/>
              <a:gd name="connsiteX28882" fmla="*/ 1351508 w 2119654"/>
              <a:gd name="connsiteY28882" fmla="*/ 2208426 h 2398711"/>
              <a:gd name="connsiteX28883" fmla="*/ 1345596 w 2119654"/>
              <a:gd name="connsiteY28883" fmla="*/ 2206152 h 2398711"/>
              <a:gd name="connsiteX28884" fmla="*/ 1343652 w 2119654"/>
              <a:gd name="connsiteY28884" fmla="*/ 2205789 h 2398711"/>
              <a:gd name="connsiteX28885" fmla="*/ 1788095 w 2119654"/>
              <a:gd name="connsiteY28885" fmla="*/ 1209995 h 2398711"/>
              <a:gd name="connsiteX28886" fmla="*/ 1789508 w 2119654"/>
              <a:gd name="connsiteY28886" fmla="*/ 1210718 h 2398711"/>
              <a:gd name="connsiteX28887" fmla="*/ 1791649 w 2119654"/>
              <a:gd name="connsiteY28887" fmla="*/ 1209681 h 2398711"/>
              <a:gd name="connsiteX28888" fmla="*/ 1792087 w 2119654"/>
              <a:gd name="connsiteY28888" fmla="*/ 1208379 h 2398711"/>
              <a:gd name="connsiteX28889" fmla="*/ 1790885 w 2119654"/>
              <a:gd name="connsiteY28889" fmla="*/ 1207767 h 2398711"/>
              <a:gd name="connsiteX28890" fmla="*/ 1789648 w 2119654"/>
              <a:gd name="connsiteY28890" fmla="*/ 1208770 h 2398711"/>
              <a:gd name="connsiteX28891" fmla="*/ 1818100 w 2119654"/>
              <a:gd name="connsiteY28891" fmla="*/ 1141911 h 2398711"/>
              <a:gd name="connsiteX28892" fmla="*/ 1817334 w 2119654"/>
              <a:gd name="connsiteY28892" fmla="*/ 1146805 h 2398711"/>
              <a:gd name="connsiteX28893" fmla="*/ 1829902 w 2119654"/>
              <a:gd name="connsiteY28893" fmla="*/ 1132205 h 2398711"/>
              <a:gd name="connsiteX28894" fmla="*/ 1828676 w 2119654"/>
              <a:gd name="connsiteY28894" fmla="*/ 1131878 h 2398711"/>
              <a:gd name="connsiteX28895" fmla="*/ 1358742 w 2119654"/>
              <a:gd name="connsiteY28895" fmla="*/ 2170062 h 2398711"/>
              <a:gd name="connsiteX28896" fmla="*/ 1367200 w 2119654"/>
              <a:gd name="connsiteY28896" fmla="*/ 2169892 h 2398711"/>
              <a:gd name="connsiteX28897" fmla="*/ 1361258 w 2119654"/>
              <a:gd name="connsiteY28897" fmla="*/ 2166332 h 2398711"/>
              <a:gd name="connsiteX28898" fmla="*/ 1791114 w 2119654"/>
              <a:gd name="connsiteY28898" fmla="*/ 1200863 h 2398711"/>
              <a:gd name="connsiteX28899" fmla="*/ 1794097 w 2119654"/>
              <a:gd name="connsiteY28899" fmla="*/ 1198125 h 2398711"/>
              <a:gd name="connsiteX28900" fmla="*/ 1794252 w 2119654"/>
              <a:gd name="connsiteY28900" fmla="*/ 1197066 h 2398711"/>
              <a:gd name="connsiteX28901" fmla="*/ 1818486 w 2119654"/>
              <a:gd name="connsiteY28901" fmla="*/ 1139442 h 2398711"/>
              <a:gd name="connsiteX28902" fmla="*/ 1818235 w 2119654"/>
              <a:gd name="connsiteY28902" fmla="*/ 1141046 h 2398711"/>
              <a:gd name="connsiteX28903" fmla="*/ 1828068 w 2119654"/>
              <a:gd name="connsiteY28903" fmla="*/ 1131717 h 2398711"/>
              <a:gd name="connsiteX28904" fmla="*/ 1824072 w 2119654"/>
              <a:gd name="connsiteY28904" fmla="*/ 1130653 h 2398711"/>
              <a:gd name="connsiteX28905" fmla="*/ 1393377 w 2119654"/>
              <a:gd name="connsiteY28905" fmla="*/ 2091336 h 2398711"/>
              <a:gd name="connsiteX28906" fmla="*/ 1394012 w 2119654"/>
              <a:gd name="connsiteY28906" fmla="*/ 2091461 h 2398711"/>
              <a:gd name="connsiteX28907" fmla="*/ 1394298 w 2119654"/>
              <a:gd name="connsiteY28907" fmla="*/ 2090976 h 2398711"/>
              <a:gd name="connsiteX28908" fmla="*/ 1393692 w 2119654"/>
              <a:gd name="connsiteY28908" fmla="*/ 2090958 h 2398711"/>
              <a:gd name="connsiteX28909" fmla="*/ 1785532 w 2119654"/>
              <a:gd name="connsiteY28909" fmla="*/ 1213200 h 2398711"/>
              <a:gd name="connsiteX28910" fmla="*/ 1785459 w 2119654"/>
              <a:gd name="connsiteY28910" fmla="*/ 1213849 h 2398711"/>
              <a:gd name="connsiteX28911" fmla="*/ 1786539 w 2119654"/>
              <a:gd name="connsiteY28911" fmla="*/ 1215223 h 2398711"/>
              <a:gd name="connsiteX28912" fmla="*/ 1788002 w 2119654"/>
              <a:gd name="connsiteY28912" fmla="*/ 1211973 h 2398711"/>
              <a:gd name="connsiteX28913" fmla="*/ 1786097 w 2119654"/>
              <a:gd name="connsiteY28913" fmla="*/ 1212928 h 2398711"/>
              <a:gd name="connsiteX28914" fmla="*/ 1863586 w 2119654"/>
              <a:gd name="connsiteY28914" fmla="*/ 1038350 h 2398711"/>
              <a:gd name="connsiteX28915" fmla="*/ 1873555 w 2119654"/>
              <a:gd name="connsiteY28915" fmla="*/ 1027728 h 2398711"/>
              <a:gd name="connsiteX28916" fmla="*/ 1874186 w 2119654"/>
              <a:gd name="connsiteY28916" fmla="*/ 1022704 h 2398711"/>
              <a:gd name="connsiteX28917" fmla="*/ 1870479 w 2119654"/>
              <a:gd name="connsiteY28917" fmla="*/ 1028433 h 2398711"/>
              <a:gd name="connsiteX28918" fmla="*/ 1785728 w 2119654"/>
              <a:gd name="connsiteY28918" fmla="*/ 1212548 h 2398711"/>
              <a:gd name="connsiteX28919" fmla="*/ 1788306 w 2119654"/>
              <a:gd name="connsiteY28919" fmla="*/ 1211300 h 2398711"/>
              <a:gd name="connsiteX28920" fmla="*/ 1788560 w 2119654"/>
              <a:gd name="connsiteY28920" fmla="*/ 1210737 h 2398711"/>
              <a:gd name="connsiteX28921" fmla="*/ 1787708 w 2119654"/>
              <a:gd name="connsiteY28921" fmla="*/ 1210300 h 2398711"/>
              <a:gd name="connsiteX28922" fmla="*/ 1787602 w 2119654"/>
              <a:gd name="connsiteY28922" fmla="*/ 1210384 h 2398711"/>
              <a:gd name="connsiteX28923" fmla="*/ 1785676 w 2119654"/>
              <a:gd name="connsiteY28923" fmla="*/ 1211914 h 2398711"/>
              <a:gd name="connsiteX28924" fmla="*/ 1785672 w 2119654"/>
              <a:gd name="connsiteY28924" fmla="*/ 1211951 h 2398711"/>
              <a:gd name="connsiteX28925" fmla="*/ 1785796 w 2119654"/>
              <a:gd name="connsiteY28925" fmla="*/ 1211808 h 2398711"/>
              <a:gd name="connsiteX28926" fmla="*/ 1785794 w 2119654"/>
              <a:gd name="connsiteY28926" fmla="*/ 1211809 h 2398711"/>
              <a:gd name="connsiteX28927" fmla="*/ 1861949 w 2119654"/>
              <a:gd name="connsiteY28927" fmla="*/ 1041077 h 2398711"/>
              <a:gd name="connsiteX28928" fmla="*/ 1856927 w 2119654"/>
              <a:gd name="connsiteY28928" fmla="*/ 1059293 h 2398711"/>
              <a:gd name="connsiteX28929" fmla="*/ 1856989 w 2119654"/>
              <a:gd name="connsiteY28929" fmla="*/ 1060947 h 2398711"/>
              <a:gd name="connsiteX28930" fmla="*/ 1857946 w 2119654"/>
              <a:gd name="connsiteY28930" fmla="*/ 1059992 h 2398711"/>
              <a:gd name="connsiteX28931" fmla="*/ 1857934 w 2119654"/>
              <a:gd name="connsiteY28931" fmla="*/ 1060436 h 2398711"/>
              <a:gd name="connsiteX28932" fmla="*/ 1857004 w 2119654"/>
              <a:gd name="connsiteY28932" fmla="*/ 1061363 h 2398711"/>
              <a:gd name="connsiteX28933" fmla="*/ 1857331 w 2119654"/>
              <a:gd name="connsiteY28933" fmla="*/ 1070272 h 2398711"/>
              <a:gd name="connsiteX28934" fmla="*/ 1862799 w 2119654"/>
              <a:gd name="connsiteY28934" fmla="*/ 1064051 h 2398711"/>
              <a:gd name="connsiteX28935" fmla="*/ 1866124 w 2119654"/>
              <a:gd name="connsiteY28935" fmla="*/ 1059750 h 2398711"/>
              <a:gd name="connsiteX28936" fmla="*/ 1870180 w 2119654"/>
              <a:gd name="connsiteY28936" fmla="*/ 1054045 h 2398711"/>
              <a:gd name="connsiteX28937" fmla="*/ 1870369 w 2119654"/>
              <a:gd name="connsiteY28937" fmla="*/ 1053101 h 2398711"/>
              <a:gd name="connsiteX28938" fmla="*/ 1873437 w 2119654"/>
              <a:gd name="connsiteY28938" fmla="*/ 1028672 h 2398711"/>
              <a:gd name="connsiteX28939" fmla="*/ 1867868 w 2119654"/>
              <a:gd name="connsiteY28939" fmla="*/ 1034771 h 2398711"/>
              <a:gd name="connsiteX28940" fmla="*/ 1862667 w 2119654"/>
              <a:gd name="connsiteY28940" fmla="*/ 1039327 h 2398711"/>
              <a:gd name="connsiteX28941" fmla="*/ 1862881 w 2119654"/>
              <a:gd name="connsiteY28941" fmla="*/ 1039100 h 2398711"/>
              <a:gd name="connsiteX28942" fmla="*/ 1874225 w 2119654"/>
              <a:gd name="connsiteY28942" fmla="*/ 1022395 h 2398711"/>
              <a:gd name="connsiteX28943" fmla="*/ 1875145 w 2119654"/>
              <a:gd name="connsiteY28943" fmla="*/ 1015067 h 2398711"/>
              <a:gd name="connsiteX28944" fmla="*/ 1862960 w 2119654"/>
              <a:gd name="connsiteY28944" fmla="*/ 1038737 h 2398711"/>
              <a:gd name="connsiteX28945" fmla="*/ 1335571 w 2119654"/>
              <a:gd name="connsiteY28945" fmla="*/ 2219448 h 2398711"/>
              <a:gd name="connsiteX28946" fmla="*/ 1335477 w 2119654"/>
              <a:gd name="connsiteY28946" fmla="*/ 2220857 h 2398711"/>
              <a:gd name="connsiteX28947" fmla="*/ 1336725 w 2119654"/>
              <a:gd name="connsiteY28947" fmla="*/ 2221544 h 2398711"/>
              <a:gd name="connsiteX28948" fmla="*/ 1338348 w 2119654"/>
              <a:gd name="connsiteY28948" fmla="*/ 2221798 h 2398711"/>
              <a:gd name="connsiteX28949" fmla="*/ 1340430 w 2119654"/>
              <a:gd name="connsiteY28949" fmla="*/ 2208238 h 2398711"/>
              <a:gd name="connsiteX28950" fmla="*/ 1342396 w 2119654"/>
              <a:gd name="connsiteY28950" fmla="*/ 2208626 h 2398711"/>
              <a:gd name="connsiteX28951" fmla="*/ 1345030 w 2119654"/>
              <a:gd name="connsiteY28951" fmla="*/ 2208568 h 2398711"/>
              <a:gd name="connsiteX28952" fmla="*/ 1342514 w 2119654"/>
              <a:gd name="connsiteY28952" fmla="*/ 2206654 h 2398711"/>
              <a:gd name="connsiteX28953" fmla="*/ 1787966 w 2119654"/>
              <a:gd name="connsiteY28953" fmla="*/ 1205722 h 2398711"/>
              <a:gd name="connsiteX28954" fmla="*/ 1790115 w 2119654"/>
              <a:gd name="connsiteY28954" fmla="*/ 1206817 h 2398711"/>
              <a:gd name="connsiteX28955" fmla="*/ 1793375 w 2119654"/>
              <a:gd name="connsiteY28955" fmla="*/ 1203049 h 2398711"/>
              <a:gd name="connsiteX28956" fmla="*/ 1794073 w 2119654"/>
              <a:gd name="connsiteY28956" fmla="*/ 1198284 h 2398711"/>
              <a:gd name="connsiteX28957" fmla="*/ 1790831 w 2119654"/>
              <a:gd name="connsiteY28957" fmla="*/ 1201209 h 2398711"/>
              <a:gd name="connsiteX28958" fmla="*/ 1819011 w 2119654"/>
              <a:gd name="connsiteY28958" fmla="*/ 1136090 h 2398711"/>
              <a:gd name="connsiteX28959" fmla="*/ 1818578 w 2119654"/>
              <a:gd name="connsiteY28959" fmla="*/ 1138850 h 2398711"/>
              <a:gd name="connsiteX28960" fmla="*/ 1823830 w 2119654"/>
              <a:gd name="connsiteY28960" fmla="*/ 1130589 h 2398711"/>
              <a:gd name="connsiteX28961" fmla="*/ 1823776 w 2119654"/>
              <a:gd name="connsiteY28961" fmla="*/ 1130574 h 2398711"/>
              <a:gd name="connsiteX28962" fmla="*/ 1791288 w 2119654"/>
              <a:gd name="connsiteY28962" fmla="*/ 1197929 h 2398711"/>
              <a:gd name="connsiteX28963" fmla="*/ 1791564 w 2119654"/>
              <a:gd name="connsiteY28963" fmla="*/ 1197760 h 2398711"/>
              <a:gd name="connsiteX28964" fmla="*/ 1793366 w 2119654"/>
              <a:gd name="connsiteY28964" fmla="*/ 1195629 h 2398711"/>
              <a:gd name="connsiteX28965" fmla="*/ 1389375 w 2119654"/>
              <a:gd name="connsiteY28965" fmla="*/ 2097820 h 2398711"/>
              <a:gd name="connsiteX28966" fmla="*/ 1389592 w 2119654"/>
              <a:gd name="connsiteY28966" fmla="*/ 2097839 h 2398711"/>
              <a:gd name="connsiteX28967" fmla="*/ 1390291 w 2119654"/>
              <a:gd name="connsiteY28967" fmla="*/ 2097000 h 2398711"/>
              <a:gd name="connsiteX28968" fmla="*/ 1856641 w 2119654"/>
              <a:gd name="connsiteY28968" fmla="*/ 1051480 h 2398711"/>
              <a:gd name="connsiteX28969" fmla="*/ 1856846 w 2119654"/>
              <a:gd name="connsiteY28969" fmla="*/ 1057061 h 2398711"/>
              <a:gd name="connsiteX28970" fmla="*/ 1860564 w 2119654"/>
              <a:gd name="connsiteY28970" fmla="*/ 1043567 h 2398711"/>
              <a:gd name="connsiteX28971" fmla="*/ 1814658 w 2119654"/>
              <a:gd name="connsiteY28971" fmla="*/ 1145464 h 2398711"/>
              <a:gd name="connsiteX28972" fmla="*/ 1814128 w 2119654"/>
              <a:gd name="connsiteY28972" fmla="*/ 1150530 h 2398711"/>
              <a:gd name="connsiteX28973" fmla="*/ 1814408 w 2119654"/>
              <a:gd name="connsiteY28973" fmla="*/ 1150205 h 2398711"/>
              <a:gd name="connsiteX28974" fmla="*/ 1815288 w 2119654"/>
              <a:gd name="connsiteY28974" fmla="*/ 1144579 h 2398711"/>
              <a:gd name="connsiteX28975" fmla="*/ 1815120 w 2119654"/>
              <a:gd name="connsiteY28975" fmla="*/ 1144739 h 2398711"/>
              <a:gd name="connsiteX28976" fmla="*/ 1785959 w 2119654"/>
              <a:gd name="connsiteY28976" fmla="*/ 1209405 h 2398711"/>
              <a:gd name="connsiteX28977" fmla="*/ 1785767 w 2119654"/>
              <a:gd name="connsiteY28977" fmla="*/ 1211112 h 2398711"/>
              <a:gd name="connsiteX28978" fmla="*/ 1787052 w 2119654"/>
              <a:gd name="connsiteY28978" fmla="*/ 1209965 h 2398711"/>
              <a:gd name="connsiteX28979" fmla="*/ 1797733 w 2119654"/>
              <a:gd name="connsiteY28979" fmla="*/ 1182880 h 2398711"/>
              <a:gd name="connsiteX28980" fmla="*/ 1797716 w 2119654"/>
              <a:gd name="connsiteY28980" fmla="*/ 1183035 h 2398711"/>
              <a:gd name="connsiteX28981" fmla="*/ 1796396 w 2119654"/>
              <a:gd name="connsiteY28981" fmla="*/ 1192042 h 2398711"/>
              <a:gd name="connsiteX28982" fmla="*/ 1797109 w 2119654"/>
              <a:gd name="connsiteY28982" fmla="*/ 1190919 h 2398711"/>
              <a:gd name="connsiteX28983" fmla="*/ 1799034 w 2119654"/>
              <a:gd name="connsiteY28983" fmla="*/ 1182744 h 2398711"/>
              <a:gd name="connsiteX28984" fmla="*/ 1799168 w 2119654"/>
              <a:gd name="connsiteY28984" fmla="*/ 1183036 h 2398711"/>
              <a:gd name="connsiteX28985" fmla="*/ 1797434 w 2119654"/>
              <a:gd name="connsiteY28985" fmla="*/ 1190408 h 2398711"/>
              <a:gd name="connsiteX28986" fmla="*/ 1798927 w 2119654"/>
              <a:gd name="connsiteY28986" fmla="*/ 1188055 h 2398711"/>
              <a:gd name="connsiteX28987" fmla="*/ 1800694 w 2119654"/>
              <a:gd name="connsiteY28987" fmla="*/ 1182803 h 2398711"/>
              <a:gd name="connsiteX28988" fmla="*/ 1801068 w 2119654"/>
              <a:gd name="connsiteY28988" fmla="*/ 1181002 h 2398711"/>
              <a:gd name="connsiteX28989" fmla="*/ 1786030 w 2119654"/>
              <a:gd name="connsiteY28989" fmla="*/ 1208774 h 2398711"/>
              <a:gd name="connsiteX28990" fmla="*/ 1786013 w 2119654"/>
              <a:gd name="connsiteY28990" fmla="*/ 1208928 h 2398711"/>
              <a:gd name="connsiteX28991" fmla="*/ 1787411 w 2119654"/>
              <a:gd name="connsiteY28991" fmla="*/ 1209644 h 2398711"/>
              <a:gd name="connsiteX28992" fmla="*/ 1788543 w 2119654"/>
              <a:gd name="connsiteY28992" fmla="*/ 1208633 h 2398711"/>
              <a:gd name="connsiteX28993" fmla="*/ 1789780 w 2119654"/>
              <a:gd name="connsiteY28993" fmla="*/ 1207204 h 2398711"/>
              <a:gd name="connsiteX28994" fmla="*/ 1787699 w 2119654"/>
              <a:gd name="connsiteY28994" fmla="*/ 1206143 h 2398711"/>
              <a:gd name="connsiteX28995" fmla="*/ 1389935 w 2119654"/>
              <a:gd name="connsiteY28995" fmla="*/ 2095485 h 2398711"/>
              <a:gd name="connsiteX28996" fmla="*/ 1390886 w 2119654"/>
              <a:gd name="connsiteY28996" fmla="*/ 2095875 h 2398711"/>
              <a:gd name="connsiteX28997" fmla="*/ 1391989 w 2119654"/>
              <a:gd name="connsiteY28997" fmla="*/ 2094888 h 2398711"/>
              <a:gd name="connsiteX28998" fmla="*/ 1392408 w 2119654"/>
              <a:gd name="connsiteY28998" fmla="*/ 2094178 h 2398711"/>
              <a:gd name="connsiteX28999" fmla="*/ 1390994 w 2119654"/>
              <a:gd name="connsiteY28999" fmla="*/ 2094208 h 2398711"/>
              <a:gd name="connsiteX29000" fmla="*/ 1787356 w 2119654"/>
              <a:gd name="connsiteY29000" fmla="*/ 1205411 h 2398711"/>
              <a:gd name="connsiteX29001" fmla="*/ 1787777 w 2119654"/>
              <a:gd name="connsiteY29001" fmla="*/ 1205626 h 2398711"/>
              <a:gd name="connsiteX29002" fmla="*/ 1789763 w 2119654"/>
              <a:gd name="connsiteY29002" fmla="*/ 1202497 h 2398711"/>
              <a:gd name="connsiteX29003" fmla="*/ 1352111 w 2119654"/>
              <a:gd name="connsiteY29003" fmla="*/ 2179895 h 2398711"/>
              <a:gd name="connsiteX29004" fmla="*/ 1354065 w 2119654"/>
              <a:gd name="connsiteY29004" fmla="*/ 2180714 h 2398711"/>
              <a:gd name="connsiteX29005" fmla="*/ 1359754 w 2119654"/>
              <a:gd name="connsiteY29005" fmla="*/ 2176618 h 2398711"/>
              <a:gd name="connsiteX29006" fmla="*/ 1354247 w 2119654"/>
              <a:gd name="connsiteY29006" fmla="*/ 2176728 h 2398711"/>
              <a:gd name="connsiteX29007" fmla="*/ 1856596 w 2119654"/>
              <a:gd name="connsiteY29007" fmla="*/ 1050255 h 2398711"/>
              <a:gd name="connsiteX29008" fmla="*/ 1856599 w 2119654"/>
              <a:gd name="connsiteY29008" fmla="*/ 1050319 h 2398711"/>
              <a:gd name="connsiteX29009" fmla="*/ 1856698 w 2119654"/>
              <a:gd name="connsiteY29009" fmla="*/ 1050118 h 2398711"/>
              <a:gd name="connsiteX29010" fmla="*/ 1391648 w 2119654"/>
              <a:gd name="connsiteY29010" fmla="*/ 2090994 h 2398711"/>
              <a:gd name="connsiteX29011" fmla="*/ 1393111 w 2119654"/>
              <a:gd name="connsiteY29011" fmla="*/ 2091283 h 2398711"/>
              <a:gd name="connsiteX29012" fmla="*/ 1393381 w 2119654"/>
              <a:gd name="connsiteY29012" fmla="*/ 2090948 h 2398711"/>
              <a:gd name="connsiteX29013" fmla="*/ 1391706 w 2119654"/>
              <a:gd name="connsiteY29013" fmla="*/ 2090895 h 2398711"/>
              <a:gd name="connsiteX29014" fmla="*/ 1387825 w 2119654"/>
              <a:gd name="connsiteY29014" fmla="*/ 2099208 h 2398711"/>
              <a:gd name="connsiteX29015" fmla="*/ 1388122 w 2119654"/>
              <a:gd name="connsiteY29015" fmla="*/ 2099602 h 2398711"/>
              <a:gd name="connsiteX29016" fmla="*/ 1389305 w 2119654"/>
              <a:gd name="connsiteY29016" fmla="*/ 2098183 h 2398711"/>
              <a:gd name="connsiteX29017" fmla="*/ 1388999 w 2119654"/>
              <a:gd name="connsiteY29017" fmla="*/ 2098157 h 2398711"/>
              <a:gd name="connsiteX29018" fmla="*/ 1819602 w 2119654"/>
              <a:gd name="connsiteY29018" fmla="*/ 1132309 h 2398711"/>
              <a:gd name="connsiteX29019" fmla="*/ 1819573 w 2119654"/>
              <a:gd name="connsiteY29019" fmla="*/ 1132495 h 2398711"/>
              <a:gd name="connsiteX29020" fmla="*/ 1821748 w 2119654"/>
              <a:gd name="connsiteY29020" fmla="*/ 1130035 h 2398711"/>
              <a:gd name="connsiteX29021" fmla="*/ 1821053 w 2119654"/>
              <a:gd name="connsiteY29021" fmla="*/ 1129849 h 2398711"/>
              <a:gd name="connsiteX29022" fmla="*/ 1847021 w 2119654"/>
              <a:gd name="connsiteY29022" fmla="*/ 1070882 h 2398711"/>
              <a:gd name="connsiteX29023" fmla="*/ 1854641 w 2119654"/>
              <a:gd name="connsiteY29023" fmla="*/ 1063287 h 2398711"/>
              <a:gd name="connsiteX29024" fmla="*/ 1854668 w 2119654"/>
              <a:gd name="connsiteY29024" fmla="*/ 1062190 h 2398711"/>
              <a:gd name="connsiteX29025" fmla="*/ 1854438 w 2119654"/>
              <a:gd name="connsiteY29025" fmla="*/ 1055923 h 2398711"/>
              <a:gd name="connsiteX29026" fmla="*/ 1786259 w 2119654"/>
              <a:gd name="connsiteY29026" fmla="*/ 1206737 h 2398711"/>
              <a:gd name="connsiteX29027" fmla="*/ 1786084 w 2119654"/>
              <a:gd name="connsiteY29027" fmla="*/ 1208295 h 2398711"/>
              <a:gd name="connsiteX29028" fmla="*/ 1787510 w 2119654"/>
              <a:gd name="connsiteY29028" fmla="*/ 1206047 h 2398711"/>
              <a:gd name="connsiteX29029" fmla="*/ 1787031 w 2119654"/>
              <a:gd name="connsiteY29029" fmla="*/ 1205803 h 2398711"/>
              <a:gd name="connsiteX29030" fmla="*/ 1390208 w 2119654"/>
              <a:gd name="connsiteY29030" fmla="*/ 2093464 h 2398711"/>
              <a:gd name="connsiteX29031" fmla="*/ 1390278 w 2119654"/>
              <a:gd name="connsiteY29031" fmla="*/ 2093465 h 2398711"/>
              <a:gd name="connsiteX29032" fmla="*/ 1390212 w 2119654"/>
              <a:gd name="connsiteY29032" fmla="*/ 2093457 h 2398711"/>
              <a:gd name="connsiteX29033" fmla="*/ 1388089 w 2119654"/>
              <a:gd name="connsiteY29033" fmla="*/ 2097709 h 2398711"/>
              <a:gd name="connsiteX29034" fmla="*/ 1388771 w 2119654"/>
              <a:gd name="connsiteY29034" fmla="*/ 2097768 h 2398711"/>
              <a:gd name="connsiteX29035" fmla="*/ 1390815 w 2119654"/>
              <a:gd name="connsiteY29035" fmla="*/ 2095939 h 2398711"/>
              <a:gd name="connsiteX29036" fmla="*/ 1389877 w 2119654"/>
              <a:gd name="connsiteY29036" fmla="*/ 2095554 h 2398711"/>
              <a:gd name="connsiteX29037" fmla="*/ 1389211 w 2119654"/>
              <a:gd name="connsiteY29037" fmla="*/ 2095174 h 2398711"/>
              <a:gd name="connsiteX29038" fmla="*/ 1389543 w 2119654"/>
              <a:gd name="connsiteY29038" fmla="*/ 2095324 h 2398711"/>
              <a:gd name="connsiteX29039" fmla="*/ 1389773 w 2119654"/>
              <a:gd name="connsiteY29039" fmla="*/ 2095418 h 2398711"/>
              <a:gd name="connsiteX29040" fmla="*/ 1390745 w 2119654"/>
              <a:gd name="connsiteY29040" fmla="*/ 2094214 h 2398711"/>
              <a:gd name="connsiteX29041" fmla="*/ 1389758 w 2119654"/>
              <a:gd name="connsiteY29041" fmla="*/ 2094236 h 2398711"/>
              <a:gd name="connsiteX29042" fmla="*/ 1349256 w 2119654"/>
              <a:gd name="connsiteY29042" fmla="*/ 2184130 h 2398711"/>
              <a:gd name="connsiteX29043" fmla="*/ 1349290 w 2119654"/>
              <a:gd name="connsiteY29043" fmla="*/ 2184152 h 2398711"/>
              <a:gd name="connsiteX29044" fmla="*/ 1353664 w 2119654"/>
              <a:gd name="connsiteY29044" fmla="*/ 2181004 h 2398711"/>
              <a:gd name="connsiteX29045" fmla="*/ 1351871 w 2119654"/>
              <a:gd name="connsiteY29045" fmla="*/ 2180252 h 2398711"/>
              <a:gd name="connsiteX29046" fmla="*/ 1387359 w 2119654"/>
              <a:gd name="connsiteY29046" fmla="*/ 2098589 h 2398711"/>
              <a:gd name="connsiteX29047" fmla="*/ 1387558 w 2119654"/>
              <a:gd name="connsiteY29047" fmla="*/ 2098854 h 2398711"/>
              <a:gd name="connsiteX29048" fmla="*/ 1388395 w 2119654"/>
              <a:gd name="connsiteY29048" fmla="*/ 2098104 h 2398711"/>
              <a:gd name="connsiteX29049" fmla="*/ 1387803 w 2119654"/>
              <a:gd name="connsiteY29049" fmla="*/ 2098053 h 2398711"/>
              <a:gd name="connsiteX29050" fmla="*/ 1387749 w 2119654"/>
              <a:gd name="connsiteY29050" fmla="*/ 2097681 h 2398711"/>
              <a:gd name="connsiteX29051" fmla="*/ 1387909 w 2119654"/>
              <a:gd name="connsiteY29051" fmla="*/ 2097694 h 2398711"/>
              <a:gd name="connsiteX29052" fmla="*/ 1388861 w 2119654"/>
              <a:gd name="connsiteY29052" fmla="*/ 2096547 h 2398711"/>
              <a:gd name="connsiteX29053" fmla="*/ 1389716 w 2119654"/>
              <a:gd name="connsiteY29053" fmla="*/ 2095489 h 2398711"/>
              <a:gd name="connsiteX29054" fmla="*/ 1389161 w 2119654"/>
              <a:gd name="connsiteY29054" fmla="*/ 2095260 h 2398711"/>
              <a:gd name="connsiteX29055" fmla="*/ 1815173 w 2119654"/>
              <a:gd name="connsiteY29055" fmla="*/ 1140531 h 2398711"/>
              <a:gd name="connsiteX29056" fmla="*/ 1814777 w 2119654"/>
              <a:gd name="connsiteY29056" fmla="*/ 1144327 h 2398711"/>
              <a:gd name="connsiteX29057" fmla="*/ 1815424 w 2119654"/>
              <a:gd name="connsiteY29057" fmla="*/ 1143713 h 2398711"/>
              <a:gd name="connsiteX29058" fmla="*/ 1816087 w 2119654"/>
              <a:gd name="connsiteY29058" fmla="*/ 1139473 h 2398711"/>
              <a:gd name="connsiteX29059" fmla="*/ 1820029 w 2119654"/>
              <a:gd name="connsiteY29059" fmla="*/ 1129577 h 2398711"/>
              <a:gd name="connsiteX29060" fmla="*/ 1819717 w 2119654"/>
              <a:gd name="connsiteY29060" fmla="*/ 1131576 h 2398711"/>
              <a:gd name="connsiteX29061" fmla="*/ 1820761 w 2119654"/>
              <a:gd name="connsiteY29061" fmla="*/ 1129771 h 2398711"/>
              <a:gd name="connsiteX29062" fmla="*/ 1387346 w 2119654"/>
              <a:gd name="connsiteY29062" fmla="*/ 2098372 h 2398711"/>
              <a:gd name="connsiteX29063" fmla="*/ 1387624 w 2119654"/>
              <a:gd name="connsiteY29063" fmla="*/ 2098038 h 2398711"/>
              <a:gd name="connsiteX29064" fmla="*/ 1387545 w 2119654"/>
              <a:gd name="connsiteY29064" fmla="*/ 2098031 h 2398711"/>
              <a:gd name="connsiteX29065" fmla="*/ 1834368 w 2119654"/>
              <a:gd name="connsiteY29065" fmla="*/ 1096400 h 2398711"/>
              <a:gd name="connsiteX29066" fmla="*/ 1851320 w 2119654"/>
              <a:gd name="connsiteY29066" fmla="*/ 1077110 h 2398711"/>
              <a:gd name="connsiteX29067" fmla="*/ 1854593 w 2119654"/>
              <a:gd name="connsiteY29067" fmla="*/ 1065234 h 2398711"/>
              <a:gd name="connsiteX29068" fmla="*/ 1854631 w 2119654"/>
              <a:gd name="connsiteY29068" fmla="*/ 1063728 h 2398711"/>
              <a:gd name="connsiteX29069" fmla="*/ 1846598 w 2119654"/>
              <a:gd name="connsiteY29069" fmla="*/ 1071733 h 2398711"/>
              <a:gd name="connsiteX29070" fmla="*/ 1786676 w 2119654"/>
              <a:gd name="connsiteY29070" fmla="*/ 1203033 h 2398711"/>
              <a:gd name="connsiteX29071" fmla="*/ 1786609 w 2119654"/>
              <a:gd name="connsiteY29071" fmla="*/ 1203621 h 2398711"/>
              <a:gd name="connsiteX29072" fmla="*/ 1790828 w 2119654"/>
              <a:gd name="connsiteY29072" fmla="*/ 1198630 h 2398711"/>
              <a:gd name="connsiteX29073" fmla="*/ 1790438 w 2119654"/>
              <a:gd name="connsiteY29073" fmla="*/ 1198870 h 2398711"/>
              <a:gd name="connsiteX29074" fmla="*/ 1346888 w 2119654"/>
              <a:gd name="connsiteY29074" fmla="*/ 2187641 h 2398711"/>
              <a:gd name="connsiteX29075" fmla="*/ 1350626 w 2119654"/>
              <a:gd name="connsiteY29075" fmla="*/ 2189240 h 2398711"/>
              <a:gd name="connsiteX29076" fmla="*/ 1359079 w 2119654"/>
              <a:gd name="connsiteY29076" fmla="*/ 2189694 h 2398711"/>
              <a:gd name="connsiteX29077" fmla="*/ 1363718 w 2119654"/>
              <a:gd name="connsiteY29077" fmla="*/ 2185217 h 2398711"/>
              <a:gd name="connsiteX29078" fmla="*/ 1354157 w 2119654"/>
              <a:gd name="connsiteY29078" fmla="*/ 2181210 h 2398711"/>
              <a:gd name="connsiteX29079" fmla="*/ 1349624 w 2119654"/>
              <a:gd name="connsiteY29079" fmla="*/ 2184381 h 2398711"/>
              <a:gd name="connsiteX29080" fmla="*/ 1351118 w 2119654"/>
              <a:gd name="connsiteY29080" fmla="*/ 2185405 h 2398711"/>
              <a:gd name="connsiteX29081" fmla="*/ 1350880 w 2119654"/>
              <a:gd name="connsiteY29081" fmla="*/ 2185443 h 2398711"/>
              <a:gd name="connsiteX29082" fmla="*/ 1349478 w 2119654"/>
              <a:gd name="connsiteY29082" fmla="*/ 2184484 h 2398711"/>
              <a:gd name="connsiteX29083" fmla="*/ 1348606 w 2119654"/>
              <a:gd name="connsiteY29083" fmla="*/ 2185094 h 2398711"/>
              <a:gd name="connsiteX29084" fmla="*/ 1336081 w 2119654"/>
              <a:gd name="connsiteY29084" fmla="*/ 2211806 h 2398711"/>
              <a:gd name="connsiteX29085" fmla="*/ 1336079 w 2119654"/>
              <a:gd name="connsiteY29085" fmla="*/ 2211840 h 2398711"/>
              <a:gd name="connsiteX29086" fmla="*/ 1338372 w 2119654"/>
              <a:gd name="connsiteY29086" fmla="*/ 2212781 h 2398711"/>
              <a:gd name="connsiteX29087" fmla="*/ 1338272 w 2119654"/>
              <a:gd name="connsiteY29087" fmla="*/ 2212810 h 2398711"/>
              <a:gd name="connsiteX29088" fmla="*/ 1336074 w 2119654"/>
              <a:gd name="connsiteY29088" fmla="*/ 2211908 h 2398711"/>
              <a:gd name="connsiteX29089" fmla="*/ 1335583 w 2119654"/>
              <a:gd name="connsiteY29089" fmla="*/ 2219275 h 2398711"/>
              <a:gd name="connsiteX29090" fmla="*/ 1338616 w 2119654"/>
              <a:gd name="connsiteY29090" fmla="*/ 2221840 h 2398711"/>
              <a:gd name="connsiteX29091" fmla="*/ 1343984 w 2119654"/>
              <a:gd name="connsiteY29091" fmla="*/ 2222681 h 2398711"/>
              <a:gd name="connsiteX29092" fmla="*/ 1350887 w 2119654"/>
              <a:gd name="connsiteY29092" fmla="*/ 2213062 h 2398711"/>
              <a:gd name="connsiteX29093" fmla="*/ 1350904 w 2119654"/>
              <a:gd name="connsiteY29093" fmla="*/ 2213039 h 2398711"/>
              <a:gd name="connsiteX29094" fmla="*/ 1347639 w 2119654"/>
              <a:gd name="connsiteY29094" fmla="*/ 2210554 h 2398711"/>
              <a:gd name="connsiteX29095" fmla="*/ 1338755 w 2119654"/>
              <a:gd name="connsiteY29095" fmla="*/ 2209468 h 2398711"/>
              <a:gd name="connsiteX29096" fmla="*/ 1338571 w 2119654"/>
              <a:gd name="connsiteY29096" fmla="*/ 2209588 h 2398711"/>
              <a:gd name="connsiteX29097" fmla="*/ 1798468 w 2119654"/>
              <a:gd name="connsiteY29097" fmla="*/ 1175938 h 2398711"/>
              <a:gd name="connsiteX29098" fmla="*/ 1797755 w 2119654"/>
              <a:gd name="connsiteY29098" fmla="*/ 1182666 h 2398711"/>
              <a:gd name="connsiteX29099" fmla="*/ 1801115 w 2119654"/>
              <a:gd name="connsiteY29099" fmla="*/ 1180774 h 2398711"/>
              <a:gd name="connsiteX29100" fmla="*/ 1802977 w 2119654"/>
              <a:gd name="connsiteY29100" fmla="*/ 1171805 h 2398711"/>
              <a:gd name="connsiteX29101" fmla="*/ 1828246 w 2119654"/>
              <a:gd name="connsiteY29101" fmla="*/ 1108744 h 2398711"/>
              <a:gd name="connsiteX29102" fmla="*/ 1850555 w 2119654"/>
              <a:gd name="connsiteY29102" fmla="*/ 1079888 h 2398711"/>
              <a:gd name="connsiteX29103" fmla="*/ 1850944 w 2119654"/>
              <a:gd name="connsiteY29103" fmla="*/ 1078477 h 2398711"/>
              <a:gd name="connsiteX29104" fmla="*/ 1833301 w 2119654"/>
              <a:gd name="connsiteY29104" fmla="*/ 1098552 h 2398711"/>
              <a:gd name="connsiteX29105" fmla="*/ 1786901 w 2119654"/>
              <a:gd name="connsiteY29105" fmla="*/ 1201033 h 2398711"/>
              <a:gd name="connsiteX29106" fmla="*/ 1786701 w 2119654"/>
              <a:gd name="connsiteY29106" fmla="*/ 1202807 h 2398711"/>
              <a:gd name="connsiteX29107" fmla="*/ 1790037 w 2119654"/>
              <a:gd name="connsiteY29107" fmla="*/ 1199115 h 2398711"/>
              <a:gd name="connsiteX29108" fmla="*/ 1335484 w 2119654"/>
              <a:gd name="connsiteY29108" fmla="*/ 2211596 h 2398711"/>
              <a:gd name="connsiteX29109" fmla="*/ 1335543 w 2119654"/>
              <a:gd name="connsiteY29109" fmla="*/ 2211620 h 2398711"/>
              <a:gd name="connsiteX29110" fmla="*/ 1335803 w 2119654"/>
              <a:gd name="connsiteY29110" fmla="*/ 2211388 h 2398711"/>
              <a:gd name="connsiteX29111" fmla="*/ 1362060 w 2119654"/>
              <a:gd name="connsiteY29111" fmla="*/ 2151972 h 2398711"/>
              <a:gd name="connsiteX29112" fmla="*/ 1363695 w 2119654"/>
              <a:gd name="connsiteY29112" fmla="*/ 2152514 h 2398711"/>
              <a:gd name="connsiteX29113" fmla="*/ 1367021 w 2119654"/>
              <a:gd name="connsiteY29113" fmla="*/ 2153567 h 2398711"/>
              <a:gd name="connsiteX29114" fmla="*/ 1367576 w 2119654"/>
              <a:gd name="connsiteY29114" fmla="*/ 2152724 h 2398711"/>
              <a:gd name="connsiteX29115" fmla="*/ 1369316 w 2119654"/>
              <a:gd name="connsiteY29115" fmla="*/ 2149413 h 2398711"/>
              <a:gd name="connsiteX29116" fmla="*/ 1804206 w 2119654"/>
              <a:gd name="connsiteY29116" fmla="*/ 1161910 h 2398711"/>
              <a:gd name="connsiteX29117" fmla="*/ 1804807 w 2119654"/>
              <a:gd name="connsiteY29117" fmla="*/ 1161359 h 2398711"/>
              <a:gd name="connsiteX29118" fmla="*/ 1805252 w 2119654"/>
              <a:gd name="connsiteY29118" fmla="*/ 1160842 h 2398711"/>
              <a:gd name="connsiteX29119" fmla="*/ 1805430 w 2119654"/>
              <a:gd name="connsiteY29119" fmla="*/ 1159983 h 2398711"/>
              <a:gd name="connsiteX29120" fmla="*/ 1358255 w 2119654"/>
              <a:gd name="connsiteY29120" fmla="*/ 2159006 h 2398711"/>
              <a:gd name="connsiteX29121" fmla="*/ 1363040 w 2119654"/>
              <a:gd name="connsiteY29121" fmla="*/ 2159617 h 2398711"/>
              <a:gd name="connsiteX29122" fmla="*/ 1363906 w 2119654"/>
              <a:gd name="connsiteY29122" fmla="*/ 2158301 h 2398711"/>
              <a:gd name="connsiteX29123" fmla="*/ 1822442 w 2119654"/>
              <a:gd name="connsiteY29123" fmla="*/ 1119225 h 2398711"/>
              <a:gd name="connsiteX29124" fmla="*/ 1827671 w 2119654"/>
              <a:gd name="connsiteY29124" fmla="*/ 1114444 h 2398711"/>
              <a:gd name="connsiteX29125" fmla="*/ 1831957 w 2119654"/>
              <a:gd name="connsiteY29125" fmla="*/ 1110416 h 2398711"/>
              <a:gd name="connsiteX29126" fmla="*/ 1832114 w 2119654"/>
              <a:gd name="connsiteY29126" fmla="*/ 1110146 h 2398711"/>
              <a:gd name="connsiteX29127" fmla="*/ 1840932 w 2119654"/>
              <a:gd name="connsiteY29127" fmla="*/ 1094416 h 2398711"/>
              <a:gd name="connsiteX29128" fmla="*/ 1840972 w 2119654"/>
              <a:gd name="connsiteY29128" fmla="*/ 1094676 h 2398711"/>
              <a:gd name="connsiteX29129" fmla="*/ 1832359 w 2119654"/>
              <a:gd name="connsiteY29129" fmla="*/ 1110038 h 2398711"/>
              <a:gd name="connsiteX29130" fmla="*/ 1840769 w 2119654"/>
              <a:gd name="connsiteY29130" fmla="*/ 1102136 h 2398711"/>
              <a:gd name="connsiteX29131" fmla="*/ 1840731 w 2119654"/>
              <a:gd name="connsiteY29131" fmla="*/ 1102394 h 2398711"/>
              <a:gd name="connsiteX29132" fmla="*/ 1832097 w 2119654"/>
              <a:gd name="connsiteY29132" fmla="*/ 1110505 h 2398711"/>
              <a:gd name="connsiteX29133" fmla="*/ 1825038 w 2119654"/>
              <a:gd name="connsiteY29133" fmla="*/ 1123096 h 2398711"/>
              <a:gd name="connsiteX29134" fmla="*/ 1821265 w 2119654"/>
              <a:gd name="connsiteY29134" fmla="*/ 1129491 h 2398711"/>
              <a:gd name="connsiteX29135" fmla="*/ 1822045 w 2119654"/>
              <a:gd name="connsiteY29135" fmla="*/ 1129699 h 2398711"/>
              <a:gd name="connsiteX29136" fmla="*/ 1843526 w 2119654"/>
              <a:gd name="connsiteY29136" fmla="*/ 1105392 h 2398711"/>
              <a:gd name="connsiteX29137" fmla="*/ 1849832 w 2119654"/>
              <a:gd name="connsiteY29137" fmla="*/ 1082509 h 2398711"/>
              <a:gd name="connsiteX29138" fmla="*/ 1825915 w 2119654"/>
              <a:gd name="connsiteY29138" fmla="*/ 1113447 h 2398711"/>
              <a:gd name="connsiteX29139" fmla="*/ 1825504 w 2119654"/>
              <a:gd name="connsiteY29139" fmla="*/ 1114273 h 2398711"/>
              <a:gd name="connsiteX29140" fmla="*/ 1821381 w 2119654"/>
              <a:gd name="connsiteY29140" fmla="*/ 1120942 h 2398711"/>
              <a:gd name="connsiteX29141" fmla="*/ 1820092 w 2119654"/>
              <a:gd name="connsiteY29141" fmla="*/ 1129179 h 2398711"/>
              <a:gd name="connsiteX29142" fmla="*/ 1820968 w 2119654"/>
              <a:gd name="connsiteY29142" fmla="*/ 1129412 h 2398711"/>
              <a:gd name="connsiteX29143" fmla="*/ 1831677 w 2119654"/>
              <a:gd name="connsiteY29143" fmla="*/ 1110900 h 2398711"/>
              <a:gd name="connsiteX29144" fmla="*/ 1821922 w 2119654"/>
              <a:gd name="connsiteY29144" fmla="*/ 1120065 h 2398711"/>
              <a:gd name="connsiteX29145" fmla="*/ 1805466 w 2119654"/>
              <a:gd name="connsiteY29145" fmla="*/ 1156266 h 2398711"/>
              <a:gd name="connsiteX29146" fmla="*/ 1806075 w 2119654"/>
              <a:gd name="connsiteY29146" fmla="*/ 1156878 h 2398711"/>
              <a:gd name="connsiteX29147" fmla="*/ 1806601 w 2119654"/>
              <a:gd name="connsiteY29147" fmla="*/ 1154343 h 2398711"/>
              <a:gd name="connsiteX29148" fmla="*/ 1801749 w 2119654"/>
              <a:gd name="connsiteY29148" fmla="*/ 1163898 h 2398711"/>
              <a:gd name="connsiteX29149" fmla="*/ 1801590 w 2119654"/>
              <a:gd name="connsiteY29149" fmla="*/ 1164308 h 2398711"/>
              <a:gd name="connsiteX29150" fmla="*/ 1801925 w 2119654"/>
              <a:gd name="connsiteY29150" fmla="*/ 1164000 h 2398711"/>
              <a:gd name="connsiteX29151" fmla="*/ 1802414 w 2119654"/>
              <a:gd name="connsiteY29151" fmla="*/ 1162186 h 2398711"/>
              <a:gd name="connsiteX29152" fmla="*/ 1802276 w 2119654"/>
              <a:gd name="connsiteY29152" fmla="*/ 1162543 h 2398711"/>
              <a:gd name="connsiteX29153" fmla="*/ 1802927 w 2119654"/>
              <a:gd name="connsiteY29153" fmla="*/ 1162932 h 2398711"/>
              <a:gd name="connsiteX29154" fmla="*/ 1804469 w 2119654"/>
              <a:gd name="connsiteY29154" fmla="*/ 1160576 h 2398711"/>
              <a:gd name="connsiteX29155" fmla="*/ 1802685 w 2119654"/>
              <a:gd name="connsiteY29155" fmla="*/ 1161490 h 2398711"/>
              <a:gd name="connsiteX29156" fmla="*/ 1802591 w 2119654"/>
              <a:gd name="connsiteY29156" fmla="*/ 1161731 h 2398711"/>
              <a:gd name="connsiteX29157" fmla="*/ 1804896 w 2119654"/>
              <a:gd name="connsiteY29157" fmla="*/ 1159926 h 2398711"/>
              <a:gd name="connsiteX29158" fmla="*/ 1805282 w 2119654"/>
              <a:gd name="connsiteY29158" fmla="*/ 1159336 h 2398711"/>
              <a:gd name="connsiteX29159" fmla="*/ 1791691 w 2119654"/>
              <a:gd name="connsiteY29159" fmla="*/ 1186007 h 2398711"/>
              <a:gd name="connsiteX29160" fmla="*/ 1795866 w 2119654"/>
              <a:gd name="connsiteY29160" fmla="*/ 1183731 h 2398711"/>
              <a:gd name="connsiteX29161" fmla="*/ 1796237 w 2119654"/>
              <a:gd name="connsiteY29161" fmla="*/ 1183522 h 2398711"/>
              <a:gd name="connsiteX29162" fmla="*/ 1797175 w 2119654"/>
              <a:gd name="connsiteY29162" fmla="*/ 1177124 h 2398711"/>
              <a:gd name="connsiteX29163" fmla="*/ 1794940 w 2119654"/>
              <a:gd name="connsiteY29163" fmla="*/ 1179172 h 2398711"/>
              <a:gd name="connsiteX29164" fmla="*/ 1358396 w 2119654"/>
              <a:gd name="connsiteY29164" fmla="*/ 2155828 h 2398711"/>
              <a:gd name="connsiteX29165" fmla="*/ 1362257 w 2119654"/>
              <a:gd name="connsiteY29165" fmla="*/ 2155671 h 2398711"/>
              <a:gd name="connsiteX29166" fmla="*/ 1365939 w 2119654"/>
              <a:gd name="connsiteY29166" fmla="*/ 2155211 h 2398711"/>
              <a:gd name="connsiteX29167" fmla="*/ 1366952 w 2119654"/>
              <a:gd name="connsiteY29167" fmla="*/ 2153673 h 2398711"/>
              <a:gd name="connsiteX29168" fmla="*/ 1361834 w 2119654"/>
              <a:gd name="connsiteY29168" fmla="*/ 2152051 h 2398711"/>
              <a:gd name="connsiteX29169" fmla="*/ 1361434 w 2119654"/>
              <a:gd name="connsiteY29169" fmla="*/ 2152192 h 2398711"/>
              <a:gd name="connsiteX29170" fmla="*/ 1359777 w 2119654"/>
              <a:gd name="connsiteY29170" fmla="*/ 2153501 h 2398711"/>
              <a:gd name="connsiteX29171" fmla="*/ 1788383 w 2119654"/>
              <a:gd name="connsiteY29171" fmla="*/ 1192967 h 2398711"/>
              <a:gd name="connsiteX29172" fmla="*/ 1787070 w 2119654"/>
              <a:gd name="connsiteY29172" fmla="*/ 1199531 h 2398711"/>
              <a:gd name="connsiteX29173" fmla="*/ 1786951 w 2119654"/>
              <a:gd name="connsiteY29173" fmla="*/ 1200581 h 2398711"/>
              <a:gd name="connsiteX29174" fmla="*/ 1790887 w 2119654"/>
              <a:gd name="connsiteY29174" fmla="*/ 1198175 h 2398711"/>
              <a:gd name="connsiteX29175" fmla="*/ 1794684 w 2119654"/>
              <a:gd name="connsiteY29175" fmla="*/ 1193972 h 2398711"/>
              <a:gd name="connsiteX29176" fmla="*/ 1794677 w 2119654"/>
              <a:gd name="connsiteY29176" fmla="*/ 1194078 h 2398711"/>
              <a:gd name="connsiteX29177" fmla="*/ 1794692 w 2119654"/>
              <a:gd name="connsiteY29177" fmla="*/ 1194061 h 2398711"/>
              <a:gd name="connsiteX29178" fmla="*/ 1796205 w 2119654"/>
              <a:gd name="connsiteY29178" fmla="*/ 1183741 h 2398711"/>
              <a:gd name="connsiteX29179" fmla="*/ 1791513 w 2119654"/>
              <a:gd name="connsiteY29179" fmla="*/ 1186382 h 2398711"/>
              <a:gd name="connsiteX29180" fmla="*/ 1788879 w 2119654"/>
              <a:gd name="connsiteY29180" fmla="*/ 1191924 h 2398711"/>
              <a:gd name="connsiteX29181" fmla="*/ 1789353 w 2119654"/>
              <a:gd name="connsiteY29181" fmla="*/ 1191390 h 2398711"/>
              <a:gd name="connsiteX29182" fmla="*/ 1789363 w 2119654"/>
              <a:gd name="connsiteY29182" fmla="*/ 1191680 h 2398711"/>
              <a:gd name="connsiteX29183" fmla="*/ 1788571 w 2119654"/>
              <a:gd name="connsiteY29183" fmla="*/ 1192571 h 2398711"/>
              <a:gd name="connsiteX29184" fmla="*/ 1331537 w 2119654"/>
              <a:gd name="connsiteY29184" fmla="*/ 2215853 h 2398711"/>
              <a:gd name="connsiteX29185" fmla="*/ 1335367 w 2119654"/>
              <a:gd name="connsiteY29185" fmla="*/ 2219092 h 2398711"/>
              <a:gd name="connsiteX29186" fmla="*/ 1335839 w 2119654"/>
              <a:gd name="connsiteY29186" fmla="*/ 2212021 h 2398711"/>
              <a:gd name="connsiteX29187" fmla="*/ 1804718 w 2119654"/>
              <a:gd name="connsiteY29187" fmla="*/ 1156256 h 2398711"/>
              <a:gd name="connsiteX29188" fmla="*/ 1803265 w 2119654"/>
              <a:gd name="connsiteY29188" fmla="*/ 1159997 h 2398711"/>
              <a:gd name="connsiteX29189" fmla="*/ 1803811 w 2119654"/>
              <a:gd name="connsiteY29189" fmla="*/ 1159071 h 2398711"/>
              <a:gd name="connsiteX29190" fmla="*/ 1803242 w 2119654"/>
              <a:gd name="connsiteY29190" fmla="*/ 1160055 h 2398711"/>
              <a:gd name="connsiteX29191" fmla="*/ 1803029 w 2119654"/>
              <a:gd name="connsiteY29191" fmla="*/ 1160604 h 2398711"/>
              <a:gd name="connsiteX29192" fmla="*/ 1805774 w 2119654"/>
              <a:gd name="connsiteY29192" fmla="*/ 1158328 h 2398711"/>
              <a:gd name="connsiteX29193" fmla="*/ 1805964 w 2119654"/>
              <a:gd name="connsiteY29193" fmla="*/ 1157412 h 2398711"/>
              <a:gd name="connsiteX29194" fmla="*/ 1805206 w 2119654"/>
              <a:gd name="connsiteY29194" fmla="*/ 1156707 h 2398711"/>
              <a:gd name="connsiteX29195" fmla="*/ 1803811 w 2119654"/>
              <a:gd name="connsiteY29195" fmla="*/ 1159071 h 2398711"/>
              <a:gd name="connsiteX29196" fmla="*/ 1805188 w 2119654"/>
              <a:gd name="connsiteY29196" fmla="*/ 1156692 h 2398711"/>
              <a:gd name="connsiteX29197" fmla="*/ 1351901 w 2119654"/>
              <a:gd name="connsiteY29197" fmla="*/ 2170199 h 2398711"/>
              <a:gd name="connsiteX29198" fmla="*/ 1356132 w 2119654"/>
              <a:gd name="connsiteY29198" fmla="*/ 2170115 h 2398711"/>
              <a:gd name="connsiteX29199" fmla="*/ 1359251 w 2119654"/>
              <a:gd name="connsiteY29199" fmla="*/ 2165375 h 2398711"/>
              <a:gd name="connsiteX29200" fmla="*/ 1357927 w 2119654"/>
              <a:gd name="connsiteY29200" fmla="*/ 2165206 h 2398711"/>
              <a:gd name="connsiteX29201" fmla="*/ 1336570 w 2119654"/>
              <a:gd name="connsiteY29201" fmla="*/ 2204468 h 2398711"/>
              <a:gd name="connsiteX29202" fmla="*/ 1336372 w 2119654"/>
              <a:gd name="connsiteY29202" fmla="*/ 2207438 h 2398711"/>
              <a:gd name="connsiteX29203" fmla="*/ 1337496 w 2119654"/>
              <a:gd name="connsiteY29203" fmla="*/ 2207660 h 2398711"/>
              <a:gd name="connsiteX29204" fmla="*/ 1340667 w 2119654"/>
              <a:gd name="connsiteY29204" fmla="*/ 2205249 h 2398711"/>
              <a:gd name="connsiteX29205" fmla="*/ 1340638 w 2119654"/>
              <a:gd name="connsiteY29205" fmla="*/ 2205227 h 2398711"/>
              <a:gd name="connsiteX29206" fmla="*/ 1805733 w 2119654"/>
              <a:gd name="connsiteY29206" fmla="*/ 1153644 h 2398711"/>
              <a:gd name="connsiteX29207" fmla="*/ 1804926 w 2119654"/>
              <a:gd name="connsiteY29207" fmla="*/ 1155722 h 2398711"/>
              <a:gd name="connsiteX29208" fmla="*/ 1805446 w 2119654"/>
              <a:gd name="connsiteY29208" fmla="*/ 1156245 h 2398711"/>
              <a:gd name="connsiteX29209" fmla="*/ 1806632 w 2119654"/>
              <a:gd name="connsiteY29209" fmla="*/ 1154196 h 2398711"/>
              <a:gd name="connsiteX29210" fmla="*/ 1806994 w 2119654"/>
              <a:gd name="connsiteY29210" fmla="*/ 1152447 h 2398711"/>
              <a:gd name="connsiteX29211" fmla="*/ 1816824 w 2119654"/>
              <a:gd name="connsiteY29211" fmla="*/ 1128309 h 2398711"/>
              <a:gd name="connsiteX29212" fmla="*/ 1817794 w 2119654"/>
              <a:gd name="connsiteY29212" fmla="*/ 1128568 h 2398711"/>
              <a:gd name="connsiteX29213" fmla="*/ 1818177 w 2119654"/>
              <a:gd name="connsiteY29213" fmla="*/ 1126122 h 2398711"/>
              <a:gd name="connsiteX29214" fmla="*/ 1337481 w 2119654"/>
              <a:gd name="connsiteY29214" fmla="*/ 2201591 h 2398711"/>
              <a:gd name="connsiteX29215" fmla="*/ 1338089 w 2119654"/>
              <a:gd name="connsiteY29215" fmla="*/ 2202054 h 2398711"/>
              <a:gd name="connsiteX29216" fmla="*/ 1343128 w 2119654"/>
              <a:gd name="connsiteY29216" fmla="*/ 2203379 h 2398711"/>
              <a:gd name="connsiteX29217" fmla="*/ 1351475 w 2119654"/>
              <a:gd name="connsiteY29217" fmla="*/ 2197032 h 2398711"/>
              <a:gd name="connsiteX29218" fmla="*/ 1353730 w 2119654"/>
              <a:gd name="connsiteY29218" fmla="*/ 2194857 h 2398711"/>
              <a:gd name="connsiteX29219" fmla="*/ 1348110 w 2119654"/>
              <a:gd name="connsiteY29219" fmla="*/ 2190670 h 2398711"/>
              <a:gd name="connsiteX29220" fmla="*/ 1345461 w 2119654"/>
              <a:gd name="connsiteY29220" fmla="*/ 2189758 h 2398711"/>
              <a:gd name="connsiteX29221" fmla="*/ 1807908 w 2119654"/>
              <a:gd name="connsiteY29221" fmla="*/ 1148044 h 2398711"/>
              <a:gd name="connsiteX29222" fmla="*/ 1806186 w 2119654"/>
              <a:gd name="connsiteY29222" fmla="*/ 1152476 h 2398711"/>
              <a:gd name="connsiteX29223" fmla="*/ 1807184 w 2119654"/>
              <a:gd name="connsiteY29223" fmla="*/ 1151529 h 2398711"/>
              <a:gd name="connsiteX29224" fmla="*/ 1816006 w 2119654"/>
              <a:gd name="connsiteY29224" fmla="*/ 1129632 h 2398711"/>
              <a:gd name="connsiteX29225" fmla="*/ 1815912 w 2119654"/>
              <a:gd name="connsiteY29225" fmla="*/ 1133459 h 2398711"/>
              <a:gd name="connsiteX29226" fmla="*/ 1815535 w 2119654"/>
              <a:gd name="connsiteY29226" fmla="*/ 1137064 h 2398711"/>
              <a:gd name="connsiteX29227" fmla="*/ 1816664 w 2119654"/>
              <a:gd name="connsiteY29227" fmla="*/ 1135787 h 2398711"/>
              <a:gd name="connsiteX29228" fmla="*/ 1817732 w 2119654"/>
              <a:gd name="connsiteY29228" fmla="*/ 1128965 h 2398711"/>
              <a:gd name="connsiteX29229" fmla="*/ 1816604 w 2119654"/>
              <a:gd name="connsiteY29229" fmla="*/ 1128665 h 2398711"/>
              <a:gd name="connsiteX29230" fmla="*/ 1329571 w 2119654"/>
              <a:gd name="connsiteY29230" fmla="*/ 2217604 h 2398711"/>
              <a:gd name="connsiteX29231" fmla="*/ 1335257 w 2119654"/>
              <a:gd name="connsiteY29231" fmla="*/ 2220737 h 2398711"/>
              <a:gd name="connsiteX29232" fmla="*/ 1335356 w 2119654"/>
              <a:gd name="connsiteY29232" fmla="*/ 2219267 h 2398711"/>
              <a:gd name="connsiteX29233" fmla="*/ 1331432 w 2119654"/>
              <a:gd name="connsiteY29233" fmla="*/ 2215947 h 2398711"/>
              <a:gd name="connsiteX29234" fmla="*/ 1822669 w 2119654"/>
              <a:gd name="connsiteY29234" fmla="*/ 1112702 h 2398711"/>
              <a:gd name="connsiteX29235" fmla="*/ 1822197 w 2119654"/>
              <a:gd name="connsiteY29235" fmla="*/ 1115720 h 2398711"/>
              <a:gd name="connsiteX29236" fmla="*/ 1823413 w 2119654"/>
              <a:gd name="connsiteY29236" fmla="*/ 1114365 h 2398711"/>
              <a:gd name="connsiteX29237" fmla="*/ 1830611 w 2119654"/>
              <a:gd name="connsiteY29237" fmla="*/ 1102726 h 2398711"/>
              <a:gd name="connsiteX29238" fmla="*/ 1831879 w 2119654"/>
              <a:gd name="connsiteY29238" fmla="*/ 1100169 h 2398711"/>
              <a:gd name="connsiteX29239" fmla="*/ 1825510 w 2119654"/>
              <a:gd name="connsiteY29239" fmla="*/ 1107416 h 2398711"/>
              <a:gd name="connsiteX29240" fmla="*/ 1330409 w 2119654"/>
              <a:gd name="connsiteY29240" fmla="*/ 2214898 h 2398711"/>
              <a:gd name="connsiteX29241" fmla="*/ 1331155 w 2119654"/>
              <a:gd name="connsiteY29241" fmla="*/ 2215529 h 2398711"/>
              <a:gd name="connsiteX29242" fmla="*/ 1335489 w 2119654"/>
              <a:gd name="connsiteY29242" fmla="*/ 2211668 h 2398711"/>
              <a:gd name="connsiteX29243" fmla="*/ 1335418 w 2119654"/>
              <a:gd name="connsiteY29243" fmla="*/ 2211639 h 2398711"/>
              <a:gd name="connsiteX29244" fmla="*/ 1333871 w 2119654"/>
              <a:gd name="connsiteY29244" fmla="*/ 2206944 h 2398711"/>
              <a:gd name="connsiteX29245" fmla="*/ 1336147 w 2119654"/>
              <a:gd name="connsiteY29245" fmla="*/ 2207394 h 2398711"/>
              <a:gd name="connsiteX29246" fmla="*/ 1336346 w 2119654"/>
              <a:gd name="connsiteY29246" fmla="*/ 2204426 h 2398711"/>
              <a:gd name="connsiteX29247" fmla="*/ 1335656 w 2119654"/>
              <a:gd name="connsiteY29247" fmla="*/ 2204297 h 2398711"/>
              <a:gd name="connsiteX29248" fmla="*/ 1799861 w 2119654"/>
              <a:gd name="connsiteY29248" fmla="*/ 1162798 h 2398711"/>
              <a:gd name="connsiteX29249" fmla="*/ 1799810 w 2119654"/>
              <a:gd name="connsiteY29249" fmla="*/ 1163274 h 2398711"/>
              <a:gd name="connsiteX29250" fmla="*/ 1799977 w 2119654"/>
              <a:gd name="connsiteY29250" fmla="*/ 1163136 h 2398711"/>
              <a:gd name="connsiteX29251" fmla="*/ 1800078 w 2119654"/>
              <a:gd name="connsiteY29251" fmla="*/ 1162925 h 2398711"/>
              <a:gd name="connsiteX29252" fmla="*/ 1349842 w 2119654"/>
              <a:gd name="connsiteY29252" fmla="*/ 2170240 h 2398711"/>
              <a:gd name="connsiteX29253" fmla="*/ 1351217 w 2119654"/>
              <a:gd name="connsiteY29253" fmla="*/ 2170213 h 2398711"/>
              <a:gd name="connsiteX29254" fmla="*/ 1357348 w 2119654"/>
              <a:gd name="connsiteY29254" fmla="*/ 2165132 h 2398711"/>
              <a:gd name="connsiteX29255" fmla="*/ 1353189 w 2119654"/>
              <a:gd name="connsiteY29255" fmla="*/ 2164601 h 2398711"/>
              <a:gd name="connsiteX29256" fmla="*/ 1823061 w 2119654"/>
              <a:gd name="connsiteY29256" fmla="*/ 1110201 h 2398711"/>
              <a:gd name="connsiteX29257" fmla="*/ 1822822 w 2119654"/>
              <a:gd name="connsiteY29257" fmla="*/ 1111733 h 2398711"/>
              <a:gd name="connsiteX29258" fmla="*/ 1824561 w 2119654"/>
              <a:gd name="connsiteY29258" fmla="*/ 1108495 h 2398711"/>
              <a:gd name="connsiteX29259" fmla="*/ 1790289 w 2119654"/>
              <a:gd name="connsiteY29259" fmla="*/ 1183436 h 2398711"/>
              <a:gd name="connsiteX29260" fmla="*/ 1790261 w 2119654"/>
              <a:gd name="connsiteY29260" fmla="*/ 1183578 h 2398711"/>
              <a:gd name="connsiteX29261" fmla="*/ 1790359 w 2119654"/>
              <a:gd name="connsiteY29261" fmla="*/ 1183372 h 2398711"/>
              <a:gd name="connsiteX29262" fmla="*/ 1331764 w 2119654"/>
              <a:gd name="connsiteY29262" fmla="*/ 2210069 h 2398711"/>
              <a:gd name="connsiteX29263" fmla="*/ 1333428 w 2119654"/>
              <a:gd name="connsiteY29263" fmla="*/ 2210752 h 2398711"/>
              <a:gd name="connsiteX29264" fmla="*/ 1335500 w 2119654"/>
              <a:gd name="connsiteY29264" fmla="*/ 2209176 h 2398711"/>
              <a:gd name="connsiteX29265" fmla="*/ 1332320 w 2119654"/>
              <a:gd name="connsiteY29265" fmla="*/ 2209245 h 2398711"/>
              <a:gd name="connsiteX29266" fmla="*/ 1326906 w 2119654"/>
              <a:gd name="connsiteY29266" fmla="*/ 2219978 h 2398711"/>
              <a:gd name="connsiteX29267" fmla="*/ 1328962 w 2119654"/>
              <a:gd name="connsiteY29267" fmla="*/ 2220328 h 2398711"/>
              <a:gd name="connsiteX29268" fmla="*/ 1333705 w 2119654"/>
              <a:gd name="connsiteY29268" fmla="*/ 2221071 h 2398711"/>
              <a:gd name="connsiteX29269" fmla="*/ 1328745 w 2119654"/>
              <a:gd name="connsiteY29269" fmla="*/ 2218340 h 2398711"/>
              <a:gd name="connsiteX29270" fmla="*/ 1800283 w 2119654"/>
              <a:gd name="connsiteY29270" fmla="*/ 1158814 h 2398711"/>
              <a:gd name="connsiteX29271" fmla="*/ 1800030 w 2119654"/>
              <a:gd name="connsiteY29271" fmla="*/ 1161202 h 2398711"/>
              <a:gd name="connsiteX29272" fmla="*/ 1800706 w 2119654"/>
              <a:gd name="connsiteY29272" fmla="*/ 1161604 h 2398711"/>
              <a:gd name="connsiteX29273" fmla="*/ 1803468 w 2119654"/>
              <a:gd name="connsiteY29273" fmla="*/ 1155793 h 2398711"/>
              <a:gd name="connsiteX29274" fmla="*/ 1329076 w 2119654"/>
              <a:gd name="connsiteY29274" fmla="*/ 2213751 h 2398711"/>
              <a:gd name="connsiteX29275" fmla="*/ 1329266 w 2119654"/>
              <a:gd name="connsiteY29275" fmla="*/ 2213916 h 2398711"/>
              <a:gd name="connsiteX29276" fmla="*/ 1333368 w 2119654"/>
              <a:gd name="connsiteY29276" fmla="*/ 2210797 h 2398711"/>
              <a:gd name="connsiteX29277" fmla="*/ 1331728 w 2119654"/>
              <a:gd name="connsiteY29277" fmla="*/ 2210123 h 2398711"/>
              <a:gd name="connsiteX29278" fmla="*/ 1331581 w 2119654"/>
              <a:gd name="connsiteY29278" fmla="*/ 2210341 h 2398711"/>
              <a:gd name="connsiteX29279" fmla="*/ 1327772 w 2119654"/>
              <a:gd name="connsiteY29279" fmla="*/ 2216614 h 2398711"/>
              <a:gd name="connsiteX29280" fmla="*/ 1329109 w 2119654"/>
              <a:gd name="connsiteY29280" fmla="*/ 2217351 h 2398711"/>
              <a:gd name="connsiteX29281" fmla="*/ 1331049 w 2119654"/>
              <a:gd name="connsiteY29281" fmla="*/ 2215623 h 2398711"/>
              <a:gd name="connsiteX29282" fmla="*/ 1330286 w 2119654"/>
              <a:gd name="connsiteY29282" fmla="*/ 2214978 h 2398711"/>
              <a:gd name="connsiteX29283" fmla="*/ 1802501 w 2119654"/>
              <a:gd name="connsiteY29283" fmla="*/ 1153282 h 2398711"/>
              <a:gd name="connsiteX29284" fmla="*/ 1803877 w 2119654"/>
              <a:gd name="connsiteY29284" fmla="*/ 1154667 h 2398711"/>
              <a:gd name="connsiteX29285" fmla="*/ 1804107 w 2119654"/>
              <a:gd name="connsiteY29285" fmla="*/ 1154449 h 2398711"/>
              <a:gd name="connsiteX29286" fmla="*/ 1804865 w 2119654"/>
              <a:gd name="connsiteY29286" fmla="*/ 1152854 h 2398711"/>
              <a:gd name="connsiteX29287" fmla="*/ 1806093 w 2119654"/>
              <a:gd name="connsiteY29287" fmla="*/ 1149693 h 2398711"/>
              <a:gd name="connsiteX29288" fmla="*/ 1328559 w 2119654"/>
              <a:gd name="connsiteY29288" fmla="*/ 2214454 h 2398711"/>
              <a:gd name="connsiteX29289" fmla="*/ 1329142 w 2119654"/>
              <a:gd name="connsiteY29289" fmla="*/ 2214010 h 2398711"/>
              <a:gd name="connsiteX29290" fmla="*/ 1328983 w 2119654"/>
              <a:gd name="connsiteY29290" fmla="*/ 2213876 h 2398711"/>
              <a:gd name="connsiteX29291" fmla="*/ 1804644 w 2119654"/>
              <a:gd name="connsiteY29291" fmla="*/ 1148002 h 2398711"/>
              <a:gd name="connsiteX29292" fmla="*/ 1808036 w 2119654"/>
              <a:gd name="connsiteY29292" fmla="*/ 1144690 h 2398711"/>
              <a:gd name="connsiteX29293" fmla="*/ 1809257 w 2119654"/>
              <a:gd name="connsiteY29293" fmla="*/ 1141547 h 2398711"/>
              <a:gd name="connsiteX29294" fmla="*/ 1809570 w 2119654"/>
              <a:gd name="connsiteY29294" fmla="*/ 1140038 h 2398711"/>
              <a:gd name="connsiteX29295" fmla="*/ 1344996 w 2119654"/>
              <a:gd name="connsiteY29295" fmla="*/ 2176913 h 2398711"/>
              <a:gd name="connsiteX29296" fmla="*/ 1350218 w 2119654"/>
              <a:gd name="connsiteY29296" fmla="*/ 2179102 h 2398711"/>
              <a:gd name="connsiteX29297" fmla="*/ 1351747 w 2119654"/>
              <a:gd name="connsiteY29297" fmla="*/ 2176778 h 2398711"/>
              <a:gd name="connsiteX29298" fmla="*/ 1351147 w 2119654"/>
              <a:gd name="connsiteY29298" fmla="*/ 2176790 h 2398711"/>
              <a:gd name="connsiteX29299" fmla="*/ 1350940 w 2119654"/>
              <a:gd name="connsiteY29299" fmla="*/ 2177034 h 2398711"/>
              <a:gd name="connsiteX29300" fmla="*/ 1350610 w 2119654"/>
              <a:gd name="connsiteY29300" fmla="*/ 2177100 h 2398711"/>
              <a:gd name="connsiteX29301" fmla="*/ 1350869 w 2119654"/>
              <a:gd name="connsiteY29301" fmla="*/ 2176795 h 2398711"/>
              <a:gd name="connsiteX29302" fmla="*/ 1798642 w 2119654"/>
              <a:gd name="connsiteY29302" fmla="*/ 1160371 h 2398711"/>
              <a:gd name="connsiteX29303" fmla="*/ 1799530 w 2119654"/>
              <a:gd name="connsiteY29303" fmla="*/ 1160902 h 2398711"/>
              <a:gd name="connsiteX29304" fmla="*/ 1799692 w 2119654"/>
              <a:gd name="connsiteY29304" fmla="*/ 1159376 h 2398711"/>
              <a:gd name="connsiteX29305" fmla="*/ 1337336 w 2119654"/>
              <a:gd name="connsiteY29305" fmla="*/ 2192982 h 2398711"/>
              <a:gd name="connsiteX29306" fmla="*/ 1336914 w 2119654"/>
              <a:gd name="connsiteY29306" fmla="*/ 2199317 h 2398711"/>
              <a:gd name="connsiteX29307" fmla="*/ 1343621 w 2119654"/>
              <a:gd name="connsiteY29307" fmla="*/ 2189124 h 2398711"/>
              <a:gd name="connsiteX29308" fmla="*/ 1343568 w 2119654"/>
              <a:gd name="connsiteY29308" fmla="*/ 2189106 h 2398711"/>
              <a:gd name="connsiteX29309" fmla="*/ 1342923 w 2119654"/>
              <a:gd name="connsiteY29309" fmla="*/ 2189071 h 2398711"/>
              <a:gd name="connsiteX29310" fmla="*/ 1330044 w 2119654"/>
              <a:gd name="connsiteY29310" fmla="*/ 2209296 h 2398711"/>
              <a:gd name="connsiteX29311" fmla="*/ 1330277 w 2119654"/>
              <a:gd name="connsiteY29311" fmla="*/ 2209400 h 2398711"/>
              <a:gd name="connsiteX29312" fmla="*/ 1330351 w 2119654"/>
              <a:gd name="connsiteY29312" fmla="*/ 2209289 h 2398711"/>
              <a:gd name="connsiteX29313" fmla="*/ 1800676 w 2119654"/>
              <a:gd name="connsiteY29313" fmla="*/ 1155105 h 2398711"/>
              <a:gd name="connsiteX29314" fmla="*/ 1800370 w 2119654"/>
              <a:gd name="connsiteY29314" fmla="*/ 1157993 h 2398711"/>
              <a:gd name="connsiteX29315" fmla="*/ 1803447 w 2119654"/>
              <a:gd name="connsiteY29315" fmla="*/ 1155074 h 2398711"/>
              <a:gd name="connsiteX29316" fmla="*/ 1802027 w 2119654"/>
              <a:gd name="connsiteY29316" fmla="*/ 1153755 h 2398711"/>
              <a:gd name="connsiteX29317" fmla="*/ 1830516 w 2119654"/>
              <a:gd name="connsiteY29317" fmla="*/ 1087761 h 2398711"/>
              <a:gd name="connsiteX29318" fmla="*/ 1824367 w 2119654"/>
              <a:gd name="connsiteY29318" fmla="*/ 1105677 h 2398711"/>
              <a:gd name="connsiteX29319" fmla="*/ 1823365 w 2119654"/>
              <a:gd name="connsiteY29319" fmla="*/ 1108255 h 2398711"/>
              <a:gd name="connsiteX29320" fmla="*/ 1823240 w 2119654"/>
              <a:gd name="connsiteY29320" fmla="*/ 1109061 h 2398711"/>
              <a:gd name="connsiteX29321" fmla="*/ 1825857 w 2119654"/>
              <a:gd name="connsiteY29321" fmla="*/ 1106083 h 2398711"/>
              <a:gd name="connsiteX29322" fmla="*/ 1837059 w 2119654"/>
              <a:gd name="connsiteY29322" fmla="*/ 1085233 h 2398711"/>
              <a:gd name="connsiteX29323" fmla="*/ 1837184 w 2119654"/>
              <a:gd name="connsiteY29323" fmla="*/ 1085688 h 2398711"/>
              <a:gd name="connsiteX29324" fmla="*/ 1826807 w 2119654"/>
              <a:gd name="connsiteY29324" fmla="*/ 1105003 h 2398711"/>
              <a:gd name="connsiteX29325" fmla="*/ 1832947 w 2119654"/>
              <a:gd name="connsiteY29325" fmla="*/ 1098016 h 2398711"/>
              <a:gd name="connsiteX29326" fmla="*/ 1845375 w 2119654"/>
              <a:gd name="connsiteY29326" fmla="*/ 1072953 h 2398711"/>
              <a:gd name="connsiteX29327" fmla="*/ 1324767 w 2119654"/>
              <a:gd name="connsiteY29327" fmla="*/ 2219613 h 2398711"/>
              <a:gd name="connsiteX29328" fmla="*/ 1326280 w 2119654"/>
              <a:gd name="connsiteY29328" fmla="*/ 2219871 h 2398711"/>
              <a:gd name="connsiteX29329" fmla="*/ 1328284 w 2119654"/>
              <a:gd name="connsiteY29329" fmla="*/ 2218086 h 2398711"/>
              <a:gd name="connsiteX29330" fmla="*/ 1326782 w 2119654"/>
              <a:gd name="connsiteY29330" fmla="*/ 2217258 h 2398711"/>
              <a:gd name="connsiteX29331" fmla="*/ 1326236 w 2119654"/>
              <a:gd name="connsiteY29331" fmla="*/ 2217613 h 2398711"/>
              <a:gd name="connsiteX29332" fmla="*/ 1793988 w 2119654"/>
              <a:gd name="connsiteY29332" fmla="*/ 1168786 h 2398711"/>
              <a:gd name="connsiteX29333" fmla="*/ 1792581 w 2119654"/>
              <a:gd name="connsiteY29333" fmla="*/ 1172566 h 2398711"/>
              <a:gd name="connsiteX29334" fmla="*/ 1797746 w 2119654"/>
              <a:gd name="connsiteY29334" fmla="*/ 1167831 h 2398711"/>
              <a:gd name="connsiteX29335" fmla="*/ 1798888 w 2119654"/>
              <a:gd name="connsiteY29335" fmla="*/ 1165427 h 2398711"/>
              <a:gd name="connsiteX29336" fmla="*/ 1798968 w 2119654"/>
              <a:gd name="connsiteY29336" fmla="*/ 1164887 h 2398711"/>
              <a:gd name="connsiteX29337" fmla="*/ 1831760 w 2119654"/>
              <a:gd name="connsiteY29337" fmla="*/ 1084138 h 2398711"/>
              <a:gd name="connsiteX29338" fmla="*/ 1830801 w 2119654"/>
              <a:gd name="connsiteY29338" fmla="*/ 1086931 h 2398711"/>
              <a:gd name="connsiteX29339" fmla="*/ 1834523 w 2119654"/>
              <a:gd name="connsiteY29339" fmla="*/ 1083336 h 2398711"/>
              <a:gd name="connsiteX29340" fmla="*/ 1845797 w 2119654"/>
              <a:gd name="connsiteY29340" fmla="*/ 1072101 h 2398711"/>
              <a:gd name="connsiteX29341" fmla="*/ 1854396 w 2119654"/>
              <a:gd name="connsiteY29341" fmla="*/ 1054761 h 2398711"/>
              <a:gd name="connsiteX29342" fmla="*/ 1854343 w 2119654"/>
              <a:gd name="connsiteY29342" fmla="*/ 1053303 h 2398711"/>
              <a:gd name="connsiteX29343" fmla="*/ 1835332 w 2119654"/>
              <a:gd name="connsiteY29343" fmla="*/ 1078999 h 2398711"/>
              <a:gd name="connsiteX29344" fmla="*/ 1755774 w 2119654"/>
              <a:gd name="connsiteY29344" fmla="*/ 1254205 h 2398711"/>
              <a:gd name="connsiteX29345" fmla="*/ 1755718 w 2119654"/>
              <a:gd name="connsiteY29345" fmla="*/ 1254647 h 2398711"/>
              <a:gd name="connsiteX29346" fmla="*/ 1755804 w 2119654"/>
              <a:gd name="connsiteY29346" fmla="*/ 1254287 h 2398711"/>
              <a:gd name="connsiteX29347" fmla="*/ 1342424 w 2119654"/>
              <a:gd name="connsiteY29347" fmla="*/ 2179452 h 2398711"/>
              <a:gd name="connsiteX29348" fmla="*/ 1347638 w 2119654"/>
              <a:gd name="connsiteY29348" fmla="*/ 2183022 h 2398711"/>
              <a:gd name="connsiteX29349" fmla="*/ 1349982 w 2119654"/>
              <a:gd name="connsiteY29349" fmla="*/ 2179460 h 2398711"/>
              <a:gd name="connsiteX29350" fmla="*/ 1344384 w 2119654"/>
              <a:gd name="connsiteY29350" fmla="*/ 2177113 h 2398711"/>
              <a:gd name="connsiteX29351" fmla="*/ 1816690 w 2119654"/>
              <a:gd name="connsiteY29351" fmla="*/ 1117451 h 2398711"/>
              <a:gd name="connsiteX29352" fmla="*/ 1816218 w 2119654"/>
              <a:gd name="connsiteY29352" fmla="*/ 1121020 h 2398711"/>
              <a:gd name="connsiteX29353" fmla="*/ 1816183 w 2119654"/>
              <a:gd name="connsiteY29353" fmla="*/ 1122422 h 2398711"/>
              <a:gd name="connsiteX29354" fmla="*/ 1817071 w 2119654"/>
              <a:gd name="connsiteY29354" fmla="*/ 1121433 h 2398711"/>
              <a:gd name="connsiteX29355" fmla="*/ 1820146 w 2119654"/>
              <a:gd name="connsiteY29355" fmla="*/ 1113519 h 2398711"/>
              <a:gd name="connsiteX29356" fmla="*/ 1796292 w 2119654"/>
              <a:gd name="connsiteY29356" fmla="*/ 1162600 h 2398711"/>
              <a:gd name="connsiteX29357" fmla="*/ 1794357 w 2119654"/>
              <a:gd name="connsiteY29357" fmla="*/ 1167798 h 2398711"/>
              <a:gd name="connsiteX29358" fmla="*/ 1799120 w 2119654"/>
              <a:gd name="connsiteY29358" fmla="*/ 1163846 h 2398711"/>
              <a:gd name="connsiteX29359" fmla="*/ 1799320 w 2119654"/>
              <a:gd name="connsiteY29359" fmla="*/ 1162484 h 2398711"/>
              <a:gd name="connsiteX29360" fmla="*/ 1797520 w 2119654"/>
              <a:gd name="connsiteY29360" fmla="*/ 1161435 h 2398711"/>
              <a:gd name="connsiteX29361" fmla="*/ 1796867 w 2119654"/>
              <a:gd name="connsiteY29361" fmla="*/ 1161056 h 2398711"/>
              <a:gd name="connsiteX29362" fmla="*/ 1796717 w 2119654"/>
              <a:gd name="connsiteY29362" fmla="*/ 1161459 h 2398711"/>
              <a:gd name="connsiteX29363" fmla="*/ 1797038 w 2119654"/>
              <a:gd name="connsiteY29363" fmla="*/ 1161155 h 2398711"/>
              <a:gd name="connsiteX29364" fmla="*/ 1797936 w 2119654"/>
              <a:gd name="connsiteY29364" fmla="*/ 1158188 h 2398711"/>
              <a:gd name="connsiteX29365" fmla="*/ 1797399 w 2119654"/>
              <a:gd name="connsiteY29365" fmla="*/ 1159629 h 2398711"/>
              <a:gd name="connsiteX29366" fmla="*/ 1798165 w 2119654"/>
              <a:gd name="connsiteY29366" fmla="*/ 1160086 h 2398711"/>
              <a:gd name="connsiteX29367" fmla="*/ 1799778 w 2119654"/>
              <a:gd name="connsiteY29367" fmla="*/ 1158555 h 2398711"/>
              <a:gd name="connsiteX29368" fmla="*/ 1800081 w 2119654"/>
              <a:gd name="connsiteY29368" fmla="*/ 1155700 h 2398711"/>
              <a:gd name="connsiteX29369" fmla="*/ 1798365 w 2119654"/>
              <a:gd name="connsiteY29369" fmla="*/ 1157414 h 2398711"/>
              <a:gd name="connsiteX29370" fmla="*/ 1337615 w 2119654"/>
              <a:gd name="connsiteY29370" fmla="*/ 2188786 h 2398711"/>
              <a:gd name="connsiteX29371" fmla="*/ 1337356 w 2119654"/>
              <a:gd name="connsiteY29371" fmla="*/ 2192675 h 2398711"/>
              <a:gd name="connsiteX29372" fmla="*/ 1340852 w 2119654"/>
              <a:gd name="connsiteY29372" fmla="*/ 2190229 h 2398711"/>
              <a:gd name="connsiteX29373" fmla="*/ 1342491 w 2119654"/>
              <a:gd name="connsiteY29373" fmla="*/ 2189048 h 2398711"/>
              <a:gd name="connsiteX29374" fmla="*/ 1750913 w 2119654"/>
              <a:gd name="connsiteY29374" fmla="*/ 1263285 h 2398711"/>
              <a:gd name="connsiteX29375" fmla="*/ 1750487 w 2119654"/>
              <a:gd name="connsiteY29375" fmla="*/ 1266842 h 2398711"/>
              <a:gd name="connsiteX29376" fmla="*/ 1750980 w 2119654"/>
              <a:gd name="connsiteY29376" fmla="*/ 1266371 h 2398711"/>
              <a:gd name="connsiteX29377" fmla="*/ 1751605 w 2119654"/>
              <a:gd name="connsiteY29377" fmla="*/ 1262850 h 2398711"/>
              <a:gd name="connsiteX29378" fmla="*/ 1817036 w 2119654"/>
              <a:gd name="connsiteY29378" fmla="*/ 1114831 h 2398711"/>
              <a:gd name="connsiteX29379" fmla="*/ 1816835 w 2119654"/>
              <a:gd name="connsiteY29379" fmla="*/ 1116348 h 2398711"/>
              <a:gd name="connsiteX29380" fmla="*/ 1820328 w 2119654"/>
              <a:gd name="connsiteY29380" fmla="*/ 1112374 h 2398711"/>
              <a:gd name="connsiteX29381" fmla="*/ 1820548 w 2119654"/>
              <a:gd name="connsiteY29381" fmla="*/ 1110966 h 2398711"/>
              <a:gd name="connsiteX29382" fmla="*/ 1321347 w 2119654"/>
              <a:gd name="connsiteY29382" fmla="*/ 2224266 h 2398711"/>
              <a:gd name="connsiteX29383" fmla="*/ 1326030 w 2119654"/>
              <a:gd name="connsiteY29383" fmla="*/ 2220094 h 2398711"/>
              <a:gd name="connsiteX29384" fmla="*/ 1324580 w 2119654"/>
              <a:gd name="connsiteY29384" fmla="*/ 2219867 h 2398711"/>
              <a:gd name="connsiteX29385" fmla="*/ 1323495 w 2119654"/>
              <a:gd name="connsiteY29385" fmla="*/ 2219396 h 2398711"/>
              <a:gd name="connsiteX29386" fmla="*/ 1323678 w 2119654"/>
              <a:gd name="connsiteY29386" fmla="*/ 2219427 h 2398711"/>
              <a:gd name="connsiteX29387" fmla="*/ 1323851 w 2119654"/>
              <a:gd name="connsiteY29387" fmla="*/ 2219165 h 2398711"/>
              <a:gd name="connsiteX29388" fmla="*/ 1337750 w 2119654"/>
              <a:gd name="connsiteY29388" fmla="*/ 2186763 h 2398711"/>
              <a:gd name="connsiteX29389" fmla="*/ 1337632 w 2119654"/>
              <a:gd name="connsiteY29389" fmla="*/ 2188542 h 2398711"/>
              <a:gd name="connsiteX29390" fmla="*/ 1342722 w 2119654"/>
              <a:gd name="connsiteY29390" fmla="*/ 2188815 h 2398711"/>
              <a:gd name="connsiteX29391" fmla="*/ 1341841 w 2119654"/>
              <a:gd name="connsiteY29391" fmla="*/ 2188512 h 2398711"/>
              <a:gd name="connsiteX29392" fmla="*/ 1339260 w 2119654"/>
              <a:gd name="connsiteY29392" fmla="*/ 2183230 h 2398711"/>
              <a:gd name="connsiteX29393" fmla="*/ 1342881 w 2119654"/>
              <a:gd name="connsiteY29393" fmla="*/ 2185928 h 2398711"/>
              <a:gd name="connsiteX29394" fmla="*/ 1345101 w 2119654"/>
              <a:gd name="connsiteY29394" fmla="*/ 2186877 h 2398711"/>
              <a:gd name="connsiteX29395" fmla="*/ 1347546 w 2119654"/>
              <a:gd name="connsiteY29395" fmla="*/ 2183161 h 2398711"/>
              <a:gd name="connsiteX29396" fmla="*/ 1342317 w 2119654"/>
              <a:gd name="connsiteY29396" fmla="*/ 2179581 h 2398711"/>
              <a:gd name="connsiteX29397" fmla="*/ 1339803 w 2119654"/>
              <a:gd name="connsiteY29397" fmla="*/ 2182582 h 2398711"/>
              <a:gd name="connsiteX29398" fmla="*/ 1343463 w 2119654"/>
              <a:gd name="connsiteY29398" fmla="*/ 2183649 h 2398711"/>
              <a:gd name="connsiteX29399" fmla="*/ 1343197 w 2119654"/>
              <a:gd name="connsiteY29399" fmla="*/ 2183756 h 2398711"/>
              <a:gd name="connsiteX29400" fmla="*/ 1339678 w 2119654"/>
              <a:gd name="connsiteY29400" fmla="*/ 2182731 h 2398711"/>
              <a:gd name="connsiteX29401" fmla="*/ 1751962 w 2119654"/>
              <a:gd name="connsiteY29401" fmla="*/ 1258875 h 2398711"/>
              <a:gd name="connsiteX29402" fmla="*/ 1752285 w 2119654"/>
              <a:gd name="connsiteY29402" fmla="*/ 1259026 h 2398711"/>
              <a:gd name="connsiteX29403" fmla="*/ 1752350 w 2119654"/>
              <a:gd name="connsiteY29403" fmla="*/ 1258659 h 2398711"/>
              <a:gd name="connsiteX29404" fmla="*/ 1751966 w 2119654"/>
              <a:gd name="connsiteY29404" fmla="*/ 1258869 h 2398711"/>
              <a:gd name="connsiteX29405" fmla="*/ 1751305 w 2119654"/>
              <a:gd name="connsiteY29405" fmla="*/ 1260022 h 2398711"/>
              <a:gd name="connsiteX29406" fmla="*/ 1751192 w 2119654"/>
              <a:gd name="connsiteY29406" fmla="*/ 1260958 h 2398711"/>
              <a:gd name="connsiteX29407" fmla="*/ 1752020 w 2119654"/>
              <a:gd name="connsiteY29407" fmla="*/ 1260518 h 2398711"/>
              <a:gd name="connsiteX29408" fmla="*/ 1752047 w 2119654"/>
              <a:gd name="connsiteY29408" fmla="*/ 1260366 h 2398711"/>
              <a:gd name="connsiteX29409" fmla="*/ 1338551 w 2119654"/>
              <a:gd name="connsiteY29409" fmla="*/ 2184076 h 2398711"/>
              <a:gd name="connsiteX29410" fmla="*/ 1340212 w 2119654"/>
              <a:gd name="connsiteY29410" fmla="*/ 2184786 h 2398711"/>
              <a:gd name="connsiteX29411" fmla="*/ 1338823 w 2119654"/>
              <a:gd name="connsiteY29411" fmla="*/ 2183751 h 2398711"/>
              <a:gd name="connsiteX29412" fmla="*/ 1880830 w 2119654"/>
              <a:gd name="connsiteY29412" fmla="*/ 969787 h 2398711"/>
              <a:gd name="connsiteX29413" fmla="*/ 1867362 w 2119654"/>
              <a:gd name="connsiteY29413" fmla="*/ 1021348 h 2398711"/>
              <a:gd name="connsiteX29414" fmla="*/ 1876612 w 2119654"/>
              <a:gd name="connsiteY29414" fmla="*/ 1003377 h 2398711"/>
              <a:gd name="connsiteX29415" fmla="*/ 1319260 w 2119654"/>
              <a:gd name="connsiteY29415" fmla="*/ 2227105 h 2398711"/>
              <a:gd name="connsiteX29416" fmla="*/ 1345847 w 2119654"/>
              <a:gd name="connsiteY29416" fmla="*/ 2237728 h 2398711"/>
              <a:gd name="connsiteX29417" fmla="*/ 1349264 w 2119654"/>
              <a:gd name="connsiteY29417" fmla="*/ 2229639 h 2398711"/>
              <a:gd name="connsiteX29418" fmla="*/ 1335401 w 2119654"/>
              <a:gd name="connsiteY29418" fmla="*/ 2222004 h 2398711"/>
              <a:gd name="connsiteX29419" fmla="*/ 1335115 w 2119654"/>
              <a:gd name="connsiteY29419" fmla="*/ 2226298 h 2398711"/>
              <a:gd name="connsiteX29420" fmla="*/ 1334872 w 2119654"/>
              <a:gd name="connsiteY29420" fmla="*/ 2226521 h 2398711"/>
              <a:gd name="connsiteX29421" fmla="*/ 1335181 w 2119654"/>
              <a:gd name="connsiteY29421" fmla="*/ 2221883 h 2398711"/>
              <a:gd name="connsiteX29422" fmla="*/ 1334279 w 2119654"/>
              <a:gd name="connsiteY29422" fmla="*/ 2221386 h 2398711"/>
              <a:gd name="connsiteX29423" fmla="*/ 1326665 w 2119654"/>
              <a:gd name="connsiteY29423" fmla="*/ 2220193 h 2398711"/>
              <a:gd name="connsiteX29424" fmla="*/ 1319932 w 2119654"/>
              <a:gd name="connsiteY29424" fmla="*/ 2226191 h 2398711"/>
              <a:gd name="connsiteX29425" fmla="*/ 1825844 w 2119654"/>
              <a:gd name="connsiteY29425" fmla="*/ 1092417 h 2398711"/>
              <a:gd name="connsiteX29426" fmla="*/ 1824158 w 2119654"/>
              <a:gd name="connsiteY29426" fmla="*/ 1103192 h 2398711"/>
              <a:gd name="connsiteX29427" fmla="*/ 1829501 w 2119654"/>
              <a:gd name="connsiteY29427" fmla="*/ 1089435 h 2398711"/>
              <a:gd name="connsiteX29428" fmla="*/ 1829848 w 2119654"/>
              <a:gd name="connsiteY29428" fmla="*/ 1088426 h 2398711"/>
              <a:gd name="connsiteX29429" fmla="*/ 1826236 w 2119654"/>
              <a:gd name="connsiteY29429" fmla="*/ 1091339 h 2398711"/>
              <a:gd name="connsiteX29430" fmla="*/ 1830143 w 2119654"/>
              <a:gd name="connsiteY29430" fmla="*/ 1087566 h 2398711"/>
              <a:gd name="connsiteX29431" fmla="*/ 1830892 w 2119654"/>
              <a:gd name="connsiteY29431" fmla="*/ 1085387 h 2398711"/>
              <a:gd name="connsiteX29432" fmla="*/ 1829176 w 2119654"/>
              <a:gd name="connsiteY29432" fmla="*/ 1087856 h 2398711"/>
              <a:gd name="connsiteX29433" fmla="*/ 1317835 w 2119654"/>
              <a:gd name="connsiteY29433" fmla="*/ 2229044 h 2398711"/>
              <a:gd name="connsiteX29434" fmla="*/ 1328874 w 2119654"/>
              <a:gd name="connsiteY29434" fmla="*/ 2233843 h 2398711"/>
              <a:gd name="connsiteX29435" fmla="*/ 1345226 w 2119654"/>
              <a:gd name="connsiteY29435" fmla="*/ 2239200 h 2398711"/>
              <a:gd name="connsiteX29436" fmla="*/ 1345545 w 2119654"/>
              <a:gd name="connsiteY29436" fmla="*/ 2238445 h 2398711"/>
              <a:gd name="connsiteX29437" fmla="*/ 1318750 w 2119654"/>
              <a:gd name="connsiteY29437" fmla="*/ 2227799 h 2398711"/>
              <a:gd name="connsiteX29438" fmla="*/ 1804062 w 2119654"/>
              <a:gd name="connsiteY29438" fmla="*/ 1139225 h 2398711"/>
              <a:gd name="connsiteX29439" fmla="*/ 1801447 w 2119654"/>
              <a:gd name="connsiteY29439" fmla="*/ 1148264 h 2398711"/>
              <a:gd name="connsiteX29440" fmla="*/ 1805295 w 2119654"/>
              <a:gd name="connsiteY29440" fmla="*/ 1143447 h 2398711"/>
              <a:gd name="connsiteX29441" fmla="*/ 1810167 w 2119654"/>
              <a:gd name="connsiteY29441" fmla="*/ 1134672 h 2398711"/>
              <a:gd name="connsiteX29442" fmla="*/ 1810433 w 2119654"/>
              <a:gd name="connsiteY29442" fmla="*/ 1132124 h 2398711"/>
              <a:gd name="connsiteX29443" fmla="*/ 1318280 w 2119654"/>
              <a:gd name="connsiteY29443" fmla="*/ 2226713 h 2398711"/>
              <a:gd name="connsiteX29444" fmla="*/ 1318383 w 2119654"/>
              <a:gd name="connsiteY29444" fmla="*/ 2226754 h 2398711"/>
              <a:gd name="connsiteX29445" fmla="*/ 1323079 w 2119654"/>
              <a:gd name="connsiteY29445" fmla="*/ 2220338 h 2398711"/>
              <a:gd name="connsiteX29446" fmla="*/ 1323500 w 2119654"/>
              <a:gd name="connsiteY29446" fmla="*/ 2219697 h 2398711"/>
              <a:gd name="connsiteX29447" fmla="*/ 1323123 w 2119654"/>
              <a:gd name="connsiteY29447" fmla="*/ 2219639 h 2398711"/>
              <a:gd name="connsiteX29448" fmla="*/ 1321097 w 2119654"/>
              <a:gd name="connsiteY29448" fmla="*/ 2220957 h 2398711"/>
              <a:gd name="connsiteX29449" fmla="*/ 1320761 w 2119654"/>
              <a:gd name="connsiteY29449" fmla="*/ 2221969 h 2398711"/>
              <a:gd name="connsiteX29450" fmla="*/ 1331517 w 2119654"/>
              <a:gd name="connsiteY29450" fmla="*/ 2197054 h 2398711"/>
              <a:gd name="connsiteX29451" fmla="*/ 1336106 w 2119654"/>
              <a:gd name="connsiteY29451" fmla="*/ 2200544 h 2398711"/>
              <a:gd name="connsiteX29452" fmla="*/ 1336626 w 2119654"/>
              <a:gd name="connsiteY29452" fmla="*/ 2199753 h 2398711"/>
              <a:gd name="connsiteX29453" fmla="*/ 1336970 w 2119654"/>
              <a:gd name="connsiteY29453" fmla="*/ 2193237 h 2398711"/>
              <a:gd name="connsiteX29454" fmla="*/ 1367036 w 2119654"/>
              <a:gd name="connsiteY29454" fmla="*/ 2117410 h 2398711"/>
              <a:gd name="connsiteX29455" fmla="*/ 1367205 w 2119654"/>
              <a:gd name="connsiteY29455" fmla="*/ 2117444 h 2398711"/>
              <a:gd name="connsiteX29456" fmla="*/ 1367260 w 2119654"/>
              <a:gd name="connsiteY29456" fmla="*/ 2117342 h 2398711"/>
              <a:gd name="connsiteX29457" fmla="*/ 1367187 w 2119654"/>
              <a:gd name="connsiteY29457" fmla="*/ 2117278 h 2398711"/>
              <a:gd name="connsiteX29458" fmla="*/ 1323012 w 2119654"/>
              <a:gd name="connsiteY29458" fmla="*/ 2215183 h 2398711"/>
              <a:gd name="connsiteX29459" fmla="*/ 1321715 w 2119654"/>
              <a:gd name="connsiteY29459" fmla="*/ 2219093 h 2398711"/>
              <a:gd name="connsiteX29460" fmla="*/ 1321971 w 2119654"/>
              <a:gd name="connsiteY29460" fmla="*/ 2219137 h 2398711"/>
              <a:gd name="connsiteX29461" fmla="*/ 1324934 w 2119654"/>
              <a:gd name="connsiteY29461" fmla="*/ 2217209 h 2398711"/>
              <a:gd name="connsiteX29462" fmla="*/ 1325343 w 2119654"/>
              <a:gd name="connsiteY29462" fmla="*/ 2216898 h 2398711"/>
              <a:gd name="connsiteX29463" fmla="*/ 1325551 w 2119654"/>
              <a:gd name="connsiteY29463" fmla="*/ 2216581 h 2398711"/>
              <a:gd name="connsiteX29464" fmla="*/ 1334933 w 2119654"/>
              <a:gd name="connsiteY29464" fmla="*/ 2188396 h 2398711"/>
              <a:gd name="connsiteX29465" fmla="*/ 1337219 w 2119654"/>
              <a:gd name="connsiteY29465" fmla="*/ 2188519 h 2398711"/>
              <a:gd name="connsiteX29466" fmla="*/ 1337322 w 2119654"/>
              <a:gd name="connsiteY29466" fmla="*/ 2186580 h 2398711"/>
              <a:gd name="connsiteX29467" fmla="*/ 1336684 w 2119654"/>
              <a:gd name="connsiteY29467" fmla="*/ 2186307 h 2398711"/>
              <a:gd name="connsiteX29468" fmla="*/ 1326158 w 2119654"/>
              <a:gd name="connsiteY29468" fmla="*/ 2207548 h 2398711"/>
              <a:gd name="connsiteX29469" fmla="*/ 1328521 w 2119654"/>
              <a:gd name="connsiteY29469" fmla="*/ 2208611 h 2398711"/>
              <a:gd name="connsiteX29470" fmla="*/ 1330769 w 2119654"/>
              <a:gd name="connsiteY29470" fmla="*/ 2208652 h 2398711"/>
              <a:gd name="connsiteX29471" fmla="*/ 1330882 w 2119654"/>
              <a:gd name="connsiteY29471" fmla="*/ 2208481 h 2398711"/>
              <a:gd name="connsiteX29472" fmla="*/ 1757314 w 2119654"/>
              <a:gd name="connsiteY29472" fmla="*/ 1242089 h 2398711"/>
              <a:gd name="connsiteX29473" fmla="*/ 1757360 w 2119654"/>
              <a:gd name="connsiteY29473" fmla="*/ 1242219 h 2398711"/>
              <a:gd name="connsiteX29474" fmla="*/ 1758317 w 2119654"/>
              <a:gd name="connsiteY29474" fmla="*/ 1240704 h 2398711"/>
              <a:gd name="connsiteX29475" fmla="*/ 1366442 w 2119654"/>
              <a:gd name="connsiteY29475" fmla="*/ 2117292 h 2398711"/>
              <a:gd name="connsiteX29476" fmla="*/ 1366791 w 2119654"/>
              <a:gd name="connsiteY29476" fmla="*/ 2117360 h 2398711"/>
              <a:gd name="connsiteX29477" fmla="*/ 1367037 w 2119654"/>
              <a:gd name="connsiteY29477" fmla="*/ 2117146 h 2398711"/>
              <a:gd name="connsiteX29478" fmla="*/ 1367018 w 2119654"/>
              <a:gd name="connsiteY29478" fmla="*/ 2117131 h 2398711"/>
              <a:gd name="connsiteX29479" fmla="*/ 1366623 w 2119654"/>
              <a:gd name="connsiteY29479" fmla="*/ 2117091 h 2398711"/>
              <a:gd name="connsiteX29480" fmla="*/ 1326012 w 2119654"/>
              <a:gd name="connsiteY29480" fmla="*/ 2207766 h 2398711"/>
              <a:gd name="connsiteX29481" fmla="*/ 1325695 w 2119654"/>
              <a:gd name="connsiteY29481" fmla="*/ 2208561 h 2398711"/>
              <a:gd name="connsiteX29482" fmla="*/ 1328022 w 2119654"/>
              <a:gd name="connsiteY29482" fmla="*/ 2208603 h 2398711"/>
              <a:gd name="connsiteX29483" fmla="*/ 1326318 w 2119654"/>
              <a:gd name="connsiteY29483" fmla="*/ 2207904 h 2398711"/>
              <a:gd name="connsiteX29484" fmla="*/ 1808982 w 2119654"/>
              <a:gd name="connsiteY29484" fmla="*/ 1126221 h 2398711"/>
              <a:gd name="connsiteX29485" fmla="*/ 1810994 w 2119654"/>
              <a:gd name="connsiteY29485" fmla="*/ 1126756 h 2398711"/>
              <a:gd name="connsiteX29486" fmla="*/ 1811329 w 2119654"/>
              <a:gd name="connsiteY29486" fmla="*/ 1123551 h 2398711"/>
              <a:gd name="connsiteX29487" fmla="*/ 1365744 w 2119654"/>
              <a:gd name="connsiteY29487" fmla="*/ 2118535 h 2398711"/>
              <a:gd name="connsiteX29488" fmla="*/ 1366456 w 2119654"/>
              <a:gd name="connsiteY29488" fmla="*/ 2118844 h 2398711"/>
              <a:gd name="connsiteX29489" fmla="*/ 1366672 w 2119654"/>
              <a:gd name="connsiteY29489" fmla="*/ 2118441 h 2398711"/>
              <a:gd name="connsiteX29490" fmla="*/ 1366005 w 2119654"/>
              <a:gd name="connsiteY29490" fmla="*/ 2118307 h 2398711"/>
              <a:gd name="connsiteX29491" fmla="*/ 1327712 w 2119654"/>
              <a:gd name="connsiteY29491" fmla="*/ 2203500 h 2398711"/>
              <a:gd name="connsiteX29492" fmla="*/ 1326889 w 2119654"/>
              <a:gd name="connsiteY29492" fmla="*/ 2205567 h 2398711"/>
              <a:gd name="connsiteX29493" fmla="*/ 1331325 w 2119654"/>
              <a:gd name="connsiteY29493" fmla="*/ 2206443 h 2398711"/>
              <a:gd name="connsiteX29494" fmla="*/ 1328114 w 2119654"/>
              <a:gd name="connsiteY29494" fmla="*/ 2202490 h 2398711"/>
              <a:gd name="connsiteX29495" fmla="*/ 1327829 w 2119654"/>
              <a:gd name="connsiteY29495" fmla="*/ 2203206 h 2398711"/>
              <a:gd name="connsiteX29496" fmla="*/ 1331957 w 2119654"/>
              <a:gd name="connsiteY29496" fmla="*/ 2206567 h 2398711"/>
              <a:gd name="connsiteX29497" fmla="*/ 1332120 w 2119654"/>
              <a:gd name="connsiteY29497" fmla="*/ 2206599 h 2398711"/>
              <a:gd name="connsiteX29498" fmla="*/ 1333856 w 2119654"/>
              <a:gd name="connsiteY29498" fmla="*/ 2203962 h 2398711"/>
              <a:gd name="connsiteX29499" fmla="*/ 1333356 w 2119654"/>
              <a:gd name="connsiteY29499" fmla="*/ 2203868 h 2398711"/>
              <a:gd name="connsiteX29500" fmla="*/ 1324659 w 2119654"/>
              <a:gd name="connsiteY29500" fmla="*/ 2210218 h 2398711"/>
              <a:gd name="connsiteX29501" fmla="*/ 1323346 w 2119654"/>
              <a:gd name="connsiteY29501" fmla="*/ 2214176 h 2398711"/>
              <a:gd name="connsiteX29502" fmla="*/ 1326126 w 2119654"/>
              <a:gd name="connsiteY29502" fmla="*/ 2215707 h 2398711"/>
              <a:gd name="connsiteX29503" fmla="*/ 1327922 w 2119654"/>
              <a:gd name="connsiteY29503" fmla="*/ 2212979 h 2398711"/>
              <a:gd name="connsiteX29504" fmla="*/ 1324928 w 2119654"/>
              <a:gd name="connsiteY29504" fmla="*/ 2209407 h 2398711"/>
              <a:gd name="connsiteX29505" fmla="*/ 1324739 w 2119654"/>
              <a:gd name="connsiteY29505" fmla="*/ 2209979 h 2398711"/>
              <a:gd name="connsiteX29506" fmla="*/ 1328019 w 2119654"/>
              <a:gd name="connsiteY29506" fmla="*/ 2212831 h 2398711"/>
              <a:gd name="connsiteX29507" fmla="*/ 1330211 w 2119654"/>
              <a:gd name="connsiteY29507" fmla="*/ 2209501 h 2398711"/>
              <a:gd name="connsiteX29508" fmla="*/ 1329728 w 2119654"/>
              <a:gd name="connsiteY29508" fmla="*/ 2209303 h 2398711"/>
              <a:gd name="connsiteX29509" fmla="*/ 1325361 w 2119654"/>
              <a:gd name="connsiteY29509" fmla="*/ 2209398 h 2398711"/>
              <a:gd name="connsiteX29510" fmla="*/ 1325194 w 2119654"/>
              <a:gd name="connsiteY29510" fmla="*/ 2209818 h 2398711"/>
              <a:gd name="connsiteX29511" fmla="*/ 1325049 w 2119654"/>
              <a:gd name="connsiteY29511" fmla="*/ 2209902 h 2398711"/>
              <a:gd name="connsiteX29512" fmla="*/ 1325249 w 2119654"/>
              <a:gd name="connsiteY29512" fmla="*/ 2209400 h 2398711"/>
              <a:gd name="connsiteX29513" fmla="*/ 1329802 w 2119654"/>
              <a:gd name="connsiteY29513" fmla="*/ 2198254 h 2398711"/>
              <a:gd name="connsiteX29514" fmla="*/ 1329467 w 2119654"/>
              <a:gd name="connsiteY29514" fmla="*/ 2199094 h 2398711"/>
              <a:gd name="connsiteX29515" fmla="*/ 1331758 w 2119654"/>
              <a:gd name="connsiteY29515" fmla="*/ 2200173 h 2398711"/>
              <a:gd name="connsiteX29516" fmla="*/ 1333534 w 2119654"/>
              <a:gd name="connsiteY29516" fmla="*/ 2200857 h 2398711"/>
              <a:gd name="connsiteX29517" fmla="*/ 1335551 w 2119654"/>
              <a:gd name="connsiteY29517" fmla="*/ 2201387 h 2398711"/>
              <a:gd name="connsiteX29518" fmla="*/ 1335565 w 2119654"/>
              <a:gd name="connsiteY29518" fmla="*/ 2201366 h 2398711"/>
              <a:gd name="connsiteX29519" fmla="*/ 1330673 w 2119654"/>
              <a:gd name="connsiteY29519" fmla="*/ 2197644 h 2398711"/>
              <a:gd name="connsiteX29520" fmla="*/ 1365438 w 2119654"/>
              <a:gd name="connsiteY29520" fmla="*/ 2118401 h 2398711"/>
              <a:gd name="connsiteX29521" fmla="*/ 1365543 w 2119654"/>
              <a:gd name="connsiteY29521" fmla="*/ 2118447 h 2398711"/>
              <a:gd name="connsiteX29522" fmla="*/ 1365760 w 2119654"/>
              <a:gd name="connsiteY29522" fmla="*/ 2118259 h 2398711"/>
              <a:gd name="connsiteX29523" fmla="*/ 1365597 w 2119654"/>
              <a:gd name="connsiteY29523" fmla="*/ 2118226 h 2398711"/>
              <a:gd name="connsiteX29524" fmla="*/ 1330191 w 2119654"/>
              <a:gd name="connsiteY29524" fmla="*/ 2197277 h 2398711"/>
              <a:gd name="connsiteX29525" fmla="*/ 1329963 w 2119654"/>
              <a:gd name="connsiteY29525" fmla="*/ 2197849 h 2398711"/>
              <a:gd name="connsiteX29526" fmla="*/ 1330473 w 2119654"/>
              <a:gd name="connsiteY29526" fmla="*/ 2197492 h 2398711"/>
              <a:gd name="connsiteX29527" fmla="*/ 1325543 w 2119654"/>
              <a:gd name="connsiteY29527" fmla="*/ 2207554 h 2398711"/>
              <a:gd name="connsiteX29528" fmla="*/ 1325212 w 2119654"/>
              <a:gd name="connsiteY29528" fmla="*/ 2208552 h 2398711"/>
              <a:gd name="connsiteX29529" fmla="*/ 1325584 w 2119654"/>
              <a:gd name="connsiteY29529" fmla="*/ 2208559 h 2398711"/>
              <a:gd name="connsiteX29530" fmla="*/ 1325917 w 2119654"/>
              <a:gd name="connsiteY29530" fmla="*/ 2207723 h 2398711"/>
              <a:gd name="connsiteX29531" fmla="*/ 1332285 w 2119654"/>
              <a:gd name="connsiteY29531" fmla="*/ 2192021 h 2398711"/>
              <a:gd name="connsiteX29532" fmla="*/ 1331918 w 2119654"/>
              <a:gd name="connsiteY29532" fmla="*/ 2192942 h 2398711"/>
              <a:gd name="connsiteX29533" fmla="*/ 1334420 w 2119654"/>
              <a:gd name="connsiteY29533" fmla="*/ 2194220 h 2398711"/>
              <a:gd name="connsiteX29534" fmla="*/ 1334031 w 2119654"/>
              <a:gd name="connsiteY29534" fmla="*/ 2194334 h 2398711"/>
              <a:gd name="connsiteX29535" fmla="*/ 1331814 w 2119654"/>
              <a:gd name="connsiteY29535" fmla="*/ 2193203 h 2398711"/>
              <a:gd name="connsiteX29536" fmla="*/ 1330568 w 2119654"/>
              <a:gd name="connsiteY29536" fmla="*/ 2196331 h 2398711"/>
              <a:gd name="connsiteX29537" fmla="*/ 1331317 w 2119654"/>
              <a:gd name="connsiteY29537" fmla="*/ 2196901 h 2398711"/>
              <a:gd name="connsiteX29538" fmla="*/ 1336986 w 2119654"/>
              <a:gd name="connsiteY29538" fmla="*/ 2192934 h 2398711"/>
              <a:gd name="connsiteX29539" fmla="*/ 1337206 w 2119654"/>
              <a:gd name="connsiteY29539" fmla="*/ 2188764 h 2398711"/>
              <a:gd name="connsiteX29540" fmla="*/ 1334736 w 2119654"/>
              <a:gd name="connsiteY29540" fmla="*/ 2188631 h 2398711"/>
              <a:gd name="connsiteX29541" fmla="*/ 1333275 w 2119654"/>
              <a:gd name="connsiteY29541" fmla="*/ 2190375 h 2398711"/>
              <a:gd name="connsiteX29542" fmla="*/ 1364611 w 2119654"/>
              <a:gd name="connsiteY29542" fmla="*/ 2119522 h 2398711"/>
              <a:gd name="connsiteX29543" fmla="*/ 1364816 w 2119654"/>
              <a:gd name="connsiteY29543" fmla="*/ 2119543 h 2398711"/>
              <a:gd name="connsiteX29544" fmla="*/ 1364663 w 2119654"/>
              <a:gd name="connsiteY29544" fmla="*/ 2119477 h 2398711"/>
              <a:gd name="connsiteX29545" fmla="*/ 1807253 w 2119654"/>
              <a:gd name="connsiteY29545" fmla="*/ 1128188 h 2398711"/>
              <a:gd name="connsiteX29546" fmla="*/ 1805467 w 2119654"/>
              <a:gd name="connsiteY29546" fmla="*/ 1134367 h 2398711"/>
              <a:gd name="connsiteX29547" fmla="*/ 1810823 w 2119654"/>
              <a:gd name="connsiteY29547" fmla="*/ 1128397 h 2398711"/>
              <a:gd name="connsiteX29548" fmla="*/ 1810952 w 2119654"/>
              <a:gd name="connsiteY29548" fmla="*/ 1127160 h 2398711"/>
              <a:gd name="connsiteX29549" fmla="*/ 1808687 w 2119654"/>
              <a:gd name="connsiteY29549" fmla="*/ 1126557 h 2398711"/>
              <a:gd name="connsiteX29550" fmla="*/ 1328950 w 2119654"/>
              <a:gd name="connsiteY29550" fmla="*/ 2198850 h 2398711"/>
              <a:gd name="connsiteX29551" fmla="*/ 1329368 w 2119654"/>
              <a:gd name="connsiteY29551" fmla="*/ 2199047 h 2398711"/>
              <a:gd name="connsiteX29552" fmla="*/ 1329605 w 2119654"/>
              <a:gd name="connsiteY29552" fmla="*/ 2198392 h 2398711"/>
              <a:gd name="connsiteX29553" fmla="*/ 1327063 w 2119654"/>
              <a:gd name="connsiteY29553" fmla="*/ 2202972 h 2398711"/>
              <a:gd name="connsiteX29554" fmla="*/ 1326244 w 2119654"/>
              <a:gd name="connsiteY29554" fmla="*/ 2205440 h 2398711"/>
              <a:gd name="connsiteX29555" fmla="*/ 1326784 w 2119654"/>
              <a:gd name="connsiteY29555" fmla="*/ 2205547 h 2398711"/>
              <a:gd name="connsiteX29556" fmla="*/ 1327627 w 2119654"/>
              <a:gd name="connsiteY29556" fmla="*/ 2203431 h 2398711"/>
              <a:gd name="connsiteX29557" fmla="*/ 1364079 w 2119654"/>
              <a:gd name="connsiteY29557" fmla="*/ 2119986 h 2398711"/>
              <a:gd name="connsiteX29558" fmla="*/ 1364656 w 2119654"/>
              <a:gd name="connsiteY29558" fmla="*/ 2119845 h 2398711"/>
              <a:gd name="connsiteX29559" fmla="*/ 1364284 w 2119654"/>
              <a:gd name="connsiteY29559" fmla="*/ 2119806 h 2398711"/>
              <a:gd name="connsiteX29560" fmla="*/ 1327294 w 2119654"/>
              <a:gd name="connsiteY29560" fmla="*/ 2202274 h 2398711"/>
              <a:gd name="connsiteX29561" fmla="*/ 1327164 w 2119654"/>
              <a:gd name="connsiteY29561" fmla="*/ 2202665 h 2398711"/>
              <a:gd name="connsiteX29562" fmla="*/ 1327744 w 2119654"/>
              <a:gd name="connsiteY29562" fmla="*/ 2203137 h 2398711"/>
              <a:gd name="connsiteX29563" fmla="*/ 1328013 w 2119654"/>
              <a:gd name="connsiteY29563" fmla="*/ 2202463 h 2398711"/>
              <a:gd name="connsiteX29564" fmla="*/ 1807794 w 2119654"/>
              <a:gd name="connsiteY29564" fmla="*/ 1126320 h 2398711"/>
              <a:gd name="connsiteX29565" fmla="*/ 1807658 w 2119654"/>
              <a:gd name="connsiteY29565" fmla="*/ 1126790 h 2398711"/>
              <a:gd name="connsiteX29566" fmla="*/ 1808019 w 2119654"/>
              <a:gd name="connsiteY29566" fmla="*/ 1126379 h 2398711"/>
              <a:gd name="connsiteX29567" fmla="*/ 1329980 w 2119654"/>
              <a:gd name="connsiteY29567" fmla="*/ 2195854 h 2398711"/>
              <a:gd name="connsiteX29568" fmla="*/ 1330218 w 2119654"/>
              <a:gd name="connsiteY29568" fmla="*/ 2196065 h 2398711"/>
              <a:gd name="connsiteX29569" fmla="*/ 1330395 w 2119654"/>
              <a:gd name="connsiteY29569" fmla="*/ 2196200 h 2398711"/>
              <a:gd name="connsiteX29570" fmla="*/ 1331330 w 2119654"/>
              <a:gd name="connsiteY29570" fmla="*/ 2193608 h 2398711"/>
              <a:gd name="connsiteX29571" fmla="*/ 1331363 w 2119654"/>
              <a:gd name="connsiteY29571" fmla="*/ 2192659 h 2398711"/>
              <a:gd name="connsiteX29572" fmla="*/ 1331549 w 2119654"/>
              <a:gd name="connsiteY29572" fmla="*/ 2192754 h 2398711"/>
              <a:gd name="connsiteX29573" fmla="*/ 1331773 w 2119654"/>
              <a:gd name="connsiteY29573" fmla="*/ 2192382 h 2398711"/>
              <a:gd name="connsiteX29574" fmla="*/ 1331907 w 2119654"/>
              <a:gd name="connsiteY29574" fmla="*/ 2192009 h 2398711"/>
              <a:gd name="connsiteX29575" fmla="*/ 1338329 w 2119654"/>
              <a:gd name="connsiteY29575" fmla="*/ 2177047 h 2398711"/>
              <a:gd name="connsiteX29576" fmla="*/ 1338303 w 2119654"/>
              <a:gd name="connsiteY29576" fmla="*/ 2177550 h 2398711"/>
              <a:gd name="connsiteX29577" fmla="*/ 1338604 w 2119654"/>
              <a:gd name="connsiteY29577" fmla="*/ 2177042 h 2398711"/>
              <a:gd name="connsiteX29578" fmla="*/ 1808352 w 2119654"/>
              <a:gd name="connsiteY29578" fmla="*/ 1124388 h 2398711"/>
              <a:gd name="connsiteX29579" fmla="*/ 1807905 w 2119654"/>
              <a:gd name="connsiteY29579" fmla="*/ 1125934 h 2398711"/>
              <a:gd name="connsiteX29580" fmla="*/ 1808314 w 2119654"/>
              <a:gd name="connsiteY29580" fmla="*/ 1126044 h 2398711"/>
              <a:gd name="connsiteX29581" fmla="*/ 1811440 w 2119654"/>
              <a:gd name="connsiteY29581" fmla="*/ 1122486 h 2398711"/>
              <a:gd name="connsiteX29582" fmla="*/ 1811618 w 2119654"/>
              <a:gd name="connsiteY29582" fmla="*/ 1120795 h 2398711"/>
              <a:gd name="connsiteX29583" fmla="*/ 1328118 w 2119654"/>
              <a:gd name="connsiteY29583" fmla="*/ 2199433 h 2398711"/>
              <a:gd name="connsiteX29584" fmla="*/ 1328156 w 2119654"/>
              <a:gd name="connsiteY29584" fmla="*/ 2199442 h 2398711"/>
              <a:gd name="connsiteX29585" fmla="*/ 1328122 w 2119654"/>
              <a:gd name="connsiteY29585" fmla="*/ 2199430 h 2398711"/>
              <a:gd name="connsiteX29586" fmla="*/ 1819011 w 2119654"/>
              <a:gd name="connsiteY29586" fmla="*/ 1099899 h 2398711"/>
              <a:gd name="connsiteX29587" fmla="*/ 1817101 w 2119654"/>
              <a:gd name="connsiteY29587" fmla="*/ 1114342 h 2398711"/>
              <a:gd name="connsiteX29588" fmla="*/ 1820627 w 2119654"/>
              <a:gd name="connsiteY29588" fmla="*/ 1110461 h 2398711"/>
              <a:gd name="connsiteX29589" fmla="*/ 1823008 w 2119654"/>
              <a:gd name="connsiteY29589" fmla="*/ 1095244 h 2398711"/>
              <a:gd name="connsiteX29590" fmla="*/ 1822585 w 2119654"/>
              <a:gd name="connsiteY29590" fmla="*/ 1095665 h 2398711"/>
              <a:gd name="connsiteX29591" fmla="*/ 1328347 w 2119654"/>
              <a:gd name="connsiteY29591" fmla="*/ 2198566 h 2398711"/>
              <a:gd name="connsiteX29592" fmla="*/ 1328701 w 2119654"/>
              <a:gd name="connsiteY29592" fmla="*/ 2198732 h 2398711"/>
              <a:gd name="connsiteX29593" fmla="*/ 1329746 w 2119654"/>
              <a:gd name="connsiteY29593" fmla="*/ 2198001 h 2398711"/>
              <a:gd name="connsiteX29594" fmla="*/ 1330047 w 2119654"/>
              <a:gd name="connsiteY29594" fmla="*/ 2197168 h 2398711"/>
              <a:gd name="connsiteX29595" fmla="*/ 1329458 w 2119654"/>
              <a:gd name="connsiteY29595" fmla="*/ 2196720 h 2398711"/>
              <a:gd name="connsiteX29596" fmla="*/ 1337741 w 2119654"/>
              <a:gd name="connsiteY29596" fmla="*/ 2177060 h 2398711"/>
              <a:gd name="connsiteX29597" fmla="*/ 1336506 w 2119654"/>
              <a:gd name="connsiteY29597" fmla="*/ 2180485 h 2398711"/>
              <a:gd name="connsiteX29598" fmla="*/ 1336696 w 2119654"/>
              <a:gd name="connsiteY29598" fmla="*/ 2180258 h 2398711"/>
              <a:gd name="connsiteX29599" fmla="*/ 1337750 w 2119654"/>
              <a:gd name="connsiteY29599" fmla="*/ 2178483 h 2398711"/>
              <a:gd name="connsiteX29600" fmla="*/ 1337825 w 2119654"/>
              <a:gd name="connsiteY29600" fmla="*/ 2177058 h 2398711"/>
              <a:gd name="connsiteX29601" fmla="*/ 1329236 w 2119654"/>
              <a:gd name="connsiteY29601" fmla="*/ 2195199 h 2398711"/>
              <a:gd name="connsiteX29602" fmla="*/ 1329786 w 2119654"/>
              <a:gd name="connsiteY29602" fmla="*/ 2195684 h 2398711"/>
              <a:gd name="connsiteX29603" fmla="*/ 1331405 w 2119654"/>
              <a:gd name="connsiteY29603" fmla="*/ 2192994 h 2398711"/>
              <a:gd name="connsiteX29604" fmla="*/ 1331179 w 2119654"/>
              <a:gd name="connsiteY29604" fmla="*/ 2192879 h 2398711"/>
              <a:gd name="connsiteX29605" fmla="*/ 1328643 w 2119654"/>
              <a:gd name="connsiteY29605" fmla="*/ 2196100 h 2398711"/>
              <a:gd name="connsiteX29606" fmla="*/ 1328277 w 2119654"/>
              <a:gd name="connsiteY29606" fmla="*/ 2198192 h 2398711"/>
              <a:gd name="connsiteX29607" fmla="*/ 1329255 w 2119654"/>
              <a:gd name="connsiteY29607" fmla="*/ 2196566 h 2398711"/>
              <a:gd name="connsiteX29608" fmla="*/ 1340365 w 2119654"/>
              <a:gd name="connsiteY29608" fmla="*/ 2169782 h 2398711"/>
              <a:gd name="connsiteX29609" fmla="*/ 1340308 w 2119654"/>
              <a:gd name="connsiteY29609" fmla="*/ 2169942 h 2398711"/>
              <a:gd name="connsiteX29610" fmla="*/ 1342641 w 2119654"/>
              <a:gd name="connsiteY29610" fmla="*/ 2170242 h 2398711"/>
              <a:gd name="connsiteX29611" fmla="*/ 1346496 w 2119654"/>
              <a:gd name="connsiteY29611" fmla="*/ 2163746 h 2398711"/>
              <a:gd name="connsiteX29612" fmla="*/ 1345795 w 2119654"/>
              <a:gd name="connsiteY29612" fmla="*/ 2163656 h 2398711"/>
              <a:gd name="connsiteX29613" fmla="*/ 1853158 w 2119654"/>
              <a:gd name="connsiteY29613" fmla="*/ 1021032 h 2398711"/>
              <a:gd name="connsiteX29614" fmla="*/ 1847418 w 2119654"/>
              <a:gd name="connsiteY29614" fmla="*/ 1038517 h 2398711"/>
              <a:gd name="connsiteX29615" fmla="*/ 1838918 w 2119654"/>
              <a:gd name="connsiteY29615" fmla="*/ 1063282 h 2398711"/>
              <a:gd name="connsiteX29616" fmla="*/ 1853961 w 2119654"/>
              <a:gd name="connsiteY29616" fmla="*/ 1042948 h 2398711"/>
              <a:gd name="connsiteX29617" fmla="*/ 1816669 w 2119654"/>
              <a:gd name="connsiteY29617" fmla="*/ 1102675 h 2398711"/>
              <a:gd name="connsiteX29618" fmla="*/ 1816581 w 2119654"/>
              <a:gd name="connsiteY29618" fmla="*/ 1106256 h 2398711"/>
              <a:gd name="connsiteX29619" fmla="*/ 1817089 w 2119654"/>
              <a:gd name="connsiteY29619" fmla="*/ 1103806 h 2398711"/>
              <a:gd name="connsiteX29620" fmla="*/ 1817345 w 2119654"/>
              <a:gd name="connsiteY29620" fmla="*/ 1101873 h 2398711"/>
              <a:gd name="connsiteX29621" fmla="*/ 1314545 w 2119654"/>
              <a:gd name="connsiteY29621" fmla="*/ 2225220 h 2398711"/>
              <a:gd name="connsiteX29622" fmla="*/ 1316414 w 2119654"/>
              <a:gd name="connsiteY29622" fmla="*/ 2225967 h 2398711"/>
              <a:gd name="connsiteX29623" fmla="*/ 1317243 w 2119654"/>
              <a:gd name="connsiteY29623" fmla="*/ 2223464 h 2398711"/>
              <a:gd name="connsiteX29624" fmla="*/ 1796789 w 2119654"/>
              <a:gd name="connsiteY29624" fmla="*/ 1144038 h 2398711"/>
              <a:gd name="connsiteX29625" fmla="*/ 1796940 w 2119654"/>
              <a:gd name="connsiteY29625" fmla="*/ 1143870 h 2398711"/>
              <a:gd name="connsiteX29626" fmla="*/ 1797142 w 2119654"/>
              <a:gd name="connsiteY29626" fmla="*/ 1143328 h 2398711"/>
              <a:gd name="connsiteX29627" fmla="*/ 1812831 w 2119654"/>
              <a:gd name="connsiteY29627" fmla="*/ 1107223 h 2398711"/>
              <a:gd name="connsiteX29628" fmla="*/ 1812170 w 2119654"/>
              <a:gd name="connsiteY29628" fmla="*/ 1108840 h 2398711"/>
              <a:gd name="connsiteX29629" fmla="*/ 1810631 w 2119654"/>
              <a:gd name="connsiteY29629" fmla="*/ 1116508 h 2398711"/>
              <a:gd name="connsiteX29630" fmla="*/ 1808529 w 2119654"/>
              <a:gd name="connsiteY29630" fmla="*/ 1123775 h 2398711"/>
              <a:gd name="connsiteX29631" fmla="*/ 1811667 w 2119654"/>
              <a:gd name="connsiteY29631" fmla="*/ 1120323 h 2398711"/>
              <a:gd name="connsiteX29632" fmla="*/ 1813065 w 2119654"/>
              <a:gd name="connsiteY29632" fmla="*/ 1106945 h 2398711"/>
              <a:gd name="connsiteX29633" fmla="*/ 1787635 w 2119654"/>
              <a:gd name="connsiteY29633" fmla="*/ 1162452 h 2398711"/>
              <a:gd name="connsiteX29634" fmla="*/ 1788177 w 2119654"/>
              <a:gd name="connsiteY29634" fmla="*/ 1161964 h 2398711"/>
              <a:gd name="connsiteX29635" fmla="*/ 1788264 w 2119654"/>
              <a:gd name="connsiteY29635" fmla="*/ 1161186 h 2398711"/>
              <a:gd name="connsiteX29636" fmla="*/ 1312341 w 2119654"/>
              <a:gd name="connsiteY29636" fmla="*/ 2226655 h 2398711"/>
              <a:gd name="connsiteX29637" fmla="*/ 1315555 w 2119654"/>
              <a:gd name="connsiteY29637" fmla="*/ 2228053 h 2398711"/>
              <a:gd name="connsiteX29638" fmla="*/ 1316012 w 2119654"/>
              <a:gd name="connsiteY29638" fmla="*/ 2227177 h 2398711"/>
              <a:gd name="connsiteX29639" fmla="*/ 1316148 w 2119654"/>
              <a:gd name="connsiteY29639" fmla="*/ 2226766 h 2398711"/>
              <a:gd name="connsiteX29640" fmla="*/ 1313678 w 2119654"/>
              <a:gd name="connsiteY29640" fmla="*/ 2225784 h 2398711"/>
              <a:gd name="connsiteX29641" fmla="*/ 1322845 w 2119654"/>
              <a:gd name="connsiteY29641" fmla="*/ 2202831 h 2398711"/>
              <a:gd name="connsiteX29642" fmla="*/ 1323737 w 2119654"/>
              <a:gd name="connsiteY29642" fmla="*/ 2202207 h 2398711"/>
              <a:gd name="connsiteX29643" fmla="*/ 1323834 w 2119654"/>
              <a:gd name="connsiteY29643" fmla="*/ 2201650 h 2398711"/>
              <a:gd name="connsiteX29644" fmla="*/ 1785548 w 2119654"/>
              <a:gd name="connsiteY29644" fmla="*/ 1166651 h 2398711"/>
              <a:gd name="connsiteX29645" fmla="*/ 1787777 w 2119654"/>
              <a:gd name="connsiteY29645" fmla="*/ 1164474 h 2398711"/>
              <a:gd name="connsiteX29646" fmla="*/ 1787999 w 2119654"/>
              <a:gd name="connsiteY29646" fmla="*/ 1163543 h 2398711"/>
              <a:gd name="connsiteX29647" fmla="*/ 1788130 w 2119654"/>
              <a:gd name="connsiteY29647" fmla="*/ 1162380 h 2398711"/>
              <a:gd name="connsiteX29648" fmla="*/ 1787299 w 2119654"/>
              <a:gd name="connsiteY29648" fmla="*/ 1163129 h 2398711"/>
              <a:gd name="connsiteX29649" fmla="*/ 1320710 w 2119654"/>
              <a:gd name="connsiteY29649" fmla="*/ 2206474 h 2398711"/>
              <a:gd name="connsiteX29650" fmla="*/ 1322395 w 2119654"/>
              <a:gd name="connsiteY29650" fmla="*/ 2207940 h 2398711"/>
              <a:gd name="connsiteX29651" fmla="*/ 1322747 w 2119654"/>
              <a:gd name="connsiteY29651" fmla="*/ 2206876 h 2398711"/>
              <a:gd name="connsiteX29652" fmla="*/ 1330793 w 2119654"/>
              <a:gd name="connsiteY29652" fmla="*/ 2183786 h 2398711"/>
              <a:gd name="connsiteX29653" fmla="*/ 1330109 w 2119654"/>
              <a:gd name="connsiteY29653" fmla="*/ 2187703 h 2398711"/>
              <a:gd name="connsiteX29654" fmla="*/ 1331255 w 2119654"/>
              <a:gd name="connsiteY29654" fmla="*/ 2186754 h 2398711"/>
              <a:gd name="connsiteX29655" fmla="*/ 1332963 w 2119654"/>
              <a:gd name="connsiteY29655" fmla="*/ 2184715 h 2398711"/>
              <a:gd name="connsiteX29656" fmla="*/ 1321451 w 2119654"/>
              <a:gd name="connsiteY29656" fmla="*/ 2204494 h 2398711"/>
              <a:gd name="connsiteX29657" fmla="*/ 1323274 w 2119654"/>
              <a:gd name="connsiteY29657" fmla="*/ 2204854 h 2398711"/>
              <a:gd name="connsiteX29658" fmla="*/ 1323679 w 2119654"/>
              <a:gd name="connsiteY29658" fmla="*/ 2202539 h 2398711"/>
              <a:gd name="connsiteX29659" fmla="*/ 1322253 w 2119654"/>
              <a:gd name="connsiteY29659" fmla="*/ 2203536 h 2398711"/>
              <a:gd name="connsiteX29660" fmla="*/ 1333009 w 2119654"/>
              <a:gd name="connsiteY29660" fmla="*/ 2178572 h 2398711"/>
              <a:gd name="connsiteX29661" fmla="*/ 1335961 w 2119654"/>
              <a:gd name="connsiteY29661" fmla="*/ 2180771 h 2398711"/>
              <a:gd name="connsiteX29662" fmla="*/ 1337296 w 2119654"/>
              <a:gd name="connsiteY29662" fmla="*/ 2177068 h 2398711"/>
              <a:gd name="connsiteX29663" fmla="*/ 1334080 w 2119654"/>
              <a:gd name="connsiteY29663" fmla="*/ 2177132 h 2398711"/>
              <a:gd name="connsiteX29664" fmla="*/ 1796215 w 2119654"/>
              <a:gd name="connsiteY29664" fmla="*/ 1140747 h 2398711"/>
              <a:gd name="connsiteX29665" fmla="*/ 1796158 w 2119654"/>
              <a:gd name="connsiteY29665" fmla="*/ 1141247 h 2398711"/>
              <a:gd name="connsiteX29666" fmla="*/ 1796655 w 2119654"/>
              <a:gd name="connsiteY29666" fmla="*/ 1140248 h 2398711"/>
              <a:gd name="connsiteX29667" fmla="*/ 1331767 w 2119654"/>
              <a:gd name="connsiteY29667" fmla="*/ 2180240 h 2398711"/>
              <a:gd name="connsiteX29668" fmla="*/ 1335614 w 2119654"/>
              <a:gd name="connsiteY29668" fmla="*/ 2181361 h 2398711"/>
              <a:gd name="connsiteX29669" fmla="*/ 1332603 w 2119654"/>
              <a:gd name="connsiteY29669" fmla="*/ 2179118 h 2398711"/>
              <a:gd name="connsiteX29670" fmla="*/ 1826619 w 2119654"/>
              <a:gd name="connsiteY29670" fmla="*/ 1072165 h 2398711"/>
              <a:gd name="connsiteX29671" fmla="*/ 1823321 w 2119654"/>
              <a:gd name="connsiteY29671" fmla="*/ 1081250 h 2398711"/>
              <a:gd name="connsiteX29672" fmla="*/ 1825572 w 2119654"/>
              <a:gd name="connsiteY29672" fmla="*/ 1078851 h 2398711"/>
              <a:gd name="connsiteX29673" fmla="*/ 1331304 w 2119654"/>
              <a:gd name="connsiteY29673" fmla="*/ 2180862 h 2398711"/>
              <a:gd name="connsiteX29674" fmla="*/ 1331285 w 2119654"/>
              <a:gd name="connsiteY29674" fmla="*/ 2180968 h 2398711"/>
              <a:gd name="connsiteX29675" fmla="*/ 1334831 w 2119654"/>
              <a:gd name="connsiteY29675" fmla="*/ 2182485 h 2398711"/>
              <a:gd name="connsiteX29676" fmla="*/ 1335617 w 2119654"/>
              <a:gd name="connsiteY29676" fmla="*/ 2181547 h 2398711"/>
              <a:gd name="connsiteX29677" fmla="*/ 1331653 w 2119654"/>
              <a:gd name="connsiteY29677" fmla="*/ 2180392 h 2398711"/>
              <a:gd name="connsiteX29678" fmla="*/ 1738980 w 2119654"/>
              <a:gd name="connsiteY29678" fmla="*/ 1267450 h 2398711"/>
              <a:gd name="connsiteX29679" fmla="*/ 1739484 w 2119654"/>
              <a:gd name="connsiteY29679" fmla="*/ 1267182 h 2398711"/>
              <a:gd name="connsiteX29680" fmla="*/ 1740395 w 2119654"/>
              <a:gd name="connsiteY29680" fmla="*/ 1266154 h 2398711"/>
              <a:gd name="connsiteX29681" fmla="*/ 1740897 w 2119654"/>
              <a:gd name="connsiteY29681" fmla="*/ 1264924 h 2398711"/>
              <a:gd name="connsiteX29682" fmla="*/ 1740688 w 2119654"/>
              <a:gd name="connsiteY29682" fmla="*/ 1265038 h 2398711"/>
              <a:gd name="connsiteX29683" fmla="*/ 1739065 w 2119654"/>
              <a:gd name="connsiteY29683" fmla="*/ 1267276 h 2398711"/>
              <a:gd name="connsiteX29684" fmla="*/ 1765213 w 2119654"/>
              <a:gd name="connsiteY29684" fmla="*/ 1207651 h 2398711"/>
              <a:gd name="connsiteX29685" fmla="*/ 1764848 w 2119654"/>
              <a:gd name="connsiteY29685" fmla="*/ 1208841 h 2398711"/>
              <a:gd name="connsiteX29686" fmla="*/ 1765384 w 2119654"/>
              <a:gd name="connsiteY29686" fmla="*/ 1208416 h 2398711"/>
              <a:gd name="connsiteX29687" fmla="*/ 1765272 w 2119654"/>
              <a:gd name="connsiteY29687" fmla="*/ 1208890 h 2398711"/>
              <a:gd name="connsiteX29688" fmla="*/ 1764692 w 2119654"/>
              <a:gd name="connsiteY29688" fmla="*/ 1209349 h 2398711"/>
              <a:gd name="connsiteX29689" fmla="*/ 1763517 w 2119654"/>
              <a:gd name="connsiteY29689" fmla="*/ 1213180 h 2398711"/>
              <a:gd name="connsiteX29690" fmla="*/ 1767315 w 2119654"/>
              <a:gd name="connsiteY29690" fmla="*/ 1205878 h 2398711"/>
              <a:gd name="connsiteX29691" fmla="*/ 1767345 w 2119654"/>
              <a:gd name="connsiteY29691" fmla="*/ 1205635 h 2398711"/>
              <a:gd name="connsiteX29692" fmla="*/ 1796608 w 2119654"/>
              <a:gd name="connsiteY29692" fmla="*/ 1137312 h 2398711"/>
              <a:gd name="connsiteX29693" fmla="*/ 1796412 w 2119654"/>
              <a:gd name="connsiteY29693" fmla="*/ 1139029 h 2398711"/>
              <a:gd name="connsiteX29694" fmla="*/ 1798184 w 2119654"/>
              <a:gd name="connsiteY29694" fmla="*/ 1137170 h 2398711"/>
              <a:gd name="connsiteX29695" fmla="*/ 1799930 w 2119654"/>
              <a:gd name="connsiteY29695" fmla="*/ 1133657 h 2398711"/>
              <a:gd name="connsiteX29696" fmla="*/ 1318159 w 2119654"/>
              <a:gd name="connsiteY29696" fmla="*/ 2208425 h 2398711"/>
              <a:gd name="connsiteX29697" fmla="*/ 1322079 w 2119654"/>
              <a:gd name="connsiteY29697" fmla="*/ 2208495 h 2398711"/>
              <a:gd name="connsiteX29698" fmla="*/ 1322262 w 2119654"/>
              <a:gd name="connsiteY29698" fmla="*/ 2208191 h 2398711"/>
              <a:gd name="connsiteX29699" fmla="*/ 1320321 w 2119654"/>
              <a:gd name="connsiteY29699" fmla="*/ 2206550 h 2398711"/>
              <a:gd name="connsiteX29700" fmla="*/ 1320094 w 2119654"/>
              <a:gd name="connsiteY29700" fmla="*/ 2206353 h 2398711"/>
              <a:gd name="connsiteX29701" fmla="*/ 1319923 w 2119654"/>
              <a:gd name="connsiteY29701" fmla="*/ 2206319 h 2398711"/>
              <a:gd name="connsiteX29702" fmla="*/ 1325487 w 2119654"/>
              <a:gd name="connsiteY29702" fmla="*/ 2191889 h 2398711"/>
              <a:gd name="connsiteX29703" fmla="*/ 1325531 w 2119654"/>
              <a:gd name="connsiteY29703" fmla="*/ 2191929 h 2398711"/>
              <a:gd name="connsiteX29704" fmla="*/ 1325547 w 2119654"/>
              <a:gd name="connsiteY29704" fmla="*/ 2191841 h 2398711"/>
              <a:gd name="connsiteX29705" fmla="*/ 1765604 w 2119654"/>
              <a:gd name="connsiteY29705" fmla="*/ 1206374 h 2398711"/>
              <a:gd name="connsiteX29706" fmla="*/ 1765350 w 2119654"/>
              <a:gd name="connsiteY29706" fmla="*/ 1207203 h 2398711"/>
              <a:gd name="connsiteX29707" fmla="*/ 1767389 w 2119654"/>
              <a:gd name="connsiteY29707" fmla="*/ 1205274 h 2398711"/>
              <a:gd name="connsiteX29708" fmla="*/ 1767499 w 2119654"/>
              <a:gd name="connsiteY29708" fmla="*/ 1204379 h 2398711"/>
              <a:gd name="connsiteX29709" fmla="*/ 1763958 w 2119654"/>
              <a:gd name="connsiteY29709" fmla="*/ 1209931 h 2398711"/>
              <a:gd name="connsiteX29710" fmla="*/ 1763950 w 2119654"/>
              <a:gd name="connsiteY29710" fmla="*/ 1209965 h 2398711"/>
              <a:gd name="connsiteX29711" fmla="*/ 1763960 w 2119654"/>
              <a:gd name="connsiteY29711" fmla="*/ 1209928 h 2398711"/>
              <a:gd name="connsiteX29712" fmla="*/ 1764331 w 2119654"/>
              <a:gd name="connsiteY29712" fmla="*/ 1208485 h 2398711"/>
              <a:gd name="connsiteX29713" fmla="*/ 1764084 w 2119654"/>
              <a:gd name="connsiteY29713" fmla="*/ 1209447 h 2398711"/>
              <a:gd name="connsiteX29714" fmla="*/ 1764116 w 2119654"/>
              <a:gd name="connsiteY29714" fmla="*/ 1209421 h 2398711"/>
              <a:gd name="connsiteX29715" fmla="*/ 1764432 w 2119654"/>
              <a:gd name="connsiteY29715" fmla="*/ 1208389 h 2398711"/>
              <a:gd name="connsiteX29716" fmla="*/ 1764604 w 2119654"/>
              <a:gd name="connsiteY29716" fmla="*/ 1207427 h 2398711"/>
              <a:gd name="connsiteX29717" fmla="*/ 1764440 w 2119654"/>
              <a:gd name="connsiteY29717" fmla="*/ 1208064 h 2398711"/>
              <a:gd name="connsiteX29718" fmla="*/ 1764570 w 2119654"/>
              <a:gd name="connsiteY29718" fmla="*/ 1207940 h 2398711"/>
              <a:gd name="connsiteX29719" fmla="*/ 1764787 w 2119654"/>
              <a:gd name="connsiteY29719" fmla="*/ 1207234 h 2398711"/>
              <a:gd name="connsiteX29720" fmla="*/ 1316812 w 2119654"/>
              <a:gd name="connsiteY29720" fmla="*/ 2210034 h 2398711"/>
              <a:gd name="connsiteX29721" fmla="*/ 1320833 w 2119654"/>
              <a:gd name="connsiteY29721" fmla="*/ 2212646 h 2398711"/>
              <a:gd name="connsiteX29722" fmla="*/ 1321885 w 2119654"/>
              <a:gd name="connsiteY29722" fmla="*/ 2209475 h 2398711"/>
              <a:gd name="connsiteX29723" fmla="*/ 1321783 w 2119654"/>
              <a:gd name="connsiteY29723" fmla="*/ 2209476 h 2398711"/>
              <a:gd name="connsiteX29724" fmla="*/ 1321463 w 2119654"/>
              <a:gd name="connsiteY29724" fmla="*/ 2210009 h 2398711"/>
              <a:gd name="connsiteX29725" fmla="*/ 1321108 w 2119654"/>
              <a:gd name="connsiteY29725" fmla="*/ 2210108 h 2398711"/>
              <a:gd name="connsiteX29726" fmla="*/ 1321484 w 2119654"/>
              <a:gd name="connsiteY29726" fmla="*/ 2209484 h 2398711"/>
              <a:gd name="connsiteX29727" fmla="*/ 1320208 w 2119654"/>
              <a:gd name="connsiteY29727" fmla="*/ 2209512 h 2398711"/>
              <a:gd name="connsiteX29728" fmla="*/ 1317293 w 2119654"/>
              <a:gd name="connsiteY29728" fmla="*/ 2209459 h 2398711"/>
              <a:gd name="connsiteX29729" fmla="*/ 1289019 w 2119654"/>
              <a:gd name="connsiteY29729" fmla="*/ 2271734 h 2398711"/>
              <a:gd name="connsiteX29730" fmla="*/ 1292927 w 2119654"/>
              <a:gd name="connsiteY29730" fmla="*/ 2274646 h 2398711"/>
              <a:gd name="connsiteX29731" fmla="*/ 1297387 w 2119654"/>
              <a:gd name="connsiteY29731" fmla="*/ 2275946 h 2398711"/>
              <a:gd name="connsiteX29732" fmla="*/ 1297188 w 2119654"/>
              <a:gd name="connsiteY29732" fmla="*/ 2276027 h 2398711"/>
              <a:gd name="connsiteX29733" fmla="*/ 1293231 w 2119654"/>
              <a:gd name="connsiteY29733" fmla="*/ 2274874 h 2398711"/>
              <a:gd name="connsiteX29734" fmla="*/ 1322881 w 2119654"/>
              <a:gd name="connsiteY29734" fmla="*/ 2296961 h 2398711"/>
              <a:gd name="connsiteX29735" fmla="*/ 1334466 w 2119654"/>
              <a:gd name="connsiteY29735" fmla="*/ 2305345 h 2398711"/>
              <a:gd name="connsiteX29736" fmla="*/ 1342060 w 2119654"/>
              <a:gd name="connsiteY29736" fmla="*/ 2285865 h 2398711"/>
              <a:gd name="connsiteX29737" fmla="*/ 1339315 w 2119654"/>
              <a:gd name="connsiteY29737" fmla="*/ 2288941 h 2398711"/>
              <a:gd name="connsiteX29738" fmla="*/ 1339104 w 2119654"/>
              <a:gd name="connsiteY29738" fmla="*/ 2288978 h 2398711"/>
              <a:gd name="connsiteX29739" fmla="*/ 1342196 w 2119654"/>
              <a:gd name="connsiteY29739" fmla="*/ 2285511 h 2398711"/>
              <a:gd name="connsiteX29740" fmla="*/ 1358437 w 2119654"/>
              <a:gd name="connsiteY29740" fmla="*/ 2243853 h 2398711"/>
              <a:gd name="connsiteX29741" fmla="*/ 1356499 w 2119654"/>
              <a:gd name="connsiteY29741" fmla="*/ 2243218 h 2398711"/>
              <a:gd name="connsiteX29742" fmla="*/ 1336951 w 2119654"/>
              <a:gd name="connsiteY29742" fmla="*/ 2266517 h 2398711"/>
              <a:gd name="connsiteX29743" fmla="*/ 1336667 w 2119654"/>
              <a:gd name="connsiteY29743" fmla="*/ 2266577 h 2398711"/>
              <a:gd name="connsiteX29744" fmla="*/ 1349480 w 2119654"/>
              <a:gd name="connsiteY29744" fmla="*/ 2251304 h 2398711"/>
              <a:gd name="connsiteX29745" fmla="*/ 1356170 w 2119654"/>
              <a:gd name="connsiteY29745" fmla="*/ 2243110 h 2398711"/>
              <a:gd name="connsiteX29746" fmla="*/ 1348008 w 2119654"/>
              <a:gd name="connsiteY29746" fmla="*/ 2240436 h 2398711"/>
              <a:gd name="connsiteX29747" fmla="*/ 1335010 w 2119654"/>
              <a:gd name="connsiteY29747" fmla="*/ 2266960 h 2398711"/>
              <a:gd name="connsiteX29748" fmla="*/ 1334594 w 2119654"/>
              <a:gd name="connsiteY29748" fmla="*/ 2267114 h 2398711"/>
              <a:gd name="connsiteX29749" fmla="*/ 1347716 w 2119654"/>
              <a:gd name="connsiteY29749" fmla="*/ 2240341 h 2398711"/>
              <a:gd name="connsiteX29750" fmla="*/ 1345369 w 2119654"/>
              <a:gd name="connsiteY29750" fmla="*/ 2239572 h 2398711"/>
              <a:gd name="connsiteX29751" fmla="*/ 1335181 w 2119654"/>
              <a:gd name="connsiteY29751" fmla="*/ 2262793 h 2398711"/>
              <a:gd name="connsiteX29752" fmla="*/ 1334978 w 2119654"/>
              <a:gd name="connsiteY29752" fmla="*/ 2262877 h 2398711"/>
              <a:gd name="connsiteX29753" fmla="*/ 1341541 w 2119654"/>
              <a:gd name="connsiteY29753" fmla="*/ 2247921 h 2398711"/>
              <a:gd name="connsiteX29754" fmla="*/ 1345104 w 2119654"/>
              <a:gd name="connsiteY29754" fmla="*/ 2239485 h 2398711"/>
              <a:gd name="connsiteX29755" fmla="*/ 1322086 w 2119654"/>
              <a:gd name="connsiteY29755" fmla="*/ 2231945 h 2398711"/>
              <a:gd name="connsiteX29756" fmla="*/ 1317248 w 2119654"/>
              <a:gd name="connsiteY29756" fmla="*/ 2229842 h 2398711"/>
              <a:gd name="connsiteX29757" fmla="*/ 1315154 w 2119654"/>
              <a:gd name="connsiteY29757" fmla="*/ 2232691 h 2398711"/>
              <a:gd name="connsiteX29758" fmla="*/ 1309693 w 2119654"/>
              <a:gd name="connsiteY29758" fmla="*/ 2243131 h 2398711"/>
              <a:gd name="connsiteX29759" fmla="*/ 1294833 w 2119654"/>
              <a:gd name="connsiteY29759" fmla="*/ 2264766 h 2398711"/>
              <a:gd name="connsiteX29760" fmla="*/ 1804828 w 2119654"/>
              <a:gd name="connsiteY29760" fmla="*/ 1115931 h 2398711"/>
              <a:gd name="connsiteX29761" fmla="*/ 1804059 w 2119654"/>
              <a:gd name="connsiteY29761" fmla="*/ 1123192 h 2398711"/>
              <a:gd name="connsiteX29762" fmla="*/ 1806648 w 2119654"/>
              <a:gd name="connsiteY29762" fmla="*/ 1114236 h 2398711"/>
              <a:gd name="connsiteX29763" fmla="*/ 1325967 w 2119654"/>
              <a:gd name="connsiteY29763" fmla="*/ 2187858 h 2398711"/>
              <a:gd name="connsiteX29764" fmla="*/ 1326238 w 2119654"/>
              <a:gd name="connsiteY29764" fmla="*/ 2187883 h 2398711"/>
              <a:gd name="connsiteX29765" fmla="*/ 1326305 w 2119654"/>
              <a:gd name="connsiteY29765" fmla="*/ 2187498 h 2398711"/>
              <a:gd name="connsiteX29766" fmla="*/ 1784575 w 2119654"/>
              <a:gd name="connsiteY29766" fmla="*/ 1160943 h 2398711"/>
              <a:gd name="connsiteX29767" fmla="*/ 1784434 w 2119654"/>
              <a:gd name="connsiteY29767" fmla="*/ 1164709 h 2398711"/>
              <a:gd name="connsiteX29768" fmla="*/ 1784682 w 2119654"/>
              <a:gd name="connsiteY29768" fmla="*/ 1164332 h 2398711"/>
              <a:gd name="connsiteX29769" fmla="*/ 1788591 w 2119654"/>
              <a:gd name="connsiteY29769" fmla="*/ 1156467 h 2398711"/>
              <a:gd name="connsiteX29770" fmla="*/ 1287828 w 2119654"/>
              <a:gd name="connsiteY29770" fmla="*/ 2273161 h 2398711"/>
              <a:gd name="connsiteX29771" fmla="*/ 1291532 w 2119654"/>
              <a:gd name="connsiteY29771" fmla="*/ 2274241 h 2398711"/>
              <a:gd name="connsiteX29772" fmla="*/ 1288693 w 2119654"/>
              <a:gd name="connsiteY29772" fmla="*/ 2272125 h 2398711"/>
              <a:gd name="connsiteX29773" fmla="*/ 1789725 w 2119654"/>
              <a:gd name="connsiteY29773" fmla="*/ 1148132 h 2398711"/>
              <a:gd name="connsiteX29774" fmla="*/ 1789734 w 2119654"/>
              <a:gd name="connsiteY29774" fmla="*/ 1148134 h 2398711"/>
              <a:gd name="connsiteX29775" fmla="*/ 1789735 w 2119654"/>
              <a:gd name="connsiteY29775" fmla="*/ 1148121 h 2398711"/>
              <a:gd name="connsiteX29776" fmla="*/ 1324668 w 2119654"/>
              <a:gd name="connsiteY29776" fmla="*/ 2189239 h 2398711"/>
              <a:gd name="connsiteX29777" fmla="*/ 1325892 w 2119654"/>
              <a:gd name="connsiteY29777" fmla="*/ 2189864 h 2398711"/>
              <a:gd name="connsiteX29778" fmla="*/ 1326187 w 2119654"/>
              <a:gd name="connsiteY29778" fmla="*/ 2188173 h 2398711"/>
              <a:gd name="connsiteX29779" fmla="*/ 1325696 w 2119654"/>
              <a:gd name="connsiteY29779" fmla="*/ 2188146 h 2398711"/>
              <a:gd name="connsiteX29780" fmla="*/ 1323677 w 2119654"/>
              <a:gd name="connsiteY29780" fmla="*/ 2190292 h 2398711"/>
              <a:gd name="connsiteX29781" fmla="*/ 1325279 w 2119654"/>
              <a:gd name="connsiteY29781" fmla="*/ 2191706 h 2398711"/>
              <a:gd name="connsiteX29782" fmla="*/ 1325620 w 2119654"/>
              <a:gd name="connsiteY29782" fmla="*/ 2191424 h 2398711"/>
              <a:gd name="connsiteX29783" fmla="*/ 1325842 w 2119654"/>
              <a:gd name="connsiteY29783" fmla="*/ 2190152 h 2398711"/>
              <a:gd name="connsiteX29784" fmla="*/ 1324468 w 2119654"/>
              <a:gd name="connsiteY29784" fmla="*/ 2189451 h 2398711"/>
              <a:gd name="connsiteX29785" fmla="*/ 1321314 w 2119654"/>
              <a:gd name="connsiteY29785" fmla="*/ 2195251 h 2398711"/>
              <a:gd name="connsiteX29786" fmla="*/ 1323338 w 2119654"/>
              <a:gd name="connsiteY29786" fmla="*/ 2196206 h 2398711"/>
              <a:gd name="connsiteX29787" fmla="*/ 1325165 w 2119654"/>
              <a:gd name="connsiteY29787" fmla="*/ 2194025 h 2398711"/>
              <a:gd name="connsiteX29788" fmla="*/ 1325253 w 2119654"/>
              <a:gd name="connsiteY29788" fmla="*/ 2193521 h 2398711"/>
              <a:gd name="connsiteX29789" fmla="*/ 1324332 w 2119654"/>
              <a:gd name="connsiteY29789" fmla="*/ 2192820 h 2398711"/>
              <a:gd name="connsiteX29790" fmla="*/ 1287364 w 2119654"/>
              <a:gd name="connsiteY29790" fmla="*/ 2270502 h 2398711"/>
              <a:gd name="connsiteX29791" fmla="*/ 1288770 w 2119654"/>
              <a:gd name="connsiteY29791" fmla="*/ 2271549 h 2398711"/>
              <a:gd name="connsiteX29792" fmla="*/ 1290084 w 2119654"/>
              <a:gd name="connsiteY29792" fmla="*/ 2269975 h 2398711"/>
              <a:gd name="connsiteX29793" fmla="*/ 1304944 w 2119654"/>
              <a:gd name="connsiteY29793" fmla="*/ 2248339 h 2398711"/>
              <a:gd name="connsiteX29794" fmla="*/ 1308129 w 2119654"/>
              <a:gd name="connsiteY29794" fmla="*/ 2242249 h 2398711"/>
              <a:gd name="connsiteX29795" fmla="*/ 1786147 w 2119654"/>
              <a:gd name="connsiteY29795" fmla="*/ 1152905 h 2398711"/>
              <a:gd name="connsiteX29796" fmla="*/ 1787895 w 2119654"/>
              <a:gd name="connsiteY29796" fmla="*/ 1153950 h 2398711"/>
              <a:gd name="connsiteX29797" fmla="*/ 1789249 w 2119654"/>
              <a:gd name="connsiteY29797" fmla="*/ 1152442 h 2398711"/>
              <a:gd name="connsiteX29798" fmla="*/ 1789546 w 2119654"/>
              <a:gd name="connsiteY29798" fmla="*/ 1149796 h 2398711"/>
              <a:gd name="connsiteX29799" fmla="*/ 1285837 w 2119654"/>
              <a:gd name="connsiteY29799" fmla="*/ 2272580 h 2398711"/>
              <a:gd name="connsiteX29800" fmla="*/ 1287504 w 2119654"/>
              <a:gd name="connsiteY29800" fmla="*/ 2273066 h 2398711"/>
              <a:gd name="connsiteX29801" fmla="*/ 1288444 w 2119654"/>
              <a:gd name="connsiteY29801" fmla="*/ 2271940 h 2398711"/>
              <a:gd name="connsiteX29802" fmla="*/ 1287064 w 2119654"/>
              <a:gd name="connsiteY29802" fmla="*/ 2270911 h 2398711"/>
              <a:gd name="connsiteX29803" fmla="*/ 1754319 w 2119654"/>
              <a:gd name="connsiteY29803" fmla="*/ 1223411 h 2398711"/>
              <a:gd name="connsiteX29804" fmla="*/ 1753889 w 2119654"/>
              <a:gd name="connsiteY29804" fmla="*/ 1227086 h 2398711"/>
              <a:gd name="connsiteX29805" fmla="*/ 1755288 w 2119654"/>
              <a:gd name="connsiteY29805" fmla="*/ 1222747 h 2398711"/>
              <a:gd name="connsiteX29806" fmla="*/ 1319678 w 2119654"/>
              <a:gd name="connsiteY29806" fmla="*/ 2196570 h 2398711"/>
              <a:gd name="connsiteX29807" fmla="*/ 1320847 w 2119654"/>
              <a:gd name="connsiteY29807" fmla="*/ 2197521 h 2398711"/>
              <a:gd name="connsiteX29808" fmla="*/ 1321986 w 2119654"/>
              <a:gd name="connsiteY29808" fmla="*/ 2197821 h 2398711"/>
              <a:gd name="connsiteX29809" fmla="*/ 1322474 w 2119654"/>
              <a:gd name="connsiteY29809" fmla="*/ 2197238 h 2398711"/>
              <a:gd name="connsiteX29810" fmla="*/ 1320187 w 2119654"/>
              <a:gd name="connsiteY29810" fmla="*/ 2196159 h 2398711"/>
              <a:gd name="connsiteX29811" fmla="*/ 1785682 w 2119654"/>
              <a:gd name="connsiteY29811" fmla="*/ 1152628 h 2398711"/>
              <a:gd name="connsiteX29812" fmla="*/ 1785825 w 2119654"/>
              <a:gd name="connsiteY29812" fmla="*/ 1152713 h 2398711"/>
              <a:gd name="connsiteX29813" fmla="*/ 1789607 w 2119654"/>
              <a:gd name="connsiteY29813" fmla="*/ 1149254 h 2398711"/>
              <a:gd name="connsiteX29814" fmla="*/ 1789715 w 2119654"/>
              <a:gd name="connsiteY29814" fmla="*/ 1148299 h 2398711"/>
              <a:gd name="connsiteX29815" fmla="*/ 1789596 w 2119654"/>
              <a:gd name="connsiteY29815" fmla="*/ 1148279 h 2398711"/>
              <a:gd name="connsiteX29816" fmla="*/ 1786850 w 2119654"/>
              <a:gd name="connsiteY29816" fmla="*/ 1151402 h 2398711"/>
              <a:gd name="connsiteX29817" fmla="*/ 1319075 w 2119654"/>
              <a:gd name="connsiteY29817" fmla="*/ 2197055 h 2398711"/>
              <a:gd name="connsiteX29818" fmla="*/ 1320138 w 2119654"/>
              <a:gd name="connsiteY29818" fmla="*/ 2197334 h 2398711"/>
              <a:gd name="connsiteX29819" fmla="*/ 1319437 w 2119654"/>
              <a:gd name="connsiteY29819" fmla="*/ 2196764 h 2398711"/>
              <a:gd name="connsiteX29820" fmla="*/ 1784832 w 2119654"/>
              <a:gd name="connsiteY29820" fmla="*/ 1154107 h 2398711"/>
              <a:gd name="connsiteX29821" fmla="*/ 1784726 w 2119654"/>
              <a:gd name="connsiteY29821" fmla="*/ 1156928 h 2398711"/>
              <a:gd name="connsiteX29822" fmla="*/ 1786744 w 2119654"/>
              <a:gd name="connsiteY29822" fmla="*/ 1155160 h 2398711"/>
              <a:gd name="connsiteX29823" fmla="*/ 1784873 w 2119654"/>
              <a:gd name="connsiteY29823" fmla="*/ 1154070 h 2398711"/>
              <a:gd name="connsiteX29824" fmla="*/ 1798148 w 2119654"/>
              <a:gd name="connsiteY29824" fmla="*/ 1123857 h 2398711"/>
              <a:gd name="connsiteX29825" fmla="*/ 1796682 w 2119654"/>
              <a:gd name="connsiteY29825" fmla="*/ 1136674 h 2398711"/>
              <a:gd name="connsiteX29826" fmla="*/ 1800420 w 2119654"/>
              <a:gd name="connsiteY29826" fmla="*/ 1132672 h 2398711"/>
              <a:gd name="connsiteX29827" fmla="*/ 1802565 w 2119654"/>
              <a:gd name="connsiteY29827" fmla="*/ 1128357 h 2398711"/>
              <a:gd name="connsiteX29828" fmla="*/ 1803219 w 2119654"/>
              <a:gd name="connsiteY29828" fmla="*/ 1126095 h 2398711"/>
              <a:gd name="connsiteX29829" fmla="*/ 1803321 w 2119654"/>
              <a:gd name="connsiteY29829" fmla="*/ 1125129 h 2398711"/>
              <a:gd name="connsiteX29830" fmla="*/ 1800589 w 2119654"/>
              <a:gd name="connsiteY29830" fmla="*/ 1124402 h 2398711"/>
              <a:gd name="connsiteX29831" fmla="*/ 1754628 w 2119654"/>
              <a:gd name="connsiteY29831" fmla="*/ 1220770 h 2398711"/>
              <a:gd name="connsiteX29832" fmla="*/ 1754345 w 2119654"/>
              <a:gd name="connsiteY29832" fmla="*/ 1223184 h 2398711"/>
              <a:gd name="connsiteX29833" fmla="*/ 1755375 w 2119654"/>
              <a:gd name="connsiteY29833" fmla="*/ 1222479 h 2398711"/>
              <a:gd name="connsiteX29834" fmla="*/ 1756245 w 2119654"/>
              <a:gd name="connsiteY29834" fmla="*/ 1219782 h 2398711"/>
              <a:gd name="connsiteX29835" fmla="*/ 1319719 w 2119654"/>
              <a:gd name="connsiteY29835" fmla="*/ 2194499 h 2398711"/>
              <a:gd name="connsiteX29836" fmla="*/ 1321115 w 2119654"/>
              <a:gd name="connsiteY29836" fmla="*/ 2195157 h 2398711"/>
              <a:gd name="connsiteX29837" fmla="*/ 1324125 w 2119654"/>
              <a:gd name="connsiteY29837" fmla="*/ 2192662 h 2398711"/>
              <a:gd name="connsiteX29838" fmla="*/ 1322564 w 2119654"/>
              <a:gd name="connsiteY29838" fmla="*/ 2191475 h 2398711"/>
              <a:gd name="connsiteX29839" fmla="*/ 1787167 w 2119654"/>
              <a:gd name="connsiteY29839" fmla="*/ 1147703 h 2398711"/>
              <a:gd name="connsiteX29840" fmla="*/ 1788007 w 2119654"/>
              <a:gd name="connsiteY29840" fmla="*/ 1147844 h 2398711"/>
              <a:gd name="connsiteX29841" fmla="*/ 1790001 w 2119654"/>
              <a:gd name="connsiteY29841" fmla="*/ 1145752 h 2398711"/>
              <a:gd name="connsiteX29842" fmla="*/ 1790151 w 2119654"/>
              <a:gd name="connsiteY29842" fmla="*/ 1144419 h 2398711"/>
              <a:gd name="connsiteX29843" fmla="*/ 1309581 w 2119654"/>
              <a:gd name="connsiteY29843" fmla="*/ 2217025 h 2398711"/>
              <a:gd name="connsiteX29844" fmla="*/ 1318856 w 2119654"/>
              <a:gd name="connsiteY29844" fmla="*/ 2218605 h 2398711"/>
              <a:gd name="connsiteX29845" fmla="*/ 1320458 w 2119654"/>
              <a:gd name="connsiteY29845" fmla="*/ 2213776 h 2398711"/>
              <a:gd name="connsiteX29846" fmla="*/ 1315784 w 2119654"/>
              <a:gd name="connsiteY29846" fmla="*/ 2211202 h 2398711"/>
              <a:gd name="connsiteX29847" fmla="*/ 1798366 w 2119654"/>
              <a:gd name="connsiteY29847" fmla="*/ 1121949 h 2398711"/>
              <a:gd name="connsiteX29848" fmla="*/ 1798206 w 2119654"/>
              <a:gd name="connsiteY29848" fmla="*/ 1123353 h 2398711"/>
              <a:gd name="connsiteX29849" fmla="*/ 1803364 w 2119654"/>
              <a:gd name="connsiteY29849" fmla="*/ 1124726 h 2398711"/>
              <a:gd name="connsiteX29850" fmla="*/ 1804238 w 2119654"/>
              <a:gd name="connsiteY29850" fmla="*/ 1116482 h 2398711"/>
              <a:gd name="connsiteX29851" fmla="*/ 1786121 w 2119654"/>
              <a:gd name="connsiteY29851" fmla="*/ 1148855 h 2398711"/>
              <a:gd name="connsiteX29852" fmla="*/ 1785564 w 2119654"/>
              <a:gd name="connsiteY29852" fmla="*/ 1150407 h 2398711"/>
              <a:gd name="connsiteX29853" fmla="*/ 1787869 w 2119654"/>
              <a:gd name="connsiteY29853" fmla="*/ 1147989 h 2398711"/>
              <a:gd name="connsiteX29854" fmla="*/ 1787035 w 2119654"/>
              <a:gd name="connsiteY29854" fmla="*/ 1147849 h 2398711"/>
              <a:gd name="connsiteX29855" fmla="*/ 1318599 w 2119654"/>
              <a:gd name="connsiteY29855" fmla="*/ 2195690 h 2398711"/>
              <a:gd name="connsiteX29856" fmla="*/ 1319526 w 2119654"/>
              <a:gd name="connsiteY29856" fmla="*/ 2196445 h 2398711"/>
              <a:gd name="connsiteX29857" fmla="*/ 1319994 w 2119654"/>
              <a:gd name="connsiteY29857" fmla="*/ 2196068 h 2398711"/>
              <a:gd name="connsiteX29858" fmla="*/ 1318780 w 2119654"/>
              <a:gd name="connsiteY29858" fmla="*/ 2195497 h 2398711"/>
              <a:gd name="connsiteX29859" fmla="*/ 1818876 w 2119654"/>
              <a:gd name="connsiteY29859" fmla="*/ 1075424 h 2398711"/>
              <a:gd name="connsiteX29860" fmla="*/ 1817125 w 2119654"/>
              <a:gd name="connsiteY29860" fmla="*/ 1084149 h 2398711"/>
              <a:gd name="connsiteX29861" fmla="*/ 1817031 w 2119654"/>
              <a:gd name="connsiteY29861" fmla="*/ 1087951 h 2398711"/>
              <a:gd name="connsiteX29862" fmla="*/ 1819540 w 2119654"/>
              <a:gd name="connsiteY29862" fmla="*/ 1085279 h 2398711"/>
              <a:gd name="connsiteX29863" fmla="*/ 1821436 w 2119654"/>
              <a:gd name="connsiteY29863" fmla="*/ 1070938 h 2398711"/>
              <a:gd name="connsiteX29864" fmla="*/ 1793695 w 2119654"/>
              <a:gd name="connsiteY29864" fmla="*/ 1131731 h 2398711"/>
              <a:gd name="connsiteX29865" fmla="*/ 1793648 w 2119654"/>
              <a:gd name="connsiteY29865" fmla="*/ 1132938 h 2398711"/>
              <a:gd name="connsiteX29866" fmla="*/ 1793817 w 2119654"/>
              <a:gd name="connsiteY29866" fmla="*/ 1131460 h 2398711"/>
              <a:gd name="connsiteX29867" fmla="*/ 1754884 w 2119654"/>
              <a:gd name="connsiteY29867" fmla="*/ 1218577 h 2398711"/>
              <a:gd name="connsiteX29868" fmla="*/ 1754702 w 2119654"/>
              <a:gd name="connsiteY29868" fmla="*/ 1220136 h 2398711"/>
              <a:gd name="connsiteX29869" fmla="*/ 1756443 w 2119654"/>
              <a:gd name="connsiteY29869" fmla="*/ 1219164 h 2398711"/>
              <a:gd name="connsiteX29870" fmla="*/ 1757002 w 2119654"/>
              <a:gd name="connsiteY29870" fmla="*/ 1217432 h 2398711"/>
              <a:gd name="connsiteX29871" fmla="*/ 1789612 w 2119654"/>
              <a:gd name="connsiteY29871" fmla="*/ 1140801 h 2398711"/>
              <a:gd name="connsiteX29872" fmla="*/ 1790469 w 2119654"/>
              <a:gd name="connsiteY29872" fmla="*/ 1141598 h 2398711"/>
              <a:gd name="connsiteX29873" fmla="*/ 1790875 w 2119654"/>
              <a:gd name="connsiteY29873" fmla="*/ 1137996 h 2398711"/>
              <a:gd name="connsiteX29874" fmla="*/ 1787000 w 2119654"/>
              <a:gd name="connsiteY29874" fmla="*/ 1146405 h 2398711"/>
              <a:gd name="connsiteX29875" fmla="*/ 1786631 w 2119654"/>
              <a:gd name="connsiteY29875" fmla="*/ 1147434 h 2398711"/>
              <a:gd name="connsiteX29876" fmla="*/ 1790248 w 2119654"/>
              <a:gd name="connsiteY29876" fmla="*/ 1143561 h 2398711"/>
              <a:gd name="connsiteX29877" fmla="*/ 1790324 w 2119654"/>
              <a:gd name="connsiteY29877" fmla="*/ 1142887 h 2398711"/>
              <a:gd name="connsiteX29878" fmla="*/ 1789151 w 2119654"/>
              <a:gd name="connsiteY29878" fmla="*/ 1141797 h 2398711"/>
              <a:gd name="connsiteX29879" fmla="*/ 1784957 w 2119654"/>
              <a:gd name="connsiteY29879" fmla="*/ 1150786 h 2398711"/>
              <a:gd name="connsiteX29880" fmla="*/ 1784953 w 2119654"/>
              <a:gd name="connsiteY29880" fmla="*/ 1150883 h 2398711"/>
              <a:gd name="connsiteX29881" fmla="*/ 1785093 w 2119654"/>
              <a:gd name="connsiteY29881" fmla="*/ 1150493 h 2398711"/>
              <a:gd name="connsiteX29882" fmla="*/ 1755007 w 2119654"/>
              <a:gd name="connsiteY29882" fmla="*/ 1217532 h 2398711"/>
              <a:gd name="connsiteX29883" fmla="*/ 1754932 w 2119654"/>
              <a:gd name="connsiteY29883" fmla="*/ 1218175 h 2398711"/>
              <a:gd name="connsiteX29884" fmla="*/ 1757148 w 2119654"/>
              <a:gd name="connsiteY29884" fmla="*/ 1216975 h 2398711"/>
              <a:gd name="connsiteX29885" fmla="*/ 1757862 w 2119654"/>
              <a:gd name="connsiteY29885" fmla="*/ 1214762 h 2398711"/>
              <a:gd name="connsiteX29886" fmla="*/ 1756954 w 2119654"/>
              <a:gd name="connsiteY29886" fmla="*/ 1215481 h 2398711"/>
              <a:gd name="connsiteX29887" fmla="*/ 1317664 w 2119654"/>
              <a:gd name="connsiteY29887" fmla="*/ 2196684 h 2398711"/>
              <a:gd name="connsiteX29888" fmla="*/ 1318845 w 2119654"/>
              <a:gd name="connsiteY29888" fmla="*/ 2196994 h 2398711"/>
              <a:gd name="connsiteX29889" fmla="*/ 1319285 w 2119654"/>
              <a:gd name="connsiteY29889" fmla="*/ 2196639 h 2398711"/>
              <a:gd name="connsiteX29890" fmla="*/ 1318390 w 2119654"/>
              <a:gd name="connsiteY29890" fmla="*/ 2195911 h 2398711"/>
              <a:gd name="connsiteX29891" fmla="*/ 1788778 w 2119654"/>
              <a:gd name="connsiteY29891" fmla="*/ 1141452 h 2398711"/>
              <a:gd name="connsiteX29892" fmla="*/ 1788271 w 2119654"/>
              <a:gd name="connsiteY29892" fmla="*/ 1142865 h 2398711"/>
              <a:gd name="connsiteX29893" fmla="*/ 1788884 w 2119654"/>
              <a:gd name="connsiteY29893" fmla="*/ 1141550 h 2398711"/>
              <a:gd name="connsiteX29894" fmla="*/ 1791266 w 2119654"/>
              <a:gd name="connsiteY29894" fmla="*/ 1134519 h 2398711"/>
              <a:gd name="connsiteX29895" fmla="*/ 1789162 w 2119654"/>
              <a:gd name="connsiteY29895" fmla="*/ 1140383 h 2398711"/>
              <a:gd name="connsiteX29896" fmla="*/ 1789348 w 2119654"/>
              <a:gd name="connsiteY29896" fmla="*/ 1140556 h 2398711"/>
              <a:gd name="connsiteX29897" fmla="*/ 1790980 w 2119654"/>
              <a:gd name="connsiteY29897" fmla="*/ 1137058 h 2398711"/>
              <a:gd name="connsiteX29898" fmla="*/ 1785080 w 2119654"/>
              <a:gd name="connsiteY29898" fmla="*/ 1147521 h 2398711"/>
              <a:gd name="connsiteX29899" fmla="*/ 1785018 w 2119654"/>
              <a:gd name="connsiteY29899" fmla="*/ 1149160 h 2398711"/>
              <a:gd name="connsiteX29900" fmla="*/ 1785648 w 2119654"/>
              <a:gd name="connsiteY29900" fmla="*/ 1148487 h 2398711"/>
              <a:gd name="connsiteX29901" fmla="*/ 1786024 w 2119654"/>
              <a:gd name="connsiteY29901" fmla="*/ 1147680 h 2398711"/>
              <a:gd name="connsiteX29902" fmla="*/ 1277541 w 2119654"/>
              <a:gd name="connsiteY29902" fmla="*/ 2283869 h 2398711"/>
              <a:gd name="connsiteX29903" fmla="*/ 1278105 w 2119654"/>
              <a:gd name="connsiteY29903" fmla="*/ 2284329 h 2398711"/>
              <a:gd name="connsiteX29904" fmla="*/ 1287411 w 2119654"/>
              <a:gd name="connsiteY29904" fmla="*/ 2273177 h 2398711"/>
              <a:gd name="connsiteX29905" fmla="*/ 1285753 w 2119654"/>
              <a:gd name="connsiteY29905" fmla="*/ 2272694 h 2398711"/>
              <a:gd name="connsiteX29906" fmla="*/ 1833135 w 2119654"/>
              <a:gd name="connsiteY29906" fmla="*/ 1039617 h 2398711"/>
              <a:gd name="connsiteX29907" fmla="*/ 1833076 w 2119654"/>
              <a:gd name="connsiteY29907" fmla="*/ 1040133 h 2398711"/>
              <a:gd name="connsiteX29908" fmla="*/ 1833370 w 2119654"/>
              <a:gd name="connsiteY29908" fmla="*/ 1039787 h 2398711"/>
              <a:gd name="connsiteX29909" fmla="*/ 1833385 w 2119654"/>
              <a:gd name="connsiteY29909" fmla="*/ 1040058 h 2398711"/>
              <a:gd name="connsiteX29910" fmla="*/ 1833036 w 2119654"/>
              <a:gd name="connsiteY29910" fmla="*/ 1040467 h 2398711"/>
              <a:gd name="connsiteX29911" fmla="*/ 1830813 w 2119654"/>
              <a:gd name="connsiteY29911" fmla="*/ 1059669 h 2398711"/>
              <a:gd name="connsiteX29912" fmla="*/ 1837682 w 2119654"/>
              <a:gd name="connsiteY29912" fmla="*/ 1040748 h 2398711"/>
              <a:gd name="connsiteX29913" fmla="*/ 1314302 w 2119654"/>
              <a:gd name="connsiteY29913" fmla="*/ 2200901 h 2398711"/>
              <a:gd name="connsiteX29914" fmla="*/ 1317255 w 2119654"/>
              <a:gd name="connsiteY29914" fmla="*/ 2203469 h 2398711"/>
              <a:gd name="connsiteX29915" fmla="*/ 1319887 w 2119654"/>
              <a:gd name="connsiteY29915" fmla="*/ 2200327 h 2398711"/>
              <a:gd name="connsiteX29916" fmla="*/ 1316214 w 2119654"/>
              <a:gd name="connsiteY29916" fmla="*/ 2199361 h 2398711"/>
              <a:gd name="connsiteX29917" fmla="*/ 1854433 w 2119654"/>
              <a:gd name="connsiteY29917" fmla="*/ 991328 h 2398711"/>
              <a:gd name="connsiteX29918" fmla="*/ 1854479 w 2119654"/>
              <a:gd name="connsiteY29918" fmla="*/ 992596 h 2398711"/>
              <a:gd name="connsiteX29919" fmla="*/ 1855911 w 2119654"/>
              <a:gd name="connsiteY29919" fmla="*/ 990239 h 2398711"/>
              <a:gd name="connsiteX29920" fmla="*/ 1855997 w 2119654"/>
              <a:gd name="connsiteY29920" fmla="*/ 990638 h 2398711"/>
              <a:gd name="connsiteX29921" fmla="*/ 1854499 w 2119654"/>
              <a:gd name="connsiteY29921" fmla="*/ 993106 h 2398711"/>
              <a:gd name="connsiteX29922" fmla="*/ 1855266 w 2119654"/>
              <a:gd name="connsiteY29922" fmla="*/ 1014010 h 2398711"/>
              <a:gd name="connsiteX29923" fmla="*/ 1859044 w 2119654"/>
              <a:gd name="connsiteY29923" fmla="*/ 1002499 h 2398711"/>
              <a:gd name="connsiteX29924" fmla="*/ 1859147 w 2119654"/>
              <a:gd name="connsiteY29924" fmla="*/ 1002783 h 2398711"/>
              <a:gd name="connsiteX29925" fmla="*/ 1855286 w 2119654"/>
              <a:gd name="connsiteY29925" fmla="*/ 1014549 h 2398711"/>
              <a:gd name="connsiteX29926" fmla="*/ 1856216 w 2119654"/>
              <a:gd name="connsiteY29926" fmla="*/ 1039901 h 2398711"/>
              <a:gd name="connsiteX29927" fmla="*/ 1861461 w 2119654"/>
              <a:gd name="connsiteY29927" fmla="*/ 1032812 h 2398711"/>
              <a:gd name="connsiteX29928" fmla="*/ 1865914 w 2119654"/>
              <a:gd name="connsiteY29928" fmla="*/ 1024160 h 2398711"/>
              <a:gd name="connsiteX29929" fmla="*/ 1873590 w 2119654"/>
              <a:gd name="connsiteY29929" fmla="*/ 996310 h 2398711"/>
              <a:gd name="connsiteX29930" fmla="*/ 1881118 w 2119654"/>
              <a:gd name="connsiteY29930" fmla="*/ 967487 h 2398711"/>
              <a:gd name="connsiteX29931" fmla="*/ 1883933 w 2119654"/>
              <a:gd name="connsiteY29931" fmla="*/ 945071 h 2398711"/>
              <a:gd name="connsiteX29932" fmla="*/ 1885562 w 2119654"/>
              <a:gd name="connsiteY29932" fmla="*/ 925943 h 2398711"/>
              <a:gd name="connsiteX29933" fmla="*/ 1877111 w 2119654"/>
              <a:gd name="connsiteY29933" fmla="*/ 944828 h 2398711"/>
              <a:gd name="connsiteX29934" fmla="*/ 1794476 w 2119654"/>
              <a:gd name="connsiteY29934" fmla="*/ 1125573 h 2398711"/>
              <a:gd name="connsiteX29935" fmla="*/ 1793870 w 2119654"/>
              <a:gd name="connsiteY29935" fmla="*/ 1127263 h 2398711"/>
              <a:gd name="connsiteX29936" fmla="*/ 1793716 w 2119654"/>
              <a:gd name="connsiteY29936" fmla="*/ 1131193 h 2398711"/>
              <a:gd name="connsiteX29937" fmla="*/ 1793891 w 2119654"/>
              <a:gd name="connsiteY29937" fmla="*/ 1130818 h 2398711"/>
              <a:gd name="connsiteX29938" fmla="*/ 1794493 w 2119654"/>
              <a:gd name="connsiteY29938" fmla="*/ 1125558 h 2398711"/>
              <a:gd name="connsiteX29939" fmla="*/ 1304938 w 2119654"/>
              <a:gd name="connsiteY29939" fmla="*/ 2221381 h 2398711"/>
              <a:gd name="connsiteX29940" fmla="*/ 1313353 w 2119654"/>
              <a:gd name="connsiteY29940" fmla="*/ 2224744 h 2398711"/>
              <a:gd name="connsiteX29941" fmla="*/ 1317774 w 2119654"/>
              <a:gd name="connsiteY29941" fmla="*/ 2221868 h 2398711"/>
              <a:gd name="connsiteX29942" fmla="*/ 1318741 w 2119654"/>
              <a:gd name="connsiteY29942" fmla="*/ 2218952 h 2398711"/>
              <a:gd name="connsiteX29943" fmla="*/ 1309131 w 2119654"/>
              <a:gd name="connsiteY29943" fmla="*/ 2217447 h 2398711"/>
              <a:gd name="connsiteX29944" fmla="*/ 1851099 w 2119654"/>
              <a:gd name="connsiteY29944" fmla="*/ 998165 h 2398711"/>
              <a:gd name="connsiteX29945" fmla="*/ 1852248 w 2119654"/>
              <a:gd name="connsiteY29945" fmla="*/ 996271 h 2398711"/>
              <a:gd name="connsiteX29946" fmla="*/ 1852232 w 2119654"/>
              <a:gd name="connsiteY29946" fmla="*/ 995839 h 2398711"/>
              <a:gd name="connsiteX29947" fmla="*/ 1313969 w 2119654"/>
              <a:gd name="connsiteY29947" fmla="*/ 2200611 h 2398711"/>
              <a:gd name="connsiteX29948" fmla="*/ 1314155 w 2119654"/>
              <a:gd name="connsiteY29948" fmla="*/ 2200772 h 2398711"/>
              <a:gd name="connsiteX29949" fmla="*/ 1315982 w 2119654"/>
              <a:gd name="connsiteY29949" fmla="*/ 2199300 h 2398711"/>
              <a:gd name="connsiteX29950" fmla="*/ 1315357 w 2119654"/>
              <a:gd name="connsiteY29950" fmla="*/ 2199136 h 2398711"/>
              <a:gd name="connsiteX29951" fmla="*/ 1806897 w 2119654"/>
              <a:gd name="connsiteY29951" fmla="*/ 1096418 h 2398711"/>
              <a:gd name="connsiteX29952" fmla="*/ 1806640 w 2119654"/>
              <a:gd name="connsiteY29952" fmla="*/ 1098842 h 2398711"/>
              <a:gd name="connsiteX29953" fmla="*/ 1808821 w 2119654"/>
              <a:gd name="connsiteY29953" fmla="*/ 1096700 h 2398711"/>
              <a:gd name="connsiteX29954" fmla="*/ 1812563 w 2119654"/>
              <a:gd name="connsiteY29954" fmla="*/ 1092712 h 2398711"/>
              <a:gd name="connsiteX29955" fmla="*/ 1813605 w 2119654"/>
              <a:gd name="connsiteY29955" fmla="*/ 1087527 h 2398711"/>
              <a:gd name="connsiteX29956" fmla="*/ 1813678 w 2119654"/>
              <a:gd name="connsiteY29956" fmla="*/ 1084534 h 2398711"/>
              <a:gd name="connsiteX29957" fmla="*/ 1313252 w 2119654"/>
              <a:gd name="connsiteY29957" fmla="*/ 2201746 h 2398711"/>
              <a:gd name="connsiteX29958" fmla="*/ 1316455 w 2119654"/>
              <a:gd name="connsiteY29958" fmla="*/ 2203186 h 2398711"/>
              <a:gd name="connsiteX29959" fmla="*/ 1314055 w 2119654"/>
              <a:gd name="connsiteY29959" fmla="*/ 2201099 h 2398711"/>
              <a:gd name="connsiteX29960" fmla="*/ 1323839 w 2119654"/>
              <a:gd name="connsiteY29960" fmla="*/ 2177784 h 2398711"/>
              <a:gd name="connsiteX29961" fmla="*/ 1324911 w 2119654"/>
              <a:gd name="connsiteY29961" fmla="*/ 2178242 h 2398711"/>
              <a:gd name="connsiteX29962" fmla="*/ 1326256 w 2119654"/>
              <a:gd name="connsiteY29962" fmla="*/ 2178634 h 2398711"/>
              <a:gd name="connsiteX29963" fmla="*/ 1327094 w 2119654"/>
              <a:gd name="connsiteY29963" fmla="*/ 2177508 h 2398711"/>
              <a:gd name="connsiteX29964" fmla="*/ 1327109 w 2119654"/>
              <a:gd name="connsiteY29964" fmla="*/ 2176996 h 2398711"/>
              <a:gd name="connsiteX29965" fmla="*/ 1324544 w 2119654"/>
              <a:gd name="connsiteY29965" fmla="*/ 2176667 h 2398711"/>
              <a:gd name="connsiteX29966" fmla="*/ 1324006 w 2119654"/>
              <a:gd name="connsiteY29966" fmla="*/ 2177525 h 2398711"/>
              <a:gd name="connsiteX29967" fmla="*/ 1313005 w 2119654"/>
              <a:gd name="connsiteY29967" fmla="*/ 2201635 h 2398711"/>
              <a:gd name="connsiteX29968" fmla="*/ 1313056 w 2119654"/>
              <a:gd name="connsiteY29968" fmla="*/ 2201658 h 2398711"/>
              <a:gd name="connsiteX29969" fmla="*/ 1313908 w 2119654"/>
              <a:gd name="connsiteY29969" fmla="*/ 2200971 h 2398711"/>
              <a:gd name="connsiteX29970" fmla="*/ 1313755 w 2119654"/>
              <a:gd name="connsiteY29970" fmla="*/ 2200838 h 2398711"/>
              <a:gd name="connsiteX29971" fmla="*/ 1303576 w 2119654"/>
              <a:gd name="connsiteY29971" fmla="*/ 2222658 h 2398711"/>
              <a:gd name="connsiteX29972" fmla="*/ 1304804 w 2119654"/>
              <a:gd name="connsiteY29972" fmla="*/ 2223377 h 2398711"/>
              <a:gd name="connsiteX29973" fmla="*/ 1311187 w 2119654"/>
              <a:gd name="connsiteY29973" fmla="*/ 2226153 h 2398711"/>
              <a:gd name="connsiteX29974" fmla="*/ 1312484 w 2119654"/>
              <a:gd name="connsiteY29974" fmla="*/ 2225309 h 2398711"/>
              <a:gd name="connsiteX29975" fmla="*/ 1304241 w 2119654"/>
              <a:gd name="connsiteY29975" fmla="*/ 2222035 h 2398711"/>
              <a:gd name="connsiteX29976" fmla="*/ 1833591 w 2119654"/>
              <a:gd name="connsiteY29976" fmla="*/ 1035685 h 2398711"/>
              <a:gd name="connsiteX29977" fmla="*/ 1833163 w 2119654"/>
              <a:gd name="connsiteY29977" fmla="*/ 1039373 h 2398711"/>
              <a:gd name="connsiteX29978" fmla="*/ 1837766 w 2119654"/>
              <a:gd name="connsiteY29978" fmla="*/ 1040518 h 2398711"/>
              <a:gd name="connsiteX29979" fmla="*/ 1844786 w 2119654"/>
              <a:gd name="connsiteY29979" fmla="*/ 1021179 h 2398711"/>
              <a:gd name="connsiteX29980" fmla="*/ 1312760 w 2119654"/>
              <a:gd name="connsiteY29980" fmla="*/ 2201895 h 2398711"/>
              <a:gd name="connsiteX29981" fmla="*/ 1312830 w 2119654"/>
              <a:gd name="connsiteY29981" fmla="*/ 2201839 h 2398711"/>
              <a:gd name="connsiteX29982" fmla="*/ 1312818 w 2119654"/>
              <a:gd name="connsiteY29982" fmla="*/ 2201834 h 2398711"/>
              <a:gd name="connsiteX29983" fmla="*/ 1804075 w 2119654"/>
              <a:gd name="connsiteY29983" fmla="*/ 1101362 h 2398711"/>
              <a:gd name="connsiteX29984" fmla="*/ 1806046 w 2119654"/>
              <a:gd name="connsiteY29984" fmla="*/ 1099426 h 2398711"/>
              <a:gd name="connsiteX29985" fmla="*/ 1806243 w 2119654"/>
              <a:gd name="connsiteY29985" fmla="*/ 1097562 h 2398711"/>
              <a:gd name="connsiteX29986" fmla="*/ 1312126 w 2119654"/>
              <a:gd name="connsiteY29986" fmla="*/ 2202654 h 2398711"/>
              <a:gd name="connsiteX29987" fmla="*/ 1316613 w 2119654"/>
              <a:gd name="connsiteY29987" fmla="*/ 2203540 h 2398711"/>
              <a:gd name="connsiteX29988" fmla="*/ 1313027 w 2119654"/>
              <a:gd name="connsiteY29988" fmla="*/ 2201928 h 2398711"/>
              <a:gd name="connsiteX29989" fmla="*/ 1845487 w 2119654"/>
              <a:gd name="connsiteY29989" fmla="*/ 1007949 h 2398711"/>
              <a:gd name="connsiteX29990" fmla="*/ 1845911 w 2119654"/>
              <a:gd name="connsiteY29990" fmla="*/ 1007613 h 2398711"/>
              <a:gd name="connsiteX29991" fmla="*/ 1846811 w 2119654"/>
              <a:gd name="connsiteY29991" fmla="*/ 1005769 h 2398711"/>
              <a:gd name="connsiteX29992" fmla="*/ 1833889 w 2119654"/>
              <a:gd name="connsiteY29992" fmla="*/ 1033112 h 2398711"/>
              <a:gd name="connsiteX29993" fmla="*/ 1833654 w 2119654"/>
              <a:gd name="connsiteY29993" fmla="*/ 1035139 h 2398711"/>
              <a:gd name="connsiteX29994" fmla="*/ 1839996 w 2119654"/>
              <a:gd name="connsiteY29994" fmla="*/ 1027147 h 2398711"/>
              <a:gd name="connsiteX29995" fmla="*/ 1844950 w 2119654"/>
              <a:gd name="connsiteY29995" fmla="*/ 1020729 h 2398711"/>
              <a:gd name="connsiteX29996" fmla="*/ 1845254 w 2119654"/>
              <a:gd name="connsiteY29996" fmla="*/ 1019889 h 2398711"/>
              <a:gd name="connsiteX29997" fmla="*/ 1850551 w 2119654"/>
              <a:gd name="connsiteY29997" fmla="*/ 1004665 h 2398711"/>
              <a:gd name="connsiteX29998" fmla="*/ 1850628 w 2119654"/>
              <a:gd name="connsiteY29998" fmla="*/ 1004887 h 2398711"/>
              <a:gd name="connsiteX29999" fmla="*/ 1845253 w 2119654"/>
              <a:gd name="connsiteY29999" fmla="*/ 1020336 h 2398711"/>
              <a:gd name="connsiteX30000" fmla="*/ 1849907 w 2119654"/>
              <a:gd name="connsiteY30000" fmla="*/ 1014306 h 2398711"/>
              <a:gd name="connsiteX30001" fmla="*/ 1849909 w 2119654"/>
              <a:gd name="connsiteY30001" fmla="*/ 1014542 h 2398711"/>
              <a:gd name="connsiteX30002" fmla="*/ 1845102 w 2119654"/>
              <a:gd name="connsiteY30002" fmla="*/ 1020770 h 2398711"/>
              <a:gd name="connsiteX30003" fmla="*/ 1841058 w 2119654"/>
              <a:gd name="connsiteY30003" fmla="*/ 1032394 h 2398711"/>
              <a:gd name="connsiteX30004" fmla="*/ 1838080 w 2119654"/>
              <a:gd name="connsiteY30004" fmla="*/ 1040596 h 2398711"/>
              <a:gd name="connsiteX30005" fmla="*/ 1840145 w 2119654"/>
              <a:gd name="connsiteY30005" fmla="*/ 1041109 h 2398711"/>
              <a:gd name="connsiteX30006" fmla="*/ 1840335 w 2119654"/>
              <a:gd name="connsiteY30006" fmla="*/ 1041407 h 2398711"/>
              <a:gd name="connsiteX30007" fmla="*/ 1837997 w 2119654"/>
              <a:gd name="connsiteY30007" fmla="*/ 1040826 h 2398711"/>
              <a:gd name="connsiteX30008" fmla="*/ 1830653 w 2119654"/>
              <a:gd name="connsiteY30008" fmla="*/ 1061055 h 2398711"/>
              <a:gd name="connsiteX30009" fmla="*/ 1830371 w 2119654"/>
              <a:gd name="connsiteY30009" fmla="*/ 1063479 h 2398711"/>
              <a:gd name="connsiteX30010" fmla="*/ 1828445 w 2119654"/>
              <a:gd name="connsiteY30010" fmla="*/ 1075790 h 2398711"/>
              <a:gd name="connsiteX30011" fmla="*/ 1834203 w 2119654"/>
              <a:gd name="connsiteY30011" fmla="*/ 1069656 h 2398711"/>
              <a:gd name="connsiteX30012" fmla="*/ 1838098 w 2119654"/>
              <a:gd name="connsiteY30012" fmla="*/ 1064391 h 2398711"/>
              <a:gd name="connsiteX30013" fmla="*/ 1852552 w 2119654"/>
              <a:gd name="connsiteY30013" fmla="*/ 1022276 h 2398711"/>
              <a:gd name="connsiteX30014" fmla="*/ 1853138 w 2119654"/>
              <a:gd name="connsiteY30014" fmla="*/ 1020492 h 2398711"/>
              <a:gd name="connsiteX30015" fmla="*/ 1852267 w 2119654"/>
              <a:gd name="connsiteY30015" fmla="*/ 996782 h 2398711"/>
              <a:gd name="connsiteX30016" fmla="*/ 1849756 w 2119654"/>
              <a:gd name="connsiteY30016" fmla="*/ 1000918 h 2398711"/>
              <a:gd name="connsiteX30017" fmla="*/ 1846856 w 2119654"/>
              <a:gd name="connsiteY30017" fmla="*/ 1006864 h 2398711"/>
              <a:gd name="connsiteX30018" fmla="*/ 1849000 w 2119654"/>
              <a:gd name="connsiteY30018" fmla="*/ 1005165 h 2398711"/>
              <a:gd name="connsiteX30019" fmla="*/ 1848934 w 2119654"/>
              <a:gd name="connsiteY30019" fmla="*/ 1005442 h 2398711"/>
              <a:gd name="connsiteX30020" fmla="*/ 1846678 w 2119654"/>
              <a:gd name="connsiteY30020" fmla="*/ 1007229 h 2398711"/>
              <a:gd name="connsiteX30021" fmla="*/ 1834722 w 2119654"/>
              <a:gd name="connsiteY30021" fmla="*/ 1031743 h 2398711"/>
              <a:gd name="connsiteX30022" fmla="*/ 1831112 w 2119654"/>
              <a:gd name="connsiteY30022" fmla="*/ 1038864 h 2398711"/>
              <a:gd name="connsiteX30023" fmla="*/ 1831803 w 2119654"/>
              <a:gd name="connsiteY30023" fmla="*/ 1039035 h 2398711"/>
              <a:gd name="connsiteX30024" fmla="*/ 1832006 w 2119654"/>
              <a:gd name="connsiteY30024" fmla="*/ 1037737 h 2398711"/>
              <a:gd name="connsiteX30025" fmla="*/ 1832002 w 2119654"/>
              <a:gd name="connsiteY30025" fmla="*/ 1037742 h 2398711"/>
              <a:gd name="connsiteX30026" fmla="*/ 1318634 w 2119654"/>
              <a:gd name="connsiteY30026" fmla="*/ 2185841 h 2398711"/>
              <a:gd name="connsiteX30027" fmla="*/ 1319487 w 2119654"/>
              <a:gd name="connsiteY30027" fmla="*/ 2186594 h 2398711"/>
              <a:gd name="connsiteX30028" fmla="*/ 1320100 w 2119654"/>
              <a:gd name="connsiteY30028" fmla="*/ 2186907 h 2398711"/>
              <a:gd name="connsiteX30029" fmla="*/ 1324443 w 2119654"/>
              <a:gd name="connsiteY30029" fmla="*/ 2181071 h 2398711"/>
              <a:gd name="connsiteX30030" fmla="*/ 1322306 w 2119654"/>
              <a:gd name="connsiteY30030" fmla="*/ 2180157 h 2398711"/>
              <a:gd name="connsiteX30031" fmla="*/ 1270534 w 2119654"/>
              <a:gd name="connsiteY30031" fmla="*/ 2293402 h 2398711"/>
              <a:gd name="connsiteX30032" fmla="*/ 1277960 w 2119654"/>
              <a:gd name="connsiteY30032" fmla="*/ 2284503 h 2398711"/>
              <a:gd name="connsiteX30033" fmla="*/ 1277406 w 2119654"/>
              <a:gd name="connsiteY30033" fmla="*/ 2284051 h 2398711"/>
              <a:gd name="connsiteX30034" fmla="*/ 1785346 w 2119654"/>
              <a:gd name="connsiteY30034" fmla="*/ 1140412 h 2398711"/>
              <a:gd name="connsiteX30035" fmla="*/ 1785086 w 2119654"/>
              <a:gd name="connsiteY30035" fmla="*/ 1147354 h 2398711"/>
              <a:gd name="connsiteX30036" fmla="*/ 1786097 w 2119654"/>
              <a:gd name="connsiteY30036" fmla="*/ 1147524 h 2398711"/>
              <a:gd name="connsiteX30037" fmla="*/ 1786364 w 2119654"/>
              <a:gd name="connsiteY30037" fmla="*/ 1146952 h 2398711"/>
              <a:gd name="connsiteX30038" fmla="*/ 1788448 w 2119654"/>
              <a:gd name="connsiteY30038" fmla="*/ 1141144 h 2398711"/>
              <a:gd name="connsiteX30039" fmla="*/ 1786224 w 2119654"/>
              <a:gd name="connsiteY30039" fmla="*/ 1139079 h 2398711"/>
              <a:gd name="connsiteX30040" fmla="*/ 1309545 w 2119654"/>
              <a:gd name="connsiteY30040" fmla="*/ 2205314 h 2398711"/>
              <a:gd name="connsiteX30041" fmla="*/ 1313538 w 2119654"/>
              <a:gd name="connsiteY30041" fmla="*/ 2207908 h 2398711"/>
              <a:gd name="connsiteX30042" fmla="*/ 1315585 w 2119654"/>
              <a:gd name="connsiteY30042" fmla="*/ 2205463 h 2398711"/>
              <a:gd name="connsiteX30043" fmla="*/ 1310372 w 2119654"/>
              <a:gd name="connsiteY30043" fmla="*/ 2204435 h 2398711"/>
              <a:gd name="connsiteX30044" fmla="*/ 1830479 w 2119654"/>
              <a:gd name="connsiteY30044" fmla="*/ 1038706 h 2398711"/>
              <a:gd name="connsiteX30045" fmla="*/ 1830766 w 2119654"/>
              <a:gd name="connsiteY30045" fmla="*/ 1038778 h 2398711"/>
              <a:gd name="connsiteX30046" fmla="*/ 1832108 w 2119654"/>
              <a:gd name="connsiteY30046" fmla="*/ 1037087 h 2398711"/>
              <a:gd name="connsiteX30047" fmla="*/ 1832329 w 2119654"/>
              <a:gd name="connsiteY30047" fmla="*/ 1035670 h 2398711"/>
              <a:gd name="connsiteX30048" fmla="*/ 1825738 w 2119654"/>
              <a:gd name="connsiteY30048" fmla="*/ 1049039 h 2398711"/>
              <a:gd name="connsiteX30049" fmla="*/ 1825379 w 2119654"/>
              <a:gd name="connsiteY30049" fmla="*/ 1051751 h 2398711"/>
              <a:gd name="connsiteX30050" fmla="*/ 1830373 w 2119654"/>
              <a:gd name="connsiteY30050" fmla="*/ 1046880 h 2398711"/>
              <a:gd name="connsiteX30051" fmla="*/ 1830363 w 2119654"/>
              <a:gd name="connsiteY30051" fmla="*/ 1047142 h 2398711"/>
              <a:gd name="connsiteX30052" fmla="*/ 1825340 w 2119654"/>
              <a:gd name="connsiteY30052" fmla="*/ 1052040 h 2398711"/>
              <a:gd name="connsiteX30053" fmla="*/ 1821175 w 2119654"/>
              <a:gd name="connsiteY30053" fmla="*/ 1083536 h 2398711"/>
              <a:gd name="connsiteX30054" fmla="*/ 1821927 w 2119654"/>
              <a:gd name="connsiteY30054" fmla="*/ 1082735 h 2398711"/>
              <a:gd name="connsiteX30055" fmla="*/ 1826491 w 2119654"/>
              <a:gd name="connsiteY30055" fmla="*/ 1071575 h 2398711"/>
              <a:gd name="connsiteX30056" fmla="*/ 1826878 w 2119654"/>
              <a:gd name="connsiteY30056" fmla="*/ 1070507 h 2398711"/>
              <a:gd name="connsiteX30057" fmla="*/ 1831251 w 2119654"/>
              <a:gd name="connsiteY30057" fmla="*/ 1042564 h 2398711"/>
              <a:gd name="connsiteX30058" fmla="*/ 1829342 w 2119654"/>
              <a:gd name="connsiteY30058" fmla="*/ 1040573 h 2398711"/>
              <a:gd name="connsiteX30059" fmla="*/ 1830600 w 2119654"/>
              <a:gd name="connsiteY30059" fmla="*/ 1038988 h 2398711"/>
              <a:gd name="connsiteX30060" fmla="*/ 1830347 w 2119654"/>
              <a:gd name="connsiteY30060" fmla="*/ 1038924 h 2398711"/>
              <a:gd name="connsiteX30061" fmla="*/ 1823138 w 2119654"/>
              <a:gd name="connsiteY30061" fmla="*/ 1054189 h 2398711"/>
              <a:gd name="connsiteX30062" fmla="*/ 1819065 w 2119654"/>
              <a:gd name="connsiteY30062" fmla="*/ 1074484 h 2398711"/>
              <a:gd name="connsiteX30063" fmla="*/ 1821541 w 2119654"/>
              <a:gd name="connsiteY30063" fmla="*/ 1070144 h 2398711"/>
              <a:gd name="connsiteX30064" fmla="*/ 1823727 w 2119654"/>
              <a:gd name="connsiteY30064" fmla="*/ 1053614 h 2398711"/>
              <a:gd name="connsiteX30065" fmla="*/ 1785424 w 2119654"/>
              <a:gd name="connsiteY30065" fmla="*/ 1138336 h 2398711"/>
              <a:gd name="connsiteX30066" fmla="*/ 1785356 w 2119654"/>
              <a:gd name="connsiteY30066" fmla="*/ 1140165 h 2398711"/>
              <a:gd name="connsiteX30067" fmla="*/ 1786129 w 2119654"/>
              <a:gd name="connsiteY30067" fmla="*/ 1138991 h 2398711"/>
              <a:gd name="connsiteX30068" fmla="*/ 1314673 w 2119654"/>
              <a:gd name="connsiteY30068" fmla="*/ 2191971 h 2398711"/>
              <a:gd name="connsiteX30069" fmla="*/ 1318618 w 2119654"/>
              <a:gd name="connsiteY30069" fmla="*/ 2188472 h 2398711"/>
              <a:gd name="connsiteX30070" fmla="*/ 1317726 w 2119654"/>
              <a:gd name="connsiteY30070" fmla="*/ 2187793 h 2398711"/>
              <a:gd name="connsiteX30071" fmla="*/ 1317635 w 2119654"/>
              <a:gd name="connsiteY30071" fmla="*/ 2187713 h 2398711"/>
              <a:gd name="connsiteX30072" fmla="*/ 1317432 w 2119654"/>
              <a:gd name="connsiteY30072" fmla="*/ 2187702 h 2398711"/>
              <a:gd name="connsiteX30073" fmla="*/ 1321301 w 2119654"/>
              <a:gd name="connsiteY30073" fmla="*/ 2176698 h 2398711"/>
              <a:gd name="connsiteX30074" fmla="*/ 1323550 w 2119654"/>
              <a:gd name="connsiteY30074" fmla="*/ 2177660 h 2398711"/>
              <a:gd name="connsiteX30075" fmla="*/ 1324199 w 2119654"/>
              <a:gd name="connsiteY30075" fmla="*/ 2176623 h 2398711"/>
              <a:gd name="connsiteX30076" fmla="*/ 1321951 w 2119654"/>
              <a:gd name="connsiteY30076" fmla="*/ 2176335 h 2398711"/>
              <a:gd name="connsiteX30077" fmla="*/ 1312858 w 2119654"/>
              <a:gd name="connsiteY30077" fmla="*/ 2195420 h 2398711"/>
              <a:gd name="connsiteX30078" fmla="*/ 1313615 w 2119654"/>
              <a:gd name="connsiteY30078" fmla="*/ 2195620 h 2398711"/>
              <a:gd name="connsiteX30079" fmla="*/ 1315023 w 2119654"/>
              <a:gd name="connsiteY30079" fmla="*/ 2193727 h 2398711"/>
              <a:gd name="connsiteX30080" fmla="*/ 1314855 w 2119654"/>
              <a:gd name="connsiteY30080" fmla="*/ 2193648 h 2398711"/>
              <a:gd name="connsiteX30081" fmla="*/ 1823688 w 2119654"/>
              <a:gd name="connsiteY30081" fmla="*/ 1051446 h 2398711"/>
              <a:gd name="connsiteX30082" fmla="*/ 1823200 w 2119654"/>
              <a:gd name="connsiteY30082" fmla="*/ 1053876 h 2398711"/>
              <a:gd name="connsiteX30083" fmla="*/ 1823765 w 2119654"/>
              <a:gd name="connsiteY30083" fmla="*/ 1053326 h 2398711"/>
              <a:gd name="connsiteX30084" fmla="*/ 1824073 w 2119654"/>
              <a:gd name="connsiteY30084" fmla="*/ 1050995 h 2398711"/>
              <a:gd name="connsiteX30085" fmla="*/ 1826168 w 2119654"/>
              <a:gd name="connsiteY30085" fmla="*/ 1045780 h 2398711"/>
              <a:gd name="connsiteX30086" fmla="*/ 1825782 w 2119654"/>
              <a:gd name="connsiteY30086" fmla="*/ 1048697 h 2398711"/>
              <a:gd name="connsiteX30087" fmla="*/ 1831306 w 2119654"/>
              <a:gd name="connsiteY30087" fmla="*/ 1042210 h 2398711"/>
              <a:gd name="connsiteX30088" fmla="*/ 1831765 w 2119654"/>
              <a:gd name="connsiteY30088" fmla="*/ 1039277 h 2398711"/>
              <a:gd name="connsiteX30089" fmla="*/ 1830946 w 2119654"/>
              <a:gd name="connsiteY30089" fmla="*/ 1039073 h 2398711"/>
              <a:gd name="connsiteX30090" fmla="*/ 1827972 w 2119654"/>
              <a:gd name="connsiteY30090" fmla="*/ 1042820 h 2398711"/>
              <a:gd name="connsiteX30091" fmla="*/ 1316393 w 2119654"/>
              <a:gd name="connsiteY30091" fmla="*/ 2186959 h 2398711"/>
              <a:gd name="connsiteX30092" fmla="*/ 1316827 w 2119654"/>
              <a:gd name="connsiteY30092" fmla="*/ 2187000 h 2398711"/>
              <a:gd name="connsiteX30093" fmla="*/ 1316506 w 2119654"/>
              <a:gd name="connsiteY30093" fmla="*/ 2186716 h 2398711"/>
              <a:gd name="connsiteX30094" fmla="*/ 1319820 w 2119654"/>
              <a:gd name="connsiteY30094" fmla="*/ 2179093 h 2398711"/>
              <a:gd name="connsiteX30095" fmla="*/ 1319228 w 2119654"/>
              <a:gd name="connsiteY30095" fmla="*/ 2180874 h 2398711"/>
              <a:gd name="connsiteX30096" fmla="*/ 1317415 w 2119654"/>
              <a:gd name="connsiteY30096" fmla="*/ 2184765 h 2398711"/>
              <a:gd name="connsiteX30097" fmla="*/ 1318497 w 2119654"/>
              <a:gd name="connsiteY30097" fmla="*/ 2185720 h 2398711"/>
              <a:gd name="connsiteX30098" fmla="*/ 1322053 w 2119654"/>
              <a:gd name="connsiteY30098" fmla="*/ 2180048 h 2398711"/>
              <a:gd name="connsiteX30099" fmla="*/ 1306811 w 2119654"/>
              <a:gd name="connsiteY30099" fmla="*/ 2208220 h 2398711"/>
              <a:gd name="connsiteX30100" fmla="*/ 1310490 w 2119654"/>
              <a:gd name="connsiteY30100" fmla="*/ 2208286 h 2398711"/>
              <a:gd name="connsiteX30101" fmla="*/ 1308026 w 2119654"/>
              <a:gd name="connsiteY30101" fmla="*/ 2206930 h 2398711"/>
              <a:gd name="connsiteX30102" fmla="*/ 1314111 w 2119654"/>
              <a:gd name="connsiteY30102" fmla="*/ 2191856 h 2398711"/>
              <a:gd name="connsiteX30103" fmla="*/ 1314468 w 2119654"/>
              <a:gd name="connsiteY30103" fmla="*/ 2192025 h 2398711"/>
              <a:gd name="connsiteX30104" fmla="*/ 1317035 w 2119654"/>
              <a:gd name="connsiteY30104" fmla="*/ 2188053 h 2398711"/>
              <a:gd name="connsiteX30105" fmla="*/ 1317263 w 2119654"/>
              <a:gd name="connsiteY30105" fmla="*/ 2187689 h 2398711"/>
              <a:gd name="connsiteX30106" fmla="*/ 1316104 w 2119654"/>
              <a:gd name="connsiteY30106" fmla="*/ 2187580 h 2398711"/>
              <a:gd name="connsiteX30107" fmla="*/ 1311169 w 2119654"/>
              <a:gd name="connsiteY30107" fmla="*/ 2198175 h 2398711"/>
              <a:gd name="connsiteX30108" fmla="*/ 1311499 w 2119654"/>
              <a:gd name="connsiteY30108" fmla="*/ 2198463 h 2398711"/>
              <a:gd name="connsiteX30109" fmla="*/ 1311711 w 2119654"/>
              <a:gd name="connsiteY30109" fmla="*/ 2198177 h 2398711"/>
              <a:gd name="connsiteX30110" fmla="*/ 1311227 w 2119654"/>
              <a:gd name="connsiteY30110" fmla="*/ 2198050 h 2398711"/>
              <a:gd name="connsiteX30111" fmla="*/ 1310258 w 2119654"/>
              <a:gd name="connsiteY30111" fmla="*/ 2200130 h 2398711"/>
              <a:gd name="connsiteX30112" fmla="*/ 1311312 w 2119654"/>
              <a:gd name="connsiteY30112" fmla="*/ 2198713 h 2398711"/>
              <a:gd name="connsiteX30113" fmla="*/ 1311031 w 2119654"/>
              <a:gd name="connsiteY30113" fmla="*/ 2198469 h 2398711"/>
              <a:gd name="connsiteX30114" fmla="*/ 1834756 w 2119654"/>
              <a:gd name="connsiteY30114" fmla="*/ 1025624 h 2398711"/>
              <a:gd name="connsiteX30115" fmla="*/ 1834335 w 2119654"/>
              <a:gd name="connsiteY30115" fmla="*/ 1029258 h 2398711"/>
              <a:gd name="connsiteX30116" fmla="*/ 1839443 w 2119654"/>
              <a:gd name="connsiteY30116" fmla="*/ 1020874 h 2398711"/>
              <a:gd name="connsiteX30117" fmla="*/ 1845733 w 2119654"/>
              <a:gd name="connsiteY30117" fmla="*/ 1007978 h 2398711"/>
              <a:gd name="connsiteX30118" fmla="*/ 1845224 w 2119654"/>
              <a:gd name="connsiteY30118" fmla="*/ 1008381 h 2398711"/>
              <a:gd name="connsiteX30119" fmla="*/ 1824166 w 2119654"/>
              <a:gd name="connsiteY30119" fmla="*/ 1049066 h 2398711"/>
              <a:gd name="connsiteX30120" fmla="*/ 1823763 w 2119654"/>
              <a:gd name="connsiteY30120" fmla="*/ 1051067 h 2398711"/>
              <a:gd name="connsiteX30121" fmla="*/ 1824119 w 2119654"/>
              <a:gd name="connsiteY30121" fmla="*/ 1050649 h 2398711"/>
              <a:gd name="connsiteX30122" fmla="*/ 1824373 w 2119654"/>
              <a:gd name="connsiteY30122" fmla="*/ 1048726 h 2398711"/>
              <a:gd name="connsiteX30123" fmla="*/ 1789391 w 2119654"/>
              <a:gd name="connsiteY30123" fmla="*/ 1126897 h 2398711"/>
              <a:gd name="connsiteX30124" fmla="*/ 1789461 w 2119654"/>
              <a:gd name="connsiteY30124" fmla="*/ 1126850 h 2398711"/>
              <a:gd name="connsiteX30125" fmla="*/ 1792228 w 2119654"/>
              <a:gd name="connsiteY30125" fmla="*/ 1124178 h 2398711"/>
              <a:gd name="connsiteX30126" fmla="*/ 1789787 w 2119654"/>
              <a:gd name="connsiteY30126" fmla="*/ 1126224 h 2398711"/>
              <a:gd name="connsiteX30127" fmla="*/ 1763125 w 2119654"/>
              <a:gd name="connsiteY30127" fmla="*/ 1185437 h 2398711"/>
              <a:gd name="connsiteX30128" fmla="*/ 1763265 w 2119654"/>
              <a:gd name="connsiteY30128" fmla="*/ 1185614 h 2398711"/>
              <a:gd name="connsiteX30129" fmla="*/ 1763806 w 2119654"/>
              <a:gd name="connsiteY30129" fmla="*/ 1184268 h 2398711"/>
              <a:gd name="connsiteX30130" fmla="*/ 1763670 w 2119654"/>
              <a:gd name="connsiteY30130" fmla="*/ 1184390 h 2398711"/>
              <a:gd name="connsiteX30131" fmla="*/ 1302917 w 2119654"/>
              <a:gd name="connsiteY30131" fmla="*/ 2215889 h 2398711"/>
              <a:gd name="connsiteX30132" fmla="*/ 1306362 w 2119654"/>
              <a:gd name="connsiteY30132" fmla="*/ 2216476 h 2398711"/>
              <a:gd name="connsiteX30133" fmla="*/ 1312314 w 2119654"/>
              <a:gd name="connsiteY30133" fmla="*/ 2209369 h 2398711"/>
              <a:gd name="connsiteX30134" fmla="*/ 1306007 w 2119654"/>
              <a:gd name="connsiteY30134" fmla="*/ 2209256 h 2398711"/>
              <a:gd name="connsiteX30135" fmla="*/ 1301077 w 2119654"/>
              <a:gd name="connsiteY30135" fmla="*/ 2219839 h 2398711"/>
              <a:gd name="connsiteX30136" fmla="*/ 1302800 w 2119654"/>
              <a:gd name="connsiteY30136" fmla="*/ 2220527 h 2398711"/>
              <a:gd name="connsiteX30137" fmla="*/ 1303591 w 2119654"/>
              <a:gd name="connsiteY30137" fmla="*/ 2219784 h 2398711"/>
              <a:gd name="connsiteX30138" fmla="*/ 1305994 w 2119654"/>
              <a:gd name="connsiteY30138" fmla="*/ 2216916 h 2398711"/>
              <a:gd name="connsiteX30139" fmla="*/ 1302700 w 2119654"/>
              <a:gd name="connsiteY30139" fmla="*/ 2216355 h 2398711"/>
              <a:gd name="connsiteX30140" fmla="*/ 1300582 w 2119654"/>
              <a:gd name="connsiteY30140" fmla="*/ 2220903 h 2398711"/>
              <a:gd name="connsiteX30141" fmla="*/ 1301700 w 2119654"/>
              <a:gd name="connsiteY30141" fmla="*/ 2221559 h 2398711"/>
              <a:gd name="connsiteX30142" fmla="*/ 1302099 w 2119654"/>
              <a:gd name="connsiteY30142" fmla="*/ 2221184 h 2398711"/>
              <a:gd name="connsiteX30143" fmla="*/ 1300708 w 2119654"/>
              <a:gd name="connsiteY30143" fmla="*/ 2220632 h 2398711"/>
              <a:gd name="connsiteX30144" fmla="*/ 1299171 w 2119654"/>
              <a:gd name="connsiteY30144" fmla="*/ 2223932 h 2398711"/>
              <a:gd name="connsiteX30145" fmla="*/ 1300590 w 2119654"/>
              <a:gd name="connsiteY30145" fmla="*/ 2222600 h 2398711"/>
              <a:gd name="connsiteX30146" fmla="*/ 1299926 w 2119654"/>
              <a:gd name="connsiteY30146" fmla="*/ 2222311 h 2398711"/>
              <a:gd name="connsiteX30147" fmla="*/ 1762868 w 2119654"/>
              <a:gd name="connsiteY30147" fmla="*/ 1185111 h 2398711"/>
              <a:gd name="connsiteX30148" fmla="*/ 1762900 w 2119654"/>
              <a:gd name="connsiteY30148" fmla="*/ 1185150 h 2398711"/>
              <a:gd name="connsiteX30149" fmla="*/ 1762971 w 2119654"/>
              <a:gd name="connsiteY30149" fmla="*/ 1185019 h 2398711"/>
              <a:gd name="connsiteX30150" fmla="*/ 1765260 w 2119654"/>
              <a:gd name="connsiteY30150" fmla="*/ 1179415 h 2398711"/>
              <a:gd name="connsiteX30151" fmla="*/ 1765013 w 2119654"/>
              <a:gd name="connsiteY30151" fmla="*/ 1181224 h 2398711"/>
              <a:gd name="connsiteX30152" fmla="*/ 1765061 w 2119654"/>
              <a:gd name="connsiteY30152" fmla="*/ 1181134 h 2398711"/>
              <a:gd name="connsiteX30153" fmla="*/ 1765859 w 2119654"/>
              <a:gd name="connsiteY30153" fmla="*/ 1178890 h 2398711"/>
              <a:gd name="connsiteX30154" fmla="*/ 1785593 w 2119654"/>
              <a:gd name="connsiteY30154" fmla="*/ 1133866 h 2398711"/>
              <a:gd name="connsiteX30155" fmla="*/ 1785477 w 2119654"/>
              <a:gd name="connsiteY30155" fmla="*/ 1136960 h 2398711"/>
              <a:gd name="connsiteX30156" fmla="*/ 1786711 w 2119654"/>
              <a:gd name="connsiteY30156" fmla="*/ 1138107 h 2398711"/>
              <a:gd name="connsiteX30157" fmla="*/ 1788978 w 2119654"/>
              <a:gd name="connsiteY30157" fmla="*/ 1134665 h 2398711"/>
              <a:gd name="connsiteX30158" fmla="*/ 1788995 w 2119654"/>
              <a:gd name="connsiteY30158" fmla="*/ 1134872 h 2398711"/>
              <a:gd name="connsiteX30159" fmla="*/ 1786806 w 2119654"/>
              <a:gd name="connsiteY30159" fmla="*/ 1138195 h 2398711"/>
              <a:gd name="connsiteX30160" fmla="*/ 1788831 w 2119654"/>
              <a:gd name="connsiteY30160" fmla="*/ 1140077 h 2398711"/>
              <a:gd name="connsiteX30161" fmla="*/ 1791467 w 2119654"/>
              <a:gd name="connsiteY30161" fmla="*/ 1132731 h 2398711"/>
              <a:gd name="connsiteX30162" fmla="*/ 1792015 w 2119654"/>
              <a:gd name="connsiteY30162" fmla="*/ 1127865 h 2398711"/>
              <a:gd name="connsiteX30163" fmla="*/ 1785888 w 2119654"/>
              <a:gd name="connsiteY30163" fmla="*/ 1133571 h 2398711"/>
              <a:gd name="connsiteX30164" fmla="*/ 1785825 w 2119654"/>
              <a:gd name="connsiteY30164" fmla="*/ 1133613 h 2398711"/>
              <a:gd name="connsiteX30165" fmla="*/ 1769678 w 2119654"/>
              <a:gd name="connsiteY30165" fmla="*/ 1169416 h 2398711"/>
              <a:gd name="connsiteX30166" fmla="*/ 1769318 w 2119654"/>
              <a:gd name="connsiteY30166" fmla="*/ 1170430 h 2398711"/>
              <a:gd name="connsiteX30167" fmla="*/ 1769391 w 2119654"/>
              <a:gd name="connsiteY30167" fmla="*/ 1170366 h 2398711"/>
              <a:gd name="connsiteX30168" fmla="*/ 1769842 w 2119654"/>
              <a:gd name="connsiteY30168" fmla="*/ 1169243 h 2398711"/>
              <a:gd name="connsiteX30169" fmla="*/ 1292122 w 2119654"/>
              <a:gd name="connsiteY30169" fmla="*/ 2238557 h 2398711"/>
              <a:gd name="connsiteX30170" fmla="*/ 1310217 w 2119654"/>
              <a:gd name="connsiteY30170" fmla="*/ 2226785 h 2398711"/>
              <a:gd name="connsiteX30171" fmla="*/ 1302674 w 2119654"/>
              <a:gd name="connsiteY30171" fmla="*/ 2223506 h 2398711"/>
              <a:gd name="connsiteX30172" fmla="*/ 1296804 w 2119654"/>
              <a:gd name="connsiteY30172" fmla="*/ 2229013 h 2398711"/>
              <a:gd name="connsiteX30173" fmla="*/ 1293556 w 2119654"/>
              <a:gd name="connsiteY30173" fmla="*/ 2235985 h 2398711"/>
              <a:gd name="connsiteX30174" fmla="*/ 1787945 w 2119654"/>
              <a:gd name="connsiteY30174" fmla="*/ 1127862 h 2398711"/>
              <a:gd name="connsiteX30175" fmla="*/ 1788107 w 2119654"/>
              <a:gd name="connsiteY30175" fmla="*/ 1127753 h 2398711"/>
              <a:gd name="connsiteX30176" fmla="*/ 1788248 w 2119654"/>
              <a:gd name="connsiteY30176" fmla="*/ 1127514 h 2398711"/>
              <a:gd name="connsiteX30177" fmla="*/ 1788207 w 2119654"/>
              <a:gd name="connsiteY30177" fmla="*/ 1127547 h 2398711"/>
              <a:gd name="connsiteX30178" fmla="*/ 1818354 w 2119654"/>
              <a:gd name="connsiteY30178" fmla="*/ 1058602 h 2398711"/>
              <a:gd name="connsiteX30179" fmla="*/ 1819666 w 2119654"/>
              <a:gd name="connsiteY30179" fmla="*/ 1057323 h 2398711"/>
              <a:gd name="connsiteX30180" fmla="*/ 1819927 w 2119654"/>
              <a:gd name="connsiteY30180" fmla="*/ 1056020 h 2398711"/>
              <a:gd name="connsiteX30181" fmla="*/ 1763709 w 2119654"/>
              <a:gd name="connsiteY30181" fmla="*/ 1180773 h 2398711"/>
              <a:gd name="connsiteX30182" fmla="*/ 1762237 w 2119654"/>
              <a:gd name="connsiteY30182" fmla="*/ 1184308 h 2398711"/>
              <a:gd name="connsiteX30183" fmla="*/ 1762621 w 2119654"/>
              <a:gd name="connsiteY30183" fmla="*/ 1184796 h 2398711"/>
              <a:gd name="connsiteX30184" fmla="*/ 1763509 w 2119654"/>
              <a:gd name="connsiteY30184" fmla="*/ 1184019 h 2398711"/>
              <a:gd name="connsiteX30185" fmla="*/ 1764046 w 2119654"/>
              <a:gd name="connsiteY30185" fmla="*/ 1183021 h 2398711"/>
              <a:gd name="connsiteX30186" fmla="*/ 1764441 w 2119654"/>
              <a:gd name="connsiteY30186" fmla="*/ 1180132 h 2398711"/>
              <a:gd name="connsiteX30187" fmla="*/ 1817727 w 2119654"/>
              <a:gd name="connsiteY30187" fmla="*/ 1059631 h 2398711"/>
              <a:gd name="connsiteX30188" fmla="*/ 1817522 w 2119654"/>
              <a:gd name="connsiteY30188" fmla="*/ 1068008 h 2398711"/>
              <a:gd name="connsiteX30189" fmla="*/ 1819604 w 2119654"/>
              <a:gd name="connsiteY30189" fmla="*/ 1057636 h 2398711"/>
              <a:gd name="connsiteX30190" fmla="*/ 1817977 w 2119654"/>
              <a:gd name="connsiteY30190" fmla="*/ 1059222 h 2398711"/>
              <a:gd name="connsiteX30191" fmla="*/ 1827289 w 2119654"/>
              <a:gd name="connsiteY30191" fmla="*/ 1037913 h 2398711"/>
              <a:gd name="connsiteX30192" fmla="*/ 1828828 w 2119654"/>
              <a:gd name="connsiteY30192" fmla="*/ 1038295 h 2398711"/>
              <a:gd name="connsiteX30193" fmla="*/ 1832986 w 2119654"/>
              <a:gd name="connsiteY30193" fmla="*/ 1031470 h 2398711"/>
              <a:gd name="connsiteX30194" fmla="*/ 1833604 w 2119654"/>
              <a:gd name="connsiteY30194" fmla="*/ 1027521 h 2398711"/>
              <a:gd name="connsiteX30195" fmla="*/ 1827464 w 2119654"/>
              <a:gd name="connsiteY30195" fmla="*/ 1037633 h 2398711"/>
              <a:gd name="connsiteX30196" fmla="*/ 1827113 w 2119654"/>
              <a:gd name="connsiteY30196" fmla="*/ 1038195 h 2398711"/>
              <a:gd name="connsiteX30197" fmla="*/ 1826981 w 2119654"/>
              <a:gd name="connsiteY30197" fmla="*/ 1039635 h 2398711"/>
              <a:gd name="connsiteX30198" fmla="*/ 1826695 w 2119654"/>
              <a:gd name="connsiteY30198" fmla="*/ 1041793 h 2398711"/>
              <a:gd name="connsiteX30199" fmla="*/ 1828694 w 2119654"/>
              <a:gd name="connsiteY30199" fmla="*/ 1038513 h 2398711"/>
              <a:gd name="connsiteX30200" fmla="*/ 1827153 w 2119654"/>
              <a:gd name="connsiteY30200" fmla="*/ 1038131 h 2398711"/>
              <a:gd name="connsiteX30201" fmla="*/ 1767480 w 2119654"/>
              <a:gd name="connsiteY30201" fmla="*/ 1171721 h 2398711"/>
              <a:gd name="connsiteX30202" fmla="*/ 1767270 w 2119654"/>
              <a:gd name="connsiteY30202" fmla="*/ 1172223 h 2398711"/>
              <a:gd name="connsiteX30203" fmla="*/ 1768663 w 2119654"/>
              <a:gd name="connsiteY30203" fmla="*/ 1171003 h 2398711"/>
              <a:gd name="connsiteX30204" fmla="*/ 1768960 w 2119654"/>
              <a:gd name="connsiteY30204" fmla="*/ 1170168 h 2398711"/>
              <a:gd name="connsiteX30205" fmla="*/ 1769639 w 2119654"/>
              <a:gd name="connsiteY30205" fmla="*/ 1166539 h 2398711"/>
              <a:gd name="connsiteX30206" fmla="*/ 1769592 w 2119654"/>
              <a:gd name="connsiteY30206" fmla="*/ 1166651 h 2398711"/>
              <a:gd name="connsiteX30207" fmla="*/ 1770477 w 2119654"/>
              <a:gd name="connsiteY30207" fmla="*/ 1165903 h 2398711"/>
              <a:gd name="connsiteX30208" fmla="*/ 1770628 w 2119654"/>
              <a:gd name="connsiteY30208" fmla="*/ 1165479 h 2398711"/>
              <a:gd name="connsiteX30209" fmla="*/ 1769318 w 2119654"/>
              <a:gd name="connsiteY30209" fmla="*/ 1166882 h 2398711"/>
              <a:gd name="connsiteX30210" fmla="*/ 1769320 w 2119654"/>
              <a:gd name="connsiteY30210" fmla="*/ 1166879 h 2398711"/>
              <a:gd name="connsiteX30211" fmla="*/ 1769319 w 2119654"/>
              <a:gd name="connsiteY30211" fmla="*/ 1166880 h 2398711"/>
              <a:gd name="connsiteX30212" fmla="*/ 1772024 w 2119654"/>
              <a:gd name="connsiteY30212" fmla="*/ 1160810 h 2398711"/>
              <a:gd name="connsiteX30213" fmla="*/ 1770325 w 2119654"/>
              <a:gd name="connsiteY30213" fmla="*/ 1164890 h 2398711"/>
              <a:gd name="connsiteX30214" fmla="*/ 1771152 w 2119654"/>
              <a:gd name="connsiteY30214" fmla="*/ 1164006 h 2398711"/>
              <a:gd name="connsiteX30215" fmla="*/ 1771488 w 2119654"/>
              <a:gd name="connsiteY30215" fmla="*/ 1163060 h 2398711"/>
              <a:gd name="connsiteX30216" fmla="*/ 1771840 w 2119654"/>
              <a:gd name="connsiteY30216" fmla="*/ 1161695 h 2398711"/>
              <a:gd name="connsiteX30217" fmla="*/ 1284664 w 2119654"/>
              <a:gd name="connsiteY30217" fmla="*/ 2251936 h 2398711"/>
              <a:gd name="connsiteX30218" fmla="*/ 1287973 w 2119654"/>
              <a:gd name="connsiteY30218" fmla="*/ 2253994 h 2398711"/>
              <a:gd name="connsiteX30219" fmla="*/ 1314210 w 2119654"/>
              <a:gd name="connsiteY30219" fmla="*/ 2230623 h 2398711"/>
              <a:gd name="connsiteX30220" fmla="*/ 1315106 w 2119654"/>
              <a:gd name="connsiteY30220" fmla="*/ 2228911 h 2398711"/>
              <a:gd name="connsiteX30221" fmla="*/ 1311370 w 2119654"/>
              <a:gd name="connsiteY30221" fmla="*/ 2227287 h 2398711"/>
              <a:gd name="connsiteX30222" fmla="*/ 1291027 w 2119654"/>
              <a:gd name="connsiteY30222" fmla="*/ 2240523 h 2398711"/>
              <a:gd name="connsiteX30223" fmla="*/ 1285444 w 2119654"/>
              <a:gd name="connsiteY30223" fmla="*/ 2250536 h 2398711"/>
              <a:gd name="connsiteX30224" fmla="*/ 1287047 w 2119654"/>
              <a:gd name="connsiteY30224" fmla="*/ 2251628 h 2398711"/>
              <a:gd name="connsiteX30225" fmla="*/ 1286830 w 2119654"/>
              <a:gd name="connsiteY30225" fmla="*/ 2251664 h 2398711"/>
              <a:gd name="connsiteX30226" fmla="*/ 1285370 w 2119654"/>
              <a:gd name="connsiteY30226" fmla="*/ 2250669 h 2398711"/>
              <a:gd name="connsiteX30227" fmla="*/ 1762247 w 2119654"/>
              <a:gd name="connsiteY30227" fmla="*/ 1182055 h 2398711"/>
              <a:gd name="connsiteX30228" fmla="*/ 1762077 w 2119654"/>
              <a:gd name="connsiteY30228" fmla="*/ 1183991 h 2398711"/>
              <a:gd name="connsiteX30229" fmla="*/ 1763323 w 2119654"/>
              <a:gd name="connsiteY30229" fmla="*/ 1181112 h 2398711"/>
              <a:gd name="connsiteX30230" fmla="*/ 1283352 w 2119654"/>
              <a:gd name="connsiteY30230" fmla="*/ 2254289 h 2398711"/>
              <a:gd name="connsiteX30231" fmla="*/ 1286495 w 2119654"/>
              <a:gd name="connsiteY30231" fmla="*/ 2255309 h 2398711"/>
              <a:gd name="connsiteX30232" fmla="*/ 1287735 w 2119654"/>
              <a:gd name="connsiteY30232" fmla="*/ 2254205 h 2398711"/>
              <a:gd name="connsiteX30233" fmla="*/ 1284515 w 2119654"/>
              <a:gd name="connsiteY30233" fmla="*/ 2252203 h 2398711"/>
              <a:gd name="connsiteX30234" fmla="*/ 1766117 w 2119654"/>
              <a:gd name="connsiteY30234" fmla="*/ 1173150 h 2398711"/>
              <a:gd name="connsiteX30235" fmla="*/ 1766104 w 2119654"/>
              <a:gd name="connsiteY30235" fmla="*/ 1173245 h 2398711"/>
              <a:gd name="connsiteX30236" fmla="*/ 1766992 w 2119654"/>
              <a:gd name="connsiteY30236" fmla="*/ 1172467 h 2398711"/>
              <a:gd name="connsiteX30237" fmla="*/ 1767166 w 2119654"/>
              <a:gd name="connsiteY30237" fmla="*/ 1172049 h 2398711"/>
              <a:gd name="connsiteX30238" fmla="*/ 1835896 w 2119654"/>
              <a:gd name="connsiteY30238" fmla="*/ 1015774 h 2398711"/>
              <a:gd name="connsiteX30239" fmla="*/ 1834876 w 2119654"/>
              <a:gd name="connsiteY30239" fmla="*/ 1024584 h 2398711"/>
              <a:gd name="connsiteX30240" fmla="*/ 1840120 w 2119654"/>
              <a:gd name="connsiteY30240" fmla="*/ 1016247 h 2398711"/>
              <a:gd name="connsiteX30241" fmla="*/ 1844590 w 2119654"/>
              <a:gd name="connsiteY30241" fmla="*/ 1008884 h 2398711"/>
              <a:gd name="connsiteX30242" fmla="*/ 1761192 w 2119654"/>
              <a:gd name="connsiteY30242" fmla="*/ 1182979 h 2398711"/>
              <a:gd name="connsiteX30243" fmla="*/ 1761533 w 2119654"/>
              <a:gd name="connsiteY30243" fmla="*/ 1183412 h 2398711"/>
              <a:gd name="connsiteX30244" fmla="*/ 1761603 w 2119654"/>
              <a:gd name="connsiteY30244" fmla="*/ 1182619 h 2398711"/>
              <a:gd name="connsiteX30245" fmla="*/ 1300057 w 2119654"/>
              <a:gd name="connsiteY30245" fmla="*/ 2215401 h 2398711"/>
              <a:gd name="connsiteX30246" fmla="*/ 1300677 w 2119654"/>
              <a:gd name="connsiteY30246" fmla="*/ 2215506 h 2398711"/>
              <a:gd name="connsiteX30247" fmla="*/ 1301382 w 2119654"/>
              <a:gd name="connsiteY30247" fmla="*/ 2213992 h 2398711"/>
              <a:gd name="connsiteX30248" fmla="*/ 1758320 w 2119654"/>
              <a:gd name="connsiteY30248" fmla="*/ 1189204 h 2398711"/>
              <a:gd name="connsiteX30249" fmla="*/ 1758203 w 2119654"/>
              <a:gd name="connsiteY30249" fmla="*/ 1190207 h 2398711"/>
              <a:gd name="connsiteX30250" fmla="*/ 1759737 w 2119654"/>
              <a:gd name="connsiteY30250" fmla="*/ 1189004 h 2398711"/>
              <a:gd name="connsiteX30251" fmla="*/ 1759146 w 2119654"/>
              <a:gd name="connsiteY30251" fmla="*/ 1188460 h 2398711"/>
              <a:gd name="connsiteX30252" fmla="*/ 1279217 w 2119654"/>
              <a:gd name="connsiteY30252" fmla="*/ 2261706 h 2398711"/>
              <a:gd name="connsiteX30253" fmla="*/ 1282844 w 2119654"/>
              <a:gd name="connsiteY30253" fmla="*/ 2258562 h 2398711"/>
              <a:gd name="connsiteX30254" fmla="*/ 1286340 w 2119654"/>
              <a:gd name="connsiteY30254" fmla="*/ 2255448 h 2398711"/>
              <a:gd name="connsiteX30255" fmla="*/ 1283262 w 2119654"/>
              <a:gd name="connsiteY30255" fmla="*/ 2254449 h 2398711"/>
              <a:gd name="connsiteX30256" fmla="*/ 1817800 w 2119654"/>
              <a:gd name="connsiteY30256" fmla="*/ 1055637 h 2398711"/>
              <a:gd name="connsiteX30257" fmla="*/ 1817815 w 2119654"/>
              <a:gd name="connsiteY30257" fmla="*/ 1056044 h 2398711"/>
              <a:gd name="connsiteX30258" fmla="*/ 1817808 w 2119654"/>
              <a:gd name="connsiteY30258" fmla="*/ 1056377 h 2398711"/>
              <a:gd name="connsiteX30259" fmla="*/ 1819772 w 2119654"/>
              <a:gd name="connsiteY30259" fmla="*/ 1053154 h 2398711"/>
              <a:gd name="connsiteX30260" fmla="*/ 1758557 w 2119654"/>
              <a:gd name="connsiteY30260" fmla="*/ 1187919 h 2398711"/>
              <a:gd name="connsiteX30261" fmla="*/ 1758428 w 2119654"/>
              <a:gd name="connsiteY30261" fmla="*/ 1188466 h 2398711"/>
              <a:gd name="connsiteX30262" fmla="*/ 1758799 w 2119654"/>
              <a:gd name="connsiteY30262" fmla="*/ 1188141 h 2398711"/>
              <a:gd name="connsiteX30263" fmla="*/ 1797280 w 2119654"/>
              <a:gd name="connsiteY30263" fmla="*/ 1101208 h 2398711"/>
              <a:gd name="connsiteX30264" fmla="*/ 1794636 w 2119654"/>
              <a:gd name="connsiteY30264" fmla="*/ 1107590 h 2398711"/>
              <a:gd name="connsiteX30265" fmla="*/ 1794558 w 2119654"/>
              <a:gd name="connsiteY30265" fmla="*/ 1109591 h 2398711"/>
              <a:gd name="connsiteX30266" fmla="*/ 1796507 w 2119654"/>
              <a:gd name="connsiteY30266" fmla="*/ 1107958 h 2398711"/>
              <a:gd name="connsiteX30267" fmla="*/ 1278142 w 2119654"/>
              <a:gd name="connsiteY30267" fmla="*/ 2263632 h 2398711"/>
              <a:gd name="connsiteX30268" fmla="*/ 1286717 w 2119654"/>
              <a:gd name="connsiteY30268" fmla="*/ 2270019 h 2398711"/>
              <a:gd name="connsiteX30269" fmla="*/ 1310852 w 2119654"/>
              <a:gd name="connsiteY30269" fmla="*/ 2237043 h 2398711"/>
              <a:gd name="connsiteX30270" fmla="*/ 1313560 w 2119654"/>
              <a:gd name="connsiteY30270" fmla="*/ 2231867 h 2398711"/>
              <a:gd name="connsiteX30271" fmla="*/ 1298351 w 2119654"/>
              <a:gd name="connsiteY30271" fmla="*/ 2245412 h 2398711"/>
              <a:gd name="connsiteX30272" fmla="*/ 1288252 w 2119654"/>
              <a:gd name="connsiteY30272" fmla="*/ 2254167 h 2398711"/>
              <a:gd name="connsiteX30273" fmla="*/ 1289619 w 2119654"/>
              <a:gd name="connsiteY30273" fmla="*/ 2255017 h 2398711"/>
              <a:gd name="connsiteX30274" fmla="*/ 1289185 w 2119654"/>
              <a:gd name="connsiteY30274" fmla="*/ 2255106 h 2398711"/>
              <a:gd name="connsiteX30275" fmla="*/ 1288011 w 2119654"/>
              <a:gd name="connsiteY30275" fmla="*/ 2254377 h 2398711"/>
              <a:gd name="connsiteX30276" fmla="*/ 1286815 w 2119654"/>
              <a:gd name="connsiteY30276" fmla="*/ 2255413 h 2398711"/>
              <a:gd name="connsiteX30277" fmla="*/ 1287576 w 2119654"/>
              <a:gd name="connsiteY30277" fmla="*/ 2255661 h 2398711"/>
              <a:gd name="connsiteX30278" fmla="*/ 1287304 w 2119654"/>
              <a:gd name="connsiteY30278" fmla="*/ 2255761 h 2398711"/>
              <a:gd name="connsiteX30279" fmla="*/ 1286657 w 2119654"/>
              <a:gd name="connsiteY30279" fmla="*/ 2255551 h 2398711"/>
              <a:gd name="connsiteX30280" fmla="*/ 1278897 w 2119654"/>
              <a:gd name="connsiteY30280" fmla="*/ 2262277 h 2398711"/>
              <a:gd name="connsiteX30281" fmla="*/ 1768984 w 2119654"/>
              <a:gd name="connsiteY30281" fmla="*/ 1164498 h 2398711"/>
              <a:gd name="connsiteX30282" fmla="*/ 1772264 w 2119654"/>
              <a:gd name="connsiteY30282" fmla="*/ 1159660 h 2398711"/>
              <a:gd name="connsiteX30283" fmla="*/ 1773187 w 2119654"/>
              <a:gd name="connsiteY30283" fmla="*/ 1155229 h 2398711"/>
              <a:gd name="connsiteX30284" fmla="*/ 1305899 w 2119654"/>
              <a:gd name="connsiteY30284" fmla="*/ 2201426 h 2398711"/>
              <a:gd name="connsiteX30285" fmla="*/ 1306338 w 2119654"/>
              <a:gd name="connsiteY30285" fmla="*/ 2201513 h 2398711"/>
              <a:gd name="connsiteX30286" fmla="*/ 1306647 w 2119654"/>
              <a:gd name="connsiteY30286" fmla="*/ 2200854 h 2398711"/>
              <a:gd name="connsiteX30287" fmla="*/ 1767373 w 2119654"/>
              <a:gd name="connsiteY30287" fmla="*/ 1168051 h 2398711"/>
              <a:gd name="connsiteX30288" fmla="*/ 1770006 w 2119654"/>
              <a:gd name="connsiteY30288" fmla="*/ 1165232 h 2398711"/>
              <a:gd name="connsiteX30289" fmla="*/ 1771876 w 2119654"/>
              <a:gd name="connsiteY30289" fmla="*/ 1160741 h 2398711"/>
              <a:gd name="connsiteX30290" fmla="*/ 1768286 w 2119654"/>
              <a:gd name="connsiteY30290" fmla="*/ 1166038 h 2398711"/>
              <a:gd name="connsiteX30291" fmla="*/ 1802028 w 2119654"/>
              <a:gd name="connsiteY30291" fmla="*/ 1089963 h 2398711"/>
              <a:gd name="connsiteX30292" fmla="*/ 1800336 w 2119654"/>
              <a:gd name="connsiteY30292" fmla="*/ 1104751 h 2398711"/>
              <a:gd name="connsiteX30293" fmla="*/ 1801885 w 2119654"/>
              <a:gd name="connsiteY30293" fmla="*/ 1103453 h 2398711"/>
              <a:gd name="connsiteX30294" fmla="*/ 1806577 w 2119654"/>
              <a:gd name="connsiteY30294" fmla="*/ 1089803 h 2398711"/>
              <a:gd name="connsiteX30295" fmla="*/ 1806676 w 2119654"/>
              <a:gd name="connsiteY30295" fmla="*/ 1090086 h 2398711"/>
              <a:gd name="connsiteX30296" fmla="*/ 1802162 w 2119654"/>
              <a:gd name="connsiteY30296" fmla="*/ 1103220 h 2398711"/>
              <a:gd name="connsiteX30297" fmla="*/ 1802319 w 2119654"/>
              <a:gd name="connsiteY30297" fmla="*/ 1103088 h 2398711"/>
              <a:gd name="connsiteX30298" fmla="*/ 1803047 w 2119654"/>
              <a:gd name="connsiteY30298" fmla="*/ 1102372 h 2398711"/>
              <a:gd name="connsiteX30299" fmla="*/ 1806324 w 2119654"/>
              <a:gd name="connsiteY30299" fmla="*/ 1096805 h 2398711"/>
              <a:gd name="connsiteX30300" fmla="*/ 1807922 w 2119654"/>
              <a:gd name="connsiteY30300" fmla="*/ 1081729 h 2398711"/>
              <a:gd name="connsiteX30301" fmla="*/ 1809048 w 2119654"/>
              <a:gd name="connsiteY30301" fmla="*/ 1073612 h 2398711"/>
              <a:gd name="connsiteX30302" fmla="*/ 1808395 w 2119654"/>
              <a:gd name="connsiteY30302" fmla="*/ 1080669 h 2398711"/>
              <a:gd name="connsiteX30303" fmla="*/ 1812720 w 2119654"/>
              <a:gd name="connsiteY30303" fmla="*/ 1074627 h 2398711"/>
              <a:gd name="connsiteX30304" fmla="*/ 1812767 w 2119654"/>
              <a:gd name="connsiteY30304" fmla="*/ 1074960 h 2398711"/>
              <a:gd name="connsiteX30305" fmla="*/ 1808353 w 2119654"/>
              <a:gd name="connsiteY30305" fmla="*/ 1081126 h 2398711"/>
              <a:gd name="connsiteX30306" fmla="*/ 1807235 w 2119654"/>
              <a:gd name="connsiteY30306" fmla="*/ 1093224 h 2398711"/>
              <a:gd name="connsiteX30307" fmla="*/ 1806976 w 2119654"/>
              <a:gd name="connsiteY30307" fmla="*/ 1095669 h 2398711"/>
              <a:gd name="connsiteX30308" fmla="*/ 1813693 w 2119654"/>
              <a:gd name="connsiteY30308" fmla="*/ 1083897 h 2398711"/>
              <a:gd name="connsiteX30309" fmla="*/ 1814146 w 2119654"/>
              <a:gd name="connsiteY30309" fmla="*/ 1065508 h 2398711"/>
              <a:gd name="connsiteX30310" fmla="*/ 1811758 w 2119654"/>
              <a:gd name="connsiteY30310" fmla="*/ 1069426 h 2398711"/>
              <a:gd name="connsiteX30311" fmla="*/ 1810065 w 2119654"/>
              <a:gd name="connsiteY30311" fmla="*/ 1071574 h 2398711"/>
              <a:gd name="connsiteX30312" fmla="*/ 1819227 w 2119654"/>
              <a:gd name="connsiteY30312" fmla="*/ 1050789 h 2398711"/>
              <a:gd name="connsiteX30313" fmla="*/ 1817754 w 2119654"/>
              <a:gd name="connsiteY30313" fmla="*/ 1054372 h 2398711"/>
              <a:gd name="connsiteX30314" fmla="*/ 1817782 w 2119654"/>
              <a:gd name="connsiteY30314" fmla="*/ 1055139 h 2398711"/>
              <a:gd name="connsiteX30315" fmla="*/ 1820891 w 2119654"/>
              <a:gd name="connsiteY30315" fmla="*/ 1051223 h 2398711"/>
              <a:gd name="connsiteX30316" fmla="*/ 1821803 w 2119654"/>
              <a:gd name="connsiteY30316" fmla="*/ 1046675 h 2398711"/>
              <a:gd name="connsiteX30317" fmla="*/ 1274984 w 2119654"/>
              <a:gd name="connsiteY30317" fmla="*/ 2269297 h 2398711"/>
              <a:gd name="connsiteX30318" fmla="*/ 1283201 w 2119654"/>
              <a:gd name="connsiteY30318" fmla="*/ 2271811 h 2398711"/>
              <a:gd name="connsiteX30319" fmla="*/ 1285018 w 2119654"/>
              <a:gd name="connsiteY30319" fmla="*/ 2272341 h 2398711"/>
              <a:gd name="connsiteX30320" fmla="*/ 1286416 w 2119654"/>
              <a:gd name="connsiteY30320" fmla="*/ 2270430 h 2398711"/>
              <a:gd name="connsiteX30321" fmla="*/ 1277892 w 2119654"/>
              <a:gd name="connsiteY30321" fmla="*/ 2264080 h 2398711"/>
              <a:gd name="connsiteX30322" fmla="*/ 1822647 w 2119654"/>
              <a:gd name="connsiteY30322" fmla="*/ 1042468 h 2398711"/>
              <a:gd name="connsiteX30323" fmla="*/ 1820796 w 2119654"/>
              <a:gd name="connsiteY30323" fmla="*/ 1046972 h 2398711"/>
              <a:gd name="connsiteX30324" fmla="*/ 1822188 w 2119654"/>
              <a:gd name="connsiteY30324" fmla="*/ 1044759 h 2398711"/>
              <a:gd name="connsiteX30325" fmla="*/ 1297397 w 2119654"/>
              <a:gd name="connsiteY30325" fmla="*/ 2218368 h 2398711"/>
              <a:gd name="connsiteX30326" fmla="*/ 1299038 w 2119654"/>
              <a:gd name="connsiteY30326" fmla="*/ 2219024 h 2398711"/>
              <a:gd name="connsiteX30327" fmla="*/ 1300459 w 2119654"/>
              <a:gd name="connsiteY30327" fmla="*/ 2215973 h 2398711"/>
              <a:gd name="connsiteX30328" fmla="*/ 1299649 w 2119654"/>
              <a:gd name="connsiteY30328" fmla="*/ 2215834 h 2398711"/>
              <a:gd name="connsiteX30329" fmla="*/ 1297719 w 2119654"/>
              <a:gd name="connsiteY30329" fmla="*/ 2217887 h 2398711"/>
              <a:gd name="connsiteX30330" fmla="*/ 1793163 w 2119654"/>
              <a:gd name="connsiteY30330" fmla="*/ 1108017 h 2398711"/>
              <a:gd name="connsiteX30331" fmla="*/ 1791967 w 2119654"/>
              <a:gd name="connsiteY30331" fmla="*/ 1111764 h 2398711"/>
              <a:gd name="connsiteX30332" fmla="*/ 1792861 w 2119654"/>
              <a:gd name="connsiteY30332" fmla="*/ 1111014 h 2398711"/>
              <a:gd name="connsiteX30333" fmla="*/ 1793063 w 2119654"/>
              <a:gd name="connsiteY30333" fmla="*/ 1110569 h 2398711"/>
              <a:gd name="connsiteX30334" fmla="*/ 1802369 w 2119654"/>
              <a:gd name="connsiteY30334" fmla="*/ 1086985 h 2398711"/>
              <a:gd name="connsiteX30335" fmla="*/ 1802082 w 2119654"/>
              <a:gd name="connsiteY30335" fmla="*/ 1089489 h 2398711"/>
              <a:gd name="connsiteX30336" fmla="*/ 1807971 w 2119654"/>
              <a:gd name="connsiteY30336" fmla="*/ 1081262 h 2398711"/>
              <a:gd name="connsiteX30337" fmla="*/ 1808710 w 2119654"/>
              <a:gd name="connsiteY30337" fmla="*/ 1074288 h 2398711"/>
              <a:gd name="connsiteX30338" fmla="*/ 1270195 w 2119654"/>
              <a:gd name="connsiteY30338" fmla="*/ 2277888 h 2398711"/>
              <a:gd name="connsiteX30339" fmla="*/ 1276939 w 2119654"/>
              <a:gd name="connsiteY30339" fmla="*/ 2283379 h 2398711"/>
              <a:gd name="connsiteX30340" fmla="*/ 1284934 w 2119654"/>
              <a:gd name="connsiteY30340" fmla="*/ 2272456 h 2398711"/>
              <a:gd name="connsiteX30341" fmla="*/ 1274860 w 2119654"/>
              <a:gd name="connsiteY30341" fmla="*/ 2269520 h 2398711"/>
              <a:gd name="connsiteX30342" fmla="*/ 1313329 w 2119654"/>
              <a:gd name="connsiteY30342" fmla="*/ 2181159 h 2398711"/>
              <a:gd name="connsiteX30343" fmla="*/ 1314568 w 2119654"/>
              <a:gd name="connsiteY30343" fmla="*/ 2182252 h 2398711"/>
              <a:gd name="connsiteX30344" fmla="*/ 1315297 w 2119654"/>
              <a:gd name="connsiteY30344" fmla="*/ 2180057 h 2398711"/>
              <a:gd name="connsiteX30345" fmla="*/ 1832522 w 2119654"/>
              <a:gd name="connsiteY30345" fmla="*/ 1018447 h 2398711"/>
              <a:gd name="connsiteX30346" fmla="*/ 1827892 w 2119654"/>
              <a:gd name="connsiteY30346" fmla="*/ 1029711 h 2398711"/>
              <a:gd name="connsiteX30347" fmla="*/ 1827249 w 2119654"/>
              <a:gd name="connsiteY30347" fmla="*/ 1036712 h 2398711"/>
              <a:gd name="connsiteX30348" fmla="*/ 1833766 w 2119654"/>
              <a:gd name="connsiteY30348" fmla="*/ 1026348 h 2398711"/>
              <a:gd name="connsiteX30349" fmla="*/ 1834900 w 2119654"/>
              <a:gd name="connsiteY30349" fmla="*/ 1016563 h 2398711"/>
              <a:gd name="connsiteX30350" fmla="*/ 1767313 w 2119654"/>
              <a:gd name="connsiteY30350" fmla="*/ 1164407 h 2398711"/>
              <a:gd name="connsiteX30351" fmla="*/ 1766966 w 2119654"/>
              <a:gd name="connsiteY30351" fmla="*/ 1166940 h 2398711"/>
              <a:gd name="connsiteX30352" fmla="*/ 1769544 w 2119654"/>
              <a:gd name="connsiteY30352" fmla="*/ 1162430 h 2398711"/>
              <a:gd name="connsiteX30353" fmla="*/ 1773128 w 2119654"/>
              <a:gd name="connsiteY30353" fmla="*/ 1154528 h 2398711"/>
              <a:gd name="connsiteX30354" fmla="*/ 1836676 w 2119654"/>
              <a:gd name="connsiteY30354" fmla="*/ 1009040 h 2398711"/>
              <a:gd name="connsiteX30355" fmla="*/ 1835925 w 2119654"/>
              <a:gd name="connsiteY30355" fmla="*/ 1015528 h 2398711"/>
              <a:gd name="connsiteX30356" fmla="*/ 1844853 w 2119654"/>
              <a:gd name="connsiteY30356" fmla="*/ 1008452 h 2398711"/>
              <a:gd name="connsiteX30357" fmla="*/ 1848153 w 2119654"/>
              <a:gd name="connsiteY30357" fmla="*/ 1003015 h 2398711"/>
              <a:gd name="connsiteX30358" fmla="*/ 1852192 w 2119654"/>
              <a:gd name="connsiteY30358" fmla="*/ 994735 h 2398711"/>
              <a:gd name="connsiteX30359" fmla="*/ 1851921 w 2119654"/>
              <a:gd name="connsiteY30359" fmla="*/ 987354 h 2398711"/>
              <a:gd name="connsiteX30360" fmla="*/ 1845802 w 2119654"/>
              <a:gd name="connsiteY30360" fmla="*/ 996207 h 2398711"/>
              <a:gd name="connsiteX30361" fmla="*/ 1762962 w 2119654"/>
              <a:gd name="connsiteY30361" fmla="*/ 1173891 h 2398711"/>
              <a:gd name="connsiteX30362" fmla="*/ 1762956 w 2119654"/>
              <a:gd name="connsiteY30362" fmla="*/ 1173956 h 2398711"/>
              <a:gd name="connsiteX30363" fmla="*/ 1763163 w 2119654"/>
              <a:gd name="connsiteY30363" fmla="*/ 1173594 h 2398711"/>
              <a:gd name="connsiteX30364" fmla="*/ 1275534 w 2119654"/>
              <a:gd name="connsiteY30364" fmla="*/ 2265194 h 2398711"/>
              <a:gd name="connsiteX30365" fmla="*/ 1274800 w 2119654"/>
              <a:gd name="connsiteY30365" fmla="*/ 2267487 h 2398711"/>
              <a:gd name="connsiteX30366" fmla="*/ 1276588 w 2119654"/>
              <a:gd name="connsiteY30366" fmla="*/ 2264280 h 2398711"/>
              <a:gd name="connsiteX30367" fmla="*/ 1835529 w 2119654"/>
              <a:gd name="connsiteY30367" fmla="*/ 1011134 h 2398711"/>
              <a:gd name="connsiteX30368" fmla="*/ 1832674 w 2119654"/>
              <a:gd name="connsiteY30368" fmla="*/ 1018078 h 2398711"/>
              <a:gd name="connsiteX30369" fmla="*/ 1833691 w 2119654"/>
              <a:gd name="connsiteY30369" fmla="*/ 1017298 h 2398711"/>
              <a:gd name="connsiteX30370" fmla="*/ 1834929 w 2119654"/>
              <a:gd name="connsiteY30370" fmla="*/ 1016318 h 2398711"/>
              <a:gd name="connsiteX30371" fmla="*/ 1795461 w 2119654"/>
              <a:gd name="connsiteY30371" fmla="*/ 1100816 h 2398711"/>
              <a:gd name="connsiteX30372" fmla="*/ 1794822 w 2119654"/>
              <a:gd name="connsiteY30372" fmla="*/ 1102818 h 2398711"/>
              <a:gd name="connsiteX30373" fmla="*/ 1794657 w 2119654"/>
              <a:gd name="connsiteY30373" fmla="*/ 1107054 h 2398711"/>
              <a:gd name="connsiteX30374" fmla="*/ 1795902 w 2119654"/>
              <a:gd name="connsiteY30374" fmla="*/ 1104309 h 2398711"/>
              <a:gd name="connsiteX30375" fmla="*/ 1797316 w 2119654"/>
              <a:gd name="connsiteY30375" fmla="*/ 1100896 h 2398711"/>
              <a:gd name="connsiteX30376" fmla="*/ 1797879 w 2119654"/>
              <a:gd name="connsiteY30376" fmla="*/ 1095973 h 2398711"/>
              <a:gd name="connsiteX30377" fmla="*/ 1276277 w 2119654"/>
              <a:gd name="connsiteY30377" fmla="*/ 2262876 h 2398711"/>
              <a:gd name="connsiteX30378" fmla="*/ 1275665 w 2119654"/>
              <a:gd name="connsiteY30378" fmla="*/ 2264784 h 2398711"/>
              <a:gd name="connsiteX30379" fmla="*/ 1276907 w 2119654"/>
              <a:gd name="connsiteY30379" fmla="*/ 2263709 h 2398711"/>
              <a:gd name="connsiteX30380" fmla="*/ 1277050 w 2119654"/>
              <a:gd name="connsiteY30380" fmla="*/ 2263452 h 2398711"/>
              <a:gd name="connsiteX30381" fmla="*/ 1761579 w 2119654"/>
              <a:gd name="connsiteY30381" fmla="*/ 1175166 h 2398711"/>
              <a:gd name="connsiteX30382" fmla="*/ 1761486 w 2119654"/>
              <a:gd name="connsiteY30382" fmla="*/ 1175558 h 2398711"/>
              <a:gd name="connsiteX30383" fmla="*/ 1762209 w 2119654"/>
              <a:gd name="connsiteY30383" fmla="*/ 1174492 h 2398711"/>
              <a:gd name="connsiteX30384" fmla="*/ 1811713 w 2119654"/>
              <a:gd name="connsiteY30384" fmla="*/ 1062789 h 2398711"/>
              <a:gd name="connsiteX30385" fmla="*/ 1813066 w 2119654"/>
              <a:gd name="connsiteY30385" fmla="*/ 1061084 h 2398711"/>
              <a:gd name="connsiteX30386" fmla="*/ 1814190 w 2119654"/>
              <a:gd name="connsiteY30386" fmla="*/ 1058834 h 2398711"/>
              <a:gd name="connsiteX30387" fmla="*/ 1753185 w 2119654"/>
              <a:gd name="connsiteY30387" fmla="*/ 1193824 h 2398711"/>
              <a:gd name="connsiteX30388" fmla="*/ 1753073 w 2119654"/>
              <a:gd name="connsiteY30388" fmla="*/ 1194230 h 2398711"/>
              <a:gd name="connsiteX30389" fmla="*/ 1753497 w 2119654"/>
              <a:gd name="connsiteY30389" fmla="*/ 1193897 h 2398711"/>
              <a:gd name="connsiteX30390" fmla="*/ 1753667 w 2119654"/>
              <a:gd name="connsiteY30390" fmla="*/ 1193391 h 2398711"/>
              <a:gd name="connsiteX30391" fmla="*/ 1763177 w 2119654"/>
              <a:gd name="connsiteY30391" fmla="*/ 1171433 h 2398711"/>
              <a:gd name="connsiteX30392" fmla="*/ 1763117 w 2119654"/>
              <a:gd name="connsiteY30392" fmla="*/ 1172114 h 2398711"/>
              <a:gd name="connsiteX30393" fmla="*/ 1764762 w 2119654"/>
              <a:gd name="connsiteY30393" fmla="*/ 1170725 h 2398711"/>
              <a:gd name="connsiteX30394" fmla="*/ 1765019 w 2119654"/>
              <a:gd name="connsiteY30394" fmla="*/ 1170346 h 2398711"/>
              <a:gd name="connsiteX30395" fmla="*/ 1766018 w 2119654"/>
              <a:gd name="connsiteY30395" fmla="*/ 1168598 h 2398711"/>
              <a:gd name="connsiteX30396" fmla="*/ 1766374 w 2119654"/>
              <a:gd name="connsiteY30396" fmla="*/ 1166001 h 2398711"/>
              <a:gd name="connsiteX30397" fmla="*/ 1753665 w 2119654"/>
              <a:gd name="connsiteY30397" fmla="*/ 1192367 h 2398711"/>
              <a:gd name="connsiteX30398" fmla="*/ 1753857 w 2119654"/>
              <a:gd name="connsiteY30398" fmla="*/ 1192466 h 2398711"/>
              <a:gd name="connsiteX30399" fmla="*/ 1754026 w 2119654"/>
              <a:gd name="connsiteY30399" fmla="*/ 1192318 h 2398711"/>
              <a:gd name="connsiteX30400" fmla="*/ 1754296 w 2119654"/>
              <a:gd name="connsiteY30400" fmla="*/ 1191511 h 2398711"/>
              <a:gd name="connsiteX30401" fmla="*/ 1754316 w 2119654"/>
              <a:gd name="connsiteY30401" fmla="*/ 1191228 h 2398711"/>
              <a:gd name="connsiteX30402" fmla="*/ 1753476 w 2119654"/>
              <a:gd name="connsiteY30402" fmla="*/ 1192774 h 2398711"/>
              <a:gd name="connsiteX30403" fmla="*/ 1753467 w 2119654"/>
              <a:gd name="connsiteY30403" fmla="*/ 1192807 h 2398711"/>
              <a:gd name="connsiteX30404" fmla="*/ 1753494 w 2119654"/>
              <a:gd name="connsiteY30404" fmla="*/ 1192783 h 2398711"/>
              <a:gd name="connsiteX30405" fmla="*/ 1762439 w 2119654"/>
              <a:gd name="connsiteY30405" fmla="*/ 1172685 h 2398711"/>
              <a:gd name="connsiteX30406" fmla="*/ 1762474 w 2119654"/>
              <a:gd name="connsiteY30406" fmla="*/ 1172656 h 2398711"/>
              <a:gd name="connsiteX30407" fmla="*/ 1762477 w 2119654"/>
              <a:gd name="connsiteY30407" fmla="*/ 1172621 h 2398711"/>
              <a:gd name="connsiteX30408" fmla="*/ 1788102 w 2119654"/>
              <a:gd name="connsiteY30408" fmla="*/ 1115003 h 2398711"/>
              <a:gd name="connsiteX30409" fmla="*/ 1790076 w 2119654"/>
              <a:gd name="connsiteY30409" fmla="*/ 1113347 h 2398711"/>
              <a:gd name="connsiteX30410" fmla="*/ 1791624 w 2119654"/>
              <a:gd name="connsiteY30410" fmla="*/ 1108497 h 2398711"/>
              <a:gd name="connsiteX30411" fmla="*/ 1789226 w 2119654"/>
              <a:gd name="connsiteY30411" fmla="*/ 1113299 h 2398711"/>
              <a:gd name="connsiteX30412" fmla="*/ 1307671 w 2119654"/>
              <a:gd name="connsiteY30412" fmla="*/ 2190261 h 2398711"/>
              <a:gd name="connsiteX30413" fmla="*/ 1307327 w 2119654"/>
              <a:gd name="connsiteY30413" fmla="*/ 2193966 h 2398711"/>
              <a:gd name="connsiteX30414" fmla="*/ 1309600 w 2119654"/>
              <a:gd name="connsiteY30414" fmla="*/ 2194564 h 2398711"/>
              <a:gd name="connsiteX30415" fmla="*/ 1310903 w 2119654"/>
              <a:gd name="connsiteY30415" fmla="*/ 2191785 h 2398711"/>
              <a:gd name="connsiteX30416" fmla="*/ 1311190 w 2119654"/>
              <a:gd name="connsiteY30416" fmla="*/ 2182356 h 2398711"/>
              <a:gd name="connsiteX30417" fmla="*/ 1312080 w 2119654"/>
              <a:gd name="connsiteY30417" fmla="*/ 2182810 h 2398711"/>
              <a:gd name="connsiteX30418" fmla="*/ 1311419 w 2119654"/>
              <a:gd name="connsiteY30418" fmla="*/ 2182227 h 2398711"/>
              <a:gd name="connsiteX30419" fmla="*/ 1809760 w 2119654"/>
              <a:gd name="connsiteY30419" fmla="*/ 1065907 h 2398711"/>
              <a:gd name="connsiteX30420" fmla="*/ 1809669 w 2119654"/>
              <a:gd name="connsiteY30420" fmla="*/ 1066894 h 2398711"/>
              <a:gd name="connsiteX30421" fmla="*/ 1810609 w 2119654"/>
              <a:gd name="connsiteY30421" fmla="*/ 1066001 h 2398711"/>
              <a:gd name="connsiteX30422" fmla="*/ 1812362 w 2119654"/>
              <a:gd name="connsiteY30422" fmla="*/ 1062493 h 2398711"/>
              <a:gd name="connsiteX30423" fmla="*/ 1810163 w 2119654"/>
              <a:gd name="connsiteY30423" fmla="*/ 1065264 h 2398711"/>
              <a:gd name="connsiteX30424" fmla="*/ 1279378 w 2119654"/>
              <a:gd name="connsiteY30424" fmla="*/ 2253188 h 2398711"/>
              <a:gd name="connsiteX30425" fmla="*/ 1276440 w 2119654"/>
              <a:gd name="connsiteY30425" fmla="*/ 2262365 h 2398711"/>
              <a:gd name="connsiteX30426" fmla="*/ 1277300 w 2119654"/>
              <a:gd name="connsiteY30426" fmla="*/ 2263004 h 2398711"/>
              <a:gd name="connsiteX30427" fmla="*/ 1282252 w 2119654"/>
              <a:gd name="connsiteY30427" fmla="*/ 2254121 h 2398711"/>
              <a:gd name="connsiteX30428" fmla="*/ 1803124 w 2119654"/>
              <a:gd name="connsiteY30428" fmla="*/ 1080385 h 2398711"/>
              <a:gd name="connsiteX30429" fmla="*/ 1803035 w 2119654"/>
              <a:gd name="connsiteY30429" fmla="*/ 1081167 h 2398711"/>
              <a:gd name="connsiteX30430" fmla="*/ 1803947 w 2119654"/>
              <a:gd name="connsiteY30430" fmla="*/ 1079341 h 2398711"/>
              <a:gd name="connsiteX30431" fmla="*/ 1808371 w 2119654"/>
              <a:gd name="connsiteY30431" fmla="*/ 1068125 h 2398711"/>
              <a:gd name="connsiteX30432" fmla="*/ 1809407 w 2119654"/>
              <a:gd name="connsiteY30432" fmla="*/ 1067142 h 2398711"/>
              <a:gd name="connsiteX30433" fmla="*/ 1809480 w 2119654"/>
              <a:gd name="connsiteY30433" fmla="*/ 1066355 h 2398711"/>
              <a:gd name="connsiteX30434" fmla="*/ 1280493 w 2119654"/>
              <a:gd name="connsiteY30434" fmla="*/ 2249702 h 2398711"/>
              <a:gd name="connsiteX30435" fmla="*/ 1279433 w 2119654"/>
              <a:gd name="connsiteY30435" fmla="*/ 2253016 h 2398711"/>
              <a:gd name="connsiteX30436" fmla="*/ 1282341 w 2119654"/>
              <a:gd name="connsiteY30436" fmla="*/ 2253961 h 2398711"/>
              <a:gd name="connsiteX30437" fmla="*/ 1283629 w 2119654"/>
              <a:gd name="connsiteY30437" fmla="*/ 2251652 h 2398711"/>
              <a:gd name="connsiteX30438" fmla="*/ 1844383 w 2119654"/>
              <a:gd name="connsiteY30438" fmla="*/ 986954 h 2398711"/>
              <a:gd name="connsiteX30439" fmla="*/ 1836842 w 2119654"/>
              <a:gd name="connsiteY30439" fmla="*/ 1007605 h 2398711"/>
              <a:gd name="connsiteX30440" fmla="*/ 1836745 w 2119654"/>
              <a:gd name="connsiteY30440" fmla="*/ 1008439 h 2398711"/>
              <a:gd name="connsiteX30441" fmla="*/ 1851912 w 2119654"/>
              <a:gd name="connsiteY30441" fmla="*/ 987113 h 2398711"/>
              <a:gd name="connsiteX30442" fmla="*/ 1851615 w 2119654"/>
              <a:gd name="connsiteY30442" fmla="*/ 979033 h 2398711"/>
              <a:gd name="connsiteX30443" fmla="*/ 1806967 w 2119654"/>
              <a:gd name="connsiteY30443" fmla="*/ 1070367 h 2398711"/>
              <a:gd name="connsiteX30444" fmla="*/ 1809042 w 2119654"/>
              <a:gd name="connsiteY30444" fmla="*/ 1067998 h 2398711"/>
              <a:gd name="connsiteX30445" fmla="*/ 1809252 w 2119654"/>
              <a:gd name="connsiteY30445" fmla="*/ 1067731 h 2398711"/>
              <a:gd name="connsiteX30446" fmla="*/ 1807624 w 2119654"/>
              <a:gd name="connsiteY30446" fmla="*/ 1069319 h 2398711"/>
              <a:gd name="connsiteX30447" fmla="*/ 1281113 w 2119654"/>
              <a:gd name="connsiteY30447" fmla="*/ 2247766 h 2398711"/>
              <a:gd name="connsiteX30448" fmla="*/ 1280589 w 2119654"/>
              <a:gd name="connsiteY30448" fmla="*/ 2249403 h 2398711"/>
              <a:gd name="connsiteX30449" fmla="*/ 1283777 w 2119654"/>
              <a:gd name="connsiteY30449" fmla="*/ 2251385 h 2398711"/>
              <a:gd name="connsiteX30450" fmla="*/ 1284505 w 2119654"/>
              <a:gd name="connsiteY30450" fmla="*/ 2250079 h 2398711"/>
              <a:gd name="connsiteX30451" fmla="*/ 1271892 w 2119654"/>
              <a:gd name="connsiteY30451" fmla="*/ 2268350 h 2398711"/>
              <a:gd name="connsiteX30452" fmla="*/ 1273965 w 2119654"/>
              <a:gd name="connsiteY30452" fmla="*/ 2268984 h 2398711"/>
              <a:gd name="connsiteX30453" fmla="*/ 1274452 w 2119654"/>
              <a:gd name="connsiteY30453" fmla="*/ 2268109 h 2398711"/>
              <a:gd name="connsiteX30454" fmla="*/ 1275329 w 2119654"/>
              <a:gd name="connsiteY30454" fmla="*/ 2265371 h 2398711"/>
              <a:gd name="connsiteX30455" fmla="*/ 1773397 w 2119654"/>
              <a:gd name="connsiteY30455" fmla="*/ 1145287 h 2398711"/>
              <a:gd name="connsiteX30456" fmla="*/ 1773645 w 2119654"/>
              <a:gd name="connsiteY30456" fmla="*/ 1145435 h 2398711"/>
              <a:gd name="connsiteX30457" fmla="*/ 1774155 w 2119654"/>
              <a:gd name="connsiteY30457" fmla="*/ 1145520 h 2398711"/>
              <a:gd name="connsiteX30458" fmla="*/ 1774433 w 2119654"/>
              <a:gd name="connsiteY30458" fmla="*/ 1145226 h 2398711"/>
              <a:gd name="connsiteX30459" fmla="*/ 1774479 w 2119654"/>
              <a:gd name="connsiteY30459" fmla="*/ 1143990 h 2398711"/>
              <a:gd name="connsiteX30460" fmla="*/ 1828644 w 2119654"/>
              <a:gd name="connsiteY30460" fmla="*/ 1021522 h 2398711"/>
              <a:gd name="connsiteX30461" fmla="*/ 1828184 w 2119654"/>
              <a:gd name="connsiteY30461" fmla="*/ 1026530 h 2398711"/>
              <a:gd name="connsiteX30462" fmla="*/ 1831015 w 2119654"/>
              <a:gd name="connsiteY30462" fmla="*/ 1019642 h 2398711"/>
              <a:gd name="connsiteX30463" fmla="*/ 1307937 w 2119654"/>
              <a:gd name="connsiteY30463" fmla="*/ 2187400 h 2398711"/>
              <a:gd name="connsiteX30464" fmla="*/ 1307799 w 2119654"/>
              <a:gd name="connsiteY30464" fmla="*/ 2188881 h 2398711"/>
              <a:gd name="connsiteX30465" fmla="*/ 1311457 w 2119654"/>
              <a:gd name="connsiteY30465" fmla="*/ 2190606 h 2398711"/>
              <a:gd name="connsiteX30466" fmla="*/ 1311572 w 2119654"/>
              <a:gd name="connsiteY30466" fmla="*/ 2190360 h 2398711"/>
              <a:gd name="connsiteX30467" fmla="*/ 1281502 w 2119654"/>
              <a:gd name="connsiteY30467" fmla="*/ 2246551 h 2398711"/>
              <a:gd name="connsiteX30468" fmla="*/ 1281162 w 2119654"/>
              <a:gd name="connsiteY30468" fmla="*/ 2247615 h 2398711"/>
              <a:gd name="connsiteX30469" fmla="*/ 1284579 w 2119654"/>
              <a:gd name="connsiteY30469" fmla="*/ 2249946 h 2398711"/>
              <a:gd name="connsiteX30470" fmla="*/ 1284914 w 2119654"/>
              <a:gd name="connsiteY30470" fmla="*/ 2249345 h 2398711"/>
              <a:gd name="connsiteX30471" fmla="*/ 1288153 w 2119654"/>
              <a:gd name="connsiteY30471" fmla="*/ 2242392 h 2398711"/>
              <a:gd name="connsiteX30472" fmla="*/ 1284532 w 2119654"/>
              <a:gd name="connsiteY30472" fmla="*/ 2244749 h 2398711"/>
              <a:gd name="connsiteX30473" fmla="*/ 1307991 w 2119654"/>
              <a:gd name="connsiteY30473" fmla="*/ 2186818 h 2398711"/>
              <a:gd name="connsiteX30474" fmla="*/ 1307970 w 2119654"/>
              <a:gd name="connsiteY30474" fmla="*/ 2187037 h 2398711"/>
              <a:gd name="connsiteX30475" fmla="*/ 1311705 w 2119654"/>
              <a:gd name="connsiteY30475" fmla="*/ 2190078 h 2398711"/>
              <a:gd name="connsiteX30476" fmla="*/ 1312603 w 2119654"/>
              <a:gd name="connsiteY30476" fmla="*/ 2188164 h 2398711"/>
              <a:gd name="connsiteX30477" fmla="*/ 1312897 w 2119654"/>
              <a:gd name="connsiteY30477" fmla="*/ 2187280 h 2398711"/>
              <a:gd name="connsiteX30478" fmla="*/ 1828768 w 2119654"/>
              <a:gd name="connsiteY30478" fmla="*/ 1020159 h 2398711"/>
              <a:gd name="connsiteX30479" fmla="*/ 1828678 w 2119654"/>
              <a:gd name="connsiteY30479" fmla="*/ 1021146 h 2398711"/>
              <a:gd name="connsiteX30480" fmla="*/ 1831189 w 2119654"/>
              <a:gd name="connsiteY30480" fmla="*/ 1019218 h 2398711"/>
              <a:gd name="connsiteX30481" fmla="*/ 1833589 w 2119654"/>
              <a:gd name="connsiteY30481" fmla="*/ 1013381 h 2398711"/>
              <a:gd name="connsiteX30482" fmla="*/ 1307665 w 2119654"/>
              <a:gd name="connsiteY30482" fmla="*/ 2186788 h 2398711"/>
              <a:gd name="connsiteX30483" fmla="*/ 1307855 w 2119654"/>
              <a:gd name="connsiteY30483" fmla="*/ 2186943 h 2398711"/>
              <a:gd name="connsiteX30484" fmla="*/ 1307868 w 2119654"/>
              <a:gd name="connsiteY30484" fmla="*/ 2186807 h 2398711"/>
              <a:gd name="connsiteX30485" fmla="*/ 1282953 w 2119654"/>
              <a:gd name="connsiteY30485" fmla="*/ 2242010 h 2398711"/>
              <a:gd name="connsiteX30486" fmla="*/ 1282866 w 2119654"/>
              <a:gd name="connsiteY30486" fmla="*/ 2242298 h 2398711"/>
              <a:gd name="connsiteX30487" fmla="*/ 1281942 w 2119654"/>
              <a:gd name="connsiteY30487" fmla="*/ 2245182 h 2398711"/>
              <a:gd name="connsiteX30488" fmla="*/ 1288990 w 2119654"/>
              <a:gd name="connsiteY30488" fmla="*/ 2240596 h 2398711"/>
              <a:gd name="connsiteX30489" fmla="*/ 1292507 w 2119654"/>
              <a:gd name="connsiteY30489" fmla="*/ 2233046 h 2398711"/>
              <a:gd name="connsiteX30490" fmla="*/ 1849138 w 2119654"/>
              <a:gd name="connsiteY30490" fmla="*/ 973934 h 2398711"/>
              <a:gd name="connsiteX30491" fmla="*/ 1844587 w 2119654"/>
              <a:gd name="connsiteY30491" fmla="*/ 986396 h 2398711"/>
              <a:gd name="connsiteX30492" fmla="*/ 1851603 w 2119654"/>
              <a:gd name="connsiteY30492" fmla="*/ 978710 h 2398711"/>
              <a:gd name="connsiteX30493" fmla="*/ 1851260 w 2119654"/>
              <a:gd name="connsiteY30493" fmla="*/ 969367 h 2398711"/>
              <a:gd name="connsiteX30494" fmla="*/ 1280487 w 2119654"/>
              <a:gd name="connsiteY30494" fmla="*/ 2247156 h 2398711"/>
              <a:gd name="connsiteX30495" fmla="*/ 1280959 w 2119654"/>
              <a:gd name="connsiteY30495" fmla="*/ 2247477 h 2398711"/>
              <a:gd name="connsiteX30496" fmla="*/ 1281183 w 2119654"/>
              <a:gd name="connsiteY30496" fmla="*/ 2246741 h 2398711"/>
              <a:gd name="connsiteX30497" fmla="*/ 1767794 w 2119654"/>
              <a:gd name="connsiteY30497" fmla="*/ 1155624 h 2398711"/>
              <a:gd name="connsiteX30498" fmla="*/ 1763417 w 2119654"/>
              <a:gd name="connsiteY30498" fmla="*/ 1168682 h 2398711"/>
              <a:gd name="connsiteX30499" fmla="*/ 1763313 w 2119654"/>
              <a:gd name="connsiteY30499" fmla="*/ 1169877 h 2398711"/>
              <a:gd name="connsiteX30500" fmla="*/ 1766610 w 2119654"/>
              <a:gd name="connsiteY30500" fmla="*/ 1164275 h 2398711"/>
              <a:gd name="connsiteX30501" fmla="*/ 1842060 w 2119654"/>
              <a:gd name="connsiteY30501" fmla="*/ 989164 h 2398711"/>
              <a:gd name="connsiteX30502" fmla="*/ 1843954 w 2119654"/>
              <a:gd name="connsiteY30502" fmla="*/ 987089 h 2398711"/>
              <a:gd name="connsiteX30503" fmla="*/ 1847363 w 2119654"/>
              <a:gd name="connsiteY30503" fmla="*/ 977753 h 2398711"/>
              <a:gd name="connsiteX30504" fmla="*/ 1284413 w 2119654"/>
              <a:gd name="connsiteY30504" fmla="*/ 2237779 h 2398711"/>
              <a:gd name="connsiteX30505" fmla="*/ 1294874 w 2119654"/>
              <a:gd name="connsiteY30505" fmla="*/ 2227964 h 2398711"/>
              <a:gd name="connsiteX30506" fmla="*/ 1297920 w 2119654"/>
              <a:gd name="connsiteY30506" fmla="*/ 2221424 h 2398711"/>
              <a:gd name="connsiteX30507" fmla="*/ 1296076 w 2119654"/>
              <a:gd name="connsiteY30507" fmla="*/ 2220344 h 2398711"/>
              <a:gd name="connsiteX30508" fmla="*/ 1850983 w 2119654"/>
              <a:gd name="connsiteY30508" fmla="*/ 968880 h 2398711"/>
              <a:gd name="connsiteX30509" fmla="*/ 1850792 w 2119654"/>
              <a:gd name="connsiteY30509" fmla="*/ 969405 h 2398711"/>
              <a:gd name="connsiteX30510" fmla="*/ 1851227 w 2119654"/>
              <a:gd name="connsiteY30510" fmla="*/ 968468 h 2398711"/>
              <a:gd name="connsiteX30511" fmla="*/ 1851225 w 2119654"/>
              <a:gd name="connsiteY30511" fmla="*/ 968414 h 2398711"/>
              <a:gd name="connsiteX30512" fmla="*/ 1837955 w 2119654"/>
              <a:gd name="connsiteY30512" fmla="*/ 997996 h 2398711"/>
              <a:gd name="connsiteX30513" fmla="*/ 1837187 w 2119654"/>
              <a:gd name="connsiteY30513" fmla="*/ 1004629 h 2398711"/>
              <a:gd name="connsiteX30514" fmla="*/ 1840423 w 2119654"/>
              <a:gd name="connsiteY30514" fmla="*/ 996756 h 2398711"/>
              <a:gd name="connsiteX30515" fmla="*/ 1843749 w 2119654"/>
              <a:gd name="connsiteY30515" fmla="*/ 987648 h 2398711"/>
              <a:gd name="connsiteX30516" fmla="*/ 1841742 w 2119654"/>
              <a:gd name="connsiteY30516" fmla="*/ 989847 h 2398711"/>
              <a:gd name="connsiteX30517" fmla="*/ 1804431 w 2119654"/>
              <a:gd name="connsiteY30517" fmla="*/ 1072992 h 2398711"/>
              <a:gd name="connsiteX30518" fmla="*/ 1805340 w 2119654"/>
              <a:gd name="connsiteY30518" fmla="*/ 1071545 h 2398711"/>
              <a:gd name="connsiteX30519" fmla="*/ 1805162 w 2119654"/>
              <a:gd name="connsiteY30519" fmla="*/ 1071720 h 2398711"/>
              <a:gd name="connsiteX30520" fmla="*/ 1804889 w 2119654"/>
              <a:gd name="connsiteY30520" fmla="*/ 1071979 h 2398711"/>
              <a:gd name="connsiteX30521" fmla="*/ 1308253 w 2119654"/>
              <a:gd name="connsiteY30521" fmla="*/ 2183998 h 2398711"/>
              <a:gd name="connsiteX30522" fmla="*/ 1308051 w 2119654"/>
              <a:gd name="connsiteY30522" fmla="*/ 2186176 h 2398711"/>
              <a:gd name="connsiteX30523" fmla="*/ 1313106 w 2119654"/>
              <a:gd name="connsiteY30523" fmla="*/ 2186650 h 2398711"/>
              <a:gd name="connsiteX30524" fmla="*/ 1313860 w 2119654"/>
              <a:gd name="connsiteY30524" fmla="*/ 2184382 h 2398711"/>
              <a:gd name="connsiteX30525" fmla="*/ 1312926 w 2119654"/>
              <a:gd name="connsiteY30525" fmla="*/ 2183557 h 2398711"/>
              <a:gd name="connsiteX30526" fmla="*/ 1310896 w 2119654"/>
              <a:gd name="connsiteY30526" fmla="*/ 2182520 h 2398711"/>
              <a:gd name="connsiteX30527" fmla="*/ 1795187 w 2119654"/>
              <a:gd name="connsiteY30527" fmla="*/ 1093417 h 2398711"/>
              <a:gd name="connsiteX30528" fmla="*/ 1795041 w 2119654"/>
              <a:gd name="connsiteY30528" fmla="*/ 1097171 h 2398711"/>
              <a:gd name="connsiteX30529" fmla="*/ 1795587 w 2119654"/>
              <a:gd name="connsiteY30529" fmla="*/ 1096079 h 2398711"/>
              <a:gd name="connsiteX30530" fmla="*/ 1798873 w 2119654"/>
              <a:gd name="connsiteY30530" fmla="*/ 1085780 h 2398711"/>
              <a:gd name="connsiteX30531" fmla="*/ 1798334 w 2119654"/>
              <a:gd name="connsiteY30531" fmla="*/ 1086465 h 2398711"/>
              <a:gd name="connsiteX30532" fmla="*/ 1792633 w 2119654"/>
              <a:gd name="connsiteY30532" fmla="*/ 1099061 h 2398711"/>
              <a:gd name="connsiteX30533" fmla="*/ 1793539 w 2119654"/>
              <a:gd name="connsiteY30533" fmla="*/ 1098354 h 2398711"/>
              <a:gd name="connsiteX30534" fmla="*/ 1793594 w 2119654"/>
              <a:gd name="connsiteY30534" fmla="*/ 1096938 h 2398711"/>
              <a:gd name="connsiteX30535" fmla="*/ 1772283 w 2119654"/>
              <a:gd name="connsiteY30535" fmla="*/ 1144622 h 2398711"/>
              <a:gd name="connsiteX30536" fmla="*/ 1773164 w 2119654"/>
              <a:gd name="connsiteY30536" fmla="*/ 1145148 h 2398711"/>
              <a:gd name="connsiteX30537" fmla="*/ 1774495 w 2119654"/>
              <a:gd name="connsiteY30537" fmla="*/ 1143553 h 2398711"/>
              <a:gd name="connsiteX30538" fmla="*/ 1774537 w 2119654"/>
              <a:gd name="connsiteY30538" fmla="*/ 1142436 h 2398711"/>
              <a:gd name="connsiteX30539" fmla="*/ 1769095 w 2119654"/>
              <a:gd name="connsiteY30539" fmla="*/ 1151740 h 2398711"/>
              <a:gd name="connsiteX30540" fmla="*/ 1769009 w 2119654"/>
              <a:gd name="connsiteY30540" fmla="*/ 1151995 h 2398711"/>
              <a:gd name="connsiteX30541" fmla="*/ 1767548 w 2119654"/>
              <a:gd name="connsiteY30541" fmla="*/ 1162681 h 2398711"/>
              <a:gd name="connsiteX30542" fmla="*/ 1773544 w 2119654"/>
              <a:gd name="connsiteY30542" fmla="*/ 1152494 h 2398711"/>
              <a:gd name="connsiteX30543" fmla="*/ 1769200 w 2119654"/>
              <a:gd name="connsiteY30543" fmla="*/ 1151427 h 2398711"/>
              <a:gd name="connsiteX30544" fmla="*/ 1769143 w 2119654"/>
              <a:gd name="connsiteY30544" fmla="*/ 1151597 h 2398711"/>
              <a:gd name="connsiteX30545" fmla="*/ 1773625 w 2119654"/>
              <a:gd name="connsiteY30545" fmla="*/ 1152357 h 2398711"/>
              <a:gd name="connsiteX30546" fmla="*/ 1773874 w 2119654"/>
              <a:gd name="connsiteY30546" fmla="*/ 1151934 h 2398711"/>
              <a:gd name="connsiteX30547" fmla="*/ 1774012 w 2119654"/>
              <a:gd name="connsiteY30547" fmla="*/ 1151272 h 2398711"/>
              <a:gd name="connsiteX30548" fmla="*/ 1774291 w 2119654"/>
              <a:gd name="connsiteY30548" fmla="*/ 1148998 h 2398711"/>
              <a:gd name="connsiteX30549" fmla="*/ 1774331 w 2119654"/>
              <a:gd name="connsiteY30549" fmla="*/ 1147931 h 2398711"/>
              <a:gd name="connsiteX30550" fmla="*/ 1773147 w 2119654"/>
              <a:gd name="connsiteY30550" fmla="*/ 1147241 h 2398711"/>
              <a:gd name="connsiteX30551" fmla="*/ 1789081 w 2119654"/>
              <a:gd name="connsiteY30551" fmla="*/ 1106760 h 2398711"/>
              <a:gd name="connsiteX30552" fmla="*/ 1793471 w 2119654"/>
              <a:gd name="connsiteY30552" fmla="*/ 1100106 h 2398711"/>
              <a:gd name="connsiteX30553" fmla="*/ 1793525 w 2119654"/>
              <a:gd name="connsiteY30553" fmla="*/ 1098718 h 2398711"/>
              <a:gd name="connsiteX30554" fmla="*/ 1792386 w 2119654"/>
              <a:gd name="connsiteY30554" fmla="*/ 1099605 h 2398711"/>
              <a:gd name="connsiteX30555" fmla="*/ 1791051 w 2119654"/>
              <a:gd name="connsiteY30555" fmla="*/ 1102557 h 2398711"/>
              <a:gd name="connsiteX30556" fmla="*/ 1297232 w 2119654"/>
              <a:gd name="connsiteY30556" fmla="*/ 2208048 h 2398711"/>
              <a:gd name="connsiteX30557" fmla="*/ 1302818 w 2119654"/>
              <a:gd name="connsiteY30557" fmla="*/ 2208148 h 2398711"/>
              <a:gd name="connsiteX30558" fmla="*/ 1303630 w 2119654"/>
              <a:gd name="connsiteY30558" fmla="*/ 2207285 h 2398711"/>
              <a:gd name="connsiteX30559" fmla="*/ 1304780 w 2119654"/>
              <a:gd name="connsiteY30559" fmla="*/ 2204834 h 2398711"/>
              <a:gd name="connsiteX30560" fmla="*/ 1302974 w 2119654"/>
              <a:gd name="connsiteY30560" fmla="*/ 2203660 h 2398711"/>
              <a:gd name="connsiteX30561" fmla="*/ 1829043 w 2119654"/>
              <a:gd name="connsiteY30561" fmla="*/ 1017173 h 2398711"/>
              <a:gd name="connsiteX30562" fmla="*/ 1828821 w 2119654"/>
              <a:gd name="connsiteY30562" fmla="*/ 1019582 h 2398711"/>
              <a:gd name="connsiteX30563" fmla="*/ 1834079 w 2119654"/>
              <a:gd name="connsiteY30563" fmla="*/ 1012188 h 2398711"/>
              <a:gd name="connsiteX30564" fmla="*/ 1835928 w 2119654"/>
              <a:gd name="connsiteY30564" fmla="*/ 1007692 h 2398711"/>
              <a:gd name="connsiteX30565" fmla="*/ 1836750 w 2119654"/>
              <a:gd name="connsiteY30565" fmla="*/ 1000588 h 2398711"/>
              <a:gd name="connsiteX30566" fmla="*/ 1769824 w 2119654"/>
              <a:gd name="connsiteY30566" fmla="*/ 1149566 h 2398711"/>
              <a:gd name="connsiteX30567" fmla="*/ 1769538 w 2119654"/>
              <a:gd name="connsiteY30567" fmla="*/ 1150417 h 2398711"/>
              <a:gd name="connsiteX30568" fmla="*/ 1772751 w 2119654"/>
              <a:gd name="connsiteY30568" fmla="*/ 1147010 h 2398711"/>
              <a:gd name="connsiteX30569" fmla="*/ 1772217 w 2119654"/>
              <a:gd name="connsiteY30569" fmla="*/ 1146700 h 2398711"/>
              <a:gd name="connsiteX30570" fmla="*/ 1826374 w 2119654"/>
              <a:gd name="connsiteY30570" fmla="*/ 1022914 h 2398711"/>
              <a:gd name="connsiteX30571" fmla="*/ 1826542 w 2119654"/>
              <a:gd name="connsiteY30571" fmla="*/ 1022786 h 2398711"/>
              <a:gd name="connsiteX30572" fmla="*/ 1826619 w 2119654"/>
              <a:gd name="connsiteY30572" fmla="*/ 1022678 h 2398711"/>
              <a:gd name="connsiteX30573" fmla="*/ 1826721 w 2119654"/>
              <a:gd name="connsiteY30573" fmla="*/ 1022168 h 2398711"/>
              <a:gd name="connsiteX30574" fmla="*/ 1803902 w 2119654"/>
              <a:gd name="connsiteY30574" fmla="*/ 1073154 h 2398711"/>
              <a:gd name="connsiteX30575" fmla="*/ 1803614 w 2119654"/>
              <a:gd name="connsiteY30575" fmla="*/ 1074197 h 2398711"/>
              <a:gd name="connsiteX30576" fmla="*/ 1803784 w 2119654"/>
              <a:gd name="connsiteY30576" fmla="*/ 1074003 h 2398711"/>
              <a:gd name="connsiteX30577" fmla="*/ 1804521 w 2119654"/>
              <a:gd name="connsiteY30577" fmla="*/ 1072374 h 2398711"/>
              <a:gd name="connsiteX30578" fmla="*/ 1810494 w 2119654"/>
              <a:gd name="connsiteY30578" fmla="*/ 1057963 h 2398711"/>
              <a:gd name="connsiteX30579" fmla="*/ 1809910 w 2119654"/>
              <a:gd name="connsiteY30579" fmla="*/ 1064280 h 2398711"/>
              <a:gd name="connsiteX30580" fmla="*/ 1814350 w 2119654"/>
              <a:gd name="connsiteY30580" fmla="*/ 1057221 h 2398711"/>
              <a:gd name="connsiteX30581" fmla="*/ 1814444 w 2119654"/>
              <a:gd name="connsiteY30581" fmla="*/ 1053386 h 2398711"/>
              <a:gd name="connsiteX30582" fmla="*/ 1771018 w 2119654"/>
              <a:gd name="connsiteY30582" fmla="*/ 1146002 h 2398711"/>
              <a:gd name="connsiteX30583" fmla="*/ 1770058 w 2119654"/>
              <a:gd name="connsiteY30583" fmla="*/ 1148869 h 2398711"/>
              <a:gd name="connsiteX30584" fmla="*/ 1771982 w 2119654"/>
              <a:gd name="connsiteY30584" fmla="*/ 1146563 h 2398711"/>
              <a:gd name="connsiteX30585" fmla="*/ 1820071 w 2119654"/>
              <a:gd name="connsiteY30585" fmla="*/ 1036119 h 2398711"/>
              <a:gd name="connsiteX30586" fmla="*/ 1823738 w 2119654"/>
              <a:gd name="connsiteY30586" fmla="*/ 1037031 h 2398711"/>
              <a:gd name="connsiteX30587" fmla="*/ 1826478 w 2119654"/>
              <a:gd name="connsiteY30587" fmla="*/ 1023380 h 2398711"/>
              <a:gd name="connsiteX30588" fmla="*/ 1825553 w 2119654"/>
              <a:gd name="connsiteY30588" fmla="*/ 1024680 h 2398711"/>
              <a:gd name="connsiteX30589" fmla="*/ 1824811 w 2119654"/>
              <a:gd name="connsiteY30589" fmla="*/ 1026278 h 2398711"/>
              <a:gd name="connsiteX30590" fmla="*/ 1278693 w 2119654"/>
              <a:gd name="connsiteY30590" fmla="*/ 2248224 h 2398711"/>
              <a:gd name="connsiteX30591" fmla="*/ 1280406 w 2119654"/>
              <a:gd name="connsiteY30591" fmla="*/ 2249289 h 2398711"/>
              <a:gd name="connsiteX30592" fmla="*/ 1280912 w 2119654"/>
              <a:gd name="connsiteY30592" fmla="*/ 2247629 h 2398711"/>
              <a:gd name="connsiteX30593" fmla="*/ 1280344 w 2119654"/>
              <a:gd name="connsiteY30593" fmla="*/ 2247241 h 2398711"/>
              <a:gd name="connsiteX30594" fmla="*/ 1817296 w 2119654"/>
              <a:gd name="connsiteY30594" fmla="*/ 1041882 h 2398711"/>
              <a:gd name="connsiteX30595" fmla="*/ 1817574 w 2119654"/>
              <a:gd name="connsiteY30595" fmla="*/ 1049454 h 2398711"/>
              <a:gd name="connsiteX30596" fmla="*/ 1818735 w 2119654"/>
              <a:gd name="connsiteY30596" fmla="*/ 1048108 h 2398711"/>
              <a:gd name="connsiteX30597" fmla="*/ 1818750 w 2119654"/>
              <a:gd name="connsiteY30597" fmla="*/ 1048397 h 2398711"/>
              <a:gd name="connsiteX30598" fmla="*/ 1817584 w 2119654"/>
              <a:gd name="connsiteY30598" fmla="*/ 1049747 h 2398711"/>
              <a:gd name="connsiteX30599" fmla="*/ 1817663 w 2119654"/>
              <a:gd name="connsiteY30599" fmla="*/ 1051881 h 2398711"/>
              <a:gd name="connsiteX30600" fmla="*/ 1818225 w 2119654"/>
              <a:gd name="connsiteY30600" fmla="*/ 1050752 h 2398711"/>
              <a:gd name="connsiteX30601" fmla="*/ 1823617 w 2119654"/>
              <a:gd name="connsiteY30601" fmla="*/ 1037639 h 2398711"/>
              <a:gd name="connsiteX30602" fmla="*/ 1823690 w 2119654"/>
              <a:gd name="connsiteY30602" fmla="*/ 1037270 h 2398711"/>
              <a:gd name="connsiteX30603" fmla="*/ 1819963 w 2119654"/>
              <a:gd name="connsiteY30603" fmla="*/ 1036344 h 2398711"/>
              <a:gd name="connsiteX30604" fmla="*/ 1771863 w 2119654"/>
              <a:gd name="connsiteY30604" fmla="*/ 1143483 h 2398711"/>
              <a:gd name="connsiteX30605" fmla="*/ 1771684 w 2119654"/>
              <a:gd name="connsiteY30605" fmla="*/ 1144016 h 2398711"/>
              <a:gd name="connsiteX30606" fmla="*/ 1774583 w 2119654"/>
              <a:gd name="connsiteY30606" fmla="*/ 1141216 h 2398711"/>
              <a:gd name="connsiteX30607" fmla="*/ 1774587 w 2119654"/>
              <a:gd name="connsiteY30607" fmla="*/ 1141110 h 2398711"/>
              <a:gd name="connsiteX30608" fmla="*/ 1772241 w 2119654"/>
              <a:gd name="connsiteY30608" fmla="*/ 1142676 h 2398711"/>
              <a:gd name="connsiteX30609" fmla="*/ 1286758 w 2119654"/>
              <a:gd name="connsiteY30609" fmla="*/ 2229537 h 2398711"/>
              <a:gd name="connsiteX30610" fmla="*/ 1284360 w 2119654"/>
              <a:gd name="connsiteY30610" fmla="*/ 2237396 h 2398711"/>
              <a:gd name="connsiteX30611" fmla="*/ 1295853 w 2119654"/>
              <a:gd name="connsiteY30611" fmla="*/ 2220212 h 2398711"/>
              <a:gd name="connsiteX30612" fmla="*/ 1295645 w 2119654"/>
              <a:gd name="connsiteY30612" fmla="*/ 2220091 h 2398711"/>
              <a:gd name="connsiteX30613" fmla="*/ 1795309 w 2119654"/>
              <a:gd name="connsiteY30613" fmla="*/ 1090304 h 2398711"/>
              <a:gd name="connsiteX30614" fmla="*/ 1795212 w 2119654"/>
              <a:gd name="connsiteY30614" fmla="*/ 1092780 h 2398711"/>
              <a:gd name="connsiteX30615" fmla="*/ 1797356 w 2119654"/>
              <a:gd name="connsiteY30615" fmla="*/ 1088208 h 2398711"/>
              <a:gd name="connsiteX30616" fmla="*/ 1797889 w 2119654"/>
              <a:gd name="connsiteY30616" fmla="*/ 1087029 h 2398711"/>
              <a:gd name="connsiteX30617" fmla="*/ 1838486 w 2119654"/>
              <a:gd name="connsiteY30617" fmla="*/ 993414 h 2398711"/>
              <a:gd name="connsiteX30618" fmla="*/ 1838125 w 2119654"/>
              <a:gd name="connsiteY30618" fmla="*/ 996523 h 2398711"/>
              <a:gd name="connsiteX30619" fmla="*/ 1839699 w 2119654"/>
              <a:gd name="connsiteY30619" fmla="*/ 993272 h 2398711"/>
              <a:gd name="connsiteX30620" fmla="*/ 1840823 w 2119654"/>
              <a:gd name="connsiteY30620" fmla="*/ 990854 h 2398711"/>
              <a:gd name="connsiteX30621" fmla="*/ 1810718 w 2119654"/>
              <a:gd name="connsiteY30621" fmla="*/ 1055540 h 2398711"/>
              <a:gd name="connsiteX30622" fmla="*/ 1810526 w 2119654"/>
              <a:gd name="connsiteY30622" fmla="*/ 1057621 h 2398711"/>
              <a:gd name="connsiteX30623" fmla="*/ 1814452 w 2119654"/>
              <a:gd name="connsiteY30623" fmla="*/ 1053071 h 2398711"/>
              <a:gd name="connsiteX30624" fmla="*/ 1814589 w 2119654"/>
              <a:gd name="connsiteY30624" fmla="*/ 1047504 h 2398711"/>
              <a:gd name="connsiteX30625" fmla="*/ 1785513 w 2119654"/>
              <a:gd name="connsiteY30625" fmla="*/ 1111680 h 2398711"/>
              <a:gd name="connsiteX30626" fmla="*/ 1785529 w 2119654"/>
              <a:gd name="connsiteY30626" fmla="*/ 1112112 h 2398711"/>
              <a:gd name="connsiteX30627" fmla="*/ 1785727 w 2119654"/>
              <a:gd name="connsiteY30627" fmla="*/ 1111844 h 2398711"/>
              <a:gd name="connsiteX30628" fmla="*/ 1787619 w 2119654"/>
              <a:gd name="connsiteY30628" fmla="*/ 1108975 h 2398711"/>
              <a:gd name="connsiteX30629" fmla="*/ 1788491 w 2119654"/>
              <a:gd name="connsiteY30629" fmla="*/ 1107115 h 2398711"/>
              <a:gd name="connsiteX30630" fmla="*/ 1808693 w 2119654"/>
              <a:gd name="connsiteY30630" fmla="*/ 1059745 h 2398711"/>
              <a:gd name="connsiteX30631" fmla="*/ 1810258 w 2119654"/>
              <a:gd name="connsiteY30631" fmla="*/ 1057931 h 2398711"/>
              <a:gd name="connsiteX30632" fmla="*/ 1810423 w 2119654"/>
              <a:gd name="connsiteY30632" fmla="*/ 1056154 h 2398711"/>
              <a:gd name="connsiteX30633" fmla="*/ 1278877 w 2119654"/>
              <a:gd name="connsiteY30633" fmla="*/ 2246058 h 2398711"/>
              <a:gd name="connsiteX30634" fmla="*/ 1279716 w 2119654"/>
              <a:gd name="connsiteY30634" fmla="*/ 2246629 h 2398711"/>
              <a:gd name="connsiteX30635" fmla="*/ 1281589 w 2119654"/>
              <a:gd name="connsiteY30635" fmla="*/ 2245411 h 2398711"/>
              <a:gd name="connsiteX30636" fmla="*/ 1282495 w 2119654"/>
              <a:gd name="connsiteY30636" fmla="*/ 2242439 h 2398711"/>
              <a:gd name="connsiteX30637" fmla="*/ 1279277 w 2119654"/>
              <a:gd name="connsiteY30637" fmla="*/ 2245459 h 2398711"/>
              <a:gd name="connsiteX30638" fmla="*/ 1838555 w 2119654"/>
              <a:gd name="connsiteY30638" fmla="*/ 992813 h 2398711"/>
              <a:gd name="connsiteX30639" fmla="*/ 1838530 w 2119654"/>
              <a:gd name="connsiteY30639" fmla="*/ 993031 h 2398711"/>
              <a:gd name="connsiteX30640" fmla="*/ 1841141 w 2119654"/>
              <a:gd name="connsiteY30640" fmla="*/ 990171 h 2398711"/>
              <a:gd name="connsiteX30641" fmla="*/ 1849017 w 2119654"/>
              <a:gd name="connsiteY30641" fmla="*/ 973225 h 2398711"/>
              <a:gd name="connsiteX30642" fmla="*/ 1849702 w 2119654"/>
              <a:gd name="connsiteY30642" fmla="*/ 971347 h 2398711"/>
              <a:gd name="connsiteX30643" fmla="*/ 1305891 w 2119654"/>
              <a:gd name="connsiteY30643" fmla="*/ 2185319 h 2398711"/>
              <a:gd name="connsiteX30644" fmla="*/ 1306770 w 2119654"/>
              <a:gd name="connsiteY30644" fmla="*/ 2186055 h 2398711"/>
              <a:gd name="connsiteX30645" fmla="*/ 1307928 w 2119654"/>
              <a:gd name="connsiteY30645" fmla="*/ 2186164 h 2398711"/>
              <a:gd name="connsiteX30646" fmla="*/ 1308079 w 2119654"/>
              <a:gd name="connsiteY30646" fmla="*/ 2184537 h 2398711"/>
              <a:gd name="connsiteX30647" fmla="*/ 1308116 w 2119654"/>
              <a:gd name="connsiteY30647" fmla="*/ 2184076 h 2398711"/>
              <a:gd name="connsiteX30648" fmla="*/ 1806131 w 2119654"/>
              <a:gd name="connsiteY30648" fmla="*/ 1065065 h 2398711"/>
              <a:gd name="connsiteX30649" fmla="*/ 1804196 w 2119654"/>
              <a:gd name="connsiteY30649" fmla="*/ 1072086 h 2398711"/>
              <a:gd name="connsiteX30650" fmla="*/ 1804371 w 2119654"/>
              <a:gd name="connsiteY30650" fmla="*/ 1071920 h 2398711"/>
              <a:gd name="connsiteX30651" fmla="*/ 1805120 w 2119654"/>
              <a:gd name="connsiteY30651" fmla="*/ 1071049 h 2398711"/>
              <a:gd name="connsiteX30652" fmla="*/ 1805251 w 2119654"/>
              <a:gd name="connsiteY30652" fmla="*/ 1070761 h 2398711"/>
              <a:gd name="connsiteX30653" fmla="*/ 1805278 w 2119654"/>
              <a:gd name="connsiteY30653" fmla="*/ 1070867 h 2398711"/>
              <a:gd name="connsiteX30654" fmla="*/ 1805603 w 2119654"/>
              <a:gd name="connsiteY30654" fmla="*/ 1070489 h 2398711"/>
              <a:gd name="connsiteX30655" fmla="*/ 1807543 w 2119654"/>
              <a:gd name="connsiteY30655" fmla="*/ 1068044 h 2398711"/>
              <a:gd name="connsiteX30656" fmla="*/ 1809630 w 2119654"/>
              <a:gd name="connsiteY30656" fmla="*/ 1064726 h 2398711"/>
              <a:gd name="connsiteX30657" fmla="*/ 1810226 w 2119654"/>
              <a:gd name="connsiteY30657" fmla="*/ 1058274 h 2398711"/>
              <a:gd name="connsiteX30658" fmla="*/ 1808359 w 2119654"/>
              <a:gd name="connsiteY30658" fmla="*/ 1060437 h 2398711"/>
              <a:gd name="connsiteX30659" fmla="*/ 1803681 w 2119654"/>
              <a:gd name="connsiteY30659" fmla="*/ 1070151 h 2398711"/>
              <a:gd name="connsiteX30660" fmla="*/ 1803655 w 2119654"/>
              <a:gd name="connsiteY30660" fmla="*/ 1070793 h 2398711"/>
              <a:gd name="connsiteX30661" fmla="*/ 1804210 w 2119654"/>
              <a:gd name="connsiteY30661" fmla="*/ 1069054 h 2398711"/>
              <a:gd name="connsiteX30662" fmla="*/ 1277765 w 2119654"/>
              <a:gd name="connsiteY30662" fmla="*/ 2247646 h 2398711"/>
              <a:gd name="connsiteX30663" fmla="*/ 1277964 w 2119654"/>
              <a:gd name="connsiteY30663" fmla="*/ 2247770 h 2398711"/>
              <a:gd name="connsiteX30664" fmla="*/ 1279579 w 2119654"/>
              <a:gd name="connsiteY30664" fmla="*/ 2246719 h 2398711"/>
              <a:gd name="connsiteX30665" fmla="*/ 1278793 w 2119654"/>
              <a:gd name="connsiteY30665" fmla="*/ 2246184 h 2398711"/>
              <a:gd name="connsiteX30666" fmla="*/ 1278498 w 2119654"/>
              <a:gd name="connsiteY30666" fmla="*/ 2246626 h 2398711"/>
              <a:gd name="connsiteX30667" fmla="*/ 1277424 w 2119654"/>
              <a:gd name="connsiteY30667" fmla="*/ 2248121 h 2398711"/>
              <a:gd name="connsiteX30668" fmla="*/ 1277681 w 2119654"/>
              <a:gd name="connsiteY30668" fmla="*/ 2247954 h 2398711"/>
              <a:gd name="connsiteX30669" fmla="*/ 1277587 w 2119654"/>
              <a:gd name="connsiteY30669" fmla="*/ 2247895 h 2398711"/>
              <a:gd name="connsiteX30670" fmla="*/ 1799432 w 2119654"/>
              <a:gd name="connsiteY30670" fmla="*/ 1078973 h 2398711"/>
              <a:gd name="connsiteX30671" fmla="*/ 1799884 w 2119654"/>
              <a:gd name="connsiteY30671" fmla="*/ 1078457 h 2398711"/>
              <a:gd name="connsiteX30672" fmla="*/ 1799915 w 2119654"/>
              <a:gd name="connsiteY30672" fmla="*/ 1078178 h 2398711"/>
              <a:gd name="connsiteX30673" fmla="*/ 1799661 w 2119654"/>
              <a:gd name="connsiteY30673" fmla="*/ 1078498 h 2398711"/>
              <a:gd name="connsiteX30674" fmla="*/ 1797918 w 2119654"/>
              <a:gd name="connsiteY30674" fmla="*/ 1082116 h 2398711"/>
              <a:gd name="connsiteX30675" fmla="*/ 1799728 w 2119654"/>
              <a:gd name="connsiteY30675" fmla="*/ 1079820 h 2398711"/>
              <a:gd name="connsiteX30676" fmla="*/ 1799759 w 2119654"/>
              <a:gd name="connsiteY30676" fmla="*/ 1079547 h 2398711"/>
              <a:gd name="connsiteX30677" fmla="*/ 1798400 w 2119654"/>
              <a:gd name="connsiteY30677" fmla="*/ 1081115 h 2398711"/>
              <a:gd name="connsiteX30678" fmla="*/ 1304892 w 2119654"/>
              <a:gd name="connsiteY30678" fmla="*/ 2185879 h 2398711"/>
              <a:gd name="connsiteX30679" fmla="*/ 1306221 w 2119654"/>
              <a:gd name="connsiteY30679" fmla="*/ 2186003 h 2398711"/>
              <a:gd name="connsiteX30680" fmla="*/ 1305589 w 2119654"/>
              <a:gd name="connsiteY30680" fmla="*/ 2185489 h 2398711"/>
              <a:gd name="connsiteX30681" fmla="*/ 1304229 w 2119654"/>
              <a:gd name="connsiteY30681" fmla="*/ 2187199 h 2398711"/>
              <a:gd name="connsiteX30682" fmla="*/ 1307680 w 2119654"/>
              <a:gd name="connsiteY30682" fmla="*/ 2188825 h 2398711"/>
              <a:gd name="connsiteX30683" fmla="*/ 1307821 w 2119654"/>
              <a:gd name="connsiteY30683" fmla="*/ 2187306 h 2398711"/>
              <a:gd name="connsiteX30684" fmla="*/ 1307121 w 2119654"/>
              <a:gd name="connsiteY30684" fmla="*/ 2186737 h 2398711"/>
              <a:gd name="connsiteX30685" fmla="*/ 1304569 w 2119654"/>
              <a:gd name="connsiteY30685" fmla="*/ 2186497 h 2398711"/>
              <a:gd name="connsiteX30686" fmla="*/ 1265461 w 2119654"/>
              <a:gd name="connsiteY30686" fmla="*/ 2273926 h 2398711"/>
              <a:gd name="connsiteX30687" fmla="*/ 1269380 w 2119654"/>
              <a:gd name="connsiteY30687" fmla="*/ 2277207 h 2398711"/>
              <a:gd name="connsiteX30688" fmla="*/ 1273833 w 2119654"/>
              <a:gd name="connsiteY30688" fmla="*/ 2269220 h 2398711"/>
              <a:gd name="connsiteX30689" fmla="*/ 1271630 w 2119654"/>
              <a:gd name="connsiteY30689" fmla="*/ 2268579 h 2398711"/>
              <a:gd name="connsiteX30690" fmla="*/ 1277272 w 2119654"/>
              <a:gd name="connsiteY30690" fmla="*/ 2247340 h 2398711"/>
              <a:gd name="connsiteX30691" fmla="*/ 1277581 w 2119654"/>
              <a:gd name="connsiteY30691" fmla="*/ 2247532 h 2398711"/>
              <a:gd name="connsiteX30692" fmla="*/ 1278445 w 2119654"/>
              <a:gd name="connsiteY30692" fmla="*/ 2246239 h 2398711"/>
              <a:gd name="connsiteX30693" fmla="*/ 1302544 w 2119654"/>
              <a:gd name="connsiteY30693" fmla="*/ 2190674 h 2398711"/>
              <a:gd name="connsiteX30694" fmla="*/ 1305895 w 2119654"/>
              <a:gd name="connsiteY30694" fmla="*/ 2193590 h 2398711"/>
              <a:gd name="connsiteX30695" fmla="*/ 1307205 w 2119654"/>
              <a:gd name="connsiteY30695" fmla="*/ 2193934 h 2398711"/>
              <a:gd name="connsiteX30696" fmla="*/ 1307551 w 2119654"/>
              <a:gd name="connsiteY30696" fmla="*/ 2190206 h 2398711"/>
              <a:gd name="connsiteX30697" fmla="*/ 1303661 w 2119654"/>
              <a:gd name="connsiteY30697" fmla="*/ 2188371 h 2398711"/>
              <a:gd name="connsiteX30698" fmla="*/ 1301669 w 2119654"/>
              <a:gd name="connsiteY30698" fmla="*/ 2192478 h 2398711"/>
              <a:gd name="connsiteX30699" fmla="*/ 1305215 w 2119654"/>
              <a:gd name="connsiteY30699" fmla="*/ 2193410 h 2398711"/>
              <a:gd name="connsiteX30700" fmla="*/ 1302403 w 2119654"/>
              <a:gd name="connsiteY30700" fmla="*/ 2190965 h 2398711"/>
              <a:gd name="connsiteX30701" fmla="*/ 1290550 w 2119654"/>
              <a:gd name="connsiteY30701" fmla="*/ 2217105 h 2398711"/>
              <a:gd name="connsiteX30702" fmla="*/ 1288707 w 2119654"/>
              <a:gd name="connsiteY30702" fmla="*/ 2223148 h 2398711"/>
              <a:gd name="connsiteX30703" fmla="*/ 1293026 w 2119654"/>
              <a:gd name="connsiteY30703" fmla="*/ 2218556 h 2398711"/>
              <a:gd name="connsiteX30704" fmla="*/ 1300052 w 2119654"/>
              <a:gd name="connsiteY30704" fmla="*/ 2195812 h 2398711"/>
              <a:gd name="connsiteX30705" fmla="*/ 1306881 w 2119654"/>
              <a:gd name="connsiteY30705" fmla="*/ 2198882 h 2398711"/>
              <a:gd name="connsiteX30706" fmla="*/ 1308067 w 2119654"/>
              <a:gd name="connsiteY30706" fmla="*/ 2197830 h 2398711"/>
              <a:gd name="connsiteX30707" fmla="*/ 1308322 w 2119654"/>
              <a:gd name="connsiteY30707" fmla="*/ 2197286 h 2398711"/>
              <a:gd name="connsiteX30708" fmla="*/ 1307049 w 2119654"/>
              <a:gd name="connsiteY30708" fmla="*/ 2196952 h 2398711"/>
              <a:gd name="connsiteX30709" fmla="*/ 1306972 w 2119654"/>
              <a:gd name="connsiteY30709" fmla="*/ 2197775 h 2398711"/>
              <a:gd name="connsiteX30710" fmla="*/ 1306837 w 2119654"/>
              <a:gd name="connsiteY30710" fmla="*/ 2197893 h 2398711"/>
              <a:gd name="connsiteX30711" fmla="*/ 1306927 w 2119654"/>
              <a:gd name="connsiteY30711" fmla="*/ 2196920 h 2398711"/>
              <a:gd name="connsiteX30712" fmla="*/ 1300353 w 2119654"/>
              <a:gd name="connsiteY30712" fmla="*/ 2195191 h 2398711"/>
              <a:gd name="connsiteX30713" fmla="*/ 1298821 w 2119654"/>
              <a:gd name="connsiteY30713" fmla="*/ 2198348 h 2398711"/>
              <a:gd name="connsiteX30714" fmla="*/ 1302540 w 2119654"/>
              <a:gd name="connsiteY30714" fmla="*/ 2200764 h 2398711"/>
              <a:gd name="connsiteX30715" fmla="*/ 1304357 w 2119654"/>
              <a:gd name="connsiteY30715" fmla="*/ 2201122 h 2398711"/>
              <a:gd name="connsiteX30716" fmla="*/ 1306669 w 2119654"/>
              <a:gd name="connsiteY30716" fmla="*/ 2199070 h 2398711"/>
              <a:gd name="connsiteX30717" fmla="*/ 1299939 w 2119654"/>
              <a:gd name="connsiteY30717" fmla="*/ 2196044 h 2398711"/>
              <a:gd name="connsiteX30718" fmla="*/ 1829758 w 2119654"/>
              <a:gd name="connsiteY30718" fmla="*/ 1009374 h 2398711"/>
              <a:gd name="connsiteX30719" fmla="*/ 1829257 w 2119654"/>
              <a:gd name="connsiteY30719" fmla="*/ 1014845 h 2398711"/>
              <a:gd name="connsiteX30720" fmla="*/ 1836937 w 2119654"/>
              <a:gd name="connsiteY30720" fmla="*/ 998979 h 2398711"/>
              <a:gd name="connsiteX30721" fmla="*/ 1837391 w 2119654"/>
              <a:gd name="connsiteY30721" fmla="*/ 995053 h 2398711"/>
              <a:gd name="connsiteX30722" fmla="*/ 1835730 w 2119654"/>
              <a:gd name="connsiteY30722" fmla="*/ 998251 h 2398711"/>
              <a:gd name="connsiteX30723" fmla="*/ 1274954 w 2119654"/>
              <a:gd name="connsiteY30723" fmla="*/ 2251563 h 2398711"/>
              <a:gd name="connsiteX30724" fmla="*/ 1279284 w 2119654"/>
              <a:gd name="connsiteY30724" fmla="*/ 2252968 h 2398711"/>
              <a:gd name="connsiteX30725" fmla="*/ 1280314 w 2119654"/>
              <a:gd name="connsiteY30725" fmla="*/ 2249591 h 2398711"/>
              <a:gd name="connsiteX30726" fmla="*/ 1278398 w 2119654"/>
              <a:gd name="connsiteY30726" fmla="*/ 2248399 h 2398711"/>
              <a:gd name="connsiteX30727" fmla="*/ 1276349 w 2119654"/>
              <a:gd name="connsiteY30727" fmla="*/ 2249620 h 2398711"/>
              <a:gd name="connsiteX30728" fmla="*/ 1788025 w 2119654"/>
              <a:gd name="connsiteY30728" fmla="*/ 1102658 h 2398711"/>
              <a:gd name="connsiteX30729" fmla="*/ 1792057 w 2119654"/>
              <a:gd name="connsiteY30729" fmla="*/ 1099511 h 2398711"/>
              <a:gd name="connsiteX30730" fmla="*/ 1793623 w 2119654"/>
              <a:gd name="connsiteY30730" fmla="*/ 1096167 h 2398711"/>
              <a:gd name="connsiteX30731" fmla="*/ 1793776 w 2119654"/>
              <a:gd name="connsiteY30731" fmla="*/ 1092249 h 2398711"/>
              <a:gd name="connsiteX30732" fmla="*/ 1791876 w 2119654"/>
              <a:gd name="connsiteY30732" fmla="*/ 1094661 h 2398711"/>
              <a:gd name="connsiteX30733" fmla="*/ 1291368 w 2119654"/>
              <a:gd name="connsiteY30733" fmla="*/ 2214423 h 2398711"/>
              <a:gd name="connsiteX30734" fmla="*/ 1291089 w 2119654"/>
              <a:gd name="connsiteY30734" fmla="*/ 2215341 h 2398711"/>
              <a:gd name="connsiteX30735" fmla="*/ 1293806 w 2119654"/>
              <a:gd name="connsiteY30735" fmla="*/ 2216933 h 2398711"/>
              <a:gd name="connsiteX30736" fmla="*/ 1294349 w 2119654"/>
              <a:gd name="connsiteY30736" fmla="*/ 2217150 h 2398711"/>
              <a:gd name="connsiteX30737" fmla="*/ 1296148 w 2119654"/>
              <a:gd name="connsiteY30737" fmla="*/ 2215238 h 2398711"/>
              <a:gd name="connsiteX30738" fmla="*/ 1785808 w 2119654"/>
              <a:gd name="connsiteY30738" fmla="*/ 1107261 h 2398711"/>
              <a:gd name="connsiteX30739" fmla="*/ 1785455 w 2119654"/>
              <a:gd name="connsiteY30739" fmla="*/ 1110141 h 2398711"/>
              <a:gd name="connsiteX30740" fmla="*/ 1785498 w 2119654"/>
              <a:gd name="connsiteY30740" fmla="*/ 1111294 h 2398711"/>
              <a:gd name="connsiteX30741" fmla="*/ 1789144 w 2119654"/>
              <a:gd name="connsiteY30741" fmla="*/ 1105706 h 2398711"/>
              <a:gd name="connsiteX30742" fmla="*/ 1789146 w 2119654"/>
              <a:gd name="connsiteY30742" fmla="*/ 1105720 h 2398711"/>
              <a:gd name="connsiteX30743" fmla="*/ 1791796 w 2119654"/>
              <a:gd name="connsiteY30743" fmla="*/ 1100065 h 2398711"/>
              <a:gd name="connsiteX30744" fmla="*/ 1787754 w 2119654"/>
              <a:gd name="connsiteY30744" fmla="*/ 1103219 h 2398711"/>
              <a:gd name="connsiteX30745" fmla="*/ 1817817 w 2119654"/>
              <a:gd name="connsiteY30745" fmla="*/ 1035559 h 2398711"/>
              <a:gd name="connsiteX30746" fmla="*/ 1819078 w 2119654"/>
              <a:gd name="connsiteY30746" fmla="*/ 1035873 h 2398711"/>
              <a:gd name="connsiteX30747" fmla="*/ 1822241 w 2119654"/>
              <a:gd name="connsiteY30747" fmla="*/ 1029338 h 2398711"/>
              <a:gd name="connsiteX30748" fmla="*/ 1817100 w 2119654"/>
              <a:gd name="connsiteY30748" fmla="*/ 1036566 h 2398711"/>
              <a:gd name="connsiteX30749" fmla="*/ 1817216 w 2119654"/>
              <a:gd name="connsiteY30749" fmla="*/ 1039719 h 2398711"/>
              <a:gd name="connsiteX30750" fmla="*/ 1818970 w 2119654"/>
              <a:gd name="connsiteY30750" fmla="*/ 1036096 h 2398711"/>
              <a:gd name="connsiteX30751" fmla="*/ 1817666 w 2119654"/>
              <a:gd name="connsiteY30751" fmla="*/ 1035772 h 2398711"/>
              <a:gd name="connsiteX30752" fmla="*/ 1320388 w 2119654"/>
              <a:gd name="connsiteY30752" fmla="*/ 2148689 h 2398711"/>
              <a:gd name="connsiteX30753" fmla="*/ 1320469 w 2119654"/>
              <a:gd name="connsiteY30753" fmla="*/ 2148712 h 2398711"/>
              <a:gd name="connsiteX30754" fmla="*/ 1320487 w 2119654"/>
              <a:gd name="connsiteY30754" fmla="*/ 2148685 h 2398711"/>
              <a:gd name="connsiteX30755" fmla="*/ 1292122 w 2119654"/>
              <a:gd name="connsiteY30755" fmla="*/ 2211952 h 2398711"/>
              <a:gd name="connsiteX30756" fmla="*/ 1291514 w 2119654"/>
              <a:gd name="connsiteY30756" fmla="*/ 2213945 h 2398711"/>
              <a:gd name="connsiteX30757" fmla="*/ 1296556 w 2119654"/>
              <a:gd name="connsiteY30757" fmla="*/ 2214804 h 2398711"/>
              <a:gd name="connsiteX30758" fmla="*/ 1301847 w 2119654"/>
              <a:gd name="connsiteY30758" fmla="*/ 2209181 h 2398711"/>
              <a:gd name="connsiteX30759" fmla="*/ 1295889 w 2119654"/>
              <a:gd name="connsiteY30759" fmla="*/ 2209074 h 2398711"/>
              <a:gd name="connsiteX30760" fmla="*/ 1293827 w 2119654"/>
              <a:gd name="connsiteY30760" fmla="*/ 2207986 h 2398711"/>
              <a:gd name="connsiteX30761" fmla="*/ 1296194 w 2119654"/>
              <a:gd name="connsiteY30761" fmla="*/ 2208029 h 2398711"/>
              <a:gd name="connsiteX30762" fmla="*/ 1298905 w 2119654"/>
              <a:gd name="connsiteY30762" fmla="*/ 2205958 h 2398711"/>
              <a:gd name="connsiteX30763" fmla="*/ 1302120 w 2119654"/>
              <a:gd name="connsiteY30763" fmla="*/ 2203106 h 2398711"/>
              <a:gd name="connsiteX30764" fmla="*/ 1301459 w 2119654"/>
              <a:gd name="connsiteY30764" fmla="*/ 2202676 h 2398711"/>
              <a:gd name="connsiteX30765" fmla="*/ 1297136 w 2119654"/>
              <a:gd name="connsiteY30765" fmla="*/ 2201824 h 2398711"/>
              <a:gd name="connsiteX30766" fmla="*/ 1295132 w 2119654"/>
              <a:gd name="connsiteY30766" fmla="*/ 2205955 h 2398711"/>
              <a:gd name="connsiteX30767" fmla="*/ 1795537 w 2119654"/>
              <a:gd name="connsiteY30767" fmla="*/ 1084421 h 2398711"/>
              <a:gd name="connsiteX30768" fmla="*/ 1795534 w 2119654"/>
              <a:gd name="connsiteY30768" fmla="*/ 1084508 h 2398711"/>
              <a:gd name="connsiteX30769" fmla="*/ 1795626 w 2119654"/>
              <a:gd name="connsiteY30769" fmla="*/ 1084318 h 2398711"/>
              <a:gd name="connsiteX30770" fmla="*/ 1803865 w 2119654"/>
              <a:gd name="connsiteY30770" fmla="*/ 1065646 h 2398711"/>
              <a:gd name="connsiteX30771" fmla="*/ 1803791 w 2119654"/>
              <a:gd name="connsiteY30771" fmla="*/ 1067451 h 2398711"/>
              <a:gd name="connsiteX30772" fmla="*/ 1805686 w 2119654"/>
              <a:gd name="connsiteY30772" fmla="*/ 1063535 h 2398711"/>
              <a:gd name="connsiteX30773" fmla="*/ 1292886 w 2119654"/>
              <a:gd name="connsiteY30773" fmla="*/ 2209449 h 2398711"/>
              <a:gd name="connsiteX30774" fmla="*/ 1292446 w 2119654"/>
              <a:gd name="connsiteY30774" fmla="*/ 2210893 h 2398711"/>
              <a:gd name="connsiteX30775" fmla="*/ 1294851 w 2119654"/>
              <a:gd name="connsiteY30775" fmla="*/ 2209055 h 2398711"/>
              <a:gd name="connsiteX30776" fmla="*/ 1293159 w 2119654"/>
              <a:gd name="connsiteY30776" fmla="*/ 2209024 h 2398711"/>
              <a:gd name="connsiteX30777" fmla="*/ 1291485 w 2119654"/>
              <a:gd name="connsiteY30777" fmla="*/ 2211626 h 2398711"/>
              <a:gd name="connsiteX30778" fmla="*/ 1292021 w 2119654"/>
              <a:gd name="connsiteY30778" fmla="*/ 2211217 h 2398711"/>
              <a:gd name="connsiteX30779" fmla="*/ 1292266 w 2119654"/>
              <a:gd name="connsiteY30779" fmla="*/ 2210413 h 2398711"/>
              <a:gd name="connsiteX30780" fmla="*/ 1273744 w 2119654"/>
              <a:gd name="connsiteY30780" fmla="*/ 2251170 h 2398711"/>
              <a:gd name="connsiteX30781" fmla="*/ 1274890 w 2119654"/>
              <a:gd name="connsiteY30781" fmla="*/ 2251542 h 2398711"/>
              <a:gd name="connsiteX30782" fmla="*/ 1275034 w 2119654"/>
              <a:gd name="connsiteY30782" fmla="*/ 2251343 h 2398711"/>
              <a:gd name="connsiteX30783" fmla="*/ 1276077 w 2119654"/>
              <a:gd name="connsiteY30783" fmla="*/ 2249781 h 2398711"/>
              <a:gd name="connsiteX30784" fmla="*/ 1786281 w 2119654"/>
              <a:gd name="connsiteY30784" fmla="*/ 1103405 h 2398711"/>
              <a:gd name="connsiteX30785" fmla="*/ 1786245 w 2119654"/>
              <a:gd name="connsiteY30785" fmla="*/ 1103698 h 2398711"/>
              <a:gd name="connsiteX30786" fmla="*/ 1786748 w 2119654"/>
              <a:gd name="connsiteY30786" fmla="*/ 1102659 h 2398711"/>
              <a:gd name="connsiteX30787" fmla="*/ 1760720 w 2119654"/>
              <a:gd name="connsiteY30787" fmla="*/ 1160469 h 2398711"/>
              <a:gd name="connsiteX30788" fmla="*/ 1760694 w 2119654"/>
              <a:gd name="connsiteY30788" fmla="*/ 1160606 h 2398711"/>
              <a:gd name="connsiteX30789" fmla="*/ 1760752 w 2119654"/>
              <a:gd name="connsiteY30789" fmla="*/ 1160431 h 2398711"/>
              <a:gd name="connsiteX30790" fmla="*/ 1273833 w 2119654"/>
              <a:gd name="connsiteY30790" fmla="*/ 2250457 h 2398711"/>
              <a:gd name="connsiteX30791" fmla="*/ 1277006 w 2119654"/>
              <a:gd name="connsiteY30791" fmla="*/ 2248394 h 2398711"/>
              <a:gd name="connsiteX30792" fmla="*/ 1277412 w 2119654"/>
              <a:gd name="connsiteY30792" fmla="*/ 2247786 h 2398711"/>
              <a:gd name="connsiteX30793" fmla="*/ 1277042 w 2119654"/>
              <a:gd name="connsiteY30793" fmla="*/ 2247556 h 2398711"/>
              <a:gd name="connsiteX30794" fmla="*/ 1274687 w 2119654"/>
              <a:gd name="connsiteY30794" fmla="*/ 2249767 h 2398711"/>
              <a:gd name="connsiteX30795" fmla="*/ 1819763 w 2119654"/>
              <a:gd name="connsiteY30795" fmla="*/ 1027990 h 2398711"/>
              <a:gd name="connsiteX30796" fmla="*/ 1824745 w 2119654"/>
              <a:gd name="connsiteY30796" fmla="*/ 1024165 h 2398711"/>
              <a:gd name="connsiteX30797" fmla="*/ 1827094 w 2119654"/>
              <a:gd name="connsiteY30797" fmla="*/ 1019312 h 2398711"/>
              <a:gd name="connsiteX30798" fmla="*/ 1827910 w 2119654"/>
              <a:gd name="connsiteY30798" fmla="*/ 1012817 h 2398711"/>
              <a:gd name="connsiteX30799" fmla="*/ 1290144 w 2119654"/>
              <a:gd name="connsiteY30799" fmla="*/ 2213711 h 2398711"/>
              <a:gd name="connsiteX30800" fmla="*/ 1291205 w 2119654"/>
              <a:gd name="connsiteY30800" fmla="*/ 2213892 h 2398711"/>
              <a:gd name="connsiteX30801" fmla="*/ 1291698 w 2119654"/>
              <a:gd name="connsiteY30801" fmla="*/ 2212277 h 2398711"/>
              <a:gd name="connsiteX30802" fmla="*/ 1290458 w 2119654"/>
              <a:gd name="connsiteY30802" fmla="*/ 2213224 h 2398711"/>
              <a:gd name="connsiteX30803" fmla="*/ 1289642 w 2119654"/>
              <a:gd name="connsiteY30803" fmla="*/ 2214493 h 2398711"/>
              <a:gd name="connsiteX30804" fmla="*/ 1290812 w 2119654"/>
              <a:gd name="connsiteY30804" fmla="*/ 2215179 h 2398711"/>
              <a:gd name="connsiteX30805" fmla="*/ 1291059 w 2119654"/>
              <a:gd name="connsiteY30805" fmla="*/ 2214370 h 2398711"/>
              <a:gd name="connsiteX30806" fmla="*/ 1289853 w 2119654"/>
              <a:gd name="connsiteY30806" fmla="*/ 2214165 h 2398711"/>
              <a:gd name="connsiteX30807" fmla="*/ 1811348 w 2119654"/>
              <a:gd name="connsiteY30807" fmla="*/ 1046133 h 2398711"/>
              <a:gd name="connsiteX30808" fmla="*/ 1807697 w 2119654"/>
              <a:gd name="connsiteY30808" fmla="*/ 1059382 h 2398711"/>
              <a:gd name="connsiteX30809" fmla="*/ 1810696 w 2119654"/>
              <a:gd name="connsiteY30809" fmla="*/ 1053186 h 2398711"/>
              <a:gd name="connsiteX30810" fmla="*/ 1761097 w 2119654"/>
              <a:gd name="connsiteY30810" fmla="*/ 1158569 h 2398711"/>
              <a:gd name="connsiteX30811" fmla="*/ 1760961 w 2119654"/>
              <a:gd name="connsiteY30811" fmla="*/ 1159254 h 2398711"/>
              <a:gd name="connsiteX30812" fmla="*/ 1761034 w 2119654"/>
              <a:gd name="connsiteY30812" fmla="*/ 1159221 h 2398711"/>
              <a:gd name="connsiteX30813" fmla="*/ 1761233 w 2119654"/>
              <a:gd name="connsiteY30813" fmla="*/ 1159002 h 2398711"/>
              <a:gd name="connsiteX30814" fmla="*/ 1762033 w 2119654"/>
              <a:gd name="connsiteY30814" fmla="*/ 1156625 h 2398711"/>
              <a:gd name="connsiteX30815" fmla="*/ 1816977 w 2119654"/>
              <a:gd name="connsiteY30815" fmla="*/ 1033180 h 2398711"/>
              <a:gd name="connsiteX30816" fmla="*/ 1817057 w 2119654"/>
              <a:gd name="connsiteY30816" fmla="*/ 1035370 h 2398711"/>
              <a:gd name="connsiteX30817" fmla="*/ 1817068 w 2119654"/>
              <a:gd name="connsiteY30817" fmla="*/ 1035372 h 2398711"/>
              <a:gd name="connsiteX30818" fmla="*/ 1823091 w 2119654"/>
              <a:gd name="connsiteY30818" fmla="*/ 1027583 h 2398711"/>
              <a:gd name="connsiteX30819" fmla="*/ 1824396 w 2119654"/>
              <a:gd name="connsiteY30819" fmla="*/ 1024888 h 2398711"/>
              <a:gd name="connsiteX30820" fmla="*/ 1821272 w 2119654"/>
              <a:gd name="connsiteY30820" fmla="*/ 1027364 h 2398711"/>
              <a:gd name="connsiteX30821" fmla="*/ 1819272 w 2119654"/>
              <a:gd name="connsiteY30821" fmla="*/ 1028904 h 2398711"/>
              <a:gd name="connsiteX30822" fmla="*/ 1786537 w 2119654"/>
              <a:gd name="connsiteY30822" fmla="*/ 1101307 h 2398711"/>
              <a:gd name="connsiteX30823" fmla="*/ 1786517 w 2119654"/>
              <a:gd name="connsiteY30823" fmla="*/ 1101476 h 2398711"/>
              <a:gd name="connsiteX30824" fmla="*/ 1786739 w 2119654"/>
              <a:gd name="connsiteY30824" fmla="*/ 1101122 h 2398711"/>
              <a:gd name="connsiteX30825" fmla="*/ 1795682 w 2119654"/>
              <a:gd name="connsiteY30825" fmla="*/ 1080714 h 2398711"/>
              <a:gd name="connsiteX30826" fmla="*/ 1795629 w 2119654"/>
              <a:gd name="connsiteY30826" fmla="*/ 1082076 h 2398711"/>
              <a:gd name="connsiteX30827" fmla="*/ 1798102 w 2119654"/>
              <a:gd name="connsiteY30827" fmla="*/ 1079203 h 2398711"/>
              <a:gd name="connsiteX30828" fmla="*/ 1798806 w 2119654"/>
              <a:gd name="connsiteY30828" fmla="*/ 1077750 h 2398711"/>
              <a:gd name="connsiteX30829" fmla="*/ 1830576 w 2119654"/>
              <a:gd name="connsiteY30829" fmla="*/ 1002078 h 2398711"/>
              <a:gd name="connsiteX30830" fmla="*/ 1830022 w 2119654"/>
              <a:gd name="connsiteY30830" fmla="*/ 1006489 h 2398711"/>
              <a:gd name="connsiteX30831" fmla="*/ 1829926 w 2119654"/>
              <a:gd name="connsiteY30831" fmla="*/ 1007535 h 2398711"/>
              <a:gd name="connsiteX30832" fmla="*/ 1836114 w 2119654"/>
              <a:gd name="connsiteY30832" fmla="*/ 996012 h 2398711"/>
              <a:gd name="connsiteX30833" fmla="*/ 1812249 w 2119654"/>
              <a:gd name="connsiteY30833" fmla="*/ 1042864 h 2398711"/>
              <a:gd name="connsiteX30834" fmla="*/ 1811539 w 2119654"/>
              <a:gd name="connsiteY30834" fmla="*/ 1045442 h 2398711"/>
              <a:gd name="connsiteX30835" fmla="*/ 1811637 w 2119654"/>
              <a:gd name="connsiteY30835" fmla="*/ 1045592 h 2398711"/>
              <a:gd name="connsiteX30836" fmla="*/ 1810992 w 2119654"/>
              <a:gd name="connsiteY30836" fmla="*/ 1052577 h 2398711"/>
              <a:gd name="connsiteX30837" fmla="*/ 1814650 w 2119654"/>
              <a:gd name="connsiteY30837" fmla="*/ 1045021 h 2398711"/>
              <a:gd name="connsiteX30838" fmla="*/ 1814783 w 2119654"/>
              <a:gd name="connsiteY30838" fmla="*/ 1039587 h 2398711"/>
              <a:gd name="connsiteX30839" fmla="*/ 1300262 w 2119654"/>
              <a:gd name="connsiteY30839" fmla="*/ 2188689 h 2398711"/>
              <a:gd name="connsiteX30840" fmla="*/ 1300651 w 2119654"/>
              <a:gd name="connsiteY30840" fmla="*/ 2189028 h 2398711"/>
              <a:gd name="connsiteX30841" fmla="*/ 1301168 w 2119654"/>
              <a:gd name="connsiteY30841" fmla="*/ 2187963 h 2398711"/>
              <a:gd name="connsiteX30842" fmla="*/ 1300675 w 2119654"/>
              <a:gd name="connsiteY30842" fmla="*/ 2188239 h 2398711"/>
              <a:gd name="connsiteX30843" fmla="*/ 1812912 w 2119654"/>
              <a:gd name="connsiteY30843" fmla="*/ 1040749 h 2398711"/>
              <a:gd name="connsiteX30844" fmla="*/ 1814814 w 2119654"/>
              <a:gd name="connsiteY30844" fmla="*/ 1038289 h 2398711"/>
              <a:gd name="connsiteX30845" fmla="*/ 1814842 w 2119654"/>
              <a:gd name="connsiteY30845" fmla="*/ 1037155 h 2398711"/>
              <a:gd name="connsiteX30846" fmla="*/ 1297334 w 2119654"/>
              <a:gd name="connsiteY30846" fmla="*/ 2194873 h 2398711"/>
              <a:gd name="connsiteX30847" fmla="*/ 1296695 w 2119654"/>
              <a:gd name="connsiteY30847" fmla="*/ 2196966 h 2398711"/>
              <a:gd name="connsiteX30848" fmla="*/ 1296776 w 2119654"/>
              <a:gd name="connsiteY30848" fmla="*/ 2197019 h 2398711"/>
              <a:gd name="connsiteX30849" fmla="*/ 1297730 w 2119654"/>
              <a:gd name="connsiteY30849" fmla="*/ 2195052 h 2398711"/>
              <a:gd name="connsiteX30850" fmla="*/ 1297468 w 2119654"/>
              <a:gd name="connsiteY30850" fmla="*/ 2194432 h 2398711"/>
              <a:gd name="connsiteX30851" fmla="*/ 1297409 w 2119654"/>
              <a:gd name="connsiteY30851" fmla="*/ 2194624 h 2398711"/>
              <a:gd name="connsiteX30852" fmla="*/ 1297843 w 2119654"/>
              <a:gd name="connsiteY30852" fmla="*/ 2194819 h 2398711"/>
              <a:gd name="connsiteX30853" fmla="*/ 1297967 w 2119654"/>
              <a:gd name="connsiteY30853" fmla="*/ 2194564 h 2398711"/>
              <a:gd name="connsiteX30854" fmla="*/ 1816887 w 2119654"/>
              <a:gd name="connsiteY30854" fmla="*/ 1030742 h 2398711"/>
              <a:gd name="connsiteX30855" fmla="*/ 1816924 w 2119654"/>
              <a:gd name="connsiteY30855" fmla="*/ 1031752 h 2398711"/>
              <a:gd name="connsiteX30856" fmla="*/ 1817875 w 2119654"/>
              <a:gd name="connsiteY30856" fmla="*/ 1029981 h 2398711"/>
              <a:gd name="connsiteX30857" fmla="*/ 1274238 w 2119654"/>
              <a:gd name="connsiteY30857" fmla="*/ 2245813 h 2398711"/>
              <a:gd name="connsiteX30858" fmla="*/ 1273478 w 2119654"/>
              <a:gd name="connsiteY30858" fmla="*/ 2248040 h 2398711"/>
              <a:gd name="connsiteX30859" fmla="*/ 1275209 w 2119654"/>
              <a:gd name="connsiteY30859" fmla="*/ 2246417 h 2398711"/>
              <a:gd name="connsiteX30860" fmla="*/ 1274995 w 2119654"/>
              <a:gd name="connsiteY30860" fmla="*/ 2243593 h 2398711"/>
              <a:gd name="connsiteX30861" fmla="*/ 1274339 w 2119654"/>
              <a:gd name="connsiteY30861" fmla="*/ 2245517 h 2398711"/>
              <a:gd name="connsiteX30862" fmla="*/ 1275439 w 2119654"/>
              <a:gd name="connsiteY30862" fmla="*/ 2246200 h 2398711"/>
              <a:gd name="connsiteX30863" fmla="*/ 1276861 w 2119654"/>
              <a:gd name="connsiteY30863" fmla="*/ 2244866 h 2398711"/>
              <a:gd name="connsiteX30864" fmla="*/ 1298608 w 2119654"/>
              <a:gd name="connsiteY30864" fmla="*/ 2190397 h 2398711"/>
              <a:gd name="connsiteX30865" fmla="*/ 1298296 w 2119654"/>
              <a:gd name="connsiteY30865" fmla="*/ 2191591 h 2398711"/>
              <a:gd name="connsiteX30866" fmla="*/ 1299283 w 2119654"/>
              <a:gd name="connsiteY30866" fmla="*/ 2191851 h 2398711"/>
              <a:gd name="connsiteX30867" fmla="*/ 1300511 w 2119654"/>
              <a:gd name="connsiteY30867" fmla="*/ 2189318 h 2398711"/>
              <a:gd name="connsiteX30868" fmla="*/ 1300051 w 2119654"/>
              <a:gd name="connsiteY30868" fmla="*/ 2188919 h 2398711"/>
              <a:gd name="connsiteX30869" fmla="*/ 1298965 w 2119654"/>
              <a:gd name="connsiteY30869" fmla="*/ 2190104 h 2398711"/>
              <a:gd name="connsiteX30870" fmla="*/ 1275825 w 2119654"/>
              <a:gd name="connsiteY30870" fmla="*/ 2241159 h 2398711"/>
              <a:gd name="connsiteX30871" fmla="*/ 1275045 w 2119654"/>
              <a:gd name="connsiteY30871" fmla="*/ 2243445 h 2398711"/>
              <a:gd name="connsiteX30872" fmla="*/ 1276974 w 2119654"/>
              <a:gd name="connsiteY30872" fmla="*/ 2244761 h 2398711"/>
              <a:gd name="connsiteX30873" fmla="*/ 1283583 w 2119654"/>
              <a:gd name="connsiteY30873" fmla="*/ 2238559 h 2398711"/>
              <a:gd name="connsiteX30874" fmla="*/ 1283760 w 2119654"/>
              <a:gd name="connsiteY30874" fmla="*/ 2238293 h 2398711"/>
              <a:gd name="connsiteX30875" fmla="*/ 1286275 w 2119654"/>
              <a:gd name="connsiteY30875" fmla="*/ 2230051 h 2398711"/>
              <a:gd name="connsiteX30876" fmla="*/ 1814425 w 2119654"/>
              <a:gd name="connsiteY30876" fmla="*/ 1034972 h 2398711"/>
              <a:gd name="connsiteX30877" fmla="*/ 1813612 w 2119654"/>
              <a:gd name="connsiteY30877" fmla="*/ 1037920 h 2398711"/>
              <a:gd name="connsiteX30878" fmla="*/ 1814882 w 2119654"/>
              <a:gd name="connsiteY30878" fmla="*/ 1035556 h 2398711"/>
              <a:gd name="connsiteX30879" fmla="*/ 1814893 w 2119654"/>
              <a:gd name="connsiteY30879" fmla="*/ 1035084 h 2398711"/>
              <a:gd name="connsiteX30880" fmla="*/ 1814743 w 2119654"/>
              <a:gd name="connsiteY30880" fmla="*/ 1035046 h 2398711"/>
              <a:gd name="connsiteX30881" fmla="*/ 1788320 w 2119654"/>
              <a:gd name="connsiteY30881" fmla="*/ 1092753 h 2398711"/>
              <a:gd name="connsiteX30882" fmla="*/ 1788113 w 2119654"/>
              <a:gd name="connsiteY30882" fmla="*/ 1093321 h 2398711"/>
              <a:gd name="connsiteX30883" fmla="*/ 1791631 w 2119654"/>
              <a:gd name="connsiteY30883" fmla="*/ 1090096 h 2398711"/>
              <a:gd name="connsiteX30884" fmla="*/ 1793977 w 2119654"/>
              <a:gd name="connsiteY30884" fmla="*/ 1087119 h 2398711"/>
              <a:gd name="connsiteX30885" fmla="*/ 1794012 w 2119654"/>
              <a:gd name="connsiteY30885" fmla="*/ 1086181 h 2398711"/>
              <a:gd name="connsiteX30886" fmla="*/ 1814942 w 2119654"/>
              <a:gd name="connsiteY30886" fmla="*/ 1033093 h 2398711"/>
              <a:gd name="connsiteX30887" fmla="*/ 1814491 w 2119654"/>
              <a:gd name="connsiteY30887" fmla="*/ 1034732 h 2398711"/>
              <a:gd name="connsiteX30888" fmla="*/ 1814899 w 2119654"/>
              <a:gd name="connsiteY30888" fmla="*/ 1034834 h 2398711"/>
              <a:gd name="connsiteX30889" fmla="*/ 1804221 w 2119654"/>
              <a:gd name="connsiteY30889" fmla="*/ 1056936 h 2398711"/>
              <a:gd name="connsiteX30890" fmla="*/ 1803879 w 2119654"/>
              <a:gd name="connsiteY30890" fmla="*/ 1065302 h 2398711"/>
              <a:gd name="connsiteX30891" fmla="*/ 1804567 w 2119654"/>
              <a:gd name="connsiteY30891" fmla="*/ 1064526 h 2398711"/>
              <a:gd name="connsiteX30892" fmla="*/ 1806024 w 2119654"/>
              <a:gd name="connsiteY30892" fmla="*/ 1062837 h 2398711"/>
              <a:gd name="connsiteX30893" fmla="*/ 1806491 w 2119654"/>
              <a:gd name="connsiteY30893" fmla="*/ 1061874 h 2398711"/>
              <a:gd name="connsiteX30894" fmla="*/ 1811442 w 2119654"/>
              <a:gd name="connsiteY30894" fmla="*/ 1043907 h 2398711"/>
              <a:gd name="connsiteX30895" fmla="*/ 1810703 w 2119654"/>
              <a:gd name="connsiteY30895" fmla="*/ 1044864 h 2398711"/>
              <a:gd name="connsiteX30896" fmla="*/ 1296296 w 2119654"/>
              <a:gd name="connsiteY30896" fmla="*/ 2194124 h 2398711"/>
              <a:gd name="connsiteX30897" fmla="*/ 1296739 w 2119654"/>
              <a:gd name="connsiteY30897" fmla="*/ 2194323 h 2398711"/>
              <a:gd name="connsiteX30898" fmla="*/ 1296759 w 2119654"/>
              <a:gd name="connsiteY30898" fmla="*/ 2194246 h 2398711"/>
              <a:gd name="connsiteX30899" fmla="*/ 1297428 w 2119654"/>
              <a:gd name="connsiteY30899" fmla="*/ 2191363 h 2398711"/>
              <a:gd name="connsiteX30900" fmla="*/ 1297508 w 2119654"/>
              <a:gd name="connsiteY30900" fmla="*/ 2191384 h 2398711"/>
              <a:gd name="connsiteX30901" fmla="*/ 1297536 w 2119654"/>
              <a:gd name="connsiteY30901" fmla="*/ 2191275 h 2398711"/>
              <a:gd name="connsiteX30902" fmla="*/ 1795910 w 2119654"/>
              <a:gd name="connsiteY30902" fmla="*/ 1074865 h 2398711"/>
              <a:gd name="connsiteX30903" fmla="*/ 1795704 w 2119654"/>
              <a:gd name="connsiteY30903" fmla="*/ 1080141 h 2398711"/>
              <a:gd name="connsiteX30904" fmla="*/ 1799299 w 2119654"/>
              <a:gd name="connsiteY30904" fmla="*/ 1076731 h 2398711"/>
              <a:gd name="connsiteX30905" fmla="*/ 1800324 w 2119654"/>
              <a:gd name="connsiteY30905" fmla="*/ 1074613 h 2398711"/>
              <a:gd name="connsiteX30906" fmla="*/ 1800965 w 2119654"/>
              <a:gd name="connsiteY30906" fmla="*/ 1069006 h 2398711"/>
              <a:gd name="connsiteX30907" fmla="*/ 1787463 w 2119654"/>
              <a:gd name="connsiteY30907" fmla="*/ 1093743 h 2398711"/>
              <a:gd name="connsiteX30908" fmla="*/ 1787458 w 2119654"/>
              <a:gd name="connsiteY30908" fmla="*/ 1093783 h 2398711"/>
              <a:gd name="connsiteX30909" fmla="*/ 1787480 w 2119654"/>
              <a:gd name="connsiteY30909" fmla="*/ 1093723 h 2398711"/>
              <a:gd name="connsiteX30910" fmla="*/ 1274210 w 2119654"/>
              <a:gd name="connsiteY30910" fmla="*/ 2242876 h 2398711"/>
              <a:gd name="connsiteX30911" fmla="*/ 1274786 w 2119654"/>
              <a:gd name="connsiteY30911" fmla="*/ 2243268 h 2398711"/>
              <a:gd name="connsiteX30912" fmla="*/ 1275324 w 2119654"/>
              <a:gd name="connsiteY30912" fmla="*/ 2241692 h 2398711"/>
              <a:gd name="connsiteX30913" fmla="*/ 1791133 w 2119654"/>
              <a:gd name="connsiteY30913" fmla="*/ 1085028 h 2398711"/>
              <a:gd name="connsiteX30914" fmla="*/ 1790963 w 2119654"/>
              <a:gd name="connsiteY30914" fmla="*/ 1085516 h 2398711"/>
              <a:gd name="connsiteX30915" fmla="*/ 1789706 w 2119654"/>
              <a:gd name="connsiteY30915" fmla="*/ 1088956 h 2398711"/>
              <a:gd name="connsiteX30916" fmla="*/ 1794103 w 2119654"/>
              <a:gd name="connsiteY30916" fmla="*/ 1083848 h 2398711"/>
              <a:gd name="connsiteX30917" fmla="*/ 1794170 w 2119654"/>
              <a:gd name="connsiteY30917" fmla="*/ 1082148 h 2398711"/>
              <a:gd name="connsiteX30918" fmla="*/ 1279589 w 2119654"/>
              <a:gd name="connsiteY30918" fmla="*/ 2230124 h 2398711"/>
              <a:gd name="connsiteX30919" fmla="*/ 1278134 w 2119654"/>
              <a:gd name="connsiteY30919" fmla="*/ 2234387 h 2398711"/>
              <a:gd name="connsiteX30920" fmla="*/ 1288225 w 2119654"/>
              <a:gd name="connsiteY30920" fmla="*/ 2223661 h 2398711"/>
              <a:gd name="connsiteX30921" fmla="*/ 1290274 w 2119654"/>
              <a:gd name="connsiteY30921" fmla="*/ 2216944 h 2398711"/>
              <a:gd name="connsiteX30922" fmla="*/ 1288670 w 2119654"/>
              <a:gd name="connsiteY30922" fmla="*/ 2216004 h 2398711"/>
              <a:gd name="connsiteX30923" fmla="*/ 1272690 w 2119654"/>
              <a:gd name="connsiteY30923" fmla="*/ 2244492 h 2398711"/>
              <a:gd name="connsiteX30924" fmla="*/ 1274076 w 2119654"/>
              <a:gd name="connsiteY30924" fmla="*/ 2245353 h 2398711"/>
              <a:gd name="connsiteX30925" fmla="*/ 1274736 w 2119654"/>
              <a:gd name="connsiteY30925" fmla="*/ 2243417 h 2398711"/>
              <a:gd name="connsiteX30926" fmla="*/ 1274105 w 2119654"/>
              <a:gd name="connsiteY30926" fmla="*/ 2242987 h 2398711"/>
              <a:gd name="connsiteX30927" fmla="*/ 1793858 w 2119654"/>
              <a:gd name="connsiteY30927" fmla="*/ 1077242 h 2398711"/>
              <a:gd name="connsiteX30928" fmla="*/ 1791422 w 2119654"/>
              <a:gd name="connsiteY30928" fmla="*/ 1084204 h 2398711"/>
              <a:gd name="connsiteX30929" fmla="*/ 1794192 w 2119654"/>
              <a:gd name="connsiteY30929" fmla="*/ 1081575 h 2398711"/>
              <a:gd name="connsiteX30930" fmla="*/ 1794385 w 2119654"/>
              <a:gd name="connsiteY30930" fmla="*/ 1076633 h 2398711"/>
              <a:gd name="connsiteX30931" fmla="*/ 1796013 w 2119654"/>
              <a:gd name="connsiteY30931" fmla="*/ 1072223 h 2398711"/>
              <a:gd name="connsiteX30932" fmla="*/ 1795934 w 2119654"/>
              <a:gd name="connsiteY30932" fmla="*/ 1074257 h 2398711"/>
              <a:gd name="connsiteX30933" fmla="*/ 1801021 w 2119654"/>
              <a:gd name="connsiteY30933" fmla="*/ 1068523 h 2398711"/>
              <a:gd name="connsiteX30934" fmla="*/ 1801840 w 2119654"/>
              <a:gd name="connsiteY30934" fmla="*/ 1061369 h 2398711"/>
              <a:gd name="connsiteX30935" fmla="*/ 1794424 w 2119654"/>
              <a:gd name="connsiteY30935" fmla="*/ 1075628 h 2398711"/>
              <a:gd name="connsiteX30936" fmla="*/ 1794232 w 2119654"/>
              <a:gd name="connsiteY30936" fmla="*/ 1076176 h 2398711"/>
              <a:gd name="connsiteX30937" fmla="*/ 1794410 w 2119654"/>
              <a:gd name="connsiteY30937" fmla="*/ 1075974 h 2398711"/>
              <a:gd name="connsiteX30938" fmla="*/ 1267422 w 2119654"/>
              <a:gd name="connsiteY30938" fmla="*/ 2255646 h 2398711"/>
              <a:gd name="connsiteX30939" fmla="*/ 1276320 w 2119654"/>
              <a:gd name="connsiteY30939" fmla="*/ 2262275 h 2398711"/>
              <a:gd name="connsiteX30940" fmla="*/ 1278938 w 2119654"/>
              <a:gd name="connsiteY30940" fmla="*/ 2254101 h 2398711"/>
              <a:gd name="connsiteX30941" fmla="*/ 1279231 w 2119654"/>
              <a:gd name="connsiteY30941" fmla="*/ 2253140 h 2398711"/>
              <a:gd name="connsiteX30942" fmla="*/ 1274844 w 2119654"/>
              <a:gd name="connsiteY30942" fmla="*/ 2251716 h 2398711"/>
              <a:gd name="connsiteX30943" fmla="*/ 1270964 w 2119654"/>
              <a:gd name="connsiteY30943" fmla="*/ 2257123 h 2398711"/>
              <a:gd name="connsiteX30944" fmla="*/ 1270864 w 2119654"/>
              <a:gd name="connsiteY30944" fmla="*/ 2257152 h 2398711"/>
              <a:gd name="connsiteX30945" fmla="*/ 1274781 w 2119654"/>
              <a:gd name="connsiteY30945" fmla="*/ 2251696 h 2398711"/>
              <a:gd name="connsiteX30946" fmla="*/ 1273538 w 2119654"/>
              <a:gd name="connsiteY30946" fmla="*/ 2251292 h 2398711"/>
              <a:gd name="connsiteX30947" fmla="*/ 1270756 w 2119654"/>
              <a:gd name="connsiteY30947" fmla="*/ 2252948 h 2398711"/>
              <a:gd name="connsiteX30948" fmla="*/ 1804379 w 2119654"/>
              <a:gd name="connsiteY30948" fmla="*/ 1053043 h 2398711"/>
              <a:gd name="connsiteX30949" fmla="*/ 1804288 w 2119654"/>
              <a:gd name="connsiteY30949" fmla="*/ 1055286 h 2398711"/>
              <a:gd name="connsiteX30950" fmla="*/ 1808022 w 2119654"/>
              <a:gd name="connsiteY30950" fmla="*/ 1048332 h 2398711"/>
              <a:gd name="connsiteX30951" fmla="*/ 1771024 w 2119654"/>
              <a:gd name="connsiteY30951" fmla="*/ 1127606 h 2398711"/>
              <a:gd name="connsiteX30952" fmla="*/ 1771220 w 2119654"/>
              <a:gd name="connsiteY30952" fmla="*/ 1127492 h 2398711"/>
              <a:gd name="connsiteX30953" fmla="*/ 1771284 w 2119654"/>
              <a:gd name="connsiteY30953" fmla="*/ 1127226 h 2398711"/>
              <a:gd name="connsiteX30954" fmla="*/ 1793366 w 2119654"/>
              <a:gd name="connsiteY30954" fmla="*/ 1077152 h 2398711"/>
              <a:gd name="connsiteX30955" fmla="*/ 1793647 w 2119654"/>
              <a:gd name="connsiteY30955" fmla="*/ 1076835 h 2398711"/>
              <a:gd name="connsiteX30956" fmla="*/ 1793884 w 2119654"/>
              <a:gd name="connsiteY30956" fmla="*/ 1076187 h 2398711"/>
              <a:gd name="connsiteX30957" fmla="*/ 1283552 w 2119654"/>
              <a:gd name="connsiteY30957" fmla="*/ 2218501 h 2398711"/>
              <a:gd name="connsiteX30958" fmla="*/ 1281337 w 2119654"/>
              <a:gd name="connsiteY30958" fmla="*/ 2224997 h 2398711"/>
              <a:gd name="connsiteX30959" fmla="*/ 1287411 w 2119654"/>
              <a:gd name="connsiteY30959" fmla="*/ 2215552 h 2398711"/>
              <a:gd name="connsiteX30960" fmla="*/ 1812390 w 2119654"/>
              <a:gd name="connsiteY30960" fmla="*/ 1034210 h 2398711"/>
              <a:gd name="connsiteX30961" fmla="*/ 1814004 w 2119654"/>
              <a:gd name="connsiteY30961" fmla="*/ 1034611 h 2398711"/>
              <a:gd name="connsiteX30962" fmla="*/ 1814580 w 2119654"/>
              <a:gd name="connsiteY30962" fmla="*/ 1032521 h 2398711"/>
              <a:gd name="connsiteX30963" fmla="*/ 1788607 w 2119654"/>
              <a:gd name="connsiteY30963" fmla="*/ 1087425 h 2398711"/>
              <a:gd name="connsiteX30964" fmla="*/ 1787906 w 2119654"/>
              <a:gd name="connsiteY30964" fmla="*/ 1091048 h 2398711"/>
              <a:gd name="connsiteX30965" fmla="*/ 1788863 w 2119654"/>
              <a:gd name="connsiteY30965" fmla="*/ 1089937 h 2398711"/>
              <a:gd name="connsiteX30966" fmla="*/ 1790402 w 2119654"/>
              <a:gd name="connsiteY30966" fmla="*/ 1085722 h 2398711"/>
              <a:gd name="connsiteX30967" fmla="*/ 1829978 w 2119654"/>
              <a:gd name="connsiteY30967" fmla="*/ 994273 h 2398711"/>
              <a:gd name="connsiteX30968" fmla="*/ 1830290 w 2119654"/>
              <a:gd name="connsiteY30968" fmla="*/ 993859 h 2398711"/>
              <a:gd name="connsiteX30969" fmla="*/ 1830322 w 2119654"/>
              <a:gd name="connsiteY30969" fmla="*/ 993605 h 2398711"/>
              <a:gd name="connsiteX30970" fmla="*/ 1284959 w 2119654"/>
              <a:gd name="connsiteY30970" fmla="*/ 2214375 h 2398711"/>
              <a:gd name="connsiteX30971" fmla="*/ 1283927 w 2119654"/>
              <a:gd name="connsiteY30971" fmla="*/ 2217401 h 2398711"/>
              <a:gd name="connsiteX30972" fmla="*/ 1286886 w 2119654"/>
              <a:gd name="connsiteY30972" fmla="*/ 2215140 h 2398711"/>
              <a:gd name="connsiteX30973" fmla="*/ 1789032 w 2119654"/>
              <a:gd name="connsiteY30973" fmla="*/ 1085222 h 2398711"/>
              <a:gd name="connsiteX30974" fmla="*/ 1788736 w 2119654"/>
              <a:gd name="connsiteY30974" fmla="*/ 1086751 h 2398711"/>
              <a:gd name="connsiteX30975" fmla="*/ 1790709 w 2119654"/>
              <a:gd name="connsiteY30975" fmla="*/ 1084879 h 2398711"/>
              <a:gd name="connsiteX30976" fmla="*/ 1793234 w 2119654"/>
              <a:gd name="connsiteY30976" fmla="*/ 1077966 h 2398711"/>
              <a:gd name="connsiteX30977" fmla="*/ 1793148 w 2119654"/>
              <a:gd name="connsiteY30977" fmla="*/ 1078066 h 2398711"/>
              <a:gd name="connsiteX30978" fmla="*/ 1792456 w 2119654"/>
              <a:gd name="connsiteY30978" fmla="*/ 1078846 h 2398711"/>
              <a:gd name="connsiteX30979" fmla="*/ 1840261 w 2119654"/>
              <a:gd name="connsiteY30979" fmla="*/ 970265 h 2398711"/>
              <a:gd name="connsiteX30980" fmla="*/ 1835930 w 2119654"/>
              <a:gd name="connsiteY30980" fmla="*/ 982712 h 2398711"/>
              <a:gd name="connsiteX30981" fmla="*/ 1832065 w 2119654"/>
              <a:gd name="connsiteY30981" fmla="*/ 990220 h 2398711"/>
              <a:gd name="connsiteX30982" fmla="*/ 1831870 w 2119654"/>
              <a:gd name="connsiteY30982" fmla="*/ 991764 h 2398711"/>
              <a:gd name="connsiteX30983" fmla="*/ 1833826 w 2119654"/>
              <a:gd name="connsiteY30983" fmla="*/ 989171 h 2398711"/>
              <a:gd name="connsiteX30984" fmla="*/ 1833871 w 2119654"/>
              <a:gd name="connsiteY30984" fmla="*/ 989574 h 2398711"/>
              <a:gd name="connsiteX30985" fmla="*/ 1831801 w 2119654"/>
              <a:gd name="connsiteY30985" fmla="*/ 992319 h 2398711"/>
              <a:gd name="connsiteX30986" fmla="*/ 1830658 w 2119654"/>
              <a:gd name="connsiteY30986" fmla="*/ 1001426 h 2398711"/>
              <a:gd name="connsiteX30987" fmla="*/ 1836614 w 2119654"/>
              <a:gd name="connsiteY30987" fmla="*/ 995081 h 2398711"/>
              <a:gd name="connsiteX30988" fmla="*/ 1837601 w 2119654"/>
              <a:gd name="connsiteY30988" fmla="*/ 993243 h 2398711"/>
              <a:gd name="connsiteX30989" fmla="*/ 1771577 w 2119654"/>
              <a:gd name="connsiteY30989" fmla="*/ 1124052 h 2398711"/>
              <a:gd name="connsiteX30990" fmla="*/ 1771640 w 2119654"/>
              <a:gd name="connsiteY30990" fmla="*/ 1124110 h 2398711"/>
              <a:gd name="connsiteX30991" fmla="*/ 1772216 w 2119654"/>
              <a:gd name="connsiteY30991" fmla="*/ 1123286 h 2398711"/>
              <a:gd name="connsiteX30992" fmla="*/ 1772330 w 2119654"/>
              <a:gd name="connsiteY30992" fmla="*/ 1122456 h 2398711"/>
              <a:gd name="connsiteX30993" fmla="*/ 1293288 w 2119654"/>
              <a:gd name="connsiteY30993" fmla="*/ 2194754 h 2398711"/>
              <a:gd name="connsiteX30994" fmla="*/ 1296142 w 2119654"/>
              <a:gd name="connsiteY30994" fmla="*/ 2196608 h 2398711"/>
              <a:gd name="connsiteX30995" fmla="*/ 1296673 w 2119654"/>
              <a:gd name="connsiteY30995" fmla="*/ 2194576 h 2398711"/>
              <a:gd name="connsiteX30996" fmla="*/ 1294785 w 2119654"/>
              <a:gd name="connsiteY30996" fmla="*/ 2193728 h 2398711"/>
              <a:gd name="connsiteX30997" fmla="*/ 1294600 w 2119654"/>
              <a:gd name="connsiteY30997" fmla="*/ 2193679 h 2398711"/>
              <a:gd name="connsiteX30998" fmla="*/ 1286823 w 2119654"/>
              <a:gd name="connsiteY30998" fmla="*/ 2208910 h 2398711"/>
              <a:gd name="connsiteX30999" fmla="*/ 1285705 w 2119654"/>
              <a:gd name="connsiteY30999" fmla="*/ 2212186 h 2398711"/>
              <a:gd name="connsiteX31000" fmla="*/ 1287554 w 2119654"/>
              <a:gd name="connsiteY31000" fmla="*/ 2213269 h 2398711"/>
              <a:gd name="connsiteX31001" fmla="*/ 1288749 w 2119654"/>
              <a:gd name="connsiteY31001" fmla="*/ 2213473 h 2398711"/>
              <a:gd name="connsiteX31002" fmla="*/ 1288942 w 2119654"/>
              <a:gd name="connsiteY31002" fmla="*/ 2213172 h 2398711"/>
              <a:gd name="connsiteX31003" fmla="*/ 1290973 w 2119654"/>
              <a:gd name="connsiteY31003" fmla="*/ 2208985 h 2398711"/>
              <a:gd name="connsiteX31004" fmla="*/ 1794569 w 2119654"/>
              <a:gd name="connsiteY31004" fmla="*/ 1071898 h 2398711"/>
              <a:gd name="connsiteX31005" fmla="*/ 1791622 w 2119654"/>
              <a:gd name="connsiteY31005" fmla="*/ 1078861 h 2398711"/>
              <a:gd name="connsiteX31006" fmla="*/ 1791694 w 2119654"/>
              <a:gd name="connsiteY31006" fmla="*/ 1078740 h 2398711"/>
              <a:gd name="connsiteX31007" fmla="*/ 1794507 w 2119654"/>
              <a:gd name="connsiteY31007" fmla="*/ 1073503 h 2398711"/>
              <a:gd name="connsiteX31008" fmla="*/ 1800630 w 2119654"/>
              <a:gd name="connsiteY31008" fmla="*/ 1057893 h 2398711"/>
              <a:gd name="connsiteX31009" fmla="*/ 1796405 w 2119654"/>
              <a:gd name="connsiteY31009" fmla="*/ 1069966 h 2398711"/>
              <a:gd name="connsiteX31010" fmla="*/ 1802062 w 2119654"/>
              <a:gd name="connsiteY31010" fmla="*/ 1059431 h 2398711"/>
              <a:gd name="connsiteX31011" fmla="*/ 1802517 w 2119654"/>
              <a:gd name="connsiteY31011" fmla="*/ 1055452 h 2398711"/>
              <a:gd name="connsiteX31012" fmla="*/ 1272454 w 2119654"/>
              <a:gd name="connsiteY31012" fmla="*/ 2240425 h 2398711"/>
              <a:gd name="connsiteX31013" fmla="*/ 1277632 w 2119654"/>
              <a:gd name="connsiteY31013" fmla="*/ 2234921 h 2398711"/>
              <a:gd name="connsiteX31014" fmla="*/ 1278907 w 2119654"/>
              <a:gd name="connsiteY31014" fmla="*/ 2231184 h 2398711"/>
              <a:gd name="connsiteX31015" fmla="*/ 1275978 w 2119654"/>
              <a:gd name="connsiteY31015" fmla="*/ 2235738 h 2398711"/>
              <a:gd name="connsiteX31016" fmla="*/ 1800031 w 2119654"/>
              <a:gd name="connsiteY31016" fmla="*/ 1058986 h 2398711"/>
              <a:gd name="connsiteX31017" fmla="*/ 1796173 w 2119654"/>
              <a:gd name="connsiteY31017" fmla="*/ 1068105 h 2398711"/>
              <a:gd name="connsiteX31018" fmla="*/ 1796094 w 2119654"/>
              <a:gd name="connsiteY31018" fmla="*/ 1070134 h 2398711"/>
              <a:gd name="connsiteX31019" fmla="*/ 1796950 w 2119654"/>
              <a:gd name="connsiteY31019" fmla="*/ 1067790 h 2398711"/>
              <a:gd name="connsiteX31020" fmla="*/ 1820479 w 2119654"/>
              <a:gd name="connsiteY31020" fmla="*/ 1013005 h 2398711"/>
              <a:gd name="connsiteX31021" fmla="*/ 1816734 w 2119654"/>
              <a:gd name="connsiteY31021" fmla="*/ 1026591 h 2398711"/>
              <a:gd name="connsiteX31022" fmla="*/ 1816867 w 2119654"/>
              <a:gd name="connsiteY31022" fmla="*/ 1030212 h 2398711"/>
              <a:gd name="connsiteX31023" fmla="*/ 1818370 w 2119654"/>
              <a:gd name="connsiteY31023" fmla="*/ 1029059 h 2398711"/>
              <a:gd name="connsiteX31024" fmla="*/ 1828160 w 2119654"/>
              <a:gd name="connsiteY31024" fmla="*/ 1010827 h 2398711"/>
              <a:gd name="connsiteX31025" fmla="*/ 1829048 w 2119654"/>
              <a:gd name="connsiteY31025" fmla="*/ 1003751 h 2398711"/>
              <a:gd name="connsiteX31026" fmla="*/ 1824894 w 2119654"/>
              <a:gd name="connsiteY31026" fmla="*/ 1008302 h 2398711"/>
              <a:gd name="connsiteX31027" fmla="*/ 1821015 w 2119654"/>
              <a:gd name="connsiteY31027" fmla="*/ 1011701 h 2398711"/>
              <a:gd name="connsiteX31028" fmla="*/ 1829136 w 2119654"/>
              <a:gd name="connsiteY31028" fmla="*/ 1003048 h 2398711"/>
              <a:gd name="connsiteX31029" fmla="*/ 1830221 w 2119654"/>
              <a:gd name="connsiteY31029" fmla="*/ 994415 h 2398711"/>
              <a:gd name="connsiteX31030" fmla="*/ 1829227 w 2119654"/>
              <a:gd name="connsiteY31030" fmla="*/ 995732 h 2398711"/>
              <a:gd name="connsiteX31031" fmla="*/ 1821233 w 2119654"/>
              <a:gd name="connsiteY31031" fmla="*/ 1011260 h 2398711"/>
              <a:gd name="connsiteX31032" fmla="*/ 1802789 w 2119654"/>
              <a:gd name="connsiteY31032" fmla="*/ 1052466 h 2398711"/>
              <a:gd name="connsiteX31033" fmla="*/ 1801503 w 2119654"/>
              <a:gd name="connsiteY31033" fmla="*/ 1055507 h 2398711"/>
              <a:gd name="connsiteX31034" fmla="*/ 1802686 w 2119654"/>
              <a:gd name="connsiteY31034" fmla="*/ 1053977 h 2398711"/>
              <a:gd name="connsiteX31035" fmla="*/ 1802750 w 2119654"/>
              <a:gd name="connsiteY31035" fmla="*/ 1053414 h 2398711"/>
              <a:gd name="connsiteX31036" fmla="*/ 1809603 w 2119654"/>
              <a:gd name="connsiteY31036" fmla="*/ 1036358 h 2398711"/>
              <a:gd name="connsiteX31037" fmla="*/ 1804575 w 2119654"/>
              <a:gd name="connsiteY31037" fmla="*/ 1048243 h 2398711"/>
              <a:gd name="connsiteX31038" fmla="*/ 1804434 w 2119654"/>
              <a:gd name="connsiteY31038" fmla="*/ 1051716 h 2398711"/>
              <a:gd name="connsiteX31039" fmla="*/ 1810232 w 2119654"/>
              <a:gd name="connsiteY31039" fmla="*/ 1044216 h 2398711"/>
              <a:gd name="connsiteX31040" fmla="*/ 1812544 w 2119654"/>
              <a:gd name="connsiteY31040" fmla="*/ 1039909 h 2398711"/>
              <a:gd name="connsiteX31041" fmla="*/ 1813936 w 2119654"/>
              <a:gd name="connsiteY31041" fmla="*/ 1034858 h 2398711"/>
              <a:gd name="connsiteX31042" fmla="*/ 1812106 w 2119654"/>
              <a:gd name="connsiteY31042" fmla="*/ 1034429 h 2398711"/>
              <a:gd name="connsiteX31043" fmla="*/ 1289737 w 2119654"/>
              <a:gd name="connsiteY31043" fmla="*/ 2200364 h 2398711"/>
              <a:gd name="connsiteX31044" fmla="*/ 1287179 w 2119654"/>
              <a:gd name="connsiteY31044" fmla="*/ 2207867 h 2398711"/>
              <a:gd name="connsiteX31045" fmla="*/ 1291477 w 2119654"/>
              <a:gd name="connsiteY31045" fmla="*/ 2207944 h 2398711"/>
              <a:gd name="connsiteX31046" fmla="*/ 1294681 w 2119654"/>
              <a:gd name="connsiteY31046" fmla="*/ 2201339 h 2398711"/>
              <a:gd name="connsiteX31047" fmla="*/ 1816520 w 2119654"/>
              <a:gd name="connsiteY31047" fmla="*/ 1020765 h 2398711"/>
              <a:gd name="connsiteX31048" fmla="*/ 1816674 w 2119654"/>
              <a:gd name="connsiteY31048" fmla="*/ 1024926 h 2398711"/>
              <a:gd name="connsiteX31049" fmla="*/ 1819446 w 2119654"/>
              <a:gd name="connsiteY31049" fmla="*/ 1014863 h 2398711"/>
              <a:gd name="connsiteX31050" fmla="*/ 1810571 w 2119654"/>
              <a:gd name="connsiteY31050" fmla="*/ 1034070 h 2398711"/>
              <a:gd name="connsiteX31051" fmla="*/ 1809960 w 2119654"/>
              <a:gd name="connsiteY31051" fmla="*/ 1035517 h 2398711"/>
              <a:gd name="connsiteX31052" fmla="*/ 1811547 w 2119654"/>
              <a:gd name="connsiteY31052" fmla="*/ 1034299 h 2398711"/>
              <a:gd name="connsiteX31053" fmla="*/ 1267871 w 2119654"/>
              <a:gd name="connsiteY31053" fmla="*/ 2249252 h 2398711"/>
              <a:gd name="connsiteX31054" fmla="*/ 1268615 w 2119654"/>
              <a:gd name="connsiteY31054" fmla="*/ 2249505 h 2398711"/>
              <a:gd name="connsiteX31055" fmla="*/ 1271069 w 2119654"/>
              <a:gd name="connsiteY31055" fmla="*/ 2250301 h 2398711"/>
              <a:gd name="connsiteX31056" fmla="*/ 1273009 w 2119654"/>
              <a:gd name="connsiteY31056" fmla="*/ 2248482 h 2398711"/>
              <a:gd name="connsiteX31057" fmla="*/ 1273975 w 2119654"/>
              <a:gd name="connsiteY31057" fmla="*/ 2245649 h 2398711"/>
              <a:gd name="connsiteX31058" fmla="*/ 1272477 w 2119654"/>
              <a:gd name="connsiteY31058" fmla="*/ 2244718 h 2398711"/>
              <a:gd name="connsiteX31059" fmla="*/ 1270391 w 2119654"/>
              <a:gd name="connsiteY31059" fmla="*/ 2246935 h 2398711"/>
              <a:gd name="connsiteX31060" fmla="*/ 1814337 w 2119654"/>
              <a:gd name="connsiteY31060" fmla="*/ 1025169 h 2398711"/>
              <a:gd name="connsiteX31061" fmla="*/ 1810691 w 2119654"/>
              <a:gd name="connsiteY31061" fmla="*/ 1033787 h 2398711"/>
              <a:gd name="connsiteX31062" fmla="*/ 1811840 w 2119654"/>
              <a:gd name="connsiteY31062" fmla="*/ 1034073 h 2398711"/>
              <a:gd name="connsiteX31063" fmla="*/ 1814773 w 2119654"/>
              <a:gd name="connsiteY31063" fmla="*/ 1031821 h 2398711"/>
              <a:gd name="connsiteX31064" fmla="*/ 1814993 w 2119654"/>
              <a:gd name="connsiteY31064" fmla="*/ 1031023 h 2398711"/>
              <a:gd name="connsiteX31065" fmla="*/ 1815049 w 2119654"/>
              <a:gd name="connsiteY31065" fmla="*/ 1028752 h 2398711"/>
              <a:gd name="connsiteX31066" fmla="*/ 1814878 w 2119654"/>
              <a:gd name="connsiteY31066" fmla="*/ 1024078 h 2398711"/>
              <a:gd name="connsiteX31067" fmla="*/ 1291016 w 2119654"/>
              <a:gd name="connsiteY31067" fmla="*/ 2196615 h 2398711"/>
              <a:gd name="connsiteX31068" fmla="*/ 1290432 w 2119654"/>
              <a:gd name="connsiteY31068" fmla="*/ 2198326 h 2398711"/>
              <a:gd name="connsiteX31069" fmla="*/ 1290812 w 2119654"/>
              <a:gd name="connsiteY31069" fmla="*/ 2198450 h 2398711"/>
              <a:gd name="connsiteX31070" fmla="*/ 1295423 w 2119654"/>
              <a:gd name="connsiteY31070" fmla="*/ 2199359 h 2398711"/>
              <a:gd name="connsiteX31071" fmla="*/ 1295558 w 2119654"/>
              <a:gd name="connsiteY31071" fmla="*/ 2198843 h 2398711"/>
              <a:gd name="connsiteX31072" fmla="*/ 1291507 w 2119654"/>
              <a:gd name="connsiteY31072" fmla="*/ 2196212 h 2398711"/>
              <a:gd name="connsiteX31073" fmla="*/ 1258590 w 2119654"/>
              <a:gd name="connsiteY31073" fmla="*/ 2268733 h 2398711"/>
              <a:gd name="connsiteX31074" fmla="*/ 1253699 w 2119654"/>
              <a:gd name="connsiteY31074" fmla="*/ 2281670 h 2398711"/>
              <a:gd name="connsiteX31075" fmla="*/ 1229150 w 2119654"/>
              <a:gd name="connsiteY31075" fmla="*/ 2339406 h 2398711"/>
              <a:gd name="connsiteX31076" fmla="*/ 1219526 w 2119654"/>
              <a:gd name="connsiteY31076" fmla="*/ 2361200 h 2398711"/>
              <a:gd name="connsiteX31077" fmla="*/ 1253591 w 2119654"/>
              <a:gd name="connsiteY31077" fmla="*/ 2305526 h 2398711"/>
              <a:gd name="connsiteX31078" fmla="*/ 1269261 w 2119654"/>
              <a:gd name="connsiteY31078" fmla="*/ 2277420 h 2398711"/>
              <a:gd name="connsiteX31079" fmla="*/ 1265223 w 2119654"/>
              <a:gd name="connsiteY31079" fmla="*/ 2274132 h 2398711"/>
              <a:gd name="connsiteX31080" fmla="*/ 1264432 w 2119654"/>
              <a:gd name="connsiteY31080" fmla="*/ 2274818 h 2398711"/>
              <a:gd name="connsiteX31081" fmla="*/ 1264071 w 2119654"/>
              <a:gd name="connsiteY31081" fmla="*/ 2274835 h 2398711"/>
              <a:gd name="connsiteX31082" fmla="*/ 1265047 w 2119654"/>
              <a:gd name="connsiteY31082" fmla="*/ 2273989 h 2398711"/>
              <a:gd name="connsiteX31083" fmla="*/ 1808742 w 2119654"/>
              <a:gd name="connsiteY31083" fmla="*/ 1036451 h 2398711"/>
              <a:gd name="connsiteX31084" fmla="*/ 1808747 w 2119654"/>
              <a:gd name="connsiteY31084" fmla="*/ 1036449 h 2398711"/>
              <a:gd name="connsiteX31085" fmla="*/ 1808765 w 2119654"/>
              <a:gd name="connsiteY31085" fmla="*/ 1036405 h 2398711"/>
              <a:gd name="connsiteX31086" fmla="*/ 1259995 w 2119654"/>
              <a:gd name="connsiteY31086" fmla="*/ 2265018 h 2398711"/>
              <a:gd name="connsiteX31087" fmla="*/ 1258751 w 2119654"/>
              <a:gd name="connsiteY31087" fmla="*/ 2268308 h 2398711"/>
              <a:gd name="connsiteX31088" fmla="*/ 1265288 w 2119654"/>
              <a:gd name="connsiteY31088" fmla="*/ 2273780 h 2398711"/>
              <a:gd name="connsiteX31089" fmla="*/ 1271377 w 2119654"/>
              <a:gd name="connsiteY31089" fmla="*/ 2268502 h 2398711"/>
              <a:gd name="connsiteX31090" fmla="*/ 1773933 w 2119654"/>
              <a:gd name="connsiteY31090" fmla="*/ 1114004 h 2398711"/>
              <a:gd name="connsiteX31091" fmla="*/ 1773860 w 2119654"/>
              <a:gd name="connsiteY31091" fmla="*/ 1114593 h 2398711"/>
              <a:gd name="connsiteX31092" fmla="*/ 1774258 w 2119654"/>
              <a:gd name="connsiteY31092" fmla="*/ 1113751 h 2398711"/>
              <a:gd name="connsiteX31093" fmla="*/ 1796355 w 2119654"/>
              <a:gd name="connsiteY31093" fmla="*/ 1063424 h 2398711"/>
              <a:gd name="connsiteX31094" fmla="*/ 1796256 w 2119654"/>
              <a:gd name="connsiteY31094" fmla="*/ 1065975 h 2398711"/>
              <a:gd name="connsiteX31095" fmla="*/ 1798519 w 2119654"/>
              <a:gd name="connsiteY31095" fmla="*/ 1060625 h 2398711"/>
              <a:gd name="connsiteX31096" fmla="*/ 1804726 w 2119654"/>
              <a:gd name="connsiteY31096" fmla="*/ 1044550 h 2398711"/>
              <a:gd name="connsiteX31097" fmla="*/ 1804663 w 2119654"/>
              <a:gd name="connsiteY31097" fmla="*/ 1046103 h 2398711"/>
              <a:gd name="connsiteX31098" fmla="*/ 1808389 w 2119654"/>
              <a:gd name="connsiteY31098" fmla="*/ 1037293 h 2398711"/>
              <a:gd name="connsiteX31099" fmla="*/ 1808284 w 2119654"/>
              <a:gd name="connsiteY31099" fmla="*/ 1037375 h 2398711"/>
              <a:gd name="connsiteX31100" fmla="*/ 1261826 w 2119654"/>
              <a:gd name="connsiteY31100" fmla="*/ 2260176 h 2398711"/>
              <a:gd name="connsiteX31101" fmla="*/ 1260100 w 2119654"/>
              <a:gd name="connsiteY31101" fmla="*/ 2264742 h 2398711"/>
              <a:gd name="connsiteX31102" fmla="*/ 1271640 w 2119654"/>
              <a:gd name="connsiteY31102" fmla="*/ 2268273 h 2398711"/>
              <a:gd name="connsiteX31103" fmla="*/ 1275460 w 2119654"/>
              <a:gd name="connsiteY31103" fmla="*/ 2264962 h 2398711"/>
              <a:gd name="connsiteX31104" fmla="*/ 1276157 w 2119654"/>
              <a:gd name="connsiteY31104" fmla="*/ 2262787 h 2398711"/>
              <a:gd name="connsiteX31105" fmla="*/ 1267015 w 2119654"/>
              <a:gd name="connsiteY31105" fmla="*/ 2255976 h 2398711"/>
              <a:gd name="connsiteX31106" fmla="*/ 1831464 w 2119654"/>
              <a:gd name="connsiteY31106" fmla="*/ 984513 h 2398711"/>
              <a:gd name="connsiteX31107" fmla="*/ 1830917 w 2119654"/>
              <a:gd name="connsiteY31107" fmla="*/ 985856 h 2398711"/>
              <a:gd name="connsiteX31108" fmla="*/ 1831417 w 2119654"/>
              <a:gd name="connsiteY31108" fmla="*/ 984885 h 2398711"/>
              <a:gd name="connsiteX31109" fmla="*/ 1771837 w 2119654"/>
              <a:gd name="connsiteY31109" fmla="*/ 1117982 h 2398711"/>
              <a:gd name="connsiteX31110" fmla="*/ 1770124 w 2119654"/>
              <a:gd name="connsiteY31110" fmla="*/ 1122515 h 2398711"/>
              <a:gd name="connsiteX31111" fmla="*/ 1772221 w 2119654"/>
              <a:gd name="connsiteY31111" fmla="*/ 1118068 h 2398711"/>
              <a:gd name="connsiteX31112" fmla="*/ 1289452 w 2119654"/>
              <a:gd name="connsiteY31112" fmla="*/ 2198007 h 2398711"/>
              <a:gd name="connsiteX31113" fmla="*/ 1289871 w 2119654"/>
              <a:gd name="connsiteY31113" fmla="*/ 2198143 h 2398711"/>
              <a:gd name="connsiteX31114" fmla="*/ 1290133 w 2119654"/>
              <a:gd name="connsiteY31114" fmla="*/ 2197339 h 2398711"/>
              <a:gd name="connsiteX31115" fmla="*/ 1289582 w 2119654"/>
              <a:gd name="connsiteY31115" fmla="*/ 2197789 h 2398711"/>
              <a:gd name="connsiteX31116" fmla="*/ 1262759 w 2119654"/>
              <a:gd name="connsiteY31116" fmla="*/ 2257708 h 2398711"/>
              <a:gd name="connsiteX31117" fmla="*/ 1262531 w 2119654"/>
              <a:gd name="connsiteY31117" fmla="*/ 2258314 h 2398711"/>
              <a:gd name="connsiteX31118" fmla="*/ 1263898 w 2119654"/>
              <a:gd name="connsiteY31118" fmla="*/ 2257030 h 2398711"/>
              <a:gd name="connsiteX31119" fmla="*/ 1774092 w 2119654"/>
              <a:gd name="connsiteY31119" fmla="*/ 1112714 h 2398711"/>
              <a:gd name="connsiteX31120" fmla="*/ 1773980 w 2119654"/>
              <a:gd name="connsiteY31120" fmla="*/ 1113616 h 2398711"/>
              <a:gd name="connsiteX31121" fmla="*/ 1774519 w 2119654"/>
              <a:gd name="connsiteY31121" fmla="*/ 1113195 h 2398711"/>
              <a:gd name="connsiteX31122" fmla="*/ 1774699 w 2119654"/>
              <a:gd name="connsiteY31122" fmla="*/ 1112815 h 2398711"/>
              <a:gd name="connsiteX31123" fmla="*/ 1774898 w 2119654"/>
              <a:gd name="connsiteY31123" fmla="*/ 1111976 h 2398711"/>
              <a:gd name="connsiteX31124" fmla="*/ 1773094 w 2119654"/>
              <a:gd name="connsiteY31124" fmla="*/ 1114658 h 2398711"/>
              <a:gd name="connsiteX31125" fmla="*/ 1772211 w 2119654"/>
              <a:gd name="connsiteY31125" fmla="*/ 1116993 h 2398711"/>
              <a:gd name="connsiteX31126" fmla="*/ 1772679 w 2119654"/>
              <a:gd name="connsiteY31126" fmla="*/ 1117098 h 2398711"/>
              <a:gd name="connsiteX31127" fmla="*/ 1773219 w 2119654"/>
              <a:gd name="connsiteY31127" fmla="*/ 1115953 h 2398711"/>
              <a:gd name="connsiteX31128" fmla="*/ 1773432 w 2119654"/>
              <a:gd name="connsiteY31128" fmla="*/ 1114394 h 2398711"/>
              <a:gd name="connsiteX31129" fmla="*/ 1773568 w 2119654"/>
              <a:gd name="connsiteY31129" fmla="*/ 1113406 h 2398711"/>
              <a:gd name="connsiteX31130" fmla="*/ 1773282 w 2119654"/>
              <a:gd name="connsiteY31130" fmla="*/ 1114161 h 2398711"/>
              <a:gd name="connsiteX31131" fmla="*/ 1773486 w 2119654"/>
              <a:gd name="connsiteY31131" fmla="*/ 1114002 h 2398711"/>
              <a:gd name="connsiteX31132" fmla="*/ 1264206 w 2119654"/>
              <a:gd name="connsiteY31132" fmla="*/ 2253884 h 2398711"/>
              <a:gd name="connsiteX31133" fmla="*/ 1262986 w 2119654"/>
              <a:gd name="connsiteY31133" fmla="*/ 2257109 h 2398711"/>
              <a:gd name="connsiteX31134" fmla="*/ 1265250 w 2119654"/>
              <a:gd name="connsiteY31134" fmla="*/ 2255762 h 2398711"/>
              <a:gd name="connsiteX31135" fmla="*/ 1265903 w 2119654"/>
              <a:gd name="connsiteY31135" fmla="*/ 2255148 h 2398711"/>
              <a:gd name="connsiteX31136" fmla="*/ 1850241 w 2119654"/>
              <a:gd name="connsiteY31136" fmla="*/ 941591 h 2398711"/>
              <a:gd name="connsiteX31137" fmla="*/ 1841617 w 2119654"/>
              <a:gd name="connsiteY31137" fmla="*/ 966370 h 2398711"/>
              <a:gd name="connsiteX31138" fmla="*/ 1838754 w 2119654"/>
              <a:gd name="connsiteY31138" fmla="*/ 991095 h 2398711"/>
              <a:gd name="connsiteX31139" fmla="*/ 1848705 w 2119654"/>
              <a:gd name="connsiteY31139" fmla="*/ 972563 h 2398711"/>
              <a:gd name="connsiteX31140" fmla="*/ 1850568 w 2119654"/>
              <a:gd name="connsiteY31140" fmla="*/ 968976 h 2398711"/>
              <a:gd name="connsiteX31141" fmla="*/ 1851185 w 2119654"/>
              <a:gd name="connsiteY31141" fmla="*/ 967288 h 2398711"/>
              <a:gd name="connsiteX31142" fmla="*/ 1264938 w 2119654"/>
              <a:gd name="connsiteY31142" fmla="*/ 2251948 h 2398711"/>
              <a:gd name="connsiteX31143" fmla="*/ 1264393 w 2119654"/>
              <a:gd name="connsiteY31143" fmla="*/ 2253389 h 2398711"/>
              <a:gd name="connsiteX31144" fmla="*/ 1266280 w 2119654"/>
              <a:gd name="connsiteY31144" fmla="*/ 2254796 h 2398711"/>
              <a:gd name="connsiteX31145" fmla="*/ 1270919 w 2119654"/>
              <a:gd name="connsiteY31145" fmla="*/ 2250442 h 2398711"/>
              <a:gd name="connsiteX31146" fmla="*/ 1267710 w 2119654"/>
              <a:gd name="connsiteY31146" fmla="*/ 2249400 h 2398711"/>
              <a:gd name="connsiteX31147" fmla="*/ 1794502 w 2119654"/>
              <a:gd name="connsiteY31147" fmla="*/ 1065821 h 2398711"/>
              <a:gd name="connsiteX31148" fmla="*/ 1790689 w 2119654"/>
              <a:gd name="connsiteY31148" fmla="*/ 1078911 h 2398711"/>
              <a:gd name="connsiteX31149" fmla="*/ 1791600 w 2119654"/>
              <a:gd name="connsiteY31149" fmla="*/ 1076981 h 2398711"/>
              <a:gd name="connsiteX31150" fmla="*/ 1794652 w 2119654"/>
              <a:gd name="connsiteY31150" fmla="*/ 1069766 h 2398711"/>
              <a:gd name="connsiteX31151" fmla="*/ 1794821 w 2119654"/>
              <a:gd name="connsiteY31151" fmla="*/ 1065407 h 2398711"/>
              <a:gd name="connsiteX31152" fmla="*/ 1772712 w 2119654"/>
              <a:gd name="connsiteY31152" fmla="*/ 1114605 h 2398711"/>
              <a:gd name="connsiteX31153" fmla="*/ 1772902 w 2119654"/>
              <a:gd name="connsiteY31153" fmla="*/ 1114457 h 2398711"/>
              <a:gd name="connsiteX31154" fmla="*/ 1773084 w 2119654"/>
              <a:gd name="connsiteY31154" fmla="*/ 1113976 h 2398711"/>
              <a:gd name="connsiteX31155" fmla="*/ 1771189 w 2119654"/>
              <a:gd name="connsiteY31155" fmla="*/ 1117838 h 2398711"/>
              <a:gd name="connsiteX31156" fmla="*/ 1770345 w 2119654"/>
              <a:gd name="connsiteY31156" fmla="*/ 1121221 h 2398711"/>
              <a:gd name="connsiteX31157" fmla="*/ 1771590 w 2119654"/>
              <a:gd name="connsiteY31157" fmla="*/ 1117927 h 2398711"/>
              <a:gd name="connsiteX31158" fmla="*/ 1796439 w 2119654"/>
              <a:gd name="connsiteY31158" fmla="*/ 1061264 h 2398711"/>
              <a:gd name="connsiteX31159" fmla="*/ 1796406 w 2119654"/>
              <a:gd name="connsiteY31159" fmla="*/ 1062099 h 2398711"/>
              <a:gd name="connsiteX31160" fmla="*/ 1799695 w 2119654"/>
              <a:gd name="connsiteY31160" fmla="*/ 1057847 h 2398711"/>
              <a:gd name="connsiteX31161" fmla="*/ 1802877 w 2119654"/>
              <a:gd name="connsiteY31161" fmla="*/ 1050325 h 2398711"/>
              <a:gd name="connsiteX31162" fmla="*/ 1802967 w 2119654"/>
              <a:gd name="connsiteY31162" fmla="*/ 1048097 h 2398711"/>
              <a:gd name="connsiteX31163" fmla="*/ 1784614 w 2119654"/>
              <a:gd name="connsiteY31163" fmla="*/ 1087684 h 2398711"/>
              <a:gd name="connsiteX31164" fmla="*/ 1784722 w 2119654"/>
              <a:gd name="connsiteY31164" fmla="*/ 1090551 h 2398711"/>
              <a:gd name="connsiteX31165" fmla="*/ 1785947 w 2119654"/>
              <a:gd name="connsiteY31165" fmla="*/ 1088476 h 2398711"/>
              <a:gd name="connsiteX31166" fmla="*/ 1786382 w 2119654"/>
              <a:gd name="connsiteY31166" fmla="*/ 1085691 h 2398711"/>
              <a:gd name="connsiteX31167" fmla="*/ 1771472 w 2119654"/>
              <a:gd name="connsiteY31167" fmla="*/ 1116707 h 2398711"/>
              <a:gd name="connsiteX31168" fmla="*/ 1771443 w 2119654"/>
              <a:gd name="connsiteY31168" fmla="*/ 1116822 h 2398711"/>
              <a:gd name="connsiteX31169" fmla="*/ 1771963 w 2119654"/>
              <a:gd name="connsiteY31169" fmla="*/ 1116938 h 2398711"/>
              <a:gd name="connsiteX31170" fmla="*/ 1772713 w 2119654"/>
              <a:gd name="connsiteY31170" fmla="*/ 1114956 h 2398711"/>
              <a:gd name="connsiteX31171" fmla="*/ 1772328 w 2119654"/>
              <a:gd name="connsiteY31171" fmla="*/ 1115256 h 2398711"/>
              <a:gd name="connsiteX31172" fmla="*/ 1841455 w 2119654"/>
              <a:gd name="connsiteY31172" fmla="*/ 959957 h 2398711"/>
              <a:gd name="connsiteX31173" fmla="*/ 1833369 w 2119654"/>
              <a:gd name="connsiteY31173" fmla="*/ 979831 h 2398711"/>
              <a:gd name="connsiteX31174" fmla="*/ 1833159 w 2119654"/>
              <a:gd name="connsiteY31174" fmla="*/ 981500 h 2398711"/>
              <a:gd name="connsiteX31175" fmla="*/ 1838491 w 2119654"/>
              <a:gd name="connsiteY31175" fmla="*/ 971142 h 2398711"/>
              <a:gd name="connsiteX31176" fmla="*/ 1840992 w 2119654"/>
              <a:gd name="connsiteY31176" fmla="*/ 963958 h 2398711"/>
              <a:gd name="connsiteX31177" fmla="*/ 1268587 w 2119654"/>
              <a:gd name="connsiteY31177" fmla="*/ 2242299 h 2398711"/>
              <a:gd name="connsiteX31178" fmla="*/ 1267172 w 2119654"/>
              <a:gd name="connsiteY31178" fmla="*/ 2246041 h 2398711"/>
              <a:gd name="connsiteX31179" fmla="*/ 1268644 w 2119654"/>
              <a:gd name="connsiteY31179" fmla="*/ 2244476 h 2398711"/>
              <a:gd name="connsiteX31180" fmla="*/ 1269741 w 2119654"/>
              <a:gd name="connsiteY31180" fmla="*/ 2243016 h 2398711"/>
              <a:gd name="connsiteX31181" fmla="*/ 1269511 w 2119654"/>
              <a:gd name="connsiteY31181" fmla="*/ 2239854 h 2398711"/>
              <a:gd name="connsiteX31182" fmla="*/ 1268696 w 2119654"/>
              <a:gd name="connsiteY31182" fmla="*/ 2242008 h 2398711"/>
              <a:gd name="connsiteX31183" fmla="*/ 1269911 w 2119654"/>
              <a:gd name="connsiteY31183" fmla="*/ 2242763 h 2398711"/>
              <a:gd name="connsiteX31184" fmla="*/ 1271090 w 2119654"/>
              <a:gd name="connsiteY31184" fmla="*/ 2240930 h 2398711"/>
              <a:gd name="connsiteX31185" fmla="*/ 1792046 w 2119654"/>
              <a:gd name="connsiteY31185" fmla="*/ 1069622 h 2398711"/>
              <a:gd name="connsiteX31186" fmla="*/ 1790476 w 2119654"/>
              <a:gd name="connsiteY31186" fmla="*/ 1077747 h 2398711"/>
              <a:gd name="connsiteX31187" fmla="*/ 1793617 w 2119654"/>
              <a:gd name="connsiteY31187" fmla="*/ 1066966 h 2398711"/>
              <a:gd name="connsiteX31188" fmla="*/ 1793603 w 2119654"/>
              <a:gd name="connsiteY31188" fmla="*/ 1066984 h 2398711"/>
              <a:gd name="connsiteX31189" fmla="*/ 1793296 w 2119654"/>
              <a:gd name="connsiteY31189" fmla="*/ 1067601 h 2398711"/>
              <a:gd name="connsiteX31190" fmla="*/ 1283583 w 2119654"/>
              <a:gd name="connsiteY31190" fmla="*/ 2207802 h 2398711"/>
              <a:gd name="connsiteX31191" fmla="*/ 1286707 w 2119654"/>
              <a:gd name="connsiteY31191" fmla="*/ 2207858 h 2398711"/>
              <a:gd name="connsiteX31192" fmla="*/ 1289183 w 2119654"/>
              <a:gd name="connsiteY31192" fmla="*/ 2200255 h 2398711"/>
              <a:gd name="connsiteX31193" fmla="*/ 1288219 w 2119654"/>
              <a:gd name="connsiteY31193" fmla="*/ 2200064 h 2398711"/>
              <a:gd name="connsiteX31194" fmla="*/ 1847878 w 2119654"/>
              <a:gd name="connsiteY31194" fmla="*/ 944172 h 2398711"/>
              <a:gd name="connsiteX31195" fmla="*/ 1842720 w 2119654"/>
              <a:gd name="connsiteY31195" fmla="*/ 956850 h 2398711"/>
              <a:gd name="connsiteX31196" fmla="*/ 1842347 w 2119654"/>
              <a:gd name="connsiteY31196" fmla="*/ 960063 h 2398711"/>
              <a:gd name="connsiteX31197" fmla="*/ 1768708 w 2119654"/>
              <a:gd name="connsiteY31197" fmla="*/ 1121388 h 2398711"/>
              <a:gd name="connsiteX31198" fmla="*/ 1769714 w 2119654"/>
              <a:gd name="connsiteY31198" fmla="*/ 1122322 h 2398711"/>
              <a:gd name="connsiteX31199" fmla="*/ 1770852 w 2119654"/>
              <a:gd name="connsiteY31199" fmla="*/ 1117762 h 2398711"/>
              <a:gd name="connsiteX31200" fmla="*/ 1770849 w 2119654"/>
              <a:gd name="connsiteY31200" fmla="*/ 1117761 h 2398711"/>
              <a:gd name="connsiteX31201" fmla="*/ 1804913 w 2119654"/>
              <a:gd name="connsiteY31201" fmla="*/ 1039972 h 2398711"/>
              <a:gd name="connsiteX31202" fmla="*/ 1804768 w 2119654"/>
              <a:gd name="connsiteY31202" fmla="*/ 1043535 h 2398711"/>
              <a:gd name="connsiteX31203" fmla="*/ 1807537 w 2119654"/>
              <a:gd name="connsiteY31203" fmla="*/ 1037949 h 2398711"/>
              <a:gd name="connsiteX31204" fmla="*/ 1282385 w 2119654"/>
              <a:gd name="connsiteY31204" fmla="*/ 2209801 h 2398711"/>
              <a:gd name="connsiteX31205" fmla="*/ 1284199 w 2119654"/>
              <a:gd name="connsiteY31205" fmla="*/ 2211303 h 2398711"/>
              <a:gd name="connsiteX31206" fmla="*/ 1285363 w 2119654"/>
              <a:gd name="connsiteY31206" fmla="*/ 2211985 h 2398711"/>
              <a:gd name="connsiteX31207" fmla="*/ 1286367 w 2119654"/>
              <a:gd name="connsiteY31207" fmla="*/ 2208902 h 2398711"/>
              <a:gd name="connsiteX31208" fmla="*/ 1282961 w 2119654"/>
              <a:gd name="connsiteY31208" fmla="*/ 2208840 h 2398711"/>
              <a:gd name="connsiteX31209" fmla="*/ 1790221 w 2119654"/>
              <a:gd name="connsiteY31209" fmla="*/ 1072574 h 2398711"/>
              <a:gd name="connsiteX31210" fmla="*/ 1789460 w 2119654"/>
              <a:gd name="connsiteY31210" fmla="*/ 1077438 h 2398711"/>
              <a:gd name="connsiteX31211" fmla="*/ 1788875 w 2119654"/>
              <a:gd name="connsiteY31211" fmla="*/ 1082212 h 2398711"/>
              <a:gd name="connsiteX31212" fmla="*/ 1789100 w 2119654"/>
              <a:gd name="connsiteY31212" fmla="*/ 1081960 h 2398711"/>
              <a:gd name="connsiteX31213" fmla="*/ 1791228 w 2119654"/>
              <a:gd name="connsiteY31213" fmla="*/ 1070946 h 2398711"/>
              <a:gd name="connsiteX31214" fmla="*/ 1766956 w 2119654"/>
              <a:gd name="connsiteY31214" fmla="*/ 1124355 h 2398711"/>
              <a:gd name="connsiteX31215" fmla="*/ 1766528 w 2119654"/>
              <a:gd name="connsiteY31215" fmla="*/ 1130137 h 2398711"/>
              <a:gd name="connsiteX31216" fmla="*/ 1768773 w 2119654"/>
              <a:gd name="connsiteY31216" fmla="*/ 1125378 h 2398711"/>
              <a:gd name="connsiteX31217" fmla="*/ 1769297 w 2119654"/>
              <a:gd name="connsiteY31217" fmla="*/ 1123993 h 2398711"/>
              <a:gd name="connsiteX31218" fmla="*/ 1769426 w 2119654"/>
              <a:gd name="connsiteY31218" fmla="*/ 1123476 h 2398711"/>
              <a:gd name="connsiteX31219" fmla="*/ 1768165 w 2119654"/>
              <a:gd name="connsiteY31219" fmla="*/ 1122306 h 2398711"/>
              <a:gd name="connsiteX31220" fmla="*/ 1787589 w 2119654"/>
              <a:gd name="connsiteY31220" fmla="*/ 1077983 h 2398711"/>
              <a:gd name="connsiteX31221" fmla="*/ 1784577 w 2119654"/>
              <a:gd name="connsiteY31221" fmla="*/ 1086677 h 2398711"/>
              <a:gd name="connsiteX31222" fmla="*/ 1784590 w 2119654"/>
              <a:gd name="connsiteY31222" fmla="*/ 1087043 h 2398711"/>
              <a:gd name="connsiteX31223" fmla="*/ 1786510 w 2119654"/>
              <a:gd name="connsiteY31223" fmla="*/ 1084880 h 2398711"/>
              <a:gd name="connsiteX31224" fmla="*/ 1281144 w 2119654"/>
              <a:gd name="connsiteY31224" fmla="*/ 2211873 h 2398711"/>
              <a:gd name="connsiteX31225" fmla="*/ 1282466 w 2119654"/>
              <a:gd name="connsiteY31225" fmla="*/ 2212402 h 2398711"/>
              <a:gd name="connsiteX31226" fmla="*/ 1282548 w 2119654"/>
              <a:gd name="connsiteY31226" fmla="*/ 2212416 h 2398711"/>
              <a:gd name="connsiteX31227" fmla="*/ 1281268 w 2119654"/>
              <a:gd name="connsiteY31227" fmla="*/ 2211666 h 2398711"/>
              <a:gd name="connsiteX31228" fmla="*/ 1776000 w 2119654"/>
              <a:gd name="connsiteY31228" fmla="*/ 1103528 h 2398711"/>
              <a:gd name="connsiteX31229" fmla="*/ 1775459 w 2119654"/>
              <a:gd name="connsiteY31229" fmla="*/ 1104920 h 2398711"/>
              <a:gd name="connsiteX31230" fmla="*/ 1775965 w 2119654"/>
              <a:gd name="connsiteY31230" fmla="*/ 1104456 h 2398711"/>
              <a:gd name="connsiteX31231" fmla="*/ 1275155 w 2119654"/>
              <a:gd name="connsiteY31231" fmla="*/ 2224903 h 2398711"/>
              <a:gd name="connsiteX31232" fmla="*/ 1275121 w 2119654"/>
              <a:gd name="connsiteY31232" fmla="*/ 2225019 h 2398711"/>
              <a:gd name="connsiteX31233" fmla="*/ 1269591 w 2119654"/>
              <a:gd name="connsiteY31233" fmla="*/ 2239645 h 2398711"/>
              <a:gd name="connsiteX31234" fmla="*/ 1271193 w 2119654"/>
              <a:gd name="connsiteY31234" fmla="*/ 2240770 h 2398711"/>
              <a:gd name="connsiteX31235" fmla="*/ 1280655 w 2119654"/>
              <a:gd name="connsiteY31235" fmla="*/ 2226058 h 2398711"/>
              <a:gd name="connsiteX31236" fmla="*/ 1283119 w 2119654"/>
              <a:gd name="connsiteY31236" fmla="*/ 2218832 h 2398711"/>
              <a:gd name="connsiteX31237" fmla="*/ 1275389 w 2119654"/>
              <a:gd name="connsiteY31237" fmla="*/ 2224738 h 2398711"/>
              <a:gd name="connsiteX31238" fmla="*/ 1765032 w 2119654"/>
              <a:gd name="connsiteY31238" fmla="*/ 1127614 h 2398711"/>
              <a:gd name="connsiteX31239" fmla="*/ 1764612 w 2119654"/>
              <a:gd name="connsiteY31239" fmla="*/ 1131345 h 2398711"/>
              <a:gd name="connsiteX31240" fmla="*/ 1766170 w 2119654"/>
              <a:gd name="connsiteY31240" fmla="*/ 1130436 h 2398711"/>
              <a:gd name="connsiteX31241" fmla="*/ 1766621 w 2119654"/>
              <a:gd name="connsiteY31241" fmla="*/ 1125274 h 2398711"/>
              <a:gd name="connsiteX31242" fmla="*/ 1766651 w 2119654"/>
              <a:gd name="connsiteY31242" fmla="*/ 1124873 h 2398711"/>
              <a:gd name="connsiteX31243" fmla="*/ 1257259 w 2119654"/>
              <a:gd name="connsiteY31243" fmla="*/ 2263872 h 2398711"/>
              <a:gd name="connsiteX31244" fmla="*/ 1259159 w 2119654"/>
              <a:gd name="connsiteY31244" fmla="*/ 2264454 h 2398711"/>
              <a:gd name="connsiteX31245" fmla="*/ 1260314 w 2119654"/>
              <a:gd name="connsiteY31245" fmla="*/ 2261400 h 2398711"/>
              <a:gd name="connsiteX31246" fmla="*/ 1806878 w 2119654"/>
              <a:gd name="connsiteY31246" fmla="*/ 1032839 h 2398711"/>
              <a:gd name="connsiteX31247" fmla="*/ 1809721 w 2119654"/>
              <a:gd name="connsiteY31247" fmla="*/ 1033547 h 2398711"/>
              <a:gd name="connsiteX31248" fmla="*/ 1811447 w 2119654"/>
              <a:gd name="connsiteY31248" fmla="*/ 1030066 h 2398711"/>
              <a:gd name="connsiteX31249" fmla="*/ 1814806 w 2119654"/>
              <a:gd name="connsiteY31249" fmla="*/ 1022125 h 2398711"/>
              <a:gd name="connsiteX31250" fmla="*/ 1814806 w 2119654"/>
              <a:gd name="connsiteY31250" fmla="*/ 1022124 h 2398711"/>
              <a:gd name="connsiteX31251" fmla="*/ 1276945 w 2119654"/>
              <a:gd name="connsiteY31251" fmla="*/ 2218881 h 2398711"/>
              <a:gd name="connsiteX31252" fmla="*/ 1275463 w 2119654"/>
              <a:gd name="connsiteY31252" fmla="*/ 2223869 h 2398711"/>
              <a:gd name="connsiteX31253" fmla="*/ 1283489 w 2119654"/>
              <a:gd name="connsiteY31253" fmla="*/ 2217736 h 2398711"/>
              <a:gd name="connsiteX31254" fmla="*/ 1284627 w 2119654"/>
              <a:gd name="connsiteY31254" fmla="*/ 2214243 h 2398711"/>
              <a:gd name="connsiteX31255" fmla="*/ 1280666 w 2119654"/>
              <a:gd name="connsiteY31255" fmla="*/ 2212670 h 2398711"/>
              <a:gd name="connsiteX31256" fmla="*/ 1784816 w 2119654"/>
              <a:gd name="connsiteY31256" fmla="*/ 1081313 h 2398711"/>
              <a:gd name="connsiteX31257" fmla="*/ 1784443 w 2119654"/>
              <a:gd name="connsiteY31257" fmla="*/ 1083109 h 2398711"/>
              <a:gd name="connsiteX31258" fmla="*/ 1784563 w 2119654"/>
              <a:gd name="connsiteY31258" fmla="*/ 1086325 h 2398711"/>
              <a:gd name="connsiteX31259" fmla="*/ 1787700 w 2119654"/>
              <a:gd name="connsiteY31259" fmla="*/ 1077276 h 2398711"/>
              <a:gd name="connsiteX31260" fmla="*/ 1787830 w 2119654"/>
              <a:gd name="connsiteY31260" fmla="*/ 1076440 h 2398711"/>
              <a:gd name="connsiteX31261" fmla="*/ 1281187 w 2119654"/>
              <a:gd name="connsiteY31261" fmla="*/ 2208808 h 2398711"/>
              <a:gd name="connsiteX31262" fmla="*/ 1282115 w 2119654"/>
              <a:gd name="connsiteY31262" fmla="*/ 2209577 h 2398711"/>
              <a:gd name="connsiteX31263" fmla="*/ 1282545 w 2119654"/>
              <a:gd name="connsiteY31263" fmla="*/ 2208833 h 2398711"/>
              <a:gd name="connsiteX31264" fmla="*/ 1805106 w 2119654"/>
              <a:gd name="connsiteY31264" fmla="*/ 1035235 h 2398711"/>
              <a:gd name="connsiteX31265" fmla="*/ 1804937 w 2119654"/>
              <a:gd name="connsiteY31265" fmla="*/ 1039372 h 2398711"/>
              <a:gd name="connsiteX31266" fmla="*/ 1807997 w 2119654"/>
              <a:gd name="connsiteY31266" fmla="*/ 1037024 h 2398711"/>
              <a:gd name="connsiteX31267" fmla="*/ 1809577 w 2119654"/>
              <a:gd name="connsiteY31267" fmla="*/ 1033837 h 2398711"/>
              <a:gd name="connsiteX31268" fmla="*/ 1806648 w 2119654"/>
              <a:gd name="connsiteY31268" fmla="*/ 1033151 h 2398711"/>
              <a:gd name="connsiteX31269" fmla="*/ 1255325 w 2119654"/>
              <a:gd name="connsiteY31269" fmla="*/ 2265439 h 2398711"/>
              <a:gd name="connsiteX31270" fmla="*/ 1257954 w 2119654"/>
              <a:gd name="connsiteY31270" fmla="*/ 2267640 h 2398711"/>
              <a:gd name="connsiteX31271" fmla="*/ 1259054 w 2119654"/>
              <a:gd name="connsiteY31271" fmla="*/ 2264730 h 2398711"/>
              <a:gd name="connsiteX31272" fmla="*/ 1256983 w 2119654"/>
              <a:gd name="connsiteY31272" fmla="*/ 2264096 h 2398711"/>
              <a:gd name="connsiteX31273" fmla="*/ 1775188 w 2119654"/>
              <a:gd name="connsiteY31273" fmla="*/ 1101181 h 2398711"/>
              <a:gd name="connsiteX31274" fmla="*/ 1774767 w 2119654"/>
              <a:gd name="connsiteY31274" fmla="*/ 1102973 h 2398711"/>
              <a:gd name="connsiteX31275" fmla="*/ 1775038 w 2119654"/>
              <a:gd name="connsiteY31275" fmla="*/ 1102401 h 2398711"/>
              <a:gd name="connsiteX31276" fmla="*/ 1788712 w 2119654"/>
              <a:gd name="connsiteY31276" fmla="*/ 1070807 h 2398711"/>
              <a:gd name="connsiteX31277" fmla="*/ 1788553 w 2119654"/>
              <a:gd name="connsiteY31277" fmla="*/ 1071217 h 2398711"/>
              <a:gd name="connsiteX31278" fmla="*/ 1788668 w 2119654"/>
              <a:gd name="connsiteY31278" fmla="*/ 1071089 h 2398711"/>
              <a:gd name="connsiteX31279" fmla="*/ 1257417 w 2119654"/>
              <a:gd name="connsiteY31279" fmla="*/ 2260424 h 2398711"/>
              <a:gd name="connsiteX31280" fmla="*/ 1261631 w 2119654"/>
              <a:gd name="connsiteY31280" fmla="*/ 2257916 h 2398711"/>
              <a:gd name="connsiteX31281" fmla="*/ 1263329 w 2119654"/>
              <a:gd name="connsiteY31281" fmla="*/ 2253426 h 2398711"/>
              <a:gd name="connsiteX31282" fmla="*/ 1261224 w 2119654"/>
              <a:gd name="connsiteY31282" fmla="*/ 2255361 h 2398711"/>
              <a:gd name="connsiteX31283" fmla="*/ 1278901 w 2119654"/>
              <a:gd name="connsiteY31283" fmla="*/ 2212298 h 2398711"/>
              <a:gd name="connsiteX31284" fmla="*/ 1277266 w 2119654"/>
              <a:gd name="connsiteY31284" fmla="*/ 2217800 h 2398711"/>
              <a:gd name="connsiteX31285" fmla="*/ 1280011 w 2119654"/>
              <a:gd name="connsiteY31285" fmla="*/ 2213219 h 2398711"/>
              <a:gd name="connsiteX31286" fmla="*/ 1280391 w 2119654"/>
              <a:gd name="connsiteY31286" fmla="*/ 2212560 h 2398711"/>
              <a:gd name="connsiteX31287" fmla="*/ 1280354 w 2119654"/>
              <a:gd name="connsiteY31287" fmla="*/ 2212545 h 2398711"/>
              <a:gd name="connsiteX31288" fmla="*/ 1775697 w 2119654"/>
              <a:gd name="connsiteY31288" fmla="*/ 1099672 h 2398711"/>
              <a:gd name="connsiteX31289" fmla="*/ 1775474 w 2119654"/>
              <a:gd name="connsiteY31289" fmla="*/ 1101484 h 2398711"/>
              <a:gd name="connsiteX31290" fmla="*/ 1776128 w 2119654"/>
              <a:gd name="connsiteY31290" fmla="*/ 1100107 h 2398711"/>
              <a:gd name="connsiteX31291" fmla="*/ 1776162 w 2119654"/>
              <a:gd name="connsiteY31291" fmla="*/ 1099231 h 2398711"/>
              <a:gd name="connsiteX31292" fmla="*/ 1766773 w 2119654"/>
              <a:gd name="connsiteY31292" fmla="*/ 1119591 h 2398711"/>
              <a:gd name="connsiteX31293" fmla="*/ 1766840 w 2119654"/>
              <a:gd name="connsiteY31293" fmla="*/ 1119651 h 2398711"/>
              <a:gd name="connsiteX31294" fmla="*/ 1766924 w 2119654"/>
              <a:gd name="connsiteY31294" fmla="*/ 1119473 h 2398711"/>
              <a:gd name="connsiteX31295" fmla="*/ 1800946 w 2119654"/>
              <a:gd name="connsiteY31295" fmla="*/ 1043030 h 2398711"/>
              <a:gd name="connsiteX31296" fmla="*/ 1797247 w 2119654"/>
              <a:gd name="connsiteY31296" fmla="*/ 1056397 h 2398711"/>
              <a:gd name="connsiteX31297" fmla="*/ 1796533 w 2119654"/>
              <a:gd name="connsiteY31297" fmla="*/ 1058848 h 2398711"/>
              <a:gd name="connsiteX31298" fmla="*/ 1796489 w 2119654"/>
              <a:gd name="connsiteY31298" fmla="*/ 1059984 h 2398711"/>
              <a:gd name="connsiteX31299" fmla="*/ 1797105 w 2119654"/>
              <a:gd name="connsiteY31299" fmla="*/ 1058989 h 2398711"/>
              <a:gd name="connsiteX31300" fmla="*/ 1803009 w 2119654"/>
              <a:gd name="connsiteY31300" fmla="*/ 1047082 h 2398711"/>
              <a:gd name="connsiteX31301" fmla="*/ 1803246 w 2119654"/>
              <a:gd name="connsiteY31301" fmla="*/ 1041258 h 2398711"/>
              <a:gd name="connsiteX31302" fmla="*/ 1279412 w 2119654"/>
              <a:gd name="connsiteY31302" fmla="*/ 2210578 h 2398711"/>
              <a:gd name="connsiteX31303" fmla="*/ 1279252 w 2119654"/>
              <a:gd name="connsiteY31303" fmla="*/ 2211118 h 2398711"/>
              <a:gd name="connsiteX31304" fmla="*/ 1280855 w 2119654"/>
              <a:gd name="connsiteY31304" fmla="*/ 2211758 h 2398711"/>
              <a:gd name="connsiteX31305" fmla="*/ 1280999 w 2119654"/>
              <a:gd name="connsiteY31305" fmla="*/ 2211508 h 2398711"/>
              <a:gd name="connsiteX31306" fmla="*/ 1736817 w 2119654"/>
              <a:gd name="connsiteY31306" fmla="*/ 1185771 h 2398711"/>
              <a:gd name="connsiteX31307" fmla="*/ 1736788 w 2119654"/>
              <a:gd name="connsiteY31307" fmla="*/ 1186012 h 2398711"/>
              <a:gd name="connsiteX31308" fmla="*/ 1736874 w 2119654"/>
              <a:gd name="connsiteY31308" fmla="*/ 1185916 h 2398711"/>
              <a:gd name="connsiteX31309" fmla="*/ 1737003 w 2119654"/>
              <a:gd name="connsiteY31309" fmla="*/ 1185574 h 2398711"/>
              <a:gd name="connsiteX31310" fmla="*/ 1765791 w 2119654"/>
              <a:gd name="connsiteY31310" fmla="*/ 1120871 h 2398711"/>
              <a:gd name="connsiteX31311" fmla="*/ 1765646 w 2119654"/>
              <a:gd name="connsiteY31311" fmla="*/ 1122161 h 2398711"/>
              <a:gd name="connsiteX31312" fmla="*/ 1766370 w 2119654"/>
              <a:gd name="connsiteY31312" fmla="*/ 1120638 h 2398711"/>
              <a:gd name="connsiteX31313" fmla="*/ 1766135 w 2119654"/>
              <a:gd name="connsiteY31313" fmla="*/ 1120420 h 2398711"/>
              <a:gd name="connsiteX31314" fmla="*/ 1737488 w 2119654"/>
              <a:gd name="connsiteY31314" fmla="*/ 1184085 h 2398711"/>
              <a:gd name="connsiteX31315" fmla="*/ 1737545 w 2119654"/>
              <a:gd name="connsiteY31315" fmla="*/ 1184114 h 2398711"/>
              <a:gd name="connsiteX31316" fmla="*/ 1737555 w 2119654"/>
              <a:gd name="connsiteY31316" fmla="*/ 1184105 h 2398711"/>
              <a:gd name="connsiteX31317" fmla="*/ 1737657 w 2119654"/>
              <a:gd name="connsiteY31317" fmla="*/ 1183833 h 2398711"/>
              <a:gd name="connsiteX31318" fmla="*/ 1765854 w 2119654"/>
              <a:gd name="connsiteY31318" fmla="*/ 1120306 h 2398711"/>
              <a:gd name="connsiteX31319" fmla="*/ 1765841 w 2119654"/>
              <a:gd name="connsiteY31319" fmla="*/ 1120421 h 2398711"/>
              <a:gd name="connsiteX31320" fmla="*/ 1765964 w 2119654"/>
              <a:gd name="connsiteY31320" fmla="*/ 1120261 h 2398711"/>
              <a:gd name="connsiteX31321" fmla="*/ 1765940 w 2119654"/>
              <a:gd name="connsiteY31321" fmla="*/ 1120239 h 2398711"/>
              <a:gd name="connsiteX31322" fmla="*/ 1801907 w 2119654"/>
              <a:gd name="connsiteY31322" fmla="*/ 1039558 h 2398711"/>
              <a:gd name="connsiteX31323" fmla="*/ 1801155 w 2119654"/>
              <a:gd name="connsiteY31323" fmla="*/ 1042275 h 2398711"/>
              <a:gd name="connsiteX31324" fmla="*/ 1803271 w 2119654"/>
              <a:gd name="connsiteY31324" fmla="*/ 1040650 h 2398711"/>
              <a:gd name="connsiteX31325" fmla="*/ 1803398 w 2119654"/>
              <a:gd name="connsiteY31325" fmla="*/ 1037544 h 2398711"/>
              <a:gd name="connsiteX31326" fmla="*/ 1776110 w 2119654"/>
              <a:gd name="connsiteY31326" fmla="*/ 1097270 h 2398711"/>
              <a:gd name="connsiteX31327" fmla="*/ 1775866 w 2119654"/>
              <a:gd name="connsiteY31327" fmla="*/ 1098305 h 2398711"/>
              <a:gd name="connsiteX31328" fmla="*/ 1775773 w 2119654"/>
              <a:gd name="connsiteY31328" fmla="*/ 1099050 h 2398711"/>
              <a:gd name="connsiteX31329" fmla="*/ 1776183 w 2119654"/>
              <a:gd name="connsiteY31329" fmla="*/ 1098662 h 2398711"/>
              <a:gd name="connsiteX31330" fmla="*/ 1776241 w 2119654"/>
              <a:gd name="connsiteY31330" fmla="*/ 1097121 h 2398711"/>
              <a:gd name="connsiteX31331" fmla="*/ 1255280 w 2119654"/>
              <a:gd name="connsiteY31331" fmla="*/ 2263266 h 2398711"/>
              <a:gd name="connsiteX31332" fmla="*/ 1256131 w 2119654"/>
              <a:gd name="connsiteY31332" fmla="*/ 2263527 h 2398711"/>
              <a:gd name="connsiteX31333" fmla="*/ 1260999 w 2119654"/>
              <a:gd name="connsiteY31333" fmla="*/ 2259586 h 2398711"/>
              <a:gd name="connsiteX31334" fmla="*/ 1261405 w 2119654"/>
              <a:gd name="connsiteY31334" fmla="*/ 2258514 h 2398711"/>
              <a:gd name="connsiteX31335" fmla="*/ 1256785 w 2119654"/>
              <a:gd name="connsiteY31335" fmla="*/ 2261264 h 2398711"/>
              <a:gd name="connsiteX31336" fmla="*/ 1793972 w 2119654"/>
              <a:gd name="connsiteY31336" fmla="*/ 1056748 h 2398711"/>
              <a:gd name="connsiteX31337" fmla="*/ 1792448 w 2119654"/>
              <a:gd name="connsiteY31337" fmla="*/ 1061190 h 2398711"/>
              <a:gd name="connsiteX31338" fmla="*/ 1791700 w 2119654"/>
              <a:gd name="connsiteY31338" fmla="*/ 1063113 h 2398711"/>
              <a:gd name="connsiteX31339" fmla="*/ 1790830 w 2119654"/>
              <a:gd name="connsiteY31339" fmla="*/ 1068679 h 2398711"/>
              <a:gd name="connsiteX31340" fmla="*/ 1791736 w 2119654"/>
              <a:gd name="connsiteY31340" fmla="*/ 1067669 h 2398711"/>
              <a:gd name="connsiteX31341" fmla="*/ 1791918 w 2119654"/>
              <a:gd name="connsiteY31341" fmla="*/ 1067374 h 2398711"/>
              <a:gd name="connsiteX31342" fmla="*/ 1281164 w 2119654"/>
              <a:gd name="connsiteY31342" fmla="*/ 2204684 h 2398711"/>
              <a:gd name="connsiteX31343" fmla="*/ 1280255 w 2119654"/>
              <a:gd name="connsiteY31343" fmla="*/ 2207743 h 2398711"/>
              <a:gd name="connsiteX31344" fmla="*/ 1283145 w 2119654"/>
              <a:gd name="connsiteY31344" fmla="*/ 2207795 h 2398711"/>
              <a:gd name="connsiteX31345" fmla="*/ 1287674 w 2119654"/>
              <a:gd name="connsiteY31345" fmla="*/ 2199956 h 2398711"/>
              <a:gd name="connsiteX31346" fmla="*/ 1287079 w 2119654"/>
              <a:gd name="connsiteY31346" fmla="*/ 2199840 h 2398711"/>
              <a:gd name="connsiteX31347" fmla="*/ 1254295 w 2119654"/>
              <a:gd name="connsiteY31347" fmla="*/ 2264576 h 2398711"/>
              <a:gd name="connsiteX31348" fmla="*/ 1254560 w 2119654"/>
              <a:gd name="connsiteY31348" fmla="*/ 2264798 h 2398711"/>
              <a:gd name="connsiteX31349" fmla="*/ 1255855 w 2119654"/>
              <a:gd name="connsiteY31349" fmla="*/ 2263750 h 2398711"/>
              <a:gd name="connsiteX31350" fmla="*/ 1255092 w 2119654"/>
              <a:gd name="connsiteY31350" fmla="*/ 2263517 h 2398711"/>
              <a:gd name="connsiteX31351" fmla="*/ 1795310 w 2119654"/>
              <a:gd name="connsiteY31351" fmla="*/ 1052849 h 2398711"/>
              <a:gd name="connsiteX31352" fmla="*/ 1795253 w 2119654"/>
              <a:gd name="connsiteY31352" fmla="*/ 1053014 h 2398711"/>
              <a:gd name="connsiteX31353" fmla="*/ 1795220 w 2119654"/>
              <a:gd name="connsiteY31353" fmla="*/ 1053201 h 2398711"/>
              <a:gd name="connsiteX31354" fmla="*/ 1792737 w 2119654"/>
              <a:gd name="connsiteY31354" fmla="*/ 1066051 h 2398711"/>
              <a:gd name="connsiteX31355" fmla="*/ 1794904 w 2119654"/>
              <a:gd name="connsiteY31355" fmla="*/ 1062547 h 2398711"/>
              <a:gd name="connsiteX31356" fmla="*/ 1794937 w 2119654"/>
              <a:gd name="connsiteY31356" fmla="*/ 1062434 h 2398711"/>
              <a:gd name="connsiteX31357" fmla="*/ 1776253 w 2119654"/>
              <a:gd name="connsiteY31357" fmla="*/ 1095159 h 2398711"/>
              <a:gd name="connsiteX31358" fmla="*/ 1776070 w 2119654"/>
              <a:gd name="connsiteY31358" fmla="*/ 1096645 h 2398711"/>
              <a:gd name="connsiteX31359" fmla="*/ 1776106 w 2119654"/>
              <a:gd name="connsiteY31359" fmla="*/ 1096604 h 2398711"/>
              <a:gd name="connsiteX31360" fmla="*/ 1776289 w 2119654"/>
              <a:gd name="connsiteY31360" fmla="*/ 1095824 h 2398711"/>
              <a:gd name="connsiteX31361" fmla="*/ 1776318 w 2119654"/>
              <a:gd name="connsiteY31361" fmla="*/ 1095053 h 2398711"/>
              <a:gd name="connsiteX31362" fmla="*/ 1253457 w 2119654"/>
              <a:gd name="connsiteY31362" fmla="*/ 2265692 h 2398711"/>
              <a:gd name="connsiteX31363" fmla="*/ 1254163 w 2119654"/>
              <a:gd name="connsiteY31363" fmla="*/ 2265120 h 2398711"/>
              <a:gd name="connsiteX31364" fmla="*/ 1253993 w 2119654"/>
              <a:gd name="connsiteY31364" fmla="*/ 2264978 h 2398711"/>
              <a:gd name="connsiteX31365" fmla="*/ 1266010 w 2119654"/>
              <a:gd name="connsiteY31365" fmla="*/ 2237131 h 2398711"/>
              <a:gd name="connsiteX31366" fmla="*/ 1268762 w 2119654"/>
              <a:gd name="connsiteY31366" fmla="*/ 2239062 h 2398711"/>
              <a:gd name="connsiteX31367" fmla="*/ 1268915 w 2119654"/>
              <a:gd name="connsiteY31367" fmla="*/ 2238655 h 2398711"/>
              <a:gd name="connsiteX31368" fmla="*/ 1272434 w 2119654"/>
              <a:gd name="connsiteY31368" fmla="*/ 2226815 h 2398711"/>
              <a:gd name="connsiteX31369" fmla="*/ 1272015 w 2119654"/>
              <a:gd name="connsiteY31369" fmla="*/ 2227109 h 2398711"/>
              <a:gd name="connsiteX31370" fmla="*/ 1737350 w 2119654"/>
              <a:gd name="connsiteY31370" fmla="*/ 1181327 h 2398711"/>
              <a:gd name="connsiteX31371" fmla="*/ 1737048 w 2119654"/>
              <a:gd name="connsiteY31371" fmla="*/ 1183851 h 2398711"/>
              <a:gd name="connsiteX31372" fmla="*/ 1738294 w 2119654"/>
              <a:gd name="connsiteY31372" fmla="*/ 1181995 h 2398711"/>
              <a:gd name="connsiteX31373" fmla="*/ 1737787 w 2119654"/>
              <a:gd name="connsiteY31373" fmla="*/ 1181216 h 2398711"/>
              <a:gd name="connsiteX31374" fmla="*/ 1737552 w 2119654"/>
              <a:gd name="connsiteY31374" fmla="*/ 1181108 h 2398711"/>
              <a:gd name="connsiteX31375" fmla="*/ 1732645 w 2119654"/>
              <a:gd name="connsiteY31375" fmla="*/ 1191638 h 2398711"/>
              <a:gd name="connsiteX31376" fmla="*/ 1732496 w 2119654"/>
              <a:gd name="connsiteY31376" fmla="*/ 1193702 h 2398711"/>
              <a:gd name="connsiteX31377" fmla="*/ 1733060 w 2119654"/>
              <a:gd name="connsiteY31377" fmla="*/ 1194710 h 2398711"/>
              <a:gd name="connsiteX31378" fmla="*/ 1733272 w 2119654"/>
              <a:gd name="connsiteY31378" fmla="*/ 1193445 h 2398711"/>
              <a:gd name="connsiteX31379" fmla="*/ 1733619 w 2119654"/>
              <a:gd name="connsiteY31379" fmla="*/ 1190563 h 2398711"/>
              <a:gd name="connsiteX31380" fmla="*/ 1797865 w 2119654"/>
              <a:gd name="connsiteY31380" fmla="*/ 1045406 h 2398711"/>
              <a:gd name="connsiteX31381" fmla="*/ 1796674 w 2119654"/>
              <a:gd name="connsiteY31381" fmla="*/ 1048876 h 2398711"/>
              <a:gd name="connsiteX31382" fmla="*/ 1796680 w 2119654"/>
              <a:gd name="connsiteY31382" fmla="*/ 1055063 h 2398711"/>
              <a:gd name="connsiteX31383" fmla="*/ 1796618 w 2119654"/>
              <a:gd name="connsiteY31383" fmla="*/ 1056663 h 2398711"/>
              <a:gd name="connsiteX31384" fmla="*/ 1800485 w 2119654"/>
              <a:gd name="connsiteY31384" fmla="*/ 1043386 h 2398711"/>
              <a:gd name="connsiteX31385" fmla="*/ 1798244 w 2119654"/>
              <a:gd name="connsiteY31385" fmla="*/ 1044510 h 2398711"/>
              <a:gd name="connsiteX31386" fmla="*/ 1800710 w 2119654"/>
              <a:gd name="connsiteY31386" fmla="*/ 1042618 h 2398711"/>
              <a:gd name="connsiteX31387" fmla="*/ 1801402 w 2119654"/>
              <a:gd name="connsiteY31387" fmla="*/ 1040242 h 2398711"/>
              <a:gd name="connsiteX31388" fmla="*/ 1254054 w 2119654"/>
              <a:gd name="connsiteY31388" fmla="*/ 2262891 h 2398711"/>
              <a:gd name="connsiteX31389" fmla="*/ 1254659 w 2119654"/>
              <a:gd name="connsiteY31389" fmla="*/ 2263077 h 2398711"/>
              <a:gd name="connsiteX31390" fmla="*/ 1255402 w 2119654"/>
              <a:gd name="connsiteY31390" fmla="*/ 2262089 h 2398711"/>
              <a:gd name="connsiteX31391" fmla="*/ 1313440 w 2119654"/>
              <a:gd name="connsiteY31391" fmla="*/ 2129442 h 2398711"/>
              <a:gd name="connsiteX31392" fmla="*/ 1313273 w 2119654"/>
              <a:gd name="connsiteY31392" fmla="*/ 2130346 h 2398711"/>
              <a:gd name="connsiteX31393" fmla="*/ 1314146 w 2119654"/>
              <a:gd name="connsiteY31393" fmla="*/ 2129493 h 2398711"/>
              <a:gd name="connsiteX31394" fmla="*/ 1796672 w 2119654"/>
              <a:gd name="connsiteY31394" fmla="*/ 1046636 h 2398711"/>
              <a:gd name="connsiteX31395" fmla="*/ 1796673 w 2119654"/>
              <a:gd name="connsiteY31395" fmla="*/ 1047923 h 2398711"/>
              <a:gd name="connsiteX31396" fmla="*/ 1797420 w 2119654"/>
              <a:gd name="connsiteY31396" fmla="*/ 1045749 h 2398711"/>
              <a:gd name="connsiteX31397" fmla="*/ 1797206 w 2119654"/>
              <a:gd name="connsiteY31397" fmla="*/ 1045914 h 2398711"/>
              <a:gd name="connsiteX31398" fmla="*/ 1833347 w 2119654"/>
              <a:gd name="connsiteY31398" fmla="*/ 964481 h 2398711"/>
              <a:gd name="connsiteX31399" fmla="*/ 1824517 w 2119654"/>
              <a:gd name="connsiteY31399" fmla="*/ 998289 h 2398711"/>
              <a:gd name="connsiteX31400" fmla="*/ 1826608 w 2119654"/>
              <a:gd name="connsiteY31400" fmla="*/ 994226 h 2398711"/>
              <a:gd name="connsiteX31401" fmla="*/ 1831729 w 2119654"/>
              <a:gd name="connsiteY31401" fmla="*/ 982122 h 2398711"/>
              <a:gd name="connsiteX31402" fmla="*/ 1253019 w 2119654"/>
              <a:gd name="connsiteY31402" fmla="*/ 2263507 h 2398711"/>
              <a:gd name="connsiteX31403" fmla="*/ 1253826 w 2119654"/>
              <a:gd name="connsiteY31403" fmla="*/ 2264183 h 2398711"/>
              <a:gd name="connsiteX31404" fmla="*/ 1254471 w 2119654"/>
              <a:gd name="connsiteY31404" fmla="*/ 2263327 h 2398711"/>
              <a:gd name="connsiteX31405" fmla="*/ 1253712 w 2119654"/>
              <a:gd name="connsiteY31405" fmla="*/ 2263094 h 2398711"/>
              <a:gd name="connsiteX31406" fmla="*/ 1253287 w 2119654"/>
              <a:gd name="connsiteY31406" fmla="*/ 2262656 h 2398711"/>
              <a:gd name="connsiteX31407" fmla="*/ 1253538 w 2119654"/>
              <a:gd name="connsiteY31407" fmla="*/ 2262733 h 2398711"/>
              <a:gd name="connsiteX31408" fmla="*/ 1256033 w 2119654"/>
              <a:gd name="connsiteY31408" fmla="*/ 2261248 h 2398711"/>
              <a:gd name="connsiteX31409" fmla="*/ 1258749 w 2119654"/>
              <a:gd name="connsiteY31409" fmla="*/ 2257637 h 2398711"/>
              <a:gd name="connsiteX31410" fmla="*/ 1252675 w 2119654"/>
              <a:gd name="connsiteY31410" fmla="*/ 2263219 h 2398711"/>
              <a:gd name="connsiteX31411" fmla="*/ 1252694 w 2119654"/>
              <a:gd name="connsiteY31411" fmla="*/ 2263236 h 2398711"/>
              <a:gd name="connsiteX31412" fmla="*/ 1253196 w 2119654"/>
              <a:gd name="connsiteY31412" fmla="*/ 2262937 h 2398711"/>
              <a:gd name="connsiteX31413" fmla="*/ 1253035 w 2119654"/>
              <a:gd name="connsiteY31413" fmla="*/ 2262887 h 2398711"/>
              <a:gd name="connsiteX31414" fmla="*/ 1834562 w 2119654"/>
              <a:gd name="connsiteY31414" fmla="*/ 959831 h 2398711"/>
              <a:gd name="connsiteX31415" fmla="*/ 1834168 w 2119654"/>
              <a:gd name="connsiteY31415" fmla="*/ 961342 h 2398711"/>
              <a:gd name="connsiteX31416" fmla="*/ 1833610 w 2119654"/>
              <a:gd name="connsiteY31416" fmla="*/ 967418 h 2398711"/>
              <a:gd name="connsiteX31417" fmla="*/ 1803781 w 2119654"/>
              <a:gd name="connsiteY31417" fmla="*/ 1028171 h 2398711"/>
              <a:gd name="connsiteX31418" fmla="*/ 1803539 w 2119654"/>
              <a:gd name="connsiteY31418" fmla="*/ 1028877 h 2398711"/>
              <a:gd name="connsiteX31419" fmla="*/ 1803764 w 2119654"/>
              <a:gd name="connsiteY31419" fmla="*/ 1028587 h 2398711"/>
              <a:gd name="connsiteX31420" fmla="*/ 1292664 w 2119654"/>
              <a:gd name="connsiteY31420" fmla="*/ 2172600 h 2398711"/>
              <a:gd name="connsiteX31421" fmla="*/ 1293143 w 2119654"/>
              <a:gd name="connsiteY31421" fmla="*/ 2172854 h 2398711"/>
              <a:gd name="connsiteX31422" fmla="*/ 1293353 w 2119654"/>
              <a:gd name="connsiteY31422" fmla="*/ 2172671 h 2398711"/>
              <a:gd name="connsiteX31423" fmla="*/ 1292687 w 2119654"/>
              <a:gd name="connsiteY31423" fmla="*/ 2172586 h 2398711"/>
              <a:gd name="connsiteX31424" fmla="*/ 1770104 w 2119654"/>
              <a:gd name="connsiteY31424" fmla="*/ 1103369 h 2398711"/>
              <a:gd name="connsiteX31425" fmla="*/ 1775694 w 2119654"/>
              <a:gd name="connsiteY31425" fmla="*/ 1097069 h 2398711"/>
              <a:gd name="connsiteX31426" fmla="*/ 1775849 w 2119654"/>
              <a:gd name="connsiteY31426" fmla="*/ 1095811 h 2398711"/>
              <a:gd name="connsiteX31427" fmla="*/ 1774849 w 2119654"/>
              <a:gd name="connsiteY31427" fmla="*/ 1097428 h 2398711"/>
              <a:gd name="connsiteX31428" fmla="*/ 1292064 w 2119654"/>
              <a:gd name="connsiteY31428" fmla="*/ 2173741 h 2398711"/>
              <a:gd name="connsiteX31429" fmla="*/ 1292094 w 2119654"/>
              <a:gd name="connsiteY31429" fmla="*/ 2173767 h 2398711"/>
              <a:gd name="connsiteX31430" fmla="*/ 1292709 w 2119654"/>
              <a:gd name="connsiteY31430" fmla="*/ 2173232 h 2398711"/>
              <a:gd name="connsiteX31431" fmla="*/ 1292373 w 2119654"/>
              <a:gd name="connsiteY31431" fmla="*/ 2173061 h 2398711"/>
              <a:gd name="connsiteX31432" fmla="*/ 1793717 w 2119654"/>
              <a:gd name="connsiteY31432" fmla="*/ 1050227 h 2398711"/>
              <a:gd name="connsiteX31433" fmla="*/ 1792292 w 2119654"/>
              <a:gd name="connsiteY31433" fmla="*/ 1059335 h 2398711"/>
              <a:gd name="connsiteX31434" fmla="*/ 1794641 w 2119654"/>
              <a:gd name="connsiteY31434" fmla="*/ 1053287 h 2398711"/>
              <a:gd name="connsiteX31435" fmla="*/ 1795458 w 2119654"/>
              <a:gd name="connsiteY31435" fmla="*/ 1049060 h 2398711"/>
              <a:gd name="connsiteX31436" fmla="*/ 1795490 w 2119654"/>
              <a:gd name="connsiteY31436" fmla="*/ 1048232 h 2398711"/>
              <a:gd name="connsiteX31437" fmla="*/ 1794999 w 2119654"/>
              <a:gd name="connsiteY31437" fmla="*/ 1048896 h 2398711"/>
              <a:gd name="connsiteX31438" fmla="*/ 1733051 w 2119654"/>
              <a:gd name="connsiteY31438" fmla="*/ 1185990 h 2398711"/>
              <a:gd name="connsiteX31439" fmla="*/ 1732856 w 2119654"/>
              <a:gd name="connsiteY31439" fmla="*/ 1188700 h 2398711"/>
              <a:gd name="connsiteX31440" fmla="*/ 1733974 w 2119654"/>
              <a:gd name="connsiteY31440" fmla="*/ 1187608 h 2398711"/>
              <a:gd name="connsiteX31441" fmla="*/ 1734335 w 2119654"/>
              <a:gd name="connsiteY31441" fmla="*/ 1184597 h 2398711"/>
              <a:gd name="connsiteX31442" fmla="*/ 1768260 w 2119654"/>
              <a:gd name="connsiteY31442" fmla="*/ 1106727 h 2398711"/>
              <a:gd name="connsiteX31443" fmla="*/ 1767880 w 2119654"/>
              <a:gd name="connsiteY31443" fmla="*/ 1111869 h 2398711"/>
              <a:gd name="connsiteX31444" fmla="*/ 1772591 w 2119654"/>
              <a:gd name="connsiteY31444" fmla="*/ 1107549 h 2398711"/>
              <a:gd name="connsiteX31445" fmla="*/ 1774299 w 2119654"/>
              <a:gd name="connsiteY31445" fmla="*/ 1103957 h 2398711"/>
              <a:gd name="connsiteX31446" fmla="*/ 1775266 w 2119654"/>
              <a:gd name="connsiteY31446" fmla="*/ 1100081 h 2398711"/>
              <a:gd name="connsiteX31447" fmla="*/ 1845362 w 2119654"/>
              <a:gd name="connsiteY31447" fmla="*/ 934026 h 2398711"/>
              <a:gd name="connsiteX31448" fmla="*/ 1842866 w 2119654"/>
              <a:gd name="connsiteY31448" fmla="*/ 955591 h 2398711"/>
              <a:gd name="connsiteX31449" fmla="*/ 1850046 w 2119654"/>
              <a:gd name="connsiteY31449" fmla="*/ 937943 h 2398711"/>
              <a:gd name="connsiteX31450" fmla="*/ 1850101 w 2119654"/>
              <a:gd name="connsiteY31450" fmla="*/ 937784 h 2398711"/>
              <a:gd name="connsiteX31451" fmla="*/ 1849676 w 2119654"/>
              <a:gd name="connsiteY31451" fmla="*/ 926213 h 2398711"/>
              <a:gd name="connsiteX31452" fmla="*/ 1768309 w 2119654"/>
              <a:gd name="connsiteY31452" fmla="*/ 1106061 h 2398711"/>
              <a:gd name="connsiteX31453" fmla="*/ 1768304 w 2119654"/>
              <a:gd name="connsiteY31453" fmla="*/ 1106135 h 2398711"/>
              <a:gd name="connsiteX31454" fmla="*/ 1775408 w 2119654"/>
              <a:gd name="connsiteY31454" fmla="*/ 1099397 h 2398711"/>
              <a:gd name="connsiteX31455" fmla="*/ 1775599 w 2119654"/>
              <a:gd name="connsiteY31455" fmla="*/ 1097844 h 2398711"/>
              <a:gd name="connsiteX31456" fmla="*/ 1767968 w 2119654"/>
              <a:gd name="connsiteY31456" fmla="*/ 1106446 h 2398711"/>
              <a:gd name="connsiteX31457" fmla="*/ 1768018 w 2119654"/>
              <a:gd name="connsiteY31457" fmla="*/ 1106402 h 2398711"/>
              <a:gd name="connsiteX31458" fmla="*/ 1768019 w 2119654"/>
              <a:gd name="connsiteY31458" fmla="*/ 1106389 h 2398711"/>
              <a:gd name="connsiteX31459" fmla="*/ 1291504 w 2119654"/>
              <a:gd name="connsiteY31459" fmla="*/ 2173273 h 2398711"/>
              <a:gd name="connsiteX31460" fmla="*/ 1291915 w 2119654"/>
              <a:gd name="connsiteY31460" fmla="*/ 2173617 h 2398711"/>
              <a:gd name="connsiteX31461" fmla="*/ 1292198 w 2119654"/>
              <a:gd name="connsiteY31461" fmla="*/ 2172972 h 2398711"/>
              <a:gd name="connsiteX31462" fmla="*/ 1292105 w 2119654"/>
              <a:gd name="connsiteY31462" fmla="*/ 2172924 h 2398711"/>
              <a:gd name="connsiteX31463" fmla="*/ 1275257 w 2119654"/>
              <a:gd name="connsiteY31463" fmla="*/ 2209521 h 2398711"/>
              <a:gd name="connsiteX31464" fmla="*/ 1277327 w 2119654"/>
              <a:gd name="connsiteY31464" fmla="*/ 2210349 h 2398711"/>
              <a:gd name="connsiteX31465" fmla="*/ 1277578 w 2119654"/>
              <a:gd name="connsiteY31465" fmla="*/ 2209503 h 2398711"/>
              <a:gd name="connsiteX31466" fmla="*/ 1277412 w 2119654"/>
              <a:gd name="connsiteY31466" fmla="*/ 2209406 h 2398711"/>
              <a:gd name="connsiteX31467" fmla="*/ 1276591 w 2119654"/>
              <a:gd name="connsiteY31467" fmla="*/ 2208726 h 2398711"/>
              <a:gd name="connsiteX31468" fmla="*/ 1276237 w 2119654"/>
              <a:gd name="connsiteY31468" fmla="*/ 2208719 h 2398711"/>
              <a:gd name="connsiteX31469" fmla="*/ 1767278 w 2119654"/>
              <a:gd name="connsiteY31469" fmla="*/ 1107659 h 2398711"/>
              <a:gd name="connsiteX31470" fmla="*/ 1766681 w 2119654"/>
              <a:gd name="connsiteY31470" fmla="*/ 1112968 h 2398711"/>
              <a:gd name="connsiteX31471" fmla="*/ 1767594 w 2119654"/>
              <a:gd name="connsiteY31471" fmla="*/ 1112131 h 2398711"/>
              <a:gd name="connsiteX31472" fmla="*/ 1767973 w 2119654"/>
              <a:gd name="connsiteY31472" fmla="*/ 1107000 h 2398711"/>
              <a:gd name="connsiteX31473" fmla="*/ 1274138 w 2119654"/>
              <a:gd name="connsiteY31473" fmla="*/ 2210982 h 2398711"/>
              <a:gd name="connsiteX31474" fmla="*/ 1276994 w 2119654"/>
              <a:gd name="connsiteY31474" fmla="*/ 2211470 h 2398711"/>
              <a:gd name="connsiteX31475" fmla="*/ 1277063 w 2119654"/>
              <a:gd name="connsiteY31475" fmla="*/ 2211238 h 2398711"/>
              <a:gd name="connsiteX31476" fmla="*/ 1274631 w 2119654"/>
              <a:gd name="connsiteY31476" fmla="*/ 2210272 h 2398711"/>
              <a:gd name="connsiteX31477" fmla="*/ 1809107 w 2119654"/>
              <a:gd name="connsiteY31477" fmla="*/ 1012649 h 2398711"/>
              <a:gd name="connsiteX31478" fmla="*/ 1805613 w 2119654"/>
              <a:gd name="connsiteY31478" fmla="*/ 1022833 h 2398711"/>
              <a:gd name="connsiteX31479" fmla="*/ 1805495 w 2119654"/>
              <a:gd name="connsiteY31479" fmla="*/ 1025700 h 2398711"/>
              <a:gd name="connsiteX31480" fmla="*/ 1290287 w 2119654"/>
              <a:gd name="connsiteY31480" fmla="*/ 2173981 h 2398711"/>
              <a:gd name="connsiteX31481" fmla="*/ 1289743 w 2119654"/>
              <a:gd name="connsiteY31481" fmla="*/ 2175814 h 2398711"/>
              <a:gd name="connsiteX31482" fmla="*/ 1291658 w 2119654"/>
              <a:gd name="connsiteY31482" fmla="*/ 2174147 h 2398711"/>
              <a:gd name="connsiteX31483" fmla="*/ 1290968 w 2119654"/>
              <a:gd name="connsiteY31483" fmla="*/ 2173586 h 2398711"/>
              <a:gd name="connsiteX31484" fmla="*/ 1836660 w 2119654"/>
              <a:gd name="connsiteY31484" fmla="*/ 949788 h 2398711"/>
              <a:gd name="connsiteX31485" fmla="*/ 1835646 w 2119654"/>
              <a:gd name="connsiteY31485" fmla="*/ 961691 h 2398711"/>
              <a:gd name="connsiteX31486" fmla="*/ 1833652 w 2119654"/>
              <a:gd name="connsiteY31486" fmla="*/ 977574 h 2398711"/>
              <a:gd name="connsiteX31487" fmla="*/ 1840654 w 2119654"/>
              <a:gd name="connsiteY31487" fmla="*/ 961024 h 2398711"/>
              <a:gd name="connsiteX31488" fmla="*/ 1841601 w 2119654"/>
              <a:gd name="connsiteY31488" fmla="*/ 958697 h 2398711"/>
              <a:gd name="connsiteX31489" fmla="*/ 1844217 w 2119654"/>
              <a:gd name="connsiteY31489" fmla="*/ 936100 h 2398711"/>
              <a:gd name="connsiteX31490" fmla="*/ 1834943 w 2119654"/>
              <a:gd name="connsiteY31490" fmla="*/ 952898 h 2398711"/>
              <a:gd name="connsiteX31491" fmla="*/ 1834294 w 2119654"/>
              <a:gd name="connsiteY31491" fmla="*/ 959967 h 2398711"/>
              <a:gd name="connsiteX31492" fmla="*/ 1834777 w 2119654"/>
              <a:gd name="connsiteY31492" fmla="*/ 958116 h 2398711"/>
              <a:gd name="connsiteX31493" fmla="*/ 1835577 w 2119654"/>
              <a:gd name="connsiteY31493" fmla="*/ 951750 h 2398711"/>
              <a:gd name="connsiteX31494" fmla="*/ 1764347 w 2119654"/>
              <a:gd name="connsiteY31494" fmla="*/ 1110577 h 2398711"/>
              <a:gd name="connsiteX31495" fmla="*/ 1764008 w 2119654"/>
              <a:gd name="connsiteY31495" fmla="*/ 1115162 h 2398711"/>
              <a:gd name="connsiteX31496" fmla="*/ 1764102 w 2119654"/>
              <a:gd name="connsiteY31496" fmla="*/ 1115183 h 2398711"/>
              <a:gd name="connsiteX31497" fmla="*/ 1764666 w 2119654"/>
              <a:gd name="connsiteY31497" fmla="*/ 1110178 h 2398711"/>
              <a:gd name="connsiteX31498" fmla="*/ 1788636 w 2119654"/>
              <a:gd name="connsiteY31498" fmla="*/ 1055501 h 2398711"/>
              <a:gd name="connsiteX31499" fmla="*/ 1786212 w 2119654"/>
              <a:gd name="connsiteY31499" fmla="*/ 1073826 h 2398711"/>
              <a:gd name="connsiteX31500" fmla="*/ 1787006 w 2119654"/>
              <a:gd name="connsiteY31500" fmla="*/ 1072941 h 2398711"/>
              <a:gd name="connsiteX31501" fmla="*/ 1789303 w 2119654"/>
              <a:gd name="connsiteY31501" fmla="*/ 1067030 h 2398711"/>
              <a:gd name="connsiteX31502" fmla="*/ 1791585 w 2119654"/>
              <a:gd name="connsiteY31502" fmla="*/ 1052440 h 2398711"/>
              <a:gd name="connsiteX31503" fmla="*/ 1787245 w 2119654"/>
              <a:gd name="connsiteY31503" fmla="*/ 1058089 h 2398711"/>
              <a:gd name="connsiteX31504" fmla="*/ 1785209 w 2119654"/>
              <a:gd name="connsiteY31504" fmla="*/ 1068520 h 2398711"/>
              <a:gd name="connsiteX31505" fmla="*/ 1787020 w 2119654"/>
              <a:gd name="connsiteY31505" fmla="*/ 1059793 h 2398711"/>
              <a:gd name="connsiteX31506" fmla="*/ 1799131 w 2119654"/>
              <a:gd name="connsiteY31506" fmla="*/ 1031392 h 2398711"/>
              <a:gd name="connsiteX31507" fmla="*/ 1798393 w 2119654"/>
              <a:gd name="connsiteY31507" fmla="*/ 1035507 h 2398711"/>
              <a:gd name="connsiteX31508" fmla="*/ 1801209 w 2119654"/>
              <a:gd name="connsiteY31508" fmla="*/ 1031879 h 2398711"/>
              <a:gd name="connsiteX31509" fmla="*/ 1261880 w 2119654"/>
              <a:gd name="connsiteY31509" fmla="*/ 2234230 h 2398711"/>
              <a:gd name="connsiteX31510" fmla="*/ 1265782 w 2119654"/>
              <a:gd name="connsiteY31510" fmla="*/ 2236970 h 2398711"/>
              <a:gd name="connsiteX31511" fmla="*/ 1271452 w 2119654"/>
              <a:gd name="connsiteY31511" fmla="*/ 2227505 h 2398711"/>
              <a:gd name="connsiteX31512" fmla="*/ 1813922 w 2119654"/>
              <a:gd name="connsiteY31512" fmla="*/ 998054 h 2398711"/>
              <a:gd name="connsiteX31513" fmla="*/ 1809948 w 2119654"/>
              <a:gd name="connsiteY31513" fmla="*/ 1010158 h 2398711"/>
              <a:gd name="connsiteX31514" fmla="*/ 1810006 w 2119654"/>
              <a:gd name="connsiteY31514" fmla="*/ 1010294 h 2398711"/>
              <a:gd name="connsiteX31515" fmla="*/ 1805598 w 2119654"/>
              <a:gd name="connsiteY31515" fmla="*/ 1026223 h 2398711"/>
              <a:gd name="connsiteX31516" fmla="*/ 1809402 w 2119654"/>
              <a:gd name="connsiteY31516" fmla="*/ 1021322 h 2398711"/>
              <a:gd name="connsiteX31517" fmla="*/ 1814522 w 2119654"/>
              <a:gd name="connsiteY31517" fmla="*/ 1014400 h 2398711"/>
              <a:gd name="connsiteX31518" fmla="*/ 1741119 w 2119654"/>
              <a:gd name="connsiteY31518" fmla="*/ 1159367 h 2398711"/>
              <a:gd name="connsiteX31519" fmla="*/ 1740248 w 2119654"/>
              <a:gd name="connsiteY31519" fmla="*/ 1162142 h 2398711"/>
              <a:gd name="connsiteX31520" fmla="*/ 1740967 w 2119654"/>
              <a:gd name="connsiteY31520" fmla="*/ 1162801 h 2398711"/>
              <a:gd name="connsiteX31521" fmla="*/ 1771879 w 2119654"/>
              <a:gd name="connsiteY31521" fmla="*/ 1089801 h 2398711"/>
              <a:gd name="connsiteX31522" fmla="*/ 1776437 w 2119654"/>
              <a:gd name="connsiteY31522" fmla="*/ 1084721 h 2398711"/>
              <a:gd name="connsiteX31523" fmla="*/ 1776291 w 2119654"/>
              <a:gd name="connsiteY31523" fmla="*/ 1080809 h 2398711"/>
              <a:gd name="connsiteX31524" fmla="*/ 1776027 w 2119654"/>
              <a:gd name="connsiteY31524" fmla="*/ 1081455 h 2398711"/>
              <a:gd name="connsiteX31525" fmla="*/ 1795974 w 2119654"/>
              <a:gd name="connsiteY31525" fmla="*/ 1035801 h 2398711"/>
              <a:gd name="connsiteX31526" fmla="*/ 1795489 w 2119654"/>
              <a:gd name="connsiteY31526" fmla="*/ 1038898 h 2398711"/>
              <a:gd name="connsiteX31527" fmla="*/ 1795869 w 2119654"/>
              <a:gd name="connsiteY31527" fmla="*/ 1038492 h 2398711"/>
              <a:gd name="connsiteX31528" fmla="*/ 1768888 w 2119654"/>
              <a:gd name="connsiteY31528" fmla="*/ 1095817 h 2398711"/>
              <a:gd name="connsiteX31529" fmla="*/ 1769050 w 2119654"/>
              <a:gd name="connsiteY31529" fmla="*/ 1096056 h 2398711"/>
              <a:gd name="connsiteX31530" fmla="*/ 1768659 w 2119654"/>
              <a:gd name="connsiteY31530" fmla="*/ 1101335 h 2398711"/>
              <a:gd name="connsiteX31531" fmla="*/ 1776355 w 2119654"/>
              <a:gd name="connsiteY31531" fmla="*/ 1091699 h 2398711"/>
              <a:gd name="connsiteX31532" fmla="*/ 1776484 w 2119654"/>
              <a:gd name="connsiteY31532" fmla="*/ 1090653 h 2398711"/>
              <a:gd name="connsiteX31533" fmla="*/ 1776572 w 2119654"/>
              <a:gd name="connsiteY31533" fmla="*/ 1088312 h 2398711"/>
              <a:gd name="connsiteX31534" fmla="*/ 1776526 w 2119654"/>
              <a:gd name="connsiteY31534" fmla="*/ 1087078 h 2398711"/>
              <a:gd name="connsiteX31535" fmla="*/ 1769140 w 2119654"/>
              <a:gd name="connsiteY31535" fmla="*/ 1095308 h 2398711"/>
              <a:gd name="connsiteX31536" fmla="*/ 1286347 w 2119654"/>
              <a:gd name="connsiteY31536" fmla="*/ 2176272 h 2398711"/>
              <a:gd name="connsiteX31537" fmla="*/ 1286513 w 2119654"/>
              <a:gd name="connsiteY31537" fmla="*/ 2176429 h 2398711"/>
              <a:gd name="connsiteX31538" fmla="*/ 1286562 w 2119654"/>
              <a:gd name="connsiteY31538" fmla="*/ 2176147 h 2398711"/>
              <a:gd name="connsiteX31539" fmla="*/ 1768530 w 2119654"/>
              <a:gd name="connsiteY31539" fmla="*/ 1096536 h 2398711"/>
              <a:gd name="connsiteX31540" fmla="*/ 1767880 w 2119654"/>
              <a:gd name="connsiteY31540" fmla="*/ 1102310 h 2398711"/>
              <a:gd name="connsiteX31541" fmla="*/ 1768365 w 2119654"/>
              <a:gd name="connsiteY31541" fmla="*/ 1101703 h 2398711"/>
              <a:gd name="connsiteX31542" fmla="*/ 1768785 w 2119654"/>
              <a:gd name="connsiteY31542" fmla="*/ 1096023 h 2398711"/>
              <a:gd name="connsiteX31543" fmla="*/ 1785169 w 2119654"/>
              <a:gd name="connsiteY31543" fmla="*/ 1059099 h 2398711"/>
              <a:gd name="connsiteX31544" fmla="*/ 1783680 w 2119654"/>
              <a:gd name="connsiteY31544" fmla="*/ 1062740 h 2398711"/>
              <a:gd name="connsiteX31545" fmla="*/ 1784008 w 2119654"/>
              <a:gd name="connsiteY31545" fmla="*/ 1071475 h 2398711"/>
              <a:gd name="connsiteX31546" fmla="*/ 1786742 w 2119654"/>
              <a:gd name="connsiteY31546" fmla="*/ 1057467 h 2398711"/>
              <a:gd name="connsiteX31547" fmla="*/ 1765047 w 2119654"/>
              <a:gd name="connsiteY31547" fmla="*/ 1103542 h 2398711"/>
              <a:gd name="connsiteX31548" fmla="*/ 1764794 w 2119654"/>
              <a:gd name="connsiteY31548" fmla="*/ 1104550 h 2398711"/>
              <a:gd name="connsiteX31549" fmla="*/ 1764661 w 2119654"/>
              <a:gd name="connsiteY31549" fmla="*/ 1106341 h 2398711"/>
              <a:gd name="connsiteX31550" fmla="*/ 1765170 w 2119654"/>
              <a:gd name="connsiteY31550" fmla="*/ 1105705 h 2398711"/>
              <a:gd name="connsiteX31551" fmla="*/ 1765520 w 2119654"/>
              <a:gd name="connsiteY31551" fmla="*/ 1102592 h 2398711"/>
              <a:gd name="connsiteX31552" fmla="*/ 1259241 w 2119654"/>
              <a:gd name="connsiteY31552" fmla="*/ 2236085 h 2398711"/>
              <a:gd name="connsiteX31553" fmla="*/ 1261536 w 2119654"/>
              <a:gd name="connsiteY31553" fmla="*/ 2237556 h 2398711"/>
              <a:gd name="connsiteX31554" fmla="*/ 1267847 w 2119654"/>
              <a:gd name="connsiteY31554" fmla="*/ 2241480 h 2398711"/>
              <a:gd name="connsiteX31555" fmla="*/ 1268677 w 2119654"/>
              <a:gd name="connsiteY31555" fmla="*/ 2239285 h 2398711"/>
              <a:gd name="connsiteX31556" fmla="*/ 1265867 w 2119654"/>
              <a:gd name="connsiteY31556" fmla="*/ 2237369 h 2398711"/>
              <a:gd name="connsiteX31557" fmla="*/ 1264765 w 2119654"/>
              <a:gd name="connsiteY31557" fmla="*/ 2239209 h 2398711"/>
              <a:gd name="connsiteX31558" fmla="*/ 1264374 w 2119654"/>
              <a:gd name="connsiteY31558" fmla="*/ 2239319 h 2398711"/>
              <a:gd name="connsiteX31559" fmla="*/ 1265636 w 2119654"/>
              <a:gd name="connsiteY31559" fmla="*/ 2237212 h 2398711"/>
              <a:gd name="connsiteX31560" fmla="*/ 1262448 w 2119654"/>
              <a:gd name="connsiteY31560" fmla="*/ 2235037 h 2398711"/>
              <a:gd name="connsiteX31561" fmla="*/ 1261589 w 2119654"/>
              <a:gd name="connsiteY31561" fmla="*/ 2234434 h 2398711"/>
              <a:gd name="connsiteX31562" fmla="*/ 1733157 w 2119654"/>
              <a:gd name="connsiteY31562" fmla="*/ 1174632 h 2398711"/>
              <a:gd name="connsiteX31563" fmla="*/ 1733246 w 2119654"/>
              <a:gd name="connsiteY31563" fmla="*/ 1176538 h 2398711"/>
              <a:gd name="connsiteX31564" fmla="*/ 1733328 w 2119654"/>
              <a:gd name="connsiteY31564" fmla="*/ 1176471 h 2398711"/>
              <a:gd name="connsiteX31565" fmla="*/ 1733775 w 2119654"/>
              <a:gd name="connsiteY31565" fmla="*/ 1175046 h 2398711"/>
              <a:gd name="connsiteX31566" fmla="*/ 1733372 w 2119654"/>
              <a:gd name="connsiteY31566" fmla="*/ 1174426 h 2398711"/>
              <a:gd name="connsiteX31567" fmla="*/ 1783605 w 2119654"/>
              <a:gd name="connsiteY31567" fmla="*/ 1060722 h 2398711"/>
              <a:gd name="connsiteX31568" fmla="*/ 1783623 w 2119654"/>
              <a:gd name="connsiteY31568" fmla="*/ 1061208 h 2398711"/>
              <a:gd name="connsiteX31569" fmla="*/ 1783982 w 2119654"/>
              <a:gd name="connsiteY31569" fmla="*/ 1060331 h 2398711"/>
              <a:gd name="connsiteX31570" fmla="*/ 1796751 w 2119654"/>
              <a:gd name="connsiteY31570" fmla="*/ 1030835 h 2398711"/>
              <a:gd name="connsiteX31571" fmla="*/ 1796657 w 2119654"/>
              <a:gd name="connsiteY31571" fmla="*/ 1031437 h 2398711"/>
              <a:gd name="connsiteX31572" fmla="*/ 1796660 w 2119654"/>
              <a:gd name="connsiteY31572" fmla="*/ 1034145 h 2398711"/>
              <a:gd name="connsiteX31573" fmla="*/ 1797419 w 2119654"/>
              <a:gd name="connsiteY31573" fmla="*/ 1033600 h 2398711"/>
              <a:gd name="connsiteX31574" fmla="*/ 1797357 w 2119654"/>
              <a:gd name="connsiteY31574" fmla="*/ 1033925 h 2398711"/>
              <a:gd name="connsiteX31575" fmla="*/ 1796660 w 2119654"/>
              <a:gd name="connsiteY31575" fmla="*/ 1034423 h 2398711"/>
              <a:gd name="connsiteX31576" fmla="*/ 1796663 w 2119654"/>
              <a:gd name="connsiteY31576" fmla="*/ 1037647 h 2398711"/>
              <a:gd name="connsiteX31577" fmla="*/ 1797064 w 2119654"/>
              <a:gd name="connsiteY31577" fmla="*/ 1037221 h 2398711"/>
              <a:gd name="connsiteX31578" fmla="*/ 1797972 w 2119654"/>
              <a:gd name="connsiteY31578" fmla="*/ 1036050 h 2398711"/>
              <a:gd name="connsiteX31579" fmla="*/ 1798883 w 2119654"/>
              <a:gd name="connsiteY31579" fmla="*/ 1031334 h 2398711"/>
              <a:gd name="connsiteX31580" fmla="*/ 1793622 w 2119654"/>
              <a:gd name="connsiteY31580" fmla="*/ 1037586 h 2398711"/>
              <a:gd name="connsiteX31581" fmla="*/ 1791667 w 2119654"/>
              <a:gd name="connsiteY31581" fmla="*/ 1042970 h 2398711"/>
              <a:gd name="connsiteX31582" fmla="*/ 1793157 w 2119654"/>
              <a:gd name="connsiteY31582" fmla="*/ 1041383 h 2398711"/>
              <a:gd name="connsiteX31583" fmla="*/ 1305243 w 2119654"/>
              <a:gd name="connsiteY31583" fmla="*/ 2130817 h 2398711"/>
              <a:gd name="connsiteX31584" fmla="*/ 1305553 w 2119654"/>
              <a:gd name="connsiteY31584" fmla="*/ 2131020 h 2398711"/>
              <a:gd name="connsiteX31585" fmla="*/ 1306868 w 2119654"/>
              <a:gd name="connsiteY31585" fmla="*/ 2130909 h 2398711"/>
              <a:gd name="connsiteX31586" fmla="*/ 1307891 w 2119654"/>
              <a:gd name="connsiteY31586" fmla="*/ 2129045 h 2398711"/>
              <a:gd name="connsiteX31587" fmla="*/ 1306127 w 2119654"/>
              <a:gd name="connsiteY31587" fmla="*/ 2128919 h 2398711"/>
              <a:gd name="connsiteX31588" fmla="*/ 1735657 w 2119654"/>
              <a:gd name="connsiteY31588" fmla="*/ 1166881 h 2398711"/>
              <a:gd name="connsiteX31589" fmla="*/ 1734516 w 2119654"/>
              <a:gd name="connsiteY31589" fmla="*/ 1169700 h 2398711"/>
              <a:gd name="connsiteX31590" fmla="*/ 1735869 w 2119654"/>
              <a:gd name="connsiteY31590" fmla="*/ 1168371 h 2398711"/>
              <a:gd name="connsiteX31591" fmla="*/ 1736184 w 2119654"/>
              <a:gd name="connsiteY31591" fmla="*/ 1167367 h 2398711"/>
              <a:gd name="connsiteX31592" fmla="*/ 1748945 w 2119654"/>
              <a:gd name="connsiteY31592" fmla="*/ 1137050 h 2398711"/>
              <a:gd name="connsiteX31593" fmla="*/ 1749029 w 2119654"/>
              <a:gd name="connsiteY31593" fmla="*/ 1139779 h 2398711"/>
              <a:gd name="connsiteX31594" fmla="*/ 1749833 w 2119654"/>
              <a:gd name="connsiteY31594" fmla="*/ 1136421 h 2398711"/>
              <a:gd name="connsiteX31595" fmla="*/ 1749886 w 2119654"/>
              <a:gd name="connsiteY31595" fmla="*/ 1135994 h 2398711"/>
              <a:gd name="connsiteX31596" fmla="*/ 1815321 w 2119654"/>
              <a:gd name="connsiteY31596" fmla="*/ 988089 h 2398711"/>
              <a:gd name="connsiteX31597" fmla="*/ 1815495 w 2119654"/>
              <a:gd name="connsiteY31597" fmla="*/ 992815 h 2398711"/>
              <a:gd name="connsiteX31598" fmla="*/ 1818313 w 2119654"/>
              <a:gd name="connsiteY31598" fmla="*/ 984230 h 2398711"/>
              <a:gd name="connsiteX31599" fmla="*/ 1818389 w 2119654"/>
              <a:gd name="connsiteY31599" fmla="*/ 984443 h 2398711"/>
              <a:gd name="connsiteX31600" fmla="*/ 1815510 w 2119654"/>
              <a:gd name="connsiteY31600" fmla="*/ 993218 h 2398711"/>
              <a:gd name="connsiteX31601" fmla="*/ 1816204 w 2119654"/>
              <a:gd name="connsiteY31601" fmla="*/ 1012127 h 2398711"/>
              <a:gd name="connsiteX31602" fmla="*/ 1820115 w 2119654"/>
              <a:gd name="connsiteY31602" fmla="*/ 1006840 h 2398711"/>
              <a:gd name="connsiteX31603" fmla="*/ 1823436 w 2119654"/>
              <a:gd name="connsiteY31603" fmla="*/ 1000388 h 2398711"/>
              <a:gd name="connsiteX31604" fmla="*/ 1829163 w 2119654"/>
              <a:gd name="connsiteY31604" fmla="*/ 979613 h 2398711"/>
              <a:gd name="connsiteX31605" fmla="*/ 1833473 w 2119654"/>
              <a:gd name="connsiteY31605" fmla="*/ 963108 h 2398711"/>
              <a:gd name="connsiteX31606" fmla="*/ 1834305 w 2119654"/>
              <a:gd name="connsiteY31606" fmla="*/ 954052 h 2398711"/>
              <a:gd name="connsiteX31607" fmla="*/ 1821467 w 2119654"/>
              <a:gd name="connsiteY31607" fmla="*/ 977304 h 2398711"/>
              <a:gd name="connsiteX31608" fmla="*/ 1765120 w 2119654"/>
              <a:gd name="connsiteY31608" fmla="*/ 1099789 h 2398711"/>
              <a:gd name="connsiteX31609" fmla="*/ 1765114 w 2119654"/>
              <a:gd name="connsiteY31609" fmla="*/ 1099988 h 2398711"/>
              <a:gd name="connsiteX31610" fmla="*/ 1765197 w 2119654"/>
              <a:gd name="connsiteY31610" fmla="*/ 1099703 h 2398711"/>
              <a:gd name="connsiteX31611" fmla="*/ 1748912 w 2119654"/>
              <a:gd name="connsiteY31611" fmla="*/ 1135987 h 2398711"/>
              <a:gd name="connsiteX31612" fmla="*/ 1748923 w 2119654"/>
              <a:gd name="connsiteY31612" fmla="*/ 1136334 h 2398711"/>
              <a:gd name="connsiteX31613" fmla="*/ 1749991 w 2119654"/>
              <a:gd name="connsiteY31613" fmla="*/ 1135134 h 2398711"/>
              <a:gd name="connsiteX31614" fmla="*/ 1750031 w 2119654"/>
              <a:gd name="connsiteY31614" fmla="*/ 1134809 h 2398711"/>
              <a:gd name="connsiteX31615" fmla="*/ 1259251 w 2119654"/>
              <a:gd name="connsiteY31615" fmla="*/ 2232383 h 2398711"/>
              <a:gd name="connsiteX31616" fmla="*/ 1261667 w 2119654"/>
              <a:gd name="connsiteY31616" fmla="*/ 2234080 h 2398711"/>
              <a:gd name="connsiteX31617" fmla="*/ 1267034 w 2119654"/>
              <a:gd name="connsiteY31617" fmla="*/ 2230309 h 2398711"/>
              <a:gd name="connsiteX31618" fmla="*/ 1272083 w 2119654"/>
              <a:gd name="connsiteY31618" fmla="*/ 2226451 h 2398711"/>
              <a:gd name="connsiteX31619" fmla="*/ 1272992 w 2119654"/>
              <a:gd name="connsiteY31619" fmla="*/ 2224935 h 2398711"/>
              <a:gd name="connsiteX31620" fmla="*/ 1276852 w 2119654"/>
              <a:gd name="connsiteY31620" fmla="*/ 2211948 h 2398711"/>
              <a:gd name="connsiteX31621" fmla="*/ 1273825 w 2119654"/>
              <a:gd name="connsiteY31621" fmla="*/ 2211432 h 2398711"/>
              <a:gd name="connsiteX31622" fmla="*/ 1267599 w 2119654"/>
              <a:gd name="connsiteY31622" fmla="*/ 2220383 h 2398711"/>
              <a:gd name="connsiteX31623" fmla="*/ 1267861 w 2119654"/>
              <a:gd name="connsiteY31623" fmla="*/ 2220746 h 2398711"/>
              <a:gd name="connsiteX31624" fmla="*/ 1267537 w 2119654"/>
              <a:gd name="connsiteY31624" fmla="*/ 2220686 h 2398711"/>
              <a:gd name="connsiteX31625" fmla="*/ 1267461 w 2119654"/>
              <a:gd name="connsiteY31625" fmla="*/ 2220581 h 2398711"/>
              <a:gd name="connsiteX31626" fmla="*/ 1265517 w 2119654"/>
              <a:gd name="connsiteY31626" fmla="*/ 2217500 h 2398711"/>
              <a:gd name="connsiteX31627" fmla="*/ 1265871 w 2119654"/>
              <a:gd name="connsiteY31627" fmla="*/ 2217990 h 2398711"/>
              <a:gd name="connsiteX31628" fmla="*/ 1267132 w 2119654"/>
              <a:gd name="connsiteY31628" fmla="*/ 2216177 h 2398711"/>
              <a:gd name="connsiteX31629" fmla="*/ 1257467 w 2119654"/>
              <a:gd name="connsiteY31629" fmla="*/ 2234947 h 2398711"/>
              <a:gd name="connsiteX31630" fmla="*/ 1259018 w 2119654"/>
              <a:gd name="connsiteY31630" fmla="*/ 2235942 h 2398711"/>
              <a:gd name="connsiteX31631" fmla="*/ 1261376 w 2119654"/>
              <a:gd name="connsiteY31631" fmla="*/ 2234285 h 2398711"/>
              <a:gd name="connsiteX31632" fmla="*/ 1259060 w 2119654"/>
              <a:gd name="connsiteY31632" fmla="*/ 2232658 h 2398711"/>
              <a:gd name="connsiteX31633" fmla="*/ 1789098 w 2119654"/>
              <a:gd name="connsiteY31633" fmla="*/ 1044080 h 2398711"/>
              <a:gd name="connsiteX31634" fmla="*/ 1787832 w 2119654"/>
              <a:gd name="connsiteY31634" fmla="*/ 1047057 h 2398711"/>
              <a:gd name="connsiteX31635" fmla="*/ 1788847 w 2119654"/>
              <a:gd name="connsiteY31635" fmla="*/ 1045975 h 2398711"/>
              <a:gd name="connsiteX31636" fmla="*/ 1791689 w 2119654"/>
              <a:gd name="connsiteY31636" fmla="*/ 1037988 h 2398711"/>
              <a:gd name="connsiteX31637" fmla="*/ 1790727 w 2119654"/>
              <a:gd name="connsiteY31637" fmla="*/ 1040250 h 2398711"/>
              <a:gd name="connsiteX31638" fmla="*/ 1790493 w 2119654"/>
              <a:gd name="connsiteY31638" fmla="*/ 1041450 h 2398711"/>
              <a:gd name="connsiteX31639" fmla="*/ 1790066 w 2119654"/>
              <a:gd name="connsiteY31639" fmla="*/ 1044675 h 2398711"/>
              <a:gd name="connsiteX31640" fmla="*/ 1790628 w 2119654"/>
              <a:gd name="connsiteY31640" fmla="*/ 1044077 h 2398711"/>
              <a:gd name="connsiteX31641" fmla="*/ 1793710 w 2119654"/>
              <a:gd name="connsiteY31641" fmla="*/ 1036539 h 2398711"/>
              <a:gd name="connsiteX31642" fmla="*/ 1284605 w 2119654"/>
              <a:gd name="connsiteY31642" fmla="*/ 2173294 h 2398711"/>
              <a:gd name="connsiteX31643" fmla="*/ 1287062 w 2119654"/>
              <a:gd name="connsiteY31643" fmla="*/ 2171866 h 2398711"/>
              <a:gd name="connsiteX31644" fmla="*/ 1285647 w 2119654"/>
              <a:gd name="connsiteY31644" fmla="*/ 2171684 h 2398711"/>
              <a:gd name="connsiteX31645" fmla="*/ 1801816 w 2119654"/>
              <a:gd name="connsiteY31645" fmla="*/ 1015017 h 2398711"/>
              <a:gd name="connsiteX31646" fmla="*/ 1797136 w 2119654"/>
              <a:gd name="connsiteY31646" fmla="*/ 1027907 h 2398711"/>
              <a:gd name="connsiteX31647" fmla="*/ 1796927 w 2119654"/>
              <a:gd name="connsiteY31647" fmla="*/ 1029715 h 2398711"/>
              <a:gd name="connsiteX31648" fmla="*/ 1796828 w 2119654"/>
              <a:gd name="connsiteY31648" fmla="*/ 1030342 h 2398711"/>
              <a:gd name="connsiteX31649" fmla="*/ 1798972 w 2119654"/>
              <a:gd name="connsiteY31649" fmla="*/ 1030874 h 2398711"/>
              <a:gd name="connsiteX31650" fmla="*/ 1794335 w 2119654"/>
              <a:gd name="connsiteY31650" fmla="*/ 1031767 h 2398711"/>
              <a:gd name="connsiteX31651" fmla="*/ 1791858 w 2119654"/>
              <a:gd name="connsiteY31651" fmla="*/ 1037589 h 2398711"/>
              <a:gd name="connsiteX31652" fmla="*/ 1793791 w 2119654"/>
              <a:gd name="connsiteY31652" fmla="*/ 1036203 h 2398711"/>
              <a:gd name="connsiteX31653" fmla="*/ 1762768 w 2119654"/>
              <a:gd name="connsiteY31653" fmla="*/ 1102411 h 2398711"/>
              <a:gd name="connsiteX31654" fmla="*/ 1762662 w 2119654"/>
              <a:gd name="connsiteY31654" fmla="*/ 1105220 h 2398711"/>
              <a:gd name="connsiteX31655" fmla="*/ 1762744 w 2119654"/>
              <a:gd name="connsiteY31655" fmla="*/ 1105096 h 2398711"/>
              <a:gd name="connsiteX31656" fmla="*/ 1763022 w 2119654"/>
              <a:gd name="connsiteY31656" fmla="*/ 1102127 h 2398711"/>
              <a:gd name="connsiteX31657" fmla="*/ 1769292 w 2119654"/>
              <a:gd name="connsiteY31657" fmla="*/ 1087769 h 2398711"/>
              <a:gd name="connsiteX31658" fmla="*/ 1769174 w 2119654"/>
              <a:gd name="connsiteY31658" fmla="*/ 1090817 h 2398711"/>
              <a:gd name="connsiteX31659" fmla="*/ 1768971 w 2119654"/>
              <a:gd name="connsiteY31659" fmla="*/ 1092620 h 2398711"/>
              <a:gd name="connsiteX31660" fmla="*/ 1776190 w 2119654"/>
              <a:gd name="connsiteY31660" fmla="*/ 1078099 h 2398711"/>
              <a:gd name="connsiteX31661" fmla="*/ 1776021 w 2119654"/>
              <a:gd name="connsiteY31661" fmla="*/ 1073574 h 2398711"/>
              <a:gd name="connsiteX31662" fmla="*/ 1252682 w 2119654"/>
              <a:gd name="connsiteY31662" fmla="*/ 2244517 h 2398711"/>
              <a:gd name="connsiteX31663" fmla="*/ 1255003 w 2119654"/>
              <a:gd name="connsiteY31663" fmla="*/ 2246396 h 2398711"/>
              <a:gd name="connsiteX31664" fmla="*/ 1261961 w 2119654"/>
              <a:gd name="connsiteY31664" fmla="*/ 2251579 h 2398711"/>
              <a:gd name="connsiteX31665" fmla="*/ 1264876 w 2119654"/>
              <a:gd name="connsiteY31665" fmla="*/ 2248480 h 2398711"/>
              <a:gd name="connsiteX31666" fmla="*/ 1253042 w 2119654"/>
              <a:gd name="connsiteY31666" fmla="*/ 2244638 h 2398711"/>
              <a:gd name="connsiteX31667" fmla="*/ 1231738 w 2119654"/>
              <a:gd name="connsiteY31667" fmla="*/ 2291086 h 2398711"/>
              <a:gd name="connsiteX31668" fmla="*/ 1231032 w 2119654"/>
              <a:gd name="connsiteY31668" fmla="*/ 2292826 h 2398711"/>
              <a:gd name="connsiteX31669" fmla="*/ 1232074 w 2119654"/>
              <a:gd name="connsiteY31669" fmla="*/ 2291550 h 2398711"/>
              <a:gd name="connsiteX31670" fmla="*/ 1765242 w 2119654"/>
              <a:gd name="connsiteY31670" fmla="*/ 1096313 h 2398711"/>
              <a:gd name="connsiteX31671" fmla="*/ 1765210 w 2119654"/>
              <a:gd name="connsiteY31671" fmla="*/ 1097234 h 2398711"/>
              <a:gd name="connsiteX31672" fmla="*/ 1766254 w 2119654"/>
              <a:gd name="connsiteY31672" fmla="*/ 1096069 h 2398711"/>
              <a:gd name="connsiteX31673" fmla="*/ 1766533 w 2119654"/>
              <a:gd name="connsiteY31673" fmla="*/ 1093593 h 2398711"/>
              <a:gd name="connsiteX31674" fmla="*/ 1802077 w 2119654"/>
              <a:gd name="connsiteY31674" fmla="*/ 1013561 h 2398711"/>
              <a:gd name="connsiteX31675" fmla="*/ 1797570 w 2119654"/>
              <a:gd name="connsiteY31675" fmla="*/ 1024159 h 2398711"/>
              <a:gd name="connsiteX31676" fmla="*/ 1797255 w 2119654"/>
              <a:gd name="connsiteY31676" fmla="*/ 1026873 h 2398711"/>
              <a:gd name="connsiteX31677" fmla="*/ 1802065 w 2119654"/>
              <a:gd name="connsiteY31677" fmla="*/ 1013626 h 2398711"/>
              <a:gd name="connsiteX31678" fmla="*/ 1806391 w 2119654"/>
              <a:gd name="connsiteY31678" fmla="*/ 1003761 h 2398711"/>
              <a:gd name="connsiteX31679" fmla="*/ 1805656 w 2119654"/>
              <a:gd name="connsiteY31679" fmla="*/ 1021749 h 2398711"/>
              <a:gd name="connsiteX31680" fmla="*/ 1813471 w 2119654"/>
              <a:gd name="connsiteY31680" fmla="*/ 998980 h 2398711"/>
              <a:gd name="connsiteX31681" fmla="*/ 1813908 w 2119654"/>
              <a:gd name="connsiteY31681" fmla="*/ 997651 h 2398711"/>
              <a:gd name="connsiteX31682" fmla="*/ 1813663 w 2119654"/>
              <a:gd name="connsiteY31682" fmla="*/ 990999 h 2398711"/>
              <a:gd name="connsiteX31683" fmla="*/ 1234332 w 2119654"/>
              <a:gd name="connsiteY31683" fmla="*/ 2284695 h 2398711"/>
              <a:gd name="connsiteX31684" fmla="*/ 1231814 w 2119654"/>
              <a:gd name="connsiteY31684" fmla="*/ 2290900 h 2398711"/>
              <a:gd name="connsiteX31685" fmla="*/ 1232185 w 2119654"/>
              <a:gd name="connsiteY31685" fmla="*/ 2291414 h 2398711"/>
              <a:gd name="connsiteX31686" fmla="*/ 1236420 w 2119654"/>
              <a:gd name="connsiteY31686" fmla="*/ 2286226 h 2398711"/>
              <a:gd name="connsiteX31687" fmla="*/ 1804621 w 2119654"/>
              <a:gd name="connsiteY31687" fmla="*/ 1007577 h 2398711"/>
              <a:gd name="connsiteX31688" fmla="*/ 1803904 w 2119654"/>
              <a:gd name="connsiteY31688" fmla="*/ 1009263 h 2398711"/>
              <a:gd name="connsiteX31689" fmla="*/ 1802315 w 2119654"/>
              <a:gd name="connsiteY31689" fmla="*/ 1013641 h 2398711"/>
              <a:gd name="connsiteX31690" fmla="*/ 1799213 w 2119654"/>
              <a:gd name="connsiteY31690" fmla="*/ 1030935 h 2398711"/>
              <a:gd name="connsiteX31691" fmla="*/ 1801500 w 2119654"/>
              <a:gd name="connsiteY31691" fmla="*/ 1031503 h 2398711"/>
              <a:gd name="connsiteX31692" fmla="*/ 1802950 w 2119654"/>
              <a:gd name="connsiteY31692" fmla="*/ 1029636 h 2398711"/>
              <a:gd name="connsiteX31693" fmla="*/ 1803825 w 2119654"/>
              <a:gd name="connsiteY31693" fmla="*/ 1027085 h 2398711"/>
              <a:gd name="connsiteX31694" fmla="*/ 1235701 w 2119654"/>
              <a:gd name="connsiteY31694" fmla="*/ 2281322 h 2398711"/>
              <a:gd name="connsiteX31695" fmla="*/ 1234363 w 2119654"/>
              <a:gd name="connsiteY31695" fmla="*/ 2284620 h 2398711"/>
              <a:gd name="connsiteX31696" fmla="*/ 1236470 w 2119654"/>
              <a:gd name="connsiteY31696" fmla="*/ 2286166 h 2398711"/>
              <a:gd name="connsiteX31697" fmla="*/ 1246965 w 2119654"/>
              <a:gd name="connsiteY31697" fmla="*/ 2273310 h 2398711"/>
              <a:gd name="connsiteX31698" fmla="*/ 1249085 w 2119654"/>
              <a:gd name="connsiteY31698" fmla="*/ 2270488 h 2398711"/>
              <a:gd name="connsiteX31699" fmla="*/ 1254469 w 2119654"/>
              <a:gd name="connsiteY31699" fmla="*/ 2239138 h 2398711"/>
              <a:gd name="connsiteX31700" fmla="*/ 1258710 w 2119654"/>
              <a:gd name="connsiteY31700" fmla="*/ 2236158 h 2398711"/>
              <a:gd name="connsiteX31701" fmla="*/ 1257255 w 2119654"/>
              <a:gd name="connsiteY31701" fmla="*/ 2235252 h 2398711"/>
              <a:gd name="connsiteX31702" fmla="*/ 1255056 w 2119654"/>
              <a:gd name="connsiteY31702" fmla="*/ 2238414 h 2398711"/>
              <a:gd name="connsiteX31703" fmla="*/ 1733995 w 2119654"/>
              <a:gd name="connsiteY31703" fmla="*/ 1165355 h 2398711"/>
              <a:gd name="connsiteX31704" fmla="*/ 1732862 w 2119654"/>
              <a:gd name="connsiteY31704" fmla="*/ 1168142 h 2398711"/>
              <a:gd name="connsiteX31705" fmla="*/ 1733271 w 2119654"/>
              <a:gd name="connsiteY31705" fmla="*/ 1168771 h 2398711"/>
              <a:gd name="connsiteX31706" fmla="*/ 1734655 w 2119654"/>
              <a:gd name="connsiteY31706" fmla="*/ 1165962 h 2398711"/>
              <a:gd name="connsiteX31707" fmla="*/ 1237320 w 2119654"/>
              <a:gd name="connsiteY31707" fmla="*/ 2277331 h 2398711"/>
              <a:gd name="connsiteX31708" fmla="*/ 1236461 w 2119654"/>
              <a:gd name="connsiteY31708" fmla="*/ 2279448 h 2398711"/>
              <a:gd name="connsiteX31709" fmla="*/ 1251502 w 2119654"/>
              <a:gd name="connsiteY31709" fmla="*/ 2267274 h 2398711"/>
              <a:gd name="connsiteX31710" fmla="*/ 1253524 w 2119654"/>
              <a:gd name="connsiteY31710" fmla="*/ 2264585 h 2398711"/>
              <a:gd name="connsiteX31711" fmla="*/ 1252561 w 2119654"/>
              <a:gd name="connsiteY31711" fmla="*/ 2263779 h 2398711"/>
              <a:gd name="connsiteX31712" fmla="*/ 1251155 w 2119654"/>
              <a:gd name="connsiteY31712" fmla="*/ 2264616 h 2398711"/>
              <a:gd name="connsiteX31713" fmla="*/ 1813505 w 2119654"/>
              <a:gd name="connsiteY31713" fmla="*/ 986687 h 2398711"/>
              <a:gd name="connsiteX31714" fmla="*/ 1808090 w 2119654"/>
              <a:gd name="connsiteY31714" fmla="*/ 999421 h 2398711"/>
              <a:gd name="connsiteX31715" fmla="*/ 1813617 w 2119654"/>
              <a:gd name="connsiteY31715" fmla="*/ 989722 h 2398711"/>
              <a:gd name="connsiteX31716" fmla="*/ 1239718 w 2119654"/>
              <a:gd name="connsiteY31716" fmla="*/ 2271423 h 2398711"/>
              <a:gd name="connsiteX31717" fmla="*/ 1238557 w 2119654"/>
              <a:gd name="connsiteY31717" fmla="*/ 2274282 h 2398711"/>
              <a:gd name="connsiteX31718" fmla="*/ 1245254 w 2119654"/>
              <a:gd name="connsiteY31718" fmla="*/ 2268127 h 2398711"/>
              <a:gd name="connsiteX31719" fmla="*/ 1271155 w 2119654"/>
              <a:gd name="connsiteY31719" fmla="*/ 2200502 h 2398711"/>
              <a:gd name="connsiteX31720" fmla="*/ 1271865 w 2119654"/>
              <a:gd name="connsiteY31720" fmla="*/ 2201090 h 2398711"/>
              <a:gd name="connsiteX31721" fmla="*/ 1274345 w 2119654"/>
              <a:gd name="connsiteY31721" fmla="*/ 2199058 h 2398711"/>
              <a:gd name="connsiteX31722" fmla="*/ 1271506 w 2119654"/>
              <a:gd name="connsiteY31722" fmla="*/ 2200151 h 2398711"/>
              <a:gd name="connsiteX31723" fmla="*/ 1283235 w 2119654"/>
              <a:gd name="connsiteY31723" fmla="*/ 2173335 h 2398711"/>
              <a:gd name="connsiteX31724" fmla="*/ 1283255 w 2119654"/>
              <a:gd name="connsiteY31724" fmla="*/ 2173355 h 2398711"/>
              <a:gd name="connsiteX31725" fmla="*/ 1283301 w 2119654"/>
              <a:gd name="connsiteY31725" fmla="*/ 2173284 h 2398711"/>
              <a:gd name="connsiteX31726" fmla="*/ 1244270 w 2119654"/>
              <a:gd name="connsiteY31726" fmla="*/ 2260205 h 2398711"/>
              <a:gd name="connsiteX31727" fmla="*/ 1239965 w 2119654"/>
              <a:gd name="connsiteY31727" fmla="*/ 2270812 h 2398711"/>
              <a:gd name="connsiteX31728" fmla="*/ 1246687 w 2119654"/>
              <a:gd name="connsiteY31728" fmla="*/ 2266811 h 2398711"/>
              <a:gd name="connsiteX31729" fmla="*/ 1251213 w 2119654"/>
              <a:gd name="connsiteY31729" fmla="*/ 2262651 h 2398711"/>
              <a:gd name="connsiteX31730" fmla="*/ 1250609 w 2119654"/>
              <a:gd name="connsiteY31730" fmla="*/ 2262145 h 2398711"/>
              <a:gd name="connsiteX31731" fmla="*/ 1245290 w 2119654"/>
              <a:gd name="connsiteY31731" fmla="*/ 2257691 h 2398711"/>
              <a:gd name="connsiteX31732" fmla="*/ 1244382 w 2119654"/>
              <a:gd name="connsiteY31732" fmla="*/ 2259930 h 2398711"/>
              <a:gd name="connsiteX31733" fmla="*/ 1250028 w 2119654"/>
              <a:gd name="connsiteY31733" fmla="*/ 2261659 h 2398711"/>
              <a:gd name="connsiteX31734" fmla="*/ 1278184 w 2119654"/>
              <a:gd name="connsiteY31734" fmla="*/ 2184020 h 2398711"/>
              <a:gd name="connsiteX31735" fmla="*/ 1278626 w 2119654"/>
              <a:gd name="connsiteY31735" fmla="*/ 2184305 h 2398711"/>
              <a:gd name="connsiteX31736" fmla="*/ 1278999 w 2119654"/>
              <a:gd name="connsiteY31736" fmla="*/ 2184096 h 2398711"/>
              <a:gd name="connsiteX31737" fmla="*/ 1827034 w 2119654"/>
              <a:gd name="connsiteY31737" fmla="*/ 954873 h 2398711"/>
              <a:gd name="connsiteX31738" fmla="*/ 1815130 w 2119654"/>
              <a:gd name="connsiteY31738" fmla="*/ 982865 h 2398711"/>
              <a:gd name="connsiteX31739" fmla="*/ 1815275 w 2119654"/>
              <a:gd name="connsiteY31739" fmla="*/ 986812 h 2398711"/>
              <a:gd name="connsiteX31740" fmla="*/ 1834374 w 2119654"/>
              <a:gd name="connsiteY31740" fmla="*/ 953293 h 2398711"/>
              <a:gd name="connsiteX31741" fmla="*/ 1835196 w 2119654"/>
              <a:gd name="connsiteY31741" fmla="*/ 944338 h 2398711"/>
              <a:gd name="connsiteX31742" fmla="*/ 1278494 w 2119654"/>
              <a:gd name="connsiteY31742" fmla="*/ 2182733 h 2398711"/>
              <a:gd name="connsiteX31743" fmla="*/ 1280755 w 2119654"/>
              <a:gd name="connsiteY31743" fmla="*/ 2183114 h 2398711"/>
              <a:gd name="connsiteX31744" fmla="*/ 1282436 w 2119654"/>
              <a:gd name="connsiteY31744" fmla="*/ 2182173 h 2398711"/>
              <a:gd name="connsiteX31745" fmla="*/ 1285834 w 2119654"/>
              <a:gd name="connsiteY31745" fmla="*/ 2179217 h 2398711"/>
              <a:gd name="connsiteX31746" fmla="*/ 1283454 w 2119654"/>
              <a:gd name="connsiteY31746" fmla="*/ 2177723 h 2398711"/>
              <a:gd name="connsiteX31747" fmla="*/ 1281074 w 2119654"/>
              <a:gd name="connsiteY31747" fmla="*/ 2178749 h 2398711"/>
              <a:gd name="connsiteX31748" fmla="*/ 1282239 w 2119654"/>
              <a:gd name="connsiteY31748" fmla="*/ 2174103 h 2398711"/>
              <a:gd name="connsiteX31749" fmla="*/ 1282617 w 2119654"/>
              <a:gd name="connsiteY31749" fmla="*/ 2174340 h 2398711"/>
              <a:gd name="connsiteX31750" fmla="*/ 1282859 w 2119654"/>
              <a:gd name="connsiteY31750" fmla="*/ 2173967 h 2398711"/>
              <a:gd name="connsiteX31751" fmla="*/ 1282651 w 2119654"/>
              <a:gd name="connsiteY31751" fmla="*/ 2173786 h 2398711"/>
              <a:gd name="connsiteX31752" fmla="*/ 1848550 w 2119654"/>
              <a:gd name="connsiteY31752" fmla="*/ 905885 h 2398711"/>
              <a:gd name="connsiteX31753" fmla="*/ 1848006 w 2119654"/>
              <a:gd name="connsiteY31753" fmla="*/ 911196 h 2398711"/>
              <a:gd name="connsiteX31754" fmla="*/ 1845454 w 2119654"/>
              <a:gd name="connsiteY31754" fmla="*/ 933235 h 2398711"/>
              <a:gd name="connsiteX31755" fmla="*/ 1849654 w 2119654"/>
              <a:gd name="connsiteY31755" fmla="*/ 925628 h 2398711"/>
              <a:gd name="connsiteX31756" fmla="*/ 1849279 w 2119654"/>
              <a:gd name="connsiteY31756" fmla="*/ 915403 h 2398711"/>
              <a:gd name="connsiteX31757" fmla="*/ 1796096 w 2119654"/>
              <a:gd name="connsiteY31757" fmla="*/ 1023255 h 2398711"/>
              <a:gd name="connsiteX31758" fmla="*/ 1795894 w 2119654"/>
              <a:gd name="connsiteY31758" fmla="*/ 1024899 h 2398711"/>
              <a:gd name="connsiteX31759" fmla="*/ 1796096 w 2119654"/>
              <a:gd name="connsiteY31759" fmla="*/ 1023610 h 2398711"/>
              <a:gd name="connsiteX31760" fmla="*/ 1836214 w 2119654"/>
              <a:gd name="connsiteY31760" fmla="*/ 933250 h 2398711"/>
              <a:gd name="connsiteX31761" fmla="*/ 1835829 w 2119654"/>
              <a:gd name="connsiteY31761" fmla="*/ 934192 h 2398711"/>
              <a:gd name="connsiteX31762" fmla="*/ 1827283 w 2119654"/>
              <a:gd name="connsiteY31762" fmla="*/ 954288 h 2398711"/>
              <a:gd name="connsiteX31763" fmla="*/ 1835224 w 2119654"/>
              <a:gd name="connsiteY31763" fmla="*/ 944038 h 2398711"/>
              <a:gd name="connsiteX31764" fmla="*/ 1732707 w 2119654"/>
              <a:gd name="connsiteY31764" fmla="*/ 1164962 h 2398711"/>
              <a:gd name="connsiteX31765" fmla="*/ 1732722 w 2119654"/>
              <a:gd name="connsiteY31765" fmla="*/ 1165283 h 2398711"/>
              <a:gd name="connsiteX31766" fmla="*/ 1733047 w 2119654"/>
              <a:gd name="connsiteY31766" fmla="*/ 1164484 h 2398711"/>
              <a:gd name="connsiteX31767" fmla="*/ 1732968 w 2119654"/>
              <a:gd name="connsiteY31767" fmla="*/ 1164411 h 2398711"/>
              <a:gd name="connsiteX31768" fmla="*/ 1251132 w 2119654"/>
              <a:gd name="connsiteY31768" fmla="*/ 2243260 h 2398711"/>
              <a:gd name="connsiteX31769" fmla="*/ 1251788 w 2119654"/>
              <a:gd name="connsiteY31769" fmla="*/ 2243792 h 2398711"/>
              <a:gd name="connsiteX31770" fmla="*/ 1265051 w 2119654"/>
              <a:gd name="connsiteY31770" fmla="*/ 2248295 h 2398711"/>
              <a:gd name="connsiteX31771" fmla="*/ 1265416 w 2119654"/>
              <a:gd name="connsiteY31771" fmla="*/ 2247907 h 2398711"/>
              <a:gd name="connsiteX31772" fmla="*/ 1267737 w 2119654"/>
              <a:gd name="connsiteY31772" fmla="*/ 2241770 h 2398711"/>
              <a:gd name="connsiteX31773" fmla="*/ 1258937 w 2119654"/>
              <a:gd name="connsiteY31773" fmla="*/ 2236298 h 2398711"/>
              <a:gd name="connsiteX31774" fmla="*/ 1253907 w 2119654"/>
              <a:gd name="connsiteY31774" fmla="*/ 2239833 h 2398711"/>
              <a:gd name="connsiteX31775" fmla="*/ 1798284 w 2119654"/>
              <a:gd name="connsiteY31775" fmla="*/ 1017987 h 2398711"/>
              <a:gd name="connsiteX31776" fmla="*/ 1797909 w 2119654"/>
              <a:gd name="connsiteY31776" fmla="*/ 1021224 h 2398711"/>
              <a:gd name="connsiteX31777" fmla="*/ 1802233 w 2119654"/>
              <a:gd name="connsiteY31777" fmla="*/ 1011057 h 2398711"/>
              <a:gd name="connsiteX31778" fmla="*/ 1250765 w 2119654"/>
              <a:gd name="connsiteY31778" fmla="*/ 2243871 h 2398711"/>
              <a:gd name="connsiteX31779" fmla="*/ 1247532 w 2119654"/>
              <a:gd name="connsiteY31779" fmla="*/ 2252167 h 2398711"/>
              <a:gd name="connsiteX31780" fmla="*/ 1245488 w 2119654"/>
              <a:gd name="connsiteY31780" fmla="*/ 2257202 h 2398711"/>
              <a:gd name="connsiteX31781" fmla="*/ 1251261 w 2119654"/>
              <a:gd name="connsiteY31781" fmla="*/ 2262036 h 2398711"/>
              <a:gd name="connsiteX31782" fmla="*/ 1251727 w 2119654"/>
              <a:gd name="connsiteY31782" fmla="*/ 2262179 h 2398711"/>
              <a:gd name="connsiteX31783" fmla="*/ 1253669 w 2119654"/>
              <a:gd name="connsiteY31783" fmla="*/ 2260394 h 2398711"/>
              <a:gd name="connsiteX31784" fmla="*/ 1261612 w 2119654"/>
              <a:gd name="connsiteY31784" fmla="*/ 2251951 h 2398711"/>
              <a:gd name="connsiteX31785" fmla="*/ 1837927 w 2119654"/>
              <a:gd name="connsiteY31785" fmla="*/ 929062 h 2398711"/>
              <a:gd name="connsiteX31786" fmla="*/ 1836596 w 2119654"/>
              <a:gd name="connsiteY31786" fmla="*/ 932316 h 2398711"/>
              <a:gd name="connsiteX31787" fmla="*/ 1835730 w 2119654"/>
              <a:gd name="connsiteY31787" fmla="*/ 943385 h 2398711"/>
              <a:gd name="connsiteX31788" fmla="*/ 1835855 w 2119654"/>
              <a:gd name="connsiteY31788" fmla="*/ 943224 h 2398711"/>
              <a:gd name="connsiteX31789" fmla="*/ 1835858 w 2119654"/>
              <a:gd name="connsiteY31789" fmla="*/ 943485 h 2398711"/>
              <a:gd name="connsiteX31790" fmla="*/ 1835707 w 2119654"/>
              <a:gd name="connsiteY31790" fmla="*/ 943679 h 2398711"/>
              <a:gd name="connsiteX31791" fmla="*/ 1835236 w 2119654"/>
              <a:gd name="connsiteY31791" fmla="*/ 949702 h 2398711"/>
              <a:gd name="connsiteX31792" fmla="*/ 1835011 w 2119654"/>
              <a:gd name="connsiteY31792" fmla="*/ 952149 h 2398711"/>
              <a:gd name="connsiteX31793" fmla="*/ 1835678 w 2119654"/>
              <a:gd name="connsiteY31793" fmla="*/ 950941 h 2398711"/>
              <a:gd name="connsiteX31794" fmla="*/ 1836876 w 2119654"/>
              <a:gd name="connsiteY31794" fmla="*/ 941397 h 2398711"/>
              <a:gd name="connsiteX31795" fmla="*/ 1232952 w 2119654"/>
              <a:gd name="connsiteY31795" fmla="*/ 2283547 h 2398711"/>
              <a:gd name="connsiteX31796" fmla="*/ 1233693 w 2119654"/>
              <a:gd name="connsiteY31796" fmla="*/ 2284128 h 2398711"/>
              <a:gd name="connsiteX31797" fmla="*/ 1234107 w 2119654"/>
              <a:gd name="connsiteY31797" fmla="*/ 2284433 h 2398711"/>
              <a:gd name="connsiteX31798" fmla="*/ 1235208 w 2119654"/>
              <a:gd name="connsiteY31798" fmla="*/ 2281720 h 2398711"/>
              <a:gd name="connsiteX31799" fmla="*/ 1792747 w 2119654"/>
              <a:gd name="connsiteY31799" fmla="*/ 1029899 h 2398711"/>
              <a:gd name="connsiteX31800" fmla="*/ 1791657 w 2119654"/>
              <a:gd name="connsiteY31800" fmla="*/ 1035482 h 2398711"/>
              <a:gd name="connsiteX31801" fmla="*/ 1793495 w 2119654"/>
              <a:gd name="connsiteY31801" fmla="*/ 1031605 h 2398711"/>
              <a:gd name="connsiteX31802" fmla="*/ 1794087 w 2119654"/>
              <a:gd name="connsiteY31802" fmla="*/ 1030213 h 2398711"/>
              <a:gd name="connsiteX31803" fmla="*/ 1763478 w 2119654"/>
              <a:gd name="connsiteY31803" fmla="*/ 1094631 h 2398711"/>
              <a:gd name="connsiteX31804" fmla="*/ 1763023 w 2119654"/>
              <a:gd name="connsiteY31804" fmla="*/ 1095899 h 2398711"/>
              <a:gd name="connsiteX31805" fmla="*/ 1763459 w 2119654"/>
              <a:gd name="connsiteY31805" fmla="*/ 1094978 h 2398711"/>
              <a:gd name="connsiteX31806" fmla="*/ 1254736 w 2119654"/>
              <a:gd name="connsiteY31806" fmla="*/ 2233686 h 2398711"/>
              <a:gd name="connsiteX31807" fmla="*/ 1254461 w 2119654"/>
              <a:gd name="connsiteY31807" fmla="*/ 2234391 h 2398711"/>
              <a:gd name="connsiteX31808" fmla="*/ 1254886 w 2119654"/>
              <a:gd name="connsiteY31808" fmla="*/ 2233780 h 2398711"/>
              <a:gd name="connsiteX31809" fmla="*/ 1772392 w 2119654"/>
              <a:gd name="connsiteY31809" fmla="*/ 1074358 h 2398711"/>
              <a:gd name="connsiteX31810" fmla="*/ 1771438 w 2119654"/>
              <a:gd name="connsiteY31810" fmla="*/ 1078143 h 2398711"/>
              <a:gd name="connsiteX31811" fmla="*/ 1775843 w 2119654"/>
              <a:gd name="connsiteY31811" fmla="*/ 1068850 h 2398711"/>
              <a:gd name="connsiteX31812" fmla="*/ 1775841 w 2119654"/>
              <a:gd name="connsiteY31812" fmla="*/ 1068780 h 2398711"/>
              <a:gd name="connsiteX31813" fmla="*/ 1775657 w 2119654"/>
              <a:gd name="connsiteY31813" fmla="*/ 1068971 h 2398711"/>
              <a:gd name="connsiteX31814" fmla="*/ 1774309 w 2119654"/>
              <a:gd name="connsiteY31814" fmla="*/ 1070100 h 2398711"/>
              <a:gd name="connsiteX31815" fmla="*/ 1769570 w 2119654"/>
              <a:gd name="connsiteY31815" fmla="*/ 1080622 h 2398711"/>
              <a:gd name="connsiteX31816" fmla="*/ 1769508 w 2119654"/>
              <a:gd name="connsiteY31816" fmla="*/ 1082215 h 2398711"/>
              <a:gd name="connsiteX31817" fmla="*/ 1770596 w 2119654"/>
              <a:gd name="connsiteY31817" fmla="*/ 1079921 h 2398711"/>
              <a:gd name="connsiteX31818" fmla="*/ 1771495 w 2119654"/>
              <a:gd name="connsiteY31818" fmla="*/ 1076349 h 2398711"/>
              <a:gd name="connsiteX31819" fmla="*/ 1765702 w 2119654"/>
              <a:gd name="connsiteY31819" fmla="*/ 1089157 h 2398711"/>
              <a:gd name="connsiteX31820" fmla="*/ 1765604 w 2119654"/>
              <a:gd name="connsiteY31820" fmla="*/ 1090455 h 2398711"/>
              <a:gd name="connsiteX31821" fmla="*/ 1767286 w 2119654"/>
              <a:gd name="connsiteY31821" fmla="*/ 1086906 h 2398711"/>
              <a:gd name="connsiteX31822" fmla="*/ 1767467 w 2119654"/>
              <a:gd name="connsiteY31822" fmla="*/ 1085295 h 2398711"/>
              <a:gd name="connsiteX31823" fmla="*/ 1766453 w 2119654"/>
              <a:gd name="connsiteY31823" fmla="*/ 1087549 h 2398711"/>
              <a:gd name="connsiteX31824" fmla="*/ 1255980 w 2119654"/>
              <a:gd name="connsiteY31824" fmla="*/ 2230495 h 2398711"/>
              <a:gd name="connsiteX31825" fmla="*/ 1254888 w 2119654"/>
              <a:gd name="connsiteY31825" fmla="*/ 2233295 h 2398711"/>
              <a:gd name="connsiteX31826" fmla="*/ 1255120 w 2119654"/>
              <a:gd name="connsiteY31826" fmla="*/ 2233443 h 2398711"/>
              <a:gd name="connsiteX31827" fmla="*/ 1256780 w 2119654"/>
              <a:gd name="connsiteY31827" fmla="*/ 2231057 h 2398711"/>
              <a:gd name="connsiteX31828" fmla="*/ 1256358 w 2119654"/>
              <a:gd name="connsiteY31828" fmla="*/ 2229524 h 2398711"/>
              <a:gd name="connsiteX31829" fmla="*/ 1256105 w 2119654"/>
              <a:gd name="connsiteY31829" fmla="*/ 2230174 h 2398711"/>
              <a:gd name="connsiteX31830" fmla="*/ 1256972 w 2119654"/>
              <a:gd name="connsiteY31830" fmla="*/ 2230783 h 2398711"/>
              <a:gd name="connsiteX31831" fmla="*/ 1263119 w 2119654"/>
              <a:gd name="connsiteY31831" fmla="*/ 2221945 h 2398711"/>
              <a:gd name="connsiteX31832" fmla="*/ 1763052 w 2119654"/>
              <a:gd name="connsiteY31832" fmla="*/ 1094835 h 2398711"/>
              <a:gd name="connsiteX31833" fmla="*/ 1763050 w 2119654"/>
              <a:gd name="connsiteY31833" fmla="*/ 1094908 h 2398711"/>
              <a:gd name="connsiteX31834" fmla="*/ 1763154 w 2119654"/>
              <a:gd name="connsiteY31834" fmla="*/ 1094617 h 2398711"/>
              <a:gd name="connsiteX31835" fmla="*/ 1847838 w 2119654"/>
              <a:gd name="connsiteY31835" fmla="*/ 904835 h 2398711"/>
              <a:gd name="connsiteX31836" fmla="*/ 1838557 w 2119654"/>
              <a:gd name="connsiteY31836" fmla="*/ 927523 h 2398711"/>
              <a:gd name="connsiteX31837" fmla="*/ 1836723 w 2119654"/>
              <a:gd name="connsiteY31837" fmla="*/ 949048 h 2398711"/>
              <a:gd name="connsiteX31838" fmla="*/ 1844309 w 2119654"/>
              <a:gd name="connsiteY31838" fmla="*/ 935309 h 2398711"/>
              <a:gd name="connsiteX31839" fmla="*/ 1792042 w 2119654"/>
              <a:gd name="connsiteY31839" fmla="*/ 1029734 h 2398711"/>
              <a:gd name="connsiteX31840" fmla="*/ 1791806 w 2119654"/>
              <a:gd name="connsiteY31840" fmla="*/ 1031524 h 2398711"/>
              <a:gd name="connsiteX31841" fmla="*/ 1792150 w 2119654"/>
              <a:gd name="connsiteY31841" fmla="*/ 1029760 h 2398711"/>
              <a:gd name="connsiteX31842" fmla="*/ 1793399 w 2119654"/>
              <a:gd name="connsiteY31842" fmla="*/ 1026560 h 2398711"/>
              <a:gd name="connsiteX31843" fmla="*/ 1792851 w 2119654"/>
              <a:gd name="connsiteY31843" fmla="*/ 1029369 h 2398711"/>
              <a:gd name="connsiteX31844" fmla="*/ 1793903 w 2119654"/>
              <a:gd name="connsiteY31844" fmla="*/ 1029615 h 2398711"/>
              <a:gd name="connsiteX31845" fmla="*/ 1794300 w 2119654"/>
              <a:gd name="connsiteY31845" fmla="*/ 1029713 h 2398711"/>
              <a:gd name="connsiteX31846" fmla="*/ 1794702 w 2119654"/>
              <a:gd name="connsiteY31846" fmla="*/ 1028767 h 2398711"/>
              <a:gd name="connsiteX31847" fmla="*/ 1795403 w 2119654"/>
              <a:gd name="connsiteY31847" fmla="*/ 1023044 h 2398711"/>
              <a:gd name="connsiteX31848" fmla="*/ 1259066 w 2119654"/>
              <a:gd name="connsiteY31848" fmla="*/ 2222580 h 2398711"/>
              <a:gd name="connsiteX31849" fmla="*/ 1256543 w 2119654"/>
              <a:gd name="connsiteY31849" fmla="*/ 2229049 h 2398711"/>
              <a:gd name="connsiteX31850" fmla="*/ 1263965 w 2119654"/>
              <a:gd name="connsiteY31850" fmla="*/ 2220730 h 2398711"/>
              <a:gd name="connsiteX31851" fmla="*/ 1265733 w 2119654"/>
              <a:gd name="connsiteY31851" fmla="*/ 2218188 h 2398711"/>
              <a:gd name="connsiteX31852" fmla="*/ 1265340 w 2119654"/>
              <a:gd name="connsiteY31852" fmla="*/ 2217644 h 2398711"/>
              <a:gd name="connsiteX31853" fmla="*/ 1259984 w 2119654"/>
              <a:gd name="connsiteY31853" fmla="*/ 2222031 h 2398711"/>
              <a:gd name="connsiteX31854" fmla="*/ 1792180 w 2119654"/>
              <a:gd name="connsiteY31854" fmla="*/ 1028700 h 2398711"/>
              <a:gd name="connsiteX31855" fmla="*/ 1792114 w 2119654"/>
              <a:gd name="connsiteY31855" fmla="*/ 1029196 h 2398711"/>
              <a:gd name="connsiteX31856" fmla="*/ 1792254 w 2119654"/>
              <a:gd name="connsiteY31856" fmla="*/ 1029229 h 2398711"/>
              <a:gd name="connsiteX31857" fmla="*/ 1792450 w 2119654"/>
              <a:gd name="connsiteY31857" fmla="*/ 1028226 h 2398711"/>
              <a:gd name="connsiteX31858" fmla="*/ 1773236 w 2119654"/>
              <a:gd name="connsiteY31858" fmla="*/ 1070999 h 2398711"/>
              <a:gd name="connsiteX31859" fmla="*/ 1772552 w 2119654"/>
              <a:gd name="connsiteY31859" fmla="*/ 1073720 h 2398711"/>
              <a:gd name="connsiteX31860" fmla="*/ 1774104 w 2119654"/>
              <a:gd name="connsiteY31860" fmla="*/ 1070271 h 2398711"/>
              <a:gd name="connsiteX31861" fmla="*/ 1797066 w 2119654"/>
              <a:gd name="connsiteY31861" fmla="*/ 1017412 h 2398711"/>
              <a:gd name="connsiteX31862" fmla="*/ 1796700 w 2119654"/>
              <a:gd name="connsiteY31862" fmla="*/ 1018314 h 2398711"/>
              <a:gd name="connsiteX31863" fmla="*/ 1796644 w 2119654"/>
              <a:gd name="connsiteY31863" fmla="*/ 1018772 h 2398711"/>
              <a:gd name="connsiteX31864" fmla="*/ 1796645 w 2119654"/>
              <a:gd name="connsiteY31864" fmla="*/ 1019506 h 2398711"/>
              <a:gd name="connsiteX31865" fmla="*/ 1796774 w 2119654"/>
              <a:gd name="connsiteY31865" fmla="*/ 1019280 h 2398711"/>
              <a:gd name="connsiteX31866" fmla="*/ 1763597 w 2119654"/>
              <a:gd name="connsiteY31866" fmla="*/ 1092349 h 2398711"/>
              <a:gd name="connsiteX31867" fmla="*/ 1763103 w 2119654"/>
              <a:gd name="connsiteY31867" fmla="*/ 1093495 h 2398711"/>
              <a:gd name="connsiteX31868" fmla="*/ 1763077 w 2119654"/>
              <a:gd name="connsiteY31868" fmla="*/ 1094172 h 2398711"/>
              <a:gd name="connsiteX31869" fmla="*/ 1763555 w 2119654"/>
              <a:gd name="connsiteY31869" fmla="*/ 1093147 h 2398711"/>
              <a:gd name="connsiteX31870" fmla="*/ 1793847 w 2119654"/>
              <a:gd name="connsiteY31870" fmla="*/ 1024416 h 2398711"/>
              <a:gd name="connsiteX31871" fmla="*/ 1795613 w 2119654"/>
              <a:gd name="connsiteY31871" fmla="*/ 1021315 h 2398711"/>
              <a:gd name="connsiteX31872" fmla="*/ 1795671 w 2119654"/>
              <a:gd name="connsiteY31872" fmla="*/ 1020849 h 2398711"/>
              <a:gd name="connsiteX31873" fmla="*/ 1795253 w 2119654"/>
              <a:gd name="connsiteY31873" fmla="*/ 1021876 h 2398711"/>
              <a:gd name="connsiteX31874" fmla="*/ 1767758 w 2119654"/>
              <a:gd name="connsiteY31874" fmla="*/ 1082702 h 2398711"/>
              <a:gd name="connsiteX31875" fmla="*/ 1765772 w 2119654"/>
              <a:gd name="connsiteY31875" fmla="*/ 1088237 h 2398711"/>
              <a:gd name="connsiteX31876" fmla="*/ 1765757 w 2119654"/>
              <a:gd name="connsiteY31876" fmla="*/ 1088427 h 2398711"/>
              <a:gd name="connsiteX31877" fmla="*/ 1767545 w 2119654"/>
              <a:gd name="connsiteY31877" fmla="*/ 1084596 h 2398711"/>
              <a:gd name="connsiteX31878" fmla="*/ 1279264 w 2119654"/>
              <a:gd name="connsiteY31878" fmla="*/ 2176400 h 2398711"/>
              <a:gd name="connsiteX31879" fmla="*/ 1280344 w 2119654"/>
              <a:gd name="connsiteY31879" fmla="*/ 2175772 h 2398711"/>
              <a:gd name="connsiteX31880" fmla="*/ 1280198 w 2119654"/>
              <a:gd name="connsiteY31880" fmla="*/ 2175679 h 2398711"/>
              <a:gd name="connsiteX31881" fmla="*/ 1266235 w 2119654"/>
              <a:gd name="connsiteY31881" fmla="*/ 2205425 h 2398711"/>
              <a:gd name="connsiteX31882" fmla="*/ 1266451 w 2119654"/>
              <a:gd name="connsiteY31882" fmla="*/ 2205523 h 2398711"/>
              <a:gd name="connsiteX31883" fmla="*/ 1269605 w 2119654"/>
              <a:gd name="connsiteY31883" fmla="*/ 2202940 h 2398711"/>
              <a:gd name="connsiteX31884" fmla="*/ 1269119 w 2119654"/>
              <a:gd name="connsiteY31884" fmla="*/ 2202538 h 2398711"/>
              <a:gd name="connsiteX31885" fmla="*/ 1231660 w 2119654"/>
              <a:gd name="connsiteY31885" fmla="*/ 2282532 h 2398711"/>
              <a:gd name="connsiteX31886" fmla="*/ 1232163 w 2119654"/>
              <a:gd name="connsiteY31886" fmla="*/ 2282927 h 2398711"/>
              <a:gd name="connsiteX31887" fmla="*/ 1235969 w 2119654"/>
              <a:gd name="connsiteY31887" fmla="*/ 2279846 h 2398711"/>
              <a:gd name="connsiteX31888" fmla="*/ 1236793 w 2119654"/>
              <a:gd name="connsiteY31888" fmla="*/ 2277816 h 2398711"/>
              <a:gd name="connsiteX31889" fmla="*/ 1772224 w 2119654"/>
              <a:gd name="connsiteY31889" fmla="*/ 1071848 h 2398711"/>
              <a:gd name="connsiteX31890" fmla="*/ 1772321 w 2119654"/>
              <a:gd name="connsiteY31890" fmla="*/ 1072113 h 2398711"/>
              <a:gd name="connsiteX31891" fmla="*/ 1769661 w 2119654"/>
              <a:gd name="connsiteY31891" fmla="*/ 1078282 h 2398711"/>
              <a:gd name="connsiteX31892" fmla="*/ 1769586 w 2119654"/>
              <a:gd name="connsiteY31892" fmla="*/ 1080221 h 2398711"/>
              <a:gd name="connsiteX31893" fmla="*/ 1770678 w 2119654"/>
              <a:gd name="connsiteY31893" fmla="*/ 1077882 h 2398711"/>
              <a:gd name="connsiteX31894" fmla="*/ 1771656 w 2119654"/>
              <a:gd name="connsiteY31894" fmla="*/ 1075711 h 2398711"/>
              <a:gd name="connsiteX31895" fmla="*/ 1772736 w 2119654"/>
              <a:gd name="connsiteY31895" fmla="*/ 1071419 h 2398711"/>
              <a:gd name="connsiteX31896" fmla="*/ 1253684 w 2119654"/>
              <a:gd name="connsiteY31896" fmla="*/ 2232522 h 2398711"/>
              <a:gd name="connsiteX31897" fmla="*/ 1254306 w 2119654"/>
              <a:gd name="connsiteY31897" fmla="*/ 2232920 h 2398711"/>
              <a:gd name="connsiteX31898" fmla="*/ 1255063 w 2119654"/>
              <a:gd name="connsiteY31898" fmla="*/ 2230977 h 2398711"/>
              <a:gd name="connsiteX31899" fmla="*/ 1805019 w 2119654"/>
              <a:gd name="connsiteY31899" fmla="*/ 997827 h 2398711"/>
              <a:gd name="connsiteX31900" fmla="*/ 1798864 w 2119654"/>
              <a:gd name="connsiteY31900" fmla="*/ 1012985 h 2398711"/>
              <a:gd name="connsiteX31901" fmla="*/ 1798482 w 2119654"/>
              <a:gd name="connsiteY31901" fmla="*/ 1016282 h 2398711"/>
              <a:gd name="connsiteX31902" fmla="*/ 1803016 w 2119654"/>
              <a:gd name="connsiteY31902" fmla="*/ 1008326 h 2398711"/>
              <a:gd name="connsiteX31903" fmla="*/ 1803853 w 2119654"/>
              <a:gd name="connsiteY31903" fmla="*/ 1003657 h 2398711"/>
              <a:gd name="connsiteX31904" fmla="*/ 1804042 w 2119654"/>
              <a:gd name="connsiteY31904" fmla="*/ 1004012 h 2398711"/>
              <a:gd name="connsiteX31905" fmla="*/ 1803384 w 2119654"/>
              <a:gd name="connsiteY31905" fmla="*/ 1007680 h 2398711"/>
              <a:gd name="connsiteX31906" fmla="*/ 1804511 w 2119654"/>
              <a:gd name="connsiteY31906" fmla="*/ 1005701 h 2398711"/>
              <a:gd name="connsiteX31907" fmla="*/ 1804717 w 2119654"/>
              <a:gd name="connsiteY31907" fmla="*/ 1005216 h 2398711"/>
              <a:gd name="connsiteX31908" fmla="*/ 1267157 w 2119654"/>
              <a:gd name="connsiteY31908" fmla="*/ 2201825 h 2398711"/>
              <a:gd name="connsiteX31909" fmla="*/ 1265838 w 2119654"/>
              <a:gd name="connsiteY31909" fmla="*/ 2205207 h 2398711"/>
              <a:gd name="connsiteX31910" fmla="*/ 1268756 w 2119654"/>
              <a:gd name="connsiteY31910" fmla="*/ 2202237 h 2398711"/>
              <a:gd name="connsiteX31911" fmla="*/ 1267909 w 2119654"/>
              <a:gd name="connsiteY31911" fmla="*/ 2201535 h 2398711"/>
              <a:gd name="connsiteX31912" fmla="*/ 1771335 w 2119654"/>
              <a:gd name="connsiteY31912" fmla="*/ 1072593 h 2398711"/>
              <a:gd name="connsiteX31913" fmla="*/ 1770184 w 2119654"/>
              <a:gd name="connsiteY31913" fmla="*/ 1075942 h 2398711"/>
              <a:gd name="connsiteX31914" fmla="*/ 1769700 w 2119654"/>
              <a:gd name="connsiteY31914" fmla="*/ 1077289 h 2398711"/>
              <a:gd name="connsiteX31915" fmla="*/ 1769691 w 2119654"/>
              <a:gd name="connsiteY31915" fmla="*/ 1077532 h 2398711"/>
              <a:gd name="connsiteX31916" fmla="*/ 1772094 w 2119654"/>
              <a:gd name="connsiteY31916" fmla="*/ 1071956 h 2398711"/>
              <a:gd name="connsiteX31917" fmla="*/ 1228908 w 2119654"/>
              <a:gd name="connsiteY31917" fmla="*/ 2286820 h 2398711"/>
              <a:gd name="connsiteX31918" fmla="*/ 1230257 w 2119654"/>
              <a:gd name="connsiteY31918" fmla="*/ 2288745 h 2398711"/>
              <a:gd name="connsiteX31919" fmla="*/ 1231602 w 2119654"/>
              <a:gd name="connsiteY31919" fmla="*/ 2290607 h 2398711"/>
              <a:gd name="connsiteX31920" fmla="*/ 1234077 w 2119654"/>
              <a:gd name="connsiteY31920" fmla="*/ 2284508 h 2398711"/>
              <a:gd name="connsiteX31921" fmla="*/ 1232864 w 2119654"/>
              <a:gd name="connsiteY31921" fmla="*/ 2283618 h 2398711"/>
              <a:gd name="connsiteX31922" fmla="*/ 1813176 w 2119654"/>
              <a:gd name="connsiteY31922" fmla="*/ 977738 h 2398711"/>
              <a:gd name="connsiteX31923" fmla="*/ 1806813 w 2119654"/>
              <a:gd name="connsiteY31923" fmla="*/ 993407 h 2398711"/>
              <a:gd name="connsiteX31924" fmla="*/ 1806502 w 2119654"/>
              <a:gd name="connsiteY31924" fmla="*/ 1001018 h 2398711"/>
              <a:gd name="connsiteX31925" fmla="*/ 1807455 w 2119654"/>
              <a:gd name="connsiteY31925" fmla="*/ 998779 h 2398711"/>
              <a:gd name="connsiteX31926" fmla="*/ 1808028 w 2119654"/>
              <a:gd name="connsiteY31926" fmla="*/ 997200 h 2398711"/>
              <a:gd name="connsiteX31927" fmla="*/ 1811977 w 2119654"/>
              <a:gd name="connsiteY31927" fmla="*/ 985847 h 2398711"/>
              <a:gd name="connsiteX31928" fmla="*/ 1812035 w 2119654"/>
              <a:gd name="connsiteY31928" fmla="*/ 986012 h 2398711"/>
              <a:gd name="connsiteX31929" fmla="*/ 1808215 w 2119654"/>
              <a:gd name="connsiteY31929" fmla="*/ 996993 h 2398711"/>
              <a:gd name="connsiteX31930" fmla="*/ 1813433 w 2119654"/>
              <a:gd name="connsiteY31930" fmla="*/ 984722 h 2398711"/>
              <a:gd name="connsiteX31931" fmla="*/ 1783835 w 2119654"/>
              <a:gd name="connsiteY31931" fmla="*/ 1043343 h 2398711"/>
              <a:gd name="connsiteX31932" fmla="*/ 1789757 w 2119654"/>
              <a:gd name="connsiteY31932" fmla="*/ 1039096 h 2398711"/>
              <a:gd name="connsiteX31933" fmla="*/ 1790815 w 2119654"/>
              <a:gd name="connsiteY31933" fmla="*/ 1031095 h 2398711"/>
              <a:gd name="connsiteX31934" fmla="*/ 1273823 w 2119654"/>
              <a:gd name="connsiteY31934" fmla="*/ 2184725 h 2398711"/>
              <a:gd name="connsiteX31935" fmla="*/ 1273743 w 2119654"/>
              <a:gd name="connsiteY31935" fmla="*/ 2184931 h 2398711"/>
              <a:gd name="connsiteX31936" fmla="*/ 1274738 w 2119654"/>
              <a:gd name="connsiteY31936" fmla="*/ 2185320 h 2398711"/>
              <a:gd name="connsiteX31937" fmla="*/ 1782234 w 2119654"/>
              <a:gd name="connsiteY31937" fmla="*/ 1046152 h 2398711"/>
              <a:gd name="connsiteX31938" fmla="*/ 1782840 w 2119654"/>
              <a:gd name="connsiteY31938" fmla="*/ 1052376 h 2398711"/>
              <a:gd name="connsiteX31939" fmla="*/ 1784478 w 2119654"/>
              <a:gd name="connsiteY31939" fmla="*/ 1050630 h 2398711"/>
              <a:gd name="connsiteX31940" fmla="*/ 1789684 w 2119654"/>
              <a:gd name="connsiteY31940" fmla="*/ 1039645 h 2398711"/>
              <a:gd name="connsiteX31941" fmla="*/ 1789716 w 2119654"/>
              <a:gd name="connsiteY31941" fmla="*/ 1039402 h 2398711"/>
              <a:gd name="connsiteX31942" fmla="*/ 1783568 w 2119654"/>
              <a:gd name="connsiteY31942" fmla="*/ 1043812 h 2398711"/>
              <a:gd name="connsiteX31943" fmla="*/ 1769835 w 2119654"/>
              <a:gd name="connsiteY31943" fmla="*/ 1073850 h 2398711"/>
              <a:gd name="connsiteX31944" fmla="*/ 1769741 w 2119654"/>
              <a:gd name="connsiteY31944" fmla="*/ 1076263 h 2398711"/>
              <a:gd name="connsiteX31945" fmla="*/ 1770938 w 2119654"/>
              <a:gd name="connsiteY31945" fmla="*/ 1072925 h 2398711"/>
              <a:gd name="connsiteX31946" fmla="*/ 1817425 w 2119654"/>
              <a:gd name="connsiteY31946" fmla="*/ 967274 h 2398711"/>
              <a:gd name="connsiteX31947" fmla="*/ 1814795 w 2119654"/>
              <a:gd name="connsiteY31947" fmla="*/ 973752 h 2398711"/>
              <a:gd name="connsiteX31948" fmla="*/ 1815058 w 2119654"/>
              <a:gd name="connsiteY31948" fmla="*/ 980900 h 2398711"/>
              <a:gd name="connsiteX31949" fmla="*/ 1825022 w 2119654"/>
              <a:gd name="connsiteY31949" fmla="*/ 957470 h 2398711"/>
              <a:gd name="connsiteX31950" fmla="*/ 1752084 w 2119654"/>
              <a:gd name="connsiteY31950" fmla="*/ 1113572 h 2398711"/>
              <a:gd name="connsiteX31951" fmla="*/ 1750289 w 2119654"/>
              <a:gd name="connsiteY31951" fmla="*/ 1121213 h 2398711"/>
              <a:gd name="connsiteX31952" fmla="*/ 1751777 w 2119654"/>
              <a:gd name="connsiteY31952" fmla="*/ 1118329 h 2398711"/>
              <a:gd name="connsiteX31953" fmla="*/ 1752155 w 2119654"/>
              <a:gd name="connsiteY31953" fmla="*/ 1117485 h 2398711"/>
              <a:gd name="connsiteX31954" fmla="*/ 1752620 w 2119654"/>
              <a:gd name="connsiteY31954" fmla="*/ 1113692 h 2398711"/>
              <a:gd name="connsiteX31955" fmla="*/ 1752472 w 2119654"/>
              <a:gd name="connsiteY31955" fmla="*/ 1112587 h 2398711"/>
              <a:gd name="connsiteX31956" fmla="*/ 1752532 w 2119654"/>
              <a:gd name="connsiteY31956" fmla="*/ 1112600 h 2398711"/>
              <a:gd name="connsiteX31957" fmla="*/ 1752789 w 2119654"/>
              <a:gd name="connsiteY31957" fmla="*/ 1112321 h 2398711"/>
              <a:gd name="connsiteX31958" fmla="*/ 1752790 w 2119654"/>
              <a:gd name="connsiteY31958" fmla="*/ 1112308 h 2398711"/>
              <a:gd name="connsiteX31959" fmla="*/ 1275160 w 2119654"/>
              <a:gd name="connsiteY31959" fmla="*/ 2181295 h 2398711"/>
              <a:gd name="connsiteX31960" fmla="*/ 1274919 w 2119654"/>
              <a:gd name="connsiteY31960" fmla="*/ 2181913 h 2398711"/>
              <a:gd name="connsiteX31961" fmla="*/ 1275377 w 2119654"/>
              <a:gd name="connsiteY31961" fmla="*/ 2182208 h 2398711"/>
              <a:gd name="connsiteX31962" fmla="*/ 1277313 w 2119654"/>
              <a:gd name="connsiteY31962" fmla="*/ 2182534 h 2398711"/>
              <a:gd name="connsiteX31963" fmla="*/ 1279257 w 2119654"/>
              <a:gd name="connsiteY31963" fmla="*/ 2179531 h 2398711"/>
              <a:gd name="connsiteX31964" fmla="*/ 1275953 w 2119654"/>
              <a:gd name="connsiteY31964" fmla="*/ 2180953 h 2398711"/>
              <a:gd name="connsiteX31965" fmla="*/ 1276454 w 2119654"/>
              <a:gd name="connsiteY31965" fmla="*/ 2181610 h 2398711"/>
              <a:gd name="connsiteX31966" fmla="*/ 1276276 w 2119654"/>
              <a:gd name="connsiteY31966" fmla="*/ 2181582 h 2398711"/>
              <a:gd name="connsiteX31967" fmla="*/ 1275836 w 2119654"/>
              <a:gd name="connsiteY31967" fmla="*/ 2181004 h 2398711"/>
              <a:gd name="connsiteX31968" fmla="*/ 1763893 w 2119654"/>
              <a:gd name="connsiteY31968" fmla="*/ 1086699 h 2398711"/>
              <a:gd name="connsiteX31969" fmla="*/ 1763296 w 2119654"/>
              <a:gd name="connsiteY31969" fmla="*/ 1088352 h 2398711"/>
              <a:gd name="connsiteX31970" fmla="*/ 1763131 w 2119654"/>
              <a:gd name="connsiteY31970" fmla="*/ 1092747 h 2398711"/>
              <a:gd name="connsiteX31971" fmla="*/ 1763638 w 2119654"/>
              <a:gd name="connsiteY31971" fmla="*/ 1091571 h 2398711"/>
              <a:gd name="connsiteX31972" fmla="*/ 1228158 w 2119654"/>
              <a:gd name="connsiteY31972" fmla="*/ 2285751 h 2398711"/>
              <a:gd name="connsiteX31973" fmla="*/ 1228345 w 2119654"/>
              <a:gd name="connsiteY31973" fmla="*/ 2286017 h 2398711"/>
              <a:gd name="connsiteX31974" fmla="*/ 1232048 w 2119654"/>
              <a:gd name="connsiteY31974" fmla="*/ 2283020 h 2398711"/>
              <a:gd name="connsiteX31975" fmla="*/ 1231538 w 2119654"/>
              <a:gd name="connsiteY31975" fmla="*/ 2282645 h 2398711"/>
              <a:gd name="connsiteX31976" fmla="*/ 1242126 w 2119654"/>
              <a:gd name="connsiteY31976" fmla="*/ 2254387 h 2398711"/>
              <a:gd name="connsiteX31977" fmla="*/ 1244999 w 2119654"/>
              <a:gd name="connsiteY31977" fmla="*/ 2256793 h 2398711"/>
              <a:gd name="connsiteX31978" fmla="*/ 1249478 w 2119654"/>
              <a:gd name="connsiteY31978" fmla="*/ 2245305 h 2398711"/>
              <a:gd name="connsiteX31979" fmla="*/ 1264360 w 2119654"/>
              <a:gd name="connsiteY31979" fmla="*/ 2204565 h 2398711"/>
              <a:gd name="connsiteX31980" fmla="*/ 1265207 w 2119654"/>
              <a:gd name="connsiteY31980" fmla="*/ 2204953 h 2398711"/>
              <a:gd name="connsiteX31981" fmla="*/ 1266298 w 2119654"/>
              <a:gd name="connsiteY31981" fmla="*/ 2202155 h 2398711"/>
              <a:gd name="connsiteX31982" fmla="*/ 1265795 w 2119654"/>
              <a:gd name="connsiteY31982" fmla="*/ 2202348 h 2398711"/>
              <a:gd name="connsiteX31983" fmla="*/ 1766045 w 2119654"/>
              <a:gd name="connsiteY31983" fmla="*/ 1080739 h 2398711"/>
              <a:gd name="connsiteX31984" fmla="*/ 1765764 w 2119654"/>
              <a:gd name="connsiteY31984" fmla="*/ 1081515 h 2398711"/>
              <a:gd name="connsiteX31985" fmla="*/ 1765588 w 2119654"/>
              <a:gd name="connsiteY31985" fmla="*/ 1086490 h 2398711"/>
              <a:gd name="connsiteX31986" fmla="*/ 1765716 w 2119654"/>
              <a:gd name="connsiteY31986" fmla="*/ 1085065 h 2398711"/>
              <a:gd name="connsiteX31987" fmla="*/ 1262907 w 2119654"/>
              <a:gd name="connsiteY31987" fmla="*/ 2206810 h 2398711"/>
              <a:gd name="connsiteX31988" fmla="*/ 1264151 w 2119654"/>
              <a:gd name="connsiteY31988" fmla="*/ 2206924 h 2398711"/>
              <a:gd name="connsiteX31989" fmla="*/ 1264628 w 2119654"/>
              <a:gd name="connsiteY31989" fmla="*/ 2206439 h 2398711"/>
              <a:gd name="connsiteX31990" fmla="*/ 1264675 w 2119654"/>
              <a:gd name="connsiteY31990" fmla="*/ 2206317 h 2398711"/>
              <a:gd name="connsiteX31991" fmla="*/ 1263523 w 2119654"/>
              <a:gd name="connsiteY31991" fmla="*/ 2205859 h 2398711"/>
              <a:gd name="connsiteX31992" fmla="*/ 1767757 w 2119654"/>
              <a:gd name="connsiteY31992" fmla="*/ 1075994 h 2398711"/>
              <a:gd name="connsiteX31993" fmla="*/ 1766420 w 2119654"/>
              <a:gd name="connsiteY31993" fmla="*/ 1079699 h 2398711"/>
              <a:gd name="connsiteX31994" fmla="*/ 1765920 w 2119654"/>
              <a:gd name="connsiteY31994" fmla="*/ 1086276 h 2398711"/>
              <a:gd name="connsiteX31995" fmla="*/ 1767272 w 2119654"/>
              <a:gd name="connsiteY31995" fmla="*/ 1083142 h 2398711"/>
              <a:gd name="connsiteX31996" fmla="*/ 1767909 w 2119654"/>
              <a:gd name="connsiteY31996" fmla="*/ 1081368 h 2398711"/>
              <a:gd name="connsiteX31997" fmla="*/ 1768641 w 2119654"/>
              <a:gd name="connsiteY31997" fmla="*/ 1074855 h 2398711"/>
              <a:gd name="connsiteX31998" fmla="*/ 1261591 w 2119654"/>
              <a:gd name="connsiteY31998" fmla="*/ 2208843 h 2398711"/>
              <a:gd name="connsiteX31999" fmla="*/ 1262169 w 2119654"/>
              <a:gd name="connsiteY31999" fmla="*/ 2208941 h 2398711"/>
              <a:gd name="connsiteX32000" fmla="*/ 1262629 w 2119654"/>
              <a:gd name="connsiteY32000" fmla="*/ 2208474 h 2398711"/>
              <a:gd name="connsiteX32001" fmla="*/ 1261839 w 2119654"/>
              <a:gd name="connsiteY32001" fmla="*/ 2208460 h 2398711"/>
              <a:gd name="connsiteX32002" fmla="*/ 1766586 w 2119654"/>
              <a:gd name="connsiteY32002" fmla="*/ 1077502 h 2398711"/>
              <a:gd name="connsiteX32003" fmla="*/ 1766549 w 2119654"/>
              <a:gd name="connsiteY32003" fmla="*/ 1077989 h 2398711"/>
              <a:gd name="connsiteX32004" fmla="*/ 1766845 w 2119654"/>
              <a:gd name="connsiteY32004" fmla="*/ 1077169 h 2398711"/>
              <a:gd name="connsiteX32005" fmla="*/ 1260678 w 2119654"/>
              <a:gd name="connsiteY32005" fmla="*/ 2210252 h 2398711"/>
              <a:gd name="connsiteX32006" fmla="*/ 1261721 w 2119654"/>
              <a:gd name="connsiteY32006" fmla="*/ 2209398 h 2398711"/>
              <a:gd name="connsiteX32007" fmla="*/ 1261745 w 2119654"/>
              <a:gd name="connsiteY32007" fmla="*/ 2209373 h 2398711"/>
              <a:gd name="connsiteX32008" fmla="*/ 1261297 w 2119654"/>
              <a:gd name="connsiteY32008" fmla="*/ 2209297 h 2398711"/>
              <a:gd name="connsiteX32009" fmla="*/ 1773636 w 2119654"/>
              <a:gd name="connsiteY32009" fmla="*/ 1061242 h 2398711"/>
              <a:gd name="connsiteX32010" fmla="*/ 1775500 w 2119654"/>
              <a:gd name="connsiteY32010" fmla="*/ 1059680 h 2398711"/>
              <a:gd name="connsiteX32011" fmla="*/ 1775440 w 2119654"/>
              <a:gd name="connsiteY32011" fmla="*/ 1058076 h 2398711"/>
              <a:gd name="connsiteX32012" fmla="*/ 1238978 w 2119654"/>
              <a:gd name="connsiteY32012" fmla="*/ 2258277 h 2398711"/>
              <a:gd name="connsiteX32013" fmla="*/ 1243840 w 2119654"/>
              <a:gd name="connsiteY32013" fmla="*/ 2259765 h 2398711"/>
              <a:gd name="connsiteX32014" fmla="*/ 1244807 w 2119654"/>
              <a:gd name="connsiteY32014" fmla="*/ 2257286 h 2398711"/>
              <a:gd name="connsiteX32015" fmla="*/ 1241810 w 2119654"/>
              <a:gd name="connsiteY32015" fmla="*/ 2254777 h 2398711"/>
              <a:gd name="connsiteX32016" fmla="*/ 1765873 w 2119654"/>
              <a:gd name="connsiteY32016" fmla="*/ 1078421 h 2398711"/>
              <a:gd name="connsiteX32017" fmla="*/ 1765817 w 2119654"/>
              <a:gd name="connsiteY32017" fmla="*/ 1080018 h 2398711"/>
              <a:gd name="connsiteX32018" fmla="*/ 1766174 w 2119654"/>
              <a:gd name="connsiteY32018" fmla="*/ 1079029 h 2398711"/>
              <a:gd name="connsiteX32019" fmla="*/ 1766257 w 2119654"/>
              <a:gd name="connsiteY32019" fmla="*/ 1077927 h 2398711"/>
              <a:gd name="connsiteX32020" fmla="*/ 1748342 w 2119654"/>
              <a:gd name="connsiteY32020" fmla="*/ 1117479 h 2398711"/>
              <a:gd name="connsiteX32021" fmla="*/ 1748512 w 2119654"/>
              <a:gd name="connsiteY32021" fmla="*/ 1123005 h 2398711"/>
              <a:gd name="connsiteX32022" fmla="*/ 1748817 w 2119654"/>
              <a:gd name="connsiteY32022" fmla="*/ 1122729 h 2398711"/>
              <a:gd name="connsiteX32023" fmla="*/ 1750637 w 2119654"/>
              <a:gd name="connsiteY32023" fmla="*/ 1114987 h 2398711"/>
              <a:gd name="connsiteX32024" fmla="*/ 1765919 w 2119654"/>
              <a:gd name="connsiteY32024" fmla="*/ 1077131 h 2398711"/>
              <a:gd name="connsiteX32025" fmla="*/ 1765910 w 2119654"/>
              <a:gd name="connsiteY32025" fmla="*/ 1077363 h 2398711"/>
              <a:gd name="connsiteX32026" fmla="*/ 1766342 w 2119654"/>
              <a:gd name="connsiteY32026" fmla="*/ 1076807 h 2398711"/>
              <a:gd name="connsiteX32027" fmla="*/ 1766345 w 2119654"/>
              <a:gd name="connsiteY32027" fmla="*/ 1076773 h 2398711"/>
              <a:gd name="connsiteX32028" fmla="*/ 1271529 w 2119654"/>
              <a:gd name="connsiteY32028" fmla="*/ 2184067 h 2398711"/>
              <a:gd name="connsiteX32029" fmla="*/ 1273109 w 2119654"/>
              <a:gd name="connsiteY32029" fmla="*/ 2184684 h 2398711"/>
              <a:gd name="connsiteX32030" fmla="*/ 1273241 w 2119654"/>
              <a:gd name="connsiteY32030" fmla="*/ 2184347 h 2398711"/>
              <a:gd name="connsiteX32031" fmla="*/ 1272004 w 2119654"/>
              <a:gd name="connsiteY32031" fmla="*/ 2183544 h 2398711"/>
              <a:gd name="connsiteX32032" fmla="*/ 1748303 w 2119654"/>
              <a:gd name="connsiteY32032" fmla="*/ 1116240 h 2398711"/>
              <a:gd name="connsiteX32033" fmla="*/ 1748332 w 2119654"/>
              <a:gd name="connsiteY32033" fmla="*/ 1117163 h 2398711"/>
              <a:gd name="connsiteX32034" fmla="*/ 1750740 w 2119654"/>
              <a:gd name="connsiteY32034" fmla="*/ 1114545 h 2398711"/>
              <a:gd name="connsiteX32035" fmla="*/ 1750871 w 2119654"/>
              <a:gd name="connsiteY32035" fmla="*/ 1113989 h 2398711"/>
              <a:gd name="connsiteX32036" fmla="*/ 1224359 w 2119654"/>
              <a:gd name="connsiteY32036" fmla="*/ 2289243 h 2398711"/>
              <a:gd name="connsiteX32037" fmla="*/ 1228177 w 2119654"/>
              <a:gd name="connsiteY32037" fmla="*/ 2286153 h 2398711"/>
              <a:gd name="connsiteX32038" fmla="*/ 1227994 w 2119654"/>
              <a:gd name="connsiteY32038" fmla="*/ 2285901 h 2398711"/>
              <a:gd name="connsiteX32039" fmla="*/ 1262387 w 2119654"/>
              <a:gd name="connsiteY32039" fmla="*/ 2203660 h 2398711"/>
              <a:gd name="connsiteX32040" fmla="*/ 1263350 w 2119654"/>
              <a:gd name="connsiteY32040" fmla="*/ 2204101 h 2398711"/>
              <a:gd name="connsiteX32041" fmla="*/ 1264051 w 2119654"/>
              <a:gd name="connsiteY32041" fmla="*/ 2203019 h 2398711"/>
              <a:gd name="connsiteX32042" fmla="*/ 1763557 w 2119654"/>
              <a:gd name="connsiteY32042" fmla="*/ 1081405 h 2398711"/>
              <a:gd name="connsiteX32043" fmla="*/ 1763353 w 2119654"/>
              <a:gd name="connsiteY32043" fmla="*/ 1086845 h 2398711"/>
              <a:gd name="connsiteX32044" fmla="*/ 1763975 w 2119654"/>
              <a:gd name="connsiteY32044" fmla="*/ 1085121 h 2398711"/>
              <a:gd name="connsiteX32045" fmla="*/ 1764214 w 2119654"/>
              <a:gd name="connsiteY32045" fmla="*/ 1080559 h 2398711"/>
              <a:gd name="connsiteX32046" fmla="*/ 1797628 w 2119654"/>
              <a:gd name="connsiteY32046" fmla="*/ 1004868 h 2398711"/>
              <a:gd name="connsiteX32047" fmla="*/ 1797557 w 2119654"/>
              <a:gd name="connsiteY32047" fmla="*/ 1005262 h 2398711"/>
              <a:gd name="connsiteX32048" fmla="*/ 1797198 w 2119654"/>
              <a:gd name="connsiteY32048" fmla="*/ 1007095 h 2398711"/>
              <a:gd name="connsiteX32049" fmla="*/ 1797400 w 2119654"/>
              <a:gd name="connsiteY32049" fmla="*/ 1006732 h 2398711"/>
              <a:gd name="connsiteX32050" fmla="*/ 1250055 w 2119654"/>
              <a:gd name="connsiteY32050" fmla="*/ 2230776 h 2398711"/>
              <a:gd name="connsiteX32051" fmla="*/ 1246310 w 2119654"/>
              <a:gd name="connsiteY32051" fmla="*/ 2239355 h 2398711"/>
              <a:gd name="connsiteX32052" fmla="*/ 1249315 w 2119654"/>
              <a:gd name="connsiteY32052" fmla="*/ 2241788 h 2398711"/>
              <a:gd name="connsiteX32053" fmla="*/ 1252803 w 2119654"/>
              <a:gd name="connsiteY32053" fmla="*/ 2236774 h 2398711"/>
              <a:gd name="connsiteX32054" fmla="*/ 1254149 w 2119654"/>
              <a:gd name="connsiteY32054" fmla="*/ 2233322 h 2398711"/>
              <a:gd name="connsiteX32055" fmla="*/ 1253392 w 2119654"/>
              <a:gd name="connsiteY32055" fmla="*/ 2232850 h 2398711"/>
              <a:gd name="connsiteX32056" fmla="*/ 1251384 w 2119654"/>
              <a:gd name="connsiteY32056" fmla="*/ 2235100 h 2398711"/>
              <a:gd name="connsiteX32057" fmla="*/ 1251102 w 2119654"/>
              <a:gd name="connsiteY32057" fmla="*/ 2235150 h 2398711"/>
              <a:gd name="connsiteX32058" fmla="*/ 1253238 w 2119654"/>
              <a:gd name="connsiteY32058" fmla="*/ 2232755 h 2398711"/>
              <a:gd name="connsiteX32059" fmla="*/ 1251540 w 2119654"/>
              <a:gd name="connsiteY32059" fmla="*/ 2227376 h 2398711"/>
              <a:gd name="connsiteX32060" fmla="*/ 1250253 w 2119654"/>
              <a:gd name="connsiteY32060" fmla="*/ 2230323 h 2398711"/>
              <a:gd name="connsiteX32061" fmla="*/ 1253532 w 2119654"/>
              <a:gd name="connsiteY32061" fmla="*/ 2232425 h 2398711"/>
              <a:gd name="connsiteX32062" fmla="*/ 1255248 w 2119654"/>
              <a:gd name="connsiteY32062" fmla="*/ 2230501 h 2398711"/>
              <a:gd name="connsiteX32063" fmla="*/ 1255407 w 2119654"/>
              <a:gd name="connsiteY32063" fmla="*/ 2230093 h 2398711"/>
              <a:gd name="connsiteX32064" fmla="*/ 1251715 w 2119654"/>
              <a:gd name="connsiteY32064" fmla="*/ 2226974 h 2398711"/>
              <a:gd name="connsiteX32065" fmla="*/ 1251676 w 2119654"/>
              <a:gd name="connsiteY32065" fmla="*/ 2227063 h 2398711"/>
              <a:gd name="connsiteX32066" fmla="*/ 1255532 w 2119654"/>
              <a:gd name="connsiteY32066" fmla="*/ 2229771 h 2398711"/>
              <a:gd name="connsiteX32067" fmla="*/ 1258114 w 2119654"/>
              <a:gd name="connsiteY32067" fmla="*/ 2223148 h 2398711"/>
              <a:gd name="connsiteX32068" fmla="*/ 1255476 w 2119654"/>
              <a:gd name="connsiteY32068" fmla="*/ 2224725 h 2398711"/>
              <a:gd name="connsiteX32069" fmla="*/ 1255908 w 2119654"/>
              <a:gd name="connsiteY32069" fmla="*/ 2224909 h 2398711"/>
              <a:gd name="connsiteX32070" fmla="*/ 1255691 w 2119654"/>
              <a:gd name="connsiteY32070" fmla="*/ 2224968 h 2398711"/>
              <a:gd name="connsiteX32071" fmla="*/ 1255328 w 2119654"/>
              <a:gd name="connsiteY32071" fmla="*/ 2224814 h 2398711"/>
              <a:gd name="connsiteX32072" fmla="*/ 1259375 w 2119654"/>
              <a:gd name="connsiteY32072" fmla="*/ 2209382 h 2398711"/>
              <a:gd name="connsiteX32073" fmla="*/ 1258848 w 2119654"/>
              <a:gd name="connsiteY32073" fmla="*/ 2210633 h 2398711"/>
              <a:gd name="connsiteX32074" fmla="*/ 1258284 w 2119654"/>
              <a:gd name="connsiteY32074" fmla="*/ 2211926 h 2398711"/>
              <a:gd name="connsiteX32075" fmla="*/ 1259668 w 2119654"/>
              <a:gd name="connsiteY32075" fmla="*/ 2209789 h 2398711"/>
              <a:gd name="connsiteX32076" fmla="*/ 1259537 w 2119654"/>
              <a:gd name="connsiteY32076" fmla="*/ 2208996 h 2398711"/>
              <a:gd name="connsiteX32077" fmla="*/ 1259477 w 2119654"/>
              <a:gd name="connsiteY32077" fmla="*/ 2209137 h 2398711"/>
              <a:gd name="connsiteX32078" fmla="*/ 1259800 w 2119654"/>
              <a:gd name="connsiteY32078" fmla="*/ 2209584 h 2398711"/>
              <a:gd name="connsiteX32079" fmla="*/ 1260117 w 2119654"/>
              <a:gd name="connsiteY32079" fmla="*/ 2209095 h 2398711"/>
              <a:gd name="connsiteX32080" fmla="*/ 1259778 w 2119654"/>
              <a:gd name="connsiteY32080" fmla="*/ 2208423 h 2398711"/>
              <a:gd name="connsiteX32081" fmla="*/ 1259734 w 2119654"/>
              <a:gd name="connsiteY32081" fmla="*/ 2208526 h 2398711"/>
              <a:gd name="connsiteX32082" fmla="*/ 1260411 w 2119654"/>
              <a:gd name="connsiteY32082" fmla="*/ 2208641 h 2398711"/>
              <a:gd name="connsiteX32083" fmla="*/ 1260544 w 2119654"/>
              <a:gd name="connsiteY32083" fmla="*/ 2208436 h 2398711"/>
              <a:gd name="connsiteX32084" fmla="*/ 1751290 w 2119654"/>
              <a:gd name="connsiteY32084" fmla="*/ 1107694 h 2398711"/>
              <a:gd name="connsiteX32085" fmla="*/ 1750304 w 2119654"/>
              <a:gd name="connsiteY32085" fmla="*/ 1110436 h 2398711"/>
              <a:gd name="connsiteX32086" fmla="*/ 1752070 w 2119654"/>
              <a:gd name="connsiteY32086" fmla="*/ 1108889 h 2398711"/>
              <a:gd name="connsiteX32087" fmla="*/ 1752183 w 2119654"/>
              <a:gd name="connsiteY32087" fmla="*/ 1108410 h 2398711"/>
              <a:gd name="connsiteX32088" fmla="*/ 1261251 w 2119654"/>
              <a:gd name="connsiteY32088" fmla="*/ 2204918 h 2398711"/>
              <a:gd name="connsiteX32089" fmla="*/ 1260546 w 2119654"/>
              <a:gd name="connsiteY32089" fmla="*/ 2206594 h 2398711"/>
              <a:gd name="connsiteX32090" fmla="*/ 1261670 w 2119654"/>
              <a:gd name="connsiteY32090" fmla="*/ 2206697 h 2398711"/>
              <a:gd name="connsiteX32091" fmla="*/ 1262480 w 2119654"/>
              <a:gd name="connsiteY32091" fmla="*/ 2205445 h 2398711"/>
              <a:gd name="connsiteX32092" fmla="*/ 1262072 w 2119654"/>
              <a:gd name="connsiteY32092" fmla="*/ 2205283 h 2398711"/>
              <a:gd name="connsiteX32093" fmla="*/ 1848253 w 2119654"/>
              <a:gd name="connsiteY32093" fmla="*/ 890301 h 2398711"/>
              <a:gd name="connsiteX32094" fmla="*/ 1848759 w 2119654"/>
              <a:gd name="connsiteY32094" fmla="*/ 896888 h 2398711"/>
              <a:gd name="connsiteX32095" fmla="*/ 1849943 w 2119654"/>
              <a:gd name="connsiteY32095" fmla="*/ 886662 h 2398711"/>
              <a:gd name="connsiteX32096" fmla="*/ 1735504 w 2119654"/>
              <a:gd name="connsiteY32096" fmla="*/ 1142446 h 2398711"/>
              <a:gd name="connsiteX32097" fmla="*/ 1735401 w 2119654"/>
              <a:gd name="connsiteY32097" fmla="*/ 1142753 h 2398711"/>
              <a:gd name="connsiteX32098" fmla="*/ 1735973 w 2119654"/>
              <a:gd name="connsiteY32098" fmla="*/ 1142129 h 2398711"/>
              <a:gd name="connsiteX32099" fmla="*/ 1840261 w 2119654"/>
              <a:gd name="connsiteY32099" fmla="*/ 907509 h 2398711"/>
              <a:gd name="connsiteX32100" fmla="*/ 1838757 w 2119654"/>
              <a:gd name="connsiteY32100" fmla="*/ 925171 h 2398711"/>
              <a:gd name="connsiteX32101" fmla="*/ 1848000 w 2119654"/>
              <a:gd name="connsiteY32101" fmla="*/ 903436 h 2398711"/>
              <a:gd name="connsiteX32102" fmla="*/ 1848217 w 2119654"/>
              <a:gd name="connsiteY32102" fmla="*/ 901565 h 2398711"/>
              <a:gd name="connsiteX32103" fmla="*/ 1847480 w 2119654"/>
              <a:gd name="connsiteY32103" fmla="*/ 891965 h 2398711"/>
              <a:gd name="connsiteX32104" fmla="*/ 1763646 w 2119654"/>
              <a:gd name="connsiteY32104" fmla="*/ 1079036 h 2398711"/>
              <a:gd name="connsiteX32105" fmla="*/ 1763597 w 2119654"/>
              <a:gd name="connsiteY32105" fmla="*/ 1080344 h 2398711"/>
              <a:gd name="connsiteX32106" fmla="*/ 1764270 w 2119654"/>
              <a:gd name="connsiteY32106" fmla="*/ 1079477 h 2398711"/>
              <a:gd name="connsiteX32107" fmla="*/ 1764323 w 2119654"/>
              <a:gd name="connsiteY32107" fmla="*/ 1078468 h 2398711"/>
              <a:gd name="connsiteX32108" fmla="*/ 1741406 w 2119654"/>
              <a:gd name="connsiteY32108" fmla="*/ 1128756 h 2398711"/>
              <a:gd name="connsiteX32109" fmla="*/ 1741356 w 2119654"/>
              <a:gd name="connsiteY32109" fmla="*/ 1129479 h 2398711"/>
              <a:gd name="connsiteX32110" fmla="*/ 1741862 w 2119654"/>
              <a:gd name="connsiteY32110" fmla="*/ 1129021 h 2398711"/>
              <a:gd name="connsiteX32111" fmla="*/ 1268474 w 2119654"/>
              <a:gd name="connsiteY32111" fmla="*/ 2187728 h 2398711"/>
              <a:gd name="connsiteX32112" fmla="*/ 1267946 w 2119654"/>
              <a:gd name="connsiteY32112" fmla="*/ 2188985 h 2398711"/>
              <a:gd name="connsiteX32113" fmla="*/ 1270562 w 2119654"/>
              <a:gd name="connsiteY32113" fmla="*/ 2187979 h 2398711"/>
              <a:gd name="connsiteX32114" fmla="*/ 1268708 w 2119654"/>
              <a:gd name="connsiteY32114" fmla="*/ 2187172 h 2398711"/>
              <a:gd name="connsiteX32115" fmla="*/ 1268551 w 2119654"/>
              <a:gd name="connsiteY32115" fmla="*/ 2187544 h 2398711"/>
              <a:gd name="connsiteX32116" fmla="*/ 1270945 w 2119654"/>
              <a:gd name="connsiteY32116" fmla="*/ 2187832 h 2398711"/>
              <a:gd name="connsiteX32117" fmla="*/ 1271520 w 2119654"/>
              <a:gd name="connsiteY32117" fmla="*/ 2187609 h 2398711"/>
              <a:gd name="connsiteX32118" fmla="*/ 1268929 w 2119654"/>
              <a:gd name="connsiteY32118" fmla="*/ 2186929 h 2398711"/>
              <a:gd name="connsiteX32119" fmla="*/ 1838188 w 2119654"/>
              <a:gd name="connsiteY32119" fmla="*/ 911972 h 2398711"/>
              <a:gd name="connsiteX32120" fmla="*/ 1836794 w 2119654"/>
              <a:gd name="connsiteY32120" fmla="*/ 929788 h 2398711"/>
              <a:gd name="connsiteX32121" fmla="*/ 1838133 w 2119654"/>
              <a:gd name="connsiteY32121" fmla="*/ 926637 h 2398711"/>
              <a:gd name="connsiteX32122" fmla="*/ 1839652 w 2119654"/>
              <a:gd name="connsiteY32122" fmla="*/ 908822 h 2398711"/>
              <a:gd name="connsiteX32123" fmla="*/ 1833956 w 2119654"/>
              <a:gd name="connsiteY32123" fmla="*/ 921085 h 2398711"/>
              <a:gd name="connsiteX32124" fmla="*/ 1825283 w 2119654"/>
              <a:gd name="connsiteY32124" fmla="*/ 947922 h 2398711"/>
              <a:gd name="connsiteX32125" fmla="*/ 1817889 w 2119654"/>
              <a:gd name="connsiteY32125" fmla="*/ 966131 h 2398711"/>
              <a:gd name="connsiteX32126" fmla="*/ 1824849 w 2119654"/>
              <a:gd name="connsiteY32126" fmla="*/ 957430 h 2398711"/>
              <a:gd name="connsiteX32127" fmla="*/ 1825270 w 2119654"/>
              <a:gd name="connsiteY32127" fmla="*/ 956885 h 2398711"/>
              <a:gd name="connsiteX32128" fmla="*/ 1836461 w 2119654"/>
              <a:gd name="connsiteY32128" fmla="*/ 930572 h 2398711"/>
              <a:gd name="connsiteX32129" fmla="*/ 1836689 w 2119654"/>
              <a:gd name="connsiteY32129" fmla="*/ 928084 h 2398711"/>
              <a:gd name="connsiteX32130" fmla="*/ 1837902 w 2119654"/>
              <a:gd name="connsiteY32130" fmla="*/ 912589 h 2398711"/>
              <a:gd name="connsiteX32131" fmla="*/ 1259049 w 2119654"/>
              <a:gd name="connsiteY32131" fmla="*/ 2208409 h 2398711"/>
              <a:gd name="connsiteX32132" fmla="*/ 1259325 w 2119654"/>
              <a:gd name="connsiteY32132" fmla="*/ 2208456 h 2398711"/>
              <a:gd name="connsiteX32133" fmla="*/ 1259342 w 2119654"/>
              <a:gd name="connsiteY32133" fmla="*/ 2208415 h 2398711"/>
              <a:gd name="connsiteX32134" fmla="*/ 1807363 w 2119654"/>
              <a:gd name="connsiteY32134" fmla="*/ 979957 h 2398711"/>
              <a:gd name="connsiteX32135" fmla="*/ 1807168 w 2119654"/>
              <a:gd name="connsiteY32135" fmla="*/ 984724 h 2398711"/>
              <a:gd name="connsiteX32136" fmla="*/ 1810914 w 2119654"/>
              <a:gd name="connsiteY32136" fmla="*/ 975499 h 2398711"/>
              <a:gd name="connsiteX32137" fmla="*/ 1227088 w 2119654"/>
              <a:gd name="connsiteY32137" fmla="*/ 2278941 h 2398711"/>
              <a:gd name="connsiteX32138" fmla="*/ 1230539 w 2119654"/>
              <a:gd name="connsiteY32138" fmla="*/ 2281652 h 2398711"/>
              <a:gd name="connsiteX32139" fmla="*/ 1237970 w 2119654"/>
              <a:gd name="connsiteY32139" fmla="*/ 2274822 h 2398711"/>
              <a:gd name="connsiteX32140" fmla="*/ 1239168 w 2119654"/>
              <a:gd name="connsiteY32140" fmla="*/ 2271750 h 2398711"/>
              <a:gd name="connsiteX32141" fmla="*/ 1814406 w 2119654"/>
              <a:gd name="connsiteY32141" fmla="*/ 963178 h 2398711"/>
              <a:gd name="connsiteX32142" fmla="*/ 1814532 w 2119654"/>
              <a:gd name="connsiteY32142" fmla="*/ 966591 h 2398711"/>
              <a:gd name="connsiteX32143" fmla="*/ 1826430 w 2119654"/>
              <a:gd name="connsiteY32143" fmla="*/ 937289 h 2398711"/>
              <a:gd name="connsiteX32144" fmla="*/ 1266585 w 2119654"/>
              <a:gd name="connsiteY32144" fmla="*/ 2189508 h 2398711"/>
              <a:gd name="connsiteX32145" fmla="*/ 1267368 w 2119654"/>
              <a:gd name="connsiteY32145" fmla="*/ 2189207 h 2398711"/>
              <a:gd name="connsiteX32146" fmla="*/ 1267803 w 2119654"/>
              <a:gd name="connsiteY32146" fmla="*/ 2188167 h 2398711"/>
              <a:gd name="connsiteX32147" fmla="*/ 1807426 w 2119654"/>
              <a:gd name="connsiteY32147" fmla="*/ 978208 h 2398711"/>
              <a:gd name="connsiteX32148" fmla="*/ 1807426 w 2119654"/>
              <a:gd name="connsiteY32148" fmla="*/ 978395 h 2398711"/>
              <a:gd name="connsiteX32149" fmla="*/ 1807391 w 2119654"/>
              <a:gd name="connsiteY32149" fmla="*/ 979258 h 2398711"/>
              <a:gd name="connsiteX32150" fmla="*/ 1811447 w 2119654"/>
              <a:gd name="connsiteY32150" fmla="*/ 974185 h 2398711"/>
              <a:gd name="connsiteX32151" fmla="*/ 1812913 w 2119654"/>
              <a:gd name="connsiteY32151" fmla="*/ 970576 h 2398711"/>
              <a:gd name="connsiteX32152" fmla="*/ 1812771 w 2119654"/>
              <a:gd name="connsiteY32152" fmla="*/ 966700 h 2398711"/>
              <a:gd name="connsiteX32153" fmla="*/ 1739898 w 2119654"/>
              <a:gd name="connsiteY32153" fmla="*/ 1129333 h 2398711"/>
              <a:gd name="connsiteX32154" fmla="*/ 1739194 w 2119654"/>
              <a:gd name="connsiteY32154" fmla="*/ 1131435 h 2398711"/>
              <a:gd name="connsiteX32155" fmla="*/ 1739789 w 2119654"/>
              <a:gd name="connsiteY32155" fmla="*/ 1130897 h 2398711"/>
              <a:gd name="connsiteX32156" fmla="*/ 1801384 w 2119654"/>
              <a:gd name="connsiteY32156" fmla="*/ 991217 h 2398711"/>
              <a:gd name="connsiteX32157" fmla="*/ 1800166 w 2119654"/>
              <a:gd name="connsiteY32157" fmla="*/ 1001736 h 2398711"/>
              <a:gd name="connsiteX32158" fmla="*/ 1800519 w 2119654"/>
              <a:gd name="connsiteY32158" fmla="*/ 1001099 h 2398711"/>
              <a:gd name="connsiteX32159" fmla="*/ 1805373 w 2119654"/>
              <a:gd name="connsiteY32159" fmla="*/ 989145 h 2398711"/>
              <a:gd name="connsiteX32160" fmla="*/ 1805661 w 2119654"/>
              <a:gd name="connsiteY32160" fmla="*/ 982093 h 2398711"/>
              <a:gd name="connsiteX32161" fmla="*/ 1805567 w 2119654"/>
              <a:gd name="connsiteY32161" fmla="*/ 982211 h 2398711"/>
              <a:gd name="connsiteX32162" fmla="*/ 1799529 w 2119654"/>
              <a:gd name="connsiteY32162" fmla="*/ 995213 h 2398711"/>
              <a:gd name="connsiteX32163" fmla="*/ 1798322 w 2119654"/>
              <a:gd name="connsiteY32163" fmla="*/ 1005066 h 2398711"/>
              <a:gd name="connsiteX32164" fmla="*/ 1799264 w 2119654"/>
              <a:gd name="connsiteY32164" fmla="*/ 1003366 h 2398711"/>
              <a:gd name="connsiteX32165" fmla="*/ 1799416 w 2119654"/>
              <a:gd name="connsiteY32165" fmla="*/ 1002395 h 2398711"/>
              <a:gd name="connsiteX32166" fmla="*/ 1800486 w 2119654"/>
              <a:gd name="connsiteY32166" fmla="*/ 993152 h 2398711"/>
              <a:gd name="connsiteX32167" fmla="*/ 1741686 w 2119654"/>
              <a:gd name="connsiteY32167" fmla="*/ 1124708 h 2398711"/>
              <a:gd name="connsiteX32168" fmla="*/ 1741578 w 2119654"/>
              <a:gd name="connsiteY32168" fmla="*/ 1126274 h 2398711"/>
              <a:gd name="connsiteX32169" fmla="*/ 1742215 w 2119654"/>
              <a:gd name="connsiteY32169" fmla="*/ 1126655 h 2398711"/>
              <a:gd name="connsiteX32170" fmla="*/ 1742140 w 2119654"/>
              <a:gd name="connsiteY32170" fmla="*/ 1124215 h 2398711"/>
              <a:gd name="connsiteX32171" fmla="*/ 1796627 w 2119654"/>
              <a:gd name="connsiteY32171" fmla="*/ 1001463 h 2398711"/>
              <a:gd name="connsiteX32172" fmla="*/ 1796633 w 2119654"/>
              <a:gd name="connsiteY32172" fmla="*/ 1006800 h 2398711"/>
              <a:gd name="connsiteX32173" fmla="*/ 1798433 w 2119654"/>
              <a:gd name="connsiteY32173" fmla="*/ 997572 h 2398711"/>
              <a:gd name="connsiteX32174" fmla="*/ 1795045 w 2119654"/>
              <a:gd name="connsiteY32174" fmla="*/ 1004870 h 2398711"/>
              <a:gd name="connsiteX32175" fmla="*/ 1794397 w 2119654"/>
              <a:gd name="connsiteY32175" fmla="*/ 1011929 h 2398711"/>
              <a:gd name="connsiteX32176" fmla="*/ 1794358 w 2119654"/>
              <a:gd name="connsiteY32176" fmla="*/ 1012227 h 2398711"/>
              <a:gd name="connsiteX32177" fmla="*/ 1796081 w 2119654"/>
              <a:gd name="connsiteY32177" fmla="*/ 1009113 h 2398711"/>
              <a:gd name="connsiteX32178" fmla="*/ 1796075 w 2119654"/>
              <a:gd name="connsiteY32178" fmla="*/ 1002652 h 2398711"/>
              <a:gd name="connsiteX32179" fmla="*/ 1248256 w 2119654"/>
              <a:gd name="connsiteY32179" fmla="*/ 2229043 h 2398711"/>
              <a:gd name="connsiteX32180" fmla="*/ 1250111 w 2119654"/>
              <a:gd name="connsiteY32180" fmla="*/ 2230231 h 2398711"/>
              <a:gd name="connsiteX32181" fmla="*/ 1251400 w 2119654"/>
              <a:gd name="connsiteY32181" fmla="*/ 2227279 h 2398711"/>
              <a:gd name="connsiteX32182" fmla="*/ 1251311 w 2119654"/>
              <a:gd name="connsiteY32182" fmla="*/ 2227216 h 2398711"/>
              <a:gd name="connsiteX32183" fmla="*/ 1784615 w 2119654"/>
              <a:gd name="connsiteY32183" fmla="*/ 1027996 h 2398711"/>
              <a:gd name="connsiteX32184" fmla="*/ 1782935 w 2119654"/>
              <a:gd name="connsiteY32184" fmla="*/ 1032855 h 2398711"/>
              <a:gd name="connsiteX32185" fmla="*/ 1785510 w 2119654"/>
              <a:gd name="connsiteY32185" fmla="*/ 1028205 h 2398711"/>
              <a:gd name="connsiteX32186" fmla="*/ 1838285 w 2119654"/>
              <a:gd name="connsiteY32186" fmla="*/ 907689 h 2398711"/>
              <a:gd name="connsiteX32187" fmla="*/ 1836599 w 2119654"/>
              <a:gd name="connsiteY32187" fmla="*/ 912904 h 2398711"/>
              <a:gd name="connsiteX32188" fmla="*/ 1838133 w 2119654"/>
              <a:gd name="connsiteY32188" fmla="*/ 909618 h 2398711"/>
              <a:gd name="connsiteX32189" fmla="*/ 1742096 w 2119654"/>
              <a:gd name="connsiteY32189" fmla="*/ 1122777 h 2398711"/>
              <a:gd name="connsiteX32190" fmla="*/ 1741749 w 2119654"/>
              <a:gd name="connsiteY32190" fmla="*/ 1123810 h 2398711"/>
              <a:gd name="connsiteX32191" fmla="*/ 1741712 w 2119654"/>
              <a:gd name="connsiteY32191" fmla="*/ 1124331 h 2398711"/>
              <a:gd name="connsiteX32192" fmla="*/ 1742129 w 2119654"/>
              <a:gd name="connsiteY32192" fmla="*/ 1123891 h 2398711"/>
              <a:gd name="connsiteX32193" fmla="*/ 1786069 w 2119654"/>
              <a:gd name="connsiteY32193" fmla="*/ 1023793 h 2398711"/>
              <a:gd name="connsiteX32194" fmla="*/ 1784792 w 2119654"/>
              <a:gd name="connsiteY32194" fmla="*/ 1027484 h 2398711"/>
              <a:gd name="connsiteX32195" fmla="*/ 1785782 w 2119654"/>
              <a:gd name="connsiteY32195" fmla="*/ 1027714 h 2398711"/>
              <a:gd name="connsiteX32196" fmla="*/ 1792981 w 2119654"/>
              <a:gd name="connsiteY32196" fmla="*/ 1014714 h 2398711"/>
              <a:gd name="connsiteX32197" fmla="*/ 1793978 w 2119654"/>
              <a:gd name="connsiteY32197" fmla="*/ 1007166 h 2398711"/>
              <a:gd name="connsiteX32198" fmla="*/ 1787999 w 2119654"/>
              <a:gd name="connsiteY32198" fmla="*/ 1020041 h 2398711"/>
              <a:gd name="connsiteX32199" fmla="*/ 1238010 w 2119654"/>
              <a:gd name="connsiteY32199" fmla="*/ 2250941 h 2398711"/>
              <a:gd name="connsiteX32200" fmla="*/ 1241111 w 2119654"/>
              <a:gd name="connsiteY32200" fmla="*/ 2253538 h 2398711"/>
              <a:gd name="connsiteX32201" fmla="*/ 1241338 w 2119654"/>
              <a:gd name="connsiteY32201" fmla="*/ 2253257 h 2398711"/>
              <a:gd name="connsiteX32202" fmla="*/ 1247586 w 2119654"/>
              <a:gd name="connsiteY32202" fmla="*/ 2244275 h 2398711"/>
              <a:gd name="connsiteX32203" fmla="*/ 1241140 w 2119654"/>
              <a:gd name="connsiteY32203" fmla="*/ 2248804 h 2398711"/>
              <a:gd name="connsiteX32204" fmla="*/ 1290555 w 2119654"/>
              <a:gd name="connsiteY32204" fmla="*/ 2132874 h 2398711"/>
              <a:gd name="connsiteX32205" fmla="*/ 1290493 w 2119654"/>
              <a:gd name="connsiteY32205" fmla="*/ 2133039 h 2398711"/>
              <a:gd name="connsiteX32206" fmla="*/ 1291729 w 2119654"/>
              <a:gd name="connsiteY32206" fmla="*/ 2132309 h 2398711"/>
              <a:gd name="connsiteX32207" fmla="*/ 1291916 w 2119654"/>
              <a:gd name="connsiteY32207" fmla="*/ 2131766 h 2398711"/>
              <a:gd name="connsiteX32208" fmla="*/ 1784237 w 2119654"/>
              <a:gd name="connsiteY32208" fmla="*/ 1027353 h 2398711"/>
              <a:gd name="connsiteX32209" fmla="*/ 1784591 w 2119654"/>
              <a:gd name="connsiteY32209" fmla="*/ 1027436 h 2398711"/>
              <a:gd name="connsiteX32210" fmla="*/ 1785404 w 2119654"/>
              <a:gd name="connsiteY32210" fmla="*/ 1025084 h 2398711"/>
              <a:gd name="connsiteX32211" fmla="*/ 1292967 w 2119654"/>
              <a:gd name="connsiteY32211" fmla="*/ 2127316 h 2398711"/>
              <a:gd name="connsiteX32212" fmla="*/ 1293633 w 2119654"/>
              <a:gd name="connsiteY32212" fmla="*/ 2126774 h 2398711"/>
              <a:gd name="connsiteX32213" fmla="*/ 1293653 w 2119654"/>
              <a:gd name="connsiteY32213" fmla="*/ 2126717 h 2398711"/>
              <a:gd name="connsiteX32214" fmla="*/ 1293547 w 2119654"/>
              <a:gd name="connsiteY32214" fmla="*/ 2126644 h 2398711"/>
              <a:gd name="connsiteX32215" fmla="*/ 1783821 w 2119654"/>
              <a:gd name="connsiteY32215" fmla="*/ 1028160 h 2398711"/>
              <a:gd name="connsiteX32216" fmla="*/ 1782685 w 2119654"/>
              <a:gd name="connsiteY32216" fmla="*/ 1032948 h 2398711"/>
              <a:gd name="connsiteX32217" fmla="*/ 1784414 w 2119654"/>
              <a:gd name="connsiteY32217" fmla="*/ 1027949 h 2398711"/>
              <a:gd name="connsiteX32218" fmla="*/ 1783982 w 2119654"/>
              <a:gd name="connsiteY32218" fmla="*/ 1027848 h 2398711"/>
              <a:gd name="connsiteX32219" fmla="*/ 1224459 w 2119654"/>
              <a:gd name="connsiteY32219" fmla="*/ 2280477 h 2398711"/>
              <a:gd name="connsiteX32220" fmla="*/ 1227343 w 2119654"/>
              <a:gd name="connsiteY32220" fmla="*/ 2284589 h 2398711"/>
              <a:gd name="connsiteX32221" fmla="*/ 1230381 w 2119654"/>
              <a:gd name="connsiteY32221" fmla="*/ 2281797 h 2398711"/>
              <a:gd name="connsiteX32222" fmla="*/ 1227963 w 2119654"/>
              <a:gd name="connsiteY32222" fmla="*/ 2280023 h 2398711"/>
              <a:gd name="connsiteX32223" fmla="*/ 1226802 w 2119654"/>
              <a:gd name="connsiteY32223" fmla="*/ 2279112 h 2398711"/>
              <a:gd name="connsiteX32224" fmla="*/ 1226090 w 2119654"/>
              <a:gd name="connsiteY32224" fmla="*/ 2279536 h 2398711"/>
              <a:gd name="connsiteX32225" fmla="*/ 1840272 w 2119654"/>
              <a:gd name="connsiteY32225" fmla="*/ 901541 h 2398711"/>
              <a:gd name="connsiteX32226" fmla="*/ 1838600 w 2119654"/>
              <a:gd name="connsiteY32226" fmla="*/ 906714 h 2398711"/>
              <a:gd name="connsiteX32227" fmla="*/ 1838421 w 2119654"/>
              <a:gd name="connsiteY32227" fmla="*/ 909005 h 2398711"/>
              <a:gd name="connsiteX32228" fmla="*/ 1839907 w 2119654"/>
              <a:gd name="connsiteY32228" fmla="*/ 905822 h 2398711"/>
              <a:gd name="connsiteX32229" fmla="*/ 1283361 w 2119654"/>
              <a:gd name="connsiteY32229" fmla="*/ 2148265 h 2398711"/>
              <a:gd name="connsiteX32230" fmla="*/ 1283743 w 2119654"/>
              <a:gd name="connsiteY32230" fmla="*/ 2148444 h 2398711"/>
              <a:gd name="connsiteX32231" fmla="*/ 1283792 w 2119654"/>
              <a:gd name="connsiteY32231" fmla="*/ 2148308 h 2398711"/>
              <a:gd name="connsiteX32232" fmla="*/ 1781015 w 2119654"/>
              <a:gd name="connsiteY32232" fmla="*/ 1033614 h 2398711"/>
              <a:gd name="connsiteX32233" fmla="*/ 1781238 w 2119654"/>
              <a:gd name="connsiteY32233" fmla="*/ 1035919 h 2398711"/>
              <a:gd name="connsiteX32234" fmla="*/ 1782027 w 2119654"/>
              <a:gd name="connsiteY32234" fmla="*/ 1034494 h 2398711"/>
              <a:gd name="connsiteX32235" fmla="*/ 1783429 w 2119654"/>
              <a:gd name="connsiteY32235" fmla="*/ 1028922 h 2398711"/>
              <a:gd name="connsiteX32236" fmla="*/ 1801893 w 2119654"/>
              <a:gd name="connsiteY32236" fmla="*/ 986823 h 2398711"/>
              <a:gd name="connsiteX32237" fmla="*/ 1801828 w 2119654"/>
              <a:gd name="connsiteY32237" fmla="*/ 987385 h 2398711"/>
              <a:gd name="connsiteX32238" fmla="*/ 1802371 w 2119654"/>
              <a:gd name="connsiteY32238" fmla="*/ 986223 h 2398711"/>
              <a:gd name="connsiteX32239" fmla="*/ 1257015 w 2119654"/>
              <a:gd name="connsiteY32239" fmla="*/ 2205727 h 2398711"/>
              <a:gd name="connsiteX32240" fmla="*/ 1257436 w 2119654"/>
              <a:gd name="connsiteY32240" fmla="*/ 2206310 h 2398711"/>
              <a:gd name="connsiteX32241" fmla="*/ 1260119 w 2119654"/>
              <a:gd name="connsiteY32241" fmla="*/ 2206555 h 2398711"/>
              <a:gd name="connsiteX32242" fmla="*/ 1260873 w 2119654"/>
              <a:gd name="connsiteY32242" fmla="*/ 2204749 h 2398711"/>
              <a:gd name="connsiteX32243" fmla="*/ 1260262 w 2119654"/>
              <a:gd name="connsiteY32243" fmla="*/ 2204478 h 2398711"/>
              <a:gd name="connsiteX32244" fmla="*/ 1800606 w 2119654"/>
              <a:gd name="connsiteY32244" fmla="*/ 988439 h 2398711"/>
              <a:gd name="connsiteX32245" fmla="*/ 1800142 w 2119654"/>
              <a:gd name="connsiteY32245" fmla="*/ 990998 h 2398711"/>
              <a:gd name="connsiteX32246" fmla="*/ 1800931 w 2119654"/>
              <a:gd name="connsiteY32246" fmla="*/ 989308 h 2398711"/>
              <a:gd name="connsiteX32247" fmla="*/ 1801104 w 2119654"/>
              <a:gd name="connsiteY32247" fmla="*/ 987813 h 2398711"/>
              <a:gd name="connsiteX32248" fmla="*/ 1737032 w 2119654"/>
              <a:gd name="connsiteY32248" fmla="*/ 1129763 h 2398711"/>
              <a:gd name="connsiteX32249" fmla="*/ 1735658 w 2119654"/>
              <a:gd name="connsiteY32249" fmla="*/ 1134458 h 2398711"/>
              <a:gd name="connsiteX32250" fmla="*/ 1736393 w 2119654"/>
              <a:gd name="connsiteY32250" fmla="*/ 1133969 h 2398711"/>
              <a:gd name="connsiteX32251" fmla="*/ 1737621 w 2119654"/>
              <a:gd name="connsiteY32251" fmla="*/ 1132858 h 2398711"/>
              <a:gd name="connsiteX32252" fmla="*/ 1739390 w 2119654"/>
              <a:gd name="connsiteY32252" fmla="*/ 1127582 h 2398711"/>
              <a:gd name="connsiteX32253" fmla="*/ 1739161 w 2119654"/>
              <a:gd name="connsiteY32253" fmla="*/ 1127449 h 2398711"/>
              <a:gd name="connsiteX32254" fmla="*/ 1748027 w 2119654"/>
              <a:gd name="connsiteY32254" fmla="*/ 1105080 h 2398711"/>
              <a:gd name="connsiteX32255" fmla="*/ 1747743 w 2119654"/>
              <a:gd name="connsiteY32255" fmla="*/ 1105926 h 2398711"/>
              <a:gd name="connsiteX32256" fmla="*/ 1748073 w 2119654"/>
              <a:gd name="connsiteY32256" fmla="*/ 1108794 h 2398711"/>
              <a:gd name="connsiteX32257" fmla="*/ 1748160 w 2119654"/>
              <a:gd name="connsiteY32257" fmla="*/ 1111624 h 2398711"/>
              <a:gd name="connsiteX32258" fmla="*/ 1748788 w 2119654"/>
              <a:gd name="connsiteY32258" fmla="*/ 1111764 h 2398711"/>
              <a:gd name="connsiteX32259" fmla="*/ 1750126 w 2119654"/>
              <a:gd name="connsiteY32259" fmla="*/ 1110592 h 2398711"/>
              <a:gd name="connsiteX32260" fmla="*/ 1750206 w 2119654"/>
              <a:gd name="connsiteY32260" fmla="*/ 1110389 h 2398711"/>
              <a:gd name="connsiteX32261" fmla="*/ 1751201 w 2119654"/>
              <a:gd name="connsiteY32261" fmla="*/ 1107623 h 2398711"/>
              <a:gd name="connsiteX32262" fmla="*/ 1771531 w 2119654"/>
              <a:gd name="connsiteY32262" fmla="*/ 1052042 h 2398711"/>
              <a:gd name="connsiteX32263" fmla="*/ 1772801 w 2119654"/>
              <a:gd name="connsiteY32263" fmla="*/ 1051158 h 2398711"/>
              <a:gd name="connsiteX32264" fmla="*/ 1775030 w 2119654"/>
              <a:gd name="connsiteY32264" fmla="*/ 1047132 h 2398711"/>
              <a:gd name="connsiteX32265" fmla="*/ 1774964 w 2119654"/>
              <a:gd name="connsiteY32265" fmla="*/ 1045371 h 2398711"/>
              <a:gd name="connsiteX32266" fmla="*/ 1256091 w 2119654"/>
              <a:gd name="connsiteY32266" fmla="*/ 2206188 h 2398711"/>
              <a:gd name="connsiteX32267" fmla="*/ 1257137 w 2119654"/>
              <a:gd name="connsiteY32267" fmla="*/ 2206283 h 2398711"/>
              <a:gd name="connsiteX32268" fmla="*/ 1256796 w 2119654"/>
              <a:gd name="connsiteY32268" fmla="*/ 2205811 h 2398711"/>
              <a:gd name="connsiteX32269" fmla="*/ 1256661 w 2119654"/>
              <a:gd name="connsiteY32269" fmla="*/ 2205863 h 2398711"/>
              <a:gd name="connsiteX32270" fmla="*/ 1770614 w 2119654"/>
              <a:gd name="connsiteY32270" fmla="*/ 1053824 h 2398711"/>
              <a:gd name="connsiteX32271" fmla="*/ 1770560 w 2119654"/>
              <a:gd name="connsiteY32271" fmla="*/ 1055203 h 2398711"/>
              <a:gd name="connsiteX32272" fmla="*/ 1772456 w 2119654"/>
              <a:gd name="connsiteY32272" fmla="*/ 1051780 h 2398711"/>
              <a:gd name="connsiteX32273" fmla="*/ 1771204 w 2119654"/>
              <a:gd name="connsiteY32273" fmla="*/ 1052678 h 2398711"/>
              <a:gd name="connsiteX32274" fmla="*/ 1749063 w 2119654"/>
              <a:gd name="connsiteY32274" fmla="*/ 1101987 h 2398711"/>
              <a:gd name="connsiteX32275" fmla="*/ 1748768 w 2119654"/>
              <a:gd name="connsiteY32275" fmla="*/ 1102867 h 2398711"/>
              <a:gd name="connsiteX32276" fmla="*/ 1751874 w 2119654"/>
              <a:gd name="connsiteY32276" fmla="*/ 1105751 h 2398711"/>
              <a:gd name="connsiteX32277" fmla="*/ 1754288 w 2119654"/>
              <a:gd name="connsiteY32277" fmla="*/ 1099038 h 2398711"/>
              <a:gd name="connsiteX32278" fmla="*/ 1754343 w 2119654"/>
              <a:gd name="connsiteY32278" fmla="*/ 1099204 h 2398711"/>
              <a:gd name="connsiteX32279" fmla="*/ 1751960 w 2119654"/>
              <a:gd name="connsiteY32279" fmla="*/ 1105831 h 2398711"/>
              <a:gd name="connsiteX32280" fmla="*/ 1752640 w 2119654"/>
              <a:gd name="connsiteY32280" fmla="*/ 1106463 h 2398711"/>
              <a:gd name="connsiteX32281" fmla="*/ 1754454 w 2119654"/>
              <a:gd name="connsiteY32281" fmla="*/ 1098745 h 2398711"/>
              <a:gd name="connsiteX32282" fmla="*/ 1755097 w 2119654"/>
              <a:gd name="connsiteY32282" fmla="*/ 1093502 h 2398711"/>
              <a:gd name="connsiteX32283" fmla="*/ 1755144 w 2119654"/>
              <a:gd name="connsiteY32283" fmla="*/ 1092246 h 2398711"/>
              <a:gd name="connsiteX32284" fmla="*/ 1755131 w 2119654"/>
              <a:gd name="connsiteY32284" fmla="*/ 1092263 h 2398711"/>
              <a:gd name="connsiteX32285" fmla="*/ 1242497 w 2119654"/>
              <a:gd name="connsiteY32285" fmla="*/ 2236267 h 2398711"/>
              <a:gd name="connsiteX32286" fmla="*/ 1246176 w 2119654"/>
              <a:gd name="connsiteY32286" fmla="*/ 2239246 h 2398711"/>
              <a:gd name="connsiteX32287" fmla="*/ 1249912 w 2119654"/>
              <a:gd name="connsiteY32287" fmla="*/ 2230687 h 2398711"/>
              <a:gd name="connsiteX32288" fmla="*/ 1247752 w 2119654"/>
              <a:gd name="connsiteY32288" fmla="*/ 2229343 h 2398711"/>
              <a:gd name="connsiteX32289" fmla="*/ 1247123 w 2119654"/>
              <a:gd name="connsiteY32289" fmla="*/ 2229719 h 2398711"/>
              <a:gd name="connsiteX32290" fmla="*/ 1737903 w 2119654"/>
              <a:gd name="connsiteY32290" fmla="*/ 1126786 h 2398711"/>
              <a:gd name="connsiteX32291" fmla="*/ 1737238 w 2119654"/>
              <a:gd name="connsiteY32291" fmla="*/ 1129059 h 2398711"/>
              <a:gd name="connsiteX32292" fmla="*/ 1738904 w 2119654"/>
              <a:gd name="connsiteY32292" fmla="*/ 1127299 h 2398711"/>
              <a:gd name="connsiteX32293" fmla="*/ 1738646 w 2119654"/>
              <a:gd name="connsiteY32293" fmla="*/ 1127149 h 2398711"/>
              <a:gd name="connsiteX32294" fmla="*/ 1738722 w 2119654"/>
              <a:gd name="connsiteY32294" fmla="*/ 1124635 h 2398711"/>
              <a:gd name="connsiteX32295" fmla="*/ 1739436 w 2119654"/>
              <a:gd name="connsiteY32295" fmla="*/ 1124995 h 2398711"/>
              <a:gd name="connsiteX32296" fmla="*/ 1740120 w 2119654"/>
              <a:gd name="connsiteY32296" fmla="*/ 1125403 h 2398711"/>
              <a:gd name="connsiteX32297" fmla="*/ 1740184 w 2119654"/>
              <a:gd name="connsiteY32297" fmla="*/ 1125210 h 2398711"/>
              <a:gd name="connsiteX32298" fmla="*/ 1740321 w 2119654"/>
              <a:gd name="connsiteY32298" fmla="*/ 1123234 h 2398711"/>
              <a:gd name="connsiteX32299" fmla="*/ 1767997 w 2119654"/>
              <a:gd name="connsiteY32299" fmla="*/ 1058910 h 2398711"/>
              <a:gd name="connsiteX32300" fmla="*/ 1767915 w 2119654"/>
              <a:gd name="connsiteY32300" fmla="*/ 1059980 h 2398711"/>
              <a:gd name="connsiteX32301" fmla="*/ 1769392 w 2119654"/>
              <a:gd name="connsiteY32301" fmla="*/ 1057314 h 2398711"/>
              <a:gd name="connsiteX32302" fmla="*/ 1769439 w 2119654"/>
              <a:gd name="connsiteY32302" fmla="*/ 1056108 h 2398711"/>
              <a:gd name="connsiteX32303" fmla="*/ 1224131 w 2119654"/>
              <a:gd name="connsiteY32303" fmla="*/ 2276619 h 2398711"/>
              <a:gd name="connsiteX32304" fmla="*/ 1226752 w 2119654"/>
              <a:gd name="connsiteY32304" fmla="*/ 2278677 h 2398711"/>
              <a:gd name="connsiteX32305" fmla="*/ 1239403 w 2119654"/>
              <a:gd name="connsiteY32305" fmla="*/ 2271147 h 2398711"/>
              <a:gd name="connsiteX32306" fmla="*/ 1243733 w 2119654"/>
              <a:gd name="connsiteY32306" fmla="*/ 2260040 h 2398711"/>
              <a:gd name="connsiteX32307" fmla="*/ 1238778 w 2119654"/>
              <a:gd name="connsiteY32307" fmla="*/ 2258524 h 2398711"/>
              <a:gd name="connsiteX32308" fmla="*/ 1735380 w 2119654"/>
              <a:gd name="connsiteY32308" fmla="*/ 1131557 h 2398711"/>
              <a:gd name="connsiteX32309" fmla="*/ 1735305 w 2119654"/>
              <a:gd name="connsiteY32309" fmla="*/ 1133250 h 2398711"/>
              <a:gd name="connsiteX32310" fmla="*/ 1735996 w 2119654"/>
              <a:gd name="connsiteY32310" fmla="*/ 1130888 h 2398711"/>
              <a:gd name="connsiteX32311" fmla="*/ 1766455 w 2119654"/>
              <a:gd name="connsiteY32311" fmla="*/ 1061907 h 2398711"/>
              <a:gd name="connsiteX32312" fmla="*/ 1766428 w 2119654"/>
              <a:gd name="connsiteY32312" fmla="*/ 1062666 h 2398711"/>
              <a:gd name="connsiteX32313" fmla="*/ 1767573 w 2119654"/>
              <a:gd name="connsiteY32313" fmla="*/ 1060599 h 2398711"/>
              <a:gd name="connsiteX32314" fmla="*/ 1767650 w 2119654"/>
              <a:gd name="connsiteY32314" fmla="*/ 1059584 h 2398711"/>
              <a:gd name="connsiteX32315" fmla="*/ 1736958 w 2119654"/>
              <a:gd name="connsiteY32315" fmla="*/ 1127598 h 2398711"/>
              <a:gd name="connsiteX32316" fmla="*/ 1735503 w 2119654"/>
              <a:gd name="connsiteY32316" fmla="*/ 1130892 h 2398711"/>
              <a:gd name="connsiteX32317" fmla="*/ 1736214 w 2119654"/>
              <a:gd name="connsiteY32317" fmla="*/ 1130140 h 2398711"/>
              <a:gd name="connsiteX32318" fmla="*/ 1846690 w 2119654"/>
              <a:gd name="connsiteY32318" fmla="*/ 881677 h 2398711"/>
              <a:gd name="connsiteX32319" fmla="*/ 1840948 w 2119654"/>
              <a:gd name="connsiteY32319" fmla="*/ 899447 h 2398711"/>
              <a:gd name="connsiteX32320" fmla="*/ 1840517 w 2119654"/>
              <a:gd name="connsiteY32320" fmla="*/ 904516 h 2398711"/>
              <a:gd name="connsiteX32321" fmla="*/ 1847324 w 2119654"/>
              <a:gd name="connsiteY32321" fmla="*/ 889933 h 2398711"/>
              <a:gd name="connsiteX32322" fmla="*/ 1764511 w 2119654"/>
              <a:gd name="connsiteY32322" fmla="*/ 1065683 h 2398711"/>
              <a:gd name="connsiteX32323" fmla="*/ 1765027 w 2119654"/>
              <a:gd name="connsiteY32323" fmla="*/ 1065028 h 2398711"/>
              <a:gd name="connsiteX32324" fmla="*/ 1765047 w 2119654"/>
              <a:gd name="connsiteY32324" fmla="*/ 1064642 h 2398711"/>
              <a:gd name="connsiteX32325" fmla="*/ 1801785 w 2119654"/>
              <a:gd name="connsiteY32325" fmla="*/ 981932 h 2398711"/>
              <a:gd name="connsiteX32326" fmla="*/ 1800769 w 2119654"/>
              <a:gd name="connsiteY32326" fmla="*/ 987538 h 2398711"/>
              <a:gd name="connsiteX32327" fmla="*/ 1801198 w 2119654"/>
              <a:gd name="connsiteY32327" fmla="*/ 987001 h 2398711"/>
              <a:gd name="connsiteX32328" fmla="*/ 1796618 w 2119654"/>
              <a:gd name="connsiteY32328" fmla="*/ 993444 h 2398711"/>
              <a:gd name="connsiteX32329" fmla="*/ 1796623 w 2119654"/>
              <a:gd name="connsiteY32329" fmla="*/ 998536 h 2398711"/>
              <a:gd name="connsiteX32330" fmla="*/ 1799036 w 2119654"/>
              <a:gd name="connsiteY32330" fmla="*/ 993369 h 2398711"/>
              <a:gd name="connsiteX32331" fmla="*/ 1799464 w 2119654"/>
              <a:gd name="connsiteY32331" fmla="*/ 989872 h 2398711"/>
              <a:gd name="connsiteX32332" fmla="*/ 1240007 w 2119654"/>
              <a:gd name="connsiteY32332" fmla="*/ 2239792 h 2398711"/>
              <a:gd name="connsiteX32333" fmla="*/ 1248660 w 2119654"/>
              <a:gd name="connsiteY32333" fmla="*/ 2242730 h 2398711"/>
              <a:gd name="connsiteX32334" fmla="*/ 1248855 w 2119654"/>
              <a:gd name="connsiteY32334" fmla="*/ 2242448 h 2398711"/>
              <a:gd name="connsiteX32335" fmla="*/ 1245915 w 2119654"/>
              <a:gd name="connsiteY32335" fmla="*/ 2240258 h 2398711"/>
              <a:gd name="connsiteX32336" fmla="*/ 1245764 w 2119654"/>
              <a:gd name="connsiteY32336" fmla="*/ 2240603 h 2398711"/>
              <a:gd name="connsiteX32337" fmla="*/ 1245543 w 2119654"/>
              <a:gd name="connsiteY32337" fmla="*/ 2240698 h 2398711"/>
              <a:gd name="connsiteX32338" fmla="*/ 1245779 w 2119654"/>
              <a:gd name="connsiteY32338" fmla="*/ 2240156 h 2398711"/>
              <a:gd name="connsiteX32339" fmla="*/ 1241828 w 2119654"/>
              <a:gd name="connsiteY32339" fmla="*/ 2237213 h 2398711"/>
              <a:gd name="connsiteX32340" fmla="*/ 1222858 w 2119654"/>
              <a:gd name="connsiteY32340" fmla="*/ 2278193 h 2398711"/>
              <a:gd name="connsiteX32341" fmla="*/ 1224244 w 2119654"/>
              <a:gd name="connsiteY32341" fmla="*/ 2280170 h 2398711"/>
              <a:gd name="connsiteX32342" fmla="*/ 1226466 w 2119654"/>
              <a:gd name="connsiteY32342" fmla="*/ 2278848 h 2398711"/>
              <a:gd name="connsiteX32343" fmla="*/ 1223936 w 2119654"/>
              <a:gd name="connsiteY32343" fmla="*/ 2276861 h 2398711"/>
              <a:gd name="connsiteX32344" fmla="*/ 1796026 w 2119654"/>
              <a:gd name="connsiteY32344" fmla="*/ 994188 h 2398711"/>
              <a:gd name="connsiteX32345" fmla="*/ 1795382 w 2119654"/>
              <a:gd name="connsiteY32345" fmla="*/ 1001196 h 2398711"/>
              <a:gd name="connsiteX32346" fmla="*/ 1796072 w 2119654"/>
              <a:gd name="connsiteY32346" fmla="*/ 999719 h 2398711"/>
              <a:gd name="connsiteX32347" fmla="*/ 1796066 w 2119654"/>
              <a:gd name="connsiteY32347" fmla="*/ 994139 h 2398711"/>
              <a:gd name="connsiteX32348" fmla="*/ 1807435 w 2119654"/>
              <a:gd name="connsiteY32348" fmla="*/ 968524 h 2398711"/>
              <a:gd name="connsiteX32349" fmla="*/ 1807429 w 2119654"/>
              <a:gd name="connsiteY32349" fmla="*/ 975389 h 2398711"/>
              <a:gd name="connsiteX32350" fmla="*/ 1812678 w 2119654"/>
              <a:gd name="connsiteY32350" fmla="*/ 964146 h 2398711"/>
              <a:gd name="connsiteX32351" fmla="*/ 1812481 w 2119654"/>
              <a:gd name="connsiteY32351" fmla="*/ 958806 h 2398711"/>
              <a:gd name="connsiteX32352" fmla="*/ 1781201 w 2119654"/>
              <a:gd name="connsiteY32352" fmla="*/ 1026642 h 2398711"/>
              <a:gd name="connsiteX32353" fmla="*/ 1781976 w 2119654"/>
              <a:gd name="connsiteY32353" fmla="*/ 1026824 h 2398711"/>
              <a:gd name="connsiteX32354" fmla="*/ 1783451 w 2119654"/>
              <a:gd name="connsiteY32354" fmla="*/ 1024035 h 2398711"/>
              <a:gd name="connsiteX32355" fmla="*/ 1740749 w 2119654"/>
              <a:gd name="connsiteY32355" fmla="*/ 1117054 h 2398711"/>
              <a:gd name="connsiteX32356" fmla="*/ 1740060 w 2119654"/>
              <a:gd name="connsiteY32356" fmla="*/ 1119412 h 2398711"/>
              <a:gd name="connsiteX32357" fmla="*/ 1740347 w 2119654"/>
              <a:gd name="connsiteY32357" fmla="*/ 1119160 h 2398711"/>
              <a:gd name="connsiteX32358" fmla="*/ 1740651 w 2119654"/>
              <a:gd name="connsiteY32358" fmla="*/ 1118472 h 2398711"/>
              <a:gd name="connsiteX32359" fmla="*/ 1803030 w 2119654"/>
              <a:gd name="connsiteY32359" fmla="*/ 977005 h 2398711"/>
              <a:gd name="connsiteX32360" fmla="*/ 1801987 w 2119654"/>
              <a:gd name="connsiteY32360" fmla="*/ 986015 h 2398711"/>
              <a:gd name="connsiteX32361" fmla="*/ 1803143 w 2119654"/>
              <a:gd name="connsiteY32361" fmla="*/ 984570 h 2398711"/>
              <a:gd name="connsiteX32362" fmla="*/ 1805792 w 2119654"/>
              <a:gd name="connsiteY32362" fmla="*/ 978896 h 2398711"/>
              <a:gd name="connsiteX32363" fmla="*/ 1806111 w 2119654"/>
              <a:gd name="connsiteY32363" fmla="*/ 971074 h 2398711"/>
              <a:gd name="connsiteX32364" fmla="*/ 1780424 w 2119654"/>
              <a:gd name="connsiteY32364" fmla="*/ 1027544 h 2398711"/>
              <a:gd name="connsiteX32365" fmla="*/ 1780606 w 2119654"/>
              <a:gd name="connsiteY32365" fmla="*/ 1029414 h 2398711"/>
              <a:gd name="connsiteX32366" fmla="*/ 1781715 w 2119654"/>
              <a:gd name="connsiteY32366" fmla="*/ 1027317 h 2398711"/>
              <a:gd name="connsiteX32367" fmla="*/ 1780803 w 2119654"/>
              <a:gd name="connsiteY32367" fmla="*/ 1027104 h 2398711"/>
              <a:gd name="connsiteX32368" fmla="*/ 1801183 w 2119654"/>
              <a:gd name="connsiteY32368" fmla="*/ 980563 h 2398711"/>
              <a:gd name="connsiteX32369" fmla="*/ 1800464 w 2119654"/>
              <a:gd name="connsiteY32369" fmla="*/ 987171 h 2398711"/>
              <a:gd name="connsiteX32370" fmla="*/ 1801758 w 2119654"/>
              <a:gd name="connsiteY32370" fmla="*/ 980536 h 2398711"/>
              <a:gd name="connsiteX32371" fmla="*/ 1802060 w 2119654"/>
              <a:gd name="connsiteY32371" fmla="*/ 978874 h 2398711"/>
              <a:gd name="connsiteX32372" fmla="*/ 1735564 w 2119654"/>
              <a:gd name="connsiteY32372" fmla="*/ 1127402 h 2398711"/>
              <a:gd name="connsiteX32373" fmla="*/ 1735436 w 2119654"/>
              <a:gd name="connsiteY32373" fmla="*/ 1130280 h 2398711"/>
              <a:gd name="connsiteX32374" fmla="*/ 1737143 w 2119654"/>
              <a:gd name="connsiteY32374" fmla="*/ 1126414 h 2398711"/>
              <a:gd name="connsiteX32375" fmla="*/ 1736853 w 2119654"/>
              <a:gd name="connsiteY32375" fmla="*/ 1126273 h 2398711"/>
              <a:gd name="connsiteX32376" fmla="*/ 1780372 w 2119654"/>
              <a:gd name="connsiteY32376" fmla="*/ 1027003 h 2398711"/>
              <a:gd name="connsiteX32377" fmla="*/ 1780404 w 2119654"/>
              <a:gd name="connsiteY32377" fmla="*/ 1027338 h 2398711"/>
              <a:gd name="connsiteX32378" fmla="*/ 1780639 w 2119654"/>
              <a:gd name="connsiteY32378" fmla="*/ 1027066 h 2398711"/>
              <a:gd name="connsiteX32379" fmla="*/ 1231067 w 2119654"/>
              <a:gd name="connsiteY32379" fmla="*/ 2255681 h 2398711"/>
              <a:gd name="connsiteX32380" fmla="*/ 1234995 w 2119654"/>
              <a:gd name="connsiteY32380" fmla="*/ 2257058 h 2398711"/>
              <a:gd name="connsiteX32381" fmla="*/ 1237613 w 2119654"/>
              <a:gd name="connsiteY32381" fmla="*/ 2257859 h 2398711"/>
              <a:gd name="connsiteX32382" fmla="*/ 1240795 w 2119654"/>
              <a:gd name="connsiteY32382" fmla="*/ 2253928 h 2398711"/>
              <a:gd name="connsiteX32383" fmla="*/ 1237579 w 2119654"/>
              <a:gd name="connsiteY32383" fmla="*/ 2251235 h 2398711"/>
              <a:gd name="connsiteX32384" fmla="*/ 1796614 w 2119654"/>
              <a:gd name="connsiteY32384" fmla="*/ 989088 h 2398711"/>
              <a:gd name="connsiteX32385" fmla="*/ 1796618 w 2119654"/>
              <a:gd name="connsiteY32385" fmla="*/ 992728 h 2398711"/>
              <a:gd name="connsiteX32386" fmla="*/ 1799566 w 2119654"/>
              <a:gd name="connsiteY32386" fmla="*/ 989042 h 2398711"/>
              <a:gd name="connsiteX32387" fmla="*/ 1800431 w 2119654"/>
              <a:gd name="connsiteY32387" fmla="*/ 981980 h 2398711"/>
              <a:gd name="connsiteX32388" fmla="*/ 1218480 w 2119654"/>
              <a:gd name="connsiteY32388" fmla="*/ 2283601 h 2398711"/>
              <a:gd name="connsiteX32389" fmla="*/ 1223973 w 2119654"/>
              <a:gd name="connsiteY32389" fmla="*/ 2280332 h 2398711"/>
              <a:gd name="connsiteX32390" fmla="*/ 1222631 w 2119654"/>
              <a:gd name="connsiteY32390" fmla="*/ 2278474 h 2398711"/>
              <a:gd name="connsiteX32391" fmla="*/ 1234316 w 2119654"/>
              <a:gd name="connsiteY32391" fmla="*/ 2247848 h 2398711"/>
              <a:gd name="connsiteX32392" fmla="*/ 1237856 w 2119654"/>
              <a:gd name="connsiteY32392" fmla="*/ 2250811 h 2398711"/>
              <a:gd name="connsiteX32393" fmla="*/ 1247993 w 2119654"/>
              <a:gd name="connsiteY32393" fmla="*/ 2243688 h 2398711"/>
              <a:gd name="connsiteX32394" fmla="*/ 1248423 w 2119654"/>
              <a:gd name="connsiteY32394" fmla="*/ 2243070 h 2398711"/>
              <a:gd name="connsiteX32395" fmla="*/ 1239767 w 2119654"/>
              <a:gd name="connsiteY32395" fmla="*/ 2240131 h 2398711"/>
              <a:gd name="connsiteX32396" fmla="*/ 1852497 w 2119654"/>
              <a:gd name="connsiteY32396" fmla="*/ 863281 h 2398711"/>
              <a:gd name="connsiteX32397" fmla="*/ 1851605 w 2119654"/>
              <a:gd name="connsiteY32397" fmla="*/ 866467 h 2398711"/>
              <a:gd name="connsiteX32398" fmla="*/ 1847418 w 2119654"/>
              <a:gd name="connsiteY32398" fmla="*/ 879426 h 2398711"/>
              <a:gd name="connsiteX32399" fmla="*/ 1848097 w 2119654"/>
              <a:gd name="connsiteY32399" fmla="*/ 888276 h 2398711"/>
              <a:gd name="connsiteX32400" fmla="*/ 1850303 w 2119654"/>
              <a:gd name="connsiteY32400" fmla="*/ 883553 h 2398711"/>
              <a:gd name="connsiteX32401" fmla="*/ 1851343 w 2119654"/>
              <a:gd name="connsiteY32401" fmla="*/ 874571 h 2398711"/>
              <a:gd name="connsiteX32402" fmla="*/ 1239810 w 2119654"/>
              <a:gd name="connsiteY32402" fmla="*/ 2234091 h 2398711"/>
              <a:gd name="connsiteX32403" fmla="*/ 1242169 w 2119654"/>
              <a:gd name="connsiteY32403" fmla="*/ 2236001 h 2398711"/>
              <a:gd name="connsiteX32404" fmla="*/ 1246230 w 2119654"/>
              <a:gd name="connsiteY32404" fmla="*/ 2230252 h 2398711"/>
              <a:gd name="connsiteX32405" fmla="*/ 1735994 w 2119654"/>
              <a:gd name="connsiteY32405" fmla="*/ 1122975 h 2398711"/>
              <a:gd name="connsiteX32406" fmla="*/ 1739108 w 2119654"/>
              <a:gd name="connsiteY32406" fmla="*/ 1120247 h 2398711"/>
              <a:gd name="connsiteX32407" fmla="*/ 1740377 w 2119654"/>
              <a:gd name="connsiteY32407" fmla="*/ 1115907 h 2398711"/>
              <a:gd name="connsiteX32408" fmla="*/ 1736221 w 2119654"/>
              <a:gd name="connsiteY32408" fmla="*/ 1122567 h 2398711"/>
              <a:gd name="connsiteX32409" fmla="*/ 1790661 w 2119654"/>
              <a:gd name="connsiteY32409" fmla="*/ 1000175 h 2398711"/>
              <a:gd name="connsiteX32410" fmla="*/ 1795652 w 2119654"/>
              <a:gd name="connsiteY32410" fmla="*/ 993935 h 2398711"/>
              <a:gd name="connsiteX32411" fmla="*/ 1795991 w 2119654"/>
              <a:gd name="connsiteY32411" fmla="*/ 990249 h 2398711"/>
              <a:gd name="connsiteX32412" fmla="*/ 1740417 w 2119654"/>
              <a:gd name="connsiteY32412" fmla="*/ 1112501 h 2398711"/>
              <a:gd name="connsiteX32413" fmla="*/ 1741145 w 2119654"/>
              <a:gd name="connsiteY32413" fmla="*/ 1111333 h 2398711"/>
              <a:gd name="connsiteX32414" fmla="*/ 1741159 w 2119654"/>
              <a:gd name="connsiteY32414" fmla="*/ 1111133 h 2398711"/>
              <a:gd name="connsiteX32415" fmla="*/ 1741125 w 2119654"/>
              <a:gd name="connsiteY32415" fmla="*/ 1111125 h 2398711"/>
              <a:gd name="connsiteX32416" fmla="*/ 1277890 w 2119654"/>
              <a:gd name="connsiteY32416" fmla="*/ 2147726 h 2398711"/>
              <a:gd name="connsiteX32417" fmla="*/ 1279096 w 2119654"/>
              <a:gd name="connsiteY32417" fmla="*/ 2149067 h 2398711"/>
              <a:gd name="connsiteX32418" fmla="*/ 1282261 w 2119654"/>
              <a:gd name="connsiteY32418" fmla="*/ 2148965 h 2398711"/>
              <a:gd name="connsiteX32419" fmla="*/ 1280070 w 2119654"/>
              <a:gd name="connsiteY32419" fmla="*/ 2147941 h 2398711"/>
              <a:gd name="connsiteX32420" fmla="*/ 1278231 w 2119654"/>
              <a:gd name="connsiteY32420" fmla="*/ 2147759 h 2398711"/>
              <a:gd name="connsiteX32421" fmla="*/ 1278206 w 2119654"/>
              <a:gd name="connsiteY32421" fmla="*/ 2147788 h 2398711"/>
              <a:gd name="connsiteX32422" fmla="*/ 1278069 w 2119654"/>
              <a:gd name="connsiteY32422" fmla="*/ 2147818 h 2398711"/>
              <a:gd name="connsiteX32423" fmla="*/ 1278127 w 2119654"/>
              <a:gd name="connsiteY32423" fmla="*/ 2147749 h 2398711"/>
              <a:gd name="connsiteX32424" fmla="*/ 1275528 w 2119654"/>
              <a:gd name="connsiteY32424" fmla="*/ 2152634 h 2398711"/>
              <a:gd name="connsiteX32425" fmla="*/ 1276679 w 2119654"/>
              <a:gd name="connsiteY32425" fmla="*/ 2153419 h 2398711"/>
              <a:gd name="connsiteX32426" fmla="*/ 1279240 w 2119654"/>
              <a:gd name="connsiteY32426" fmla="*/ 2153826 h 2398711"/>
              <a:gd name="connsiteX32427" fmla="*/ 1277807 w 2119654"/>
              <a:gd name="connsiteY32427" fmla="*/ 2152561 h 2398711"/>
              <a:gd name="connsiteX32428" fmla="*/ 1764265 w 2119654"/>
              <a:gd name="connsiteY32428" fmla="*/ 1057654 h 2398711"/>
              <a:gd name="connsiteX32429" fmla="*/ 1763842 w 2119654"/>
              <a:gd name="connsiteY32429" fmla="*/ 1061109 h 2398711"/>
              <a:gd name="connsiteX32430" fmla="*/ 1765385 w 2119654"/>
              <a:gd name="connsiteY32430" fmla="*/ 1058192 h 2398711"/>
              <a:gd name="connsiteX32431" fmla="*/ 1765457 w 2119654"/>
              <a:gd name="connsiteY32431" fmla="*/ 1056799 h 2398711"/>
              <a:gd name="connsiteX32432" fmla="*/ 1229235 w 2119654"/>
              <a:gd name="connsiteY32432" fmla="*/ 2255040 h 2398711"/>
              <a:gd name="connsiteX32433" fmla="*/ 1230938 w 2119654"/>
              <a:gd name="connsiteY32433" fmla="*/ 2255636 h 2398711"/>
              <a:gd name="connsiteX32434" fmla="*/ 1232784 w 2119654"/>
              <a:gd name="connsiteY32434" fmla="*/ 2254376 h 2398711"/>
              <a:gd name="connsiteX32435" fmla="*/ 1237431 w 2119654"/>
              <a:gd name="connsiteY32435" fmla="*/ 2251110 h 2398711"/>
              <a:gd name="connsiteX32436" fmla="*/ 1234025 w 2119654"/>
              <a:gd name="connsiteY32436" fmla="*/ 2248259 h 2398711"/>
              <a:gd name="connsiteX32437" fmla="*/ 1779741 w 2119654"/>
              <a:gd name="connsiteY32437" fmla="*/ 1020514 h 2398711"/>
              <a:gd name="connsiteX32438" fmla="*/ 1780316 w 2119654"/>
              <a:gd name="connsiteY32438" fmla="*/ 1026435 h 2398711"/>
              <a:gd name="connsiteX32439" fmla="*/ 1781037 w 2119654"/>
              <a:gd name="connsiteY32439" fmla="*/ 1026604 h 2398711"/>
              <a:gd name="connsiteX32440" fmla="*/ 1783763 w 2119654"/>
              <a:gd name="connsiteY32440" fmla="*/ 1023445 h 2398711"/>
              <a:gd name="connsiteX32441" fmla="*/ 1785578 w 2119654"/>
              <a:gd name="connsiteY32441" fmla="*/ 1020013 h 2398711"/>
              <a:gd name="connsiteX32442" fmla="*/ 1788454 w 2119654"/>
              <a:gd name="connsiteY32442" fmla="*/ 1007898 h 2398711"/>
              <a:gd name="connsiteX32443" fmla="*/ 1788572 w 2119654"/>
              <a:gd name="connsiteY32443" fmla="*/ 1008149 h 2398711"/>
              <a:gd name="connsiteX32444" fmla="*/ 1785900 w 2119654"/>
              <a:gd name="connsiteY32444" fmla="*/ 1019406 h 2398711"/>
              <a:gd name="connsiteX32445" fmla="*/ 1794261 w 2119654"/>
              <a:gd name="connsiteY32445" fmla="*/ 1003597 h 2398711"/>
              <a:gd name="connsiteX32446" fmla="*/ 1794525 w 2119654"/>
              <a:gd name="connsiteY32446" fmla="*/ 1003032 h 2398711"/>
              <a:gd name="connsiteX32447" fmla="*/ 1795480 w 2119654"/>
              <a:gd name="connsiteY32447" fmla="*/ 995807 h 2398711"/>
              <a:gd name="connsiteX32448" fmla="*/ 1795577 w 2119654"/>
              <a:gd name="connsiteY32448" fmla="*/ 994753 h 2398711"/>
              <a:gd name="connsiteX32449" fmla="*/ 1789430 w 2119654"/>
              <a:gd name="connsiteY32449" fmla="*/ 1002469 h 2398711"/>
              <a:gd name="connsiteX32450" fmla="*/ 1226834 w 2119654"/>
              <a:gd name="connsiteY32450" fmla="*/ 2258438 h 2398711"/>
              <a:gd name="connsiteX32451" fmla="*/ 1230444 w 2119654"/>
              <a:gd name="connsiteY32451" fmla="*/ 2255973 h 2398711"/>
              <a:gd name="connsiteX32452" fmla="*/ 1228908 w 2119654"/>
              <a:gd name="connsiteY32452" fmla="*/ 2255503 h 2398711"/>
              <a:gd name="connsiteX32453" fmla="*/ 1771222 w 2119654"/>
              <a:gd name="connsiteY32453" fmla="*/ 1038206 h 2398711"/>
              <a:gd name="connsiteX32454" fmla="*/ 1770846 w 2119654"/>
              <a:gd name="connsiteY32454" fmla="*/ 1047866 h 2398711"/>
              <a:gd name="connsiteX32455" fmla="*/ 1774779 w 2119654"/>
              <a:gd name="connsiteY32455" fmla="*/ 1040430 h 2398711"/>
              <a:gd name="connsiteX32456" fmla="*/ 1774552 w 2119654"/>
              <a:gd name="connsiteY32456" fmla="*/ 1034349 h 2398711"/>
              <a:gd name="connsiteX32457" fmla="*/ 1219453 w 2119654"/>
              <a:gd name="connsiteY32457" fmla="*/ 2273338 h 2398711"/>
              <a:gd name="connsiteX32458" fmla="*/ 1222066 w 2119654"/>
              <a:gd name="connsiteY32458" fmla="*/ 2277065 h 2398711"/>
              <a:gd name="connsiteX32459" fmla="*/ 1222894 w 2119654"/>
              <a:gd name="connsiteY32459" fmla="*/ 2276042 h 2398711"/>
              <a:gd name="connsiteX32460" fmla="*/ 1763984 w 2119654"/>
              <a:gd name="connsiteY32460" fmla="*/ 1052706 h 2398711"/>
              <a:gd name="connsiteX32461" fmla="*/ 1763096 w 2119654"/>
              <a:gd name="connsiteY32461" fmla="*/ 1055754 h 2398711"/>
              <a:gd name="connsiteX32462" fmla="*/ 1763168 w 2119654"/>
              <a:gd name="connsiteY32462" fmla="*/ 1057698 h 2398711"/>
              <a:gd name="connsiteX32463" fmla="*/ 1771299 w 2119654"/>
              <a:gd name="connsiteY32463" fmla="*/ 1036236 h 2398711"/>
              <a:gd name="connsiteX32464" fmla="*/ 1771240 w 2119654"/>
              <a:gd name="connsiteY32464" fmla="*/ 1037754 h 2398711"/>
              <a:gd name="connsiteX32465" fmla="*/ 1774540 w 2119654"/>
              <a:gd name="connsiteY32465" fmla="*/ 1034034 h 2398711"/>
              <a:gd name="connsiteX32466" fmla="*/ 1774405 w 2119654"/>
              <a:gd name="connsiteY32466" fmla="*/ 1030450 h 2398711"/>
              <a:gd name="connsiteX32467" fmla="*/ 1272368 w 2119654"/>
              <a:gd name="connsiteY32467" fmla="*/ 2152735 h 2398711"/>
              <a:gd name="connsiteX32468" fmla="*/ 1276252 w 2119654"/>
              <a:gd name="connsiteY32468" fmla="*/ 2153351 h 2398711"/>
              <a:gd name="connsiteX32469" fmla="*/ 1275186 w 2119654"/>
              <a:gd name="connsiteY32469" fmla="*/ 2152645 h 2398711"/>
              <a:gd name="connsiteX32470" fmla="*/ 1769324 w 2119654"/>
              <a:gd name="connsiteY32470" fmla="*/ 1039914 h 2398711"/>
              <a:gd name="connsiteX32471" fmla="*/ 1770104 w 2119654"/>
              <a:gd name="connsiteY32471" fmla="*/ 1039033 h 2398711"/>
              <a:gd name="connsiteX32472" fmla="*/ 1770128 w 2119654"/>
              <a:gd name="connsiteY32472" fmla="*/ 1038416 h 2398711"/>
              <a:gd name="connsiteX32473" fmla="*/ 1767083 w 2119654"/>
              <a:gd name="connsiteY32473" fmla="*/ 1044088 h 2398711"/>
              <a:gd name="connsiteX32474" fmla="*/ 1766683 w 2119654"/>
              <a:gd name="connsiteY32474" fmla="*/ 1055418 h 2398711"/>
              <a:gd name="connsiteX32475" fmla="*/ 1766950 w 2119654"/>
              <a:gd name="connsiteY32475" fmla="*/ 1055233 h 2398711"/>
              <a:gd name="connsiteX32476" fmla="*/ 1768152 w 2119654"/>
              <a:gd name="connsiteY32476" fmla="*/ 1052960 h 2398711"/>
              <a:gd name="connsiteX32477" fmla="*/ 1768202 w 2119654"/>
              <a:gd name="connsiteY32477" fmla="*/ 1052299 h 2398711"/>
              <a:gd name="connsiteX32478" fmla="*/ 1768369 w 2119654"/>
              <a:gd name="connsiteY32478" fmla="*/ 1052548 h 2398711"/>
              <a:gd name="connsiteX32479" fmla="*/ 1769673 w 2119654"/>
              <a:gd name="connsiteY32479" fmla="*/ 1050084 h 2398711"/>
              <a:gd name="connsiteX32480" fmla="*/ 1770084 w 2119654"/>
              <a:gd name="connsiteY32480" fmla="*/ 1039527 h 2398711"/>
              <a:gd name="connsiteX32481" fmla="*/ 1769162 w 2119654"/>
              <a:gd name="connsiteY32481" fmla="*/ 1040595 h 2398711"/>
              <a:gd name="connsiteX32482" fmla="*/ 1768646 w 2119654"/>
              <a:gd name="connsiteY32482" fmla="*/ 1041177 h 2398711"/>
              <a:gd name="connsiteX32483" fmla="*/ 1766001 w 2119654"/>
              <a:gd name="connsiteY32483" fmla="*/ 1046404 h 2398711"/>
              <a:gd name="connsiteX32484" fmla="*/ 1765021 w 2119654"/>
              <a:gd name="connsiteY32484" fmla="*/ 1051472 h 2398711"/>
              <a:gd name="connsiteX32485" fmla="*/ 1764338 w 2119654"/>
              <a:gd name="connsiteY32485" fmla="*/ 1057051 h 2398711"/>
              <a:gd name="connsiteX32486" fmla="*/ 1765486 w 2119654"/>
              <a:gd name="connsiteY32486" fmla="*/ 1056252 h 2398711"/>
              <a:gd name="connsiteX32487" fmla="*/ 1764502 w 2119654"/>
              <a:gd name="connsiteY32487" fmla="*/ 1049513 h 2398711"/>
              <a:gd name="connsiteX32488" fmla="*/ 1762995 w 2119654"/>
              <a:gd name="connsiteY32488" fmla="*/ 1053075 h 2398711"/>
              <a:gd name="connsiteX32489" fmla="*/ 1763049 w 2119654"/>
              <a:gd name="connsiteY32489" fmla="*/ 1054503 h 2398711"/>
              <a:gd name="connsiteX32490" fmla="*/ 1273325 w 2119654"/>
              <a:gd name="connsiteY32490" fmla="*/ 2149253 h 2398711"/>
              <a:gd name="connsiteX32491" fmla="*/ 1273343 w 2119654"/>
              <a:gd name="connsiteY32491" fmla="*/ 2149252 h 2398711"/>
              <a:gd name="connsiteX32492" fmla="*/ 1273386 w 2119654"/>
              <a:gd name="connsiteY32492" fmla="*/ 2149195 h 2398711"/>
              <a:gd name="connsiteX32493" fmla="*/ 1273394 w 2119654"/>
              <a:gd name="connsiteY32493" fmla="*/ 2149183 h 2398711"/>
              <a:gd name="connsiteX32494" fmla="*/ 1233800 w 2119654"/>
              <a:gd name="connsiteY32494" fmla="*/ 2237684 h 2398711"/>
              <a:gd name="connsiteX32495" fmla="*/ 1239591 w 2119654"/>
              <a:gd name="connsiteY32495" fmla="*/ 2239651 h 2398711"/>
              <a:gd name="connsiteX32496" fmla="*/ 1241491 w 2119654"/>
              <a:gd name="connsiteY32496" fmla="*/ 2236962 h 2398711"/>
              <a:gd name="connsiteX32497" fmla="*/ 1238604 w 2119654"/>
              <a:gd name="connsiteY32497" fmla="*/ 2234812 h 2398711"/>
              <a:gd name="connsiteX32498" fmla="*/ 1751505 w 2119654"/>
              <a:gd name="connsiteY32498" fmla="*/ 1078220 h 2398711"/>
              <a:gd name="connsiteX32499" fmla="*/ 1755642 w 2119654"/>
              <a:gd name="connsiteY32499" fmla="*/ 1075807 h 2398711"/>
              <a:gd name="connsiteX32500" fmla="*/ 1755766 w 2119654"/>
              <a:gd name="connsiteY32500" fmla="*/ 1075720 h 2398711"/>
              <a:gd name="connsiteX32501" fmla="*/ 1756031 w 2119654"/>
              <a:gd name="connsiteY32501" fmla="*/ 1068620 h 2398711"/>
              <a:gd name="connsiteX32502" fmla="*/ 1263535 w 2119654"/>
              <a:gd name="connsiteY32502" fmla="*/ 2170791 h 2398711"/>
              <a:gd name="connsiteX32503" fmla="*/ 1263928 w 2119654"/>
              <a:gd name="connsiteY32503" fmla="*/ 2171345 h 2398711"/>
              <a:gd name="connsiteX32504" fmla="*/ 1264720 w 2119654"/>
              <a:gd name="connsiteY32504" fmla="*/ 2170734 h 2398711"/>
              <a:gd name="connsiteX32505" fmla="*/ 1806796 w 2119654"/>
              <a:gd name="connsiteY32505" fmla="*/ 954291 h 2398711"/>
              <a:gd name="connsiteX32506" fmla="*/ 1803653 w 2119654"/>
              <a:gd name="connsiteY32506" fmla="*/ 971628 h 2398711"/>
              <a:gd name="connsiteX32507" fmla="*/ 1803179 w 2119654"/>
              <a:gd name="connsiteY32507" fmla="*/ 975724 h 2398711"/>
              <a:gd name="connsiteX32508" fmla="*/ 1806146 w 2119654"/>
              <a:gd name="connsiteY32508" fmla="*/ 970197 h 2398711"/>
              <a:gd name="connsiteX32509" fmla="*/ 1770222 w 2119654"/>
              <a:gd name="connsiteY32509" fmla="*/ 1035993 h 2398711"/>
              <a:gd name="connsiteX32510" fmla="*/ 1768024 w 2119654"/>
              <a:gd name="connsiteY32510" fmla="*/ 1041188 h 2398711"/>
              <a:gd name="connsiteX32511" fmla="*/ 1768078 w 2119654"/>
              <a:gd name="connsiteY32511" fmla="*/ 1041097 h 2398711"/>
              <a:gd name="connsiteX32512" fmla="*/ 1770175 w 2119654"/>
              <a:gd name="connsiteY32512" fmla="*/ 1037191 h 2398711"/>
              <a:gd name="connsiteX32513" fmla="*/ 1774256 w 2119654"/>
              <a:gd name="connsiteY32513" fmla="*/ 1026457 h 2398711"/>
              <a:gd name="connsiteX32514" fmla="*/ 1771418 w 2119654"/>
              <a:gd name="connsiteY32514" fmla="*/ 1033166 h 2398711"/>
              <a:gd name="connsiteX32515" fmla="*/ 1771347 w 2119654"/>
              <a:gd name="connsiteY32515" fmla="*/ 1035008 h 2398711"/>
              <a:gd name="connsiteX32516" fmla="*/ 1774366 w 2119654"/>
              <a:gd name="connsiteY32516" fmla="*/ 1029385 h 2398711"/>
              <a:gd name="connsiteX32517" fmla="*/ 1779230 w 2119654"/>
              <a:gd name="connsiteY32517" fmla="*/ 1015273 h 2398711"/>
              <a:gd name="connsiteX32518" fmla="*/ 1779646 w 2119654"/>
              <a:gd name="connsiteY32518" fmla="*/ 1019551 h 2398711"/>
              <a:gd name="connsiteX32519" fmla="*/ 1787556 w 2119654"/>
              <a:gd name="connsiteY32519" fmla="*/ 1004822 h 2398711"/>
              <a:gd name="connsiteX32520" fmla="*/ 1242614 w 2119654"/>
              <a:gd name="connsiteY32520" fmla="*/ 2215894 h 2398711"/>
              <a:gd name="connsiteX32521" fmla="*/ 1247146 w 2119654"/>
              <a:gd name="connsiteY32521" fmla="*/ 2217826 h 2398711"/>
              <a:gd name="connsiteX32522" fmla="*/ 1250000 w 2119654"/>
              <a:gd name="connsiteY32522" fmla="*/ 2218997 h 2398711"/>
              <a:gd name="connsiteX32523" fmla="*/ 1257479 w 2119654"/>
              <a:gd name="connsiteY32523" fmla="*/ 2212872 h 2398711"/>
              <a:gd name="connsiteX32524" fmla="*/ 1259098 w 2119654"/>
              <a:gd name="connsiteY32524" fmla="*/ 2208999 h 2398711"/>
              <a:gd name="connsiteX32525" fmla="*/ 1259034 w 2119654"/>
              <a:gd name="connsiteY32525" fmla="*/ 2208910 h 2398711"/>
              <a:gd name="connsiteX32526" fmla="*/ 1255747 w 2119654"/>
              <a:gd name="connsiteY32526" fmla="*/ 2208350 h 2398711"/>
              <a:gd name="connsiteX32527" fmla="*/ 1255052 w 2119654"/>
              <a:gd name="connsiteY32527" fmla="*/ 2208338 h 2398711"/>
              <a:gd name="connsiteX32528" fmla="*/ 1252697 w 2119654"/>
              <a:gd name="connsiteY32528" fmla="*/ 2208122 h 2398711"/>
              <a:gd name="connsiteX32529" fmla="*/ 1246428 w 2119654"/>
              <a:gd name="connsiteY32529" fmla="*/ 2211697 h 2398711"/>
              <a:gd name="connsiteX32530" fmla="*/ 1217885 w 2119654"/>
              <a:gd name="connsiteY32530" fmla="*/ 2271103 h 2398711"/>
              <a:gd name="connsiteX32531" fmla="*/ 1218837 w 2119654"/>
              <a:gd name="connsiteY32531" fmla="*/ 2272462 h 2398711"/>
              <a:gd name="connsiteX32532" fmla="*/ 1223089 w 2119654"/>
              <a:gd name="connsiteY32532" fmla="*/ 2275801 h 2398711"/>
              <a:gd name="connsiteX32533" fmla="*/ 1237413 w 2119654"/>
              <a:gd name="connsiteY32533" fmla="*/ 2258106 h 2398711"/>
              <a:gd name="connsiteX32534" fmla="*/ 1230579 w 2119654"/>
              <a:gd name="connsiteY32534" fmla="*/ 2256015 h 2398711"/>
              <a:gd name="connsiteX32535" fmla="*/ 1226652 w 2119654"/>
              <a:gd name="connsiteY32535" fmla="*/ 2258696 h 2398711"/>
              <a:gd name="connsiteX32536" fmla="*/ 1217966 w 2119654"/>
              <a:gd name="connsiteY32536" fmla="*/ 2270990 h 2398711"/>
              <a:gd name="connsiteX32537" fmla="*/ 1217602 w 2119654"/>
              <a:gd name="connsiteY32537" fmla="*/ 2271491 h 2398711"/>
              <a:gd name="connsiteX32538" fmla="*/ 1217816 w 2119654"/>
              <a:gd name="connsiteY32538" fmla="*/ 2271659 h 2398711"/>
              <a:gd name="connsiteX32539" fmla="*/ 1217651 w 2119654"/>
              <a:gd name="connsiteY32539" fmla="*/ 2271424 h 2398711"/>
              <a:gd name="connsiteX32540" fmla="*/ 1796047 w 2119654"/>
              <a:gd name="connsiteY32540" fmla="*/ 974948 h 2398711"/>
              <a:gd name="connsiteX32541" fmla="*/ 1791852 w 2119654"/>
              <a:gd name="connsiteY32541" fmla="*/ 984863 h 2398711"/>
              <a:gd name="connsiteX32542" fmla="*/ 1796030 w 2119654"/>
              <a:gd name="connsiteY32542" fmla="*/ 979976 h 2398711"/>
              <a:gd name="connsiteX32543" fmla="*/ 1796045 w 2119654"/>
              <a:gd name="connsiteY32543" fmla="*/ 980278 h 2398711"/>
              <a:gd name="connsiteX32544" fmla="*/ 1791584 w 2119654"/>
              <a:gd name="connsiteY32544" fmla="*/ 985498 h 2398711"/>
              <a:gd name="connsiteX32545" fmla="*/ 1779671 w 2119654"/>
              <a:gd name="connsiteY32545" fmla="*/ 1013658 h 2398711"/>
              <a:gd name="connsiteX32546" fmla="*/ 1781859 w 2119654"/>
              <a:gd name="connsiteY32546" fmla="*/ 1011181 h 2398711"/>
              <a:gd name="connsiteX32547" fmla="*/ 1788803 w 2119654"/>
              <a:gd name="connsiteY32547" fmla="*/ 1002500 h 2398711"/>
              <a:gd name="connsiteX32548" fmla="*/ 1796061 w 2119654"/>
              <a:gd name="connsiteY32548" fmla="*/ 988982 h 2398711"/>
              <a:gd name="connsiteX32549" fmla="*/ 1766269 w 2119654"/>
              <a:gd name="connsiteY32549" fmla="*/ 1041286 h 2398711"/>
              <a:gd name="connsiteX32550" fmla="*/ 1765974 w 2119654"/>
              <a:gd name="connsiteY32550" fmla="*/ 1043688 h 2398711"/>
              <a:gd name="connsiteX32551" fmla="*/ 1766142 w 2119654"/>
              <a:gd name="connsiteY32551" fmla="*/ 1043499 h 2398711"/>
              <a:gd name="connsiteX32552" fmla="*/ 1766157 w 2119654"/>
              <a:gd name="connsiteY32552" fmla="*/ 1043421 h 2398711"/>
              <a:gd name="connsiteX32553" fmla="*/ 1797785 w 2119654"/>
              <a:gd name="connsiteY32553" fmla="*/ 970708 h 2398711"/>
              <a:gd name="connsiteX32554" fmla="*/ 1796599 w 2119654"/>
              <a:gd name="connsiteY32554" fmla="*/ 973623 h 2398711"/>
              <a:gd name="connsiteX32555" fmla="*/ 1796609 w 2119654"/>
              <a:gd name="connsiteY32555" fmla="*/ 983525 h 2398711"/>
              <a:gd name="connsiteX32556" fmla="*/ 1251620 w 2119654"/>
              <a:gd name="connsiteY32556" fmla="*/ 2193563 h 2398711"/>
              <a:gd name="connsiteX32557" fmla="*/ 1251858 w 2119654"/>
              <a:gd name="connsiteY32557" fmla="*/ 2193576 h 2398711"/>
              <a:gd name="connsiteX32558" fmla="*/ 1252131 w 2119654"/>
              <a:gd name="connsiteY32558" fmla="*/ 2193275 h 2398711"/>
              <a:gd name="connsiteX32559" fmla="*/ 1251124 w 2119654"/>
              <a:gd name="connsiteY32559" fmla="*/ 2194384 h 2398711"/>
              <a:gd name="connsiteX32560" fmla="*/ 1251650 w 2119654"/>
              <a:gd name="connsiteY32560" fmla="*/ 2193805 h 2398711"/>
              <a:gd name="connsiteX32561" fmla="*/ 1251413 w 2119654"/>
              <a:gd name="connsiteY32561" fmla="*/ 2193793 h 2398711"/>
              <a:gd name="connsiteX32562" fmla="*/ 1754752 w 2119654"/>
              <a:gd name="connsiteY32562" fmla="*/ 1066438 h 2398711"/>
              <a:gd name="connsiteX32563" fmla="*/ 1751988 w 2119654"/>
              <a:gd name="connsiteY32563" fmla="*/ 1073748 h 2398711"/>
              <a:gd name="connsiteX32564" fmla="*/ 1756173 w 2119654"/>
              <a:gd name="connsiteY32564" fmla="*/ 1064876 h 2398711"/>
              <a:gd name="connsiteX32565" fmla="*/ 1756207 w 2119654"/>
              <a:gd name="connsiteY32565" fmla="*/ 1063973 h 2398711"/>
              <a:gd name="connsiteX32566" fmla="*/ 1803447 w 2119654"/>
              <a:gd name="connsiteY32566" fmla="*/ 956793 h 2398711"/>
              <a:gd name="connsiteX32567" fmla="*/ 1798296 w 2119654"/>
              <a:gd name="connsiteY32567" fmla="*/ 969450 h 2398711"/>
              <a:gd name="connsiteX32568" fmla="*/ 1796613 w 2119654"/>
              <a:gd name="connsiteY32568" fmla="*/ 987781 h 2398711"/>
              <a:gd name="connsiteX32569" fmla="*/ 1796613 w 2119654"/>
              <a:gd name="connsiteY32569" fmla="*/ 987952 h 2398711"/>
              <a:gd name="connsiteX32570" fmla="*/ 1800611 w 2119654"/>
              <a:gd name="connsiteY32570" fmla="*/ 980506 h 2398711"/>
              <a:gd name="connsiteX32571" fmla="*/ 1802899 w 2119654"/>
              <a:gd name="connsiteY32571" fmla="*/ 961819 h 2398711"/>
              <a:gd name="connsiteX32572" fmla="*/ 1762797 w 2119654"/>
              <a:gd name="connsiteY32572" fmla="*/ 1047769 h 2398711"/>
              <a:gd name="connsiteX32573" fmla="*/ 1762877 w 2119654"/>
              <a:gd name="connsiteY32573" fmla="*/ 1049907 h 2398711"/>
              <a:gd name="connsiteX32574" fmla="*/ 1764648 w 2119654"/>
              <a:gd name="connsiteY32574" fmla="*/ 1046906 h 2398711"/>
              <a:gd name="connsiteX32575" fmla="*/ 1765078 w 2119654"/>
              <a:gd name="connsiteY32575" fmla="*/ 1045995 h 2398711"/>
              <a:gd name="connsiteX32576" fmla="*/ 1765238 w 2119654"/>
              <a:gd name="connsiteY32576" fmla="*/ 1045017 h 2398711"/>
              <a:gd name="connsiteX32577" fmla="*/ 1240072 w 2119654"/>
              <a:gd name="connsiteY32577" fmla="*/ 2218169 h 2398711"/>
              <a:gd name="connsiteX32578" fmla="*/ 1241615 w 2119654"/>
              <a:gd name="connsiteY32578" fmla="*/ 2218848 h 2398711"/>
              <a:gd name="connsiteX32579" fmla="*/ 1247260 w 2119654"/>
              <a:gd name="connsiteY32579" fmla="*/ 2221242 h 2398711"/>
              <a:gd name="connsiteX32580" fmla="*/ 1249904 w 2119654"/>
              <a:gd name="connsiteY32580" fmla="*/ 2219077 h 2398711"/>
              <a:gd name="connsiteX32581" fmla="*/ 1242488 w 2119654"/>
              <a:gd name="connsiteY32581" fmla="*/ 2216033 h 2398711"/>
              <a:gd name="connsiteX32582" fmla="*/ 1241925 w 2119654"/>
              <a:gd name="connsiteY32582" fmla="*/ 2216653 h 2398711"/>
              <a:gd name="connsiteX32583" fmla="*/ 1770433 w 2119654"/>
              <a:gd name="connsiteY32583" fmla="*/ 1030564 h 2398711"/>
              <a:gd name="connsiteX32584" fmla="*/ 1767328 w 2119654"/>
              <a:gd name="connsiteY32584" fmla="*/ 1041224 h 2398711"/>
              <a:gd name="connsiteX32585" fmla="*/ 1768007 w 2119654"/>
              <a:gd name="connsiteY32585" fmla="*/ 1039784 h 2398711"/>
              <a:gd name="connsiteX32586" fmla="*/ 1770284 w 2119654"/>
              <a:gd name="connsiteY32586" fmla="*/ 1034404 h 2398711"/>
              <a:gd name="connsiteX32587" fmla="*/ 1752994 w 2119654"/>
              <a:gd name="connsiteY32587" fmla="*/ 1069416 h 2398711"/>
              <a:gd name="connsiteX32588" fmla="*/ 1752154 w 2119654"/>
              <a:gd name="connsiteY32588" fmla="*/ 1072783 h 2398711"/>
              <a:gd name="connsiteX32589" fmla="*/ 1754196 w 2119654"/>
              <a:gd name="connsiteY32589" fmla="*/ 1067380 h 2398711"/>
              <a:gd name="connsiteX32590" fmla="*/ 1805194 w 2119654"/>
              <a:gd name="connsiteY32590" fmla="*/ 952499 h 2398711"/>
              <a:gd name="connsiteX32591" fmla="*/ 1803888 w 2119654"/>
              <a:gd name="connsiteY32591" fmla="*/ 955709 h 2398711"/>
              <a:gd name="connsiteX32592" fmla="*/ 1801335 w 2119654"/>
              <a:gd name="connsiteY32592" fmla="*/ 979157 h 2398711"/>
              <a:gd name="connsiteX32593" fmla="*/ 1802319 w 2119654"/>
              <a:gd name="connsiteY32593" fmla="*/ 977326 h 2398711"/>
              <a:gd name="connsiteX32594" fmla="*/ 1806840 w 2119654"/>
              <a:gd name="connsiteY32594" fmla="*/ 948453 h 2398711"/>
              <a:gd name="connsiteX32595" fmla="*/ 1806137 w 2119654"/>
              <a:gd name="connsiteY32595" fmla="*/ 950180 h 2398711"/>
              <a:gd name="connsiteX32596" fmla="*/ 1804148 w 2119654"/>
              <a:gd name="connsiteY32596" fmla="*/ 967356 h 2398711"/>
              <a:gd name="connsiteX32597" fmla="*/ 1806836 w 2119654"/>
              <a:gd name="connsiteY32597" fmla="*/ 952524 h 2398711"/>
              <a:gd name="connsiteX32598" fmla="*/ 1239582 w 2119654"/>
              <a:gd name="connsiteY32598" fmla="*/ 2218570 h 2398711"/>
              <a:gd name="connsiteX32599" fmla="*/ 1245473 w 2119654"/>
              <a:gd name="connsiteY32599" fmla="*/ 2222706 h 2398711"/>
              <a:gd name="connsiteX32600" fmla="*/ 1247139 w 2119654"/>
              <a:gd name="connsiteY32600" fmla="*/ 2221342 h 2398711"/>
              <a:gd name="connsiteX32601" fmla="*/ 1239931 w 2119654"/>
              <a:gd name="connsiteY32601" fmla="*/ 2218284 h 2398711"/>
              <a:gd name="connsiteX32602" fmla="*/ 1811666 w 2119654"/>
              <a:gd name="connsiteY32602" fmla="*/ 936592 h 2398711"/>
              <a:gd name="connsiteX32603" fmla="*/ 1807453 w 2119654"/>
              <a:gd name="connsiteY32603" fmla="*/ 946945 h 2398711"/>
              <a:gd name="connsiteX32604" fmla="*/ 1807435 w 2119654"/>
              <a:gd name="connsiteY32604" fmla="*/ 967797 h 2398711"/>
              <a:gd name="connsiteX32605" fmla="*/ 1810602 w 2119654"/>
              <a:gd name="connsiteY32605" fmla="*/ 961901 h 2398711"/>
              <a:gd name="connsiteX32606" fmla="*/ 1812463 w 2119654"/>
              <a:gd name="connsiteY32606" fmla="*/ 958316 h 2398711"/>
              <a:gd name="connsiteX32607" fmla="*/ 1740372 w 2119654"/>
              <a:gd name="connsiteY32607" fmla="*/ 1096102 h 2398711"/>
              <a:gd name="connsiteX32608" fmla="*/ 1740479 w 2119654"/>
              <a:gd name="connsiteY32608" fmla="*/ 1096187 h 2398711"/>
              <a:gd name="connsiteX32609" fmla="*/ 1741143 w 2119654"/>
              <a:gd name="connsiteY32609" fmla="*/ 1095344 h 2398711"/>
              <a:gd name="connsiteX32610" fmla="*/ 1772039 w 2119654"/>
              <a:gd name="connsiteY32610" fmla="*/ 1025053 h 2398711"/>
              <a:gd name="connsiteX32611" fmla="*/ 1771687 w 2119654"/>
              <a:gd name="connsiteY32611" fmla="*/ 1026259 h 2398711"/>
              <a:gd name="connsiteX32612" fmla="*/ 1771480 w 2119654"/>
              <a:gd name="connsiteY32612" fmla="*/ 1031576 h 2398711"/>
              <a:gd name="connsiteX32613" fmla="*/ 1774041 w 2119654"/>
              <a:gd name="connsiteY32613" fmla="*/ 1025522 h 2398711"/>
              <a:gd name="connsiteX32614" fmla="*/ 1749627 w 2119654"/>
              <a:gd name="connsiteY32614" fmla="*/ 1075120 h 2398711"/>
              <a:gd name="connsiteX32615" fmla="*/ 1749307 w 2119654"/>
              <a:gd name="connsiteY32615" fmla="*/ 1079434 h 2398711"/>
              <a:gd name="connsiteX32616" fmla="*/ 1750982 w 2119654"/>
              <a:gd name="connsiteY32616" fmla="*/ 1075883 h 2398711"/>
              <a:gd name="connsiteX32617" fmla="*/ 1751372 w 2119654"/>
              <a:gd name="connsiteY32617" fmla="*/ 1074851 h 2398711"/>
              <a:gd name="connsiteX32618" fmla="*/ 1752535 w 2119654"/>
              <a:gd name="connsiteY32618" fmla="*/ 1070194 h 2398711"/>
              <a:gd name="connsiteX32619" fmla="*/ 1249302 w 2119654"/>
              <a:gd name="connsiteY32619" fmla="*/ 2194874 h 2398711"/>
              <a:gd name="connsiteX32620" fmla="*/ 1249901 w 2119654"/>
              <a:gd name="connsiteY32620" fmla="*/ 2195729 h 2398711"/>
              <a:gd name="connsiteX32621" fmla="*/ 1250136 w 2119654"/>
              <a:gd name="connsiteY32621" fmla="*/ 2195471 h 2398711"/>
              <a:gd name="connsiteX32622" fmla="*/ 1250860 w 2119654"/>
              <a:gd name="connsiteY32622" fmla="*/ 2193993 h 2398711"/>
              <a:gd name="connsiteX32623" fmla="*/ 1772586 w 2119654"/>
              <a:gd name="connsiteY32623" fmla="*/ 1023107 h 2398711"/>
              <a:gd name="connsiteX32624" fmla="*/ 1772219 w 2119654"/>
              <a:gd name="connsiteY32624" fmla="*/ 1024432 h 2398711"/>
              <a:gd name="connsiteX32625" fmla="*/ 1772189 w 2119654"/>
              <a:gd name="connsiteY32625" fmla="*/ 1024534 h 2398711"/>
              <a:gd name="connsiteX32626" fmla="*/ 1774202 w 2119654"/>
              <a:gd name="connsiteY32626" fmla="*/ 1025005 h 2398711"/>
              <a:gd name="connsiteX32627" fmla="*/ 1774178 w 2119654"/>
              <a:gd name="connsiteY32627" fmla="*/ 1024390 h 2398711"/>
              <a:gd name="connsiteX32628" fmla="*/ 1773905 w 2119654"/>
              <a:gd name="connsiteY32628" fmla="*/ 1021580 h 2398711"/>
              <a:gd name="connsiteX32629" fmla="*/ 1771773 w 2119654"/>
              <a:gd name="connsiteY32629" fmla="*/ 1024048 h 2398711"/>
              <a:gd name="connsiteX32630" fmla="*/ 1771758 w 2119654"/>
              <a:gd name="connsiteY32630" fmla="*/ 1024433 h 2398711"/>
              <a:gd name="connsiteX32631" fmla="*/ 1771804 w 2119654"/>
              <a:gd name="connsiteY32631" fmla="*/ 1024444 h 2398711"/>
              <a:gd name="connsiteX32632" fmla="*/ 1771995 w 2119654"/>
              <a:gd name="connsiteY32632" fmla="*/ 1023791 h 2398711"/>
              <a:gd name="connsiteX32633" fmla="*/ 1745850 w 2119654"/>
              <a:gd name="connsiteY32633" fmla="*/ 1081517 h 2398711"/>
              <a:gd name="connsiteX32634" fmla="*/ 1749039 w 2119654"/>
              <a:gd name="connsiteY32634" fmla="*/ 1079657 h 2398711"/>
              <a:gd name="connsiteX32635" fmla="*/ 1749377 w 2119654"/>
              <a:gd name="connsiteY32635" fmla="*/ 1075805 h 2398711"/>
              <a:gd name="connsiteX32636" fmla="*/ 1749399 w 2119654"/>
              <a:gd name="connsiteY32636" fmla="*/ 1075506 h 2398711"/>
              <a:gd name="connsiteX32637" fmla="*/ 1773672 w 2119654"/>
              <a:gd name="connsiteY32637" fmla="*/ 1019183 h 2398711"/>
              <a:gd name="connsiteX32638" fmla="*/ 1773163 w 2119654"/>
              <a:gd name="connsiteY32638" fmla="*/ 1021021 h 2398711"/>
              <a:gd name="connsiteX32639" fmla="*/ 1773783 w 2119654"/>
              <a:gd name="connsiteY32639" fmla="*/ 1020321 h 2398711"/>
              <a:gd name="connsiteX32640" fmla="*/ 1738191 w 2119654"/>
              <a:gd name="connsiteY32640" fmla="*/ 1098245 h 2398711"/>
              <a:gd name="connsiteX32641" fmla="*/ 1737963 w 2119654"/>
              <a:gd name="connsiteY32641" fmla="*/ 1099382 h 2398711"/>
              <a:gd name="connsiteX32642" fmla="*/ 1739103 w 2119654"/>
              <a:gd name="connsiteY32642" fmla="*/ 1097934 h 2398711"/>
              <a:gd name="connsiteX32643" fmla="*/ 1738775 w 2119654"/>
              <a:gd name="connsiteY32643" fmla="*/ 1097671 h 2398711"/>
              <a:gd name="connsiteX32644" fmla="*/ 1806843 w 2119654"/>
              <a:gd name="connsiteY32644" fmla="*/ 944081 h 2398711"/>
              <a:gd name="connsiteX32645" fmla="*/ 1806246 w 2119654"/>
              <a:gd name="connsiteY32645" fmla="*/ 949242 h 2398711"/>
              <a:gd name="connsiteX32646" fmla="*/ 1806840 w 2119654"/>
              <a:gd name="connsiteY32646" fmla="*/ 947781 h 2398711"/>
              <a:gd name="connsiteX32647" fmla="*/ 1247717 w 2119654"/>
              <a:gd name="connsiteY32647" fmla="*/ 2195769 h 2398711"/>
              <a:gd name="connsiteX32648" fmla="*/ 1247292 w 2119654"/>
              <a:gd name="connsiteY32648" fmla="*/ 2196739 h 2398711"/>
              <a:gd name="connsiteX32649" fmla="*/ 1247521 w 2119654"/>
              <a:gd name="connsiteY32649" fmla="*/ 2196844 h 2398711"/>
              <a:gd name="connsiteX32650" fmla="*/ 1249624 w 2119654"/>
              <a:gd name="connsiteY32650" fmla="*/ 2196034 h 2398711"/>
              <a:gd name="connsiteX32651" fmla="*/ 1249687 w 2119654"/>
              <a:gd name="connsiteY32651" fmla="*/ 2195965 h 2398711"/>
              <a:gd name="connsiteX32652" fmla="*/ 1249015 w 2119654"/>
              <a:gd name="connsiteY32652" fmla="*/ 2195036 h 2398711"/>
              <a:gd name="connsiteX32653" fmla="*/ 1236217 w 2119654"/>
              <a:gd name="connsiteY32653" fmla="*/ 2221324 h 2398711"/>
              <a:gd name="connsiteX32654" fmla="*/ 1242072 w 2119654"/>
              <a:gd name="connsiteY32654" fmla="*/ 2225078 h 2398711"/>
              <a:gd name="connsiteX32655" fmla="*/ 1243940 w 2119654"/>
              <a:gd name="connsiteY32655" fmla="*/ 2223962 h 2398711"/>
              <a:gd name="connsiteX32656" fmla="*/ 1245204 w 2119654"/>
              <a:gd name="connsiteY32656" fmla="*/ 2222927 h 2398711"/>
              <a:gd name="connsiteX32657" fmla="*/ 1239313 w 2119654"/>
              <a:gd name="connsiteY32657" fmla="*/ 2218791 h 2398711"/>
              <a:gd name="connsiteX32658" fmla="*/ 1769902 w 2119654"/>
              <a:gd name="connsiteY32658" fmla="*/ 1026212 h 2398711"/>
              <a:gd name="connsiteX32659" fmla="*/ 1767224 w 2119654"/>
              <a:gd name="connsiteY32659" fmla="*/ 1040073 h 2398711"/>
              <a:gd name="connsiteX32660" fmla="*/ 1767220 w 2119654"/>
              <a:gd name="connsiteY32660" fmla="*/ 1040182 h 2398711"/>
              <a:gd name="connsiteX32661" fmla="*/ 1770496 w 2119654"/>
              <a:gd name="connsiteY32661" fmla="*/ 1028936 h 2398711"/>
              <a:gd name="connsiteX32662" fmla="*/ 1770635 w 2119654"/>
              <a:gd name="connsiteY32662" fmla="*/ 1025365 h 2398711"/>
              <a:gd name="connsiteX32663" fmla="*/ 1227019 w 2119654"/>
              <a:gd name="connsiteY32663" fmla="*/ 2241738 h 2398711"/>
              <a:gd name="connsiteX32664" fmla="*/ 1233992 w 2119654"/>
              <a:gd name="connsiteY32664" fmla="*/ 2247576 h 2398711"/>
              <a:gd name="connsiteX32665" fmla="*/ 1239351 w 2119654"/>
              <a:gd name="connsiteY32665" fmla="*/ 2239990 h 2398711"/>
              <a:gd name="connsiteX32666" fmla="*/ 1233351 w 2119654"/>
              <a:gd name="connsiteY32666" fmla="*/ 2237952 h 2398711"/>
              <a:gd name="connsiteX32667" fmla="*/ 1736659 w 2119654"/>
              <a:gd name="connsiteY32667" fmla="*/ 1099749 h 2398711"/>
              <a:gd name="connsiteX32668" fmla="*/ 1736676 w 2119654"/>
              <a:gd name="connsiteY32668" fmla="*/ 1100284 h 2398711"/>
              <a:gd name="connsiteX32669" fmla="*/ 1736852 w 2119654"/>
              <a:gd name="connsiteY32669" fmla="*/ 1099560 h 2398711"/>
              <a:gd name="connsiteX32670" fmla="*/ 1756453 w 2119654"/>
              <a:gd name="connsiteY32670" fmla="*/ 1054918 h 2398711"/>
              <a:gd name="connsiteX32671" fmla="*/ 1754307 w 2119654"/>
              <a:gd name="connsiteY32671" fmla="*/ 1064038 h 2398711"/>
              <a:gd name="connsiteX32672" fmla="*/ 1754694 w 2119654"/>
              <a:gd name="connsiteY32672" fmla="*/ 1063767 h 2398711"/>
              <a:gd name="connsiteX32673" fmla="*/ 1756319 w 2119654"/>
              <a:gd name="connsiteY32673" fmla="*/ 1061016 h 2398711"/>
              <a:gd name="connsiteX32674" fmla="*/ 1756551 w 2119654"/>
              <a:gd name="connsiteY32674" fmla="*/ 1054808 h 2398711"/>
              <a:gd name="connsiteX32675" fmla="*/ 1246580 w 2119654"/>
              <a:gd name="connsiteY32675" fmla="*/ 2196412 h 2398711"/>
              <a:gd name="connsiteX32676" fmla="*/ 1247108 w 2119654"/>
              <a:gd name="connsiteY32676" fmla="*/ 2196654 h 2398711"/>
              <a:gd name="connsiteX32677" fmla="*/ 1247422 w 2119654"/>
              <a:gd name="connsiteY32677" fmla="*/ 2195936 h 2398711"/>
              <a:gd name="connsiteX32678" fmla="*/ 1195109 w 2119654"/>
              <a:gd name="connsiteY32678" fmla="*/ 2311643 h 2398711"/>
              <a:gd name="connsiteX32679" fmla="*/ 1209924 w 2119654"/>
              <a:gd name="connsiteY32679" fmla="*/ 2300599 h 2398711"/>
              <a:gd name="connsiteX32680" fmla="*/ 1227165 w 2119654"/>
              <a:gd name="connsiteY32680" fmla="*/ 2284753 h 2398711"/>
              <a:gd name="connsiteX32681" fmla="*/ 1224190 w 2119654"/>
              <a:gd name="connsiteY32681" fmla="*/ 2280632 h 2398711"/>
              <a:gd name="connsiteX32682" fmla="*/ 1217984 w 2119654"/>
              <a:gd name="connsiteY32682" fmla="*/ 2284214 h 2398711"/>
              <a:gd name="connsiteX32683" fmla="*/ 1203648 w 2119654"/>
              <a:gd name="connsiteY32683" fmla="*/ 2301925 h 2398711"/>
              <a:gd name="connsiteX32684" fmla="*/ 1778292 w 2119654"/>
              <a:gd name="connsiteY32684" fmla="*/ 1005622 h 2398711"/>
              <a:gd name="connsiteX32685" fmla="*/ 1779071 w 2119654"/>
              <a:gd name="connsiteY32685" fmla="*/ 1013633 h 2398711"/>
              <a:gd name="connsiteX32686" fmla="*/ 1790374 w 2119654"/>
              <a:gd name="connsiteY32686" fmla="*/ 986913 h 2398711"/>
              <a:gd name="connsiteX32687" fmla="*/ 1786178 w 2119654"/>
              <a:gd name="connsiteY32687" fmla="*/ 991822 h 2398711"/>
              <a:gd name="connsiteX32688" fmla="*/ 1767820 w 2119654"/>
              <a:gd name="connsiteY32688" fmla="*/ 1028623 h 2398711"/>
              <a:gd name="connsiteX32689" fmla="*/ 1767550 w 2119654"/>
              <a:gd name="connsiteY32689" fmla="*/ 1030827 h 2398711"/>
              <a:gd name="connsiteX32690" fmla="*/ 1767317 w 2119654"/>
              <a:gd name="connsiteY32690" fmla="*/ 1037415 h 2398711"/>
              <a:gd name="connsiteX32691" fmla="*/ 1769362 w 2119654"/>
              <a:gd name="connsiteY32691" fmla="*/ 1026838 h 2398711"/>
              <a:gd name="connsiteX32692" fmla="*/ 1770780 w 2119654"/>
              <a:gd name="connsiteY32692" fmla="*/ 1021643 h 2398711"/>
              <a:gd name="connsiteX32693" fmla="*/ 1770708 w 2119654"/>
              <a:gd name="connsiteY32693" fmla="*/ 1022049 h 2398711"/>
              <a:gd name="connsiteX32694" fmla="*/ 1770311 w 2119654"/>
              <a:gd name="connsiteY32694" fmla="*/ 1024095 h 2398711"/>
              <a:gd name="connsiteX32695" fmla="*/ 1770424 w 2119654"/>
              <a:gd name="connsiteY32695" fmla="*/ 1024121 h 2398711"/>
              <a:gd name="connsiteX32696" fmla="*/ 1770696 w 2119654"/>
              <a:gd name="connsiteY32696" fmla="*/ 1023813 h 2398711"/>
              <a:gd name="connsiteX32697" fmla="*/ 1750189 w 2119654"/>
              <a:gd name="connsiteY32697" fmla="*/ 1067517 h 2398711"/>
              <a:gd name="connsiteX32698" fmla="*/ 1749860 w 2119654"/>
              <a:gd name="connsiteY32698" fmla="*/ 1071957 h 2398711"/>
              <a:gd name="connsiteX32699" fmla="*/ 1753731 w 2119654"/>
              <a:gd name="connsiteY32699" fmla="*/ 1065400 h 2398711"/>
              <a:gd name="connsiteX32700" fmla="*/ 1753837 w 2119654"/>
              <a:gd name="connsiteY32700" fmla="*/ 1064977 h 2398711"/>
              <a:gd name="connsiteX32701" fmla="*/ 1736582 w 2119654"/>
              <a:gd name="connsiteY32701" fmla="*/ 1097217 h 2398711"/>
              <a:gd name="connsiteX32702" fmla="*/ 1736602 w 2119654"/>
              <a:gd name="connsiteY32702" fmla="*/ 1097886 h 2398711"/>
              <a:gd name="connsiteX32703" fmla="*/ 1736966 w 2119654"/>
              <a:gd name="connsiteY32703" fmla="*/ 1097405 h 2398711"/>
              <a:gd name="connsiteX32704" fmla="*/ 1736987 w 2119654"/>
              <a:gd name="connsiteY32704" fmla="*/ 1097588 h 2398711"/>
              <a:gd name="connsiteX32705" fmla="*/ 1737436 w 2119654"/>
              <a:gd name="connsiteY32705" fmla="*/ 1097148 h 2398711"/>
              <a:gd name="connsiteX32706" fmla="*/ 1737547 w 2119654"/>
              <a:gd name="connsiteY32706" fmla="*/ 1096687 h 2398711"/>
              <a:gd name="connsiteX32707" fmla="*/ 1737364 w 2119654"/>
              <a:gd name="connsiteY32707" fmla="*/ 1096541 h 2398711"/>
              <a:gd name="connsiteX32708" fmla="*/ 1736779 w 2119654"/>
              <a:gd name="connsiteY32708" fmla="*/ 1096882 h 2398711"/>
              <a:gd name="connsiteX32709" fmla="*/ 1771790 w 2119654"/>
              <a:gd name="connsiteY32709" fmla="*/ 1016998 h 2398711"/>
              <a:gd name="connsiteX32710" fmla="*/ 1771796 w 2119654"/>
              <a:gd name="connsiteY32710" fmla="*/ 1022569 h 2398711"/>
              <a:gd name="connsiteX32711" fmla="*/ 1772623 w 2119654"/>
              <a:gd name="connsiteY32711" fmla="*/ 1021632 h 2398711"/>
              <a:gd name="connsiteX32712" fmla="*/ 1773588 w 2119654"/>
              <a:gd name="connsiteY32712" fmla="*/ 1018320 h 2398711"/>
              <a:gd name="connsiteX32713" fmla="*/ 1773217 w 2119654"/>
              <a:gd name="connsiteY32713" fmla="*/ 1014503 h 2398711"/>
              <a:gd name="connsiteX32714" fmla="*/ 1201638 w 2119654"/>
              <a:gd name="connsiteY32714" fmla="*/ 2293442 h 2398711"/>
              <a:gd name="connsiteX32715" fmla="*/ 1211871 w 2119654"/>
              <a:gd name="connsiteY32715" fmla="*/ 2287536 h 2398711"/>
              <a:gd name="connsiteX32716" fmla="*/ 1215190 w 2119654"/>
              <a:gd name="connsiteY32716" fmla="*/ 2285559 h 2398711"/>
              <a:gd name="connsiteX32717" fmla="*/ 1221827 w 2119654"/>
              <a:gd name="connsiteY32717" fmla="*/ 2277361 h 2398711"/>
              <a:gd name="connsiteX32718" fmla="*/ 1221350 w 2119654"/>
              <a:gd name="connsiteY32718" fmla="*/ 2276699 h 2398711"/>
              <a:gd name="connsiteX32719" fmla="*/ 1218431 w 2119654"/>
              <a:gd name="connsiteY32719" fmla="*/ 2272536 h 2398711"/>
              <a:gd name="connsiteX32720" fmla="*/ 1217420 w 2119654"/>
              <a:gd name="connsiteY32720" fmla="*/ 2271742 h 2398711"/>
              <a:gd name="connsiteX32721" fmla="*/ 1768363 w 2119654"/>
              <a:gd name="connsiteY32721" fmla="*/ 1024193 h 2398711"/>
              <a:gd name="connsiteX32722" fmla="*/ 1768041 w 2119654"/>
              <a:gd name="connsiteY32722" fmla="*/ 1026817 h 2398711"/>
              <a:gd name="connsiteX32723" fmla="*/ 1769736 w 2119654"/>
              <a:gd name="connsiteY32723" fmla="*/ 1024898 h 2398711"/>
              <a:gd name="connsiteX32724" fmla="*/ 1769808 w 2119654"/>
              <a:gd name="connsiteY32724" fmla="*/ 1024532 h 2398711"/>
              <a:gd name="connsiteX32725" fmla="*/ 1844534 w 2119654"/>
              <a:gd name="connsiteY32725" fmla="*/ 853592 h 2398711"/>
              <a:gd name="connsiteX32726" fmla="*/ 1842840 w 2119654"/>
              <a:gd name="connsiteY32726" fmla="*/ 877239 h 2398711"/>
              <a:gd name="connsiteX32727" fmla="*/ 1841467 w 2119654"/>
              <a:gd name="connsiteY32727" fmla="*/ 893360 h 2398711"/>
              <a:gd name="connsiteX32728" fmla="*/ 1846412 w 2119654"/>
              <a:gd name="connsiteY32728" fmla="*/ 878057 h 2398711"/>
              <a:gd name="connsiteX32729" fmla="*/ 1778882 w 2119654"/>
              <a:gd name="connsiteY32729" fmla="*/ 1000359 h 2398711"/>
              <a:gd name="connsiteX32730" fmla="*/ 1778067 w 2119654"/>
              <a:gd name="connsiteY32730" fmla="*/ 1003306 h 2398711"/>
              <a:gd name="connsiteX32731" fmla="*/ 1778229 w 2119654"/>
              <a:gd name="connsiteY32731" fmla="*/ 1004974 h 2398711"/>
              <a:gd name="connsiteX32732" fmla="*/ 1784869 w 2119654"/>
              <a:gd name="connsiteY32732" fmla="*/ 993354 h 2398711"/>
              <a:gd name="connsiteX32733" fmla="*/ 1200780 w 2119654"/>
              <a:gd name="connsiteY32733" fmla="*/ 2294142 h 2398711"/>
              <a:gd name="connsiteX32734" fmla="*/ 1200858 w 2119654"/>
              <a:gd name="connsiteY32734" fmla="*/ 2294190 h 2398711"/>
              <a:gd name="connsiteX32735" fmla="*/ 1200974 w 2119654"/>
              <a:gd name="connsiteY32735" fmla="*/ 2294031 h 2398711"/>
              <a:gd name="connsiteX32736" fmla="*/ 1768549 w 2119654"/>
              <a:gd name="connsiteY32736" fmla="*/ 1022671 h 2398711"/>
              <a:gd name="connsiteX32737" fmla="*/ 1768429 w 2119654"/>
              <a:gd name="connsiteY32737" fmla="*/ 1023654 h 2398711"/>
              <a:gd name="connsiteX32738" fmla="*/ 1769910 w 2119654"/>
              <a:gd name="connsiteY32738" fmla="*/ 1024000 h 2398711"/>
              <a:gd name="connsiteX32739" fmla="*/ 1770884 w 2119654"/>
              <a:gd name="connsiteY32739" fmla="*/ 1018959 h 2398711"/>
              <a:gd name="connsiteX32740" fmla="*/ 1770900 w 2119654"/>
              <a:gd name="connsiteY32740" fmla="*/ 1018556 h 2398711"/>
              <a:gd name="connsiteX32741" fmla="*/ 1729874 w 2119654"/>
              <a:gd name="connsiteY32741" fmla="*/ 1109194 h 2398711"/>
              <a:gd name="connsiteX32742" fmla="*/ 1729769 w 2119654"/>
              <a:gd name="connsiteY32742" fmla="*/ 1109783 h 2398711"/>
              <a:gd name="connsiteX32743" fmla="*/ 1729989 w 2119654"/>
              <a:gd name="connsiteY32743" fmla="*/ 1109502 h 2398711"/>
              <a:gd name="connsiteX32744" fmla="*/ 1730002 w 2119654"/>
              <a:gd name="connsiteY32744" fmla="*/ 1109213 h 2398711"/>
              <a:gd name="connsiteX32745" fmla="*/ 1777892 w 2119654"/>
              <a:gd name="connsiteY32745" fmla="*/ 1001517 h 2398711"/>
              <a:gd name="connsiteX32746" fmla="*/ 1778018 w 2119654"/>
              <a:gd name="connsiteY32746" fmla="*/ 1002813 h 2398711"/>
              <a:gd name="connsiteX32747" fmla="*/ 1778609 w 2119654"/>
              <a:gd name="connsiteY32747" fmla="*/ 1000678 h 2398711"/>
              <a:gd name="connsiteX32748" fmla="*/ 1767788 w 2119654"/>
              <a:gd name="connsiteY32748" fmla="*/ 1024058 h 2398711"/>
              <a:gd name="connsiteX32749" fmla="*/ 1767767 w 2119654"/>
              <a:gd name="connsiteY32749" fmla="*/ 1024680 h 2398711"/>
              <a:gd name="connsiteX32750" fmla="*/ 1767841 w 2119654"/>
              <a:gd name="connsiteY32750" fmla="*/ 1024071 h 2398711"/>
              <a:gd name="connsiteX32751" fmla="*/ 1763176 w 2119654"/>
              <a:gd name="connsiteY32751" fmla="*/ 1033997 h 2398711"/>
              <a:gd name="connsiteX32752" fmla="*/ 1762787 w 2119654"/>
              <a:gd name="connsiteY32752" fmla="*/ 1047281 h 2398711"/>
              <a:gd name="connsiteX32753" fmla="*/ 1765338 w 2119654"/>
              <a:gd name="connsiteY32753" fmla="*/ 1044405 h 2398711"/>
              <a:gd name="connsiteX32754" fmla="*/ 1765389 w 2119654"/>
              <a:gd name="connsiteY32754" fmla="*/ 1044092 h 2398711"/>
              <a:gd name="connsiteX32755" fmla="*/ 1766668 w 2119654"/>
              <a:gd name="connsiteY32755" fmla="*/ 1033647 h 2398711"/>
              <a:gd name="connsiteX32756" fmla="*/ 1766874 w 2119654"/>
              <a:gd name="connsiteY32756" fmla="*/ 1029718 h 2398711"/>
              <a:gd name="connsiteX32757" fmla="*/ 1808108 w 2119654"/>
              <a:gd name="connsiteY32757" fmla="*/ 933158 h 2398711"/>
              <a:gd name="connsiteX32758" fmla="*/ 1807460 w 2119654"/>
              <a:gd name="connsiteY32758" fmla="*/ 938752 h 2398711"/>
              <a:gd name="connsiteX32759" fmla="*/ 1807454 w 2119654"/>
              <a:gd name="connsiteY32759" fmla="*/ 946273 h 2398711"/>
              <a:gd name="connsiteX32760" fmla="*/ 1811643 w 2119654"/>
              <a:gd name="connsiteY32760" fmla="*/ 935976 h 2398711"/>
              <a:gd name="connsiteX32761" fmla="*/ 1811325 w 2119654"/>
              <a:gd name="connsiteY32761" fmla="*/ 927330 h 2398711"/>
              <a:gd name="connsiteX32762" fmla="*/ 1728853 w 2119654"/>
              <a:gd name="connsiteY32762" fmla="*/ 1110457 h 2398711"/>
              <a:gd name="connsiteX32763" fmla="*/ 1728911 w 2119654"/>
              <a:gd name="connsiteY32763" fmla="*/ 1110871 h 2398711"/>
              <a:gd name="connsiteX32764" fmla="*/ 1729207 w 2119654"/>
              <a:gd name="connsiteY32764" fmla="*/ 1110496 h 2398711"/>
              <a:gd name="connsiteX32765" fmla="*/ 1729424 w 2119654"/>
              <a:gd name="connsiteY32765" fmla="*/ 1109366 h 2398711"/>
              <a:gd name="connsiteX32766" fmla="*/ 1242787 w 2119654"/>
              <a:gd name="connsiteY32766" fmla="*/ 2198665 h 2398711"/>
              <a:gd name="connsiteX32767" fmla="*/ 1245154 w 2119654"/>
              <a:gd name="connsiteY32767" fmla="*/ 2197754 h 2398711"/>
              <a:gd name="connsiteX32768" fmla="*/ 1244623 w 2119654"/>
              <a:gd name="connsiteY32768" fmla="*/ 2197518 h 2398711"/>
              <a:gd name="connsiteX32769" fmla="*/ 1242867 w 2119654"/>
              <a:gd name="connsiteY32769" fmla="*/ 2198510 h 2398711"/>
              <a:gd name="connsiteX32770" fmla="*/ 1750635 w 2119654"/>
              <a:gd name="connsiteY32770" fmla="*/ 1061475 h 2398711"/>
              <a:gd name="connsiteX32771" fmla="*/ 1750237 w 2119654"/>
              <a:gd name="connsiteY32771" fmla="*/ 1066871 h 2398711"/>
              <a:gd name="connsiteX32772" fmla="*/ 1754023 w 2119654"/>
              <a:gd name="connsiteY32772" fmla="*/ 1064236 h 2398711"/>
              <a:gd name="connsiteX32773" fmla="*/ 1756111 w 2119654"/>
              <a:gd name="connsiteY32773" fmla="*/ 1055867 h 2398711"/>
              <a:gd name="connsiteX32774" fmla="*/ 1756291 w 2119654"/>
              <a:gd name="connsiteY32774" fmla="*/ 1055101 h 2398711"/>
              <a:gd name="connsiteX32775" fmla="*/ 1740662 w 2119654"/>
              <a:gd name="connsiteY32775" fmla="*/ 1083651 h 2398711"/>
              <a:gd name="connsiteX32776" fmla="*/ 1740147 w 2119654"/>
              <a:gd name="connsiteY32776" fmla="*/ 1084843 h 2398711"/>
              <a:gd name="connsiteX32777" fmla="*/ 1740456 w 2119654"/>
              <a:gd name="connsiteY32777" fmla="*/ 1084662 h 2398711"/>
              <a:gd name="connsiteX32778" fmla="*/ 1740476 w 2119654"/>
              <a:gd name="connsiteY32778" fmla="*/ 1084579 h 2398711"/>
              <a:gd name="connsiteX32779" fmla="*/ 1762318 w 2119654"/>
              <a:gd name="connsiteY32779" fmla="*/ 1034990 h 2398711"/>
              <a:gd name="connsiteX32780" fmla="*/ 1762365 w 2119654"/>
              <a:gd name="connsiteY32780" fmla="*/ 1036234 h 2398711"/>
              <a:gd name="connsiteX32781" fmla="*/ 1762404 w 2119654"/>
              <a:gd name="connsiteY32781" fmla="*/ 1034891 h 2398711"/>
              <a:gd name="connsiteX32782" fmla="*/ 1805908 w 2119654"/>
              <a:gd name="connsiteY32782" fmla="*/ 937141 h 2398711"/>
              <a:gd name="connsiteX32783" fmla="*/ 1803996 w 2119654"/>
              <a:gd name="connsiteY32783" fmla="*/ 954713 h 2398711"/>
              <a:gd name="connsiteX32784" fmla="*/ 1804596 w 2119654"/>
              <a:gd name="connsiteY32784" fmla="*/ 953295 h 2398711"/>
              <a:gd name="connsiteX32785" fmla="*/ 1805303 w 2119654"/>
              <a:gd name="connsiteY32785" fmla="*/ 951559 h 2398711"/>
              <a:gd name="connsiteX32786" fmla="*/ 1806848 w 2119654"/>
              <a:gd name="connsiteY32786" fmla="*/ 938207 h 2398711"/>
              <a:gd name="connsiteX32787" fmla="*/ 1806851 w 2119654"/>
              <a:gd name="connsiteY32787" fmla="*/ 935434 h 2398711"/>
              <a:gd name="connsiteX32788" fmla="*/ 1746539 w 2119654"/>
              <a:gd name="connsiteY32788" fmla="*/ 1070059 h 2398711"/>
              <a:gd name="connsiteX32789" fmla="*/ 1744867 w 2119654"/>
              <a:gd name="connsiteY32789" fmla="*/ 1073927 h 2398711"/>
              <a:gd name="connsiteX32790" fmla="*/ 1744704 w 2119654"/>
              <a:gd name="connsiteY32790" fmla="*/ 1079449 h 2398711"/>
              <a:gd name="connsiteX32791" fmla="*/ 1744821 w 2119654"/>
              <a:gd name="connsiteY32791" fmla="*/ 1080466 h 2398711"/>
              <a:gd name="connsiteX32792" fmla="*/ 1744964 w 2119654"/>
              <a:gd name="connsiteY32792" fmla="*/ 1080249 h 2398711"/>
              <a:gd name="connsiteX32793" fmla="*/ 1749632 w 2119654"/>
              <a:gd name="connsiteY32793" fmla="*/ 1072343 h 2398711"/>
              <a:gd name="connsiteX32794" fmla="*/ 1749978 w 2119654"/>
              <a:gd name="connsiteY32794" fmla="*/ 1067664 h 2398711"/>
              <a:gd name="connsiteX32795" fmla="*/ 1230163 w 2119654"/>
              <a:gd name="connsiteY32795" fmla="*/ 2226278 h 2398711"/>
              <a:gd name="connsiteX32796" fmla="*/ 1234368 w 2119654"/>
              <a:gd name="connsiteY32796" fmla="*/ 2229684 h 2398711"/>
              <a:gd name="connsiteX32797" fmla="*/ 1241471 w 2119654"/>
              <a:gd name="connsiteY32797" fmla="*/ 2225437 h 2398711"/>
              <a:gd name="connsiteX32798" fmla="*/ 1238442 w 2119654"/>
              <a:gd name="connsiteY32798" fmla="*/ 2223555 h 2398711"/>
              <a:gd name="connsiteX32799" fmla="*/ 1235666 w 2119654"/>
              <a:gd name="connsiteY32799" fmla="*/ 2221775 h 2398711"/>
              <a:gd name="connsiteX32800" fmla="*/ 1749885 w 2119654"/>
              <a:gd name="connsiteY32800" fmla="*/ 1062321 h 2398711"/>
              <a:gd name="connsiteX32801" fmla="*/ 1746918 w 2119654"/>
              <a:gd name="connsiteY32801" fmla="*/ 1069184 h 2398711"/>
              <a:gd name="connsiteX32802" fmla="*/ 1750027 w 2119654"/>
              <a:gd name="connsiteY32802" fmla="*/ 1067018 h 2398711"/>
              <a:gd name="connsiteX32803" fmla="*/ 1750418 w 2119654"/>
              <a:gd name="connsiteY32803" fmla="*/ 1061720 h 2398711"/>
              <a:gd name="connsiteX32804" fmla="*/ 1750475 w 2119654"/>
              <a:gd name="connsiteY32804" fmla="*/ 1060957 h 2398711"/>
              <a:gd name="connsiteX32805" fmla="*/ 1750305 w 2119654"/>
              <a:gd name="connsiteY32805" fmla="*/ 1061348 h 2398711"/>
              <a:gd name="connsiteX32806" fmla="*/ 1750458 w 2119654"/>
              <a:gd name="connsiteY32806" fmla="*/ 1061176 h 2398711"/>
              <a:gd name="connsiteX32807" fmla="*/ 1763236 w 2119654"/>
              <a:gd name="connsiteY32807" fmla="*/ 1031969 h 2398711"/>
              <a:gd name="connsiteX32808" fmla="*/ 1763227 w 2119654"/>
              <a:gd name="connsiteY32808" fmla="*/ 1032264 h 2398711"/>
              <a:gd name="connsiteX32809" fmla="*/ 1766961 w 2119654"/>
              <a:gd name="connsiteY32809" fmla="*/ 1028039 h 2398711"/>
              <a:gd name="connsiteX32810" fmla="*/ 1767110 w 2119654"/>
              <a:gd name="connsiteY32810" fmla="*/ 1025189 h 2398711"/>
              <a:gd name="connsiteX32811" fmla="*/ 1772810 w 2119654"/>
              <a:gd name="connsiteY32811" fmla="*/ 1010322 h 2398711"/>
              <a:gd name="connsiteX32812" fmla="*/ 1771789 w 2119654"/>
              <a:gd name="connsiteY32812" fmla="*/ 1016015 h 2398711"/>
              <a:gd name="connsiteX32813" fmla="*/ 1771789 w 2119654"/>
              <a:gd name="connsiteY32813" fmla="*/ 1016241 h 2398711"/>
              <a:gd name="connsiteX32814" fmla="*/ 1773154 w 2119654"/>
              <a:gd name="connsiteY32814" fmla="*/ 1013854 h 2398711"/>
              <a:gd name="connsiteX32815" fmla="*/ 1748744 w 2119654"/>
              <a:gd name="connsiteY32815" fmla="*/ 1064108 h 2398711"/>
              <a:gd name="connsiteX32816" fmla="*/ 1748712 w 2119654"/>
              <a:gd name="connsiteY32816" fmla="*/ 1064196 h 2398711"/>
              <a:gd name="connsiteX32817" fmla="*/ 1748767 w 2119654"/>
              <a:gd name="connsiteY32817" fmla="*/ 1064072 h 2398711"/>
              <a:gd name="connsiteX32818" fmla="*/ 1749047 w 2119654"/>
              <a:gd name="connsiteY32818" fmla="*/ 1063266 h 2398711"/>
              <a:gd name="connsiteX32819" fmla="*/ 1748990 w 2119654"/>
              <a:gd name="connsiteY32819" fmla="*/ 1063424 h 2398711"/>
              <a:gd name="connsiteX32820" fmla="*/ 1749001 w 2119654"/>
              <a:gd name="connsiteY32820" fmla="*/ 1063542 h 2398711"/>
              <a:gd name="connsiteX32821" fmla="*/ 1749200 w 2119654"/>
              <a:gd name="connsiteY32821" fmla="*/ 1063093 h 2398711"/>
              <a:gd name="connsiteX32822" fmla="*/ 1756715 w 2119654"/>
              <a:gd name="connsiteY32822" fmla="*/ 1046032 h 2398711"/>
              <a:gd name="connsiteX32823" fmla="*/ 1751135 w 2119654"/>
              <a:gd name="connsiteY32823" fmla="*/ 1059430 h 2398711"/>
              <a:gd name="connsiteX32824" fmla="*/ 1750715 w 2119654"/>
              <a:gd name="connsiteY32824" fmla="*/ 1060401 h 2398711"/>
              <a:gd name="connsiteX32825" fmla="*/ 1750675 w 2119654"/>
              <a:gd name="connsiteY32825" fmla="*/ 1060931 h 2398711"/>
              <a:gd name="connsiteX32826" fmla="*/ 1756451 w 2119654"/>
              <a:gd name="connsiteY32826" fmla="*/ 1054422 h 2398711"/>
              <a:gd name="connsiteX32827" fmla="*/ 1756587 w 2119654"/>
              <a:gd name="connsiteY32827" fmla="*/ 1053840 h 2398711"/>
              <a:gd name="connsiteX32828" fmla="*/ 1756798 w 2119654"/>
              <a:gd name="connsiteY32828" fmla="*/ 1048236 h 2398711"/>
              <a:gd name="connsiteX32829" fmla="*/ 1750629 w 2119654"/>
              <a:gd name="connsiteY32829" fmla="*/ 1058868 h 2398711"/>
              <a:gd name="connsiteX32830" fmla="*/ 1749349 w 2119654"/>
              <a:gd name="connsiteY32830" fmla="*/ 1062426 h 2398711"/>
              <a:gd name="connsiteX32831" fmla="*/ 1749642 w 2119654"/>
              <a:gd name="connsiteY32831" fmla="*/ 1062097 h 2398711"/>
              <a:gd name="connsiteX32832" fmla="*/ 1750541 w 2119654"/>
              <a:gd name="connsiteY32832" fmla="*/ 1060066 h 2398711"/>
              <a:gd name="connsiteX32833" fmla="*/ 1800336 w 2119654"/>
              <a:gd name="connsiteY32833" fmla="*/ 947234 h 2398711"/>
              <a:gd name="connsiteX32834" fmla="*/ 1798444 w 2119654"/>
              <a:gd name="connsiteY32834" fmla="*/ 967836 h 2398711"/>
              <a:gd name="connsiteX32835" fmla="*/ 1803561 w 2119654"/>
              <a:gd name="connsiteY32835" fmla="*/ 955740 h 2398711"/>
              <a:gd name="connsiteX32836" fmla="*/ 1805506 w 2119654"/>
              <a:gd name="connsiteY32836" fmla="*/ 937870 h 2398711"/>
              <a:gd name="connsiteX32837" fmla="*/ 1796492 w 2119654"/>
              <a:gd name="connsiteY32837" fmla="*/ 954195 h 2398711"/>
              <a:gd name="connsiteX32838" fmla="*/ 1796586 w 2119654"/>
              <a:gd name="connsiteY32838" fmla="*/ 960709 h 2398711"/>
              <a:gd name="connsiteX32839" fmla="*/ 1796598 w 2119654"/>
              <a:gd name="connsiteY32839" fmla="*/ 972203 h 2398711"/>
              <a:gd name="connsiteX32840" fmla="*/ 1797938 w 2119654"/>
              <a:gd name="connsiteY32840" fmla="*/ 969033 h 2398711"/>
              <a:gd name="connsiteX32841" fmla="*/ 1799861 w 2119654"/>
              <a:gd name="connsiteY32841" fmla="*/ 948094 h 2398711"/>
              <a:gd name="connsiteX32842" fmla="*/ 1184939 w 2119654"/>
              <a:gd name="connsiteY32842" fmla="*/ 2323214 h 2398711"/>
              <a:gd name="connsiteX32843" fmla="*/ 1189778 w 2119654"/>
              <a:gd name="connsiteY32843" fmla="*/ 2319116 h 2398711"/>
              <a:gd name="connsiteX32844" fmla="*/ 1207257 w 2119654"/>
              <a:gd name="connsiteY32844" fmla="*/ 2303052 h 2398711"/>
              <a:gd name="connsiteX32845" fmla="*/ 1193929 w 2119654"/>
              <a:gd name="connsiteY32845" fmla="*/ 2312985 h 2398711"/>
              <a:gd name="connsiteX32846" fmla="*/ 1224475 w 2119654"/>
              <a:gd name="connsiteY32846" fmla="*/ 2234518 h 2398711"/>
              <a:gd name="connsiteX32847" fmla="*/ 1225627 w 2119654"/>
              <a:gd name="connsiteY32847" fmla="*/ 2234909 h 2398711"/>
              <a:gd name="connsiteX32848" fmla="*/ 1233158 w 2119654"/>
              <a:gd name="connsiteY32848" fmla="*/ 2230408 h 2398711"/>
              <a:gd name="connsiteX32849" fmla="*/ 1229117 w 2119654"/>
              <a:gd name="connsiteY32849" fmla="*/ 2227134 h 2398711"/>
              <a:gd name="connsiteX32850" fmla="*/ 1227620 w 2119654"/>
              <a:gd name="connsiteY32850" fmla="*/ 2228359 h 2398711"/>
              <a:gd name="connsiteX32851" fmla="*/ 1755329 w 2119654"/>
              <a:gd name="connsiteY32851" fmla="*/ 1045805 h 2398711"/>
              <a:gd name="connsiteX32852" fmla="*/ 1750880 w 2119654"/>
              <a:gd name="connsiteY32852" fmla="*/ 1058171 h 2398711"/>
              <a:gd name="connsiteX32853" fmla="*/ 1750780 w 2119654"/>
              <a:gd name="connsiteY32853" fmla="*/ 1059525 h 2398711"/>
              <a:gd name="connsiteX32854" fmla="*/ 1754378 w 2119654"/>
              <a:gd name="connsiteY32854" fmla="*/ 1051395 h 2398711"/>
              <a:gd name="connsiteX32855" fmla="*/ 1756707 w 2119654"/>
              <a:gd name="connsiteY32855" fmla="*/ 1045804 h 2398711"/>
              <a:gd name="connsiteX32856" fmla="*/ 1756623 w 2119654"/>
              <a:gd name="connsiteY32856" fmla="*/ 1043542 h 2398711"/>
              <a:gd name="connsiteX32857" fmla="*/ 1223682 w 2119654"/>
              <a:gd name="connsiteY32857" fmla="*/ 2236072 h 2398711"/>
              <a:gd name="connsiteX32858" fmla="*/ 1225178 w 2119654"/>
              <a:gd name="connsiteY32858" fmla="*/ 2235177 h 2398711"/>
              <a:gd name="connsiteX32859" fmla="*/ 1224292 w 2119654"/>
              <a:gd name="connsiteY32859" fmla="*/ 2234877 h 2398711"/>
              <a:gd name="connsiteX32860" fmla="*/ 1771782 w 2119654"/>
              <a:gd name="connsiteY32860" fmla="*/ 1008666 h 2398711"/>
              <a:gd name="connsiteX32861" fmla="*/ 1771788 w 2119654"/>
              <a:gd name="connsiteY32861" fmla="*/ 1014287 h 2398711"/>
              <a:gd name="connsiteX32862" fmla="*/ 1772724 w 2119654"/>
              <a:gd name="connsiteY32862" fmla="*/ 1009439 h 2398711"/>
              <a:gd name="connsiteX32863" fmla="*/ 1772561 w 2119654"/>
              <a:gd name="connsiteY32863" fmla="*/ 1007754 h 2398711"/>
              <a:gd name="connsiteX32864" fmla="*/ 1806856 w 2119654"/>
              <a:gd name="connsiteY32864" fmla="*/ 928425 h 2398711"/>
              <a:gd name="connsiteX32865" fmla="*/ 1805971 w 2119654"/>
              <a:gd name="connsiteY32865" fmla="*/ 936561 h 2398711"/>
              <a:gd name="connsiteX32866" fmla="*/ 1806851 w 2119654"/>
              <a:gd name="connsiteY32866" fmla="*/ 934968 h 2398711"/>
              <a:gd name="connsiteX32867" fmla="*/ 1770010 w 2119654"/>
              <a:gd name="connsiteY32867" fmla="*/ 1010737 h 2398711"/>
              <a:gd name="connsiteX32868" fmla="*/ 1768668 w 2119654"/>
              <a:gd name="connsiteY32868" fmla="*/ 1021704 h 2398711"/>
              <a:gd name="connsiteX32869" fmla="*/ 1770932 w 2119654"/>
              <a:gd name="connsiteY32869" fmla="*/ 1017742 h 2398711"/>
              <a:gd name="connsiteX32870" fmla="*/ 1771262 w 2119654"/>
              <a:gd name="connsiteY32870" fmla="*/ 1009274 h 2398711"/>
              <a:gd name="connsiteX32871" fmla="*/ 1216307 w 2119654"/>
              <a:gd name="connsiteY32871" fmla="*/ 2250511 h 2398711"/>
              <a:gd name="connsiteX32872" fmla="*/ 1228822 w 2119654"/>
              <a:gd name="connsiteY32872" fmla="*/ 2254895 h 2398711"/>
              <a:gd name="connsiteX32873" fmla="*/ 1233701 w 2119654"/>
              <a:gd name="connsiteY32873" fmla="*/ 2247988 h 2398711"/>
              <a:gd name="connsiteX32874" fmla="*/ 1226564 w 2119654"/>
              <a:gd name="connsiteY32874" fmla="*/ 2242011 h 2398711"/>
              <a:gd name="connsiteX32875" fmla="*/ 1225896 w 2119654"/>
              <a:gd name="connsiteY32875" fmla="*/ 2242410 h 2398711"/>
              <a:gd name="connsiteX32876" fmla="*/ 1225409 w 2119654"/>
              <a:gd name="connsiteY32876" fmla="*/ 2242763 h 2398711"/>
              <a:gd name="connsiteX32877" fmla="*/ 1225310 w 2119654"/>
              <a:gd name="connsiteY32877" fmla="*/ 2242760 h 2398711"/>
              <a:gd name="connsiteX32878" fmla="*/ 1218506 w 2119654"/>
              <a:gd name="connsiteY32878" fmla="*/ 2246826 h 2398711"/>
              <a:gd name="connsiteX32879" fmla="*/ 1219657 w 2119654"/>
              <a:gd name="connsiteY32879" fmla="*/ 2248331 h 2398711"/>
              <a:gd name="connsiteX32880" fmla="*/ 1219496 w 2119654"/>
              <a:gd name="connsiteY32880" fmla="*/ 2248305 h 2398711"/>
              <a:gd name="connsiteX32881" fmla="*/ 1218409 w 2119654"/>
              <a:gd name="connsiteY32881" fmla="*/ 2246884 h 2398711"/>
              <a:gd name="connsiteX32882" fmla="*/ 1218049 w 2119654"/>
              <a:gd name="connsiteY32882" fmla="*/ 2247099 h 2398711"/>
              <a:gd name="connsiteX32883" fmla="*/ 1762684 w 2119654"/>
              <a:gd name="connsiteY32883" fmla="*/ 1025367 h 2398711"/>
              <a:gd name="connsiteX32884" fmla="*/ 1762026 w 2119654"/>
              <a:gd name="connsiteY32884" fmla="*/ 1027195 h 2398711"/>
              <a:gd name="connsiteX32885" fmla="*/ 1762234 w 2119654"/>
              <a:gd name="connsiteY32885" fmla="*/ 1032738 h 2398711"/>
              <a:gd name="connsiteX32886" fmla="*/ 1762480 w 2119654"/>
              <a:gd name="connsiteY32886" fmla="*/ 1032321 h 2398711"/>
              <a:gd name="connsiteX32887" fmla="*/ 1210811 w 2119654"/>
              <a:gd name="connsiteY32887" fmla="*/ 2261017 h 2398711"/>
              <a:gd name="connsiteX32888" fmla="*/ 1217629 w 2119654"/>
              <a:gd name="connsiteY32888" fmla="*/ 2270739 h 2398711"/>
              <a:gd name="connsiteX32889" fmla="*/ 1225657 w 2119654"/>
              <a:gd name="connsiteY32889" fmla="*/ 2259376 h 2398711"/>
              <a:gd name="connsiteX32890" fmla="*/ 1222828 w 2119654"/>
              <a:gd name="connsiteY32890" fmla="*/ 2261307 h 2398711"/>
              <a:gd name="connsiteX32891" fmla="*/ 1222651 w 2119654"/>
              <a:gd name="connsiteY32891" fmla="*/ 2261294 h 2398711"/>
              <a:gd name="connsiteX32892" fmla="*/ 1225839 w 2119654"/>
              <a:gd name="connsiteY32892" fmla="*/ 2259118 h 2398711"/>
              <a:gd name="connsiteX32893" fmla="*/ 1228484 w 2119654"/>
              <a:gd name="connsiteY32893" fmla="*/ 2255374 h 2398711"/>
              <a:gd name="connsiteX32894" fmla="*/ 1223348 w 2119654"/>
              <a:gd name="connsiteY32894" fmla="*/ 2253801 h 2398711"/>
              <a:gd name="connsiteX32895" fmla="*/ 1215950 w 2119654"/>
              <a:gd name="connsiteY32895" fmla="*/ 2251210 h 2398711"/>
              <a:gd name="connsiteX32896" fmla="*/ 1215590 w 2119654"/>
              <a:gd name="connsiteY32896" fmla="*/ 2251913 h 2398711"/>
              <a:gd name="connsiteX32897" fmla="*/ 1221191 w 2119654"/>
              <a:gd name="connsiteY32897" fmla="*/ 2254091 h 2398711"/>
              <a:gd name="connsiteX32898" fmla="*/ 1221031 w 2119654"/>
              <a:gd name="connsiteY32898" fmla="*/ 2254140 h 2398711"/>
              <a:gd name="connsiteX32899" fmla="*/ 1215543 w 2119654"/>
              <a:gd name="connsiteY32899" fmla="*/ 2252006 h 2398711"/>
              <a:gd name="connsiteX32900" fmla="*/ 1214756 w 2119654"/>
              <a:gd name="connsiteY32900" fmla="*/ 2253549 h 2398711"/>
              <a:gd name="connsiteX32901" fmla="*/ 1768184 w 2119654"/>
              <a:gd name="connsiteY32901" fmla="*/ 1012830 h 2398711"/>
              <a:gd name="connsiteX32902" fmla="*/ 1767819 w 2119654"/>
              <a:gd name="connsiteY32902" fmla="*/ 1023188 h 2398711"/>
              <a:gd name="connsiteX32903" fmla="*/ 1767985 w 2119654"/>
              <a:gd name="connsiteY32903" fmla="*/ 1022898 h 2398711"/>
              <a:gd name="connsiteX32904" fmla="*/ 1769386 w 2119654"/>
              <a:gd name="connsiteY32904" fmla="*/ 1011464 h 2398711"/>
              <a:gd name="connsiteX32905" fmla="*/ 1763498 w 2119654"/>
              <a:gd name="connsiteY32905" fmla="*/ 1023055 h 2398711"/>
              <a:gd name="connsiteX32906" fmla="*/ 1763497 w 2119654"/>
              <a:gd name="connsiteY32906" fmla="*/ 1023060 h 2398711"/>
              <a:gd name="connsiteX32907" fmla="*/ 1763264 w 2119654"/>
              <a:gd name="connsiteY32907" fmla="*/ 1030991 h 2398711"/>
              <a:gd name="connsiteX32908" fmla="*/ 1766349 w 2119654"/>
              <a:gd name="connsiteY32908" fmla="*/ 1025761 h 2398711"/>
              <a:gd name="connsiteX32909" fmla="*/ 1767154 w 2119654"/>
              <a:gd name="connsiteY32909" fmla="*/ 1024352 h 2398711"/>
              <a:gd name="connsiteX32910" fmla="*/ 1767177 w 2119654"/>
              <a:gd name="connsiteY32910" fmla="*/ 1023915 h 2398711"/>
              <a:gd name="connsiteX32911" fmla="*/ 1208892 w 2119654"/>
              <a:gd name="connsiteY32911" fmla="*/ 2264650 h 2398711"/>
              <a:gd name="connsiteX32912" fmla="*/ 1217278 w 2119654"/>
              <a:gd name="connsiteY32912" fmla="*/ 2271236 h 2398711"/>
              <a:gd name="connsiteX32913" fmla="*/ 1217399 w 2119654"/>
              <a:gd name="connsiteY32913" fmla="*/ 2271064 h 2398711"/>
              <a:gd name="connsiteX32914" fmla="*/ 1210614 w 2119654"/>
              <a:gd name="connsiteY32914" fmla="*/ 2261390 h 2398711"/>
              <a:gd name="connsiteX32915" fmla="*/ 1736394 w 2119654"/>
              <a:gd name="connsiteY32915" fmla="*/ 1083239 h 2398711"/>
              <a:gd name="connsiteX32916" fmla="*/ 1736168 w 2119654"/>
              <a:gd name="connsiteY32916" fmla="*/ 1083831 h 2398711"/>
              <a:gd name="connsiteX32917" fmla="*/ 1736269 w 2119654"/>
              <a:gd name="connsiteY32917" fmla="*/ 1087104 h 2398711"/>
              <a:gd name="connsiteX32918" fmla="*/ 1736432 w 2119654"/>
              <a:gd name="connsiteY32918" fmla="*/ 1087009 h 2398711"/>
              <a:gd name="connsiteX32919" fmla="*/ 1740439 w 2119654"/>
              <a:gd name="connsiteY32919" fmla="*/ 1077426 h 2398711"/>
              <a:gd name="connsiteX32920" fmla="*/ 1740395 w 2119654"/>
              <a:gd name="connsiteY32920" fmla="*/ 1077041 h 2398711"/>
              <a:gd name="connsiteX32921" fmla="*/ 1727968 w 2119654"/>
              <a:gd name="connsiteY32921" fmla="*/ 1102021 h 2398711"/>
              <a:gd name="connsiteX32922" fmla="*/ 1727801 w 2119654"/>
              <a:gd name="connsiteY32922" fmla="*/ 1102843 h 2398711"/>
              <a:gd name="connsiteX32923" fmla="*/ 1727855 w 2119654"/>
              <a:gd name="connsiteY32923" fmla="*/ 1103237 h 2398711"/>
              <a:gd name="connsiteX32924" fmla="*/ 1728448 w 2119654"/>
              <a:gd name="connsiteY32924" fmla="*/ 1101741 h 2398711"/>
              <a:gd name="connsiteX32925" fmla="*/ 1745184 w 2119654"/>
              <a:gd name="connsiteY32925" fmla="*/ 1063286 h 2398711"/>
              <a:gd name="connsiteX32926" fmla="*/ 1745176 w 2119654"/>
              <a:gd name="connsiteY32926" fmla="*/ 1063324 h 2398711"/>
              <a:gd name="connsiteX32927" fmla="*/ 1745089 w 2119654"/>
              <a:gd name="connsiteY32927" fmla="*/ 1066305 h 2398711"/>
              <a:gd name="connsiteX32928" fmla="*/ 1749196 w 2119654"/>
              <a:gd name="connsiteY32928" fmla="*/ 1056486 h 2398711"/>
              <a:gd name="connsiteX32929" fmla="*/ 1739555 w 2119654"/>
              <a:gd name="connsiteY32929" fmla="*/ 1074922 h 2398711"/>
              <a:gd name="connsiteX32930" fmla="*/ 1736757 w 2119654"/>
              <a:gd name="connsiteY32930" fmla="*/ 1082282 h 2398711"/>
              <a:gd name="connsiteX32931" fmla="*/ 1738137 w 2119654"/>
              <a:gd name="connsiteY32931" fmla="*/ 1080207 h 2398711"/>
              <a:gd name="connsiteX32932" fmla="*/ 1740363 w 2119654"/>
              <a:gd name="connsiteY32932" fmla="*/ 1076759 h 2398711"/>
              <a:gd name="connsiteX32933" fmla="*/ 1740108 w 2119654"/>
              <a:gd name="connsiteY32933" fmla="*/ 1074537 h 2398711"/>
              <a:gd name="connsiteX32934" fmla="*/ 1743229 w 2119654"/>
              <a:gd name="connsiteY32934" fmla="*/ 1066601 h 2398711"/>
              <a:gd name="connsiteX32935" fmla="*/ 1743506 w 2119654"/>
              <a:gd name="connsiteY32935" fmla="*/ 1069013 h 2398711"/>
              <a:gd name="connsiteX32936" fmla="*/ 1743615 w 2119654"/>
              <a:gd name="connsiteY32936" fmla="*/ 1068887 h 2398711"/>
              <a:gd name="connsiteX32937" fmla="*/ 1744341 w 2119654"/>
              <a:gd name="connsiteY32937" fmla="*/ 1065262 h 2398711"/>
              <a:gd name="connsiteX32938" fmla="*/ 1744383 w 2119654"/>
              <a:gd name="connsiteY32938" fmla="*/ 1064644 h 2398711"/>
              <a:gd name="connsiteX32939" fmla="*/ 1740012 w 2119654"/>
              <a:gd name="connsiteY32939" fmla="*/ 1073718 h 2398711"/>
              <a:gd name="connsiteX32940" fmla="*/ 1739872 w 2119654"/>
              <a:gd name="connsiteY32940" fmla="*/ 1074090 h 2398711"/>
              <a:gd name="connsiteX32941" fmla="*/ 1740042 w 2119654"/>
              <a:gd name="connsiteY32941" fmla="*/ 1073971 h 2398711"/>
              <a:gd name="connsiteX32942" fmla="*/ 1249276 w 2119654"/>
              <a:gd name="connsiteY32942" fmla="*/ 2172209 h 2398711"/>
              <a:gd name="connsiteX32943" fmla="*/ 1250612 w 2119654"/>
              <a:gd name="connsiteY32943" fmla="*/ 2172857 h 2398711"/>
              <a:gd name="connsiteX32944" fmla="*/ 1253699 w 2119654"/>
              <a:gd name="connsiteY32944" fmla="*/ 2171271 h 2398711"/>
              <a:gd name="connsiteX32945" fmla="*/ 1250336 w 2119654"/>
              <a:gd name="connsiteY32945" fmla="*/ 2171435 h 2398711"/>
              <a:gd name="connsiteX32946" fmla="*/ 1765729 w 2119654"/>
              <a:gd name="connsiteY32946" fmla="*/ 1015624 h 2398711"/>
              <a:gd name="connsiteX32947" fmla="*/ 1763654 w 2119654"/>
              <a:gd name="connsiteY32947" fmla="*/ 1022537 h 2398711"/>
              <a:gd name="connsiteX32948" fmla="*/ 1767206 w 2119654"/>
              <a:gd name="connsiteY32948" fmla="*/ 1023368 h 2398711"/>
              <a:gd name="connsiteX32949" fmla="*/ 1767730 w 2119654"/>
              <a:gd name="connsiteY32949" fmla="*/ 1013346 h 2398711"/>
              <a:gd name="connsiteX32950" fmla="*/ 1221381 w 2119654"/>
              <a:gd name="connsiteY32950" fmla="*/ 2233466 h 2398711"/>
              <a:gd name="connsiteX32951" fmla="*/ 1223996 w 2119654"/>
              <a:gd name="connsiteY32951" fmla="*/ 2234355 h 2398711"/>
              <a:gd name="connsiteX32952" fmla="*/ 1226652 w 2119654"/>
              <a:gd name="connsiteY32952" fmla="*/ 2229152 h 2398711"/>
              <a:gd name="connsiteX32953" fmla="*/ 1738749 w 2119654"/>
              <a:gd name="connsiteY32953" fmla="*/ 1074872 h 2398711"/>
              <a:gd name="connsiteX32954" fmla="*/ 1739203 w 2119654"/>
              <a:gd name="connsiteY32954" fmla="*/ 1074557 h 2398711"/>
              <a:gd name="connsiteX32955" fmla="*/ 1739342 w 2119654"/>
              <a:gd name="connsiteY32955" fmla="*/ 1074204 h 2398711"/>
              <a:gd name="connsiteX32956" fmla="*/ 1744589 w 2119654"/>
              <a:gd name="connsiteY32956" fmla="*/ 1061679 h 2398711"/>
              <a:gd name="connsiteX32957" fmla="*/ 1743551 w 2119654"/>
              <a:gd name="connsiteY32957" fmla="*/ 1064410 h 2398711"/>
              <a:gd name="connsiteX32958" fmla="*/ 1744513 w 2119654"/>
              <a:gd name="connsiteY32958" fmla="*/ 1062780 h 2398711"/>
              <a:gd name="connsiteX32959" fmla="*/ 1745578 w 2119654"/>
              <a:gd name="connsiteY32959" fmla="*/ 1059079 h 2398711"/>
              <a:gd name="connsiteX32960" fmla="*/ 1745277 w 2119654"/>
              <a:gd name="connsiteY32960" fmla="*/ 1059869 h 2398711"/>
              <a:gd name="connsiteX32961" fmla="*/ 1745253 w 2119654"/>
              <a:gd name="connsiteY32961" fmla="*/ 1060703 h 2398711"/>
              <a:gd name="connsiteX32962" fmla="*/ 1738776 w 2119654"/>
              <a:gd name="connsiteY32962" fmla="*/ 1074150 h 2398711"/>
              <a:gd name="connsiteX32963" fmla="*/ 1739773 w 2119654"/>
              <a:gd name="connsiteY32963" fmla="*/ 1073114 h 2398711"/>
              <a:gd name="connsiteX32964" fmla="*/ 1739906 w 2119654"/>
              <a:gd name="connsiteY32964" fmla="*/ 1072780 h 2398711"/>
              <a:gd name="connsiteX32965" fmla="*/ 1739853 w 2119654"/>
              <a:gd name="connsiteY32965" fmla="*/ 1072324 h 2398711"/>
              <a:gd name="connsiteX32966" fmla="*/ 1776553 w 2119654"/>
              <a:gd name="connsiteY32966" fmla="*/ 989535 h 2398711"/>
              <a:gd name="connsiteX32967" fmla="*/ 1777082 w 2119654"/>
              <a:gd name="connsiteY32967" fmla="*/ 993184 h 2398711"/>
              <a:gd name="connsiteX32968" fmla="*/ 1777854 w 2119654"/>
              <a:gd name="connsiteY32968" fmla="*/ 1001128 h 2398711"/>
              <a:gd name="connsiteX32969" fmla="*/ 1778774 w 2119654"/>
              <a:gd name="connsiteY32969" fmla="*/ 1000082 h 2398711"/>
              <a:gd name="connsiteX32970" fmla="*/ 1781625 w 2119654"/>
              <a:gd name="connsiteY32970" fmla="*/ 989781 h 2398711"/>
              <a:gd name="connsiteX32971" fmla="*/ 1781737 w 2119654"/>
              <a:gd name="connsiteY32971" fmla="*/ 990045 h 2398711"/>
              <a:gd name="connsiteX32972" fmla="*/ 1779044 w 2119654"/>
              <a:gd name="connsiteY32972" fmla="*/ 999774 h 2398711"/>
              <a:gd name="connsiteX32973" fmla="*/ 1781376 w 2119654"/>
              <a:gd name="connsiteY32973" fmla="*/ 997122 h 2398711"/>
              <a:gd name="connsiteX32974" fmla="*/ 1785421 w 2119654"/>
              <a:gd name="connsiteY32974" fmla="*/ 992388 h 2398711"/>
              <a:gd name="connsiteX32975" fmla="*/ 1786589 w 2119654"/>
              <a:gd name="connsiteY32975" fmla="*/ 990344 h 2398711"/>
              <a:gd name="connsiteX32976" fmla="*/ 1786718 w 2119654"/>
              <a:gd name="connsiteY32976" fmla="*/ 990871 h 2398711"/>
              <a:gd name="connsiteX32977" fmla="*/ 1790643 w 2119654"/>
              <a:gd name="connsiteY32977" fmla="*/ 986279 h 2398711"/>
              <a:gd name="connsiteX32978" fmla="*/ 1796045 w 2119654"/>
              <a:gd name="connsiteY32978" fmla="*/ 973508 h 2398711"/>
              <a:gd name="connsiteX32979" fmla="*/ 1796027 w 2119654"/>
              <a:gd name="connsiteY32979" fmla="*/ 955038 h 2398711"/>
              <a:gd name="connsiteX32980" fmla="*/ 1790285 w 2119654"/>
              <a:gd name="connsiteY32980" fmla="*/ 965438 h 2398711"/>
              <a:gd name="connsiteX32981" fmla="*/ 1761587 w 2119654"/>
              <a:gd name="connsiteY32981" fmla="*/ 1022607 h 2398711"/>
              <a:gd name="connsiteX32982" fmla="*/ 1761704 w 2119654"/>
              <a:gd name="connsiteY32982" fmla="*/ 1023810 h 2398711"/>
              <a:gd name="connsiteX32983" fmla="*/ 1762069 w 2119654"/>
              <a:gd name="connsiteY32983" fmla="*/ 1022721 h 2398711"/>
              <a:gd name="connsiteX32984" fmla="*/ 1763645 w 2119654"/>
              <a:gd name="connsiteY32984" fmla="*/ 1017996 h 2398711"/>
              <a:gd name="connsiteX32985" fmla="*/ 1763644 w 2119654"/>
              <a:gd name="connsiteY32985" fmla="*/ 1018012 h 2398711"/>
              <a:gd name="connsiteX32986" fmla="*/ 1763653 w 2119654"/>
              <a:gd name="connsiteY32986" fmla="*/ 1017986 h 2398711"/>
              <a:gd name="connsiteX32987" fmla="*/ 1771773 w 2119654"/>
              <a:gd name="connsiteY32987" fmla="*/ 999658 h 2398711"/>
              <a:gd name="connsiteX32988" fmla="*/ 1771782 w 2119654"/>
              <a:gd name="connsiteY32988" fmla="*/ 1008037 h 2398711"/>
              <a:gd name="connsiteX32989" fmla="*/ 1772508 w 2119654"/>
              <a:gd name="connsiteY32989" fmla="*/ 1007210 h 2398711"/>
              <a:gd name="connsiteX32990" fmla="*/ 1768008 w 2119654"/>
              <a:gd name="connsiteY32990" fmla="*/ 1008031 h 2398711"/>
              <a:gd name="connsiteX32991" fmla="*/ 1766048 w 2119654"/>
              <a:gd name="connsiteY32991" fmla="*/ 1014561 h 2398711"/>
              <a:gd name="connsiteX32992" fmla="*/ 1767769 w 2119654"/>
              <a:gd name="connsiteY32992" fmla="*/ 1012603 h 2398711"/>
              <a:gd name="connsiteX32993" fmla="*/ 1195132 w 2119654"/>
              <a:gd name="connsiteY32993" fmla="*/ 2290695 h 2398711"/>
              <a:gd name="connsiteX32994" fmla="*/ 1200606 w 2119654"/>
              <a:gd name="connsiteY32994" fmla="*/ 2294036 h 2398711"/>
              <a:gd name="connsiteX32995" fmla="*/ 1201233 w 2119654"/>
              <a:gd name="connsiteY32995" fmla="*/ 2293675 h 2398711"/>
              <a:gd name="connsiteX32996" fmla="*/ 1207942 w 2119654"/>
              <a:gd name="connsiteY32996" fmla="*/ 2284451 h 2398711"/>
              <a:gd name="connsiteX32997" fmla="*/ 1217099 w 2119654"/>
              <a:gd name="connsiteY32997" fmla="*/ 2271490 h 2398711"/>
              <a:gd name="connsiteX32998" fmla="*/ 1208745 w 2119654"/>
              <a:gd name="connsiteY32998" fmla="*/ 2264927 h 2398711"/>
              <a:gd name="connsiteX32999" fmla="*/ 1247450 w 2119654"/>
              <a:gd name="connsiteY32999" fmla="*/ 2173540 h 2398711"/>
              <a:gd name="connsiteX33000" fmla="*/ 1247918 w 2119654"/>
              <a:gd name="connsiteY33000" fmla="*/ 2174241 h 2398711"/>
              <a:gd name="connsiteX33001" fmla="*/ 1250261 w 2119654"/>
              <a:gd name="connsiteY33001" fmla="*/ 2173037 h 2398711"/>
              <a:gd name="connsiteX33002" fmla="*/ 1248988 w 2119654"/>
              <a:gd name="connsiteY33002" fmla="*/ 2172419 h 2398711"/>
              <a:gd name="connsiteX33003" fmla="*/ 1748778 w 2119654"/>
              <a:gd name="connsiteY33003" fmla="*/ 1050661 h 2398711"/>
              <a:gd name="connsiteX33004" fmla="*/ 1746524 w 2119654"/>
              <a:gd name="connsiteY33004" fmla="*/ 1056591 h 2398711"/>
              <a:gd name="connsiteX33005" fmla="*/ 1745683 w 2119654"/>
              <a:gd name="connsiteY33005" fmla="*/ 1060797 h 2398711"/>
              <a:gd name="connsiteX33006" fmla="*/ 1751560 w 2119654"/>
              <a:gd name="connsiteY33006" fmla="*/ 1050833 h 2398711"/>
              <a:gd name="connsiteX33007" fmla="*/ 1754309 w 2119654"/>
              <a:gd name="connsiteY33007" fmla="*/ 1044259 h 2398711"/>
              <a:gd name="connsiteX33008" fmla="*/ 1213326 w 2119654"/>
              <a:gd name="connsiteY33008" fmla="*/ 2249466 h 2398711"/>
              <a:gd name="connsiteX33009" fmla="*/ 1215829 w 2119654"/>
              <a:gd name="connsiteY33009" fmla="*/ 2250344 h 2398711"/>
              <a:gd name="connsiteX33010" fmla="*/ 1217238 w 2119654"/>
              <a:gd name="connsiteY33010" fmla="*/ 2247584 h 2398711"/>
              <a:gd name="connsiteX33011" fmla="*/ 1215593 w 2119654"/>
              <a:gd name="connsiteY33011" fmla="*/ 2248568 h 2398711"/>
              <a:gd name="connsiteX33012" fmla="*/ 1739447 w 2119654"/>
              <a:gd name="connsiteY33012" fmla="*/ 1071367 h 2398711"/>
              <a:gd name="connsiteX33013" fmla="*/ 1739695 w 2119654"/>
              <a:gd name="connsiteY33013" fmla="*/ 1070948 h 2398711"/>
              <a:gd name="connsiteX33014" fmla="*/ 1739686 w 2119654"/>
              <a:gd name="connsiteY33014" fmla="*/ 1070870 h 2398711"/>
              <a:gd name="connsiteX33015" fmla="*/ 1810485 w 2119654"/>
              <a:gd name="connsiteY33015" fmla="*/ 912166 h 2398711"/>
              <a:gd name="connsiteX33016" fmla="*/ 1810081 w 2119654"/>
              <a:gd name="connsiteY33016" fmla="*/ 916128 h 2398711"/>
              <a:gd name="connsiteX33017" fmla="*/ 1808176 w 2119654"/>
              <a:gd name="connsiteY33017" fmla="*/ 932568 h 2398711"/>
              <a:gd name="connsiteX33018" fmla="*/ 1811309 w 2119654"/>
              <a:gd name="connsiteY33018" fmla="*/ 926893 h 2398711"/>
              <a:gd name="connsiteX33019" fmla="*/ 1811029 w 2119654"/>
              <a:gd name="connsiteY33019" fmla="*/ 919266 h 2398711"/>
              <a:gd name="connsiteX33020" fmla="*/ 1771361 w 2119654"/>
              <a:gd name="connsiteY33020" fmla="*/ 999711 h 2398711"/>
              <a:gd name="connsiteX33021" fmla="*/ 1770108 w 2119654"/>
              <a:gd name="connsiteY33021" fmla="*/ 1009941 h 2398711"/>
              <a:gd name="connsiteX33022" fmla="*/ 1771288 w 2119654"/>
              <a:gd name="connsiteY33022" fmla="*/ 1008599 h 2398711"/>
              <a:gd name="connsiteX33023" fmla="*/ 1771368 w 2119654"/>
              <a:gd name="connsiteY33023" fmla="*/ 1006559 h 2398711"/>
              <a:gd name="connsiteX33024" fmla="*/ 1736013 w 2119654"/>
              <a:gd name="connsiteY33024" fmla="*/ 1078833 h 2398711"/>
              <a:gd name="connsiteX33025" fmla="*/ 1736122 w 2119654"/>
              <a:gd name="connsiteY33025" fmla="*/ 1082342 h 2398711"/>
              <a:gd name="connsiteX33026" fmla="*/ 1738869 w 2119654"/>
              <a:gd name="connsiteY33026" fmla="*/ 1075401 h 2398711"/>
              <a:gd name="connsiteX33027" fmla="*/ 1737460 w 2119654"/>
              <a:gd name="connsiteY33027" fmla="*/ 1076382 h 2398711"/>
              <a:gd name="connsiteX33028" fmla="*/ 1744740 w 2119654"/>
              <a:gd name="connsiteY33028" fmla="*/ 1059258 h 2398711"/>
              <a:gd name="connsiteX33029" fmla="*/ 1742881 w 2119654"/>
              <a:gd name="connsiteY33029" fmla="*/ 1063573 h 2398711"/>
              <a:gd name="connsiteX33030" fmla="*/ 1743031 w 2119654"/>
              <a:gd name="connsiteY33030" fmla="*/ 1064879 h 2398711"/>
              <a:gd name="connsiteX33031" fmla="*/ 1744166 w 2119654"/>
              <a:gd name="connsiteY33031" fmla="*/ 1062011 h 2398711"/>
              <a:gd name="connsiteX33032" fmla="*/ 1744656 w 2119654"/>
              <a:gd name="connsiteY33032" fmla="*/ 1060722 h 2398711"/>
              <a:gd name="connsiteX33033" fmla="*/ 1744727 w 2119654"/>
              <a:gd name="connsiteY33033" fmla="*/ 1059695 h 2398711"/>
              <a:gd name="connsiteX33034" fmla="*/ 1746238 w 2119654"/>
              <a:gd name="connsiteY33034" fmla="*/ 1055783 h 2398711"/>
              <a:gd name="connsiteX33035" fmla="*/ 1745336 w 2119654"/>
              <a:gd name="connsiteY33035" fmla="*/ 1057875 h 2398711"/>
              <a:gd name="connsiteX33036" fmla="*/ 1745303 w 2119654"/>
              <a:gd name="connsiteY33036" fmla="*/ 1059021 h 2398711"/>
              <a:gd name="connsiteX33037" fmla="*/ 1745908 w 2119654"/>
              <a:gd name="connsiteY33037" fmla="*/ 1057427 h 2398711"/>
              <a:gd name="connsiteX33038" fmla="*/ 1748112 w 2119654"/>
              <a:gd name="connsiteY33038" fmla="*/ 1051433 h 2398711"/>
              <a:gd name="connsiteX33039" fmla="*/ 1747074 w 2119654"/>
              <a:gd name="connsiteY33039" fmla="*/ 1053841 h 2398711"/>
              <a:gd name="connsiteX33040" fmla="*/ 1746854 w 2119654"/>
              <a:gd name="connsiteY33040" fmla="*/ 1054939 h 2398711"/>
              <a:gd name="connsiteX33041" fmla="*/ 1748247 w 2119654"/>
              <a:gd name="connsiteY33041" fmla="*/ 1051275 h 2398711"/>
              <a:gd name="connsiteX33042" fmla="*/ 1227978 w 2119654"/>
              <a:gd name="connsiteY33042" fmla="*/ 2216042 h 2398711"/>
              <a:gd name="connsiteX33043" fmla="*/ 1228798 w 2119654"/>
              <a:gd name="connsiteY33043" fmla="*/ 2216568 h 2398711"/>
              <a:gd name="connsiteX33044" fmla="*/ 1230843 w 2119654"/>
              <a:gd name="connsiteY33044" fmla="*/ 2215402 h 2398711"/>
              <a:gd name="connsiteX33045" fmla="*/ 1225182 w 2119654"/>
              <a:gd name="connsiteY33045" fmla="*/ 2222244 h 2398711"/>
              <a:gd name="connsiteX33046" fmla="*/ 1225250 w 2119654"/>
              <a:gd name="connsiteY33046" fmla="*/ 2222299 h 2398711"/>
              <a:gd name="connsiteX33047" fmla="*/ 1225494 w 2119654"/>
              <a:gd name="connsiteY33047" fmla="*/ 2222099 h 2398711"/>
              <a:gd name="connsiteX33048" fmla="*/ 1219237 w 2119654"/>
              <a:gd name="connsiteY33048" fmla="*/ 2235221 h 2398711"/>
              <a:gd name="connsiteX33049" fmla="*/ 1221681 w 2119654"/>
              <a:gd name="connsiteY33049" fmla="*/ 2237269 h 2398711"/>
              <a:gd name="connsiteX33050" fmla="*/ 1222871 w 2119654"/>
              <a:gd name="connsiteY33050" fmla="*/ 2236557 h 2398711"/>
              <a:gd name="connsiteX33051" fmla="*/ 1223812 w 2119654"/>
              <a:gd name="connsiteY33051" fmla="*/ 2234714 h 2398711"/>
              <a:gd name="connsiteX33052" fmla="*/ 1221016 w 2119654"/>
              <a:gd name="connsiteY33052" fmla="*/ 2233764 h 2398711"/>
              <a:gd name="connsiteX33053" fmla="*/ 1756214 w 2119654"/>
              <a:gd name="connsiteY33053" fmla="*/ 1032626 h 2398711"/>
              <a:gd name="connsiteX33054" fmla="*/ 1751283 w 2119654"/>
              <a:gd name="connsiteY33054" fmla="*/ 1044072 h 2398711"/>
              <a:gd name="connsiteX33055" fmla="*/ 1750144 w 2119654"/>
              <a:gd name="connsiteY33055" fmla="*/ 1047069 h 2398711"/>
              <a:gd name="connsiteX33056" fmla="*/ 1755821 w 2119654"/>
              <a:gd name="connsiteY33056" fmla="*/ 1040646 h 2398711"/>
              <a:gd name="connsiteX33057" fmla="*/ 1756457 w 2119654"/>
              <a:gd name="connsiteY33057" fmla="*/ 1039123 h 2398711"/>
              <a:gd name="connsiteX33058" fmla="*/ 1761433 w 2119654"/>
              <a:gd name="connsiteY33058" fmla="*/ 1020511 h 2398711"/>
              <a:gd name="connsiteX33059" fmla="*/ 1761392 w 2119654"/>
              <a:gd name="connsiteY33059" fmla="*/ 1020606 h 2398711"/>
              <a:gd name="connsiteX33060" fmla="*/ 1761532 w 2119654"/>
              <a:gd name="connsiteY33060" fmla="*/ 1022040 h 2398711"/>
              <a:gd name="connsiteX33061" fmla="*/ 1762241 w 2119654"/>
              <a:gd name="connsiteY33061" fmla="*/ 1022206 h 2398711"/>
              <a:gd name="connsiteX33062" fmla="*/ 1762828 w 2119654"/>
              <a:gd name="connsiteY33062" fmla="*/ 1020454 h 2398711"/>
              <a:gd name="connsiteX33063" fmla="*/ 1762873 w 2119654"/>
              <a:gd name="connsiteY33063" fmla="*/ 1018872 h 2398711"/>
              <a:gd name="connsiteX33064" fmla="*/ 1762927 w 2119654"/>
              <a:gd name="connsiteY33064" fmla="*/ 1017043 h 2398711"/>
              <a:gd name="connsiteX33065" fmla="*/ 1762025 w 2119654"/>
              <a:gd name="connsiteY33065" fmla="*/ 1019138 h 2398711"/>
              <a:gd name="connsiteX33066" fmla="*/ 1762895 w 2119654"/>
              <a:gd name="connsiteY33066" fmla="*/ 1018148 h 2398711"/>
              <a:gd name="connsiteX33067" fmla="*/ 1720377 w 2119654"/>
              <a:gd name="connsiteY33067" fmla="*/ 1112319 h 2398711"/>
              <a:gd name="connsiteX33068" fmla="*/ 1719648 w 2119654"/>
              <a:gd name="connsiteY33068" fmla="*/ 1114159 h 2398711"/>
              <a:gd name="connsiteX33069" fmla="*/ 1720415 w 2119654"/>
              <a:gd name="connsiteY33069" fmla="*/ 1113507 h 2398711"/>
              <a:gd name="connsiteX33070" fmla="*/ 1720430 w 2119654"/>
              <a:gd name="connsiteY33070" fmla="*/ 1113468 h 2398711"/>
              <a:gd name="connsiteX33071" fmla="*/ 1770228 w 2119654"/>
              <a:gd name="connsiteY33071" fmla="*/ 1000635 h 2398711"/>
              <a:gd name="connsiteX33072" fmla="*/ 1768399 w 2119654"/>
              <a:gd name="connsiteY33072" fmla="*/ 1006730 h 2398711"/>
              <a:gd name="connsiteX33073" fmla="*/ 1768210 w 2119654"/>
              <a:gd name="connsiteY33073" fmla="*/ 1012101 h 2398711"/>
              <a:gd name="connsiteX33074" fmla="*/ 1769484 w 2119654"/>
              <a:gd name="connsiteY33074" fmla="*/ 1010650 h 2398711"/>
              <a:gd name="connsiteX33075" fmla="*/ 1770844 w 2119654"/>
              <a:gd name="connsiteY33075" fmla="*/ 999554 h 2398711"/>
              <a:gd name="connsiteX33076" fmla="*/ 1258736 w 2119654"/>
              <a:gd name="connsiteY33076" fmla="*/ 2145835 h 2398711"/>
              <a:gd name="connsiteX33077" fmla="*/ 1260174 w 2119654"/>
              <a:gd name="connsiteY33077" fmla="*/ 2147039 h 2398711"/>
              <a:gd name="connsiteX33078" fmla="*/ 1260910 w 2119654"/>
              <a:gd name="connsiteY33078" fmla="*/ 2146604 h 2398711"/>
              <a:gd name="connsiteX33079" fmla="*/ 1261468 w 2119654"/>
              <a:gd name="connsiteY33079" fmla="*/ 2146105 h 2398711"/>
              <a:gd name="connsiteX33080" fmla="*/ 1767591 w 2119654"/>
              <a:gd name="connsiteY33080" fmla="*/ 1006219 h 2398711"/>
              <a:gd name="connsiteX33081" fmla="*/ 1763727 w 2119654"/>
              <a:gd name="connsiteY33081" fmla="*/ 1015185 h 2398711"/>
              <a:gd name="connsiteX33082" fmla="*/ 1763666 w 2119654"/>
              <a:gd name="connsiteY33082" fmla="*/ 1017271 h 2398711"/>
              <a:gd name="connsiteX33083" fmla="*/ 1764032 w 2119654"/>
              <a:gd name="connsiteY33083" fmla="*/ 1016855 h 2398711"/>
              <a:gd name="connsiteX33084" fmla="*/ 1720329 w 2119654"/>
              <a:gd name="connsiteY33084" fmla="*/ 1111285 h 2398711"/>
              <a:gd name="connsiteX33085" fmla="*/ 1720096 w 2119654"/>
              <a:gd name="connsiteY33085" fmla="*/ 1111979 h 2398711"/>
              <a:gd name="connsiteX33086" fmla="*/ 1720127 w 2119654"/>
              <a:gd name="connsiteY33086" fmla="*/ 1111910 h 2398711"/>
              <a:gd name="connsiteX33087" fmla="*/ 1720333 w 2119654"/>
              <a:gd name="connsiteY33087" fmla="*/ 1111389 h 2398711"/>
              <a:gd name="connsiteX33088" fmla="*/ 1745426 w 2119654"/>
              <a:gd name="connsiteY33088" fmla="*/ 1054824 h 2398711"/>
              <a:gd name="connsiteX33089" fmla="*/ 1745411 w 2119654"/>
              <a:gd name="connsiteY33089" fmla="*/ 1055315 h 2398711"/>
              <a:gd name="connsiteX33090" fmla="*/ 1746228 w 2119654"/>
              <a:gd name="connsiteY33090" fmla="*/ 1053613 h 2398711"/>
              <a:gd name="connsiteX33091" fmla="*/ 1745750 w 2119654"/>
              <a:gd name="connsiteY33091" fmla="*/ 1054165 h 2398711"/>
              <a:gd name="connsiteX33092" fmla="*/ 1257799 w 2119654"/>
              <a:gd name="connsiteY33092" fmla="*/ 2146305 h 2398711"/>
              <a:gd name="connsiteX33093" fmla="*/ 1257935 w 2119654"/>
              <a:gd name="connsiteY33093" fmla="*/ 2146389 h 2398711"/>
              <a:gd name="connsiteX33094" fmla="*/ 1259050 w 2119654"/>
              <a:gd name="connsiteY33094" fmla="*/ 2146977 h 2398711"/>
              <a:gd name="connsiteX33095" fmla="*/ 1257967 w 2119654"/>
              <a:gd name="connsiteY33095" fmla="*/ 2146070 h 2398711"/>
              <a:gd name="connsiteX33096" fmla="*/ 1211330 w 2119654"/>
              <a:gd name="connsiteY33096" fmla="*/ 2250257 h 2398711"/>
              <a:gd name="connsiteX33097" fmla="*/ 1215120 w 2119654"/>
              <a:gd name="connsiteY33097" fmla="*/ 2251730 h 2398711"/>
              <a:gd name="connsiteX33098" fmla="*/ 1215472 w 2119654"/>
              <a:gd name="connsiteY33098" fmla="*/ 2251042 h 2398711"/>
              <a:gd name="connsiteX33099" fmla="*/ 1212222 w 2119654"/>
              <a:gd name="connsiteY33099" fmla="*/ 2249904 h 2398711"/>
              <a:gd name="connsiteX33100" fmla="*/ 1742548 w 2119654"/>
              <a:gd name="connsiteY33100" fmla="*/ 1060668 h 2398711"/>
              <a:gd name="connsiteX33101" fmla="*/ 1742605 w 2119654"/>
              <a:gd name="connsiteY33101" fmla="*/ 1061165 h 2398711"/>
              <a:gd name="connsiteX33102" fmla="*/ 1744819 w 2119654"/>
              <a:gd name="connsiteY33102" fmla="*/ 1056549 h 2398711"/>
              <a:gd name="connsiteX33103" fmla="*/ 1744834 w 2119654"/>
              <a:gd name="connsiteY33103" fmla="*/ 1056024 h 2398711"/>
              <a:gd name="connsiteX33104" fmla="*/ 1783742 w 2119654"/>
              <a:gd name="connsiteY33104" fmla="*/ 968367 h 2398711"/>
              <a:gd name="connsiteX33105" fmla="*/ 1779782 w 2119654"/>
              <a:gd name="connsiteY33105" fmla="*/ 977920 h 2398711"/>
              <a:gd name="connsiteX33106" fmla="*/ 1776107 w 2119654"/>
              <a:gd name="connsiteY33106" fmla="*/ 986450 h 2398711"/>
              <a:gd name="connsiteX33107" fmla="*/ 1776437 w 2119654"/>
              <a:gd name="connsiteY33107" fmla="*/ 988727 h 2398711"/>
              <a:gd name="connsiteX33108" fmla="*/ 1776522 w 2119654"/>
              <a:gd name="connsiteY33108" fmla="*/ 988576 h 2398711"/>
              <a:gd name="connsiteX33109" fmla="*/ 1777147 w 2119654"/>
              <a:gd name="connsiteY33109" fmla="*/ 985094 h 2398711"/>
              <a:gd name="connsiteX33110" fmla="*/ 1777288 w 2119654"/>
              <a:gd name="connsiteY33110" fmla="*/ 985358 h 2398711"/>
              <a:gd name="connsiteX33111" fmla="*/ 1776796 w 2119654"/>
              <a:gd name="connsiteY33111" fmla="*/ 988093 h 2398711"/>
              <a:gd name="connsiteX33112" fmla="*/ 1796026 w 2119654"/>
              <a:gd name="connsiteY33112" fmla="*/ 954349 h 2398711"/>
              <a:gd name="connsiteX33113" fmla="*/ 1796022 w 2119654"/>
              <a:gd name="connsiteY33113" fmla="*/ 949774 h 2398711"/>
              <a:gd name="connsiteX33114" fmla="*/ 1785895 w 2119654"/>
              <a:gd name="connsiteY33114" fmla="*/ 965293 h 2398711"/>
              <a:gd name="connsiteX33115" fmla="*/ 1763825 w 2119654"/>
              <a:gd name="connsiteY33115" fmla="*/ 1011872 h 2398711"/>
              <a:gd name="connsiteX33116" fmla="*/ 1763775 w 2119654"/>
              <a:gd name="connsiteY33116" fmla="*/ 1013561 h 2398711"/>
              <a:gd name="connsiteX33117" fmla="*/ 1766603 w 2119654"/>
              <a:gd name="connsiteY33117" fmla="*/ 1006996 h 2398711"/>
              <a:gd name="connsiteX33118" fmla="*/ 1736233 w 2119654"/>
              <a:gd name="connsiteY33118" fmla="*/ 1073489 h 2398711"/>
              <a:gd name="connsiteX33119" fmla="*/ 1735961 w 2119654"/>
              <a:gd name="connsiteY33119" fmla="*/ 1075017 h 2398711"/>
              <a:gd name="connsiteX33120" fmla="*/ 1739351 w 2119654"/>
              <a:gd name="connsiteY33120" fmla="*/ 1067949 h 2398711"/>
              <a:gd name="connsiteX33121" fmla="*/ 1739278 w 2119654"/>
              <a:gd name="connsiteY33121" fmla="*/ 1067308 h 2398711"/>
              <a:gd name="connsiteX33122" fmla="*/ 1735872 w 2119654"/>
              <a:gd name="connsiteY33122" fmla="*/ 1074222 h 2398711"/>
              <a:gd name="connsiteX33123" fmla="*/ 1735873 w 2119654"/>
              <a:gd name="connsiteY33123" fmla="*/ 1074263 h 2398711"/>
              <a:gd name="connsiteX33124" fmla="*/ 1735885 w 2119654"/>
              <a:gd name="connsiteY33124" fmla="*/ 1074196 h 2398711"/>
              <a:gd name="connsiteX33125" fmla="*/ 1782079 w 2119654"/>
              <a:gd name="connsiteY33125" fmla="*/ 970740 h 2398711"/>
              <a:gd name="connsiteX33126" fmla="*/ 1779726 w 2119654"/>
              <a:gd name="connsiteY33126" fmla="*/ 976536 h 2398711"/>
              <a:gd name="connsiteX33127" fmla="*/ 1782452 w 2119654"/>
              <a:gd name="connsiteY33127" fmla="*/ 970209 h 2398711"/>
              <a:gd name="connsiteX33128" fmla="*/ 1796010 w 2119654"/>
              <a:gd name="connsiteY33128" fmla="*/ 938775 h 2398711"/>
              <a:gd name="connsiteX33129" fmla="*/ 1784664 w 2119654"/>
              <a:gd name="connsiteY33129" fmla="*/ 966143 h 2398711"/>
              <a:gd name="connsiteX33130" fmla="*/ 1792261 w 2119654"/>
              <a:gd name="connsiteY33130" fmla="*/ 955299 h 2398711"/>
              <a:gd name="connsiteX33131" fmla="*/ 1796021 w 2119654"/>
              <a:gd name="connsiteY33131" fmla="*/ 949536 h 2398711"/>
              <a:gd name="connsiteX33132" fmla="*/ 1761021 w 2119654"/>
              <a:gd name="connsiteY33132" fmla="*/ 1016790 h 2398711"/>
              <a:gd name="connsiteX33133" fmla="*/ 1761272 w 2119654"/>
              <a:gd name="connsiteY33133" fmla="*/ 1019369 h 2398711"/>
              <a:gd name="connsiteX33134" fmla="*/ 1762975 w 2119654"/>
              <a:gd name="connsiteY33134" fmla="*/ 1015417 h 2398711"/>
              <a:gd name="connsiteX33135" fmla="*/ 1763038 w 2119654"/>
              <a:gd name="connsiteY33135" fmla="*/ 1013252 h 2398711"/>
              <a:gd name="connsiteX33136" fmla="*/ 1756031 w 2119654"/>
              <a:gd name="connsiteY33136" fmla="*/ 1027727 h 2398711"/>
              <a:gd name="connsiteX33137" fmla="*/ 1748173 w 2119654"/>
              <a:gd name="connsiteY33137" fmla="*/ 1048346 h 2398711"/>
              <a:gd name="connsiteX33138" fmla="*/ 1747928 w 2119654"/>
              <a:gd name="connsiteY33138" fmla="*/ 1049576 h 2398711"/>
              <a:gd name="connsiteX33139" fmla="*/ 1748446 w 2119654"/>
              <a:gd name="connsiteY33139" fmla="*/ 1048990 h 2398711"/>
              <a:gd name="connsiteX33140" fmla="*/ 1749090 w 2119654"/>
              <a:gd name="connsiteY33140" fmla="*/ 1047648 h 2398711"/>
              <a:gd name="connsiteX33141" fmla="*/ 1753655 w 2119654"/>
              <a:gd name="connsiteY33141" fmla="*/ 1037050 h 2398711"/>
              <a:gd name="connsiteX33142" fmla="*/ 1755161 w 2119654"/>
              <a:gd name="connsiteY33142" fmla="*/ 1033090 h 2398711"/>
              <a:gd name="connsiteX33143" fmla="*/ 1755245 w 2119654"/>
              <a:gd name="connsiteY33143" fmla="*/ 1033359 h 2398711"/>
              <a:gd name="connsiteX33144" fmla="*/ 1756162 w 2119654"/>
              <a:gd name="connsiteY33144" fmla="*/ 1031232 h 2398711"/>
              <a:gd name="connsiteX33145" fmla="*/ 1256721 w 2119654"/>
              <a:gd name="connsiteY33145" fmla="*/ 2145636 h 2398711"/>
              <a:gd name="connsiteX33146" fmla="*/ 1257673 w 2119654"/>
              <a:gd name="connsiteY33146" fmla="*/ 2146226 h 2398711"/>
              <a:gd name="connsiteX33147" fmla="*/ 1257853 w 2119654"/>
              <a:gd name="connsiteY33147" fmla="*/ 2145975 h 2398711"/>
              <a:gd name="connsiteX33148" fmla="*/ 1257546 w 2119654"/>
              <a:gd name="connsiteY33148" fmla="*/ 2145718 h 2398711"/>
              <a:gd name="connsiteX33149" fmla="*/ 1729205 w 2119654"/>
              <a:gd name="connsiteY33149" fmla="*/ 1087157 h 2398711"/>
              <a:gd name="connsiteX33150" fmla="*/ 1729761 w 2119654"/>
              <a:gd name="connsiteY33150" fmla="*/ 1087604 h 2398711"/>
              <a:gd name="connsiteX33151" fmla="*/ 1730519 w 2119654"/>
              <a:gd name="connsiteY33151" fmla="*/ 1085691 h 2398711"/>
              <a:gd name="connsiteX33152" fmla="*/ 1730601 w 2119654"/>
              <a:gd name="connsiteY33152" fmla="*/ 1084923 h 2398711"/>
              <a:gd name="connsiteX33153" fmla="*/ 1730416 w 2119654"/>
              <a:gd name="connsiteY33153" fmla="*/ 1085299 h 2398711"/>
              <a:gd name="connsiteX33154" fmla="*/ 1719164 w 2119654"/>
              <a:gd name="connsiteY33154" fmla="*/ 1109186 h 2398711"/>
              <a:gd name="connsiteX33155" fmla="*/ 1718968 w 2119654"/>
              <a:gd name="connsiteY33155" fmla="*/ 1110318 h 2398711"/>
              <a:gd name="connsiteX33156" fmla="*/ 1718979 w 2119654"/>
              <a:gd name="connsiteY33156" fmla="*/ 1110414 h 2398711"/>
              <a:gd name="connsiteX33157" fmla="*/ 1720172 w 2119654"/>
              <a:gd name="connsiteY33157" fmla="*/ 1107928 h 2398711"/>
              <a:gd name="connsiteX33158" fmla="*/ 1720164 w 2119654"/>
              <a:gd name="connsiteY33158" fmla="*/ 1107757 h 2398711"/>
              <a:gd name="connsiteX33159" fmla="*/ 1720135 w 2119654"/>
              <a:gd name="connsiteY33159" fmla="*/ 1107753 h 2398711"/>
              <a:gd name="connsiteX33160" fmla="*/ 1727551 w 2119654"/>
              <a:gd name="connsiteY33160" fmla="*/ 1089694 h 2398711"/>
              <a:gd name="connsiteX33161" fmla="*/ 1726515 w 2119654"/>
              <a:gd name="connsiteY33161" fmla="*/ 1092791 h 2398711"/>
              <a:gd name="connsiteX33162" fmla="*/ 1726965 w 2119654"/>
              <a:gd name="connsiteY33162" fmla="*/ 1092530 h 2398711"/>
              <a:gd name="connsiteX33163" fmla="*/ 1728694 w 2119654"/>
              <a:gd name="connsiteY33163" fmla="*/ 1089597 h 2398711"/>
              <a:gd name="connsiteX33164" fmla="*/ 1727986 w 2119654"/>
              <a:gd name="connsiteY33164" fmla="*/ 1089029 h 2398711"/>
              <a:gd name="connsiteX33165" fmla="*/ 1719430 w 2119654"/>
              <a:gd name="connsiteY33165" fmla="*/ 1107648 h 2398711"/>
              <a:gd name="connsiteX33166" fmla="*/ 1719267 w 2119654"/>
              <a:gd name="connsiteY33166" fmla="*/ 1108593 h 2398711"/>
              <a:gd name="connsiteX33167" fmla="*/ 1719853 w 2119654"/>
              <a:gd name="connsiteY33167" fmla="*/ 1107711 h 2398711"/>
              <a:gd name="connsiteX33168" fmla="*/ 1738872 w 2119654"/>
              <a:gd name="connsiteY33168" fmla="*/ 1063771 h 2398711"/>
              <a:gd name="connsiteX33169" fmla="*/ 1737608 w 2119654"/>
              <a:gd name="connsiteY33169" fmla="*/ 1067635 h 2398711"/>
              <a:gd name="connsiteX33170" fmla="*/ 1737955 w 2119654"/>
              <a:gd name="connsiteY33170" fmla="*/ 1066931 h 2398711"/>
              <a:gd name="connsiteX33171" fmla="*/ 1738947 w 2119654"/>
              <a:gd name="connsiteY33171" fmla="*/ 1064428 h 2398711"/>
              <a:gd name="connsiteX33172" fmla="*/ 1755367 w 2119654"/>
              <a:gd name="connsiteY33172" fmla="*/ 1026714 h 2398711"/>
              <a:gd name="connsiteX33173" fmla="*/ 1755967 w 2119654"/>
              <a:gd name="connsiteY33173" fmla="*/ 1026031 h 2398711"/>
              <a:gd name="connsiteX33174" fmla="*/ 1755954 w 2119654"/>
              <a:gd name="connsiteY33174" fmla="*/ 1025684 h 2398711"/>
              <a:gd name="connsiteX33175" fmla="*/ 1213386 w 2119654"/>
              <a:gd name="connsiteY33175" fmla="*/ 2240138 h 2398711"/>
              <a:gd name="connsiteX33176" fmla="*/ 1214482 w 2119654"/>
              <a:gd name="connsiteY33176" fmla="*/ 2241572 h 2398711"/>
              <a:gd name="connsiteX33177" fmla="*/ 1221225 w 2119654"/>
              <a:gd name="connsiteY33177" fmla="*/ 2237541 h 2398711"/>
              <a:gd name="connsiteX33178" fmla="*/ 1218841 w 2119654"/>
              <a:gd name="connsiteY33178" fmla="*/ 2235545 h 2398711"/>
              <a:gd name="connsiteX33179" fmla="*/ 1214089 w 2119654"/>
              <a:gd name="connsiteY33179" fmla="*/ 2239435 h 2398711"/>
              <a:gd name="connsiteX33180" fmla="*/ 1726258 w 2119654"/>
              <a:gd name="connsiteY33180" fmla="*/ 1091679 h 2398711"/>
              <a:gd name="connsiteX33181" fmla="*/ 1726360 w 2119654"/>
              <a:gd name="connsiteY33181" fmla="*/ 1092415 h 2398711"/>
              <a:gd name="connsiteX33182" fmla="*/ 1726974 w 2119654"/>
              <a:gd name="connsiteY33182" fmla="*/ 1090580 h 2398711"/>
              <a:gd name="connsiteX33183" fmla="*/ 1745026 w 2119654"/>
              <a:gd name="connsiteY33183" fmla="*/ 1049491 h 2398711"/>
              <a:gd name="connsiteX33184" fmla="*/ 1742770 w 2119654"/>
              <a:gd name="connsiteY33184" fmla="*/ 1055412 h 2398711"/>
              <a:gd name="connsiteX33185" fmla="*/ 1744707 w 2119654"/>
              <a:gd name="connsiteY33185" fmla="*/ 1053221 h 2398711"/>
              <a:gd name="connsiteX33186" fmla="*/ 1744930 w 2119654"/>
              <a:gd name="connsiteY33186" fmla="*/ 1052768 h 2398711"/>
              <a:gd name="connsiteX33187" fmla="*/ 1795961 w 2119654"/>
              <a:gd name="connsiteY33187" fmla="*/ 934765 h 2398711"/>
              <a:gd name="connsiteX33188" fmla="*/ 1793131 w 2119654"/>
              <a:gd name="connsiteY33188" fmla="*/ 943523 h 2398711"/>
              <a:gd name="connsiteX33189" fmla="*/ 1782956 w 2119654"/>
              <a:gd name="connsiteY33189" fmla="*/ 968580 h 2398711"/>
              <a:gd name="connsiteX33190" fmla="*/ 1783467 w 2119654"/>
              <a:gd name="connsiteY33190" fmla="*/ 967851 h 2398711"/>
              <a:gd name="connsiteX33191" fmla="*/ 1788684 w 2119654"/>
              <a:gd name="connsiteY33191" fmla="*/ 955743 h 2398711"/>
              <a:gd name="connsiteX33192" fmla="*/ 1796009 w 2119654"/>
              <a:gd name="connsiteY33192" fmla="*/ 938072 h 2398711"/>
              <a:gd name="connsiteX33193" fmla="*/ 1775244 w 2119654"/>
              <a:gd name="connsiteY33193" fmla="*/ 980497 h 2398711"/>
              <a:gd name="connsiteX33194" fmla="*/ 1775378 w 2119654"/>
              <a:gd name="connsiteY33194" fmla="*/ 981419 h 2398711"/>
              <a:gd name="connsiteX33195" fmla="*/ 1776452 w 2119654"/>
              <a:gd name="connsiteY33195" fmla="*/ 978772 h 2398711"/>
              <a:gd name="connsiteX33196" fmla="*/ 1731229 w 2119654"/>
              <a:gd name="connsiteY33196" fmla="*/ 1078702 h 2398711"/>
              <a:gd name="connsiteX33197" fmla="*/ 1730716 w 2119654"/>
              <a:gd name="connsiteY33197" fmla="*/ 1080236 h 2398711"/>
              <a:gd name="connsiteX33198" fmla="*/ 1731180 w 2119654"/>
              <a:gd name="connsiteY33198" fmla="*/ 1079524 h 2398711"/>
              <a:gd name="connsiteX33199" fmla="*/ 1731238 w 2119654"/>
              <a:gd name="connsiteY33199" fmla="*/ 1078979 h 2398711"/>
              <a:gd name="connsiteX33200" fmla="*/ 1750951 w 2119654"/>
              <a:gd name="connsiteY33200" fmla="*/ 1034464 h 2398711"/>
              <a:gd name="connsiteX33201" fmla="*/ 1748902 w 2119654"/>
              <a:gd name="connsiteY33201" fmla="*/ 1044702 h 2398711"/>
              <a:gd name="connsiteX33202" fmla="*/ 1749766 w 2119654"/>
              <a:gd name="connsiteY33202" fmla="*/ 1042949 h 2398711"/>
              <a:gd name="connsiteX33203" fmla="*/ 1755930 w 2119654"/>
              <a:gd name="connsiteY33203" fmla="*/ 1026773 h 2398711"/>
              <a:gd name="connsiteX33204" fmla="*/ 1754233 w 2119654"/>
              <a:gd name="connsiteY33204" fmla="*/ 1028703 h 2398711"/>
              <a:gd name="connsiteX33205" fmla="*/ 1750229 w 2119654"/>
              <a:gd name="connsiteY33205" fmla="*/ 1035829 h 2398711"/>
              <a:gd name="connsiteX33206" fmla="*/ 1745628 w 2119654"/>
              <a:gd name="connsiteY33206" fmla="*/ 1047910 h 2398711"/>
              <a:gd name="connsiteX33207" fmla="*/ 1745520 w 2119654"/>
              <a:gd name="connsiteY33207" fmla="*/ 1051568 h 2398711"/>
              <a:gd name="connsiteX33208" fmla="*/ 1748148 w 2119654"/>
              <a:gd name="connsiteY33208" fmla="*/ 1046233 h 2398711"/>
              <a:gd name="connsiteX33209" fmla="*/ 1770746 w 2119654"/>
              <a:gd name="connsiteY33209" fmla="*/ 989109 h 2398711"/>
              <a:gd name="connsiteX33210" fmla="*/ 1769349 w 2119654"/>
              <a:gd name="connsiteY33210" fmla="*/ 992778 h 2398711"/>
              <a:gd name="connsiteX33211" fmla="*/ 1770841 w 2119654"/>
              <a:gd name="connsiteY33211" fmla="*/ 990082 h 2398711"/>
              <a:gd name="connsiteX33212" fmla="*/ 1810263 w 2119654"/>
              <a:gd name="connsiteY33212" fmla="*/ 900544 h 2398711"/>
              <a:gd name="connsiteX33213" fmla="*/ 1810641 w 2119654"/>
              <a:gd name="connsiteY33213" fmla="*/ 905457 h 2398711"/>
              <a:gd name="connsiteX33214" fmla="*/ 1811523 w 2119654"/>
              <a:gd name="connsiteY33214" fmla="*/ 897831 h 2398711"/>
              <a:gd name="connsiteX33215" fmla="*/ 1807488 w 2119654"/>
              <a:gd name="connsiteY33215" fmla="*/ 906520 h 2398711"/>
              <a:gd name="connsiteX33216" fmla="*/ 1807465 w 2119654"/>
              <a:gd name="connsiteY33216" fmla="*/ 932879 h 2398711"/>
              <a:gd name="connsiteX33217" fmla="*/ 1810237 w 2119654"/>
              <a:gd name="connsiteY33217" fmla="*/ 908944 h 2398711"/>
              <a:gd name="connsiteX33218" fmla="*/ 1809688 w 2119654"/>
              <a:gd name="connsiteY33218" fmla="*/ 901784 h 2398711"/>
              <a:gd name="connsiteX33219" fmla="*/ 1728801 w 2119654"/>
              <a:gd name="connsiteY33219" fmla="*/ 1082412 h 2398711"/>
              <a:gd name="connsiteX33220" fmla="*/ 1727819 w 2119654"/>
              <a:gd name="connsiteY33220" fmla="*/ 1084681 h 2398711"/>
              <a:gd name="connsiteX33221" fmla="*/ 1729711 w 2119654"/>
              <a:gd name="connsiteY33221" fmla="*/ 1081779 h 2398711"/>
              <a:gd name="connsiteX33222" fmla="*/ 1802756 w 2119654"/>
              <a:gd name="connsiteY33222" fmla="*/ 916709 h 2398711"/>
              <a:gd name="connsiteX33223" fmla="*/ 1800554 w 2119654"/>
              <a:gd name="connsiteY33223" fmla="*/ 944850 h 2398711"/>
              <a:gd name="connsiteX33224" fmla="*/ 1800388 w 2119654"/>
              <a:gd name="connsiteY33224" fmla="*/ 946674 h 2398711"/>
              <a:gd name="connsiteX33225" fmla="*/ 1805569 w 2119654"/>
              <a:gd name="connsiteY33225" fmla="*/ 937289 h 2398711"/>
              <a:gd name="connsiteX33226" fmla="*/ 1806764 w 2119654"/>
              <a:gd name="connsiteY33226" fmla="*/ 926314 h 2398711"/>
              <a:gd name="connsiteX33227" fmla="*/ 1806859 w 2119654"/>
              <a:gd name="connsiteY33227" fmla="*/ 926466 h 2398711"/>
              <a:gd name="connsiteX33228" fmla="*/ 1806874 w 2119654"/>
              <a:gd name="connsiteY33228" fmla="*/ 907841 h 2398711"/>
              <a:gd name="connsiteX33229" fmla="*/ 1731175 w 2119654"/>
              <a:gd name="connsiteY33229" fmla="*/ 1076931 h 2398711"/>
              <a:gd name="connsiteX33230" fmla="*/ 1729181 w 2119654"/>
              <a:gd name="connsiteY33230" fmla="*/ 1081536 h 2398711"/>
              <a:gd name="connsiteX33231" fmla="*/ 1730250 w 2119654"/>
              <a:gd name="connsiteY33231" fmla="*/ 1080791 h 2398711"/>
              <a:gd name="connsiteX33232" fmla="*/ 1731206 w 2119654"/>
              <a:gd name="connsiteY33232" fmla="*/ 1077933 h 2398711"/>
              <a:gd name="connsiteX33233" fmla="*/ 1799600 w 2119654"/>
              <a:gd name="connsiteY33233" fmla="*/ 923504 h 2398711"/>
              <a:gd name="connsiteX33234" fmla="*/ 1796199 w 2119654"/>
              <a:gd name="connsiteY33234" fmla="*/ 934028 h 2398711"/>
              <a:gd name="connsiteX33235" fmla="*/ 1796249 w 2119654"/>
              <a:gd name="connsiteY33235" fmla="*/ 937493 h 2398711"/>
              <a:gd name="connsiteX33236" fmla="*/ 1799889 w 2119654"/>
              <a:gd name="connsiteY33236" fmla="*/ 928715 h 2398711"/>
              <a:gd name="connsiteX33237" fmla="*/ 1800029 w 2119654"/>
              <a:gd name="connsiteY33237" fmla="*/ 929082 h 2398711"/>
              <a:gd name="connsiteX33238" fmla="*/ 1796260 w 2119654"/>
              <a:gd name="connsiteY33238" fmla="*/ 938173 h 2398711"/>
              <a:gd name="connsiteX33239" fmla="*/ 1796415 w 2119654"/>
              <a:gd name="connsiteY33239" fmla="*/ 948932 h 2398711"/>
              <a:gd name="connsiteX33240" fmla="*/ 1800173 w 2119654"/>
              <a:gd name="connsiteY33240" fmla="*/ 943172 h 2398711"/>
              <a:gd name="connsiteX33241" fmla="*/ 1800191 w 2119654"/>
              <a:gd name="connsiteY33241" fmla="*/ 943383 h 2398711"/>
              <a:gd name="connsiteX33242" fmla="*/ 1796418 w 2119654"/>
              <a:gd name="connsiteY33242" fmla="*/ 949165 h 2398711"/>
              <a:gd name="connsiteX33243" fmla="*/ 1796482 w 2119654"/>
              <a:gd name="connsiteY33243" fmla="*/ 953548 h 2398711"/>
              <a:gd name="connsiteX33244" fmla="*/ 1799912 w 2119654"/>
              <a:gd name="connsiteY33244" fmla="*/ 947528 h 2398711"/>
              <a:gd name="connsiteX33245" fmla="*/ 1801639 w 2119654"/>
              <a:gd name="connsiteY33245" fmla="*/ 928725 h 2398711"/>
              <a:gd name="connsiteX33246" fmla="*/ 1802543 w 2119654"/>
              <a:gd name="connsiteY33246" fmla="*/ 917168 h 2398711"/>
              <a:gd name="connsiteX33247" fmla="*/ 1736664 w 2119654"/>
              <a:gd name="connsiteY33247" fmla="*/ 1064256 h 2398711"/>
              <a:gd name="connsiteX33248" fmla="*/ 1735637 w 2119654"/>
              <a:gd name="connsiteY33248" fmla="*/ 1066627 h 2398711"/>
              <a:gd name="connsiteX33249" fmla="*/ 1735773 w 2119654"/>
              <a:gd name="connsiteY33249" fmla="*/ 1071015 h 2398711"/>
              <a:gd name="connsiteX33250" fmla="*/ 1738624 w 2119654"/>
              <a:gd name="connsiteY33250" fmla="*/ 1062297 h 2398711"/>
              <a:gd name="connsiteX33251" fmla="*/ 1745749 w 2119654"/>
              <a:gd name="connsiteY33251" fmla="*/ 1043802 h 2398711"/>
              <a:gd name="connsiteX33252" fmla="*/ 1745643 w 2119654"/>
              <a:gd name="connsiteY33252" fmla="*/ 1047388 h 2398711"/>
              <a:gd name="connsiteX33253" fmla="*/ 1749786 w 2119654"/>
              <a:gd name="connsiteY33253" fmla="*/ 1036512 h 2398711"/>
              <a:gd name="connsiteX33254" fmla="*/ 1738453 w 2119654"/>
              <a:gd name="connsiteY33254" fmla="*/ 1060124 h 2398711"/>
              <a:gd name="connsiteX33255" fmla="*/ 1738339 w 2119654"/>
              <a:gd name="connsiteY33255" fmla="*/ 1060387 h 2398711"/>
              <a:gd name="connsiteX33256" fmla="*/ 1738469 w 2119654"/>
              <a:gd name="connsiteY33256" fmla="*/ 1060261 h 2398711"/>
              <a:gd name="connsiteX33257" fmla="*/ 1742055 w 2119654"/>
              <a:gd name="connsiteY33257" fmla="*/ 1051807 h 2398711"/>
              <a:gd name="connsiteX33258" fmla="*/ 1741641 w 2119654"/>
              <a:gd name="connsiteY33258" fmla="*/ 1052765 h 2398711"/>
              <a:gd name="connsiteX33259" fmla="*/ 1741667 w 2119654"/>
              <a:gd name="connsiteY33259" fmla="*/ 1052996 h 2398711"/>
              <a:gd name="connsiteX33260" fmla="*/ 1744906 w 2119654"/>
              <a:gd name="connsiteY33260" fmla="*/ 1045323 h 2398711"/>
              <a:gd name="connsiteX33261" fmla="*/ 1741856 w 2119654"/>
              <a:gd name="connsiteY33261" fmla="*/ 1054647 h 2398711"/>
              <a:gd name="connsiteX33262" fmla="*/ 1742039 w 2119654"/>
              <a:gd name="connsiteY33262" fmla="*/ 1056239 h 2398711"/>
              <a:gd name="connsiteX33263" fmla="*/ 1742318 w 2119654"/>
              <a:gd name="connsiteY33263" fmla="*/ 1055924 h 2398711"/>
              <a:gd name="connsiteX33264" fmla="*/ 1744201 w 2119654"/>
              <a:gd name="connsiteY33264" fmla="*/ 1051174 h 2398711"/>
              <a:gd name="connsiteX33265" fmla="*/ 1745041 w 2119654"/>
              <a:gd name="connsiteY33265" fmla="*/ 1048967 h 2398711"/>
              <a:gd name="connsiteX33266" fmla="*/ 1745161 w 2119654"/>
              <a:gd name="connsiteY33266" fmla="*/ 1044863 h 2398711"/>
              <a:gd name="connsiteX33267" fmla="*/ 1777081 w 2119654"/>
              <a:gd name="connsiteY33267" fmla="*/ 971993 h 2398711"/>
              <a:gd name="connsiteX33268" fmla="*/ 1775348 w 2119654"/>
              <a:gd name="connsiteY33268" fmla="*/ 977036 h 2398711"/>
              <a:gd name="connsiteX33269" fmla="*/ 1774909 w 2119654"/>
              <a:gd name="connsiteY33269" fmla="*/ 978185 h 2398711"/>
              <a:gd name="connsiteX33270" fmla="*/ 1775135 w 2119654"/>
              <a:gd name="connsiteY33270" fmla="*/ 979744 h 2398711"/>
              <a:gd name="connsiteX33271" fmla="*/ 1777330 w 2119654"/>
              <a:gd name="connsiteY33271" fmla="*/ 976612 h 2398711"/>
              <a:gd name="connsiteX33272" fmla="*/ 1777749 w 2119654"/>
              <a:gd name="connsiteY33272" fmla="*/ 975578 h 2398711"/>
              <a:gd name="connsiteX33273" fmla="*/ 1778919 w 2119654"/>
              <a:gd name="connsiteY33273" fmla="*/ 971684 h 2398711"/>
              <a:gd name="connsiteX33274" fmla="*/ 1777879 w 2119654"/>
              <a:gd name="connsiteY33274" fmla="*/ 975258 h 2398711"/>
              <a:gd name="connsiteX33275" fmla="*/ 1793986 w 2119654"/>
              <a:gd name="connsiteY33275" fmla="*/ 935592 h 2398711"/>
              <a:gd name="connsiteX33276" fmla="*/ 1782015 w 2119654"/>
              <a:gd name="connsiteY33276" fmla="*/ 961370 h 2398711"/>
              <a:gd name="connsiteX33277" fmla="*/ 1778919 w 2119654"/>
              <a:gd name="connsiteY33277" fmla="*/ 971684 h 2398711"/>
              <a:gd name="connsiteX33278" fmla="*/ 1781756 w 2119654"/>
              <a:gd name="connsiteY33278" fmla="*/ 961927 h 2398711"/>
              <a:gd name="connsiteX33279" fmla="*/ 1763350 w 2119654"/>
              <a:gd name="connsiteY33279" fmla="*/ 1002637 h 2398711"/>
              <a:gd name="connsiteX33280" fmla="*/ 1761411 w 2119654"/>
              <a:gd name="connsiteY33280" fmla="*/ 1007114 h 2398711"/>
              <a:gd name="connsiteX33281" fmla="*/ 1763319 w 2119654"/>
              <a:gd name="connsiteY33281" fmla="*/ 1003667 h 2398711"/>
              <a:gd name="connsiteX33282" fmla="*/ 1205018 w 2119654"/>
              <a:gd name="connsiteY33282" fmla="*/ 2252758 h 2398711"/>
              <a:gd name="connsiteX33283" fmla="*/ 1210560 w 2119654"/>
              <a:gd name="connsiteY33283" fmla="*/ 2260659 h 2398711"/>
              <a:gd name="connsiteX33284" fmla="*/ 1215073 w 2119654"/>
              <a:gd name="connsiteY33284" fmla="*/ 2251823 h 2398711"/>
              <a:gd name="connsiteX33285" fmla="*/ 1211188 w 2119654"/>
              <a:gd name="connsiteY33285" fmla="*/ 2250314 h 2398711"/>
              <a:gd name="connsiteX33286" fmla="*/ 1774743 w 2119654"/>
              <a:gd name="connsiteY33286" fmla="*/ 977028 h 2398711"/>
              <a:gd name="connsiteX33287" fmla="*/ 1774782 w 2119654"/>
              <a:gd name="connsiteY33287" fmla="*/ 977303 h 2398711"/>
              <a:gd name="connsiteX33288" fmla="*/ 1775546 w 2119654"/>
              <a:gd name="connsiteY33288" fmla="*/ 975298 h 2398711"/>
              <a:gd name="connsiteX33289" fmla="*/ 1768767 w 2119654"/>
              <a:gd name="connsiteY33289" fmla="*/ 990129 h 2398711"/>
              <a:gd name="connsiteX33290" fmla="*/ 1764063 w 2119654"/>
              <a:gd name="connsiteY33290" fmla="*/ 1000990 h 2398711"/>
              <a:gd name="connsiteX33291" fmla="*/ 1764041 w 2119654"/>
              <a:gd name="connsiteY33291" fmla="*/ 1002363 h 2398711"/>
              <a:gd name="connsiteX33292" fmla="*/ 1767861 w 2119654"/>
              <a:gd name="connsiteY33292" fmla="*/ 995464 h 2398711"/>
              <a:gd name="connsiteX33293" fmla="*/ 1768678 w 2119654"/>
              <a:gd name="connsiteY33293" fmla="*/ 993321 h 2398711"/>
              <a:gd name="connsiteX33294" fmla="*/ 1208205 w 2119654"/>
              <a:gd name="connsiteY33294" fmla="*/ 2245324 h 2398711"/>
              <a:gd name="connsiteX33295" fmla="*/ 1214385 w 2119654"/>
              <a:gd name="connsiteY33295" fmla="*/ 2241630 h 2398711"/>
              <a:gd name="connsiteX33296" fmla="*/ 1213306 w 2119654"/>
              <a:gd name="connsiteY33296" fmla="*/ 2240219 h 2398711"/>
              <a:gd name="connsiteX33297" fmla="*/ 1769204 w 2119654"/>
              <a:gd name="connsiteY33297" fmla="*/ 989118 h 2398711"/>
              <a:gd name="connsiteX33298" fmla="*/ 1769003 w 2119654"/>
              <a:gd name="connsiteY33298" fmla="*/ 989583 h 2398711"/>
              <a:gd name="connsiteX33299" fmla="*/ 1768891 w 2119654"/>
              <a:gd name="connsiteY33299" fmla="*/ 992762 h 2398711"/>
              <a:gd name="connsiteX33300" fmla="*/ 1770652 w 2119654"/>
              <a:gd name="connsiteY33300" fmla="*/ 988139 h 2398711"/>
              <a:gd name="connsiteX33301" fmla="*/ 1770560 w 2119654"/>
              <a:gd name="connsiteY33301" fmla="*/ 987183 h 2398711"/>
              <a:gd name="connsiteX33302" fmla="*/ 1770263 w 2119654"/>
              <a:gd name="connsiteY33302" fmla="*/ 986672 h 2398711"/>
              <a:gd name="connsiteX33303" fmla="*/ 1770235 w 2119654"/>
              <a:gd name="connsiteY33303" fmla="*/ 986739 h 2398711"/>
              <a:gd name="connsiteX33304" fmla="*/ 1770482 w 2119654"/>
              <a:gd name="connsiteY33304" fmla="*/ 986386 h 2398711"/>
              <a:gd name="connsiteX33305" fmla="*/ 1770467 w 2119654"/>
              <a:gd name="connsiteY33305" fmla="*/ 986234 h 2398711"/>
              <a:gd name="connsiteX33306" fmla="*/ 1802829 w 2119654"/>
              <a:gd name="connsiteY33306" fmla="*/ 913512 h 2398711"/>
              <a:gd name="connsiteX33307" fmla="*/ 1801572 w 2119654"/>
              <a:gd name="connsiteY33307" fmla="*/ 917403 h 2398711"/>
              <a:gd name="connsiteX33308" fmla="*/ 1802716 w 2119654"/>
              <a:gd name="connsiteY33308" fmla="*/ 914953 h 2398711"/>
              <a:gd name="connsiteX33309" fmla="*/ 1741358 w 2119654"/>
              <a:gd name="connsiteY33309" fmla="*/ 1050299 h 2398711"/>
              <a:gd name="connsiteX33310" fmla="*/ 1741444 w 2119654"/>
              <a:gd name="connsiteY33310" fmla="*/ 1051052 h 2398711"/>
              <a:gd name="connsiteX33311" fmla="*/ 1742527 w 2119654"/>
              <a:gd name="connsiteY33311" fmla="*/ 1048564 h 2398711"/>
              <a:gd name="connsiteX33312" fmla="*/ 1742109 w 2119654"/>
              <a:gd name="connsiteY33312" fmla="*/ 1049096 h 2398711"/>
              <a:gd name="connsiteX33313" fmla="*/ 1779577 w 2119654"/>
              <a:gd name="connsiteY33313" fmla="*/ 964398 h 2398711"/>
              <a:gd name="connsiteX33314" fmla="*/ 1779116 w 2119654"/>
              <a:gd name="connsiteY33314" fmla="*/ 965506 h 2398711"/>
              <a:gd name="connsiteX33315" fmla="*/ 1779423 w 2119654"/>
              <a:gd name="connsiteY33315" fmla="*/ 964848 h 2398711"/>
              <a:gd name="connsiteX33316" fmla="*/ 1219785 w 2119654"/>
              <a:gd name="connsiteY33316" fmla="*/ 2217873 h 2398711"/>
              <a:gd name="connsiteX33317" fmla="*/ 1222563 w 2119654"/>
              <a:gd name="connsiteY33317" fmla="*/ 2220122 h 2398711"/>
              <a:gd name="connsiteX33318" fmla="*/ 1228134 w 2119654"/>
              <a:gd name="connsiteY33318" fmla="*/ 2216946 h 2398711"/>
              <a:gd name="connsiteX33319" fmla="*/ 1227048 w 2119654"/>
              <a:gd name="connsiteY33319" fmla="*/ 2216250 h 2398711"/>
              <a:gd name="connsiteX33320" fmla="*/ 1725847 w 2119654"/>
              <a:gd name="connsiteY33320" fmla="*/ 1084468 h 2398711"/>
              <a:gd name="connsiteX33321" fmla="*/ 1726161 w 2119654"/>
              <a:gd name="connsiteY33321" fmla="*/ 1084719 h 2398711"/>
              <a:gd name="connsiteX33322" fmla="*/ 1726516 w 2119654"/>
              <a:gd name="connsiteY33322" fmla="*/ 1084003 h 2398711"/>
              <a:gd name="connsiteX33323" fmla="*/ 1760112 w 2119654"/>
              <a:gd name="connsiteY33323" fmla="*/ 1007438 h 2398711"/>
              <a:gd name="connsiteX33324" fmla="*/ 1760171 w 2119654"/>
              <a:gd name="connsiteY33324" fmla="*/ 1008044 h 2398711"/>
              <a:gd name="connsiteX33325" fmla="*/ 1762209 w 2119654"/>
              <a:gd name="connsiteY33325" fmla="*/ 1003362 h 2398711"/>
              <a:gd name="connsiteX33326" fmla="*/ 1784408 w 2119654"/>
              <a:gd name="connsiteY33326" fmla="*/ 952808 h 2398711"/>
              <a:gd name="connsiteX33327" fmla="*/ 1780231 w 2119654"/>
              <a:gd name="connsiteY33327" fmla="*/ 962830 h 2398711"/>
              <a:gd name="connsiteX33328" fmla="*/ 1779857 w 2119654"/>
              <a:gd name="connsiteY33328" fmla="*/ 963917 h 2398711"/>
              <a:gd name="connsiteX33329" fmla="*/ 1783358 w 2119654"/>
              <a:gd name="connsiteY33329" fmla="*/ 956418 h 2398711"/>
              <a:gd name="connsiteX33330" fmla="*/ 1753585 w 2119654"/>
              <a:gd name="connsiteY33330" fmla="*/ 1020736 h 2398711"/>
              <a:gd name="connsiteX33331" fmla="*/ 1753442 w 2119654"/>
              <a:gd name="connsiteY33331" fmla="*/ 1021507 h 2398711"/>
              <a:gd name="connsiteX33332" fmla="*/ 1753836 w 2119654"/>
              <a:gd name="connsiteY33332" fmla="*/ 1020794 h 2398711"/>
              <a:gd name="connsiteX33333" fmla="*/ 1806881 w 2119654"/>
              <a:gd name="connsiteY33333" fmla="*/ 900974 h 2398711"/>
              <a:gd name="connsiteX33334" fmla="*/ 1803064 w 2119654"/>
              <a:gd name="connsiteY33334" fmla="*/ 912786 h 2398711"/>
              <a:gd name="connsiteX33335" fmla="*/ 1802930 w 2119654"/>
              <a:gd name="connsiteY33335" fmla="*/ 914495 h 2398711"/>
              <a:gd name="connsiteX33336" fmla="*/ 1806876 w 2119654"/>
              <a:gd name="connsiteY33336" fmla="*/ 906042 h 2398711"/>
              <a:gd name="connsiteX33337" fmla="*/ 1753765 w 2119654"/>
              <a:gd name="connsiteY33337" fmla="*/ 1019772 h 2398711"/>
              <a:gd name="connsiteX33338" fmla="*/ 1753684 w 2119654"/>
              <a:gd name="connsiteY33338" fmla="*/ 1020205 h 2398711"/>
              <a:gd name="connsiteX33339" fmla="*/ 1754108 w 2119654"/>
              <a:gd name="connsiteY33339" fmla="*/ 1020303 h 2398711"/>
              <a:gd name="connsiteX33340" fmla="*/ 1755649 w 2119654"/>
              <a:gd name="connsiteY33340" fmla="*/ 1017522 h 2398711"/>
              <a:gd name="connsiteX33341" fmla="*/ 1755599 w 2119654"/>
              <a:gd name="connsiteY33341" fmla="*/ 1016207 h 2398711"/>
              <a:gd name="connsiteX33342" fmla="*/ 1737009 w 2119654"/>
              <a:gd name="connsiteY33342" fmla="*/ 1057269 h 2398711"/>
              <a:gd name="connsiteX33343" fmla="*/ 1735897 w 2119654"/>
              <a:gd name="connsiteY33343" fmla="*/ 1062773 h 2398711"/>
              <a:gd name="connsiteX33344" fmla="*/ 1736668 w 2119654"/>
              <a:gd name="connsiteY33344" fmla="*/ 1062020 h 2398711"/>
              <a:gd name="connsiteX33345" fmla="*/ 1738252 w 2119654"/>
              <a:gd name="connsiteY33345" fmla="*/ 1058380 h 2398711"/>
              <a:gd name="connsiteX33346" fmla="*/ 1737952 w 2119654"/>
              <a:gd name="connsiteY33346" fmla="*/ 1055758 h 2398711"/>
              <a:gd name="connsiteX33347" fmla="*/ 1752389 w 2119654"/>
              <a:gd name="connsiteY33347" fmla="*/ 1022445 h 2398711"/>
              <a:gd name="connsiteX33348" fmla="*/ 1751620 w 2119654"/>
              <a:gd name="connsiteY33348" fmla="*/ 1024797 h 2398711"/>
              <a:gd name="connsiteX33349" fmla="*/ 1752900 w 2119654"/>
              <a:gd name="connsiteY33349" fmla="*/ 1022486 h 2398711"/>
              <a:gd name="connsiteX33350" fmla="*/ 1753237 w 2119654"/>
              <a:gd name="connsiteY33350" fmla="*/ 1020796 h 2398711"/>
              <a:gd name="connsiteX33351" fmla="*/ 1735164 w 2119654"/>
              <a:gd name="connsiteY33351" fmla="*/ 1060226 h 2398711"/>
              <a:gd name="connsiteX33352" fmla="*/ 1735436 w 2119654"/>
              <a:gd name="connsiteY33352" fmla="*/ 1062597 h 2398711"/>
              <a:gd name="connsiteX33353" fmla="*/ 1736275 w 2119654"/>
              <a:gd name="connsiteY33353" fmla="*/ 1058445 h 2398711"/>
              <a:gd name="connsiteX33354" fmla="*/ 1205276 w 2119654"/>
              <a:gd name="connsiteY33354" fmla="*/ 2246647 h 2398711"/>
              <a:gd name="connsiteX33355" fmla="*/ 1205729 w 2119654"/>
              <a:gd name="connsiteY33355" fmla="*/ 2246805 h 2398711"/>
              <a:gd name="connsiteX33356" fmla="*/ 1206808 w 2119654"/>
              <a:gd name="connsiteY33356" fmla="*/ 2246160 h 2398711"/>
              <a:gd name="connsiteX33357" fmla="*/ 1211002 w 2119654"/>
              <a:gd name="connsiteY33357" fmla="*/ 2241962 h 2398711"/>
              <a:gd name="connsiteX33358" fmla="*/ 1809099 w 2119654"/>
              <a:gd name="connsiteY33358" fmla="*/ 894111 h 2398711"/>
              <a:gd name="connsiteX33359" fmla="*/ 1807759 w 2119654"/>
              <a:gd name="connsiteY33359" fmla="*/ 898256 h 2398711"/>
              <a:gd name="connsiteX33360" fmla="*/ 1808359 w 2119654"/>
              <a:gd name="connsiteY33360" fmla="*/ 897432 h 2398711"/>
              <a:gd name="connsiteX33361" fmla="*/ 1808417 w 2119654"/>
              <a:gd name="connsiteY33361" fmla="*/ 897872 h 2398711"/>
              <a:gd name="connsiteX33362" fmla="*/ 1807494 w 2119654"/>
              <a:gd name="connsiteY33362" fmla="*/ 899137 h 2398711"/>
              <a:gd name="connsiteX33363" fmla="*/ 1807490 w 2119654"/>
              <a:gd name="connsiteY33363" fmla="*/ 904727 h 2398711"/>
              <a:gd name="connsiteX33364" fmla="*/ 1809572 w 2119654"/>
              <a:gd name="connsiteY33364" fmla="*/ 900268 h 2398711"/>
              <a:gd name="connsiteX33365" fmla="*/ 1747802 w 2119654"/>
              <a:gd name="connsiteY33365" fmla="*/ 1031359 h 2398711"/>
              <a:gd name="connsiteX33366" fmla="*/ 1748421 w 2119654"/>
              <a:gd name="connsiteY33366" fmla="*/ 1030573 h 2398711"/>
              <a:gd name="connsiteX33367" fmla="*/ 1749837 w 2119654"/>
              <a:gd name="connsiteY33367" fmla="*/ 1028017 h 2398711"/>
              <a:gd name="connsiteX33368" fmla="*/ 1750385 w 2119654"/>
              <a:gd name="connsiteY33368" fmla="*/ 1026338 h 2398711"/>
              <a:gd name="connsiteX33369" fmla="*/ 1204427 w 2119654"/>
              <a:gd name="connsiteY33369" fmla="*/ 2247341 h 2398711"/>
              <a:gd name="connsiteX33370" fmla="*/ 1204663 w 2119654"/>
              <a:gd name="connsiteY33370" fmla="*/ 2247442 h 2398711"/>
              <a:gd name="connsiteX33371" fmla="*/ 1204859 w 2119654"/>
              <a:gd name="connsiteY33371" fmla="*/ 2247325 h 2398711"/>
              <a:gd name="connsiteX33372" fmla="*/ 1204571 w 2119654"/>
              <a:gd name="connsiteY33372" fmla="*/ 2247224 h 2398711"/>
              <a:gd name="connsiteX33373" fmla="*/ 1759656 w 2119654"/>
              <a:gd name="connsiteY33373" fmla="*/ 1002748 h 2398711"/>
              <a:gd name="connsiteX33374" fmla="*/ 1759807 w 2119654"/>
              <a:gd name="connsiteY33374" fmla="*/ 1004307 h 2398711"/>
              <a:gd name="connsiteX33375" fmla="*/ 1763506 w 2119654"/>
              <a:gd name="connsiteY33375" fmla="*/ 997313 h 2398711"/>
              <a:gd name="connsiteX33376" fmla="*/ 1763507 w 2119654"/>
              <a:gd name="connsiteY33376" fmla="*/ 997250 h 2398711"/>
              <a:gd name="connsiteX33377" fmla="*/ 1729953 w 2119654"/>
              <a:gd name="connsiteY33377" fmla="*/ 1068576 h 2398711"/>
              <a:gd name="connsiteX33378" fmla="*/ 1730890 w 2119654"/>
              <a:gd name="connsiteY33378" fmla="*/ 1067663 h 2398711"/>
              <a:gd name="connsiteX33379" fmla="*/ 1730873 w 2119654"/>
              <a:gd name="connsiteY33379" fmla="*/ 1067104 h 2398711"/>
              <a:gd name="connsiteX33380" fmla="*/ 1755403 w 2119654"/>
              <a:gd name="connsiteY33380" fmla="*/ 1010967 h 2398711"/>
              <a:gd name="connsiteX33381" fmla="*/ 1755390 w 2119654"/>
              <a:gd name="connsiteY33381" fmla="*/ 1011036 h 2398711"/>
              <a:gd name="connsiteX33382" fmla="*/ 1755404 w 2119654"/>
              <a:gd name="connsiteY33382" fmla="*/ 1010995 h 2398711"/>
              <a:gd name="connsiteX33383" fmla="*/ 1211388 w 2119654"/>
              <a:gd name="connsiteY33383" fmla="*/ 2228649 h 2398711"/>
              <a:gd name="connsiteX33384" fmla="*/ 1214251 w 2119654"/>
              <a:gd name="connsiteY33384" fmla="*/ 2231046 h 2398711"/>
              <a:gd name="connsiteX33385" fmla="*/ 1214472 w 2119654"/>
              <a:gd name="connsiteY33385" fmla="*/ 2231120 h 2398711"/>
              <a:gd name="connsiteX33386" fmla="*/ 1224204 w 2119654"/>
              <a:gd name="connsiteY33386" fmla="*/ 2223155 h 2398711"/>
              <a:gd name="connsiteX33387" fmla="*/ 1223845 w 2119654"/>
              <a:gd name="connsiteY33387" fmla="*/ 2222864 h 2398711"/>
              <a:gd name="connsiteX33388" fmla="*/ 1213117 w 2119654"/>
              <a:gd name="connsiteY33388" fmla="*/ 2224743 h 2398711"/>
              <a:gd name="connsiteX33389" fmla="*/ 1220333 w 2119654"/>
              <a:gd name="connsiteY33389" fmla="*/ 2221393 h 2398711"/>
              <a:gd name="connsiteX33390" fmla="*/ 1221328 w 2119654"/>
              <a:gd name="connsiteY33390" fmla="*/ 2220826 h 2398711"/>
              <a:gd name="connsiteX33391" fmla="*/ 1218441 w 2119654"/>
              <a:gd name="connsiteY33391" fmla="*/ 2218489 h 2398711"/>
              <a:gd name="connsiteX33392" fmla="*/ 1813429 w 2119654"/>
              <a:gd name="connsiteY33392" fmla="*/ 880390 h 2398711"/>
              <a:gd name="connsiteX33393" fmla="*/ 1812765 w 2119654"/>
              <a:gd name="connsiteY33393" fmla="*/ 882766 h 2398711"/>
              <a:gd name="connsiteX33394" fmla="*/ 1809641 w 2119654"/>
              <a:gd name="connsiteY33394" fmla="*/ 892431 h 2398711"/>
              <a:gd name="connsiteX33395" fmla="*/ 1810148 w 2119654"/>
              <a:gd name="connsiteY33395" fmla="*/ 899033 h 2398711"/>
              <a:gd name="connsiteX33396" fmla="*/ 1811793 w 2119654"/>
              <a:gd name="connsiteY33396" fmla="*/ 895511 h 2398711"/>
              <a:gd name="connsiteX33397" fmla="*/ 1812568 w 2119654"/>
              <a:gd name="connsiteY33397" fmla="*/ 888812 h 2398711"/>
              <a:gd name="connsiteX33398" fmla="*/ 1202168 w 2119654"/>
              <a:gd name="connsiteY33398" fmla="*/ 2248694 h 2398711"/>
              <a:gd name="connsiteX33399" fmla="*/ 1202287 w 2119654"/>
              <a:gd name="connsiteY33399" fmla="*/ 2248863 h 2398711"/>
              <a:gd name="connsiteX33400" fmla="*/ 1204324 w 2119654"/>
              <a:gd name="connsiteY33400" fmla="*/ 2247645 h 2398711"/>
              <a:gd name="connsiteX33401" fmla="*/ 1204119 w 2119654"/>
              <a:gd name="connsiteY33401" fmla="*/ 2247565 h 2398711"/>
              <a:gd name="connsiteX33402" fmla="*/ 1729831 w 2119654"/>
              <a:gd name="connsiteY33402" fmla="*/ 1066279 h 2398711"/>
              <a:gd name="connsiteX33403" fmla="*/ 1730798 w 2119654"/>
              <a:gd name="connsiteY33403" fmla="*/ 1064729 h 2398711"/>
              <a:gd name="connsiteX33404" fmla="*/ 1730789 w 2119654"/>
              <a:gd name="connsiteY33404" fmla="*/ 1064418 h 2398711"/>
              <a:gd name="connsiteX33405" fmla="*/ 1724762 w 2119654"/>
              <a:gd name="connsiteY33405" fmla="*/ 1076895 h 2398711"/>
              <a:gd name="connsiteX33406" fmla="*/ 1724458 w 2119654"/>
              <a:gd name="connsiteY33406" fmla="*/ 1078647 h 2398711"/>
              <a:gd name="connsiteX33407" fmla="*/ 1725189 w 2119654"/>
              <a:gd name="connsiteY33407" fmla="*/ 1083941 h 2398711"/>
              <a:gd name="connsiteX33408" fmla="*/ 1725439 w 2119654"/>
              <a:gd name="connsiteY33408" fmla="*/ 1084141 h 2398711"/>
              <a:gd name="connsiteX33409" fmla="*/ 1726980 w 2119654"/>
              <a:gd name="connsiteY33409" fmla="*/ 1083068 h 2398711"/>
              <a:gd name="connsiteX33410" fmla="*/ 1731107 w 2119654"/>
              <a:gd name="connsiteY33410" fmla="*/ 1074745 h 2398711"/>
              <a:gd name="connsiteX33411" fmla="*/ 1730960 w 2119654"/>
              <a:gd name="connsiteY33411" fmla="*/ 1069956 h 2398711"/>
              <a:gd name="connsiteX33412" fmla="*/ 1725997 w 2119654"/>
              <a:gd name="connsiteY33412" fmla="*/ 1074916 h 2398711"/>
              <a:gd name="connsiteX33413" fmla="*/ 1769479 w 2119654"/>
              <a:gd name="connsiteY33413" fmla="*/ 976075 h 2398711"/>
              <a:gd name="connsiteX33414" fmla="*/ 1769104 w 2119654"/>
              <a:gd name="connsiteY33414" fmla="*/ 986730 h 2398711"/>
              <a:gd name="connsiteX33415" fmla="*/ 1769992 w 2119654"/>
              <a:gd name="connsiteY33415" fmla="*/ 985049 h 2398711"/>
              <a:gd name="connsiteX33416" fmla="*/ 1770290 w 2119654"/>
              <a:gd name="connsiteY33416" fmla="*/ 984412 h 2398711"/>
              <a:gd name="connsiteX33417" fmla="*/ 1209614 w 2119654"/>
              <a:gd name="connsiteY33417" fmla="*/ 2229472 h 2398711"/>
              <a:gd name="connsiteX33418" fmla="*/ 1212936 w 2119654"/>
              <a:gd name="connsiteY33418" fmla="*/ 2230600 h 2398711"/>
              <a:gd name="connsiteX33419" fmla="*/ 1210885 w 2119654"/>
              <a:gd name="connsiteY33419" fmla="*/ 2228882 h 2398711"/>
              <a:gd name="connsiteX33420" fmla="*/ 1197689 w 2119654"/>
              <a:gd name="connsiteY33420" fmla="*/ 2255850 h 2398711"/>
              <a:gd name="connsiteX33421" fmla="*/ 1208628 w 2119654"/>
              <a:gd name="connsiteY33421" fmla="*/ 2264442 h 2398711"/>
              <a:gd name="connsiteX33422" fmla="*/ 1210367 w 2119654"/>
              <a:gd name="connsiteY33422" fmla="*/ 2261037 h 2398711"/>
              <a:gd name="connsiteX33423" fmla="*/ 1204660 w 2119654"/>
              <a:gd name="connsiteY33423" fmla="*/ 2252900 h 2398711"/>
              <a:gd name="connsiteX33424" fmla="*/ 1198001 w 2119654"/>
              <a:gd name="connsiteY33424" fmla="*/ 2255538 h 2398711"/>
              <a:gd name="connsiteX33425" fmla="*/ 1763807 w 2119654"/>
              <a:gd name="connsiteY33425" fmla="*/ 987037 h 2398711"/>
              <a:gd name="connsiteX33426" fmla="*/ 1760452 w 2119654"/>
              <a:gd name="connsiteY33426" fmla="*/ 997794 h 2398711"/>
              <a:gd name="connsiteX33427" fmla="*/ 1759466 w 2119654"/>
              <a:gd name="connsiteY33427" fmla="*/ 1000808 h 2398711"/>
              <a:gd name="connsiteX33428" fmla="*/ 1759577 w 2119654"/>
              <a:gd name="connsiteY33428" fmla="*/ 1001952 h 2398711"/>
              <a:gd name="connsiteX33429" fmla="*/ 1763535 w 2119654"/>
              <a:gd name="connsiteY33429" fmla="*/ 996303 h 2398711"/>
              <a:gd name="connsiteX33430" fmla="*/ 1795924 w 2119654"/>
              <a:gd name="connsiteY33430" fmla="*/ 915014 h 2398711"/>
              <a:gd name="connsiteX33431" fmla="*/ 1796128 w 2119654"/>
              <a:gd name="connsiteY33431" fmla="*/ 929065 h 2398711"/>
              <a:gd name="connsiteX33432" fmla="*/ 1798063 w 2119654"/>
              <a:gd name="connsiteY33432" fmla="*/ 924920 h 2398711"/>
              <a:gd name="connsiteX33433" fmla="*/ 1803174 w 2119654"/>
              <a:gd name="connsiteY33433" fmla="*/ 909101 h 2398711"/>
              <a:gd name="connsiteX33434" fmla="*/ 1803180 w 2119654"/>
              <a:gd name="connsiteY33434" fmla="*/ 909040 h 2398711"/>
              <a:gd name="connsiteX33435" fmla="*/ 1803189 w 2119654"/>
              <a:gd name="connsiteY33435" fmla="*/ 909055 h 2398711"/>
              <a:gd name="connsiteX33436" fmla="*/ 1805517 w 2119654"/>
              <a:gd name="connsiteY33436" fmla="*/ 901851 h 2398711"/>
              <a:gd name="connsiteX33437" fmla="*/ 1795425 w 2119654"/>
              <a:gd name="connsiteY33437" fmla="*/ 915701 h 2398711"/>
              <a:gd name="connsiteX33438" fmla="*/ 1791971 w 2119654"/>
              <a:gd name="connsiteY33438" fmla="*/ 928202 h 2398711"/>
              <a:gd name="connsiteX33439" fmla="*/ 1785874 w 2119654"/>
              <a:gd name="connsiteY33439" fmla="*/ 948512 h 2398711"/>
              <a:gd name="connsiteX33440" fmla="*/ 1793445 w 2119654"/>
              <a:gd name="connsiteY33440" fmla="*/ 930347 h 2398711"/>
              <a:gd name="connsiteX33441" fmla="*/ 1793601 w 2119654"/>
              <a:gd name="connsiteY33441" fmla="*/ 930753 h 2398711"/>
              <a:gd name="connsiteX33442" fmla="*/ 1785040 w 2119654"/>
              <a:gd name="connsiteY33442" fmla="*/ 951290 h 2398711"/>
              <a:gd name="connsiteX33443" fmla="*/ 1783760 w 2119654"/>
              <a:gd name="connsiteY33443" fmla="*/ 955558 h 2398711"/>
              <a:gd name="connsiteX33444" fmla="*/ 1795887 w 2119654"/>
              <a:gd name="connsiteY33444" fmla="*/ 929581 h 2398711"/>
              <a:gd name="connsiteX33445" fmla="*/ 1795681 w 2119654"/>
              <a:gd name="connsiteY33445" fmla="*/ 915349 h 2398711"/>
              <a:gd name="connsiteX33446" fmla="*/ 1795673 w 2119654"/>
              <a:gd name="connsiteY33446" fmla="*/ 914802 h 2398711"/>
              <a:gd name="connsiteX33447" fmla="*/ 1795656 w 2119654"/>
              <a:gd name="connsiteY33447" fmla="*/ 914865 h 2398711"/>
              <a:gd name="connsiteX33448" fmla="*/ 1795673 w 2119654"/>
              <a:gd name="connsiteY33448" fmla="*/ 914840 h 2398711"/>
              <a:gd name="connsiteX33449" fmla="*/ 1748308 w 2119654"/>
              <a:gd name="connsiteY33449" fmla="*/ 1018946 h 2398711"/>
              <a:gd name="connsiteX33450" fmla="*/ 1751650 w 2119654"/>
              <a:gd name="connsiteY33450" fmla="*/ 1019728 h 2398711"/>
              <a:gd name="connsiteX33451" fmla="*/ 1754002 w 2119654"/>
              <a:gd name="connsiteY33451" fmla="*/ 1015281 h 2398711"/>
              <a:gd name="connsiteX33452" fmla="*/ 1754874 w 2119654"/>
              <a:gd name="connsiteY33452" fmla="*/ 1012614 h 2398711"/>
              <a:gd name="connsiteX33453" fmla="*/ 1755188 w 2119654"/>
              <a:gd name="connsiteY33453" fmla="*/ 1011047 h 2398711"/>
              <a:gd name="connsiteX33454" fmla="*/ 1755370 w 2119654"/>
              <a:gd name="connsiteY33454" fmla="*/ 1010070 h 2398711"/>
              <a:gd name="connsiteX33455" fmla="*/ 1755327 w 2119654"/>
              <a:gd name="connsiteY33455" fmla="*/ 1008926 h 2398711"/>
              <a:gd name="connsiteX33456" fmla="*/ 1197954 w 2119654"/>
              <a:gd name="connsiteY33456" fmla="*/ 2251131 h 2398711"/>
              <a:gd name="connsiteX33457" fmla="*/ 1199549 w 2119654"/>
              <a:gd name="connsiteY33457" fmla="*/ 2250500 h 2398711"/>
              <a:gd name="connsiteX33458" fmla="*/ 1201964 w 2119654"/>
              <a:gd name="connsiteY33458" fmla="*/ 2249056 h 2398711"/>
              <a:gd name="connsiteX33459" fmla="*/ 1201843 w 2119654"/>
              <a:gd name="connsiteY33459" fmla="*/ 2248882 h 2398711"/>
              <a:gd name="connsiteX33460" fmla="*/ 1206675 w 2119654"/>
              <a:gd name="connsiteY33460" fmla="*/ 2230837 h 2398711"/>
              <a:gd name="connsiteX33461" fmla="*/ 1209677 w 2119654"/>
              <a:gd name="connsiteY33461" fmla="*/ 2235045 h 2398711"/>
              <a:gd name="connsiteX33462" fmla="*/ 1214009 w 2119654"/>
              <a:gd name="connsiteY33462" fmla="*/ 2231499 h 2398711"/>
              <a:gd name="connsiteX33463" fmla="*/ 1213781 w 2119654"/>
              <a:gd name="connsiteY33463" fmla="*/ 2231308 h 2398711"/>
              <a:gd name="connsiteX33464" fmla="*/ 1209091 w 2119654"/>
              <a:gd name="connsiteY33464" fmla="*/ 2229715 h 2398711"/>
              <a:gd name="connsiteX33465" fmla="*/ 1746397 w 2119654"/>
              <a:gd name="connsiteY33465" fmla="*/ 1021673 h 2398711"/>
              <a:gd name="connsiteX33466" fmla="*/ 1746149 w 2119654"/>
              <a:gd name="connsiteY33466" fmla="*/ 1030127 h 2398711"/>
              <a:gd name="connsiteX33467" fmla="*/ 1751389 w 2119654"/>
              <a:gd name="connsiteY33467" fmla="*/ 1020221 h 2398711"/>
              <a:gd name="connsiteX33468" fmla="*/ 1747974 w 2119654"/>
              <a:gd name="connsiteY33468" fmla="*/ 1019422 h 2398711"/>
              <a:gd name="connsiteX33469" fmla="*/ 1768943 w 2119654"/>
              <a:gd name="connsiteY33469" fmla="*/ 970567 h 2398711"/>
              <a:gd name="connsiteX33470" fmla="*/ 1764310 w 2119654"/>
              <a:gd name="connsiteY33470" fmla="*/ 985423 h 2398711"/>
              <a:gd name="connsiteX33471" fmla="*/ 1764151 w 2119654"/>
              <a:gd name="connsiteY33471" fmla="*/ 995423 h 2398711"/>
              <a:gd name="connsiteX33472" fmla="*/ 1765596 w 2119654"/>
              <a:gd name="connsiteY33472" fmla="*/ 993361 h 2398711"/>
              <a:gd name="connsiteX33473" fmla="*/ 1768847 w 2119654"/>
              <a:gd name="connsiteY33473" fmla="*/ 987215 h 2398711"/>
              <a:gd name="connsiteX33474" fmla="*/ 1769227 w 2119654"/>
              <a:gd name="connsiteY33474" fmla="*/ 973489 h 2398711"/>
              <a:gd name="connsiteX33475" fmla="*/ 1746473 w 2119654"/>
              <a:gd name="connsiteY33475" fmla="*/ 1019071 h 2398711"/>
              <a:gd name="connsiteX33476" fmla="*/ 1746425 w 2119654"/>
              <a:gd name="connsiteY33476" fmla="*/ 1020726 h 2398711"/>
              <a:gd name="connsiteX33477" fmla="*/ 1747427 w 2119654"/>
              <a:gd name="connsiteY33477" fmla="*/ 1019294 h 2398711"/>
              <a:gd name="connsiteX33478" fmla="*/ 1743023 w 2119654"/>
              <a:gd name="connsiteY33478" fmla="*/ 1026489 h 2398711"/>
              <a:gd name="connsiteX33479" fmla="*/ 1740322 w 2119654"/>
              <a:gd name="connsiteY33479" fmla="*/ 1040854 h 2398711"/>
              <a:gd name="connsiteX33480" fmla="*/ 1740791 w 2119654"/>
              <a:gd name="connsiteY33480" fmla="*/ 1040257 h 2398711"/>
              <a:gd name="connsiteX33481" fmla="*/ 1745560 w 2119654"/>
              <a:gd name="connsiteY33481" fmla="*/ 1031241 h 2398711"/>
              <a:gd name="connsiteX33482" fmla="*/ 1745817 w 2119654"/>
              <a:gd name="connsiteY33482" fmla="*/ 1022501 h 2398711"/>
              <a:gd name="connsiteX33483" fmla="*/ 1715836 w 2119654"/>
              <a:gd name="connsiteY33483" fmla="*/ 1085069 h 2398711"/>
              <a:gd name="connsiteX33484" fmla="*/ 1716074 w 2119654"/>
              <a:gd name="connsiteY33484" fmla="*/ 1086988 h 2398711"/>
              <a:gd name="connsiteX33485" fmla="*/ 1718117 w 2119654"/>
              <a:gd name="connsiteY33485" fmla="*/ 1083126 h 2398711"/>
              <a:gd name="connsiteX33486" fmla="*/ 1718077 w 2119654"/>
              <a:gd name="connsiteY33486" fmla="*/ 1082830 h 2398711"/>
              <a:gd name="connsiteX33487" fmla="*/ 1739243 w 2119654"/>
              <a:gd name="connsiteY33487" fmla="*/ 1031885 h 2398711"/>
              <a:gd name="connsiteX33488" fmla="*/ 1740111 w 2119654"/>
              <a:gd name="connsiteY33488" fmla="*/ 1039453 h 2398711"/>
              <a:gd name="connsiteX33489" fmla="*/ 1742612 w 2119654"/>
              <a:gd name="connsiteY33489" fmla="*/ 1027077 h 2398711"/>
              <a:gd name="connsiteX33490" fmla="*/ 1204846 w 2119654"/>
              <a:gd name="connsiteY33490" fmla="*/ 2228274 h 2398711"/>
              <a:gd name="connsiteX33491" fmla="*/ 1205012 w 2119654"/>
              <a:gd name="connsiteY33491" fmla="*/ 2228506 h 2398711"/>
              <a:gd name="connsiteX33492" fmla="*/ 1205232 w 2119654"/>
              <a:gd name="connsiteY33492" fmla="*/ 2228404 h 2398711"/>
              <a:gd name="connsiteX33493" fmla="*/ 1744505 w 2119654"/>
              <a:gd name="connsiteY33493" fmla="*/ 1018611 h 2398711"/>
              <a:gd name="connsiteX33494" fmla="*/ 1743256 w 2119654"/>
              <a:gd name="connsiteY33494" fmla="*/ 1025248 h 2398711"/>
              <a:gd name="connsiteX33495" fmla="*/ 1745845 w 2119654"/>
              <a:gd name="connsiteY33495" fmla="*/ 1021554 h 2398711"/>
              <a:gd name="connsiteX33496" fmla="*/ 1745921 w 2119654"/>
              <a:gd name="connsiteY33496" fmla="*/ 1018942 h 2398711"/>
              <a:gd name="connsiteX33497" fmla="*/ 1735880 w 2119654"/>
              <a:gd name="connsiteY33497" fmla="*/ 1037716 h 2398711"/>
              <a:gd name="connsiteX33498" fmla="*/ 1734948 w 2119654"/>
              <a:gd name="connsiteY33498" fmla="*/ 1047675 h 2398711"/>
              <a:gd name="connsiteX33499" fmla="*/ 1736759 w 2119654"/>
              <a:gd name="connsiteY33499" fmla="*/ 1045376 h 2398711"/>
              <a:gd name="connsiteX33500" fmla="*/ 1758104 w 2119654"/>
              <a:gd name="connsiteY33500" fmla="*/ 986800 h 2398711"/>
              <a:gd name="connsiteX33501" fmla="*/ 1758652 w 2119654"/>
              <a:gd name="connsiteY33501" fmla="*/ 992435 h 2398711"/>
              <a:gd name="connsiteX33502" fmla="*/ 1759210 w 2119654"/>
              <a:gd name="connsiteY33502" fmla="*/ 989437 h 2398711"/>
              <a:gd name="connsiteX33503" fmla="*/ 1759358 w 2119654"/>
              <a:gd name="connsiteY33503" fmla="*/ 989720 h 2398711"/>
              <a:gd name="connsiteX33504" fmla="*/ 1758721 w 2119654"/>
              <a:gd name="connsiteY33504" fmla="*/ 993143 h 2398711"/>
              <a:gd name="connsiteX33505" fmla="*/ 1759299 w 2119654"/>
              <a:gd name="connsiteY33505" fmla="*/ 999086 h 2398711"/>
              <a:gd name="connsiteX33506" fmla="*/ 1763863 w 2119654"/>
              <a:gd name="connsiteY33506" fmla="*/ 985132 h 2398711"/>
              <a:gd name="connsiteX33507" fmla="*/ 1764071 w 2119654"/>
              <a:gd name="connsiteY33507" fmla="*/ 978014 h 2398711"/>
              <a:gd name="connsiteX33508" fmla="*/ 1777663 w 2119654"/>
              <a:gd name="connsiteY33508" fmla="*/ 942607 h 2398711"/>
              <a:gd name="connsiteX33509" fmla="*/ 1772265 w 2119654"/>
              <a:gd name="connsiteY33509" fmla="*/ 959916 h 2398711"/>
              <a:gd name="connsiteX33510" fmla="*/ 1774125 w 2119654"/>
              <a:gd name="connsiteY33510" fmla="*/ 972759 h 2398711"/>
              <a:gd name="connsiteX33511" fmla="*/ 1776435 w 2119654"/>
              <a:gd name="connsiteY33511" fmla="*/ 953888 h 2398711"/>
              <a:gd name="connsiteX33512" fmla="*/ 1778475 w 2119654"/>
              <a:gd name="connsiteY33512" fmla="*/ 938959 h 2398711"/>
              <a:gd name="connsiteX33513" fmla="*/ 1778675 w 2119654"/>
              <a:gd name="connsiteY33513" fmla="*/ 939365 h 2398711"/>
              <a:gd name="connsiteX33514" fmla="*/ 1778034 w 2119654"/>
              <a:gd name="connsiteY33514" fmla="*/ 941419 h 2398711"/>
              <a:gd name="connsiteX33515" fmla="*/ 1774409 w 2119654"/>
              <a:gd name="connsiteY33515" fmla="*/ 974727 h 2398711"/>
              <a:gd name="connsiteX33516" fmla="*/ 1774476 w 2119654"/>
              <a:gd name="connsiteY33516" fmla="*/ 975192 h 2398711"/>
              <a:gd name="connsiteX33517" fmla="*/ 1780973 w 2119654"/>
              <a:gd name="connsiteY33517" fmla="*/ 960273 h 2398711"/>
              <a:gd name="connsiteX33518" fmla="*/ 1781099 w 2119654"/>
              <a:gd name="connsiteY33518" fmla="*/ 959971 h 2398711"/>
              <a:gd name="connsiteX33519" fmla="*/ 1782375 w 2119654"/>
              <a:gd name="connsiteY33519" fmla="*/ 956258 h 2398711"/>
              <a:gd name="connsiteX33520" fmla="*/ 1782433 w 2119654"/>
              <a:gd name="connsiteY33520" fmla="*/ 956423 h 2398711"/>
              <a:gd name="connsiteX33521" fmla="*/ 1781754 w 2119654"/>
              <a:gd name="connsiteY33521" fmla="*/ 958398 h 2398711"/>
              <a:gd name="connsiteX33522" fmla="*/ 1785155 w 2119654"/>
              <a:gd name="connsiteY33522" fmla="*/ 950239 h 2398711"/>
              <a:gd name="connsiteX33523" fmla="*/ 1795049 w 2119654"/>
              <a:gd name="connsiteY33523" fmla="*/ 916217 h 2398711"/>
              <a:gd name="connsiteX33524" fmla="*/ 1732943 w 2119654"/>
              <a:gd name="connsiteY33524" fmla="*/ 1040879 h 2398711"/>
              <a:gd name="connsiteX33525" fmla="*/ 1733879 w 2119654"/>
              <a:gd name="connsiteY33525" fmla="*/ 1049031 h 2398711"/>
              <a:gd name="connsiteX33526" fmla="*/ 1734538 w 2119654"/>
              <a:gd name="connsiteY33526" fmla="*/ 1048194 h 2398711"/>
              <a:gd name="connsiteX33527" fmla="*/ 1735571 w 2119654"/>
              <a:gd name="connsiteY33527" fmla="*/ 1038561 h 2398711"/>
              <a:gd name="connsiteX33528" fmla="*/ 1735726 w 2119654"/>
              <a:gd name="connsiteY33528" fmla="*/ 1036906 h 2398711"/>
              <a:gd name="connsiteX33529" fmla="*/ 1778271 w 2119654"/>
              <a:gd name="connsiteY33529" fmla="*/ 939238 h 2398711"/>
              <a:gd name="connsiteX33530" fmla="*/ 1778209 w 2119654"/>
              <a:gd name="connsiteY33530" fmla="*/ 939810 h 2398711"/>
              <a:gd name="connsiteX33531" fmla="*/ 1778474 w 2119654"/>
              <a:gd name="connsiteY33531" fmla="*/ 938961 h 2398711"/>
              <a:gd name="connsiteX33532" fmla="*/ 1807511 w 2119654"/>
              <a:gd name="connsiteY33532" fmla="*/ 873440 h 2398711"/>
              <a:gd name="connsiteX33533" fmla="*/ 1807517 w 2119654"/>
              <a:gd name="connsiteY33533" fmla="*/ 873844 h 2398711"/>
              <a:gd name="connsiteX33534" fmla="*/ 1807498 w 2119654"/>
              <a:gd name="connsiteY33534" fmla="*/ 895723 h 2398711"/>
              <a:gd name="connsiteX33535" fmla="*/ 1808891 w 2119654"/>
              <a:gd name="connsiteY33535" fmla="*/ 891410 h 2398711"/>
              <a:gd name="connsiteX33536" fmla="*/ 1730204 w 2119654"/>
              <a:gd name="connsiteY33536" fmla="*/ 1045477 h 2398711"/>
              <a:gd name="connsiteX33537" fmla="*/ 1728000 w 2119654"/>
              <a:gd name="connsiteY33537" fmla="*/ 1056494 h 2398711"/>
              <a:gd name="connsiteX33538" fmla="*/ 1730449 w 2119654"/>
              <a:gd name="connsiteY33538" fmla="*/ 1053386 h 2398711"/>
              <a:gd name="connsiteX33539" fmla="*/ 1746194 w 2119654"/>
              <a:gd name="connsiteY33539" fmla="*/ 1009630 h 2398711"/>
              <a:gd name="connsiteX33540" fmla="*/ 1744605 w 2119654"/>
              <a:gd name="connsiteY33540" fmla="*/ 1018080 h 2398711"/>
              <a:gd name="connsiteX33541" fmla="*/ 1745937 w 2119654"/>
              <a:gd name="connsiteY33541" fmla="*/ 1018391 h 2398711"/>
              <a:gd name="connsiteX33542" fmla="*/ 1726508 w 2119654"/>
              <a:gd name="connsiteY33542" fmla="*/ 1053591 h 2398711"/>
              <a:gd name="connsiteX33543" fmla="*/ 1725866 w 2119654"/>
              <a:gd name="connsiteY33543" fmla="*/ 1059203 h 2398711"/>
              <a:gd name="connsiteX33544" fmla="*/ 1726284 w 2119654"/>
              <a:gd name="connsiteY33544" fmla="*/ 1058672 h 2398711"/>
              <a:gd name="connsiteX33545" fmla="*/ 1727279 w 2119654"/>
              <a:gd name="connsiteY33545" fmla="*/ 1052932 h 2398711"/>
              <a:gd name="connsiteX33546" fmla="*/ 1203883 w 2119654"/>
              <a:gd name="connsiteY33546" fmla="*/ 2222223 h 2398711"/>
              <a:gd name="connsiteX33547" fmla="*/ 1205863 w 2119654"/>
              <a:gd name="connsiteY33547" fmla="*/ 2224022 h 2398711"/>
              <a:gd name="connsiteX33548" fmla="*/ 1209005 w 2119654"/>
              <a:gd name="connsiteY33548" fmla="*/ 2226653 h 2398711"/>
              <a:gd name="connsiteX33549" fmla="*/ 1212853 w 2119654"/>
              <a:gd name="connsiteY33549" fmla="*/ 2224866 h 2398711"/>
              <a:gd name="connsiteX33550" fmla="*/ 1217440 w 2119654"/>
              <a:gd name="connsiteY33550" fmla="*/ 2219479 h 2398711"/>
              <a:gd name="connsiteX33551" fmla="*/ 1218333 w 2119654"/>
              <a:gd name="connsiteY33551" fmla="*/ 2218400 h 2398711"/>
              <a:gd name="connsiteX33552" fmla="*/ 1218137 w 2119654"/>
              <a:gd name="connsiteY33552" fmla="*/ 2218241 h 2398711"/>
              <a:gd name="connsiteX33553" fmla="*/ 1205083 w 2119654"/>
              <a:gd name="connsiteY33553" fmla="*/ 2221159 h 2398711"/>
              <a:gd name="connsiteX33554" fmla="*/ 1706212 w 2119654"/>
              <a:gd name="connsiteY33554" fmla="*/ 1097385 h 2398711"/>
              <a:gd name="connsiteX33555" fmla="*/ 1706365 w 2119654"/>
              <a:gd name="connsiteY33555" fmla="*/ 1097287 h 2398711"/>
              <a:gd name="connsiteX33556" fmla="*/ 1706383 w 2119654"/>
              <a:gd name="connsiteY33556" fmla="*/ 1097135 h 2398711"/>
              <a:gd name="connsiteX33557" fmla="*/ 1729040 w 2119654"/>
              <a:gd name="connsiteY33557" fmla="*/ 1046104 h 2398711"/>
              <a:gd name="connsiteX33558" fmla="*/ 1728221 w 2119654"/>
              <a:gd name="connsiteY33558" fmla="*/ 1052289 h 2398711"/>
              <a:gd name="connsiteX33559" fmla="*/ 1729875 w 2119654"/>
              <a:gd name="connsiteY33559" fmla="*/ 1045453 h 2398711"/>
              <a:gd name="connsiteX33560" fmla="*/ 1729962 w 2119654"/>
              <a:gd name="connsiteY33560" fmla="*/ 1045020 h 2398711"/>
              <a:gd name="connsiteX33561" fmla="*/ 1705560 w 2119654"/>
              <a:gd name="connsiteY33561" fmla="*/ 1098597 h 2398711"/>
              <a:gd name="connsiteX33562" fmla="*/ 1705192 w 2119654"/>
              <a:gd name="connsiteY33562" fmla="*/ 1099721 h 2398711"/>
              <a:gd name="connsiteX33563" fmla="*/ 1704766 w 2119654"/>
              <a:gd name="connsiteY33563" fmla="*/ 1102768 h 2398711"/>
              <a:gd name="connsiteX33564" fmla="*/ 1705782 w 2119654"/>
              <a:gd name="connsiteY33564" fmla="*/ 1102421 h 2398711"/>
              <a:gd name="connsiteX33565" fmla="*/ 1706273 w 2119654"/>
              <a:gd name="connsiteY33565" fmla="*/ 1098100 h 2398711"/>
              <a:gd name="connsiteX33566" fmla="*/ 1706564 w 2119654"/>
              <a:gd name="connsiteY33566" fmla="*/ 1095535 h 2398711"/>
              <a:gd name="connsiteX33567" fmla="*/ 1706395 w 2119654"/>
              <a:gd name="connsiteY33567" fmla="*/ 1096054 h 2398711"/>
              <a:gd name="connsiteX33568" fmla="*/ 1706528 w 2119654"/>
              <a:gd name="connsiteY33568" fmla="*/ 1095858 h 2398711"/>
              <a:gd name="connsiteX33569" fmla="*/ 1203180 w 2119654"/>
              <a:gd name="connsiteY33569" fmla="*/ 2221585 h 2398711"/>
              <a:gd name="connsiteX33570" fmla="*/ 1203282 w 2119654"/>
              <a:gd name="connsiteY33570" fmla="*/ 2221677 h 2398711"/>
              <a:gd name="connsiteX33571" fmla="*/ 1203410 w 2119654"/>
              <a:gd name="connsiteY33571" fmla="*/ 2221533 h 2398711"/>
              <a:gd name="connsiteX33572" fmla="*/ 1727104 w 2119654"/>
              <a:gd name="connsiteY33572" fmla="*/ 1048382 h 2398711"/>
              <a:gd name="connsiteX33573" fmla="*/ 1726539 w 2119654"/>
              <a:gd name="connsiteY33573" fmla="*/ 1053317 h 2398711"/>
              <a:gd name="connsiteX33574" fmla="*/ 1727329 w 2119654"/>
              <a:gd name="connsiteY33574" fmla="*/ 1052641 h 2398711"/>
              <a:gd name="connsiteX33575" fmla="*/ 1728293 w 2119654"/>
              <a:gd name="connsiteY33575" fmla="*/ 1047079 h 2398711"/>
              <a:gd name="connsiteX33576" fmla="*/ 1728308 w 2119654"/>
              <a:gd name="connsiteY33576" fmla="*/ 1046965 h 2398711"/>
              <a:gd name="connsiteX33577" fmla="*/ 1747572 w 2119654"/>
              <a:gd name="connsiteY33577" fmla="*/ 1002306 h 2398711"/>
              <a:gd name="connsiteX33578" fmla="*/ 1746853 w 2119654"/>
              <a:gd name="connsiteY33578" fmla="*/ 1006128 h 2398711"/>
              <a:gd name="connsiteX33579" fmla="*/ 1746489 w 2119654"/>
              <a:gd name="connsiteY33579" fmla="*/ 1018521 h 2398711"/>
              <a:gd name="connsiteX33580" fmla="*/ 1747761 w 2119654"/>
              <a:gd name="connsiteY33580" fmla="*/ 1018818 h 2398711"/>
              <a:gd name="connsiteX33581" fmla="*/ 1755294 w 2119654"/>
              <a:gd name="connsiteY33581" fmla="*/ 1008066 h 2398711"/>
              <a:gd name="connsiteX33582" fmla="*/ 1755012 w 2119654"/>
              <a:gd name="connsiteY33582" fmla="*/ 1000559 h 2398711"/>
              <a:gd name="connsiteX33583" fmla="*/ 1754230 w 2119654"/>
              <a:gd name="connsiteY33583" fmla="*/ 992504 h 2398711"/>
              <a:gd name="connsiteX33584" fmla="*/ 1771657 w 2119654"/>
              <a:gd name="connsiteY33584" fmla="*/ 948254 h 2398711"/>
              <a:gd name="connsiteX33585" fmla="*/ 1771726 w 2119654"/>
              <a:gd name="connsiteY33585" fmla="*/ 953060 h 2398711"/>
              <a:gd name="connsiteX33586" fmla="*/ 1771730 w 2119654"/>
              <a:gd name="connsiteY33586" fmla="*/ 956220 h 2398711"/>
              <a:gd name="connsiteX33587" fmla="*/ 1772161 w 2119654"/>
              <a:gd name="connsiteY33587" fmla="*/ 959200 h 2398711"/>
              <a:gd name="connsiteX33588" fmla="*/ 1777839 w 2119654"/>
              <a:gd name="connsiteY33588" fmla="*/ 940997 h 2398711"/>
              <a:gd name="connsiteX33589" fmla="*/ 1777988 w 2119654"/>
              <a:gd name="connsiteY33589" fmla="*/ 939627 h 2398711"/>
              <a:gd name="connsiteX33590" fmla="*/ 1773225 w 2119654"/>
              <a:gd name="connsiteY33590" fmla="*/ 946164 h 2398711"/>
              <a:gd name="connsiteX33591" fmla="*/ 1201829 w 2119654"/>
              <a:gd name="connsiteY33591" fmla="*/ 2224045 h 2398711"/>
              <a:gd name="connsiteX33592" fmla="*/ 1204450 w 2119654"/>
              <a:gd name="connsiteY33592" fmla="*/ 2227719 h 2398711"/>
              <a:gd name="connsiteX33593" fmla="*/ 1205755 w 2119654"/>
              <a:gd name="connsiteY33593" fmla="*/ 2228162 h 2398711"/>
              <a:gd name="connsiteX33594" fmla="*/ 1208501 w 2119654"/>
              <a:gd name="connsiteY33594" fmla="*/ 2226887 h 2398711"/>
              <a:gd name="connsiteX33595" fmla="*/ 1203422 w 2119654"/>
              <a:gd name="connsiteY33595" fmla="*/ 2222633 h 2398711"/>
              <a:gd name="connsiteX33596" fmla="*/ 1746938 w 2119654"/>
              <a:gd name="connsiteY33596" fmla="*/ 1003238 h 2398711"/>
              <a:gd name="connsiteX33597" fmla="*/ 1746894 w 2119654"/>
              <a:gd name="connsiteY33597" fmla="*/ 1004728 h 2398711"/>
              <a:gd name="connsiteX33598" fmla="*/ 1747265 w 2119654"/>
              <a:gd name="connsiteY33598" fmla="*/ 1002758 h 2398711"/>
              <a:gd name="connsiteX33599" fmla="*/ 1231292 w 2119654"/>
              <a:gd name="connsiteY33599" fmla="*/ 2157868 h 2398711"/>
              <a:gd name="connsiteX33600" fmla="*/ 1232264 w 2119654"/>
              <a:gd name="connsiteY33600" fmla="*/ 2157975 h 2398711"/>
              <a:gd name="connsiteX33601" fmla="*/ 1232102 w 2119654"/>
              <a:gd name="connsiteY33601" fmla="*/ 2157621 h 2398711"/>
              <a:gd name="connsiteX33602" fmla="*/ 1231684 w 2119654"/>
              <a:gd name="connsiteY33602" fmla="*/ 2157430 h 2398711"/>
              <a:gd name="connsiteX33603" fmla="*/ 1705842 w 2119654"/>
              <a:gd name="connsiteY33603" fmla="*/ 1095056 h 2398711"/>
              <a:gd name="connsiteX33604" fmla="*/ 1705624 w 2119654"/>
              <a:gd name="connsiteY33604" fmla="*/ 1096626 h 2398711"/>
              <a:gd name="connsiteX33605" fmla="*/ 1706283 w 2119654"/>
              <a:gd name="connsiteY33605" fmla="*/ 1094616 h 2398711"/>
              <a:gd name="connsiteX33606" fmla="*/ 1770751 w 2119654"/>
              <a:gd name="connsiteY33606" fmla="*/ 949463 h 2398711"/>
              <a:gd name="connsiteX33607" fmla="*/ 1771313 w 2119654"/>
              <a:gd name="connsiteY33607" fmla="*/ 953349 h 2398711"/>
              <a:gd name="connsiteX33608" fmla="*/ 1771309 w 2119654"/>
              <a:gd name="connsiteY33608" fmla="*/ 948718 h 2398711"/>
              <a:gd name="connsiteX33609" fmla="*/ 1729841 w 2119654"/>
              <a:gd name="connsiteY33609" fmla="*/ 1040062 h 2398711"/>
              <a:gd name="connsiteX33610" fmla="*/ 1729434 w 2119654"/>
              <a:gd name="connsiteY33610" fmla="*/ 1043134 h 2398711"/>
              <a:gd name="connsiteX33611" fmla="*/ 1730103 w 2119654"/>
              <a:gd name="connsiteY33611" fmla="*/ 1042347 h 2398711"/>
              <a:gd name="connsiteX33612" fmla="*/ 1218929 w 2119654"/>
              <a:gd name="connsiteY33612" fmla="*/ 2183734 h 2398711"/>
              <a:gd name="connsiteX33613" fmla="*/ 1219228 w 2119654"/>
              <a:gd name="connsiteY33613" fmla="*/ 2183871 h 2398711"/>
              <a:gd name="connsiteX33614" fmla="*/ 1221007 w 2119654"/>
              <a:gd name="connsiteY33614" fmla="*/ 2182280 h 2398711"/>
              <a:gd name="connsiteX33615" fmla="*/ 1702570 w 2119654"/>
              <a:gd name="connsiteY33615" fmla="*/ 1100680 h 2398711"/>
              <a:gd name="connsiteX33616" fmla="*/ 1702383 w 2119654"/>
              <a:gd name="connsiteY33616" fmla="*/ 1101210 h 2398711"/>
              <a:gd name="connsiteX33617" fmla="*/ 1702114 w 2119654"/>
              <a:gd name="connsiteY33617" fmla="*/ 1102329 h 2398711"/>
              <a:gd name="connsiteX33618" fmla="*/ 1702485 w 2119654"/>
              <a:gd name="connsiteY33618" fmla="*/ 1101785 h 2398711"/>
              <a:gd name="connsiteX33619" fmla="*/ 1702582 w 2119654"/>
              <a:gd name="connsiteY33619" fmla="*/ 1101507 h 2398711"/>
              <a:gd name="connsiteX33620" fmla="*/ 1702712 w 2119654"/>
              <a:gd name="connsiteY33620" fmla="*/ 1100581 h 2398711"/>
              <a:gd name="connsiteX33621" fmla="*/ 1721578 w 2119654"/>
              <a:gd name="connsiteY33621" fmla="*/ 1057812 h 2398711"/>
              <a:gd name="connsiteX33622" fmla="*/ 1722370 w 2119654"/>
              <a:gd name="connsiteY33622" fmla="*/ 1063539 h 2398711"/>
              <a:gd name="connsiteX33623" fmla="*/ 1722827 w 2119654"/>
              <a:gd name="connsiteY33623" fmla="*/ 1063060 h 2398711"/>
              <a:gd name="connsiteX33624" fmla="*/ 1722845 w 2119654"/>
              <a:gd name="connsiteY33624" fmla="*/ 1063037 h 2398711"/>
              <a:gd name="connsiteX33625" fmla="*/ 1723645 w 2119654"/>
              <a:gd name="connsiteY33625" fmla="*/ 1056043 h 2398711"/>
              <a:gd name="connsiteX33626" fmla="*/ 1199725 w 2119654"/>
              <a:gd name="connsiteY33626" fmla="*/ 2225911 h 2398711"/>
              <a:gd name="connsiteX33627" fmla="*/ 1203708 w 2119654"/>
              <a:gd name="connsiteY33627" fmla="*/ 2227444 h 2398711"/>
              <a:gd name="connsiteX33628" fmla="*/ 1201495 w 2119654"/>
              <a:gd name="connsiteY33628" fmla="*/ 2224342 h 2398711"/>
              <a:gd name="connsiteX33629" fmla="*/ 1223107 w 2119654"/>
              <a:gd name="connsiteY33629" fmla="*/ 2172851 h 2398711"/>
              <a:gd name="connsiteX33630" fmla="*/ 1228345 w 2119654"/>
              <a:gd name="connsiteY33630" fmla="*/ 2175553 h 2398711"/>
              <a:gd name="connsiteX33631" fmla="*/ 1229197 w 2119654"/>
              <a:gd name="connsiteY33631" fmla="*/ 2174958 h 2398711"/>
              <a:gd name="connsiteX33632" fmla="*/ 1229670 w 2119654"/>
              <a:gd name="connsiteY33632" fmla="*/ 2174534 h 2398711"/>
              <a:gd name="connsiteX33633" fmla="*/ 1223582 w 2119654"/>
              <a:gd name="connsiteY33633" fmla="*/ 2172739 h 2398711"/>
              <a:gd name="connsiteX33634" fmla="*/ 1223219 w 2119654"/>
              <a:gd name="connsiteY33634" fmla="*/ 2172756 h 2398711"/>
              <a:gd name="connsiteX33635" fmla="*/ 1727922 w 2119654"/>
              <a:gd name="connsiteY33635" fmla="*/ 1041231 h 2398711"/>
              <a:gd name="connsiteX33636" fmla="*/ 1727436 w 2119654"/>
              <a:gd name="connsiteY33636" fmla="*/ 1045485 h 2398711"/>
              <a:gd name="connsiteX33637" fmla="*/ 1728701 w 2119654"/>
              <a:gd name="connsiteY33637" fmla="*/ 1043995 h 2398711"/>
              <a:gd name="connsiteX33638" fmla="*/ 1729291 w 2119654"/>
              <a:gd name="connsiteY33638" fmla="*/ 1039546 h 2398711"/>
              <a:gd name="connsiteX33639" fmla="*/ 1200502 w 2119654"/>
              <a:gd name="connsiteY33639" fmla="*/ 2222183 h 2398711"/>
              <a:gd name="connsiteX33640" fmla="*/ 1201361 w 2119654"/>
              <a:gd name="connsiteY33640" fmla="*/ 2223389 h 2398711"/>
              <a:gd name="connsiteX33641" fmla="*/ 1202800 w 2119654"/>
              <a:gd name="connsiteY33641" fmla="*/ 2222112 h 2398711"/>
              <a:gd name="connsiteX33642" fmla="*/ 1202383 w 2119654"/>
              <a:gd name="connsiteY33642" fmla="*/ 2221763 h 2398711"/>
              <a:gd name="connsiteX33643" fmla="*/ 1193855 w 2119654"/>
              <a:gd name="connsiteY33643" fmla="*/ 2236789 h 2398711"/>
              <a:gd name="connsiteX33644" fmla="*/ 1194234 w 2119654"/>
              <a:gd name="connsiteY33644" fmla="*/ 2237379 h 2398711"/>
              <a:gd name="connsiteX33645" fmla="*/ 1198826 w 2119654"/>
              <a:gd name="connsiteY33645" fmla="*/ 2243927 h 2398711"/>
              <a:gd name="connsiteX33646" fmla="*/ 1209473 w 2119654"/>
              <a:gd name="connsiteY33646" fmla="*/ 2235212 h 2398711"/>
              <a:gd name="connsiteX33647" fmla="*/ 1206268 w 2119654"/>
              <a:gd name="connsiteY33647" fmla="*/ 2231026 h 2398711"/>
              <a:gd name="connsiteX33648" fmla="*/ 1721231 w 2119654"/>
              <a:gd name="connsiteY33648" fmla="*/ 1055290 h 2398711"/>
              <a:gd name="connsiteX33649" fmla="*/ 1721549 w 2119654"/>
              <a:gd name="connsiteY33649" fmla="*/ 1057590 h 2398711"/>
              <a:gd name="connsiteX33650" fmla="*/ 1723677 w 2119654"/>
              <a:gd name="connsiteY33650" fmla="*/ 1055768 h 2398711"/>
              <a:gd name="connsiteX33651" fmla="*/ 1724121 w 2119654"/>
              <a:gd name="connsiteY33651" fmla="*/ 1051891 h 2398711"/>
              <a:gd name="connsiteX33652" fmla="*/ 1174993 w 2119654"/>
              <a:gd name="connsiteY33652" fmla="*/ 2278097 h 2398711"/>
              <a:gd name="connsiteX33653" fmla="*/ 1191197 w 2119654"/>
              <a:gd name="connsiteY33653" fmla="*/ 2288292 h 2398711"/>
              <a:gd name="connsiteX33654" fmla="*/ 1194939 w 2119654"/>
              <a:gd name="connsiteY33654" fmla="*/ 2290577 h 2398711"/>
              <a:gd name="connsiteX33655" fmla="*/ 1205206 w 2119654"/>
              <a:gd name="connsiteY33655" fmla="*/ 2271143 h 2398711"/>
              <a:gd name="connsiteX33656" fmla="*/ 1208484 w 2119654"/>
              <a:gd name="connsiteY33656" fmla="*/ 2264723 h 2398711"/>
              <a:gd name="connsiteX33657" fmla="*/ 1197469 w 2119654"/>
              <a:gd name="connsiteY33657" fmla="*/ 2256071 h 2398711"/>
              <a:gd name="connsiteX33658" fmla="*/ 1192823 w 2119654"/>
              <a:gd name="connsiteY33658" fmla="*/ 2260723 h 2398711"/>
              <a:gd name="connsiteX33659" fmla="*/ 1764754 w 2119654"/>
              <a:gd name="connsiteY33659" fmla="*/ 957457 h 2398711"/>
              <a:gd name="connsiteX33660" fmla="*/ 1764445 w 2119654"/>
              <a:gd name="connsiteY33660" fmla="*/ 976925 h 2398711"/>
              <a:gd name="connsiteX33661" fmla="*/ 1766078 w 2119654"/>
              <a:gd name="connsiteY33661" fmla="*/ 974521 h 2398711"/>
              <a:gd name="connsiteX33662" fmla="*/ 1766149 w 2119654"/>
              <a:gd name="connsiteY33662" fmla="*/ 974956 h 2398711"/>
              <a:gd name="connsiteX33663" fmla="*/ 1764436 w 2119654"/>
              <a:gd name="connsiteY33663" fmla="*/ 977477 h 2398711"/>
              <a:gd name="connsiteX33664" fmla="*/ 1764338 w 2119654"/>
              <a:gd name="connsiteY33664" fmla="*/ 983679 h 2398711"/>
              <a:gd name="connsiteX33665" fmla="*/ 1768389 w 2119654"/>
              <a:gd name="connsiteY33665" fmla="*/ 971293 h 2398711"/>
              <a:gd name="connsiteX33666" fmla="*/ 1768866 w 2119654"/>
              <a:gd name="connsiteY33666" fmla="*/ 969766 h 2398711"/>
              <a:gd name="connsiteX33667" fmla="*/ 1767685 w 2119654"/>
              <a:gd name="connsiteY33667" fmla="*/ 957630 h 2398711"/>
              <a:gd name="connsiteX33668" fmla="*/ 1767190 w 2119654"/>
              <a:gd name="connsiteY33668" fmla="*/ 954209 h 2398711"/>
              <a:gd name="connsiteX33669" fmla="*/ 1737815 w 2119654"/>
              <a:gd name="connsiteY33669" fmla="*/ 1017045 h 2398711"/>
              <a:gd name="connsiteX33670" fmla="*/ 1737691 w 2119654"/>
              <a:gd name="connsiteY33670" fmla="*/ 1018369 h 2398711"/>
              <a:gd name="connsiteX33671" fmla="*/ 1739154 w 2119654"/>
              <a:gd name="connsiteY33671" fmla="*/ 1031105 h 2398711"/>
              <a:gd name="connsiteX33672" fmla="*/ 1742870 w 2119654"/>
              <a:gd name="connsiteY33672" fmla="*/ 1025802 h 2398711"/>
              <a:gd name="connsiteX33673" fmla="*/ 1743743 w 2119654"/>
              <a:gd name="connsiteY33673" fmla="*/ 1021477 h 2398711"/>
              <a:gd name="connsiteX33674" fmla="*/ 1744292 w 2119654"/>
              <a:gd name="connsiteY33674" fmla="*/ 1018561 h 2398711"/>
              <a:gd name="connsiteX33675" fmla="*/ 1734376 w 2119654"/>
              <a:gd name="connsiteY33675" fmla="*/ 1024624 h 2398711"/>
              <a:gd name="connsiteX33676" fmla="*/ 1732280 w 2119654"/>
              <a:gd name="connsiteY33676" fmla="*/ 1035103 h 2398711"/>
              <a:gd name="connsiteX33677" fmla="*/ 1732754 w 2119654"/>
              <a:gd name="connsiteY33677" fmla="*/ 1039230 h 2398711"/>
              <a:gd name="connsiteX33678" fmla="*/ 1735661 w 2119654"/>
              <a:gd name="connsiteY33678" fmla="*/ 1035811 h 2398711"/>
              <a:gd name="connsiteX33679" fmla="*/ 1737920 w 2119654"/>
              <a:gd name="connsiteY33679" fmla="*/ 1016515 h 2398711"/>
              <a:gd name="connsiteX33680" fmla="*/ 1744392 w 2119654"/>
              <a:gd name="connsiteY33680" fmla="*/ 1018030 h 2398711"/>
              <a:gd name="connsiteX33681" fmla="*/ 1746236 w 2119654"/>
              <a:gd name="connsiteY33681" fmla="*/ 1008229 h 2398711"/>
              <a:gd name="connsiteX33682" fmla="*/ 1746357 w 2119654"/>
              <a:gd name="connsiteY33682" fmla="*/ 1004095 h 2398711"/>
              <a:gd name="connsiteX33683" fmla="*/ 1737543 w 2119654"/>
              <a:gd name="connsiteY33683" fmla="*/ 1017071 h 2398711"/>
              <a:gd name="connsiteX33684" fmla="*/ 1737565 w 2119654"/>
              <a:gd name="connsiteY33684" fmla="*/ 1017266 h 2398711"/>
              <a:gd name="connsiteX33685" fmla="*/ 1737590 w 2119654"/>
              <a:gd name="connsiteY33685" fmla="*/ 1017003 h 2398711"/>
              <a:gd name="connsiteX33686" fmla="*/ 1728398 w 2119654"/>
              <a:gd name="connsiteY33686" fmla="*/ 1037076 h 2398711"/>
              <a:gd name="connsiteX33687" fmla="*/ 1727942 w 2119654"/>
              <a:gd name="connsiteY33687" fmla="*/ 1041065 h 2398711"/>
              <a:gd name="connsiteX33688" fmla="*/ 1729314 w 2119654"/>
              <a:gd name="connsiteY33688" fmla="*/ 1039377 h 2398711"/>
              <a:gd name="connsiteX33689" fmla="*/ 1729554 w 2119654"/>
              <a:gd name="connsiteY33689" fmla="*/ 1037563 h 2398711"/>
              <a:gd name="connsiteX33690" fmla="*/ 1729285 w 2119654"/>
              <a:gd name="connsiteY33690" fmla="*/ 1035227 h 2398711"/>
              <a:gd name="connsiteX33691" fmla="*/ 1734172 w 2119654"/>
              <a:gd name="connsiteY33691" fmla="*/ 1023973 h 2398711"/>
              <a:gd name="connsiteX33692" fmla="*/ 1731670 w 2119654"/>
              <a:gd name="connsiteY33692" fmla="*/ 1029784 h 2398711"/>
              <a:gd name="connsiteX33693" fmla="*/ 1732158 w 2119654"/>
              <a:gd name="connsiteY33693" fmla="*/ 1034043 h 2398711"/>
              <a:gd name="connsiteX33694" fmla="*/ 1737704 w 2119654"/>
              <a:gd name="connsiteY33694" fmla="*/ 1015777 h 2398711"/>
              <a:gd name="connsiteX33695" fmla="*/ 1737599 w 2119654"/>
              <a:gd name="connsiteY33695" fmla="*/ 1016021 h 2398711"/>
              <a:gd name="connsiteX33696" fmla="*/ 1737694 w 2119654"/>
              <a:gd name="connsiteY33696" fmla="*/ 1015885 h 2398711"/>
              <a:gd name="connsiteX33697" fmla="*/ 1724400 w 2119654"/>
              <a:gd name="connsiteY33697" fmla="*/ 1045410 h 2398711"/>
              <a:gd name="connsiteX33698" fmla="*/ 1724846 w 2119654"/>
              <a:gd name="connsiteY33698" fmla="*/ 1044877 h 2398711"/>
              <a:gd name="connsiteX33699" fmla="*/ 1724936 w 2119654"/>
              <a:gd name="connsiteY33699" fmla="*/ 1044765 h 2398711"/>
              <a:gd name="connsiteX33700" fmla="*/ 1725007 w 2119654"/>
              <a:gd name="connsiteY33700" fmla="*/ 1044145 h 2398711"/>
              <a:gd name="connsiteX33701" fmla="*/ 1722600 w 2119654"/>
              <a:gd name="connsiteY33701" fmla="*/ 1049163 h 2398711"/>
              <a:gd name="connsiteX33702" fmla="*/ 1724594 w 2119654"/>
              <a:gd name="connsiteY33702" fmla="*/ 1047753 h 2398711"/>
              <a:gd name="connsiteX33703" fmla="*/ 1724917 w 2119654"/>
              <a:gd name="connsiteY33703" fmla="*/ 1044930 h 2398711"/>
              <a:gd name="connsiteX33704" fmla="*/ 1724216 w 2119654"/>
              <a:gd name="connsiteY33704" fmla="*/ 1045793 h 2398711"/>
              <a:gd name="connsiteX33705" fmla="*/ 1720880 w 2119654"/>
              <a:gd name="connsiteY33705" fmla="*/ 1052750 h 2398711"/>
              <a:gd name="connsiteX33706" fmla="*/ 1720933 w 2119654"/>
              <a:gd name="connsiteY33706" fmla="*/ 1053132 h 2398711"/>
              <a:gd name="connsiteX33707" fmla="*/ 1724452 w 2119654"/>
              <a:gd name="connsiteY33707" fmla="*/ 1048993 h 2398711"/>
              <a:gd name="connsiteX33708" fmla="*/ 1724567 w 2119654"/>
              <a:gd name="connsiteY33708" fmla="*/ 1047994 h 2398711"/>
              <a:gd name="connsiteX33709" fmla="*/ 1722440 w 2119654"/>
              <a:gd name="connsiteY33709" fmla="*/ 1049496 h 2398711"/>
              <a:gd name="connsiteX33710" fmla="*/ 1746621 w 2119654"/>
              <a:gd name="connsiteY33710" fmla="*/ 995078 h 2398711"/>
              <a:gd name="connsiteX33711" fmla="*/ 1737997 w 2119654"/>
              <a:gd name="connsiteY33711" fmla="*/ 1015095 h 2398711"/>
              <a:gd name="connsiteX33712" fmla="*/ 1737959 w 2119654"/>
              <a:gd name="connsiteY33712" fmla="*/ 1015506 h 2398711"/>
              <a:gd name="connsiteX33713" fmla="*/ 1746375 w 2119654"/>
              <a:gd name="connsiteY33713" fmla="*/ 1003476 h 2398711"/>
              <a:gd name="connsiteX33714" fmla="*/ 1753033 w 2119654"/>
              <a:gd name="connsiteY33714" fmla="*/ 980196 h 2398711"/>
              <a:gd name="connsiteX33715" fmla="*/ 1747218 w 2119654"/>
              <a:gd name="connsiteY33715" fmla="*/ 993692 h 2398711"/>
              <a:gd name="connsiteX33716" fmla="*/ 1746955 w 2119654"/>
              <a:gd name="connsiteY33716" fmla="*/ 1002646 h 2398711"/>
              <a:gd name="connsiteX33717" fmla="*/ 1747408 w 2119654"/>
              <a:gd name="connsiteY33717" fmla="*/ 1002000 h 2398711"/>
              <a:gd name="connsiteX33718" fmla="*/ 1748246 w 2119654"/>
              <a:gd name="connsiteY33718" fmla="*/ 997541 h 2398711"/>
              <a:gd name="connsiteX33719" fmla="*/ 1748409 w 2119654"/>
              <a:gd name="connsiteY33719" fmla="*/ 997855 h 2398711"/>
              <a:gd name="connsiteX33720" fmla="*/ 1747712 w 2119654"/>
              <a:gd name="connsiteY33720" fmla="*/ 1001560 h 2398711"/>
              <a:gd name="connsiteX33721" fmla="*/ 1754184 w 2119654"/>
              <a:gd name="connsiteY33721" fmla="*/ 992032 h 2398711"/>
              <a:gd name="connsiteX33722" fmla="*/ 1216717 w 2119654"/>
              <a:gd name="connsiteY33722" fmla="*/ 2180674 h 2398711"/>
              <a:gd name="connsiteX33723" fmla="*/ 1220329 w 2119654"/>
              <a:gd name="connsiteY33723" fmla="*/ 2181158 h 2398711"/>
              <a:gd name="connsiteX33724" fmla="*/ 1222611 w 2119654"/>
              <a:gd name="connsiteY33724" fmla="*/ 2179562 h 2398711"/>
              <a:gd name="connsiteX33725" fmla="*/ 1219036 w 2119654"/>
              <a:gd name="connsiteY33725" fmla="*/ 2177717 h 2398711"/>
              <a:gd name="connsiteX33726" fmla="*/ 1218964 w 2119654"/>
              <a:gd name="connsiteY33726" fmla="*/ 2178065 h 2398711"/>
              <a:gd name="connsiteX33727" fmla="*/ 1218804 w 2119654"/>
              <a:gd name="connsiteY33727" fmla="*/ 2178177 h 2398711"/>
              <a:gd name="connsiteX33728" fmla="*/ 1218912 w 2119654"/>
              <a:gd name="connsiteY33728" fmla="*/ 2177653 h 2398711"/>
              <a:gd name="connsiteX33729" fmla="*/ 1218655 w 2119654"/>
              <a:gd name="connsiteY33729" fmla="*/ 2177521 h 2398711"/>
              <a:gd name="connsiteX33730" fmla="*/ 1217608 w 2119654"/>
              <a:gd name="connsiteY33730" fmla="*/ 2179477 h 2398711"/>
              <a:gd name="connsiteX33731" fmla="*/ 1760143 w 2119654"/>
              <a:gd name="connsiteY33731" fmla="*/ 963604 h 2398711"/>
              <a:gd name="connsiteX33732" fmla="*/ 1760024 w 2119654"/>
              <a:gd name="connsiteY33732" fmla="*/ 963889 h 2398711"/>
              <a:gd name="connsiteX33733" fmla="*/ 1763706 w 2119654"/>
              <a:gd name="connsiteY33733" fmla="*/ 963612 h 2398711"/>
              <a:gd name="connsiteX33734" fmla="*/ 1763909 w 2119654"/>
              <a:gd name="connsiteY33734" fmla="*/ 963777 h 2398711"/>
              <a:gd name="connsiteX33735" fmla="*/ 1759947 w 2119654"/>
              <a:gd name="connsiteY33735" fmla="*/ 964075 h 2398711"/>
              <a:gd name="connsiteX33736" fmla="*/ 1759192 w 2119654"/>
              <a:gd name="connsiteY33736" fmla="*/ 965899 h 2398711"/>
              <a:gd name="connsiteX33737" fmla="*/ 1756451 w 2119654"/>
              <a:gd name="connsiteY33737" fmla="*/ 972260 h 2398711"/>
              <a:gd name="connsiteX33738" fmla="*/ 1757178 w 2119654"/>
              <a:gd name="connsiteY33738" fmla="*/ 977283 h 2398711"/>
              <a:gd name="connsiteX33739" fmla="*/ 1758058 w 2119654"/>
              <a:gd name="connsiteY33739" fmla="*/ 986329 h 2398711"/>
              <a:gd name="connsiteX33740" fmla="*/ 1764088 w 2119654"/>
              <a:gd name="connsiteY33740" fmla="*/ 977450 h 2398711"/>
              <a:gd name="connsiteX33741" fmla="*/ 1764118 w 2119654"/>
              <a:gd name="connsiteY33741" fmla="*/ 976437 h 2398711"/>
              <a:gd name="connsiteX33742" fmla="*/ 1764411 w 2119654"/>
              <a:gd name="connsiteY33742" fmla="*/ 957915 h 2398711"/>
              <a:gd name="connsiteX33743" fmla="*/ 1839346 w 2119654"/>
              <a:gd name="connsiteY33743" fmla="*/ 786012 h 2398711"/>
              <a:gd name="connsiteX33744" fmla="*/ 1830709 w 2119654"/>
              <a:gd name="connsiteY33744" fmla="*/ 818589 h 2398711"/>
              <a:gd name="connsiteX33745" fmla="*/ 1813906 w 2119654"/>
              <a:gd name="connsiteY33745" fmla="*/ 878683 h 2398711"/>
              <a:gd name="connsiteX33746" fmla="*/ 1812297 w 2119654"/>
              <a:gd name="connsiteY33746" fmla="*/ 894430 h 2398711"/>
              <a:gd name="connsiteX33747" fmla="*/ 1823719 w 2119654"/>
              <a:gd name="connsiteY33747" fmla="*/ 869963 h 2398711"/>
              <a:gd name="connsiteX33748" fmla="*/ 1837233 w 2119654"/>
              <a:gd name="connsiteY33748" fmla="*/ 839782 h 2398711"/>
              <a:gd name="connsiteX33749" fmla="*/ 1837380 w 2119654"/>
              <a:gd name="connsiteY33749" fmla="*/ 840201 h 2398711"/>
              <a:gd name="connsiteX33750" fmla="*/ 1812962 w 2119654"/>
              <a:gd name="connsiteY33750" fmla="*/ 894735 h 2398711"/>
              <a:gd name="connsiteX33751" fmla="*/ 1812070 w 2119654"/>
              <a:gd name="connsiteY33751" fmla="*/ 896655 h 2398711"/>
              <a:gd name="connsiteX33752" fmla="*/ 1810868 w 2119654"/>
              <a:gd name="connsiteY33752" fmla="*/ 908413 h 2398711"/>
              <a:gd name="connsiteX33753" fmla="*/ 1812772 w 2119654"/>
              <a:gd name="connsiteY33753" fmla="*/ 933202 h 2398711"/>
              <a:gd name="connsiteX33754" fmla="*/ 1814945 w 2119654"/>
              <a:gd name="connsiteY33754" fmla="*/ 927861 h 2398711"/>
              <a:gd name="connsiteX33755" fmla="*/ 1815079 w 2119654"/>
              <a:gd name="connsiteY33755" fmla="*/ 928205 h 2398711"/>
              <a:gd name="connsiteX33756" fmla="*/ 1812815 w 2119654"/>
              <a:gd name="connsiteY33756" fmla="*/ 933767 h 2398711"/>
              <a:gd name="connsiteX33757" fmla="*/ 1813796 w 2119654"/>
              <a:gd name="connsiteY33757" fmla="*/ 946557 h 2398711"/>
              <a:gd name="connsiteX33758" fmla="*/ 1814111 w 2119654"/>
              <a:gd name="connsiteY33758" fmla="*/ 955142 h 2398711"/>
              <a:gd name="connsiteX33759" fmla="*/ 1822714 w 2119654"/>
              <a:gd name="connsiteY33759" fmla="*/ 938576 h 2398711"/>
              <a:gd name="connsiteX33760" fmla="*/ 1822811 w 2119654"/>
              <a:gd name="connsiteY33760" fmla="*/ 938915 h 2398711"/>
              <a:gd name="connsiteX33761" fmla="*/ 1814130 w 2119654"/>
              <a:gd name="connsiteY33761" fmla="*/ 955633 h 2398711"/>
              <a:gd name="connsiteX33762" fmla="*/ 1814313 w 2119654"/>
              <a:gd name="connsiteY33762" fmla="*/ 960642 h 2398711"/>
              <a:gd name="connsiteX33763" fmla="*/ 1831894 w 2119654"/>
              <a:gd name="connsiteY33763" fmla="*/ 922984 h 2398711"/>
              <a:gd name="connsiteX33764" fmla="*/ 1838748 w 2119654"/>
              <a:gd name="connsiteY33764" fmla="*/ 901774 h 2398711"/>
              <a:gd name="connsiteX33765" fmla="*/ 1838755 w 2119654"/>
              <a:gd name="connsiteY33765" fmla="*/ 901693 h 2398711"/>
              <a:gd name="connsiteX33766" fmla="*/ 1838767 w 2119654"/>
              <a:gd name="connsiteY33766" fmla="*/ 901714 h 2398711"/>
              <a:gd name="connsiteX33767" fmla="*/ 1840790 w 2119654"/>
              <a:gd name="connsiteY33767" fmla="*/ 895454 h 2398711"/>
              <a:gd name="connsiteX33768" fmla="*/ 1844070 w 2119654"/>
              <a:gd name="connsiteY33768" fmla="*/ 856944 h 2398711"/>
              <a:gd name="connsiteX33769" fmla="*/ 1844419 w 2119654"/>
              <a:gd name="connsiteY33769" fmla="*/ 852087 h 2398711"/>
              <a:gd name="connsiteX33770" fmla="*/ 1731515 w 2119654"/>
              <a:gd name="connsiteY33770" fmla="*/ 1027424 h 2398711"/>
              <a:gd name="connsiteX33771" fmla="*/ 1731452 w 2119654"/>
              <a:gd name="connsiteY33771" fmla="*/ 1027900 h 2398711"/>
              <a:gd name="connsiteX33772" fmla="*/ 1731462 w 2119654"/>
              <a:gd name="connsiteY33772" fmla="*/ 1027989 h 2398711"/>
              <a:gd name="connsiteX33773" fmla="*/ 1734126 w 2119654"/>
              <a:gd name="connsiteY33773" fmla="*/ 1022438 h 2398711"/>
              <a:gd name="connsiteX33774" fmla="*/ 1734096 w 2119654"/>
              <a:gd name="connsiteY33774" fmla="*/ 1022184 h 2398711"/>
              <a:gd name="connsiteX33775" fmla="*/ 1764486 w 2119654"/>
              <a:gd name="connsiteY33775" fmla="*/ 953127 h 2398711"/>
              <a:gd name="connsiteX33776" fmla="*/ 1761189 w 2119654"/>
              <a:gd name="connsiteY33776" fmla="*/ 961081 h 2398711"/>
              <a:gd name="connsiteX33777" fmla="*/ 1764429 w 2119654"/>
              <a:gd name="connsiteY33777" fmla="*/ 956761 h 2398711"/>
              <a:gd name="connsiteX33778" fmla="*/ 1215583 w 2119654"/>
              <a:gd name="connsiteY33778" fmla="*/ 2182200 h 2398711"/>
              <a:gd name="connsiteX33779" fmla="*/ 1217550 w 2119654"/>
              <a:gd name="connsiteY33779" fmla="*/ 2183101 h 2398711"/>
              <a:gd name="connsiteX33780" fmla="*/ 1219813 w 2119654"/>
              <a:gd name="connsiteY33780" fmla="*/ 2181519 h 2398711"/>
              <a:gd name="connsiteX33781" fmla="*/ 1216426 w 2119654"/>
              <a:gd name="connsiteY33781" fmla="*/ 2181065 h 2398711"/>
              <a:gd name="connsiteX33782" fmla="*/ 1728893 w 2119654"/>
              <a:gd name="connsiteY33782" fmla="*/ 1032748 h 2398711"/>
              <a:gd name="connsiteX33783" fmla="*/ 1728804 w 2119654"/>
              <a:gd name="connsiteY33783" fmla="*/ 1033534 h 2398711"/>
              <a:gd name="connsiteX33784" fmla="*/ 1729037 w 2119654"/>
              <a:gd name="connsiteY33784" fmla="*/ 1033048 h 2398711"/>
              <a:gd name="connsiteX33785" fmla="*/ 1728981 w 2119654"/>
              <a:gd name="connsiteY33785" fmla="*/ 1032570 h 2398711"/>
              <a:gd name="connsiteX33786" fmla="*/ 1766373 w 2119654"/>
              <a:gd name="connsiteY33786" fmla="*/ 948575 h 2398711"/>
              <a:gd name="connsiteX33787" fmla="*/ 1764835 w 2119654"/>
              <a:gd name="connsiteY33787" fmla="*/ 952286 h 2398711"/>
              <a:gd name="connsiteX33788" fmla="*/ 1764771 w 2119654"/>
              <a:gd name="connsiteY33788" fmla="*/ 956305 h 2398711"/>
              <a:gd name="connsiteX33789" fmla="*/ 1767053 w 2119654"/>
              <a:gd name="connsiteY33789" fmla="*/ 953264 h 2398711"/>
              <a:gd name="connsiteX33790" fmla="*/ 1770172 w 2119654"/>
              <a:gd name="connsiteY33790" fmla="*/ 939414 h 2398711"/>
              <a:gd name="connsiteX33791" fmla="*/ 1769522 w 2119654"/>
              <a:gd name="connsiteY33791" fmla="*/ 940980 h 2398711"/>
              <a:gd name="connsiteX33792" fmla="*/ 1770031 w 2119654"/>
              <a:gd name="connsiteY33792" fmla="*/ 944492 h 2398711"/>
              <a:gd name="connsiteX33793" fmla="*/ 1737118 w 2119654"/>
              <a:gd name="connsiteY33793" fmla="*/ 1013376 h 2398711"/>
              <a:gd name="connsiteX33794" fmla="*/ 1737136 w 2119654"/>
              <a:gd name="connsiteY33794" fmla="*/ 1013531 h 2398711"/>
              <a:gd name="connsiteX33795" fmla="*/ 1737281 w 2119654"/>
              <a:gd name="connsiteY33795" fmla="*/ 1013149 h 2398711"/>
              <a:gd name="connsiteX33796" fmla="*/ 1212574 w 2119654"/>
              <a:gd name="connsiteY33796" fmla="*/ 2187904 h 2398711"/>
              <a:gd name="connsiteX33797" fmla="*/ 1215973 w 2119654"/>
              <a:gd name="connsiteY33797" fmla="*/ 2186781 h 2398711"/>
              <a:gd name="connsiteX33798" fmla="*/ 1217475 w 2119654"/>
              <a:gd name="connsiteY33798" fmla="*/ 2185438 h 2398711"/>
              <a:gd name="connsiteX33799" fmla="*/ 1216851 w 2119654"/>
              <a:gd name="connsiteY33799" fmla="*/ 2185160 h 2398711"/>
              <a:gd name="connsiteX33800" fmla="*/ 1723719 w 2119654"/>
              <a:gd name="connsiteY33800" fmla="*/ 1043254 h 2398711"/>
              <a:gd name="connsiteX33801" fmla="*/ 1722807 w 2119654"/>
              <a:gd name="connsiteY33801" fmla="*/ 1046033 h 2398711"/>
              <a:gd name="connsiteX33802" fmla="*/ 1725413 w 2119654"/>
              <a:gd name="connsiteY33802" fmla="*/ 1040601 h 2398711"/>
              <a:gd name="connsiteX33803" fmla="*/ 1725530 w 2119654"/>
              <a:gd name="connsiteY33803" fmla="*/ 1039577 h 2398711"/>
              <a:gd name="connsiteX33804" fmla="*/ 1771297 w 2119654"/>
              <a:gd name="connsiteY33804" fmla="*/ 936699 h 2398711"/>
              <a:gd name="connsiteX33805" fmla="*/ 1770827 w 2119654"/>
              <a:gd name="connsiteY33805" fmla="*/ 937834 h 2398711"/>
              <a:gd name="connsiteX33806" fmla="*/ 1770482 w 2119654"/>
              <a:gd name="connsiteY33806" fmla="*/ 947610 h 2398711"/>
              <a:gd name="connsiteX33807" fmla="*/ 1770614 w 2119654"/>
              <a:gd name="connsiteY33807" fmla="*/ 948516 h 2398711"/>
              <a:gd name="connsiteX33808" fmla="*/ 1771308 w 2119654"/>
              <a:gd name="connsiteY33808" fmla="*/ 947590 h 2398711"/>
              <a:gd name="connsiteX33809" fmla="*/ 1758774 w 2119654"/>
              <a:gd name="connsiteY33809" fmla="*/ 964165 h 2398711"/>
              <a:gd name="connsiteX33810" fmla="*/ 1758671 w 2119654"/>
              <a:gd name="connsiteY33810" fmla="*/ 964438 h 2398711"/>
              <a:gd name="connsiteX33811" fmla="*/ 1758882 w 2119654"/>
              <a:gd name="connsiteY33811" fmla="*/ 964156 h 2398711"/>
              <a:gd name="connsiteX33812" fmla="*/ 1195909 w 2119654"/>
              <a:gd name="connsiteY33812" fmla="*/ 2224443 h 2398711"/>
              <a:gd name="connsiteX33813" fmla="*/ 1198882 w 2119654"/>
              <a:gd name="connsiteY33813" fmla="*/ 2225587 h 2398711"/>
              <a:gd name="connsiteX33814" fmla="*/ 1201027 w 2119654"/>
              <a:gd name="connsiteY33814" fmla="*/ 2223686 h 2398711"/>
              <a:gd name="connsiteX33815" fmla="*/ 1200030 w 2119654"/>
              <a:gd name="connsiteY33815" fmla="*/ 2222289 h 2398711"/>
              <a:gd name="connsiteX33816" fmla="*/ 1197288 w 2119654"/>
              <a:gd name="connsiteY33816" fmla="*/ 2222902 h 2398711"/>
              <a:gd name="connsiteX33817" fmla="*/ 1721423 w 2119654"/>
              <a:gd name="connsiteY33817" fmla="*/ 1047444 h 2398711"/>
              <a:gd name="connsiteX33818" fmla="*/ 1720743 w 2119654"/>
              <a:gd name="connsiteY33818" fmla="*/ 1049790 h 2398711"/>
              <a:gd name="connsiteX33819" fmla="*/ 1720776 w 2119654"/>
              <a:gd name="connsiteY33819" fmla="*/ 1049751 h 2398711"/>
              <a:gd name="connsiteX33820" fmla="*/ 1721691 w 2119654"/>
              <a:gd name="connsiteY33820" fmla="*/ 1047034 h 2398711"/>
              <a:gd name="connsiteX33821" fmla="*/ 1756068 w 2119654"/>
              <a:gd name="connsiteY33821" fmla="*/ 969611 h 2398711"/>
              <a:gd name="connsiteX33822" fmla="*/ 1756329 w 2119654"/>
              <a:gd name="connsiteY33822" fmla="*/ 971415 h 2398711"/>
              <a:gd name="connsiteX33823" fmla="*/ 1759087 w 2119654"/>
              <a:gd name="connsiteY33823" fmla="*/ 965011 h 2398711"/>
              <a:gd name="connsiteX33824" fmla="*/ 1757242 w 2119654"/>
              <a:gd name="connsiteY33824" fmla="*/ 967472 h 2398711"/>
              <a:gd name="connsiteX33825" fmla="*/ 1191516 w 2119654"/>
              <a:gd name="connsiteY33825" fmla="*/ 2233148 h 2398711"/>
              <a:gd name="connsiteX33826" fmla="*/ 1192320 w 2119654"/>
              <a:gd name="connsiteY33826" fmla="*/ 2234399 h 2398711"/>
              <a:gd name="connsiteX33827" fmla="*/ 1204602 w 2119654"/>
              <a:gd name="connsiteY33827" fmla="*/ 2228696 h 2398711"/>
              <a:gd name="connsiteX33828" fmla="*/ 1204126 w 2119654"/>
              <a:gd name="connsiteY33828" fmla="*/ 2228029 h 2398711"/>
              <a:gd name="connsiteX33829" fmla="*/ 1199218 w 2119654"/>
              <a:gd name="connsiteY33829" fmla="*/ 2226363 h 2398711"/>
              <a:gd name="connsiteX33830" fmla="*/ 1191817 w 2119654"/>
              <a:gd name="connsiteY33830" fmla="*/ 2232926 h 2398711"/>
              <a:gd name="connsiteX33831" fmla="*/ 1212056 w 2119654"/>
              <a:gd name="connsiteY33831" fmla="*/ 2186943 h 2398711"/>
              <a:gd name="connsiteX33832" fmla="*/ 1215479 w 2119654"/>
              <a:gd name="connsiteY33832" fmla="*/ 2184549 h 2398711"/>
              <a:gd name="connsiteX33833" fmla="*/ 1214244 w 2119654"/>
              <a:gd name="connsiteY33833" fmla="*/ 2184000 h 2398711"/>
              <a:gd name="connsiteX33834" fmla="*/ 1746796 w 2119654"/>
              <a:gd name="connsiteY33834" fmla="*/ 989088 h 2398711"/>
              <a:gd name="connsiteX33835" fmla="*/ 1737216 w 2119654"/>
              <a:gd name="connsiteY33835" fmla="*/ 1014229 h 2398711"/>
              <a:gd name="connsiteX33836" fmla="*/ 1737357 w 2119654"/>
              <a:gd name="connsiteY33836" fmla="*/ 1015452 h 2398711"/>
              <a:gd name="connsiteX33837" fmla="*/ 1737839 w 2119654"/>
              <a:gd name="connsiteY33837" fmla="*/ 1014330 h 2398711"/>
              <a:gd name="connsiteX33838" fmla="*/ 1737943 w 2119654"/>
              <a:gd name="connsiteY33838" fmla="*/ 1013225 h 2398711"/>
              <a:gd name="connsiteX33839" fmla="*/ 1738144 w 2119654"/>
              <a:gd name="connsiteY33839" fmla="*/ 1013535 h 2398711"/>
              <a:gd name="connsiteX33840" fmla="*/ 1738133 w 2119654"/>
              <a:gd name="connsiteY33840" fmla="*/ 1013649 h 2398711"/>
              <a:gd name="connsiteX33841" fmla="*/ 1746656 w 2119654"/>
              <a:gd name="connsiteY33841" fmla="*/ 993867 h 2398711"/>
              <a:gd name="connsiteX33842" fmla="*/ 1764554 w 2119654"/>
              <a:gd name="connsiteY33842" fmla="*/ 948879 h 2398711"/>
              <a:gd name="connsiteX33843" fmla="*/ 1758845 w 2119654"/>
              <a:gd name="connsiteY33843" fmla="*/ 963978 h 2398711"/>
              <a:gd name="connsiteX33844" fmla="*/ 1759026 w 2119654"/>
              <a:gd name="connsiteY33844" fmla="*/ 963965 h 2398711"/>
              <a:gd name="connsiteX33845" fmla="*/ 1760229 w 2119654"/>
              <a:gd name="connsiteY33845" fmla="*/ 962359 h 2398711"/>
              <a:gd name="connsiteX33846" fmla="*/ 1764497 w 2119654"/>
              <a:gd name="connsiteY33846" fmla="*/ 952453 h 2398711"/>
              <a:gd name="connsiteX33847" fmla="*/ 1765901 w 2119654"/>
              <a:gd name="connsiteY33847" fmla="*/ 945317 h 2398711"/>
              <a:gd name="connsiteX33848" fmla="*/ 1764904 w 2119654"/>
              <a:gd name="connsiteY33848" fmla="*/ 947954 h 2398711"/>
              <a:gd name="connsiteX33849" fmla="*/ 1764846 w 2119654"/>
              <a:gd name="connsiteY33849" fmla="*/ 951644 h 2398711"/>
              <a:gd name="connsiteX33850" fmla="*/ 1765832 w 2119654"/>
              <a:gd name="connsiteY33850" fmla="*/ 949355 h 2398711"/>
              <a:gd name="connsiteX33851" fmla="*/ 1766317 w 2119654"/>
              <a:gd name="connsiteY33851" fmla="*/ 948184 h 2398711"/>
              <a:gd name="connsiteX33852" fmla="*/ 1750019 w 2119654"/>
              <a:gd name="connsiteY33852" fmla="*/ 980630 h 2398711"/>
              <a:gd name="connsiteX33853" fmla="*/ 1747398 w 2119654"/>
              <a:gd name="connsiteY33853" fmla="*/ 987508 h 2398711"/>
              <a:gd name="connsiteX33854" fmla="*/ 1747397 w 2119654"/>
              <a:gd name="connsiteY33854" fmla="*/ 987568 h 2398711"/>
              <a:gd name="connsiteX33855" fmla="*/ 1747253 w 2119654"/>
              <a:gd name="connsiteY33855" fmla="*/ 992481 h 2398711"/>
              <a:gd name="connsiteX33856" fmla="*/ 1752942 w 2119654"/>
              <a:gd name="connsiteY33856" fmla="*/ 979275 h 2398711"/>
              <a:gd name="connsiteX33857" fmla="*/ 1752615 w 2119654"/>
              <a:gd name="connsiteY33857" fmla="*/ 975902 h 2398711"/>
              <a:gd name="connsiteX33858" fmla="*/ 1732526 w 2119654"/>
              <a:gd name="connsiteY33858" fmla="*/ 1019791 h 2398711"/>
              <a:gd name="connsiteX33859" fmla="*/ 1731957 w 2119654"/>
              <a:gd name="connsiteY33859" fmla="*/ 1024086 h 2398711"/>
              <a:gd name="connsiteX33860" fmla="*/ 1732216 w 2119654"/>
              <a:gd name="connsiteY33860" fmla="*/ 1023717 h 2398711"/>
              <a:gd name="connsiteX33861" fmla="*/ 1733884 w 2119654"/>
              <a:gd name="connsiteY33861" fmla="*/ 1020330 h 2398711"/>
              <a:gd name="connsiteX33862" fmla="*/ 1733642 w 2119654"/>
              <a:gd name="connsiteY33862" fmla="*/ 1018232 h 2398711"/>
              <a:gd name="connsiteX33863" fmla="*/ 1747432 w 2119654"/>
              <a:gd name="connsiteY33863" fmla="*/ 985344 h 2398711"/>
              <a:gd name="connsiteX33864" fmla="*/ 1747413 w 2119654"/>
              <a:gd name="connsiteY33864" fmla="*/ 986561 h 2398711"/>
              <a:gd name="connsiteX33865" fmla="*/ 1748887 w 2119654"/>
              <a:gd name="connsiteY33865" fmla="*/ 982692 h 2398711"/>
              <a:gd name="connsiteX33866" fmla="*/ 1187085 w 2119654"/>
              <a:gd name="connsiteY33866" fmla="*/ 2239933 h 2398711"/>
              <a:gd name="connsiteX33867" fmla="*/ 1191520 w 2119654"/>
              <a:gd name="connsiteY33867" fmla="*/ 2241827 h 2398711"/>
              <a:gd name="connsiteX33868" fmla="*/ 1198432 w 2119654"/>
              <a:gd name="connsiteY33868" fmla="*/ 2244249 h 2398711"/>
              <a:gd name="connsiteX33869" fmla="*/ 1198535 w 2119654"/>
              <a:gd name="connsiteY33869" fmla="*/ 2244165 h 2398711"/>
              <a:gd name="connsiteX33870" fmla="*/ 1193483 w 2119654"/>
              <a:gd name="connsiteY33870" fmla="*/ 2236962 h 2398711"/>
              <a:gd name="connsiteX33871" fmla="*/ 1730799 w 2119654"/>
              <a:gd name="connsiteY33871" fmla="*/ 1022206 h 2398711"/>
              <a:gd name="connsiteX33872" fmla="*/ 1731147 w 2119654"/>
              <a:gd name="connsiteY33872" fmla="*/ 1025245 h 2398711"/>
              <a:gd name="connsiteX33873" fmla="*/ 1731195 w 2119654"/>
              <a:gd name="connsiteY33873" fmla="*/ 1025176 h 2398711"/>
              <a:gd name="connsiteX33874" fmla="*/ 1731769 w 2119654"/>
              <a:gd name="connsiteY33874" fmla="*/ 1020850 h 2398711"/>
              <a:gd name="connsiteX33875" fmla="*/ 1724954 w 2119654"/>
              <a:gd name="connsiteY33875" fmla="*/ 1035270 h 2398711"/>
              <a:gd name="connsiteX33876" fmla="*/ 1723217 w 2119654"/>
              <a:gd name="connsiteY33876" fmla="*/ 1041258 h 2398711"/>
              <a:gd name="connsiteX33877" fmla="*/ 1724081 w 2119654"/>
              <a:gd name="connsiteY33877" fmla="*/ 1039932 h 2398711"/>
              <a:gd name="connsiteX33878" fmla="*/ 1726214 w 2119654"/>
              <a:gd name="connsiteY33878" fmla="*/ 1033597 h 2398711"/>
              <a:gd name="connsiteX33879" fmla="*/ 1726232 w 2119654"/>
              <a:gd name="connsiteY33879" fmla="*/ 1033444 h 2398711"/>
              <a:gd name="connsiteX33880" fmla="*/ 1770332 w 2119654"/>
              <a:gd name="connsiteY33880" fmla="*/ 933601 h 2398711"/>
              <a:gd name="connsiteX33881" fmla="*/ 1768974 w 2119654"/>
              <a:gd name="connsiteY33881" fmla="*/ 937193 h 2398711"/>
              <a:gd name="connsiteX33882" fmla="*/ 1769466 w 2119654"/>
              <a:gd name="connsiteY33882" fmla="*/ 940589 h 2398711"/>
              <a:gd name="connsiteX33883" fmla="*/ 1770187 w 2119654"/>
              <a:gd name="connsiteY33883" fmla="*/ 938850 h 2398711"/>
              <a:gd name="connsiteX33884" fmla="*/ 1771224 w 2119654"/>
              <a:gd name="connsiteY33884" fmla="*/ 931242 h 2398711"/>
              <a:gd name="connsiteX33885" fmla="*/ 1771042 w 2119654"/>
              <a:gd name="connsiteY33885" fmla="*/ 931724 h 2398711"/>
              <a:gd name="connsiteX33886" fmla="*/ 1770847 w 2119654"/>
              <a:gd name="connsiteY33886" fmla="*/ 937258 h 2398711"/>
              <a:gd name="connsiteX33887" fmla="*/ 1771296 w 2119654"/>
              <a:gd name="connsiteY33887" fmla="*/ 936175 h 2398711"/>
              <a:gd name="connsiteX33888" fmla="*/ 1193880 w 2119654"/>
              <a:gd name="connsiteY33888" fmla="*/ 2223663 h 2398711"/>
              <a:gd name="connsiteX33889" fmla="*/ 1194287 w 2119654"/>
              <a:gd name="connsiteY33889" fmla="*/ 2223819 h 2398711"/>
              <a:gd name="connsiteX33890" fmla="*/ 1194564 w 2119654"/>
              <a:gd name="connsiteY33890" fmla="*/ 2223510 h 2398711"/>
              <a:gd name="connsiteX33891" fmla="*/ 1736554 w 2119654"/>
              <a:gd name="connsiteY33891" fmla="*/ 1008466 h 2398711"/>
              <a:gd name="connsiteX33892" fmla="*/ 1736817 w 2119654"/>
              <a:gd name="connsiteY33892" fmla="*/ 1010753 h 2398711"/>
              <a:gd name="connsiteX33893" fmla="*/ 1737755 w 2119654"/>
              <a:gd name="connsiteY33893" fmla="*/ 1006061 h 2398711"/>
              <a:gd name="connsiteX33894" fmla="*/ 1733039 w 2119654"/>
              <a:gd name="connsiteY33894" fmla="*/ 1015927 h 2398711"/>
              <a:gd name="connsiteX33895" fmla="*/ 1732575 w 2119654"/>
              <a:gd name="connsiteY33895" fmla="*/ 1019427 h 2398711"/>
              <a:gd name="connsiteX33896" fmla="*/ 1733613 w 2119654"/>
              <a:gd name="connsiteY33896" fmla="*/ 1017977 h 2398711"/>
              <a:gd name="connsiteX33897" fmla="*/ 1733387 w 2119654"/>
              <a:gd name="connsiteY33897" fmla="*/ 1016010 h 2398711"/>
              <a:gd name="connsiteX33898" fmla="*/ 1733114 w 2119654"/>
              <a:gd name="connsiteY33898" fmla="*/ 1015353 h 2398711"/>
              <a:gd name="connsiteX33899" fmla="*/ 1733109 w 2119654"/>
              <a:gd name="connsiteY33899" fmla="*/ 1015391 h 2398711"/>
              <a:gd name="connsiteX33900" fmla="*/ 1733322 w 2119654"/>
              <a:gd name="connsiteY33900" fmla="*/ 1015441 h 2398711"/>
              <a:gd name="connsiteX33901" fmla="*/ 1733275 w 2119654"/>
              <a:gd name="connsiteY33901" fmla="*/ 1015032 h 2398711"/>
              <a:gd name="connsiteX33902" fmla="*/ 1732241 w 2119654"/>
              <a:gd name="connsiteY33902" fmla="*/ 1017278 h 2398711"/>
              <a:gd name="connsiteX33903" fmla="*/ 1730753 w 2119654"/>
              <a:gd name="connsiteY33903" fmla="*/ 1021813 h 2398711"/>
              <a:gd name="connsiteX33904" fmla="*/ 1730769 w 2119654"/>
              <a:gd name="connsiteY33904" fmla="*/ 1021950 h 2398711"/>
              <a:gd name="connsiteX33905" fmla="*/ 1731817 w 2119654"/>
              <a:gd name="connsiteY33905" fmla="*/ 1020486 h 2398711"/>
              <a:gd name="connsiteX33906" fmla="*/ 1742437 w 2119654"/>
              <a:gd name="connsiteY33906" fmla="*/ 994443 h 2398711"/>
              <a:gd name="connsiteX33907" fmla="*/ 1739318 w 2119654"/>
              <a:gd name="connsiteY33907" fmla="*/ 1002495 h 2398711"/>
              <a:gd name="connsiteX33908" fmla="*/ 1742038 w 2119654"/>
              <a:gd name="connsiteY33908" fmla="*/ 998387 h 2398711"/>
              <a:gd name="connsiteX33909" fmla="*/ 1742088 w 2119654"/>
              <a:gd name="connsiteY33909" fmla="*/ 998676 h 2398711"/>
              <a:gd name="connsiteX33910" fmla="*/ 1738977 w 2119654"/>
              <a:gd name="connsiteY33910" fmla="*/ 1003374 h 2398711"/>
              <a:gd name="connsiteX33911" fmla="*/ 1738560 w 2119654"/>
              <a:gd name="connsiteY33911" fmla="*/ 1004450 h 2398711"/>
              <a:gd name="connsiteX33912" fmla="*/ 1738313 w 2119654"/>
              <a:gd name="connsiteY33912" fmla="*/ 1004944 h 2398711"/>
              <a:gd name="connsiteX33913" fmla="*/ 1736939 w 2119654"/>
              <a:gd name="connsiteY33913" fmla="*/ 1011815 h 2398711"/>
              <a:gd name="connsiteX33914" fmla="*/ 1737089 w 2119654"/>
              <a:gd name="connsiteY33914" fmla="*/ 1013121 h 2398711"/>
              <a:gd name="connsiteX33915" fmla="*/ 1737523 w 2119654"/>
              <a:gd name="connsiteY33915" fmla="*/ 1012514 h 2398711"/>
              <a:gd name="connsiteX33916" fmla="*/ 1746825 w 2119654"/>
              <a:gd name="connsiteY33916" fmla="*/ 988105 h 2398711"/>
              <a:gd name="connsiteX33917" fmla="*/ 1746876 w 2119654"/>
              <a:gd name="connsiteY33917" fmla="*/ 986356 h 2398711"/>
              <a:gd name="connsiteX33918" fmla="*/ 1726720 w 2119654"/>
              <a:gd name="connsiteY33918" fmla="*/ 1029181 h 2398711"/>
              <a:gd name="connsiteX33919" fmla="*/ 1726014 w 2119654"/>
              <a:gd name="connsiteY33919" fmla="*/ 1031616 h 2398711"/>
              <a:gd name="connsiteX33920" fmla="*/ 1726079 w 2119654"/>
              <a:gd name="connsiteY33920" fmla="*/ 1031800 h 2398711"/>
              <a:gd name="connsiteX33921" fmla="*/ 1725637 w 2119654"/>
              <a:gd name="connsiteY33921" fmla="*/ 1033120 h 2398711"/>
              <a:gd name="connsiteX33922" fmla="*/ 1726392 w 2119654"/>
              <a:gd name="connsiteY33922" fmla="*/ 1032041 h 2398711"/>
              <a:gd name="connsiteX33923" fmla="*/ 1730592 w 2119654"/>
              <a:gd name="connsiteY33923" fmla="*/ 1020404 h 2398711"/>
              <a:gd name="connsiteX33924" fmla="*/ 1730602 w 2119654"/>
              <a:gd name="connsiteY33924" fmla="*/ 1020496 h 2398711"/>
              <a:gd name="connsiteX33925" fmla="*/ 1730710 w 2119654"/>
              <a:gd name="connsiteY33925" fmla="*/ 1020167 h 2398711"/>
              <a:gd name="connsiteX33926" fmla="*/ 1189772 w 2119654"/>
              <a:gd name="connsiteY33926" fmla="*/ 2230434 h 2398711"/>
              <a:gd name="connsiteX33927" fmla="*/ 1191096 w 2119654"/>
              <a:gd name="connsiteY33927" fmla="*/ 2232494 h 2398711"/>
              <a:gd name="connsiteX33928" fmla="*/ 1198344 w 2119654"/>
              <a:gd name="connsiteY33928" fmla="*/ 2226065 h 2398711"/>
              <a:gd name="connsiteX33929" fmla="*/ 1195352 w 2119654"/>
              <a:gd name="connsiteY33929" fmla="*/ 2225049 h 2398711"/>
              <a:gd name="connsiteX33930" fmla="*/ 1720498 w 2119654"/>
              <a:gd name="connsiteY33930" fmla="*/ 1041641 h 2398711"/>
              <a:gd name="connsiteX33931" fmla="*/ 1719640 w 2119654"/>
              <a:gd name="connsiteY33931" fmla="*/ 1043779 h 2398711"/>
              <a:gd name="connsiteX33932" fmla="*/ 1719819 w 2119654"/>
              <a:gd name="connsiteY33932" fmla="*/ 1045071 h 2398711"/>
              <a:gd name="connsiteX33933" fmla="*/ 1721764 w 2119654"/>
              <a:gd name="connsiteY33933" fmla="*/ 1039831 h 2398711"/>
              <a:gd name="connsiteX33934" fmla="*/ 1722594 w 2119654"/>
              <a:gd name="connsiteY33934" fmla="*/ 1036417 h 2398711"/>
              <a:gd name="connsiteX33935" fmla="*/ 1721604 w 2119654"/>
              <a:gd name="connsiteY33935" fmla="*/ 1038886 h 2398711"/>
              <a:gd name="connsiteX33936" fmla="*/ 1722692 w 2119654"/>
              <a:gd name="connsiteY33936" fmla="*/ 1037330 h 2398711"/>
              <a:gd name="connsiteX33937" fmla="*/ 1724078 w 2119654"/>
              <a:gd name="connsiteY33937" fmla="*/ 1033595 h 2398711"/>
              <a:gd name="connsiteX33938" fmla="*/ 1724182 w 2119654"/>
              <a:gd name="connsiteY33938" fmla="*/ 1033237 h 2398711"/>
              <a:gd name="connsiteX33939" fmla="*/ 1736241 w 2119654"/>
              <a:gd name="connsiteY33939" fmla="*/ 1005732 h 2398711"/>
              <a:gd name="connsiteX33940" fmla="*/ 1736242 w 2119654"/>
              <a:gd name="connsiteY33940" fmla="*/ 1005746 h 2398711"/>
              <a:gd name="connsiteX33941" fmla="*/ 1736337 w 2119654"/>
              <a:gd name="connsiteY33941" fmla="*/ 1005556 h 2398711"/>
              <a:gd name="connsiteX33942" fmla="*/ 1211461 w 2119654"/>
              <a:gd name="connsiteY33942" fmla="*/ 2179970 h 2398711"/>
              <a:gd name="connsiteX33943" fmla="*/ 1211548 w 2119654"/>
              <a:gd name="connsiteY33943" fmla="*/ 2179982 h 2398711"/>
              <a:gd name="connsiteX33944" fmla="*/ 1211940 w 2119654"/>
              <a:gd name="connsiteY33944" fmla="*/ 2179251 h 2398711"/>
              <a:gd name="connsiteX33945" fmla="*/ 1185451 w 2119654"/>
              <a:gd name="connsiteY33945" fmla="*/ 2237588 h 2398711"/>
              <a:gd name="connsiteX33946" fmla="*/ 1191842 w 2119654"/>
              <a:gd name="connsiteY33946" fmla="*/ 2234622 h 2398711"/>
              <a:gd name="connsiteX33947" fmla="*/ 1191048 w 2119654"/>
              <a:gd name="connsiteY33947" fmla="*/ 2233489 h 2398711"/>
              <a:gd name="connsiteX33948" fmla="*/ 1731300 w 2119654"/>
              <a:gd name="connsiteY33948" fmla="*/ 1014967 h 2398711"/>
              <a:gd name="connsiteX33949" fmla="*/ 1731602 w 2119654"/>
              <a:gd name="connsiteY33949" fmla="*/ 1015037 h 2398711"/>
              <a:gd name="connsiteX33950" fmla="*/ 1732668 w 2119654"/>
              <a:gd name="connsiteY33950" fmla="*/ 1012900 h 2398711"/>
              <a:gd name="connsiteX33951" fmla="*/ 1730850 w 2119654"/>
              <a:gd name="connsiteY33951" fmla="*/ 1015646 h 2398711"/>
              <a:gd name="connsiteX33952" fmla="*/ 1730717 w 2119654"/>
              <a:gd name="connsiteY33952" fmla="*/ 1016807 h 2398711"/>
              <a:gd name="connsiteX33953" fmla="*/ 1731353 w 2119654"/>
              <a:gd name="connsiteY33953" fmla="*/ 1015533 h 2398711"/>
              <a:gd name="connsiteX33954" fmla="*/ 1730982 w 2119654"/>
              <a:gd name="connsiteY33954" fmla="*/ 1015447 h 2398711"/>
              <a:gd name="connsiteX33955" fmla="*/ 1208344 w 2119654"/>
              <a:gd name="connsiteY33955" fmla="*/ 2185249 h 2398711"/>
              <a:gd name="connsiteX33956" fmla="*/ 1208472 w 2119654"/>
              <a:gd name="connsiteY33956" fmla="*/ 2185281 h 2398711"/>
              <a:gd name="connsiteX33957" fmla="*/ 1208705 w 2119654"/>
              <a:gd name="connsiteY33957" fmla="*/ 2184968 h 2398711"/>
              <a:gd name="connsiteX33958" fmla="*/ 1208939 w 2119654"/>
              <a:gd name="connsiteY33958" fmla="*/ 2183754 h 2398711"/>
              <a:gd name="connsiteX33959" fmla="*/ 1210014 w 2119654"/>
              <a:gd name="connsiteY33959" fmla="*/ 2182845 h 2398711"/>
              <a:gd name="connsiteX33960" fmla="*/ 1210329 w 2119654"/>
              <a:gd name="connsiteY33960" fmla="*/ 2182258 h 2398711"/>
              <a:gd name="connsiteX33961" fmla="*/ 1210026 w 2119654"/>
              <a:gd name="connsiteY33961" fmla="*/ 2182123 h 2398711"/>
              <a:gd name="connsiteX33962" fmla="*/ 1730946 w 2119654"/>
              <a:gd name="connsiteY33962" fmla="*/ 1014808 h 2398711"/>
              <a:gd name="connsiteX33963" fmla="*/ 1730946 w 2119654"/>
              <a:gd name="connsiteY33963" fmla="*/ 1014809 h 2398711"/>
              <a:gd name="connsiteX33964" fmla="*/ 1730937 w 2119654"/>
              <a:gd name="connsiteY33964" fmla="*/ 1014882 h 2398711"/>
              <a:gd name="connsiteX33965" fmla="*/ 1731091 w 2119654"/>
              <a:gd name="connsiteY33965" fmla="*/ 1014917 h 2398711"/>
              <a:gd name="connsiteX33966" fmla="*/ 1732921 w 2119654"/>
              <a:gd name="connsiteY33966" fmla="*/ 1012154 h 2398711"/>
              <a:gd name="connsiteX33967" fmla="*/ 1732934 w 2119654"/>
              <a:gd name="connsiteY33967" fmla="*/ 1012053 h 2398711"/>
              <a:gd name="connsiteX33968" fmla="*/ 1732905 w 2119654"/>
              <a:gd name="connsiteY33968" fmla="*/ 1011808 h 2398711"/>
              <a:gd name="connsiteX33969" fmla="*/ 1731995 w 2119654"/>
              <a:gd name="connsiteY33969" fmla="*/ 1013465 h 2398711"/>
              <a:gd name="connsiteX33970" fmla="*/ 1210578 w 2119654"/>
              <a:gd name="connsiteY33970" fmla="*/ 2179852 h 2398711"/>
              <a:gd name="connsiteX33971" fmla="*/ 1210662 w 2119654"/>
              <a:gd name="connsiteY33971" fmla="*/ 2179863 h 2398711"/>
              <a:gd name="connsiteX33972" fmla="*/ 1210732 w 2119654"/>
              <a:gd name="connsiteY33972" fmla="*/ 2179733 h 2398711"/>
              <a:gd name="connsiteX33973" fmla="*/ 1181876 w 2119654"/>
              <a:gd name="connsiteY33973" fmla="*/ 2242351 h 2398711"/>
              <a:gd name="connsiteX33974" fmla="*/ 1188459 w 2119654"/>
              <a:gd name="connsiteY33974" fmla="*/ 2248600 h 2398711"/>
              <a:gd name="connsiteX33975" fmla="*/ 1190836 w 2119654"/>
              <a:gd name="connsiteY33975" fmla="*/ 2250467 h 2398711"/>
              <a:gd name="connsiteX33976" fmla="*/ 1197644 w 2119654"/>
              <a:gd name="connsiteY33976" fmla="*/ 2244894 h 2398711"/>
              <a:gd name="connsiteX33977" fmla="*/ 1196385 w 2119654"/>
              <a:gd name="connsiteY33977" fmla="*/ 2244356 h 2398711"/>
              <a:gd name="connsiteX33978" fmla="*/ 1185653 w 2119654"/>
              <a:gd name="connsiteY33978" fmla="*/ 2240597 h 2398711"/>
              <a:gd name="connsiteX33979" fmla="*/ 1764697 w 2119654"/>
              <a:gd name="connsiteY33979" fmla="*/ 936995 h 2398711"/>
              <a:gd name="connsiteX33980" fmla="*/ 1754977 w 2119654"/>
              <a:gd name="connsiteY33980" fmla="*/ 962079 h 2398711"/>
              <a:gd name="connsiteX33981" fmla="*/ 1755096 w 2119654"/>
              <a:gd name="connsiteY33981" fmla="*/ 962894 h 2398711"/>
              <a:gd name="connsiteX33982" fmla="*/ 1759134 w 2119654"/>
              <a:gd name="connsiteY33982" fmla="*/ 955536 h 2398711"/>
              <a:gd name="connsiteX33983" fmla="*/ 1761127 w 2119654"/>
              <a:gd name="connsiteY33983" fmla="*/ 949740 h 2398711"/>
              <a:gd name="connsiteX33984" fmla="*/ 1761170 w 2119654"/>
              <a:gd name="connsiteY33984" fmla="*/ 949864 h 2398711"/>
              <a:gd name="connsiteX33985" fmla="*/ 1759363 w 2119654"/>
              <a:gd name="connsiteY33985" fmla="*/ 955119 h 2398711"/>
              <a:gd name="connsiteX33986" fmla="*/ 1762030 w 2119654"/>
              <a:gd name="connsiteY33986" fmla="*/ 950261 h 2398711"/>
              <a:gd name="connsiteX33987" fmla="*/ 1764635 w 2119654"/>
              <a:gd name="connsiteY33987" fmla="*/ 943776 h 2398711"/>
              <a:gd name="connsiteX33988" fmla="*/ 1764709 w 2119654"/>
              <a:gd name="connsiteY33988" fmla="*/ 939130 h 2398711"/>
              <a:gd name="connsiteX33989" fmla="*/ 1765037 w 2119654"/>
              <a:gd name="connsiteY33989" fmla="*/ 939561 h 2398711"/>
              <a:gd name="connsiteX33990" fmla="*/ 1764984 w 2119654"/>
              <a:gd name="connsiteY33990" fmla="*/ 942909 h 2398711"/>
              <a:gd name="connsiteX33991" fmla="*/ 1765402 w 2119654"/>
              <a:gd name="connsiteY33991" fmla="*/ 941868 h 2398711"/>
              <a:gd name="connsiteX33992" fmla="*/ 1713211 w 2119654"/>
              <a:gd name="connsiteY33992" fmla="*/ 1052056 h 2398711"/>
              <a:gd name="connsiteX33993" fmla="*/ 1713273 w 2119654"/>
              <a:gd name="connsiteY33993" fmla="*/ 1053427 h 2398711"/>
              <a:gd name="connsiteX33994" fmla="*/ 1713752 w 2119654"/>
              <a:gd name="connsiteY33994" fmla="*/ 1052273 h 2398711"/>
              <a:gd name="connsiteX33995" fmla="*/ 1713785 w 2119654"/>
              <a:gd name="connsiteY33995" fmla="*/ 1051766 h 2398711"/>
              <a:gd name="connsiteX33996" fmla="*/ 1713723 w 2119654"/>
              <a:gd name="connsiteY33996" fmla="*/ 1051324 h 2398711"/>
              <a:gd name="connsiteX33997" fmla="*/ 1722374 w 2119654"/>
              <a:gd name="connsiteY33997" fmla="*/ 1031447 h 2398711"/>
              <a:gd name="connsiteX33998" fmla="*/ 1722368 w 2119654"/>
              <a:gd name="connsiteY33998" fmla="*/ 1031477 h 2398711"/>
              <a:gd name="connsiteX33999" fmla="*/ 1722442 w 2119654"/>
              <a:gd name="connsiteY33999" fmla="*/ 1031298 h 2398711"/>
              <a:gd name="connsiteX34000" fmla="*/ 1204389 w 2119654"/>
              <a:gd name="connsiteY34000" fmla="*/ 2190587 h 2398711"/>
              <a:gd name="connsiteX34001" fmla="*/ 1204441 w 2119654"/>
              <a:gd name="connsiteY34001" fmla="*/ 2190590 h 2398711"/>
              <a:gd name="connsiteX34002" fmla="*/ 1204551 w 2119654"/>
              <a:gd name="connsiteY34002" fmla="*/ 2190554 h 2398711"/>
              <a:gd name="connsiteX34003" fmla="*/ 1208318 w 2119654"/>
              <a:gd name="connsiteY34003" fmla="*/ 2185489 h 2398711"/>
              <a:gd name="connsiteX34004" fmla="*/ 1208104 w 2119654"/>
              <a:gd name="connsiteY34004" fmla="*/ 2185437 h 2398711"/>
              <a:gd name="connsiteX34005" fmla="*/ 1207513 w 2119654"/>
              <a:gd name="connsiteY34005" fmla="*/ 2185897 h 2398711"/>
              <a:gd name="connsiteX34006" fmla="*/ 1770664 w 2119654"/>
              <a:gd name="connsiteY34006" fmla="*/ 921592 h 2398711"/>
              <a:gd name="connsiteX34007" fmla="*/ 1767789 w 2119654"/>
              <a:gd name="connsiteY34007" fmla="*/ 929013 h 2398711"/>
              <a:gd name="connsiteX34008" fmla="*/ 1768525 w 2119654"/>
              <a:gd name="connsiteY34008" fmla="*/ 934094 h 2398711"/>
              <a:gd name="connsiteX34009" fmla="*/ 1770452 w 2119654"/>
              <a:gd name="connsiteY34009" fmla="*/ 929300 h 2398711"/>
              <a:gd name="connsiteX34010" fmla="*/ 1723378 w 2119654"/>
              <a:gd name="connsiteY34010" fmla="*/ 1026930 h 2398711"/>
              <a:gd name="connsiteX34011" fmla="*/ 1722639 w 2119654"/>
              <a:gd name="connsiteY34011" fmla="*/ 1030255 h 2398711"/>
              <a:gd name="connsiteX34012" fmla="*/ 1724654 w 2119654"/>
              <a:gd name="connsiteY34012" fmla="*/ 1025956 h 2398711"/>
              <a:gd name="connsiteX34013" fmla="*/ 1725710 w 2119654"/>
              <a:gd name="connsiteY34013" fmla="*/ 1023409 h 2398711"/>
              <a:gd name="connsiteX34014" fmla="*/ 1738786 w 2119654"/>
              <a:gd name="connsiteY34014" fmla="*/ 992078 h 2398711"/>
              <a:gd name="connsiteX34015" fmla="*/ 1738253 w 2119654"/>
              <a:gd name="connsiteY34015" fmla="*/ 993578 h 2398711"/>
              <a:gd name="connsiteX34016" fmla="*/ 1739871 w 2119654"/>
              <a:gd name="connsiteY34016" fmla="*/ 990631 h 2398711"/>
              <a:gd name="connsiteX34017" fmla="*/ 1741884 w 2119654"/>
              <a:gd name="connsiteY34017" fmla="*/ 985042 h 2398711"/>
              <a:gd name="connsiteX34018" fmla="*/ 1741034 w 2119654"/>
              <a:gd name="connsiteY34018" fmla="*/ 987950 h 2398711"/>
              <a:gd name="connsiteX34019" fmla="*/ 1741444 w 2119654"/>
              <a:gd name="connsiteY34019" fmla="*/ 987405 h 2398711"/>
              <a:gd name="connsiteX34020" fmla="*/ 1193666 w 2119654"/>
              <a:gd name="connsiteY34020" fmla="*/ 2212604 h 2398711"/>
              <a:gd name="connsiteX34021" fmla="*/ 1194065 w 2119654"/>
              <a:gd name="connsiteY34021" fmla="*/ 2213162 h 2398711"/>
              <a:gd name="connsiteX34022" fmla="*/ 1195567 w 2119654"/>
              <a:gd name="connsiteY34022" fmla="*/ 2212585 h 2398711"/>
              <a:gd name="connsiteX34023" fmla="*/ 1198495 w 2119654"/>
              <a:gd name="connsiteY34023" fmla="*/ 2210931 h 2398711"/>
              <a:gd name="connsiteX34024" fmla="*/ 1182124 w 2119654"/>
              <a:gd name="connsiteY34024" fmla="*/ 2237813 h 2398711"/>
              <a:gd name="connsiteX34025" fmla="*/ 1183604 w 2119654"/>
              <a:gd name="connsiteY34025" fmla="*/ 2238446 h 2398711"/>
              <a:gd name="connsiteX34026" fmla="*/ 1184261 w 2119654"/>
              <a:gd name="connsiteY34026" fmla="*/ 2238141 h 2398711"/>
              <a:gd name="connsiteX34027" fmla="*/ 1186948 w 2119654"/>
              <a:gd name="connsiteY34027" fmla="*/ 2236173 h 2398711"/>
              <a:gd name="connsiteX34028" fmla="*/ 1190636 w 2119654"/>
              <a:gd name="connsiteY34028" fmla="*/ 2232902 h 2398711"/>
              <a:gd name="connsiteX34029" fmla="*/ 1189255 w 2119654"/>
              <a:gd name="connsiteY34029" fmla="*/ 2230933 h 2398711"/>
              <a:gd name="connsiteX34030" fmla="*/ 1724136 w 2119654"/>
              <a:gd name="connsiteY34030" fmla="*/ 1023517 h 2398711"/>
              <a:gd name="connsiteX34031" fmla="*/ 1723595 w 2119654"/>
              <a:gd name="connsiteY34031" fmla="*/ 1025954 h 2398711"/>
              <a:gd name="connsiteX34032" fmla="*/ 1726295 w 2119654"/>
              <a:gd name="connsiteY34032" fmla="*/ 1021996 h 2398711"/>
              <a:gd name="connsiteX34033" fmla="*/ 1727388 w 2119654"/>
              <a:gd name="connsiteY34033" fmla="*/ 1019357 h 2398711"/>
              <a:gd name="connsiteX34034" fmla="*/ 1202568 w 2119654"/>
              <a:gd name="connsiteY34034" fmla="*/ 2191003 h 2398711"/>
              <a:gd name="connsiteX34035" fmla="*/ 1202757 w 2119654"/>
              <a:gd name="connsiteY34035" fmla="*/ 2191147 h 2398711"/>
              <a:gd name="connsiteX34036" fmla="*/ 1203091 w 2119654"/>
              <a:gd name="connsiteY34036" fmla="*/ 2191037 h 2398711"/>
              <a:gd name="connsiteX34037" fmla="*/ 1181075 w 2119654"/>
              <a:gd name="connsiteY34037" fmla="*/ 2238994 h 2398711"/>
              <a:gd name="connsiteX34038" fmla="*/ 1180841 w 2119654"/>
              <a:gd name="connsiteY34038" fmla="*/ 2239729 h 2398711"/>
              <a:gd name="connsiteX34039" fmla="*/ 1181845 w 2119654"/>
              <a:gd name="connsiteY34039" fmla="*/ 2239263 h 2398711"/>
              <a:gd name="connsiteX34040" fmla="*/ 1719941 w 2119654"/>
              <a:gd name="connsiteY34040" fmla="*/ 1032104 h 2398711"/>
              <a:gd name="connsiteX34041" fmla="*/ 1719802 w 2119654"/>
              <a:gd name="connsiteY34041" fmla="*/ 1035040 h 2398711"/>
              <a:gd name="connsiteX34042" fmla="*/ 1720709 w 2119654"/>
              <a:gd name="connsiteY34042" fmla="*/ 1030961 h 2398711"/>
              <a:gd name="connsiteX34043" fmla="*/ 1720316 w 2119654"/>
              <a:gd name="connsiteY34043" fmla="*/ 1031554 h 2398711"/>
              <a:gd name="connsiteX34044" fmla="*/ 1742547 w 2119654"/>
              <a:gd name="connsiteY34044" fmla="*/ 981479 h 2398711"/>
              <a:gd name="connsiteX34045" fmla="*/ 1739546 w 2119654"/>
              <a:gd name="connsiteY34045" fmla="*/ 989935 h 2398711"/>
              <a:gd name="connsiteX34046" fmla="*/ 1740799 w 2119654"/>
              <a:gd name="connsiteY34046" fmla="*/ 988265 h 2398711"/>
              <a:gd name="connsiteX34047" fmla="*/ 1742061 w 2119654"/>
              <a:gd name="connsiteY34047" fmla="*/ 983939 h 2398711"/>
              <a:gd name="connsiteX34048" fmla="*/ 1742080 w 2119654"/>
              <a:gd name="connsiteY34048" fmla="*/ 983986 h 2398711"/>
              <a:gd name="connsiteX34049" fmla="*/ 1193068 w 2119654"/>
              <a:gd name="connsiteY34049" fmla="*/ 2211765 h 2398711"/>
              <a:gd name="connsiteX34050" fmla="*/ 1193139 w 2119654"/>
              <a:gd name="connsiteY34050" fmla="*/ 2211864 h 2398711"/>
              <a:gd name="connsiteX34051" fmla="*/ 1200531 w 2119654"/>
              <a:gd name="connsiteY34051" fmla="*/ 2209304 h 2398711"/>
              <a:gd name="connsiteX34052" fmla="*/ 1194193 w 2119654"/>
              <a:gd name="connsiteY34052" fmla="*/ 2210333 h 2398711"/>
              <a:gd name="connsiteX34053" fmla="*/ 1712977 w 2119654"/>
              <a:gd name="connsiteY34053" fmla="*/ 1046891 h 2398711"/>
              <a:gd name="connsiteX34054" fmla="*/ 1712982 w 2119654"/>
              <a:gd name="connsiteY34054" fmla="*/ 1047003 h 2398711"/>
              <a:gd name="connsiteX34055" fmla="*/ 1713101 w 2119654"/>
              <a:gd name="connsiteY34055" fmla="*/ 1046822 h 2398711"/>
              <a:gd name="connsiteX34056" fmla="*/ 1713090 w 2119654"/>
              <a:gd name="connsiteY34056" fmla="*/ 1046738 h 2398711"/>
              <a:gd name="connsiteX34057" fmla="*/ 1204837 w 2119654"/>
              <a:gd name="connsiteY34057" fmla="*/ 2184377 h 2398711"/>
              <a:gd name="connsiteX34058" fmla="*/ 1207438 w 2119654"/>
              <a:gd name="connsiteY34058" fmla="*/ 2185024 h 2398711"/>
              <a:gd name="connsiteX34059" fmla="*/ 1208155 w 2119654"/>
              <a:gd name="connsiteY34059" fmla="*/ 2184418 h 2398711"/>
              <a:gd name="connsiteX34060" fmla="*/ 1208436 w 2119654"/>
              <a:gd name="connsiteY34060" fmla="*/ 2183996 h 2398711"/>
              <a:gd name="connsiteX34061" fmla="*/ 1209557 w 2119654"/>
              <a:gd name="connsiteY34061" fmla="*/ 2181915 h 2398711"/>
              <a:gd name="connsiteX34062" fmla="*/ 1208513 w 2119654"/>
              <a:gd name="connsiteY34062" fmla="*/ 2181450 h 2398711"/>
              <a:gd name="connsiteX34063" fmla="*/ 1205032 w 2119654"/>
              <a:gd name="connsiteY34063" fmla="*/ 2184143 h 2398711"/>
              <a:gd name="connsiteX34064" fmla="*/ 1186483 w 2119654"/>
              <a:gd name="connsiteY34064" fmla="*/ 2225316 h 2398711"/>
              <a:gd name="connsiteX34065" fmla="*/ 1189185 w 2119654"/>
              <a:gd name="connsiteY34065" fmla="*/ 2229520 h 2398711"/>
              <a:gd name="connsiteX34066" fmla="*/ 1193691 w 2119654"/>
              <a:gd name="connsiteY34066" fmla="*/ 2224486 h 2398711"/>
              <a:gd name="connsiteX34067" fmla="*/ 1192305 w 2119654"/>
              <a:gd name="connsiteY34067" fmla="*/ 2224015 h 2398711"/>
              <a:gd name="connsiteX34068" fmla="*/ 1179631 w 2119654"/>
              <a:gd name="connsiteY34068" fmla="*/ 2240220 h 2398711"/>
              <a:gd name="connsiteX34069" fmla="*/ 1179681 w 2119654"/>
              <a:gd name="connsiteY34069" fmla="*/ 2240267 h 2398711"/>
              <a:gd name="connsiteX34070" fmla="*/ 1180649 w 2119654"/>
              <a:gd name="connsiteY34070" fmla="*/ 2239818 h 2398711"/>
              <a:gd name="connsiteX34071" fmla="*/ 1180915 w 2119654"/>
              <a:gd name="connsiteY34071" fmla="*/ 2238981 h 2398711"/>
              <a:gd name="connsiteX34072" fmla="*/ 1201755 w 2119654"/>
              <a:gd name="connsiteY34072" fmla="*/ 2190380 h 2398711"/>
              <a:gd name="connsiteX34073" fmla="*/ 1201805 w 2119654"/>
              <a:gd name="connsiteY34073" fmla="*/ 2190419 h 2398711"/>
              <a:gd name="connsiteX34074" fmla="*/ 1204060 w 2119654"/>
              <a:gd name="connsiteY34074" fmla="*/ 2190566 h 2398711"/>
              <a:gd name="connsiteX34075" fmla="*/ 1206801 w 2119654"/>
              <a:gd name="connsiteY34075" fmla="*/ 2186451 h 2398711"/>
              <a:gd name="connsiteX34076" fmla="*/ 1191063 w 2119654"/>
              <a:gd name="connsiteY34076" fmla="*/ 2214317 h 2398711"/>
              <a:gd name="connsiteX34077" fmla="*/ 1192726 w 2119654"/>
              <a:gd name="connsiteY34077" fmla="*/ 2213677 h 2398711"/>
              <a:gd name="connsiteX34078" fmla="*/ 1192095 w 2119654"/>
              <a:gd name="connsiteY34078" fmla="*/ 2213148 h 2398711"/>
              <a:gd name="connsiteX34079" fmla="*/ 1191937 w 2119654"/>
              <a:gd name="connsiteY34079" fmla="*/ 2213203 h 2398711"/>
              <a:gd name="connsiteX34080" fmla="*/ 1203926 w 2119654"/>
              <a:gd name="connsiteY34080" fmla="*/ 2185470 h 2398711"/>
              <a:gd name="connsiteX34081" fmla="*/ 1205777 w 2119654"/>
              <a:gd name="connsiteY34081" fmla="*/ 2186430 h 2398711"/>
              <a:gd name="connsiteX34082" fmla="*/ 1207213 w 2119654"/>
              <a:gd name="connsiteY34082" fmla="*/ 2185215 h 2398711"/>
              <a:gd name="connsiteX34083" fmla="*/ 1204667 w 2119654"/>
              <a:gd name="connsiteY34083" fmla="*/ 2184582 h 2398711"/>
              <a:gd name="connsiteX34084" fmla="*/ 1712913 w 2119654"/>
              <a:gd name="connsiteY34084" fmla="*/ 1045457 h 2398711"/>
              <a:gd name="connsiteX34085" fmla="*/ 1712949 w 2119654"/>
              <a:gd name="connsiteY34085" fmla="*/ 1046281 h 2398711"/>
              <a:gd name="connsiteX34086" fmla="*/ 1713014 w 2119654"/>
              <a:gd name="connsiteY34086" fmla="*/ 1046193 h 2398711"/>
              <a:gd name="connsiteX34087" fmla="*/ 1192361 w 2119654"/>
              <a:gd name="connsiteY34087" fmla="*/ 2210774 h 2398711"/>
              <a:gd name="connsiteX34088" fmla="*/ 1192437 w 2119654"/>
              <a:gd name="connsiteY34088" fmla="*/ 2210880 h 2398711"/>
              <a:gd name="connsiteX34089" fmla="*/ 1192674 w 2119654"/>
              <a:gd name="connsiteY34089" fmla="*/ 2210579 h 2398711"/>
              <a:gd name="connsiteX34090" fmla="*/ 1192541 w 2119654"/>
              <a:gd name="connsiteY34090" fmla="*/ 2210600 h 2398711"/>
              <a:gd name="connsiteX34091" fmla="*/ 1747422 w 2119654"/>
              <a:gd name="connsiteY34091" fmla="*/ 967741 h 2398711"/>
              <a:gd name="connsiteX34092" fmla="*/ 1742862 w 2119654"/>
              <a:gd name="connsiteY34092" fmla="*/ 980593 h 2398711"/>
              <a:gd name="connsiteX34093" fmla="*/ 1741643 w 2119654"/>
              <a:gd name="connsiteY34093" fmla="*/ 987140 h 2398711"/>
              <a:gd name="connsiteX34094" fmla="*/ 1742180 w 2119654"/>
              <a:gd name="connsiteY34094" fmla="*/ 986423 h 2398711"/>
              <a:gd name="connsiteX34095" fmla="*/ 1747140 w 2119654"/>
              <a:gd name="connsiteY34095" fmla="*/ 977389 h 2398711"/>
              <a:gd name="connsiteX34096" fmla="*/ 1720103 w 2119654"/>
              <a:gd name="connsiteY34096" fmla="*/ 1028676 h 2398711"/>
              <a:gd name="connsiteX34097" fmla="*/ 1719981 w 2119654"/>
              <a:gd name="connsiteY34097" fmla="*/ 1031251 h 2398711"/>
              <a:gd name="connsiteX34098" fmla="*/ 1720965 w 2119654"/>
              <a:gd name="connsiteY34098" fmla="*/ 1029810 h 2398711"/>
              <a:gd name="connsiteX34099" fmla="*/ 1721659 w 2119654"/>
              <a:gd name="connsiteY34099" fmla="*/ 1026686 h 2398711"/>
              <a:gd name="connsiteX34100" fmla="*/ 1191840 w 2119654"/>
              <a:gd name="connsiteY34100" fmla="*/ 2211279 h 2398711"/>
              <a:gd name="connsiteX34101" fmla="*/ 1192005 w 2119654"/>
              <a:gd name="connsiteY34101" fmla="*/ 2211430 h 2398711"/>
              <a:gd name="connsiteX34102" fmla="*/ 1192151 w 2119654"/>
              <a:gd name="connsiteY34102" fmla="*/ 2211244 h 2398711"/>
              <a:gd name="connsiteX34103" fmla="*/ 1192038 w 2119654"/>
              <a:gd name="connsiteY34103" fmla="*/ 2211088 h 2398711"/>
              <a:gd name="connsiteX34104" fmla="*/ 1748414 w 2119654"/>
              <a:gd name="connsiteY34104" fmla="*/ 964946 h 2398711"/>
              <a:gd name="connsiteX34105" fmla="*/ 1747725 w 2119654"/>
              <a:gd name="connsiteY34105" fmla="*/ 966889 h 2398711"/>
              <a:gd name="connsiteX34106" fmla="*/ 1747571 w 2119654"/>
              <a:gd name="connsiteY34106" fmla="*/ 976603 h 2398711"/>
              <a:gd name="connsiteX34107" fmla="*/ 1751872 w 2119654"/>
              <a:gd name="connsiteY34107" fmla="*/ 968766 h 2398711"/>
              <a:gd name="connsiteX34108" fmla="*/ 1751911 w 2119654"/>
              <a:gd name="connsiteY34108" fmla="*/ 968667 h 2398711"/>
              <a:gd name="connsiteX34109" fmla="*/ 1751526 w 2119654"/>
              <a:gd name="connsiteY34109" fmla="*/ 964712 h 2398711"/>
              <a:gd name="connsiteX34110" fmla="*/ 1185346 w 2119654"/>
              <a:gd name="connsiteY34110" fmla="*/ 2225570 h 2398711"/>
              <a:gd name="connsiteX34111" fmla="*/ 1181638 w 2119654"/>
              <a:gd name="connsiteY34111" fmla="*/ 2237224 h 2398711"/>
              <a:gd name="connsiteX34112" fmla="*/ 1186416 w 2119654"/>
              <a:gd name="connsiteY34112" fmla="*/ 2232612 h 2398711"/>
              <a:gd name="connsiteX34113" fmla="*/ 1188668 w 2119654"/>
              <a:gd name="connsiteY34113" fmla="*/ 2230097 h 2398711"/>
              <a:gd name="connsiteX34114" fmla="*/ 1185473 w 2119654"/>
              <a:gd name="connsiteY34114" fmla="*/ 2225541 h 2398711"/>
              <a:gd name="connsiteX34115" fmla="*/ 1731476 w 2119654"/>
              <a:gd name="connsiteY34115" fmla="*/ 1001823 h 2398711"/>
              <a:gd name="connsiteX34116" fmla="*/ 1731402 w 2119654"/>
              <a:gd name="connsiteY34116" fmla="*/ 1003629 h 2398711"/>
              <a:gd name="connsiteX34117" fmla="*/ 1731894 w 2119654"/>
              <a:gd name="connsiteY34117" fmla="*/ 1003000 h 2398711"/>
              <a:gd name="connsiteX34118" fmla="*/ 1731722 w 2119654"/>
              <a:gd name="connsiteY34118" fmla="*/ 1001495 h 2398711"/>
              <a:gd name="connsiteX34119" fmla="*/ 1750875 w 2119654"/>
              <a:gd name="connsiteY34119" fmla="*/ 958014 h 2398711"/>
              <a:gd name="connsiteX34120" fmla="*/ 1748480 w 2119654"/>
              <a:gd name="connsiteY34120" fmla="*/ 964761 h 2398711"/>
              <a:gd name="connsiteX34121" fmla="*/ 1751509 w 2119654"/>
              <a:gd name="connsiteY34121" fmla="*/ 964532 h 2398711"/>
              <a:gd name="connsiteX34122" fmla="*/ 1200737 w 2119654"/>
              <a:gd name="connsiteY34122" fmla="*/ 2189602 h 2398711"/>
              <a:gd name="connsiteX34123" fmla="*/ 1201415 w 2119654"/>
              <a:gd name="connsiteY34123" fmla="*/ 2190120 h 2398711"/>
              <a:gd name="connsiteX34124" fmla="*/ 1205698 w 2119654"/>
              <a:gd name="connsiteY34124" fmla="*/ 2186496 h 2398711"/>
              <a:gd name="connsiteX34125" fmla="*/ 1203864 w 2119654"/>
              <a:gd name="connsiteY34125" fmla="*/ 2185545 h 2398711"/>
              <a:gd name="connsiteX34126" fmla="*/ 1203825 w 2119654"/>
              <a:gd name="connsiteY34126" fmla="*/ 2185591 h 2398711"/>
              <a:gd name="connsiteX34127" fmla="*/ 1202879 w 2119654"/>
              <a:gd name="connsiteY34127" fmla="*/ 2186484 h 2398711"/>
              <a:gd name="connsiteX34128" fmla="*/ 1190179 w 2119654"/>
              <a:gd name="connsiteY34128" fmla="*/ 2212891 h 2398711"/>
              <a:gd name="connsiteX34129" fmla="*/ 1191111 w 2119654"/>
              <a:gd name="connsiteY34129" fmla="*/ 2212567 h 2398711"/>
              <a:gd name="connsiteX34130" fmla="*/ 1191226 w 2119654"/>
              <a:gd name="connsiteY34130" fmla="*/ 2212421 h 2398711"/>
              <a:gd name="connsiteX34131" fmla="*/ 1190924 w 2119654"/>
              <a:gd name="connsiteY34131" fmla="*/ 2212168 h 2398711"/>
              <a:gd name="connsiteX34132" fmla="*/ 1199305 w 2119654"/>
              <a:gd name="connsiteY34132" fmla="*/ 2192288 h 2398711"/>
              <a:gd name="connsiteX34133" fmla="*/ 1201753 w 2119654"/>
              <a:gd name="connsiteY34133" fmla="*/ 2191479 h 2398711"/>
              <a:gd name="connsiteX34134" fmla="*/ 1201042 w 2119654"/>
              <a:gd name="connsiteY34134" fmla="*/ 2190936 h 2398711"/>
              <a:gd name="connsiteX34135" fmla="*/ 1731550 w 2119654"/>
              <a:gd name="connsiteY34135" fmla="*/ 1000000 h 2398711"/>
              <a:gd name="connsiteX34136" fmla="*/ 1731525 w 2119654"/>
              <a:gd name="connsiteY34136" fmla="*/ 1000629 h 2398711"/>
              <a:gd name="connsiteX34137" fmla="*/ 1731610 w 2119654"/>
              <a:gd name="connsiteY34137" fmla="*/ 1000516 h 2398711"/>
              <a:gd name="connsiteX34138" fmla="*/ 1199009 w 2119654"/>
              <a:gd name="connsiteY34138" fmla="*/ 2192118 h 2398711"/>
              <a:gd name="connsiteX34139" fmla="*/ 1199568 w 2119654"/>
              <a:gd name="connsiteY34139" fmla="*/ 2191682 h 2398711"/>
              <a:gd name="connsiteX34140" fmla="*/ 1200529 w 2119654"/>
              <a:gd name="connsiteY34140" fmla="*/ 2190869 h 2398711"/>
              <a:gd name="connsiteX34141" fmla="*/ 1199895 w 2119654"/>
              <a:gd name="connsiteY34141" fmla="*/ 2190828 h 2398711"/>
              <a:gd name="connsiteX34142" fmla="*/ 1163658 w 2119654"/>
              <a:gd name="connsiteY34142" fmla="*/ 2270966 h 2398711"/>
              <a:gd name="connsiteX34143" fmla="*/ 1174838 w 2119654"/>
              <a:gd name="connsiteY34143" fmla="*/ 2277999 h 2398711"/>
              <a:gd name="connsiteX34144" fmla="*/ 1181014 w 2119654"/>
              <a:gd name="connsiteY34144" fmla="*/ 2271981 h 2398711"/>
              <a:gd name="connsiteX34145" fmla="*/ 1197070 w 2119654"/>
              <a:gd name="connsiteY34145" fmla="*/ 2255908 h 2398711"/>
              <a:gd name="connsiteX34146" fmla="*/ 1173646 w 2119654"/>
              <a:gd name="connsiteY34146" fmla="*/ 2265189 h 2398711"/>
              <a:gd name="connsiteX34147" fmla="*/ 1728858 w 2119654"/>
              <a:gd name="connsiteY34147" fmla="*/ 1005312 h 2398711"/>
              <a:gd name="connsiteX34148" fmla="*/ 1729016 w 2119654"/>
              <a:gd name="connsiteY34148" fmla="*/ 1006680 h 2398711"/>
              <a:gd name="connsiteX34149" fmla="*/ 1729343 w 2119654"/>
              <a:gd name="connsiteY34149" fmla="*/ 1006263 h 2398711"/>
              <a:gd name="connsiteX34150" fmla="*/ 1729559 w 2119654"/>
              <a:gd name="connsiteY34150" fmla="*/ 1004380 h 2398711"/>
              <a:gd name="connsiteX34151" fmla="*/ 1188887 w 2119654"/>
              <a:gd name="connsiteY34151" fmla="*/ 2214260 h 2398711"/>
              <a:gd name="connsiteX34152" fmla="*/ 1188581 w 2119654"/>
              <a:gd name="connsiteY34152" fmla="*/ 2215271 h 2398711"/>
              <a:gd name="connsiteX34153" fmla="*/ 1189163 w 2119654"/>
              <a:gd name="connsiteY34153" fmla="*/ 2215047 h 2398711"/>
              <a:gd name="connsiteX34154" fmla="*/ 1190116 w 2119654"/>
              <a:gd name="connsiteY34154" fmla="*/ 2213834 h 2398711"/>
              <a:gd name="connsiteX34155" fmla="*/ 1187729 w 2119654"/>
              <a:gd name="connsiteY34155" fmla="*/ 2215599 h 2398711"/>
              <a:gd name="connsiteX34156" fmla="*/ 1188172 w 2119654"/>
              <a:gd name="connsiteY34156" fmla="*/ 2215428 h 2398711"/>
              <a:gd name="connsiteX34157" fmla="*/ 1188425 w 2119654"/>
              <a:gd name="connsiteY34157" fmla="*/ 2214592 h 2398711"/>
              <a:gd name="connsiteX34158" fmla="*/ 1188351 w 2119654"/>
              <a:gd name="connsiteY34158" fmla="*/ 2214663 h 2398711"/>
              <a:gd name="connsiteX34159" fmla="*/ 1187161 w 2119654"/>
              <a:gd name="connsiteY34159" fmla="*/ 2215817 h 2398711"/>
              <a:gd name="connsiteX34160" fmla="*/ 1187269 w 2119654"/>
              <a:gd name="connsiteY34160" fmla="*/ 2215775 h 2398711"/>
              <a:gd name="connsiteX34161" fmla="*/ 1187386 w 2119654"/>
              <a:gd name="connsiteY34161" fmla="*/ 2215598 h 2398711"/>
              <a:gd name="connsiteX34162" fmla="*/ 1197169 w 2119654"/>
              <a:gd name="connsiteY34162" fmla="*/ 2191866 h 2398711"/>
              <a:gd name="connsiteX34163" fmla="*/ 1197429 w 2119654"/>
              <a:gd name="connsiteY34163" fmla="*/ 2192130 h 2398711"/>
              <a:gd name="connsiteX34164" fmla="*/ 1198392 w 2119654"/>
              <a:gd name="connsiteY34164" fmla="*/ 2190729 h 2398711"/>
              <a:gd name="connsiteX34165" fmla="*/ 1198376 w 2119654"/>
              <a:gd name="connsiteY34165" fmla="*/ 2190728 h 2398711"/>
              <a:gd name="connsiteX34166" fmla="*/ 1744830 w 2119654"/>
              <a:gd name="connsiteY34166" fmla="*/ 965217 h 2398711"/>
              <a:gd name="connsiteX34167" fmla="*/ 1742300 w 2119654"/>
              <a:gd name="connsiteY34167" fmla="*/ 975450 h 2398711"/>
              <a:gd name="connsiteX34168" fmla="*/ 1737189 w 2119654"/>
              <a:gd name="connsiteY34168" fmla="*/ 993078 h 2398711"/>
              <a:gd name="connsiteX34169" fmla="*/ 1737311 w 2119654"/>
              <a:gd name="connsiteY34169" fmla="*/ 992913 h 2398711"/>
              <a:gd name="connsiteX34170" fmla="*/ 1743800 w 2119654"/>
              <a:gd name="connsiteY34170" fmla="*/ 974746 h 2398711"/>
              <a:gd name="connsiteX34171" fmla="*/ 1743848 w 2119654"/>
              <a:gd name="connsiteY34171" fmla="*/ 974487 h 2398711"/>
              <a:gd name="connsiteX34172" fmla="*/ 1743874 w 2119654"/>
              <a:gd name="connsiteY34172" fmla="*/ 974537 h 2398711"/>
              <a:gd name="connsiteX34173" fmla="*/ 1747269 w 2119654"/>
              <a:gd name="connsiteY34173" fmla="*/ 965033 h 2398711"/>
              <a:gd name="connsiteX34174" fmla="*/ 1176570 w 2119654"/>
              <a:gd name="connsiteY34174" fmla="*/ 2237314 h 2398711"/>
              <a:gd name="connsiteX34175" fmla="*/ 1179078 w 2119654"/>
              <a:gd name="connsiteY34175" fmla="*/ 2239695 h 2398711"/>
              <a:gd name="connsiteX34176" fmla="*/ 1180143 w 2119654"/>
              <a:gd name="connsiteY34176" fmla="*/ 2238667 h 2398711"/>
              <a:gd name="connsiteX34177" fmla="*/ 1177761 w 2119654"/>
              <a:gd name="connsiteY34177" fmla="*/ 2237832 h 2398711"/>
              <a:gd name="connsiteX34178" fmla="*/ 1762853 w 2119654"/>
              <a:gd name="connsiteY34178" fmla="*/ 924264 h 2398711"/>
              <a:gd name="connsiteX34179" fmla="*/ 1753371 w 2119654"/>
              <a:gd name="connsiteY34179" fmla="*/ 950981 h 2398711"/>
              <a:gd name="connsiteX34180" fmla="*/ 1754838 w 2119654"/>
              <a:gd name="connsiteY34180" fmla="*/ 961113 h 2398711"/>
              <a:gd name="connsiteX34181" fmla="*/ 1764557 w 2119654"/>
              <a:gd name="connsiteY34181" fmla="*/ 936030 h 2398711"/>
              <a:gd name="connsiteX34182" fmla="*/ 1723063 w 2119654"/>
              <a:gd name="connsiteY34182" fmla="*/ 1013040 h 2398711"/>
              <a:gd name="connsiteX34183" fmla="*/ 1723893 w 2119654"/>
              <a:gd name="connsiteY34183" fmla="*/ 1013233 h 2398711"/>
              <a:gd name="connsiteX34184" fmla="*/ 1724950 w 2119654"/>
              <a:gd name="connsiteY34184" fmla="*/ 1011882 h 2398711"/>
              <a:gd name="connsiteX34185" fmla="*/ 1725378 w 2119654"/>
              <a:gd name="connsiteY34185" fmla="*/ 1009954 h 2398711"/>
              <a:gd name="connsiteX34186" fmla="*/ 1197304 w 2119654"/>
              <a:gd name="connsiteY34186" fmla="*/ 2190124 h 2398711"/>
              <a:gd name="connsiteX34187" fmla="*/ 1197424 w 2119654"/>
              <a:gd name="connsiteY34187" fmla="*/ 2190132 h 2398711"/>
              <a:gd name="connsiteX34188" fmla="*/ 1197657 w 2119654"/>
              <a:gd name="connsiteY34188" fmla="*/ 2189851 h 2398711"/>
              <a:gd name="connsiteX34189" fmla="*/ 1195328 w 2119654"/>
              <a:gd name="connsiteY34189" fmla="*/ 2193602 h 2398711"/>
              <a:gd name="connsiteX34190" fmla="*/ 1196738 w 2119654"/>
              <a:gd name="connsiteY34190" fmla="*/ 2193137 h 2398711"/>
              <a:gd name="connsiteX34191" fmla="*/ 1197310 w 2119654"/>
              <a:gd name="connsiteY34191" fmla="*/ 2192304 h 2398711"/>
              <a:gd name="connsiteX34192" fmla="*/ 1197018 w 2119654"/>
              <a:gd name="connsiteY34192" fmla="*/ 2192008 h 2398711"/>
              <a:gd name="connsiteX34193" fmla="*/ 1196252 w 2119654"/>
              <a:gd name="connsiteY34193" fmla="*/ 2190938 h 2398711"/>
              <a:gd name="connsiteX34194" fmla="*/ 1196409 w 2119654"/>
              <a:gd name="connsiteY34194" fmla="*/ 2191096 h 2398711"/>
              <a:gd name="connsiteX34195" fmla="*/ 1196902 w 2119654"/>
              <a:gd name="connsiteY34195" fmla="*/ 2190632 h 2398711"/>
              <a:gd name="connsiteX34196" fmla="*/ 1196668 w 2119654"/>
              <a:gd name="connsiteY34196" fmla="*/ 2190616 h 2398711"/>
              <a:gd name="connsiteX34197" fmla="*/ 1212553 w 2119654"/>
              <a:gd name="connsiteY34197" fmla="*/ 2154247 h 2398711"/>
              <a:gd name="connsiteX34198" fmla="*/ 1213608 w 2119654"/>
              <a:gd name="connsiteY34198" fmla="*/ 2154813 h 2398711"/>
              <a:gd name="connsiteX34199" fmla="*/ 1215887 w 2119654"/>
              <a:gd name="connsiteY34199" fmla="*/ 2152298 h 2398711"/>
              <a:gd name="connsiteX34200" fmla="*/ 1720694 w 2119654"/>
              <a:gd name="connsiteY34200" fmla="*/ 1016199 h 2398711"/>
              <a:gd name="connsiteX34201" fmla="*/ 1720636 w 2119654"/>
              <a:gd name="connsiteY34201" fmla="*/ 1017398 h 2398711"/>
              <a:gd name="connsiteX34202" fmla="*/ 1723429 w 2119654"/>
              <a:gd name="connsiteY34202" fmla="*/ 1013827 h 2398711"/>
              <a:gd name="connsiteX34203" fmla="*/ 1722593 w 2119654"/>
              <a:gd name="connsiteY34203" fmla="*/ 1013667 h 2398711"/>
              <a:gd name="connsiteX34204" fmla="*/ 1195862 w 2119654"/>
              <a:gd name="connsiteY34204" fmla="*/ 2191240 h 2398711"/>
              <a:gd name="connsiteX34205" fmla="*/ 1195705 w 2119654"/>
              <a:gd name="connsiteY34205" fmla="*/ 2191760 h 2398711"/>
              <a:gd name="connsiteX34206" fmla="*/ 1196257 w 2119654"/>
              <a:gd name="connsiteY34206" fmla="*/ 2191239 h 2398711"/>
              <a:gd name="connsiteX34207" fmla="*/ 1196086 w 2119654"/>
              <a:gd name="connsiteY34207" fmla="*/ 2191066 h 2398711"/>
              <a:gd name="connsiteX34208" fmla="*/ 1194775 w 2119654"/>
              <a:gd name="connsiteY34208" fmla="*/ 2192636 h 2398711"/>
              <a:gd name="connsiteX34209" fmla="*/ 1195200 w 2119654"/>
              <a:gd name="connsiteY34209" fmla="*/ 2192235 h 2398711"/>
              <a:gd name="connsiteX34210" fmla="*/ 1195291 w 2119654"/>
              <a:gd name="connsiteY34210" fmla="*/ 2191933 h 2398711"/>
              <a:gd name="connsiteX34211" fmla="*/ 1697293 w 2119654"/>
              <a:gd name="connsiteY34211" fmla="*/ 1067186 h 2398711"/>
              <a:gd name="connsiteX34212" fmla="*/ 1697141 w 2119654"/>
              <a:gd name="connsiteY34212" fmla="*/ 1067735 h 2398711"/>
              <a:gd name="connsiteX34213" fmla="*/ 1697461 w 2119654"/>
              <a:gd name="connsiteY34213" fmla="*/ 1067301 h 2398711"/>
              <a:gd name="connsiteX34214" fmla="*/ 1697462 w 2119654"/>
              <a:gd name="connsiteY34214" fmla="*/ 1067290 h 2398711"/>
              <a:gd name="connsiteX34215" fmla="*/ 1210903 w 2119654"/>
              <a:gd name="connsiteY34215" fmla="*/ 2155625 h 2398711"/>
              <a:gd name="connsiteX34216" fmla="*/ 1212694 w 2119654"/>
              <a:gd name="connsiteY34216" fmla="*/ 2155822 h 2398711"/>
              <a:gd name="connsiteX34217" fmla="*/ 1213341 w 2119654"/>
              <a:gd name="connsiteY34217" fmla="*/ 2155108 h 2398711"/>
              <a:gd name="connsiteX34218" fmla="*/ 1212105 w 2119654"/>
              <a:gd name="connsiteY34218" fmla="*/ 2154507 h 2398711"/>
              <a:gd name="connsiteX34219" fmla="*/ 1211552 w 2119654"/>
              <a:gd name="connsiteY34219" fmla="*/ 2154831 h 2398711"/>
              <a:gd name="connsiteX34220" fmla="*/ 1747685 w 2119654"/>
              <a:gd name="connsiteY34220" fmla="*/ 953665 h 2398711"/>
              <a:gd name="connsiteX34221" fmla="*/ 1744875 w 2119654"/>
              <a:gd name="connsiteY34221" fmla="*/ 965032 h 2398711"/>
              <a:gd name="connsiteX34222" fmla="*/ 1747335 w 2119654"/>
              <a:gd name="connsiteY34222" fmla="*/ 964846 h 2398711"/>
              <a:gd name="connsiteX34223" fmla="*/ 1747516 w 2119654"/>
              <a:gd name="connsiteY34223" fmla="*/ 964341 h 2398711"/>
              <a:gd name="connsiteX34224" fmla="*/ 1742513 w 2119654"/>
              <a:gd name="connsiteY34224" fmla="*/ 965211 h 2398711"/>
              <a:gd name="connsiteX34225" fmla="*/ 1743939 w 2119654"/>
              <a:gd name="connsiteY34225" fmla="*/ 965103 h 2398711"/>
              <a:gd name="connsiteX34226" fmla="*/ 1746476 w 2119654"/>
              <a:gd name="connsiteY34226" fmla="*/ 956356 h 2398711"/>
              <a:gd name="connsiteX34227" fmla="*/ 1738599 w 2119654"/>
              <a:gd name="connsiteY34227" fmla="*/ 973959 h 2398711"/>
              <a:gd name="connsiteX34228" fmla="*/ 1736266 w 2119654"/>
              <a:gd name="connsiteY34228" fmla="*/ 991564 h 2398711"/>
              <a:gd name="connsiteX34229" fmla="*/ 1743884 w 2119654"/>
              <a:gd name="connsiteY34229" fmla="*/ 965296 h 2398711"/>
              <a:gd name="connsiteX34230" fmla="*/ 1742417 w 2119654"/>
              <a:gd name="connsiteY34230" fmla="*/ 965427 h 2398711"/>
              <a:gd name="connsiteX34231" fmla="*/ 1732977 w 2119654"/>
              <a:gd name="connsiteY34231" fmla="*/ 986521 h 2398711"/>
              <a:gd name="connsiteX34232" fmla="*/ 1734820 w 2119654"/>
              <a:gd name="connsiteY34232" fmla="*/ 996237 h 2398711"/>
              <a:gd name="connsiteX34233" fmla="*/ 1734969 w 2119654"/>
              <a:gd name="connsiteY34233" fmla="*/ 996038 h 2398711"/>
              <a:gd name="connsiteX34234" fmla="*/ 1735129 w 2119654"/>
              <a:gd name="connsiteY34234" fmla="*/ 995485 h 2398711"/>
              <a:gd name="connsiteX34235" fmla="*/ 1737722 w 2119654"/>
              <a:gd name="connsiteY34235" fmla="*/ 975920 h 2398711"/>
              <a:gd name="connsiteX34236" fmla="*/ 1728659 w 2119654"/>
              <a:gd name="connsiteY34236" fmla="*/ 996118 h 2398711"/>
              <a:gd name="connsiteX34237" fmla="*/ 1728180 w 2119654"/>
              <a:gd name="connsiteY34237" fmla="*/ 999390 h 2398711"/>
              <a:gd name="connsiteX34238" fmla="*/ 1728747 w 2119654"/>
              <a:gd name="connsiteY34238" fmla="*/ 1004333 h 2398711"/>
              <a:gd name="connsiteX34239" fmla="*/ 1729711 w 2119654"/>
              <a:gd name="connsiteY34239" fmla="*/ 1003047 h 2398711"/>
              <a:gd name="connsiteX34240" fmla="*/ 1730505 w 2119654"/>
              <a:gd name="connsiteY34240" fmla="*/ 996106 h 2398711"/>
              <a:gd name="connsiteX34241" fmla="*/ 1730663 w 2119654"/>
              <a:gd name="connsiteY34241" fmla="*/ 992264 h 2398711"/>
              <a:gd name="connsiteX34242" fmla="*/ 1730610 w 2119654"/>
              <a:gd name="connsiteY34242" fmla="*/ 991810 h 2398711"/>
              <a:gd name="connsiteX34243" fmla="*/ 1729323 w 2119654"/>
              <a:gd name="connsiteY34243" fmla="*/ 994686 h 2398711"/>
              <a:gd name="connsiteX34244" fmla="*/ 1771245 w 2119654"/>
              <a:gd name="connsiteY34244" fmla="*/ 900615 h 2398711"/>
              <a:gd name="connsiteX34245" fmla="*/ 1765596 w 2119654"/>
              <a:gd name="connsiteY34245" fmla="*/ 916531 h 2398711"/>
              <a:gd name="connsiteX34246" fmla="*/ 1767062 w 2119654"/>
              <a:gd name="connsiteY34246" fmla="*/ 923986 h 2398711"/>
              <a:gd name="connsiteX34247" fmla="*/ 1767650 w 2119654"/>
              <a:gd name="connsiteY34247" fmla="*/ 928048 h 2398711"/>
              <a:gd name="connsiteX34248" fmla="*/ 1770704 w 2119654"/>
              <a:gd name="connsiteY34248" fmla="*/ 920165 h 2398711"/>
              <a:gd name="connsiteX34249" fmla="*/ 1720829 w 2119654"/>
              <a:gd name="connsiteY34249" fmla="*/ 1013329 h 2398711"/>
              <a:gd name="connsiteX34250" fmla="*/ 1720752 w 2119654"/>
              <a:gd name="connsiteY34250" fmla="*/ 1014963 h 2398711"/>
              <a:gd name="connsiteX34251" fmla="*/ 1721020 w 2119654"/>
              <a:gd name="connsiteY34251" fmla="*/ 1014634 h 2398711"/>
              <a:gd name="connsiteX34252" fmla="*/ 1721852 w 2119654"/>
              <a:gd name="connsiteY34252" fmla="*/ 1013525 h 2398711"/>
              <a:gd name="connsiteX34253" fmla="*/ 1721032 w 2119654"/>
              <a:gd name="connsiteY34253" fmla="*/ 1012564 h 2398711"/>
              <a:gd name="connsiteX34254" fmla="*/ 1722342 w 2119654"/>
              <a:gd name="connsiteY34254" fmla="*/ 1012871 h 2398711"/>
              <a:gd name="connsiteX34255" fmla="*/ 1725734 w 2119654"/>
              <a:gd name="connsiteY34255" fmla="*/ 1008349 h 2398711"/>
              <a:gd name="connsiteX34256" fmla="*/ 1726042 w 2119654"/>
              <a:gd name="connsiteY34256" fmla="*/ 1006967 h 2398711"/>
              <a:gd name="connsiteX34257" fmla="*/ 1725562 w 2119654"/>
              <a:gd name="connsiteY34257" fmla="*/ 1002796 h 2398711"/>
              <a:gd name="connsiteX34258" fmla="*/ 1716099 w 2119654"/>
              <a:gd name="connsiteY34258" fmla="*/ 1023202 h 2398711"/>
              <a:gd name="connsiteX34259" fmla="*/ 1717472 w 2119654"/>
              <a:gd name="connsiteY34259" fmla="*/ 1021445 h 2398711"/>
              <a:gd name="connsiteX34260" fmla="*/ 1717521 w 2119654"/>
              <a:gd name="connsiteY34260" fmla="*/ 1020430 h 2398711"/>
              <a:gd name="connsiteX34261" fmla="*/ 1717166 w 2119654"/>
              <a:gd name="connsiteY34261" fmla="*/ 1020902 h 2398711"/>
              <a:gd name="connsiteX34262" fmla="*/ 1174994 w 2119654"/>
              <a:gd name="connsiteY34262" fmla="*/ 2234769 h 2398711"/>
              <a:gd name="connsiteX34263" fmla="*/ 1181364 w 2119654"/>
              <a:gd name="connsiteY34263" fmla="*/ 2237489 h 2398711"/>
              <a:gd name="connsiteX34264" fmla="*/ 1181401 w 2119654"/>
              <a:gd name="connsiteY34264" fmla="*/ 2237452 h 2398711"/>
              <a:gd name="connsiteX34265" fmla="*/ 1183426 w 2119654"/>
              <a:gd name="connsiteY34265" fmla="*/ 2231090 h 2398711"/>
              <a:gd name="connsiteX34266" fmla="*/ 1185080 w 2119654"/>
              <a:gd name="connsiteY34266" fmla="*/ 2225629 h 2398711"/>
              <a:gd name="connsiteX34267" fmla="*/ 1184676 w 2119654"/>
              <a:gd name="connsiteY34267" fmla="*/ 2225720 h 2398711"/>
              <a:gd name="connsiteX34268" fmla="*/ 1180990 w 2119654"/>
              <a:gd name="connsiteY34268" fmla="*/ 2227137 h 2398711"/>
              <a:gd name="connsiteX34269" fmla="*/ 1749517 w 2119654"/>
              <a:gd name="connsiteY34269" fmla="*/ 946255 h 2398711"/>
              <a:gd name="connsiteX34270" fmla="*/ 1747952 w 2119654"/>
              <a:gd name="connsiteY34270" fmla="*/ 952587 h 2398711"/>
              <a:gd name="connsiteX34271" fmla="*/ 1747777 w 2119654"/>
              <a:gd name="connsiteY34271" fmla="*/ 963611 h 2398711"/>
              <a:gd name="connsiteX34272" fmla="*/ 1750639 w 2119654"/>
              <a:gd name="connsiteY34272" fmla="*/ 955596 h 2398711"/>
              <a:gd name="connsiteX34273" fmla="*/ 1750170 w 2119654"/>
              <a:gd name="connsiteY34273" fmla="*/ 950763 h 2398711"/>
              <a:gd name="connsiteX34274" fmla="*/ 1191822 w 2119654"/>
              <a:gd name="connsiteY34274" fmla="*/ 2194366 h 2398711"/>
              <a:gd name="connsiteX34275" fmla="*/ 1192021 w 2119654"/>
              <a:gd name="connsiteY34275" fmla="*/ 2194492 h 2398711"/>
              <a:gd name="connsiteX34276" fmla="*/ 1192155 w 2119654"/>
              <a:gd name="connsiteY34276" fmla="*/ 2194308 h 2398711"/>
              <a:gd name="connsiteX34277" fmla="*/ 1191995 w 2119654"/>
              <a:gd name="connsiteY34277" fmla="*/ 2194232 h 2398711"/>
              <a:gd name="connsiteX34278" fmla="*/ 1191452 w 2119654"/>
              <a:gd name="connsiteY34278" fmla="*/ 2194653 h 2398711"/>
              <a:gd name="connsiteX34279" fmla="*/ 1191785 w 2119654"/>
              <a:gd name="connsiteY34279" fmla="*/ 2194723 h 2398711"/>
              <a:gd name="connsiteX34280" fmla="*/ 1191548 w 2119654"/>
              <a:gd name="connsiteY34280" fmla="*/ 2194578 h 2398711"/>
              <a:gd name="connsiteX34281" fmla="*/ 1181328 w 2119654"/>
              <a:gd name="connsiteY34281" fmla="*/ 2217292 h 2398711"/>
              <a:gd name="connsiteX34282" fmla="*/ 1181377 w 2119654"/>
              <a:gd name="connsiteY34282" fmla="*/ 2217368 h 2398711"/>
              <a:gd name="connsiteX34283" fmla="*/ 1182296 w 2119654"/>
              <a:gd name="connsiteY34283" fmla="*/ 2217163 h 2398711"/>
              <a:gd name="connsiteX34284" fmla="*/ 1183568 w 2119654"/>
              <a:gd name="connsiteY34284" fmla="*/ 2215928 h 2398711"/>
              <a:gd name="connsiteX34285" fmla="*/ 1183258 w 2119654"/>
              <a:gd name="connsiteY34285" fmla="*/ 2216022 h 2398711"/>
              <a:gd name="connsiteX34286" fmla="*/ 1739659 w 2119654"/>
              <a:gd name="connsiteY34286" fmla="*/ 965673 h 2398711"/>
              <a:gd name="connsiteX34287" fmla="*/ 1739339 w 2119654"/>
              <a:gd name="connsiteY34287" fmla="*/ 968371 h 2398711"/>
              <a:gd name="connsiteX34288" fmla="*/ 1738701 w 2119654"/>
              <a:gd name="connsiteY34288" fmla="*/ 973182 h 2398711"/>
              <a:gd name="connsiteX34289" fmla="*/ 1742162 w 2119654"/>
              <a:gd name="connsiteY34289" fmla="*/ 965449 h 2398711"/>
              <a:gd name="connsiteX34290" fmla="*/ 1730030 w 2119654"/>
              <a:gd name="connsiteY34290" fmla="*/ 986761 h 2398711"/>
              <a:gd name="connsiteX34291" fmla="*/ 1728911 w 2119654"/>
              <a:gd name="connsiteY34291" fmla="*/ 994395 h 2398711"/>
              <a:gd name="connsiteX34292" fmla="*/ 1730511 w 2119654"/>
              <a:gd name="connsiteY34292" fmla="*/ 990946 h 2398711"/>
              <a:gd name="connsiteX34293" fmla="*/ 1715519 w 2119654"/>
              <a:gd name="connsiteY34293" fmla="*/ 1017120 h 2398711"/>
              <a:gd name="connsiteX34294" fmla="*/ 1714984 w 2119654"/>
              <a:gd name="connsiteY34294" fmla="*/ 1019861 h 2398711"/>
              <a:gd name="connsiteX34295" fmla="*/ 1715362 w 2119654"/>
              <a:gd name="connsiteY34295" fmla="*/ 1021574 h 2398711"/>
              <a:gd name="connsiteX34296" fmla="*/ 1715406 w 2119654"/>
              <a:gd name="connsiteY34296" fmla="*/ 1021518 h 2398711"/>
              <a:gd name="connsiteX34297" fmla="*/ 1747834 w 2119654"/>
              <a:gd name="connsiteY34297" fmla="*/ 944235 h 2398711"/>
              <a:gd name="connsiteX34298" fmla="*/ 1743055 w 2119654"/>
              <a:gd name="connsiteY34298" fmla="*/ 956875 h 2398711"/>
              <a:gd name="connsiteX34299" fmla="*/ 1740055 w 2119654"/>
              <a:gd name="connsiteY34299" fmla="*/ 962341 h 2398711"/>
              <a:gd name="connsiteX34300" fmla="*/ 1739689 w 2119654"/>
              <a:gd name="connsiteY34300" fmla="*/ 965424 h 2398711"/>
              <a:gd name="connsiteX34301" fmla="*/ 1742260 w 2119654"/>
              <a:gd name="connsiteY34301" fmla="*/ 965230 h 2398711"/>
              <a:gd name="connsiteX34302" fmla="*/ 1746851 w 2119654"/>
              <a:gd name="connsiteY34302" fmla="*/ 954971 h 2398711"/>
              <a:gd name="connsiteX34303" fmla="*/ 1747721 w 2119654"/>
              <a:gd name="connsiteY34303" fmla="*/ 951453 h 2398711"/>
              <a:gd name="connsiteX34304" fmla="*/ 1738306 w 2119654"/>
              <a:gd name="connsiteY34304" fmla="*/ 965528 h 2398711"/>
              <a:gd name="connsiteX34305" fmla="*/ 1739106 w 2119654"/>
              <a:gd name="connsiteY34305" fmla="*/ 965468 h 2398711"/>
              <a:gd name="connsiteX34306" fmla="*/ 1739350 w 2119654"/>
              <a:gd name="connsiteY34306" fmla="*/ 963625 h 2398711"/>
              <a:gd name="connsiteX34307" fmla="*/ 1748840 w 2119654"/>
              <a:gd name="connsiteY34307" fmla="*/ 941579 h 2398711"/>
              <a:gd name="connsiteX34308" fmla="*/ 1748095 w 2119654"/>
              <a:gd name="connsiteY34308" fmla="*/ 943546 h 2398711"/>
              <a:gd name="connsiteX34309" fmla="*/ 1747987 w 2119654"/>
              <a:gd name="connsiteY34309" fmla="*/ 950376 h 2398711"/>
              <a:gd name="connsiteX34310" fmla="*/ 1749327 w 2119654"/>
              <a:gd name="connsiteY34310" fmla="*/ 944950 h 2398711"/>
              <a:gd name="connsiteX34311" fmla="*/ 1165375 w 2119654"/>
              <a:gd name="connsiteY34311" fmla="*/ 2246910 h 2398711"/>
              <a:gd name="connsiteX34312" fmla="*/ 1177375 w 2119654"/>
              <a:gd name="connsiteY34312" fmla="*/ 2241339 h 2398711"/>
              <a:gd name="connsiteX34313" fmla="*/ 1178382 w 2119654"/>
              <a:gd name="connsiteY34313" fmla="*/ 2240367 h 2398711"/>
              <a:gd name="connsiteX34314" fmla="*/ 1173980 w 2119654"/>
              <a:gd name="connsiteY34314" fmla="*/ 2236188 h 2398711"/>
              <a:gd name="connsiteX34315" fmla="*/ 1173904 w 2119654"/>
              <a:gd name="connsiteY34315" fmla="*/ 2236155 h 2398711"/>
              <a:gd name="connsiteX34316" fmla="*/ 1170348 w 2119654"/>
              <a:gd name="connsiteY34316" fmla="*/ 2240682 h 2398711"/>
              <a:gd name="connsiteX34317" fmla="*/ 1171841 w 2119654"/>
              <a:gd name="connsiteY34317" fmla="*/ 2242354 h 2398711"/>
              <a:gd name="connsiteX34318" fmla="*/ 1171488 w 2119654"/>
              <a:gd name="connsiteY34318" fmla="*/ 2242325 h 2398711"/>
              <a:gd name="connsiteX34319" fmla="*/ 1170195 w 2119654"/>
              <a:gd name="connsiteY34319" fmla="*/ 2240876 h 2398711"/>
              <a:gd name="connsiteX34320" fmla="*/ 1166387 w 2119654"/>
              <a:gd name="connsiteY34320" fmla="*/ 2245724 h 2398711"/>
              <a:gd name="connsiteX34321" fmla="*/ 1752655 w 2119654"/>
              <a:gd name="connsiteY34321" fmla="*/ 931489 h 2398711"/>
              <a:gd name="connsiteX34322" fmla="*/ 1751132 w 2119654"/>
              <a:gd name="connsiteY34322" fmla="*/ 935519 h 2398711"/>
              <a:gd name="connsiteX34323" fmla="*/ 1751327 w 2119654"/>
              <a:gd name="connsiteY34323" fmla="*/ 936865 h 2398711"/>
              <a:gd name="connsiteX34324" fmla="*/ 1716424 w 2119654"/>
              <a:gd name="connsiteY34324" fmla="*/ 1012485 h 2398711"/>
              <a:gd name="connsiteX34325" fmla="*/ 1716163 w 2119654"/>
              <a:gd name="connsiteY34325" fmla="*/ 1013824 h 2398711"/>
              <a:gd name="connsiteX34326" fmla="*/ 1715984 w 2119654"/>
              <a:gd name="connsiteY34326" fmla="*/ 1020810 h 2398711"/>
              <a:gd name="connsiteX34327" fmla="*/ 1717553 w 2119654"/>
              <a:gd name="connsiteY34327" fmla="*/ 1018886 h 2398711"/>
              <a:gd name="connsiteX34328" fmla="*/ 1717598 w 2119654"/>
              <a:gd name="connsiteY34328" fmla="*/ 1018789 h 2398711"/>
              <a:gd name="connsiteX34329" fmla="*/ 1717883 w 2119654"/>
              <a:gd name="connsiteY34329" fmla="*/ 1012764 h 2398711"/>
              <a:gd name="connsiteX34330" fmla="*/ 1732527 w 2119654"/>
              <a:gd name="connsiteY34330" fmla="*/ 976054 h 2398711"/>
              <a:gd name="connsiteX34331" fmla="*/ 1732256 w 2119654"/>
              <a:gd name="connsiteY34331" fmla="*/ 982717 h 2398711"/>
              <a:gd name="connsiteX34332" fmla="*/ 1732857 w 2119654"/>
              <a:gd name="connsiteY34332" fmla="*/ 985887 h 2398711"/>
              <a:gd name="connsiteX34333" fmla="*/ 1737424 w 2119654"/>
              <a:gd name="connsiteY34333" fmla="*/ 976037 h 2398711"/>
              <a:gd name="connsiteX34334" fmla="*/ 1737824 w 2119654"/>
              <a:gd name="connsiteY34334" fmla="*/ 975143 h 2398711"/>
              <a:gd name="connsiteX34335" fmla="*/ 1739072 w 2119654"/>
              <a:gd name="connsiteY34335" fmla="*/ 965725 h 2398711"/>
              <a:gd name="connsiteX34336" fmla="*/ 1738152 w 2119654"/>
              <a:gd name="connsiteY34336" fmla="*/ 965807 h 2398711"/>
              <a:gd name="connsiteX34337" fmla="*/ 1726716 w 2119654"/>
              <a:gd name="connsiteY34337" fmla="*/ 986641 h 2398711"/>
              <a:gd name="connsiteX34338" fmla="*/ 1727819 w 2119654"/>
              <a:gd name="connsiteY34338" fmla="*/ 996246 h 2398711"/>
              <a:gd name="connsiteX34339" fmla="*/ 1729670 w 2119654"/>
              <a:gd name="connsiteY34339" fmla="*/ 983620 h 2398711"/>
              <a:gd name="connsiteX34340" fmla="*/ 1729446 w 2119654"/>
              <a:gd name="connsiteY34340" fmla="*/ 981668 h 2398711"/>
              <a:gd name="connsiteX34341" fmla="*/ 1760786 w 2119654"/>
              <a:gd name="connsiteY34341" fmla="*/ 909988 h 2398711"/>
              <a:gd name="connsiteX34342" fmla="*/ 1754132 w 2119654"/>
              <a:gd name="connsiteY34342" fmla="*/ 927584 h 2398711"/>
              <a:gd name="connsiteX34343" fmla="*/ 1751515 w 2119654"/>
              <a:gd name="connsiteY34343" fmla="*/ 938170 h 2398711"/>
              <a:gd name="connsiteX34344" fmla="*/ 1753058 w 2119654"/>
              <a:gd name="connsiteY34344" fmla="*/ 948824 h 2398711"/>
              <a:gd name="connsiteX34345" fmla="*/ 1762558 w 2119654"/>
              <a:gd name="connsiteY34345" fmla="*/ 922225 h 2398711"/>
              <a:gd name="connsiteX34346" fmla="*/ 1717829 w 2119654"/>
              <a:gd name="connsiteY34346" fmla="*/ 1005283 h 2398711"/>
              <a:gd name="connsiteX34347" fmla="*/ 1716611 w 2119654"/>
              <a:gd name="connsiteY34347" fmla="*/ 1011529 h 2398711"/>
              <a:gd name="connsiteX34348" fmla="*/ 1717927 w 2119654"/>
              <a:gd name="connsiteY34348" fmla="*/ 1011838 h 2398711"/>
              <a:gd name="connsiteX34349" fmla="*/ 1718270 w 2119654"/>
              <a:gd name="connsiteY34349" fmla="*/ 1004603 h 2398711"/>
              <a:gd name="connsiteX34350" fmla="*/ 1170211 w 2119654"/>
              <a:gd name="connsiteY34350" fmla="*/ 2231280 h 2398711"/>
              <a:gd name="connsiteX34351" fmla="*/ 1172982 w 2119654"/>
              <a:gd name="connsiteY34351" fmla="*/ 2233909 h 2398711"/>
              <a:gd name="connsiteX34352" fmla="*/ 1174001 w 2119654"/>
              <a:gd name="connsiteY34352" fmla="*/ 2234344 h 2398711"/>
              <a:gd name="connsiteX34353" fmla="*/ 1179091 w 2119654"/>
              <a:gd name="connsiteY34353" fmla="*/ 2227867 h 2398711"/>
              <a:gd name="connsiteX34354" fmla="*/ 1718313 w 2119654"/>
              <a:gd name="connsiteY34354" fmla="*/ 1003685 h 2398711"/>
              <a:gd name="connsiteX34355" fmla="*/ 1718005 w 2119654"/>
              <a:gd name="connsiteY34355" fmla="*/ 1004385 h 2398711"/>
              <a:gd name="connsiteX34356" fmla="*/ 1717915 w 2119654"/>
              <a:gd name="connsiteY34356" fmla="*/ 1004844 h 2398711"/>
              <a:gd name="connsiteX34357" fmla="*/ 1718285 w 2119654"/>
              <a:gd name="connsiteY34357" fmla="*/ 1004272 h 2398711"/>
              <a:gd name="connsiteX34358" fmla="*/ 1722240 w 2119654"/>
              <a:gd name="connsiteY34358" fmla="*/ 994083 h 2398711"/>
              <a:gd name="connsiteX34359" fmla="*/ 1721673 w 2119654"/>
              <a:gd name="connsiteY34359" fmla="*/ 995525 h 2398711"/>
              <a:gd name="connsiteX34360" fmla="*/ 1720909 w 2119654"/>
              <a:gd name="connsiteY34360" fmla="*/ 1011648 h 2398711"/>
              <a:gd name="connsiteX34361" fmla="*/ 1725453 w 2119654"/>
              <a:gd name="connsiteY34361" fmla="*/ 1001851 h 2398711"/>
              <a:gd name="connsiteX34362" fmla="*/ 1724228 w 2119654"/>
              <a:gd name="connsiteY34362" fmla="*/ 991173 h 2398711"/>
              <a:gd name="connsiteX34363" fmla="*/ 1723548 w 2119654"/>
              <a:gd name="connsiteY34363" fmla="*/ 992410 h 2398711"/>
              <a:gd name="connsiteX34364" fmla="*/ 1168735 w 2119654"/>
              <a:gd name="connsiteY34364" fmla="*/ 2232094 h 2398711"/>
              <a:gd name="connsiteX34365" fmla="*/ 1170431 w 2119654"/>
              <a:gd name="connsiteY34365" fmla="*/ 2232819 h 2398711"/>
              <a:gd name="connsiteX34366" fmla="*/ 1169252 w 2119654"/>
              <a:gd name="connsiteY34366" fmla="*/ 2231701 h 2398711"/>
              <a:gd name="connsiteX34367" fmla="*/ 1153681 w 2119654"/>
              <a:gd name="connsiteY34367" fmla="*/ 2264690 h 2398711"/>
              <a:gd name="connsiteX34368" fmla="*/ 1157567 w 2119654"/>
              <a:gd name="connsiteY34368" fmla="*/ 2267134 h 2398711"/>
              <a:gd name="connsiteX34369" fmla="*/ 1173373 w 2119654"/>
              <a:gd name="connsiteY34369" fmla="*/ 2260871 h 2398711"/>
              <a:gd name="connsiteX34370" fmla="*/ 1189561 w 2119654"/>
              <a:gd name="connsiteY34370" fmla="*/ 2251510 h 2398711"/>
              <a:gd name="connsiteX34371" fmla="*/ 1190590 w 2119654"/>
              <a:gd name="connsiteY34371" fmla="*/ 2250668 h 2398711"/>
              <a:gd name="connsiteX34372" fmla="*/ 1182730 w 2119654"/>
              <a:gd name="connsiteY34372" fmla="*/ 2244494 h 2398711"/>
              <a:gd name="connsiteX34373" fmla="*/ 1180933 w 2119654"/>
              <a:gd name="connsiteY34373" fmla="*/ 2242788 h 2398711"/>
              <a:gd name="connsiteX34374" fmla="*/ 1179683 w 2119654"/>
              <a:gd name="connsiteY34374" fmla="*/ 2243369 h 2398711"/>
              <a:gd name="connsiteX34375" fmla="*/ 1178507 w 2119654"/>
              <a:gd name="connsiteY34375" fmla="*/ 2247065 h 2398711"/>
              <a:gd name="connsiteX34376" fmla="*/ 1178308 w 2119654"/>
              <a:gd name="connsiteY34376" fmla="*/ 2247174 h 2398711"/>
              <a:gd name="connsiteX34377" fmla="*/ 1179491 w 2119654"/>
              <a:gd name="connsiteY34377" fmla="*/ 2243459 h 2398711"/>
              <a:gd name="connsiteX34378" fmla="*/ 1173874 w 2119654"/>
              <a:gd name="connsiteY34378" fmla="*/ 2246066 h 2398711"/>
              <a:gd name="connsiteX34379" fmla="*/ 1172626 w 2119654"/>
              <a:gd name="connsiteY34379" fmla="*/ 2246980 h 2398711"/>
              <a:gd name="connsiteX34380" fmla="*/ 1161399 w 2119654"/>
              <a:gd name="connsiteY34380" fmla="*/ 2257814 h 2398711"/>
              <a:gd name="connsiteX34381" fmla="*/ 1731554 w 2119654"/>
              <a:gd name="connsiteY34381" fmla="*/ 970411 h 2398711"/>
              <a:gd name="connsiteX34382" fmla="*/ 1730452 w 2119654"/>
              <a:gd name="connsiteY34382" fmla="*/ 973211 h 2398711"/>
              <a:gd name="connsiteX34383" fmla="*/ 1730494 w 2119654"/>
              <a:gd name="connsiteY34383" fmla="*/ 973428 h 2398711"/>
              <a:gd name="connsiteX34384" fmla="*/ 1731407 w 2119654"/>
              <a:gd name="connsiteY34384" fmla="*/ 971764 h 2398711"/>
              <a:gd name="connsiteX34385" fmla="*/ 1731535 w 2119654"/>
              <a:gd name="connsiteY34385" fmla="*/ 970898 h 2398711"/>
              <a:gd name="connsiteX34386" fmla="*/ 1733190 w 2119654"/>
              <a:gd name="connsiteY34386" fmla="*/ 966252 h 2398711"/>
              <a:gd name="connsiteX34387" fmla="*/ 1732941 w 2119654"/>
              <a:gd name="connsiteY34387" fmla="*/ 966885 h 2398711"/>
              <a:gd name="connsiteX34388" fmla="*/ 1732936 w 2119654"/>
              <a:gd name="connsiteY34388" fmla="*/ 966929 h 2398711"/>
              <a:gd name="connsiteX34389" fmla="*/ 1732886 w 2119654"/>
              <a:gd name="connsiteY34389" fmla="*/ 967273 h 2398711"/>
              <a:gd name="connsiteX34390" fmla="*/ 1732807 w 2119654"/>
              <a:gd name="connsiteY34390" fmla="*/ 969214 h 2398711"/>
              <a:gd name="connsiteX34391" fmla="*/ 1734497 w 2119654"/>
              <a:gd name="connsiteY34391" fmla="*/ 966134 h 2398711"/>
              <a:gd name="connsiteX34392" fmla="*/ 1759934 w 2119654"/>
              <a:gd name="connsiteY34392" fmla="*/ 904109 h 2398711"/>
              <a:gd name="connsiteX34393" fmla="*/ 1755852 w 2119654"/>
              <a:gd name="connsiteY34393" fmla="*/ 920624 h 2398711"/>
              <a:gd name="connsiteX34394" fmla="*/ 1760611 w 2119654"/>
              <a:gd name="connsiteY34394" fmla="*/ 908780 h 2398711"/>
              <a:gd name="connsiteX34395" fmla="*/ 1741993 w 2119654"/>
              <a:gd name="connsiteY34395" fmla="*/ 943676 h 2398711"/>
              <a:gd name="connsiteX34396" fmla="*/ 1740041 w 2119654"/>
              <a:gd name="connsiteY34396" fmla="*/ 948839 h 2398711"/>
              <a:gd name="connsiteX34397" fmla="*/ 1733328 w 2119654"/>
              <a:gd name="connsiteY34397" fmla="*/ 965903 h 2398711"/>
              <a:gd name="connsiteX34398" fmla="*/ 1734680 w 2119654"/>
              <a:gd name="connsiteY34398" fmla="*/ 965802 h 2398711"/>
              <a:gd name="connsiteX34399" fmla="*/ 1740455 w 2119654"/>
              <a:gd name="connsiteY34399" fmla="*/ 955279 h 2398711"/>
              <a:gd name="connsiteX34400" fmla="*/ 1771758 w 2119654"/>
              <a:gd name="connsiteY34400" fmla="*/ 876973 h 2398711"/>
              <a:gd name="connsiteX34401" fmla="*/ 1767137 w 2119654"/>
              <a:gd name="connsiteY34401" fmla="*/ 893193 h 2398711"/>
              <a:gd name="connsiteX34402" fmla="*/ 1763106 w 2119654"/>
              <a:gd name="connsiteY34402" fmla="*/ 903854 h 2398711"/>
              <a:gd name="connsiteX34403" fmla="*/ 1765240 w 2119654"/>
              <a:gd name="connsiteY34403" fmla="*/ 914715 h 2398711"/>
              <a:gd name="connsiteX34404" fmla="*/ 1771327 w 2119654"/>
              <a:gd name="connsiteY34404" fmla="*/ 897672 h 2398711"/>
              <a:gd name="connsiteX34405" fmla="*/ 1771506 w 2119654"/>
              <a:gd name="connsiteY34405" fmla="*/ 891205 h 2398711"/>
              <a:gd name="connsiteX34406" fmla="*/ 1153859 w 2119654"/>
              <a:gd name="connsiteY34406" fmla="*/ 2260403 h 2398711"/>
              <a:gd name="connsiteX34407" fmla="*/ 1169445 w 2119654"/>
              <a:gd name="connsiteY34407" fmla="*/ 2248990 h 2398711"/>
              <a:gd name="connsiteX34408" fmla="*/ 1171179 w 2119654"/>
              <a:gd name="connsiteY34408" fmla="*/ 2247318 h 2398711"/>
              <a:gd name="connsiteX34409" fmla="*/ 1170622 w 2119654"/>
              <a:gd name="connsiteY34409" fmla="*/ 2247576 h 2398711"/>
              <a:gd name="connsiteX34410" fmla="*/ 1162036 w 2119654"/>
              <a:gd name="connsiteY34410" fmla="*/ 2250823 h 2398711"/>
              <a:gd name="connsiteX34411" fmla="*/ 1714951 w 2119654"/>
              <a:gd name="connsiteY34411" fmla="*/ 1003752 h 2398711"/>
              <a:gd name="connsiteX34412" fmla="*/ 1714645 w 2119654"/>
              <a:gd name="connsiteY34412" fmla="*/ 1004483 h 2398711"/>
              <a:gd name="connsiteX34413" fmla="*/ 1714612 w 2119654"/>
              <a:gd name="connsiteY34413" fmla="*/ 1005169 h 2398711"/>
              <a:gd name="connsiteX34414" fmla="*/ 1165127 w 2119654"/>
              <a:gd name="connsiteY34414" fmla="*/ 2234837 h 2398711"/>
              <a:gd name="connsiteX34415" fmla="*/ 1169642 w 2119654"/>
              <a:gd name="connsiteY34415" fmla="*/ 2239892 h 2398711"/>
              <a:gd name="connsiteX34416" fmla="*/ 1172916 w 2119654"/>
              <a:gd name="connsiteY34416" fmla="*/ 2235726 h 2398711"/>
              <a:gd name="connsiteX34417" fmla="*/ 1167218 w 2119654"/>
              <a:gd name="connsiteY34417" fmla="*/ 2233248 h 2398711"/>
              <a:gd name="connsiteX34418" fmla="*/ 1723365 w 2119654"/>
              <a:gd name="connsiteY34418" fmla="*/ 983657 h 2398711"/>
              <a:gd name="connsiteX34419" fmla="*/ 1722384 w 2119654"/>
              <a:gd name="connsiteY34419" fmla="*/ 985997 h 2398711"/>
              <a:gd name="connsiteX34420" fmla="*/ 1723474 w 2119654"/>
              <a:gd name="connsiteY34420" fmla="*/ 984605 h 2398711"/>
              <a:gd name="connsiteX34421" fmla="*/ 1747163 w 2119654"/>
              <a:gd name="connsiteY34421" fmla="*/ 930001 h 2398711"/>
              <a:gd name="connsiteX34422" fmla="*/ 1742401 w 2119654"/>
              <a:gd name="connsiteY34422" fmla="*/ 942596 h 2398711"/>
              <a:gd name="connsiteX34423" fmla="*/ 1741015 w 2119654"/>
              <a:gd name="connsiteY34423" fmla="*/ 954260 h 2398711"/>
              <a:gd name="connsiteX34424" fmla="*/ 1745951 w 2119654"/>
              <a:gd name="connsiteY34424" fmla="*/ 945267 h 2398711"/>
              <a:gd name="connsiteX34425" fmla="*/ 1747894 w 2119654"/>
              <a:gd name="connsiteY34425" fmla="*/ 940430 h 2398711"/>
              <a:gd name="connsiteX34426" fmla="*/ 1747949 w 2119654"/>
              <a:gd name="connsiteY34426" fmla="*/ 936964 h 2398711"/>
              <a:gd name="connsiteX34427" fmla="*/ 1748194 w 2119654"/>
              <a:gd name="connsiteY34427" fmla="*/ 937286 h 2398711"/>
              <a:gd name="connsiteX34428" fmla="*/ 1748154 w 2119654"/>
              <a:gd name="connsiteY34428" fmla="*/ 939784 h 2398711"/>
              <a:gd name="connsiteX34429" fmla="*/ 1748467 w 2119654"/>
              <a:gd name="connsiteY34429" fmla="*/ 939007 h 2398711"/>
              <a:gd name="connsiteX34430" fmla="*/ 1728290 w 2119654"/>
              <a:gd name="connsiteY34430" fmla="*/ 971896 h 2398711"/>
              <a:gd name="connsiteX34431" fmla="*/ 1725478 w 2119654"/>
              <a:gd name="connsiteY34431" fmla="*/ 978613 h 2398711"/>
              <a:gd name="connsiteX34432" fmla="*/ 1726000 w 2119654"/>
              <a:gd name="connsiteY34432" fmla="*/ 981372 h 2398711"/>
              <a:gd name="connsiteX34433" fmla="*/ 1726446 w 2119654"/>
              <a:gd name="connsiteY34433" fmla="*/ 980802 h 2398711"/>
              <a:gd name="connsiteX34434" fmla="*/ 1728811 w 2119654"/>
              <a:gd name="connsiteY34434" fmla="*/ 976494 h 2398711"/>
              <a:gd name="connsiteX34435" fmla="*/ 1728842 w 2119654"/>
              <a:gd name="connsiteY34435" fmla="*/ 976414 h 2398711"/>
              <a:gd name="connsiteX34436" fmla="*/ 1728376 w 2119654"/>
              <a:gd name="connsiteY34436" fmla="*/ 972343 h 2398711"/>
              <a:gd name="connsiteX34437" fmla="*/ 1164754 w 2119654"/>
              <a:gd name="connsiteY34437" fmla="*/ 2233484 h 2398711"/>
              <a:gd name="connsiteX34438" fmla="*/ 1165038 w 2119654"/>
              <a:gd name="connsiteY34438" fmla="*/ 2233268 h 2398711"/>
              <a:gd name="connsiteX34439" fmla="*/ 1164863 w 2119654"/>
              <a:gd name="connsiteY34439" fmla="*/ 2233335 h 2398711"/>
              <a:gd name="connsiteX34440" fmla="*/ 1730524 w 2119654"/>
              <a:gd name="connsiteY34440" fmla="*/ 966489 h 2398711"/>
              <a:gd name="connsiteX34441" fmla="*/ 1730437 w 2119654"/>
              <a:gd name="connsiteY34441" fmla="*/ 966766 h 2398711"/>
              <a:gd name="connsiteX34442" fmla="*/ 1729606 w 2119654"/>
              <a:gd name="connsiteY34442" fmla="*/ 968753 h 2398711"/>
              <a:gd name="connsiteX34443" fmla="*/ 1730339 w 2119654"/>
              <a:gd name="connsiteY34443" fmla="*/ 972612 h 2398711"/>
              <a:gd name="connsiteX34444" fmla="*/ 1731595 w 2119654"/>
              <a:gd name="connsiteY34444" fmla="*/ 969419 h 2398711"/>
              <a:gd name="connsiteX34445" fmla="*/ 1731719 w 2119654"/>
              <a:gd name="connsiteY34445" fmla="*/ 966382 h 2398711"/>
              <a:gd name="connsiteX34446" fmla="*/ 1731893 w 2119654"/>
              <a:gd name="connsiteY34446" fmla="*/ 962110 h 2398711"/>
              <a:gd name="connsiteX34447" fmla="*/ 1730644 w 2119654"/>
              <a:gd name="connsiteY34447" fmla="*/ 966105 h 2398711"/>
              <a:gd name="connsiteX34448" fmla="*/ 1731733 w 2119654"/>
              <a:gd name="connsiteY34448" fmla="*/ 966024 h 2398711"/>
              <a:gd name="connsiteX34449" fmla="*/ 1733349 w 2119654"/>
              <a:gd name="connsiteY34449" fmla="*/ 958512 h 2398711"/>
              <a:gd name="connsiteX34450" fmla="*/ 1733233 w 2119654"/>
              <a:gd name="connsiteY34450" fmla="*/ 958786 h 2398711"/>
              <a:gd name="connsiteX34451" fmla="*/ 1733203 w 2119654"/>
              <a:gd name="connsiteY34451" fmla="*/ 959512 h 2398711"/>
              <a:gd name="connsiteX34452" fmla="*/ 1150787 w 2119654"/>
              <a:gd name="connsiteY34452" fmla="*/ 2262849 h 2398711"/>
              <a:gd name="connsiteX34453" fmla="*/ 1151085 w 2119654"/>
              <a:gd name="connsiteY34453" fmla="*/ 2263040 h 2398711"/>
              <a:gd name="connsiteX34454" fmla="*/ 1151894 w 2119654"/>
              <a:gd name="connsiteY34454" fmla="*/ 2262093 h 2398711"/>
              <a:gd name="connsiteX34455" fmla="*/ 1191559 w 2119654"/>
              <a:gd name="connsiteY34455" fmla="*/ 2171185 h 2398711"/>
              <a:gd name="connsiteX34456" fmla="*/ 1191800 w 2119654"/>
              <a:gd name="connsiteY34456" fmla="*/ 2171295 h 2398711"/>
              <a:gd name="connsiteX34457" fmla="*/ 1191933 w 2119654"/>
              <a:gd name="connsiteY34457" fmla="*/ 2171064 h 2398711"/>
              <a:gd name="connsiteX34458" fmla="*/ 1742903 w 2119654"/>
              <a:gd name="connsiteY34458" fmla="*/ 936046 h 2398711"/>
              <a:gd name="connsiteX34459" fmla="*/ 1733988 w 2119654"/>
              <a:gd name="connsiteY34459" fmla="*/ 957011 h 2398711"/>
              <a:gd name="connsiteX34460" fmla="*/ 1733070 w 2119654"/>
              <a:gd name="connsiteY34460" fmla="*/ 965670 h 2398711"/>
              <a:gd name="connsiteX34461" fmla="*/ 1742115 w 2119654"/>
              <a:gd name="connsiteY34461" fmla="*/ 942683 h 2398711"/>
              <a:gd name="connsiteX34462" fmla="*/ 1746734 w 2119654"/>
              <a:gd name="connsiteY34462" fmla="*/ 927038 h 2398711"/>
              <a:gd name="connsiteX34463" fmla="*/ 1743287 w 2119654"/>
              <a:gd name="connsiteY34463" fmla="*/ 935142 h 2398711"/>
              <a:gd name="connsiteX34464" fmla="*/ 1742511 w 2119654"/>
              <a:gd name="connsiteY34464" fmla="*/ 941675 h 2398711"/>
              <a:gd name="connsiteX34465" fmla="*/ 1744614 w 2119654"/>
              <a:gd name="connsiteY34465" fmla="*/ 936330 h 2398711"/>
              <a:gd name="connsiteX34466" fmla="*/ 1747119 w 2119654"/>
              <a:gd name="connsiteY34466" fmla="*/ 929703 h 2398711"/>
              <a:gd name="connsiteX34467" fmla="*/ 1146265 w 2119654"/>
              <a:gd name="connsiteY34467" fmla="*/ 2271296 h 2398711"/>
              <a:gd name="connsiteX34468" fmla="*/ 1148643 w 2119654"/>
              <a:gd name="connsiteY34468" fmla="*/ 2270670 h 2398711"/>
              <a:gd name="connsiteX34469" fmla="*/ 1157506 w 2119654"/>
              <a:gd name="connsiteY34469" fmla="*/ 2267158 h 2398711"/>
              <a:gd name="connsiteX34470" fmla="*/ 1153671 w 2119654"/>
              <a:gd name="connsiteY34470" fmla="*/ 2264698 h 2398711"/>
              <a:gd name="connsiteX34471" fmla="*/ 1171397 w 2119654"/>
              <a:gd name="connsiteY34471" fmla="*/ 2215014 h 2398711"/>
              <a:gd name="connsiteX34472" fmla="*/ 1173671 w 2119654"/>
              <a:gd name="connsiteY34472" fmla="*/ 2215888 h 2398711"/>
              <a:gd name="connsiteX34473" fmla="*/ 1177599 w 2119654"/>
              <a:gd name="connsiteY34473" fmla="*/ 2213305 h 2398711"/>
              <a:gd name="connsiteX34474" fmla="*/ 1177436 w 2119654"/>
              <a:gd name="connsiteY34474" fmla="*/ 2213052 h 2398711"/>
              <a:gd name="connsiteX34475" fmla="*/ 1172162 w 2119654"/>
              <a:gd name="connsiteY34475" fmla="*/ 2213908 h 2398711"/>
              <a:gd name="connsiteX34476" fmla="*/ 1722926 w 2119654"/>
              <a:gd name="connsiteY34476" fmla="*/ 979831 h 2398711"/>
              <a:gd name="connsiteX34477" fmla="*/ 1722760 w 2119654"/>
              <a:gd name="connsiteY34477" fmla="*/ 980620 h 2398711"/>
              <a:gd name="connsiteX34478" fmla="*/ 1722962 w 2119654"/>
              <a:gd name="connsiteY34478" fmla="*/ 980140 h 2398711"/>
              <a:gd name="connsiteX34479" fmla="*/ 1159169 w 2119654"/>
              <a:gd name="connsiteY34479" fmla="*/ 2241082 h 2398711"/>
              <a:gd name="connsiteX34480" fmla="*/ 1163085 w 2119654"/>
              <a:gd name="connsiteY34480" fmla="*/ 2236389 h 2398711"/>
              <a:gd name="connsiteX34481" fmla="*/ 1162027 w 2119654"/>
              <a:gd name="connsiteY34481" fmla="*/ 2237194 h 2398711"/>
              <a:gd name="connsiteX34482" fmla="*/ 1759020 w 2119654"/>
              <a:gd name="connsiteY34482" fmla="*/ 897791 h 2398711"/>
              <a:gd name="connsiteX34483" fmla="*/ 1755178 w 2119654"/>
              <a:gd name="connsiteY34483" fmla="*/ 907182 h 2398711"/>
              <a:gd name="connsiteX34484" fmla="*/ 1748950 w 2119654"/>
              <a:gd name="connsiteY34484" fmla="*/ 921827 h 2398711"/>
              <a:gd name="connsiteX34485" fmla="*/ 1749343 w 2119654"/>
              <a:gd name="connsiteY34485" fmla="*/ 923823 h 2398711"/>
              <a:gd name="connsiteX34486" fmla="*/ 1750368 w 2119654"/>
              <a:gd name="connsiteY34486" fmla="*/ 921108 h 2398711"/>
              <a:gd name="connsiteX34487" fmla="*/ 1750439 w 2119654"/>
              <a:gd name="connsiteY34487" fmla="*/ 921334 h 2398711"/>
              <a:gd name="connsiteX34488" fmla="*/ 1749395 w 2119654"/>
              <a:gd name="connsiteY34488" fmla="*/ 924096 h 2398711"/>
              <a:gd name="connsiteX34489" fmla="*/ 1749704 w 2119654"/>
              <a:gd name="connsiteY34489" fmla="*/ 925669 h 2398711"/>
              <a:gd name="connsiteX34490" fmla="*/ 1750796 w 2119654"/>
              <a:gd name="connsiteY34490" fmla="*/ 933209 h 2398711"/>
              <a:gd name="connsiteX34491" fmla="*/ 1754523 w 2119654"/>
              <a:gd name="connsiteY34491" fmla="*/ 923933 h 2398711"/>
              <a:gd name="connsiteX34492" fmla="*/ 1759746 w 2119654"/>
              <a:gd name="connsiteY34492" fmla="*/ 902803 h 2398711"/>
              <a:gd name="connsiteX34493" fmla="*/ 1778162 w 2119654"/>
              <a:gd name="connsiteY34493" fmla="*/ 854500 h 2398711"/>
              <a:gd name="connsiteX34494" fmla="*/ 1777086 w 2119654"/>
              <a:gd name="connsiteY34494" fmla="*/ 858404 h 2398711"/>
              <a:gd name="connsiteX34495" fmla="*/ 1776746 w 2119654"/>
              <a:gd name="connsiteY34495" fmla="*/ 859468 h 2398711"/>
              <a:gd name="connsiteX34496" fmla="*/ 1168396 w 2119654"/>
              <a:gd name="connsiteY34496" fmla="*/ 2219357 h 2398711"/>
              <a:gd name="connsiteX34497" fmla="*/ 1172593 w 2119654"/>
              <a:gd name="connsiteY34497" fmla="*/ 2216597 h 2398711"/>
              <a:gd name="connsiteX34498" fmla="*/ 1170784 w 2119654"/>
              <a:gd name="connsiteY34498" fmla="*/ 2215901 h 2398711"/>
              <a:gd name="connsiteX34499" fmla="*/ 1763985 w 2119654"/>
              <a:gd name="connsiteY34499" fmla="*/ 885653 h 2398711"/>
              <a:gd name="connsiteX34500" fmla="*/ 1760974 w 2119654"/>
              <a:gd name="connsiteY34500" fmla="*/ 893011 h 2398711"/>
              <a:gd name="connsiteX34501" fmla="*/ 1761502 w 2119654"/>
              <a:gd name="connsiteY34501" fmla="*/ 895697 h 2398711"/>
              <a:gd name="connsiteX34502" fmla="*/ 1185687 w 2119654"/>
              <a:gd name="connsiteY34502" fmla="*/ 2179862 h 2398711"/>
              <a:gd name="connsiteX34503" fmla="*/ 1185642 w 2119654"/>
              <a:gd name="connsiteY34503" fmla="*/ 2179991 h 2398711"/>
              <a:gd name="connsiteX34504" fmla="*/ 1185729 w 2119654"/>
              <a:gd name="connsiteY34504" fmla="*/ 2180081 h 2398711"/>
              <a:gd name="connsiteX34505" fmla="*/ 1185940 w 2119654"/>
              <a:gd name="connsiteY34505" fmla="*/ 2179925 h 2398711"/>
              <a:gd name="connsiteX34506" fmla="*/ 1185871 w 2119654"/>
              <a:gd name="connsiteY34506" fmla="*/ 2179336 h 2398711"/>
              <a:gd name="connsiteX34507" fmla="*/ 1185766 w 2119654"/>
              <a:gd name="connsiteY34507" fmla="*/ 2179635 h 2398711"/>
              <a:gd name="connsiteX34508" fmla="*/ 1186189 w 2119654"/>
              <a:gd name="connsiteY34508" fmla="*/ 2179741 h 2398711"/>
              <a:gd name="connsiteX34509" fmla="*/ 1186296 w 2119654"/>
              <a:gd name="connsiteY34509" fmla="*/ 2179661 h 2398711"/>
              <a:gd name="connsiteX34510" fmla="*/ 1185465 w 2119654"/>
              <a:gd name="connsiteY34510" fmla="*/ 2179807 h 2398711"/>
              <a:gd name="connsiteX34511" fmla="*/ 1185497 w 2119654"/>
              <a:gd name="connsiteY34511" fmla="*/ 2179841 h 2398711"/>
              <a:gd name="connsiteX34512" fmla="*/ 1185504 w 2119654"/>
              <a:gd name="connsiteY34512" fmla="*/ 2179817 h 2398711"/>
              <a:gd name="connsiteX34513" fmla="*/ 1186660 w 2119654"/>
              <a:gd name="connsiteY34513" fmla="*/ 2177079 h 2398711"/>
              <a:gd name="connsiteX34514" fmla="*/ 1186174 w 2119654"/>
              <a:gd name="connsiteY34514" fmla="*/ 2178467 h 2398711"/>
              <a:gd name="connsiteX34515" fmla="*/ 1187027 w 2119654"/>
              <a:gd name="connsiteY34515" fmla="*/ 2179119 h 2398711"/>
              <a:gd name="connsiteX34516" fmla="*/ 1187496 w 2119654"/>
              <a:gd name="connsiteY34516" fmla="*/ 2178772 h 2398711"/>
              <a:gd name="connsiteX34517" fmla="*/ 1188268 w 2119654"/>
              <a:gd name="connsiteY34517" fmla="*/ 2177431 h 2398711"/>
              <a:gd name="connsiteX34518" fmla="*/ 1187948 w 2119654"/>
              <a:gd name="connsiteY34518" fmla="*/ 2177251 h 2398711"/>
              <a:gd name="connsiteX34519" fmla="*/ 1771950 w 2119654"/>
              <a:gd name="connsiteY34519" fmla="*/ 866183 h 2398711"/>
              <a:gd name="connsiteX34520" fmla="*/ 1764924 w 2119654"/>
              <a:gd name="connsiteY34520" fmla="*/ 883356 h 2398711"/>
              <a:gd name="connsiteX34521" fmla="*/ 1762638 w 2119654"/>
              <a:gd name="connsiteY34521" fmla="*/ 893172 h 2398711"/>
              <a:gd name="connsiteX34522" fmla="*/ 1761729 w 2119654"/>
              <a:gd name="connsiteY34522" fmla="*/ 896851 h 2398711"/>
              <a:gd name="connsiteX34523" fmla="*/ 1762907 w 2119654"/>
              <a:gd name="connsiteY34523" fmla="*/ 902844 h 2398711"/>
              <a:gd name="connsiteX34524" fmla="*/ 1771793 w 2119654"/>
              <a:gd name="connsiteY34524" fmla="*/ 874990 h 2398711"/>
              <a:gd name="connsiteX34525" fmla="*/ 1187563 w 2119654"/>
              <a:gd name="connsiteY34525" fmla="*/ 2174491 h 2398711"/>
              <a:gd name="connsiteX34526" fmla="*/ 1186948 w 2119654"/>
              <a:gd name="connsiteY34526" fmla="*/ 2176253 h 2398711"/>
              <a:gd name="connsiteX34527" fmla="*/ 1187453 w 2119654"/>
              <a:gd name="connsiteY34527" fmla="*/ 2176537 h 2398711"/>
              <a:gd name="connsiteX34528" fmla="*/ 1188661 w 2119654"/>
              <a:gd name="connsiteY34528" fmla="*/ 2176749 h 2398711"/>
              <a:gd name="connsiteX34529" fmla="*/ 1189586 w 2119654"/>
              <a:gd name="connsiteY34529" fmla="*/ 2175142 h 2398711"/>
              <a:gd name="connsiteX34530" fmla="*/ 1188243 w 2119654"/>
              <a:gd name="connsiteY34530" fmla="*/ 2174717 h 2398711"/>
              <a:gd name="connsiteX34531" fmla="*/ 1144072 w 2119654"/>
              <a:gd name="connsiteY34531" fmla="*/ 2271873 h 2398711"/>
              <a:gd name="connsiteX34532" fmla="*/ 1145646 w 2119654"/>
              <a:gd name="connsiteY34532" fmla="*/ 2271459 h 2398711"/>
              <a:gd name="connsiteX34533" fmla="*/ 1152361 w 2119654"/>
              <a:gd name="connsiteY34533" fmla="*/ 2265477 h 2398711"/>
              <a:gd name="connsiteX34534" fmla="*/ 1153369 w 2119654"/>
              <a:gd name="connsiteY34534" fmla="*/ 2264504 h 2398711"/>
              <a:gd name="connsiteX34535" fmla="*/ 1152413 w 2119654"/>
              <a:gd name="connsiteY34535" fmla="*/ 2263891 h 2398711"/>
              <a:gd name="connsiteX34536" fmla="*/ 1153376 w 2119654"/>
              <a:gd name="connsiteY34536" fmla="*/ 2264497 h 2398711"/>
              <a:gd name="connsiteX34537" fmla="*/ 1168075 w 2119654"/>
              <a:gd name="connsiteY34537" fmla="*/ 2250312 h 2398711"/>
              <a:gd name="connsiteX34538" fmla="*/ 1153285 w 2119654"/>
              <a:gd name="connsiteY34538" fmla="*/ 2261143 h 2398711"/>
              <a:gd name="connsiteX34539" fmla="*/ 1153150 w 2119654"/>
              <a:gd name="connsiteY34539" fmla="*/ 2261235 h 2398711"/>
              <a:gd name="connsiteX34540" fmla="*/ 1151424 w 2119654"/>
              <a:gd name="connsiteY34540" fmla="*/ 2263257 h 2398711"/>
              <a:gd name="connsiteX34541" fmla="*/ 1152413 w 2119654"/>
              <a:gd name="connsiteY34541" fmla="*/ 2263891 h 2398711"/>
              <a:gd name="connsiteX34542" fmla="*/ 1151417 w 2119654"/>
              <a:gd name="connsiteY34542" fmla="*/ 2263265 h 2398711"/>
              <a:gd name="connsiteX34543" fmla="*/ 1169604 w 2119654"/>
              <a:gd name="connsiteY34543" fmla="*/ 2214323 h 2398711"/>
              <a:gd name="connsiteX34544" fmla="*/ 1169610 w 2119654"/>
              <a:gd name="connsiteY34544" fmla="*/ 2214325 h 2398711"/>
              <a:gd name="connsiteX34545" fmla="*/ 1169613 w 2119654"/>
              <a:gd name="connsiteY34545" fmla="*/ 2214322 h 2398711"/>
              <a:gd name="connsiteX34546" fmla="*/ 1188238 w 2119654"/>
              <a:gd name="connsiteY34546" fmla="*/ 2172427 h 2398711"/>
              <a:gd name="connsiteX34547" fmla="*/ 1187857 w 2119654"/>
              <a:gd name="connsiteY34547" fmla="*/ 2173650 h 2398711"/>
              <a:gd name="connsiteX34548" fmla="*/ 1187715 w 2119654"/>
              <a:gd name="connsiteY34548" fmla="*/ 2174056 h 2398711"/>
              <a:gd name="connsiteX34549" fmla="*/ 1189811 w 2119654"/>
              <a:gd name="connsiteY34549" fmla="*/ 2174751 h 2398711"/>
              <a:gd name="connsiteX34550" fmla="*/ 1190555 w 2119654"/>
              <a:gd name="connsiteY34550" fmla="*/ 2173459 h 2398711"/>
              <a:gd name="connsiteX34551" fmla="*/ 1726504 w 2119654"/>
              <a:gd name="connsiteY34551" fmla="*/ 966446 h 2398711"/>
              <a:gd name="connsiteX34552" fmla="*/ 1727243 w 2119654"/>
              <a:gd name="connsiteY34552" fmla="*/ 966380 h 2398711"/>
              <a:gd name="connsiteX34553" fmla="*/ 1727058 w 2119654"/>
              <a:gd name="connsiteY34553" fmla="*/ 965399 h 2398711"/>
              <a:gd name="connsiteX34554" fmla="*/ 1725234 w 2119654"/>
              <a:gd name="connsiteY34554" fmla="*/ 968848 h 2398711"/>
              <a:gd name="connsiteX34555" fmla="*/ 1724388 w 2119654"/>
              <a:gd name="connsiteY34555" fmla="*/ 972874 h 2398711"/>
              <a:gd name="connsiteX34556" fmla="*/ 1724892 w 2119654"/>
              <a:gd name="connsiteY34556" fmla="*/ 975528 h 2398711"/>
              <a:gd name="connsiteX34557" fmla="*/ 1727704 w 2119654"/>
              <a:gd name="connsiteY34557" fmla="*/ 968812 h 2398711"/>
              <a:gd name="connsiteX34558" fmla="*/ 1727318 w 2119654"/>
              <a:gd name="connsiteY34558" fmla="*/ 966776 h 2398711"/>
              <a:gd name="connsiteX34559" fmla="*/ 1726281 w 2119654"/>
              <a:gd name="connsiteY34559" fmla="*/ 966868 h 2398711"/>
              <a:gd name="connsiteX34560" fmla="*/ 1732292 w 2119654"/>
              <a:gd name="connsiteY34560" fmla="*/ 952328 h 2398711"/>
              <a:gd name="connsiteX34561" fmla="*/ 1729358 w 2119654"/>
              <a:gd name="connsiteY34561" fmla="*/ 961046 h 2398711"/>
              <a:gd name="connsiteX34562" fmla="*/ 1728465 w 2119654"/>
              <a:gd name="connsiteY34562" fmla="*/ 962735 h 2398711"/>
              <a:gd name="connsiteX34563" fmla="*/ 1729021 w 2119654"/>
              <a:gd name="connsiteY34563" fmla="*/ 965669 h 2398711"/>
              <a:gd name="connsiteX34564" fmla="*/ 1732041 w 2119654"/>
              <a:gd name="connsiteY34564" fmla="*/ 958454 h 2398711"/>
              <a:gd name="connsiteX34565" fmla="*/ 1772386 w 2119654"/>
              <a:gd name="connsiteY34565" fmla="*/ 862536 h 2398711"/>
              <a:gd name="connsiteX34566" fmla="*/ 1772352 w 2119654"/>
              <a:gd name="connsiteY34566" fmla="*/ 864457 h 2398711"/>
              <a:gd name="connsiteX34567" fmla="*/ 1774369 w 2119654"/>
              <a:gd name="connsiteY34567" fmla="*/ 859527 h 2398711"/>
              <a:gd name="connsiteX34568" fmla="*/ 1141329 w 2119654"/>
              <a:gd name="connsiteY34568" fmla="*/ 2275087 h 2398711"/>
              <a:gd name="connsiteX34569" fmla="*/ 1141462 w 2119654"/>
              <a:gd name="connsiteY34569" fmla="*/ 2275184 h 2398711"/>
              <a:gd name="connsiteX34570" fmla="*/ 1141995 w 2119654"/>
              <a:gd name="connsiteY34570" fmla="*/ 2274710 h 2398711"/>
              <a:gd name="connsiteX34571" fmla="*/ 1141551 w 2119654"/>
              <a:gd name="connsiteY34571" fmla="*/ 2274827 h 2398711"/>
              <a:gd name="connsiteX34572" fmla="*/ 1716868 w 2119654"/>
              <a:gd name="connsiteY34572" fmla="*/ 986212 h 2398711"/>
              <a:gd name="connsiteX34573" fmla="*/ 1716688 w 2119654"/>
              <a:gd name="connsiteY34573" fmla="*/ 993284 h 2398711"/>
              <a:gd name="connsiteX34574" fmla="*/ 1717794 w 2119654"/>
              <a:gd name="connsiteY34574" fmla="*/ 991868 h 2398711"/>
              <a:gd name="connsiteX34575" fmla="*/ 1719138 w 2119654"/>
              <a:gd name="connsiteY34575" fmla="*/ 986250 h 2398711"/>
              <a:gd name="connsiteX34576" fmla="*/ 1719380 w 2119654"/>
              <a:gd name="connsiteY34576" fmla="*/ 981138 h 2398711"/>
              <a:gd name="connsiteX34577" fmla="*/ 1715366 w 2119654"/>
              <a:gd name="connsiteY34577" fmla="*/ 989250 h 2398711"/>
              <a:gd name="connsiteX34578" fmla="*/ 1715077 w 2119654"/>
              <a:gd name="connsiteY34578" fmla="*/ 995344 h 2398711"/>
              <a:gd name="connsiteX34579" fmla="*/ 1716111 w 2119654"/>
              <a:gd name="connsiteY34579" fmla="*/ 994021 h 2398711"/>
              <a:gd name="connsiteX34580" fmla="*/ 1716280 w 2119654"/>
              <a:gd name="connsiteY34580" fmla="*/ 987402 h 2398711"/>
              <a:gd name="connsiteX34581" fmla="*/ 1711172 w 2119654"/>
              <a:gd name="connsiteY34581" fmla="*/ 998570 h 2398711"/>
              <a:gd name="connsiteX34582" fmla="*/ 1710847 w 2119654"/>
              <a:gd name="connsiteY34582" fmla="*/ 999862 h 2398711"/>
              <a:gd name="connsiteX34583" fmla="*/ 1710885 w 2119654"/>
              <a:gd name="connsiteY34583" fmla="*/ 1000705 h 2398711"/>
              <a:gd name="connsiteX34584" fmla="*/ 1711125 w 2119654"/>
              <a:gd name="connsiteY34584" fmla="*/ 1000398 h 2398711"/>
              <a:gd name="connsiteX34585" fmla="*/ 1140561 w 2119654"/>
              <a:gd name="connsiteY34585" fmla="*/ 2275987 h 2398711"/>
              <a:gd name="connsiteX34586" fmla="*/ 1141361 w 2119654"/>
              <a:gd name="connsiteY34586" fmla="*/ 2275275 h 2398711"/>
              <a:gd name="connsiteX34587" fmla="*/ 1141243 w 2119654"/>
              <a:gd name="connsiteY34587" fmla="*/ 2275188 h 2398711"/>
              <a:gd name="connsiteX34588" fmla="*/ 1151198 w 2119654"/>
              <a:gd name="connsiteY34588" fmla="*/ 2251928 h 2398711"/>
              <a:gd name="connsiteX34589" fmla="*/ 1152139 w 2119654"/>
              <a:gd name="connsiteY34589" fmla="*/ 2253055 h 2398711"/>
              <a:gd name="connsiteX34590" fmla="*/ 1163413 w 2119654"/>
              <a:gd name="connsiteY34590" fmla="*/ 2247820 h 2398711"/>
              <a:gd name="connsiteX34591" fmla="*/ 1169490 w 2119654"/>
              <a:gd name="connsiteY34591" fmla="*/ 2240086 h 2398711"/>
              <a:gd name="connsiteX34592" fmla="*/ 1164933 w 2119654"/>
              <a:gd name="connsiteY34592" fmla="*/ 2234985 h 2398711"/>
              <a:gd name="connsiteX34593" fmla="*/ 1164562 w 2119654"/>
              <a:gd name="connsiteY34593" fmla="*/ 2235266 h 2398711"/>
              <a:gd name="connsiteX34594" fmla="*/ 1155179 w 2119654"/>
              <a:gd name="connsiteY34594" fmla="*/ 2246512 h 2398711"/>
              <a:gd name="connsiteX34595" fmla="*/ 1151216 w 2119654"/>
              <a:gd name="connsiteY34595" fmla="*/ 2251904 h 2398711"/>
              <a:gd name="connsiteX34596" fmla="*/ 1711635 w 2119654"/>
              <a:gd name="connsiteY34596" fmla="*/ 996789 h 2398711"/>
              <a:gd name="connsiteX34597" fmla="*/ 1711556 w 2119654"/>
              <a:gd name="connsiteY34597" fmla="*/ 999848 h 2398711"/>
              <a:gd name="connsiteX34598" fmla="*/ 1712717 w 2119654"/>
              <a:gd name="connsiteY34598" fmla="*/ 998362 h 2398711"/>
              <a:gd name="connsiteX34599" fmla="*/ 1712914 w 2119654"/>
              <a:gd name="connsiteY34599" fmla="*/ 994205 h 2398711"/>
              <a:gd name="connsiteX34600" fmla="*/ 1165314 w 2119654"/>
              <a:gd name="connsiteY34600" fmla="*/ 2219943 h 2398711"/>
              <a:gd name="connsiteX34601" fmla="*/ 1166173 w 2119654"/>
              <a:gd name="connsiteY34601" fmla="*/ 2220593 h 2398711"/>
              <a:gd name="connsiteX34602" fmla="*/ 1166337 w 2119654"/>
              <a:gd name="connsiteY34602" fmla="*/ 2220711 h 2398711"/>
              <a:gd name="connsiteX34603" fmla="*/ 1166577 w 2119654"/>
              <a:gd name="connsiteY34603" fmla="*/ 2220552 h 2398711"/>
              <a:gd name="connsiteX34604" fmla="*/ 1170002 w 2119654"/>
              <a:gd name="connsiteY34604" fmla="*/ 2215600 h 2398711"/>
              <a:gd name="connsiteX34605" fmla="*/ 1169877 w 2119654"/>
              <a:gd name="connsiteY34605" fmla="*/ 2215552 h 2398711"/>
              <a:gd name="connsiteX34606" fmla="*/ 1169303 w 2119654"/>
              <a:gd name="connsiteY34606" fmla="*/ 2215999 h 2398711"/>
              <a:gd name="connsiteX34607" fmla="*/ 1710785 w 2119654"/>
              <a:gd name="connsiteY34607" fmla="*/ 998505 h 2398711"/>
              <a:gd name="connsiteX34608" fmla="*/ 1710802 w 2119654"/>
              <a:gd name="connsiteY34608" fmla="*/ 998869 h 2398711"/>
              <a:gd name="connsiteX34609" fmla="*/ 1711006 w 2119654"/>
              <a:gd name="connsiteY34609" fmla="*/ 998060 h 2398711"/>
              <a:gd name="connsiteX34610" fmla="*/ 1735039 w 2119654"/>
              <a:gd name="connsiteY34610" fmla="*/ 944164 h 2398711"/>
              <a:gd name="connsiteX34611" fmla="*/ 1733663 w 2119654"/>
              <a:gd name="connsiteY34611" fmla="*/ 948254 h 2398711"/>
              <a:gd name="connsiteX34612" fmla="*/ 1733376 w 2119654"/>
              <a:gd name="connsiteY34612" fmla="*/ 955267 h 2398711"/>
              <a:gd name="connsiteX34613" fmla="*/ 1733672 w 2119654"/>
              <a:gd name="connsiteY34613" fmla="*/ 954561 h 2398711"/>
              <a:gd name="connsiteX34614" fmla="*/ 1734073 w 2119654"/>
              <a:gd name="connsiteY34614" fmla="*/ 953276 h 2398711"/>
              <a:gd name="connsiteX34615" fmla="*/ 1735842 w 2119654"/>
              <a:gd name="connsiteY34615" fmla="*/ 941778 h 2398711"/>
              <a:gd name="connsiteX34616" fmla="*/ 1735492 w 2119654"/>
              <a:gd name="connsiteY34616" fmla="*/ 942818 h 2398711"/>
              <a:gd name="connsiteX34617" fmla="*/ 1734543 w 2119654"/>
              <a:gd name="connsiteY34617" fmla="*/ 951775 h 2398711"/>
              <a:gd name="connsiteX34618" fmla="*/ 1739006 w 2119654"/>
              <a:gd name="connsiteY34618" fmla="*/ 937496 h 2398711"/>
              <a:gd name="connsiteX34619" fmla="*/ 1768346 w 2119654"/>
              <a:gd name="connsiteY34619" fmla="*/ 868668 h 2398711"/>
              <a:gd name="connsiteX34620" fmla="*/ 1765325 w 2119654"/>
              <a:gd name="connsiteY34620" fmla="*/ 881634 h 2398711"/>
              <a:gd name="connsiteX34621" fmla="*/ 1771963 w 2119654"/>
              <a:gd name="connsiteY34621" fmla="*/ 865407 h 2398711"/>
              <a:gd name="connsiteX34622" fmla="*/ 1772004 w 2119654"/>
              <a:gd name="connsiteY34622" fmla="*/ 863116 h 2398711"/>
              <a:gd name="connsiteX34623" fmla="*/ 1164425 w 2119654"/>
              <a:gd name="connsiteY34623" fmla="*/ 2220823 h 2398711"/>
              <a:gd name="connsiteX34624" fmla="*/ 1164274 w 2119654"/>
              <a:gd name="connsiteY34624" fmla="*/ 2221190 h 2398711"/>
              <a:gd name="connsiteX34625" fmla="*/ 1166239 w 2119654"/>
              <a:gd name="connsiteY34625" fmla="*/ 2220751 h 2398711"/>
              <a:gd name="connsiteX34626" fmla="*/ 1165233 w 2119654"/>
              <a:gd name="connsiteY34626" fmla="*/ 2220024 h 2398711"/>
              <a:gd name="connsiteX34627" fmla="*/ 1149522 w 2119654"/>
              <a:gd name="connsiteY34627" fmla="*/ 2254143 h 2398711"/>
              <a:gd name="connsiteX34628" fmla="*/ 1150993 w 2119654"/>
              <a:gd name="connsiteY34628" fmla="*/ 2253587 h 2398711"/>
              <a:gd name="connsiteX34629" fmla="*/ 1151927 w 2119654"/>
              <a:gd name="connsiteY34629" fmla="*/ 2253153 h 2398711"/>
              <a:gd name="connsiteX34630" fmla="*/ 1151058 w 2119654"/>
              <a:gd name="connsiteY34630" fmla="*/ 2252112 h 2398711"/>
              <a:gd name="connsiteX34631" fmla="*/ 1184053 w 2119654"/>
              <a:gd name="connsiteY34631" fmla="*/ 2176729 h 2398711"/>
              <a:gd name="connsiteX34632" fmla="*/ 1185003 w 2119654"/>
              <a:gd name="connsiteY34632" fmla="*/ 2177571 h 2398711"/>
              <a:gd name="connsiteX34633" fmla="*/ 1185973 w 2119654"/>
              <a:gd name="connsiteY34633" fmla="*/ 2178313 h 2398711"/>
              <a:gd name="connsiteX34634" fmla="*/ 1186370 w 2119654"/>
              <a:gd name="connsiteY34634" fmla="*/ 2177040 h 2398711"/>
              <a:gd name="connsiteX34635" fmla="*/ 1165553 w 2119654"/>
              <a:gd name="connsiteY34635" fmla="*/ 2218065 h 2398711"/>
              <a:gd name="connsiteX34636" fmla="*/ 1165487 w 2119654"/>
              <a:gd name="connsiteY34636" fmla="*/ 2218224 h 2398711"/>
              <a:gd name="connsiteX34637" fmla="*/ 1166342 w 2119654"/>
              <a:gd name="connsiteY34637" fmla="*/ 2217558 h 2398711"/>
              <a:gd name="connsiteX34638" fmla="*/ 1744658 w 2119654"/>
              <a:gd name="connsiteY34638" fmla="*/ 921277 h 2398711"/>
              <a:gd name="connsiteX34639" fmla="*/ 1740235 w 2119654"/>
              <a:gd name="connsiteY34639" fmla="*/ 935426 h 2398711"/>
              <a:gd name="connsiteX34640" fmla="*/ 1740609 w 2119654"/>
              <a:gd name="connsiteY34640" fmla="*/ 934919 h 2398711"/>
              <a:gd name="connsiteX34641" fmla="*/ 1740653 w 2119654"/>
              <a:gd name="connsiteY34641" fmla="*/ 935267 h 2398711"/>
              <a:gd name="connsiteX34642" fmla="*/ 1740014 w 2119654"/>
              <a:gd name="connsiteY34642" fmla="*/ 936132 h 2398711"/>
              <a:gd name="connsiteX34643" fmla="*/ 1734245 w 2119654"/>
              <a:gd name="connsiteY34643" fmla="*/ 954587 h 2398711"/>
              <a:gd name="connsiteX34644" fmla="*/ 1734213 w 2119654"/>
              <a:gd name="connsiteY34644" fmla="*/ 954889 h 2398711"/>
              <a:gd name="connsiteX34645" fmla="*/ 1743166 w 2119654"/>
              <a:gd name="connsiteY34645" fmla="*/ 933836 h 2398711"/>
              <a:gd name="connsiteX34646" fmla="*/ 1166904 w 2119654"/>
              <a:gd name="connsiteY34646" fmla="*/ 2214761 h 2398711"/>
              <a:gd name="connsiteX34647" fmla="*/ 1165879 w 2119654"/>
              <a:gd name="connsiteY34647" fmla="*/ 2217264 h 2398711"/>
              <a:gd name="connsiteX34648" fmla="*/ 1168340 w 2119654"/>
              <a:gd name="connsiteY34648" fmla="*/ 2215687 h 2398711"/>
              <a:gd name="connsiteX34649" fmla="*/ 1168838 w 2119654"/>
              <a:gd name="connsiteY34649" fmla="*/ 2215152 h 2398711"/>
              <a:gd name="connsiteX34650" fmla="*/ 1167549 w 2119654"/>
              <a:gd name="connsiteY34650" fmla="*/ 2214657 h 2398711"/>
              <a:gd name="connsiteX34651" fmla="*/ 1185222 w 2119654"/>
              <a:gd name="connsiteY34651" fmla="*/ 2173230 h 2398711"/>
              <a:gd name="connsiteX34652" fmla="*/ 1187340 w 2119654"/>
              <a:gd name="connsiteY34652" fmla="*/ 2173932 h 2398711"/>
              <a:gd name="connsiteX34653" fmla="*/ 1187822 w 2119654"/>
              <a:gd name="connsiteY34653" fmla="*/ 2172387 h 2398711"/>
              <a:gd name="connsiteX34654" fmla="*/ 1185235 w 2119654"/>
              <a:gd name="connsiteY34654" fmla="*/ 2173219 h 2398711"/>
              <a:gd name="connsiteX34655" fmla="*/ 1745506 w 2119654"/>
              <a:gd name="connsiteY34655" fmla="*/ 918563 h 2398711"/>
              <a:gd name="connsiteX34656" fmla="*/ 1745105 w 2119654"/>
              <a:gd name="connsiteY34656" fmla="*/ 919846 h 2398711"/>
              <a:gd name="connsiteX34657" fmla="*/ 1743550 w 2119654"/>
              <a:gd name="connsiteY34657" fmla="*/ 932931 h 2398711"/>
              <a:gd name="connsiteX34658" fmla="*/ 1746561 w 2119654"/>
              <a:gd name="connsiteY34658" fmla="*/ 925850 h 2398711"/>
              <a:gd name="connsiteX34659" fmla="*/ 1154860 w 2119654"/>
              <a:gd name="connsiteY34659" fmla="*/ 2241006 h 2398711"/>
              <a:gd name="connsiteX34660" fmla="*/ 1161889 w 2119654"/>
              <a:gd name="connsiteY34660" fmla="*/ 2235662 h 2398711"/>
              <a:gd name="connsiteX34661" fmla="*/ 1163095 w 2119654"/>
              <a:gd name="connsiteY34661" fmla="*/ 2234015 h 2398711"/>
              <a:gd name="connsiteX34662" fmla="*/ 1157801 w 2119654"/>
              <a:gd name="connsiteY34662" fmla="*/ 2236050 h 2398711"/>
              <a:gd name="connsiteX34663" fmla="*/ 1184140 w 2119654"/>
              <a:gd name="connsiteY34663" fmla="*/ 2174678 h 2398711"/>
              <a:gd name="connsiteX34664" fmla="*/ 1186665 w 2119654"/>
              <a:gd name="connsiteY34664" fmla="*/ 2176095 h 2398711"/>
              <a:gd name="connsiteX34665" fmla="*/ 1187203 w 2119654"/>
              <a:gd name="connsiteY34665" fmla="*/ 2174372 h 2398711"/>
              <a:gd name="connsiteX34666" fmla="*/ 1184774 w 2119654"/>
              <a:gd name="connsiteY34666" fmla="*/ 2173567 h 2398711"/>
              <a:gd name="connsiteX34667" fmla="*/ 1184750 w 2119654"/>
              <a:gd name="connsiteY34667" fmla="*/ 2173585 h 2398711"/>
              <a:gd name="connsiteX34668" fmla="*/ 1183491 w 2119654"/>
              <a:gd name="connsiteY34668" fmla="*/ 2175842 h 2398711"/>
              <a:gd name="connsiteX34669" fmla="*/ 1186322 w 2119654"/>
              <a:gd name="connsiteY34669" fmla="*/ 2176339 h 2398711"/>
              <a:gd name="connsiteX34670" fmla="*/ 1183955 w 2119654"/>
              <a:gd name="connsiteY34670" fmla="*/ 2175010 h 2398711"/>
              <a:gd name="connsiteX34671" fmla="*/ 1182817 w 2119654"/>
              <a:gd name="connsiteY34671" fmla="*/ 2177053 h 2398711"/>
              <a:gd name="connsiteX34672" fmla="*/ 1185154 w 2119654"/>
              <a:gd name="connsiteY34672" fmla="*/ 2179483 h 2398711"/>
              <a:gd name="connsiteX34673" fmla="*/ 1185575 w 2119654"/>
              <a:gd name="connsiteY34673" fmla="*/ 2179589 h 2398711"/>
              <a:gd name="connsiteX34674" fmla="*/ 1185696 w 2119654"/>
              <a:gd name="connsiteY34674" fmla="*/ 2179202 h 2398711"/>
              <a:gd name="connsiteX34675" fmla="*/ 1182837 w 2119654"/>
              <a:gd name="connsiteY34675" fmla="*/ 2177015 h 2398711"/>
              <a:gd name="connsiteX34676" fmla="*/ 1136256 w 2119654"/>
              <a:gd name="connsiteY34676" fmla="*/ 2281033 h 2398711"/>
              <a:gd name="connsiteX34677" fmla="*/ 1144930 w 2119654"/>
              <a:gd name="connsiteY34677" fmla="*/ 2277321 h 2398711"/>
              <a:gd name="connsiteX34678" fmla="*/ 1155661 w 2119654"/>
              <a:gd name="connsiteY34678" fmla="*/ 2271114 h 2398711"/>
              <a:gd name="connsiteX34679" fmla="*/ 1142614 w 2119654"/>
              <a:gd name="connsiteY34679" fmla="*/ 2274548 h 2398711"/>
              <a:gd name="connsiteX34680" fmla="*/ 1141702 w 2119654"/>
              <a:gd name="connsiteY34680" fmla="*/ 2275360 h 2398711"/>
              <a:gd name="connsiteX34681" fmla="*/ 1144465 w 2119654"/>
              <a:gd name="connsiteY34681" fmla="*/ 2277386 h 2398711"/>
              <a:gd name="connsiteX34682" fmla="*/ 1144250 w 2119654"/>
              <a:gd name="connsiteY34682" fmla="*/ 2277394 h 2398711"/>
              <a:gd name="connsiteX34683" fmla="*/ 1141600 w 2119654"/>
              <a:gd name="connsiteY34683" fmla="*/ 2275450 h 2398711"/>
              <a:gd name="connsiteX34684" fmla="*/ 1139181 w 2119654"/>
              <a:gd name="connsiteY34684" fmla="*/ 2277606 h 2398711"/>
              <a:gd name="connsiteX34685" fmla="*/ 1181931 w 2119654"/>
              <a:gd name="connsiteY34685" fmla="*/ 2178641 h 2398711"/>
              <a:gd name="connsiteX34686" fmla="*/ 1184460 w 2119654"/>
              <a:gd name="connsiteY34686" fmla="*/ 2179306 h 2398711"/>
              <a:gd name="connsiteX34687" fmla="*/ 1182605 w 2119654"/>
              <a:gd name="connsiteY34687" fmla="*/ 2177431 h 2398711"/>
              <a:gd name="connsiteX34688" fmla="*/ 1149549 w 2119654"/>
              <a:gd name="connsiteY34688" fmla="*/ 2249953 h 2398711"/>
              <a:gd name="connsiteX34689" fmla="*/ 1150552 w 2119654"/>
              <a:gd name="connsiteY34689" fmla="*/ 2251153 h 2398711"/>
              <a:gd name="connsiteX34690" fmla="*/ 1159188 w 2119654"/>
              <a:gd name="connsiteY34690" fmla="*/ 2239352 h 2398711"/>
              <a:gd name="connsiteX34691" fmla="*/ 1153089 w 2119654"/>
              <a:gd name="connsiteY34691" fmla="*/ 2243989 h 2398711"/>
              <a:gd name="connsiteX34692" fmla="*/ 1179242 w 2119654"/>
              <a:gd name="connsiteY34692" fmla="*/ 2183464 h 2398711"/>
              <a:gd name="connsiteX34693" fmla="*/ 1180092 w 2119654"/>
              <a:gd name="connsiteY34693" fmla="*/ 2184262 h 2398711"/>
              <a:gd name="connsiteX34694" fmla="*/ 1185329 w 2119654"/>
              <a:gd name="connsiteY34694" fmla="*/ 2180378 h 2398711"/>
              <a:gd name="connsiteX34695" fmla="*/ 1185375 w 2119654"/>
              <a:gd name="connsiteY34695" fmla="*/ 2180233 h 2398711"/>
              <a:gd name="connsiteX34696" fmla="*/ 1184788 w 2119654"/>
              <a:gd name="connsiteY34696" fmla="*/ 2179639 h 2398711"/>
              <a:gd name="connsiteX34697" fmla="*/ 1181790 w 2119654"/>
              <a:gd name="connsiteY34697" fmla="*/ 2178893 h 2398711"/>
              <a:gd name="connsiteX34698" fmla="*/ 1135419 w 2119654"/>
              <a:gd name="connsiteY34698" fmla="*/ 2280956 h 2398711"/>
              <a:gd name="connsiteX34699" fmla="*/ 1135609 w 2119654"/>
              <a:gd name="connsiteY34699" fmla="*/ 2281176 h 2398711"/>
              <a:gd name="connsiteX34700" fmla="*/ 1136993 w 2119654"/>
              <a:gd name="connsiteY34700" fmla="*/ 2279554 h 2398711"/>
              <a:gd name="connsiteX34701" fmla="*/ 1745021 w 2119654"/>
              <a:gd name="connsiteY34701" fmla="*/ 915209 h 2398711"/>
              <a:gd name="connsiteX34702" fmla="*/ 1743016 w 2119654"/>
              <a:gd name="connsiteY34702" fmla="*/ 920439 h 2398711"/>
              <a:gd name="connsiteX34703" fmla="*/ 1743004 w 2119654"/>
              <a:gd name="connsiteY34703" fmla="*/ 920499 h 2398711"/>
              <a:gd name="connsiteX34704" fmla="*/ 1736094 w 2119654"/>
              <a:gd name="connsiteY34704" fmla="*/ 941029 h 2398711"/>
              <a:gd name="connsiteX34705" fmla="*/ 1739228 w 2119654"/>
              <a:gd name="connsiteY34705" fmla="*/ 936788 h 2398711"/>
              <a:gd name="connsiteX34706" fmla="*/ 1745015 w 2119654"/>
              <a:gd name="connsiteY34706" fmla="*/ 918277 h 2398711"/>
              <a:gd name="connsiteX34707" fmla="*/ 1745217 w 2119654"/>
              <a:gd name="connsiteY34707" fmla="*/ 916568 h 2398711"/>
              <a:gd name="connsiteX34708" fmla="*/ 1144846 w 2119654"/>
              <a:gd name="connsiteY34708" fmla="*/ 2258894 h 2398711"/>
              <a:gd name="connsiteX34709" fmla="*/ 1144872 w 2119654"/>
              <a:gd name="connsiteY34709" fmla="*/ 2258911 h 2398711"/>
              <a:gd name="connsiteX34710" fmla="*/ 1145169 w 2119654"/>
              <a:gd name="connsiteY34710" fmla="*/ 2258506 h 2398711"/>
              <a:gd name="connsiteX34711" fmla="*/ 1146351 w 2119654"/>
              <a:gd name="connsiteY34711" fmla="*/ 2255342 h 2398711"/>
              <a:gd name="connsiteX34712" fmla="*/ 1147692 w 2119654"/>
              <a:gd name="connsiteY34712" fmla="*/ 2254835 h 2398711"/>
              <a:gd name="connsiteX34713" fmla="*/ 1149023 w 2119654"/>
              <a:gd name="connsiteY34713" fmla="*/ 2253241 h 2398711"/>
              <a:gd name="connsiteX34714" fmla="*/ 1150414 w 2119654"/>
              <a:gd name="connsiteY34714" fmla="*/ 2251341 h 2398711"/>
              <a:gd name="connsiteX34715" fmla="*/ 1149427 w 2119654"/>
              <a:gd name="connsiteY34715" fmla="*/ 2250159 h 2398711"/>
              <a:gd name="connsiteX34716" fmla="*/ 1134479 w 2119654"/>
              <a:gd name="connsiteY34716" fmla="*/ 2281793 h 2398711"/>
              <a:gd name="connsiteX34717" fmla="*/ 1135244 w 2119654"/>
              <a:gd name="connsiteY34717" fmla="*/ 2281466 h 2398711"/>
              <a:gd name="connsiteX34718" fmla="*/ 1135070 w 2119654"/>
              <a:gd name="connsiteY34718" fmla="*/ 2281266 h 2398711"/>
              <a:gd name="connsiteX34719" fmla="*/ 1758977 w 2119654"/>
              <a:gd name="connsiteY34719" fmla="*/ 882849 h 2398711"/>
              <a:gd name="connsiteX34720" fmla="*/ 1760832 w 2119654"/>
              <a:gd name="connsiteY34720" fmla="*/ 892292 h 2398711"/>
              <a:gd name="connsiteX34721" fmla="*/ 1764326 w 2119654"/>
              <a:gd name="connsiteY34721" fmla="*/ 884077 h 2398711"/>
              <a:gd name="connsiteX34722" fmla="*/ 1764447 w 2119654"/>
              <a:gd name="connsiteY34722" fmla="*/ 883780 h 2398711"/>
              <a:gd name="connsiteX34723" fmla="*/ 1767033 w 2119654"/>
              <a:gd name="connsiteY34723" fmla="*/ 873318 h 2398711"/>
              <a:gd name="connsiteX34724" fmla="*/ 1767992 w 2119654"/>
              <a:gd name="connsiteY34724" fmla="*/ 869205 h 2398711"/>
              <a:gd name="connsiteX34725" fmla="*/ 1759820 w 2119654"/>
              <a:gd name="connsiteY34725" fmla="*/ 881608 h 2398711"/>
              <a:gd name="connsiteX34726" fmla="*/ 1144374 w 2119654"/>
              <a:gd name="connsiteY34726" fmla="*/ 2258570 h 2398711"/>
              <a:gd name="connsiteX34727" fmla="*/ 1144503 w 2119654"/>
              <a:gd name="connsiteY34727" fmla="*/ 2258659 h 2398711"/>
              <a:gd name="connsiteX34728" fmla="*/ 1145972 w 2119654"/>
              <a:gd name="connsiteY34728" fmla="*/ 2256898 h 2398711"/>
              <a:gd name="connsiteX34729" fmla="*/ 1145271 w 2119654"/>
              <a:gd name="connsiteY34729" fmla="*/ 2257162 h 2398711"/>
              <a:gd name="connsiteX34730" fmla="*/ 1144585 w 2119654"/>
              <a:gd name="connsiteY34730" fmla="*/ 2258317 h 2398711"/>
              <a:gd name="connsiteX34731" fmla="*/ 1750192 w 2119654"/>
              <a:gd name="connsiteY34731" fmla="*/ 901713 h 2398711"/>
              <a:gd name="connsiteX34732" fmla="*/ 1746758 w 2119654"/>
              <a:gd name="connsiteY34732" fmla="*/ 910676 h 2398711"/>
              <a:gd name="connsiteX34733" fmla="*/ 1747002 w 2119654"/>
              <a:gd name="connsiteY34733" fmla="*/ 911919 h 2398711"/>
              <a:gd name="connsiteX34734" fmla="*/ 1726809 w 2119654"/>
              <a:gd name="connsiteY34734" fmla="*/ 954004 h 2398711"/>
              <a:gd name="connsiteX34735" fmla="*/ 1726828 w 2119654"/>
              <a:gd name="connsiteY34735" fmla="*/ 954102 h 2398711"/>
              <a:gd name="connsiteX34736" fmla="*/ 1726871 w 2119654"/>
              <a:gd name="connsiteY34736" fmla="*/ 953920 h 2398711"/>
              <a:gd name="connsiteX34737" fmla="*/ 1180088 w 2119654"/>
              <a:gd name="connsiteY34737" fmla="*/ 2178157 h 2398711"/>
              <a:gd name="connsiteX34738" fmla="*/ 1180229 w 2119654"/>
              <a:gd name="connsiteY34738" fmla="*/ 2178194 h 2398711"/>
              <a:gd name="connsiteX34739" fmla="*/ 1180718 w 2119654"/>
              <a:gd name="connsiteY34739" fmla="*/ 2177144 h 2398711"/>
              <a:gd name="connsiteX34740" fmla="*/ 1772198 w 2119654"/>
              <a:gd name="connsiteY34740" fmla="*/ 852130 h 2398711"/>
              <a:gd name="connsiteX34741" fmla="*/ 1768636 w 2119654"/>
              <a:gd name="connsiteY34741" fmla="*/ 867423 h 2398711"/>
              <a:gd name="connsiteX34742" fmla="*/ 1772015 w 2119654"/>
              <a:gd name="connsiteY34742" fmla="*/ 862445 h 2398711"/>
              <a:gd name="connsiteX34743" fmla="*/ 1181464 w 2119654"/>
              <a:gd name="connsiteY34743" fmla="*/ 2174434 h 2398711"/>
              <a:gd name="connsiteX34744" fmla="*/ 1181719 w 2119654"/>
              <a:gd name="connsiteY34744" fmla="*/ 2174659 h 2398711"/>
              <a:gd name="connsiteX34745" fmla="*/ 1181959 w 2119654"/>
              <a:gd name="connsiteY34745" fmla="*/ 2174274 h 2398711"/>
              <a:gd name="connsiteX34746" fmla="*/ 1744643 w 2119654"/>
              <a:gd name="connsiteY34746" fmla="*/ 912600 h 2398711"/>
              <a:gd name="connsiteX34747" fmla="*/ 1743094 w 2119654"/>
              <a:gd name="connsiteY34747" fmla="*/ 920064 h 2398711"/>
              <a:gd name="connsiteX34748" fmla="*/ 1744985 w 2119654"/>
              <a:gd name="connsiteY34748" fmla="*/ 914963 h 2398711"/>
              <a:gd name="connsiteX34749" fmla="*/ 1177692 w 2119654"/>
              <a:gd name="connsiteY34749" fmla="*/ 2182011 h 2398711"/>
              <a:gd name="connsiteX34750" fmla="*/ 1178191 w 2119654"/>
              <a:gd name="connsiteY34750" fmla="*/ 2182479 h 2398711"/>
              <a:gd name="connsiteX34751" fmla="*/ 1178449 w 2119654"/>
              <a:gd name="connsiteY34751" fmla="*/ 2182015 h 2398711"/>
              <a:gd name="connsiteX34752" fmla="*/ 1180099 w 2119654"/>
              <a:gd name="connsiteY34752" fmla="*/ 2178473 h 2398711"/>
              <a:gd name="connsiteX34753" fmla="*/ 1179920 w 2119654"/>
              <a:gd name="connsiteY34753" fmla="*/ 2178428 h 2398711"/>
              <a:gd name="connsiteX34754" fmla="*/ 1724427 w 2119654"/>
              <a:gd name="connsiteY34754" fmla="*/ 957228 h 2398711"/>
              <a:gd name="connsiteX34755" fmla="*/ 1722399 w 2119654"/>
              <a:gd name="connsiteY34755" fmla="*/ 962385 h 2398711"/>
              <a:gd name="connsiteX34756" fmla="*/ 1722515 w 2119654"/>
              <a:gd name="connsiteY34756" fmla="*/ 963000 h 2398711"/>
              <a:gd name="connsiteX34757" fmla="*/ 1725523 w 2119654"/>
              <a:gd name="connsiteY34757" fmla="*/ 957309 h 2398711"/>
              <a:gd name="connsiteX34758" fmla="*/ 1725287 w 2119654"/>
              <a:gd name="connsiteY34758" fmla="*/ 956065 h 2398711"/>
              <a:gd name="connsiteX34759" fmla="*/ 1754925 w 2119654"/>
              <a:gd name="connsiteY34759" fmla="*/ 888818 h 2398711"/>
              <a:gd name="connsiteX34760" fmla="*/ 1753673 w 2119654"/>
              <a:gd name="connsiteY34760" fmla="*/ 892438 h 2398711"/>
              <a:gd name="connsiteX34761" fmla="*/ 1747226 w 2119654"/>
              <a:gd name="connsiteY34761" fmla="*/ 913061 h 2398711"/>
              <a:gd name="connsiteX34762" fmla="*/ 1748736 w 2119654"/>
              <a:gd name="connsiteY34762" fmla="*/ 920739 h 2398711"/>
              <a:gd name="connsiteX34763" fmla="*/ 1758886 w 2119654"/>
              <a:gd name="connsiteY34763" fmla="*/ 896869 h 2398711"/>
              <a:gd name="connsiteX34764" fmla="*/ 1757664 w 2119654"/>
              <a:gd name="connsiteY34764" fmla="*/ 888431 h 2398711"/>
              <a:gd name="connsiteX34765" fmla="*/ 1757108 w 2119654"/>
              <a:gd name="connsiteY34765" fmla="*/ 885602 h 2398711"/>
              <a:gd name="connsiteX34766" fmla="*/ 1725156 w 2119654"/>
              <a:gd name="connsiteY34766" fmla="*/ 955376 h 2398711"/>
              <a:gd name="connsiteX34767" fmla="*/ 1724779 w 2119654"/>
              <a:gd name="connsiteY34767" fmla="*/ 956337 h 2398711"/>
              <a:gd name="connsiteX34768" fmla="*/ 1724991 w 2119654"/>
              <a:gd name="connsiteY34768" fmla="*/ 956058 h 2398711"/>
              <a:gd name="connsiteX34769" fmla="*/ 1725225 w 2119654"/>
              <a:gd name="connsiteY34769" fmla="*/ 955741 h 2398711"/>
              <a:gd name="connsiteX34770" fmla="*/ 1176143 w 2119654"/>
              <a:gd name="connsiteY34770" fmla="*/ 2184502 h 2398711"/>
              <a:gd name="connsiteX34771" fmla="*/ 1176824 w 2119654"/>
              <a:gd name="connsiteY34771" fmla="*/ 2184930 h 2398711"/>
              <a:gd name="connsiteX34772" fmla="*/ 1176881 w 2119654"/>
              <a:gd name="connsiteY34772" fmla="*/ 2184828 h 2398711"/>
              <a:gd name="connsiteX34773" fmla="*/ 1176255 w 2119654"/>
              <a:gd name="connsiteY34773" fmla="*/ 2184321 h 2398711"/>
              <a:gd name="connsiteX34774" fmla="*/ 1179037 w 2119654"/>
              <a:gd name="connsiteY34774" fmla="*/ 2177880 h 2398711"/>
              <a:gd name="connsiteX34775" fmla="*/ 1179621 w 2119654"/>
              <a:gd name="connsiteY34775" fmla="*/ 2178034 h 2398711"/>
              <a:gd name="connsiteX34776" fmla="*/ 1180314 w 2119654"/>
              <a:gd name="connsiteY34776" fmla="*/ 2176920 h 2398711"/>
              <a:gd name="connsiteX34777" fmla="*/ 1174871 w 2119654"/>
              <a:gd name="connsiteY34777" fmla="*/ 2187025 h 2398711"/>
              <a:gd name="connsiteX34778" fmla="*/ 1174530 w 2119654"/>
              <a:gd name="connsiteY34778" fmla="*/ 2188387 h 2398711"/>
              <a:gd name="connsiteX34779" fmla="*/ 1175156 w 2119654"/>
              <a:gd name="connsiteY34779" fmla="*/ 2187923 h 2398711"/>
              <a:gd name="connsiteX34780" fmla="*/ 1175312 w 2119654"/>
              <a:gd name="connsiteY34780" fmla="*/ 2187642 h 2398711"/>
              <a:gd name="connsiteX34781" fmla="*/ 1175424 w 2119654"/>
              <a:gd name="connsiteY34781" fmla="*/ 2185657 h 2398711"/>
              <a:gd name="connsiteX34782" fmla="*/ 1176210 w 2119654"/>
              <a:gd name="connsiteY34782" fmla="*/ 2186031 h 2398711"/>
              <a:gd name="connsiteX34783" fmla="*/ 1176686 w 2119654"/>
              <a:gd name="connsiteY34783" fmla="*/ 2185178 h 2398711"/>
              <a:gd name="connsiteX34784" fmla="*/ 1175997 w 2119654"/>
              <a:gd name="connsiteY34784" fmla="*/ 2184736 h 2398711"/>
              <a:gd name="connsiteX34785" fmla="*/ 1175071 w 2119654"/>
              <a:gd name="connsiteY34785" fmla="*/ 2186225 h 2398711"/>
              <a:gd name="connsiteX34786" fmla="*/ 1175013 w 2119654"/>
              <a:gd name="connsiteY34786" fmla="*/ 2186459 h 2398711"/>
              <a:gd name="connsiteX34787" fmla="*/ 1175551 w 2119654"/>
              <a:gd name="connsiteY34787" fmla="*/ 2187213 h 2398711"/>
              <a:gd name="connsiteX34788" fmla="*/ 1175895 w 2119654"/>
              <a:gd name="connsiteY34788" fmla="*/ 2186596 h 2398711"/>
              <a:gd name="connsiteX34789" fmla="*/ 1175080 w 2119654"/>
              <a:gd name="connsiteY34789" fmla="*/ 2186210 h 2398711"/>
              <a:gd name="connsiteX34790" fmla="*/ 1728349 w 2119654"/>
              <a:gd name="connsiteY34790" fmla="*/ 947260 h 2398711"/>
              <a:gd name="connsiteX34791" fmla="*/ 1726447 w 2119654"/>
              <a:gd name="connsiteY34791" fmla="*/ 952094 h 2398711"/>
              <a:gd name="connsiteX34792" fmla="*/ 1726748 w 2119654"/>
              <a:gd name="connsiteY34792" fmla="*/ 953679 h 2398711"/>
              <a:gd name="connsiteX34793" fmla="*/ 1727016 w 2119654"/>
              <a:gd name="connsiteY34793" fmla="*/ 953318 h 2398711"/>
              <a:gd name="connsiteX34794" fmla="*/ 1727827 w 2119654"/>
              <a:gd name="connsiteY34794" fmla="*/ 949921 h 2398711"/>
              <a:gd name="connsiteX34795" fmla="*/ 1756720 w 2119654"/>
              <a:gd name="connsiteY34795" fmla="*/ 883627 h 2398711"/>
              <a:gd name="connsiteX34796" fmla="*/ 1755769 w 2119654"/>
              <a:gd name="connsiteY34796" fmla="*/ 886378 h 2398711"/>
              <a:gd name="connsiteX34797" fmla="*/ 1756926 w 2119654"/>
              <a:gd name="connsiteY34797" fmla="*/ 884673 h 2398711"/>
              <a:gd name="connsiteX34798" fmla="*/ 1175521 w 2119654"/>
              <a:gd name="connsiteY34798" fmla="*/ 2184431 h 2398711"/>
              <a:gd name="connsiteX34799" fmla="*/ 1175438 w 2119654"/>
              <a:gd name="connsiteY34799" fmla="*/ 2184760 h 2398711"/>
              <a:gd name="connsiteX34800" fmla="*/ 1175608 w 2119654"/>
              <a:gd name="connsiteY34800" fmla="*/ 2184487 h 2398711"/>
              <a:gd name="connsiteX34801" fmla="*/ 1756608 w 2119654"/>
              <a:gd name="connsiteY34801" fmla="*/ 883053 h 2398711"/>
              <a:gd name="connsiteX34802" fmla="*/ 1755490 w 2119654"/>
              <a:gd name="connsiteY34802" fmla="*/ 886630 h 2398711"/>
              <a:gd name="connsiteX34803" fmla="*/ 1756450 w 2119654"/>
              <a:gd name="connsiteY34803" fmla="*/ 884040 h 2398711"/>
              <a:gd name="connsiteX34804" fmla="*/ 1756674 w 2119654"/>
              <a:gd name="connsiteY34804" fmla="*/ 883392 h 2398711"/>
              <a:gd name="connsiteX34805" fmla="*/ 1722034 w 2119654"/>
              <a:gd name="connsiteY34805" fmla="*/ 960466 h 2398711"/>
              <a:gd name="connsiteX34806" fmla="*/ 1722313 w 2119654"/>
              <a:gd name="connsiteY34806" fmla="*/ 961938 h 2398711"/>
              <a:gd name="connsiteX34807" fmla="*/ 1723870 w 2119654"/>
              <a:gd name="connsiteY34807" fmla="*/ 957982 h 2398711"/>
              <a:gd name="connsiteX34808" fmla="*/ 1175668 w 2119654"/>
              <a:gd name="connsiteY34808" fmla="*/ 2183845 h 2398711"/>
              <a:gd name="connsiteX34809" fmla="*/ 1175590 w 2119654"/>
              <a:gd name="connsiteY34809" fmla="*/ 2184154 h 2398711"/>
              <a:gd name="connsiteX34810" fmla="*/ 1175752 w 2119654"/>
              <a:gd name="connsiteY34810" fmla="*/ 2184256 h 2398711"/>
              <a:gd name="connsiteX34811" fmla="*/ 1175894 w 2119654"/>
              <a:gd name="connsiteY34811" fmla="*/ 2184028 h 2398711"/>
              <a:gd name="connsiteX34812" fmla="*/ 1158644 w 2119654"/>
              <a:gd name="connsiteY34812" fmla="*/ 2221905 h 2398711"/>
              <a:gd name="connsiteX34813" fmla="*/ 1158909 w 2119654"/>
              <a:gd name="connsiteY34813" fmla="*/ 2221736 h 2398711"/>
              <a:gd name="connsiteX34814" fmla="*/ 1158974 w 2119654"/>
              <a:gd name="connsiteY34814" fmla="*/ 2221574 h 2398711"/>
              <a:gd name="connsiteX34815" fmla="*/ 1136409 w 2119654"/>
              <a:gd name="connsiteY34815" fmla="*/ 2271478 h 2398711"/>
              <a:gd name="connsiteX34816" fmla="*/ 1138829 w 2119654"/>
              <a:gd name="connsiteY34816" fmla="*/ 2273253 h 2398711"/>
              <a:gd name="connsiteX34817" fmla="*/ 1143396 w 2119654"/>
              <a:gd name="connsiteY34817" fmla="*/ 2272051 h 2398711"/>
              <a:gd name="connsiteX34818" fmla="*/ 1151077 w 2119654"/>
              <a:gd name="connsiteY34818" fmla="*/ 2263050 h 2398711"/>
              <a:gd name="connsiteX34819" fmla="*/ 1150773 w 2119654"/>
              <a:gd name="connsiteY34819" fmla="*/ 2262859 h 2398711"/>
              <a:gd name="connsiteX34820" fmla="*/ 1142614 w 2119654"/>
              <a:gd name="connsiteY34820" fmla="*/ 2268429 h 2398711"/>
              <a:gd name="connsiteX34821" fmla="*/ 1142510 w 2119654"/>
              <a:gd name="connsiteY34821" fmla="*/ 2268422 h 2398711"/>
              <a:gd name="connsiteX34822" fmla="*/ 1148416 w 2119654"/>
              <a:gd name="connsiteY34822" fmla="*/ 2264390 h 2398711"/>
              <a:gd name="connsiteX34823" fmla="*/ 1150629 w 2119654"/>
              <a:gd name="connsiteY34823" fmla="*/ 2262769 h 2398711"/>
              <a:gd name="connsiteX34824" fmla="*/ 1148986 w 2119654"/>
              <a:gd name="connsiteY34824" fmla="*/ 2261735 h 2398711"/>
              <a:gd name="connsiteX34825" fmla="*/ 1148064 w 2119654"/>
              <a:gd name="connsiteY34825" fmla="*/ 2261103 h 2398711"/>
              <a:gd name="connsiteX34826" fmla="*/ 1150645 w 2119654"/>
              <a:gd name="connsiteY34826" fmla="*/ 2262758 h 2398711"/>
              <a:gd name="connsiteX34827" fmla="*/ 1152462 w 2119654"/>
              <a:gd name="connsiteY34827" fmla="*/ 2261427 h 2398711"/>
              <a:gd name="connsiteX34828" fmla="*/ 1155757 w 2119654"/>
              <a:gd name="connsiteY34828" fmla="*/ 2257565 h 2398711"/>
              <a:gd name="connsiteX34829" fmla="*/ 1160640 w 2119654"/>
              <a:gd name="connsiteY34829" fmla="*/ 2251350 h 2398711"/>
              <a:gd name="connsiteX34830" fmla="*/ 1148027 w 2119654"/>
              <a:gd name="connsiteY34830" fmla="*/ 2256120 h 2398711"/>
              <a:gd name="connsiteX34831" fmla="*/ 1145559 w 2119654"/>
              <a:gd name="connsiteY34831" fmla="*/ 2259383 h 2398711"/>
              <a:gd name="connsiteX34832" fmla="*/ 1148064 w 2119654"/>
              <a:gd name="connsiteY34832" fmla="*/ 2261103 h 2398711"/>
              <a:gd name="connsiteX34833" fmla="*/ 1145501 w 2119654"/>
              <a:gd name="connsiteY34833" fmla="*/ 2259460 h 2398711"/>
              <a:gd name="connsiteX34834" fmla="*/ 1718695 w 2119654"/>
              <a:gd name="connsiteY34834" fmla="*/ 967545 h 2398711"/>
              <a:gd name="connsiteX34835" fmla="*/ 1717540 w 2119654"/>
              <a:gd name="connsiteY34835" fmla="*/ 972411 h 2398711"/>
              <a:gd name="connsiteX34836" fmla="*/ 1720014 w 2119654"/>
              <a:gd name="connsiteY34836" fmla="*/ 967731 h 2398711"/>
              <a:gd name="connsiteX34837" fmla="*/ 1720028 w 2119654"/>
              <a:gd name="connsiteY34837" fmla="*/ 967427 h 2398711"/>
              <a:gd name="connsiteX34838" fmla="*/ 1179347 w 2119654"/>
              <a:gd name="connsiteY34838" fmla="*/ 2175115 h 2398711"/>
              <a:gd name="connsiteX34839" fmla="*/ 1180520 w 2119654"/>
              <a:gd name="connsiteY34839" fmla="*/ 2175320 h 2398711"/>
              <a:gd name="connsiteX34840" fmla="*/ 1180209 w 2119654"/>
              <a:gd name="connsiteY34840" fmla="*/ 2175007 h 2398711"/>
              <a:gd name="connsiteX34841" fmla="*/ 1180053 w 2119654"/>
              <a:gd name="connsiteY34841" fmla="*/ 2174887 h 2398711"/>
              <a:gd name="connsiteX34842" fmla="*/ 1732995 w 2119654"/>
              <a:gd name="connsiteY34842" fmla="*/ 935094 h 2398711"/>
              <a:gd name="connsiteX34843" fmla="*/ 1731495 w 2119654"/>
              <a:gd name="connsiteY34843" fmla="*/ 939062 h 2398711"/>
              <a:gd name="connsiteX34844" fmla="*/ 1729088 w 2119654"/>
              <a:gd name="connsiteY34844" fmla="*/ 950512 h 2398711"/>
              <a:gd name="connsiteX34845" fmla="*/ 1729179 w 2119654"/>
              <a:gd name="connsiteY34845" fmla="*/ 950388 h 2398711"/>
              <a:gd name="connsiteX34846" fmla="*/ 1730205 w 2119654"/>
              <a:gd name="connsiteY34846" fmla="*/ 948448 h 2398711"/>
              <a:gd name="connsiteX34847" fmla="*/ 1732760 w 2119654"/>
              <a:gd name="connsiteY34847" fmla="*/ 940856 h 2398711"/>
              <a:gd name="connsiteX34848" fmla="*/ 1716697 w 2119654"/>
              <a:gd name="connsiteY34848" fmla="*/ 971167 h 2398711"/>
              <a:gd name="connsiteX34849" fmla="*/ 1716160 w 2119654"/>
              <a:gd name="connsiteY34849" fmla="*/ 972449 h 2398711"/>
              <a:gd name="connsiteX34850" fmla="*/ 1716027 w 2119654"/>
              <a:gd name="connsiteY34850" fmla="*/ 975278 h 2398711"/>
              <a:gd name="connsiteX34851" fmla="*/ 1716620 w 2119654"/>
              <a:gd name="connsiteY34851" fmla="*/ 974155 h 2398711"/>
              <a:gd name="connsiteX34852" fmla="*/ 1718194 w 2119654"/>
              <a:gd name="connsiteY34852" fmla="*/ 967590 h 2398711"/>
              <a:gd name="connsiteX34853" fmla="*/ 1717291 w 2119654"/>
              <a:gd name="connsiteY34853" fmla="*/ 969749 h 2398711"/>
              <a:gd name="connsiteX34854" fmla="*/ 1717206 w 2119654"/>
              <a:gd name="connsiteY34854" fmla="*/ 973044 h 2398711"/>
              <a:gd name="connsiteX34855" fmla="*/ 1717300 w 2119654"/>
              <a:gd name="connsiteY34855" fmla="*/ 972865 h 2398711"/>
              <a:gd name="connsiteX34856" fmla="*/ 1718560 w 2119654"/>
              <a:gd name="connsiteY34856" fmla="*/ 967558 h 2398711"/>
              <a:gd name="connsiteX34857" fmla="*/ 1719021 w 2119654"/>
              <a:gd name="connsiteY34857" fmla="*/ 965616 h 2398711"/>
              <a:gd name="connsiteX34858" fmla="*/ 1718369 w 2119654"/>
              <a:gd name="connsiteY34858" fmla="*/ 967173 h 2398711"/>
              <a:gd name="connsiteX34859" fmla="*/ 1718658 w 2119654"/>
              <a:gd name="connsiteY34859" fmla="*/ 967147 h 2398711"/>
              <a:gd name="connsiteX34860" fmla="*/ 1720058 w 2119654"/>
              <a:gd name="connsiteY34860" fmla="*/ 963141 h 2398711"/>
              <a:gd name="connsiteX34861" fmla="*/ 1719327 w 2119654"/>
              <a:gd name="connsiteY34861" fmla="*/ 964888 h 2398711"/>
              <a:gd name="connsiteX34862" fmla="*/ 1718793 w 2119654"/>
              <a:gd name="connsiteY34862" fmla="*/ 967134 h 2398711"/>
              <a:gd name="connsiteX34863" fmla="*/ 1720047 w 2119654"/>
              <a:gd name="connsiteY34863" fmla="*/ 967022 h 2398711"/>
              <a:gd name="connsiteX34864" fmla="*/ 1720243 w 2119654"/>
              <a:gd name="connsiteY34864" fmla="*/ 962891 h 2398711"/>
              <a:gd name="connsiteX34865" fmla="*/ 1134134 w 2119654"/>
              <a:gd name="connsiteY34865" fmla="*/ 2274487 h 2398711"/>
              <a:gd name="connsiteX34866" fmla="*/ 1138663 w 2119654"/>
              <a:gd name="connsiteY34866" fmla="*/ 2273296 h 2398711"/>
              <a:gd name="connsiteX34867" fmla="*/ 1136330 w 2119654"/>
              <a:gd name="connsiteY34867" fmla="*/ 2271584 h 2398711"/>
              <a:gd name="connsiteX34868" fmla="*/ 1737172 w 2119654"/>
              <a:gd name="connsiteY34868" fmla="*/ 924047 h 2398711"/>
              <a:gd name="connsiteX34869" fmla="*/ 1734000 w 2119654"/>
              <a:gd name="connsiteY34869" fmla="*/ 932436 h 2398711"/>
              <a:gd name="connsiteX34870" fmla="*/ 1733996 w 2119654"/>
              <a:gd name="connsiteY34870" fmla="*/ 937183 h 2398711"/>
              <a:gd name="connsiteX34871" fmla="*/ 1736600 w 2119654"/>
              <a:gd name="connsiteY34871" fmla="*/ 929445 h 2398711"/>
              <a:gd name="connsiteX34872" fmla="*/ 1176120 w 2119654"/>
              <a:gd name="connsiteY34872" fmla="*/ 2180073 h 2398711"/>
              <a:gd name="connsiteX34873" fmla="*/ 1176082 w 2119654"/>
              <a:gd name="connsiteY34873" fmla="*/ 2180501 h 2398711"/>
              <a:gd name="connsiteX34874" fmla="*/ 1177348 w 2119654"/>
              <a:gd name="connsiteY34874" fmla="*/ 2181688 h 2398711"/>
              <a:gd name="connsiteX34875" fmla="*/ 1179449 w 2119654"/>
              <a:gd name="connsiteY34875" fmla="*/ 2178311 h 2398711"/>
              <a:gd name="connsiteX34876" fmla="*/ 1178708 w 2119654"/>
              <a:gd name="connsiteY34876" fmla="*/ 2178127 h 2398711"/>
              <a:gd name="connsiteX34877" fmla="*/ 1132237 w 2119654"/>
              <a:gd name="connsiteY34877" fmla="*/ 2277278 h 2398711"/>
              <a:gd name="connsiteX34878" fmla="*/ 1135229 w 2119654"/>
              <a:gd name="connsiteY34878" fmla="*/ 2280737 h 2398711"/>
              <a:gd name="connsiteX34879" fmla="*/ 1138374 w 2119654"/>
              <a:gd name="connsiteY34879" fmla="*/ 2277935 h 2398711"/>
              <a:gd name="connsiteX34880" fmla="*/ 1140876 w 2119654"/>
              <a:gd name="connsiteY34880" fmla="*/ 2275005 h 2398711"/>
              <a:gd name="connsiteX34881" fmla="*/ 1747224 w 2119654"/>
              <a:gd name="connsiteY34881" fmla="*/ 900164 h 2398711"/>
              <a:gd name="connsiteX34882" fmla="*/ 1745924 w 2119654"/>
              <a:gd name="connsiteY34882" fmla="*/ 906430 h 2398711"/>
              <a:gd name="connsiteX34883" fmla="*/ 1746694 w 2119654"/>
              <a:gd name="connsiteY34883" fmla="*/ 910354 h 2398711"/>
              <a:gd name="connsiteX34884" fmla="*/ 1751777 w 2119654"/>
              <a:gd name="connsiteY34884" fmla="*/ 896646 h 2398711"/>
              <a:gd name="connsiteX34885" fmla="*/ 1753625 w 2119654"/>
              <a:gd name="connsiteY34885" fmla="*/ 890733 h 2398711"/>
              <a:gd name="connsiteX34886" fmla="*/ 1724370 w 2119654"/>
              <a:gd name="connsiteY34886" fmla="*/ 951234 h 2398711"/>
              <a:gd name="connsiteX34887" fmla="*/ 1722387 w 2119654"/>
              <a:gd name="connsiteY34887" fmla="*/ 957578 h 2398711"/>
              <a:gd name="connsiteX34888" fmla="*/ 1721906 w 2119654"/>
              <a:gd name="connsiteY34888" fmla="*/ 958727 h 2398711"/>
              <a:gd name="connsiteX34889" fmla="*/ 1721938 w 2119654"/>
              <a:gd name="connsiteY34889" fmla="*/ 959964 h 2398711"/>
              <a:gd name="connsiteX34890" fmla="*/ 1721952 w 2119654"/>
              <a:gd name="connsiteY34890" fmla="*/ 960037 h 2398711"/>
              <a:gd name="connsiteX34891" fmla="*/ 1724241 w 2119654"/>
              <a:gd name="connsiteY34891" fmla="*/ 957041 h 2398711"/>
              <a:gd name="connsiteX34892" fmla="*/ 1725071 w 2119654"/>
              <a:gd name="connsiteY34892" fmla="*/ 954930 h 2398711"/>
              <a:gd name="connsiteX34893" fmla="*/ 1757698 w 2119654"/>
              <a:gd name="connsiteY34893" fmla="*/ 876342 h 2398711"/>
              <a:gd name="connsiteX34894" fmla="*/ 1757863 w 2119654"/>
              <a:gd name="connsiteY34894" fmla="*/ 877176 h 2398711"/>
              <a:gd name="connsiteX34895" fmla="*/ 1758764 w 2119654"/>
              <a:gd name="connsiteY34895" fmla="*/ 874294 h 2398711"/>
              <a:gd name="connsiteX34896" fmla="*/ 1140926 w 2119654"/>
              <a:gd name="connsiteY34896" fmla="*/ 2257394 h 2398711"/>
              <a:gd name="connsiteX34897" fmla="*/ 1140940 w 2119654"/>
              <a:gd name="connsiteY34897" fmla="*/ 2257388 h 2398711"/>
              <a:gd name="connsiteX34898" fmla="*/ 1140981 w 2119654"/>
              <a:gd name="connsiteY34898" fmla="*/ 2257322 h 2398711"/>
              <a:gd name="connsiteX34899" fmla="*/ 1733155 w 2119654"/>
              <a:gd name="connsiteY34899" fmla="*/ 931165 h 2398711"/>
              <a:gd name="connsiteX34900" fmla="*/ 1731703 w 2119654"/>
              <a:gd name="connsiteY34900" fmla="*/ 938074 h 2398711"/>
              <a:gd name="connsiteX34901" fmla="*/ 1732961 w 2119654"/>
              <a:gd name="connsiteY34901" fmla="*/ 934876 h 2398711"/>
              <a:gd name="connsiteX34902" fmla="*/ 1733009 w 2119654"/>
              <a:gd name="connsiteY34902" fmla="*/ 934750 h 2398711"/>
              <a:gd name="connsiteX34903" fmla="*/ 1716700 w 2119654"/>
              <a:gd name="connsiteY34903" fmla="*/ 967723 h 2398711"/>
              <a:gd name="connsiteX34904" fmla="*/ 1716661 w 2119654"/>
              <a:gd name="connsiteY34904" fmla="*/ 967911 h 2398711"/>
              <a:gd name="connsiteX34905" fmla="*/ 1716741 w 2119654"/>
              <a:gd name="connsiteY34905" fmla="*/ 967720 h 2398711"/>
              <a:gd name="connsiteX34906" fmla="*/ 1176341 w 2119654"/>
              <a:gd name="connsiteY34906" fmla="*/ 2177538 h 2398711"/>
              <a:gd name="connsiteX34907" fmla="*/ 1176162 w 2119654"/>
              <a:gd name="connsiteY34907" fmla="*/ 2179582 h 2398711"/>
              <a:gd name="connsiteX34908" fmla="*/ 1178249 w 2119654"/>
              <a:gd name="connsiteY34908" fmla="*/ 2178013 h 2398711"/>
              <a:gd name="connsiteX34909" fmla="*/ 1134828 w 2119654"/>
              <a:gd name="connsiteY34909" fmla="*/ 2270319 h 2398711"/>
              <a:gd name="connsiteX34910" fmla="*/ 1135931 w 2119654"/>
              <a:gd name="connsiteY34910" fmla="*/ 2271128 h 2398711"/>
              <a:gd name="connsiteX34911" fmla="*/ 1144800 w 2119654"/>
              <a:gd name="connsiteY34911" fmla="*/ 2259010 h 2398711"/>
              <a:gd name="connsiteX34912" fmla="*/ 1144767 w 2119654"/>
              <a:gd name="connsiteY34912" fmla="*/ 2258989 h 2398711"/>
              <a:gd name="connsiteX34913" fmla="*/ 1142339 w 2119654"/>
              <a:gd name="connsiteY34913" fmla="*/ 2261898 h 2398711"/>
              <a:gd name="connsiteX34914" fmla="*/ 1176408 w 2119654"/>
              <a:gd name="connsiteY34914" fmla="*/ 2176762 h 2398711"/>
              <a:gd name="connsiteX34915" fmla="*/ 1176372 w 2119654"/>
              <a:gd name="connsiteY34915" fmla="*/ 2177180 h 2398711"/>
              <a:gd name="connsiteX34916" fmla="*/ 1178583 w 2119654"/>
              <a:gd name="connsiteY34916" fmla="*/ 2177761 h 2398711"/>
              <a:gd name="connsiteX34917" fmla="*/ 1180575 w 2119654"/>
              <a:gd name="connsiteY34917" fmla="*/ 2176264 h 2398711"/>
              <a:gd name="connsiteX34918" fmla="*/ 1177857 w 2119654"/>
              <a:gd name="connsiteY34918" fmla="*/ 2175900 h 2398711"/>
              <a:gd name="connsiteX34919" fmla="*/ 1134646 w 2119654"/>
              <a:gd name="connsiteY34919" fmla="*/ 2270185 h 2398711"/>
              <a:gd name="connsiteX34920" fmla="*/ 1134744 w 2119654"/>
              <a:gd name="connsiteY34920" fmla="*/ 2270257 h 2398711"/>
              <a:gd name="connsiteX34921" fmla="*/ 1135973 w 2119654"/>
              <a:gd name="connsiteY34921" fmla="*/ 2268880 h 2398711"/>
              <a:gd name="connsiteX34922" fmla="*/ 1144415 w 2119654"/>
              <a:gd name="connsiteY34922" fmla="*/ 2258763 h 2398711"/>
              <a:gd name="connsiteX34923" fmla="*/ 1144283 w 2119654"/>
              <a:gd name="connsiteY34923" fmla="*/ 2258678 h 2398711"/>
              <a:gd name="connsiteX34924" fmla="*/ 1748494 w 2119654"/>
              <a:gd name="connsiteY34924" fmla="*/ 894041 h 2398711"/>
              <a:gd name="connsiteX34925" fmla="*/ 1747581 w 2119654"/>
              <a:gd name="connsiteY34925" fmla="*/ 898440 h 2398711"/>
              <a:gd name="connsiteX34926" fmla="*/ 1754318 w 2119654"/>
              <a:gd name="connsiteY34926" fmla="*/ 888513 h 2398711"/>
              <a:gd name="connsiteX34927" fmla="*/ 1756383 w 2119654"/>
              <a:gd name="connsiteY34927" fmla="*/ 881910 h 2398711"/>
              <a:gd name="connsiteX34928" fmla="*/ 1755949 w 2119654"/>
              <a:gd name="connsiteY34928" fmla="*/ 879705 h 2398711"/>
              <a:gd name="connsiteX34929" fmla="*/ 1145827 w 2119654"/>
              <a:gd name="connsiteY34929" fmla="*/ 2243046 h 2398711"/>
              <a:gd name="connsiteX34930" fmla="*/ 1147813 w 2119654"/>
              <a:gd name="connsiteY34930" fmla="*/ 2245810 h 2398711"/>
              <a:gd name="connsiteX34931" fmla="*/ 1151834 w 2119654"/>
              <a:gd name="connsiteY34931" fmla="*/ 2239035 h 2398711"/>
              <a:gd name="connsiteX34932" fmla="*/ 1152372 w 2119654"/>
              <a:gd name="connsiteY34932" fmla="*/ 2237719 h 2398711"/>
              <a:gd name="connsiteX34933" fmla="*/ 1148550 w 2119654"/>
              <a:gd name="connsiteY34933" fmla="*/ 2238515 h 2398711"/>
              <a:gd name="connsiteX34934" fmla="*/ 1148042 w 2119654"/>
              <a:gd name="connsiteY34934" fmla="*/ 2239426 h 2398711"/>
              <a:gd name="connsiteX34935" fmla="*/ 1157617 w 2119654"/>
              <a:gd name="connsiteY34935" fmla="*/ 2216268 h 2398711"/>
              <a:gd name="connsiteX34936" fmla="*/ 1157747 w 2119654"/>
              <a:gd name="connsiteY34936" fmla="*/ 2216426 h 2398711"/>
              <a:gd name="connsiteX34937" fmla="*/ 1158102 w 2119654"/>
              <a:gd name="connsiteY34937" fmla="*/ 2216190 h 2398711"/>
              <a:gd name="connsiteX34938" fmla="*/ 1132141 w 2119654"/>
              <a:gd name="connsiteY34938" fmla="*/ 2273176 h 2398711"/>
              <a:gd name="connsiteX34939" fmla="*/ 1134656 w 2119654"/>
              <a:gd name="connsiteY34939" fmla="*/ 2270356 h 2398711"/>
              <a:gd name="connsiteX34940" fmla="*/ 1134561 w 2119654"/>
              <a:gd name="connsiteY34940" fmla="*/ 2270286 h 2398711"/>
              <a:gd name="connsiteX34941" fmla="*/ 1144963 w 2119654"/>
              <a:gd name="connsiteY34941" fmla="*/ 2244458 h 2398711"/>
              <a:gd name="connsiteX34942" fmla="*/ 1147042 w 2119654"/>
              <a:gd name="connsiteY34942" fmla="*/ 2246949 h 2398711"/>
              <a:gd name="connsiteX34943" fmla="*/ 1147215 w 2119654"/>
              <a:gd name="connsiteY34943" fmla="*/ 2246818 h 2398711"/>
              <a:gd name="connsiteX34944" fmla="*/ 1147729 w 2119654"/>
              <a:gd name="connsiteY34944" fmla="*/ 2245951 h 2398711"/>
              <a:gd name="connsiteX34945" fmla="*/ 1145742 w 2119654"/>
              <a:gd name="connsiteY34945" fmla="*/ 2243186 h 2398711"/>
              <a:gd name="connsiteX34946" fmla="*/ 1744861 w 2119654"/>
              <a:gd name="connsiteY34946" fmla="*/ 901026 h 2398711"/>
              <a:gd name="connsiteX34947" fmla="*/ 1745064 w 2119654"/>
              <a:gd name="connsiteY34947" fmla="*/ 902055 h 2398711"/>
              <a:gd name="connsiteX34948" fmla="*/ 1745553 w 2119654"/>
              <a:gd name="connsiteY34948" fmla="*/ 899696 h 2398711"/>
              <a:gd name="connsiteX34949" fmla="*/ 1712224 w 2119654"/>
              <a:gd name="connsiteY34949" fmla="*/ 973735 h 2398711"/>
              <a:gd name="connsiteX34950" fmla="*/ 1712166 w 2119654"/>
              <a:gd name="connsiteY34950" fmla="*/ 975991 h 2398711"/>
              <a:gd name="connsiteX34951" fmla="*/ 1713350 w 2119654"/>
              <a:gd name="connsiteY34951" fmla="*/ 972219 h 2398711"/>
              <a:gd name="connsiteX34952" fmla="*/ 1712431 w 2119654"/>
              <a:gd name="connsiteY34952" fmla="*/ 973463 h 2398711"/>
              <a:gd name="connsiteX34953" fmla="*/ 1718996 w 2119654"/>
              <a:gd name="connsiteY34953" fmla="*/ 958205 h 2398711"/>
              <a:gd name="connsiteX34954" fmla="*/ 1717414 w 2119654"/>
              <a:gd name="connsiteY34954" fmla="*/ 964937 h 2398711"/>
              <a:gd name="connsiteX34955" fmla="*/ 1717386 w 2119654"/>
              <a:gd name="connsiteY34955" fmla="*/ 966017 h 2398711"/>
              <a:gd name="connsiteX34956" fmla="*/ 1717536 w 2119654"/>
              <a:gd name="connsiteY34956" fmla="*/ 965820 h 2398711"/>
              <a:gd name="connsiteX34957" fmla="*/ 1720348 w 2119654"/>
              <a:gd name="connsiteY34957" fmla="*/ 959104 h 2398711"/>
              <a:gd name="connsiteX34958" fmla="*/ 1719866 w 2119654"/>
              <a:gd name="connsiteY34958" fmla="*/ 956559 h 2398711"/>
              <a:gd name="connsiteX34959" fmla="*/ 1143206 w 2119654"/>
              <a:gd name="connsiteY34959" fmla="*/ 2247331 h 2398711"/>
              <a:gd name="connsiteX34960" fmla="*/ 1144765 w 2119654"/>
              <a:gd name="connsiteY34960" fmla="*/ 2248681 h 2398711"/>
              <a:gd name="connsiteX34961" fmla="*/ 1146862 w 2119654"/>
              <a:gd name="connsiteY34961" fmla="*/ 2247086 h 2398711"/>
              <a:gd name="connsiteX34962" fmla="*/ 1144839 w 2119654"/>
              <a:gd name="connsiteY34962" fmla="*/ 2244662 h 2398711"/>
              <a:gd name="connsiteX34963" fmla="*/ 1741702 w 2119654"/>
              <a:gd name="connsiteY34963" fmla="*/ 907099 h 2398711"/>
              <a:gd name="connsiteX34964" fmla="*/ 1743469 w 2119654"/>
              <a:gd name="connsiteY34964" fmla="*/ 904497 h 2398711"/>
              <a:gd name="connsiteX34965" fmla="*/ 1743379 w 2119654"/>
              <a:gd name="connsiteY34965" fmla="*/ 903875 h 2398711"/>
              <a:gd name="connsiteX34966" fmla="*/ 1723617 w 2119654"/>
              <a:gd name="connsiteY34966" fmla="*/ 947264 h 2398711"/>
              <a:gd name="connsiteX34967" fmla="*/ 1721753 w 2119654"/>
              <a:gd name="connsiteY34967" fmla="*/ 952804 h 2398711"/>
              <a:gd name="connsiteX34968" fmla="*/ 1721825 w 2119654"/>
              <a:gd name="connsiteY34968" fmla="*/ 955578 h 2398711"/>
              <a:gd name="connsiteX34969" fmla="*/ 1724144 w 2119654"/>
              <a:gd name="connsiteY34969" fmla="*/ 950039 h 2398711"/>
              <a:gd name="connsiteX34970" fmla="*/ 1130456 w 2119654"/>
              <a:gd name="connsiteY34970" fmla="*/ 2275220 h 2398711"/>
              <a:gd name="connsiteX34971" fmla="*/ 1130622 w 2119654"/>
              <a:gd name="connsiteY34971" fmla="*/ 2275411 h 2398711"/>
              <a:gd name="connsiteX34972" fmla="*/ 1133314 w 2119654"/>
              <a:gd name="connsiteY34972" fmla="*/ 2274703 h 2398711"/>
              <a:gd name="connsiteX34973" fmla="*/ 1135853 w 2119654"/>
              <a:gd name="connsiteY34973" fmla="*/ 2271235 h 2398711"/>
              <a:gd name="connsiteX34974" fmla="*/ 1134739 w 2119654"/>
              <a:gd name="connsiteY34974" fmla="*/ 2270418 h 2398711"/>
              <a:gd name="connsiteX34975" fmla="*/ 1125798 w 2119654"/>
              <a:gd name="connsiteY34975" fmla="*/ 2285508 h 2398711"/>
              <a:gd name="connsiteX34976" fmla="*/ 1133640 w 2119654"/>
              <a:gd name="connsiteY34976" fmla="*/ 2282152 h 2398711"/>
              <a:gd name="connsiteX34977" fmla="*/ 1134880 w 2119654"/>
              <a:gd name="connsiteY34977" fmla="*/ 2281047 h 2398711"/>
              <a:gd name="connsiteX34978" fmla="*/ 1131829 w 2119654"/>
              <a:gd name="connsiteY34978" fmla="*/ 2277535 h 2398711"/>
              <a:gd name="connsiteX34979" fmla="*/ 1738631 w 2119654"/>
              <a:gd name="connsiteY34979" fmla="*/ 913006 h 2398711"/>
              <a:gd name="connsiteX34980" fmla="*/ 1738484 w 2119654"/>
              <a:gd name="connsiteY34980" fmla="*/ 914589 h 2398711"/>
              <a:gd name="connsiteX34981" fmla="*/ 1737052 w 2119654"/>
              <a:gd name="connsiteY34981" fmla="*/ 928100 h 2398711"/>
              <a:gd name="connsiteX34982" fmla="*/ 1743850 w 2119654"/>
              <a:gd name="connsiteY34982" fmla="*/ 907901 h 2398711"/>
              <a:gd name="connsiteX34983" fmla="*/ 1743916 w 2119654"/>
              <a:gd name="connsiteY34983" fmla="*/ 907581 h 2398711"/>
              <a:gd name="connsiteX34984" fmla="*/ 1743612 w 2119654"/>
              <a:gd name="connsiteY34984" fmla="*/ 905484 h 2398711"/>
              <a:gd name="connsiteX34985" fmla="*/ 1739037 w 2119654"/>
              <a:gd name="connsiteY34985" fmla="*/ 912224 h 2398711"/>
              <a:gd name="connsiteX34986" fmla="*/ 1714053 w 2119654"/>
              <a:gd name="connsiteY34986" fmla="*/ 967558 h 2398711"/>
              <a:gd name="connsiteX34987" fmla="*/ 1714175 w 2119654"/>
              <a:gd name="connsiteY34987" fmla="*/ 967547 h 2398711"/>
              <a:gd name="connsiteX34988" fmla="*/ 1714187 w 2119654"/>
              <a:gd name="connsiteY34988" fmla="*/ 967305 h 2398711"/>
              <a:gd name="connsiteX34989" fmla="*/ 1709887 w 2119654"/>
              <a:gd name="connsiteY34989" fmla="*/ 976808 h 2398711"/>
              <a:gd name="connsiteX34990" fmla="*/ 1709649 w 2119654"/>
              <a:gd name="connsiteY34990" fmla="*/ 977648 h 2398711"/>
              <a:gd name="connsiteX34991" fmla="*/ 1709959 w 2119654"/>
              <a:gd name="connsiteY34991" fmla="*/ 980249 h 2398711"/>
              <a:gd name="connsiteX34992" fmla="*/ 1710068 w 2119654"/>
              <a:gd name="connsiteY34992" fmla="*/ 982680 h 2398711"/>
              <a:gd name="connsiteX34993" fmla="*/ 1711713 w 2119654"/>
              <a:gd name="connsiteY34993" fmla="*/ 977436 h 2398711"/>
              <a:gd name="connsiteX34994" fmla="*/ 1711793 w 2119654"/>
              <a:gd name="connsiteY34994" fmla="*/ 974302 h 2398711"/>
              <a:gd name="connsiteX34995" fmla="*/ 1140305 w 2119654"/>
              <a:gd name="connsiteY34995" fmla="*/ 2252071 h 2398711"/>
              <a:gd name="connsiteX34996" fmla="*/ 1144432 w 2119654"/>
              <a:gd name="connsiteY34996" fmla="*/ 2248933 h 2398711"/>
              <a:gd name="connsiteX34997" fmla="*/ 1142990 w 2119654"/>
              <a:gd name="connsiteY34997" fmla="*/ 2247683 h 2398711"/>
              <a:gd name="connsiteX34998" fmla="*/ 1735847 w 2119654"/>
              <a:gd name="connsiteY34998" fmla="*/ 918356 h 2398711"/>
              <a:gd name="connsiteX34999" fmla="*/ 1734005 w 2119654"/>
              <a:gd name="connsiteY34999" fmla="*/ 927124 h 2398711"/>
              <a:gd name="connsiteX35000" fmla="*/ 1734001 w 2119654"/>
              <a:gd name="connsiteY35000" fmla="*/ 932127 h 2398711"/>
              <a:gd name="connsiteX35001" fmla="*/ 1737217 w 2119654"/>
              <a:gd name="connsiteY35001" fmla="*/ 923618 h 2398711"/>
              <a:gd name="connsiteX35002" fmla="*/ 1738269 w 2119654"/>
              <a:gd name="connsiteY35002" fmla="*/ 913702 h 2398711"/>
              <a:gd name="connsiteX35003" fmla="*/ 1712298 w 2119654"/>
              <a:gd name="connsiteY35003" fmla="*/ 970879 h 2398711"/>
              <a:gd name="connsiteX35004" fmla="*/ 1712250 w 2119654"/>
              <a:gd name="connsiteY35004" fmla="*/ 972742 h 2398711"/>
              <a:gd name="connsiteX35005" fmla="*/ 1713839 w 2119654"/>
              <a:gd name="connsiteY35005" fmla="*/ 970662 h 2398711"/>
              <a:gd name="connsiteX35006" fmla="*/ 1714061 w 2119654"/>
              <a:gd name="connsiteY35006" fmla="*/ 969953 h 2398711"/>
              <a:gd name="connsiteX35007" fmla="*/ 1714156 w 2119654"/>
              <a:gd name="connsiteY35007" fmla="*/ 967952 h 2398711"/>
              <a:gd name="connsiteX35008" fmla="*/ 1713829 w 2119654"/>
              <a:gd name="connsiteY35008" fmla="*/ 967981 h 2398711"/>
              <a:gd name="connsiteX35009" fmla="*/ 1155253 w 2119654"/>
              <a:gd name="connsiteY35009" fmla="*/ 2218080 h 2398711"/>
              <a:gd name="connsiteX35010" fmla="*/ 1156244 w 2119654"/>
              <a:gd name="connsiteY35010" fmla="*/ 2217423 h 2398711"/>
              <a:gd name="connsiteX35011" fmla="*/ 1155916 w 2119654"/>
              <a:gd name="connsiteY35011" fmla="*/ 2217029 h 2398711"/>
              <a:gd name="connsiteX35012" fmla="*/ 1155549 w 2119654"/>
              <a:gd name="connsiteY35012" fmla="*/ 2217619 h 2398711"/>
              <a:gd name="connsiteX35013" fmla="*/ 1710727 w 2119654"/>
              <a:gd name="connsiteY35013" fmla="*/ 973851 h 2398711"/>
              <a:gd name="connsiteX35014" fmla="*/ 1710327 w 2119654"/>
              <a:gd name="connsiteY35014" fmla="*/ 975262 h 2398711"/>
              <a:gd name="connsiteX35015" fmla="*/ 1711818 w 2119654"/>
              <a:gd name="connsiteY35015" fmla="*/ 973308 h 2398711"/>
              <a:gd name="connsiteX35016" fmla="*/ 1711860 w 2119654"/>
              <a:gd name="connsiteY35016" fmla="*/ 971708 h 2398711"/>
              <a:gd name="connsiteX35017" fmla="*/ 1138708 w 2119654"/>
              <a:gd name="connsiteY35017" fmla="*/ 2254681 h 2398711"/>
              <a:gd name="connsiteX35018" fmla="*/ 1141260 w 2119654"/>
              <a:gd name="connsiteY35018" fmla="*/ 2256432 h 2398711"/>
              <a:gd name="connsiteX35019" fmla="*/ 1142434 w 2119654"/>
              <a:gd name="connsiteY35019" fmla="*/ 2254872 h 2398711"/>
              <a:gd name="connsiteX35020" fmla="*/ 1145728 w 2119654"/>
              <a:gd name="connsiteY35020" fmla="*/ 2249322 h 2398711"/>
              <a:gd name="connsiteX35021" fmla="*/ 1139513 w 2119654"/>
              <a:gd name="connsiteY35021" fmla="*/ 2253365 h 2398711"/>
              <a:gd name="connsiteX35022" fmla="*/ 1132488 w 2119654"/>
              <a:gd name="connsiteY35022" fmla="*/ 2268601 h 2398711"/>
              <a:gd name="connsiteX35023" fmla="*/ 1132549 w 2119654"/>
              <a:gd name="connsiteY35023" fmla="*/ 2268647 h 2398711"/>
              <a:gd name="connsiteX35024" fmla="*/ 1132821 w 2119654"/>
              <a:gd name="connsiteY35024" fmla="*/ 2268847 h 2398711"/>
              <a:gd name="connsiteX35025" fmla="*/ 1137349 w 2119654"/>
              <a:gd name="connsiteY35025" fmla="*/ 2263441 h 2398711"/>
              <a:gd name="connsiteX35026" fmla="*/ 1139861 w 2119654"/>
              <a:gd name="connsiteY35026" fmla="*/ 2259208 h 2398711"/>
              <a:gd name="connsiteX35027" fmla="*/ 1139440 w 2119654"/>
              <a:gd name="connsiteY35027" fmla="*/ 2259366 h 2398711"/>
              <a:gd name="connsiteX35028" fmla="*/ 1732944 w 2119654"/>
              <a:gd name="connsiteY35028" fmla="*/ 923804 h 2398711"/>
              <a:gd name="connsiteX35029" fmla="*/ 1725561 w 2119654"/>
              <a:gd name="connsiteY35029" fmla="*/ 947424 h 2398711"/>
              <a:gd name="connsiteX35030" fmla="*/ 1726362 w 2119654"/>
              <a:gd name="connsiteY35030" fmla="*/ 951648 h 2398711"/>
              <a:gd name="connsiteX35031" fmla="*/ 1728607 w 2119654"/>
              <a:gd name="connsiteY35031" fmla="*/ 945941 h 2398711"/>
              <a:gd name="connsiteX35032" fmla="*/ 1709478 w 2119654"/>
              <a:gd name="connsiteY35032" fmla="*/ 976214 h 2398711"/>
              <a:gd name="connsiteX35033" fmla="*/ 1709495 w 2119654"/>
              <a:gd name="connsiteY35033" fmla="*/ 976352 h 2398711"/>
              <a:gd name="connsiteX35034" fmla="*/ 1710015 w 2119654"/>
              <a:gd name="connsiteY35034" fmla="*/ 975670 h 2398711"/>
              <a:gd name="connsiteX35035" fmla="*/ 1710286 w 2119654"/>
              <a:gd name="connsiteY35035" fmla="*/ 974685 h 2398711"/>
              <a:gd name="connsiteX35036" fmla="*/ 1153141 w 2119654"/>
              <a:gd name="connsiteY35036" fmla="*/ 2221376 h 2398711"/>
              <a:gd name="connsiteX35037" fmla="*/ 1153982 w 2119654"/>
              <a:gd name="connsiteY35037" fmla="*/ 2222348 h 2398711"/>
              <a:gd name="connsiteX35038" fmla="*/ 1156884 w 2119654"/>
              <a:gd name="connsiteY35038" fmla="*/ 2218687 h 2398711"/>
              <a:gd name="connsiteX35039" fmla="*/ 1153369 w 2119654"/>
              <a:gd name="connsiteY35039" fmla="*/ 2221020 h 2398711"/>
              <a:gd name="connsiteX35040" fmla="*/ 1144214 w 2119654"/>
              <a:gd name="connsiteY35040" fmla="*/ 2240801 h 2398711"/>
              <a:gd name="connsiteX35041" fmla="*/ 1145036 w 2119654"/>
              <a:gd name="connsiteY35041" fmla="*/ 2241945 h 2398711"/>
              <a:gd name="connsiteX35042" fmla="*/ 1146738 w 2119654"/>
              <a:gd name="connsiteY35042" fmla="*/ 2238892 h 2398711"/>
              <a:gd name="connsiteX35043" fmla="*/ 1145986 w 2119654"/>
              <a:gd name="connsiteY35043" fmla="*/ 2239050 h 2398711"/>
              <a:gd name="connsiteX35044" fmla="*/ 1135881 w 2119654"/>
              <a:gd name="connsiteY35044" fmla="*/ 2259301 h 2398711"/>
              <a:gd name="connsiteX35045" fmla="*/ 1140380 w 2119654"/>
              <a:gd name="connsiteY35045" fmla="*/ 2257600 h 2398711"/>
              <a:gd name="connsiteX35046" fmla="*/ 1141104 w 2119654"/>
              <a:gd name="connsiteY35046" fmla="*/ 2256639 h 2398711"/>
              <a:gd name="connsiteX35047" fmla="*/ 1138522 w 2119654"/>
              <a:gd name="connsiteY35047" fmla="*/ 2254984 h 2398711"/>
              <a:gd name="connsiteX35048" fmla="*/ 1138116 w 2119654"/>
              <a:gd name="connsiteY35048" fmla="*/ 2254275 h 2398711"/>
              <a:gd name="connsiteX35049" fmla="*/ 1138149 w 2119654"/>
              <a:gd name="connsiteY35049" fmla="*/ 2254298 h 2398711"/>
              <a:gd name="connsiteX35050" fmla="*/ 1138188 w 2119654"/>
              <a:gd name="connsiteY35050" fmla="*/ 2254228 h 2398711"/>
              <a:gd name="connsiteX35051" fmla="*/ 1168757 w 2119654"/>
              <a:gd name="connsiteY35051" fmla="*/ 2185609 h 2398711"/>
              <a:gd name="connsiteX35052" fmla="*/ 1168843 w 2119654"/>
              <a:gd name="connsiteY35052" fmla="*/ 2185650 h 2398711"/>
              <a:gd name="connsiteX35053" fmla="*/ 1168853 w 2119654"/>
              <a:gd name="connsiteY35053" fmla="*/ 2185537 h 2398711"/>
              <a:gd name="connsiteX35054" fmla="*/ 1151418 w 2119654"/>
              <a:gd name="connsiteY35054" fmla="*/ 2224064 h 2398711"/>
              <a:gd name="connsiteX35055" fmla="*/ 1152883 w 2119654"/>
              <a:gd name="connsiteY35055" fmla="*/ 2223736 h 2398711"/>
              <a:gd name="connsiteX35056" fmla="*/ 1153825 w 2119654"/>
              <a:gd name="connsiteY35056" fmla="*/ 2222547 h 2398711"/>
              <a:gd name="connsiteX35057" fmla="*/ 1152990 w 2119654"/>
              <a:gd name="connsiteY35057" fmla="*/ 2221612 h 2398711"/>
              <a:gd name="connsiteX35058" fmla="*/ 1695189 w 2119654"/>
              <a:gd name="connsiteY35058" fmla="*/ 1006141 h 2398711"/>
              <a:gd name="connsiteX35059" fmla="*/ 1696519 w 2119654"/>
              <a:gd name="connsiteY35059" fmla="*/ 1004330 h 2398711"/>
              <a:gd name="connsiteX35060" fmla="*/ 1696521 w 2119654"/>
              <a:gd name="connsiteY35060" fmla="*/ 1004317 h 2398711"/>
              <a:gd name="connsiteX35061" fmla="*/ 1696347 w 2119654"/>
              <a:gd name="connsiteY35061" fmla="*/ 1003573 h 2398711"/>
              <a:gd name="connsiteX35062" fmla="*/ 1166965 w 2119654"/>
              <a:gd name="connsiteY35062" fmla="*/ 2188676 h 2398711"/>
              <a:gd name="connsiteX35063" fmla="*/ 1168098 w 2119654"/>
              <a:gd name="connsiteY35063" fmla="*/ 2189705 h 2398711"/>
              <a:gd name="connsiteX35064" fmla="*/ 1168238 w 2119654"/>
              <a:gd name="connsiteY35064" fmla="*/ 2189735 h 2398711"/>
              <a:gd name="connsiteX35065" fmla="*/ 1168479 w 2119654"/>
              <a:gd name="connsiteY35065" fmla="*/ 2188774 h 2398711"/>
              <a:gd name="connsiteX35066" fmla="*/ 1731005 w 2119654"/>
              <a:gd name="connsiteY35066" fmla="*/ 925310 h 2398711"/>
              <a:gd name="connsiteX35067" fmla="*/ 1725602 w 2119654"/>
              <a:gd name="connsiteY35067" fmla="*/ 941365 h 2398711"/>
              <a:gd name="connsiteX35068" fmla="*/ 1727155 w 2119654"/>
              <a:gd name="connsiteY35068" fmla="*/ 938795 h 2398711"/>
              <a:gd name="connsiteX35069" fmla="*/ 1727234 w 2119654"/>
              <a:gd name="connsiteY35069" fmla="*/ 939155 h 2398711"/>
              <a:gd name="connsiteX35070" fmla="*/ 1725232 w 2119654"/>
              <a:gd name="connsiteY35070" fmla="*/ 942467 h 2398711"/>
              <a:gd name="connsiteX35071" fmla="*/ 1724840 w 2119654"/>
              <a:gd name="connsiteY35071" fmla="*/ 943628 h 2398711"/>
              <a:gd name="connsiteX35072" fmla="*/ 1725397 w 2119654"/>
              <a:gd name="connsiteY35072" fmla="*/ 946561 h 2398711"/>
              <a:gd name="connsiteX35073" fmla="*/ 1732826 w 2119654"/>
              <a:gd name="connsiteY35073" fmla="*/ 922796 h 2398711"/>
              <a:gd name="connsiteX35074" fmla="*/ 1142952 w 2119654"/>
              <a:gd name="connsiteY35074" fmla="*/ 2242048 h 2398711"/>
              <a:gd name="connsiteX35075" fmla="*/ 1144167 w 2119654"/>
              <a:gd name="connsiteY35075" fmla="*/ 2243504 h 2398711"/>
              <a:gd name="connsiteX35076" fmla="*/ 1144955 w 2119654"/>
              <a:gd name="connsiteY35076" fmla="*/ 2242091 h 2398711"/>
              <a:gd name="connsiteX35077" fmla="*/ 1144106 w 2119654"/>
              <a:gd name="connsiteY35077" fmla="*/ 2240908 h 2398711"/>
              <a:gd name="connsiteX35078" fmla="*/ 1128878 w 2119654"/>
              <a:gd name="connsiteY35078" fmla="*/ 2273395 h 2398711"/>
              <a:gd name="connsiteX35079" fmla="*/ 1128945 w 2119654"/>
              <a:gd name="connsiteY35079" fmla="*/ 2273473 h 2398711"/>
              <a:gd name="connsiteX35080" fmla="*/ 1132735 w 2119654"/>
              <a:gd name="connsiteY35080" fmla="*/ 2268948 h 2398711"/>
              <a:gd name="connsiteX35081" fmla="*/ 1132407 w 2119654"/>
              <a:gd name="connsiteY35081" fmla="*/ 2268708 h 2398711"/>
              <a:gd name="connsiteX35082" fmla="*/ 1127700 w 2119654"/>
              <a:gd name="connsiteY35082" fmla="*/ 2274960 h 2398711"/>
              <a:gd name="connsiteX35083" fmla="*/ 1128629 w 2119654"/>
              <a:gd name="connsiteY35083" fmla="*/ 2273851 h 2398711"/>
              <a:gd name="connsiteX35084" fmla="*/ 1128579 w 2119654"/>
              <a:gd name="connsiteY35084" fmla="*/ 2273793 h 2398711"/>
              <a:gd name="connsiteX35085" fmla="*/ 1722701 w 2119654"/>
              <a:gd name="connsiteY35085" fmla="*/ 942438 h 2398711"/>
              <a:gd name="connsiteX35086" fmla="*/ 1722679 w 2119654"/>
              <a:gd name="connsiteY35086" fmla="*/ 942531 h 2398711"/>
              <a:gd name="connsiteX35087" fmla="*/ 1722705 w 2119654"/>
              <a:gd name="connsiteY35087" fmla="*/ 942457 h 2398711"/>
              <a:gd name="connsiteX35088" fmla="*/ 1143350 w 2119654"/>
              <a:gd name="connsiteY35088" fmla="*/ 2239598 h 2398711"/>
              <a:gd name="connsiteX35089" fmla="*/ 1143814 w 2119654"/>
              <a:gd name="connsiteY35089" fmla="*/ 2240245 h 2398711"/>
              <a:gd name="connsiteX35090" fmla="*/ 1144766 w 2119654"/>
              <a:gd name="connsiteY35090" fmla="*/ 2239304 h 2398711"/>
              <a:gd name="connsiteX35091" fmla="*/ 1130916 w 2119654"/>
              <a:gd name="connsiteY35091" fmla="*/ 2267416 h 2398711"/>
              <a:gd name="connsiteX35092" fmla="*/ 1132239 w 2119654"/>
              <a:gd name="connsiteY35092" fmla="*/ 2268414 h 2398711"/>
              <a:gd name="connsiteX35093" fmla="*/ 1138896 w 2119654"/>
              <a:gd name="connsiteY35093" fmla="*/ 2259573 h 2398711"/>
              <a:gd name="connsiteX35094" fmla="*/ 1134758 w 2119654"/>
              <a:gd name="connsiteY35094" fmla="*/ 2261138 h 2398711"/>
              <a:gd name="connsiteX35095" fmla="*/ 1117457 w 2119654"/>
              <a:gd name="connsiteY35095" fmla="*/ 2296787 h 2398711"/>
              <a:gd name="connsiteX35096" fmla="*/ 1120197 w 2119654"/>
              <a:gd name="connsiteY35096" fmla="*/ 2299237 h 2398711"/>
              <a:gd name="connsiteX35097" fmla="*/ 1132380 w 2119654"/>
              <a:gd name="connsiteY35097" fmla="*/ 2284961 h 2398711"/>
              <a:gd name="connsiteX35098" fmla="*/ 1129576 w 2119654"/>
              <a:gd name="connsiteY35098" fmla="*/ 2286160 h 2398711"/>
              <a:gd name="connsiteX35099" fmla="*/ 1124516 w 2119654"/>
              <a:gd name="connsiteY35099" fmla="*/ 2290669 h 2398711"/>
              <a:gd name="connsiteX35100" fmla="*/ 1117383 w 2119654"/>
              <a:gd name="connsiteY35100" fmla="*/ 2296632 h 2398711"/>
              <a:gd name="connsiteX35101" fmla="*/ 1128738 w 2119654"/>
              <a:gd name="connsiteY35101" fmla="*/ 2286519 h 2398711"/>
              <a:gd name="connsiteX35102" fmla="*/ 1123260 w 2119654"/>
              <a:gd name="connsiteY35102" fmla="*/ 2288863 h 2398711"/>
              <a:gd name="connsiteX35103" fmla="*/ 1165929 w 2119654"/>
              <a:gd name="connsiteY35103" fmla="*/ 2187735 h 2398711"/>
              <a:gd name="connsiteX35104" fmla="*/ 1166332 w 2119654"/>
              <a:gd name="connsiteY35104" fmla="*/ 2188100 h 2398711"/>
              <a:gd name="connsiteX35105" fmla="*/ 1168611 w 2119654"/>
              <a:gd name="connsiteY35105" fmla="*/ 2188249 h 2398711"/>
              <a:gd name="connsiteX35106" fmla="*/ 1168618 w 2119654"/>
              <a:gd name="connsiteY35106" fmla="*/ 2188217 h 2398711"/>
              <a:gd name="connsiteX35107" fmla="*/ 1168766 w 2119654"/>
              <a:gd name="connsiteY35107" fmla="*/ 2186522 h 2398711"/>
              <a:gd name="connsiteX35108" fmla="*/ 1168025 w 2119654"/>
              <a:gd name="connsiteY35108" fmla="*/ 2186159 h 2398711"/>
              <a:gd name="connsiteX35109" fmla="*/ 1127929 w 2119654"/>
              <a:gd name="connsiteY35109" fmla="*/ 2272298 h 2398711"/>
              <a:gd name="connsiteX35110" fmla="*/ 1128670 w 2119654"/>
              <a:gd name="connsiteY35110" fmla="*/ 2273156 h 2398711"/>
              <a:gd name="connsiteX35111" fmla="*/ 1132157 w 2119654"/>
              <a:gd name="connsiteY35111" fmla="*/ 2268524 h 2398711"/>
              <a:gd name="connsiteX35112" fmla="*/ 1130833 w 2119654"/>
              <a:gd name="connsiteY35112" fmla="*/ 2267552 h 2398711"/>
              <a:gd name="connsiteX35113" fmla="*/ 1140222 w 2119654"/>
              <a:gd name="connsiteY35113" fmla="*/ 2244747 h 2398711"/>
              <a:gd name="connsiteX35114" fmla="*/ 1142415 w 2119654"/>
              <a:gd name="connsiteY35114" fmla="*/ 2246646 h 2398711"/>
              <a:gd name="connsiteX35115" fmla="*/ 1144048 w 2119654"/>
              <a:gd name="connsiteY35115" fmla="*/ 2243716 h 2398711"/>
              <a:gd name="connsiteX35116" fmla="*/ 1142791 w 2119654"/>
              <a:gd name="connsiteY35116" fmla="*/ 2242208 h 2398711"/>
              <a:gd name="connsiteX35117" fmla="*/ 1168910 w 2119654"/>
              <a:gd name="connsiteY35117" fmla="*/ 2179952 h 2398711"/>
              <a:gd name="connsiteX35118" fmla="*/ 1168984 w 2119654"/>
              <a:gd name="connsiteY35118" fmla="*/ 2179998 h 2398711"/>
              <a:gd name="connsiteX35119" fmla="*/ 1169358 w 2119654"/>
              <a:gd name="connsiteY35119" fmla="*/ 2179755 h 2398711"/>
              <a:gd name="connsiteX35120" fmla="*/ 1169394 w 2119654"/>
              <a:gd name="connsiteY35120" fmla="*/ 2179347 h 2398711"/>
              <a:gd name="connsiteX35121" fmla="*/ 1169319 w 2119654"/>
              <a:gd name="connsiteY35121" fmla="*/ 2179243 h 2398711"/>
              <a:gd name="connsiteX35122" fmla="*/ 1169309 w 2119654"/>
              <a:gd name="connsiteY35122" fmla="*/ 2179237 h 2398711"/>
              <a:gd name="connsiteX35123" fmla="*/ 1149364 w 2119654"/>
              <a:gd name="connsiteY35123" fmla="*/ 2223678 h 2398711"/>
              <a:gd name="connsiteX35124" fmla="*/ 1150647 w 2119654"/>
              <a:gd name="connsiteY35124" fmla="*/ 2224236 h 2398711"/>
              <a:gd name="connsiteX35125" fmla="*/ 1150930 w 2119654"/>
              <a:gd name="connsiteY35125" fmla="*/ 2224173 h 2398711"/>
              <a:gd name="connsiteX35126" fmla="*/ 1152553 w 2119654"/>
              <a:gd name="connsiteY35126" fmla="*/ 2221561 h 2398711"/>
              <a:gd name="connsiteX35127" fmla="*/ 1168034 w 2119654"/>
              <a:gd name="connsiteY35127" fmla="*/ 2181747 h 2398711"/>
              <a:gd name="connsiteX35128" fmla="*/ 1169129 w 2119654"/>
              <a:gd name="connsiteY35128" fmla="*/ 2182369 h 2398711"/>
              <a:gd name="connsiteX35129" fmla="*/ 1169247 w 2119654"/>
              <a:gd name="connsiteY35129" fmla="*/ 2181025 h 2398711"/>
              <a:gd name="connsiteX35130" fmla="*/ 1151115 w 2119654"/>
              <a:gd name="connsiteY35130" fmla="*/ 2219034 h 2398711"/>
              <a:gd name="connsiteX35131" fmla="*/ 1152100 w 2119654"/>
              <a:gd name="connsiteY35131" fmla="*/ 2220173 h 2398711"/>
              <a:gd name="connsiteX35132" fmla="*/ 1154341 w 2119654"/>
              <a:gd name="connsiteY35132" fmla="*/ 2218686 h 2398711"/>
              <a:gd name="connsiteX35133" fmla="*/ 1155605 w 2119654"/>
              <a:gd name="connsiteY35133" fmla="*/ 2216652 h 2398711"/>
              <a:gd name="connsiteX35134" fmla="*/ 1155563 w 2119654"/>
              <a:gd name="connsiteY35134" fmla="*/ 2216602 h 2398711"/>
              <a:gd name="connsiteX35135" fmla="*/ 1154297 w 2119654"/>
              <a:gd name="connsiteY35135" fmla="*/ 2216808 h 2398711"/>
              <a:gd name="connsiteX35136" fmla="*/ 1141550 w 2119654"/>
              <a:gd name="connsiteY35136" fmla="*/ 2240369 h 2398711"/>
              <a:gd name="connsiteX35137" fmla="*/ 1142517 w 2119654"/>
              <a:gd name="connsiteY35137" fmla="*/ 2241528 h 2398711"/>
              <a:gd name="connsiteX35138" fmla="*/ 1143706 w 2119654"/>
              <a:gd name="connsiteY35138" fmla="*/ 2240352 h 2398711"/>
              <a:gd name="connsiteX35139" fmla="*/ 1143193 w 2119654"/>
              <a:gd name="connsiteY35139" fmla="*/ 2239639 h 2398711"/>
              <a:gd name="connsiteX35140" fmla="*/ 1164482 w 2119654"/>
              <a:gd name="connsiteY35140" fmla="*/ 2188824 h 2398711"/>
              <a:gd name="connsiteX35141" fmla="*/ 1165503 w 2119654"/>
              <a:gd name="connsiteY35141" fmla="*/ 2189120 h 2398711"/>
              <a:gd name="connsiteX35142" fmla="*/ 1164862 w 2119654"/>
              <a:gd name="connsiteY35142" fmla="*/ 2188538 h 2398711"/>
              <a:gd name="connsiteX35143" fmla="*/ 1163889 w 2119654"/>
              <a:gd name="connsiteY35143" fmla="*/ 2190150 h 2398711"/>
              <a:gd name="connsiteX35144" fmla="*/ 1165256 w 2119654"/>
              <a:gd name="connsiteY35144" fmla="*/ 2192279 h 2398711"/>
              <a:gd name="connsiteX35145" fmla="*/ 1167482 w 2119654"/>
              <a:gd name="connsiteY35145" fmla="*/ 2192755 h 2398711"/>
              <a:gd name="connsiteX35146" fmla="*/ 1167857 w 2119654"/>
              <a:gd name="connsiteY35146" fmla="*/ 2191258 h 2398711"/>
              <a:gd name="connsiteX35147" fmla="*/ 1167472 w 2119654"/>
              <a:gd name="connsiteY35147" fmla="*/ 2190909 h 2398711"/>
              <a:gd name="connsiteX35148" fmla="*/ 1125141 w 2119654"/>
              <a:gd name="connsiteY35148" fmla="*/ 2276855 h 2398711"/>
              <a:gd name="connsiteX35149" fmla="*/ 1126068 w 2119654"/>
              <a:gd name="connsiteY35149" fmla="*/ 2276611 h 2398711"/>
              <a:gd name="connsiteX35150" fmla="*/ 1128370 w 2119654"/>
              <a:gd name="connsiteY35150" fmla="*/ 2273553 h 2398711"/>
              <a:gd name="connsiteX35151" fmla="*/ 1127660 w 2119654"/>
              <a:gd name="connsiteY35151" fmla="*/ 2272736 h 2398711"/>
              <a:gd name="connsiteX35152" fmla="*/ 1166400 w 2119654"/>
              <a:gd name="connsiteY35152" fmla="*/ 2184456 h 2398711"/>
              <a:gd name="connsiteX35153" fmla="*/ 1168387 w 2119654"/>
              <a:gd name="connsiteY35153" fmla="*/ 2185428 h 2398711"/>
              <a:gd name="connsiteX35154" fmla="*/ 1168895 w 2119654"/>
              <a:gd name="connsiteY35154" fmla="*/ 2185045 h 2398711"/>
              <a:gd name="connsiteX35155" fmla="*/ 1169044 w 2119654"/>
              <a:gd name="connsiteY35155" fmla="*/ 2183347 h 2398711"/>
              <a:gd name="connsiteX35156" fmla="*/ 1167442 w 2119654"/>
              <a:gd name="connsiteY35156" fmla="*/ 2182587 h 2398711"/>
              <a:gd name="connsiteX35157" fmla="*/ 1717213 w 2119654"/>
              <a:gd name="connsiteY35157" fmla="*/ 951012 h 2398711"/>
              <a:gd name="connsiteX35158" fmla="*/ 1716110 w 2119654"/>
              <a:gd name="connsiteY35158" fmla="*/ 954894 h 2398711"/>
              <a:gd name="connsiteX35159" fmla="*/ 1716124 w 2119654"/>
              <a:gd name="connsiteY35159" fmla="*/ 955439 h 2398711"/>
              <a:gd name="connsiteX35160" fmla="*/ 1717149 w 2119654"/>
              <a:gd name="connsiteY35160" fmla="*/ 953500 h 2398711"/>
              <a:gd name="connsiteX35161" fmla="*/ 1724673 w 2119654"/>
              <a:gd name="connsiteY35161" fmla="*/ 934051 h 2398711"/>
              <a:gd name="connsiteX35162" fmla="*/ 1723760 w 2119654"/>
              <a:gd name="connsiteY35162" fmla="*/ 937934 h 2398711"/>
              <a:gd name="connsiteX35163" fmla="*/ 1723928 w 2119654"/>
              <a:gd name="connsiteY35163" fmla="*/ 938820 h 2398711"/>
              <a:gd name="connsiteX35164" fmla="*/ 1726279 w 2119654"/>
              <a:gd name="connsiteY35164" fmla="*/ 931833 h 2398711"/>
              <a:gd name="connsiteX35165" fmla="*/ 1145302 w 2119654"/>
              <a:gd name="connsiteY35165" fmla="*/ 2231236 h 2398711"/>
              <a:gd name="connsiteX35166" fmla="*/ 1145508 w 2119654"/>
              <a:gd name="connsiteY35166" fmla="*/ 2231366 h 2398711"/>
              <a:gd name="connsiteX35167" fmla="*/ 1145856 w 2119654"/>
              <a:gd name="connsiteY35167" fmla="*/ 2231204 h 2398711"/>
              <a:gd name="connsiteX35168" fmla="*/ 1150848 w 2119654"/>
              <a:gd name="connsiteY35168" fmla="*/ 2218725 h 2398711"/>
              <a:gd name="connsiteX35169" fmla="*/ 1151023 w 2119654"/>
              <a:gd name="connsiteY35169" fmla="*/ 2218928 h 2398711"/>
              <a:gd name="connsiteX35170" fmla="*/ 1153980 w 2119654"/>
              <a:gd name="connsiteY35170" fmla="*/ 2216859 h 2398711"/>
              <a:gd name="connsiteX35171" fmla="*/ 1153348 w 2119654"/>
              <a:gd name="connsiteY35171" fmla="*/ 2216961 h 2398711"/>
              <a:gd name="connsiteX35172" fmla="*/ 1165020 w 2119654"/>
              <a:gd name="connsiteY35172" fmla="*/ 2186908 h 2398711"/>
              <a:gd name="connsiteX35173" fmla="*/ 1165653 w 2119654"/>
              <a:gd name="connsiteY35173" fmla="*/ 2187484 h 2398711"/>
              <a:gd name="connsiteX35174" fmla="*/ 1167655 w 2119654"/>
              <a:gd name="connsiteY35174" fmla="*/ 2185978 h 2398711"/>
              <a:gd name="connsiteX35175" fmla="*/ 1166002 w 2119654"/>
              <a:gd name="connsiteY35175" fmla="*/ 2185171 h 2398711"/>
              <a:gd name="connsiteX35176" fmla="*/ 1165438 w 2119654"/>
              <a:gd name="connsiteY35176" fmla="*/ 2186181 h 2398711"/>
              <a:gd name="connsiteX35177" fmla="*/ 1163999 w 2119654"/>
              <a:gd name="connsiteY35177" fmla="*/ 2188683 h 2398711"/>
              <a:gd name="connsiteX35178" fmla="*/ 1164041 w 2119654"/>
              <a:gd name="connsiteY35178" fmla="*/ 2188696 h 2398711"/>
              <a:gd name="connsiteX35179" fmla="*/ 1164300 w 2119654"/>
              <a:gd name="connsiteY35179" fmla="*/ 2188501 h 2398711"/>
              <a:gd name="connsiteX35180" fmla="*/ 1164111 w 2119654"/>
              <a:gd name="connsiteY35180" fmla="*/ 2188489 h 2398711"/>
              <a:gd name="connsiteX35181" fmla="*/ 1168089 w 2119654"/>
              <a:gd name="connsiteY35181" fmla="*/ 2179435 h 2398711"/>
              <a:gd name="connsiteX35182" fmla="*/ 1168532 w 2119654"/>
              <a:gd name="connsiteY35182" fmla="*/ 2179713 h 2398711"/>
              <a:gd name="connsiteX35183" fmla="*/ 1168833 w 2119654"/>
              <a:gd name="connsiteY35183" fmla="*/ 2179264 h 2398711"/>
              <a:gd name="connsiteX35184" fmla="*/ 1168969 w 2119654"/>
              <a:gd name="connsiteY35184" fmla="*/ 2179019 h 2398711"/>
              <a:gd name="connsiteX35185" fmla="*/ 1168709 w 2119654"/>
              <a:gd name="connsiteY35185" fmla="*/ 2178853 h 2398711"/>
              <a:gd name="connsiteX35186" fmla="*/ 1718172 w 2119654"/>
              <a:gd name="connsiteY35186" fmla="*/ 947631 h 2398711"/>
              <a:gd name="connsiteX35187" fmla="*/ 1717694 w 2119654"/>
              <a:gd name="connsiteY35187" fmla="*/ 949314 h 2398711"/>
              <a:gd name="connsiteX35188" fmla="*/ 1717655 w 2119654"/>
              <a:gd name="connsiteY35188" fmla="*/ 952541 h 2398711"/>
              <a:gd name="connsiteX35189" fmla="*/ 1718722 w 2119654"/>
              <a:gd name="connsiteY35189" fmla="*/ 950524 h 2398711"/>
              <a:gd name="connsiteX35190" fmla="*/ 1122502 w 2119654"/>
              <a:gd name="connsiteY35190" fmla="*/ 2281167 h 2398711"/>
              <a:gd name="connsiteX35191" fmla="*/ 1123836 w 2119654"/>
              <a:gd name="connsiteY35191" fmla="*/ 2279575 h 2398711"/>
              <a:gd name="connsiteX35192" fmla="*/ 1123917 w 2119654"/>
              <a:gd name="connsiteY35192" fmla="*/ 2279466 h 2398711"/>
              <a:gd name="connsiteX35193" fmla="*/ 1123470 w 2119654"/>
              <a:gd name="connsiteY35193" fmla="*/ 2279584 h 2398711"/>
              <a:gd name="connsiteX35194" fmla="*/ 1165717 w 2119654"/>
              <a:gd name="connsiteY35194" fmla="*/ 2184123 h 2398711"/>
              <a:gd name="connsiteX35195" fmla="*/ 1166037 w 2119654"/>
              <a:gd name="connsiteY35195" fmla="*/ 2184280 h 2398711"/>
              <a:gd name="connsiteX35196" fmla="*/ 1167078 w 2119654"/>
              <a:gd name="connsiteY35196" fmla="*/ 2182414 h 2398711"/>
              <a:gd name="connsiteX35197" fmla="*/ 1166987 w 2119654"/>
              <a:gd name="connsiteY35197" fmla="*/ 2182370 h 2398711"/>
              <a:gd name="connsiteX35198" fmla="*/ 1166967 w 2119654"/>
              <a:gd name="connsiteY35198" fmla="*/ 2182382 h 2398711"/>
              <a:gd name="connsiteX35199" fmla="*/ 1147445 w 2119654"/>
              <a:gd name="connsiteY35199" fmla="*/ 2224951 h 2398711"/>
              <a:gd name="connsiteX35200" fmla="*/ 1147901 w 2119654"/>
              <a:gd name="connsiteY35200" fmla="*/ 2224850 h 2398711"/>
              <a:gd name="connsiteX35201" fmla="*/ 1147718 w 2119654"/>
              <a:gd name="connsiteY35201" fmla="*/ 2224770 h 2398711"/>
              <a:gd name="connsiteX35202" fmla="*/ 1162294 w 2119654"/>
              <a:gd name="connsiteY35202" fmla="*/ 2191644 h 2398711"/>
              <a:gd name="connsiteX35203" fmla="*/ 1163902 w 2119654"/>
              <a:gd name="connsiteY35203" fmla="*/ 2191988 h 2398711"/>
              <a:gd name="connsiteX35204" fmla="*/ 1162950 w 2119654"/>
              <a:gd name="connsiteY35204" fmla="*/ 2190506 h 2398711"/>
              <a:gd name="connsiteX35205" fmla="*/ 1696673 w 2119654"/>
              <a:gd name="connsiteY35205" fmla="*/ 994697 h 2398711"/>
              <a:gd name="connsiteX35206" fmla="*/ 1697035 w 2119654"/>
              <a:gd name="connsiteY35206" fmla="*/ 995958 h 2398711"/>
              <a:gd name="connsiteX35207" fmla="*/ 1698124 w 2119654"/>
              <a:gd name="connsiteY35207" fmla="*/ 993548 h 2398711"/>
              <a:gd name="connsiteX35208" fmla="*/ 1698278 w 2119654"/>
              <a:gd name="connsiteY35208" fmla="*/ 992512 h 2398711"/>
              <a:gd name="connsiteX35209" fmla="*/ 1138894 w 2119654"/>
              <a:gd name="connsiteY35209" fmla="*/ 2243597 h 2398711"/>
              <a:gd name="connsiteX35210" fmla="*/ 1139709 w 2119654"/>
              <a:gd name="connsiteY35210" fmla="*/ 2244302 h 2398711"/>
              <a:gd name="connsiteX35211" fmla="*/ 1142355 w 2119654"/>
              <a:gd name="connsiteY35211" fmla="*/ 2241687 h 2398711"/>
              <a:gd name="connsiteX35212" fmla="*/ 1141335 w 2119654"/>
              <a:gd name="connsiteY35212" fmla="*/ 2240465 h 2398711"/>
              <a:gd name="connsiteX35213" fmla="*/ 1140730 w 2119654"/>
              <a:gd name="connsiteY35213" fmla="*/ 2240734 h 2398711"/>
              <a:gd name="connsiteX35214" fmla="*/ 1753508 w 2119654"/>
              <a:gd name="connsiteY35214" fmla="*/ 867280 h 2398711"/>
              <a:gd name="connsiteX35215" fmla="*/ 1752956 w 2119654"/>
              <a:gd name="connsiteY35215" fmla="*/ 871452 h 2398711"/>
              <a:gd name="connsiteX35216" fmla="*/ 1753951 w 2119654"/>
              <a:gd name="connsiteY35216" fmla="*/ 869538 h 2398711"/>
              <a:gd name="connsiteX35217" fmla="*/ 1164232 w 2119654"/>
              <a:gd name="connsiteY35217" fmla="*/ 2186193 h 2398711"/>
              <a:gd name="connsiteX35218" fmla="*/ 1164723 w 2119654"/>
              <a:gd name="connsiteY35218" fmla="*/ 2186638 h 2398711"/>
              <a:gd name="connsiteX35219" fmla="*/ 1165639 w 2119654"/>
              <a:gd name="connsiteY35219" fmla="*/ 2184994 h 2398711"/>
              <a:gd name="connsiteX35220" fmla="*/ 1165234 w 2119654"/>
              <a:gd name="connsiteY35220" fmla="*/ 2184797 h 2398711"/>
              <a:gd name="connsiteX35221" fmla="*/ 1721384 w 2119654"/>
              <a:gd name="connsiteY35221" fmla="*/ 938589 h 2398711"/>
              <a:gd name="connsiteX35222" fmla="*/ 1721421 w 2119654"/>
              <a:gd name="connsiteY35222" fmla="*/ 940010 h 2398711"/>
              <a:gd name="connsiteX35223" fmla="*/ 1721816 w 2119654"/>
              <a:gd name="connsiteY35223" fmla="*/ 937993 h 2398711"/>
              <a:gd name="connsiteX35224" fmla="*/ 1166534 w 2119654"/>
              <a:gd name="connsiteY35224" fmla="*/ 2180895 h 2398711"/>
              <a:gd name="connsiteX35225" fmla="*/ 1167107 w 2119654"/>
              <a:gd name="connsiteY35225" fmla="*/ 2181220 h 2398711"/>
              <a:gd name="connsiteX35226" fmla="*/ 1167846 w 2119654"/>
              <a:gd name="connsiteY35226" fmla="*/ 2180739 h 2398711"/>
              <a:gd name="connsiteX35227" fmla="*/ 1168421 w 2119654"/>
              <a:gd name="connsiteY35227" fmla="*/ 2179879 h 2398711"/>
              <a:gd name="connsiteX35228" fmla="*/ 1167943 w 2119654"/>
              <a:gd name="connsiteY35228" fmla="*/ 2179572 h 2398711"/>
              <a:gd name="connsiteX35229" fmla="*/ 1163097 w 2119654"/>
              <a:gd name="connsiteY35229" fmla="*/ 2188422 h 2398711"/>
              <a:gd name="connsiteX35230" fmla="*/ 1163641 w 2119654"/>
              <a:gd name="connsiteY35230" fmla="*/ 2188579 h 2398711"/>
              <a:gd name="connsiteX35231" fmla="*/ 1163706 w 2119654"/>
              <a:gd name="connsiteY35231" fmla="*/ 2188462 h 2398711"/>
              <a:gd name="connsiteX35232" fmla="*/ 1159271 w 2119654"/>
              <a:gd name="connsiteY35232" fmla="*/ 2196898 h 2398711"/>
              <a:gd name="connsiteX35233" fmla="*/ 1160879 w 2119654"/>
              <a:gd name="connsiteY35233" fmla="*/ 2197269 h 2398711"/>
              <a:gd name="connsiteX35234" fmla="*/ 1163165 w 2119654"/>
              <a:gd name="connsiteY35234" fmla="*/ 2196080 h 2398711"/>
              <a:gd name="connsiteX35235" fmla="*/ 1160118 w 2119654"/>
              <a:gd name="connsiteY35235" fmla="*/ 2195426 h 2398711"/>
              <a:gd name="connsiteX35236" fmla="*/ 1720054 w 2119654"/>
              <a:gd name="connsiteY35236" fmla="*/ 941006 h 2398711"/>
              <a:gd name="connsiteX35237" fmla="*/ 1719028 w 2119654"/>
              <a:gd name="connsiteY35237" fmla="*/ 944618 h 2398711"/>
              <a:gd name="connsiteX35238" fmla="*/ 1719695 w 2119654"/>
              <a:gd name="connsiteY35238" fmla="*/ 948131 h 2398711"/>
              <a:gd name="connsiteX35239" fmla="*/ 1720185 w 2119654"/>
              <a:gd name="connsiteY35239" fmla="*/ 946082 h 2398711"/>
              <a:gd name="connsiteX35240" fmla="*/ 1742721 w 2119654"/>
              <a:gd name="connsiteY35240" fmla="*/ 890132 h 2398711"/>
              <a:gd name="connsiteX35241" fmla="*/ 1742843 w 2119654"/>
              <a:gd name="connsiteY35241" fmla="*/ 890756 h 2398711"/>
              <a:gd name="connsiteX35242" fmla="*/ 1743516 w 2119654"/>
              <a:gd name="connsiteY35242" fmla="*/ 888604 h 2398711"/>
              <a:gd name="connsiteX35243" fmla="*/ 1158279 w 2119654"/>
              <a:gd name="connsiteY35243" fmla="*/ 2198623 h 2398711"/>
              <a:gd name="connsiteX35244" fmla="*/ 1160339 w 2119654"/>
              <a:gd name="connsiteY35244" fmla="*/ 2197550 h 2398711"/>
              <a:gd name="connsiteX35245" fmla="*/ 1159065 w 2119654"/>
              <a:gd name="connsiteY35245" fmla="*/ 2197256 h 2398711"/>
              <a:gd name="connsiteX35246" fmla="*/ 1149818 w 2119654"/>
              <a:gd name="connsiteY35246" fmla="*/ 2217535 h 2398711"/>
              <a:gd name="connsiteX35247" fmla="*/ 1150670 w 2119654"/>
              <a:gd name="connsiteY35247" fmla="*/ 2218519 h 2398711"/>
              <a:gd name="connsiteX35248" fmla="*/ 1152737 w 2119654"/>
              <a:gd name="connsiteY35248" fmla="*/ 2217061 h 2398711"/>
              <a:gd name="connsiteX35249" fmla="*/ 1163019 w 2119654"/>
              <a:gd name="connsiteY35249" fmla="*/ 2187884 h 2398711"/>
              <a:gd name="connsiteX35250" fmla="*/ 1163993 w 2119654"/>
              <a:gd name="connsiteY35250" fmla="*/ 2187947 h 2398711"/>
              <a:gd name="connsiteX35251" fmla="*/ 1164068 w 2119654"/>
              <a:gd name="connsiteY35251" fmla="*/ 2187814 h 2398711"/>
              <a:gd name="connsiteX35252" fmla="*/ 1163463 w 2119654"/>
              <a:gd name="connsiteY35252" fmla="*/ 2187265 h 2398711"/>
              <a:gd name="connsiteX35253" fmla="*/ 1136249 w 2119654"/>
              <a:gd name="connsiteY35253" fmla="*/ 2247724 h 2398711"/>
              <a:gd name="connsiteX35254" fmla="*/ 1139418 w 2119654"/>
              <a:gd name="connsiteY35254" fmla="*/ 2244591 h 2398711"/>
              <a:gd name="connsiteX35255" fmla="*/ 1138672 w 2119654"/>
              <a:gd name="connsiteY35255" fmla="*/ 2243945 h 2398711"/>
              <a:gd name="connsiteX35256" fmla="*/ 1690133 w 2119654"/>
              <a:gd name="connsiteY35256" fmla="*/ 1007447 h 2398711"/>
              <a:gd name="connsiteX35257" fmla="*/ 1690131 w 2119654"/>
              <a:gd name="connsiteY35257" fmla="*/ 1008090 h 2398711"/>
              <a:gd name="connsiteX35258" fmla="*/ 1690163 w 2119654"/>
              <a:gd name="connsiteY35258" fmla="*/ 1008943 h 2398711"/>
              <a:gd name="connsiteX35259" fmla="*/ 1690557 w 2119654"/>
              <a:gd name="connsiteY35259" fmla="*/ 1008372 h 2398711"/>
              <a:gd name="connsiteX35260" fmla="*/ 1690581 w 2119654"/>
              <a:gd name="connsiteY35260" fmla="*/ 1008735 h 2398711"/>
              <a:gd name="connsiteX35261" fmla="*/ 1690178 w 2119654"/>
              <a:gd name="connsiteY35261" fmla="*/ 1009317 h 2398711"/>
              <a:gd name="connsiteX35262" fmla="*/ 1690211 w 2119654"/>
              <a:gd name="connsiteY35262" fmla="*/ 1010178 h 2398711"/>
              <a:gd name="connsiteX35263" fmla="*/ 1690123 w 2119654"/>
              <a:gd name="connsiteY35263" fmla="*/ 1011276 h 2398711"/>
              <a:gd name="connsiteX35264" fmla="*/ 1690826 w 2119654"/>
              <a:gd name="connsiteY35264" fmla="*/ 1009714 h 2398711"/>
              <a:gd name="connsiteX35265" fmla="*/ 1690833 w 2119654"/>
              <a:gd name="connsiteY35265" fmla="*/ 1008368 h 2398711"/>
              <a:gd name="connsiteX35266" fmla="*/ 1690640 w 2119654"/>
              <a:gd name="connsiteY35266" fmla="*/ 1007544 h 2398711"/>
              <a:gd name="connsiteX35267" fmla="*/ 1712212 w 2119654"/>
              <a:gd name="connsiteY35267" fmla="*/ 957958 h 2398711"/>
              <a:gd name="connsiteX35268" fmla="*/ 1709258 w 2119654"/>
              <a:gd name="connsiteY35268" fmla="*/ 967375 h 2398711"/>
              <a:gd name="connsiteX35269" fmla="*/ 1709264 w 2119654"/>
              <a:gd name="connsiteY35269" fmla="*/ 967986 h 2398711"/>
              <a:gd name="connsiteX35270" fmla="*/ 1709407 w 2119654"/>
              <a:gd name="connsiteY35270" fmla="*/ 967973 h 2398711"/>
              <a:gd name="connsiteX35271" fmla="*/ 1710015 w 2119654"/>
              <a:gd name="connsiteY35271" fmla="*/ 966998 h 2398711"/>
              <a:gd name="connsiteX35272" fmla="*/ 1712081 w 2119654"/>
              <a:gd name="connsiteY35272" fmla="*/ 963088 h 2398711"/>
              <a:gd name="connsiteX35273" fmla="*/ 1164796 w 2119654"/>
              <a:gd name="connsiteY35273" fmla="*/ 2183674 h 2398711"/>
              <a:gd name="connsiteX35274" fmla="*/ 1165616 w 2119654"/>
              <a:gd name="connsiteY35274" fmla="*/ 2184074 h 2398711"/>
              <a:gd name="connsiteX35275" fmla="*/ 1166602 w 2119654"/>
              <a:gd name="connsiteY35275" fmla="*/ 2182599 h 2398711"/>
              <a:gd name="connsiteX35276" fmla="*/ 1117735 w 2119654"/>
              <a:gd name="connsiteY35276" fmla="*/ 2288959 h 2398711"/>
              <a:gd name="connsiteX35277" fmla="*/ 1125039 w 2119654"/>
              <a:gd name="connsiteY35277" fmla="*/ 2285833 h 2398711"/>
              <a:gd name="connsiteX35278" fmla="*/ 1129047 w 2119654"/>
              <a:gd name="connsiteY35278" fmla="*/ 2280534 h 2398711"/>
              <a:gd name="connsiteX35279" fmla="*/ 1131238 w 2119654"/>
              <a:gd name="connsiteY35279" fmla="*/ 2277541 h 2398711"/>
              <a:gd name="connsiteX35280" fmla="*/ 1127706 w 2119654"/>
              <a:gd name="connsiteY35280" fmla="*/ 2278470 h 2398711"/>
              <a:gd name="connsiteX35281" fmla="*/ 1125293 w 2119654"/>
              <a:gd name="connsiteY35281" fmla="*/ 2281351 h 2398711"/>
              <a:gd name="connsiteX35282" fmla="*/ 1118474 w 2119654"/>
              <a:gd name="connsiteY35282" fmla="*/ 2287749 h 2398711"/>
              <a:gd name="connsiteX35283" fmla="*/ 1740541 w 2119654"/>
              <a:gd name="connsiteY35283" fmla="*/ 894324 h 2398711"/>
              <a:gd name="connsiteX35284" fmla="*/ 1740281 w 2119654"/>
              <a:gd name="connsiteY35284" fmla="*/ 895823 h 2398711"/>
              <a:gd name="connsiteX35285" fmla="*/ 1741559 w 2119654"/>
              <a:gd name="connsiteY35285" fmla="*/ 893367 h 2398711"/>
              <a:gd name="connsiteX35286" fmla="*/ 1741416 w 2119654"/>
              <a:gd name="connsiteY35286" fmla="*/ 892640 h 2398711"/>
              <a:gd name="connsiteX35287" fmla="*/ 1717742 w 2119654"/>
              <a:gd name="connsiteY35287" fmla="*/ 945367 h 2398711"/>
              <a:gd name="connsiteX35288" fmla="*/ 1717714 w 2119654"/>
              <a:gd name="connsiteY35288" fmla="*/ 947760 h 2398711"/>
              <a:gd name="connsiteX35289" fmla="*/ 1718000 w 2119654"/>
              <a:gd name="connsiteY35289" fmla="*/ 946722 h 2398711"/>
              <a:gd name="connsiteX35290" fmla="*/ 1161078 w 2119654"/>
              <a:gd name="connsiteY35290" fmla="*/ 2191383 h 2398711"/>
              <a:gd name="connsiteX35291" fmla="*/ 1161972 w 2119654"/>
              <a:gd name="connsiteY35291" fmla="*/ 2191574 h 2398711"/>
              <a:gd name="connsiteX35292" fmla="*/ 1162745 w 2119654"/>
              <a:gd name="connsiteY35292" fmla="*/ 2190187 h 2398711"/>
              <a:gd name="connsiteX35293" fmla="*/ 1162720 w 2119654"/>
              <a:gd name="connsiteY35293" fmla="*/ 2190148 h 2398711"/>
              <a:gd name="connsiteX35294" fmla="*/ 1142590 w 2119654"/>
              <a:gd name="connsiteY35294" fmla="*/ 2232730 h 2398711"/>
              <a:gd name="connsiteX35295" fmla="*/ 1145397 w 2119654"/>
              <a:gd name="connsiteY35295" fmla="*/ 2231418 h 2398711"/>
              <a:gd name="connsiteX35296" fmla="*/ 1145124 w 2119654"/>
              <a:gd name="connsiteY35296" fmla="*/ 2231247 h 2398711"/>
              <a:gd name="connsiteX35297" fmla="*/ 1144957 w 2119654"/>
              <a:gd name="connsiteY35297" fmla="*/ 2231256 h 2398711"/>
              <a:gd name="connsiteX35298" fmla="*/ 1718611 w 2119654"/>
              <a:gd name="connsiteY35298" fmla="*/ 942418 h 2398711"/>
              <a:gd name="connsiteX35299" fmla="*/ 1718846 w 2119654"/>
              <a:gd name="connsiteY35299" fmla="*/ 943656 h 2398711"/>
              <a:gd name="connsiteX35300" fmla="*/ 1719542 w 2119654"/>
              <a:gd name="connsiteY35300" fmla="*/ 941132 h 2398711"/>
              <a:gd name="connsiteX35301" fmla="*/ 1137860 w 2119654"/>
              <a:gd name="connsiteY35301" fmla="*/ 2242702 h 2398711"/>
              <a:gd name="connsiteX35302" fmla="*/ 1138735 w 2119654"/>
              <a:gd name="connsiteY35302" fmla="*/ 2243460 h 2398711"/>
              <a:gd name="connsiteX35303" fmla="*/ 1140385 w 2119654"/>
              <a:gd name="connsiteY35303" fmla="*/ 2240888 h 2398711"/>
              <a:gd name="connsiteX35304" fmla="*/ 1139107 w 2119654"/>
              <a:gd name="connsiteY35304" fmla="*/ 2241455 h 2398711"/>
              <a:gd name="connsiteX35305" fmla="*/ 1133903 w 2119654"/>
              <a:gd name="connsiteY35305" fmla="*/ 2251383 h 2398711"/>
              <a:gd name="connsiteX35306" fmla="*/ 1137570 w 2119654"/>
              <a:gd name="connsiteY35306" fmla="*/ 2253900 h 2398711"/>
              <a:gd name="connsiteX35307" fmla="*/ 1138826 w 2119654"/>
              <a:gd name="connsiteY35307" fmla="*/ 2253084 h 2398711"/>
              <a:gd name="connsiteX35308" fmla="*/ 1142212 w 2119654"/>
              <a:gd name="connsiteY35308" fmla="*/ 2247010 h 2398711"/>
              <a:gd name="connsiteX35309" fmla="*/ 1139931 w 2119654"/>
              <a:gd name="connsiteY35309" fmla="*/ 2245035 h 2398711"/>
              <a:gd name="connsiteX35310" fmla="*/ 1134583 w 2119654"/>
              <a:gd name="connsiteY35310" fmla="*/ 2250322 h 2398711"/>
              <a:gd name="connsiteX35311" fmla="*/ 1735855 w 2119654"/>
              <a:gd name="connsiteY35311" fmla="*/ 903333 h 2398711"/>
              <a:gd name="connsiteX35312" fmla="*/ 1735635 w 2119654"/>
              <a:gd name="connsiteY35312" fmla="*/ 904390 h 2398711"/>
              <a:gd name="connsiteX35313" fmla="*/ 1736309 w 2119654"/>
              <a:gd name="connsiteY35313" fmla="*/ 903460 h 2398711"/>
              <a:gd name="connsiteX35314" fmla="*/ 1737307 w 2119654"/>
              <a:gd name="connsiteY35314" fmla="*/ 901541 h 2398711"/>
              <a:gd name="connsiteX35315" fmla="*/ 1737621 w 2119654"/>
              <a:gd name="connsiteY35315" fmla="*/ 899937 h 2398711"/>
              <a:gd name="connsiteX35316" fmla="*/ 1160583 w 2119654"/>
              <a:gd name="connsiteY35316" fmla="*/ 2191277 h 2398711"/>
              <a:gd name="connsiteX35317" fmla="*/ 1160603 w 2119654"/>
              <a:gd name="connsiteY35317" fmla="*/ 2191281 h 2398711"/>
              <a:gd name="connsiteX35318" fmla="*/ 1162499 w 2119654"/>
              <a:gd name="connsiteY35318" fmla="*/ 2189855 h 2398711"/>
              <a:gd name="connsiteX35319" fmla="*/ 1161722 w 2119654"/>
              <a:gd name="connsiteY35319" fmla="*/ 2189690 h 2398711"/>
              <a:gd name="connsiteX35320" fmla="*/ 1692268 w 2119654"/>
              <a:gd name="connsiteY35320" fmla="*/ 1000693 h 2398711"/>
              <a:gd name="connsiteX35321" fmla="*/ 1692255 w 2119654"/>
              <a:gd name="connsiteY35321" fmla="*/ 1003637 h 2398711"/>
              <a:gd name="connsiteX35322" fmla="*/ 1692767 w 2119654"/>
              <a:gd name="connsiteY35322" fmla="*/ 1005417 h 2398711"/>
              <a:gd name="connsiteX35323" fmla="*/ 1695408 w 2119654"/>
              <a:gd name="connsiteY35323" fmla="*/ 999562 h 2398711"/>
              <a:gd name="connsiteX35324" fmla="*/ 1694852 w 2119654"/>
              <a:gd name="connsiteY35324" fmla="*/ 997176 h 2398711"/>
              <a:gd name="connsiteX35325" fmla="*/ 1690142 w 2119654"/>
              <a:gd name="connsiteY35325" fmla="*/ 1005417 h 2398711"/>
              <a:gd name="connsiteX35326" fmla="*/ 1690140 w 2119654"/>
              <a:gd name="connsiteY35326" fmla="*/ 1006010 h 2398711"/>
              <a:gd name="connsiteX35327" fmla="*/ 1690287 w 2119654"/>
              <a:gd name="connsiteY35327" fmla="*/ 1006039 h 2398711"/>
              <a:gd name="connsiteX35328" fmla="*/ 1116726 w 2119654"/>
              <a:gd name="connsiteY35328" fmla="*/ 2289390 h 2398711"/>
              <a:gd name="connsiteX35329" fmla="*/ 1116884 w 2119654"/>
              <a:gd name="connsiteY35329" fmla="*/ 2289322 h 2398711"/>
              <a:gd name="connsiteX35330" fmla="*/ 1117000 w 2119654"/>
              <a:gd name="connsiteY35330" fmla="*/ 2289133 h 2398711"/>
              <a:gd name="connsiteX35331" fmla="*/ 1114540 w 2119654"/>
              <a:gd name="connsiteY35331" fmla="*/ 2294180 h 2398711"/>
              <a:gd name="connsiteX35332" fmla="*/ 1117037 w 2119654"/>
              <a:gd name="connsiteY35332" fmla="*/ 2296412 h 2398711"/>
              <a:gd name="connsiteX35333" fmla="*/ 1122501 w 2119654"/>
              <a:gd name="connsiteY35333" fmla="*/ 2289188 h 2398711"/>
              <a:gd name="connsiteX35334" fmla="*/ 1115854 w 2119654"/>
              <a:gd name="connsiteY35334" fmla="*/ 2292032 h 2398711"/>
              <a:gd name="connsiteX35335" fmla="*/ 1133671 w 2119654"/>
              <a:gd name="connsiteY35335" fmla="*/ 2251224 h 2398711"/>
              <a:gd name="connsiteX35336" fmla="*/ 1133731 w 2119654"/>
              <a:gd name="connsiteY35336" fmla="*/ 2251265 h 2398711"/>
              <a:gd name="connsiteX35337" fmla="*/ 1133910 w 2119654"/>
              <a:gd name="connsiteY35337" fmla="*/ 2250987 h 2398711"/>
              <a:gd name="connsiteX35338" fmla="*/ 1146557 w 2119654"/>
              <a:gd name="connsiteY35338" fmla="*/ 2222224 h 2398711"/>
              <a:gd name="connsiteX35339" fmla="*/ 1147860 w 2119654"/>
              <a:gd name="connsiteY35339" fmla="*/ 2222988 h 2398711"/>
              <a:gd name="connsiteX35340" fmla="*/ 1151852 w 2119654"/>
              <a:gd name="connsiteY35340" fmla="*/ 2220338 h 2398711"/>
              <a:gd name="connsiteX35341" fmla="*/ 1150852 w 2119654"/>
              <a:gd name="connsiteY35341" fmla="*/ 2219219 h 2398711"/>
              <a:gd name="connsiteX35342" fmla="*/ 1163918 w 2119654"/>
              <a:gd name="connsiteY35342" fmla="*/ 2183244 h 2398711"/>
              <a:gd name="connsiteX35343" fmla="*/ 1163962 w 2119654"/>
              <a:gd name="connsiteY35343" fmla="*/ 2183266 h 2398711"/>
              <a:gd name="connsiteX35344" fmla="*/ 1166033 w 2119654"/>
              <a:gd name="connsiteY35344" fmla="*/ 2181919 h 2398711"/>
              <a:gd name="connsiteX35345" fmla="*/ 1165641 w 2119654"/>
              <a:gd name="connsiteY35345" fmla="*/ 2181733 h 2398711"/>
              <a:gd name="connsiteX35346" fmla="*/ 1164737 w 2119654"/>
              <a:gd name="connsiteY35346" fmla="*/ 2182580 h 2398711"/>
              <a:gd name="connsiteX35347" fmla="*/ 1683403 w 2119654"/>
              <a:gd name="connsiteY35347" fmla="*/ 1019239 h 2398711"/>
              <a:gd name="connsiteX35348" fmla="*/ 1683304 w 2119654"/>
              <a:gd name="connsiteY35348" fmla="*/ 1020701 h 2398711"/>
              <a:gd name="connsiteX35349" fmla="*/ 1683600 w 2119654"/>
              <a:gd name="connsiteY35349" fmla="*/ 1020400 h 2398711"/>
              <a:gd name="connsiteX35350" fmla="*/ 1683604 w 2119654"/>
              <a:gd name="connsiteY35350" fmla="*/ 1020381 h 2398711"/>
              <a:gd name="connsiteX35351" fmla="*/ 1162781 w 2119654"/>
              <a:gd name="connsiteY35351" fmla="*/ 2184874 h 2398711"/>
              <a:gd name="connsiteX35352" fmla="*/ 1164168 w 2119654"/>
              <a:gd name="connsiteY35352" fmla="*/ 2186134 h 2398711"/>
              <a:gd name="connsiteX35353" fmla="*/ 1165155 w 2119654"/>
              <a:gd name="connsiteY35353" fmla="*/ 2184758 h 2398711"/>
              <a:gd name="connsiteX35354" fmla="*/ 1163958 w 2119654"/>
              <a:gd name="connsiteY35354" fmla="*/ 2184173 h 2398711"/>
              <a:gd name="connsiteX35355" fmla="*/ 1146193 w 2119654"/>
              <a:gd name="connsiteY35355" fmla="*/ 2222010 h 2398711"/>
              <a:gd name="connsiteX35356" fmla="*/ 1146425 w 2119654"/>
              <a:gd name="connsiteY35356" fmla="*/ 2222147 h 2398711"/>
              <a:gd name="connsiteX35357" fmla="*/ 1150758 w 2119654"/>
              <a:gd name="connsiteY35357" fmla="*/ 2219114 h 2398711"/>
              <a:gd name="connsiteX35358" fmla="*/ 1150580 w 2119654"/>
              <a:gd name="connsiteY35358" fmla="*/ 2218915 h 2398711"/>
              <a:gd name="connsiteX35359" fmla="*/ 1715888 w 2119654"/>
              <a:gd name="connsiteY35359" fmla="*/ 946326 h 2398711"/>
              <a:gd name="connsiteX35360" fmla="*/ 1716078 w 2119654"/>
              <a:gd name="connsiteY35360" fmla="*/ 953688 h 2398711"/>
              <a:gd name="connsiteX35361" fmla="*/ 1717253 w 2119654"/>
              <a:gd name="connsiteY35361" fmla="*/ 949431 h 2398711"/>
              <a:gd name="connsiteX35362" fmla="*/ 1717389 w 2119654"/>
              <a:gd name="connsiteY35362" fmla="*/ 944115 h 2398711"/>
              <a:gd name="connsiteX35363" fmla="*/ 1714525 w 2119654"/>
              <a:gd name="connsiteY35363" fmla="*/ 948334 h 2398711"/>
              <a:gd name="connsiteX35364" fmla="*/ 1712673 w 2119654"/>
              <a:gd name="connsiteY35364" fmla="*/ 956213 h 2398711"/>
              <a:gd name="connsiteX35365" fmla="*/ 1712518 w 2119654"/>
              <a:gd name="connsiteY35365" fmla="*/ 962260 h 2398711"/>
              <a:gd name="connsiteX35366" fmla="*/ 1714612 w 2119654"/>
              <a:gd name="connsiteY35366" fmla="*/ 958297 h 2398711"/>
              <a:gd name="connsiteX35367" fmla="*/ 1714965 w 2119654"/>
              <a:gd name="connsiteY35367" fmla="*/ 950851 h 2398711"/>
              <a:gd name="connsiteX35368" fmla="*/ 1714886 w 2119654"/>
              <a:gd name="connsiteY35368" fmla="*/ 947801 h 2398711"/>
              <a:gd name="connsiteX35369" fmla="*/ 1126655 w 2119654"/>
              <a:gd name="connsiteY35369" fmla="*/ 2264201 h 2398711"/>
              <a:gd name="connsiteX35370" fmla="*/ 1130487 w 2119654"/>
              <a:gd name="connsiteY35370" fmla="*/ 2267091 h 2398711"/>
              <a:gd name="connsiteX35371" fmla="*/ 1133940 w 2119654"/>
              <a:gd name="connsiteY35371" fmla="*/ 2261447 h 2398711"/>
              <a:gd name="connsiteX35372" fmla="*/ 1681314 w 2119654"/>
              <a:gd name="connsiteY35372" fmla="*/ 1022143 h 2398711"/>
              <a:gd name="connsiteX35373" fmla="*/ 1681312 w 2119654"/>
              <a:gd name="connsiteY35373" fmla="*/ 1022729 h 2398711"/>
              <a:gd name="connsiteX35374" fmla="*/ 1681552 w 2119654"/>
              <a:gd name="connsiteY35374" fmla="*/ 1022485 h 2398711"/>
              <a:gd name="connsiteX35375" fmla="*/ 1681604 w 2119654"/>
              <a:gd name="connsiteY35375" fmla="*/ 1021723 h 2398711"/>
              <a:gd name="connsiteX35376" fmla="*/ 1113581 w 2119654"/>
              <a:gd name="connsiteY35376" fmla="*/ 2293323 h 2398711"/>
              <a:gd name="connsiteX35377" fmla="*/ 1114134 w 2119654"/>
              <a:gd name="connsiteY35377" fmla="*/ 2293816 h 2398711"/>
              <a:gd name="connsiteX35378" fmla="*/ 1115003 w 2119654"/>
              <a:gd name="connsiteY35378" fmla="*/ 2292397 h 2398711"/>
              <a:gd name="connsiteX35379" fmla="*/ 1113951 w 2119654"/>
              <a:gd name="connsiteY35379" fmla="*/ 2292846 h 2398711"/>
              <a:gd name="connsiteX35380" fmla="*/ 1712806 w 2119654"/>
              <a:gd name="connsiteY35380" fmla="*/ 950865 h 2398711"/>
              <a:gd name="connsiteX35381" fmla="*/ 1712802 w 2119654"/>
              <a:gd name="connsiteY35381" fmla="*/ 951206 h 2398711"/>
              <a:gd name="connsiteX35382" fmla="*/ 1712791 w 2119654"/>
              <a:gd name="connsiteY35382" fmla="*/ 951605 h 2398711"/>
              <a:gd name="connsiteX35383" fmla="*/ 1713211 w 2119654"/>
              <a:gd name="connsiteY35383" fmla="*/ 950269 h 2398711"/>
              <a:gd name="connsiteX35384" fmla="*/ 1113341 w 2119654"/>
              <a:gd name="connsiteY35384" fmla="*/ 2293108 h 2398711"/>
              <a:gd name="connsiteX35385" fmla="*/ 1113477 w 2119654"/>
              <a:gd name="connsiteY35385" fmla="*/ 2293230 h 2398711"/>
              <a:gd name="connsiteX35386" fmla="*/ 1113686 w 2119654"/>
              <a:gd name="connsiteY35386" fmla="*/ 2292961 h 2398711"/>
              <a:gd name="connsiteX35387" fmla="*/ 1686252 w 2119654"/>
              <a:gd name="connsiteY35387" fmla="*/ 1010233 h 2398711"/>
              <a:gd name="connsiteX35388" fmla="*/ 1686413 w 2119654"/>
              <a:gd name="connsiteY35388" fmla="*/ 1014370 h 2398711"/>
              <a:gd name="connsiteX35389" fmla="*/ 1686447 w 2119654"/>
              <a:gd name="connsiteY35389" fmla="*/ 1014321 h 2398711"/>
              <a:gd name="connsiteX35390" fmla="*/ 1686855 w 2119654"/>
              <a:gd name="connsiteY35390" fmla="*/ 1009300 h 2398711"/>
              <a:gd name="connsiteX35391" fmla="*/ 1108072 w 2119654"/>
              <a:gd name="connsiteY35391" fmla="*/ 2304750 h 2398711"/>
              <a:gd name="connsiteX35392" fmla="*/ 1115477 w 2119654"/>
              <a:gd name="connsiteY35392" fmla="*/ 2298331 h 2398711"/>
              <a:gd name="connsiteX35393" fmla="*/ 1115810 w 2119654"/>
              <a:gd name="connsiteY35393" fmla="*/ 2298033 h 2398711"/>
              <a:gd name="connsiteX35394" fmla="*/ 1116758 w 2119654"/>
              <a:gd name="connsiteY35394" fmla="*/ 2296781 h 2398711"/>
              <a:gd name="connsiteX35395" fmla="*/ 1114267 w 2119654"/>
              <a:gd name="connsiteY35395" fmla="*/ 2294625 h 2398711"/>
              <a:gd name="connsiteX35396" fmla="*/ 1161172 w 2119654"/>
              <a:gd name="connsiteY35396" fmla="*/ 2185831 h 2398711"/>
              <a:gd name="connsiteX35397" fmla="*/ 1161494 w 2119654"/>
              <a:gd name="connsiteY35397" fmla="*/ 2186424 h 2398711"/>
              <a:gd name="connsiteX35398" fmla="*/ 1162407 w 2119654"/>
              <a:gd name="connsiteY35398" fmla="*/ 2187844 h 2398711"/>
              <a:gd name="connsiteX35399" fmla="*/ 1162917 w 2119654"/>
              <a:gd name="connsiteY35399" fmla="*/ 2187877 h 2398711"/>
              <a:gd name="connsiteX35400" fmla="*/ 1163398 w 2119654"/>
              <a:gd name="connsiteY35400" fmla="*/ 2187206 h 2398711"/>
              <a:gd name="connsiteX35401" fmla="*/ 1161603 w 2119654"/>
              <a:gd name="connsiteY35401" fmla="*/ 2185575 h 2398711"/>
              <a:gd name="connsiteX35402" fmla="*/ 1752402 w 2119654"/>
              <a:gd name="connsiteY35402" fmla="*/ 861650 h 2398711"/>
              <a:gd name="connsiteX35403" fmla="*/ 1747161 w 2119654"/>
              <a:gd name="connsiteY35403" fmla="*/ 877568 h 2398711"/>
              <a:gd name="connsiteX35404" fmla="*/ 1745321 w 2119654"/>
              <a:gd name="connsiteY35404" fmla="*/ 884219 h 2398711"/>
              <a:gd name="connsiteX35405" fmla="*/ 1743820 w 2119654"/>
              <a:gd name="connsiteY35405" fmla="*/ 889018 h 2398711"/>
              <a:gd name="connsiteX35406" fmla="*/ 1750391 w 2119654"/>
              <a:gd name="connsiteY35406" fmla="*/ 876384 h 2398711"/>
              <a:gd name="connsiteX35407" fmla="*/ 1752910 w 2119654"/>
              <a:gd name="connsiteY35407" fmla="*/ 864242 h 2398711"/>
              <a:gd name="connsiteX35408" fmla="*/ 1159843 w 2119654"/>
              <a:gd name="connsiteY35408" fmla="*/ 2187479 h 2398711"/>
              <a:gd name="connsiteX35409" fmla="*/ 1160718 w 2119654"/>
              <a:gd name="connsiteY35409" fmla="*/ 2187734 h 2398711"/>
              <a:gd name="connsiteX35410" fmla="*/ 1161189 w 2119654"/>
              <a:gd name="connsiteY35410" fmla="*/ 2187764 h 2398711"/>
              <a:gd name="connsiteX35411" fmla="*/ 1160451 w 2119654"/>
              <a:gd name="connsiteY35411" fmla="*/ 2186616 h 2398711"/>
              <a:gd name="connsiteX35412" fmla="*/ 1683822 w 2119654"/>
              <a:gd name="connsiteY35412" fmla="*/ 1013999 h 2398711"/>
              <a:gd name="connsiteX35413" fmla="*/ 1683954 w 2119654"/>
              <a:gd name="connsiteY35413" fmla="*/ 1014606 h 2398711"/>
              <a:gd name="connsiteX35414" fmla="*/ 1683924 w 2119654"/>
              <a:gd name="connsiteY35414" fmla="*/ 1013841 h 2398711"/>
              <a:gd name="connsiteX35415" fmla="*/ 1754125 w 2119654"/>
              <a:gd name="connsiteY35415" fmla="*/ 856412 h 2398711"/>
              <a:gd name="connsiteX35416" fmla="*/ 1753910 w 2119654"/>
              <a:gd name="connsiteY35416" fmla="*/ 857067 h 2398711"/>
              <a:gd name="connsiteX35417" fmla="*/ 1753987 w 2119654"/>
              <a:gd name="connsiteY35417" fmla="*/ 857458 h 2398711"/>
              <a:gd name="connsiteX35418" fmla="*/ 1681876 w 2119654"/>
              <a:gd name="connsiteY35418" fmla="*/ 1017690 h 2398711"/>
              <a:gd name="connsiteX35419" fmla="*/ 1681321 w 2119654"/>
              <a:gd name="connsiteY35419" fmla="*/ 1020050 h 2398711"/>
              <a:gd name="connsiteX35420" fmla="*/ 1681315 w 2119654"/>
              <a:gd name="connsiteY35420" fmla="*/ 1021746 h 2398711"/>
              <a:gd name="connsiteX35421" fmla="*/ 1681633 w 2119654"/>
              <a:gd name="connsiteY35421" fmla="*/ 1021284 h 2398711"/>
              <a:gd name="connsiteX35422" fmla="*/ 1686166 w 2119654"/>
              <a:gd name="connsiteY35422" fmla="*/ 1008003 h 2398711"/>
              <a:gd name="connsiteX35423" fmla="*/ 1686244 w 2119654"/>
              <a:gd name="connsiteY35423" fmla="*/ 1009999 h 2398711"/>
              <a:gd name="connsiteX35424" fmla="*/ 1686878 w 2119654"/>
              <a:gd name="connsiteY35424" fmla="*/ 1009017 h 2398711"/>
              <a:gd name="connsiteX35425" fmla="*/ 1687054 w 2119654"/>
              <a:gd name="connsiteY35425" fmla="*/ 1006857 h 2398711"/>
              <a:gd name="connsiteX35426" fmla="*/ 1687040 w 2119654"/>
              <a:gd name="connsiteY35426" fmla="*/ 1006854 h 2398711"/>
              <a:gd name="connsiteX35427" fmla="*/ 1709140 w 2119654"/>
              <a:gd name="connsiteY35427" fmla="*/ 956267 h 2398711"/>
              <a:gd name="connsiteX35428" fmla="*/ 1709212 w 2119654"/>
              <a:gd name="connsiteY35428" fmla="*/ 963017 h 2398711"/>
              <a:gd name="connsiteX35429" fmla="*/ 1712338 w 2119654"/>
              <a:gd name="connsiteY35429" fmla="*/ 953051 h 2398711"/>
              <a:gd name="connsiteX35430" fmla="*/ 1712379 w 2119654"/>
              <a:gd name="connsiteY35430" fmla="*/ 951497 h 2398711"/>
              <a:gd name="connsiteX35431" fmla="*/ 1683867 w 2119654"/>
              <a:gd name="connsiteY35431" fmla="*/ 1012366 h 2398711"/>
              <a:gd name="connsiteX35432" fmla="*/ 1683773 w 2119654"/>
              <a:gd name="connsiteY35432" fmla="*/ 1013770 h 2398711"/>
              <a:gd name="connsiteX35433" fmla="*/ 1683782 w 2119654"/>
              <a:gd name="connsiteY35433" fmla="*/ 1013812 h 2398711"/>
              <a:gd name="connsiteX35434" fmla="*/ 1683915 w 2119654"/>
              <a:gd name="connsiteY35434" fmla="*/ 1013605 h 2398711"/>
              <a:gd name="connsiteX35435" fmla="*/ 1157618 w 2119654"/>
              <a:gd name="connsiteY35435" fmla="*/ 2190642 h 2398711"/>
              <a:gd name="connsiteX35436" fmla="*/ 1160490 w 2119654"/>
              <a:gd name="connsiteY35436" fmla="*/ 2191257 h 2398711"/>
              <a:gd name="connsiteX35437" fmla="*/ 1161628 w 2119654"/>
              <a:gd name="connsiteY35437" fmla="*/ 2189671 h 2398711"/>
              <a:gd name="connsiteX35438" fmla="*/ 1158732 w 2119654"/>
              <a:gd name="connsiteY35438" fmla="*/ 2189057 h 2398711"/>
              <a:gd name="connsiteX35439" fmla="*/ 1681328 w 2119654"/>
              <a:gd name="connsiteY35439" fmla="*/ 1017861 h 2398711"/>
              <a:gd name="connsiteX35440" fmla="*/ 1681328 w 2119654"/>
              <a:gd name="connsiteY35440" fmla="*/ 1018009 h 2398711"/>
              <a:gd name="connsiteX35441" fmla="*/ 1681382 w 2119654"/>
              <a:gd name="connsiteY35441" fmla="*/ 1017778 h 2398711"/>
              <a:gd name="connsiteX35442" fmla="*/ 1155041 w 2119654"/>
              <a:gd name="connsiteY35442" fmla="*/ 2195923 h 2398711"/>
              <a:gd name="connsiteX35443" fmla="*/ 1159034 w 2119654"/>
              <a:gd name="connsiteY35443" fmla="*/ 2196844 h 2398711"/>
              <a:gd name="connsiteX35444" fmla="*/ 1159856 w 2119654"/>
              <a:gd name="connsiteY35444" fmla="*/ 2195370 h 2398711"/>
              <a:gd name="connsiteX35445" fmla="*/ 1156681 w 2119654"/>
              <a:gd name="connsiteY35445" fmla="*/ 2194689 h 2398711"/>
              <a:gd name="connsiteX35446" fmla="*/ 1131103 w 2119654"/>
              <a:gd name="connsiteY35446" fmla="*/ 2249461 h 2398711"/>
              <a:gd name="connsiteX35447" fmla="*/ 1133102 w 2119654"/>
              <a:gd name="connsiteY35447" fmla="*/ 2250834 h 2398711"/>
              <a:gd name="connsiteX35448" fmla="*/ 1135575 w 2119654"/>
              <a:gd name="connsiteY35448" fmla="*/ 2248390 h 2398711"/>
              <a:gd name="connsiteX35449" fmla="*/ 1138513 w 2119654"/>
              <a:gd name="connsiteY35449" fmla="*/ 2243807 h 2398711"/>
              <a:gd name="connsiteX35450" fmla="*/ 1137572 w 2119654"/>
              <a:gd name="connsiteY35450" fmla="*/ 2242992 h 2398711"/>
              <a:gd name="connsiteX35451" fmla="*/ 1681631 w 2119654"/>
              <a:gd name="connsiteY35451" fmla="*/ 1016722 h 2398711"/>
              <a:gd name="connsiteX35452" fmla="*/ 1681330 w 2119654"/>
              <a:gd name="connsiteY35452" fmla="*/ 1017514 h 2398711"/>
              <a:gd name="connsiteX35453" fmla="*/ 1681330 w 2119654"/>
              <a:gd name="connsiteY35453" fmla="*/ 1017567 h 2398711"/>
              <a:gd name="connsiteX35454" fmla="*/ 1681488 w 2119654"/>
              <a:gd name="connsiteY35454" fmla="*/ 1017329 h 2398711"/>
              <a:gd name="connsiteX35455" fmla="*/ 1161242 w 2119654"/>
              <a:gd name="connsiteY35455" fmla="*/ 2181937 h 2398711"/>
              <a:gd name="connsiteX35456" fmla="*/ 1161304 w 2119654"/>
              <a:gd name="connsiteY35456" fmla="*/ 2181967 h 2398711"/>
              <a:gd name="connsiteX35457" fmla="*/ 1161575 w 2119654"/>
              <a:gd name="connsiteY35457" fmla="*/ 2181713 h 2398711"/>
              <a:gd name="connsiteX35458" fmla="*/ 1124897 w 2119654"/>
              <a:gd name="connsiteY35458" fmla="*/ 2262875 h 2398711"/>
              <a:gd name="connsiteX35459" fmla="*/ 1125409 w 2119654"/>
              <a:gd name="connsiteY35459" fmla="*/ 2263260 h 2398711"/>
              <a:gd name="connsiteX35460" fmla="*/ 1135064 w 2119654"/>
              <a:gd name="connsiteY35460" fmla="*/ 2259610 h 2398711"/>
              <a:gd name="connsiteX35461" fmla="*/ 1136455 w 2119654"/>
              <a:gd name="connsiteY35461" fmla="*/ 2257336 h 2398711"/>
              <a:gd name="connsiteX35462" fmla="*/ 1137966 w 2119654"/>
              <a:gd name="connsiteY35462" fmla="*/ 2254627 h 2398711"/>
              <a:gd name="connsiteX35463" fmla="*/ 1137769 w 2119654"/>
              <a:gd name="connsiteY35463" fmla="*/ 2254501 h 2398711"/>
              <a:gd name="connsiteX35464" fmla="*/ 1160267 w 2119654"/>
              <a:gd name="connsiteY35464" fmla="*/ 2182589 h 2398711"/>
              <a:gd name="connsiteX35465" fmla="*/ 1160457 w 2119654"/>
              <a:gd name="connsiteY35465" fmla="*/ 2182763 h 2398711"/>
              <a:gd name="connsiteX35466" fmla="*/ 1160667 w 2119654"/>
              <a:gd name="connsiteY35466" fmla="*/ 2182565 h 2398711"/>
              <a:gd name="connsiteX35467" fmla="*/ 1160456 w 2119654"/>
              <a:gd name="connsiteY35467" fmla="*/ 2182463 h 2398711"/>
              <a:gd name="connsiteX35468" fmla="*/ 1143179 w 2119654"/>
              <a:gd name="connsiteY35468" fmla="*/ 2220244 h 2398711"/>
              <a:gd name="connsiteX35469" fmla="*/ 1145935 w 2119654"/>
              <a:gd name="connsiteY35469" fmla="*/ 2221859 h 2398711"/>
              <a:gd name="connsiteX35470" fmla="*/ 1150398 w 2119654"/>
              <a:gd name="connsiteY35470" fmla="*/ 2218710 h 2398711"/>
              <a:gd name="connsiteX35471" fmla="*/ 1149408 w 2119654"/>
              <a:gd name="connsiteY35471" fmla="*/ 2217601 h 2398711"/>
              <a:gd name="connsiteX35472" fmla="*/ 1145930 w 2119654"/>
              <a:gd name="connsiteY35472" fmla="*/ 2218166 h 2398711"/>
              <a:gd name="connsiteX35473" fmla="*/ 1677462 w 2119654"/>
              <a:gd name="connsiteY35473" fmla="*/ 1023850 h 2398711"/>
              <a:gd name="connsiteX35474" fmla="*/ 1677051 w 2119654"/>
              <a:gd name="connsiteY35474" fmla="*/ 1027068 h 2398711"/>
              <a:gd name="connsiteX35475" fmla="*/ 1677127 w 2119654"/>
              <a:gd name="connsiteY35475" fmla="*/ 1026991 h 2398711"/>
              <a:gd name="connsiteX35476" fmla="*/ 1677565 w 2119654"/>
              <a:gd name="connsiteY35476" fmla="*/ 1025882 h 2398711"/>
              <a:gd name="connsiteX35477" fmla="*/ 1677573 w 2119654"/>
              <a:gd name="connsiteY35477" fmla="*/ 1023679 h 2398711"/>
              <a:gd name="connsiteX35478" fmla="*/ 1140581 w 2119654"/>
              <a:gd name="connsiteY35478" fmla="*/ 2225951 h 2398711"/>
              <a:gd name="connsiteX35479" fmla="*/ 1143668 w 2119654"/>
              <a:gd name="connsiteY35479" fmla="*/ 2225770 h 2398711"/>
              <a:gd name="connsiteX35480" fmla="*/ 1146181 w 2119654"/>
              <a:gd name="connsiteY35480" fmla="*/ 2224102 h 2398711"/>
              <a:gd name="connsiteX35481" fmla="*/ 1144354 w 2119654"/>
              <a:gd name="connsiteY35481" fmla="*/ 2223307 h 2398711"/>
              <a:gd name="connsiteX35482" fmla="*/ 1141530 w 2119654"/>
              <a:gd name="connsiteY35482" fmla="*/ 2225300 h 2398711"/>
              <a:gd name="connsiteX35483" fmla="*/ 1154061 w 2119654"/>
              <a:gd name="connsiteY35483" fmla="*/ 2195696 h 2398711"/>
              <a:gd name="connsiteX35484" fmla="*/ 1154573 w 2119654"/>
              <a:gd name="connsiteY35484" fmla="*/ 2195815 h 2398711"/>
              <a:gd name="connsiteX35485" fmla="*/ 1156205 w 2119654"/>
              <a:gd name="connsiteY35485" fmla="*/ 2194587 h 2398711"/>
              <a:gd name="connsiteX35486" fmla="*/ 1155020 w 2119654"/>
              <a:gd name="connsiteY35486" fmla="*/ 2194333 h 2398711"/>
              <a:gd name="connsiteX35487" fmla="*/ 1677575 w 2119654"/>
              <a:gd name="connsiteY35487" fmla="*/ 1022968 h 2398711"/>
              <a:gd name="connsiteX35488" fmla="*/ 1677536 w 2119654"/>
              <a:gd name="connsiteY35488" fmla="*/ 1023275 h 2398711"/>
              <a:gd name="connsiteX35489" fmla="*/ 1677574 w 2119654"/>
              <a:gd name="connsiteY35489" fmla="*/ 1023217 h 2398711"/>
              <a:gd name="connsiteX35490" fmla="*/ 1153308 w 2119654"/>
              <a:gd name="connsiteY35490" fmla="*/ 2196766 h 2398711"/>
              <a:gd name="connsiteX35491" fmla="*/ 1154161 w 2119654"/>
              <a:gd name="connsiteY35491" fmla="*/ 2196124 h 2398711"/>
              <a:gd name="connsiteX35492" fmla="*/ 1153815 w 2119654"/>
              <a:gd name="connsiteY35492" fmla="*/ 2196045 h 2398711"/>
              <a:gd name="connsiteX35493" fmla="*/ 1137710 w 2119654"/>
              <a:gd name="connsiteY35493" fmla="*/ 2231679 h 2398711"/>
              <a:gd name="connsiteX35494" fmla="*/ 1139427 w 2119654"/>
              <a:gd name="connsiteY35494" fmla="*/ 2234139 h 2398711"/>
              <a:gd name="connsiteX35495" fmla="*/ 1139441 w 2119654"/>
              <a:gd name="connsiteY35495" fmla="*/ 2234158 h 2398711"/>
              <a:gd name="connsiteX35496" fmla="*/ 1139694 w 2119654"/>
              <a:gd name="connsiteY35496" fmla="*/ 2234061 h 2398711"/>
              <a:gd name="connsiteX35497" fmla="*/ 1143979 w 2119654"/>
              <a:gd name="connsiteY35497" fmla="*/ 2231313 h 2398711"/>
              <a:gd name="connsiteX35498" fmla="*/ 1681340 w 2119654"/>
              <a:gd name="connsiteY35498" fmla="*/ 1014349 h 2398711"/>
              <a:gd name="connsiteX35499" fmla="*/ 1681334 w 2119654"/>
              <a:gd name="connsiteY35499" fmla="*/ 1016359 h 2398711"/>
              <a:gd name="connsiteX35500" fmla="*/ 1682097 w 2119654"/>
              <a:gd name="connsiteY35500" fmla="*/ 1014429 h 2398711"/>
              <a:gd name="connsiteX35501" fmla="*/ 1682176 w 2119654"/>
              <a:gd name="connsiteY35501" fmla="*/ 1013250 h 2398711"/>
              <a:gd name="connsiteX35502" fmla="*/ 1122336 w 2119654"/>
              <a:gd name="connsiteY35502" fmla="*/ 2265834 h 2398711"/>
              <a:gd name="connsiteX35503" fmla="*/ 1127560 w 2119654"/>
              <a:gd name="connsiteY35503" fmla="*/ 2271873 h 2398711"/>
              <a:gd name="connsiteX35504" fmla="*/ 1130399 w 2119654"/>
              <a:gd name="connsiteY35504" fmla="*/ 2267235 h 2398711"/>
              <a:gd name="connsiteX35505" fmla="*/ 1126397 w 2119654"/>
              <a:gd name="connsiteY35505" fmla="*/ 2264299 h 2398711"/>
              <a:gd name="connsiteX35506" fmla="*/ 1690359 w 2119654"/>
              <a:gd name="connsiteY35506" fmla="*/ 993764 h 2398711"/>
              <a:gd name="connsiteX35507" fmla="*/ 1690192 w 2119654"/>
              <a:gd name="connsiteY35507" fmla="*/ 994200 h 2398711"/>
              <a:gd name="connsiteX35508" fmla="*/ 1690190 w 2119654"/>
              <a:gd name="connsiteY35508" fmla="*/ 994795 h 2398711"/>
              <a:gd name="connsiteX35509" fmla="*/ 1690401 w 2119654"/>
              <a:gd name="connsiteY35509" fmla="*/ 994580 h 2398711"/>
              <a:gd name="connsiteX35510" fmla="*/ 1739595 w 2119654"/>
              <a:gd name="connsiteY35510" fmla="*/ 883373 h 2398711"/>
              <a:gd name="connsiteX35511" fmla="*/ 1739184 w 2119654"/>
              <a:gd name="connsiteY35511" fmla="*/ 886484 h 2398711"/>
              <a:gd name="connsiteX35512" fmla="*/ 1739926 w 2119654"/>
              <a:gd name="connsiteY35512" fmla="*/ 885056 h 2398711"/>
              <a:gd name="connsiteX35513" fmla="*/ 1690904 w 2119654"/>
              <a:gd name="connsiteY35513" fmla="*/ 992329 h 2398711"/>
              <a:gd name="connsiteX35514" fmla="*/ 1690825 w 2119654"/>
              <a:gd name="connsiteY35514" fmla="*/ 992538 h 2398711"/>
              <a:gd name="connsiteX35515" fmla="*/ 1690896 w 2119654"/>
              <a:gd name="connsiteY35515" fmla="*/ 993930 h 2398711"/>
              <a:gd name="connsiteX35516" fmla="*/ 1122772 w 2119654"/>
              <a:gd name="connsiteY35516" fmla="*/ 2264258 h 2398711"/>
              <a:gd name="connsiteX35517" fmla="*/ 1125127 w 2119654"/>
              <a:gd name="connsiteY35517" fmla="*/ 2263367 h 2398711"/>
              <a:gd name="connsiteX35518" fmla="*/ 1124663 w 2119654"/>
              <a:gd name="connsiteY35518" fmla="*/ 2263028 h 2398711"/>
              <a:gd name="connsiteX35519" fmla="*/ 1692646 w 2119654"/>
              <a:gd name="connsiteY35519" fmla="*/ 987747 h 2398711"/>
              <a:gd name="connsiteX35520" fmla="*/ 1692322 w 2119654"/>
              <a:gd name="connsiteY35520" fmla="*/ 988598 h 2398711"/>
              <a:gd name="connsiteX35521" fmla="*/ 1692306 w 2119654"/>
              <a:gd name="connsiteY35521" fmla="*/ 992105 h 2398711"/>
              <a:gd name="connsiteX35522" fmla="*/ 1693336 w 2119654"/>
              <a:gd name="connsiteY35522" fmla="*/ 990702 h 2398711"/>
              <a:gd name="connsiteX35523" fmla="*/ 1155581 w 2119654"/>
              <a:gd name="connsiteY35523" fmla="*/ 2189991 h 2398711"/>
              <a:gd name="connsiteX35524" fmla="*/ 1156591 w 2119654"/>
              <a:gd name="connsiteY35524" fmla="*/ 2190387 h 2398711"/>
              <a:gd name="connsiteX35525" fmla="*/ 1157603 w 2119654"/>
              <a:gd name="connsiteY35525" fmla="*/ 2188818 h 2398711"/>
              <a:gd name="connsiteX35526" fmla="*/ 1157149 w 2119654"/>
              <a:gd name="connsiteY35526" fmla="*/ 2188722 h 2398711"/>
              <a:gd name="connsiteX35527" fmla="*/ 1681346 w 2119654"/>
              <a:gd name="connsiteY35527" fmla="*/ 1012552 h 2398711"/>
              <a:gd name="connsiteX35528" fmla="*/ 1681344 w 2119654"/>
              <a:gd name="connsiteY35528" fmla="*/ 1012977 h 2398711"/>
              <a:gd name="connsiteX35529" fmla="*/ 1682069 w 2119654"/>
              <a:gd name="connsiteY35529" fmla="*/ 1011817 h 2398711"/>
              <a:gd name="connsiteX35530" fmla="*/ 1150315 w 2119654"/>
              <a:gd name="connsiteY35530" fmla="*/ 2201020 h 2398711"/>
              <a:gd name="connsiteX35531" fmla="*/ 1151290 w 2119654"/>
              <a:gd name="connsiteY35531" fmla="*/ 2202003 h 2398711"/>
              <a:gd name="connsiteX35532" fmla="*/ 1155433 w 2119654"/>
              <a:gd name="connsiteY35532" fmla="*/ 2200103 h 2398711"/>
              <a:gd name="connsiteX35533" fmla="*/ 1157948 w 2119654"/>
              <a:gd name="connsiteY35533" fmla="*/ 2198794 h 2398711"/>
              <a:gd name="connsiteX35534" fmla="*/ 1158835 w 2119654"/>
              <a:gd name="connsiteY35534" fmla="*/ 2197203 h 2398711"/>
              <a:gd name="connsiteX35535" fmla="*/ 1154629 w 2119654"/>
              <a:gd name="connsiteY35535" fmla="*/ 2196232 h 2398711"/>
              <a:gd name="connsiteX35536" fmla="*/ 1152623 w 2119654"/>
              <a:gd name="connsiteY35536" fmla="*/ 2197740 h 2398711"/>
              <a:gd name="connsiteX35537" fmla="*/ 1123189 w 2119654"/>
              <a:gd name="connsiteY35537" fmla="*/ 2261586 h 2398711"/>
              <a:gd name="connsiteX35538" fmla="*/ 1124378 w 2119654"/>
              <a:gd name="connsiteY35538" fmla="*/ 2262484 h 2398711"/>
              <a:gd name="connsiteX35539" fmla="*/ 1137204 w 2119654"/>
              <a:gd name="connsiteY35539" fmla="*/ 2254138 h 2398711"/>
              <a:gd name="connsiteX35540" fmla="*/ 1133612 w 2119654"/>
              <a:gd name="connsiteY35540" fmla="*/ 2251836 h 2398711"/>
              <a:gd name="connsiteX35541" fmla="*/ 1133555 w 2119654"/>
              <a:gd name="connsiteY35541" fmla="*/ 2251926 h 2398711"/>
              <a:gd name="connsiteX35542" fmla="*/ 1133261 w 2119654"/>
              <a:gd name="connsiteY35542" fmla="*/ 2251999 h 2398711"/>
              <a:gd name="connsiteX35543" fmla="*/ 1133437 w 2119654"/>
              <a:gd name="connsiteY35543" fmla="*/ 2251723 h 2398711"/>
              <a:gd name="connsiteX35544" fmla="*/ 1133272 w 2119654"/>
              <a:gd name="connsiteY35544" fmla="*/ 2251618 h 2398711"/>
              <a:gd name="connsiteX35545" fmla="*/ 1692332 w 2119654"/>
              <a:gd name="connsiteY35545" fmla="*/ 986406 h 2398711"/>
              <a:gd name="connsiteX35546" fmla="*/ 1692325 w 2119654"/>
              <a:gd name="connsiteY35546" fmla="*/ 988008 h 2398711"/>
              <a:gd name="connsiteX35547" fmla="*/ 1692561 w 2119654"/>
              <a:gd name="connsiteY35547" fmla="*/ 987386 h 2398711"/>
              <a:gd name="connsiteX35548" fmla="*/ 1687832 w 2119654"/>
              <a:gd name="connsiteY35548" fmla="*/ 996265 h 2398711"/>
              <a:gd name="connsiteX35549" fmla="*/ 1687665 w 2119654"/>
              <a:gd name="connsiteY35549" fmla="*/ 997366 h 2398711"/>
              <a:gd name="connsiteX35550" fmla="*/ 1687842 w 2119654"/>
              <a:gd name="connsiteY35550" fmla="*/ 997185 h 2398711"/>
              <a:gd name="connsiteX35551" fmla="*/ 1687860 w 2119654"/>
              <a:gd name="connsiteY35551" fmla="*/ 996968 h 2398711"/>
              <a:gd name="connsiteX35552" fmla="*/ 1148879 w 2119654"/>
              <a:gd name="connsiteY35552" fmla="*/ 2203060 h 2398711"/>
              <a:gd name="connsiteX35553" fmla="*/ 1148901 w 2119654"/>
              <a:gd name="connsiteY35553" fmla="*/ 2203098 h 2398711"/>
              <a:gd name="connsiteX35554" fmla="*/ 1151108 w 2119654"/>
              <a:gd name="connsiteY35554" fmla="*/ 2202086 h 2398711"/>
              <a:gd name="connsiteX35555" fmla="*/ 1150206 w 2119654"/>
              <a:gd name="connsiteY35555" fmla="*/ 2201176 h 2398711"/>
              <a:gd name="connsiteX35556" fmla="*/ 1690207 w 2119654"/>
              <a:gd name="connsiteY35556" fmla="*/ 990845 h 2398711"/>
              <a:gd name="connsiteX35557" fmla="*/ 1690195 w 2119654"/>
              <a:gd name="connsiteY35557" fmla="*/ 993610 h 2398711"/>
              <a:gd name="connsiteX35558" fmla="*/ 1690331 w 2119654"/>
              <a:gd name="connsiteY35558" fmla="*/ 993251 h 2398711"/>
              <a:gd name="connsiteX35559" fmla="*/ 1135405 w 2119654"/>
              <a:gd name="connsiteY35559" fmla="*/ 2232943 h 2398711"/>
              <a:gd name="connsiteX35560" fmla="*/ 1137116 w 2119654"/>
              <a:gd name="connsiteY35560" fmla="*/ 2235051 h 2398711"/>
              <a:gd name="connsiteX35561" fmla="*/ 1139295 w 2119654"/>
              <a:gd name="connsiteY35561" fmla="*/ 2234213 h 2398711"/>
              <a:gd name="connsiteX35562" fmla="*/ 1137483 w 2119654"/>
              <a:gd name="connsiteY35562" fmla="*/ 2231692 h 2398711"/>
              <a:gd name="connsiteX35563" fmla="*/ 1137271 w 2119654"/>
              <a:gd name="connsiteY35563" fmla="*/ 2231705 h 2398711"/>
              <a:gd name="connsiteX35564" fmla="*/ 1141464 w 2119654"/>
              <a:gd name="connsiteY35564" fmla="*/ 2219239 h 2398711"/>
              <a:gd name="connsiteX35565" fmla="*/ 1142151 w 2119654"/>
              <a:gd name="connsiteY35565" fmla="*/ 2219642 h 2398711"/>
              <a:gd name="connsiteX35566" fmla="*/ 1143606 w 2119654"/>
              <a:gd name="connsiteY35566" fmla="*/ 2218543 h 2398711"/>
              <a:gd name="connsiteX35567" fmla="*/ 1142436 w 2119654"/>
              <a:gd name="connsiteY35567" fmla="*/ 2218733 h 2398711"/>
              <a:gd name="connsiteX35568" fmla="*/ 1675358 w 2119654"/>
              <a:gd name="connsiteY35568" fmla="*/ 1023641 h 2398711"/>
              <a:gd name="connsiteX35569" fmla="*/ 1675458 w 2119654"/>
              <a:gd name="connsiteY35569" fmla="*/ 1023843 h 2398711"/>
              <a:gd name="connsiteX35570" fmla="*/ 1675792 w 2119654"/>
              <a:gd name="connsiteY35570" fmla="*/ 1022947 h 2398711"/>
              <a:gd name="connsiteX35571" fmla="*/ 1128490 w 2119654"/>
              <a:gd name="connsiteY35571" fmla="*/ 2247669 h 2398711"/>
              <a:gd name="connsiteX35572" fmla="*/ 1129264 w 2119654"/>
              <a:gd name="connsiteY35572" fmla="*/ 2248200 h 2398711"/>
              <a:gd name="connsiteX35573" fmla="*/ 1133525 w 2119654"/>
              <a:gd name="connsiteY35573" fmla="*/ 2243937 h 2398711"/>
              <a:gd name="connsiteX35574" fmla="*/ 1133425 w 2119654"/>
              <a:gd name="connsiteY35574" fmla="*/ 2243982 h 2398711"/>
              <a:gd name="connsiteX35575" fmla="*/ 1131624 w 2119654"/>
              <a:gd name="connsiteY35575" fmla="*/ 2245387 h 2398711"/>
              <a:gd name="connsiteX35576" fmla="*/ 1104488 w 2119654"/>
              <a:gd name="connsiteY35576" fmla="*/ 2300875 h 2398711"/>
              <a:gd name="connsiteX35577" fmla="*/ 1103687 w 2119654"/>
              <a:gd name="connsiteY35577" fmla="*/ 2302759 h 2398711"/>
              <a:gd name="connsiteX35578" fmla="*/ 1090784 w 2119654"/>
              <a:gd name="connsiteY35578" fmla="*/ 2331977 h 2398711"/>
              <a:gd name="connsiteX35579" fmla="*/ 1106509 w 2119654"/>
              <a:gd name="connsiteY35579" fmla="*/ 2306279 h 2398711"/>
              <a:gd name="connsiteX35580" fmla="*/ 1104747 w 2119654"/>
              <a:gd name="connsiteY35580" fmla="*/ 2307806 h 2398711"/>
              <a:gd name="connsiteX35581" fmla="*/ 1104536 w 2119654"/>
              <a:gd name="connsiteY35581" fmla="*/ 2307815 h 2398711"/>
              <a:gd name="connsiteX35582" fmla="*/ 1106735 w 2119654"/>
              <a:gd name="connsiteY35582" fmla="*/ 2305909 h 2398711"/>
              <a:gd name="connsiteX35583" fmla="*/ 1113857 w 2119654"/>
              <a:gd name="connsiteY35583" fmla="*/ 2294270 h 2398711"/>
              <a:gd name="connsiteX35584" fmla="*/ 1113254 w 2119654"/>
              <a:gd name="connsiteY35584" fmla="*/ 2293748 h 2398711"/>
              <a:gd name="connsiteX35585" fmla="*/ 1107097 w 2119654"/>
              <a:gd name="connsiteY35585" fmla="*/ 2301694 h 2398711"/>
              <a:gd name="connsiteX35586" fmla="*/ 1106895 w 2119654"/>
              <a:gd name="connsiteY35586" fmla="*/ 2301725 h 2398711"/>
              <a:gd name="connsiteX35587" fmla="*/ 1113148 w 2119654"/>
              <a:gd name="connsiteY35587" fmla="*/ 2293656 h 2398711"/>
              <a:gd name="connsiteX35588" fmla="*/ 1112788 w 2119654"/>
              <a:gd name="connsiteY35588" fmla="*/ 2293344 h 2398711"/>
              <a:gd name="connsiteX35589" fmla="*/ 1112281 w 2119654"/>
              <a:gd name="connsiteY35589" fmla="*/ 2293562 h 2398711"/>
              <a:gd name="connsiteX35590" fmla="*/ 1149420 w 2119654"/>
              <a:gd name="connsiteY35590" fmla="*/ 2200119 h 2398711"/>
              <a:gd name="connsiteX35591" fmla="*/ 1149963 w 2119654"/>
              <a:gd name="connsiteY35591" fmla="*/ 2200667 h 2398711"/>
              <a:gd name="connsiteX35592" fmla="*/ 1151124 w 2119654"/>
              <a:gd name="connsiteY35592" fmla="*/ 2198867 h 2398711"/>
              <a:gd name="connsiteX35593" fmla="*/ 1150844 w 2119654"/>
              <a:gd name="connsiteY35593" fmla="*/ 2199077 h 2398711"/>
              <a:gd name="connsiteX35594" fmla="*/ 1733577 w 2119654"/>
              <a:gd name="connsiteY35594" fmla="*/ 892059 h 2398711"/>
              <a:gd name="connsiteX35595" fmla="*/ 1731978 w 2119654"/>
              <a:gd name="connsiteY35595" fmla="*/ 900340 h 2398711"/>
              <a:gd name="connsiteX35596" fmla="*/ 1733573 w 2119654"/>
              <a:gd name="connsiteY35596" fmla="*/ 897271 h 2398711"/>
              <a:gd name="connsiteX35597" fmla="*/ 1106595 w 2119654"/>
              <a:gd name="connsiteY35597" fmla="*/ 2295918 h 2398711"/>
              <a:gd name="connsiteX35598" fmla="*/ 1105667 w 2119654"/>
              <a:gd name="connsiteY35598" fmla="*/ 2298101 h 2398711"/>
              <a:gd name="connsiteX35599" fmla="*/ 1109016 w 2119654"/>
              <a:gd name="connsiteY35599" fmla="*/ 2294958 h 2398711"/>
              <a:gd name="connsiteX35600" fmla="*/ 1107511 w 2119654"/>
              <a:gd name="connsiteY35600" fmla="*/ 2295603 h 2398711"/>
              <a:gd name="connsiteX35601" fmla="*/ 1733100 w 2119654"/>
              <a:gd name="connsiteY35601" fmla="*/ 892834 h 2398711"/>
              <a:gd name="connsiteX35602" fmla="*/ 1730208 w 2119654"/>
              <a:gd name="connsiteY35602" fmla="*/ 903743 h 2398711"/>
              <a:gd name="connsiteX35603" fmla="*/ 1731456 w 2119654"/>
              <a:gd name="connsiteY35603" fmla="*/ 901344 h 2398711"/>
              <a:gd name="connsiteX35604" fmla="*/ 1120748 w 2119654"/>
              <a:gd name="connsiteY35604" fmla="*/ 2263998 h 2398711"/>
              <a:gd name="connsiteX35605" fmla="*/ 1121217 w 2119654"/>
              <a:gd name="connsiteY35605" fmla="*/ 2264540 h 2398711"/>
              <a:gd name="connsiteX35606" fmla="*/ 1124136 w 2119654"/>
              <a:gd name="connsiteY35606" fmla="*/ 2262641 h 2398711"/>
              <a:gd name="connsiteX35607" fmla="*/ 1122979 w 2119654"/>
              <a:gd name="connsiteY35607" fmla="*/ 2261792 h 2398711"/>
              <a:gd name="connsiteX35608" fmla="*/ 1109061 w 2119654"/>
              <a:gd name="connsiteY35608" fmla="*/ 2290118 h 2398711"/>
              <a:gd name="connsiteX35609" fmla="*/ 1107735 w 2119654"/>
              <a:gd name="connsiteY35609" fmla="*/ 2293237 h 2398711"/>
              <a:gd name="connsiteX35610" fmla="*/ 1111034 w 2119654"/>
              <a:gd name="connsiteY35610" fmla="*/ 2291826 h 2398711"/>
              <a:gd name="connsiteX35611" fmla="*/ 1674932 w 2119654"/>
              <a:gd name="connsiteY35611" fmla="*/ 1022776 h 2398711"/>
              <a:gd name="connsiteX35612" fmla="*/ 1675065 w 2119654"/>
              <a:gd name="connsiteY35612" fmla="*/ 1023048 h 2398711"/>
              <a:gd name="connsiteX35613" fmla="*/ 1676583 w 2119654"/>
              <a:gd name="connsiteY35613" fmla="*/ 1020615 h 2398711"/>
              <a:gd name="connsiteX35614" fmla="*/ 1676583 w 2119654"/>
              <a:gd name="connsiteY35614" fmla="*/ 1020604 h 2398711"/>
              <a:gd name="connsiteX35615" fmla="*/ 1112289 w 2119654"/>
              <a:gd name="connsiteY35615" fmla="*/ 2282526 h 2398711"/>
              <a:gd name="connsiteX35616" fmla="*/ 1109319 w 2119654"/>
              <a:gd name="connsiteY35616" fmla="*/ 2289513 h 2398711"/>
              <a:gd name="connsiteX35617" fmla="*/ 1111624 w 2119654"/>
              <a:gd name="connsiteY35617" fmla="*/ 2291573 h 2398711"/>
              <a:gd name="connsiteX35618" fmla="*/ 1113459 w 2119654"/>
              <a:gd name="connsiteY35618" fmla="*/ 2290788 h 2398711"/>
              <a:gd name="connsiteX35619" fmla="*/ 1118055 w 2119654"/>
              <a:gd name="connsiteY35619" fmla="*/ 2286475 h 2398711"/>
              <a:gd name="connsiteX35620" fmla="*/ 1120171 w 2119654"/>
              <a:gd name="connsiteY35620" fmla="*/ 2283949 h 2398711"/>
              <a:gd name="connsiteX35621" fmla="*/ 1122722 w 2119654"/>
              <a:gd name="connsiteY35621" fmla="*/ 2279781 h 2398711"/>
              <a:gd name="connsiteX35622" fmla="*/ 1677398 w 2119654"/>
              <a:gd name="connsiteY35622" fmla="*/ 1016571 h 2398711"/>
              <a:gd name="connsiteX35623" fmla="*/ 1677230 w 2119654"/>
              <a:gd name="connsiteY35623" fmla="*/ 1018132 h 2398711"/>
              <a:gd name="connsiteX35624" fmla="*/ 1677357 w 2119654"/>
              <a:gd name="connsiteY35624" fmla="*/ 1017509 h 2398711"/>
              <a:gd name="connsiteX35625" fmla="*/ 1677458 w 2119654"/>
              <a:gd name="connsiteY35625" fmla="*/ 1016718 h 2398711"/>
              <a:gd name="connsiteX35626" fmla="*/ 1677441 w 2119654"/>
              <a:gd name="connsiteY35626" fmla="*/ 1016527 h 2398711"/>
              <a:gd name="connsiteX35627" fmla="*/ 1118822 w 2119654"/>
              <a:gd name="connsiteY35627" fmla="*/ 2267163 h 2398711"/>
              <a:gd name="connsiteX35628" fmla="*/ 1113386 w 2119654"/>
              <a:gd name="connsiteY35628" fmla="*/ 2279947 h 2398711"/>
              <a:gd name="connsiteX35629" fmla="*/ 1124392 w 2119654"/>
              <a:gd name="connsiteY35629" fmla="*/ 2277051 h 2398711"/>
              <a:gd name="connsiteX35630" fmla="*/ 1127292 w 2119654"/>
              <a:gd name="connsiteY35630" fmla="*/ 2272311 h 2398711"/>
              <a:gd name="connsiteX35631" fmla="*/ 1121831 w 2119654"/>
              <a:gd name="connsiteY35631" fmla="*/ 2266025 h 2398711"/>
              <a:gd name="connsiteX35632" fmla="*/ 1119745 w 2119654"/>
              <a:gd name="connsiteY35632" fmla="*/ 2264989 h 2398711"/>
              <a:gd name="connsiteX35633" fmla="*/ 1119537 w 2119654"/>
              <a:gd name="connsiteY35633" fmla="*/ 2265481 h 2398711"/>
              <a:gd name="connsiteX35634" fmla="*/ 1120096 w 2119654"/>
              <a:gd name="connsiteY35634" fmla="*/ 2265269 h 2398711"/>
              <a:gd name="connsiteX35635" fmla="*/ 1120786 w 2119654"/>
              <a:gd name="connsiteY35635" fmla="*/ 2264821 h 2398711"/>
              <a:gd name="connsiteX35636" fmla="*/ 1120384 w 2119654"/>
              <a:gd name="connsiteY35636" fmla="*/ 2264359 h 2398711"/>
              <a:gd name="connsiteX35637" fmla="*/ 1121558 w 2119654"/>
              <a:gd name="connsiteY35637" fmla="*/ 2260726 h 2398711"/>
              <a:gd name="connsiteX35638" fmla="*/ 1120444 w 2119654"/>
              <a:gd name="connsiteY35638" fmla="*/ 2263347 h 2398711"/>
              <a:gd name="connsiteX35639" fmla="*/ 1122430 w 2119654"/>
              <a:gd name="connsiteY35639" fmla="*/ 2261383 h 2398711"/>
              <a:gd name="connsiteX35640" fmla="*/ 1122827 w 2119654"/>
              <a:gd name="connsiteY35640" fmla="*/ 2257740 h 2398711"/>
              <a:gd name="connsiteX35641" fmla="*/ 1121677 w 2119654"/>
              <a:gd name="connsiteY35641" fmla="*/ 2260446 h 2398711"/>
              <a:gd name="connsiteX35642" fmla="*/ 1122642 w 2119654"/>
              <a:gd name="connsiteY35642" fmla="*/ 2261174 h 2398711"/>
              <a:gd name="connsiteX35643" fmla="*/ 1132688 w 2119654"/>
              <a:gd name="connsiteY35643" fmla="*/ 2251243 h 2398711"/>
              <a:gd name="connsiteX35644" fmla="*/ 1130637 w 2119654"/>
              <a:gd name="connsiteY35644" fmla="*/ 2249928 h 2398711"/>
              <a:gd name="connsiteX35645" fmla="*/ 1126491 w 2119654"/>
              <a:gd name="connsiteY35645" fmla="*/ 2249124 h 2398711"/>
              <a:gd name="connsiteX35646" fmla="*/ 1125123 w 2119654"/>
              <a:gd name="connsiteY35646" fmla="*/ 2252342 h 2398711"/>
              <a:gd name="connsiteX35647" fmla="*/ 1128748 w 2119654"/>
              <a:gd name="connsiteY35647" fmla="*/ 2248716 h 2398711"/>
              <a:gd name="connsiteX35648" fmla="*/ 1127845 w 2119654"/>
              <a:gd name="connsiteY35648" fmla="*/ 2248137 h 2398711"/>
              <a:gd name="connsiteX35649" fmla="*/ 1147835 w 2119654"/>
              <a:gd name="connsiteY35649" fmla="*/ 2201277 h 2398711"/>
              <a:gd name="connsiteX35650" fmla="*/ 1148620 w 2119654"/>
              <a:gd name="connsiteY35650" fmla="*/ 2202617 h 2398711"/>
              <a:gd name="connsiteX35651" fmla="*/ 1149634 w 2119654"/>
              <a:gd name="connsiteY35651" fmla="*/ 2201176 h 2398711"/>
              <a:gd name="connsiteX35652" fmla="*/ 1149859 w 2119654"/>
              <a:gd name="connsiteY35652" fmla="*/ 2200828 h 2398711"/>
              <a:gd name="connsiteX35653" fmla="*/ 1149267 w 2119654"/>
              <a:gd name="connsiteY35653" fmla="*/ 2200230 h 2398711"/>
              <a:gd name="connsiteX35654" fmla="*/ 1127111 w 2119654"/>
              <a:gd name="connsiteY35654" fmla="*/ 2247667 h 2398711"/>
              <a:gd name="connsiteX35655" fmla="*/ 1126603 w 2119654"/>
              <a:gd name="connsiteY35655" fmla="*/ 2248861 h 2398711"/>
              <a:gd name="connsiteX35656" fmla="*/ 1127672 w 2119654"/>
              <a:gd name="connsiteY35656" fmla="*/ 2248026 h 2398711"/>
              <a:gd name="connsiteX35657" fmla="*/ 1127586 w 2119654"/>
              <a:gd name="connsiteY35657" fmla="*/ 2246549 h 2398711"/>
              <a:gd name="connsiteX35658" fmla="*/ 1127422 w 2119654"/>
              <a:gd name="connsiteY35658" fmla="*/ 2246935 h 2398711"/>
              <a:gd name="connsiteX35659" fmla="*/ 1128300 w 2119654"/>
              <a:gd name="connsiteY35659" fmla="*/ 2247538 h 2398711"/>
              <a:gd name="connsiteX35660" fmla="*/ 1132111 w 2119654"/>
              <a:gd name="connsiteY35660" fmla="*/ 2244566 h 2398711"/>
              <a:gd name="connsiteX35661" fmla="*/ 1128664 w 2119654"/>
              <a:gd name="connsiteY35661" fmla="*/ 2246099 h 2398711"/>
              <a:gd name="connsiteX35662" fmla="*/ 1127799 w 2119654"/>
              <a:gd name="connsiteY35662" fmla="*/ 2246442 h 2398711"/>
              <a:gd name="connsiteX35663" fmla="*/ 1129296 w 2119654"/>
              <a:gd name="connsiteY35663" fmla="*/ 2242526 h 2398711"/>
              <a:gd name="connsiteX35664" fmla="*/ 1129244 w 2119654"/>
              <a:gd name="connsiteY35664" fmla="*/ 2242651 h 2398711"/>
              <a:gd name="connsiteX35665" fmla="*/ 1129610 w 2119654"/>
              <a:gd name="connsiteY35665" fmla="*/ 2242461 h 2398711"/>
              <a:gd name="connsiteX35666" fmla="*/ 1132572 w 2119654"/>
              <a:gd name="connsiteY35666" fmla="*/ 2234822 h 2398711"/>
              <a:gd name="connsiteX35667" fmla="*/ 1131788 w 2119654"/>
              <a:gd name="connsiteY35667" fmla="*/ 2236668 h 2398711"/>
              <a:gd name="connsiteX35668" fmla="*/ 1134243 w 2119654"/>
              <a:gd name="connsiteY35668" fmla="*/ 2236156 h 2398711"/>
              <a:gd name="connsiteX35669" fmla="*/ 1136890 w 2119654"/>
              <a:gd name="connsiteY35669" fmla="*/ 2235139 h 2398711"/>
              <a:gd name="connsiteX35670" fmla="*/ 1135180 w 2119654"/>
              <a:gd name="connsiteY35670" fmla="*/ 2233092 h 2398711"/>
              <a:gd name="connsiteX35671" fmla="*/ 1133812 w 2119654"/>
              <a:gd name="connsiteY35671" fmla="*/ 2231907 h 2398711"/>
              <a:gd name="connsiteX35672" fmla="*/ 1133572 w 2119654"/>
              <a:gd name="connsiteY35672" fmla="*/ 2232471 h 2398711"/>
              <a:gd name="connsiteX35673" fmla="*/ 1134273 w 2119654"/>
              <a:gd name="connsiteY35673" fmla="*/ 2232005 h 2398711"/>
              <a:gd name="connsiteX35674" fmla="*/ 1134174 w 2119654"/>
              <a:gd name="connsiteY35674" fmla="*/ 2231886 h 2398711"/>
              <a:gd name="connsiteX35675" fmla="*/ 1136425 w 2119654"/>
              <a:gd name="connsiteY35675" fmla="*/ 2225761 h 2398711"/>
              <a:gd name="connsiteX35676" fmla="*/ 1136237 w 2119654"/>
              <a:gd name="connsiteY35676" fmla="*/ 2226204 h 2398711"/>
              <a:gd name="connsiteX35677" fmla="*/ 1137054 w 2119654"/>
              <a:gd name="connsiteY35677" fmla="*/ 2226156 h 2398711"/>
              <a:gd name="connsiteX35678" fmla="*/ 1136672 w 2119654"/>
              <a:gd name="connsiteY35678" fmla="*/ 2225160 h 2398711"/>
              <a:gd name="connsiteX35679" fmla="*/ 1136599 w 2119654"/>
              <a:gd name="connsiteY35679" fmla="*/ 2225351 h 2398711"/>
              <a:gd name="connsiteX35680" fmla="*/ 1136544 w 2119654"/>
              <a:gd name="connsiteY35680" fmla="*/ 2225482 h 2398711"/>
              <a:gd name="connsiteX35681" fmla="*/ 1137501 w 2119654"/>
              <a:gd name="connsiteY35681" fmla="*/ 2226130 h 2398711"/>
              <a:gd name="connsiteX35682" fmla="*/ 1140095 w 2119654"/>
              <a:gd name="connsiteY35682" fmla="*/ 2225979 h 2398711"/>
              <a:gd name="connsiteX35683" fmla="*/ 1144062 w 2119654"/>
              <a:gd name="connsiteY35683" fmla="*/ 2223180 h 2398711"/>
              <a:gd name="connsiteX35684" fmla="*/ 1141035 w 2119654"/>
              <a:gd name="connsiteY35684" fmla="*/ 2221864 h 2398711"/>
              <a:gd name="connsiteX35685" fmla="*/ 1692518 w 2119654"/>
              <a:gd name="connsiteY35685" fmla="*/ 980248 h 2398711"/>
              <a:gd name="connsiteX35686" fmla="*/ 1693705 w 2119654"/>
              <a:gd name="connsiteY35686" fmla="*/ 984377 h 2398711"/>
              <a:gd name="connsiteX35687" fmla="*/ 1695009 w 2119654"/>
              <a:gd name="connsiteY35687" fmla="*/ 980946 h 2398711"/>
              <a:gd name="connsiteX35688" fmla="*/ 1695109 w 2119654"/>
              <a:gd name="connsiteY35688" fmla="*/ 981266 h 2398711"/>
              <a:gd name="connsiteX35689" fmla="*/ 1693801 w 2119654"/>
              <a:gd name="connsiteY35689" fmla="*/ 984708 h 2398711"/>
              <a:gd name="connsiteX35690" fmla="*/ 1694909 w 2119654"/>
              <a:gd name="connsiteY35690" fmla="*/ 988562 h 2398711"/>
              <a:gd name="connsiteX35691" fmla="*/ 1699871 w 2119654"/>
              <a:gd name="connsiteY35691" fmla="*/ 981807 h 2398711"/>
              <a:gd name="connsiteX35692" fmla="*/ 1700833 w 2119654"/>
              <a:gd name="connsiteY35692" fmla="*/ 975338 h 2398711"/>
              <a:gd name="connsiteX35693" fmla="*/ 1699696 w 2119654"/>
              <a:gd name="connsiteY35693" fmla="*/ 970179 h 2398711"/>
              <a:gd name="connsiteX35694" fmla="*/ 1696694 w 2119654"/>
              <a:gd name="connsiteY35694" fmla="*/ 974602 h 2398711"/>
              <a:gd name="connsiteX35695" fmla="*/ 1154076 w 2119654"/>
              <a:gd name="connsiteY35695" fmla="*/ 2185810 h 2398711"/>
              <a:gd name="connsiteX35696" fmla="*/ 1156471 w 2119654"/>
              <a:gd name="connsiteY35696" fmla="*/ 2186504 h 2398711"/>
              <a:gd name="connsiteX35697" fmla="*/ 1158909 w 2119654"/>
              <a:gd name="connsiteY35697" fmla="*/ 2184215 h 2398711"/>
              <a:gd name="connsiteX35698" fmla="*/ 1158565 w 2119654"/>
              <a:gd name="connsiteY35698" fmla="*/ 2183681 h 2398711"/>
              <a:gd name="connsiteX35699" fmla="*/ 1138358 w 2119654"/>
              <a:gd name="connsiteY35699" fmla="*/ 2220701 h 2398711"/>
              <a:gd name="connsiteX35700" fmla="*/ 1137402 w 2119654"/>
              <a:gd name="connsiteY35700" fmla="*/ 2223230 h 2398711"/>
              <a:gd name="connsiteX35701" fmla="*/ 1139876 w 2119654"/>
              <a:gd name="connsiteY35701" fmla="*/ 2221360 h 2398711"/>
              <a:gd name="connsiteX35702" fmla="*/ 1120791 w 2119654"/>
              <a:gd name="connsiteY35702" fmla="*/ 2259778 h 2398711"/>
              <a:gd name="connsiteX35703" fmla="*/ 1121263 w 2119654"/>
              <a:gd name="connsiteY35703" fmla="*/ 2260133 h 2398711"/>
              <a:gd name="connsiteX35704" fmla="*/ 1121874 w 2119654"/>
              <a:gd name="connsiteY35704" fmla="*/ 2258694 h 2398711"/>
              <a:gd name="connsiteX35705" fmla="*/ 1149759 w 2119654"/>
              <a:gd name="connsiteY35705" fmla="*/ 2194704 h 2398711"/>
              <a:gd name="connsiteX35706" fmla="*/ 1153283 w 2119654"/>
              <a:gd name="connsiteY35706" fmla="*/ 2195517 h 2398711"/>
              <a:gd name="connsiteX35707" fmla="*/ 1154165 w 2119654"/>
              <a:gd name="connsiteY35707" fmla="*/ 2194150 h 2398711"/>
              <a:gd name="connsiteX35708" fmla="*/ 1151223 w 2119654"/>
              <a:gd name="connsiteY35708" fmla="*/ 2193519 h 2398711"/>
              <a:gd name="connsiteX35709" fmla="*/ 1674634 w 2119654"/>
              <a:gd name="connsiteY35709" fmla="*/ 1019385 h 2398711"/>
              <a:gd name="connsiteX35710" fmla="*/ 1674158 w 2119654"/>
              <a:gd name="connsiteY35710" fmla="*/ 1020486 h 2398711"/>
              <a:gd name="connsiteX35711" fmla="*/ 1674191 w 2119654"/>
              <a:gd name="connsiteY35711" fmla="*/ 1020875 h 2398711"/>
              <a:gd name="connsiteX35712" fmla="*/ 1674250 w 2119654"/>
              <a:gd name="connsiteY35712" fmla="*/ 1021395 h 2398711"/>
              <a:gd name="connsiteX35713" fmla="*/ 1674584 w 2119654"/>
              <a:gd name="connsiteY35713" fmla="*/ 1022071 h 2398711"/>
              <a:gd name="connsiteX35714" fmla="*/ 1676727 w 2119654"/>
              <a:gd name="connsiteY35714" fmla="*/ 1019264 h 2398711"/>
              <a:gd name="connsiteX35715" fmla="*/ 1676969 w 2119654"/>
              <a:gd name="connsiteY35715" fmla="*/ 1017008 h 2398711"/>
              <a:gd name="connsiteX35716" fmla="*/ 1686802 w 2119654"/>
              <a:gd name="connsiteY35716" fmla="*/ 991779 h 2398711"/>
              <a:gd name="connsiteX35717" fmla="*/ 1685671 w 2119654"/>
              <a:gd name="connsiteY35717" fmla="*/ 995235 h 2398711"/>
              <a:gd name="connsiteX35718" fmla="*/ 1685768 w 2119654"/>
              <a:gd name="connsiteY35718" fmla="*/ 997735 h 2398711"/>
              <a:gd name="connsiteX35719" fmla="*/ 1686373 w 2119654"/>
              <a:gd name="connsiteY35719" fmla="*/ 994721 h 2398711"/>
              <a:gd name="connsiteX35720" fmla="*/ 1686457 w 2119654"/>
              <a:gd name="connsiteY35720" fmla="*/ 994887 h 2398711"/>
              <a:gd name="connsiteX35721" fmla="*/ 1685787 w 2119654"/>
              <a:gd name="connsiteY35721" fmla="*/ 998224 h 2398711"/>
              <a:gd name="connsiteX35722" fmla="*/ 1685826 w 2119654"/>
              <a:gd name="connsiteY35722" fmla="*/ 999238 h 2398711"/>
              <a:gd name="connsiteX35723" fmla="*/ 1687537 w 2119654"/>
              <a:gd name="connsiteY35723" fmla="*/ 997495 h 2398711"/>
              <a:gd name="connsiteX35724" fmla="*/ 1687810 w 2119654"/>
              <a:gd name="connsiteY35724" fmla="*/ 995705 h 2398711"/>
              <a:gd name="connsiteX35725" fmla="*/ 1687799 w 2119654"/>
              <a:gd name="connsiteY35725" fmla="*/ 995398 h 2398711"/>
              <a:gd name="connsiteX35726" fmla="*/ 1687608 w 2119654"/>
              <a:gd name="connsiteY35726" fmla="*/ 994583 h 2398711"/>
              <a:gd name="connsiteX35727" fmla="*/ 1696921 w 2119654"/>
              <a:gd name="connsiteY35727" fmla="*/ 969088 h 2398711"/>
              <a:gd name="connsiteX35728" fmla="*/ 1698703 w 2119654"/>
              <a:gd name="connsiteY35728" fmla="*/ 968929 h 2398711"/>
              <a:gd name="connsiteX35729" fmla="*/ 1699256 w 2119654"/>
              <a:gd name="connsiteY35729" fmla="*/ 968181 h 2398711"/>
              <a:gd name="connsiteX35730" fmla="*/ 1698987 w 2119654"/>
              <a:gd name="connsiteY35730" fmla="*/ 966957 h 2398711"/>
              <a:gd name="connsiteX35731" fmla="*/ 1681867 w 2119654"/>
              <a:gd name="connsiteY35731" fmla="*/ 1002682 h 2398711"/>
              <a:gd name="connsiteX35732" fmla="*/ 1681536 w 2119654"/>
              <a:gd name="connsiteY35732" fmla="*/ 1003446 h 2398711"/>
              <a:gd name="connsiteX35733" fmla="*/ 1681564 w 2119654"/>
              <a:gd name="connsiteY35733" fmla="*/ 1003577 h 2398711"/>
              <a:gd name="connsiteX35734" fmla="*/ 1681781 w 2119654"/>
              <a:gd name="connsiteY35734" fmla="*/ 1003356 h 2398711"/>
              <a:gd name="connsiteX35735" fmla="*/ 1683079 w 2119654"/>
              <a:gd name="connsiteY35735" fmla="*/ 999885 h 2398711"/>
              <a:gd name="connsiteX35736" fmla="*/ 1682838 w 2119654"/>
              <a:gd name="connsiteY35736" fmla="*/ 1000441 h 2398711"/>
              <a:gd name="connsiteX35737" fmla="*/ 1682567 w 2119654"/>
              <a:gd name="connsiteY35737" fmla="*/ 1002556 h 2398711"/>
              <a:gd name="connsiteX35738" fmla="*/ 1682815 w 2119654"/>
              <a:gd name="connsiteY35738" fmla="*/ 1002303 h 2398711"/>
              <a:gd name="connsiteX35739" fmla="*/ 1682941 w 2119654"/>
              <a:gd name="connsiteY35739" fmla="*/ 1001917 h 2398711"/>
              <a:gd name="connsiteX35740" fmla="*/ 1690340 w 2119654"/>
              <a:gd name="connsiteY35740" fmla="*/ 983191 h 2398711"/>
              <a:gd name="connsiteX35741" fmla="*/ 1690798 w 2119654"/>
              <a:gd name="connsiteY35741" fmla="*/ 992024 h 2398711"/>
              <a:gd name="connsiteX35742" fmla="*/ 1690906 w 2119654"/>
              <a:gd name="connsiteY35742" fmla="*/ 991739 h 2398711"/>
              <a:gd name="connsiteX35743" fmla="*/ 1690948 w 2119654"/>
              <a:gd name="connsiteY35743" fmla="*/ 982370 h 2398711"/>
              <a:gd name="connsiteX35744" fmla="*/ 1160112 w 2119654"/>
              <a:gd name="connsiteY35744" fmla="*/ 2170317 h 2398711"/>
              <a:gd name="connsiteX35745" fmla="*/ 1160157 w 2119654"/>
              <a:gd name="connsiteY35745" fmla="*/ 2170355 h 2398711"/>
              <a:gd name="connsiteX35746" fmla="*/ 1160216 w 2119654"/>
              <a:gd name="connsiteY35746" fmla="*/ 2170264 h 2398711"/>
              <a:gd name="connsiteX35747" fmla="*/ 1696009 w 2119654"/>
              <a:gd name="connsiteY35747" fmla="*/ 970029 h 2398711"/>
              <a:gd name="connsiteX35748" fmla="*/ 1693353 w 2119654"/>
              <a:gd name="connsiteY35748" fmla="*/ 976161 h 2398711"/>
              <a:gd name="connsiteX35749" fmla="*/ 1698384 w 2119654"/>
              <a:gd name="connsiteY35749" fmla="*/ 969360 h 2398711"/>
              <a:gd name="connsiteX35750" fmla="*/ 1696494 w 2119654"/>
              <a:gd name="connsiteY35750" fmla="*/ 969529 h 2398711"/>
              <a:gd name="connsiteX35751" fmla="*/ 1130414 w 2119654"/>
              <a:gd name="connsiteY35751" fmla="*/ 2236254 h 2398711"/>
              <a:gd name="connsiteX35752" fmla="*/ 1130906 w 2119654"/>
              <a:gd name="connsiteY35752" fmla="*/ 2236681 h 2398711"/>
              <a:gd name="connsiteX35753" fmla="*/ 1131287 w 2119654"/>
              <a:gd name="connsiteY35753" fmla="*/ 2235675 h 2398711"/>
              <a:gd name="connsiteX35754" fmla="*/ 1144554 w 2119654"/>
              <a:gd name="connsiteY35754" fmla="*/ 2204316 h 2398711"/>
              <a:gd name="connsiteX35755" fmla="*/ 1144431 w 2119654"/>
              <a:gd name="connsiteY35755" fmla="*/ 2204640 h 2398711"/>
              <a:gd name="connsiteX35756" fmla="*/ 1144632 w 2119654"/>
              <a:gd name="connsiteY35756" fmla="*/ 2204716 h 2398711"/>
              <a:gd name="connsiteX35757" fmla="*/ 1144988 w 2119654"/>
              <a:gd name="connsiteY35757" fmla="*/ 2204652 h 2398711"/>
              <a:gd name="connsiteX35758" fmla="*/ 1159826 w 2119654"/>
              <a:gd name="connsiteY35758" fmla="*/ 2170071 h 2398711"/>
              <a:gd name="connsiteX35759" fmla="*/ 1159868 w 2119654"/>
              <a:gd name="connsiteY35759" fmla="*/ 2170108 h 2398711"/>
              <a:gd name="connsiteX35760" fmla="*/ 1160063 w 2119654"/>
              <a:gd name="connsiteY35760" fmla="*/ 2170005 h 2398711"/>
              <a:gd name="connsiteX35761" fmla="*/ 1144888 w 2119654"/>
              <a:gd name="connsiteY35761" fmla="*/ 2203431 h 2398711"/>
              <a:gd name="connsiteX35762" fmla="*/ 1144577 w 2119654"/>
              <a:gd name="connsiteY35762" fmla="*/ 2204254 h 2398711"/>
              <a:gd name="connsiteX35763" fmla="*/ 1145081 w 2119654"/>
              <a:gd name="connsiteY35763" fmla="*/ 2204635 h 2398711"/>
              <a:gd name="connsiteX35764" fmla="*/ 1145855 w 2119654"/>
              <a:gd name="connsiteY35764" fmla="*/ 2204495 h 2398711"/>
              <a:gd name="connsiteX35765" fmla="*/ 1146281 w 2119654"/>
              <a:gd name="connsiteY35765" fmla="*/ 2204299 h 2398711"/>
              <a:gd name="connsiteX35766" fmla="*/ 1145508 w 2119654"/>
              <a:gd name="connsiteY35766" fmla="*/ 2202978 h 2398711"/>
              <a:gd name="connsiteX35767" fmla="*/ 1145236 w 2119654"/>
              <a:gd name="connsiteY35767" fmla="*/ 2202514 h 2398711"/>
              <a:gd name="connsiteX35768" fmla="*/ 1145066 w 2119654"/>
              <a:gd name="connsiteY35768" fmla="*/ 2202963 h 2398711"/>
              <a:gd name="connsiteX35769" fmla="*/ 1145366 w 2119654"/>
              <a:gd name="connsiteY35769" fmla="*/ 2202737 h 2398711"/>
              <a:gd name="connsiteX35770" fmla="*/ 1683150 w 2119654"/>
              <a:gd name="connsiteY35770" fmla="*/ 997998 h 2398711"/>
              <a:gd name="connsiteX35771" fmla="*/ 1683134 w 2119654"/>
              <a:gd name="connsiteY35771" fmla="*/ 998121 h 2398711"/>
              <a:gd name="connsiteX35772" fmla="*/ 1683156 w 2119654"/>
              <a:gd name="connsiteY35772" fmla="*/ 998069 h 2398711"/>
              <a:gd name="connsiteX35773" fmla="*/ 1118770 w 2119654"/>
              <a:gd name="connsiteY35773" fmla="*/ 2261712 h 2398711"/>
              <a:gd name="connsiteX35774" fmla="*/ 1119991 w 2119654"/>
              <a:gd name="connsiteY35774" fmla="*/ 2263123 h 2398711"/>
              <a:gd name="connsiteX35775" fmla="*/ 1121144 w 2119654"/>
              <a:gd name="connsiteY35775" fmla="*/ 2260413 h 2398711"/>
              <a:gd name="connsiteX35776" fmla="*/ 1120581 w 2119654"/>
              <a:gd name="connsiteY35776" fmla="*/ 2259989 h 2398711"/>
              <a:gd name="connsiteX35777" fmla="*/ 1119409 w 2119654"/>
              <a:gd name="connsiteY35777" fmla="*/ 2261160 h 2398711"/>
              <a:gd name="connsiteX35778" fmla="*/ 1737898 w 2119654"/>
              <a:gd name="connsiteY35778" fmla="*/ 874738 h 2398711"/>
              <a:gd name="connsiteX35779" fmla="*/ 1734309 w 2119654"/>
              <a:gd name="connsiteY35779" fmla="*/ 888276 h 2398711"/>
              <a:gd name="connsiteX35780" fmla="*/ 1734037 w 2119654"/>
              <a:gd name="connsiteY35780" fmla="*/ 889683 h 2398711"/>
              <a:gd name="connsiteX35781" fmla="*/ 1734031 w 2119654"/>
              <a:gd name="connsiteY35781" fmla="*/ 896391 h 2398711"/>
              <a:gd name="connsiteX35782" fmla="*/ 1737269 w 2119654"/>
              <a:gd name="connsiteY35782" fmla="*/ 890164 h 2398711"/>
              <a:gd name="connsiteX35783" fmla="*/ 1739149 w 2119654"/>
              <a:gd name="connsiteY35783" fmla="*/ 881108 h 2398711"/>
              <a:gd name="connsiteX35784" fmla="*/ 1146973 w 2119654"/>
              <a:gd name="connsiteY35784" fmla="*/ 2197918 h 2398711"/>
              <a:gd name="connsiteX35785" fmla="*/ 1146539 w 2119654"/>
              <a:gd name="connsiteY35785" fmla="*/ 2199065 h 2398711"/>
              <a:gd name="connsiteX35786" fmla="*/ 1147674 w 2119654"/>
              <a:gd name="connsiteY35786" fmla="*/ 2201002 h 2398711"/>
              <a:gd name="connsiteX35787" fmla="*/ 1149025 w 2119654"/>
              <a:gd name="connsiteY35787" fmla="*/ 2199986 h 2398711"/>
              <a:gd name="connsiteX35788" fmla="*/ 1147496 w 2119654"/>
              <a:gd name="connsiteY35788" fmla="*/ 2196535 h 2398711"/>
              <a:gd name="connsiteX35789" fmla="*/ 1147046 w 2119654"/>
              <a:gd name="connsiteY35789" fmla="*/ 2197726 h 2398711"/>
              <a:gd name="connsiteX35790" fmla="*/ 1149176 w 2119654"/>
              <a:gd name="connsiteY35790" fmla="*/ 2199872 h 2398711"/>
              <a:gd name="connsiteX35791" fmla="*/ 1151697 w 2119654"/>
              <a:gd name="connsiteY35791" fmla="*/ 2197977 h 2398711"/>
              <a:gd name="connsiteX35792" fmla="*/ 1153056 w 2119654"/>
              <a:gd name="connsiteY35792" fmla="*/ 2195870 h 2398711"/>
              <a:gd name="connsiteX35793" fmla="*/ 1149370 w 2119654"/>
              <a:gd name="connsiteY35793" fmla="*/ 2195018 h 2398711"/>
              <a:gd name="connsiteX35794" fmla="*/ 1714289 w 2119654"/>
              <a:gd name="connsiteY35794" fmla="*/ 927149 h 2398711"/>
              <a:gd name="connsiteX35795" fmla="*/ 1713866 w 2119654"/>
              <a:gd name="connsiteY35795" fmla="*/ 928163 h 2398711"/>
              <a:gd name="connsiteX35796" fmla="*/ 1714353 w 2119654"/>
              <a:gd name="connsiteY35796" fmla="*/ 927490 h 2398711"/>
              <a:gd name="connsiteX35797" fmla="*/ 1148747 w 2119654"/>
              <a:gd name="connsiteY35797" fmla="*/ 2193227 h 2398711"/>
              <a:gd name="connsiteX35798" fmla="*/ 1148440 w 2119654"/>
              <a:gd name="connsiteY35798" fmla="*/ 2194039 h 2398711"/>
              <a:gd name="connsiteX35799" fmla="*/ 1149408 w 2119654"/>
              <a:gd name="connsiteY35799" fmla="*/ 2193130 h 2398711"/>
              <a:gd name="connsiteX35800" fmla="*/ 1149041 w 2119654"/>
              <a:gd name="connsiteY35800" fmla="*/ 2193052 h 2398711"/>
              <a:gd name="connsiteX35801" fmla="*/ 1158578 w 2119654"/>
              <a:gd name="connsiteY35801" fmla="*/ 2171098 h 2398711"/>
              <a:gd name="connsiteX35802" fmla="*/ 1159289 w 2119654"/>
              <a:gd name="connsiteY35802" fmla="*/ 2171596 h 2398711"/>
              <a:gd name="connsiteX35803" fmla="*/ 1159352 w 2119654"/>
              <a:gd name="connsiteY35803" fmla="*/ 2171607 h 2398711"/>
              <a:gd name="connsiteX35804" fmla="*/ 1159927 w 2119654"/>
              <a:gd name="connsiteY35804" fmla="*/ 2170714 h 2398711"/>
              <a:gd name="connsiteX35805" fmla="*/ 1159694 w 2119654"/>
              <a:gd name="connsiteY35805" fmla="*/ 2170530 h 2398711"/>
              <a:gd name="connsiteX35806" fmla="*/ 1717816 w 2119654"/>
              <a:gd name="connsiteY35806" fmla="*/ 918686 h 2398711"/>
              <a:gd name="connsiteX35807" fmla="*/ 1715326 w 2119654"/>
              <a:gd name="connsiteY35807" fmla="*/ 924660 h 2398711"/>
              <a:gd name="connsiteX35808" fmla="*/ 1715340 w 2119654"/>
              <a:gd name="connsiteY35808" fmla="*/ 925179 h 2398711"/>
              <a:gd name="connsiteX35809" fmla="*/ 1715483 w 2119654"/>
              <a:gd name="connsiteY35809" fmla="*/ 925932 h 2398711"/>
              <a:gd name="connsiteX35810" fmla="*/ 1717766 w 2119654"/>
              <a:gd name="connsiteY35810" fmla="*/ 922783 h 2398711"/>
              <a:gd name="connsiteX35811" fmla="*/ 1718077 w 2119654"/>
              <a:gd name="connsiteY35811" fmla="*/ 918058 h 2398711"/>
              <a:gd name="connsiteX35812" fmla="*/ 1718074 w 2119654"/>
              <a:gd name="connsiteY35812" fmla="*/ 918066 h 2398711"/>
              <a:gd name="connsiteX35813" fmla="*/ 1718021 w 2119654"/>
              <a:gd name="connsiteY35813" fmla="*/ 922429 h 2398711"/>
              <a:gd name="connsiteX35814" fmla="*/ 1718722 w 2119654"/>
              <a:gd name="connsiteY35814" fmla="*/ 921461 h 2398711"/>
              <a:gd name="connsiteX35815" fmla="*/ 1128877 w 2119654"/>
              <a:gd name="connsiteY35815" fmla="*/ 2237274 h 2398711"/>
              <a:gd name="connsiteX35816" fmla="*/ 1130562 w 2119654"/>
              <a:gd name="connsiteY35816" fmla="*/ 2236923 h 2398711"/>
              <a:gd name="connsiteX35817" fmla="*/ 1130061 w 2119654"/>
              <a:gd name="connsiteY35817" fmla="*/ 2236489 h 2398711"/>
              <a:gd name="connsiteX35818" fmla="*/ 1150866 w 2119654"/>
              <a:gd name="connsiteY35818" fmla="*/ 2187623 h 2398711"/>
              <a:gd name="connsiteX35819" fmla="*/ 1150693 w 2119654"/>
              <a:gd name="connsiteY35819" fmla="*/ 2188080 h 2398711"/>
              <a:gd name="connsiteX35820" fmla="*/ 1153585 w 2119654"/>
              <a:gd name="connsiteY35820" fmla="*/ 2189211 h 2398711"/>
              <a:gd name="connsiteX35821" fmla="*/ 1154666 w 2119654"/>
              <a:gd name="connsiteY35821" fmla="*/ 2188196 h 2398711"/>
              <a:gd name="connsiteX35822" fmla="*/ 1152452 w 2119654"/>
              <a:gd name="connsiteY35822" fmla="*/ 2187727 h 2398711"/>
              <a:gd name="connsiteX35823" fmla="*/ 1157484 w 2119654"/>
              <a:gd name="connsiteY35823" fmla="*/ 2172762 h 2398711"/>
              <a:gd name="connsiteX35824" fmla="*/ 1158285 w 2119654"/>
              <a:gd name="connsiteY35824" fmla="*/ 2173266 h 2398711"/>
              <a:gd name="connsiteX35825" fmla="*/ 1158446 w 2119654"/>
              <a:gd name="connsiteY35825" fmla="*/ 2173015 h 2398711"/>
              <a:gd name="connsiteX35826" fmla="*/ 1733586 w 2119654"/>
              <a:gd name="connsiteY35826" fmla="*/ 882387 h 2398711"/>
              <a:gd name="connsiteX35827" fmla="*/ 1729946 w 2119654"/>
              <a:gd name="connsiteY35827" fmla="*/ 903414 h 2398711"/>
              <a:gd name="connsiteX35828" fmla="*/ 1730927 w 2119654"/>
              <a:gd name="connsiteY35828" fmla="*/ 899856 h 2398711"/>
              <a:gd name="connsiteX35829" fmla="*/ 1733580 w 2119654"/>
              <a:gd name="connsiteY35829" fmla="*/ 889850 h 2398711"/>
              <a:gd name="connsiteX35830" fmla="*/ 1692850 w 2119654"/>
              <a:gd name="connsiteY35830" fmla="*/ 973287 h 2398711"/>
              <a:gd name="connsiteX35831" fmla="*/ 1692384 w 2119654"/>
              <a:gd name="connsiteY35831" fmla="*/ 974713 h 2398711"/>
              <a:gd name="connsiteX35832" fmla="*/ 1692374 w 2119654"/>
              <a:gd name="connsiteY35832" fmla="*/ 976900 h 2398711"/>
              <a:gd name="connsiteX35833" fmla="*/ 1694842 w 2119654"/>
              <a:gd name="connsiteY35833" fmla="*/ 971233 h 2398711"/>
              <a:gd name="connsiteX35834" fmla="*/ 1685461 w 2119654"/>
              <a:gd name="connsiteY35834" fmla="*/ 989787 h 2398711"/>
              <a:gd name="connsiteX35835" fmla="*/ 1685567 w 2119654"/>
              <a:gd name="connsiteY35835" fmla="*/ 992533 h 2398711"/>
              <a:gd name="connsiteX35836" fmla="*/ 1686441 w 2119654"/>
              <a:gd name="connsiteY35836" fmla="*/ 990526 h 2398711"/>
              <a:gd name="connsiteX35837" fmla="*/ 1686014 w 2119654"/>
              <a:gd name="connsiteY35837" fmla="*/ 989040 h 2398711"/>
              <a:gd name="connsiteX35838" fmla="*/ 1142635 w 2119654"/>
              <a:gd name="connsiteY35838" fmla="*/ 2205078 h 2398711"/>
              <a:gd name="connsiteX35839" fmla="*/ 1142647 w 2119654"/>
              <a:gd name="connsiteY35839" fmla="*/ 2205077 h 2398711"/>
              <a:gd name="connsiteX35840" fmla="*/ 1142641 w 2119654"/>
              <a:gd name="connsiteY35840" fmla="*/ 2205074 h 2398711"/>
              <a:gd name="connsiteX35841" fmla="*/ 1134214 w 2119654"/>
              <a:gd name="connsiteY35841" fmla="*/ 2223903 h 2398711"/>
              <a:gd name="connsiteX35842" fmla="*/ 1135424 w 2119654"/>
              <a:gd name="connsiteY35842" fmla="*/ 2224723 h 2398711"/>
              <a:gd name="connsiteX35843" fmla="*/ 1135431 w 2119654"/>
              <a:gd name="connsiteY35843" fmla="*/ 2224719 h 2398711"/>
              <a:gd name="connsiteX35844" fmla="*/ 1136804 w 2119654"/>
              <a:gd name="connsiteY35844" fmla="*/ 2221087 h 2398711"/>
              <a:gd name="connsiteX35845" fmla="*/ 1135996 w 2119654"/>
              <a:gd name="connsiteY35845" fmla="*/ 2221370 h 2398711"/>
              <a:gd name="connsiteX35846" fmla="*/ 1157882 w 2119654"/>
              <a:gd name="connsiteY35846" fmla="*/ 2170611 h 2398711"/>
              <a:gd name="connsiteX35847" fmla="*/ 1158324 w 2119654"/>
              <a:gd name="connsiteY35847" fmla="*/ 2170920 h 2398711"/>
              <a:gd name="connsiteX35848" fmla="*/ 1159443 w 2119654"/>
              <a:gd name="connsiteY35848" fmla="*/ 2170332 h 2398711"/>
              <a:gd name="connsiteX35849" fmla="*/ 1159299 w 2119654"/>
              <a:gd name="connsiteY35849" fmla="*/ 2170218 h 2398711"/>
              <a:gd name="connsiteX35850" fmla="*/ 1133245 w 2119654"/>
              <a:gd name="connsiteY35850" fmla="*/ 2225280 h 2398711"/>
              <a:gd name="connsiteX35851" fmla="*/ 1133743 w 2119654"/>
              <a:gd name="connsiteY35851" fmla="*/ 2225994 h 2398711"/>
              <a:gd name="connsiteX35852" fmla="*/ 1135132 w 2119654"/>
              <a:gd name="connsiteY35852" fmla="*/ 2224945 h 2398711"/>
              <a:gd name="connsiteX35853" fmla="*/ 1133989 w 2119654"/>
              <a:gd name="connsiteY35853" fmla="*/ 2224224 h 2398711"/>
              <a:gd name="connsiteX35854" fmla="*/ 1737407 w 2119654"/>
              <a:gd name="connsiteY35854" fmla="*/ 872242 h 2398711"/>
              <a:gd name="connsiteX35855" fmla="*/ 1735146 w 2119654"/>
              <a:gd name="connsiteY35855" fmla="*/ 883942 h 2398711"/>
              <a:gd name="connsiteX35856" fmla="*/ 1737765 w 2119654"/>
              <a:gd name="connsiteY35856" fmla="*/ 874065 h 2398711"/>
              <a:gd name="connsiteX35857" fmla="*/ 1690264 w 2119654"/>
              <a:gd name="connsiteY35857" fmla="*/ 977713 h 2398711"/>
              <a:gd name="connsiteX35858" fmla="*/ 1690257 w 2119654"/>
              <a:gd name="connsiteY35858" fmla="*/ 979553 h 2398711"/>
              <a:gd name="connsiteX35859" fmla="*/ 1690532 w 2119654"/>
              <a:gd name="connsiteY35859" fmla="*/ 978713 h 2398711"/>
              <a:gd name="connsiteX35860" fmla="*/ 1690441 w 2119654"/>
              <a:gd name="connsiteY35860" fmla="*/ 978325 h 2398711"/>
              <a:gd name="connsiteX35861" fmla="*/ 1681390 w 2119654"/>
              <a:gd name="connsiteY35861" fmla="*/ 997545 h 2398711"/>
              <a:gd name="connsiteX35862" fmla="*/ 1680693 w 2119654"/>
              <a:gd name="connsiteY35862" fmla="*/ 999221 h 2398711"/>
              <a:gd name="connsiteX35863" fmla="*/ 1680728 w 2119654"/>
              <a:gd name="connsiteY35863" fmla="*/ 999714 h 2398711"/>
              <a:gd name="connsiteX35864" fmla="*/ 1680844 w 2119654"/>
              <a:gd name="connsiteY35864" fmla="*/ 1000249 h 2398711"/>
              <a:gd name="connsiteX35865" fmla="*/ 1156575 w 2119654"/>
              <a:gd name="connsiteY35865" fmla="*/ 2172524 h 2398711"/>
              <a:gd name="connsiteX35866" fmla="*/ 1155728 w 2119654"/>
              <a:gd name="connsiteY35866" fmla="*/ 2174765 h 2398711"/>
              <a:gd name="connsiteX35867" fmla="*/ 1156746 w 2119654"/>
              <a:gd name="connsiteY35867" fmla="*/ 2175342 h 2398711"/>
              <a:gd name="connsiteX35868" fmla="*/ 1158169 w 2119654"/>
              <a:gd name="connsiteY35868" fmla="*/ 2173447 h 2398711"/>
              <a:gd name="connsiteX35869" fmla="*/ 1158234 w 2119654"/>
              <a:gd name="connsiteY35869" fmla="*/ 2173346 h 2398711"/>
              <a:gd name="connsiteX35870" fmla="*/ 1157214 w 2119654"/>
              <a:gd name="connsiteY35870" fmla="*/ 2172692 h 2398711"/>
              <a:gd name="connsiteX35871" fmla="*/ 1682809 w 2119654"/>
              <a:gd name="connsiteY35871" fmla="*/ 994129 h 2398711"/>
              <a:gd name="connsiteX35872" fmla="*/ 1682111 w 2119654"/>
              <a:gd name="connsiteY35872" fmla="*/ 995808 h 2398711"/>
              <a:gd name="connsiteX35873" fmla="*/ 1681035 w 2119654"/>
              <a:gd name="connsiteY35873" fmla="*/ 1001135 h 2398711"/>
              <a:gd name="connsiteX35874" fmla="*/ 1681296 w 2119654"/>
              <a:gd name="connsiteY35874" fmla="*/ 1002340 h 2398711"/>
              <a:gd name="connsiteX35875" fmla="*/ 1682166 w 2119654"/>
              <a:gd name="connsiteY35875" fmla="*/ 1000344 h 2398711"/>
              <a:gd name="connsiteX35876" fmla="*/ 1682870 w 2119654"/>
              <a:gd name="connsiteY35876" fmla="*/ 994836 h 2398711"/>
              <a:gd name="connsiteX35877" fmla="*/ 1132439 w 2119654"/>
              <a:gd name="connsiteY35877" fmla="*/ 2226426 h 2398711"/>
              <a:gd name="connsiteX35878" fmla="*/ 1133232 w 2119654"/>
              <a:gd name="connsiteY35878" fmla="*/ 2226379 h 2398711"/>
              <a:gd name="connsiteX35879" fmla="*/ 1133513 w 2119654"/>
              <a:gd name="connsiteY35879" fmla="*/ 2226168 h 2398711"/>
              <a:gd name="connsiteX35880" fmla="*/ 1133062 w 2119654"/>
              <a:gd name="connsiteY35880" fmla="*/ 2225540 h 2398711"/>
              <a:gd name="connsiteX35881" fmla="*/ 1687329 w 2119654"/>
              <a:gd name="connsiteY35881" fmla="*/ 983243 h 2398711"/>
              <a:gd name="connsiteX35882" fmla="*/ 1686774 w 2119654"/>
              <a:gd name="connsiteY35882" fmla="*/ 984578 h 2398711"/>
              <a:gd name="connsiteX35883" fmla="*/ 1686873 w 2119654"/>
              <a:gd name="connsiteY35883" fmla="*/ 984922 h 2398711"/>
              <a:gd name="connsiteX35884" fmla="*/ 1687368 w 2119654"/>
              <a:gd name="connsiteY35884" fmla="*/ 984253 h 2398711"/>
              <a:gd name="connsiteX35885" fmla="*/ 1749103 w 2119654"/>
              <a:gd name="connsiteY35885" fmla="*/ 844872 h 2398711"/>
              <a:gd name="connsiteX35886" fmla="*/ 1743253 w 2119654"/>
              <a:gd name="connsiteY35886" fmla="*/ 878660 h 2398711"/>
              <a:gd name="connsiteX35887" fmla="*/ 1744265 w 2119654"/>
              <a:gd name="connsiteY35887" fmla="*/ 876714 h 2398711"/>
              <a:gd name="connsiteX35888" fmla="*/ 1751214 w 2119654"/>
              <a:gd name="connsiteY35888" fmla="*/ 855608 h 2398711"/>
              <a:gd name="connsiteX35889" fmla="*/ 1123784 w 2119654"/>
              <a:gd name="connsiteY35889" fmla="*/ 2244438 h 2398711"/>
              <a:gd name="connsiteX35890" fmla="*/ 1124648 w 2119654"/>
              <a:gd name="connsiteY35890" fmla="*/ 2245031 h 2398711"/>
              <a:gd name="connsiteX35891" fmla="*/ 1128505 w 2119654"/>
              <a:gd name="connsiteY35891" fmla="*/ 2243034 h 2398711"/>
              <a:gd name="connsiteX35892" fmla="*/ 1128645 w 2119654"/>
              <a:gd name="connsiteY35892" fmla="*/ 2242662 h 2398711"/>
              <a:gd name="connsiteX35893" fmla="*/ 1125627 w 2119654"/>
              <a:gd name="connsiteY35893" fmla="*/ 2243291 h 2398711"/>
              <a:gd name="connsiteX35894" fmla="*/ 1128265 w 2119654"/>
              <a:gd name="connsiteY35894" fmla="*/ 2234394 h 2398711"/>
              <a:gd name="connsiteX35895" fmla="*/ 1129310 w 2119654"/>
              <a:gd name="connsiteY35895" fmla="*/ 2235299 h 2398711"/>
              <a:gd name="connsiteX35896" fmla="*/ 1132140 w 2119654"/>
              <a:gd name="connsiteY35896" fmla="*/ 2233421 h 2398711"/>
              <a:gd name="connsiteX35897" fmla="*/ 1132687 w 2119654"/>
              <a:gd name="connsiteY35897" fmla="*/ 2231972 h 2398711"/>
              <a:gd name="connsiteX35898" fmla="*/ 1131714 w 2119654"/>
              <a:gd name="connsiteY35898" fmla="*/ 2232029 h 2398711"/>
              <a:gd name="connsiteX35899" fmla="*/ 1144871 w 2119654"/>
              <a:gd name="connsiteY35899" fmla="*/ 2195534 h 2398711"/>
              <a:gd name="connsiteX35900" fmla="*/ 1145662 w 2119654"/>
              <a:gd name="connsiteY35900" fmla="*/ 2196331 h 2398711"/>
              <a:gd name="connsiteX35901" fmla="*/ 1146387 w 2119654"/>
              <a:gd name="connsiteY35901" fmla="*/ 2195745 h 2398711"/>
              <a:gd name="connsiteX35902" fmla="*/ 1146879 w 2119654"/>
              <a:gd name="connsiteY35902" fmla="*/ 2194444 h 2398711"/>
              <a:gd name="connsiteX35903" fmla="*/ 1146752 w 2119654"/>
              <a:gd name="connsiteY35903" fmla="*/ 2194414 h 2398711"/>
              <a:gd name="connsiteX35904" fmla="*/ 1154564 w 2119654"/>
              <a:gd name="connsiteY35904" fmla="*/ 2173692 h 2398711"/>
              <a:gd name="connsiteX35905" fmla="*/ 1154660 w 2119654"/>
              <a:gd name="connsiteY35905" fmla="*/ 2173867 h 2398711"/>
              <a:gd name="connsiteX35906" fmla="*/ 1154893 w 2119654"/>
              <a:gd name="connsiteY35906" fmla="*/ 2173251 h 2398711"/>
              <a:gd name="connsiteX35907" fmla="*/ 1128315 w 2119654"/>
              <a:gd name="connsiteY35907" fmla="*/ 2232287 h 2398711"/>
              <a:gd name="connsiteX35908" fmla="*/ 1128558 w 2119654"/>
              <a:gd name="connsiteY35908" fmla="*/ 2232213 h 2398711"/>
              <a:gd name="connsiteX35909" fmla="*/ 1128358 w 2119654"/>
              <a:gd name="connsiteY35909" fmla="*/ 2232225 h 2398711"/>
              <a:gd name="connsiteX35910" fmla="*/ 1144574 w 2119654"/>
              <a:gd name="connsiteY35910" fmla="*/ 2195710 h 2398711"/>
              <a:gd name="connsiteX35911" fmla="*/ 1145171 w 2119654"/>
              <a:gd name="connsiteY35911" fmla="*/ 2196729 h 2398711"/>
              <a:gd name="connsiteX35912" fmla="*/ 1145516 w 2119654"/>
              <a:gd name="connsiteY35912" fmla="*/ 2196450 h 2398711"/>
              <a:gd name="connsiteX35913" fmla="*/ 1144705 w 2119654"/>
              <a:gd name="connsiteY35913" fmla="*/ 2195632 h 2398711"/>
              <a:gd name="connsiteX35914" fmla="*/ 1122931 w 2119654"/>
              <a:gd name="connsiteY35914" fmla="*/ 2243853 h 2398711"/>
              <a:gd name="connsiteX35915" fmla="*/ 1123584 w 2119654"/>
              <a:gd name="connsiteY35915" fmla="*/ 2244301 h 2398711"/>
              <a:gd name="connsiteX35916" fmla="*/ 1124993 w 2119654"/>
              <a:gd name="connsiteY35916" fmla="*/ 2243423 h 2398711"/>
              <a:gd name="connsiteX35917" fmla="*/ 1132357 w 2119654"/>
              <a:gd name="connsiteY35917" fmla="*/ 2222645 h 2398711"/>
              <a:gd name="connsiteX35918" fmla="*/ 1133827 w 2119654"/>
              <a:gd name="connsiteY35918" fmla="*/ 2223641 h 2398711"/>
              <a:gd name="connsiteX35919" fmla="*/ 1135238 w 2119654"/>
              <a:gd name="connsiteY35919" fmla="*/ 2221636 h 2398711"/>
              <a:gd name="connsiteX35920" fmla="*/ 1127375 w 2119654"/>
              <a:gd name="connsiteY35920" fmla="*/ 2233623 h 2398711"/>
              <a:gd name="connsiteX35921" fmla="*/ 1128169 w 2119654"/>
              <a:gd name="connsiteY35921" fmla="*/ 2234310 h 2398711"/>
              <a:gd name="connsiteX35922" fmla="*/ 1131477 w 2119654"/>
              <a:gd name="connsiteY35922" fmla="*/ 2232043 h 2398711"/>
              <a:gd name="connsiteX35923" fmla="*/ 1129752 w 2119654"/>
              <a:gd name="connsiteY35923" fmla="*/ 2232143 h 2398711"/>
              <a:gd name="connsiteX35924" fmla="*/ 1128076 w 2119654"/>
              <a:gd name="connsiteY35924" fmla="*/ 2232625 h 2398711"/>
              <a:gd name="connsiteX35925" fmla="*/ 1154330 w 2119654"/>
              <a:gd name="connsiteY35925" fmla="*/ 2173261 h 2398711"/>
              <a:gd name="connsiteX35926" fmla="*/ 1154402 w 2119654"/>
              <a:gd name="connsiteY35926" fmla="*/ 2173393 h 2398711"/>
              <a:gd name="connsiteX35927" fmla="*/ 1154606 w 2119654"/>
              <a:gd name="connsiteY35927" fmla="*/ 2173120 h 2398711"/>
              <a:gd name="connsiteX35928" fmla="*/ 1152912 w 2119654"/>
              <a:gd name="connsiteY35928" fmla="*/ 2175905 h 2398711"/>
              <a:gd name="connsiteX35929" fmla="*/ 1153640 w 2119654"/>
              <a:gd name="connsiteY35929" fmla="*/ 2176566 h 2398711"/>
              <a:gd name="connsiteX35930" fmla="*/ 1153771 w 2119654"/>
              <a:gd name="connsiteY35930" fmla="*/ 2176219 h 2398711"/>
              <a:gd name="connsiteX35931" fmla="*/ 1153266 w 2119654"/>
              <a:gd name="connsiteY35931" fmla="*/ 2175432 h 2398711"/>
              <a:gd name="connsiteX35932" fmla="*/ 1144274 w 2119654"/>
              <a:gd name="connsiteY35932" fmla="*/ 2195199 h 2398711"/>
              <a:gd name="connsiteX35933" fmla="*/ 1144304 w 2119654"/>
              <a:gd name="connsiteY35933" fmla="*/ 2195250 h 2398711"/>
              <a:gd name="connsiteX35934" fmla="*/ 1144317 w 2119654"/>
              <a:gd name="connsiteY35934" fmla="*/ 2195242 h 2398711"/>
              <a:gd name="connsiteX35935" fmla="*/ 1713166 w 2119654"/>
              <a:gd name="connsiteY35935" fmla="*/ 921238 h 2398711"/>
              <a:gd name="connsiteX35936" fmla="*/ 1713068 w 2119654"/>
              <a:gd name="connsiteY35936" fmla="*/ 929265 h 2398711"/>
              <a:gd name="connsiteX35937" fmla="*/ 1713189 w 2119654"/>
              <a:gd name="connsiteY35937" fmla="*/ 929098 h 2398711"/>
              <a:gd name="connsiteX35938" fmla="*/ 1714212 w 2119654"/>
              <a:gd name="connsiteY35938" fmla="*/ 926749 h 2398711"/>
              <a:gd name="connsiteX35939" fmla="*/ 1154098 w 2119654"/>
              <a:gd name="connsiteY35939" fmla="*/ 2172835 h 2398711"/>
              <a:gd name="connsiteX35940" fmla="*/ 1154229 w 2119654"/>
              <a:gd name="connsiteY35940" fmla="*/ 2173075 h 2398711"/>
              <a:gd name="connsiteX35941" fmla="*/ 1154905 w 2119654"/>
              <a:gd name="connsiteY35941" fmla="*/ 2172719 h 2398711"/>
              <a:gd name="connsiteX35942" fmla="*/ 1155288 w 2119654"/>
              <a:gd name="connsiteY35942" fmla="*/ 2172207 h 2398711"/>
              <a:gd name="connsiteX35943" fmla="*/ 1155295 w 2119654"/>
              <a:gd name="connsiteY35943" fmla="*/ 2172187 h 2398711"/>
              <a:gd name="connsiteX35944" fmla="*/ 1154945 w 2119654"/>
              <a:gd name="connsiteY35944" fmla="*/ 2172095 h 2398711"/>
              <a:gd name="connsiteX35945" fmla="*/ 1141157 w 2119654"/>
              <a:gd name="connsiteY35945" fmla="*/ 2201666 h 2398711"/>
              <a:gd name="connsiteX35946" fmla="*/ 1143482 w 2119654"/>
              <a:gd name="connsiteY35946" fmla="*/ 2203426 h 2398711"/>
              <a:gd name="connsiteX35947" fmla="*/ 1144380 w 2119654"/>
              <a:gd name="connsiteY35947" fmla="*/ 2201052 h 2398711"/>
              <a:gd name="connsiteX35948" fmla="*/ 1143587 w 2119654"/>
              <a:gd name="connsiteY35948" fmla="*/ 2199699 h 2398711"/>
              <a:gd name="connsiteX35949" fmla="*/ 1131593 w 2119654"/>
              <a:gd name="connsiteY35949" fmla="*/ 2222912 h 2398711"/>
              <a:gd name="connsiteX35950" fmla="*/ 1132960 w 2119654"/>
              <a:gd name="connsiteY35950" fmla="*/ 2224872 h 2398711"/>
              <a:gd name="connsiteX35951" fmla="*/ 1133592 w 2119654"/>
              <a:gd name="connsiteY35951" fmla="*/ 2223973 h 2398711"/>
              <a:gd name="connsiteX35952" fmla="*/ 1133431 w 2119654"/>
              <a:gd name="connsiteY35952" fmla="*/ 2223872 h 2398711"/>
              <a:gd name="connsiteX35953" fmla="*/ 1131871 w 2119654"/>
              <a:gd name="connsiteY35953" fmla="*/ 2222815 h 2398711"/>
              <a:gd name="connsiteX35954" fmla="*/ 1125698 w 2119654"/>
              <a:gd name="connsiteY35954" fmla="*/ 2236005 h 2398711"/>
              <a:gd name="connsiteX35955" fmla="*/ 1127821 w 2119654"/>
              <a:gd name="connsiteY35955" fmla="*/ 2234549 h 2398711"/>
              <a:gd name="connsiteX35956" fmla="*/ 1127138 w 2119654"/>
              <a:gd name="connsiteY35956" fmla="*/ 2233959 h 2398711"/>
              <a:gd name="connsiteX35957" fmla="*/ 1151839 w 2119654"/>
              <a:gd name="connsiteY35957" fmla="*/ 2177344 h 2398711"/>
              <a:gd name="connsiteX35958" fmla="*/ 1152992 w 2119654"/>
              <a:gd name="connsiteY35958" fmla="*/ 2177906 h 2398711"/>
              <a:gd name="connsiteX35959" fmla="*/ 1153111 w 2119654"/>
              <a:gd name="connsiteY35959" fmla="*/ 2177859 h 2398711"/>
              <a:gd name="connsiteX35960" fmla="*/ 1152123 w 2119654"/>
              <a:gd name="connsiteY35960" fmla="*/ 2176962 h 2398711"/>
              <a:gd name="connsiteX35961" fmla="*/ 1103775 w 2119654"/>
              <a:gd name="connsiteY35961" fmla="*/ 2284558 h 2398711"/>
              <a:gd name="connsiteX35962" fmla="*/ 1108922 w 2119654"/>
              <a:gd name="connsiteY35962" fmla="*/ 2289158 h 2398711"/>
              <a:gd name="connsiteX35963" fmla="*/ 1111673 w 2119654"/>
              <a:gd name="connsiteY35963" fmla="*/ 2282688 h 2398711"/>
              <a:gd name="connsiteX35964" fmla="*/ 1106488 w 2119654"/>
              <a:gd name="connsiteY35964" fmla="*/ 2284053 h 2398711"/>
              <a:gd name="connsiteX35965" fmla="*/ 1126686 w 2119654"/>
              <a:gd name="connsiteY35965" fmla="*/ 2233026 h 2398711"/>
              <a:gd name="connsiteX35966" fmla="*/ 1127019 w 2119654"/>
              <a:gd name="connsiteY35966" fmla="*/ 2233315 h 2398711"/>
              <a:gd name="connsiteX35967" fmla="*/ 1127359 w 2119654"/>
              <a:gd name="connsiteY35967" fmla="*/ 2232832 h 2398711"/>
              <a:gd name="connsiteX35968" fmla="*/ 1150745 w 2119654"/>
              <a:gd name="connsiteY35968" fmla="*/ 2178808 h 2398711"/>
              <a:gd name="connsiteX35969" fmla="*/ 1151971 w 2119654"/>
              <a:gd name="connsiteY35969" fmla="*/ 2178317 h 2398711"/>
              <a:gd name="connsiteX35970" fmla="*/ 1151342 w 2119654"/>
              <a:gd name="connsiteY35970" fmla="*/ 2178009 h 2398711"/>
              <a:gd name="connsiteX35971" fmla="*/ 1144181 w 2119654"/>
              <a:gd name="connsiteY35971" fmla="*/ 2193415 h 2398711"/>
              <a:gd name="connsiteX35972" fmla="*/ 1146490 w 2119654"/>
              <a:gd name="connsiteY35972" fmla="*/ 2193948 h 2398711"/>
              <a:gd name="connsiteX35973" fmla="*/ 1147235 w 2119654"/>
              <a:gd name="connsiteY35973" fmla="*/ 2193505 h 2398711"/>
              <a:gd name="connsiteX35974" fmla="*/ 1147529 w 2119654"/>
              <a:gd name="connsiteY35974" fmla="*/ 2192728 h 2398711"/>
              <a:gd name="connsiteX35975" fmla="*/ 1145091 w 2119654"/>
              <a:gd name="connsiteY35975" fmla="*/ 2192205 h 2398711"/>
              <a:gd name="connsiteX35976" fmla="*/ 1110427 w 2119654"/>
              <a:gd name="connsiteY35976" fmla="*/ 2268926 h 2398711"/>
              <a:gd name="connsiteX35977" fmla="*/ 1117510 w 2119654"/>
              <a:gd name="connsiteY35977" fmla="*/ 2266247 h 2398711"/>
              <a:gd name="connsiteX35978" fmla="*/ 1119499 w 2119654"/>
              <a:gd name="connsiteY35978" fmla="*/ 2264281 h 2398711"/>
              <a:gd name="connsiteX35979" fmla="*/ 1119768 w 2119654"/>
              <a:gd name="connsiteY35979" fmla="*/ 2263649 h 2398711"/>
              <a:gd name="connsiteX35980" fmla="*/ 1118379 w 2119654"/>
              <a:gd name="connsiteY35980" fmla="*/ 2262051 h 2398711"/>
              <a:gd name="connsiteX35981" fmla="*/ 1124105 w 2119654"/>
              <a:gd name="connsiteY35981" fmla="*/ 2238268 h 2398711"/>
              <a:gd name="connsiteX35982" fmla="*/ 1125169 w 2119654"/>
              <a:gd name="connsiteY35982" fmla="*/ 2238047 h 2398711"/>
              <a:gd name="connsiteX35983" fmla="*/ 1128957 w 2119654"/>
              <a:gd name="connsiteY35983" fmla="*/ 2235533 h 2398711"/>
              <a:gd name="connsiteX35984" fmla="*/ 1127917 w 2119654"/>
              <a:gd name="connsiteY35984" fmla="*/ 2234632 h 2398711"/>
              <a:gd name="connsiteX35985" fmla="*/ 1125497 w 2119654"/>
              <a:gd name="connsiteY35985" fmla="*/ 2236292 h 2398711"/>
              <a:gd name="connsiteX35986" fmla="*/ 1125029 w 2119654"/>
              <a:gd name="connsiteY35986" fmla="*/ 2236956 h 2398711"/>
              <a:gd name="connsiteX35987" fmla="*/ 1125143 w 2119654"/>
              <a:gd name="connsiteY35987" fmla="*/ 2237050 h 2398711"/>
              <a:gd name="connsiteX35988" fmla="*/ 1124953 w 2119654"/>
              <a:gd name="connsiteY35988" fmla="*/ 2237064 h 2398711"/>
              <a:gd name="connsiteX35989" fmla="*/ 1126520 w 2119654"/>
              <a:gd name="connsiteY35989" fmla="*/ 2232830 h 2398711"/>
              <a:gd name="connsiteX35990" fmla="*/ 1127588 w 2119654"/>
              <a:gd name="connsiteY35990" fmla="*/ 2232507 h 2398711"/>
              <a:gd name="connsiteX35991" fmla="*/ 1127762 w 2119654"/>
              <a:gd name="connsiteY35991" fmla="*/ 2232260 h 2398711"/>
              <a:gd name="connsiteX35992" fmla="*/ 1127233 w 2119654"/>
              <a:gd name="connsiteY35992" fmla="*/ 2232291 h 2398711"/>
              <a:gd name="connsiteX35993" fmla="*/ 1139970 w 2119654"/>
              <a:gd name="connsiteY35993" fmla="*/ 2202626 h 2398711"/>
              <a:gd name="connsiteX35994" fmla="*/ 1143208 w 2119654"/>
              <a:gd name="connsiteY35994" fmla="*/ 2204152 h 2398711"/>
              <a:gd name="connsiteX35995" fmla="*/ 1143465 w 2119654"/>
              <a:gd name="connsiteY35995" fmla="*/ 2203472 h 2398711"/>
              <a:gd name="connsiteX35996" fmla="*/ 1141144 w 2119654"/>
              <a:gd name="connsiteY35996" fmla="*/ 2201677 h 2398711"/>
              <a:gd name="connsiteX35997" fmla="*/ 1143646 w 2119654"/>
              <a:gd name="connsiteY35997" fmla="*/ 2194127 h 2398711"/>
              <a:gd name="connsiteX35998" fmla="*/ 1143893 w 2119654"/>
              <a:gd name="connsiteY35998" fmla="*/ 2194548 h 2398711"/>
              <a:gd name="connsiteX35999" fmla="*/ 1144483 w 2119654"/>
              <a:gd name="connsiteY35999" fmla="*/ 2195143 h 2398711"/>
              <a:gd name="connsiteX36000" fmla="*/ 1146000 w 2119654"/>
              <a:gd name="connsiteY36000" fmla="*/ 2194240 h 2398711"/>
              <a:gd name="connsiteX36001" fmla="*/ 1143921 w 2119654"/>
              <a:gd name="connsiteY36001" fmla="*/ 2193761 h 2398711"/>
              <a:gd name="connsiteX36002" fmla="*/ 1153544 w 2119654"/>
              <a:gd name="connsiteY36002" fmla="*/ 2171817 h 2398711"/>
              <a:gd name="connsiteX36003" fmla="*/ 1154030 w 2119654"/>
              <a:gd name="connsiteY36003" fmla="*/ 2172710 h 2398711"/>
              <a:gd name="connsiteX36004" fmla="*/ 1154767 w 2119654"/>
              <a:gd name="connsiteY36004" fmla="*/ 2172048 h 2398711"/>
              <a:gd name="connsiteX36005" fmla="*/ 1153712 w 2119654"/>
              <a:gd name="connsiteY36005" fmla="*/ 2171771 h 2398711"/>
              <a:gd name="connsiteX36006" fmla="*/ 1736310 w 2119654"/>
              <a:gd name="connsiteY36006" fmla="*/ 866658 h 2398711"/>
              <a:gd name="connsiteX36007" fmla="*/ 1734046 w 2119654"/>
              <a:gd name="connsiteY36007" fmla="*/ 879734 h 2398711"/>
              <a:gd name="connsiteX36008" fmla="*/ 1734038 w 2119654"/>
              <a:gd name="connsiteY36008" fmla="*/ 887979 h 2398711"/>
              <a:gd name="connsiteX36009" fmla="*/ 1737242 w 2119654"/>
              <a:gd name="connsiteY36009" fmla="*/ 871401 h 2398711"/>
              <a:gd name="connsiteX36010" fmla="*/ 1151772 w 2119654"/>
              <a:gd name="connsiteY36010" fmla="*/ 2174869 h 2398711"/>
              <a:gd name="connsiteX36011" fmla="*/ 1152683 w 2119654"/>
              <a:gd name="connsiteY36011" fmla="*/ 2175697 h 2398711"/>
              <a:gd name="connsiteX36012" fmla="*/ 1153087 w 2119654"/>
              <a:gd name="connsiteY36012" fmla="*/ 2175155 h 2398711"/>
              <a:gd name="connsiteX36013" fmla="*/ 1152778 w 2119654"/>
              <a:gd name="connsiteY36013" fmla="*/ 2174673 h 2398711"/>
              <a:gd name="connsiteX36014" fmla="*/ 1152303 w 2119654"/>
              <a:gd name="connsiteY36014" fmla="*/ 2174404 h 2398711"/>
              <a:gd name="connsiteX36015" fmla="*/ 1151556 w 2119654"/>
              <a:gd name="connsiteY36015" fmla="*/ 2174673 h 2398711"/>
              <a:gd name="connsiteX36016" fmla="*/ 1151677 w 2119654"/>
              <a:gd name="connsiteY36016" fmla="*/ 2174782 h 2398711"/>
              <a:gd name="connsiteX36017" fmla="*/ 1152145 w 2119654"/>
              <a:gd name="connsiteY36017" fmla="*/ 2174374 h 2398711"/>
              <a:gd name="connsiteX36018" fmla="*/ 1141585 w 2119654"/>
              <a:gd name="connsiteY36018" fmla="*/ 2196868 h 2398711"/>
              <a:gd name="connsiteX36019" fmla="*/ 1141840 w 2119654"/>
              <a:gd name="connsiteY36019" fmla="*/ 2196716 h 2398711"/>
              <a:gd name="connsiteX36020" fmla="*/ 1141778 w 2119654"/>
              <a:gd name="connsiteY36020" fmla="*/ 2196611 h 2398711"/>
              <a:gd name="connsiteX36021" fmla="*/ 1138176 w 2119654"/>
              <a:gd name="connsiteY36021" fmla="*/ 2204078 h 2398711"/>
              <a:gd name="connsiteX36022" fmla="*/ 1139529 w 2119654"/>
              <a:gd name="connsiteY36022" fmla="*/ 2205642 h 2398711"/>
              <a:gd name="connsiteX36023" fmla="*/ 1142131 w 2119654"/>
              <a:gd name="connsiteY36023" fmla="*/ 2205170 h 2398711"/>
              <a:gd name="connsiteX36024" fmla="*/ 1142388 w 2119654"/>
              <a:gd name="connsiteY36024" fmla="*/ 2204976 h 2398711"/>
              <a:gd name="connsiteX36025" fmla="*/ 1138781 w 2119654"/>
              <a:gd name="connsiteY36025" fmla="*/ 2203589 h 2398711"/>
              <a:gd name="connsiteX36026" fmla="*/ 1699903 w 2119654"/>
              <a:gd name="connsiteY36026" fmla="*/ 945626 h 2398711"/>
              <a:gd name="connsiteX36027" fmla="*/ 1700682 w 2119654"/>
              <a:gd name="connsiteY36027" fmla="*/ 944823 h 2398711"/>
              <a:gd name="connsiteX36028" fmla="*/ 1700665 w 2119654"/>
              <a:gd name="connsiteY36028" fmla="*/ 944403 h 2398711"/>
              <a:gd name="connsiteX36029" fmla="*/ 1149980 w 2119654"/>
              <a:gd name="connsiteY36029" fmla="*/ 2176435 h 2398711"/>
              <a:gd name="connsiteX36030" fmla="*/ 1151556 w 2119654"/>
              <a:gd name="connsiteY36030" fmla="*/ 2177206 h 2398711"/>
              <a:gd name="connsiteX36031" fmla="*/ 1151894 w 2119654"/>
              <a:gd name="connsiteY36031" fmla="*/ 2176753 h 2398711"/>
              <a:gd name="connsiteX36032" fmla="*/ 1150777 w 2119654"/>
              <a:gd name="connsiteY36032" fmla="*/ 2175738 h 2398711"/>
              <a:gd name="connsiteX36033" fmla="*/ 1121961 w 2119654"/>
              <a:gd name="connsiteY36033" fmla="*/ 2238715 h 2398711"/>
              <a:gd name="connsiteX36034" fmla="*/ 1123438 w 2119654"/>
              <a:gd name="connsiteY36034" fmla="*/ 2238407 h 2398711"/>
              <a:gd name="connsiteX36035" fmla="*/ 1124395 w 2119654"/>
              <a:gd name="connsiteY36035" fmla="*/ 2237047 h 2398711"/>
              <a:gd name="connsiteX36036" fmla="*/ 1128222 w 2119654"/>
              <a:gd name="connsiteY36036" fmla="*/ 2224093 h 2398711"/>
              <a:gd name="connsiteX36037" fmla="*/ 1130221 w 2119654"/>
              <a:gd name="connsiteY36037" fmla="*/ 2226555 h 2398711"/>
              <a:gd name="connsiteX36038" fmla="*/ 1131842 w 2119654"/>
              <a:gd name="connsiteY36038" fmla="*/ 2226460 h 2398711"/>
              <a:gd name="connsiteX36039" fmla="*/ 1132774 w 2119654"/>
              <a:gd name="connsiteY36039" fmla="*/ 2225137 h 2398711"/>
              <a:gd name="connsiteX36040" fmla="*/ 1131521 w 2119654"/>
              <a:gd name="connsiteY36040" fmla="*/ 2223395 h 2398711"/>
              <a:gd name="connsiteX36041" fmla="*/ 1131265 w 2119654"/>
              <a:gd name="connsiteY36041" fmla="*/ 2223027 h 2398711"/>
              <a:gd name="connsiteX36042" fmla="*/ 1700576 w 2119654"/>
              <a:gd name="connsiteY36042" fmla="*/ 942373 h 2398711"/>
              <a:gd name="connsiteX36043" fmla="*/ 1699453 w 2119654"/>
              <a:gd name="connsiteY36043" fmla="*/ 945930 h 2398711"/>
              <a:gd name="connsiteX36044" fmla="*/ 1700647 w 2119654"/>
              <a:gd name="connsiteY36044" fmla="*/ 944010 h 2398711"/>
              <a:gd name="connsiteX36045" fmla="*/ 1123126 w 2119654"/>
              <a:gd name="connsiteY36045" fmla="*/ 2235394 h 2398711"/>
              <a:gd name="connsiteX36046" fmla="*/ 1124666 w 2119654"/>
              <a:gd name="connsiteY36046" fmla="*/ 2236658 h 2398711"/>
              <a:gd name="connsiteX36047" fmla="*/ 1126783 w 2119654"/>
              <a:gd name="connsiteY36047" fmla="*/ 2233651 h 2398711"/>
              <a:gd name="connsiteX36048" fmla="*/ 1126217 w 2119654"/>
              <a:gd name="connsiteY36048" fmla="*/ 2233161 h 2398711"/>
              <a:gd name="connsiteX36049" fmla="*/ 1125998 w 2119654"/>
              <a:gd name="connsiteY36049" fmla="*/ 2233223 h 2398711"/>
              <a:gd name="connsiteX36050" fmla="*/ 1137965 w 2119654"/>
              <a:gd name="connsiteY36050" fmla="*/ 2201681 h 2398711"/>
              <a:gd name="connsiteX36051" fmla="*/ 1138652 w 2119654"/>
              <a:gd name="connsiteY36051" fmla="*/ 2202006 h 2398711"/>
              <a:gd name="connsiteX36052" fmla="*/ 1140078 w 2119654"/>
              <a:gd name="connsiteY36052" fmla="*/ 2200851 h 2398711"/>
              <a:gd name="connsiteX36053" fmla="*/ 1139969 w 2119654"/>
              <a:gd name="connsiteY36053" fmla="*/ 2200767 h 2398711"/>
              <a:gd name="connsiteX36054" fmla="*/ 1140079 w 2119654"/>
              <a:gd name="connsiteY36054" fmla="*/ 2200851 h 2398711"/>
              <a:gd name="connsiteX36055" fmla="*/ 1142916 w 2119654"/>
              <a:gd name="connsiteY36055" fmla="*/ 2198554 h 2398711"/>
              <a:gd name="connsiteX36056" fmla="*/ 1142110 w 2119654"/>
              <a:gd name="connsiteY36056" fmla="*/ 2197177 h 2398711"/>
              <a:gd name="connsiteX36057" fmla="*/ 1140737 w 2119654"/>
              <a:gd name="connsiteY36057" fmla="*/ 2197994 h 2398711"/>
              <a:gd name="connsiteX36058" fmla="*/ 1139137 w 2119654"/>
              <a:gd name="connsiteY36058" fmla="*/ 2200123 h 2398711"/>
              <a:gd name="connsiteX36059" fmla="*/ 1139969 w 2119654"/>
              <a:gd name="connsiteY36059" fmla="*/ 2200767 h 2398711"/>
              <a:gd name="connsiteX36060" fmla="*/ 1139130 w 2119654"/>
              <a:gd name="connsiteY36060" fmla="*/ 2200133 h 2398711"/>
              <a:gd name="connsiteX36061" fmla="*/ 1101737 w 2119654"/>
              <a:gd name="connsiteY36061" fmla="*/ 2282735 h 2398711"/>
              <a:gd name="connsiteX36062" fmla="*/ 1101975 w 2119654"/>
              <a:gd name="connsiteY36062" fmla="*/ 2282949 h 2398711"/>
              <a:gd name="connsiteX36063" fmla="*/ 1112769 w 2119654"/>
              <a:gd name="connsiteY36063" fmla="*/ 2280109 h 2398711"/>
              <a:gd name="connsiteX36064" fmla="*/ 1118169 w 2119654"/>
              <a:gd name="connsiteY36064" fmla="*/ 2267410 h 2398711"/>
              <a:gd name="connsiteX36065" fmla="*/ 1117594 w 2119654"/>
              <a:gd name="connsiteY36065" fmla="*/ 2267627 h 2398711"/>
              <a:gd name="connsiteX36066" fmla="*/ 1116300 w 2119654"/>
              <a:gd name="connsiteY36066" fmla="*/ 2268470 h 2398711"/>
              <a:gd name="connsiteX36067" fmla="*/ 1116114 w 2119654"/>
              <a:gd name="connsiteY36067" fmla="*/ 2268580 h 2398711"/>
              <a:gd name="connsiteX36068" fmla="*/ 1103842 w 2119654"/>
              <a:gd name="connsiteY36068" fmla="*/ 2280711 h 2398711"/>
              <a:gd name="connsiteX36069" fmla="*/ 1116958 w 2119654"/>
              <a:gd name="connsiteY36069" fmla="*/ 2248427 h 2398711"/>
              <a:gd name="connsiteX36070" fmla="*/ 1122710 w 2119654"/>
              <a:gd name="connsiteY36070" fmla="*/ 2244845 h 2398711"/>
              <a:gd name="connsiteX36071" fmla="*/ 1121597 w 2119654"/>
              <a:gd name="connsiteY36071" fmla="*/ 2244130 h 2398711"/>
              <a:gd name="connsiteX36072" fmla="*/ 1119703 w 2119654"/>
              <a:gd name="connsiteY36072" fmla="*/ 2244525 h 2398711"/>
              <a:gd name="connsiteX36073" fmla="*/ 1137241 w 2119654"/>
              <a:gd name="connsiteY36073" fmla="*/ 2202996 h 2398711"/>
              <a:gd name="connsiteX36074" fmla="*/ 1137318 w 2119654"/>
              <a:gd name="connsiteY36074" fmla="*/ 2203085 h 2398711"/>
              <a:gd name="connsiteX36075" fmla="*/ 1137368 w 2119654"/>
              <a:gd name="connsiteY36075" fmla="*/ 2203045 h 2398711"/>
              <a:gd name="connsiteX36076" fmla="*/ 1139340 w 2119654"/>
              <a:gd name="connsiteY36076" fmla="*/ 2198205 h 2398711"/>
              <a:gd name="connsiteX36077" fmla="*/ 1139728 w 2119654"/>
              <a:gd name="connsiteY36077" fmla="*/ 2197973 h 2398711"/>
              <a:gd name="connsiteX36078" fmla="*/ 1141329 w 2119654"/>
              <a:gd name="connsiteY36078" fmla="*/ 2195844 h 2398711"/>
              <a:gd name="connsiteX36079" fmla="*/ 1141324 w 2119654"/>
              <a:gd name="connsiteY36079" fmla="*/ 2195836 h 2398711"/>
              <a:gd name="connsiteX36080" fmla="*/ 1116307 w 2119654"/>
              <a:gd name="connsiteY36080" fmla="*/ 2249351 h 2398711"/>
              <a:gd name="connsiteX36081" fmla="*/ 1123737 w 2119654"/>
              <a:gd name="connsiteY36081" fmla="*/ 2245503 h 2398711"/>
              <a:gd name="connsiteX36082" fmla="*/ 1122918 w 2119654"/>
              <a:gd name="connsiteY36082" fmla="*/ 2244978 h 2398711"/>
              <a:gd name="connsiteX36083" fmla="*/ 1116630 w 2119654"/>
              <a:gd name="connsiteY36083" fmla="*/ 2248892 h 2398711"/>
              <a:gd name="connsiteX36084" fmla="*/ 1149018 w 2119654"/>
              <a:gd name="connsiteY36084" fmla="*/ 2175965 h 2398711"/>
              <a:gd name="connsiteX36085" fmla="*/ 1149856 w 2119654"/>
              <a:gd name="connsiteY36085" fmla="*/ 2176374 h 2398711"/>
              <a:gd name="connsiteX36086" fmla="*/ 1150682 w 2119654"/>
              <a:gd name="connsiteY36086" fmla="*/ 2175653 h 2398711"/>
              <a:gd name="connsiteX36087" fmla="*/ 1150306 w 2119654"/>
              <a:gd name="connsiteY36087" fmla="*/ 2175309 h 2398711"/>
              <a:gd name="connsiteX36088" fmla="*/ 1135367 w 2119654"/>
              <a:gd name="connsiteY36088" fmla="*/ 2206352 h 2398711"/>
              <a:gd name="connsiteX36089" fmla="*/ 1135747 w 2119654"/>
              <a:gd name="connsiteY36089" fmla="*/ 2206328 h 2398711"/>
              <a:gd name="connsiteX36090" fmla="*/ 1138860 w 2119654"/>
              <a:gd name="connsiteY36090" fmla="*/ 2205763 h 2398711"/>
              <a:gd name="connsiteX36091" fmla="*/ 1137718 w 2119654"/>
              <a:gd name="connsiteY36091" fmla="*/ 2204449 h 2398711"/>
              <a:gd name="connsiteX36092" fmla="*/ 1138286 w 2119654"/>
              <a:gd name="connsiteY36092" fmla="*/ 2199465 h 2398711"/>
              <a:gd name="connsiteX36093" fmla="*/ 1138489 w 2119654"/>
              <a:gd name="connsiteY36093" fmla="*/ 2199622 h 2398711"/>
              <a:gd name="connsiteX36094" fmla="*/ 1138882 w 2119654"/>
              <a:gd name="connsiteY36094" fmla="*/ 2199099 h 2398711"/>
              <a:gd name="connsiteX36095" fmla="*/ 1138301 w 2119654"/>
              <a:gd name="connsiteY36095" fmla="*/ 2199445 h 2398711"/>
              <a:gd name="connsiteX36096" fmla="*/ 1136275 w 2119654"/>
              <a:gd name="connsiteY36096" fmla="*/ 2203930 h 2398711"/>
              <a:gd name="connsiteX36097" fmla="*/ 1136858 w 2119654"/>
              <a:gd name="connsiteY36097" fmla="*/ 2203458 h 2398711"/>
              <a:gd name="connsiteX36098" fmla="*/ 1136736 w 2119654"/>
              <a:gd name="connsiteY36098" fmla="*/ 2203317 h 2398711"/>
              <a:gd name="connsiteX36099" fmla="*/ 1149849 w 2119654"/>
              <a:gd name="connsiteY36099" fmla="*/ 2173122 h 2398711"/>
              <a:gd name="connsiteX36100" fmla="*/ 1151409 w 2119654"/>
              <a:gd name="connsiteY36100" fmla="*/ 2174540 h 2398711"/>
              <a:gd name="connsiteX36101" fmla="*/ 1152006 w 2119654"/>
              <a:gd name="connsiteY36101" fmla="*/ 2174235 h 2398711"/>
              <a:gd name="connsiteX36102" fmla="*/ 1149910 w 2119654"/>
              <a:gd name="connsiteY36102" fmla="*/ 2173047 h 2398711"/>
              <a:gd name="connsiteX36103" fmla="*/ 1136863 w 2119654"/>
              <a:gd name="connsiteY36103" fmla="*/ 2201162 h 2398711"/>
              <a:gd name="connsiteX36104" fmla="*/ 1137208 w 2119654"/>
              <a:gd name="connsiteY36104" fmla="*/ 2201325 h 2398711"/>
              <a:gd name="connsiteX36105" fmla="*/ 1138477 w 2119654"/>
              <a:gd name="connsiteY36105" fmla="*/ 2199638 h 2398711"/>
              <a:gd name="connsiteX36106" fmla="*/ 1138270 w 2119654"/>
              <a:gd name="connsiteY36106" fmla="*/ 2199482 h 2398711"/>
              <a:gd name="connsiteX36107" fmla="*/ 1121914 w 2119654"/>
              <a:gd name="connsiteY36107" fmla="*/ 2234398 h 2398711"/>
              <a:gd name="connsiteX36108" fmla="*/ 1122252 w 2119654"/>
              <a:gd name="connsiteY36108" fmla="*/ 2234675 h 2398711"/>
              <a:gd name="connsiteX36109" fmla="*/ 1123051 w 2119654"/>
              <a:gd name="connsiteY36109" fmla="*/ 2234072 h 2398711"/>
              <a:gd name="connsiteX36110" fmla="*/ 1711729 w 2119654"/>
              <a:gd name="connsiteY36110" fmla="*/ 913662 h 2398711"/>
              <a:gd name="connsiteX36111" fmla="*/ 1708785 w 2119654"/>
              <a:gd name="connsiteY36111" fmla="*/ 923102 h 2398711"/>
              <a:gd name="connsiteX36112" fmla="*/ 1708807 w 2119654"/>
              <a:gd name="connsiteY36112" fmla="*/ 925123 h 2398711"/>
              <a:gd name="connsiteX36113" fmla="*/ 1711888 w 2119654"/>
              <a:gd name="connsiteY36113" fmla="*/ 918964 h 2398711"/>
              <a:gd name="connsiteX36114" fmla="*/ 1711987 w 2119654"/>
              <a:gd name="connsiteY36114" fmla="*/ 919285 h 2398711"/>
              <a:gd name="connsiteX36115" fmla="*/ 1708812 w 2119654"/>
              <a:gd name="connsiteY36115" fmla="*/ 925630 h 2398711"/>
              <a:gd name="connsiteX36116" fmla="*/ 1708867 w 2119654"/>
              <a:gd name="connsiteY36116" fmla="*/ 930796 h 2398711"/>
              <a:gd name="connsiteX36117" fmla="*/ 1710392 w 2119654"/>
              <a:gd name="connsiteY36117" fmla="*/ 928344 h 2398711"/>
              <a:gd name="connsiteX36118" fmla="*/ 1710456 w 2119654"/>
              <a:gd name="connsiteY36118" fmla="*/ 928661 h 2398711"/>
              <a:gd name="connsiteX36119" fmla="*/ 1708872 w 2119654"/>
              <a:gd name="connsiteY36119" fmla="*/ 931209 h 2398711"/>
              <a:gd name="connsiteX36120" fmla="*/ 1708912 w 2119654"/>
              <a:gd name="connsiteY36120" fmla="*/ 935000 h 2398711"/>
              <a:gd name="connsiteX36121" fmla="*/ 1712877 w 2119654"/>
              <a:gd name="connsiteY36121" fmla="*/ 929529 h 2398711"/>
              <a:gd name="connsiteX36122" fmla="*/ 1712990 w 2119654"/>
              <a:gd name="connsiteY36122" fmla="*/ 920308 h 2398711"/>
              <a:gd name="connsiteX36123" fmla="*/ 1113015 w 2119654"/>
              <a:gd name="connsiteY36123" fmla="*/ 2253911 h 2398711"/>
              <a:gd name="connsiteX36124" fmla="*/ 1119023 w 2119654"/>
              <a:gd name="connsiteY36124" fmla="*/ 2258443 h 2398711"/>
              <a:gd name="connsiteX36125" fmla="*/ 1124169 w 2119654"/>
              <a:gd name="connsiteY36125" fmla="*/ 2253296 h 2398711"/>
              <a:gd name="connsiteX36126" fmla="*/ 1125698 w 2119654"/>
              <a:gd name="connsiteY36126" fmla="*/ 2249701 h 2398711"/>
              <a:gd name="connsiteX36127" fmla="*/ 1117532 w 2119654"/>
              <a:gd name="connsiteY36127" fmla="*/ 2255648 h 2398711"/>
              <a:gd name="connsiteX36128" fmla="*/ 1117393 w 2119654"/>
              <a:gd name="connsiteY36128" fmla="*/ 2255642 h 2398711"/>
              <a:gd name="connsiteX36129" fmla="*/ 1125190 w 2119654"/>
              <a:gd name="connsiteY36129" fmla="*/ 2249963 h 2398711"/>
              <a:gd name="connsiteX36130" fmla="*/ 1125784 w 2119654"/>
              <a:gd name="connsiteY36130" fmla="*/ 2249501 h 2398711"/>
              <a:gd name="connsiteX36131" fmla="*/ 1126681 w 2119654"/>
              <a:gd name="connsiteY36131" fmla="*/ 2247391 h 2398711"/>
              <a:gd name="connsiteX36132" fmla="*/ 1126344 w 2119654"/>
              <a:gd name="connsiteY36132" fmla="*/ 2247175 h 2398711"/>
              <a:gd name="connsiteX36133" fmla="*/ 1113039 w 2119654"/>
              <a:gd name="connsiteY36133" fmla="*/ 2253877 h 2398711"/>
              <a:gd name="connsiteX36134" fmla="*/ 1695263 w 2119654"/>
              <a:gd name="connsiteY36134" fmla="*/ 950057 h 2398711"/>
              <a:gd name="connsiteX36135" fmla="*/ 1695151 w 2119654"/>
              <a:gd name="connsiteY36135" fmla="*/ 950529 h 2398711"/>
              <a:gd name="connsiteX36136" fmla="*/ 1695326 w 2119654"/>
              <a:gd name="connsiteY36136" fmla="*/ 950348 h 2398711"/>
              <a:gd name="connsiteX36137" fmla="*/ 1147968 w 2119654"/>
              <a:gd name="connsiteY36137" fmla="*/ 2175452 h 2398711"/>
              <a:gd name="connsiteX36138" fmla="*/ 1148810 w 2119654"/>
              <a:gd name="connsiteY36138" fmla="*/ 2175863 h 2398711"/>
              <a:gd name="connsiteX36139" fmla="*/ 1150159 w 2119654"/>
              <a:gd name="connsiteY36139" fmla="*/ 2175176 h 2398711"/>
              <a:gd name="connsiteX36140" fmla="*/ 1149023 w 2119654"/>
              <a:gd name="connsiteY36140" fmla="*/ 2174145 h 2398711"/>
              <a:gd name="connsiteX36141" fmla="*/ 1112562 w 2119654"/>
              <a:gd name="connsiteY36141" fmla="*/ 2254536 h 2398711"/>
              <a:gd name="connsiteX36142" fmla="*/ 1117372 w 2119654"/>
              <a:gd name="connsiteY36142" fmla="*/ 2260096 h 2398711"/>
              <a:gd name="connsiteX36143" fmla="*/ 1118813 w 2119654"/>
              <a:gd name="connsiteY36143" fmla="*/ 2258654 h 2398711"/>
              <a:gd name="connsiteX36144" fmla="*/ 1112842 w 2119654"/>
              <a:gd name="connsiteY36144" fmla="*/ 2254150 h 2398711"/>
              <a:gd name="connsiteX36145" fmla="*/ 1137304 w 2119654"/>
              <a:gd name="connsiteY36145" fmla="*/ 2198705 h 2398711"/>
              <a:gd name="connsiteX36146" fmla="*/ 1137824 w 2119654"/>
              <a:gd name="connsiteY36146" fmla="*/ 2199106 h 2398711"/>
              <a:gd name="connsiteX36147" fmla="*/ 1138610 w 2119654"/>
              <a:gd name="connsiteY36147" fmla="*/ 2198638 h 2398711"/>
              <a:gd name="connsiteX36148" fmla="*/ 1141173 w 2119654"/>
              <a:gd name="connsiteY36148" fmla="*/ 2195578 h 2398711"/>
              <a:gd name="connsiteX36149" fmla="*/ 1141010 w 2119654"/>
              <a:gd name="connsiteY36149" fmla="*/ 2195300 h 2398711"/>
              <a:gd name="connsiteX36150" fmla="*/ 1708740 w 2119654"/>
              <a:gd name="connsiteY36150" fmla="*/ 918899 h 2398711"/>
              <a:gd name="connsiteX36151" fmla="*/ 1708777 w 2119654"/>
              <a:gd name="connsiteY36151" fmla="*/ 922345 h 2398711"/>
              <a:gd name="connsiteX36152" fmla="*/ 1711636 w 2119654"/>
              <a:gd name="connsiteY36152" fmla="*/ 913177 h 2398711"/>
              <a:gd name="connsiteX36153" fmla="*/ 1711536 w 2119654"/>
              <a:gd name="connsiteY36153" fmla="*/ 912643 h 2398711"/>
              <a:gd name="connsiteX36154" fmla="*/ 1709648 w 2119654"/>
              <a:gd name="connsiteY36154" fmla="*/ 916918 h 2398711"/>
              <a:gd name="connsiteX36155" fmla="*/ 1713841 w 2119654"/>
              <a:gd name="connsiteY36155" fmla="*/ 907422 h 2398711"/>
              <a:gd name="connsiteX36156" fmla="*/ 1712534 w 2119654"/>
              <a:gd name="connsiteY36156" fmla="*/ 910382 h 2398711"/>
              <a:gd name="connsiteX36157" fmla="*/ 1713100 w 2119654"/>
              <a:gd name="connsiteY36157" fmla="*/ 913369 h 2398711"/>
              <a:gd name="connsiteX36158" fmla="*/ 1713259 w 2119654"/>
              <a:gd name="connsiteY36158" fmla="*/ 913576 h 2398711"/>
              <a:gd name="connsiteX36159" fmla="*/ 1713252 w 2119654"/>
              <a:gd name="connsiteY36159" fmla="*/ 914168 h 2398711"/>
              <a:gd name="connsiteX36160" fmla="*/ 1714137 w 2119654"/>
              <a:gd name="connsiteY36160" fmla="*/ 918833 h 2398711"/>
              <a:gd name="connsiteX36161" fmla="*/ 1715393 w 2119654"/>
              <a:gd name="connsiteY36161" fmla="*/ 903908 h 2398711"/>
              <a:gd name="connsiteX36162" fmla="*/ 1714823 w 2119654"/>
              <a:gd name="connsiteY36162" fmla="*/ 905199 h 2398711"/>
              <a:gd name="connsiteX36163" fmla="*/ 1715312 w 2119654"/>
              <a:gd name="connsiteY36163" fmla="*/ 924114 h 2398711"/>
              <a:gd name="connsiteX36164" fmla="*/ 1717823 w 2119654"/>
              <a:gd name="connsiteY36164" fmla="*/ 918090 h 2398711"/>
              <a:gd name="connsiteX36165" fmla="*/ 1717839 w 2119654"/>
              <a:gd name="connsiteY36165" fmla="*/ 916801 h 2398711"/>
              <a:gd name="connsiteX36166" fmla="*/ 1718889 w 2119654"/>
              <a:gd name="connsiteY36166" fmla="*/ 895993 h 2398711"/>
              <a:gd name="connsiteX36167" fmla="*/ 1716732 w 2119654"/>
              <a:gd name="connsiteY36167" fmla="*/ 900878 h 2398711"/>
              <a:gd name="connsiteX36168" fmla="*/ 1717986 w 2119654"/>
              <a:gd name="connsiteY36168" fmla="*/ 907495 h 2398711"/>
              <a:gd name="connsiteX36169" fmla="*/ 1718199 w 2119654"/>
              <a:gd name="connsiteY36169" fmla="*/ 907773 h 2398711"/>
              <a:gd name="connsiteX36170" fmla="*/ 1718190 w 2119654"/>
              <a:gd name="connsiteY36170" fmla="*/ 908567 h 2398711"/>
              <a:gd name="connsiteX36171" fmla="*/ 1719317 w 2119654"/>
              <a:gd name="connsiteY36171" fmla="*/ 914507 h 2398711"/>
              <a:gd name="connsiteX36172" fmla="*/ 1719365 w 2119654"/>
              <a:gd name="connsiteY36172" fmla="*/ 914390 h 2398711"/>
              <a:gd name="connsiteX36173" fmla="*/ 1146816 w 2119654"/>
              <a:gd name="connsiteY36173" fmla="*/ 2176878 h 2398711"/>
              <a:gd name="connsiteX36174" fmla="*/ 1147899 w 2119654"/>
              <a:gd name="connsiteY36174" fmla="*/ 2176328 h 2398711"/>
              <a:gd name="connsiteX36175" fmla="*/ 1147442 w 2119654"/>
              <a:gd name="connsiteY36175" fmla="*/ 2176104 h 2398711"/>
              <a:gd name="connsiteX36176" fmla="*/ 1113841 w 2119654"/>
              <a:gd name="connsiteY36176" fmla="*/ 2250629 h 2398711"/>
              <a:gd name="connsiteX36177" fmla="*/ 1115410 w 2119654"/>
              <a:gd name="connsiteY36177" fmla="*/ 2249816 h 2398711"/>
              <a:gd name="connsiteX36178" fmla="*/ 1115616 w 2119654"/>
              <a:gd name="connsiteY36178" fmla="*/ 2249524 h 2398711"/>
              <a:gd name="connsiteX36179" fmla="*/ 1136056 w 2119654"/>
              <a:gd name="connsiteY36179" fmla="*/ 2200781 h 2398711"/>
              <a:gd name="connsiteX36180" fmla="*/ 1136601 w 2119654"/>
              <a:gd name="connsiteY36180" fmla="*/ 2201038 h 2398711"/>
              <a:gd name="connsiteX36181" fmla="*/ 1137572 w 2119654"/>
              <a:gd name="connsiteY36181" fmla="*/ 2199879 h 2398711"/>
              <a:gd name="connsiteX36182" fmla="*/ 1697916 w 2119654"/>
              <a:gd name="connsiteY36182" fmla="*/ 942543 h 2398711"/>
              <a:gd name="connsiteX36183" fmla="*/ 1698053 w 2119654"/>
              <a:gd name="connsiteY36183" fmla="*/ 943024 h 2398711"/>
              <a:gd name="connsiteX36184" fmla="*/ 1698142 w 2119654"/>
              <a:gd name="connsiteY36184" fmla="*/ 943426 h 2398711"/>
              <a:gd name="connsiteX36185" fmla="*/ 1699544 w 2119654"/>
              <a:gd name="connsiteY36185" fmla="*/ 938986 h 2398711"/>
              <a:gd name="connsiteX36186" fmla="*/ 1144317 w 2119654"/>
              <a:gd name="connsiteY36186" fmla="*/ 2181386 h 2398711"/>
              <a:gd name="connsiteX36187" fmla="*/ 1150196 w 2119654"/>
              <a:gd name="connsiteY36187" fmla="*/ 2179028 h 2398711"/>
              <a:gd name="connsiteX36188" fmla="*/ 1151060 w 2119654"/>
              <a:gd name="connsiteY36188" fmla="*/ 2177871 h 2398711"/>
              <a:gd name="connsiteX36189" fmla="*/ 1149313 w 2119654"/>
              <a:gd name="connsiteY36189" fmla="*/ 2177018 h 2398711"/>
              <a:gd name="connsiteX36190" fmla="*/ 1720144 w 2119654"/>
              <a:gd name="connsiteY36190" fmla="*/ 891972 h 2398711"/>
              <a:gd name="connsiteX36191" fmla="*/ 1720187 w 2119654"/>
              <a:gd name="connsiteY36191" fmla="*/ 892609 h 2398711"/>
              <a:gd name="connsiteX36192" fmla="*/ 1721163 w 2119654"/>
              <a:gd name="connsiteY36192" fmla="*/ 890398 h 2398711"/>
              <a:gd name="connsiteX36193" fmla="*/ 1700302 w 2119654"/>
              <a:gd name="connsiteY36193" fmla="*/ 936046 h 2398711"/>
              <a:gd name="connsiteX36194" fmla="*/ 1697719 w 2119654"/>
              <a:gd name="connsiteY36194" fmla="*/ 941853 h 2398711"/>
              <a:gd name="connsiteX36195" fmla="*/ 1697747 w 2119654"/>
              <a:gd name="connsiteY36195" fmla="*/ 941951 h 2398711"/>
              <a:gd name="connsiteX36196" fmla="*/ 1700315 w 2119654"/>
              <a:gd name="connsiteY36196" fmla="*/ 936342 h 2398711"/>
              <a:gd name="connsiteX36197" fmla="*/ 1674046 w 2119654"/>
              <a:gd name="connsiteY36197" fmla="*/ 994748 h 2398711"/>
              <a:gd name="connsiteX36198" fmla="*/ 1673973 w 2119654"/>
              <a:gd name="connsiteY36198" fmla="*/ 995037 h 2398711"/>
              <a:gd name="connsiteX36199" fmla="*/ 1674968 w 2119654"/>
              <a:gd name="connsiteY36199" fmla="*/ 993502 h 2398711"/>
              <a:gd name="connsiteX36200" fmla="*/ 1711290 w 2119654"/>
              <a:gd name="connsiteY36200" fmla="*/ 911344 h 2398711"/>
              <a:gd name="connsiteX36201" fmla="*/ 1708721 w 2119654"/>
              <a:gd name="connsiteY36201" fmla="*/ 917117 h 2398711"/>
              <a:gd name="connsiteX36202" fmla="*/ 1708730 w 2119654"/>
              <a:gd name="connsiteY36202" fmla="*/ 917960 h 2398711"/>
              <a:gd name="connsiteX36203" fmla="*/ 1711427 w 2119654"/>
              <a:gd name="connsiteY36203" fmla="*/ 912070 h 2398711"/>
              <a:gd name="connsiteX36204" fmla="*/ 1713797 w 2119654"/>
              <a:gd name="connsiteY36204" fmla="*/ 905707 h 2398711"/>
              <a:gd name="connsiteX36205" fmla="*/ 1712290 w 2119654"/>
              <a:gd name="connsiteY36205" fmla="*/ 909094 h 2398711"/>
              <a:gd name="connsiteX36206" fmla="*/ 1712437 w 2119654"/>
              <a:gd name="connsiteY36206" fmla="*/ 909866 h 2398711"/>
              <a:gd name="connsiteX36207" fmla="*/ 1713826 w 2119654"/>
              <a:gd name="connsiteY36207" fmla="*/ 906830 h 2398711"/>
              <a:gd name="connsiteX36208" fmla="*/ 1715155 w 2119654"/>
              <a:gd name="connsiteY36208" fmla="*/ 902654 h 2398711"/>
              <a:gd name="connsiteX36209" fmla="*/ 1714779 w 2119654"/>
              <a:gd name="connsiteY36209" fmla="*/ 903499 h 2398711"/>
              <a:gd name="connsiteX36210" fmla="*/ 1714810 w 2119654"/>
              <a:gd name="connsiteY36210" fmla="*/ 904681 h 2398711"/>
              <a:gd name="connsiteX36211" fmla="*/ 1715325 w 2119654"/>
              <a:gd name="connsiteY36211" fmla="*/ 903553 h 2398711"/>
              <a:gd name="connsiteX36212" fmla="*/ 1718846 w 2119654"/>
              <a:gd name="connsiteY36212" fmla="*/ 894355 h 2398711"/>
              <a:gd name="connsiteX36213" fmla="*/ 1716496 w 2119654"/>
              <a:gd name="connsiteY36213" fmla="*/ 899638 h 2398711"/>
              <a:gd name="connsiteX36214" fmla="*/ 1716672 w 2119654"/>
              <a:gd name="connsiteY36214" fmla="*/ 900567 h 2398711"/>
              <a:gd name="connsiteX36215" fmla="*/ 1718877 w 2119654"/>
              <a:gd name="connsiteY36215" fmla="*/ 895573 h 2398711"/>
              <a:gd name="connsiteX36216" fmla="*/ 1731311 w 2119654"/>
              <a:gd name="connsiteY36216" fmla="*/ 866331 h 2398711"/>
              <a:gd name="connsiteX36217" fmla="*/ 1720113 w 2119654"/>
              <a:gd name="connsiteY36217" fmla="*/ 891505 h 2398711"/>
              <a:gd name="connsiteX36218" fmla="*/ 1720132 w 2119654"/>
              <a:gd name="connsiteY36218" fmla="*/ 891788 h 2398711"/>
              <a:gd name="connsiteX36219" fmla="*/ 1720464 w 2119654"/>
              <a:gd name="connsiteY36219" fmla="*/ 891298 h 2398711"/>
              <a:gd name="connsiteX36220" fmla="*/ 1721412 w 2119654"/>
              <a:gd name="connsiteY36220" fmla="*/ 889833 h 2398711"/>
              <a:gd name="connsiteX36221" fmla="*/ 1724180 w 2119654"/>
              <a:gd name="connsiteY36221" fmla="*/ 883566 h 2398711"/>
              <a:gd name="connsiteX36222" fmla="*/ 1724253 w 2119654"/>
              <a:gd name="connsiteY36222" fmla="*/ 883848 h 2398711"/>
              <a:gd name="connsiteX36223" fmla="*/ 1722032 w 2119654"/>
              <a:gd name="connsiteY36223" fmla="*/ 888875 h 2398711"/>
              <a:gd name="connsiteX36224" fmla="*/ 1726352 w 2119654"/>
              <a:gd name="connsiteY36224" fmla="*/ 882201 h 2398711"/>
              <a:gd name="connsiteX36225" fmla="*/ 1726366 w 2119654"/>
              <a:gd name="connsiteY36225" fmla="*/ 882360 h 2398711"/>
              <a:gd name="connsiteX36226" fmla="*/ 1721782 w 2119654"/>
              <a:gd name="connsiteY36226" fmla="*/ 889441 h 2398711"/>
              <a:gd name="connsiteX36227" fmla="*/ 1720205 w 2119654"/>
              <a:gd name="connsiteY36227" fmla="*/ 893013 h 2398711"/>
              <a:gd name="connsiteX36228" fmla="*/ 1720677 w 2119654"/>
              <a:gd name="connsiteY36228" fmla="*/ 911244 h 2398711"/>
              <a:gd name="connsiteX36229" fmla="*/ 1723565 w 2119654"/>
              <a:gd name="connsiteY36229" fmla="*/ 904313 h 2398711"/>
              <a:gd name="connsiteX36230" fmla="*/ 1723680 w 2119654"/>
              <a:gd name="connsiteY36230" fmla="*/ 904615 h 2398711"/>
              <a:gd name="connsiteX36231" fmla="*/ 1720691 w 2119654"/>
              <a:gd name="connsiteY36231" fmla="*/ 911788 h 2398711"/>
              <a:gd name="connsiteX36232" fmla="*/ 1720864 w 2119654"/>
              <a:gd name="connsiteY36232" fmla="*/ 918505 h 2398711"/>
              <a:gd name="connsiteX36233" fmla="*/ 1720896 w 2119654"/>
              <a:gd name="connsiteY36233" fmla="*/ 918462 h 2398711"/>
              <a:gd name="connsiteX36234" fmla="*/ 1723035 w 2119654"/>
              <a:gd name="connsiteY36234" fmla="*/ 909356 h 2398711"/>
              <a:gd name="connsiteX36235" fmla="*/ 1730817 w 2119654"/>
              <a:gd name="connsiteY36235" fmla="*/ 869086 h 2398711"/>
              <a:gd name="connsiteX36236" fmla="*/ 1733604 w 2119654"/>
              <a:gd name="connsiteY36236" fmla="*/ 861175 h 2398711"/>
              <a:gd name="connsiteX36237" fmla="*/ 1731495 w 2119654"/>
              <a:gd name="connsiteY36237" fmla="*/ 865918 h 2398711"/>
              <a:gd name="connsiteX36238" fmla="*/ 1729187 w 2119654"/>
              <a:gd name="connsiteY36238" fmla="*/ 878789 h 2398711"/>
              <a:gd name="connsiteX36239" fmla="*/ 1721748 w 2119654"/>
              <a:gd name="connsiteY36239" fmla="*/ 917286 h 2398711"/>
              <a:gd name="connsiteX36240" fmla="*/ 1726767 w 2119654"/>
              <a:gd name="connsiteY36240" fmla="*/ 910358 h 2398711"/>
              <a:gd name="connsiteX36241" fmla="*/ 1727511 w 2119654"/>
              <a:gd name="connsiteY36241" fmla="*/ 908926 h 2398711"/>
              <a:gd name="connsiteX36242" fmla="*/ 1733590 w 2119654"/>
              <a:gd name="connsiteY36242" fmla="*/ 877903 h 2398711"/>
              <a:gd name="connsiteX36243" fmla="*/ 1734734 w 2119654"/>
              <a:gd name="connsiteY36243" fmla="*/ 858635 h 2398711"/>
              <a:gd name="connsiteX36244" fmla="*/ 1734036 w 2119654"/>
              <a:gd name="connsiteY36244" fmla="*/ 860205 h 2398711"/>
              <a:gd name="connsiteX36245" fmla="*/ 1734060 w 2119654"/>
              <a:gd name="connsiteY36245" fmla="*/ 862167 h 2398711"/>
              <a:gd name="connsiteX36246" fmla="*/ 1734049 w 2119654"/>
              <a:gd name="connsiteY36246" fmla="*/ 875559 h 2398711"/>
              <a:gd name="connsiteX36247" fmla="*/ 1736052 w 2119654"/>
              <a:gd name="connsiteY36247" fmla="*/ 865339 h 2398711"/>
              <a:gd name="connsiteX36248" fmla="*/ 1738830 w 2119654"/>
              <a:gd name="connsiteY36248" fmla="*/ 849428 h 2398711"/>
              <a:gd name="connsiteX36249" fmla="*/ 1735981 w 2119654"/>
              <a:gd name="connsiteY36249" fmla="*/ 855832 h 2398711"/>
              <a:gd name="connsiteX36250" fmla="*/ 1736922 w 2119654"/>
              <a:gd name="connsiteY36250" fmla="*/ 860619 h 2398711"/>
              <a:gd name="connsiteX36251" fmla="*/ 1743318 w 2119654"/>
              <a:gd name="connsiteY36251" fmla="*/ 839330 h 2398711"/>
              <a:gd name="connsiteX36252" fmla="*/ 1743210 w 2119654"/>
              <a:gd name="connsiteY36252" fmla="*/ 839579 h 2398711"/>
              <a:gd name="connsiteX36253" fmla="*/ 1739590 w 2119654"/>
              <a:gd name="connsiteY36253" fmla="*/ 847720 h 2398711"/>
              <a:gd name="connsiteX36254" fmla="*/ 1737152 w 2119654"/>
              <a:gd name="connsiteY36254" fmla="*/ 861795 h 2398711"/>
              <a:gd name="connsiteX36255" fmla="*/ 1738134 w 2119654"/>
              <a:gd name="connsiteY36255" fmla="*/ 866788 h 2398711"/>
              <a:gd name="connsiteX36256" fmla="*/ 1741740 w 2119654"/>
              <a:gd name="connsiteY36256" fmla="*/ 848126 h 2398711"/>
              <a:gd name="connsiteX36257" fmla="*/ 1135388 w 2119654"/>
              <a:gd name="connsiteY36257" fmla="*/ 2200467 h 2398711"/>
              <a:gd name="connsiteX36258" fmla="*/ 1135472 w 2119654"/>
              <a:gd name="connsiteY36258" fmla="*/ 2200507 h 2398711"/>
              <a:gd name="connsiteX36259" fmla="*/ 1137796 w 2119654"/>
              <a:gd name="connsiteY36259" fmla="*/ 2199123 h 2398711"/>
              <a:gd name="connsiteX36260" fmla="*/ 1137277 w 2119654"/>
              <a:gd name="connsiteY36260" fmla="*/ 2198730 h 2398711"/>
              <a:gd name="connsiteX36261" fmla="*/ 1745075 w 2119654"/>
              <a:gd name="connsiteY36261" fmla="*/ 835227 h 2398711"/>
              <a:gd name="connsiteX36262" fmla="*/ 1743569 w 2119654"/>
              <a:gd name="connsiteY36262" fmla="*/ 838742 h 2398711"/>
              <a:gd name="connsiteX36263" fmla="*/ 1739553 w 2119654"/>
              <a:gd name="connsiteY36263" fmla="*/ 861135 h 2398711"/>
              <a:gd name="connsiteX36264" fmla="*/ 1738298 w 2119654"/>
              <a:gd name="connsiteY36264" fmla="*/ 867629 h 2398711"/>
              <a:gd name="connsiteX36265" fmla="*/ 1738799 w 2119654"/>
              <a:gd name="connsiteY36265" fmla="*/ 870170 h 2398711"/>
              <a:gd name="connsiteX36266" fmla="*/ 1739516 w 2119654"/>
              <a:gd name="connsiteY36266" fmla="*/ 867458 h 2398711"/>
              <a:gd name="connsiteX36267" fmla="*/ 1739710 w 2119654"/>
              <a:gd name="connsiteY36267" fmla="*/ 867904 h 2398711"/>
              <a:gd name="connsiteX36268" fmla="*/ 1738931 w 2119654"/>
              <a:gd name="connsiteY36268" fmla="*/ 870845 h 2398711"/>
              <a:gd name="connsiteX36269" fmla="*/ 1739952 w 2119654"/>
              <a:gd name="connsiteY36269" fmla="*/ 876047 h 2398711"/>
              <a:gd name="connsiteX36270" fmla="*/ 1744449 w 2119654"/>
              <a:gd name="connsiteY36270" fmla="*/ 842040 h 2398711"/>
              <a:gd name="connsiteX36271" fmla="*/ 1746538 w 2119654"/>
              <a:gd name="connsiteY36271" fmla="*/ 831812 h 2398711"/>
              <a:gd name="connsiteX36272" fmla="*/ 1745368 w 2119654"/>
              <a:gd name="connsiteY36272" fmla="*/ 834542 h 2398711"/>
              <a:gd name="connsiteX36273" fmla="*/ 1743818 w 2119654"/>
              <a:gd name="connsiteY36273" fmla="*/ 851435 h 2398711"/>
              <a:gd name="connsiteX36274" fmla="*/ 1740318 w 2119654"/>
              <a:gd name="connsiteY36274" fmla="*/ 877905 h 2398711"/>
              <a:gd name="connsiteX36275" fmla="*/ 1741129 w 2119654"/>
              <a:gd name="connsiteY36275" fmla="*/ 882033 h 2398711"/>
              <a:gd name="connsiteX36276" fmla="*/ 1748757 w 2119654"/>
              <a:gd name="connsiteY36276" fmla="*/ 843103 h 2398711"/>
              <a:gd name="connsiteX36277" fmla="*/ 1132353 w 2119654"/>
              <a:gd name="connsiteY36277" fmla="*/ 2206548 h 2398711"/>
              <a:gd name="connsiteX36278" fmla="*/ 1133100 w 2119654"/>
              <a:gd name="connsiteY36278" fmla="*/ 2206500 h 2398711"/>
              <a:gd name="connsiteX36279" fmla="*/ 1133654 w 2119654"/>
              <a:gd name="connsiteY36279" fmla="*/ 2206052 h 2398711"/>
              <a:gd name="connsiteX36280" fmla="*/ 1136186 w 2119654"/>
              <a:gd name="connsiteY36280" fmla="*/ 2202685 h 2398711"/>
              <a:gd name="connsiteX36281" fmla="*/ 1136064 w 2119654"/>
              <a:gd name="connsiteY36281" fmla="*/ 2202543 h 2398711"/>
              <a:gd name="connsiteX36282" fmla="*/ 1135794 w 2119654"/>
              <a:gd name="connsiteY36282" fmla="*/ 2202440 h 2398711"/>
              <a:gd name="connsiteX36283" fmla="*/ 1753568 w 2119654"/>
              <a:gd name="connsiteY36283" fmla="*/ 815401 h 2398711"/>
              <a:gd name="connsiteX36284" fmla="*/ 1748190 w 2119654"/>
              <a:gd name="connsiteY36284" fmla="*/ 827955 h 2398711"/>
              <a:gd name="connsiteX36285" fmla="*/ 1749923 w 2119654"/>
              <a:gd name="connsiteY36285" fmla="*/ 836775 h 2398711"/>
              <a:gd name="connsiteX36286" fmla="*/ 1117499 w 2119654"/>
              <a:gd name="connsiteY36286" fmla="*/ 2239644 h 2398711"/>
              <a:gd name="connsiteX36287" fmla="*/ 1121650 w 2119654"/>
              <a:gd name="connsiteY36287" fmla="*/ 2238780 h 2398711"/>
              <a:gd name="connsiteX36288" fmla="*/ 1124509 w 2119654"/>
              <a:gd name="connsiteY36288" fmla="*/ 2236819 h 2398711"/>
              <a:gd name="connsiteX36289" fmla="*/ 1122942 w 2119654"/>
              <a:gd name="connsiteY36289" fmla="*/ 2235532 h 2398711"/>
              <a:gd name="connsiteX36290" fmla="*/ 1672175 w 2119654"/>
              <a:gd name="connsiteY36290" fmla="*/ 997548 h 2398711"/>
              <a:gd name="connsiteX36291" fmla="*/ 1672195 w 2119654"/>
              <a:gd name="connsiteY36291" fmla="*/ 997776 h 2398711"/>
              <a:gd name="connsiteX36292" fmla="*/ 1673304 w 2119654"/>
              <a:gd name="connsiteY36292" fmla="*/ 996067 h 2398711"/>
              <a:gd name="connsiteX36293" fmla="*/ 1673428 w 2119654"/>
              <a:gd name="connsiteY36293" fmla="*/ 995586 h 2398711"/>
              <a:gd name="connsiteX36294" fmla="*/ 1672640 w 2119654"/>
              <a:gd name="connsiteY36294" fmla="*/ 996651 h 2398711"/>
              <a:gd name="connsiteX36295" fmla="*/ 1100147 w 2119654"/>
              <a:gd name="connsiteY36295" fmla="*/ 2277813 h 2398711"/>
              <a:gd name="connsiteX36296" fmla="*/ 1108013 w 2119654"/>
              <a:gd name="connsiteY36296" fmla="*/ 2273132 h 2398711"/>
              <a:gd name="connsiteX36297" fmla="*/ 1114919 w 2119654"/>
              <a:gd name="connsiteY36297" fmla="*/ 2268639 h 2398711"/>
              <a:gd name="connsiteX36298" fmla="*/ 1107527 w 2119654"/>
              <a:gd name="connsiteY36298" fmla="*/ 2271434 h 2398711"/>
              <a:gd name="connsiteX36299" fmla="*/ 1761362 w 2119654"/>
              <a:gd name="connsiteY36299" fmla="*/ 797208 h 2398711"/>
              <a:gd name="connsiteX36300" fmla="*/ 1754641 w 2119654"/>
              <a:gd name="connsiteY36300" fmla="*/ 812896 h 2398711"/>
              <a:gd name="connsiteX36301" fmla="*/ 1750233 w 2119654"/>
              <a:gd name="connsiteY36301" fmla="*/ 838350 h 2398711"/>
              <a:gd name="connsiteX36302" fmla="*/ 1752723 w 2119654"/>
              <a:gd name="connsiteY36302" fmla="*/ 851023 h 2398711"/>
              <a:gd name="connsiteX36303" fmla="*/ 1756257 w 2119654"/>
              <a:gd name="connsiteY36303" fmla="*/ 840287 h 2398711"/>
              <a:gd name="connsiteX36304" fmla="*/ 1760016 w 2119654"/>
              <a:gd name="connsiteY36304" fmla="*/ 811865 h 2398711"/>
              <a:gd name="connsiteX36305" fmla="*/ 1716198 w 2119654"/>
              <a:gd name="connsiteY36305" fmla="*/ 898068 h 2398711"/>
              <a:gd name="connsiteX36306" fmla="*/ 1716275 w 2119654"/>
              <a:gd name="connsiteY36306" fmla="*/ 898479 h 2398711"/>
              <a:gd name="connsiteX36307" fmla="*/ 1717029 w 2119654"/>
              <a:gd name="connsiteY36307" fmla="*/ 896787 h 2398711"/>
              <a:gd name="connsiteX36308" fmla="*/ 1710946 w 2119654"/>
              <a:gd name="connsiteY36308" fmla="*/ 909534 h 2398711"/>
              <a:gd name="connsiteX36309" fmla="*/ 1709939 w 2119654"/>
              <a:gd name="connsiteY36309" fmla="*/ 912725 h 2398711"/>
              <a:gd name="connsiteX36310" fmla="*/ 1711069 w 2119654"/>
              <a:gd name="connsiteY36310" fmla="*/ 910184 h 2398711"/>
              <a:gd name="connsiteX36311" fmla="*/ 1142629 w 2119654"/>
              <a:gd name="connsiteY36311" fmla="*/ 2182064 h 2398711"/>
              <a:gd name="connsiteX36312" fmla="*/ 1143959 w 2119654"/>
              <a:gd name="connsiteY36312" fmla="*/ 2181530 h 2398711"/>
              <a:gd name="connsiteX36313" fmla="*/ 1149189 w 2119654"/>
              <a:gd name="connsiteY36313" fmla="*/ 2176957 h 2398711"/>
              <a:gd name="connsiteX36314" fmla="*/ 1148107 w 2119654"/>
              <a:gd name="connsiteY36314" fmla="*/ 2176429 h 2398711"/>
              <a:gd name="connsiteX36315" fmla="*/ 1146531 w 2119654"/>
              <a:gd name="connsiteY36315" fmla="*/ 2177231 h 2398711"/>
              <a:gd name="connsiteX36316" fmla="*/ 1119871 w 2119654"/>
              <a:gd name="connsiteY36316" fmla="*/ 2232721 h 2398711"/>
              <a:gd name="connsiteX36317" fmla="*/ 1121757 w 2119654"/>
              <a:gd name="connsiteY36317" fmla="*/ 2234269 h 2398711"/>
              <a:gd name="connsiteX36318" fmla="*/ 1123478 w 2119654"/>
              <a:gd name="connsiteY36318" fmla="*/ 2233749 h 2398711"/>
              <a:gd name="connsiteX36319" fmla="*/ 1125256 w 2119654"/>
              <a:gd name="connsiteY36319" fmla="*/ 2232407 h 2398711"/>
              <a:gd name="connsiteX36320" fmla="*/ 1714617 w 2119654"/>
              <a:gd name="connsiteY36320" fmla="*/ 900393 h 2398711"/>
              <a:gd name="connsiteX36321" fmla="*/ 1714721 w 2119654"/>
              <a:gd name="connsiteY36321" fmla="*/ 901972 h 2398711"/>
              <a:gd name="connsiteX36322" fmla="*/ 1714935 w 2119654"/>
              <a:gd name="connsiteY36322" fmla="*/ 901493 h 2398711"/>
              <a:gd name="connsiteX36323" fmla="*/ 1714703 w 2119654"/>
              <a:gd name="connsiteY36323" fmla="*/ 900270 h 2398711"/>
              <a:gd name="connsiteX36324" fmla="*/ 1145498 w 2119654"/>
              <a:gd name="connsiteY36324" fmla="*/ 2174053 h 2398711"/>
              <a:gd name="connsiteX36325" fmla="*/ 1146354 w 2119654"/>
              <a:gd name="connsiteY36325" fmla="*/ 2174552 h 2398711"/>
              <a:gd name="connsiteX36326" fmla="*/ 1147121 w 2119654"/>
              <a:gd name="connsiteY36326" fmla="*/ 2173603 h 2398711"/>
              <a:gd name="connsiteX36327" fmla="*/ 1714560 w 2119654"/>
              <a:gd name="connsiteY36327" fmla="*/ 899517 h 2398711"/>
              <a:gd name="connsiteX36328" fmla="*/ 1714589 w 2119654"/>
              <a:gd name="connsiteY36328" fmla="*/ 899951 h 2398711"/>
              <a:gd name="connsiteX36329" fmla="*/ 1714631 w 2119654"/>
              <a:gd name="connsiteY36329" fmla="*/ 899889 h 2398711"/>
              <a:gd name="connsiteX36330" fmla="*/ 1098156 w 2119654"/>
              <a:gd name="connsiteY36330" fmla="*/ 2279536 h 2398711"/>
              <a:gd name="connsiteX36331" fmla="*/ 1101261 w 2119654"/>
              <a:gd name="connsiteY36331" fmla="*/ 2282311 h 2398711"/>
              <a:gd name="connsiteX36332" fmla="*/ 1113693 w 2119654"/>
              <a:gd name="connsiteY36332" fmla="*/ 2270021 h 2398711"/>
              <a:gd name="connsiteX36333" fmla="*/ 1099145 w 2119654"/>
              <a:gd name="connsiteY36333" fmla="*/ 2278680 h 2398711"/>
              <a:gd name="connsiteX36334" fmla="*/ 1671980 w 2119654"/>
              <a:gd name="connsiteY36334" fmla="*/ 994285 h 2398711"/>
              <a:gd name="connsiteX36335" fmla="*/ 1671914 w 2119654"/>
              <a:gd name="connsiteY36335" fmla="*/ 994530 h 2398711"/>
              <a:gd name="connsiteX36336" fmla="*/ 1671951 w 2119654"/>
              <a:gd name="connsiteY36336" fmla="*/ 994960 h 2398711"/>
              <a:gd name="connsiteX36337" fmla="*/ 1672486 w 2119654"/>
              <a:gd name="connsiteY36337" fmla="*/ 993906 h 2398711"/>
              <a:gd name="connsiteX36338" fmla="*/ 1745912 w 2119654"/>
              <a:gd name="connsiteY36338" fmla="*/ 828624 h 2398711"/>
              <a:gd name="connsiteX36339" fmla="*/ 1745539 w 2119654"/>
              <a:gd name="connsiteY36339" fmla="*/ 832688 h 2398711"/>
              <a:gd name="connsiteX36340" fmla="*/ 1746351 w 2119654"/>
              <a:gd name="connsiteY36340" fmla="*/ 830862 h 2398711"/>
              <a:gd name="connsiteX36341" fmla="*/ 1712406 w 2119654"/>
              <a:gd name="connsiteY36341" fmla="*/ 903574 h 2398711"/>
              <a:gd name="connsiteX36342" fmla="*/ 1712222 w 2119654"/>
              <a:gd name="connsiteY36342" fmla="*/ 904353 h 2398711"/>
              <a:gd name="connsiteX36343" fmla="*/ 1713384 w 2119654"/>
              <a:gd name="connsiteY36343" fmla="*/ 902477 h 2398711"/>
              <a:gd name="connsiteX36344" fmla="*/ 1713442 w 2119654"/>
              <a:gd name="connsiteY36344" fmla="*/ 902763 h 2398711"/>
              <a:gd name="connsiteX36345" fmla="*/ 1712076 w 2119654"/>
              <a:gd name="connsiteY36345" fmla="*/ 904968 h 2398711"/>
              <a:gd name="connsiteX36346" fmla="*/ 1711760 w 2119654"/>
              <a:gd name="connsiteY36346" fmla="*/ 906300 h 2398711"/>
              <a:gd name="connsiteX36347" fmla="*/ 1712070 w 2119654"/>
              <a:gd name="connsiteY36347" fmla="*/ 907934 h 2398711"/>
              <a:gd name="connsiteX36348" fmla="*/ 1713756 w 2119654"/>
              <a:gd name="connsiteY36348" fmla="*/ 904143 h 2398711"/>
              <a:gd name="connsiteX36349" fmla="*/ 1713694 w 2119654"/>
              <a:gd name="connsiteY36349" fmla="*/ 901722 h 2398711"/>
              <a:gd name="connsiteX36350" fmla="*/ 1733967 w 2119654"/>
              <a:gd name="connsiteY36350" fmla="*/ 854733 h 2398711"/>
              <a:gd name="connsiteX36351" fmla="*/ 1734015 w 2119654"/>
              <a:gd name="connsiteY36351" fmla="*/ 858595 h 2398711"/>
              <a:gd name="connsiteX36352" fmla="*/ 1734509 w 2119654"/>
              <a:gd name="connsiteY36352" fmla="*/ 857487 h 2398711"/>
              <a:gd name="connsiteX36353" fmla="*/ 1142374 w 2119654"/>
              <a:gd name="connsiteY36353" fmla="*/ 2179139 h 2398711"/>
              <a:gd name="connsiteX36354" fmla="*/ 1142841 w 2119654"/>
              <a:gd name="connsiteY36354" fmla="*/ 2178902 h 2398711"/>
              <a:gd name="connsiteX36355" fmla="*/ 1143260 w 2119654"/>
              <a:gd name="connsiteY36355" fmla="*/ 2178383 h 2398711"/>
              <a:gd name="connsiteX36356" fmla="*/ 1129620 w 2119654"/>
              <a:gd name="connsiteY36356" fmla="*/ 2206725 h 2398711"/>
              <a:gd name="connsiteX36357" fmla="*/ 1131966 w 2119654"/>
              <a:gd name="connsiteY36357" fmla="*/ 2206573 h 2398711"/>
              <a:gd name="connsiteX36358" fmla="*/ 1135517 w 2119654"/>
              <a:gd name="connsiteY36358" fmla="*/ 2202333 h 2398711"/>
              <a:gd name="connsiteX36359" fmla="*/ 1134260 w 2119654"/>
              <a:gd name="connsiteY36359" fmla="*/ 2201850 h 2398711"/>
              <a:gd name="connsiteX36360" fmla="*/ 1133188 w 2119654"/>
              <a:gd name="connsiteY36360" fmla="*/ 2202489 h 2398711"/>
              <a:gd name="connsiteX36361" fmla="*/ 1132120 w 2119654"/>
              <a:gd name="connsiteY36361" fmla="*/ 2203470 h 2398711"/>
              <a:gd name="connsiteX36362" fmla="*/ 1713610 w 2119654"/>
              <a:gd name="connsiteY36362" fmla="*/ 898495 h 2398711"/>
              <a:gd name="connsiteX36363" fmla="*/ 1712555 w 2119654"/>
              <a:gd name="connsiteY36363" fmla="*/ 902946 h 2398711"/>
              <a:gd name="connsiteX36364" fmla="*/ 1713682 w 2119654"/>
              <a:gd name="connsiteY36364" fmla="*/ 901286 h 2398711"/>
              <a:gd name="connsiteX36365" fmla="*/ 1708633 w 2119654"/>
              <a:gd name="connsiteY36365" fmla="*/ 909002 h 2398711"/>
              <a:gd name="connsiteX36366" fmla="*/ 1708646 w 2119654"/>
              <a:gd name="connsiteY36366" fmla="*/ 910125 h 2398711"/>
              <a:gd name="connsiteX36367" fmla="*/ 1708671 w 2119654"/>
              <a:gd name="connsiteY36367" fmla="*/ 910084 h 2398711"/>
              <a:gd name="connsiteX36368" fmla="*/ 1709328 w 2119654"/>
              <a:gd name="connsiteY36368" fmla="*/ 908002 h 2398711"/>
              <a:gd name="connsiteX36369" fmla="*/ 1119784 w 2119654"/>
              <a:gd name="connsiteY36369" fmla="*/ 2227049 h 2398711"/>
              <a:gd name="connsiteX36370" fmla="*/ 1119907 w 2119654"/>
              <a:gd name="connsiteY36370" fmla="*/ 2227157 h 2398711"/>
              <a:gd name="connsiteX36371" fmla="*/ 1129747 w 2119654"/>
              <a:gd name="connsiteY36371" fmla="*/ 2226583 h 2398711"/>
              <a:gd name="connsiteX36372" fmla="*/ 1127794 w 2119654"/>
              <a:gd name="connsiteY36372" fmla="*/ 2224243 h 2398711"/>
              <a:gd name="connsiteX36373" fmla="*/ 1099011 w 2119654"/>
              <a:gd name="connsiteY36373" fmla="*/ 2273242 h 2398711"/>
              <a:gd name="connsiteX36374" fmla="*/ 1107402 w 2119654"/>
              <a:gd name="connsiteY36374" fmla="*/ 2270070 h 2398711"/>
              <a:gd name="connsiteX36375" fmla="*/ 1117002 w 2119654"/>
              <a:gd name="connsiteY36375" fmla="*/ 2260466 h 2398711"/>
              <a:gd name="connsiteX36376" fmla="*/ 1112239 w 2119654"/>
              <a:gd name="connsiteY36376" fmla="*/ 2254982 h 2398711"/>
              <a:gd name="connsiteX36377" fmla="*/ 1702890 w 2119654"/>
              <a:gd name="connsiteY36377" fmla="*/ 920849 h 2398711"/>
              <a:gd name="connsiteX36378" fmla="*/ 1703456 w 2119654"/>
              <a:gd name="connsiteY36378" fmla="*/ 925604 h 2398711"/>
              <a:gd name="connsiteX36379" fmla="*/ 1703398 w 2119654"/>
              <a:gd name="connsiteY36379" fmla="*/ 920030 h 2398711"/>
              <a:gd name="connsiteX36380" fmla="*/ 1109019 w 2119654"/>
              <a:gd name="connsiteY36380" fmla="*/ 2250441 h 2398711"/>
              <a:gd name="connsiteX36381" fmla="*/ 1110154 w 2119654"/>
              <a:gd name="connsiteY36381" fmla="*/ 2251753 h 2398711"/>
              <a:gd name="connsiteX36382" fmla="*/ 1110772 w 2119654"/>
              <a:gd name="connsiteY36382" fmla="*/ 2252219 h 2398711"/>
              <a:gd name="connsiteX36383" fmla="*/ 1111331 w 2119654"/>
              <a:gd name="connsiteY36383" fmla="*/ 2251929 h 2398711"/>
              <a:gd name="connsiteX36384" fmla="*/ 1115944 w 2119654"/>
              <a:gd name="connsiteY36384" fmla="*/ 2249057 h 2398711"/>
              <a:gd name="connsiteX36385" fmla="*/ 1119036 w 2119654"/>
              <a:gd name="connsiteY36385" fmla="*/ 2244665 h 2398711"/>
              <a:gd name="connsiteX36386" fmla="*/ 1117150 w 2119654"/>
              <a:gd name="connsiteY36386" fmla="*/ 2245057 h 2398711"/>
              <a:gd name="connsiteX36387" fmla="*/ 1109228 w 2119654"/>
              <a:gd name="connsiteY36387" fmla="*/ 2250314 h 2398711"/>
              <a:gd name="connsiteX36388" fmla="*/ 1128499 w 2119654"/>
              <a:gd name="connsiteY36388" fmla="*/ 2206798 h 2398711"/>
              <a:gd name="connsiteX36389" fmla="*/ 1129435 w 2119654"/>
              <a:gd name="connsiteY36389" fmla="*/ 2206737 h 2398711"/>
              <a:gd name="connsiteX36390" fmla="*/ 1131524 w 2119654"/>
              <a:gd name="connsiteY36390" fmla="*/ 2204018 h 2398711"/>
              <a:gd name="connsiteX36391" fmla="*/ 1133339 w 2119654"/>
              <a:gd name="connsiteY36391" fmla="*/ 2195637 h 2398711"/>
              <a:gd name="connsiteX36392" fmla="*/ 1135791 w 2119654"/>
              <a:gd name="connsiteY36392" fmla="*/ 2197534 h 2398711"/>
              <a:gd name="connsiteX36393" fmla="*/ 1136560 w 2119654"/>
              <a:gd name="connsiteY36393" fmla="*/ 2196828 h 2398711"/>
              <a:gd name="connsiteX36394" fmla="*/ 1138264 w 2119654"/>
              <a:gd name="connsiteY36394" fmla="*/ 2195016 h 2398711"/>
              <a:gd name="connsiteX36395" fmla="*/ 1139709 w 2119654"/>
              <a:gd name="connsiteY36395" fmla="*/ 2193079 h 2398711"/>
              <a:gd name="connsiteX36396" fmla="*/ 1139512 w 2119654"/>
              <a:gd name="connsiteY36396" fmla="*/ 2192743 h 2398711"/>
              <a:gd name="connsiteX36397" fmla="*/ 1139468 w 2119654"/>
              <a:gd name="connsiteY36397" fmla="*/ 2192733 h 2398711"/>
              <a:gd name="connsiteX36398" fmla="*/ 1702785 w 2119654"/>
              <a:gd name="connsiteY36398" fmla="*/ 919966 h 2398711"/>
              <a:gd name="connsiteX36399" fmla="*/ 1702862 w 2119654"/>
              <a:gd name="connsiteY36399" fmla="*/ 920611 h 2398711"/>
              <a:gd name="connsiteX36400" fmla="*/ 1703394 w 2119654"/>
              <a:gd name="connsiteY36400" fmla="*/ 919753 h 2398711"/>
              <a:gd name="connsiteX36401" fmla="*/ 1703385 w 2119654"/>
              <a:gd name="connsiteY36401" fmla="*/ 918998 h 2398711"/>
              <a:gd name="connsiteX36402" fmla="*/ 1699404 w 2119654"/>
              <a:gd name="connsiteY36402" fmla="*/ 926477 h 2398711"/>
              <a:gd name="connsiteX36403" fmla="*/ 1698070 w 2119654"/>
              <a:gd name="connsiteY36403" fmla="*/ 937215 h 2398711"/>
              <a:gd name="connsiteX36404" fmla="*/ 1700168 w 2119654"/>
              <a:gd name="connsiteY36404" fmla="*/ 932970 h 2398711"/>
              <a:gd name="connsiteX36405" fmla="*/ 1699855 w 2119654"/>
              <a:gd name="connsiteY36405" fmla="*/ 925750 h 2398711"/>
              <a:gd name="connsiteX36406" fmla="*/ 1141743 w 2119654"/>
              <a:gd name="connsiteY36406" fmla="*/ 2175097 h 2398711"/>
              <a:gd name="connsiteX36407" fmla="*/ 1143918 w 2119654"/>
              <a:gd name="connsiteY36407" fmla="*/ 2177569 h 2398711"/>
              <a:gd name="connsiteX36408" fmla="*/ 1145763 w 2119654"/>
              <a:gd name="connsiteY36408" fmla="*/ 2175284 h 2398711"/>
              <a:gd name="connsiteX36409" fmla="*/ 1144061 w 2119654"/>
              <a:gd name="connsiteY36409" fmla="*/ 2174452 h 2398711"/>
              <a:gd name="connsiteX36410" fmla="*/ 1095908 w 2119654"/>
              <a:gd name="connsiteY36410" fmla="*/ 2277525 h 2398711"/>
              <a:gd name="connsiteX36411" fmla="*/ 1097372 w 2119654"/>
              <a:gd name="connsiteY36411" fmla="*/ 2278835 h 2398711"/>
              <a:gd name="connsiteX36412" fmla="*/ 1104693 w 2119654"/>
              <a:gd name="connsiteY36412" fmla="*/ 2272505 h 2398711"/>
              <a:gd name="connsiteX36413" fmla="*/ 1097602 w 2119654"/>
              <a:gd name="connsiteY36413" fmla="*/ 2275186 h 2398711"/>
              <a:gd name="connsiteX36414" fmla="*/ 1699568 w 2119654"/>
              <a:gd name="connsiteY36414" fmla="*/ 925162 h 2398711"/>
              <a:gd name="connsiteX36415" fmla="*/ 1699461 w 2119654"/>
              <a:gd name="connsiteY36415" fmla="*/ 926019 h 2398711"/>
              <a:gd name="connsiteX36416" fmla="*/ 1699841 w 2119654"/>
              <a:gd name="connsiteY36416" fmla="*/ 925425 h 2398711"/>
              <a:gd name="connsiteX36417" fmla="*/ 1699812 w 2119654"/>
              <a:gd name="connsiteY36417" fmla="*/ 924767 h 2398711"/>
              <a:gd name="connsiteX36418" fmla="*/ 1138527 w 2119654"/>
              <a:gd name="connsiteY36418" fmla="*/ 2181306 h 2398711"/>
              <a:gd name="connsiteX36419" fmla="*/ 1140450 w 2119654"/>
              <a:gd name="connsiteY36419" fmla="*/ 2181863 h 2398711"/>
              <a:gd name="connsiteX36420" fmla="*/ 1142557 w 2119654"/>
              <a:gd name="connsiteY36420" fmla="*/ 2179254 h 2398711"/>
              <a:gd name="connsiteX36421" fmla="*/ 1141771 w 2119654"/>
              <a:gd name="connsiteY36421" fmla="*/ 2179654 h 2398711"/>
              <a:gd name="connsiteX36422" fmla="*/ 1139877 w 2119654"/>
              <a:gd name="connsiteY36422" fmla="*/ 2181272 h 2398711"/>
              <a:gd name="connsiteX36423" fmla="*/ 1139714 w 2119654"/>
              <a:gd name="connsiteY36423" fmla="*/ 2181279 h 2398711"/>
              <a:gd name="connsiteX36424" fmla="*/ 1141387 w 2119654"/>
              <a:gd name="connsiteY36424" fmla="*/ 2179850 h 2398711"/>
              <a:gd name="connsiteX36425" fmla="*/ 1131607 w 2119654"/>
              <a:gd name="connsiteY36425" fmla="*/ 2196484 h 2398711"/>
              <a:gd name="connsiteX36426" fmla="*/ 1133966 w 2119654"/>
              <a:gd name="connsiteY36426" fmla="*/ 2199211 h 2398711"/>
              <a:gd name="connsiteX36427" fmla="*/ 1135748 w 2119654"/>
              <a:gd name="connsiteY36427" fmla="*/ 2197574 h 2398711"/>
              <a:gd name="connsiteX36428" fmla="*/ 1133246 w 2119654"/>
              <a:gd name="connsiteY36428" fmla="*/ 2195681 h 2398711"/>
              <a:gd name="connsiteX36429" fmla="*/ 1131812 w 2119654"/>
              <a:gd name="connsiteY36429" fmla="*/ 2196361 h 2398711"/>
              <a:gd name="connsiteX36430" fmla="*/ 1702526 w 2119654"/>
              <a:gd name="connsiteY36430" fmla="*/ 917788 h 2398711"/>
              <a:gd name="connsiteX36431" fmla="*/ 1702747 w 2119654"/>
              <a:gd name="connsiteY36431" fmla="*/ 919647 h 2398711"/>
              <a:gd name="connsiteX36432" fmla="*/ 1703381 w 2119654"/>
              <a:gd name="connsiteY36432" fmla="*/ 918625 h 2398711"/>
              <a:gd name="connsiteX36433" fmla="*/ 1703359 w 2119654"/>
              <a:gd name="connsiteY36433" fmla="*/ 916590 h 2398711"/>
              <a:gd name="connsiteX36434" fmla="*/ 1699761 w 2119654"/>
              <a:gd name="connsiteY36434" fmla="*/ 923601 h 2398711"/>
              <a:gd name="connsiteX36435" fmla="*/ 1699644 w 2119654"/>
              <a:gd name="connsiteY36435" fmla="*/ 924545 h 2398711"/>
              <a:gd name="connsiteX36436" fmla="*/ 1699792 w 2119654"/>
              <a:gd name="connsiteY36436" fmla="*/ 924313 h 2398711"/>
              <a:gd name="connsiteX36437" fmla="*/ 1695246 w 2119654"/>
              <a:gd name="connsiteY36437" fmla="*/ 933191 h 2398711"/>
              <a:gd name="connsiteX36438" fmla="*/ 1695520 w 2119654"/>
              <a:gd name="connsiteY36438" fmla="*/ 934154 h 2398711"/>
              <a:gd name="connsiteX36439" fmla="*/ 1696002 w 2119654"/>
              <a:gd name="connsiteY36439" fmla="*/ 931971 h 2398711"/>
              <a:gd name="connsiteX36440" fmla="*/ 1112925 w 2119654"/>
              <a:gd name="connsiteY36440" fmla="*/ 2236985 h 2398711"/>
              <a:gd name="connsiteX36441" fmla="*/ 1116210 w 2119654"/>
              <a:gd name="connsiteY36441" fmla="*/ 2239239 h 2398711"/>
              <a:gd name="connsiteX36442" fmla="*/ 1122068 w 2119654"/>
              <a:gd name="connsiteY36442" fmla="*/ 2234815 h 2398711"/>
              <a:gd name="connsiteX36443" fmla="*/ 1121653 w 2119654"/>
              <a:gd name="connsiteY36443" fmla="*/ 2234474 h 2398711"/>
              <a:gd name="connsiteX36444" fmla="*/ 1107579 w 2119654"/>
              <a:gd name="connsiteY36444" fmla="*/ 2248777 h 2398711"/>
              <a:gd name="connsiteX36445" fmla="*/ 1108097 w 2119654"/>
              <a:gd name="connsiteY36445" fmla="*/ 2249377 h 2398711"/>
              <a:gd name="connsiteX36446" fmla="*/ 1111440 w 2119654"/>
              <a:gd name="connsiteY36446" fmla="*/ 2247158 h 2398711"/>
              <a:gd name="connsiteX36447" fmla="*/ 1090811 w 2119654"/>
              <a:gd name="connsiteY36447" fmla="*/ 2285886 h 2398711"/>
              <a:gd name="connsiteX36448" fmla="*/ 1100123 w 2119654"/>
              <a:gd name="connsiteY36448" fmla="*/ 2283436 h 2398711"/>
              <a:gd name="connsiteX36449" fmla="*/ 1100734 w 2119654"/>
              <a:gd name="connsiteY36449" fmla="*/ 2282832 h 2398711"/>
              <a:gd name="connsiteX36450" fmla="*/ 1097586 w 2119654"/>
              <a:gd name="connsiteY36450" fmla="*/ 2280028 h 2398711"/>
              <a:gd name="connsiteX36451" fmla="*/ 1092327 w 2119654"/>
              <a:gd name="connsiteY36451" fmla="*/ 2282468 h 2398711"/>
              <a:gd name="connsiteX36452" fmla="*/ 1095031 w 2119654"/>
              <a:gd name="connsiteY36452" fmla="*/ 2280860 h 2398711"/>
              <a:gd name="connsiteX36453" fmla="*/ 1096800 w 2119654"/>
              <a:gd name="connsiteY36453" fmla="*/ 2279329 h 2398711"/>
              <a:gd name="connsiteX36454" fmla="*/ 1095463 w 2119654"/>
              <a:gd name="connsiteY36454" fmla="*/ 2278139 h 2398711"/>
              <a:gd name="connsiteX36455" fmla="*/ 1695039 w 2119654"/>
              <a:gd name="connsiteY36455" fmla="*/ 932470 h 2398711"/>
              <a:gd name="connsiteX36456" fmla="*/ 1695133 w 2119654"/>
              <a:gd name="connsiteY36456" fmla="*/ 932797 h 2398711"/>
              <a:gd name="connsiteX36457" fmla="*/ 1696181 w 2119654"/>
              <a:gd name="connsiteY36457" fmla="*/ 931156 h 2398711"/>
              <a:gd name="connsiteX36458" fmla="*/ 1696361 w 2119654"/>
              <a:gd name="connsiteY36458" fmla="*/ 930337 h 2398711"/>
              <a:gd name="connsiteX36459" fmla="*/ 1094573 w 2119654"/>
              <a:gd name="connsiteY36459" fmla="*/ 2276332 h 2398711"/>
              <a:gd name="connsiteX36460" fmla="*/ 1095751 w 2119654"/>
              <a:gd name="connsiteY36460" fmla="*/ 2277385 h 2398711"/>
              <a:gd name="connsiteX36461" fmla="*/ 1097245 w 2119654"/>
              <a:gd name="connsiteY36461" fmla="*/ 2275321 h 2398711"/>
              <a:gd name="connsiteX36462" fmla="*/ 1106698 w 2119654"/>
              <a:gd name="connsiteY36462" fmla="*/ 2249147 h 2398711"/>
              <a:gd name="connsiteX36463" fmla="*/ 1107515 w 2119654"/>
              <a:gd name="connsiteY36463" fmla="*/ 2249763 h 2398711"/>
              <a:gd name="connsiteX36464" fmla="*/ 1107636 w 2119654"/>
              <a:gd name="connsiteY36464" fmla="*/ 2249682 h 2398711"/>
              <a:gd name="connsiteX36465" fmla="*/ 1107044 w 2119654"/>
              <a:gd name="connsiteY36465" fmla="*/ 2249002 h 2398711"/>
              <a:gd name="connsiteX36466" fmla="*/ 1129559 w 2119654"/>
              <a:gd name="connsiteY36466" fmla="*/ 2197719 h 2398711"/>
              <a:gd name="connsiteX36467" fmla="*/ 1133477 w 2119654"/>
              <a:gd name="connsiteY36467" fmla="*/ 2199566 h 2398711"/>
              <a:gd name="connsiteX36468" fmla="*/ 1131078 w 2119654"/>
              <a:gd name="connsiteY36468" fmla="*/ 2196803 h 2398711"/>
              <a:gd name="connsiteX36469" fmla="*/ 1691678 w 2119654"/>
              <a:gd name="connsiteY36469" fmla="*/ 938822 h 2398711"/>
              <a:gd name="connsiteX36470" fmla="*/ 1692042 w 2119654"/>
              <a:gd name="connsiteY36470" fmla="*/ 949080 h 2398711"/>
              <a:gd name="connsiteX36471" fmla="*/ 1693597 w 2119654"/>
              <a:gd name="connsiteY36471" fmla="*/ 942498 h 2398711"/>
              <a:gd name="connsiteX36472" fmla="*/ 1692502 w 2119654"/>
              <a:gd name="connsiteY36472" fmla="*/ 937531 h 2398711"/>
              <a:gd name="connsiteX36473" fmla="*/ 1687943 w 2119654"/>
              <a:gd name="connsiteY36473" fmla="*/ 947143 h 2398711"/>
              <a:gd name="connsiteX36474" fmla="*/ 1687446 w 2119654"/>
              <a:gd name="connsiteY36474" fmla="*/ 952831 h 2398711"/>
              <a:gd name="connsiteX36475" fmla="*/ 1687984 w 2119654"/>
              <a:gd name="connsiteY36475" fmla="*/ 957623 h 2398711"/>
              <a:gd name="connsiteX36476" fmla="*/ 1688438 w 2119654"/>
              <a:gd name="connsiteY36476" fmla="*/ 956703 h 2398711"/>
              <a:gd name="connsiteX36477" fmla="*/ 1683987 w 2119654"/>
              <a:gd name="connsiteY36477" fmla="*/ 955881 h 2398711"/>
              <a:gd name="connsiteX36478" fmla="*/ 1683592 w 2119654"/>
              <a:gd name="connsiteY36478" fmla="*/ 960402 h 2398711"/>
              <a:gd name="connsiteX36479" fmla="*/ 1683798 w 2119654"/>
              <a:gd name="connsiteY36479" fmla="*/ 962240 h 2398711"/>
              <a:gd name="connsiteX36480" fmla="*/ 1685354 w 2119654"/>
              <a:gd name="connsiteY36480" fmla="*/ 960635 h 2398711"/>
              <a:gd name="connsiteX36481" fmla="*/ 1744308 w 2119654"/>
              <a:gd name="connsiteY36481" fmla="*/ 820468 h 2398711"/>
              <a:gd name="connsiteX36482" fmla="*/ 1740059 w 2119654"/>
              <a:gd name="connsiteY36482" fmla="*/ 845007 h 2398711"/>
              <a:gd name="connsiteX36483" fmla="*/ 1743812 w 2119654"/>
              <a:gd name="connsiteY36483" fmla="*/ 836569 h 2398711"/>
              <a:gd name="connsiteX36484" fmla="*/ 1744585 w 2119654"/>
              <a:gd name="connsiteY36484" fmla="*/ 832262 h 2398711"/>
              <a:gd name="connsiteX36485" fmla="*/ 1744694 w 2119654"/>
              <a:gd name="connsiteY36485" fmla="*/ 832467 h 2398711"/>
              <a:gd name="connsiteX36486" fmla="*/ 1744057 w 2119654"/>
              <a:gd name="connsiteY36486" fmla="*/ 836018 h 2398711"/>
              <a:gd name="connsiteX36487" fmla="*/ 1745248 w 2119654"/>
              <a:gd name="connsiteY36487" fmla="*/ 833341 h 2398711"/>
              <a:gd name="connsiteX36488" fmla="*/ 1745755 w 2119654"/>
              <a:gd name="connsiteY36488" fmla="*/ 827824 h 2398711"/>
              <a:gd name="connsiteX36489" fmla="*/ 1663874 w 2119654"/>
              <a:gd name="connsiteY36489" fmla="*/ 1000354 h 2398711"/>
              <a:gd name="connsiteX36490" fmla="*/ 1663886 w 2119654"/>
              <a:gd name="connsiteY36490" fmla="*/ 1000377 h 2398711"/>
              <a:gd name="connsiteX36491" fmla="*/ 1663884 w 2119654"/>
              <a:gd name="connsiteY36491" fmla="*/ 1000347 h 2398711"/>
              <a:gd name="connsiteX36492" fmla="*/ 1718427 w 2119654"/>
              <a:gd name="connsiteY36492" fmla="*/ 878169 h 2398711"/>
              <a:gd name="connsiteX36493" fmla="*/ 1715092 w 2119654"/>
              <a:gd name="connsiteY36493" fmla="*/ 892239 h 2398711"/>
              <a:gd name="connsiteX36494" fmla="*/ 1716126 w 2119654"/>
              <a:gd name="connsiteY36494" fmla="*/ 897687 h 2398711"/>
              <a:gd name="connsiteX36495" fmla="*/ 1717580 w 2119654"/>
              <a:gd name="connsiteY36495" fmla="*/ 895546 h 2398711"/>
              <a:gd name="connsiteX36496" fmla="*/ 1718806 w 2119654"/>
              <a:gd name="connsiteY36496" fmla="*/ 892790 h 2398711"/>
              <a:gd name="connsiteX36497" fmla="*/ 1691644 w 2119654"/>
              <a:gd name="connsiteY36497" fmla="*/ 937897 h 2398711"/>
              <a:gd name="connsiteX36498" fmla="*/ 1691656 w 2119654"/>
              <a:gd name="connsiteY36498" fmla="*/ 938239 h 2398711"/>
              <a:gd name="connsiteX36499" fmla="*/ 1692401 w 2119654"/>
              <a:gd name="connsiteY36499" fmla="*/ 937073 h 2398711"/>
              <a:gd name="connsiteX36500" fmla="*/ 1692342 w 2119654"/>
              <a:gd name="connsiteY36500" fmla="*/ 936803 h 2398711"/>
              <a:gd name="connsiteX36501" fmla="*/ 1106599 w 2119654"/>
              <a:gd name="connsiteY36501" fmla="*/ 2247614 h 2398711"/>
              <a:gd name="connsiteX36502" fmla="*/ 1106847 w 2119654"/>
              <a:gd name="connsiteY36502" fmla="*/ 2247932 h 2398711"/>
              <a:gd name="connsiteX36503" fmla="*/ 1107367 w 2119654"/>
              <a:gd name="connsiteY36503" fmla="*/ 2248532 h 2398711"/>
              <a:gd name="connsiteX36504" fmla="*/ 1112810 w 2119654"/>
              <a:gd name="connsiteY36504" fmla="*/ 2246248 h 2398711"/>
              <a:gd name="connsiteX36505" fmla="*/ 1113442 w 2119654"/>
              <a:gd name="connsiteY36505" fmla="*/ 2245830 h 2398711"/>
              <a:gd name="connsiteX36506" fmla="*/ 1107338 w 2119654"/>
              <a:gd name="connsiteY36506" fmla="*/ 2247102 h 2398711"/>
              <a:gd name="connsiteX36507" fmla="*/ 1689297 w 2119654"/>
              <a:gd name="connsiteY36507" fmla="*/ 942548 h 2398711"/>
              <a:gd name="connsiteX36508" fmla="*/ 1689709 w 2119654"/>
              <a:gd name="connsiteY36508" fmla="*/ 954134 h 2398711"/>
              <a:gd name="connsiteX36509" fmla="*/ 1691086 w 2119654"/>
              <a:gd name="connsiteY36509" fmla="*/ 951347 h 2398711"/>
              <a:gd name="connsiteX36510" fmla="*/ 1691137 w 2119654"/>
              <a:gd name="connsiteY36510" fmla="*/ 939668 h 2398711"/>
              <a:gd name="connsiteX36511" fmla="*/ 1088062 w 2119654"/>
              <a:gd name="connsiteY36511" fmla="*/ 2288262 h 2398711"/>
              <a:gd name="connsiteX36512" fmla="*/ 1090220 w 2119654"/>
              <a:gd name="connsiteY36512" fmla="*/ 2293226 h 2398711"/>
              <a:gd name="connsiteX36513" fmla="*/ 1097876 w 2119654"/>
              <a:gd name="connsiteY36513" fmla="*/ 2285656 h 2398711"/>
              <a:gd name="connsiteX36514" fmla="*/ 1089210 w 2119654"/>
              <a:gd name="connsiteY36514" fmla="*/ 2287269 h 2398711"/>
              <a:gd name="connsiteX36515" fmla="*/ 1688310 w 2119654"/>
              <a:gd name="connsiteY36515" fmla="*/ 944095 h 2398711"/>
              <a:gd name="connsiteX36516" fmla="*/ 1688339 w 2119654"/>
              <a:gd name="connsiteY36516" fmla="*/ 944539 h 2398711"/>
              <a:gd name="connsiteX36517" fmla="*/ 1688517 w 2119654"/>
              <a:gd name="connsiteY36517" fmla="*/ 947990 h 2398711"/>
              <a:gd name="connsiteX36518" fmla="*/ 1688536 w 2119654"/>
              <a:gd name="connsiteY36518" fmla="*/ 943740 h 2398711"/>
              <a:gd name="connsiteX36519" fmla="*/ 1689264 w 2119654"/>
              <a:gd name="connsiteY36519" fmla="*/ 941622 h 2398711"/>
              <a:gd name="connsiteX36520" fmla="*/ 1689277 w 2119654"/>
              <a:gd name="connsiteY36520" fmla="*/ 941965 h 2398711"/>
              <a:gd name="connsiteX36521" fmla="*/ 1691140 w 2119654"/>
              <a:gd name="connsiteY36521" fmla="*/ 939049 h 2398711"/>
              <a:gd name="connsiteX36522" fmla="*/ 1691142 w 2119654"/>
              <a:gd name="connsiteY36522" fmla="*/ 938732 h 2398711"/>
              <a:gd name="connsiteX36523" fmla="*/ 1691139 w 2119654"/>
              <a:gd name="connsiteY36523" fmla="*/ 938686 h 2398711"/>
              <a:gd name="connsiteX36524" fmla="*/ 1105593 w 2119654"/>
              <a:gd name="connsiteY36524" fmla="*/ 2248313 h 2398711"/>
              <a:gd name="connsiteX36525" fmla="*/ 1106413 w 2119654"/>
              <a:gd name="connsiteY36525" fmla="*/ 2248932 h 2398711"/>
              <a:gd name="connsiteX36526" fmla="*/ 1106832 w 2119654"/>
              <a:gd name="connsiteY36526" fmla="*/ 2248756 h 2398711"/>
              <a:gd name="connsiteX36527" fmla="*/ 1106125 w 2119654"/>
              <a:gd name="connsiteY36527" fmla="*/ 2247943 h 2398711"/>
              <a:gd name="connsiteX36528" fmla="*/ 1694290 w 2119654"/>
              <a:gd name="connsiteY36528" fmla="*/ 929846 h 2398711"/>
              <a:gd name="connsiteX36529" fmla="*/ 1694899 w 2119654"/>
              <a:gd name="connsiteY36529" fmla="*/ 931976 h 2398711"/>
              <a:gd name="connsiteX36530" fmla="*/ 1696582 w 2119654"/>
              <a:gd name="connsiteY36530" fmla="*/ 929340 h 2398711"/>
              <a:gd name="connsiteX36531" fmla="*/ 1697520 w 2119654"/>
              <a:gd name="connsiteY36531" fmla="*/ 925089 h 2398711"/>
              <a:gd name="connsiteX36532" fmla="*/ 1687025 w 2119654"/>
              <a:gd name="connsiteY36532" fmla="*/ 946106 h 2398711"/>
              <a:gd name="connsiteX36533" fmla="*/ 1686960 w 2119654"/>
              <a:gd name="connsiteY36533" fmla="*/ 948502 h 2398711"/>
              <a:gd name="connsiteX36534" fmla="*/ 1687301 w 2119654"/>
              <a:gd name="connsiteY36534" fmla="*/ 951538 h 2398711"/>
              <a:gd name="connsiteX36535" fmla="*/ 1687847 w 2119654"/>
              <a:gd name="connsiteY36535" fmla="*/ 945284 h 2398711"/>
              <a:gd name="connsiteX36536" fmla="*/ 1687825 w 2119654"/>
              <a:gd name="connsiteY36536" fmla="*/ 944853 h 2398711"/>
              <a:gd name="connsiteX36537" fmla="*/ 1688255 w 2119654"/>
              <a:gd name="connsiteY36537" fmla="*/ 943203 h 2398711"/>
              <a:gd name="connsiteX36538" fmla="*/ 1688253 w 2119654"/>
              <a:gd name="connsiteY36538" fmla="*/ 943224 h 2398711"/>
              <a:gd name="connsiteX36539" fmla="*/ 1688273 w 2119654"/>
              <a:gd name="connsiteY36539" fmla="*/ 943536 h 2398711"/>
              <a:gd name="connsiteX36540" fmla="*/ 1688539 w 2119654"/>
              <a:gd name="connsiteY36540" fmla="*/ 943120 h 2398711"/>
              <a:gd name="connsiteX36541" fmla="*/ 1688540 w 2119654"/>
              <a:gd name="connsiteY36541" fmla="*/ 942755 h 2398711"/>
              <a:gd name="connsiteX36542" fmla="*/ 1687054 w 2119654"/>
              <a:gd name="connsiteY36542" fmla="*/ 945083 h 2398711"/>
              <a:gd name="connsiteX36543" fmla="*/ 1687043 w 2119654"/>
              <a:gd name="connsiteY36543" fmla="*/ 945463 h 2398711"/>
              <a:gd name="connsiteX36544" fmla="*/ 1687795 w 2119654"/>
              <a:gd name="connsiteY36544" fmla="*/ 944286 h 2398711"/>
              <a:gd name="connsiteX36545" fmla="*/ 1687778 w 2119654"/>
              <a:gd name="connsiteY36545" fmla="*/ 943949 h 2398711"/>
              <a:gd name="connsiteX36546" fmla="*/ 1136605 w 2119654"/>
              <a:gd name="connsiteY36546" fmla="*/ 2177288 h 2398711"/>
              <a:gd name="connsiteX36547" fmla="*/ 1138181 w 2119654"/>
              <a:gd name="connsiteY36547" fmla="*/ 2181206 h 2398711"/>
              <a:gd name="connsiteX36548" fmla="*/ 1138267 w 2119654"/>
              <a:gd name="connsiteY36548" fmla="*/ 2181230 h 2398711"/>
              <a:gd name="connsiteX36549" fmla="*/ 1141990 w 2119654"/>
              <a:gd name="connsiteY36549" fmla="*/ 2179336 h 2398711"/>
              <a:gd name="connsiteX36550" fmla="*/ 1143606 w 2119654"/>
              <a:gd name="connsiteY36550" fmla="*/ 2177955 h 2398711"/>
              <a:gd name="connsiteX36551" fmla="*/ 1143812 w 2119654"/>
              <a:gd name="connsiteY36551" fmla="*/ 2177699 h 2398711"/>
              <a:gd name="connsiteX36552" fmla="*/ 1141565 w 2119654"/>
              <a:gd name="connsiteY36552" fmla="*/ 2175146 h 2398711"/>
              <a:gd name="connsiteX36553" fmla="*/ 1138687 w 2119654"/>
              <a:gd name="connsiteY36553" fmla="*/ 2175946 h 2398711"/>
              <a:gd name="connsiteX36554" fmla="*/ 1708502 w 2119654"/>
              <a:gd name="connsiteY36554" fmla="*/ 896649 h 2398711"/>
              <a:gd name="connsiteX36555" fmla="*/ 1708630 w 2119654"/>
              <a:gd name="connsiteY36555" fmla="*/ 908727 h 2398711"/>
              <a:gd name="connsiteX36556" fmla="*/ 1709507 w 2119654"/>
              <a:gd name="connsiteY36556" fmla="*/ 907435 h 2398711"/>
              <a:gd name="connsiteX36557" fmla="*/ 1710158 w 2119654"/>
              <a:gd name="connsiteY36557" fmla="*/ 905376 h 2398711"/>
              <a:gd name="connsiteX36558" fmla="*/ 1110618 w 2119654"/>
              <a:gd name="connsiteY36558" fmla="*/ 2235402 h 2398711"/>
              <a:gd name="connsiteX36559" fmla="*/ 1112766 w 2119654"/>
              <a:gd name="connsiteY36559" fmla="*/ 2236876 h 2398711"/>
              <a:gd name="connsiteX36560" fmla="*/ 1120404 w 2119654"/>
              <a:gd name="connsiteY36560" fmla="*/ 2234678 h 2398711"/>
              <a:gd name="connsiteX36561" fmla="*/ 1121499 w 2119654"/>
              <a:gd name="connsiteY36561" fmla="*/ 2234347 h 2398711"/>
              <a:gd name="connsiteX36562" fmla="*/ 1119542 w 2119654"/>
              <a:gd name="connsiteY36562" fmla="*/ 2232740 h 2398711"/>
              <a:gd name="connsiteX36563" fmla="*/ 1112453 w 2119654"/>
              <a:gd name="connsiteY36563" fmla="*/ 2233154 h 2398711"/>
              <a:gd name="connsiteX36564" fmla="*/ 1684484 w 2119654"/>
              <a:gd name="connsiteY36564" fmla="*/ 950084 h 2398711"/>
              <a:gd name="connsiteX36565" fmla="*/ 1684430 w 2119654"/>
              <a:gd name="connsiteY36565" fmla="*/ 950831 h 2398711"/>
              <a:gd name="connsiteX36566" fmla="*/ 1684342 w 2119654"/>
              <a:gd name="connsiteY36566" fmla="*/ 951819 h 2398711"/>
              <a:gd name="connsiteX36567" fmla="*/ 1685946 w 2119654"/>
              <a:gd name="connsiteY36567" fmla="*/ 957398 h 2398711"/>
              <a:gd name="connsiteX36568" fmla="*/ 1686188 w 2119654"/>
              <a:gd name="connsiteY36568" fmla="*/ 953821 h 2398711"/>
              <a:gd name="connsiteX36569" fmla="*/ 1685955 w 2119654"/>
              <a:gd name="connsiteY36569" fmla="*/ 947782 h 2398711"/>
              <a:gd name="connsiteX36570" fmla="*/ 1684043 w 2119654"/>
              <a:gd name="connsiteY36570" fmla="*/ 950775 h 2398711"/>
              <a:gd name="connsiteX36571" fmla="*/ 1684077 w 2119654"/>
              <a:gd name="connsiteY36571" fmla="*/ 950898 h 2398711"/>
              <a:gd name="connsiteX36572" fmla="*/ 1684095 w 2119654"/>
              <a:gd name="connsiteY36572" fmla="*/ 950694 h 2398711"/>
              <a:gd name="connsiteX36573" fmla="*/ 1691505 w 2119654"/>
              <a:gd name="connsiteY36573" fmla="*/ 933947 h 2398711"/>
              <a:gd name="connsiteX36574" fmla="*/ 1691617 w 2119654"/>
              <a:gd name="connsiteY36574" fmla="*/ 937113 h 2398711"/>
              <a:gd name="connsiteX36575" fmla="*/ 1692206 w 2119654"/>
              <a:gd name="connsiteY36575" fmla="*/ 936191 h 2398711"/>
              <a:gd name="connsiteX36576" fmla="*/ 1691661 w 2119654"/>
              <a:gd name="connsiteY36576" fmla="*/ 933716 h 2398711"/>
              <a:gd name="connsiteX36577" fmla="*/ 1104712 w 2119654"/>
              <a:gd name="connsiteY36577" fmla="*/ 2247648 h 2398711"/>
              <a:gd name="connsiteX36578" fmla="*/ 1104896 w 2119654"/>
              <a:gd name="connsiteY36578" fmla="*/ 2247787 h 2398711"/>
              <a:gd name="connsiteX36579" fmla="*/ 1105220 w 2119654"/>
              <a:gd name="connsiteY36579" fmla="*/ 2247542 h 2398711"/>
              <a:gd name="connsiteX36580" fmla="*/ 1713556 w 2119654"/>
              <a:gd name="connsiteY36580" fmla="*/ 884288 h 2398711"/>
              <a:gd name="connsiteX36581" fmla="*/ 1713572 w 2119654"/>
              <a:gd name="connsiteY36581" fmla="*/ 884533 h 2398711"/>
              <a:gd name="connsiteX36582" fmla="*/ 1713901 w 2119654"/>
              <a:gd name="connsiteY36582" fmla="*/ 885952 h 2398711"/>
              <a:gd name="connsiteX36583" fmla="*/ 1714663 w 2119654"/>
              <a:gd name="connsiteY36583" fmla="*/ 889973 h 2398711"/>
              <a:gd name="connsiteX36584" fmla="*/ 1717918 w 2119654"/>
              <a:gd name="connsiteY36584" fmla="*/ 876239 h 2398711"/>
              <a:gd name="connsiteX36585" fmla="*/ 1079373 w 2119654"/>
              <a:gd name="connsiteY36585" fmla="*/ 2304244 h 2398711"/>
              <a:gd name="connsiteX36586" fmla="*/ 1092832 w 2119654"/>
              <a:gd name="connsiteY36586" fmla="*/ 2299615 h 2398711"/>
              <a:gd name="connsiteX36587" fmla="*/ 1107066 w 2119654"/>
              <a:gd name="connsiteY36587" fmla="*/ 2293524 h 2398711"/>
              <a:gd name="connsiteX36588" fmla="*/ 1108661 w 2119654"/>
              <a:gd name="connsiteY36588" fmla="*/ 2289771 h 2398711"/>
              <a:gd name="connsiteX36589" fmla="*/ 1103849 w 2119654"/>
              <a:gd name="connsiteY36589" fmla="*/ 2285604 h 2398711"/>
              <a:gd name="connsiteX36590" fmla="*/ 1102864 w 2119654"/>
              <a:gd name="connsiteY36590" fmla="*/ 2284728 h 2398711"/>
              <a:gd name="connsiteX36591" fmla="*/ 1098898 w 2119654"/>
              <a:gd name="connsiteY36591" fmla="*/ 2285466 h 2398711"/>
              <a:gd name="connsiteX36592" fmla="*/ 1090399 w 2119654"/>
              <a:gd name="connsiteY36592" fmla="*/ 2293639 h 2398711"/>
              <a:gd name="connsiteX36593" fmla="*/ 1091567 w 2119654"/>
              <a:gd name="connsiteY36593" fmla="*/ 2296325 h 2398711"/>
              <a:gd name="connsiteX36594" fmla="*/ 1091387 w 2119654"/>
              <a:gd name="connsiteY36594" fmla="*/ 2296249 h 2398711"/>
              <a:gd name="connsiteX36595" fmla="*/ 1090295 w 2119654"/>
              <a:gd name="connsiteY36595" fmla="*/ 2293739 h 2398711"/>
              <a:gd name="connsiteX36596" fmla="*/ 1684566 w 2119654"/>
              <a:gd name="connsiteY36596" fmla="*/ 948977 h 2398711"/>
              <a:gd name="connsiteX36597" fmla="*/ 1684536 w 2119654"/>
              <a:gd name="connsiteY36597" fmla="*/ 949389 h 2398711"/>
              <a:gd name="connsiteX36598" fmla="*/ 1685934 w 2119654"/>
              <a:gd name="connsiteY36598" fmla="*/ 947201 h 2398711"/>
              <a:gd name="connsiteX36599" fmla="*/ 1685926 w 2119654"/>
              <a:gd name="connsiteY36599" fmla="*/ 947034 h 2398711"/>
              <a:gd name="connsiteX36600" fmla="*/ 1685908 w 2119654"/>
              <a:gd name="connsiteY36600" fmla="*/ 946876 h 2398711"/>
              <a:gd name="connsiteX36601" fmla="*/ 1688492 w 2119654"/>
              <a:gd name="connsiteY36601" fmla="*/ 939996 h 2398711"/>
              <a:gd name="connsiteX36602" fmla="*/ 1688323 w 2119654"/>
              <a:gd name="connsiteY36602" fmla="*/ 942272 h 2398711"/>
              <a:gd name="connsiteX36603" fmla="*/ 1688544 w 2119654"/>
              <a:gd name="connsiteY36603" fmla="*/ 941925 h 2398711"/>
              <a:gd name="connsiteX36604" fmla="*/ 1688546 w 2119654"/>
              <a:gd name="connsiteY36604" fmla="*/ 941501 h 2398711"/>
              <a:gd name="connsiteX36605" fmla="*/ 1682740 w 2119654"/>
              <a:gd name="connsiteY36605" fmla="*/ 952817 h 2398711"/>
              <a:gd name="connsiteX36606" fmla="*/ 1683397 w 2119654"/>
              <a:gd name="connsiteY36606" fmla="*/ 958669 h 2398711"/>
              <a:gd name="connsiteX36607" fmla="*/ 1683722 w 2119654"/>
              <a:gd name="connsiteY36607" fmla="*/ 954959 h 2398711"/>
              <a:gd name="connsiteX36608" fmla="*/ 1682992 w 2119654"/>
              <a:gd name="connsiteY36608" fmla="*/ 952421 h 2398711"/>
              <a:gd name="connsiteX36609" fmla="*/ 1683849 w 2119654"/>
              <a:gd name="connsiteY36609" fmla="*/ 950102 h 2398711"/>
              <a:gd name="connsiteX36610" fmla="*/ 1683920 w 2119654"/>
              <a:gd name="connsiteY36610" fmla="*/ 950352 h 2398711"/>
              <a:gd name="connsiteX36611" fmla="*/ 1684158 w 2119654"/>
              <a:gd name="connsiteY36611" fmla="*/ 949981 h 2398711"/>
              <a:gd name="connsiteX36612" fmla="*/ 1684195 w 2119654"/>
              <a:gd name="connsiteY36612" fmla="*/ 949560 h 2398711"/>
              <a:gd name="connsiteX36613" fmla="*/ 1691465 w 2119654"/>
              <a:gd name="connsiteY36613" fmla="*/ 932819 h 2398711"/>
              <a:gd name="connsiteX36614" fmla="*/ 1691494 w 2119654"/>
              <a:gd name="connsiteY36614" fmla="*/ 933660 h 2398711"/>
              <a:gd name="connsiteX36615" fmla="*/ 1691612 w 2119654"/>
              <a:gd name="connsiteY36615" fmla="*/ 933491 h 2398711"/>
              <a:gd name="connsiteX36616" fmla="*/ 1108386 w 2119654"/>
              <a:gd name="connsiteY36616" fmla="*/ 2238136 h 2398711"/>
              <a:gd name="connsiteX36617" fmla="*/ 1111637 w 2119654"/>
              <a:gd name="connsiteY36617" fmla="*/ 2237201 h 2398711"/>
              <a:gd name="connsiteX36618" fmla="*/ 1110070 w 2119654"/>
              <a:gd name="connsiteY36618" fmla="*/ 2236073 h 2398711"/>
              <a:gd name="connsiteX36619" fmla="*/ 1087031 w 2119654"/>
              <a:gd name="connsiteY36619" fmla="*/ 2285891 h 2398711"/>
              <a:gd name="connsiteX36620" fmla="*/ 1087323 w 2119654"/>
              <a:gd name="connsiteY36620" fmla="*/ 2286564 h 2398711"/>
              <a:gd name="connsiteX36621" fmla="*/ 1088737 w 2119654"/>
              <a:gd name="connsiteY36621" fmla="*/ 2286300 h 2398711"/>
              <a:gd name="connsiteX36622" fmla="*/ 1094028 w 2119654"/>
              <a:gd name="connsiteY36622" fmla="*/ 2281726 h 2398711"/>
              <a:gd name="connsiteX36623" fmla="*/ 1091984 w 2119654"/>
              <a:gd name="connsiteY36623" fmla="*/ 2282943 h 2398711"/>
              <a:gd name="connsiteX36624" fmla="*/ 1091760 w 2119654"/>
              <a:gd name="connsiteY36624" fmla="*/ 2283251 h 2398711"/>
              <a:gd name="connsiteX36625" fmla="*/ 1091460 w 2119654"/>
              <a:gd name="connsiteY36625" fmla="*/ 2283306 h 2398711"/>
              <a:gd name="connsiteX36626" fmla="*/ 1091527 w 2119654"/>
              <a:gd name="connsiteY36626" fmla="*/ 2283215 h 2398711"/>
              <a:gd name="connsiteX36627" fmla="*/ 1682646 w 2119654"/>
              <a:gd name="connsiteY36627" fmla="*/ 951984 h 2398711"/>
              <a:gd name="connsiteX36628" fmla="*/ 1682681 w 2119654"/>
              <a:gd name="connsiteY36628" fmla="*/ 952293 h 2398711"/>
              <a:gd name="connsiteX36629" fmla="*/ 1682870 w 2119654"/>
              <a:gd name="connsiteY36629" fmla="*/ 951996 h 2398711"/>
              <a:gd name="connsiteX36630" fmla="*/ 1682798 w 2119654"/>
              <a:gd name="connsiteY36630" fmla="*/ 951746 h 2398711"/>
              <a:gd name="connsiteX36631" fmla="*/ 1689113 w 2119654"/>
              <a:gd name="connsiteY36631" fmla="*/ 937351 h 2398711"/>
              <a:gd name="connsiteX36632" fmla="*/ 1689237 w 2119654"/>
              <a:gd name="connsiteY36632" fmla="*/ 940840 h 2398711"/>
              <a:gd name="connsiteX36633" fmla="*/ 1691112 w 2119654"/>
              <a:gd name="connsiteY36633" fmla="*/ 937905 h 2398711"/>
              <a:gd name="connsiteX36634" fmla="*/ 1690997 w 2119654"/>
              <a:gd name="connsiteY36634" fmla="*/ 934695 h 2398711"/>
              <a:gd name="connsiteX36635" fmla="*/ 1689612 w 2119654"/>
              <a:gd name="connsiteY36635" fmla="*/ 936736 h 2398711"/>
              <a:gd name="connsiteX36636" fmla="*/ 1708991 w 2119654"/>
              <a:gd name="connsiteY36636" fmla="*/ 892714 h 2398711"/>
              <a:gd name="connsiteX36637" fmla="*/ 1710052 w 2119654"/>
              <a:gd name="connsiteY36637" fmla="*/ 897301 h 2398711"/>
              <a:gd name="connsiteX36638" fmla="*/ 1711049 w 2119654"/>
              <a:gd name="connsiteY36638" fmla="*/ 902552 h 2398711"/>
              <a:gd name="connsiteX36639" fmla="*/ 1713513 w 2119654"/>
              <a:gd name="connsiteY36639" fmla="*/ 894750 h 2398711"/>
              <a:gd name="connsiteX36640" fmla="*/ 1713490 w 2119654"/>
              <a:gd name="connsiteY36640" fmla="*/ 893877 h 2398711"/>
              <a:gd name="connsiteX36641" fmla="*/ 1712160 w 2119654"/>
              <a:gd name="connsiteY36641" fmla="*/ 886865 h 2398711"/>
              <a:gd name="connsiteX36642" fmla="*/ 1680633 w 2119654"/>
              <a:gd name="connsiteY36642" fmla="*/ 956116 h 2398711"/>
              <a:gd name="connsiteX36643" fmla="*/ 1681549 w 2119654"/>
              <a:gd name="connsiteY36643" fmla="*/ 963241 h 2398711"/>
              <a:gd name="connsiteX36644" fmla="*/ 1681656 w 2119654"/>
              <a:gd name="connsiteY36644" fmla="*/ 964451 h 2398711"/>
              <a:gd name="connsiteX36645" fmla="*/ 1681998 w 2119654"/>
              <a:gd name="connsiteY36645" fmla="*/ 964098 h 2398711"/>
              <a:gd name="connsiteX36646" fmla="*/ 1681628 w 2119654"/>
              <a:gd name="connsiteY36646" fmla="*/ 954556 h 2398711"/>
              <a:gd name="connsiteX36647" fmla="*/ 1678043 w 2119654"/>
              <a:gd name="connsiteY36647" fmla="*/ 961323 h 2398711"/>
              <a:gd name="connsiteX36648" fmla="*/ 1678445 w 2119654"/>
              <a:gd name="connsiteY36648" fmla="*/ 967068 h 2398711"/>
              <a:gd name="connsiteX36649" fmla="*/ 1679474 w 2119654"/>
              <a:gd name="connsiteY36649" fmla="*/ 966297 h 2398711"/>
              <a:gd name="connsiteX36650" fmla="*/ 1102077 w 2119654"/>
              <a:gd name="connsiteY36650" fmla="*/ 2250751 h 2398711"/>
              <a:gd name="connsiteX36651" fmla="*/ 1106098 w 2119654"/>
              <a:gd name="connsiteY36651" fmla="*/ 2249064 h 2398711"/>
              <a:gd name="connsiteX36652" fmla="*/ 1105337 w 2119654"/>
              <a:gd name="connsiteY36652" fmla="*/ 2248490 h 2398711"/>
              <a:gd name="connsiteX36653" fmla="*/ 1687962 w 2119654"/>
              <a:gd name="connsiteY36653" fmla="*/ 938773 h 2398711"/>
              <a:gd name="connsiteX36654" fmla="*/ 1688157 w 2119654"/>
              <a:gd name="connsiteY36654" fmla="*/ 941756 h 2398711"/>
              <a:gd name="connsiteX36655" fmla="*/ 1688440 w 2119654"/>
              <a:gd name="connsiteY36655" fmla="*/ 938525 h 2398711"/>
              <a:gd name="connsiteX36656" fmla="*/ 1688428 w 2119654"/>
              <a:gd name="connsiteY36656" fmla="*/ 938199 h 2398711"/>
              <a:gd name="connsiteX36657" fmla="*/ 1679223 w 2119654"/>
              <a:gd name="connsiteY36657" fmla="*/ 958322 h 2398711"/>
              <a:gd name="connsiteX36658" fmla="*/ 1679832 w 2119654"/>
              <a:gd name="connsiteY36658" fmla="*/ 960442 h 2398711"/>
              <a:gd name="connsiteX36659" fmla="*/ 1679594 w 2119654"/>
              <a:gd name="connsiteY36659" fmla="*/ 957742 h 2398711"/>
              <a:gd name="connsiteX36660" fmla="*/ 1680527 w 2119654"/>
              <a:gd name="connsiteY36660" fmla="*/ 955302 h 2398711"/>
              <a:gd name="connsiteX36661" fmla="*/ 1680566 w 2119654"/>
              <a:gd name="connsiteY36661" fmla="*/ 955604 h 2398711"/>
              <a:gd name="connsiteX36662" fmla="*/ 1681606 w 2119654"/>
              <a:gd name="connsiteY36662" fmla="*/ 953976 h 2398711"/>
              <a:gd name="connsiteX36663" fmla="*/ 1681593 w 2119654"/>
              <a:gd name="connsiteY36663" fmla="*/ 953634 h 2398711"/>
              <a:gd name="connsiteX36664" fmla="*/ 1722363 w 2119654"/>
              <a:gd name="connsiteY36664" fmla="*/ 861558 h 2398711"/>
              <a:gd name="connsiteX36665" fmla="*/ 1719800 w 2119654"/>
              <a:gd name="connsiteY36665" fmla="*/ 872373 h 2398711"/>
              <a:gd name="connsiteX36666" fmla="*/ 1723599 w 2119654"/>
              <a:gd name="connsiteY36666" fmla="*/ 865362 h 2398711"/>
              <a:gd name="connsiteX36667" fmla="*/ 1723671 w 2119654"/>
              <a:gd name="connsiteY36667" fmla="*/ 865623 h 2398711"/>
              <a:gd name="connsiteX36668" fmla="*/ 1719635 w 2119654"/>
              <a:gd name="connsiteY36668" fmla="*/ 873071 h 2398711"/>
              <a:gd name="connsiteX36669" fmla="*/ 1719059 w 2119654"/>
              <a:gd name="connsiteY36669" fmla="*/ 875501 h 2398711"/>
              <a:gd name="connsiteX36670" fmla="*/ 1720018 w 2119654"/>
              <a:gd name="connsiteY36670" fmla="*/ 890063 h 2398711"/>
              <a:gd name="connsiteX36671" fmla="*/ 1731808 w 2119654"/>
              <a:gd name="connsiteY36671" fmla="*/ 863557 h 2398711"/>
              <a:gd name="connsiteX36672" fmla="*/ 1732939 w 2119654"/>
              <a:gd name="connsiteY36672" fmla="*/ 857253 h 2398711"/>
              <a:gd name="connsiteX36673" fmla="*/ 1733021 w 2119654"/>
              <a:gd name="connsiteY36673" fmla="*/ 857407 h 2398711"/>
              <a:gd name="connsiteX36674" fmla="*/ 1731993 w 2119654"/>
              <a:gd name="connsiteY36674" fmla="*/ 863142 h 2398711"/>
              <a:gd name="connsiteX36675" fmla="*/ 1733606 w 2119654"/>
              <a:gd name="connsiteY36675" fmla="*/ 859516 h 2398711"/>
              <a:gd name="connsiteX36676" fmla="*/ 1733612 w 2119654"/>
              <a:gd name="connsiteY36676" fmla="*/ 852923 h 2398711"/>
              <a:gd name="connsiteX36677" fmla="*/ 1731863 w 2119654"/>
              <a:gd name="connsiteY36677" fmla="*/ 844028 h 2398711"/>
              <a:gd name="connsiteX36678" fmla="*/ 1682506 w 2119654"/>
              <a:gd name="connsiteY36678" fmla="*/ 950730 h 2398711"/>
              <a:gd name="connsiteX36679" fmla="*/ 1682568 w 2119654"/>
              <a:gd name="connsiteY36679" fmla="*/ 951282 h 2398711"/>
              <a:gd name="connsiteX36680" fmla="*/ 1682634 w 2119654"/>
              <a:gd name="connsiteY36680" fmla="*/ 951178 h 2398711"/>
              <a:gd name="connsiteX36681" fmla="*/ 1687198 w 2119654"/>
              <a:gd name="connsiteY36681" fmla="*/ 939842 h 2398711"/>
              <a:gd name="connsiteX36682" fmla="*/ 1687078 w 2119654"/>
              <a:gd name="connsiteY36682" fmla="*/ 944221 h 2398711"/>
              <a:gd name="connsiteX36683" fmla="*/ 1687738 w 2119654"/>
              <a:gd name="connsiteY36683" fmla="*/ 943187 h 2398711"/>
              <a:gd name="connsiteX36684" fmla="*/ 1687540 w 2119654"/>
              <a:gd name="connsiteY36684" fmla="*/ 939349 h 2398711"/>
              <a:gd name="connsiteX36685" fmla="*/ 1703221 w 2119654"/>
              <a:gd name="connsiteY36685" fmla="*/ 903652 h 2398711"/>
              <a:gd name="connsiteX36686" fmla="*/ 1701678 w 2119654"/>
              <a:gd name="connsiteY36686" fmla="*/ 910654 h 2398711"/>
              <a:gd name="connsiteX36687" fmla="*/ 1702519 w 2119654"/>
              <a:gd name="connsiteY36687" fmla="*/ 917726 h 2398711"/>
              <a:gd name="connsiteX36688" fmla="*/ 1703358 w 2119654"/>
              <a:gd name="connsiteY36688" fmla="*/ 916491 h 2398711"/>
              <a:gd name="connsiteX36689" fmla="*/ 1679029 w 2119654"/>
              <a:gd name="connsiteY36689" fmla="*/ 957648 h 2398711"/>
              <a:gd name="connsiteX36690" fmla="*/ 1679101 w 2119654"/>
              <a:gd name="connsiteY36690" fmla="*/ 957898 h 2398711"/>
              <a:gd name="connsiteX36691" fmla="*/ 1679546 w 2119654"/>
              <a:gd name="connsiteY36691" fmla="*/ 957202 h 2398711"/>
              <a:gd name="connsiteX36692" fmla="*/ 1679517 w 2119654"/>
              <a:gd name="connsiteY36692" fmla="*/ 956883 h 2398711"/>
              <a:gd name="connsiteX36693" fmla="*/ 1085253 w 2119654"/>
              <a:gd name="connsiteY36693" fmla="*/ 2286950 h 2398711"/>
              <a:gd name="connsiteX36694" fmla="*/ 1087188 w 2119654"/>
              <a:gd name="connsiteY36694" fmla="*/ 2286589 h 2398711"/>
              <a:gd name="connsiteX36695" fmla="*/ 1086914 w 2119654"/>
              <a:gd name="connsiteY36695" fmla="*/ 2285961 h 2398711"/>
              <a:gd name="connsiteX36696" fmla="*/ 1686155 w 2119654"/>
              <a:gd name="connsiteY36696" fmla="*/ 941341 h 2398711"/>
              <a:gd name="connsiteX36697" fmla="*/ 1686463 w 2119654"/>
              <a:gd name="connsiteY36697" fmla="*/ 944078 h 2398711"/>
              <a:gd name="connsiteX36698" fmla="*/ 1686554 w 2119654"/>
              <a:gd name="connsiteY36698" fmla="*/ 940767 h 2398711"/>
              <a:gd name="connsiteX36699" fmla="*/ 1718598 w 2119654"/>
              <a:gd name="connsiteY36699" fmla="*/ 868507 h 2398711"/>
              <a:gd name="connsiteX36700" fmla="*/ 1718849 w 2119654"/>
              <a:gd name="connsiteY36700" fmla="*/ 872310 h 2398711"/>
              <a:gd name="connsiteX36701" fmla="*/ 1720646 w 2119654"/>
              <a:gd name="connsiteY36701" fmla="*/ 864728 h 2398711"/>
              <a:gd name="connsiteX36702" fmla="*/ 1702559 w 2119654"/>
              <a:gd name="connsiteY36702" fmla="*/ 904369 h 2398711"/>
              <a:gd name="connsiteX36703" fmla="*/ 1701624 w 2119654"/>
              <a:gd name="connsiteY36703" fmla="*/ 908610 h 2398711"/>
              <a:gd name="connsiteX36704" fmla="*/ 1701527 w 2119654"/>
              <a:gd name="connsiteY36704" fmla="*/ 909390 h 2398711"/>
              <a:gd name="connsiteX36705" fmla="*/ 1701554 w 2119654"/>
              <a:gd name="connsiteY36705" fmla="*/ 909617 h 2398711"/>
              <a:gd name="connsiteX36706" fmla="*/ 1702810 w 2119654"/>
              <a:gd name="connsiteY36706" fmla="*/ 903921 h 2398711"/>
              <a:gd name="connsiteX36707" fmla="*/ 1105034 w 2119654"/>
              <a:gd name="connsiteY36707" fmla="*/ 2242241 h 2398711"/>
              <a:gd name="connsiteX36708" fmla="*/ 1114979 w 2119654"/>
              <a:gd name="connsiteY36708" fmla="*/ 2240169 h 2398711"/>
              <a:gd name="connsiteX36709" fmla="*/ 1115361 w 2119654"/>
              <a:gd name="connsiteY36709" fmla="*/ 2239881 h 2398711"/>
              <a:gd name="connsiteX36710" fmla="*/ 1111791 w 2119654"/>
              <a:gd name="connsiteY36710" fmla="*/ 2237311 h 2398711"/>
              <a:gd name="connsiteX36711" fmla="*/ 1108220 w 2119654"/>
              <a:gd name="connsiteY36711" fmla="*/ 2238339 h 2398711"/>
              <a:gd name="connsiteX36712" fmla="*/ 1676370 w 2119654"/>
              <a:gd name="connsiteY36712" fmla="*/ 962790 h 2398711"/>
              <a:gd name="connsiteX36713" fmla="*/ 1675069 w 2119654"/>
              <a:gd name="connsiteY36713" fmla="*/ 969563 h 2398711"/>
              <a:gd name="connsiteX36714" fmla="*/ 1675073 w 2119654"/>
              <a:gd name="connsiteY36714" fmla="*/ 969592 h 2398711"/>
              <a:gd name="connsiteX36715" fmla="*/ 1676775 w 2119654"/>
              <a:gd name="connsiteY36715" fmla="*/ 968318 h 2398711"/>
              <a:gd name="connsiteX36716" fmla="*/ 1676387 w 2119654"/>
              <a:gd name="connsiteY36716" fmla="*/ 962764 h 2398711"/>
              <a:gd name="connsiteX36717" fmla="*/ 1132901 w 2119654"/>
              <a:gd name="connsiteY36717" fmla="*/ 2179676 h 2398711"/>
              <a:gd name="connsiteX36718" fmla="*/ 1133566 w 2119654"/>
              <a:gd name="connsiteY36718" fmla="*/ 2179869 h 2398711"/>
              <a:gd name="connsiteX36719" fmla="*/ 1133368 w 2119654"/>
              <a:gd name="connsiteY36719" fmla="*/ 2179375 h 2398711"/>
              <a:gd name="connsiteX36720" fmla="*/ 1685010 w 2119654"/>
              <a:gd name="connsiteY36720" fmla="*/ 942990 h 2398711"/>
              <a:gd name="connsiteX36721" fmla="*/ 1684636 w 2119654"/>
              <a:gd name="connsiteY36721" fmla="*/ 948045 h 2398711"/>
              <a:gd name="connsiteX36722" fmla="*/ 1685829 w 2119654"/>
              <a:gd name="connsiteY36722" fmla="*/ 946176 h 2398711"/>
              <a:gd name="connsiteX36723" fmla="*/ 1685408 w 2119654"/>
              <a:gd name="connsiteY36723" fmla="*/ 942417 h 2398711"/>
              <a:gd name="connsiteX36724" fmla="*/ 1671846 w 2119654"/>
              <a:gd name="connsiteY36724" fmla="*/ 971976 h 2398711"/>
              <a:gd name="connsiteX36725" fmla="*/ 1671829 w 2119654"/>
              <a:gd name="connsiteY36725" fmla="*/ 972022 h 2398711"/>
              <a:gd name="connsiteX36726" fmla="*/ 1671901 w 2119654"/>
              <a:gd name="connsiteY36726" fmla="*/ 971967 h 2398711"/>
              <a:gd name="connsiteX36727" fmla="*/ 1703199 w 2119654"/>
              <a:gd name="connsiteY36727" fmla="*/ 901468 h 2398711"/>
              <a:gd name="connsiteX36728" fmla="*/ 1702870 w 2119654"/>
              <a:gd name="connsiteY36728" fmla="*/ 902961 h 2398711"/>
              <a:gd name="connsiteX36729" fmla="*/ 1703120 w 2119654"/>
              <a:gd name="connsiteY36729" fmla="*/ 902514 h 2398711"/>
              <a:gd name="connsiteX36730" fmla="*/ 1703206 w 2119654"/>
              <a:gd name="connsiteY36730" fmla="*/ 902128 h 2398711"/>
              <a:gd name="connsiteX36731" fmla="*/ 1673186 w 2119654"/>
              <a:gd name="connsiteY36731" fmla="*/ 968361 h 2398711"/>
              <a:gd name="connsiteX36732" fmla="*/ 1672094 w 2119654"/>
              <a:gd name="connsiteY36732" fmla="*/ 971306 h 2398711"/>
              <a:gd name="connsiteX36733" fmla="*/ 1672879 w 2119654"/>
              <a:gd name="connsiteY36733" fmla="*/ 971235 h 2398711"/>
              <a:gd name="connsiteX36734" fmla="*/ 1673405 w 2119654"/>
              <a:gd name="connsiteY36734" fmla="*/ 970842 h 2398711"/>
              <a:gd name="connsiteX36735" fmla="*/ 1713175 w 2119654"/>
              <a:gd name="connsiteY36735" fmla="*/ 878516 h 2398711"/>
              <a:gd name="connsiteX36736" fmla="*/ 1713531 w 2119654"/>
              <a:gd name="connsiteY36736" fmla="*/ 883917 h 2398711"/>
              <a:gd name="connsiteX36737" fmla="*/ 1713903 w 2119654"/>
              <a:gd name="connsiteY36737" fmla="*/ 883255 h 2398711"/>
              <a:gd name="connsiteX36738" fmla="*/ 1718083 w 2119654"/>
              <a:gd name="connsiteY36738" fmla="*/ 875540 h 2398711"/>
              <a:gd name="connsiteX36739" fmla="*/ 1718331 w 2119654"/>
              <a:gd name="connsiteY36739" fmla="*/ 874494 h 2398711"/>
              <a:gd name="connsiteX36740" fmla="*/ 1718247 w 2119654"/>
              <a:gd name="connsiteY36740" fmla="*/ 871242 h 2398711"/>
              <a:gd name="connsiteX36741" fmla="*/ 1718125 w 2119654"/>
              <a:gd name="connsiteY36741" fmla="*/ 869382 h 2398711"/>
              <a:gd name="connsiteX36742" fmla="*/ 1107987 w 2119654"/>
              <a:gd name="connsiteY36742" fmla="*/ 2233414 h 2398711"/>
              <a:gd name="connsiteX36743" fmla="*/ 1109589 w 2119654"/>
              <a:gd name="connsiteY36743" fmla="*/ 2234695 h 2398711"/>
              <a:gd name="connsiteX36744" fmla="*/ 1110361 w 2119654"/>
              <a:gd name="connsiteY36744" fmla="*/ 2235225 h 2398711"/>
              <a:gd name="connsiteX36745" fmla="*/ 1112032 w 2119654"/>
              <a:gd name="connsiteY36745" fmla="*/ 2233178 h 2398711"/>
              <a:gd name="connsiteX36746" fmla="*/ 1120052 w 2119654"/>
              <a:gd name="connsiteY36746" fmla="*/ 2206375 h 2398711"/>
              <a:gd name="connsiteX36747" fmla="*/ 1120425 w 2119654"/>
              <a:gd name="connsiteY36747" fmla="*/ 2206910 h 2398711"/>
              <a:gd name="connsiteX36748" fmla="*/ 1121058 w 2119654"/>
              <a:gd name="connsiteY36748" fmla="*/ 2207280 h 2398711"/>
              <a:gd name="connsiteX36749" fmla="*/ 1124463 w 2119654"/>
              <a:gd name="connsiteY36749" fmla="*/ 2207060 h 2398711"/>
              <a:gd name="connsiteX36750" fmla="*/ 1127198 w 2119654"/>
              <a:gd name="connsiteY36750" fmla="*/ 2205432 h 2398711"/>
              <a:gd name="connsiteX36751" fmla="*/ 1132029 w 2119654"/>
              <a:gd name="connsiteY36751" fmla="*/ 2200992 h 2398711"/>
              <a:gd name="connsiteX36752" fmla="*/ 1127821 w 2119654"/>
              <a:gd name="connsiteY36752" fmla="*/ 2199373 h 2398711"/>
              <a:gd name="connsiteX36753" fmla="*/ 1127258 w 2119654"/>
              <a:gd name="connsiteY36753" fmla="*/ 2199107 h 2398711"/>
              <a:gd name="connsiteX36754" fmla="*/ 1126320 w 2119654"/>
              <a:gd name="connsiteY36754" fmla="*/ 2199673 h 2398711"/>
              <a:gd name="connsiteX36755" fmla="*/ 1712478 w 2119654"/>
              <a:gd name="connsiteY36755" fmla="*/ 879803 h 2398711"/>
              <a:gd name="connsiteX36756" fmla="*/ 1713020 w 2119654"/>
              <a:gd name="connsiteY36756" fmla="*/ 882145 h 2398711"/>
              <a:gd name="connsiteX36757" fmla="*/ 1712823 w 2119654"/>
              <a:gd name="connsiteY36757" fmla="*/ 879165 h 2398711"/>
              <a:gd name="connsiteX36758" fmla="*/ 1674566 w 2119654"/>
              <a:gd name="connsiteY36758" fmla="*/ 964637 h 2398711"/>
              <a:gd name="connsiteX36759" fmla="*/ 1674469 w 2119654"/>
              <a:gd name="connsiteY36759" fmla="*/ 964898 h 2398711"/>
              <a:gd name="connsiteX36760" fmla="*/ 1674495 w 2119654"/>
              <a:gd name="connsiteY36760" fmla="*/ 965109 h 2398711"/>
              <a:gd name="connsiteX36761" fmla="*/ 1674554 w 2119654"/>
              <a:gd name="connsiteY36761" fmla="*/ 965018 h 2398711"/>
              <a:gd name="connsiteX36762" fmla="*/ 1674643 w 2119654"/>
              <a:gd name="connsiteY36762" fmla="*/ 964516 h 2398711"/>
              <a:gd name="connsiteX36763" fmla="*/ 1682741 w 2119654"/>
              <a:gd name="connsiteY36763" fmla="*/ 946252 h 2398711"/>
              <a:gd name="connsiteX36764" fmla="*/ 1683685 w 2119654"/>
              <a:gd name="connsiteY36764" fmla="*/ 949534 h 2398711"/>
              <a:gd name="connsiteX36765" fmla="*/ 1684277 w 2119654"/>
              <a:gd name="connsiteY36765" fmla="*/ 948605 h 2398711"/>
              <a:gd name="connsiteX36766" fmla="*/ 1684735 w 2119654"/>
              <a:gd name="connsiteY36766" fmla="*/ 943385 h 2398711"/>
              <a:gd name="connsiteX36767" fmla="*/ 1685194 w 2119654"/>
              <a:gd name="connsiteY36767" fmla="*/ 940504 h 2398711"/>
              <a:gd name="connsiteX36768" fmla="*/ 1685055 w 2119654"/>
              <a:gd name="connsiteY36768" fmla="*/ 942364 h 2398711"/>
              <a:gd name="connsiteX36769" fmla="*/ 1685360 w 2119654"/>
              <a:gd name="connsiteY36769" fmla="*/ 941989 h 2398711"/>
              <a:gd name="connsiteX36770" fmla="*/ 1687325 w 2119654"/>
              <a:gd name="connsiteY36770" fmla="*/ 935203 h 2398711"/>
              <a:gd name="connsiteX36771" fmla="*/ 1687201 w 2119654"/>
              <a:gd name="connsiteY36771" fmla="*/ 939714 h 2398711"/>
              <a:gd name="connsiteX36772" fmla="*/ 1687537 w 2119654"/>
              <a:gd name="connsiteY36772" fmla="*/ 939299 h 2398711"/>
              <a:gd name="connsiteX36773" fmla="*/ 1708402 w 2119654"/>
              <a:gd name="connsiteY36773" fmla="*/ 887307 h 2398711"/>
              <a:gd name="connsiteX36774" fmla="*/ 1708434 w 2119654"/>
              <a:gd name="connsiteY36774" fmla="*/ 890307 h 2398711"/>
              <a:gd name="connsiteX36775" fmla="*/ 1708879 w 2119654"/>
              <a:gd name="connsiteY36775" fmla="*/ 892228 h 2398711"/>
              <a:gd name="connsiteX36776" fmla="*/ 1712090 w 2119654"/>
              <a:gd name="connsiteY36776" fmla="*/ 886493 h 2398711"/>
              <a:gd name="connsiteX36777" fmla="*/ 1711250 w 2119654"/>
              <a:gd name="connsiteY36777" fmla="*/ 882067 h 2398711"/>
              <a:gd name="connsiteX36778" fmla="*/ 1708665 w 2119654"/>
              <a:gd name="connsiteY36778" fmla="*/ 886837 h 2398711"/>
              <a:gd name="connsiteX36779" fmla="*/ 1679118 w 2119654"/>
              <a:gd name="connsiteY36779" fmla="*/ 952354 h 2398711"/>
              <a:gd name="connsiteX36780" fmla="*/ 1678211 w 2119654"/>
              <a:gd name="connsiteY36780" fmla="*/ 954802 h 2398711"/>
              <a:gd name="connsiteX36781" fmla="*/ 1678866 w 2119654"/>
              <a:gd name="connsiteY36781" fmla="*/ 957078 h 2398711"/>
              <a:gd name="connsiteX36782" fmla="*/ 1679454 w 2119654"/>
              <a:gd name="connsiteY36782" fmla="*/ 956159 h 2398711"/>
              <a:gd name="connsiteX36783" fmla="*/ 1692266 w 2119654"/>
              <a:gd name="connsiteY36783" fmla="*/ 922755 h 2398711"/>
              <a:gd name="connsiteX36784" fmla="*/ 1694248 w 2119654"/>
              <a:gd name="connsiteY36784" fmla="*/ 929699 h 2398711"/>
              <a:gd name="connsiteX36785" fmla="*/ 1697550 w 2119654"/>
              <a:gd name="connsiteY36785" fmla="*/ 924946 h 2398711"/>
              <a:gd name="connsiteX36786" fmla="*/ 1697711 w 2119654"/>
              <a:gd name="connsiteY36786" fmla="*/ 924218 h 2398711"/>
              <a:gd name="connsiteX36787" fmla="*/ 1699250 w 2119654"/>
              <a:gd name="connsiteY36787" fmla="*/ 911828 h 2398711"/>
              <a:gd name="connsiteX36788" fmla="*/ 1699187 w 2119654"/>
              <a:gd name="connsiteY36788" fmla="*/ 910391 h 2398711"/>
              <a:gd name="connsiteX36789" fmla="*/ 1679890 w 2119654"/>
              <a:gd name="connsiteY36789" fmla="*/ 950355 h 2398711"/>
              <a:gd name="connsiteX36790" fmla="*/ 1680439 w 2119654"/>
              <a:gd name="connsiteY36790" fmla="*/ 954615 h 2398711"/>
              <a:gd name="connsiteX36791" fmla="*/ 1681564 w 2119654"/>
              <a:gd name="connsiteY36791" fmla="*/ 952854 h 2398711"/>
              <a:gd name="connsiteX36792" fmla="*/ 1681555 w 2119654"/>
              <a:gd name="connsiteY36792" fmla="*/ 952631 h 2398711"/>
              <a:gd name="connsiteX36793" fmla="*/ 1681103 w 2119654"/>
              <a:gd name="connsiteY36793" fmla="*/ 948610 h 2398711"/>
              <a:gd name="connsiteX36794" fmla="*/ 1771739 w 2119654"/>
              <a:gd name="connsiteY36794" fmla="*/ 744364 h 2398711"/>
              <a:gd name="connsiteX36795" fmla="*/ 1771400 w 2119654"/>
              <a:gd name="connsiteY36795" fmla="*/ 748351 h 2398711"/>
              <a:gd name="connsiteX36796" fmla="*/ 1771261 w 2119654"/>
              <a:gd name="connsiteY36796" fmla="*/ 749448 h 2398711"/>
              <a:gd name="connsiteX36797" fmla="*/ 1680964 w 2119654"/>
              <a:gd name="connsiteY36797" fmla="*/ 947373 h 2398711"/>
              <a:gd name="connsiteX36798" fmla="*/ 1680933 w 2119654"/>
              <a:gd name="connsiteY36798" fmla="*/ 947457 h 2398711"/>
              <a:gd name="connsiteX36799" fmla="*/ 1680969 w 2119654"/>
              <a:gd name="connsiteY36799" fmla="*/ 947413 h 2398711"/>
              <a:gd name="connsiteX36800" fmla="*/ 1094996 w 2119654"/>
              <a:gd name="connsiteY36800" fmla="*/ 2258950 h 2398711"/>
              <a:gd name="connsiteX36801" fmla="*/ 1106959 w 2119654"/>
              <a:gd name="connsiteY36801" fmla="*/ 2254194 h 2398711"/>
              <a:gd name="connsiteX36802" fmla="*/ 1110129 w 2119654"/>
              <a:gd name="connsiteY36802" fmla="*/ 2252552 h 2398711"/>
              <a:gd name="connsiteX36803" fmla="*/ 1108999 w 2119654"/>
              <a:gd name="connsiteY36803" fmla="*/ 2251252 h 2398711"/>
              <a:gd name="connsiteX36804" fmla="*/ 1108412 w 2119654"/>
              <a:gd name="connsiteY36804" fmla="*/ 2250809 h 2398711"/>
              <a:gd name="connsiteX36805" fmla="*/ 1689387 w 2119654"/>
              <a:gd name="connsiteY36805" fmla="*/ 927896 h 2398711"/>
              <a:gd name="connsiteX36806" fmla="*/ 1688976 w 2119654"/>
              <a:gd name="connsiteY36806" fmla="*/ 933464 h 2398711"/>
              <a:gd name="connsiteX36807" fmla="*/ 1689104 w 2119654"/>
              <a:gd name="connsiteY36807" fmla="*/ 937099 h 2398711"/>
              <a:gd name="connsiteX36808" fmla="*/ 1690986 w 2119654"/>
              <a:gd name="connsiteY36808" fmla="*/ 934390 h 2398711"/>
              <a:gd name="connsiteX36809" fmla="*/ 1690829 w 2119654"/>
              <a:gd name="connsiteY36809" fmla="*/ 929936 h 2398711"/>
              <a:gd name="connsiteX36810" fmla="*/ 1690099 w 2119654"/>
              <a:gd name="connsiteY36810" fmla="*/ 926624 h 2398711"/>
              <a:gd name="connsiteX36811" fmla="*/ 1688813 w 2119654"/>
              <a:gd name="connsiteY36811" fmla="*/ 928920 h 2398711"/>
              <a:gd name="connsiteX36812" fmla="*/ 1688938 w 2119654"/>
              <a:gd name="connsiteY36812" fmla="*/ 932407 h 2398711"/>
              <a:gd name="connsiteX36813" fmla="*/ 1689253 w 2119654"/>
              <a:gd name="connsiteY36813" fmla="*/ 928134 h 2398711"/>
              <a:gd name="connsiteX36814" fmla="*/ 1702652 w 2119654"/>
              <a:gd name="connsiteY36814" fmla="*/ 897578 h 2398711"/>
              <a:gd name="connsiteX36815" fmla="*/ 1702315 w 2119654"/>
              <a:gd name="connsiteY36815" fmla="*/ 903043 h 2398711"/>
              <a:gd name="connsiteX36816" fmla="*/ 1702232 w 2119654"/>
              <a:gd name="connsiteY36816" fmla="*/ 903713 h 2398711"/>
              <a:gd name="connsiteX36817" fmla="*/ 1703176 w 2119654"/>
              <a:gd name="connsiteY36817" fmla="*/ 899428 h 2398711"/>
              <a:gd name="connsiteX36818" fmla="*/ 1703148 w 2119654"/>
              <a:gd name="connsiteY36818" fmla="*/ 896692 h 2398711"/>
              <a:gd name="connsiteX36819" fmla="*/ 1687475 w 2119654"/>
              <a:gd name="connsiteY36819" fmla="*/ 931311 h 2398711"/>
              <a:gd name="connsiteX36820" fmla="*/ 1687961 w 2119654"/>
              <a:gd name="connsiteY36820" fmla="*/ 938744 h 2398711"/>
              <a:gd name="connsiteX36821" fmla="*/ 1688424 w 2119654"/>
              <a:gd name="connsiteY36821" fmla="*/ 938076 h 2398711"/>
              <a:gd name="connsiteX36822" fmla="*/ 1688142 w 2119654"/>
              <a:gd name="connsiteY36822" fmla="*/ 930120 h 2398711"/>
              <a:gd name="connsiteX36823" fmla="*/ 1748727 w 2119654"/>
              <a:gd name="connsiteY36823" fmla="*/ 794143 h 2398711"/>
              <a:gd name="connsiteX36824" fmla="*/ 1746982 w 2119654"/>
              <a:gd name="connsiteY36824" fmla="*/ 805031 h 2398711"/>
              <a:gd name="connsiteX36825" fmla="*/ 1745438 w 2119654"/>
              <a:gd name="connsiteY36825" fmla="*/ 813949 h 2398711"/>
              <a:gd name="connsiteX36826" fmla="*/ 1746522 w 2119654"/>
              <a:gd name="connsiteY36826" fmla="*/ 819466 h 2398711"/>
              <a:gd name="connsiteX36827" fmla="*/ 1748039 w 2119654"/>
              <a:gd name="connsiteY36827" fmla="*/ 802944 h 2398711"/>
              <a:gd name="connsiteX36828" fmla="*/ 1118616 w 2119654"/>
              <a:gd name="connsiteY36828" fmla="*/ 2204318 h 2398711"/>
              <a:gd name="connsiteX36829" fmla="*/ 1119545 w 2119654"/>
              <a:gd name="connsiteY36829" fmla="*/ 2205648 h 2398711"/>
              <a:gd name="connsiteX36830" fmla="*/ 1123601 w 2119654"/>
              <a:gd name="connsiteY36830" fmla="*/ 2201312 h 2398711"/>
              <a:gd name="connsiteX36831" fmla="*/ 1685630 w 2119654"/>
              <a:gd name="connsiteY36831" fmla="*/ 934607 h 2398711"/>
              <a:gd name="connsiteX36832" fmla="*/ 1685538 w 2119654"/>
              <a:gd name="connsiteY36832" fmla="*/ 935845 h 2398711"/>
              <a:gd name="connsiteX36833" fmla="*/ 1686122 w 2119654"/>
              <a:gd name="connsiteY36833" fmla="*/ 941047 h 2398711"/>
              <a:gd name="connsiteX36834" fmla="*/ 1686561 w 2119654"/>
              <a:gd name="connsiteY36834" fmla="*/ 940505 h 2398711"/>
              <a:gd name="connsiteX36835" fmla="*/ 1686779 w 2119654"/>
              <a:gd name="connsiteY36835" fmla="*/ 932553 h 2398711"/>
              <a:gd name="connsiteX36836" fmla="*/ 1685437 w 2119654"/>
              <a:gd name="connsiteY36836" fmla="*/ 934950 h 2398711"/>
              <a:gd name="connsiteX36837" fmla="*/ 1685444 w 2119654"/>
              <a:gd name="connsiteY36837" fmla="*/ 935014 h 2398711"/>
              <a:gd name="connsiteX36838" fmla="*/ 1685451 w 2119654"/>
              <a:gd name="connsiteY36838" fmla="*/ 934926 h 2398711"/>
              <a:gd name="connsiteX36839" fmla="*/ 1683728 w 2119654"/>
              <a:gd name="connsiteY36839" fmla="*/ 938004 h 2398711"/>
              <a:gd name="connsiteX36840" fmla="*/ 1682436 w 2119654"/>
              <a:gd name="connsiteY36840" fmla="*/ 943400 h 2398711"/>
              <a:gd name="connsiteX36841" fmla="*/ 1682146 w 2119654"/>
              <a:gd name="connsiteY36841" fmla="*/ 944183 h 2398711"/>
              <a:gd name="connsiteX36842" fmla="*/ 1682523 w 2119654"/>
              <a:gd name="connsiteY36842" fmla="*/ 945492 h 2398711"/>
              <a:gd name="connsiteX36843" fmla="*/ 1684797 w 2119654"/>
              <a:gd name="connsiteY36843" fmla="*/ 942685 h 2398711"/>
              <a:gd name="connsiteX36844" fmla="*/ 1685077 w 2119654"/>
              <a:gd name="connsiteY36844" fmla="*/ 939471 h 2398711"/>
              <a:gd name="connsiteX36845" fmla="*/ 1684715 w 2119654"/>
              <a:gd name="connsiteY36845" fmla="*/ 936242 h 2398711"/>
              <a:gd name="connsiteX36846" fmla="*/ 1125252 w 2119654"/>
              <a:gd name="connsiteY36846" fmla="*/ 2188394 h 2398711"/>
              <a:gd name="connsiteX36847" fmla="*/ 1126201 w 2119654"/>
              <a:gd name="connsiteY36847" fmla="*/ 2188653 h 2398711"/>
              <a:gd name="connsiteX36848" fmla="*/ 1128336 w 2119654"/>
              <a:gd name="connsiteY36848" fmla="*/ 2187796 h 2398711"/>
              <a:gd name="connsiteX36849" fmla="*/ 1084412 w 2119654"/>
              <a:gd name="connsiteY36849" fmla="*/ 2279746 h 2398711"/>
              <a:gd name="connsiteX36850" fmla="*/ 1085754 w 2119654"/>
              <a:gd name="connsiteY36850" fmla="*/ 2282955 h 2398711"/>
              <a:gd name="connsiteX36851" fmla="*/ 1086937 w 2119654"/>
              <a:gd name="connsiteY36851" fmla="*/ 2285677 h 2398711"/>
              <a:gd name="connsiteX36852" fmla="*/ 1091871 w 2119654"/>
              <a:gd name="connsiteY36852" fmla="*/ 2282740 h 2398711"/>
              <a:gd name="connsiteX36853" fmla="*/ 1095306 w 2119654"/>
              <a:gd name="connsiteY36853" fmla="*/ 2277999 h 2398711"/>
              <a:gd name="connsiteX36854" fmla="*/ 1093767 w 2119654"/>
              <a:gd name="connsiteY36854" fmla="*/ 2276629 h 2398711"/>
              <a:gd name="connsiteX36855" fmla="*/ 1689636 w 2119654"/>
              <a:gd name="connsiteY36855" fmla="*/ 924526 h 2398711"/>
              <a:gd name="connsiteX36856" fmla="*/ 1689460 w 2119654"/>
              <a:gd name="connsiteY36856" fmla="*/ 926913 h 2398711"/>
              <a:gd name="connsiteX36857" fmla="*/ 1689964 w 2119654"/>
              <a:gd name="connsiteY36857" fmla="*/ 926012 h 2398711"/>
              <a:gd name="connsiteX36858" fmla="*/ 1684617 w 2119654"/>
              <a:gd name="connsiteY36858" fmla="*/ 935388 h 2398711"/>
              <a:gd name="connsiteX36859" fmla="*/ 1684252 w 2119654"/>
              <a:gd name="connsiteY36859" fmla="*/ 936215 h 2398711"/>
              <a:gd name="connsiteX36860" fmla="*/ 1684634 w 2119654"/>
              <a:gd name="connsiteY36860" fmla="*/ 935532 h 2398711"/>
              <a:gd name="connsiteX36861" fmla="*/ 1685577 w 2119654"/>
              <a:gd name="connsiteY36861" fmla="*/ 933221 h 2398711"/>
              <a:gd name="connsiteX36862" fmla="*/ 1685310 w 2119654"/>
              <a:gd name="connsiteY36862" fmla="*/ 933825 h 2398711"/>
              <a:gd name="connsiteX36863" fmla="*/ 1685357 w 2119654"/>
              <a:gd name="connsiteY36863" fmla="*/ 934241 h 2398711"/>
              <a:gd name="connsiteX36864" fmla="*/ 1685524 w 2119654"/>
              <a:gd name="connsiteY36864" fmla="*/ 933942 h 2398711"/>
              <a:gd name="connsiteX36865" fmla="*/ 1686839 w 2119654"/>
              <a:gd name="connsiteY36865" fmla="*/ 930368 h 2398711"/>
              <a:gd name="connsiteX36866" fmla="*/ 1685763 w 2119654"/>
              <a:gd name="connsiteY36866" fmla="*/ 932801 h 2398711"/>
              <a:gd name="connsiteX36867" fmla="*/ 1685702 w 2119654"/>
              <a:gd name="connsiteY36867" fmla="*/ 933623 h 2398711"/>
              <a:gd name="connsiteX36868" fmla="*/ 1686804 w 2119654"/>
              <a:gd name="connsiteY36868" fmla="*/ 931656 h 2398711"/>
              <a:gd name="connsiteX36869" fmla="*/ 1688053 w 2119654"/>
              <a:gd name="connsiteY36869" fmla="*/ 927627 h 2398711"/>
              <a:gd name="connsiteX36870" fmla="*/ 1687499 w 2119654"/>
              <a:gd name="connsiteY36870" fmla="*/ 928879 h 2398711"/>
              <a:gd name="connsiteX36871" fmla="*/ 1687455 w 2119654"/>
              <a:gd name="connsiteY36871" fmla="*/ 930494 h 2398711"/>
              <a:gd name="connsiteX36872" fmla="*/ 1688113 w 2119654"/>
              <a:gd name="connsiteY36872" fmla="*/ 929318 h 2398711"/>
              <a:gd name="connsiteX36873" fmla="*/ 1689540 w 2119654"/>
              <a:gd name="connsiteY36873" fmla="*/ 924268 h 2398711"/>
              <a:gd name="connsiteX36874" fmla="*/ 1688715 w 2119654"/>
              <a:gd name="connsiteY36874" fmla="*/ 926132 h 2398711"/>
              <a:gd name="connsiteX36875" fmla="*/ 1688785 w 2119654"/>
              <a:gd name="connsiteY36875" fmla="*/ 928118 h 2398711"/>
              <a:gd name="connsiteX36876" fmla="*/ 1689326 w 2119654"/>
              <a:gd name="connsiteY36876" fmla="*/ 927152 h 2398711"/>
              <a:gd name="connsiteX36877" fmla="*/ 1129294 w 2119654"/>
              <a:gd name="connsiteY36877" fmla="*/ 2178631 h 2398711"/>
              <a:gd name="connsiteX36878" fmla="*/ 1129773 w 2119654"/>
              <a:gd name="connsiteY36878" fmla="*/ 2178770 h 2398711"/>
              <a:gd name="connsiteX36879" fmla="*/ 1132434 w 2119654"/>
              <a:gd name="connsiteY36879" fmla="*/ 2177054 h 2398711"/>
              <a:gd name="connsiteX36880" fmla="*/ 1132314 w 2119654"/>
              <a:gd name="connsiteY36880" fmla="*/ 2176755 h 2398711"/>
              <a:gd name="connsiteX36881" fmla="*/ 1130644 w 2119654"/>
              <a:gd name="connsiteY36881" fmla="*/ 2176963 h 2398711"/>
              <a:gd name="connsiteX36882" fmla="*/ 1117328 w 2119654"/>
              <a:gd name="connsiteY36882" fmla="*/ 2205094 h 2398711"/>
              <a:gd name="connsiteX36883" fmla="*/ 1119095 w 2119654"/>
              <a:gd name="connsiteY36883" fmla="*/ 2206129 h 2398711"/>
              <a:gd name="connsiteX36884" fmla="*/ 1119311 w 2119654"/>
              <a:gd name="connsiteY36884" fmla="*/ 2205898 h 2398711"/>
              <a:gd name="connsiteX36885" fmla="*/ 1118329 w 2119654"/>
              <a:gd name="connsiteY36885" fmla="*/ 2204491 h 2398711"/>
              <a:gd name="connsiteX36886" fmla="*/ 1095742 w 2119654"/>
              <a:gd name="connsiteY36886" fmla="*/ 2253408 h 2398711"/>
              <a:gd name="connsiteX36887" fmla="*/ 1099596 w 2119654"/>
              <a:gd name="connsiteY36887" fmla="*/ 2251792 h 2398711"/>
              <a:gd name="connsiteX36888" fmla="*/ 1104651 w 2119654"/>
              <a:gd name="connsiteY36888" fmla="*/ 2247972 h 2398711"/>
              <a:gd name="connsiteX36889" fmla="*/ 1104327 w 2119654"/>
              <a:gd name="connsiteY36889" fmla="*/ 2247728 h 2398711"/>
              <a:gd name="connsiteX36890" fmla="*/ 1099699 w 2119654"/>
              <a:gd name="connsiteY36890" fmla="*/ 2248692 h 2398711"/>
              <a:gd name="connsiteX36891" fmla="*/ 1110415 w 2119654"/>
              <a:gd name="connsiteY36891" fmla="*/ 2220125 h 2398711"/>
              <a:gd name="connsiteX36892" fmla="*/ 1110831 w 2119654"/>
              <a:gd name="connsiteY36892" fmla="*/ 2219946 h 2398711"/>
              <a:gd name="connsiteX36893" fmla="*/ 1110632 w 2119654"/>
              <a:gd name="connsiteY36893" fmla="*/ 2219949 h 2398711"/>
              <a:gd name="connsiteX36894" fmla="*/ 1694587 w 2119654"/>
              <a:gd name="connsiteY36894" fmla="*/ 911982 h 2398711"/>
              <a:gd name="connsiteX36895" fmla="*/ 1691451 w 2119654"/>
              <a:gd name="connsiteY36895" fmla="*/ 919906 h 2398711"/>
              <a:gd name="connsiteX36896" fmla="*/ 1692104 w 2119654"/>
              <a:gd name="connsiteY36896" fmla="*/ 922190 h 2398711"/>
              <a:gd name="connsiteX36897" fmla="*/ 1699121 w 2119654"/>
              <a:gd name="connsiteY36897" fmla="*/ 909657 h 2398711"/>
              <a:gd name="connsiteX36898" fmla="*/ 1698554 w 2119654"/>
              <a:gd name="connsiteY36898" fmla="*/ 904896 h 2398711"/>
              <a:gd name="connsiteX36899" fmla="*/ 1698285 w 2119654"/>
              <a:gd name="connsiteY36899" fmla="*/ 902635 h 2398711"/>
              <a:gd name="connsiteX36900" fmla="*/ 1696129 w 2119654"/>
              <a:gd name="connsiteY36900" fmla="*/ 908085 h 2398711"/>
              <a:gd name="connsiteX36901" fmla="*/ 1698442 w 2119654"/>
              <a:gd name="connsiteY36901" fmla="*/ 903953 h 2398711"/>
              <a:gd name="connsiteX36902" fmla="*/ 1691013 w 2119654"/>
              <a:gd name="connsiteY36902" fmla="*/ 918366 h 2398711"/>
              <a:gd name="connsiteX36903" fmla="*/ 1691052 w 2119654"/>
              <a:gd name="connsiteY36903" fmla="*/ 918505 h 2398711"/>
              <a:gd name="connsiteX36904" fmla="*/ 1691497 w 2119654"/>
              <a:gd name="connsiteY36904" fmla="*/ 917502 h 2398711"/>
              <a:gd name="connsiteX36905" fmla="*/ 1701357 w 2119654"/>
              <a:gd name="connsiteY36905" fmla="*/ 894870 h 2398711"/>
              <a:gd name="connsiteX36906" fmla="*/ 1700159 w 2119654"/>
              <a:gd name="connsiteY36906" fmla="*/ 897897 h 2398711"/>
              <a:gd name="connsiteX36907" fmla="*/ 1700452 w 2119654"/>
              <a:gd name="connsiteY36907" fmla="*/ 900362 h 2398711"/>
              <a:gd name="connsiteX36908" fmla="*/ 1700738 w 2119654"/>
              <a:gd name="connsiteY36908" fmla="*/ 899851 h 2398711"/>
              <a:gd name="connsiteX36909" fmla="*/ 1093281 w 2119654"/>
              <a:gd name="connsiteY36909" fmla="*/ 2256341 h 2398711"/>
              <a:gd name="connsiteX36910" fmla="*/ 1096875 w 2119654"/>
              <a:gd name="connsiteY36910" fmla="*/ 2253848 h 2398711"/>
              <a:gd name="connsiteX36911" fmla="*/ 1098599 w 2119654"/>
              <a:gd name="connsiteY36911" fmla="*/ 2252544 h 2398711"/>
              <a:gd name="connsiteX36912" fmla="*/ 1095309 w 2119654"/>
              <a:gd name="connsiteY36912" fmla="*/ 2253924 h 2398711"/>
              <a:gd name="connsiteX36913" fmla="*/ 1703082 w 2119654"/>
              <a:gd name="connsiteY36913" fmla="*/ 890575 h 2398711"/>
              <a:gd name="connsiteX36914" fmla="*/ 1702731 w 2119654"/>
              <a:gd name="connsiteY36914" fmla="*/ 896292 h 2398711"/>
              <a:gd name="connsiteX36915" fmla="*/ 1703135 w 2119654"/>
              <a:gd name="connsiteY36915" fmla="*/ 895569 h 2398711"/>
              <a:gd name="connsiteX36916" fmla="*/ 1117234 w 2119654"/>
              <a:gd name="connsiteY36916" fmla="*/ 2202338 h 2398711"/>
              <a:gd name="connsiteX36917" fmla="*/ 1118426 w 2119654"/>
              <a:gd name="connsiteY36917" fmla="*/ 2204046 h 2398711"/>
              <a:gd name="connsiteX36918" fmla="*/ 1124429 w 2119654"/>
              <a:gd name="connsiteY36918" fmla="*/ 2200427 h 2398711"/>
              <a:gd name="connsiteX36919" fmla="*/ 1125381 w 2119654"/>
              <a:gd name="connsiteY36919" fmla="*/ 2199409 h 2398711"/>
              <a:gd name="connsiteX36920" fmla="*/ 1122265 w 2119654"/>
              <a:gd name="connsiteY36920" fmla="*/ 2200885 h 2398711"/>
              <a:gd name="connsiteX36921" fmla="*/ 1685892 w 2119654"/>
              <a:gd name="connsiteY36921" fmla="*/ 928962 h 2398711"/>
              <a:gd name="connsiteX36922" fmla="*/ 1685265 w 2119654"/>
              <a:gd name="connsiteY36922" fmla="*/ 931584 h 2398711"/>
              <a:gd name="connsiteX36923" fmla="*/ 1685785 w 2119654"/>
              <a:gd name="connsiteY36923" fmla="*/ 930407 h 2398711"/>
              <a:gd name="connsiteX36924" fmla="*/ 1674152 w 2119654"/>
              <a:gd name="connsiteY36924" fmla="*/ 955108 h 2398711"/>
              <a:gd name="connsiteX36925" fmla="*/ 1674007 w 2119654"/>
              <a:gd name="connsiteY36925" fmla="*/ 955500 h 2398711"/>
              <a:gd name="connsiteX36926" fmla="*/ 1673849 w 2119654"/>
              <a:gd name="connsiteY36926" fmla="*/ 956209 h 2398711"/>
              <a:gd name="connsiteX36927" fmla="*/ 1674568 w 2119654"/>
              <a:gd name="connsiteY36927" fmla="*/ 955320 h 2398711"/>
              <a:gd name="connsiteX36928" fmla="*/ 1675552 w 2119654"/>
              <a:gd name="connsiteY36928" fmla="*/ 952663 h 2398711"/>
              <a:gd name="connsiteX36929" fmla="*/ 1675541 w 2119654"/>
              <a:gd name="connsiteY36929" fmla="*/ 952626 h 2398711"/>
              <a:gd name="connsiteX36930" fmla="*/ 1796605 w 2119654"/>
              <a:gd name="connsiteY36930" fmla="*/ 680901 h 2398711"/>
              <a:gd name="connsiteX36931" fmla="*/ 1796148 w 2119654"/>
              <a:gd name="connsiteY36931" fmla="*/ 686259 h 2398711"/>
              <a:gd name="connsiteX36932" fmla="*/ 1795963 w 2119654"/>
              <a:gd name="connsiteY36932" fmla="*/ 687731 h 2398711"/>
              <a:gd name="connsiteX36933" fmla="*/ 1688593 w 2119654"/>
              <a:gd name="connsiteY36933" fmla="*/ 922689 h 2398711"/>
              <a:gd name="connsiteX36934" fmla="*/ 1688638 w 2119654"/>
              <a:gd name="connsiteY36934" fmla="*/ 923962 h 2398711"/>
              <a:gd name="connsiteX36935" fmla="*/ 1689222 w 2119654"/>
              <a:gd name="connsiteY36935" fmla="*/ 922642 h 2398711"/>
              <a:gd name="connsiteX36936" fmla="*/ 1689052 w 2119654"/>
              <a:gd name="connsiteY36936" fmla="*/ 921869 h 2398711"/>
              <a:gd name="connsiteX36937" fmla="*/ 1108194 w 2119654"/>
              <a:gd name="connsiteY36937" fmla="*/ 2221920 h 2398711"/>
              <a:gd name="connsiteX36938" fmla="*/ 1109913 w 2119654"/>
              <a:gd name="connsiteY36938" fmla="*/ 2221318 h 2398711"/>
              <a:gd name="connsiteX36939" fmla="*/ 1111187 w 2119654"/>
              <a:gd name="connsiteY36939" fmla="*/ 2220147 h 2398711"/>
              <a:gd name="connsiteX36940" fmla="*/ 1111165 w 2119654"/>
              <a:gd name="connsiteY36940" fmla="*/ 2220127 h 2398711"/>
              <a:gd name="connsiteX36941" fmla="*/ 1109520 w 2119654"/>
              <a:gd name="connsiteY36941" fmla="*/ 2220848 h 2398711"/>
              <a:gd name="connsiteX36942" fmla="*/ 1687622 w 2119654"/>
              <a:gd name="connsiteY36942" fmla="*/ 924421 h 2398711"/>
              <a:gd name="connsiteX36943" fmla="*/ 1687568 w 2119654"/>
              <a:gd name="connsiteY36943" fmla="*/ 926379 h 2398711"/>
              <a:gd name="connsiteX36944" fmla="*/ 1687976 w 2119654"/>
              <a:gd name="connsiteY36944" fmla="*/ 925456 h 2398711"/>
              <a:gd name="connsiteX36945" fmla="*/ 1687921 w 2119654"/>
              <a:gd name="connsiteY36945" fmla="*/ 923889 h 2398711"/>
              <a:gd name="connsiteX36946" fmla="*/ 1708457 w 2119654"/>
              <a:gd name="connsiteY36946" fmla="*/ 877619 h 2398711"/>
              <a:gd name="connsiteX36947" fmla="*/ 1708307 w 2119654"/>
              <a:gd name="connsiteY36947" fmla="*/ 878302 h 2398711"/>
              <a:gd name="connsiteX36948" fmla="*/ 1708308 w 2119654"/>
              <a:gd name="connsiteY36948" fmla="*/ 878421 h 2398711"/>
              <a:gd name="connsiteX36949" fmla="*/ 1686499 w 2119654"/>
              <a:gd name="connsiteY36949" fmla="*/ 926429 h 2398711"/>
              <a:gd name="connsiteX36950" fmla="*/ 1686117 w 2119654"/>
              <a:gd name="connsiteY36950" fmla="*/ 928024 h 2398711"/>
              <a:gd name="connsiteX36951" fmla="*/ 1685971 w 2119654"/>
              <a:gd name="connsiteY36951" fmla="*/ 929987 h 2398711"/>
              <a:gd name="connsiteX36952" fmla="*/ 1686909 w 2119654"/>
              <a:gd name="connsiteY36952" fmla="*/ 927867 h 2398711"/>
              <a:gd name="connsiteX36953" fmla="*/ 1686922 w 2119654"/>
              <a:gd name="connsiteY36953" fmla="*/ 927410 h 2398711"/>
              <a:gd name="connsiteX36954" fmla="*/ 1686839 w 2119654"/>
              <a:gd name="connsiteY36954" fmla="*/ 925819 h 2398711"/>
              <a:gd name="connsiteX36955" fmla="*/ 1709686 w 2119654"/>
              <a:gd name="connsiteY36955" fmla="*/ 873818 h 2398711"/>
              <a:gd name="connsiteX36956" fmla="*/ 1708866 w 2119654"/>
              <a:gd name="connsiteY36956" fmla="*/ 875890 h 2398711"/>
              <a:gd name="connsiteX36957" fmla="*/ 1708313 w 2119654"/>
              <a:gd name="connsiteY36957" fmla="*/ 878864 h 2398711"/>
              <a:gd name="connsiteX36958" fmla="*/ 1708391 w 2119654"/>
              <a:gd name="connsiteY36958" fmla="*/ 886183 h 2398711"/>
              <a:gd name="connsiteX36959" fmla="*/ 1711110 w 2119654"/>
              <a:gd name="connsiteY36959" fmla="*/ 881327 h 2398711"/>
              <a:gd name="connsiteX36960" fmla="*/ 1765752 w 2119654"/>
              <a:gd name="connsiteY36960" fmla="*/ 747650 h 2398711"/>
              <a:gd name="connsiteX36961" fmla="*/ 1763412 w 2119654"/>
              <a:gd name="connsiteY36961" fmla="*/ 762248 h 2398711"/>
              <a:gd name="connsiteX36962" fmla="*/ 1754865 w 2119654"/>
              <a:gd name="connsiteY36962" fmla="*/ 811602 h 2398711"/>
              <a:gd name="connsiteX36963" fmla="*/ 1761452 w 2119654"/>
              <a:gd name="connsiteY36963" fmla="*/ 796229 h 2398711"/>
              <a:gd name="connsiteX36964" fmla="*/ 1764828 w 2119654"/>
              <a:gd name="connsiteY36964" fmla="*/ 759451 h 2398711"/>
              <a:gd name="connsiteX36965" fmla="*/ 1712073 w 2119654"/>
              <a:gd name="connsiteY36965" fmla="*/ 867784 h 2398711"/>
              <a:gd name="connsiteX36966" fmla="*/ 1710573 w 2119654"/>
              <a:gd name="connsiteY36966" fmla="*/ 871575 h 2398711"/>
              <a:gd name="connsiteX36967" fmla="*/ 1712327 w 2119654"/>
              <a:gd name="connsiteY36967" fmla="*/ 879154 h 2398711"/>
              <a:gd name="connsiteX36968" fmla="*/ 1712770 w 2119654"/>
              <a:gd name="connsiteY36968" fmla="*/ 878362 h 2398711"/>
              <a:gd name="connsiteX36969" fmla="*/ 1729012 w 2119654"/>
              <a:gd name="connsiteY36969" fmla="*/ 829519 h 2398711"/>
              <a:gd name="connsiteX36970" fmla="*/ 1724599 w 2119654"/>
              <a:gd name="connsiteY36970" fmla="*/ 852124 h 2398711"/>
              <a:gd name="connsiteX36971" fmla="*/ 1722586 w 2119654"/>
              <a:gd name="connsiteY36971" fmla="*/ 860620 h 2398711"/>
              <a:gd name="connsiteX36972" fmla="*/ 1731787 w 2119654"/>
              <a:gd name="connsiteY36972" fmla="*/ 843641 h 2398711"/>
              <a:gd name="connsiteX36973" fmla="*/ 1122959 w 2119654"/>
              <a:gd name="connsiteY36973" fmla="*/ 2186458 h 2398711"/>
              <a:gd name="connsiteX36974" fmla="*/ 1126249 w 2119654"/>
              <a:gd name="connsiteY36974" fmla="*/ 2185820 h 2398711"/>
              <a:gd name="connsiteX36975" fmla="*/ 1123772 w 2119654"/>
              <a:gd name="connsiteY36975" fmla="*/ 2185559 h 2398711"/>
              <a:gd name="connsiteX36976" fmla="*/ 1123592 w 2119654"/>
              <a:gd name="connsiteY36976" fmla="*/ 2185676 h 2398711"/>
              <a:gd name="connsiteX36977" fmla="*/ 1681488 w 2119654"/>
              <a:gd name="connsiteY36977" fmla="*/ 935377 h 2398711"/>
              <a:gd name="connsiteX36978" fmla="*/ 1681055 w 2119654"/>
              <a:gd name="connsiteY36978" fmla="*/ 937814 h 2398711"/>
              <a:gd name="connsiteX36979" fmla="*/ 1681055 w 2119654"/>
              <a:gd name="connsiteY36979" fmla="*/ 937819 h 2398711"/>
              <a:gd name="connsiteX36980" fmla="*/ 1682883 w 2119654"/>
              <a:gd name="connsiteY36980" fmla="*/ 932887 h 2398711"/>
              <a:gd name="connsiteX36981" fmla="*/ 1126759 w 2119654"/>
              <a:gd name="connsiteY36981" fmla="*/ 2177447 h 2398711"/>
              <a:gd name="connsiteX36982" fmla="*/ 1126826 w 2119654"/>
              <a:gd name="connsiteY36982" fmla="*/ 2177484 h 2398711"/>
              <a:gd name="connsiteX36983" fmla="*/ 1126827 w 2119654"/>
              <a:gd name="connsiteY36983" fmla="*/ 2177483 h 2398711"/>
              <a:gd name="connsiteX36984" fmla="*/ 1126788 w 2119654"/>
              <a:gd name="connsiteY36984" fmla="*/ 2177443 h 2398711"/>
              <a:gd name="connsiteX36985" fmla="*/ 1106841 w 2119654"/>
              <a:gd name="connsiteY36985" fmla="*/ 2222021 h 2398711"/>
              <a:gd name="connsiteX36986" fmla="*/ 1107159 w 2119654"/>
              <a:gd name="connsiteY36986" fmla="*/ 2222282 h 2398711"/>
              <a:gd name="connsiteX36987" fmla="*/ 1107483 w 2119654"/>
              <a:gd name="connsiteY36987" fmla="*/ 2222169 h 2398711"/>
              <a:gd name="connsiteX36988" fmla="*/ 1108642 w 2119654"/>
              <a:gd name="connsiteY36988" fmla="*/ 2221232 h 2398711"/>
              <a:gd name="connsiteX36989" fmla="*/ 1709454 w 2119654"/>
              <a:gd name="connsiteY36989" fmla="*/ 872595 h 2398711"/>
              <a:gd name="connsiteX36990" fmla="*/ 1709426 w 2119654"/>
              <a:gd name="connsiteY36990" fmla="*/ 872739 h 2398711"/>
              <a:gd name="connsiteX36991" fmla="*/ 1709445 w 2119654"/>
              <a:gd name="connsiteY36991" fmla="*/ 872775 h 2398711"/>
              <a:gd name="connsiteX36992" fmla="*/ 1709210 w 2119654"/>
              <a:gd name="connsiteY36992" fmla="*/ 874039 h 2398711"/>
              <a:gd name="connsiteX36993" fmla="*/ 1709560 w 2119654"/>
              <a:gd name="connsiteY36993" fmla="*/ 873156 h 2398711"/>
              <a:gd name="connsiteX36994" fmla="*/ 1680899 w 2119654"/>
              <a:gd name="connsiteY36994" fmla="*/ 936432 h 2398711"/>
              <a:gd name="connsiteX36995" fmla="*/ 1680979 w 2119654"/>
              <a:gd name="connsiteY36995" fmla="*/ 937150 h 2398711"/>
              <a:gd name="connsiteX36996" fmla="*/ 1681250 w 2119654"/>
              <a:gd name="connsiteY36996" fmla="*/ 935803 h 2398711"/>
              <a:gd name="connsiteX36997" fmla="*/ 1687815 w 2119654"/>
              <a:gd name="connsiteY36997" fmla="*/ 920927 h 2398711"/>
              <a:gd name="connsiteX36998" fmla="*/ 1687705 w 2119654"/>
              <a:gd name="connsiteY36998" fmla="*/ 921389 h 2398711"/>
              <a:gd name="connsiteX36999" fmla="*/ 1687655 w 2119654"/>
              <a:gd name="connsiteY36999" fmla="*/ 923220 h 2398711"/>
              <a:gd name="connsiteX37000" fmla="*/ 1687882 w 2119654"/>
              <a:gd name="connsiteY37000" fmla="*/ 922814 h 2398711"/>
              <a:gd name="connsiteX37001" fmla="*/ 1089138 w 2119654"/>
              <a:gd name="connsiteY37001" fmla="*/ 2261279 h 2398711"/>
              <a:gd name="connsiteX37002" fmla="*/ 1091691 w 2119654"/>
              <a:gd name="connsiteY37002" fmla="*/ 2260264 h 2398711"/>
              <a:gd name="connsiteX37003" fmla="*/ 1107254 w 2119654"/>
              <a:gd name="connsiteY37003" fmla="*/ 2249936 h 2398711"/>
              <a:gd name="connsiteX37004" fmla="*/ 1106383 w 2119654"/>
              <a:gd name="connsiteY37004" fmla="*/ 2249279 h 2398711"/>
              <a:gd name="connsiteX37005" fmla="*/ 1100856 w 2119654"/>
              <a:gd name="connsiteY37005" fmla="*/ 2251598 h 2398711"/>
              <a:gd name="connsiteX37006" fmla="*/ 1092254 w 2119654"/>
              <a:gd name="connsiteY37006" fmla="*/ 2257565 h 2398711"/>
              <a:gd name="connsiteX37007" fmla="*/ 1688470 w 2119654"/>
              <a:gd name="connsiteY37007" fmla="*/ 919230 h 2398711"/>
              <a:gd name="connsiteX37008" fmla="*/ 1688554 w 2119654"/>
              <a:gd name="connsiteY37008" fmla="*/ 921613 h 2398711"/>
              <a:gd name="connsiteX37009" fmla="*/ 1688870 w 2119654"/>
              <a:gd name="connsiteY37009" fmla="*/ 921048 h 2398711"/>
              <a:gd name="connsiteX37010" fmla="*/ 1678217 w 2119654"/>
              <a:gd name="connsiteY37010" fmla="*/ 942157 h 2398711"/>
              <a:gd name="connsiteX37011" fmla="*/ 1677045 w 2119654"/>
              <a:gd name="connsiteY37011" fmla="*/ 947050 h 2398711"/>
              <a:gd name="connsiteX37012" fmla="*/ 1677139 w 2119654"/>
              <a:gd name="connsiteY37012" fmla="*/ 948382 h 2398711"/>
              <a:gd name="connsiteX37013" fmla="*/ 1677851 w 2119654"/>
              <a:gd name="connsiteY37013" fmla="*/ 946461 h 2398711"/>
              <a:gd name="connsiteX37014" fmla="*/ 1678349 w 2119654"/>
              <a:gd name="connsiteY37014" fmla="*/ 943660 h 2398711"/>
              <a:gd name="connsiteX37015" fmla="*/ 1678349 w 2119654"/>
              <a:gd name="connsiteY37015" fmla="*/ 943657 h 2398711"/>
              <a:gd name="connsiteX37016" fmla="*/ 1679318 w 2119654"/>
              <a:gd name="connsiteY37016" fmla="*/ 939645 h 2398711"/>
              <a:gd name="connsiteX37017" fmla="*/ 1678903 w 2119654"/>
              <a:gd name="connsiteY37017" fmla="*/ 942682 h 2398711"/>
              <a:gd name="connsiteX37018" fmla="*/ 1678993 w 2119654"/>
              <a:gd name="connsiteY37018" fmla="*/ 943383 h 2398711"/>
              <a:gd name="connsiteX37019" fmla="*/ 1679781 w 2119654"/>
              <a:gd name="connsiteY37019" fmla="*/ 941255 h 2398711"/>
              <a:gd name="connsiteX37020" fmla="*/ 1717152 w 2119654"/>
              <a:gd name="connsiteY37020" fmla="*/ 854614 h 2398711"/>
              <a:gd name="connsiteX37021" fmla="*/ 1713926 w 2119654"/>
              <a:gd name="connsiteY37021" fmla="*/ 863099 h 2398711"/>
              <a:gd name="connsiteX37022" fmla="*/ 1712412 w 2119654"/>
              <a:gd name="connsiteY37022" fmla="*/ 866928 h 2398711"/>
              <a:gd name="connsiteX37023" fmla="*/ 1713123 w 2119654"/>
              <a:gd name="connsiteY37023" fmla="*/ 877731 h 2398711"/>
              <a:gd name="connsiteX37024" fmla="*/ 1718090 w 2119654"/>
              <a:gd name="connsiteY37024" fmla="*/ 868858 h 2398711"/>
              <a:gd name="connsiteX37025" fmla="*/ 1112817 w 2119654"/>
              <a:gd name="connsiteY37025" fmla="*/ 2207814 h 2398711"/>
              <a:gd name="connsiteX37026" fmla="*/ 1114285 w 2119654"/>
              <a:gd name="connsiteY37026" fmla="*/ 2207719 h 2398711"/>
              <a:gd name="connsiteX37027" fmla="*/ 1113854 w 2119654"/>
              <a:gd name="connsiteY37027" fmla="*/ 2207189 h 2398711"/>
              <a:gd name="connsiteX37028" fmla="*/ 1678621 w 2119654"/>
              <a:gd name="connsiteY37028" fmla="*/ 940500 h 2398711"/>
              <a:gd name="connsiteX37029" fmla="*/ 1678699 w 2119654"/>
              <a:gd name="connsiteY37029" fmla="*/ 941100 h 2398711"/>
              <a:gd name="connsiteX37030" fmla="*/ 1678832 w 2119654"/>
              <a:gd name="connsiteY37030" fmla="*/ 940122 h 2398711"/>
              <a:gd name="connsiteX37031" fmla="*/ 1088119 w 2119654"/>
              <a:gd name="connsiteY37031" fmla="*/ 2262494 h 2398711"/>
              <a:gd name="connsiteX37032" fmla="*/ 1089433 w 2119654"/>
              <a:gd name="connsiteY37032" fmla="*/ 2261696 h 2398711"/>
              <a:gd name="connsiteX37033" fmla="*/ 1088465 w 2119654"/>
              <a:gd name="connsiteY37033" fmla="*/ 2262081 h 2398711"/>
              <a:gd name="connsiteX37034" fmla="*/ 1125670 w 2119654"/>
              <a:gd name="connsiteY37034" fmla="*/ 2177581 h 2398711"/>
              <a:gd name="connsiteX37035" fmla="*/ 1126575 w 2119654"/>
              <a:gd name="connsiteY37035" fmla="*/ 2177844 h 2398711"/>
              <a:gd name="connsiteX37036" fmla="*/ 1126629 w 2119654"/>
              <a:gd name="connsiteY37036" fmla="*/ 2177768 h 2398711"/>
              <a:gd name="connsiteX37037" fmla="*/ 1126182 w 2119654"/>
              <a:gd name="connsiteY37037" fmla="*/ 2177518 h 2398711"/>
              <a:gd name="connsiteX37038" fmla="*/ 1114146 w 2119654"/>
              <a:gd name="connsiteY37038" fmla="*/ 2203229 h 2398711"/>
              <a:gd name="connsiteX37039" fmla="*/ 1117003 w 2119654"/>
              <a:gd name="connsiteY37039" fmla="*/ 2204904 h 2398711"/>
              <a:gd name="connsiteX37040" fmla="*/ 1118140 w 2119654"/>
              <a:gd name="connsiteY37040" fmla="*/ 2204219 h 2398711"/>
              <a:gd name="connsiteX37041" fmla="*/ 1116895 w 2119654"/>
              <a:gd name="connsiteY37041" fmla="*/ 2202435 h 2398711"/>
              <a:gd name="connsiteX37042" fmla="*/ 1106042 w 2119654"/>
              <a:gd name="connsiteY37042" fmla="*/ 2221354 h 2398711"/>
              <a:gd name="connsiteX37043" fmla="*/ 1106454 w 2119654"/>
              <a:gd name="connsiteY37043" fmla="*/ 2221704 h 2398711"/>
              <a:gd name="connsiteX37044" fmla="*/ 1106550 w 2119654"/>
              <a:gd name="connsiteY37044" fmla="*/ 2221783 h 2398711"/>
              <a:gd name="connsiteX37045" fmla="*/ 1109556 w 2119654"/>
              <a:gd name="connsiteY37045" fmla="*/ 2220493 h 2398711"/>
              <a:gd name="connsiteX37046" fmla="*/ 1110219 w 2119654"/>
              <a:gd name="connsiteY37046" fmla="*/ 2219957 h 2398711"/>
              <a:gd name="connsiteX37047" fmla="*/ 1107299 w 2119654"/>
              <a:gd name="connsiteY37047" fmla="*/ 2220010 h 2398711"/>
              <a:gd name="connsiteX37048" fmla="*/ 1086735 w 2119654"/>
              <a:gd name="connsiteY37048" fmla="*/ 2264144 h 2398711"/>
              <a:gd name="connsiteX37049" fmla="*/ 1092639 w 2119654"/>
              <a:gd name="connsiteY37049" fmla="*/ 2261611 h 2398711"/>
              <a:gd name="connsiteX37050" fmla="*/ 1102520 w 2119654"/>
              <a:gd name="connsiteY37050" fmla="*/ 2256493 h 2398711"/>
              <a:gd name="connsiteX37051" fmla="*/ 1092441 w 2119654"/>
              <a:gd name="connsiteY37051" fmla="*/ 2260500 h 2398711"/>
              <a:gd name="connsiteX37052" fmla="*/ 1087044 w 2119654"/>
              <a:gd name="connsiteY37052" fmla="*/ 2263775 h 2398711"/>
              <a:gd name="connsiteX37053" fmla="*/ 1105015 w 2119654"/>
              <a:gd name="connsiteY37053" fmla="*/ 2222441 h 2398711"/>
              <a:gd name="connsiteX37054" fmla="*/ 1106320 w 2119654"/>
              <a:gd name="connsiteY37054" fmla="*/ 2221881 h 2398711"/>
              <a:gd name="connsiteX37055" fmla="*/ 1105883 w 2119654"/>
              <a:gd name="connsiteY37055" fmla="*/ 2221523 h 2398711"/>
              <a:gd name="connsiteX37056" fmla="*/ 1105142 w 2119654"/>
              <a:gd name="connsiteY37056" fmla="*/ 2222316 h 2398711"/>
              <a:gd name="connsiteX37057" fmla="*/ 1118770 w 2119654"/>
              <a:gd name="connsiteY37057" fmla="*/ 2191633 h 2398711"/>
              <a:gd name="connsiteX37058" fmla="*/ 1124566 w 2119654"/>
              <a:gd name="connsiteY37058" fmla="*/ 2189308 h 2398711"/>
              <a:gd name="connsiteX37059" fmla="*/ 1124538 w 2119654"/>
              <a:gd name="connsiteY37059" fmla="*/ 2189275 h 2398711"/>
              <a:gd name="connsiteX37060" fmla="*/ 1122947 w 2119654"/>
              <a:gd name="connsiteY37060" fmla="*/ 2188840 h 2398711"/>
              <a:gd name="connsiteX37061" fmla="*/ 1120674 w 2119654"/>
              <a:gd name="connsiteY37061" fmla="*/ 2189281 h 2398711"/>
              <a:gd name="connsiteX37062" fmla="*/ 1084575 w 2119654"/>
              <a:gd name="connsiteY37062" fmla="*/ 2267397 h 2398711"/>
              <a:gd name="connsiteX37063" fmla="*/ 1087447 w 2119654"/>
              <a:gd name="connsiteY37063" fmla="*/ 2269963 h 2398711"/>
              <a:gd name="connsiteX37064" fmla="*/ 1092975 w 2119654"/>
              <a:gd name="connsiteY37064" fmla="*/ 2272111 h 2398711"/>
              <a:gd name="connsiteX37065" fmla="*/ 1092700 w 2119654"/>
              <a:gd name="connsiteY37065" fmla="*/ 2272195 h 2398711"/>
              <a:gd name="connsiteX37066" fmla="*/ 1087824 w 2119654"/>
              <a:gd name="connsiteY37066" fmla="*/ 2270299 h 2398711"/>
              <a:gd name="connsiteX37067" fmla="*/ 1093463 w 2119654"/>
              <a:gd name="connsiteY37067" fmla="*/ 2275340 h 2398711"/>
              <a:gd name="connsiteX37068" fmla="*/ 1098654 w 2119654"/>
              <a:gd name="connsiteY37068" fmla="*/ 2273377 h 2398711"/>
              <a:gd name="connsiteX37069" fmla="*/ 1104819 w 2119654"/>
              <a:gd name="connsiteY37069" fmla="*/ 2264867 h 2398711"/>
              <a:gd name="connsiteX37070" fmla="*/ 1111983 w 2119654"/>
              <a:gd name="connsiteY37070" fmla="*/ 2254687 h 2398711"/>
              <a:gd name="connsiteX37071" fmla="*/ 1111816 w 2119654"/>
              <a:gd name="connsiteY37071" fmla="*/ 2254495 h 2398711"/>
              <a:gd name="connsiteX37072" fmla="*/ 1093895 w 2119654"/>
              <a:gd name="connsiteY37072" fmla="*/ 2263522 h 2398711"/>
              <a:gd name="connsiteX37073" fmla="*/ 1690161 w 2119654"/>
              <a:gd name="connsiteY37073" fmla="*/ 911130 h 2398711"/>
              <a:gd name="connsiteX37074" fmla="*/ 1689607 w 2119654"/>
              <a:gd name="connsiteY37074" fmla="*/ 913443 h 2398711"/>
              <a:gd name="connsiteX37075" fmla="*/ 1690333 w 2119654"/>
              <a:gd name="connsiteY37075" fmla="*/ 915987 h 2398711"/>
              <a:gd name="connsiteX37076" fmla="*/ 1085720 w 2119654"/>
              <a:gd name="connsiteY37076" fmla="*/ 2264579 h 2398711"/>
              <a:gd name="connsiteX37077" fmla="*/ 1086450 w 2119654"/>
              <a:gd name="connsiteY37077" fmla="*/ 2264266 h 2398711"/>
              <a:gd name="connsiteX37078" fmla="*/ 1086672 w 2119654"/>
              <a:gd name="connsiteY37078" fmla="*/ 2264001 h 2398711"/>
              <a:gd name="connsiteX37079" fmla="*/ 1104084 w 2119654"/>
              <a:gd name="connsiteY37079" fmla="*/ 2223360 h 2398711"/>
              <a:gd name="connsiteX37080" fmla="*/ 1106913 w 2119654"/>
              <a:gd name="connsiteY37080" fmla="*/ 2222369 h 2398711"/>
              <a:gd name="connsiteX37081" fmla="*/ 1106612 w 2119654"/>
              <a:gd name="connsiteY37081" fmla="*/ 2222121 h 2398711"/>
              <a:gd name="connsiteX37082" fmla="*/ 1104324 w 2119654"/>
              <a:gd name="connsiteY37082" fmla="*/ 2223123 h 2398711"/>
              <a:gd name="connsiteX37083" fmla="*/ 1097884 w 2119654"/>
              <a:gd name="connsiteY37083" fmla="*/ 2236465 h 2398711"/>
              <a:gd name="connsiteX37084" fmla="*/ 1102768 w 2119654"/>
              <a:gd name="connsiteY37084" fmla="*/ 2242713 h 2398711"/>
              <a:gd name="connsiteX37085" fmla="*/ 1104551 w 2119654"/>
              <a:gd name="connsiteY37085" fmla="*/ 2242342 h 2398711"/>
              <a:gd name="connsiteX37086" fmla="*/ 1107696 w 2119654"/>
              <a:gd name="connsiteY37086" fmla="*/ 2238490 h 2398711"/>
              <a:gd name="connsiteX37087" fmla="*/ 1104719 w 2119654"/>
              <a:gd name="connsiteY37087" fmla="*/ 2239346 h 2398711"/>
              <a:gd name="connsiteX37088" fmla="*/ 1104496 w 2119654"/>
              <a:gd name="connsiteY37088" fmla="*/ 2239255 h 2398711"/>
              <a:gd name="connsiteX37089" fmla="*/ 1107861 w 2119654"/>
              <a:gd name="connsiteY37089" fmla="*/ 2238288 h 2398711"/>
              <a:gd name="connsiteX37090" fmla="*/ 1109817 w 2119654"/>
              <a:gd name="connsiteY37090" fmla="*/ 2235891 h 2398711"/>
              <a:gd name="connsiteX37091" fmla="*/ 1106498 w 2119654"/>
              <a:gd name="connsiteY37091" fmla="*/ 2233501 h 2398711"/>
              <a:gd name="connsiteX37092" fmla="*/ 1101462 w 2119654"/>
              <a:gd name="connsiteY37092" fmla="*/ 2233795 h 2398711"/>
              <a:gd name="connsiteX37093" fmla="*/ 1101403 w 2119654"/>
              <a:gd name="connsiteY37093" fmla="*/ 2233843 h 2398711"/>
              <a:gd name="connsiteX37094" fmla="*/ 1683407 w 2119654"/>
              <a:gd name="connsiteY37094" fmla="*/ 924604 h 2398711"/>
              <a:gd name="connsiteX37095" fmla="*/ 1681787 w 2119654"/>
              <a:gd name="connsiteY37095" fmla="*/ 933700 h 2398711"/>
              <a:gd name="connsiteX37096" fmla="*/ 1683849 w 2119654"/>
              <a:gd name="connsiteY37096" fmla="*/ 930017 h 2398711"/>
              <a:gd name="connsiteX37097" fmla="*/ 1683962 w 2119654"/>
              <a:gd name="connsiteY37097" fmla="*/ 929546 h 2398711"/>
              <a:gd name="connsiteX37098" fmla="*/ 1711622 w 2119654"/>
              <a:gd name="connsiteY37098" fmla="*/ 860943 h 2398711"/>
              <a:gd name="connsiteX37099" fmla="*/ 1710058 w 2119654"/>
              <a:gd name="connsiteY37099" fmla="*/ 869347 h 2398711"/>
              <a:gd name="connsiteX37100" fmla="*/ 1710430 w 2119654"/>
              <a:gd name="connsiteY37100" fmla="*/ 870957 h 2398711"/>
              <a:gd name="connsiteX37101" fmla="*/ 1712018 w 2119654"/>
              <a:gd name="connsiteY37101" fmla="*/ 866943 h 2398711"/>
              <a:gd name="connsiteX37102" fmla="*/ 1114357 w 2119654"/>
              <a:gd name="connsiteY37102" fmla="*/ 2198216 h 2398711"/>
              <a:gd name="connsiteX37103" fmla="*/ 1114739 w 2119654"/>
              <a:gd name="connsiteY37103" fmla="*/ 2198763 h 2398711"/>
              <a:gd name="connsiteX37104" fmla="*/ 1117267 w 2119654"/>
              <a:gd name="connsiteY37104" fmla="*/ 2197566 h 2398711"/>
              <a:gd name="connsiteX37105" fmla="*/ 1104515 w 2119654"/>
              <a:gd name="connsiteY37105" fmla="*/ 2220060 h 2398711"/>
              <a:gd name="connsiteX37106" fmla="*/ 1105381 w 2119654"/>
              <a:gd name="connsiteY37106" fmla="*/ 2220794 h 2398711"/>
              <a:gd name="connsiteX37107" fmla="*/ 1106094 w 2119654"/>
              <a:gd name="connsiteY37107" fmla="*/ 2220031 h 2398711"/>
              <a:gd name="connsiteX37108" fmla="*/ 1665098 w 2119654"/>
              <a:gd name="connsiteY37108" fmla="*/ 964654 h 2398711"/>
              <a:gd name="connsiteX37109" fmla="*/ 1665401 w 2119654"/>
              <a:gd name="connsiteY37109" fmla="*/ 966239 h 2398711"/>
              <a:gd name="connsiteX37110" fmla="*/ 1666928 w 2119654"/>
              <a:gd name="connsiteY37110" fmla="*/ 962117 h 2398711"/>
              <a:gd name="connsiteX37111" fmla="*/ 1666873 w 2119654"/>
              <a:gd name="connsiteY37111" fmla="*/ 961484 h 2398711"/>
              <a:gd name="connsiteX37112" fmla="*/ 1082773 w 2119654"/>
              <a:gd name="connsiteY37112" fmla="*/ 2268146 h 2398711"/>
              <a:gd name="connsiteX37113" fmla="*/ 1085375 w 2119654"/>
              <a:gd name="connsiteY37113" fmla="*/ 2269157 h 2398711"/>
              <a:gd name="connsiteX37114" fmla="*/ 1083772 w 2119654"/>
              <a:gd name="connsiteY37114" fmla="*/ 2267730 h 2398711"/>
              <a:gd name="connsiteX37115" fmla="*/ 1097264 w 2119654"/>
              <a:gd name="connsiteY37115" fmla="*/ 2235505 h 2398711"/>
              <a:gd name="connsiteX37116" fmla="*/ 1098502 w 2119654"/>
              <a:gd name="connsiteY37116" fmla="*/ 2234503 h 2398711"/>
              <a:gd name="connsiteX37117" fmla="*/ 1098263 w 2119654"/>
              <a:gd name="connsiteY37117" fmla="*/ 2234587 h 2398711"/>
              <a:gd name="connsiteX37118" fmla="*/ 1120183 w 2119654"/>
              <a:gd name="connsiteY37118" fmla="*/ 2183280 h 2398711"/>
              <a:gd name="connsiteX37119" fmla="*/ 1120651 w 2119654"/>
              <a:gd name="connsiteY37119" fmla="*/ 2183820 h 2398711"/>
              <a:gd name="connsiteX37120" fmla="*/ 1121756 w 2119654"/>
              <a:gd name="connsiteY37120" fmla="*/ 2183937 h 2398711"/>
              <a:gd name="connsiteX37121" fmla="*/ 1121797 w 2119654"/>
              <a:gd name="connsiteY37121" fmla="*/ 2183910 h 2398711"/>
              <a:gd name="connsiteX37122" fmla="*/ 1688594 w 2119654"/>
              <a:gd name="connsiteY37122" fmla="*/ 909899 h 2398711"/>
              <a:gd name="connsiteX37123" fmla="*/ 1688633 w 2119654"/>
              <a:gd name="connsiteY37123" fmla="*/ 910033 h 2398711"/>
              <a:gd name="connsiteX37124" fmla="*/ 1688711 w 2119654"/>
              <a:gd name="connsiteY37124" fmla="*/ 909708 h 2398711"/>
              <a:gd name="connsiteX37125" fmla="*/ 1683091 w 2119654"/>
              <a:gd name="connsiteY37125" fmla="*/ 921792 h 2398711"/>
              <a:gd name="connsiteX37126" fmla="*/ 1680480 w 2119654"/>
              <a:gd name="connsiteY37126" fmla="*/ 932702 h 2398711"/>
              <a:gd name="connsiteX37127" fmla="*/ 1680791 w 2119654"/>
              <a:gd name="connsiteY37127" fmla="*/ 935478 h 2398711"/>
              <a:gd name="connsiteX37128" fmla="*/ 1681598 w 2119654"/>
              <a:gd name="connsiteY37128" fmla="*/ 934038 h 2398711"/>
              <a:gd name="connsiteX37129" fmla="*/ 1683357 w 2119654"/>
              <a:gd name="connsiteY37129" fmla="*/ 924160 h 2398711"/>
              <a:gd name="connsiteX37130" fmla="*/ 1083897 w 2119654"/>
              <a:gd name="connsiteY37130" fmla="*/ 2263363 h 2398711"/>
              <a:gd name="connsiteX37131" fmla="*/ 1088864 w 2119654"/>
              <a:gd name="connsiteY37131" fmla="*/ 2261388 h 2398711"/>
              <a:gd name="connsiteX37132" fmla="*/ 1091818 w 2119654"/>
              <a:gd name="connsiteY37132" fmla="*/ 2257867 h 2398711"/>
              <a:gd name="connsiteX37133" fmla="*/ 1669621 w 2119654"/>
              <a:gd name="connsiteY37133" fmla="*/ 951813 h 2398711"/>
              <a:gd name="connsiteX37134" fmla="*/ 1669306 w 2119654"/>
              <a:gd name="connsiteY37134" fmla="*/ 955334 h 2398711"/>
              <a:gd name="connsiteX37135" fmla="*/ 1669648 w 2119654"/>
              <a:gd name="connsiteY37135" fmla="*/ 954777 h 2398711"/>
              <a:gd name="connsiteX37136" fmla="*/ 1670036 w 2119654"/>
              <a:gd name="connsiteY37136" fmla="*/ 953730 h 2398711"/>
              <a:gd name="connsiteX37137" fmla="*/ 1111916 w 2119654"/>
              <a:gd name="connsiteY37137" fmla="*/ 2200101 h 2398711"/>
              <a:gd name="connsiteX37138" fmla="*/ 1114434 w 2119654"/>
              <a:gd name="connsiteY37138" fmla="*/ 2198908 h 2398711"/>
              <a:gd name="connsiteX37139" fmla="*/ 1114005 w 2119654"/>
              <a:gd name="connsiteY37139" fmla="*/ 2198295 h 2398711"/>
              <a:gd name="connsiteX37140" fmla="*/ 1113239 w 2119654"/>
              <a:gd name="connsiteY37140" fmla="*/ 2198466 h 2398711"/>
              <a:gd name="connsiteX37141" fmla="*/ 1686321 w 2119654"/>
              <a:gd name="connsiteY37141" fmla="*/ 913643 h 2398711"/>
              <a:gd name="connsiteX37142" fmla="*/ 1686631 w 2119654"/>
              <a:gd name="connsiteY37142" fmla="*/ 918394 h 2398711"/>
              <a:gd name="connsiteX37143" fmla="*/ 1687239 w 2119654"/>
              <a:gd name="connsiteY37143" fmla="*/ 915859 h 2398711"/>
              <a:gd name="connsiteX37144" fmla="*/ 1687293 w 2119654"/>
              <a:gd name="connsiteY37144" fmla="*/ 913887 h 2398711"/>
              <a:gd name="connsiteX37145" fmla="*/ 1686995 w 2119654"/>
              <a:gd name="connsiteY37145" fmla="*/ 912533 h 2398711"/>
              <a:gd name="connsiteX37146" fmla="*/ 1708020 w 2119654"/>
              <a:gd name="connsiteY37146" fmla="*/ 865042 h 2398711"/>
              <a:gd name="connsiteX37147" fmla="*/ 1708184 w 2119654"/>
              <a:gd name="connsiteY37147" fmla="*/ 867001 h 2398711"/>
              <a:gd name="connsiteX37148" fmla="*/ 1708285 w 2119654"/>
              <a:gd name="connsiteY37148" fmla="*/ 876262 h 2398711"/>
              <a:gd name="connsiteX37149" fmla="*/ 1709287 w 2119654"/>
              <a:gd name="connsiteY37149" fmla="*/ 871717 h 2398711"/>
              <a:gd name="connsiteX37150" fmla="*/ 1093862 w 2119654"/>
              <a:gd name="connsiteY37150" fmla="*/ 2239463 h 2398711"/>
              <a:gd name="connsiteX37151" fmla="*/ 1099165 w 2119654"/>
              <a:gd name="connsiteY37151" fmla="*/ 2243464 h 2398711"/>
              <a:gd name="connsiteX37152" fmla="*/ 1101764 w 2119654"/>
              <a:gd name="connsiteY37152" fmla="*/ 2242922 h 2398711"/>
              <a:gd name="connsiteX37153" fmla="*/ 1101324 w 2119654"/>
              <a:gd name="connsiteY37153" fmla="*/ 2242417 h 2398711"/>
              <a:gd name="connsiteX37154" fmla="*/ 1097057 w 2119654"/>
              <a:gd name="connsiteY37154" fmla="*/ 2237082 h 2398711"/>
              <a:gd name="connsiteX37155" fmla="*/ 1684209 w 2119654"/>
              <a:gd name="connsiteY37155" fmla="*/ 917123 h 2398711"/>
              <a:gd name="connsiteX37156" fmla="*/ 1683682 w 2119654"/>
              <a:gd name="connsiteY37156" fmla="*/ 919323 h 2398711"/>
              <a:gd name="connsiteX37157" fmla="*/ 1683889 w 2119654"/>
              <a:gd name="connsiteY37157" fmla="*/ 921170 h 2398711"/>
              <a:gd name="connsiteX37158" fmla="*/ 1684033 w 2119654"/>
              <a:gd name="connsiteY37158" fmla="*/ 920365 h 2398711"/>
              <a:gd name="connsiteX37159" fmla="*/ 1684130 w 2119654"/>
              <a:gd name="connsiteY37159" fmla="*/ 920547 h 2398711"/>
              <a:gd name="connsiteX37160" fmla="*/ 1683940 w 2119654"/>
              <a:gd name="connsiteY37160" fmla="*/ 921615 h 2398711"/>
              <a:gd name="connsiteX37161" fmla="*/ 1684553 w 2119654"/>
              <a:gd name="connsiteY37161" fmla="*/ 927077 h 2398711"/>
              <a:gd name="connsiteX37162" fmla="*/ 1686444 w 2119654"/>
              <a:gd name="connsiteY37162" fmla="*/ 919177 h 2398711"/>
              <a:gd name="connsiteX37163" fmla="*/ 1686106 w 2119654"/>
              <a:gd name="connsiteY37163" fmla="*/ 913997 h 2398711"/>
              <a:gd name="connsiteX37164" fmla="*/ 1061957 w 2119654"/>
              <a:gd name="connsiteY37164" fmla="*/ 2310231 h 2398711"/>
              <a:gd name="connsiteX37165" fmla="*/ 1078688 w 2119654"/>
              <a:gd name="connsiteY37165" fmla="*/ 2304478 h 2398711"/>
              <a:gd name="connsiteX37166" fmla="*/ 1084165 w 2119654"/>
              <a:gd name="connsiteY37166" fmla="*/ 2299211 h 2398711"/>
              <a:gd name="connsiteX37167" fmla="*/ 1090116 w 2119654"/>
              <a:gd name="connsiteY37167" fmla="*/ 2293327 h 2398711"/>
              <a:gd name="connsiteX37168" fmla="*/ 1087955 w 2119654"/>
              <a:gd name="connsiteY37168" fmla="*/ 2288355 h 2398711"/>
              <a:gd name="connsiteX37169" fmla="*/ 1070750 w 2119654"/>
              <a:gd name="connsiteY37169" fmla="*/ 2303231 h 2398711"/>
              <a:gd name="connsiteX37170" fmla="*/ 1080035 w 2119654"/>
              <a:gd name="connsiteY37170" fmla="*/ 2269285 h 2398711"/>
              <a:gd name="connsiteX37171" fmla="*/ 1084056 w 2119654"/>
              <a:gd name="connsiteY37171" fmla="*/ 2278897 h 2398711"/>
              <a:gd name="connsiteX37172" fmla="*/ 1092660 w 2119654"/>
              <a:gd name="connsiteY37172" fmla="*/ 2275643 h 2398711"/>
              <a:gd name="connsiteX37173" fmla="*/ 1085754 w 2119654"/>
              <a:gd name="connsiteY37173" fmla="*/ 2269496 h 2398711"/>
              <a:gd name="connsiteX37174" fmla="*/ 1082536 w 2119654"/>
              <a:gd name="connsiteY37174" fmla="*/ 2268244 h 2398711"/>
              <a:gd name="connsiteX37175" fmla="*/ 1081739 w 2119654"/>
              <a:gd name="connsiteY37175" fmla="*/ 2264860 h 2398711"/>
              <a:gd name="connsiteX37176" fmla="*/ 1082741 w 2119654"/>
              <a:gd name="connsiteY37176" fmla="*/ 2265757 h 2398711"/>
              <a:gd name="connsiteX37177" fmla="*/ 1087747 w 2119654"/>
              <a:gd name="connsiteY37177" fmla="*/ 2262719 h 2398711"/>
              <a:gd name="connsiteX37178" fmla="*/ 1088191 w 2119654"/>
              <a:gd name="connsiteY37178" fmla="*/ 2262190 h 2398711"/>
              <a:gd name="connsiteX37179" fmla="*/ 1082092 w 2119654"/>
              <a:gd name="connsiteY37179" fmla="*/ 2264614 h 2398711"/>
              <a:gd name="connsiteX37180" fmla="*/ 1114793 w 2119654"/>
              <a:gd name="connsiteY37180" fmla="*/ 2190760 h 2398711"/>
              <a:gd name="connsiteX37181" fmla="*/ 1116530 w 2119654"/>
              <a:gd name="connsiteY37181" fmla="*/ 2191579 h 2398711"/>
              <a:gd name="connsiteX37182" fmla="*/ 1117966 w 2119654"/>
              <a:gd name="connsiteY37182" fmla="*/ 2189805 h 2398711"/>
              <a:gd name="connsiteX37183" fmla="*/ 1115758 w 2119654"/>
              <a:gd name="connsiteY37183" fmla="*/ 2190233 h 2398711"/>
              <a:gd name="connsiteX37184" fmla="*/ 1117657 w 2119654"/>
              <a:gd name="connsiteY37184" fmla="*/ 2182726 h 2398711"/>
              <a:gd name="connsiteX37185" fmla="*/ 1118639 w 2119654"/>
              <a:gd name="connsiteY37185" fmla="*/ 2183608 h 2398711"/>
              <a:gd name="connsiteX37186" fmla="*/ 1119714 w 2119654"/>
              <a:gd name="connsiteY37186" fmla="*/ 2183721 h 2398711"/>
              <a:gd name="connsiteX37187" fmla="*/ 1118892 w 2119654"/>
              <a:gd name="connsiteY37187" fmla="*/ 2182774 h 2398711"/>
              <a:gd name="connsiteX37188" fmla="*/ 1118061 w 2119654"/>
              <a:gd name="connsiteY37188" fmla="*/ 2182450 h 2398711"/>
              <a:gd name="connsiteX37189" fmla="*/ 1107374 w 2119654"/>
              <a:gd name="connsiteY37189" fmla="*/ 2205713 h 2398711"/>
              <a:gd name="connsiteX37190" fmla="*/ 1110679 w 2119654"/>
              <a:gd name="connsiteY37190" fmla="*/ 2207953 h 2398711"/>
              <a:gd name="connsiteX37191" fmla="*/ 1112099 w 2119654"/>
              <a:gd name="connsiteY37191" fmla="*/ 2207861 h 2398711"/>
              <a:gd name="connsiteX37192" fmla="*/ 1113575 w 2119654"/>
              <a:gd name="connsiteY37192" fmla="*/ 2206971 h 2398711"/>
              <a:gd name="connsiteX37193" fmla="*/ 1109272 w 2119654"/>
              <a:gd name="connsiteY37193" fmla="*/ 2204636 h 2398711"/>
              <a:gd name="connsiteX37194" fmla="*/ 1107933 w 2119654"/>
              <a:gd name="connsiteY37194" fmla="*/ 2205022 h 2398711"/>
              <a:gd name="connsiteX37195" fmla="*/ 1685860 w 2119654"/>
              <a:gd name="connsiteY37195" fmla="*/ 910225 h 2398711"/>
              <a:gd name="connsiteX37196" fmla="*/ 1684423 w 2119654"/>
              <a:gd name="connsiteY37196" fmla="*/ 916230 h 2398711"/>
              <a:gd name="connsiteX37197" fmla="*/ 1686074 w 2119654"/>
              <a:gd name="connsiteY37197" fmla="*/ 913510 h 2398711"/>
              <a:gd name="connsiteX37198" fmla="*/ 1686118 w 2119654"/>
              <a:gd name="connsiteY37198" fmla="*/ 909148 h 2398711"/>
              <a:gd name="connsiteX37199" fmla="*/ 1686048 w 2119654"/>
              <a:gd name="connsiteY37199" fmla="*/ 909443 h 2398711"/>
              <a:gd name="connsiteX37200" fmla="*/ 1686290 w 2119654"/>
              <a:gd name="connsiteY37200" fmla="*/ 913155 h 2398711"/>
              <a:gd name="connsiteX37201" fmla="*/ 1686907 w 2119654"/>
              <a:gd name="connsiteY37201" fmla="*/ 912137 h 2398711"/>
              <a:gd name="connsiteX37202" fmla="*/ 1686690 w 2119654"/>
              <a:gd name="connsiteY37202" fmla="*/ 911152 h 2398711"/>
              <a:gd name="connsiteX37203" fmla="*/ 1677528 w 2119654"/>
              <a:gd name="connsiteY37203" fmla="*/ 928126 h 2398711"/>
              <a:gd name="connsiteX37204" fmla="*/ 1678014 w 2119654"/>
              <a:gd name="connsiteY37204" fmla="*/ 929813 h 2398711"/>
              <a:gd name="connsiteX37205" fmla="*/ 1678725 w 2119654"/>
              <a:gd name="connsiteY37205" fmla="*/ 927442 h 2398711"/>
              <a:gd name="connsiteX37206" fmla="*/ 1678603 w 2119654"/>
              <a:gd name="connsiteY37206" fmla="*/ 926357 h 2398711"/>
              <a:gd name="connsiteX37207" fmla="*/ 1116670 w 2119654"/>
              <a:gd name="connsiteY37207" fmla="*/ 2183399 h 2398711"/>
              <a:gd name="connsiteX37208" fmla="*/ 1117661 w 2119654"/>
              <a:gd name="connsiteY37208" fmla="*/ 2183504 h 2398711"/>
              <a:gd name="connsiteX37209" fmla="*/ 1117125 w 2119654"/>
              <a:gd name="connsiteY37209" fmla="*/ 2183089 h 2398711"/>
              <a:gd name="connsiteX37210" fmla="*/ 1122093 w 2119654"/>
              <a:gd name="connsiteY37210" fmla="*/ 2171036 h 2398711"/>
              <a:gd name="connsiteX37211" fmla="*/ 1122261 w 2119654"/>
              <a:gd name="connsiteY37211" fmla="*/ 2171016 h 2398711"/>
              <a:gd name="connsiteX37212" fmla="*/ 1126787 w 2119654"/>
              <a:gd name="connsiteY37212" fmla="*/ 2169758 h 2398711"/>
              <a:gd name="connsiteX37213" fmla="*/ 1128794 w 2119654"/>
              <a:gd name="connsiteY37213" fmla="*/ 2167899 h 2398711"/>
              <a:gd name="connsiteX37214" fmla="*/ 1128697 w 2119654"/>
              <a:gd name="connsiteY37214" fmla="*/ 2167503 h 2398711"/>
              <a:gd name="connsiteX37215" fmla="*/ 1126767 w 2119654"/>
              <a:gd name="connsiteY37215" fmla="*/ 2167187 h 2398711"/>
              <a:gd name="connsiteX37216" fmla="*/ 1124362 w 2119654"/>
              <a:gd name="connsiteY37216" fmla="*/ 2167432 h 2398711"/>
              <a:gd name="connsiteX37217" fmla="*/ 1675909 w 2119654"/>
              <a:gd name="connsiteY37217" fmla="*/ 930794 h 2398711"/>
              <a:gd name="connsiteX37218" fmla="*/ 1676251 w 2119654"/>
              <a:gd name="connsiteY37218" fmla="*/ 935688 h 2398711"/>
              <a:gd name="connsiteX37219" fmla="*/ 1677083 w 2119654"/>
              <a:gd name="connsiteY37219" fmla="*/ 932913 h 2398711"/>
              <a:gd name="connsiteX37220" fmla="*/ 1676843 w 2119654"/>
              <a:gd name="connsiteY37220" fmla="*/ 931040 h 2398711"/>
              <a:gd name="connsiteX37221" fmla="*/ 1676494 w 2119654"/>
              <a:gd name="connsiteY37221" fmla="*/ 929829 h 2398711"/>
              <a:gd name="connsiteX37222" fmla="*/ 1105278 w 2119654"/>
              <a:gd name="connsiteY37222" fmla="*/ 2208303 h 2398711"/>
              <a:gd name="connsiteX37223" fmla="*/ 1110005 w 2119654"/>
              <a:gd name="connsiteY37223" fmla="*/ 2207997 h 2398711"/>
              <a:gd name="connsiteX37224" fmla="*/ 1107112 w 2119654"/>
              <a:gd name="connsiteY37224" fmla="*/ 2206036 h 2398711"/>
              <a:gd name="connsiteX37225" fmla="*/ 1079029 w 2119654"/>
              <a:gd name="connsiteY37225" fmla="*/ 2266881 h 2398711"/>
              <a:gd name="connsiteX37226" fmla="*/ 1079230 w 2119654"/>
              <a:gd name="connsiteY37226" fmla="*/ 2267362 h 2398711"/>
              <a:gd name="connsiteX37227" fmla="*/ 1079723 w 2119654"/>
              <a:gd name="connsiteY37227" fmla="*/ 2267151 h 2398711"/>
              <a:gd name="connsiteX37228" fmla="*/ 1079074 w 2119654"/>
              <a:gd name="connsiteY37228" fmla="*/ 2266708 h 2398711"/>
              <a:gd name="connsiteX37229" fmla="*/ 1079955 w 2119654"/>
              <a:gd name="connsiteY37229" fmla="*/ 2267051 h 2398711"/>
              <a:gd name="connsiteX37230" fmla="*/ 1082017 w 2119654"/>
              <a:gd name="connsiteY37230" fmla="*/ 2266167 h 2398711"/>
              <a:gd name="connsiteX37231" fmla="*/ 1081069 w 2119654"/>
              <a:gd name="connsiteY37231" fmla="*/ 2265324 h 2398711"/>
              <a:gd name="connsiteX37232" fmla="*/ 1109102 w 2119654"/>
              <a:gd name="connsiteY37232" fmla="*/ 2199390 h 2398711"/>
              <a:gd name="connsiteX37233" fmla="*/ 1109764 w 2119654"/>
              <a:gd name="connsiteY37233" fmla="*/ 2199938 h 2398711"/>
              <a:gd name="connsiteX37234" fmla="*/ 1110451 w 2119654"/>
              <a:gd name="connsiteY37234" fmla="*/ 2199089 h 2398711"/>
              <a:gd name="connsiteX37235" fmla="*/ 1116802 w 2119654"/>
              <a:gd name="connsiteY37235" fmla="*/ 2181958 h 2398711"/>
              <a:gd name="connsiteX37236" fmla="*/ 1117433 w 2119654"/>
              <a:gd name="connsiteY37236" fmla="*/ 2182524 h 2398711"/>
              <a:gd name="connsiteX37237" fmla="*/ 1117725 w 2119654"/>
              <a:gd name="connsiteY37237" fmla="*/ 2182318 h 2398711"/>
              <a:gd name="connsiteX37238" fmla="*/ 1687232 w 2119654"/>
              <a:gd name="connsiteY37238" fmla="*/ 904494 h 2398711"/>
              <a:gd name="connsiteX37239" fmla="*/ 1687149 w 2119654"/>
              <a:gd name="connsiteY37239" fmla="*/ 904840 h 2398711"/>
              <a:gd name="connsiteX37240" fmla="*/ 1687258 w 2119654"/>
              <a:gd name="connsiteY37240" fmla="*/ 905217 h 2398711"/>
              <a:gd name="connsiteX37241" fmla="*/ 1672785 w 2119654"/>
              <a:gd name="connsiteY37241" fmla="*/ 935938 h 2398711"/>
              <a:gd name="connsiteX37242" fmla="*/ 1674444 w 2119654"/>
              <a:gd name="connsiteY37242" fmla="*/ 941707 h 2398711"/>
              <a:gd name="connsiteX37243" fmla="*/ 1674826 w 2119654"/>
              <a:gd name="connsiteY37243" fmla="*/ 940437 h 2398711"/>
              <a:gd name="connsiteX37244" fmla="*/ 1674332 w 2119654"/>
              <a:gd name="connsiteY37244" fmla="*/ 933390 h 2398711"/>
              <a:gd name="connsiteX37245" fmla="*/ 1665981 w 2119654"/>
              <a:gd name="connsiteY37245" fmla="*/ 951161 h 2398711"/>
              <a:gd name="connsiteX37246" fmla="*/ 1663812 w 2119654"/>
              <a:gd name="connsiteY37246" fmla="*/ 958860 h 2398711"/>
              <a:gd name="connsiteX37247" fmla="*/ 1663908 w 2119654"/>
              <a:gd name="connsiteY37247" fmla="*/ 959729 h 2398711"/>
              <a:gd name="connsiteX37248" fmla="*/ 1664705 w 2119654"/>
              <a:gd name="connsiteY37248" fmla="*/ 962591 h 2398711"/>
              <a:gd name="connsiteX37249" fmla="*/ 1664739 w 2119654"/>
              <a:gd name="connsiteY37249" fmla="*/ 962769 h 2398711"/>
              <a:gd name="connsiteX37250" fmla="*/ 1666707 w 2119654"/>
              <a:gd name="connsiteY37250" fmla="*/ 959564 h 2398711"/>
              <a:gd name="connsiteX37251" fmla="*/ 1670609 w 2119654"/>
              <a:gd name="connsiteY37251" fmla="*/ 940759 h 2398711"/>
              <a:gd name="connsiteX37252" fmla="*/ 1669834 w 2119654"/>
              <a:gd name="connsiteY37252" fmla="*/ 949427 h 2398711"/>
              <a:gd name="connsiteX37253" fmla="*/ 1670497 w 2119654"/>
              <a:gd name="connsiteY37253" fmla="*/ 952487 h 2398711"/>
              <a:gd name="connsiteX37254" fmla="*/ 1671535 w 2119654"/>
              <a:gd name="connsiteY37254" fmla="*/ 949684 h 2398711"/>
              <a:gd name="connsiteX37255" fmla="*/ 1671049 w 2119654"/>
              <a:gd name="connsiteY37255" fmla="*/ 944175 h 2398711"/>
              <a:gd name="connsiteX37256" fmla="*/ 1078652 w 2119654"/>
              <a:gd name="connsiteY37256" fmla="*/ 2265982 h 2398711"/>
              <a:gd name="connsiteX37257" fmla="*/ 1078817 w 2119654"/>
              <a:gd name="connsiteY37257" fmla="*/ 2266375 h 2398711"/>
              <a:gd name="connsiteX37258" fmla="*/ 1080364 w 2119654"/>
              <a:gd name="connsiteY37258" fmla="*/ 2265301 h 2398711"/>
              <a:gd name="connsiteX37259" fmla="*/ 1711245 w 2119654"/>
              <a:gd name="connsiteY37259" fmla="*/ 849223 h 2398711"/>
              <a:gd name="connsiteX37260" fmla="*/ 1711883 w 2119654"/>
              <a:gd name="connsiteY37260" fmla="*/ 858912 h 2398711"/>
              <a:gd name="connsiteX37261" fmla="*/ 1713001 w 2119654"/>
              <a:gd name="connsiteY37261" fmla="*/ 852906 h 2398711"/>
              <a:gd name="connsiteX37262" fmla="*/ 1713087 w 2119654"/>
              <a:gd name="connsiteY37262" fmla="*/ 853071 h 2398711"/>
              <a:gd name="connsiteX37263" fmla="*/ 1711914 w 2119654"/>
              <a:gd name="connsiteY37263" fmla="*/ 859375 h 2398711"/>
              <a:gd name="connsiteX37264" fmla="*/ 1712356 w 2119654"/>
              <a:gd name="connsiteY37264" fmla="*/ 866088 h 2398711"/>
              <a:gd name="connsiteX37265" fmla="*/ 1717115 w 2119654"/>
              <a:gd name="connsiteY37265" fmla="*/ 854060 h 2398711"/>
              <a:gd name="connsiteX37266" fmla="*/ 1716197 w 2119654"/>
              <a:gd name="connsiteY37266" fmla="*/ 840124 h 2398711"/>
              <a:gd name="connsiteX37267" fmla="*/ 1671098 w 2119654"/>
              <a:gd name="connsiteY37267" fmla="*/ 938718 h 2398711"/>
              <a:gd name="connsiteX37268" fmla="*/ 1672258 w 2119654"/>
              <a:gd name="connsiteY37268" fmla="*/ 947734 h 2398711"/>
              <a:gd name="connsiteX37269" fmla="*/ 1673315 w 2119654"/>
              <a:gd name="connsiteY37269" fmla="*/ 944884 h 2398711"/>
              <a:gd name="connsiteX37270" fmla="*/ 1671399 w 2119654"/>
              <a:gd name="connsiteY37270" fmla="*/ 938221 h 2398711"/>
              <a:gd name="connsiteX37271" fmla="*/ 1110710 w 2119654"/>
              <a:gd name="connsiteY37271" fmla="*/ 2192990 h 2398711"/>
              <a:gd name="connsiteX37272" fmla="*/ 1111734 w 2119654"/>
              <a:gd name="connsiteY37272" fmla="*/ 2194456 h 2398711"/>
              <a:gd name="connsiteX37273" fmla="*/ 1114788 w 2119654"/>
              <a:gd name="connsiteY37273" fmla="*/ 2193230 h 2398711"/>
              <a:gd name="connsiteX37274" fmla="*/ 1112363 w 2119654"/>
              <a:gd name="connsiteY37274" fmla="*/ 2192087 h 2398711"/>
              <a:gd name="connsiteX37275" fmla="*/ 1695852 w 2119654"/>
              <a:gd name="connsiteY37275" fmla="*/ 882673 h 2398711"/>
              <a:gd name="connsiteX37276" fmla="*/ 1693451 w 2119654"/>
              <a:gd name="connsiteY37276" fmla="*/ 897384 h 2398711"/>
              <a:gd name="connsiteX37277" fmla="*/ 1690626 w 2119654"/>
              <a:gd name="connsiteY37277" fmla="*/ 909190 h 2398711"/>
              <a:gd name="connsiteX37278" fmla="*/ 1690916 w 2119654"/>
              <a:gd name="connsiteY37278" fmla="*/ 917395 h 2398711"/>
              <a:gd name="connsiteX37279" fmla="*/ 1693912 w 2119654"/>
              <a:gd name="connsiteY37279" fmla="*/ 912045 h 2398711"/>
              <a:gd name="connsiteX37280" fmla="*/ 1696388 w 2119654"/>
              <a:gd name="connsiteY37280" fmla="*/ 906451 h 2398711"/>
              <a:gd name="connsiteX37281" fmla="*/ 1698195 w 2119654"/>
              <a:gd name="connsiteY37281" fmla="*/ 901881 h 2398711"/>
              <a:gd name="connsiteX37282" fmla="*/ 1696076 w 2119654"/>
              <a:gd name="connsiteY37282" fmla="*/ 884074 h 2398711"/>
              <a:gd name="connsiteX37283" fmla="*/ 1077937 w 2119654"/>
              <a:gd name="connsiteY37283" fmla="*/ 2266266 h 2398711"/>
              <a:gd name="connsiteX37284" fmla="*/ 1078547 w 2119654"/>
              <a:gd name="connsiteY37284" fmla="*/ 2266503 h 2398711"/>
              <a:gd name="connsiteX37285" fmla="*/ 1078375 w 2119654"/>
              <a:gd name="connsiteY37285" fmla="*/ 2266092 h 2398711"/>
              <a:gd name="connsiteX37286" fmla="*/ 1707826 w 2119654"/>
              <a:gd name="connsiteY37286" fmla="*/ 855505 h 2398711"/>
              <a:gd name="connsiteX37287" fmla="*/ 1707756 w 2119654"/>
              <a:gd name="connsiteY37287" fmla="*/ 859404 h 2398711"/>
              <a:gd name="connsiteX37288" fmla="*/ 1709930 w 2119654"/>
              <a:gd name="connsiteY37288" fmla="*/ 868798 h 2398711"/>
              <a:gd name="connsiteX37289" fmla="*/ 1710657 w 2119654"/>
              <a:gd name="connsiteY37289" fmla="*/ 865501 h 2398711"/>
              <a:gd name="connsiteX37290" fmla="*/ 1711592 w 2119654"/>
              <a:gd name="connsiteY37290" fmla="*/ 860478 h 2398711"/>
              <a:gd name="connsiteX37291" fmla="*/ 1710892 w 2119654"/>
              <a:gd name="connsiteY37291" fmla="*/ 849869 h 2398711"/>
              <a:gd name="connsiteX37292" fmla="*/ 1096532 w 2119654"/>
              <a:gd name="connsiteY37292" fmla="*/ 2224252 h 2398711"/>
              <a:gd name="connsiteX37293" fmla="*/ 1098019 w 2119654"/>
              <a:gd name="connsiteY37293" fmla="*/ 2225442 h 2398711"/>
              <a:gd name="connsiteX37294" fmla="*/ 1103054 w 2119654"/>
              <a:gd name="connsiteY37294" fmla="*/ 2223283 h 2398711"/>
              <a:gd name="connsiteX37295" fmla="*/ 1105214 w 2119654"/>
              <a:gd name="connsiteY37295" fmla="*/ 2220973 h 2398711"/>
              <a:gd name="connsiteX37296" fmla="*/ 1104110 w 2119654"/>
              <a:gd name="connsiteY37296" fmla="*/ 2220067 h 2398711"/>
              <a:gd name="connsiteX37297" fmla="*/ 1103642 w 2119654"/>
              <a:gd name="connsiteY37297" fmla="*/ 2220075 h 2398711"/>
              <a:gd name="connsiteX37298" fmla="*/ 1099584 w 2119654"/>
              <a:gd name="connsiteY37298" fmla="*/ 2222491 h 2398711"/>
              <a:gd name="connsiteX37299" fmla="*/ 1675672 w 2119654"/>
              <a:gd name="connsiteY37299" fmla="*/ 927402 h 2398711"/>
              <a:gd name="connsiteX37300" fmla="*/ 1675875 w 2119654"/>
              <a:gd name="connsiteY37300" fmla="*/ 930309 h 2398711"/>
              <a:gd name="connsiteX37301" fmla="*/ 1676389 w 2119654"/>
              <a:gd name="connsiteY37301" fmla="*/ 929462 h 2398711"/>
              <a:gd name="connsiteX37302" fmla="*/ 1675750 w 2119654"/>
              <a:gd name="connsiteY37302" fmla="*/ 927239 h 2398711"/>
              <a:gd name="connsiteX37303" fmla="*/ 1675725 w 2119654"/>
              <a:gd name="connsiteY37303" fmla="*/ 927307 h 2398711"/>
              <a:gd name="connsiteX37304" fmla="*/ 1113899 w 2119654"/>
              <a:gd name="connsiteY37304" fmla="*/ 2185291 h 2398711"/>
              <a:gd name="connsiteX37305" fmla="*/ 1117942 w 2119654"/>
              <a:gd name="connsiteY37305" fmla="*/ 2186396 h 2398711"/>
              <a:gd name="connsiteX37306" fmla="*/ 1119827 w 2119654"/>
              <a:gd name="connsiteY37306" fmla="*/ 2185180 h 2398711"/>
              <a:gd name="connsiteX37307" fmla="*/ 1119771 w 2119654"/>
              <a:gd name="connsiteY37307" fmla="*/ 2185137 h 2398711"/>
              <a:gd name="connsiteX37308" fmla="*/ 1114882 w 2119654"/>
              <a:gd name="connsiteY37308" fmla="*/ 2184621 h 2398711"/>
              <a:gd name="connsiteX37309" fmla="*/ 1707299 w 2119654"/>
              <a:gd name="connsiteY37309" fmla="*/ 856471 h 2398711"/>
              <a:gd name="connsiteX37310" fmla="*/ 1707427 w 2119654"/>
              <a:gd name="connsiteY37310" fmla="*/ 857979 h 2398711"/>
              <a:gd name="connsiteX37311" fmla="*/ 1707499 w 2119654"/>
              <a:gd name="connsiteY37311" fmla="*/ 858292 h 2398711"/>
              <a:gd name="connsiteX37312" fmla="*/ 1707539 w 2119654"/>
              <a:gd name="connsiteY37312" fmla="*/ 856032 h 2398711"/>
              <a:gd name="connsiteX37313" fmla="*/ 1090656 w 2119654"/>
              <a:gd name="connsiteY37313" fmla="*/ 2236938 h 2398711"/>
              <a:gd name="connsiteX37314" fmla="*/ 1091852 w 2119654"/>
              <a:gd name="connsiteY37314" fmla="*/ 2237917 h 2398711"/>
              <a:gd name="connsiteX37315" fmla="*/ 1093758 w 2119654"/>
              <a:gd name="connsiteY37315" fmla="*/ 2236165 h 2398711"/>
              <a:gd name="connsiteX37316" fmla="*/ 1092637 w 2119654"/>
              <a:gd name="connsiteY37316" fmla="*/ 2236558 h 2398711"/>
              <a:gd name="connsiteX37317" fmla="*/ 1668456 w 2119654"/>
              <a:gd name="connsiteY37317" fmla="*/ 943069 h 2398711"/>
              <a:gd name="connsiteX37318" fmla="*/ 1669381 w 2119654"/>
              <a:gd name="connsiteY37318" fmla="*/ 947339 h 2398711"/>
              <a:gd name="connsiteX37319" fmla="*/ 1670201 w 2119654"/>
              <a:gd name="connsiteY37319" fmla="*/ 941029 h 2398711"/>
              <a:gd name="connsiteX37320" fmla="*/ 1670288 w 2119654"/>
              <a:gd name="connsiteY37320" fmla="*/ 940052 h 2398711"/>
              <a:gd name="connsiteX37321" fmla="*/ 1667959 w 2119654"/>
              <a:gd name="connsiteY37321" fmla="*/ 944140 h 2398711"/>
              <a:gd name="connsiteX37322" fmla="*/ 1667651 w 2119654"/>
              <a:gd name="connsiteY37322" fmla="*/ 945229 h 2398711"/>
              <a:gd name="connsiteX37323" fmla="*/ 1668453 w 2119654"/>
              <a:gd name="connsiteY37323" fmla="*/ 954494 h 2398711"/>
              <a:gd name="connsiteX37324" fmla="*/ 1669108 w 2119654"/>
              <a:gd name="connsiteY37324" fmla="*/ 949446 h 2398711"/>
              <a:gd name="connsiteX37325" fmla="*/ 1076352 w 2119654"/>
              <a:gd name="connsiteY37325" fmla="*/ 2268596 h 2398711"/>
              <a:gd name="connsiteX37326" fmla="*/ 1078956 w 2119654"/>
              <a:gd name="connsiteY37326" fmla="*/ 2267479 h 2398711"/>
              <a:gd name="connsiteX37327" fmla="*/ 1078733 w 2119654"/>
              <a:gd name="connsiteY37327" fmla="*/ 2266945 h 2398711"/>
              <a:gd name="connsiteX37328" fmla="*/ 1678004 w 2119654"/>
              <a:gd name="connsiteY37328" fmla="*/ 921030 h 2398711"/>
              <a:gd name="connsiteX37329" fmla="*/ 1676609 w 2119654"/>
              <a:gd name="connsiteY37329" fmla="*/ 924872 h 2398711"/>
              <a:gd name="connsiteX37330" fmla="*/ 1676624 w 2119654"/>
              <a:gd name="connsiteY37330" fmla="*/ 924978 h 2398711"/>
              <a:gd name="connsiteX37331" fmla="*/ 1677422 w 2119654"/>
              <a:gd name="connsiteY37331" fmla="*/ 927759 h 2398711"/>
              <a:gd name="connsiteX37332" fmla="*/ 1678551 w 2119654"/>
              <a:gd name="connsiteY37332" fmla="*/ 925900 h 2398711"/>
              <a:gd name="connsiteX37333" fmla="*/ 1670970 w 2119654"/>
              <a:gd name="connsiteY37333" fmla="*/ 936726 h 2398711"/>
              <a:gd name="connsiteX37334" fmla="*/ 1670917 w 2119654"/>
              <a:gd name="connsiteY37334" fmla="*/ 937313 h 2398711"/>
              <a:gd name="connsiteX37335" fmla="*/ 1671026 w 2119654"/>
              <a:gd name="connsiteY37335" fmla="*/ 938162 h 2398711"/>
              <a:gd name="connsiteX37336" fmla="*/ 1671270 w 2119654"/>
              <a:gd name="connsiteY37336" fmla="*/ 937774 h 2398711"/>
              <a:gd name="connsiteX37337" fmla="*/ 1696368 w 2119654"/>
              <a:gd name="connsiteY37337" fmla="*/ 879510 h 2398711"/>
              <a:gd name="connsiteX37338" fmla="*/ 1696064 w 2119654"/>
              <a:gd name="connsiteY37338" fmla="*/ 881380 h 2398711"/>
              <a:gd name="connsiteX37339" fmla="*/ 1698027 w 2119654"/>
              <a:gd name="connsiteY37339" fmla="*/ 893676 h 2398711"/>
              <a:gd name="connsiteX37340" fmla="*/ 1689578 w 2119654"/>
              <a:gd name="connsiteY37340" fmla="*/ 894695 h 2398711"/>
              <a:gd name="connsiteX37341" fmla="*/ 1688291 w 2119654"/>
              <a:gd name="connsiteY37341" fmla="*/ 900071 h 2398711"/>
              <a:gd name="connsiteX37342" fmla="*/ 1688072 w 2119654"/>
              <a:gd name="connsiteY37342" fmla="*/ 908027 h 2398711"/>
              <a:gd name="connsiteX37343" fmla="*/ 1688073 w 2119654"/>
              <a:gd name="connsiteY37343" fmla="*/ 908077 h 2398711"/>
              <a:gd name="connsiteX37344" fmla="*/ 1688490 w 2119654"/>
              <a:gd name="connsiteY37344" fmla="*/ 909531 h 2398711"/>
              <a:gd name="connsiteX37345" fmla="*/ 1688925 w 2119654"/>
              <a:gd name="connsiteY37345" fmla="*/ 908815 h 2398711"/>
              <a:gd name="connsiteX37346" fmla="*/ 1689930 w 2119654"/>
              <a:gd name="connsiteY37346" fmla="*/ 904616 h 2398711"/>
              <a:gd name="connsiteX37347" fmla="*/ 1672145 w 2119654"/>
              <a:gd name="connsiteY37347" fmla="*/ 933709 h 2398711"/>
              <a:gd name="connsiteX37348" fmla="*/ 1672672 w 2119654"/>
              <a:gd name="connsiteY37348" fmla="*/ 935545 h 2398711"/>
              <a:gd name="connsiteX37349" fmla="*/ 1673345 w 2119654"/>
              <a:gd name="connsiteY37349" fmla="*/ 934475 h 2398711"/>
              <a:gd name="connsiteX37350" fmla="*/ 1674299 w 2119654"/>
              <a:gd name="connsiteY37350" fmla="*/ 932905 h 2398711"/>
              <a:gd name="connsiteX37351" fmla="*/ 1674110 w 2119654"/>
              <a:gd name="connsiteY37351" fmla="*/ 930196 h 2398711"/>
              <a:gd name="connsiteX37352" fmla="*/ 1670243 w 2119654"/>
              <a:gd name="connsiteY37352" fmla="*/ 937913 h 2398711"/>
              <a:gd name="connsiteX37353" fmla="*/ 1669562 w 2119654"/>
              <a:gd name="connsiteY37353" fmla="*/ 939690 h 2398711"/>
              <a:gd name="connsiteX37354" fmla="*/ 1668750 w 2119654"/>
              <a:gd name="connsiteY37354" fmla="*/ 941329 h 2398711"/>
              <a:gd name="connsiteX37355" fmla="*/ 1668520 w 2119654"/>
              <a:gd name="connsiteY37355" fmla="*/ 942147 h 2398711"/>
              <a:gd name="connsiteX37356" fmla="*/ 1670363 w 2119654"/>
              <a:gd name="connsiteY37356" fmla="*/ 939217 h 2398711"/>
              <a:gd name="connsiteX37357" fmla="*/ 1670382 w 2119654"/>
              <a:gd name="connsiteY37357" fmla="*/ 938996 h 2398711"/>
              <a:gd name="connsiteX37358" fmla="*/ 1725806 w 2119654"/>
              <a:gd name="connsiteY37358" fmla="*/ 813206 h 2398711"/>
              <a:gd name="connsiteX37359" fmla="*/ 1717154 w 2119654"/>
              <a:gd name="connsiteY37359" fmla="*/ 833419 h 2398711"/>
              <a:gd name="connsiteX37360" fmla="*/ 1716390 w 2119654"/>
              <a:gd name="connsiteY37360" fmla="*/ 835021 h 2398711"/>
              <a:gd name="connsiteX37361" fmla="*/ 1716635 w 2119654"/>
              <a:gd name="connsiteY37361" fmla="*/ 838737 h 2398711"/>
              <a:gd name="connsiteX37362" fmla="*/ 1718466 w 2119654"/>
              <a:gd name="connsiteY37362" fmla="*/ 835373 h 2398711"/>
              <a:gd name="connsiteX37363" fmla="*/ 1718571 w 2119654"/>
              <a:gd name="connsiteY37363" fmla="*/ 835763 h 2398711"/>
              <a:gd name="connsiteX37364" fmla="*/ 1716670 w 2119654"/>
              <a:gd name="connsiteY37364" fmla="*/ 839257 h 2398711"/>
              <a:gd name="connsiteX37365" fmla="*/ 1717569 w 2119654"/>
              <a:gd name="connsiteY37365" fmla="*/ 852912 h 2398711"/>
              <a:gd name="connsiteX37366" fmla="*/ 1719019 w 2119654"/>
              <a:gd name="connsiteY37366" fmla="*/ 849248 h 2398711"/>
              <a:gd name="connsiteX37367" fmla="*/ 1725426 w 2119654"/>
              <a:gd name="connsiteY37367" fmla="*/ 832393 h 2398711"/>
              <a:gd name="connsiteX37368" fmla="*/ 1725504 w 2119654"/>
              <a:gd name="connsiteY37368" fmla="*/ 832643 h 2398711"/>
              <a:gd name="connsiteX37369" fmla="*/ 1717603 w 2119654"/>
              <a:gd name="connsiteY37369" fmla="*/ 853426 h 2398711"/>
              <a:gd name="connsiteX37370" fmla="*/ 1718565 w 2119654"/>
              <a:gd name="connsiteY37370" fmla="*/ 868011 h 2398711"/>
              <a:gd name="connsiteX37371" fmla="*/ 1719061 w 2119654"/>
              <a:gd name="connsiteY37371" fmla="*/ 867124 h 2398711"/>
              <a:gd name="connsiteX37372" fmla="*/ 1720868 w 2119654"/>
              <a:gd name="connsiteY37372" fmla="*/ 863788 h 2398711"/>
              <a:gd name="connsiteX37373" fmla="*/ 1727048 w 2119654"/>
              <a:gd name="connsiteY37373" fmla="*/ 837714 h 2398711"/>
              <a:gd name="connsiteX37374" fmla="*/ 1728829 w 2119654"/>
              <a:gd name="connsiteY37374" fmla="*/ 828589 h 2398711"/>
              <a:gd name="connsiteX37375" fmla="*/ 1711047 w 2119654"/>
              <a:gd name="connsiteY37375" fmla="*/ 846225 h 2398711"/>
              <a:gd name="connsiteX37376" fmla="*/ 1711210 w 2119654"/>
              <a:gd name="connsiteY37376" fmla="*/ 848704 h 2398711"/>
              <a:gd name="connsiteX37377" fmla="*/ 1716163 w 2119654"/>
              <a:gd name="connsiteY37377" fmla="*/ 839605 h 2398711"/>
              <a:gd name="connsiteX37378" fmla="*/ 1715925 w 2119654"/>
              <a:gd name="connsiteY37378" fmla="*/ 835997 h 2398711"/>
              <a:gd name="connsiteX37379" fmla="*/ 1702601 w 2119654"/>
              <a:gd name="connsiteY37379" fmla="*/ 865102 h 2398711"/>
              <a:gd name="connsiteX37380" fmla="*/ 1702818 w 2119654"/>
              <a:gd name="connsiteY37380" fmla="*/ 866043 h 2398711"/>
              <a:gd name="connsiteX37381" fmla="*/ 1702805 w 2119654"/>
              <a:gd name="connsiteY37381" fmla="*/ 864728 h 2398711"/>
              <a:gd name="connsiteX37382" fmla="*/ 1665532 w 2119654"/>
              <a:gd name="connsiteY37382" fmla="*/ 947885 h 2398711"/>
              <a:gd name="connsiteX37383" fmla="*/ 1663337 w 2119654"/>
              <a:gd name="connsiteY37383" fmla="*/ 954556 h 2398711"/>
              <a:gd name="connsiteX37384" fmla="*/ 1663648 w 2119654"/>
              <a:gd name="connsiteY37384" fmla="*/ 957380 h 2398711"/>
              <a:gd name="connsiteX37385" fmla="*/ 1665844 w 2119654"/>
              <a:gd name="connsiteY37385" fmla="*/ 949586 h 2398711"/>
              <a:gd name="connsiteX37386" fmla="*/ 1665677 w 2119654"/>
              <a:gd name="connsiteY37386" fmla="*/ 947647 h 2398711"/>
              <a:gd name="connsiteX37387" fmla="*/ 1707872 w 2119654"/>
              <a:gd name="connsiteY37387" fmla="*/ 852883 h 2398711"/>
              <a:gd name="connsiteX37388" fmla="*/ 1707837 w 2119654"/>
              <a:gd name="connsiteY37388" fmla="*/ 854902 h 2398711"/>
              <a:gd name="connsiteX37389" fmla="*/ 1710859 w 2119654"/>
              <a:gd name="connsiteY37389" fmla="*/ 849351 h 2398711"/>
              <a:gd name="connsiteX37390" fmla="*/ 1710700 w 2119654"/>
              <a:gd name="connsiteY37390" fmla="*/ 846952 h 2398711"/>
              <a:gd name="connsiteX37391" fmla="*/ 1707129 w 2119654"/>
              <a:gd name="connsiteY37391" fmla="*/ 854442 h 2398711"/>
              <a:gd name="connsiteX37392" fmla="*/ 1707257 w 2119654"/>
              <a:gd name="connsiteY37392" fmla="*/ 855966 h 2398711"/>
              <a:gd name="connsiteX37393" fmla="*/ 1707550 w 2119654"/>
              <a:gd name="connsiteY37393" fmla="*/ 855429 h 2398711"/>
              <a:gd name="connsiteX37394" fmla="*/ 1707584 w 2119654"/>
              <a:gd name="connsiteY37394" fmla="*/ 853487 h 2398711"/>
              <a:gd name="connsiteX37395" fmla="*/ 1085509 w 2119654"/>
              <a:gd name="connsiteY37395" fmla="*/ 2246309 h 2398711"/>
              <a:gd name="connsiteX37396" fmla="*/ 1098781 w 2119654"/>
              <a:gd name="connsiteY37396" fmla="*/ 2243544 h 2398711"/>
              <a:gd name="connsiteX37397" fmla="*/ 1093615 w 2119654"/>
              <a:gd name="connsiteY37397" fmla="*/ 2239647 h 2398711"/>
              <a:gd name="connsiteX37398" fmla="*/ 1089076 w 2119654"/>
              <a:gd name="connsiteY37398" fmla="*/ 2243030 h 2398711"/>
              <a:gd name="connsiteX37399" fmla="*/ 1736882 w 2119654"/>
              <a:gd name="connsiteY37399" fmla="*/ 787334 h 2398711"/>
              <a:gd name="connsiteX37400" fmla="*/ 1726827 w 2119654"/>
              <a:gd name="connsiteY37400" fmla="*/ 810821 h 2398711"/>
              <a:gd name="connsiteX37401" fmla="*/ 1728578 w 2119654"/>
              <a:gd name="connsiteY37401" fmla="*/ 818165 h 2398711"/>
              <a:gd name="connsiteX37402" fmla="*/ 1729725 w 2119654"/>
              <a:gd name="connsiteY37402" fmla="*/ 823999 h 2398711"/>
              <a:gd name="connsiteX37403" fmla="*/ 1690704 w 2119654"/>
              <a:gd name="connsiteY37403" fmla="*/ 890675 h 2398711"/>
              <a:gd name="connsiteX37404" fmla="*/ 1690046 w 2119654"/>
              <a:gd name="connsiteY37404" fmla="*/ 892868 h 2398711"/>
              <a:gd name="connsiteX37405" fmla="*/ 1690394 w 2119654"/>
              <a:gd name="connsiteY37405" fmla="*/ 902677 h 2398711"/>
              <a:gd name="connsiteX37406" fmla="*/ 1694419 w 2119654"/>
              <a:gd name="connsiteY37406" fmla="*/ 885861 h 2398711"/>
              <a:gd name="connsiteX37407" fmla="*/ 1737509 w 2119654"/>
              <a:gd name="connsiteY37407" fmla="*/ 785868 h 2398711"/>
              <a:gd name="connsiteX37408" fmla="*/ 1737393 w 2119654"/>
              <a:gd name="connsiteY37408" fmla="*/ 786140 h 2398711"/>
              <a:gd name="connsiteX37409" fmla="*/ 1736273 w 2119654"/>
              <a:gd name="connsiteY37409" fmla="*/ 792321 h 2398711"/>
              <a:gd name="connsiteX37410" fmla="*/ 1729907 w 2119654"/>
              <a:gd name="connsiteY37410" fmla="*/ 824929 h 2398711"/>
              <a:gd name="connsiteX37411" fmla="*/ 1733619 w 2119654"/>
              <a:gd name="connsiteY37411" fmla="*/ 843817 h 2398711"/>
              <a:gd name="connsiteX37412" fmla="*/ 1733620 w 2119654"/>
              <a:gd name="connsiteY37412" fmla="*/ 843467 h 2398711"/>
              <a:gd name="connsiteX37413" fmla="*/ 1733332 w 2119654"/>
              <a:gd name="connsiteY37413" fmla="*/ 820610 h 2398711"/>
              <a:gd name="connsiteX37414" fmla="*/ 1733541 w 2119654"/>
              <a:gd name="connsiteY37414" fmla="*/ 820867 h 2398711"/>
              <a:gd name="connsiteX37415" fmla="*/ 1733844 w 2119654"/>
              <a:gd name="connsiteY37415" fmla="*/ 844960 h 2398711"/>
              <a:gd name="connsiteX37416" fmla="*/ 1735755 w 2119654"/>
              <a:gd name="connsiteY37416" fmla="*/ 854684 h 2398711"/>
              <a:gd name="connsiteX37417" fmla="*/ 1739288 w 2119654"/>
              <a:gd name="connsiteY37417" fmla="*/ 846742 h 2398711"/>
              <a:gd name="connsiteX37418" fmla="*/ 1744019 w 2119654"/>
              <a:gd name="connsiteY37418" fmla="*/ 818994 h 2398711"/>
              <a:gd name="connsiteX37419" fmla="*/ 1681824 w 2119654"/>
              <a:gd name="connsiteY37419" fmla="*/ 910512 h 2398711"/>
              <a:gd name="connsiteX37420" fmla="*/ 1678895 w 2119654"/>
              <a:gd name="connsiteY37420" fmla="*/ 918579 h 2398711"/>
              <a:gd name="connsiteX37421" fmla="*/ 1679535 w 2119654"/>
              <a:gd name="connsiteY37421" fmla="*/ 924279 h 2398711"/>
              <a:gd name="connsiteX37422" fmla="*/ 1679808 w 2119654"/>
              <a:gd name="connsiteY37422" fmla="*/ 923829 h 2398711"/>
              <a:gd name="connsiteX37423" fmla="*/ 1681763 w 2119654"/>
              <a:gd name="connsiteY37423" fmla="*/ 917315 h 2398711"/>
              <a:gd name="connsiteX37424" fmla="*/ 1682203 w 2119654"/>
              <a:gd name="connsiteY37424" fmla="*/ 915476 h 2398711"/>
              <a:gd name="connsiteX37425" fmla="*/ 1682301 w 2119654"/>
              <a:gd name="connsiteY37425" fmla="*/ 914761 h 2398711"/>
              <a:gd name="connsiteX37426" fmla="*/ 1702420 w 2119654"/>
              <a:gd name="connsiteY37426" fmla="*/ 864318 h 2398711"/>
              <a:gd name="connsiteX37427" fmla="*/ 1702492 w 2119654"/>
              <a:gd name="connsiteY37427" fmla="*/ 864631 h 2398711"/>
              <a:gd name="connsiteX37428" fmla="*/ 1702798 w 2119654"/>
              <a:gd name="connsiteY37428" fmla="*/ 864087 h 2398711"/>
              <a:gd name="connsiteX37429" fmla="*/ 1702792 w 2119654"/>
              <a:gd name="connsiteY37429" fmla="*/ 863536 h 2398711"/>
              <a:gd name="connsiteX37430" fmla="*/ 1701026 w 2119654"/>
              <a:gd name="connsiteY37430" fmla="*/ 867237 h 2398711"/>
              <a:gd name="connsiteX37431" fmla="*/ 1702105 w 2119654"/>
              <a:gd name="connsiteY37431" fmla="*/ 865320 h 2398711"/>
              <a:gd name="connsiteX37432" fmla="*/ 1702051 w 2119654"/>
              <a:gd name="connsiteY37432" fmla="*/ 865088 h 2398711"/>
              <a:gd name="connsiteX37433" fmla="*/ 1109617 w 2119654"/>
              <a:gd name="connsiteY37433" fmla="*/ 2191422 h 2398711"/>
              <a:gd name="connsiteX37434" fmla="*/ 1109780 w 2119654"/>
              <a:gd name="connsiteY37434" fmla="*/ 2191657 h 2398711"/>
              <a:gd name="connsiteX37435" fmla="*/ 1110370 w 2119654"/>
              <a:gd name="connsiteY37435" fmla="*/ 2191277 h 2398711"/>
              <a:gd name="connsiteX37436" fmla="*/ 1119460 w 2119654"/>
              <a:gd name="connsiteY37436" fmla="*/ 2169252 h 2398711"/>
              <a:gd name="connsiteX37437" fmla="*/ 1119847 w 2119654"/>
              <a:gd name="connsiteY37437" fmla="*/ 2169653 h 2398711"/>
              <a:gd name="connsiteX37438" fmla="*/ 1120469 w 2119654"/>
              <a:gd name="connsiteY37438" fmla="*/ 2168665 h 2398711"/>
              <a:gd name="connsiteX37439" fmla="*/ 1697437 w 2119654"/>
              <a:gd name="connsiteY37439" fmla="*/ 874765 h 2398711"/>
              <a:gd name="connsiteX37440" fmla="*/ 1699287 w 2119654"/>
              <a:gd name="connsiteY37440" fmla="*/ 890568 h 2398711"/>
              <a:gd name="connsiteX37441" fmla="*/ 1700069 w 2119654"/>
              <a:gd name="connsiteY37441" fmla="*/ 897144 h 2398711"/>
              <a:gd name="connsiteX37442" fmla="*/ 1701534 w 2119654"/>
              <a:gd name="connsiteY37442" fmla="*/ 893442 h 2398711"/>
              <a:gd name="connsiteX37443" fmla="*/ 1701619 w 2119654"/>
              <a:gd name="connsiteY37443" fmla="*/ 892756 h 2398711"/>
              <a:gd name="connsiteX37444" fmla="*/ 1702884 w 2119654"/>
              <a:gd name="connsiteY37444" fmla="*/ 872171 h 2398711"/>
              <a:gd name="connsiteX37445" fmla="*/ 1702846 w 2119654"/>
              <a:gd name="connsiteY37445" fmla="*/ 868518 h 2398711"/>
              <a:gd name="connsiteX37446" fmla="*/ 1702217 w 2119654"/>
              <a:gd name="connsiteY37446" fmla="*/ 865807 h 2398711"/>
              <a:gd name="connsiteX37447" fmla="*/ 1698109 w 2119654"/>
              <a:gd name="connsiteY37447" fmla="*/ 873355 h 2398711"/>
              <a:gd name="connsiteX37448" fmla="*/ 1683521 w 2119654"/>
              <a:gd name="connsiteY37448" fmla="*/ 905839 h 2398711"/>
              <a:gd name="connsiteX37449" fmla="*/ 1682487 w 2119654"/>
              <a:gd name="connsiteY37449" fmla="*/ 908687 h 2398711"/>
              <a:gd name="connsiteX37450" fmla="*/ 1682778 w 2119654"/>
              <a:gd name="connsiteY37450" fmla="*/ 911272 h 2398711"/>
              <a:gd name="connsiteX37451" fmla="*/ 1695617 w 2119654"/>
              <a:gd name="connsiteY37451" fmla="*/ 878584 h 2398711"/>
              <a:gd name="connsiteX37452" fmla="*/ 1695655 w 2119654"/>
              <a:gd name="connsiteY37452" fmla="*/ 878817 h 2398711"/>
              <a:gd name="connsiteX37453" fmla="*/ 1695732 w 2119654"/>
              <a:gd name="connsiteY37453" fmla="*/ 878342 h 2398711"/>
              <a:gd name="connsiteX37454" fmla="*/ 1684446 w 2119654"/>
              <a:gd name="connsiteY37454" fmla="*/ 903292 h 2398711"/>
              <a:gd name="connsiteX37455" fmla="*/ 1684194 w 2119654"/>
              <a:gd name="connsiteY37455" fmla="*/ 903984 h 2398711"/>
              <a:gd name="connsiteX37456" fmla="*/ 1683183 w 2119654"/>
              <a:gd name="connsiteY37456" fmla="*/ 911383 h 2398711"/>
              <a:gd name="connsiteX37457" fmla="*/ 1684805 w 2119654"/>
              <a:gd name="connsiteY37457" fmla="*/ 904607 h 2398711"/>
              <a:gd name="connsiteX37458" fmla="*/ 1684812 w 2119654"/>
              <a:gd name="connsiteY37458" fmla="*/ 904574 h 2398711"/>
              <a:gd name="connsiteX37459" fmla="*/ 1692151 w 2119654"/>
              <a:gd name="connsiteY37459" fmla="*/ 885851 h 2398711"/>
              <a:gd name="connsiteX37460" fmla="*/ 1690821 w 2119654"/>
              <a:gd name="connsiteY37460" fmla="*/ 890285 h 2398711"/>
              <a:gd name="connsiteX37461" fmla="*/ 1694502 w 2119654"/>
              <a:gd name="connsiteY37461" fmla="*/ 885514 h 2398711"/>
              <a:gd name="connsiteX37462" fmla="*/ 1694688 w 2119654"/>
              <a:gd name="connsiteY37462" fmla="*/ 884739 h 2398711"/>
              <a:gd name="connsiteX37463" fmla="*/ 1695442 w 2119654"/>
              <a:gd name="connsiteY37463" fmla="*/ 880111 h 2398711"/>
              <a:gd name="connsiteX37464" fmla="*/ 1695304 w 2119654"/>
              <a:gd name="connsiteY37464" fmla="*/ 879240 h 2398711"/>
              <a:gd name="connsiteX37465" fmla="*/ 1685847 w 2119654"/>
              <a:gd name="connsiteY37465" fmla="*/ 899920 h 2398711"/>
              <a:gd name="connsiteX37466" fmla="*/ 1685786 w 2119654"/>
              <a:gd name="connsiteY37466" fmla="*/ 900066 h 2398711"/>
              <a:gd name="connsiteX37467" fmla="*/ 1685803 w 2119654"/>
              <a:gd name="connsiteY37467" fmla="*/ 900122 h 2398711"/>
              <a:gd name="connsiteX37468" fmla="*/ 1112811 w 2119654"/>
              <a:gd name="connsiteY37468" fmla="*/ 2182992 h 2398711"/>
              <a:gd name="connsiteX37469" fmla="*/ 1116250 w 2119654"/>
              <a:gd name="connsiteY37469" fmla="*/ 2183355 h 2398711"/>
              <a:gd name="connsiteX37470" fmla="*/ 1116889 w 2119654"/>
              <a:gd name="connsiteY37470" fmla="*/ 2182906 h 2398711"/>
              <a:gd name="connsiteX37471" fmla="*/ 1114826 w 2119654"/>
              <a:gd name="connsiteY37471" fmla="*/ 2181310 h 2398711"/>
              <a:gd name="connsiteX37472" fmla="*/ 1077667 w 2119654"/>
              <a:gd name="connsiteY37472" fmla="*/ 2261221 h 2398711"/>
              <a:gd name="connsiteX37473" fmla="*/ 1081244 w 2119654"/>
              <a:gd name="connsiteY37473" fmla="*/ 2264418 h 2398711"/>
              <a:gd name="connsiteX37474" fmla="*/ 1082168 w 2119654"/>
              <a:gd name="connsiteY37474" fmla="*/ 2264051 h 2398711"/>
              <a:gd name="connsiteX37475" fmla="*/ 1092845 w 2119654"/>
              <a:gd name="connsiteY37475" fmla="*/ 2256644 h 2398711"/>
              <a:gd name="connsiteX37476" fmla="*/ 1093965 w 2119654"/>
              <a:gd name="connsiteY37476" fmla="*/ 2255308 h 2398711"/>
              <a:gd name="connsiteX37477" fmla="*/ 1094984 w 2119654"/>
              <a:gd name="connsiteY37477" fmla="*/ 2254061 h 2398711"/>
              <a:gd name="connsiteX37478" fmla="*/ 1084296 w 2119654"/>
              <a:gd name="connsiteY37478" fmla="*/ 2258544 h 2398711"/>
              <a:gd name="connsiteX37479" fmla="*/ 1117706 w 2119654"/>
              <a:gd name="connsiteY37479" fmla="*/ 2170271 h 2398711"/>
              <a:gd name="connsiteX37480" fmla="*/ 1118894 w 2119654"/>
              <a:gd name="connsiteY37480" fmla="*/ 2171167 h 2398711"/>
              <a:gd name="connsiteX37481" fmla="*/ 1119619 w 2119654"/>
              <a:gd name="connsiteY37481" fmla="*/ 2170016 h 2398711"/>
              <a:gd name="connsiteX37482" fmla="*/ 1119089 w 2119654"/>
              <a:gd name="connsiteY37482" fmla="*/ 2169468 h 2398711"/>
              <a:gd name="connsiteX37483" fmla="*/ 1111227 w 2119654"/>
              <a:gd name="connsiteY37483" fmla="*/ 2184561 h 2398711"/>
              <a:gd name="connsiteX37484" fmla="*/ 1113608 w 2119654"/>
              <a:gd name="connsiteY37484" fmla="*/ 2185212 h 2398711"/>
              <a:gd name="connsiteX37485" fmla="*/ 1114403 w 2119654"/>
              <a:gd name="connsiteY37485" fmla="*/ 2184653 h 2398711"/>
              <a:gd name="connsiteX37486" fmla="*/ 1114006 w 2119654"/>
              <a:gd name="connsiteY37486" fmla="*/ 2184529 h 2398711"/>
              <a:gd name="connsiteX37487" fmla="*/ 1111490 w 2119654"/>
              <a:gd name="connsiteY37487" fmla="*/ 2184263 h 2398711"/>
              <a:gd name="connsiteX37488" fmla="*/ 1076807 w 2119654"/>
              <a:gd name="connsiteY37488" fmla="*/ 2261569 h 2398711"/>
              <a:gd name="connsiteX37489" fmla="*/ 1078462 w 2119654"/>
              <a:gd name="connsiteY37489" fmla="*/ 2265524 h 2398711"/>
              <a:gd name="connsiteX37490" fmla="*/ 1080420 w 2119654"/>
              <a:gd name="connsiteY37490" fmla="*/ 2264746 h 2398711"/>
              <a:gd name="connsiteX37491" fmla="*/ 1076837 w 2119654"/>
              <a:gd name="connsiteY37491" fmla="*/ 2261556 h 2398711"/>
              <a:gd name="connsiteX37492" fmla="*/ 1109526 w 2119654"/>
              <a:gd name="connsiteY37492" fmla="*/ 2188278 h 2398711"/>
              <a:gd name="connsiteX37493" fmla="*/ 1110703 w 2119654"/>
              <a:gd name="connsiteY37493" fmla="*/ 2188832 h 2398711"/>
              <a:gd name="connsiteX37494" fmla="*/ 1115647 w 2119654"/>
              <a:gd name="connsiteY37494" fmla="*/ 2187875 h 2398711"/>
              <a:gd name="connsiteX37495" fmla="*/ 1116769 w 2119654"/>
              <a:gd name="connsiteY37495" fmla="*/ 2187152 h 2398711"/>
              <a:gd name="connsiteX37496" fmla="*/ 1112774 w 2119654"/>
              <a:gd name="connsiteY37496" fmla="*/ 2186060 h 2398711"/>
              <a:gd name="connsiteX37497" fmla="*/ 1094004 w 2119654"/>
              <a:gd name="connsiteY37497" fmla="*/ 2222230 h 2398711"/>
              <a:gd name="connsiteX37498" fmla="*/ 1096125 w 2119654"/>
              <a:gd name="connsiteY37498" fmla="*/ 2223927 h 2398711"/>
              <a:gd name="connsiteX37499" fmla="*/ 1102564 w 2119654"/>
              <a:gd name="connsiteY37499" fmla="*/ 2220095 h 2398711"/>
              <a:gd name="connsiteX37500" fmla="*/ 1095632 w 2119654"/>
              <a:gd name="connsiteY37500" fmla="*/ 2220220 h 2398711"/>
              <a:gd name="connsiteX37501" fmla="*/ 1694898 w 2119654"/>
              <a:gd name="connsiteY37501" fmla="*/ 876697 h 2398711"/>
              <a:gd name="connsiteX37502" fmla="*/ 1694618 w 2119654"/>
              <a:gd name="connsiteY37502" fmla="*/ 877630 h 2398711"/>
              <a:gd name="connsiteX37503" fmla="*/ 1694940 w 2119654"/>
              <a:gd name="connsiteY37503" fmla="*/ 876956 h 2398711"/>
              <a:gd name="connsiteX37504" fmla="*/ 1116479 w 2119654"/>
              <a:gd name="connsiteY37504" fmla="*/ 2171702 h 2398711"/>
              <a:gd name="connsiteX37505" fmla="*/ 1116526 w 2119654"/>
              <a:gd name="connsiteY37505" fmla="*/ 2171728 h 2398711"/>
              <a:gd name="connsiteX37506" fmla="*/ 1118712 w 2119654"/>
              <a:gd name="connsiteY37506" fmla="*/ 2171456 h 2398711"/>
              <a:gd name="connsiteX37507" fmla="*/ 1118766 w 2119654"/>
              <a:gd name="connsiteY37507" fmla="*/ 2171370 h 2398711"/>
              <a:gd name="connsiteX37508" fmla="*/ 1117462 w 2119654"/>
              <a:gd name="connsiteY37508" fmla="*/ 2170412 h 2398711"/>
              <a:gd name="connsiteX37509" fmla="*/ 1117340 w 2119654"/>
              <a:gd name="connsiteY37509" fmla="*/ 2170484 h 2398711"/>
              <a:gd name="connsiteX37510" fmla="*/ 1105354 w 2119654"/>
              <a:gd name="connsiteY37510" fmla="*/ 2195916 h 2398711"/>
              <a:gd name="connsiteX37511" fmla="*/ 1105419 w 2119654"/>
              <a:gd name="connsiteY37511" fmla="*/ 2195997 h 2398711"/>
              <a:gd name="connsiteX37512" fmla="*/ 1111005 w 2119654"/>
              <a:gd name="connsiteY37512" fmla="*/ 2194748 h 2398711"/>
              <a:gd name="connsiteX37513" fmla="*/ 1111416 w 2119654"/>
              <a:gd name="connsiteY37513" fmla="*/ 2194583 h 2398711"/>
              <a:gd name="connsiteX37514" fmla="*/ 1110416 w 2119654"/>
              <a:gd name="connsiteY37514" fmla="*/ 2193151 h 2398711"/>
              <a:gd name="connsiteX37515" fmla="*/ 1695711 w 2119654"/>
              <a:gd name="connsiteY37515" fmla="*/ 873897 h 2398711"/>
              <a:gd name="connsiteX37516" fmla="*/ 1695207 w 2119654"/>
              <a:gd name="connsiteY37516" fmla="*/ 875666 h 2398711"/>
              <a:gd name="connsiteX37517" fmla="*/ 1695170 w 2119654"/>
              <a:gd name="connsiteY37517" fmla="*/ 875789 h 2398711"/>
              <a:gd name="connsiteX37518" fmla="*/ 1695252 w 2119654"/>
              <a:gd name="connsiteY37518" fmla="*/ 876300 h 2398711"/>
              <a:gd name="connsiteX37519" fmla="*/ 1695847 w 2119654"/>
              <a:gd name="connsiteY37519" fmla="*/ 875054 h 2398711"/>
              <a:gd name="connsiteX37520" fmla="*/ 1715950 w 2119654"/>
              <a:gd name="connsiteY37520" fmla="*/ 828334 h 2398711"/>
              <a:gd name="connsiteX37521" fmla="*/ 1716214 w 2119654"/>
              <a:gd name="connsiteY37521" fmla="*/ 832343 h 2398711"/>
              <a:gd name="connsiteX37522" fmla="*/ 1724568 w 2119654"/>
              <a:gd name="connsiteY37522" fmla="*/ 814824 h 2398711"/>
              <a:gd name="connsiteX37523" fmla="*/ 1725634 w 2119654"/>
              <a:gd name="connsiteY37523" fmla="*/ 812333 h 2398711"/>
              <a:gd name="connsiteX37524" fmla="*/ 1725025 w 2119654"/>
              <a:gd name="connsiteY37524" fmla="*/ 809236 h 2398711"/>
              <a:gd name="connsiteX37525" fmla="*/ 1722360 w 2119654"/>
              <a:gd name="connsiteY37525" fmla="*/ 815189 h 2398711"/>
              <a:gd name="connsiteX37526" fmla="*/ 1693214 w 2119654"/>
              <a:gd name="connsiteY37526" fmla="*/ 879151 h 2398711"/>
              <a:gd name="connsiteX37527" fmla="*/ 1692412 w 2119654"/>
              <a:gd name="connsiteY37527" fmla="*/ 881360 h 2398711"/>
              <a:gd name="connsiteX37528" fmla="*/ 1692246 w 2119654"/>
              <a:gd name="connsiteY37528" fmla="*/ 882378 h 2398711"/>
              <a:gd name="connsiteX37529" fmla="*/ 1090885 w 2119654"/>
              <a:gd name="connsiteY37529" fmla="*/ 2227511 h 2398711"/>
              <a:gd name="connsiteX37530" fmla="*/ 1091175 w 2119654"/>
              <a:gd name="connsiteY37530" fmla="*/ 2227882 h 2398711"/>
              <a:gd name="connsiteX37531" fmla="*/ 1096232 w 2119654"/>
              <a:gd name="connsiteY37531" fmla="*/ 2226111 h 2398711"/>
              <a:gd name="connsiteX37532" fmla="*/ 1094933 w 2119654"/>
              <a:gd name="connsiteY37532" fmla="*/ 2225175 h 2398711"/>
              <a:gd name="connsiteX37533" fmla="*/ 1115850 w 2119654"/>
              <a:gd name="connsiteY37533" fmla="*/ 2171350 h 2398711"/>
              <a:gd name="connsiteX37534" fmla="*/ 1115985 w 2119654"/>
              <a:gd name="connsiteY37534" fmla="*/ 2171425 h 2398711"/>
              <a:gd name="connsiteX37535" fmla="*/ 1116168 w 2119654"/>
              <a:gd name="connsiteY37535" fmla="*/ 2171165 h 2398711"/>
              <a:gd name="connsiteX37536" fmla="*/ 1108410 w 2119654"/>
              <a:gd name="connsiteY37536" fmla="*/ 2187752 h 2398711"/>
              <a:gd name="connsiteX37537" fmla="*/ 1109357 w 2119654"/>
              <a:gd name="connsiteY37537" fmla="*/ 2188198 h 2398711"/>
              <a:gd name="connsiteX37538" fmla="*/ 1112505 w 2119654"/>
              <a:gd name="connsiteY37538" fmla="*/ 2185987 h 2398711"/>
              <a:gd name="connsiteX37539" fmla="*/ 1110461 w 2119654"/>
              <a:gd name="connsiteY37539" fmla="*/ 2185428 h 2398711"/>
              <a:gd name="connsiteX37540" fmla="*/ 1710592 w 2119654"/>
              <a:gd name="connsiteY37540" fmla="*/ 839318 h 2398711"/>
              <a:gd name="connsiteX37541" fmla="*/ 1710872 w 2119654"/>
              <a:gd name="connsiteY37541" fmla="*/ 843546 h 2398711"/>
              <a:gd name="connsiteX37542" fmla="*/ 1715748 w 2119654"/>
              <a:gd name="connsiteY37542" fmla="*/ 833320 h 2398711"/>
              <a:gd name="connsiteX37543" fmla="*/ 1715483 w 2119654"/>
              <a:gd name="connsiteY37543" fmla="*/ 829292 h 2398711"/>
              <a:gd name="connsiteX37544" fmla="*/ 1110424 w 2119654"/>
              <a:gd name="connsiteY37544" fmla="*/ 2182740 h 2398711"/>
              <a:gd name="connsiteX37545" fmla="*/ 1110614 w 2119654"/>
              <a:gd name="connsiteY37545" fmla="*/ 2182761 h 2398711"/>
              <a:gd name="connsiteX37546" fmla="*/ 1110814 w 2119654"/>
              <a:gd name="connsiteY37546" fmla="*/ 2182534 h 2398711"/>
              <a:gd name="connsiteX37547" fmla="*/ 1708005 w 2119654"/>
              <a:gd name="connsiteY37547" fmla="*/ 844623 h 2398711"/>
              <a:gd name="connsiteX37548" fmla="*/ 1708018 w 2119654"/>
              <a:gd name="connsiteY37548" fmla="*/ 844640 h 2398711"/>
              <a:gd name="connsiteX37549" fmla="*/ 1707928 w 2119654"/>
              <a:gd name="connsiteY37549" fmla="*/ 849719 h 2398711"/>
              <a:gd name="connsiteX37550" fmla="*/ 1710524 w 2119654"/>
              <a:gd name="connsiteY37550" fmla="*/ 844276 h 2398711"/>
              <a:gd name="connsiteX37551" fmla="*/ 1710244 w 2119654"/>
              <a:gd name="connsiteY37551" fmla="*/ 840033 h 2398711"/>
              <a:gd name="connsiteX37552" fmla="*/ 1706554 w 2119654"/>
              <a:gd name="connsiteY37552" fmla="*/ 847599 h 2398711"/>
              <a:gd name="connsiteX37553" fmla="*/ 1706911 w 2119654"/>
              <a:gd name="connsiteY37553" fmla="*/ 851850 h 2398711"/>
              <a:gd name="connsiteX37554" fmla="*/ 1707641 w 2119654"/>
              <a:gd name="connsiteY37554" fmla="*/ 850322 h 2398711"/>
              <a:gd name="connsiteX37555" fmla="*/ 1707731 w 2119654"/>
              <a:gd name="connsiteY37555" fmla="*/ 845184 h 2398711"/>
              <a:gd name="connsiteX37556" fmla="*/ 1697455 w 2119654"/>
              <a:gd name="connsiteY37556" fmla="*/ 867780 h 2398711"/>
              <a:gd name="connsiteX37557" fmla="*/ 1696862 w 2119654"/>
              <a:gd name="connsiteY37557" fmla="*/ 869860 h 2398711"/>
              <a:gd name="connsiteX37558" fmla="*/ 1696968 w 2119654"/>
              <a:gd name="connsiteY37558" fmla="*/ 870765 h 2398711"/>
              <a:gd name="connsiteX37559" fmla="*/ 1703386 w 2119654"/>
              <a:gd name="connsiteY37559" fmla="*/ 854095 h 2398711"/>
              <a:gd name="connsiteX37560" fmla="*/ 1703383 w 2119654"/>
              <a:gd name="connsiteY37560" fmla="*/ 854538 h 2398711"/>
              <a:gd name="connsiteX37561" fmla="*/ 1703720 w 2119654"/>
              <a:gd name="connsiteY37561" fmla="*/ 858544 h 2398711"/>
              <a:gd name="connsiteX37562" fmla="*/ 1703932 w 2119654"/>
              <a:gd name="connsiteY37562" fmla="*/ 858098 h 2398711"/>
              <a:gd name="connsiteX37563" fmla="*/ 1704291 w 2119654"/>
              <a:gd name="connsiteY37563" fmla="*/ 852262 h 2398711"/>
              <a:gd name="connsiteX37564" fmla="*/ 1704291 w 2119654"/>
              <a:gd name="connsiteY37564" fmla="*/ 852241 h 2398711"/>
              <a:gd name="connsiteX37565" fmla="*/ 1114840 w 2119654"/>
              <a:gd name="connsiteY37565" fmla="*/ 2171938 h 2398711"/>
              <a:gd name="connsiteX37566" fmla="*/ 1115698 w 2119654"/>
              <a:gd name="connsiteY37566" fmla="*/ 2171831 h 2398711"/>
              <a:gd name="connsiteX37567" fmla="*/ 1115785 w 2119654"/>
              <a:gd name="connsiteY37567" fmla="*/ 2171708 h 2398711"/>
              <a:gd name="connsiteX37568" fmla="*/ 1115505 w 2119654"/>
              <a:gd name="connsiteY37568" fmla="*/ 2171551 h 2398711"/>
              <a:gd name="connsiteX37569" fmla="*/ 1090317 w 2119654"/>
              <a:gd name="connsiteY37569" fmla="*/ 2226785 h 2398711"/>
              <a:gd name="connsiteX37570" fmla="*/ 1090637 w 2119654"/>
              <a:gd name="connsiteY37570" fmla="*/ 2227194 h 2398711"/>
              <a:gd name="connsiteX37571" fmla="*/ 1094524 w 2119654"/>
              <a:gd name="connsiteY37571" fmla="*/ 2224880 h 2398711"/>
              <a:gd name="connsiteX37572" fmla="*/ 1092840 w 2119654"/>
              <a:gd name="connsiteY37572" fmla="*/ 2223669 h 2398711"/>
              <a:gd name="connsiteX37573" fmla="*/ 1695440 w 2119654"/>
              <a:gd name="connsiteY37573" fmla="*/ 871582 h 2398711"/>
              <a:gd name="connsiteX37574" fmla="*/ 1695114 w 2119654"/>
              <a:gd name="connsiteY37574" fmla="*/ 872523 h 2398711"/>
              <a:gd name="connsiteX37575" fmla="*/ 1694838 w 2119654"/>
              <a:gd name="connsiteY37575" fmla="*/ 873712 h 2398711"/>
              <a:gd name="connsiteX37576" fmla="*/ 1694841 w 2119654"/>
              <a:gd name="connsiteY37576" fmla="*/ 873728 h 2398711"/>
              <a:gd name="connsiteX37577" fmla="*/ 1695453 w 2119654"/>
              <a:gd name="connsiteY37577" fmla="*/ 871689 h 2398711"/>
              <a:gd name="connsiteX37578" fmla="*/ 1109285 w 2119654"/>
              <a:gd name="connsiteY37578" fmla="*/ 2184030 h 2398711"/>
              <a:gd name="connsiteX37579" fmla="*/ 1109452 w 2119654"/>
              <a:gd name="connsiteY37579" fmla="*/ 2184076 h 2398711"/>
              <a:gd name="connsiteX37580" fmla="*/ 1109475 w 2119654"/>
              <a:gd name="connsiteY37580" fmla="*/ 2184050 h 2398711"/>
              <a:gd name="connsiteX37581" fmla="*/ 1106785 w 2119654"/>
              <a:gd name="connsiteY37581" fmla="*/ 2189592 h 2398711"/>
              <a:gd name="connsiteX37582" fmla="*/ 1106987 w 2119654"/>
              <a:gd name="connsiteY37582" fmla="*/ 2189552 h 2398711"/>
              <a:gd name="connsiteX37583" fmla="*/ 1106868 w 2119654"/>
              <a:gd name="connsiteY37583" fmla="*/ 2189497 h 2398711"/>
              <a:gd name="connsiteX37584" fmla="*/ 1701126 w 2119654"/>
              <a:gd name="connsiteY37584" fmla="*/ 858728 h 2398711"/>
              <a:gd name="connsiteX37585" fmla="*/ 1701945 w 2119654"/>
              <a:gd name="connsiteY37585" fmla="*/ 862266 h 2398711"/>
              <a:gd name="connsiteX37586" fmla="*/ 1702603 w 2119654"/>
              <a:gd name="connsiteY37586" fmla="*/ 860884 h 2398711"/>
              <a:gd name="connsiteX37587" fmla="*/ 1702232 w 2119654"/>
              <a:gd name="connsiteY37587" fmla="*/ 856462 h 2398711"/>
              <a:gd name="connsiteX37588" fmla="*/ 1695404 w 2119654"/>
              <a:gd name="connsiteY37588" fmla="*/ 871275 h 2398711"/>
              <a:gd name="connsiteX37589" fmla="*/ 1695388 w 2119654"/>
              <a:gd name="connsiteY37589" fmla="*/ 871348 h 2398711"/>
              <a:gd name="connsiteX37590" fmla="*/ 1695407 w 2119654"/>
              <a:gd name="connsiteY37590" fmla="*/ 871296 h 2398711"/>
              <a:gd name="connsiteX37591" fmla="*/ 1699073 w 2119654"/>
              <a:gd name="connsiteY37591" fmla="*/ 862939 h 2398711"/>
              <a:gd name="connsiteX37592" fmla="*/ 1697746 w 2119654"/>
              <a:gd name="connsiteY37592" fmla="*/ 871069 h 2398711"/>
              <a:gd name="connsiteX37593" fmla="*/ 1701577 w 2119654"/>
              <a:gd name="connsiteY37593" fmla="*/ 863036 h 2398711"/>
              <a:gd name="connsiteX37594" fmla="*/ 1700756 w 2119654"/>
              <a:gd name="connsiteY37594" fmla="*/ 859487 h 2398711"/>
              <a:gd name="connsiteX37595" fmla="*/ 1089381 w 2119654"/>
              <a:gd name="connsiteY37595" fmla="*/ 2227941 h 2398711"/>
              <a:gd name="connsiteX37596" fmla="*/ 1089628 w 2119654"/>
              <a:gd name="connsiteY37596" fmla="*/ 2227795 h 2398711"/>
              <a:gd name="connsiteX37597" fmla="*/ 1089564 w 2119654"/>
              <a:gd name="connsiteY37597" fmla="*/ 2227715 h 2398711"/>
              <a:gd name="connsiteX37598" fmla="*/ 1706426 w 2119654"/>
              <a:gd name="connsiteY37598" fmla="*/ 846068 h 2398711"/>
              <a:gd name="connsiteX37599" fmla="*/ 1706469 w 2119654"/>
              <a:gd name="connsiteY37599" fmla="*/ 846585 h 2398711"/>
              <a:gd name="connsiteX37600" fmla="*/ 1709988 w 2119654"/>
              <a:gd name="connsiteY37600" fmla="*/ 839371 h 2398711"/>
              <a:gd name="connsiteX37601" fmla="*/ 1088802 w 2119654"/>
              <a:gd name="connsiteY37601" fmla="*/ 2228713 h 2398711"/>
              <a:gd name="connsiteX37602" fmla="*/ 1090021 w 2119654"/>
              <a:gd name="connsiteY37602" fmla="*/ 2228286 h 2398711"/>
              <a:gd name="connsiteX37603" fmla="*/ 1089870 w 2119654"/>
              <a:gd name="connsiteY37603" fmla="*/ 2228098 h 2398711"/>
              <a:gd name="connsiteX37604" fmla="*/ 1098070 w 2119654"/>
              <a:gd name="connsiteY37604" fmla="*/ 2207869 h 2398711"/>
              <a:gd name="connsiteX37605" fmla="*/ 1099010 w 2119654"/>
              <a:gd name="connsiteY37605" fmla="*/ 2208709 h 2398711"/>
              <a:gd name="connsiteX37606" fmla="*/ 1102866 w 2119654"/>
              <a:gd name="connsiteY37606" fmla="*/ 2208459 h 2398711"/>
              <a:gd name="connsiteX37607" fmla="*/ 1104952 w 2119654"/>
              <a:gd name="connsiteY37607" fmla="*/ 2205882 h 2398711"/>
              <a:gd name="connsiteX37608" fmla="*/ 1100787 w 2119654"/>
              <a:gd name="connsiteY37608" fmla="*/ 2201249 h 2398711"/>
              <a:gd name="connsiteX37609" fmla="*/ 1103361 w 2119654"/>
              <a:gd name="connsiteY37609" fmla="*/ 2202993 h 2398711"/>
              <a:gd name="connsiteX37610" fmla="*/ 1105244 w 2119654"/>
              <a:gd name="connsiteY37610" fmla="*/ 2202450 h 2398711"/>
              <a:gd name="connsiteX37611" fmla="*/ 1102377 w 2119654"/>
              <a:gd name="connsiteY37611" fmla="*/ 2200894 h 2398711"/>
              <a:gd name="connsiteX37612" fmla="*/ 1703404 w 2119654"/>
              <a:gd name="connsiteY37612" fmla="*/ 851747 h 2398711"/>
              <a:gd name="connsiteX37613" fmla="*/ 1703396 w 2119654"/>
              <a:gd name="connsiteY37613" fmla="*/ 852887 h 2398711"/>
              <a:gd name="connsiteX37614" fmla="*/ 1704278 w 2119654"/>
              <a:gd name="connsiteY37614" fmla="*/ 851077 h 2398711"/>
              <a:gd name="connsiteX37615" fmla="*/ 1704268 w 2119654"/>
              <a:gd name="connsiteY37615" fmla="*/ 850123 h 2398711"/>
              <a:gd name="connsiteX37616" fmla="*/ 1115170 w 2119654"/>
              <a:gd name="connsiteY37616" fmla="*/ 2168358 h 2398711"/>
              <a:gd name="connsiteX37617" fmla="*/ 1115966 w 2119654"/>
              <a:gd name="connsiteY37617" fmla="*/ 2168958 h 2398711"/>
              <a:gd name="connsiteX37618" fmla="*/ 1117367 w 2119654"/>
              <a:gd name="connsiteY37618" fmla="*/ 2168143 h 2398711"/>
              <a:gd name="connsiteX37619" fmla="*/ 1115279 w 2119654"/>
              <a:gd name="connsiteY37619" fmla="*/ 2168356 h 2398711"/>
              <a:gd name="connsiteX37620" fmla="*/ 1108802 w 2119654"/>
              <a:gd name="connsiteY37620" fmla="*/ 2182569 h 2398711"/>
              <a:gd name="connsiteX37621" fmla="*/ 1109610 w 2119654"/>
              <a:gd name="connsiteY37621" fmla="*/ 2182654 h 2398711"/>
              <a:gd name="connsiteX37622" fmla="*/ 1111669 w 2119654"/>
              <a:gd name="connsiteY37622" fmla="*/ 2181566 h 2398711"/>
              <a:gd name="connsiteX37623" fmla="*/ 1112729 w 2119654"/>
              <a:gd name="connsiteY37623" fmla="*/ 2180365 h 2398711"/>
              <a:gd name="connsiteX37624" fmla="*/ 1110872 w 2119654"/>
              <a:gd name="connsiteY37624" fmla="*/ 2179639 h 2398711"/>
              <a:gd name="connsiteX37625" fmla="*/ 1700337 w 2119654"/>
              <a:gd name="connsiteY37625" fmla="*/ 857673 h 2398711"/>
              <a:gd name="connsiteX37626" fmla="*/ 1699391 w 2119654"/>
              <a:gd name="connsiteY37626" fmla="*/ 860988 h 2398711"/>
              <a:gd name="connsiteX37627" fmla="*/ 1699364 w 2119654"/>
              <a:gd name="connsiteY37627" fmla="*/ 861152 h 2398711"/>
              <a:gd name="connsiteX37628" fmla="*/ 1700570 w 2119654"/>
              <a:gd name="connsiteY37628" fmla="*/ 858682 h 2398711"/>
              <a:gd name="connsiteX37629" fmla="*/ 1700691 w 2119654"/>
              <a:gd name="connsiteY37629" fmla="*/ 856848 h 2398711"/>
              <a:gd name="connsiteX37630" fmla="*/ 1700940 w 2119654"/>
              <a:gd name="connsiteY37630" fmla="*/ 857923 h 2398711"/>
              <a:gd name="connsiteX37631" fmla="*/ 1702147 w 2119654"/>
              <a:gd name="connsiteY37631" fmla="*/ 855448 h 2398711"/>
              <a:gd name="connsiteX37632" fmla="*/ 1702050 w 2119654"/>
              <a:gd name="connsiteY37632" fmla="*/ 854294 h 2398711"/>
              <a:gd name="connsiteX37633" fmla="*/ 1079549 w 2119654"/>
              <a:gd name="connsiteY37633" fmla="*/ 2247551 h 2398711"/>
              <a:gd name="connsiteX37634" fmla="*/ 1081905 w 2119654"/>
              <a:gd name="connsiteY37634" fmla="*/ 2247060 h 2398711"/>
              <a:gd name="connsiteX37635" fmla="*/ 1091613 w 2119654"/>
              <a:gd name="connsiteY37635" fmla="*/ 2238137 h 2398711"/>
              <a:gd name="connsiteX37636" fmla="*/ 1090187 w 2119654"/>
              <a:gd name="connsiteY37636" fmla="*/ 2237061 h 2398711"/>
              <a:gd name="connsiteX37637" fmla="*/ 1091581 w 2119654"/>
              <a:gd name="connsiteY37637" fmla="*/ 2220293 h 2398711"/>
              <a:gd name="connsiteX37638" fmla="*/ 1092618 w 2119654"/>
              <a:gd name="connsiteY37638" fmla="*/ 2221122 h 2398711"/>
              <a:gd name="connsiteX37639" fmla="*/ 1093314 w 2119654"/>
              <a:gd name="connsiteY37639" fmla="*/ 2220262 h 2398711"/>
              <a:gd name="connsiteX37640" fmla="*/ 1697257 w 2119654"/>
              <a:gd name="connsiteY37640" fmla="*/ 863304 h 2398711"/>
              <a:gd name="connsiteX37641" fmla="*/ 1696484 w 2119654"/>
              <a:gd name="connsiteY37641" fmla="*/ 866630 h 2398711"/>
              <a:gd name="connsiteX37642" fmla="*/ 1696525 w 2119654"/>
              <a:gd name="connsiteY37642" fmla="*/ 866976 h 2398711"/>
              <a:gd name="connsiteX37643" fmla="*/ 1697414 w 2119654"/>
              <a:gd name="connsiteY37643" fmla="*/ 865152 h 2398711"/>
              <a:gd name="connsiteX37644" fmla="*/ 1698445 w 2119654"/>
              <a:gd name="connsiteY37644" fmla="*/ 861715 h 2398711"/>
              <a:gd name="connsiteX37645" fmla="*/ 1698597 w 2119654"/>
              <a:gd name="connsiteY37645" fmla="*/ 860786 h 2398711"/>
              <a:gd name="connsiteX37646" fmla="*/ 1103191 w 2119654"/>
              <a:gd name="connsiteY37646" fmla="*/ 2193252 h 2398711"/>
              <a:gd name="connsiteX37647" fmla="*/ 1104605 w 2119654"/>
              <a:gd name="connsiteY37647" fmla="*/ 2194994 h 2398711"/>
              <a:gd name="connsiteX37648" fmla="*/ 1109500 w 2119654"/>
              <a:gd name="connsiteY37648" fmla="*/ 2191838 h 2398711"/>
              <a:gd name="connsiteX37649" fmla="*/ 1109259 w 2119654"/>
              <a:gd name="connsiteY37649" fmla="*/ 2191492 h 2398711"/>
              <a:gd name="connsiteX37650" fmla="*/ 1104031 w 2119654"/>
              <a:gd name="connsiteY37650" fmla="*/ 2192504 h 2398711"/>
              <a:gd name="connsiteX37651" fmla="*/ 1106164 w 2119654"/>
              <a:gd name="connsiteY37651" fmla="*/ 2186304 h 2398711"/>
              <a:gd name="connsiteX37652" fmla="*/ 1106520 w 2119654"/>
              <a:gd name="connsiteY37652" fmla="*/ 2186861 h 2398711"/>
              <a:gd name="connsiteX37653" fmla="*/ 1106764 w 2119654"/>
              <a:gd name="connsiteY37653" fmla="*/ 2186976 h 2398711"/>
              <a:gd name="connsiteX37654" fmla="*/ 1107256 w 2119654"/>
              <a:gd name="connsiteY37654" fmla="*/ 2186564 h 2398711"/>
              <a:gd name="connsiteX37655" fmla="*/ 1108687 w 2119654"/>
              <a:gd name="connsiteY37655" fmla="*/ 2184943 h 2398711"/>
              <a:gd name="connsiteX37656" fmla="*/ 1107378 w 2119654"/>
              <a:gd name="connsiteY37656" fmla="*/ 2184586 h 2398711"/>
              <a:gd name="connsiteX37657" fmla="*/ 1068800 w 2119654"/>
              <a:gd name="connsiteY37657" fmla="*/ 2269899 h 2398711"/>
              <a:gd name="connsiteX37658" fmla="*/ 1070134 w 2119654"/>
              <a:gd name="connsiteY37658" fmla="*/ 2271265 h 2398711"/>
              <a:gd name="connsiteX37659" fmla="*/ 1074417 w 2119654"/>
              <a:gd name="connsiteY37659" fmla="*/ 2269427 h 2398711"/>
              <a:gd name="connsiteX37660" fmla="*/ 1078425 w 2119654"/>
              <a:gd name="connsiteY37660" fmla="*/ 2266647 h 2398711"/>
              <a:gd name="connsiteX37661" fmla="*/ 1077695 w 2119654"/>
              <a:gd name="connsiteY37661" fmla="*/ 2266363 h 2398711"/>
              <a:gd name="connsiteX37662" fmla="*/ 1701879 w 2119654"/>
              <a:gd name="connsiteY37662" fmla="*/ 852262 h 2398711"/>
              <a:gd name="connsiteX37663" fmla="*/ 1700810 w 2119654"/>
              <a:gd name="connsiteY37663" fmla="*/ 856014 h 2398711"/>
              <a:gd name="connsiteX37664" fmla="*/ 1701114 w 2119654"/>
              <a:gd name="connsiteY37664" fmla="*/ 855461 h 2398711"/>
              <a:gd name="connsiteX37665" fmla="*/ 1702007 w 2119654"/>
              <a:gd name="connsiteY37665" fmla="*/ 853781 h 2398711"/>
              <a:gd name="connsiteX37666" fmla="*/ 1071493 w 2119654"/>
              <a:gd name="connsiteY37666" fmla="*/ 2263714 h 2398711"/>
              <a:gd name="connsiteX37667" fmla="*/ 1074570 w 2119654"/>
              <a:gd name="connsiteY37667" fmla="*/ 2264957 h 2398711"/>
              <a:gd name="connsiteX37668" fmla="*/ 1077258 w 2119654"/>
              <a:gd name="connsiteY37668" fmla="*/ 2266003 h 2398711"/>
              <a:gd name="connsiteX37669" fmla="*/ 1078183 w 2119654"/>
              <a:gd name="connsiteY37669" fmla="*/ 2265635 h 2398711"/>
              <a:gd name="connsiteX37670" fmla="*/ 1076529 w 2119654"/>
              <a:gd name="connsiteY37670" fmla="*/ 2261680 h 2398711"/>
              <a:gd name="connsiteX37671" fmla="*/ 1703428 w 2119654"/>
              <a:gd name="connsiteY37671" fmla="*/ 848663 h 2398711"/>
              <a:gd name="connsiteX37672" fmla="*/ 1703409 w 2119654"/>
              <a:gd name="connsiteY37672" fmla="*/ 851145 h 2398711"/>
              <a:gd name="connsiteX37673" fmla="*/ 1704262 w 2119654"/>
              <a:gd name="connsiteY37673" fmla="*/ 849542 h 2398711"/>
              <a:gd name="connsiteX37674" fmla="*/ 1704240 w 2119654"/>
              <a:gd name="connsiteY37674" fmla="*/ 847487 h 2398711"/>
              <a:gd name="connsiteX37675" fmla="*/ 1776626 w 2119654"/>
              <a:gd name="connsiteY37675" fmla="*/ 684695 h 2398711"/>
              <a:gd name="connsiteX37676" fmla="*/ 1776745 w 2119654"/>
              <a:gd name="connsiteY37676" fmla="*/ 684868 h 2398711"/>
              <a:gd name="connsiteX37677" fmla="*/ 1774874 w 2119654"/>
              <a:gd name="connsiteY37677" fmla="*/ 710964 h 2398711"/>
              <a:gd name="connsiteX37678" fmla="*/ 1771739 w 2119654"/>
              <a:gd name="connsiteY37678" fmla="*/ 744364 h 2398711"/>
              <a:gd name="connsiteX37679" fmla="*/ 1775592 w 2119654"/>
              <a:gd name="connsiteY37679" fmla="*/ 699136 h 2398711"/>
              <a:gd name="connsiteX37680" fmla="*/ 1074613 w 2119654"/>
              <a:gd name="connsiteY37680" fmla="*/ 2256324 h 2398711"/>
              <a:gd name="connsiteX37681" fmla="*/ 1076061 w 2119654"/>
              <a:gd name="connsiteY37681" fmla="*/ 2259784 h 2398711"/>
              <a:gd name="connsiteX37682" fmla="*/ 1077491 w 2119654"/>
              <a:gd name="connsiteY37682" fmla="*/ 2261064 h 2398711"/>
              <a:gd name="connsiteX37683" fmla="*/ 1095400 w 2119654"/>
              <a:gd name="connsiteY37683" fmla="*/ 2253552 h 2398711"/>
              <a:gd name="connsiteX37684" fmla="*/ 1099298 w 2119654"/>
              <a:gd name="connsiteY37684" fmla="*/ 2248776 h 2398711"/>
              <a:gd name="connsiteX37685" fmla="*/ 1086647 w 2119654"/>
              <a:gd name="connsiteY37685" fmla="*/ 2251412 h 2398711"/>
              <a:gd name="connsiteX37686" fmla="*/ 1079270 w 2119654"/>
              <a:gd name="connsiteY37686" fmla="*/ 2252043 h 2398711"/>
              <a:gd name="connsiteX37687" fmla="*/ 1702947 w 2119654"/>
              <a:gd name="connsiteY37687" fmla="*/ 849357 h 2398711"/>
              <a:gd name="connsiteX37688" fmla="*/ 1703085 w 2119654"/>
              <a:gd name="connsiteY37688" fmla="*/ 850990 h 2398711"/>
              <a:gd name="connsiteX37689" fmla="*/ 1703099 w 2119654"/>
              <a:gd name="connsiteY37689" fmla="*/ 849138 h 2398711"/>
              <a:gd name="connsiteX37690" fmla="*/ 1102468 w 2119654"/>
              <a:gd name="connsiteY37690" fmla="*/ 2193896 h 2398711"/>
              <a:gd name="connsiteX37691" fmla="*/ 1104116 w 2119654"/>
              <a:gd name="connsiteY37691" fmla="*/ 2195262 h 2398711"/>
              <a:gd name="connsiteX37692" fmla="*/ 1104157 w 2119654"/>
              <a:gd name="connsiteY37692" fmla="*/ 2195239 h 2398711"/>
              <a:gd name="connsiteX37693" fmla="*/ 1102816 w 2119654"/>
              <a:gd name="connsiteY37693" fmla="*/ 2193587 h 2398711"/>
              <a:gd name="connsiteX37694" fmla="*/ 1104130 w 2119654"/>
              <a:gd name="connsiteY37694" fmla="*/ 2189183 h 2398711"/>
              <a:gd name="connsiteX37695" fmla="*/ 1104876 w 2119654"/>
              <a:gd name="connsiteY37695" fmla="*/ 2188558 h 2398711"/>
              <a:gd name="connsiteX37696" fmla="*/ 1104648 w 2119654"/>
              <a:gd name="connsiteY37696" fmla="*/ 2188450 h 2398711"/>
              <a:gd name="connsiteX37697" fmla="*/ 1703109 w 2119654"/>
              <a:gd name="connsiteY37697" fmla="*/ 847950 h 2398711"/>
              <a:gd name="connsiteX37698" fmla="*/ 1702893 w 2119654"/>
              <a:gd name="connsiteY37698" fmla="*/ 848707 h 2398711"/>
              <a:gd name="connsiteX37699" fmla="*/ 1702930 w 2119654"/>
              <a:gd name="connsiteY37699" fmla="*/ 849152 h 2398711"/>
              <a:gd name="connsiteX37700" fmla="*/ 1703101 w 2119654"/>
              <a:gd name="connsiteY37700" fmla="*/ 848904 h 2398711"/>
              <a:gd name="connsiteX37701" fmla="*/ 1669265 w 2119654"/>
              <a:gd name="connsiteY37701" fmla="*/ 923696 h 2398711"/>
              <a:gd name="connsiteX37702" fmla="*/ 1669269 w 2119654"/>
              <a:gd name="connsiteY37702" fmla="*/ 923711 h 2398711"/>
              <a:gd name="connsiteX37703" fmla="*/ 1669293 w 2119654"/>
              <a:gd name="connsiteY37703" fmla="*/ 923669 h 2398711"/>
              <a:gd name="connsiteX37704" fmla="*/ 1073418 w 2119654"/>
              <a:gd name="connsiteY37704" fmla="*/ 2257423 h 2398711"/>
              <a:gd name="connsiteX37705" fmla="*/ 1075542 w 2119654"/>
              <a:gd name="connsiteY37705" fmla="*/ 2259322 h 2398711"/>
              <a:gd name="connsiteX37706" fmla="*/ 1074378 w 2119654"/>
              <a:gd name="connsiteY37706" fmla="*/ 2256539 h 2398711"/>
              <a:gd name="connsiteX37707" fmla="*/ 1700777 w 2119654"/>
              <a:gd name="connsiteY37707" fmla="*/ 852497 h 2398711"/>
              <a:gd name="connsiteX37708" fmla="*/ 1700326 w 2119654"/>
              <a:gd name="connsiteY37708" fmla="*/ 855266 h 2398711"/>
              <a:gd name="connsiteX37709" fmla="*/ 1700349 w 2119654"/>
              <a:gd name="connsiteY37709" fmla="*/ 855368 h 2398711"/>
              <a:gd name="connsiteX37710" fmla="*/ 1701544 w 2119654"/>
              <a:gd name="connsiteY37710" fmla="*/ 851388 h 2398711"/>
              <a:gd name="connsiteX37711" fmla="*/ 1105537 w 2119654"/>
              <a:gd name="connsiteY37711" fmla="*/ 2185323 h 2398711"/>
              <a:gd name="connsiteX37712" fmla="*/ 1105836 w 2119654"/>
              <a:gd name="connsiteY37712" fmla="*/ 2185791 h 2398711"/>
              <a:gd name="connsiteX37713" fmla="*/ 1106542 w 2119654"/>
              <a:gd name="connsiteY37713" fmla="*/ 2184792 h 2398711"/>
              <a:gd name="connsiteX37714" fmla="*/ 1674776 w 2119654"/>
              <a:gd name="connsiteY37714" fmla="*/ 910631 h 2398711"/>
              <a:gd name="connsiteX37715" fmla="*/ 1674784 w 2119654"/>
              <a:gd name="connsiteY37715" fmla="*/ 910692 h 2398711"/>
              <a:gd name="connsiteX37716" fmla="*/ 1675041 w 2119654"/>
              <a:gd name="connsiteY37716" fmla="*/ 910369 h 2398711"/>
              <a:gd name="connsiteX37717" fmla="*/ 1675267 w 2119654"/>
              <a:gd name="connsiteY37717" fmla="*/ 909825 h 2398711"/>
              <a:gd name="connsiteX37718" fmla="*/ 1703806 w 2119654"/>
              <a:gd name="connsiteY37718" fmla="*/ 845501 h 2398711"/>
              <a:gd name="connsiteX37719" fmla="*/ 1703442 w 2119654"/>
              <a:gd name="connsiteY37719" fmla="*/ 846779 h 2398711"/>
              <a:gd name="connsiteX37720" fmla="*/ 1703430 w 2119654"/>
              <a:gd name="connsiteY37720" fmla="*/ 848429 h 2398711"/>
              <a:gd name="connsiteX37721" fmla="*/ 1704220 w 2119654"/>
              <a:gd name="connsiteY37721" fmla="*/ 847286 h 2398711"/>
              <a:gd name="connsiteX37722" fmla="*/ 1064430 w 2119654"/>
              <a:gd name="connsiteY37722" fmla="*/ 2276866 h 2398711"/>
              <a:gd name="connsiteX37723" fmla="*/ 1070168 w 2119654"/>
              <a:gd name="connsiteY37723" fmla="*/ 2273386 h 2398711"/>
              <a:gd name="connsiteX37724" fmla="*/ 1068374 w 2119654"/>
              <a:gd name="connsiteY37724" fmla="*/ 2274132 h 2398711"/>
              <a:gd name="connsiteX37725" fmla="*/ 1669859 w 2119654"/>
              <a:gd name="connsiteY37725" fmla="*/ 920726 h 2398711"/>
              <a:gd name="connsiteX37726" fmla="*/ 1669064 w 2119654"/>
              <a:gd name="connsiteY37726" fmla="*/ 922917 h 2398711"/>
              <a:gd name="connsiteX37727" fmla="*/ 1669081 w 2119654"/>
              <a:gd name="connsiteY37727" fmla="*/ 923061 h 2398711"/>
              <a:gd name="connsiteX37728" fmla="*/ 1669208 w 2119654"/>
              <a:gd name="connsiteY37728" fmla="*/ 923500 h 2398711"/>
              <a:gd name="connsiteX37729" fmla="*/ 1669607 w 2119654"/>
              <a:gd name="connsiteY37729" fmla="*/ 923110 h 2398711"/>
              <a:gd name="connsiteX37730" fmla="*/ 1670049 w 2119654"/>
              <a:gd name="connsiteY37730" fmla="*/ 922324 h 2398711"/>
              <a:gd name="connsiteX37731" fmla="*/ 1671540 w 2119654"/>
              <a:gd name="connsiteY37731" fmla="*/ 918753 h 2398711"/>
              <a:gd name="connsiteX37732" fmla="*/ 1699259 w 2119654"/>
              <a:gd name="connsiteY37732" fmla="*/ 854694 h 2398711"/>
              <a:gd name="connsiteX37733" fmla="*/ 1697591 w 2119654"/>
              <a:gd name="connsiteY37733" fmla="*/ 861869 h 2398711"/>
              <a:gd name="connsiteX37734" fmla="*/ 1698770 w 2119654"/>
              <a:gd name="connsiteY37734" fmla="*/ 859724 h 2398711"/>
              <a:gd name="connsiteX37735" fmla="*/ 1699614 w 2119654"/>
              <a:gd name="connsiteY37735" fmla="*/ 854554 h 2398711"/>
              <a:gd name="connsiteX37736" fmla="*/ 1699550 w 2119654"/>
              <a:gd name="connsiteY37736" fmla="*/ 854273 h 2398711"/>
              <a:gd name="connsiteX37737" fmla="*/ 1101416 w 2119654"/>
              <a:gd name="connsiteY37737" fmla="*/ 2193024 h 2398711"/>
              <a:gd name="connsiteX37738" fmla="*/ 1101494 w 2119654"/>
              <a:gd name="connsiteY37738" fmla="*/ 2193089 h 2398711"/>
              <a:gd name="connsiteX37739" fmla="*/ 1101593 w 2119654"/>
              <a:gd name="connsiteY37739" fmla="*/ 2192977 h 2398711"/>
              <a:gd name="connsiteX37740" fmla="*/ 1101426 w 2119654"/>
              <a:gd name="connsiteY37740" fmla="*/ 2193009 h 2398711"/>
              <a:gd name="connsiteX37741" fmla="*/ 1699453 w 2119654"/>
              <a:gd name="connsiteY37741" fmla="*/ 853856 h 2398711"/>
              <a:gd name="connsiteX37742" fmla="*/ 1699339 w 2119654"/>
              <a:gd name="connsiteY37742" fmla="*/ 854348 h 2398711"/>
              <a:gd name="connsiteX37743" fmla="*/ 1699510 w 2119654"/>
              <a:gd name="connsiteY37743" fmla="*/ 854102 h 2398711"/>
              <a:gd name="connsiteX37744" fmla="*/ 1104462 w 2119654"/>
              <a:gd name="connsiteY37744" fmla="*/ 2185891 h 2398711"/>
              <a:gd name="connsiteX37745" fmla="*/ 1105440 w 2119654"/>
              <a:gd name="connsiteY37745" fmla="*/ 2186352 h 2398711"/>
              <a:gd name="connsiteX37746" fmla="*/ 1105556 w 2119654"/>
              <a:gd name="connsiteY37746" fmla="*/ 2186188 h 2398711"/>
              <a:gd name="connsiteX37747" fmla="*/ 1105110 w 2119654"/>
              <a:gd name="connsiteY37747" fmla="*/ 2185549 h 2398711"/>
              <a:gd name="connsiteX37748" fmla="*/ 1671681 w 2119654"/>
              <a:gd name="connsiteY37748" fmla="*/ 915709 h 2398711"/>
              <a:gd name="connsiteX37749" fmla="*/ 1670043 w 2119654"/>
              <a:gd name="connsiteY37749" fmla="*/ 920221 h 2398711"/>
              <a:gd name="connsiteX37750" fmla="*/ 1671778 w 2119654"/>
              <a:gd name="connsiteY37750" fmla="*/ 918183 h 2398711"/>
              <a:gd name="connsiteX37751" fmla="*/ 1672370 w 2119654"/>
              <a:gd name="connsiteY37751" fmla="*/ 916764 h 2398711"/>
              <a:gd name="connsiteX37752" fmla="*/ 1672457 w 2119654"/>
              <a:gd name="connsiteY37752" fmla="*/ 915788 h 2398711"/>
              <a:gd name="connsiteX37753" fmla="*/ 1672193 w 2119654"/>
              <a:gd name="connsiteY37753" fmla="*/ 914870 h 2398711"/>
              <a:gd name="connsiteX37754" fmla="*/ 1073811 w 2119654"/>
              <a:gd name="connsiteY37754" fmla="*/ 2254408 h 2398711"/>
              <a:gd name="connsiteX37755" fmla="*/ 1073839 w 2119654"/>
              <a:gd name="connsiteY37755" fmla="*/ 2254474 h 2398711"/>
              <a:gd name="connsiteX37756" fmla="*/ 1074335 w 2119654"/>
              <a:gd name="connsiteY37756" fmla="*/ 2254018 h 2398711"/>
              <a:gd name="connsiteX37757" fmla="*/ 1094043 w 2119654"/>
              <a:gd name="connsiteY37757" fmla="*/ 2209031 h 2398711"/>
              <a:gd name="connsiteX37758" fmla="*/ 1098049 w 2119654"/>
              <a:gd name="connsiteY37758" fmla="*/ 2208772 h 2398711"/>
              <a:gd name="connsiteX37759" fmla="*/ 1097272 w 2119654"/>
              <a:gd name="connsiteY37759" fmla="*/ 2208099 h 2398711"/>
              <a:gd name="connsiteX37760" fmla="*/ 1703463 w 2119654"/>
              <a:gd name="connsiteY37760" fmla="*/ 844020 h 2398711"/>
              <a:gd name="connsiteX37761" fmla="*/ 1703456 w 2119654"/>
              <a:gd name="connsiteY37761" fmla="*/ 845014 h 2398711"/>
              <a:gd name="connsiteX37762" fmla="*/ 1703590 w 2119654"/>
              <a:gd name="connsiteY37762" fmla="*/ 844567 h 2398711"/>
              <a:gd name="connsiteX37763" fmla="*/ 1735021 w 2119654"/>
              <a:gd name="connsiteY37763" fmla="*/ 773208 h 2398711"/>
              <a:gd name="connsiteX37764" fmla="*/ 1724000 w 2119654"/>
              <a:gd name="connsiteY37764" fmla="*/ 798955 h 2398711"/>
              <a:gd name="connsiteX37765" fmla="*/ 1725870 w 2119654"/>
              <a:gd name="connsiteY37765" fmla="*/ 806804 h 2398711"/>
              <a:gd name="connsiteX37766" fmla="*/ 1727081 w 2119654"/>
              <a:gd name="connsiteY37766" fmla="*/ 804321 h 2398711"/>
              <a:gd name="connsiteX37767" fmla="*/ 1732996 w 2119654"/>
              <a:gd name="connsiteY37767" fmla="*/ 791106 h 2398711"/>
              <a:gd name="connsiteX37768" fmla="*/ 1733047 w 2119654"/>
              <a:gd name="connsiteY37768" fmla="*/ 791309 h 2398711"/>
              <a:gd name="connsiteX37769" fmla="*/ 1725955 w 2119654"/>
              <a:gd name="connsiteY37769" fmla="*/ 807156 h 2398711"/>
              <a:gd name="connsiteX37770" fmla="*/ 1726633 w 2119654"/>
              <a:gd name="connsiteY37770" fmla="*/ 810001 h 2398711"/>
              <a:gd name="connsiteX37771" fmla="*/ 1737337 w 2119654"/>
              <a:gd name="connsiteY37771" fmla="*/ 784994 h 2398711"/>
              <a:gd name="connsiteX37772" fmla="*/ 1715234 w 2119654"/>
              <a:gd name="connsiteY37772" fmla="*/ 817475 h 2398711"/>
              <a:gd name="connsiteX37773" fmla="*/ 1715881 w 2119654"/>
              <a:gd name="connsiteY37773" fmla="*/ 827288 h 2398711"/>
              <a:gd name="connsiteX37774" fmla="*/ 1724928 w 2119654"/>
              <a:gd name="connsiteY37774" fmla="*/ 808737 h 2398711"/>
              <a:gd name="connsiteX37775" fmla="*/ 1723315 w 2119654"/>
              <a:gd name="connsiteY37775" fmla="*/ 800531 h 2398711"/>
              <a:gd name="connsiteX37776" fmla="*/ 1701518 w 2119654"/>
              <a:gd name="connsiteY37776" fmla="*/ 847960 h 2398711"/>
              <a:gd name="connsiteX37777" fmla="*/ 1700827 w 2119654"/>
              <a:gd name="connsiteY37777" fmla="*/ 852195 h 2398711"/>
              <a:gd name="connsiteX37778" fmla="*/ 1701665 w 2119654"/>
              <a:gd name="connsiteY37778" fmla="*/ 850983 h 2398711"/>
              <a:gd name="connsiteX37779" fmla="*/ 1701749 w 2119654"/>
              <a:gd name="connsiteY37779" fmla="*/ 850706 h 2398711"/>
              <a:gd name="connsiteX37780" fmla="*/ 1709815 w 2119654"/>
              <a:gd name="connsiteY37780" fmla="*/ 828840 h 2398711"/>
              <a:gd name="connsiteX37781" fmla="*/ 1710321 w 2119654"/>
              <a:gd name="connsiteY37781" fmla="*/ 835205 h 2398711"/>
              <a:gd name="connsiteX37782" fmla="*/ 1710494 w 2119654"/>
              <a:gd name="connsiteY37782" fmla="*/ 837825 h 2398711"/>
              <a:gd name="connsiteX37783" fmla="*/ 1713479 w 2119654"/>
              <a:gd name="connsiteY37783" fmla="*/ 832213 h 2398711"/>
              <a:gd name="connsiteX37784" fmla="*/ 1715414 w 2119654"/>
              <a:gd name="connsiteY37784" fmla="*/ 828245 h 2398711"/>
              <a:gd name="connsiteX37785" fmla="*/ 1714768 w 2119654"/>
              <a:gd name="connsiteY37785" fmla="*/ 818452 h 2398711"/>
              <a:gd name="connsiteX37786" fmla="*/ 1700374 w 2119654"/>
              <a:gd name="connsiteY37786" fmla="*/ 849894 h 2398711"/>
              <a:gd name="connsiteX37787" fmla="*/ 1699727 w 2119654"/>
              <a:gd name="connsiteY37787" fmla="*/ 852681 h 2398711"/>
              <a:gd name="connsiteX37788" fmla="*/ 1699840 w 2119654"/>
              <a:gd name="connsiteY37788" fmla="*/ 853168 h 2398711"/>
              <a:gd name="connsiteX37789" fmla="*/ 1087222 w 2119654"/>
              <a:gd name="connsiteY37789" fmla="*/ 2222824 h 2398711"/>
              <a:gd name="connsiteX37790" fmla="*/ 1089195 w 2119654"/>
              <a:gd name="connsiteY37790" fmla="*/ 2225349 h 2398711"/>
              <a:gd name="connsiteX37791" fmla="*/ 1091397 w 2119654"/>
              <a:gd name="connsiteY37791" fmla="*/ 2222629 h 2398711"/>
              <a:gd name="connsiteX37792" fmla="*/ 1090111 w 2119654"/>
              <a:gd name="connsiteY37792" fmla="*/ 2221703 h 2398711"/>
              <a:gd name="connsiteX37793" fmla="*/ 1089706 w 2119654"/>
              <a:gd name="connsiteY37793" fmla="*/ 2221371 h 2398711"/>
              <a:gd name="connsiteX37794" fmla="*/ 1073455 w 2119654"/>
              <a:gd name="connsiteY37794" fmla="*/ 2253558 h 2398711"/>
              <a:gd name="connsiteX37795" fmla="*/ 1073613 w 2119654"/>
              <a:gd name="connsiteY37795" fmla="*/ 2253934 h 2398711"/>
              <a:gd name="connsiteX37796" fmla="*/ 1075745 w 2119654"/>
              <a:gd name="connsiteY37796" fmla="*/ 2252345 h 2398711"/>
              <a:gd name="connsiteX37797" fmla="*/ 1074585 w 2119654"/>
              <a:gd name="connsiteY37797" fmla="*/ 2252444 h 2398711"/>
              <a:gd name="connsiteX37798" fmla="*/ 1104575 w 2119654"/>
              <a:gd name="connsiteY37798" fmla="*/ 2183820 h 2398711"/>
              <a:gd name="connsiteX37799" fmla="*/ 1105290 w 2119654"/>
              <a:gd name="connsiteY37799" fmla="*/ 2184937 h 2398711"/>
              <a:gd name="connsiteX37800" fmla="*/ 1106440 w 2119654"/>
              <a:gd name="connsiteY37800" fmla="*/ 2184330 h 2398711"/>
              <a:gd name="connsiteX37801" fmla="*/ 1680380 w 2119654"/>
              <a:gd name="connsiteY37801" fmla="*/ 894463 h 2398711"/>
              <a:gd name="connsiteX37802" fmla="*/ 1680656 w 2119654"/>
              <a:gd name="connsiteY37802" fmla="*/ 896267 h 2398711"/>
              <a:gd name="connsiteX37803" fmla="*/ 1680849 w 2119654"/>
              <a:gd name="connsiteY37803" fmla="*/ 895680 h 2398711"/>
              <a:gd name="connsiteX37804" fmla="*/ 1681536 w 2119654"/>
              <a:gd name="connsiteY37804" fmla="*/ 893106 h 2398711"/>
              <a:gd name="connsiteX37805" fmla="*/ 1681396 w 2119654"/>
              <a:gd name="connsiteY37805" fmla="*/ 892614 h 2398711"/>
              <a:gd name="connsiteX37806" fmla="*/ 1706685 w 2119654"/>
              <a:gd name="connsiteY37806" fmla="*/ 835407 h 2398711"/>
              <a:gd name="connsiteX37807" fmla="*/ 1705793 w 2119654"/>
              <a:gd name="connsiteY37807" fmla="*/ 838535 h 2398711"/>
              <a:gd name="connsiteX37808" fmla="*/ 1706382 w 2119654"/>
              <a:gd name="connsiteY37808" fmla="*/ 845555 h 2398711"/>
              <a:gd name="connsiteX37809" fmla="*/ 1710142 w 2119654"/>
              <a:gd name="connsiteY37809" fmla="*/ 838486 h 2398711"/>
              <a:gd name="connsiteX37810" fmla="*/ 1709544 w 2119654"/>
              <a:gd name="connsiteY37810" fmla="*/ 829410 h 2398711"/>
              <a:gd name="connsiteX37811" fmla="*/ 1676055 w 2119654"/>
              <a:gd name="connsiteY37811" fmla="*/ 903668 h 2398711"/>
              <a:gd name="connsiteX37812" fmla="*/ 1674487 w 2119654"/>
              <a:gd name="connsiteY37812" fmla="*/ 907985 h 2398711"/>
              <a:gd name="connsiteX37813" fmla="*/ 1676220 w 2119654"/>
              <a:gd name="connsiteY37813" fmla="*/ 905141 h 2398711"/>
              <a:gd name="connsiteX37814" fmla="*/ 1703667 w 2119654"/>
              <a:gd name="connsiteY37814" fmla="*/ 841733 h 2398711"/>
              <a:gd name="connsiteX37815" fmla="*/ 1704003 w 2119654"/>
              <a:gd name="connsiteY37815" fmla="*/ 843189 h 2398711"/>
              <a:gd name="connsiteX37816" fmla="*/ 1704187 w 2119654"/>
              <a:gd name="connsiteY37816" fmla="*/ 842579 h 2398711"/>
              <a:gd name="connsiteX37817" fmla="*/ 1704167 w 2119654"/>
              <a:gd name="connsiteY37817" fmla="*/ 840686 h 2398711"/>
              <a:gd name="connsiteX37818" fmla="*/ 1702510 w 2119654"/>
              <a:gd name="connsiteY37818" fmla="*/ 844159 h 2398711"/>
              <a:gd name="connsiteX37819" fmla="*/ 1702774 w 2119654"/>
              <a:gd name="connsiteY37819" fmla="*/ 847289 h 2398711"/>
              <a:gd name="connsiteX37820" fmla="*/ 1703122 w 2119654"/>
              <a:gd name="connsiteY37820" fmla="*/ 846126 h 2398711"/>
              <a:gd name="connsiteX37821" fmla="*/ 1703148 w 2119654"/>
              <a:gd name="connsiteY37821" fmla="*/ 842823 h 2398711"/>
              <a:gd name="connsiteX37822" fmla="*/ 1677485 w 2119654"/>
              <a:gd name="connsiteY37822" fmla="*/ 899730 h 2398711"/>
              <a:gd name="connsiteX37823" fmla="*/ 1676944 w 2119654"/>
              <a:gd name="connsiteY37823" fmla="*/ 901218 h 2398711"/>
              <a:gd name="connsiteX37824" fmla="*/ 1677203 w 2119654"/>
              <a:gd name="connsiteY37824" fmla="*/ 903527 h 2398711"/>
              <a:gd name="connsiteX37825" fmla="*/ 1679404 w 2119654"/>
              <a:gd name="connsiteY37825" fmla="*/ 899917 h 2398711"/>
              <a:gd name="connsiteX37826" fmla="*/ 1679648 w 2119654"/>
              <a:gd name="connsiteY37826" fmla="*/ 899330 h 2398711"/>
              <a:gd name="connsiteX37827" fmla="*/ 1680334 w 2119654"/>
              <a:gd name="connsiteY37827" fmla="*/ 897249 h 2398711"/>
              <a:gd name="connsiteX37828" fmla="*/ 1680082 w 2119654"/>
              <a:gd name="connsiteY37828" fmla="*/ 895006 h 2398711"/>
              <a:gd name="connsiteX37829" fmla="*/ 1071758 w 2119654"/>
              <a:gd name="connsiteY37829" fmla="*/ 2255939 h 2398711"/>
              <a:gd name="connsiteX37830" fmla="*/ 1072005 w 2119654"/>
              <a:gd name="connsiteY37830" fmla="*/ 2256160 h 2398711"/>
              <a:gd name="connsiteX37831" fmla="*/ 1073604 w 2119654"/>
              <a:gd name="connsiteY37831" fmla="*/ 2254689 h 2398711"/>
              <a:gd name="connsiteX37832" fmla="*/ 1073564 w 2119654"/>
              <a:gd name="connsiteY37832" fmla="*/ 2254593 h 2398711"/>
              <a:gd name="connsiteX37833" fmla="*/ 1696444 w 2119654"/>
              <a:gd name="connsiteY37833" fmla="*/ 856879 h 2398711"/>
              <a:gd name="connsiteX37834" fmla="*/ 1696325 w 2119654"/>
              <a:gd name="connsiteY37834" fmla="*/ 857380 h 2398711"/>
              <a:gd name="connsiteX37835" fmla="*/ 1696183 w 2119654"/>
              <a:gd name="connsiteY37835" fmla="*/ 858248 h 2398711"/>
              <a:gd name="connsiteX37836" fmla="*/ 1696556 w 2119654"/>
              <a:gd name="connsiteY37836" fmla="*/ 856644 h 2398711"/>
              <a:gd name="connsiteX37837" fmla="*/ 1110688 w 2119654"/>
              <a:gd name="connsiteY37837" fmla="*/ 2168465 h 2398711"/>
              <a:gd name="connsiteX37838" fmla="*/ 1113812 w 2119654"/>
              <a:gd name="connsiteY37838" fmla="*/ 2170211 h 2398711"/>
              <a:gd name="connsiteX37839" fmla="*/ 1115694 w 2119654"/>
              <a:gd name="connsiteY37839" fmla="*/ 2169116 h 2398711"/>
              <a:gd name="connsiteX37840" fmla="*/ 1114677 w 2119654"/>
              <a:gd name="connsiteY37840" fmla="*/ 2168370 h 2398711"/>
              <a:gd name="connsiteX37841" fmla="*/ 1073045 w 2119654"/>
              <a:gd name="connsiteY37841" fmla="*/ 2252577 h 2398711"/>
              <a:gd name="connsiteX37842" fmla="*/ 1073318 w 2119654"/>
              <a:gd name="connsiteY37842" fmla="*/ 2253229 h 2398711"/>
              <a:gd name="connsiteX37843" fmla="*/ 1074069 w 2119654"/>
              <a:gd name="connsiteY37843" fmla="*/ 2252489 h 2398711"/>
              <a:gd name="connsiteX37844" fmla="*/ 1679856 w 2119654"/>
              <a:gd name="connsiteY37844" fmla="*/ 893201 h 2398711"/>
              <a:gd name="connsiteX37845" fmla="*/ 1678861 w 2119654"/>
              <a:gd name="connsiteY37845" fmla="*/ 895941 h 2398711"/>
              <a:gd name="connsiteX37846" fmla="*/ 1679962 w 2119654"/>
              <a:gd name="connsiteY37846" fmla="*/ 893938 h 2398711"/>
              <a:gd name="connsiteX37847" fmla="*/ 1679944 w 2119654"/>
              <a:gd name="connsiteY37847" fmla="*/ 893775 h 2398711"/>
              <a:gd name="connsiteX37848" fmla="*/ 1095129 w 2119654"/>
              <a:gd name="connsiteY37848" fmla="*/ 2202513 h 2398711"/>
              <a:gd name="connsiteX37849" fmla="*/ 1097836 w 2119654"/>
              <a:gd name="connsiteY37849" fmla="*/ 2204588 h 2398711"/>
              <a:gd name="connsiteX37850" fmla="*/ 1102843 w 2119654"/>
              <a:gd name="connsiteY37850" fmla="*/ 2203142 h 2398711"/>
              <a:gd name="connsiteX37851" fmla="*/ 1100232 w 2119654"/>
              <a:gd name="connsiteY37851" fmla="*/ 2201373 h 2398711"/>
              <a:gd name="connsiteX37852" fmla="*/ 1071407 w 2119654"/>
              <a:gd name="connsiteY37852" fmla="*/ 2255578 h 2398711"/>
              <a:gd name="connsiteX37853" fmla="*/ 1073366 w 2119654"/>
              <a:gd name="connsiteY37853" fmla="*/ 2254118 h 2398711"/>
              <a:gd name="connsiteX37854" fmla="*/ 1073226 w 2119654"/>
              <a:gd name="connsiteY37854" fmla="*/ 2253785 h 2398711"/>
              <a:gd name="connsiteX37855" fmla="*/ 1680812 w 2119654"/>
              <a:gd name="connsiteY37855" fmla="*/ 890568 h 2398711"/>
              <a:gd name="connsiteX37856" fmla="*/ 1680089 w 2119654"/>
              <a:gd name="connsiteY37856" fmla="*/ 892559 h 2398711"/>
              <a:gd name="connsiteX37857" fmla="*/ 1680226 w 2119654"/>
              <a:gd name="connsiteY37857" fmla="*/ 893457 h 2398711"/>
              <a:gd name="connsiteX37858" fmla="*/ 1681155 w 2119654"/>
              <a:gd name="connsiteY37858" fmla="*/ 891768 h 2398711"/>
              <a:gd name="connsiteX37859" fmla="*/ 1686962 w 2119654"/>
              <a:gd name="connsiteY37859" fmla="*/ 876764 h 2398711"/>
              <a:gd name="connsiteX37860" fmla="*/ 1686973 w 2119654"/>
              <a:gd name="connsiteY37860" fmla="*/ 877070 h 2398711"/>
              <a:gd name="connsiteX37861" fmla="*/ 1687322 w 2119654"/>
              <a:gd name="connsiteY37861" fmla="*/ 876009 h 2398711"/>
              <a:gd name="connsiteX37862" fmla="*/ 1684719 w 2119654"/>
              <a:gd name="connsiteY37862" fmla="*/ 881468 h 2398711"/>
              <a:gd name="connsiteX37863" fmla="*/ 1684834 w 2119654"/>
              <a:gd name="connsiteY37863" fmla="*/ 881739 h 2398711"/>
              <a:gd name="connsiteX37864" fmla="*/ 1683098 w 2119654"/>
              <a:gd name="connsiteY37864" fmla="*/ 888233 h 2398711"/>
              <a:gd name="connsiteX37865" fmla="*/ 1683600 w 2119654"/>
              <a:gd name="connsiteY37865" fmla="*/ 887320 h 2398711"/>
              <a:gd name="connsiteX37866" fmla="*/ 1686328 w 2119654"/>
              <a:gd name="connsiteY37866" fmla="*/ 879029 h 2398711"/>
              <a:gd name="connsiteX37867" fmla="*/ 1686297 w 2119654"/>
              <a:gd name="connsiteY37867" fmla="*/ 878158 h 2398711"/>
              <a:gd name="connsiteX37868" fmla="*/ 1682193 w 2119654"/>
              <a:gd name="connsiteY37868" fmla="*/ 886766 h 2398711"/>
              <a:gd name="connsiteX37869" fmla="*/ 1682079 w 2119654"/>
              <a:gd name="connsiteY37869" fmla="*/ 887079 h 2398711"/>
              <a:gd name="connsiteX37870" fmla="*/ 1682631 w 2119654"/>
              <a:gd name="connsiteY37870" fmla="*/ 889012 h 2398711"/>
              <a:gd name="connsiteX37871" fmla="*/ 1684556 w 2119654"/>
              <a:gd name="connsiteY37871" fmla="*/ 881811 h 2398711"/>
              <a:gd name="connsiteX37872" fmla="*/ 1067774 w 2119654"/>
              <a:gd name="connsiteY37872" fmla="*/ 2262210 h 2398711"/>
              <a:gd name="connsiteX37873" fmla="*/ 1071307 w 2119654"/>
              <a:gd name="connsiteY37873" fmla="*/ 2263638 h 2398711"/>
              <a:gd name="connsiteX37874" fmla="*/ 1072529 w 2119654"/>
              <a:gd name="connsiteY37874" fmla="*/ 2263145 h 2398711"/>
              <a:gd name="connsiteX37875" fmla="*/ 1076454 w 2119654"/>
              <a:gd name="connsiteY37875" fmla="*/ 2261499 h 2398711"/>
              <a:gd name="connsiteX37876" fmla="*/ 1076264 w 2119654"/>
              <a:gd name="connsiteY37876" fmla="*/ 2261045 h 2398711"/>
              <a:gd name="connsiteX37877" fmla="*/ 1072795 w 2119654"/>
              <a:gd name="connsiteY37877" fmla="*/ 2257957 h 2398711"/>
              <a:gd name="connsiteX37878" fmla="*/ 1093694 w 2119654"/>
              <a:gd name="connsiteY37878" fmla="*/ 2203957 h 2398711"/>
              <a:gd name="connsiteX37879" fmla="*/ 1095238 w 2119654"/>
              <a:gd name="connsiteY37879" fmla="*/ 2205338 h 2398711"/>
              <a:gd name="connsiteX37880" fmla="*/ 1097704 w 2119654"/>
              <a:gd name="connsiteY37880" fmla="*/ 2204626 h 2398711"/>
              <a:gd name="connsiteX37881" fmla="*/ 1094990 w 2119654"/>
              <a:gd name="connsiteY37881" fmla="*/ 2202544 h 2398711"/>
              <a:gd name="connsiteX37882" fmla="*/ 1094635 w 2119654"/>
              <a:gd name="connsiteY37882" fmla="*/ 2202624 h 2398711"/>
              <a:gd name="connsiteX37883" fmla="*/ 1092072 w 2119654"/>
              <a:gd name="connsiteY37883" fmla="*/ 2206251 h 2398711"/>
              <a:gd name="connsiteX37884" fmla="*/ 1094372 w 2119654"/>
              <a:gd name="connsiteY37884" fmla="*/ 2205588 h 2398711"/>
              <a:gd name="connsiteX37885" fmla="*/ 1093236 w 2119654"/>
              <a:gd name="connsiteY37885" fmla="*/ 2204604 h 2398711"/>
              <a:gd name="connsiteX37886" fmla="*/ 1703185 w 2119654"/>
              <a:gd name="connsiteY37886" fmla="*/ 837801 h 2398711"/>
              <a:gd name="connsiteX37887" fmla="*/ 1702972 w 2119654"/>
              <a:gd name="connsiteY37887" fmla="*/ 838722 h 2398711"/>
              <a:gd name="connsiteX37888" fmla="*/ 1703032 w 2119654"/>
              <a:gd name="connsiteY37888" fmla="*/ 838982 h 2398711"/>
              <a:gd name="connsiteX37889" fmla="*/ 1703179 w 2119654"/>
              <a:gd name="connsiteY37889" fmla="*/ 838671 h 2398711"/>
              <a:gd name="connsiteX37890" fmla="*/ 1065229 w 2119654"/>
              <a:gd name="connsiteY37890" fmla="*/ 2266243 h 2398711"/>
              <a:gd name="connsiteX37891" fmla="*/ 1068424 w 2119654"/>
              <a:gd name="connsiteY37891" fmla="*/ 2269515 h 2398711"/>
              <a:gd name="connsiteX37892" fmla="*/ 1077017 w 2119654"/>
              <a:gd name="connsiteY37892" fmla="*/ 2266099 h 2398711"/>
              <a:gd name="connsiteX37893" fmla="*/ 1071193 w 2119654"/>
              <a:gd name="connsiteY37893" fmla="*/ 2263835 h 2398711"/>
              <a:gd name="connsiteX37894" fmla="*/ 1698263 w 2119654"/>
              <a:gd name="connsiteY37894" fmla="*/ 848712 h 2398711"/>
              <a:gd name="connsiteX37895" fmla="*/ 1698217 w 2119654"/>
              <a:gd name="connsiteY37895" fmla="*/ 849076 h 2398711"/>
              <a:gd name="connsiteX37896" fmla="*/ 1698305 w 2119654"/>
              <a:gd name="connsiteY37896" fmla="*/ 848892 h 2398711"/>
              <a:gd name="connsiteX37897" fmla="*/ 1108361 w 2119654"/>
              <a:gd name="connsiteY37897" fmla="*/ 2169614 h 2398711"/>
              <a:gd name="connsiteX37898" fmla="*/ 1110529 w 2119654"/>
              <a:gd name="connsiteY37898" fmla="*/ 2172120 h 2398711"/>
              <a:gd name="connsiteX37899" fmla="*/ 1113466 w 2119654"/>
              <a:gd name="connsiteY37899" fmla="*/ 2170411 h 2398711"/>
              <a:gd name="connsiteX37900" fmla="*/ 1110195 w 2119654"/>
              <a:gd name="connsiteY37900" fmla="*/ 2168584 h 2398711"/>
              <a:gd name="connsiteX37901" fmla="*/ 1095638 w 2119654"/>
              <a:gd name="connsiteY37901" fmla="*/ 2197760 h 2398711"/>
              <a:gd name="connsiteX37902" fmla="*/ 1096109 w 2119654"/>
              <a:gd name="connsiteY37902" fmla="*/ 2198078 h 2398711"/>
              <a:gd name="connsiteX37903" fmla="*/ 1096544 w 2119654"/>
              <a:gd name="connsiteY37903" fmla="*/ 2197981 h 2398711"/>
              <a:gd name="connsiteX37904" fmla="*/ 1097078 w 2119654"/>
              <a:gd name="connsiteY37904" fmla="*/ 2197505 h 2398711"/>
              <a:gd name="connsiteX37905" fmla="*/ 1096556 w 2119654"/>
              <a:gd name="connsiteY37905" fmla="*/ 2197133 h 2398711"/>
              <a:gd name="connsiteX37906" fmla="*/ 1698542 w 2119654"/>
              <a:gd name="connsiteY37906" fmla="*/ 847557 h 2398711"/>
              <a:gd name="connsiteX37907" fmla="*/ 1698604 w 2119654"/>
              <a:gd name="connsiteY37907" fmla="*/ 847828 h 2398711"/>
              <a:gd name="connsiteX37908" fmla="*/ 1698710 w 2119654"/>
              <a:gd name="connsiteY37908" fmla="*/ 847373 h 2398711"/>
              <a:gd name="connsiteX37909" fmla="*/ 1085331 w 2119654"/>
              <a:gd name="connsiteY37909" fmla="*/ 2220405 h 2398711"/>
              <a:gd name="connsiteX37910" fmla="*/ 1087130 w 2119654"/>
              <a:gd name="connsiteY37910" fmla="*/ 2222707 h 2398711"/>
              <a:gd name="connsiteX37911" fmla="*/ 1089583 w 2119654"/>
              <a:gd name="connsiteY37911" fmla="*/ 2221272 h 2398711"/>
              <a:gd name="connsiteX37912" fmla="*/ 1088457 w 2119654"/>
              <a:gd name="connsiteY37912" fmla="*/ 2220349 h 2398711"/>
              <a:gd name="connsiteX37913" fmla="*/ 1086495 w 2119654"/>
              <a:gd name="connsiteY37913" fmla="*/ 2220384 h 2398711"/>
              <a:gd name="connsiteX37914" fmla="*/ 1086765 w 2119654"/>
              <a:gd name="connsiteY37914" fmla="*/ 2221244 h 2398711"/>
              <a:gd name="connsiteX37915" fmla="*/ 1086624 w 2119654"/>
              <a:gd name="connsiteY37915" fmla="*/ 2221164 h 2398711"/>
              <a:gd name="connsiteX37916" fmla="*/ 1086379 w 2119654"/>
              <a:gd name="connsiteY37916" fmla="*/ 2220386 h 2398711"/>
              <a:gd name="connsiteX37917" fmla="*/ 1703762 w 2119654"/>
              <a:gd name="connsiteY37917" fmla="*/ 835320 h 2398711"/>
              <a:gd name="connsiteX37918" fmla="*/ 1703522 w 2119654"/>
              <a:gd name="connsiteY37918" fmla="*/ 836353 h 2398711"/>
              <a:gd name="connsiteX37919" fmla="*/ 1703510 w 2119654"/>
              <a:gd name="connsiteY37919" fmla="*/ 837977 h 2398711"/>
              <a:gd name="connsiteX37920" fmla="*/ 1703914 w 2119654"/>
              <a:gd name="connsiteY37920" fmla="*/ 837129 h 2398711"/>
              <a:gd name="connsiteX37921" fmla="*/ 1099392 w 2119654"/>
              <a:gd name="connsiteY37921" fmla="*/ 2188571 h 2398711"/>
              <a:gd name="connsiteX37922" fmla="*/ 1101112 w 2119654"/>
              <a:gd name="connsiteY37922" fmla="*/ 2190691 h 2398711"/>
              <a:gd name="connsiteX37923" fmla="*/ 1102575 w 2119654"/>
              <a:gd name="connsiteY37923" fmla="*/ 2190407 h 2398711"/>
              <a:gd name="connsiteX37924" fmla="*/ 1104130 w 2119654"/>
              <a:gd name="connsiteY37924" fmla="*/ 2188206 h 2398711"/>
              <a:gd name="connsiteX37925" fmla="*/ 1101990 w 2119654"/>
              <a:gd name="connsiteY37925" fmla="*/ 2187198 h 2398711"/>
              <a:gd name="connsiteX37926" fmla="*/ 1688426 w 2119654"/>
              <a:gd name="connsiteY37926" fmla="*/ 869602 h 2398711"/>
              <a:gd name="connsiteX37927" fmla="*/ 1688418 w 2119654"/>
              <a:gd name="connsiteY37927" fmla="*/ 869625 h 2398711"/>
              <a:gd name="connsiteX37928" fmla="*/ 1688425 w 2119654"/>
              <a:gd name="connsiteY37928" fmla="*/ 869610 h 2398711"/>
              <a:gd name="connsiteX37929" fmla="*/ 1102768 w 2119654"/>
              <a:gd name="connsiteY37929" fmla="*/ 2180993 h 2398711"/>
              <a:gd name="connsiteX37930" fmla="*/ 1103412 w 2119654"/>
              <a:gd name="connsiteY37930" fmla="*/ 2182000 h 2398711"/>
              <a:gd name="connsiteX37931" fmla="*/ 1107263 w 2119654"/>
              <a:gd name="connsiteY37931" fmla="*/ 2182407 h 2398711"/>
              <a:gd name="connsiteX37932" fmla="*/ 1095351 w 2119654"/>
              <a:gd name="connsiteY37932" fmla="*/ 2197566 h 2398711"/>
              <a:gd name="connsiteX37933" fmla="*/ 1095507 w 2119654"/>
              <a:gd name="connsiteY37933" fmla="*/ 2197671 h 2398711"/>
              <a:gd name="connsiteX37934" fmla="*/ 1096427 w 2119654"/>
              <a:gd name="connsiteY37934" fmla="*/ 2197042 h 2398711"/>
              <a:gd name="connsiteX37935" fmla="*/ 1096184 w 2119654"/>
              <a:gd name="connsiteY37935" fmla="*/ 2196870 h 2398711"/>
              <a:gd name="connsiteX37936" fmla="*/ 1072284 w 2119654"/>
              <a:gd name="connsiteY37936" fmla="*/ 2249064 h 2398711"/>
              <a:gd name="connsiteX37937" fmla="*/ 1078951 w 2119654"/>
              <a:gd name="connsiteY37937" fmla="*/ 2247676 h 2398711"/>
              <a:gd name="connsiteX37938" fmla="*/ 1089643 w 2119654"/>
              <a:gd name="connsiteY37938" fmla="*/ 2237133 h 2398711"/>
              <a:gd name="connsiteX37939" fmla="*/ 1080525 w 2119654"/>
              <a:gd name="connsiteY37939" fmla="*/ 2238882 h 2398711"/>
              <a:gd name="connsiteX37940" fmla="*/ 1077908 w 2119654"/>
              <a:gd name="connsiteY37940" fmla="*/ 2242116 h 2398711"/>
              <a:gd name="connsiteX37941" fmla="*/ 1082274 w 2119654"/>
              <a:gd name="connsiteY37941" fmla="*/ 2243967 h 2398711"/>
              <a:gd name="connsiteX37942" fmla="*/ 1081900 w 2119654"/>
              <a:gd name="connsiteY37942" fmla="*/ 2244069 h 2398711"/>
              <a:gd name="connsiteX37943" fmla="*/ 1077751 w 2119654"/>
              <a:gd name="connsiteY37943" fmla="*/ 2242309 h 2398711"/>
              <a:gd name="connsiteX37944" fmla="*/ 1092689 w 2119654"/>
              <a:gd name="connsiteY37944" fmla="*/ 2203059 h 2398711"/>
              <a:gd name="connsiteX37945" fmla="*/ 1093269 w 2119654"/>
              <a:gd name="connsiteY37945" fmla="*/ 2203578 h 2398711"/>
              <a:gd name="connsiteX37946" fmla="*/ 1093814 w 2119654"/>
              <a:gd name="connsiteY37946" fmla="*/ 2202807 h 2398711"/>
              <a:gd name="connsiteX37947" fmla="*/ 1102477 w 2119654"/>
              <a:gd name="connsiteY37947" fmla="*/ 2180536 h 2398711"/>
              <a:gd name="connsiteX37948" fmla="*/ 1102611 w 2119654"/>
              <a:gd name="connsiteY37948" fmla="*/ 2180746 h 2398711"/>
              <a:gd name="connsiteX37949" fmla="*/ 1108164 w 2119654"/>
              <a:gd name="connsiteY37949" fmla="*/ 2182495 h 2398711"/>
              <a:gd name="connsiteX37950" fmla="*/ 1110285 w 2119654"/>
              <a:gd name="connsiteY37950" fmla="*/ 2179493 h 2398711"/>
              <a:gd name="connsiteX37951" fmla="*/ 1102801 w 2119654"/>
              <a:gd name="connsiteY37951" fmla="*/ 2180422 h 2398711"/>
              <a:gd name="connsiteX37952" fmla="*/ 1094235 w 2119654"/>
              <a:gd name="connsiteY37952" fmla="*/ 2198497 h 2398711"/>
              <a:gd name="connsiteX37953" fmla="*/ 1095553 w 2119654"/>
              <a:gd name="connsiteY37953" fmla="*/ 2198202 h 2398711"/>
              <a:gd name="connsiteX37954" fmla="*/ 1095271 w 2119654"/>
              <a:gd name="connsiteY37954" fmla="*/ 2198011 h 2398711"/>
              <a:gd name="connsiteX37955" fmla="*/ 1095212 w 2119654"/>
              <a:gd name="connsiteY37955" fmla="*/ 2198052 h 2398711"/>
              <a:gd name="connsiteX37956" fmla="*/ 1094973 w 2119654"/>
              <a:gd name="connsiteY37956" fmla="*/ 2198034 h 2398711"/>
              <a:gd name="connsiteX37957" fmla="*/ 1095139 w 2119654"/>
              <a:gd name="connsiteY37957" fmla="*/ 2197921 h 2398711"/>
              <a:gd name="connsiteX37958" fmla="*/ 1095021 w 2119654"/>
              <a:gd name="connsiteY37958" fmla="*/ 2197841 h 2398711"/>
              <a:gd name="connsiteX37959" fmla="*/ 1691798 w 2119654"/>
              <a:gd name="connsiteY37959" fmla="*/ 860317 h 2398711"/>
              <a:gd name="connsiteX37960" fmla="*/ 1689125 w 2119654"/>
              <a:gd name="connsiteY37960" fmla="*/ 867680 h 2398711"/>
              <a:gd name="connsiteX37961" fmla="*/ 1689145 w 2119654"/>
              <a:gd name="connsiteY37961" fmla="*/ 868100 h 2398711"/>
              <a:gd name="connsiteX37962" fmla="*/ 1690741 w 2119654"/>
              <a:gd name="connsiteY37962" fmla="*/ 864753 h 2398711"/>
              <a:gd name="connsiteX37963" fmla="*/ 1106641 w 2119654"/>
              <a:gd name="connsiteY37963" fmla="*/ 2170582 h 2398711"/>
              <a:gd name="connsiteX37964" fmla="*/ 1108155 w 2119654"/>
              <a:gd name="connsiteY37964" fmla="*/ 2171449 h 2398711"/>
              <a:gd name="connsiteX37965" fmla="*/ 1109516 w 2119654"/>
              <a:gd name="connsiteY37965" fmla="*/ 2171980 h 2398711"/>
              <a:gd name="connsiteX37966" fmla="*/ 1107757 w 2119654"/>
              <a:gd name="connsiteY37966" fmla="*/ 2169954 h 2398711"/>
              <a:gd name="connsiteX37967" fmla="*/ 1064225 w 2119654"/>
              <a:gd name="connsiteY37967" fmla="*/ 2265215 h 2398711"/>
              <a:gd name="connsiteX37968" fmla="*/ 1065123 w 2119654"/>
              <a:gd name="connsiteY37968" fmla="*/ 2266135 h 2398711"/>
              <a:gd name="connsiteX37969" fmla="*/ 1071003 w 2119654"/>
              <a:gd name="connsiteY37969" fmla="*/ 2263761 h 2398711"/>
              <a:gd name="connsiteX37970" fmla="*/ 1067534 w 2119654"/>
              <a:gd name="connsiteY37970" fmla="*/ 2262413 h 2398711"/>
              <a:gd name="connsiteX37971" fmla="*/ 1714158 w 2119654"/>
              <a:gd name="connsiteY37971" fmla="*/ 809188 h 2398711"/>
              <a:gd name="connsiteX37972" fmla="*/ 1709581 w 2119654"/>
              <a:gd name="connsiteY37972" fmla="*/ 825243 h 2398711"/>
              <a:gd name="connsiteX37973" fmla="*/ 1714532 w 2119654"/>
              <a:gd name="connsiteY37973" fmla="*/ 814863 h 2398711"/>
              <a:gd name="connsiteX37974" fmla="*/ 1065578 w 2119654"/>
              <a:gd name="connsiteY37974" fmla="*/ 2261322 h 2398711"/>
              <a:gd name="connsiteX37975" fmla="*/ 1066141 w 2119654"/>
              <a:gd name="connsiteY37975" fmla="*/ 2261549 h 2398711"/>
              <a:gd name="connsiteX37976" fmla="*/ 1071400 w 2119654"/>
              <a:gd name="connsiteY37976" fmla="*/ 2256715 h 2398711"/>
              <a:gd name="connsiteX37977" fmla="*/ 1071088 w 2119654"/>
              <a:gd name="connsiteY37977" fmla="*/ 2256438 h 2398711"/>
              <a:gd name="connsiteX37978" fmla="*/ 1068825 w 2119654"/>
              <a:gd name="connsiteY37978" fmla="*/ 2258125 h 2398711"/>
              <a:gd name="connsiteX37979" fmla="*/ 1065745 w 2119654"/>
              <a:gd name="connsiteY37979" fmla="*/ 2261162 h 2398711"/>
              <a:gd name="connsiteX37980" fmla="*/ 1097344 w 2119654"/>
              <a:gd name="connsiteY37980" fmla="*/ 2189653 h 2398711"/>
              <a:gd name="connsiteX37981" fmla="*/ 1099073 w 2119654"/>
              <a:gd name="connsiteY37981" fmla="*/ 2191086 h 2398711"/>
              <a:gd name="connsiteX37982" fmla="*/ 1100553 w 2119654"/>
              <a:gd name="connsiteY37982" fmla="*/ 2190798 h 2398711"/>
              <a:gd name="connsiteX37983" fmla="*/ 1098939 w 2119654"/>
              <a:gd name="connsiteY37983" fmla="*/ 2188811 h 2398711"/>
              <a:gd name="connsiteX37984" fmla="*/ 1068803 w 2119654"/>
              <a:gd name="connsiteY37984" fmla="*/ 2253298 h 2398711"/>
              <a:gd name="connsiteX37985" fmla="*/ 1071135 w 2119654"/>
              <a:gd name="connsiteY37985" fmla="*/ 2255382 h 2398711"/>
              <a:gd name="connsiteX37986" fmla="*/ 1073088 w 2119654"/>
              <a:gd name="connsiteY37986" fmla="*/ 2253456 h 2398711"/>
              <a:gd name="connsiteX37987" fmla="*/ 1072732 w 2119654"/>
              <a:gd name="connsiteY37987" fmla="*/ 2252604 h 2398711"/>
              <a:gd name="connsiteX37988" fmla="*/ 1069143 w 2119654"/>
              <a:gd name="connsiteY37988" fmla="*/ 2252910 h 2398711"/>
              <a:gd name="connsiteX37989" fmla="*/ 1064901 w 2119654"/>
              <a:gd name="connsiteY37989" fmla="*/ 2261049 h 2398711"/>
              <a:gd name="connsiteX37990" fmla="*/ 1065246 w 2119654"/>
              <a:gd name="connsiteY37990" fmla="*/ 2261188 h 2398711"/>
              <a:gd name="connsiteX37991" fmla="*/ 1066890 w 2119654"/>
              <a:gd name="connsiteY37991" fmla="*/ 2259567 h 2398711"/>
              <a:gd name="connsiteX37992" fmla="*/ 1099850 w 2119654"/>
              <a:gd name="connsiteY37992" fmla="*/ 2181451 h 2398711"/>
              <a:gd name="connsiteX37993" fmla="*/ 1100881 w 2119654"/>
              <a:gd name="connsiteY37993" fmla="*/ 2181733 h 2398711"/>
              <a:gd name="connsiteX37994" fmla="*/ 1102572 w 2119654"/>
              <a:gd name="connsiteY37994" fmla="*/ 2181911 h 2398711"/>
              <a:gd name="connsiteX37995" fmla="*/ 1101781 w 2119654"/>
              <a:gd name="connsiteY37995" fmla="*/ 2180778 h 2398711"/>
              <a:gd name="connsiteX37996" fmla="*/ 1061332 w 2119654"/>
              <a:gd name="connsiteY37996" fmla="*/ 2267666 h 2398711"/>
              <a:gd name="connsiteX37997" fmla="*/ 1064898 w 2119654"/>
              <a:gd name="connsiteY37997" fmla="*/ 2266226 h 2398711"/>
              <a:gd name="connsiteX37998" fmla="*/ 1064053 w 2119654"/>
              <a:gd name="connsiteY37998" fmla="*/ 2265362 h 2398711"/>
              <a:gd name="connsiteX37999" fmla="*/ 1062916 w 2119654"/>
              <a:gd name="connsiteY37999" fmla="*/ 2263875 h 2398711"/>
              <a:gd name="connsiteX38000" fmla="*/ 1063244 w 2119654"/>
              <a:gd name="connsiteY38000" fmla="*/ 2264211 h 2398711"/>
              <a:gd name="connsiteX38001" fmla="*/ 1065894 w 2119654"/>
              <a:gd name="connsiteY38001" fmla="*/ 2261775 h 2398711"/>
              <a:gd name="connsiteX38002" fmla="*/ 1065333 w 2119654"/>
              <a:gd name="connsiteY38002" fmla="*/ 2261557 h 2398711"/>
              <a:gd name="connsiteX38003" fmla="*/ 1073473 w 2119654"/>
              <a:gd name="connsiteY38003" fmla="*/ 2240236 h 2398711"/>
              <a:gd name="connsiteX38004" fmla="*/ 1076207 w 2119654"/>
              <a:gd name="connsiteY38004" fmla="*/ 2241395 h 2398711"/>
              <a:gd name="connsiteX38005" fmla="*/ 1077821 w 2119654"/>
              <a:gd name="connsiteY38005" fmla="*/ 2239401 h 2398711"/>
              <a:gd name="connsiteX38006" fmla="*/ 1055968 w 2119654"/>
              <a:gd name="connsiteY38006" fmla="*/ 2279289 h 2398711"/>
              <a:gd name="connsiteX38007" fmla="*/ 1057685 w 2119654"/>
              <a:gd name="connsiteY38007" fmla="*/ 2280960 h 2398711"/>
              <a:gd name="connsiteX38008" fmla="*/ 1058537 w 2119654"/>
              <a:gd name="connsiteY38008" fmla="*/ 2280443 h 2398711"/>
              <a:gd name="connsiteX38009" fmla="*/ 1066531 w 2119654"/>
              <a:gd name="connsiteY38009" fmla="*/ 2274898 h 2398711"/>
              <a:gd name="connsiteX38010" fmla="*/ 1088417 w 2119654"/>
              <a:gd name="connsiteY38010" fmla="*/ 2206408 h 2398711"/>
              <a:gd name="connsiteX38011" fmla="*/ 1089207 w 2119654"/>
              <a:gd name="connsiteY38011" fmla="*/ 2207079 h 2398711"/>
              <a:gd name="connsiteX38012" fmla="*/ 1091204 w 2119654"/>
              <a:gd name="connsiteY38012" fmla="*/ 2206502 h 2398711"/>
              <a:gd name="connsiteX38013" fmla="*/ 1092807 w 2119654"/>
              <a:gd name="connsiteY38013" fmla="*/ 2204233 h 2398711"/>
              <a:gd name="connsiteX38014" fmla="*/ 1091820 w 2119654"/>
              <a:gd name="connsiteY38014" fmla="*/ 2203378 h 2398711"/>
              <a:gd name="connsiteX38015" fmla="*/ 1700361 w 2119654"/>
              <a:gd name="connsiteY38015" fmla="*/ 834196 h 2398711"/>
              <a:gd name="connsiteX38016" fmla="*/ 1699881 w 2119654"/>
              <a:gd name="connsiteY38016" fmla="*/ 835881 h 2398711"/>
              <a:gd name="connsiteX38017" fmla="*/ 1698455 w 2119654"/>
              <a:gd name="connsiteY38017" fmla="*/ 847185 h 2398711"/>
              <a:gd name="connsiteX38018" fmla="*/ 1698480 w 2119654"/>
              <a:gd name="connsiteY38018" fmla="*/ 847290 h 2398711"/>
              <a:gd name="connsiteX38019" fmla="*/ 1698814 w 2119654"/>
              <a:gd name="connsiteY38019" fmla="*/ 846924 h 2398711"/>
              <a:gd name="connsiteX38020" fmla="*/ 1700736 w 2119654"/>
              <a:gd name="connsiteY38020" fmla="*/ 838658 h 2398711"/>
              <a:gd name="connsiteX38021" fmla="*/ 1086923 w 2119654"/>
              <a:gd name="connsiteY38021" fmla="*/ 2207738 h 2398711"/>
              <a:gd name="connsiteX38022" fmla="*/ 1088584 w 2119654"/>
              <a:gd name="connsiteY38022" fmla="*/ 2207259 h 2398711"/>
              <a:gd name="connsiteX38023" fmla="*/ 1088008 w 2119654"/>
              <a:gd name="connsiteY38023" fmla="*/ 2206772 h 2398711"/>
              <a:gd name="connsiteX38024" fmla="*/ 1062154 w 2119654"/>
              <a:gd name="connsiteY38024" fmla="*/ 2263096 h 2398711"/>
              <a:gd name="connsiteX38025" fmla="*/ 1062722 w 2119654"/>
              <a:gd name="connsiteY38025" fmla="*/ 2263676 h 2398711"/>
              <a:gd name="connsiteX38026" fmla="*/ 1065002 w 2119654"/>
              <a:gd name="connsiteY38026" fmla="*/ 2261429 h 2398711"/>
              <a:gd name="connsiteX38027" fmla="*/ 1064601 w 2119654"/>
              <a:gd name="connsiteY38027" fmla="*/ 2261273 h 2398711"/>
              <a:gd name="connsiteX38028" fmla="*/ 1097980 w 2119654"/>
              <a:gd name="connsiteY38028" fmla="*/ 2182836 h 2398711"/>
              <a:gd name="connsiteX38029" fmla="*/ 1103946 w 2119654"/>
              <a:gd name="connsiteY38029" fmla="*/ 2185648 h 2398711"/>
              <a:gd name="connsiteX38030" fmla="*/ 1104847 w 2119654"/>
              <a:gd name="connsiteY38030" fmla="*/ 2185172 h 2398711"/>
              <a:gd name="connsiteX38031" fmla="*/ 1103745 w 2119654"/>
              <a:gd name="connsiteY38031" fmla="*/ 2183593 h 2398711"/>
              <a:gd name="connsiteX38032" fmla="*/ 1102862 w 2119654"/>
              <a:gd name="connsiteY38032" fmla="*/ 2183352 h 2398711"/>
              <a:gd name="connsiteX38033" fmla="*/ 1087526 w 2119654"/>
              <a:gd name="connsiteY38033" fmla="*/ 2205653 h 2398711"/>
              <a:gd name="connsiteX38034" fmla="*/ 1087732 w 2119654"/>
              <a:gd name="connsiteY38034" fmla="*/ 2205827 h 2398711"/>
              <a:gd name="connsiteX38035" fmla="*/ 1088566 w 2119654"/>
              <a:gd name="connsiteY38035" fmla="*/ 2205085 h 2398711"/>
              <a:gd name="connsiteX38036" fmla="*/ 1675897 w 2119654"/>
              <a:gd name="connsiteY38036" fmla="*/ 887880 h 2398711"/>
              <a:gd name="connsiteX38037" fmla="*/ 1675283 w 2119654"/>
              <a:gd name="connsiteY38037" fmla="*/ 889748 h 2398711"/>
              <a:gd name="connsiteX38038" fmla="*/ 1675288 w 2119654"/>
              <a:gd name="connsiteY38038" fmla="*/ 889789 h 2398711"/>
              <a:gd name="connsiteX38039" fmla="*/ 1676070 w 2119654"/>
              <a:gd name="connsiteY38039" fmla="*/ 887637 h 2398711"/>
              <a:gd name="connsiteX38040" fmla="*/ 1098186 w 2119654"/>
              <a:gd name="connsiteY38040" fmla="*/ 2180996 h 2398711"/>
              <a:gd name="connsiteX38041" fmla="*/ 1098206 w 2119654"/>
              <a:gd name="connsiteY38041" fmla="*/ 2181002 h 2398711"/>
              <a:gd name="connsiteX38042" fmla="*/ 1098242 w 2119654"/>
              <a:gd name="connsiteY38042" fmla="*/ 2180990 h 2398711"/>
              <a:gd name="connsiteX38043" fmla="*/ 1062754 w 2119654"/>
              <a:gd name="connsiteY38043" fmla="*/ 2260181 h 2398711"/>
              <a:gd name="connsiteX38044" fmla="*/ 1064362 w 2119654"/>
              <a:gd name="connsiteY38044" fmla="*/ 2260830 h 2398711"/>
              <a:gd name="connsiteX38045" fmla="*/ 1069472 w 2119654"/>
              <a:gd name="connsiteY38045" fmla="*/ 2257021 h 2398711"/>
              <a:gd name="connsiteX38046" fmla="*/ 1070550 w 2119654"/>
              <a:gd name="connsiteY38046" fmla="*/ 2255959 h 2398711"/>
              <a:gd name="connsiteX38047" fmla="*/ 1068258 w 2119654"/>
              <a:gd name="connsiteY38047" fmla="*/ 2253918 h 2398711"/>
              <a:gd name="connsiteX38048" fmla="*/ 1077619 w 2119654"/>
              <a:gd name="connsiteY38048" fmla="*/ 2226261 h 2398711"/>
              <a:gd name="connsiteX38049" fmla="*/ 1081454 w 2119654"/>
              <a:gd name="connsiteY38049" fmla="*/ 2229401 h 2398711"/>
              <a:gd name="connsiteX38050" fmla="*/ 1086136 w 2119654"/>
              <a:gd name="connsiteY38050" fmla="*/ 2229129 h 2398711"/>
              <a:gd name="connsiteX38051" fmla="*/ 1088429 w 2119654"/>
              <a:gd name="connsiteY38051" fmla="*/ 2226296 h 2398711"/>
              <a:gd name="connsiteX38052" fmla="*/ 1086153 w 2119654"/>
              <a:gd name="connsiteY38052" fmla="*/ 2223450 h 2398711"/>
              <a:gd name="connsiteX38053" fmla="*/ 1084599 w 2119654"/>
              <a:gd name="connsiteY38053" fmla="*/ 2224359 h 2398711"/>
              <a:gd name="connsiteX38054" fmla="*/ 1084361 w 2119654"/>
              <a:gd name="connsiteY38054" fmla="*/ 2224326 h 2398711"/>
              <a:gd name="connsiteX38055" fmla="*/ 1086059 w 2119654"/>
              <a:gd name="connsiteY38055" fmla="*/ 2223333 h 2398711"/>
              <a:gd name="connsiteX38056" fmla="*/ 1083740 w 2119654"/>
              <a:gd name="connsiteY38056" fmla="*/ 2220434 h 2398711"/>
              <a:gd name="connsiteX38057" fmla="*/ 1081831 w 2119654"/>
              <a:gd name="connsiteY38057" fmla="*/ 2220468 h 2398711"/>
              <a:gd name="connsiteX38058" fmla="*/ 1708434 w 2119654"/>
              <a:gd name="connsiteY38058" fmla="*/ 813674 h 2398711"/>
              <a:gd name="connsiteX38059" fmla="*/ 1707693 w 2119654"/>
              <a:gd name="connsiteY38059" fmla="*/ 818407 h 2398711"/>
              <a:gd name="connsiteX38060" fmla="*/ 1705054 w 2119654"/>
              <a:gd name="connsiteY38060" fmla="*/ 829761 h 2398711"/>
              <a:gd name="connsiteX38061" fmla="*/ 1705410 w 2119654"/>
              <a:gd name="connsiteY38061" fmla="*/ 833992 h 2398711"/>
              <a:gd name="connsiteX38062" fmla="*/ 1708523 w 2119654"/>
              <a:gd name="connsiteY38062" fmla="*/ 827464 h 2398711"/>
              <a:gd name="connsiteX38063" fmla="*/ 1709248 w 2119654"/>
              <a:gd name="connsiteY38063" fmla="*/ 824922 h 2398711"/>
              <a:gd name="connsiteX38064" fmla="*/ 1708865 w 2119654"/>
              <a:gd name="connsiteY38064" fmla="*/ 819110 h 2398711"/>
              <a:gd name="connsiteX38065" fmla="*/ 1678044 w 2119654"/>
              <a:gd name="connsiteY38065" fmla="*/ 881357 h 2398711"/>
              <a:gd name="connsiteX38066" fmla="*/ 1676206 w 2119654"/>
              <a:gd name="connsiteY38066" fmla="*/ 886942 h 2398711"/>
              <a:gd name="connsiteX38067" fmla="*/ 1676444 w 2119654"/>
              <a:gd name="connsiteY38067" fmla="*/ 886607 h 2398711"/>
              <a:gd name="connsiteX38068" fmla="*/ 1678135 w 2119654"/>
              <a:gd name="connsiteY38068" fmla="*/ 881950 h 2398711"/>
              <a:gd name="connsiteX38069" fmla="*/ 1803156 w 2119654"/>
              <a:gd name="connsiteY38069" fmla="*/ 600914 h 2398711"/>
              <a:gd name="connsiteX38070" fmla="*/ 1803314 w 2119654"/>
              <a:gd name="connsiteY38070" fmla="*/ 601147 h 2398711"/>
              <a:gd name="connsiteX38071" fmla="*/ 1800807 w 2119654"/>
              <a:gd name="connsiteY38071" fmla="*/ 636133 h 2398711"/>
              <a:gd name="connsiteX38072" fmla="*/ 1796605 w 2119654"/>
              <a:gd name="connsiteY38072" fmla="*/ 680901 h 2398711"/>
              <a:gd name="connsiteX38073" fmla="*/ 1801769 w 2119654"/>
              <a:gd name="connsiteY38073" fmla="*/ 620275 h 2398711"/>
              <a:gd name="connsiteX38074" fmla="*/ 1095977 w 2119654"/>
              <a:gd name="connsiteY38074" fmla="*/ 2184364 h 2398711"/>
              <a:gd name="connsiteX38075" fmla="*/ 1099099 w 2119654"/>
              <a:gd name="connsiteY38075" fmla="*/ 2188210 h 2398711"/>
              <a:gd name="connsiteX38076" fmla="*/ 1101473 w 2119654"/>
              <a:gd name="connsiteY38076" fmla="*/ 2186955 h 2398711"/>
              <a:gd name="connsiteX38077" fmla="*/ 1702915 w 2119654"/>
              <a:gd name="connsiteY38077" fmla="*/ 825231 h 2398711"/>
              <a:gd name="connsiteX38078" fmla="*/ 1701373 w 2119654"/>
              <a:gd name="connsiteY38078" fmla="*/ 830638 h 2398711"/>
              <a:gd name="connsiteX38079" fmla="*/ 1701531 w 2119654"/>
              <a:gd name="connsiteY38079" fmla="*/ 832497 h 2398711"/>
              <a:gd name="connsiteX38080" fmla="*/ 1701849 w 2119654"/>
              <a:gd name="connsiteY38080" fmla="*/ 833872 h 2398711"/>
              <a:gd name="connsiteX38081" fmla="*/ 1703165 w 2119654"/>
              <a:gd name="connsiteY38081" fmla="*/ 828210 h 2398711"/>
              <a:gd name="connsiteX38082" fmla="*/ 1086748 w 2119654"/>
              <a:gd name="connsiteY38082" fmla="*/ 2204746 h 2398711"/>
              <a:gd name="connsiteX38083" fmla="*/ 1087864 w 2119654"/>
              <a:gd name="connsiteY38083" fmla="*/ 2204137 h 2398711"/>
              <a:gd name="connsiteX38084" fmla="*/ 1087337 w 2119654"/>
              <a:gd name="connsiteY38084" fmla="*/ 2204255 h 2398711"/>
              <a:gd name="connsiteX38085" fmla="*/ 1061122 w 2119654"/>
              <a:gd name="connsiteY38085" fmla="*/ 2262039 h 2398711"/>
              <a:gd name="connsiteX38086" fmla="*/ 1061804 w 2119654"/>
              <a:gd name="connsiteY38086" fmla="*/ 2262737 h 2398711"/>
              <a:gd name="connsiteX38087" fmla="*/ 1064054 w 2119654"/>
              <a:gd name="connsiteY38087" fmla="*/ 2261060 h 2398711"/>
              <a:gd name="connsiteX38088" fmla="*/ 1062509 w 2119654"/>
              <a:gd name="connsiteY38088" fmla="*/ 2260460 h 2398711"/>
              <a:gd name="connsiteX38089" fmla="*/ 1091127 w 2119654"/>
              <a:gd name="connsiteY38089" fmla="*/ 2194702 h 2398711"/>
              <a:gd name="connsiteX38090" fmla="*/ 1094675 w 2119654"/>
              <a:gd name="connsiteY38090" fmla="*/ 2197107 h 2398711"/>
              <a:gd name="connsiteX38091" fmla="*/ 1095520 w 2119654"/>
              <a:gd name="connsiteY38091" fmla="*/ 2196399 h 2398711"/>
              <a:gd name="connsiteX38092" fmla="*/ 1092842 w 2119654"/>
              <a:gd name="connsiteY38092" fmla="*/ 2194499 h 2398711"/>
              <a:gd name="connsiteX38093" fmla="*/ 1075063 w 2119654"/>
              <a:gd name="connsiteY38093" fmla="*/ 2229774 h 2398711"/>
              <a:gd name="connsiteX38094" fmla="*/ 1080308 w 2119654"/>
              <a:gd name="connsiteY38094" fmla="*/ 2229469 h 2398711"/>
              <a:gd name="connsiteX38095" fmla="*/ 1077160 w 2119654"/>
              <a:gd name="connsiteY38095" fmla="*/ 2226891 h 2398711"/>
              <a:gd name="connsiteX38096" fmla="*/ 1704593 w 2119654"/>
              <a:gd name="connsiteY38096" fmla="*/ 819334 h 2398711"/>
              <a:gd name="connsiteX38097" fmla="*/ 1704272 w 2119654"/>
              <a:gd name="connsiteY38097" fmla="*/ 820461 h 2398711"/>
              <a:gd name="connsiteX38098" fmla="*/ 1704405 w 2119654"/>
              <a:gd name="connsiteY38098" fmla="*/ 822046 h 2398711"/>
              <a:gd name="connsiteX38099" fmla="*/ 1704584 w 2119654"/>
              <a:gd name="connsiteY38099" fmla="*/ 820592 h 2398711"/>
              <a:gd name="connsiteX38100" fmla="*/ 1666058 w 2119654"/>
              <a:gd name="connsiteY38100" fmla="*/ 905412 h 2398711"/>
              <a:gd name="connsiteX38101" fmla="*/ 1665519 w 2119654"/>
              <a:gd name="connsiteY38101" fmla="*/ 910437 h 2398711"/>
              <a:gd name="connsiteX38102" fmla="*/ 1666486 w 2119654"/>
              <a:gd name="connsiteY38102" fmla="*/ 908739 h 2398711"/>
              <a:gd name="connsiteX38103" fmla="*/ 1657496 w 2119654"/>
              <a:gd name="connsiteY38103" fmla="*/ 923519 h 2398711"/>
              <a:gd name="connsiteX38104" fmla="*/ 1657452 w 2119654"/>
              <a:gd name="connsiteY38104" fmla="*/ 924605 h 2398711"/>
              <a:gd name="connsiteX38105" fmla="*/ 1658531 w 2119654"/>
              <a:gd name="connsiteY38105" fmla="*/ 922710 h 2398711"/>
              <a:gd name="connsiteX38106" fmla="*/ 1658516 w 2119654"/>
              <a:gd name="connsiteY38106" fmla="*/ 922576 h 2398711"/>
              <a:gd name="connsiteX38107" fmla="*/ 1058048 w 2119654"/>
              <a:gd name="connsiteY38107" fmla="*/ 2265536 h 2398711"/>
              <a:gd name="connsiteX38108" fmla="*/ 1061621 w 2119654"/>
              <a:gd name="connsiteY38108" fmla="*/ 2262873 h 2398711"/>
              <a:gd name="connsiteX38109" fmla="*/ 1060973 w 2119654"/>
              <a:gd name="connsiteY38109" fmla="*/ 2262209 h 2398711"/>
              <a:gd name="connsiteX38110" fmla="*/ 1072139 w 2119654"/>
              <a:gd name="connsiteY38110" fmla="*/ 2233796 h 2398711"/>
              <a:gd name="connsiteX38111" fmla="*/ 1074537 w 2119654"/>
              <a:gd name="connsiteY38111" fmla="*/ 2233335 h 2398711"/>
              <a:gd name="connsiteX38112" fmla="*/ 1072562 w 2119654"/>
              <a:gd name="connsiteY38112" fmla="*/ 2233214 h 2398711"/>
              <a:gd name="connsiteX38113" fmla="*/ 1668384 w 2119654"/>
              <a:gd name="connsiteY38113" fmla="*/ 898444 h 2398711"/>
              <a:gd name="connsiteX38114" fmla="*/ 1668580 w 2119654"/>
              <a:gd name="connsiteY38114" fmla="*/ 899034 h 2398711"/>
              <a:gd name="connsiteX38115" fmla="*/ 1668843 w 2119654"/>
              <a:gd name="connsiteY38115" fmla="*/ 897799 h 2398711"/>
              <a:gd name="connsiteX38116" fmla="*/ 1052840 w 2119654"/>
              <a:gd name="connsiteY38116" fmla="*/ 2276245 h 2398711"/>
              <a:gd name="connsiteX38117" fmla="*/ 1054578 w 2119654"/>
              <a:gd name="connsiteY38117" fmla="*/ 2277937 h 2398711"/>
              <a:gd name="connsiteX38118" fmla="*/ 1069912 w 2119654"/>
              <a:gd name="connsiteY38118" fmla="*/ 2271359 h 2398711"/>
              <a:gd name="connsiteX38119" fmla="*/ 1068574 w 2119654"/>
              <a:gd name="connsiteY38119" fmla="*/ 2269989 h 2398711"/>
              <a:gd name="connsiteX38120" fmla="*/ 1662491 w 2119654"/>
              <a:gd name="connsiteY38120" fmla="*/ 910796 h 2398711"/>
              <a:gd name="connsiteX38121" fmla="*/ 1662534 w 2119654"/>
              <a:gd name="connsiteY38121" fmla="*/ 911960 h 2398711"/>
              <a:gd name="connsiteX38122" fmla="*/ 1662732 w 2119654"/>
              <a:gd name="connsiteY38122" fmla="*/ 913583 h 2398711"/>
              <a:gd name="connsiteX38123" fmla="*/ 1068297 w 2119654"/>
              <a:gd name="connsiteY38123" fmla="*/ 2241228 h 2398711"/>
              <a:gd name="connsiteX38124" fmla="*/ 1071038 w 2119654"/>
              <a:gd name="connsiteY38124" fmla="*/ 2247780 h 2398711"/>
              <a:gd name="connsiteX38125" fmla="*/ 1076050 w 2119654"/>
              <a:gd name="connsiteY38125" fmla="*/ 2241588 h 2398711"/>
              <a:gd name="connsiteX38126" fmla="*/ 1073051 w 2119654"/>
              <a:gd name="connsiteY38126" fmla="*/ 2240316 h 2398711"/>
              <a:gd name="connsiteX38127" fmla="*/ 1682855 w 2119654"/>
              <a:gd name="connsiteY38127" fmla="*/ 864741 h 2398711"/>
              <a:gd name="connsiteX38128" fmla="*/ 1679282 w 2119654"/>
              <a:gd name="connsiteY38128" fmla="*/ 877286 h 2398711"/>
              <a:gd name="connsiteX38129" fmla="*/ 1679523 w 2119654"/>
              <a:gd name="connsiteY38129" fmla="*/ 878129 h 2398711"/>
              <a:gd name="connsiteX38130" fmla="*/ 1685396 w 2119654"/>
              <a:gd name="connsiteY38130" fmla="*/ 861957 h 2398711"/>
              <a:gd name="connsiteX38131" fmla="*/ 1666525 w 2119654"/>
              <a:gd name="connsiteY38131" fmla="*/ 901059 h 2398711"/>
              <a:gd name="connsiteX38132" fmla="*/ 1666400 w 2119654"/>
              <a:gd name="connsiteY38132" fmla="*/ 902226 h 2398711"/>
              <a:gd name="connsiteX38133" fmla="*/ 1666964 w 2119654"/>
              <a:gd name="connsiteY38133" fmla="*/ 906616 h 2398711"/>
              <a:gd name="connsiteX38134" fmla="*/ 1668180 w 2119654"/>
              <a:gd name="connsiteY38134" fmla="*/ 900913 h 2398711"/>
              <a:gd name="connsiteX38135" fmla="*/ 1667733 w 2119654"/>
              <a:gd name="connsiteY38135" fmla="*/ 899359 h 2398711"/>
              <a:gd name="connsiteX38136" fmla="*/ 1082718 w 2119654"/>
              <a:gd name="connsiteY38136" fmla="*/ 2208280 h 2398711"/>
              <a:gd name="connsiteX38137" fmla="*/ 1082903 w 2119654"/>
              <a:gd name="connsiteY38137" fmla="*/ 2208899 h 2398711"/>
              <a:gd name="connsiteX38138" fmla="*/ 1084946 w 2119654"/>
              <a:gd name="connsiteY38138" fmla="*/ 2208309 h 2398711"/>
              <a:gd name="connsiteX38139" fmla="*/ 1087322 w 2119654"/>
              <a:gd name="connsiteY38139" fmla="*/ 2206193 h 2398711"/>
              <a:gd name="connsiteX38140" fmla="*/ 1087014 w 2119654"/>
              <a:gd name="connsiteY38140" fmla="*/ 2205933 h 2398711"/>
              <a:gd name="connsiteX38141" fmla="*/ 1658196 w 2119654"/>
              <a:gd name="connsiteY38141" fmla="*/ 919673 h 2398711"/>
              <a:gd name="connsiteX38142" fmla="*/ 1657547 w 2119654"/>
              <a:gd name="connsiteY38142" fmla="*/ 922222 h 2398711"/>
              <a:gd name="connsiteX38143" fmla="*/ 1657508 w 2119654"/>
              <a:gd name="connsiteY38143" fmla="*/ 923200 h 2398711"/>
              <a:gd name="connsiteX38144" fmla="*/ 1658485 w 2119654"/>
              <a:gd name="connsiteY38144" fmla="*/ 922297 h 2398711"/>
              <a:gd name="connsiteX38145" fmla="*/ 1707948 w 2119654"/>
              <a:gd name="connsiteY38145" fmla="*/ 807555 h 2398711"/>
              <a:gd name="connsiteX38146" fmla="*/ 1705396 w 2119654"/>
              <a:gd name="connsiteY38146" fmla="*/ 816516 h 2398711"/>
              <a:gd name="connsiteX38147" fmla="*/ 1705028 w 2119654"/>
              <a:gd name="connsiteY38147" fmla="*/ 819521 h 2398711"/>
              <a:gd name="connsiteX38148" fmla="*/ 1705023 w 2119654"/>
              <a:gd name="connsiteY38148" fmla="*/ 820218 h 2398711"/>
              <a:gd name="connsiteX38149" fmla="*/ 1707952 w 2119654"/>
              <a:gd name="connsiteY38149" fmla="*/ 807613 h 2398711"/>
              <a:gd name="connsiteX38150" fmla="*/ 1702458 w 2119654"/>
              <a:gd name="connsiteY38150" fmla="*/ 819803 h 2398711"/>
              <a:gd name="connsiteX38151" fmla="*/ 1701142 w 2119654"/>
              <a:gd name="connsiteY38151" fmla="*/ 827869 h 2398711"/>
              <a:gd name="connsiteX38152" fmla="*/ 1701214 w 2119654"/>
              <a:gd name="connsiteY38152" fmla="*/ 828729 h 2398711"/>
              <a:gd name="connsiteX38153" fmla="*/ 1702753 w 2119654"/>
              <a:gd name="connsiteY38153" fmla="*/ 823322 h 2398711"/>
              <a:gd name="connsiteX38154" fmla="*/ 1675682 w 2119654"/>
              <a:gd name="connsiteY38154" fmla="*/ 879712 h 2398711"/>
              <a:gd name="connsiteX38155" fmla="*/ 1675045 w 2119654"/>
              <a:gd name="connsiteY38155" fmla="*/ 882877 h 2398711"/>
              <a:gd name="connsiteX38156" fmla="*/ 1675531 w 2119654"/>
              <a:gd name="connsiteY38156" fmla="*/ 881399 h 2398711"/>
              <a:gd name="connsiteX38157" fmla="*/ 1659108 w 2119654"/>
              <a:gd name="connsiteY38157" fmla="*/ 916253 h 2398711"/>
              <a:gd name="connsiteX38158" fmla="*/ 1659611 w 2119654"/>
              <a:gd name="connsiteY38158" fmla="*/ 920814 h 2398711"/>
              <a:gd name="connsiteX38159" fmla="*/ 1659770 w 2119654"/>
              <a:gd name="connsiteY38159" fmla="*/ 920533 h 2398711"/>
              <a:gd name="connsiteX38160" fmla="*/ 1659919 w 2119654"/>
              <a:gd name="connsiteY38160" fmla="*/ 914523 h 2398711"/>
              <a:gd name="connsiteX38161" fmla="*/ 1052077 w 2119654"/>
              <a:gd name="connsiteY38161" fmla="*/ 2275504 h 2398711"/>
              <a:gd name="connsiteX38162" fmla="*/ 1052449 w 2119654"/>
              <a:gd name="connsiteY38162" fmla="*/ 2275865 h 2398711"/>
              <a:gd name="connsiteX38163" fmla="*/ 1068198 w 2119654"/>
              <a:gd name="connsiteY38163" fmla="*/ 2269605 h 2398711"/>
              <a:gd name="connsiteX38164" fmla="*/ 1065003 w 2119654"/>
              <a:gd name="connsiteY38164" fmla="*/ 2266334 h 2398711"/>
              <a:gd name="connsiteX38165" fmla="*/ 1060994 w 2119654"/>
              <a:gd name="connsiteY38165" fmla="*/ 2267953 h 2398711"/>
              <a:gd name="connsiteX38166" fmla="*/ 1657662 w 2119654"/>
              <a:gd name="connsiteY38166" fmla="*/ 919334 h 2398711"/>
              <a:gd name="connsiteX38167" fmla="*/ 1657650 w 2119654"/>
              <a:gd name="connsiteY38167" fmla="*/ 919628 h 2398711"/>
              <a:gd name="connsiteX38168" fmla="*/ 1657871 w 2119654"/>
              <a:gd name="connsiteY38168" fmla="*/ 918890 h 2398711"/>
              <a:gd name="connsiteX38169" fmla="*/ 1664636 w 2119654"/>
              <a:gd name="connsiteY38169" fmla="*/ 903713 h 2398711"/>
              <a:gd name="connsiteX38170" fmla="*/ 1664047 w 2119654"/>
              <a:gd name="connsiteY38170" fmla="*/ 905625 h 2398711"/>
              <a:gd name="connsiteX38171" fmla="*/ 1664207 w 2119654"/>
              <a:gd name="connsiteY38171" fmla="*/ 906111 h 2398711"/>
              <a:gd name="connsiteX38172" fmla="*/ 1665284 w 2119654"/>
              <a:gd name="connsiteY38172" fmla="*/ 909852 h 2398711"/>
              <a:gd name="connsiteX38173" fmla="*/ 1665895 w 2119654"/>
              <a:gd name="connsiteY38173" fmla="*/ 904148 h 2398711"/>
              <a:gd name="connsiteX38174" fmla="*/ 1665655 w 2119654"/>
              <a:gd name="connsiteY38174" fmla="*/ 902281 h 2398711"/>
              <a:gd name="connsiteX38175" fmla="*/ 1657170 w 2119654"/>
              <a:gd name="connsiteY38175" fmla="*/ 920383 h 2398711"/>
              <a:gd name="connsiteX38176" fmla="*/ 1657203 w 2119654"/>
              <a:gd name="connsiteY38176" fmla="*/ 921131 h 2398711"/>
              <a:gd name="connsiteX38177" fmla="*/ 1657272 w 2119654"/>
              <a:gd name="connsiteY38177" fmla="*/ 920898 h 2398711"/>
              <a:gd name="connsiteX38178" fmla="*/ 1657304 w 2119654"/>
              <a:gd name="connsiteY38178" fmla="*/ 920099 h 2398711"/>
              <a:gd name="connsiteX38179" fmla="*/ 1081177 w 2119654"/>
              <a:gd name="connsiteY38179" fmla="*/ 2209396 h 2398711"/>
              <a:gd name="connsiteX38180" fmla="*/ 1082784 w 2119654"/>
              <a:gd name="connsiteY38180" fmla="*/ 2208932 h 2398711"/>
              <a:gd name="connsiteX38181" fmla="*/ 1082600 w 2119654"/>
              <a:gd name="connsiteY38181" fmla="*/ 2208344 h 2398711"/>
              <a:gd name="connsiteX38182" fmla="*/ 1082133 w 2119654"/>
              <a:gd name="connsiteY38182" fmla="*/ 2208600 h 2398711"/>
              <a:gd name="connsiteX38183" fmla="*/ 1665485 w 2119654"/>
              <a:gd name="connsiteY38183" fmla="*/ 900960 h 2398711"/>
              <a:gd name="connsiteX38184" fmla="*/ 1665137 w 2119654"/>
              <a:gd name="connsiteY38184" fmla="*/ 902088 h 2398711"/>
              <a:gd name="connsiteX38185" fmla="*/ 1665560 w 2119654"/>
              <a:gd name="connsiteY38185" fmla="*/ 901541 h 2398711"/>
              <a:gd name="connsiteX38186" fmla="*/ 1645663 w 2119654"/>
              <a:gd name="connsiteY38186" fmla="*/ 944930 h 2398711"/>
              <a:gd name="connsiteX38187" fmla="*/ 1645696 w 2119654"/>
              <a:gd name="connsiteY38187" fmla="*/ 945250 h 2398711"/>
              <a:gd name="connsiteX38188" fmla="*/ 1646434 w 2119654"/>
              <a:gd name="connsiteY38188" fmla="*/ 943954 h 2398711"/>
              <a:gd name="connsiteX38189" fmla="*/ 1646649 w 2119654"/>
              <a:gd name="connsiteY38189" fmla="*/ 942945 h 2398711"/>
              <a:gd name="connsiteX38190" fmla="*/ 1646634 w 2119654"/>
              <a:gd name="connsiteY38190" fmla="*/ 942858 h 2398711"/>
              <a:gd name="connsiteX38191" fmla="*/ 1050945 w 2119654"/>
              <a:gd name="connsiteY38191" fmla="*/ 2276464 h 2398711"/>
              <a:gd name="connsiteX38192" fmla="*/ 1052202 w 2119654"/>
              <a:gd name="connsiteY38192" fmla="*/ 2275964 h 2398711"/>
              <a:gd name="connsiteX38193" fmla="*/ 1051892 w 2119654"/>
              <a:gd name="connsiteY38193" fmla="*/ 2275662 h 2398711"/>
              <a:gd name="connsiteX38194" fmla="*/ 1685492 w 2119654"/>
              <a:gd name="connsiteY38194" fmla="*/ 855480 h 2398711"/>
              <a:gd name="connsiteX38195" fmla="*/ 1683000 w 2119654"/>
              <a:gd name="connsiteY38195" fmla="*/ 864233 h 2398711"/>
              <a:gd name="connsiteX38196" fmla="*/ 1683473 w 2119654"/>
              <a:gd name="connsiteY38196" fmla="*/ 863728 h 2398711"/>
              <a:gd name="connsiteX38197" fmla="*/ 1685598 w 2119654"/>
              <a:gd name="connsiteY38197" fmla="*/ 861401 h 2398711"/>
              <a:gd name="connsiteX38198" fmla="*/ 1685693 w 2119654"/>
              <a:gd name="connsiteY38198" fmla="*/ 861137 h 2398711"/>
              <a:gd name="connsiteX38199" fmla="*/ 1676522 w 2119654"/>
              <a:gd name="connsiteY38199" fmla="*/ 875542 h 2398711"/>
              <a:gd name="connsiteX38200" fmla="*/ 1676042 w 2119654"/>
              <a:gd name="connsiteY38200" fmla="*/ 877928 h 2398711"/>
              <a:gd name="connsiteX38201" fmla="*/ 1675852 w 2119654"/>
              <a:gd name="connsiteY38201" fmla="*/ 880426 h 2398711"/>
              <a:gd name="connsiteX38202" fmla="*/ 1676957 w 2119654"/>
              <a:gd name="connsiteY38202" fmla="*/ 877067 h 2398711"/>
              <a:gd name="connsiteX38203" fmla="*/ 1666985 w 2119654"/>
              <a:gd name="connsiteY38203" fmla="*/ 896761 h 2398711"/>
              <a:gd name="connsiteX38204" fmla="*/ 1666619 w 2119654"/>
              <a:gd name="connsiteY38204" fmla="*/ 900170 h 2398711"/>
              <a:gd name="connsiteX38205" fmla="*/ 1667601 w 2119654"/>
              <a:gd name="connsiteY38205" fmla="*/ 898901 h 2398711"/>
              <a:gd name="connsiteX38206" fmla="*/ 1051439 w 2119654"/>
              <a:gd name="connsiteY38206" fmla="*/ 2274883 h 2398711"/>
              <a:gd name="connsiteX38207" fmla="*/ 1051532 w 2119654"/>
              <a:gd name="connsiteY38207" fmla="*/ 2274974 h 2398711"/>
              <a:gd name="connsiteX38208" fmla="*/ 1063078 w 2119654"/>
              <a:gd name="connsiteY38208" fmla="*/ 2264363 h 2398711"/>
              <a:gd name="connsiteX38209" fmla="*/ 1062754 w 2119654"/>
              <a:gd name="connsiteY38209" fmla="*/ 2264031 h 2398711"/>
              <a:gd name="connsiteX38210" fmla="*/ 1666638 w 2119654"/>
              <a:gd name="connsiteY38210" fmla="*/ 897217 h 2398711"/>
              <a:gd name="connsiteX38211" fmla="*/ 1666015 w 2119654"/>
              <a:gd name="connsiteY38211" fmla="*/ 899240 h 2398711"/>
              <a:gd name="connsiteX38212" fmla="*/ 1666204 w 2119654"/>
              <a:gd name="connsiteY38212" fmla="*/ 900707 h 2398711"/>
              <a:gd name="connsiteX38213" fmla="*/ 1666273 w 2119654"/>
              <a:gd name="connsiteY38213" fmla="*/ 900619 h 2398711"/>
              <a:gd name="connsiteX38214" fmla="*/ 1081880 w 2119654"/>
              <a:gd name="connsiteY38214" fmla="*/ 2205475 h 2398711"/>
              <a:gd name="connsiteX38215" fmla="*/ 1082376 w 2119654"/>
              <a:gd name="connsiteY38215" fmla="*/ 2207134 h 2398711"/>
              <a:gd name="connsiteX38216" fmla="*/ 1083335 w 2119654"/>
              <a:gd name="connsiteY38216" fmla="*/ 2206611 h 2398711"/>
              <a:gd name="connsiteX38217" fmla="*/ 1085585 w 2119654"/>
              <a:gd name="connsiteY38217" fmla="*/ 2204725 h 2398711"/>
              <a:gd name="connsiteX38218" fmla="*/ 1085510 w 2119654"/>
              <a:gd name="connsiteY38218" fmla="*/ 2204663 h 2398711"/>
              <a:gd name="connsiteX38219" fmla="*/ 1091116 w 2119654"/>
              <a:gd name="connsiteY38219" fmla="*/ 2184496 h 2398711"/>
              <a:gd name="connsiteX38220" fmla="*/ 1096964 w 2119654"/>
              <a:gd name="connsiteY38220" fmla="*/ 2189339 h 2398711"/>
              <a:gd name="connsiteX38221" fmla="*/ 1098646 w 2119654"/>
              <a:gd name="connsiteY38221" fmla="*/ 2188449 h 2398711"/>
              <a:gd name="connsiteX38222" fmla="*/ 1094930 w 2119654"/>
              <a:gd name="connsiteY38222" fmla="*/ 2183872 h 2398711"/>
              <a:gd name="connsiteX38223" fmla="*/ 1094070 w 2119654"/>
              <a:gd name="connsiteY38223" fmla="*/ 2183466 h 2398711"/>
              <a:gd name="connsiteX38224" fmla="*/ 1086036 w 2119654"/>
              <a:gd name="connsiteY38224" fmla="*/ 2195490 h 2398711"/>
              <a:gd name="connsiteX38225" fmla="*/ 1088493 w 2119654"/>
              <a:gd name="connsiteY38225" fmla="*/ 2197426 h 2398711"/>
              <a:gd name="connsiteX38226" fmla="*/ 1090871 w 2119654"/>
              <a:gd name="connsiteY38226" fmla="*/ 2199249 h 2398711"/>
              <a:gd name="connsiteX38227" fmla="*/ 1092573 w 2119654"/>
              <a:gd name="connsiteY38227" fmla="*/ 2198869 h 2398711"/>
              <a:gd name="connsiteX38228" fmla="*/ 1094345 w 2119654"/>
              <a:gd name="connsiteY38228" fmla="*/ 2197383 h 2398711"/>
              <a:gd name="connsiteX38229" fmla="*/ 1090499 w 2119654"/>
              <a:gd name="connsiteY38229" fmla="*/ 2194777 h 2398711"/>
              <a:gd name="connsiteX38230" fmla="*/ 1086503 w 2119654"/>
              <a:gd name="connsiteY38230" fmla="*/ 2195251 h 2398711"/>
              <a:gd name="connsiteX38231" fmla="*/ 1057745 w 2119654"/>
              <a:gd name="connsiteY38231" fmla="*/ 2258582 h 2398711"/>
              <a:gd name="connsiteX38232" fmla="*/ 1060234 w 2119654"/>
              <a:gd name="connsiteY38232" fmla="*/ 2261129 h 2398711"/>
              <a:gd name="connsiteX38233" fmla="*/ 1061191 w 2119654"/>
              <a:gd name="connsiteY38233" fmla="*/ 2259947 h 2398711"/>
              <a:gd name="connsiteX38234" fmla="*/ 1059445 w 2119654"/>
              <a:gd name="connsiteY38234" fmla="*/ 2259268 h 2398711"/>
              <a:gd name="connsiteX38235" fmla="*/ 1049506 w 2119654"/>
              <a:gd name="connsiteY38235" fmla="*/ 2276737 h 2398711"/>
              <a:gd name="connsiteX38236" fmla="*/ 1050901 w 2119654"/>
              <a:gd name="connsiteY38236" fmla="*/ 2275555 h 2398711"/>
              <a:gd name="connsiteX38237" fmla="*/ 1051354 w 2119654"/>
              <a:gd name="connsiteY38237" fmla="*/ 2275139 h 2398711"/>
              <a:gd name="connsiteX38238" fmla="*/ 1051264 w 2119654"/>
              <a:gd name="connsiteY38238" fmla="*/ 2275051 h 2398711"/>
              <a:gd name="connsiteX38239" fmla="*/ 1677405 w 2119654"/>
              <a:gd name="connsiteY38239" fmla="*/ 870711 h 2398711"/>
              <a:gd name="connsiteX38240" fmla="*/ 1678169 w 2119654"/>
              <a:gd name="connsiteY38240" fmla="*/ 873386 h 2398711"/>
              <a:gd name="connsiteX38241" fmla="*/ 1679976 w 2119654"/>
              <a:gd name="connsiteY38241" fmla="*/ 867895 h 2398711"/>
              <a:gd name="connsiteX38242" fmla="*/ 1687878 w 2119654"/>
              <a:gd name="connsiteY38242" fmla="*/ 847102 h 2398711"/>
              <a:gd name="connsiteX38243" fmla="*/ 1686127 w 2119654"/>
              <a:gd name="connsiteY38243" fmla="*/ 853250 h 2398711"/>
              <a:gd name="connsiteX38244" fmla="*/ 1686343 w 2119654"/>
              <a:gd name="connsiteY38244" fmla="*/ 859348 h 2398711"/>
              <a:gd name="connsiteX38245" fmla="*/ 1688147 w 2119654"/>
              <a:gd name="connsiteY38245" fmla="*/ 854383 h 2398711"/>
              <a:gd name="connsiteX38246" fmla="*/ 1687917 w 2119654"/>
              <a:gd name="connsiteY38246" fmla="*/ 847909 h 2398711"/>
              <a:gd name="connsiteX38247" fmla="*/ 1050574 w 2119654"/>
              <a:gd name="connsiteY38247" fmla="*/ 2274041 h 2398711"/>
              <a:gd name="connsiteX38248" fmla="*/ 1051331 w 2119654"/>
              <a:gd name="connsiteY38248" fmla="*/ 2274779 h 2398711"/>
              <a:gd name="connsiteX38249" fmla="*/ 1056107 w 2119654"/>
              <a:gd name="connsiteY38249" fmla="*/ 2270198 h 2398711"/>
              <a:gd name="connsiteX38250" fmla="*/ 1062561 w 2119654"/>
              <a:gd name="connsiteY38250" fmla="*/ 2263834 h 2398711"/>
              <a:gd name="connsiteX38251" fmla="*/ 1061972 w 2119654"/>
              <a:gd name="connsiteY38251" fmla="*/ 2263232 h 2398711"/>
              <a:gd name="connsiteX38252" fmla="*/ 1056465 w 2119654"/>
              <a:gd name="connsiteY38252" fmla="*/ 2267336 h 2398711"/>
              <a:gd name="connsiteX38253" fmla="*/ 1091411 w 2119654"/>
              <a:gd name="connsiteY38253" fmla="*/ 2182484 h 2398711"/>
              <a:gd name="connsiteX38254" fmla="*/ 1091712 w 2119654"/>
              <a:gd name="connsiteY38254" fmla="*/ 2182355 h 2398711"/>
              <a:gd name="connsiteX38255" fmla="*/ 1091587 w 2119654"/>
              <a:gd name="connsiteY38255" fmla="*/ 2182295 h 2398711"/>
              <a:gd name="connsiteX38256" fmla="*/ 1062229 w 2119654"/>
              <a:gd name="connsiteY38256" fmla="*/ 2247421 h 2398711"/>
              <a:gd name="connsiteX38257" fmla="*/ 1065553 w 2119654"/>
              <a:gd name="connsiteY38257" fmla="*/ 2250393 h 2398711"/>
              <a:gd name="connsiteX38258" fmla="*/ 1066147 w 2119654"/>
              <a:gd name="connsiteY38258" fmla="*/ 2250343 h 2398711"/>
              <a:gd name="connsiteX38259" fmla="*/ 1069536 w 2119654"/>
              <a:gd name="connsiteY38259" fmla="*/ 2249636 h 2398711"/>
              <a:gd name="connsiteX38260" fmla="*/ 1070823 w 2119654"/>
              <a:gd name="connsiteY38260" fmla="*/ 2248045 h 2398711"/>
              <a:gd name="connsiteX38261" fmla="*/ 1067996 w 2119654"/>
              <a:gd name="connsiteY38261" fmla="*/ 2241286 h 2398711"/>
              <a:gd name="connsiteX38262" fmla="*/ 1066533 w 2119654"/>
              <a:gd name="connsiteY38262" fmla="*/ 2241566 h 2398711"/>
              <a:gd name="connsiteX38263" fmla="*/ 1066454 w 2119654"/>
              <a:gd name="connsiteY38263" fmla="*/ 2241612 h 2398711"/>
              <a:gd name="connsiteX38264" fmla="*/ 1712904 w 2119654"/>
              <a:gd name="connsiteY38264" fmla="*/ 790152 h 2398711"/>
              <a:gd name="connsiteX38265" fmla="*/ 1711151 w 2119654"/>
              <a:gd name="connsiteY38265" fmla="*/ 796304 h 2398711"/>
              <a:gd name="connsiteX38266" fmla="*/ 1708552 w 2119654"/>
              <a:gd name="connsiteY38266" fmla="*/ 812919 h 2398711"/>
              <a:gd name="connsiteX38267" fmla="*/ 1709448 w 2119654"/>
              <a:gd name="connsiteY38267" fmla="*/ 824218 h 2398711"/>
              <a:gd name="connsiteX38268" fmla="*/ 1714079 w 2119654"/>
              <a:gd name="connsiteY38268" fmla="*/ 807976 h 2398711"/>
              <a:gd name="connsiteX38269" fmla="*/ 1689456 w 2119654"/>
              <a:gd name="connsiteY38269" fmla="*/ 842621 h 2398711"/>
              <a:gd name="connsiteX38270" fmla="*/ 1689337 w 2119654"/>
              <a:gd name="connsiteY38270" fmla="*/ 851105 h 2398711"/>
              <a:gd name="connsiteX38271" fmla="*/ 1690360 w 2119654"/>
              <a:gd name="connsiteY38271" fmla="*/ 848287 h 2398711"/>
              <a:gd name="connsiteX38272" fmla="*/ 1084881 w 2119654"/>
              <a:gd name="connsiteY38272" fmla="*/ 2196081 h 2398711"/>
              <a:gd name="connsiteX38273" fmla="*/ 1088915 w 2119654"/>
              <a:gd name="connsiteY38273" fmla="*/ 2199686 h 2398711"/>
              <a:gd name="connsiteX38274" fmla="*/ 1090732 w 2119654"/>
              <a:gd name="connsiteY38274" fmla="*/ 2199280 h 2398711"/>
              <a:gd name="connsiteX38275" fmla="*/ 1085887 w 2119654"/>
              <a:gd name="connsiteY38275" fmla="*/ 2195566 h 2398711"/>
              <a:gd name="connsiteX38276" fmla="*/ 1670764 w 2119654"/>
              <a:gd name="connsiteY38276" fmla="*/ 883825 h 2398711"/>
              <a:gd name="connsiteX38277" fmla="*/ 1667284 w 2119654"/>
              <a:gd name="connsiteY38277" fmla="*/ 895121 h 2398711"/>
              <a:gd name="connsiteX38278" fmla="*/ 1668255 w 2119654"/>
              <a:gd name="connsiteY38278" fmla="*/ 898055 h 2398711"/>
              <a:gd name="connsiteX38279" fmla="*/ 1668842 w 2119654"/>
              <a:gd name="connsiteY38279" fmla="*/ 897297 h 2398711"/>
              <a:gd name="connsiteX38280" fmla="*/ 1668996 w 2119654"/>
              <a:gd name="connsiteY38280" fmla="*/ 897079 h 2398711"/>
              <a:gd name="connsiteX38281" fmla="*/ 1671103 w 2119654"/>
              <a:gd name="connsiteY38281" fmla="*/ 887196 h 2398711"/>
              <a:gd name="connsiteX38282" fmla="*/ 1670989 w 2119654"/>
              <a:gd name="connsiteY38282" fmla="*/ 885575 h 2398711"/>
              <a:gd name="connsiteX38283" fmla="*/ 1689180 w 2119654"/>
              <a:gd name="connsiteY38283" fmla="*/ 842532 h 2398711"/>
              <a:gd name="connsiteX38284" fmla="*/ 1688081 w 2119654"/>
              <a:gd name="connsiteY38284" fmla="*/ 846388 h 2398711"/>
              <a:gd name="connsiteX38285" fmla="*/ 1688435 w 2119654"/>
              <a:gd name="connsiteY38285" fmla="*/ 853588 h 2398711"/>
              <a:gd name="connsiteX38286" fmla="*/ 1688993 w 2119654"/>
              <a:gd name="connsiteY38286" fmla="*/ 852052 h 2398711"/>
              <a:gd name="connsiteX38287" fmla="*/ 1689100 w 2119654"/>
              <a:gd name="connsiteY38287" fmla="*/ 848131 h 2398711"/>
              <a:gd name="connsiteX38288" fmla="*/ 1059703 w 2119654"/>
              <a:gd name="connsiteY38288" fmla="*/ 2250894 h 2398711"/>
              <a:gd name="connsiteX38289" fmla="*/ 1064409 w 2119654"/>
              <a:gd name="connsiteY38289" fmla="*/ 2250491 h 2398711"/>
              <a:gd name="connsiteX38290" fmla="*/ 1061730 w 2119654"/>
              <a:gd name="connsiteY38290" fmla="*/ 2248106 h 2398711"/>
              <a:gd name="connsiteX38291" fmla="*/ 1707375 w 2119654"/>
              <a:gd name="connsiteY38291" fmla="*/ 800349 h 2398711"/>
              <a:gd name="connsiteX38292" fmla="*/ 1705927 w 2119654"/>
              <a:gd name="connsiteY38292" fmla="*/ 812178 h 2398711"/>
              <a:gd name="connsiteX38293" fmla="*/ 1707794 w 2119654"/>
              <a:gd name="connsiteY38293" fmla="*/ 805623 h 2398711"/>
              <a:gd name="connsiteX38294" fmla="*/ 1690385 w 2119654"/>
              <a:gd name="connsiteY38294" fmla="*/ 838300 h 2398711"/>
              <a:gd name="connsiteX38295" fmla="*/ 1689615 w 2119654"/>
              <a:gd name="connsiteY38295" fmla="*/ 841001 h 2398711"/>
              <a:gd name="connsiteX38296" fmla="*/ 1690651 w 2119654"/>
              <a:gd name="connsiteY38296" fmla="*/ 847487 h 2398711"/>
              <a:gd name="connsiteX38297" fmla="*/ 1691484 w 2119654"/>
              <a:gd name="connsiteY38297" fmla="*/ 845191 h 2398711"/>
              <a:gd name="connsiteX38298" fmla="*/ 1084252 w 2119654"/>
              <a:gd name="connsiteY38298" fmla="*/ 2195518 h 2398711"/>
              <a:gd name="connsiteX38299" fmla="*/ 1084631 w 2119654"/>
              <a:gd name="connsiteY38299" fmla="*/ 2195857 h 2398711"/>
              <a:gd name="connsiteX38300" fmla="*/ 1085566 w 2119654"/>
              <a:gd name="connsiteY38300" fmla="*/ 2195362 h 2398711"/>
              <a:gd name="connsiteX38301" fmla="*/ 1704694 w 2119654"/>
              <a:gd name="connsiteY38301" fmla="*/ 806182 h 2398711"/>
              <a:gd name="connsiteX38302" fmla="*/ 1703571 w 2119654"/>
              <a:gd name="connsiteY38302" fmla="*/ 811013 h 2398711"/>
              <a:gd name="connsiteX38303" fmla="*/ 1703516 w 2119654"/>
              <a:gd name="connsiteY38303" fmla="*/ 811459 h 2398711"/>
              <a:gd name="connsiteX38304" fmla="*/ 1704112 w 2119654"/>
              <a:gd name="connsiteY38304" fmla="*/ 818554 h 2398711"/>
              <a:gd name="connsiteX38305" fmla="*/ 1704613 w 2119654"/>
              <a:gd name="connsiteY38305" fmla="*/ 816794 h 2398711"/>
              <a:gd name="connsiteX38306" fmla="*/ 1672881 w 2119654"/>
              <a:gd name="connsiteY38306" fmla="*/ 876958 h 2398711"/>
              <a:gd name="connsiteX38307" fmla="*/ 1671651 w 2119654"/>
              <a:gd name="connsiteY38307" fmla="*/ 880948 h 2398711"/>
              <a:gd name="connsiteX38308" fmla="*/ 1671918 w 2119654"/>
              <a:gd name="connsiteY38308" fmla="*/ 883371 h 2398711"/>
              <a:gd name="connsiteX38309" fmla="*/ 1673049 w 2119654"/>
              <a:gd name="connsiteY38309" fmla="*/ 878059 h 2398711"/>
              <a:gd name="connsiteX38310" fmla="*/ 1047102 w 2119654"/>
              <a:gd name="connsiteY38310" fmla="*/ 2277991 h 2398711"/>
              <a:gd name="connsiteX38311" fmla="*/ 1048605 w 2119654"/>
              <a:gd name="connsiteY38311" fmla="*/ 2277394 h 2398711"/>
              <a:gd name="connsiteX38312" fmla="*/ 1051156 w 2119654"/>
              <a:gd name="connsiteY38312" fmla="*/ 2274947 h 2398711"/>
              <a:gd name="connsiteX38313" fmla="*/ 1050413 w 2119654"/>
              <a:gd name="connsiteY38313" fmla="*/ 2274223 h 2398711"/>
              <a:gd name="connsiteX38314" fmla="*/ 1691205 w 2119654"/>
              <a:gd name="connsiteY38314" fmla="*/ 835416 h 2398711"/>
              <a:gd name="connsiteX38315" fmla="*/ 1690743 w 2119654"/>
              <a:gd name="connsiteY38315" fmla="*/ 837041 h 2398711"/>
              <a:gd name="connsiteX38316" fmla="*/ 1691873 w 2119654"/>
              <a:gd name="connsiteY38316" fmla="*/ 844120 h 2398711"/>
              <a:gd name="connsiteX38317" fmla="*/ 1692139 w 2119654"/>
              <a:gd name="connsiteY38317" fmla="*/ 843388 h 2398711"/>
              <a:gd name="connsiteX38318" fmla="*/ 1673481 w 2119654"/>
              <a:gd name="connsiteY38318" fmla="*/ 875008 h 2398711"/>
              <a:gd name="connsiteX38319" fmla="*/ 1673177 w 2119654"/>
              <a:gd name="connsiteY38319" fmla="*/ 875995 h 2398711"/>
              <a:gd name="connsiteX38320" fmla="*/ 1673308 w 2119654"/>
              <a:gd name="connsiteY38320" fmla="*/ 876847 h 2398711"/>
              <a:gd name="connsiteX38321" fmla="*/ 1673766 w 2119654"/>
              <a:gd name="connsiteY38321" fmla="*/ 874695 h 2398711"/>
              <a:gd name="connsiteX38322" fmla="*/ 1049228 w 2119654"/>
              <a:gd name="connsiteY38322" fmla="*/ 2272731 h 2398711"/>
              <a:gd name="connsiteX38323" fmla="*/ 1050086 w 2119654"/>
              <a:gd name="connsiteY38323" fmla="*/ 2273567 h 2398711"/>
              <a:gd name="connsiteX38324" fmla="*/ 1051104 w 2119654"/>
              <a:gd name="connsiteY38324" fmla="*/ 2272409 h 2398711"/>
              <a:gd name="connsiteX38325" fmla="*/ 1053299 w 2119654"/>
              <a:gd name="connsiteY38325" fmla="*/ 2269697 h 2398711"/>
              <a:gd name="connsiteX38326" fmla="*/ 1674036 w 2119654"/>
              <a:gd name="connsiteY38326" fmla="*/ 873208 h 2398711"/>
              <a:gd name="connsiteX38327" fmla="*/ 1673772 w 2119654"/>
              <a:gd name="connsiteY38327" fmla="*/ 874065 h 2398711"/>
              <a:gd name="connsiteX38328" fmla="*/ 1673938 w 2119654"/>
              <a:gd name="connsiteY38328" fmla="*/ 873887 h 2398711"/>
              <a:gd name="connsiteX38329" fmla="*/ 1673949 w 2119654"/>
              <a:gd name="connsiteY38329" fmla="*/ 873840 h 2398711"/>
              <a:gd name="connsiteX38330" fmla="*/ 1712669 w 2119654"/>
              <a:gd name="connsiteY38330" fmla="*/ 786601 h 2398711"/>
              <a:gd name="connsiteX38331" fmla="*/ 1712010 w 2119654"/>
              <a:gd name="connsiteY38331" fmla="*/ 790819 h 2398711"/>
              <a:gd name="connsiteX38332" fmla="*/ 1712771 w 2119654"/>
              <a:gd name="connsiteY38332" fmla="*/ 788144 h 2398711"/>
              <a:gd name="connsiteX38333" fmla="*/ 1085053 w 2119654"/>
              <a:gd name="connsiteY38333" fmla="*/ 2190586 h 2398711"/>
              <a:gd name="connsiteX38334" fmla="*/ 1088743 w 2119654"/>
              <a:gd name="connsiteY38334" fmla="*/ 2193087 h 2398711"/>
              <a:gd name="connsiteX38335" fmla="*/ 1090400 w 2119654"/>
              <a:gd name="connsiteY38335" fmla="*/ 2192766 h 2398711"/>
              <a:gd name="connsiteX38336" fmla="*/ 1085731 w 2119654"/>
              <a:gd name="connsiteY38336" fmla="*/ 2189451 h 2398711"/>
              <a:gd name="connsiteX38337" fmla="*/ 1085610 w 2119654"/>
              <a:gd name="connsiteY38337" fmla="*/ 2189653 h 2398711"/>
              <a:gd name="connsiteX38338" fmla="*/ 1086879 w 2119654"/>
              <a:gd name="connsiteY38338" fmla="*/ 2190312 h 2398711"/>
              <a:gd name="connsiteX38339" fmla="*/ 1086621 w 2119654"/>
              <a:gd name="connsiteY38339" fmla="*/ 2190361 h 2398711"/>
              <a:gd name="connsiteX38340" fmla="*/ 1085527 w 2119654"/>
              <a:gd name="connsiteY38340" fmla="*/ 2189793 h 2398711"/>
              <a:gd name="connsiteX38341" fmla="*/ 1038638 w 2119654"/>
              <a:gd name="connsiteY38341" fmla="*/ 2294466 h 2398711"/>
              <a:gd name="connsiteX38342" fmla="*/ 1074301 w 2119654"/>
              <a:gd name="connsiteY38342" fmla="*/ 2282586 h 2398711"/>
              <a:gd name="connsiteX38343" fmla="*/ 1083873 w 2119654"/>
              <a:gd name="connsiteY38343" fmla="*/ 2278965 h 2398711"/>
              <a:gd name="connsiteX38344" fmla="*/ 1080884 w 2119654"/>
              <a:gd name="connsiteY38344" fmla="*/ 2272089 h 2398711"/>
              <a:gd name="connsiteX38345" fmla="*/ 1079759 w 2119654"/>
              <a:gd name="connsiteY38345" fmla="*/ 2269399 h 2398711"/>
              <a:gd name="connsiteX38346" fmla="*/ 1073464 w 2119654"/>
              <a:gd name="connsiteY38346" fmla="*/ 2272016 h 2398711"/>
              <a:gd name="connsiteX38347" fmla="*/ 1071834 w 2119654"/>
              <a:gd name="connsiteY38347" fmla="*/ 2273005 h 2398711"/>
              <a:gd name="connsiteX38348" fmla="*/ 1074726 w 2119654"/>
              <a:gd name="connsiteY38348" fmla="*/ 2275966 h 2398711"/>
              <a:gd name="connsiteX38349" fmla="*/ 1074365 w 2119654"/>
              <a:gd name="connsiteY38349" fmla="*/ 2275918 h 2398711"/>
              <a:gd name="connsiteX38350" fmla="*/ 1071637 w 2119654"/>
              <a:gd name="connsiteY38350" fmla="*/ 2273125 h 2398711"/>
              <a:gd name="connsiteX38351" fmla="*/ 1058084 w 2119654"/>
              <a:gd name="connsiteY38351" fmla="*/ 2281348 h 2398711"/>
              <a:gd name="connsiteX38352" fmla="*/ 1059058 w 2119654"/>
              <a:gd name="connsiteY38352" fmla="*/ 2282295 h 2398711"/>
              <a:gd name="connsiteX38353" fmla="*/ 1058706 w 2119654"/>
              <a:gd name="connsiteY38353" fmla="*/ 2282291 h 2398711"/>
              <a:gd name="connsiteX38354" fmla="*/ 1057870 w 2119654"/>
              <a:gd name="connsiteY38354" fmla="*/ 2281478 h 2398711"/>
              <a:gd name="connsiteX38355" fmla="*/ 1057186 w 2119654"/>
              <a:gd name="connsiteY38355" fmla="*/ 2281893 h 2398711"/>
              <a:gd name="connsiteX38356" fmla="*/ 1053153 w 2119654"/>
              <a:gd name="connsiteY38356" fmla="*/ 2284691 h 2398711"/>
              <a:gd name="connsiteX38357" fmla="*/ 1044415 w 2119654"/>
              <a:gd name="connsiteY38357" fmla="*/ 2281050 h 2398711"/>
              <a:gd name="connsiteX38358" fmla="*/ 1047657 w 2119654"/>
              <a:gd name="connsiteY38358" fmla="*/ 2278303 h 2398711"/>
              <a:gd name="connsiteX38359" fmla="*/ 1047714 w 2119654"/>
              <a:gd name="connsiteY38359" fmla="*/ 2278249 h 2398711"/>
              <a:gd name="connsiteX38360" fmla="*/ 1046454 w 2119654"/>
              <a:gd name="connsiteY38360" fmla="*/ 2278730 h 2398711"/>
              <a:gd name="connsiteX38361" fmla="*/ 1043692 w 2119654"/>
              <a:gd name="connsiteY38361" fmla="*/ 2282607 h 2398711"/>
              <a:gd name="connsiteX38362" fmla="*/ 1054337 w 2119654"/>
              <a:gd name="connsiteY38362" fmla="*/ 2278040 h 2398711"/>
              <a:gd name="connsiteX38363" fmla="*/ 1052592 w 2119654"/>
              <a:gd name="connsiteY38363" fmla="*/ 2276343 h 2398711"/>
              <a:gd name="connsiteX38364" fmla="*/ 1049904 w 2119654"/>
              <a:gd name="connsiteY38364" fmla="*/ 2277412 h 2398711"/>
              <a:gd name="connsiteX38365" fmla="*/ 1049761 w 2119654"/>
              <a:gd name="connsiteY38365" fmla="*/ 2277467 h 2398711"/>
              <a:gd name="connsiteX38366" fmla="*/ 1693402 w 2119654"/>
              <a:gd name="connsiteY38366" fmla="*/ 827706 h 2398711"/>
              <a:gd name="connsiteX38367" fmla="*/ 1692356 w 2119654"/>
              <a:gd name="connsiteY38367" fmla="*/ 831377 h 2398711"/>
              <a:gd name="connsiteX38368" fmla="*/ 1693367 w 2119654"/>
              <a:gd name="connsiteY38368" fmla="*/ 840008 h 2398711"/>
              <a:gd name="connsiteX38369" fmla="*/ 1694612 w 2119654"/>
              <a:gd name="connsiteY38369" fmla="*/ 836580 h 2398711"/>
              <a:gd name="connsiteX38370" fmla="*/ 1695034 w 2119654"/>
              <a:gd name="connsiteY38370" fmla="*/ 834761 h 2398711"/>
              <a:gd name="connsiteX38371" fmla="*/ 1717362 w 2119654"/>
              <a:gd name="connsiteY38371" fmla="*/ 773989 h 2398711"/>
              <a:gd name="connsiteX38372" fmla="*/ 1714723 w 2119654"/>
              <a:gd name="connsiteY38372" fmla="*/ 783766 h 2398711"/>
              <a:gd name="connsiteX38373" fmla="*/ 1713186 w 2119654"/>
              <a:gd name="connsiteY38373" fmla="*/ 789162 h 2398711"/>
              <a:gd name="connsiteX38374" fmla="*/ 1714261 w 2119654"/>
              <a:gd name="connsiteY38374" fmla="*/ 802702 h 2398711"/>
              <a:gd name="connsiteX38375" fmla="*/ 1714509 w 2119654"/>
              <a:gd name="connsiteY38375" fmla="*/ 806467 h 2398711"/>
              <a:gd name="connsiteX38376" fmla="*/ 1716895 w 2119654"/>
              <a:gd name="connsiteY38376" fmla="*/ 798097 h 2398711"/>
              <a:gd name="connsiteX38377" fmla="*/ 1717170 w 2119654"/>
              <a:gd name="connsiteY38377" fmla="*/ 798623 h 2398711"/>
              <a:gd name="connsiteX38378" fmla="*/ 1714589 w 2119654"/>
              <a:gd name="connsiteY38378" fmla="*/ 807679 h 2398711"/>
              <a:gd name="connsiteX38379" fmla="*/ 1714999 w 2119654"/>
              <a:gd name="connsiteY38379" fmla="*/ 813885 h 2398711"/>
              <a:gd name="connsiteX38380" fmla="*/ 1722746 w 2119654"/>
              <a:gd name="connsiteY38380" fmla="*/ 797637 h 2398711"/>
              <a:gd name="connsiteX38381" fmla="*/ 1721569 w 2119654"/>
              <a:gd name="connsiteY38381" fmla="*/ 791644 h 2398711"/>
              <a:gd name="connsiteX38382" fmla="*/ 1080331 w 2119654"/>
              <a:gd name="connsiteY38382" fmla="*/ 2200289 h 2398711"/>
              <a:gd name="connsiteX38383" fmla="*/ 1080699 w 2119654"/>
              <a:gd name="connsiteY38383" fmla="*/ 2201522 h 2398711"/>
              <a:gd name="connsiteX38384" fmla="*/ 1081563 w 2119654"/>
              <a:gd name="connsiteY38384" fmla="*/ 2201330 h 2398711"/>
              <a:gd name="connsiteX38385" fmla="*/ 1083375 w 2119654"/>
              <a:gd name="connsiteY38385" fmla="*/ 2193393 h 2398711"/>
              <a:gd name="connsiteX38386" fmla="*/ 1084122 w 2119654"/>
              <a:gd name="connsiteY38386" fmla="*/ 2193982 h 2398711"/>
              <a:gd name="connsiteX38387" fmla="*/ 1088169 w 2119654"/>
              <a:gd name="connsiteY38387" fmla="*/ 2193198 h 2398711"/>
              <a:gd name="connsiteX38388" fmla="*/ 1084840 w 2119654"/>
              <a:gd name="connsiteY38388" fmla="*/ 2190942 h 2398711"/>
              <a:gd name="connsiteX38389" fmla="*/ 1088364 w 2119654"/>
              <a:gd name="connsiteY38389" fmla="*/ 2182216 h 2398711"/>
              <a:gd name="connsiteX38390" fmla="*/ 1088820 w 2119654"/>
              <a:gd name="connsiteY38390" fmla="*/ 2182593 h 2398711"/>
              <a:gd name="connsiteX38391" fmla="*/ 1089207 w 2119654"/>
              <a:gd name="connsiteY38391" fmla="*/ 2182112 h 2398711"/>
              <a:gd name="connsiteX38392" fmla="*/ 1082879 w 2119654"/>
              <a:gd name="connsiteY38392" fmla="*/ 2194223 h 2398711"/>
              <a:gd name="connsiteX38393" fmla="*/ 1083881 w 2119654"/>
              <a:gd name="connsiteY38393" fmla="*/ 2194028 h 2398711"/>
              <a:gd name="connsiteX38394" fmla="*/ 1083273 w 2119654"/>
              <a:gd name="connsiteY38394" fmla="*/ 2193562 h 2398711"/>
              <a:gd name="connsiteX38395" fmla="*/ 1085018 w 2119654"/>
              <a:gd name="connsiteY38395" fmla="*/ 2189347 h 2398711"/>
              <a:gd name="connsiteX38396" fmla="*/ 1085344 w 2119654"/>
              <a:gd name="connsiteY38396" fmla="*/ 2189516 h 2398711"/>
              <a:gd name="connsiteX38397" fmla="*/ 1085487 w 2119654"/>
              <a:gd name="connsiteY38397" fmla="*/ 2189277 h 2398711"/>
              <a:gd name="connsiteX38398" fmla="*/ 1085244 w 2119654"/>
              <a:gd name="connsiteY38398" fmla="*/ 2189105 h 2398711"/>
              <a:gd name="connsiteX38399" fmla="*/ 1059937 w 2119654"/>
              <a:gd name="connsiteY38399" fmla="*/ 2245373 h 2398711"/>
              <a:gd name="connsiteX38400" fmla="*/ 1062038 w 2119654"/>
              <a:gd name="connsiteY38400" fmla="*/ 2247251 h 2398711"/>
              <a:gd name="connsiteX38401" fmla="*/ 1065911 w 2119654"/>
              <a:gd name="connsiteY38401" fmla="*/ 2241924 h 2398711"/>
              <a:gd name="connsiteX38402" fmla="*/ 1070790 w 2119654"/>
              <a:gd name="connsiteY38402" fmla="*/ 2220668 h 2398711"/>
              <a:gd name="connsiteX38403" fmla="*/ 1077382 w 2119654"/>
              <a:gd name="connsiteY38403" fmla="*/ 2226067 h 2398711"/>
              <a:gd name="connsiteX38404" fmla="*/ 1081331 w 2119654"/>
              <a:gd name="connsiteY38404" fmla="*/ 2220477 h 2398711"/>
              <a:gd name="connsiteX38405" fmla="*/ 1084324 w 2119654"/>
              <a:gd name="connsiteY38405" fmla="*/ 2190092 h 2398711"/>
              <a:gd name="connsiteX38406" fmla="*/ 1084805 w 2119654"/>
              <a:gd name="connsiteY38406" fmla="*/ 2190418 h 2398711"/>
              <a:gd name="connsiteX38407" fmla="*/ 1085260 w 2119654"/>
              <a:gd name="connsiteY38407" fmla="*/ 2189655 h 2398711"/>
              <a:gd name="connsiteX38408" fmla="*/ 1084904 w 2119654"/>
              <a:gd name="connsiteY38408" fmla="*/ 2189470 h 2398711"/>
              <a:gd name="connsiteX38409" fmla="*/ 1080642 w 2119654"/>
              <a:gd name="connsiteY38409" fmla="*/ 2197965 h 2398711"/>
              <a:gd name="connsiteX38410" fmla="*/ 1083706 w 2119654"/>
              <a:gd name="connsiteY38410" fmla="*/ 2196345 h 2398711"/>
              <a:gd name="connsiteX38411" fmla="*/ 1082950 w 2119654"/>
              <a:gd name="connsiteY38411" fmla="*/ 2195673 h 2398711"/>
              <a:gd name="connsiteX38412" fmla="*/ 1081940 w 2119654"/>
              <a:gd name="connsiteY38412" fmla="*/ 2195792 h 2398711"/>
              <a:gd name="connsiteX38413" fmla="*/ 1064943 w 2119654"/>
              <a:gd name="connsiteY38413" fmla="*/ 2232743 h 2398711"/>
              <a:gd name="connsiteX38414" fmla="*/ 1065787 w 2119654"/>
              <a:gd name="connsiteY38414" fmla="*/ 2235014 h 2398711"/>
              <a:gd name="connsiteX38415" fmla="*/ 1071773 w 2119654"/>
              <a:gd name="connsiteY38415" fmla="*/ 2233865 h 2398711"/>
              <a:gd name="connsiteX38416" fmla="*/ 1072261 w 2119654"/>
              <a:gd name="connsiteY38416" fmla="*/ 2233194 h 2398711"/>
              <a:gd name="connsiteX38417" fmla="*/ 1079972 w 2119654"/>
              <a:gd name="connsiteY38417" fmla="*/ 2199087 h 2398711"/>
              <a:gd name="connsiteX38418" fmla="*/ 1080036 w 2119654"/>
              <a:gd name="connsiteY38418" fmla="*/ 2199301 h 2398711"/>
              <a:gd name="connsiteX38419" fmla="*/ 1082247 w 2119654"/>
              <a:gd name="connsiteY38419" fmla="*/ 2201176 h 2398711"/>
              <a:gd name="connsiteX38420" fmla="*/ 1087835 w 2119654"/>
              <a:gd name="connsiteY38420" fmla="*/ 2199927 h 2398711"/>
              <a:gd name="connsiteX38421" fmla="*/ 1083988 w 2119654"/>
              <a:gd name="connsiteY38421" fmla="*/ 2196596 h 2398711"/>
              <a:gd name="connsiteX38422" fmla="*/ 1083946 w 2119654"/>
              <a:gd name="connsiteY38422" fmla="*/ 2196559 h 2398711"/>
              <a:gd name="connsiteX38423" fmla="*/ 1080398 w 2119654"/>
              <a:gd name="connsiteY38423" fmla="*/ 2198373 h 2398711"/>
              <a:gd name="connsiteX38424" fmla="*/ 1085602 w 2119654"/>
              <a:gd name="connsiteY38424" fmla="*/ 2186418 h 2398711"/>
              <a:gd name="connsiteX38425" fmla="*/ 1085692 w 2119654"/>
              <a:gd name="connsiteY38425" fmla="*/ 2186482 h 2398711"/>
              <a:gd name="connsiteX38426" fmla="*/ 1085735 w 2119654"/>
              <a:gd name="connsiteY38426" fmla="*/ 2186429 h 2398711"/>
              <a:gd name="connsiteX38427" fmla="*/ 1085686 w 2119654"/>
              <a:gd name="connsiteY38427" fmla="*/ 2186389 h 2398711"/>
              <a:gd name="connsiteX38428" fmla="*/ 1079843 w 2119654"/>
              <a:gd name="connsiteY38428" fmla="*/ 2198657 h 2398711"/>
              <a:gd name="connsiteX38429" fmla="*/ 1079855 w 2119654"/>
              <a:gd name="connsiteY38429" fmla="*/ 2198699 h 2398711"/>
              <a:gd name="connsiteX38430" fmla="*/ 1079897 w 2119654"/>
              <a:gd name="connsiteY38430" fmla="*/ 2198629 h 2398711"/>
              <a:gd name="connsiteX38431" fmla="*/ 1689587 w 2119654"/>
              <a:gd name="connsiteY38431" fmla="*/ 833306 h 2398711"/>
              <a:gd name="connsiteX38432" fmla="*/ 1689521 w 2119654"/>
              <a:gd name="connsiteY38432" fmla="*/ 838019 h 2398711"/>
              <a:gd name="connsiteX38433" fmla="*/ 1690045 w 2119654"/>
              <a:gd name="connsiteY38433" fmla="*/ 836176 h 2398711"/>
              <a:gd name="connsiteX38434" fmla="*/ 1036250 w 2119654"/>
              <a:gd name="connsiteY38434" fmla="*/ 2296074 h 2398711"/>
              <a:gd name="connsiteX38435" fmla="*/ 1084592 w 2119654"/>
              <a:gd name="connsiteY38435" fmla="*/ 2287073 h 2398711"/>
              <a:gd name="connsiteX38436" fmla="*/ 1086821 w 2119654"/>
              <a:gd name="connsiteY38436" fmla="*/ 2285746 h 2398711"/>
              <a:gd name="connsiteX38437" fmla="*/ 1084237 w 2119654"/>
              <a:gd name="connsiteY38437" fmla="*/ 2279804 h 2398711"/>
              <a:gd name="connsiteX38438" fmla="*/ 1037085 w 2119654"/>
              <a:gd name="connsiteY38438" fmla="*/ 2295512 h 2398711"/>
              <a:gd name="connsiteX38439" fmla="*/ 1078179 w 2119654"/>
              <a:gd name="connsiteY38439" fmla="*/ 2202085 h 2398711"/>
              <a:gd name="connsiteX38440" fmla="*/ 1080474 w 2119654"/>
              <a:gd name="connsiteY38440" fmla="*/ 2201573 h 2398711"/>
              <a:gd name="connsiteX38441" fmla="*/ 1080073 w 2119654"/>
              <a:gd name="connsiteY38441" fmla="*/ 2200293 h 2398711"/>
              <a:gd name="connsiteX38442" fmla="*/ 1079984 w 2119654"/>
              <a:gd name="connsiteY38442" fmla="*/ 2199996 h 2398711"/>
              <a:gd name="connsiteX38443" fmla="*/ 1079615 w 2119654"/>
              <a:gd name="connsiteY38443" fmla="*/ 2199684 h 2398711"/>
              <a:gd name="connsiteX38444" fmla="*/ 1708192 w 2119654"/>
              <a:gd name="connsiteY38444" fmla="*/ 791131 h 2398711"/>
              <a:gd name="connsiteX38445" fmla="*/ 1705144 w 2119654"/>
              <a:gd name="connsiteY38445" fmla="*/ 804243 h 2398711"/>
              <a:gd name="connsiteX38446" fmla="*/ 1705060 w 2119654"/>
              <a:gd name="connsiteY38446" fmla="*/ 815221 h 2398711"/>
              <a:gd name="connsiteX38447" fmla="*/ 1705379 w 2119654"/>
              <a:gd name="connsiteY38447" fmla="*/ 814102 h 2398711"/>
              <a:gd name="connsiteX38448" fmla="*/ 1079489 w 2119654"/>
              <a:gd name="connsiteY38448" fmla="*/ 2198838 h 2398711"/>
              <a:gd name="connsiteX38449" fmla="*/ 1079677 w 2119654"/>
              <a:gd name="connsiteY38449" fmla="*/ 2198998 h 2398711"/>
              <a:gd name="connsiteX38450" fmla="*/ 1079683 w 2119654"/>
              <a:gd name="connsiteY38450" fmla="*/ 2198988 h 2398711"/>
              <a:gd name="connsiteX38451" fmla="*/ 1079619 w 2119654"/>
              <a:gd name="connsiteY38451" fmla="*/ 2198772 h 2398711"/>
              <a:gd name="connsiteX38452" fmla="*/ 1083820 w 2119654"/>
              <a:gd name="connsiteY38452" fmla="*/ 2188725 h 2398711"/>
              <a:gd name="connsiteX38453" fmla="*/ 1083868 w 2119654"/>
              <a:gd name="connsiteY38453" fmla="*/ 2188750 h 2398711"/>
              <a:gd name="connsiteX38454" fmla="*/ 1084187 w 2119654"/>
              <a:gd name="connsiteY38454" fmla="*/ 2188354 h 2398711"/>
              <a:gd name="connsiteX38455" fmla="*/ 1084063 w 2119654"/>
              <a:gd name="connsiteY38455" fmla="*/ 2188266 h 2398711"/>
              <a:gd name="connsiteX38456" fmla="*/ 1082149 w 2119654"/>
              <a:gd name="connsiteY38456" fmla="*/ 2192426 h 2398711"/>
              <a:gd name="connsiteX38457" fmla="*/ 1083139 w 2119654"/>
              <a:gd name="connsiteY38457" fmla="*/ 2193206 h 2398711"/>
              <a:gd name="connsiteX38458" fmla="*/ 1084593 w 2119654"/>
              <a:gd name="connsiteY38458" fmla="*/ 2190773 h 2398711"/>
              <a:gd name="connsiteX38459" fmla="*/ 1084039 w 2119654"/>
              <a:gd name="connsiteY38459" fmla="*/ 2190398 h 2398711"/>
              <a:gd name="connsiteX38460" fmla="*/ 1083691 w 2119654"/>
              <a:gd name="connsiteY38460" fmla="*/ 2188970 h 2398711"/>
              <a:gd name="connsiteX38461" fmla="*/ 1083764 w 2119654"/>
              <a:gd name="connsiteY38461" fmla="*/ 2188879 h 2398711"/>
              <a:gd name="connsiteX38462" fmla="*/ 1083745 w 2119654"/>
              <a:gd name="connsiteY38462" fmla="*/ 2188868 h 2398711"/>
              <a:gd name="connsiteX38463" fmla="*/ 1696871 w 2119654"/>
              <a:gd name="connsiteY38463" fmla="*/ 815526 h 2398711"/>
              <a:gd name="connsiteX38464" fmla="*/ 1693703 w 2119654"/>
              <a:gd name="connsiteY38464" fmla="*/ 826647 h 2398711"/>
              <a:gd name="connsiteX38465" fmla="*/ 1695309 w 2119654"/>
              <a:gd name="connsiteY38465" fmla="*/ 833583 h 2398711"/>
              <a:gd name="connsiteX38466" fmla="*/ 1698185 w 2119654"/>
              <a:gd name="connsiteY38466" fmla="*/ 821205 h 2398711"/>
              <a:gd name="connsiteX38467" fmla="*/ 1685015 w 2119654"/>
              <a:gd name="connsiteY38467" fmla="*/ 842051 h 2398711"/>
              <a:gd name="connsiteX38468" fmla="*/ 1681179 w 2119654"/>
              <a:gd name="connsiteY38468" fmla="*/ 853073 h 2398711"/>
              <a:gd name="connsiteX38469" fmla="*/ 1678859 w 2119654"/>
              <a:gd name="connsiteY38469" fmla="*/ 857581 h 2398711"/>
              <a:gd name="connsiteX38470" fmla="*/ 1677259 w 2119654"/>
              <a:gd name="connsiteY38470" fmla="*/ 870201 h 2398711"/>
              <a:gd name="connsiteX38471" fmla="*/ 1677291 w 2119654"/>
              <a:gd name="connsiteY38471" fmla="*/ 870315 h 2398711"/>
              <a:gd name="connsiteX38472" fmla="*/ 1680197 w 2119654"/>
              <a:gd name="connsiteY38472" fmla="*/ 867219 h 2398711"/>
              <a:gd name="connsiteX38473" fmla="*/ 1685352 w 2119654"/>
              <a:gd name="connsiteY38473" fmla="*/ 851558 h 2398711"/>
              <a:gd name="connsiteX38474" fmla="*/ 1081533 w 2119654"/>
              <a:gd name="connsiteY38474" fmla="*/ 2193088 h 2398711"/>
              <a:gd name="connsiteX38475" fmla="*/ 1082625 w 2119654"/>
              <a:gd name="connsiteY38475" fmla="*/ 2194064 h 2398711"/>
              <a:gd name="connsiteX38476" fmla="*/ 1083035 w 2119654"/>
              <a:gd name="connsiteY38476" fmla="*/ 2193379 h 2398711"/>
              <a:gd name="connsiteX38477" fmla="*/ 1082001 w 2119654"/>
              <a:gd name="connsiteY38477" fmla="*/ 2192586 h 2398711"/>
              <a:gd name="connsiteX38478" fmla="*/ 1080692 w 2119654"/>
              <a:gd name="connsiteY38478" fmla="*/ 2194646 h 2398711"/>
              <a:gd name="connsiteX38479" fmla="*/ 1081599 w 2119654"/>
              <a:gd name="connsiteY38479" fmla="*/ 2194470 h 2398711"/>
              <a:gd name="connsiteX38480" fmla="*/ 1081046 w 2119654"/>
              <a:gd name="connsiteY38480" fmla="*/ 2193977 h 2398711"/>
              <a:gd name="connsiteX38481" fmla="*/ 1075115 w 2119654"/>
              <a:gd name="connsiteY38481" fmla="*/ 2207120 h 2398711"/>
              <a:gd name="connsiteX38482" fmla="*/ 1078072 w 2119654"/>
              <a:gd name="connsiteY38482" fmla="*/ 2209486 h 2398711"/>
              <a:gd name="connsiteX38483" fmla="*/ 1082243 w 2119654"/>
              <a:gd name="connsiteY38483" fmla="*/ 2207207 h 2398711"/>
              <a:gd name="connsiteX38484" fmla="*/ 1081711 w 2119654"/>
              <a:gd name="connsiteY38484" fmla="*/ 2205512 h 2398711"/>
              <a:gd name="connsiteX38485" fmla="*/ 1075211 w 2119654"/>
              <a:gd name="connsiteY38485" fmla="*/ 2206965 h 2398711"/>
              <a:gd name="connsiteX38486" fmla="*/ 1079384 w 2119654"/>
              <a:gd name="connsiteY38486" fmla="*/ 2197122 h 2398711"/>
              <a:gd name="connsiteX38487" fmla="*/ 1079773 w 2119654"/>
              <a:gd name="connsiteY38487" fmla="*/ 2198424 h 2398711"/>
              <a:gd name="connsiteX38488" fmla="*/ 1080134 w 2119654"/>
              <a:gd name="connsiteY38488" fmla="*/ 2198233 h 2398711"/>
              <a:gd name="connsiteX38489" fmla="*/ 1081566 w 2119654"/>
              <a:gd name="connsiteY38489" fmla="*/ 2195837 h 2398711"/>
              <a:gd name="connsiteX38490" fmla="*/ 1079962 w 2119654"/>
              <a:gd name="connsiteY38490" fmla="*/ 2196027 h 2398711"/>
              <a:gd name="connsiteX38491" fmla="*/ 1078791 w 2119654"/>
              <a:gd name="connsiteY38491" fmla="*/ 2198245 h 2398711"/>
              <a:gd name="connsiteX38492" fmla="*/ 1079298 w 2119654"/>
              <a:gd name="connsiteY38492" fmla="*/ 2198675 h 2398711"/>
              <a:gd name="connsiteX38493" fmla="*/ 1079550 w 2119654"/>
              <a:gd name="connsiteY38493" fmla="*/ 2198542 h 2398711"/>
              <a:gd name="connsiteX38494" fmla="*/ 1079219 w 2119654"/>
              <a:gd name="connsiteY38494" fmla="*/ 2197434 h 2398711"/>
              <a:gd name="connsiteX38495" fmla="*/ 1078280 w 2119654"/>
              <a:gd name="connsiteY38495" fmla="*/ 2199214 h 2398711"/>
              <a:gd name="connsiteX38496" fmla="*/ 1078758 w 2119654"/>
              <a:gd name="connsiteY38496" fmla="*/ 2198961 h 2398711"/>
              <a:gd name="connsiteX38497" fmla="*/ 1078520 w 2119654"/>
              <a:gd name="connsiteY38497" fmla="*/ 2198758 h 2398711"/>
              <a:gd name="connsiteX38498" fmla="*/ 1687307 w 2119654"/>
              <a:gd name="connsiteY38498" fmla="*/ 835464 h 2398711"/>
              <a:gd name="connsiteX38499" fmla="*/ 1685560 w 2119654"/>
              <a:gd name="connsiteY38499" fmla="*/ 840483 h 2398711"/>
              <a:gd name="connsiteX38500" fmla="*/ 1685974 w 2119654"/>
              <a:gd name="connsiteY38500" fmla="*/ 848912 h 2398711"/>
              <a:gd name="connsiteX38501" fmla="*/ 1685999 w 2119654"/>
              <a:gd name="connsiteY38501" fmla="*/ 849597 h 2398711"/>
              <a:gd name="connsiteX38502" fmla="*/ 1687672 w 2119654"/>
              <a:gd name="connsiteY38502" fmla="*/ 844510 h 2398711"/>
              <a:gd name="connsiteX38503" fmla="*/ 1687739 w 2119654"/>
              <a:gd name="connsiteY38503" fmla="*/ 844275 h 2398711"/>
              <a:gd name="connsiteX38504" fmla="*/ 1073553 w 2119654"/>
              <a:gd name="connsiteY38504" fmla="*/ 2209656 h 2398711"/>
              <a:gd name="connsiteX38505" fmla="*/ 1075192 w 2119654"/>
              <a:gd name="connsiteY38505" fmla="*/ 2209748 h 2398711"/>
              <a:gd name="connsiteX38506" fmla="*/ 1074583 w 2119654"/>
              <a:gd name="connsiteY38506" fmla="*/ 2208987 h 2398711"/>
              <a:gd name="connsiteX38507" fmla="*/ 1074173 w 2119654"/>
              <a:gd name="connsiteY38507" fmla="*/ 2208651 h 2398711"/>
              <a:gd name="connsiteX38508" fmla="*/ 1053604 w 2119654"/>
              <a:gd name="connsiteY38508" fmla="*/ 2254241 h 2398711"/>
              <a:gd name="connsiteX38509" fmla="*/ 1057064 w 2119654"/>
              <a:gd name="connsiteY38509" fmla="*/ 2257880 h 2398711"/>
              <a:gd name="connsiteX38510" fmla="*/ 1061433 w 2119654"/>
              <a:gd name="connsiteY38510" fmla="*/ 2259647 h 2398711"/>
              <a:gd name="connsiteX38511" fmla="*/ 1066718 w 2119654"/>
              <a:gd name="connsiteY38511" fmla="*/ 2253119 h 2398711"/>
              <a:gd name="connsiteX38512" fmla="*/ 1698354 w 2119654"/>
              <a:gd name="connsiteY38512" fmla="*/ 810317 h 2398711"/>
              <a:gd name="connsiteX38513" fmla="*/ 1697275 w 2119654"/>
              <a:gd name="connsiteY38513" fmla="*/ 814106 h 2398711"/>
              <a:gd name="connsiteX38514" fmla="*/ 1698552 w 2119654"/>
              <a:gd name="connsiteY38514" fmla="*/ 819627 h 2398711"/>
              <a:gd name="connsiteX38515" fmla="*/ 1698981 w 2119654"/>
              <a:gd name="connsiteY38515" fmla="*/ 817780 h 2398711"/>
              <a:gd name="connsiteX38516" fmla="*/ 1687996 w 2119654"/>
              <a:gd name="connsiteY38516" fmla="*/ 833484 h 2398711"/>
              <a:gd name="connsiteX38517" fmla="*/ 1687516 w 2119654"/>
              <a:gd name="connsiteY38517" fmla="*/ 834863 h 2398711"/>
              <a:gd name="connsiteX38518" fmla="*/ 1687943 w 2119654"/>
              <a:gd name="connsiteY38518" fmla="*/ 843560 h 2398711"/>
              <a:gd name="connsiteX38519" fmla="*/ 1689008 w 2119654"/>
              <a:gd name="connsiteY38519" fmla="*/ 839818 h 2398711"/>
              <a:gd name="connsiteX38520" fmla="*/ 1076573 w 2119654"/>
              <a:gd name="connsiteY38520" fmla="*/ 2202444 h 2398711"/>
              <a:gd name="connsiteX38521" fmla="*/ 1077778 w 2119654"/>
              <a:gd name="connsiteY38521" fmla="*/ 2202175 h 2398711"/>
              <a:gd name="connsiteX38522" fmla="*/ 1079383 w 2119654"/>
              <a:gd name="connsiteY38522" fmla="*/ 2199489 h 2398711"/>
              <a:gd name="connsiteX38523" fmla="*/ 1078943 w 2119654"/>
              <a:gd name="connsiteY38523" fmla="*/ 2199117 h 2398711"/>
              <a:gd name="connsiteX38524" fmla="*/ 1078103 w 2119654"/>
              <a:gd name="connsiteY38524" fmla="*/ 2199547 h 2398711"/>
              <a:gd name="connsiteX38525" fmla="*/ 1084151 w 2119654"/>
              <a:gd name="connsiteY38525" fmla="*/ 2185389 h 2398711"/>
              <a:gd name="connsiteX38526" fmla="*/ 1084347 w 2119654"/>
              <a:gd name="connsiteY38526" fmla="*/ 2185526 h 2398711"/>
              <a:gd name="connsiteX38527" fmla="*/ 1084543 w 2119654"/>
              <a:gd name="connsiteY38527" fmla="*/ 2185442 h 2398711"/>
              <a:gd name="connsiteX38528" fmla="*/ 1084299 w 2119654"/>
              <a:gd name="connsiteY38528" fmla="*/ 2185240 h 2398711"/>
              <a:gd name="connsiteX38529" fmla="*/ 1079946 w 2119654"/>
              <a:gd name="connsiteY38529" fmla="*/ 2194791 h 2398711"/>
              <a:gd name="connsiteX38530" fmla="*/ 1079990 w 2119654"/>
              <a:gd name="connsiteY38530" fmla="*/ 2194782 h 2398711"/>
              <a:gd name="connsiteX38531" fmla="*/ 1080034 w 2119654"/>
              <a:gd name="connsiteY38531" fmla="*/ 2194697 h 2398711"/>
              <a:gd name="connsiteX38532" fmla="*/ 1689106 w 2119654"/>
              <a:gd name="connsiteY38532" fmla="*/ 830296 h 2398711"/>
              <a:gd name="connsiteX38533" fmla="*/ 1688284 w 2119654"/>
              <a:gd name="connsiteY38533" fmla="*/ 832658 h 2398711"/>
              <a:gd name="connsiteX38534" fmla="*/ 1689234 w 2119654"/>
              <a:gd name="connsiteY38534" fmla="*/ 838615 h 2398711"/>
              <a:gd name="connsiteX38535" fmla="*/ 1689332 w 2119654"/>
              <a:gd name="connsiteY38535" fmla="*/ 831708 h 2398711"/>
              <a:gd name="connsiteX38536" fmla="*/ 1034315 w 2119654"/>
              <a:gd name="connsiteY38536" fmla="*/ 2296435 h 2398711"/>
              <a:gd name="connsiteX38537" fmla="*/ 1035780 w 2119654"/>
              <a:gd name="connsiteY38537" fmla="*/ 2296161 h 2398711"/>
              <a:gd name="connsiteX38538" fmla="*/ 1036414 w 2119654"/>
              <a:gd name="connsiteY38538" fmla="*/ 2295736 h 2398711"/>
              <a:gd name="connsiteX38539" fmla="*/ 1079088 w 2119654"/>
              <a:gd name="connsiteY38539" fmla="*/ 2196131 h 2398711"/>
              <a:gd name="connsiteX38540" fmla="*/ 1079167 w 2119654"/>
              <a:gd name="connsiteY38540" fmla="*/ 2196393 h 2398711"/>
              <a:gd name="connsiteX38541" fmla="*/ 1079314 w 2119654"/>
              <a:gd name="connsiteY38541" fmla="*/ 2196104 h 2398711"/>
              <a:gd name="connsiteX38542" fmla="*/ 1662209 w 2119654"/>
              <a:gd name="connsiteY38542" fmla="*/ 890242 h 2398711"/>
              <a:gd name="connsiteX38543" fmla="*/ 1662189 w 2119654"/>
              <a:gd name="connsiteY38543" fmla="*/ 890336 h 2398711"/>
              <a:gd name="connsiteX38544" fmla="*/ 1662351 w 2119654"/>
              <a:gd name="connsiteY38544" fmla="*/ 889992 h 2398711"/>
              <a:gd name="connsiteX38545" fmla="*/ 1662381 w 2119654"/>
              <a:gd name="connsiteY38545" fmla="*/ 889893 h 2398711"/>
              <a:gd name="connsiteX38546" fmla="*/ 1690229 w 2119654"/>
              <a:gd name="connsiteY38546" fmla="*/ 827071 h 2398711"/>
              <a:gd name="connsiteX38547" fmla="*/ 1689651 w 2119654"/>
              <a:gd name="connsiteY38547" fmla="*/ 828731 h 2398711"/>
              <a:gd name="connsiteX38548" fmla="*/ 1689632 w 2119654"/>
              <a:gd name="connsiteY38548" fmla="*/ 830083 h 2398711"/>
              <a:gd name="connsiteX38549" fmla="*/ 1690404 w 2119654"/>
              <a:gd name="connsiteY38549" fmla="*/ 834917 h 2398711"/>
              <a:gd name="connsiteX38550" fmla="*/ 1690931 w 2119654"/>
              <a:gd name="connsiteY38550" fmla="*/ 833067 h 2398711"/>
              <a:gd name="connsiteX38551" fmla="*/ 1072786 w 2119654"/>
              <a:gd name="connsiteY38551" fmla="*/ 2209613 h 2398711"/>
              <a:gd name="connsiteX38552" fmla="*/ 1073314 w 2119654"/>
              <a:gd name="connsiteY38552" fmla="*/ 2209642 h 2398711"/>
              <a:gd name="connsiteX38553" fmla="*/ 1073994 w 2119654"/>
              <a:gd name="connsiteY38553" fmla="*/ 2208504 h 2398711"/>
              <a:gd name="connsiteX38554" fmla="*/ 1073560 w 2119654"/>
              <a:gd name="connsiteY38554" fmla="*/ 2208148 h 2398711"/>
              <a:gd name="connsiteX38555" fmla="*/ 1057597 w 2119654"/>
              <a:gd name="connsiteY38555" fmla="*/ 2243281 h 2398711"/>
              <a:gd name="connsiteX38556" fmla="*/ 1059749 w 2119654"/>
              <a:gd name="connsiteY38556" fmla="*/ 2245205 h 2398711"/>
              <a:gd name="connsiteX38557" fmla="*/ 1065812 w 2119654"/>
              <a:gd name="connsiteY38557" fmla="*/ 2241705 h 2398711"/>
              <a:gd name="connsiteX38558" fmla="*/ 1033820 w 2119654"/>
              <a:gd name="connsiteY38558" fmla="*/ 2296072 h 2398711"/>
              <a:gd name="connsiteX38559" fmla="*/ 1037966 w 2119654"/>
              <a:gd name="connsiteY38559" fmla="*/ 2294690 h 2398711"/>
              <a:gd name="connsiteX38560" fmla="*/ 1039128 w 2119654"/>
              <a:gd name="connsiteY38560" fmla="*/ 2293907 h 2398711"/>
              <a:gd name="connsiteX38561" fmla="*/ 1051291 w 2119654"/>
              <a:gd name="connsiteY38561" fmla="*/ 2285469 h 2398711"/>
              <a:gd name="connsiteX38562" fmla="*/ 1692047 w 2119654"/>
              <a:gd name="connsiteY38562" fmla="*/ 821847 h 2398711"/>
              <a:gd name="connsiteX38563" fmla="*/ 1691411 w 2119654"/>
              <a:gd name="connsiteY38563" fmla="*/ 823675 h 2398711"/>
              <a:gd name="connsiteX38564" fmla="*/ 1691580 w 2119654"/>
              <a:gd name="connsiteY38564" fmla="*/ 824751 h 2398711"/>
              <a:gd name="connsiteX38565" fmla="*/ 1692081 w 2119654"/>
              <a:gd name="connsiteY38565" fmla="*/ 829027 h 2398711"/>
              <a:gd name="connsiteX38566" fmla="*/ 1692979 w 2119654"/>
              <a:gd name="connsiteY38566" fmla="*/ 825877 h 2398711"/>
              <a:gd name="connsiteX38567" fmla="*/ 1081932 w 2119654"/>
              <a:gd name="connsiteY38567" fmla="*/ 2187745 h 2398711"/>
              <a:gd name="connsiteX38568" fmla="*/ 1083238 w 2119654"/>
              <a:gd name="connsiteY38568" fmla="*/ 2188423 h 2398711"/>
              <a:gd name="connsiteX38569" fmla="*/ 1083517 w 2119654"/>
              <a:gd name="connsiteY38569" fmla="*/ 2187878 h 2398711"/>
              <a:gd name="connsiteX38570" fmla="*/ 1082823 w 2119654"/>
              <a:gd name="connsiteY38570" fmla="*/ 2187386 h 2398711"/>
              <a:gd name="connsiteX38571" fmla="*/ 1082521 w 2119654"/>
              <a:gd name="connsiteY38571" fmla="*/ 2187492 h 2398711"/>
              <a:gd name="connsiteX38572" fmla="*/ 1077638 w 2119654"/>
              <a:gd name="connsiteY38572" fmla="*/ 2197268 h 2398711"/>
              <a:gd name="connsiteX38573" fmla="*/ 1078393 w 2119654"/>
              <a:gd name="connsiteY38573" fmla="*/ 2197908 h 2398711"/>
              <a:gd name="connsiteX38574" fmla="*/ 1079004 w 2119654"/>
              <a:gd name="connsiteY38574" fmla="*/ 2196713 h 2398711"/>
              <a:gd name="connsiteX38575" fmla="*/ 1078839 w 2119654"/>
              <a:gd name="connsiteY38575" fmla="*/ 2196161 h 2398711"/>
              <a:gd name="connsiteX38576" fmla="*/ 1078648 w 2119654"/>
              <a:gd name="connsiteY38576" fmla="*/ 2196184 h 2398711"/>
              <a:gd name="connsiteX38577" fmla="*/ 1036992 w 2119654"/>
              <a:gd name="connsiteY38577" fmla="*/ 2288283 h 2398711"/>
              <a:gd name="connsiteX38578" fmla="*/ 1037097 w 2119654"/>
              <a:gd name="connsiteY38578" fmla="*/ 2288348 h 2398711"/>
              <a:gd name="connsiteX38579" fmla="*/ 1037628 w 2119654"/>
              <a:gd name="connsiteY38579" fmla="*/ 2287744 h 2398711"/>
              <a:gd name="connsiteX38580" fmla="*/ 1700906 w 2119654"/>
              <a:gd name="connsiteY38580" fmla="*/ 801350 h 2398711"/>
              <a:gd name="connsiteX38581" fmla="*/ 1699367 w 2119654"/>
              <a:gd name="connsiteY38581" fmla="*/ 806758 h 2398711"/>
              <a:gd name="connsiteX38582" fmla="*/ 1699945 w 2119654"/>
              <a:gd name="connsiteY38582" fmla="*/ 813633 h 2398711"/>
              <a:gd name="connsiteX38583" fmla="*/ 1701158 w 2119654"/>
              <a:gd name="connsiteY38583" fmla="*/ 808413 h 2398711"/>
              <a:gd name="connsiteX38584" fmla="*/ 1701364 w 2119654"/>
              <a:gd name="connsiteY38584" fmla="*/ 806786 h 2398711"/>
              <a:gd name="connsiteX38585" fmla="*/ 1081439 w 2119654"/>
              <a:gd name="connsiteY38585" fmla="*/ 2188136 h 2398711"/>
              <a:gd name="connsiteX38586" fmla="*/ 1082884 w 2119654"/>
              <a:gd name="connsiteY38586" fmla="*/ 2189115 h 2398711"/>
              <a:gd name="connsiteX38587" fmla="*/ 1083164 w 2119654"/>
              <a:gd name="connsiteY38587" fmla="*/ 2188567 h 2398711"/>
              <a:gd name="connsiteX38588" fmla="*/ 1081742 w 2119654"/>
              <a:gd name="connsiteY38588" fmla="*/ 2187829 h 2398711"/>
              <a:gd name="connsiteX38589" fmla="*/ 1065724 w 2119654"/>
              <a:gd name="connsiteY38589" fmla="*/ 2222981 h 2398711"/>
              <a:gd name="connsiteX38590" fmla="*/ 1068978 w 2119654"/>
              <a:gd name="connsiteY38590" fmla="*/ 2220589 h 2398711"/>
              <a:gd name="connsiteX38591" fmla="*/ 1067887 w 2119654"/>
              <a:gd name="connsiteY38591" fmla="*/ 2220490 h 2398711"/>
              <a:gd name="connsiteX38592" fmla="*/ 1066372 w 2119654"/>
              <a:gd name="connsiteY38592" fmla="*/ 2221754 h 2398711"/>
              <a:gd name="connsiteX38593" fmla="*/ 1064909 w 2119654"/>
              <a:gd name="connsiteY38593" fmla="*/ 2224523 h 2398711"/>
              <a:gd name="connsiteX38594" fmla="*/ 1065145 w 2119654"/>
              <a:gd name="connsiteY38594" fmla="*/ 2224721 h 2398711"/>
              <a:gd name="connsiteX38595" fmla="*/ 1071571 w 2119654"/>
              <a:gd name="connsiteY38595" fmla="*/ 2229978 h 2398711"/>
              <a:gd name="connsiteX38596" fmla="*/ 1074735 w 2119654"/>
              <a:gd name="connsiteY38596" fmla="*/ 2229794 h 2398711"/>
              <a:gd name="connsiteX38597" fmla="*/ 1075254 w 2119654"/>
              <a:gd name="connsiteY38597" fmla="*/ 2229081 h 2398711"/>
              <a:gd name="connsiteX38598" fmla="*/ 1076932 w 2119654"/>
              <a:gd name="connsiteY38598" fmla="*/ 2226705 h 2398711"/>
              <a:gd name="connsiteX38599" fmla="*/ 1069525 w 2119654"/>
              <a:gd name="connsiteY38599" fmla="*/ 2220638 h 2398711"/>
              <a:gd name="connsiteX38600" fmla="*/ 1069406 w 2119654"/>
              <a:gd name="connsiteY38600" fmla="*/ 2220628 h 2398711"/>
              <a:gd name="connsiteX38601" fmla="*/ 1065419 w 2119654"/>
              <a:gd name="connsiteY38601" fmla="*/ 2223558 h 2398711"/>
              <a:gd name="connsiteX38602" fmla="*/ 1715720 w 2119654"/>
              <a:gd name="connsiteY38602" fmla="*/ 767104 h 2398711"/>
              <a:gd name="connsiteX38603" fmla="*/ 1712877 w 2119654"/>
              <a:gd name="connsiteY38603" fmla="*/ 785276 h 2398711"/>
              <a:gd name="connsiteX38604" fmla="*/ 1713032 w 2119654"/>
              <a:gd name="connsiteY38604" fmla="*/ 787229 h 2398711"/>
              <a:gd name="connsiteX38605" fmla="*/ 1717107 w 2119654"/>
              <a:gd name="connsiteY38605" fmla="*/ 772920 h 2398711"/>
              <a:gd name="connsiteX38606" fmla="*/ 1063136 w 2119654"/>
              <a:gd name="connsiteY38606" fmla="*/ 2227880 h 2398711"/>
              <a:gd name="connsiteX38607" fmla="*/ 1063804 w 2119654"/>
              <a:gd name="connsiteY38607" fmla="*/ 2229678 h 2398711"/>
              <a:gd name="connsiteX38608" fmla="*/ 1070075 w 2119654"/>
              <a:gd name="connsiteY38608" fmla="*/ 2230065 h 2398711"/>
              <a:gd name="connsiteX38609" fmla="*/ 1071275 w 2119654"/>
              <a:gd name="connsiteY38609" fmla="*/ 2229996 h 2398711"/>
              <a:gd name="connsiteX38610" fmla="*/ 1064811 w 2119654"/>
              <a:gd name="connsiteY38610" fmla="*/ 2224708 h 2398711"/>
              <a:gd name="connsiteX38611" fmla="*/ 1065015 w 2119654"/>
              <a:gd name="connsiteY38611" fmla="*/ 2223502 h 2398711"/>
              <a:gd name="connsiteX38612" fmla="*/ 1065164 w 2119654"/>
              <a:gd name="connsiteY38612" fmla="*/ 2223393 h 2398711"/>
              <a:gd name="connsiteX38613" fmla="*/ 1065652 w 2119654"/>
              <a:gd name="connsiteY38613" fmla="*/ 2222468 h 2398711"/>
              <a:gd name="connsiteX38614" fmla="*/ 1695823 w 2119654"/>
              <a:gd name="connsiteY38614" fmla="*/ 810997 h 2398711"/>
              <a:gd name="connsiteX38615" fmla="*/ 1692375 w 2119654"/>
              <a:gd name="connsiteY38615" fmla="*/ 820905 h 2398711"/>
              <a:gd name="connsiteX38616" fmla="*/ 1693280 w 2119654"/>
              <a:gd name="connsiteY38616" fmla="*/ 824818 h 2398711"/>
              <a:gd name="connsiteX38617" fmla="*/ 1696448 w 2119654"/>
              <a:gd name="connsiteY38617" fmla="*/ 813697 h 2398711"/>
              <a:gd name="connsiteX38618" fmla="*/ 1643882 w 2119654"/>
              <a:gd name="connsiteY38618" fmla="*/ 927201 h 2398711"/>
              <a:gd name="connsiteX38619" fmla="*/ 1643866 w 2119654"/>
              <a:gd name="connsiteY38619" fmla="*/ 927789 h 2398711"/>
              <a:gd name="connsiteX38620" fmla="*/ 1644006 w 2119654"/>
              <a:gd name="connsiteY38620" fmla="*/ 929119 h 2398711"/>
              <a:gd name="connsiteX38621" fmla="*/ 1644191 w 2119654"/>
              <a:gd name="connsiteY38621" fmla="*/ 928724 h 2398711"/>
              <a:gd name="connsiteX38622" fmla="*/ 1643916 w 2119654"/>
              <a:gd name="connsiteY38622" fmla="*/ 927134 h 2398711"/>
              <a:gd name="connsiteX38623" fmla="*/ 1062237 w 2119654"/>
              <a:gd name="connsiteY38623" fmla="*/ 2229582 h 2398711"/>
              <a:gd name="connsiteX38624" fmla="*/ 1063122 w 2119654"/>
              <a:gd name="connsiteY38624" fmla="*/ 2229636 h 2398711"/>
              <a:gd name="connsiteX38625" fmla="*/ 1062718 w 2119654"/>
              <a:gd name="connsiteY38625" fmla="*/ 2228670 h 2398711"/>
              <a:gd name="connsiteX38626" fmla="*/ 1064564 w 2119654"/>
              <a:gd name="connsiteY38626" fmla="*/ 2224233 h 2398711"/>
              <a:gd name="connsiteX38627" fmla="*/ 1064672 w 2119654"/>
              <a:gd name="connsiteY38627" fmla="*/ 2224323 h 2398711"/>
              <a:gd name="connsiteX38628" fmla="*/ 1064859 w 2119654"/>
              <a:gd name="connsiteY38628" fmla="*/ 2223970 h 2398711"/>
              <a:gd name="connsiteX38629" fmla="*/ 1064616 w 2119654"/>
              <a:gd name="connsiteY38629" fmla="*/ 2224149 h 2398711"/>
              <a:gd name="connsiteX38630" fmla="*/ 1702878 w 2119654"/>
              <a:gd name="connsiteY38630" fmla="*/ 794429 h 2398711"/>
              <a:gd name="connsiteX38631" fmla="*/ 1702265 w 2119654"/>
              <a:gd name="connsiteY38631" fmla="*/ 796580 h 2398711"/>
              <a:gd name="connsiteX38632" fmla="*/ 1702420 w 2119654"/>
              <a:gd name="connsiteY38632" fmla="*/ 798413 h 2398711"/>
              <a:gd name="connsiteX38633" fmla="*/ 1702833 w 2119654"/>
              <a:gd name="connsiteY38633" fmla="*/ 795135 h 2398711"/>
              <a:gd name="connsiteX38634" fmla="*/ 1059696 w 2119654"/>
              <a:gd name="connsiteY38634" fmla="*/ 2234393 h 2398711"/>
              <a:gd name="connsiteX38635" fmla="*/ 1062602 w 2119654"/>
              <a:gd name="connsiteY38635" fmla="*/ 2235625 h 2398711"/>
              <a:gd name="connsiteX38636" fmla="*/ 1065404 w 2119654"/>
              <a:gd name="connsiteY38636" fmla="*/ 2235088 h 2398711"/>
              <a:gd name="connsiteX38637" fmla="*/ 1064408 w 2119654"/>
              <a:gd name="connsiteY38637" fmla="*/ 2232710 h 2398711"/>
              <a:gd name="connsiteX38638" fmla="*/ 1060705 w 2119654"/>
              <a:gd name="connsiteY38638" fmla="*/ 2232481 h 2398711"/>
              <a:gd name="connsiteX38639" fmla="*/ 1035914 w 2119654"/>
              <a:gd name="connsiteY38639" fmla="*/ 2287626 h 2398711"/>
              <a:gd name="connsiteX38640" fmla="*/ 1036342 w 2119654"/>
              <a:gd name="connsiteY38640" fmla="*/ 2287887 h 2398711"/>
              <a:gd name="connsiteX38641" fmla="*/ 1037360 w 2119654"/>
              <a:gd name="connsiteY38641" fmla="*/ 2287025 h 2398711"/>
              <a:gd name="connsiteX38642" fmla="*/ 1076641 w 2119654"/>
              <a:gd name="connsiteY38642" fmla="*/ 2196422 h 2398711"/>
              <a:gd name="connsiteX38643" fmla="*/ 1076905 w 2119654"/>
              <a:gd name="connsiteY38643" fmla="*/ 2196647 h 2398711"/>
              <a:gd name="connsiteX38644" fmla="*/ 1077174 w 2119654"/>
              <a:gd name="connsiteY38644" fmla="*/ 2196359 h 2398711"/>
              <a:gd name="connsiteX38645" fmla="*/ 1079368 w 2119654"/>
              <a:gd name="connsiteY38645" fmla="*/ 2190234 h 2398711"/>
              <a:gd name="connsiteX38646" fmla="*/ 1081392 w 2119654"/>
              <a:gd name="connsiteY38646" fmla="*/ 2191829 h 2398711"/>
              <a:gd name="connsiteX38647" fmla="*/ 1081683 w 2119654"/>
              <a:gd name="connsiteY38647" fmla="*/ 2191467 h 2398711"/>
              <a:gd name="connsiteX38648" fmla="*/ 1082695 w 2119654"/>
              <a:gd name="connsiteY38648" fmla="*/ 2189487 h 2398711"/>
              <a:gd name="connsiteX38649" fmla="*/ 1081144 w 2119654"/>
              <a:gd name="connsiteY38649" fmla="*/ 2188436 h 2398711"/>
              <a:gd name="connsiteX38650" fmla="*/ 1697907 w 2119654"/>
              <a:gd name="connsiteY38650" fmla="*/ 805008 h 2398711"/>
              <a:gd name="connsiteX38651" fmla="*/ 1696262 w 2119654"/>
              <a:gd name="connsiteY38651" fmla="*/ 809733 h 2398711"/>
              <a:gd name="connsiteX38652" fmla="*/ 1696851 w 2119654"/>
              <a:gd name="connsiteY38652" fmla="*/ 812276 h 2398711"/>
              <a:gd name="connsiteX38653" fmla="*/ 1698138 w 2119654"/>
              <a:gd name="connsiteY38653" fmla="*/ 807757 h 2398711"/>
              <a:gd name="connsiteX38654" fmla="*/ 1058644 w 2119654"/>
              <a:gd name="connsiteY38654" fmla="*/ 2236385 h 2398711"/>
              <a:gd name="connsiteX38655" fmla="*/ 1062179 w 2119654"/>
              <a:gd name="connsiteY38655" fmla="*/ 2235706 h 2398711"/>
              <a:gd name="connsiteX38656" fmla="*/ 1059583 w 2119654"/>
              <a:gd name="connsiteY38656" fmla="*/ 2234605 h 2398711"/>
              <a:gd name="connsiteX38657" fmla="*/ 1711730 w 2119654"/>
              <a:gd name="connsiteY38657" fmla="*/ 773834 h 2398711"/>
              <a:gd name="connsiteX38658" fmla="*/ 1710737 w 2119654"/>
              <a:gd name="connsiteY38658" fmla="*/ 780181 h 2398711"/>
              <a:gd name="connsiteX38659" fmla="*/ 1708686 w 2119654"/>
              <a:gd name="connsiteY38659" fmla="*/ 789004 h 2398711"/>
              <a:gd name="connsiteX38660" fmla="*/ 1708063 w 2119654"/>
              <a:gd name="connsiteY38660" fmla="*/ 794729 h 2398711"/>
              <a:gd name="connsiteX38661" fmla="*/ 1707466 w 2119654"/>
              <a:gd name="connsiteY38661" fmla="*/ 799605 h 2398711"/>
              <a:gd name="connsiteX38662" fmla="*/ 1707497 w 2119654"/>
              <a:gd name="connsiteY38662" fmla="*/ 799637 h 2398711"/>
              <a:gd name="connsiteX38663" fmla="*/ 1707933 w 2119654"/>
              <a:gd name="connsiteY38663" fmla="*/ 805131 h 2398711"/>
              <a:gd name="connsiteX38664" fmla="*/ 1709700 w 2119654"/>
              <a:gd name="connsiteY38664" fmla="*/ 798928 h 2398711"/>
              <a:gd name="connsiteX38665" fmla="*/ 1712361 w 2119654"/>
              <a:gd name="connsiteY38665" fmla="*/ 781923 h 2398711"/>
              <a:gd name="connsiteX38666" fmla="*/ 1712309 w 2119654"/>
              <a:gd name="connsiteY38666" fmla="*/ 781124 h 2398711"/>
              <a:gd name="connsiteX38667" fmla="*/ 1078886 w 2119654"/>
              <a:gd name="connsiteY38667" fmla="*/ 2190722 h 2398711"/>
              <a:gd name="connsiteX38668" fmla="*/ 1080818 w 2119654"/>
              <a:gd name="connsiteY38668" fmla="*/ 2192448 h 2398711"/>
              <a:gd name="connsiteX38669" fmla="*/ 1081235 w 2119654"/>
              <a:gd name="connsiteY38669" fmla="*/ 2192000 h 2398711"/>
              <a:gd name="connsiteX38670" fmla="*/ 1080543 w 2119654"/>
              <a:gd name="connsiteY38670" fmla="*/ 2191470 h 2398711"/>
              <a:gd name="connsiteX38671" fmla="*/ 1079197 w 2119654"/>
              <a:gd name="connsiteY38671" fmla="*/ 2190408 h 2398711"/>
              <a:gd name="connsiteX38672" fmla="*/ 1687206 w 2119654"/>
              <a:gd name="connsiteY38672" fmla="*/ 828531 h 2398711"/>
              <a:gd name="connsiteX38673" fmla="*/ 1687336 w 2119654"/>
              <a:gd name="connsiteY38673" fmla="*/ 831173 h 2398711"/>
              <a:gd name="connsiteX38674" fmla="*/ 1687536 w 2119654"/>
              <a:gd name="connsiteY38674" fmla="*/ 830597 h 2398711"/>
              <a:gd name="connsiteX38675" fmla="*/ 1689734 w 2119654"/>
              <a:gd name="connsiteY38675" fmla="*/ 822844 h 2398711"/>
              <a:gd name="connsiteX38676" fmla="*/ 1689713 w 2119654"/>
              <a:gd name="connsiteY38676" fmla="*/ 824345 h 2398711"/>
              <a:gd name="connsiteX38677" fmla="*/ 1689860 w 2119654"/>
              <a:gd name="connsiteY38677" fmla="*/ 823922 h 2398711"/>
              <a:gd name="connsiteX38678" fmla="*/ 1063986 w 2119654"/>
              <a:gd name="connsiteY38678" fmla="*/ 2223746 h 2398711"/>
              <a:gd name="connsiteX38679" fmla="*/ 1064312 w 2119654"/>
              <a:gd name="connsiteY38679" fmla="*/ 2224020 h 2398711"/>
              <a:gd name="connsiteX38680" fmla="*/ 1064726 w 2119654"/>
              <a:gd name="connsiteY38680" fmla="*/ 2223715 h 2398711"/>
              <a:gd name="connsiteX38681" fmla="*/ 1065471 w 2119654"/>
              <a:gd name="connsiteY38681" fmla="*/ 2222507 h 2398711"/>
              <a:gd name="connsiteX38682" fmla="*/ 1073567 w 2119654"/>
              <a:gd name="connsiteY38682" fmla="*/ 2201637 h 2398711"/>
              <a:gd name="connsiteX38683" fmla="*/ 1077500 w 2119654"/>
              <a:gd name="connsiteY38683" fmla="*/ 2199626 h 2398711"/>
              <a:gd name="connsiteX38684" fmla="*/ 1077522 w 2119654"/>
              <a:gd name="connsiteY38684" fmla="*/ 2199614 h 2398711"/>
              <a:gd name="connsiteX38685" fmla="*/ 1078127 w 2119654"/>
              <a:gd name="connsiteY38685" fmla="*/ 2198428 h 2398711"/>
              <a:gd name="connsiteX38686" fmla="*/ 1077249 w 2119654"/>
              <a:gd name="connsiteY38686" fmla="*/ 2197686 h 2398711"/>
              <a:gd name="connsiteX38687" fmla="*/ 1700571 w 2119654"/>
              <a:gd name="connsiteY38687" fmla="*/ 797355 h 2398711"/>
              <a:gd name="connsiteX38688" fmla="*/ 1698957 w 2119654"/>
              <a:gd name="connsiteY38688" fmla="*/ 801993 h 2398711"/>
              <a:gd name="connsiteX38689" fmla="*/ 1698987 w 2119654"/>
              <a:gd name="connsiteY38689" fmla="*/ 802240 h 2398711"/>
              <a:gd name="connsiteX38690" fmla="*/ 1699152 w 2119654"/>
              <a:gd name="connsiteY38690" fmla="*/ 804197 h 2398711"/>
              <a:gd name="connsiteX38691" fmla="*/ 1700691 w 2119654"/>
              <a:gd name="connsiteY38691" fmla="*/ 798791 h 2398711"/>
              <a:gd name="connsiteX38692" fmla="*/ 1077800 w 2119654"/>
              <a:gd name="connsiteY38692" fmla="*/ 2191822 h 2398711"/>
              <a:gd name="connsiteX38693" fmla="*/ 1078675 w 2119654"/>
              <a:gd name="connsiteY38693" fmla="*/ 2194748 h 2398711"/>
              <a:gd name="connsiteX38694" fmla="*/ 1080142 w 2119654"/>
              <a:gd name="connsiteY38694" fmla="*/ 2193173 h 2398711"/>
              <a:gd name="connsiteX38695" fmla="*/ 1078186 w 2119654"/>
              <a:gd name="connsiteY38695" fmla="*/ 2191432 h 2398711"/>
              <a:gd name="connsiteX38696" fmla="*/ 1704835 w 2119654"/>
              <a:gd name="connsiteY38696" fmla="*/ 787554 h 2398711"/>
              <a:gd name="connsiteX38697" fmla="*/ 1704511 w 2119654"/>
              <a:gd name="connsiteY38697" fmla="*/ 788693 h 2398711"/>
              <a:gd name="connsiteX38698" fmla="*/ 1704050 w 2119654"/>
              <a:gd name="connsiteY38698" fmla="*/ 795974 h 2398711"/>
              <a:gd name="connsiteX38699" fmla="*/ 1704796 w 2119654"/>
              <a:gd name="connsiteY38699" fmla="*/ 792764 h 2398711"/>
              <a:gd name="connsiteX38700" fmla="*/ 1727481 w 2119654"/>
              <a:gd name="connsiteY38700" fmla="*/ 736499 h 2398711"/>
              <a:gd name="connsiteX38701" fmla="*/ 1717727 w 2119654"/>
              <a:gd name="connsiteY38701" fmla="*/ 772635 h 2398711"/>
              <a:gd name="connsiteX38702" fmla="*/ 1723373 w 2119654"/>
              <a:gd name="connsiteY38702" fmla="*/ 796324 h 2398711"/>
              <a:gd name="connsiteX38703" fmla="*/ 1733361 w 2119654"/>
              <a:gd name="connsiteY38703" fmla="*/ 775377 h 2398711"/>
              <a:gd name="connsiteX38704" fmla="*/ 1734791 w 2119654"/>
              <a:gd name="connsiteY38704" fmla="*/ 772038 h 2398711"/>
              <a:gd name="connsiteX38705" fmla="*/ 1729340 w 2119654"/>
              <a:gd name="connsiteY38705" fmla="*/ 744301 h 2398711"/>
              <a:gd name="connsiteX38706" fmla="*/ 1062364 w 2119654"/>
              <a:gd name="connsiteY38706" fmla="*/ 2225804 h 2398711"/>
              <a:gd name="connsiteX38707" fmla="*/ 1062994 w 2119654"/>
              <a:gd name="connsiteY38707" fmla="*/ 2227499 h 2398711"/>
              <a:gd name="connsiteX38708" fmla="*/ 1064572 w 2119654"/>
              <a:gd name="connsiteY38708" fmla="*/ 2224513 h 2398711"/>
              <a:gd name="connsiteX38709" fmla="*/ 1064452 w 2119654"/>
              <a:gd name="connsiteY38709" fmla="*/ 2224414 h 2398711"/>
              <a:gd name="connsiteX38710" fmla="*/ 1063046 w 2119654"/>
              <a:gd name="connsiteY38710" fmla="*/ 2226696 h 2398711"/>
              <a:gd name="connsiteX38711" fmla="*/ 1062857 w 2119654"/>
              <a:gd name="connsiteY38711" fmla="*/ 2226746 h 2398711"/>
              <a:gd name="connsiteX38712" fmla="*/ 1064327 w 2119654"/>
              <a:gd name="connsiteY38712" fmla="*/ 2224361 h 2398711"/>
              <a:gd name="connsiteX38713" fmla="*/ 1030225 w 2119654"/>
              <a:gd name="connsiteY38713" fmla="*/ 2297197 h 2398711"/>
              <a:gd name="connsiteX38714" fmla="*/ 1030719 w 2119654"/>
              <a:gd name="connsiteY38714" fmla="*/ 2297105 h 2398711"/>
              <a:gd name="connsiteX38715" fmla="*/ 1031518 w 2119654"/>
              <a:gd name="connsiteY38715" fmla="*/ 2296837 h 2398711"/>
              <a:gd name="connsiteX38716" fmla="*/ 1057471 w 2119654"/>
              <a:gd name="connsiteY38716" fmla="*/ 2281089 h 2398711"/>
              <a:gd name="connsiteX38717" fmla="*/ 1055724 w 2119654"/>
              <a:gd name="connsiteY38717" fmla="*/ 2279390 h 2398711"/>
              <a:gd name="connsiteX38718" fmla="*/ 1040202 w 2119654"/>
              <a:gd name="connsiteY38718" fmla="*/ 2285843 h 2398711"/>
              <a:gd name="connsiteX38719" fmla="*/ 1037685 w 2119654"/>
              <a:gd name="connsiteY38719" fmla="*/ 2288707 h 2398711"/>
              <a:gd name="connsiteX38720" fmla="*/ 1039314 w 2119654"/>
              <a:gd name="connsiteY38720" fmla="*/ 2289701 h 2398711"/>
              <a:gd name="connsiteX38721" fmla="*/ 1038953 w 2119654"/>
              <a:gd name="connsiteY38721" fmla="*/ 2289745 h 2398711"/>
              <a:gd name="connsiteX38722" fmla="*/ 1037535 w 2119654"/>
              <a:gd name="connsiteY38722" fmla="*/ 2288878 h 2398711"/>
              <a:gd name="connsiteX38723" fmla="*/ 1071986 w 2119654"/>
              <a:gd name="connsiteY38723" fmla="*/ 2203333 h 2398711"/>
              <a:gd name="connsiteX38724" fmla="*/ 1072077 w 2119654"/>
              <a:gd name="connsiteY38724" fmla="*/ 2203450 h 2398711"/>
              <a:gd name="connsiteX38725" fmla="*/ 1076013 w 2119654"/>
              <a:gd name="connsiteY38725" fmla="*/ 2202570 h 2398711"/>
              <a:gd name="connsiteX38726" fmla="*/ 1077363 w 2119654"/>
              <a:gd name="connsiteY38726" fmla="*/ 2199926 h 2398711"/>
              <a:gd name="connsiteX38727" fmla="*/ 1073156 w 2119654"/>
              <a:gd name="connsiteY38727" fmla="*/ 2202077 h 2398711"/>
              <a:gd name="connsiteX38728" fmla="*/ 1062165 w 2119654"/>
              <a:gd name="connsiteY38728" fmla="*/ 2225266 h 2398711"/>
              <a:gd name="connsiteX38729" fmla="*/ 1062261 w 2119654"/>
              <a:gd name="connsiteY38729" fmla="*/ 2225527 h 2398711"/>
              <a:gd name="connsiteX38730" fmla="*/ 1064131 w 2119654"/>
              <a:gd name="connsiteY38730" fmla="*/ 2224152 h 2398711"/>
              <a:gd name="connsiteX38731" fmla="*/ 1063813 w 2119654"/>
              <a:gd name="connsiteY38731" fmla="*/ 2223891 h 2398711"/>
              <a:gd name="connsiteX38732" fmla="*/ 1049031 w 2119654"/>
              <a:gd name="connsiteY38732" fmla="*/ 2254633 h 2398711"/>
              <a:gd name="connsiteX38733" fmla="*/ 1056538 w 2119654"/>
              <a:gd name="connsiteY38733" fmla="*/ 2257667 h 2398711"/>
              <a:gd name="connsiteX38734" fmla="*/ 1053223 w 2119654"/>
              <a:gd name="connsiteY38734" fmla="*/ 2254274 h 2398711"/>
              <a:gd name="connsiteX38735" fmla="*/ 1703164 w 2119654"/>
              <a:gd name="connsiteY38735" fmla="*/ 789901 h 2398711"/>
              <a:gd name="connsiteX38736" fmla="*/ 1701988 w 2119654"/>
              <a:gd name="connsiteY38736" fmla="*/ 793282 h 2398711"/>
              <a:gd name="connsiteX38737" fmla="*/ 1702050 w 2119654"/>
              <a:gd name="connsiteY38737" fmla="*/ 794021 h 2398711"/>
              <a:gd name="connsiteX38738" fmla="*/ 1703148 w 2119654"/>
              <a:gd name="connsiteY38738" fmla="*/ 790165 h 2398711"/>
              <a:gd name="connsiteX38739" fmla="*/ 1081105 w 2119654"/>
              <a:gd name="connsiteY38739" fmla="*/ 2182717 h 2398711"/>
              <a:gd name="connsiteX38740" fmla="*/ 1081116 w 2119654"/>
              <a:gd name="connsiteY38740" fmla="*/ 2182728 h 2398711"/>
              <a:gd name="connsiteX38741" fmla="*/ 1081207 w 2119654"/>
              <a:gd name="connsiteY38741" fmla="*/ 2182678 h 2398711"/>
              <a:gd name="connsiteX38742" fmla="*/ 1081206 w 2119654"/>
              <a:gd name="connsiteY38742" fmla="*/ 2182677 h 2398711"/>
              <a:gd name="connsiteX38743" fmla="*/ 1036531 w 2119654"/>
              <a:gd name="connsiteY38743" fmla="*/ 2282195 h 2398711"/>
              <a:gd name="connsiteX38744" fmla="*/ 1045712 w 2119654"/>
              <a:gd name="connsiteY38744" fmla="*/ 2278544 h 2398711"/>
              <a:gd name="connsiteX38745" fmla="*/ 1049926 w 2119654"/>
              <a:gd name="connsiteY38745" fmla="*/ 2273750 h 2398711"/>
              <a:gd name="connsiteX38746" fmla="*/ 1049031 w 2119654"/>
              <a:gd name="connsiteY38746" fmla="*/ 2272878 h 2398711"/>
              <a:gd name="connsiteX38747" fmla="*/ 1029423 w 2119654"/>
              <a:gd name="connsiteY38747" fmla="*/ 2298109 h 2398711"/>
              <a:gd name="connsiteX38748" fmla="*/ 1029587 w 2119654"/>
              <a:gd name="connsiteY38748" fmla="*/ 2298010 h 2398711"/>
              <a:gd name="connsiteX38749" fmla="*/ 1029479 w 2119654"/>
              <a:gd name="connsiteY38749" fmla="*/ 2298046 h 2398711"/>
              <a:gd name="connsiteX38750" fmla="*/ 1706921 w 2119654"/>
              <a:gd name="connsiteY38750" fmla="*/ 780228 h 2398711"/>
              <a:gd name="connsiteX38751" fmla="*/ 1705283 w 2119654"/>
              <a:gd name="connsiteY38751" fmla="*/ 785981 h 2398711"/>
              <a:gd name="connsiteX38752" fmla="*/ 1705246 w 2119654"/>
              <a:gd name="connsiteY38752" fmla="*/ 790825 h 2398711"/>
              <a:gd name="connsiteX38753" fmla="*/ 1706044 w 2119654"/>
              <a:gd name="connsiteY38753" fmla="*/ 787394 h 2398711"/>
              <a:gd name="connsiteX38754" fmla="*/ 1074993 w 2119654"/>
              <a:gd name="connsiteY38754" fmla="*/ 2195025 h 2398711"/>
              <a:gd name="connsiteX38755" fmla="*/ 1075499 w 2119654"/>
              <a:gd name="connsiteY38755" fmla="*/ 2195454 h 2398711"/>
              <a:gd name="connsiteX38756" fmla="*/ 1078137 w 2119654"/>
              <a:gd name="connsiteY38756" fmla="*/ 2195141 h 2398711"/>
              <a:gd name="connsiteX38757" fmla="*/ 1078347 w 2119654"/>
              <a:gd name="connsiteY38757" fmla="*/ 2195101 h 2398711"/>
              <a:gd name="connsiteX38758" fmla="*/ 1078479 w 2119654"/>
              <a:gd name="connsiteY38758" fmla="*/ 2194959 h 2398711"/>
              <a:gd name="connsiteX38759" fmla="*/ 1077602 w 2119654"/>
              <a:gd name="connsiteY38759" fmla="*/ 2192022 h 2398711"/>
              <a:gd name="connsiteX38760" fmla="*/ 1075579 w 2119654"/>
              <a:gd name="connsiteY38760" fmla="*/ 2194071 h 2398711"/>
              <a:gd name="connsiteX38761" fmla="*/ 1078905 w 2119654"/>
              <a:gd name="connsiteY38761" fmla="*/ 2186174 h 2398711"/>
              <a:gd name="connsiteX38762" fmla="*/ 1079077 w 2119654"/>
              <a:gd name="connsiteY38762" fmla="*/ 2186264 h 2398711"/>
              <a:gd name="connsiteX38763" fmla="*/ 1079491 w 2119654"/>
              <a:gd name="connsiteY38763" fmla="*/ 2185845 h 2398711"/>
              <a:gd name="connsiteX38764" fmla="*/ 1074668 w 2119654"/>
              <a:gd name="connsiteY38764" fmla="*/ 2195553 h 2398711"/>
              <a:gd name="connsiteX38765" fmla="*/ 1074717 w 2119654"/>
              <a:gd name="connsiteY38765" fmla="*/ 2195547 h 2398711"/>
              <a:gd name="connsiteX38766" fmla="*/ 1074687 w 2119654"/>
              <a:gd name="connsiteY38766" fmla="*/ 2195523 h 2398711"/>
              <a:gd name="connsiteX38767" fmla="*/ 1078707 w 2119654"/>
              <a:gd name="connsiteY38767" fmla="*/ 2186285 h 2398711"/>
              <a:gd name="connsiteX38768" fmla="*/ 1078916 w 2119654"/>
              <a:gd name="connsiteY38768" fmla="*/ 2186427 h 2398711"/>
              <a:gd name="connsiteX38769" fmla="*/ 1078958 w 2119654"/>
              <a:gd name="connsiteY38769" fmla="*/ 2186385 h 2398711"/>
              <a:gd name="connsiteX38770" fmla="*/ 1078735 w 2119654"/>
              <a:gd name="connsiteY38770" fmla="*/ 2186269 h 2398711"/>
              <a:gd name="connsiteX38771" fmla="*/ 1074800 w 2119654"/>
              <a:gd name="connsiteY38771" fmla="*/ 2194861 h 2398711"/>
              <a:gd name="connsiteX38772" fmla="*/ 1074894 w 2119654"/>
              <a:gd name="connsiteY38772" fmla="*/ 2194940 h 2398711"/>
              <a:gd name="connsiteX38773" fmla="*/ 1074991 w 2119654"/>
              <a:gd name="connsiteY38773" fmla="*/ 2194782 h 2398711"/>
              <a:gd name="connsiteX38774" fmla="*/ 1075163 w 2119654"/>
              <a:gd name="connsiteY38774" fmla="*/ 2194493 h 2398711"/>
              <a:gd name="connsiteX38775" fmla="*/ 1670451 w 2119654"/>
              <a:gd name="connsiteY38775" fmla="*/ 861075 h 2398711"/>
              <a:gd name="connsiteX38776" fmla="*/ 1670098 w 2119654"/>
              <a:gd name="connsiteY38776" fmla="*/ 864852 h 2398711"/>
              <a:gd name="connsiteX38777" fmla="*/ 1670721 w 2119654"/>
              <a:gd name="connsiteY38777" fmla="*/ 862832 h 2398711"/>
              <a:gd name="connsiteX38778" fmla="*/ 1704867 w 2119654"/>
              <a:gd name="connsiteY38778" fmla="*/ 783444 h 2398711"/>
              <a:gd name="connsiteX38779" fmla="*/ 1704835 w 2119654"/>
              <a:gd name="connsiteY38779" fmla="*/ 783565 h 2398711"/>
              <a:gd name="connsiteX38780" fmla="*/ 1704781 w 2119654"/>
              <a:gd name="connsiteY38780" fmla="*/ 784430 h 2398711"/>
              <a:gd name="connsiteX38781" fmla="*/ 1704861 w 2119654"/>
              <a:gd name="connsiteY38781" fmla="*/ 784148 h 2398711"/>
              <a:gd name="connsiteX38782" fmla="*/ 1650215 w 2119654"/>
              <a:gd name="connsiteY38782" fmla="*/ 905788 h 2398711"/>
              <a:gd name="connsiteX38783" fmla="*/ 1650274 w 2119654"/>
              <a:gd name="connsiteY38783" fmla="*/ 906273 h 2398711"/>
              <a:gd name="connsiteX38784" fmla="*/ 1650748 w 2119654"/>
              <a:gd name="connsiteY38784" fmla="*/ 907934 h 2398711"/>
              <a:gd name="connsiteX38785" fmla="*/ 1651490 w 2119654"/>
              <a:gd name="connsiteY38785" fmla="*/ 906476 h 2398711"/>
              <a:gd name="connsiteX38786" fmla="*/ 1651566 w 2119654"/>
              <a:gd name="connsiteY38786" fmla="*/ 906731 h 2398711"/>
              <a:gd name="connsiteX38787" fmla="*/ 1650822 w 2119654"/>
              <a:gd name="connsiteY38787" fmla="*/ 908195 h 2398711"/>
              <a:gd name="connsiteX38788" fmla="*/ 1651561 w 2119654"/>
              <a:gd name="connsiteY38788" fmla="*/ 910783 h 2398711"/>
              <a:gd name="connsiteX38789" fmla="*/ 1651893 w 2119654"/>
              <a:gd name="connsiteY38789" fmla="*/ 910114 h 2398711"/>
              <a:gd name="connsiteX38790" fmla="*/ 1653160 w 2119654"/>
              <a:gd name="connsiteY38790" fmla="*/ 901806 h 2398711"/>
              <a:gd name="connsiteX38791" fmla="*/ 1074043 w 2119654"/>
              <a:gd name="connsiteY38791" fmla="*/ 2195627 h 2398711"/>
              <a:gd name="connsiteX38792" fmla="*/ 1074505 w 2119654"/>
              <a:gd name="connsiteY38792" fmla="*/ 2195572 h 2398711"/>
              <a:gd name="connsiteX38793" fmla="*/ 1074588 w 2119654"/>
              <a:gd name="connsiteY38793" fmla="*/ 2195438 h 2398711"/>
              <a:gd name="connsiteX38794" fmla="*/ 1074393 w 2119654"/>
              <a:gd name="connsiteY38794" fmla="*/ 2195273 h 2398711"/>
              <a:gd name="connsiteX38795" fmla="*/ 1070810 w 2119654"/>
              <a:gd name="connsiteY38795" fmla="*/ 2201828 h 2398711"/>
              <a:gd name="connsiteX38796" fmla="*/ 1071389 w 2119654"/>
              <a:gd name="connsiteY38796" fmla="*/ 2202568 h 2398711"/>
              <a:gd name="connsiteX38797" fmla="*/ 1076515 w 2119654"/>
              <a:gd name="connsiteY38797" fmla="*/ 2197066 h 2398711"/>
              <a:gd name="connsiteX38798" fmla="*/ 1075862 w 2119654"/>
              <a:gd name="connsiteY38798" fmla="*/ 2196515 h 2398711"/>
              <a:gd name="connsiteX38799" fmla="*/ 1073937 w 2119654"/>
              <a:gd name="connsiteY38799" fmla="*/ 2196743 h 2398711"/>
              <a:gd name="connsiteX38800" fmla="*/ 1058836 w 2119654"/>
              <a:gd name="connsiteY38800" fmla="*/ 2228045 h 2398711"/>
              <a:gd name="connsiteX38801" fmla="*/ 1061608 w 2119654"/>
              <a:gd name="connsiteY38801" fmla="*/ 2226008 h 2398711"/>
              <a:gd name="connsiteX38802" fmla="*/ 1061529 w 2119654"/>
              <a:gd name="connsiteY38802" fmla="*/ 2225797 h 2398711"/>
              <a:gd name="connsiteX38803" fmla="*/ 1668488 w 2119654"/>
              <a:gd name="connsiteY38803" fmla="*/ 862481 h 2398711"/>
              <a:gd name="connsiteX38804" fmla="*/ 1669228 w 2119654"/>
              <a:gd name="connsiteY38804" fmla="*/ 867676 h 2398711"/>
              <a:gd name="connsiteX38805" fmla="*/ 1669442 w 2119654"/>
              <a:gd name="connsiteY38805" fmla="*/ 866981 h 2398711"/>
              <a:gd name="connsiteX38806" fmla="*/ 1668889 w 2119654"/>
              <a:gd name="connsiteY38806" fmla="*/ 861963 h 2398711"/>
              <a:gd name="connsiteX38807" fmla="*/ 1076571 w 2119654"/>
              <a:gd name="connsiteY38807" fmla="*/ 2187707 h 2398711"/>
              <a:gd name="connsiteX38808" fmla="*/ 1076697 w 2119654"/>
              <a:gd name="connsiteY38808" fmla="*/ 2188129 h 2398711"/>
              <a:gd name="connsiteX38809" fmla="*/ 1077001 w 2119654"/>
              <a:gd name="connsiteY38809" fmla="*/ 2188368 h 2398711"/>
              <a:gd name="connsiteX38810" fmla="*/ 1078621 w 2119654"/>
              <a:gd name="connsiteY38810" fmla="*/ 2186726 h 2398711"/>
              <a:gd name="connsiteX38811" fmla="*/ 1078305 w 2119654"/>
              <a:gd name="connsiteY38811" fmla="*/ 2186512 h 2398711"/>
              <a:gd name="connsiteX38812" fmla="*/ 1077195 w 2119654"/>
              <a:gd name="connsiteY38812" fmla="*/ 2187136 h 2398711"/>
              <a:gd name="connsiteX38813" fmla="*/ 1659663 w 2119654"/>
              <a:gd name="connsiteY38813" fmla="*/ 881823 h 2398711"/>
              <a:gd name="connsiteX38814" fmla="*/ 1659550 w 2119654"/>
              <a:gd name="connsiteY38814" fmla="*/ 882406 h 2398711"/>
              <a:gd name="connsiteX38815" fmla="*/ 1659665 w 2119654"/>
              <a:gd name="connsiteY38815" fmla="*/ 881867 h 2398711"/>
              <a:gd name="connsiteX38816" fmla="*/ 1667557 w 2119654"/>
              <a:gd name="connsiteY38816" fmla="*/ 863682 h 2398711"/>
              <a:gd name="connsiteX38817" fmla="*/ 1664636 w 2119654"/>
              <a:gd name="connsiteY38817" fmla="*/ 878187 h 2398711"/>
              <a:gd name="connsiteX38818" fmla="*/ 1665363 w 2119654"/>
              <a:gd name="connsiteY38818" fmla="*/ 877203 h 2398711"/>
              <a:gd name="connsiteX38819" fmla="*/ 1667676 w 2119654"/>
              <a:gd name="connsiteY38819" fmla="*/ 872713 h 2398711"/>
              <a:gd name="connsiteX38820" fmla="*/ 1668845 w 2119654"/>
              <a:gd name="connsiteY38820" fmla="*/ 868918 h 2398711"/>
              <a:gd name="connsiteX38821" fmla="*/ 1668084 w 2119654"/>
              <a:gd name="connsiteY38821" fmla="*/ 863003 h 2398711"/>
              <a:gd name="connsiteX38822" fmla="*/ 1024396 w 2119654"/>
              <a:gd name="connsiteY38822" fmla="*/ 2303831 h 2398711"/>
              <a:gd name="connsiteX38823" fmla="*/ 1034344 w 2119654"/>
              <a:gd name="connsiteY38823" fmla="*/ 2297130 h 2398711"/>
              <a:gd name="connsiteX38824" fmla="*/ 1031320 w 2119654"/>
              <a:gd name="connsiteY38824" fmla="*/ 2297569 h 2398711"/>
              <a:gd name="connsiteX38825" fmla="*/ 1028377 w 2119654"/>
              <a:gd name="connsiteY38825" fmla="*/ 2299300 h 2398711"/>
              <a:gd name="connsiteX38826" fmla="*/ 1076041 w 2119654"/>
              <a:gd name="connsiteY38826" fmla="*/ 2188179 h 2398711"/>
              <a:gd name="connsiteX38827" fmla="*/ 1076482 w 2119654"/>
              <a:gd name="connsiteY38827" fmla="*/ 2188573 h 2398711"/>
              <a:gd name="connsiteX38828" fmla="*/ 1076563 w 2119654"/>
              <a:gd name="connsiteY38828" fmla="*/ 2188546 h 2398711"/>
              <a:gd name="connsiteX38829" fmla="*/ 1076479 w 2119654"/>
              <a:gd name="connsiteY38829" fmla="*/ 2188265 h 2398711"/>
              <a:gd name="connsiteX38830" fmla="*/ 1076199 w 2119654"/>
              <a:gd name="connsiteY38830" fmla="*/ 2188044 h 2398711"/>
              <a:gd name="connsiteX38831" fmla="*/ 1066678 w 2119654"/>
              <a:gd name="connsiteY38831" fmla="*/ 2209031 h 2398711"/>
              <a:gd name="connsiteX38832" fmla="*/ 1066784 w 2119654"/>
              <a:gd name="connsiteY38832" fmla="*/ 2209275 h 2398711"/>
              <a:gd name="connsiteX38833" fmla="*/ 1072426 w 2119654"/>
              <a:gd name="connsiteY38833" fmla="*/ 2209593 h 2398711"/>
              <a:gd name="connsiteX38834" fmla="*/ 1073280 w 2119654"/>
              <a:gd name="connsiteY38834" fmla="*/ 2207919 h 2398711"/>
              <a:gd name="connsiteX38835" fmla="*/ 1072653 w 2119654"/>
              <a:gd name="connsiteY38835" fmla="*/ 2207406 h 2398711"/>
              <a:gd name="connsiteX38836" fmla="*/ 1067732 w 2119654"/>
              <a:gd name="connsiteY38836" fmla="*/ 2207899 h 2398711"/>
              <a:gd name="connsiteX38837" fmla="*/ 1713947 w 2119654"/>
              <a:gd name="connsiteY38837" fmla="*/ 759666 h 2398711"/>
              <a:gd name="connsiteX38838" fmla="*/ 1711888 w 2119654"/>
              <a:gd name="connsiteY38838" fmla="*/ 772824 h 2398711"/>
              <a:gd name="connsiteX38839" fmla="*/ 1712526 w 2119654"/>
              <a:gd name="connsiteY38839" fmla="*/ 780866 h 2398711"/>
              <a:gd name="connsiteX38840" fmla="*/ 1715092 w 2119654"/>
              <a:gd name="connsiteY38840" fmla="*/ 764470 h 2398711"/>
              <a:gd name="connsiteX38841" fmla="*/ 1057614 w 2119654"/>
              <a:gd name="connsiteY38841" fmla="*/ 2229296 h 2398711"/>
              <a:gd name="connsiteX38842" fmla="*/ 1061905 w 2119654"/>
              <a:gd name="connsiteY38842" fmla="*/ 2229561 h 2398711"/>
              <a:gd name="connsiteX38843" fmla="*/ 1062567 w 2119654"/>
              <a:gd name="connsiteY38843" fmla="*/ 2228309 h 2398711"/>
              <a:gd name="connsiteX38844" fmla="*/ 1061717 w 2119654"/>
              <a:gd name="connsiteY38844" fmla="*/ 2226279 h 2398711"/>
              <a:gd name="connsiteX38845" fmla="*/ 1076168 w 2119654"/>
              <a:gd name="connsiteY38845" fmla="*/ 2187712 h 2398711"/>
              <a:gd name="connsiteX38846" fmla="*/ 1076192 w 2119654"/>
              <a:gd name="connsiteY38846" fmla="*/ 2187730 h 2398711"/>
              <a:gd name="connsiteX38847" fmla="*/ 1076280 w 2119654"/>
              <a:gd name="connsiteY38847" fmla="*/ 2187649 h 2398711"/>
              <a:gd name="connsiteX38848" fmla="*/ 1066467 w 2119654"/>
              <a:gd name="connsiteY38848" fmla="*/ 2209258 h 2398711"/>
              <a:gd name="connsiteX38849" fmla="*/ 1066583 w 2119654"/>
              <a:gd name="connsiteY38849" fmla="*/ 2209264 h 2398711"/>
              <a:gd name="connsiteX38850" fmla="*/ 1066544 w 2119654"/>
              <a:gd name="connsiteY38850" fmla="*/ 2209175 h 2398711"/>
              <a:gd name="connsiteX38851" fmla="*/ 1711078 w 2119654"/>
              <a:gd name="connsiteY38851" fmla="*/ 765632 h 2398711"/>
              <a:gd name="connsiteX38852" fmla="*/ 1707656 w 2119654"/>
              <a:gd name="connsiteY38852" fmla="*/ 777648 h 2398711"/>
              <a:gd name="connsiteX38853" fmla="*/ 1706930 w 2119654"/>
              <a:gd name="connsiteY38853" fmla="*/ 783583 h 2398711"/>
              <a:gd name="connsiteX38854" fmla="*/ 1711085 w 2119654"/>
              <a:gd name="connsiteY38854" fmla="*/ 765708 h 2398711"/>
              <a:gd name="connsiteX38855" fmla="*/ 1658558 w 2119654"/>
              <a:gd name="connsiteY38855" fmla="*/ 883031 h 2398711"/>
              <a:gd name="connsiteX38856" fmla="*/ 1658374 w 2119654"/>
              <a:gd name="connsiteY38856" fmla="*/ 884331 h 2398711"/>
              <a:gd name="connsiteX38857" fmla="*/ 1658599 w 2119654"/>
              <a:gd name="connsiteY38857" fmla="*/ 883376 h 2398711"/>
              <a:gd name="connsiteX38858" fmla="*/ 1075770 w 2119654"/>
              <a:gd name="connsiteY38858" fmla="*/ 2187937 h 2398711"/>
              <a:gd name="connsiteX38859" fmla="*/ 1075869 w 2119654"/>
              <a:gd name="connsiteY38859" fmla="*/ 2188025 h 2398711"/>
              <a:gd name="connsiteX38860" fmla="*/ 1076010 w 2119654"/>
              <a:gd name="connsiteY38860" fmla="*/ 2187896 h 2398711"/>
              <a:gd name="connsiteX38861" fmla="*/ 1075940 w 2119654"/>
              <a:gd name="connsiteY38861" fmla="*/ 2187840 h 2398711"/>
              <a:gd name="connsiteX38862" fmla="*/ 1032233 w 2119654"/>
              <a:gd name="connsiteY38862" fmla="*/ 2285378 h 2398711"/>
              <a:gd name="connsiteX38863" fmla="*/ 1034296 w 2119654"/>
              <a:gd name="connsiteY38863" fmla="*/ 2286637 h 2398711"/>
              <a:gd name="connsiteX38864" fmla="*/ 1041203 w 2119654"/>
              <a:gd name="connsiteY38864" fmla="*/ 2283675 h 2398711"/>
              <a:gd name="connsiteX38865" fmla="*/ 1045091 w 2119654"/>
              <a:gd name="connsiteY38865" fmla="*/ 2279251 h 2398711"/>
              <a:gd name="connsiteX38866" fmla="*/ 1035632 w 2119654"/>
              <a:gd name="connsiteY38866" fmla="*/ 2282865 h 2398711"/>
              <a:gd name="connsiteX38867" fmla="*/ 1033220 w 2119654"/>
              <a:gd name="connsiteY38867" fmla="*/ 2284662 h 2398711"/>
              <a:gd name="connsiteX38868" fmla="*/ 1667931 w 2119654"/>
              <a:gd name="connsiteY38868" fmla="*/ 861821 h 2398711"/>
              <a:gd name="connsiteX38869" fmla="*/ 1667628 w 2119654"/>
              <a:gd name="connsiteY38869" fmla="*/ 863326 h 2398711"/>
              <a:gd name="connsiteX38870" fmla="*/ 1668054 w 2119654"/>
              <a:gd name="connsiteY38870" fmla="*/ 862776 h 2398711"/>
              <a:gd name="connsiteX38871" fmla="*/ 1060711 w 2119654"/>
              <a:gd name="connsiteY38871" fmla="*/ 2221354 h 2398711"/>
              <a:gd name="connsiteX38872" fmla="*/ 1061906 w 2119654"/>
              <a:gd name="connsiteY38872" fmla="*/ 2224570 h 2398711"/>
              <a:gd name="connsiteX38873" fmla="*/ 1063258 w 2119654"/>
              <a:gd name="connsiteY38873" fmla="*/ 2223437 h 2398711"/>
              <a:gd name="connsiteX38874" fmla="*/ 1074954 w 2119654"/>
              <a:gd name="connsiteY38874" fmla="*/ 2189106 h 2398711"/>
              <a:gd name="connsiteX38875" fmla="*/ 1075400 w 2119654"/>
              <a:gd name="connsiteY38875" fmla="*/ 2188951 h 2398711"/>
              <a:gd name="connsiteX38876" fmla="*/ 1075271 w 2119654"/>
              <a:gd name="connsiteY38876" fmla="*/ 2188837 h 2398711"/>
              <a:gd name="connsiteX38877" fmla="*/ 1708047 w 2119654"/>
              <a:gd name="connsiteY38877" fmla="*/ 771039 h 2398711"/>
              <a:gd name="connsiteX38878" fmla="*/ 1705293 w 2119654"/>
              <a:gd name="connsiteY38878" fmla="*/ 781782 h 2398711"/>
              <a:gd name="connsiteX38879" fmla="*/ 1705305 w 2119654"/>
              <a:gd name="connsiteY38879" fmla="*/ 782591 h 2398711"/>
              <a:gd name="connsiteX38880" fmla="*/ 1707634 w 2119654"/>
              <a:gd name="connsiteY38880" fmla="*/ 774411 h 2398711"/>
              <a:gd name="connsiteX38881" fmla="*/ 1066251 w 2119654"/>
              <a:gd name="connsiteY38881" fmla="*/ 2208048 h 2398711"/>
              <a:gd name="connsiteX38882" fmla="*/ 1066261 w 2119654"/>
              <a:gd name="connsiteY38882" fmla="*/ 2208071 h 2398711"/>
              <a:gd name="connsiteX38883" fmla="*/ 1066286 w 2119654"/>
              <a:gd name="connsiteY38883" fmla="*/ 2208044 h 2398711"/>
              <a:gd name="connsiteX38884" fmla="*/ 1653424 w 2119654"/>
              <a:gd name="connsiteY38884" fmla="*/ 893211 h 2398711"/>
              <a:gd name="connsiteX38885" fmla="*/ 1653355 w 2119654"/>
              <a:gd name="connsiteY38885" fmla="*/ 893437 h 2398711"/>
              <a:gd name="connsiteX38886" fmla="*/ 1653429 w 2119654"/>
              <a:gd name="connsiteY38886" fmla="*/ 893335 h 2398711"/>
              <a:gd name="connsiteX38887" fmla="*/ 1668540 w 2119654"/>
              <a:gd name="connsiteY38887" fmla="*/ 858798 h 2398711"/>
              <a:gd name="connsiteX38888" fmla="*/ 1668202 w 2119654"/>
              <a:gd name="connsiteY38888" fmla="*/ 860478 h 2398711"/>
              <a:gd name="connsiteX38889" fmla="*/ 1668456 w 2119654"/>
              <a:gd name="connsiteY38889" fmla="*/ 862258 h 2398711"/>
              <a:gd name="connsiteX38890" fmla="*/ 1668864 w 2119654"/>
              <a:gd name="connsiteY38890" fmla="*/ 861731 h 2398711"/>
              <a:gd name="connsiteX38891" fmla="*/ 1076457 w 2119654"/>
              <a:gd name="connsiteY38891" fmla="*/ 2184560 h 2398711"/>
              <a:gd name="connsiteX38892" fmla="*/ 1077026 w 2119654"/>
              <a:gd name="connsiteY38892" fmla="*/ 2185029 h 2398711"/>
              <a:gd name="connsiteX38893" fmla="*/ 1078408 w 2119654"/>
              <a:gd name="connsiteY38893" fmla="*/ 2184252 h 2398711"/>
              <a:gd name="connsiteX38894" fmla="*/ 1077987 w 2119654"/>
              <a:gd name="connsiteY38894" fmla="*/ 2183953 h 2398711"/>
              <a:gd name="connsiteX38895" fmla="*/ 1060385 w 2119654"/>
              <a:gd name="connsiteY38895" fmla="*/ 2220477 h 2398711"/>
              <a:gd name="connsiteX38896" fmla="*/ 1060514 w 2119654"/>
              <a:gd name="connsiteY38896" fmla="*/ 2220826 h 2398711"/>
              <a:gd name="connsiteX38897" fmla="*/ 1063439 w 2119654"/>
              <a:gd name="connsiteY38897" fmla="*/ 2223285 h 2398711"/>
              <a:gd name="connsiteX38898" fmla="*/ 1066636 w 2119654"/>
              <a:gd name="connsiteY38898" fmla="*/ 2220606 h 2398711"/>
              <a:gd name="connsiteX38899" fmla="*/ 1066752 w 2119654"/>
              <a:gd name="connsiteY38899" fmla="*/ 2220386 h 2398711"/>
              <a:gd name="connsiteX38900" fmla="*/ 1061434 w 2119654"/>
              <a:gd name="connsiteY38900" fmla="*/ 2219903 h 2398711"/>
              <a:gd name="connsiteX38901" fmla="*/ 1025502 w 2119654"/>
              <a:gd name="connsiteY38901" fmla="*/ 2298015 h 2398711"/>
              <a:gd name="connsiteX38902" fmla="*/ 1026987 w 2119654"/>
              <a:gd name="connsiteY38902" fmla="*/ 2297799 h 2398711"/>
              <a:gd name="connsiteX38903" fmla="*/ 1029144 w 2119654"/>
              <a:gd name="connsiteY38903" fmla="*/ 2297398 h 2398711"/>
              <a:gd name="connsiteX38904" fmla="*/ 1036946 w 2119654"/>
              <a:gd name="connsiteY38904" fmla="*/ 2288520 h 2398711"/>
              <a:gd name="connsiteX38905" fmla="*/ 1036810 w 2119654"/>
              <a:gd name="connsiteY38905" fmla="*/ 2288436 h 2398711"/>
              <a:gd name="connsiteX38906" fmla="*/ 1069182 w 2119654"/>
              <a:gd name="connsiteY38906" fmla="*/ 2199745 h 2398711"/>
              <a:gd name="connsiteX38907" fmla="*/ 1070725 w 2119654"/>
              <a:gd name="connsiteY38907" fmla="*/ 2201719 h 2398711"/>
              <a:gd name="connsiteX38908" fmla="*/ 1073773 w 2119654"/>
              <a:gd name="connsiteY38908" fmla="*/ 2196763 h 2398711"/>
              <a:gd name="connsiteX38909" fmla="*/ 1072810 w 2119654"/>
              <a:gd name="connsiteY38909" fmla="*/ 2196877 h 2398711"/>
              <a:gd name="connsiteX38910" fmla="*/ 1072026 w 2119654"/>
              <a:gd name="connsiteY38910" fmla="*/ 2197670 h 2398711"/>
              <a:gd name="connsiteX38911" fmla="*/ 1075718 w 2119654"/>
              <a:gd name="connsiteY38911" fmla="*/ 2184853 h 2398711"/>
              <a:gd name="connsiteX38912" fmla="*/ 1075951 w 2119654"/>
              <a:gd name="connsiteY38912" fmla="*/ 2185633 h 2398711"/>
              <a:gd name="connsiteX38913" fmla="*/ 1076529 w 2119654"/>
              <a:gd name="connsiteY38913" fmla="*/ 2185308 h 2398711"/>
              <a:gd name="connsiteX38914" fmla="*/ 1075806 w 2119654"/>
              <a:gd name="connsiteY38914" fmla="*/ 2184818 h 2398711"/>
              <a:gd name="connsiteX38915" fmla="*/ 1655480 w 2119654"/>
              <a:gd name="connsiteY38915" fmla="*/ 886539 h 2398711"/>
              <a:gd name="connsiteX38916" fmla="*/ 1655425 w 2119654"/>
              <a:gd name="connsiteY38916" fmla="*/ 886718 h 2398711"/>
              <a:gd name="connsiteX38917" fmla="*/ 1655443 w 2119654"/>
              <a:gd name="connsiteY38917" fmla="*/ 886836 h 2398711"/>
              <a:gd name="connsiteX38918" fmla="*/ 1655484 w 2119654"/>
              <a:gd name="connsiteY38918" fmla="*/ 886561 h 2398711"/>
              <a:gd name="connsiteX38919" fmla="*/ 1031009 w 2119654"/>
              <a:gd name="connsiteY38919" fmla="*/ 2284631 h 2398711"/>
              <a:gd name="connsiteX38920" fmla="*/ 1031789 w 2119654"/>
              <a:gd name="connsiteY38920" fmla="*/ 2285107 h 2398711"/>
              <a:gd name="connsiteX38921" fmla="*/ 1033921 w 2119654"/>
              <a:gd name="connsiteY38921" fmla="*/ 2283519 h 2398711"/>
              <a:gd name="connsiteX38922" fmla="*/ 1054395 w 2119654"/>
              <a:gd name="connsiteY38922" fmla="*/ 2232092 h 2398711"/>
              <a:gd name="connsiteX38923" fmla="*/ 1057749 w 2119654"/>
              <a:gd name="connsiteY38923" fmla="*/ 2233568 h 2398711"/>
              <a:gd name="connsiteX38924" fmla="*/ 1059416 w 2119654"/>
              <a:gd name="connsiteY38924" fmla="*/ 2234274 h 2398711"/>
              <a:gd name="connsiteX38925" fmla="*/ 1060374 w 2119654"/>
              <a:gd name="connsiteY38925" fmla="*/ 2232461 h 2398711"/>
              <a:gd name="connsiteX38926" fmla="*/ 1659339 w 2119654"/>
              <a:gd name="connsiteY38926" fmla="*/ 877485 h 2398711"/>
              <a:gd name="connsiteX38927" fmla="*/ 1658917 w 2119654"/>
              <a:gd name="connsiteY38927" fmla="*/ 880484 h 2398711"/>
              <a:gd name="connsiteX38928" fmla="*/ 1658876 w 2119654"/>
              <a:gd name="connsiteY38928" fmla="*/ 881999 h 2398711"/>
              <a:gd name="connsiteX38929" fmla="*/ 1658894 w 2119654"/>
              <a:gd name="connsiteY38929" fmla="*/ 882134 h 2398711"/>
              <a:gd name="connsiteX38930" fmla="*/ 1659567 w 2119654"/>
              <a:gd name="connsiteY38930" fmla="*/ 879280 h 2398711"/>
              <a:gd name="connsiteX38931" fmla="*/ 1669454 w 2119654"/>
              <a:gd name="connsiteY38931" fmla="*/ 854555 h 2398711"/>
              <a:gd name="connsiteX38932" fmla="*/ 1668983 w 2119654"/>
              <a:gd name="connsiteY38932" fmla="*/ 856738 h 2398711"/>
              <a:gd name="connsiteX38933" fmla="*/ 1669924 w 2119654"/>
              <a:gd name="connsiteY38933" fmla="*/ 865276 h 2398711"/>
              <a:gd name="connsiteX38934" fmla="*/ 1670356 w 2119654"/>
              <a:gd name="connsiteY38934" fmla="*/ 860665 h 2398711"/>
              <a:gd name="connsiteX38935" fmla="*/ 1670399 w 2119654"/>
              <a:gd name="connsiteY38935" fmla="*/ 860732 h 2398711"/>
              <a:gd name="connsiteX38936" fmla="*/ 1047203 w 2119654"/>
              <a:gd name="connsiteY38936" fmla="*/ 2247508 h 2398711"/>
              <a:gd name="connsiteX38937" fmla="*/ 1051120 w 2119654"/>
              <a:gd name="connsiteY38937" fmla="*/ 2251629 h 2398711"/>
              <a:gd name="connsiteX38938" fmla="*/ 1059368 w 2119654"/>
              <a:gd name="connsiteY38938" fmla="*/ 2250923 h 2398711"/>
              <a:gd name="connsiteX38939" fmla="*/ 1061540 w 2119654"/>
              <a:gd name="connsiteY38939" fmla="*/ 2247936 h 2398711"/>
              <a:gd name="connsiteX38940" fmla="*/ 1059162 w 2119654"/>
              <a:gd name="connsiteY38940" fmla="*/ 2245820 h 2398711"/>
              <a:gd name="connsiteX38941" fmla="*/ 1057755 w 2119654"/>
              <a:gd name="connsiteY38941" fmla="*/ 2246633 h 2398711"/>
              <a:gd name="connsiteX38942" fmla="*/ 1057372 w 2119654"/>
              <a:gd name="connsiteY38942" fmla="*/ 2246578 h 2398711"/>
              <a:gd name="connsiteX38943" fmla="*/ 1058974 w 2119654"/>
              <a:gd name="connsiteY38943" fmla="*/ 2245653 h 2398711"/>
              <a:gd name="connsiteX38944" fmla="*/ 1056638 w 2119654"/>
              <a:gd name="connsiteY38944" fmla="*/ 2243572 h 2398711"/>
              <a:gd name="connsiteX38945" fmla="*/ 1661681 w 2119654"/>
              <a:gd name="connsiteY38945" fmla="*/ 871413 h 2398711"/>
              <a:gd name="connsiteX38946" fmla="*/ 1661146 w 2119654"/>
              <a:gd name="connsiteY38946" fmla="*/ 874167 h 2398711"/>
              <a:gd name="connsiteX38947" fmla="*/ 1661170 w 2119654"/>
              <a:gd name="connsiteY38947" fmla="*/ 874801 h 2398711"/>
              <a:gd name="connsiteX38948" fmla="*/ 1661760 w 2119654"/>
              <a:gd name="connsiteY38948" fmla="*/ 872031 h 2398711"/>
              <a:gd name="connsiteX38949" fmla="*/ 1023890 w 2119654"/>
              <a:gd name="connsiteY38949" fmla="*/ 2299379 h 2398711"/>
              <a:gd name="connsiteX38950" fmla="*/ 1027784 w 2119654"/>
              <a:gd name="connsiteY38950" fmla="*/ 2298082 h 2398711"/>
              <a:gd name="connsiteX38951" fmla="*/ 1024933 w 2119654"/>
              <a:gd name="connsiteY38951" fmla="*/ 2298496 h 2398711"/>
              <a:gd name="connsiteX38952" fmla="*/ 1669917 w 2119654"/>
              <a:gd name="connsiteY38952" fmla="*/ 852409 h 2398711"/>
              <a:gd name="connsiteX38953" fmla="*/ 1669714 w 2119654"/>
              <a:gd name="connsiteY38953" fmla="*/ 853347 h 2398711"/>
              <a:gd name="connsiteX38954" fmla="*/ 1671017 w 2119654"/>
              <a:gd name="connsiteY38954" fmla="*/ 861868 h 2398711"/>
              <a:gd name="connsiteX38955" fmla="*/ 1671848 w 2119654"/>
              <a:gd name="connsiteY38955" fmla="*/ 859174 h 2398711"/>
              <a:gd name="connsiteX38956" fmla="*/ 1689142 w 2119654"/>
              <a:gd name="connsiteY38956" fmla="*/ 809298 h 2398711"/>
              <a:gd name="connsiteX38957" fmla="*/ 1690954 w 2119654"/>
              <a:gd name="connsiteY38957" fmla="*/ 820779 h 2398711"/>
              <a:gd name="connsiteX38958" fmla="*/ 1691462 w 2119654"/>
              <a:gd name="connsiteY38958" fmla="*/ 819320 h 2398711"/>
              <a:gd name="connsiteX38959" fmla="*/ 1059175 w 2119654"/>
              <a:gd name="connsiteY38959" fmla="*/ 2219699 h 2398711"/>
              <a:gd name="connsiteX38960" fmla="*/ 1059252 w 2119654"/>
              <a:gd name="connsiteY38960" fmla="*/ 2219763 h 2398711"/>
              <a:gd name="connsiteX38961" fmla="*/ 1059282 w 2119654"/>
              <a:gd name="connsiteY38961" fmla="*/ 2219748 h 2398711"/>
              <a:gd name="connsiteX38962" fmla="*/ 1059267 w 2119654"/>
              <a:gd name="connsiteY38962" fmla="*/ 2219706 h 2398711"/>
              <a:gd name="connsiteX38963" fmla="*/ 1071496 w 2119654"/>
              <a:gd name="connsiteY38963" fmla="*/ 2192060 h 2398711"/>
              <a:gd name="connsiteX38964" fmla="*/ 1072508 w 2119654"/>
              <a:gd name="connsiteY38964" fmla="*/ 2192918 h 2398711"/>
              <a:gd name="connsiteX38965" fmla="*/ 1074821 w 2119654"/>
              <a:gd name="connsiteY38965" fmla="*/ 2190575 h 2398711"/>
              <a:gd name="connsiteX38966" fmla="*/ 1072268 w 2119654"/>
              <a:gd name="connsiteY38966" fmla="*/ 2191401 h 2398711"/>
              <a:gd name="connsiteX38967" fmla="*/ 1710690 w 2119654"/>
              <a:gd name="connsiteY38967" fmla="*/ 760731 h 2398711"/>
              <a:gd name="connsiteX38968" fmla="*/ 1708850 w 2119654"/>
              <a:gd name="connsiteY38968" fmla="*/ 767907 h 2398711"/>
              <a:gd name="connsiteX38969" fmla="*/ 1708369 w 2119654"/>
              <a:gd name="connsiteY38969" fmla="*/ 771831 h 2398711"/>
              <a:gd name="connsiteX38970" fmla="*/ 1710872 w 2119654"/>
              <a:gd name="connsiteY38970" fmla="*/ 763040 h 2398711"/>
              <a:gd name="connsiteX38971" fmla="*/ 1071148 w 2119654"/>
              <a:gd name="connsiteY38971" fmla="*/ 2191764 h 2398711"/>
              <a:gd name="connsiteX38972" fmla="*/ 1071451 w 2119654"/>
              <a:gd name="connsiteY38972" fmla="*/ 2192021 h 2398711"/>
              <a:gd name="connsiteX38973" fmla="*/ 1072110 w 2119654"/>
              <a:gd name="connsiteY38973" fmla="*/ 2191459 h 2398711"/>
              <a:gd name="connsiteX38974" fmla="*/ 1072120 w 2119654"/>
              <a:gd name="connsiteY38974" fmla="*/ 2191449 h 2398711"/>
              <a:gd name="connsiteX38975" fmla="*/ 1073591 w 2119654"/>
              <a:gd name="connsiteY38975" fmla="*/ 2185989 h 2398711"/>
              <a:gd name="connsiteX38976" fmla="*/ 1074258 w 2119654"/>
              <a:gd name="connsiteY38976" fmla="*/ 2186585 h 2398711"/>
              <a:gd name="connsiteX38977" fmla="*/ 1074311 w 2119654"/>
              <a:gd name="connsiteY38977" fmla="*/ 2186555 h 2398711"/>
              <a:gd name="connsiteX38978" fmla="*/ 1073603 w 2119654"/>
              <a:gd name="connsiteY38978" fmla="*/ 2185691 h 2398711"/>
              <a:gd name="connsiteX38979" fmla="*/ 1074539 w 2119654"/>
              <a:gd name="connsiteY38979" fmla="*/ 2186428 h 2398711"/>
              <a:gd name="connsiteX38980" fmla="*/ 1075730 w 2119654"/>
              <a:gd name="connsiteY38980" fmla="*/ 2185758 h 2398711"/>
              <a:gd name="connsiteX38981" fmla="*/ 1075487 w 2119654"/>
              <a:gd name="connsiteY38981" fmla="*/ 2184945 h 2398711"/>
              <a:gd name="connsiteX38982" fmla="*/ 1071232 w 2119654"/>
              <a:gd name="connsiteY38982" fmla="*/ 2190403 h 2398711"/>
              <a:gd name="connsiteX38983" fmla="*/ 1074520 w 2119654"/>
              <a:gd name="connsiteY38983" fmla="*/ 2189258 h 2398711"/>
              <a:gd name="connsiteX38984" fmla="*/ 1075124 w 2119654"/>
              <a:gd name="connsiteY38984" fmla="*/ 2188706 h 2398711"/>
              <a:gd name="connsiteX38985" fmla="*/ 1074845 w 2119654"/>
              <a:gd name="connsiteY38985" fmla="*/ 2188457 h 2398711"/>
              <a:gd name="connsiteX38986" fmla="*/ 1072147 w 2119654"/>
              <a:gd name="connsiteY38986" fmla="*/ 2189974 h 2398711"/>
              <a:gd name="connsiteX38987" fmla="*/ 1712509 w 2119654"/>
              <a:gd name="connsiteY38987" fmla="*/ 753633 h 2398711"/>
              <a:gd name="connsiteX38988" fmla="*/ 1710871 w 2119654"/>
              <a:gd name="connsiteY38988" fmla="*/ 760021 h 2398711"/>
              <a:gd name="connsiteX38989" fmla="*/ 1711060 w 2119654"/>
              <a:gd name="connsiteY38989" fmla="*/ 762383 h 2398711"/>
              <a:gd name="connsiteX38990" fmla="*/ 1712984 w 2119654"/>
              <a:gd name="connsiteY38990" fmla="*/ 755625 h 2398711"/>
              <a:gd name="connsiteX38991" fmla="*/ 1070462 w 2119654"/>
              <a:gd name="connsiteY38991" fmla="*/ 2191183 h 2398711"/>
              <a:gd name="connsiteX38992" fmla="*/ 1070716 w 2119654"/>
              <a:gd name="connsiteY38992" fmla="*/ 2191398 h 2398711"/>
              <a:gd name="connsiteX38993" fmla="*/ 1073031 w 2119654"/>
              <a:gd name="connsiteY38993" fmla="*/ 2190400 h 2398711"/>
              <a:gd name="connsiteX38994" fmla="*/ 1067437 w 2119654"/>
              <a:gd name="connsiteY38994" fmla="*/ 2197514 h 2398711"/>
              <a:gd name="connsiteX38995" fmla="*/ 1067673 w 2119654"/>
              <a:gd name="connsiteY38995" fmla="*/ 2197816 h 2398711"/>
              <a:gd name="connsiteX38996" fmla="*/ 1068041 w 2119654"/>
              <a:gd name="connsiteY38996" fmla="*/ 2197443 h 2398711"/>
              <a:gd name="connsiteX38997" fmla="*/ 1661227 w 2119654"/>
              <a:gd name="connsiteY38997" fmla="*/ 867888 h 2398711"/>
              <a:gd name="connsiteX38998" fmla="*/ 1660949 w 2119654"/>
              <a:gd name="connsiteY38998" fmla="*/ 868788 h 2398711"/>
              <a:gd name="connsiteX38999" fmla="*/ 1661055 w 2119654"/>
              <a:gd name="connsiteY38999" fmla="*/ 871683 h 2398711"/>
              <a:gd name="connsiteX39000" fmla="*/ 1661453 w 2119654"/>
              <a:gd name="connsiteY39000" fmla="*/ 869637 h 2398711"/>
              <a:gd name="connsiteX39001" fmla="*/ 1684065 w 2119654"/>
              <a:gd name="connsiteY39001" fmla="*/ 816486 h 2398711"/>
              <a:gd name="connsiteX39002" fmla="*/ 1679967 w 2119654"/>
              <a:gd name="connsiteY39002" fmla="*/ 848835 h 2398711"/>
              <a:gd name="connsiteX39003" fmla="*/ 1683740 w 2119654"/>
              <a:gd name="connsiteY39003" fmla="*/ 841505 h 2398711"/>
              <a:gd name="connsiteX39004" fmla="*/ 1684879 w 2119654"/>
              <a:gd name="connsiteY39004" fmla="*/ 838230 h 2398711"/>
              <a:gd name="connsiteX39005" fmla="*/ 1684224 w 2119654"/>
              <a:gd name="connsiteY39005" fmla="*/ 819735 h 2398711"/>
              <a:gd name="connsiteX39006" fmla="*/ 1071446 w 2119654"/>
              <a:gd name="connsiteY39006" fmla="*/ 2188166 h 2398711"/>
              <a:gd name="connsiteX39007" fmla="*/ 1073329 w 2119654"/>
              <a:gd name="connsiteY39007" fmla="*/ 2187108 h 2398711"/>
              <a:gd name="connsiteX39008" fmla="*/ 1072563 w 2119654"/>
              <a:gd name="connsiteY39008" fmla="*/ 2186425 h 2398711"/>
              <a:gd name="connsiteX39009" fmla="*/ 1719334 w 2119654"/>
              <a:gd name="connsiteY39009" fmla="*/ 736643 h 2398711"/>
              <a:gd name="connsiteX39010" fmla="*/ 1715374 w 2119654"/>
              <a:gd name="connsiteY39010" fmla="*/ 750548 h 2398711"/>
              <a:gd name="connsiteX39011" fmla="*/ 1714221 w 2119654"/>
              <a:gd name="connsiteY39011" fmla="*/ 757920 h 2398711"/>
              <a:gd name="connsiteX39012" fmla="*/ 1715365 w 2119654"/>
              <a:gd name="connsiteY39012" fmla="*/ 762725 h 2398711"/>
              <a:gd name="connsiteX39013" fmla="*/ 1719014 w 2119654"/>
              <a:gd name="connsiteY39013" fmla="*/ 739403 h 2398711"/>
              <a:gd name="connsiteX39014" fmla="*/ 1045407 w 2119654"/>
              <a:gd name="connsiteY39014" fmla="*/ 2245620 h 2398711"/>
              <a:gd name="connsiteX39015" fmla="*/ 1046980 w 2119654"/>
              <a:gd name="connsiteY39015" fmla="*/ 2247275 h 2398711"/>
              <a:gd name="connsiteX39016" fmla="*/ 1052224 w 2119654"/>
              <a:gd name="connsiteY39016" fmla="*/ 2245088 h 2398711"/>
              <a:gd name="connsiteX39017" fmla="*/ 1055493 w 2119654"/>
              <a:gd name="connsiteY39017" fmla="*/ 2243685 h 2398711"/>
              <a:gd name="connsiteX39018" fmla="*/ 1672081 w 2119654"/>
              <a:gd name="connsiteY39018" fmla="*/ 842369 h 2398711"/>
              <a:gd name="connsiteX39019" fmla="*/ 1670890 w 2119654"/>
              <a:gd name="connsiteY39019" fmla="*/ 847896 h 2398711"/>
              <a:gd name="connsiteX39020" fmla="*/ 1672973 w 2119654"/>
              <a:gd name="connsiteY39020" fmla="*/ 855193 h 2398711"/>
              <a:gd name="connsiteX39021" fmla="*/ 1673661 w 2119654"/>
              <a:gd name="connsiteY39021" fmla="*/ 852699 h 2398711"/>
              <a:gd name="connsiteX39022" fmla="*/ 1064217 w 2119654"/>
              <a:gd name="connsiteY39022" fmla="*/ 2203368 h 2398711"/>
              <a:gd name="connsiteX39023" fmla="*/ 1064945 w 2119654"/>
              <a:gd name="connsiteY39023" fmla="*/ 2205043 h 2398711"/>
              <a:gd name="connsiteX39024" fmla="*/ 1068429 w 2119654"/>
              <a:gd name="connsiteY39024" fmla="*/ 2204264 h 2398711"/>
              <a:gd name="connsiteX39025" fmla="*/ 1068668 w 2119654"/>
              <a:gd name="connsiteY39025" fmla="*/ 2204142 h 2398711"/>
              <a:gd name="connsiteX39026" fmla="*/ 1066070 w 2119654"/>
              <a:gd name="connsiteY39026" fmla="*/ 2202015 h 2398711"/>
              <a:gd name="connsiteX39027" fmla="*/ 1662748 w 2119654"/>
              <a:gd name="connsiteY39027" fmla="*/ 862952 h 2398711"/>
              <a:gd name="connsiteX39028" fmla="*/ 1661758 w 2119654"/>
              <a:gd name="connsiteY39028" fmla="*/ 866166 h 2398711"/>
              <a:gd name="connsiteX39029" fmla="*/ 1661904 w 2119654"/>
              <a:gd name="connsiteY39029" fmla="*/ 867306 h 2398711"/>
              <a:gd name="connsiteX39030" fmla="*/ 1024978 w 2119654"/>
              <a:gd name="connsiteY39030" fmla="*/ 2290635 h 2398711"/>
              <a:gd name="connsiteX39031" fmla="*/ 1034042 w 2119654"/>
              <a:gd name="connsiteY39031" fmla="*/ 2286747 h 2398711"/>
              <a:gd name="connsiteX39032" fmla="*/ 1032035 w 2119654"/>
              <a:gd name="connsiteY39032" fmla="*/ 2285522 h 2398711"/>
              <a:gd name="connsiteX39033" fmla="*/ 1710312 w 2119654"/>
              <a:gd name="connsiteY39033" fmla="*/ 755971 h 2398711"/>
              <a:gd name="connsiteX39034" fmla="*/ 1709220 w 2119654"/>
              <a:gd name="connsiteY39034" fmla="*/ 764887 h 2398711"/>
              <a:gd name="connsiteX39035" fmla="*/ 1710594 w 2119654"/>
              <a:gd name="connsiteY39035" fmla="*/ 759528 h 2398711"/>
              <a:gd name="connsiteX39036" fmla="*/ 1049349 w 2119654"/>
              <a:gd name="connsiteY39036" fmla="*/ 2235908 h 2398711"/>
              <a:gd name="connsiteX39037" fmla="*/ 1051430 w 2119654"/>
              <a:gd name="connsiteY39037" fmla="*/ 2237769 h 2398711"/>
              <a:gd name="connsiteX39038" fmla="*/ 1058262 w 2119654"/>
              <a:gd name="connsiteY39038" fmla="*/ 2236458 h 2398711"/>
              <a:gd name="connsiteX39039" fmla="*/ 1059303 w 2119654"/>
              <a:gd name="connsiteY39039" fmla="*/ 2234487 h 2398711"/>
              <a:gd name="connsiteX39040" fmla="*/ 1053875 w 2119654"/>
              <a:gd name="connsiteY39040" fmla="*/ 2232185 h 2398711"/>
              <a:gd name="connsiteX39041" fmla="*/ 1051760 w 2119654"/>
              <a:gd name="connsiteY39041" fmla="*/ 2233951 h 2398711"/>
              <a:gd name="connsiteX39042" fmla="*/ 1684590 w 2119654"/>
              <a:gd name="connsiteY39042" fmla="*/ 812341 h 2398711"/>
              <a:gd name="connsiteX39043" fmla="*/ 1684296 w 2119654"/>
              <a:gd name="connsiteY39043" fmla="*/ 814664 h 2398711"/>
              <a:gd name="connsiteX39044" fmla="*/ 1685379 w 2119654"/>
              <a:gd name="connsiteY39044" fmla="*/ 836793 h 2398711"/>
              <a:gd name="connsiteX39045" fmla="*/ 1687126 w 2119654"/>
              <a:gd name="connsiteY39045" fmla="*/ 831775 h 2398711"/>
              <a:gd name="connsiteX39046" fmla="*/ 1686862 w 2119654"/>
              <a:gd name="connsiteY39046" fmla="*/ 826372 h 2398711"/>
              <a:gd name="connsiteX39047" fmla="*/ 1684978 w 2119654"/>
              <a:gd name="connsiteY39047" fmla="*/ 814576 h 2398711"/>
              <a:gd name="connsiteX39048" fmla="*/ 1715041 w 2119654"/>
              <a:gd name="connsiteY39048" fmla="*/ 743759 h 2398711"/>
              <a:gd name="connsiteX39049" fmla="*/ 1712866 w 2119654"/>
              <a:gd name="connsiteY39049" fmla="*/ 752241 h 2398711"/>
              <a:gd name="connsiteX39050" fmla="*/ 1713359 w 2119654"/>
              <a:gd name="connsiteY39050" fmla="*/ 754308 h 2398711"/>
              <a:gd name="connsiteX39051" fmla="*/ 1713428 w 2119654"/>
              <a:gd name="connsiteY39051" fmla="*/ 754065 h 2398711"/>
              <a:gd name="connsiteX39052" fmla="*/ 1665613 w 2119654"/>
              <a:gd name="connsiteY39052" fmla="*/ 853653 h 2398711"/>
              <a:gd name="connsiteX39053" fmla="*/ 1664291 w 2119654"/>
              <a:gd name="connsiteY39053" fmla="*/ 857944 h 2398711"/>
              <a:gd name="connsiteX39054" fmla="*/ 1662133 w 2119654"/>
              <a:gd name="connsiteY39054" fmla="*/ 869080 h 2398711"/>
              <a:gd name="connsiteX39055" fmla="*/ 1662229 w 2119654"/>
              <a:gd name="connsiteY39055" fmla="*/ 869832 h 2398711"/>
              <a:gd name="connsiteX39056" fmla="*/ 1665497 w 2119654"/>
              <a:gd name="connsiteY39056" fmla="*/ 854500 h 2398711"/>
              <a:gd name="connsiteX39057" fmla="*/ 1054012 w 2119654"/>
              <a:gd name="connsiteY39057" fmla="*/ 2222627 h 2398711"/>
              <a:gd name="connsiteX39058" fmla="*/ 1058961 w 2119654"/>
              <a:gd name="connsiteY39058" fmla="*/ 2219923 h 2398711"/>
              <a:gd name="connsiteX39059" fmla="*/ 1058626 w 2119654"/>
              <a:gd name="connsiteY39059" fmla="*/ 2219649 h 2398711"/>
              <a:gd name="connsiteX39060" fmla="*/ 1056930 w 2119654"/>
              <a:gd name="connsiteY39060" fmla="*/ 2219495 h 2398711"/>
              <a:gd name="connsiteX39061" fmla="*/ 1059845 w 2119654"/>
              <a:gd name="connsiteY39061" fmla="*/ 2208886 h 2398711"/>
              <a:gd name="connsiteX39062" fmla="*/ 1065220 w 2119654"/>
              <a:gd name="connsiteY39062" fmla="*/ 2209188 h 2398711"/>
              <a:gd name="connsiteX39063" fmla="*/ 1066127 w 2119654"/>
              <a:gd name="connsiteY39063" fmla="*/ 2208214 h 2398711"/>
              <a:gd name="connsiteX39064" fmla="*/ 1066062 w 2119654"/>
              <a:gd name="connsiteY39064" fmla="*/ 2208067 h 2398711"/>
              <a:gd name="connsiteX39065" fmla="*/ 1060321 w 2119654"/>
              <a:gd name="connsiteY39065" fmla="*/ 2208642 h 2398711"/>
              <a:gd name="connsiteX39066" fmla="*/ 1060584 w 2119654"/>
              <a:gd name="connsiteY39066" fmla="*/ 2206018 h 2398711"/>
              <a:gd name="connsiteX39067" fmla="*/ 1064766 w 2119654"/>
              <a:gd name="connsiteY39067" fmla="*/ 2205084 h 2398711"/>
              <a:gd name="connsiteX39068" fmla="*/ 1064068 w 2119654"/>
              <a:gd name="connsiteY39068" fmla="*/ 2203476 h 2398711"/>
              <a:gd name="connsiteX39069" fmla="*/ 1671406 w 2119654"/>
              <a:gd name="connsiteY39069" fmla="*/ 838003 h 2398711"/>
              <a:gd name="connsiteX39070" fmla="*/ 1670380 w 2119654"/>
              <a:gd name="connsiteY39070" fmla="*/ 846109 h 2398711"/>
              <a:gd name="connsiteX39071" fmla="*/ 1670610 w 2119654"/>
              <a:gd name="connsiteY39071" fmla="*/ 846917 h 2398711"/>
              <a:gd name="connsiteX39072" fmla="*/ 1671878 w 2119654"/>
              <a:gd name="connsiteY39072" fmla="*/ 841039 h 2398711"/>
              <a:gd name="connsiteX39073" fmla="*/ 1671487 w 2119654"/>
              <a:gd name="connsiteY39073" fmla="*/ 838483 h 2398711"/>
              <a:gd name="connsiteX39074" fmla="*/ 1045702 w 2119654"/>
              <a:gd name="connsiteY39074" fmla="*/ 2238868 h 2398711"/>
              <a:gd name="connsiteX39075" fmla="*/ 1050351 w 2119654"/>
              <a:gd name="connsiteY39075" fmla="*/ 2237976 h 2398711"/>
              <a:gd name="connsiteX39076" fmla="*/ 1048658 w 2119654"/>
              <a:gd name="connsiteY39076" fmla="*/ 2236469 h 2398711"/>
              <a:gd name="connsiteX39077" fmla="*/ 1685320 w 2119654"/>
              <a:gd name="connsiteY39077" fmla="*/ 806583 h 2398711"/>
              <a:gd name="connsiteX39078" fmla="*/ 1684669 w 2119654"/>
              <a:gd name="connsiteY39078" fmla="*/ 811716 h 2398711"/>
              <a:gd name="connsiteX39079" fmla="*/ 1686723 w 2119654"/>
              <a:gd name="connsiteY39079" fmla="*/ 823554 h 2398711"/>
              <a:gd name="connsiteX39080" fmla="*/ 1686613 w 2119654"/>
              <a:gd name="connsiteY39080" fmla="*/ 821304 h 2398711"/>
              <a:gd name="connsiteX39081" fmla="*/ 1686867 w 2119654"/>
              <a:gd name="connsiteY39081" fmla="*/ 821596 h 2398711"/>
              <a:gd name="connsiteX39082" fmla="*/ 1687057 w 2119654"/>
              <a:gd name="connsiteY39082" fmla="*/ 825472 h 2398711"/>
              <a:gd name="connsiteX39083" fmla="*/ 1687810 w 2119654"/>
              <a:gd name="connsiteY39083" fmla="*/ 829810 h 2398711"/>
              <a:gd name="connsiteX39084" fmla="*/ 1688645 w 2119654"/>
              <a:gd name="connsiteY39084" fmla="*/ 827411 h 2398711"/>
              <a:gd name="connsiteX39085" fmla="*/ 1723699 w 2119654"/>
              <a:gd name="connsiteY39085" fmla="*/ 720631 h 2398711"/>
              <a:gd name="connsiteX39086" fmla="*/ 1720160 w 2119654"/>
              <a:gd name="connsiteY39086" fmla="*/ 733739 h 2398711"/>
              <a:gd name="connsiteX39087" fmla="*/ 1719997 w 2119654"/>
              <a:gd name="connsiteY39087" fmla="*/ 734316 h 2398711"/>
              <a:gd name="connsiteX39088" fmla="*/ 1717564 w 2119654"/>
              <a:gd name="connsiteY39088" fmla="*/ 755324 h 2398711"/>
              <a:gd name="connsiteX39089" fmla="*/ 1715993 w 2119654"/>
              <a:gd name="connsiteY39089" fmla="*/ 765361 h 2398711"/>
              <a:gd name="connsiteX39090" fmla="*/ 1717481 w 2119654"/>
              <a:gd name="connsiteY39090" fmla="*/ 771605 h 2398711"/>
              <a:gd name="connsiteX39091" fmla="*/ 1721466 w 2119654"/>
              <a:gd name="connsiteY39091" fmla="*/ 757614 h 2398711"/>
              <a:gd name="connsiteX39092" fmla="*/ 1727333 w 2119654"/>
              <a:gd name="connsiteY39092" fmla="*/ 735879 h 2398711"/>
              <a:gd name="connsiteX39093" fmla="*/ 1711246 w 2119654"/>
              <a:gd name="connsiteY39093" fmla="*/ 748331 h 2398711"/>
              <a:gd name="connsiteX39094" fmla="*/ 1711234 w 2119654"/>
              <a:gd name="connsiteY39094" fmla="*/ 748436 h 2398711"/>
              <a:gd name="connsiteX39095" fmla="*/ 1710433 w 2119654"/>
              <a:gd name="connsiteY39095" fmla="*/ 754973 h 2398711"/>
              <a:gd name="connsiteX39096" fmla="*/ 1710475 w 2119654"/>
              <a:gd name="connsiteY39096" fmla="*/ 755016 h 2398711"/>
              <a:gd name="connsiteX39097" fmla="*/ 1710777 w 2119654"/>
              <a:gd name="connsiteY39097" fmla="*/ 758816 h 2398711"/>
              <a:gd name="connsiteX39098" fmla="*/ 1712314 w 2119654"/>
              <a:gd name="connsiteY39098" fmla="*/ 752817 h 2398711"/>
              <a:gd name="connsiteX39099" fmla="*/ 1015202 w 2119654"/>
              <a:gd name="connsiteY39099" fmla="*/ 2306738 h 2398711"/>
              <a:gd name="connsiteX39100" fmla="*/ 1027486 w 2119654"/>
              <a:gd name="connsiteY39100" fmla="*/ 2299285 h 2398711"/>
              <a:gd name="connsiteX39101" fmla="*/ 1028200 w 2119654"/>
              <a:gd name="connsiteY39101" fmla="*/ 2298472 h 2398711"/>
              <a:gd name="connsiteX39102" fmla="*/ 1022862 w 2119654"/>
              <a:gd name="connsiteY39102" fmla="*/ 2300250 h 2398711"/>
              <a:gd name="connsiteX39103" fmla="*/ 1058595 w 2119654"/>
              <a:gd name="connsiteY39103" fmla="*/ 2208816 h 2398711"/>
              <a:gd name="connsiteX39104" fmla="*/ 1059438 w 2119654"/>
              <a:gd name="connsiteY39104" fmla="*/ 2208863 h 2398711"/>
              <a:gd name="connsiteX39105" fmla="*/ 1059759 w 2119654"/>
              <a:gd name="connsiteY39105" fmla="*/ 2208699 h 2398711"/>
              <a:gd name="connsiteX39106" fmla="*/ 1039430 w 2119654"/>
              <a:gd name="connsiteY39106" fmla="*/ 2250751 h 2398711"/>
              <a:gd name="connsiteX39107" fmla="*/ 1043264 w 2119654"/>
              <a:gd name="connsiteY39107" fmla="*/ 2252302 h 2398711"/>
              <a:gd name="connsiteX39108" fmla="*/ 1050676 w 2119654"/>
              <a:gd name="connsiteY39108" fmla="*/ 2251667 h 2398711"/>
              <a:gd name="connsiteX39109" fmla="*/ 1046784 w 2119654"/>
              <a:gd name="connsiteY39109" fmla="*/ 2247683 h 2398711"/>
              <a:gd name="connsiteX39110" fmla="*/ 1064600 w 2119654"/>
              <a:gd name="connsiteY39110" fmla="*/ 2193885 h 2398711"/>
              <a:gd name="connsiteX39111" fmla="*/ 1066649 w 2119654"/>
              <a:gd name="connsiteY39111" fmla="*/ 2196504 h 2398711"/>
              <a:gd name="connsiteX39112" fmla="*/ 1069274 w 2119654"/>
              <a:gd name="connsiteY39112" fmla="*/ 2196193 h 2398711"/>
              <a:gd name="connsiteX39113" fmla="*/ 1072097 w 2119654"/>
              <a:gd name="connsiteY39113" fmla="*/ 2193334 h 2398711"/>
              <a:gd name="connsiteX39114" fmla="*/ 1071045 w 2119654"/>
              <a:gd name="connsiteY39114" fmla="*/ 2192446 h 2398711"/>
              <a:gd name="connsiteX39115" fmla="*/ 1067203 w 2119654"/>
              <a:gd name="connsiteY39115" fmla="*/ 2195727 h 2398711"/>
              <a:gd name="connsiteX39116" fmla="*/ 1067107 w 2119654"/>
              <a:gd name="connsiteY39116" fmla="*/ 2195731 h 2398711"/>
              <a:gd name="connsiteX39117" fmla="*/ 1070999 w 2119654"/>
              <a:gd name="connsiteY39117" fmla="*/ 2192408 h 2398711"/>
              <a:gd name="connsiteX39118" fmla="*/ 1070489 w 2119654"/>
              <a:gd name="connsiteY39118" fmla="*/ 2191977 h 2398711"/>
              <a:gd name="connsiteX39119" fmla="*/ 1067048 w 2119654"/>
              <a:gd name="connsiteY39119" fmla="*/ 2188288 h 2398711"/>
              <a:gd name="connsiteX39120" fmla="*/ 1068716 w 2119654"/>
              <a:gd name="connsiteY39120" fmla="*/ 2189701 h 2398711"/>
              <a:gd name="connsiteX39121" fmla="*/ 1070930 w 2119654"/>
              <a:gd name="connsiteY39121" fmla="*/ 2188457 h 2398711"/>
              <a:gd name="connsiteX39122" fmla="*/ 1072353 w 2119654"/>
              <a:gd name="connsiteY39122" fmla="*/ 2186238 h 2398711"/>
              <a:gd name="connsiteX39123" fmla="*/ 1072313 w 2119654"/>
              <a:gd name="connsiteY39123" fmla="*/ 2186202 h 2398711"/>
              <a:gd name="connsiteX39124" fmla="*/ 1064585 w 2119654"/>
              <a:gd name="connsiteY39124" fmla="*/ 2193525 h 2398711"/>
              <a:gd name="connsiteX39125" fmla="*/ 1069387 w 2119654"/>
              <a:gd name="connsiteY39125" fmla="*/ 2191970 h 2398711"/>
              <a:gd name="connsiteX39126" fmla="*/ 1070112 w 2119654"/>
              <a:gd name="connsiteY39126" fmla="*/ 2191658 h 2398711"/>
              <a:gd name="connsiteX39127" fmla="*/ 1069791 w 2119654"/>
              <a:gd name="connsiteY39127" fmla="*/ 2191387 h 2398711"/>
              <a:gd name="connsiteX39128" fmla="*/ 1067935 w 2119654"/>
              <a:gd name="connsiteY39128" fmla="*/ 2191952 h 2398711"/>
              <a:gd name="connsiteX39129" fmla="*/ 1044203 w 2119654"/>
              <a:gd name="connsiteY39129" fmla="*/ 2239155 h 2398711"/>
              <a:gd name="connsiteX39130" fmla="*/ 1044593 w 2119654"/>
              <a:gd name="connsiteY39130" fmla="*/ 2239080 h 2398711"/>
              <a:gd name="connsiteX39131" fmla="*/ 1046648 w 2119654"/>
              <a:gd name="connsiteY39131" fmla="*/ 2237358 h 2398711"/>
              <a:gd name="connsiteX39132" fmla="*/ 1044205 w 2119654"/>
              <a:gd name="connsiteY39132" fmla="*/ 2239154 h 2398711"/>
              <a:gd name="connsiteX39133" fmla="*/ 1061955 w 2119654"/>
              <a:gd name="connsiteY39133" fmla="*/ 2198165 h 2398711"/>
              <a:gd name="connsiteX39134" fmla="*/ 1063450 w 2119654"/>
              <a:gd name="connsiteY39134" fmla="*/ 2201605 h 2398711"/>
              <a:gd name="connsiteX39135" fmla="*/ 1064571 w 2119654"/>
              <a:gd name="connsiteY39135" fmla="*/ 2200788 h 2398711"/>
              <a:gd name="connsiteX39136" fmla="*/ 1064518 w 2119654"/>
              <a:gd name="connsiteY39136" fmla="*/ 2200745 h 2398711"/>
              <a:gd name="connsiteX39137" fmla="*/ 1061983 w 2119654"/>
              <a:gd name="connsiteY39137" fmla="*/ 2198162 h 2398711"/>
              <a:gd name="connsiteX39138" fmla="*/ 1048064 w 2119654"/>
              <a:gd name="connsiteY39138" fmla="*/ 2228707 h 2398711"/>
              <a:gd name="connsiteX39139" fmla="*/ 1056359 w 2119654"/>
              <a:gd name="connsiteY39139" fmla="*/ 2229219 h 2398711"/>
              <a:gd name="connsiteX39140" fmla="*/ 1061271 w 2119654"/>
              <a:gd name="connsiteY39140" fmla="*/ 2225102 h 2398711"/>
              <a:gd name="connsiteX39141" fmla="*/ 1059693 w 2119654"/>
              <a:gd name="connsiteY39141" fmla="*/ 2220855 h 2398711"/>
              <a:gd name="connsiteX39142" fmla="*/ 1057526 w 2119654"/>
              <a:gd name="connsiteY39142" fmla="*/ 2222038 h 2398711"/>
              <a:gd name="connsiteX39143" fmla="*/ 1052023 w 2119654"/>
              <a:gd name="connsiteY39143" fmla="*/ 2224761 h 2398711"/>
              <a:gd name="connsiteX39144" fmla="*/ 1051694 w 2119654"/>
              <a:gd name="connsiteY39144" fmla="*/ 2225115 h 2398711"/>
              <a:gd name="connsiteX39145" fmla="*/ 1062667 w 2119654"/>
              <a:gd name="connsiteY39145" fmla="*/ 2194510 h 2398711"/>
              <a:gd name="connsiteX39146" fmla="*/ 1064478 w 2119654"/>
              <a:gd name="connsiteY39146" fmla="*/ 2196355 h 2398711"/>
              <a:gd name="connsiteX39147" fmla="*/ 1062933 w 2119654"/>
              <a:gd name="connsiteY39147" fmla="*/ 2194423 h 2398711"/>
              <a:gd name="connsiteX39148" fmla="*/ 1686449 w 2119654"/>
              <a:gd name="connsiteY39148" fmla="*/ 797663 h 2398711"/>
              <a:gd name="connsiteX39149" fmla="*/ 1685566 w 2119654"/>
              <a:gd name="connsiteY39149" fmla="*/ 804627 h 2398711"/>
              <a:gd name="connsiteX39150" fmla="*/ 1689029 w 2119654"/>
              <a:gd name="connsiteY39150" fmla="*/ 826307 h 2398711"/>
              <a:gd name="connsiteX39151" fmla="*/ 1689423 w 2119654"/>
              <a:gd name="connsiteY39151" fmla="*/ 825177 h 2398711"/>
              <a:gd name="connsiteX39152" fmla="*/ 1689486 w 2119654"/>
              <a:gd name="connsiteY39152" fmla="*/ 820724 h 2398711"/>
              <a:gd name="connsiteX39153" fmla="*/ 1687129 w 2119654"/>
              <a:gd name="connsiteY39153" fmla="*/ 800597 h 2398711"/>
              <a:gd name="connsiteX39154" fmla="*/ 1721367 w 2119654"/>
              <a:gd name="connsiteY39154" fmla="*/ 719081 h 2398711"/>
              <a:gd name="connsiteX39155" fmla="*/ 1718622 w 2119654"/>
              <a:gd name="connsiteY39155" fmla="*/ 729789 h 2398711"/>
              <a:gd name="connsiteX39156" fmla="*/ 1716525 w 2119654"/>
              <a:gd name="connsiteY39156" fmla="*/ 743192 h 2398711"/>
              <a:gd name="connsiteX39157" fmla="*/ 1719980 w 2119654"/>
              <a:gd name="connsiteY39157" fmla="*/ 731060 h 2398711"/>
              <a:gd name="connsiteX39158" fmla="*/ 1001926 w 2119654"/>
              <a:gd name="connsiteY39158" fmla="*/ 2329399 h 2398711"/>
              <a:gd name="connsiteX39159" fmla="*/ 1035359 w 2119654"/>
              <a:gd name="connsiteY39159" fmla="*/ 2319376 h 2398711"/>
              <a:gd name="connsiteX39160" fmla="*/ 1060465 w 2119654"/>
              <a:gd name="connsiteY39160" fmla="*/ 2310744 h 2398711"/>
              <a:gd name="connsiteX39161" fmla="*/ 1087179 w 2119654"/>
              <a:gd name="connsiteY39161" fmla="*/ 2287647 h 2398711"/>
              <a:gd name="connsiteX39162" fmla="*/ 1082669 w 2119654"/>
              <a:gd name="connsiteY39162" fmla="*/ 2288487 h 2398711"/>
              <a:gd name="connsiteX39163" fmla="*/ 1082241 w 2119654"/>
              <a:gd name="connsiteY39163" fmla="*/ 2288743 h 2398711"/>
              <a:gd name="connsiteX39164" fmla="*/ 1064059 w 2119654"/>
              <a:gd name="connsiteY39164" fmla="*/ 2299236 h 2398711"/>
              <a:gd name="connsiteX39165" fmla="*/ 1063891 w 2119654"/>
              <a:gd name="connsiteY39165" fmla="*/ 2299213 h 2398711"/>
              <a:gd name="connsiteX39166" fmla="*/ 1073955 w 2119654"/>
              <a:gd name="connsiteY39166" fmla="*/ 2293405 h 2398711"/>
              <a:gd name="connsiteX39167" fmla="*/ 1082009 w 2119654"/>
              <a:gd name="connsiteY39167" fmla="*/ 2288610 h 2398711"/>
              <a:gd name="connsiteX39168" fmla="*/ 1043030 w 2119654"/>
              <a:gd name="connsiteY39168" fmla="*/ 2295869 h 2398711"/>
              <a:gd name="connsiteX39169" fmla="*/ 1034777 w 2119654"/>
              <a:gd name="connsiteY39169" fmla="*/ 2297066 h 2398711"/>
              <a:gd name="connsiteX39170" fmla="*/ 1023905 w 2119654"/>
              <a:gd name="connsiteY39170" fmla="*/ 2304388 h 2398711"/>
              <a:gd name="connsiteX39171" fmla="*/ 1722347 w 2119654"/>
              <a:gd name="connsiteY39171" fmla="*/ 714954 h 2398711"/>
              <a:gd name="connsiteX39172" fmla="*/ 1722131 w 2119654"/>
              <a:gd name="connsiteY39172" fmla="*/ 715880 h 2398711"/>
              <a:gd name="connsiteX39173" fmla="*/ 1720643 w 2119654"/>
              <a:gd name="connsiteY39173" fmla="*/ 728733 h 2398711"/>
              <a:gd name="connsiteX39174" fmla="*/ 1723358 w 2119654"/>
              <a:gd name="connsiteY39174" fmla="*/ 719198 h 2398711"/>
              <a:gd name="connsiteX39175" fmla="*/ 1044851 w 2119654"/>
              <a:gd name="connsiteY39175" fmla="*/ 2231887 h 2398711"/>
              <a:gd name="connsiteX39176" fmla="*/ 1048803 w 2119654"/>
              <a:gd name="connsiteY39176" fmla="*/ 2235420 h 2398711"/>
              <a:gd name="connsiteX39177" fmla="*/ 1050079 w 2119654"/>
              <a:gd name="connsiteY39177" fmla="*/ 2234482 h 2398711"/>
              <a:gd name="connsiteX39178" fmla="*/ 1053031 w 2119654"/>
              <a:gd name="connsiteY39178" fmla="*/ 2232009 h 2398711"/>
              <a:gd name="connsiteX39179" fmla="*/ 1045216 w 2119654"/>
              <a:gd name="connsiteY39179" fmla="*/ 2231526 h 2398711"/>
              <a:gd name="connsiteX39180" fmla="*/ 1044388 w 2119654"/>
              <a:gd name="connsiteY39180" fmla="*/ 2231475 h 2398711"/>
              <a:gd name="connsiteX39181" fmla="*/ 1044425 w 2119654"/>
              <a:gd name="connsiteY39181" fmla="*/ 2231507 h 2398711"/>
              <a:gd name="connsiteX39182" fmla="*/ 1044452 w 2119654"/>
              <a:gd name="connsiteY39182" fmla="*/ 2231479 h 2398711"/>
              <a:gd name="connsiteX39183" fmla="*/ 1062227 w 2119654"/>
              <a:gd name="connsiteY39183" fmla="*/ 2190839 h 2398711"/>
              <a:gd name="connsiteX39184" fmla="*/ 1062269 w 2119654"/>
              <a:gd name="connsiteY39184" fmla="*/ 2190903 h 2398711"/>
              <a:gd name="connsiteX39185" fmla="*/ 1063585 w 2119654"/>
              <a:gd name="connsiteY39185" fmla="*/ 2192586 h 2398711"/>
              <a:gd name="connsiteX39186" fmla="*/ 1068163 w 2119654"/>
              <a:gd name="connsiteY39186" fmla="*/ 2190012 h 2398711"/>
              <a:gd name="connsiteX39187" fmla="*/ 1066418 w 2119654"/>
              <a:gd name="connsiteY39187" fmla="*/ 2188538 h 2398711"/>
              <a:gd name="connsiteX39188" fmla="*/ 1062833 w 2119654"/>
              <a:gd name="connsiteY39188" fmla="*/ 2189958 h 2398711"/>
              <a:gd name="connsiteX39189" fmla="*/ 1045297 w 2119654"/>
              <a:gd name="connsiteY39189" fmla="*/ 2228089 h 2398711"/>
              <a:gd name="connsiteX39190" fmla="*/ 1046478 w 2119654"/>
              <a:gd name="connsiteY39190" fmla="*/ 2228609 h 2398711"/>
              <a:gd name="connsiteX39191" fmla="*/ 1047090 w 2119654"/>
              <a:gd name="connsiteY39191" fmla="*/ 2228647 h 2398711"/>
              <a:gd name="connsiteX39192" fmla="*/ 1049588 w 2119654"/>
              <a:gd name="connsiteY39192" fmla="*/ 2225966 h 2398711"/>
              <a:gd name="connsiteX39193" fmla="*/ 1060923 w 2119654"/>
              <a:gd name="connsiteY39193" fmla="*/ 2192733 h 2398711"/>
              <a:gd name="connsiteX39194" fmla="*/ 1061656 w 2119654"/>
              <a:gd name="connsiteY39194" fmla="*/ 2193479 h 2398711"/>
              <a:gd name="connsiteX39195" fmla="*/ 1062075 w 2119654"/>
              <a:gd name="connsiteY39195" fmla="*/ 2193351 h 2398711"/>
              <a:gd name="connsiteX39196" fmla="*/ 1061227 w 2119654"/>
              <a:gd name="connsiteY39196" fmla="*/ 2192290 h 2398711"/>
              <a:gd name="connsiteX39197" fmla="*/ 1033766 w 2119654"/>
              <a:gd name="connsiteY39197" fmla="*/ 2253115 h 2398711"/>
              <a:gd name="connsiteX39198" fmla="*/ 1042395 w 2119654"/>
              <a:gd name="connsiteY39198" fmla="*/ 2252376 h 2398711"/>
              <a:gd name="connsiteX39199" fmla="*/ 1038912 w 2119654"/>
              <a:gd name="connsiteY39199" fmla="*/ 2250968 h 2398711"/>
              <a:gd name="connsiteX39200" fmla="*/ 1032315 w 2119654"/>
              <a:gd name="connsiteY39200" fmla="*/ 2256064 h 2398711"/>
              <a:gd name="connsiteX39201" fmla="*/ 1040220 w 2119654"/>
              <a:gd name="connsiteY39201" fmla="*/ 2263969 h 2398711"/>
              <a:gd name="connsiteX39202" fmla="*/ 1048866 w 2119654"/>
              <a:gd name="connsiteY39202" fmla="*/ 2272379 h 2398711"/>
              <a:gd name="connsiteX39203" fmla="*/ 1054567 w 2119654"/>
              <a:gd name="connsiteY39203" fmla="*/ 2268131 h 2398711"/>
              <a:gd name="connsiteX39204" fmla="*/ 1060091 w 2119654"/>
              <a:gd name="connsiteY39204" fmla="*/ 2261306 h 2398711"/>
              <a:gd name="connsiteX39205" fmla="*/ 1057224 w 2119654"/>
              <a:gd name="connsiteY39205" fmla="*/ 2258371 h 2398711"/>
              <a:gd name="connsiteX39206" fmla="*/ 1048161 w 2119654"/>
              <a:gd name="connsiteY39206" fmla="*/ 2254707 h 2398711"/>
              <a:gd name="connsiteX39207" fmla="*/ 1012899 w 2119654"/>
              <a:gd name="connsiteY39207" fmla="*/ 2299387 h 2398711"/>
              <a:gd name="connsiteX39208" fmla="*/ 1013149 w 2119654"/>
              <a:gd name="connsiteY39208" fmla="*/ 2299808 h 2398711"/>
              <a:gd name="connsiteX39209" fmla="*/ 1024155 w 2119654"/>
              <a:gd name="connsiteY39209" fmla="*/ 2298210 h 2398711"/>
              <a:gd name="connsiteX39210" fmla="*/ 1036161 w 2119654"/>
              <a:gd name="connsiteY39210" fmla="*/ 2288040 h 2398711"/>
              <a:gd name="connsiteX39211" fmla="*/ 1035657 w 2119654"/>
              <a:gd name="connsiteY39211" fmla="*/ 2287733 h 2398711"/>
              <a:gd name="connsiteX39212" fmla="*/ 1020002 w 2119654"/>
              <a:gd name="connsiteY39212" fmla="*/ 2294241 h 2398711"/>
              <a:gd name="connsiteX39213" fmla="*/ 1044494 w 2119654"/>
              <a:gd name="connsiteY39213" fmla="*/ 2228487 h 2398711"/>
              <a:gd name="connsiteX39214" fmla="*/ 1045266 w 2119654"/>
              <a:gd name="connsiteY39214" fmla="*/ 2228535 h 2398711"/>
              <a:gd name="connsiteX39215" fmla="*/ 1044799 w 2119654"/>
              <a:gd name="connsiteY39215" fmla="*/ 2228336 h 2398711"/>
              <a:gd name="connsiteX39216" fmla="*/ 1010576 w 2119654"/>
              <a:gd name="connsiteY39216" fmla="*/ 2304311 h 2398711"/>
              <a:gd name="connsiteX39217" fmla="*/ 1013147 w 2119654"/>
              <a:gd name="connsiteY39217" fmla="*/ 2307534 h 2398711"/>
              <a:gd name="connsiteX39218" fmla="*/ 1021023 w 2119654"/>
              <a:gd name="connsiteY39218" fmla="*/ 2300863 h 2398711"/>
              <a:gd name="connsiteX39219" fmla="*/ 1012744 w 2119654"/>
              <a:gd name="connsiteY39219" fmla="*/ 2303622 h 2398711"/>
              <a:gd name="connsiteX39220" fmla="*/ 1646505 w 2119654"/>
              <a:gd name="connsiteY39220" fmla="*/ 880286 h 2398711"/>
              <a:gd name="connsiteX39221" fmla="*/ 1645007 w 2119654"/>
              <a:gd name="connsiteY39221" fmla="*/ 886279 h 2398711"/>
              <a:gd name="connsiteX39222" fmla="*/ 1644995 w 2119654"/>
              <a:gd name="connsiteY39222" fmla="*/ 886716 h 2398711"/>
              <a:gd name="connsiteX39223" fmla="*/ 1646816 w 2119654"/>
              <a:gd name="connsiteY39223" fmla="*/ 882834 h 2398711"/>
              <a:gd name="connsiteX39224" fmla="*/ 1012111 w 2119654"/>
              <a:gd name="connsiteY39224" fmla="*/ 2299959 h 2398711"/>
              <a:gd name="connsiteX39225" fmla="*/ 1012907 w 2119654"/>
              <a:gd name="connsiteY39225" fmla="*/ 2299843 h 2398711"/>
              <a:gd name="connsiteX39226" fmla="*/ 1012715 w 2119654"/>
              <a:gd name="connsiteY39226" fmla="*/ 2299520 h 2398711"/>
              <a:gd name="connsiteX39227" fmla="*/ 1721499 w 2119654"/>
              <a:gd name="connsiteY39227" fmla="*/ 711400 h 2398711"/>
              <a:gd name="connsiteX39228" fmla="*/ 1719256 w 2119654"/>
              <a:gd name="connsiteY39228" fmla="*/ 725739 h 2398711"/>
              <a:gd name="connsiteX39229" fmla="*/ 1721701 w 2119654"/>
              <a:gd name="connsiteY39229" fmla="*/ 716202 h 2398711"/>
              <a:gd name="connsiteX39230" fmla="*/ 1722009 w 2119654"/>
              <a:gd name="connsiteY39230" fmla="*/ 713538 h 2398711"/>
              <a:gd name="connsiteX39231" fmla="*/ 1060225 w 2119654"/>
              <a:gd name="connsiteY39231" fmla="*/ 2192022 h 2398711"/>
              <a:gd name="connsiteX39232" fmla="*/ 1060278 w 2119654"/>
              <a:gd name="connsiteY39232" fmla="*/ 2192076 h 2398711"/>
              <a:gd name="connsiteX39233" fmla="*/ 1060518 w 2119654"/>
              <a:gd name="connsiteY39233" fmla="*/ 2191728 h 2398711"/>
              <a:gd name="connsiteX39234" fmla="*/ 1057585 w 2119654"/>
              <a:gd name="connsiteY39234" fmla="*/ 2197581 h 2398711"/>
              <a:gd name="connsiteX39235" fmla="*/ 1061013 w 2119654"/>
              <a:gd name="connsiteY39235" fmla="*/ 2197174 h 2398711"/>
              <a:gd name="connsiteX39236" fmla="*/ 1059688 w 2119654"/>
              <a:gd name="connsiteY39236" fmla="*/ 2195824 h 2398711"/>
              <a:gd name="connsiteX39237" fmla="*/ 1058367 w 2119654"/>
              <a:gd name="connsiteY39237" fmla="*/ 2196444 h 2398711"/>
              <a:gd name="connsiteX39238" fmla="*/ 1059749 w 2119654"/>
              <a:gd name="connsiteY39238" fmla="*/ 2191537 h 2398711"/>
              <a:gd name="connsiteX39239" fmla="*/ 1059851 w 2119654"/>
              <a:gd name="connsiteY39239" fmla="*/ 2191640 h 2398711"/>
              <a:gd name="connsiteX39240" fmla="*/ 1060201 w 2119654"/>
              <a:gd name="connsiteY39240" fmla="*/ 2191289 h 2398711"/>
              <a:gd name="connsiteX39241" fmla="*/ 1033842 w 2119654"/>
              <a:gd name="connsiteY39241" fmla="*/ 2248493 h 2398711"/>
              <a:gd name="connsiteX39242" fmla="*/ 1039033 w 2119654"/>
              <a:gd name="connsiteY39242" fmla="*/ 2250591 h 2398711"/>
              <a:gd name="connsiteX39243" fmla="*/ 1046558 w 2119654"/>
              <a:gd name="connsiteY39243" fmla="*/ 2247451 h 2398711"/>
              <a:gd name="connsiteX39244" fmla="*/ 1044870 w 2119654"/>
              <a:gd name="connsiteY39244" fmla="*/ 2245723 h 2398711"/>
              <a:gd name="connsiteX39245" fmla="*/ 1041844 w 2119654"/>
              <a:gd name="connsiteY39245" fmla="*/ 2246304 h 2398711"/>
              <a:gd name="connsiteX39246" fmla="*/ 1036349 w 2119654"/>
              <a:gd name="connsiteY39246" fmla="*/ 2246458 h 2398711"/>
              <a:gd name="connsiteX39247" fmla="*/ 1038410 w 2119654"/>
              <a:gd name="connsiteY39247" fmla="*/ 2238262 h 2398711"/>
              <a:gd name="connsiteX39248" fmla="*/ 1040022 w 2119654"/>
              <a:gd name="connsiteY39248" fmla="*/ 2239957 h 2398711"/>
              <a:gd name="connsiteX39249" fmla="*/ 1043553 w 2119654"/>
              <a:gd name="connsiteY39249" fmla="*/ 2239280 h 2398711"/>
              <a:gd name="connsiteX39250" fmla="*/ 1048078 w 2119654"/>
              <a:gd name="connsiteY39250" fmla="*/ 2235953 h 2398711"/>
              <a:gd name="connsiteX39251" fmla="*/ 1044217 w 2119654"/>
              <a:gd name="connsiteY39251" fmla="*/ 2232515 h 2398711"/>
              <a:gd name="connsiteX39252" fmla="*/ 1062450 w 2119654"/>
              <a:gd name="connsiteY39252" fmla="*/ 2184177 h 2398711"/>
              <a:gd name="connsiteX39253" fmla="*/ 1064001 w 2119654"/>
              <a:gd name="connsiteY39253" fmla="*/ 2183562 h 2398711"/>
              <a:gd name="connsiteX39254" fmla="*/ 1066568 w 2119654"/>
              <a:gd name="connsiteY39254" fmla="*/ 2182028 h 2398711"/>
              <a:gd name="connsiteX39255" fmla="*/ 1066016 w 2119654"/>
              <a:gd name="connsiteY39255" fmla="*/ 2182007 h 2398711"/>
              <a:gd name="connsiteX39256" fmla="*/ 1062648 w 2119654"/>
              <a:gd name="connsiteY39256" fmla="*/ 2183955 h 2398711"/>
              <a:gd name="connsiteX39257" fmla="*/ 1011806 w 2119654"/>
              <a:gd name="connsiteY39257" fmla="*/ 2297556 h 2398711"/>
              <a:gd name="connsiteX39258" fmla="*/ 1012784 w 2119654"/>
              <a:gd name="connsiteY39258" fmla="*/ 2299195 h 2398711"/>
              <a:gd name="connsiteX39259" fmla="*/ 1016570 w 2119654"/>
              <a:gd name="connsiteY39259" fmla="*/ 2296451 h 2398711"/>
              <a:gd name="connsiteX39260" fmla="*/ 1018948 w 2119654"/>
              <a:gd name="connsiteY39260" fmla="*/ 2294679 h 2398711"/>
              <a:gd name="connsiteX39261" fmla="*/ 1013763 w 2119654"/>
              <a:gd name="connsiteY39261" fmla="*/ 2296834 h 2398711"/>
              <a:gd name="connsiteX39262" fmla="*/ 1655404 w 2119654"/>
              <a:gd name="connsiteY39262" fmla="*/ 856387 h 2398711"/>
              <a:gd name="connsiteX39263" fmla="*/ 1655431 w 2119654"/>
              <a:gd name="connsiteY39263" fmla="*/ 856590 h 2398711"/>
              <a:gd name="connsiteX39264" fmla="*/ 1655554 w 2119654"/>
              <a:gd name="connsiteY39264" fmla="*/ 856111 h 2398711"/>
              <a:gd name="connsiteX39265" fmla="*/ 1654811 w 2119654"/>
              <a:gd name="connsiteY39265" fmla="*/ 857475 h 2398711"/>
              <a:gd name="connsiteX39266" fmla="*/ 1655033 w 2119654"/>
              <a:gd name="connsiteY39266" fmla="*/ 858142 h 2398711"/>
              <a:gd name="connsiteX39267" fmla="*/ 1655300 w 2119654"/>
              <a:gd name="connsiteY39267" fmla="*/ 857100 h 2398711"/>
              <a:gd name="connsiteX39268" fmla="*/ 1655243 w 2119654"/>
              <a:gd name="connsiteY39268" fmla="*/ 856681 h 2398711"/>
              <a:gd name="connsiteX39269" fmla="*/ 1053877 w 2119654"/>
              <a:gd name="connsiteY39269" fmla="*/ 2202964 h 2398711"/>
              <a:gd name="connsiteX39270" fmla="*/ 1055346 w 2119654"/>
              <a:gd name="connsiteY39270" fmla="*/ 2206915 h 2398711"/>
              <a:gd name="connsiteX39271" fmla="*/ 1056304 w 2119654"/>
              <a:gd name="connsiteY39271" fmla="*/ 2206819 h 2398711"/>
              <a:gd name="connsiteX39272" fmla="*/ 1063301 w 2119654"/>
              <a:gd name="connsiteY39272" fmla="*/ 2201714 h 2398711"/>
              <a:gd name="connsiteX39273" fmla="*/ 1061768 w 2119654"/>
              <a:gd name="connsiteY39273" fmla="*/ 2198187 h 2398711"/>
              <a:gd name="connsiteX39274" fmla="*/ 1056757 w 2119654"/>
              <a:gd name="connsiteY39274" fmla="*/ 2198783 h 2398711"/>
              <a:gd name="connsiteX39275" fmla="*/ 1057506 w 2119654"/>
              <a:gd name="connsiteY39275" fmla="*/ 2194743 h 2398711"/>
              <a:gd name="connsiteX39276" fmla="*/ 1058368 w 2119654"/>
              <a:gd name="connsiteY39276" fmla="*/ 2194480 h 2398711"/>
              <a:gd name="connsiteX39277" fmla="*/ 1058071 w 2119654"/>
              <a:gd name="connsiteY39277" fmla="*/ 2194177 h 2398711"/>
              <a:gd name="connsiteX39278" fmla="*/ 1681822 w 2119654"/>
              <a:gd name="connsiteY39278" fmla="*/ 796388 h 2398711"/>
              <a:gd name="connsiteX39279" fmla="*/ 1680920 w 2119654"/>
              <a:gd name="connsiteY39279" fmla="*/ 801362 h 2398711"/>
              <a:gd name="connsiteX39280" fmla="*/ 1672195 w 2119654"/>
              <a:gd name="connsiteY39280" fmla="*/ 841839 h 2398711"/>
              <a:gd name="connsiteX39281" fmla="*/ 1673838 w 2119654"/>
              <a:gd name="connsiteY39281" fmla="*/ 851695 h 2398711"/>
              <a:gd name="connsiteX39282" fmla="*/ 1673874 w 2119654"/>
              <a:gd name="connsiteY39282" fmla="*/ 851925 h 2398711"/>
              <a:gd name="connsiteX39283" fmla="*/ 1673895 w 2119654"/>
              <a:gd name="connsiteY39283" fmla="*/ 851849 h 2398711"/>
              <a:gd name="connsiteX39284" fmla="*/ 1682115 w 2119654"/>
              <a:gd name="connsiteY39284" fmla="*/ 799737 h 2398711"/>
              <a:gd name="connsiteX39285" fmla="*/ 1682165 w 2119654"/>
              <a:gd name="connsiteY39285" fmla="*/ 798366 h 2398711"/>
              <a:gd name="connsiteX39286" fmla="*/ 1684665 w 2119654"/>
              <a:gd name="connsiteY39286" fmla="*/ 789949 h 2398711"/>
              <a:gd name="connsiteX39287" fmla="*/ 1684397 w 2119654"/>
              <a:gd name="connsiteY39287" fmla="*/ 797296 h 2398711"/>
              <a:gd name="connsiteX39288" fmla="*/ 1684397 w 2119654"/>
              <a:gd name="connsiteY39288" fmla="*/ 797305 h 2398711"/>
              <a:gd name="connsiteX39289" fmla="*/ 1684464 w 2119654"/>
              <a:gd name="connsiteY39289" fmla="*/ 797716 h 2398711"/>
              <a:gd name="connsiteX39290" fmla="*/ 1685211 w 2119654"/>
              <a:gd name="connsiteY39290" fmla="*/ 792308 h 2398711"/>
              <a:gd name="connsiteX39291" fmla="*/ 1651941 w 2119654"/>
              <a:gd name="connsiteY39291" fmla="*/ 862748 h 2398711"/>
              <a:gd name="connsiteX39292" fmla="*/ 1652417 w 2119654"/>
              <a:gd name="connsiteY39292" fmla="*/ 866811 h 2398711"/>
              <a:gd name="connsiteX39293" fmla="*/ 1652552 w 2119654"/>
              <a:gd name="connsiteY39293" fmla="*/ 867703 h 2398711"/>
              <a:gd name="connsiteX39294" fmla="*/ 1652708 w 2119654"/>
              <a:gd name="connsiteY39294" fmla="*/ 867196 h 2398711"/>
              <a:gd name="connsiteX39295" fmla="*/ 1654777 w 2119654"/>
              <a:gd name="connsiteY39295" fmla="*/ 859141 h 2398711"/>
              <a:gd name="connsiteX39296" fmla="*/ 1654446 w 2119654"/>
              <a:gd name="connsiteY39296" fmla="*/ 858146 h 2398711"/>
              <a:gd name="connsiteX39297" fmla="*/ 1052330 w 2119654"/>
              <a:gd name="connsiteY39297" fmla="*/ 2205212 h 2398711"/>
              <a:gd name="connsiteX39298" fmla="*/ 1054240 w 2119654"/>
              <a:gd name="connsiteY39298" fmla="*/ 2207025 h 2398711"/>
              <a:gd name="connsiteX39299" fmla="*/ 1054542 w 2119654"/>
              <a:gd name="connsiteY39299" fmla="*/ 2206996 h 2398711"/>
              <a:gd name="connsiteX39300" fmla="*/ 1053337 w 2119654"/>
              <a:gd name="connsiteY39300" fmla="*/ 2203749 h 2398711"/>
              <a:gd name="connsiteX39301" fmla="*/ 1008938 w 2119654"/>
              <a:gd name="connsiteY39301" fmla="*/ 2302258 h 2398711"/>
              <a:gd name="connsiteX39302" fmla="*/ 1010264 w 2119654"/>
              <a:gd name="connsiteY39302" fmla="*/ 2303920 h 2398711"/>
              <a:gd name="connsiteX39303" fmla="*/ 1022051 w 2119654"/>
              <a:gd name="connsiteY39303" fmla="*/ 2299992 h 2398711"/>
              <a:gd name="connsiteX39304" fmla="*/ 1023586 w 2119654"/>
              <a:gd name="connsiteY39304" fmla="*/ 2298691 h 2398711"/>
              <a:gd name="connsiteX39305" fmla="*/ 1013369 w 2119654"/>
              <a:gd name="connsiteY39305" fmla="*/ 2300175 h 2398711"/>
              <a:gd name="connsiteX39306" fmla="*/ 1014690 w 2119654"/>
              <a:gd name="connsiteY39306" fmla="*/ 2302387 h 2398711"/>
              <a:gd name="connsiteX39307" fmla="*/ 1014373 w 2119654"/>
              <a:gd name="connsiteY39307" fmla="*/ 2302298 h 2398711"/>
              <a:gd name="connsiteX39308" fmla="*/ 1013127 w 2119654"/>
              <a:gd name="connsiteY39308" fmla="*/ 2300210 h 2398711"/>
              <a:gd name="connsiteX39309" fmla="*/ 1011422 w 2119654"/>
              <a:gd name="connsiteY39309" fmla="*/ 2300457 h 2398711"/>
              <a:gd name="connsiteX39310" fmla="*/ 1688675 w 2119654"/>
              <a:gd name="connsiteY39310" fmla="*/ 780105 h 2398711"/>
              <a:gd name="connsiteX39311" fmla="*/ 1686831 w 2119654"/>
              <a:gd name="connsiteY39311" fmla="*/ 794649 h 2398711"/>
              <a:gd name="connsiteX39312" fmla="*/ 1688148 w 2119654"/>
              <a:gd name="connsiteY39312" fmla="*/ 802995 h 2398711"/>
              <a:gd name="connsiteX39313" fmla="*/ 1689564 w 2119654"/>
              <a:gd name="connsiteY39313" fmla="*/ 808760 h 2398711"/>
              <a:gd name="connsiteX39314" fmla="*/ 1691790 w 2119654"/>
              <a:gd name="connsiteY39314" fmla="*/ 818376 h 2398711"/>
              <a:gd name="connsiteX39315" fmla="*/ 1695237 w 2119654"/>
              <a:gd name="connsiteY39315" fmla="*/ 808468 h 2398711"/>
              <a:gd name="connsiteX39316" fmla="*/ 1650864 w 2119654"/>
              <a:gd name="connsiteY39316" fmla="*/ 864727 h 2398711"/>
              <a:gd name="connsiteX39317" fmla="*/ 1651062 w 2119654"/>
              <a:gd name="connsiteY39317" fmla="*/ 865586 h 2398711"/>
              <a:gd name="connsiteX39318" fmla="*/ 1650944 w 2119654"/>
              <a:gd name="connsiteY39318" fmla="*/ 864580 h 2398711"/>
              <a:gd name="connsiteX39319" fmla="*/ 1055393 w 2119654"/>
              <a:gd name="connsiteY39319" fmla="*/ 2197841 h 2398711"/>
              <a:gd name="connsiteX39320" fmla="*/ 1056390 w 2119654"/>
              <a:gd name="connsiteY39320" fmla="*/ 2197722 h 2398711"/>
              <a:gd name="connsiteX39321" fmla="*/ 1056746 w 2119654"/>
              <a:gd name="connsiteY39321" fmla="*/ 2197205 h 2398711"/>
              <a:gd name="connsiteX39322" fmla="*/ 1055921 w 2119654"/>
              <a:gd name="connsiteY39322" fmla="*/ 2196330 h 2398711"/>
              <a:gd name="connsiteX39323" fmla="*/ 1057758 w 2119654"/>
              <a:gd name="connsiteY39323" fmla="*/ 2195735 h 2398711"/>
              <a:gd name="connsiteX39324" fmla="*/ 1058356 w 2119654"/>
              <a:gd name="connsiteY39324" fmla="*/ 2194867 h 2398711"/>
              <a:gd name="connsiteX39325" fmla="*/ 1056956 w 2119654"/>
              <a:gd name="connsiteY39325" fmla="*/ 2195293 h 2398711"/>
              <a:gd name="connsiteX39326" fmla="*/ 1682342 w 2119654"/>
              <a:gd name="connsiteY39326" fmla="*/ 793521 h 2398711"/>
              <a:gd name="connsiteX39327" fmla="*/ 1681918 w 2119654"/>
              <a:gd name="connsiteY39327" fmla="*/ 795860 h 2398711"/>
              <a:gd name="connsiteX39328" fmla="*/ 1682197 w 2119654"/>
              <a:gd name="connsiteY39328" fmla="*/ 797472 h 2398711"/>
              <a:gd name="connsiteX39329" fmla="*/ 1658388 w 2119654"/>
              <a:gd name="connsiteY39329" fmla="*/ 847108 h 2398711"/>
              <a:gd name="connsiteX39330" fmla="*/ 1657031 w 2119654"/>
              <a:gd name="connsiteY39330" fmla="*/ 852715 h 2398711"/>
              <a:gd name="connsiteX39331" fmla="*/ 1657057 w 2119654"/>
              <a:gd name="connsiteY39331" fmla="*/ 852915 h 2398711"/>
              <a:gd name="connsiteX39332" fmla="*/ 1657176 w 2119654"/>
              <a:gd name="connsiteY39332" fmla="*/ 852697 h 2398711"/>
              <a:gd name="connsiteX39333" fmla="*/ 1658442 w 2119654"/>
              <a:gd name="connsiteY39333" fmla="*/ 848585 h 2398711"/>
              <a:gd name="connsiteX39334" fmla="*/ 1648739 w 2119654"/>
              <a:gd name="connsiteY39334" fmla="*/ 868631 h 2398711"/>
              <a:gd name="connsiteX39335" fmla="*/ 1647203 w 2119654"/>
              <a:gd name="connsiteY39335" fmla="*/ 877491 h 2398711"/>
              <a:gd name="connsiteX39336" fmla="*/ 1646905 w 2119654"/>
              <a:gd name="connsiteY39336" fmla="*/ 878682 h 2398711"/>
              <a:gd name="connsiteX39337" fmla="*/ 1647289 w 2119654"/>
              <a:gd name="connsiteY39337" fmla="*/ 881823 h 2398711"/>
              <a:gd name="connsiteX39338" fmla="*/ 1649947 w 2119654"/>
              <a:gd name="connsiteY39338" fmla="*/ 876153 h 2398711"/>
              <a:gd name="connsiteX39339" fmla="*/ 1651652 w 2119654"/>
              <a:gd name="connsiteY39339" fmla="*/ 870623 h 2398711"/>
              <a:gd name="connsiteX39340" fmla="*/ 1651646 w 2119654"/>
              <a:gd name="connsiteY39340" fmla="*/ 870567 h 2398711"/>
              <a:gd name="connsiteX39341" fmla="*/ 1650147 w 2119654"/>
              <a:gd name="connsiteY39341" fmla="*/ 866044 h 2398711"/>
              <a:gd name="connsiteX39342" fmla="*/ 1050847 w 2119654"/>
              <a:gd name="connsiteY39342" fmla="*/ 2207366 h 2398711"/>
              <a:gd name="connsiteX39343" fmla="*/ 1053048 w 2119654"/>
              <a:gd name="connsiteY39343" fmla="*/ 2207145 h 2398711"/>
              <a:gd name="connsiteX39344" fmla="*/ 1051738 w 2119654"/>
              <a:gd name="connsiteY39344" fmla="*/ 2206072 h 2398711"/>
              <a:gd name="connsiteX39345" fmla="*/ 1035897 w 2119654"/>
              <a:gd name="connsiteY39345" fmla="*/ 2240749 h 2398711"/>
              <a:gd name="connsiteX39346" fmla="*/ 1039436 w 2119654"/>
              <a:gd name="connsiteY39346" fmla="*/ 2240070 h 2398711"/>
              <a:gd name="connsiteX39347" fmla="*/ 1038053 w 2119654"/>
              <a:gd name="connsiteY39347" fmla="*/ 2238615 h 2398711"/>
              <a:gd name="connsiteX39348" fmla="*/ 1646228 w 2119654"/>
              <a:gd name="connsiteY39348" fmla="*/ 873126 h 2398711"/>
              <a:gd name="connsiteX39349" fmla="*/ 1646228 w 2119654"/>
              <a:gd name="connsiteY39349" fmla="*/ 873127 h 2398711"/>
              <a:gd name="connsiteX39350" fmla="*/ 1646228 w 2119654"/>
              <a:gd name="connsiteY39350" fmla="*/ 873125 h 2398711"/>
              <a:gd name="connsiteX39351" fmla="*/ 1645325 w 2119654"/>
              <a:gd name="connsiteY39351" fmla="*/ 874732 h 2398711"/>
              <a:gd name="connsiteX39352" fmla="*/ 1645263 w 2119654"/>
              <a:gd name="connsiteY39352" fmla="*/ 876990 h 2398711"/>
              <a:gd name="connsiteX39353" fmla="*/ 1645827 w 2119654"/>
              <a:gd name="connsiteY39353" fmla="*/ 874733 h 2398711"/>
              <a:gd name="connsiteX39354" fmla="*/ 1645737 w 2119654"/>
              <a:gd name="connsiteY39354" fmla="*/ 873999 h 2398711"/>
              <a:gd name="connsiteX39355" fmla="*/ 1684828 w 2119654"/>
              <a:gd name="connsiteY39355" fmla="*/ 785881 h 2398711"/>
              <a:gd name="connsiteX39356" fmla="*/ 1684803 w 2119654"/>
              <a:gd name="connsiteY39356" fmla="*/ 786174 h 2398711"/>
              <a:gd name="connsiteX39357" fmla="*/ 1684701 w 2119654"/>
              <a:gd name="connsiteY39357" fmla="*/ 788962 h 2398711"/>
              <a:gd name="connsiteX39358" fmla="*/ 1685322 w 2119654"/>
              <a:gd name="connsiteY39358" fmla="*/ 791495 h 2398711"/>
              <a:gd name="connsiteX39359" fmla="*/ 1685505 w 2119654"/>
              <a:gd name="connsiteY39359" fmla="*/ 790172 h 2398711"/>
              <a:gd name="connsiteX39360" fmla="*/ 1007909 w 2119654"/>
              <a:gd name="connsiteY39360" fmla="*/ 2300968 h 2398711"/>
              <a:gd name="connsiteX39361" fmla="*/ 1008798 w 2119654"/>
              <a:gd name="connsiteY39361" fmla="*/ 2302083 h 2398711"/>
              <a:gd name="connsiteX39362" fmla="*/ 1010946 w 2119654"/>
              <a:gd name="connsiteY39362" fmla="*/ 2300527 h 2398711"/>
              <a:gd name="connsiteX39363" fmla="*/ 1645616 w 2119654"/>
              <a:gd name="connsiteY39363" fmla="*/ 873002 h 2398711"/>
              <a:gd name="connsiteX39364" fmla="*/ 1645614 w 2119654"/>
              <a:gd name="connsiteY39364" fmla="*/ 873007 h 2398711"/>
              <a:gd name="connsiteX39365" fmla="*/ 1645516 w 2119654"/>
              <a:gd name="connsiteY39365" fmla="*/ 873448 h 2398711"/>
              <a:gd name="connsiteX39366" fmla="*/ 1645643 w 2119654"/>
              <a:gd name="connsiteY39366" fmla="*/ 873224 h 2398711"/>
              <a:gd name="connsiteX39367" fmla="*/ 1649517 w 2119654"/>
              <a:gd name="connsiteY39367" fmla="*/ 864143 h 2398711"/>
              <a:gd name="connsiteX39368" fmla="*/ 1648968 w 2119654"/>
              <a:gd name="connsiteY39368" fmla="*/ 867311 h 2398711"/>
              <a:gd name="connsiteX39369" fmla="*/ 1649974 w 2119654"/>
              <a:gd name="connsiteY39369" fmla="*/ 865522 h 2398711"/>
              <a:gd name="connsiteX39370" fmla="*/ 1054373 w 2119654"/>
              <a:gd name="connsiteY39370" fmla="*/ 2195696 h 2398711"/>
              <a:gd name="connsiteX39371" fmla="*/ 1056423 w 2119654"/>
              <a:gd name="connsiteY39371" fmla="*/ 2195072 h 2398711"/>
              <a:gd name="connsiteX39372" fmla="*/ 1057697 w 2119654"/>
              <a:gd name="connsiteY39372" fmla="*/ 2193796 h 2398711"/>
              <a:gd name="connsiteX39373" fmla="*/ 1057253 w 2119654"/>
              <a:gd name="connsiteY39373" fmla="*/ 2193344 h 2398711"/>
              <a:gd name="connsiteX39374" fmla="*/ 1052617 w 2119654"/>
              <a:gd name="connsiteY39374" fmla="*/ 2199573 h 2398711"/>
              <a:gd name="connsiteX39375" fmla="*/ 1053493 w 2119654"/>
              <a:gd name="connsiteY39375" fmla="*/ 2201929 h 2398711"/>
              <a:gd name="connsiteX39376" fmla="*/ 1055562 w 2119654"/>
              <a:gd name="connsiteY39376" fmla="*/ 2198924 h 2398711"/>
              <a:gd name="connsiteX39377" fmla="*/ 1052968 w 2119654"/>
              <a:gd name="connsiteY39377" fmla="*/ 2199232 h 2398711"/>
              <a:gd name="connsiteX39378" fmla="*/ 1649896 w 2119654"/>
              <a:gd name="connsiteY39378" fmla="*/ 861958 h 2398711"/>
              <a:gd name="connsiteX39379" fmla="*/ 1649787 w 2119654"/>
              <a:gd name="connsiteY39379" fmla="*/ 862586 h 2398711"/>
              <a:gd name="connsiteX39380" fmla="*/ 1650468 w 2119654"/>
              <a:gd name="connsiteY39380" fmla="*/ 864642 h 2398711"/>
              <a:gd name="connsiteX39381" fmla="*/ 1650501 w 2119654"/>
              <a:gd name="connsiteY39381" fmla="*/ 864583 h 2398711"/>
              <a:gd name="connsiteX39382" fmla="*/ 1028820 w 2119654"/>
              <a:gd name="connsiteY39382" fmla="*/ 2252568 h 2398711"/>
              <a:gd name="connsiteX39383" fmla="*/ 1029713 w 2119654"/>
              <a:gd name="connsiteY39383" fmla="*/ 2253461 h 2398711"/>
              <a:gd name="connsiteX39384" fmla="*/ 1032782 w 2119654"/>
              <a:gd name="connsiteY39384" fmla="*/ 2253199 h 2398711"/>
              <a:gd name="connsiteX39385" fmla="*/ 1038515 w 2119654"/>
              <a:gd name="connsiteY39385" fmla="*/ 2250807 h 2398711"/>
              <a:gd name="connsiteX39386" fmla="*/ 1033492 w 2119654"/>
              <a:gd name="connsiteY39386" fmla="*/ 2248777 h 2398711"/>
              <a:gd name="connsiteX39387" fmla="*/ 1650338 w 2119654"/>
              <a:gd name="connsiteY39387" fmla="*/ 859404 h 2398711"/>
              <a:gd name="connsiteX39388" fmla="*/ 1650037 w 2119654"/>
              <a:gd name="connsiteY39388" fmla="*/ 861143 h 2398711"/>
              <a:gd name="connsiteX39389" fmla="*/ 1650735 w 2119654"/>
              <a:gd name="connsiteY39389" fmla="*/ 864168 h 2398711"/>
              <a:gd name="connsiteX39390" fmla="*/ 1650868 w 2119654"/>
              <a:gd name="connsiteY39390" fmla="*/ 863931 h 2398711"/>
              <a:gd name="connsiteX39391" fmla="*/ 1027484 w 2119654"/>
              <a:gd name="connsiteY39391" fmla="*/ 2253653 h 2398711"/>
              <a:gd name="connsiteX39392" fmla="*/ 1029123 w 2119654"/>
              <a:gd name="connsiteY39392" fmla="*/ 2253512 h 2398711"/>
              <a:gd name="connsiteX39393" fmla="*/ 1028456 w 2119654"/>
              <a:gd name="connsiteY39393" fmla="*/ 2252864 h 2398711"/>
              <a:gd name="connsiteX39394" fmla="*/ 1648875 w 2119654"/>
              <a:gd name="connsiteY39394" fmla="*/ 862206 h 2398711"/>
              <a:gd name="connsiteX39395" fmla="*/ 1648593 w 2119654"/>
              <a:gd name="connsiteY39395" fmla="*/ 863659 h 2398711"/>
              <a:gd name="connsiteX39396" fmla="*/ 1648768 w 2119654"/>
              <a:gd name="connsiteY39396" fmla="*/ 862959 h 2398711"/>
              <a:gd name="connsiteX39397" fmla="*/ 1648890 w 2119654"/>
              <a:gd name="connsiteY39397" fmla="*/ 862253 h 2398711"/>
              <a:gd name="connsiteX39398" fmla="*/ 1052018 w 2119654"/>
              <a:gd name="connsiteY39398" fmla="*/ 2197958 h 2398711"/>
              <a:gd name="connsiteX39399" fmla="*/ 1052119 w 2119654"/>
              <a:gd name="connsiteY39399" fmla="*/ 2198229 h 2398711"/>
              <a:gd name="connsiteX39400" fmla="*/ 1052558 w 2119654"/>
              <a:gd name="connsiteY39400" fmla="*/ 2198177 h 2398711"/>
              <a:gd name="connsiteX39401" fmla="*/ 1053994 w 2119654"/>
              <a:gd name="connsiteY39401" fmla="*/ 2197503 h 2398711"/>
              <a:gd name="connsiteX39402" fmla="*/ 1054268 w 2119654"/>
              <a:gd name="connsiteY39402" fmla="*/ 2197228 h 2398711"/>
              <a:gd name="connsiteX39403" fmla="*/ 1006692 w 2119654"/>
              <a:gd name="connsiteY39403" fmla="*/ 2299444 h 2398711"/>
              <a:gd name="connsiteX39404" fmla="*/ 1007623 w 2119654"/>
              <a:gd name="connsiteY39404" fmla="*/ 2300611 h 2398711"/>
              <a:gd name="connsiteX39405" fmla="*/ 1011634 w 2119654"/>
              <a:gd name="connsiteY39405" fmla="*/ 2300028 h 2398711"/>
              <a:gd name="connsiteX39406" fmla="*/ 1012600 w 2119654"/>
              <a:gd name="connsiteY39406" fmla="*/ 2299328 h 2398711"/>
              <a:gd name="connsiteX39407" fmla="*/ 1011589 w 2119654"/>
              <a:gd name="connsiteY39407" fmla="*/ 2297637 h 2398711"/>
              <a:gd name="connsiteX39408" fmla="*/ 1052069 w 2119654"/>
              <a:gd name="connsiteY39408" fmla="*/ 2197577 h 2398711"/>
              <a:gd name="connsiteX39409" fmla="*/ 1054806 w 2119654"/>
              <a:gd name="connsiteY39409" fmla="*/ 2196691 h 2398711"/>
              <a:gd name="connsiteX39410" fmla="*/ 1055873 w 2119654"/>
              <a:gd name="connsiteY39410" fmla="*/ 2195623 h 2398711"/>
              <a:gd name="connsiteX39411" fmla="*/ 1053624 w 2119654"/>
              <a:gd name="connsiteY39411" fmla="*/ 2196307 h 2398711"/>
              <a:gd name="connsiteX39412" fmla="*/ 1003566 w 2119654"/>
              <a:gd name="connsiteY39412" fmla="*/ 2306151 h 2398711"/>
              <a:gd name="connsiteX39413" fmla="*/ 1010132 w 2119654"/>
              <a:gd name="connsiteY39413" fmla="*/ 2303964 h 2398711"/>
              <a:gd name="connsiteX39414" fmla="*/ 1008832 w 2119654"/>
              <a:gd name="connsiteY39414" fmla="*/ 2302334 h 2398711"/>
              <a:gd name="connsiteX39415" fmla="*/ 1049544 w 2119654"/>
              <a:gd name="connsiteY39415" fmla="*/ 2202568 h 2398711"/>
              <a:gd name="connsiteX39416" fmla="*/ 1051667 w 2119654"/>
              <a:gd name="connsiteY39416" fmla="*/ 2204582 h 2398711"/>
              <a:gd name="connsiteX39417" fmla="*/ 1052952 w 2119654"/>
              <a:gd name="connsiteY39417" fmla="*/ 2202715 h 2398711"/>
              <a:gd name="connsiteX39418" fmla="*/ 1052006 w 2119654"/>
              <a:gd name="connsiteY39418" fmla="*/ 2200169 h 2398711"/>
              <a:gd name="connsiteX39419" fmla="*/ 1029746 w 2119654"/>
              <a:gd name="connsiteY39419" fmla="*/ 2246837 h 2398711"/>
              <a:gd name="connsiteX39420" fmla="*/ 1033518 w 2119654"/>
              <a:gd name="connsiteY39420" fmla="*/ 2248362 h 2398711"/>
              <a:gd name="connsiteX39421" fmla="*/ 1035771 w 2119654"/>
              <a:gd name="connsiteY39421" fmla="*/ 2246474 h 2398711"/>
              <a:gd name="connsiteX39422" fmla="*/ 1033432 w 2119654"/>
              <a:gd name="connsiteY39422" fmla="*/ 2246539 h 2398711"/>
              <a:gd name="connsiteX39423" fmla="*/ 1032396 w 2119654"/>
              <a:gd name="connsiteY39423" fmla="*/ 2247250 h 2398711"/>
              <a:gd name="connsiteX39424" fmla="*/ 1032282 w 2119654"/>
              <a:gd name="connsiteY39424" fmla="*/ 2247242 h 2398711"/>
              <a:gd name="connsiteX39425" fmla="*/ 1033302 w 2119654"/>
              <a:gd name="connsiteY39425" fmla="*/ 2246543 h 2398711"/>
              <a:gd name="connsiteX39426" fmla="*/ 1029948 w 2119654"/>
              <a:gd name="connsiteY39426" fmla="*/ 2246637 h 2398711"/>
              <a:gd name="connsiteX39427" fmla="*/ 1009089 w 2119654"/>
              <a:gd name="connsiteY39427" fmla="*/ 2293007 h 2398711"/>
              <a:gd name="connsiteX39428" fmla="*/ 1011201 w 2119654"/>
              <a:gd name="connsiteY39428" fmla="*/ 2296545 h 2398711"/>
              <a:gd name="connsiteX39429" fmla="*/ 1023554 w 2119654"/>
              <a:gd name="connsiteY39429" fmla="*/ 2291246 h 2398711"/>
              <a:gd name="connsiteX39430" fmla="*/ 1031595 w 2119654"/>
              <a:gd name="connsiteY39430" fmla="*/ 2285253 h 2398711"/>
              <a:gd name="connsiteX39431" fmla="*/ 1030744 w 2119654"/>
              <a:gd name="connsiteY39431" fmla="*/ 2284733 h 2398711"/>
              <a:gd name="connsiteX39432" fmla="*/ 1648476 w 2119654"/>
              <a:gd name="connsiteY39432" fmla="*/ 861001 h 2398711"/>
              <a:gd name="connsiteX39433" fmla="*/ 1646010 w 2119654"/>
              <a:gd name="connsiteY39433" fmla="*/ 871346 h 2398711"/>
              <a:gd name="connsiteX39434" fmla="*/ 1646133 w 2119654"/>
              <a:gd name="connsiteY39434" fmla="*/ 872353 h 2398711"/>
              <a:gd name="connsiteX39435" fmla="*/ 1646652 w 2119654"/>
              <a:gd name="connsiteY39435" fmla="*/ 871430 h 2398711"/>
              <a:gd name="connsiteX39436" fmla="*/ 1647041 w 2119654"/>
              <a:gd name="connsiteY39436" fmla="*/ 869873 h 2398711"/>
              <a:gd name="connsiteX39437" fmla="*/ 1648657 w 2119654"/>
              <a:gd name="connsiteY39437" fmla="*/ 861548 h 2398711"/>
              <a:gd name="connsiteX39438" fmla="*/ 1051125 w 2119654"/>
              <a:gd name="connsiteY39438" fmla="*/ 2198347 h 2398711"/>
              <a:gd name="connsiteX39439" fmla="*/ 1051321 w 2119654"/>
              <a:gd name="connsiteY39439" fmla="*/ 2198324 h 2398711"/>
              <a:gd name="connsiteX39440" fmla="*/ 1051282 w 2119654"/>
              <a:gd name="connsiteY39440" fmla="*/ 2198220 h 2398711"/>
              <a:gd name="connsiteX39441" fmla="*/ 1662983 w 2119654"/>
              <a:gd name="connsiteY39441" fmla="*/ 828130 h 2398711"/>
              <a:gd name="connsiteX39442" fmla="*/ 1660001 w 2119654"/>
              <a:gd name="connsiteY39442" fmla="*/ 840446 h 2398711"/>
              <a:gd name="connsiteX39443" fmla="*/ 1659960 w 2119654"/>
              <a:gd name="connsiteY39443" fmla="*/ 841850 h 2398711"/>
              <a:gd name="connsiteX39444" fmla="*/ 1660020 w 2119654"/>
              <a:gd name="connsiteY39444" fmla="*/ 843469 h 2398711"/>
              <a:gd name="connsiteX39445" fmla="*/ 1663751 w 2119654"/>
              <a:gd name="connsiteY39445" fmla="*/ 831360 h 2398711"/>
              <a:gd name="connsiteX39446" fmla="*/ 1663772 w 2119654"/>
              <a:gd name="connsiteY39446" fmla="*/ 831155 h 2398711"/>
              <a:gd name="connsiteX39447" fmla="*/ 1663697 w 2119654"/>
              <a:gd name="connsiteY39447" fmla="*/ 830631 h 2398711"/>
              <a:gd name="connsiteX39448" fmla="*/ 1051630 w 2119654"/>
              <a:gd name="connsiteY39448" fmla="*/ 2196915 h 2398711"/>
              <a:gd name="connsiteX39449" fmla="*/ 1051714 w 2119654"/>
              <a:gd name="connsiteY39449" fmla="*/ 2197141 h 2398711"/>
              <a:gd name="connsiteX39450" fmla="*/ 1052206 w 2119654"/>
              <a:gd name="connsiteY39450" fmla="*/ 2196740 h 2398711"/>
              <a:gd name="connsiteX39451" fmla="*/ 1061348 w 2119654"/>
              <a:gd name="connsiteY39451" fmla="*/ 2175045 h 2398711"/>
              <a:gd name="connsiteX39452" fmla="*/ 1061980 w 2119654"/>
              <a:gd name="connsiteY39452" fmla="*/ 2175610 h 2398711"/>
              <a:gd name="connsiteX39453" fmla="*/ 1062776 w 2119654"/>
              <a:gd name="connsiteY39453" fmla="*/ 2174959 h 2398711"/>
              <a:gd name="connsiteX39454" fmla="*/ 1062715 w 2119654"/>
              <a:gd name="connsiteY39454" fmla="*/ 2174909 h 2398711"/>
              <a:gd name="connsiteX39455" fmla="*/ 1029297 w 2119654"/>
              <a:gd name="connsiteY39455" fmla="*/ 2246656 h 2398711"/>
              <a:gd name="connsiteX39456" fmla="*/ 1029375 w 2119654"/>
              <a:gd name="connsiteY39456" fmla="*/ 2246687 h 2398711"/>
              <a:gd name="connsiteX39457" fmla="*/ 1029410 w 2119654"/>
              <a:gd name="connsiteY39457" fmla="*/ 2246652 h 2398711"/>
              <a:gd name="connsiteX39458" fmla="*/ 1649085 w 2119654"/>
              <a:gd name="connsiteY39458" fmla="*/ 858444 h 2398711"/>
              <a:gd name="connsiteX39459" fmla="*/ 1648805 w 2119654"/>
              <a:gd name="connsiteY39459" fmla="*/ 859620 h 2398711"/>
              <a:gd name="connsiteX39460" fmla="*/ 1648948 w 2119654"/>
              <a:gd name="connsiteY39460" fmla="*/ 860052 h 2398711"/>
              <a:gd name="connsiteX39461" fmla="*/ 1649180 w 2119654"/>
              <a:gd name="connsiteY39461" fmla="*/ 858856 h 2398711"/>
              <a:gd name="connsiteX39462" fmla="*/ 1051345 w 2119654"/>
              <a:gd name="connsiteY39462" fmla="*/ 2196149 h 2398711"/>
              <a:gd name="connsiteX39463" fmla="*/ 1051502 w 2119654"/>
              <a:gd name="connsiteY39463" fmla="*/ 2196570 h 2398711"/>
              <a:gd name="connsiteX39464" fmla="*/ 1052956 w 2119654"/>
              <a:gd name="connsiteY39464" fmla="*/ 2196127 h 2398711"/>
              <a:gd name="connsiteX39465" fmla="*/ 1056177 w 2119654"/>
              <a:gd name="connsiteY39465" fmla="*/ 2193499 h 2398711"/>
              <a:gd name="connsiteX39466" fmla="*/ 1649850 w 2119654"/>
              <a:gd name="connsiteY39466" fmla="*/ 855234 h 2398711"/>
              <a:gd name="connsiteX39467" fmla="*/ 1649252 w 2119654"/>
              <a:gd name="connsiteY39467" fmla="*/ 857745 h 2398711"/>
              <a:gd name="connsiteX39468" fmla="*/ 1649330 w 2119654"/>
              <a:gd name="connsiteY39468" fmla="*/ 858082 h 2398711"/>
              <a:gd name="connsiteX39469" fmla="*/ 1649862 w 2119654"/>
              <a:gd name="connsiteY39469" fmla="*/ 855338 h 2398711"/>
              <a:gd name="connsiteX39470" fmla="*/ 1038085 w 2119654"/>
              <a:gd name="connsiteY39470" fmla="*/ 2224916 h 2398711"/>
              <a:gd name="connsiteX39471" fmla="*/ 1044584 w 2119654"/>
              <a:gd name="connsiteY39471" fmla="*/ 2227777 h 2398711"/>
              <a:gd name="connsiteX39472" fmla="*/ 1051339 w 2119654"/>
              <a:gd name="connsiteY39472" fmla="*/ 2224086 h 2398711"/>
              <a:gd name="connsiteX39473" fmla="*/ 1055720 w 2119654"/>
              <a:gd name="connsiteY39473" fmla="*/ 2219384 h 2398711"/>
              <a:gd name="connsiteX39474" fmla="*/ 1045849 w 2119654"/>
              <a:gd name="connsiteY39474" fmla="*/ 2218489 h 2398711"/>
              <a:gd name="connsiteX39475" fmla="*/ 1042496 w 2119654"/>
              <a:gd name="connsiteY39475" fmla="*/ 2219034 h 2398711"/>
              <a:gd name="connsiteX39476" fmla="*/ 1651893 w 2119654"/>
              <a:gd name="connsiteY39476" fmla="*/ 850435 h 2398711"/>
              <a:gd name="connsiteX39477" fmla="*/ 1651061 w 2119654"/>
              <a:gd name="connsiteY39477" fmla="*/ 855234 h 2398711"/>
              <a:gd name="connsiteX39478" fmla="*/ 1651871 w 2119654"/>
              <a:gd name="connsiteY39478" fmla="*/ 862148 h 2398711"/>
              <a:gd name="connsiteX39479" fmla="*/ 1654326 w 2119654"/>
              <a:gd name="connsiteY39479" fmla="*/ 857782 h 2398711"/>
              <a:gd name="connsiteX39480" fmla="*/ 1034035 w 2119654"/>
              <a:gd name="connsiteY39480" fmla="*/ 2233661 h 2398711"/>
              <a:gd name="connsiteX39481" fmla="*/ 1038156 w 2119654"/>
              <a:gd name="connsiteY39481" fmla="*/ 2237996 h 2398711"/>
              <a:gd name="connsiteX39482" fmla="*/ 1041033 w 2119654"/>
              <a:gd name="connsiteY39482" fmla="*/ 2235149 h 2398711"/>
              <a:gd name="connsiteX39483" fmla="*/ 1043818 w 2119654"/>
              <a:gd name="connsiteY39483" fmla="*/ 2232160 h 2398711"/>
              <a:gd name="connsiteX39484" fmla="*/ 1042949 w 2119654"/>
              <a:gd name="connsiteY39484" fmla="*/ 2231386 h 2398711"/>
              <a:gd name="connsiteX39485" fmla="*/ 1039112 w 2119654"/>
              <a:gd name="connsiteY39485" fmla="*/ 2231149 h 2398711"/>
              <a:gd name="connsiteX39486" fmla="*/ 1664472 w 2119654"/>
              <a:gd name="connsiteY39486" fmla="*/ 821982 h 2398711"/>
              <a:gd name="connsiteX39487" fmla="*/ 1664021 w 2119654"/>
              <a:gd name="connsiteY39487" fmla="*/ 823841 h 2398711"/>
              <a:gd name="connsiteX39488" fmla="*/ 1664386 w 2119654"/>
              <a:gd name="connsiteY39488" fmla="*/ 825122 h 2398711"/>
              <a:gd name="connsiteX39489" fmla="*/ 1664600 w 2119654"/>
              <a:gd name="connsiteY39489" fmla="*/ 823029 h 2398711"/>
              <a:gd name="connsiteX39490" fmla="*/ 1664518 w 2119654"/>
              <a:gd name="connsiteY39490" fmla="*/ 822286 h 2398711"/>
              <a:gd name="connsiteX39491" fmla="*/ 1037670 w 2119654"/>
              <a:gd name="connsiteY39491" fmla="*/ 2225469 h 2398711"/>
              <a:gd name="connsiteX39492" fmla="*/ 1040790 w 2119654"/>
              <a:gd name="connsiteY39492" fmla="*/ 2228258 h 2398711"/>
              <a:gd name="connsiteX39493" fmla="*/ 1043408 w 2119654"/>
              <a:gd name="connsiteY39493" fmla="*/ 2228419 h 2398711"/>
              <a:gd name="connsiteX39494" fmla="*/ 1044101 w 2119654"/>
              <a:gd name="connsiteY39494" fmla="*/ 2228041 h 2398711"/>
              <a:gd name="connsiteX39495" fmla="*/ 1037759 w 2119654"/>
              <a:gd name="connsiteY39495" fmla="*/ 2225351 h 2398711"/>
              <a:gd name="connsiteX39496" fmla="*/ 1046609 w 2119654"/>
              <a:gd name="connsiteY39496" fmla="*/ 2205429 h 2398711"/>
              <a:gd name="connsiteX39497" fmla="*/ 1049321 w 2119654"/>
              <a:gd name="connsiteY39497" fmla="*/ 2207519 h 2398711"/>
              <a:gd name="connsiteX39498" fmla="*/ 1049669 w 2119654"/>
              <a:gd name="connsiteY39498" fmla="*/ 2207484 h 2398711"/>
              <a:gd name="connsiteX39499" fmla="*/ 1051036 w 2119654"/>
              <a:gd name="connsiteY39499" fmla="*/ 2205498 h 2398711"/>
              <a:gd name="connsiteX39500" fmla="*/ 1048593 w 2119654"/>
              <a:gd name="connsiteY39500" fmla="*/ 2203496 h 2398711"/>
              <a:gd name="connsiteX39501" fmla="*/ 1026400 w 2119654"/>
              <a:gd name="connsiteY39501" fmla="*/ 2250148 h 2398711"/>
              <a:gd name="connsiteX39502" fmla="*/ 1028621 w 2119654"/>
              <a:gd name="connsiteY39502" fmla="*/ 2252369 h 2398711"/>
              <a:gd name="connsiteX39503" fmla="*/ 1032290 w 2119654"/>
              <a:gd name="connsiteY39503" fmla="*/ 2249391 h 2398711"/>
              <a:gd name="connsiteX39504" fmla="*/ 1033176 w 2119654"/>
              <a:gd name="connsiteY39504" fmla="*/ 2248649 h 2398711"/>
              <a:gd name="connsiteX39505" fmla="*/ 1029441 w 2119654"/>
              <a:gd name="connsiteY39505" fmla="*/ 2247139 h 2398711"/>
              <a:gd name="connsiteX39506" fmla="*/ 1048148 w 2119654"/>
              <a:gd name="connsiteY39506" fmla="*/ 2201243 h 2398711"/>
              <a:gd name="connsiteX39507" fmla="*/ 1049231 w 2119654"/>
              <a:gd name="connsiteY39507" fmla="*/ 2202271 h 2398711"/>
              <a:gd name="connsiteX39508" fmla="*/ 1051823 w 2119654"/>
              <a:gd name="connsiteY39508" fmla="*/ 2199677 h 2398711"/>
              <a:gd name="connsiteX39509" fmla="*/ 1051773 w 2119654"/>
              <a:gd name="connsiteY39509" fmla="*/ 2199541 h 2398711"/>
              <a:gd name="connsiteX39510" fmla="*/ 1706260 w 2119654"/>
              <a:gd name="connsiteY39510" fmla="*/ 727412 h 2398711"/>
              <a:gd name="connsiteX39511" fmla="*/ 1705884 w 2119654"/>
              <a:gd name="connsiteY39511" fmla="*/ 767026 h 2398711"/>
              <a:gd name="connsiteX39512" fmla="*/ 1705229 w 2119654"/>
              <a:gd name="connsiteY39512" fmla="*/ 777362 h 2398711"/>
              <a:gd name="connsiteX39513" fmla="*/ 1705262 w 2119654"/>
              <a:gd name="connsiteY39513" fmla="*/ 779665 h 2398711"/>
              <a:gd name="connsiteX39514" fmla="*/ 1705905 w 2119654"/>
              <a:gd name="connsiteY39514" fmla="*/ 777818 h 2398711"/>
              <a:gd name="connsiteX39515" fmla="*/ 1708416 w 2119654"/>
              <a:gd name="connsiteY39515" fmla="*/ 768021 h 2398711"/>
              <a:gd name="connsiteX39516" fmla="*/ 1710970 w 2119654"/>
              <a:gd name="connsiteY39516" fmla="*/ 747174 h 2398711"/>
              <a:gd name="connsiteX39517" fmla="*/ 1023026 w 2119654"/>
              <a:gd name="connsiteY39517" fmla="*/ 2257271 h 2398711"/>
              <a:gd name="connsiteX39518" fmla="*/ 1024266 w 2119654"/>
              <a:gd name="connsiteY39518" fmla="*/ 2256753 h 2398711"/>
              <a:gd name="connsiteX39519" fmla="*/ 1023593 w 2119654"/>
              <a:gd name="connsiteY39519" fmla="*/ 2256811 h 2398711"/>
              <a:gd name="connsiteX39520" fmla="*/ 1037330 w 2119654"/>
              <a:gd name="connsiteY39520" fmla="*/ 2225165 h 2398711"/>
              <a:gd name="connsiteX39521" fmla="*/ 1037410 w 2119654"/>
              <a:gd name="connsiteY39521" fmla="*/ 2225237 h 2398711"/>
              <a:gd name="connsiteX39522" fmla="*/ 1037431 w 2119654"/>
              <a:gd name="connsiteY39522" fmla="*/ 2225210 h 2398711"/>
              <a:gd name="connsiteX39523" fmla="*/ 1050815 w 2119654"/>
              <a:gd name="connsiteY39523" fmla="*/ 2194721 h 2398711"/>
              <a:gd name="connsiteX39524" fmla="*/ 1050889 w 2119654"/>
              <a:gd name="connsiteY39524" fmla="*/ 2194922 h 2398711"/>
              <a:gd name="connsiteX39525" fmla="*/ 1051031 w 2119654"/>
              <a:gd name="connsiteY39525" fmla="*/ 2194844 h 2398711"/>
              <a:gd name="connsiteX39526" fmla="*/ 1051862 w 2119654"/>
              <a:gd name="connsiteY39526" fmla="*/ 2194306 h 2398711"/>
              <a:gd name="connsiteX39527" fmla="*/ 1059137 w 2119654"/>
              <a:gd name="connsiteY39527" fmla="*/ 2175720 h 2398711"/>
              <a:gd name="connsiteX39528" fmla="*/ 1060616 w 2119654"/>
              <a:gd name="connsiteY39528" fmla="*/ 2176512 h 2398711"/>
              <a:gd name="connsiteX39529" fmla="*/ 1060930 w 2119654"/>
              <a:gd name="connsiteY39529" fmla="*/ 2176470 h 2398711"/>
              <a:gd name="connsiteX39530" fmla="*/ 1061164 w 2119654"/>
              <a:gd name="connsiteY39530" fmla="*/ 2176278 h 2398711"/>
              <a:gd name="connsiteX39531" fmla="*/ 1060349 w 2119654"/>
              <a:gd name="connsiteY39531" fmla="*/ 2175551 h 2398711"/>
              <a:gd name="connsiteX39532" fmla="*/ 1059976 w 2119654"/>
              <a:gd name="connsiteY39532" fmla="*/ 2175258 h 2398711"/>
              <a:gd name="connsiteX39533" fmla="*/ 1035809 w 2119654"/>
              <a:gd name="connsiteY39533" fmla="*/ 2227950 h 2398711"/>
              <a:gd name="connsiteX39534" fmla="*/ 1039335 w 2119654"/>
              <a:gd name="connsiteY39534" fmla="*/ 2228168 h 2398711"/>
              <a:gd name="connsiteX39535" fmla="*/ 1037122 w 2119654"/>
              <a:gd name="connsiteY39535" fmla="*/ 2226199 h 2398711"/>
              <a:gd name="connsiteX39536" fmla="*/ 1049425 w 2119654"/>
              <a:gd name="connsiteY39536" fmla="*/ 2197203 h 2398711"/>
              <a:gd name="connsiteX39537" fmla="*/ 1050754 w 2119654"/>
              <a:gd name="connsiteY39537" fmla="*/ 2196798 h 2398711"/>
              <a:gd name="connsiteX39538" fmla="*/ 1050653 w 2119654"/>
              <a:gd name="connsiteY39538" fmla="*/ 2196529 h 2398711"/>
              <a:gd name="connsiteX39539" fmla="*/ 1044573 w 2119654"/>
              <a:gd name="connsiteY39539" fmla="*/ 2207413 h 2398711"/>
              <a:gd name="connsiteX39540" fmla="*/ 1045191 w 2119654"/>
              <a:gd name="connsiteY39540" fmla="*/ 2207933 h 2398711"/>
              <a:gd name="connsiteX39541" fmla="*/ 1048853 w 2119654"/>
              <a:gd name="connsiteY39541" fmla="*/ 2207566 h 2398711"/>
              <a:gd name="connsiteX39542" fmla="*/ 1046376 w 2119654"/>
              <a:gd name="connsiteY39542" fmla="*/ 2205656 h 2398711"/>
              <a:gd name="connsiteX39543" fmla="*/ 1058593 w 2119654"/>
              <a:gd name="connsiteY39543" fmla="*/ 2175428 h 2398711"/>
              <a:gd name="connsiteX39544" fmla="*/ 1058827 w 2119654"/>
              <a:gd name="connsiteY39544" fmla="*/ 2175553 h 2398711"/>
              <a:gd name="connsiteX39545" fmla="*/ 1059397 w 2119654"/>
              <a:gd name="connsiteY39545" fmla="*/ 2175240 h 2398711"/>
              <a:gd name="connsiteX39546" fmla="*/ 1058966 w 2119654"/>
              <a:gd name="connsiteY39546" fmla="*/ 2175283 h 2398711"/>
              <a:gd name="connsiteX39547" fmla="*/ 1043977 w 2119654"/>
              <a:gd name="connsiteY39547" fmla="*/ 2207994 h 2398711"/>
              <a:gd name="connsiteX39548" fmla="*/ 1044365 w 2119654"/>
              <a:gd name="connsiteY39548" fmla="*/ 2208016 h 2398711"/>
              <a:gd name="connsiteX39549" fmla="*/ 1044571 w 2119654"/>
              <a:gd name="connsiteY39549" fmla="*/ 2207995 h 2398711"/>
              <a:gd name="connsiteX39550" fmla="*/ 1044251 w 2119654"/>
              <a:gd name="connsiteY39550" fmla="*/ 2207727 h 2398711"/>
              <a:gd name="connsiteX39551" fmla="*/ 1686223 w 2119654"/>
              <a:gd name="connsiteY39551" fmla="*/ 769509 h 2398711"/>
              <a:gd name="connsiteX39552" fmla="*/ 1685046 w 2119654"/>
              <a:gd name="connsiteY39552" fmla="*/ 783328 h 2398711"/>
              <a:gd name="connsiteX39553" fmla="*/ 1685794 w 2119654"/>
              <a:gd name="connsiteY39553" fmla="*/ 788077 h 2398711"/>
              <a:gd name="connsiteX39554" fmla="*/ 1687561 w 2119654"/>
              <a:gd name="connsiteY39554" fmla="*/ 775293 h 2398711"/>
              <a:gd name="connsiteX39555" fmla="*/ 1057669 w 2119654"/>
              <a:gd name="connsiteY39555" fmla="*/ 2176530 h 2398711"/>
              <a:gd name="connsiteX39556" fmla="*/ 1058875 w 2119654"/>
              <a:gd name="connsiteY39556" fmla="*/ 2176746 h 2398711"/>
              <a:gd name="connsiteX39557" fmla="*/ 1060069 w 2119654"/>
              <a:gd name="connsiteY39557" fmla="*/ 2176585 h 2398711"/>
              <a:gd name="connsiteX39558" fmla="*/ 1058780 w 2119654"/>
              <a:gd name="connsiteY39558" fmla="*/ 2175917 h 2398711"/>
              <a:gd name="connsiteX39559" fmla="*/ 1032633 w 2119654"/>
              <a:gd name="connsiteY39559" fmla="*/ 2232185 h 2398711"/>
              <a:gd name="connsiteX39560" fmla="*/ 1033713 w 2119654"/>
              <a:gd name="connsiteY39560" fmla="*/ 2233321 h 2398711"/>
              <a:gd name="connsiteX39561" fmla="*/ 1038215 w 2119654"/>
              <a:gd name="connsiteY39561" fmla="*/ 2231094 h 2398711"/>
              <a:gd name="connsiteX39562" fmla="*/ 1033662 w 2119654"/>
              <a:gd name="connsiteY39562" fmla="*/ 2230812 h 2398711"/>
              <a:gd name="connsiteX39563" fmla="*/ 1653297 w 2119654"/>
              <a:gd name="connsiteY39563" fmla="*/ 842337 h 2398711"/>
              <a:gd name="connsiteX39564" fmla="*/ 1652094 w 2119654"/>
              <a:gd name="connsiteY39564" fmla="*/ 849274 h 2398711"/>
              <a:gd name="connsiteX39565" fmla="*/ 1654695 w 2119654"/>
              <a:gd name="connsiteY39565" fmla="*/ 857126 h 2398711"/>
              <a:gd name="connsiteX39566" fmla="*/ 1655185 w 2119654"/>
              <a:gd name="connsiteY39566" fmla="*/ 856255 h 2398711"/>
              <a:gd name="connsiteX39567" fmla="*/ 1667100 w 2119654"/>
              <a:gd name="connsiteY39567" fmla="*/ 811128 h 2398711"/>
              <a:gd name="connsiteX39568" fmla="*/ 1666963 w 2119654"/>
              <a:gd name="connsiteY39568" fmla="*/ 811690 h 2398711"/>
              <a:gd name="connsiteX39569" fmla="*/ 1665990 w 2119654"/>
              <a:gd name="connsiteY39569" fmla="*/ 821430 h 2398711"/>
              <a:gd name="connsiteX39570" fmla="*/ 1667840 w 2119654"/>
              <a:gd name="connsiteY39570" fmla="*/ 809702 h 2398711"/>
              <a:gd name="connsiteX39571" fmla="*/ 1046801 w 2119654"/>
              <a:gd name="connsiteY39571" fmla="*/ 2199964 h 2398711"/>
              <a:gd name="connsiteX39572" fmla="*/ 1047447 w 2119654"/>
              <a:gd name="connsiteY39572" fmla="*/ 2200577 h 2398711"/>
              <a:gd name="connsiteX39573" fmla="*/ 1047582 w 2119654"/>
              <a:gd name="connsiteY39573" fmla="*/ 2200514 h 2398711"/>
              <a:gd name="connsiteX39574" fmla="*/ 1048503 w 2119654"/>
              <a:gd name="connsiteY39574" fmla="*/ 2199762 h 2398711"/>
              <a:gd name="connsiteX39575" fmla="*/ 1644278 w 2119654"/>
              <a:gd name="connsiteY39575" fmla="*/ 862053 h 2398711"/>
              <a:gd name="connsiteX39576" fmla="*/ 1643831 w 2119654"/>
              <a:gd name="connsiteY39576" fmla="*/ 868519 h 2398711"/>
              <a:gd name="connsiteX39577" fmla="*/ 1644649 w 2119654"/>
              <a:gd name="connsiteY39577" fmla="*/ 865084 h 2398711"/>
              <a:gd name="connsiteX39578" fmla="*/ 1022421 w 2119654"/>
              <a:gd name="connsiteY39578" fmla="*/ 2254086 h 2398711"/>
              <a:gd name="connsiteX39579" fmla="*/ 1026986 w 2119654"/>
              <a:gd name="connsiteY39579" fmla="*/ 2253695 h 2398711"/>
              <a:gd name="connsiteX39580" fmla="*/ 1028254 w 2119654"/>
              <a:gd name="connsiteY39580" fmla="*/ 2252666 h 2398711"/>
              <a:gd name="connsiteX39581" fmla="*/ 1026035 w 2119654"/>
              <a:gd name="connsiteY39581" fmla="*/ 2250509 h 2398711"/>
              <a:gd name="connsiteX39582" fmla="*/ 1630495 w 2119654"/>
              <a:gd name="connsiteY39582" fmla="*/ 892318 h 2398711"/>
              <a:gd name="connsiteX39583" fmla="*/ 1631339 w 2119654"/>
              <a:gd name="connsiteY39583" fmla="*/ 895349 h 2398711"/>
              <a:gd name="connsiteX39584" fmla="*/ 1631822 w 2119654"/>
              <a:gd name="connsiteY39584" fmla="*/ 890781 h 2398711"/>
              <a:gd name="connsiteX39585" fmla="*/ 1664508 w 2119654"/>
              <a:gd name="connsiteY39585" fmla="*/ 816118 h 2398711"/>
              <a:gd name="connsiteX39586" fmla="*/ 1664845 w 2119654"/>
              <a:gd name="connsiteY39586" fmla="*/ 819169 h 2398711"/>
              <a:gd name="connsiteX39587" fmla="*/ 1665102 w 2119654"/>
              <a:gd name="connsiteY39587" fmla="*/ 818108 h 2398711"/>
              <a:gd name="connsiteX39588" fmla="*/ 1665499 w 2119654"/>
              <a:gd name="connsiteY39588" fmla="*/ 814210 h 2398711"/>
              <a:gd name="connsiteX39589" fmla="*/ 1000874 w 2119654"/>
              <a:gd name="connsiteY39589" fmla="*/ 2301590 h 2398711"/>
              <a:gd name="connsiteX39590" fmla="*/ 1007474 w 2119654"/>
              <a:gd name="connsiteY39590" fmla="*/ 2300632 h 2398711"/>
              <a:gd name="connsiteX39591" fmla="*/ 1006563 w 2119654"/>
              <a:gd name="connsiteY39591" fmla="*/ 2299491 h 2398711"/>
              <a:gd name="connsiteX39592" fmla="*/ 1662771 w 2119654"/>
              <a:gd name="connsiteY39592" fmla="*/ 819463 h 2398711"/>
              <a:gd name="connsiteX39593" fmla="*/ 1663855 w 2119654"/>
              <a:gd name="connsiteY39593" fmla="*/ 823259 h 2398711"/>
              <a:gd name="connsiteX39594" fmla="*/ 1664352 w 2119654"/>
              <a:gd name="connsiteY39594" fmla="*/ 821203 h 2398711"/>
              <a:gd name="connsiteX39595" fmla="*/ 1663787 w 2119654"/>
              <a:gd name="connsiteY39595" fmla="*/ 817506 h 2398711"/>
              <a:gd name="connsiteX39596" fmla="*/ 1030641 w 2119654"/>
              <a:gd name="connsiteY39596" fmla="*/ 2234841 h 2398711"/>
              <a:gd name="connsiteX39597" fmla="*/ 1033241 w 2119654"/>
              <a:gd name="connsiteY39597" fmla="*/ 2233554 h 2398711"/>
              <a:gd name="connsiteX39598" fmla="*/ 1032327 w 2119654"/>
              <a:gd name="connsiteY39598" fmla="*/ 2232593 h 2398711"/>
              <a:gd name="connsiteX39599" fmla="*/ 1660487 w 2119654"/>
              <a:gd name="connsiteY39599" fmla="*/ 823860 h 2398711"/>
              <a:gd name="connsiteX39600" fmla="*/ 1660056 w 2119654"/>
              <a:gd name="connsiteY39600" fmla="*/ 838576 h 2398711"/>
              <a:gd name="connsiteX39601" fmla="*/ 1661644 w 2119654"/>
              <a:gd name="connsiteY39601" fmla="*/ 832391 h 2398711"/>
              <a:gd name="connsiteX39602" fmla="*/ 1662817 w 2119654"/>
              <a:gd name="connsiteY39602" fmla="*/ 827546 h 2398711"/>
              <a:gd name="connsiteX39603" fmla="*/ 1661311 w 2119654"/>
              <a:gd name="connsiteY39603" fmla="*/ 822274 h 2398711"/>
              <a:gd name="connsiteX39604" fmla="*/ 1044266 w 2119654"/>
              <a:gd name="connsiteY39604" fmla="*/ 2203622 h 2398711"/>
              <a:gd name="connsiteX39605" fmla="*/ 1046309 w 2119654"/>
              <a:gd name="connsiteY39605" fmla="*/ 2205197 h 2398711"/>
              <a:gd name="connsiteX39606" fmla="*/ 1048271 w 2119654"/>
              <a:gd name="connsiteY39606" fmla="*/ 2203232 h 2398711"/>
              <a:gd name="connsiteX39607" fmla="*/ 1048004 w 2119654"/>
              <a:gd name="connsiteY39607" fmla="*/ 2203014 h 2398711"/>
              <a:gd name="connsiteX39608" fmla="*/ 1046575 w 2119654"/>
              <a:gd name="connsiteY39608" fmla="*/ 2201981 h 2398711"/>
              <a:gd name="connsiteX39609" fmla="*/ 1046236 w 2119654"/>
              <a:gd name="connsiteY39609" fmla="*/ 2202141 h 2398711"/>
              <a:gd name="connsiteX39610" fmla="*/ 1046293 w 2119654"/>
              <a:gd name="connsiteY39610" fmla="*/ 2198922 h 2398711"/>
              <a:gd name="connsiteX39611" fmla="*/ 1048856 w 2119654"/>
              <a:gd name="connsiteY39611" fmla="*/ 2198617 h 2398711"/>
              <a:gd name="connsiteX39612" fmla="*/ 1050596 w 2119654"/>
              <a:gd name="connsiteY39612" fmla="*/ 2198054 h 2398711"/>
              <a:gd name="connsiteX39613" fmla="*/ 1051075 w 2119654"/>
              <a:gd name="connsiteY39613" fmla="*/ 2197662 h 2398711"/>
              <a:gd name="connsiteX39614" fmla="*/ 1050882 w 2119654"/>
              <a:gd name="connsiteY39614" fmla="*/ 2197143 h 2398711"/>
              <a:gd name="connsiteX39615" fmla="*/ 1047856 w 2119654"/>
              <a:gd name="connsiteY39615" fmla="*/ 2198064 h 2398711"/>
              <a:gd name="connsiteX39616" fmla="*/ 1056365 w 2119654"/>
              <a:gd name="connsiteY39616" fmla="*/ 2176294 h 2398711"/>
              <a:gd name="connsiteX39617" fmla="*/ 1057207 w 2119654"/>
              <a:gd name="connsiteY39617" fmla="*/ 2176447 h 2398711"/>
              <a:gd name="connsiteX39618" fmla="*/ 1058465 w 2119654"/>
              <a:gd name="connsiteY39618" fmla="*/ 2175753 h 2398711"/>
              <a:gd name="connsiteX39619" fmla="*/ 1058161 w 2119654"/>
              <a:gd name="connsiteY39619" fmla="*/ 2175596 h 2398711"/>
              <a:gd name="connsiteX39620" fmla="*/ 1659378 w 2119654"/>
              <a:gd name="connsiteY39620" fmla="*/ 825996 h 2398711"/>
              <a:gd name="connsiteX39621" fmla="*/ 1659780 w 2119654"/>
              <a:gd name="connsiteY39621" fmla="*/ 836939 h 2398711"/>
              <a:gd name="connsiteX39622" fmla="*/ 1660144 w 2119654"/>
              <a:gd name="connsiteY39622" fmla="*/ 824521 h 2398711"/>
              <a:gd name="connsiteX39623" fmla="*/ 1056422 w 2119654"/>
              <a:gd name="connsiteY39623" fmla="*/ 2176030 h 2398711"/>
              <a:gd name="connsiteX39624" fmla="*/ 1057895 w 2119654"/>
              <a:gd name="connsiteY39624" fmla="*/ 2175457 h 2398711"/>
              <a:gd name="connsiteX39625" fmla="*/ 1057785 w 2119654"/>
              <a:gd name="connsiteY39625" fmla="*/ 2175400 h 2398711"/>
              <a:gd name="connsiteX39626" fmla="*/ 1057163 w 2119654"/>
              <a:gd name="connsiteY39626" fmla="*/ 2175463 h 2398711"/>
              <a:gd name="connsiteX39627" fmla="*/ 1057106 w 2119654"/>
              <a:gd name="connsiteY39627" fmla="*/ 2175513 h 2398711"/>
              <a:gd name="connsiteX39628" fmla="*/ 1059755 w 2119654"/>
              <a:gd name="connsiteY39628" fmla="*/ 2168526 h 2398711"/>
              <a:gd name="connsiteX39629" fmla="*/ 1060489 w 2119654"/>
              <a:gd name="connsiteY39629" fmla="*/ 2167993 h 2398711"/>
              <a:gd name="connsiteX39630" fmla="*/ 1060144 w 2119654"/>
              <a:gd name="connsiteY39630" fmla="*/ 2167972 h 2398711"/>
              <a:gd name="connsiteX39631" fmla="*/ 1668579 w 2119654"/>
              <a:gd name="connsiteY39631" fmla="*/ 805019 h 2398711"/>
              <a:gd name="connsiteX39632" fmla="*/ 1667339 w 2119654"/>
              <a:gd name="connsiteY39632" fmla="*/ 810141 h 2398711"/>
              <a:gd name="connsiteX39633" fmla="*/ 1667959 w 2119654"/>
              <a:gd name="connsiteY39633" fmla="*/ 808946 h 2398711"/>
              <a:gd name="connsiteX39634" fmla="*/ 1654212 w 2119654"/>
              <a:gd name="connsiteY39634" fmla="*/ 837057 h 2398711"/>
              <a:gd name="connsiteX39635" fmla="*/ 1653355 w 2119654"/>
              <a:gd name="connsiteY39635" fmla="*/ 842000 h 2398711"/>
              <a:gd name="connsiteX39636" fmla="*/ 1653466 w 2119654"/>
              <a:gd name="connsiteY39636" fmla="*/ 842108 h 2398711"/>
              <a:gd name="connsiteX39637" fmla="*/ 1655347 w 2119654"/>
              <a:gd name="connsiteY39637" fmla="*/ 855968 h 2398711"/>
              <a:gd name="connsiteX39638" fmla="*/ 1655796 w 2119654"/>
              <a:gd name="connsiteY39638" fmla="*/ 855168 h 2398711"/>
              <a:gd name="connsiteX39639" fmla="*/ 1656274 w 2119654"/>
              <a:gd name="connsiteY39639" fmla="*/ 853309 h 2398711"/>
              <a:gd name="connsiteX39640" fmla="*/ 1656950 w 2119654"/>
              <a:gd name="connsiteY39640" fmla="*/ 830673 h 2398711"/>
              <a:gd name="connsiteX39641" fmla="*/ 1658076 w 2119654"/>
              <a:gd name="connsiteY39641" fmla="*/ 838580 h 2398711"/>
              <a:gd name="connsiteX39642" fmla="*/ 1657729 w 2119654"/>
              <a:gd name="connsiteY39642" fmla="*/ 829170 h 2398711"/>
              <a:gd name="connsiteX39643" fmla="*/ 1685521 w 2119654"/>
              <a:gd name="connsiteY39643" fmla="*/ 766480 h 2398711"/>
              <a:gd name="connsiteX39644" fmla="*/ 1685176 w 2119654"/>
              <a:gd name="connsiteY39644" fmla="*/ 775945 h 2398711"/>
              <a:gd name="connsiteX39645" fmla="*/ 1685858 w 2119654"/>
              <a:gd name="connsiteY39645" fmla="*/ 767936 h 2398711"/>
              <a:gd name="connsiteX39646" fmla="*/ 1043817 w 2119654"/>
              <a:gd name="connsiteY39646" fmla="*/ 2203277 h 2398711"/>
              <a:gd name="connsiteX39647" fmla="*/ 1044013 w 2119654"/>
              <a:gd name="connsiteY39647" fmla="*/ 2203427 h 2398711"/>
              <a:gd name="connsiteX39648" fmla="*/ 1044715 w 2119654"/>
              <a:gd name="connsiteY39648" fmla="*/ 2202854 h 2398711"/>
              <a:gd name="connsiteX39649" fmla="*/ 1654768 w 2119654"/>
              <a:gd name="connsiteY39649" fmla="*/ 834872 h 2398711"/>
              <a:gd name="connsiteX39650" fmla="*/ 1656832 w 2119654"/>
              <a:gd name="connsiteY39650" fmla="*/ 851137 h 2398711"/>
              <a:gd name="connsiteX39651" fmla="*/ 1658322 w 2119654"/>
              <a:gd name="connsiteY39651" fmla="*/ 845329 h 2398711"/>
              <a:gd name="connsiteX39652" fmla="*/ 1656537 w 2119654"/>
              <a:gd name="connsiteY39652" fmla="*/ 831465 h 2398711"/>
              <a:gd name="connsiteX39653" fmla="*/ 1646142 w 2119654"/>
              <a:gd name="connsiteY39653" fmla="*/ 853958 h 2398711"/>
              <a:gd name="connsiteX39654" fmla="*/ 1645703 w 2119654"/>
              <a:gd name="connsiteY39654" fmla="*/ 860662 h 2398711"/>
              <a:gd name="connsiteX39655" fmla="*/ 1646408 w 2119654"/>
              <a:gd name="connsiteY39655" fmla="*/ 857702 h 2398711"/>
              <a:gd name="connsiteX39656" fmla="*/ 1646661 w 2119654"/>
              <a:gd name="connsiteY39656" fmla="*/ 855522 h 2398711"/>
              <a:gd name="connsiteX39657" fmla="*/ 1031181 w 2119654"/>
              <a:gd name="connsiteY39657" fmla="*/ 2230659 h 2398711"/>
              <a:gd name="connsiteX39658" fmla="*/ 1032391 w 2119654"/>
              <a:gd name="connsiteY39658" fmla="*/ 2231931 h 2398711"/>
              <a:gd name="connsiteX39659" fmla="*/ 1033249 w 2119654"/>
              <a:gd name="connsiteY39659" fmla="*/ 2230787 h 2398711"/>
              <a:gd name="connsiteX39660" fmla="*/ 1653031 w 2119654"/>
              <a:gd name="connsiteY39660" fmla="*/ 838218 h 2398711"/>
              <a:gd name="connsiteX39661" fmla="*/ 1653001 w 2119654"/>
              <a:gd name="connsiteY39661" fmla="*/ 838544 h 2398711"/>
              <a:gd name="connsiteX39662" fmla="*/ 1653070 w 2119654"/>
              <a:gd name="connsiteY39662" fmla="*/ 838143 h 2398711"/>
              <a:gd name="connsiteX39663" fmla="*/ 1044679 w 2119654"/>
              <a:gd name="connsiteY39663" fmla="*/ 2200334 h 2398711"/>
              <a:gd name="connsiteX39664" fmla="*/ 1045246 w 2119654"/>
              <a:gd name="connsiteY39664" fmla="*/ 2200756 h 2398711"/>
              <a:gd name="connsiteX39665" fmla="*/ 1045102 w 2119654"/>
              <a:gd name="connsiteY39665" fmla="*/ 2200638 h 2398711"/>
              <a:gd name="connsiteX39666" fmla="*/ 1044756 w 2119654"/>
              <a:gd name="connsiteY39666" fmla="*/ 2200308 h 2398711"/>
              <a:gd name="connsiteX39667" fmla="*/ 1648869 w 2119654"/>
              <a:gd name="connsiteY39667" fmla="*/ 846861 h 2398711"/>
              <a:gd name="connsiteX39668" fmla="*/ 1648677 w 2119654"/>
              <a:gd name="connsiteY39668" fmla="*/ 848180 h 2398711"/>
              <a:gd name="connsiteX39669" fmla="*/ 1648910 w 2119654"/>
              <a:gd name="connsiteY39669" fmla="*/ 847203 h 2398711"/>
              <a:gd name="connsiteX39670" fmla="*/ 1042048 w 2119654"/>
              <a:gd name="connsiteY39670" fmla="*/ 2205289 h 2398711"/>
              <a:gd name="connsiteX39671" fmla="*/ 1044313 w 2119654"/>
              <a:gd name="connsiteY39671" fmla="*/ 2207195 h 2398711"/>
              <a:gd name="connsiteX39672" fmla="*/ 1046079 w 2119654"/>
              <a:gd name="connsiteY39672" fmla="*/ 2205427 h 2398711"/>
              <a:gd name="connsiteX39673" fmla="*/ 1043998 w 2119654"/>
              <a:gd name="connsiteY39673" fmla="*/ 2203823 h 2398711"/>
              <a:gd name="connsiteX39674" fmla="*/ 1660606 w 2119654"/>
              <a:gd name="connsiteY39674" fmla="*/ 819805 h 2398711"/>
              <a:gd name="connsiteX39675" fmla="*/ 1660504 w 2119654"/>
              <a:gd name="connsiteY39675" fmla="*/ 823302 h 2398711"/>
              <a:gd name="connsiteX39676" fmla="*/ 1661214 w 2119654"/>
              <a:gd name="connsiteY39676" fmla="*/ 821935 h 2398711"/>
              <a:gd name="connsiteX39677" fmla="*/ 1645803 w 2119654"/>
              <a:gd name="connsiteY39677" fmla="*/ 852935 h 2398711"/>
              <a:gd name="connsiteX39678" fmla="*/ 1645732 w 2119654"/>
              <a:gd name="connsiteY39678" fmla="*/ 857982 h 2398711"/>
              <a:gd name="connsiteX39679" fmla="*/ 1645941 w 2119654"/>
              <a:gd name="connsiteY39679" fmla="*/ 853353 h 2398711"/>
              <a:gd name="connsiteX39680" fmla="*/ 1034129 w 2119654"/>
              <a:gd name="connsiteY39680" fmla="*/ 2222304 h 2398711"/>
              <a:gd name="connsiteX39681" fmla="*/ 1036048 w 2119654"/>
              <a:gd name="connsiteY39681" fmla="*/ 2224020 h 2398711"/>
              <a:gd name="connsiteX39682" fmla="*/ 1037758 w 2119654"/>
              <a:gd name="connsiteY39682" fmla="*/ 2224773 h 2398711"/>
              <a:gd name="connsiteX39683" fmla="*/ 1037832 w 2119654"/>
              <a:gd name="connsiteY39683" fmla="*/ 2224676 h 2398711"/>
              <a:gd name="connsiteX39684" fmla="*/ 1041619 w 2119654"/>
              <a:gd name="connsiteY39684" fmla="*/ 2219176 h 2398711"/>
              <a:gd name="connsiteX39685" fmla="*/ 1038941 w 2119654"/>
              <a:gd name="connsiteY39685" fmla="*/ 2219611 h 2398711"/>
              <a:gd name="connsiteX39686" fmla="*/ 1647295 w 2119654"/>
              <a:gd name="connsiteY39686" fmla="*/ 849262 h 2398711"/>
              <a:gd name="connsiteX39687" fmla="*/ 1647355 w 2119654"/>
              <a:gd name="connsiteY39687" fmla="*/ 849522 h 2398711"/>
              <a:gd name="connsiteX39688" fmla="*/ 1647411 w 2119654"/>
              <a:gd name="connsiteY39688" fmla="*/ 849040 h 2398711"/>
              <a:gd name="connsiteX39689" fmla="*/ 1023080 w 2119654"/>
              <a:gd name="connsiteY39689" fmla="*/ 2246829 h 2398711"/>
              <a:gd name="connsiteX39690" fmla="*/ 1026139 w 2119654"/>
              <a:gd name="connsiteY39690" fmla="*/ 2249889 h 2398711"/>
              <a:gd name="connsiteX39691" fmla="*/ 1029070 w 2119654"/>
              <a:gd name="connsiteY39691" fmla="*/ 2246988 h 2398711"/>
              <a:gd name="connsiteX39692" fmla="*/ 1028313 w 2119654"/>
              <a:gd name="connsiteY39692" fmla="*/ 2246683 h 2398711"/>
              <a:gd name="connsiteX39693" fmla="*/ 1691885 w 2119654"/>
              <a:gd name="connsiteY39693" fmla="*/ 749192 h 2398711"/>
              <a:gd name="connsiteX39694" fmla="*/ 1690411 w 2119654"/>
              <a:gd name="connsiteY39694" fmla="*/ 766409 h 2398711"/>
              <a:gd name="connsiteX39695" fmla="*/ 1688934 w 2119654"/>
              <a:gd name="connsiteY39695" fmla="*/ 778061 h 2398711"/>
              <a:gd name="connsiteX39696" fmla="*/ 1695678 w 2119654"/>
              <a:gd name="connsiteY39696" fmla="*/ 807204 h 2398711"/>
              <a:gd name="connsiteX39697" fmla="*/ 1697622 w 2119654"/>
              <a:gd name="connsiteY39697" fmla="*/ 801617 h 2398711"/>
              <a:gd name="connsiteX39698" fmla="*/ 1695984 w 2119654"/>
              <a:gd name="connsiteY39698" fmla="*/ 782132 h 2398711"/>
              <a:gd name="connsiteX39699" fmla="*/ 1646328 w 2119654"/>
              <a:gd name="connsiteY39699" fmla="*/ 851124 h 2398711"/>
              <a:gd name="connsiteX39700" fmla="*/ 1646272 w 2119654"/>
              <a:gd name="connsiteY39700" fmla="*/ 851977 h 2398711"/>
              <a:gd name="connsiteX39701" fmla="*/ 1646864 w 2119654"/>
              <a:gd name="connsiteY39701" fmla="*/ 853764 h 2398711"/>
              <a:gd name="connsiteX39702" fmla="*/ 1647245 w 2119654"/>
              <a:gd name="connsiteY39702" fmla="*/ 850471 h 2398711"/>
              <a:gd name="connsiteX39703" fmla="*/ 1647067 w 2119654"/>
              <a:gd name="connsiteY39703" fmla="*/ 849702 h 2398711"/>
              <a:gd name="connsiteX39704" fmla="*/ 1024774 w 2119654"/>
              <a:gd name="connsiteY39704" fmla="*/ 2242665 h 2398711"/>
              <a:gd name="connsiteX39705" fmla="*/ 1026105 w 2119654"/>
              <a:gd name="connsiteY39705" fmla="*/ 2242628 h 2398711"/>
              <a:gd name="connsiteX39706" fmla="*/ 1035249 w 2119654"/>
              <a:gd name="connsiteY39706" fmla="*/ 2240873 h 2398711"/>
              <a:gd name="connsiteX39707" fmla="*/ 1037799 w 2119654"/>
              <a:gd name="connsiteY39707" fmla="*/ 2238349 h 2398711"/>
              <a:gd name="connsiteX39708" fmla="*/ 1033564 w 2119654"/>
              <a:gd name="connsiteY39708" fmla="*/ 2233894 h 2398711"/>
              <a:gd name="connsiteX39709" fmla="*/ 1030047 w 2119654"/>
              <a:gd name="connsiteY39709" fmla="*/ 2235634 h 2398711"/>
              <a:gd name="connsiteX39710" fmla="*/ 1052046 w 2119654"/>
              <a:gd name="connsiteY39710" fmla="*/ 2181477 h 2398711"/>
              <a:gd name="connsiteX39711" fmla="*/ 1052904 w 2119654"/>
              <a:gd name="connsiteY39711" fmla="*/ 2182137 h 2398711"/>
              <a:gd name="connsiteX39712" fmla="*/ 1053937 w 2119654"/>
              <a:gd name="connsiteY39712" fmla="*/ 2181778 h 2398711"/>
              <a:gd name="connsiteX39713" fmla="*/ 1053775 w 2119654"/>
              <a:gd name="connsiteY39713" fmla="*/ 2181542 h 2398711"/>
              <a:gd name="connsiteX39714" fmla="*/ 1644845 w 2119654"/>
              <a:gd name="connsiteY39714" fmla="*/ 853898 h 2398711"/>
              <a:gd name="connsiteX39715" fmla="*/ 1644467 w 2119654"/>
              <a:gd name="connsiteY39715" fmla="*/ 859341 h 2398711"/>
              <a:gd name="connsiteX39716" fmla="*/ 1645030 w 2119654"/>
              <a:gd name="connsiteY39716" fmla="*/ 863486 h 2398711"/>
              <a:gd name="connsiteX39717" fmla="*/ 1645158 w 2119654"/>
              <a:gd name="connsiteY39717" fmla="*/ 862945 h 2398711"/>
              <a:gd name="connsiteX39718" fmla="*/ 1645401 w 2119654"/>
              <a:gd name="connsiteY39718" fmla="*/ 853858 h 2398711"/>
              <a:gd name="connsiteX39719" fmla="*/ 1645436 w 2119654"/>
              <a:gd name="connsiteY39719" fmla="*/ 853905 h 2398711"/>
              <a:gd name="connsiteX39720" fmla="*/ 1645468 w 2119654"/>
              <a:gd name="connsiteY39720" fmla="*/ 852736 h 2398711"/>
              <a:gd name="connsiteX39721" fmla="*/ 1033259 w 2119654"/>
              <a:gd name="connsiteY39721" fmla="*/ 2222792 h 2398711"/>
              <a:gd name="connsiteX39722" fmla="*/ 1033332 w 2119654"/>
              <a:gd name="connsiteY39722" fmla="*/ 2222824 h 2398711"/>
              <a:gd name="connsiteX39723" fmla="*/ 1033282 w 2119654"/>
              <a:gd name="connsiteY39723" fmla="*/ 2222779 h 2398711"/>
              <a:gd name="connsiteX39724" fmla="*/ 1680084 w 2119654"/>
              <a:gd name="connsiteY39724" fmla="*/ 773894 h 2398711"/>
              <a:gd name="connsiteX39725" fmla="*/ 1678201 w 2119654"/>
              <a:gd name="connsiteY39725" fmla="*/ 784379 h 2398711"/>
              <a:gd name="connsiteX39726" fmla="*/ 1671978 w 2119654"/>
              <a:gd name="connsiteY39726" fmla="*/ 833493 h 2398711"/>
              <a:gd name="connsiteX39727" fmla="*/ 1672831 w 2119654"/>
              <a:gd name="connsiteY39727" fmla="*/ 831251 h 2398711"/>
              <a:gd name="connsiteX39728" fmla="*/ 1672888 w 2119654"/>
              <a:gd name="connsiteY39728" fmla="*/ 831437 h 2398711"/>
              <a:gd name="connsiteX39729" fmla="*/ 1671914 w 2119654"/>
              <a:gd name="connsiteY39729" fmla="*/ 834000 h 2398711"/>
              <a:gd name="connsiteX39730" fmla="*/ 1671471 w 2119654"/>
              <a:gd name="connsiteY39730" fmla="*/ 837495 h 2398711"/>
              <a:gd name="connsiteX39731" fmla="*/ 1671981 w 2119654"/>
              <a:gd name="connsiteY39731" fmla="*/ 840556 h 2398711"/>
              <a:gd name="connsiteX39732" fmla="*/ 1681680 w 2119654"/>
              <a:gd name="connsiteY39732" fmla="*/ 795566 h 2398711"/>
              <a:gd name="connsiteX39733" fmla="*/ 1681452 w 2119654"/>
              <a:gd name="connsiteY39733" fmla="*/ 794251 h 2398711"/>
              <a:gd name="connsiteX39734" fmla="*/ 1681674 w 2119654"/>
              <a:gd name="connsiteY39734" fmla="*/ 794452 h 2398711"/>
              <a:gd name="connsiteX39735" fmla="*/ 1681783 w 2119654"/>
              <a:gd name="connsiteY39735" fmla="*/ 795085 h 2398711"/>
              <a:gd name="connsiteX39736" fmla="*/ 1682387 w 2119654"/>
              <a:gd name="connsiteY39736" fmla="*/ 792283 h 2398711"/>
              <a:gd name="connsiteX39737" fmla="*/ 1682508 w 2119654"/>
              <a:gd name="connsiteY39737" fmla="*/ 788975 h 2398711"/>
              <a:gd name="connsiteX39738" fmla="*/ 1680284 w 2119654"/>
              <a:gd name="connsiteY39738" fmla="*/ 775046 h 2398711"/>
              <a:gd name="connsiteX39739" fmla="*/ 1641778 w 2119654"/>
              <a:gd name="connsiteY39739" fmla="*/ 859608 h 2398711"/>
              <a:gd name="connsiteX39740" fmla="*/ 1642588 w 2119654"/>
              <a:gd name="connsiteY39740" fmla="*/ 869906 h 2398711"/>
              <a:gd name="connsiteX39741" fmla="*/ 1643527 w 2119654"/>
              <a:gd name="connsiteY39741" fmla="*/ 856351 h 2398711"/>
              <a:gd name="connsiteX39742" fmla="*/ 1041146 w 2119654"/>
              <a:gd name="connsiteY39742" fmla="*/ 2204531 h 2398711"/>
              <a:gd name="connsiteX39743" fmla="*/ 1041881 w 2119654"/>
              <a:gd name="connsiteY39743" fmla="*/ 2205149 h 2398711"/>
              <a:gd name="connsiteX39744" fmla="*/ 1042200 w 2119654"/>
              <a:gd name="connsiteY39744" fmla="*/ 2204909 h 2398711"/>
              <a:gd name="connsiteX39745" fmla="*/ 1043757 w 2119654"/>
              <a:gd name="connsiteY39745" fmla="*/ 2203637 h 2398711"/>
              <a:gd name="connsiteX39746" fmla="*/ 1043489 w 2119654"/>
              <a:gd name="connsiteY39746" fmla="*/ 2203430 h 2398711"/>
              <a:gd name="connsiteX39747" fmla="*/ 1056310 w 2119654"/>
              <a:gd name="connsiteY39747" fmla="*/ 2170542 h 2398711"/>
              <a:gd name="connsiteX39748" fmla="*/ 1056611 w 2119654"/>
              <a:gd name="connsiteY39748" fmla="*/ 2170810 h 2398711"/>
              <a:gd name="connsiteX39749" fmla="*/ 1057144 w 2119654"/>
              <a:gd name="connsiteY39749" fmla="*/ 2170423 h 2398711"/>
              <a:gd name="connsiteX39750" fmla="*/ 1056709 w 2119654"/>
              <a:gd name="connsiteY39750" fmla="*/ 2170269 h 2398711"/>
              <a:gd name="connsiteX39751" fmla="*/ 1044087 w 2119654"/>
              <a:gd name="connsiteY39751" fmla="*/ 2197387 h 2398711"/>
              <a:gd name="connsiteX39752" fmla="*/ 1044933 w 2119654"/>
              <a:gd name="connsiteY39752" fmla="*/ 2198190 h 2398711"/>
              <a:gd name="connsiteX39753" fmla="*/ 1050197 w 2119654"/>
              <a:gd name="connsiteY39753" fmla="*/ 2195302 h 2398711"/>
              <a:gd name="connsiteX39754" fmla="*/ 1050089 w 2119654"/>
              <a:gd name="connsiteY39754" fmla="*/ 2195009 h 2398711"/>
              <a:gd name="connsiteX39755" fmla="*/ 1047032 w 2119654"/>
              <a:gd name="connsiteY39755" fmla="*/ 2196220 h 2398711"/>
              <a:gd name="connsiteX39756" fmla="*/ 1047425 w 2119654"/>
              <a:gd name="connsiteY39756" fmla="*/ 2196423 h 2398711"/>
              <a:gd name="connsiteX39757" fmla="*/ 1047191 w 2119654"/>
              <a:gd name="connsiteY39757" fmla="*/ 2196468 h 2398711"/>
              <a:gd name="connsiteX39758" fmla="*/ 1046850 w 2119654"/>
              <a:gd name="connsiteY39758" fmla="*/ 2196292 h 2398711"/>
              <a:gd name="connsiteX39759" fmla="*/ 1655960 w 2119654"/>
              <a:gd name="connsiteY39759" fmla="*/ 826973 h 2398711"/>
              <a:gd name="connsiteX39760" fmla="*/ 1654693 w 2119654"/>
              <a:gd name="connsiteY39760" fmla="*/ 834280 h 2398711"/>
              <a:gd name="connsiteX39761" fmla="*/ 1654707 w 2119654"/>
              <a:gd name="connsiteY39761" fmla="*/ 834393 h 2398711"/>
              <a:gd name="connsiteX39762" fmla="*/ 1655850 w 2119654"/>
              <a:gd name="connsiteY39762" fmla="*/ 832264 h 2398711"/>
              <a:gd name="connsiteX39763" fmla="*/ 1656484 w 2119654"/>
              <a:gd name="connsiteY39763" fmla="*/ 831044 h 2398711"/>
              <a:gd name="connsiteX39764" fmla="*/ 1680366 w 2119654"/>
              <a:gd name="connsiteY39764" fmla="*/ 772317 h 2398711"/>
              <a:gd name="connsiteX39765" fmla="*/ 1680211 w 2119654"/>
              <a:gd name="connsiteY39765" fmla="*/ 773181 h 2398711"/>
              <a:gd name="connsiteX39766" fmla="*/ 1682585 w 2119654"/>
              <a:gd name="connsiteY39766" fmla="*/ 786858 h 2398711"/>
              <a:gd name="connsiteX39767" fmla="*/ 1682597 w 2119654"/>
              <a:gd name="connsiteY39767" fmla="*/ 786533 h 2398711"/>
              <a:gd name="connsiteX39768" fmla="*/ 1682476 w 2119654"/>
              <a:gd name="connsiteY39768" fmla="*/ 784065 h 2398711"/>
              <a:gd name="connsiteX39769" fmla="*/ 1682679 w 2119654"/>
              <a:gd name="connsiteY39769" fmla="*/ 784298 h 2398711"/>
              <a:gd name="connsiteX39770" fmla="*/ 1682760 w 2119654"/>
              <a:gd name="connsiteY39770" fmla="*/ 782061 h 2398711"/>
              <a:gd name="connsiteX39771" fmla="*/ 1653595 w 2119654"/>
              <a:gd name="connsiteY39771" fmla="*/ 832195 h 2398711"/>
              <a:gd name="connsiteX39772" fmla="*/ 1653110 w 2119654"/>
              <a:gd name="connsiteY39772" fmla="*/ 837366 h 2398711"/>
              <a:gd name="connsiteX39773" fmla="*/ 1653249 w 2119654"/>
              <a:gd name="connsiteY39773" fmla="*/ 837107 h 2398711"/>
              <a:gd name="connsiteX39774" fmla="*/ 1653809 w 2119654"/>
              <a:gd name="connsiteY39774" fmla="*/ 833880 h 2398711"/>
              <a:gd name="connsiteX39775" fmla="*/ 1646564 w 2119654"/>
              <a:gd name="connsiteY39775" fmla="*/ 847521 h 2398711"/>
              <a:gd name="connsiteX39776" fmla="*/ 1646412 w 2119654"/>
              <a:gd name="connsiteY39776" fmla="*/ 849841 h 2398711"/>
              <a:gd name="connsiteX39777" fmla="*/ 1646893 w 2119654"/>
              <a:gd name="connsiteY39777" fmla="*/ 848946 h 2398711"/>
              <a:gd name="connsiteX39778" fmla="*/ 1645066 w 2119654"/>
              <a:gd name="connsiteY39778" fmla="*/ 850708 h 2398711"/>
              <a:gd name="connsiteX39779" fmla="*/ 1644935 w 2119654"/>
              <a:gd name="connsiteY39779" fmla="*/ 852593 h 2398711"/>
              <a:gd name="connsiteX39780" fmla="*/ 1645402 w 2119654"/>
              <a:gd name="connsiteY39780" fmla="*/ 851723 h 2398711"/>
              <a:gd name="connsiteX39781" fmla="*/ 1055310 w 2119654"/>
              <a:gd name="connsiteY39781" fmla="*/ 2171228 h 2398711"/>
              <a:gd name="connsiteX39782" fmla="*/ 1055643 w 2119654"/>
              <a:gd name="connsiteY39782" fmla="*/ 2171513 h 2398711"/>
              <a:gd name="connsiteX39783" fmla="*/ 1055737 w 2119654"/>
              <a:gd name="connsiteY39783" fmla="*/ 2171446 h 2398711"/>
              <a:gd name="connsiteX39784" fmla="*/ 1055413 w 2119654"/>
              <a:gd name="connsiteY39784" fmla="*/ 2171157 h 2398711"/>
              <a:gd name="connsiteX39785" fmla="*/ 1038835 w 2119654"/>
              <a:gd name="connsiteY39785" fmla="*/ 2207705 h 2398711"/>
              <a:gd name="connsiteX39786" fmla="*/ 1043539 w 2119654"/>
              <a:gd name="connsiteY39786" fmla="*/ 2207970 h 2398711"/>
              <a:gd name="connsiteX39787" fmla="*/ 1043996 w 2119654"/>
              <a:gd name="connsiteY39787" fmla="*/ 2207512 h 2398711"/>
              <a:gd name="connsiteX39788" fmla="*/ 1041682 w 2119654"/>
              <a:gd name="connsiteY39788" fmla="*/ 2205565 h 2398711"/>
              <a:gd name="connsiteX39789" fmla="*/ 1050321 w 2119654"/>
              <a:gd name="connsiteY39789" fmla="*/ 2181933 h 2398711"/>
              <a:gd name="connsiteX39790" fmla="*/ 1051127 w 2119654"/>
              <a:gd name="connsiteY39790" fmla="*/ 2182754 h 2398711"/>
              <a:gd name="connsiteX39791" fmla="*/ 1052670 w 2119654"/>
              <a:gd name="connsiteY39791" fmla="*/ 2182218 h 2398711"/>
              <a:gd name="connsiteX39792" fmla="*/ 1051689 w 2119654"/>
              <a:gd name="connsiteY39792" fmla="*/ 2181463 h 2398711"/>
              <a:gd name="connsiteX39793" fmla="*/ 1050679 w 2119654"/>
              <a:gd name="connsiteY39793" fmla="*/ 2181425 h 2398711"/>
              <a:gd name="connsiteX39794" fmla="*/ 1041546 w 2119654"/>
              <a:gd name="connsiteY39794" fmla="*/ 2201525 h 2398711"/>
              <a:gd name="connsiteX39795" fmla="*/ 1043015 w 2119654"/>
              <a:gd name="connsiteY39795" fmla="*/ 2202659 h 2398711"/>
              <a:gd name="connsiteX39796" fmla="*/ 1045740 w 2119654"/>
              <a:gd name="connsiteY39796" fmla="*/ 2201379 h 2398711"/>
              <a:gd name="connsiteX39797" fmla="*/ 1044413 w 2119654"/>
              <a:gd name="connsiteY39797" fmla="*/ 2200420 h 2398711"/>
              <a:gd name="connsiteX39798" fmla="*/ 1042334 w 2119654"/>
              <a:gd name="connsiteY39798" fmla="*/ 2201093 h 2398711"/>
              <a:gd name="connsiteX39799" fmla="*/ 1055544 w 2119654"/>
              <a:gd name="connsiteY39799" fmla="*/ 2169857 h 2398711"/>
              <a:gd name="connsiteX39800" fmla="*/ 1056185 w 2119654"/>
              <a:gd name="connsiteY39800" fmla="*/ 2170429 h 2398711"/>
              <a:gd name="connsiteX39801" fmla="*/ 1056517 w 2119654"/>
              <a:gd name="connsiteY39801" fmla="*/ 2170201 h 2398711"/>
              <a:gd name="connsiteX39802" fmla="*/ 1679763 w 2119654"/>
              <a:gd name="connsiteY39802" fmla="*/ 772049 h 2398711"/>
              <a:gd name="connsiteX39803" fmla="*/ 1678816 w 2119654"/>
              <a:gd name="connsiteY39803" fmla="*/ 779523 h 2398711"/>
              <a:gd name="connsiteX39804" fmla="*/ 1679957 w 2119654"/>
              <a:gd name="connsiteY39804" fmla="*/ 773167 h 2398711"/>
              <a:gd name="connsiteX39805" fmla="*/ 1727545 w 2119654"/>
              <a:gd name="connsiteY39805" fmla="*/ 664734 h 2398711"/>
              <a:gd name="connsiteX39806" fmla="*/ 1723971 w 2119654"/>
              <a:gd name="connsiteY39806" fmla="*/ 695605 h 2398711"/>
              <a:gd name="connsiteX39807" fmla="*/ 1721865 w 2119654"/>
              <a:gd name="connsiteY39807" fmla="*/ 709062 h 2398711"/>
              <a:gd name="connsiteX39808" fmla="*/ 1722311 w 2119654"/>
              <a:gd name="connsiteY39808" fmla="*/ 710933 h 2398711"/>
              <a:gd name="connsiteX39809" fmla="*/ 1726679 w 2119654"/>
              <a:gd name="connsiteY39809" fmla="*/ 673208 h 2398711"/>
              <a:gd name="connsiteX39810" fmla="*/ 1048067 w 2119654"/>
              <a:gd name="connsiteY39810" fmla="*/ 2186074 h 2398711"/>
              <a:gd name="connsiteX39811" fmla="*/ 1048145 w 2119654"/>
              <a:gd name="connsiteY39811" fmla="*/ 2186342 h 2398711"/>
              <a:gd name="connsiteX39812" fmla="*/ 1049072 w 2119654"/>
              <a:gd name="connsiteY39812" fmla="*/ 2185805 h 2398711"/>
              <a:gd name="connsiteX39813" fmla="*/ 1056179 w 2119654"/>
              <a:gd name="connsiteY39813" fmla="*/ 2167731 h 2398711"/>
              <a:gd name="connsiteX39814" fmla="*/ 1058778 w 2119654"/>
              <a:gd name="connsiteY39814" fmla="*/ 2168651 h 2398711"/>
              <a:gd name="connsiteX39815" fmla="*/ 1059018 w 2119654"/>
              <a:gd name="connsiteY39815" fmla="*/ 2168486 h 2398711"/>
              <a:gd name="connsiteX39816" fmla="*/ 1059411 w 2119654"/>
              <a:gd name="connsiteY39816" fmla="*/ 2167928 h 2398711"/>
              <a:gd name="connsiteX39817" fmla="*/ 981050 w 2119654"/>
              <a:gd name="connsiteY39817" fmla="*/ 2335658 h 2398711"/>
              <a:gd name="connsiteX39818" fmla="*/ 1000698 w 2119654"/>
              <a:gd name="connsiteY39818" fmla="*/ 2329768 h 2398711"/>
              <a:gd name="connsiteX39819" fmla="*/ 1022119 w 2119654"/>
              <a:gd name="connsiteY39819" fmla="*/ 2305392 h 2398711"/>
              <a:gd name="connsiteX39820" fmla="*/ 1022085 w 2119654"/>
              <a:gd name="connsiteY39820" fmla="*/ 2305386 h 2398711"/>
              <a:gd name="connsiteX39821" fmla="*/ 1022180 w 2119654"/>
              <a:gd name="connsiteY39821" fmla="*/ 2305322 h 2398711"/>
              <a:gd name="connsiteX39822" fmla="*/ 1026506 w 2119654"/>
              <a:gd name="connsiteY39822" fmla="*/ 2300400 h 2398711"/>
              <a:gd name="connsiteX39823" fmla="*/ 1014008 w 2119654"/>
              <a:gd name="connsiteY39823" fmla="*/ 2307750 h 2398711"/>
              <a:gd name="connsiteX39824" fmla="*/ 1013597 w 2119654"/>
              <a:gd name="connsiteY39824" fmla="*/ 2308098 h 2398711"/>
              <a:gd name="connsiteX39825" fmla="*/ 1013896 w 2119654"/>
              <a:gd name="connsiteY39825" fmla="*/ 2308472 h 2398711"/>
              <a:gd name="connsiteX39826" fmla="*/ 1013690 w 2119654"/>
              <a:gd name="connsiteY39826" fmla="*/ 2308423 h 2398711"/>
              <a:gd name="connsiteX39827" fmla="*/ 1013497 w 2119654"/>
              <a:gd name="connsiteY39827" fmla="*/ 2308182 h 2398711"/>
              <a:gd name="connsiteX39828" fmla="*/ 981359 w 2119654"/>
              <a:gd name="connsiteY39828" fmla="*/ 2335403 h 2398711"/>
              <a:gd name="connsiteX39829" fmla="*/ 1679946 w 2119654"/>
              <a:gd name="connsiteY39829" fmla="*/ 770602 h 2398711"/>
              <a:gd name="connsiteX39830" fmla="*/ 1679869 w 2119654"/>
              <a:gd name="connsiteY39830" fmla="*/ 771209 h 2398711"/>
              <a:gd name="connsiteX39831" fmla="*/ 1680085 w 2119654"/>
              <a:gd name="connsiteY39831" fmla="*/ 772454 h 2398711"/>
              <a:gd name="connsiteX39832" fmla="*/ 1680218 w 2119654"/>
              <a:gd name="connsiteY39832" fmla="*/ 771711 h 2398711"/>
              <a:gd name="connsiteX39833" fmla="*/ 1032139 w 2119654"/>
              <a:gd name="connsiteY39833" fmla="*/ 2220526 h 2398711"/>
              <a:gd name="connsiteX39834" fmla="*/ 1033333 w 2119654"/>
              <a:gd name="connsiteY39834" fmla="*/ 2221593 h 2398711"/>
              <a:gd name="connsiteX39835" fmla="*/ 1036029 w 2119654"/>
              <a:gd name="connsiteY39835" fmla="*/ 2220083 h 2398711"/>
              <a:gd name="connsiteX39836" fmla="*/ 1034688 w 2119654"/>
              <a:gd name="connsiteY39836" fmla="*/ 2220302 h 2398711"/>
              <a:gd name="connsiteX39837" fmla="*/ 1032839 w 2119654"/>
              <a:gd name="connsiteY39837" fmla="*/ 2218847 h 2398711"/>
              <a:gd name="connsiteX39838" fmla="*/ 1038919 w 2119654"/>
              <a:gd name="connsiteY39838" fmla="*/ 2217860 h 2398711"/>
              <a:gd name="connsiteX39839" fmla="*/ 1035335 w 2119654"/>
              <a:gd name="connsiteY39839" fmla="*/ 2217534 h 2398711"/>
              <a:gd name="connsiteX39840" fmla="*/ 1034357 w 2119654"/>
              <a:gd name="connsiteY39840" fmla="*/ 2217368 h 2398711"/>
              <a:gd name="connsiteX39841" fmla="*/ 1041887 w 2119654"/>
              <a:gd name="connsiteY39841" fmla="*/ 2198259 h 2398711"/>
              <a:gd name="connsiteX39842" fmla="*/ 1043068 w 2119654"/>
              <a:gd name="connsiteY39842" fmla="*/ 2199137 h 2398711"/>
              <a:gd name="connsiteX39843" fmla="*/ 1043381 w 2119654"/>
              <a:gd name="connsiteY39843" fmla="*/ 2199042 h 2398711"/>
              <a:gd name="connsiteX39844" fmla="*/ 1043406 w 2119654"/>
              <a:gd name="connsiteY39844" fmla="*/ 2199028 h 2398711"/>
              <a:gd name="connsiteX39845" fmla="*/ 1042388 w 2119654"/>
              <a:gd name="connsiteY39845" fmla="*/ 2198061 h 2398711"/>
              <a:gd name="connsiteX39846" fmla="*/ 1629447 w 2119654"/>
              <a:gd name="connsiteY39846" fmla="*/ 882576 h 2398711"/>
              <a:gd name="connsiteX39847" fmla="*/ 1629944 w 2119654"/>
              <a:gd name="connsiteY39847" fmla="*/ 890337 h 2398711"/>
              <a:gd name="connsiteX39848" fmla="*/ 1630447 w 2119654"/>
              <a:gd name="connsiteY39848" fmla="*/ 892145 h 2398711"/>
              <a:gd name="connsiteX39849" fmla="*/ 1631849 w 2119654"/>
              <a:gd name="connsiteY39849" fmla="*/ 890520 h 2398711"/>
              <a:gd name="connsiteX39850" fmla="*/ 1632399 w 2119654"/>
              <a:gd name="connsiteY39850" fmla="*/ 885304 h 2398711"/>
              <a:gd name="connsiteX39851" fmla="*/ 1632436 w 2119654"/>
              <a:gd name="connsiteY39851" fmla="*/ 884766 h 2398711"/>
              <a:gd name="connsiteX39852" fmla="*/ 1632913 w 2119654"/>
              <a:gd name="connsiteY39852" fmla="*/ 876120 h 2398711"/>
              <a:gd name="connsiteX39853" fmla="*/ 1628745 w 2119654"/>
              <a:gd name="connsiteY39853" fmla="*/ 883882 h 2398711"/>
              <a:gd name="connsiteX39854" fmla="*/ 1628579 w 2119654"/>
              <a:gd name="connsiteY39854" fmla="*/ 885434 h 2398711"/>
              <a:gd name="connsiteX39855" fmla="*/ 1629647 w 2119654"/>
              <a:gd name="connsiteY39855" fmla="*/ 889268 h 2398711"/>
              <a:gd name="connsiteX39856" fmla="*/ 1629242 w 2119654"/>
              <a:gd name="connsiteY39856" fmla="*/ 882956 h 2398711"/>
              <a:gd name="connsiteX39857" fmla="*/ 1681603 w 2119654"/>
              <a:gd name="connsiteY39857" fmla="*/ 765435 h 2398711"/>
              <a:gd name="connsiteX39858" fmla="*/ 1680471 w 2119654"/>
              <a:gd name="connsiteY39858" fmla="*/ 771736 h 2398711"/>
              <a:gd name="connsiteX39859" fmla="*/ 1682792 w 2119654"/>
              <a:gd name="connsiteY39859" fmla="*/ 781189 h 2398711"/>
              <a:gd name="connsiteX39860" fmla="*/ 1683035 w 2119654"/>
              <a:gd name="connsiteY39860" fmla="*/ 774515 h 2398711"/>
              <a:gd name="connsiteX39861" fmla="*/ 1628351 w 2119654"/>
              <a:gd name="connsiteY39861" fmla="*/ 884616 h 2398711"/>
              <a:gd name="connsiteX39862" fmla="*/ 1628418 w 2119654"/>
              <a:gd name="connsiteY39862" fmla="*/ 884858 h 2398711"/>
              <a:gd name="connsiteX39863" fmla="*/ 1628467 w 2119654"/>
              <a:gd name="connsiteY39863" fmla="*/ 884400 h 2398711"/>
              <a:gd name="connsiteX39864" fmla="*/ 1046545 w 2119654"/>
              <a:gd name="connsiteY39864" fmla="*/ 2187266 h 2398711"/>
              <a:gd name="connsiteX39865" fmla="*/ 1047094 w 2119654"/>
              <a:gd name="connsiteY39865" fmla="*/ 2186949 h 2398711"/>
              <a:gd name="connsiteX39866" fmla="*/ 1046986 w 2119654"/>
              <a:gd name="connsiteY39866" fmla="*/ 2186658 h 2398711"/>
              <a:gd name="connsiteX39867" fmla="*/ 1657344 w 2119654"/>
              <a:gd name="connsiteY39867" fmla="*/ 818683 h 2398711"/>
              <a:gd name="connsiteX39868" fmla="*/ 1657174 w 2119654"/>
              <a:gd name="connsiteY39868" fmla="*/ 819968 h 2398711"/>
              <a:gd name="connsiteX39869" fmla="*/ 1656213 w 2119654"/>
              <a:gd name="connsiteY39869" fmla="*/ 825510 h 2398711"/>
              <a:gd name="connsiteX39870" fmla="*/ 1656890 w 2119654"/>
              <a:gd name="connsiteY39870" fmla="*/ 830262 h 2398711"/>
              <a:gd name="connsiteX39871" fmla="*/ 1657711 w 2119654"/>
              <a:gd name="connsiteY39871" fmla="*/ 828680 h 2398711"/>
              <a:gd name="connsiteX39872" fmla="*/ 1039142 w 2119654"/>
              <a:gd name="connsiteY39872" fmla="*/ 2202845 h 2398711"/>
              <a:gd name="connsiteX39873" fmla="*/ 1040387 w 2119654"/>
              <a:gd name="connsiteY39873" fmla="*/ 2203893 h 2398711"/>
              <a:gd name="connsiteX39874" fmla="*/ 1042687 w 2119654"/>
              <a:gd name="connsiteY39874" fmla="*/ 2202813 h 2398711"/>
              <a:gd name="connsiteX39875" fmla="*/ 1041237 w 2119654"/>
              <a:gd name="connsiteY39875" fmla="*/ 2201695 h 2398711"/>
              <a:gd name="connsiteX39876" fmla="*/ 1052682 w 2119654"/>
              <a:gd name="connsiteY39876" fmla="*/ 2172260 h 2398711"/>
              <a:gd name="connsiteX39877" fmla="*/ 1053064 w 2119654"/>
              <a:gd name="connsiteY39877" fmla="*/ 2172464 h 2398711"/>
              <a:gd name="connsiteX39878" fmla="*/ 1053143 w 2119654"/>
              <a:gd name="connsiteY39878" fmla="*/ 2172439 h 2398711"/>
              <a:gd name="connsiteX39879" fmla="*/ 1015782 w 2119654"/>
              <a:gd name="connsiteY39879" fmla="*/ 2254655 h 2398711"/>
              <a:gd name="connsiteX39880" fmla="*/ 1021849 w 2119654"/>
              <a:gd name="connsiteY39880" fmla="*/ 2254135 h 2398711"/>
              <a:gd name="connsiteX39881" fmla="*/ 1025772 w 2119654"/>
              <a:gd name="connsiteY39881" fmla="*/ 2250252 h 2398711"/>
              <a:gd name="connsiteX39882" fmla="*/ 1024665 w 2119654"/>
              <a:gd name="connsiteY39882" fmla="*/ 2249175 h 2398711"/>
              <a:gd name="connsiteX39883" fmla="*/ 1022339 w 2119654"/>
              <a:gd name="connsiteY39883" fmla="*/ 2246850 h 2398711"/>
              <a:gd name="connsiteX39884" fmla="*/ 1021620 w 2119654"/>
              <a:gd name="connsiteY39884" fmla="*/ 2246870 h 2398711"/>
              <a:gd name="connsiteX39885" fmla="*/ 1047366 w 2119654"/>
              <a:gd name="connsiteY39885" fmla="*/ 2183664 h 2398711"/>
              <a:gd name="connsiteX39886" fmla="*/ 1047470 w 2119654"/>
              <a:gd name="connsiteY39886" fmla="*/ 2184023 h 2398711"/>
              <a:gd name="connsiteX39887" fmla="*/ 1047942 w 2119654"/>
              <a:gd name="connsiteY39887" fmla="*/ 2183859 h 2398711"/>
              <a:gd name="connsiteX39888" fmla="*/ 1047574 w 2119654"/>
              <a:gd name="connsiteY39888" fmla="*/ 2183484 h 2398711"/>
              <a:gd name="connsiteX39889" fmla="*/ 1629093 w 2119654"/>
              <a:gd name="connsiteY39889" fmla="*/ 880635 h 2398711"/>
              <a:gd name="connsiteX39890" fmla="*/ 1628898 w 2119654"/>
              <a:gd name="connsiteY39890" fmla="*/ 882461 h 2398711"/>
              <a:gd name="connsiteX39891" fmla="*/ 1629177 w 2119654"/>
              <a:gd name="connsiteY39891" fmla="*/ 881941 h 2398711"/>
              <a:gd name="connsiteX39892" fmla="*/ 1030182 w 2119654"/>
              <a:gd name="connsiteY39892" fmla="*/ 2221438 h 2398711"/>
              <a:gd name="connsiteX39893" fmla="*/ 1032101 w 2119654"/>
              <a:gd name="connsiteY39893" fmla="*/ 2222282 h 2398711"/>
              <a:gd name="connsiteX39894" fmla="*/ 1032484 w 2119654"/>
              <a:gd name="connsiteY39894" fmla="*/ 2222069 h 2398711"/>
              <a:gd name="connsiteX39895" fmla="*/ 1030942 w 2119654"/>
              <a:gd name="connsiteY39895" fmla="*/ 2220696 h 2398711"/>
              <a:gd name="connsiteX39896" fmla="*/ 1039831 w 2119654"/>
              <a:gd name="connsiteY39896" fmla="*/ 2199688 h 2398711"/>
              <a:gd name="connsiteX39897" fmla="*/ 1042169 w 2119654"/>
              <a:gd name="connsiteY39897" fmla="*/ 2199411 h 2398711"/>
              <a:gd name="connsiteX39898" fmla="*/ 1042765 w 2119654"/>
              <a:gd name="connsiteY39898" fmla="*/ 2199230 h 2398711"/>
              <a:gd name="connsiteX39899" fmla="*/ 1041645 w 2119654"/>
              <a:gd name="connsiteY39899" fmla="*/ 2198420 h 2398711"/>
              <a:gd name="connsiteX39900" fmla="*/ 1658774 w 2119654"/>
              <a:gd name="connsiteY39900" fmla="*/ 813390 h 2398711"/>
              <a:gd name="connsiteX39901" fmla="*/ 1659046 w 2119654"/>
              <a:gd name="connsiteY39901" fmla="*/ 816920 h 2398711"/>
              <a:gd name="connsiteX39902" fmla="*/ 1659360 w 2119654"/>
              <a:gd name="connsiteY39902" fmla="*/ 825505 h 2398711"/>
              <a:gd name="connsiteX39903" fmla="*/ 1660160 w 2119654"/>
              <a:gd name="connsiteY39903" fmla="*/ 823964 h 2398711"/>
              <a:gd name="connsiteX39904" fmla="*/ 1660312 w 2119654"/>
              <a:gd name="connsiteY39904" fmla="*/ 818776 h 2398711"/>
              <a:gd name="connsiteX39905" fmla="*/ 1642694 w 2119654"/>
              <a:gd name="connsiteY39905" fmla="*/ 849078 h 2398711"/>
              <a:gd name="connsiteX39906" fmla="*/ 1641843 w 2119654"/>
              <a:gd name="connsiteY39906" fmla="*/ 858349 h 2398711"/>
              <a:gd name="connsiteX39907" fmla="*/ 1643459 w 2119654"/>
              <a:gd name="connsiteY39907" fmla="*/ 855341 h 2398711"/>
              <a:gd name="connsiteX39908" fmla="*/ 1655079 w 2119654"/>
              <a:gd name="connsiteY39908" fmla="*/ 820131 h 2398711"/>
              <a:gd name="connsiteX39909" fmla="*/ 1654396 w 2119654"/>
              <a:gd name="connsiteY39909" fmla="*/ 823655 h 2398711"/>
              <a:gd name="connsiteX39910" fmla="*/ 1653949 w 2119654"/>
              <a:gd name="connsiteY39910" fmla="*/ 828417 h 2398711"/>
              <a:gd name="connsiteX39911" fmla="*/ 1654290 w 2119654"/>
              <a:gd name="connsiteY39911" fmla="*/ 831102 h 2398711"/>
              <a:gd name="connsiteX39912" fmla="*/ 1655553 w 2119654"/>
              <a:gd name="connsiteY39912" fmla="*/ 823816 h 2398711"/>
              <a:gd name="connsiteX39913" fmla="*/ 1681047 w 2119654"/>
              <a:gd name="connsiteY39913" fmla="*/ 761913 h 2398711"/>
              <a:gd name="connsiteX39914" fmla="*/ 1680030 w 2119654"/>
              <a:gd name="connsiteY39914" fmla="*/ 769942 h 2398711"/>
              <a:gd name="connsiteX39915" fmla="*/ 1680322 w 2119654"/>
              <a:gd name="connsiteY39915" fmla="*/ 771133 h 2398711"/>
              <a:gd name="connsiteX39916" fmla="*/ 1681482 w 2119654"/>
              <a:gd name="connsiteY39916" fmla="*/ 764674 h 2398711"/>
              <a:gd name="connsiteX39917" fmla="*/ 1645770 w 2119654"/>
              <a:gd name="connsiteY39917" fmla="*/ 840548 h 2398711"/>
              <a:gd name="connsiteX39918" fmla="*/ 1645201 w 2119654"/>
              <a:gd name="connsiteY39918" fmla="*/ 848748 h 2398711"/>
              <a:gd name="connsiteX39919" fmla="*/ 1645550 w 2119654"/>
              <a:gd name="connsiteY39919" fmla="*/ 849795 h 2398711"/>
              <a:gd name="connsiteX39920" fmla="*/ 1645736 w 2119654"/>
              <a:gd name="connsiteY39920" fmla="*/ 842989 h 2398711"/>
              <a:gd name="connsiteX39921" fmla="*/ 1026948 w 2119654"/>
              <a:gd name="connsiteY39921" fmla="*/ 2226207 h 2398711"/>
              <a:gd name="connsiteX39922" fmla="*/ 1028156 w 2119654"/>
              <a:gd name="connsiteY39922" fmla="*/ 2227478 h 2398711"/>
              <a:gd name="connsiteX39923" fmla="*/ 1035395 w 2119654"/>
              <a:gd name="connsiteY39923" fmla="*/ 2227925 h 2398711"/>
              <a:gd name="connsiteX39924" fmla="*/ 1036863 w 2119654"/>
              <a:gd name="connsiteY39924" fmla="*/ 2225967 h 2398711"/>
              <a:gd name="connsiteX39925" fmla="*/ 1034624 w 2119654"/>
              <a:gd name="connsiteY39925" fmla="*/ 2223974 h 2398711"/>
              <a:gd name="connsiteX39926" fmla="*/ 1032676 w 2119654"/>
              <a:gd name="connsiteY39926" fmla="*/ 2223117 h 2398711"/>
              <a:gd name="connsiteX39927" fmla="*/ 1027943 w 2119654"/>
              <a:gd name="connsiteY39927" fmla="*/ 2225767 h 2398711"/>
              <a:gd name="connsiteX39928" fmla="*/ 1052411 w 2119654"/>
              <a:gd name="connsiteY39928" fmla="*/ 2168749 h 2398711"/>
              <a:gd name="connsiteX39929" fmla="*/ 1055180 w 2119654"/>
              <a:gd name="connsiteY39929" fmla="*/ 2171117 h 2398711"/>
              <a:gd name="connsiteX39930" fmla="*/ 1055287 w 2119654"/>
              <a:gd name="connsiteY39930" fmla="*/ 2171044 h 2398711"/>
              <a:gd name="connsiteX39931" fmla="*/ 1052904 w 2119654"/>
              <a:gd name="connsiteY39931" fmla="*/ 2168923 h 2398711"/>
              <a:gd name="connsiteX39932" fmla="*/ 1034862 w 2119654"/>
              <a:gd name="connsiteY39932" fmla="*/ 2207482 h 2398711"/>
              <a:gd name="connsiteX39933" fmla="*/ 1038506 w 2119654"/>
              <a:gd name="connsiteY39933" fmla="*/ 2207686 h 2398711"/>
              <a:gd name="connsiteX39934" fmla="*/ 1041515 w 2119654"/>
              <a:gd name="connsiteY39934" fmla="*/ 2205424 h 2398711"/>
              <a:gd name="connsiteX39935" fmla="*/ 1040701 w 2119654"/>
              <a:gd name="connsiteY39935" fmla="*/ 2204740 h 2398711"/>
              <a:gd name="connsiteX39936" fmla="*/ 1050779 w 2119654"/>
              <a:gd name="connsiteY39936" fmla="*/ 2171651 h 2398711"/>
              <a:gd name="connsiteX39937" fmla="*/ 1051348 w 2119654"/>
              <a:gd name="connsiteY39937" fmla="*/ 2173013 h 2398711"/>
              <a:gd name="connsiteX39938" fmla="*/ 1052583 w 2119654"/>
              <a:gd name="connsiteY39938" fmla="*/ 2172618 h 2398711"/>
              <a:gd name="connsiteX39939" fmla="*/ 1028782 w 2119654"/>
              <a:gd name="connsiteY39939" fmla="*/ 2220822 h 2398711"/>
              <a:gd name="connsiteX39940" fmla="*/ 1029944 w 2119654"/>
              <a:gd name="connsiteY39940" fmla="*/ 2221333 h 2398711"/>
              <a:gd name="connsiteX39941" fmla="*/ 1030637 w 2119654"/>
              <a:gd name="connsiteY39941" fmla="*/ 2220659 h 2398711"/>
              <a:gd name="connsiteX39942" fmla="*/ 1037406 w 2119654"/>
              <a:gd name="connsiteY39942" fmla="*/ 2201384 h 2398711"/>
              <a:gd name="connsiteX39943" fmla="*/ 1038079 w 2119654"/>
              <a:gd name="connsiteY39943" fmla="*/ 2201950 h 2398711"/>
              <a:gd name="connsiteX39944" fmla="*/ 1040118 w 2119654"/>
              <a:gd name="connsiteY39944" fmla="*/ 2200831 h 2398711"/>
              <a:gd name="connsiteX39945" fmla="*/ 1040035 w 2119654"/>
              <a:gd name="connsiteY39945" fmla="*/ 2200768 h 2398711"/>
              <a:gd name="connsiteX39946" fmla="*/ 1038287 w 2119654"/>
              <a:gd name="connsiteY39946" fmla="*/ 2200976 h 2398711"/>
              <a:gd name="connsiteX39947" fmla="*/ 1037762 w 2119654"/>
              <a:gd name="connsiteY39947" fmla="*/ 2201135 h 2398711"/>
              <a:gd name="connsiteX39948" fmla="*/ 1007030 w 2119654"/>
              <a:gd name="connsiteY39948" fmla="*/ 2269291 h 2398711"/>
              <a:gd name="connsiteX39949" fmla="*/ 1007295 w 2119654"/>
              <a:gd name="connsiteY39949" fmla="*/ 2269955 h 2398711"/>
              <a:gd name="connsiteX39950" fmla="*/ 1017905 w 2119654"/>
              <a:gd name="connsiteY39950" fmla="*/ 2276632 h 2398711"/>
              <a:gd name="connsiteX39951" fmla="*/ 1030769 w 2119654"/>
              <a:gd name="connsiteY39951" fmla="*/ 2284485 h 2398711"/>
              <a:gd name="connsiteX39952" fmla="*/ 1030833 w 2119654"/>
              <a:gd name="connsiteY39952" fmla="*/ 2284460 h 2398711"/>
              <a:gd name="connsiteX39953" fmla="*/ 1034744 w 2119654"/>
              <a:gd name="connsiteY39953" fmla="*/ 2282905 h 2398711"/>
              <a:gd name="connsiteX39954" fmla="*/ 1048669 w 2119654"/>
              <a:gd name="connsiteY39954" fmla="*/ 2272527 h 2398711"/>
              <a:gd name="connsiteX39955" fmla="*/ 1031792 w 2119654"/>
              <a:gd name="connsiteY39955" fmla="*/ 2256109 h 2398711"/>
              <a:gd name="connsiteX39956" fmla="*/ 1025251 w 2119654"/>
              <a:gd name="connsiteY39956" fmla="*/ 2256669 h 2398711"/>
              <a:gd name="connsiteX39957" fmla="*/ 1022197 w 2119654"/>
              <a:gd name="connsiteY39957" fmla="*/ 2257942 h 2398711"/>
              <a:gd name="connsiteX39958" fmla="*/ 1009071 w 2119654"/>
              <a:gd name="connsiteY39958" fmla="*/ 2268596 h 2398711"/>
              <a:gd name="connsiteX39959" fmla="*/ 1008664 w 2119654"/>
              <a:gd name="connsiteY39959" fmla="*/ 2268564 h 2398711"/>
              <a:gd name="connsiteX39960" fmla="*/ 1021588 w 2119654"/>
              <a:gd name="connsiteY39960" fmla="*/ 2258076 h 2398711"/>
              <a:gd name="connsiteX39961" fmla="*/ 1021292 w 2119654"/>
              <a:gd name="connsiteY39961" fmla="*/ 2257994 h 2398711"/>
              <a:gd name="connsiteX39962" fmla="*/ 1022110 w 2119654"/>
              <a:gd name="connsiteY39962" fmla="*/ 2257653 h 2398711"/>
              <a:gd name="connsiteX39963" fmla="*/ 1023095 w 2119654"/>
              <a:gd name="connsiteY39963" fmla="*/ 2256853 h 2398711"/>
              <a:gd name="connsiteX39964" fmla="*/ 1019297 w 2119654"/>
              <a:gd name="connsiteY39964" fmla="*/ 2257178 h 2398711"/>
              <a:gd name="connsiteX39965" fmla="*/ 1008120 w 2119654"/>
              <a:gd name="connsiteY39965" fmla="*/ 2268241 h 2398711"/>
              <a:gd name="connsiteX39966" fmla="*/ 1044545 w 2119654"/>
              <a:gd name="connsiteY39966" fmla="*/ 2185039 h 2398711"/>
              <a:gd name="connsiteX39967" fmla="*/ 1045250 w 2119654"/>
              <a:gd name="connsiteY39967" fmla="*/ 2184794 h 2398711"/>
              <a:gd name="connsiteX39968" fmla="*/ 1046039 w 2119654"/>
              <a:gd name="connsiteY39968" fmla="*/ 2184109 h 2398711"/>
              <a:gd name="connsiteX39969" fmla="*/ 1045980 w 2119654"/>
              <a:gd name="connsiteY39969" fmla="*/ 2183951 h 2398711"/>
              <a:gd name="connsiteX39970" fmla="*/ 1643091 w 2119654"/>
              <a:gd name="connsiteY39970" fmla="*/ 844750 h 2398711"/>
              <a:gd name="connsiteX39971" fmla="*/ 1642848 w 2119654"/>
              <a:gd name="connsiteY39971" fmla="*/ 847411 h 2398711"/>
              <a:gd name="connsiteX39972" fmla="*/ 1643709 w 2119654"/>
              <a:gd name="connsiteY39972" fmla="*/ 853751 h 2398711"/>
              <a:gd name="connsiteX39973" fmla="*/ 1644118 w 2119654"/>
              <a:gd name="connsiteY39973" fmla="*/ 847846 h 2398711"/>
              <a:gd name="connsiteX39974" fmla="*/ 1006717 w 2119654"/>
              <a:gd name="connsiteY39974" fmla="*/ 2269592 h 2398711"/>
              <a:gd name="connsiteX39975" fmla="*/ 1007033 w 2119654"/>
              <a:gd name="connsiteY39975" fmla="*/ 2269791 h 2398711"/>
              <a:gd name="connsiteX39976" fmla="*/ 1006888 w 2119654"/>
              <a:gd name="connsiteY39976" fmla="*/ 2269428 h 2398711"/>
              <a:gd name="connsiteX39977" fmla="*/ 1628811 w 2119654"/>
              <a:gd name="connsiteY39977" fmla="*/ 876243 h 2398711"/>
              <a:gd name="connsiteX39978" fmla="*/ 1627402 w 2119654"/>
              <a:gd name="connsiteY39978" fmla="*/ 881210 h 2398711"/>
              <a:gd name="connsiteX39979" fmla="*/ 1628142 w 2119654"/>
              <a:gd name="connsiteY39979" fmla="*/ 883867 h 2398711"/>
              <a:gd name="connsiteX39980" fmla="*/ 1628619 w 2119654"/>
              <a:gd name="connsiteY39980" fmla="*/ 882978 h 2398711"/>
              <a:gd name="connsiteX39981" fmla="*/ 1629010 w 2119654"/>
              <a:gd name="connsiteY39981" fmla="*/ 879336 h 2398711"/>
              <a:gd name="connsiteX39982" fmla="*/ 1037616 w 2119654"/>
              <a:gd name="connsiteY39982" fmla="*/ 2199951 h 2398711"/>
              <a:gd name="connsiteX39983" fmla="*/ 1038094 w 2119654"/>
              <a:gd name="connsiteY39983" fmla="*/ 2199895 h 2398711"/>
              <a:gd name="connsiteX39984" fmla="*/ 1038412 w 2119654"/>
              <a:gd name="connsiteY39984" fmla="*/ 2199636 h 2398711"/>
              <a:gd name="connsiteX39985" fmla="*/ 1026149 w 2119654"/>
              <a:gd name="connsiteY39985" fmla="*/ 2225367 h 2398711"/>
              <a:gd name="connsiteX39986" fmla="*/ 1026302 w 2119654"/>
              <a:gd name="connsiteY39986" fmla="*/ 2225528 h 2398711"/>
              <a:gd name="connsiteX39987" fmla="*/ 1031519 w 2119654"/>
              <a:gd name="connsiteY39987" fmla="*/ 2222608 h 2398711"/>
              <a:gd name="connsiteX39988" fmla="*/ 1029770 w 2119654"/>
              <a:gd name="connsiteY39988" fmla="*/ 2221839 h 2398711"/>
              <a:gd name="connsiteX39989" fmla="*/ 1646901 w 2119654"/>
              <a:gd name="connsiteY39989" fmla="*/ 835370 h 2398711"/>
              <a:gd name="connsiteX39990" fmla="*/ 1646620 w 2119654"/>
              <a:gd name="connsiteY39990" fmla="*/ 846335 h 2398711"/>
              <a:gd name="connsiteX39991" fmla="*/ 1647123 w 2119654"/>
              <a:gd name="connsiteY39991" fmla="*/ 848516 h 2398711"/>
              <a:gd name="connsiteX39992" fmla="*/ 1647567 w 2119654"/>
              <a:gd name="connsiteY39992" fmla="*/ 847690 h 2398711"/>
              <a:gd name="connsiteX39993" fmla="*/ 1648205 w 2119654"/>
              <a:gd name="connsiteY39993" fmla="*/ 842180 h 2398711"/>
              <a:gd name="connsiteX39994" fmla="*/ 1647407 w 2119654"/>
              <a:gd name="connsiteY39994" fmla="*/ 836897 h 2398711"/>
              <a:gd name="connsiteX39995" fmla="*/ 1045173 w 2119654"/>
              <a:gd name="connsiteY39995" fmla="*/ 2182598 h 2398711"/>
              <a:gd name="connsiteX39996" fmla="*/ 1045403 w 2119654"/>
              <a:gd name="connsiteY39996" fmla="*/ 2182396 h 2398711"/>
              <a:gd name="connsiteX39997" fmla="*/ 1045343 w 2119654"/>
              <a:gd name="connsiteY39997" fmla="*/ 2182234 h 2398711"/>
              <a:gd name="connsiteX39998" fmla="*/ 1652394 w 2119654"/>
              <a:gd name="connsiteY39998" fmla="*/ 822724 h 2398711"/>
              <a:gd name="connsiteX39999" fmla="*/ 1649612 w 2119654"/>
              <a:gd name="connsiteY39999" fmla="*/ 841783 h 2398711"/>
              <a:gd name="connsiteX40000" fmla="*/ 1649929 w 2119654"/>
              <a:gd name="connsiteY40000" fmla="*/ 842742 h 2398711"/>
              <a:gd name="connsiteX40001" fmla="*/ 1652639 w 2119654"/>
              <a:gd name="connsiteY40001" fmla="*/ 828764 h 2398711"/>
              <a:gd name="connsiteX40002" fmla="*/ 1652860 w 2119654"/>
              <a:gd name="connsiteY40002" fmla="*/ 826401 h 2398711"/>
              <a:gd name="connsiteX40003" fmla="*/ 1041685 w 2119654"/>
              <a:gd name="connsiteY40003" fmla="*/ 2190077 h 2398711"/>
              <a:gd name="connsiteX40004" fmla="*/ 1045296 w 2119654"/>
              <a:gd name="connsiteY40004" fmla="*/ 2187989 h 2398711"/>
              <a:gd name="connsiteX40005" fmla="*/ 1046314 w 2119654"/>
              <a:gd name="connsiteY40005" fmla="*/ 2186542 h 2398711"/>
              <a:gd name="connsiteX40006" fmla="*/ 1043021 w 2119654"/>
              <a:gd name="connsiteY40006" fmla="*/ 2187422 h 2398711"/>
              <a:gd name="connsiteX40007" fmla="*/ 1042858 w 2119654"/>
              <a:gd name="connsiteY40007" fmla="*/ 2187563 h 2398711"/>
              <a:gd name="connsiteX40008" fmla="*/ 1629663 w 2119654"/>
              <a:gd name="connsiteY40008" fmla="*/ 873243 h 2398711"/>
              <a:gd name="connsiteX40009" fmla="*/ 1628999 w 2119654"/>
              <a:gd name="connsiteY40009" fmla="*/ 875584 h 2398711"/>
              <a:gd name="connsiteX40010" fmla="*/ 1629154 w 2119654"/>
              <a:gd name="connsiteY40010" fmla="*/ 877998 h 2398711"/>
              <a:gd name="connsiteX40011" fmla="*/ 1025553 w 2119654"/>
              <a:gd name="connsiteY40011" fmla="*/ 2225948 h 2398711"/>
              <a:gd name="connsiteX40012" fmla="*/ 1025850 w 2119654"/>
              <a:gd name="connsiteY40012" fmla="*/ 2225782 h 2398711"/>
              <a:gd name="connsiteX40013" fmla="*/ 1025790 w 2119654"/>
              <a:gd name="connsiteY40013" fmla="*/ 2225718 h 2398711"/>
              <a:gd name="connsiteX40014" fmla="*/ 1628084 w 2119654"/>
              <a:gd name="connsiteY40014" fmla="*/ 876541 h 2398711"/>
              <a:gd name="connsiteX40015" fmla="*/ 1626889 w 2119654"/>
              <a:gd name="connsiteY40015" fmla="*/ 879366 h 2398711"/>
              <a:gd name="connsiteX40016" fmla="*/ 1627084 w 2119654"/>
              <a:gd name="connsiteY40016" fmla="*/ 880066 h 2398711"/>
              <a:gd name="connsiteX40017" fmla="*/ 1631216 w 2119654"/>
              <a:gd name="connsiteY40017" fmla="*/ 869137 h 2398711"/>
              <a:gd name="connsiteX40018" fmla="*/ 1630038 w 2119654"/>
              <a:gd name="connsiteY40018" fmla="*/ 871921 h 2398711"/>
              <a:gd name="connsiteX40019" fmla="*/ 1630013 w 2119654"/>
              <a:gd name="connsiteY40019" fmla="*/ 872012 h 2398711"/>
              <a:gd name="connsiteX40020" fmla="*/ 1629979 w 2119654"/>
              <a:gd name="connsiteY40020" fmla="*/ 872374 h 2398711"/>
              <a:gd name="connsiteX40021" fmla="*/ 1629236 w 2119654"/>
              <a:gd name="connsiteY40021" fmla="*/ 879296 h 2398711"/>
              <a:gd name="connsiteX40022" fmla="*/ 1629381 w 2119654"/>
              <a:gd name="connsiteY40022" fmla="*/ 881559 h 2398711"/>
              <a:gd name="connsiteX40023" fmla="*/ 1632757 w 2119654"/>
              <a:gd name="connsiteY40023" fmla="*/ 875273 h 2398711"/>
              <a:gd name="connsiteX40024" fmla="*/ 1048517 w 2119654"/>
              <a:gd name="connsiteY40024" fmla="*/ 2173889 h 2398711"/>
              <a:gd name="connsiteX40025" fmla="*/ 1048508 w 2119654"/>
              <a:gd name="connsiteY40025" fmla="*/ 2173920 h 2398711"/>
              <a:gd name="connsiteX40026" fmla="*/ 1048533 w 2119654"/>
              <a:gd name="connsiteY40026" fmla="*/ 2173912 h 2398711"/>
              <a:gd name="connsiteX40027" fmla="*/ 1024577 w 2119654"/>
              <a:gd name="connsiteY40027" fmla="*/ 2227257 h 2398711"/>
              <a:gd name="connsiteX40028" fmla="*/ 1027420 w 2119654"/>
              <a:gd name="connsiteY40028" fmla="*/ 2227433 h 2398711"/>
              <a:gd name="connsiteX40029" fmla="*/ 1026460 w 2119654"/>
              <a:gd name="connsiteY40029" fmla="*/ 2226423 h 2398711"/>
              <a:gd name="connsiteX40030" fmla="*/ 1017895 w 2119654"/>
              <a:gd name="connsiteY40030" fmla="*/ 2241645 h 2398711"/>
              <a:gd name="connsiteX40031" fmla="*/ 1018568 w 2119654"/>
              <a:gd name="connsiteY40031" fmla="*/ 2242319 h 2398711"/>
              <a:gd name="connsiteX40032" fmla="*/ 1019772 w 2119654"/>
              <a:gd name="connsiteY40032" fmla="*/ 2242805 h 2398711"/>
              <a:gd name="connsiteX40033" fmla="*/ 1024331 w 2119654"/>
              <a:gd name="connsiteY40033" fmla="*/ 2242677 h 2398711"/>
              <a:gd name="connsiteX40034" fmla="*/ 1029359 w 2119654"/>
              <a:gd name="connsiteY40034" fmla="*/ 2235973 h 2398711"/>
              <a:gd name="connsiteX40035" fmla="*/ 1035095 w 2119654"/>
              <a:gd name="connsiteY40035" fmla="*/ 2203073 h 2398711"/>
              <a:gd name="connsiteX40036" fmla="*/ 1037386 w 2119654"/>
              <a:gd name="connsiteY40036" fmla="*/ 2202331 h 2398711"/>
              <a:gd name="connsiteX40037" fmla="*/ 1037659 w 2119654"/>
              <a:gd name="connsiteY40037" fmla="*/ 2202181 h 2398711"/>
              <a:gd name="connsiteX40038" fmla="*/ 1037027 w 2119654"/>
              <a:gd name="connsiteY40038" fmla="*/ 2201649 h 2398711"/>
              <a:gd name="connsiteX40039" fmla="*/ 1035200 w 2119654"/>
              <a:gd name="connsiteY40039" fmla="*/ 2202928 h 2398711"/>
              <a:gd name="connsiteX40040" fmla="*/ 1049360 w 2119654"/>
              <a:gd name="connsiteY40040" fmla="*/ 2170970 h 2398711"/>
              <a:gd name="connsiteX40041" fmla="*/ 1049222 w 2119654"/>
              <a:gd name="connsiteY40041" fmla="*/ 2171448 h 2398711"/>
              <a:gd name="connsiteX40042" fmla="*/ 1050460 w 2119654"/>
              <a:gd name="connsiteY40042" fmla="*/ 2173296 h 2398711"/>
              <a:gd name="connsiteX40043" fmla="*/ 1050965 w 2119654"/>
              <a:gd name="connsiteY40043" fmla="*/ 2173136 h 2398711"/>
              <a:gd name="connsiteX40044" fmla="*/ 1050218 w 2119654"/>
              <a:gd name="connsiteY40044" fmla="*/ 2171351 h 2398711"/>
              <a:gd name="connsiteX40045" fmla="*/ 1049896 w 2119654"/>
              <a:gd name="connsiteY40045" fmla="*/ 2171178 h 2398711"/>
              <a:gd name="connsiteX40046" fmla="*/ 1657028 w 2119654"/>
              <a:gd name="connsiteY40046" fmla="*/ 810074 h 2398711"/>
              <a:gd name="connsiteX40047" fmla="*/ 1655292 w 2119654"/>
              <a:gd name="connsiteY40047" fmla="*/ 819035 h 2398711"/>
              <a:gd name="connsiteX40048" fmla="*/ 1655783 w 2119654"/>
              <a:gd name="connsiteY40048" fmla="*/ 822489 h 2398711"/>
              <a:gd name="connsiteX40049" fmla="*/ 1657187 w 2119654"/>
              <a:gd name="connsiteY40049" fmla="*/ 814392 h 2398711"/>
              <a:gd name="connsiteX40050" fmla="*/ 1642021 w 2119654"/>
              <a:gd name="connsiteY40050" fmla="*/ 843559 h 2398711"/>
              <a:gd name="connsiteX40051" fmla="*/ 1641628 w 2119654"/>
              <a:gd name="connsiteY40051" fmla="*/ 844524 h 2398711"/>
              <a:gd name="connsiteX40052" fmla="*/ 1640755 w 2119654"/>
              <a:gd name="connsiteY40052" fmla="*/ 846588 h 2398711"/>
              <a:gd name="connsiteX40053" fmla="*/ 1641573 w 2119654"/>
              <a:gd name="connsiteY40053" fmla="*/ 856989 h 2398711"/>
              <a:gd name="connsiteX40054" fmla="*/ 1642468 w 2119654"/>
              <a:gd name="connsiteY40054" fmla="*/ 847227 h 2398711"/>
              <a:gd name="connsiteX40055" fmla="*/ 1034475 w 2119654"/>
              <a:gd name="connsiteY40055" fmla="*/ 2203928 h 2398711"/>
              <a:gd name="connsiteX40056" fmla="*/ 1035763 w 2119654"/>
              <a:gd name="connsiteY40056" fmla="*/ 2203221 h 2398711"/>
              <a:gd name="connsiteX40057" fmla="*/ 1034749 w 2119654"/>
              <a:gd name="connsiteY40057" fmla="*/ 2203549 h 2398711"/>
              <a:gd name="connsiteX40058" fmla="*/ 1006202 w 2119654"/>
              <a:gd name="connsiteY40058" fmla="*/ 2267219 h 2398711"/>
              <a:gd name="connsiteX40059" fmla="*/ 1006890 w 2119654"/>
              <a:gd name="connsiteY40059" fmla="*/ 2268940 h 2398711"/>
              <a:gd name="connsiteX40060" fmla="*/ 1018724 w 2119654"/>
              <a:gd name="connsiteY40060" fmla="*/ 2257227 h 2398711"/>
              <a:gd name="connsiteX40061" fmla="*/ 1013518 w 2119654"/>
              <a:gd name="connsiteY40061" fmla="*/ 2257673 h 2398711"/>
              <a:gd name="connsiteX40062" fmla="*/ 1011743 w 2119654"/>
              <a:gd name="connsiteY40062" fmla="*/ 2260040 h 2398711"/>
              <a:gd name="connsiteX40063" fmla="*/ 1642394 w 2119654"/>
              <a:gd name="connsiteY40063" fmla="*/ 842643 h 2398711"/>
              <a:gd name="connsiteX40064" fmla="*/ 1642249 w 2119654"/>
              <a:gd name="connsiteY40064" fmla="*/ 842999 h 2398711"/>
              <a:gd name="connsiteX40065" fmla="*/ 1642611 w 2119654"/>
              <a:gd name="connsiteY40065" fmla="*/ 845672 h 2398711"/>
              <a:gd name="connsiteX40066" fmla="*/ 1642782 w 2119654"/>
              <a:gd name="connsiteY40066" fmla="*/ 843814 h 2398711"/>
              <a:gd name="connsiteX40067" fmla="*/ 1643034 w 2119654"/>
              <a:gd name="connsiteY40067" fmla="*/ 841071 h 2398711"/>
              <a:gd name="connsiteX40068" fmla="*/ 1642827 w 2119654"/>
              <a:gd name="connsiteY40068" fmla="*/ 841579 h 2398711"/>
              <a:gd name="connsiteX40069" fmla="*/ 1642953 w 2119654"/>
              <a:gd name="connsiteY40069" fmla="*/ 841957 h 2398711"/>
              <a:gd name="connsiteX40070" fmla="*/ 1661101 w 2119654"/>
              <a:gd name="connsiteY40070" fmla="*/ 800528 h 2398711"/>
              <a:gd name="connsiteX40071" fmla="*/ 1661016 w 2119654"/>
              <a:gd name="connsiteY40071" fmla="*/ 805826 h 2398711"/>
              <a:gd name="connsiteX40072" fmla="*/ 1660815 w 2119654"/>
              <a:gd name="connsiteY40072" fmla="*/ 812675 h 2398711"/>
              <a:gd name="connsiteX40073" fmla="*/ 1660945 w 2119654"/>
              <a:gd name="connsiteY40073" fmla="*/ 813070 h 2398711"/>
              <a:gd name="connsiteX40074" fmla="*/ 1662674 w 2119654"/>
              <a:gd name="connsiteY40074" fmla="*/ 819123 h 2398711"/>
              <a:gd name="connsiteX40075" fmla="*/ 1663725 w 2119654"/>
              <a:gd name="connsiteY40075" fmla="*/ 817100 h 2398711"/>
              <a:gd name="connsiteX40076" fmla="*/ 1662196 w 2119654"/>
              <a:gd name="connsiteY40076" fmla="*/ 807098 h 2398711"/>
              <a:gd name="connsiteX40077" fmla="*/ 1644907 w 2119654"/>
              <a:gd name="connsiteY40077" fmla="*/ 836468 h 2398711"/>
              <a:gd name="connsiteX40078" fmla="*/ 1643545 w 2119654"/>
              <a:gd name="connsiteY40078" fmla="*/ 839813 h 2398711"/>
              <a:gd name="connsiteX40079" fmla="*/ 1643262 w 2119654"/>
              <a:gd name="connsiteY40079" fmla="*/ 842892 h 2398711"/>
              <a:gd name="connsiteX40080" fmla="*/ 1644254 w 2119654"/>
              <a:gd name="connsiteY40080" fmla="*/ 845884 h 2398711"/>
              <a:gd name="connsiteX40081" fmla="*/ 1049704 w 2119654"/>
              <a:gd name="connsiteY40081" fmla="*/ 2169084 h 2398711"/>
              <a:gd name="connsiteX40082" fmla="*/ 1050556 w 2119654"/>
              <a:gd name="connsiteY40082" fmla="*/ 2171120 h 2398711"/>
              <a:gd name="connsiteX40083" fmla="*/ 1050949 w 2119654"/>
              <a:gd name="connsiteY40083" fmla="*/ 2171332 h 2398711"/>
              <a:gd name="connsiteX40084" fmla="*/ 1053503 w 2119654"/>
              <a:gd name="connsiteY40084" fmla="*/ 2172324 h 2398711"/>
              <a:gd name="connsiteX40085" fmla="*/ 1055330 w 2119654"/>
              <a:gd name="connsiteY40085" fmla="*/ 2171741 h 2398711"/>
              <a:gd name="connsiteX40086" fmla="*/ 1055425 w 2119654"/>
              <a:gd name="connsiteY40086" fmla="*/ 2171672 h 2398711"/>
              <a:gd name="connsiteX40087" fmla="*/ 1055070 w 2119654"/>
              <a:gd name="connsiteY40087" fmla="*/ 2171392 h 2398711"/>
              <a:gd name="connsiteX40088" fmla="*/ 1054555 w 2119654"/>
              <a:gd name="connsiteY40088" fmla="*/ 2171745 h 2398711"/>
              <a:gd name="connsiteX40089" fmla="*/ 1054292 w 2119654"/>
              <a:gd name="connsiteY40089" fmla="*/ 2171727 h 2398711"/>
              <a:gd name="connsiteX40090" fmla="*/ 1054935 w 2119654"/>
              <a:gd name="connsiteY40090" fmla="*/ 2171286 h 2398711"/>
              <a:gd name="connsiteX40091" fmla="*/ 1051153 w 2119654"/>
              <a:gd name="connsiteY40091" fmla="*/ 2168305 h 2398711"/>
              <a:gd name="connsiteX40092" fmla="*/ 1050396 w 2119654"/>
              <a:gd name="connsiteY40092" fmla="*/ 2168036 h 2398711"/>
              <a:gd name="connsiteX40093" fmla="*/ 1646206 w 2119654"/>
              <a:gd name="connsiteY40093" fmla="*/ 833274 h 2398711"/>
              <a:gd name="connsiteX40094" fmla="*/ 1646099 w 2119654"/>
              <a:gd name="connsiteY40094" fmla="*/ 833536 h 2398711"/>
              <a:gd name="connsiteX40095" fmla="*/ 1646054 w 2119654"/>
              <a:gd name="connsiteY40095" fmla="*/ 835083 h 2398711"/>
              <a:gd name="connsiteX40096" fmla="*/ 1645835 w 2119654"/>
              <a:gd name="connsiteY40096" fmla="*/ 850658 h 2398711"/>
              <a:gd name="connsiteX40097" fmla="*/ 1645888 w 2119654"/>
              <a:gd name="connsiteY40097" fmla="*/ 850818 h 2398711"/>
              <a:gd name="connsiteX40098" fmla="*/ 1646072 w 2119654"/>
              <a:gd name="connsiteY40098" fmla="*/ 850475 h 2398711"/>
              <a:gd name="connsiteX40099" fmla="*/ 1646264 w 2119654"/>
              <a:gd name="connsiteY40099" fmla="*/ 846219 h 2398711"/>
              <a:gd name="connsiteX40100" fmla="*/ 1646096 w 2119654"/>
              <a:gd name="connsiteY40100" fmla="*/ 845492 h 2398711"/>
              <a:gd name="connsiteX40101" fmla="*/ 1646289 w 2119654"/>
              <a:gd name="connsiteY40101" fmla="*/ 845648 h 2398711"/>
              <a:gd name="connsiteX40102" fmla="*/ 1646771 w 2119654"/>
              <a:gd name="connsiteY40102" fmla="*/ 834980 h 2398711"/>
              <a:gd name="connsiteX40103" fmla="*/ 1646683 w 2119654"/>
              <a:gd name="connsiteY40103" fmla="*/ 832103 h 2398711"/>
              <a:gd name="connsiteX40104" fmla="*/ 1646529 w 2119654"/>
              <a:gd name="connsiteY40104" fmla="*/ 832480 h 2398711"/>
              <a:gd name="connsiteX40105" fmla="*/ 1646841 w 2119654"/>
              <a:gd name="connsiteY40105" fmla="*/ 833423 h 2398711"/>
              <a:gd name="connsiteX40106" fmla="*/ 1646851 w 2119654"/>
              <a:gd name="connsiteY40106" fmla="*/ 833218 h 2398711"/>
              <a:gd name="connsiteX40107" fmla="*/ 1005138 w 2119654"/>
              <a:gd name="connsiteY40107" fmla="*/ 2268598 h 2398711"/>
              <a:gd name="connsiteX40108" fmla="*/ 1006420 w 2119654"/>
              <a:gd name="connsiteY40108" fmla="*/ 2269405 h 2398711"/>
              <a:gd name="connsiteX40109" fmla="*/ 1006749 w 2119654"/>
              <a:gd name="connsiteY40109" fmla="*/ 2269080 h 2398711"/>
              <a:gd name="connsiteX40110" fmla="*/ 1006073 w 2119654"/>
              <a:gd name="connsiteY40110" fmla="*/ 2267386 h 2398711"/>
              <a:gd name="connsiteX40111" fmla="*/ 1682256 w 2119654"/>
              <a:gd name="connsiteY40111" fmla="*/ 752369 h 2398711"/>
              <a:gd name="connsiteX40112" fmla="*/ 1681323 w 2119654"/>
              <a:gd name="connsiteY40112" fmla="*/ 759736 h 2398711"/>
              <a:gd name="connsiteX40113" fmla="*/ 1681812 w 2119654"/>
              <a:gd name="connsiteY40113" fmla="*/ 762837 h 2398711"/>
              <a:gd name="connsiteX40114" fmla="*/ 1682378 w 2119654"/>
              <a:gd name="connsiteY40114" fmla="*/ 759684 h 2398711"/>
              <a:gd name="connsiteX40115" fmla="*/ 1682580 w 2119654"/>
              <a:gd name="connsiteY40115" fmla="*/ 759992 h 2398711"/>
              <a:gd name="connsiteX40116" fmla="*/ 1681933 w 2119654"/>
              <a:gd name="connsiteY40116" fmla="*/ 763598 h 2398711"/>
              <a:gd name="connsiteX40117" fmla="*/ 1683151 w 2119654"/>
              <a:gd name="connsiteY40117" fmla="*/ 771326 h 2398711"/>
              <a:gd name="connsiteX40118" fmla="*/ 1683627 w 2119654"/>
              <a:gd name="connsiteY40118" fmla="*/ 758293 h 2398711"/>
              <a:gd name="connsiteX40119" fmla="*/ 1048933 w 2119654"/>
              <a:gd name="connsiteY40119" fmla="*/ 2170251 h 2398711"/>
              <a:gd name="connsiteX40120" fmla="*/ 1049996 w 2119654"/>
              <a:gd name="connsiteY40120" fmla="*/ 2170821 h 2398711"/>
              <a:gd name="connsiteX40121" fmla="*/ 1049438 w 2119654"/>
              <a:gd name="connsiteY40121" fmla="*/ 2169486 h 2398711"/>
              <a:gd name="connsiteX40122" fmla="*/ 1642066 w 2119654"/>
              <a:gd name="connsiteY40122" fmla="*/ 841653 h 2398711"/>
              <a:gd name="connsiteX40123" fmla="*/ 1642106 w 2119654"/>
              <a:gd name="connsiteY40123" fmla="*/ 841950 h 2398711"/>
              <a:gd name="connsiteX40124" fmla="*/ 1642138 w 2119654"/>
              <a:gd name="connsiteY40124" fmla="*/ 841873 h 2398711"/>
              <a:gd name="connsiteX40125" fmla="*/ 1650442 w 2119654"/>
              <a:gd name="connsiteY40125" fmla="*/ 822863 h 2398711"/>
              <a:gd name="connsiteX40126" fmla="*/ 1647979 w 2119654"/>
              <a:gd name="connsiteY40126" fmla="*/ 828915 h 2398711"/>
              <a:gd name="connsiteX40127" fmla="*/ 1648865 w 2119654"/>
              <a:gd name="connsiteY40127" fmla="*/ 836479 h 2398711"/>
              <a:gd name="connsiteX40128" fmla="*/ 1032016 w 2119654"/>
              <a:gd name="connsiteY40128" fmla="*/ 2207322 h 2398711"/>
              <a:gd name="connsiteX40129" fmla="*/ 1032969 w 2119654"/>
              <a:gd name="connsiteY40129" fmla="*/ 2207375 h 2398711"/>
              <a:gd name="connsiteX40130" fmla="*/ 1039942 w 2119654"/>
              <a:gd name="connsiteY40130" fmla="*/ 2204101 h 2398711"/>
              <a:gd name="connsiteX40131" fmla="*/ 1038722 w 2119654"/>
              <a:gd name="connsiteY40131" fmla="*/ 2203075 h 2398711"/>
              <a:gd name="connsiteX40132" fmla="*/ 1032700 w 2119654"/>
              <a:gd name="connsiteY40132" fmla="*/ 2206379 h 2398711"/>
              <a:gd name="connsiteX40133" fmla="*/ 1651943 w 2119654"/>
              <a:gd name="connsiteY40133" fmla="*/ 819173 h 2398711"/>
              <a:gd name="connsiteX40134" fmla="*/ 1651386 w 2119654"/>
              <a:gd name="connsiteY40134" fmla="*/ 820543 h 2398711"/>
              <a:gd name="connsiteX40135" fmla="*/ 1649204 w 2119654"/>
              <a:gd name="connsiteY40135" fmla="*/ 839377 h 2398711"/>
              <a:gd name="connsiteX40136" fmla="*/ 1649298 w 2119654"/>
              <a:gd name="connsiteY40136" fmla="*/ 840180 h 2398711"/>
              <a:gd name="connsiteX40137" fmla="*/ 1651913 w 2119654"/>
              <a:gd name="connsiteY40137" fmla="*/ 823853 h 2398711"/>
              <a:gd name="connsiteX40138" fmla="*/ 1652247 w 2119654"/>
              <a:gd name="connsiteY40138" fmla="*/ 821567 h 2398711"/>
              <a:gd name="connsiteX40139" fmla="*/ 1652962 w 2119654"/>
              <a:gd name="connsiteY40139" fmla="*/ 816668 h 2398711"/>
              <a:gd name="connsiteX40140" fmla="*/ 1652578 w 2119654"/>
              <a:gd name="connsiteY40140" fmla="*/ 817612 h 2398711"/>
              <a:gd name="connsiteX40141" fmla="*/ 1652693 w 2119654"/>
              <a:gd name="connsiteY40141" fmla="*/ 818513 h 2398711"/>
              <a:gd name="connsiteX40142" fmla="*/ 1654015 w 2119654"/>
              <a:gd name="connsiteY40142" fmla="*/ 814082 h 2398711"/>
              <a:gd name="connsiteX40143" fmla="*/ 1653454 w 2119654"/>
              <a:gd name="connsiteY40143" fmla="*/ 815459 h 2398711"/>
              <a:gd name="connsiteX40144" fmla="*/ 1652840 w 2119654"/>
              <a:gd name="connsiteY40144" fmla="*/ 819669 h 2398711"/>
              <a:gd name="connsiteX40145" fmla="*/ 1653214 w 2119654"/>
              <a:gd name="connsiteY40145" fmla="*/ 822621 h 2398711"/>
              <a:gd name="connsiteX40146" fmla="*/ 1628481 w 2119654"/>
              <a:gd name="connsiteY40146" fmla="*/ 871086 h 2398711"/>
              <a:gd name="connsiteX40147" fmla="*/ 1626335 w 2119654"/>
              <a:gd name="connsiteY40147" fmla="*/ 877377 h 2398711"/>
              <a:gd name="connsiteX40148" fmla="*/ 1626645 w 2119654"/>
              <a:gd name="connsiteY40148" fmla="*/ 878497 h 2398711"/>
              <a:gd name="connsiteX40149" fmla="*/ 1628652 w 2119654"/>
              <a:gd name="connsiteY40149" fmla="*/ 873754 h 2398711"/>
              <a:gd name="connsiteX40150" fmla="*/ 1630536 w 2119654"/>
              <a:gd name="connsiteY40150" fmla="*/ 866428 h 2398711"/>
              <a:gd name="connsiteX40151" fmla="*/ 1630329 w 2119654"/>
              <a:gd name="connsiteY40151" fmla="*/ 868627 h 2398711"/>
              <a:gd name="connsiteX40152" fmla="*/ 1630732 w 2119654"/>
              <a:gd name="connsiteY40152" fmla="*/ 867210 h 2398711"/>
              <a:gd name="connsiteX40153" fmla="*/ 1002884 w 2119654"/>
              <a:gd name="connsiteY40153" fmla="*/ 2271519 h 2398711"/>
              <a:gd name="connsiteX40154" fmla="*/ 1003603 w 2119654"/>
              <a:gd name="connsiteY40154" fmla="*/ 2272193 h 2398711"/>
              <a:gd name="connsiteX40155" fmla="*/ 1006121 w 2119654"/>
              <a:gd name="connsiteY40155" fmla="*/ 2269700 h 2398711"/>
              <a:gd name="connsiteX40156" fmla="*/ 1004874 w 2119654"/>
              <a:gd name="connsiteY40156" fmla="*/ 2268939 h 2398711"/>
              <a:gd name="connsiteX40157" fmla="*/ 1656820 w 2119654"/>
              <a:gd name="connsiteY40157" fmla="*/ 807187 h 2398711"/>
              <a:gd name="connsiteX40158" fmla="*/ 1655675 w 2119654"/>
              <a:gd name="connsiteY40158" fmla="*/ 810000 h 2398711"/>
              <a:gd name="connsiteX40159" fmla="*/ 1655115 w 2119654"/>
              <a:gd name="connsiteY40159" fmla="*/ 815989 h 2398711"/>
              <a:gd name="connsiteX40160" fmla="*/ 1027548 w 2119654"/>
              <a:gd name="connsiteY40160" fmla="*/ 2216213 h 2398711"/>
              <a:gd name="connsiteX40161" fmla="*/ 1029771 w 2119654"/>
              <a:gd name="connsiteY40161" fmla="*/ 2218409 h 2398711"/>
              <a:gd name="connsiteX40162" fmla="*/ 1030658 w 2119654"/>
              <a:gd name="connsiteY40162" fmla="*/ 2219202 h 2398711"/>
              <a:gd name="connsiteX40163" fmla="*/ 1032427 w 2119654"/>
              <a:gd name="connsiteY40163" fmla="*/ 2218914 h 2398711"/>
              <a:gd name="connsiteX40164" fmla="*/ 1034065 w 2119654"/>
              <a:gd name="connsiteY40164" fmla="*/ 2217319 h 2398711"/>
              <a:gd name="connsiteX40165" fmla="*/ 1694067 w 2119654"/>
              <a:gd name="connsiteY40165" fmla="*/ 723742 h 2398711"/>
              <a:gd name="connsiteX40166" fmla="*/ 1692089 w 2119654"/>
              <a:gd name="connsiteY40166" fmla="*/ 746811 h 2398711"/>
              <a:gd name="connsiteX40167" fmla="*/ 1698570 w 2119654"/>
              <a:gd name="connsiteY40167" fmla="*/ 798894 h 2398711"/>
              <a:gd name="connsiteX40168" fmla="*/ 1700285 w 2119654"/>
              <a:gd name="connsiteY40168" fmla="*/ 793965 h 2398711"/>
              <a:gd name="connsiteX40169" fmla="*/ 1695039 w 2119654"/>
              <a:gd name="connsiteY40169" fmla="*/ 731546 h 2398711"/>
              <a:gd name="connsiteX40170" fmla="*/ 1659322 w 2119654"/>
              <a:gd name="connsiteY40170" fmla="*/ 801037 h 2398711"/>
              <a:gd name="connsiteX40171" fmla="*/ 1658287 w 2119654"/>
              <a:gd name="connsiteY40171" fmla="*/ 803580 h 2398711"/>
              <a:gd name="connsiteX40172" fmla="*/ 1658114 w 2119654"/>
              <a:gd name="connsiteY40172" fmla="*/ 804471 h 2398711"/>
              <a:gd name="connsiteX40173" fmla="*/ 1658633 w 2119654"/>
              <a:gd name="connsiteY40173" fmla="*/ 806048 h 2398711"/>
              <a:gd name="connsiteX40174" fmla="*/ 1658739 w 2119654"/>
              <a:gd name="connsiteY40174" fmla="*/ 805436 h 2398711"/>
              <a:gd name="connsiteX40175" fmla="*/ 1015297 w 2119654"/>
              <a:gd name="connsiteY40175" fmla="*/ 2242931 h 2398711"/>
              <a:gd name="connsiteX40176" fmla="*/ 1018335 w 2119654"/>
              <a:gd name="connsiteY40176" fmla="*/ 2242846 h 2398711"/>
              <a:gd name="connsiteX40177" fmla="*/ 1018006 w 2119654"/>
              <a:gd name="connsiteY40177" fmla="*/ 2242517 h 2398711"/>
              <a:gd name="connsiteX40178" fmla="*/ 1016976 w 2119654"/>
              <a:gd name="connsiteY40178" fmla="*/ 2242100 h 2398711"/>
              <a:gd name="connsiteX40179" fmla="*/ 1630338 w 2119654"/>
              <a:gd name="connsiteY40179" fmla="*/ 865645 h 2398711"/>
              <a:gd name="connsiteX40180" fmla="*/ 1628674 w 2119654"/>
              <a:gd name="connsiteY40180" fmla="*/ 870521 h 2398711"/>
              <a:gd name="connsiteX40181" fmla="*/ 1628852 w 2119654"/>
              <a:gd name="connsiteY40181" fmla="*/ 873284 h 2398711"/>
              <a:gd name="connsiteX40182" fmla="*/ 1629328 w 2119654"/>
              <a:gd name="connsiteY40182" fmla="*/ 872158 h 2398711"/>
              <a:gd name="connsiteX40183" fmla="*/ 1630054 w 2119654"/>
              <a:gd name="connsiteY40183" fmla="*/ 869597 h 2398711"/>
              <a:gd name="connsiteX40184" fmla="*/ 1630436 w 2119654"/>
              <a:gd name="connsiteY40184" fmla="*/ 866033 h 2398711"/>
              <a:gd name="connsiteX40185" fmla="*/ 1651735 w 2119654"/>
              <a:gd name="connsiteY40185" fmla="*/ 817529 h 2398711"/>
              <a:gd name="connsiteX40186" fmla="*/ 1651494 w 2119654"/>
              <a:gd name="connsiteY40186" fmla="*/ 819605 h 2398711"/>
              <a:gd name="connsiteX40187" fmla="*/ 1651878 w 2119654"/>
              <a:gd name="connsiteY40187" fmla="*/ 818661 h 2398711"/>
              <a:gd name="connsiteX40188" fmla="*/ 1653955 w 2119654"/>
              <a:gd name="connsiteY40188" fmla="*/ 812028 h 2398711"/>
              <a:gd name="connsiteX40189" fmla="*/ 1653607 w 2119654"/>
              <a:gd name="connsiteY40189" fmla="*/ 814412 h 2398711"/>
              <a:gd name="connsiteX40190" fmla="*/ 1654096 w 2119654"/>
              <a:gd name="connsiteY40190" fmla="*/ 813210 h 2398711"/>
              <a:gd name="connsiteX40191" fmla="*/ 1654107 w 2119654"/>
              <a:gd name="connsiteY40191" fmla="*/ 813095 h 2398711"/>
              <a:gd name="connsiteX40192" fmla="*/ 1646229 w 2119654"/>
              <a:gd name="connsiteY40192" fmla="*/ 829105 h 2398711"/>
              <a:gd name="connsiteX40193" fmla="*/ 1646162 w 2119654"/>
              <a:gd name="connsiteY40193" fmla="*/ 831375 h 2398711"/>
              <a:gd name="connsiteX40194" fmla="*/ 1646346 w 2119654"/>
              <a:gd name="connsiteY40194" fmla="*/ 831928 h 2398711"/>
              <a:gd name="connsiteX40195" fmla="*/ 1646574 w 2119654"/>
              <a:gd name="connsiteY40195" fmla="*/ 831388 h 2398711"/>
              <a:gd name="connsiteX40196" fmla="*/ 999401 w 2119654"/>
              <a:gd name="connsiteY40196" fmla="*/ 2276635 h 2398711"/>
              <a:gd name="connsiteX40197" fmla="*/ 1002124 w 2119654"/>
              <a:gd name="connsiteY40197" fmla="*/ 2281341 h 2398711"/>
              <a:gd name="connsiteX40198" fmla="*/ 1008973 w 2119654"/>
              <a:gd name="connsiteY40198" fmla="*/ 2292812 h 2398711"/>
              <a:gd name="connsiteX40199" fmla="*/ 1030503 w 2119654"/>
              <a:gd name="connsiteY40199" fmla="*/ 2284586 h 2398711"/>
              <a:gd name="connsiteX40200" fmla="*/ 1007538 w 2119654"/>
              <a:gd name="connsiteY40200" fmla="*/ 2270565 h 2398711"/>
              <a:gd name="connsiteX40201" fmla="*/ 1009198 w 2119654"/>
              <a:gd name="connsiteY40201" fmla="*/ 2274726 h 2398711"/>
              <a:gd name="connsiteX40202" fmla="*/ 1008959 w 2119654"/>
              <a:gd name="connsiteY40202" fmla="*/ 2274616 h 2398711"/>
              <a:gd name="connsiteX40203" fmla="*/ 1007279 w 2119654"/>
              <a:gd name="connsiteY40203" fmla="*/ 2270407 h 2398711"/>
              <a:gd name="connsiteX40204" fmla="*/ 1006417 w 2119654"/>
              <a:gd name="connsiteY40204" fmla="*/ 2269881 h 2398711"/>
              <a:gd name="connsiteX40205" fmla="*/ 1003812 w 2119654"/>
              <a:gd name="connsiteY40205" fmla="*/ 2272389 h 2398711"/>
              <a:gd name="connsiteX40206" fmla="*/ 1007233 w 2119654"/>
              <a:gd name="connsiteY40206" fmla="*/ 2275595 h 2398711"/>
              <a:gd name="connsiteX40207" fmla="*/ 1015885 w 2119654"/>
              <a:gd name="connsiteY40207" fmla="*/ 2283183 h 2398711"/>
              <a:gd name="connsiteX40208" fmla="*/ 1015718 w 2119654"/>
              <a:gd name="connsiteY40208" fmla="*/ 2283174 h 2398711"/>
              <a:gd name="connsiteX40209" fmla="*/ 1003626 w 2119654"/>
              <a:gd name="connsiteY40209" fmla="*/ 2272568 h 2398711"/>
              <a:gd name="connsiteX40210" fmla="*/ 1660348 w 2119654"/>
              <a:gd name="connsiteY40210" fmla="*/ 796017 h 2398711"/>
              <a:gd name="connsiteX40211" fmla="*/ 1659988 w 2119654"/>
              <a:gd name="connsiteY40211" fmla="*/ 798728 h 2398711"/>
              <a:gd name="connsiteX40212" fmla="*/ 1660194 w 2119654"/>
              <a:gd name="connsiteY40212" fmla="*/ 798224 h 2398711"/>
              <a:gd name="connsiteX40213" fmla="*/ 1660327 w 2119654"/>
              <a:gd name="connsiteY40213" fmla="*/ 798568 h 2398711"/>
              <a:gd name="connsiteX40214" fmla="*/ 1659856 w 2119654"/>
              <a:gd name="connsiteY40214" fmla="*/ 799725 h 2398711"/>
              <a:gd name="connsiteX40215" fmla="*/ 1658908 w 2119654"/>
              <a:gd name="connsiteY40215" fmla="*/ 806882 h 2398711"/>
              <a:gd name="connsiteX40216" fmla="*/ 1660518 w 2119654"/>
              <a:gd name="connsiteY40216" fmla="*/ 811771 h 2398711"/>
              <a:gd name="connsiteX40217" fmla="*/ 1660885 w 2119654"/>
              <a:gd name="connsiteY40217" fmla="*/ 799239 h 2398711"/>
              <a:gd name="connsiteX40218" fmla="*/ 999202 w 2119654"/>
              <a:gd name="connsiteY40218" fmla="*/ 2276289 h 2398711"/>
              <a:gd name="connsiteX40219" fmla="*/ 999297 w 2119654"/>
              <a:gd name="connsiteY40219" fmla="*/ 2276455 h 2398711"/>
              <a:gd name="connsiteX40220" fmla="*/ 1003413 w 2119654"/>
              <a:gd name="connsiteY40220" fmla="*/ 2272382 h 2398711"/>
              <a:gd name="connsiteX40221" fmla="*/ 1002700 w 2119654"/>
              <a:gd name="connsiteY40221" fmla="*/ 2271756 h 2398711"/>
              <a:gd name="connsiteX40222" fmla="*/ 1656202 w 2119654"/>
              <a:gd name="connsiteY40222" fmla="*/ 804383 h 2398711"/>
              <a:gd name="connsiteX40223" fmla="*/ 1655758 w 2119654"/>
              <a:gd name="connsiteY40223" fmla="*/ 809126 h 2398711"/>
              <a:gd name="connsiteX40224" fmla="*/ 1656815 w 2119654"/>
              <a:gd name="connsiteY40224" fmla="*/ 806528 h 2398711"/>
              <a:gd name="connsiteX40225" fmla="*/ 998350 w 2119654"/>
              <a:gd name="connsiteY40225" fmla="*/ 2277392 h 2398711"/>
              <a:gd name="connsiteX40226" fmla="*/ 999075 w 2119654"/>
              <a:gd name="connsiteY40226" fmla="*/ 2276675 h 2398711"/>
              <a:gd name="connsiteX40227" fmla="*/ 999000 w 2119654"/>
              <a:gd name="connsiteY40227" fmla="*/ 2276550 h 2398711"/>
              <a:gd name="connsiteX40228" fmla="*/ 1679496 w 2119654"/>
              <a:gd name="connsiteY40228" fmla="*/ 752087 h 2398711"/>
              <a:gd name="connsiteX40229" fmla="*/ 1679444 w 2119654"/>
              <a:gd name="connsiteY40229" fmla="*/ 753529 h 2398711"/>
              <a:gd name="connsiteX40230" fmla="*/ 1679575 w 2119654"/>
              <a:gd name="connsiteY40230" fmla="*/ 752582 h 2398711"/>
              <a:gd name="connsiteX40231" fmla="*/ 1024613 w 2119654"/>
              <a:gd name="connsiteY40231" fmla="*/ 2218132 h 2398711"/>
              <a:gd name="connsiteX40232" fmla="*/ 1026482 w 2119654"/>
              <a:gd name="connsiteY40232" fmla="*/ 2216727 h 2398711"/>
              <a:gd name="connsiteX40233" fmla="*/ 1025909 w 2119654"/>
              <a:gd name="connsiteY40233" fmla="*/ 2216216 h 2398711"/>
              <a:gd name="connsiteX40234" fmla="*/ 1654659 w 2119654"/>
              <a:gd name="connsiteY40234" fmla="*/ 807208 h 2398711"/>
              <a:gd name="connsiteX40235" fmla="*/ 1654126 w 2119654"/>
              <a:gd name="connsiteY40235" fmla="*/ 810856 h 2398711"/>
              <a:gd name="connsiteX40236" fmla="*/ 1654241 w 2119654"/>
              <a:gd name="connsiteY40236" fmla="*/ 811664 h 2398711"/>
              <a:gd name="connsiteX40237" fmla="*/ 1661228 w 2119654"/>
              <a:gd name="connsiteY40237" fmla="*/ 792429 h 2398711"/>
              <a:gd name="connsiteX40238" fmla="*/ 1661118 w 2119654"/>
              <a:gd name="connsiteY40238" fmla="*/ 799432 h 2398711"/>
              <a:gd name="connsiteX40239" fmla="*/ 1663719 w 2119654"/>
              <a:gd name="connsiteY40239" fmla="*/ 815029 h 2398711"/>
              <a:gd name="connsiteX40240" fmla="*/ 1689404 w 2119654"/>
              <a:gd name="connsiteY40240" fmla="*/ 729243 h 2398711"/>
              <a:gd name="connsiteX40241" fmla="*/ 1688088 w 2119654"/>
              <a:gd name="connsiteY40241" fmla="*/ 747602 h 2398711"/>
              <a:gd name="connsiteX40242" fmla="*/ 1686419 w 2119654"/>
              <a:gd name="connsiteY40242" fmla="*/ 767199 h 2398711"/>
              <a:gd name="connsiteX40243" fmla="*/ 1686432 w 2119654"/>
              <a:gd name="connsiteY40243" fmla="*/ 767249 h 2398711"/>
              <a:gd name="connsiteX40244" fmla="*/ 1687835 w 2119654"/>
              <a:gd name="connsiteY40244" fmla="*/ 773312 h 2398711"/>
              <a:gd name="connsiteX40245" fmla="*/ 1690601 w 2119654"/>
              <a:gd name="connsiteY40245" fmla="*/ 753287 h 2398711"/>
              <a:gd name="connsiteX40246" fmla="*/ 1691343 w 2119654"/>
              <a:gd name="connsiteY40246" fmla="*/ 744829 h 2398711"/>
              <a:gd name="connsiteX40247" fmla="*/ 1024167 w 2119654"/>
              <a:gd name="connsiteY40247" fmla="*/ 2218792 h 2398711"/>
              <a:gd name="connsiteX40248" fmla="*/ 1026598 w 2119654"/>
              <a:gd name="connsiteY40248" fmla="*/ 2219861 h 2398711"/>
              <a:gd name="connsiteX40249" fmla="*/ 1029478 w 2119654"/>
              <a:gd name="connsiteY40249" fmla="*/ 2219393 h 2398711"/>
              <a:gd name="connsiteX40250" fmla="*/ 1026644 w 2119654"/>
              <a:gd name="connsiteY40250" fmla="*/ 2216870 h 2398711"/>
              <a:gd name="connsiteX40251" fmla="*/ 1024247 w 2119654"/>
              <a:gd name="connsiteY40251" fmla="*/ 2218674 h 2398711"/>
              <a:gd name="connsiteX40252" fmla="*/ 1023737 w 2119654"/>
              <a:gd name="connsiteY40252" fmla="*/ 2219427 h 2398711"/>
              <a:gd name="connsiteX40253" fmla="*/ 1024253 w 2119654"/>
              <a:gd name="connsiteY40253" fmla="*/ 2220242 h 2398711"/>
              <a:gd name="connsiteX40254" fmla="*/ 1025632 w 2119654"/>
              <a:gd name="connsiteY40254" fmla="*/ 2220018 h 2398711"/>
              <a:gd name="connsiteX40255" fmla="*/ 1023864 w 2119654"/>
              <a:gd name="connsiteY40255" fmla="*/ 2219240 h 2398711"/>
              <a:gd name="connsiteX40256" fmla="*/ 1646342 w 2119654"/>
              <a:gd name="connsiteY40256" fmla="*/ 825272 h 2398711"/>
              <a:gd name="connsiteX40257" fmla="*/ 1646310 w 2119654"/>
              <a:gd name="connsiteY40257" fmla="*/ 826370 h 2398711"/>
              <a:gd name="connsiteX40258" fmla="*/ 1646938 w 2119654"/>
              <a:gd name="connsiteY40258" fmla="*/ 830530 h 2398711"/>
              <a:gd name="connsiteX40259" fmla="*/ 1646953 w 2119654"/>
              <a:gd name="connsiteY40259" fmla="*/ 830493 h 2398711"/>
              <a:gd name="connsiteX40260" fmla="*/ 1660073 w 2119654"/>
              <a:gd name="connsiteY40260" fmla="*/ 794368 h 2398711"/>
              <a:gd name="connsiteX40261" fmla="*/ 1658536 w 2119654"/>
              <a:gd name="connsiteY40261" fmla="*/ 802298 h 2398711"/>
              <a:gd name="connsiteX40262" fmla="*/ 1659454 w 2119654"/>
              <a:gd name="connsiteY40262" fmla="*/ 800041 h 2398711"/>
              <a:gd name="connsiteX40263" fmla="*/ 1660147 w 2119654"/>
              <a:gd name="connsiteY40263" fmla="*/ 794813 h 2398711"/>
              <a:gd name="connsiteX40264" fmla="*/ 1023054 w 2119654"/>
              <a:gd name="connsiteY40264" fmla="*/ 2220437 h 2398711"/>
              <a:gd name="connsiteX40265" fmla="*/ 1024076 w 2119654"/>
              <a:gd name="connsiteY40265" fmla="*/ 2220271 h 2398711"/>
              <a:gd name="connsiteX40266" fmla="*/ 1023636 w 2119654"/>
              <a:gd name="connsiteY40266" fmla="*/ 2219576 h 2398711"/>
              <a:gd name="connsiteX40267" fmla="*/ 1644592 w 2119654"/>
              <a:gd name="connsiteY40267" fmla="*/ 828403 h 2398711"/>
              <a:gd name="connsiteX40268" fmla="*/ 1643693 w 2119654"/>
              <a:gd name="connsiteY40268" fmla="*/ 838200 h 2398711"/>
              <a:gd name="connsiteX40269" fmla="*/ 1645001 w 2119654"/>
              <a:gd name="connsiteY40269" fmla="*/ 835107 h 2398711"/>
              <a:gd name="connsiteX40270" fmla="*/ 1645315 w 2119654"/>
              <a:gd name="connsiteY40270" fmla="*/ 830583 h 2398711"/>
              <a:gd name="connsiteX40271" fmla="*/ 1022365 w 2119654"/>
              <a:gd name="connsiteY40271" fmla="*/ 2221387 h 2398711"/>
              <a:gd name="connsiteX40272" fmla="*/ 1025983 w 2119654"/>
              <a:gd name="connsiteY40272" fmla="*/ 2225194 h 2398711"/>
              <a:gd name="connsiteX40273" fmla="*/ 1029533 w 2119654"/>
              <a:gd name="connsiteY40273" fmla="*/ 2221735 h 2398711"/>
              <a:gd name="connsiteX40274" fmla="*/ 1027680 w 2119654"/>
              <a:gd name="connsiteY40274" fmla="*/ 2220919 h 2398711"/>
              <a:gd name="connsiteX40275" fmla="*/ 1024840 w 2119654"/>
              <a:gd name="connsiteY40275" fmla="*/ 2221169 h 2398711"/>
              <a:gd name="connsiteX40276" fmla="*/ 1026198 w 2119654"/>
              <a:gd name="connsiteY40276" fmla="*/ 2223316 h 2398711"/>
              <a:gd name="connsiteX40277" fmla="*/ 1025966 w 2119654"/>
              <a:gd name="connsiteY40277" fmla="*/ 2223256 h 2398711"/>
              <a:gd name="connsiteX40278" fmla="*/ 1024656 w 2119654"/>
              <a:gd name="connsiteY40278" fmla="*/ 2221185 h 2398711"/>
              <a:gd name="connsiteX40279" fmla="*/ 1660494 w 2119654"/>
              <a:gd name="connsiteY40279" fmla="*/ 792195 h 2398711"/>
              <a:gd name="connsiteX40280" fmla="*/ 1660180 w 2119654"/>
              <a:gd name="connsiteY40280" fmla="*/ 793813 h 2398711"/>
              <a:gd name="connsiteX40281" fmla="*/ 1660235 w 2119654"/>
              <a:gd name="connsiteY40281" fmla="*/ 794144 h 2398711"/>
              <a:gd name="connsiteX40282" fmla="*/ 1661044 w 2119654"/>
              <a:gd name="connsiteY40282" fmla="*/ 790759 h 2398711"/>
              <a:gd name="connsiteX40283" fmla="*/ 1660436 w 2119654"/>
              <a:gd name="connsiteY40283" fmla="*/ 795348 h 2398711"/>
              <a:gd name="connsiteX40284" fmla="*/ 1660916 w 2119654"/>
              <a:gd name="connsiteY40284" fmla="*/ 798218 h 2398711"/>
              <a:gd name="connsiteX40285" fmla="*/ 1661081 w 2119654"/>
              <a:gd name="connsiteY40285" fmla="*/ 792553 h 2398711"/>
              <a:gd name="connsiteX40286" fmla="*/ 1661102 w 2119654"/>
              <a:gd name="connsiteY40286" fmla="*/ 791276 h 2398711"/>
              <a:gd name="connsiteX40287" fmla="*/ 1656646 w 2119654"/>
              <a:gd name="connsiteY40287" fmla="*/ 799650 h 2398711"/>
              <a:gd name="connsiteX40288" fmla="*/ 1656620 w 2119654"/>
              <a:gd name="connsiteY40288" fmla="*/ 799932 h 2398711"/>
              <a:gd name="connsiteX40289" fmla="*/ 1656661 w 2119654"/>
              <a:gd name="connsiteY40289" fmla="*/ 800059 h 2398711"/>
              <a:gd name="connsiteX40290" fmla="*/ 993951 w 2119654"/>
              <a:gd name="connsiteY40290" fmla="*/ 2283093 h 2398711"/>
              <a:gd name="connsiteX40291" fmla="*/ 1004779 w 2119654"/>
              <a:gd name="connsiteY40291" fmla="*/ 2297046 h 2398711"/>
              <a:gd name="connsiteX40292" fmla="*/ 1006119 w 2119654"/>
              <a:gd name="connsiteY40292" fmla="*/ 2298725 h 2398711"/>
              <a:gd name="connsiteX40293" fmla="*/ 1010992 w 2119654"/>
              <a:gd name="connsiteY40293" fmla="*/ 2296634 h 2398711"/>
              <a:gd name="connsiteX40294" fmla="*/ 1008875 w 2119654"/>
              <a:gd name="connsiteY40294" fmla="*/ 2293089 h 2398711"/>
              <a:gd name="connsiteX40295" fmla="*/ 1007970 w 2119654"/>
              <a:gd name="connsiteY40295" fmla="*/ 2293435 h 2398711"/>
              <a:gd name="connsiteX40296" fmla="*/ 1007624 w 2119654"/>
              <a:gd name="connsiteY40296" fmla="*/ 2293328 h 2398711"/>
              <a:gd name="connsiteX40297" fmla="*/ 1008758 w 2119654"/>
              <a:gd name="connsiteY40297" fmla="*/ 2292894 h 2398711"/>
              <a:gd name="connsiteX40298" fmla="*/ 999179 w 2119654"/>
              <a:gd name="connsiteY40298" fmla="*/ 2276849 h 2398711"/>
              <a:gd name="connsiteX40299" fmla="*/ 997590 w 2119654"/>
              <a:gd name="connsiteY40299" fmla="*/ 2278380 h 2398711"/>
              <a:gd name="connsiteX40300" fmla="*/ 1640161 w 2119654"/>
              <a:gd name="connsiteY40300" fmla="*/ 835904 h 2398711"/>
              <a:gd name="connsiteX40301" fmla="*/ 1639971 w 2119654"/>
              <a:gd name="connsiteY40301" fmla="*/ 836609 h 2398711"/>
              <a:gd name="connsiteX40302" fmla="*/ 1640659 w 2119654"/>
              <a:gd name="connsiteY40302" fmla="*/ 845370 h 2398711"/>
              <a:gd name="connsiteX40303" fmla="*/ 1641887 w 2119654"/>
              <a:gd name="connsiteY40303" fmla="*/ 842468 h 2398711"/>
              <a:gd name="connsiteX40304" fmla="*/ 1641713 w 2119654"/>
              <a:gd name="connsiteY40304" fmla="*/ 841044 h 2398711"/>
              <a:gd name="connsiteX40305" fmla="*/ 1641610 w 2119654"/>
              <a:gd name="connsiteY40305" fmla="*/ 840276 h 2398711"/>
              <a:gd name="connsiteX40306" fmla="*/ 1684175 w 2119654"/>
              <a:gd name="connsiteY40306" fmla="*/ 737224 h 2398711"/>
              <a:gd name="connsiteX40307" fmla="*/ 1682433 w 2119654"/>
              <a:gd name="connsiteY40307" fmla="*/ 750970 h 2398711"/>
              <a:gd name="connsiteX40308" fmla="*/ 1683705 w 2119654"/>
              <a:gd name="connsiteY40308" fmla="*/ 756152 h 2398711"/>
              <a:gd name="connsiteX40309" fmla="*/ 1684286 w 2119654"/>
              <a:gd name="connsiteY40309" fmla="*/ 740244 h 2398711"/>
              <a:gd name="connsiteX40310" fmla="*/ 1640730 w 2119654"/>
              <a:gd name="connsiteY40310" fmla="*/ 833792 h 2398711"/>
              <a:gd name="connsiteX40311" fmla="*/ 1640514 w 2119654"/>
              <a:gd name="connsiteY40311" fmla="*/ 834595 h 2398711"/>
              <a:gd name="connsiteX40312" fmla="*/ 1641064 w 2119654"/>
              <a:gd name="connsiteY40312" fmla="*/ 836259 h 2398711"/>
              <a:gd name="connsiteX40313" fmla="*/ 1653082 w 2119654"/>
              <a:gd name="connsiteY40313" fmla="*/ 805897 h 2398711"/>
              <a:gd name="connsiteX40314" fmla="*/ 1652132 w 2119654"/>
              <a:gd name="connsiteY40314" fmla="*/ 814093 h 2398711"/>
              <a:gd name="connsiteX40315" fmla="*/ 1652514 w 2119654"/>
              <a:gd name="connsiteY40315" fmla="*/ 817099 h 2398711"/>
              <a:gd name="connsiteX40316" fmla="*/ 1653116 w 2119654"/>
              <a:gd name="connsiteY40316" fmla="*/ 815621 h 2398711"/>
              <a:gd name="connsiteX40317" fmla="*/ 1653800 w 2119654"/>
              <a:gd name="connsiteY40317" fmla="*/ 810934 h 2398711"/>
              <a:gd name="connsiteX40318" fmla="*/ 1639840 w 2119654"/>
              <a:gd name="connsiteY40318" fmla="*/ 834934 h 2398711"/>
              <a:gd name="connsiteX40319" fmla="*/ 1639851 w 2119654"/>
              <a:gd name="connsiteY40319" fmla="*/ 835072 h 2398711"/>
              <a:gd name="connsiteX40320" fmla="*/ 1639867 w 2119654"/>
              <a:gd name="connsiteY40320" fmla="*/ 835016 h 2398711"/>
              <a:gd name="connsiteX40321" fmla="*/ 993414 w 2119654"/>
              <a:gd name="connsiteY40321" fmla="*/ 2282400 h 2398711"/>
              <a:gd name="connsiteX40322" fmla="*/ 993853 w 2119654"/>
              <a:gd name="connsiteY40322" fmla="*/ 2282967 h 2398711"/>
              <a:gd name="connsiteX40323" fmla="*/ 996824 w 2119654"/>
              <a:gd name="connsiteY40323" fmla="*/ 2279117 h 2398711"/>
              <a:gd name="connsiteX40324" fmla="*/ 1018465 w 2119654"/>
              <a:gd name="connsiteY40324" fmla="*/ 2226026 h 2398711"/>
              <a:gd name="connsiteX40325" fmla="*/ 1019965 w 2119654"/>
              <a:gd name="connsiteY40325" fmla="*/ 2226972 h 2398711"/>
              <a:gd name="connsiteX40326" fmla="*/ 1023349 w 2119654"/>
              <a:gd name="connsiteY40326" fmla="*/ 2227181 h 2398711"/>
              <a:gd name="connsiteX40327" fmla="*/ 1024745 w 2119654"/>
              <a:gd name="connsiteY40327" fmla="*/ 2226400 h 2398711"/>
              <a:gd name="connsiteX40328" fmla="*/ 1025624 w 2119654"/>
              <a:gd name="connsiteY40328" fmla="*/ 2225544 h 2398711"/>
              <a:gd name="connsiteX40329" fmla="*/ 1021966 w 2119654"/>
              <a:gd name="connsiteY40329" fmla="*/ 2221696 h 2398711"/>
              <a:gd name="connsiteX40330" fmla="*/ 1020172 w 2119654"/>
              <a:gd name="connsiteY40330" fmla="*/ 2223670 h 2398711"/>
              <a:gd name="connsiteX40331" fmla="*/ 1625009 w 2119654"/>
              <a:gd name="connsiteY40331" fmla="*/ 867546 h 2398711"/>
              <a:gd name="connsiteX40332" fmla="*/ 1624658 w 2119654"/>
              <a:gd name="connsiteY40332" fmla="*/ 868816 h 2398711"/>
              <a:gd name="connsiteX40333" fmla="*/ 1624698 w 2119654"/>
              <a:gd name="connsiteY40333" fmla="*/ 869133 h 2398711"/>
              <a:gd name="connsiteX40334" fmla="*/ 1624873 w 2119654"/>
              <a:gd name="connsiteY40334" fmla="*/ 868486 h 2398711"/>
              <a:gd name="connsiteX40335" fmla="*/ 1017874 w 2119654"/>
              <a:gd name="connsiteY40335" fmla="*/ 2226843 h 2398711"/>
              <a:gd name="connsiteX40336" fmla="*/ 1019597 w 2119654"/>
              <a:gd name="connsiteY40336" fmla="*/ 2226950 h 2398711"/>
              <a:gd name="connsiteX40337" fmla="*/ 1018361 w 2119654"/>
              <a:gd name="connsiteY40337" fmla="*/ 2226170 h 2398711"/>
              <a:gd name="connsiteX40338" fmla="*/ 1645172 w 2119654"/>
              <a:gd name="connsiteY40338" fmla="*/ 822100 h 2398711"/>
              <a:gd name="connsiteX40339" fmla="*/ 1644720 w 2119654"/>
              <a:gd name="connsiteY40339" fmla="*/ 827018 h 2398711"/>
              <a:gd name="connsiteX40340" fmla="*/ 1645416 w 2119654"/>
              <a:gd name="connsiteY40340" fmla="*/ 829120 h 2398711"/>
              <a:gd name="connsiteX40341" fmla="*/ 1645673 w 2119654"/>
              <a:gd name="connsiteY40341" fmla="*/ 825420 h 2398711"/>
              <a:gd name="connsiteX40342" fmla="*/ 1037171 w 2119654"/>
              <a:gd name="connsiteY40342" fmla="*/ 2183521 h 2398711"/>
              <a:gd name="connsiteX40343" fmla="*/ 1037303 w 2119654"/>
              <a:gd name="connsiteY40343" fmla="*/ 2183470 h 2398711"/>
              <a:gd name="connsiteX40344" fmla="*/ 1037391 w 2119654"/>
              <a:gd name="connsiteY40344" fmla="*/ 2183282 h 2398711"/>
              <a:gd name="connsiteX40345" fmla="*/ 1018190 w 2119654"/>
              <a:gd name="connsiteY40345" fmla="*/ 2225853 h 2398711"/>
              <a:gd name="connsiteX40346" fmla="*/ 1018227 w 2119654"/>
              <a:gd name="connsiteY40346" fmla="*/ 2225876 h 2398711"/>
              <a:gd name="connsiteX40347" fmla="*/ 1018454 w 2119654"/>
              <a:gd name="connsiteY40347" fmla="*/ 2225562 h 2398711"/>
              <a:gd name="connsiteX40348" fmla="*/ 1653356 w 2119654"/>
              <a:gd name="connsiteY40348" fmla="*/ 803521 h 2398711"/>
              <a:gd name="connsiteX40349" fmla="*/ 1653234 w 2119654"/>
              <a:gd name="connsiteY40349" fmla="*/ 804586 h 2398711"/>
              <a:gd name="connsiteX40350" fmla="*/ 1653970 w 2119654"/>
              <a:gd name="connsiteY40350" fmla="*/ 809762 h 2398711"/>
              <a:gd name="connsiteX40351" fmla="*/ 1655225 w 2119654"/>
              <a:gd name="connsiteY40351" fmla="*/ 801167 h 2398711"/>
              <a:gd name="connsiteX40352" fmla="*/ 1655239 w 2119654"/>
              <a:gd name="connsiteY40352" fmla="*/ 801013 h 2398711"/>
              <a:gd name="connsiteX40353" fmla="*/ 1655070 w 2119654"/>
              <a:gd name="connsiteY40353" fmla="*/ 800418 h 2398711"/>
              <a:gd name="connsiteX40354" fmla="*/ 1651271 w 2119654"/>
              <a:gd name="connsiteY40354" fmla="*/ 807298 h 2398711"/>
              <a:gd name="connsiteX40355" fmla="*/ 1651779 w 2119654"/>
              <a:gd name="connsiteY40355" fmla="*/ 811310 h 2398711"/>
              <a:gd name="connsiteX40356" fmla="*/ 1652502 w 2119654"/>
              <a:gd name="connsiteY40356" fmla="*/ 805066 h 2398711"/>
              <a:gd name="connsiteX40357" fmla="*/ 1017321 w 2119654"/>
              <a:gd name="connsiteY40357" fmla="*/ 2226809 h 2398711"/>
              <a:gd name="connsiteX40358" fmla="*/ 1017540 w 2119654"/>
              <a:gd name="connsiteY40358" fmla="*/ 2226822 h 2398711"/>
              <a:gd name="connsiteX40359" fmla="*/ 1018122 w 2119654"/>
              <a:gd name="connsiteY40359" fmla="*/ 2226019 h 2398711"/>
              <a:gd name="connsiteX40360" fmla="*/ 1018069 w 2119654"/>
              <a:gd name="connsiteY40360" fmla="*/ 2225985 h 2398711"/>
              <a:gd name="connsiteX40361" fmla="*/ 1643262 w 2119654"/>
              <a:gd name="connsiteY40361" fmla="*/ 824388 h 2398711"/>
              <a:gd name="connsiteX40362" fmla="*/ 1640909 w 2119654"/>
              <a:gd name="connsiteY40362" fmla="*/ 833128 h 2398711"/>
              <a:gd name="connsiteX40363" fmla="*/ 1641520 w 2119654"/>
              <a:gd name="connsiteY40363" fmla="*/ 837634 h 2398711"/>
              <a:gd name="connsiteX40364" fmla="*/ 1642580 w 2119654"/>
              <a:gd name="connsiteY40364" fmla="*/ 840832 h 2398711"/>
              <a:gd name="connsiteX40365" fmla="*/ 1643188 w 2119654"/>
              <a:gd name="connsiteY40365" fmla="*/ 839395 h 2398711"/>
              <a:gd name="connsiteX40366" fmla="*/ 1644282 w 2119654"/>
              <a:gd name="connsiteY40366" fmla="*/ 827466 h 2398711"/>
              <a:gd name="connsiteX40367" fmla="*/ 1679864 w 2119654"/>
              <a:gd name="connsiteY40367" fmla="*/ 742027 h 2398711"/>
              <a:gd name="connsiteX40368" fmla="*/ 1679613 w 2119654"/>
              <a:gd name="connsiteY40368" fmla="*/ 748896 h 2398711"/>
              <a:gd name="connsiteX40369" fmla="*/ 1679864 w 2119654"/>
              <a:gd name="connsiteY40369" fmla="*/ 750488 h 2398711"/>
              <a:gd name="connsiteX40370" fmla="*/ 1680595 w 2119654"/>
              <a:gd name="connsiteY40370" fmla="*/ 745190 h 2398711"/>
              <a:gd name="connsiteX40371" fmla="*/ 1030574 w 2119654"/>
              <a:gd name="connsiteY40371" fmla="*/ 2195635 h 2398711"/>
              <a:gd name="connsiteX40372" fmla="*/ 1031185 w 2119654"/>
              <a:gd name="connsiteY40372" fmla="*/ 2196150 h 2398711"/>
              <a:gd name="connsiteX40373" fmla="*/ 1031466 w 2119654"/>
              <a:gd name="connsiteY40373" fmla="*/ 2195987 h 2398711"/>
              <a:gd name="connsiteX40374" fmla="*/ 1032091 w 2119654"/>
              <a:gd name="connsiteY40374" fmla="*/ 2194646 h 2398711"/>
              <a:gd name="connsiteX40375" fmla="*/ 1031986 w 2119654"/>
              <a:gd name="connsiteY40375" fmla="*/ 2194565 h 2398711"/>
              <a:gd name="connsiteX40376" fmla="*/ 1647674 w 2119654"/>
              <a:gd name="connsiteY40376" fmla="*/ 813813 h 2398711"/>
              <a:gd name="connsiteX40377" fmla="*/ 1647654 w 2119654"/>
              <a:gd name="connsiteY40377" fmla="*/ 815437 h 2398711"/>
              <a:gd name="connsiteX40378" fmla="*/ 1647284 w 2119654"/>
              <a:gd name="connsiteY40378" fmla="*/ 823639 h 2398711"/>
              <a:gd name="connsiteX40379" fmla="*/ 1647585 w 2119654"/>
              <a:gd name="connsiteY40379" fmla="*/ 825552 h 2398711"/>
              <a:gd name="connsiteX40380" fmla="*/ 1647902 w 2119654"/>
              <a:gd name="connsiteY40380" fmla="*/ 828251 h 2398711"/>
              <a:gd name="connsiteX40381" fmla="*/ 1649845 w 2119654"/>
              <a:gd name="connsiteY40381" fmla="*/ 823658 h 2398711"/>
              <a:gd name="connsiteX40382" fmla="*/ 1650550 w 2119654"/>
              <a:gd name="connsiteY40382" fmla="*/ 821924 h 2398711"/>
              <a:gd name="connsiteX40383" fmla="*/ 1651382 w 2119654"/>
              <a:gd name="connsiteY40383" fmla="*/ 814746 h 2398711"/>
              <a:gd name="connsiteX40384" fmla="*/ 1650593 w 2119654"/>
              <a:gd name="connsiteY40384" fmla="*/ 808525 h 2398711"/>
              <a:gd name="connsiteX40385" fmla="*/ 1645523 w 2119654"/>
              <a:gd name="connsiteY40385" fmla="*/ 818276 h 2398711"/>
              <a:gd name="connsiteX40386" fmla="*/ 1645358 w 2119654"/>
              <a:gd name="connsiteY40386" fmla="*/ 820069 h 2398711"/>
              <a:gd name="connsiteX40387" fmla="*/ 1645827 w 2119654"/>
              <a:gd name="connsiteY40387" fmla="*/ 823181 h 2398711"/>
              <a:gd name="connsiteX40388" fmla="*/ 1645928 w 2119654"/>
              <a:gd name="connsiteY40388" fmla="*/ 821738 h 2398711"/>
              <a:gd name="connsiteX40389" fmla="*/ 1002535 w 2119654"/>
              <a:gd name="connsiteY40389" fmla="*/ 2258031 h 2398711"/>
              <a:gd name="connsiteX40390" fmla="*/ 1006107 w 2119654"/>
              <a:gd name="connsiteY40390" fmla="*/ 2266979 h 2398711"/>
              <a:gd name="connsiteX40391" fmla="*/ 1013056 w 2119654"/>
              <a:gd name="connsiteY40391" fmla="*/ 2257713 h 2398711"/>
              <a:gd name="connsiteX40392" fmla="*/ 1010476 w 2119654"/>
              <a:gd name="connsiteY40392" fmla="*/ 2257934 h 2398711"/>
              <a:gd name="connsiteX40393" fmla="*/ 1646622 w 2119654"/>
              <a:gd name="connsiteY40393" fmla="*/ 815718 h 2398711"/>
              <a:gd name="connsiteX40394" fmla="*/ 1646530 w 2119654"/>
              <a:gd name="connsiteY40394" fmla="*/ 818856 h 2398711"/>
              <a:gd name="connsiteX40395" fmla="*/ 1647213 w 2119654"/>
              <a:gd name="connsiteY40395" fmla="*/ 823191 h 2398711"/>
              <a:gd name="connsiteX40396" fmla="*/ 1647443 w 2119654"/>
              <a:gd name="connsiteY40396" fmla="*/ 814232 h 2398711"/>
              <a:gd name="connsiteX40397" fmla="*/ 1032330 w 2119654"/>
              <a:gd name="connsiteY40397" fmla="*/ 2191158 h 2398711"/>
              <a:gd name="connsiteX40398" fmla="*/ 1033361 w 2119654"/>
              <a:gd name="connsiteY40398" fmla="*/ 2191923 h 2398711"/>
              <a:gd name="connsiteX40399" fmla="*/ 1034147 w 2119654"/>
              <a:gd name="connsiteY40399" fmla="*/ 2190237 h 2398711"/>
              <a:gd name="connsiteX40400" fmla="*/ 1033909 w 2119654"/>
              <a:gd name="connsiteY40400" fmla="*/ 2190012 h 2398711"/>
              <a:gd name="connsiteX40401" fmla="*/ 1644620 w 2119654"/>
              <a:gd name="connsiteY40401" fmla="*/ 819342 h 2398711"/>
              <a:gd name="connsiteX40402" fmla="*/ 1643525 w 2119654"/>
              <a:gd name="connsiteY40402" fmla="*/ 823410 h 2398711"/>
              <a:gd name="connsiteX40403" fmla="*/ 1644409 w 2119654"/>
              <a:gd name="connsiteY40403" fmla="*/ 826080 h 2398711"/>
              <a:gd name="connsiteX40404" fmla="*/ 1644924 w 2119654"/>
              <a:gd name="connsiteY40404" fmla="*/ 820464 h 2398711"/>
              <a:gd name="connsiteX40405" fmla="*/ 1644726 w 2119654"/>
              <a:gd name="connsiteY40405" fmla="*/ 819151 h 2398711"/>
              <a:gd name="connsiteX40406" fmla="*/ 1033593 w 2119654"/>
              <a:gd name="connsiteY40406" fmla="*/ 2187426 h 2398711"/>
              <a:gd name="connsiteX40407" fmla="*/ 1033655 w 2119654"/>
              <a:gd name="connsiteY40407" fmla="*/ 2187485 h 2398711"/>
              <a:gd name="connsiteX40408" fmla="*/ 1036341 w 2119654"/>
              <a:gd name="connsiteY40408" fmla="*/ 2185535 h 2398711"/>
              <a:gd name="connsiteX40409" fmla="*/ 1037211 w 2119654"/>
              <a:gd name="connsiteY40409" fmla="*/ 2183668 h 2398711"/>
              <a:gd name="connsiteX40410" fmla="*/ 1036946 w 2119654"/>
              <a:gd name="connsiteY40410" fmla="*/ 2183767 h 2398711"/>
              <a:gd name="connsiteX40411" fmla="*/ 1643092 w 2119654"/>
              <a:gd name="connsiteY40411" fmla="*/ 822110 h 2398711"/>
              <a:gd name="connsiteX40412" fmla="*/ 1643127 w 2119654"/>
              <a:gd name="connsiteY40412" fmla="*/ 822208 h 2398711"/>
              <a:gd name="connsiteX40413" fmla="*/ 1643328 w 2119654"/>
              <a:gd name="connsiteY40413" fmla="*/ 822816 h 2398711"/>
              <a:gd name="connsiteX40414" fmla="*/ 1643990 w 2119654"/>
              <a:gd name="connsiteY40414" fmla="*/ 820483 h 2398711"/>
              <a:gd name="connsiteX40415" fmla="*/ 1645238 w 2119654"/>
              <a:gd name="connsiteY40415" fmla="*/ 817050 h 2398711"/>
              <a:gd name="connsiteX40416" fmla="*/ 1645022 w 2119654"/>
              <a:gd name="connsiteY40416" fmla="*/ 817849 h 2398711"/>
              <a:gd name="connsiteX40417" fmla="*/ 1645057 w 2119654"/>
              <a:gd name="connsiteY40417" fmla="*/ 818076 h 2398711"/>
              <a:gd name="connsiteX40418" fmla="*/ 1645161 w 2119654"/>
              <a:gd name="connsiteY40418" fmla="*/ 817893 h 2398711"/>
              <a:gd name="connsiteX40419" fmla="*/ 1654106 w 2119654"/>
              <a:gd name="connsiteY40419" fmla="*/ 797044 h 2398711"/>
              <a:gd name="connsiteX40420" fmla="*/ 1653425 w 2119654"/>
              <a:gd name="connsiteY40420" fmla="*/ 802931 h 2398711"/>
              <a:gd name="connsiteX40421" fmla="*/ 1654982 w 2119654"/>
              <a:gd name="connsiteY40421" fmla="*/ 800111 h 2398711"/>
              <a:gd name="connsiteX40422" fmla="*/ 1024415 w 2119654"/>
              <a:gd name="connsiteY40422" fmla="*/ 2206895 h 2398711"/>
              <a:gd name="connsiteX40423" fmla="*/ 1025209 w 2119654"/>
              <a:gd name="connsiteY40423" fmla="*/ 2206940 h 2398711"/>
              <a:gd name="connsiteX40424" fmla="*/ 1025470 w 2119654"/>
              <a:gd name="connsiteY40424" fmla="*/ 2206554 h 2398711"/>
              <a:gd name="connsiteX40425" fmla="*/ 1640139 w 2119654"/>
              <a:gd name="connsiteY40425" fmla="*/ 827458 h 2398711"/>
              <a:gd name="connsiteX40426" fmla="*/ 1640745 w 2119654"/>
              <a:gd name="connsiteY40426" fmla="*/ 831921 h 2398711"/>
              <a:gd name="connsiteX40427" fmla="*/ 1643057 w 2119654"/>
              <a:gd name="connsiteY40427" fmla="*/ 823771 h 2398711"/>
              <a:gd name="connsiteX40428" fmla="*/ 1642727 w 2119654"/>
              <a:gd name="connsiteY40428" fmla="*/ 822772 h 2398711"/>
              <a:gd name="connsiteX40429" fmla="*/ 1639925 w 2119654"/>
              <a:gd name="connsiteY40429" fmla="*/ 827863 h 2398711"/>
              <a:gd name="connsiteX40430" fmla="*/ 1639824 w 2119654"/>
              <a:gd name="connsiteY40430" fmla="*/ 832518 h 2398711"/>
              <a:gd name="connsiteX40431" fmla="*/ 1640229 w 2119654"/>
              <a:gd name="connsiteY40431" fmla="*/ 833738 h 2398711"/>
              <a:gd name="connsiteX40432" fmla="*/ 1640563 w 2119654"/>
              <a:gd name="connsiteY40432" fmla="*/ 832562 h 2398711"/>
              <a:gd name="connsiteX40433" fmla="*/ 1639362 w 2119654"/>
              <a:gd name="connsiteY40433" fmla="*/ 828866 h 2398711"/>
              <a:gd name="connsiteX40434" fmla="*/ 1639369 w 2119654"/>
              <a:gd name="connsiteY40434" fmla="*/ 828949 h 2398711"/>
              <a:gd name="connsiteX40435" fmla="*/ 1639371 w 2119654"/>
              <a:gd name="connsiteY40435" fmla="*/ 828849 h 2398711"/>
              <a:gd name="connsiteX40436" fmla="*/ 1646260 w 2119654"/>
              <a:gd name="connsiteY40436" fmla="*/ 813258 h 2398711"/>
              <a:gd name="connsiteX40437" fmla="*/ 1645873 w 2119654"/>
              <a:gd name="connsiteY40437" fmla="*/ 814694 h 2398711"/>
              <a:gd name="connsiteX40438" fmla="*/ 1646107 w 2119654"/>
              <a:gd name="connsiteY40438" fmla="*/ 816183 h 2398711"/>
              <a:gd name="connsiteX40439" fmla="*/ 1646178 w 2119654"/>
              <a:gd name="connsiteY40439" fmla="*/ 816057 h 2398711"/>
              <a:gd name="connsiteX40440" fmla="*/ 1030148 w 2119654"/>
              <a:gd name="connsiteY40440" fmla="*/ 2192740 h 2398711"/>
              <a:gd name="connsiteX40441" fmla="*/ 1031253 w 2119654"/>
              <a:gd name="connsiteY40441" fmla="*/ 2193592 h 2398711"/>
              <a:gd name="connsiteX40442" fmla="*/ 1033123 w 2119654"/>
              <a:gd name="connsiteY40442" fmla="*/ 2192173 h 2398711"/>
              <a:gd name="connsiteX40443" fmla="*/ 1032040 w 2119654"/>
              <a:gd name="connsiteY40443" fmla="*/ 2191369 h 2398711"/>
              <a:gd name="connsiteX40444" fmla="*/ 1030181 w 2119654"/>
              <a:gd name="connsiteY40444" fmla="*/ 2192719 h 2398711"/>
              <a:gd name="connsiteX40445" fmla="*/ 1630538 w 2119654"/>
              <a:gd name="connsiteY40445" fmla="*/ 848301 h 2398711"/>
              <a:gd name="connsiteX40446" fmla="*/ 1630382 w 2119654"/>
              <a:gd name="connsiteY40446" fmla="*/ 849372 h 2398711"/>
              <a:gd name="connsiteX40447" fmla="*/ 1630631 w 2119654"/>
              <a:gd name="connsiteY40447" fmla="*/ 850161 h 2398711"/>
              <a:gd name="connsiteX40448" fmla="*/ 1631111 w 2119654"/>
              <a:gd name="connsiteY40448" fmla="*/ 851495 h 2398711"/>
              <a:gd name="connsiteX40449" fmla="*/ 1012296 w 2119654"/>
              <a:gd name="connsiteY40449" fmla="*/ 2232339 h 2398711"/>
              <a:gd name="connsiteX40450" fmla="*/ 1017939 w 2119654"/>
              <a:gd name="connsiteY40450" fmla="*/ 2229842 h 2398711"/>
              <a:gd name="connsiteX40451" fmla="*/ 1015798 w 2119654"/>
              <a:gd name="connsiteY40451" fmla="*/ 2229710 h 2398711"/>
              <a:gd name="connsiteX40452" fmla="*/ 1014997 w 2119654"/>
              <a:gd name="connsiteY40452" fmla="*/ 2230816 h 2398711"/>
              <a:gd name="connsiteX40453" fmla="*/ 1014594 w 2119654"/>
              <a:gd name="connsiteY40453" fmla="*/ 2230891 h 2398711"/>
              <a:gd name="connsiteX40454" fmla="*/ 1015464 w 2119654"/>
              <a:gd name="connsiteY40454" fmla="*/ 2229689 h 2398711"/>
              <a:gd name="connsiteX40455" fmla="*/ 1014743 w 2119654"/>
              <a:gd name="connsiteY40455" fmla="*/ 2229645 h 2398711"/>
              <a:gd name="connsiteX40456" fmla="*/ 1027340 w 2119654"/>
              <a:gd name="connsiteY40456" fmla="*/ 2198089 h 2398711"/>
              <a:gd name="connsiteX40457" fmla="*/ 1028907 w 2119654"/>
              <a:gd name="connsiteY40457" fmla="*/ 2197468 h 2398711"/>
              <a:gd name="connsiteX40458" fmla="*/ 1030773 w 2119654"/>
              <a:gd name="connsiteY40458" fmla="*/ 2196388 h 2398711"/>
              <a:gd name="connsiteX40459" fmla="*/ 1030208 w 2119654"/>
              <a:gd name="connsiteY40459" fmla="*/ 2195912 h 2398711"/>
              <a:gd name="connsiteX40460" fmla="*/ 1023109 w 2119654"/>
              <a:gd name="connsiteY40460" fmla="*/ 2206822 h 2398711"/>
              <a:gd name="connsiteX40461" fmla="*/ 1023455 w 2119654"/>
              <a:gd name="connsiteY40461" fmla="*/ 2206841 h 2398711"/>
              <a:gd name="connsiteX40462" fmla="*/ 1025787 w 2119654"/>
              <a:gd name="connsiteY40462" fmla="*/ 2206086 h 2398711"/>
              <a:gd name="connsiteX40463" fmla="*/ 1026691 w 2119654"/>
              <a:gd name="connsiteY40463" fmla="*/ 2204751 h 2398711"/>
              <a:gd name="connsiteX40464" fmla="*/ 1647594 w 2119654"/>
              <a:gd name="connsiteY40464" fmla="*/ 808300 h 2398711"/>
              <a:gd name="connsiteX40465" fmla="*/ 1646747 w 2119654"/>
              <a:gd name="connsiteY40465" fmla="*/ 811448 h 2398711"/>
              <a:gd name="connsiteX40466" fmla="*/ 1646636 w 2119654"/>
              <a:gd name="connsiteY40466" fmla="*/ 815227 h 2398711"/>
              <a:gd name="connsiteX40467" fmla="*/ 1647455 w 2119654"/>
              <a:gd name="connsiteY40467" fmla="*/ 813743 h 2398711"/>
              <a:gd name="connsiteX40468" fmla="*/ 1010531 w 2119654"/>
              <a:gd name="connsiteY40468" fmla="*/ 2234282 h 2398711"/>
              <a:gd name="connsiteX40469" fmla="*/ 1017561 w 2119654"/>
              <a:gd name="connsiteY40469" fmla="*/ 2241312 h 2398711"/>
              <a:gd name="connsiteX40470" fmla="*/ 1029953 w 2119654"/>
              <a:gd name="connsiteY40470" fmla="*/ 2235181 h 2398711"/>
              <a:gd name="connsiteX40471" fmla="*/ 1032085 w 2119654"/>
              <a:gd name="connsiteY40471" fmla="*/ 2232339 h 2398711"/>
              <a:gd name="connsiteX40472" fmla="*/ 1030445 w 2119654"/>
              <a:gd name="connsiteY40472" fmla="*/ 2230615 h 2398711"/>
              <a:gd name="connsiteX40473" fmla="*/ 1021342 w 2119654"/>
              <a:gd name="connsiteY40473" fmla="*/ 2230052 h 2398711"/>
              <a:gd name="connsiteX40474" fmla="*/ 1020395 w 2119654"/>
              <a:gd name="connsiteY40474" fmla="*/ 2230974 h 2398711"/>
              <a:gd name="connsiteX40475" fmla="*/ 1020009 w 2119654"/>
              <a:gd name="connsiteY40475" fmla="*/ 2231015 h 2398711"/>
              <a:gd name="connsiteX40476" fmla="*/ 1021018 w 2119654"/>
              <a:gd name="connsiteY40476" fmla="*/ 2230032 h 2398711"/>
              <a:gd name="connsiteX40477" fmla="*/ 1018639 w 2119654"/>
              <a:gd name="connsiteY40477" fmla="*/ 2229885 h 2398711"/>
              <a:gd name="connsiteX40478" fmla="*/ 1011758 w 2119654"/>
              <a:gd name="connsiteY40478" fmla="*/ 2232931 h 2398711"/>
              <a:gd name="connsiteX40479" fmla="*/ 1658124 w 2119654"/>
              <a:gd name="connsiteY40479" fmla="*/ 783877 h 2398711"/>
              <a:gd name="connsiteX40480" fmla="*/ 1657236 w 2119654"/>
              <a:gd name="connsiteY40480" fmla="*/ 793355 h 2398711"/>
              <a:gd name="connsiteX40481" fmla="*/ 1657879 w 2119654"/>
              <a:gd name="connsiteY40481" fmla="*/ 801727 h 2398711"/>
              <a:gd name="connsiteX40482" fmla="*/ 1659717 w 2119654"/>
              <a:gd name="connsiteY40482" fmla="*/ 792240 h 2398711"/>
              <a:gd name="connsiteX40483" fmla="*/ 1658580 w 2119654"/>
              <a:gd name="connsiteY40483" fmla="*/ 785416 h 2398711"/>
              <a:gd name="connsiteX40484" fmla="*/ 1658816 w 2119654"/>
              <a:gd name="connsiteY40484" fmla="*/ 785631 h 2398711"/>
              <a:gd name="connsiteX40485" fmla="*/ 1659825 w 2119654"/>
              <a:gd name="connsiteY40485" fmla="*/ 791685 h 2398711"/>
              <a:gd name="connsiteX40486" fmla="*/ 1660667 w 2119654"/>
              <a:gd name="connsiteY40486" fmla="*/ 787337 h 2398711"/>
              <a:gd name="connsiteX40487" fmla="*/ 1659927 w 2119654"/>
              <a:gd name="connsiteY40487" fmla="*/ 780623 h 2398711"/>
              <a:gd name="connsiteX40488" fmla="*/ 1028412 w 2119654"/>
              <a:gd name="connsiteY40488" fmla="*/ 2193817 h 2398711"/>
              <a:gd name="connsiteX40489" fmla="*/ 1029618 w 2119654"/>
              <a:gd name="connsiteY40489" fmla="*/ 2194832 h 2398711"/>
              <a:gd name="connsiteX40490" fmla="*/ 1030986 w 2119654"/>
              <a:gd name="connsiteY40490" fmla="*/ 2193794 h 2398711"/>
              <a:gd name="connsiteX40491" fmla="*/ 1029854 w 2119654"/>
              <a:gd name="connsiteY40491" fmla="*/ 2192922 h 2398711"/>
              <a:gd name="connsiteX40492" fmla="*/ 1631948 w 2119654"/>
              <a:gd name="connsiteY40492" fmla="*/ 842093 h 2398711"/>
              <a:gd name="connsiteX40493" fmla="*/ 1632162 w 2119654"/>
              <a:gd name="connsiteY40493" fmla="*/ 842846 h 2398711"/>
              <a:gd name="connsiteX40494" fmla="*/ 1632085 w 2119654"/>
              <a:gd name="connsiteY40494" fmla="*/ 841852 h 2398711"/>
              <a:gd name="connsiteX40495" fmla="*/ 1017776 w 2119654"/>
              <a:gd name="connsiteY40495" fmla="*/ 2216562 h 2398711"/>
              <a:gd name="connsiteX40496" fmla="*/ 1018317 w 2119654"/>
              <a:gd name="connsiteY40496" fmla="*/ 2217130 h 2398711"/>
              <a:gd name="connsiteX40497" fmla="*/ 1018490 w 2119654"/>
              <a:gd name="connsiteY40497" fmla="*/ 2216876 h 2398711"/>
              <a:gd name="connsiteX40498" fmla="*/ 1626783 w 2119654"/>
              <a:gd name="connsiteY40498" fmla="*/ 852798 h 2398711"/>
              <a:gd name="connsiteX40499" fmla="*/ 1626617 w 2119654"/>
              <a:gd name="connsiteY40499" fmla="*/ 856481 h 2398711"/>
              <a:gd name="connsiteX40500" fmla="*/ 1627039 w 2119654"/>
              <a:gd name="connsiteY40500" fmla="*/ 853574 h 2398711"/>
              <a:gd name="connsiteX40501" fmla="*/ 1654972 w 2119654"/>
              <a:gd name="connsiteY40501" fmla="*/ 789570 h 2398711"/>
              <a:gd name="connsiteX40502" fmla="*/ 1654513 w 2119654"/>
              <a:gd name="connsiteY40502" fmla="*/ 793533 h 2398711"/>
              <a:gd name="connsiteX40503" fmla="*/ 1655625 w 2119654"/>
              <a:gd name="connsiteY40503" fmla="*/ 796909 h 2398711"/>
              <a:gd name="connsiteX40504" fmla="*/ 1656286 w 2119654"/>
              <a:gd name="connsiteY40504" fmla="*/ 789855 h 2398711"/>
              <a:gd name="connsiteX40505" fmla="*/ 1656277 w 2119654"/>
              <a:gd name="connsiteY40505" fmla="*/ 789630 h 2398711"/>
              <a:gd name="connsiteX40506" fmla="*/ 1656115 w 2119654"/>
              <a:gd name="connsiteY40506" fmla="*/ 787506 h 2398711"/>
              <a:gd name="connsiteX40507" fmla="*/ 1653866 w 2119654"/>
              <a:gd name="connsiteY40507" fmla="*/ 791566 h 2398711"/>
              <a:gd name="connsiteX40508" fmla="*/ 1654013 w 2119654"/>
              <a:gd name="connsiteY40508" fmla="*/ 792016 h 2398711"/>
              <a:gd name="connsiteX40509" fmla="*/ 1654119 w 2119654"/>
              <a:gd name="connsiteY40509" fmla="*/ 791109 h 2398711"/>
              <a:gd name="connsiteX40510" fmla="*/ 1649613 w 2119654"/>
              <a:gd name="connsiteY40510" fmla="*/ 800802 h 2398711"/>
              <a:gd name="connsiteX40511" fmla="*/ 1647747 w 2119654"/>
              <a:gd name="connsiteY40511" fmla="*/ 807731 h 2398711"/>
              <a:gd name="connsiteX40512" fmla="*/ 1647680 w 2119654"/>
              <a:gd name="connsiteY40512" fmla="*/ 813336 h 2398711"/>
              <a:gd name="connsiteX40513" fmla="*/ 1650545 w 2119654"/>
              <a:gd name="connsiteY40513" fmla="*/ 808147 h 2398711"/>
              <a:gd name="connsiteX40514" fmla="*/ 1035309 w 2119654"/>
              <a:gd name="connsiteY40514" fmla="*/ 2175870 h 2398711"/>
              <a:gd name="connsiteX40515" fmla="*/ 1035919 w 2119654"/>
              <a:gd name="connsiteY40515" fmla="*/ 2175809 h 2398711"/>
              <a:gd name="connsiteX40516" fmla="*/ 1036048 w 2119654"/>
              <a:gd name="connsiteY40516" fmla="*/ 2175669 h 2398711"/>
              <a:gd name="connsiteX40517" fmla="*/ 1035599 w 2119654"/>
              <a:gd name="connsiteY40517" fmla="*/ 2175587 h 2398711"/>
              <a:gd name="connsiteX40518" fmla="*/ 1651887 w 2119654"/>
              <a:gd name="connsiteY40518" fmla="*/ 795138 h 2398711"/>
              <a:gd name="connsiteX40519" fmla="*/ 1652861 w 2119654"/>
              <a:gd name="connsiteY40519" fmla="*/ 801973 h 2398711"/>
              <a:gd name="connsiteX40520" fmla="*/ 1653626 w 2119654"/>
              <a:gd name="connsiteY40520" fmla="*/ 795363 h 2398711"/>
              <a:gd name="connsiteX40521" fmla="*/ 1652992 w 2119654"/>
              <a:gd name="connsiteY40521" fmla="*/ 793142 h 2398711"/>
              <a:gd name="connsiteX40522" fmla="*/ 1646441 w 2119654"/>
              <a:gd name="connsiteY40522" fmla="*/ 807068 h 2398711"/>
              <a:gd name="connsiteX40523" fmla="*/ 1645950 w 2119654"/>
              <a:gd name="connsiteY40523" fmla="*/ 813336 h 2398711"/>
              <a:gd name="connsiteX40524" fmla="*/ 1646295 w 2119654"/>
              <a:gd name="connsiteY40524" fmla="*/ 812056 h 2398711"/>
              <a:gd name="connsiteX40525" fmla="*/ 1007496 w 2119654"/>
              <a:gd name="connsiteY40525" fmla="*/ 2237623 h 2398711"/>
              <a:gd name="connsiteX40526" fmla="*/ 1012118 w 2119654"/>
              <a:gd name="connsiteY40526" fmla="*/ 2239710 h 2398711"/>
              <a:gd name="connsiteX40527" fmla="*/ 1016894 w 2119654"/>
              <a:gd name="connsiteY40527" fmla="*/ 2241642 h 2398711"/>
              <a:gd name="connsiteX40528" fmla="*/ 1017052 w 2119654"/>
              <a:gd name="connsiteY40528" fmla="*/ 2241564 h 2398711"/>
              <a:gd name="connsiteX40529" fmla="*/ 1010170 w 2119654"/>
              <a:gd name="connsiteY40529" fmla="*/ 2234680 h 2398711"/>
              <a:gd name="connsiteX40530" fmla="*/ 1650429 w 2119654"/>
              <a:gd name="connsiteY40530" fmla="*/ 797771 h 2398711"/>
              <a:gd name="connsiteX40531" fmla="*/ 1650179 w 2119654"/>
              <a:gd name="connsiteY40531" fmla="*/ 798698 h 2398711"/>
              <a:gd name="connsiteX40532" fmla="*/ 1651223 w 2119654"/>
              <a:gd name="connsiteY40532" fmla="*/ 806919 h 2398711"/>
              <a:gd name="connsiteX40533" fmla="*/ 1652571 w 2119654"/>
              <a:gd name="connsiteY40533" fmla="*/ 804476 h 2398711"/>
              <a:gd name="connsiteX40534" fmla="*/ 1652710 w 2119654"/>
              <a:gd name="connsiteY40534" fmla="*/ 803283 h 2398711"/>
              <a:gd name="connsiteX40535" fmla="*/ 1651618 w 2119654"/>
              <a:gd name="connsiteY40535" fmla="*/ 795624 h 2398711"/>
              <a:gd name="connsiteX40536" fmla="*/ 1631871 w 2119654"/>
              <a:gd name="connsiteY40536" fmla="*/ 839124 h 2398711"/>
              <a:gd name="connsiteX40537" fmla="*/ 1631611 w 2119654"/>
              <a:gd name="connsiteY40537" fmla="*/ 840913 h 2398711"/>
              <a:gd name="connsiteX40538" fmla="*/ 1631755 w 2119654"/>
              <a:gd name="connsiteY40538" fmla="*/ 841418 h 2398711"/>
              <a:gd name="connsiteX40539" fmla="*/ 1632015 w 2119654"/>
              <a:gd name="connsiteY40539" fmla="*/ 840961 h 2398711"/>
              <a:gd name="connsiteX40540" fmla="*/ 1017014 w 2119654"/>
              <a:gd name="connsiteY40540" fmla="*/ 2215645 h 2398711"/>
              <a:gd name="connsiteX40541" fmla="*/ 1018793 w 2119654"/>
              <a:gd name="connsiteY40541" fmla="*/ 2216428 h 2398711"/>
              <a:gd name="connsiteX40542" fmla="*/ 1019824 w 2119654"/>
              <a:gd name="connsiteY40542" fmla="*/ 2214904 h 2398711"/>
              <a:gd name="connsiteX40543" fmla="*/ 1019075 w 2119654"/>
              <a:gd name="connsiteY40543" fmla="*/ 2214776 h 2398711"/>
              <a:gd name="connsiteX40544" fmla="*/ 1624218 w 2119654"/>
              <a:gd name="connsiteY40544" fmla="*/ 855659 h 2398711"/>
              <a:gd name="connsiteX40545" fmla="*/ 1624031 w 2119654"/>
              <a:gd name="connsiteY40545" fmla="*/ 856613 h 2398711"/>
              <a:gd name="connsiteX40546" fmla="*/ 1624744 w 2119654"/>
              <a:gd name="connsiteY40546" fmla="*/ 865688 h 2398711"/>
              <a:gd name="connsiteX40547" fmla="*/ 1624574 w 2119654"/>
              <a:gd name="connsiteY40547" fmla="*/ 868152 h 2398711"/>
              <a:gd name="connsiteX40548" fmla="*/ 1624600 w 2119654"/>
              <a:gd name="connsiteY40548" fmla="*/ 868360 h 2398711"/>
              <a:gd name="connsiteX40549" fmla="*/ 1625213 w 2119654"/>
              <a:gd name="connsiteY40549" fmla="*/ 866143 h 2398711"/>
              <a:gd name="connsiteX40550" fmla="*/ 1626106 w 2119654"/>
              <a:gd name="connsiteY40550" fmla="*/ 859997 h 2398711"/>
              <a:gd name="connsiteX40551" fmla="*/ 1626613 w 2119654"/>
              <a:gd name="connsiteY40551" fmla="*/ 852280 h 2398711"/>
              <a:gd name="connsiteX40552" fmla="*/ 1626441 w 2119654"/>
              <a:gd name="connsiteY40552" fmla="*/ 851758 h 2398711"/>
              <a:gd name="connsiteX40553" fmla="*/ 1647811 w 2119654"/>
              <a:gd name="connsiteY40553" fmla="*/ 802498 h 2398711"/>
              <a:gd name="connsiteX40554" fmla="*/ 1647761 w 2119654"/>
              <a:gd name="connsiteY40554" fmla="*/ 806610 h 2398711"/>
              <a:gd name="connsiteX40555" fmla="*/ 1649521 w 2119654"/>
              <a:gd name="connsiteY40555" fmla="*/ 800075 h 2398711"/>
              <a:gd name="connsiteX40556" fmla="*/ 1649452 w 2119654"/>
              <a:gd name="connsiteY40556" fmla="*/ 799535 h 2398711"/>
              <a:gd name="connsiteX40557" fmla="*/ 1639093 w 2119654"/>
              <a:gd name="connsiteY40557" fmla="*/ 821733 h 2398711"/>
              <a:gd name="connsiteX40558" fmla="*/ 1638984 w 2119654"/>
              <a:gd name="connsiteY40558" fmla="*/ 824038 h 2398711"/>
              <a:gd name="connsiteX40559" fmla="*/ 1639307 w 2119654"/>
              <a:gd name="connsiteY40559" fmla="*/ 828164 h 2398711"/>
              <a:gd name="connsiteX40560" fmla="*/ 1639389 w 2119654"/>
              <a:gd name="connsiteY40560" fmla="*/ 828020 h 2398711"/>
              <a:gd name="connsiteX40561" fmla="*/ 1639465 w 2119654"/>
              <a:gd name="connsiteY40561" fmla="*/ 824480 h 2398711"/>
              <a:gd name="connsiteX40562" fmla="*/ 1651407 w 2119654"/>
              <a:gd name="connsiteY40562" fmla="*/ 794140 h 2398711"/>
              <a:gd name="connsiteX40563" fmla="*/ 1650759 w 2119654"/>
              <a:gd name="connsiteY40563" fmla="*/ 796546 h 2398711"/>
              <a:gd name="connsiteX40564" fmla="*/ 1651547 w 2119654"/>
              <a:gd name="connsiteY40564" fmla="*/ 795124 h 2398711"/>
              <a:gd name="connsiteX40565" fmla="*/ 1646964 w 2119654"/>
              <a:gd name="connsiteY40565" fmla="*/ 804027 h 2398711"/>
              <a:gd name="connsiteX40566" fmla="*/ 1646782 w 2119654"/>
              <a:gd name="connsiteY40566" fmla="*/ 810247 h 2398711"/>
              <a:gd name="connsiteX40567" fmla="*/ 1647625 w 2119654"/>
              <a:gd name="connsiteY40567" fmla="*/ 807117 h 2398711"/>
              <a:gd name="connsiteX40568" fmla="*/ 1647666 w 2119654"/>
              <a:gd name="connsiteY40568" fmla="*/ 805503 h 2398711"/>
              <a:gd name="connsiteX40569" fmla="*/ 1647700 w 2119654"/>
              <a:gd name="connsiteY40569" fmla="*/ 802698 h 2398711"/>
              <a:gd name="connsiteX40570" fmla="*/ 1644805 w 2119654"/>
              <a:gd name="connsiteY40570" fmla="*/ 807925 h 2398711"/>
              <a:gd name="connsiteX40571" fmla="*/ 1645609 w 2119654"/>
              <a:gd name="connsiteY40571" fmla="*/ 813017 h 2398711"/>
              <a:gd name="connsiteX40572" fmla="*/ 1646328 w 2119654"/>
              <a:gd name="connsiteY40572" fmla="*/ 805175 h 2398711"/>
              <a:gd name="connsiteX40573" fmla="*/ 1687314 w 2119654"/>
              <a:gd name="connsiteY40573" fmla="*/ 712453 h 2398711"/>
              <a:gd name="connsiteX40574" fmla="*/ 1684972 w 2119654"/>
              <a:gd name="connsiteY40574" fmla="*/ 730931 h 2398711"/>
              <a:gd name="connsiteX40575" fmla="*/ 1685899 w 2119654"/>
              <a:gd name="connsiteY40575" fmla="*/ 756148 h 2398711"/>
              <a:gd name="connsiteX40576" fmla="*/ 1685615 w 2119654"/>
              <a:gd name="connsiteY40576" fmla="*/ 763924 h 2398711"/>
              <a:gd name="connsiteX40577" fmla="*/ 1686049 w 2119654"/>
              <a:gd name="connsiteY40577" fmla="*/ 765693 h 2398711"/>
              <a:gd name="connsiteX40578" fmla="*/ 1689256 w 2119654"/>
              <a:gd name="connsiteY40578" fmla="*/ 728053 h 2398711"/>
              <a:gd name="connsiteX40579" fmla="*/ 1652315 w 2119654"/>
              <a:gd name="connsiteY40579" fmla="*/ 790769 h 2398711"/>
              <a:gd name="connsiteX40580" fmla="*/ 1651628 w 2119654"/>
              <a:gd name="connsiteY40580" fmla="*/ 793318 h 2398711"/>
              <a:gd name="connsiteX40581" fmla="*/ 1651816 w 2119654"/>
              <a:gd name="connsiteY40581" fmla="*/ 794637 h 2398711"/>
              <a:gd name="connsiteX40582" fmla="*/ 1652874 w 2119654"/>
              <a:gd name="connsiteY40582" fmla="*/ 792728 h 2398711"/>
              <a:gd name="connsiteX40583" fmla="*/ 1643743 w 2119654"/>
              <a:gd name="connsiteY40583" fmla="*/ 809844 h 2398711"/>
              <a:gd name="connsiteX40584" fmla="*/ 1644581 w 2119654"/>
              <a:gd name="connsiteY40584" fmla="*/ 814929 h 2398711"/>
              <a:gd name="connsiteX40585" fmla="*/ 1644919 w 2119654"/>
              <a:gd name="connsiteY40585" fmla="*/ 817165 h 2398711"/>
              <a:gd name="connsiteX40586" fmla="*/ 1645248 w 2119654"/>
              <a:gd name="connsiteY40586" fmla="*/ 815941 h 2398711"/>
              <a:gd name="connsiteX40587" fmla="*/ 1644397 w 2119654"/>
              <a:gd name="connsiteY40587" fmla="*/ 808662 h 2398711"/>
              <a:gd name="connsiteX40588" fmla="*/ 1655733 w 2119654"/>
              <a:gd name="connsiteY40588" fmla="*/ 782531 h 2398711"/>
              <a:gd name="connsiteX40589" fmla="*/ 1655328 w 2119654"/>
              <a:gd name="connsiteY40589" fmla="*/ 786491 h 2398711"/>
              <a:gd name="connsiteX40590" fmla="*/ 1655065 w 2119654"/>
              <a:gd name="connsiteY40590" fmla="*/ 788772 h 2398711"/>
              <a:gd name="connsiteX40591" fmla="*/ 1656073 w 2119654"/>
              <a:gd name="connsiteY40591" fmla="*/ 786952 h 2398711"/>
              <a:gd name="connsiteX40592" fmla="*/ 1012489 w 2119654"/>
              <a:gd name="connsiteY40592" fmla="*/ 2222257 h 2398711"/>
              <a:gd name="connsiteX40593" fmla="*/ 1014102 w 2119654"/>
              <a:gd name="connsiteY40593" fmla="*/ 2223274 h 2398711"/>
              <a:gd name="connsiteX40594" fmla="*/ 1014339 w 2119654"/>
              <a:gd name="connsiteY40594" fmla="*/ 2223013 h 2398711"/>
              <a:gd name="connsiteX40595" fmla="*/ 1015000 w 2119654"/>
              <a:gd name="connsiteY40595" fmla="*/ 2222036 h 2398711"/>
              <a:gd name="connsiteX40596" fmla="*/ 1640728 w 2119654"/>
              <a:gd name="connsiteY40596" fmla="*/ 815285 h 2398711"/>
              <a:gd name="connsiteX40597" fmla="*/ 1642966 w 2119654"/>
              <a:gd name="connsiteY40597" fmla="*/ 821744 h 2398711"/>
              <a:gd name="connsiteX40598" fmla="*/ 1644294 w 2119654"/>
              <a:gd name="connsiteY40598" fmla="*/ 819413 h 2398711"/>
              <a:gd name="connsiteX40599" fmla="*/ 1644601 w 2119654"/>
              <a:gd name="connsiteY40599" fmla="*/ 818328 h 2398711"/>
              <a:gd name="connsiteX40600" fmla="*/ 1643411 w 2119654"/>
              <a:gd name="connsiteY40600" fmla="*/ 810443 h 2398711"/>
              <a:gd name="connsiteX40601" fmla="*/ 999683 w 2119654"/>
              <a:gd name="connsiteY40601" fmla="*/ 2250655 h 2398711"/>
              <a:gd name="connsiteX40602" fmla="*/ 1001679 w 2119654"/>
              <a:gd name="connsiteY40602" fmla="*/ 2255863 h 2398711"/>
              <a:gd name="connsiteX40603" fmla="*/ 1015320 w 2119654"/>
              <a:gd name="connsiteY40603" fmla="*/ 2254694 h 2398711"/>
              <a:gd name="connsiteX40604" fmla="*/ 1021178 w 2119654"/>
              <a:gd name="connsiteY40604" fmla="*/ 2246882 h 2398711"/>
              <a:gd name="connsiteX40605" fmla="*/ 1006476 w 2119654"/>
              <a:gd name="connsiteY40605" fmla="*/ 2247294 h 2398711"/>
              <a:gd name="connsiteX40606" fmla="*/ 1640175 w 2119654"/>
              <a:gd name="connsiteY40606" fmla="*/ 816284 h 2398711"/>
              <a:gd name="connsiteX40607" fmla="*/ 1639962 w 2119654"/>
              <a:gd name="connsiteY40607" fmla="*/ 826153 h 2398711"/>
              <a:gd name="connsiteX40608" fmla="*/ 1640056 w 2119654"/>
              <a:gd name="connsiteY40608" fmla="*/ 826850 h 2398711"/>
              <a:gd name="connsiteX40609" fmla="*/ 1642599 w 2119654"/>
              <a:gd name="connsiteY40609" fmla="*/ 822389 h 2398711"/>
              <a:gd name="connsiteX40610" fmla="*/ 1640426 w 2119654"/>
              <a:gd name="connsiteY40610" fmla="*/ 815830 h 2398711"/>
              <a:gd name="connsiteX40611" fmla="*/ 1697063 w 2119654"/>
              <a:gd name="connsiteY40611" fmla="*/ 688816 h 2398711"/>
              <a:gd name="connsiteX40612" fmla="*/ 1694341 w 2119654"/>
              <a:gd name="connsiteY40612" fmla="*/ 720547 h 2398711"/>
              <a:gd name="connsiteX40613" fmla="*/ 1699065 w 2119654"/>
              <a:gd name="connsiteY40613" fmla="*/ 758508 h 2398711"/>
              <a:gd name="connsiteX40614" fmla="*/ 1701703 w 2119654"/>
              <a:gd name="connsiteY40614" fmla="*/ 789892 h 2398711"/>
              <a:gd name="connsiteX40615" fmla="*/ 1703490 w 2119654"/>
              <a:gd name="connsiteY40615" fmla="*/ 784756 h 2398711"/>
              <a:gd name="connsiteX40616" fmla="*/ 1704875 w 2119654"/>
              <a:gd name="connsiteY40616" fmla="*/ 762898 h 2398711"/>
              <a:gd name="connsiteX40617" fmla="*/ 1704740 w 2119654"/>
              <a:gd name="connsiteY40617" fmla="*/ 753483 h 2398711"/>
              <a:gd name="connsiteX40618" fmla="*/ 1704887 w 2119654"/>
              <a:gd name="connsiteY40618" fmla="*/ 753665 h 2398711"/>
              <a:gd name="connsiteX40619" fmla="*/ 1704993 w 2119654"/>
              <a:gd name="connsiteY40619" fmla="*/ 761035 h 2398711"/>
              <a:gd name="connsiteX40620" fmla="*/ 1705540 w 2119654"/>
              <a:gd name="connsiteY40620" fmla="*/ 752412 h 2398711"/>
              <a:gd name="connsiteX40621" fmla="*/ 1705796 w 2119654"/>
              <a:gd name="connsiteY40621" fmla="*/ 725462 h 2398711"/>
              <a:gd name="connsiteX40622" fmla="*/ 1625526 w 2119654"/>
              <a:gd name="connsiteY40622" fmla="*/ 848977 h 2398711"/>
              <a:gd name="connsiteX40623" fmla="*/ 1624520 w 2119654"/>
              <a:gd name="connsiteY40623" fmla="*/ 854115 h 2398711"/>
              <a:gd name="connsiteX40624" fmla="*/ 1626230 w 2119654"/>
              <a:gd name="connsiteY40624" fmla="*/ 851115 h 2398711"/>
              <a:gd name="connsiteX40625" fmla="*/ 1639274 w 2119654"/>
              <a:gd name="connsiteY40625" fmla="*/ 817911 h 2398711"/>
              <a:gd name="connsiteX40626" fmla="*/ 1639162 w 2119654"/>
              <a:gd name="connsiteY40626" fmla="*/ 820266 h 2398711"/>
              <a:gd name="connsiteX40627" fmla="*/ 1639502 w 2119654"/>
              <a:gd name="connsiteY40627" fmla="*/ 822770 h 2398711"/>
              <a:gd name="connsiteX40628" fmla="*/ 1639621 w 2119654"/>
              <a:gd name="connsiteY40628" fmla="*/ 817285 h 2398711"/>
              <a:gd name="connsiteX40629" fmla="*/ 1015502 w 2119654"/>
              <a:gd name="connsiteY40629" fmla="*/ 2214170 h 2398711"/>
              <a:gd name="connsiteX40630" fmla="*/ 1015606 w 2119654"/>
              <a:gd name="connsiteY40630" fmla="*/ 2214280 h 2398711"/>
              <a:gd name="connsiteX40631" fmla="*/ 1015735 w 2119654"/>
              <a:gd name="connsiteY40631" fmla="*/ 2214210 h 2398711"/>
              <a:gd name="connsiteX40632" fmla="*/ 1640200 w 2119654"/>
              <a:gd name="connsiteY40632" fmla="*/ 815147 h 2398711"/>
              <a:gd name="connsiteX40633" fmla="*/ 1640197 w 2119654"/>
              <a:gd name="connsiteY40633" fmla="*/ 815297 h 2398711"/>
              <a:gd name="connsiteX40634" fmla="*/ 1640231 w 2119654"/>
              <a:gd name="connsiteY40634" fmla="*/ 815239 h 2398711"/>
              <a:gd name="connsiteX40635" fmla="*/ 1001645 w 2119654"/>
              <a:gd name="connsiteY40635" fmla="*/ 2243313 h 2398711"/>
              <a:gd name="connsiteX40636" fmla="*/ 1014228 w 2119654"/>
              <a:gd name="connsiteY40636" fmla="*/ 2242961 h 2398711"/>
              <a:gd name="connsiteX40637" fmla="*/ 1016420 w 2119654"/>
              <a:gd name="connsiteY40637" fmla="*/ 2241876 h 2398711"/>
              <a:gd name="connsiteX40638" fmla="*/ 1007067 w 2119654"/>
              <a:gd name="connsiteY40638" fmla="*/ 2238095 h 2398711"/>
              <a:gd name="connsiteX40639" fmla="*/ 1004300 w 2119654"/>
              <a:gd name="connsiteY40639" fmla="*/ 2241140 h 2398711"/>
              <a:gd name="connsiteX40640" fmla="*/ 1624665 w 2119654"/>
              <a:gd name="connsiteY40640" fmla="*/ 847661 h 2398711"/>
              <a:gd name="connsiteX40641" fmla="*/ 1623544 w 2119654"/>
              <a:gd name="connsiteY40641" fmla="*/ 850420 h 2398711"/>
              <a:gd name="connsiteX40642" fmla="*/ 1623708 w 2119654"/>
              <a:gd name="connsiteY40642" fmla="*/ 852498 h 2398711"/>
              <a:gd name="connsiteX40643" fmla="*/ 1628657 w 2119654"/>
              <a:gd name="connsiteY40643" fmla="*/ 837828 h 2398711"/>
              <a:gd name="connsiteX40644" fmla="*/ 1627578 w 2119654"/>
              <a:gd name="connsiteY40644" fmla="*/ 840487 h 2398711"/>
              <a:gd name="connsiteX40645" fmla="*/ 1628511 w 2119654"/>
              <a:gd name="connsiteY40645" fmla="*/ 843443 h 2398711"/>
              <a:gd name="connsiteX40646" fmla="*/ 1629027 w 2119654"/>
              <a:gd name="connsiteY40646" fmla="*/ 839889 h 2398711"/>
              <a:gd name="connsiteX40647" fmla="*/ 1639504 w 2119654"/>
              <a:gd name="connsiteY40647" fmla="*/ 813044 h 2398711"/>
              <a:gd name="connsiteX40648" fmla="*/ 1639324 w 2119654"/>
              <a:gd name="connsiteY40648" fmla="*/ 816813 h 2398711"/>
              <a:gd name="connsiteX40649" fmla="*/ 1639643 w 2119654"/>
              <a:gd name="connsiteY40649" fmla="*/ 816259 h 2398711"/>
              <a:gd name="connsiteX40650" fmla="*/ 1639700 w 2119654"/>
              <a:gd name="connsiteY40650" fmla="*/ 813637 h 2398711"/>
              <a:gd name="connsiteX40651" fmla="*/ 998481 w 2119654"/>
              <a:gd name="connsiteY40651" fmla="*/ 2247518 h 2398711"/>
              <a:gd name="connsiteX40652" fmla="*/ 999523 w 2119654"/>
              <a:gd name="connsiteY40652" fmla="*/ 2250236 h 2398711"/>
              <a:gd name="connsiteX40653" fmla="*/ 1005408 w 2119654"/>
              <a:gd name="connsiteY40653" fmla="*/ 2247325 h 2398711"/>
              <a:gd name="connsiteX40654" fmla="*/ 968934 w 2119654"/>
              <a:gd name="connsiteY40654" fmla="*/ 2313378 h 2398711"/>
              <a:gd name="connsiteX40655" fmla="*/ 971574 w 2119654"/>
              <a:gd name="connsiteY40655" fmla="*/ 2316488 h 2398711"/>
              <a:gd name="connsiteX40656" fmla="*/ 993115 w 2119654"/>
              <a:gd name="connsiteY40656" fmla="*/ 2309632 h 2398711"/>
              <a:gd name="connsiteX40657" fmla="*/ 1002862 w 2119654"/>
              <a:gd name="connsiteY40657" fmla="*/ 2306385 h 2398711"/>
              <a:gd name="connsiteX40658" fmla="*/ 1008692 w 2119654"/>
              <a:gd name="connsiteY40658" fmla="*/ 2302160 h 2398711"/>
              <a:gd name="connsiteX40659" fmla="*/ 1007759 w 2119654"/>
              <a:gd name="connsiteY40659" fmla="*/ 2300990 h 2398711"/>
              <a:gd name="connsiteX40660" fmla="*/ 999094 w 2119654"/>
              <a:gd name="connsiteY40660" fmla="*/ 2302248 h 2398711"/>
              <a:gd name="connsiteX40661" fmla="*/ 1638116 w 2119654"/>
              <a:gd name="connsiteY40661" fmla="*/ 814536 h 2398711"/>
              <a:gd name="connsiteX40662" fmla="*/ 1638061 w 2119654"/>
              <a:gd name="connsiteY40662" fmla="*/ 814671 h 2398711"/>
              <a:gd name="connsiteX40663" fmla="*/ 1638030 w 2119654"/>
              <a:gd name="connsiteY40663" fmla="*/ 815231 h 2398711"/>
              <a:gd name="connsiteX40664" fmla="*/ 1638063 w 2119654"/>
              <a:gd name="connsiteY40664" fmla="*/ 815395 h 2398711"/>
              <a:gd name="connsiteX40665" fmla="*/ 1638115 w 2119654"/>
              <a:gd name="connsiteY40665" fmla="*/ 815092 h 2398711"/>
              <a:gd name="connsiteX40666" fmla="*/ 1638127 w 2119654"/>
              <a:gd name="connsiteY40666" fmla="*/ 814621 h 2398711"/>
              <a:gd name="connsiteX40667" fmla="*/ 1009896 w 2119654"/>
              <a:gd name="connsiteY40667" fmla="*/ 2220622 h 2398711"/>
              <a:gd name="connsiteX40668" fmla="*/ 1011355 w 2119654"/>
              <a:gd name="connsiteY40668" fmla="*/ 2221542 h 2398711"/>
              <a:gd name="connsiteX40669" fmla="*/ 1015586 w 2119654"/>
              <a:gd name="connsiteY40669" fmla="*/ 2221169 h 2398711"/>
              <a:gd name="connsiteX40670" fmla="*/ 1018030 w 2119654"/>
              <a:gd name="connsiteY40670" fmla="*/ 2217556 h 2398711"/>
              <a:gd name="connsiteX40671" fmla="*/ 1016587 w 2119654"/>
              <a:gd name="connsiteY40671" fmla="*/ 2216039 h 2398711"/>
              <a:gd name="connsiteX40672" fmla="*/ 1016502 w 2119654"/>
              <a:gd name="connsiteY40672" fmla="*/ 2216001 h 2398711"/>
              <a:gd name="connsiteX40673" fmla="*/ 1639790 w 2119654"/>
              <a:gd name="connsiteY40673" fmla="*/ 809524 h 2398711"/>
              <a:gd name="connsiteX40674" fmla="*/ 1639650 w 2119654"/>
              <a:gd name="connsiteY40674" fmla="*/ 809955 h 2398711"/>
              <a:gd name="connsiteX40675" fmla="*/ 1639558 w 2119654"/>
              <a:gd name="connsiteY40675" fmla="*/ 811905 h 2398711"/>
              <a:gd name="connsiteX40676" fmla="*/ 1639727 w 2119654"/>
              <a:gd name="connsiteY40676" fmla="*/ 812395 h 2398711"/>
              <a:gd name="connsiteX40677" fmla="*/ 1012624 w 2119654"/>
              <a:gd name="connsiteY40677" fmla="*/ 2213714 h 2398711"/>
              <a:gd name="connsiteX40678" fmla="*/ 1014852 w 2119654"/>
              <a:gd name="connsiteY40678" fmla="*/ 2214694 h 2398711"/>
              <a:gd name="connsiteX40679" fmla="*/ 1015151 w 2119654"/>
              <a:gd name="connsiteY40679" fmla="*/ 2214530 h 2398711"/>
              <a:gd name="connsiteX40680" fmla="*/ 1014677 w 2119654"/>
              <a:gd name="connsiteY40680" fmla="*/ 2214030 h 2398711"/>
              <a:gd name="connsiteX40681" fmla="*/ 1012654 w 2119654"/>
              <a:gd name="connsiteY40681" fmla="*/ 2213687 h 2398711"/>
              <a:gd name="connsiteX40682" fmla="*/ 1658403 w 2119654"/>
              <a:gd name="connsiteY40682" fmla="*/ 766791 h 2398711"/>
              <a:gd name="connsiteX40683" fmla="*/ 1658254 w 2119654"/>
              <a:gd name="connsiteY40683" fmla="*/ 782495 h 2398711"/>
              <a:gd name="connsiteX40684" fmla="*/ 1658196 w 2119654"/>
              <a:gd name="connsiteY40684" fmla="*/ 783118 h 2398711"/>
              <a:gd name="connsiteX40685" fmla="*/ 1659870 w 2119654"/>
              <a:gd name="connsiteY40685" fmla="*/ 780095 h 2398711"/>
              <a:gd name="connsiteX40686" fmla="*/ 1017034 w 2119654"/>
              <a:gd name="connsiteY40686" fmla="*/ 2202172 h 2398711"/>
              <a:gd name="connsiteX40687" fmla="*/ 1023117 w 2119654"/>
              <a:gd name="connsiteY40687" fmla="*/ 2199761 h 2398711"/>
              <a:gd name="connsiteX40688" fmla="*/ 1029252 w 2119654"/>
              <a:gd name="connsiteY40688" fmla="*/ 2195109 h 2398711"/>
              <a:gd name="connsiteX40689" fmla="*/ 1028013 w 2119654"/>
              <a:gd name="connsiteY40689" fmla="*/ 2194065 h 2398711"/>
              <a:gd name="connsiteX40690" fmla="*/ 1023543 w 2119654"/>
              <a:gd name="connsiteY40690" fmla="*/ 2196840 h 2398711"/>
              <a:gd name="connsiteX40691" fmla="*/ 1676056 w 2119654"/>
              <a:gd name="connsiteY40691" fmla="*/ 726346 h 2398711"/>
              <a:gd name="connsiteX40692" fmla="*/ 1677225 w 2119654"/>
              <a:gd name="connsiteY40692" fmla="*/ 733762 h 2398711"/>
              <a:gd name="connsiteX40693" fmla="*/ 1677309 w 2119654"/>
              <a:gd name="connsiteY40693" fmla="*/ 731453 h 2398711"/>
              <a:gd name="connsiteX40694" fmla="*/ 1024801 w 2119654"/>
              <a:gd name="connsiteY40694" fmla="*/ 2184602 h 2398711"/>
              <a:gd name="connsiteX40695" fmla="*/ 1026857 w 2119654"/>
              <a:gd name="connsiteY40695" fmla="*/ 2185700 h 2398711"/>
              <a:gd name="connsiteX40696" fmla="*/ 1028024 w 2119654"/>
              <a:gd name="connsiteY40696" fmla="*/ 2184425 h 2398711"/>
              <a:gd name="connsiteX40697" fmla="*/ 1027546 w 2119654"/>
              <a:gd name="connsiteY40697" fmla="*/ 2183972 h 2398711"/>
              <a:gd name="connsiteX40698" fmla="*/ 1026738 w 2119654"/>
              <a:gd name="connsiteY40698" fmla="*/ 2183983 h 2398711"/>
              <a:gd name="connsiteX40699" fmla="*/ 1642162 w 2119654"/>
              <a:gd name="connsiteY40699" fmla="*/ 802179 h 2398711"/>
              <a:gd name="connsiteX40700" fmla="*/ 1640360 w 2119654"/>
              <a:gd name="connsiteY40700" fmla="*/ 807758 h 2398711"/>
              <a:gd name="connsiteX40701" fmla="*/ 1640229 w 2119654"/>
              <a:gd name="connsiteY40701" fmla="*/ 813841 h 2398711"/>
              <a:gd name="connsiteX40702" fmla="*/ 1640531 w 2119654"/>
              <a:gd name="connsiteY40702" fmla="*/ 814714 h 2398711"/>
              <a:gd name="connsiteX40703" fmla="*/ 1643322 w 2119654"/>
              <a:gd name="connsiteY40703" fmla="*/ 809858 h 2398711"/>
              <a:gd name="connsiteX40704" fmla="*/ 1008122 w 2119654"/>
              <a:gd name="connsiteY40704" fmla="*/ 2221827 h 2398711"/>
              <a:gd name="connsiteX40705" fmla="*/ 1011063 w 2119654"/>
              <a:gd name="connsiteY40705" fmla="*/ 2221568 h 2398711"/>
              <a:gd name="connsiteX40706" fmla="*/ 1009738 w 2119654"/>
              <a:gd name="connsiteY40706" fmla="*/ 2220732 h 2398711"/>
              <a:gd name="connsiteX40707" fmla="*/ 1008755 w 2119654"/>
              <a:gd name="connsiteY40707" fmla="*/ 2221419 h 2398711"/>
              <a:gd name="connsiteX40708" fmla="*/ 1004877 w 2119654"/>
              <a:gd name="connsiteY40708" fmla="*/ 2228627 h 2398711"/>
              <a:gd name="connsiteX40709" fmla="*/ 1007163 w 2119654"/>
              <a:gd name="connsiteY40709" fmla="*/ 2230912 h 2398711"/>
              <a:gd name="connsiteX40710" fmla="*/ 1008760 w 2119654"/>
              <a:gd name="connsiteY40710" fmla="*/ 2229154 h 2398711"/>
              <a:gd name="connsiteX40711" fmla="*/ 1650221 w 2119654"/>
              <a:gd name="connsiteY40711" fmla="*/ 783435 h 2398711"/>
              <a:gd name="connsiteX40712" fmla="*/ 1651528 w 2119654"/>
              <a:gd name="connsiteY40712" fmla="*/ 792618 h 2398711"/>
              <a:gd name="connsiteX40713" fmla="*/ 1652166 w 2119654"/>
              <a:gd name="connsiteY40713" fmla="*/ 790250 h 2398711"/>
              <a:gd name="connsiteX40714" fmla="*/ 1643018 w 2119654"/>
              <a:gd name="connsiteY40714" fmla="*/ 799532 h 2398711"/>
              <a:gd name="connsiteX40715" fmla="*/ 1642373 w 2119654"/>
              <a:gd name="connsiteY40715" fmla="*/ 801530 h 2398711"/>
              <a:gd name="connsiteX40716" fmla="*/ 1643651 w 2119654"/>
              <a:gd name="connsiteY40716" fmla="*/ 809287 h 2398711"/>
              <a:gd name="connsiteX40717" fmla="*/ 1644331 w 2119654"/>
              <a:gd name="connsiteY40717" fmla="*/ 808101 h 2398711"/>
              <a:gd name="connsiteX40718" fmla="*/ 1644220 w 2119654"/>
              <a:gd name="connsiteY40718" fmla="*/ 807149 h 2398711"/>
              <a:gd name="connsiteX40719" fmla="*/ 990720 w 2119654"/>
              <a:gd name="connsiteY40719" fmla="*/ 2260120 h 2398711"/>
              <a:gd name="connsiteX40720" fmla="*/ 1002770 w 2119654"/>
              <a:gd name="connsiteY40720" fmla="*/ 2271412 h 2398711"/>
              <a:gd name="connsiteX40721" fmla="*/ 1003198 w 2119654"/>
              <a:gd name="connsiteY40721" fmla="*/ 2270857 h 2398711"/>
              <a:gd name="connsiteX40722" fmla="*/ 1004711 w 2119654"/>
              <a:gd name="connsiteY40722" fmla="*/ 2268839 h 2398711"/>
              <a:gd name="connsiteX40723" fmla="*/ 1000267 w 2119654"/>
              <a:gd name="connsiteY40723" fmla="*/ 2266127 h 2398711"/>
              <a:gd name="connsiteX40724" fmla="*/ 1675469 w 2119654"/>
              <a:gd name="connsiteY40724" fmla="*/ 726557 h 2398711"/>
              <a:gd name="connsiteX40725" fmla="*/ 1667180 w 2119654"/>
              <a:gd name="connsiteY40725" fmla="*/ 809525 h 2398711"/>
              <a:gd name="connsiteX40726" fmla="*/ 1669155 w 2119654"/>
              <a:gd name="connsiteY40726" fmla="*/ 801368 h 2398711"/>
              <a:gd name="connsiteX40727" fmla="*/ 1676444 w 2119654"/>
              <a:gd name="connsiteY40727" fmla="*/ 755151 h 2398711"/>
              <a:gd name="connsiteX40728" fmla="*/ 1676512 w 2119654"/>
              <a:gd name="connsiteY40728" fmla="*/ 753313 h 2398711"/>
              <a:gd name="connsiteX40729" fmla="*/ 1675555 w 2119654"/>
              <a:gd name="connsiteY40729" fmla="*/ 747797 h 2398711"/>
              <a:gd name="connsiteX40730" fmla="*/ 1675853 w 2119654"/>
              <a:gd name="connsiteY40730" fmla="*/ 748065 h 2398711"/>
              <a:gd name="connsiteX40731" fmla="*/ 1676556 w 2119654"/>
              <a:gd name="connsiteY40731" fmla="*/ 752113 h 2398711"/>
              <a:gd name="connsiteX40732" fmla="*/ 1677109 w 2119654"/>
              <a:gd name="connsiteY40732" fmla="*/ 736953 h 2398711"/>
              <a:gd name="connsiteX40733" fmla="*/ 1676093 w 2119654"/>
              <a:gd name="connsiteY40733" fmla="*/ 725158 h 2398711"/>
              <a:gd name="connsiteX40734" fmla="*/ 1677353 w 2119654"/>
              <a:gd name="connsiteY40734" fmla="*/ 730283 h 2398711"/>
              <a:gd name="connsiteX40735" fmla="*/ 1677668 w 2119654"/>
              <a:gd name="connsiteY40735" fmla="*/ 721642 h 2398711"/>
              <a:gd name="connsiteX40736" fmla="*/ 1670737 w 2119654"/>
              <a:gd name="connsiteY40736" fmla="*/ 737122 h 2398711"/>
              <a:gd name="connsiteX40737" fmla="*/ 1665312 w 2119654"/>
              <a:gd name="connsiteY40737" fmla="*/ 767338 h 2398711"/>
              <a:gd name="connsiteX40738" fmla="*/ 1661631 w 2119654"/>
              <a:gd name="connsiteY40738" fmla="*/ 786326 h 2398711"/>
              <a:gd name="connsiteX40739" fmla="*/ 1661410 w 2119654"/>
              <a:gd name="connsiteY40739" fmla="*/ 788000 h 2398711"/>
              <a:gd name="connsiteX40740" fmla="*/ 1664460 w 2119654"/>
              <a:gd name="connsiteY40740" fmla="*/ 815683 h 2398711"/>
              <a:gd name="connsiteX40741" fmla="*/ 1665566 w 2119654"/>
              <a:gd name="connsiteY40741" fmla="*/ 813554 h 2398711"/>
              <a:gd name="connsiteX40742" fmla="*/ 1674128 w 2119654"/>
              <a:gd name="connsiteY40742" fmla="*/ 729548 h 2398711"/>
              <a:gd name="connsiteX40743" fmla="*/ 1666799 w 2119654"/>
              <a:gd name="connsiteY40743" fmla="*/ 745917 h 2398711"/>
              <a:gd name="connsiteX40744" fmla="*/ 1665177 w 2119654"/>
              <a:gd name="connsiteY40744" fmla="*/ 759565 h 2398711"/>
              <a:gd name="connsiteX40745" fmla="*/ 1663291 w 2119654"/>
              <a:gd name="connsiteY40745" fmla="*/ 773804 h 2398711"/>
              <a:gd name="connsiteX40746" fmla="*/ 1670144 w 2119654"/>
              <a:gd name="connsiteY40746" fmla="*/ 738445 h 2398711"/>
              <a:gd name="connsiteX40747" fmla="*/ 1658504 w 2119654"/>
              <a:gd name="connsiteY40747" fmla="*/ 764442 h 2398711"/>
              <a:gd name="connsiteX40748" fmla="*/ 1660338 w 2119654"/>
              <a:gd name="connsiteY40748" fmla="*/ 779251 h 2398711"/>
              <a:gd name="connsiteX40749" fmla="*/ 1661096 w 2119654"/>
              <a:gd name="connsiteY40749" fmla="*/ 777882 h 2398711"/>
              <a:gd name="connsiteX40750" fmla="*/ 1661208 w 2119654"/>
              <a:gd name="connsiteY40750" fmla="*/ 778311 h 2398711"/>
              <a:gd name="connsiteX40751" fmla="*/ 1660401 w 2119654"/>
              <a:gd name="connsiteY40751" fmla="*/ 779766 h 2398711"/>
              <a:gd name="connsiteX40752" fmla="*/ 1661077 w 2119654"/>
              <a:gd name="connsiteY40752" fmla="*/ 785223 h 2398711"/>
              <a:gd name="connsiteX40753" fmla="*/ 1661208 w 2119654"/>
              <a:gd name="connsiteY40753" fmla="*/ 784547 h 2398711"/>
              <a:gd name="connsiteX40754" fmla="*/ 1661338 w 2119654"/>
              <a:gd name="connsiteY40754" fmla="*/ 776335 h 2398711"/>
              <a:gd name="connsiteX40755" fmla="*/ 1661481 w 2119654"/>
              <a:gd name="connsiteY40755" fmla="*/ 776524 h 2398711"/>
              <a:gd name="connsiteX40756" fmla="*/ 1661366 w 2119654"/>
              <a:gd name="connsiteY40756" fmla="*/ 783730 h 2398711"/>
              <a:gd name="connsiteX40757" fmla="*/ 1662153 w 2119654"/>
              <a:gd name="connsiteY40757" fmla="*/ 779676 h 2398711"/>
              <a:gd name="connsiteX40758" fmla="*/ 1666553 w 2119654"/>
              <a:gd name="connsiteY40758" fmla="*/ 746468 h 2398711"/>
              <a:gd name="connsiteX40759" fmla="*/ 1657319 w 2119654"/>
              <a:gd name="connsiteY40759" fmla="*/ 767016 h 2398711"/>
              <a:gd name="connsiteX40760" fmla="*/ 1656117 w 2119654"/>
              <a:gd name="connsiteY40760" fmla="*/ 778777 h 2398711"/>
              <a:gd name="connsiteX40761" fmla="*/ 1656661 w 2119654"/>
              <a:gd name="connsiteY40761" fmla="*/ 785860 h 2398711"/>
              <a:gd name="connsiteX40762" fmla="*/ 1657998 w 2119654"/>
              <a:gd name="connsiteY40762" fmla="*/ 771594 h 2398711"/>
              <a:gd name="connsiteX40763" fmla="*/ 1658056 w 2119654"/>
              <a:gd name="connsiteY40763" fmla="*/ 765430 h 2398711"/>
              <a:gd name="connsiteX40764" fmla="*/ 1655513 w 2119654"/>
              <a:gd name="connsiteY40764" fmla="*/ 770906 h 2398711"/>
              <a:gd name="connsiteX40765" fmla="*/ 1655890 w 2119654"/>
              <a:gd name="connsiteY40765" fmla="*/ 775819 h 2398711"/>
              <a:gd name="connsiteX40766" fmla="*/ 1656772 w 2119654"/>
              <a:gd name="connsiteY40766" fmla="*/ 768194 h 2398711"/>
              <a:gd name="connsiteX40767" fmla="*/ 1647954 w 2119654"/>
              <a:gd name="connsiteY40767" fmla="*/ 787725 h 2398711"/>
              <a:gd name="connsiteX40768" fmla="*/ 1647135 w 2119654"/>
              <a:gd name="connsiteY40768" fmla="*/ 798196 h 2398711"/>
              <a:gd name="connsiteX40769" fmla="*/ 1646984 w 2119654"/>
              <a:gd name="connsiteY40769" fmla="*/ 803362 h 2398711"/>
              <a:gd name="connsiteX40770" fmla="*/ 1647707 w 2119654"/>
              <a:gd name="connsiteY40770" fmla="*/ 802054 h 2398711"/>
              <a:gd name="connsiteX40771" fmla="*/ 1647813 w 2119654"/>
              <a:gd name="connsiteY40771" fmla="*/ 793365 h 2398711"/>
              <a:gd name="connsiteX40772" fmla="*/ 1647921 w 2119654"/>
              <a:gd name="connsiteY40772" fmla="*/ 793505 h 2398711"/>
              <a:gd name="connsiteX40773" fmla="*/ 1647820 w 2119654"/>
              <a:gd name="connsiteY40773" fmla="*/ 801853 h 2398711"/>
              <a:gd name="connsiteX40774" fmla="*/ 1649388 w 2119654"/>
              <a:gd name="connsiteY40774" fmla="*/ 799023 h 2398711"/>
              <a:gd name="connsiteX40775" fmla="*/ 1008427 w 2119654"/>
              <a:gd name="connsiteY40775" fmla="*/ 2219696 h 2398711"/>
              <a:gd name="connsiteX40776" fmla="*/ 1009197 w 2119654"/>
              <a:gd name="connsiteY40776" fmla="*/ 2220181 h 2398711"/>
              <a:gd name="connsiteX40777" fmla="*/ 1013660 w 2119654"/>
              <a:gd name="connsiteY40777" fmla="*/ 2217060 h 2398711"/>
              <a:gd name="connsiteX40778" fmla="*/ 1011808 w 2119654"/>
              <a:gd name="connsiteY40778" fmla="*/ 2217840 h 2398711"/>
              <a:gd name="connsiteX40779" fmla="*/ 1023898 w 2119654"/>
              <a:gd name="connsiteY40779" fmla="*/ 2184891 h 2398711"/>
              <a:gd name="connsiteX40780" fmla="*/ 1026098 w 2119654"/>
              <a:gd name="connsiteY40780" fmla="*/ 2186527 h 2398711"/>
              <a:gd name="connsiteX40781" fmla="*/ 1026690 w 2119654"/>
              <a:gd name="connsiteY40781" fmla="*/ 2185881 h 2398711"/>
              <a:gd name="connsiteX40782" fmla="*/ 1024438 w 2119654"/>
              <a:gd name="connsiteY40782" fmla="*/ 2184719 h 2398711"/>
              <a:gd name="connsiteX40783" fmla="*/ 1650569 w 2119654"/>
              <a:gd name="connsiteY40783" fmla="*/ 781552 h 2398711"/>
              <a:gd name="connsiteX40784" fmla="*/ 1653736 w 2119654"/>
              <a:gd name="connsiteY40784" fmla="*/ 791171 h 2398711"/>
              <a:gd name="connsiteX40785" fmla="*/ 1654211 w 2119654"/>
              <a:gd name="connsiteY40785" fmla="*/ 790312 h 2398711"/>
              <a:gd name="connsiteX40786" fmla="*/ 1655486 w 2119654"/>
              <a:gd name="connsiteY40786" fmla="*/ 779307 h 2398711"/>
              <a:gd name="connsiteX40787" fmla="*/ 1654936 w 2119654"/>
              <a:gd name="connsiteY40787" fmla="*/ 772148 h 2398711"/>
              <a:gd name="connsiteX40788" fmla="*/ 1648555 w 2119654"/>
              <a:gd name="connsiteY40788" fmla="*/ 785888 h 2398711"/>
              <a:gd name="connsiteX40789" fmla="*/ 1650066 w 2119654"/>
              <a:gd name="connsiteY40789" fmla="*/ 797798 h 2398711"/>
              <a:gd name="connsiteX40790" fmla="*/ 1650198 w 2119654"/>
              <a:gd name="connsiteY40790" fmla="*/ 797559 h 2398711"/>
              <a:gd name="connsiteX40791" fmla="*/ 1651307 w 2119654"/>
              <a:gd name="connsiteY40791" fmla="*/ 793441 h 2398711"/>
              <a:gd name="connsiteX40792" fmla="*/ 1649838 w 2119654"/>
              <a:gd name="connsiteY40792" fmla="*/ 783126 h 2398711"/>
              <a:gd name="connsiteX40793" fmla="*/ 1647424 w 2119654"/>
              <a:gd name="connsiteY40793" fmla="*/ 788322 h 2398711"/>
              <a:gd name="connsiteX40794" fmla="*/ 1647242 w 2119654"/>
              <a:gd name="connsiteY40794" fmla="*/ 794554 h 2398711"/>
              <a:gd name="connsiteX40795" fmla="*/ 1647792 w 2119654"/>
              <a:gd name="connsiteY40795" fmla="*/ 787531 h 2398711"/>
              <a:gd name="connsiteX40796" fmla="*/ 1644849 w 2119654"/>
              <a:gd name="connsiteY40796" fmla="*/ 793867 h 2398711"/>
              <a:gd name="connsiteX40797" fmla="*/ 1643329 w 2119654"/>
              <a:gd name="connsiteY40797" fmla="*/ 798570 h 2398711"/>
              <a:gd name="connsiteX40798" fmla="*/ 1644725 w 2119654"/>
              <a:gd name="connsiteY40798" fmla="*/ 807417 h 2398711"/>
              <a:gd name="connsiteX40799" fmla="*/ 1645074 w 2119654"/>
              <a:gd name="connsiteY40799" fmla="*/ 806809 h 2398711"/>
              <a:gd name="connsiteX40800" fmla="*/ 1646398 w 2119654"/>
              <a:gd name="connsiteY40800" fmla="*/ 804419 h 2398711"/>
              <a:gd name="connsiteX40801" fmla="*/ 1646575 w 2119654"/>
              <a:gd name="connsiteY40801" fmla="*/ 802493 h 2398711"/>
              <a:gd name="connsiteX40802" fmla="*/ 1646961 w 2119654"/>
              <a:gd name="connsiteY40802" fmla="*/ 789319 h 2398711"/>
              <a:gd name="connsiteX40803" fmla="*/ 1023050 w 2119654"/>
              <a:gd name="connsiteY40803" fmla="*/ 2185372 h 2398711"/>
              <a:gd name="connsiteX40804" fmla="*/ 1025003 w 2119654"/>
              <a:gd name="connsiteY40804" fmla="*/ 2187723 h 2398711"/>
              <a:gd name="connsiteX40805" fmla="*/ 1025866 w 2119654"/>
              <a:gd name="connsiteY40805" fmla="*/ 2186780 h 2398711"/>
              <a:gd name="connsiteX40806" fmla="*/ 1023523 w 2119654"/>
              <a:gd name="connsiteY40806" fmla="*/ 2185040 h 2398711"/>
              <a:gd name="connsiteX40807" fmla="*/ 1630097 w 2119654"/>
              <a:gd name="connsiteY40807" fmla="*/ 825631 h 2398711"/>
              <a:gd name="connsiteX40808" fmla="*/ 1629058 w 2119654"/>
              <a:gd name="connsiteY40808" fmla="*/ 830933 h 2398711"/>
              <a:gd name="connsiteX40809" fmla="*/ 1629069 w 2119654"/>
              <a:gd name="connsiteY40809" fmla="*/ 830990 h 2398711"/>
              <a:gd name="connsiteX40810" fmla="*/ 1630880 w 2119654"/>
              <a:gd name="connsiteY40810" fmla="*/ 826530 h 2398711"/>
              <a:gd name="connsiteX40811" fmla="*/ 1630707 w 2119654"/>
              <a:gd name="connsiteY40811" fmla="*/ 824317 h 2398711"/>
              <a:gd name="connsiteX40812" fmla="*/ 1623029 w 2119654"/>
              <a:gd name="connsiteY40812" fmla="*/ 841397 h 2398711"/>
              <a:gd name="connsiteX40813" fmla="*/ 1622883 w 2119654"/>
              <a:gd name="connsiteY40813" fmla="*/ 842001 h 2398711"/>
              <a:gd name="connsiteX40814" fmla="*/ 1623119 w 2119654"/>
              <a:gd name="connsiteY40814" fmla="*/ 845013 h 2398711"/>
              <a:gd name="connsiteX40815" fmla="*/ 1623819 w 2119654"/>
              <a:gd name="connsiteY40815" fmla="*/ 843796 h 2398711"/>
              <a:gd name="connsiteX40816" fmla="*/ 1625806 w 2119654"/>
              <a:gd name="connsiteY40816" fmla="*/ 834870 h 2398711"/>
              <a:gd name="connsiteX40817" fmla="*/ 1626543 w 2119654"/>
              <a:gd name="connsiteY40817" fmla="*/ 837210 h 2398711"/>
              <a:gd name="connsiteX40818" fmla="*/ 1626912 w 2119654"/>
              <a:gd name="connsiteY40818" fmla="*/ 836303 h 2398711"/>
              <a:gd name="connsiteX40819" fmla="*/ 1627606 w 2119654"/>
              <a:gd name="connsiteY40819" fmla="*/ 832798 h 2398711"/>
              <a:gd name="connsiteX40820" fmla="*/ 1627286 w 2119654"/>
              <a:gd name="connsiteY40820" fmla="*/ 831681 h 2398711"/>
              <a:gd name="connsiteX40821" fmla="*/ 989532 w 2119654"/>
              <a:gd name="connsiteY40821" fmla="*/ 2259573 h 2398711"/>
              <a:gd name="connsiteX40822" fmla="*/ 999118 w 2119654"/>
              <a:gd name="connsiteY40822" fmla="*/ 2276145 h 2398711"/>
              <a:gd name="connsiteX40823" fmla="*/ 1002583 w 2119654"/>
              <a:gd name="connsiteY40823" fmla="*/ 2271654 h 2398711"/>
              <a:gd name="connsiteX40824" fmla="*/ 1000085 w 2119654"/>
              <a:gd name="connsiteY40824" fmla="*/ 2269463 h 2398711"/>
              <a:gd name="connsiteX40825" fmla="*/ 1647025 w 2119654"/>
              <a:gd name="connsiteY40825" fmla="*/ 787132 h 2398711"/>
              <a:gd name="connsiteX40826" fmla="*/ 1646820 w 2119654"/>
              <a:gd name="connsiteY40826" fmla="*/ 787767 h 2398711"/>
              <a:gd name="connsiteX40827" fmla="*/ 1647019 w 2119654"/>
              <a:gd name="connsiteY40827" fmla="*/ 787341 h 2398711"/>
              <a:gd name="connsiteX40828" fmla="*/ 1647638 w 2119654"/>
              <a:gd name="connsiteY40828" fmla="*/ 785235 h 2398711"/>
              <a:gd name="connsiteX40829" fmla="*/ 1647503 w 2119654"/>
              <a:gd name="connsiteY40829" fmla="*/ 785655 h 2398711"/>
              <a:gd name="connsiteX40830" fmla="*/ 1647483 w 2119654"/>
              <a:gd name="connsiteY40830" fmla="*/ 786348 h 2398711"/>
              <a:gd name="connsiteX40831" fmla="*/ 1647716 w 2119654"/>
              <a:gd name="connsiteY40831" fmla="*/ 785848 h 2398711"/>
              <a:gd name="connsiteX40832" fmla="*/ 1031224 w 2119654"/>
              <a:gd name="connsiteY40832" fmla="*/ 2165225 h 2398711"/>
              <a:gd name="connsiteX40833" fmla="*/ 1031683 w 2119654"/>
              <a:gd name="connsiteY40833" fmla="*/ 2165589 h 2398711"/>
              <a:gd name="connsiteX40834" fmla="*/ 1031706 w 2119654"/>
              <a:gd name="connsiteY40834" fmla="*/ 2165563 h 2398711"/>
              <a:gd name="connsiteX40835" fmla="*/ 1031493 w 2119654"/>
              <a:gd name="connsiteY40835" fmla="*/ 2165261 h 2398711"/>
              <a:gd name="connsiteX40836" fmla="*/ 1021763 w 2119654"/>
              <a:gd name="connsiteY40836" fmla="*/ 2186274 h 2398711"/>
              <a:gd name="connsiteX40837" fmla="*/ 1024434 w 2119654"/>
              <a:gd name="connsiteY40837" fmla="*/ 2188335 h 2398711"/>
              <a:gd name="connsiteX40838" fmla="*/ 1024447 w 2119654"/>
              <a:gd name="connsiteY40838" fmla="*/ 2188329 h 2398711"/>
              <a:gd name="connsiteX40839" fmla="*/ 1024949 w 2119654"/>
              <a:gd name="connsiteY40839" fmla="*/ 2187782 h 2398711"/>
              <a:gd name="connsiteX40840" fmla="*/ 1024773 w 2119654"/>
              <a:gd name="connsiteY40840" fmla="*/ 2187760 h 2398711"/>
              <a:gd name="connsiteX40841" fmla="*/ 1022885 w 2119654"/>
              <a:gd name="connsiteY40841" fmla="*/ 2185488 h 2398711"/>
              <a:gd name="connsiteX40842" fmla="*/ 1657853 w 2119654"/>
              <a:gd name="connsiteY40842" fmla="*/ 761791 h 2398711"/>
              <a:gd name="connsiteX40843" fmla="*/ 1657546 w 2119654"/>
              <a:gd name="connsiteY40843" fmla="*/ 764793 h 2398711"/>
              <a:gd name="connsiteX40844" fmla="*/ 1658061 w 2119654"/>
              <a:gd name="connsiteY40844" fmla="*/ 763688 h 2398711"/>
              <a:gd name="connsiteX40845" fmla="*/ 1649259 w 2119654"/>
              <a:gd name="connsiteY40845" fmla="*/ 780218 h 2398711"/>
              <a:gd name="connsiteX40846" fmla="*/ 1648312 w 2119654"/>
              <a:gd name="connsiteY40846" fmla="*/ 783150 h 2398711"/>
              <a:gd name="connsiteX40847" fmla="*/ 1648272 w 2119654"/>
              <a:gd name="connsiteY40847" fmla="*/ 783661 h 2398711"/>
              <a:gd name="connsiteX40848" fmla="*/ 1648372 w 2119654"/>
              <a:gd name="connsiteY40848" fmla="*/ 784445 h 2398711"/>
              <a:gd name="connsiteX40849" fmla="*/ 1649639 w 2119654"/>
              <a:gd name="connsiteY40849" fmla="*/ 781729 h 2398711"/>
              <a:gd name="connsiteX40850" fmla="*/ 1649550 w 2119654"/>
              <a:gd name="connsiteY40850" fmla="*/ 781099 h 2398711"/>
              <a:gd name="connsiteX40851" fmla="*/ 1606499 w 2119654"/>
              <a:gd name="connsiteY40851" fmla="*/ 875898 h 2398711"/>
              <a:gd name="connsiteX40852" fmla="*/ 1606083 w 2119654"/>
              <a:gd name="connsiteY40852" fmla="*/ 877624 h 2398711"/>
              <a:gd name="connsiteX40853" fmla="*/ 1606275 w 2119654"/>
              <a:gd name="connsiteY40853" fmla="*/ 878170 h 2398711"/>
              <a:gd name="connsiteX40854" fmla="*/ 1606811 w 2119654"/>
              <a:gd name="connsiteY40854" fmla="*/ 877203 h 2398711"/>
              <a:gd name="connsiteX40855" fmla="*/ 1006804 w 2119654"/>
              <a:gd name="connsiteY40855" fmla="*/ 2218672 h 2398711"/>
              <a:gd name="connsiteX40856" fmla="*/ 1007176 w 2119654"/>
              <a:gd name="connsiteY40856" fmla="*/ 2218906 h 2398711"/>
              <a:gd name="connsiteX40857" fmla="*/ 1014264 w 2119654"/>
              <a:gd name="connsiteY40857" fmla="*/ 2215017 h 2398711"/>
              <a:gd name="connsiteX40858" fmla="*/ 1012178 w 2119654"/>
              <a:gd name="connsiteY40858" fmla="*/ 2214099 h 2398711"/>
              <a:gd name="connsiteX40859" fmla="*/ 1009974 w 2119654"/>
              <a:gd name="connsiteY40859" fmla="*/ 2216006 h 2398711"/>
              <a:gd name="connsiteX40860" fmla="*/ 1020500 w 2119654"/>
              <a:gd name="connsiteY40860" fmla="*/ 2187160 h 2398711"/>
              <a:gd name="connsiteX40861" fmla="*/ 1023334 w 2119654"/>
              <a:gd name="connsiteY40861" fmla="*/ 2189544 h 2398711"/>
              <a:gd name="connsiteX40862" fmla="*/ 1024219 w 2119654"/>
              <a:gd name="connsiteY40862" fmla="*/ 2188578 h 2398711"/>
              <a:gd name="connsiteX40863" fmla="*/ 1024172 w 2119654"/>
              <a:gd name="connsiteY40863" fmla="*/ 2188541 h 2398711"/>
              <a:gd name="connsiteX40864" fmla="*/ 1023277 w 2119654"/>
              <a:gd name="connsiteY40864" fmla="*/ 2188875 h 2398711"/>
              <a:gd name="connsiteX40865" fmla="*/ 1023121 w 2119654"/>
              <a:gd name="connsiteY40865" fmla="*/ 2188825 h 2398711"/>
              <a:gd name="connsiteX40866" fmla="*/ 1024077 w 2119654"/>
              <a:gd name="connsiteY40866" fmla="*/ 2188468 h 2398711"/>
              <a:gd name="connsiteX40867" fmla="*/ 1021485 w 2119654"/>
              <a:gd name="connsiteY40867" fmla="*/ 2186470 h 2398711"/>
              <a:gd name="connsiteX40868" fmla="*/ 988738 w 2119654"/>
              <a:gd name="connsiteY40868" fmla="*/ 2258200 h 2398711"/>
              <a:gd name="connsiteX40869" fmla="*/ 988811 w 2119654"/>
              <a:gd name="connsiteY40869" fmla="*/ 2258326 h 2398711"/>
              <a:gd name="connsiteX40870" fmla="*/ 1004971 w 2119654"/>
              <a:gd name="connsiteY40870" fmla="*/ 2268494 h 2398711"/>
              <a:gd name="connsiteX40871" fmla="*/ 1005979 w 2119654"/>
              <a:gd name="connsiteY40871" fmla="*/ 2267149 h 2398711"/>
              <a:gd name="connsiteX40872" fmla="*/ 1002341 w 2119654"/>
              <a:gd name="connsiteY40872" fmla="*/ 2258034 h 2398711"/>
              <a:gd name="connsiteX40873" fmla="*/ 1658115 w 2119654"/>
              <a:gd name="connsiteY40873" fmla="*/ 759224 h 2398711"/>
              <a:gd name="connsiteX40874" fmla="*/ 1657999 w 2119654"/>
              <a:gd name="connsiteY40874" fmla="*/ 760360 h 2398711"/>
              <a:gd name="connsiteX40875" fmla="*/ 1658097 w 2119654"/>
              <a:gd name="connsiteY40875" fmla="*/ 761151 h 2398711"/>
              <a:gd name="connsiteX40876" fmla="*/ 1029592 w 2119654"/>
              <a:gd name="connsiteY40876" fmla="*/ 2166518 h 2398711"/>
              <a:gd name="connsiteX40877" fmla="*/ 1031349 w 2119654"/>
              <a:gd name="connsiteY40877" fmla="*/ 2165979 h 2398711"/>
              <a:gd name="connsiteX40878" fmla="*/ 1031437 w 2119654"/>
              <a:gd name="connsiteY40878" fmla="*/ 2165877 h 2398711"/>
              <a:gd name="connsiteX40879" fmla="*/ 1030662 w 2119654"/>
              <a:gd name="connsiteY40879" fmla="*/ 2165282 h 2398711"/>
              <a:gd name="connsiteX40880" fmla="*/ 1005306 w 2119654"/>
              <a:gd name="connsiteY40880" fmla="*/ 2219932 h 2398711"/>
              <a:gd name="connsiteX40881" fmla="*/ 1006997 w 2119654"/>
              <a:gd name="connsiteY40881" fmla="*/ 2219003 h 2398711"/>
              <a:gd name="connsiteX40882" fmla="*/ 1006662 w 2119654"/>
              <a:gd name="connsiteY40882" fmla="*/ 2218791 h 2398711"/>
              <a:gd name="connsiteX40883" fmla="*/ 1019510 w 2119654"/>
              <a:gd name="connsiteY40883" fmla="*/ 2187854 h 2398711"/>
              <a:gd name="connsiteX40884" fmla="*/ 1022351 w 2119654"/>
              <a:gd name="connsiteY40884" fmla="*/ 2190617 h 2398711"/>
              <a:gd name="connsiteX40885" fmla="*/ 1023031 w 2119654"/>
              <a:gd name="connsiteY40885" fmla="*/ 2189875 h 2398711"/>
              <a:gd name="connsiteX40886" fmla="*/ 1020121 w 2119654"/>
              <a:gd name="connsiteY40886" fmla="*/ 2187426 h 2398711"/>
              <a:gd name="connsiteX40887" fmla="*/ 1689543 w 2119654"/>
              <a:gd name="connsiteY40887" fmla="*/ 687385 h 2398711"/>
              <a:gd name="connsiteX40888" fmla="*/ 1687566 w 2119654"/>
              <a:gd name="connsiteY40888" fmla="*/ 710469 h 2398711"/>
              <a:gd name="connsiteX40889" fmla="*/ 1687517 w 2119654"/>
              <a:gd name="connsiteY40889" fmla="*/ 710858 h 2398711"/>
              <a:gd name="connsiteX40890" fmla="*/ 1688522 w 2119654"/>
              <a:gd name="connsiteY40890" fmla="*/ 718133 h 2398711"/>
              <a:gd name="connsiteX40891" fmla="*/ 1689444 w 2119654"/>
              <a:gd name="connsiteY40891" fmla="*/ 725551 h 2398711"/>
              <a:gd name="connsiteX40892" fmla="*/ 1691094 w 2119654"/>
              <a:gd name="connsiteY40892" fmla="*/ 702529 h 2398711"/>
              <a:gd name="connsiteX40893" fmla="*/ 1691296 w 2119654"/>
              <a:gd name="connsiteY40893" fmla="*/ 702827 h 2398711"/>
              <a:gd name="connsiteX40894" fmla="*/ 1689587 w 2119654"/>
              <a:gd name="connsiteY40894" fmla="*/ 726691 h 2398711"/>
              <a:gd name="connsiteX40895" fmla="*/ 1691549 w 2119654"/>
              <a:gd name="connsiteY40895" fmla="*/ 742472 h 2398711"/>
              <a:gd name="connsiteX40896" fmla="*/ 1693555 w 2119654"/>
              <a:gd name="connsiteY40896" fmla="*/ 719621 h 2398711"/>
              <a:gd name="connsiteX40897" fmla="*/ 1003859 w 2119654"/>
              <a:gd name="connsiteY40897" fmla="*/ 2222202 h 2398711"/>
              <a:gd name="connsiteX40898" fmla="*/ 1006660 w 2119654"/>
              <a:gd name="connsiteY40898" fmla="*/ 2221955 h 2398711"/>
              <a:gd name="connsiteX40899" fmla="*/ 1009039 w 2119654"/>
              <a:gd name="connsiteY40899" fmla="*/ 2220291 h 2398711"/>
              <a:gd name="connsiteX40900" fmla="*/ 1008249 w 2119654"/>
              <a:gd name="connsiteY40900" fmla="*/ 2219793 h 2398711"/>
              <a:gd name="connsiteX40901" fmla="*/ 1626255 w 2119654"/>
              <a:gd name="connsiteY40901" fmla="*/ 828070 h 2398711"/>
              <a:gd name="connsiteX40902" fmla="*/ 1625105 w 2119654"/>
              <a:gd name="connsiteY40902" fmla="*/ 832822 h 2398711"/>
              <a:gd name="connsiteX40903" fmla="*/ 1625408 w 2119654"/>
              <a:gd name="connsiteY40903" fmla="*/ 833632 h 2398711"/>
              <a:gd name="connsiteX40904" fmla="*/ 1626919 w 2119654"/>
              <a:gd name="connsiteY40904" fmla="*/ 830395 h 2398711"/>
              <a:gd name="connsiteX40905" fmla="*/ 995627 w 2119654"/>
              <a:gd name="connsiteY40905" fmla="*/ 2240071 h 2398711"/>
              <a:gd name="connsiteX40906" fmla="*/ 996581 w 2119654"/>
              <a:gd name="connsiteY40906" fmla="*/ 2242559 h 2398711"/>
              <a:gd name="connsiteX40907" fmla="*/ 1001003 w 2119654"/>
              <a:gd name="connsiteY40907" fmla="*/ 2237692 h 2398711"/>
              <a:gd name="connsiteX40908" fmla="*/ 1002002 w 2119654"/>
              <a:gd name="connsiteY40908" fmla="*/ 2225751 h 2398711"/>
              <a:gd name="connsiteX40909" fmla="*/ 1002121 w 2119654"/>
              <a:gd name="connsiteY40909" fmla="*/ 2225871 h 2398711"/>
              <a:gd name="connsiteX40910" fmla="*/ 1011231 w 2119654"/>
              <a:gd name="connsiteY40910" fmla="*/ 2226433 h 2398711"/>
              <a:gd name="connsiteX40911" fmla="*/ 1013981 w 2119654"/>
              <a:gd name="connsiteY40911" fmla="*/ 2223407 h 2398711"/>
              <a:gd name="connsiteX40912" fmla="*/ 1012198 w 2119654"/>
              <a:gd name="connsiteY40912" fmla="*/ 2222283 h 2398711"/>
              <a:gd name="connsiteX40913" fmla="*/ 1006648 w 2119654"/>
              <a:gd name="connsiteY40913" fmla="*/ 2222772 h 2398711"/>
              <a:gd name="connsiteX40914" fmla="*/ 1706385 w 2119654"/>
              <a:gd name="connsiteY40914" fmla="*/ 647980 h 2398711"/>
              <a:gd name="connsiteX40915" fmla="*/ 1706744 w 2119654"/>
              <a:gd name="connsiteY40915" fmla="*/ 676501 h 2398711"/>
              <a:gd name="connsiteX40916" fmla="*/ 1706287 w 2119654"/>
              <a:gd name="connsiteY40916" fmla="*/ 724633 h 2398711"/>
              <a:gd name="connsiteX40917" fmla="*/ 1711204 w 2119654"/>
              <a:gd name="connsiteY40917" fmla="*/ 745265 h 2398711"/>
              <a:gd name="connsiteX40918" fmla="*/ 1712891 w 2119654"/>
              <a:gd name="connsiteY40918" fmla="*/ 731484 h 2398711"/>
              <a:gd name="connsiteX40919" fmla="*/ 1715144 w 2119654"/>
              <a:gd name="connsiteY40919" fmla="*/ 710790 h 2398711"/>
              <a:gd name="connsiteX40920" fmla="*/ 1715304 w 2119654"/>
              <a:gd name="connsiteY40920" fmla="*/ 711048 h 2398711"/>
              <a:gd name="connsiteX40921" fmla="*/ 1711461 w 2119654"/>
              <a:gd name="connsiteY40921" fmla="*/ 746347 h 2398711"/>
              <a:gd name="connsiteX40922" fmla="*/ 1712671 w 2119654"/>
              <a:gd name="connsiteY40922" fmla="*/ 751424 h 2398711"/>
              <a:gd name="connsiteX40923" fmla="*/ 1715675 w 2119654"/>
              <a:gd name="connsiteY40923" fmla="*/ 739710 h 2398711"/>
              <a:gd name="connsiteX40924" fmla="*/ 1720657 w 2119654"/>
              <a:gd name="connsiteY40924" fmla="*/ 707868 h 2398711"/>
              <a:gd name="connsiteX40925" fmla="*/ 1654347 w 2119654"/>
              <a:gd name="connsiteY40925" fmla="*/ 764475 h 2398711"/>
              <a:gd name="connsiteX40926" fmla="*/ 1649690 w 2119654"/>
              <a:gd name="connsiteY40926" fmla="*/ 778885 h 2398711"/>
              <a:gd name="connsiteX40927" fmla="*/ 1650219 w 2119654"/>
              <a:gd name="connsiteY40927" fmla="*/ 780489 h 2398711"/>
              <a:gd name="connsiteX40928" fmla="*/ 1654819 w 2119654"/>
              <a:gd name="connsiteY40928" fmla="*/ 770633 h 2398711"/>
              <a:gd name="connsiteX40929" fmla="*/ 1028028 w 2119654"/>
              <a:gd name="connsiteY40929" fmla="*/ 2166357 h 2398711"/>
              <a:gd name="connsiteX40930" fmla="*/ 1028509 w 2119654"/>
              <a:gd name="connsiteY40930" fmla="*/ 2166850 h 2398711"/>
              <a:gd name="connsiteX40931" fmla="*/ 1028761 w 2119654"/>
              <a:gd name="connsiteY40931" fmla="*/ 2166773 h 2398711"/>
              <a:gd name="connsiteX40932" fmla="*/ 1030220 w 2119654"/>
              <a:gd name="connsiteY40932" fmla="*/ 2165088 h 2398711"/>
              <a:gd name="connsiteX40933" fmla="*/ 1029140 w 2119654"/>
              <a:gd name="connsiteY40933" fmla="*/ 2164941 h 2398711"/>
              <a:gd name="connsiteX40934" fmla="*/ 987758 w 2119654"/>
              <a:gd name="connsiteY40934" fmla="*/ 2256506 h 2398711"/>
              <a:gd name="connsiteX40935" fmla="*/ 987979 w 2119654"/>
              <a:gd name="connsiteY40935" fmla="*/ 2256889 h 2398711"/>
              <a:gd name="connsiteX40936" fmla="*/ 989976 w 2119654"/>
              <a:gd name="connsiteY40936" fmla="*/ 2256865 h 2398711"/>
              <a:gd name="connsiteX40937" fmla="*/ 1001481 w 2119654"/>
              <a:gd name="connsiteY40937" fmla="*/ 2255880 h 2398711"/>
              <a:gd name="connsiteX40938" fmla="*/ 999443 w 2119654"/>
              <a:gd name="connsiteY40938" fmla="*/ 2250773 h 2398711"/>
              <a:gd name="connsiteX40939" fmla="*/ 990626 w 2119654"/>
              <a:gd name="connsiteY40939" fmla="*/ 2255136 h 2398711"/>
              <a:gd name="connsiteX40940" fmla="*/ 1027365 w 2119654"/>
              <a:gd name="connsiteY40940" fmla="*/ 2167201 h 2398711"/>
              <a:gd name="connsiteX40941" fmla="*/ 1028184 w 2119654"/>
              <a:gd name="connsiteY40941" fmla="*/ 2166950 h 2398711"/>
              <a:gd name="connsiteX40942" fmla="*/ 1027839 w 2119654"/>
              <a:gd name="connsiteY40942" fmla="*/ 2166597 h 2398711"/>
              <a:gd name="connsiteX40943" fmla="*/ 987165 w 2119654"/>
              <a:gd name="connsiteY40943" fmla="*/ 2256789 h 2398711"/>
              <a:gd name="connsiteX40944" fmla="*/ 987281 w 2119654"/>
              <a:gd name="connsiteY40944" fmla="*/ 2256897 h 2398711"/>
              <a:gd name="connsiteX40945" fmla="*/ 987403 w 2119654"/>
              <a:gd name="connsiteY40945" fmla="*/ 2256896 h 2398711"/>
              <a:gd name="connsiteX40946" fmla="*/ 987302 w 2119654"/>
              <a:gd name="connsiteY40946" fmla="*/ 2256724 h 2398711"/>
              <a:gd name="connsiteX40947" fmla="*/ 1674100 w 2119654"/>
              <a:gd name="connsiteY40947" fmla="*/ 718390 h 2398711"/>
              <a:gd name="connsiteX40948" fmla="*/ 1670961 w 2119654"/>
              <a:gd name="connsiteY40948" fmla="*/ 735876 h 2398711"/>
              <a:gd name="connsiteX40949" fmla="*/ 1674227 w 2119654"/>
              <a:gd name="connsiteY40949" fmla="*/ 728582 h 2398711"/>
              <a:gd name="connsiteX40950" fmla="*/ 1674840 w 2119654"/>
              <a:gd name="connsiteY40950" fmla="*/ 722567 h 2398711"/>
              <a:gd name="connsiteX40951" fmla="*/ 1674324 w 2119654"/>
              <a:gd name="connsiteY40951" fmla="*/ 719298 h 2398711"/>
              <a:gd name="connsiteX40952" fmla="*/ 1636188 w 2119654"/>
              <a:gd name="connsiteY40952" fmla="*/ 803038 h 2398711"/>
              <a:gd name="connsiteX40953" fmla="*/ 1636020 w 2119654"/>
              <a:gd name="connsiteY40953" fmla="*/ 805393 h 2398711"/>
              <a:gd name="connsiteX40954" fmla="*/ 1636638 w 2119654"/>
              <a:gd name="connsiteY40954" fmla="*/ 808419 h 2398711"/>
              <a:gd name="connsiteX40955" fmla="*/ 1636827 w 2119654"/>
              <a:gd name="connsiteY40955" fmla="*/ 804969 h 2398711"/>
              <a:gd name="connsiteX40956" fmla="*/ 1657138 w 2119654"/>
              <a:gd name="connsiteY40956" fmla="*/ 755839 h 2398711"/>
              <a:gd name="connsiteX40957" fmla="*/ 1654889 w 2119654"/>
              <a:gd name="connsiteY40957" fmla="*/ 762796 h 2398711"/>
              <a:gd name="connsiteX40958" fmla="*/ 1655397 w 2119654"/>
              <a:gd name="connsiteY40958" fmla="*/ 769396 h 2398711"/>
              <a:gd name="connsiteX40959" fmla="*/ 1657041 w 2119654"/>
              <a:gd name="connsiteY40959" fmla="*/ 765875 h 2398711"/>
              <a:gd name="connsiteX40960" fmla="*/ 1657688 w 2119654"/>
              <a:gd name="connsiteY40960" fmla="*/ 760291 h 2398711"/>
              <a:gd name="connsiteX40961" fmla="*/ 1657675 w 2119654"/>
              <a:gd name="connsiteY40961" fmla="*/ 760172 h 2398711"/>
              <a:gd name="connsiteX40962" fmla="*/ 1625695 w 2119654"/>
              <a:gd name="connsiteY40962" fmla="*/ 826108 h 2398711"/>
              <a:gd name="connsiteX40963" fmla="*/ 1624666 w 2119654"/>
              <a:gd name="connsiteY40963" fmla="*/ 831647 h 2398711"/>
              <a:gd name="connsiteX40964" fmla="*/ 1624955 w 2119654"/>
              <a:gd name="connsiteY40964" fmla="*/ 832421 h 2398711"/>
              <a:gd name="connsiteX40965" fmla="*/ 1625256 w 2119654"/>
              <a:gd name="connsiteY40965" fmla="*/ 831248 h 2398711"/>
              <a:gd name="connsiteX40966" fmla="*/ 1626131 w 2119654"/>
              <a:gd name="connsiteY40966" fmla="*/ 827636 h 2398711"/>
              <a:gd name="connsiteX40967" fmla="*/ 1640669 w 2119654"/>
              <a:gd name="connsiteY40967" fmla="*/ 792538 h 2398711"/>
              <a:gd name="connsiteX40968" fmla="*/ 1640656 w 2119654"/>
              <a:gd name="connsiteY40968" fmla="*/ 794070 h 2398711"/>
              <a:gd name="connsiteX40969" fmla="*/ 1640500 w 2119654"/>
              <a:gd name="connsiteY40969" fmla="*/ 801304 h 2398711"/>
              <a:gd name="connsiteX40970" fmla="*/ 1641656 w 2119654"/>
              <a:gd name="connsiteY40970" fmla="*/ 798827 h 2398711"/>
              <a:gd name="connsiteX40971" fmla="*/ 1641123 w 2119654"/>
              <a:gd name="connsiteY40971" fmla="*/ 795297 h 2398711"/>
              <a:gd name="connsiteX40972" fmla="*/ 1628277 w 2119654"/>
              <a:gd name="connsiteY40972" fmla="*/ 819718 h 2398711"/>
              <a:gd name="connsiteX40973" fmla="*/ 1627570 w 2119654"/>
              <a:gd name="connsiteY40973" fmla="*/ 822640 h 2398711"/>
              <a:gd name="connsiteX40974" fmla="*/ 1628030 w 2119654"/>
              <a:gd name="connsiteY40974" fmla="*/ 825201 h 2398711"/>
              <a:gd name="connsiteX40975" fmla="*/ 1658179 w 2119654"/>
              <a:gd name="connsiteY40975" fmla="*/ 752537 h 2398711"/>
              <a:gd name="connsiteX40976" fmla="*/ 1658013 w 2119654"/>
              <a:gd name="connsiteY40976" fmla="*/ 753130 h 2398711"/>
              <a:gd name="connsiteX40977" fmla="*/ 1657356 w 2119654"/>
              <a:gd name="connsiteY40977" fmla="*/ 755164 h 2398711"/>
              <a:gd name="connsiteX40978" fmla="*/ 1657833 w 2119654"/>
              <a:gd name="connsiteY40978" fmla="*/ 759018 h 2398711"/>
              <a:gd name="connsiteX40979" fmla="*/ 1658146 w 2119654"/>
              <a:gd name="connsiteY40979" fmla="*/ 755952 h 2398711"/>
              <a:gd name="connsiteX40980" fmla="*/ 1647792 w 2119654"/>
              <a:gd name="connsiteY40980" fmla="*/ 775762 h 2398711"/>
              <a:gd name="connsiteX40981" fmla="*/ 1647695 w 2119654"/>
              <a:gd name="connsiteY40981" fmla="*/ 779107 h 2398711"/>
              <a:gd name="connsiteX40982" fmla="*/ 1647933 w 2119654"/>
              <a:gd name="connsiteY40982" fmla="*/ 780982 h 2398711"/>
              <a:gd name="connsiteX40983" fmla="*/ 1648423 w 2119654"/>
              <a:gd name="connsiteY40983" fmla="*/ 779465 h 2398711"/>
              <a:gd name="connsiteX40984" fmla="*/ 1648428 w 2119654"/>
              <a:gd name="connsiteY40984" fmla="*/ 779404 h 2398711"/>
              <a:gd name="connsiteX40985" fmla="*/ 1648437 w 2119654"/>
              <a:gd name="connsiteY40985" fmla="*/ 779419 h 2398711"/>
              <a:gd name="connsiteX40986" fmla="*/ 1648714 w 2119654"/>
              <a:gd name="connsiteY40986" fmla="*/ 778562 h 2398711"/>
              <a:gd name="connsiteX40987" fmla="*/ 987040 w 2119654"/>
              <a:gd name="connsiteY40987" fmla="*/ 2255267 h 2398711"/>
              <a:gd name="connsiteX40988" fmla="*/ 987555 w 2119654"/>
              <a:gd name="connsiteY40988" fmla="*/ 2256156 h 2398711"/>
              <a:gd name="connsiteX40989" fmla="*/ 999277 w 2119654"/>
              <a:gd name="connsiteY40989" fmla="*/ 2250358 h 2398711"/>
              <a:gd name="connsiteX40990" fmla="*/ 998148 w 2119654"/>
              <a:gd name="connsiteY40990" fmla="*/ 2247528 h 2398711"/>
              <a:gd name="connsiteX40991" fmla="*/ 996438 w 2119654"/>
              <a:gd name="connsiteY40991" fmla="*/ 2247576 h 2398711"/>
              <a:gd name="connsiteX40992" fmla="*/ 963756 w 2119654"/>
              <a:gd name="connsiteY40992" fmla="*/ 2307206 h 2398711"/>
              <a:gd name="connsiteX40993" fmla="*/ 965055 w 2119654"/>
              <a:gd name="connsiteY40993" fmla="*/ 2308806 h 2398711"/>
              <a:gd name="connsiteX40994" fmla="*/ 968477 w 2119654"/>
              <a:gd name="connsiteY40994" fmla="*/ 2312838 h 2398711"/>
              <a:gd name="connsiteX40995" fmla="*/ 995654 w 2119654"/>
              <a:gd name="connsiteY40995" fmla="*/ 2302747 h 2398711"/>
              <a:gd name="connsiteX40996" fmla="*/ 976367 w 2119654"/>
              <a:gd name="connsiteY40996" fmla="*/ 2305547 h 2398711"/>
              <a:gd name="connsiteX40997" fmla="*/ 1004021 w 2119654"/>
              <a:gd name="connsiteY40997" fmla="*/ 2216894 h 2398711"/>
              <a:gd name="connsiteX40998" fmla="*/ 1005182 w 2119654"/>
              <a:gd name="connsiteY40998" fmla="*/ 2217649 h 2398711"/>
              <a:gd name="connsiteX40999" fmla="*/ 1006477 w 2119654"/>
              <a:gd name="connsiteY40999" fmla="*/ 2218466 h 2398711"/>
              <a:gd name="connsiteX41000" fmla="*/ 1011731 w 2119654"/>
              <a:gd name="connsiteY41000" fmla="*/ 2213903 h 2398711"/>
              <a:gd name="connsiteX41001" fmla="*/ 1011239 w 2119654"/>
              <a:gd name="connsiteY41001" fmla="*/ 2213687 h 2398711"/>
              <a:gd name="connsiteX41002" fmla="*/ 1010452 w 2119654"/>
              <a:gd name="connsiteY41002" fmla="*/ 2214142 h 2398711"/>
              <a:gd name="connsiteX41003" fmla="*/ 1658677 w 2119654"/>
              <a:gd name="connsiteY41003" fmla="*/ 750754 h 2398711"/>
              <a:gd name="connsiteX41004" fmla="*/ 1658551 w 2119654"/>
              <a:gd name="connsiteY41004" fmla="*/ 751205 h 2398711"/>
              <a:gd name="connsiteX41005" fmla="*/ 1658543 w 2119654"/>
              <a:gd name="connsiteY41005" fmla="*/ 752066 h 2398711"/>
              <a:gd name="connsiteX41006" fmla="*/ 1026959 w 2119654"/>
              <a:gd name="connsiteY41006" fmla="*/ 2165262 h 2398711"/>
              <a:gd name="connsiteX41007" fmla="*/ 1027042 w 2119654"/>
              <a:gd name="connsiteY41007" fmla="*/ 2165348 h 2398711"/>
              <a:gd name="connsiteX41008" fmla="*/ 1027264 w 2119654"/>
              <a:gd name="connsiteY41008" fmla="*/ 2165067 h 2398711"/>
              <a:gd name="connsiteX41009" fmla="*/ 986240 w 2119654"/>
              <a:gd name="connsiteY41009" fmla="*/ 2255922 h 2398711"/>
              <a:gd name="connsiteX41010" fmla="*/ 986858 w 2119654"/>
              <a:gd name="connsiteY41010" fmla="*/ 2256501 h 2398711"/>
              <a:gd name="connsiteX41011" fmla="*/ 987104 w 2119654"/>
              <a:gd name="connsiteY41011" fmla="*/ 2256380 h 2398711"/>
              <a:gd name="connsiteX41012" fmla="*/ 986647 w 2119654"/>
              <a:gd name="connsiteY41012" fmla="*/ 2255589 h 2398711"/>
              <a:gd name="connsiteX41013" fmla="*/ 1000368 w 2119654"/>
              <a:gd name="connsiteY41013" fmla="*/ 2224117 h 2398711"/>
              <a:gd name="connsiteX41014" fmla="*/ 1001684 w 2119654"/>
              <a:gd name="connsiteY41014" fmla="*/ 2225434 h 2398711"/>
              <a:gd name="connsiteX41015" fmla="*/ 1005326 w 2119654"/>
              <a:gd name="connsiteY41015" fmla="*/ 2222888 h 2398711"/>
              <a:gd name="connsiteX41016" fmla="*/ 1002088 w 2119654"/>
              <a:gd name="connsiteY41016" fmla="*/ 2223173 h 2398711"/>
              <a:gd name="connsiteX41017" fmla="*/ 985696 w 2119654"/>
              <a:gd name="connsiteY41017" fmla="*/ 2256367 h 2398711"/>
              <a:gd name="connsiteX41018" fmla="*/ 986327 w 2119654"/>
              <a:gd name="connsiteY41018" fmla="*/ 2256764 h 2398711"/>
              <a:gd name="connsiteX41019" fmla="*/ 986463 w 2119654"/>
              <a:gd name="connsiteY41019" fmla="*/ 2256697 h 2398711"/>
              <a:gd name="connsiteX41020" fmla="*/ 985918 w 2119654"/>
              <a:gd name="connsiteY41020" fmla="*/ 2256186 h 2398711"/>
              <a:gd name="connsiteX41021" fmla="*/ 1021807 w 2119654"/>
              <a:gd name="connsiteY41021" fmla="*/ 2175507 h 2398711"/>
              <a:gd name="connsiteX41022" fmla="*/ 1022416 w 2119654"/>
              <a:gd name="connsiteY41022" fmla="*/ 2176008 h 2398711"/>
              <a:gd name="connsiteX41023" fmla="*/ 1022766 w 2119654"/>
              <a:gd name="connsiteY41023" fmla="*/ 2176021 h 2398711"/>
              <a:gd name="connsiteX41024" fmla="*/ 1024023 w 2119654"/>
              <a:gd name="connsiteY41024" fmla="*/ 2174552 h 2398711"/>
              <a:gd name="connsiteX41025" fmla="*/ 1022133 w 2119654"/>
              <a:gd name="connsiteY41025" fmla="*/ 2175131 h 2398711"/>
              <a:gd name="connsiteX41026" fmla="*/ 1021549 w 2119654"/>
              <a:gd name="connsiteY41026" fmla="*/ 2175805 h 2398711"/>
              <a:gd name="connsiteX41027" fmla="*/ 1021693 w 2119654"/>
              <a:gd name="connsiteY41027" fmla="*/ 2175980 h 2398711"/>
              <a:gd name="connsiteX41028" fmla="*/ 1021922 w 2119654"/>
              <a:gd name="connsiteY41028" fmla="*/ 2175989 h 2398711"/>
              <a:gd name="connsiteX41029" fmla="*/ 1021611 w 2119654"/>
              <a:gd name="connsiteY41029" fmla="*/ 2175734 h 2398711"/>
              <a:gd name="connsiteX41030" fmla="*/ 1629839 w 2119654"/>
              <a:gd name="connsiteY41030" fmla="*/ 813269 h 2398711"/>
              <a:gd name="connsiteX41031" fmla="*/ 1628865 w 2119654"/>
              <a:gd name="connsiteY41031" fmla="*/ 817292 h 2398711"/>
              <a:gd name="connsiteX41032" fmla="*/ 1628837 w 2119654"/>
              <a:gd name="connsiteY41032" fmla="*/ 818381 h 2398711"/>
              <a:gd name="connsiteX41033" fmla="*/ 1628293 w 2119654"/>
              <a:gd name="connsiteY41033" fmla="*/ 826669 h 2398711"/>
              <a:gd name="connsiteX41034" fmla="*/ 1628395 w 2119654"/>
              <a:gd name="connsiteY41034" fmla="*/ 827235 h 2398711"/>
              <a:gd name="connsiteX41035" fmla="*/ 1628935 w 2119654"/>
              <a:gd name="connsiteY41035" fmla="*/ 826078 h 2398711"/>
              <a:gd name="connsiteX41036" fmla="*/ 1630301 w 2119654"/>
              <a:gd name="connsiteY41036" fmla="*/ 819168 h 2398711"/>
              <a:gd name="connsiteX41037" fmla="*/ 985013 w 2119654"/>
              <a:gd name="connsiteY41037" fmla="*/ 2256926 h 2398711"/>
              <a:gd name="connsiteX41038" fmla="*/ 985631 w 2119654"/>
              <a:gd name="connsiteY41038" fmla="*/ 2256918 h 2398711"/>
              <a:gd name="connsiteX41039" fmla="*/ 985287 w 2119654"/>
              <a:gd name="connsiteY41039" fmla="*/ 2256702 h 2398711"/>
              <a:gd name="connsiteX41040" fmla="*/ 1025323 w 2119654"/>
              <a:gd name="connsiteY41040" fmla="*/ 2166312 h 2398711"/>
              <a:gd name="connsiteX41041" fmla="*/ 1025817 w 2119654"/>
              <a:gd name="connsiteY41041" fmla="*/ 2166907 h 2398711"/>
              <a:gd name="connsiteX41042" fmla="*/ 1026854 w 2119654"/>
              <a:gd name="connsiteY41042" fmla="*/ 2165589 h 2398711"/>
              <a:gd name="connsiteX41043" fmla="*/ 1026699 w 2119654"/>
              <a:gd name="connsiteY41043" fmla="*/ 2165429 h 2398711"/>
              <a:gd name="connsiteX41044" fmla="*/ 1021228 w 2119654"/>
              <a:gd name="connsiteY41044" fmla="*/ 2175419 h 2398711"/>
              <a:gd name="connsiteX41045" fmla="*/ 1021250 w 2119654"/>
              <a:gd name="connsiteY41045" fmla="*/ 2175445 h 2398711"/>
              <a:gd name="connsiteX41046" fmla="*/ 1021254 w 2119654"/>
              <a:gd name="connsiteY41046" fmla="*/ 2175440 h 2398711"/>
              <a:gd name="connsiteX41047" fmla="*/ 998511 w 2119654"/>
              <a:gd name="connsiteY41047" fmla="*/ 2225648 h 2398711"/>
              <a:gd name="connsiteX41048" fmla="*/ 1001146 w 2119654"/>
              <a:gd name="connsiteY41048" fmla="*/ 2225810 h 2398711"/>
              <a:gd name="connsiteX41049" fmla="*/ 1001237 w 2119654"/>
              <a:gd name="connsiteY41049" fmla="*/ 2225747 h 2398711"/>
              <a:gd name="connsiteX41050" fmla="*/ 999938 w 2119654"/>
              <a:gd name="connsiteY41050" fmla="*/ 2224448 h 2398711"/>
              <a:gd name="connsiteX41051" fmla="*/ 1646836 w 2119654"/>
              <a:gd name="connsiteY41051" fmla="*/ 772855 h 2398711"/>
              <a:gd name="connsiteX41052" fmla="*/ 1647338 w 2119654"/>
              <a:gd name="connsiteY41052" fmla="*/ 776438 h 2398711"/>
              <a:gd name="connsiteX41053" fmla="*/ 1647394 w 2119654"/>
              <a:gd name="connsiteY41053" fmla="*/ 774551 h 2398711"/>
              <a:gd name="connsiteX41054" fmla="*/ 1011641 w 2119654"/>
              <a:gd name="connsiteY41054" fmla="*/ 2194450 h 2398711"/>
              <a:gd name="connsiteX41055" fmla="*/ 1021172 w 2119654"/>
              <a:gd name="connsiteY41055" fmla="*/ 2191904 h 2398711"/>
              <a:gd name="connsiteX41056" fmla="*/ 1022131 w 2119654"/>
              <a:gd name="connsiteY41056" fmla="*/ 2190857 h 2398711"/>
              <a:gd name="connsiteX41057" fmla="*/ 1019239 w 2119654"/>
              <a:gd name="connsiteY41057" fmla="*/ 2188044 h 2398711"/>
              <a:gd name="connsiteX41058" fmla="*/ 1016069 w 2119654"/>
              <a:gd name="connsiteY41058" fmla="*/ 2190267 h 2398711"/>
              <a:gd name="connsiteX41059" fmla="*/ 1012854 w 2119654"/>
              <a:gd name="connsiteY41059" fmla="*/ 2193369 h 2398711"/>
              <a:gd name="connsiteX41060" fmla="*/ 997556 w 2119654"/>
              <a:gd name="connsiteY41060" fmla="*/ 2225589 h 2398711"/>
              <a:gd name="connsiteX41061" fmla="*/ 998228 w 2119654"/>
              <a:gd name="connsiteY41061" fmla="*/ 2225630 h 2398711"/>
              <a:gd name="connsiteX41062" fmla="*/ 999290 w 2119654"/>
              <a:gd name="connsiteY41062" fmla="*/ 2224708 h 2398711"/>
              <a:gd name="connsiteX41063" fmla="*/ 998933 w 2119654"/>
              <a:gd name="connsiteY41063" fmla="*/ 2224904 h 2398711"/>
              <a:gd name="connsiteX41064" fmla="*/ 1640730 w 2119654"/>
              <a:gd name="connsiteY41064" fmla="*/ 785028 h 2398711"/>
              <a:gd name="connsiteX41065" fmla="*/ 1640679 w 2119654"/>
              <a:gd name="connsiteY41065" fmla="*/ 791257 h 2398711"/>
              <a:gd name="connsiteX41066" fmla="*/ 1641856 w 2119654"/>
              <a:gd name="connsiteY41066" fmla="*/ 798400 h 2398711"/>
              <a:gd name="connsiteX41067" fmla="*/ 1642591 w 2119654"/>
              <a:gd name="connsiteY41067" fmla="*/ 796825 h 2398711"/>
              <a:gd name="connsiteX41068" fmla="*/ 1604273 w 2119654"/>
              <a:gd name="connsiteY41068" fmla="*/ 866622 h 2398711"/>
              <a:gd name="connsiteX41069" fmla="*/ 1604371 w 2119654"/>
              <a:gd name="connsiteY41069" fmla="*/ 867631 h 2398711"/>
              <a:gd name="connsiteX41070" fmla="*/ 1604443 w 2119654"/>
              <a:gd name="connsiteY41070" fmla="*/ 867332 h 2398711"/>
              <a:gd name="connsiteX41071" fmla="*/ 1676794 w 2119654"/>
              <a:gd name="connsiteY41071" fmla="*/ 703394 h 2398711"/>
              <a:gd name="connsiteX41072" fmla="*/ 1674437 w 2119654"/>
              <a:gd name="connsiteY41072" fmla="*/ 716521 h 2398711"/>
              <a:gd name="connsiteX41073" fmla="*/ 1675076 w 2119654"/>
              <a:gd name="connsiteY41073" fmla="*/ 720246 h 2398711"/>
              <a:gd name="connsiteX41074" fmla="*/ 1628726 w 2119654"/>
              <a:gd name="connsiteY41074" fmla="*/ 809799 h 2398711"/>
              <a:gd name="connsiteX41075" fmla="*/ 1626965 w 2119654"/>
              <a:gd name="connsiteY41075" fmla="*/ 819273 h 2398711"/>
              <a:gd name="connsiteX41076" fmla="*/ 1627472 w 2119654"/>
              <a:gd name="connsiteY41076" fmla="*/ 822095 h 2398711"/>
              <a:gd name="connsiteX41077" fmla="*/ 1628330 w 2119654"/>
              <a:gd name="connsiteY41077" fmla="*/ 818552 h 2398711"/>
              <a:gd name="connsiteX41078" fmla="*/ 1009409 w 2119654"/>
              <a:gd name="connsiteY41078" fmla="*/ 2196438 h 2398711"/>
              <a:gd name="connsiteX41079" fmla="*/ 1011634 w 2119654"/>
              <a:gd name="connsiteY41079" fmla="*/ 2200062 h 2398711"/>
              <a:gd name="connsiteX41080" fmla="*/ 1019245 w 2119654"/>
              <a:gd name="connsiteY41080" fmla="*/ 2193828 h 2398711"/>
              <a:gd name="connsiteX41081" fmla="*/ 1019339 w 2119654"/>
              <a:gd name="connsiteY41081" fmla="*/ 2193746 h 2398711"/>
              <a:gd name="connsiteX41082" fmla="*/ 1009472 w 2119654"/>
              <a:gd name="connsiteY41082" fmla="*/ 2196382 h 2398711"/>
              <a:gd name="connsiteX41083" fmla="*/ 1005790 w 2119654"/>
              <a:gd name="connsiteY41083" fmla="*/ 2203957 h 2398711"/>
              <a:gd name="connsiteX41084" fmla="*/ 1006057 w 2119654"/>
              <a:gd name="connsiteY41084" fmla="*/ 2204237 h 2398711"/>
              <a:gd name="connsiteX41085" fmla="*/ 1006456 w 2119654"/>
              <a:gd name="connsiteY41085" fmla="*/ 2204303 h 2398711"/>
              <a:gd name="connsiteX41086" fmla="*/ 1006994 w 2119654"/>
              <a:gd name="connsiteY41086" fmla="*/ 2203862 h 2398711"/>
              <a:gd name="connsiteX41087" fmla="*/ 993409 w 2119654"/>
              <a:gd name="connsiteY41087" fmla="*/ 2231263 h 2398711"/>
              <a:gd name="connsiteX41088" fmla="*/ 1002936 w 2119654"/>
              <a:gd name="connsiteY41088" fmla="*/ 2235564 h 2398711"/>
              <a:gd name="connsiteX41089" fmla="*/ 1006252 w 2119654"/>
              <a:gd name="connsiteY41089" fmla="*/ 2231914 h 2398711"/>
              <a:gd name="connsiteX41090" fmla="*/ 1004576 w 2119654"/>
              <a:gd name="connsiteY41090" fmla="*/ 2233139 h 2398711"/>
              <a:gd name="connsiteX41091" fmla="*/ 1004422 w 2119654"/>
              <a:gd name="connsiteY41091" fmla="*/ 2233133 h 2398711"/>
              <a:gd name="connsiteX41092" fmla="*/ 1006574 w 2119654"/>
              <a:gd name="connsiteY41092" fmla="*/ 2231560 h 2398711"/>
              <a:gd name="connsiteX41093" fmla="*/ 1006800 w 2119654"/>
              <a:gd name="connsiteY41093" fmla="*/ 2231310 h 2398711"/>
              <a:gd name="connsiteX41094" fmla="*/ 1003998 w 2119654"/>
              <a:gd name="connsiteY41094" fmla="*/ 2228507 h 2398711"/>
              <a:gd name="connsiteX41095" fmla="*/ 998804 w 2119654"/>
              <a:gd name="connsiteY41095" fmla="*/ 2227803 h 2398711"/>
              <a:gd name="connsiteX41096" fmla="*/ 1008418 w 2119654"/>
              <a:gd name="connsiteY41096" fmla="*/ 2197321 h 2398711"/>
              <a:gd name="connsiteX41097" fmla="*/ 1011393 w 2119654"/>
              <a:gd name="connsiteY41097" fmla="*/ 2200260 h 2398711"/>
              <a:gd name="connsiteX41098" fmla="*/ 1011403 w 2119654"/>
              <a:gd name="connsiteY41098" fmla="*/ 2200251 h 2398711"/>
              <a:gd name="connsiteX41099" fmla="*/ 1009140 w 2119654"/>
              <a:gd name="connsiteY41099" fmla="*/ 2196677 h 2398711"/>
              <a:gd name="connsiteX41100" fmla="*/ 1020801 w 2119654"/>
              <a:gd name="connsiteY41100" fmla="*/ 2169212 h 2398711"/>
              <a:gd name="connsiteX41101" fmla="*/ 1025023 w 2119654"/>
              <a:gd name="connsiteY41101" fmla="*/ 2167918 h 2398711"/>
              <a:gd name="connsiteX41102" fmla="*/ 1025675 w 2119654"/>
              <a:gd name="connsiteY41102" fmla="*/ 2167089 h 2398711"/>
              <a:gd name="connsiteX41103" fmla="*/ 1025133 w 2119654"/>
              <a:gd name="connsiteY41103" fmla="*/ 2166434 h 2398711"/>
              <a:gd name="connsiteX41104" fmla="*/ 1629316 w 2119654"/>
              <a:gd name="connsiteY41104" fmla="*/ 806618 h 2398711"/>
              <a:gd name="connsiteX41105" fmla="*/ 1629110 w 2119654"/>
              <a:gd name="connsiteY41105" fmla="*/ 807728 h 2398711"/>
              <a:gd name="connsiteX41106" fmla="*/ 1628892 w 2119654"/>
              <a:gd name="connsiteY41106" fmla="*/ 816231 h 2398711"/>
              <a:gd name="connsiteX41107" fmla="*/ 1629783 w 2119654"/>
              <a:gd name="connsiteY41107" fmla="*/ 812553 h 2398711"/>
              <a:gd name="connsiteX41108" fmla="*/ 987403 w 2119654"/>
              <a:gd name="connsiteY41108" fmla="*/ 2243712 h 2398711"/>
              <a:gd name="connsiteX41109" fmla="*/ 995747 w 2119654"/>
              <a:gd name="connsiteY41109" fmla="*/ 2243478 h 2398711"/>
              <a:gd name="connsiteX41110" fmla="*/ 996292 w 2119654"/>
              <a:gd name="connsiteY41110" fmla="*/ 2242878 h 2398711"/>
              <a:gd name="connsiteX41111" fmla="*/ 995784 w 2119654"/>
              <a:gd name="connsiteY41111" fmla="*/ 2241607 h 2398711"/>
              <a:gd name="connsiteX41112" fmla="*/ 995259 w 2119654"/>
              <a:gd name="connsiteY41112" fmla="*/ 2240235 h 2398711"/>
              <a:gd name="connsiteX41113" fmla="*/ 992538 w 2119654"/>
              <a:gd name="connsiteY41113" fmla="*/ 2232010 h 2398711"/>
              <a:gd name="connsiteX41114" fmla="*/ 995512 w 2119654"/>
              <a:gd name="connsiteY41114" fmla="*/ 2239769 h 2398711"/>
              <a:gd name="connsiteX41115" fmla="*/ 1001541 w 2119654"/>
              <a:gd name="connsiteY41115" fmla="*/ 2237100 h 2398711"/>
              <a:gd name="connsiteX41116" fmla="*/ 1002365 w 2119654"/>
              <a:gd name="connsiteY41116" fmla="*/ 2236193 h 2398711"/>
              <a:gd name="connsiteX41117" fmla="*/ 996992 w 2119654"/>
              <a:gd name="connsiteY41117" fmla="*/ 2234021 h 2398711"/>
              <a:gd name="connsiteX41118" fmla="*/ 1013323 w 2119654"/>
              <a:gd name="connsiteY41118" fmla="*/ 2185165 h 2398711"/>
              <a:gd name="connsiteX41119" fmla="*/ 1014360 w 2119654"/>
              <a:gd name="connsiteY41119" fmla="*/ 2184833 h 2398711"/>
              <a:gd name="connsiteX41120" fmla="*/ 1015150 w 2119654"/>
              <a:gd name="connsiteY41120" fmla="*/ 2184145 h 2398711"/>
              <a:gd name="connsiteX41121" fmla="*/ 1014220 w 2119654"/>
              <a:gd name="connsiteY41121" fmla="*/ 2184158 h 2398711"/>
              <a:gd name="connsiteX41122" fmla="*/ 1004814 w 2119654"/>
              <a:gd name="connsiteY41122" fmla="*/ 2204033 h 2398711"/>
              <a:gd name="connsiteX41123" fmla="*/ 1005238 w 2119654"/>
              <a:gd name="connsiteY41123" fmla="*/ 2204103 h 2398711"/>
              <a:gd name="connsiteX41124" fmla="*/ 1005147 w 2119654"/>
              <a:gd name="connsiteY41124" fmla="*/ 2204008 h 2398711"/>
              <a:gd name="connsiteX41125" fmla="*/ 997198 w 2119654"/>
              <a:gd name="connsiteY41125" fmla="*/ 2220948 h 2398711"/>
              <a:gd name="connsiteX41126" fmla="*/ 998890 w 2119654"/>
              <a:gd name="connsiteY41126" fmla="*/ 2222640 h 2398711"/>
              <a:gd name="connsiteX41127" fmla="*/ 999721 w 2119654"/>
              <a:gd name="connsiteY41127" fmla="*/ 2222566 h 2398711"/>
              <a:gd name="connsiteX41128" fmla="*/ 1003104 w 2119654"/>
              <a:gd name="connsiteY41128" fmla="*/ 2221140 h 2398711"/>
              <a:gd name="connsiteX41129" fmla="*/ 1003904 w 2119654"/>
              <a:gd name="connsiteY41129" fmla="*/ 2220701 h 2398711"/>
              <a:gd name="connsiteX41130" fmla="*/ 1006338 w 2119654"/>
              <a:gd name="connsiteY41130" fmla="*/ 2218587 h 2398711"/>
              <a:gd name="connsiteX41131" fmla="*/ 1003801 w 2119654"/>
              <a:gd name="connsiteY41131" fmla="*/ 2216988 h 2398711"/>
              <a:gd name="connsiteX41132" fmla="*/ 1000632 w 2119654"/>
              <a:gd name="connsiteY41132" fmla="*/ 2218344 h 2398711"/>
              <a:gd name="connsiteX41133" fmla="*/ 997206 w 2119654"/>
              <a:gd name="connsiteY41133" fmla="*/ 2220943 h 2398711"/>
              <a:gd name="connsiteX41134" fmla="*/ 1598875 w 2119654"/>
              <a:gd name="connsiteY41134" fmla="*/ 873524 h 2398711"/>
              <a:gd name="connsiteX41135" fmla="*/ 1600099 w 2119654"/>
              <a:gd name="connsiteY41135" fmla="*/ 878474 h 2398711"/>
              <a:gd name="connsiteX41136" fmla="*/ 1600568 w 2119654"/>
              <a:gd name="connsiteY41136" fmla="*/ 879115 h 2398711"/>
              <a:gd name="connsiteX41137" fmla="*/ 1600536 w 2119654"/>
              <a:gd name="connsiteY41137" fmla="*/ 878242 h 2398711"/>
              <a:gd name="connsiteX41138" fmla="*/ 1015465 w 2119654"/>
              <a:gd name="connsiteY41138" fmla="*/ 2179622 h 2398711"/>
              <a:gd name="connsiteX41139" fmla="*/ 1015721 w 2119654"/>
              <a:gd name="connsiteY41139" fmla="*/ 2179758 h 2398711"/>
              <a:gd name="connsiteX41140" fmla="*/ 1015860 w 2119654"/>
              <a:gd name="connsiteY41140" fmla="*/ 2179582 h 2398711"/>
              <a:gd name="connsiteX41141" fmla="*/ 1637878 w 2119654"/>
              <a:gd name="connsiteY41141" fmla="*/ 785887 h 2398711"/>
              <a:gd name="connsiteX41142" fmla="*/ 1637142 w 2119654"/>
              <a:gd name="connsiteY41142" fmla="*/ 789645 h 2398711"/>
              <a:gd name="connsiteX41143" fmla="*/ 1636239 w 2119654"/>
              <a:gd name="connsiteY41143" fmla="*/ 802322 h 2398711"/>
              <a:gd name="connsiteX41144" fmla="*/ 1636873 w 2119654"/>
              <a:gd name="connsiteY41144" fmla="*/ 804152 h 2398711"/>
              <a:gd name="connsiteX41145" fmla="*/ 1691388 w 2119654"/>
              <a:gd name="connsiteY41145" fmla="*/ 665880 h 2398711"/>
              <a:gd name="connsiteX41146" fmla="*/ 1689818 w 2119654"/>
              <a:gd name="connsiteY41146" fmla="*/ 684193 h 2398711"/>
              <a:gd name="connsiteX41147" fmla="*/ 1693832 w 2119654"/>
              <a:gd name="connsiteY41147" fmla="*/ 716457 h 2398711"/>
              <a:gd name="connsiteX41148" fmla="*/ 1696474 w 2119654"/>
              <a:gd name="connsiteY41148" fmla="*/ 686351 h 2398711"/>
              <a:gd name="connsiteX41149" fmla="*/ 1695059 w 2119654"/>
              <a:gd name="connsiteY41149" fmla="*/ 680416 h 2398711"/>
              <a:gd name="connsiteX41150" fmla="*/ 992385 w 2119654"/>
              <a:gd name="connsiteY41150" fmla="*/ 2230801 h 2398711"/>
              <a:gd name="connsiteX41151" fmla="*/ 993095 w 2119654"/>
              <a:gd name="connsiteY41151" fmla="*/ 2231121 h 2398711"/>
              <a:gd name="connsiteX41152" fmla="*/ 998362 w 2119654"/>
              <a:gd name="connsiteY41152" fmla="*/ 2227743 h 2398711"/>
              <a:gd name="connsiteX41153" fmla="*/ 996345 w 2119654"/>
              <a:gd name="connsiteY41153" fmla="*/ 2227469 h 2398711"/>
              <a:gd name="connsiteX41154" fmla="*/ 1012478 w 2119654"/>
              <a:gd name="connsiteY41154" fmla="*/ 2185435 h 2398711"/>
              <a:gd name="connsiteX41155" fmla="*/ 1012647 w 2119654"/>
              <a:gd name="connsiteY41155" fmla="*/ 2185382 h 2398711"/>
              <a:gd name="connsiteX41156" fmla="*/ 1013699 w 2119654"/>
              <a:gd name="connsiteY41156" fmla="*/ 2184166 h 2398711"/>
              <a:gd name="connsiteX41157" fmla="*/ 1013560 w 2119654"/>
              <a:gd name="connsiteY41157" fmla="*/ 2184168 h 2398711"/>
              <a:gd name="connsiteX41158" fmla="*/ 1678715 w 2119654"/>
              <a:gd name="connsiteY41158" fmla="*/ 692936 h 2398711"/>
              <a:gd name="connsiteX41159" fmla="*/ 1678017 w 2119654"/>
              <a:gd name="connsiteY41159" fmla="*/ 701060 h 2398711"/>
              <a:gd name="connsiteX41160" fmla="*/ 1675749 w 2119654"/>
              <a:gd name="connsiteY41160" fmla="*/ 723753 h 2398711"/>
              <a:gd name="connsiteX41161" fmla="*/ 1675976 w 2119654"/>
              <a:gd name="connsiteY41161" fmla="*/ 724675 h 2398711"/>
              <a:gd name="connsiteX41162" fmla="*/ 1677698 w 2119654"/>
              <a:gd name="connsiteY41162" fmla="*/ 720830 h 2398711"/>
              <a:gd name="connsiteX41163" fmla="*/ 993961 w 2119654"/>
              <a:gd name="connsiteY41163" fmla="*/ 2225367 h 2398711"/>
              <a:gd name="connsiteX41164" fmla="*/ 995256 w 2119654"/>
              <a:gd name="connsiteY41164" fmla="*/ 2225447 h 2398711"/>
              <a:gd name="connsiteX41165" fmla="*/ 998885 w 2119654"/>
              <a:gd name="connsiteY41165" fmla="*/ 2223455 h 2398711"/>
              <a:gd name="connsiteX41166" fmla="*/ 998392 w 2119654"/>
              <a:gd name="connsiteY41166" fmla="*/ 2223499 h 2398711"/>
              <a:gd name="connsiteX41167" fmla="*/ 977511 w 2119654"/>
              <a:gd name="connsiteY41167" fmla="*/ 2261907 h 2398711"/>
              <a:gd name="connsiteX41168" fmla="*/ 993312 w 2119654"/>
              <a:gd name="connsiteY41168" fmla="*/ 2282268 h 2398711"/>
              <a:gd name="connsiteX41169" fmla="*/ 997460 w 2119654"/>
              <a:gd name="connsiteY41169" fmla="*/ 2278274 h 2398711"/>
              <a:gd name="connsiteX41170" fmla="*/ 997518 w 2119654"/>
              <a:gd name="connsiteY41170" fmla="*/ 2278218 h 2398711"/>
              <a:gd name="connsiteX41171" fmla="*/ 998915 w 2119654"/>
              <a:gd name="connsiteY41171" fmla="*/ 2276407 h 2398711"/>
              <a:gd name="connsiteX41172" fmla="*/ 991668 w 2119654"/>
              <a:gd name="connsiteY41172" fmla="*/ 2264269 h 2398711"/>
              <a:gd name="connsiteX41173" fmla="*/ 988437 w 2119654"/>
              <a:gd name="connsiteY41173" fmla="*/ 2258684 h 2398711"/>
              <a:gd name="connsiteX41174" fmla="*/ 987689 w 2119654"/>
              <a:gd name="connsiteY41174" fmla="*/ 2258213 h 2398711"/>
              <a:gd name="connsiteX41175" fmla="*/ 984093 w 2119654"/>
              <a:gd name="connsiteY41175" fmla="*/ 2258257 h 2398711"/>
              <a:gd name="connsiteX41176" fmla="*/ 982396 w 2119654"/>
              <a:gd name="connsiteY41176" fmla="*/ 2259068 h 2398711"/>
              <a:gd name="connsiteX41177" fmla="*/ 982337 w 2119654"/>
              <a:gd name="connsiteY41177" fmla="*/ 2259116 h 2398711"/>
              <a:gd name="connsiteX41178" fmla="*/ 1639059 w 2119654"/>
              <a:gd name="connsiteY41178" fmla="*/ 779852 h 2398711"/>
              <a:gd name="connsiteX41179" fmla="*/ 1639042 w 2119654"/>
              <a:gd name="connsiteY41179" fmla="*/ 779941 h 2398711"/>
              <a:gd name="connsiteX41180" fmla="*/ 1639023 w 2119654"/>
              <a:gd name="connsiteY41180" fmla="*/ 781207 h 2398711"/>
              <a:gd name="connsiteX41181" fmla="*/ 1622820 w 2119654"/>
              <a:gd name="connsiteY41181" fmla="*/ 816036 h 2398711"/>
              <a:gd name="connsiteX41182" fmla="*/ 1621920 w 2119654"/>
              <a:gd name="connsiteY41182" fmla="*/ 824296 h 2398711"/>
              <a:gd name="connsiteX41183" fmla="*/ 1624099 w 2119654"/>
              <a:gd name="connsiteY41183" fmla="*/ 830127 h 2398711"/>
              <a:gd name="connsiteX41184" fmla="*/ 1625180 w 2119654"/>
              <a:gd name="connsiteY41184" fmla="*/ 824306 h 2398711"/>
              <a:gd name="connsiteX41185" fmla="*/ 994174 w 2119654"/>
              <a:gd name="connsiteY41185" fmla="*/ 2223055 h 2398711"/>
              <a:gd name="connsiteX41186" fmla="*/ 998191 w 2119654"/>
              <a:gd name="connsiteY41186" fmla="*/ 2222702 h 2398711"/>
              <a:gd name="connsiteX41187" fmla="*/ 996751 w 2119654"/>
              <a:gd name="connsiteY41187" fmla="*/ 2221261 h 2398711"/>
              <a:gd name="connsiteX41188" fmla="*/ 1013399 w 2119654"/>
              <a:gd name="connsiteY41188" fmla="*/ 2179828 h 2398711"/>
              <a:gd name="connsiteX41189" fmla="*/ 1014325 w 2119654"/>
              <a:gd name="connsiteY41189" fmla="*/ 2180541 h 2398711"/>
              <a:gd name="connsiteX41190" fmla="*/ 1015484 w 2119654"/>
              <a:gd name="connsiteY41190" fmla="*/ 2180003 h 2398711"/>
              <a:gd name="connsiteX41191" fmla="*/ 1014879 w 2119654"/>
              <a:gd name="connsiteY41191" fmla="*/ 2179680 h 2398711"/>
              <a:gd name="connsiteX41192" fmla="*/ 1003579 w 2119654"/>
              <a:gd name="connsiteY41192" fmla="*/ 2201631 h 2398711"/>
              <a:gd name="connsiteX41193" fmla="*/ 1005420 w 2119654"/>
              <a:gd name="connsiteY41193" fmla="*/ 2203568 h 2398711"/>
              <a:gd name="connsiteX41194" fmla="*/ 1007558 w 2119654"/>
              <a:gd name="connsiteY41194" fmla="*/ 2203401 h 2398711"/>
              <a:gd name="connsiteX41195" fmla="*/ 1010030 w 2119654"/>
              <a:gd name="connsiteY41195" fmla="*/ 2201376 h 2398711"/>
              <a:gd name="connsiteX41196" fmla="*/ 1007072 w 2119654"/>
              <a:gd name="connsiteY41196" fmla="*/ 2198519 h 2398711"/>
              <a:gd name="connsiteX41197" fmla="*/ 991275 w 2119654"/>
              <a:gd name="connsiteY41197" fmla="*/ 2228711 h 2398711"/>
              <a:gd name="connsiteX41198" fmla="*/ 992010 w 2119654"/>
              <a:gd name="connsiteY41198" fmla="*/ 2230632 h 2398711"/>
              <a:gd name="connsiteX41199" fmla="*/ 992201 w 2119654"/>
              <a:gd name="connsiteY41199" fmla="*/ 2230718 h 2398711"/>
              <a:gd name="connsiteX41200" fmla="*/ 996103 w 2119654"/>
              <a:gd name="connsiteY41200" fmla="*/ 2227436 h 2398711"/>
              <a:gd name="connsiteX41201" fmla="*/ 994324 w 2119654"/>
              <a:gd name="connsiteY41201" fmla="*/ 2227195 h 2398711"/>
              <a:gd name="connsiteX41202" fmla="*/ 1671120 w 2119654"/>
              <a:gd name="connsiteY41202" fmla="*/ 706253 h 2398711"/>
              <a:gd name="connsiteX41203" fmla="*/ 1659155 w 2119654"/>
              <a:gd name="connsiteY41203" fmla="*/ 749046 h 2398711"/>
              <a:gd name="connsiteX41204" fmla="*/ 1658512 w 2119654"/>
              <a:gd name="connsiteY41204" fmla="*/ 755338 h 2398711"/>
              <a:gd name="connsiteX41205" fmla="*/ 1658441 w 2119654"/>
              <a:gd name="connsiteY41205" fmla="*/ 762876 h 2398711"/>
              <a:gd name="connsiteX41206" fmla="*/ 1666732 w 2119654"/>
              <a:gd name="connsiteY41206" fmla="*/ 745116 h 2398711"/>
              <a:gd name="connsiteX41207" fmla="*/ 1666742 w 2119654"/>
              <a:gd name="connsiteY41207" fmla="*/ 745033 h 2398711"/>
              <a:gd name="connsiteX41208" fmla="*/ 1668849 w 2119654"/>
              <a:gd name="connsiteY41208" fmla="*/ 727297 h 2398711"/>
              <a:gd name="connsiteX41209" fmla="*/ 1668985 w 2119654"/>
              <a:gd name="connsiteY41209" fmla="*/ 727518 h 2398711"/>
              <a:gd name="connsiteX41210" fmla="*/ 1666950 w 2119654"/>
              <a:gd name="connsiteY41210" fmla="*/ 744648 h 2398711"/>
              <a:gd name="connsiteX41211" fmla="*/ 1668967 w 2119654"/>
              <a:gd name="connsiteY41211" fmla="*/ 740327 h 2398711"/>
              <a:gd name="connsiteX41212" fmla="*/ 1670387 w 2119654"/>
              <a:gd name="connsiteY41212" fmla="*/ 737158 h 2398711"/>
              <a:gd name="connsiteX41213" fmla="*/ 1673901 w 2119654"/>
              <a:gd name="connsiteY41213" fmla="*/ 717577 h 2398711"/>
              <a:gd name="connsiteX41214" fmla="*/ 1012353 w 2119654"/>
              <a:gd name="connsiteY41214" fmla="*/ 2180891 h 2398711"/>
              <a:gd name="connsiteX41215" fmla="*/ 1012746 w 2119654"/>
              <a:gd name="connsiteY41215" fmla="*/ 2181274 h 2398711"/>
              <a:gd name="connsiteX41216" fmla="*/ 1012786 w 2119654"/>
              <a:gd name="connsiteY41216" fmla="*/ 2181256 h 2398711"/>
              <a:gd name="connsiteX41217" fmla="*/ 988501 w 2119654"/>
              <a:gd name="connsiteY41217" fmla="*/ 2234067 h 2398711"/>
              <a:gd name="connsiteX41218" fmla="*/ 992028 w 2119654"/>
              <a:gd name="connsiteY41218" fmla="*/ 2231805 h 2398711"/>
              <a:gd name="connsiteX41219" fmla="*/ 992016 w 2119654"/>
              <a:gd name="connsiteY41219" fmla="*/ 2231775 h 2398711"/>
              <a:gd name="connsiteX41220" fmla="*/ 991502 w 2119654"/>
              <a:gd name="connsiteY41220" fmla="*/ 2231543 h 2398711"/>
              <a:gd name="connsiteX41221" fmla="*/ 982497 w 2119654"/>
              <a:gd name="connsiteY41221" fmla="*/ 2247412 h 2398711"/>
              <a:gd name="connsiteX41222" fmla="*/ 985210 w 2119654"/>
              <a:gd name="connsiteY41222" fmla="*/ 2252102 h 2398711"/>
              <a:gd name="connsiteX41223" fmla="*/ 990539 w 2119654"/>
              <a:gd name="connsiteY41223" fmla="*/ 2247741 h 2398711"/>
              <a:gd name="connsiteX41224" fmla="*/ 987109 w 2119654"/>
              <a:gd name="connsiteY41224" fmla="*/ 2247837 h 2398711"/>
              <a:gd name="connsiteX41225" fmla="*/ 1671852 w 2119654"/>
              <a:gd name="connsiteY41225" fmla="*/ 703634 h 2398711"/>
              <a:gd name="connsiteX41226" fmla="*/ 1671295 w 2119654"/>
              <a:gd name="connsiteY41226" fmla="*/ 705625 h 2398711"/>
              <a:gd name="connsiteX41227" fmla="*/ 1673731 w 2119654"/>
              <a:gd name="connsiteY41227" fmla="*/ 715541 h 2398711"/>
              <a:gd name="connsiteX41228" fmla="*/ 1003079 w 2119654"/>
              <a:gd name="connsiteY41228" fmla="*/ 2201105 h 2398711"/>
              <a:gd name="connsiteX41229" fmla="*/ 1003216 w 2119654"/>
              <a:gd name="connsiteY41229" fmla="*/ 2201250 h 2398711"/>
              <a:gd name="connsiteX41230" fmla="*/ 1006000 w 2119654"/>
              <a:gd name="connsiteY41230" fmla="*/ 2198563 h 2398711"/>
              <a:gd name="connsiteX41231" fmla="*/ 1001495 w 2119654"/>
              <a:gd name="connsiteY41231" fmla="*/ 2203487 h 2398711"/>
              <a:gd name="connsiteX41232" fmla="*/ 1003096 w 2119654"/>
              <a:gd name="connsiteY41232" fmla="*/ 2203750 h 2398711"/>
              <a:gd name="connsiteX41233" fmla="*/ 1004777 w 2119654"/>
              <a:gd name="connsiteY41233" fmla="*/ 2203619 h 2398711"/>
              <a:gd name="connsiteX41234" fmla="*/ 1003204 w 2119654"/>
              <a:gd name="connsiteY41234" fmla="*/ 2201964 h 2398711"/>
              <a:gd name="connsiteX41235" fmla="*/ 1011955 w 2119654"/>
              <a:gd name="connsiteY41235" fmla="*/ 2179972 h 2398711"/>
              <a:gd name="connsiteX41236" fmla="*/ 1013234 w 2119654"/>
              <a:gd name="connsiteY41236" fmla="*/ 2181047 h 2398711"/>
              <a:gd name="connsiteX41237" fmla="*/ 1013994 w 2119654"/>
              <a:gd name="connsiteY41237" fmla="*/ 2180695 h 2398711"/>
              <a:gd name="connsiteX41238" fmla="*/ 1012929 w 2119654"/>
              <a:gd name="connsiteY41238" fmla="*/ 2179874 h 2398711"/>
              <a:gd name="connsiteX41239" fmla="*/ 1640597 w 2119654"/>
              <a:gd name="connsiteY41239" fmla="*/ 772000 h 2398711"/>
              <a:gd name="connsiteX41240" fmla="*/ 1640220 w 2119654"/>
              <a:gd name="connsiteY41240" fmla="*/ 773925 h 2398711"/>
              <a:gd name="connsiteX41241" fmla="*/ 1640372 w 2119654"/>
              <a:gd name="connsiteY41241" fmla="*/ 779833 h 2398711"/>
              <a:gd name="connsiteX41242" fmla="*/ 1640424 w 2119654"/>
              <a:gd name="connsiteY41242" fmla="*/ 780161 h 2398711"/>
              <a:gd name="connsiteX41243" fmla="*/ 1640595 w 2119654"/>
              <a:gd name="connsiteY41243" fmla="*/ 772267 h 2398711"/>
              <a:gd name="connsiteX41244" fmla="*/ 989600 w 2119654"/>
              <a:gd name="connsiteY41244" fmla="*/ 2229544 h 2398711"/>
              <a:gd name="connsiteX41245" fmla="*/ 991488 w 2119654"/>
              <a:gd name="connsiteY41245" fmla="*/ 2230396 h 2398711"/>
              <a:gd name="connsiteX41246" fmla="*/ 990912 w 2119654"/>
              <a:gd name="connsiteY41246" fmla="*/ 2228892 h 2398711"/>
              <a:gd name="connsiteX41247" fmla="*/ 991729 w 2119654"/>
              <a:gd name="connsiteY41247" fmla="*/ 2224758 h 2398711"/>
              <a:gd name="connsiteX41248" fmla="*/ 992042 w 2119654"/>
              <a:gd name="connsiteY41248" fmla="*/ 2225248 h 2398711"/>
              <a:gd name="connsiteX41249" fmla="*/ 993193 w 2119654"/>
              <a:gd name="connsiteY41249" fmla="*/ 2225320 h 2398711"/>
              <a:gd name="connsiteX41250" fmla="*/ 997278 w 2119654"/>
              <a:gd name="connsiteY41250" fmla="*/ 2223597 h 2398711"/>
              <a:gd name="connsiteX41251" fmla="*/ 992834 w 2119654"/>
              <a:gd name="connsiteY41251" fmla="*/ 2223988 h 2398711"/>
              <a:gd name="connsiteX41252" fmla="*/ 990545 w 2119654"/>
              <a:gd name="connsiteY41252" fmla="*/ 2226808 h 2398711"/>
              <a:gd name="connsiteX41253" fmla="*/ 990933 w 2119654"/>
              <a:gd name="connsiteY41253" fmla="*/ 2227819 h 2398711"/>
              <a:gd name="connsiteX41254" fmla="*/ 992516 w 2119654"/>
              <a:gd name="connsiteY41254" fmla="*/ 2226950 h 2398711"/>
              <a:gd name="connsiteX41255" fmla="*/ 990769 w 2119654"/>
              <a:gd name="connsiteY41255" fmla="*/ 2226713 h 2398711"/>
              <a:gd name="connsiteX41256" fmla="*/ 1623546 w 2119654"/>
              <a:gd name="connsiteY41256" fmla="*/ 809354 h 2398711"/>
              <a:gd name="connsiteX41257" fmla="*/ 1623229 w 2119654"/>
              <a:gd name="connsiteY41257" fmla="*/ 812264 h 2398711"/>
              <a:gd name="connsiteX41258" fmla="*/ 1624736 w 2119654"/>
              <a:gd name="connsiteY41258" fmla="*/ 816837 h 2398711"/>
              <a:gd name="connsiteX41259" fmla="*/ 1625151 w 2119654"/>
              <a:gd name="connsiteY41259" fmla="*/ 818292 h 2398711"/>
              <a:gd name="connsiteX41260" fmla="*/ 1638063 w 2119654"/>
              <a:gd name="connsiteY41260" fmla="*/ 776725 h 2398711"/>
              <a:gd name="connsiteX41261" fmla="*/ 1637704 w 2119654"/>
              <a:gd name="connsiteY41261" fmla="*/ 781756 h 2398711"/>
              <a:gd name="connsiteX41262" fmla="*/ 1638260 w 2119654"/>
              <a:gd name="connsiteY41262" fmla="*/ 778944 h 2398711"/>
              <a:gd name="connsiteX41263" fmla="*/ 1638302 w 2119654"/>
              <a:gd name="connsiteY41263" fmla="*/ 778181 h 2398711"/>
              <a:gd name="connsiteX41264" fmla="*/ 991108 w 2119654"/>
              <a:gd name="connsiteY41264" fmla="*/ 2225191 h 2398711"/>
              <a:gd name="connsiteX41265" fmla="*/ 991856 w 2119654"/>
              <a:gd name="connsiteY41265" fmla="*/ 2225237 h 2398711"/>
              <a:gd name="connsiteX41266" fmla="*/ 991606 w 2119654"/>
              <a:gd name="connsiteY41266" fmla="*/ 2224844 h 2398711"/>
              <a:gd name="connsiteX41267" fmla="*/ 1000526 w 2119654"/>
              <a:gd name="connsiteY41267" fmla="*/ 2203327 h 2398711"/>
              <a:gd name="connsiteX41268" fmla="*/ 1000985 w 2119654"/>
              <a:gd name="connsiteY41268" fmla="*/ 2203403 h 2398711"/>
              <a:gd name="connsiteX41269" fmla="*/ 1002855 w 2119654"/>
              <a:gd name="connsiteY41269" fmla="*/ 2201598 h 2398711"/>
              <a:gd name="connsiteX41270" fmla="*/ 1002700 w 2119654"/>
              <a:gd name="connsiteY41270" fmla="*/ 2201435 h 2398711"/>
              <a:gd name="connsiteX41271" fmla="*/ 1005860 w 2119654"/>
              <a:gd name="connsiteY41271" fmla="*/ 2190656 h 2398711"/>
              <a:gd name="connsiteX41272" fmla="*/ 1006430 w 2119654"/>
              <a:gd name="connsiteY41272" fmla="*/ 2191584 h 2398711"/>
              <a:gd name="connsiteX41273" fmla="*/ 1007594 w 2119654"/>
              <a:gd name="connsiteY41273" fmla="*/ 2190102 h 2398711"/>
              <a:gd name="connsiteX41274" fmla="*/ 1011356 w 2119654"/>
              <a:gd name="connsiteY41274" fmla="*/ 2178252 h 2398711"/>
              <a:gd name="connsiteX41275" fmla="*/ 1011363 w 2119654"/>
              <a:gd name="connsiteY41275" fmla="*/ 2178258 h 2398711"/>
              <a:gd name="connsiteX41276" fmla="*/ 1012080 w 2119654"/>
              <a:gd name="connsiteY41276" fmla="*/ 2178187 h 2398711"/>
              <a:gd name="connsiteX41277" fmla="*/ 1012074 w 2119654"/>
              <a:gd name="connsiteY41277" fmla="*/ 2178183 h 2398711"/>
              <a:gd name="connsiteX41278" fmla="*/ 1011639 w 2119654"/>
              <a:gd name="connsiteY41278" fmla="*/ 2178115 h 2398711"/>
              <a:gd name="connsiteX41279" fmla="*/ 1011094 w 2119654"/>
              <a:gd name="connsiteY41279" fmla="*/ 2178028 h 2398711"/>
              <a:gd name="connsiteX41280" fmla="*/ 1011234 w 2119654"/>
              <a:gd name="connsiteY41280" fmla="*/ 2178157 h 2398711"/>
              <a:gd name="connsiteX41281" fmla="*/ 1011401 w 2119654"/>
              <a:gd name="connsiteY41281" fmla="*/ 2178076 h 2398711"/>
              <a:gd name="connsiteX41282" fmla="*/ 974766 w 2119654"/>
              <a:gd name="connsiteY41282" fmla="*/ 2258371 h 2398711"/>
              <a:gd name="connsiteX41283" fmla="*/ 975847 w 2119654"/>
              <a:gd name="connsiteY41283" fmla="*/ 2259764 h 2398711"/>
              <a:gd name="connsiteX41284" fmla="*/ 977591 w 2119654"/>
              <a:gd name="connsiteY41284" fmla="*/ 2258336 h 2398711"/>
              <a:gd name="connsiteX41285" fmla="*/ 990428 w 2119654"/>
              <a:gd name="connsiteY41285" fmla="*/ 2222711 h 2398711"/>
              <a:gd name="connsiteX41286" fmla="*/ 990834 w 2119654"/>
              <a:gd name="connsiteY41286" fmla="*/ 2223349 h 2398711"/>
              <a:gd name="connsiteX41287" fmla="*/ 992173 w 2119654"/>
              <a:gd name="connsiteY41287" fmla="*/ 2223231 h 2398711"/>
              <a:gd name="connsiteX41288" fmla="*/ 995897 w 2119654"/>
              <a:gd name="connsiteY41288" fmla="*/ 2220406 h 2398711"/>
              <a:gd name="connsiteX41289" fmla="*/ 995871 w 2119654"/>
              <a:gd name="connsiteY41289" fmla="*/ 2220382 h 2398711"/>
              <a:gd name="connsiteX41290" fmla="*/ 989574 w 2119654"/>
              <a:gd name="connsiteY41290" fmla="*/ 2224275 h 2398711"/>
              <a:gd name="connsiteX41291" fmla="*/ 989850 w 2119654"/>
              <a:gd name="connsiteY41291" fmla="*/ 2224993 h 2398711"/>
              <a:gd name="connsiteX41292" fmla="*/ 990957 w 2119654"/>
              <a:gd name="connsiteY41292" fmla="*/ 2224153 h 2398711"/>
              <a:gd name="connsiteX41293" fmla="*/ 1701850 w 2119654"/>
              <a:gd name="connsiteY41293" fmla="*/ 628956 h 2398711"/>
              <a:gd name="connsiteX41294" fmla="*/ 1700071 w 2119654"/>
              <a:gd name="connsiteY41294" fmla="*/ 653723 h 2398711"/>
              <a:gd name="connsiteX41295" fmla="*/ 1697171 w 2119654"/>
              <a:gd name="connsiteY41295" fmla="*/ 687544 h 2398711"/>
              <a:gd name="connsiteX41296" fmla="*/ 1702069 w 2119654"/>
              <a:gd name="connsiteY41296" fmla="*/ 706935 h 2398711"/>
              <a:gd name="connsiteX41297" fmla="*/ 1705822 w 2119654"/>
              <a:gd name="connsiteY41297" fmla="*/ 722683 h 2398711"/>
              <a:gd name="connsiteX41298" fmla="*/ 1706400 w 2119654"/>
              <a:gd name="connsiteY41298" fmla="*/ 661888 h 2398711"/>
              <a:gd name="connsiteX41299" fmla="*/ 1706216 w 2119654"/>
              <a:gd name="connsiteY41299" fmla="*/ 647271 h 2398711"/>
              <a:gd name="connsiteX41300" fmla="*/ 1638485 w 2119654"/>
              <a:gd name="connsiteY41300" fmla="*/ 770796 h 2398711"/>
              <a:gd name="connsiteX41301" fmla="*/ 1638129 w 2119654"/>
              <a:gd name="connsiteY41301" fmla="*/ 775785 h 2398711"/>
              <a:gd name="connsiteX41302" fmla="*/ 1638358 w 2119654"/>
              <a:gd name="connsiteY41302" fmla="*/ 777169 h 2398711"/>
              <a:gd name="connsiteX41303" fmla="*/ 1638435 w 2119654"/>
              <a:gd name="connsiteY41303" fmla="*/ 775758 h 2398711"/>
              <a:gd name="connsiteX41304" fmla="*/ 1638508 w 2119654"/>
              <a:gd name="connsiteY41304" fmla="*/ 770940 h 2398711"/>
              <a:gd name="connsiteX41305" fmla="*/ 1642818 w 2119654"/>
              <a:gd name="connsiteY41305" fmla="*/ 760654 h 2398711"/>
              <a:gd name="connsiteX41306" fmla="*/ 1640847 w 2119654"/>
              <a:gd name="connsiteY41306" fmla="*/ 770721 h 2398711"/>
              <a:gd name="connsiteX41307" fmla="*/ 1640753 w 2119654"/>
              <a:gd name="connsiteY41307" fmla="*/ 782243 h 2398711"/>
              <a:gd name="connsiteX41308" fmla="*/ 1642937 w 2119654"/>
              <a:gd name="connsiteY41308" fmla="*/ 796085 h 2398711"/>
              <a:gd name="connsiteX41309" fmla="*/ 1643310 w 2119654"/>
              <a:gd name="connsiteY41309" fmla="*/ 795285 h 2398711"/>
              <a:gd name="connsiteX41310" fmla="*/ 1647133 w 2119654"/>
              <a:gd name="connsiteY41310" fmla="*/ 783457 h 2398711"/>
              <a:gd name="connsiteX41311" fmla="*/ 1647185 w 2119654"/>
              <a:gd name="connsiteY41311" fmla="*/ 781663 h 2398711"/>
              <a:gd name="connsiteX41312" fmla="*/ 1645588 w 2119654"/>
              <a:gd name="connsiteY41312" fmla="*/ 769069 h 2398711"/>
              <a:gd name="connsiteX41313" fmla="*/ 987439 w 2119654"/>
              <a:gd name="connsiteY41313" fmla="*/ 2227747 h 2398711"/>
              <a:gd name="connsiteX41314" fmla="*/ 990051 w 2119654"/>
              <a:gd name="connsiteY41314" fmla="*/ 2226645 h 2398711"/>
              <a:gd name="connsiteX41315" fmla="*/ 990039 w 2119654"/>
              <a:gd name="connsiteY41315" fmla="*/ 2226614 h 2398711"/>
              <a:gd name="connsiteX41316" fmla="*/ 989224 w 2119654"/>
              <a:gd name="connsiteY41316" fmla="*/ 2226503 h 2398711"/>
              <a:gd name="connsiteX41317" fmla="*/ 986922 w 2119654"/>
              <a:gd name="connsiteY41317" fmla="*/ 2228335 h 2398711"/>
              <a:gd name="connsiteX41318" fmla="*/ 988606 w 2119654"/>
              <a:gd name="connsiteY41318" fmla="*/ 2229095 h 2398711"/>
              <a:gd name="connsiteX41319" fmla="*/ 990576 w 2119654"/>
              <a:gd name="connsiteY41319" fmla="*/ 2228014 h 2398711"/>
              <a:gd name="connsiteX41320" fmla="*/ 990173 w 2119654"/>
              <a:gd name="connsiteY41320" fmla="*/ 2226964 h 2398711"/>
              <a:gd name="connsiteX41321" fmla="*/ 989180 w 2119654"/>
              <a:gd name="connsiteY41321" fmla="*/ 2223245 h 2398711"/>
              <a:gd name="connsiteX41322" fmla="*/ 989272 w 2119654"/>
              <a:gd name="connsiteY41322" fmla="*/ 2223486 h 2398711"/>
              <a:gd name="connsiteX41323" fmla="*/ 990666 w 2119654"/>
              <a:gd name="connsiteY41323" fmla="*/ 2223364 h 2398711"/>
              <a:gd name="connsiteX41324" fmla="*/ 990289 w 2119654"/>
              <a:gd name="connsiteY41324" fmla="*/ 2222771 h 2398711"/>
              <a:gd name="connsiteX41325" fmla="*/ 1009305 w 2119654"/>
              <a:gd name="connsiteY41325" fmla="*/ 2177743 h 2398711"/>
              <a:gd name="connsiteX41326" fmla="*/ 1010072 w 2119654"/>
              <a:gd name="connsiteY41326" fmla="*/ 2178387 h 2398711"/>
              <a:gd name="connsiteX41327" fmla="*/ 1010893 w 2119654"/>
              <a:gd name="connsiteY41327" fmla="*/ 2178305 h 2398711"/>
              <a:gd name="connsiteX41328" fmla="*/ 1010386 w 2119654"/>
              <a:gd name="connsiteY41328" fmla="*/ 2177914 h 2398711"/>
              <a:gd name="connsiteX41329" fmla="*/ 977764 w 2119654"/>
              <a:gd name="connsiteY41329" fmla="*/ 2247979 h 2398711"/>
              <a:gd name="connsiteX41330" fmla="*/ 983584 w 2119654"/>
              <a:gd name="connsiteY41330" fmla="*/ 2253433 h 2398711"/>
              <a:gd name="connsiteX41331" fmla="*/ 984816 w 2119654"/>
              <a:gd name="connsiteY41331" fmla="*/ 2252424 h 2398711"/>
              <a:gd name="connsiteX41332" fmla="*/ 981883 w 2119654"/>
              <a:gd name="connsiteY41332" fmla="*/ 2247355 h 2398711"/>
              <a:gd name="connsiteX41333" fmla="*/ 979642 w 2119654"/>
              <a:gd name="connsiteY41333" fmla="*/ 2247148 h 2398711"/>
              <a:gd name="connsiteX41334" fmla="*/ 1620640 w 2119654"/>
              <a:gd name="connsiteY41334" fmla="*/ 808404 h 2398711"/>
              <a:gd name="connsiteX41335" fmla="*/ 1620382 w 2119654"/>
              <a:gd name="connsiteY41335" fmla="*/ 810168 h 2398711"/>
              <a:gd name="connsiteX41336" fmla="*/ 1621378 w 2119654"/>
              <a:gd name="connsiteY41336" fmla="*/ 822842 h 2398711"/>
              <a:gd name="connsiteX41337" fmla="*/ 1621734 w 2119654"/>
              <a:gd name="connsiteY41337" fmla="*/ 823795 h 2398711"/>
              <a:gd name="connsiteX41338" fmla="*/ 1622645 w 2119654"/>
              <a:gd name="connsiteY41338" fmla="*/ 815426 h 2398711"/>
              <a:gd name="connsiteX41339" fmla="*/ 1011657 w 2119654"/>
              <a:gd name="connsiteY41339" fmla="*/ 2171659 h 2398711"/>
              <a:gd name="connsiteX41340" fmla="*/ 1011733 w 2119654"/>
              <a:gd name="connsiteY41340" fmla="*/ 2171750 h 2398711"/>
              <a:gd name="connsiteX41341" fmla="*/ 1012297 w 2119654"/>
              <a:gd name="connsiteY41341" fmla="*/ 2171388 h 2398711"/>
              <a:gd name="connsiteX41342" fmla="*/ 1012217 w 2119654"/>
              <a:gd name="connsiteY41342" fmla="*/ 2171373 h 2398711"/>
              <a:gd name="connsiteX41343" fmla="*/ 988446 w 2119654"/>
              <a:gd name="connsiteY41343" fmla="*/ 2223559 h 2398711"/>
              <a:gd name="connsiteX41344" fmla="*/ 988854 w 2119654"/>
              <a:gd name="connsiteY41344" fmla="*/ 2223524 h 2398711"/>
              <a:gd name="connsiteX41345" fmla="*/ 988809 w 2119654"/>
              <a:gd name="connsiteY41345" fmla="*/ 2223404 h 2398711"/>
              <a:gd name="connsiteX41346" fmla="*/ 1679324 w 2119654"/>
              <a:gd name="connsiteY41346" fmla="*/ 676254 h 2398711"/>
              <a:gd name="connsiteX41347" fmla="*/ 1675957 w 2119654"/>
              <a:gd name="connsiteY41347" fmla="*/ 688952 h 2398711"/>
              <a:gd name="connsiteX41348" fmla="*/ 1672084 w 2119654"/>
              <a:gd name="connsiteY41348" fmla="*/ 702807 h 2398711"/>
              <a:gd name="connsiteX41349" fmla="*/ 1674268 w 2119654"/>
              <a:gd name="connsiteY41349" fmla="*/ 715537 h 2398711"/>
              <a:gd name="connsiteX41350" fmla="*/ 1676798 w 2119654"/>
              <a:gd name="connsiteY41350" fmla="*/ 701453 h 2398711"/>
              <a:gd name="connsiteX41351" fmla="*/ 1676965 w 2119654"/>
              <a:gd name="connsiteY41351" fmla="*/ 701708 h 2398711"/>
              <a:gd name="connsiteX41352" fmla="*/ 1679192 w 2119654"/>
              <a:gd name="connsiteY41352" fmla="*/ 679861 h 2398711"/>
              <a:gd name="connsiteX41353" fmla="*/ 1002572 w 2119654"/>
              <a:gd name="connsiteY41353" fmla="*/ 2191547 h 2398711"/>
              <a:gd name="connsiteX41354" fmla="*/ 1004480 w 2119654"/>
              <a:gd name="connsiteY41354" fmla="*/ 2193433 h 2398711"/>
              <a:gd name="connsiteX41355" fmla="*/ 1006053 w 2119654"/>
              <a:gd name="connsiteY41355" fmla="*/ 2192063 h 2398711"/>
              <a:gd name="connsiteX41356" fmla="*/ 1006187 w 2119654"/>
              <a:gd name="connsiteY41356" fmla="*/ 2191892 h 2398711"/>
              <a:gd name="connsiteX41357" fmla="*/ 1005500 w 2119654"/>
              <a:gd name="connsiteY41357" fmla="*/ 2190772 h 2398711"/>
              <a:gd name="connsiteX41358" fmla="*/ 1004615 w 2119654"/>
              <a:gd name="connsiteY41358" fmla="*/ 2191054 h 2398711"/>
              <a:gd name="connsiteX41359" fmla="*/ 1643851 w 2119654"/>
              <a:gd name="connsiteY41359" fmla="*/ 755376 h 2398711"/>
              <a:gd name="connsiteX41360" fmla="*/ 1643142 w 2119654"/>
              <a:gd name="connsiteY41360" fmla="*/ 758997 h 2398711"/>
              <a:gd name="connsiteX41361" fmla="*/ 1645043 w 2119654"/>
              <a:gd name="connsiteY41361" fmla="*/ 764770 h 2398711"/>
              <a:gd name="connsiteX41362" fmla="*/ 1004020 w 2119654"/>
              <a:gd name="connsiteY41362" fmla="*/ 2187659 h 2398711"/>
              <a:gd name="connsiteX41363" fmla="*/ 1004266 w 2119654"/>
              <a:gd name="connsiteY41363" fmla="*/ 2188059 h 2398711"/>
              <a:gd name="connsiteX41364" fmla="*/ 1010852 w 2119654"/>
              <a:gd name="connsiteY41364" fmla="*/ 2185954 h 2398711"/>
              <a:gd name="connsiteX41365" fmla="*/ 1011835 w 2119654"/>
              <a:gd name="connsiteY41365" fmla="*/ 2184703 h 2398711"/>
              <a:gd name="connsiteX41366" fmla="*/ 993856 w 2119654"/>
              <a:gd name="connsiteY41366" fmla="*/ 2210292 h 2398711"/>
              <a:gd name="connsiteX41367" fmla="*/ 994745 w 2119654"/>
              <a:gd name="connsiteY41367" fmla="*/ 2210870 h 2398711"/>
              <a:gd name="connsiteX41368" fmla="*/ 995752 w 2119654"/>
              <a:gd name="connsiteY41368" fmla="*/ 2210604 h 2398711"/>
              <a:gd name="connsiteX41369" fmla="*/ 996104 w 2119654"/>
              <a:gd name="connsiteY41369" fmla="*/ 2210465 h 2398711"/>
              <a:gd name="connsiteX41370" fmla="*/ 994210 w 2119654"/>
              <a:gd name="connsiteY41370" fmla="*/ 2209976 h 2398711"/>
              <a:gd name="connsiteX41371" fmla="*/ 991140 w 2119654"/>
              <a:gd name="connsiteY41371" fmla="*/ 2214890 h 2398711"/>
              <a:gd name="connsiteX41372" fmla="*/ 991528 w 2119654"/>
              <a:gd name="connsiteY41372" fmla="*/ 2215279 h 2398711"/>
              <a:gd name="connsiteX41373" fmla="*/ 992996 w 2119654"/>
              <a:gd name="connsiteY41373" fmla="*/ 2214401 h 2398711"/>
              <a:gd name="connsiteX41374" fmla="*/ 1620093 w 2119654"/>
              <a:gd name="connsiteY41374" fmla="*/ 806492 h 2398711"/>
              <a:gd name="connsiteX41375" fmla="*/ 1620300 w 2119654"/>
              <a:gd name="connsiteY41375" fmla="*/ 809118 h 2398711"/>
              <a:gd name="connsiteX41376" fmla="*/ 1620483 w 2119654"/>
              <a:gd name="connsiteY41376" fmla="*/ 807859 h 2398711"/>
              <a:gd name="connsiteX41377" fmla="*/ 992562 w 2119654"/>
              <a:gd name="connsiteY41377" fmla="*/ 2211444 h 2398711"/>
              <a:gd name="connsiteX41378" fmla="*/ 994289 w 2119654"/>
              <a:gd name="connsiteY41378" fmla="*/ 2210990 h 2398711"/>
              <a:gd name="connsiteX41379" fmla="*/ 993577 w 2119654"/>
              <a:gd name="connsiteY41379" fmla="*/ 2210541 h 2398711"/>
              <a:gd name="connsiteX41380" fmla="*/ 1009901 w 2119654"/>
              <a:gd name="connsiteY41380" fmla="*/ 2172553 h 2398711"/>
              <a:gd name="connsiteX41381" fmla="*/ 1011012 w 2119654"/>
              <a:gd name="connsiteY41381" fmla="*/ 2172212 h 2398711"/>
              <a:gd name="connsiteX41382" fmla="*/ 1011562 w 2119654"/>
              <a:gd name="connsiteY41382" fmla="*/ 2171859 h 2398711"/>
              <a:gd name="connsiteX41383" fmla="*/ 1011473 w 2119654"/>
              <a:gd name="connsiteY41383" fmla="*/ 2171752 h 2398711"/>
              <a:gd name="connsiteX41384" fmla="*/ 976576 w 2119654"/>
              <a:gd name="connsiteY41384" fmla="*/ 2246865 h 2398711"/>
              <a:gd name="connsiteX41385" fmla="*/ 977507 w 2119654"/>
              <a:gd name="connsiteY41385" fmla="*/ 2247738 h 2398711"/>
              <a:gd name="connsiteX41386" fmla="*/ 978978 w 2119654"/>
              <a:gd name="connsiteY41386" fmla="*/ 2247087 h 2398711"/>
              <a:gd name="connsiteX41387" fmla="*/ 1681344 w 2119654"/>
              <a:gd name="connsiteY41387" fmla="*/ 668633 h 2398711"/>
              <a:gd name="connsiteX41388" fmla="*/ 1680591 w 2119654"/>
              <a:gd name="connsiteY41388" fmla="*/ 671475 h 2398711"/>
              <a:gd name="connsiteX41389" fmla="*/ 1681518 w 2119654"/>
              <a:gd name="connsiteY41389" fmla="*/ 696711 h 2398711"/>
              <a:gd name="connsiteX41390" fmla="*/ 1680898 w 2119654"/>
              <a:gd name="connsiteY41390" fmla="*/ 713681 h 2398711"/>
              <a:gd name="connsiteX41391" fmla="*/ 1682482 w 2119654"/>
              <a:gd name="connsiteY41391" fmla="*/ 710145 h 2398711"/>
              <a:gd name="connsiteX41392" fmla="*/ 1682629 w 2119654"/>
              <a:gd name="connsiteY41392" fmla="*/ 710563 h 2398711"/>
              <a:gd name="connsiteX41393" fmla="*/ 1680869 w 2119654"/>
              <a:gd name="connsiteY41393" fmla="*/ 714495 h 2398711"/>
              <a:gd name="connsiteX41394" fmla="*/ 1679912 w 2119654"/>
              <a:gd name="connsiteY41394" fmla="*/ 740704 h 2398711"/>
              <a:gd name="connsiteX41395" fmla="*/ 1680746 w 2119654"/>
              <a:gd name="connsiteY41395" fmla="*/ 744099 h 2398711"/>
              <a:gd name="connsiteX41396" fmla="*/ 1683655 w 2119654"/>
              <a:gd name="connsiteY41396" fmla="*/ 723043 h 2398711"/>
              <a:gd name="connsiteX41397" fmla="*/ 1681943 w 2119654"/>
              <a:gd name="connsiteY41397" fmla="*/ 676437 h 2398711"/>
              <a:gd name="connsiteX41398" fmla="*/ 992817 w 2119654"/>
              <a:gd name="connsiteY41398" fmla="*/ 2209617 h 2398711"/>
              <a:gd name="connsiteX41399" fmla="*/ 993518 w 2119654"/>
              <a:gd name="connsiteY41399" fmla="*/ 2210072 h 2398711"/>
              <a:gd name="connsiteX41400" fmla="*/ 993757 w 2119654"/>
              <a:gd name="connsiteY41400" fmla="*/ 2209859 h 2398711"/>
              <a:gd name="connsiteX41401" fmla="*/ 985921 w 2119654"/>
              <a:gd name="connsiteY41401" fmla="*/ 2224640 h 2398711"/>
              <a:gd name="connsiteX41402" fmla="*/ 989039 w 2119654"/>
              <a:gd name="connsiteY41402" fmla="*/ 2225063 h 2398711"/>
              <a:gd name="connsiteX41403" fmla="*/ 989454 w 2119654"/>
              <a:gd name="connsiteY41403" fmla="*/ 2225089 h 2398711"/>
              <a:gd name="connsiteX41404" fmla="*/ 989157 w 2119654"/>
              <a:gd name="connsiteY41404" fmla="*/ 2224312 h 2398711"/>
              <a:gd name="connsiteX41405" fmla="*/ 986048 w 2119654"/>
              <a:gd name="connsiteY41405" fmla="*/ 2224586 h 2398711"/>
              <a:gd name="connsiteX41406" fmla="*/ 978637 w 2119654"/>
              <a:gd name="connsiteY41406" fmla="*/ 2240738 h 2398711"/>
              <a:gd name="connsiteX41407" fmla="*/ 980469 w 2119654"/>
              <a:gd name="connsiteY41407" fmla="*/ 2243907 h 2398711"/>
              <a:gd name="connsiteX41408" fmla="*/ 986549 w 2119654"/>
              <a:gd name="connsiteY41408" fmla="*/ 2243736 h 2398711"/>
              <a:gd name="connsiteX41409" fmla="*/ 995142 w 2119654"/>
              <a:gd name="connsiteY41409" fmla="*/ 2239932 h 2398711"/>
              <a:gd name="connsiteX41410" fmla="*/ 992134 w 2119654"/>
              <a:gd name="connsiteY41410" fmla="*/ 2232081 h 2398711"/>
              <a:gd name="connsiteX41411" fmla="*/ 986781 w 2119654"/>
              <a:gd name="connsiteY41411" fmla="*/ 2235514 h 2398711"/>
              <a:gd name="connsiteX41412" fmla="*/ 982775 w 2119654"/>
              <a:gd name="connsiteY41412" fmla="*/ 2238884 h 2398711"/>
              <a:gd name="connsiteX41413" fmla="*/ 982512 w 2119654"/>
              <a:gd name="connsiteY41413" fmla="*/ 2238868 h 2398711"/>
              <a:gd name="connsiteX41414" fmla="*/ 985592 w 2119654"/>
              <a:gd name="connsiteY41414" fmla="*/ 2236277 h 2398711"/>
              <a:gd name="connsiteX41415" fmla="*/ 974594 w 2119654"/>
              <a:gd name="connsiteY41415" fmla="*/ 2249382 h 2398711"/>
              <a:gd name="connsiteX41416" fmla="*/ 982475 w 2119654"/>
              <a:gd name="connsiteY41416" fmla="*/ 2254340 h 2398711"/>
              <a:gd name="connsiteX41417" fmla="*/ 983261 w 2119654"/>
              <a:gd name="connsiteY41417" fmla="*/ 2253696 h 2398711"/>
              <a:gd name="connsiteX41418" fmla="*/ 977354 w 2119654"/>
              <a:gd name="connsiteY41418" fmla="*/ 2248160 h 2398711"/>
              <a:gd name="connsiteX41419" fmla="*/ 1005837 w 2119654"/>
              <a:gd name="connsiteY41419" fmla="*/ 2178809 h 2398711"/>
              <a:gd name="connsiteX41420" fmla="*/ 1009384 w 2119654"/>
              <a:gd name="connsiteY41420" fmla="*/ 2178456 h 2398711"/>
              <a:gd name="connsiteX41421" fmla="*/ 1008908 w 2119654"/>
              <a:gd name="connsiteY41421" fmla="*/ 2177993 h 2398711"/>
              <a:gd name="connsiteX41422" fmla="*/ 1008448 w 2119654"/>
              <a:gd name="connsiteY41422" fmla="*/ 2177606 h 2398711"/>
              <a:gd name="connsiteX41423" fmla="*/ 1007859 w 2119654"/>
              <a:gd name="connsiteY41423" fmla="*/ 2177512 h 2398711"/>
              <a:gd name="connsiteX41424" fmla="*/ 1012102 w 2119654"/>
              <a:gd name="connsiteY41424" fmla="*/ 2164395 h 2398711"/>
              <a:gd name="connsiteX41425" fmla="*/ 1012278 w 2119654"/>
              <a:gd name="connsiteY41425" fmla="*/ 2164606 h 2398711"/>
              <a:gd name="connsiteX41426" fmla="*/ 1012789 w 2119654"/>
              <a:gd name="connsiteY41426" fmla="*/ 2164218 h 2398711"/>
              <a:gd name="connsiteX41427" fmla="*/ 1007869 w 2119654"/>
              <a:gd name="connsiteY41427" fmla="*/ 2172981 h 2398711"/>
              <a:gd name="connsiteX41428" fmla="*/ 1008055 w 2119654"/>
              <a:gd name="connsiteY41428" fmla="*/ 2173119 h 2398711"/>
              <a:gd name="connsiteX41429" fmla="*/ 1009304 w 2119654"/>
              <a:gd name="connsiteY41429" fmla="*/ 2172736 h 2398711"/>
              <a:gd name="connsiteX41430" fmla="*/ 1009696 w 2119654"/>
              <a:gd name="connsiteY41430" fmla="*/ 2172536 h 2398711"/>
              <a:gd name="connsiteX41431" fmla="*/ 1011370 w 2119654"/>
              <a:gd name="connsiteY41431" fmla="*/ 2171655 h 2398711"/>
              <a:gd name="connsiteX41432" fmla="*/ 1009707 w 2119654"/>
              <a:gd name="connsiteY41432" fmla="*/ 2172447 h 2398711"/>
              <a:gd name="connsiteX41433" fmla="*/ 1637330 w 2119654"/>
              <a:gd name="connsiteY41433" fmla="*/ 763482 h 2398711"/>
              <a:gd name="connsiteX41434" fmla="*/ 1632629 w 2119654"/>
              <a:gd name="connsiteY41434" fmla="*/ 788790 h 2398711"/>
              <a:gd name="connsiteX41435" fmla="*/ 1634176 w 2119654"/>
              <a:gd name="connsiteY41435" fmla="*/ 796366 h 2398711"/>
              <a:gd name="connsiteX41436" fmla="*/ 1634582 w 2119654"/>
              <a:gd name="connsiteY41436" fmla="*/ 797537 h 2398711"/>
              <a:gd name="connsiteX41437" fmla="*/ 1635718 w 2119654"/>
              <a:gd name="connsiteY41437" fmla="*/ 791796 h 2398711"/>
              <a:gd name="connsiteX41438" fmla="*/ 1637174 w 2119654"/>
              <a:gd name="connsiteY41438" fmla="*/ 771340 h 2398711"/>
              <a:gd name="connsiteX41439" fmla="*/ 1637163 w 2119654"/>
              <a:gd name="connsiteY41439" fmla="*/ 771264 h 2398711"/>
              <a:gd name="connsiteX41440" fmla="*/ 1637179 w 2119654"/>
              <a:gd name="connsiteY41440" fmla="*/ 771280 h 2398711"/>
              <a:gd name="connsiteX41441" fmla="*/ 1637608 w 2119654"/>
              <a:gd name="connsiteY41441" fmla="*/ 765244 h 2398711"/>
              <a:gd name="connsiteX41442" fmla="*/ 1681091 w 2119654"/>
              <a:gd name="connsiteY41442" fmla="*/ 665319 h 2398711"/>
              <a:gd name="connsiteX41443" fmla="*/ 1680634 w 2119654"/>
              <a:gd name="connsiteY41443" fmla="*/ 670629 h 2398711"/>
              <a:gd name="connsiteX41444" fmla="*/ 1681304 w 2119654"/>
              <a:gd name="connsiteY41444" fmla="*/ 668102 h 2398711"/>
              <a:gd name="connsiteX41445" fmla="*/ 1596973 w 2119654"/>
              <a:gd name="connsiteY41445" fmla="*/ 853594 h 2398711"/>
              <a:gd name="connsiteX41446" fmla="*/ 1596952 w 2119654"/>
              <a:gd name="connsiteY41446" fmla="*/ 853644 h 2398711"/>
              <a:gd name="connsiteX41447" fmla="*/ 1596952 w 2119654"/>
              <a:gd name="connsiteY41447" fmla="*/ 853648 h 2398711"/>
              <a:gd name="connsiteX41448" fmla="*/ 1597066 w 2119654"/>
              <a:gd name="connsiteY41448" fmla="*/ 853930 h 2398711"/>
              <a:gd name="connsiteX41449" fmla="*/ 1640975 w 2119654"/>
              <a:gd name="connsiteY41449" fmla="*/ 755058 h 2398711"/>
              <a:gd name="connsiteX41450" fmla="*/ 1640889 w 2119654"/>
              <a:gd name="connsiteY41450" fmla="*/ 765661 h 2398711"/>
              <a:gd name="connsiteX41451" fmla="*/ 1642231 w 2119654"/>
              <a:gd name="connsiteY41451" fmla="*/ 758873 h 2398711"/>
              <a:gd name="connsiteX41452" fmla="*/ 1598281 w 2119654"/>
              <a:gd name="connsiteY41452" fmla="*/ 850560 h 2398711"/>
              <a:gd name="connsiteX41453" fmla="*/ 1597520 w 2119654"/>
              <a:gd name="connsiteY41453" fmla="*/ 852327 h 2398711"/>
              <a:gd name="connsiteX41454" fmla="*/ 1597940 w 2119654"/>
              <a:gd name="connsiteY41454" fmla="*/ 853849 h 2398711"/>
              <a:gd name="connsiteX41455" fmla="*/ 1598468 w 2119654"/>
              <a:gd name="connsiteY41455" fmla="*/ 852485 h 2398711"/>
              <a:gd name="connsiteX41456" fmla="*/ 1639370 w 2119654"/>
              <a:gd name="connsiteY41456" fmla="*/ 758361 h 2398711"/>
              <a:gd name="connsiteX41457" fmla="*/ 1639365 w 2119654"/>
              <a:gd name="connsiteY41457" fmla="*/ 758425 h 2398711"/>
              <a:gd name="connsiteX41458" fmla="*/ 1639160 w 2119654"/>
              <a:gd name="connsiteY41458" fmla="*/ 772141 h 2398711"/>
              <a:gd name="connsiteX41459" fmla="*/ 1639251 w 2119654"/>
              <a:gd name="connsiteY41459" fmla="*/ 772720 h 2398711"/>
              <a:gd name="connsiteX41460" fmla="*/ 1639551 w 2119654"/>
              <a:gd name="connsiteY41460" fmla="*/ 761516 h 2398711"/>
              <a:gd name="connsiteX41461" fmla="*/ 1000125 w 2119654"/>
              <a:gd name="connsiteY41461" fmla="*/ 2189131 h 2398711"/>
              <a:gd name="connsiteX41462" fmla="*/ 1000318 w 2119654"/>
              <a:gd name="connsiteY41462" fmla="*/ 2189321 h 2398711"/>
              <a:gd name="connsiteX41463" fmla="*/ 1003906 w 2119654"/>
              <a:gd name="connsiteY41463" fmla="*/ 2188174 h 2398711"/>
              <a:gd name="connsiteX41464" fmla="*/ 1003670 w 2119654"/>
              <a:gd name="connsiteY41464" fmla="*/ 2187791 h 2398711"/>
              <a:gd name="connsiteX41465" fmla="*/ 989624 w 2119654"/>
              <a:gd name="connsiteY41465" fmla="*/ 2212217 h 2398711"/>
              <a:gd name="connsiteX41466" fmla="*/ 991733 w 2119654"/>
              <a:gd name="connsiteY41466" fmla="*/ 2211662 h 2398711"/>
              <a:gd name="connsiteX41467" fmla="*/ 993234 w 2119654"/>
              <a:gd name="connsiteY41467" fmla="*/ 2210325 h 2398711"/>
              <a:gd name="connsiteX41468" fmla="*/ 991937 w 2119654"/>
              <a:gd name="connsiteY41468" fmla="*/ 2209507 h 2398711"/>
              <a:gd name="connsiteX41469" fmla="*/ 1001977 w 2119654"/>
              <a:gd name="connsiteY41469" fmla="*/ 2184330 h 2398711"/>
              <a:gd name="connsiteX41470" fmla="*/ 1002906 w 2119654"/>
              <a:gd name="connsiteY41470" fmla="*/ 2185843 h 2398711"/>
              <a:gd name="connsiteX41471" fmla="*/ 1006296 w 2119654"/>
              <a:gd name="connsiteY41471" fmla="*/ 2184269 h 2398711"/>
              <a:gd name="connsiteX41472" fmla="*/ 987037 w 2119654"/>
              <a:gd name="connsiteY41472" fmla="*/ 2217655 h 2398711"/>
              <a:gd name="connsiteX41473" fmla="*/ 987133 w 2119654"/>
              <a:gd name="connsiteY41473" fmla="*/ 2217906 h 2398711"/>
              <a:gd name="connsiteX41474" fmla="*/ 987179 w 2119654"/>
              <a:gd name="connsiteY41474" fmla="*/ 2217879 h 2398711"/>
              <a:gd name="connsiteX41475" fmla="*/ 1637985 w 2119654"/>
              <a:gd name="connsiteY41475" fmla="*/ 759958 h 2398711"/>
              <a:gd name="connsiteX41476" fmla="*/ 1637581 w 2119654"/>
              <a:gd name="connsiteY41476" fmla="*/ 762135 h 2398711"/>
              <a:gd name="connsiteX41477" fmla="*/ 1637752 w 2119654"/>
              <a:gd name="connsiteY41477" fmla="*/ 763225 h 2398711"/>
              <a:gd name="connsiteX41478" fmla="*/ 1002677 w 2119654"/>
              <a:gd name="connsiteY41478" fmla="*/ 2182479 h 2398711"/>
              <a:gd name="connsiteX41479" fmla="*/ 1010381 w 2119654"/>
              <a:gd name="connsiteY41479" fmla="*/ 2182372 h 2398711"/>
              <a:gd name="connsiteX41480" fmla="*/ 1012431 w 2119654"/>
              <a:gd name="connsiteY41480" fmla="*/ 2181420 h 2398711"/>
              <a:gd name="connsiteX41481" fmla="*/ 1011036 w 2119654"/>
              <a:gd name="connsiteY41481" fmla="*/ 2180064 h 2398711"/>
              <a:gd name="connsiteX41482" fmla="*/ 1006764 w 2119654"/>
              <a:gd name="connsiteY41482" fmla="*/ 2180490 h 2398711"/>
              <a:gd name="connsiteX41483" fmla="*/ 994616 w 2119654"/>
              <a:gd name="connsiteY41483" fmla="*/ 2200349 h 2398711"/>
              <a:gd name="connsiteX41484" fmla="*/ 995587 w 2119654"/>
              <a:gd name="connsiteY41484" fmla="*/ 2200942 h 2398711"/>
              <a:gd name="connsiteX41485" fmla="*/ 996954 w 2119654"/>
              <a:gd name="connsiteY41485" fmla="*/ 2199983 h 2398711"/>
              <a:gd name="connsiteX41486" fmla="*/ 997382 w 2119654"/>
              <a:gd name="connsiteY41486" fmla="*/ 2199611 h 2398711"/>
              <a:gd name="connsiteX41487" fmla="*/ 1596618 w 2119654"/>
              <a:gd name="connsiteY41487" fmla="*/ 852301 h 2398711"/>
              <a:gd name="connsiteX41488" fmla="*/ 1596549 w 2119654"/>
              <a:gd name="connsiteY41488" fmla="*/ 852653 h 2398711"/>
              <a:gd name="connsiteX41489" fmla="*/ 1596644 w 2119654"/>
              <a:gd name="connsiteY41489" fmla="*/ 852889 h 2398711"/>
              <a:gd name="connsiteX41490" fmla="*/ 1596687 w 2119654"/>
              <a:gd name="connsiteY41490" fmla="*/ 852548 h 2398711"/>
              <a:gd name="connsiteX41491" fmla="*/ 1006201 w 2119654"/>
              <a:gd name="connsiteY41491" fmla="*/ 2173467 h 2398711"/>
              <a:gd name="connsiteX41492" fmla="*/ 1006379 w 2119654"/>
              <a:gd name="connsiteY41492" fmla="*/ 2173632 h 2398711"/>
              <a:gd name="connsiteX41493" fmla="*/ 1007648 w 2119654"/>
              <a:gd name="connsiteY41493" fmla="*/ 2173244 h 2398711"/>
              <a:gd name="connsiteX41494" fmla="*/ 1007456 w 2119654"/>
              <a:gd name="connsiteY41494" fmla="*/ 2173102 h 2398711"/>
              <a:gd name="connsiteX41495" fmla="*/ 986668 w 2119654"/>
              <a:gd name="connsiteY41495" fmla="*/ 2216694 h 2398711"/>
              <a:gd name="connsiteX41496" fmla="*/ 986768 w 2119654"/>
              <a:gd name="connsiteY41496" fmla="*/ 2216953 h 2398711"/>
              <a:gd name="connsiteX41497" fmla="*/ 987307 w 2119654"/>
              <a:gd name="connsiteY41497" fmla="*/ 2217802 h 2398711"/>
              <a:gd name="connsiteX41498" fmla="*/ 991052 w 2119654"/>
              <a:gd name="connsiteY41498" fmla="*/ 2215563 h 2398711"/>
              <a:gd name="connsiteX41499" fmla="*/ 990538 w 2119654"/>
              <a:gd name="connsiteY41499" fmla="*/ 2215048 h 2398711"/>
              <a:gd name="connsiteX41500" fmla="*/ 990459 w 2119654"/>
              <a:gd name="connsiteY41500" fmla="*/ 2215069 h 2398711"/>
              <a:gd name="connsiteX41501" fmla="*/ 990346 w 2119654"/>
              <a:gd name="connsiteY41501" fmla="*/ 2215101 h 2398711"/>
              <a:gd name="connsiteX41502" fmla="*/ 990341 w 2119654"/>
              <a:gd name="connsiteY41502" fmla="*/ 2215100 h 2398711"/>
              <a:gd name="connsiteX41503" fmla="*/ 987669 w 2119654"/>
              <a:gd name="connsiteY41503" fmla="*/ 2215803 h 2398711"/>
              <a:gd name="connsiteX41504" fmla="*/ 982234 w 2119654"/>
              <a:gd name="connsiteY41504" fmla="*/ 2226218 h 2398711"/>
              <a:gd name="connsiteX41505" fmla="*/ 985996 w 2119654"/>
              <a:gd name="connsiteY41505" fmla="*/ 2227917 h 2398711"/>
              <a:gd name="connsiteX41506" fmla="*/ 988066 w 2119654"/>
              <a:gd name="connsiteY41506" fmla="*/ 2226346 h 2398711"/>
              <a:gd name="connsiteX41507" fmla="*/ 983411 w 2119654"/>
              <a:gd name="connsiteY41507" fmla="*/ 2225714 h 2398711"/>
              <a:gd name="connsiteX41508" fmla="*/ 986450 w 2119654"/>
              <a:gd name="connsiteY41508" fmla="*/ 2216124 h 2398711"/>
              <a:gd name="connsiteX41509" fmla="*/ 986520 w 2119654"/>
              <a:gd name="connsiteY41509" fmla="*/ 2216306 h 2398711"/>
              <a:gd name="connsiteX41510" fmla="*/ 986839 w 2119654"/>
              <a:gd name="connsiteY41510" fmla="*/ 2216021 h 2398711"/>
              <a:gd name="connsiteX41511" fmla="*/ 1597532 w 2119654"/>
              <a:gd name="connsiteY41511" fmla="*/ 847630 h 2398711"/>
              <a:gd name="connsiteX41512" fmla="*/ 1597530 w 2119654"/>
              <a:gd name="connsiteY41512" fmla="*/ 847639 h 2398711"/>
              <a:gd name="connsiteX41513" fmla="*/ 1597210 w 2119654"/>
              <a:gd name="connsiteY41513" fmla="*/ 851203 h 2398711"/>
              <a:gd name="connsiteX41514" fmla="*/ 1597329 w 2119654"/>
              <a:gd name="connsiteY41514" fmla="*/ 851637 h 2398711"/>
              <a:gd name="connsiteX41515" fmla="*/ 1598191 w 2119654"/>
              <a:gd name="connsiteY41515" fmla="*/ 849638 h 2398711"/>
              <a:gd name="connsiteX41516" fmla="*/ 1598120 w 2119654"/>
              <a:gd name="connsiteY41516" fmla="*/ 848909 h 2398711"/>
              <a:gd name="connsiteX41517" fmla="*/ 1005061 w 2119654"/>
              <a:gd name="connsiteY41517" fmla="*/ 2173798 h 2398711"/>
              <a:gd name="connsiteX41518" fmla="*/ 1005247 w 2119654"/>
              <a:gd name="connsiteY41518" fmla="*/ 2173979 h 2398711"/>
              <a:gd name="connsiteX41519" fmla="*/ 1005272 w 2119654"/>
              <a:gd name="connsiteY41519" fmla="*/ 2173972 h 2398711"/>
              <a:gd name="connsiteX41520" fmla="*/ 1005217 w 2119654"/>
              <a:gd name="connsiteY41520" fmla="*/ 2173929 h 2398711"/>
              <a:gd name="connsiteX41521" fmla="*/ 1005072 w 2119654"/>
              <a:gd name="connsiteY41521" fmla="*/ 2173795 h 2398711"/>
              <a:gd name="connsiteX41522" fmla="*/ 973532 w 2119654"/>
              <a:gd name="connsiteY41522" fmla="*/ 2244012 h 2398711"/>
              <a:gd name="connsiteX41523" fmla="*/ 973624 w 2119654"/>
              <a:gd name="connsiteY41523" fmla="*/ 2244098 h 2398711"/>
              <a:gd name="connsiteX41524" fmla="*/ 979898 w 2119654"/>
              <a:gd name="connsiteY41524" fmla="*/ 2243923 h 2398711"/>
              <a:gd name="connsiteX41525" fmla="*/ 978213 w 2119654"/>
              <a:gd name="connsiteY41525" fmla="*/ 2241010 h 2398711"/>
              <a:gd name="connsiteX41526" fmla="*/ 1639849 w 2119654"/>
              <a:gd name="connsiteY41526" fmla="*/ 751637 h 2398711"/>
              <a:gd name="connsiteX41527" fmla="*/ 1639697 w 2119654"/>
              <a:gd name="connsiteY41527" fmla="*/ 753761 h 2398711"/>
              <a:gd name="connsiteX41528" fmla="*/ 1640109 w 2119654"/>
              <a:gd name="connsiteY41528" fmla="*/ 769608 h 2398711"/>
              <a:gd name="connsiteX41529" fmla="*/ 1640638 w 2119654"/>
              <a:gd name="connsiteY41529" fmla="*/ 766927 h 2398711"/>
              <a:gd name="connsiteX41530" fmla="*/ 1640740 w 2119654"/>
              <a:gd name="connsiteY41530" fmla="*/ 754347 h 2398711"/>
              <a:gd name="connsiteX41531" fmla="*/ 984916 w 2119654"/>
              <a:gd name="connsiteY41531" fmla="*/ 2217734 h 2398711"/>
              <a:gd name="connsiteX41532" fmla="*/ 986198 w 2119654"/>
              <a:gd name="connsiteY41532" fmla="*/ 2216592 h 2398711"/>
              <a:gd name="connsiteX41533" fmla="*/ 986103 w 2119654"/>
              <a:gd name="connsiteY41533" fmla="*/ 2216344 h 2398711"/>
              <a:gd name="connsiteX41534" fmla="*/ 992370 w 2119654"/>
              <a:gd name="connsiteY41534" fmla="*/ 2200949 h 2398711"/>
              <a:gd name="connsiteX41535" fmla="*/ 993161 w 2119654"/>
              <a:gd name="connsiteY41535" fmla="*/ 2202116 h 2398711"/>
              <a:gd name="connsiteX41536" fmla="*/ 993770 w 2119654"/>
              <a:gd name="connsiteY41536" fmla="*/ 2202216 h 2398711"/>
              <a:gd name="connsiteX41537" fmla="*/ 995317 w 2119654"/>
              <a:gd name="connsiteY41537" fmla="*/ 2201132 h 2398711"/>
              <a:gd name="connsiteX41538" fmla="*/ 994212 w 2119654"/>
              <a:gd name="connsiteY41538" fmla="*/ 2200457 h 2398711"/>
              <a:gd name="connsiteX41539" fmla="*/ 995760 w 2119654"/>
              <a:gd name="connsiteY41539" fmla="*/ 2193190 h 2398711"/>
              <a:gd name="connsiteX41540" fmla="*/ 998233 w 2119654"/>
              <a:gd name="connsiteY41540" fmla="*/ 2196009 h 2398711"/>
              <a:gd name="connsiteX41541" fmla="*/ 999722 w 2119654"/>
              <a:gd name="connsiteY41541" fmla="*/ 2197574 h 2398711"/>
              <a:gd name="connsiteX41542" fmla="*/ 1003073 w 2119654"/>
              <a:gd name="connsiteY41542" fmla="*/ 2194657 h 2398711"/>
              <a:gd name="connsiteX41543" fmla="*/ 1000395 w 2119654"/>
              <a:gd name="connsiteY41543" fmla="*/ 2192072 h 2398711"/>
              <a:gd name="connsiteX41544" fmla="*/ 1595841 w 2119654"/>
              <a:gd name="connsiteY41544" fmla="*/ 849487 h 2398711"/>
              <a:gd name="connsiteX41545" fmla="*/ 1595653 w 2119654"/>
              <a:gd name="connsiteY41545" fmla="*/ 849983 h 2398711"/>
              <a:gd name="connsiteX41546" fmla="*/ 1595745 w 2119654"/>
              <a:gd name="connsiteY41546" fmla="*/ 850670 h 2398711"/>
              <a:gd name="connsiteX41547" fmla="*/ 1595974 w 2119654"/>
              <a:gd name="connsiteY41547" fmla="*/ 851235 h 2398711"/>
              <a:gd name="connsiteX41548" fmla="*/ 1596120 w 2119654"/>
              <a:gd name="connsiteY41548" fmla="*/ 850497 h 2398711"/>
              <a:gd name="connsiteX41549" fmla="*/ 969745 w 2119654"/>
              <a:gd name="connsiteY41549" fmla="*/ 2251402 h 2398711"/>
              <a:gd name="connsiteX41550" fmla="*/ 973787 w 2119654"/>
              <a:gd name="connsiteY41550" fmla="*/ 2257063 h 2398711"/>
              <a:gd name="connsiteX41551" fmla="*/ 979229 w 2119654"/>
              <a:gd name="connsiteY41551" fmla="*/ 2256997 h 2398711"/>
              <a:gd name="connsiteX41552" fmla="*/ 982066 w 2119654"/>
              <a:gd name="connsiteY41552" fmla="*/ 2254675 h 2398711"/>
              <a:gd name="connsiteX41553" fmla="*/ 974042 w 2119654"/>
              <a:gd name="connsiteY41553" fmla="*/ 2249626 h 2398711"/>
              <a:gd name="connsiteX41554" fmla="*/ 972993 w 2119654"/>
              <a:gd name="connsiteY41554" fmla="*/ 2250090 h 2398711"/>
              <a:gd name="connsiteX41555" fmla="*/ 987620 w 2119654"/>
              <a:gd name="connsiteY41555" fmla="*/ 2211371 h 2398711"/>
              <a:gd name="connsiteX41556" fmla="*/ 988708 w 2119654"/>
              <a:gd name="connsiteY41556" fmla="*/ 2212459 h 2398711"/>
              <a:gd name="connsiteX41557" fmla="*/ 988718 w 2119654"/>
              <a:gd name="connsiteY41557" fmla="*/ 2212456 h 2398711"/>
              <a:gd name="connsiteX41558" fmla="*/ 991443 w 2119654"/>
              <a:gd name="connsiteY41558" fmla="*/ 2209263 h 2398711"/>
              <a:gd name="connsiteX41559" fmla="*/ 991146 w 2119654"/>
              <a:gd name="connsiteY41559" fmla="*/ 2209186 h 2398711"/>
              <a:gd name="connsiteX41560" fmla="*/ 1000636 w 2119654"/>
              <a:gd name="connsiteY41560" fmla="*/ 2182145 h 2398711"/>
              <a:gd name="connsiteX41561" fmla="*/ 1000857 w 2119654"/>
              <a:gd name="connsiteY41561" fmla="*/ 2182505 h 2398711"/>
              <a:gd name="connsiteX41562" fmla="*/ 1002350 w 2119654"/>
              <a:gd name="connsiteY41562" fmla="*/ 2182484 h 2398711"/>
              <a:gd name="connsiteX41563" fmla="*/ 1006363 w 2119654"/>
              <a:gd name="connsiteY41563" fmla="*/ 2180530 h 2398711"/>
              <a:gd name="connsiteX41564" fmla="*/ 1002564 w 2119654"/>
              <a:gd name="connsiteY41564" fmla="*/ 2180908 h 2398711"/>
              <a:gd name="connsiteX41565" fmla="*/ 1596836 w 2119654"/>
              <a:gd name="connsiteY41565" fmla="*/ 846877 h 2398711"/>
              <a:gd name="connsiteX41566" fmla="*/ 1596628 w 2119654"/>
              <a:gd name="connsiteY41566" fmla="*/ 847425 h 2398711"/>
              <a:gd name="connsiteX41567" fmla="*/ 1596614 w 2119654"/>
              <a:gd name="connsiteY41567" fmla="*/ 847996 h 2398711"/>
              <a:gd name="connsiteX41568" fmla="*/ 976056 w 2119654"/>
              <a:gd name="connsiteY41568" fmla="*/ 2236276 h 2398711"/>
              <a:gd name="connsiteX41569" fmla="*/ 978491 w 2119654"/>
              <a:gd name="connsiteY41569" fmla="*/ 2240487 h 2398711"/>
              <a:gd name="connsiteX41570" fmla="*/ 987314 w 2119654"/>
              <a:gd name="connsiteY41570" fmla="*/ 2234829 h 2398711"/>
              <a:gd name="connsiteX41571" fmla="*/ 991319 w 2119654"/>
              <a:gd name="connsiteY41571" fmla="*/ 2231460 h 2398711"/>
              <a:gd name="connsiteX41572" fmla="*/ 988398 w 2119654"/>
              <a:gd name="connsiteY41572" fmla="*/ 2230141 h 2398711"/>
              <a:gd name="connsiteX41573" fmla="*/ 1000058 w 2119654"/>
              <a:gd name="connsiteY41573" fmla="*/ 2182517 h 2398711"/>
              <a:gd name="connsiteX41574" fmla="*/ 1000429 w 2119654"/>
              <a:gd name="connsiteY41574" fmla="*/ 2182511 h 2398711"/>
              <a:gd name="connsiteX41575" fmla="*/ 1000326 w 2119654"/>
              <a:gd name="connsiteY41575" fmla="*/ 2182344 h 2398711"/>
              <a:gd name="connsiteX41576" fmla="*/ 1648490 w 2119654"/>
              <a:gd name="connsiteY41576" fmla="*/ 730147 h 2398711"/>
              <a:gd name="connsiteX41577" fmla="*/ 1644660 w 2119654"/>
              <a:gd name="connsiteY41577" fmla="*/ 751245 h 2398711"/>
              <a:gd name="connsiteX41578" fmla="*/ 1644158 w 2119654"/>
              <a:gd name="connsiteY41578" fmla="*/ 753806 h 2398711"/>
              <a:gd name="connsiteX41579" fmla="*/ 1646187 w 2119654"/>
              <a:gd name="connsiteY41579" fmla="*/ 768246 h 2398711"/>
              <a:gd name="connsiteX41580" fmla="*/ 1647465 w 2119654"/>
              <a:gd name="connsiteY41580" fmla="*/ 772126 h 2398711"/>
              <a:gd name="connsiteX41581" fmla="*/ 1648245 w 2119654"/>
              <a:gd name="connsiteY41581" fmla="*/ 745518 h 2398711"/>
              <a:gd name="connsiteX41582" fmla="*/ 1596664 w 2119654"/>
              <a:gd name="connsiteY41582" fmla="*/ 845743 h 2398711"/>
              <a:gd name="connsiteX41583" fmla="*/ 1596649 w 2119654"/>
              <a:gd name="connsiteY41583" fmla="*/ 846463 h 2398711"/>
              <a:gd name="connsiteX41584" fmla="*/ 1596806 w 2119654"/>
              <a:gd name="connsiteY41584" fmla="*/ 846050 h 2398711"/>
              <a:gd name="connsiteX41585" fmla="*/ 1003294 w 2119654"/>
              <a:gd name="connsiteY41585" fmla="*/ 2174312 h 2398711"/>
              <a:gd name="connsiteX41586" fmla="*/ 1004360 w 2119654"/>
              <a:gd name="connsiteY41586" fmla="*/ 2174166 h 2398711"/>
              <a:gd name="connsiteX41587" fmla="*/ 1004215 w 2119654"/>
              <a:gd name="connsiteY41587" fmla="*/ 2174044 h 2398711"/>
              <a:gd name="connsiteX41588" fmla="*/ 975808 w 2119654"/>
              <a:gd name="connsiteY41588" fmla="*/ 2235847 h 2398711"/>
              <a:gd name="connsiteX41589" fmla="*/ 981033 w 2119654"/>
              <a:gd name="connsiteY41589" fmla="*/ 2233250 h 2398711"/>
              <a:gd name="connsiteX41590" fmla="*/ 987467 w 2119654"/>
              <a:gd name="connsiteY41590" fmla="*/ 2229720 h 2398711"/>
              <a:gd name="connsiteX41591" fmla="*/ 985730 w 2119654"/>
              <a:gd name="connsiteY41591" fmla="*/ 2228936 h 2398711"/>
              <a:gd name="connsiteX41592" fmla="*/ 1007005 w 2119654"/>
              <a:gd name="connsiteY41592" fmla="*/ 2165917 h 2398711"/>
              <a:gd name="connsiteX41593" fmla="*/ 1007121 w 2119654"/>
              <a:gd name="connsiteY41593" fmla="*/ 2166061 h 2398711"/>
              <a:gd name="connsiteX41594" fmla="*/ 1009054 w 2119654"/>
              <a:gd name="connsiteY41594" fmla="*/ 2165541 h 2398711"/>
              <a:gd name="connsiteX41595" fmla="*/ 1008805 w 2119654"/>
              <a:gd name="connsiteY41595" fmla="*/ 2165242 h 2398711"/>
              <a:gd name="connsiteX41596" fmla="*/ 1008681 w 2119654"/>
              <a:gd name="connsiteY41596" fmla="*/ 2165273 h 2398711"/>
              <a:gd name="connsiteX41597" fmla="*/ 1007051 w 2119654"/>
              <a:gd name="connsiteY41597" fmla="*/ 2165840 h 2398711"/>
              <a:gd name="connsiteX41598" fmla="*/ 995819 w 2119654"/>
              <a:gd name="connsiteY41598" fmla="*/ 2190759 h 2398711"/>
              <a:gd name="connsiteX41599" fmla="*/ 998236 w 2119654"/>
              <a:gd name="connsiteY41599" fmla="*/ 2189987 h 2398711"/>
              <a:gd name="connsiteX41600" fmla="*/ 998131 w 2119654"/>
              <a:gd name="connsiteY41600" fmla="*/ 2189885 h 2398711"/>
              <a:gd name="connsiteX41601" fmla="*/ 982309 w 2119654"/>
              <a:gd name="connsiteY41601" fmla="*/ 2220791 h 2398711"/>
              <a:gd name="connsiteX41602" fmla="*/ 986782 w 2119654"/>
              <a:gd name="connsiteY41602" fmla="*/ 2218116 h 2398711"/>
              <a:gd name="connsiteX41603" fmla="*/ 986347 w 2119654"/>
              <a:gd name="connsiteY41603" fmla="*/ 2216980 h 2398711"/>
              <a:gd name="connsiteX41604" fmla="*/ 983065 w 2119654"/>
              <a:gd name="connsiteY41604" fmla="*/ 2219903 h 2398711"/>
              <a:gd name="connsiteX41605" fmla="*/ 1595360 w 2119654"/>
              <a:gd name="connsiteY41605" fmla="*/ 847743 h 2398711"/>
              <a:gd name="connsiteX41606" fmla="*/ 1595360 w 2119654"/>
              <a:gd name="connsiteY41606" fmla="*/ 847800 h 2398711"/>
              <a:gd name="connsiteX41607" fmla="*/ 1595563 w 2119654"/>
              <a:gd name="connsiteY41607" fmla="*/ 849312 h 2398711"/>
              <a:gd name="connsiteX41608" fmla="*/ 1595696 w 2119654"/>
              <a:gd name="connsiteY41608" fmla="*/ 848962 h 2398711"/>
              <a:gd name="connsiteX41609" fmla="*/ 985202 w 2119654"/>
              <a:gd name="connsiteY41609" fmla="*/ 2212867 h 2398711"/>
              <a:gd name="connsiteX41610" fmla="*/ 985264 w 2119654"/>
              <a:gd name="connsiteY41610" fmla="*/ 2213029 h 2398711"/>
              <a:gd name="connsiteX41611" fmla="*/ 986686 w 2119654"/>
              <a:gd name="connsiteY41611" fmla="*/ 2212990 h 2398711"/>
              <a:gd name="connsiteX41612" fmla="*/ 988107 w 2119654"/>
              <a:gd name="connsiteY41612" fmla="*/ 2212617 h 2398711"/>
              <a:gd name="connsiteX41613" fmla="*/ 987151 w 2119654"/>
              <a:gd name="connsiteY41613" fmla="*/ 2211661 h 2398711"/>
              <a:gd name="connsiteX41614" fmla="*/ 989969 w 2119654"/>
              <a:gd name="connsiteY41614" fmla="*/ 2201590 h 2398711"/>
              <a:gd name="connsiteX41615" fmla="*/ 993041 w 2119654"/>
              <a:gd name="connsiteY41615" fmla="*/ 2202096 h 2398711"/>
              <a:gd name="connsiteX41616" fmla="*/ 992279 w 2119654"/>
              <a:gd name="connsiteY41616" fmla="*/ 2200973 h 2398711"/>
              <a:gd name="connsiteX41617" fmla="*/ 969832 w 2119654"/>
              <a:gd name="connsiteY41617" fmla="*/ 2246386 h 2398711"/>
              <a:gd name="connsiteX41618" fmla="*/ 974264 w 2119654"/>
              <a:gd name="connsiteY41618" fmla="*/ 2249174 h 2398711"/>
              <a:gd name="connsiteX41619" fmla="*/ 977097 w 2119654"/>
              <a:gd name="connsiteY41619" fmla="*/ 2247920 h 2398711"/>
              <a:gd name="connsiteX41620" fmla="*/ 975907 w 2119654"/>
              <a:gd name="connsiteY41620" fmla="*/ 2246804 h 2398711"/>
              <a:gd name="connsiteX41621" fmla="*/ 970027 w 2119654"/>
              <a:gd name="connsiteY41621" fmla="*/ 2246261 h 2398711"/>
              <a:gd name="connsiteX41622" fmla="*/ 1619957 w 2119654"/>
              <a:gd name="connsiteY41622" fmla="*/ 789358 h 2398711"/>
              <a:gd name="connsiteX41623" fmla="*/ 1619696 w 2119654"/>
              <a:gd name="connsiteY41623" fmla="*/ 801440 h 2398711"/>
              <a:gd name="connsiteX41624" fmla="*/ 1619706 w 2119654"/>
              <a:gd name="connsiteY41624" fmla="*/ 801560 h 2398711"/>
              <a:gd name="connsiteX41625" fmla="*/ 1620882 w 2119654"/>
              <a:gd name="connsiteY41625" fmla="*/ 805132 h 2398711"/>
              <a:gd name="connsiteX41626" fmla="*/ 1621648 w 2119654"/>
              <a:gd name="connsiteY41626" fmla="*/ 799882 h 2398711"/>
              <a:gd name="connsiteX41627" fmla="*/ 1621844 w 2119654"/>
              <a:gd name="connsiteY41627" fmla="*/ 800158 h 2398711"/>
              <a:gd name="connsiteX41628" fmla="*/ 1621045 w 2119654"/>
              <a:gd name="connsiteY41628" fmla="*/ 805627 h 2398711"/>
              <a:gd name="connsiteX41629" fmla="*/ 1623049 w 2119654"/>
              <a:gd name="connsiteY41629" fmla="*/ 811714 h 2398711"/>
              <a:gd name="connsiteX41630" fmla="*/ 1623397 w 2119654"/>
              <a:gd name="connsiteY41630" fmla="*/ 808519 h 2398711"/>
              <a:gd name="connsiteX41631" fmla="*/ 998977 w 2119654"/>
              <a:gd name="connsiteY41631" fmla="*/ 2179443 h 2398711"/>
              <a:gd name="connsiteX41632" fmla="*/ 999006 w 2119654"/>
              <a:gd name="connsiteY41632" fmla="*/ 2179491 h 2398711"/>
              <a:gd name="connsiteX41633" fmla="*/ 999748 w 2119654"/>
              <a:gd name="connsiteY41633" fmla="*/ 2179416 h 2398711"/>
              <a:gd name="connsiteX41634" fmla="*/ 1000323 w 2119654"/>
              <a:gd name="connsiteY41634" fmla="*/ 2179068 h 2398711"/>
              <a:gd name="connsiteX41635" fmla="*/ 1001372 w 2119654"/>
              <a:gd name="connsiteY41635" fmla="*/ 2178396 h 2398711"/>
              <a:gd name="connsiteX41636" fmla="*/ 999442 w 2119654"/>
              <a:gd name="connsiteY41636" fmla="*/ 2178659 h 2398711"/>
              <a:gd name="connsiteX41637" fmla="*/ 990499 w 2119654"/>
              <a:gd name="connsiteY41637" fmla="*/ 2198190 h 2398711"/>
              <a:gd name="connsiteX41638" fmla="*/ 991594 w 2119654"/>
              <a:gd name="connsiteY41638" fmla="*/ 2199804 h 2398711"/>
              <a:gd name="connsiteX41639" fmla="*/ 992671 w 2119654"/>
              <a:gd name="connsiteY41639" fmla="*/ 2199516 h 2398711"/>
              <a:gd name="connsiteX41640" fmla="*/ 974494 w 2119654"/>
              <a:gd name="connsiteY41640" fmla="*/ 2233576 h 2398711"/>
              <a:gd name="connsiteX41641" fmla="*/ 975573 w 2119654"/>
              <a:gd name="connsiteY41641" fmla="*/ 2235442 h 2398711"/>
              <a:gd name="connsiteX41642" fmla="*/ 981684 w 2119654"/>
              <a:gd name="connsiteY41642" fmla="*/ 2231186 h 2398711"/>
              <a:gd name="connsiteX41643" fmla="*/ 983592 w 2119654"/>
              <a:gd name="connsiteY41643" fmla="*/ 2229739 h 2398711"/>
              <a:gd name="connsiteX41644" fmla="*/ 1641741 w 2119654"/>
              <a:gd name="connsiteY41644" fmla="*/ 739277 h 2398711"/>
              <a:gd name="connsiteX41645" fmla="*/ 1640698 w 2119654"/>
              <a:gd name="connsiteY41645" fmla="*/ 745355 h 2398711"/>
              <a:gd name="connsiteX41646" fmla="*/ 1640046 w 2119654"/>
              <a:gd name="connsiteY41646" fmla="*/ 748866 h 2398711"/>
              <a:gd name="connsiteX41647" fmla="*/ 1640003 w 2119654"/>
              <a:gd name="connsiteY41647" fmla="*/ 749465 h 2398711"/>
              <a:gd name="connsiteX41648" fmla="*/ 1640762 w 2119654"/>
              <a:gd name="connsiteY41648" fmla="*/ 751769 h 2398711"/>
              <a:gd name="connsiteX41649" fmla="*/ 1640812 w 2119654"/>
              <a:gd name="connsiteY41649" fmla="*/ 745631 h 2398711"/>
              <a:gd name="connsiteX41650" fmla="*/ 1641050 w 2119654"/>
              <a:gd name="connsiteY41650" fmla="*/ 745936 h 2398711"/>
              <a:gd name="connsiteX41651" fmla="*/ 1640996 w 2119654"/>
              <a:gd name="connsiteY41651" fmla="*/ 752481 h 2398711"/>
              <a:gd name="connsiteX41652" fmla="*/ 1642558 w 2119654"/>
              <a:gd name="connsiteY41652" fmla="*/ 757223 h 2398711"/>
              <a:gd name="connsiteX41653" fmla="*/ 1643489 w 2119654"/>
              <a:gd name="connsiteY41653" fmla="*/ 752519 h 2398711"/>
              <a:gd name="connsiteX41654" fmla="*/ 1642442 w 2119654"/>
              <a:gd name="connsiteY41654" fmla="*/ 744266 h 2398711"/>
              <a:gd name="connsiteX41655" fmla="*/ 1594563 w 2119654"/>
              <a:gd name="connsiteY41655" fmla="*/ 844859 h 2398711"/>
              <a:gd name="connsiteX41656" fmla="*/ 1594003 w 2119654"/>
              <a:gd name="connsiteY41656" fmla="*/ 846375 h 2398711"/>
              <a:gd name="connsiteX41657" fmla="*/ 1594704 w 2119654"/>
              <a:gd name="connsiteY41657" fmla="*/ 848105 h 2398711"/>
              <a:gd name="connsiteX41658" fmla="*/ 1594767 w 2119654"/>
              <a:gd name="connsiteY41658" fmla="*/ 846561 h 2398711"/>
              <a:gd name="connsiteX41659" fmla="*/ 995946 w 2119654"/>
              <a:gd name="connsiteY41659" fmla="*/ 2185004 h 2398711"/>
              <a:gd name="connsiteX41660" fmla="*/ 998740 w 2119654"/>
              <a:gd name="connsiteY41660" fmla="*/ 2187763 h 2398711"/>
              <a:gd name="connsiteX41661" fmla="*/ 998902 w 2119654"/>
              <a:gd name="connsiteY41661" fmla="*/ 2187702 h 2398711"/>
              <a:gd name="connsiteX41662" fmla="*/ 1002570 w 2119654"/>
              <a:gd name="connsiteY41662" fmla="*/ 2185999 h 2398711"/>
              <a:gd name="connsiteX41663" fmla="*/ 1001549 w 2119654"/>
              <a:gd name="connsiteY41663" fmla="*/ 2184336 h 2398711"/>
              <a:gd name="connsiteX41664" fmla="*/ 998790 w 2119654"/>
              <a:gd name="connsiteY41664" fmla="*/ 2184374 h 2398711"/>
              <a:gd name="connsiteX41665" fmla="*/ 998461 w 2119654"/>
              <a:gd name="connsiteY41665" fmla="*/ 2184534 h 2398711"/>
              <a:gd name="connsiteX41666" fmla="*/ 998241 w 2119654"/>
              <a:gd name="connsiteY41666" fmla="*/ 2184486 h 2398711"/>
              <a:gd name="connsiteX41667" fmla="*/ 998463 w 2119654"/>
              <a:gd name="connsiteY41667" fmla="*/ 2184378 h 2398711"/>
              <a:gd name="connsiteX41668" fmla="*/ 997061 w 2119654"/>
              <a:gd name="connsiteY41668" fmla="*/ 2184397 h 2398711"/>
              <a:gd name="connsiteX41669" fmla="*/ 1595317 w 2119654"/>
              <a:gd name="connsiteY41669" fmla="*/ 842809 h 2398711"/>
              <a:gd name="connsiteX41670" fmla="*/ 1595302 w 2119654"/>
              <a:gd name="connsiteY41670" fmla="*/ 842851 h 2398711"/>
              <a:gd name="connsiteX41671" fmla="*/ 1595320 w 2119654"/>
              <a:gd name="connsiteY41671" fmla="*/ 844354 h 2398711"/>
              <a:gd name="connsiteX41672" fmla="*/ 1596215 w 2119654"/>
              <a:gd name="connsiteY41672" fmla="*/ 847600 h 2398711"/>
              <a:gd name="connsiteX41673" fmla="*/ 1596308 w 2119654"/>
              <a:gd name="connsiteY41673" fmla="*/ 847358 h 2398711"/>
              <a:gd name="connsiteX41674" fmla="*/ 1596358 w 2119654"/>
              <a:gd name="connsiteY41674" fmla="*/ 845075 h 2398711"/>
              <a:gd name="connsiteX41675" fmla="*/ 1595930 w 2119654"/>
              <a:gd name="connsiteY41675" fmla="*/ 841145 h 2398711"/>
              <a:gd name="connsiteX41676" fmla="*/ 1595887 w 2119654"/>
              <a:gd name="connsiteY41676" fmla="*/ 841263 h 2398711"/>
              <a:gd name="connsiteX41677" fmla="*/ 1596265 w 2119654"/>
              <a:gd name="connsiteY41677" fmla="*/ 842084 h 2398711"/>
              <a:gd name="connsiteX41678" fmla="*/ 1607423 w 2119654"/>
              <a:gd name="connsiteY41678" fmla="*/ 814969 h 2398711"/>
              <a:gd name="connsiteX41679" fmla="*/ 1607032 w 2119654"/>
              <a:gd name="connsiteY41679" fmla="*/ 821522 h 2398711"/>
              <a:gd name="connsiteX41680" fmla="*/ 1607420 w 2119654"/>
              <a:gd name="connsiteY41680" fmla="*/ 822753 h 2398711"/>
              <a:gd name="connsiteX41681" fmla="*/ 1608069 w 2119654"/>
              <a:gd name="connsiteY41681" fmla="*/ 824554 h 2398711"/>
              <a:gd name="connsiteX41682" fmla="*/ 1609069 w 2119654"/>
              <a:gd name="connsiteY41682" fmla="*/ 821622 h 2398711"/>
              <a:gd name="connsiteX41683" fmla="*/ 1640646 w 2119654"/>
              <a:gd name="connsiteY41683" fmla="*/ 740451 h 2398711"/>
              <a:gd name="connsiteX41684" fmla="*/ 1640575 w 2119654"/>
              <a:gd name="connsiteY41684" fmla="*/ 741442 h 2398711"/>
              <a:gd name="connsiteX41685" fmla="*/ 1640816 w 2119654"/>
              <a:gd name="connsiteY41685" fmla="*/ 740143 h 2398711"/>
              <a:gd name="connsiteX41686" fmla="*/ 1650754 w 2119654"/>
              <a:gd name="connsiteY41686" fmla="*/ 717669 h 2398711"/>
              <a:gd name="connsiteX41687" fmla="*/ 1648703 w 2119654"/>
              <a:gd name="connsiteY41687" fmla="*/ 728969 h 2398711"/>
              <a:gd name="connsiteX41688" fmla="*/ 1648157 w 2119654"/>
              <a:gd name="connsiteY41688" fmla="*/ 763315 h 2398711"/>
              <a:gd name="connsiteX41689" fmla="*/ 1647863 w 2119654"/>
              <a:gd name="connsiteY41689" fmla="*/ 773338 h 2398711"/>
              <a:gd name="connsiteX41690" fmla="*/ 1649145 w 2119654"/>
              <a:gd name="connsiteY41690" fmla="*/ 777229 h 2398711"/>
              <a:gd name="connsiteX41691" fmla="*/ 1654139 w 2119654"/>
              <a:gd name="connsiteY41691" fmla="*/ 761773 h 2398711"/>
              <a:gd name="connsiteX41692" fmla="*/ 967317 w 2119654"/>
              <a:gd name="connsiteY41692" fmla="*/ 2248000 h 2398711"/>
              <a:gd name="connsiteX41693" fmla="*/ 969622 w 2119654"/>
              <a:gd name="connsiteY41693" fmla="*/ 2251229 h 2398711"/>
              <a:gd name="connsiteX41694" fmla="*/ 973711 w 2119654"/>
              <a:gd name="connsiteY41694" fmla="*/ 2249419 h 2398711"/>
              <a:gd name="connsiteX41695" fmla="*/ 969366 w 2119654"/>
              <a:gd name="connsiteY41695" fmla="*/ 2246685 h 2398711"/>
              <a:gd name="connsiteX41696" fmla="*/ 1638382 w 2119654"/>
              <a:gd name="connsiteY41696" fmla="*/ 744538 h 2398711"/>
              <a:gd name="connsiteX41697" fmla="*/ 1638621 w 2119654"/>
              <a:gd name="connsiteY41697" fmla="*/ 745264 h 2398711"/>
              <a:gd name="connsiteX41698" fmla="*/ 1638560 w 2119654"/>
              <a:gd name="connsiteY41698" fmla="*/ 744216 h 2398711"/>
              <a:gd name="connsiteX41699" fmla="*/ 992812 w 2119654"/>
              <a:gd name="connsiteY41699" fmla="*/ 2189831 h 2398711"/>
              <a:gd name="connsiteX41700" fmla="*/ 992927 w 2119654"/>
              <a:gd name="connsiteY41700" fmla="*/ 2189962 h 2398711"/>
              <a:gd name="connsiteX41701" fmla="*/ 996723 w 2119654"/>
              <a:gd name="connsiteY41701" fmla="*/ 2188526 h 2398711"/>
              <a:gd name="connsiteX41702" fmla="*/ 994729 w 2119654"/>
              <a:gd name="connsiteY41702" fmla="*/ 2186601 h 2398711"/>
              <a:gd name="connsiteX41703" fmla="*/ 1594135 w 2119654"/>
              <a:gd name="connsiteY41703" fmla="*/ 843299 h 2398711"/>
              <a:gd name="connsiteX41704" fmla="*/ 1593983 w 2119654"/>
              <a:gd name="connsiteY41704" fmla="*/ 845222 h 2398711"/>
              <a:gd name="connsiteX41705" fmla="*/ 1594373 w 2119654"/>
              <a:gd name="connsiteY41705" fmla="*/ 844165 h 2398711"/>
              <a:gd name="connsiteX41706" fmla="*/ 1607133 w 2119654"/>
              <a:gd name="connsiteY41706" fmla="*/ 813797 h 2398711"/>
              <a:gd name="connsiteX41707" fmla="*/ 1606305 w 2119654"/>
              <a:gd name="connsiteY41707" fmla="*/ 819220 h 2398711"/>
              <a:gd name="connsiteX41708" fmla="*/ 1606743 w 2119654"/>
              <a:gd name="connsiteY41708" fmla="*/ 820607 h 2398711"/>
              <a:gd name="connsiteX41709" fmla="*/ 1607146 w 2119654"/>
              <a:gd name="connsiteY41709" fmla="*/ 813850 h 2398711"/>
              <a:gd name="connsiteX41710" fmla="*/ 1635597 w 2119654"/>
              <a:gd name="connsiteY41710" fmla="*/ 749565 h 2398711"/>
              <a:gd name="connsiteX41711" fmla="*/ 1637190 w 2119654"/>
              <a:gd name="connsiteY41711" fmla="*/ 759660 h 2398711"/>
              <a:gd name="connsiteX41712" fmla="*/ 1638514 w 2119654"/>
              <a:gd name="connsiteY41712" fmla="*/ 752536 h 2398711"/>
              <a:gd name="connsiteX41713" fmla="*/ 1638803 w 2119654"/>
              <a:gd name="connsiteY41713" fmla="*/ 748468 h 2398711"/>
              <a:gd name="connsiteX41714" fmla="*/ 1638803 w 2119654"/>
              <a:gd name="connsiteY41714" fmla="*/ 748461 h 2398711"/>
              <a:gd name="connsiteX41715" fmla="*/ 1637836 w 2119654"/>
              <a:gd name="connsiteY41715" fmla="*/ 745524 h 2398711"/>
              <a:gd name="connsiteX41716" fmla="*/ 1595259 w 2119654"/>
              <a:gd name="connsiteY41716" fmla="*/ 839261 h 2398711"/>
              <a:gd name="connsiteX41717" fmla="*/ 1595267 w 2119654"/>
              <a:gd name="connsiteY41717" fmla="*/ 839913 h 2398711"/>
              <a:gd name="connsiteX41718" fmla="*/ 1595640 w 2119654"/>
              <a:gd name="connsiteY41718" fmla="*/ 840727 h 2398711"/>
              <a:gd name="connsiteX41719" fmla="*/ 1595712 w 2119654"/>
              <a:gd name="connsiteY41719" fmla="*/ 840531 h 2398711"/>
              <a:gd name="connsiteX41720" fmla="*/ 969504 w 2119654"/>
              <a:gd name="connsiteY41720" fmla="*/ 2240237 h 2398711"/>
              <a:gd name="connsiteX41721" fmla="*/ 973314 w 2119654"/>
              <a:gd name="connsiteY41721" fmla="*/ 2243808 h 2398711"/>
              <a:gd name="connsiteX41722" fmla="*/ 978068 w 2119654"/>
              <a:gd name="connsiteY41722" fmla="*/ 2240759 h 2398711"/>
              <a:gd name="connsiteX41723" fmla="*/ 975605 w 2119654"/>
              <a:gd name="connsiteY41723" fmla="*/ 2236500 h 2398711"/>
              <a:gd name="connsiteX41724" fmla="*/ 973036 w 2119654"/>
              <a:gd name="connsiteY41724" fmla="*/ 2237777 h 2398711"/>
              <a:gd name="connsiteX41725" fmla="*/ 1594435 w 2119654"/>
              <a:gd name="connsiteY41725" fmla="*/ 840891 h 2398711"/>
              <a:gd name="connsiteX41726" fmla="*/ 1594504 w 2119654"/>
              <a:gd name="connsiteY41726" fmla="*/ 841400 h 2398711"/>
              <a:gd name="connsiteX41727" fmla="*/ 1594765 w 2119654"/>
              <a:gd name="connsiteY41727" fmla="*/ 842348 h 2398711"/>
              <a:gd name="connsiteX41728" fmla="*/ 1594730 w 2119654"/>
              <a:gd name="connsiteY41728" fmla="*/ 841533 h 2398711"/>
              <a:gd name="connsiteX41729" fmla="*/ 973243 w 2119654"/>
              <a:gd name="connsiteY41729" fmla="*/ 2231414 h 2398711"/>
              <a:gd name="connsiteX41730" fmla="*/ 974321 w 2119654"/>
              <a:gd name="connsiteY41730" fmla="*/ 2233278 h 2398711"/>
              <a:gd name="connsiteX41731" fmla="*/ 984694 w 2119654"/>
              <a:gd name="connsiteY41731" fmla="*/ 2228904 h 2398711"/>
              <a:gd name="connsiteX41732" fmla="*/ 985054 w 2119654"/>
              <a:gd name="connsiteY41732" fmla="*/ 2228631 h 2398711"/>
              <a:gd name="connsiteX41733" fmla="*/ 980939 w 2119654"/>
              <a:gd name="connsiteY41733" fmla="*/ 2226772 h 2398711"/>
              <a:gd name="connsiteX41734" fmla="*/ 975056 w 2119654"/>
              <a:gd name="connsiteY41734" fmla="*/ 2229290 h 2398711"/>
              <a:gd name="connsiteX41735" fmla="*/ 988914 w 2119654"/>
              <a:gd name="connsiteY41735" fmla="*/ 2195713 h 2398711"/>
              <a:gd name="connsiteX41736" fmla="*/ 990100 w 2119654"/>
              <a:gd name="connsiteY41736" fmla="*/ 2197592 h 2398711"/>
              <a:gd name="connsiteX41737" fmla="*/ 993074 w 2119654"/>
              <a:gd name="connsiteY41737" fmla="*/ 2199408 h 2398711"/>
              <a:gd name="connsiteX41738" fmla="*/ 999214 w 2119654"/>
              <a:gd name="connsiteY41738" fmla="*/ 2197769 h 2398711"/>
              <a:gd name="connsiteX41739" fmla="*/ 995029 w 2119654"/>
              <a:gd name="connsiteY41739" fmla="*/ 2193366 h 2398711"/>
              <a:gd name="connsiteX41740" fmla="*/ 989829 w 2119654"/>
              <a:gd name="connsiteY41740" fmla="*/ 2194621 h 2398711"/>
              <a:gd name="connsiteX41741" fmla="*/ 1607742 w 2119654"/>
              <a:gd name="connsiteY41741" fmla="*/ 809813 h 2398711"/>
              <a:gd name="connsiteX41742" fmla="*/ 1607724 w 2119654"/>
              <a:gd name="connsiteY41742" fmla="*/ 809931 h 2398711"/>
              <a:gd name="connsiteX41743" fmla="*/ 1607472 w 2119654"/>
              <a:gd name="connsiteY41743" fmla="*/ 814154 h 2398711"/>
              <a:gd name="connsiteX41744" fmla="*/ 1609271 w 2119654"/>
              <a:gd name="connsiteY41744" fmla="*/ 821030 h 2398711"/>
              <a:gd name="connsiteX41745" fmla="*/ 1609521 w 2119654"/>
              <a:gd name="connsiteY41745" fmla="*/ 820297 h 2398711"/>
              <a:gd name="connsiteX41746" fmla="*/ 1630454 w 2119654"/>
              <a:gd name="connsiteY41746" fmla="*/ 758852 h 2398711"/>
              <a:gd name="connsiteX41747" fmla="*/ 1630244 w 2119654"/>
              <a:gd name="connsiteY41747" fmla="*/ 776199 h 2398711"/>
              <a:gd name="connsiteX41748" fmla="*/ 1630128 w 2119654"/>
              <a:gd name="connsiteY41748" fmla="*/ 778755 h 2398711"/>
              <a:gd name="connsiteX41749" fmla="*/ 1631735 w 2119654"/>
              <a:gd name="connsiteY41749" fmla="*/ 784415 h 2398711"/>
              <a:gd name="connsiteX41750" fmla="*/ 1632183 w 2119654"/>
              <a:gd name="connsiteY41750" fmla="*/ 786611 h 2398711"/>
              <a:gd name="connsiteX41751" fmla="*/ 1636940 w 2119654"/>
              <a:gd name="connsiteY41751" fmla="*/ 761006 h 2398711"/>
              <a:gd name="connsiteX41752" fmla="*/ 1635238 w 2119654"/>
              <a:gd name="connsiteY41752" fmla="*/ 750215 h 2398711"/>
              <a:gd name="connsiteX41753" fmla="*/ 1606670 w 2119654"/>
              <a:gd name="connsiteY41753" fmla="*/ 811997 h 2398711"/>
              <a:gd name="connsiteX41754" fmla="*/ 1605940 w 2119654"/>
              <a:gd name="connsiteY41754" fmla="*/ 813979 h 2398711"/>
              <a:gd name="connsiteX41755" fmla="*/ 1605702 w 2119654"/>
              <a:gd name="connsiteY41755" fmla="*/ 817311 h 2398711"/>
              <a:gd name="connsiteX41756" fmla="*/ 1606136 w 2119654"/>
              <a:gd name="connsiteY41756" fmla="*/ 818684 h 2398711"/>
              <a:gd name="connsiteX41757" fmla="*/ 1606978 w 2119654"/>
              <a:gd name="connsiteY41757" fmla="*/ 813170 h 2398711"/>
              <a:gd name="connsiteX41758" fmla="*/ 969013 w 2119654"/>
              <a:gd name="connsiteY41758" fmla="*/ 2239777 h 2398711"/>
              <a:gd name="connsiteX41759" fmla="*/ 969157 w 2119654"/>
              <a:gd name="connsiteY41759" fmla="*/ 2239911 h 2398711"/>
              <a:gd name="connsiteX41760" fmla="*/ 970187 w 2119654"/>
              <a:gd name="connsiteY41760" fmla="*/ 2239194 h 2398711"/>
              <a:gd name="connsiteX41761" fmla="*/ 983242 w 2119654"/>
              <a:gd name="connsiteY41761" fmla="*/ 2207753 h 2398711"/>
              <a:gd name="connsiteX41762" fmla="*/ 983599 w 2119654"/>
              <a:gd name="connsiteY41762" fmla="*/ 2208682 h 2398711"/>
              <a:gd name="connsiteX41763" fmla="*/ 983968 w 2119654"/>
              <a:gd name="connsiteY41763" fmla="*/ 2208479 h 2398711"/>
              <a:gd name="connsiteX41764" fmla="*/ 988274 w 2119654"/>
              <a:gd name="connsiteY41764" fmla="*/ 2196477 h 2398711"/>
              <a:gd name="connsiteX41765" fmla="*/ 989905 w 2119654"/>
              <a:gd name="connsiteY41765" fmla="*/ 2197474 h 2398711"/>
              <a:gd name="connsiteX41766" fmla="*/ 988802 w 2119654"/>
              <a:gd name="connsiteY41766" fmla="*/ 2195847 h 2398711"/>
              <a:gd name="connsiteX41767" fmla="*/ 983450 w 2119654"/>
              <a:gd name="connsiteY41767" fmla="*/ 2207200 h 2398711"/>
              <a:gd name="connsiteX41768" fmla="*/ 984459 w 2119654"/>
              <a:gd name="connsiteY41768" fmla="*/ 2208209 h 2398711"/>
              <a:gd name="connsiteX41769" fmla="*/ 985384 w 2119654"/>
              <a:gd name="connsiteY41769" fmla="*/ 2207699 h 2398711"/>
              <a:gd name="connsiteX41770" fmla="*/ 1607370 w 2119654"/>
              <a:gd name="connsiteY41770" fmla="*/ 810098 h 2398711"/>
              <a:gd name="connsiteX41771" fmla="*/ 1606809 w 2119654"/>
              <a:gd name="connsiteY41771" fmla="*/ 811622 h 2398711"/>
              <a:gd name="connsiteX41772" fmla="*/ 1607065 w 2119654"/>
              <a:gd name="connsiteY41772" fmla="*/ 812599 h 2398711"/>
              <a:gd name="connsiteX41773" fmla="*/ 1607321 w 2119654"/>
              <a:gd name="connsiteY41773" fmla="*/ 810919 h 2398711"/>
              <a:gd name="connsiteX41774" fmla="*/ 965797 w 2119654"/>
              <a:gd name="connsiteY41774" fmla="*/ 2245871 h 2398711"/>
              <a:gd name="connsiteX41775" fmla="*/ 967148 w 2119654"/>
              <a:gd name="connsiteY41775" fmla="*/ 2247764 h 2398711"/>
              <a:gd name="connsiteX41776" fmla="*/ 969096 w 2119654"/>
              <a:gd name="connsiteY41776" fmla="*/ 2246515 h 2398711"/>
              <a:gd name="connsiteX41777" fmla="*/ 968464 w 2119654"/>
              <a:gd name="connsiteY41777" fmla="*/ 2246117 h 2398711"/>
              <a:gd name="connsiteX41778" fmla="*/ 1640989 w 2119654"/>
              <a:gd name="connsiteY41778" fmla="*/ 733924 h 2398711"/>
              <a:gd name="connsiteX41779" fmla="*/ 1640894 w 2119654"/>
              <a:gd name="connsiteY41779" fmla="*/ 736967 h 2398711"/>
              <a:gd name="connsiteX41780" fmla="*/ 1640714 w 2119654"/>
              <a:gd name="connsiteY41780" fmla="*/ 739482 h 2398711"/>
              <a:gd name="connsiteX41781" fmla="*/ 1641052 w 2119654"/>
              <a:gd name="connsiteY41781" fmla="*/ 738872 h 2398711"/>
              <a:gd name="connsiteX41782" fmla="*/ 1641412 w 2119654"/>
              <a:gd name="connsiteY41782" fmla="*/ 736937 h 2398711"/>
              <a:gd name="connsiteX41783" fmla="*/ 1679700 w 2119654"/>
              <a:gd name="connsiteY41783" fmla="*/ 647199 h 2398711"/>
              <a:gd name="connsiteX41784" fmla="*/ 1680447 w 2119654"/>
              <a:gd name="connsiteY41784" fmla="*/ 667552 h 2398711"/>
              <a:gd name="connsiteX41785" fmla="*/ 1680712 w 2119654"/>
              <a:gd name="connsiteY41785" fmla="*/ 664950 h 2398711"/>
              <a:gd name="connsiteX41786" fmla="*/ 1680897 w 2119654"/>
              <a:gd name="connsiteY41786" fmla="*/ 662799 h 2398711"/>
              <a:gd name="connsiteX41787" fmla="*/ 1594566 w 2119654"/>
              <a:gd name="connsiteY41787" fmla="*/ 837735 h 2398711"/>
              <a:gd name="connsiteX41788" fmla="*/ 1594523 w 2119654"/>
              <a:gd name="connsiteY41788" fmla="*/ 838294 h 2398711"/>
              <a:gd name="connsiteX41789" fmla="*/ 1594598 w 2119654"/>
              <a:gd name="connsiteY41789" fmla="*/ 838457 h 2398711"/>
              <a:gd name="connsiteX41790" fmla="*/ 972618 w 2119654"/>
              <a:gd name="connsiteY41790" fmla="*/ 2230333 h 2398711"/>
              <a:gd name="connsiteX41791" fmla="*/ 972959 w 2119654"/>
              <a:gd name="connsiteY41791" fmla="*/ 2230923 h 2398711"/>
              <a:gd name="connsiteX41792" fmla="*/ 973947 w 2119654"/>
              <a:gd name="connsiteY41792" fmla="*/ 2229764 h 2398711"/>
              <a:gd name="connsiteX41793" fmla="*/ 1626504 w 2119654"/>
              <a:gd name="connsiteY41793" fmla="*/ 765983 h 2398711"/>
              <a:gd name="connsiteX41794" fmla="*/ 1629875 w 2119654"/>
              <a:gd name="connsiteY41794" fmla="*/ 777864 h 2398711"/>
              <a:gd name="connsiteX41795" fmla="*/ 1630259 w 2119654"/>
              <a:gd name="connsiteY41795" fmla="*/ 762882 h 2398711"/>
              <a:gd name="connsiteX41796" fmla="*/ 1630305 w 2119654"/>
              <a:gd name="connsiteY41796" fmla="*/ 759121 h 2398711"/>
              <a:gd name="connsiteX41797" fmla="*/ 1618838 w 2119654"/>
              <a:gd name="connsiteY41797" fmla="*/ 783122 h 2398711"/>
              <a:gd name="connsiteX41798" fmla="*/ 1618619 w 2119654"/>
              <a:gd name="connsiteY41798" fmla="*/ 787731 h 2398711"/>
              <a:gd name="connsiteX41799" fmla="*/ 1619135 w 2119654"/>
              <a:gd name="connsiteY41799" fmla="*/ 794316 h 2398711"/>
              <a:gd name="connsiteX41800" fmla="*/ 1619320 w 2119654"/>
              <a:gd name="connsiteY41800" fmla="*/ 785809 h 2398711"/>
              <a:gd name="connsiteX41801" fmla="*/ 1683424 w 2119654"/>
              <a:gd name="connsiteY41801" fmla="*/ 638196 h 2398711"/>
              <a:gd name="connsiteX41802" fmla="*/ 1681297 w 2119654"/>
              <a:gd name="connsiteY41802" fmla="*/ 662917 h 2398711"/>
              <a:gd name="connsiteX41803" fmla="*/ 1681608 w 2119654"/>
              <a:gd name="connsiteY41803" fmla="*/ 666957 h 2398711"/>
              <a:gd name="connsiteX41804" fmla="*/ 1684890 w 2119654"/>
              <a:gd name="connsiteY41804" fmla="*/ 654577 h 2398711"/>
              <a:gd name="connsiteX41805" fmla="*/ 1685002 w 2119654"/>
              <a:gd name="connsiteY41805" fmla="*/ 654837 h 2398711"/>
              <a:gd name="connsiteX41806" fmla="*/ 1681648 w 2119654"/>
              <a:gd name="connsiteY41806" fmla="*/ 667488 h 2398711"/>
              <a:gd name="connsiteX41807" fmla="*/ 1683556 w 2119654"/>
              <a:gd name="connsiteY41807" fmla="*/ 692340 h 2398711"/>
              <a:gd name="connsiteX41808" fmla="*/ 1684467 w 2119654"/>
              <a:gd name="connsiteY41808" fmla="*/ 717162 h 2398711"/>
              <a:gd name="connsiteX41809" fmla="*/ 1686273 w 2119654"/>
              <a:gd name="connsiteY41809" fmla="*/ 704088 h 2398711"/>
              <a:gd name="connsiteX41810" fmla="*/ 1685519 w 2119654"/>
              <a:gd name="connsiteY41810" fmla="*/ 698024 h 2398711"/>
              <a:gd name="connsiteX41811" fmla="*/ 1682120 w 2119654"/>
              <a:gd name="connsiteY41811" fmla="*/ 673413 h 2398711"/>
              <a:gd name="connsiteX41812" fmla="*/ 1682379 w 2119654"/>
              <a:gd name="connsiteY41812" fmla="*/ 673664 h 2398711"/>
              <a:gd name="connsiteX41813" fmla="*/ 1686428 w 2119654"/>
              <a:gd name="connsiteY41813" fmla="*/ 702972 h 2398711"/>
              <a:gd name="connsiteX41814" fmla="*/ 1687823 w 2119654"/>
              <a:gd name="connsiteY41814" fmla="*/ 692875 h 2398711"/>
              <a:gd name="connsiteX41815" fmla="*/ 1688818 w 2119654"/>
              <a:gd name="connsiteY41815" fmla="*/ 681536 h 2398711"/>
              <a:gd name="connsiteX41816" fmla="*/ 970153 w 2119654"/>
              <a:gd name="connsiteY41816" fmla="*/ 2235036 h 2398711"/>
              <a:gd name="connsiteX41817" fmla="*/ 973854 w 2119654"/>
              <a:gd name="connsiteY41817" fmla="*/ 2233475 h 2398711"/>
              <a:gd name="connsiteX41818" fmla="*/ 972897 w 2119654"/>
              <a:gd name="connsiteY41818" fmla="*/ 2231820 h 2398711"/>
              <a:gd name="connsiteX41819" fmla="*/ 1606208 w 2119654"/>
              <a:gd name="connsiteY41819" fmla="*/ 810226 h 2398711"/>
              <a:gd name="connsiteX41820" fmla="*/ 1606046 w 2119654"/>
              <a:gd name="connsiteY41820" fmla="*/ 812487 h 2398711"/>
              <a:gd name="connsiteX41821" fmla="*/ 1606486 w 2119654"/>
              <a:gd name="connsiteY41821" fmla="*/ 811292 h 2398711"/>
              <a:gd name="connsiteX41822" fmla="*/ 984715 w 2119654"/>
              <a:gd name="connsiteY41822" fmla="*/ 2200726 h 2398711"/>
              <a:gd name="connsiteX41823" fmla="*/ 986835 w 2119654"/>
              <a:gd name="connsiteY41823" fmla="*/ 2201075 h 2398711"/>
              <a:gd name="connsiteX41824" fmla="*/ 991502 w 2119654"/>
              <a:gd name="connsiteY41824" fmla="*/ 2199828 h 2398711"/>
              <a:gd name="connsiteX41825" fmla="*/ 990315 w 2119654"/>
              <a:gd name="connsiteY41825" fmla="*/ 2198078 h 2398711"/>
              <a:gd name="connsiteX41826" fmla="*/ 988077 w 2119654"/>
              <a:gd name="connsiteY41826" fmla="*/ 2196711 h 2398711"/>
              <a:gd name="connsiteX41827" fmla="*/ 1620958 w 2119654"/>
              <a:gd name="connsiteY41827" fmla="*/ 775996 h 2398711"/>
              <a:gd name="connsiteX41828" fmla="*/ 1624173 w 2119654"/>
              <a:gd name="connsiteY41828" fmla="*/ 785279 h 2398711"/>
              <a:gd name="connsiteX41829" fmla="*/ 1628432 w 2119654"/>
              <a:gd name="connsiteY41829" fmla="*/ 798129 h 2398711"/>
              <a:gd name="connsiteX41830" fmla="*/ 1622386 w 2119654"/>
              <a:gd name="connsiteY41830" fmla="*/ 773418 h 2398711"/>
              <a:gd name="connsiteX41831" fmla="*/ 1620217 w 2119654"/>
              <a:gd name="connsiteY41831" fmla="*/ 777334 h 2398711"/>
              <a:gd name="connsiteX41832" fmla="*/ 1620083 w 2119654"/>
              <a:gd name="connsiteY41832" fmla="*/ 783512 h 2398711"/>
              <a:gd name="connsiteX41833" fmla="*/ 1622547 w 2119654"/>
              <a:gd name="connsiteY41833" fmla="*/ 794660 h 2398711"/>
              <a:gd name="connsiteX41834" fmla="*/ 1624015 w 2119654"/>
              <a:gd name="connsiteY41834" fmla="*/ 802837 h 2398711"/>
              <a:gd name="connsiteX41835" fmla="*/ 1624567 w 2119654"/>
              <a:gd name="connsiteY41835" fmla="*/ 797768 h 2398711"/>
              <a:gd name="connsiteX41836" fmla="*/ 1624772 w 2119654"/>
              <a:gd name="connsiteY41836" fmla="*/ 798096 h 2398711"/>
              <a:gd name="connsiteX41837" fmla="*/ 1624165 w 2119654"/>
              <a:gd name="connsiteY41837" fmla="*/ 803672 h 2398711"/>
              <a:gd name="connsiteX41838" fmla="*/ 1626548 w 2119654"/>
              <a:gd name="connsiteY41838" fmla="*/ 816945 h 2398711"/>
              <a:gd name="connsiteX41839" fmla="*/ 1628999 w 2119654"/>
              <a:gd name="connsiteY41839" fmla="*/ 803751 h 2398711"/>
              <a:gd name="connsiteX41840" fmla="*/ 1629033 w 2119654"/>
              <a:gd name="connsiteY41840" fmla="*/ 803003 h 2398711"/>
              <a:gd name="connsiteX41841" fmla="*/ 1628962 w 2119654"/>
              <a:gd name="connsiteY41841" fmla="*/ 802105 h 2398711"/>
              <a:gd name="connsiteX41842" fmla="*/ 1620553 w 2119654"/>
              <a:gd name="connsiteY41842" fmla="*/ 776726 h 2398711"/>
              <a:gd name="connsiteX41843" fmla="*/ 1696484 w 2119654"/>
              <a:gd name="connsiteY41843" fmla="*/ 606440 h 2398711"/>
              <a:gd name="connsiteX41844" fmla="*/ 1691466 w 2119654"/>
              <a:gd name="connsiteY41844" fmla="*/ 664964 h 2398711"/>
              <a:gd name="connsiteX41845" fmla="*/ 1696577 w 2119654"/>
              <a:gd name="connsiteY41845" fmla="*/ 685189 h 2398711"/>
              <a:gd name="connsiteX41846" fmla="*/ 1701602 w 2119654"/>
              <a:gd name="connsiteY41846" fmla="*/ 627912 h 2398711"/>
              <a:gd name="connsiteX41847" fmla="*/ 1619145 w 2119654"/>
              <a:gd name="connsiteY41847" fmla="*/ 779270 h 2398711"/>
              <a:gd name="connsiteX41848" fmla="*/ 1619433 w 2119654"/>
              <a:gd name="connsiteY41848" fmla="*/ 780571 h 2398711"/>
              <a:gd name="connsiteX41849" fmla="*/ 1619474 w 2119654"/>
              <a:gd name="connsiteY41849" fmla="*/ 778676 h 2398711"/>
              <a:gd name="connsiteX41850" fmla="*/ 1604625 w 2119654"/>
              <a:gd name="connsiteY41850" fmla="*/ 811399 h 2398711"/>
              <a:gd name="connsiteX41851" fmla="*/ 1604323 w 2119654"/>
              <a:gd name="connsiteY41851" fmla="*/ 812939 h 2398711"/>
              <a:gd name="connsiteX41852" fmla="*/ 1604377 w 2119654"/>
              <a:gd name="connsiteY41852" fmla="*/ 813108 h 2398711"/>
              <a:gd name="connsiteX41853" fmla="*/ 967398 w 2119654"/>
              <a:gd name="connsiteY41853" fmla="*/ 2238263 h 2398711"/>
              <a:gd name="connsiteX41854" fmla="*/ 968628 w 2119654"/>
              <a:gd name="connsiteY41854" fmla="*/ 2239416 h 2398711"/>
              <a:gd name="connsiteX41855" fmla="*/ 972959 w 2119654"/>
              <a:gd name="connsiteY41855" fmla="*/ 2237263 h 2398711"/>
              <a:gd name="connsiteX41856" fmla="*/ 975159 w 2119654"/>
              <a:gd name="connsiteY41856" fmla="*/ 2235731 h 2398711"/>
              <a:gd name="connsiteX41857" fmla="*/ 974027 w 2119654"/>
              <a:gd name="connsiteY41857" fmla="*/ 2233773 h 2398711"/>
              <a:gd name="connsiteX41858" fmla="*/ 969658 w 2119654"/>
              <a:gd name="connsiteY41858" fmla="*/ 2235616 h 2398711"/>
              <a:gd name="connsiteX41859" fmla="*/ 965021 w 2119654"/>
              <a:gd name="connsiteY41859" fmla="*/ 2243359 h 2398711"/>
              <a:gd name="connsiteX41860" fmla="*/ 965423 w 2119654"/>
              <a:gd name="connsiteY41860" fmla="*/ 2243612 h 2398711"/>
              <a:gd name="connsiteX41861" fmla="*/ 971373 w 2119654"/>
              <a:gd name="connsiteY41861" fmla="*/ 2244162 h 2398711"/>
              <a:gd name="connsiteX41862" fmla="*/ 972828 w 2119654"/>
              <a:gd name="connsiteY41862" fmla="*/ 2244120 h 2398711"/>
              <a:gd name="connsiteX41863" fmla="*/ 972956 w 2119654"/>
              <a:gd name="connsiteY41863" fmla="*/ 2244038 h 2398711"/>
              <a:gd name="connsiteX41864" fmla="*/ 969157 w 2119654"/>
              <a:gd name="connsiteY41864" fmla="*/ 2240478 h 2398711"/>
              <a:gd name="connsiteX41865" fmla="*/ 1620250 w 2119654"/>
              <a:gd name="connsiteY41865" fmla="*/ 775811 h 2398711"/>
              <a:gd name="connsiteX41866" fmla="*/ 1620245 w 2119654"/>
              <a:gd name="connsiteY41866" fmla="*/ 776012 h 2398711"/>
              <a:gd name="connsiteX41867" fmla="*/ 1620291 w 2119654"/>
              <a:gd name="connsiteY41867" fmla="*/ 775933 h 2398711"/>
              <a:gd name="connsiteX41868" fmla="*/ 1619533 w 2119654"/>
              <a:gd name="connsiteY41868" fmla="*/ 775916 h 2398711"/>
              <a:gd name="connsiteX41869" fmla="*/ 1619122 w 2119654"/>
              <a:gd name="connsiteY41869" fmla="*/ 777079 h 2398711"/>
              <a:gd name="connsiteX41870" fmla="*/ 1619077 w 2119654"/>
              <a:gd name="connsiteY41870" fmla="*/ 778044 h 2398711"/>
              <a:gd name="connsiteX41871" fmla="*/ 1619503 w 2119654"/>
              <a:gd name="connsiteY41871" fmla="*/ 777302 h 2398711"/>
              <a:gd name="connsiteX41872" fmla="*/ 963940 w 2119654"/>
              <a:gd name="connsiteY41872" fmla="*/ 2243271 h 2398711"/>
              <a:gd name="connsiteX41873" fmla="*/ 964070 w 2119654"/>
              <a:gd name="connsiteY41873" fmla="*/ 2243454 h 2398711"/>
              <a:gd name="connsiteX41874" fmla="*/ 964147 w 2119654"/>
              <a:gd name="connsiteY41874" fmla="*/ 2243401 h 2398711"/>
              <a:gd name="connsiteX41875" fmla="*/ 964784 w 2119654"/>
              <a:gd name="connsiteY41875" fmla="*/ 2241326 h 2398711"/>
              <a:gd name="connsiteX41876" fmla="*/ 968233 w 2119654"/>
              <a:gd name="connsiteY41876" fmla="*/ 2239612 h 2398711"/>
              <a:gd name="connsiteX41877" fmla="*/ 967129 w 2119654"/>
              <a:gd name="connsiteY41877" fmla="*/ 2238578 h 2398711"/>
              <a:gd name="connsiteX41878" fmla="*/ 989421 w 2119654"/>
              <a:gd name="connsiteY41878" fmla="*/ 2185968 h 2398711"/>
              <a:gd name="connsiteX41879" fmla="*/ 989456 w 2119654"/>
              <a:gd name="connsiteY41879" fmla="*/ 2186007 h 2398711"/>
              <a:gd name="connsiteX41880" fmla="*/ 989510 w 2119654"/>
              <a:gd name="connsiteY41880" fmla="*/ 2185916 h 2398711"/>
              <a:gd name="connsiteX41881" fmla="*/ 1606682 w 2119654"/>
              <a:gd name="connsiteY41881" fmla="*/ 803558 h 2398711"/>
              <a:gd name="connsiteX41882" fmla="*/ 1606258 w 2119654"/>
              <a:gd name="connsiteY41882" fmla="*/ 809516 h 2398711"/>
              <a:gd name="connsiteX41883" fmla="*/ 1606624 w 2119654"/>
              <a:gd name="connsiteY41883" fmla="*/ 810917 h 2398711"/>
              <a:gd name="connsiteX41884" fmla="*/ 1607457 w 2119654"/>
              <a:gd name="connsiteY41884" fmla="*/ 808659 h 2398711"/>
              <a:gd name="connsiteX41885" fmla="*/ 1607481 w 2119654"/>
              <a:gd name="connsiteY41885" fmla="*/ 808264 h 2398711"/>
              <a:gd name="connsiteX41886" fmla="*/ 980148 w 2119654"/>
              <a:gd name="connsiteY41886" fmla="*/ 2206348 h 2398711"/>
              <a:gd name="connsiteX41887" fmla="*/ 982096 w 2119654"/>
              <a:gd name="connsiteY41887" fmla="*/ 2209508 h 2398711"/>
              <a:gd name="connsiteX41888" fmla="*/ 983242 w 2119654"/>
              <a:gd name="connsiteY41888" fmla="*/ 2208878 h 2398711"/>
              <a:gd name="connsiteX41889" fmla="*/ 982543 w 2119654"/>
              <a:gd name="connsiteY41889" fmla="*/ 2207053 h 2398711"/>
              <a:gd name="connsiteX41890" fmla="*/ 982426 w 2119654"/>
              <a:gd name="connsiteY41890" fmla="*/ 2206936 h 2398711"/>
              <a:gd name="connsiteX41891" fmla="*/ 963738 w 2119654"/>
              <a:gd name="connsiteY41891" fmla="*/ 2242552 h 2398711"/>
              <a:gd name="connsiteX41892" fmla="*/ 964593 w 2119654"/>
              <a:gd name="connsiteY41892" fmla="*/ 2243090 h 2398711"/>
              <a:gd name="connsiteX41893" fmla="*/ 968810 w 2119654"/>
              <a:gd name="connsiteY41893" fmla="*/ 2240154 h 2398711"/>
              <a:gd name="connsiteX41894" fmla="*/ 968618 w 2119654"/>
              <a:gd name="connsiteY41894" fmla="*/ 2239974 h 2398711"/>
              <a:gd name="connsiteX41895" fmla="*/ 963964 w 2119654"/>
              <a:gd name="connsiteY41895" fmla="*/ 2242287 h 2398711"/>
              <a:gd name="connsiteX41896" fmla="*/ 966132 w 2119654"/>
              <a:gd name="connsiteY41896" fmla="*/ 2237077 h 2398711"/>
              <a:gd name="connsiteX41897" fmla="*/ 967007 w 2119654"/>
              <a:gd name="connsiteY41897" fmla="*/ 2237897 h 2398711"/>
              <a:gd name="connsiteX41898" fmla="*/ 968557 w 2119654"/>
              <a:gd name="connsiteY41898" fmla="*/ 2236080 h 2398711"/>
              <a:gd name="connsiteX41899" fmla="*/ 967756 w 2119654"/>
              <a:gd name="connsiteY41899" fmla="*/ 2236418 h 2398711"/>
              <a:gd name="connsiteX41900" fmla="*/ 994827 w 2119654"/>
              <a:gd name="connsiteY41900" fmla="*/ 2172682 h 2398711"/>
              <a:gd name="connsiteX41901" fmla="*/ 995024 w 2119654"/>
              <a:gd name="connsiteY41901" fmla="*/ 2173003 h 2398711"/>
              <a:gd name="connsiteX41902" fmla="*/ 995713 w 2119654"/>
              <a:gd name="connsiteY41902" fmla="*/ 2172803 h 2398711"/>
              <a:gd name="connsiteX41903" fmla="*/ 997300 w 2119654"/>
              <a:gd name="connsiteY41903" fmla="*/ 2172047 h 2398711"/>
              <a:gd name="connsiteX41904" fmla="*/ 1593040 w 2119654"/>
              <a:gd name="connsiteY41904" fmla="*/ 833032 h 2398711"/>
              <a:gd name="connsiteX41905" fmla="*/ 1593009 w 2119654"/>
              <a:gd name="connsiteY41905" fmla="*/ 835000 h 2398711"/>
              <a:gd name="connsiteX41906" fmla="*/ 1593029 w 2119654"/>
              <a:gd name="connsiteY41906" fmla="*/ 835042 h 2398711"/>
              <a:gd name="connsiteX41907" fmla="*/ 1593159 w 2119654"/>
              <a:gd name="connsiteY41907" fmla="*/ 833365 h 2398711"/>
              <a:gd name="connsiteX41908" fmla="*/ 963022 w 2119654"/>
              <a:gd name="connsiteY41908" fmla="*/ 2243391 h 2398711"/>
              <a:gd name="connsiteX41909" fmla="*/ 963085 w 2119654"/>
              <a:gd name="connsiteY41909" fmla="*/ 2243397 h 2398711"/>
              <a:gd name="connsiteX41910" fmla="*/ 963054 w 2119654"/>
              <a:gd name="connsiteY41910" fmla="*/ 2243354 h 2398711"/>
              <a:gd name="connsiteX41911" fmla="*/ 985406 w 2119654"/>
              <a:gd name="connsiteY41911" fmla="*/ 2192806 h 2398711"/>
              <a:gd name="connsiteX41912" fmla="*/ 985426 w 2119654"/>
              <a:gd name="connsiteY41912" fmla="*/ 2192798 h 2398711"/>
              <a:gd name="connsiteX41913" fmla="*/ 985478 w 2119654"/>
              <a:gd name="connsiteY41913" fmla="*/ 2192709 h 2398711"/>
              <a:gd name="connsiteX41914" fmla="*/ 1619316 w 2119654"/>
              <a:gd name="connsiteY41914" fmla="*/ 772992 h 2398711"/>
              <a:gd name="connsiteX41915" fmla="*/ 1619153 w 2119654"/>
              <a:gd name="connsiteY41915" fmla="*/ 776431 h 2398711"/>
              <a:gd name="connsiteX41916" fmla="*/ 1619546 w 2119654"/>
              <a:gd name="connsiteY41916" fmla="*/ 775318 h 2398711"/>
              <a:gd name="connsiteX41917" fmla="*/ 1619579 w 2119654"/>
              <a:gd name="connsiteY41917" fmla="*/ 773787 h 2398711"/>
              <a:gd name="connsiteX41918" fmla="*/ 993894 w 2119654"/>
              <a:gd name="connsiteY41918" fmla="*/ 2172922 h 2398711"/>
              <a:gd name="connsiteX41919" fmla="*/ 994613 w 2119654"/>
              <a:gd name="connsiteY41919" fmla="*/ 2173037 h 2398711"/>
              <a:gd name="connsiteX41920" fmla="*/ 994454 w 2119654"/>
              <a:gd name="connsiteY41920" fmla="*/ 2172778 h 2398711"/>
              <a:gd name="connsiteX41921" fmla="*/ 1604970 w 2119654"/>
              <a:gd name="connsiteY41921" fmla="*/ 804596 h 2398711"/>
              <a:gd name="connsiteX41922" fmla="*/ 1605102 w 2119654"/>
              <a:gd name="connsiteY41922" fmla="*/ 805097 h 2398711"/>
              <a:gd name="connsiteX41923" fmla="*/ 1605323 w 2119654"/>
              <a:gd name="connsiteY41923" fmla="*/ 803980 h 2398711"/>
              <a:gd name="connsiteX41924" fmla="*/ 990727 w 2119654"/>
              <a:gd name="connsiteY41924" fmla="*/ 2179851 h 2398711"/>
              <a:gd name="connsiteX41925" fmla="*/ 991157 w 2119654"/>
              <a:gd name="connsiteY41925" fmla="*/ 2180273 h 2398711"/>
              <a:gd name="connsiteX41926" fmla="*/ 991746 w 2119654"/>
              <a:gd name="connsiteY41926" fmla="*/ 2180215 h 2398711"/>
              <a:gd name="connsiteX41927" fmla="*/ 992554 w 2119654"/>
              <a:gd name="connsiteY41927" fmla="*/ 2179601 h 2398711"/>
              <a:gd name="connsiteX41928" fmla="*/ 1639855 w 2119654"/>
              <a:gd name="connsiteY41928" fmla="*/ 725859 h 2398711"/>
              <a:gd name="connsiteX41929" fmla="*/ 1639706 w 2119654"/>
              <a:gd name="connsiteY41929" fmla="*/ 735797 h 2398711"/>
              <a:gd name="connsiteX41930" fmla="*/ 1640226 w 2119654"/>
              <a:gd name="connsiteY41930" fmla="*/ 728495 h 2398711"/>
              <a:gd name="connsiteX41931" fmla="*/ 985676 w 2119654"/>
              <a:gd name="connsiteY41931" fmla="*/ 2190582 h 2398711"/>
              <a:gd name="connsiteX41932" fmla="*/ 986077 w 2119654"/>
              <a:gd name="connsiteY41932" fmla="*/ 2191218 h 2398711"/>
              <a:gd name="connsiteX41933" fmla="*/ 987164 w 2119654"/>
              <a:gd name="connsiteY41933" fmla="*/ 2189774 h 2398711"/>
              <a:gd name="connsiteX41934" fmla="*/ 1602856 w 2119654"/>
              <a:gd name="connsiteY41934" fmla="*/ 808292 h 2398711"/>
              <a:gd name="connsiteX41935" fmla="*/ 1603849 w 2119654"/>
              <a:gd name="connsiteY41935" fmla="*/ 811433 h 2398711"/>
              <a:gd name="connsiteX41936" fmla="*/ 1604999 w 2119654"/>
              <a:gd name="connsiteY41936" fmla="*/ 805612 h 2398711"/>
              <a:gd name="connsiteX41937" fmla="*/ 1604809 w 2119654"/>
              <a:gd name="connsiteY41937" fmla="*/ 804880 h 2398711"/>
              <a:gd name="connsiteX41938" fmla="*/ 961943 w 2119654"/>
              <a:gd name="connsiteY41938" fmla="*/ 2243292 h 2398711"/>
              <a:gd name="connsiteX41939" fmla="*/ 962369 w 2119654"/>
              <a:gd name="connsiteY41939" fmla="*/ 2243331 h 2398711"/>
              <a:gd name="connsiteX41940" fmla="*/ 962733 w 2119654"/>
              <a:gd name="connsiteY41940" fmla="*/ 2242905 h 2398711"/>
              <a:gd name="connsiteX41941" fmla="*/ 962730 w 2119654"/>
              <a:gd name="connsiteY41941" fmla="*/ 2242901 h 2398711"/>
              <a:gd name="connsiteX41942" fmla="*/ 988153 w 2119654"/>
              <a:gd name="connsiteY41942" fmla="*/ 2184522 h 2398711"/>
              <a:gd name="connsiteX41943" fmla="*/ 989251 w 2119654"/>
              <a:gd name="connsiteY41943" fmla="*/ 2185773 h 2398711"/>
              <a:gd name="connsiteX41944" fmla="*/ 989788 w 2119654"/>
              <a:gd name="connsiteY41944" fmla="*/ 2185448 h 2398711"/>
              <a:gd name="connsiteX41945" fmla="*/ 990355 w 2119654"/>
              <a:gd name="connsiteY41945" fmla="*/ 2184492 h 2398711"/>
              <a:gd name="connsiteX41946" fmla="*/ 969783 w 2119654"/>
              <a:gd name="connsiteY41946" fmla="*/ 2225432 h 2398711"/>
              <a:gd name="connsiteX41947" fmla="*/ 970978 w 2119654"/>
              <a:gd name="connsiteY41947" fmla="*/ 2227498 h 2398711"/>
              <a:gd name="connsiteX41948" fmla="*/ 971313 w 2119654"/>
              <a:gd name="connsiteY41948" fmla="*/ 2227364 h 2398711"/>
              <a:gd name="connsiteX41949" fmla="*/ 974961 w 2119654"/>
              <a:gd name="connsiteY41949" fmla="*/ 2225183 h 2398711"/>
              <a:gd name="connsiteX41950" fmla="*/ 964989 w 2119654"/>
              <a:gd name="connsiteY41950" fmla="*/ 2236005 h 2398711"/>
              <a:gd name="connsiteX41951" fmla="*/ 965878 w 2119654"/>
              <a:gd name="connsiteY41951" fmla="*/ 2236839 h 2398711"/>
              <a:gd name="connsiteX41952" fmla="*/ 969052 w 2119654"/>
              <a:gd name="connsiteY41952" fmla="*/ 2235499 h 2398711"/>
              <a:gd name="connsiteX41953" fmla="*/ 972613 w 2119654"/>
              <a:gd name="connsiteY41953" fmla="*/ 2231328 h 2398711"/>
              <a:gd name="connsiteX41954" fmla="*/ 972152 w 2119654"/>
              <a:gd name="connsiteY41954" fmla="*/ 2230532 h 2398711"/>
              <a:gd name="connsiteX41955" fmla="*/ 970189 w 2119654"/>
              <a:gd name="connsiteY41955" fmla="*/ 2231372 h 2398711"/>
              <a:gd name="connsiteX41956" fmla="*/ 971486 w 2119654"/>
              <a:gd name="connsiteY41956" fmla="*/ 2221365 h 2398711"/>
              <a:gd name="connsiteX41957" fmla="*/ 975654 w 2119654"/>
              <a:gd name="connsiteY41957" fmla="*/ 2223247 h 2398711"/>
              <a:gd name="connsiteX41958" fmla="*/ 977728 w 2119654"/>
              <a:gd name="connsiteY41958" fmla="*/ 2223529 h 2398711"/>
              <a:gd name="connsiteX41959" fmla="*/ 979801 w 2119654"/>
              <a:gd name="connsiteY41959" fmla="*/ 2222289 h 2398711"/>
              <a:gd name="connsiteX41960" fmla="*/ 981985 w 2119654"/>
              <a:gd name="connsiteY41960" fmla="*/ 2220344 h 2398711"/>
              <a:gd name="connsiteX41961" fmla="*/ 985338 w 2119654"/>
              <a:gd name="connsiteY41961" fmla="*/ 2216417 h 2398711"/>
              <a:gd name="connsiteX41962" fmla="*/ 975147 w 2119654"/>
              <a:gd name="connsiteY41962" fmla="*/ 2219098 h 2398711"/>
              <a:gd name="connsiteX41963" fmla="*/ 1617388 w 2119654"/>
              <a:gd name="connsiteY41963" fmla="*/ 775050 h 2398711"/>
              <a:gd name="connsiteX41964" fmla="*/ 1617340 w 2119654"/>
              <a:gd name="connsiteY41964" fmla="*/ 775924 h 2398711"/>
              <a:gd name="connsiteX41965" fmla="*/ 1617385 w 2119654"/>
              <a:gd name="connsiteY41965" fmla="*/ 776144 h 2398711"/>
              <a:gd name="connsiteX41966" fmla="*/ 1617454 w 2119654"/>
              <a:gd name="connsiteY41966" fmla="*/ 775737 h 2398711"/>
              <a:gd name="connsiteX41967" fmla="*/ 1617461 w 2119654"/>
              <a:gd name="connsiteY41967" fmla="*/ 775456 h 2398711"/>
              <a:gd name="connsiteX41968" fmla="*/ 1592178 w 2119654"/>
              <a:gd name="connsiteY41968" fmla="*/ 830609 h 2398711"/>
              <a:gd name="connsiteX41969" fmla="*/ 1592394 w 2119654"/>
              <a:gd name="connsiteY41969" fmla="*/ 833662 h 2398711"/>
              <a:gd name="connsiteX41970" fmla="*/ 1592768 w 2119654"/>
              <a:gd name="connsiteY41970" fmla="*/ 834474 h 2398711"/>
              <a:gd name="connsiteX41971" fmla="*/ 1592801 w 2119654"/>
              <a:gd name="connsiteY41971" fmla="*/ 832360 h 2398711"/>
              <a:gd name="connsiteX41972" fmla="*/ 1598468 w 2119654"/>
              <a:gd name="connsiteY41972" fmla="*/ 815964 h 2398711"/>
              <a:gd name="connsiteX41973" fmla="*/ 1600218 w 2119654"/>
              <a:gd name="connsiteY41973" fmla="*/ 820079 h 2398711"/>
              <a:gd name="connsiteX41974" fmla="*/ 1598718 w 2119654"/>
              <a:gd name="connsiteY41974" fmla="*/ 815526 h 2398711"/>
              <a:gd name="connsiteX41975" fmla="*/ 972758 w 2119654"/>
              <a:gd name="connsiteY41975" fmla="*/ 2216655 h 2398711"/>
              <a:gd name="connsiteX41976" fmla="*/ 973710 w 2119654"/>
              <a:gd name="connsiteY41976" fmla="*/ 2216405 h 2398711"/>
              <a:gd name="connsiteX41977" fmla="*/ 977129 w 2119654"/>
              <a:gd name="connsiteY41977" fmla="*/ 2214286 h 2398711"/>
              <a:gd name="connsiteX41978" fmla="*/ 977059 w 2119654"/>
              <a:gd name="connsiteY41978" fmla="*/ 2214288 h 2398711"/>
              <a:gd name="connsiteX41979" fmla="*/ 980354 w 2119654"/>
              <a:gd name="connsiteY41979" fmla="*/ 2199515 h 2398711"/>
              <a:gd name="connsiteX41980" fmla="*/ 981214 w 2119654"/>
              <a:gd name="connsiteY41980" fmla="*/ 2199893 h 2398711"/>
              <a:gd name="connsiteX41981" fmla="*/ 983427 w 2119654"/>
              <a:gd name="connsiteY41981" fmla="*/ 2196164 h 2398711"/>
              <a:gd name="connsiteX41982" fmla="*/ 982755 w 2119654"/>
              <a:gd name="connsiteY41982" fmla="*/ 2196326 h 2398711"/>
              <a:gd name="connsiteX41983" fmla="*/ 974161 w 2119654"/>
              <a:gd name="connsiteY41983" fmla="*/ 2213326 h 2398711"/>
              <a:gd name="connsiteX41984" fmla="*/ 975209 w 2119654"/>
              <a:gd name="connsiteY41984" fmla="*/ 2213298 h 2398711"/>
              <a:gd name="connsiteX41985" fmla="*/ 981921 w 2119654"/>
              <a:gd name="connsiteY41985" fmla="*/ 2209606 h 2398711"/>
              <a:gd name="connsiteX41986" fmla="*/ 979917 w 2119654"/>
              <a:gd name="connsiteY41986" fmla="*/ 2206454 h 2398711"/>
              <a:gd name="connsiteX41987" fmla="*/ 1620471 w 2119654"/>
              <a:gd name="connsiteY41987" fmla="*/ 765594 h 2398711"/>
              <a:gd name="connsiteX41988" fmla="*/ 1620308 w 2119654"/>
              <a:gd name="connsiteY41988" fmla="*/ 773160 h 2398711"/>
              <a:gd name="connsiteX41989" fmla="*/ 1621497 w 2119654"/>
              <a:gd name="connsiteY41989" fmla="*/ 769788 h 2398711"/>
              <a:gd name="connsiteX41990" fmla="*/ 1621578 w 2119654"/>
              <a:gd name="connsiteY41990" fmla="*/ 770120 h 2398711"/>
              <a:gd name="connsiteX41991" fmla="*/ 1620295 w 2119654"/>
              <a:gd name="connsiteY41991" fmla="*/ 773758 h 2398711"/>
              <a:gd name="connsiteX41992" fmla="*/ 1620288 w 2119654"/>
              <a:gd name="connsiteY41992" fmla="*/ 774061 h 2398711"/>
              <a:gd name="connsiteX41993" fmla="*/ 1620693 w 2119654"/>
              <a:gd name="connsiteY41993" fmla="*/ 775231 h 2398711"/>
              <a:gd name="connsiteX41994" fmla="*/ 1622191 w 2119654"/>
              <a:gd name="connsiteY41994" fmla="*/ 772626 h 2398711"/>
              <a:gd name="connsiteX41995" fmla="*/ 1621578 w 2119654"/>
              <a:gd name="connsiteY41995" fmla="*/ 770120 h 2398711"/>
              <a:gd name="connsiteX41996" fmla="*/ 1621971 w 2119654"/>
              <a:gd name="connsiteY41996" fmla="*/ 769008 h 2398711"/>
              <a:gd name="connsiteX41997" fmla="*/ 1621861 w 2119654"/>
              <a:gd name="connsiteY41997" fmla="*/ 768757 h 2398711"/>
              <a:gd name="connsiteX41998" fmla="*/ 1621497 w 2119654"/>
              <a:gd name="connsiteY41998" fmla="*/ 769788 h 2398711"/>
              <a:gd name="connsiteX41999" fmla="*/ 969743 w 2119654"/>
              <a:gd name="connsiteY41999" fmla="*/ 2222446 h 2398711"/>
              <a:gd name="connsiteX42000" fmla="*/ 972049 w 2119654"/>
              <a:gd name="connsiteY42000" fmla="*/ 2222758 h 2398711"/>
              <a:gd name="connsiteX42001" fmla="*/ 970423 w 2119654"/>
              <a:gd name="connsiteY42001" fmla="*/ 2222024 h 2398711"/>
              <a:gd name="connsiteX42002" fmla="*/ 984564 w 2119654"/>
              <a:gd name="connsiteY42002" fmla="*/ 2188821 h 2398711"/>
              <a:gd name="connsiteX42003" fmla="*/ 984724 w 2119654"/>
              <a:gd name="connsiteY42003" fmla="*/ 2189074 h 2398711"/>
              <a:gd name="connsiteX42004" fmla="*/ 988590 w 2119654"/>
              <a:gd name="connsiteY42004" fmla="*/ 2186595 h 2398711"/>
              <a:gd name="connsiteX42005" fmla="*/ 988505 w 2119654"/>
              <a:gd name="connsiteY42005" fmla="*/ 2186506 h 2398711"/>
              <a:gd name="connsiteX42006" fmla="*/ 962359 w 2119654"/>
              <a:gd name="connsiteY42006" fmla="*/ 2238322 h 2398711"/>
              <a:gd name="connsiteX42007" fmla="*/ 965461 w 2119654"/>
              <a:gd name="connsiteY42007" fmla="*/ 2237015 h 2398711"/>
              <a:gd name="connsiteX42008" fmla="*/ 964678 w 2119654"/>
              <a:gd name="connsiteY42008" fmla="*/ 2236282 h 2398711"/>
              <a:gd name="connsiteX42009" fmla="*/ 963404 w 2119654"/>
              <a:gd name="connsiteY42009" fmla="*/ 2237417 h 2398711"/>
              <a:gd name="connsiteX42010" fmla="*/ 968800 w 2119654"/>
              <a:gd name="connsiteY42010" fmla="*/ 2223733 h 2398711"/>
              <a:gd name="connsiteX42011" fmla="*/ 969609 w 2119654"/>
              <a:gd name="connsiteY42011" fmla="*/ 2225131 h 2398711"/>
              <a:gd name="connsiteX42012" fmla="*/ 971789 w 2119654"/>
              <a:gd name="connsiteY42012" fmla="*/ 2225027 h 2398711"/>
              <a:gd name="connsiteX42013" fmla="*/ 975761 w 2119654"/>
              <a:gd name="connsiteY42013" fmla="*/ 2224677 h 2398711"/>
              <a:gd name="connsiteX42014" fmla="*/ 961152 w 2119654"/>
              <a:gd name="connsiteY42014" fmla="*/ 2239368 h 2398711"/>
              <a:gd name="connsiteX42015" fmla="*/ 963135 w 2119654"/>
              <a:gd name="connsiteY42015" fmla="*/ 2242145 h 2398711"/>
              <a:gd name="connsiteX42016" fmla="*/ 963561 w 2119654"/>
              <a:gd name="connsiteY42016" fmla="*/ 2241934 h 2398711"/>
              <a:gd name="connsiteX42017" fmla="*/ 966738 w 2119654"/>
              <a:gd name="connsiteY42017" fmla="*/ 2238211 h 2398711"/>
              <a:gd name="connsiteX42018" fmla="*/ 965710 w 2119654"/>
              <a:gd name="connsiteY42018" fmla="*/ 2237249 h 2398711"/>
              <a:gd name="connsiteX42019" fmla="*/ 961737 w 2119654"/>
              <a:gd name="connsiteY42019" fmla="*/ 2238861 h 2398711"/>
              <a:gd name="connsiteX42020" fmla="*/ 981942 w 2119654"/>
              <a:gd name="connsiteY42020" fmla="*/ 2192611 h 2398711"/>
              <a:gd name="connsiteX42021" fmla="*/ 983463 w 2119654"/>
              <a:gd name="connsiteY42021" fmla="*/ 2193540 h 2398711"/>
              <a:gd name="connsiteX42022" fmla="*/ 984674 w 2119654"/>
              <a:gd name="connsiteY42022" fmla="*/ 2193082 h 2398711"/>
              <a:gd name="connsiteX42023" fmla="*/ 985859 w 2119654"/>
              <a:gd name="connsiteY42023" fmla="*/ 2191508 h 2398711"/>
              <a:gd name="connsiteX42024" fmla="*/ 985531 w 2119654"/>
              <a:gd name="connsiteY42024" fmla="*/ 2191024 h 2398711"/>
              <a:gd name="connsiteX42025" fmla="*/ 985361 w 2119654"/>
              <a:gd name="connsiteY42025" fmla="*/ 2190754 h 2398711"/>
              <a:gd name="connsiteX42026" fmla="*/ 986397 w 2119654"/>
              <a:gd name="connsiteY42026" fmla="*/ 2182521 h 2398711"/>
              <a:gd name="connsiteX42027" fmla="*/ 986558 w 2119654"/>
              <a:gd name="connsiteY42027" fmla="*/ 2182705 h 2398711"/>
              <a:gd name="connsiteX42028" fmla="*/ 988506 w 2119654"/>
              <a:gd name="connsiteY42028" fmla="*/ 2182678 h 2398711"/>
              <a:gd name="connsiteX42029" fmla="*/ 989063 w 2119654"/>
              <a:gd name="connsiteY42029" fmla="*/ 2182255 h 2398711"/>
              <a:gd name="connsiteX42030" fmla="*/ 963225 w 2119654"/>
              <a:gd name="connsiteY42030" fmla="*/ 2234353 h 2398711"/>
              <a:gd name="connsiteX42031" fmla="*/ 964703 w 2119654"/>
              <a:gd name="connsiteY42031" fmla="*/ 2235738 h 2398711"/>
              <a:gd name="connsiteX42032" fmla="*/ 969064 w 2119654"/>
              <a:gd name="connsiteY42032" fmla="*/ 2231854 h 2398711"/>
              <a:gd name="connsiteX42033" fmla="*/ 975538 w 2119654"/>
              <a:gd name="connsiteY42033" fmla="*/ 2205911 h 2398711"/>
              <a:gd name="connsiteX42034" fmla="*/ 976484 w 2119654"/>
              <a:gd name="connsiteY42034" fmla="*/ 2205837 h 2398711"/>
              <a:gd name="connsiteX42035" fmla="*/ 976783 w 2119654"/>
              <a:gd name="connsiteY42035" fmla="*/ 2205480 h 2398711"/>
              <a:gd name="connsiteX42036" fmla="*/ 976013 w 2119654"/>
              <a:gd name="connsiteY42036" fmla="*/ 2205282 h 2398711"/>
              <a:gd name="connsiteX42037" fmla="*/ 960112 w 2119654"/>
              <a:gd name="connsiteY42037" fmla="*/ 2240270 h 2398711"/>
              <a:gd name="connsiteX42038" fmla="*/ 961456 w 2119654"/>
              <a:gd name="connsiteY42038" fmla="*/ 2241116 h 2398711"/>
              <a:gd name="connsiteX42039" fmla="*/ 960569 w 2119654"/>
              <a:gd name="connsiteY42039" fmla="*/ 2239873 h 2398711"/>
              <a:gd name="connsiteX42040" fmla="*/ 952534 w 2119654"/>
              <a:gd name="connsiteY42040" fmla="*/ 2257206 h 2398711"/>
              <a:gd name="connsiteX42041" fmla="*/ 952595 w 2119654"/>
              <a:gd name="connsiteY42041" fmla="*/ 2257323 h 2398711"/>
              <a:gd name="connsiteX42042" fmla="*/ 973384 w 2119654"/>
              <a:gd name="connsiteY42042" fmla="*/ 2257068 h 2398711"/>
              <a:gd name="connsiteX42043" fmla="*/ 969167 w 2119654"/>
              <a:gd name="connsiteY42043" fmla="*/ 2251635 h 2398711"/>
              <a:gd name="connsiteX42044" fmla="*/ 957918 w 2119654"/>
              <a:gd name="connsiteY42044" fmla="*/ 2256177 h 2398711"/>
              <a:gd name="connsiteX42045" fmla="*/ 957793 w 2119654"/>
              <a:gd name="connsiteY42045" fmla="*/ 2256140 h 2398711"/>
              <a:gd name="connsiteX42046" fmla="*/ 966136 w 2119654"/>
              <a:gd name="connsiteY42046" fmla="*/ 2252772 h 2398711"/>
              <a:gd name="connsiteX42047" fmla="*/ 969049 w 2119654"/>
              <a:gd name="connsiteY42047" fmla="*/ 2251482 h 2398711"/>
              <a:gd name="connsiteX42048" fmla="*/ 966664 w 2119654"/>
              <a:gd name="connsiteY42048" fmla="*/ 2248408 h 2398711"/>
              <a:gd name="connsiteX42049" fmla="*/ 1619798 w 2119654"/>
              <a:gd name="connsiteY42049" fmla="*/ 762839 h 2398711"/>
              <a:gd name="connsiteX42050" fmla="*/ 1619389 w 2119654"/>
              <a:gd name="connsiteY42050" fmla="*/ 771464 h 2398711"/>
              <a:gd name="connsiteX42051" fmla="*/ 1619616 w 2119654"/>
              <a:gd name="connsiteY42051" fmla="*/ 772120 h 2398711"/>
              <a:gd name="connsiteX42052" fmla="*/ 1619815 w 2119654"/>
              <a:gd name="connsiteY42052" fmla="*/ 762914 h 2398711"/>
              <a:gd name="connsiteX42053" fmla="*/ 983625 w 2119654"/>
              <a:gd name="connsiteY42053" fmla="*/ 2187331 h 2398711"/>
              <a:gd name="connsiteX42054" fmla="*/ 984469 w 2119654"/>
              <a:gd name="connsiteY42054" fmla="*/ 2188669 h 2398711"/>
              <a:gd name="connsiteX42055" fmla="*/ 988336 w 2119654"/>
              <a:gd name="connsiteY42055" fmla="*/ 2186327 h 2398711"/>
              <a:gd name="connsiteX42056" fmla="*/ 987124 w 2119654"/>
              <a:gd name="connsiteY42056" fmla="*/ 2185053 h 2398711"/>
              <a:gd name="connsiteX42057" fmla="*/ 952341 w 2119654"/>
              <a:gd name="connsiteY42057" fmla="*/ 2257326 h 2398711"/>
              <a:gd name="connsiteX42058" fmla="*/ 952394 w 2119654"/>
              <a:gd name="connsiteY42058" fmla="*/ 2257326 h 2398711"/>
              <a:gd name="connsiteX42059" fmla="*/ 952381 w 2119654"/>
              <a:gd name="connsiteY42059" fmla="*/ 2257301 h 2398711"/>
              <a:gd name="connsiteX42060" fmla="*/ 979193 w 2119654"/>
              <a:gd name="connsiteY42060" fmla="*/ 2197186 h 2398711"/>
              <a:gd name="connsiteX42061" fmla="*/ 980000 w 2119654"/>
              <a:gd name="connsiteY42061" fmla="*/ 2199290 h 2398711"/>
              <a:gd name="connsiteX42062" fmla="*/ 982115 w 2119654"/>
              <a:gd name="connsiteY42062" fmla="*/ 2196481 h 2398711"/>
              <a:gd name="connsiteX42063" fmla="*/ 1649113 w 2119654"/>
              <a:gd name="connsiteY42063" fmla="*/ 696303 h 2398711"/>
              <a:gd name="connsiteX42064" fmla="*/ 1642151 w 2119654"/>
              <a:gd name="connsiteY42064" fmla="*/ 736889 h 2398711"/>
              <a:gd name="connsiteX42065" fmla="*/ 1648265 w 2119654"/>
              <a:gd name="connsiteY42065" fmla="*/ 725849 h 2398711"/>
              <a:gd name="connsiteX42066" fmla="*/ 1648415 w 2119654"/>
              <a:gd name="connsiteY42066" fmla="*/ 726424 h 2398711"/>
              <a:gd name="connsiteX42067" fmla="*/ 1641951 w 2119654"/>
              <a:gd name="connsiteY42067" fmla="*/ 738095 h 2398711"/>
              <a:gd name="connsiteX42068" fmla="*/ 1643774 w 2119654"/>
              <a:gd name="connsiteY42068" fmla="*/ 751075 h 2398711"/>
              <a:gd name="connsiteX42069" fmla="*/ 1648539 w 2119654"/>
              <a:gd name="connsiteY42069" fmla="*/ 726991 h 2398711"/>
              <a:gd name="connsiteX42070" fmla="*/ 1648590 w 2119654"/>
              <a:gd name="connsiteY42070" fmla="*/ 723776 h 2398711"/>
              <a:gd name="connsiteX42071" fmla="*/ 1648781 w 2119654"/>
              <a:gd name="connsiteY42071" fmla="*/ 724027 h 2398711"/>
              <a:gd name="connsiteX42072" fmla="*/ 1648752 w 2119654"/>
              <a:gd name="connsiteY42072" fmla="*/ 725919 h 2398711"/>
              <a:gd name="connsiteX42073" fmla="*/ 1650239 w 2119654"/>
              <a:gd name="connsiteY42073" fmla="*/ 718401 h 2398711"/>
              <a:gd name="connsiteX42074" fmla="*/ 1650640 w 2119654"/>
              <a:gd name="connsiteY42074" fmla="*/ 716189 h 2398711"/>
              <a:gd name="connsiteX42075" fmla="*/ 959388 w 2119654"/>
              <a:gd name="connsiteY42075" fmla="*/ 2239815 h 2398711"/>
              <a:gd name="connsiteX42076" fmla="*/ 959821 w 2119654"/>
              <a:gd name="connsiteY42076" fmla="*/ 2240087 h 2398711"/>
              <a:gd name="connsiteX42077" fmla="*/ 960371 w 2119654"/>
              <a:gd name="connsiteY42077" fmla="*/ 2239597 h 2398711"/>
              <a:gd name="connsiteX42078" fmla="*/ 960271 w 2119654"/>
              <a:gd name="connsiteY42078" fmla="*/ 2239456 h 2398711"/>
              <a:gd name="connsiteX42079" fmla="*/ 951940 w 2119654"/>
              <a:gd name="connsiteY42079" fmla="*/ 2256066 h 2398711"/>
              <a:gd name="connsiteX42080" fmla="*/ 952473 w 2119654"/>
              <a:gd name="connsiteY42080" fmla="*/ 2257091 h 2398711"/>
              <a:gd name="connsiteX42081" fmla="*/ 957052 w 2119654"/>
              <a:gd name="connsiteY42081" fmla="*/ 2254239 h 2398711"/>
              <a:gd name="connsiteX42082" fmla="*/ 966499 w 2119654"/>
              <a:gd name="connsiteY42082" fmla="*/ 2248180 h 2398711"/>
              <a:gd name="connsiteX42083" fmla="*/ 964784 w 2119654"/>
              <a:gd name="connsiteY42083" fmla="*/ 2245778 h 2398711"/>
              <a:gd name="connsiteX42084" fmla="*/ 961928 w 2119654"/>
              <a:gd name="connsiteY42084" fmla="*/ 2245514 h 2398711"/>
              <a:gd name="connsiteX42085" fmla="*/ 960056 w 2119654"/>
              <a:gd name="connsiteY42085" fmla="*/ 2246818 h 2398711"/>
              <a:gd name="connsiteX42086" fmla="*/ 984223 w 2119654"/>
              <a:gd name="connsiteY42086" fmla="*/ 2182738 h 2398711"/>
              <a:gd name="connsiteX42087" fmla="*/ 984913 w 2119654"/>
              <a:gd name="connsiteY42087" fmla="*/ 2182728 h 2398711"/>
              <a:gd name="connsiteX42088" fmla="*/ 984862 w 2119654"/>
              <a:gd name="connsiteY42088" fmla="*/ 2182674 h 2398711"/>
              <a:gd name="connsiteX42089" fmla="*/ 1597036 w 2119654"/>
              <a:gd name="connsiteY42089" fmla="*/ 810419 h 2398711"/>
              <a:gd name="connsiteX42090" fmla="*/ 1597515 w 2119654"/>
              <a:gd name="connsiteY42090" fmla="*/ 813725 h 2398711"/>
              <a:gd name="connsiteX42091" fmla="*/ 1597965 w 2119654"/>
              <a:gd name="connsiteY42091" fmla="*/ 814783 h 2398711"/>
              <a:gd name="connsiteX42092" fmla="*/ 1598288 w 2119654"/>
              <a:gd name="connsiteY42092" fmla="*/ 814220 h 2398711"/>
              <a:gd name="connsiteX42093" fmla="*/ 950818 w 2119654"/>
              <a:gd name="connsiteY42093" fmla="*/ 2257345 h 2398711"/>
              <a:gd name="connsiteX42094" fmla="*/ 952090 w 2119654"/>
              <a:gd name="connsiteY42094" fmla="*/ 2257329 h 2398711"/>
              <a:gd name="connsiteX42095" fmla="*/ 952321 w 2119654"/>
              <a:gd name="connsiteY42095" fmla="*/ 2257185 h 2398711"/>
              <a:gd name="connsiteX42096" fmla="*/ 951813 w 2119654"/>
              <a:gd name="connsiteY42096" fmla="*/ 2256211 h 2398711"/>
              <a:gd name="connsiteX42097" fmla="*/ 957138 w 2119654"/>
              <a:gd name="connsiteY42097" fmla="*/ 2242849 h 2398711"/>
              <a:gd name="connsiteX42098" fmla="*/ 961005 w 2119654"/>
              <a:gd name="connsiteY42098" fmla="*/ 2243205 h 2398711"/>
              <a:gd name="connsiteX42099" fmla="*/ 962439 w 2119654"/>
              <a:gd name="connsiteY42099" fmla="*/ 2242492 h 2398711"/>
              <a:gd name="connsiteX42100" fmla="*/ 962223 w 2119654"/>
              <a:gd name="connsiteY42100" fmla="*/ 2242190 h 2398711"/>
              <a:gd name="connsiteX42101" fmla="*/ 959716 w 2119654"/>
              <a:gd name="connsiteY42101" fmla="*/ 2240612 h 2398711"/>
              <a:gd name="connsiteX42102" fmla="*/ 980062 w 2119654"/>
              <a:gd name="connsiteY42102" fmla="*/ 2191465 h 2398711"/>
              <a:gd name="connsiteX42103" fmla="*/ 980542 w 2119654"/>
              <a:gd name="connsiteY42103" fmla="*/ 2191757 h 2398711"/>
              <a:gd name="connsiteX42104" fmla="*/ 984423 w 2119654"/>
              <a:gd name="connsiteY42104" fmla="*/ 2189268 h 2398711"/>
              <a:gd name="connsiteX42105" fmla="*/ 984255 w 2119654"/>
              <a:gd name="connsiteY42105" fmla="*/ 2189002 h 2398711"/>
              <a:gd name="connsiteX42106" fmla="*/ 984768 w 2119654"/>
              <a:gd name="connsiteY42106" fmla="*/ 2180665 h 2398711"/>
              <a:gd name="connsiteX42107" fmla="*/ 984966 w 2119654"/>
              <a:gd name="connsiteY42107" fmla="*/ 2180891 h 2398711"/>
              <a:gd name="connsiteX42108" fmla="*/ 988456 w 2119654"/>
              <a:gd name="connsiteY42108" fmla="*/ 2180543 h 2398711"/>
              <a:gd name="connsiteX42109" fmla="*/ 988109 w 2119654"/>
              <a:gd name="connsiteY42109" fmla="*/ 2180208 h 2398711"/>
              <a:gd name="connsiteX42110" fmla="*/ 964751 w 2119654"/>
              <a:gd name="connsiteY42110" fmla="*/ 2225364 h 2398711"/>
              <a:gd name="connsiteX42111" fmla="*/ 969044 w 2119654"/>
              <a:gd name="connsiteY42111" fmla="*/ 2225158 h 2398711"/>
              <a:gd name="connsiteX42112" fmla="*/ 968170 w 2119654"/>
              <a:gd name="connsiteY42112" fmla="*/ 2223647 h 2398711"/>
              <a:gd name="connsiteX42113" fmla="*/ 967869 w 2119654"/>
              <a:gd name="connsiteY42113" fmla="*/ 2223607 h 2398711"/>
              <a:gd name="connsiteX42114" fmla="*/ 965876 w 2119654"/>
              <a:gd name="connsiteY42114" fmla="*/ 2224841 h 2398711"/>
              <a:gd name="connsiteX42115" fmla="*/ 976800 w 2119654"/>
              <a:gd name="connsiteY42115" fmla="*/ 2197951 h 2398711"/>
              <a:gd name="connsiteX42116" fmla="*/ 979513 w 2119654"/>
              <a:gd name="connsiteY42116" fmla="*/ 2199145 h 2398711"/>
              <a:gd name="connsiteX42117" fmla="*/ 978798 w 2119654"/>
              <a:gd name="connsiteY42117" fmla="*/ 2197281 h 2398711"/>
              <a:gd name="connsiteX42118" fmla="*/ 978177 w 2119654"/>
              <a:gd name="connsiteY42118" fmla="*/ 2197431 h 2398711"/>
              <a:gd name="connsiteX42119" fmla="*/ 969869 w 2119654"/>
              <a:gd name="connsiteY42119" fmla="*/ 2213441 h 2398711"/>
              <a:gd name="connsiteX42120" fmla="*/ 970121 w 2119654"/>
              <a:gd name="connsiteY42120" fmla="*/ 2213434 h 2398711"/>
              <a:gd name="connsiteX42121" fmla="*/ 976111 w 2119654"/>
              <a:gd name="connsiteY42121" fmla="*/ 2206283 h 2398711"/>
              <a:gd name="connsiteX42122" fmla="*/ 975204 w 2119654"/>
              <a:gd name="connsiteY42122" fmla="*/ 2206354 h 2398711"/>
              <a:gd name="connsiteX42123" fmla="*/ 978215 w 2119654"/>
              <a:gd name="connsiteY42123" fmla="*/ 2194636 h 2398711"/>
              <a:gd name="connsiteX42124" fmla="*/ 978513 w 2119654"/>
              <a:gd name="connsiteY42124" fmla="*/ 2195412 h 2398711"/>
              <a:gd name="connsiteX42125" fmla="*/ 983105 w 2119654"/>
              <a:gd name="connsiteY42125" fmla="*/ 2193676 h 2398711"/>
              <a:gd name="connsiteX42126" fmla="*/ 981635 w 2119654"/>
              <a:gd name="connsiteY42126" fmla="*/ 2192778 h 2398711"/>
              <a:gd name="connsiteX42127" fmla="*/ 949318 w 2119654"/>
              <a:gd name="connsiteY42127" fmla="*/ 2259056 h 2398711"/>
              <a:gd name="connsiteX42128" fmla="*/ 949927 w 2119654"/>
              <a:gd name="connsiteY42128" fmla="*/ 2258676 h 2398711"/>
              <a:gd name="connsiteX42129" fmla="*/ 949648 w 2119654"/>
              <a:gd name="connsiteY42129" fmla="*/ 2258680 h 2398711"/>
              <a:gd name="connsiteX42130" fmla="*/ 958895 w 2119654"/>
              <a:gd name="connsiteY42130" fmla="*/ 2236205 h 2398711"/>
              <a:gd name="connsiteX42131" fmla="*/ 960858 w 2119654"/>
              <a:gd name="connsiteY42131" fmla="*/ 2238955 h 2398711"/>
              <a:gd name="connsiteX42132" fmla="*/ 961302 w 2119654"/>
              <a:gd name="connsiteY42132" fmla="*/ 2238768 h 2398711"/>
              <a:gd name="connsiteX42133" fmla="*/ 964393 w 2119654"/>
              <a:gd name="connsiteY42133" fmla="*/ 2236014 h 2398711"/>
              <a:gd name="connsiteX42134" fmla="*/ 962810 w 2119654"/>
              <a:gd name="connsiteY42134" fmla="*/ 2234530 h 2398711"/>
              <a:gd name="connsiteX42135" fmla="*/ 981907 w 2119654"/>
              <a:gd name="connsiteY42135" fmla="*/ 2184610 h 2398711"/>
              <a:gd name="connsiteX42136" fmla="*/ 983187 w 2119654"/>
              <a:gd name="connsiteY42136" fmla="*/ 2186638 h 2398711"/>
              <a:gd name="connsiteX42137" fmla="*/ 983957 w 2119654"/>
              <a:gd name="connsiteY42137" fmla="*/ 2186137 h 2398711"/>
              <a:gd name="connsiteX42138" fmla="*/ 986041 w 2119654"/>
              <a:gd name="connsiteY42138" fmla="*/ 2184552 h 2398711"/>
              <a:gd name="connsiteX42139" fmla="*/ 967674 w 2119654"/>
              <a:gd name="connsiteY42139" fmla="*/ 2216356 h 2398711"/>
              <a:gd name="connsiteX42140" fmla="*/ 969230 w 2119654"/>
              <a:gd name="connsiteY42140" fmla="*/ 2214498 h 2398711"/>
              <a:gd name="connsiteX42141" fmla="*/ 969069 w 2119654"/>
              <a:gd name="connsiteY42141" fmla="*/ 2214502 h 2398711"/>
              <a:gd name="connsiteX42142" fmla="*/ 975573 w 2119654"/>
              <a:gd name="connsiteY42142" fmla="*/ 2198415 h 2398711"/>
              <a:gd name="connsiteX42143" fmla="*/ 976049 w 2119654"/>
              <a:gd name="connsiteY42143" fmla="*/ 2198724 h 2398711"/>
              <a:gd name="connsiteX42144" fmla="*/ 978914 w 2119654"/>
              <a:gd name="connsiteY42144" fmla="*/ 2199463 h 2398711"/>
              <a:gd name="connsiteX42145" fmla="*/ 976089 w 2119654"/>
              <a:gd name="connsiteY42145" fmla="*/ 2198220 h 2398711"/>
              <a:gd name="connsiteX42146" fmla="*/ 985814 w 2119654"/>
              <a:gd name="connsiteY42146" fmla="*/ 2174997 h 2398711"/>
              <a:gd name="connsiteX42147" fmla="*/ 986349 w 2119654"/>
              <a:gd name="connsiteY42147" fmla="*/ 2175525 h 2398711"/>
              <a:gd name="connsiteX42148" fmla="*/ 989546 w 2119654"/>
              <a:gd name="connsiteY42148" fmla="*/ 2174596 h 2398711"/>
              <a:gd name="connsiteX42149" fmla="*/ 988206 w 2119654"/>
              <a:gd name="connsiteY42149" fmla="*/ 2174383 h 2398711"/>
              <a:gd name="connsiteX42150" fmla="*/ 977590 w 2119654"/>
              <a:gd name="connsiteY42150" fmla="*/ 2192916 h 2398711"/>
              <a:gd name="connsiteX42151" fmla="*/ 977751 w 2119654"/>
              <a:gd name="connsiteY42151" fmla="*/ 2193395 h 2398711"/>
              <a:gd name="connsiteX42152" fmla="*/ 979295 w 2119654"/>
              <a:gd name="connsiteY42152" fmla="*/ 2192556 h 2398711"/>
              <a:gd name="connsiteX42153" fmla="*/ 980259 w 2119654"/>
              <a:gd name="connsiteY42153" fmla="*/ 2191938 h 2398711"/>
              <a:gd name="connsiteX42154" fmla="*/ 979767 w 2119654"/>
              <a:gd name="connsiteY42154" fmla="*/ 2191637 h 2398711"/>
              <a:gd name="connsiteX42155" fmla="*/ 950566 w 2119654"/>
              <a:gd name="connsiteY42155" fmla="*/ 2253428 h 2398711"/>
              <a:gd name="connsiteX42156" fmla="*/ 951774 w 2119654"/>
              <a:gd name="connsiteY42156" fmla="*/ 2255747 h 2398711"/>
              <a:gd name="connsiteX42157" fmla="*/ 958423 w 2119654"/>
              <a:gd name="connsiteY42157" fmla="*/ 2247955 h 2398711"/>
              <a:gd name="connsiteX42158" fmla="*/ 978623 w 2119654"/>
              <a:gd name="connsiteY42158" fmla="*/ 2190585 h 2398711"/>
              <a:gd name="connsiteX42159" fmla="*/ 979903 w 2119654"/>
              <a:gd name="connsiteY42159" fmla="*/ 2191367 h 2398711"/>
              <a:gd name="connsiteX42160" fmla="*/ 983572 w 2119654"/>
              <a:gd name="connsiteY42160" fmla="*/ 2189212 h 2398711"/>
              <a:gd name="connsiteX42161" fmla="*/ 984162 w 2119654"/>
              <a:gd name="connsiteY42161" fmla="*/ 2188855 h 2398711"/>
              <a:gd name="connsiteX42162" fmla="*/ 983324 w 2119654"/>
              <a:gd name="connsiteY42162" fmla="*/ 2187526 h 2398711"/>
              <a:gd name="connsiteX42163" fmla="*/ 971564 w 2119654"/>
              <a:gd name="connsiteY42163" fmla="*/ 2206223 h 2398711"/>
              <a:gd name="connsiteX42164" fmla="*/ 974982 w 2119654"/>
              <a:gd name="connsiteY42164" fmla="*/ 2205955 h 2398711"/>
              <a:gd name="connsiteX42165" fmla="*/ 975436 w 2119654"/>
              <a:gd name="connsiteY42165" fmla="*/ 2205352 h 2398711"/>
              <a:gd name="connsiteX42166" fmla="*/ 1631744 w 2119654"/>
              <a:gd name="connsiteY42166" fmla="*/ 727020 h 2398711"/>
              <a:gd name="connsiteX42167" fmla="*/ 1635433 w 2119654"/>
              <a:gd name="connsiteY42167" fmla="*/ 748519 h 2398711"/>
              <a:gd name="connsiteX42168" fmla="*/ 1635494 w 2119654"/>
              <a:gd name="connsiteY42168" fmla="*/ 748909 h 2398711"/>
              <a:gd name="connsiteX42169" fmla="*/ 1637662 w 2119654"/>
              <a:gd name="connsiteY42169" fmla="*/ 744995 h 2398711"/>
              <a:gd name="connsiteX42170" fmla="*/ 977131 w 2119654"/>
              <a:gd name="connsiteY42170" fmla="*/ 2191556 h 2398711"/>
              <a:gd name="connsiteX42171" fmla="*/ 977536 w 2119654"/>
              <a:gd name="connsiteY42171" fmla="*/ 2192757 h 2398711"/>
              <a:gd name="connsiteX42172" fmla="*/ 979608 w 2119654"/>
              <a:gd name="connsiteY42172" fmla="*/ 2191540 h 2398711"/>
              <a:gd name="connsiteX42173" fmla="*/ 978342 w 2119654"/>
              <a:gd name="connsiteY42173" fmla="*/ 2190768 h 2398711"/>
              <a:gd name="connsiteX42174" fmla="*/ 1601685 w 2119654"/>
              <a:gd name="connsiteY42174" fmla="*/ 792942 h 2398711"/>
              <a:gd name="connsiteX42175" fmla="*/ 1599529 w 2119654"/>
              <a:gd name="connsiteY42175" fmla="*/ 798213 h 2398711"/>
              <a:gd name="connsiteX42176" fmla="*/ 1600480 w 2119654"/>
              <a:gd name="connsiteY42176" fmla="*/ 800760 h 2398711"/>
              <a:gd name="connsiteX42177" fmla="*/ 1602445 w 2119654"/>
              <a:gd name="connsiteY42177" fmla="*/ 806986 h 2398711"/>
              <a:gd name="connsiteX42178" fmla="*/ 1604447 w 2119654"/>
              <a:gd name="connsiteY42178" fmla="*/ 803501 h 2398711"/>
              <a:gd name="connsiteX42179" fmla="*/ 981478 w 2119654"/>
              <a:gd name="connsiteY42179" fmla="*/ 2181239 h 2398711"/>
              <a:gd name="connsiteX42180" fmla="*/ 983351 w 2119654"/>
              <a:gd name="connsiteY42180" fmla="*/ 2181053 h 2398711"/>
              <a:gd name="connsiteX42181" fmla="*/ 983199 w 2119654"/>
              <a:gd name="connsiteY42181" fmla="*/ 2180879 h 2398711"/>
              <a:gd name="connsiteX42182" fmla="*/ 981694 w 2119654"/>
              <a:gd name="connsiteY42182" fmla="*/ 2181085 h 2398711"/>
              <a:gd name="connsiteX42183" fmla="*/ 1603944 w 2119654"/>
              <a:gd name="connsiteY42183" fmla="*/ 787420 h 2398711"/>
              <a:gd name="connsiteX42184" fmla="*/ 1601829 w 2119654"/>
              <a:gd name="connsiteY42184" fmla="*/ 792590 h 2398711"/>
              <a:gd name="connsiteX42185" fmla="*/ 1604610 w 2119654"/>
              <a:gd name="connsiteY42185" fmla="*/ 803219 h 2398711"/>
              <a:gd name="connsiteX42186" fmla="*/ 1605921 w 2119654"/>
              <a:gd name="connsiteY42186" fmla="*/ 800937 h 2398711"/>
              <a:gd name="connsiteX42187" fmla="*/ 1606014 w 2119654"/>
              <a:gd name="connsiteY42187" fmla="*/ 799623 h 2398711"/>
              <a:gd name="connsiteX42188" fmla="*/ 956018 w 2119654"/>
              <a:gd name="connsiteY42188" fmla="*/ 2237695 h 2398711"/>
              <a:gd name="connsiteX42189" fmla="*/ 959160 w 2119654"/>
              <a:gd name="connsiteY42189" fmla="*/ 2239671 h 2398711"/>
              <a:gd name="connsiteX42190" fmla="*/ 960132 w 2119654"/>
              <a:gd name="connsiteY42190" fmla="*/ 2239261 h 2398711"/>
              <a:gd name="connsiteX42191" fmla="*/ 958171 w 2119654"/>
              <a:gd name="connsiteY42191" fmla="*/ 2236515 h 2398711"/>
              <a:gd name="connsiteX42192" fmla="*/ 957888 w 2119654"/>
              <a:gd name="connsiteY42192" fmla="*/ 2236636 h 2398711"/>
              <a:gd name="connsiteX42193" fmla="*/ 1601517 w 2119654"/>
              <a:gd name="connsiteY42193" fmla="*/ 792298 h 2398711"/>
              <a:gd name="connsiteX42194" fmla="*/ 1599950 w 2119654"/>
              <a:gd name="connsiteY42194" fmla="*/ 796440 h 2398711"/>
              <a:gd name="connsiteX42195" fmla="*/ 1601567 w 2119654"/>
              <a:gd name="connsiteY42195" fmla="*/ 792489 h 2398711"/>
              <a:gd name="connsiteX42196" fmla="*/ 1606901 w 2119654"/>
              <a:gd name="connsiteY42196" fmla="*/ 780191 h 2398711"/>
              <a:gd name="connsiteX42197" fmla="*/ 1606140 w 2119654"/>
              <a:gd name="connsiteY42197" fmla="*/ 782051 h 2398711"/>
              <a:gd name="connsiteX42198" fmla="*/ 1607085 w 2119654"/>
              <a:gd name="connsiteY42198" fmla="*/ 784584 h 2398711"/>
              <a:gd name="connsiteX42199" fmla="*/ 1607162 w 2119654"/>
              <a:gd name="connsiteY42199" fmla="*/ 783517 h 2398711"/>
              <a:gd name="connsiteX42200" fmla="*/ 974254 w 2119654"/>
              <a:gd name="connsiteY42200" fmla="*/ 2196788 h 2398711"/>
              <a:gd name="connsiteX42201" fmla="*/ 974279 w 2119654"/>
              <a:gd name="connsiteY42201" fmla="*/ 2196830 h 2398711"/>
              <a:gd name="connsiteX42202" fmla="*/ 974410 w 2119654"/>
              <a:gd name="connsiteY42202" fmla="*/ 2196893 h 2398711"/>
              <a:gd name="connsiteX42203" fmla="*/ 974926 w 2119654"/>
              <a:gd name="connsiteY42203" fmla="*/ 2196768 h 2398711"/>
              <a:gd name="connsiteX42204" fmla="*/ 978137 w 2119654"/>
              <a:gd name="connsiteY42204" fmla="*/ 2195554 h 2398711"/>
              <a:gd name="connsiteX42205" fmla="*/ 977859 w 2119654"/>
              <a:gd name="connsiteY42205" fmla="*/ 2194829 h 2398711"/>
              <a:gd name="connsiteX42206" fmla="*/ 950975 w 2119654"/>
              <a:gd name="connsiteY42206" fmla="*/ 2248192 h 2398711"/>
              <a:gd name="connsiteX42207" fmla="*/ 957231 w 2119654"/>
              <a:gd name="connsiteY42207" fmla="*/ 2245081 h 2398711"/>
              <a:gd name="connsiteX42208" fmla="*/ 954819 w 2119654"/>
              <a:gd name="connsiteY42208" fmla="*/ 2244859 h 2398711"/>
              <a:gd name="connsiteX42209" fmla="*/ 1603764 w 2119654"/>
              <a:gd name="connsiteY42209" fmla="*/ 786356 h 2398711"/>
              <a:gd name="connsiteX42210" fmla="*/ 1601656 w 2119654"/>
              <a:gd name="connsiteY42210" fmla="*/ 791929 h 2398711"/>
              <a:gd name="connsiteX42211" fmla="*/ 1601711 w 2119654"/>
              <a:gd name="connsiteY42211" fmla="*/ 792137 h 2398711"/>
              <a:gd name="connsiteX42212" fmla="*/ 1603855 w 2119654"/>
              <a:gd name="connsiteY42212" fmla="*/ 786895 h 2398711"/>
              <a:gd name="connsiteX42213" fmla="*/ 958810 w 2119654"/>
              <a:gd name="connsiteY42213" fmla="*/ 2230215 h 2398711"/>
              <a:gd name="connsiteX42214" fmla="*/ 960388 w 2119654"/>
              <a:gd name="connsiteY42214" fmla="*/ 2231694 h 2398711"/>
              <a:gd name="connsiteX42215" fmla="*/ 970505 w 2119654"/>
              <a:gd name="connsiteY42215" fmla="*/ 2227685 h 2398711"/>
              <a:gd name="connsiteX42216" fmla="*/ 969218 w 2119654"/>
              <a:gd name="connsiteY42216" fmla="*/ 2225459 h 2398711"/>
              <a:gd name="connsiteX42217" fmla="*/ 964009 w 2119654"/>
              <a:gd name="connsiteY42217" fmla="*/ 2225709 h 2398711"/>
              <a:gd name="connsiteX42218" fmla="*/ 963222 w 2119654"/>
              <a:gd name="connsiteY42218" fmla="*/ 2226075 h 2398711"/>
              <a:gd name="connsiteX42219" fmla="*/ 962779 w 2119654"/>
              <a:gd name="connsiteY42219" fmla="*/ 2226490 h 2398711"/>
              <a:gd name="connsiteX42220" fmla="*/ 963389 w 2119654"/>
              <a:gd name="connsiteY42220" fmla="*/ 2227256 h 2398711"/>
              <a:gd name="connsiteX42221" fmla="*/ 963113 w 2119654"/>
              <a:gd name="connsiteY42221" fmla="*/ 2227191 h 2398711"/>
              <a:gd name="connsiteX42222" fmla="*/ 962650 w 2119654"/>
              <a:gd name="connsiteY42222" fmla="*/ 2226611 h 2398711"/>
              <a:gd name="connsiteX42223" fmla="*/ 985100 w 2119654"/>
              <a:gd name="connsiteY42223" fmla="*/ 2170489 h 2398711"/>
              <a:gd name="connsiteX42224" fmla="*/ 990489 w 2119654"/>
              <a:gd name="connsiteY42224" fmla="*/ 2168616 h 2398711"/>
              <a:gd name="connsiteX42225" fmla="*/ 990554 w 2119654"/>
              <a:gd name="connsiteY42225" fmla="*/ 2168553 h 2398711"/>
              <a:gd name="connsiteX42226" fmla="*/ 988486 w 2119654"/>
              <a:gd name="connsiteY42226" fmla="*/ 2168983 h 2398711"/>
              <a:gd name="connsiteX42227" fmla="*/ 1606762 w 2119654"/>
              <a:gd name="connsiteY42227" fmla="*/ 778427 h 2398711"/>
              <a:gd name="connsiteX42228" fmla="*/ 1605768 w 2119654"/>
              <a:gd name="connsiteY42228" fmla="*/ 781054 h 2398711"/>
              <a:gd name="connsiteX42229" fmla="*/ 1605995 w 2119654"/>
              <a:gd name="connsiteY42229" fmla="*/ 781663 h 2398711"/>
              <a:gd name="connsiteX42230" fmla="*/ 1606852 w 2119654"/>
              <a:gd name="connsiteY42230" fmla="*/ 779568 h 2398711"/>
              <a:gd name="connsiteX42231" fmla="*/ 976481 w 2119654"/>
              <a:gd name="connsiteY42231" fmla="*/ 2189632 h 2398711"/>
              <a:gd name="connsiteX42232" fmla="*/ 976860 w 2119654"/>
              <a:gd name="connsiteY42232" fmla="*/ 2190754 h 2398711"/>
              <a:gd name="connsiteX42233" fmla="*/ 977567 w 2119654"/>
              <a:gd name="connsiteY42233" fmla="*/ 2190294 h 2398711"/>
              <a:gd name="connsiteX42234" fmla="*/ 952881 w 2119654"/>
              <a:gd name="connsiteY42234" fmla="*/ 2242456 h 2398711"/>
              <a:gd name="connsiteX42235" fmla="*/ 956760 w 2119654"/>
              <a:gd name="connsiteY42235" fmla="*/ 2242814 h 2398711"/>
              <a:gd name="connsiteX42236" fmla="*/ 959432 w 2119654"/>
              <a:gd name="connsiteY42236" fmla="*/ 2240433 h 2398711"/>
              <a:gd name="connsiteX42237" fmla="*/ 958816 w 2119654"/>
              <a:gd name="connsiteY42237" fmla="*/ 2240047 h 2398711"/>
              <a:gd name="connsiteX42238" fmla="*/ 1614411 w 2119654"/>
              <a:gd name="connsiteY42238" fmla="*/ 760685 h 2398711"/>
              <a:gd name="connsiteX42239" fmla="*/ 1614324 w 2119654"/>
              <a:gd name="connsiteY42239" fmla="*/ 761160 h 2398711"/>
              <a:gd name="connsiteX42240" fmla="*/ 1615474 w 2119654"/>
              <a:gd name="connsiteY42240" fmla="*/ 766790 h 2398711"/>
              <a:gd name="connsiteX42241" fmla="*/ 1615531 w 2119654"/>
              <a:gd name="connsiteY42241" fmla="*/ 765755 h 2398711"/>
              <a:gd name="connsiteX42242" fmla="*/ 979842 w 2119654"/>
              <a:gd name="connsiteY42242" fmla="*/ 2181338 h 2398711"/>
              <a:gd name="connsiteX42243" fmla="*/ 979881 w 2119654"/>
              <a:gd name="connsiteY42243" fmla="*/ 2181399 h 2398711"/>
              <a:gd name="connsiteX42244" fmla="*/ 980818 w 2119654"/>
              <a:gd name="connsiteY42244" fmla="*/ 2181305 h 2398711"/>
              <a:gd name="connsiteX42245" fmla="*/ 980991 w 2119654"/>
              <a:gd name="connsiteY42245" fmla="*/ 2181181 h 2398711"/>
              <a:gd name="connsiteX42246" fmla="*/ 973388 w 2119654"/>
              <a:gd name="connsiteY42246" fmla="*/ 2195384 h 2398711"/>
              <a:gd name="connsiteX42247" fmla="*/ 973565 w 2119654"/>
              <a:gd name="connsiteY42247" fmla="*/ 2195669 h 2398711"/>
              <a:gd name="connsiteX42248" fmla="*/ 977386 w 2119654"/>
              <a:gd name="connsiteY42248" fmla="*/ 2193594 h 2398711"/>
              <a:gd name="connsiteX42249" fmla="*/ 977211 w 2119654"/>
              <a:gd name="connsiteY42249" fmla="*/ 2193138 h 2398711"/>
              <a:gd name="connsiteX42250" fmla="*/ 1614703 w 2119654"/>
              <a:gd name="connsiteY42250" fmla="*/ 759071 h 2398711"/>
              <a:gd name="connsiteX42251" fmla="*/ 1614693 w 2119654"/>
              <a:gd name="connsiteY42251" fmla="*/ 759127 h 2398711"/>
              <a:gd name="connsiteX42252" fmla="*/ 1615656 w 2119654"/>
              <a:gd name="connsiteY42252" fmla="*/ 763482 h 2398711"/>
              <a:gd name="connsiteX42253" fmla="*/ 1615729 w 2119654"/>
              <a:gd name="connsiteY42253" fmla="*/ 762165 h 2398711"/>
              <a:gd name="connsiteX42254" fmla="*/ 948814 w 2119654"/>
              <a:gd name="connsiteY42254" fmla="*/ 2250065 h 2398711"/>
              <a:gd name="connsiteX42255" fmla="*/ 950349 w 2119654"/>
              <a:gd name="connsiteY42255" fmla="*/ 2253011 h 2398711"/>
              <a:gd name="connsiteX42256" fmla="*/ 959618 w 2119654"/>
              <a:gd name="connsiteY42256" fmla="*/ 2246555 h 2398711"/>
              <a:gd name="connsiteX42257" fmla="*/ 960610 w 2119654"/>
              <a:gd name="connsiteY42257" fmla="*/ 2245393 h 2398711"/>
              <a:gd name="connsiteX42258" fmla="*/ 958169 w 2119654"/>
              <a:gd name="connsiteY42258" fmla="*/ 2245168 h 2398711"/>
              <a:gd name="connsiteX42259" fmla="*/ 949480 w 2119654"/>
              <a:gd name="connsiteY42259" fmla="*/ 2249487 h 2398711"/>
              <a:gd name="connsiteX42260" fmla="*/ 948712 w 2119654"/>
              <a:gd name="connsiteY42260" fmla="*/ 2249869 h 2398711"/>
              <a:gd name="connsiteX42261" fmla="*/ 948731 w 2119654"/>
              <a:gd name="connsiteY42261" fmla="*/ 2249905 h 2398711"/>
              <a:gd name="connsiteX42262" fmla="*/ 948855 w 2119654"/>
              <a:gd name="connsiteY42262" fmla="*/ 2249797 h 2398711"/>
              <a:gd name="connsiteX42263" fmla="*/ 956299 w 2119654"/>
              <a:gd name="connsiteY42263" fmla="*/ 2232571 h 2398711"/>
              <a:gd name="connsiteX42264" fmla="*/ 956714 w 2119654"/>
              <a:gd name="connsiteY42264" fmla="*/ 2233150 h 2398711"/>
              <a:gd name="connsiteX42265" fmla="*/ 959963 w 2119654"/>
              <a:gd name="connsiteY42265" fmla="*/ 2231863 h 2398711"/>
              <a:gd name="connsiteX42266" fmla="*/ 958507 w 2119654"/>
              <a:gd name="connsiteY42266" fmla="*/ 2230498 h 2398711"/>
              <a:gd name="connsiteX42267" fmla="*/ 972504 w 2119654"/>
              <a:gd name="connsiteY42267" fmla="*/ 2195903 h 2398711"/>
              <a:gd name="connsiteX42268" fmla="*/ 972602 w 2119654"/>
              <a:gd name="connsiteY42268" fmla="*/ 2196009 h 2398711"/>
              <a:gd name="connsiteX42269" fmla="*/ 972779 w 2119654"/>
              <a:gd name="connsiteY42269" fmla="*/ 2196096 h 2398711"/>
              <a:gd name="connsiteX42270" fmla="*/ 973273 w 2119654"/>
              <a:gd name="connsiteY42270" fmla="*/ 2195827 h 2398711"/>
              <a:gd name="connsiteX42271" fmla="*/ 973103 w 2119654"/>
              <a:gd name="connsiteY42271" fmla="*/ 2195551 h 2398711"/>
              <a:gd name="connsiteX42272" fmla="*/ 981072 w 2119654"/>
              <a:gd name="connsiteY42272" fmla="*/ 2176454 h 2398711"/>
              <a:gd name="connsiteX42273" fmla="*/ 981494 w 2119654"/>
              <a:gd name="connsiteY42273" fmla="*/ 2176936 h 2398711"/>
              <a:gd name="connsiteX42274" fmla="*/ 982314 w 2119654"/>
              <a:gd name="connsiteY42274" fmla="*/ 2176697 h 2398711"/>
              <a:gd name="connsiteX42275" fmla="*/ 983381 w 2119654"/>
              <a:gd name="connsiteY42275" fmla="*/ 2175643 h 2398711"/>
              <a:gd name="connsiteX42276" fmla="*/ 983365 w 2119654"/>
              <a:gd name="connsiteY42276" fmla="*/ 2175626 h 2398711"/>
              <a:gd name="connsiteX42277" fmla="*/ 982027 w 2119654"/>
              <a:gd name="connsiteY42277" fmla="*/ 2175970 h 2398711"/>
              <a:gd name="connsiteX42278" fmla="*/ 944837 w 2119654"/>
              <a:gd name="connsiteY42278" fmla="*/ 2257418 h 2398711"/>
              <a:gd name="connsiteX42279" fmla="*/ 950406 w 2119654"/>
              <a:gd name="connsiteY42279" fmla="*/ 2257350 h 2398711"/>
              <a:gd name="connsiteX42280" fmla="*/ 951649 w 2119654"/>
              <a:gd name="connsiteY42280" fmla="*/ 2255894 h 2398711"/>
              <a:gd name="connsiteX42281" fmla="*/ 950418 w 2119654"/>
              <a:gd name="connsiteY42281" fmla="*/ 2253531 h 2398711"/>
              <a:gd name="connsiteX42282" fmla="*/ 978734 w 2119654"/>
              <a:gd name="connsiteY42282" fmla="*/ 2181513 h 2398711"/>
              <a:gd name="connsiteX42283" fmla="*/ 979482 w 2119654"/>
              <a:gd name="connsiteY42283" fmla="*/ 2181439 h 2398711"/>
              <a:gd name="connsiteX42284" fmla="*/ 979452 w 2119654"/>
              <a:gd name="connsiteY42284" fmla="*/ 2181391 h 2398711"/>
              <a:gd name="connsiteX42285" fmla="*/ 978762 w 2119654"/>
              <a:gd name="connsiteY42285" fmla="*/ 2181485 h 2398711"/>
              <a:gd name="connsiteX42286" fmla="*/ 960049 w 2119654"/>
              <a:gd name="connsiteY42286" fmla="*/ 2223069 h 2398711"/>
              <a:gd name="connsiteX42287" fmla="*/ 961009 w 2119654"/>
              <a:gd name="connsiteY42287" fmla="*/ 2224273 h 2398711"/>
              <a:gd name="connsiteX42288" fmla="*/ 961082 w 2119654"/>
              <a:gd name="connsiteY42288" fmla="*/ 2224228 h 2398711"/>
              <a:gd name="connsiteX42289" fmla="*/ 962241 w 2119654"/>
              <a:gd name="connsiteY42289" fmla="*/ 2222843 h 2398711"/>
              <a:gd name="connsiteX42290" fmla="*/ 961363 w 2119654"/>
              <a:gd name="connsiteY42290" fmla="*/ 2222724 h 2398711"/>
              <a:gd name="connsiteX42291" fmla="*/ 972776 w 2119654"/>
              <a:gd name="connsiteY42291" fmla="*/ 2194390 h 2398711"/>
              <a:gd name="connsiteX42292" fmla="*/ 973302 w 2119654"/>
              <a:gd name="connsiteY42292" fmla="*/ 2195243 h 2398711"/>
              <a:gd name="connsiteX42293" fmla="*/ 977152 w 2119654"/>
              <a:gd name="connsiteY42293" fmla="*/ 2192983 h 2398711"/>
              <a:gd name="connsiteX42294" fmla="*/ 976709 w 2119654"/>
              <a:gd name="connsiteY42294" fmla="*/ 2191830 h 2398711"/>
              <a:gd name="connsiteX42295" fmla="*/ 963544 w 2119654"/>
              <a:gd name="connsiteY42295" fmla="*/ 2214650 h 2398711"/>
              <a:gd name="connsiteX42296" fmla="*/ 965670 w 2119654"/>
              <a:gd name="connsiteY42296" fmla="*/ 2218325 h 2398711"/>
              <a:gd name="connsiteX42297" fmla="*/ 968536 w 2119654"/>
              <a:gd name="connsiteY42297" fmla="*/ 2214516 h 2398711"/>
              <a:gd name="connsiteX42298" fmla="*/ 954926 w 2119654"/>
              <a:gd name="connsiteY42298" fmla="*/ 2233859 h 2398711"/>
              <a:gd name="connsiteX42299" fmla="*/ 955977 w 2119654"/>
              <a:gd name="connsiteY42299" fmla="*/ 2233442 h 2398711"/>
              <a:gd name="connsiteX42300" fmla="*/ 955733 w 2119654"/>
              <a:gd name="connsiteY42300" fmla="*/ 2233101 h 2398711"/>
              <a:gd name="connsiteX42301" fmla="*/ 1613883 w 2119654"/>
              <a:gd name="connsiteY42301" fmla="*/ 758300 h 2398711"/>
              <a:gd name="connsiteX42302" fmla="*/ 1613800 w 2119654"/>
              <a:gd name="connsiteY42302" fmla="*/ 758591 h 2398711"/>
              <a:gd name="connsiteX42303" fmla="*/ 1614056 w 2119654"/>
              <a:gd name="connsiteY42303" fmla="*/ 759841 h 2398711"/>
              <a:gd name="connsiteX42304" fmla="*/ 1614135 w 2119654"/>
              <a:gd name="connsiteY42304" fmla="*/ 759438 h 2398711"/>
              <a:gd name="connsiteX42305" fmla="*/ 971734 w 2119654"/>
              <a:gd name="connsiteY42305" fmla="*/ 2195068 h 2398711"/>
              <a:gd name="connsiteX42306" fmla="*/ 972390 w 2119654"/>
              <a:gd name="connsiteY42306" fmla="*/ 2195779 h 2398711"/>
              <a:gd name="connsiteX42307" fmla="*/ 973017 w 2119654"/>
              <a:gd name="connsiteY42307" fmla="*/ 2195411 h 2398711"/>
              <a:gd name="connsiteX42308" fmla="*/ 972498 w 2119654"/>
              <a:gd name="connsiteY42308" fmla="*/ 2194570 h 2398711"/>
              <a:gd name="connsiteX42309" fmla="*/ 936591 w 2119654"/>
              <a:gd name="connsiteY42309" fmla="*/ 2273559 h 2398711"/>
              <a:gd name="connsiteX42310" fmla="*/ 941070 w 2119654"/>
              <a:gd name="connsiteY42310" fmla="*/ 2279205 h 2398711"/>
              <a:gd name="connsiteX42311" fmla="*/ 947774 w 2119654"/>
              <a:gd name="connsiteY42311" fmla="*/ 2276496 h 2398711"/>
              <a:gd name="connsiteX42312" fmla="*/ 956606 w 2119654"/>
              <a:gd name="connsiteY42312" fmla="*/ 2271388 h 2398711"/>
              <a:gd name="connsiteX42313" fmla="*/ 955044 w 2119654"/>
              <a:gd name="connsiteY42313" fmla="*/ 2272134 h 2398711"/>
              <a:gd name="connsiteX42314" fmla="*/ 954767 w 2119654"/>
              <a:gd name="connsiteY42314" fmla="*/ 2272044 h 2398711"/>
              <a:gd name="connsiteX42315" fmla="*/ 958822 w 2119654"/>
              <a:gd name="connsiteY42315" fmla="*/ 2270107 h 2398711"/>
              <a:gd name="connsiteX42316" fmla="*/ 973783 w 2119654"/>
              <a:gd name="connsiteY42316" fmla="*/ 2261454 h 2398711"/>
              <a:gd name="connsiteX42317" fmla="*/ 975621 w 2119654"/>
              <a:gd name="connsiteY42317" fmla="*/ 2259950 h 2398711"/>
              <a:gd name="connsiteX42318" fmla="*/ 974399 w 2119654"/>
              <a:gd name="connsiteY42318" fmla="*/ 2258375 h 2398711"/>
              <a:gd name="connsiteX42319" fmla="*/ 950178 w 2119654"/>
              <a:gd name="connsiteY42319" fmla="*/ 2258673 h 2398711"/>
              <a:gd name="connsiteX42320" fmla="*/ 949022 w 2119654"/>
              <a:gd name="connsiteY42320" fmla="*/ 2259393 h 2398711"/>
              <a:gd name="connsiteX42321" fmla="*/ 1615444 w 2119654"/>
              <a:gd name="connsiteY42321" fmla="*/ 752820 h 2398711"/>
              <a:gd name="connsiteX42322" fmla="*/ 1614310 w 2119654"/>
              <a:gd name="connsiteY42322" fmla="*/ 756801 h 2398711"/>
              <a:gd name="connsiteX42323" fmla="*/ 1614531 w 2119654"/>
              <a:gd name="connsiteY42323" fmla="*/ 757438 h 2398711"/>
              <a:gd name="connsiteX42324" fmla="*/ 970247 w 2119654"/>
              <a:gd name="connsiteY42324" fmla="*/ 2197228 h 2398711"/>
              <a:gd name="connsiteX42325" fmla="*/ 970551 w 2119654"/>
              <a:gd name="connsiteY42325" fmla="*/ 2197306 h 2398711"/>
              <a:gd name="connsiteX42326" fmla="*/ 971961 w 2119654"/>
              <a:gd name="connsiteY42326" fmla="*/ 2196540 h 2398711"/>
              <a:gd name="connsiteX42327" fmla="*/ 971704 w 2119654"/>
              <a:gd name="connsiteY42327" fmla="*/ 2196373 h 2398711"/>
              <a:gd name="connsiteX42328" fmla="*/ 975161 w 2119654"/>
              <a:gd name="connsiteY42328" fmla="*/ 2185717 h 2398711"/>
              <a:gd name="connsiteX42329" fmla="*/ 976331 w 2119654"/>
              <a:gd name="connsiteY42329" fmla="*/ 2189186 h 2398711"/>
              <a:gd name="connsiteX42330" fmla="*/ 977847 w 2119654"/>
              <a:gd name="connsiteY42330" fmla="*/ 2190112 h 2398711"/>
              <a:gd name="connsiteX42331" fmla="*/ 982886 w 2119654"/>
              <a:gd name="connsiteY42331" fmla="*/ 2186834 h 2398711"/>
              <a:gd name="connsiteX42332" fmla="*/ 981487 w 2119654"/>
              <a:gd name="connsiteY42332" fmla="*/ 2184615 h 2398711"/>
              <a:gd name="connsiteX42333" fmla="*/ 981250 w 2119654"/>
              <a:gd name="connsiteY42333" fmla="*/ 2184618 h 2398711"/>
              <a:gd name="connsiteX42334" fmla="*/ 977096 w 2119654"/>
              <a:gd name="connsiteY42334" fmla="*/ 2184372 h 2398711"/>
              <a:gd name="connsiteX42335" fmla="*/ 1616419 w 2119654"/>
              <a:gd name="connsiteY42335" fmla="*/ 749621 h 2398711"/>
              <a:gd name="connsiteX42336" fmla="*/ 1614839 w 2119654"/>
              <a:gd name="connsiteY42336" fmla="*/ 758328 h 2398711"/>
              <a:gd name="connsiteX42337" fmla="*/ 1615789 w 2119654"/>
              <a:gd name="connsiteY42337" fmla="*/ 761071 h 2398711"/>
              <a:gd name="connsiteX42338" fmla="*/ 978661 w 2119654"/>
              <a:gd name="connsiteY42338" fmla="*/ 2177678 h 2398711"/>
              <a:gd name="connsiteX42339" fmla="*/ 979191 w 2119654"/>
              <a:gd name="connsiteY42339" fmla="*/ 2177605 h 2398711"/>
              <a:gd name="connsiteX42340" fmla="*/ 980095 w 2119654"/>
              <a:gd name="connsiteY42340" fmla="*/ 2177342 h 2398711"/>
              <a:gd name="connsiteX42341" fmla="*/ 979857 w 2119654"/>
              <a:gd name="connsiteY42341" fmla="*/ 2177071 h 2398711"/>
              <a:gd name="connsiteX42342" fmla="*/ 961825 w 2119654"/>
              <a:gd name="connsiteY42342" fmla="*/ 2214697 h 2398711"/>
              <a:gd name="connsiteX42343" fmla="*/ 963710 w 2119654"/>
              <a:gd name="connsiteY42343" fmla="*/ 2217854 h 2398711"/>
              <a:gd name="connsiteX42344" fmla="*/ 965211 w 2119654"/>
              <a:gd name="connsiteY42344" fmla="*/ 2218531 h 2398711"/>
              <a:gd name="connsiteX42345" fmla="*/ 962974 w 2119654"/>
              <a:gd name="connsiteY42345" fmla="*/ 2214666 h 2398711"/>
              <a:gd name="connsiteX42346" fmla="*/ 974990 w 2119654"/>
              <a:gd name="connsiteY42346" fmla="*/ 2185214 h 2398711"/>
              <a:gd name="connsiteX42347" fmla="*/ 975061 w 2119654"/>
              <a:gd name="connsiteY42347" fmla="*/ 2185423 h 2398711"/>
              <a:gd name="connsiteX42348" fmla="*/ 976573 w 2119654"/>
              <a:gd name="connsiteY42348" fmla="*/ 2184341 h 2398711"/>
              <a:gd name="connsiteX42349" fmla="*/ 975913 w 2119654"/>
              <a:gd name="connsiteY42349" fmla="*/ 2184302 h 2398711"/>
              <a:gd name="connsiteX42350" fmla="*/ 954540 w 2119654"/>
              <a:gd name="connsiteY42350" fmla="*/ 2230106 h 2398711"/>
              <a:gd name="connsiteX42351" fmla="*/ 955284 w 2119654"/>
              <a:gd name="connsiteY42351" fmla="*/ 2231149 h 2398711"/>
              <a:gd name="connsiteX42352" fmla="*/ 957008 w 2119654"/>
              <a:gd name="connsiteY42352" fmla="*/ 2229093 h 2398711"/>
              <a:gd name="connsiteX42353" fmla="*/ 956913 w 2119654"/>
              <a:gd name="connsiteY42353" fmla="*/ 2229004 h 2398711"/>
              <a:gd name="connsiteX42354" fmla="*/ 974038 w 2119654"/>
              <a:gd name="connsiteY42354" fmla="*/ 2186156 h 2398711"/>
              <a:gd name="connsiteX42355" fmla="*/ 974428 w 2119654"/>
              <a:gd name="connsiteY42355" fmla="*/ 2185877 h 2398711"/>
              <a:gd name="connsiteX42356" fmla="*/ 974399 w 2119654"/>
              <a:gd name="connsiteY42356" fmla="*/ 2185799 h 2398711"/>
              <a:gd name="connsiteX42357" fmla="*/ 974658 w 2119654"/>
              <a:gd name="connsiteY42357" fmla="*/ 2184228 h 2398711"/>
              <a:gd name="connsiteX42358" fmla="*/ 974667 w 2119654"/>
              <a:gd name="connsiteY42358" fmla="*/ 2184256 h 2398711"/>
              <a:gd name="connsiteX42359" fmla="*/ 974694 w 2119654"/>
              <a:gd name="connsiteY42359" fmla="*/ 2184230 h 2398711"/>
              <a:gd name="connsiteX42360" fmla="*/ 968934 w 2119654"/>
              <a:gd name="connsiteY42360" fmla="*/ 2196889 h 2398711"/>
              <a:gd name="connsiteX42361" fmla="*/ 970021 w 2119654"/>
              <a:gd name="connsiteY42361" fmla="*/ 2197170 h 2398711"/>
              <a:gd name="connsiteX42362" fmla="*/ 971549 w 2119654"/>
              <a:gd name="connsiteY42362" fmla="*/ 2196272 h 2398711"/>
              <a:gd name="connsiteX42363" fmla="*/ 971313 w 2119654"/>
              <a:gd name="connsiteY42363" fmla="*/ 2196119 h 2398711"/>
              <a:gd name="connsiteX42364" fmla="*/ 970600 w 2119654"/>
              <a:gd name="connsiteY42364" fmla="*/ 2195805 h 2398711"/>
              <a:gd name="connsiteX42365" fmla="*/ 973051 w 2119654"/>
              <a:gd name="connsiteY42365" fmla="*/ 2187184 h 2398711"/>
              <a:gd name="connsiteX42366" fmla="*/ 975503 w 2119654"/>
              <a:gd name="connsiteY42366" fmla="*/ 2188680 h 2398711"/>
              <a:gd name="connsiteX42367" fmla="*/ 974534 w 2119654"/>
              <a:gd name="connsiteY42367" fmla="*/ 2186153 h 2398711"/>
              <a:gd name="connsiteX42368" fmla="*/ 948347 w 2119654"/>
              <a:gd name="connsiteY42368" fmla="*/ 2242038 h 2398711"/>
              <a:gd name="connsiteX42369" fmla="*/ 952548 w 2119654"/>
              <a:gd name="connsiteY42369" fmla="*/ 2242425 h 2398711"/>
              <a:gd name="connsiteX42370" fmla="*/ 954726 w 2119654"/>
              <a:gd name="connsiteY42370" fmla="*/ 2241541 h 2398711"/>
              <a:gd name="connsiteX42371" fmla="*/ 958597 w 2119654"/>
              <a:gd name="connsiteY42371" fmla="*/ 2239909 h 2398711"/>
              <a:gd name="connsiteX42372" fmla="*/ 955523 w 2119654"/>
              <a:gd name="connsiteY42372" fmla="*/ 2237975 h 2398711"/>
              <a:gd name="connsiteX42373" fmla="*/ 977232 w 2119654"/>
              <a:gd name="connsiteY42373" fmla="*/ 2177201 h 2398711"/>
              <a:gd name="connsiteX42374" fmla="*/ 977342 w 2119654"/>
              <a:gd name="connsiteY42374" fmla="*/ 2177376 h 2398711"/>
              <a:gd name="connsiteX42375" fmla="*/ 978154 w 2119654"/>
              <a:gd name="connsiteY42375" fmla="*/ 2176964 h 2398711"/>
              <a:gd name="connsiteX42376" fmla="*/ 1592311 w 2119654"/>
              <a:gd name="connsiteY42376" fmla="*/ 799675 h 2398711"/>
              <a:gd name="connsiteX42377" fmla="*/ 1591994 w 2119654"/>
              <a:gd name="connsiteY42377" fmla="*/ 800744 h 2398711"/>
              <a:gd name="connsiteX42378" fmla="*/ 1592710 w 2119654"/>
              <a:gd name="connsiteY42378" fmla="*/ 802423 h 2398711"/>
              <a:gd name="connsiteX42379" fmla="*/ 963619 w 2119654"/>
              <a:gd name="connsiteY42379" fmla="*/ 2207263 h 2398711"/>
              <a:gd name="connsiteX42380" fmla="*/ 963632 w 2119654"/>
              <a:gd name="connsiteY42380" fmla="*/ 2207272 h 2398711"/>
              <a:gd name="connsiteX42381" fmla="*/ 963684 w 2119654"/>
              <a:gd name="connsiteY42381" fmla="*/ 2207258 h 2398711"/>
              <a:gd name="connsiteX42382" fmla="*/ 948226 w 2119654"/>
              <a:gd name="connsiteY42382" fmla="*/ 2241647 h 2398711"/>
              <a:gd name="connsiteX42383" fmla="*/ 954564 w 2119654"/>
              <a:gd name="connsiteY42383" fmla="*/ 2238059 h 2398711"/>
              <a:gd name="connsiteX42384" fmla="*/ 949242 w 2119654"/>
              <a:gd name="connsiteY42384" fmla="*/ 2240337 h 2398711"/>
              <a:gd name="connsiteX42385" fmla="*/ 976709 w 2119654"/>
              <a:gd name="connsiteY42385" fmla="*/ 2177697 h 2398711"/>
              <a:gd name="connsiteX42386" fmla="*/ 977020 w 2119654"/>
              <a:gd name="connsiteY42386" fmla="*/ 2177539 h 2398711"/>
              <a:gd name="connsiteX42387" fmla="*/ 976962 w 2119654"/>
              <a:gd name="connsiteY42387" fmla="*/ 2177445 h 2398711"/>
              <a:gd name="connsiteX42388" fmla="*/ 1612683 w 2119654"/>
              <a:gd name="connsiteY42388" fmla="*/ 753125 h 2398711"/>
              <a:gd name="connsiteX42389" fmla="*/ 1613418 w 2119654"/>
              <a:gd name="connsiteY42389" fmla="*/ 756715 h 2398711"/>
              <a:gd name="connsiteX42390" fmla="*/ 1613485 w 2119654"/>
              <a:gd name="connsiteY42390" fmla="*/ 756501 h 2398711"/>
              <a:gd name="connsiteX42391" fmla="*/ 1612839 w 2119654"/>
              <a:gd name="connsiteY42391" fmla="*/ 753571 h 2398711"/>
              <a:gd name="connsiteX42392" fmla="*/ 946252 w 2119654"/>
              <a:gd name="connsiteY42392" fmla="*/ 2245147 h 2398711"/>
              <a:gd name="connsiteX42393" fmla="*/ 948483 w 2119654"/>
              <a:gd name="connsiteY42393" fmla="*/ 2249430 h 2398711"/>
              <a:gd name="connsiteX42394" fmla="*/ 950349 w 2119654"/>
              <a:gd name="connsiteY42394" fmla="*/ 2248502 h 2398711"/>
              <a:gd name="connsiteX42395" fmla="*/ 951286 w 2119654"/>
              <a:gd name="connsiteY42395" fmla="*/ 2247690 h 2398711"/>
              <a:gd name="connsiteX42396" fmla="*/ 954497 w 2119654"/>
              <a:gd name="connsiteY42396" fmla="*/ 2244829 h 2398711"/>
              <a:gd name="connsiteX42397" fmla="*/ 948416 w 2119654"/>
              <a:gd name="connsiteY42397" fmla="*/ 2244268 h 2398711"/>
              <a:gd name="connsiteX42398" fmla="*/ 954490 w 2119654"/>
              <a:gd name="connsiteY42398" fmla="*/ 2226166 h 2398711"/>
              <a:gd name="connsiteX42399" fmla="*/ 955869 w 2119654"/>
              <a:gd name="connsiteY42399" fmla="*/ 2227458 h 2398711"/>
              <a:gd name="connsiteX42400" fmla="*/ 958246 w 2119654"/>
              <a:gd name="connsiteY42400" fmla="*/ 2225986 h 2398711"/>
              <a:gd name="connsiteX42401" fmla="*/ 940266 w 2119654"/>
              <a:gd name="connsiteY42401" fmla="*/ 2257474 h 2398711"/>
              <a:gd name="connsiteX42402" fmla="*/ 944007 w 2119654"/>
              <a:gd name="connsiteY42402" fmla="*/ 2257428 h 2398711"/>
              <a:gd name="connsiteX42403" fmla="*/ 950200 w 2119654"/>
              <a:gd name="connsiteY42403" fmla="*/ 2253115 h 2398711"/>
              <a:gd name="connsiteX42404" fmla="*/ 948674 w 2119654"/>
              <a:gd name="connsiteY42404" fmla="*/ 2250185 h 2398711"/>
              <a:gd name="connsiteX42405" fmla="*/ 945956 w 2119654"/>
              <a:gd name="connsiteY42405" fmla="*/ 2244578 h 2398711"/>
              <a:gd name="connsiteX42406" fmla="*/ 946181 w 2119654"/>
              <a:gd name="connsiteY42406" fmla="*/ 2245010 h 2398711"/>
              <a:gd name="connsiteX42407" fmla="*/ 948083 w 2119654"/>
              <a:gd name="connsiteY42407" fmla="*/ 2244238 h 2398711"/>
              <a:gd name="connsiteX42408" fmla="*/ 946343 w 2119654"/>
              <a:gd name="connsiteY42408" fmla="*/ 2244077 h 2398711"/>
              <a:gd name="connsiteX42409" fmla="*/ 970100 w 2119654"/>
              <a:gd name="connsiteY42409" fmla="*/ 2190049 h 2398711"/>
              <a:gd name="connsiteX42410" fmla="*/ 972345 w 2119654"/>
              <a:gd name="connsiteY42410" fmla="*/ 2193691 h 2398711"/>
              <a:gd name="connsiteX42411" fmla="*/ 976410 w 2119654"/>
              <a:gd name="connsiteY42411" fmla="*/ 2191047 h 2398711"/>
              <a:gd name="connsiteX42412" fmla="*/ 975680 w 2119654"/>
              <a:gd name="connsiteY42412" fmla="*/ 2189142 h 2398711"/>
              <a:gd name="connsiteX42413" fmla="*/ 972797 w 2119654"/>
              <a:gd name="connsiteY42413" fmla="*/ 2187382 h 2398711"/>
              <a:gd name="connsiteX42414" fmla="*/ 945364 w 2119654"/>
              <a:gd name="connsiteY42414" fmla="*/ 2245341 h 2398711"/>
              <a:gd name="connsiteX42415" fmla="*/ 946014 w 2119654"/>
              <a:gd name="connsiteY42415" fmla="*/ 2245078 h 2398711"/>
              <a:gd name="connsiteX42416" fmla="*/ 945834 w 2119654"/>
              <a:gd name="connsiteY42416" fmla="*/ 2244734 h 2398711"/>
              <a:gd name="connsiteX42417" fmla="*/ 953987 w 2119654"/>
              <a:gd name="connsiteY42417" fmla="*/ 2225694 h 2398711"/>
              <a:gd name="connsiteX42418" fmla="*/ 954175 w 2119654"/>
              <a:gd name="connsiteY42418" fmla="*/ 2225871 h 2398711"/>
              <a:gd name="connsiteX42419" fmla="*/ 958786 w 2119654"/>
              <a:gd name="connsiteY42419" fmla="*/ 2225650 h 2398711"/>
              <a:gd name="connsiteX42420" fmla="*/ 960859 w 2119654"/>
              <a:gd name="connsiteY42420" fmla="*/ 2224366 h 2398711"/>
              <a:gd name="connsiteX42421" fmla="*/ 959864 w 2119654"/>
              <a:gd name="connsiteY42421" fmla="*/ 2223118 h 2398711"/>
              <a:gd name="connsiteX42422" fmla="*/ 958921 w 2119654"/>
              <a:gd name="connsiteY42422" fmla="*/ 2223367 h 2398711"/>
              <a:gd name="connsiteX42423" fmla="*/ 945662 w 2119654"/>
              <a:gd name="connsiteY42423" fmla="*/ 2244015 h 2398711"/>
              <a:gd name="connsiteX42424" fmla="*/ 945860 w 2119654"/>
              <a:gd name="connsiteY42424" fmla="*/ 2244393 h 2398711"/>
              <a:gd name="connsiteX42425" fmla="*/ 946121 w 2119654"/>
              <a:gd name="connsiteY42425" fmla="*/ 2244057 h 2398711"/>
              <a:gd name="connsiteX42426" fmla="*/ 953546 w 2119654"/>
              <a:gd name="connsiteY42426" fmla="*/ 2225901 h 2398711"/>
              <a:gd name="connsiteX42427" fmla="*/ 953599 w 2119654"/>
              <a:gd name="connsiteY42427" fmla="*/ 2225899 h 2398711"/>
              <a:gd name="connsiteX42428" fmla="*/ 953584 w 2119654"/>
              <a:gd name="connsiteY42428" fmla="*/ 2225884 h 2398711"/>
              <a:gd name="connsiteX42429" fmla="*/ 946402 w 2119654"/>
              <a:gd name="connsiteY42429" fmla="*/ 2241858 h 2398711"/>
              <a:gd name="connsiteX42430" fmla="*/ 947650 w 2119654"/>
              <a:gd name="connsiteY42430" fmla="*/ 2241973 h 2398711"/>
              <a:gd name="connsiteX42431" fmla="*/ 947802 w 2119654"/>
              <a:gd name="connsiteY42431" fmla="*/ 2241888 h 2398711"/>
              <a:gd name="connsiteX42432" fmla="*/ 948885 w 2119654"/>
              <a:gd name="connsiteY42432" fmla="*/ 2240489 h 2398711"/>
              <a:gd name="connsiteX42433" fmla="*/ 947002 w 2119654"/>
              <a:gd name="connsiteY42433" fmla="*/ 2241295 h 2398711"/>
              <a:gd name="connsiteX42434" fmla="*/ 1596371 w 2119654"/>
              <a:gd name="connsiteY42434" fmla="*/ 785949 h 2398711"/>
              <a:gd name="connsiteX42435" fmla="*/ 1595742 w 2119654"/>
              <a:gd name="connsiteY42435" fmla="*/ 788076 h 2398711"/>
              <a:gd name="connsiteX42436" fmla="*/ 1596355 w 2119654"/>
              <a:gd name="connsiteY42436" fmla="*/ 789716 h 2398711"/>
              <a:gd name="connsiteX42437" fmla="*/ 968534 w 2119654"/>
              <a:gd name="connsiteY42437" fmla="*/ 2191597 h 2398711"/>
              <a:gd name="connsiteX42438" fmla="*/ 971170 w 2119654"/>
              <a:gd name="connsiteY42438" fmla="*/ 2194456 h 2398711"/>
              <a:gd name="connsiteX42439" fmla="*/ 972068 w 2119654"/>
              <a:gd name="connsiteY42439" fmla="*/ 2193872 h 2398711"/>
              <a:gd name="connsiteX42440" fmla="*/ 969858 w 2119654"/>
              <a:gd name="connsiteY42440" fmla="*/ 2190288 h 2398711"/>
              <a:gd name="connsiteX42441" fmla="*/ 1623410 w 2119654"/>
              <a:gd name="connsiteY42441" fmla="*/ 724862 h 2398711"/>
              <a:gd name="connsiteX42442" fmla="*/ 1622335 w 2119654"/>
              <a:gd name="connsiteY42442" fmla="*/ 728766 h 2398711"/>
              <a:gd name="connsiteX42443" fmla="*/ 1621995 w 2119654"/>
              <a:gd name="connsiteY42443" fmla="*/ 729831 h 2398711"/>
              <a:gd name="connsiteX42444" fmla="*/ 1611999 w 2119654"/>
              <a:gd name="connsiteY42444" fmla="*/ 749773 h 2398711"/>
              <a:gd name="connsiteX42445" fmla="*/ 1612174 w 2119654"/>
              <a:gd name="connsiteY42445" fmla="*/ 750632 h 2398711"/>
              <a:gd name="connsiteX42446" fmla="*/ 1612214 w 2119654"/>
              <a:gd name="connsiteY42446" fmla="*/ 750748 h 2398711"/>
              <a:gd name="connsiteX42447" fmla="*/ 953129 w 2119654"/>
              <a:gd name="connsiteY42447" fmla="*/ 2224890 h 2398711"/>
              <a:gd name="connsiteX42448" fmla="*/ 953180 w 2119654"/>
              <a:gd name="connsiteY42448" fmla="*/ 2224938 h 2398711"/>
              <a:gd name="connsiteX42449" fmla="*/ 953472 w 2119654"/>
              <a:gd name="connsiteY42449" fmla="*/ 2224800 h 2398711"/>
              <a:gd name="connsiteX42450" fmla="*/ 960153 w 2119654"/>
              <a:gd name="connsiteY42450" fmla="*/ 2208787 h 2398711"/>
              <a:gd name="connsiteX42451" fmla="*/ 962952 w 2119654"/>
              <a:gd name="connsiteY42451" fmla="*/ 2213626 h 2398711"/>
              <a:gd name="connsiteX42452" fmla="*/ 969335 w 2119654"/>
              <a:gd name="connsiteY42452" fmla="*/ 2213456 h 2398711"/>
              <a:gd name="connsiteX42453" fmla="*/ 974648 w 2119654"/>
              <a:gd name="connsiteY42453" fmla="*/ 2206398 h 2398711"/>
              <a:gd name="connsiteX42454" fmla="*/ 968711 w 2119654"/>
              <a:gd name="connsiteY42454" fmla="*/ 2206864 h 2398711"/>
              <a:gd name="connsiteX42455" fmla="*/ 964408 w 2119654"/>
              <a:gd name="connsiteY42455" fmla="*/ 2207831 h 2398711"/>
              <a:gd name="connsiteX42456" fmla="*/ 965554 w 2119654"/>
              <a:gd name="connsiteY42456" fmla="*/ 2208655 h 2398711"/>
              <a:gd name="connsiteX42457" fmla="*/ 965330 w 2119654"/>
              <a:gd name="connsiteY42457" fmla="*/ 2208665 h 2398711"/>
              <a:gd name="connsiteX42458" fmla="*/ 964228 w 2119654"/>
              <a:gd name="connsiteY42458" fmla="*/ 2207871 h 2398711"/>
              <a:gd name="connsiteX42459" fmla="*/ 967163 w 2119654"/>
              <a:gd name="connsiteY42459" fmla="*/ 2192952 h 2398711"/>
              <a:gd name="connsiteX42460" fmla="*/ 969643 w 2119654"/>
              <a:gd name="connsiteY42460" fmla="*/ 2194563 h 2398711"/>
              <a:gd name="connsiteX42461" fmla="*/ 970421 w 2119654"/>
              <a:gd name="connsiteY42461" fmla="*/ 2194944 h 2398711"/>
              <a:gd name="connsiteX42462" fmla="*/ 970429 w 2119654"/>
              <a:gd name="connsiteY42462" fmla="*/ 2194938 h 2398711"/>
              <a:gd name="connsiteX42463" fmla="*/ 967806 w 2119654"/>
              <a:gd name="connsiteY42463" fmla="*/ 2192316 h 2398711"/>
              <a:gd name="connsiteX42464" fmla="*/ 952044 w 2119654"/>
              <a:gd name="connsiteY42464" fmla="*/ 2226610 h 2398711"/>
              <a:gd name="connsiteX42465" fmla="*/ 953570 w 2119654"/>
              <a:gd name="connsiteY42465" fmla="*/ 2228747 h 2398711"/>
              <a:gd name="connsiteX42466" fmla="*/ 954438 w 2119654"/>
              <a:gd name="connsiteY42466" fmla="*/ 2228345 h 2398711"/>
              <a:gd name="connsiteX42467" fmla="*/ 955504 w 2119654"/>
              <a:gd name="connsiteY42467" fmla="*/ 2227684 h 2398711"/>
              <a:gd name="connsiteX42468" fmla="*/ 953914 w 2119654"/>
              <a:gd name="connsiteY42468" fmla="*/ 2226194 h 2398711"/>
              <a:gd name="connsiteX42469" fmla="*/ 952817 w 2119654"/>
              <a:gd name="connsiteY42469" fmla="*/ 2226246 h 2398711"/>
              <a:gd name="connsiteX42470" fmla="*/ 944194 w 2119654"/>
              <a:gd name="connsiteY42470" fmla="*/ 2243930 h 2398711"/>
              <a:gd name="connsiteX42471" fmla="*/ 944272 w 2119654"/>
              <a:gd name="connsiteY42471" fmla="*/ 2243886 h 2398711"/>
              <a:gd name="connsiteX42472" fmla="*/ 944244 w 2119654"/>
              <a:gd name="connsiteY42472" fmla="*/ 2243883 h 2398711"/>
              <a:gd name="connsiteX42473" fmla="*/ 967817 w 2119654"/>
              <a:gd name="connsiteY42473" fmla="*/ 2190820 h 2398711"/>
              <a:gd name="connsiteX42474" fmla="*/ 967917 w 2119654"/>
              <a:gd name="connsiteY42474" fmla="*/ 2190929 h 2398711"/>
              <a:gd name="connsiteX42475" fmla="*/ 968526 w 2119654"/>
              <a:gd name="connsiteY42475" fmla="*/ 2190327 h 2398711"/>
              <a:gd name="connsiteX42476" fmla="*/ 957002 w 2119654"/>
              <a:gd name="connsiteY42476" fmla="*/ 2214825 h 2398711"/>
              <a:gd name="connsiteX42477" fmla="*/ 963228 w 2119654"/>
              <a:gd name="connsiteY42477" fmla="*/ 2217636 h 2398711"/>
              <a:gd name="connsiteX42478" fmla="*/ 961478 w 2119654"/>
              <a:gd name="connsiteY42478" fmla="*/ 2214705 h 2398711"/>
              <a:gd name="connsiteX42479" fmla="*/ 948449 w 2119654"/>
              <a:gd name="connsiteY42479" fmla="*/ 2232934 h 2398711"/>
              <a:gd name="connsiteX42480" fmla="*/ 951491 w 2119654"/>
              <a:gd name="connsiteY42480" fmla="*/ 2234847 h 2398711"/>
              <a:gd name="connsiteX42481" fmla="*/ 954743 w 2119654"/>
              <a:gd name="connsiteY42481" fmla="*/ 2231795 h 2398711"/>
              <a:gd name="connsiteX42482" fmla="*/ 954774 w 2119654"/>
              <a:gd name="connsiteY42482" fmla="*/ 2231758 h 2398711"/>
              <a:gd name="connsiteX42483" fmla="*/ 953830 w 2119654"/>
              <a:gd name="connsiteY42483" fmla="*/ 2230435 h 2398711"/>
              <a:gd name="connsiteX42484" fmla="*/ 1599973 w 2119654"/>
              <a:gd name="connsiteY42484" fmla="*/ 773774 h 2398711"/>
              <a:gd name="connsiteX42485" fmla="*/ 1597202 w 2119654"/>
              <a:gd name="connsiteY42485" fmla="*/ 783144 h 2398711"/>
              <a:gd name="connsiteX42486" fmla="*/ 1597162 w 2119654"/>
              <a:gd name="connsiteY42486" fmla="*/ 791878 h 2398711"/>
              <a:gd name="connsiteX42487" fmla="*/ 1598887 w 2119654"/>
              <a:gd name="connsiteY42487" fmla="*/ 796497 h 2398711"/>
              <a:gd name="connsiteX42488" fmla="*/ 1601145 w 2119654"/>
              <a:gd name="connsiteY42488" fmla="*/ 790877 h 2398711"/>
              <a:gd name="connsiteX42489" fmla="*/ 1600539 w 2119654"/>
              <a:gd name="connsiteY42489" fmla="*/ 788562 h 2398711"/>
              <a:gd name="connsiteX42490" fmla="*/ 1600834 w 2119654"/>
              <a:gd name="connsiteY42490" fmla="*/ 788784 h 2398711"/>
              <a:gd name="connsiteX42491" fmla="*/ 1601289 w 2119654"/>
              <a:gd name="connsiteY42491" fmla="*/ 790521 h 2398711"/>
              <a:gd name="connsiteX42492" fmla="*/ 1603526 w 2119654"/>
              <a:gd name="connsiteY42492" fmla="*/ 784952 h 2398711"/>
              <a:gd name="connsiteX42493" fmla="*/ 1602849 w 2119654"/>
              <a:gd name="connsiteY42493" fmla="*/ 780970 h 2398711"/>
              <a:gd name="connsiteX42494" fmla="*/ 959521 w 2119654"/>
              <a:gd name="connsiteY42494" fmla="*/ 2207585 h 2398711"/>
              <a:gd name="connsiteX42495" fmla="*/ 959883 w 2119654"/>
              <a:gd name="connsiteY42495" fmla="*/ 2208274 h 2398711"/>
              <a:gd name="connsiteX42496" fmla="*/ 963459 w 2119654"/>
              <a:gd name="connsiteY42496" fmla="*/ 2207318 h 2398711"/>
              <a:gd name="connsiteX42497" fmla="*/ 963406 w 2119654"/>
              <a:gd name="connsiteY42497" fmla="*/ 2207280 h 2398711"/>
              <a:gd name="connsiteX42498" fmla="*/ 969434 w 2119654"/>
              <a:gd name="connsiteY42498" fmla="*/ 2184975 h 2398711"/>
              <a:gd name="connsiteX42499" fmla="*/ 972220 w 2119654"/>
              <a:gd name="connsiteY42499" fmla="*/ 2186676 h 2398711"/>
              <a:gd name="connsiteX42500" fmla="*/ 974044 w 2119654"/>
              <a:gd name="connsiteY42500" fmla="*/ 2184873 h 2398711"/>
              <a:gd name="connsiteX42501" fmla="*/ 973776 w 2119654"/>
              <a:gd name="connsiteY42501" fmla="*/ 2184175 h 2398711"/>
              <a:gd name="connsiteX42502" fmla="*/ 971287 w 2119654"/>
              <a:gd name="connsiteY42502" fmla="*/ 2184028 h 2398711"/>
              <a:gd name="connsiteX42503" fmla="*/ 970280 w 2119654"/>
              <a:gd name="connsiteY42503" fmla="*/ 2184128 h 2398711"/>
              <a:gd name="connsiteX42504" fmla="*/ 958517 w 2119654"/>
              <a:gd name="connsiteY42504" fmla="*/ 2209154 h 2398711"/>
              <a:gd name="connsiteX42505" fmla="*/ 961214 w 2119654"/>
              <a:gd name="connsiteY42505" fmla="*/ 2213673 h 2398711"/>
              <a:gd name="connsiteX42506" fmla="*/ 962382 w 2119654"/>
              <a:gd name="connsiteY42506" fmla="*/ 2213641 h 2398711"/>
              <a:gd name="connsiteX42507" fmla="*/ 959640 w 2119654"/>
              <a:gd name="connsiteY42507" fmla="*/ 2208902 h 2398711"/>
              <a:gd name="connsiteX42508" fmla="*/ 1620601 w 2119654"/>
              <a:gd name="connsiteY42508" fmla="*/ 726578 h 2398711"/>
              <a:gd name="connsiteX42509" fmla="*/ 1620453 w 2119654"/>
              <a:gd name="connsiteY42509" fmla="*/ 727390 h 2398711"/>
              <a:gd name="connsiteX42510" fmla="*/ 1620524 w 2119654"/>
              <a:gd name="connsiteY42510" fmla="*/ 730127 h 2398711"/>
              <a:gd name="connsiteX42511" fmla="*/ 951182 w 2119654"/>
              <a:gd name="connsiteY42511" fmla="*/ 2225403 h 2398711"/>
              <a:gd name="connsiteX42512" fmla="*/ 951438 w 2119654"/>
              <a:gd name="connsiteY42512" fmla="*/ 2225760 h 2398711"/>
              <a:gd name="connsiteX42513" fmla="*/ 952777 w 2119654"/>
              <a:gd name="connsiteY42513" fmla="*/ 2225129 h 2398711"/>
              <a:gd name="connsiteX42514" fmla="*/ 952656 w 2119654"/>
              <a:gd name="connsiteY42514" fmla="*/ 2225015 h 2398711"/>
              <a:gd name="connsiteX42515" fmla="*/ 964371 w 2119654"/>
              <a:gd name="connsiteY42515" fmla="*/ 2195712 h 2398711"/>
              <a:gd name="connsiteX42516" fmla="*/ 967858 w 2119654"/>
              <a:gd name="connsiteY42516" fmla="*/ 2196611 h 2398711"/>
              <a:gd name="connsiteX42517" fmla="*/ 969703 w 2119654"/>
              <a:gd name="connsiteY42517" fmla="*/ 2195411 h 2398711"/>
              <a:gd name="connsiteX42518" fmla="*/ 966224 w 2119654"/>
              <a:gd name="connsiteY42518" fmla="*/ 2193880 h 2398711"/>
              <a:gd name="connsiteX42519" fmla="*/ 965915 w 2119654"/>
              <a:gd name="connsiteY42519" fmla="*/ 2192141 h 2398711"/>
              <a:gd name="connsiteX42520" fmla="*/ 966383 w 2119654"/>
              <a:gd name="connsiteY42520" fmla="*/ 2192446 h 2398711"/>
              <a:gd name="connsiteX42521" fmla="*/ 967164 w 2119654"/>
              <a:gd name="connsiteY42521" fmla="*/ 2191674 h 2398711"/>
              <a:gd name="connsiteX42522" fmla="*/ 966927 w 2119654"/>
              <a:gd name="connsiteY42522" fmla="*/ 2191438 h 2398711"/>
              <a:gd name="connsiteX42523" fmla="*/ 965407 w 2119654"/>
              <a:gd name="connsiteY42523" fmla="*/ 2192495 h 2398711"/>
              <a:gd name="connsiteX42524" fmla="*/ 966027 w 2119654"/>
              <a:gd name="connsiteY42524" fmla="*/ 2192797 h 2398711"/>
              <a:gd name="connsiteX42525" fmla="*/ 966095 w 2119654"/>
              <a:gd name="connsiteY42525" fmla="*/ 2192730 h 2398711"/>
              <a:gd name="connsiteX42526" fmla="*/ 965564 w 2119654"/>
              <a:gd name="connsiteY42526" fmla="*/ 2192385 h 2398711"/>
              <a:gd name="connsiteX42527" fmla="*/ 961067 w 2119654"/>
              <a:gd name="connsiteY42527" fmla="*/ 2202008 h 2398711"/>
              <a:gd name="connsiteX42528" fmla="*/ 962434 w 2119654"/>
              <a:gd name="connsiteY42528" fmla="*/ 2201491 h 2398711"/>
              <a:gd name="connsiteX42529" fmla="*/ 962058 w 2119654"/>
              <a:gd name="connsiteY42529" fmla="*/ 2201363 h 2398711"/>
              <a:gd name="connsiteX42530" fmla="*/ 959900 w 2119654"/>
              <a:gd name="connsiteY42530" fmla="*/ 2204586 h 2398711"/>
              <a:gd name="connsiteX42531" fmla="*/ 963096 w 2119654"/>
              <a:gd name="connsiteY42531" fmla="*/ 2206887 h 2398711"/>
              <a:gd name="connsiteX42532" fmla="*/ 965897 w 2119654"/>
              <a:gd name="connsiteY42532" fmla="*/ 2206667 h 2398711"/>
              <a:gd name="connsiteX42533" fmla="*/ 973506 w 2119654"/>
              <a:gd name="connsiteY42533" fmla="*/ 2204635 h 2398711"/>
              <a:gd name="connsiteX42534" fmla="*/ 965956 w 2119654"/>
              <a:gd name="connsiteY42534" fmla="*/ 2202687 h 2398711"/>
              <a:gd name="connsiteX42535" fmla="*/ 965070 w 2119654"/>
              <a:gd name="connsiteY42535" fmla="*/ 2202387 h 2398711"/>
              <a:gd name="connsiteX42536" fmla="*/ 961380 w 2119654"/>
              <a:gd name="connsiteY42536" fmla="*/ 2203782 h 2398711"/>
              <a:gd name="connsiteX42537" fmla="*/ 1628250 w 2119654"/>
              <a:gd name="connsiteY42537" fmla="*/ 707876 h 2398711"/>
              <a:gd name="connsiteX42538" fmla="*/ 1627350 w 2119654"/>
              <a:gd name="connsiteY42538" fmla="*/ 711034 h 2398711"/>
              <a:gd name="connsiteX42539" fmla="*/ 1630362 w 2119654"/>
              <a:gd name="connsiteY42539" fmla="*/ 720182 h 2398711"/>
              <a:gd name="connsiteX42540" fmla="*/ 967911 w 2119654"/>
              <a:gd name="connsiteY42540" fmla="*/ 2186498 h 2398711"/>
              <a:gd name="connsiteX42541" fmla="*/ 969611 w 2119654"/>
              <a:gd name="connsiteY42541" fmla="*/ 2189256 h 2398711"/>
              <a:gd name="connsiteX42542" fmla="*/ 971999 w 2119654"/>
              <a:gd name="connsiteY42542" fmla="*/ 2186894 h 2398711"/>
              <a:gd name="connsiteX42543" fmla="*/ 969214 w 2119654"/>
              <a:gd name="connsiteY42543" fmla="*/ 2185195 h 2398711"/>
              <a:gd name="connsiteX42544" fmla="*/ 940651 w 2119654"/>
              <a:gd name="connsiteY42544" fmla="*/ 2247255 h 2398711"/>
              <a:gd name="connsiteX42545" fmla="*/ 945016 w 2119654"/>
              <a:gd name="connsiteY42545" fmla="*/ 2245482 h 2398711"/>
              <a:gd name="connsiteX42546" fmla="*/ 945739 w 2119654"/>
              <a:gd name="connsiteY42546" fmla="*/ 2244551 h 2398711"/>
              <a:gd name="connsiteX42547" fmla="*/ 945450 w 2119654"/>
              <a:gd name="connsiteY42547" fmla="*/ 2243994 h 2398711"/>
              <a:gd name="connsiteX42548" fmla="*/ 944968 w 2119654"/>
              <a:gd name="connsiteY42548" fmla="*/ 2243951 h 2398711"/>
              <a:gd name="connsiteX42549" fmla="*/ 942962 w 2119654"/>
              <a:gd name="connsiteY42549" fmla="*/ 2245086 h 2398711"/>
              <a:gd name="connsiteX42550" fmla="*/ 1604900 w 2119654"/>
              <a:gd name="connsiteY42550" fmla="*/ 758565 h 2398711"/>
              <a:gd name="connsiteX42551" fmla="*/ 1605638 w 2119654"/>
              <a:gd name="connsiteY42551" fmla="*/ 764110 h 2398711"/>
              <a:gd name="connsiteX42552" fmla="*/ 1605296 w 2119654"/>
              <a:gd name="connsiteY42552" fmla="*/ 759770 h 2398711"/>
              <a:gd name="connsiteX42553" fmla="*/ 957666 w 2119654"/>
              <a:gd name="connsiteY42553" fmla="*/ 2207730 h 2398711"/>
              <a:gd name="connsiteX42554" fmla="*/ 958249 w 2119654"/>
              <a:gd name="connsiteY42554" fmla="*/ 2208708 h 2398711"/>
              <a:gd name="connsiteX42555" fmla="*/ 958321 w 2119654"/>
              <a:gd name="connsiteY42555" fmla="*/ 2208691 h 2398711"/>
              <a:gd name="connsiteX42556" fmla="*/ 959358 w 2119654"/>
              <a:gd name="connsiteY42556" fmla="*/ 2208414 h 2398711"/>
              <a:gd name="connsiteX42557" fmla="*/ 958906 w 2119654"/>
              <a:gd name="connsiteY42557" fmla="*/ 2207633 h 2398711"/>
              <a:gd name="connsiteX42558" fmla="*/ 931256 w 2119654"/>
              <a:gd name="connsiteY42558" fmla="*/ 2266836 h 2398711"/>
              <a:gd name="connsiteX42559" fmla="*/ 936439 w 2119654"/>
              <a:gd name="connsiteY42559" fmla="*/ 2273367 h 2398711"/>
              <a:gd name="connsiteX42560" fmla="*/ 947304 w 2119654"/>
              <a:gd name="connsiteY42560" fmla="*/ 2260986 h 2398711"/>
              <a:gd name="connsiteX42561" fmla="*/ 948256 w 2119654"/>
              <a:gd name="connsiteY42561" fmla="*/ 2259870 h 2398711"/>
              <a:gd name="connsiteX42562" fmla="*/ 944970 w 2119654"/>
              <a:gd name="connsiteY42562" fmla="*/ 2261915 h 2398711"/>
              <a:gd name="connsiteX42563" fmla="*/ 944761 w 2119654"/>
              <a:gd name="connsiteY42563" fmla="*/ 2261893 h 2398711"/>
              <a:gd name="connsiteX42564" fmla="*/ 948535 w 2119654"/>
              <a:gd name="connsiteY42564" fmla="*/ 2259542 h 2398711"/>
              <a:gd name="connsiteX42565" fmla="*/ 949268 w 2119654"/>
              <a:gd name="connsiteY42565" fmla="*/ 2258684 h 2398711"/>
              <a:gd name="connsiteX42566" fmla="*/ 942907 w 2119654"/>
              <a:gd name="connsiteY42566" fmla="*/ 2258762 h 2398711"/>
              <a:gd name="connsiteX42567" fmla="*/ 933301 w 2119654"/>
              <a:gd name="connsiteY42567" fmla="*/ 2265453 h 2398711"/>
              <a:gd name="connsiteX42568" fmla="*/ 958379 w 2119654"/>
              <a:gd name="connsiteY42568" fmla="*/ 2205412 h 2398711"/>
              <a:gd name="connsiteX42569" fmla="*/ 959310 w 2119654"/>
              <a:gd name="connsiteY42569" fmla="*/ 2207184 h 2398711"/>
              <a:gd name="connsiteX42570" fmla="*/ 962883 w 2119654"/>
              <a:gd name="connsiteY42570" fmla="*/ 2206903 h 2398711"/>
              <a:gd name="connsiteX42571" fmla="*/ 959765 w 2119654"/>
              <a:gd name="connsiteY42571" fmla="*/ 2204659 h 2398711"/>
              <a:gd name="connsiteX42572" fmla="*/ 1582233 w 2119654"/>
              <a:gd name="connsiteY42572" fmla="*/ 808319 h 2398711"/>
              <a:gd name="connsiteX42573" fmla="*/ 1581982 w 2119654"/>
              <a:gd name="connsiteY42573" fmla="*/ 811670 h 2398711"/>
              <a:gd name="connsiteX42574" fmla="*/ 1582075 w 2119654"/>
              <a:gd name="connsiteY42574" fmla="*/ 811943 h 2398711"/>
              <a:gd name="connsiteX42575" fmla="*/ 1582463 w 2119654"/>
              <a:gd name="connsiteY42575" fmla="*/ 809199 h 2398711"/>
              <a:gd name="connsiteX42576" fmla="*/ 1604528 w 2119654"/>
              <a:gd name="connsiteY42576" fmla="*/ 758376 h 2398711"/>
              <a:gd name="connsiteX42577" fmla="*/ 1601781 w 2119654"/>
              <a:gd name="connsiteY42577" fmla="*/ 767665 h 2398711"/>
              <a:gd name="connsiteX42578" fmla="*/ 1603736 w 2119654"/>
              <a:gd name="connsiteY42578" fmla="*/ 775614 h 2398711"/>
              <a:gd name="connsiteX42579" fmla="*/ 1605443 w 2119654"/>
              <a:gd name="connsiteY42579" fmla="*/ 780183 h 2398711"/>
              <a:gd name="connsiteX42580" fmla="*/ 1606662 w 2119654"/>
              <a:gd name="connsiteY42580" fmla="*/ 777147 h 2398711"/>
              <a:gd name="connsiteX42581" fmla="*/ 1606138 w 2119654"/>
              <a:gd name="connsiteY42581" fmla="*/ 770473 h 2398711"/>
              <a:gd name="connsiteX42582" fmla="*/ 965790 w 2119654"/>
              <a:gd name="connsiteY42582" fmla="*/ 2188620 h 2398711"/>
              <a:gd name="connsiteX42583" fmla="*/ 967699 w 2119654"/>
              <a:gd name="connsiteY42583" fmla="*/ 2190691 h 2398711"/>
              <a:gd name="connsiteX42584" fmla="*/ 969362 w 2119654"/>
              <a:gd name="connsiteY42584" fmla="*/ 2189502 h 2398711"/>
              <a:gd name="connsiteX42585" fmla="*/ 969369 w 2119654"/>
              <a:gd name="connsiteY42585" fmla="*/ 2189494 h 2398711"/>
              <a:gd name="connsiteX42586" fmla="*/ 967671 w 2119654"/>
              <a:gd name="connsiteY42586" fmla="*/ 2186739 h 2398711"/>
              <a:gd name="connsiteX42587" fmla="*/ 1605049 w 2119654"/>
              <a:gd name="connsiteY42587" fmla="*/ 756615 h 2398711"/>
              <a:gd name="connsiteX42588" fmla="*/ 1604982 w 2119654"/>
              <a:gd name="connsiteY42588" fmla="*/ 756842 h 2398711"/>
              <a:gd name="connsiteX42589" fmla="*/ 1605094 w 2119654"/>
              <a:gd name="connsiteY42589" fmla="*/ 757180 h 2398711"/>
              <a:gd name="connsiteX42590" fmla="*/ 953545 w 2119654"/>
              <a:gd name="connsiteY42590" fmla="*/ 2214918 h 2398711"/>
              <a:gd name="connsiteX42591" fmla="*/ 958025 w 2119654"/>
              <a:gd name="connsiteY42591" fmla="*/ 2220531 h 2398711"/>
              <a:gd name="connsiteX42592" fmla="*/ 963769 w 2119654"/>
              <a:gd name="connsiteY42592" fmla="*/ 2219020 h 2398711"/>
              <a:gd name="connsiteX42593" fmla="*/ 954620 w 2119654"/>
              <a:gd name="connsiteY42593" fmla="*/ 2214889 h 2398711"/>
              <a:gd name="connsiteX42594" fmla="*/ 948338 w 2119654"/>
              <a:gd name="connsiteY42594" fmla="*/ 2226152 h 2398711"/>
              <a:gd name="connsiteX42595" fmla="*/ 950690 w 2119654"/>
              <a:gd name="connsiteY42595" fmla="*/ 2226039 h 2398711"/>
              <a:gd name="connsiteX42596" fmla="*/ 950386 w 2119654"/>
              <a:gd name="connsiteY42596" fmla="*/ 2225612 h 2398711"/>
              <a:gd name="connsiteX42597" fmla="*/ 1582396 w 2119654"/>
              <a:gd name="connsiteY42597" fmla="*/ 806142 h 2398711"/>
              <a:gd name="connsiteX42598" fmla="*/ 1582273 w 2119654"/>
              <a:gd name="connsiteY42598" fmla="*/ 807793 h 2398711"/>
              <a:gd name="connsiteX42599" fmla="*/ 1582526 w 2119654"/>
              <a:gd name="connsiteY42599" fmla="*/ 808760 h 2398711"/>
              <a:gd name="connsiteX42600" fmla="*/ 1582780 w 2119654"/>
              <a:gd name="connsiteY42600" fmla="*/ 806963 h 2398711"/>
              <a:gd name="connsiteX42601" fmla="*/ 956796 w 2119654"/>
              <a:gd name="connsiteY42601" fmla="*/ 2206272 h 2398711"/>
              <a:gd name="connsiteX42602" fmla="*/ 957428 w 2119654"/>
              <a:gd name="connsiteY42602" fmla="*/ 2207332 h 2398711"/>
              <a:gd name="connsiteX42603" fmla="*/ 958675 w 2119654"/>
              <a:gd name="connsiteY42603" fmla="*/ 2207234 h 2398711"/>
              <a:gd name="connsiteX42604" fmla="*/ 957803 w 2119654"/>
              <a:gd name="connsiteY42604" fmla="*/ 2205725 h 2398711"/>
              <a:gd name="connsiteX42605" fmla="*/ 963705 w 2119654"/>
              <a:gd name="connsiteY42605" fmla="*/ 2190706 h 2398711"/>
              <a:gd name="connsiteX42606" fmla="*/ 965780 w 2119654"/>
              <a:gd name="connsiteY42606" fmla="*/ 2192054 h 2398711"/>
              <a:gd name="connsiteX42607" fmla="*/ 966251 w 2119654"/>
              <a:gd name="connsiteY42607" fmla="*/ 2191727 h 2398711"/>
              <a:gd name="connsiteX42608" fmla="*/ 966814 w 2119654"/>
              <a:gd name="connsiteY42608" fmla="*/ 2191325 h 2398711"/>
              <a:gd name="connsiteX42609" fmla="*/ 964950 w 2119654"/>
              <a:gd name="connsiteY42609" fmla="*/ 2189460 h 2398711"/>
              <a:gd name="connsiteX42610" fmla="*/ 961750 w 2119654"/>
              <a:gd name="connsiteY42610" fmla="*/ 2195035 h 2398711"/>
              <a:gd name="connsiteX42611" fmla="*/ 963347 w 2119654"/>
              <a:gd name="connsiteY42611" fmla="*/ 2195448 h 2398711"/>
              <a:gd name="connsiteX42612" fmla="*/ 965330 w 2119654"/>
              <a:gd name="connsiteY42612" fmla="*/ 2193487 h 2398711"/>
              <a:gd name="connsiteX42613" fmla="*/ 964503 w 2119654"/>
              <a:gd name="connsiteY42613" fmla="*/ 2193123 h 2398711"/>
              <a:gd name="connsiteX42614" fmla="*/ 963395 w 2119654"/>
              <a:gd name="connsiteY42614" fmla="*/ 2191016 h 2398711"/>
              <a:gd name="connsiteX42615" fmla="*/ 964668 w 2119654"/>
              <a:gd name="connsiteY42615" fmla="*/ 2192134 h 2398711"/>
              <a:gd name="connsiteX42616" fmla="*/ 965254 w 2119654"/>
              <a:gd name="connsiteY42616" fmla="*/ 2192420 h 2398711"/>
              <a:gd name="connsiteX42617" fmla="*/ 965430 w 2119654"/>
              <a:gd name="connsiteY42617" fmla="*/ 2192297 h 2398711"/>
              <a:gd name="connsiteX42618" fmla="*/ 963419 w 2119654"/>
              <a:gd name="connsiteY42618" fmla="*/ 2190992 h 2398711"/>
              <a:gd name="connsiteX42619" fmla="*/ 1589723 w 2119654"/>
              <a:gd name="connsiteY42619" fmla="*/ 788209 h 2398711"/>
              <a:gd name="connsiteX42620" fmla="*/ 1590852 w 2119654"/>
              <a:gd name="connsiteY42620" fmla="*/ 798056 h 2398711"/>
              <a:gd name="connsiteX42621" fmla="*/ 1591079 w 2119654"/>
              <a:gd name="connsiteY42621" fmla="*/ 798590 h 2398711"/>
              <a:gd name="connsiteX42622" fmla="*/ 1591855 w 2119654"/>
              <a:gd name="connsiteY42622" fmla="*/ 796527 h 2398711"/>
              <a:gd name="connsiteX42623" fmla="*/ 1591380 w 2119654"/>
              <a:gd name="connsiteY42623" fmla="*/ 793241 h 2398711"/>
              <a:gd name="connsiteX42624" fmla="*/ 963062 w 2119654"/>
              <a:gd name="connsiteY42624" fmla="*/ 2191349 h 2398711"/>
              <a:gd name="connsiteX42625" fmla="*/ 964193 w 2119654"/>
              <a:gd name="connsiteY42625" fmla="*/ 2191901 h 2398711"/>
              <a:gd name="connsiteX42626" fmla="*/ 963297 w 2119654"/>
              <a:gd name="connsiteY42626" fmla="*/ 2191115 h 2398711"/>
              <a:gd name="connsiteX42627" fmla="*/ 933238 w 2119654"/>
              <a:gd name="connsiteY42627" fmla="*/ 2257561 h 2398711"/>
              <a:gd name="connsiteX42628" fmla="*/ 939996 w 2119654"/>
              <a:gd name="connsiteY42628" fmla="*/ 2257478 h 2398711"/>
              <a:gd name="connsiteX42629" fmla="*/ 948591 w 2119654"/>
              <a:gd name="connsiteY42629" fmla="*/ 2250026 h 2398711"/>
              <a:gd name="connsiteX42630" fmla="*/ 948551 w 2119654"/>
              <a:gd name="connsiteY42630" fmla="*/ 2249948 h 2398711"/>
              <a:gd name="connsiteX42631" fmla="*/ 949444 w 2119654"/>
              <a:gd name="connsiteY42631" fmla="*/ 2221107 h 2398711"/>
              <a:gd name="connsiteX42632" fmla="*/ 950651 w 2119654"/>
              <a:gd name="connsiteY42632" fmla="*/ 2222472 h 2398711"/>
              <a:gd name="connsiteX42633" fmla="*/ 953663 w 2119654"/>
              <a:gd name="connsiteY42633" fmla="*/ 2221679 h 2398711"/>
              <a:gd name="connsiteX42634" fmla="*/ 957292 w 2119654"/>
              <a:gd name="connsiteY42634" fmla="*/ 2202709 h 2398711"/>
              <a:gd name="connsiteX42635" fmla="*/ 957859 w 2119654"/>
              <a:gd name="connsiteY42635" fmla="*/ 2203117 h 2398711"/>
              <a:gd name="connsiteX42636" fmla="*/ 959779 w 2119654"/>
              <a:gd name="connsiteY42636" fmla="*/ 2201868 h 2398711"/>
              <a:gd name="connsiteX42637" fmla="*/ 957615 w 2119654"/>
              <a:gd name="connsiteY42637" fmla="*/ 2202389 h 2398711"/>
              <a:gd name="connsiteX42638" fmla="*/ 957073 w 2119654"/>
              <a:gd name="connsiteY42638" fmla="*/ 2202926 h 2398711"/>
              <a:gd name="connsiteX42639" fmla="*/ 957333 w 2119654"/>
              <a:gd name="connsiteY42639" fmla="*/ 2203420 h 2398711"/>
              <a:gd name="connsiteX42640" fmla="*/ 957479 w 2119654"/>
              <a:gd name="connsiteY42640" fmla="*/ 2203365 h 2398711"/>
              <a:gd name="connsiteX42641" fmla="*/ 957735 w 2119654"/>
              <a:gd name="connsiteY42641" fmla="*/ 2203198 h 2398711"/>
              <a:gd name="connsiteX42642" fmla="*/ 957192 w 2119654"/>
              <a:gd name="connsiteY42642" fmla="*/ 2202808 h 2398711"/>
              <a:gd name="connsiteX42643" fmla="*/ 976706 w 2119654"/>
              <a:gd name="connsiteY42643" fmla="*/ 2158586 h 2398711"/>
              <a:gd name="connsiteX42644" fmla="*/ 976734 w 2119654"/>
              <a:gd name="connsiteY42644" fmla="*/ 2158603 h 2398711"/>
              <a:gd name="connsiteX42645" fmla="*/ 976764 w 2119654"/>
              <a:gd name="connsiteY42645" fmla="*/ 2158583 h 2398711"/>
              <a:gd name="connsiteX42646" fmla="*/ 956104 w 2119654"/>
              <a:gd name="connsiteY42646" fmla="*/ 2203885 h 2398711"/>
              <a:gd name="connsiteX42647" fmla="*/ 956624 w 2119654"/>
              <a:gd name="connsiteY42647" fmla="*/ 2203688 h 2398711"/>
              <a:gd name="connsiteX42648" fmla="*/ 956507 w 2119654"/>
              <a:gd name="connsiteY42648" fmla="*/ 2203487 h 2398711"/>
              <a:gd name="connsiteX42649" fmla="*/ 944307 w 2119654"/>
              <a:gd name="connsiteY42649" fmla="*/ 2230261 h 2398711"/>
              <a:gd name="connsiteX42650" fmla="*/ 945475 w 2119654"/>
              <a:gd name="connsiteY42650" fmla="*/ 2231063 h 2398711"/>
              <a:gd name="connsiteX42651" fmla="*/ 946795 w 2119654"/>
              <a:gd name="connsiteY42651" fmla="*/ 2231893 h 2398711"/>
              <a:gd name="connsiteX42652" fmla="*/ 952860 w 2119654"/>
              <a:gd name="connsiteY42652" fmla="*/ 2229077 h 2398711"/>
              <a:gd name="connsiteX42653" fmla="*/ 951337 w 2119654"/>
              <a:gd name="connsiteY42653" fmla="*/ 2226944 h 2398711"/>
              <a:gd name="connsiteX42654" fmla="*/ 954411 w 2119654"/>
              <a:gd name="connsiteY42654" fmla="*/ 2207568 h 2398711"/>
              <a:gd name="connsiteX42655" fmla="*/ 957091 w 2119654"/>
              <a:gd name="connsiteY42655" fmla="*/ 2207358 h 2398711"/>
              <a:gd name="connsiteX42656" fmla="*/ 956530 w 2119654"/>
              <a:gd name="connsiteY42656" fmla="*/ 2206417 h 2398711"/>
              <a:gd name="connsiteX42657" fmla="*/ 941627 w 2119654"/>
              <a:gd name="connsiteY42657" fmla="*/ 2236101 h 2398711"/>
              <a:gd name="connsiteX42658" fmla="*/ 942898 w 2119654"/>
              <a:gd name="connsiteY42658" fmla="*/ 2238625 h 2398711"/>
              <a:gd name="connsiteX42659" fmla="*/ 950803 w 2119654"/>
              <a:gd name="connsiteY42659" fmla="*/ 2235492 h 2398711"/>
              <a:gd name="connsiteX42660" fmla="*/ 951114 w 2119654"/>
              <a:gd name="connsiteY42660" fmla="*/ 2235201 h 2398711"/>
              <a:gd name="connsiteX42661" fmla="*/ 947909 w 2119654"/>
              <a:gd name="connsiteY42661" fmla="*/ 2233185 h 2398711"/>
              <a:gd name="connsiteX42662" fmla="*/ 959864 w 2119654"/>
              <a:gd name="connsiteY42662" fmla="*/ 2194549 h 2398711"/>
              <a:gd name="connsiteX42663" fmla="*/ 961560 w 2119654"/>
              <a:gd name="connsiteY42663" fmla="*/ 2194986 h 2398711"/>
              <a:gd name="connsiteX42664" fmla="*/ 964343 w 2119654"/>
              <a:gd name="connsiteY42664" fmla="*/ 2193053 h 2398711"/>
              <a:gd name="connsiteX42665" fmla="*/ 962271 w 2119654"/>
              <a:gd name="connsiteY42665" fmla="*/ 2192141 h 2398711"/>
              <a:gd name="connsiteX42666" fmla="*/ 938934 w 2119654"/>
              <a:gd name="connsiteY42666" fmla="*/ 2241170 h 2398711"/>
              <a:gd name="connsiteX42667" fmla="*/ 939964 w 2119654"/>
              <a:gd name="connsiteY42667" fmla="*/ 2241265 h 2398711"/>
              <a:gd name="connsiteX42668" fmla="*/ 942188 w 2119654"/>
              <a:gd name="connsiteY42668" fmla="*/ 2240313 h 2398711"/>
              <a:gd name="connsiteX42669" fmla="*/ 1597273 w 2119654"/>
              <a:gd name="connsiteY42669" fmla="*/ 767018 h 2398711"/>
              <a:gd name="connsiteX42670" fmla="*/ 1597222 w 2119654"/>
              <a:gd name="connsiteY42670" fmla="*/ 778449 h 2398711"/>
              <a:gd name="connsiteX42671" fmla="*/ 1599186 w 2119654"/>
              <a:gd name="connsiteY42671" fmla="*/ 771808 h 2398711"/>
              <a:gd name="connsiteX42672" fmla="*/ 947972 w 2119654"/>
              <a:gd name="connsiteY42672" fmla="*/ 2220907 h 2398711"/>
              <a:gd name="connsiteX42673" fmla="*/ 949336 w 2119654"/>
              <a:gd name="connsiteY42673" fmla="*/ 2222817 h 2398711"/>
              <a:gd name="connsiteX42674" fmla="*/ 950098 w 2119654"/>
              <a:gd name="connsiteY42674" fmla="*/ 2222617 h 2398711"/>
              <a:gd name="connsiteX42675" fmla="*/ 948324 w 2119654"/>
              <a:gd name="connsiteY42675" fmla="*/ 2220954 h 2398711"/>
              <a:gd name="connsiteX42676" fmla="*/ 963227 w 2119654"/>
              <a:gd name="connsiteY42676" fmla="*/ 2185841 h 2398711"/>
              <a:gd name="connsiteX42677" fmla="*/ 963795 w 2119654"/>
              <a:gd name="connsiteY42677" fmla="*/ 2186456 h 2398711"/>
              <a:gd name="connsiteX42678" fmla="*/ 964730 w 2119654"/>
              <a:gd name="connsiteY42678" fmla="*/ 2185521 h 2398711"/>
              <a:gd name="connsiteX42679" fmla="*/ 964156 w 2119654"/>
              <a:gd name="connsiteY42679" fmla="*/ 2185688 h 2398711"/>
              <a:gd name="connsiteX42680" fmla="*/ 975261 w 2119654"/>
              <a:gd name="connsiteY42680" fmla="*/ 2158690 h 2398711"/>
              <a:gd name="connsiteX42681" fmla="*/ 975519 w 2119654"/>
              <a:gd name="connsiteY42681" fmla="*/ 2158682 h 2398711"/>
              <a:gd name="connsiteX42682" fmla="*/ 975474 w 2119654"/>
              <a:gd name="connsiteY42682" fmla="*/ 2158658 h 2398711"/>
              <a:gd name="connsiteX42683" fmla="*/ 975404 w 2119654"/>
              <a:gd name="connsiteY42683" fmla="*/ 2158662 h 2398711"/>
              <a:gd name="connsiteX42684" fmla="*/ 1578501 w 2119654"/>
              <a:gd name="connsiteY42684" fmla="*/ 807124 h 2398711"/>
              <a:gd name="connsiteX42685" fmla="*/ 1578362 w 2119654"/>
              <a:gd name="connsiteY42685" fmla="*/ 807806 h 2398711"/>
              <a:gd name="connsiteX42686" fmla="*/ 1578819 w 2119654"/>
              <a:gd name="connsiteY42686" fmla="*/ 808932 h 2398711"/>
              <a:gd name="connsiteX42687" fmla="*/ 1578896 w 2119654"/>
              <a:gd name="connsiteY42687" fmla="*/ 807899 h 2398711"/>
              <a:gd name="connsiteX42688" fmla="*/ 1612108 w 2119654"/>
              <a:gd name="connsiteY42688" fmla="*/ 731806 h 2398711"/>
              <a:gd name="connsiteX42689" fmla="*/ 1610490 w 2119654"/>
              <a:gd name="connsiteY42689" fmla="*/ 738221 h 2398711"/>
              <a:gd name="connsiteX42690" fmla="*/ 1610458 w 2119654"/>
              <a:gd name="connsiteY42690" fmla="*/ 738329 h 2398711"/>
              <a:gd name="connsiteX42691" fmla="*/ 1610413 w 2119654"/>
              <a:gd name="connsiteY42691" fmla="*/ 739761 h 2398711"/>
              <a:gd name="connsiteX42692" fmla="*/ 1613856 w 2119654"/>
              <a:gd name="connsiteY42692" fmla="*/ 755339 h 2398711"/>
              <a:gd name="connsiteX42693" fmla="*/ 1616179 w 2119654"/>
              <a:gd name="connsiteY42693" fmla="*/ 748057 h 2398711"/>
              <a:gd name="connsiteX42694" fmla="*/ 1612378 w 2119654"/>
              <a:gd name="connsiteY42694" fmla="*/ 732524 h 2398711"/>
              <a:gd name="connsiteX42695" fmla="*/ 954872 w 2119654"/>
              <a:gd name="connsiteY42695" fmla="*/ 2203051 h 2398711"/>
              <a:gd name="connsiteX42696" fmla="*/ 955163 w 2119654"/>
              <a:gd name="connsiteY42696" fmla="*/ 2203538 h 2398711"/>
              <a:gd name="connsiteX42697" fmla="*/ 955907 w 2119654"/>
              <a:gd name="connsiteY42697" fmla="*/ 2202802 h 2398711"/>
              <a:gd name="connsiteX42698" fmla="*/ 1578787 w 2119654"/>
              <a:gd name="connsiteY42698" fmla="*/ 805726 h 2398711"/>
              <a:gd name="connsiteX42699" fmla="*/ 1578643 w 2119654"/>
              <a:gd name="connsiteY42699" fmla="*/ 806429 h 2398711"/>
              <a:gd name="connsiteX42700" fmla="*/ 1578960 w 2119654"/>
              <a:gd name="connsiteY42700" fmla="*/ 807051 h 2398711"/>
              <a:gd name="connsiteX42701" fmla="*/ 1578998 w 2119654"/>
              <a:gd name="connsiteY42701" fmla="*/ 806538 h 2398711"/>
              <a:gd name="connsiteX42702" fmla="*/ 950420 w 2119654"/>
              <a:gd name="connsiteY42702" fmla="*/ 2210974 h 2398711"/>
              <a:gd name="connsiteX42703" fmla="*/ 951167 w 2119654"/>
              <a:gd name="connsiteY42703" fmla="*/ 2211936 h 2398711"/>
              <a:gd name="connsiteX42704" fmla="*/ 951251 w 2119654"/>
              <a:gd name="connsiteY42704" fmla="*/ 2212042 h 2398711"/>
              <a:gd name="connsiteX42705" fmla="*/ 953291 w 2119654"/>
              <a:gd name="connsiteY42705" fmla="*/ 2213149 h 2398711"/>
              <a:gd name="connsiteX42706" fmla="*/ 954829 w 2119654"/>
              <a:gd name="connsiteY42706" fmla="*/ 2213843 h 2398711"/>
              <a:gd name="connsiteX42707" fmla="*/ 960868 w 2119654"/>
              <a:gd name="connsiteY42707" fmla="*/ 2213682 h 2398711"/>
              <a:gd name="connsiteX42708" fmla="*/ 958206 w 2119654"/>
              <a:gd name="connsiteY42708" fmla="*/ 2209224 h 2398711"/>
              <a:gd name="connsiteX42709" fmla="*/ 1610643 w 2119654"/>
              <a:gd name="connsiteY42709" fmla="*/ 732412 h 2398711"/>
              <a:gd name="connsiteX42710" fmla="*/ 1610619 w 2119654"/>
              <a:gd name="connsiteY42710" fmla="*/ 733160 h 2398711"/>
              <a:gd name="connsiteX42711" fmla="*/ 1611001 w 2119654"/>
              <a:gd name="connsiteY42711" fmla="*/ 731868 h 2398711"/>
              <a:gd name="connsiteX42712" fmla="*/ 955286 w 2119654"/>
              <a:gd name="connsiteY42712" fmla="*/ 2199527 h 2398711"/>
              <a:gd name="connsiteX42713" fmla="*/ 956208 w 2119654"/>
              <a:gd name="connsiteY42713" fmla="*/ 2201283 h 2398711"/>
              <a:gd name="connsiteX42714" fmla="*/ 957843 w 2119654"/>
              <a:gd name="connsiteY42714" fmla="*/ 2200889 h 2398711"/>
              <a:gd name="connsiteX42715" fmla="*/ 958564 w 2119654"/>
              <a:gd name="connsiteY42715" fmla="*/ 2200177 h 2398711"/>
              <a:gd name="connsiteX42716" fmla="*/ 955735 w 2119654"/>
              <a:gd name="connsiteY42716" fmla="*/ 2199215 h 2398711"/>
              <a:gd name="connsiteX42717" fmla="*/ 1591045 w 2119654"/>
              <a:gd name="connsiteY42717" fmla="*/ 775501 h 2398711"/>
              <a:gd name="connsiteX42718" fmla="*/ 1591991 w 2119654"/>
              <a:gd name="connsiteY42718" fmla="*/ 778033 h 2398711"/>
              <a:gd name="connsiteX42719" fmla="*/ 1591838 w 2119654"/>
              <a:gd name="connsiteY42719" fmla="*/ 774496 h 2398711"/>
              <a:gd name="connsiteX42720" fmla="*/ 929082 w 2119654"/>
              <a:gd name="connsiteY42720" fmla="*/ 2257611 h 2398711"/>
              <a:gd name="connsiteX42721" fmla="*/ 932099 w 2119654"/>
              <a:gd name="connsiteY42721" fmla="*/ 2257574 h 2398711"/>
              <a:gd name="connsiteX42722" fmla="*/ 948323 w 2119654"/>
              <a:gd name="connsiteY42722" fmla="*/ 2249510 h 2398711"/>
              <a:gd name="connsiteX42723" fmla="*/ 946085 w 2119654"/>
              <a:gd name="connsiteY42723" fmla="*/ 2245214 h 2398711"/>
              <a:gd name="connsiteX42724" fmla="*/ 945177 w 2119654"/>
              <a:gd name="connsiteY42724" fmla="*/ 2245583 h 2398711"/>
              <a:gd name="connsiteX42725" fmla="*/ 940052 w 2119654"/>
              <a:gd name="connsiteY42725" fmla="*/ 2252199 h 2398711"/>
              <a:gd name="connsiteX42726" fmla="*/ 939781 w 2119654"/>
              <a:gd name="connsiteY42726" fmla="*/ 2252240 h 2398711"/>
              <a:gd name="connsiteX42727" fmla="*/ 944829 w 2119654"/>
              <a:gd name="connsiteY42727" fmla="*/ 2245724 h 2398711"/>
              <a:gd name="connsiteX42728" fmla="*/ 940340 w 2119654"/>
              <a:gd name="connsiteY42728" fmla="*/ 2247547 h 2398711"/>
              <a:gd name="connsiteX42729" fmla="*/ 932160 w 2119654"/>
              <a:gd name="connsiteY42729" fmla="*/ 2255222 h 2398711"/>
              <a:gd name="connsiteX42730" fmla="*/ 1609254 w 2119654"/>
              <a:gd name="connsiteY42730" fmla="*/ 734519 h 2398711"/>
              <a:gd name="connsiteX42731" fmla="*/ 1609666 w 2119654"/>
              <a:gd name="connsiteY42731" fmla="*/ 736382 h 2398711"/>
              <a:gd name="connsiteX42732" fmla="*/ 1610217 w 2119654"/>
              <a:gd name="connsiteY42732" fmla="*/ 734519 h 2398711"/>
              <a:gd name="connsiteX42733" fmla="*/ 1610265 w 2119654"/>
              <a:gd name="connsiteY42733" fmla="*/ 732986 h 2398711"/>
              <a:gd name="connsiteX42734" fmla="*/ 955079 w 2119654"/>
              <a:gd name="connsiteY42734" fmla="*/ 2199135 h 2398711"/>
              <a:gd name="connsiteX42735" fmla="*/ 955216 w 2119654"/>
              <a:gd name="connsiteY42735" fmla="*/ 2199394 h 2398711"/>
              <a:gd name="connsiteX42736" fmla="*/ 955560 w 2119654"/>
              <a:gd name="connsiteY42736" fmla="*/ 2199156 h 2398711"/>
              <a:gd name="connsiteX42737" fmla="*/ 955197 w 2119654"/>
              <a:gd name="connsiteY42737" fmla="*/ 2199033 h 2398711"/>
              <a:gd name="connsiteX42738" fmla="*/ 949616 w 2119654"/>
              <a:gd name="connsiteY42738" fmla="*/ 2211155 h 2398711"/>
              <a:gd name="connsiteX42739" fmla="*/ 950856 w 2119654"/>
              <a:gd name="connsiteY42739" fmla="*/ 2211827 h 2398711"/>
              <a:gd name="connsiteX42740" fmla="*/ 950212 w 2119654"/>
              <a:gd name="connsiteY42740" fmla="*/ 2211021 h 2398711"/>
              <a:gd name="connsiteX42741" fmla="*/ 949774 w 2119654"/>
              <a:gd name="connsiteY42741" fmla="*/ 2210142 h 2398711"/>
              <a:gd name="connsiteX42742" fmla="*/ 950084 w 2119654"/>
              <a:gd name="connsiteY42742" fmla="*/ 2210542 h 2398711"/>
              <a:gd name="connsiteX42743" fmla="*/ 957939 w 2119654"/>
              <a:gd name="connsiteY42743" fmla="*/ 2208778 h 2398711"/>
              <a:gd name="connsiteX42744" fmla="*/ 957330 w 2119654"/>
              <a:gd name="connsiteY42744" fmla="*/ 2207756 h 2398711"/>
              <a:gd name="connsiteX42745" fmla="*/ 956715 w 2119654"/>
              <a:gd name="connsiteY42745" fmla="*/ 2207805 h 2398711"/>
              <a:gd name="connsiteX42746" fmla="*/ 953603 w 2119654"/>
              <a:gd name="connsiteY42746" fmla="*/ 2208007 h 2398711"/>
              <a:gd name="connsiteX42747" fmla="*/ 949899 w 2119654"/>
              <a:gd name="connsiteY42747" fmla="*/ 2210018 h 2398711"/>
              <a:gd name="connsiteX42748" fmla="*/ 939765 w 2119654"/>
              <a:gd name="connsiteY42748" fmla="*/ 2232403 h 2398711"/>
              <a:gd name="connsiteX42749" fmla="*/ 940889 w 2119654"/>
              <a:gd name="connsiteY42749" fmla="*/ 2234635 h 2398711"/>
              <a:gd name="connsiteX42750" fmla="*/ 946255 w 2119654"/>
              <a:gd name="connsiteY42750" fmla="*/ 2232144 h 2398711"/>
              <a:gd name="connsiteX42751" fmla="*/ 943709 w 2119654"/>
              <a:gd name="connsiteY42751" fmla="*/ 2230543 h 2398711"/>
              <a:gd name="connsiteX42752" fmla="*/ 954056 w 2119654"/>
              <a:gd name="connsiteY42752" fmla="*/ 2200382 h 2398711"/>
              <a:gd name="connsiteX42753" fmla="*/ 955178 w 2119654"/>
              <a:gd name="connsiteY42753" fmla="*/ 2201188 h 2398711"/>
              <a:gd name="connsiteX42754" fmla="*/ 954524 w 2119654"/>
              <a:gd name="connsiteY42754" fmla="*/ 2200057 h 2398711"/>
              <a:gd name="connsiteX42755" fmla="*/ 949160 w 2119654"/>
              <a:gd name="connsiteY42755" fmla="*/ 2210749 h 2398711"/>
              <a:gd name="connsiteX42756" fmla="*/ 949868 w 2119654"/>
              <a:gd name="connsiteY42756" fmla="*/ 2210590 h 2398711"/>
              <a:gd name="connsiteX42757" fmla="*/ 949627 w 2119654"/>
              <a:gd name="connsiteY42757" fmla="*/ 2210287 h 2398711"/>
              <a:gd name="connsiteX42758" fmla="*/ 953827 w 2119654"/>
              <a:gd name="connsiteY42758" fmla="*/ 2200217 h 2398711"/>
              <a:gd name="connsiteX42759" fmla="*/ 953927 w 2119654"/>
              <a:gd name="connsiteY42759" fmla="*/ 2200289 h 2398711"/>
              <a:gd name="connsiteX42760" fmla="*/ 954448 w 2119654"/>
              <a:gd name="connsiteY42760" fmla="*/ 2199927 h 2398711"/>
              <a:gd name="connsiteX42761" fmla="*/ 954353 w 2119654"/>
              <a:gd name="connsiteY42761" fmla="*/ 2199762 h 2398711"/>
              <a:gd name="connsiteX42762" fmla="*/ 953506 w 2119654"/>
              <a:gd name="connsiteY42762" fmla="*/ 2200763 h 2398711"/>
              <a:gd name="connsiteX42763" fmla="*/ 954118 w 2119654"/>
              <a:gd name="connsiteY42763" fmla="*/ 2201787 h 2398711"/>
              <a:gd name="connsiteX42764" fmla="*/ 955352 w 2119654"/>
              <a:gd name="connsiteY42764" fmla="*/ 2201489 h 2398711"/>
              <a:gd name="connsiteX42765" fmla="*/ 955347 w 2119654"/>
              <a:gd name="connsiteY42765" fmla="*/ 2201482 h 2398711"/>
              <a:gd name="connsiteX42766" fmla="*/ 953935 w 2119654"/>
              <a:gd name="connsiteY42766" fmla="*/ 2200466 h 2398711"/>
              <a:gd name="connsiteX42767" fmla="*/ 959357 w 2119654"/>
              <a:gd name="connsiteY42767" fmla="*/ 2187475 h 2398711"/>
              <a:gd name="connsiteX42768" fmla="*/ 961143 w 2119654"/>
              <a:gd name="connsiteY42768" fmla="*/ 2189041 h 2398711"/>
              <a:gd name="connsiteX42769" fmla="*/ 961185 w 2119654"/>
              <a:gd name="connsiteY42769" fmla="*/ 2189068 h 2398711"/>
              <a:gd name="connsiteX42770" fmla="*/ 962871 w 2119654"/>
              <a:gd name="connsiteY42770" fmla="*/ 2187381 h 2398711"/>
              <a:gd name="connsiteX42771" fmla="*/ 961751 w 2119654"/>
              <a:gd name="connsiteY42771" fmla="*/ 2186260 h 2398711"/>
              <a:gd name="connsiteX42772" fmla="*/ 953400 w 2119654"/>
              <a:gd name="connsiteY42772" fmla="*/ 2200586 h 2398711"/>
              <a:gd name="connsiteX42773" fmla="*/ 953429 w 2119654"/>
              <a:gd name="connsiteY42773" fmla="*/ 2200634 h 2398711"/>
              <a:gd name="connsiteX42774" fmla="*/ 953807 w 2119654"/>
              <a:gd name="connsiteY42774" fmla="*/ 2200373 h 2398711"/>
              <a:gd name="connsiteX42775" fmla="*/ 953719 w 2119654"/>
              <a:gd name="connsiteY42775" fmla="*/ 2200310 h 2398711"/>
              <a:gd name="connsiteX42776" fmla="*/ 941096 w 2119654"/>
              <a:gd name="connsiteY42776" fmla="*/ 2228058 h 2398711"/>
              <a:gd name="connsiteX42777" fmla="*/ 943326 w 2119654"/>
              <a:gd name="connsiteY42777" fmla="*/ 2229588 h 2398711"/>
              <a:gd name="connsiteX42778" fmla="*/ 950136 w 2119654"/>
              <a:gd name="connsiteY42778" fmla="*/ 2226375 h 2398711"/>
              <a:gd name="connsiteX42779" fmla="*/ 946901 w 2119654"/>
              <a:gd name="connsiteY42779" fmla="*/ 2226530 h 2398711"/>
              <a:gd name="connsiteX42780" fmla="*/ 1610772 w 2119654"/>
              <a:gd name="connsiteY42780" fmla="*/ 728257 h 2398711"/>
              <a:gd name="connsiteX42781" fmla="*/ 1610655 w 2119654"/>
              <a:gd name="connsiteY42781" fmla="*/ 731982 h 2398711"/>
              <a:gd name="connsiteX42782" fmla="*/ 1611222 w 2119654"/>
              <a:gd name="connsiteY42782" fmla="*/ 731123 h 2398711"/>
              <a:gd name="connsiteX42783" fmla="*/ 1611498 w 2119654"/>
              <a:gd name="connsiteY42783" fmla="*/ 730188 h 2398711"/>
              <a:gd name="connsiteX42784" fmla="*/ 959006 w 2119654"/>
              <a:gd name="connsiteY42784" fmla="*/ 2187654 h 2398711"/>
              <a:gd name="connsiteX42785" fmla="*/ 960332 w 2119654"/>
              <a:gd name="connsiteY42785" fmla="*/ 2188515 h 2398711"/>
              <a:gd name="connsiteX42786" fmla="*/ 959224 w 2119654"/>
              <a:gd name="connsiteY42786" fmla="*/ 2187543 h 2398711"/>
              <a:gd name="connsiteX42787" fmla="*/ 1587138 w 2119654"/>
              <a:gd name="connsiteY42787" fmla="*/ 780979 h 2398711"/>
              <a:gd name="connsiteX42788" fmla="*/ 1586354 w 2119654"/>
              <a:gd name="connsiteY42788" fmla="*/ 787480 h 2398711"/>
              <a:gd name="connsiteX42789" fmla="*/ 1588450 w 2119654"/>
              <a:gd name="connsiteY42789" fmla="*/ 792411 h 2398711"/>
              <a:gd name="connsiteX42790" fmla="*/ 952991 w 2119654"/>
              <a:gd name="connsiteY42790" fmla="*/ 2200939 h 2398711"/>
              <a:gd name="connsiteX42791" fmla="*/ 953181 w 2119654"/>
              <a:gd name="connsiteY42791" fmla="*/ 2200807 h 2398711"/>
              <a:gd name="connsiteX42792" fmla="*/ 953168 w 2119654"/>
              <a:gd name="connsiteY42792" fmla="*/ 2200787 h 2398711"/>
              <a:gd name="connsiteX42793" fmla="*/ 964619 w 2119654"/>
              <a:gd name="connsiteY42793" fmla="*/ 2174069 h 2398711"/>
              <a:gd name="connsiteX42794" fmla="*/ 964925 w 2119654"/>
              <a:gd name="connsiteY42794" fmla="*/ 2173892 h 2398711"/>
              <a:gd name="connsiteX42795" fmla="*/ 964894 w 2119654"/>
              <a:gd name="connsiteY42795" fmla="*/ 2173898 h 2398711"/>
              <a:gd name="connsiteX42796" fmla="*/ 1576653 w 2119654"/>
              <a:gd name="connsiteY42796" fmla="*/ 803494 h 2398711"/>
              <a:gd name="connsiteX42797" fmla="*/ 1576644 w 2119654"/>
              <a:gd name="connsiteY42797" fmla="*/ 804004 h 2398711"/>
              <a:gd name="connsiteX42798" fmla="*/ 1577605 w 2119654"/>
              <a:gd name="connsiteY42798" fmla="*/ 806068 h 2398711"/>
              <a:gd name="connsiteX42799" fmla="*/ 1577707 w 2119654"/>
              <a:gd name="connsiteY42799" fmla="*/ 805566 h 2398711"/>
              <a:gd name="connsiteX42800" fmla="*/ 926170 w 2119654"/>
              <a:gd name="connsiteY42800" fmla="*/ 2259871 h 2398711"/>
              <a:gd name="connsiteX42801" fmla="*/ 926501 w 2119654"/>
              <a:gd name="connsiteY42801" fmla="*/ 2260357 h 2398711"/>
              <a:gd name="connsiteX42802" fmla="*/ 929376 w 2119654"/>
              <a:gd name="connsiteY42802" fmla="*/ 2258928 h 2398711"/>
              <a:gd name="connsiteX42803" fmla="*/ 928493 w 2119654"/>
              <a:gd name="connsiteY42803" fmla="*/ 2258939 h 2398711"/>
              <a:gd name="connsiteX42804" fmla="*/ 927410 w 2119654"/>
              <a:gd name="connsiteY42804" fmla="*/ 2258909 h 2398711"/>
              <a:gd name="connsiteX42805" fmla="*/ 943744 w 2119654"/>
              <a:gd name="connsiteY42805" fmla="*/ 2220333 h 2398711"/>
              <a:gd name="connsiteX42806" fmla="*/ 943982 w 2119654"/>
              <a:gd name="connsiteY42806" fmla="*/ 2224226 h 2398711"/>
              <a:gd name="connsiteX42807" fmla="*/ 948540 w 2119654"/>
              <a:gd name="connsiteY42807" fmla="*/ 2223026 h 2398711"/>
              <a:gd name="connsiteX42808" fmla="*/ 946924 w 2119654"/>
              <a:gd name="connsiteY42808" fmla="*/ 2220765 h 2398711"/>
              <a:gd name="connsiteX42809" fmla="*/ 1602662 w 2119654"/>
              <a:gd name="connsiteY42809" fmla="*/ 744527 h 2398711"/>
              <a:gd name="connsiteX42810" fmla="*/ 1604317 w 2119654"/>
              <a:gd name="connsiteY42810" fmla="*/ 754461 h 2398711"/>
              <a:gd name="connsiteX42811" fmla="*/ 1604628 w 2119654"/>
              <a:gd name="connsiteY42811" fmla="*/ 753411 h 2398711"/>
              <a:gd name="connsiteX42812" fmla="*/ 1602778 w 2119654"/>
              <a:gd name="connsiteY42812" fmla="*/ 744350 h 2398711"/>
              <a:gd name="connsiteX42813" fmla="*/ 948591 w 2119654"/>
              <a:gd name="connsiteY42813" fmla="*/ 2208617 h 2398711"/>
              <a:gd name="connsiteX42814" fmla="*/ 948865 w 2119654"/>
              <a:gd name="connsiteY42814" fmla="*/ 2208970 h 2398711"/>
              <a:gd name="connsiteX42815" fmla="*/ 949986 w 2119654"/>
              <a:gd name="connsiteY42815" fmla="*/ 2208241 h 2398711"/>
              <a:gd name="connsiteX42816" fmla="*/ 949505 w 2119654"/>
              <a:gd name="connsiteY42816" fmla="*/ 2208273 h 2398711"/>
              <a:gd name="connsiteX42817" fmla="*/ 958399 w 2119654"/>
              <a:gd name="connsiteY42817" fmla="*/ 2186634 h 2398711"/>
              <a:gd name="connsiteX42818" fmla="*/ 958655 w 2119654"/>
              <a:gd name="connsiteY42818" fmla="*/ 2186860 h 2398711"/>
              <a:gd name="connsiteX42819" fmla="*/ 959110 w 2119654"/>
              <a:gd name="connsiteY42819" fmla="*/ 2186630 h 2398711"/>
              <a:gd name="connsiteX42820" fmla="*/ 959308 w 2119654"/>
              <a:gd name="connsiteY42820" fmla="*/ 2186485 h 2398711"/>
              <a:gd name="connsiteX42821" fmla="*/ 951196 w 2119654"/>
              <a:gd name="connsiteY42821" fmla="*/ 2202492 h 2398711"/>
              <a:gd name="connsiteX42822" fmla="*/ 953810 w 2119654"/>
              <a:gd name="connsiteY42822" fmla="*/ 2201861 h 2398711"/>
              <a:gd name="connsiteX42823" fmla="*/ 953258 w 2119654"/>
              <a:gd name="connsiteY42823" fmla="*/ 2200937 h 2398711"/>
              <a:gd name="connsiteX42824" fmla="*/ 953180 w 2119654"/>
              <a:gd name="connsiteY42824" fmla="*/ 2200990 h 2398711"/>
              <a:gd name="connsiteX42825" fmla="*/ 952970 w 2119654"/>
              <a:gd name="connsiteY42825" fmla="*/ 2200958 h 2398711"/>
              <a:gd name="connsiteX42826" fmla="*/ 1601505 w 2119654"/>
              <a:gd name="connsiteY42826" fmla="*/ 746280 h 2398711"/>
              <a:gd name="connsiteX42827" fmla="*/ 1603880 w 2119654"/>
              <a:gd name="connsiteY42827" fmla="*/ 753494 h 2398711"/>
              <a:gd name="connsiteX42828" fmla="*/ 1603127 w 2119654"/>
              <a:gd name="connsiteY42828" fmla="*/ 747843 h 2398711"/>
              <a:gd name="connsiteX42829" fmla="*/ 1602592 w 2119654"/>
              <a:gd name="connsiteY42829" fmla="*/ 744629 h 2398711"/>
              <a:gd name="connsiteX42830" fmla="*/ 1577144 w 2119654"/>
              <a:gd name="connsiteY42830" fmla="*/ 800794 h 2398711"/>
              <a:gd name="connsiteX42831" fmla="*/ 1576686 w 2119654"/>
              <a:gd name="connsiteY42831" fmla="*/ 801823 h 2398711"/>
              <a:gd name="connsiteX42832" fmla="*/ 1576672 w 2119654"/>
              <a:gd name="connsiteY42832" fmla="*/ 802554 h 2398711"/>
              <a:gd name="connsiteX42833" fmla="*/ 1577850 w 2119654"/>
              <a:gd name="connsiteY42833" fmla="*/ 804871 h 2398711"/>
              <a:gd name="connsiteX42834" fmla="*/ 1578104 w 2119654"/>
              <a:gd name="connsiteY42834" fmla="*/ 803624 h 2398711"/>
              <a:gd name="connsiteX42835" fmla="*/ 1578484 w 2119654"/>
              <a:gd name="connsiteY42835" fmla="*/ 797778 h 2398711"/>
              <a:gd name="connsiteX42836" fmla="*/ 1577794 w 2119654"/>
              <a:gd name="connsiteY42836" fmla="*/ 799330 h 2398711"/>
              <a:gd name="connsiteX42837" fmla="*/ 1578536 w 2119654"/>
              <a:gd name="connsiteY42837" fmla="*/ 801516 h 2398711"/>
              <a:gd name="connsiteX42838" fmla="*/ 1579051 w 2119654"/>
              <a:gd name="connsiteY42838" fmla="*/ 798991 h 2398711"/>
              <a:gd name="connsiteX42839" fmla="*/ 1579363 w 2119654"/>
              <a:gd name="connsiteY42839" fmla="*/ 795799 h 2398711"/>
              <a:gd name="connsiteX42840" fmla="*/ 1579033 w 2119654"/>
              <a:gd name="connsiteY42840" fmla="*/ 796542 h 2398711"/>
              <a:gd name="connsiteX42841" fmla="*/ 1579405 w 2119654"/>
              <a:gd name="connsiteY42841" fmla="*/ 797261 h 2398711"/>
              <a:gd name="connsiteX42842" fmla="*/ 1579599 w 2119654"/>
              <a:gd name="connsiteY42842" fmla="*/ 796309 h 2398711"/>
              <a:gd name="connsiteX42843" fmla="*/ 957285 w 2119654"/>
              <a:gd name="connsiteY42843" fmla="*/ 2188527 h 2398711"/>
              <a:gd name="connsiteX42844" fmla="*/ 960269 w 2119654"/>
              <a:gd name="connsiteY42844" fmla="*/ 2189984 h 2398711"/>
              <a:gd name="connsiteX42845" fmla="*/ 960899 w 2119654"/>
              <a:gd name="connsiteY42845" fmla="*/ 2189354 h 2398711"/>
              <a:gd name="connsiteX42846" fmla="*/ 958599 w 2119654"/>
              <a:gd name="connsiteY42846" fmla="*/ 2187860 h 2398711"/>
              <a:gd name="connsiteX42847" fmla="*/ 1584690 w 2119654"/>
              <a:gd name="connsiteY42847" fmla="*/ 783567 h 2398711"/>
              <a:gd name="connsiteX42848" fmla="*/ 1585741 w 2119654"/>
              <a:gd name="connsiteY42848" fmla="*/ 786038 h 2398711"/>
              <a:gd name="connsiteX42849" fmla="*/ 1586397 w 2119654"/>
              <a:gd name="connsiteY42849" fmla="*/ 781399 h 2398711"/>
              <a:gd name="connsiteX42850" fmla="*/ 945784 w 2119654"/>
              <a:gd name="connsiteY42850" fmla="*/ 2214086 h 2398711"/>
              <a:gd name="connsiteX42851" fmla="*/ 952447 w 2119654"/>
              <a:gd name="connsiteY42851" fmla="*/ 2213907 h 2398711"/>
              <a:gd name="connsiteX42852" fmla="*/ 947997 w 2119654"/>
              <a:gd name="connsiteY42852" fmla="*/ 2211899 h 2398711"/>
              <a:gd name="connsiteX42853" fmla="*/ 1597325 w 2119654"/>
              <a:gd name="connsiteY42853" fmla="*/ 755028 h 2398711"/>
              <a:gd name="connsiteX42854" fmla="*/ 1597303 w 2119654"/>
              <a:gd name="connsiteY42854" fmla="*/ 760025 h 2398711"/>
              <a:gd name="connsiteX42855" fmla="*/ 1600297 w 2119654"/>
              <a:gd name="connsiteY42855" fmla="*/ 767102 h 2398711"/>
              <a:gd name="connsiteX42856" fmla="*/ 1618109 w 2119654"/>
              <a:gd name="connsiteY42856" fmla="*/ 708021 h 2398711"/>
              <a:gd name="connsiteX42857" fmla="*/ 1613303 w 2119654"/>
              <a:gd name="connsiteY42857" fmla="*/ 727070 h 2398711"/>
              <a:gd name="connsiteX42858" fmla="*/ 1613518 w 2119654"/>
              <a:gd name="connsiteY42858" fmla="*/ 727638 h 2398711"/>
              <a:gd name="connsiteX42859" fmla="*/ 1613863 w 2119654"/>
              <a:gd name="connsiteY42859" fmla="*/ 727113 h 2398711"/>
              <a:gd name="connsiteX42860" fmla="*/ 1613920 w 2119654"/>
              <a:gd name="connsiteY42860" fmla="*/ 727437 h 2398711"/>
              <a:gd name="connsiteX42861" fmla="*/ 1613616 w 2119654"/>
              <a:gd name="connsiteY42861" fmla="*/ 727898 h 2398711"/>
              <a:gd name="connsiteX42862" fmla="*/ 1617104 w 2119654"/>
              <a:gd name="connsiteY42862" fmla="*/ 737167 h 2398711"/>
              <a:gd name="connsiteX42863" fmla="*/ 1617883 w 2119654"/>
              <a:gd name="connsiteY42863" fmla="*/ 723003 h 2398711"/>
              <a:gd name="connsiteX42864" fmla="*/ 925479 w 2119654"/>
              <a:gd name="connsiteY42864" fmla="*/ 2258855 h 2398711"/>
              <a:gd name="connsiteX42865" fmla="*/ 925645 w 2119654"/>
              <a:gd name="connsiteY42865" fmla="*/ 2259099 h 2398711"/>
              <a:gd name="connsiteX42866" fmla="*/ 925893 w 2119654"/>
              <a:gd name="connsiteY42866" fmla="*/ 2258867 h 2398711"/>
              <a:gd name="connsiteX42867" fmla="*/ 957631 w 2119654"/>
              <a:gd name="connsiteY42867" fmla="*/ 2186761 h 2398711"/>
              <a:gd name="connsiteX42868" fmla="*/ 958166 w 2119654"/>
              <a:gd name="connsiteY42868" fmla="*/ 2187108 h 2398711"/>
              <a:gd name="connsiteX42869" fmla="*/ 958522 w 2119654"/>
              <a:gd name="connsiteY42869" fmla="*/ 2186927 h 2398711"/>
              <a:gd name="connsiteX42870" fmla="*/ 958221 w 2119654"/>
              <a:gd name="connsiteY42870" fmla="*/ 2186664 h 2398711"/>
              <a:gd name="connsiteX42871" fmla="*/ 923839 w 2119654"/>
              <a:gd name="connsiteY42871" fmla="*/ 2261680 h 2398711"/>
              <a:gd name="connsiteX42872" fmla="*/ 926224 w 2119654"/>
              <a:gd name="connsiteY42872" fmla="*/ 2260495 h 2398711"/>
              <a:gd name="connsiteX42873" fmla="*/ 925897 w 2119654"/>
              <a:gd name="connsiteY42873" fmla="*/ 2260083 h 2398711"/>
              <a:gd name="connsiteX42874" fmla="*/ 944424 w 2119654"/>
              <a:gd name="connsiteY42874" fmla="*/ 2215431 h 2398711"/>
              <a:gd name="connsiteX42875" fmla="*/ 948023 w 2119654"/>
              <a:gd name="connsiteY42875" fmla="*/ 2219500 h 2398711"/>
              <a:gd name="connsiteX42876" fmla="*/ 957209 w 2119654"/>
              <a:gd name="connsiteY42876" fmla="*/ 2220746 h 2398711"/>
              <a:gd name="connsiteX42877" fmla="*/ 957839 w 2119654"/>
              <a:gd name="connsiteY42877" fmla="*/ 2220580 h 2398711"/>
              <a:gd name="connsiteX42878" fmla="*/ 953326 w 2119654"/>
              <a:gd name="connsiteY42878" fmla="*/ 2214924 h 2398711"/>
              <a:gd name="connsiteX42879" fmla="*/ 949313 w 2119654"/>
              <a:gd name="connsiteY42879" fmla="*/ 2215031 h 2398711"/>
              <a:gd name="connsiteX42880" fmla="*/ 944888 w 2119654"/>
              <a:gd name="connsiteY42880" fmla="*/ 2214973 h 2398711"/>
              <a:gd name="connsiteX42881" fmla="*/ 1597875 w 2119654"/>
              <a:gd name="connsiteY42881" fmla="*/ 751790 h 2398711"/>
              <a:gd name="connsiteX42882" fmla="*/ 1601159 w 2119654"/>
              <a:gd name="connsiteY42882" fmla="*/ 765140 h 2398711"/>
              <a:gd name="connsiteX42883" fmla="*/ 1603954 w 2119654"/>
              <a:gd name="connsiteY42883" fmla="*/ 755692 h 2398711"/>
              <a:gd name="connsiteX42884" fmla="*/ 1601072 w 2119654"/>
              <a:gd name="connsiteY42884" fmla="*/ 746937 h 2398711"/>
              <a:gd name="connsiteX42885" fmla="*/ 961590 w 2119654"/>
              <a:gd name="connsiteY42885" fmla="*/ 2176243 h 2398711"/>
              <a:gd name="connsiteX42886" fmla="*/ 961820 w 2119654"/>
              <a:gd name="connsiteY42886" fmla="*/ 2176616 h 2398711"/>
              <a:gd name="connsiteX42887" fmla="*/ 963839 w 2119654"/>
              <a:gd name="connsiteY42887" fmla="*/ 2176098 h 2398711"/>
              <a:gd name="connsiteX42888" fmla="*/ 965309 w 2119654"/>
              <a:gd name="connsiteY42888" fmla="*/ 2175336 h 2398711"/>
              <a:gd name="connsiteX42889" fmla="*/ 965730 w 2119654"/>
              <a:gd name="connsiteY42889" fmla="*/ 2175094 h 2398711"/>
              <a:gd name="connsiteX42890" fmla="*/ 969279 w 2119654"/>
              <a:gd name="connsiteY42890" fmla="*/ 2172984 h 2398711"/>
              <a:gd name="connsiteX42891" fmla="*/ 966767 w 2119654"/>
              <a:gd name="connsiteY42891" fmla="*/ 2173508 h 2398711"/>
              <a:gd name="connsiteX42892" fmla="*/ 1619336 w 2119654"/>
              <a:gd name="connsiteY42892" fmla="*/ 703156 h 2398711"/>
              <a:gd name="connsiteX42893" fmla="*/ 1619064 w 2119654"/>
              <a:gd name="connsiteY42893" fmla="*/ 704235 h 2398711"/>
              <a:gd name="connsiteX42894" fmla="*/ 1618672 w 2119654"/>
              <a:gd name="connsiteY42894" fmla="*/ 730309 h 2398711"/>
              <a:gd name="connsiteX42895" fmla="*/ 1619379 w 2119654"/>
              <a:gd name="connsiteY42895" fmla="*/ 703908 h 2398711"/>
              <a:gd name="connsiteX42896" fmla="*/ 951780 w 2119654"/>
              <a:gd name="connsiteY42896" fmla="*/ 2197871 h 2398711"/>
              <a:gd name="connsiteX42897" fmla="*/ 952006 w 2119654"/>
              <a:gd name="connsiteY42897" fmla="*/ 2198250 h 2398711"/>
              <a:gd name="connsiteX42898" fmla="*/ 952231 w 2119654"/>
              <a:gd name="connsiteY42898" fmla="*/ 2198025 h 2398711"/>
              <a:gd name="connsiteX42899" fmla="*/ 937945 w 2119654"/>
              <a:gd name="connsiteY42899" fmla="*/ 2228787 h 2398711"/>
              <a:gd name="connsiteX42900" fmla="*/ 939303 w 2119654"/>
              <a:gd name="connsiteY42900" fmla="*/ 2231486 h 2398711"/>
              <a:gd name="connsiteX42901" fmla="*/ 942677 w 2119654"/>
              <a:gd name="connsiteY42901" fmla="*/ 2229894 h 2398711"/>
              <a:gd name="connsiteX42902" fmla="*/ 940153 w 2119654"/>
              <a:gd name="connsiteY42902" fmla="*/ 2228306 h 2398711"/>
              <a:gd name="connsiteX42903" fmla="*/ 939235 w 2119654"/>
              <a:gd name="connsiteY42903" fmla="*/ 2228547 h 2398711"/>
              <a:gd name="connsiteX42904" fmla="*/ 943501 w 2119654"/>
              <a:gd name="connsiteY42904" fmla="*/ 2216342 h 2398711"/>
              <a:gd name="connsiteX42905" fmla="*/ 943658 w 2119654"/>
              <a:gd name="connsiteY42905" fmla="*/ 2218908 h 2398711"/>
              <a:gd name="connsiteX42906" fmla="*/ 945807 w 2119654"/>
              <a:gd name="connsiteY42906" fmla="*/ 2219199 h 2398711"/>
              <a:gd name="connsiteX42907" fmla="*/ 944506 w 2119654"/>
              <a:gd name="connsiteY42907" fmla="*/ 2217379 h 2398711"/>
              <a:gd name="connsiteX42908" fmla="*/ 944004 w 2119654"/>
              <a:gd name="connsiteY42908" fmla="*/ 2216907 h 2398711"/>
              <a:gd name="connsiteX42909" fmla="*/ 943503 w 2119654"/>
              <a:gd name="connsiteY42909" fmla="*/ 2216341 h 2398711"/>
              <a:gd name="connsiteX42910" fmla="*/ 1586104 w 2119654"/>
              <a:gd name="connsiteY42910" fmla="*/ 777223 h 2398711"/>
              <a:gd name="connsiteX42911" fmla="*/ 1584481 w 2119654"/>
              <a:gd name="connsiteY42911" fmla="*/ 783072 h 2398711"/>
              <a:gd name="connsiteX42912" fmla="*/ 1584590 w 2119654"/>
              <a:gd name="connsiteY42912" fmla="*/ 783328 h 2398711"/>
              <a:gd name="connsiteX42913" fmla="*/ 1586460 w 2119654"/>
              <a:gd name="connsiteY42913" fmla="*/ 780954 h 2398711"/>
              <a:gd name="connsiteX42914" fmla="*/ 1586723 w 2119654"/>
              <a:gd name="connsiteY42914" fmla="*/ 779100 h 2398711"/>
              <a:gd name="connsiteX42915" fmla="*/ 946441 w 2119654"/>
              <a:gd name="connsiteY42915" fmla="*/ 2209431 h 2398711"/>
              <a:gd name="connsiteX42916" fmla="*/ 947337 w 2119654"/>
              <a:gd name="connsiteY42916" fmla="*/ 2209917 h 2398711"/>
              <a:gd name="connsiteX42917" fmla="*/ 947773 w 2119654"/>
              <a:gd name="connsiteY42917" fmla="*/ 2209680 h 2398711"/>
              <a:gd name="connsiteX42918" fmla="*/ 948674 w 2119654"/>
              <a:gd name="connsiteY42918" fmla="*/ 2209094 h 2398711"/>
              <a:gd name="connsiteX42919" fmla="*/ 948363 w 2119654"/>
              <a:gd name="connsiteY42919" fmla="*/ 2208704 h 2398711"/>
              <a:gd name="connsiteX42920" fmla="*/ 1595406 w 2119654"/>
              <a:gd name="connsiteY42920" fmla="*/ 755537 h 2398711"/>
              <a:gd name="connsiteX42921" fmla="*/ 1596494 w 2119654"/>
              <a:gd name="connsiteY42921" fmla="*/ 758113 h 2398711"/>
              <a:gd name="connsiteX42922" fmla="*/ 1596514 w 2119654"/>
              <a:gd name="connsiteY42922" fmla="*/ 753857 h 2398711"/>
              <a:gd name="connsiteX42923" fmla="*/ 1601989 w 2119654"/>
              <a:gd name="connsiteY42923" fmla="*/ 740492 h 2398711"/>
              <a:gd name="connsiteX42924" fmla="*/ 1602607 w 2119654"/>
              <a:gd name="connsiteY42924" fmla="*/ 744199 h 2398711"/>
              <a:gd name="connsiteX42925" fmla="*/ 1602713 w 2119654"/>
              <a:gd name="connsiteY42925" fmla="*/ 744037 h 2398711"/>
              <a:gd name="connsiteX42926" fmla="*/ 932073 w 2119654"/>
              <a:gd name="connsiteY42926" fmla="*/ 2240537 h 2398711"/>
              <a:gd name="connsiteX42927" fmla="*/ 935177 w 2119654"/>
              <a:gd name="connsiteY42927" fmla="*/ 2240823 h 2398711"/>
              <a:gd name="connsiteX42928" fmla="*/ 941649 w 2119654"/>
              <a:gd name="connsiteY42928" fmla="*/ 2239121 h 2398711"/>
              <a:gd name="connsiteX42929" fmla="*/ 942695 w 2119654"/>
              <a:gd name="connsiteY42929" fmla="*/ 2238706 h 2398711"/>
              <a:gd name="connsiteX42930" fmla="*/ 941394 w 2119654"/>
              <a:gd name="connsiteY42930" fmla="*/ 2236209 h 2398711"/>
              <a:gd name="connsiteX42931" fmla="*/ 960003 w 2119654"/>
              <a:gd name="connsiteY42931" fmla="*/ 2177083 h 2398711"/>
              <a:gd name="connsiteX42932" fmla="*/ 961484 w 2119654"/>
              <a:gd name="connsiteY42932" fmla="*/ 2176702 h 2398711"/>
              <a:gd name="connsiteX42933" fmla="*/ 961297 w 2119654"/>
              <a:gd name="connsiteY42933" fmla="*/ 2176399 h 2398711"/>
              <a:gd name="connsiteX42934" fmla="*/ 1620955 w 2119654"/>
              <a:gd name="connsiteY42934" fmla="*/ 696739 h 2398711"/>
              <a:gd name="connsiteX42935" fmla="*/ 1619780 w 2119654"/>
              <a:gd name="connsiteY42935" fmla="*/ 701396 h 2398711"/>
              <a:gd name="connsiteX42936" fmla="*/ 1620418 w 2119654"/>
              <a:gd name="connsiteY42936" fmla="*/ 726014 h 2398711"/>
              <a:gd name="connsiteX42937" fmla="*/ 1620639 w 2119654"/>
              <a:gd name="connsiteY42937" fmla="*/ 724793 h 2398711"/>
              <a:gd name="connsiteX42938" fmla="*/ 1620779 w 2119654"/>
              <a:gd name="connsiteY42938" fmla="*/ 718323 h 2398711"/>
              <a:gd name="connsiteX42939" fmla="*/ 946792 w 2119654"/>
              <a:gd name="connsiteY42939" fmla="*/ 2206299 h 2398711"/>
              <a:gd name="connsiteX42940" fmla="*/ 947456 w 2119654"/>
              <a:gd name="connsiteY42940" fmla="*/ 2207155 h 2398711"/>
              <a:gd name="connsiteX42941" fmla="*/ 954012 w 2119654"/>
              <a:gd name="connsiteY42941" fmla="*/ 2204675 h 2398711"/>
              <a:gd name="connsiteX42942" fmla="*/ 954941 w 2119654"/>
              <a:gd name="connsiteY42942" fmla="*/ 2203757 h 2398711"/>
              <a:gd name="connsiteX42943" fmla="*/ 954564 w 2119654"/>
              <a:gd name="connsiteY42943" fmla="*/ 2203126 h 2398711"/>
              <a:gd name="connsiteX42944" fmla="*/ 948875 w 2119654"/>
              <a:gd name="connsiteY42944" fmla="*/ 2204498 h 2398711"/>
              <a:gd name="connsiteX42945" fmla="*/ 941238 w 2119654"/>
              <a:gd name="connsiteY42945" fmla="*/ 2218579 h 2398711"/>
              <a:gd name="connsiteX42946" fmla="*/ 943522 w 2119654"/>
              <a:gd name="connsiteY42946" fmla="*/ 2218889 h 2398711"/>
              <a:gd name="connsiteX42947" fmla="*/ 943375 w 2119654"/>
              <a:gd name="connsiteY42947" fmla="*/ 2216468 h 2398711"/>
              <a:gd name="connsiteX42948" fmla="*/ 956718 w 2119654"/>
              <a:gd name="connsiteY42948" fmla="*/ 2183709 h 2398711"/>
              <a:gd name="connsiteX42949" fmla="*/ 958960 w 2119654"/>
              <a:gd name="connsiteY42949" fmla="*/ 2183485 h 2398711"/>
              <a:gd name="connsiteX42950" fmla="*/ 959103 w 2119654"/>
              <a:gd name="connsiteY42950" fmla="*/ 2183444 h 2398711"/>
              <a:gd name="connsiteX42951" fmla="*/ 958969 w 2119654"/>
              <a:gd name="connsiteY42951" fmla="*/ 2183298 h 2398711"/>
              <a:gd name="connsiteX42952" fmla="*/ 957685 w 2119654"/>
              <a:gd name="connsiteY42952" fmla="*/ 2183222 h 2398711"/>
              <a:gd name="connsiteX42953" fmla="*/ 960685 w 2119654"/>
              <a:gd name="connsiteY42953" fmla="*/ 2174774 h 2398711"/>
              <a:gd name="connsiteX42954" fmla="*/ 961305 w 2119654"/>
              <a:gd name="connsiteY42954" fmla="*/ 2175780 h 2398711"/>
              <a:gd name="connsiteX42955" fmla="*/ 964044 w 2119654"/>
              <a:gd name="connsiteY42955" fmla="*/ 2174075 h 2398711"/>
              <a:gd name="connsiteX42956" fmla="*/ 943334 w 2119654"/>
              <a:gd name="connsiteY42956" fmla="*/ 2213585 h 2398711"/>
              <a:gd name="connsiteX42957" fmla="*/ 943339 w 2119654"/>
              <a:gd name="connsiteY42957" fmla="*/ 2213668 h 2398711"/>
              <a:gd name="connsiteX42958" fmla="*/ 943629 w 2119654"/>
              <a:gd name="connsiteY42958" fmla="*/ 2214143 h 2398711"/>
              <a:gd name="connsiteX42959" fmla="*/ 944457 w 2119654"/>
              <a:gd name="connsiteY42959" fmla="*/ 2214122 h 2398711"/>
              <a:gd name="connsiteX42960" fmla="*/ 946822 w 2119654"/>
              <a:gd name="connsiteY42960" fmla="*/ 2211783 h 2398711"/>
              <a:gd name="connsiteX42961" fmla="*/ 946529 w 2119654"/>
              <a:gd name="connsiteY42961" fmla="*/ 2211849 h 2398711"/>
              <a:gd name="connsiteX42962" fmla="*/ 1621310 w 2119654"/>
              <a:gd name="connsiteY42962" fmla="*/ 695332 h 2398711"/>
              <a:gd name="connsiteX42963" fmla="*/ 1621287 w 2119654"/>
              <a:gd name="connsiteY42963" fmla="*/ 695423 h 2398711"/>
              <a:gd name="connsiteX42964" fmla="*/ 1621066 w 2119654"/>
              <a:gd name="connsiteY42964" fmla="*/ 722438 h 2398711"/>
              <a:gd name="connsiteX42965" fmla="*/ 1622183 w 2119654"/>
              <a:gd name="connsiteY42965" fmla="*/ 716289 h 2398711"/>
              <a:gd name="connsiteX42966" fmla="*/ 1622407 w 2119654"/>
              <a:gd name="connsiteY42966" fmla="*/ 716630 h 2398711"/>
              <a:gd name="connsiteX42967" fmla="*/ 1621053 w 2119654"/>
              <a:gd name="connsiteY42967" fmla="*/ 724085 h 2398711"/>
              <a:gd name="connsiteX42968" fmla="*/ 1620981 w 2119654"/>
              <a:gd name="connsiteY42968" fmla="*/ 733010 h 2398711"/>
              <a:gd name="connsiteX42969" fmla="*/ 1621995 w 2119654"/>
              <a:gd name="connsiteY42969" fmla="*/ 729831 h 2398711"/>
              <a:gd name="connsiteX42970" fmla="*/ 1620977 w 2119654"/>
              <a:gd name="connsiteY42970" fmla="*/ 733402 h 2398711"/>
              <a:gd name="connsiteX42971" fmla="*/ 1620865 w 2119654"/>
              <a:gd name="connsiteY42971" fmla="*/ 747163 h 2398711"/>
              <a:gd name="connsiteX42972" fmla="*/ 1622080 w 2119654"/>
              <a:gd name="connsiteY42972" fmla="*/ 750393 h 2398711"/>
              <a:gd name="connsiteX42973" fmla="*/ 1626341 w 2119654"/>
              <a:gd name="connsiteY42973" fmla="*/ 765405 h 2398711"/>
              <a:gd name="connsiteX42974" fmla="*/ 1626785 w 2119654"/>
              <a:gd name="connsiteY42974" fmla="*/ 764631 h 2398711"/>
              <a:gd name="connsiteX42975" fmla="*/ 1630315 w 2119654"/>
              <a:gd name="connsiteY42975" fmla="*/ 758258 h 2398711"/>
              <a:gd name="connsiteX42976" fmla="*/ 1630457 w 2119654"/>
              <a:gd name="connsiteY42976" fmla="*/ 746610 h 2398711"/>
              <a:gd name="connsiteX42977" fmla="*/ 1630601 w 2119654"/>
              <a:gd name="connsiteY42977" fmla="*/ 746797 h 2398711"/>
              <a:gd name="connsiteX42978" fmla="*/ 1630465 w 2119654"/>
              <a:gd name="connsiteY42978" fmla="*/ 757988 h 2398711"/>
              <a:gd name="connsiteX42979" fmla="*/ 1635134 w 2119654"/>
              <a:gd name="connsiteY42979" fmla="*/ 749558 h 2398711"/>
              <a:gd name="connsiteX42980" fmla="*/ 1632067 w 2119654"/>
              <a:gd name="connsiteY42980" fmla="*/ 730117 h 2398711"/>
              <a:gd name="connsiteX42981" fmla="*/ 1631309 w 2119654"/>
              <a:gd name="connsiteY42981" fmla="*/ 725700 h 2398711"/>
              <a:gd name="connsiteX42982" fmla="*/ 1626947 w 2119654"/>
              <a:gd name="connsiteY42982" fmla="*/ 712451 h 2398711"/>
              <a:gd name="connsiteX42983" fmla="*/ 1623410 w 2119654"/>
              <a:gd name="connsiteY42983" fmla="*/ 724862 h 2398711"/>
              <a:gd name="connsiteX42984" fmla="*/ 1626884 w 2119654"/>
              <a:gd name="connsiteY42984" fmla="*/ 712259 h 2398711"/>
              <a:gd name="connsiteX42985" fmla="*/ 1619133 w 2119654"/>
              <a:gd name="connsiteY42985" fmla="*/ 699614 h 2398711"/>
              <a:gd name="connsiteX42986" fmla="*/ 1619096 w 2119654"/>
              <a:gd name="connsiteY42986" fmla="*/ 702053 h 2398711"/>
              <a:gd name="connsiteX42987" fmla="*/ 1619240 w 2119654"/>
              <a:gd name="connsiteY42987" fmla="*/ 701483 h 2398711"/>
              <a:gd name="connsiteX42988" fmla="*/ 1591325 w 2119654"/>
              <a:gd name="connsiteY42988" fmla="*/ 761731 h 2398711"/>
              <a:gd name="connsiteX42989" fmla="*/ 1592112 w 2119654"/>
              <a:gd name="connsiteY42989" fmla="*/ 773783 h 2398711"/>
              <a:gd name="connsiteX42990" fmla="*/ 1595622 w 2119654"/>
              <a:gd name="connsiteY42990" fmla="*/ 769328 h 2398711"/>
              <a:gd name="connsiteX42991" fmla="*/ 1595652 w 2119654"/>
              <a:gd name="connsiteY42991" fmla="*/ 769657 h 2398711"/>
              <a:gd name="connsiteX42992" fmla="*/ 1592134 w 2119654"/>
              <a:gd name="connsiteY42992" fmla="*/ 774119 h 2398711"/>
              <a:gd name="connsiteX42993" fmla="*/ 1592445 w 2119654"/>
              <a:gd name="connsiteY42993" fmla="*/ 778884 h 2398711"/>
              <a:gd name="connsiteX42994" fmla="*/ 1592467 w 2119654"/>
              <a:gd name="connsiteY42994" fmla="*/ 779309 h 2398711"/>
              <a:gd name="connsiteX42995" fmla="*/ 1594979 w 2119654"/>
              <a:gd name="connsiteY42995" fmla="*/ 786032 h 2398711"/>
              <a:gd name="connsiteX42996" fmla="*/ 1596392 w 2119654"/>
              <a:gd name="connsiteY42996" fmla="*/ 781254 h 2398711"/>
              <a:gd name="connsiteX42997" fmla="*/ 1596465 w 2119654"/>
              <a:gd name="connsiteY42997" fmla="*/ 764998 h 2398711"/>
              <a:gd name="connsiteX42998" fmla="*/ 1593711 w 2119654"/>
              <a:gd name="connsiteY42998" fmla="*/ 758110 h 2398711"/>
              <a:gd name="connsiteX42999" fmla="*/ 954668 w 2119654"/>
              <a:gd name="connsiteY42999" fmla="*/ 2187248 h 2398711"/>
              <a:gd name="connsiteX43000" fmla="*/ 956310 w 2119654"/>
              <a:gd name="connsiteY43000" fmla="*/ 2188051 h 2398711"/>
              <a:gd name="connsiteX43001" fmla="*/ 957759 w 2119654"/>
              <a:gd name="connsiteY43001" fmla="*/ 2187315 h 2398711"/>
              <a:gd name="connsiteX43002" fmla="*/ 957053 w 2119654"/>
              <a:gd name="connsiteY43002" fmla="*/ 2186856 h 2398711"/>
              <a:gd name="connsiteX43003" fmla="*/ 958559 w 2119654"/>
              <a:gd name="connsiteY43003" fmla="*/ 2178146 h 2398711"/>
              <a:gd name="connsiteX43004" fmla="*/ 959158 w 2119654"/>
              <a:gd name="connsiteY43004" fmla="*/ 2178522 h 2398711"/>
              <a:gd name="connsiteX43005" fmla="*/ 961187 w 2119654"/>
              <a:gd name="connsiteY43005" fmla="*/ 2177471 h 2398711"/>
              <a:gd name="connsiteX43006" fmla="*/ 923577 w 2119654"/>
              <a:gd name="connsiteY43006" fmla="*/ 2256061 h 2398711"/>
              <a:gd name="connsiteX43007" fmla="*/ 924669 w 2119654"/>
              <a:gd name="connsiteY43007" fmla="*/ 2257666 h 2398711"/>
              <a:gd name="connsiteX43008" fmla="*/ 927206 w 2119654"/>
              <a:gd name="connsiteY43008" fmla="*/ 2257635 h 2398711"/>
              <a:gd name="connsiteX43009" fmla="*/ 936957 w 2119654"/>
              <a:gd name="connsiteY43009" fmla="*/ 2248486 h 2398711"/>
              <a:gd name="connsiteX43010" fmla="*/ 1589736 w 2119654"/>
              <a:gd name="connsiteY43010" fmla="*/ 764144 h 2398711"/>
              <a:gd name="connsiteX43011" fmla="*/ 1589121 w 2119654"/>
              <a:gd name="connsiteY43011" fmla="*/ 766357 h 2398711"/>
              <a:gd name="connsiteX43012" fmla="*/ 1590777 w 2119654"/>
              <a:gd name="connsiteY43012" fmla="*/ 774786 h 2398711"/>
              <a:gd name="connsiteX43013" fmla="*/ 1590952 w 2119654"/>
              <a:gd name="connsiteY43013" fmla="*/ 775255 h 2398711"/>
              <a:gd name="connsiteX43014" fmla="*/ 1591824 w 2119654"/>
              <a:gd name="connsiteY43014" fmla="*/ 774149 h 2398711"/>
              <a:gd name="connsiteX43015" fmla="*/ 1591484 w 2119654"/>
              <a:gd name="connsiteY43015" fmla="*/ 766294 h 2398711"/>
              <a:gd name="connsiteX43016" fmla="*/ 1591199 w 2119654"/>
              <a:gd name="connsiteY43016" fmla="*/ 761923 h 2398711"/>
              <a:gd name="connsiteX43017" fmla="*/ 949666 w 2119654"/>
              <a:gd name="connsiteY43017" fmla="*/ 2197153 h 2398711"/>
              <a:gd name="connsiteX43018" fmla="*/ 951641 w 2119654"/>
              <a:gd name="connsiteY43018" fmla="*/ 2198615 h 2398711"/>
              <a:gd name="connsiteX43019" fmla="*/ 951786 w 2119654"/>
              <a:gd name="connsiteY43019" fmla="*/ 2198471 h 2398711"/>
              <a:gd name="connsiteX43020" fmla="*/ 951338 w 2119654"/>
              <a:gd name="connsiteY43020" fmla="*/ 2197722 h 2398711"/>
              <a:gd name="connsiteX43021" fmla="*/ 944517 w 2119654"/>
              <a:gd name="connsiteY43021" fmla="*/ 2208266 h 2398711"/>
              <a:gd name="connsiteX43022" fmla="*/ 947203 w 2119654"/>
              <a:gd name="connsiteY43022" fmla="*/ 2207250 h 2398711"/>
              <a:gd name="connsiteX43023" fmla="*/ 946587 w 2119654"/>
              <a:gd name="connsiteY43023" fmla="*/ 2206476 h 2398711"/>
              <a:gd name="connsiteX43024" fmla="*/ 936566 w 2119654"/>
              <a:gd name="connsiteY43024" fmla="*/ 2226049 h 2398711"/>
              <a:gd name="connsiteX43025" fmla="*/ 936622 w 2119654"/>
              <a:gd name="connsiteY43025" fmla="*/ 2226162 h 2398711"/>
              <a:gd name="connsiteX43026" fmla="*/ 936709 w 2119654"/>
              <a:gd name="connsiteY43026" fmla="*/ 2226139 h 2398711"/>
              <a:gd name="connsiteX43027" fmla="*/ 943169 w 2119654"/>
              <a:gd name="connsiteY43027" fmla="*/ 2210667 h 2398711"/>
              <a:gd name="connsiteX43028" fmla="*/ 943211 w 2119654"/>
              <a:gd name="connsiteY43028" fmla="*/ 2211552 h 2398711"/>
              <a:gd name="connsiteX43029" fmla="*/ 943243 w 2119654"/>
              <a:gd name="connsiteY43029" fmla="*/ 2212080 h 2398711"/>
              <a:gd name="connsiteX43030" fmla="*/ 943438 w 2119654"/>
              <a:gd name="connsiteY43030" fmla="*/ 2212036 h 2398711"/>
              <a:gd name="connsiteX43031" fmla="*/ 945645 w 2119654"/>
              <a:gd name="connsiteY43031" fmla="*/ 2210837 h 2398711"/>
              <a:gd name="connsiteX43032" fmla="*/ 944313 w 2119654"/>
              <a:gd name="connsiteY43032" fmla="*/ 2210235 h 2398711"/>
              <a:gd name="connsiteX43033" fmla="*/ 1591038 w 2119654"/>
              <a:gd name="connsiteY43033" fmla="*/ 759454 h 2398711"/>
              <a:gd name="connsiteX43034" fmla="*/ 1590151 w 2119654"/>
              <a:gd name="connsiteY43034" fmla="*/ 762645 h 2398711"/>
              <a:gd name="connsiteX43035" fmla="*/ 1591150 w 2119654"/>
              <a:gd name="connsiteY43035" fmla="*/ 761175 h 2398711"/>
              <a:gd name="connsiteX43036" fmla="*/ 956838 w 2119654"/>
              <a:gd name="connsiteY43036" fmla="*/ 2178913 h 2398711"/>
              <a:gd name="connsiteX43037" fmla="*/ 956903 w 2119654"/>
              <a:gd name="connsiteY43037" fmla="*/ 2178982 h 2398711"/>
              <a:gd name="connsiteX43038" fmla="*/ 958528 w 2119654"/>
              <a:gd name="connsiteY43038" fmla="*/ 2178671 h 2398711"/>
              <a:gd name="connsiteX43039" fmla="*/ 957933 w 2119654"/>
              <a:gd name="connsiteY43039" fmla="*/ 2178307 h 2398711"/>
              <a:gd name="connsiteX43040" fmla="*/ 957728 w 2119654"/>
              <a:gd name="connsiteY43040" fmla="*/ 2178359 h 2398711"/>
              <a:gd name="connsiteX43041" fmla="*/ 951142 w 2119654"/>
              <a:gd name="connsiteY43041" fmla="*/ 2191644 h 2398711"/>
              <a:gd name="connsiteX43042" fmla="*/ 951541 w 2119654"/>
              <a:gd name="connsiteY43042" fmla="*/ 2192402 h 2398711"/>
              <a:gd name="connsiteX43043" fmla="*/ 956558 w 2119654"/>
              <a:gd name="connsiteY43043" fmla="*/ 2193696 h 2398711"/>
              <a:gd name="connsiteX43044" fmla="*/ 959383 w 2119654"/>
              <a:gd name="connsiteY43044" fmla="*/ 2190870 h 2398711"/>
              <a:gd name="connsiteX43045" fmla="*/ 955786 w 2119654"/>
              <a:gd name="connsiteY43045" fmla="*/ 2189288 h 2398711"/>
              <a:gd name="connsiteX43046" fmla="*/ 955361 w 2119654"/>
              <a:gd name="connsiteY43046" fmla="*/ 2189504 h 2398711"/>
              <a:gd name="connsiteX43047" fmla="*/ 954041 w 2119654"/>
              <a:gd name="connsiteY43047" fmla="*/ 2190465 h 2398711"/>
              <a:gd name="connsiteX43048" fmla="*/ 953854 w 2119654"/>
              <a:gd name="connsiteY43048" fmla="*/ 2190457 h 2398711"/>
              <a:gd name="connsiteX43049" fmla="*/ 954710 w 2119654"/>
              <a:gd name="connsiteY43049" fmla="*/ 2189834 h 2398711"/>
              <a:gd name="connsiteX43050" fmla="*/ 1592354 w 2119654"/>
              <a:gd name="connsiteY43050" fmla="*/ 754715 h 2398711"/>
              <a:gd name="connsiteX43051" fmla="*/ 1591149 w 2119654"/>
              <a:gd name="connsiteY43051" fmla="*/ 759050 h 2398711"/>
              <a:gd name="connsiteX43052" fmla="*/ 1591276 w 2119654"/>
              <a:gd name="connsiteY43052" fmla="*/ 760988 h 2398711"/>
              <a:gd name="connsiteX43053" fmla="*/ 1593533 w 2119654"/>
              <a:gd name="connsiteY43053" fmla="*/ 757664 h 2398711"/>
              <a:gd name="connsiteX43054" fmla="*/ 941823 w 2119654"/>
              <a:gd name="connsiteY43054" fmla="*/ 2211176 h 2398711"/>
              <a:gd name="connsiteX43055" fmla="*/ 942477 w 2119654"/>
              <a:gd name="connsiteY43055" fmla="*/ 2212252 h 2398711"/>
              <a:gd name="connsiteX43056" fmla="*/ 943110 w 2119654"/>
              <a:gd name="connsiteY43056" fmla="*/ 2212110 h 2398711"/>
              <a:gd name="connsiteX43057" fmla="*/ 943025 w 2119654"/>
              <a:gd name="connsiteY43057" fmla="*/ 2210722 h 2398711"/>
              <a:gd name="connsiteX43058" fmla="*/ 920654 w 2119654"/>
              <a:gd name="connsiteY43058" fmla="*/ 2257715 h 2398711"/>
              <a:gd name="connsiteX43059" fmla="*/ 923986 w 2119654"/>
              <a:gd name="connsiteY43059" fmla="*/ 2257674 h 2398711"/>
              <a:gd name="connsiteX43060" fmla="*/ 922976 w 2119654"/>
              <a:gd name="connsiteY43060" fmla="*/ 2256401 h 2398711"/>
              <a:gd name="connsiteX43061" fmla="*/ 935607 w 2119654"/>
              <a:gd name="connsiteY43061" fmla="*/ 2224144 h 2398711"/>
              <a:gd name="connsiteX43062" fmla="*/ 935718 w 2119654"/>
              <a:gd name="connsiteY43062" fmla="*/ 2224366 h 2398711"/>
              <a:gd name="connsiteX43063" fmla="*/ 937860 w 2119654"/>
              <a:gd name="connsiteY43063" fmla="*/ 2225836 h 2398711"/>
              <a:gd name="connsiteX43064" fmla="*/ 943849 w 2119654"/>
              <a:gd name="connsiteY43064" fmla="*/ 2224261 h 2398711"/>
              <a:gd name="connsiteX43065" fmla="*/ 943609 w 2119654"/>
              <a:gd name="connsiteY43065" fmla="*/ 2220315 h 2398711"/>
              <a:gd name="connsiteX43066" fmla="*/ 939981 w 2119654"/>
              <a:gd name="connsiteY43066" fmla="*/ 2219823 h 2398711"/>
              <a:gd name="connsiteX43067" fmla="*/ 935687 w 2119654"/>
              <a:gd name="connsiteY43067" fmla="*/ 2224067 h 2398711"/>
              <a:gd name="connsiteX43068" fmla="*/ 956421 w 2119654"/>
              <a:gd name="connsiteY43068" fmla="*/ 2176800 h 2398711"/>
              <a:gd name="connsiteX43069" fmla="*/ 957778 w 2119654"/>
              <a:gd name="connsiteY43069" fmla="*/ 2177654 h 2398711"/>
              <a:gd name="connsiteX43070" fmla="*/ 958657 w 2119654"/>
              <a:gd name="connsiteY43070" fmla="*/ 2177429 h 2398711"/>
              <a:gd name="connsiteX43071" fmla="*/ 961023 w 2119654"/>
              <a:gd name="connsiteY43071" fmla="*/ 2175956 h 2398711"/>
              <a:gd name="connsiteX43072" fmla="*/ 960340 w 2119654"/>
              <a:gd name="connsiteY43072" fmla="*/ 2174846 h 2398711"/>
              <a:gd name="connsiteX43073" fmla="*/ 958652 w 2119654"/>
              <a:gd name="connsiteY43073" fmla="*/ 2175198 h 2398711"/>
              <a:gd name="connsiteX43074" fmla="*/ 926591 w 2119654"/>
              <a:gd name="connsiteY43074" fmla="*/ 2243082 h 2398711"/>
              <a:gd name="connsiteX43075" fmla="*/ 928917 w 2119654"/>
              <a:gd name="connsiteY43075" fmla="*/ 2242470 h 2398711"/>
              <a:gd name="connsiteX43076" fmla="*/ 928076 w 2119654"/>
              <a:gd name="connsiteY43076" fmla="*/ 2242393 h 2398711"/>
              <a:gd name="connsiteX43077" fmla="*/ 942946 w 2119654"/>
              <a:gd name="connsiteY43077" fmla="*/ 2205928 h 2398711"/>
              <a:gd name="connsiteX43078" fmla="*/ 943008 w 2119654"/>
              <a:gd name="connsiteY43078" fmla="*/ 2207252 h 2398711"/>
              <a:gd name="connsiteX43079" fmla="*/ 944772 w 2119654"/>
              <a:gd name="connsiteY43079" fmla="*/ 2205487 h 2398711"/>
              <a:gd name="connsiteX43080" fmla="*/ 954909 w 2119654"/>
              <a:gd name="connsiteY43080" fmla="*/ 2179083 h 2398711"/>
              <a:gd name="connsiteX43081" fmla="*/ 955205 w 2119654"/>
              <a:gd name="connsiteY43081" fmla="*/ 2179309 h 2398711"/>
              <a:gd name="connsiteX43082" fmla="*/ 955230 w 2119654"/>
              <a:gd name="connsiteY43082" fmla="*/ 2179305 h 2398711"/>
              <a:gd name="connsiteX43083" fmla="*/ 955268 w 2119654"/>
              <a:gd name="connsiteY43083" fmla="*/ 2179285 h 2398711"/>
              <a:gd name="connsiteX43084" fmla="*/ 955048 w 2119654"/>
              <a:gd name="connsiteY43084" fmla="*/ 2179048 h 2398711"/>
              <a:gd name="connsiteX43085" fmla="*/ 955501 w 2119654"/>
              <a:gd name="connsiteY43085" fmla="*/ 2177462 h 2398711"/>
              <a:gd name="connsiteX43086" fmla="*/ 956081 w 2119654"/>
              <a:gd name="connsiteY43086" fmla="*/ 2178090 h 2398711"/>
              <a:gd name="connsiteX43087" fmla="*/ 957135 w 2119654"/>
              <a:gd name="connsiteY43087" fmla="*/ 2177820 h 2398711"/>
              <a:gd name="connsiteX43088" fmla="*/ 955982 w 2119654"/>
              <a:gd name="connsiteY43088" fmla="*/ 2177116 h 2398711"/>
              <a:gd name="connsiteX43089" fmla="*/ 955829 w 2119654"/>
              <a:gd name="connsiteY43089" fmla="*/ 2176428 h 2398711"/>
              <a:gd name="connsiteX43090" fmla="*/ 956086 w 2119654"/>
              <a:gd name="connsiteY43090" fmla="*/ 2176590 h 2398711"/>
              <a:gd name="connsiteX43091" fmla="*/ 957767 w 2119654"/>
              <a:gd name="connsiteY43091" fmla="*/ 2175383 h 2398711"/>
              <a:gd name="connsiteX43092" fmla="*/ 957569 w 2119654"/>
              <a:gd name="connsiteY43092" fmla="*/ 2175424 h 2398711"/>
              <a:gd name="connsiteX43093" fmla="*/ 1619421 w 2119654"/>
              <a:gd name="connsiteY43093" fmla="*/ 689593 h 2398711"/>
              <a:gd name="connsiteX43094" fmla="*/ 1619509 w 2119654"/>
              <a:gd name="connsiteY43094" fmla="*/ 690929 h 2398711"/>
              <a:gd name="connsiteX43095" fmla="*/ 1619732 w 2119654"/>
              <a:gd name="connsiteY43095" fmla="*/ 699534 h 2398711"/>
              <a:gd name="connsiteX43096" fmla="*/ 1620973 w 2119654"/>
              <a:gd name="connsiteY43096" fmla="*/ 694618 h 2398711"/>
              <a:gd name="connsiteX43097" fmla="*/ 1620975 w 2119654"/>
              <a:gd name="connsiteY43097" fmla="*/ 694313 h 2398711"/>
              <a:gd name="connsiteX43098" fmla="*/ 939003 w 2119654"/>
              <a:gd name="connsiteY43098" fmla="*/ 2213032 h 2398711"/>
              <a:gd name="connsiteX43099" fmla="*/ 940316 w 2119654"/>
              <a:gd name="connsiteY43099" fmla="*/ 2212738 h 2398711"/>
              <a:gd name="connsiteX43100" fmla="*/ 939895 w 2119654"/>
              <a:gd name="connsiteY43100" fmla="*/ 2212261 h 2398711"/>
              <a:gd name="connsiteX43101" fmla="*/ 932741 w 2119654"/>
              <a:gd name="connsiteY43101" fmla="*/ 2226900 h 2398711"/>
              <a:gd name="connsiteX43102" fmla="*/ 934058 w 2119654"/>
              <a:gd name="connsiteY43102" fmla="*/ 2226837 h 2398711"/>
              <a:gd name="connsiteX43103" fmla="*/ 936228 w 2119654"/>
              <a:gd name="connsiteY43103" fmla="*/ 2226266 h 2398711"/>
              <a:gd name="connsiteX43104" fmla="*/ 935911 w 2119654"/>
              <a:gd name="connsiteY43104" fmla="*/ 2225637 h 2398711"/>
              <a:gd name="connsiteX43105" fmla="*/ 934789 w 2119654"/>
              <a:gd name="connsiteY43105" fmla="*/ 2224931 h 2398711"/>
              <a:gd name="connsiteX43106" fmla="*/ 955043 w 2119654"/>
              <a:gd name="connsiteY43106" fmla="*/ 2176880 h 2398711"/>
              <a:gd name="connsiteX43107" fmla="*/ 955103 w 2119654"/>
              <a:gd name="connsiteY43107" fmla="*/ 2177031 h 2398711"/>
              <a:gd name="connsiteX43108" fmla="*/ 955251 w 2119654"/>
              <a:gd name="connsiteY43108" fmla="*/ 2177190 h 2398711"/>
              <a:gd name="connsiteX43109" fmla="*/ 955643 w 2119654"/>
              <a:gd name="connsiteY43109" fmla="*/ 2176908 h 2398711"/>
              <a:gd name="connsiteX43110" fmla="*/ 955328 w 2119654"/>
              <a:gd name="connsiteY43110" fmla="*/ 2176717 h 2398711"/>
              <a:gd name="connsiteX43111" fmla="*/ 932335 w 2119654"/>
              <a:gd name="connsiteY43111" fmla="*/ 2227290 h 2398711"/>
              <a:gd name="connsiteX43112" fmla="*/ 932622 w 2119654"/>
              <a:gd name="connsiteY43112" fmla="*/ 2227214 h 2398711"/>
              <a:gd name="connsiteX43113" fmla="*/ 932403 w 2119654"/>
              <a:gd name="connsiteY43113" fmla="*/ 2227225 h 2398711"/>
              <a:gd name="connsiteX43114" fmla="*/ 954104 w 2119654"/>
              <a:gd name="connsiteY43114" fmla="*/ 2178465 h 2398711"/>
              <a:gd name="connsiteX43115" fmla="*/ 954234 w 2119654"/>
              <a:gd name="connsiteY43115" fmla="*/ 2178565 h 2398711"/>
              <a:gd name="connsiteX43116" fmla="*/ 954533 w 2119654"/>
              <a:gd name="connsiteY43116" fmla="*/ 2178488 h 2398711"/>
              <a:gd name="connsiteX43117" fmla="*/ 954349 w 2119654"/>
              <a:gd name="connsiteY43117" fmla="*/ 2178289 h 2398711"/>
              <a:gd name="connsiteX43118" fmla="*/ 940413 w 2119654"/>
              <a:gd name="connsiteY43118" fmla="*/ 2208862 h 2398711"/>
              <a:gd name="connsiteX43119" fmla="*/ 940786 w 2119654"/>
              <a:gd name="connsiteY43119" fmla="*/ 2209475 h 2398711"/>
              <a:gd name="connsiteX43120" fmla="*/ 941358 w 2119654"/>
              <a:gd name="connsiteY43120" fmla="*/ 2208901 h 2398711"/>
              <a:gd name="connsiteX43121" fmla="*/ 941163 w 2119654"/>
              <a:gd name="connsiteY43121" fmla="*/ 2208813 h 2398711"/>
              <a:gd name="connsiteX43122" fmla="*/ 954865 w 2119654"/>
              <a:gd name="connsiteY43122" fmla="*/ 2176434 h 2398711"/>
              <a:gd name="connsiteX43123" fmla="*/ 954928 w 2119654"/>
              <a:gd name="connsiteY43123" fmla="*/ 2176591 h 2398711"/>
              <a:gd name="connsiteX43124" fmla="*/ 955027 w 2119654"/>
              <a:gd name="connsiteY43124" fmla="*/ 2176533 h 2398711"/>
              <a:gd name="connsiteX43125" fmla="*/ 1582551 w 2119654"/>
              <a:gd name="connsiteY43125" fmla="*/ 770915 h 2398711"/>
              <a:gd name="connsiteX43126" fmla="*/ 1582593 w 2119654"/>
              <a:gd name="connsiteY43126" fmla="*/ 771848 h 2398711"/>
              <a:gd name="connsiteX43127" fmla="*/ 1583197 w 2119654"/>
              <a:gd name="connsiteY43127" fmla="*/ 769670 h 2398711"/>
              <a:gd name="connsiteX43128" fmla="*/ 959362 w 2119654"/>
              <a:gd name="connsiteY43128" fmla="*/ 2166347 h 2398711"/>
              <a:gd name="connsiteX43129" fmla="*/ 960798 w 2119654"/>
              <a:gd name="connsiteY43129" fmla="*/ 2166174 h 2398711"/>
              <a:gd name="connsiteX43130" fmla="*/ 963480 w 2119654"/>
              <a:gd name="connsiteY43130" fmla="*/ 2165649 h 2398711"/>
              <a:gd name="connsiteX43131" fmla="*/ 960087 w 2119654"/>
              <a:gd name="connsiteY43131" fmla="*/ 2165758 h 2398711"/>
              <a:gd name="connsiteX43132" fmla="*/ 955064 w 2119654"/>
              <a:gd name="connsiteY43132" fmla="*/ 2175946 h 2398711"/>
              <a:gd name="connsiteX43133" fmla="*/ 955533 w 2119654"/>
              <a:gd name="connsiteY43133" fmla="*/ 2176241 h 2398711"/>
              <a:gd name="connsiteX43134" fmla="*/ 956599 w 2119654"/>
              <a:gd name="connsiteY43134" fmla="*/ 2175626 h 2398711"/>
              <a:gd name="connsiteX43135" fmla="*/ 953816 w 2119654"/>
              <a:gd name="connsiteY43135" fmla="*/ 2178672 h 2398711"/>
              <a:gd name="connsiteX43136" fmla="*/ 954004 w 2119654"/>
              <a:gd name="connsiteY43136" fmla="*/ 2178624 h 2398711"/>
              <a:gd name="connsiteX43137" fmla="*/ 953945 w 2119654"/>
              <a:gd name="connsiteY43137" fmla="*/ 2178579 h 2398711"/>
              <a:gd name="connsiteX43138" fmla="*/ 949296 w 2119654"/>
              <a:gd name="connsiteY43138" fmla="*/ 2188131 h 2398711"/>
              <a:gd name="connsiteX43139" fmla="*/ 950740 w 2119654"/>
              <a:gd name="connsiteY43139" fmla="*/ 2190878 h 2398711"/>
              <a:gd name="connsiteX43140" fmla="*/ 954761 w 2119654"/>
              <a:gd name="connsiteY43140" fmla="*/ 2188837 h 2398711"/>
              <a:gd name="connsiteX43141" fmla="*/ 954401 w 2119654"/>
              <a:gd name="connsiteY43141" fmla="*/ 2188678 h 2398711"/>
              <a:gd name="connsiteX43142" fmla="*/ 952278 w 2119654"/>
              <a:gd name="connsiteY43142" fmla="*/ 2187641 h 2398711"/>
              <a:gd name="connsiteX43143" fmla="*/ 937528 w 2119654"/>
              <a:gd name="connsiteY43143" fmla="*/ 2214307 h 2398711"/>
              <a:gd name="connsiteX43144" fmla="*/ 939346 w 2119654"/>
              <a:gd name="connsiteY43144" fmla="*/ 2214259 h 2398711"/>
              <a:gd name="connsiteX43145" fmla="*/ 940911 w 2119654"/>
              <a:gd name="connsiteY43145" fmla="*/ 2213409 h 2398711"/>
              <a:gd name="connsiteX43146" fmla="*/ 940692 w 2119654"/>
              <a:gd name="connsiteY43146" fmla="*/ 2213162 h 2398711"/>
              <a:gd name="connsiteX43147" fmla="*/ 938208 w 2119654"/>
              <a:gd name="connsiteY43147" fmla="*/ 2213720 h 2398711"/>
              <a:gd name="connsiteX43148" fmla="*/ 1594440 w 2119654"/>
              <a:gd name="connsiteY43148" fmla="*/ 743292 h 2398711"/>
              <a:gd name="connsiteX43149" fmla="*/ 1593728 w 2119654"/>
              <a:gd name="connsiteY43149" fmla="*/ 749766 h 2398711"/>
              <a:gd name="connsiteX43150" fmla="*/ 1593426 w 2119654"/>
              <a:gd name="connsiteY43150" fmla="*/ 750854 h 2398711"/>
              <a:gd name="connsiteX43151" fmla="*/ 1595241 w 2119654"/>
              <a:gd name="connsiteY43151" fmla="*/ 755148 h 2398711"/>
              <a:gd name="connsiteX43152" fmla="*/ 1596516 w 2119654"/>
              <a:gd name="connsiteY43152" fmla="*/ 753271 h 2398711"/>
              <a:gd name="connsiteX43153" fmla="*/ 1596523 w 2119654"/>
              <a:gd name="connsiteY43153" fmla="*/ 751767 h 2398711"/>
              <a:gd name="connsiteX43154" fmla="*/ 940088 w 2119654"/>
              <a:gd name="connsiteY43154" fmla="*/ 2208329 h 2398711"/>
              <a:gd name="connsiteX43155" fmla="*/ 940299 w 2119654"/>
              <a:gd name="connsiteY43155" fmla="*/ 2208675 h 2398711"/>
              <a:gd name="connsiteX43156" fmla="*/ 940773 w 2119654"/>
              <a:gd name="connsiteY43156" fmla="*/ 2208638 h 2398711"/>
              <a:gd name="connsiteX43157" fmla="*/ 1561563 w 2119654"/>
              <a:gd name="connsiteY43157" fmla="*/ 816706 h 2398711"/>
              <a:gd name="connsiteX43158" fmla="*/ 1561560 w 2119654"/>
              <a:gd name="connsiteY43158" fmla="*/ 816728 h 2398711"/>
              <a:gd name="connsiteX43159" fmla="*/ 1561567 w 2119654"/>
              <a:gd name="connsiteY43159" fmla="*/ 816717 h 2398711"/>
              <a:gd name="connsiteX43160" fmla="*/ 940897 w 2119654"/>
              <a:gd name="connsiteY43160" fmla="*/ 2206423 h 2398711"/>
              <a:gd name="connsiteX43161" fmla="*/ 942803 w 2119654"/>
              <a:gd name="connsiteY43161" fmla="*/ 2207457 h 2398711"/>
              <a:gd name="connsiteX43162" fmla="*/ 942824 w 2119654"/>
              <a:gd name="connsiteY43162" fmla="*/ 2207435 h 2398711"/>
              <a:gd name="connsiteX43163" fmla="*/ 942736 w 2119654"/>
              <a:gd name="connsiteY43163" fmla="*/ 2205979 h 2398711"/>
              <a:gd name="connsiteX43164" fmla="*/ 954258 w 2119654"/>
              <a:gd name="connsiteY43164" fmla="*/ 2176114 h 2398711"/>
              <a:gd name="connsiteX43165" fmla="*/ 954642 w 2119654"/>
              <a:gd name="connsiteY43165" fmla="*/ 2176531 h 2398711"/>
              <a:gd name="connsiteX43166" fmla="*/ 954518 w 2119654"/>
              <a:gd name="connsiteY43166" fmla="*/ 2176222 h 2398711"/>
              <a:gd name="connsiteX43167" fmla="*/ 954320 w 2119654"/>
              <a:gd name="connsiteY43167" fmla="*/ 2176101 h 2398711"/>
              <a:gd name="connsiteX43168" fmla="*/ 935559 w 2119654"/>
              <a:gd name="connsiteY43168" fmla="*/ 2217809 h 2398711"/>
              <a:gd name="connsiteX43169" fmla="*/ 940103 w 2119654"/>
              <a:gd name="connsiteY43169" fmla="*/ 2218426 h 2398711"/>
              <a:gd name="connsiteX43170" fmla="*/ 942901 w 2119654"/>
              <a:gd name="connsiteY43170" fmla="*/ 2215660 h 2398711"/>
              <a:gd name="connsiteX43171" fmla="*/ 942263 w 2119654"/>
              <a:gd name="connsiteY43171" fmla="*/ 2214938 h 2398711"/>
              <a:gd name="connsiteX43172" fmla="*/ 940876 w 2119654"/>
              <a:gd name="connsiteY43172" fmla="*/ 2214920 h 2398711"/>
              <a:gd name="connsiteX43173" fmla="*/ 942745 w 2119654"/>
              <a:gd name="connsiteY43173" fmla="*/ 2201662 h 2398711"/>
              <a:gd name="connsiteX43174" fmla="*/ 942879 w 2119654"/>
              <a:gd name="connsiteY43174" fmla="*/ 2204497 h 2398711"/>
              <a:gd name="connsiteX43175" fmla="*/ 944664 w 2119654"/>
              <a:gd name="connsiteY43175" fmla="*/ 2204067 h 2398711"/>
              <a:gd name="connsiteX43176" fmla="*/ 953328 w 2119654"/>
              <a:gd name="connsiteY43176" fmla="*/ 2177871 h 2398711"/>
              <a:gd name="connsiteX43177" fmla="*/ 953800 w 2119654"/>
              <a:gd name="connsiteY43177" fmla="*/ 2178232 h 2398711"/>
              <a:gd name="connsiteX43178" fmla="*/ 954099 w 2119654"/>
              <a:gd name="connsiteY43178" fmla="*/ 2178018 h 2398711"/>
              <a:gd name="connsiteX43179" fmla="*/ 953743 w 2119654"/>
              <a:gd name="connsiteY43179" fmla="*/ 2177631 h 2398711"/>
              <a:gd name="connsiteX43180" fmla="*/ 952097 w 2119654"/>
              <a:gd name="connsiteY43180" fmla="*/ 2179907 h 2398711"/>
              <a:gd name="connsiteX43181" fmla="*/ 954960 w 2119654"/>
              <a:gd name="connsiteY43181" fmla="*/ 2179357 h 2398711"/>
              <a:gd name="connsiteX43182" fmla="*/ 954680 w 2119654"/>
              <a:gd name="connsiteY43182" fmla="*/ 2179142 h 2398711"/>
              <a:gd name="connsiteX43183" fmla="*/ 952317 w 2119654"/>
              <a:gd name="connsiteY43183" fmla="*/ 2179749 h 2398711"/>
              <a:gd name="connsiteX43184" fmla="*/ 920171 w 2119654"/>
              <a:gd name="connsiteY43184" fmla="*/ 2251058 h 2398711"/>
              <a:gd name="connsiteX43185" fmla="*/ 923351 w 2119654"/>
              <a:gd name="connsiteY43185" fmla="*/ 2255729 h 2398711"/>
              <a:gd name="connsiteX43186" fmla="*/ 938189 w 2119654"/>
              <a:gd name="connsiteY43186" fmla="*/ 2247329 h 2398711"/>
              <a:gd name="connsiteX43187" fmla="*/ 942074 w 2119654"/>
              <a:gd name="connsiteY43187" fmla="*/ 2243683 h 2398711"/>
              <a:gd name="connsiteX43188" fmla="*/ 941536 w 2119654"/>
              <a:gd name="connsiteY43188" fmla="*/ 2243634 h 2398711"/>
              <a:gd name="connsiteX43189" fmla="*/ 940606 w 2119654"/>
              <a:gd name="connsiteY43189" fmla="*/ 2244032 h 2398711"/>
              <a:gd name="connsiteX43190" fmla="*/ 1561107 w 2119654"/>
              <a:gd name="connsiteY43190" fmla="*/ 815583 h 2398711"/>
              <a:gd name="connsiteX43191" fmla="*/ 1561153 w 2119654"/>
              <a:gd name="connsiteY43191" fmla="*/ 817376 h 2398711"/>
              <a:gd name="connsiteX43192" fmla="*/ 1561393 w 2119654"/>
              <a:gd name="connsiteY43192" fmla="*/ 816995 h 2398711"/>
              <a:gd name="connsiteX43193" fmla="*/ 1561458 w 2119654"/>
              <a:gd name="connsiteY43193" fmla="*/ 816449 h 2398711"/>
              <a:gd name="connsiteX43194" fmla="*/ 1596363 w 2119654"/>
              <a:gd name="connsiteY43194" fmla="*/ 735923 h 2398711"/>
              <a:gd name="connsiteX43195" fmla="*/ 1594994 w 2119654"/>
              <a:gd name="connsiteY43195" fmla="*/ 740080 h 2398711"/>
              <a:gd name="connsiteX43196" fmla="*/ 1596547 w 2119654"/>
              <a:gd name="connsiteY43196" fmla="*/ 746390 h 2398711"/>
              <a:gd name="connsiteX43197" fmla="*/ 1596568 w 2119654"/>
              <a:gd name="connsiteY43197" fmla="*/ 741678 h 2398711"/>
              <a:gd name="connsiteX43198" fmla="*/ 1596904 w 2119654"/>
              <a:gd name="connsiteY43198" fmla="*/ 734279 h 2398711"/>
              <a:gd name="connsiteX43199" fmla="*/ 1596644 w 2119654"/>
              <a:gd name="connsiteY43199" fmla="*/ 735070 h 2398711"/>
              <a:gd name="connsiteX43200" fmla="*/ 1597129 w 2119654"/>
              <a:gd name="connsiteY43200" fmla="*/ 748760 h 2398711"/>
              <a:gd name="connsiteX43201" fmla="*/ 1597780 w 2119654"/>
              <a:gd name="connsiteY43201" fmla="*/ 751407 h 2398711"/>
              <a:gd name="connsiteX43202" fmla="*/ 1600377 w 2119654"/>
              <a:gd name="connsiteY43202" fmla="*/ 747583 h 2398711"/>
              <a:gd name="connsiteX43203" fmla="*/ 1600982 w 2119654"/>
              <a:gd name="connsiteY43203" fmla="*/ 746665 h 2398711"/>
              <a:gd name="connsiteX43204" fmla="*/ 957171 w 2119654"/>
              <a:gd name="connsiteY43204" fmla="*/ 2166612 h 2398711"/>
              <a:gd name="connsiteX43205" fmla="*/ 957575 w 2119654"/>
              <a:gd name="connsiteY43205" fmla="*/ 2166563 h 2398711"/>
              <a:gd name="connsiteX43206" fmla="*/ 957752 w 2119654"/>
              <a:gd name="connsiteY43206" fmla="*/ 2166433 h 2398711"/>
              <a:gd name="connsiteX43207" fmla="*/ 958333 w 2119654"/>
              <a:gd name="connsiteY43207" fmla="*/ 2165815 h 2398711"/>
              <a:gd name="connsiteX43208" fmla="*/ 958221 w 2119654"/>
              <a:gd name="connsiteY43208" fmla="*/ 2165819 h 2398711"/>
              <a:gd name="connsiteX43209" fmla="*/ 951125 w 2119654"/>
              <a:gd name="connsiteY43209" fmla="*/ 2180055 h 2398711"/>
              <a:gd name="connsiteX43210" fmla="*/ 951159 w 2119654"/>
              <a:gd name="connsiteY43210" fmla="*/ 2180087 h 2398711"/>
              <a:gd name="connsiteX43211" fmla="*/ 951239 w 2119654"/>
              <a:gd name="connsiteY43211" fmla="*/ 2180071 h 2398711"/>
              <a:gd name="connsiteX43212" fmla="*/ 951339 w 2119654"/>
              <a:gd name="connsiteY43212" fmla="*/ 2180000 h 2398711"/>
              <a:gd name="connsiteX43213" fmla="*/ 934608 w 2119654"/>
              <a:gd name="connsiteY43213" fmla="*/ 2216833 h 2398711"/>
              <a:gd name="connsiteX43214" fmla="*/ 938194 w 2119654"/>
              <a:gd name="connsiteY43214" fmla="*/ 2214885 h 2398711"/>
              <a:gd name="connsiteX43215" fmla="*/ 936880 w 2119654"/>
              <a:gd name="connsiteY43215" fmla="*/ 2214868 h 2398711"/>
              <a:gd name="connsiteX43216" fmla="*/ 952300 w 2119654"/>
              <a:gd name="connsiteY43216" fmla="*/ 2177082 h 2398711"/>
              <a:gd name="connsiteX43217" fmla="*/ 953063 w 2119654"/>
              <a:gd name="connsiteY43217" fmla="*/ 2177666 h 2398711"/>
              <a:gd name="connsiteX43218" fmla="*/ 953528 w 2119654"/>
              <a:gd name="connsiteY43218" fmla="*/ 2177399 h 2398711"/>
              <a:gd name="connsiteX43219" fmla="*/ 952880 w 2119654"/>
              <a:gd name="connsiteY43219" fmla="*/ 2176696 h 2398711"/>
              <a:gd name="connsiteX43220" fmla="*/ 949093 w 2119654"/>
              <a:gd name="connsiteY43220" fmla="*/ 2183736 h 2398711"/>
              <a:gd name="connsiteX43221" fmla="*/ 950457 w 2119654"/>
              <a:gd name="connsiteY43221" fmla="*/ 2183029 h 2398711"/>
              <a:gd name="connsiteX43222" fmla="*/ 950222 w 2119654"/>
              <a:gd name="connsiteY43222" fmla="*/ 2183033 h 2398711"/>
              <a:gd name="connsiteX43223" fmla="*/ 950529 w 2119654"/>
              <a:gd name="connsiteY43223" fmla="*/ 2180208 h 2398711"/>
              <a:gd name="connsiteX43224" fmla="*/ 950801 w 2119654"/>
              <a:gd name="connsiteY43224" fmla="*/ 2180155 h 2398711"/>
              <a:gd name="connsiteX43225" fmla="*/ 950786 w 2119654"/>
              <a:gd name="connsiteY43225" fmla="*/ 2180142 h 2398711"/>
              <a:gd name="connsiteX43226" fmla="*/ 933092 w 2119654"/>
              <a:gd name="connsiteY43226" fmla="*/ 2219149 h 2398711"/>
              <a:gd name="connsiteX43227" fmla="*/ 935178 w 2119654"/>
              <a:gd name="connsiteY43227" fmla="*/ 2223294 h 2398711"/>
              <a:gd name="connsiteX43228" fmla="*/ 938845 w 2119654"/>
              <a:gd name="connsiteY43228" fmla="*/ 2219668 h 2398711"/>
              <a:gd name="connsiteX43229" fmla="*/ 933476 w 2119654"/>
              <a:gd name="connsiteY43229" fmla="*/ 2218941 h 2398711"/>
              <a:gd name="connsiteX43230" fmla="*/ 1599258 w 2119654"/>
              <a:gd name="connsiteY43230" fmla="*/ 727128 h 2398711"/>
              <a:gd name="connsiteX43231" fmla="*/ 1597229 w 2119654"/>
              <a:gd name="connsiteY43231" fmla="*/ 733293 h 2398711"/>
              <a:gd name="connsiteX43232" fmla="*/ 1601415 w 2119654"/>
              <a:gd name="connsiteY43232" fmla="*/ 746007 h 2398711"/>
              <a:gd name="connsiteX43233" fmla="*/ 1602537 w 2119654"/>
              <a:gd name="connsiteY43233" fmla="*/ 744304 h 2398711"/>
              <a:gd name="connsiteX43234" fmla="*/ 1601556 w 2119654"/>
              <a:gd name="connsiteY43234" fmla="*/ 738419 h 2398711"/>
              <a:gd name="connsiteX43235" fmla="*/ 1601567 w 2119654"/>
              <a:gd name="connsiteY43235" fmla="*/ 738429 h 2398711"/>
              <a:gd name="connsiteX43236" fmla="*/ 946450 w 2119654"/>
              <a:gd name="connsiteY43236" fmla="*/ 2188882 h 2398711"/>
              <a:gd name="connsiteX43237" fmla="*/ 947607 w 2119654"/>
              <a:gd name="connsiteY43237" fmla="*/ 2190881 h 2398711"/>
              <a:gd name="connsiteX43238" fmla="*/ 947963 w 2119654"/>
              <a:gd name="connsiteY43238" fmla="*/ 2191479 h 2398711"/>
              <a:gd name="connsiteX43239" fmla="*/ 949018 w 2119654"/>
              <a:gd name="connsiteY43239" fmla="*/ 2191752 h 2398711"/>
              <a:gd name="connsiteX43240" fmla="*/ 949569 w 2119654"/>
              <a:gd name="connsiteY43240" fmla="*/ 2191472 h 2398711"/>
              <a:gd name="connsiteX43241" fmla="*/ 947931 w 2119654"/>
              <a:gd name="connsiteY43241" fmla="*/ 2188355 h 2398711"/>
              <a:gd name="connsiteX43242" fmla="*/ 947283 w 2119654"/>
              <a:gd name="connsiteY43242" fmla="*/ 2188462 h 2398711"/>
              <a:gd name="connsiteX43243" fmla="*/ 950522 w 2119654"/>
              <a:gd name="connsiteY43243" fmla="*/ 2179490 h 2398711"/>
              <a:gd name="connsiteX43244" fmla="*/ 950546 w 2119654"/>
              <a:gd name="connsiteY43244" fmla="*/ 2179512 h 2398711"/>
              <a:gd name="connsiteX43245" fmla="*/ 952838 w 2119654"/>
              <a:gd name="connsiteY43245" fmla="*/ 2178924 h 2398711"/>
              <a:gd name="connsiteX43246" fmla="*/ 953642 w 2119654"/>
              <a:gd name="connsiteY43246" fmla="*/ 2178345 h 2398711"/>
              <a:gd name="connsiteX43247" fmla="*/ 953153 w 2119654"/>
              <a:gd name="connsiteY43247" fmla="*/ 2177972 h 2398711"/>
              <a:gd name="connsiteX43248" fmla="*/ 942466 w 2119654"/>
              <a:gd name="connsiteY43248" fmla="*/ 2195740 h 2398711"/>
              <a:gd name="connsiteX43249" fmla="*/ 942716 w 2119654"/>
              <a:gd name="connsiteY43249" fmla="*/ 2201047 h 2398711"/>
              <a:gd name="connsiteX43250" fmla="*/ 944997 w 2119654"/>
              <a:gd name="connsiteY43250" fmla="*/ 2203986 h 2398711"/>
              <a:gd name="connsiteX43251" fmla="*/ 946677 w 2119654"/>
              <a:gd name="connsiteY43251" fmla="*/ 2203581 h 2398711"/>
              <a:gd name="connsiteX43252" fmla="*/ 951525 w 2119654"/>
              <a:gd name="connsiteY43252" fmla="*/ 2198732 h 2398711"/>
              <a:gd name="connsiteX43253" fmla="*/ 949033 w 2119654"/>
              <a:gd name="connsiteY43253" fmla="*/ 2196938 h 2398711"/>
              <a:gd name="connsiteX43254" fmla="*/ 943761 w 2119654"/>
              <a:gd name="connsiteY43254" fmla="*/ 2195148 h 2398711"/>
              <a:gd name="connsiteX43255" fmla="*/ 937234 w 2119654"/>
              <a:gd name="connsiteY43255" fmla="*/ 2207305 h 2398711"/>
              <a:gd name="connsiteX43256" fmla="*/ 938232 w 2119654"/>
              <a:gd name="connsiteY43256" fmla="*/ 2208432 h 2398711"/>
              <a:gd name="connsiteX43257" fmla="*/ 937505 w 2119654"/>
              <a:gd name="connsiteY43257" fmla="*/ 2207240 h 2398711"/>
              <a:gd name="connsiteX43258" fmla="*/ 949755 w 2119654"/>
              <a:gd name="connsiteY43258" fmla="*/ 2178771 h 2398711"/>
              <a:gd name="connsiteX43259" fmla="*/ 950286 w 2119654"/>
              <a:gd name="connsiteY43259" fmla="*/ 2179269 h 2398711"/>
              <a:gd name="connsiteX43260" fmla="*/ 952888 w 2119654"/>
              <a:gd name="connsiteY43260" fmla="*/ 2177768 h 2398711"/>
              <a:gd name="connsiteX43261" fmla="*/ 952135 w 2119654"/>
              <a:gd name="connsiteY43261" fmla="*/ 2177191 h 2398711"/>
              <a:gd name="connsiteX43262" fmla="*/ 933856 w 2119654"/>
              <a:gd name="connsiteY43262" fmla="*/ 2214189 h 2398711"/>
              <a:gd name="connsiteX43263" fmla="*/ 936116 w 2119654"/>
              <a:gd name="connsiteY43263" fmla="*/ 2213681 h 2398711"/>
              <a:gd name="connsiteX43264" fmla="*/ 936829 w 2119654"/>
              <a:gd name="connsiteY43264" fmla="*/ 2213065 h 2398711"/>
              <a:gd name="connsiteX43265" fmla="*/ 947446 w 2119654"/>
              <a:gd name="connsiteY43265" fmla="*/ 2183720 h 2398711"/>
              <a:gd name="connsiteX43266" fmla="*/ 948066 w 2119654"/>
              <a:gd name="connsiteY43266" fmla="*/ 2184023 h 2398711"/>
              <a:gd name="connsiteX43267" fmla="*/ 949422 w 2119654"/>
              <a:gd name="connsiteY43267" fmla="*/ 2183179 h 2398711"/>
              <a:gd name="connsiteX43268" fmla="*/ 947494 w 2119654"/>
              <a:gd name="connsiteY43268" fmla="*/ 2183694 h 2398711"/>
              <a:gd name="connsiteX43269" fmla="*/ 954011 w 2119654"/>
              <a:gd name="connsiteY43269" fmla="*/ 2169007 h 2398711"/>
              <a:gd name="connsiteX43270" fmla="*/ 954348 w 2119654"/>
              <a:gd name="connsiteY43270" fmla="*/ 2168937 h 2398711"/>
              <a:gd name="connsiteX43271" fmla="*/ 954714 w 2119654"/>
              <a:gd name="connsiteY43271" fmla="*/ 2168668 h 2398711"/>
              <a:gd name="connsiteX43272" fmla="*/ 954383 w 2119654"/>
              <a:gd name="connsiteY43272" fmla="*/ 2168718 h 2398711"/>
              <a:gd name="connsiteX43273" fmla="*/ 954063 w 2119654"/>
              <a:gd name="connsiteY43273" fmla="*/ 2168959 h 2398711"/>
              <a:gd name="connsiteX43274" fmla="*/ 954034 w 2119654"/>
              <a:gd name="connsiteY43274" fmla="*/ 2168990 h 2398711"/>
              <a:gd name="connsiteX43275" fmla="*/ 942417 w 2119654"/>
              <a:gd name="connsiteY43275" fmla="*/ 2194692 h 2398711"/>
              <a:gd name="connsiteX43276" fmla="*/ 942436 w 2119654"/>
              <a:gd name="connsiteY43276" fmla="*/ 2195093 h 2398711"/>
              <a:gd name="connsiteX43277" fmla="*/ 942901 w 2119654"/>
              <a:gd name="connsiteY43277" fmla="*/ 2194857 h 2398711"/>
              <a:gd name="connsiteX43278" fmla="*/ 922169 w 2119654"/>
              <a:gd name="connsiteY43278" fmla="*/ 2239623 h 2398711"/>
              <a:gd name="connsiteX43279" fmla="*/ 928824 w 2119654"/>
              <a:gd name="connsiteY43279" fmla="*/ 2240237 h 2398711"/>
              <a:gd name="connsiteX43280" fmla="*/ 940635 w 2119654"/>
              <a:gd name="connsiteY43280" fmla="*/ 2234753 h 2398711"/>
              <a:gd name="connsiteX43281" fmla="*/ 939481 w 2119654"/>
              <a:gd name="connsiteY43281" fmla="*/ 2232538 h 2398711"/>
              <a:gd name="connsiteX43282" fmla="*/ 939036 w 2119654"/>
              <a:gd name="connsiteY43282" fmla="*/ 2232748 h 2398711"/>
              <a:gd name="connsiteX43283" fmla="*/ 930422 w 2119654"/>
              <a:gd name="connsiteY43283" fmla="*/ 2220730 h 2398711"/>
              <a:gd name="connsiteX43284" fmla="*/ 934760 w 2119654"/>
              <a:gd name="connsiteY43284" fmla="*/ 2223707 h 2398711"/>
              <a:gd name="connsiteX43285" fmla="*/ 934880 w 2119654"/>
              <a:gd name="connsiteY43285" fmla="*/ 2223589 h 2398711"/>
              <a:gd name="connsiteX43286" fmla="*/ 932745 w 2119654"/>
              <a:gd name="connsiteY43286" fmla="*/ 2219348 h 2398711"/>
              <a:gd name="connsiteX43287" fmla="*/ 943920 w 2119654"/>
              <a:gd name="connsiteY43287" fmla="*/ 2190156 h 2398711"/>
              <a:gd name="connsiteX43288" fmla="*/ 947353 w 2119654"/>
              <a:gd name="connsiteY43288" fmla="*/ 2191322 h 2398711"/>
              <a:gd name="connsiteX43289" fmla="*/ 947548 w 2119654"/>
              <a:gd name="connsiteY43289" fmla="*/ 2191372 h 2398711"/>
              <a:gd name="connsiteX43290" fmla="*/ 946151 w 2119654"/>
              <a:gd name="connsiteY43290" fmla="*/ 2189032 h 2398711"/>
              <a:gd name="connsiteX43291" fmla="*/ 947614 w 2119654"/>
              <a:gd name="connsiteY43291" fmla="*/ 2180191 h 2398711"/>
              <a:gd name="connsiteX43292" fmla="*/ 947690 w 2119654"/>
              <a:gd name="connsiteY43292" fmla="*/ 2180246 h 2398711"/>
              <a:gd name="connsiteX43293" fmla="*/ 949318 w 2119654"/>
              <a:gd name="connsiteY43293" fmla="*/ 2179828 h 2398711"/>
              <a:gd name="connsiteX43294" fmla="*/ 949987 w 2119654"/>
              <a:gd name="connsiteY43294" fmla="*/ 2179441 h 2398711"/>
              <a:gd name="connsiteX43295" fmla="*/ 949452 w 2119654"/>
              <a:gd name="connsiteY43295" fmla="*/ 2178972 h 2398711"/>
              <a:gd name="connsiteX43296" fmla="*/ 945317 w 2119654"/>
              <a:gd name="connsiteY43296" fmla="*/ 2184846 h 2398711"/>
              <a:gd name="connsiteX43297" fmla="*/ 946048 w 2119654"/>
              <a:gd name="connsiteY43297" fmla="*/ 2184773 h 2398711"/>
              <a:gd name="connsiteX43298" fmla="*/ 945924 w 2119654"/>
              <a:gd name="connsiteY43298" fmla="*/ 2184537 h 2398711"/>
              <a:gd name="connsiteX43299" fmla="*/ 945913 w 2119654"/>
              <a:gd name="connsiteY43299" fmla="*/ 2184531 h 2398711"/>
              <a:gd name="connsiteX43300" fmla="*/ 939612 w 2119654"/>
              <a:gd name="connsiteY43300" fmla="*/ 2197046 h 2398711"/>
              <a:gd name="connsiteX43301" fmla="*/ 942413 w 2119654"/>
              <a:gd name="connsiteY43301" fmla="*/ 2200656 h 2398711"/>
              <a:gd name="connsiteX43302" fmla="*/ 942353 w 2119654"/>
              <a:gd name="connsiteY43302" fmla="*/ 2199676 h 2398711"/>
              <a:gd name="connsiteX43303" fmla="*/ 942173 w 2119654"/>
              <a:gd name="connsiteY43303" fmla="*/ 2195874 h 2398711"/>
              <a:gd name="connsiteX43304" fmla="*/ 917312 w 2119654"/>
              <a:gd name="connsiteY43304" fmla="*/ 2246858 h 2398711"/>
              <a:gd name="connsiteX43305" fmla="*/ 919406 w 2119654"/>
              <a:gd name="connsiteY43305" fmla="*/ 2249935 h 2398711"/>
              <a:gd name="connsiteX43306" fmla="*/ 920927 w 2119654"/>
              <a:gd name="connsiteY43306" fmla="*/ 2249411 h 2398711"/>
              <a:gd name="connsiteX43307" fmla="*/ 935688 w 2119654"/>
              <a:gd name="connsiteY43307" fmla="*/ 2243094 h 2398711"/>
              <a:gd name="connsiteX43308" fmla="*/ 932674 w 2119654"/>
              <a:gd name="connsiteY43308" fmla="*/ 2242816 h 2398711"/>
              <a:gd name="connsiteX43309" fmla="*/ 1558837 w 2119654"/>
              <a:gd name="connsiteY43309" fmla="*/ 810200 h 2398711"/>
              <a:gd name="connsiteX43310" fmla="*/ 1558891 w 2119654"/>
              <a:gd name="connsiteY43310" fmla="*/ 810661 h 2398711"/>
              <a:gd name="connsiteX43311" fmla="*/ 1559328 w 2119654"/>
              <a:gd name="connsiteY43311" fmla="*/ 812246 h 2398711"/>
              <a:gd name="connsiteX43312" fmla="*/ 1559391 w 2119654"/>
              <a:gd name="connsiteY43312" fmla="*/ 811407 h 2398711"/>
              <a:gd name="connsiteX43313" fmla="*/ 948254 w 2119654"/>
              <a:gd name="connsiteY43313" fmla="*/ 2177364 h 2398711"/>
              <a:gd name="connsiteX43314" fmla="*/ 948340 w 2119654"/>
              <a:gd name="connsiteY43314" fmla="*/ 2177445 h 2398711"/>
              <a:gd name="connsiteX43315" fmla="*/ 948557 w 2119654"/>
              <a:gd name="connsiteY43315" fmla="*/ 2177302 h 2398711"/>
              <a:gd name="connsiteX43316" fmla="*/ 1603742 w 2119654"/>
              <a:gd name="connsiteY43316" fmla="*/ 709577 h 2398711"/>
              <a:gd name="connsiteX43317" fmla="*/ 1609186 w 2119654"/>
              <a:gd name="connsiteY43317" fmla="*/ 734212 h 2398711"/>
              <a:gd name="connsiteX43318" fmla="*/ 1610278 w 2119654"/>
              <a:gd name="connsiteY43318" fmla="*/ 732555 h 2398711"/>
              <a:gd name="connsiteX43319" fmla="*/ 1610439 w 2119654"/>
              <a:gd name="connsiteY43319" fmla="*/ 727375 h 2398711"/>
              <a:gd name="connsiteX43320" fmla="*/ 931156 w 2119654"/>
              <a:gd name="connsiteY43320" fmla="*/ 2215304 h 2398711"/>
              <a:gd name="connsiteX43321" fmla="*/ 932091 w 2119654"/>
              <a:gd name="connsiteY43321" fmla="*/ 2217161 h 2398711"/>
              <a:gd name="connsiteX43322" fmla="*/ 934776 w 2119654"/>
              <a:gd name="connsiteY43322" fmla="*/ 2214840 h 2398711"/>
              <a:gd name="connsiteX43323" fmla="*/ 933308 w 2119654"/>
              <a:gd name="connsiteY43323" fmla="*/ 2214821 h 2398711"/>
              <a:gd name="connsiteX43324" fmla="*/ 1603250 w 2119654"/>
              <a:gd name="connsiteY43324" fmla="*/ 710191 h 2398711"/>
              <a:gd name="connsiteX43325" fmla="*/ 1602755 w 2119654"/>
              <a:gd name="connsiteY43325" fmla="*/ 712950 h 2398711"/>
              <a:gd name="connsiteX43326" fmla="*/ 1607753 w 2119654"/>
              <a:gd name="connsiteY43326" fmla="*/ 730563 h 2398711"/>
              <a:gd name="connsiteX43327" fmla="*/ 947415 w 2119654"/>
              <a:gd name="connsiteY43327" fmla="*/ 2177987 h 2398711"/>
              <a:gd name="connsiteX43328" fmla="*/ 947712 w 2119654"/>
              <a:gd name="connsiteY43328" fmla="*/ 2177863 h 2398711"/>
              <a:gd name="connsiteX43329" fmla="*/ 947982 w 2119654"/>
              <a:gd name="connsiteY43329" fmla="*/ 2177683 h 2398711"/>
              <a:gd name="connsiteX43330" fmla="*/ 947828 w 2119654"/>
              <a:gd name="connsiteY43330" fmla="*/ 2177548 h 2398711"/>
              <a:gd name="connsiteX43331" fmla="*/ 919744 w 2119654"/>
              <a:gd name="connsiteY43331" fmla="*/ 2239400 h 2398711"/>
              <a:gd name="connsiteX43332" fmla="*/ 921322 w 2119654"/>
              <a:gd name="connsiteY43332" fmla="*/ 2239545 h 2398711"/>
              <a:gd name="connsiteX43333" fmla="*/ 927921 w 2119654"/>
              <a:gd name="connsiteY43333" fmla="*/ 2236856 h 2398711"/>
              <a:gd name="connsiteX43334" fmla="*/ 939006 w 2119654"/>
              <a:gd name="connsiteY43334" fmla="*/ 2231626 h 2398711"/>
              <a:gd name="connsiteX43335" fmla="*/ 937564 w 2119654"/>
              <a:gd name="connsiteY43335" fmla="*/ 2228858 h 2398711"/>
              <a:gd name="connsiteX43336" fmla="*/ 929059 w 2119654"/>
              <a:gd name="connsiteY43336" fmla="*/ 2230442 h 2398711"/>
              <a:gd name="connsiteX43337" fmla="*/ 943991 w 2119654"/>
              <a:gd name="connsiteY43337" fmla="*/ 2184631 h 2398711"/>
              <a:gd name="connsiteX43338" fmla="*/ 944180 w 2119654"/>
              <a:gd name="connsiteY43338" fmla="*/ 2184959 h 2398711"/>
              <a:gd name="connsiteX43339" fmla="*/ 944476 w 2119654"/>
              <a:gd name="connsiteY43339" fmla="*/ 2184929 h 2398711"/>
              <a:gd name="connsiteX43340" fmla="*/ 945388 w 2119654"/>
              <a:gd name="connsiteY43340" fmla="*/ 2184274 h 2398711"/>
              <a:gd name="connsiteX43341" fmla="*/ 945365 w 2119654"/>
              <a:gd name="connsiteY43341" fmla="*/ 2184264 h 2398711"/>
              <a:gd name="connsiteX43342" fmla="*/ 1591810 w 2119654"/>
              <a:gd name="connsiteY43342" fmla="*/ 732603 h 2398711"/>
              <a:gd name="connsiteX43343" fmla="*/ 1590115 w 2119654"/>
              <a:gd name="connsiteY43343" fmla="*/ 743023 h 2398711"/>
              <a:gd name="connsiteX43344" fmla="*/ 1590406 w 2119654"/>
              <a:gd name="connsiteY43344" fmla="*/ 743709 h 2398711"/>
              <a:gd name="connsiteX43345" fmla="*/ 1591978 w 2119654"/>
              <a:gd name="connsiteY43345" fmla="*/ 738048 h 2398711"/>
              <a:gd name="connsiteX43346" fmla="*/ 1592338 w 2119654"/>
              <a:gd name="connsiteY43346" fmla="*/ 734759 h 2398711"/>
              <a:gd name="connsiteX43347" fmla="*/ 1580011 w 2119654"/>
              <a:gd name="connsiteY43347" fmla="*/ 758721 h 2398711"/>
              <a:gd name="connsiteX43348" fmla="*/ 1579647 w 2119654"/>
              <a:gd name="connsiteY43348" fmla="*/ 759754 h 2398711"/>
              <a:gd name="connsiteX43349" fmla="*/ 1579651 w 2119654"/>
              <a:gd name="connsiteY43349" fmla="*/ 763415 h 2398711"/>
              <a:gd name="connsiteX43350" fmla="*/ 1579643 w 2119654"/>
              <a:gd name="connsiteY43350" fmla="*/ 763460 h 2398711"/>
              <a:gd name="connsiteX43351" fmla="*/ 1579975 w 2119654"/>
              <a:gd name="connsiteY43351" fmla="*/ 765419 h 2398711"/>
              <a:gd name="connsiteX43352" fmla="*/ 1580450 w 2119654"/>
              <a:gd name="connsiteY43352" fmla="*/ 764505 h 2398711"/>
              <a:gd name="connsiteX43353" fmla="*/ 1580217 w 2119654"/>
              <a:gd name="connsiteY43353" fmla="*/ 759343 h 2398711"/>
              <a:gd name="connsiteX43354" fmla="*/ 942061 w 2119654"/>
              <a:gd name="connsiteY43354" fmla="*/ 2187116 h 2398711"/>
              <a:gd name="connsiteX43355" fmla="*/ 942073 w 2119654"/>
              <a:gd name="connsiteY43355" fmla="*/ 2187372 h 2398711"/>
              <a:gd name="connsiteX43356" fmla="*/ 944430 w 2119654"/>
              <a:gd name="connsiteY43356" fmla="*/ 2186151 h 2398711"/>
              <a:gd name="connsiteX43357" fmla="*/ 944383 w 2119654"/>
              <a:gd name="connsiteY43357" fmla="*/ 2186071 h 2398711"/>
              <a:gd name="connsiteX43358" fmla="*/ 943438 w 2119654"/>
              <a:gd name="connsiteY43358" fmla="*/ 2186127 h 2398711"/>
              <a:gd name="connsiteX43359" fmla="*/ 942036 w 2119654"/>
              <a:gd name="connsiteY43359" fmla="*/ 2186579 h 2398711"/>
              <a:gd name="connsiteX43360" fmla="*/ 942040 w 2119654"/>
              <a:gd name="connsiteY43360" fmla="*/ 2186678 h 2398711"/>
              <a:gd name="connsiteX43361" fmla="*/ 942578 w 2119654"/>
              <a:gd name="connsiteY43361" fmla="*/ 2186293 h 2398711"/>
              <a:gd name="connsiteX43362" fmla="*/ 941594 w 2119654"/>
              <a:gd name="connsiteY43362" fmla="*/ 2187452 h 2398711"/>
              <a:gd name="connsiteX43363" fmla="*/ 941776 w 2119654"/>
              <a:gd name="connsiteY43363" fmla="*/ 2187422 h 2398711"/>
              <a:gd name="connsiteX43364" fmla="*/ 941771 w 2119654"/>
              <a:gd name="connsiteY43364" fmla="*/ 2187324 h 2398711"/>
              <a:gd name="connsiteX43365" fmla="*/ 942018 w 2119654"/>
              <a:gd name="connsiteY43365" fmla="*/ 2186213 h 2398711"/>
              <a:gd name="connsiteX43366" fmla="*/ 942022 w 2119654"/>
              <a:gd name="connsiteY43366" fmla="*/ 2186285 h 2398711"/>
              <a:gd name="connsiteX43367" fmla="*/ 942177 w 2119654"/>
              <a:gd name="connsiteY43367" fmla="*/ 2186203 h 2398711"/>
              <a:gd name="connsiteX43368" fmla="*/ 944781 w 2119654"/>
              <a:gd name="connsiteY43368" fmla="*/ 2179541 h 2398711"/>
              <a:gd name="connsiteX43369" fmla="*/ 944885 w 2119654"/>
              <a:gd name="connsiteY43369" fmla="*/ 2179739 h 2398711"/>
              <a:gd name="connsiteX43370" fmla="*/ 945484 w 2119654"/>
              <a:gd name="connsiteY43370" fmla="*/ 2179341 h 2398711"/>
              <a:gd name="connsiteX43371" fmla="*/ 945396 w 2119654"/>
              <a:gd name="connsiteY43371" fmla="*/ 2179283 h 2398711"/>
              <a:gd name="connsiteX43372" fmla="*/ 1579645 w 2119654"/>
              <a:gd name="connsiteY43372" fmla="*/ 757609 h 2398711"/>
              <a:gd name="connsiteX43373" fmla="*/ 1579646 w 2119654"/>
              <a:gd name="connsiteY43373" fmla="*/ 758169 h 2398711"/>
              <a:gd name="connsiteX43374" fmla="*/ 1579743 w 2119654"/>
              <a:gd name="connsiteY43374" fmla="*/ 757906 h 2398711"/>
              <a:gd name="connsiteX43375" fmla="*/ 1583378 w 2119654"/>
              <a:gd name="connsiteY43375" fmla="*/ 749179 h 2398711"/>
              <a:gd name="connsiteX43376" fmla="*/ 1582326 w 2119654"/>
              <a:gd name="connsiteY43376" fmla="*/ 752161 h 2398711"/>
              <a:gd name="connsiteX43377" fmla="*/ 1583566 w 2119654"/>
              <a:gd name="connsiteY43377" fmla="*/ 755481 h 2398711"/>
              <a:gd name="connsiteX43378" fmla="*/ 1583982 w 2119654"/>
              <a:gd name="connsiteY43378" fmla="*/ 753478 h 2398711"/>
              <a:gd name="connsiteX43379" fmla="*/ 1583657 w 2119654"/>
              <a:gd name="connsiteY43379" fmla="*/ 750646 h 2398711"/>
              <a:gd name="connsiteX43380" fmla="*/ 941970 w 2119654"/>
              <a:gd name="connsiteY43380" fmla="*/ 2185172 h 2398711"/>
              <a:gd name="connsiteX43381" fmla="*/ 941970 w 2119654"/>
              <a:gd name="connsiteY43381" fmla="*/ 2185179 h 2398711"/>
              <a:gd name="connsiteX43382" fmla="*/ 943744 w 2119654"/>
              <a:gd name="connsiteY43382" fmla="*/ 2185002 h 2398711"/>
              <a:gd name="connsiteX43383" fmla="*/ 943587 w 2119654"/>
              <a:gd name="connsiteY43383" fmla="*/ 2184739 h 2398711"/>
              <a:gd name="connsiteX43384" fmla="*/ 1597276 w 2119654"/>
              <a:gd name="connsiteY43384" fmla="*/ 717424 h 2398711"/>
              <a:gd name="connsiteX43385" fmla="*/ 1596324 w 2119654"/>
              <a:gd name="connsiteY43385" fmla="*/ 726097 h 2398711"/>
              <a:gd name="connsiteX43386" fmla="*/ 1596334 w 2119654"/>
              <a:gd name="connsiteY43386" fmla="*/ 726360 h 2398711"/>
              <a:gd name="connsiteX43387" fmla="*/ 1598042 w 2119654"/>
              <a:gd name="connsiteY43387" fmla="*/ 721172 h 2398711"/>
              <a:gd name="connsiteX43388" fmla="*/ 944777 w 2119654"/>
              <a:gd name="connsiteY43388" fmla="*/ 2178183 h 2398711"/>
              <a:gd name="connsiteX43389" fmla="*/ 945585 w 2119654"/>
              <a:gd name="connsiteY43389" fmla="*/ 2178755 h 2398711"/>
              <a:gd name="connsiteX43390" fmla="*/ 946565 w 2119654"/>
              <a:gd name="connsiteY43390" fmla="*/ 2178343 h 2398711"/>
              <a:gd name="connsiteX43391" fmla="*/ 947297 w 2119654"/>
              <a:gd name="connsiteY43391" fmla="*/ 2177564 h 2398711"/>
              <a:gd name="connsiteX43392" fmla="*/ 944934 w 2119654"/>
              <a:gd name="connsiteY43392" fmla="*/ 2178056 h 2398711"/>
              <a:gd name="connsiteX43393" fmla="*/ 1585708 w 2119654"/>
              <a:gd name="connsiteY43393" fmla="*/ 742578 h 2398711"/>
              <a:gd name="connsiteX43394" fmla="*/ 1584899 w 2119654"/>
              <a:gd name="connsiteY43394" fmla="*/ 744870 h 2398711"/>
              <a:gd name="connsiteX43395" fmla="*/ 1585201 w 2119654"/>
              <a:gd name="connsiteY43395" fmla="*/ 746408 h 2398711"/>
              <a:gd name="connsiteX43396" fmla="*/ 949298 w 2119654"/>
              <a:gd name="connsiteY43396" fmla="*/ 2167561 h 2398711"/>
              <a:gd name="connsiteX43397" fmla="*/ 950434 w 2119654"/>
              <a:gd name="connsiteY43397" fmla="*/ 2167425 h 2398711"/>
              <a:gd name="connsiteX43398" fmla="*/ 950520 w 2119654"/>
              <a:gd name="connsiteY43398" fmla="*/ 2167354 h 2398711"/>
              <a:gd name="connsiteX43399" fmla="*/ 949988 w 2119654"/>
              <a:gd name="connsiteY43399" fmla="*/ 2167230 h 2398711"/>
              <a:gd name="connsiteX43400" fmla="*/ 1586612 w 2119654"/>
              <a:gd name="connsiteY43400" fmla="*/ 740358 h 2398711"/>
              <a:gd name="connsiteX43401" fmla="*/ 1585567 w 2119654"/>
              <a:gd name="connsiteY43401" fmla="*/ 748269 h 2398711"/>
              <a:gd name="connsiteX43402" fmla="*/ 1586479 w 2119654"/>
              <a:gd name="connsiteY43402" fmla="*/ 752911 h 2398711"/>
              <a:gd name="connsiteX43403" fmla="*/ 1588817 w 2119654"/>
              <a:gd name="connsiteY43403" fmla="*/ 748417 h 2398711"/>
              <a:gd name="connsiteX43404" fmla="*/ 1589028 w 2119654"/>
              <a:gd name="connsiteY43404" fmla="*/ 747114 h 2398711"/>
              <a:gd name="connsiteX43405" fmla="*/ 1589069 w 2119654"/>
              <a:gd name="connsiteY43405" fmla="*/ 746503 h 2398711"/>
              <a:gd name="connsiteX43406" fmla="*/ 915206 w 2119654"/>
              <a:gd name="connsiteY43406" fmla="*/ 2243764 h 2398711"/>
              <a:gd name="connsiteX43407" fmla="*/ 916541 w 2119654"/>
              <a:gd name="connsiteY43407" fmla="*/ 2245726 h 2398711"/>
              <a:gd name="connsiteX43408" fmla="*/ 917603 w 2119654"/>
              <a:gd name="connsiteY43408" fmla="*/ 2245447 h 2398711"/>
              <a:gd name="connsiteX43409" fmla="*/ 925105 w 2119654"/>
              <a:gd name="connsiteY43409" fmla="*/ 2241964 h 2398711"/>
              <a:gd name="connsiteX43410" fmla="*/ 918945 w 2119654"/>
              <a:gd name="connsiteY43410" fmla="*/ 2240937 h 2398711"/>
              <a:gd name="connsiteX43411" fmla="*/ 917557 w 2119654"/>
              <a:gd name="connsiteY43411" fmla="*/ 2241502 h 2398711"/>
              <a:gd name="connsiteX43412" fmla="*/ 948292 w 2119654"/>
              <a:gd name="connsiteY43412" fmla="*/ 2169642 h 2398711"/>
              <a:gd name="connsiteX43413" fmla="*/ 948506 w 2119654"/>
              <a:gd name="connsiteY43413" fmla="*/ 2169876 h 2398711"/>
              <a:gd name="connsiteX43414" fmla="*/ 948812 w 2119654"/>
              <a:gd name="connsiteY43414" fmla="*/ 2169564 h 2398711"/>
              <a:gd name="connsiteX43415" fmla="*/ 944280 w 2119654"/>
              <a:gd name="connsiteY43415" fmla="*/ 2178587 h 2398711"/>
              <a:gd name="connsiteX43416" fmla="*/ 944587 w 2119654"/>
              <a:gd name="connsiteY43416" fmla="*/ 2179173 h 2398711"/>
              <a:gd name="connsiteX43417" fmla="*/ 944976 w 2119654"/>
              <a:gd name="connsiteY43417" fmla="*/ 2179010 h 2398711"/>
              <a:gd name="connsiteX43418" fmla="*/ 944300 w 2119654"/>
              <a:gd name="connsiteY43418" fmla="*/ 2178570 h 2398711"/>
              <a:gd name="connsiteX43419" fmla="*/ 927259 w 2119654"/>
              <a:gd name="connsiteY43419" fmla="*/ 2216683 h 2398711"/>
              <a:gd name="connsiteX43420" fmla="*/ 931707 w 2119654"/>
              <a:gd name="connsiteY43420" fmla="*/ 2217287 h 2398711"/>
              <a:gd name="connsiteX43421" fmla="*/ 930754 w 2119654"/>
              <a:gd name="connsiteY43421" fmla="*/ 2215395 h 2398711"/>
              <a:gd name="connsiteX43422" fmla="*/ 930539 w 2119654"/>
              <a:gd name="connsiteY43422" fmla="*/ 2215443 h 2398711"/>
              <a:gd name="connsiteX43423" fmla="*/ 922391 w 2119654"/>
              <a:gd name="connsiteY43423" fmla="*/ 2227397 h 2398711"/>
              <a:gd name="connsiteX43424" fmla="*/ 931469 w 2119654"/>
              <a:gd name="connsiteY43424" fmla="*/ 2226961 h 2398711"/>
              <a:gd name="connsiteX43425" fmla="*/ 934015 w 2119654"/>
              <a:gd name="connsiteY43425" fmla="*/ 2224444 h 2398711"/>
              <a:gd name="connsiteX43426" fmla="*/ 929263 w 2119654"/>
              <a:gd name="connsiteY43426" fmla="*/ 2221454 h 2398711"/>
              <a:gd name="connsiteX43427" fmla="*/ 926421 w 2119654"/>
              <a:gd name="connsiteY43427" fmla="*/ 2217984 h 2398711"/>
              <a:gd name="connsiteX43428" fmla="*/ 929051 w 2119654"/>
              <a:gd name="connsiteY43428" fmla="*/ 2219789 h 2398711"/>
              <a:gd name="connsiteX43429" fmla="*/ 930500 w 2119654"/>
              <a:gd name="connsiteY43429" fmla="*/ 2218537 h 2398711"/>
              <a:gd name="connsiteX43430" fmla="*/ 939839 w 2119654"/>
              <a:gd name="connsiteY43430" fmla="*/ 2187740 h 2398711"/>
              <a:gd name="connsiteX43431" fmla="*/ 940777 w 2119654"/>
              <a:gd name="connsiteY43431" fmla="*/ 2187586 h 2398711"/>
              <a:gd name="connsiteX43432" fmla="*/ 941751 w 2119654"/>
              <a:gd name="connsiteY43432" fmla="*/ 2186886 h 2398711"/>
              <a:gd name="connsiteX43433" fmla="*/ 941743 w 2119654"/>
              <a:gd name="connsiteY43433" fmla="*/ 2186733 h 2398711"/>
              <a:gd name="connsiteX43434" fmla="*/ 934612 w 2119654"/>
              <a:gd name="connsiteY43434" fmla="*/ 2199333 h 2398711"/>
              <a:gd name="connsiteX43435" fmla="*/ 937956 w 2119654"/>
              <a:gd name="connsiteY43435" fmla="*/ 2204827 h 2398711"/>
              <a:gd name="connsiteX43436" fmla="*/ 939051 w 2119654"/>
              <a:gd name="connsiteY43436" fmla="*/ 2205420 h 2398711"/>
              <a:gd name="connsiteX43437" fmla="*/ 942650 w 2119654"/>
              <a:gd name="connsiteY43437" fmla="*/ 2204553 h 2398711"/>
              <a:gd name="connsiteX43438" fmla="*/ 942451 w 2119654"/>
              <a:gd name="connsiteY43438" fmla="*/ 2201294 h 2398711"/>
              <a:gd name="connsiteX43439" fmla="*/ 941027 w 2119654"/>
              <a:gd name="connsiteY43439" fmla="*/ 2199509 h 2398711"/>
              <a:gd name="connsiteX43440" fmla="*/ 939245 w 2119654"/>
              <a:gd name="connsiteY43440" fmla="*/ 2197214 h 2398711"/>
              <a:gd name="connsiteX43441" fmla="*/ 936978 w 2119654"/>
              <a:gd name="connsiteY43441" fmla="*/ 2193653 h 2398711"/>
              <a:gd name="connsiteX43442" fmla="*/ 939322 w 2119654"/>
              <a:gd name="connsiteY43442" fmla="*/ 2196673 h 2398711"/>
              <a:gd name="connsiteX43443" fmla="*/ 942144 w 2119654"/>
              <a:gd name="connsiteY43443" fmla="*/ 2195241 h 2398711"/>
              <a:gd name="connsiteX43444" fmla="*/ 942113 w 2119654"/>
              <a:gd name="connsiteY43444" fmla="*/ 2194588 h 2398711"/>
              <a:gd name="connsiteX43445" fmla="*/ 937937 w 2119654"/>
              <a:gd name="connsiteY43445" fmla="*/ 2193170 h 2398711"/>
              <a:gd name="connsiteX43446" fmla="*/ 1593311 w 2119654"/>
              <a:gd name="connsiteY43446" fmla="*/ 723365 h 2398711"/>
              <a:gd name="connsiteX43447" fmla="*/ 1592344 w 2119654"/>
              <a:gd name="connsiteY43447" fmla="*/ 729310 h 2398711"/>
              <a:gd name="connsiteX43448" fmla="*/ 1592755 w 2119654"/>
              <a:gd name="connsiteY43448" fmla="*/ 730974 h 2398711"/>
              <a:gd name="connsiteX43449" fmla="*/ 1593520 w 2119654"/>
              <a:gd name="connsiteY43449" fmla="*/ 724000 h 2398711"/>
              <a:gd name="connsiteX43450" fmla="*/ 1568849 w 2119654"/>
              <a:gd name="connsiteY43450" fmla="*/ 778063 h 2398711"/>
              <a:gd name="connsiteX43451" fmla="*/ 1567593 w 2119654"/>
              <a:gd name="connsiteY43451" fmla="*/ 784555 h 2398711"/>
              <a:gd name="connsiteX43452" fmla="*/ 1568237 w 2119654"/>
              <a:gd name="connsiteY43452" fmla="*/ 785936 h 2398711"/>
              <a:gd name="connsiteX43453" fmla="*/ 1569750 w 2119654"/>
              <a:gd name="connsiteY43453" fmla="*/ 783849 h 2398711"/>
              <a:gd name="connsiteX43454" fmla="*/ 1570178 w 2119654"/>
              <a:gd name="connsiteY43454" fmla="*/ 781205 h 2398711"/>
              <a:gd name="connsiteX43455" fmla="*/ 1570213 w 2119654"/>
              <a:gd name="connsiteY43455" fmla="*/ 780699 h 2398711"/>
              <a:gd name="connsiteX43456" fmla="*/ 1590192 w 2119654"/>
              <a:gd name="connsiteY43456" fmla="*/ 729872 h 2398711"/>
              <a:gd name="connsiteX43457" fmla="*/ 1587628 w 2119654"/>
              <a:gd name="connsiteY43457" fmla="*/ 737137 h 2398711"/>
              <a:gd name="connsiteX43458" fmla="*/ 1589416 w 2119654"/>
              <a:gd name="connsiteY43458" fmla="*/ 741368 h 2398711"/>
              <a:gd name="connsiteX43459" fmla="*/ 914511 w 2119654"/>
              <a:gd name="connsiteY43459" fmla="*/ 2242744 h 2398711"/>
              <a:gd name="connsiteX43460" fmla="*/ 914910 w 2119654"/>
              <a:gd name="connsiteY43460" fmla="*/ 2243330 h 2398711"/>
              <a:gd name="connsiteX43461" fmla="*/ 916198 w 2119654"/>
              <a:gd name="connsiteY43461" fmla="*/ 2242056 h 2398711"/>
              <a:gd name="connsiteX43462" fmla="*/ 942457 w 2119654"/>
              <a:gd name="connsiteY43462" fmla="*/ 2180067 h 2398711"/>
              <a:gd name="connsiteX43463" fmla="*/ 943372 w 2119654"/>
              <a:gd name="connsiteY43463" fmla="*/ 2179683 h 2398711"/>
              <a:gd name="connsiteX43464" fmla="*/ 943240 w 2119654"/>
              <a:gd name="connsiteY43464" fmla="*/ 2179431 h 2398711"/>
              <a:gd name="connsiteX43465" fmla="*/ 1569060 w 2119654"/>
              <a:gd name="connsiteY43465" fmla="*/ 776973 h 2398711"/>
              <a:gd name="connsiteX43466" fmla="*/ 1569019 w 2119654"/>
              <a:gd name="connsiteY43466" fmla="*/ 777179 h 2398711"/>
              <a:gd name="connsiteX43467" fmla="*/ 1569340 w 2119654"/>
              <a:gd name="connsiteY43467" fmla="*/ 777800 h 2398711"/>
              <a:gd name="connsiteX43468" fmla="*/ 1590749 w 2119654"/>
              <a:gd name="connsiteY43468" fmla="*/ 728295 h 2398711"/>
              <a:gd name="connsiteX43469" fmla="*/ 1590548 w 2119654"/>
              <a:gd name="connsiteY43469" fmla="*/ 728863 h 2398711"/>
              <a:gd name="connsiteX43470" fmla="*/ 1590135 w 2119654"/>
              <a:gd name="connsiteY43470" fmla="*/ 740307 h 2398711"/>
              <a:gd name="connsiteX43471" fmla="*/ 1591555 w 2119654"/>
              <a:gd name="connsiteY43471" fmla="*/ 731571 h 2398711"/>
              <a:gd name="connsiteX43472" fmla="*/ 941776 w 2119654"/>
              <a:gd name="connsiteY43472" fmla="*/ 2180802 h 2398711"/>
              <a:gd name="connsiteX43473" fmla="*/ 941895 w 2119654"/>
              <a:gd name="connsiteY43473" fmla="*/ 2181009 h 2398711"/>
              <a:gd name="connsiteX43474" fmla="*/ 942126 w 2119654"/>
              <a:gd name="connsiteY43474" fmla="*/ 2181122 h 2398711"/>
              <a:gd name="connsiteX43475" fmla="*/ 942818 w 2119654"/>
              <a:gd name="connsiteY43475" fmla="*/ 2181111 h 2398711"/>
              <a:gd name="connsiteX43476" fmla="*/ 943786 w 2119654"/>
              <a:gd name="connsiteY43476" fmla="*/ 2180469 h 2398711"/>
              <a:gd name="connsiteX43477" fmla="*/ 943566 w 2119654"/>
              <a:gd name="connsiteY43477" fmla="*/ 2180051 h 2398711"/>
              <a:gd name="connsiteX43478" fmla="*/ 1590592 w 2119654"/>
              <a:gd name="connsiteY43478" fmla="*/ 727657 h 2398711"/>
              <a:gd name="connsiteX43479" fmla="*/ 1590579 w 2119654"/>
              <a:gd name="connsiteY43479" fmla="*/ 728022 h 2398711"/>
              <a:gd name="connsiteX43480" fmla="*/ 1590639 w 2119654"/>
              <a:gd name="connsiteY43480" fmla="*/ 727851 h 2398711"/>
              <a:gd name="connsiteX43481" fmla="*/ 948348 w 2119654"/>
              <a:gd name="connsiteY43481" fmla="*/ 2165670 h 2398711"/>
              <a:gd name="connsiteX43482" fmla="*/ 948888 w 2119654"/>
              <a:gd name="connsiteY43482" fmla="*/ 2165756 h 2398711"/>
              <a:gd name="connsiteX43483" fmla="*/ 949988 w 2119654"/>
              <a:gd name="connsiteY43483" fmla="*/ 2165123 h 2398711"/>
              <a:gd name="connsiteX43484" fmla="*/ 949294 w 2119654"/>
              <a:gd name="connsiteY43484" fmla="*/ 2165033 h 2398711"/>
              <a:gd name="connsiteX43485" fmla="*/ 948869 w 2119654"/>
              <a:gd name="connsiteY43485" fmla="*/ 2165155 h 2398711"/>
              <a:gd name="connsiteX43486" fmla="*/ 1569504 w 2119654"/>
              <a:gd name="connsiteY43486" fmla="*/ 774671 h 2398711"/>
              <a:gd name="connsiteX43487" fmla="*/ 1569476 w 2119654"/>
              <a:gd name="connsiteY43487" fmla="*/ 774820 h 2398711"/>
              <a:gd name="connsiteX43488" fmla="*/ 1570421 w 2119654"/>
              <a:gd name="connsiteY43488" fmla="*/ 777608 h 2398711"/>
              <a:gd name="connsiteX43489" fmla="*/ 1570479 w 2119654"/>
              <a:gd name="connsiteY43489" fmla="*/ 776760 h 2398711"/>
              <a:gd name="connsiteX43490" fmla="*/ 1592914 w 2119654"/>
              <a:gd name="connsiteY43490" fmla="*/ 722160 h 2398711"/>
              <a:gd name="connsiteX43491" fmla="*/ 1591542 w 2119654"/>
              <a:gd name="connsiteY43491" fmla="*/ 726046 h 2398711"/>
              <a:gd name="connsiteX43492" fmla="*/ 1592090 w 2119654"/>
              <a:gd name="connsiteY43492" fmla="*/ 728274 h 2398711"/>
              <a:gd name="connsiteX43493" fmla="*/ 1593028 w 2119654"/>
              <a:gd name="connsiteY43493" fmla="*/ 722505 h 2398711"/>
              <a:gd name="connsiteX43494" fmla="*/ 911894 w 2119654"/>
              <a:gd name="connsiteY43494" fmla="*/ 2246949 h 2398711"/>
              <a:gd name="connsiteX43495" fmla="*/ 914857 w 2119654"/>
              <a:gd name="connsiteY43495" fmla="*/ 2246169 h 2398711"/>
              <a:gd name="connsiteX43496" fmla="*/ 914260 w 2119654"/>
              <a:gd name="connsiteY43496" fmla="*/ 2245417 h 2398711"/>
              <a:gd name="connsiteX43497" fmla="*/ 913962 w 2119654"/>
              <a:gd name="connsiteY43497" fmla="*/ 2244959 h 2398711"/>
              <a:gd name="connsiteX43498" fmla="*/ 937966 w 2119654"/>
              <a:gd name="connsiteY43498" fmla="*/ 2188047 h 2398711"/>
              <a:gd name="connsiteX43499" fmla="*/ 939010 w 2119654"/>
              <a:gd name="connsiteY43499" fmla="*/ 2187876 h 2398711"/>
              <a:gd name="connsiteX43500" fmla="*/ 941730 w 2119654"/>
              <a:gd name="connsiteY43500" fmla="*/ 2186439 h 2398711"/>
              <a:gd name="connsiteX43501" fmla="*/ 941720 w 2119654"/>
              <a:gd name="connsiteY43501" fmla="*/ 2186230 h 2398711"/>
              <a:gd name="connsiteX43502" fmla="*/ 939552 w 2119654"/>
              <a:gd name="connsiteY43502" fmla="*/ 2186359 h 2398711"/>
              <a:gd name="connsiteX43503" fmla="*/ 928309 w 2119654"/>
              <a:gd name="connsiteY43503" fmla="*/ 2209648 h 2398711"/>
              <a:gd name="connsiteX43504" fmla="*/ 930316 w 2119654"/>
              <a:gd name="connsiteY43504" fmla="*/ 2213635 h 2398711"/>
              <a:gd name="connsiteX43505" fmla="*/ 938405 w 2119654"/>
              <a:gd name="connsiteY43505" fmla="*/ 2210577 h 2398711"/>
              <a:gd name="connsiteX43506" fmla="*/ 937079 w 2119654"/>
              <a:gd name="connsiteY43506" fmla="*/ 2209079 h 2398711"/>
              <a:gd name="connsiteX43507" fmla="*/ 1594087 w 2119654"/>
              <a:gd name="connsiteY43507" fmla="*/ 718837 h 2398711"/>
              <a:gd name="connsiteX43508" fmla="*/ 1594014 w 2119654"/>
              <a:gd name="connsiteY43508" fmla="*/ 719044 h 2398711"/>
              <a:gd name="connsiteX43509" fmla="*/ 1593525 w 2119654"/>
              <a:gd name="connsiteY43509" fmla="*/ 722045 h 2398711"/>
              <a:gd name="connsiteX43510" fmla="*/ 1593683 w 2119654"/>
              <a:gd name="connsiteY43510" fmla="*/ 722521 h 2398711"/>
              <a:gd name="connsiteX43511" fmla="*/ 928297 w 2119654"/>
              <a:gd name="connsiteY43511" fmla="*/ 2209461 h 2398711"/>
              <a:gd name="connsiteX43512" fmla="*/ 936923 w 2119654"/>
              <a:gd name="connsiteY43512" fmla="*/ 2208902 h 2398711"/>
              <a:gd name="connsiteX43513" fmla="*/ 935814 w 2119654"/>
              <a:gd name="connsiteY43513" fmla="*/ 2207648 h 2398711"/>
              <a:gd name="connsiteX43514" fmla="*/ 1569214 w 2119654"/>
              <a:gd name="connsiteY43514" fmla="*/ 774050 h 2398711"/>
              <a:gd name="connsiteX43515" fmla="*/ 1569319 w 2119654"/>
              <a:gd name="connsiteY43515" fmla="*/ 774361 h 2398711"/>
              <a:gd name="connsiteX43516" fmla="*/ 1569331 w 2119654"/>
              <a:gd name="connsiteY43516" fmla="*/ 774301 h 2398711"/>
              <a:gd name="connsiteX43517" fmla="*/ 945675 w 2119654"/>
              <a:gd name="connsiteY43517" fmla="*/ 2170039 h 2398711"/>
              <a:gd name="connsiteX43518" fmla="*/ 946516 w 2119654"/>
              <a:gd name="connsiteY43518" fmla="*/ 2170568 h 2398711"/>
              <a:gd name="connsiteX43519" fmla="*/ 946601 w 2119654"/>
              <a:gd name="connsiteY43519" fmla="*/ 2170550 h 2398711"/>
              <a:gd name="connsiteX43520" fmla="*/ 946951 w 2119654"/>
              <a:gd name="connsiteY43520" fmla="*/ 2170265 h 2398711"/>
              <a:gd name="connsiteX43521" fmla="*/ 946613 w 2119654"/>
              <a:gd name="connsiteY43521" fmla="*/ 2169897 h 2398711"/>
              <a:gd name="connsiteX43522" fmla="*/ 941666 w 2119654"/>
              <a:gd name="connsiteY43522" fmla="*/ 2178737 h 2398711"/>
              <a:gd name="connsiteX43523" fmla="*/ 941726 w 2119654"/>
              <a:gd name="connsiteY43523" fmla="*/ 2180004 h 2398711"/>
              <a:gd name="connsiteX43524" fmla="*/ 942986 w 2119654"/>
              <a:gd name="connsiteY43524" fmla="*/ 2178948 h 2398711"/>
              <a:gd name="connsiteX43525" fmla="*/ 942756 w 2119654"/>
              <a:gd name="connsiteY43525" fmla="*/ 2178510 h 2398711"/>
              <a:gd name="connsiteX43526" fmla="*/ 947559 w 2119654"/>
              <a:gd name="connsiteY43526" fmla="*/ 2165532 h 2398711"/>
              <a:gd name="connsiteX43527" fmla="*/ 947695 w 2119654"/>
              <a:gd name="connsiteY43527" fmla="*/ 2165564 h 2398711"/>
              <a:gd name="connsiteX43528" fmla="*/ 947786 w 2119654"/>
              <a:gd name="connsiteY43528" fmla="*/ 2165467 h 2398711"/>
              <a:gd name="connsiteX43529" fmla="*/ 918217 w 2119654"/>
              <a:gd name="connsiteY43529" fmla="*/ 2231005 h 2398711"/>
              <a:gd name="connsiteX43530" fmla="*/ 930701 w 2119654"/>
              <a:gd name="connsiteY43530" fmla="*/ 2227721 h 2398711"/>
              <a:gd name="connsiteX43531" fmla="*/ 931151 w 2119654"/>
              <a:gd name="connsiteY43531" fmla="*/ 2227276 h 2398711"/>
              <a:gd name="connsiteX43532" fmla="*/ 922171 w 2119654"/>
              <a:gd name="connsiteY43532" fmla="*/ 2227585 h 2398711"/>
              <a:gd name="connsiteX43533" fmla="*/ 910242 w 2119654"/>
              <a:gd name="connsiteY43533" fmla="*/ 2248538 h 2398711"/>
              <a:gd name="connsiteX43534" fmla="*/ 912540 w 2119654"/>
              <a:gd name="connsiteY43534" fmla="*/ 2247669 h 2398711"/>
              <a:gd name="connsiteX43535" fmla="*/ 910856 w 2119654"/>
              <a:gd name="connsiteY43535" fmla="*/ 2247947 h 2398711"/>
              <a:gd name="connsiteX43536" fmla="*/ 931459 w 2119654"/>
              <a:gd name="connsiteY43536" fmla="*/ 2200777 h 2398711"/>
              <a:gd name="connsiteX43537" fmla="*/ 932349 w 2119654"/>
              <a:gd name="connsiteY43537" fmla="*/ 2201783 h 2398711"/>
              <a:gd name="connsiteX43538" fmla="*/ 935088 w 2119654"/>
              <a:gd name="connsiteY43538" fmla="*/ 2203270 h 2398711"/>
              <a:gd name="connsiteX43539" fmla="*/ 933111 w 2119654"/>
              <a:gd name="connsiteY43539" fmla="*/ 2200021 h 2398711"/>
              <a:gd name="connsiteX43540" fmla="*/ 940698 w 2119654"/>
              <a:gd name="connsiteY43540" fmla="*/ 2178939 h 2398711"/>
              <a:gd name="connsiteX43541" fmla="*/ 941437 w 2119654"/>
              <a:gd name="connsiteY43541" fmla="*/ 2180216 h 2398711"/>
              <a:gd name="connsiteX43542" fmla="*/ 941371 w 2119654"/>
              <a:gd name="connsiteY43542" fmla="*/ 2178798 h 2398711"/>
              <a:gd name="connsiteX43543" fmla="*/ 918950 w 2119654"/>
              <a:gd name="connsiteY43543" fmla="*/ 2227558 h 2398711"/>
              <a:gd name="connsiteX43544" fmla="*/ 919181 w 2119654"/>
              <a:gd name="connsiteY43544" fmla="*/ 2227550 h 2398711"/>
              <a:gd name="connsiteX43545" fmla="*/ 920126 w 2119654"/>
              <a:gd name="connsiteY43545" fmla="*/ 2227505 h 2398711"/>
              <a:gd name="connsiteX43546" fmla="*/ 922529 w 2119654"/>
              <a:gd name="connsiteY43546" fmla="*/ 2225428 h 2398711"/>
              <a:gd name="connsiteX43547" fmla="*/ 936631 w 2119654"/>
              <a:gd name="connsiteY43547" fmla="*/ 2187505 h 2398711"/>
              <a:gd name="connsiteX43548" fmla="*/ 937065 w 2119654"/>
              <a:gd name="connsiteY43548" fmla="*/ 2187826 h 2398711"/>
              <a:gd name="connsiteX43549" fmla="*/ 937514 w 2119654"/>
              <a:gd name="connsiteY43549" fmla="*/ 2187979 h 2398711"/>
              <a:gd name="connsiteX43550" fmla="*/ 939005 w 2119654"/>
              <a:gd name="connsiteY43550" fmla="*/ 2186392 h 2398711"/>
              <a:gd name="connsiteX43551" fmla="*/ 938509 w 2119654"/>
              <a:gd name="connsiteY43551" fmla="*/ 2186421 h 2398711"/>
              <a:gd name="connsiteX43552" fmla="*/ 1567216 w 2119654"/>
              <a:gd name="connsiteY43552" fmla="*/ 774904 h 2398711"/>
              <a:gd name="connsiteX43553" fmla="*/ 1567285 w 2119654"/>
              <a:gd name="connsiteY43553" fmla="*/ 780398 h 2398711"/>
              <a:gd name="connsiteX43554" fmla="*/ 1567282 w 2119654"/>
              <a:gd name="connsiteY43554" fmla="*/ 783885 h 2398711"/>
              <a:gd name="connsiteX43555" fmla="*/ 1567297 w 2119654"/>
              <a:gd name="connsiteY43555" fmla="*/ 783917 h 2398711"/>
              <a:gd name="connsiteX43556" fmla="*/ 1568284 w 2119654"/>
              <a:gd name="connsiteY43556" fmla="*/ 779718 h 2398711"/>
              <a:gd name="connsiteX43557" fmla="*/ 1568671 w 2119654"/>
              <a:gd name="connsiteY43557" fmla="*/ 777717 h 2398711"/>
              <a:gd name="connsiteX43558" fmla="*/ 932521 w 2119654"/>
              <a:gd name="connsiteY43558" fmla="*/ 2195898 h 2398711"/>
              <a:gd name="connsiteX43559" fmla="*/ 934439 w 2119654"/>
              <a:gd name="connsiteY43559" fmla="*/ 2199049 h 2398711"/>
              <a:gd name="connsiteX43560" fmla="*/ 936471 w 2119654"/>
              <a:gd name="connsiteY43560" fmla="*/ 2198120 h 2398711"/>
              <a:gd name="connsiteX43561" fmla="*/ 938966 w 2119654"/>
              <a:gd name="connsiteY43561" fmla="*/ 2196853 h 2398711"/>
              <a:gd name="connsiteX43562" fmla="*/ 936622 w 2119654"/>
              <a:gd name="connsiteY43562" fmla="*/ 2193833 h 2398711"/>
              <a:gd name="connsiteX43563" fmla="*/ 936348 w 2119654"/>
              <a:gd name="connsiteY43563" fmla="*/ 2187296 h 2398711"/>
              <a:gd name="connsiteX43564" fmla="*/ 936360 w 2119654"/>
              <a:gd name="connsiteY43564" fmla="*/ 2187304 h 2398711"/>
              <a:gd name="connsiteX43565" fmla="*/ 937819 w 2119654"/>
              <a:gd name="connsiteY43565" fmla="*/ 2186462 h 2398711"/>
              <a:gd name="connsiteX43566" fmla="*/ 937709 w 2119654"/>
              <a:gd name="connsiteY43566" fmla="*/ 2186469 h 2398711"/>
              <a:gd name="connsiteX43567" fmla="*/ 939646 w 2119654"/>
              <a:gd name="connsiteY43567" fmla="*/ 2179527 h 2398711"/>
              <a:gd name="connsiteX43568" fmla="*/ 940235 w 2119654"/>
              <a:gd name="connsiteY43568" fmla="*/ 2179124 h 2398711"/>
              <a:gd name="connsiteX43569" fmla="*/ 940226 w 2119654"/>
              <a:gd name="connsiteY43569" fmla="*/ 2179109 h 2398711"/>
              <a:gd name="connsiteX43570" fmla="*/ 940061 w 2119654"/>
              <a:gd name="connsiteY43570" fmla="*/ 2179224 h 2398711"/>
              <a:gd name="connsiteX43571" fmla="*/ 936044 w 2119654"/>
              <a:gd name="connsiteY43571" fmla="*/ 2187480 h 2398711"/>
              <a:gd name="connsiteX43572" fmla="*/ 936050 w 2119654"/>
              <a:gd name="connsiteY43572" fmla="*/ 2187482 h 2398711"/>
              <a:gd name="connsiteX43573" fmla="*/ 936068 w 2119654"/>
              <a:gd name="connsiteY43573" fmla="*/ 2187472 h 2398711"/>
              <a:gd name="connsiteX43574" fmla="*/ 936063 w 2119654"/>
              <a:gd name="connsiteY43574" fmla="*/ 2187468 h 2398711"/>
              <a:gd name="connsiteX43575" fmla="*/ 939418 w 2119654"/>
              <a:gd name="connsiteY43575" fmla="*/ 2179798 h 2398711"/>
              <a:gd name="connsiteX43576" fmla="*/ 941031 w 2119654"/>
              <a:gd name="connsiteY43576" fmla="*/ 2180586 h 2398711"/>
              <a:gd name="connsiteX43577" fmla="*/ 941082 w 2119654"/>
              <a:gd name="connsiteY43577" fmla="*/ 2180543 h 2398711"/>
              <a:gd name="connsiteX43578" fmla="*/ 940283 w 2119654"/>
              <a:gd name="connsiteY43578" fmla="*/ 2179205 h 2398711"/>
              <a:gd name="connsiteX43579" fmla="*/ 943610 w 2119654"/>
              <a:gd name="connsiteY43579" fmla="*/ 2170360 h 2398711"/>
              <a:gd name="connsiteX43580" fmla="*/ 944426 w 2119654"/>
              <a:gd name="connsiteY43580" fmla="*/ 2171003 h 2398711"/>
              <a:gd name="connsiteX43581" fmla="*/ 945577 w 2119654"/>
              <a:gd name="connsiteY43581" fmla="*/ 2170764 h 2398711"/>
              <a:gd name="connsiteX43582" fmla="*/ 945119 w 2119654"/>
              <a:gd name="connsiteY43582" fmla="*/ 2170484 h 2398711"/>
              <a:gd name="connsiteX43583" fmla="*/ 944658 w 2119654"/>
              <a:gd name="connsiteY43583" fmla="*/ 2170194 h 2398711"/>
              <a:gd name="connsiteX43584" fmla="*/ 943619 w 2119654"/>
              <a:gd name="connsiteY43584" fmla="*/ 2170352 h 2398711"/>
              <a:gd name="connsiteX43585" fmla="*/ 912556 w 2119654"/>
              <a:gd name="connsiteY43585" fmla="*/ 2239872 h 2398711"/>
              <a:gd name="connsiteX43586" fmla="*/ 914285 w 2119654"/>
              <a:gd name="connsiteY43586" fmla="*/ 2242412 h 2398711"/>
              <a:gd name="connsiteX43587" fmla="*/ 916927 w 2119654"/>
              <a:gd name="connsiteY43587" fmla="*/ 2241336 h 2398711"/>
              <a:gd name="connsiteX43588" fmla="*/ 917564 w 2119654"/>
              <a:gd name="connsiteY43588" fmla="*/ 2240706 h 2398711"/>
              <a:gd name="connsiteX43589" fmla="*/ 945805 w 2119654"/>
              <a:gd name="connsiteY43589" fmla="*/ 2165119 h 2398711"/>
              <a:gd name="connsiteX43590" fmla="*/ 947162 w 2119654"/>
              <a:gd name="connsiteY43590" fmla="*/ 2165438 h 2398711"/>
              <a:gd name="connsiteX43591" fmla="*/ 948051 w 2119654"/>
              <a:gd name="connsiteY43591" fmla="*/ 2165183 h 2398711"/>
              <a:gd name="connsiteX43592" fmla="*/ 948310 w 2119654"/>
              <a:gd name="connsiteY43592" fmla="*/ 2164904 h 2398711"/>
              <a:gd name="connsiteX43593" fmla="*/ 946934 w 2119654"/>
              <a:gd name="connsiteY43593" fmla="*/ 2164725 h 2398711"/>
              <a:gd name="connsiteX43594" fmla="*/ 945142 w 2119654"/>
              <a:gd name="connsiteY43594" fmla="*/ 2166226 h 2398711"/>
              <a:gd name="connsiteX43595" fmla="*/ 946069 w 2119654"/>
              <a:gd name="connsiteY43595" fmla="*/ 2167232 h 2398711"/>
              <a:gd name="connsiteX43596" fmla="*/ 946824 w 2119654"/>
              <a:gd name="connsiteY43596" fmla="*/ 2166485 h 2398711"/>
              <a:gd name="connsiteX43597" fmla="*/ 945404 w 2119654"/>
              <a:gd name="connsiteY43597" fmla="*/ 2166151 h 2398711"/>
              <a:gd name="connsiteX43598" fmla="*/ 944980 w 2119654"/>
              <a:gd name="connsiteY43598" fmla="*/ 2166051 h 2398711"/>
              <a:gd name="connsiteX43599" fmla="*/ 944991 w 2119654"/>
              <a:gd name="connsiteY43599" fmla="*/ 2166063 h 2398711"/>
              <a:gd name="connsiteX43600" fmla="*/ 945008 w 2119654"/>
              <a:gd name="connsiteY43600" fmla="*/ 2166058 h 2398711"/>
              <a:gd name="connsiteX43601" fmla="*/ 1566694 w 2119654"/>
              <a:gd name="connsiteY43601" fmla="*/ 773895 h 2398711"/>
              <a:gd name="connsiteX43602" fmla="*/ 1565276 w 2119654"/>
              <a:gd name="connsiteY43602" fmla="*/ 779202 h 2398711"/>
              <a:gd name="connsiteX43603" fmla="*/ 1566826 w 2119654"/>
              <a:gd name="connsiteY43603" fmla="*/ 782849 h 2398711"/>
              <a:gd name="connsiteX43604" fmla="*/ 1566834 w 2119654"/>
              <a:gd name="connsiteY43604" fmla="*/ 774165 h 2398711"/>
              <a:gd name="connsiteX43605" fmla="*/ 942570 w 2119654"/>
              <a:gd name="connsiteY43605" fmla="*/ 2171390 h 2398711"/>
              <a:gd name="connsiteX43606" fmla="*/ 944140 w 2119654"/>
              <a:gd name="connsiteY43606" fmla="*/ 2171063 h 2398711"/>
              <a:gd name="connsiteX43607" fmla="*/ 943441 w 2119654"/>
              <a:gd name="connsiteY43607" fmla="*/ 2170528 h 2398711"/>
              <a:gd name="connsiteX43608" fmla="*/ 1567275 w 2119654"/>
              <a:gd name="connsiteY43608" fmla="*/ 771719 h 2398711"/>
              <a:gd name="connsiteX43609" fmla="*/ 1567180 w 2119654"/>
              <a:gd name="connsiteY43609" fmla="*/ 772074 h 2398711"/>
              <a:gd name="connsiteX43610" fmla="*/ 1567201 w 2119654"/>
              <a:gd name="connsiteY43610" fmla="*/ 773663 h 2398711"/>
              <a:gd name="connsiteX43611" fmla="*/ 1568841 w 2119654"/>
              <a:gd name="connsiteY43611" fmla="*/ 776836 h 2398711"/>
              <a:gd name="connsiteX43612" fmla="*/ 1568903 w 2119654"/>
              <a:gd name="connsiteY43612" fmla="*/ 776515 h 2398711"/>
              <a:gd name="connsiteX43613" fmla="*/ 937436 w 2119654"/>
              <a:gd name="connsiteY43613" fmla="*/ 2181157 h 2398711"/>
              <a:gd name="connsiteX43614" fmla="*/ 937952 w 2119654"/>
              <a:gd name="connsiteY43614" fmla="*/ 2181188 h 2398711"/>
              <a:gd name="connsiteX43615" fmla="*/ 939034 w 2119654"/>
              <a:gd name="connsiteY43615" fmla="*/ 2181171 h 2398711"/>
              <a:gd name="connsiteX43616" fmla="*/ 938089 w 2119654"/>
              <a:gd name="connsiteY43616" fmla="*/ 2180710 h 2398711"/>
              <a:gd name="connsiteX43617" fmla="*/ 916528 w 2119654"/>
              <a:gd name="connsiteY43617" fmla="*/ 2227642 h 2398711"/>
              <a:gd name="connsiteX43618" fmla="*/ 918305 w 2119654"/>
              <a:gd name="connsiteY43618" fmla="*/ 2227581 h 2398711"/>
              <a:gd name="connsiteX43619" fmla="*/ 923874 w 2119654"/>
              <a:gd name="connsiteY43619" fmla="*/ 2224266 h 2398711"/>
              <a:gd name="connsiteX43620" fmla="*/ 924511 w 2119654"/>
              <a:gd name="connsiteY43620" fmla="*/ 2223715 h 2398711"/>
              <a:gd name="connsiteX43621" fmla="*/ 941697 w 2119654"/>
              <a:gd name="connsiteY43621" fmla="*/ 2171220 h 2398711"/>
              <a:gd name="connsiteX43622" fmla="*/ 941873 w 2119654"/>
              <a:gd name="connsiteY43622" fmla="*/ 2171385 h 2398711"/>
              <a:gd name="connsiteX43623" fmla="*/ 942363 w 2119654"/>
              <a:gd name="connsiteY43623" fmla="*/ 2170900 h 2398711"/>
              <a:gd name="connsiteX43624" fmla="*/ 1589089 w 2119654"/>
              <a:gd name="connsiteY43624" fmla="*/ 721550 h 2398711"/>
              <a:gd name="connsiteX43625" fmla="*/ 1589066 w 2119654"/>
              <a:gd name="connsiteY43625" fmla="*/ 721799 h 2398711"/>
              <a:gd name="connsiteX43626" fmla="*/ 1587179 w 2119654"/>
              <a:gd name="connsiteY43626" fmla="*/ 736077 h 2398711"/>
              <a:gd name="connsiteX43627" fmla="*/ 1587482 w 2119654"/>
              <a:gd name="connsiteY43627" fmla="*/ 736795 h 2398711"/>
              <a:gd name="connsiteX43628" fmla="*/ 1590255 w 2119654"/>
              <a:gd name="connsiteY43628" fmla="*/ 728939 h 2398711"/>
              <a:gd name="connsiteX43629" fmla="*/ 1590396 w 2119654"/>
              <a:gd name="connsiteY43629" fmla="*/ 726859 h 2398711"/>
              <a:gd name="connsiteX43630" fmla="*/ 941332 w 2119654"/>
              <a:gd name="connsiteY43630" fmla="*/ 2171639 h 2398711"/>
              <a:gd name="connsiteX43631" fmla="*/ 941333 w 2119654"/>
              <a:gd name="connsiteY43631" fmla="*/ 2171648 h 2398711"/>
              <a:gd name="connsiteX43632" fmla="*/ 941340 w 2119654"/>
              <a:gd name="connsiteY43632" fmla="*/ 2171646 h 2398711"/>
              <a:gd name="connsiteX43633" fmla="*/ 944353 w 2119654"/>
              <a:gd name="connsiteY43633" fmla="*/ 2164778 h 2398711"/>
              <a:gd name="connsiteX43634" fmla="*/ 944784 w 2119654"/>
              <a:gd name="connsiteY43634" fmla="*/ 2164879 h 2398711"/>
              <a:gd name="connsiteX43635" fmla="*/ 945689 w 2119654"/>
              <a:gd name="connsiteY43635" fmla="*/ 2164564 h 2398711"/>
              <a:gd name="connsiteX43636" fmla="*/ 945536 w 2119654"/>
              <a:gd name="connsiteY43636" fmla="*/ 2164544 h 2398711"/>
              <a:gd name="connsiteX43637" fmla="*/ 1581327 w 2119654"/>
              <a:gd name="connsiteY43637" fmla="*/ 738362 h 2398711"/>
              <a:gd name="connsiteX43638" fmla="*/ 1580997 w 2119654"/>
              <a:gd name="connsiteY43638" fmla="*/ 740263 h 2398711"/>
              <a:gd name="connsiteX43639" fmla="*/ 1581263 w 2119654"/>
              <a:gd name="connsiteY43639" fmla="*/ 742500 h 2398711"/>
              <a:gd name="connsiteX43640" fmla="*/ 1581615 w 2119654"/>
              <a:gd name="connsiteY43640" fmla="*/ 750254 h 2398711"/>
              <a:gd name="connsiteX43641" fmla="*/ 1582092 w 2119654"/>
              <a:gd name="connsiteY43641" fmla="*/ 751532 h 2398711"/>
              <a:gd name="connsiteX43642" fmla="*/ 1583235 w 2119654"/>
              <a:gd name="connsiteY43642" fmla="*/ 748430 h 2398711"/>
              <a:gd name="connsiteX43643" fmla="*/ 921588 w 2119654"/>
              <a:gd name="connsiteY43643" fmla="*/ 2214666 h 2398711"/>
              <a:gd name="connsiteX43644" fmla="*/ 923719 w 2119654"/>
              <a:gd name="connsiteY43644" fmla="*/ 2216130 h 2398711"/>
              <a:gd name="connsiteX43645" fmla="*/ 927387 w 2119654"/>
              <a:gd name="connsiteY43645" fmla="*/ 2214743 h 2398711"/>
              <a:gd name="connsiteX43646" fmla="*/ 940668 w 2119654"/>
              <a:gd name="connsiteY43646" fmla="*/ 2171716 h 2398711"/>
              <a:gd name="connsiteX43647" fmla="*/ 940701 w 2119654"/>
              <a:gd name="connsiteY43647" fmla="*/ 2171779 h 2398711"/>
              <a:gd name="connsiteX43648" fmla="*/ 941037 w 2119654"/>
              <a:gd name="connsiteY43648" fmla="*/ 2171709 h 2398711"/>
              <a:gd name="connsiteX43649" fmla="*/ 941029 w 2119654"/>
              <a:gd name="connsiteY43649" fmla="*/ 2171543 h 2398711"/>
              <a:gd name="connsiteX43650" fmla="*/ 1612241 w 2119654"/>
              <a:gd name="connsiteY43650" fmla="*/ 667785 h 2398711"/>
              <a:gd name="connsiteX43651" fmla="*/ 1611691 w 2119654"/>
              <a:gd name="connsiteY43651" fmla="*/ 698791 h 2398711"/>
              <a:gd name="connsiteX43652" fmla="*/ 1611000 w 2119654"/>
              <a:gd name="connsiteY43652" fmla="*/ 720949 h 2398711"/>
              <a:gd name="connsiteX43653" fmla="*/ 1612809 w 2119654"/>
              <a:gd name="connsiteY43653" fmla="*/ 725756 h 2398711"/>
              <a:gd name="connsiteX43654" fmla="*/ 1614899 w 2119654"/>
              <a:gd name="connsiteY43654" fmla="*/ 718692 h 2398711"/>
              <a:gd name="connsiteX43655" fmla="*/ 1618142 w 2119654"/>
              <a:gd name="connsiteY43655" fmla="*/ 705838 h 2398711"/>
              <a:gd name="connsiteX43656" fmla="*/ 1618422 w 2119654"/>
              <a:gd name="connsiteY43656" fmla="*/ 687188 h 2398711"/>
              <a:gd name="connsiteX43657" fmla="*/ 1618379 w 2119654"/>
              <a:gd name="connsiteY43657" fmla="*/ 686428 h 2398711"/>
              <a:gd name="connsiteX43658" fmla="*/ 928802 w 2119654"/>
              <a:gd name="connsiteY43658" fmla="*/ 2197772 h 2398711"/>
              <a:gd name="connsiteX43659" fmla="*/ 931230 w 2119654"/>
              <a:gd name="connsiteY43659" fmla="*/ 2200517 h 2398711"/>
              <a:gd name="connsiteX43660" fmla="*/ 932937 w 2119654"/>
              <a:gd name="connsiteY43660" fmla="*/ 2199736 h 2398711"/>
              <a:gd name="connsiteX43661" fmla="*/ 931052 w 2119654"/>
              <a:gd name="connsiteY43661" fmla="*/ 2196639 h 2398711"/>
              <a:gd name="connsiteX43662" fmla="*/ 902881 w 2119654"/>
              <a:gd name="connsiteY43662" fmla="*/ 2255616 h 2398711"/>
              <a:gd name="connsiteX43663" fmla="*/ 918179 w 2119654"/>
              <a:gd name="connsiteY43663" fmla="*/ 2250357 h 2398711"/>
              <a:gd name="connsiteX43664" fmla="*/ 915740 w 2119654"/>
              <a:gd name="connsiteY43664" fmla="*/ 2247281 h 2398711"/>
              <a:gd name="connsiteX43665" fmla="*/ 908832 w 2119654"/>
              <a:gd name="connsiteY43665" fmla="*/ 2249893 h 2398711"/>
              <a:gd name="connsiteX43666" fmla="*/ 910854 w 2119654"/>
              <a:gd name="connsiteY43666" fmla="*/ 2237372 h 2398711"/>
              <a:gd name="connsiteX43667" fmla="*/ 911731 w 2119654"/>
              <a:gd name="connsiteY43667" fmla="*/ 2238660 h 2398711"/>
              <a:gd name="connsiteX43668" fmla="*/ 918959 w 2119654"/>
              <a:gd name="connsiteY43668" fmla="*/ 2239327 h 2398711"/>
              <a:gd name="connsiteX43669" fmla="*/ 927690 w 2119654"/>
              <a:gd name="connsiteY43669" fmla="*/ 2230697 h 2398711"/>
              <a:gd name="connsiteX43670" fmla="*/ 916072 w 2119654"/>
              <a:gd name="connsiteY43670" fmla="*/ 2232860 h 2398711"/>
              <a:gd name="connsiteX43671" fmla="*/ 930685 w 2119654"/>
              <a:gd name="connsiteY43671" fmla="*/ 2192882 h 2398711"/>
              <a:gd name="connsiteX43672" fmla="*/ 930864 w 2119654"/>
              <a:gd name="connsiteY43672" fmla="*/ 2193178 h 2398711"/>
              <a:gd name="connsiteX43673" fmla="*/ 933675 w 2119654"/>
              <a:gd name="connsiteY43673" fmla="*/ 2191722 h 2398711"/>
              <a:gd name="connsiteX43674" fmla="*/ 933636 w 2119654"/>
              <a:gd name="connsiteY43674" fmla="*/ 2191709 h 2398711"/>
              <a:gd name="connsiteX43675" fmla="*/ 1573898 w 2119654"/>
              <a:gd name="connsiteY43675" fmla="*/ 751935 h 2398711"/>
              <a:gd name="connsiteX43676" fmla="*/ 1572215 w 2119654"/>
              <a:gd name="connsiteY43676" fmla="*/ 760640 h 2398711"/>
              <a:gd name="connsiteX43677" fmla="*/ 1573226 w 2119654"/>
              <a:gd name="connsiteY43677" fmla="*/ 762402 h 2398711"/>
              <a:gd name="connsiteX43678" fmla="*/ 1574297 w 2119654"/>
              <a:gd name="connsiteY43678" fmla="*/ 755787 h 2398711"/>
              <a:gd name="connsiteX43679" fmla="*/ 1574240 w 2119654"/>
              <a:gd name="connsiteY43679" fmla="*/ 753952 h 2398711"/>
              <a:gd name="connsiteX43680" fmla="*/ 934511 w 2119654"/>
              <a:gd name="connsiteY43680" fmla="*/ 2183288 h 2398711"/>
              <a:gd name="connsiteX43681" fmla="*/ 934548 w 2119654"/>
              <a:gd name="connsiteY43681" fmla="*/ 2183281 h 2398711"/>
              <a:gd name="connsiteX43682" fmla="*/ 934520 w 2119654"/>
              <a:gd name="connsiteY43682" fmla="*/ 2183281 h 2398711"/>
              <a:gd name="connsiteX43683" fmla="*/ 927347 w 2119654"/>
              <a:gd name="connsiteY43683" fmla="*/ 2199068 h 2398711"/>
              <a:gd name="connsiteX43684" fmla="*/ 929032 w 2119654"/>
              <a:gd name="connsiteY43684" fmla="*/ 2199983 h 2398711"/>
              <a:gd name="connsiteX43685" fmla="*/ 927805 w 2119654"/>
              <a:gd name="connsiteY43685" fmla="*/ 2198595 h 2398711"/>
              <a:gd name="connsiteX43686" fmla="*/ 933140 w 2119654"/>
              <a:gd name="connsiteY43686" fmla="*/ 2186060 h 2398711"/>
              <a:gd name="connsiteX43687" fmla="*/ 933775 w 2119654"/>
              <a:gd name="connsiteY43687" fmla="*/ 2185996 h 2398711"/>
              <a:gd name="connsiteX43688" fmla="*/ 933995 w 2119654"/>
              <a:gd name="connsiteY43688" fmla="*/ 2185938 h 2398711"/>
              <a:gd name="connsiteX43689" fmla="*/ 933960 w 2119654"/>
              <a:gd name="connsiteY43689" fmla="*/ 2185911 h 2398711"/>
              <a:gd name="connsiteX43690" fmla="*/ 925268 w 2119654"/>
              <a:gd name="connsiteY43690" fmla="*/ 2203609 h 2398711"/>
              <a:gd name="connsiteX43691" fmla="*/ 927574 w 2119654"/>
              <a:gd name="connsiteY43691" fmla="*/ 2208189 h 2398711"/>
              <a:gd name="connsiteX43692" fmla="*/ 934759 w 2119654"/>
              <a:gd name="connsiteY43692" fmla="*/ 2206455 h 2398711"/>
              <a:gd name="connsiteX43693" fmla="*/ 933322 w 2119654"/>
              <a:gd name="connsiteY43693" fmla="*/ 2204831 h 2398711"/>
              <a:gd name="connsiteX43694" fmla="*/ 928416 w 2119654"/>
              <a:gd name="connsiteY43694" fmla="*/ 2202169 h 2398711"/>
              <a:gd name="connsiteX43695" fmla="*/ 941161 w 2119654"/>
              <a:gd name="connsiteY43695" fmla="*/ 2167994 h 2398711"/>
              <a:gd name="connsiteX43696" fmla="*/ 941182 w 2119654"/>
              <a:gd name="connsiteY43696" fmla="*/ 2168446 h 2398711"/>
              <a:gd name="connsiteX43697" fmla="*/ 941286 w 2119654"/>
              <a:gd name="connsiteY43697" fmla="*/ 2168528 h 2398711"/>
              <a:gd name="connsiteX43698" fmla="*/ 941894 w 2119654"/>
              <a:gd name="connsiteY43698" fmla="*/ 2168455 h 2398711"/>
              <a:gd name="connsiteX43699" fmla="*/ 941349 w 2119654"/>
              <a:gd name="connsiteY43699" fmla="*/ 2167318 h 2398711"/>
              <a:gd name="connsiteX43700" fmla="*/ 942953 w 2119654"/>
              <a:gd name="connsiteY43700" fmla="*/ 2168327 h 2398711"/>
              <a:gd name="connsiteX43701" fmla="*/ 944805 w 2119654"/>
              <a:gd name="connsiteY43701" fmla="*/ 2168104 h 2398711"/>
              <a:gd name="connsiteX43702" fmla="*/ 944905 w 2119654"/>
              <a:gd name="connsiteY43702" fmla="*/ 2168046 h 2398711"/>
              <a:gd name="connsiteX43703" fmla="*/ 943629 w 2119654"/>
              <a:gd name="connsiteY43703" fmla="*/ 2166662 h 2398711"/>
              <a:gd name="connsiteX43704" fmla="*/ 900929 w 2119654"/>
              <a:gd name="connsiteY43704" fmla="*/ 2257674 h 2398711"/>
              <a:gd name="connsiteX43705" fmla="*/ 907992 w 2119654"/>
              <a:gd name="connsiteY43705" fmla="*/ 2257870 h 2398711"/>
              <a:gd name="connsiteX43706" fmla="*/ 919826 w 2119654"/>
              <a:gd name="connsiteY43706" fmla="*/ 2257724 h 2398711"/>
              <a:gd name="connsiteX43707" fmla="*/ 922724 w 2119654"/>
              <a:gd name="connsiteY43707" fmla="*/ 2256084 h 2398711"/>
              <a:gd name="connsiteX43708" fmla="*/ 919044 w 2119654"/>
              <a:gd name="connsiteY43708" fmla="*/ 2251446 h 2398711"/>
              <a:gd name="connsiteX43709" fmla="*/ 1582684 w 2119654"/>
              <a:gd name="connsiteY43709" fmla="*/ 730529 h 2398711"/>
              <a:gd name="connsiteX43710" fmla="*/ 1582401 w 2119654"/>
              <a:gd name="connsiteY43710" fmla="*/ 732158 h 2398711"/>
              <a:gd name="connsiteX43711" fmla="*/ 1584777 w 2119654"/>
              <a:gd name="connsiteY43711" fmla="*/ 744247 h 2398711"/>
              <a:gd name="connsiteX43712" fmla="*/ 1585885 w 2119654"/>
              <a:gd name="connsiteY43712" fmla="*/ 741240 h 2398711"/>
              <a:gd name="connsiteX43713" fmla="*/ 1586153 w 2119654"/>
              <a:gd name="connsiteY43713" fmla="*/ 739208 h 2398711"/>
              <a:gd name="connsiteX43714" fmla="*/ 935287 w 2119654"/>
              <a:gd name="connsiteY43714" fmla="*/ 2180144 h 2398711"/>
              <a:gd name="connsiteX43715" fmla="*/ 935436 w 2119654"/>
              <a:gd name="connsiteY43715" fmla="*/ 2180035 h 2398711"/>
              <a:gd name="connsiteX43716" fmla="*/ 935415 w 2119654"/>
              <a:gd name="connsiteY43716" fmla="*/ 2180039 h 2398711"/>
              <a:gd name="connsiteX43717" fmla="*/ 926809 w 2119654"/>
              <a:gd name="connsiteY43717" fmla="*/ 2198776 h 2398711"/>
              <a:gd name="connsiteX43718" fmla="*/ 927183 w 2119654"/>
              <a:gd name="connsiteY43718" fmla="*/ 2198979 h 2398711"/>
              <a:gd name="connsiteX43719" fmla="*/ 927678 w 2119654"/>
              <a:gd name="connsiteY43719" fmla="*/ 2198452 h 2398711"/>
              <a:gd name="connsiteX43720" fmla="*/ 927609 w 2119654"/>
              <a:gd name="connsiteY43720" fmla="*/ 2198373 h 2398711"/>
              <a:gd name="connsiteX43721" fmla="*/ 941102 w 2119654"/>
              <a:gd name="connsiteY43721" fmla="*/ 2166758 h 2398711"/>
              <a:gd name="connsiteX43722" fmla="*/ 941122 w 2119654"/>
              <a:gd name="connsiteY43722" fmla="*/ 2167175 h 2398711"/>
              <a:gd name="connsiteX43723" fmla="*/ 941123 w 2119654"/>
              <a:gd name="connsiteY43723" fmla="*/ 2167176 h 2398711"/>
              <a:gd name="connsiteX43724" fmla="*/ 943478 w 2119654"/>
              <a:gd name="connsiteY43724" fmla="*/ 2166498 h 2398711"/>
              <a:gd name="connsiteX43725" fmla="*/ 943081 w 2119654"/>
              <a:gd name="connsiteY43725" fmla="*/ 2166068 h 2398711"/>
              <a:gd name="connsiteX43726" fmla="*/ 1572015 w 2119654"/>
              <a:gd name="connsiteY43726" fmla="*/ 753985 h 2398711"/>
              <a:gd name="connsiteX43727" fmla="*/ 1570866 w 2119654"/>
              <a:gd name="connsiteY43727" fmla="*/ 758284 h 2398711"/>
              <a:gd name="connsiteX43728" fmla="*/ 1571635 w 2119654"/>
              <a:gd name="connsiteY43728" fmla="*/ 759624 h 2398711"/>
              <a:gd name="connsiteX43729" fmla="*/ 929802 w 2119654"/>
              <a:gd name="connsiteY43729" fmla="*/ 2191431 h 2398711"/>
              <a:gd name="connsiteX43730" fmla="*/ 930334 w 2119654"/>
              <a:gd name="connsiteY43730" fmla="*/ 2192304 h 2398711"/>
              <a:gd name="connsiteX43731" fmla="*/ 931545 w 2119654"/>
              <a:gd name="connsiteY43731" fmla="*/ 2191822 h 2398711"/>
              <a:gd name="connsiteX43732" fmla="*/ 932495 w 2119654"/>
              <a:gd name="connsiteY43732" fmla="*/ 2191321 h 2398711"/>
              <a:gd name="connsiteX43733" fmla="*/ 931645 w 2119654"/>
              <a:gd name="connsiteY43733" fmla="*/ 2191032 h 2398711"/>
              <a:gd name="connsiteX43734" fmla="*/ 930061 w 2119654"/>
              <a:gd name="connsiteY43734" fmla="*/ 2191292 h 2398711"/>
              <a:gd name="connsiteX43735" fmla="*/ 940688 w 2119654"/>
              <a:gd name="connsiteY43735" fmla="*/ 2166902 h 2398711"/>
              <a:gd name="connsiteX43736" fmla="*/ 940814 w 2119654"/>
              <a:gd name="connsiteY43736" fmla="*/ 2166981 h 2398711"/>
              <a:gd name="connsiteX43737" fmla="*/ 940808 w 2119654"/>
              <a:gd name="connsiteY43737" fmla="*/ 2166860 h 2398711"/>
              <a:gd name="connsiteX43738" fmla="*/ 1611347 w 2119654"/>
              <a:gd name="connsiteY43738" fmla="*/ 665073 h 2398711"/>
              <a:gd name="connsiteX43739" fmla="*/ 1604446 w 2119654"/>
              <a:gd name="connsiteY43739" fmla="*/ 703532 h 2398711"/>
              <a:gd name="connsiteX43740" fmla="*/ 1610668 w 2119654"/>
              <a:gd name="connsiteY43740" fmla="*/ 720065 h 2398711"/>
              <a:gd name="connsiteX43741" fmla="*/ 1611790 w 2119654"/>
              <a:gd name="connsiteY43741" fmla="*/ 684083 h 2398711"/>
              <a:gd name="connsiteX43742" fmla="*/ 1612088 w 2119654"/>
              <a:gd name="connsiteY43742" fmla="*/ 667321 h 2398711"/>
              <a:gd name="connsiteX43743" fmla="*/ 941061 w 2119654"/>
              <a:gd name="connsiteY43743" fmla="*/ 2165872 h 2398711"/>
              <a:gd name="connsiteX43744" fmla="*/ 941075 w 2119654"/>
              <a:gd name="connsiteY43744" fmla="*/ 2166172 h 2398711"/>
              <a:gd name="connsiteX43745" fmla="*/ 942666 w 2119654"/>
              <a:gd name="connsiteY43745" fmla="*/ 2165617 h 2398711"/>
              <a:gd name="connsiteX43746" fmla="*/ 942536 w 2119654"/>
              <a:gd name="connsiteY43746" fmla="*/ 2165477 h 2398711"/>
              <a:gd name="connsiteX43747" fmla="*/ 942122 w 2119654"/>
              <a:gd name="connsiteY43747" fmla="*/ 2165379 h 2398711"/>
              <a:gd name="connsiteX43748" fmla="*/ 941115 w 2119654"/>
              <a:gd name="connsiteY43748" fmla="*/ 2165856 h 2398711"/>
              <a:gd name="connsiteX43749" fmla="*/ 1589879 w 2119654"/>
              <a:gd name="connsiteY43749" fmla="*/ 712942 h 2398711"/>
              <a:gd name="connsiteX43750" fmla="*/ 1589456 w 2119654"/>
              <a:gd name="connsiteY43750" fmla="*/ 717562 h 2398711"/>
              <a:gd name="connsiteX43751" fmla="*/ 1590686 w 2119654"/>
              <a:gd name="connsiteY43751" fmla="*/ 722563 h 2398711"/>
              <a:gd name="connsiteX43752" fmla="*/ 1590880 w 2119654"/>
              <a:gd name="connsiteY43752" fmla="*/ 719685 h 2398711"/>
              <a:gd name="connsiteX43753" fmla="*/ 1590764 w 2119654"/>
              <a:gd name="connsiteY43753" fmla="*/ 722883 h 2398711"/>
              <a:gd name="connsiteX43754" fmla="*/ 1591433 w 2119654"/>
              <a:gd name="connsiteY43754" fmla="*/ 725602 h 2398711"/>
              <a:gd name="connsiteX43755" fmla="*/ 1592785 w 2119654"/>
              <a:gd name="connsiteY43755" fmla="*/ 721769 h 2398711"/>
              <a:gd name="connsiteX43756" fmla="*/ 1591025 w 2119654"/>
              <a:gd name="connsiteY43756" fmla="*/ 716422 h 2398711"/>
              <a:gd name="connsiteX43757" fmla="*/ 1590973 w 2119654"/>
              <a:gd name="connsiteY43757" fmla="*/ 718310 h 2398711"/>
              <a:gd name="connsiteX43758" fmla="*/ 1590880 w 2119654"/>
              <a:gd name="connsiteY43758" fmla="*/ 719685 h 2398711"/>
              <a:gd name="connsiteX43759" fmla="*/ 1591001 w 2119654"/>
              <a:gd name="connsiteY43759" fmla="*/ 716347 h 2398711"/>
              <a:gd name="connsiteX43760" fmla="*/ 940179 w 2119654"/>
              <a:gd name="connsiteY43760" fmla="*/ 2167654 h 2398711"/>
              <a:gd name="connsiteX43761" fmla="*/ 940871 w 2119654"/>
              <a:gd name="connsiteY43761" fmla="*/ 2168201 h 2398711"/>
              <a:gd name="connsiteX43762" fmla="*/ 940853 w 2119654"/>
              <a:gd name="connsiteY43762" fmla="*/ 2167800 h 2398711"/>
              <a:gd name="connsiteX43763" fmla="*/ 940483 w 2119654"/>
              <a:gd name="connsiteY43763" fmla="*/ 2167567 h 2398711"/>
              <a:gd name="connsiteX43764" fmla="*/ 1597938 w 2119654"/>
              <a:gd name="connsiteY43764" fmla="*/ 694158 h 2398711"/>
              <a:gd name="connsiteX43765" fmla="*/ 1597960 w 2119654"/>
              <a:gd name="connsiteY43765" fmla="*/ 696047 h 2398711"/>
              <a:gd name="connsiteX43766" fmla="*/ 1601827 w 2119654"/>
              <a:gd name="connsiteY43766" fmla="*/ 709677 h 2398711"/>
              <a:gd name="connsiteX43767" fmla="*/ 1602069 w 2119654"/>
              <a:gd name="connsiteY43767" fmla="*/ 708940 h 2398711"/>
              <a:gd name="connsiteX43768" fmla="*/ 1602500 w 2119654"/>
              <a:gd name="connsiteY43768" fmla="*/ 706795 h 2398711"/>
              <a:gd name="connsiteX43769" fmla="*/ 1602220 w 2119654"/>
              <a:gd name="connsiteY43769" fmla="*/ 705534 h 2398711"/>
              <a:gd name="connsiteX43770" fmla="*/ 924478 w 2119654"/>
              <a:gd name="connsiteY43770" fmla="*/ 2202040 h 2398711"/>
              <a:gd name="connsiteX43771" fmla="*/ 925119 w 2119654"/>
              <a:gd name="connsiteY43771" fmla="*/ 2203313 h 2398711"/>
              <a:gd name="connsiteX43772" fmla="*/ 928053 w 2119654"/>
              <a:gd name="connsiteY43772" fmla="*/ 2201971 h 2398711"/>
              <a:gd name="connsiteX43773" fmla="*/ 925751 w 2119654"/>
              <a:gd name="connsiteY43773" fmla="*/ 2200722 h 2398711"/>
              <a:gd name="connsiteX43774" fmla="*/ 1573380 w 2119654"/>
              <a:gd name="connsiteY43774" fmla="*/ 748880 h 2398711"/>
              <a:gd name="connsiteX43775" fmla="*/ 1572262 w 2119654"/>
              <a:gd name="connsiteY43775" fmla="*/ 753064 h 2398711"/>
              <a:gd name="connsiteX43776" fmla="*/ 1572001 w 2119654"/>
              <a:gd name="connsiteY43776" fmla="*/ 760265 h 2398711"/>
              <a:gd name="connsiteX43777" fmla="*/ 1572033 w 2119654"/>
              <a:gd name="connsiteY43777" fmla="*/ 760320 h 2398711"/>
              <a:gd name="connsiteX43778" fmla="*/ 1573784 w 2119654"/>
              <a:gd name="connsiteY43778" fmla="*/ 751260 h 2398711"/>
              <a:gd name="connsiteX43779" fmla="*/ 910765 w 2119654"/>
              <a:gd name="connsiteY43779" fmla="*/ 2232431 h 2398711"/>
              <a:gd name="connsiteX43780" fmla="*/ 915436 w 2119654"/>
              <a:gd name="connsiteY43780" fmla="*/ 2231560 h 2398711"/>
              <a:gd name="connsiteX43781" fmla="*/ 919944 w 2119654"/>
              <a:gd name="connsiteY43781" fmla="*/ 2227662 h 2398711"/>
              <a:gd name="connsiteX43782" fmla="*/ 918703 w 2119654"/>
              <a:gd name="connsiteY43782" fmla="*/ 2227705 h 2398711"/>
              <a:gd name="connsiteX43783" fmla="*/ 890129 w 2119654"/>
              <a:gd name="connsiteY43783" fmla="*/ 2278397 h 2398711"/>
              <a:gd name="connsiteX43784" fmla="*/ 894199 w 2119654"/>
              <a:gd name="connsiteY43784" fmla="*/ 2284024 h 2398711"/>
              <a:gd name="connsiteX43785" fmla="*/ 919800 w 2119654"/>
              <a:gd name="connsiteY43785" fmla="*/ 2264154 h 2398711"/>
              <a:gd name="connsiteX43786" fmla="*/ 939673 w 2119654"/>
              <a:gd name="connsiteY43786" fmla="*/ 2167256 h 2398711"/>
              <a:gd name="connsiteX43787" fmla="*/ 939986 w 2119654"/>
              <a:gd name="connsiteY43787" fmla="*/ 2167503 h 2398711"/>
              <a:gd name="connsiteX43788" fmla="*/ 940256 w 2119654"/>
              <a:gd name="connsiteY43788" fmla="*/ 2167425 h 2398711"/>
              <a:gd name="connsiteX43789" fmla="*/ 939876 w 2119654"/>
              <a:gd name="connsiteY43789" fmla="*/ 2167185 h 2398711"/>
              <a:gd name="connsiteX43790" fmla="*/ 939683 w 2119654"/>
              <a:gd name="connsiteY43790" fmla="*/ 2166270 h 2398711"/>
              <a:gd name="connsiteX43791" fmla="*/ 940079 w 2119654"/>
              <a:gd name="connsiteY43791" fmla="*/ 2166519 h 2398711"/>
              <a:gd name="connsiteX43792" fmla="*/ 940781 w 2119654"/>
              <a:gd name="connsiteY43792" fmla="*/ 2166274 h 2398711"/>
              <a:gd name="connsiteX43793" fmla="*/ 940766 w 2119654"/>
              <a:gd name="connsiteY43793" fmla="*/ 2165957 h 2398711"/>
              <a:gd name="connsiteX43794" fmla="*/ 938749 w 2119654"/>
              <a:gd name="connsiteY43794" fmla="*/ 2168066 h 2398711"/>
              <a:gd name="connsiteX43795" fmla="*/ 939129 w 2119654"/>
              <a:gd name="connsiteY43795" fmla="*/ 2168788 h 2398711"/>
              <a:gd name="connsiteX43796" fmla="*/ 940889 w 2119654"/>
              <a:gd name="connsiteY43796" fmla="*/ 2168576 h 2398711"/>
              <a:gd name="connsiteX43797" fmla="*/ 940889 w 2119654"/>
              <a:gd name="connsiteY43797" fmla="*/ 2168571 h 2398711"/>
              <a:gd name="connsiteX43798" fmla="*/ 939827 w 2119654"/>
              <a:gd name="connsiteY43798" fmla="*/ 2167756 h 2398711"/>
              <a:gd name="connsiteX43799" fmla="*/ 932968 w 2119654"/>
              <a:gd name="connsiteY43799" fmla="*/ 2180892 h 2398711"/>
              <a:gd name="connsiteX43800" fmla="*/ 933852 w 2119654"/>
              <a:gd name="connsiteY43800" fmla="*/ 2180945 h 2398711"/>
              <a:gd name="connsiteX43801" fmla="*/ 934807 w 2119654"/>
              <a:gd name="connsiteY43801" fmla="*/ 2180166 h 2398711"/>
              <a:gd name="connsiteX43802" fmla="*/ 933408 w 2119654"/>
              <a:gd name="connsiteY43802" fmla="*/ 2180457 h 2398711"/>
              <a:gd name="connsiteX43803" fmla="*/ 926514 w 2119654"/>
              <a:gd name="connsiteY43803" fmla="*/ 2194741 h 2398711"/>
              <a:gd name="connsiteX43804" fmla="*/ 926865 w 2119654"/>
              <a:gd name="connsiteY43804" fmla="*/ 2195249 h 2398711"/>
              <a:gd name="connsiteX43805" fmla="*/ 929404 w 2119654"/>
              <a:gd name="connsiteY43805" fmla="*/ 2193933 h 2398711"/>
              <a:gd name="connsiteX43806" fmla="*/ 929139 w 2119654"/>
              <a:gd name="connsiteY43806" fmla="*/ 2193496 h 2398711"/>
              <a:gd name="connsiteX43807" fmla="*/ 928282 w 2119654"/>
              <a:gd name="connsiteY43807" fmla="*/ 2193837 h 2398711"/>
              <a:gd name="connsiteX43808" fmla="*/ 938533 w 2119654"/>
              <a:gd name="connsiteY43808" fmla="*/ 2167653 h 2398711"/>
              <a:gd name="connsiteX43809" fmla="*/ 938655 w 2119654"/>
              <a:gd name="connsiteY43809" fmla="*/ 2167886 h 2398711"/>
              <a:gd name="connsiteX43810" fmla="*/ 939630 w 2119654"/>
              <a:gd name="connsiteY43810" fmla="*/ 2167605 h 2398711"/>
              <a:gd name="connsiteX43811" fmla="*/ 939330 w 2119654"/>
              <a:gd name="connsiteY43811" fmla="*/ 2167376 h 2398711"/>
              <a:gd name="connsiteX43812" fmla="*/ 908714 w 2119654"/>
              <a:gd name="connsiteY43812" fmla="*/ 2234228 h 2398711"/>
              <a:gd name="connsiteX43813" fmla="*/ 910061 w 2119654"/>
              <a:gd name="connsiteY43813" fmla="*/ 2236207 h 2398711"/>
              <a:gd name="connsiteX43814" fmla="*/ 913348 w 2119654"/>
              <a:gd name="connsiteY43814" fmla="*/ 2233366 h 2398711"/>
              <a:gd name="connsiteX43815" fmla="*/ 1563570 w 2119654"/>
              <a:gd name="connsiteY43815" fmla="*/ 767856 h 2398711"/>
              <a:gd name="connsiteX43816" fmla="*/ 1564389 w 2119654"/>
              <a:gd name="connsiteY43816" fmla="*/ 777117 h 2398711"/>
              <a:gd name="connsiteX43817" fmla="*/ 1564848 w 2119654"/>
              <a:gd name="connsiteY43817" fmla="*/ 778196 h 2398711"/>
              <a:gd name="connsiteX43818" fmla="*/ 1566235 w 2119654"/>
              <a:gd name="connsiteY43818" fmla="*/ 773007 h 2398711"/>
              <a:gd name="connsiteX43819" fmla="*/ 921767 w 2119654"/>
              <a:gd name="connsiteY43819" fmla="*/ 2204847 h 2398711"/>
              <a:gd name="connsiteX43820" fmla="*/ 924756 w 2119654"/>
              <a:gd name="connsiteY43820" fmla="*/ 2203479 h 2398711"/>
              <a:gd name="connsiteX43821" fmla="*/ 924184 w 2119654"/>
              <a:gd name="connsiteY43821" fmla="*/ 2202344 h 2398711"/>
              <a:gd name="connsiteX43822" fmla="*/ 1581499 w 2119654"/>
              <a:gd name="connsiteY43822" fmla="*/ 727565 h 2398711"/>
              <a:gd name="connsiteX43823" fmla="*/ 1582171 w 2119654"/>
              <a:gd name="connsiteY43823" fmla="*/ 730982 h 2398711"/>
              <a:gd name="connsiteX43824" fmla="*/ 1582377 w 2119654"/>
              <a:gd name="connsiteY43824" fmla="*/ 729765 h 2398711"/>
              <a:gd name="connsiteX43825" fmla="*/ 938759 w 2119654"/>
              <a:gd name="connsiteY43825" fmla="*/ 2166536 h 2398711"/>
              <a:gd name="connsiteX43826" fmla="*/ 939149 w 2119654"/>
              <a:gd name="connsiteY43826" fmla="*/ 2166843 h 2398711"/>
              <a:gd name="connsiteX43827" fmla="*/ 939266 w 2119654"/>
              <a:gd name="connsiteY43827" fmla="*/ 2166802 h 2398711"/>
              <a:gd name="connsiteX43828" fmla="*/ 938817 w 2119654"/>
              <a:gd name="connsiteY43828" fmla="*/ 2166519 h 2398711"/>
              <a:gd name="connsiteX43829" fmla="*/ 923639 w 2119654"/>
              <a:gd name="connsiteY43829" fmla="*/ 2200373 h 2398711"/>
              <a:gd name="connsiteX43830" fmla="*/ 924397 w 2119654"/>
              <a:gd name="connsiteY43830" fmla="*/ 2201880 h 2398711"/>
              <a:gd name="connsiteX43831" fmla="*/ 925596 w 2119654"/>
              <a:gd name="connsiteY43831" fmla="*/ 2200638 h 2398711"/>
              <a:gd name="connsiteX43832" fmla="*/ 924402 w 2119654"/>
              <a:gd name="connsiteY43832" fmla="*/ 2199989 h 2398711"/>
              <a:gd name="connsiteX43833" fmla="*/ 1562816 w 2119654"/>
              <a:gd name="connsiteY43833" fmla="*/ 769019 h 2398711"/>
              <a:gd name="connsiteX43834" fmla="*/ 1562224 w 2119654"/>
              <a:gd name="connsiteY43834" fmla="*/ 770686 h 2398711"/>
              <a:gd name="connsiteX43835" fmla="*/ 1562115 w 2119654"/>
              <a:gd name="connsiteY43835" fmla="*/ 770981 h 2398711"/>
              <a:gd name="connsiteX43836" fmla="*/ 1562090 w 2119654"/>
              <a:gd name="connsiteY43836" fmla="*/ 771710 h 2398711"/>
              <a:gd name="connsiteX43837" fmla="*/ 1563307 w 2119654"/>
              <a:gd name="connsiteY43837" fmla="*/ 774573 h 2398711"/>
              <a:gd name="connsiteX43838" fmla="*/ 936367 w 2119654"/>
              <a:gd name="connsiteY43838" fmla="*/ 2171453 h 2398711"/>
              <a:gd name="connsiteX43839" fmla="*/ 936907 w 2119654"/>
              <a:gd name="connsiteY43839" fmla="*/ 2172386 h 2398711"/>
              <a:gd name="connsiteX43840" fmla="*/ 939007 w 2119654"/>
              <a:gd name="connsiteY43840" fmla="*/ 2171375 h 2398711"/>
              <a:gd name="connsiteX43841" fmla="*/ 938850 w 2119654"/>
              <a:gd name="connsiteY43841" fmla="*/ 2171076 h 2398711"/>
              <a:gd name="connsiteX43842" fmla="*/ 1579837 w 2119654"/>
              <a:gd name="connsiteY43842" fmla="*/ 730511 h 2398711"/>
              <a:gd name="connsiteX43843" fmla="*/ 1580774 w 2119654"/>
              <a:gd name="connsiteY43843" fmla="*/ 738387 h 2398711"/>
              <a:gd name="connsiteX43844" fmla="*/ 1581057 w 2119654"/>
              <a:gd name="connsiteY43844" fmla="*/ 736943 h 2398711"/>
              <a:gd name="connsiteX43845" fmla="*/ 1564566 w 2119654"/>
              <a:gd name="connsiteY43845" fmla="*/ 764090 h 2398711"/>
              <a:gd name="connsiteX43846" fmla="*/ 1563624 w 2119654"/>
              <a:gd name="connsiteY43846" fmla="*/ 766745 h 2398711"/>
              <a:gd name="connsiteX43847" fmla="*/ 1566448 w 2119654"/>
              <a:gd name="connsiteY43847" fmla="*/ 772208 h 2398711"/>
              <a:gd name="connsiteX43848" fmla="*/ 1566837 w 2119654"/>
              <a:gd name="connsiteY43848" fmla="*/ 770755 h 2398711"/>
              <a:gd name="connsiteX43849" fmla="*/ 1566837 w 2119654"/>
              <a:gd name="connsiteY43849" fmla="*/ 770428 h 2398711"/>
              <a:gd name="connsiteX43850" fmla="*/ 1565009 w 2119654"/>
              <a:gd name="connsiteY43850" fmla="*/ 765040 h 2398711"/>
              <a:gd name="connsiteX43851" fmla="*/ 938052 w 2119654"/>
              <a:gd name="connsiteY43851" fmla="*/ 2166740 h 2398711"/>
              <a:gd name="connsiteX43852" fmla="*/ 938268 w 2119654"/>
              <a:gd name="connsiteY43852" fmla="*/ 2167150 h 2398711"/>
              <a:gd name="connsiteX43853" fmla="*/ 938795 w 2119654"/>
              <a:gd name="connsiteY43853" fmla="*/ 2166967 h 2398711"/>
              <a:gd name="connsiteX43854" fmla="*/ 938378 w 2119654"/>
              <a:gd name="connsiteY43854" fmla="*/ 2166646 h 2398711"/>
              <a:gd name="connsiteX43855" fmla="*/ 931685 w 2119654"/>
              <a:gd name="connsiteY43855" fmla="*/ 2180816 h 2398711"/>
              <a:gd name="connsiteX43856" fmla="*/ 932307 w 2119654"/>
              <a:gd name="connsiteY43856" fmla="*/ 2180854 h 2398711"/>
              <a:gd name="connsiteX43857" fmla="*/ 932520 w 2119654"/>
              <a:gd name="connsiteY43857" fmla="*/ 2180642 h 2398711"/>
              <a:gd name="connsiteX43858" fmla="*/ 925794 w 2119654"/>
              <a:gd name="connsiteY43858" fmla="*/ 2193699 h 2398711"/>
              <a:gd name="connsiteX43859" fmla="*/ 926016 w 2119654"/>
              <a:gd name="connsiteY43859" fmla="*/ 2194021 h 2398711"/>
              <a:gd name="connsiteX43860" fmla="*/ 928787 w 2119654"/>
              <a:gd name="connsiteY43860" fmla="*/ 2192919 h 2398711"/>
              <a:gd name="connsiteX43861" fmla="*/ 928352 w 2119654"/>
              <a:gd name="connsiteY43861" fmla="*/ 2192205 h 2398711"/>
              <a:gd name="connsiteX43862" fmla="*/ 927556 w 2119654"/>
              <a:gd name="connsiteY43862" fmla="*/ 2192629 h 2398711"/>
              <a:gd name="connsiteX43863" fmla="*/ 917598 w 2119654"/>
              <a:gd name="connsiteY43863" fmla="*/ 2211929 h 2398711"/>
              <a:gd name="connsiteX43864" fmla="*/ 921000 w 2119654"/>
              <a:gd name="connsiteY43864" fmla="*/ 2214264 h 2398711"/>
              <a:gd name="connsiteX43865" fmla="*/ 928396 w 2119654"/>
              <a:gd name="connsiteY43865" fmla="*/ 2214361 h 2398711"/>
              <a:gd name="connsiteX43866" fmla="*/ 929940 w 2119654"/>
              <a:gd name="connsiteY43866" fmla="*/ 2213777 h 2398711"/>
              <a:gd name="connsiteX43867" fmla="*/ 927876 w 2119654"/>
              <a:gd name="connsiteY43867" fmla="*/ 2209676 h 2398711"/>
              <a:gd name="connsiteX43868" fmla="*/ 927235 w 2119654"/>
              <a:gd name="connsiteY43868" fmla="*/ 2209718 h 2398711"/>
              <a:gd name="connsiteX43869" fmla="*/ 921184 w 2119654"/>
              <a:gd name="connsiteY43869" fmla="*/ 2211177 h 2398711"/>
              <a:gd name="connsiteX43870" fmla="*/ 922048 w 2119654"/>
              <a:gd name="connsiteY43870" fmla="*/ 2212637 h 2398711"/>
              <a:gd name="connsiteX43871" fmla="*/ 921736 w 2119654"/>
              <a:gd name="connsiteY43871" fmla="*/ 2212547 h 2398711"/>
              <a:gd name="connsiteX43872" fmla="*/ 920959 w 2119654"/>
              <a:gd name="connsiteY43872" fmla="*/ 2211231 h 2398711"/>
              <a:gd name="connsiteX43873" fmla="*/ 920259 w 2119654"/>
              <a:gd name="connsiteY43873" fmla="*/ 2211400 h 2398711"/>
              <a:gd name="connsiteX43874" fmla="*/ 935465 w 2119654"/>
              <a:gd name="connsiteY43874" fmla="*/ 2171590 h 2398711"/>
              <a:gd name="connsiteX43875" fmla="*/ 935936 w 2119654"/>
              <a:gd name="connsiteY43875" fmla="*/ 2171924 h 2398711"/>
              <a:gd name="connsiteX43876" fmla="*/ 935714 w 2119654"/>
              <a:gd name="connsiteY43876" fmla="*/ 2171552 h 2398711"/>
              <a:gd name="connsiteX43877" fmla="*/ 929635 w 2119654"/>
              <a:gd name="connsiteY43877" fmla="*/ 2184192 h 2398711"/>
              <a:gd name="connsiteX43878" fmla="*/ 929658 w 2119654"/>
              <a:gd name="connsiteY43878" fmla="*/ 2184221 h 2398711"/>
              <a:gd name="connsiteX43879" fmla="*/ 929744 w 2119654"/>
              <a:gd name="connsiteY43879" fmla="*/ 2184204 h 2398711"/>
              <a:gd name="connsiteX43880" fmla="*/ 930703 w 2119654"/>
              <a:gd name="connsiteY43880" fmla="*/ 2183501 h 2398711"/>
              <a:gd name="connsiteX43881" fmla="*/ 930491 w 2119654"/>
              <a:gd name="connsiteY43881" fmla="*/ 2183344 h 2398711"/>
              <a:gd name="connsiteX43882" fmla="*/ 930490 w 2119654"/>
              <a:gd name="connsiteY43882" fmla="*/ 2183344 h 2398711"/>
              <a:gd name="connsiteX43883" fmla="*/ 919084 w 2119654"/>
              <a:gd name="connsiteY43883" fmla="*/ 2207626 h 2398711"/>
              <a:gd name="connsiteX43884" fmla="*/ 920435 w 2119654"/>
              <a:gd name="connsiteY43884" fmla="*/ 2209910 h 2398711"/>
              <a:gd name="connsiteX43885" fmla="*/ 927175 w 2119654"/>
              <a:gd name="connsiteY43885" fmla="*/ 2208285 h 2398711"/>
              <a:gd name="connsiteX43886" fmla="*/ 924905 w 2119654"/>
              <a:gd name="connsiteY43886" fmla="*/ 2203775 h 2398711"/>
              <a:gd name="connsiteX43887" fmla="*/ 921138 w 2119654"/>
              <a:gd name="connsiteY43887" fmla="*/ 2205499 h 2398711"/>
              <a:gd name="connsiteX43888" fmla="*/ 1569224 w 2119654"/>
              <a:gd name="connsiteY43888" fmla="*/ 750970 h 2398711"/>
              <a:gd name="connsiteX43889" fmla="*/ 1568247 w 2119654"/>
              <a:gd name="connsiteY43889" fmla="*/ 753719 h 2398711"/>
              <a:gd name="connsiteX43890" fmla="*/ 1569914 w 2119654"/>
              <a:gd name="connsiteY43890" fmla="*/ 756625 h 2398711"/>
              <a:gd name="connsiteX43891" fmla="*/ 888111 w 2119654"/>
              <a:gd name="connsiteY43891" fmla="*/ 2275604 h 2398711"/>
              <a:gd name="connsiteX43892" fmla="*/ 889997 w 2119654"/>
              <a:gd name="connsiteY43892" fmla="*/ 2278213 h 2398711"/>
              <a:gd name="connsiteX43893" fmla="*/ 906973 w 2119654"/>
              <a:gd name="connsiteY43893" fmla="*/ 2270065 h 2398711"/>
              <a:gd name="connsiteX43894" fmla="*/ 921467 w 2119654"/>
              <a:gd name="connsiteY43894" fmla="*/ 2262860 h 2398711"/>
              <a:gd name="connsiteX43895" fmla="*/ 922456 w 2119654"/>
              <a:gd name="connsiteY43895" fmla="*/ 2262092 h 2398711"/>
              <a:gd name="connsiteX43896" fmla="*/ 925343 w 2119654"/>
              <a:gd name="connsiteY43896" fmla="*/ 2259383 h 2398711"/>
              <a:gd name="connsiteX43897" fmla="*/ 924910 w 2119654"/>
              <a:gd name="connsiteY43897" fmla="*/ 2258839 h 2398711"/>
              <a:gd name="connsiteX43898" fmla="*/ 918958 w 2119654"/>
              <a:gd name="connsiteY43898" fmla="*/ 2258675 h 2398711"/>
              <a:gd name="connsiteX43899" fmla="*/ 917553 w 2119654"/>
              <a:gd name="connsiteY43899" fmla="*/ 2259470 h 2398711"/>
              <a:gd name="connsiteX43900" fmla="*/ 907315 w 2119654"/>
              <a:gd name="connsiteY43900" fmla="*/ 2232173 h 2398711"/>
              <a:gd name="connsiteX43901" fmla="*/ 907859 w 2119654"/>
              <a:gd name="connsiteY43901" fmla="*/ 2232972 h 2398711"/>
              <a:gd name="connsiteX43902" fmla="*/ 909880 w 2119654"/>
              <a:gd name="connsiteY43902" fmla="*/ 2232595 h 2398711"/>
              <a:gd name="connsiteX43903" fmla="*/ 918058 w 2119654"/>
              <a:gd name="connsiteY43903" fmla="*/ 2227728 h 2398711"/>
              <a:gd name="connsiteX43904" fmla="*/ 916224 w 2119654"/>
              <a:gd name="connsiteY43904" fmla="*/ 2227791 h 2398711"/>
              <a:gd name="connsiteX43905" fmla="*/ 1562305 w 2119654"/>
              <a:gd name="connsiteY43905" fmla="*/ 765407 h 2398711"/>
              <a:gd name="connsiteX43906" fmla="*/ 1562182 w 2119654"/>
              <a:gd name="connsiteY43906" fmla="*/ 769020 h 2398711"/>
              <a:gd name="connsiteX43907" fmla="*/ 1562694 w 2119654"/>
              <a:gd name="connsiteY43907" fmla="*/ 767637 h 2398711"/>
              <a:gd name="connsiteX43908" fmla="*/ 1562537 w 2119654"/>
              <a:gd name="connsiteY43908" fmla="*/ 765857 h 2398711"/>
              <a:gd name="connsiteX43909" fmla="*/ 1597849 w 2119654"/>
              <a:gd name="connsiteY43909" fmla="*/ 685754 h 2398711"/>
              <a:gd name="connsiteX43910" fmla="*/ 1597851 w 2119654"/>
              <a:gd name="connsiteY43910" fmla="*/ 686014 h 2398711"/>
              <a:gd name="connsiteX43911" fmla="*/ 1597983 w 2119654"/>
              <a:gd name="connsiteY43911" fmla="*/ 686364 h 2398711"/>
              <a:gd name="connsiteX43912" fmla="*/ 928996 w 2119654"/>
              <a:gd name="connsiteY43912" fmla="*/ 2183368 h 2398711"/>
              <a:gd name="connsiteX43913" fmla="*/ 929331 w 2119654"/>
              <a:gd name="connsiteY43913" fmla="*/ 2183799 h 2398711"/>
              <a:gd name="connsiteX43914" fmla="*/ 929778 w 2119654"/>
              <a:gd name="connsiteY43914" fmla="*/ 2183355 h 2398711"/>
              <a:gd name="connsiteX43915" fmla="*/ 918532 w 2119654"/>
              <a:gd name="connsiteY43915" fmla="*/ 2206692 h 2398711"/>
              <a:gd name="connsiteX43916" fmla="*/ 918995 w 2119654"/>
              <a:gd name="connsiteY43916" fmla="*/ 2207475 h 2398711"/>
              <a:gd name="connsiteX43917" fmla="*/ 920717 w 2119654"/>
              <a:gd name="connsiteY43917" fmla="*/ 2205692 h 2398711"/>
              <a:gd name="connsiteX43918" fmla="*/ 922838 w 2119654"/>
              <a:gd name="connsiteY43918" fmla="*/ 2196621 h 2398711"/>
              <a:gd name="connsiteX43919" fmla="*/ 923511 w 2119654"/>
              <a:gd name="connsiteY43919" fmla="*/ 2196986 h 2398711"/>
              <a:gd name="connsiteX43920" fmla="*/ 925480 w 2119654"/>
              <a:gd name="connsiteY43920" fmla="*/ 2195966 h 2398711"/>
              <a:gd name="connsiteX43921" fmla="*/ 925056 w 2119654"/>
              <a:gd name="connsiteY43921" fmla="*/ 2195487 h 2398711"/>
              <a:gd name="connsiteX43922" fmla="*/ 1572276 w 2119654"/>
              <a:gd name="connsiteY43922" fmla="*/ 742373 h 2398711"/>
              <a:gd name="connsiteX43923" fmla="*/ 1569417 w 2119654"/>
              <a:gd name="connsiteY43923" fmla="*/ 750426 h 2398711"/>
              <a:gd name="connsiteX43924" fmla="*/ 1570245 w 2119654"/>
              <a:gd name="connsiteY43924" fmla="*/ 757200 h 2398711"/>
              <a:gd name="connsiteX43925" fmla="*/ 1570391 w 2119654"/>
              <a:gd name="connsiteY43925" fmla="*/ 757456 h 2398711"/>
              <a:gd name="connsiteX43926" fmla="*/ 1572251 w 2119654"/>
              <a:gd name="connsiteY43926" fmla="*/ 750499 h 2398711"/>
              <a:gd name="connsiteX43927" fmla="*/ 1572475 w 2119654"/>
              <a:gd name="connsiteY43927" fmla="*/ 747183 h 2398711"/>
              <a:gd name="connsiteX43928" fmla="*/ 1572371 w 2119654"/>
              <a:gd name="connsiteY43928" fmla="*/ 750050 h 2398711"/>
              <a:gd name="connsiteX43929" fmla="*/ 1573110 w 2119654"/>
              <a:gd name="connsiteY43929" fmla="*/ 747286 h 2398711"/>
              <a:gd name="connsiteX43930" fmla="*/ 1572596 w 2119654"/>
              <a:gd name="connsiteY43930" fmla="*/ 744261 h 2398711"/>
              <a:gd name="connsiteX43931" fmla="*/ 1572544 w 2119654"/>
              <a:gd name="connsiteY43931" fmla="*/ 746159 h 2398711"/>
              <a:gd name="connsiteX43932" fmla="*/ 1572475 w 2119654"/>
              <a:gd name="connsiteY43932" fmla="*/ 747183 h 2398711"/>
              <a:gd name="connsiteX43933" fmla="*/ 1572583 w 2119654"/>
              <a:gd name="connsiteY43933" fmla="*/ 744182 h 2398711"/>
              <a:gd name="connsiteX43934" fmla="*/ 924737 w 2119654"/>
              <a:gd name="connsiteY43934" fmla="*/ 2192168 h 2398711"/>
              <a:gd name="connsiteX43935" fmla="*/ 925183 w 2119654"/>
              <a:gd name="connsiteY43935" fmla="*/ 2192813 h 2398711"/>
              <a:gd name="connsiteX43936" fmla="*/ 926623 w 2119654"/>
              <a:gd name="connsiteY43936" fmla="*/ 2191858 h 2398711"/>
              <a:gd name="connsiteX43937" fmla="*/ 934902 w 2119654"/>
              <a:gd name="connsiteY43937" fmla="*/ 2168919 h 2398711"/>
              <a:gd name="connsiteX43938" fmla="*/ 935107 w 2119654"/>
              <a:gd name="connsiteY43938" fmla="*/ 2169274 h 2398711"/>
              <a:gd name="connsiteX43939" fmla="*/ 937736 w 2119654"/>
              <a:gd name="connsiteY43939" fmla="*/ 2168956 h 2398711"/>
              <a:gd name="connsiteX43940" fmla="*/ 937463 w 2119654"/>
              <a:gd name="connsiteY43940" fmla="*/ 2168436 h 2398711"/>
              <a:gd name="connsiteX43941" fmla="*/ 936863 w 2119654"/>
              <a:gd name="connsiteY43941" fmla="*/ 2168609 h 2398711"/>
              <a:gd name="connsiteX43942" fmla="*/ 936565 w 2119654"/>
              <a:gd name="connsiteY43942" fmla="*/ 2168487 h 2398711"/>
              <a:gd name="connsiteX43943" fmla="*/ 937368 w 2119654"/>
              <a:gd name="connsiteY43943" fmla="*/ 2168256 h 2398711"/>
              <a:gd name="connsiteX43944" fmla="*/ 937280 w 2119654"/>
              <a:gd name="connsiteY43944" fmla="*/ 2168090 h 2398711"/>
              <a:gd name="connsiteX43945" fmla="*/ 1562359 w 2119654"/>
              <a:gd name="connsiteY43945" fmla="*/ 763836 h 2398711"/>
              <a:gd name="connsiteX43946" fmla="*/ 1562343 w 2119654"/>
              <a:gd name="connsiteY43946" fmla="*/ 764273 h 2398711"/>
              <a:gd name="connsiteX43947" fmla="*/ 1562408 w 2119654"/>
              <a:gd name="connsiteY43947" fmla="*/ 764398 h 2398711"/>
              <a:gd name="connsiteX43948" fmla="*/ 904870 w 2119654"/>
              <a:gd name="connsiteY43948" fmla="*/ 2235906 h 2398711"/>
              <a:gd name="connsiteX43949" fmla="*/ 906483 w 2119654"/>
              <a:gd name="connsiteY43949" fmla="*/ 2237806 h 2398711"/>
              <a:gd name="connsiteX43950" fmla="*/ 907932 w 2119654"/>
              <a:gd name="connsiteY43950" fmla="*/ 2238048 h 2398711"/>
              <a:gd name="connsiteX43951" fmla="*/ 908911 w 2119654"/>
              <a:gd name="connsiteY43951" fmla="*/ 2237202 h 2398711"/>
              <a:gd name="connsiteX43952" fmla="*/ 907190 w 2119654"/>
              <a:gd name="connsiteY43952" fmla="*/ 2234559 h 2398711"/>
              <a:gd name="connsiteX43953" fmla="*/ 906727 w 2119654"/>
              <a:gd name="connsiteY43953" fmla="*/ 2234834 h 2398711"/>
              <a:gd name="connsiteX43954" fmla="*/ 915994 w 2119654"/>
              <a:gd name="connsiteY43954" fmla="*/ 2210827 h 2398711"/>
              <a:gd name="connsiteX43955" fmla="*/ 916160 w 2119654"/>
              <a:gd name="connsiteY43955" fmla="*/ 2210941 h 2398711"/>
              <a:gd name="connsiteX43956" fmla="*/ 919134 w 2119654"/>
              <a:gd name="connsiteY43956" fmla="*/ 2210224 h 2398711"/>
              <a:gd name="connsiteX43957" fmla="*/ 918910 w 2119654"/>
              <a:gd name="connsiteY43957" fmla="*/ 2210071 h 2398711"/>
              <a:gd name="connsiteX43958" fmla="*/ 920088 w 2119654"/>
              <a:gd name="connsiteY43958" fmla="*/ 2209994 h 2398711"/>
              <a:gd name="connsiteX43959" fmla="*/ 920209 w 2119654"/>
              <a:gd name="connsiteY43959" fmla="*/ 2209965 h 2398711"/>
              <a:gd name="connsiteX43960" fmla="*/ 918924 w 2119654"/>
              <a:gd name="connsiteY43960" fmla="*/ 2207791 h 2398711"/>
              <a:gd name="connsiteX43961" fmla="*/ 1586242 w 2119654"/>
              <a:gd name="connsiteY43961" fmla="*/ 709977 h 2398711"/>
              <a:gd name="connsiteX43962" fmla="*/ 1583308 w 2119654"/>
              <a:gd name="connsiteY43962" fmla="*/ 726920 h 2398711"/>
              <a:gd name="connsiteX43963" fmla="*/ 1586713 w 2119654"/>
              <a:gd name="connsiteY43963" fmla="*/ 734975 h 2398711"/>
              <a:gd name="connsiteX43964" fmla="*/ 1588698 w 2119654"/>
              <a:gd name="connsiteY43964" fmla="*/ 719962 h 2398711"/>
              <a:gd name="connsiteX43965" fmla="*/ 922371 w 2119654"/>
              <a:gd name="connsiteY43965" fmla="*/ 2196367 h 2398711"/>
              <a:gd name="connsiteX43966" fmla="*/ 922654 w 2119654"/>
              <a:gd name="connsiteY43966" fmla="*/ 2196521 h 2398711"/>
              <a:gd name="connsiteX43967" fmla="*/ 924915 w 2119654"/>
              <a:gd name="connsiteY43967" fmla="*/ 2195326 h 2398711"/>
              <a:gd name="connsiteX43968" fmla="*/ 924816 w 2119654"/>
              <a:gd name="connsiteY43968" fmla="*/ 2195215 h 2398711"/>
              <a:gd name="connsiteX43969" fmla="*/ 922808 w 2119654"/>
              <a:gd name="connsiteY43969" fmla="*/ 2196014 h 2398711"/>
              <a:gd name="connsiteX43970" fmla="*/ 936663 w 2119654"/>
              <a:gd name="connsiteY43970" fmla="*/ 2164094 h 2398711"/>
              <a:gd name="connsiteX43971" fmla="*/ 936878 w 2119654"/>
              <a:gd name="connsiteY43971" fmla="*/ 2164506 h 2398711"/>
              <a:gd name="connsiteX43972" fmla="*/ 936917 w 2119654"/>
              <a:gd name="connsiteY43972" fmla="*/ 2164530 h 2398711"/>
              <a:gd name="connsiteX43973" fmla="*/ 937447 w 2119654"/>
              <a:gd name="connsiteY43973" fmla="*/ 2164279 h 2398711"/>
              <a:gd name="connsiteX43974" fmla="*/ 1575554 w 2119654"/>
              <a:gd name="connsiteY43974" fmla="*/ 733140 h 2398711"/>
              <a:gd name="connsiteX43975" fmla="*/ 1575392 w 2119654"/>
              <a:gd name="connsiteY43975" fmla="*/ 733596 h 2398711"/>
              <a:gd name="connsiteX43976" fmla="*/ 1575554 w 2119654"/>
              <a:gd name="connsiteY43976" fmla="*/ 734031 h 2398711"/>
              <a:gd name="connsiteX43977" fmla="*/ 1562928 w 2119654"/>
              <a:gd name="connsiteY43977" fmla="*/ 760578 h 2398711"/>
              <a:gd name="connsiteX43978" fmla="*/ 1563387 w 2119654"/>
              <a:gd name="connsiteY43978" fmla="*/ 765768 h 2398711"/>
              <a:gd name="connsiteX43979" fmla="*/ 1564256 w 2119654"/>
              <a:gd name="connsiteY43979" fmla="*/ 763424 h 2398711"/>
              <a:gd name="connsiteX43980" fmla="*/ 934272 w 2119654"/>
              <a:gd name="connsiteY43980" fmla="*/ 2167831 h 2398711"/>
              <a:gd name="connsiteX43981" fmla="*/ 934615 w 2119654"/>
              <a:gd name="connsiteY43981" fmla="*/ 2168423 h 2398711"/>
              <a:gd name="connsiteX43982" fmla="*/ 937010 w 2119654"/>
              <a:gd name="connsiteY43982" fmla="*/ 2167588 h 2398711"/>
              <a:gd name="connsiteX43983" fmla="*/ 936564 w 2119654"/>
              <a:gd name="connsiteY43983" fmla="*/ 2167170 h 2398711"/>
              <a:gd name="connsiteX43984" fmla="*/ 904165 w 2119654"/>
              <a:gd name="connsiteY43984" fmla="*/ 2235076 h 2398711"/>
              <a:gd name="connsiteX43985" fmla="*/ 904685 w 2119654"/>
              <a:gd name="connsiteY43985" fmla="*/ 2235687 h 2398711"/>
              <a:gd name="connsiteX43986" fmla="*/ 906416 w 2119654"/>
              <a:gd name="connsiteY43986" fmla="*/ 2234657 h 2398711"/>
              <a:gd name="connsiteX43987" fmla="*/ 924041 w 2119654"/>
              <a:gd name="connsiteY43987" fmla="*/ 2190337 h 2398711"/>
              <a:gd name="connsiteX43988" fmla="*/ 926925 w 2119654"/>
              <a:gd name="connsiteY43988" fmla="*/ 2189863 h 2398711"/>
              <a:gd name="connsiteX43989" fmla="*/ 926576 w 2119654"/>
              <a:gd name="connsiteY43989" fmla="*/ 2189288 h 2398711"/>
              <a:gd name="connsiteX43990" fmla="*/ 924911 w 2119654"/>
              <a:gd name="connsiteY43990" fmla="*/ 2189733 h 2398711"/>
              <a:gd name="connsiteX43991" fmla="*/ 933239 w 2119654"/>
              <a:gd name="connsiteY43991" fmla="*/ 2169499 h 2398711"/>
              <a:gd name="connsiteX43992" fmla="*/ 934404 w 2119654"/>
              <a:gd name="connsiteY43992" fmla="*/ 2169359 h 2398711"/>
              <a:gd name="connsiteX43993" fmla="*/ 934273 w 2119654"/>
              <a:gd name="connsiteY43993" fmla="*/ 2169138 h 2398711"/>
              <a:gd name="connsiteX43994" fmla="*/ 897268 w 2119654"/>
              <a:gd name="connsiteY43994" fmla="*/ 2249773 h 2398711"/>
              <a:gd name="connsiteX43995" fmla="*/ 907731 w 2119654"/>
              <a:gd name="connsiteY43995" fmla="*/ 2248044 h 2398711"/>
              <a:gd name="connsiteX43996" fmla="*/ 911016 w 2119654"/>
              <a:gd name="connsiteY43996" fmla="*/ 2247180 h 2398711"/>
              <a:gd name="connsiteX43997" fmla="*/ 913688 w 2119654"/>
              <a:gd name="connsiteY43997" fmla="*/ 2244538 h 2398711"/>
              <a:gd name="connsiteX43998" fmla="*/ 912937 w 2119654"/>
              <a:gd name="connsiteY43998" fmla="*/ 2243386 h 2398711"/>
              <a:gd name="connsiteX43999" fmla="*/ 1591508 w 2119654"/>
              <a:gd name="connsiteY43999" fmla="*/ 695198 h 2398711"/>
              <a:gd name="connsiteX44000" fmla="*/ 1590004 w 2119654"/>
              <a:gd name="connsiteY44000" fmla="*/ 711591 h 2398711"/>
              <a:gd name="connsiteX44001" fmla="*/ 1591061 w 2119654"/>
              <a:gd name="connsiteY44001" fmla="*/ 714663 h 2398711"/>
              <a:gd name="connsiteX44002" fmla="*/ 1591110 w 2119654"/>
              <a:gd name="connsiteY44002" fmla="*/ 713317 h 2398711"/>
              <a:gd name="connsiteX44003" fmla="*/ 1591072 w 2119654"/>
              <a:gd name="connsiteY44003" fmla="*/ 714695 h 2398711"/>
              <a:gd name="connsiteX44004" fmla="*/ 1591834 w 2119654"/>
              <a:gd name="connsiteY44004" fmla="*/ 716907 h 2398711"/>
              <a:gd name="connsiteX44005" fmla="*/ 1593122 w 2119654"/>
              <a:gd name="connsiteY44005" fmla="*/ 720817 h 2398711"/>
              <a:gd name="connsiteX44006" fmla="*/ 1593457 w 2119654"/>
              <a:gd name="connsiteY44006" fmla="*/ 719866 h 2398711"/>
              <a:gd name="connsiteX44007" fmla="*/ 1595044 w 2119654"/>
              <a:gd name="connsiteY44007" fmla="*/ 710100 h 2398711"/>
              <a:gd name="connsiteX44008" fmla="*/ 1595238 w 2119654"/>
              <a:gd name="connsiteY44008" fmla="*/ 708341 h 2398711"/>
              <a:gd name="connsiteX44009" fmla="*/ 1591736 w 2119654"/>
              <a:gd name="connsiteY44009" fmla="*/ 696001 h 2398711"/>
              <a:gd name="connsiteX44010" fmla="*/ 1591110 w 2119654"/>
              <a:gd name="connsiteY44010" fmla="*/ 713317 h 2398711"/>
              <a:gd name="connsiteX44011" fmla="*/ 1591599 w 2119654"/>
              <a:gd name="connsiteY44011" fmla="*/ 695520 h 2398711"/>
              <a:gd name="connsiteX44012" fmla="*/ 917343 w 2119654"/>
              <a:gd name="connsiteY44012" fmla="*/ 2204682 h 2398711"/>
              <a:gd name="connsiteX44013" fmla="*/ 918363 w 2119654"/>
              <a:gd name="connsiteY44013" fmla="*/ 2206405 h 2398711"/>
              <a:gd name="connsiteX44014" fmla="*/ 921346 w 2119654"/>
              <a:gd name="connsiteY44014" fmla="*/ 2205040 h 2398711"/>
              <a:gd name="connsiteX44015" fmla="*/ 924103 w 2119654"/>
              <a:gd name="connsiteY44015" fmla="*/ 2202184 h 2398711"/>
              <a:gd name="connsiteX44016" fmla="*/ 923282 w 2119654"/>
              <a:gd name="connsiteY44016" fmla="*/ 2200553 h 2398711"/>
              <a:gd name="connsiteX44017" fmla="*/ 923209 w 2119654"/>
              <a:gd name="connsiteY44017" fmla="*/ 2200590 h 2398711"/>
              <a:gd name="connsiteX44018" fmla="*/ 904370 w 2119654"/>
              <a:gd name="connsiteY44018" fmla="*/ 2233621 h 2398711"/>
              <a:gd name="connsiteX44019" fmla="*/ 906341 w 2119654"/>
              <a:gd name="connsiteY44019" fmla="*/ 2233254 h 2398711"/>
              <a:gd name="connsiteX44020" fmla="*/ 906043 w 2119654"/>
              <a:gd name="connsiteY44020" fmla="*/ 2232798 h 2398711"/>
              <a:gd name="connsiteX44021" fmla="*/ 1587159 w 2119654"/>
              <a:gd name="connsiteY44021" fmla="*/ 704681 h 2398711"/>
              <a:gd name="connsiteX44022" fmla="*/ 1586742 w 2119654"/>
              <a:gd name="connsiteY44022" fmla="*/ 707087 h 2398711"/>
              <a:gd name="connsiteX44023" fmla="*/ 1587662 w 2119654"/>
              <a:gd name="connsiteY44023" fmla="*/ 710273 h 2398711"/>
              <a:gd name="connsiteX44024" fmla="*/ 1589169 w 2119654"/>
              <a:gd name="connsiteY44024" fmla="*/ 716401 h 2398711"/>
              <a:gd name="connsiteX44025" fmla="*/ 1589698 w 2119654"/>
              <a:gd name="connsiteY44025" fmla="*/ 712402 h 2398711"/>
              <a:gd name="connsiteX44026" fmla="*/ 1589699 w 2119654"/>
              <a:gd name="connsiteY44026" fmla="*/ 712394 h 2398711"/>
              <a:gd name="connsiteX44027" fmla="*/ 902677 w 2119654"/>
              <a:gd name="connsiteY44027" fmla="*/ 2237172 h 2398711"/>
              <a:gd name="connsiteX44028" fmla="*/ 906284 w 2119654"/>
              <a:gd name="connsiteY44028" fmla="*/ 2237773 h 2398711"/>
              <a:gd name="connsiteX44029" fmla="*/ 904755 w 2119654"/>
              <a:gd name="connsiteY44029" fmla="*/ 2235972 h 2398711"/>
              <a:gd name="connsiteX44030" fmla="*/ 896759 w 2119654"/>
              <a:gd name="connsiteY44030" fmla="*/ 2249557 h 2398711"/>
              <a:gd name="connsiteX44031" fmla="*/ 912719 w 2119654"/>
              <a:gd name="connsiteY44031" fmla="*/ 2243051 h 2398711"/>
              <a:gd name="connsiteX44032" fmla="*/ 910417 w 2119654"/>
              <a:gd name="connsiteY44032" fmla="*/ 2239515 h 2398711"/>
              <a:gd name="connsiteX44033" fmla="*/ 908704 w 2119654"/>
              <a:gd name="connsiteY44033" fmla="*/ 2239230 h 2398711"/>
              <a:gd name="connsiteX44034" fmla="*/ 1559672 w 2119654"/>
              <a:gd name="connsiteY44034" fmla="*/ 764385 h 2398711"/>
              <a:gd name="connsiteX44035" fmla="*/ 1559494 w 2119654"/>
              <a:gd name="connsiteY44035" fmla="*/ 765115 h 2398711"/>
              <a:gd name="connsiteX44036" fmla="*/ 1559533 w 2119654"/>
              <a:gd name="connsiteY44036" fmla="*/ 765697 h 2398711"/>
              <a:gd name="connsiteX44037" fmla="*/ 1559583 w 2119654"/>
              <a:gd name="connsiteY44037" fmla="*/ 765817 h 2398711"/>
              <a:gd name="connsiteX44038" fmla="*/ 918819 w 2119654"/>
              <a:gd name="connsiteY44038" fmla="*/ 2199252 h 2398711"/>
              <a:gd name="connsiteX44039" fmla="*/ 920667 w 2119654"/>
              <a:gd name="connsiteY44039" fmla="*/ 2198459 h 2398711"/>
              <a:gd name="connsiteX44040" fmla="*/ 921135 w 2119654"/>
              <a:gd name="connsiteY44040" fmla="*/ 2198216 h 2398711"/>
              <a:gd name="connsiteX44041" fmla="*/ 920512 w 2119654"/>
              <a:gd name="connsiteY44041" fmla="*/ 2197878 h 2398711"/>
              <a:gd name="connsiteX44042" fmla="*/ 934284 w 2119654"/>
              <a:gd name="connsiteY44042" fmla="*/ 2164273 h 2398711"/>
              <a:gd name="connsiteX44043" fmla="*/ 935350 w 2119654"/>
              <a:gd name="connsiteY44043" fmla="*/ 2165272 h 2398711"/>
              <a:gd name="connsiteX44044" fmla="*/ 935710 w 2119654"/>
              <a:gd name="connsiteY44044" fmla="*/ 2165102 h 2398711"/>
              <a:gd name="connsiteX44045" fmla="*/ 935288 w 2119654"/>
              <a:gd name="connsiteY44045" fmla="*/ 2164300 h 2398711"/>
              <a:gd name="connsiteX44046" fmla="*/ 934592 w 2119654"/>
              <a:gd name="connsiteY44046" fmla="*/ 2163862 h 2398711"/>
              <a:gd name="connsiteX44047" fmla="*/ 1594668 w 2119654"/>
              <a:gd name="connsiteY44047" fmla="*/ 685463 h 2398711"/>
              <a:gd name="connsiteX44048" fmla="*/ 1594673 w 2119654"/>
              <a:gd name="connsiteY44048" fmla="*/ 685581 h 2398711"/>
              <a:gd name="connsiteX44049" fmla="*/ 1595958 w 2119654"/>
              <a:gd name="connsiteY44049" fmla="*/ 688994 h 2398711"/>
              <a:gd name="connsiteX44050" fmla="*/ 1596271 w 2119654"/>
              <a:gd name="connsiteY44050" fmla="*/ 690100 h 2398711"/>
              <a:gd name="connsiteX44051" fmla="*/ 1596269 w 2119654"/>
              <a:gd name="connsiteY44051" fmla="*/ 689845 h 2398711"/>
              <a:gd name="connsiteX44052" fmla="*/ 1596228 w 2119654"/>
              <a:gd name="connsiteY44052" fmla="*/ 689609 h 2398711"/>
              <a:gd name="connsiteX44053" fmla="*/ 1545612 w 2119654"/>
              <a:gd name="connsiteY44053" fmla="*/ 795293 h 2398711"/>
              <a:gd name="connsiteX44054" fmla="*/ 1545594 w 2119654"/>
              <a:gd name="connsiteY44054" fmla="*/ 795369 h 2398711"/>
              <a:gd name="connsiteX44055" fmla="*/ 1545630 w 2119654"/>
              <a:gd name="connsiteY44055" fmla="*/ 796361 h 2398711"/>
              <a:gd name="connsiteX44056" fmla="*/ 1546027 w 2119654"/>
              <a:gd name="connsiteY44056" fmla="*/ 795382 h 2398711"/>
              <a:gd name="connsiteX44057" fmla="*/ 1546141 w 2119654"/>
              <a:gd name="connsiteY44057" fmla="*/ 794912 h 2398711"/>
              <a:gd name="connsiteX44058" fmla="*/ 1546131 w 2119654"/>
              <a:gd name="connsiteY44058" fmla="*/ 794830 h 2398711"/>
              <a:gd name="connsiteX44059" fmla="*/ 1546063 w 2119654"/>
              <a:gd name="connsiteY44059" fmla="*/ 794566 h 2398711"/>
              <a:gd name="connsiteX44060" fmla="*/ 916594 w 2119654"/>
              <a:gd name="connsiteY44060" fmla="*/ 2203415 h 2398711"/>
              <a:gd name="connsiteX44061" fmla="*/ 917234 w 2119654"/>
              <a:gd name="connsiteY44061" fmla="*/ 2204497 h 2398711"/>
              <a:gd name="connsiteX44062" fmla="*/ 921692 w 2119654"/>
              <a:gd name="connsiteY44062" fmla="*/ 2201295 h 2398711"/>
              <a:gd name="connsiteX44063" fmla="*/ 1545921 w 2119654"/>
              <a:gd name="connsiteY44063" fmla="*/ 794019 h 2398711"/>
              <a:gd name="connsiteX44064" fmla="*/ 1545738 w 2119654"/>
              <a:gd name="connsiteY44064" fmla="*/ 794773 h 2398711"/>
              <a:gd name="connsiteX44065" fmla="*/ 1546007 w 2119654"/>
              <a:gd name="connsiteY44065" fmla="*/ 794352 h 2398711"/>
              <a:gd name="connsiteX44066" fmla="*/ 911406 w 2119654"/>
              <a:gd name="connsiteY44066" fmla="*/ 2214533 h 2398711"/>
              <a:gd name="connsiteX44067" fmla="*/ 920945 w 2119654"/>
              <a:gd name="connsiteY44067" fmla="*/ 2215827 h 2398711"/>
              <a:gd name="connsiteX44068" fmla="*/ 919210 w 2119654"/>
              <a:gd name="connsiteY44068" fmla="*/ 2214635 h 2398711"/>
              <a:gd name="connsiteX44069" fmla="*/ 885644 w 2119654"/>
              <a:gd name="connsiteY44069" fmla="*/ 2272192 h 2398711"/>
              <a:gd name="connsiteX44070" fmla="*/ 888004 w 2119654"/>
              <a:gd name="connsiteY44070" fmla="*/ 2275458 h 2398711"/>
              <a:gd name="connsiteX44071" fmla="*/ 903513 w 2119654"/>
              <a:gd name="connsiteY44071" fmla="*/ 2266958 h 2398711"/>
              <a:gd name="connsiteX44072" fmla="*/ 918185 w 2119654"/>
              <a:gd name="connsiteY44072" fmla="*/ 2258653 h 2398711"/>
              <a:gd name="connsiteX44073" fmla="*/ 900239 w 2119654"/>
              <a:gd name="connsiteY44073" fmla="*/ 2258156 h 2398711"/>
              <a:gd name="connsiteX44074" fmla="*/ 933115 w 2119654"/>
              <a:gd name="connsiteY44074" fmla="*/ 2165831 h 2398711"/>
              <a:gd name="connsiteX44075" fmla="*/ 933305 w 2119654"/>
              <a:gd name="connsiteY44075" fmla="*/ 2166158 h 2398711"/>
              <a:gd name="connsiteX44076" fmla="*/ 933753 w 2119654"/>
              <a:gd name="connsiteY44076" fmla="*/ 2166028 h 2398711"/>
              <a:gd name="connsiteX44077" fmla="*/ 934812 w 2119654"/>
              <a:gd name="connsiteY44077" fmla="*/ 2165527 h 2398711"/>
              <a:gd name="connsiteX44078" fmla="*/ 933949 w 2119654"/>
              <a:gd name="connsiteY44078" fmla="*/ 2164719 h 2398711"/>
              <a:gd name="connsiteX44079" fmla="*/ 931524 w 2119654"/>
              <a:gd name="connsiteY44079" fmla="*/ 2168800 h 2398711"/>
              <a:gd name="connsiteX44080" fmla="*/ 932187 w 2119654"/>
              <a:gd name="connsiteY44080" fmla="*/ 2169269 h 2398711"/>
              <a:gd name="connsiteX44081" fmla="*/ 933978 w 2119654"/>
              <a:gd name="connsiteY44081" fmla="*/ 2168645 h 2398711"/>
              <a:gd name="connsiteX44082" fmla="*/ 933607 w 2119654"/>
              <a:gd name="connsiteY44082" fmla="*/ 2168023 h 2398711"/>
              <a:gd name="connsiteX44083" fmla="*/ 932092 w 2119654"/>
              <a:gd name="connsiteY44083" fmla="*/ 2168460 h 2398711"/>
              <a:gd name="connsiteX44084" fmla="*/ 924932 w 2119654"/>
              <a:gd name="connsiteY44084" fmla="*/ 2183432 h 2398711"/>
              <a:gd name="connsiteX44085" fmla="*/ 925141 w 2119654"/>
              <a:gd name="connsiteY44085" fmla="*/ 2183776 h 2398711"/>
              <a:gd name="connsiteX44086" fmla="*/ 927608 w 2119654"/>
              <a:gd name="connsiteY44086" fmla="*/ 2184615 h 2398711"/>
              <a:gd name="connsiteX44087" fmla="*/ 928723 w 2119654"/>
              <a:gd name="connsiteY44087" fmla="*/ 2184400 h 2398711"/>
              <a:gd name="connsiteX44088" fmla="*/ 929050 w 2119654"/>
              <a:gd name="connsiteY44088" fmla="*/ 2184076 h 2398711"/>
              <a:gd name="connsiteX44089" fmla="*/ 928507 w 2119654"/>
              <a:gd name="connsiteY44089" fmla="*/ 2183376 h 2398711"/>
              <a:gd name="connsiteX44090" fmla="*/ 922478 w 2119654"/>
              <a:gd name="connsiteY44090" fmla="*/ 2188896 h 2398711"/>
              <a:gd name="connsiteX44091" fmla="*/ 922549 w 2119654"/>
              <a:gd name="connsiteY44091" fmla="*/ 2188998 h 2398711"/>
              <a:gd name="connsiteX44092" fmla="*/ 923241 w 2119654"/>
              <a:gd name="connsiteY44092" fmla="*/ 2188813 h 2398711"/>
              <a:gd name="connsiteX44093" fmla="*/ 924136 w 2119654"/>
              <a:gd name="connsiteY44093" fmla="*/ 2188310 h 2398711"/>
              <a:gd name="connsiteX44094" fmla="*/ 924476 w 2119654"/>
              <a:gd name="connsiteY44094" fmla="*/ 2188061 h 2398711"/>
              <a:gd name="connsiteX44095" fmla="*/ 924472 w 2119654"/>
              <a:gd name="connsiteY44095" fmla="*/ 2188059 h 2398711"/>
              <a:gd name="connsiteX44096" fmla="*/ 1585060 w 2119654"/>
              <a:gd name="connsiteY44096" fmla="*/ 705177 h 2398711"/>
              <a:gd name="connsiteX44097" fmla="*/ 1580821 w 2119654"/>
              <a:gd name="connsiteY44097" fmla="*/ 721039 h 2398711"/>
              <a:gd name="connsiteX44098" fmla="*/ 1582990 w 2119654"/>
              <a:gd name="connsiteY44098" fmla="*/ 726171 h 2398711"/>
              <a:gd name="connsiteX44099" fmla="*/ 1585952 w 2119654"/>
              <a:gd name="connsiteY44099" fmla="*/ 708801 h 2398711"/>
              <a:gd name="connsiteX44100" fmla="*/ 913392 w 2119654"/>
              <a:gd name="connsiteY44100" fmla="*/ 2209043 h 2398711"/>
              <a:gd name="connsiteX44101" fmla="*/ 915851 w 2119654"/>
              <a:gd name="connsiteY44101" fmla="*/ 2210730 h 2398711"/>
              <a:gd name="connsiteX44102" fmla="*/ 918835 w 2119654"/>
              <a:gd name="connsiteY44102" fmla="*/ 2207640 h 2398711"/>
              <a:gd name="connsiteX44103" fmla="*/ 918329 w 2119654"/>
              <a:gd name="connsiteY44103" fmla="*/ 2206784 h 2398711"/>
              <a:gd name="connsiteX44104" fmla="*/ 920196 w 2119654"/>
              <a:gd name="connsiteY44104" fmla="*/ 2193534 h 2398711"/>
              <a:gd name="connsiteX44105" fmla="*/ 921173 w 2119654"/>
              <a:gd name="connsiteY44105" fmla="*/ 2195474 h 2398711"/>
              <a:gd name="connsiteX44106" fmla="*/ 923613 w 2119654"/>
              <a:gd name="connsiteY44106" fmla="*/ 2193855 h 2398711"/>
              <a:gd name="connsiteX44107" fmla="*/ 922452 w 2119654"/>
              <a:gd name="connsiteY44107" fmla="*/ 2192543 h 2398711"/>
              <a:gd name="connsiteX44108" fmla="*/ 920947 w 2119654"/>
              <a:gd name="connsiteY44108" fmla="*/ 2192790 h 2398711"/>
              <a:gd name="connsiteX44109" fmla="*/ 904604 w 2119654"/>
              <a:gd name="connsiteY44109" fmla="*/ 2228192 h 2398711"/>
              <a:gd name="connsiteX44110" fmla="*/ 907030 w 2119654"/>
              <a:gd name="connsiteY44110" fmla="*/ 2231754 h 2398711"/>
              <a:gd name="connsiteX44111" fmla="*/ 908183 w 2119654"/>
              <a:gd name="connsiteY44111" fmla="*/ 2231187 h 2398711"/>
              <a:gd name="connsiteX44112" fmla="*/ 914313 w 2119654"/>
              <a:gd name="connsiteY44112" fmla="*/ 2227857 h 2398711"/>
              <a:gd name="connsiteX44113" fmla="*/ 932614 w 2119654"/>
              <a:gd name="connsiteY44113" fmla="*/ 2164964 h 2398711"/>
              <a:gd name="connsiteX44114" fmla="*/ 932863 w 2119654"/>
              <a:gd name="connsiteY44114" fmla="*/ 2165394 h 2398711"/>
              <a:gd name="connsiteX44115" fmla="*/ 933609 w 2119654"/>
              <a:gd name="connsiteY44115" fmla="*/ 2164400 h 2398711"/>
              <a:gd name="connsiteX44116" fmla="*/ 933584 w 2119654"/>
              <a:gd name="connsiteY44116" fmla="*/ 2164377 h 2398711"/>
              <a:gd name="connsiteX44117" fmla="*/ 1586052 w 2119654"/>
              <a:gd name="connsiteY44117" fmla="*/ 701317 h 2398711"/>
              <a:gd name="connsiteX44118" fmla="*/ 1585596 w 2119654"/>
              <a:gd name="connsiteY44118" fmla="*/ 703120 h 2398711"/>
              <a:gd name="connsiteX44119" fmla="*/ 1586430 w 2119654"/>
              <a:gd name="connsiteY44119" fmla="*/ 706005 h 2398711"/>
              <a:gd name="connsiteX44120" fmla="*/ 1586827 w 2119654"/>
              <a:gd name="connsiteY44120" fmla="*/ 703672 h 2398711"/>
              <a:gd name="connsiteX44121" fmla="*/ 919117 w 2119654"/>
              <a:gd name="connsiteY44121" fmla="*/ 2194601 h 2398711"/>
              <a:gd name="connsiteX44122" fmla="*/ 920725 w 2119654"/>
              <a:gd name="connsiteY44122" fmla="*/ 2195473 h 2398711"/>
              <a:gd name="connsiteX44123" fmla="*/ 919897 w 2119654"/>
              <a:gd name="connsiteY44123" fmla="*/ 2193829 h 2398711"/>
              <a:gd name="connsiteX44124" fmla="*/ 930079 w 2119654"/>
              <a:gd name="connsiteY44124" fmla="*/ 2169880 h 2398711"/>
              <a:gd name="connsiteX44125" fmla="*/ 930625 w 2119654"/>
              <a:gd name="connsiteY44125" fmla="*/ 2169814 h 2398711"/>
              <a:gd name="connsiteX44126" fmla="*/ 930982 w 2119654"/>
              <a:gd name="connsiteY44126" fmla="*/ 2169689 h 2398711"/>
              <a:gd name="connsiteX44127" fmla="*/ 930548 w 2119654"/>
              <a:gd name="connsiteY44127" fmla="*/ 2169382 h 2398711"/>
              <a:gd name="connsiteX44128" fmla="*/ 930374 w 2119654"/>
              <a:gd name="connsiteY44128" fmla="*/ 2169487 h 2398711"/>
              <a:gd name="connsiteX44129" fmla="*/ 921920 w 2119654"/>
              <a:gd name="connsiteY44129" fmla="*/ 2188087 h 2398711"/>
              <a:gd name="connsiteX44130" fmla="*/ 922238 w 2119654"/>
              <a:gd name="connsiteY44130" fmla="*/ 2188548 h 2398711"/>
              <a:gd name="connsiteX44131" fmla="*/ 923947 w 2119654"/>
              <a:gd name="connsiteY44131" fmla="*/ 2187831 h 2398711"/>
              <a:gd name="connsiteX44132" fmla="*/ 923767 w 2119654"/>
              <a:gd name="connsiteY44132" fmla="*/ 2187753 h 2398711"/>
              <a:gd name="connsiteX44133" fmla="*/ 1547814 w 2119654"/>
              <a:gd name="connsiteY44133" fmla="*/ 786219 h 2398711"/>
              <a:gd name="connsiteX44134" fmla="*/ 1547797 w 2119654"/>
              <a:gd name="connsiteY44134" fmla="*/ 786289 h 2398711"/>
              <a:gd name="connsiteX44135" fmla="*/ 1547895 w 2119654"/>
              <a:gd name="connsiteY44135" fmla="*/ 787686 h 2398711"/>
              <a:gd name="connsiteX44136" fmla="*/ 1548100 w 2119654"/>
              <a:gd name="connsiteY44136" fmla="*/ 786842 h 2398711"/>
              <a:gd name="connsiteX44137" fmla="*/ 928939 w 2119654"/>
              <a:gd name="connsiteY44137" fmla="*/ 2171400 h 2398711"/>
              <a:gd name="connsiteX44138" fmla="*/ 932610 w 2119654"/>
              <a:gd name="connsiteY44138" fmla="*/ 2170842 h 2398711"/>
              <a:gd name="connsiteX44139" fmla="*/ 932557 w 2119654"/>
              <a:gd name="connsiteY44139" fmla="*/ 2170804 h 2398711"/>
              <a:gd name="connsiteX44140" fmla="*/ 929069 w 2119654"/>
              <a:gd name="connsiteY44140" fmla="*/ 2171225 h 2398711"/>
              <a:gd name="connsiteX44141" fmla="*/ 1548209 w 2119654"/>
              <a:gd name="connsiteY44141" fmla="*/ 784592 h 2398711"/>
              <a:gd name="connsiteX44142" fmla="*/ 1548186 w 2119654"/>
              <a:gd name="connsiteY44142" fmla="*/ 784687 h 2398711"/>
              <a:gd name="connsiteX44143" fmla="*/ 1548482 w 2119654"/>
              <a:gd name="connsiteY44143" fmla="*/ 785269 h 2398711"/>
              <a:gd name="connsiteX44144" fmla="*/ 1548496 w 2119654"/>
              <a:gd name="connsiteY44144" fmla="*/ 785210 h 2398711"/>
              <a:gd name="connsiteX44145" fmla="*/ 919060 w 2119654"/>
              <a:gd name="connsiteY44145" fmla="*/ 2193106 h 2398711"/>
              <a:gd name="connsiteX44146" fmla="*/ 919070 w 2119654"/>
              <a:gd name="connsiteY44146" fmla="*/ 2193099 h 2398711"/>
              <a:gd name="connsiteX44147" fmla="*/ 919068 w 2119654"/>
              <a:gd name="connsiteY44147" fmla="*/ 2193099 h 2398711"/>
              <a:gd name="connsiteX44148" fmla="*/ 912233 w 2119654"/>
              <a:gd name="connsiteY44148" fmla="*/ 2208247 h 2398711"/>
              <a:gd name="connsiteX44149" fmla="*/ 913074 w 2119654"/>
              <a:gd name="connsiteY44149" fmla="*/ 2208825 h 2398711"/>
              <a:gd name="connsiteX44150" fmla="*/ 918159 w 2119654"/>
              <a:gd name="connsiteY44150" fmla="*/ 2206498 h 2398711"/>
              <a:gd name="connsiteX44151" fmla="*/ 917161 w 2119654"/>
              <a:gd name="connsiteY44151" fmla="*/ 2204809 h 2398711"/>
              <a:gd name="connsiteX44152" fmla="*/ 918431 w 2119654"/>
              <a:gd name="connsiteY44152" fmla="*/ 2194228 h 2398711"/>
              <a:gd name="connsiteX44153" fmla="*/ 918664 w 2119654"/>
              <a:gd name="connsiteY44153" fmla="*/ 2194355 h 2398711"/>
              <a:gd name="connsiteX44154" fmla="*/ 919640 w 2119654"/>
              <a:gd name="connsiteY44154" fmla="*/ 2193389 h 2398711"/>
              <a:gd name="connsiteX44155" fmla="*/ 927139 w 2119654"/>
              <a:gd name="connsiteY44155" fmla="*/ 2173799 h 2398711"/>
              <a:gd name="connsiteX44156" fmla="*/ 928294 w 2119654"/>
              <a:gd name="connsiteY44156" fmla="*/ 2174363 h 2398711"/>
              <a:gd name="connsiteX44157" fmla="*/ 935510 w 2119654"/>
              <a:gd name="connsiteY44157" fmla="*/ 2172861 h 2398711"/>
              <a:gd name="connsiteX44158" fmla="*/ 934930 w 2119654"/>
              <a:gd name="connsiteY44158" fmla="*/ 2172485 h 2398711"/>
              <a:gd name="connsiteX44159" fmla="*/ 933984 w 2119654"/>
              <a:gd name="connsiteY44159" fmla="*/ 2171814 h 2398711"/>
              <a:gd name="connsiteX44160" fmla="*/ 927939 w 2119654"/>
              <a:gd name="connsiteY44160" fmla="*/ 2172733 h 2398711"/>
              <a:gd name="connsiteX44161" fmla="*/ 1615303 w 2119654"/>
              <a:gd name="connsiteY44161" fmla="*/ 632676 h 2398711"/>
              <a:gd name="connsiteX44162" fmla="*/ 1613264 w 2119654"/>
              <a:gd name="connsiteY44162" fmla="*/ 654394 h 2398711"/>
              <a:gd name="connsiteX44163" fmla="*/ 1611573 w 2119654"/>
              <a:gd name="connsiteY44163" fmla="*/ 663812 h 2398711"/>
              <a:gd name="connsiteX44164" fmla="*/ 1616834 w 2119654"/>
              <a:gd name="connsiteY44164" fmla="*/ 679095 h 2398711"/>
              <a:gd name="connsiteX44165" fmla="*/ 1618196 w 2119654"/>
              <a:gd name="connsiteY44165" fmla="*/ 683229 h 2398711"/>
              <a:gd name="connsiteX44166" fmla="*/ 914960 w 2119654"/>
              <a:gd name="connsiteY44166" fmla="*/ 2200651 h 2398711"/>
              <a:gd name="connsiteX44167" fmla="*/ 915081 w 2119654"/>
              <a:gd name="connsiteY44167" fmla="*/ 2200855 h 2398711"/>
              <a:gd name="connsiteX44168" fmla="*/ 917551 w 2119654"/>
              <a:gd name="connsiteY44168" fmla="*/ 2199796 h 2398711"/>
              <a:gd name="connsiteX44169" fmla="*/ 919116 w 2119654"/>
              <a:gd name="connsiteY44169" fmla="*/ 2198525 h 2398711"/>
              <a:gd name="connsiteX44170" fmla="*/ 1589827 w 2119654"/>
              <a:gd name="connsiteY44170" fmla="*/ 689275 h 2398711"/>
              <a:gd name="connsiteX44171" fmla="*/ 1587315 w 2119654"/>
              <a:gd name="connsiteY44171" fmla="*/ 703780 h 2398711"/>
              <a:gd name="connsiteX44172" fmla="*/ 1589821 w 2119654"/>
              <a:gd name="connsiteY44172" fmla="*/ 711061 h 2398711"/>
              <a:gd name="connsiteX44173" fmla="*/ 1591334 w 2119654"/>
              <a:gd name="connsiteY44173" fmla="*/ 694586 h 2398711"/>
              <a:gd name="connsiteX44174" fmla="*/ 914795 w 2119654"/>
              <a:gd name="connsiteY44174" fmla="*/ 2200373 h 2398711"/>
              <a:gd name="connsiteX44175" fmla="*/ 914898 w 2119654"/>
              <a:gd name="connsiteY44175" fmla="*/ 2200547 h 2398711"/>
              <a:gd name="connsiteX44176" fmla="*/ 919225 w 2119654"/>
              <a:gd name="connsiteY44176" fmla="*/ 2198335 h 2398711"/>
              <a:gd name="connsiteX44177" fmla="*/ 919588 w 2119654"/>
              <a:gd name="connsiteY44177" fmla="*/ 2198142 h 2398711"/>
              <a:gd name="connsiteX44178" fmla="*/ 920153 w 2119654"/>
              <a:gd name="connsiteY44178" fmla="*/ 2197683 h 2398711"/>
              <a:gd name="connsiteX44179" fmla="*/ 919665 w 2119654"/>
              <a:gd name="connsiteY44179" fmla="*/ 2197418 h 2398711"/>
              <a:gd name="connsiteX44180" fmla="*/ 898549 w 2119654"/>
              <a:gd name="connsiteY44180" fmla="*/ 2236484 h 2398711"/>
              <a:gd name="connsiteX44181" fmla="*/ 902297 w 2119654"/>
              <a:gd name="connsiteY44181" fmla="*/ 2237109 h 2398711"/>
              <a:gd name="connsiteX44182" fmla="*/ 904571 w 2119654"/>
              <a:gd name="connsiteY44182" fmla="*/ 2235755 h 2398711"/>
              <a:gd name="connsiteX44183" fmla="*/ 904018 w 2119654"/>
              <a:gd name="connsiteY44183" fmla="*/ 2235104 h 2398711"/>
              <a:gd name="connsiteX44184" fmla="*/ 899734 w 2119654"/>
              <a:gd name="connsiteY44184" fmla="*/ 2235901 h 2398711"/>
              <a:gd name="connsiteX44185" fmla="*/ 931394 w 2119654"/>
              <a:gd name="connsiteY44185" fmla="*/ 2162855 h 2398711"/>
              <a:gd name="connsiteX44186" fmla="*/ 931603 w 2119654"/>
              <a:gd name="connsiteY44186" fmla="*/ 2163216 h 2398711"/>
              <a:gd name="connsiteX44187" fmla="*/ 931975 w 2119654"/>
              <a:gd name="connsiteY44187" fmla="*/ 2162992 h 2398711"/>
              <a:gd name="connsiteX44188" fmla="*/ 889120 w 2119654"/>
              <a:gd name="connsiteY44188" fmla="*/ 2257347 h 2398711"/>
              <a:gd name="connsiteX44189" fmla="*/ 897195 w 2119654"/>
              <a:gd name="connsiteY44189" fmla="*/ 2257571 h 2398711"/>
              <a:gd name="connsiteX44190" fmla="*/ 901962 w 2119654"/>
              <a:gd name="connsiteY44190" fmla="*/ 2255932 h 2398711"/>
              <a:gd name="connsiteX44191" fmla="*/ 907859 w 2119654"/>
              <a:gd name="connsiteY44191" fmla="*/ 2250261 h 2398711"/>
              <a:gd name="connsiteX44192" fmla="*/ 1566777 w 2119654"/>
              <a:gd name="connsiteY44192" fmla="*/ 739941 h 2398711"/>
              <a:gd name="connsiteX44193" fmla="*/ 1566920 w 2119654"/>
              <a:gd name="connsiteY44193" fmla="*/ 751403 h 2398711"/>
              <a:gd name="connsiteX44194" fmla="*/ 1568008 w 2119654"/>
              <a:gd name="connsiteY44194" fmla="*/ 753299 h 2398711"/>
              <a:gd name="connsiteX44195" fmla="*/ 1569136 w 2119654"/>
              <a:gd name="connsiteY44195" fmla="*/ 750255 h 2398711"/>
              <a:gd name="connsiteX44196" fmla="*/ 1567736 w 2119654"/>
              <a:gd name="connsiteY44196" fmla="*/ 738783 h 2398711"/>
              <a:gd name="connsiteX44197" fmla="*/ 1567669 w 2119654"/>
              <a:gd name="connsiteY44197" fmla="*/ 738293 h 2398711"/>
              <a:gd name="connsiteX44198" fmla="*/ 915464 w 2119654"/>
              <a:gd name="connsiteY44198" fmla="*/ 2198217 h 2398711"/>
              <a:gd name="connsiteX44199" fmla="*/ 918739 w 2119654"/>
              <a:gd name="connsiteY44199" fmla="*/ 2196915 h 2398711"/>
              <a:gd name="connsiteX44200" fmla="*/ 917473 w 2119654"/>
              <a:gd name="connsiteY44200" fmla="*/ 2196228 h 2398711"/>
              <a:gd name="connsiteX44201" fmla="*/ 1564345 w 2119654"/>
              <a:gd name="connsiteY44201" fmla="*/ 744427 h 2398711"/>
              <a:gd name="connsiteX44202" fmla="*/ 1566337 w 2119654"/>
              <a:gd name="connsiteY44202" fmla="*/ 750386 h 2398711"/>
              <a:gd name="connsiteX44203" fmla="*/ 1566710 w 2119654"/>
              <a:gd name="connsiteY44203" fmla="*/ 751038 h 2398711"/>
              <a:gd name="connsiteX44204" fmla="*/ 1566575 w 2119654"/>
              <a:gd name="connsiteY44204" fmla="*/ 740311 h 2398711"/>
              <a:gd name="connsiteX44205" fmla="*/ 926893 w 2119654"/>
              <a:gd name="connsiteY44205" fmla="*/ 2171711 h 2398711"/>
              <a:gd name="connsiteX44206" fmla="*/ 928284 w 2119654"/>
              <a:gd name="connsiteY44206" fmla="*/ 2171499 h 2398711"/>
              <a:gd name="connsiteX44207" fmla="*/ 928432 w 2119654"/>
              <a:gd name="connsiteY44207" fmla="*/ 2171302 h 2398711"/>
              <a:gd name="connsiteX44208" fmla="*/ 927872 w 2119654"/>
              <a:gd name="connsiteY44208" fmla="*/ 2171370 h 2398711"/>
              <a:gd name="connsiteX44209" fmla="*/ 1592822 w 2119654"/>
              <a:gd name="connsiteY44209" fmla="*/ 680564 h 2398711"/>
              <a:gd name="connsiteX44210" fmla="*/ 1592816 w 2119654"/>
              <a:gd name="connsiteY44210" fmla="*/ 680647 h 2398711"/>
              <a:gd name="connsiteX44211" fmla="*/ 1594511 w 2119654"/>
              <a:gd name="connsiteY44211" fmla="*/ 685152 h 2398711"/>
              <a:gd name="connsiteX44212" fmla="*/ 1594506 w 2119654"/>
              <a:gd name="connsiteY44212" fmla="*/ 685038 h 2398711"/>
              <a:gd name="connsiteX44213" fmla="*/ 917139 w 2119654"/>
              <a:gd name="connsiteY44213" fmla="*/ 2193528 h 2398711"/>
              <a:gd name="connsiteX44214" fmla="*/ 917841 w 2119654"/>
              <a:gd name="connsiteY44214" fmla="*/ 2193908 h 2398711"/>
              <a:gd name="connsiteX44215" fmla="*/ 918806 w 2119654"/>
              <a:gd name="connsiteY44215" fmla="*/ 2193142 h 2398711"/>
              <a:gd name="connsiteX44216" fmla="*/ 917419 w 2119654"/>
              <a:gd name="connsiteY44216" fmla="*/ 2193370 h 2398711"/>
              <a:gd name="connsiteX44217" fmla="*/ 928963 w 2119654"/>
              <a:gd name="connsiteY44217" fmla="*/ 2166987 h 2398711"/>
              <a:gd name="connsiteX44218" fmla="*/ 928995 w 2119654"/>
              <a:gd name="connsiteY44218" fmla="*/ 2167010 h 2398711"/>
              <a:gd name="connsiteX44219" fmla="*/ 932112 w 2119654"/>
              <a:gd name="connsiteY44219" fmla="*/ 2166395 h 2398711"/>
              <a:gd name="connsiteX44220" fmla="*/ 932424 w 2119654"/>
              <a:gd name="connsiteY44220" fmla="*/ 2165979 h 2398711"/>
              <a:gd name="connsiteX44221" fmla="*/ 932038 w 2119654"/>
              <a:gd name="connsiteY44221" fmla="*/ 2165312 h 2398711"/>
              <a:gd name="connsiteX44222" fmla="*/ 930915 w 2119654"/>
              <a:gd name="connsiteY44222" fmla="*/ 2165991 h 2398711"/>
              <a:gd name="connsiteX44223" fmla="*/ 1573307 w 2119654"/>
              <a:gd name="connsiteY44223" fmla="*/ 724163 h 2398711"/>
              <a:gd name="connsiteX44224" fmla="*/ 1573180 w 2119654"/>
              <a:gd name="connsiteY44224" fmla="*/ 727672 h 2398711"/>
              <a:gd name="connsiteX44225" fmla="*/ 1573439 w 2119654"/>
              <a:gd name="connsiteY44225" fmla="*/ 728365 h 2398711"/>
              <a:gd name="connsiteX44226" fmla="*/ 1563654 w 2119654"/>
              <a:gd name="connsiteY44226" fmla="*/ 745704 h 2398711"/>
              <a:gd name="connsiteX44227" fmla="*/ 1564430 w 2119654"/>
              <a:gd name="connsiteY44227" fmla="*/ 747058 h 2398711"/>
              <a:gd name="connsiteX44228" fmla="*/ 1564612 w 2119654"/>
              <a:gd name="connsiteY44228" fmla="*/ 746545 h 2398711"/>
              <a:gd name="connsiteX44229" fmla="*/ 1564734 w 2119654"/>
              <a:gd name="connsiteY44229" fmla="*/ 746821 h 2398711"/>
              <a:gd name="connsiteX44230" fmla="*/ 1564567 w 2119654"/>
              <a:gd name="connsiteY44230" fmla="*/ 747294 h 2398711"/>
              <a:gd name="connsiteX44231" fmla="*/ 1565966 w 2119654"/>
              <a:gd name="connsiteY44231" fmla="*/ 749735 h 2398711"/>
              <a:gd name="connsiteX44232" fmla="*/ 1564249 w 2119654"/>
              <a:gd name="connsiteY44232" fmla="*/ 744604 h 2398711"/>
              <a:gd name="connsiteX44233" fmla="*/ 1589439 w 2119654"/>
              <a:gd name="connsiteY44233" fmla="*/ 687907 h 2398711"/>
              <a:gd name="connsiteX44234" fmla="*/ 1586227 w 2119654"/>
              <a:gd name="connsiteY44234" fmla="*/ 700621 h 2398711"/>
              <a:gd name="connsiteX44235" fmla="*/ 1586976 w 2119654"/>
              <a:gd name="connsiteY44235" fmla="*/ 702797 h 2398711"/>
              <a:gd name="connsiteX44236" fmla="*/ 1589486 w 2119654"/>
              <a:gd name="connsiteY44236" fmla="*/ 688075 h 2398711"/>
              <a:gd name="connsiteX44237" fmla="*/ 914238 w 2119654"/>
              <a:gd name="connsiteY44237" fmla="*/ 2199431 h 2398711"/>
              <a:gd name="connsiteX44238" fmla="*/ 914428 w 2119654"/>
              <a:gd name="connsiteY44238" fmla="*/ 2199751 h 2398711"/>
              <a:gd name="connsiteX44239" fmla="*/ 916369 w 2119654"/>
              <a:gd name="connsiteY44239" fmla="*/ 2198573 h 2398711"/>
              <a:gd name="connsiteX44240" fmla="*/ 914254 w 2119654"/>
              <a:gd name="connsiteY44240" fmla="*/ 2199415 h 2398711"/>
              <a:gd name="connsiteX44241" fmla="*/ 902528 w 2119654"/>
              <a:gd name="connsiteY44241" fmla="*/ 2225141 h 2398711"/>
              <a:gd name="connsiteX44242" fmla="*/ 904512 w 2119654"/>
              <a:gd name="connsiteY44242" fmla="*/ 2228057 h 2398711"/>
              <a:gd name="connsiteX44243" fmla="*/ 914585 w 2119654"/>
              <a:gd name="connsiteY44243" fmla="*/ 2227709 h 2398711"/>
              <a:gd name="connsiteX44244" fmla="*/ 927799 w 2119654"/>
              <a:gd name="connsiteY44244" fmla="*/ 2220531 h 2398711"/>
              <a:gd name="connsiteX44245" fmla="*/ 923993 w 2119654"/>
              <a:gd name="connsiteY44245" fmla="*/ 2217918 h 2398711"/>
              <a:gd name="connsiteX44246" fmla="*/ 922398 w 2119654"/>
              <a:gd name="connsiteY44246" fmla="*/ 2218521 h 2398711"/>
              <a:gd name="connsiteX44247" fmla="*/ 897520 w 2119654"/>
              <a:gd name="connsiteY44247" fmla="*/ 2236313 h 2398711"/>
              <a:gd name="connsiteX44248" fmla="*/ 897700 w 2119654"/>
              <a:gd name="connsiteY44248" fmla="*/ 2236343 h 2398711"/>
              <a:gd name="connsiteX44249" fmla="*/ 897908 w 2119654"/>
              <a:gd name="connsiteY44249" fmla="*/ 2236241 h 2398711"/>
              <a:gd name="connsiteX44250" fmla="*/ 925662 w 2119654"/>
              <a:gd name="connsiteY44250" fmla="*/ 2173078 h 2398711"/>
              <a:gd name="connsiteX44251" fmla="*/ 926715 w 2119654"/>
              <a:gd name="connsiteY44251" fmla="*/ 2173592 h 2398711"/>
              <a:gd name="connsiteX44252" fmla="*/ 927285 w 2119654"/>
              <a:gd name="connsiteY44252" fmla="*/ 2172832 h 2398711"/>
              <a:gd name="connsiteX44253" fmla="*/ 907299 w 2119654"/>
              <a:gd name="connsiteY44253" fmla="*/ 2213976 h 2398711"/>
              <a:gd name="connsiteX44254" fmla="*/ 908184 w 2119654"/>
              <a:gd name="connsiteY44254" fmla="*/ 2214095 h 2398711"/>
              <a:gd name="connsiteX44255" fmla="*/ 918623 w 2119654"/>
              <a:gd name="connsiteY44255" fmla="*/ 2214233 h 2398711"/>
              <a:gd name="connsiteX44256" fmla="*/ 915790 w 2119654"/>
              <a:gd name="connsiteY44256" fmla="*/ 2212288 h 2398711"/>
              <a:gd name="connsiteX44257" fmla="*/ 914295 w 2119654"/>
              <a:gd name="connsiteY44257" fmla="*/ 2212585 h 2398711"/>
              <a:gd name="connsiteX44258" fmla="*/ 914151 w 2119654"/>
              <a:gd name="connsiteY44258" fmla="*/ 2212735 h 2398711"/>
              <a:gd name="connsiteX44259" fmla="*/ 913906 w 2119654"/>
              <a:gd name="connsiteY44259" fmla="*/ 2212746 h 2398711"/>
              <a:gd name="connsiteX44260" fmla="*/ 914005 w 2119654"/>
              <a:gd name="connsiteY44260" fmla="*/ 2212643 h 2398711"/>
              <a:gd name="connsiteX44261" fmla="*/ 913099 w 2119654"/>
              <a:gd name="connsiteY44261" fmla="*/ 2200557 h 2398711"/>
              <a:gd name="connsiteX44262" fmla="*/ 914238 w 2119654"/>
              <a:gd name="connsiteY44262" fmla="*/ 2199866 h 2398711"/>
              <a:gd name="connsiteX44263" fmla="*/ 914075 w 2119654"/>
              <a:gd name="connsiteY44263" fmla="*/ 2199591 h 2398711"/>
              <a:gd name="connsiteX44264" fmla="*/ 887891 w 2119654"/>
              <a:gd name="connsiteY44264" fmla="*/ 2256989 h 2398711"/>
              <a:gd name="connsiteX44265" fmla="*/ 909268 w 2119654"/>
              <a:gd name="connsiteY44265" fmla="*/ 2248906 h 2398711"/>
              <a:gd name="connsiteX44266" fmla="*/ 909306 w 2119654"/>
              <a:gd name="connsiteY44266" fmla="*/ 2248870 h 2398711"/>
              <a:gd name="connsiteX44267" fmla="*/ 910115 w 2119654"/>
              <a:gd name="connsiteY44267" fmla="*/ 2248070 h 2398711"/>
              <a:gd name="connsiteX44268" fmla="*/ 895730 w 2119654"/>
              <a:gd name="connsiteY44268" fmla="*/ 2250446 h 2398711"/>
              <a:gd name="connsiteX44269" fmla="*/ 891321 w 2119654"/>
              <a:gd name="connsiteY44269" fmla="*/ 2254258 h 2398711"/>
              <a:gd name="connsiteX44270" fmla="*/ 889046 w 2119654"/>
              <a:gd name="connsiteY44270" fmla="*/ 2256070 h 2398711"/>
              <a:gd name="connsiteX44271" fmla="*/ 889243 w 2119654"/>
              <a:gd name="connsiteY44271" fmla="*/ 2256242 h 2398711"/>
              <a:gd name="connsiteX44272" fmla="*/ 888958 w 2119654"/>
              <a:gd name="connsiteY44272" fmla="*/ 2256227 h 2398711"/>
              <a:gd name="connsiteX44273" fmla="*/ 888906 w 2119654"/>
              <a:gd name="connsiteY44273" fmla="*/ 2256181 h 2398711"/>
              <a:gd name="connsiteX44274" fmla="*/ 912412 w 2119654"/>
              <a:gd name="connsiteY44274" fmla="*/ 2201818 h 2398711"/>
              <a:gd name="connsiteX44275" fmla="*/ 914701 w 2119654"/>
              <a:gd name="connsiteY44275" fmla="*/ 2200648 h 2398711"/>
              <a:gd name="connsiteX44276" fmla="*/ 914605 w 2119654"/>
              <a:gd name="connsiteY44276" fmla="*/ 2200488 h 2398711"/>
              <a:gd name="connsiteX44277" fmla="*/ 1592340 w 2119654"/>
              <a:gd name="connsiteY44277" fmla="*/ 679282 h 2398711"/>
              <a:gd name="connsiteX44278" fmla="*/ 1592337 w 2119654"/>
              <a:gd name="connsiteY44278" fmla="*/ 679374 h 2398711"/>
              <a:gd name="connsiteX44279" fmla="*/ 1592654 w 2119654"/>
              <a:gd name="connsiteY44279" fmla="*/ 680215 h 2398711"/>
              <a:gd name="connsiteX44280" fmla="*/ 1592661 w 2119654"/>
              <a:gd name="connsiteY44280" fmla="*/ 680133 h 2398711"/>
              <a:gd name="connsiteX44281" fmla="*/ 1574893 w 2119654"/>
              <a:gd name="connsiteY44281" fmla="*/ 718245 h 2398711"/>
              <a:gd name="connsiteX44282" fmla="*/ 1575351 w 2119654"/>
              <a:gd name="connsiteY44282" fmla="*/ 732878 h 2398711"/>
              <a:gd name="connsiteX44283" fmla="*/ 1575553 w 2119654"/>
              <a:gd name="connsiteY44283" fmla="*/ 732310 h 2398711"/>
              <a:gd name="connsiteX44284" fmla="*/ 1575544 w 2119654"/>
              <a:gd name="connsiteY44284" fmla="*/ 723147 h 2398711"/>
              <a:gd name="connsiteX44285" fmla="*/ 908218 w 2119654"/>
              <a:gd name="connsiteY44285" fmla="*/ 2211047 h 2398711"/>
              <a:gd name="connsiteX44286" fmla="*/ 911675 w 2119654"/>
              <a:gd name="connsiteY44286" fmla="*/ 2209465 h 2398711"/>
              <a:gd name="connsiteX44287" fmla="*/ 911075 w 2119654"/>
              <a:gd name="connsiteY44287" fmla="*/ 2209053 h 2398711"/>
              <a:gd name="connsiteX44288" fmla="*/ 911853 w 2119654"/>
              <a:gd name="connsiteY44288" fmla="*/ 2202240 h 2398711"/>
              <a:gd name="connsiteX44289" fmla="*/ 914875 w 2119654"/>
              <a:gd name="connsiteY44289" fmla="*/ 2200943 h 2398711"/>
              <a:gd name="connsiteX44290" fmla="*/ 914762 w 2119654"/>
              <a:gd name="connsiteY44290" fmla="*/ 2200752 h 2398711"/>
              <a:gd name="connsiteX44291" fmla="*/ 917825 w 2119654"/>
              <a:gd name="connsiteY44291" fmla="*/ 2188826 h 2398711"/>
              <a:gd name="connsiteX44292" fmla="*/ 918462 w 2119654"/>
              <a:gd name="connsiteY44292" fmla="*/ 2190091 h 2398711"/>
              <a:gd name="connsiteX44293" fmla="*/ 918732 w 2119654"/>
              <a:gd name="connsiteY44293" fmla="*/ 2190019 h 2398711"/>
              <a:gd name="connsiteX44294" fmla="*/ 919978 w 2119654"/>
              <a:gd name="connsiteY44294" fmla="*/ 2189496 h 2398711"/>
              <a:gd name="connsiteX44295" fmla="*/ 919328 w 2119654"/>
              <a:gd name="connsiteY44295" fmla="*/ 2188555 h 2398711"/>
              <a:gd name="connsiteX44296" fmla="*/ 927044 w 2119654"/>
              <a:gd name="connsiteY44296" fmla="*/ 2167965 h 2398711"/>
              <a:gd name="connsiteX44297" fmla="*/ 928111 w 2119654"/>
              <a:gd name="connsiteY44297" fmla="*/ 2167657 h 2398711"/>
              <a:gd name="connsiteX44298" fmla="*/ 927987 w 2119654"/>
              <a:gd name="connsiteY44298" fmla="*/ 2167569 h 2398711"/>
              <a:gd name="connsiteX44299" fmla="*/ 927745 w 2119654"/>
              <a:gd name="connsiteY44299" fmla="*/ 2167607 h 2398711"/>
              <a:gd name="connsiteX44300" fmla="*/ 909796 w 2119654"/>
              <a:gd name="connsiteY44300" fmla="*/ 2206575 h 2398711"/>
              <a:gd name="connsiteX44301" fmla="*/ 912087 w 2119654"/>
              <a:gd name="connsiteY44301" fmla="*/ 2208147 h 2398711"/>
              <a:gd name="connsiteX44302" fmla="*/ 914389 w 2119654"/>
              <a:gd name="connsiteY44302" fmla="*/ 2206541 h 2398711"/>
              <a:gd name="connsiteX44303" fmla="*/ 917053 w 2119654"/>
              <a:gd name="connsiteY44303" fmla="*/ 2204627 h 2398711"/>
              <a:gd name="connsiteX44304" fmla="*/ 916387 w 2119654"/>
              <a:gd name="connsiteY44304" fmla="*/ 2203501 h 2398711"/>
              <a:gd name="connsiteX44305" fmla="*/ 910639 w 2119654"/>
              <a:gd name="connsiteY44305" fmla="*/ 2205891 h 2398711"/>
              <a:gd name="connsiteX44306" fmla="*/ 913276 w 2119654"/>
              <a:gd name="connsiteY44306" fmla="*/ 2197804 h 2398711"/>
              <a:gd name="connsiteX44307" fmla="*/ 913891 w 2119654"/>
              <a:gd name="connsiteY44307" fmla="*/ 2198843 h 2398711"/>
              <a:gd name="connsiteX44308" fmla="*/ 914293 w 2119654"/>
              <a:gd name="connsiteY44308" fmla="*/ 2198683 h 2398711"/>
              <a:gd name="connsiteX44309" fmla="*/ 917020 w 2119654"/>
              <a:gd name="connsiteY44309" fmla="*/ 2195983 h 2398711"/>
              <a:gd name="connsiteX44310" fmla="*/ 916393 w 2119654"/>
              <a:gd name="connsiteY44310" fmla="*/ 2195642 h 2398711"/>
              <a:gd name="connsiteX44311" fmla="*/ 1591907 w 2119654"/>
              <a:gd name="connsiteY44311" fmla="*/ 678133 h 2398711"/>
              <a:gd name="connsiteX44312" fmla="*/ 1591892 w 2119654"/>
              <a:gd name="connsiteY44312" fmla="*/ 678193 h 2398711"/>
              <a:gd name="connsiteX44313" fmla="*/ 1592063 w 2119654"/>
              <a:gd name="connsiteY44313" fmla="*/ 678647 h 2398711"/>
              <a:gd name="connsiteX44314" fmla="*/ 1592065 w 2119654"/>
              <a:gd name="connsiteY44314" fmla="*/ 678554 h 2398711"/>
              <a:gd name="connsiteX44315" fmla="*/ 925090 w 2119654"/>
              <a:gd name="connsiteY44315" fmla="*/ 2170481 h 2398711"/>
              <a:gd name="connsiteX44316" fmla="*/ 928100 w 2119654"/>
              <a:gd name="connsiteY44316" fmla="*/ 2170118 h 2398711"/>
              <a:gd name="connsiteX44317" fmla="*/ 929739 w 2119654"/>
              <a:gd name="connsiteY44317" fmla="*/ 2169139 h 2398711"/>
              <a:gd name="connsiteX44318" fmla="*/ 1563128 w 2119654"/>
              <a:gd name="connsiteY44318" fmla="*/ 741249 h 2398711"/>
              <a:gd name="connsiteX44319" fmla="*/ 1563014 w 2119654"/>
              <a:gd name="connsiteY44319" fmla="*/ 744588 h 2398711"/>
              <a:gd name="connsiteX44320" fmla="*/ 1563544 w 2119654"/>
              <a:gd name="connsiteY44320" fmla="*/ 745511 h 2398711"/>
              <a:gd name="connsiteX44321" fmla="*/ 1564168 w 2119654"/>
              <a:gd name="connsiteY44321" fmla="*/ 744361 h 2398711"/>
              <a:gd name="connsiteX44322" fmla="*/ 917583 w 2119654"/>
              <a:gd name="connsiteY44322" fmla="*/ 2186542 h 2398711"/>
              <a:gd name="connsiteX44323" fmla="*/ 917897 w 2119654"/>
              <a:gd name="connsiteY44323" fmla="*/ 2186481 h 2398711"/>
              <a:gd name="connsiteX44324" fmla="*/ 917768 w 2119654"/>
              <a:gd name="connsiteY44324" fmla="*/ 2186295 h 2398711"/>
              <a:gd name="connsiteX44325" fmla="*/ 1593360 w 2119654"/>
              <a:gd name="connsiteY44325" fmla="*/ 672382 h 2398711"/>
              <a:gd name="connsiteX44326" fmla="*/ 1592917 w 2119654"/>
              <a:gd name="connsiteY44326" fmla="*/ 674133 h 2398711"/>
              <a:gd name="connsiteX44327" fmla="*/ 1593162 w 2119654"/>
              <a:gd name="connsiteY44327" fmla="*/ 674664 h 2398711"/>
              <a:gd name="connsiteX44328" fmla="*/ 1593287 w 2119654"/>
              <a:gd name="connsiteY44328" fmla="*/ 673308 h 2398711"/>
              <a:gd name="connsiteX44329" fmla="*/ 886754 w 2119654"/>
              <a:gd name="connsiteY44329" fmla="*/ 2254058 h 2398711"/>
              <a:gd name="connsiteX44330" fmla="*/ 888075 w 2119654"/>
              <a:gd name="connsiteY44330" fmla="*/ 2255217 h 2398711"/>
              <a:gd name="connsiteX44331" fmla="*/ 891788 w 2119654"/>
              <a:gd name="connsiteY44331" fmla="*/ 2252007 h 2398711"/>
              <a:gd name="connsiteX44332" fmla="*/ 900902 w 2119654"/>
              <a:gd name="connsiteY44332" fmla="*/ 2222104 h 2398711"/>
              <a:gd name="connsiteX44333" fmla="*/ 902002 w 2119654"/>
              <a:gd name="connsiteY44333" fmla="*/ 2224341 h 2398711"/>
              <a:gd name="connsiteX44334" fmla="*/ 918200 w 2119654"/>
              <a:gd name="connsiteY44334" fmla="*/ 2218216 h 2398711"/>
              <a:gd name="connsiteX44335" fmla="*/ 923295 w 2119654"/>
              <a:gd name="connsiteY44335" fmla="*/ 2171921 h 2398711"/>
              <a:gd name="connsiteX44336" fmla="*/ 923819 w 2119654"/>
              <a:gd name="connsiteY44336" fmla="*/ 2172178 h 2398711"/>
              <a:gd name="connsiteX44337" fmla="*/ 923865 w 2119654"/>
              <a:gd name="connsiteY44337" fmla="*/ 2172170 h 2398711"/>
              <a:gd name="connsiteX44338" fmla="*/ 925259 w 2119654"/>
              <a:gd name="connsiteY44338" fmla="*/ 2171685 h 2398711"/>
              <a:gd name="connsiteX44339" fmla="*/ 922070 w 2119654"/>
              <a:gd name="connsiteY44339" fmla="*/ 2174443 h 2398711"/>
              <a:gd name="connsiteX44340" fmla="*/ 922883 w 2119654"/>
              <a:gd name="connsiteY44340" fmla="*/ 2175491 h 2398711"/>
              <a:gd name="connsiteX44341" fmla="*/ 925737 w 2119654"/>
              <a:gd name="connsiteY44341" fmla="*/ 2174897 h 2398711"/>
              <a:gd name="connsiteX44342" fmla="*/ 925859 w 2119654"/>
              <a:gd name="connsiteY44342" fmla="*/ 2174734 h 2398711"/>
              <a:gd name="connsiteX44343" fmla="*/ 923508 w 2119654"/>
              <a:gd name="connsiteY44343" fmla="*/ 2173586 h 2398711"/>
              <a:gd name="connsiteX44344" fmla="*/ 912343 w 2119654"/>
              <a:gd name="connsiteY44344" fmla="*/ 2196224 h 2398711"/>
              <a:gd name="connsiteX44345" fmla="*/ 912989 w 2119654"/>
              <a:gd name="connsiteY44345" fmla="*/ 2197318 h 2398711"/>
              <a:gd name="connsiteX44346" fmla="*/ 915838 w 2119654"/>
              <a:gd name="connsiteY44346" fmla="*/ 2195342 h 2398711"/>
              <a:gd name="connsiteX44347" fmla="*/ 914859 w 2119654"/>
              <a:gd name="connsiteY44347" fmla="*/ 2194810 h 2398711"/>
              <a:gd name="connsiteX44348" fmla="*/ 904554 w 2119654"/>
              <a:gd name="connsiteY44348" fmla="*/ 2213603 h 2398711"/>
              <a:gd name="connsiteX44349" fmla="*/ 904920 w 2119654"/>
              <a:gd name="connsiteY44349" fmla="*/ 2213652 h 2398711"/>
              <a:gd name="connsiteX44350" fmla="*/ 914433 w 2119654"/>
              <a:gd name="connsiteY44350" fmla="*/ 2211358 h 2398711"/>
              <a:gd name="connsiteX44351" fmla="*/ 911993 w 2119654"/>
              <a:gd name="connsiteY44351" fmla="*/ 2209683 h 2398711"/>
              <a:gd name="connsiteX44352" fmla="*/ 906702 w 2119654"/>
              <a:gd name="connsiteY44352" fmla="*/ 2212105 h 2398711"/>
              <a:gd name="connsiteX44353" fmla="*/ 1594177 w 2119654"/>
              <a:gd name="connsiteY44353" fmla="*/ 669143 h 2398711"/>
              <a:gd name="connsiteX44354" fmla="*/ 1593509 w 2119654"/>
              <a:gd name="connsiteY44354" fmla="*/ 671789 h 2398711"/>
              <a:gd name="connsiteX44355" fmla="*/ 1593266 w 2119654"/>
              <a:gd name="connsiteY44355" fmla="*/ 674889 h 2398711"/>
              <a:gd name="connsiteX44356" fmla="*/ 1594097 w 2119654"/>
              <a:gd name="connsiteY44356" fmla="*/ 676686 h 2398711"/>
              <a:gd name="connsiteX44357" fmla="*/ 1593929 w 2119654"/>
              <a:gd name="connsiteY44357" fmla="*/ 673242 h 2398711"/>
              <a:gd name="connsiteX44358" fmla="*/ 1594077 w 2119654"/>
              <a:gd name="connsiteY44358" fmla="*/ 673413 h 2398711"/>
              <a:gd name="connsiteX44359" fmla="*/ 1594254 w 2119654"/>
              <a:gd name="connsiteY44359" fmla="*/ 677024 h 2398711"/>
              <a:gd name="connsiteX44360" fmla="*/ 1595410 w 2119654"/>
              <a:gd name="connsiteY44360" fmla="*/ 679524 h 2398711"/>
              <a:gd name="connsiteX44361" fmla="*/ 1596180 w 2119654"/>
              <a:gd name="connsiteY44361" fmla="*/ 681570 h 2398711"/>
              <a:gd name="connsiteX44362" fmla="*/ 1596142 w 2119654"/>
              <a:gd name="connsiteY44362" fmla="*/ 678030 h 2398711"/>
              <a:gd name="connsiteX44363" fmla="*/ 1562571 w 2119654"/>
              <a:gd name="connsiteY44363" fmla="*/ 739580 h 2398711"/>
              <a:gd name="connsiteX44364" fmla="*/ 1562564 w 2119654"/>
              <a:gd name="connsiteY44364" fmla="*/ 741316 h 2398711"/>
              <a:gd name="connsiteX44365" fmla="*/ 1562618 w 2119654"/>
              <a:gd name="connsiteY44365" fmla="*/ 739719 h 2398711"/>
              <a:gd name="connsiteX44366" fmla="*/ 1542253 w 2119654"/>
              <a:gd name="connsiteY44366" fmla="*/ 784654 h 2398711"/>
              <a:gd name="connsiteX44367" fmla="*/ 1542427 w 2119654"/>
              <a:gd name="connsiteY44367" fmla="*/ 785375 h 2398711"/>
              <a:gd name="connsiteX44368" fmla="*/ 1543166 w 2119654"/>
              <a:gd name="connsiteY44368" fmla="*/ 783411 h 2398711"/>
              <a:gd name="connsiteX44369" fmla="*/ 1543098 w 2119654"/>
              <a:gd name="connsiteY44369" fmla="*/ 783146 h 2398711"/>
              <a:gd name="connsiteX44370" fmla="*/ 914032 w 2119654"/>
              <a:gd name="connsiteY44370" fmla="*/ 2191275 h 2398711"/>
              <a:gd name="connsiteX44371" fmla="*/ 918068 w 2119654"/>
              <a:gd name="connsiteY44371" fmla="*/ 2190196 h 2398711"/>
              <a:gd name="connsiteX44372" fmla="*/ 917415 w 2119654"/>
              <a:gd name="connsiteY44372" fmla="*/ 2188900 h 2398711"/>
              <a:gd name="connsiteX44373" fmla="*/ 915563 w 2119654"/>
              <a:gd name="connsiteY44373" fmla="*/ 2189235 h 2398711"/>
              <a:gd name="connsiteX44374" fmla="*/ 1561469 w 2119654"/>
              <a:gd name="connsiteY44374" fmla="*/ 741143 h 2398711"/>
              <a:gd name="connsiteX44375" fmla="*/ 1561419 w 2119654"/>
              <a:gd name="connsiteY44375" fmla="*/ 741803 h 2398711"/>
              <a:gd name="connsiteX44376" fmla="*/ 1561466 w 2119654"/>
              <a:gd name="connsiteY44376" fmla="*/ 741886 h 2398711"/>
              <a:gd name="connsiteX44377" fmla="*/ 921501 w 2119654"/>
              <a:gd name="connsiteY44377" fmla="*/ 2173710 h 2398711"/>
              <a:gd name="connsiteX44378" fmla="*/ 921685 w 2119654"/>
              <a:gd name="connsiteY44378" fmla="*/ 2173947 h 2398711"/>
              <a:gd name="connsiteX44379" fmla="*/ 922281 w 2119654"/>
              <a:gd name="connsiteY44379" fmla="*/ 2173592 h 2398711"/>
              <a:gd name="connsiteX44380" fmla="*/ 920775 w 2119654"/>
              <a:gd name="connsiteY44380" fmla="*/ 2175217 h 2398711"/>
              <a:gd name="connsiteX44381" fmla="*/ 921072 w 2119654"/>
              <a:gd name="connsiteY44381" fmla="*/ 2175868 h 2398711"/>
              <a:gd name="connsiteX44382" fmla="*/ 922456 w 2119654"/>
              <a:gd name="connsiteY44382" fmla="*/ 2175580 h 2398711"/>
              <a:gd name="connsiteX44383" fmla="*/ 921731 w 2119654"/>
              <a:gd name="connsiteY44383" fmla="*/ 2174646 h 2398711"/>
              <a:gd name="connsiteX44384" fmla="*/ 903685 w 2119654"/>
              <a:gd name="connsiteY44384" fmla="*/ 2213485 h 2398711"/>
              <a:gd name="connsiteX44385" fmla="*/ 904313 w 2119654"/>
              <a:gd name="connsiteY44385" fmla="*/ 2213570 h 2398711"/>
              <a:gd name="connsiteX44386" fmla="*/ 905865 w 2119654"/>
              <a:gd name="connsiteY44386" fmla="*/ 2212487 h 2398711"/>
              <a:gd name="connsiteX44387" fmla="*/ 1593835 w 2119654"/>
              <a:gd name="connsiteY44387" fmla="*/ 667631 h 2398711"/>
              <a:gd name="connsiteX44388" fmla="*/ 1593649 w 2119654"/>
              <a:gd name="connsiteY44388" fmla="*/ 669996 h 2398711"/>
              <a:gd name="connsiteX44389" fmla="*/ 1594031 w 2119654"/>
              <a:gd name="connsiteY44389" fmla="*/ 668483 h 2398711"/>
              <a:gd name="connsiteX44390" fmla="*/ 1593974 w 2119654"/>
              <a:gd name="connsiteY44390" fmla="*/ 668223 h 2398711"/>
              <a:gd name="connsiteX44391" fmla="*/ 1574647 w 2119654"/>
              <a:gd name="connsiteY44391" fmla="*/ 710427 h 2398711"/>
              <a:gd name="connsiteX44392" fmla="*/ 1574748 w 2119654"/>
              <a:gd name="connsiteY44392" fmla="*/ 713666 h 2398711"/>
              <a:gd name="connsiteX44393" fmla="*/ 1575541 w 2119654"/>
              <a:gd name="connsiteY44393" fmla="*/ 719622 h 2398711"/>
              <a:gd name="connsiteX44394" fmla="*/ 1575534 w 2119654"/>
              <a:gd name="connsiteY44394" fmla="*/ 712646 h 2398711"/>
              <a:gd name="connsiteX44395" fmla="*/ 908946 w 2119654"/>
              <a:gd name="connsiteY44395" fmla="*/ 2200808 h 2398711"/>
              <a:gd name="connsiteX44396" fmla="*/ 913682 w 2119654"/>
              <a:gd name="connsiteY44396" fmla="*/ 2198925 h 2398711"/>
              <a:gd name="connsiteX44397" fmla="*/ 913094 w 2119654"/>
              <a:gd name="connsiteY44397" fmla="*/ 2197931 h 2398711"/>
              <a:gd name="connsiteX44398" fmla="*/ 912121 w 2119654"/>
              <a:gd name="connsiteY44398" fmla="*/ 2198606 h 2398711"/>
              <a:gd name="connsiteX44399" fmla="*/ 910998 w 2119654"/>
              <a:gd name="connsiteY44399" fmla="*/ 2199496 h 2398711"/>
              <a:gd name="connsiteX44400" fmla="*/ 910857 w 2119654"/>
              <a:gd name="connsiteY44400" fmla="*/ 2199482 h 2398711"/>
              <a:gd name="connsiteX44401" fmla="*/ 897254 w 2119654"/>
              <a:gd name="connsiteY44401" fmla="*/ 2226898 h 2398711"/>
              <a:gd name="connsiteX44402" fmla="*/ 897908 w 2119654"/>
              <a:gd name="connsiteY44402" fmla="*/ 2227703 h 2398711"/>
              <a:gd name="connsiteX44403" fmla="*/ 903020 w 2119654"/>
              <a:gd name="connsiteY44403" fmla="*/ 2233726 h 2398711"/>
              <a:gd name="connsiteX44404" fmla="*/ 905768 w 2119654"/>
              <a:gd name="connsiteY44404" fmla="*/ 2232375 h 2398711"/>
              <a:gd name="connsiteX44405" fmla="*/ 901320 w 2119654"/>
              <a:gd name="connsiteY44405" fmla="*/ 2225543 h 2398711"/>
              <a:gd name="connsiteX44406" fmla="*/ 880280 w 2119654"/>
              <a:gd name="connsiteY44406" fmla="*/ 2264775 h 2398711"/>
              <a:gd name="connsiteX44407" fmla="*/ 885402 w 2119654"/>
              <a:gd name="connsiteY44407" fmla="*/ 2271858 h 2398711"/>
              <a:gd name="connsiteX44408" fmla="*/ 899667 w 2119654"/>
              <a:gd name="connsiteY44408" fmla="*/ 2258140 h 2398711"/>
              <a:gd name="connsiteX44409" fmla="*/ 899582 w 2119654"/>
              <a:gd name="connsiteY44409" fmla="*/ 2258138 h 2398711"/>
              <a:gd name="connsiteX44410" fmla="*/ 1595971 w 2119654"/>
              <a:gd name="connsiteY44410" fmla="*/ 662041 h 2398711"/>
              <a:gd name="connsiteX44411" fmla="*/ 1594330 w 2119654"/>
              <a:gd name="connsiteY44411" fmla="*/ 668538 h 2398711"/>
              <a:gd name="connsiteX44412" fmla="*/ 1596122 w 2119654"/>
              <a:gd name="connsiteY44412" fmla="*/ 676154 h 2398711"/>
              <a:gd name="connsiteX44413" fmla="*/ 911452 w 2119654"/>
              <a:gd name="connsiteY44413" fmla="*/ 2194717 h 2398711"/>
              <a:gd name="connsiteX44414" fmla="*/ 911773 w 2119654"/>
              <a:gd name="connsiteY44414" fmla="*/ 2195262 h 2398711"/>
              <a:gd name="connsiteX44415" fmla="*/ 913698 w 2119654"/>
              <a:gd name="connsiteY44415" fmla="*/ 2194179 h 2398711"/>
              <a:gd name="connsiteX44416" fmla="*/ 913419 w 2119654"/>
              <a:gd name="connsiteY44416" fmla="*/ 2194028 h 2398711"/>
              <a:gd name="connsiteX44417" fmla="*/ 912708 w 2119654"/>
              <a:gd name="connsiteY44417" fmla="*/ 2194145 h 2398711"/>
              <a:gd name="connsiteX44418" fmla="*/ 911821 w 2119654"/>
              <a:gd name="connsiteY44418" fmla="*/ 2194225 h 2398711"/>
              <a:gd name="connsiteX44419" fmla="*/ 1616990 w 2119654"/>
              <a:gd name="connsiteY44419" fmla="*/ 614702 h 2398711"/>
              <a:gd name="connsiteX44420" fmla="*/ 1616649 w 2119654"/>
              <a:gd name="connsiteY44420" fmla="*/ 618714 h 2398711"/>
              <a:gd name="connsiteX44421" fmla="*/ 1616510 w 2119654"/>
              <a:gd name="connsiteY44421" fmla="*/ 619817 h 2398711"/>
              <a:gd name="connsiteX44422" fmla="*/ 1593621 w 2119654"/>
              <a:gd name="connsiteY44422" fmla="*/ 666721 h 2398711"/>
              <a:gd name="connsiteX44423" fmla="*/ 1592557 w 2119654"/>
              <a:gd name="connsiteY44423" fmla="*/ 673354 h 2398711"/>
              <a:gd name="connsiteX44424" fmla="*/ 1592716 w 2119654"/>
              <a:gd name="connsiteY44424" fmla="*/ 673696 h 2398711"/>
              <a:gd name="connsiteX44425" fmla="*/ 1593500 w 2119654"/>
              <a:gd name="connsiteY44425" fmla="*/ 670588 h 2398711"/>
              <a:gd name="connsiteX44426" fmla="*/ 1593757 w 2119654"/>
              <a:gd name="connsiteY44426" fmla="*/ 667301 h 2398711"/>
              <a:gd name="connsiteX44427" fmla="*/ 904993 w 2119654"/>
              <a:gd name="connsiteY44427" fmla="*/ 2208581 h 2398711"/>
              <a:gd name="connsiteX44428" fmla="*/ 905424 w 2119654"/>
              <a:gd name="connsiteY44428" fmla="*/ 2209637 h 2398711"/>
              <a:gd name="connsiteX44429" fmla="*/ 908403 w 2119654"/>
              <a:gd name="connsiteY44429" fmla="*/ 2207219 h 2398711"/>
              <a:gd name="connsiteX44430" fmla="*/ 908041 w 2119654"/>
              <a:gd name="connsiteY44430" fmla="*/ 2206971 h 2398711"/>
              <a:gd name="connsiteX44431" fmla="*/ 905590 w 2119654"/>
              <a:gd name="connsiteY44431" fmla="*/ 2207990 h 2398711"/>
              <a:gd name="connsiteX44432" fmla="*/ 902514 w 2119654"/>
              <a:gd name="connsiteY44432" fmla="*/ 2214021 h 2398711"/>
              <a:gd name="connsiteX44433" fmla="*/ 903347 w 2119654"/>
              <a:gd name="connsiteY44433" fmla="*/ 2214032 h 2398711"/>
              <a:gd name="connsiteX44434" fmla="*/ 903413 w 2119654"/>
              <a:gd name="connsiteY44434" fmla="*/ 2214016 h 2398711"/>
              <a:gd name="connsiteX44435" fmla="*/ 902772 w 2119654"/>
              <a:gd name="connsiteY44435" fmla="*/ 2213903 h 2398711"/>
              <a:gd name="connsiteX44436" fmla="*/ 910511 w 2119654"/>
              <a:gd name="connsiteY44436" fmla="*/ 2195971 h 2398711"/>
              <a:gd name="connsiteX44437" fmla="*/ 911580 w 2119654"/>
              <a:gd name="connsiteY44437" fmla="*/ 2195370 h 2398711"/>
              <a:gd name="connsiteX44438" fmla="*/ 911307 w 2119654"/>
              <a:gd name="connsiteY44438" fmla="*/ 2194909 h 2398711"/>
              <a:gd name="connsiteX44439" fmla="*/ 911193 w 2119654"/>
              <a:gd name="connsiteY44439" fmla="*/ 2194281 h 2398711"/>
              <a:gd name="connsiteX44440" fmla="*/ 911196 w 2119654"/>
              <a:gd name="connsiteY44440" fmla="*/ 2194285 h 2398711"/>
              <a:gd name="connsiteX44441" fmla="*/ 911200 w 2119654"/>
              <a:gd name="connsiteY44441" fmla="*/ 2194280 h 2398711"/>
              <a:gd name="connsiteX44442" fmla="*/ 920181 w 2119654"/>
              <a:gd name="connsiteY44442" fmla="*/ 2173911 h 2398711"/>
              <a:gd name="connsiteX44443" fmla="*/ 920515 w 2119654"/>
              <a:gd name="connsiteY44443" fmla="*/ 2174646 h 2398711"/>
              <a:gd name="connsiteX44444" fmla="*/ 921346 w 2119654"/>
              <a:gd name="connsiteY44444" fmla="*/ 2174150 h 2398711"/>
              <a:gd name="connsiteX44445" fmla="*/ 921057 w 2119654"/>
              <a:gd name="connsiteY44445" fmla="*/ 2173778 h 2398711"/>
              <a:gd name="connsiteX44446" fmla="*/ 915491 w 2119654"/>
              <a:gd name="connsiteY44446" fmla="*/ 2184190 h 2398711"/>
              <a:gd name="connsiteX44447" fmla="*/ 916755 w 2119654"/>
              <a:gd name="connsiteY44447" fmla="*/ 2186701 h 2398711"/>
              <a:gd name="connsiteX44448" fmla="*/ 916905 w 2119654"/>
              <a:gd name="connsiteY44448" fmla="*/ 2186672 h 2398711"/>
              <a:gd name="connsiteX44449" fmla="*/ 917490 w 2119654"/>
              <a:gd name="connsiteY44449" fmla="*/ 2185892 h 2398711"/>
              <a:gd name="connsiteX44450" fmla="*/ 916626 w 2119654"/>
              <a:gd name="connsiteY44450" fmla="*/ 2184640 h 2398711"/>
              <a:gd name="connsiteX44451" fmla="*/ 915559 w 2119654"/>
              <a:gd name="connsiteY44451" fmla="*/ 2184176 h 2398711"/>
              <a:gd name="connsiteX44452" fmla="*/ 1593976 w 2119654"/>
              <a:gd name="connsiteY44452" fmla="*/ 664505 h 2398711"/>
              <a:gd name="connsiteX44453" fmla="*/ 1593735 w 2119654"/>
              <a:gd name="connsiteY44453" fmla="*/ 666007 h 2398711"/>
              <a:gd name="connsiteX44454" fmla="*/ 1593827 w 2119654"/>
              <a:gd name="connsiteY44454" fmla="*/ 666401 h 2398711"/>
              <a:gd name="connsiteX44455" fmla="*/ 884711 w 2119654"/>
              <a:gd name="connsiteY44455" fmla="*/ 2252267 h 2398711"/>
              <a:gd name="connsiteX44456" fmla="*/ 886425 w 2119654"/>
              <a:gd name="connsiteY44456" fmla="*/ 2253770 h 2398711"/>
              <a:gd name="connsiteX44457" fmla="*/ 892714 w 2119654"/>
              <a:gd name="connsiteY44457" fmla="*/ 2251206 h 2398711"/>
              <a:gd name="connsiteX44458" fmla="*/ 893088 w 2119654"/>
              <a:gd name="connsiteY44458" fmla="*/ 2250882 h 2398711"/>
              <a:gd name="connsiteX44459" fmla="*/ 920385 w 2119654"/>
              <a:gd name="connsiteY44459" fmla="*/ 2172273 h 2398711"/>
              <a:gd name="connsiteX44460" fmla="*/ 920680 w 2119654"/>
              <a:gd name="connsiteY44460" fmla="*/ 2172654 h 2398711"/>
              <a:gd name="connsiteX44461" fmla="*/ 921382 w 2119654"/>
              <a:gd name="connsiteY44461" fmla="*/ 2172548 h 2398711"/>
              <a:gd name="connsiteX44462" fmla="*/ 920734 w 2119654"/>
              <a:gd name="connsiteY44462" fmla="*/ 2172231 h 2398711"/>
              <a:gd name="connsiteX44463" fmla="*/ 901533 w 2119654"/>
              <a:gd name="connsiteY44463" fmla="*/ 2214470 h 2398711"/>
              <a:gd name="connsiteX44464" fmla="*/ 901797 w 2119654"/>
              <a:gd name="connsiteY44464" fmla="*/ 2214406 h 2398711"/>
              <a:gd name="connsiteX44465" fmla="*/ 901676 w 2119654"/>
              <a:gd name="connsiteY44465" fmla="*/ 2214405 h 2398711"/>
              <a:gd name="connsiteX44466" fmla="*/ 924217 w 2119654"/>
              <a:gd name="connsiteY44466" fmla="*/ 2163627 h 2398711"/>
              <a:gd name="connsiteX44467" fmla="*/ 927308 w 2119654"/>
              <a:gd name="connsiteY44467" fmla="*/ 2165815 h 2398711"/>
              <a:gd name="connsiteX44468" fmla="*/ 931027 w 2119654"/>
              <a:gd name="connsiteY44468" fmla="*/ 2163565 h 2398711"/>
              <a:gd name="connsiteX44469" fmla="*/ 930494 w 2119654"/>
              <a:gd name="connsiteY44469" fmla="*/ 2162644 h 2398711"/>
              <a:gd name="connsiteX44470" fmla="*/ 929968 w 2119654"/>
              <a:gd name="connsiteY44470" fmla="*/ 2162520 h 2398711"/>
              <a:gd name="connsiteX44471" fmla="*/ 928080 w 2119654"/>
              <a:gd name="connsiteY44471" fmla="*/ 2162274 h 2398711"/>
              <a:gd name="connsiteX44472" fmla="*/ 879534 w 2119654"/>
              <a:gd name="connsiteY44472" fmla="*/ 2263644 h 2398711"/>
              <a:gd name="connsiteX44473" fmla="*/ 895846 w 2119654"/>
              <a:gd name="connsiteY44473" fmla="*/ 2258035 h 2398711"/>
              <a:gd name="connsiteX44474" fmla="*/ 887885 w 2119654"/>
              <a:gd name="connsiteY44474" fmla="*/ 2257814 h 2398711"/>
              <a:gd name="connsiteX44475" fmla="*/ 885924 w 2119654"/>
              <a:gd name="connsiteY44475" fmla="*/ 2258555 h 2398711"/>
              <a:gd name="connsiteX44476" fmla="*/ 1562883 w 2119654"/>
              <a:gd name="connsiteY44476" fmla="*/ 731953 h 2398711"/>
              <a:gd name="connsiteX44477" fmla="*/ 1562601 w 2119654"/>
              <a:gd name="connsiteY44477" fmla="*/ 732905 h 2398711"/>
              <a:gd name="connsiteX44478" fmla="*/ 1562574 w 2119654"/>
              <a:gd name="connsiteY44478" fmla="*/ 739125 h 2398711"/>
              <a:gd name="connsiteX44479" fmla="*/ 1562632 w 2119654"/>
              <a:gd name="connsiteY44479" fmla="*/ 739300 h 2398711"/>
              <a:gd name="connsiteX44480" fmla="*/ 919485 w 2119654"/>
              <a:gd name="connsiteY44480" fmla="*/ 2172381 h 2398711"/>
              <a:gd name="connsiteX44481" fmla="*/ 919678 w 2119654"/>
              <a:gd name="connsiteY44481" fmla="*/ 2172806 h 2398711"/>
              <a:gd name="connsiteX44482" fmla="*/ 920237 w 2119654"/>
              <a:gd name="connsiteY44482" fmla="*/ 2172721 h 2398711"/>
              <a:gd name="connsiteX44483" fmla="*/ 919932 w 2119654"/>
              <a:gd name="connsiteY44483" fmla="*/ 2172328 h 2398711"/>
              <a:gd name="connsiteX44484" fmla="*/ 905935 w 2119654"/>
              <a:gd name="connsiteY44484" fmla="*/ 2202006 h 2398711"/>
              <a:gd name="connsiteX44485" fmla="*/ 906629 w 2119654"/>
              <a:gd name="connsiteY44485" fmla="*/ 2201730 h 2398711"/>
              <a:gd name="connsiteX44486" fmla="*/ 912806 w 2119654"/>
              <a:gd name="connsiteY44486" fmla="*/ 2197445 h 2398711"/>
              <a:gd name="connsiteX44487" fmla="*/ 912149 w 2119654"/>
              <a:gd name="connsiteY44487" fmla="*/ 2196334 h 2398711"/>
              <a:gd name="connsiteX44488" fmla="*/ 908847 w 2119654"/>
              <a:gd name="connsiteY44488" fmla="*/ 2198190 h 2398711"/>
              <a:gd name="connsiteX44489" fmla="*/ 907717 w 2119654"/>
              <a:gd name="connsiteY44489" fmla="*/ 2199697 h 2398711"/>
              <a:gd name="connsiteX44490" fmla="*/ 905190 w 2119654"/>
              <a:gd name="connsiteY44490" fmla="*/ 2203413 h 2398711"/>
              <a:gd name="connsiteX44491" fmla="*/ 906693 w 2119654"/>
              <a:gd name="connsiteY44491" fmla="*/ 2204445 h 2398711"/>
              <a:gd name="connsiteX44492" fmla="*/ 911288 w 2119654"/>
              <a:gd name="connsiteY44492" fmla="*/ 2201656 h 2398711"/>
              <a:gd name="connsiteX44493" fmla="*/ 913083 w 2119654"/>
              <a:gd name="connsiteY44493" fmla="*/ 2199880 h 2398711"/>
              <a:gd name="connsiteX44494" fmla="*/ 906528 w 2119654"/>
              <a:gd name="connsiteY44494" fmla="*/ 2202486 h 2398711"/>
              <a:gd name="connsiteX44495" fmla="*/ 1541744 w 2119654"/>
              <a:gd name="connsiteY44495" fmla="*/ 777933 h 2398711"/>
              <a:gd name="connsiteX44496" fmla="*/ 1541077 w 2119654"/>
              <a:gd name="connsiteY44496" fmla="*/ 779758 h 2398711"/>
              <a:gd name="connsiteX44497" fmla="*/ 1542110 w 2119654"/>
              <a:gd name="connsiteY44497" fmla="*/ 784056 h 2398711"/>
              <a:gd name="connsiteX44498" fmla="*/ 1542946 w 2119654"/>
              <a:gd name="connsiteY44498" fmla="*/ 782562 h 2398711"/>
              <a:gd name="connsiteX44499" fmla="*/ 910870 w 2119654"/>
              <a:gd name="connsiteY44499" fmla="*/ 2190125 h 2398711"/>
              <a:gd name="connsiteX44500" fmla="*/ 913320 w 2119654"/>
              <a:gd name="connsiteY44500" fmla="*/ 2191454 h 2398711"/>
              <a:gd name="connsiteX44501" fmla="*/ 914893 w 2119654"/>
              <a:gd name="connsiteY44501" fmla="*/ 2189356 h 2398711"/>
              <a:gd name="connsiteX44502" fmla="*/ 911559 w 2119654"/>
              <a:gd name="connsiteY44502" fmla="*/ 2189958 h 2398711"/>
              <a:gd name="connsiteX44503" fmla="*/ 909921 w 2119654"/>
              <a:gd name="connsiteY44503" fmla="*/ 2192130 h 2398711"/>
              <a:gd name="connsiteX44504" fmla="*/ 910046 w 2119654"/>
              <a:gd name="connsiteY44504" fmla="*/ 2192342 h 2398711"/>
              <a:gd name="connsiteX44505" fmla="*/ 910224 w 2119654"/>
              <a:gd name="connsiteY44505" fmla="*/ 2192294 h 2398711"/>
              <a:gd name="connsiteX44506" fmla="*/ 1543224 w 2119654"/>
              <a:gd name="connsiteY44506" fmla="*/ 773880 h 2398711"/>
              <a:gd name="connsiteX44507" fmla="*/ 1543173 w 2119654"/>
              <a:gd name="connsiteY44507" fmla="*/ 774023 h 2398711"/>
              <a:gd name="connsiteX44508" fmla="*/ 1543673 w 2119654"/>
              <a:gd name="connsiteY44508" fmla="*/ 775496 h 2398711"/>
              <a:gd name="connsiteX44509" fmla="*/ 1543647 w 2119654"/>
              <a:gd name="connsiteY44509" fmla="*/ 774787 h 2398711"/>
              <a:gd name="connsiteX44510" fmla="*/ 1592739 w 2119654"/>
              <a:gd name="connsiteY44510" fmla="*/ 662973 h 2398711"/>
              <a:gd name="connsiteX44511" fmla="*/ 1592647 w 2119654"/>
              <a:gd name="connsiteY44511" fmla="*/ 669540 h 2398711"/>
              <a:gd name="connsiteX44512" fmla="*/ 1593335 w 2119654"/>
              <a:gd name="connsiteY44512" fmla="*/ 665505 h 2398711"/>
              <a:gd name="connsiteX44513" fmla="*/ 900503 w 2119654"/>
              <a:gd name="connsiteY44513" fmla="*/ 2212961 h 2398711"/>
              <a:gd name="connsiteX44514" fmla="*/ 902756 w 2119654"/>
              <a:gd name="connsiteY44514" fmla="*/ 2213359 h 2398711"/>
              <a:gd name="connsiteX44515" fmla="*/ 903071 w 2119654"/>
              <a:gd name="connsiteY44515" fmla="*/ 2213402 h 2398711"/>
              <a:gd name="connsiteX44516" fmla="*/ 907381 w 2119654"/>
              <a:gd name="connsiteY44516" fmla="*/ 2211430 h 2398711"/>
              <a:gd name="connsiteX44517" fmla="*/ 910930 w 2119654"/>
              <a:gd name="connsiteY44517" fmla="*/ 2208954 h 2398711"/>
              <a:gd name="connsiteX44518" fmla="*/ 908728 w 2119654"/>
              <a:gd name="connsiteY44518" fmla="*/ 2207442 h 2398711"/>
              <a:gd name="connsiteX44519" fmla="*/ 905573 w 2119654"/>
              <a:gd name="connsiteY44519" fmla="*/ 2210002 h 2398711"/>
              <a:gd name="connsiteX44520" fmla="*/ 906217 w 2119654"/>
              <a:gd name="connsiteY44520" fmla="*/ 2211583 h 2398711"/>
              <a:gd name="connsiteX44521" fmla="*/ 905938 w 2119654"/>
              <a:gd name="connsiteY44521" fmla="*/ 2211458 h 2398711"/>
              <a:gd name="connsiteX44522" fmla="*/ 905402 w 2119654"/>
              <a:gd name="connsiteY44522" fmla="*/ 2210141 h 2398711"/>
              <a:gd name="connsiteX44523" fmla="*/ 904136 w 2119654"/>
              <a:gd name="connsiteY44523" fmla="*/ 2211168 h 2398711"/>
              <a:gd name="connsiteX44524" fmla="*/ 903590 w 2119654"/>
              <a:gd name="connsiteY44524" fmla="*/ 2211126 h 2398711"/>
              <a:gd name="connsiteX44525" fmla="*/ 905253 w 2119654"/>
              <a:gd name="connsiteY44525" fmla="*/ 2209776 h 2398711"/>
              <a:gd name="connsiteX44526" fmla="*/ 904831 w 2119654"/>
              <a:gd name="connsiteY44526" fmla="*/ 2208741 h 2398711"/>
              <a:gd name="connsiteX44527" fmla="*/ 902861 w 2119654"/>
              <a:gd name="connsiteY44527" fmla="*/ 2210692 h 2398711"/>
              <a:gd name="connsiteX44528" fmla="*/ 1545097 w 2119654"/>
              <a:gd name="connsiteY44528" fmla="*/ 768753 h 2398711"/>
              <a:gd name="connsiteX44529" fmla="*/ 1544354 w 2119654"/>
              <a:gd name="connsiteY44529" fmla="*/ 770788 h 2398711"/>
              <a:gd name="connsiteX44530" fmla="*/ 1544393 w 2119654"/>
              <a:gd name="connsiteY44530" fmla="*/ 771038 h 2398711"/>
              <a:gd name="connsiteX44531" fmla="*/ 1544634 w 2119654"/>
              <a:gd name="connsiteY44531" fmla="*/ 773062 h 2398711"/>
              <a:gd name="connsiteX44532" fmla="*/ 1545619 w 2119654"/>
              <a:gd name="connsiteY44532" fmla="*/ 775179 h 2398711"/>
              <a:gd name="connsiteX44533" fmla="*/ 1545335 w 2119654"/>
              <a:gd name="connsiteY44533" fmla="*/ 769261 h 2398711"/>
              <a:gd name="connsiteX44534" fmla="*/ 903566 w 2119654"/>
              <a:gd name="connsiteY44534" fmla="*/ 2205075 h 2398711"/>
              <a:gd name="connsiteX44535" fmla="*/ 903815 w 2119654"/>
              <a:gd name="connsiteY44535" fmla="*/ 2205687 h 2398711"/>
              <a:gd name="connsiteX44536" fmla="*/ 905265 w 2119654"/>
              <a:gd name="connsiteY44536" fmla="*/ 2205066 h 2398711"/>
              <a:gd name="connsiteX44537" fmla="*/ 904159 w 2119654"/>
              <a:gd name="connsiteY44537" fmla="*/ 2204306 h 2398711"/>
              <a:gd name="connsiteX44538" fmla="*/ 899444 w 2119654"/>
              <a:gd name="connsiteY44538" fmla="*/ 2213980 h 2398711"/>
              <a:gd name="connsiteX44539" fmla="*/ 901739 w 2119654"/>
              <a:gd name="connsiteY44539" fmla="*/ 2214010 h 2398711"/>
              <a:gd name="connsiteX44540" fmla="*/ 902197 w 2119654"/>
              <a:gd name="connsiteY44540" fmla="*/ 2213801 h 2398711"/>
              <a:gd name="connsiteX44541" fmla="*/ 900028 w 2119654"/>
              <a:gd name="connsiteY44541" fmla="*/ 2213418 h 2398711"/>
              <a:gd name="connsiteX44542" fmla="*/ 1553660 w 2119654"/>
              <a:gd name="connsiteY44542" fmla="*/ 748694 h 2398711"/>
              <a:gd name="connsiteX44543" fmla="*/ 1553628 w 2119654"/>
              <a:gd name="connsiteY44543" fmla="*/ 748870 h 2398711"/>
              <a:gd name="connsiteX44544" fmla="*/ 1554090 w 2119654"/>
              <a:gd name="connsiteY44544" fmla="*/ 752898 h 2398711"/>
              <a:gd name="connsiteX44545" fmla="*/ 1554393 w 2119654"/>
              <a:gd name="connsiteY44545" fmla="*/ 753613 h 2398711"/>
              <a:gd name="connsiteX44546" fmla="*/ 1555156 w 2119654"/>
              <a:gd name="connsiteY44546" fmla="*/ 751585 h 2398711"/>
              <a:gd name="connsiteX44547" fmla="*/ 1566318 w 2119654"/>
              <a:gd name="connsiteY44547" fmla="*/ 720343 h 2398711"/>
              <a:gd name="connsiteX44548" fmla="*/ 1563520 w 2119654"/>
              <a:gd name="connsiteY44548" fmla="*/ 729801 h 2398711"/>
              <a:gd name="connsiteX44549" fmla="*/ 1563143 w 2119654"/>
              <a:gd name="connsiteY44549" fmla="*/ 740827 h 2398711"/>
              <a:gd name="connsiteX44550" fmla="*/ 1564265 w 2119654"/>
              <a:gd name="connsiteY44550" fmla="*/ 744183 h 2398711"/>
              <a:gd name="connsiteX44551" fmla="*/ 1566571 w 2119654"/>
              <a:gd name="connsiteY44551" fmla="*/ 739926 h 2398711"/>
              <a:gd name="connsiteX44552" fmla="*/ 1566557 w 2119654"/>
              <a:gd name="connsiteY44552" fmla="*/ 738838 h 2398711"/>
              <a:gd name="connsiteX44553" fmla="*/ 1566766 w 2119654"/>
              <a:gd name="connsiteY44553" fmla="*/ 739096 h 2398711"/>
              <a:gd name="connsiteX44554" fmla="*/ 1566771 w 2119654"/>
              <a:gd name="connsiteY44554" fmla="*/ 739557 h 2398711"/>
              <a:gd name="connsiteX44555" fmla="*/ 1567626 w 2119654"/>
              <a:gd name="connsiteY44555" fmla="*/ 737978 h 2398711"/>
              <a:gd name="connsiteX44556" fmla="*/ 1566003 w 2119654"/>
              <a:gd name="connsiteY44556" fmla="*/ 726006 h 2398711"/>
              <a:gd name="connsiteX44557" fmla="*/ 1566136 w 2119654"/>
              <a:gd name="connsiteY44557" fmla="*/ 726138 h 2398711"/>
              <a:gd name="connsiteX44558" fmla="*/ 1567720 w 2119654"/>
              <a:gd name="connsiteY44558" fmla="*/ 737806 h 2398711"/>
              <a:gd name="connsiteX44559" fmla="*/ 1568848 w 2119654"/>
              <a:gd name="connsiteY44559" fmla="*/ 735725 h 2398711"/>
              <a:gd name="connsiteX44560" fmla="*/ 1568918 w 2119654"/>
              <a:gd name="connsiteY44560" fmla="*/ 735987 h 2398711"/>
              <a:gd name="connsiteX44561" fmla="*/ 1567763 w 2119654"/>
              <a:gd name="connsiteY44561" fmla="*/ 738120 h 2398711"/>
              <a:gd name="connsiteX44562" fmla="*/ 1569269 w 2119654"/>
              <a:gd name="connsiteY44562" fmla="*/ 749219 h 2398711"/>
              <a:gd name="connsiteX44563" fmla="*/ 1569332 w 2119654"/>
              <a:gd name="connsiteY44563" fmla="*/ 749728 h 2398711"/>
              <a:gd name="connsiteX44564" fmla="*/ 1570223 w 2119654"/>
              <a:gd name="connsiteY44564" fmla="*/ 747323 h 2398711"/>
              <a:gd name="connsiteX44565" fmla="*/ 1572180 w 2119654"/>
              <a:gd name="connsiteY44565" fmla="*/ 741810 h 2398711"/>
              <a:gd name="connsiteX44566" fmla="*/ 1570174 w 2119654"/>
              <a:gd name="connsiteY44566" fmla="*/ 729989 h 2398711"/>
              <a:gd name="connsiteX44567" fmla="*/ 902736 w 2119654"/>
              <a:gd name="connsiteY44567" fmla="*/ 2206150 h 2398711"/>
              <a:gd name="connsiteX44568" fmla="*/ 903621 w 2119654"/>
              <a:gd name="connsiteY44568" fmla="*/ 2205771 h 2398711"/>
              <a:gd name="connsiteX44569" fmla="*/ 903416 w 2119654"/>
              <a:gd name="connsiteY44569" fmla="*/ 2205269 h 2398711"/>
              <a:gd name="connsiteX44570" fmla="*/ 903396 w 2119654"/>
              <a:gd name="connsiteY44570" fmla="*/ 2204658 h 2398711"/>
              <a:gd name="connsiteX44571" fmla="*/ 903403 w 2119654"/>
              <a:gd name="connsiteY44571" fmla="*/ 2204676 h 2398711"/>
              <a:gd name="connsiteX44572" fmla="*/ 903439 w 2119654"/>
              <a:gd name="connsiteY44572" fmla="*/ 2204629 h 2398711"/>
              <a:gd name="connsiteX44573" fmla="*/ 1553592 w 2119654"/>
              <a:gd name="connsiteY44573" fmla="*/ 748561 h 2398711"/>
              <a:gd name="connsiteX44574" fmla="*/ 1553595 w 2119654"/>
              <a:gd name="connsiteY44574" fmla="*/ 748579 h 2398711"/>
              <a:gd name="connsiteX44575" fmla="*/ 1553597 w 2119654"/>
              <a:gd name="connsiteY44575" fmla="*/ 748569 h 2398711"/>
              <a:gd name="connsiteX44576" fmla="*/ 877888 w 2119654"/>
              <a:gd name="connsiteY44576" fmla="*/ 2261465 h 2398711"/>
              <a:gd name="connsiteX44577" fmla="*/ 879026 w 2119654"/>
              <a:gd name="connsiteY44577" fmla="*/ 2263040 h 2398711"/>
              <a:gd name="connsiteX44578" fmla="*/ 882884 w 2119654"/>
              <a:gd name="connsiteY44578" fmla="*/ 2259705 h 2398711"/>
              <a:gd name="connsiteX44579" fmla="*/ 880773 w 2119654"/>
              <a:gd name="connsiteY44579" fmla="*/ 2260504 h 2398711"/>
              <a:gd name="connsiteX44580" fmla="*/ 1574374 w 2119654"/>
              <a:gd name="connsiteY44580" fmla="*/ 701716 h 2398711"/>
              <a:gd name="connsiteX44581" fmla="*/ 1574523 w 2119654"/>
              <a:gd name="connsiteY44581" fmla="*/ 706476 h 2398711"/>
              <a:gd name="connsiteX44582" fmla="*/ 1575530 w 2119654"/>
              <a:gd name="connsiteY44582" fmla="*/ 708624 h 2398711"/>
              <a:gd name="connsiteX44583" fmla="*/ 1575530 w 2119654"/>
              <a:gd name="connsiteY44583" fmla="*/ 707808 h 2398711"/>
              <a:gd name="connsiteX44584" fmla="*/ 897950 w 2119654"/>
              <a:gd name="connsiteY44584" fmla="*/ 2216103 h 2398711"/>
              <a:gd name="connsiteX44585" fmla="*/ 900676 w 2119654"/>
              <a:gd name="connsiteY44585" fmla="*/ 2221646 h 2398711"/>
              <a:gd name="connsiteX44586" fmla="*/ 920896 w 2119654"/>
              <a:gd name="connsiteY44586" fmla="*/ 2217102 h 2398711"/>
              <a:gd name="connsiteX44587" fmla="*/ 905931 w 2119654"/>
              <a:gd name="connsiteY44587" fmla="*/ 2214460 h 2398711"/>
              <a:gd name="connsiteX44588" fmla="*/ 904925 w 2119654"/>
              <a:gd name="connsiteY44588" fmla="*/ 2214447 h 2398711"/>
              <a:gd name="connsiteX44589" fmla="*/ 902713 w 2119654"/>
              <a:gd name="connsiteY44589" fmla="*/ 2214887 h 2398711"/>
              <a:gd name="connsiteX44590" fmla="*/ 899925 w 2119654"/>
              <a:gd name="connsiteY44590" fmla="*/ 2216832 h 2398711"/>
              <a:gd name="connsiteX44591" fmla="*/ 899688 w 2119654"/>
              <a:gd name="connsiteY44591" fmla="*/ 2216796 h 2398711"/>
              <a:gd name="connsiteX44592" fmla="*/ 902311 w 2119654"/>
              <a:gd name="connsiteY44592" fmla="*/ 2214967 h 2398711"/>
              <a:gd name="connsiteX44593" fmla="*/ 899016 w 2119654"/>
              <a:gd name="connsiteY44593" fmla="*/ 2215621 h 2398711"/>
              <a:gd name="connsiteX44594" fmla="*/ 898308 w 2119654"/>
              <a:gd name="connsiteY44594" fmla="*/ 2215945 h 2398711"/>
              <a:gd name="connsiteX44595" fmla="*/ 898201 w 2119654"/>
              <a:gd name="connsiteY44595" fmla="*/ 2215992 h 2398711"/>
              <a:gd name="connsiteX44596" fmla="*/ 898712 w 2119654"/>
              <a:gd name="connsiteY44596" fmla="*/ 2216852 h 2398711"/>
              <a:gd name="connsiteX44597" fmla="*/ 898431 w 2119654"/>
              <a:gd name="connsiteY44597" fmla="*/ 2216773 h 2398711"/>
              <a:gd name="connsiteX44598" fmla="*/ 898016 w 2119654"/>
              <a:gd name="connsiteY44598" fmla="*/ 2216073 h 2398711"/>
              <a:gd name="connsiteX44599" fmla="*/ 894518 w 2119654"/>
              <a:gd name="connsiteY44599" fmla="*/ 2223524 h 2398711"/>
              <a:gd name="connsiteX44600" fmla="*/ 896782 w 2119654"/>
              <a:gd name="connsiteY44600" fmla="*/ 2226316 h 2398711"/>
              <a:gd name="connsiteX44601" fmla="*/ 900827 w 2119654"/>
              <a:gd name="connsiteY44601" fmla="*/ 2224786 h 2398711"/>
              <a:gd name="connsiteX44602" fmla="*/ 899313 w 2119654"/>
              <a:gd name="connsiteY44602" fmla="*/ 2222462 h 2398711"/>
              <a:gd name="connsiteX44603" fmla="*/ 895568 w 2119654"/>
              <a:gd name="connsiteY44603" fmla="*/ 2223303 h 2398711"/>
              <a:gd name="connsiteX44604" fmla="*/ 1595807 w 2119654"/>
              <a:gd name="connsiteY44604" fmla="*/ 653081 h 2398711"/>
              <a:gd name="connsiteX44605" fmla="*/ 1594178 w 2119654"/>
              <a:gd name="connsiteY44605" fmla="*/ 663241 h 2398711"/>
              <a:gd name="connsiteX44606" fmla="*/ 1593905 w 2119654"/>
              <a:gd name="connsiteY44606" fmla="*/ 666730 h 2398711"/>
              <a:gd name="connsiteX44607" fmla="*/ 1594179 w 2119654"/>
              <a:gd name="connsiteY44607" fmla="*/ 667897 h 2398711"/>
              <a:gd name="connsiteX44608" fmla="*/ 1595958 w 2119654"/>
              <a:gd name="connsiteY44608" fmla="*/ 660854 h 2398711"/>
              <a:gd name="connsiteX44609" fmla="*/ 1595885 w 2119654"/>
              <a:gd name="connsiteY44609" fmla="*/ 654011 h 2398711"/>
              <a:gd name="connsiteX44610" fmla="*/ 898126 w 2119654"/>
              <a:gd name="connsiteY44610" fmla="*/ 2215249 h 2398711"/>
              <a:gd name="connsiteX44611" fmla="*/ 899107 w 2119654"/>
              <a:gd name="connsiteY44611" fmla="*/ 2215055 h 2398711"/>
              <a:gd name="connsiteX44612" fmla="*/ 899849 w 2119654"/>
              <a:gd name="connsiteY44612" fmla="*/ 2214876 h 2398711"/>
              <a:gd name="connsiteX44613" fmla="*/ 900901 w 2119654"/>
              <a:gd name="connsiteY44613" fmla="*/ 2214394 h 2398711"/>
              <a:gd name="connsiteX44614" fmla="*/ 899040 w 2119654"/>
              <a:gd name="connsiteY44614" fmla="*/ 2214370 h 2398711"/>
              <a:gd name="connsiteX44615" fmla="*/ 879350 w 2119654"/>
              <a:gd name="connsiteY44615" fmla="*/ 2257077 h 2398711"/>
              <a:gd name="connsiteX44616" fmla="*/ 885719 w 2119654"/>
              <a:gd name="connsiteY44616" fmla="*/ 2257253 h 2398711"/>
              <a:gd name="connsiteX44617" fmla="*/ 887939 w 2119654"/>
              <a:gd name="connsiteY44617" fmla="*/ 2255334 h 2398711"/>
              <a:gd name="connsiteX44618" fmla="*/ 886571 w 2119654"/>
              <a:gd name="connsiteY44618" fmla="*/ 2254133 h 2398711"/>
              <a:gd name="connsiteX44619" fmla="*/ 903071 w 2119654"/>
              <a:gd name="connsiteY44619" fmla="*/ 2203861 h 2398711"/>
              <a:gd name="connsiteX44620" fmla="*/ 903178 w 2119654"/>
              <a:gd name="connsiteY44620" fmla="*/ 2204124 h 2398711"/>
              <a:gd name="connsiteX44621" fmla="*/ 903534 w 2119654"/>
              <a:gd name="connsiteY44621" fmla="*/ 2203877 h 2398711"/>
              <a:gd name="connsiteX44622" fmla="*/ 903349 w 2119654"/>
              <a:gd name="connsiteY44622" fmla="*/ 2203751 h 2398711"/>
              <a:gd name="connsiteX44623" fmla="*/ 1541025 w 2119654"/>
              <a:gd name="connsiteY44623" fmla="*/ 775164 h 2398711"/>
              <a:gd name="connsiteX44624" fmla="*/ 1540978 w 2119654"/>
              <a:gd name="connsiteY44624" fmla="*/ 777810 h 2398711"/>
              <a:gd name="connsiteX44625" fmla="*/ 1541407 w 2119654"/>
              <a:gd name="connsiteY44625" fmla="*/ 776636 h 2398711"/>
              <a:gd name="connsiteX44626" fmla="*/ 916643 w 2119654"/>
              <a:gd name="connsiteY44626" fmla="*/ 2173267 h 2398711"/>
              <a:gd name="connsiteX44627" fmla="*/ 916808 w 2119654"/>
              <a:gd name="connsiteY44627" fmla="*/ 2173242 h 2398711"/>
              <a:gd name="connsiteX44628" fmla="*/ 916780 w 2119654"/>
              <a:gd name="connsiteY44628" fmla="*/ 2173197 h 2398711"/>
              <a:gd name="connsiteX44629" fmla="*/ 1554270 w 2119654"/>
              <a:gd name="connsiteY44629" fmla="*/ 745418 h 2398711"/>
              <a:gd name="connsiteX44630" fmla="*/ 1553827 w 2119654"/>
              <a:gd name="connsiteY44630" fmla="*/ 747803 h 2398711"/>
              <a:gd name="connsiteX44631" fmla="*/ 1555420 w 2119654"/>
              <a:gd name="connsiteY44631" fmla="*/ 750884 h 2398711"/>
              <a:gd name="connsiteX44632" fmla="*/ 1555549 w 2119654"/>
              <a:gd name="connsiteY44632" fmla="*/ 750541 h 2398711"/>
              <a:gd name="connsiteX44633" fmla="*/ 1556114 w 2119654"/>
              <a:gd name="connsiteY44633" fmla="*/ 748633 h 2398711"/>
              <a:gd name="connsiteX44634" fmla="*/ 918004 w 2119654"/>
              <a:gd name="connsiteY44634" fmla="*/ 2169126 h 2398711"/>
              <a:gd name="connsiteX44635" fmla="*/ 918091 w 2119654"/>
              <a:gd name="connsiteY44635" fmla="*/ 2169316 h 2398711"/>
              <a:gd name="connsiteX44636" fmla="*/ 918170 w 2119654"/>
              <a:gd name="connsiteY44636" fmla="*/ 2169418 h 2398711"/>
              <a:gd name="connsiteX44637" fmla="*/ 919596 w 2119654"/>
              <a:gd name="connsiteY44637" fmla="*/ 2170115 h 2398711"/>
              <a:gd name="connsiteX44638" fmla="*/ 920755 w 2119654"/>
              <a:gd name="connsiteY44638" fmla="*/ 2169780 h 2398711"/>
              <a:gd name="connsiteX44639" fmla="*/ 923167 w 2119654"/>
              <a:gd name="connsiteY44639" fmla="*/ 2168321 h 2398711"/>
              <a:gd name="connsiteX44640" fmla="*/ 1540223 w 2119654"/>
              <a:gd name="connsiteY44640" fmla="*/ 774764 h 2398711"/>
              <a:gd name="connsiteX44641" fmla="*/ 1540106 w 2119654"/>
              <a:gd name="connsiteY44641" fmla="*/ 775716 h 2398711"/>
              <a:gd name="connsiteX44642" fmla="*/ 1540316 w 2119654"/>
              <a:gd name="connsiteY44642" fmla="*/ 776591 h 2398711"/>
              <a:gd name="connsiteX44643" fmla="*/ 897224 w 2119654"/>
              <a:gd name="connsiteY44643" fmla="*/ 2214346 h 2398711"/>
              <a:gd name="connsiteX44644" fmla="*/ 897684 w 2119654"/>
              <a:gd name="connsiteY44644" fmla="*/ 2215121 h 2398711"/>
              <a:gd name="connsiteX44645" fmla="*/ 898451 w 2119654"/>
              <a:gd name="connsiteY44645" fmla="*/ 2214362 h 2398711"/>
              <a:gd name="connsiteX44646" fmla="*/ 1553610 w 2119654"/>
              <a:gd name="connsiteY44646" fmla="*/ 744265 h 2398711"/>
              <a:gd name="connsiteX44647" fmla="*/ 1553234 w 2119654"/>
              <a:gd name="connsiteY44647" fmla="*/ 745437 h 2398711"/>
              <a:gd name="connsiteX44648" fmla="*/ 1553414 w 2119654"/>
              <a:gd name="connsiteY44648" fmla="*/ 747007 h 2398711"/>
              <a:gd name="connsiteX44649" fmla="*/ 1553762 w 2119654"/>
              <a:gd name="connsiteY44649" fmla="*/ 747680 h 2398711"/>
              <a:gd name="connsiteX44650" fmla="*/ 1554204 w 2119654"/>
              <a:gd name="connsiteY44650" fmla="*/ 745302 h 2398711"/>
              <a:gd name="connsiteX44651" fmla="*/ 897842 w 2119654"/>
              <a:gd name="connsiteY44651" fmla="*/ 2212491 h 2398711"/>
              <a:gd name="connsiteX44652" fmla="*/ 899963 w 2119654"/>
              <a:gd name="connsiteY44652" fmla="*/ 2212866 h 2398711"/>
              <a:gd name="connsiteX44653" fmla="*/ 904383 w 2119654"/>
              <a:gd name="connsiteY44653" fmla="*/ 2208492 h 2398711"/>
              <a:gd name="connsiteX44654" fmla="*/ 899298 w 2119654"/>
              <a:gd name="connsiteY44654" fmla="*/ 2210605 h 2398711"/>
              <a:gd name="connsiteX44655" fmla="*/ 1540423 w 2119654"/>
              <a:gd name="connsiteY44655" fmla="*/ 772845 h 2398711"/>
              <a:gd name="connsiteX44656" fmla="*/ 1540691 w 2119654"/>
              <a:gd name="connsiteY44656" fmla="*/ 778153 h 2398711"/>
              <a:gd name="connsiteX44657" fmla="*/ 1540695 w 2119654"/>
              <a:gd name="connsiteY44657" fmla="*/ 778165 h 2398711"/>
              <a:gd name="connsiteX44658" fmla="*/ 1540765 w 2119654"/>
              <a:gd name="connsiteY44658" fmla="*/ 774165 h 2398711"/>
              <a:gd name="connsiteX44659" fmla="*/ 902384 w 2119654"/>
              <a:gd name="connsiteY44659" fmla="*/ 2201487 h 2398711"/>
              <a:gd name="connsiteX44660" fmla="*/ 904166 w 2119654"/>
              <a:gd name="connsiteY44660" fmla="*/ 2202709 h 2398711"/>
              <a:gd name="connsiteX44661" fmla="*/ 905181 w 2119654"/>
              <a:gd name="connsiteY44661" fmla="*/ 2202306 h 2398711"/>
              <a:gd name="connsiteX44662" fmla="*/ 907846 w 2119654"/>
              <a:gd name="connsiteY44662" fmla="*/ 2198752 h 2398711"/>
              <a:gd name="connsiteX44663" fmla="*/ 905243 w 2119654"/>
              <a:gd name="connsiteY44663" fmla="*/ 2200215 h 2398711"/>
              <a:gd name="connsiteX44664" fmla="*/ 904177 w 2119654"/>
              <a:gd name="connsiteY44664" fmla="*/ 2200690 h 2398711"/>
              <a:gd name="connsiteX44665" fmla="*/ 905034 w 2119654"/>
              <a:gd name="connsiteY44665" fmla="*/ 2201948 h 2398711"/>
              <a:gd name="connsiteX44666" fmla="*/ 904910 w 2119654"/>
              <a:gd name="connsiteY44666" fmla="*/ 2201909 h 2398711"/>
              <a:gd name="connsiteX44667" fmla="*/ 904102 w 2119654"/>
              <a:gd name="connsiteY44667" fmla="*/ 2200723 h 2398711"/>
              <a:gd name="connsiteX44668" fmla="*/ 896871 w 2119654"/>
              <a:gd name="connsiteY44668" fmla="*/ 2213751 h 2398711"/>
              <a:gd name="connsiteX44669" fmla="*/ 896987 w 2119654"/>
              <a:gd name="connsiteY44669" fmla="*/ 2213947 h 2398711"/>
              <a:gd name="connsiteX44670" fmla="*/ 898845 w 2119654"/>
              <a:gd name="connsiteY44670" fmla="*/ 2213972 h 2398711"/>
              <a:gd name="connsiteX44671" fmla="*/ 899499 w 2119654"/>
              <a:gd name="connsiteY44671" fmla="*/ 2213325 h 2398711"/>
              <a:gd name="connsiteX44672" fmla="*/ 897475 w 2119654"/>
              <a:gd name="connsiteY44672" fmla="*/ 2212967 h 2398711"/>
              <a:gd name="connsiteX44673" fmla="*/ 1571397 w 2119654"/>
              <a:gd name="connsiteY44673" fmla="*/ 703172 h 2398711"/>
              <a:gd name="connsiteX44674" fmla="*/ 1568741 w 2119654"/>
              <a:gd name="connsiteY44674" fmla="*/ 712152 h 2398711"/>
              <a:gd name="connsiteX44675" fmla="*/ 1571363 w 2119654"/>
              <a:gd name="connsiteY44675" fmla="*/ 722808 h 2398711"/>
              <a:gd name="connsiteX44676" fmla="*/ 1573061 w 2119654"/>
              <a:gd name="connsiteY44676" fmla="*/ 727354 h 2398711"/>
              <a:gd name="connsiteX44677" fmla="*/ 1573223 w 2119654"/>
              <a:gd name="connsiteY44677" fmla="*/ 721477 h 2398711"/>
              <a:gd name="connsiteX44678" fmla="*/ 1572743 w 2119654"/>
              <a:gd name="connsiteY44678" fmla="*/ 706173 h 2398711"/>
              <a:gd name="connsiteX44679" fmla="*/ 1543474 w 2119654"/>
              <a:gd name="connsiteY44679" fmla="*/ 765282 h 2398711"/>
              <a:gd name="connsiteX44680" fmla="*/ 1544107 w 2119654"/>
              <a:gd name="connsiteY44680" fmla="*/ 769243 h 2398711"/>
              <a:gd name="connsiteX44681" fmla="*/ 1544641 w 2119654"/>
              <a:gd name="connsiteY44681" fmla="*/ 767779 h 2398711"/>
              <a:gd name="connsiteX44682" fmla="*/ 913450 w 2119654"/>
              <a:gd name="connsiteY44682" fmla="*/ 2175818 h 2398711"/>
              <a:gd name="connsiteX44683" fmla="*/ 914438 w 2119654"/>
              <a:gd name="connsiteY44683" fmla="*/ 2177250 h 2398711"/>
              <a:gd name="connsiteX44684" fmla="*/ 917072 w 2119654"/>
              <a:gd name="connsiteY44684" fmla="*/ 2176701 h 2398711"/>
              <a:gd name="connsiteX44685" fmla="*/ 918423 w 2119654"/>
              <a:gd name="connsiteY44685" fmla="*/ 2175895 h 2398711"/>
              <a:gd name="connsiteX44686" fmla="*/ 917606 w 2119654"/>
              <a:gd name="connsiteY44686" fmla="*/ 2174553 h 2398711"/>
              <a:gd name="connsiteX44687" fmla="*/ 907696 w 2119654"/>
              <a:gd name="connsiteY44687" fmla="*/ 2188256 h 2398711"/>
              <a:gd name="connsiteX44688" fmla="*/ 907792 w 2119654"/>
              <a:gd name="connsiteY44688" fmla="*/ 2188423 h 2398711"/>
              <a:gd name="connsiteX44689" fmla="*/ 909098 w 2119654"/>
              <a:gd name="connsiteY44689" fmla="*/ 2188173 h 2398711"/>
              <a:gd name="connsiteX44690" fmla="*/ 1572425 w 2119654"/>
              <a:gd name="connsiteY44690" fmla="*/ 699697 h 2398711"/>
              <a:gd name="connsiteX44691" fmla="*/ 1572083 w 2119654"/>
              <a:gd name="connsiteY44691" fmla="*/ 700851 h 2398711"/>
              <a:gd name="connsiteX44692" fmla="*/ 1572616 w 2119654"/>
              <a:gd name="connsiteY44692" fmla="*/ 702117 h 2398711"/>
              <a:gd name="connsiteX44693" fmla="*/ 1572576 w 2119654"/>
              <a:gd name="connsiteY44693" fmla="*/ 700832 h 2398711"/>
              <a:gd name="connsiteX44694" fmla="*/ 1552972 w 2119654"/>
              <a:gd name="connsiteY44694" fmla="*/ 743153 h 2398711"/>
              <a:gd name="connsiteX44695" fmla="*/ 1553131 w 2119654"/>
              <a:gd name="connsiteY44695" fmla="*/ 744537 h 2398711"/>
              <a:gd name="connsiteX44696" fmla="*/ 1553378 w 2119654"/>
              <a:gd name="connsiteY44696" fmla="*/ 743861 h 2398711"/>
              <a:gd name="connsiteX44697" fmla="*/ 895277 w 2119654"/>
              <a:gd name="connsiteY44697" fmla="*/ 2215816 h 2398711"/>
              <a:gd name="connsiteX44698" fmla="*/ 895291 w 2119654"/>
              <a:gd name="connsiteY44698" fmla="*/ 2215813 h 2398711"/>
              <a:gd name="connsiteX44699" fmla="*/ 895286 w 2119654"/>
              <a:gd name="connsiteY44699" fmla="*/ 2215804 h 2398711"/>
              <a:gd name="connsiteX44700" fmla="*/ 898831 w 2119654"/>
              <a:gd name="connsiteY44700" fmla="*/ 2207825 h 2398711"/>
              <a:gd name="connsiteX44701" fmla="*/ 902090 w 2119654"/>
              <a:gd name="connsiteY44701" fmla="*/ 2206427 h 2398711"/>
              <a:gd name="connsiteX44702" fmla="*/ 903255 w 2119654"/>
              <a:gd name="connsiteY44702" fmla="*/ 2204873 h 2398711"/>
              <a:gd name="connsiteX44703" fmla="*/ 903218 w 2119654"/>
              <a:gd name="connsiteY44703" fmla="*/ 2204782 h 2398711"/>
              <a:gd name="connsiteX44704" fmla="*/ 907704 w 2119654"/>
              <a:gd name="connsiteY44704" fmla="*/ 2187585 h 2398711"/>
              <a:gd name="connsiteX44705" fmla="*/ 914155 w 2119654"/>
              <a:gd name="connsiteY44705" fmla="*/ 2187201 h 2398711"/>
              <a:gd name="connsiteX44706" fmla="*/ 916347 w 2119654"/>
              <a:gd name="connsiteY44706" fmla="*/ 2186780 h 2398711"/>
              <a:gd name="connsiteX44707" fmla="*/ 915087 w 2119654"/>
              <a:gd name="connsiteY44707" fmla="*/ 2184274 h 2398711"/>
              <a:gd name="connsiteX44708" fmla="*/ 914197 w 2119654"/>
              <a:gd name="connsiteY44708" fmla="*/ 2184460 h 2398711"/>
              <a:gd name="connsiteX44709" fmla="*/ 1557023 w 2119654"/>
              <a:gd name="connsiteY44709" fmla="*/ 733621 h 2398711"/>
              <a:gd name="connsiteX44710" fmla="*/ 1556685 w 2119654"/>
              <a:gd name="connsiteY44710" fmla="*/ 734675 h 2398711"/>
              <a:gd name="connsiteX44711" fmla="*/ 1557135 w 2119654"/>
              <a:gd name="connsiteY44711" fmla="*/ 735320 h 2398711"/>
              <a:gd name="connsiteX44712" fmla="*/ 896306 w 2119654"/>
              <a:gd name="connsiteY44712" fmla="*/ 2212761 h 2398711"/>
              <a:gd name="connsiteX44713" fmla="*/ 896418 w 2119654"/>
              <a:gd name="connsiteY44713" fmla="*/ 2212988 h 2398711"/>
              <a:gd name="connsiteX44714" fmla="*/ 896750 w 2119654"/>
              <a:gd name="connsiteY44714" fmla="*/ 2213547 h 2398711"/>
              <a:gd name="connsiteX44715" fmla="*/ 897219 w 2119654"/>
              <a:gd name="connsiteY44715" fmla="*/ 2212922 h 2398711"/>
              <a:gd name="connsiteX44716" fmla="*/ 875769 w 2119654"/>
              <a:gd name="connsiteY44716" fmla="*/ 2258535 h 2398711"/>
              <a:gd name="connsiteX44717" fmla="*/ 877494 w 2119654"/>
              <a:gd name="connsiteY44717" fmla="*/ 2260920 h 2398711"/>
              <a:gd name="connsiteX44718" fmla="*/ 884574 w 2119654"/>
              <a:gd name="connsiteY44718" fmla="*/ 2258243 h 2398711"/>
              <a:gd name="connsiteX44719" fmla="*/ 885158 w 2119654"/>
              <a:gd name="connsiteY44719" fmla="*/ 2257739 h 2398711"/>
              <a:gd name="connsiteX44720" fmla="*/ 878197 w 2119654"/>
              <a:gd name="connsiteY44720" fmla="*/ 2257546 h 2398711"/>
              <a:gd name="connsiteX44721" fmla="*/ 912978 w 2119654"/>
              <a:gd name="connsiteY44721" fmla="*/ 2175135 h 2398711"/>
              <a:gd name="connsiteX44722" fmla="*/ 913322 w 2119654"/>
              <a:gd name="connsiteY44722" fmla="*/ 2175633 h 2398711"/>
              <a:gd name="connsiteX44723" fmla="*/ 917491 w 2119654"/>
              <a:gd name="connsiteY44723" fmla="*/ 2174365 h 2398711"/>
              <a:gd name="connsiteX44724" fmla="*/ 917466 w 2119654"/>
              <a:gd name="connsiteY44724" fmla="*/ 2174322 h 2398711"/>
              <a:gd name="connsiteX44725" fmla="*/ 913345 w 2119654"/>
              <a:gd name="connsiteY44725" fmla="*/ 2174948 h 2398711"/>
              <a:gd name="connsiteX44726" fmla="*/ 893902 w 2119654"/>
              <a:gd name="connsiteY44726" fmla="*/ 2217597 h 2398711"/>
              <a:gd name="connsiteX44727" fmla="*/ 895752 w 2119654"/>
              <a:gd name="connsiteY44727" fmla="*/ 2216751 h 2398711"/>
              <a:gd name="connsiteX44728" fmla="*/ 895536 w 2119654"/>
              <a:gd name="connsiteY44728" fmla="*/ 2216313 h 2398711"/>
              <a:gd name="connsiteX44729" fmla="*/ 894777 w 2119654"/>
              <a:gd name="connsiteY44729" fmla="*/ 2216464 h 2398711"/>
              <a:gd name="connsiteX44730" fmla="*/ 892331 w 2119654"/>
              <a:gd name="connsiteY44730" fmla="*/ 2220829 h 2398711"/>
              <a:gd name="connsiteX44731" fmla="*/ 894179 w 2119654"/>
              <a:gd name="connsiteY44731" fmla="*/ 2223106 h 2398711"/>
              <a:gd name="connsiteX44732" fmla="*/ 899024 w 2119654"/>
              <a:gd name="connsiteY44732" fmla="*/ 2222018 h 2398711"/>
              <a:gd name="connsiteX44733" fmla="*/ 896240 w 2119654"/>
              <a:gd name="connsiteY44733" fmla="*/ 2217742 h 2398711"/>
              <a:gd name="connsiteX44734" fmla="*/ 896014 w 2119654"/>
              <a:gd name="connsiteY44734" fmla="*/ 2217283 h 2398711"/>
              <a:gd name="connsiteX44735" fmla="*/ 916688 w 2119654"/>
              <a:gd name="connsiteY44735" fmla="*/ 2166230 h 2398711"/>
              <a:gd name="connsiteX44736" fmla="*/ 917878 w 2119654"/>
              <a:gd name="connsiteY44736" fmla="*/ 2168846 h 2398711"/>
              <a:gd name="connsiteX44737" fmla="*/ 923832 w 2119654"/>
              <a:gd name="connsiteY44737" fmla="*/ 2167918 h 2398711"/>
              <a:gd name="connsiteX44738" fmla="*/ 926337 w 2119654"/>
              <a:gd name="connsiteY44738" fmla="*/ 2166403 h 2398711"/>
              <a:gd name="connsiteX44739" fmla="*/ 923012 w 2119654"/>
              <a:gd name="connsiteY44739" fmla="*/ 2164049 h 2398711"/>
              <a:gd name="connsiteX44740" fmla="*/ 920665 w 2119654"/>
              <a:gd name="connsiteY44740" fmla="*/ 2164871 h 2398711"/>
              <a:gd name="connsiteX44741" fmla="*/ 917436 w 2119654"/>
              <a:gd name="connsiteY44741" fmla="*/ 2165491 h 2398711"/>
              <a:gd name="connsiteX44742" fmla="*/ 1558601 w 2119654"/>
              <a:gd name="connsiteY44742" fmla="*/ 728699 h 2398711"/>
              <a:gd name="connsiteX44743" fmla="*/ 1557351 w 2119654"/>
              <a:gd name="connsiteY44743" fmla="*/ 732598 h 2398711"/>
              <a:gd name="connsiteX44744" fmla="*/ 1557572 w 2119654"/>
              <a:gd name="connsiteY44744" fmla="*/ 735942 h 2398711"/>
              <a:gd name="connsiteX44745" fmla="*/ 1558079 w 2119654"/>
              <a:gd name="connsiteY44745" fmla="*/ 736667 h 2398711"/>
              <a:gd name="connsiteX44746" fmla="*/ 1558657 w 2119654"/>
              <a:gd name="connsiteY44746" fmla="*/ 729138 h 2398711"/>
              <a:gd name="connsiteX44747" fmla="*/ 895933 w 2119654"/>
              <a:gd name="connsiteY44747" fmla="*/ 2212004 h 2398711"/>
              <a:gd name="connsiteX44748" fmla="*/ 896014 w 2119654"/>
              <a:gd name="connsiteY44748" fmla="*/ 2212169 h 2398711"/>
              <a:gd name="connsiteX44749" fmla="*/ 897577 w 2119654"/>
              <a:gd name="connsiteY44749" fmla="*/ 2212445 h 2398711"/>
              <a:gd name="connsiteX44750" fmla="*/ 898802 w 2119654"/>
              <a:gd name="connsiteY44750" fmla="*/ 2210812 h 2398711"/>
              <a:gd name="connsiteX44751" fmla="*/ 1579354 w 2119654"/>
              <a:gd name="connsiteY44751" fmla="*/ 681506 h 2398711"/>
              <a:gd name="connsiteX44752" fmla="*/ 1585242 w 2119654"/>
              <a:gd name="connsiteY44752" fmla="*/ 701892 h 2398711"/>
              <a:gd name="connsiteX44753" fmla="*/ 1585690 w 2119654"/>
              <a:gd name="connsiteY44753" fmla="*/ 700217 h 2398711"/>
              <a:gd name="connsiteX44754" fmla="*/ 1583358 w 2119654"/>
              <a:gd name="connsiteY44754" fmla="*/ 693134 h 2398711"/>
              <a:gd name="connsiteX44755" fmla="*/ 916438 w 2119654"/>
              <a:gd name="connsiteY44755" fmla="*/ 2165682 h 2398711"/>
              <a:gd name="connsiteX44756" fmla="*/ 916491 w 2119654"/>
              <a:gd name="connsiteY44756" fmla="*/ 2165799 h 2398711"/>
              <a:gd name="connsiteX44757" fmla="*/ 916651 w 2119654"/>
              <a:gd name="connsiteY44757" fmla="*/ 2165642 h 2398711"/>
              <a:gd name="connsiteX44758" fmla="*/ 1575126 w 2119654"/>
              <a:gd name="connsiteY44758" fmla="*/ 690566 h 2398711"/>
              <a:gd name="connsiteX44759" fmla="*/ 1575096 w 2119654"/>
              <a:gd name="connsiteY44759" fmla="*/ 690668 h 2398711"/>
              <a:gd name="connsiteX44760" fmla="*/ 1575518 w 2119654"/>
              <a:gd name="connsiteY44760" fmla="*/ 694214 h 2398711"/>
              <a:gd name="connsiteX44761" fmla="*/ 1575518 w 2119654"/>
              <a:gd name="connsiteY44761" fmla="*/ 693793 h 2398711"/>
              <a:gd name="connsiteX44762" fmla="*/ 891858 w 2119654"/>
              <a:gd name="connsiteY44762" fmla="*/ 2220247 h 2398711"/>
              <a:gd name="connsiteX44763" fmla="*/ 892147 w 2119654"/>
              <a:gd name="connsiteY44763" fmla="*/ 2220602 h 2398711"/>
              <a:gd name="connsiteX44764" fmla="*/ 895682 w 2119654"/>
              <a:gd name="connsiteY44764" fmla="*/ 2217103 h 2398711"/>
              <a:gd name="connsiteX44765" fmla="*/ 893562 w 2119654"/>
              <a:gd name="connsiteY44765" fmla="*/ 2218038 h 2398711"/>
              <a:gd name="connsiteX44766" fmla="*/ 901934 w 2119654"/>
              <a:gd name="connsiteY44766" fmla="*/ 2197396 h 2398711"/>
              <a:gd name="connsiteX44767" fmla="*/ 903607 w 2119654"/>
              <a:gd name="connsiteY44767" fmla="*/ 2199852 h 2398711"/>
              <a:gd name="connsiteX44768" fmla="*/ 909510 w 2119654"/>
              <a:gd name="connsiteY44768" fmla="*/ 2196534 h 2398711"/>
              <a:gd name="connsiteX44769" fmla="*/ 911052 w 2119654"/>
              <a:gd name="connsiteY44769" fmla="*/ 2194478 h 2398711"/>
              <a:gd name="connsiteX44770" fmla="*/ 910949 w 2119654"/>
              <a:gd name="connsiteY44770" fmla="*/ 2194303 h 2398711"/>
              <a:gd name="connsiteX44771" fmla="*/ 909207 w 2119654"/>
              <a:gd name="connsiteY44771" fmla="*/ 2194459 h 2398711"/>
              <a:gd name="connsiteX44772" fmla="*/ 874990 w 2119654"/>
              <a:gd name="connsiteY44772" fmla="*/ 2257458 h 2398711"/>
              <a:gd name="connsiteX44773" fmla="*/ 875534 w 2119654"/>
              <a:gd name="connsiteY44773" fmla="*/ 2258210 h 2398711"/>
              <a:gd name="connsiteX44774" fmla="*/ 877227 w 2119654"/>
              <a:gd name="connsiteY44774" fmla="*/ 2257520 h 2398711"/>
              <a:gd name="connsiteX44775" fmla="*/ 1563958 w 2119654"/>
              <a:gd name="connsiteY44775" fmla="*/ 714435 h 2398711"/>
              <a:gd name="connsiteX44776" fmla="*/ 1563829 w 2119654"/>
              <a:gd name="connsiteY44776" fmla="*/ 720724 h 2398711"/>
              <a:gd name="connsiteX44777" fmla="*/ 1563759 w 2119654"/>
              <a:gd name="connsiteY44777" fmla="*/ 722792 h 2398711"/>
              <a:gd name="connsiteX44778" fmla="*/ 1565264 w 2119654"/>
              <a:gd name="connsiteY44778" fmla="*/ 717705 h 2398711"/>
              <a:gd name="connsiteX44779" fmla="*/ 1563450 w 2119654"/>
              <a:gd name="connsiteY44779" fmla="*/ 715325 h 2398711"/>
              <a:gd name="connsiteX44780" fmla="*/ 1562632 w 2119654"/>
              <a:gd name="connsiteY44780" fmla="*/ 725995 h 2398711"/>
              <a:gd name="connsiteX44781" fmla="*/ 1562628 w 2119654"/>
              <a:gd name="connsiteY44781" fmla="*/ 726611 h 2398711"/>
              <a:gd name="connsiteX44782" fmla="*/ 1563122 w 2119654"/>
              <a:gd name="connsiteY44782" fmla="*/ 724943 h 2398711"/>
              <a:gd name="connsiteX44783" fmla="*/ 911933 w 2119654"/>
              <a:gd name="connsiteY44783" fmla="*/ 2173621 h 2398711"/>
              <a:gd name="connsiteX44784" fmla="*/ 912158 w 2119654"/>
              <a:gd name="connsiteY44784" fmla="*/ 2173949 h 2398711"/>
              <a:gd name="connsiteX44785" fmla="*/ 913635 w 2119654"/>
              <a:gd name="connsiteY44785" fmla="*/ 2173724 h 2398711"/>
              <a:gd name="connsiteX44786" fmla="*/ 914726 w 2119654"/>
              <a:gd name="connsiteY44786" fmla="*/ 2173167 h 2398711"/>
              <a:gd name="connsiteX44787" fmla="*/ 889762 w 2119654"/>
              <a:gd name="connsiteY44787" fmla="*/ 2222962 h 2398711"/>
              <a:gd name="connsiteX44788" fmla="*/ 891909 w 2119654"/>
              <a:gd name="connsiteY44788" fmla="*/ 2220836 h 2398711"/>
              <a:gd name="connsiteX44789" fmla="*/ 891644 w 2119654"/>
              <a:gd name="connsiteY44789" fmla="*/ 2220524 h 2398711"/>
              <a:gd name="connsiteX44790" fmla="*/ 900648 w 2119654"/>
              <a:gd name="connsiteY44790" fmla="*/ 2197915 h 2398711"/>
              <a:gd name="connsiteX44791" fmla="*/ 901841 w 2119654"/>
              <a:gd name="connsiteY44791" fmla="*/ 2200844 h 2398711"/>
              <a:gd name="connsiteX44792" fmla="*/ 903536 w 2119654"/>
              <a:gd name="connsiteY44792" fmla="*/ 2199892 h 2398711"/>
              <a:gd name="connsiteX44793" fmla="*/ 901857 w 2119654"/>
              <a:gd name="connsiteY44793" fmla="*/ 2197427 h 2398711"/>
              <a:gd name="connsiteX44794" fmla="*/ 913312 w 2119654"/>
              <a:gd name="connsiteY44794" fmla="*/ 2169557 h 2398711"/>
              <a:gd name="connsiteX44795" fmla="*/ 914752 w 2119654"/>
              <a:gd name="connsiteY44795" fmla="*/ 2169333 h 2398711"/>
              <a:gd name="connsiteX44796" fmla="*/ 914737 w 2119654"/>
              <a:gd name="connsiteY44796" fmla="*/ 2169301 h 2398711"/>
              <a:gd name="connsiteX44797" fmla="*/ 913958 w 2119654"/>
              <a:gd name="connsiteY44797" fmla="*/ 2168920 h 2398711"/>
              <a:gd name="connsiteX44798" fmla="*/ 910043 w 2119654"/>
              <a:gd name="connsiteY44798" fmla="*/ 2176631 h 2398711"/>
              <a:gd name="connsiteX44799" fmla="*/ 910913 w 2119654"/>
              <a:gd name="connsiteY44799" fmla="*/ 2176366 h 2398711"/>
              <a:gd name="connsiteX44800" fmla="*/ 910822 w 2119654"/>
              <a:gd name="connsiteY44800" fmla="*/ 2176234 h 2398711"/>
              <a:gd name="connsiteX44801" fmla="*/ 1563517 w 2119654"/>
              <a:gd name="connsiteY44801" fmla="*/ 713366 h 2398711"/>
              <a:gd name="connsiteX44802" fmla="*/ 1563439 w 2119654"/>
              <a:gd name="connsiteY44802" fmla="*/ 713608 h 2398711"/>
              <a:gd name="connsiteX44803" fmla="*/ 1563473 w 2119654"/>
              <a:gd name="connsiteY44803" fmla="*/ 714655 h 2398711"/>
              <a:gd name="connsiteX44804" fmla="*/ 888700 w 2119654"/>
              <a:gd name="connsiteY44804" fmla="*/ 2224338 h 2398711"/>
              <a:gd name="connsiteX44805" fmla="*/ 893891 w 2119654"/>
              <a:gd name="connsiteY44805" fmla="*/ 2223172 h 2398711"/>
              <a:gd name="connsiteX44806" fmla="*/ 892095 w 2119654"/>
              <a:gd name="connsiteY44806" fmla="*/ 2221055 h 2398711"/>
              <a:gd name="connsiteX44807" fmla="*/ 888741 w 2119654"/>
              <a:gd name="connsiteY44807" fmla="*/ 2224285 h 2398711"/>
              <a:gd name="connsiteX44808" fmla="*/ 890987 w 2119654"/>
              <a:gd name="connsiteY44808" fmla="*/ 2219173 h 2398711"/>
              <a:gd name="connsiteX44809" fmla="*/ 891723 w 2119654"/>
              <a:gd name="connsiteY44809" fmla="*/ 2220080 h 2398711"/>
              <a:gd name="connsiteX44810" fmla="*/ 893163 w 2119654"/>
              <a:gd name="connsiteY44810" fmla="*/ 2218214 h 2398711"/>
              <a:gd name="connsiteX44811" fmla="*/ 912914 w 2119654"/>
              <a:gd name="connsiteY44811" fmla="*/ 2169949 h 2398711"/>
              <a:gd name="connsiteX44812" fmla="*/ 914949 w 2119654"/>
              <a:gd name="connsiteY44812" fmla="*/ 2171456 h 2398711"/>
              <a:gd name="connsiteX44813" fmla="*/ 915628 w 2119654"/>
              <a:gd name="connsiteY44813" fmla="*/ 2171260 h 2398711"/>
              <a:gd name="connsiteX44814" fmla="*/ 914879 w 2119654"/>
              <a:gd name="connsiteY44814" fmla="*/ 2169612 h 2398711"/>
              <a:gd name="connsiteX44815" fmla="*/ 912952 w 2119654"/>
              <a:gd name="connsiteY44815" fmla="*/ 2169912 h 2398711"/>
              <a:gd name="connsiteX44816" fmla="*/ 906032 w 2119654"/>
              <a:gd name="connsiteY44816" fmla="*/ 2185350 h 2398711"/>
              <a:gd name="connsiteX44817" fmla="*/ 906885 w 2119654"/>
              <a:gd name="connsiteY44817" fmla="*/ 2186839 h 2398711"/>
              <a:gd name="connsiteX44818" fmla="*/ 910829 w 2119654"/>
              <a:gd name="connsiteY44818" fmla="*/ 2184940 h 2398711"/>
              <a:gd name="connsiteX44819" fmla="*/ 1578327 w 2119654"/>
              <a:gd name="connsiteY44819" fmla="*/ 679742 h 2398711"/>
              <a:gd name="connsiteX44820" fmla="*/ 1576690 w 2119654"/>
              <a:gd name="connsiteY44820" fmla="*/ 685278 h 2398711"/>
              <a:gd name="connsiteX44821" fmla="*/ 1579602 w 2119654"/>
              <a:gd name="connsiteY44821" fmla="*/ 709248 h 2398711"/>
              <a:gd name="connsiteX44822" fmla="*/ 1579610 w 2119654"/>
              <a:gd name="connsiteY44822" fmla="*/ 717953 h 2398711"/>
              <a:gd name="connsiteX44823" fmla="*/ 1579690 w 2119654"/>
              <a:gd name="connsiteY44823" fmla="*/ 718365 h 2398711"/>
              <a:gd name="connsiteX44824" fmla="*/ 1580133 w 2119654"/>
              <a:gd name="connsiteY44824" fmla="*/ 719410 h 2398711"/>
              <a:gd name="connsiteX44825" fmla="*/ 1580339 w 2119654"/>
              <a:gd name="connsiteY44825" fmla="*/ 718828 h 2398711"/>
              <a:gd name="connsiteX44826" fmla="*/ 1580503 w 2119654"/>
              <a:gd name="connsiteY44826" fmla="*/ 719199 h 2398711"/>
              <a:gd name="connsiteX44827" fmla="*/ 1580293 w 2119654"/>
              <a:gd name="connsiteY44827" fmla="*/ 719790 h 2398711"/>
              <a:gd name="connsiteX44828" fmla="*/ 1580394 w 2119654"/>
              <a:gd name="connsiteY44828" fmla="*/ 720029 h 2398711"/>
              <a:gd name="connsiteX44829" fmla="*/ 1584726 w 2119654"/>
              <a:gd name="connsiteY44829" fmla="*/ 703820 h 2398711"/>
              <a:gd name="connsiteX44830" fmla="*/ 1581544 w 2119654"/>
              <a:gd name="connsiteY44830" fmla="*/ 690883 h 2398711"/>
              <a:gd name="connsiteX44831" fmla="*/ 920849 w 2119654"/>
              <a:gd name="connsiteY44831" fmla="*/ 2151683 h 2398711"/>
              <a:gd name="connsiteX44832" fmla="*/ 921474 w 2119654"/>
              <a:gd name="connsiteY44832" fmla="*/ 2152269 h 2398711"/>
              <a:gd name="connsiteX44833" fmla="*/ 923707 w 2119654"/>
              <a:gd name="connsiteY44833" fmla="*/ 2151486 h 2398711"/>
              <a:gd name="connsiteX44834" fmla="*/ 922485 w 2119654"/>
              <a:gd name="connsiteY44834" fmla="*/ 2151059 h 2398711"/>
              <a:gd name="connsiteX44835" fmla="*/ 900992 w 2119654"/>
              <a:gd name="connsiteY44835" fmla="*/ 2196012 h 2398711"/>
              <a:gd name="connsiteX44836" fmla="*/ 901759 w 2119654"/>
              <a:gd name="connsiteY44836" fmla="*/ 2197138 h 2398711"/>
              <a:gd name="connsiteX44837" fmla="*/ 907856 w 2119654"/>
              <a:gd name="connsiteY44837" fmla="*/ 2194581 h 2398711"/>
              <a:gd name="connsiteX44838" fmla="*/ 906235 w 2119654"/>
              <a:gd name="connsiteY44838" fmla="*/ 2194727 h 2398711"/>
              <a:gd name="connsiteX44839" fmla="*/ 903744 w 2119654"/>
              <a:gd name="connsiteY44839" fmla="*/ 2195393 h 2398711"/>
              <a:gd name="connsiteX44840" fmla="*/ 878155 w 2119654"/>
              <a:gd name="connsiteY44840" fmla="*/ 2246516 h 2398711"/>
              <a:gd name="connsiteX44841" fmla="*/ 884308 w 2119654"/>
              <a:gd name="connsiteY44841" fmla="*/ 2251913 h 2398711"/>
              <a:gd name="connsiteX44842" fmla="*/ 893688 w 2119654"/>
              <a:gd name="connsiteY44842" fmla="*/ 2250364 h 2398711"/>
              <a:gd name="connsiteX44843" fmla="*/ 906911 w 2119654"/>
              <a:gd name="connsiteY44843" fmla="*/ 2238931 h 2398711"/>
              <a:gd name="connsiteX44844" fmla="*/ 901260 w 2119654"/>
              <a:gd name="connsiteY44844" fmla="*/ 2237990 h 2398711"/>
              <a:gd name="connsiteX44845" fmla="*/ 882350 w 2119654"/>
              <a:gd name="connsiteY44845" fmla="*/ 2248903 h 2398711"/>
              <a:gd name="connsiteX44846" fmla="*/ 882126 w 2119654"/>
              <a:gd name="connsiteY44846" fmla="*/ 2248871 h 2398711"/>
              <a:gd name="connsiteX44847" fmla="*/ 895617 w 2119654"/>
              <a:gd name="connsiteY44847" fmla="*/ 2241085 h 2398711"/>
              <a:gd name="connsiteX44848" fmla="*/ 900914 w 2119654"/>
              <a:gd name="connsiteY44848" fmla="*/ 2237932 h 2398711"/>
              <a:gd name="connsiteX44849" fmla="*/ 896951 w 2119654"/>
              <a:gd name="connsiteY44849" fmla="*/ 2237272 h 2398711"/>
              <a:gd name="connsiteX44850" fmla="*/ 1573952 w 2119654"/>
              <a:gd name="connsiteY44850" fmla="*/ 688227 h 2398711"/>
              <a:gd name="connsiteX44851" fmla="*/ 1573955 w 2119654"/>
              <a:gd name="connsiteY44851" fmla="*/ 688324 h 2398711"/>
              <a:gd name="connsiteX44852" fmla="*/ 1573960 w 2119654"/>
              <a:gd name="connsiteY44852" fmla="*/ 688303 h 2398711"/>
              <a:gd name="connsiteX44853" fmla="*/ 1565620 w 2119654"/>
              <a:gd name="connsiteY44853" fmla="*/ 706801 h 2398711"/>
              <a:gd name="connsiteX44854" fmla="*/ 1565590 w 2119654"/>
              <a:gd name="connsiteY44854" fmla="*/ 706903 h 2398711"/>
              <a:gd name="connsiteX44855" fmla="*/ 1565270 w 2119654"/>
              <a:gd name="connsiteY44855" fmla="*/ 707898 h 2398711"/>
              <a:gd name="connsiteX44856" fmla="*/ 1566752 w 2119654"/>
              <a:gd name="connsiteY44856" fmla="*/ 711399 h 2398711"/>
              <a:gd name="connsiteX44857" fmla="*/ 920220 w 2119654"/>
              <a:gd name="connsiteY44857" fmla="*/ 2151923 h 2398711"/>
              <a:gd name="connsiteX44858" fmla="*/ 920693 w 2119654"/>
              <a:gd name="connsiteY44858" fmla="*/ 2152296 h 2398711"/>
              <a:gd name="connsiteX44859" fmla="*/ 920274 w 2119654"/>
              <a:gd name="connsiteY44859" fmla="*/ 2151903 h 2398711"/>
              <a:gd name="connsiteX44860" fmla="*/ 892521 w 2119654"/>
              <a:gd name="connsiteY44860" fmla="*/ 2213888 h 2398711"/>
              <a:gd name="connsiteX44861" fmla="*/ 894356 w 2119654"/>
              <a:gd name="connsiteY44861" fmla="*/ 2213913 h 2398711"/>
              <a:gd name="connsiteX44862" fmla="*/ 893925 w 2119654"/>
              <a:gd name="connsiteY44862" fmla="*/ 2213036 h 2398711"/>
              <a:gd name="connsiteX44863" fmla="*/ 1599519 w 2119654"/>
              <a:gd name="connsiteY44863" fmla="*/ 629931 h 2398711"/>
              <a:gd name="connsiteX44864" fmla="*/ 1596308 w 2119654"/>
              <a:gd name="connsiteY44864" fmla="*/ 649955 h 2398711"/>
              <a:gd name="connsiteX44865" fmla="*/ 1596908 w 2119654"/>
              <a:gd name="connsiteY44865" fmla="*/ 657093 h 2398711"/>
              <a:gd name="connsiteX44866" fmla="*/ 1599684 w 2119654"/>
              <a:gd name="connsiteY44866" fmla="*/ 646103 h 2398711"/>
              <a:gd name="connsiteX44867" fmla="*/ 1599899 w 2119654"/>
              <a:gd name="connsiteY44867" fmla="*/ 646487 h 2398711"/>
              <a:gd name="connsiteX44868" fmla="*/ 1596986 w 2119654"/>
              <a:gd name="connsiteY44868" fmla="*/ 658022 h 2398711"/>
              <a:gd name="connsiteX44869" fmla="*/ 1597635 w 2119654"/>
              <a:gd name="connsiteY44869" fmla="*/ 665730 h 2398711"/>
              <a:gd name="connsiteX44870" fmla="*/ 1597823 w 2119654"/>
              <a:gd name="connsiteY44870" fmla="*/ 683390 h 2398711"/>
              <a:gd name="connsiteX44871" fmla="*/ 1598694 w 2119654"/>
              <a:gd name="connsiteY44871" fmla="*/ 687095 h 2398711"/>
              <a:gd name="connsiteX44872" fmla="*/ 1600747 w 2119654"/>
              <a:gd name="connsiteY44872" fmla="*/ 673269 h 2398711"/>
              <a:gd name="connsiteX44873" fmla="*/ 1600904 w 2119654"/>
              <a:gd name="connsiteY44873" fmla="*/ 673493 h 2398711"/>
              <a:gd name="connsiteX44874" fmla="*/ 1598811 w 2119654"/>
              <a:gd name="connsiteY44874" fmla="*/ 687590 h 2398711"/>
              <a:gd name="connsiteX44875" fmla="*/ 1599421 w 2119654"/>
              <a:gd name="connsiteY44875" fmla="*/ 690184 h 2398711"/>
              <a:gd name="connsiteX44876" fmla="*/ 1603604 w 2119654"/>
              <a:gd name="connsiteY44876" fmla="*/ 701294 h 2398711"/>
              <a:gd name="connsiteX44877" fmla="*/ 1610752 w 2119654"/>
              <a:gd name="connsiteY44877" fmla="*/ 665675 h 2398711"/>
              <a:gd name="connsiteX44878" fmla="*/ 1610971 w 2119654"/>
              <a:gd name="connsiteY44878" fmla="*/ 663929 h 2398711"/>
              <a:gd name="connsiteX44879" fmla="*/ 1605471 w 2119654"/>
              <a:gd name="connsiteY44879" fmla="*/ 647222 h 2398711"/>
              <a:gd name="connsiteX44880" fmla="*/ 910822 w 2119654"/>
              <a:gd name="connsiteY44880" fmla="*/ 2172012 h 2398711"/>
              <a:gd name="connsiteX44881" fmla="*/ 910943 w 2119654"/>
              <a:gd name="connsiteY44881" fmla="*/ 2172188 h 2398711"/>
              <a:gd name="connsiteX44882" fmla="*/ 913469 w 2119654"/>
              <a:gd name="connsiteY44882" fmla="*/ 2171883 h 2398711"/>
              <a:gd name="connsiteX44883" fmla="*/ 914576 w 2119654"/>
              <a:gd name="connsiteY44883" fmla="*/ 2171564 h 2398711"/>
              <a:gd name="connsiteX44884" fmla="*/ 912691 w 2119654"/>
              <a:gd name="connsiteY44884" fmla="*/ 2170169 h 2398711"/>
              <a:gd name="connsiteX44885" fmla="*/ 1585499 w 2119654"/>
              <a:gd name="connsiteY44885" fmla="*/ 661206 h 2398711"/>
              <a:gd name="connsiteX44886" fmla="*/ 1591396 w 2119654"/>
              <a:gd name="connsiteY44886" fmla="*/ 676875 h 2398711"/>
              <a:gd name="connsiteX44887" fmla="*/ 1591408 w 2119654"/>
              <a:gd name="connsiteY44887" fmla="*/ 676806 h 2398711"/>
              <a:gd name="connsiteX44888" fmla="*/ 1585707 w 2119654"/>
              <a:gd name="connsiteY44888" fmla="*/ 661656 h 2398711"/>
              <a:gd name="connsiteX44889" fmla="*/ 899966 w 2119654"/>
              <a:gd name="connsiteY44889" fmla="*/ 2196243 h 2398711"/>
              <a:gd name="connsiteX44890" fmla="*/ 900540 w 2119654"/>
              <a:gd name="connsiteY44890" fmla="*/ 2197650 h 2398711"/>
              <a:gd name="connsiteX44891" fmla="*/ 901683 w 2119654"/>
              <a:gd name="connsiteY44891" fmla="*/ 2197170 h 2398711"/>
              <a:gd name="connsiteX44892" fmla="*/ 900908 w 2119654"/>
              <a:gd name="connsiteY44892" fmla="*/ 2196031 h 2398711"/>
              <a:gd name="connsiteX44893" fmla="*/ 908054 w 2119654"/>
              <a:gd name="connsiteY44893" fmla="*/ 2177646 h 2398711"/>
              <a:gd name="connsiteX44894" fmla="*/ 909504 w 2119654"/>
              <a:gd name="connsiteY44894" fmla="*/ 2178278 h 2398711"/>
              <a:gd name="connsiteX44895" fmla="*/ 911824 w 2119654"/>
              <a:gd name="connsiteY44895" fmla="*/ 2177795 h 2398711"/>
              <a:gd name="connsiteX44896" fmla="*/ 911620 w 2119654"/>
              <a:gd name="connsiteY44896" fmla="*/ 2177390 h 2398711"/>
              <a:gd name="connsiteX44897" fmla="*/ 911042 w 2119654"/>
              <a:gd name="connsiteY44897" fmla="*/ 2176551 h 2398711"/>
              <a:gd name="connsiteX44898" fmla="*/ 908957 w 2119654"/>
              <a:gd name="connsiteY44898" fmla="*/ 2177186 h 2398711"/>
              <a:gd name="connsiteX44899" fmla="*/ 919968 w 2119654"/>
              <a:gd name="connsiteY44899" fmla="*/ 2150857 h 2398711"/>
              <a:gd name="connsiteX44900" fmla="*/ 920253 w 2119654"/>
              <a:gd name="connsiteY44900" fmla="*/ 2151125 h 2398711"/>
              <a:gd name="connsiteX44901" fmla="*/ 921235 w 2119654"/>
              <a:gd name="connsiteY44901" fmla="*/ 2150704 h 2398711"/>
              <a:gd name="connsiteX44902" fmla="*/ 920859 w 2119654"/>
              <a:gd name="connsiteY44902" fmla="*/ 2150690 h 2398711"/>
              <a:gd name="connsiteX44903" fmla="*/ 898464 w 2119654"/>
              <a:gd name="connsiteY44903" fmla="*/ 2198796 h 2398711"/>
              <a:gd name="connsiteX44904" fmla="*/ 901625 w 2119654"/>
              <a:gd name="connsiteY44904" fmla="*/ 2200966 h 2398711"/>
              <a:gd name="connsiteX44905" fmla="*/ 901656 w 2119654"/>
              <a:gd name="connsiteY44905" fmla="*/ 2200948 h 2398711"/>
              <a:gd name="connsiteX44906" fmla="*/ 900453 w 2119654"/>
              <a:gd name="connsiteY44906" fmla="*/ 2197993 h 2398711"/>
              <a:gd name="connsiteX44907" fmla="*/ 918628 w 2119654"/>
              <a:gd name="connsiteY44907" fmla="*/ 2153024 h 2398711"/>
              <a:gd name="connsiteX44908" fmla="*/ 918875 w 2119654"/>
              <a:gd name="connsiteY44908" fmla="*/ 2153180 h 2398711"/>
              <a:gd name="connsiteX44909" fmla="*/ 919881 w 2119654"/>
              <a:gd name="connsiteY44909" fmla="*/ 2152827 h 2398711"/>
              <a:gd name="connsiteX44910" fmla="*/ 883817 w 2119654"/>
              <a:gd name="connsiteY44910" fmla="*/ 2230666 h 2398711"/>
              <a:gd name="connsiteX44911" fmla="*/ 896081 w 2119654"/>
              <a:gd name="connsiteY44911" fmla="*/ 2226580 h 2398711"/>
              <a:gd name="connsiteX44912" fmla="*/ 896614 w 2119654"/>
              <a:gd name="connsiteY44912" fmla="*/ 2226379 h 2398711"/>
              <a:gd name="connsiteX44913" fmla="*/ 894240 w 2119654"/>
              <a:gd name="connsiteY44913" fmla="*/ 2223583 h 2398711"/>
              <a:gd name="connsiteX44914" fmla="*/ 888321 w 2119654"/>
              <a:gd name="connsiteY44914" fmla="*/ 2224830 h 2398711"/>
              <a:gd name="connsiteX44915" fmla="*/ 889620 w 2119654"/>
              <a:gd name="connsiteY44915" fmla="*/ 2217489 h 2398711"/>
              <a:gd name="connsiteX44916" fmla="*/ 890843 w 2119654"/>
              <a:gd name="connsiteY44916" fmla="*/ 2218996 h 2398711"/>
              <a:gd name="connsiteX44917" fmla="*/ 893495 w 2119654"/>
              <a:gd name="connsiteY44917" fmla="*/ 2217783 h 2398711"/>
              <a:gd name="connsiteX44918" fmla="*/ 894466 w 2119654"/>
              <a:gd name="connsiteY44918" fmla="*/ 2216526 h 2398711"/>
              <a:gd name="connsiteX44919" fmla="*/ 1568622 w 2119654"/>
              <a:gd name="connsiteY44919" fmla="*/ 696986 h 2398711"/>
              <a:gd name="connsiteX44920" fmla="*/ 1566621 w 2119654"/>
              <a:gd name="connsiteY44920" fmla="*/ 703531 h 2398711"/>
              <a:gd name="connsiteX44921" fmla="*/ 1567908 w 2119654"/>
              <a:gd name="connsiteY44921" fmla="*/ 708765 h 2398711"/>
              <a:gd name="connsiteX44922" fmla="*/ 1570292 w 2119654"/>
              <a:gd name="connsiteY44922" fmla="*/ 700709 h 2398711"/>
              <a:gd name="connsiteX44923" fmla="*/ 912191 w 2119654"/>
              <a:gd name="connsiteY44923" fmla="*/ 2166497 h 2398711"/>
              <a:gd name="connsiteX44924" fmla="*/ 913825 w 2119654"/>
              <a:gd name="connsiteY44924" fmla="*/ 2167296 h 2398711"/>
              <a:gd name="connsiteX44925" fmla="*/ 913360 w 2119654"/>
              <a:gd name="connsiteY44925" fmla="*/ 2166273 h 2398711"/>
              <a:gd name="connsiteX44926" fmla="*/ 919078 w 2119654"/>
              <a:gd name="connsiteY44926" fmla="*/ 2151023 h 2398711"/>
              <a:gd name="connsiteX44927" fmla="*/ 919577 w 2119654"/>
              <a:gd name="connsiteY44927" fmla="*/ 2151416 h 2398711"/>
              <a:gd name="connsiteX44928" fmla="*/ 919698 w 2119654"/>
              <a:gd name="connsiteY44928" fmla="*/ 2151363 h 2398711"/>
              <a:gd name="connsiteX44929" fmla="*/ 919291 w 2119654"/>
              <a:gd name="connsiteY44929" fmla="*/ 2150982 h 2398711"/>
              <a:gd name="connsiteX44930" fmla="*/ 893751 w 2119654"/>
              <a:gd name="connsiteY44930" fmla="*/ 2207567 h 2398711"/>
              <a:gd name="connsiteX44931" fmla="*/ 894741 w 2119654"/>
              <a:gd name="connsiteY44931" fmla="*/ 2209580 h 2398711"/>
              <a:gd name="connsiteX44932" fmla="*/ 896238 w 2119654"/>
              <a:gd name="connsiteY44932" fmla="*/ 2208938 h 2398711"/>
              <a:gd name="connsiteX44933" fmla="*/ 903000 w 2119654"/>
              <a:gd name="connsiteY44933" fmla="*/ 2204247 h 2398711"/>
              <a:gd name="connsiteX44934" fmla="*/ 902874 w 2119654"/>
              <a:gd name="connsiteY44934" fmla="*/ 2203939 h 2398711"/>
              <a:gd name="connsiteX44935" fmla="*/ 1569285 w 2119654"/>
              <a:gd name="connsiteY44935" fmla="*/ 694818 h 2398711"/>
              <a:gd name="connsiteX44936" fmla="*/ 1569194 w 2119654"/>
              <a:gd name="connsiteY44936" fmla="*/ 695118 h 2398711"/>
              <a:gd name="connsiteX44937" fmla="*/ 1570881 w 2119654"/>
              <a:gd name="connsiteY44937" fmla="*/ 698716 h 2398711"/>
              <a:gd name="connsiteX44938" fmla="*/ 1570897 w 2119654"/>
              <a:gd name="connsiteY44938" fmla="*/ 698666 h 2398711"/>
              <a:gd name="connsiteX44939" fmla="*/ 1570703 w 2119654"/>
              <a:gd name="connsiteY44939" fmla="*/ 698188 h 2398711"/>
              <a:gd name="connsiteX44940" fmla="*/ 918142 w 2119654"/>
              <a:gd name="connsiteY44940" fmla="*/ 2152718 h 2398711"/>
              <a:gd name="connsiteX44941" fmla="*/ 918262 w 2119654"/>
              <a:gd name="connsiteY44941" fmla="*/ 2152794 h 2398711"/>
              <a:gd name="connsiteX44942" fmla="*/ 920254 w 2119654"/>
              <a:gd name="connsiteY44942" fmla="*/ 2152481 h 2398711"/>
              <a:gd name="connsiteX44943" fmla="*/ 919767 w 2119654"/>
              <a:gd name="connsiteY44943" fmla="*/ 2152097 h 2398711"/>
              <a:gd name="connsiteX44944" fmla="*/ 872674 w 2119654"/>
              <a:gd name="connsiteY44944" fmla="*/ 2254255 h 2398711"/>
              <a:gd name="connsiteX44945" fmla="*/ 874620 w 2119654"/>
              <a:gd name="connsiteY44945" fmla="*/ 2256946 h 2398711"/>
              <a:gd name="connsiteX44946" fmla="*/ 878377 w 2119654"/>
              <a:gd name="connsiteY44946" fmla="*/ 2257050 h 2398711"/>
              <a:gd name="connsiteX44947" fmla="*/ 886242 w 2119654"/>
              <a:gd name="connsiteY44947" fmla="*/ 2253844 h 2398711"/>
              <a:gd name="connsiteX44948" fmla="*/ 884485 w 2119654"/>
              <a:gd name="connsiteY44948" fmla="*/ 2252304 h 2398711"/>
              <a:gd name="connsiteX44949" fmla="*/ 908258 w 2119654"/>
              <a:gd name="connsiteY44949" fmla="*/ 2174541 h 2398711"/>
              <a:gd name="connsiteX44950" fmla="*/ 909521 w 2119654"/>
              <a:gd name="connsiteY44950" fmla="*/ 2174349 h 2398711"/>
              <a:gd name="connsiteX44951" fmla="*/ 909313 w 2119654"/>
              <a:gd name="connsiteY44951" fmla="*/ 2174047 h 2398711"/>
              <a:gd name="connsiteX44952" fmla="*/ 908649 w 2119654"/>
              <a:gd name="connsiteY44952" fmla="*/ 2174155 h 2398711"/>
              <a:gd name="connsiteX44953" fmla="*/ 1582587 w 2119654"/>
              <a:gd name="connsiteY44953" fmla="*/ 664078 h 2398711"/>
              <a:gd name="connsiteX44954" fmla="*/ 1580418 w 2119654"/>
              <a:gd name="connsiteY44954" fmla="*/ 672675 h 2398711"/>
              <a:gd name="connsiteX44955" fmla="*/ 1578656 w 2119654"/>
              <a:gd name="connsiteY44955" fmla="*/ 678629 h 2398711"/>
              <a:gd name="connsiteX44956" fmla="*/ 1585864 w 2119654"/>
              <a:gd name="connsiteY44956" fmla="*/ 699565 h 2398711"/>
              <a:gd name="connsiteX44957" fmla="*/ 1589202 w 2119654"/>
              <a:gd name="connsiteY44957" fmla="*/ 687074 h 2398711"/>
              <a:gd name="connsiteX44958" fmla="*/ 1582950 w 2119654"/>
              <a:gd name="connsiteY44958" fmla="*/ 665038 h 2398711"/>
              <a:gd name="connsiteX44959" fmla="*/ 1540324 w 2119654"/>
              <a:gd name="connsiteY44959" fmla="*/ 758544 h 2398711"/>
              <a:gd name="connsiteX44960" fmla="*/ 1540306 w 2119654"/>
              <a:gd name="connsiteY44960" fmla="*/ 763759 h 2398711"/>
              <a:gd name="connsiteX44961" fmla="*/ 1540927 w 2119654"/>
              <a:gd name="connsiteY44961" fmla="*/ 765094 h 2398711"/>
              <a:gd name="connsiteX44962" fmla="*/ 1540972 w 2119654"/>
              <a:gd name="connsiteY44962" fmla="*/ 762513 h 2398711"/>
              <a:gd name="connsiteX44963" fmla="*/ 1541243 w 2119654"/>
              <a:gd name="connsiteY44963" fmla="*/ 762868 h 2398711"/>
              <a:gd name="connsiteX44964" fmla="*/ 1541193 w 2119654"/>
              <a:gd name="connsiteY44964" fmla="*/ 765667 h 2398711"/>
              <a:gd name="connsiteX44965" fmla="*/ 1543165 w 2119654"/>
              <a:gd name="connsiteY44965" fmla="*/ 769906 h 2398711"/>
              <a:gd name="connsiteX44966" fmla="*/ 1542322 w 2119654"/>
              <a:gd name="connsiteY44966" fmla="*/ 762819 h 2398711"/>
              <a:gd name="connsiteX44967" fmla="*/ 909739 w 2119654"/>
              <a:gd name="connsiteY44967" fmla="*/ 2170413 h 2398711"/>
              <a:gd name="connsiteX44968" fmla="*/ 909786 w 2119654"/>
              <a:gd name="connsiteY44968" fmla="*/ 2170512 h 2398711"/>
              <a:gd name="connsiteX44969" fmla="*/ 910566 w 2119654"/>
              <a:gd name="connsiteY44969" fmla="*/ 2171642 h 2398711"/>
              <a:gd name="connsiteX44970" fmla="*/ 912202 w 2119654"/>
              <a:gd name="connsiteY44970" fmla="*/ 2170029 h 2398711"/>
              <a:gd name="connsiteX44971" fmla="*/ 918549 w 2119654"/>
              <a:gd name="connsiteY44971" fmla="*/ 2150607 h 2398711"/>
              <a:gd name="connsiteX44972" fmla="*/ 918661 w 2119654"/>
              <a:gd name="connsiteY44972" fmla="*/ 2150695 h 2398711"/>
              <a:gd name="connsiteX44973" fmla="*/ 918931 w 2119654"/>
              <a:gd name="connsiteY44973" fmla="*/ 2150645 h 2398711"/>
              <a:gd name="connsiteX44974" fmla="*/ 918904 w 2119654"/>
              <a:gd name="connsiteY44974" fmla="*/ 2150619 h 2398711"/>
              <a:gd name="connsiteX44975" fmla="*/ 902818 w 2119654"/>
              <a:gd name="connsiteY44975" fmla="*/ 2185753 h 2398711"/>
              <a:gd name="connsiteX44976" fmla="*/ 905789 w 2119654"/>
              <a:gd name="connsiteY44976" fmla="*/ 2187367 h 2398711"/>
              <a:gd name="connsiteX44977" fmla="*/ 906613 w 2119654"/>
              <a:gd name="connsiteY44977" fmla="*/ 2186970 h 2398711"/>
              <a:gd name="connsiteX44978" fmla="*/ 905673 w 2119654"/>
              <a:gd name="connsiteY44978" fmla="*/ 2185381 h 2398711"/>
              <a:gd name="connsiteX44979" fmla="*/ 903077 w 2119654"/>
              <a:gd name="connsiteY44979" fmla="*/ 2185603 h 2398711"/>
              <a:gd name="connsiteX44980" fmla="*/ 1571021 w 2119654"/>
              <a:gd name="connsiteY44980" fmla="*/ 689144 h 2398711"/>
              <a:gd name="connsiteX44981" fmla="*/ 1569396 w 2119654"/>
              <a:gd name="connsiteY44981" fmla="*/ 694459 h 2398711"/>
              <a:gd name="connsiteX44982" fmla="*/ 1571007 w 2119654"/>
              <a:gd name="connsiteY44982" fmla="*/ 698290 h 2398711"/>
              <a:gd name="connsiteX44983" fmla="*/ 1571856 w 2119654"/>
              <a:gd name="connsiteY44983" fmla="*/ 695419 h 2398711"/>
              <a:gd name="connsiteX44984" fmla="*/ 1571296 w 2119654"/>
              <a:gd name="connsiteY44984" fmla="*/ 688247 h 2398711"/>
              <a:gd name="connsiteX44985" fmla="*/ 1571174 w 2119654"/>
              <a:gd name="connsiteY44985" fmla="*/ 688644 h 2398711"/>
              <a:gd name="connsiteX44986" fmla="*/ 1572142 w 2119654"/>
              <a:gd name="connsiteY44986" fmla="*/ 694450 h 2398711"/>
              <a:gd name="connsiteX44987" fmla="*/ 1572353 w 2119654"/>
              <a:gd name="connsiteY44987" fmla="*/ 693736 h 2398711"/>
              <a:gd name="connsiteX44988" fmla="*/ 1572320 w 2119654"/>
              <a:gd name="connsiteY44988" fmla="*/ 692672 h 2398711"/>
              <a:gd name="connsiteX44989" fmla="*/ 1557616 w 2119654"/>
              <a:gd name="connsiteY44989" fmla="*/ 718511 h 2398711"/>
              <a:gd name="connsiteX44990" fmla="*/ 1558747 w 2119654"/>
              <a:gd name="connsiteY44990" fmla="*/ 727295 h 2398711"/>
              <a:gd name="connsiteX44991" fmla="*/ 1558815 w 2119654"/>
              <a:gd name="connsiteY44991" fmla="*/ 727082 h 2398711"/>
              <a:gd name="connsiteX44992" fmla="*/ 1559673 w 2119654"/>
              <a:gd name="connsiteY44992" fmla="*/ 715901 h 2398711"/>
              <a:gd name="connsiteX44993" fmla="*/ 1571709 w 2119654"/>
              <a:gd name="connsiteY44993" fmla="*/ 686895 h 2398711"/>
              <a:gd name="connsiteX44994" fmla="*/ 1571477 w 2119654"/>
              <a:gd name="connsiteY44994" fmla="*/ 687652 h 2398711"/>
              <a:gd name="connsiteX44995" fmla="*/ 1572271 w 2119654"/>
              <a:gd name="connsiteY44995" fmla="*/ 691079 h 2398711"/>
              <a:gd name="connsiteX44996" fmla="*/ 1572221 w 2119654"/>
              <a:gd name="connsiteY44996" fmla="*/ 689505 h 2398711"/>
              <a:gd name="connsiteX44997" fmla="*/ 899013 w 2119654"/>
              <a:gd name="connsiteY44997" fmla="*/ 2193001 h 2398711"/>
              <a:gd name="connsiteX44998" fmla="*/ 899845 w 2119654"/>
              <a:gd name="connsiteY44998" fmla="*/ 2194314 h 2398711"/>
              <a:gd name="connsiteX44999" fmla="*/ 907179 w 2119654"/>
              <a:gd name="connsiteY44999" fmla="*/ 2193108 h 2398711"/>
              <a:gd name="connsiteX45000" fmla="*/ 909824 w 2119654"/>
              <a:gd name="connsiteY45000" fmla="*/ 2192401 h 2398711"/>
              <a:gd name="connsiteX45001" fmla="*/ 909542 w 2119654"/>
              <a:gd name="connsiteY45001" fmla="*/ 2191924 h 2398711"/>
              <a:gd name="connsiteX45002" fmla="*/ 907662 w 2119654"/>
              <a:gd name="connsiteY45002" fmla="*/ 2190903 h 2398711"/>
              <a:gd name="connsiteX45003" fmla="*/ 888620 w 2119654"/>
              <a:gd name="connsiteY45003" fmla="*/ 2216256 h 2398711"/>
              <a:gd name="connsiteX45004" fmla="*/ 889237 w 2119654"/>
              <a:gd name="connsiteY45004" fmla="*/ 2217016 h 2398711"/>
              <a:gd name="connsiteX45005" fmla="*/ 894965 w 2119654"/>
              <a:gd name="connsiteY45005" fmla="*/ 2215878 h 2398711"/>
              <a:gd name="connsiteX45006" fmla="*/ 895184 w 2119654"/>
              <a:gd name="connsiteY45006" fmla="*/ 2215595 h 2398711"/>
              <a:gd name="connsiteX45007" fmla="*/ 894552 w 2119654"/>
              <a:gd name="connsiteY45007" fmla="*/ 2214310 h 2398711"/>
              <a:gd name="connsiteX45008" fmla="*/ 891884 w 2119654"/>
              <a:gd name="connsiteY45008" fmla="*/ 2214275 h 2398711"/>
              <a:gd name="connsiteX45009" fmla="*/ 906011 w 2119654"/>
              <a:gd name="connsiteY45009" fmla="*/ 2176756 h 2398711"/>
              <a:gd name="connsiteX45010" fmla="*/ 906915 w 2119654"/>
              <a:gd name="connsiteY45010" fmla="*/ 2177150 h 2398711"/>
              <a:gd name="connsiteX45011" fmla="*/ 910273 w 2119654"/>
              <a:gd name="connsiteY45011" fmla="*/ 2175438 h 2398711"/>
              <a:gd name="connsiteX45012" fmla="*/ 910258 w 2119654"/>
              <a:gd name="connsiteY45012" fmla="*/ 2175417 h 2398711"/>
              <a:gd name="connsiteX45013" fmla="*/ 906843 w 2119654"/>
              <a:gd name="connsiteY45013" fmla="*/ 2175935 h 2398711"/>
              <a:gd name="connsiteX45014" fmla="*/ 898678 w 2119654"/>
              <a:gd name="connsiteY45014" fmla="*/ 2193082 h 2398711"/>
              <a:gd name="connsiteX45015" fmla="*/ 899222 w 2119654"/>
              <a:gd name="connsiteY45015" fmla="*/ 2194416 h 2398711"/>
              <a:gd name="connsiteX45016" fmla="*/ 899749 w 2119654"/>
              <a:gd name="connsiteY45016" fmla="*/ 2194330 h 2398711"/>
              <a:gd name="connsiteX45017" fmla="*/ 898868 w 2119654"/>
              <a:gd name="connsiteY45017" fmla="*/ 2193036 h 2398711"/>
              <a:gd name="connsiteX45018" fmla="*/ 1556514 w 2119654"/>
              <a:gd name="connsiteY45018" fmla="*/ 719910 h 2398711"/>
              <a:gd name="connsiteX45019" fmla="*/ 1557299 w 2119654"/>
              <a:gd name="connsiteY45019" fmla="*/ 731810 h 2398711"/>
              <a:gd name="connsiteX45020" fmla="*/ 1558514 w 2119654"/>
              <a:gd name="connsiteY45020" fmla="*/ 728023 h 2398711"/>
              <a:gd name="connsiteX45021" fmla="*/ 1557336 w 2119654"/>
              <a:gd name="connsiteY45021" fmla="*/ 718868 h 2398711"/>
              <a:gd name="connsiteX45022" fmla="*/ 892847 w 2119654"/>
              <a:gd name="connsiteY45022" fmla="*/ 2205730 h 2398711"/>
              <a:gd name="connsiteX45023" fmla="*/ 893456 w 2119654"/>
              <a:gd name="connsiteY45023" fmla="*/ 2206968 h 2398711"/>
              <a:gd name="connsiteX45024" fmla="*/ 902623 w 2119654"/>
              <a:gd name="connsiteY45024" fmla="*/ 2203323 h 2398711"/>
              <a:gd name="connsiteX45025" fmla="*/ 902583 w 2119654"/>
              <a:gd name="connsiteY45025" fmla="*/ 2203225 h 2398711"/>
              <a:gd name="connsiteX45026" fmla="*/ 900969 w 2119654"/>
              <a:gd name="connsiteY45026" fmla="*/ 2202117 h 2398711"/>
              <a:gd name="connsiteX45027" fmla="*/ 1540830 w 2119654"/>
              <a:gd name="connsiteY45027" fmla="*/ 754698 h 2398711"/>
              <a:gd name="connsiteX45028" fmla="*/ 1540685 w 2119654"/>
              <a:gd name="connsiteY45028" fmla="*/ 755588 h 2398711"/>
              <a:gd name="connsiteX45029" fmla="*/ 1541693 w 2119654"/>
              <a:gd name="connsiteY45029" fmla="*/ 757538 h 2398711"/>
              <a:gd name="connsiteX45030" fmla="*/ 1541614 w 2119654"/>
              <a:gd name="connsiteY45030" fmla="*/ 756873 h 2398711"/>
              <a:gd name="connsiteX45031" fmla="*/ 881213 w 2119654"/>
              <a:gd name="connsiteY45031" fmla="*/ 2231533 h 2398711"/>
              <a:gd name="connsiteX45032" fmla="*/ 883462 w 2119654"/>
              <a:gd name="connsiteY45032" fmla="*/ 2230784 h 2398711"/>
              <a:gd name="connsiteX45033" fmla="*/ 887715 w 2119654"/>
              <a:gd name="connsiteY45033" fmla="*/ 2225273 h 2398711"/>
              <a:gd name="connsiteX45034" fmla="*/ 898571 w 2119654"/>
              <a:gd name="connsiteY45034" fmla="*/ 2192303 h 2398711"/>
              <a:gd name="connsiteX45035" fmla="*/ 898842 w 2119654"/>
              <a:gd name="connsiteY45035" fmla="*/ 2192732 h 2398711"/>
              <a:gd name="connsiteX45036" fmla="*/ 902925 w 2119654"/>
              <a:gd name="connsiteY45036" fmla="*/ 2191742 h 2398711"/>
              <a:gd name="connsiteX45037" fmla="*/ 905872 w 2119654"/>
              <a:gd name="connsiteY45037" fmla="*/ 2190985 h 2398711"/>
              <a:gd name="connsiteX45038" fmla="*/ 898375 w 2119654"/>
              <a:gd name="connsiteY45038" fmla="*/ 2192339 h 2398711"/>
              <a:gd name="connsiteX45039" fmla="*/ 898563 w 2119654"/>
              <a:gd name="connsiteY45039" fmla="*/ 2192800 h 2398711"/>
              <a:gd name="connsiteX45040" fmla="*/ 898687 w 2119654"/>
              <a:gd name="connsiteY45040" fmla="*/ 2192770 h 2398711"/>
              <a:gd name="connsiteX45041" fmla="*/ 898392 w 2119654"/>
              <a:gd name="connsiteY45041" fmla="*/ 2192336 h 2398711"/>
              <a:gd name="connsiteX45042" fmla="*/ 1564227 w 2119654"/>
              <a:gd name="connsiteY45042" fmla="*/ 701140 h 2398711"/>
              <a:gd name="connsiteX45043" fmla="*/ 1564143 w 2119654"/>
              <a:gd name="connsiteY45043" fmla="*/ 705233 h 2398711"/>
              <a:gd name="connsiteX45044" fmla="*/ 1565097 w 2119654"/>
              <a:gd name="connsiteY45044" fmla="*/ 707489 h 2398711"/>
              <a:gd name="connsiteX45045" fmla="*/ 1565489 w 2119654"/>
              <a:gd name="connsiteY45045" fmla="*/ 706268 h 2398711"/>
              <a:gd name="connsiteX45046" fmla="*/ 887921 w 2119654"/>
              <a:gd name="connsiteY45046" fmla="*/ 2215394 h 2398711"/>
              <a:gd name="connsiteX45047" fmla="*/ 888160 w 2119654"/>
              <a:gd name="connsiteY45047" fmla="*/ 2215689 h 2398711"/>
              <a:gd name="connsiteX45048" fmla="*/ 890520 w 2119654"/>
              <a:gd name="connsiteY45048" fmla="*/ 2214257 h 2398711"/>
              <a:gd name="connsiteX45049" fmla="*/ 890512 w 2119654"/>
              <a:gd name="connsiteY45049" fmla="*/ 2214257 h 2398711"/>
              <a:gd name="connsiteX45050" fmla="*/ 888135 w 2119654"/>
              <a:gd name="connsiteY45050" fmla="*/ 2215246 h 2398711"/>
              <a:gd name="connsiteX45051" fmla="*/ 896033 w 2119654"/>
              <a:gd name="connsiteY45051" fmla="*/ 2197128 h 2398711"/>
              <a:gd name="connsiteX45052" fmla="*/ 898215 w 2119654"/>
              <a:gd name="connsiteY45052" fmla="*/ 2198625 h 2398711"/>
              <a:gd name="connsiteX45053" fmla="*/ 900345 w 2119654"/>
              <a:gd name="connsiteY45053" fmla="*/ 2197731 h 2398711"/>
              <a:gd name="connsiteX45054" fmla="*/ 899758 w 2119654"/>
              <a:gd name="connsiteY45054" fmla="*/ 2196290 h 2398711"/>
              <a:gd name="connsiteX45055" fmla="*/ 916280 w 2119654"/>
              <a:gd name="connsiteY45055" fmla="*/ 2151546 h 2398711"/>
              <a:gd name="connsiteX45056" fmla="*/ 917494 w 2119654"/>
              <a:gd name="connsiteY45056" fmla="*/ 2152310 h 2398711"/>
              <a:gd name="connsiteX45057" fmla="*/ 919141 w 2119654"/>
              <a:gd name="connsiteY45057" fmla="*/ 2151603 h 2398711"/>
              <a:gd name="connsiteX45058" fmla="*/ 918534 w 2119654"/>
              <a:gd name="connsiteY45058" fmla="*/ 2151125 h 2398711"/>
              <a:gd name="connsiteX45059" fmla="*/ 909164 w 2119654"/>
              <a:gd name="connsiteY45059" fmla="*/ 2167078 h 2398711"/>
              <a:gd name="connsiteX45060" fmla="*/ 910690 w 2119654"/>
              <a:gd name="connsiteY45060" fmla="*/ 2168305 h 2398711"/>
              <a:gd name="connsiteX45061" fmla="*/ 912545 w 2119654"/>
              <a:gd name="connsiteY45061" fmla="*/ 2169677 h 2398711"/>
              <a:gd name="connsiteX45062" fmla="*/ 912562 w 2119654"/>
              <a:gd name="connsiteY45062" fmla="*/ 2169674 h 2398711"/>
              <a:gd name="connsiteX45063" fmla="*/ 913535 w 2119654"/>
              <a:gd name="connsiteY45063" fmla="*/ 2168714 h 2398711"/>
              <a:gd name="connsiteX45064" fmla="*/ 909898 w 2119654"/>
              <a:gd name="connsiteY45064" fmla="*/ 2166937 h 2398711"/>
              <a:gd name="connsiteX45065" fmla="*/ 886456 w 2119654"/>
              <a:gd name="connsiteY45065" fmla="*/ 2217569 h 2398711"/>
              <a:gd name="connsiteX45066" fmla="*/ 888781 w 2119654"/>
              <a:gd name="connsiteY45066" fmla="*/ 2217107 h 2398711"/>
              <a:gd name="connsiteX45067" fmla="*/ 888259 w 2119654"/>
              <a:gd name="connsiteY45067" fmla="*/ 2216475 h 2398711"/>
              <a:gd name="connsiteX45068" fmla="*/ 879387 w 2119654"/>
              <a:gd name="connsiteY45068" fmla="*/ 2233291 h 2398711"/>
              <a:gd name="connsiteX45069" fmla="*/ 893505 w 2119654"/>
              <a:gd name="connsiteY45069" fmla="*/ 2235645 h 2398711"/>
              <a:gd name="connsiteX45070" fmla="*/ 902543 w 2119654"/>
              <a:gd name="connsiteY45070" fmla="*/ 2233961 h 2398711"/>
              <a:gd name="connsiteX45071" fmla="*/ 902900 w 2119654"/>
              <a:gd name="connsiteY45071" fmla="*/ 2233786 h 2398711"/>
              <a:gd name="connsiteX45072" fmla="*/ 897098 w 2119654"/>
              <a:gd name="connsiteY45072" fmla="*/ 2226950 h 2398711"/>
              <a:gd name="connsiteX45073" fmla="*/ 883082 w 2119654"/>
              <a:gd name="connsiteY45073" fmla="*/ 2231619 h 2398711"/>
              <a:gd name="connsiteX45074" fmla="*/ 882736 w 2119654"/>
              <a:gd name="connsiteY45074" fmla="*/ 2232066 h 2398711"/>
              <a:gd name="connsiteX45075" fmla="*/ 882437 w 2119654"/>
              <a:gd name="connsiteY45075" fmla="*/ 2232113 h 2398711"/>
              <a:gd name="connsiteX45076" fmla="*/ 882726 w 2119654"/>
              <a:gd name="connsiteY45076" fmla="*/ 2231737 h 2398711"/>
              <a:gd name="connsiteX45077" fmla="*/ 880088 w 2119654"/>
              <a:gd name="connsiteY45077" fmla="*/ 2232616 h 2398711"/>
              <a:gd name="connsiteX45078" fmla="*/ 904830 w 2119654"/>
              <a:gd name="connsiteY45078" fmla="*/ 2176241 h 2398711"/>
              <a:gd name="connsiteX45079" fmla="*/ 905573 w 2119654"/>
              <a:gd name="connsiteY45079" fmla="*/ 2176565 h 2398711"/>
              <a:gd name="connsiteX45080" fmla="*/ 906096 w 2119654"/>
              <a:gd name="connsiteY45080" fmla="*/ 2176049 h 2398711"/>
              <a:gd name="connsiteX45081" fmla="*/ 1570624 w 2119654"/>
              <a:gd name="connsiteY45081" fmla="*/ 685337 h 2398711"/>
              <a:gd name="connsiteX45082" fmla="*/ 1571127 w 2119654"/>
              <a:gd name="connsiteY45082" fmla="*/ 688355 h 2398711"/>
              <a:gd name="connsiteX45083" fmla="*/ 1571238 w 2119654"/>
              <a:gd name="connsiteY45083" fmla="*/ 687991 h 2398711"/>
              <a:gd name="connsiteX45084" fmla="*/ 1563969 w 2119654"/>
              <a:gd name="connsiteY45084" fmla="*/ 700122 h 2398711"/>
              <a:gd name="connsiteX45085" fmla="*/ 1563076 w 2119654"/>
              <a:gd name="connsiteY45085" fmla="*/ 702209 h 2398711"/>
              <a:gd name="connsiteX45086" fmla="*/ 1563093 w 2119654"/>
              <a:gd name="connsiteY45086" fmla="*/ 702750 h 2398711"/>
              <a:gd name="connsiteX45087" fmla="*/ 1563821 w 2119654"/>
              <a:gd name="connsiteY45087" fmla="*/ 704470 h 2398711"/>
              <a:gd name="connsiteX45088" fmla="*/ 1573642 w 2119654"/>
              <a:gd name="connsiteY45088" fmla="*/ 678355 h 2398711"/>
              <a:gd name="connsiteX45089" fmla="*/ 1573762 w 2119654"/>
              <a:gd name="connsiteY45089" fmla="*/ 682189 h 2398711"/>
              <a:gd name="connsiteX45090" fmla="*/ 1574466 w 2119654"/>
              <a:gd name="connsiteY45090" fmla="*/ 686596 h 2398711"/>
              <a:gd name="connsiteX45091" fmla="*/ 1574592 w 2119654"/>
              <a:gd name="connsiteY45091" fmla="*/ 686171 h 2398711"/>
              <a:gd name="connsiteX45092" fmla="*/ 1566928 w 2119654"/>
              <a:gd name="connsiteY45092" fmla="*/ 693210 h 2398711"/>
              <a:gd name="connsiteX45093" fmla="*/ 1565120 w 2119654"/>
              <a:gd name="connsiteY45093" fmla="*/ 697433 h 2398711"/>
              <a:gd name="connsiteX45094" fmla="*/ 1566510 w 2119654"/>
              <a:gd name="connsiteY45094" fmla="*/ 703083 h 2398711"/>
              <a:gd name="connsiteX45095" fmla="*/ 1568530 w 2119654"/>
              <a:gd name="connsiteY45095" fmla="*/ 696783 h 2398711"/>
              <a:gd name="connsiteX45096" fmla="*/ 1528202 w 2119654"/>
              <a:gd name="connsiteY45096" fmla="*/ 779918 h 2398711"/>
              <a:gd name="connsiteX45097" fmla="*/ 1528097 w 2119654"/>
              <a:gd name="connsiteY45097" fmla="*/ 780227 h 2398711"/>
              <a:gd name="connsiteX45098" fmla="*/ 1528664 w 2119654"/>
              <a:gd name="connsiteY45098" fmla="*/ 781001 h 2398711"/>
              <a:gd name="connsiteX45099" fmla="*/ 1567776 w 2119654"/>
              <a:gd name="connsiteY45099" fmla="*/ 691228 h 2398711"/>
              <a:gd name="connsiteX45100" fmla="*/ 1567582 w 2119654"/>
              <a:gd name="connsiteY45100" fmla="*/ 691682 h 2398711"/>
              <a:gd name="connsiteX45101" fmla="*/ 1569112 w 2119654"/>
              <a:gd name="connsiteY45101" fmla="*/ 694942 h 2398711"/>
              <a:gd name="connsiteX45102" fmla="*/ 1569207 w 2119654"/>
              <a:gd name="connsiteY45102" fmla="*/ 694630 h 2398711"/>
              <a:gd name="connsiteX45103" fmla="*/ 1557140 w 2119654"/>
              <a:gd name="connsiteY45103" fmla="*/ 714817 h 2398711"/>
              <a:gd name="connsiteX45104" fmla="*/ 1557562 w 2119654"/>
              <a:gd name="connsiteY45104" fmla="*/ 718090 h 2398711"/>
              <a:gd name="connsiteX45105" fmla="*/ 1559714 w 2119654"/>
              <a:gd name="connsiteY45105" fmla="*/ 715359 h 2398711"/>
              <a:gd name="connsiteX45106" fmla="*/ 1560257 w 2119654"/>
              <a:gd name="connsiteY45106" fmla="*/ 708281 h 2398711"/>
              <a:gd name="connsiteX45107" fmla="*/ 1570449 w 2119654"/>
              <a:gd name="connsiteY45107" fmla="*/ 684986 h 2398711"/>
              <a:gd name="connsiteX45108" fmla="*/ 1567907 w 2119654"/>
              <a:gd name="connsiteY45108" fmla="*/ 690923 h 2398711"/>
              <a:gd name="connsiteX45109" fmla="*/ 1569317 w 2119654"/>
              <a:gd name="connsiteY45109" fmla="*/ 694274 h 2398711"/>
              <a:gd name="connsiteX45110" fmla="*/ 1570980 w 2119654"/>
              <a:gd name="connsiteY45110" fmla="*/ 688834 h 2398711"/>
              <a:gd name="connsiteX45111" fmla="*/ 1570546 w 2119654"/>
              <a:gd name="connsiteY45111" fmla="*/ 685577 h 2398711"/>
              <a:gd name="connsiteX45112" fmla="*/ 1571055 w 2119654"/>
              <a:gd name="connsiteY45112" fmla="*/ 683569 h 2398711"/>
              <a:gd name="connsiteX45113" fmla="*/ 1570716 w 2119654"/>
              <a:gd name="connsiteY45113" fmla="*/ 684362 h 2398711"/>
              <a:gd name="connsiteX45114" fmla="*/ 1571418 w 2119654"/>
              <a:gd name="connsiteY45114" fmla="*/ 687400 h 2398711"/>
              <a:gd name="connsiteX45115" fmla="*/ 1571656 w 2119654"/>
              <a:gd name="connsiteY45115" fmla="*/ 686625 h 2398711"/>
              <a:gd name="connsiteX45116" fmla="*/ 1556296 w 2119654"/>
              <a:gd name="connsiteY45116" fmla="*/ 716588 h 2398711"/>
              <a:gd name="connsiteX45117" fmla="*/ 1556486 w 2119654"/>
              <a:gd name="connsiteY45117" fmla="*/ 719456 h 2398711"/>
              <a:gd name="connsiteX45118" fmla="*/ 1557281 w 2119654"/>
              <a:gd name="connsiteY45118" fmla="*/ 718447 h 2398711"/>
              <a:gd name="connsiteX45119" fmla="*/ 1556883 w 2119654"/>
              <a:gd name="connsiteY45119" fmla="*/ 715356 h 2398711"/>
              <a:gd name="connsiteX45120" fmla="*/ 1536759 w 2119654"/>
              <a:gd name="connsiteY45120" fmla="*/ 759983 h 2398711"/>
              <a:gd name="connsiteX45121" fmla="*/ 1536806 w 2119654"/>
              <a:gd name="connsiteY45121" fmla="*/ 761305 h 2398711"/>
              <a:gd name="connsiteX45122" fmla="*/ 1536979 w 2119654"/>
              <a:gd name="connsiteY45122" fmla="*/ 760455 h 2398711"/>
              <a:gd name="connsiteX45123" fmla="*/ 908242 w 2119654"/>
              <a:gd name="connsiteY45123" fmla="*/ 2167255 h 2398711"/>
              <a:gd name="connsiteX45124" fmla="*/ 909608 w 2119654"/>
              <a:gd name="connsiteY45124" fmla="*/ 2170135 h 2398711"/>
              <a:gd name="connsiteX45125" fmla="*/ 912116 w 2119654"/>
              <a:gd name="connsiteY45125" fmla="*/ 2169744 h 2398711"/>
              <a:gd name="connsiteX45126" fmla="*/ 908648 w 2119654"/>
              <a:gd name="connsiteY45126" fmla="*/ 2167177 h 2398711"/>
              <a:gd name="connsiteX45127" fmla="*/ 1576049 w 2119654"/>
              <a:gd name="connsiteY45127" fmla="*/ 671904 h 2398711"/>
              <a:gd name="connsiteX45128" fmla="*/ 1575283 w 2119654"/>
              <a:gd name="connsiteY45128" fmla="*/ 673692 h 2398711"/>
              <a:gd name="connsiteX45129" fmla="*/ 1576156 w 2119654"/>
              <a:gd name="connsiteY45129" fmla="*/ 680883 h 2398711"/>
              <a:gd name="connsiteX45130" fmla="*/ 1577422 w 2119654"/>
              <a:gd name="connsiteY45130" fmla="*/ 676605 h 2398711"/>
              <a:gd name="connsiteX45131" fmla="*/ 1576144 w 2119654"/>
              <a:gd name="connsiteY45131" fmla="*/ 672179 h 2398711"/>
              <a:gd name="connsiteX45132" fmla="*/ 1552542 w 2119654"/>
              <a:gd name="connsiteY45132" fmla="*/ 724462 h 2398711"/>
              <a:gd name="connsiteX45133" fmla="*/ 1556120 w 2119654"/>
              <a:gd name="connsiteY45133" fmla="*/ 719921 h 2398711"/>
              <a:gd name="connsiteX45134" fmla="*/ 1555948 w 2119654"/>
              <a:gd name="connsiteY45134" fmla="*/ 717316 h 2398711"/>
              <a:gd name="connsiteX45135" fmla="*/ 1551639 w 2119654"/>
              <a:gd name="connsiteY45135" fmla="*/ 726355 h 2398711"/>
              <a:gd name="connsiteX45136" fmla="*/ 1552593 w 2119654"/>
              <a:gd name="connsiteY45136" fmla="*/ 728836 h 2398711"/>
              <a:gd name="connsiteX45137" fmla="*/ 1556475 w 2119654"/>
              <a:gd name="connsiteY45137" fmla="*/ 734379 h 2398711"/>
              <a:gd name="connsiteX45138" fmla="*/ 1556970 w 2119654"/>
              <a:gd name="connsiteY45138" fmla="*/ 732834 h 2398711"/>
              <a:gd name="connsiteX45139" fmla="*/ 1556150 w 2119654"/>
              <a:gd name="connsiteY45139" fmla="*/ 720372 h 2398711"/>
              <a:gd name="connsiteX45140" fmla="*/ 1551951 w 2119654"/>
              <a:gd name="connsiteY45140" fmla="*/ 725701 h 2398711"/>
              <a:gd name="connsiteX45141" fmla="*/ 915400 w 2119654"/>
              <a:gd name="connsiteY45141" fmla="*/ 2150992 h 2398711"/>
              <a:gd name="connsiteX45142" fmla="*/ 915783 w 2119654"/>
              <a:gd name="connsiteY45142" fmla="*/ 2151234 h 2398711"/>
              <a:gd name="connsiteX45143" fmla="*/ 918118 w 2119654"/>
              <a:gd name="connsiteY45143" fmla="*/ 2150797 h 2398711"/>
              <a:gd name="connsiteX45144" fmla="*/ 917845 w 2119654"/>
              <a:gd name="connsiteY45144" fmla="*/ 2150581 h 2398711"/>
              <a:gd name="connsiteX45145" fmla="*/ 916050 w 2119654"/>
              <a:gd name="connsiteY45145" fmla="*/ 2150517 h 2398711"/>
              <a:gd name="connsiteX45146" fmla="*/ 1551321 w 2119654"/>
              <a:gd name="connsiteY45146" fmla="*/ 727022 h 2398711"/>
              <a:gd name="connsiteX45147" fmla="*/ 1551614 w 2119654"/>
              <a:gd name="connsiteY45147" fmla="*/ 727440 h 2398711"/>
              <a:gd name="connsiteX45148" fmla="*/ 1551394 w 2119654"/>
              <a:gd name="connsiteY45148" fmla="*/ 726868 h 2398711"/>
              <a:gd name="connsiteX45149" fmla="*/ 898727 w 2119654"/>
              <a:gd name="connsiteY45149" fmla="*/ 2188120 h 2398711"/>
              <a:gd name="connsiteX45150" fmla="*/ 902156 w 2119654"/>
              <a:gd name="connsiteY45150" fmla="*/ 2187916 h 2398711"/>
              <a:gd name="connsiteX45151" fmla="*/ 900569 w 2119654"/>
              <a:gd name="connsiteY45151" fmla="*/ 2187055 h 2398711"/>
              <a:gd name="connsiteX45152" fmla="*/ 1581095 w 2119654"/>
              <a:gd name="connsiteY45152" fmla="*/ 660115 h 2398711"/>
              <a:gd name="connsiteX45153" fmla="*/ 1576367 w 2119654"/>
              <a:gd name="connsiteY45153" fmla="*/ 671161 h 2398711"/>
              <a:gd name="connsiteX45154" fmla="*/ 1577684 w 2119654"/>
              <a:gd name="connsiteY45154" fmla="*/ 675719 h 2398711"/>
              <a:gd name="connsiteX45155" fmla="*/ 1581770 w 2119654"/>
              <a:gd name="connsiteY45155" fmla="*/ 661907 h 2398711"/>
              <a:gd name="connsiteX45156" fmla="*/ 878504 w 2119654"/>
              <a:gd name="connsiteY45156" fmla="*/ 2233144 h 2398711"/>
              <a:gd name="connsiteX45157" fmla="*/ 879114 w 2119654"/>
              <a:gd name="connsiteY45157" fmla="*/ 2233246 h 2398711"/>
              <a:gd name="connsiteX45158" fmla="*/ 879599 w 2119654"/>
              <a:gd name="connsiteY45158" fmla="*/ 2232779 h 2398711"/>
              <a:gd name="connsiteX45159" fmla="*/ 1530490 w 2119654"/>
              <a:gd name="connsiteY45159" fmla="*/ 773177 h 2398711"/>
              <a:gd name="connsiteX45160" fmla="*/ 1530328 w 2119654"/>
              <a:gd name="connsiteY45160" fmla="*/ 773656 h 2398711"/>
              <a:gd name="connsiteX45161" fmla="*/ 1530444 w 2119654"/>
              <a:gd name="connsiteY45161" fmla="*/ 773888 h 2398711"/>
              <a:gd name="connsiteX45162" fmla="*/ 1547668 w 2119654"/>
              <a:gd name="connsiteY45162" fmla="*/ 734681 h 2398711"/>
              <a:gd name="connsiteX45163" fmla="*/ 1548067 w 2119654"/>
              <a:gd name="connsiteY45163" fmla="*/ 736404 h 2398711"/>
              <a:gd name="connsiteX45164" fmla="*/ 1548047 w 2119654"/>
              <a:gd name="connsiteY45164" fmla="*/ 734564 h 2398711"/>
              <a:gd name="connsiteX45165" fmla="*/ 1547872 w 2119654"/>
              <a:gd name="connsiteY45165" fmla="*/ 734254 h 2398711"/>
              <a:gd name="connsiteX45166" fmla="*/ 1584994 w 2119654"/>
              <a:gd name="connsiteY45166" fmla="*/ 651006 h 2398711"/>
              <a:gd name="connsiteX45167" fmla="*/ 1583662 w 2119654"/>
              <a:gd name="connsiteY45167" fmla="*/ 654119 h 2398711"/>
              <a:gd name="connsiteX45168" fmla="*/ 1583913 w 2119654"/>
              <a:gd name="connsiteY45168" fmla="*/ 654661 h 2398711"/>
              <a:gd name="connsiteX45169" fmla="*/ 1546968 w 2119654"/>
              <a:gd name="connsiteY45169" fmla="*/ 736150 h 2398711"/>
              <a:gd name="connsiteX45170" fmla="*/ 1548053 w 2119654"/>
              <a:gd name="connsiteY45170" fmla="*/ 738701 h 2398711"/>
              <a:gd name="connsiteX45171" fmla="*/ 1547695 w 2119654"/>
              <a:gd name="connsiteY45171" fmla="*/ 737158 h 2398711"/>
              <a:gd name="connsiteX45172" fmla="*/ 1547067 w 2119654"/>
              <a:gd name="connsiteY45172" fmla="*/ 735942 h 2398711"/>
              <a:gd name="connsiteX45173" fmla="*/ 902483 w 2119654"/>
              <a:gd name="connsiteY45173" fmla="*/ 2179156 h 2398711"/>
              <a:gd name="connsiteX45174" fmla="*/ 902595 w 2119654"/>
              <a:gd name="connsiteY45174" fmla="*/ 2179352 h 2398711"/>
              <a:gd name="connsiteX45175" fmla="*/ 902908 w 2119654"/>
              <a:gd name="connsiteY45175" fmla="*/ 2179192 h 2398711"/>
              <a:gd name="connsiteX45176" fmla="*/ 903107 w 2119654"/>
              <a:gd name="connsiteY45176" fmla="*/ 2178996 h 2398711"/>
              <a:gd name="connsiteX45177" fmla="*/ 903034 w 2119654"/>
              <a:gd name="connsiteY45177" fmla="*/ 2178988 h 2398711"/>
              <a:gd name="connsiteX45178" fmla="*/ 1527780 w 2119654"/>
              <a:gd name="connsiteY45178" fmla="*/ 778929 h 2398711"/>
              <a:gd name="connsiteX45179" fmla="*/ 1527736 w 2119654"/>
              <a:gd name="connsiteY45179" fmla="*/ 779050 h 2398711"/>
              <a:gd name="connsiteX45180" fmla="*/ 1527827 w 2119654"/>
              <a:gd name="connsiteY45180" fmla="*/ 779859 h 2398711"/>
              <a:gd name="connsiteX45181" fmla="*/ 1527894 w 2119654"/>
              <a:gd name="connsiteY45181" fmla="*/ 779952 h 2398711"/>
              <a:gd name="connsiteX45182" fmla="*/ 1528037 w 2119654"/>
              <a:gd name="connsiteY45182" fmla="*/ 779531 h 2398711"/>
              <a:gd name="connsiteX45183" fmla="*/ 1588176 w 2119654"/>
              <a:gd name="connsiteY45183" fmla="*/ 643573 h 2398711"/>
              <a:gd name="connsiteX45184" fmla="*/ 1587163 w 2119654"/>
              <a:gd name="connsiteY45184" fmla="*/ 645940 h 2398711"/>
              <a:gd name="connsiteX45185" fmla="*/ 1584593 w 2119654"/>
              <a:gd name="connsiteY45185" fmla="*/ 656130 h 2398711"/>
              <a:gd name="connsiteX45186" fmla="*/ 1592148 w 2119654"/>
              <a:gd name="connsiteY45186" fmla="*/ 672468 h 2398711"/>
              <a:gd name="connsiteX45187" fmla="*/ 1592249 w 2119654"/>
              <a:gd name="connsiteY45187" fmla="*/ 671874 h 2398711"/>
              <a:gd name="connsiteX45188" fmla="*/ 1592519 w 2119654"/>
              <a:gd name="connsiteY45188" fmla="*/ 662039 h 2398711"/>
              <a:gd name="connsiteX45189" fmla="*/ 902349 w 2119654"/>
              <a:gd name="connsiteY45189" fmla="*/ 2178920 h 2398711"/>
              <a:gd name="connsiteX45190" fmla="*/ 902375 w 2119654"/>
              <a:gd name="connsiteY45190" fmla="*/ 2178967 h 2398711"/>
              <a:gd name="connsiteX45191" fmla="*/ 902482 w 2119654"/>
              <a:gd name="connsiteY45191" fmla="*/ 2178934 h 2398711"/>
              <a:gd name="connsiteX45192" fmla="*/ 1593886 w 2119654"/>
              <a:gd name="connsiteY45192" fmla="*/ 630235 h 2398711"/>
              <a:gd name="connsiteX45193" fmla="*/ 1588359 w 2119654"/>
              <a:gd name="connsiteY45193" fmla="*/ 643146 h 2398711"/>
              <a:gd name="connsiteX45194" fmla="*/ 1592549 w 2119654"/>
              <a:gd name="connsiteY45194" fmla="*/ 660963 h 2398711"/>
              <a:gd name="connsiteX45195" fmla="*/ 1592663 w 2119654"/>
              <a:gd name="connsiteY45195" fmla="*/ 656816 h 2398711"/>
              <a:gd name="connsiteX45196" fmla="*/ 1592916 w 2119654"/>
              <a:gd name="connsiteY45196" fmla="*/ 638785 h 2398711"/>
              <a:gd name="connsiteX45197" fmla="*/ 1593076 w 2119654"/>
              <a:gd name="connsiteY45197" fmla="*/ 638993 h 2398711"/>
              <a:gd name="connsiteX45198" fmla="*/ 1592755 w 2119654"/>
              <a:gd name="connsiteY45198" fmla="*/ 661840 h 2398711"/>
              <a:gd name="connsiteX45199" fmla="*/ 1593454 w 2119654"/>
              <a:gd name="connsiteY45199" fmla="*/ 664809 h 2398711"/>
              <a:gd name="connsiteX45200" fmla="*/ 1595690 w 2119654"/>
              <a:gd name="connsiteY45200" fmla="*/ 651694 h 2398711"/>
              <a:gd name="connsiteX45201" fmla="*/ 1597037 w 2119654"/>
              <a:gd name="connsiteY45201" fmla="*/ 622723 h 2398711"/>
              <a:gd name="connsiteX45202" fmla="*/ 1595394 w 2119654"/>
              <a:gd name="connsiteY45202" fmla="*/ 626712 h 2398711"/>
              <a:gd name="connsiteX45203" fmla="*/ 1594525 w 2119654"/>
              <a:gd name="connsiteY45203" fmla="*/ 628742 h 2398711"/>
              <a:gd name="connsiteX45204" fmla="*/ 1596202 w 2119654"/>
              <a:gd name="connsiteY45204" fmla="*/ 648691 h 2398711"/>
              <a:gd name="connsiteX45205" fmla="*/ 1596275 w 2119654"/>
              <a:gd name="connsiteY45205" fmla="*/ 648262 h 2398711"/>
              <a:gd name="connsiteX45206" fmla="*/ 1599310 w 2119654"/>
              <a:gd name="connsiteY45206" fmla="*/ 629327 h 2398711"/>
              <a:gd name="connsiteX45207" fmla="*/ 1537479 w 2119654"/>
              <a:gd name="connsiteY45207" fmla="*/ 756048 h 2398711"/>
              <a:gd name="connsiteX45208" fmla="*/ 1537581 w 2119654"/>
              <a:gd name="connsiteY45208" fmla="*/ 757511 h 2398711"/>
              <a:gd name="connsiteX45209" fmla="*/ 1538159 w 2119654"/>
              <a:gd name="connsiteY45209" fmla="*/ 754684 h 2398711"/>
              <a:gd name="connsiteX45210" fmla="*/ 1538159 w 2119654"/>
              <a:gd name="connsiteY45210" fmla="*/ 754622 h 2398711"/>
              <a:gd name="connsiteX45211" fmla="*/ 869984 w 2119654"/>
              <a:gd name="connsiteY45211" fmla="*/ 2250535 h 2398711"/>
              <a:gd name="connsiteX45212" fmla="*/ 872403 w 2119654"/>
              <a:gd name="connsiteY45212" fmla="*/ 2253881 h 2398711"/>
              <a:gd name="connsiteX45213" fmla="*/ 884083 w 2119654"/>
              <a:gd name="connsiteY45213" fmla="*/ 2251951 h 2398711"/>
              <a:gd name="connsiteX45214" fmla="*/ 877982 w 2119654"/>
              <a:gd name="connsiteY45214" fmla="*/ 2246601 h 2398711"/>
              <a:gd name="connsiteX45215" fmla="*/ 1536084 w 2119654"/>
              <a:gd name="connsiteY45215" fmla="*/ 758973 h 2398711"/>
              <a:gd name="connsiteX45216" fmla="*/ 1536391 w 2119654"/>
              <a:gd name="connsiteY45216" fmla="*/ 760250 h 2398711"/>
              <a:gd name="connsiteX45217" fmla="*/ 1536367 w 2119654"/>
              <a:gd name="connsiteY45217" fmla="*/ 759140 h 2398711"/>
              <a:gd name="connsiteX45218" fmla="*/ 1536188 w 2119654"/>
              <a:gd name="connsiteY45218" fmla="*/ 758755 h 2398711"/>
              <a:gd name="connsiteX45219" fmla="*/ 1530543 w 2119654"/>
              <a:gd name="connsiteY45219" fmla="*/ 771323 h 2398711"/>
              <a:gd name="connsiteX45220" fmla="*/ 1529962 w 2119654"/>
              <a:gd name="connsiteY45220" fmla="*/ 772922 h 2398711"/>
              <a:gd name="connsiteX45221" fmla="*/ 1530152 w 2119654"/>
              <a:gd name="connsiteY45221" fmla="*/ 773302 h 2398711"/>
              <a:gd name="connsiteX45222" fmla="*/ 1530559 w 2119654"/>
              <a:gd name="connsiteY45222" fmla="*/ 772100 h 2398711"/>
              <a:gd name="connsiteX45223" fmla="*/ 1530596 w 2119654"/>
              <a:gd name="connsiteY45223" fmla="*/ 771544 h 2398711"/>
              <a:gd name="connsiteX45224" fmla="*/ 1587975 w 2119654"/>
              <a:gd name="connsiteY45224" fmla="*/ 642720 h 2398711"/>
              <a:gd name="connsiteX45225" fmla="*/ 1587947 w 2119654"/>
              <a:gd name="connsiteY45225" fmla="*/ 642834 h 2398711"/>
              <a:gd name="connsiteX45226" fmla="*/ 1587982 w 2119654"/>
              <a:gd name="connsiteY45226" fmla="*/ 642751 h 2398711"/>
              <a:gd name="connsiteX45227" fmla="*/ 912486 w 2119654"/>
              <a:gd name="connsiteY45227" fmla="*/ 2154879 h 2398711"/>
              <a:gd name="connsiteX45228" fmla="*/ 914330 w 2119654"/>
              <a:gd name="connsiteY45228" fmla="*/ 2154771 h 2398711"/>
              <a:gd name="connsiteX45229" fmla="*/ 918065 w 2119654"/>
              <a:gd name="connsiteY45229" fmla="*/ 2153463 h 2398711"/>
              <a:gd name="connsiteX45230" fmla="*/ 917618 w 2119654"/>
              <a:gd name="connsiteY45230" fmla="*/ 2153183 h 2398711"/>
              <a:gd name="connsiteX45231" fmla="*/ 916445 w 2119654"/>
              <a:gd name="connsiteY45231" fmla="*/ 2153367 h 2398711"/>
              <a:gd name="connsiteX45232" fmla="*/ 901966 w 2119654"/>
              <a:gd name="connsiteY45232" fmla="*/ 2178254 h 2398711"/>
              <a:gd name="connsiteX45233" fmla="*/ 902148 w 2119654"/>
              <a:gd name="connsiteY45233" fmla="*/ 2178572 h 2398711"/>
              <a:gd name="connsiteX45234" fmla="*/ 902857 w 2119654"/>
              <a:gd name="connsiteY45234" fmla="*/ 2178642 h 2398711"/>
              <a:gd name="connsiteX45235" fmla="*/ 894122 w 2119654"/>
              <a:gd name="connsiteY45235" fmla="*/ 2195816 h 2398711"/>
              <a:gd name="connsiteX45236" fmla="*/ 894943 w 2119654"/>
              <a:gd name="connsiteY45236" fmla="*/ 2196379 h 2398711"/>
              <a:gd name="connsiteX45237" fmla="*/ 898532 w 2119654"/>
              <a:gd name="connsiteY45237" fmla="*/ 2195420 h 2398711"/>
              <a:gd name="connsiteX45238" fmla="*/ 913871 w 2119654"/>
              <a:gd name="connsiteY45238" fmla="*/ 2151591 h 2398711"/>
              <a:gd name="connsiteX45239" fmla="*/ 914342 w 2119654"/>
              <a:gd name="connsiteY45239" fmla="*/ 2151503 h 2398711"/>
              <a:gd name="connsiteX45240" fmla="*/ 914619 w 2119654"/>
              <a:gd name="connsiteY45240" fmla="*/ 2151296 h 2398711"/>
              <a:gd name="connsiteX45241" fmla="*/ 914525 w 2119654"/>
              <a:gd name="connsiteY45241" fmla="*/ 2151237 h 2398711"/>
              <a:gd name="connsiteX45242" fmla="*/ 897070 w 2119654"/>
              <a:gd name="connsiteY45242" fmla="*/ 2189078 h 2398711"/>
              <a:gd name="connsiteX45243" fmla="*/ 897581 w 2119654"/>
              <a:gd name="connsiteY45243" fmla="*/ 2190387 h 2398711"/>
              <a:gd name="connsiteX45244" fmla="*/ 900801 w 2119654"/>
              <a:gd name="connsiteY45244" fmla="*/ 2189767 h 2398711"/>
              <a:gd name="connsiteX45245" fmla="*/ 903328 w 2119654"/>
              <a:gd name="connsiteY45245" fmla="*/ 2188551 h 2398711"/>
              <a:gd name="connsiteX45246" fmla="*/ 903270 w 2119654"/>
              <a:gd name="connsiteY45246" fmla="*/ 2188520 h 2398711"/>
              <a:gd name="connsiteX45247" fmla="*/ 897434 w 2119654"/>
              <a:gd name="connsiteY45247" fmla="*/ 2188867 h 2398711"/>
              <a:gd name="connsiteX45248" fmla="*/ 884115 w 2119654"/>
              <a:gd name="connsiteY45248" fmla="*/ 2218034 h 2398711"/>
              <a:gd name="connsiteX45249" fmla="*/ 884384 w 2119654"/>
              <a:gd name="connsiteY45249" fmla="*/ 2217980 h 2398711"/>
              <a:gd name="connsiteX45250" fmla="*/ 887794 w 2119654"/>
              <a:gd name="connsiteY45250" fmla="*/ 2215912 h 2398711"/>
              <a:gd name="connsiteX45251" fmla="*/ 887569 w 2119654"/>
              <a:gd name="connsiteY45251" fmla="*/ 2215639 h 2398711"/>
              <a:gd name="connsiteX45252" fmla="*/ 894697 w 2119654"/>
              <a:gd name="connsiteY45252" fmla="*/ 2193738 h 2398711"/>
              <a:gd name="connsiteX45253" fmla="*/ 898356 w 2119654"/>
              <a:gd name="connsiteY45253" fmla="*/ 2192850 h 2398711"/>
              <a:gd name="connsiteX45254" fmla="*/ 898164 w 2119654"/>
              <a:gd name="connsiteY45254" fmla="*/ 2192377 h 2398711"/>
              <a:gd name="connsiteX45255" fmla="*/ 897502 w 2119654"/>
              <a:gd name="connsiteY45255" fmla="*/ 2192497 h 2398711"/>
              <a:gd name="connsiteX45256" fmla="*/ 896961 w 2119654"/>
              <a:gd name="connsiteY45256" fmla="*/ 2192756 h 2398711"/>
              <a:gd name="connsiteX45257" fmla="*/ 896673 w 2119654"/>
              <a:gd name="connsiteY45257" fmla="*/ 2189308 h 2398711"/>
              <a:gd name="connsiteX45258" fmla="*/ 897346 w 2119654"/>
              <a:gd name="connsiteY45258" fmla="*/ 2190370 h 2398711"/>
              <a:gd name="connsiteX45259" fmla="*/ 896867 w 2119654"/>
              <a:gd name="connsiteY45259" fmla="*/ 2189196 h 2398711"/>
              <a:gd name="connsiteX45260" fmla="*/ 890933 w 2119654"/>
              <a:gd name="connsiteY45260" fmla="*/ 2201837 h 2398711"/>
              <a:gd name="connsiteX45261" fmla="*/ 892689 w 2119654"/>
              <a:gd name="connsiteY45261" fmla="*/ 2205407 h 2398711"/>
              <a:gd name="connsiteX45262" fmla="*/ 897649 w 2119654"/>
              <a:gd name="connsiteY45262" fmla="*/ 2203200 h 2398711"/>
              <a:gd name="connsiteX45263" fmla="*/ 900342 w 2119654"/>
              <a:gd name="connsiteY45263" fmla="*/ 2201686 h 2398711"/>
              <a:gd name="connsiteX45264" fmla="*/ 896996 w 2119654"/>
              <a:gd name="connsiteY45264" fmla="*/ 2199390 h 2398711"/>
              <a:gd name="connsiteX45265" fmla="*/ 896432 w 2119654"/>
              <a:gd name="connsiteY45265" fmla="*/ 2188927 h 2398711"/>
              <a:gd name="connsiteX45266" fmla="*/ 896476 w 2119654"/>
              <a:gd name="connsiteY45266" fmla="*/ 2188997 h 2398711"/>
              <a:gd name="connsiteX45267" fmla="*/ 896611 w 2119654"/>
              <a:gd name="connsiteY45267" fmla="*/ 2188916 h 2398711"/>
              <a:gd name="connsiteX45268" fmla="*/ 882848 w 2119654"/>
              <a:gd name="connsiteY45268" fmla="*/ 2218912 h 2398711"/>
              <a:gd name="connsiteX45269" fmla="*/ 883040 w 2119654"/>
              <a:gd name="connsiteY45269" fmla="*/ 2218796 h 2398711"/>
              <a:gd name="connsiteX45270" fmla="*/ 883006 w 2119654"/>
              <a:gd name="connsiteY45270" fmla="*/ 2218803 h 2398711"/>
              <a:gd name="connsiteX45271" fmla="*/ 902378 w 2119654"/>
              <a:gd name="connsiteY45271" fmla="*/ 2175173 h 2398711"/>
              <a:gd name="connsiteX45272" fmla="*/ 902820 w 2119654"/>
              <a:gd name="connsiteY45272" fmla="*/ 2175366 h 2398711"/>
              <a:gd name="connsiteX45273" fmla="*/ 907511 w 2119654"/>
              <a:gd name="connsiteY45273" fmla="*/ 2174654 h 2398711"/>
              <a:gd name="connsiteX45274" fmla="*/ 907892 w 2119654"/>
              <a:gd name="connsiteY45274" fmla="*/ 2174278 h 2398711"/>
              <a:gd name="connsiteX45275" fmla="*/ 1546012 w 2119654"/>
              <a:gd name="connsiteY45275" fmla="*/ 733902 h 2398711"/>
              <a:gd name="connsiteX45276" fmla="*/ 1546283 w 2119654"/>
              <a:gd name="connsiteY45276" fmla="*/ 734539 h 2398711"/>
              <a:gd name="connsiteX45277" fmla="*/ 1546311 w 2119654"/>
              <a:gd name="connsiteY45277" fmla="*/ 734480 h 2398711"/>
              <a:gd name="connsiteX45278" fmla="*/ 886430 w 2119654"/>
              <a:gd name="connsiteY45278" fmla="*/ 2210477 h 2398711"/>
              <a:gd name="connsiteX45279" fmla="*/ 890838 w 2119654"/>
              <a:gd name="connsiteY45279" fmla="*/ 2211255 h 2398711"/>
              <a:gd name="connsiteX45280" fmla="*/ 892663 w 2119654"/>
              <a:gd name="connsiteY45280" fmla="*/ 2210472 h 2398711"/>
              <a:gd name="connsiteX45281" fmla="*/ 891646 w 2119654"/>
              <a:gd name="connsiteY45281" fmla="*/ 2208403 h 2398711"/>
              <a:gd name="connsiteX45282" fmla="*/ 1536921 w 2119654"/>
              <a:gd name="connsiteY45282" fmla="*/ 753842 h 2398711"/>
              <a:gd name="connsiteX45283" fmla="*/ 1536755 w 2119654"/>
              <a:gd name="connsiteY45283" fmla="*/ 754217 h 2398711"/>
              <a:gd name="connsiteX45284" fmla="*/ 1536597 w 2119654"/>
              <a:gd name="connsiteY45284" fmla="*/ 754650 h 2398711"/>
              <a:gd name="connsiteX45285" fmla="*/ 1536637 w 2119654"/>
              <a:gd name="connsiteY45285" fmla="*/ 754767 h 2398711"/>
              <a:gd name="connsiteX45286" fmla="*/ 1536942 w 2119654"/>
              <a:gd name="connsiteY45286" fmla="*/ 754128 h 2398711"/>
              <a:gd name="connsiteX45287" fmla="*/ 1537508 w 2119654"/>
              <a:gd name="connsiteY45287" fmla="*/ 752524 h 2398711"/>
              <a:gd name="connsiteX45288" fmla="*/ 1537269 w 2119654"/>
              <a:gd name="connsiteY45288" fmla="*/ 753060 h 2398711"/>
              <a:gd name="connsiteX45289" fmla="*/ 1537293 w 2119654"/>
              <a:gd name="connsiteY45289" fmla="*/ 753392 h 2398711"/>
              <a:gd name="connsiteX45290" fmla="*/ 1537606 w 2119654"/>
              <a:gd name="connsiteY45290" fmla="*/ 752733 h 2398711"/>
              <a:gd name="connsiteX45291" fmla="*/ 1546181 w 2119654"/>
              <a:gd name="connsiteY45291" fmla="*/ 733023 h 2398711"/>
              <a:gd name="connsiteX45292" fmla="*/ 1546610 w 2119654"/>
              <a:gd name="connsiteY45292" fmla="*/ 733853 h 2398711"/>
              <a:gd name="connsiteX45293" fmla="*/ 1546826 w 2119654"/>
              <a:gd name="connsiteY45293" fmla="*/ 733401 h 2398711"/>
              <a:gd name="connsiteX45294" fmla="*/ 1546612 w 2119654"/>
              <a:gd name="connsiteY45294" fmla="*/ 732476 h 2398711"/>
              <a:gd name="connsiteX45295" fmla="*/ 1562866 w 2119654"/>
              <a:gd name="connsiteY45295" fmla="*/ 695609 h 2398711"/>
              <a:gd name="connsiteX45296" fmla="*/ 1562989 w 2119654"/>
              <a:gd name="connsiteY45296" fmla="*/ 699504 h 2398711"/>
              <a:gd name="connsiteX45297" fmla="*/ 1563540 w 2119654"/>
              <a:gd name="connsiteY45297" fmla="*/ 698350 h 2398711"/>
              <a:gd name="connsiteX45298" fmla="*/ 911477 w 2119654"/>
              <a:gd name="connsiteY45298" fmla="*/ 2153859 h 2398711"/>
              <a:gd name="connsiteX45299" fmla="*/ 915276 w 2119654"/>
              <a:gd name="connsiteY45299" fmla="*/ 2153263 h 2398711"/>
              <a:gd name="connsiteX45300" fmla="*/ 916744 w 2119654"/>
              <a:gd name="connsiteY45300" fmla="*/ 2152632 h 2398711"/>
              <a:gd name="connsiteX45301" fmla="*/ 915307 w 2119654"/>
              <a:gd name="connsiteY45301" fmla="*/ 2151728 h 2398711"/>
              <a:gd name="connsiteX45302" fmla="*/ 914077 w 2119654"/>
              <a:gd name="connsiteY45302" fmla="*/ 2151959 h 2398711"/>
              <a:gd name="connsiteX45303" fmla="*/ 911210 w 2119654"/>
              <a:gd name="connsiteY45303" fmla="*/ 2154188 h 2398711"/>
              <a:gd name="connsiteX45304" fmla="*/ 911366 w 2119654"/>
              <a:gd name="connsiteY45304" fmla="*/ 2154529 h 2398711"/>
              <a:gd name="connsiteX45305" fmla="*/ 911700 w 2119654"/>
              <a:gd name="connsiteY45305" fmla="*/ 2154765 h 2398711"/>
              <a:gd name="connsiteX45306" fmla="*/ 912392 w 2119654"/>
              <a:gd name="connsiteY45306" fmla="*/ 2154501 h 2398711"/>
              <a:gd name="connsiteX45307" fmla="*/ 914220 w 2119654"/>
              <a:gd name="connsiteY45307" fmla="*/ 2153715 h 2398711"/>
              <a:gd name="connsiteX45308" fmla="*/ 872971 w 2119654"/>
              <a:gd name="connsiteY45308" fmla="*/ 2239468 h 2398711"/>
              <a:gd name="connsiteX45309" fmla="*/ 890523 w 2119654"/>
              <a:gd name="connsiteY45309" fmla="*/ 2236200 h 2398711"/>
              <a:gd name="connsiteX45310" fmla="*/ 878455 w 2119654"/>
              <a:gd name="connsiteY45310" fmla="*/ 2234188 h 2398711"/>
              <a:gd name="connsiteX45311" fmla="*/ 872005 w 2119654"/>
              <a:gd name="connsiteY45311" fmla="*/ 2241064 h 2398711"/>
              <a:gd name="connsiteX45312" fmla="*/ 874400 w 2119654"/>
              <a:gd name="connsiteY45312" fmla="*/ 2243223 h 2398711"/>
              <a:gd name="connsiteX45313" fmla="*/ 877746 w 2119654"/>
              <a:gd name="connsiteY45313" fmla="*/ 2246158 h 2398711"/>
              <a:gd name="connsiteX45314" fmla="*/ 896101 w 2119654"/>
              <a:gd name="connsiteY45314" fmla="*/ 2237130 h 2398711"/>
              <a:gd name="connsiteX45315" fmla="*/ 894537 w 2119654"/>
              <a:gd name="connsiteY45315" fmla="*/ 2236869 h 2398711"/>
              <a:gd name="connsiteX45316" fmla="*/ 1574531 w 2119654"/>
              <a:gd name="connsiteY45316" fmla="*/ 667494 h 2398711"/>
              <a:gd name="connsiteX45317" fmla="*/ 1575163 w 2119654"/>
              <a:gd name="connsiteY45317" fmla="*/ 672698 h 2398711"/>
              <a:gd name="connsiteX45318" fmla="*/ 1575805 w 2119654"/>
              <a:gd name="connsiteY45318" fmla="*/ 671197 h 2398711"/>
              <a:gd name="connsiteX45319" fmla="*/ 892487 w 2119654"/>
              <a:gd name="connsiteY45319" fmla="*/ 2194695 h 2398711"/>
              <a:gd name="connsiteX45320" fmla="*/ 892958 w 2119654"/>
              <a:gd name="connsiteY45320" fmla="*/ 2195018 h 2398711"/>
              <a:gd name="connsiteX45321" fmla="*/ 898711 w 2119654"/>
              <a:gd name="connsiteY45321" fmla="*/ 2194500 h 2398711"/>
              <a:gd name="connsiteX45322" fmla="*/ 899009 w 2119654"/>
              <a:gd name="connsiteY45322" fmla="*/ 2194451 h 2398711"/>
              <a:gd name="connsiteX45323" fmla="*/ 898471 w 2119654"/>
              <a:gd name="connsiteY45323" fmla="*/ 2193132 h 2398711"/>
              <a:gd name="connsiteX45324" fmla="*/ 893071 w 2119654"/>
              <a:gd name="connsiteY45324" fmla="*/ 2194442 h 2398711"/>
              <a:gd name="connsiteX45325" fmla="*/ 896079 w 2119654"/>
              <a:gd name="connsiteY45325" fmla="*/ 2186549 h 2398711"/>
              <a:gd name="connsiteX45326" fmla="*/ 896741 w 2119654"/>
              <a:gd name="connsiteY45326" fmla="*/ 2188238 h 2398711"/>
              <a:gd name="connsiteX45327" fmla="*/ 897859 w 2119654"/>
              <a:gd name="connsiteY45327" fmla="*/ 2188172 h 2398711"/>
              <a:gd name="connsiteX45328" fmla="*/ 900130 w 2119654"/>
              <a:gd name="connsiteY45328" fmla="*/ 2186816 h 2398711"/>
              <a:gd name="connsiteX45329" fmla="*/ 898603 w 2119654"/>
              <a:gd name="connsiteY45329" fmla="*/ 2185986 h 2398711"/>
              <a:gd name="connsiteX45330" fmla="*/ 896464 w 2119654"/>
              <a:gd name="connsiteY45330" fmla="*/ 2186170 h 2398711"/>
              <a:gd name="connsiteX45331" fmla="*/ 1546035 w 2119654"/>
              <a:gd name="connsiteY45331" fmla="*/ 731050 h 2398711"/>
              <a:gd name="connsiteX45332" fmla="*/ 1545730 w 2119654"/>
              <a:gd name="connsiteY45332" fmla="*/ 732150 h 2398711"/>
              <a:gd name="connsiteX45333" fmla="*/ 1546028 w 2119654"/>
              <a:gd name="connsiteY45333" fmla="*/ 732727 h 2398711"/>
              <a:gd name="connsiteX45334" fmla="*/ 1546524 w 2119654"/>
              <a:gd name="connsiteY45334" fmla="*/ 732097 h 2398711"/>
              <a:gd name="connsiteX45335" fmla="*/ 1546450 w 2119654"/>
              <a:gd name="connsiteY45335" fmla="*/ 731775 h 2398711"/>
              <a:gd name="connsiteX45336" fmla="*/ 910791 w 2119654"/>
              <a:gd name="connsiteY45336" fmla="*/ 2153266 h 2398711"/>
              <a:gd name="connsiteX45337" fmla="*/ 911088 w 2119654"/>
              <a:gd name="connsiteY45337" fmla="*/ 2153920 h 2398711"/>
              <a:gd name="connsiteX45338" fmla="*/ 911139 w 2119654"/>
              <a:gd name="connsiteY45338" fmla="*/ 2153912 h 2398711"/>
              <a:gd name="connsiteX45339" fmla="*/ 913624 w 2119654"/>
              <a:gd name="connsiteY45339" fmla="*/ 2152043 h 2398711"/>
              <a:gd name="connsiteX45340" fmla="*/ 912735 w 2119654"/>
              <a:gd name="connsiteY45340" fmla="*/ 2152210 h 2398711"/>
              <a:gd name="connsiteX45341" fmla="*/ 895368 w 2119654"/>
              <a:gd name="connsiteY45341" fmla="*/ 2187249 h 2398711"/>
              <a:gd name="connsiteX45342" fmla="*/ 896022 w 2119654"/>
              <a:gd name="connsiteY45342" fmla="*/ 2188281 h 2398711"/>
              <a:gd name="connsiteX45343" fmla="*/ 896483 w 2119654"/>
              <a:gd name="connsiteY45343" fmla="*/ 2188254 h 2398711"/>
              <a:gd name="connsiteX45344" fmla="*/ 895872 w 2119654"/>
              <a:gd name="connsiteY45344" fmla="*/ 2186753 h 2398711"/>
              <a:gd name="connsiteX45345" fmla="*/ 884541 w 2119654"/>
              <a:gd name="connsiteY45345" fmla="*/ 2211228 h 2398711"/>
              <a:gd name="connsiteX45346" fmla="*/ 886183 w 2119654"/>
              <a:gd name="connsiteY45346" fmla="*/ 2213252 h 2398711"/>
              <a:gd name="connsiteX45347" fmla="*/ 889945 w 2119654"/>
              <a:gd name="connsiteY45347" fmla="*/ 2211638 h 2398711"/>
              <a:gd name="connsiteX45348" fmla="*/ 885488 w 2119654"/>
              <a:gd name="connsiteY45348" fmla="*/ 2210851 h 2398711"/>
              <a:gd name="connsiteX45349" fmla="*/ 893428 w 2119654"/>
              <a:gd name="connsiteY45349" fmla="*/ 2191185 h 2398711"/>
              <a:gd name="connsiteX45350" fmla="*/ 897124 w 2119654"/>
              <a:gd name="connsiteY45350" fmla="*/ 2190475 h 2398711"/>
              <a:gd name="connsiteX45351" fmla="*/ 896427 w 2119654"/>
              <a:gd name="connsiteY45351" fmla="*/ 2189450 h 2398711"/>
              <a:gd name="connsiteX45352" fmla="*/ 910500 w 2119654"/>
              <a:gd name="connsiteY45352" fmla="*/ 2152627 h 2398711"/>
              <a:gd name="connsiteX45353" fmla="*/ 910534 w 2119654"/>
              <a:gd name="connsiteY45353" fmla="*/ 2152701 h 2398711"/>
              <a:gd name="connsiteX45354" fmla="*/ 910730 w 2119654"/>
              <a:gd name="connsiteY45354" fmla="*/ 2152584 h 2398711"/>
              <a:gd name="connsiteX45355" fmla="*/ 1574341 w 2119654"/>
              <a:gd name="connsiteY45355" fmla="*/ 665936 h 2398711"/>
              <a:gd name="connsiteX45356" fmla="*/ 1574371 w 2119654"/>
              <a:gd name="connsiteY45356" fmla="*/ 666180 h 2398711"/>
              <a:gd name="connsiteX45357" fmla="*/ 1574623 w 2119654"/>
              <a:gd name="connsiteY45357" fmla="*/ 666911 h 2398711"/>
              <a:gd name="connsiteX45358" fmla="*/ 1564497 w 2119654"/>
              <a:gd name="connsiteY45358" fmla="*/ 687792 h 2398711"/>
              <a:gd name="connsiteX45359" fmla="*/ 1564364 w 2119654"/>
              <a:gd name="connsiteY45359" fmla="*/ 694360 h 2398711"/>
              <a:gd name="connsiteX45360" fmla="*/ 1564731 w 2119654"/>
              <a:gd name="connsiteY45360" fmla="*/ 695851 h 2398711"/>
              <a:gd name="connsiteX45361" fmla="*/ 1566473 w 2119654"/>
              <a:gd name="connsiteY45361" fmla="*/ 692197 h 2398711"/>
              <a:gd name="connsiteX45362" fmla="*/ 894213 w 2119654"/>
              <a:gd name="connsiteY45362" fmla="*/ 2188389 h 2398711"/>
              <a:gd name="connsiteX45363" fmla="*/ 895653 w 2119654"/>
              <a:gd name="connsiteY45363" fmla="*/ 2188302 h 2398711"/>
              <a:gd name="connsiteX45364" fmla="*/ 895133 w 2119654"/>
              <a:gd name="connsiteY45364" fmla="*/ 2187482 h 2398711"/>
              <a:gd name="connsiteX45365" fmla="*/ 884025 w 2119654"/>
              <a:gd name="connsiteY45365" fmla="*/ 2210593 h 2398711"/>
              <a:gd name="connsiteX45366" fmla="*/ 884101 w 2119654"/>
              <a:gd name="connsiteY45366" fmla="*/ 2210686 h 2398711"/>
              <a:gd name="connsiteX45367" fmla="*/ 884241 w 2119654"/>
              <a:gd name="connsiteY45367" fmla="*/ 2210631 h 2398711"/>
              <a:gd name="connsiteX45368" fmla="*/ 889355 w 2119654"/>
              <a:gd name="connsiteY45368" fmla="*/ 2198631 h 2398711"/>
              <a:gd name="connsiteX45369" fmla="*/ 890850 w 2119654"/>
              <a:gd name="connsiteY45369" fmla="*/ 2201670 h 2398711"/>
              <a:gd name="connsiteX45370" fmla="*/ 893707 w 2119654"/>
              <a:gd name="connsiteY45370" fmla="*/ 2200516 h 2398711"/>
              <a:gd name="connsiteX45371" fmla="*/ 896767 w 2119654"/>
              <a:gd name="connsiteY45371" fmla="*/ 2199233 h 2398711"/>
              <a:gd name="connsiteX45372" fmla="*/ 894277 w 2119654"/>
              <a:gd name="connsiteY45372" fmla="*/ 2197524 h 2398711"/>
              <a:gd name="connsiteX45373" fmla="*/ 894776 w 2119654"/>
              <a:gd name="connsiteY45373" fmla="*/ 2186315 h 2398711"/>
              <a:gd name="connsiteX45374" fmla="*/ 895125 w 2119654"/>
              <a:gd name="connsiteY45374" fmla="*/ 2186866 h 2398711"/>
              <a:gd name="connsiteX45375" fmla="*/ 895691 w 2119654"/>
              <a:gd name="connsiteY45375" fmla="*/ 2186308 h 2398711"/>
              <a:gd name="connsiteX45376" fmla="*/ 895662 w 2119654"/>
              <a:gd name="connsiteY45376" fmla="*/ 2186239 h 2398711"/>
              <a:gd name="connsiteX45377" fmla="*/ 1593195 w 2119654"/>
              <a:gd name="connsiteY45377" fmla="*/ 622027 h 2398711"/>
              <a:gd name="connsiteX45378" fmla="*/ 1588122 w 2119654"/>
              <a:gd name="connsiteY45378" fmla="*/ 642139 h 2398711"/>
              <a:gd name="connsiteX45379" fmla="*/ 1588165 w 2119654"/>
              <a:gd name="connsiteY45379" fmla="*/ 642323 h 2398711"/>
              <a:gd name="connsiteX45380" fmla="*/ 1593796 w 2119654"/>
              <a:gd name="connsiteY45380" fmla="*/ 629168 h 2398711"/>
              <a:gd name="connsiteX45381" fmla="*/ 890996 w 2119654"/>
              <a:gd name="connsiteY45381" fmla="*/ 2193671 h 2398711"/>
              <a:gd name="connsiteX45382" fmla="*/ 891695 w 2119654"/>
              <a:gd name="connsiteY45382" fmla="*/ 2194151 h 2398711"/>
              <a:gd name="connsiteX45383" fmla="*/ 893710 w 2119654"/>
              <a:gd name="connsiteY45383" fmla="*/ 2193180 h 2398711"/>
              <a:gd name="connsiteX45384" fmla="*/ 896388 w 2119654"/>
              <a:gd name="connsiteY45384" fmla="*/ 2181012 h 2398711"/>
              <a:gd name="connsiteX45385" fmla="*/ 901379 w 2119654"/>
              <a:gd name="connsiteY45385" fmla="*/ 2179972 h 2398711"/>
              <a:gd name="connsiteX45386" fmla="*/ 902221 w 2119654"/>
              <a:gd name="connsiteY45386" fmla="*/ 2179543 h 2398711"/>
              <a:gd name="connsiteX45387" fmla="*/ 902067 w 2119654"/>
              <a:gd name="connsiteY45387" fmla="*/ 2179283 h 2398711"/>
              <a:gd name="connsiteX45388" fmla="*/ 883466 w 2119654"/>
              <a:gd name="connsiteY45388" fmla="*/ 2209904 h 2398711"/>
              <a:gd name="connsiteX45389" fmla="*/ 883513 w 2119654"/>
              <a:gd name="connsiteY45389" fmla="*/ 2209962 h 2398711"/>
              <a:gd name="connsiteX45390" fmla="*/ 885183 w 2119654"/>
              <a:gd name="connsiteY45390" fmla="*/ 2210257 h 2398711"/>
              <a:gd name="connsiteX45391" fmla="*/ 891351 w 2119654"/>
              <a:gd name="connsiteY45391" fmla="*/ 2207805 h 2398711"/>
              <a:gd name="connsiteX45392" fmla="*/ 890782 w 2119654"/>
              <a:gd name="connsiteY45392" fmla="*/ 2206649 h 2398711"/>
              <a:gd name="connsiteX45393" fmla="*/ 1555485 w 2119654"/>
              <a:gd name="connsiteY45393" fmla="*/ 704495 h 2398711"/>
              <a:gd name="connsiteX45394" fmla="*/ 1555570 w 2119654"/>
              <a:gd name="connsiteY45394" fmla="*/ 705568 h 2398711"/>
              <a:gd name="connsiteX45395" fmla="*/ 1556120 w 2119654"/>
              <a:gd name="connsiteY45395" fmla="*/ 713909 h 2398711"/>
              <a:gd name="connsiteX45396" fmla="*/ 1556574 w 2119654"/>
              <a:gd name="connsiteY45396" fmla="*/ 712958 h 2398711"/>
              <a:gd name="connsiteX45397" fmla="*/ 878967 w 2119654"/>
              <a:gd name="connsiteY45397" fmla="*/ 2219057 h 2398711"/>
              <a:gd name="connsiteX45398" fmla="*/ 882729 w 2119654"/>
              <a:gd name="connsiteY45398" fmla="*/ 2218309 h 2398711"/>
              <a:gd name="connsiteX45399" fmla="*/ 885665 w 2119654"/>
              <a:gd name="connsiteY45399" fmla="*/ 2216273 h 2398711"/>
              <a:gd name="connsiteX45400" fmla="*/ 1564583 w 2119654"/>
              <a:gd name="connsiteY45400" fmla="*/ 683635 h 2398711"/>
              <a:gd name="connsiteX45401" fmla="*/ 1564550 w 2119654"/>
              <a:gd name="connsiteY45401" fmla="*/ 685221 h 2398711"/>
              <a:gd name="connsiteX45402" fmla="*/ 1567154 w 2119654"/>
              <a:gd name="connsiteY45402" fmla="*/ 690770 h 2398711"/>
              <a:gd name="connsiteX45403" fmla="*/ 1567382 w 2119654"/>
              <a:gd name="connsiteY45403" fmla="*/ 690292 h 2398711"/>
              <a:gd name="connsiteX45404" fmla="*/ 1594719 w 2119654"/>
              <a:gd name="connsiteY45404" fmla="*/ 615990 h 2398711"/>
              <a:gd name="connsiteX45405" fmla="*/ 1593770 w 2119654"/>
              <a:gd name="connsiteY45405" fmla="*/ 619752 h 2398711"/>
              <a:gd name="connsiteX45406" fmla="*/ 1594435 w 2119654"/>
              <a:gd name="connsiteY45406" fmla="*/ 627676 h 2398711"/>
              <a:gd name="connsiteX45407" fmla="*/ 1596822 w 2119654"/>
              <a:gd name="connsiteY45407" fmla="*/ 622099 h 2398711"/>
              <a:gd name="connsiteX45408" fmla="*/ 907337 w 2119654"/>
              <a:gd name="connsiteY45408" fmla="*/ 2155143 h 2398711"/>
              <a:gd name="connsiteX45409" fmla="*/ 907362 w 2119654"/>
              <a:gd name="connsiteY45409" fmla="*/ 2155179 h 2398711"/>
              <a:gd name="connsiteX45410" fmla="*/ 908289 w 2119654"/>
              <a:gd name="connsiteY45410" fmla="*/ 2155124 h 2398711"/>
              <a:gd name="connsiteX45411" fmla="*/ 908106 w 2119654"/>
              <a:gd name="connsiteY45411" fmla="*/ 2154724 h 2398711"/>
              <a:gd name="connsiteX45412" fmla="*/ 909431 w 2119654"/>
              <a:gd name="connsiteY45412" fmla="*/ 2150277 h 2398711"/>
              <a:gd name="connsiteX45413" fmla="*/ 910330 w 2119654"/>
              <a:gd name="connsiteY45413" fmla="*/ 2152253 h 2398711"/>
              <a:gd name="connsiteX45414" fmla="*/ 911719 w 2119654"/>
              <a:gd name="connsiteY45414" fmla="*/ 2151993 h 2398711"/>
              <a:gd name="connsiteX45415" fmla="*/ 913776 w 2119654"/>
              <a:gd name="connsiteY45415" fmla="*/ 2150765 h 2398711"/>
              <a:gd name="connsiteX45416" fmla="*/ 913218 w 2119654"/>
              <a:gd name="connsiteY45416" fmla="*/ 2150414 h 2398711"/>
              <a:gd name="connsiteX45417" fmla="*/ 890881 w 2119654"/>
              <a:gd name="connsiteY45417" fmla="*/ 2191675 h 2398711"/>
              <a:gd name="connsiteX45418" fmla="*/ 892517 w 2119654"/>
              <a:gd name="connsiteY45418" fmla="*/ 2191361 h 2398711"/>
              <a:gd name="connsiteX45419" fmla="*/ 896222 w 2119654"/>
              <a:gd name="connsiteY45419" fmla="*/ 2189149 h 2398711"/>
              <a:gd name="connsiteX45420" fmla="*/ 896084 w 2119654"/>
              <a:gd name="connsiteY45420" fmla="*/ 2188948 h 2398711"/>
              <a:gd name="connsiteX45421" fmla="*/ 893489 w 2119654"/>
              <a:gd name="connsiteY45421" fmla="*/ 2189103 h 2398711"/>
              <a:gd name="connsiteX45422" fmla="*/ 888470 w 2119654"/>
              <a:gd name="connsiteY45422" fmla="*/ 2196434 h 2398711"/>
              <a:gd name="connsiteX45423" fmla="*/ 888788 w 2119654"/>
              <a:gd name="connsiteY45423" fmla="*/ 2197480 h 2398711"/>
              <a:gd name="connsiteX45424" fmla="*/ 889026 w 2119654"/>
              <a:gd name="connsiteY45424" fmla="*/ 2197962 h 2398711"/>
              <a:gd name="connsiteX45425" fmla="*/ 893264 w 2119654"/>
              <a:gd name="connsiteY45425" fmla="*/ 2196828 h 2398711"/>
              <a:gd name="connsiteX45426" fmla="*/ 892060 w 2119654"/>
              <a:gd name="connsiteY45426" fmla="*/ 2196002 h 2398711"/>
              <a:gd name="connsiteX45427" fmla="*/ 888789 w 2119654"/>
              <a:gd name="connsiteY45427" fmla="*/ 2196296 h 2398711"/>
              <a:gd name="connsiteX45428" fmla="*/ 898479 w 2119654"/>
              <a:gd name="connsiteY45428" fmla="*/ 2172167 h 2398711"/>
              <a:gd name="connsiteX45429" fmla="*/ 899296 w 2119654"/>
              <a:gd name="connsiteY45429" fmla="*/ 2173594 h 2398711"/>
              <a:gd name="connsiteX45430" fmla="*/ 908254 w 2119654"/>
              <a:gd name="connsiteY45430" fmla="*/ 2172512 h 2398711"/>
              <a:gd name="connsiteX45431" fmla="*/ 907088 w 2119654"/>
              <a:gd name="connsiteY45431" fmla="*/ 2170825 h 2398711"/>
              <a:gd name="connsiteX45432" fmla="*/ 887912 w 2119654"/>
              <a:gd name="connsiteY45432" fmla="*/ 2194602 h 2398711"/>
              <a:gd name="connsiteX45433" fmla="*/ 888133 w 2119654"/>
              <a:gd name="connsiteY45433" fmla="*/ 2195329 h 2398711"/>
              <a:gd name="connsiteX45434" fmla="*/ 890310 w 2119654"/>
              <a:gd name="connsiteY45434" fmla="*/ 2194801 h 2398711"/>
              <a:gd name="connsiteX45435" fmla="*/ 889150 w 2119654"/>
              <a:gd name="connsiteY45435" fmla="*/ 2194004 h 2398711"/>
              <a:gd name="connsiteX45436" fmla="*/ 888376 w 2119654"/>
              <a:gd name="connsiteY45436" fmla="*/ 2194144 h 2398711"/>
              <a:gd name="connsiteX45437" fmla="*/ 906088 w 2119654"/>
              <a:gd name="connsiteY45437" fmla="*/ 2153393 h 2398711"/>
              <a:gd name="connsiteX45438" fmla="*/ 906931 w 2119654"/>
              <a:gd name="connsiteY45438" fmla="*/ 2154572 h 2398711"/>
              <a:gd name="connsiteX45439" fmla="*/ 907484 w 2119654"/>
              <a:gd name="connsiteY45439" fmla="*/ 2154486 h 2398711"/>
              <a:gd name="connsiteX45440" fmla="*/ 907897 w 2119654"/>
              <a:gd name="connsiteY45440" fmla="*/ 2154261 h 2398711"/>
              <a:gd name="connsiteX45441" fmla="*/ 907399 w 2119654"/>
              <a:gd name="connsiteY45441" fmla="*/ 2153165 h 2398711"/>
              <a:gd name="connsiteX45442" fmla="*/ 1562472 w 2119654"/>
              <a:gd name="connsiteY45442" fmla="*/ 683275 h 2398711"/>
              <a:gd name="connsiteX45443" fmla="*/ 1562552 w 2119654"/>
              <a:gd name="connsiteY45443" fmla="*/ 685781 h 2398711"/>
              <a:gd name="connsiteX45444" fmla="*/ 1563976 w 2119654"/>
              <a:gd name="connsiteY45444" fmla="*/ 692781 h 2398711"/>
              <a:gd name="connsiteX45445" fmla="*/ 1564131 w 2119654"/>
              <a:gd name="connsiteY45445" fmla="*/ 693409 h 2398711"/>
              <a:gd name="connsiteX45446" fmla="*/ 1564255 w 2119654"/>
              <a:gd name="connsiteY45446" fmla="*/ 687250 h 2398711"/>
              <a:gd name="connsiteX45447" fmla="*/ 905144 w 2119654"/>
              <a:gd name="connsiteY45447" fmla="*/ 2155141 h 2398711"/>
              <a:gd name="connsiteX45448" fmla="*/ 906030 w 2119654"/>
              <a:gd name="connsiteY45448" fmla="*/ 2155256 h 2398711"/>
              <a:gd name="connsiteX45449" fmla="*/ 906070 w 2119654"/>
              <a:gd name="connsiteY45449" fmla="*/ 2155254 h 2398711"/>
              <a:gd name="connsiteX45450" fmla="*/ 906500 w 2119654"/>
              <a:gd name="connsiteY45450" fmla="*/ 2155020 h 2398711"/>
              <a:gd name="connsiteX45451" fmla="*/ 906437 w 2119654"/>
              <a:gd name="connsiteY45451" fmla="*/ 2154938 h 2398711"/>
              <a:gd name="connsiteX45452" fmla="*/ 1554778 w 2119654"/>
              <a:gd name="connsiteY45452" fmla="*/ 699558 h 2398711"/>
              <a:gd name="connsiteX45453" fmla="*/ 1550260 w 2119654"/>
              <a:gd name="connsiteY45453" fmla="*/ 715831 h 2398711"/>
              <a:gd name="connsiteX45454" fmla="*/ 1550793 w 2119654"/>
              <a:gd name="connsiteY45454" fmla="*/ 724157 h 2398711"/>
              <a:gd name="connsiteX45455" fmla="*/ 1550990 w 2119654"/>
              <a:gd name="connsiteY45455" fmla="*/ 724668 h 2398711"/>
              <a:gd name="connsiteX45456" fmla="*/ 1555773 w 2119654"/>
              <a:gd name="connsiteY45456" fmla="*/ 714639 h 2398711"/>
              <a:gd name="connsiteX45457" fmla="*/ 853624 w 2119654"/>
              <a:gd name="connsiteY45457" fmla="*/ 2269548 h 2398711"/>
              <a:gd name="connsiteX45458" fmla="*/ 855598 w 2119654"/>
              <a:gd name="connsiteY45458" fmla="*/ 2271873 h 2398711"/>
              <a:gd name="connsiteX45459" fmla="*/ 877533 w 2119654"/>
              <a:gd name="connsiteY45459" fmla="*/ 2264332 h 2398711"/>
              <a:gd name="connsiteX45460" fmla="*/ 878559 w 2119654"/>
              <a:gd name="connsiteY45460" fmla="*/ 2263444 h 2398711"/>
              <a:gd name="connsiteX45461" fmla="*/ 877271 w 2119654"/>
              <a:gd name="connsiteY45461" fmla="*/ 2261670 h 2398711"/>
              <a:gd name="connsiteX45462" fmla="*/ 878318 w 2119654"/>
              <a:gd name="connsiteY45462" fmla="*/ 2213702 h 2398711"/>
              <a:gd name="connsiteX45463" fmla="*/ 884930 w 2119654"/>
              <a:gd name="connsiteY45463" fmla="*/ 2213789 h 2398711"/>
              <a:gd name="connsiteX45464" fmla="*/ 885751 w 2119654"/>
              <a:gd name="connsiteY45464" fmla="*/ 2213437 h 2398711"/>
              <a:gd name="connsiteX45465" fmla="*/ 884078 w 2119654"/>
              <a:gd name="connsiteY45465" fmla="*/ 2211412 h 2398711"/>
              <a:gd name="connsiteX45466" fmla="*/ 859003 w 2119654"/>
              <a:gd name="connsiteY45466" fmla="*/ 2256514 h 2398711"/>
              <a:gd name="connsiteX45467" fmla="*/ 873825 w 2119654"/>
              <a:gd name="connsiteY45467" fmla="*/ 2256924 h 2398711"/>
              <a:gd name="connsiteX45468" fmla="*/ 871972 w 2119654"/>
              <a:gd name="connsiteY45468" fmla="*/ 2254371 h 2398711"/>
              <a:gd name="connsiteX45469" fmla="*/ 896268 w 2119654"/>
              <a:gd name="connsiteY45469" fmla="*/ 2172512 h 2398711"/>
              <a:gd name="connsiteX45470" fmla="*/ 898720 w 2119654"/>
              <a:gd name="connsiteY45470" fmla="*/ 2173580 h 2398711"/>
              <a:gd name="connsiteX45471" fmla="*/ 897957 w 2119654"/>
              <a:gd name="connsiteY45471" fmla="*/ 2172248 h 2398711"/>
              <a:gd name="connsiteX45472" fmla="*/ 885196 w 2119654"/>
              <a:gd name="connsiteY45472" fmla="*/ 2197280 h 2398711"/>
              <a:gd name="connsiteX45473" fmla="*/ 885986 w 2119654"/>
              <a:gd name="connsiteY45473" fmla="*/ 2196900 h 2398711"/>
              <a:gd name="connsiteX45474" fmla="*/ 885854 w 2119654"/>
              <a:gd name="connsiteY45474" fmla="*/ 2196631 h 2398711"/>
              <a:gd name="connsiteX45475" fmla="*/ 1556102 w 2119654"/>
              <a:gd name="connsiteY45475" fmla="*/ 694791 h 2398711"/>
              <a:gd name="connsiteX45476" fmla="*/ 1555022 w 2119654"/>
              <a:gd name="connsiteY45476" fmla="*/ 698680 h 2398711"/>
              <a:gd name="connsiteX45477" fmla="*/ 1555049 w 2119654"/>
              <a:gd name="connsiteY45477" fmla="*/ 699010 h 2398711"/>
              <a:gd name="connsiteX45478" fmla="*/ 1555634 w 2119654"/>
              <a:gd name="connsiteY45478" fmla="*/ 703112 h 2398711"/>
              <a:gd name="connsiteX45479" fmla="*/ 1556831 w 2119654"/>
              <a:gd name="connsiteY45479" fmla="*/ 712418 h 2398711"/>
              <a:gd name="connsiteX45480" fmla="*/ 1560269 w 2119654"/>
              <a:gd name="connsiteY45480" fmla="*/ 705210 h 2398711"/>
              <a:gd name="connsiteX45481" fmla="*/ 867342 w 2119654"/>
              <a:gd name="connsiteY45481" fmla="*/ 2236863 h 2398711"/>
              <a:gd name="connsiteX45482" fmla="*/ 870703 w 2119654"/>
              <a:gd name="connsiteY45482" fmla="*/ 2239890 h 2398711"/>
              <a:gd name="connsiteX45483" fmla="*/ 872575 w 2119654"/>
              <a:gd name="connsiteY45483" fmla="*/ 2239542 h 2398711"/>
              <a:gd name="connsiteX45484" fmla="*/ 878183 w 2119654"/>
              <a:gd name="connsiteY45484" fmla="*/ 2234143 h 2398711"/>
              <a:gd name="connsiteX45485" fmla="*/ 876397 w 2119654"/>
              <a:gd name="connsiteY45485" fmla="*/ 2233846 h 2398711"/>
              <a:gd name="connsiteX45486" fmla="*/ 858517 w 2119654"/>
              <a:gd name="connsiteY45486" fmla="*/ 2256175 h 2398711"/>
              <a:gd name="connsiteX45487" fmla="*/ 871699 w 2119654"/>
              <a:gd name="connsiteY45487" fmla="*/ 2253997 h 2398711"/>
              <a:gd name="connsiteX45488" fmla="*/ 869396 w 2119654"/>
              <a:gd name="connsiteY45488" fmla="*/ 2250824 h 2398711"/>
              <a:gd name="connsiteX45489" fmla="*/ 896911 w 2119654"/>
              <a:gd name="connsiteY45489" fmla="*/ 2169429 h 2398711"/>
              <a:gd name="connsiteX45490" fmla="*/ 898322 w 2119654"/>
              <a:gd name="connsiteY45490" fmla="*/ 2171892 h 2398711"/>
              <a:gd name="connsiteX45491" fmla="*/ 906903 w 2119654"/>
              <a:gd name="connsiteY45491" fmla="*/ 2170555 h 2398711"/>
              <a:gd name="connsiteX45492" fmla="*/ 905047 w 2119654"/>
              <a:gd name="connsiteY45492" fmla="*/ 2167868 h 2398711"/>
              <a:gd name="connsiteX45493" fmla="*/ 864189 w 2119654"/>
              <a:gd name="connsiteY45493" fmla="*/ 2242520 h 2398711"/>
              <a:gd name="connsiteX45494" fmla="*/ 869686 w 2119654"/>
              <a:gd name="connsiteY45494" fmla="*/ 2250122 h 2398711"/>
              <a:gd name="connsiteX45495" fmla="*/ 877574 w 2119654"/>
              <a:gd name="connsiteY45495" fmla="*/ 2246243 h 2398711"/>
              <a:gd name="connsiteX45496" fmla="*/ 871730 w 2119654"/>
              <a:gd name="connsiteY45496" fmla="*/ 2241115 h 2398711"/>
              <a:gd name="connsiteX45497" fmla="*/ 880378 w 2119654"/>
              <a:gd name="connsiteY45497" fmla="*/ 2206099 h 2398711"/>
              <a:gd name="connsiteX45498" fmla="*/ 883231 w 2119654"/>
              <a:gd name="connsiteY45498" fmla="*/ 2209615 h 2398711"/>
              <a:gd name="connsiteX45499" fmla="*/ 890624 w 2119654"/>
              <a:gd name="connsiteY45499" fmla="*/ 2206326 h 2398711"/>
              <a:gd name="connsiteX45500" fmla="*/ 888832 w 2119654"/>
              <a:gd name="connsiteY45500" fmla="*/ 2202685 h 2398711"/>
              <a:gd name="connsiteX45501" fmla="*/ 892718 w 2119654"/>
              <a:gd name="connsiteY45501" fmla="*/ 2177963 h 2398711"/>
              <a:gd name="connsiteX45502" fmla="*/ 893274 w 2119654"/>
              <a:gd name="connsiteY45502" fmla="*/ 2179384 h 2398711"/>
              <a:gd name="connsiteX45503" fmla="*/ 895593 w 2119654"/>
              <a:gd name="connsiteY45503" fmla="*/ 2181030 h 2398711"/>
              <a:gd name="connsiteX45504" fmla="*/ 901955 w 2119654"/>
              <a:gd name="connsiteY45504" fmla="*/ 2179094 h 2398711"/>
              <a:gd name="connsiteX45505" fmla="*/ 901822 w 2119654"/>
              <a:gd name="connsiteY45505" fmla="*/ 2178868 h 2398711"/>
              <a:gd name="connsiteX45506" fmla="*/ 905139 w 2119654"/>
              <a:gd name="connsiteY45506" fmla="*/ 2150123 h 2398711"/>
              <a:gd name="connsiteX45507" fmla="*/ 906428 w 2119654"/>
              <a:gd name="connsiteY45507" fmla="*/ 2151036 h 2398711"/>
              <a:gd name="connsiteX45508" fmla="*/ 906028 w 2119654"/>
              <a:gd name="connsiteY45508" fmla="*/ 2150155 h 2398711"/>
              <a:gd name="connsiteX45509" fmla="*/ 1562312 w 2119654"/>
              <a:gd name="connsiteY45509" fmla="*/ 678241 h 2398711"/>
              <a:gd name="connsiteX45510" fmla="*/ 1562387 w 2119654"/>
              <a:gd name="connsiteY45510" fmla="*/ 680611 h 2398711"/>
              <a:gd name="connsiteX45511" fmla="*/ 1564307 w 2119654"/>
              <a:gd name="connsiteY45511" fmla="*/ 684703 h 2398711"/>
              <a:gd name="connsiteX45512" fmla="*/ 1564341 w 2119654"/>
              <a:gd name="connsiteY45512" fmla="*/ 683061 h 2398711"/>
              <a:gd name="connsiteX45513" fmla="*/ 892640 w 2119654"/>
              <a:gd name="connsiteY45513" fmla="*/ 2177626 h 2398711"/>
              <a:gd name="connsiteX45514" fmla="*/ 901615 w 2119654"/>
              <a:gd name="connsiteY45514" fmla="*/ 2178518 h 2398711"/>
              <a:gd name="connsiteX45515" fmla="*/ 901283 w 2119654"/>
              <a:gd name="connsiteY45515" fmla="*/ 2177956 h 2398711"/>
              <a:gd name="connsiteX45516" fmla="*/ 898928 w 2119654"/>
              <a:gd name="connsiteY45516" fmla="*/ 2176930 h 2398711"/>
              <a:gd name="connsiteX45517" fmla="*/ 882803 w 2119654"/>
              <a:gd name="connsiteY45517" fmla="*/ 2199591 h 2398711"/>
              <a:gd name="connsiteX45518" fmla="*/ 883612 w 2119654"/>
              <a:gd name="connsiteY45518" fmla="*/ 2199409 h 2398711"/>
              <a:gd name="connsiteX45519" fmla="*/ 886801 w 2119654"/>
              <a:gd name="connsiteY45519" fmla="*/ 2198557 h 2398711"/>
              <a:gd name="connsiteX45520" fmla="*/ 886234 w 2119654"/>
              <a:gd name="connsiteY45520" fmla="*/ 2197403 h 2398711"/>
              <a:gd name="connsiteX45521" fmla="*/ 884137 w 2119654"/>
              <a:gd name="connsiteY45521" fmla="*/ 2198312 h 2398711"/>
              <a:gd name="connsiteX45522" fmla="*/ 1592574 w 2119654"/>
              <a:gd name="connsiteY45522" fmla="*/ 609759 h 2398711"/>
              <a:gd name="connsiteX45523" fmla="*/ 1593572 w 2119654"/>
              <a:gd name="connsiteY45523" fmla="*/ 617782 h 2398711"/>
              <a:gd name="connsiteX45524" fmla="*/ 1594318 w 2119654"/>
              <a:gd name="connsiteY45524" fmla="*/ 614825 h 2398711"/>
              <a:gd name="connsiteX45525" fmla="*/ 852067 w 2119654"/>
              <a:gd name="connsiteY45525" fmla="*/ 2267713 h 2398711"/>
              <a:gd name="connsiteX45526" fmla="*/ 853421 w 2119654"/>
              <a:gd name="connsiteY45526" fmla="*/ 2269308 h 2398711"/>
              <a:gd name="connsiteX45527" fmla="*/ 869334 w 2119654"/>
              <a:gd name="connsiteY45527" fmla="*/ 2264007 h 2398711"/>
              <a:gd name="connsiteX45528" fmla="*/ 876892 w 2119654"/>
              <a:gd name="connsiteY45528" fmla="*/ 2261149 h 2398711"/>
              <a:gd name="connsiteX45529" fmla="*/ 875172 w 2119654"/>
              <a:gd name="connsiteY45529" fmla="*/ 2258779 h 2398711"/>
              <a:gd name="connsiteX45530" fmla="*/ 871076 w 2119654"/>
              <a:gd name="connsiteY45530" fmla="*/ 2260449 h 2398711"/>
              <a:gd name="connsiteX45531" fmla="*/ 904175 w 2119654"/>
              <a:gd name="connsiteY45531" fmla="*/ 2150713 h 2398711"/>
              <a:gd name="connsiteX45532" fmla="*/ 905871 w 2119654"/>
              <a:gd name="connsiteY45532" fmla="*/ 2153087 h 2398711"/>
              <a:gd name="connsiteX45533" fmla="*/ 907182 w 2119654"/>
              <a:gd name="connsiteY45533" fmla="*/ 2152842 h 2398711"/>
              <a:gd name="connsiteX45534" fmla="*/ 892268 w 2119654"/>
              <a:gd name="connsiteY45534" fmla="*/ 2176816 h 2398711"/>
              <a:gd name="connsiteX45535" fmla="*/ 892324 w 2119654"/>
              <a:gd name="connsiteY45535" fmla="*/ 2176959 h 2398711"/>
              <a:gd name="connsiteX45536" fmla="*/ 897272 w 2119654"/>
              <a:gd name="connsiteY45536" fmla="*/ 2176208 h 2398711"/>
              <a:gd name="connsiteX45537" fmla="*/ 896929 w 2119654"/>
              <a:gd name="connsiteY45537" fmla="*/ 2176058 h 2398711"/>
              <a:gd name="connsiteX45538" fmla="*/ 886365 w 2119654"/>
              <a:gd name="connsiteY45538" fmla="*/ 2189527 h 2398711"/>
              <a:gd name="connsiteX45539" fmla="*/ 886737 w 2119654"/>
              <a:gd name="connsiteY45539" fmla="*/ 2190747 h 2398711"/>
              <a:gd name="connsiteX45540" fmla="*/ 888699 w 2119654"/>
              <a:gd name="connsiteY45540" fmla="*/ 2192094 h 2398711"/>
              <a:gd name="connsiteX45541" fmla="*/ 890095 w 2119654"/>
              <a:gd name="connsiteY45541" fmla="*/ 2191826 h 2398711"/>
              <a:gd name="connsiteX45542" fmla="*/ 892816 w 2119654"/>
              <a:gd name="connsiteY45542" fmla="*/ 2189142 h 2398711"/>
              <a:gd name="connsiteX45543" fmla="*/ 868684 w 2119654"/>
              <a:gd name="connsiteY45543" fmla="*/ 2228739 h 2398711"/>
              <a:gd name="connsiteX45544" fmla="*/ 875627 w 2119654"/>
              <a:gd name="connsiteY45544" fmla="*/ 2227277 h 2398711"/>
              <a:gd name="connsiteX45545" fmla="*/ 888263 w 2119654"/>
              <a:gd name="connsiteY45545" fmla="*/ 2224436 h 2398711"/>
              <a:gd name="connsiteX45546" fmla="*/ 888568 w 2119654"/>
              <a:gd name="connsiteY45546" fmla="*/ 2224143 h 2398711"/>
              <a:gd name="connsiteX45547" fmla="*/ 888645 w 2119654"/>
              <a:gd name="connsiteY45547" fmla="*/ 2224067 h 2398711"/>
              <a:gd name="connsiteX45548" fmla="*/ 891506 w 2119654"/>
              <a:gd name="connsiteY45548" fmla="*/ 2220361 h 2398711"/>
              <a:gd name="connsiteX45549" fmla="*/ 890631 w 2119654"/>
              <a:gd name="connsiteY45549" fmla="*/ 2219330 h 2398711"/>
              <a:gd name="connsiteX45550" fmla="*/ 871563 w 2119654"/>
              <a:gd name="connsiteY45550" fmla="*/ 2227739 h 2398711"/>
              <a:gd name="connsiteX45551" fmla="*/ 871360 w 2119654"/>
              <a:gd name="connsiteY45551" fmla="*/ 2227666 h 2398711"/>
              <a:gd name="connsiteX45552" fmla="*/ 886161 w 2119654"/>
              <a:gd name="connsiteY45552" fmla="*/ 2221139 h 2398711"/>
              <a:gd name="connsiteX45553" fmla="*/ 890486 w 2119654"/>
              <a:gd name="connsiteY45553" fmla="*/ 2219160 h 2398711"/>
              <a:gd name="connsiteX45554" fmla="*/ 890116 w 2119654"/>
              <a:gd name="connsiteY45554" fmla="*/ 2218724 h 2398711"/>
              <a:gd name="connsiteX45555" fmla="*/ 889170 w 2119654"/>
              <a:gd name="connsiteY45555" fmla="*/ 2217578 h 2398711"/>
              <a:gd name="connsiteX45556" fmla="*/ 885112 w 2119654"/>
              <a:gd name="connsiteY45556" fmla="*/ 2218385 h 2398711"/>
              <a:gd name="connsiteX45557" fmla="*/ 873136 w 2119654"/>
              <a:gd name="connsiteY45557" fmla="*/ 2225651 h 2398711"/>
              <a:gd name="connsiteX45558" fmla="*/ 902005 w 2119654"/>
              <a:gd name="connsiteY45558" fmla="*/ 2154100 h 2398711"/>
              <a:gd name="connsiteX45559" fmla="*/ 902324 w 2119654"/>
              <a:gd name="connsiteY45559" fmla="*/ 2154774 h 2398711"/>
              <a:gd name="connsiteX45560" fmla="*/ 904142 w 2119654"/>
              <a:gd name="connsiteY45560" fmla="*/ 2155010 h 2398711"/>
              <a:gd name="connsiteX45561" fmla="*/ 906237 w 2119654"/>
              <a:gd name="connsiteY45561" fmla="*/ 2154682 h 2398711"/>
              <a:gd name="connsiteX45562" fmla="*/ 905338 w 2119654"/>
              <a:gd name="connsiteY45562" fmla="*/ 2153522 h 2398711"/>
              <a:gd name="connsiteX45563" fmla="*/ 886148 w 2119654"/>
              <a:gd name="connsiteY45563" fmla="*/ 2188814 h 2398711"/>
              <a:gd name="connsiteX45564" fmla="*/ 886165 w 2119654"/>
              <a:gd name="connsiteY45564" fmla="*/ 2188868 h 2398711"/>
              <a:gd name="connsiteX45565" fmla="*/ 893540 w 2119654"/>
              <a:gd name="connsiteY45565" fmla="*/ 2188429 h 2398711"/>
              <a:gd name="connsiteX45566" fmla="*/ 894889 w 2119654"/>
              <a:gd name="connsiteY45566" fmla="*/ 2187098 h 2398711"/>
              <a:gd name="connsiteX45567" fmla="*/ 894413 w 2119654"/>
              <a:gd name="connsiteY45567" fmla="*/ 2186346 h 2398711"/>
              <a:gd name="connsiteX45568" fmla="*/ 890298 w 2119654"/>
              <a:gd name="connsiteY45568" fmla="*/ 2186698 h 2398711"/>
              <a:gd name="connsiteX45569" fmla="*/ 891046 w 2119654"/>
              <a:gd name="connsiteY45569" fmla="*/ 2177802 h 2398711"/>
              <a:gd name="connsiteX45570" fmla="*/ 892704 w 2119654"/>
              <a:gd name="connsiteY45570" fmla="*/ 2178980 h 2398711"/>
              <a:gd name="connsiteX45571" fmla="*/ 892272 w 2119654"/>
              <a:gd name="connsiteY45571" fmla="*/ 2177919 h 2398711"/>
              <a:gd name="connsiteX45572" fmla="*/ 891072 w 2119654"/>
              <a:gd name="connsiteY45572" fmla="*/ 2177799 h 2398711"/>
              <a:gd name="connsiteX45573" fmla="*/ 875026 w 2119654"/>
              <a:gd name="connsiteY45573" fmla="*/ 2213659 h 2398711"/>
              <a:gd name="connsiteX45574" fmla="*/ 876575 w 2119654"/>
              <a:gd name="connsiteY45574" fmla="*/ 2213679 h 2398711"/>
              <a:gd name="connsiteX45575" fmla="*/ 883633 w 2119654"/>
              <a:gd name="connsiteY45575" fmla="*/ 2210873 h 2398711"/>
              <a:gd name="connsiteX45576" fmla="*/ 883295 w 2119654"/>
              <a:gd name="connsiteY45576" fmla="*/ 2210464 h 2398711"/>
              <a:gd name="connsiteX45577" fmla="*/ 882515 w 2119654"/>
              <a:gd name="connsiteY45577" fmla="*/ 2210326 h 2398711"/>
              <a:gd name="connsiteX45578" fmla="*/ 891640 w 2119654"/>
              <a:gd name="connsiteY45578" fmla="*/ 2175211 h 2398711"/>
              <a:gd name="connsiteX45579" fmla="*/ 891892 w 2119654"/>
              <a:gd name="connsiteY45579" fmla="*/ 2175854 h 2398711"/>
              <a:gd name="connsiteX45580" fmla="*/ 895219 w 2119654"/>
              <a:gd name="connsiteY45580" fmla="*/ 2175314 h 2398711"/>
              <a:gd name="connsiteX45581" fmla="*/ 894463 w 2119654"/>
              <a:gd name="connsiteY45581" fmla="*/ 2174984 h 2398711"/>
              <a:gd name="connsiteX45582" fmla="*/ 1540711 w 2119654"/>
              <a:gd name="connsiteY45582" fmla="*/ 721762 h 2398711"/>
              <a:gd name="connsiteX45583" fmla="*/ 1540585 w 2119654"/>
              <a:gd name="connsiteY45583" fmla="*/ 722203 h 2398711"/>
              <a:gd name="connsiteX45584" fmla="*/ 1541160 w 2119654"/>
              <a:gd name="connsiteY45584" fmla="*/ 723314 h 2398711"/>
              <a:gd name="connsiteX45585" fmla="*/ 1541353 w 2119654"/>
              <a:gd name="connsiteY45585" fmla="*/ 722881 h 2398711"/>
              <a:gd name="connsiteX45586" fmla="*/ 878470 w 2119654"/>
              <a:gd name="connsiteY45586" fmla="*/ 2203747 h 2398711"/>
              <a:gd name="connsiteX45587" fmla="*/ 880256 w 2119654"/>
              <a:gd name="connsiteY45587" fmla="*/ 2205948 h 2398711"/>
              <a:gd name="connsiteX45588" fmla="*/ 888750 w 2119654"/>
              <a:gd name="connsiteY45588" fmla="*/ 2202518 h 2398711"/>
              <a:gd name="connsiteX45589" fmla="*/ 887089 w 2119654"/>
              <a:gd name="connsiteY45589" fmla="*/ 2199141 h 2398711"/>
              <a:gd name="connsiteX45590" fmla="*/ 882103 w 2119654"/>
              <a:gd name="connsiteY45590" fmla="*/ 2200263 h 2398711"/>
              <a:gd name="connsiteX45591" fmla="*/ 890142 w 2119654"/>
              <a:gd name="connsiteY45591" fmla="*/ 2177161 h 2398711"/>
              <a:gd name="connsiteX45592" fmla="*/ 890292 w 2119654"/>
              <a:gd name="connsiteY45592" fmla="*/ 2177268 h 2398711"/>
              <a:gd name="connsiteX45593" fmla="*/ 891907 w 2119654"/>
              <a:gd name="connsiteY45593" fmla="*/ 2177022 h 2398711"/>
              <a:gd name="connsiteX45594" fmla="*/ 891850 w 2119654"/>
              <a:gd name="connsiteY45594" fmla="*/ 2176883 h 2398711"/>
              <a:gd name="connsiteX45595" fmla="*/ 885625 w 2119654"/>
              <a:gd name="connsiteY45595" fmla="*/ 2187098 h 2398711"/>
              <a:gd name="connsiteX45596" fmla="*/ 885864 w 2119654"/>
              <a:gd name="connsiteY45596" fmla="*/ 2187882 h 2398711"/>
              <a:gd name="connsiteX45597" fmla="*/ 887759 w 2119654"/>
              <a:gd name="connsiteY45597" fmla="*/ 2186915 h 2398711"/>
              <a:gd name="connsiteX45598" fmla="*/ 1558898 w 2119654"/>
              <a:gd name="connsiteY45598" fmla="*/ 679475 h 2398711"/>
              <a:gd name="connsiteX45599" fmla="*/ 1557945 w 2119654"/>
              <a:gd name="connsiteY45599" fmla="*/ 688155 h 2398711"/>
              <a:gd name="connsiteX45600" fmla="*/ 1557540 w 2119654"/>
              <a:gd name="connsiteY45600" fmla="*/ 689615 h 2398711"/>
              <a:gd name="connsiteX45601" fmla="*/ 1560702 w 2119654"/>
              <a:gd name="connsiteY45601" fmla="*/ 697092 h 2398711"/>
              <a:gd name="connsiteX45602" fmla="*/ 1560160 w 2119654"/>
              <a:gd name="connsiteY45602" fmla="*/ 684603 h 2398711"/>
              <a:gd name="connsiteX45603" fmla="*/ 879432 w 2119654"/>
              <a:gd name="connsiteY45603" fmla="*/ 2200350 h 2398711"/>
              <a:gd name="connsiteX45604" fmla="*/ 882046 w 2119654"/>
              <a:gd name="connsiteY45604" fmla="*/ 2199761 h 2398711"/>
              <a:gd name="connsiteX45605" fmla="*/ 883030 w 2119654"/>
              <a:gd name="connsiteY45605" fmla="*/ 2198791 h 2398711"/>
              <a:gd name="connsiteX45606" fmla="*/ 865412 w 2119654"/>
              <a:gd name="connsiteY45606" fmla="*/ 2230962 h 2398711"/>
              <a:gd name="connsiteX45607" fmla="*/ 877086 w 2119654"/>
              <a:gd name="connsiteY45607" fmla="*/ 2232908 h 2398711"/>
              <a:gd name="connsiteX45608" fmla="*/ 880724 w 2119654"/>
              <a:gd name="connsiteY45608" fmla="*/ 2231696 h 2398711"/>
              <a:gd name="connsiteX45609" fmla="*/ 887725 w 2119654"/>
              <a:gd name="connsiteY45609" fmla="*/ 2224956 h 2398711"/>
              <a:gd name="connsiteX45610" fmla="*/ 868212 w 2119654"/>
              <a:gd name="connsiteY45610" fmla="*/ 2229066 h 2398711"/>
              <a:gd name="connsiteX45611" fmla="*/ 867729 w 2119654"/>
              <a:gd name="connsiteY45611" fmla="*/ 2229402 h 2398711"/>
              <a:gd name="connsiteX45612" fmla="*/ 890952 w 2119654"/>
              <a:gd name="connsiteY45612" fmla="*/ 2173455 h 2398711"/>
              <a:gd name="connsiteX45613" fmla="*/ 891380 w 2119654"/>
              <a:gd name="connsiteY45613" fmla="*/ 2174548 h 2398711"/>
              <a:gd name="connsiteX45614" fmla="*/ 893010 w 2119654"/>
              <a:gd name="connsiteY45614" fmla="*/ 2174352 h 2398711"/>
              <a:gd name="connsiteX45615" fmla="*/ 861505 w 2119654"/>
              <a:gd name="connsiteY45615" fmla="*/ 2238807 h 2398711"/>
              <a:gd name="connsiteX45616" fmla="*/ 863287 w 2119654"/>
              <a:gd name="connsiteY45616" fmla="*/ 2241272 h 2398711"/>
              <a:gd name="connsiteX45617" fmla="*/ 870397 w 2119654"/>
              <a:gd name="connsiteY45617" fmla="*/ 2239948 h 2398711"/>
              <a:gd name="connsiteX45618" fmla="*/ 867007 w 2119654"/>
              <a:gd name="connsiteY45618" fmla="*/ 2236974 h 2398711"/>
              <a:gd name="connsiteX45619" fmla="*/ 1544421 w 2119654"/>
              <a:gd name="connsiteY45619" fmla="*/ 708734 h 2398711"/>
              <a:gd name="connsiteX45620" fmla="*/ 1542900 w 2119654"/>
              <a:gd name="connsiteY45620" fmla="*/ 714075 h 2398711"/>
              <a:gd name="connsiteX45621" fmla="*/ 1543221 w 2119654"/>
              <a:gd name="connsiteY45621" fmla="*/ 715465 h 2398711"/>
              <a:gd name="connsiteX45622" fmla="*/ 1543531 w 2119654"/>
              <a:gd name="connsiteY45622" fmla="*/ 715905 h 2398711"/>
              <a:gd name="connsiteX45623" fmla="*/ 1545061 w 2119654"/>
              <a:gd name="connsiteY45623" fmla="*/ 710397 h 2398711"/>
              <a:gd name="connsiteX45624" fmla="*/ 864605 w 2119654"/>
              <a:gd name="connsiteY45624" fmla="*/ 2230828 h 2398711"/>
              <a:gd name="connsiteX45625" fmla="*/ 864668 w 2119654"/>
              <a:gd name="connsiteY45625" fmla="*/ 2230838 h 2398711"/>
              <a:gd name="connsiteX45626" fmla="*/ 865233 w 2119654"/>
              <a:gd name="connsiteY45626" fmla="*/ 2230446 h 2398711"/>
              <a:gd name="connsiteX45627" fmla="*/ 891553 w 2119654"/>
              <a:gd name="connsiteY45627" fmla="*/ 2170457 h 2398711"/>
              <a:gd name="connsiteX45628" fmla="*/ 895763 w 2119654"/>
              <a:gd name="connsiteY45628" fmla="*/ 2172291 h 2398711"/>
              <a:gd name="connsiteX45629" fmla="*/ 897800 w 2119654"/>
              <a:gd name="connsiteY45629" fmla="*/ 2171974 h 2398711"/>
              <a:gd name="connsiteX45630" fmla="*/ 896399 w 2119654"/>
              <a:gd name="connsiteY45630" fmla="*/ 2169527 h 2398711"/>
              <a:gd name="connsiteX45631" fmla="*/ 1545071 w 2119654"/>
              <a:gd name="connsiteY45631" fmla="*/ 706448 h 2398711"/>
              <a:gd name="connsiteX45632" fmla="*/ 1544608 w 2119654"/>
              <a:gd name="connsiteY45632" fmla="*/ 708075 h 2398711"/>
              <a:gd name="connsiteX45633" fmla="*/ 1545246 w 2119654"/>
              <a:gd name="connsiteY45633" fmla="*/ 709732 h 2398711"/>
              <a:gd name="connsiteX45634" fmla="*/ 1545437 w 2119654"/>
              <a:gd name="connsiteY45634" fmla="*/ 709044 h 2398711"/>
              <a:gd name="connsiteX45635" fmla="*/ 1545299 w 2119654"/>
              <a:gd name="connsiteY45635" fmla="*/ 707876 h 2398711"/>
              <a:gd name="connsiteX45636" fmla="*/ 1545609 w 2119654"/>
              <a:gd name="connsiteY45636" fmla="*/ 704560 h 2398711"/>
              <a:gd name="connsiteX45637" fmla="*/ 1545436 w 2119654"/>
              <a:gd name="connsiteY45637" fmla="*/ 705168 h 2398711"/>
              <a:gd name="connsiteX45638" fmla="*/ 1545829 w 2119654"/>
              <a:gd name="connsiteY45638" fmla="*/ 707632 h 2398711"/>
              <a:gd name="connsiteX45639" fmla="*/ 1545858 w 2119654"/>
              <a:gd name="connsiteY45639" fmla="*/ 707525 h 2398711"/>
              <a:gd name="connsiteX45640" fmla="*/ 1559642 w 2119654"/>
              <a:gd name="connsiteY45640" fmla="*/ 672690 h 2398711"/>
              <a:gd name="connsiteX45641" fmla="*/ 1559458 w 2119654"/>
              <a:gd name="connsiteY45641" fmla="*/ 674370 h 2398711"/>
              <a:gd name="connsiteX45642" fmla="*/ 1559742 w 2119654"/>
              <a:gd name="connsiteY45642" fmla="*/ 674973 h 2398711"/>
              <a:gd name="connsiteX45643" fmla="*/ 873782 w 2119654"/>
              <a:gd name="connsiteY45643" fmla="*/ 2208244 h 2398711"/>
              <a:gd name="connsiteX45644" fmla="*/ 882754 w 2119654"/>
              <a:gd name="connsiteY45644" fmla="*/ 2209827 h 2398711"/>
              <a:gd name="connsiteX45645" fmla="*/ 882765 w 2119654"/>
              <a:gd name="connsiteY45645" fmla="*/ 2209822 h 2398711"/>
              <a:gd name="connsiteX45646" fmla="*/ 879862 w 2119654"/>
              <a:gd name="connsiteY45646" fmla="*/ 2206307 h 2398711"/>
              <a:gd name="connsiteX45647" fmla="*/ 874803 w 2119654"/>
              <a:gd name="connsiteY45647" fmla="*/ 2208350 h 2398711"/>
              <a:gd name="connsiteX45648" fmla="*/ 874514 w 2119654"/>
              <a:gd name="connsiteY45648" fmla="*/ 2208266 h 2398711"/>
              <a:gd name="connsiteX45649" fmla="*/ 879738 w 2119654"/>
              <a:gd name="connsiteY45649" fmla="*/ 2206157 h 2398711"/>
              <a:gd name="connsiteX45650" fmla="*/ 878067 w 2119654"/>
              <a:gd name="connsiteY45650" fmla="*/ 2204133 h 2398711"/>
              <a:gd name="connsiteX45651" fmla="*/ 1517607 w 2119654"/>
              <a:gd name="connsiteY45651" fmla="*/ 766579 h 2398711"/>
              <a:gd name="connsiteX45652" fmla="*/ 1517599 w 2119654"/>
              <a:gd name="connsiteY45652" fmla="*/ 766622 h 2398711"/>
              <a:gd name="connsiteX45653" fmla="*/ 1517615 w 2119654"/>
              <a:gd name="connsiteY45653" fmla="*/ 766637 h 2398711"/>
              <a:gd name="connsiteX45654" fmla="*/ 862769 w 2119654"/>
              <a:gd name="connsiteY45654" fmla="*/ 2232742 h 2398711"/>
              <a:gd name="connsiteX45655" fmla="*/ 866768 w 2119654"/>
              <a:gd name="connsiteY45655" fmla="*/ 2236345 h 2398711"/>
              <a:gd name="connsiteX45656" fmla="*/ 874979 w 2119654"/>
              <a:gd name="connsiteY45656" fmla="*/ 2233610 h 2398711"/>
              <a:gd name="connsiteX45657" fmla="*/ 864158 w 2119654"/>
              <a:gd name="connsiteY45657" fmla="*/ 2231806 h 2398711"/>
              <a:gd name="connsiteX45658" fmla="*/ 876680 w 2119654"/>
              <a:gd name="connsiteY45658" fmla="*/ 2201541 h 2398711"/>
              <a:gd name="connsiteX45659" fmla="*/ 878263 w 2119654"/>
              <a:gd name="connsiteY45659" fmla="*/ 2203492 h 2398711"/>
              <a:gd name="connsiteX45660" fmla="*/ 881371 w 2119654"/>
              <a:gd name="connsiteY45660" fmla="*/ 2200427 h 2398711"/>
              <a:gd name="connsiteX45661" fmla="*/ 876962 w 2119654"/>
              <a:gd name="connsiteY45661" fmla="*/ 2201419 h 2398711"/>
              <a:gd name="connsiteX45662" fmla="*/ 899798 w 2119654"/>
              <a:gd name="connsiteY45662" fmla="*/ 2149446 h 2398711"/>
              <a:gd name="connsiteX45663" fmla="*/ 901879 w 2119654"/>
              <a:gd name="connsiteY45663" fmla="*/ 2153834 h 2398711"/>
              <a:gd name="connsiteX45664" fmla="*/ 905111 w 2119654"/>
              <a:gd name="connsiteY45664" fmla="*/ 2153229 h 2398711"/>
              <a:gd name="connsiteX45665" fmla="*/ 902505 w 2119654"/>
              <a:gd name="connsiteY45665" fmla="*/ 2149872 h 2398711"/>
              <a:gd name="connsiteX45666" fmla="*/ 887928 w 2119654"/>
              <a:gd name="connsiteY45666" fmla="*/ 2175509 h 2398711"/>
              <a:gd name="connsiteX45667" fmla="*/ 888021 w 2119654"/>
              <a:gd name="connsiteY45667" fmla="*/ 2175656 h 2398711"/>
              <a:gd name="connsiteX45668" fmla="*/ 888970 w 2119654"/>
              <a:gd name="connsiteY45668" fmla="*/ 2176328 h 2398711"/>
              <a:gd name="connsiteX45669" fmla="*/ 891459 w 2119654"/>
              <a:gd name="connsiteY45669" fmla="*/ 2175924 h 2398711"/>
              <a:gd name="connsiteX45670" fmla="*/ 891184 w 2119654"/>
              <a:gd name="connsiteY45670" fmla="*/ 2175247 h 2398711"/>
              <a:gd name="connsiteX45671" fmla="*/ 876408 w 2119654"/>
              <a:gd name="connsiteY45671" fmla="*/ 2201030 h 2398711"/>
              <a:gd name="connsiteX45672" fmla="*/ 877387 w 2119654"/>
              <a:gd name="connsiteY45672" fmla="*/ 2200810 h 2398711"/>
              <a:gd name="connsiteX45673" fmla="*/ 882141 w 2119654"/>
              <a:gd name="connsiteY45673" fmla="*/ 2198750 h 2398711"/>
              <a:gd name="connsiteX45674" fmla="*/ 883960 w 2119654"/>
              <a:gd name="connsiteY45674" fmla="*/ 2197875 h 2398711"/>
              <a:gd name="connsiteX45675" fmla="*/ 885236 w 2119654"/>
              <a:gd name="connsiteY45675" fmla="*/ 2196616 h 2398711"/>
              <a:gd name="connsiteX45676" fmla="*/ 883817 w 2119654"/>
              <a:gd name="connsiteY45676" fmla="*/ 2196743 h 2398711"/>
              <a:gd name="connsiteX45677" fmla="*/ 862239 w 2119654"/>
              <a:gd name="connsiteY45677" fmla="*/ 2232263 h 2398711"/>
              <a:gd name="connsiteX45678" fmla="*/ 862402 w 2119654"/>
              <a:gd name="connsiteY45678" fmla="*/ 2232411 h 2398711"/>
              <a:gd name="connsiteX45679" fmla="*/ 863448 w 2119654"/>
              <a:gd name="connsiteY45679" fmla="*/ 2231685 h 2398711"/>
              <a:gd name="connsiteX45680" fmla="*/ 863258 w 2119654"/>
              <a:gd name="connsiteY45680" fmla="*/ 2231645 h 2398711"/>
              <a:gd name="connsiteX45681" fmla="*/ 881887 w 2119654"/>
              <a:gd name="connsiteY45681" fmla="*/ 2187418 h 2398711"/>
              <a:gd name="connsiteX45682" fmla="*/ 881969 w 2119654"/>
              <a:gd name="connsiteY45682" fmla="*/ 2187474 h 2398711"/>
              <a:gd name="connsiteX45683" fmla="*/ 881950 w 2119654"/>
              <a:gd name="connsiteY45683" fmla="*/ 2187413 h 2398711"/>
              <a:gd name="connsiteX45684" fmla="*/ 1548419 w 2119654"/>
              <a:gd name="connsiteY45684" fmla="*/ 694696 h 2398711"/>
              <a:gd name="connsiteX45685" fmla="*/ 1547312 w 2119654"/>
              <a:gd name="connsiteY45685" fmla="*/ 698579 h 2398711"/>
              <a:gd name="connsiteX45686" fmla="*/ 1547730 w 2119654"/>
              <a:gd name="connsiteY45686" fmla="*/ 700784 h 2398711"/>
              <a:gd name="connsiteX45687" fmla="*/ 1548512 w 2119654"/>
              <a:gd name="connsiteY45687" fmla="*/ 697968 h 2398711"/>
              <a:gd name="connsiteX45688" fmla="*/ 1548519 w 2119654"/>
              <a:gd name="connsiteY45688" fmla="*/ 697022 h 2398711"/>
              <a:gd name="connsiteX45689" fmla="*/ 1518832 w 2119654"/>
              <a:gd name="connsiteY45689" fmla="*/ 760498 h 2398711"/>
              <a:gd name="connsiteX45690" fmla="*/ 1517950 w 2119654"/>
              <a:gd name="connsiteY45690" fmla="*/ 764879 h 2398711"/>
              <a:gd name="connsiteX45691" fmla="*/ 1517964 w 2119654"/>
              <a:gd name="connsiteY45691" fmla="*/ 764992 h 2398711"/>
              <a:gd name="connsiteX45692" fmla="*/ 1518430 w 2119654"/>
              <a:gd name="connsiteY45692" fmla="*/ 766620 h 2398711"/>
              <a:gd name="connsiteX45693" fmla="*/ 1519776 w 2119654"/>
              <a:gd name="connsiteY45693" fmla="*/ 762390 h 2398711"/>
              <a:gd name="connsiteX45694" fmla="*/ 884030 w 2119654"/>
              <a:gd name="connsiteY45694" fmla="*/ 2181860 h 2398711"/>
              <a:gd name="connsiteX45695" fmla="*/ 884501 w 2119654"/>
              <a:gd name="connsiteY45695" fmla="*/ 2183407 h 2398711"/>
              <a:gd name="connsiteX45696" fmla="*/ 885150 w 2119654"/>
              <a:gd name="connsiteY45696" fmla="*/ 2183352 h 2398711"/>
              <a:gd name="connsiteX45697" fmla="*/ 890523 w 2119654"/>
              <a:gd name="connsiteY45697" fmla="*/ 2182233 h 2398711"/>
              <a:gd name="connsiteX45698" fmla="*/ 1541370 w 2119654"/>
              <a:gd name="connsiteY45698" fmla="*/ 709819 h 2398711"/>
              <a:gd name="connsiteX45699" fmla="*/ 1540631 w 2119654"/>
              <a:gd name="connsiteY45699" fmla="*/ 711767 h 2398711"/>
              <a:gd name="connsiteX45700" fmla="*/ 1542146 w 2119654"/>
              <a:gd name="connsiteY45700" fmla="*/ 713929 h 2398711"/>
              <a:gd name="connsiteX45701" fmla="*/ 1542067 w 2119654"/>
              <a:gd name="connsiteY45701" fmla="*/ 712832 h 2398711"/>
              <a:gd name="connsiteX45702" fmla="*/ 1541770 w 2119654"/>
              <a:gd name="connsiteY45702" fmla="*/ 708761 h 2398711"/>
              <a:gd name="connsiteX45703" fmla="*/ 1541709 w 2119654"/>
              <a:gd name="connsiteY45703" fmla="*/ 708923 h 2398711"/>
              <a:gd name="connsiteX45704" fmla="*/ 1541816 w 2119654"/>
              <a:gd name="connsiteY45704" fmla="*/ 709385 h 2398711"/>
              <a:gd name="connsiteX45705" fmla="*/ 1543091 w 2119654"/>
              <a:gd name="connsiteY45705" fmla="*/ 705276 h 2398711"/>
              <a:gd name="connsiteX45706" fmla="*/ 1542271 w 2119654"/>
              <a:gd name="connsiteY45706" fmla="*/ 707443 h 2398711"/>
              <a:gd name="connsiteX45707" fmla="*/ 1542629 w 2119654"/>
              <a:gd name="connsiteY45707" fmla="*/ 712554 h 2398711"/>
              <a:gd name="connsiteX45708" fmla="*/ 1544016 w 2119654"/>
              <a:gd name="connsiteY45708" fmla="*/ 707681 h 2398711"/>
              <a:gd name="connsiteX45709" fmla="*/ 861951 w 2119654"/>
              <a:gd name="connsiteY45709" fmla="*/ 2230385 h 2398711"/>
              <a:gd name="connsiteX45710" fmla="*/ 863513 w 2119654"/>
              <a:gd name="connsiteY45710" fmla="*/ 2230646 h 2398711"/>
              <a:gd name="connsiteX45711" fmla="*/ 865000 w 2119654"/>
              <a:gd name="connsiteY45711" fmla="*/ 2229742 h 2398711"/>
              <a:gd name="connsiteX45712" fmla="*/ 900077 w 2119654"/>
              <a:gd name="connsiteY45712" fmla="*/ 2144974 h 2398711"/>
              <a:gd name="connsiteX45713" fmla="*/ 900190 w 2119654"/>
              <a:gd name="connsiteY45713" fmla="*/ 2145132 h 2398711"/>
              <a:gd name="connsiteX45714" fmla="*/ 900511 w 2119654"/>
              <a:gd name="connsiteY45714" fmla="*/ 2145143 h 2398711"/>
              <a:gd name="connsiteX45715" fmla="*/ 901834 w 2119654"/>
              <a:gd name="connsiteY45715" fmla="*/ 2144417 h 2398711"/>
              <a:gd name="connsiteX45716" fmla="*/ 901533 w 2119654"/>
              <a:gd name="connsiteY45716" fmla="*/ 2144372 h 2398711"/>
              <a:gd name="connsiteX45717" fmla="*/ 901299 w 2119654"/>
              <a:gd name="connsiteY45717" fmla="*/ 2144505 h 2398711"/>
              <a:gd name="connsiteX45718" fmla="*/ 1544354 w 2119654"/>
              <a:gd name="connsiteY45718" fmla="*/ 701944 h 2398711"/>
              <a:gd name="connsiteX45719" fmla="*/ 1543311 w 2119654"/>
              <a:gd name="connsiteY45719" fmla="*/ 704698 h 2398711"/>
              <a:gd name="connsiteX45720" fmla="*/ 1544204 w 2119654"/>
              <a:gd name="connsiteY45720" fmla="*/ 707022 h 2398711"/>
              <a:gd name="connsiteX45721" fmla="*/ 1544818 w 2119654"/>
              <a:gd name="connsiteY45721" fmla="*/ 704863 h 2398711"/>
              <a:gd name="connsiteX45722" fmla="*/ 886935 w 2119654"/>
              <a:gd name="connsiteY45722" fmla="*/ 2173943 h 2398711"/>
              <a:gd name="connsiteX45723" fmla="*/ 887608 w 2119654"/>
              <a:gd name="connsiteY45723" fmla="*/ 2175003 h 2398711"/>
              <a:gd name="connsiteX45724" fmla="*/ 890921 w 2119654"/>
              <a:gd name="connsiteY45724" fmla="*/ 2174603 h 2398711"/>
              <a:gd name="connsiteX45725" fmla="*/ 890439 w 2119654"/>
              <a:gd name="connsiteY45725" fmla="*/ 2173419 h 2398711"/>
              <a:gd name="connsiteX45726" fmla="*/ 888637 w 2119654"/>
              <a:gd name="connsiteY45726" fmla="*/ 2173700 h 2398711"/>
              <a:gd name="connsiteX45727" fmla="*/ 1550095 w 2119654"/>
              <a:gd name="connsiteY45727" fmla="*/ 688806 h 2398711"/>
              <a:gd name="connsiteX45728" fmla="*/ 1548874 w 2119654"/>
              <a:gd name="connsiteY45728" fmla="*/ 693097 h 2398711"/>
              <a:gd name="connsiteX45729" fmla="*/ 1548866 w 2119654"/>
              <a:gd name="connsiteY45729" fmla="*/ 694038 h 2398711"/>
              <a:gd name="connsiteX45730" fmla="*/ 1548996 w 2119654"/>
              <a:gd name="connsiteY45730" fmla="*/ 696065 h 2398711"/>
              <a:gd name="connsiteX45731" fmla="*/ 1549442 w 2119654"/>
              <a:gd name="connsiteY45731" fmla="*/ 694151 h 2398711"/>
              <a:gd name="connsiteX45732" fmla="*/ 1545201 w 2119654"/>
              <a:gd name="connsiteY45732" fmla="*/ 699708 h 2398711"/>
              <a:gd name="connsiteX45733" fmla="*/ 1544755 w 2119654"/>
              <a:gd name="connsiteY45733" fmla="*/ 700887 h 2398711"/>
              <a:gd name="connsiteX45734" fmla="*/ 1545184 w 2119654"/>
              <a:gd name="connsiteY45734" fmla="*/ 703582 h 2398711"/>
              <a:gd name="connsiteX45735" fmla="*/ 1545448 w 2119654"/>
              <a:gd name="connsiteY45735" fmla="*/ 702651 h 2398711"/>
              <a:gd name="connsiteX45736" fmla="*/ 861040 w 2119654"/>
              <a:gd name="connsiteY45736" fmla="*/ 2231184 h 2398711"/>
              <a:gd name="connsiteX45737" fmla="*/ 861678 w 2119654"/>
              <a:gd name="connsiteY45737" fmla="*/ 2231759 h 2398711"/>
              <a:gd name="connsiteX45738" fmla="*/ 862221 w 2119654"/>
              <a:gd name="connsiteY45738" fmla="*/ 2231430 h 2398711"/>
              <a:gd name="connsiteX45739" fmla="*/ 856784 w 2119654"/>
              <a:gd name="connsiteY45739" fmla="*/ 2240380 h 2398711"/>
              <a:gd name="connsiteX45740" fmla="*/ 858245 w 2119654"/>
              <a:gd name="connsiteY45740" fmla="*/ 2242210 h 2398711"/>
              <a:gd name="connsiteX45741" fmla="*/ 862559 w 2119654"/>
              <a:gd name="connsiteY45741" fmla="*/ 2241407 h 2398711"/>
              <a:gd name="connsiteX45742" fmla="*/ 860833 w 2119654"/>
              <a:gd name="connsiteY45742" fmla="*/ 2239031 h 2398711"/>
              <a:gd name="connsiteX45743" fmla="*/ 858970 w 2119654"/>
              <a:gd name="connsiteY45743" fmla="*/ 2235300 h 2398711"/>
              <a:gd name="connsiteX45744" fmla="*/ 861092 w 2119654"/>
              <a:gd name="connsiteY45744" fmla="*/ 2238236 h 2398711"/>
              <a:gd name="connsiteX45745" fmla="*/ 866422 w 2119654"/>
              <a:gd name="connsiteY45745" fmla="*/ 2236461 h 2398711"/>
              <a:gd name="connsiteX45746" fmla="*/ 862437 w 2119654"/>
              <a:gd name="connsiteY45746" fmla="*/ 2232966 h 2398711"/>
              <a:gd name="connsiteX45747" fmla="*/ 1548239 w 2119654"/>
              <a:gd name="connsiteY45747" fmla="*/ 691678 h 2398711"/>
              <a:gd name="connsiteX45748" fmla="*/ 1548107 w 2119654"/>
              <a:gd name="connsiteY45748" fmla="*/ 692041 h 2398711"/>
              <a:gd name="connsiteX45749" fmla="*/ 1546751 w 2119654"/>
              <a:gd name="connsiteY45749" fmla="*/ 695621 h 2398711"/>
              <a:gd name="connsiteX45750" fmla="*/ 1547031 w 2119654"/>
              <a:gd name="connsiteY45750" fmla="*/ 697096 h 2398711"/>
              <a:gd name="connsiteX45751" fmla="*/ 1548325 w 2119654"/>
              <a:gd name="connsiteY45751" fmla="*/ 692550 h 2398711"/>
              <a:gd name="connsiteX45752" fmla="*/ 1548317 w 2119654"/>
              <a:gd name="connsiteY45752" fmla="*/ 692339 h 2398711"/>
              <a:gd name="connsiteX45753" fmla="*/ 847016 w 2119654"/>
              <a:gd name="connsiteY45753" fmla="*/ 2261761 h 2398711"/>
              <a:gd name="connsiteX45754" fmla="*/ 851977 w 2119654"/>
              <a:gd name="connsiteY45754" fmla="*/ 2267607 h 2398711"/>
              <a:gd name="connsiteX45755" fmla="*/ 859961 w 2119654"/>
              <a:gd name="connsiteY45755" fmla="*/ 2264557 h 2398711"/>
              <a:gd name="connsiteX45756" fmla="*/ 874935 w 2119654"/>
              <a:gd name="connsiteY45756" fmla="*/ 2258454 h 2398711"/>
              <a:gd name="connsiteX45757" fmla="*/ 874196 w 2119654"/>
              <a:gd name="connsiteY45757" fmla="*/ 2257436 h 2398711"/>
              <a:gd name="connsiteX45758" fmla="*/ 856925 w 2119654"/>
              <a:gd name="connsiteY45758" fmla="*/ 2256958 h 2398711"/>
              <a:gd name="connsiteX45759" fmla="*/ 851135 w 2119654"/>
              <a:gd name="connsiteY45759" fmla="*/ 2259805 h 2398711"/>
              <a:gd name="connsiteX45760" fmla="*/ 1551599 w 2119654"/>
              <a:gd name="connsiteY45760" fmla="*/ 683527 h 2398711"/>
              <a:gd name="connsiteX45761" fmla="*/ 1550644 w 2119654"/>
              <a:gd name="connsiteY45761" fmla="*/ 686880 h 2398711"/>
              <a:gd name="connsiteX45762" fmla="*/ 1550102 w 2119654"/>
              <a:gd name="connsiteY45762" fmla="*/ 691309 h 2398711"/>
              <a:gd name="connsiteX45763" fmla="*/ 1551604 w 2119654"/>
              <a:gd name="connsiteY45763" fmla="*/ 684847 h 2398711"/>
              <a:gd name="connsiteX45764" fmla="*/ 1551755 w 2119654"/>
              <a:gd name="connsiteY45764" fmla="*/ 683918 h 2398711"/>
              <a:gd name="connsiteX45765" fmla="*/ 868229 w 2119654"/>
              <a:gd name="connsiteY45765" fmla="*/ 2213569 h 2398711"/>
              <a:gd name="connsiteX45766" fmla="*/ 874168 w 2119654"/>
              <a:gd name="connsiteY45766" fmla="*/ 2213647 h 2398711"/>
              <a:gd name="connsiteX45767" fmla="*/ 881883 w 2119654"/>
              <a:gd name="connsiteY45767" fmla="*/ 2210215 h 2398711"/>
              <a:gd name="connsiteX45768" fmla="*/ 873305 w 2119654"/>
              <a:gd name="connsiteY45768" fmla="*/ 2208701 h 2398711"/>
              <a:gd name="connsiteX45769" fmla="*/ 1549787 w 2119654"/>
              <a:gd name="connsiteY45769" fmla="*/ 687415 h 2398711"/>
              <a:gd name="connsiteX45770" fmla="*/ 1548880 w 2119654"/>
              <a:gd name="connsiteY45770" fmla="*/ 689913 h 2398711"/>
              <a:gd name="connsiteX45771" fmla="*/ 1548890 w 2119654"/>
              <a:gd name="connsiteY45771" fmla="*/ 690567 h 2398711"/>
              <a:gd name="connsiteX45772" fmla="*/ 885828 w 2119654"/>
              <a:gd name="connsiteY45772" fmla="*/ 2174099 h 2398711"/>
              <a:gd name="connsiteX45773" fmla="*/ 887176 w 2119654"/>
              <a:gd name="connsiteY45773" fmla="*/ 2175055 h 2398711"/>
              <a:gd name="connsiteX45774" fmla="*/ 887253 w 2119654"/>
              <a:gd name="connsiteY45774" fmla="*/ 2175046 h 2398711"/>
              <a:gd name="connsiteX45775" fmla="*/ 886584 w 2119654"/>
              <a:gd name="connsiteY45775" fmla="*/ 2173992 h 2398711"/>
              <a:gd name="connsiteX45776" fmla="*/ 874561 w 2119654"/>
              <a:gd name="connsiteY45776" fmla="*/ 2198931 h 2398711"/>
              <a:gd name="connsiteX45777" fmla="*/ 876132 w 2119654"/>
              <a:gd name="connsiteY45777" fmla="*/ 2200866 h 2398711"/>
              <a:gd name="connsiteX45778" fmla="*/ 883026 w 2119654"/>
              <a:gd name="connsiteY45778" fmla="*/ 2196878 h 2398711"/>
              <a:gd name="connsiteX45779" fmla="*/ 891658 w 2119654"/>
              <a:gd name="connsiteY45779" fmla="*/ 2160258 h 2398711"/>
              <a:gd name="connsiteX45780" fmla="*/ 892114 w 2119654"/>
              <a:gd name="connsiteY45780" fmla="*/ 2161055 h 2398711"/>
              <a:gd name="connsiteX45781" fmla="*/ 895967 w 2119654"/>
              <a:gd name="connsiteY45781" fmla="*/ 2160524 h 2398711"/>
              <a:gd name="connsiteX45782" fmla="*/ 858440 w 2119654"/>
              <a:gd name="connsiteY45782" fmla="*/ 2234568 h 2398711"/>
              <a:gd name="connsiteX45783" fmla="*/ 858724 w 2119654"/>
              <a:gd name="connsiteY45783" fmla="*/ 2234961 h 2398711"/>
              <a:gd name="connsiteX45784" fmla="*/ 862069 w 2119654"/>
              <a:gd name="connsiteY45784" fmla="*/ 2232642 h 2398711"/>
              <a:gd name="connsiteX45785" fmla="*/ 861887 w 2119654"/>
              <a:gd name="connsiteY45785" fmla="*/ 2232477 h 2398711"/>
              <a:gd name="connsiteX45786" fmla="*/ 883063 w 2119654"/>
              <a:gd name="connsiteY45786" fmla="*/ 2178685 h 2398711"/>
              <a:gd name="connsiteX45787" fmla="*/ 883733 w 2119654"/>
              <a:gd name="connsiteY45787" fmla="*/ 2180886 h 2398711"/>
              <a:gd name="connsiteX45788" fmla="*/ 889852 w 2119654"/>
              <a:gd name="connsiteY45788" fmla="*/ 2181237 h 2398711"/>
              <a:gd name="connsiteX45789" fmla="*/ 885277 w 2119654"/>
              <a:gd name="connsiteY45789" fmla="*/ 2178753 h 2398711"/>
              <a:gd name="connsiteX45790" fmla="*/ 884896 w 2119654"/>
              <a:gd name="connsiteY45790" fmla="*/ 2178483 h 2398711"/>
              <a:gd name="connsiteX45791" fmla="*/ 1520977 w 2119654"/>
              <a:gd name="connsiteY45791" fmla="*/ 749843 h 2398711"/>
              <a:gd name="connsiteX45792" fmla="*/ 1520868 w 2119654"/>
              <a:gd name="connsiteY45792" fmla="*/ 750385 h 2398711"/>
              <a:gd name="connsiteX45793" fmla="*/ 1521333 w 2119654"/>
              <a:gd name="connsiteY45793" fmla="*/ 755641 h 2398711"/>
              <a:gd name="connsiteX45794" fmla="*/ 1521693 w 2119654"/>
              <a:gd name="connsiteY45794" fmla="*/ 756363 h 2398711"/>
              <a:gd name="connsiteX45795" fmla="*/ 1522302 w 2119654"/>
              <a:gd name="connsiteY45795" fmla="*/ 754451 h 2398711"/>
              <a:gd name="connsiteX45796" fmla="*/ 885703 w 2119654"/>
              <a:gd name="connsiteY45796" fmla="*/ 2171998 h 2398711"/>
              <a:gd name="connsiteX45797" fmla="*/ 886776 w 2119654"/>
              <a:gd name="connsiteY45797" fmla="*/ 2173691 h 2398711"/>
              <a:gd name="connsiteX45798" fmla="*/ 890252 w 2119654"/>
              <a:gd name="connsiteY45798" fmla="*/ 2173150 h 2398711"/>
              <a:gd name="connsiteX45799" fmla="*/ 886837 w 2119654"/>
              <a:gd name="connsiteY45799" fmla="*/ 2171662 h 2398711"/>
              <a:gd name="connsiteX45800" fmla="*/ 1514655 w 2119654"/>
              <a:gd name="connsiteY45800" fmla="*/ 763478 h 2398711"/>
              <a:gd name="connsiteX45801" fmla="*/ 1514677 w 2119654"/>
              <a:gd name="connsiteY45801" fmla="*/ 763850 h 2398711"/>
              <a:gd name="connsiteX45802" fmla="*/ 1514753 w 2119654"/>
              <a:gd name="connsiteY45802" fmla="*/ 763923 h 2398711"/>
              <a:gd name="connsiteX45803" fmla="*/ 1514754 w 2119654"/>
              <a:gd name="connsiteY45803" fmla="*/ 763918 h 2398711"/>
              <a:gd name="connsiteX45804" fmla="*/ 1561112 w 2119654"/>
              <a:gd name="connsiteY45804" fmla="*/ 659288 h 2398711"/>
              <a:gd name="connsiteX45805" fmla="*/ 1560920 w 2119654"/>
              <a:gd name="connsiteY45805" fmla="*/ 661035 h 2398711"/>
              <a:gd name="connsiteX45806" fmla="*/ 1561327 w 2119654"/>
              <a:gd name="connsiteY45806" fmla="*/ 665347 h 2398711"/>
              <a:gd name="connsiteX45807" fmla="*/ 1541901 w 2119654"/>
              <a:gd name="connsiteY45807" fmla="*/ 702184 h 2398711"/>
              <a:gd name="connsiteX45808" fmla="*/ 1542157 w 2119654"/>
              <a:gd name="connsiteY45808" fmla="*/ 705829 h 2398711"/>
              <a:gd name="connsiteX45809" fmla="*/ 1542726 w 2119654"/>
              <a:gd name="connsiteY45809" fmla="*/ 704329 h 2398711"/>
              <a:gd name="connsiteX45810" fmla="*/ 1555760 w 2119654"/>
              <a:gd name="connsiteY45810" fmla="*/ 670977 h 2398711"/>
              <a:gd name="connsiteX45811" fmla="*/ 1555700 w 2119654"/>
              <a:gd name="connsiteY45811" fmla="*/ 671140 h 2398711"/>
              <a:gd name="connsiteX45812" fmla="*/ 1555364 w 2119654"/>
              <a:gd name="connsiteY45812" fmla="*/ 673291 h 2398711"/>
              <a:gd name="connsiteX45813" fmla="*/ 1555599 w 2119654"/>
              <a:gd name="connsiteY45813" fmla="*/ 672445 h 2398711"/>
              <a:gd name="connsiteX45814" fmla="*/ 885467 w 2119654"/>
              <a:gd name="connsiteY45814" fmla="*/ 2171625 h 2398711"/>
              <a:gd name="connsiteX45815" fmla="*/ 885591 w 2119654"/>
              <a:gd name="connsiteY45815" fmla="*/ 2171820 h 2398711"/>
              <a:gd name="connsiteX45816" fmla="*/ 886551 w 2119654"/>
              <a:gd name="connsiteY45816" fmla="*/ 2171536 h 2398711"/>
              <a:gd name="connsiteX45817" fmla="*/ 886360 w 2119654"/>
              <a:gd name="connsiteY45817" fmla="*/ 2171454 h 2398711"/>
              <a:gd name="connsiteX45818" fmla="*/ 882753 w 2119654"/>
              <a:gd name="connsiteY45818" fmla="*/ 2177667 h 2398711"/>
              <a:gd name="connsiteX45819" fmla="*/ 882930 w 2119654"/>
              <a:gd name="connsiteY45819" fmla="*/ 2178251 h 2398711"/>
              <a:gd name="connsiteX45820" fmla="*/ 884348 w 2119654"/>
              <a:gd name="connsiteY45820" fmla="*/ 2178093 h 2398711"/>
              <a:gd name="connsiteX45821" fmla="*/ 883659 w 2119654"/>
              <a:gd name="connsiteY45821" fmla="*/ 2177605 h 2398711"/>
              <a:gd name="connsiteX45822" fmla="*/ 874192 w 2119654"/>
              <a:gd name="connsiteY45822" fmla="*/ 2196706 h 2398711"/>
              <a:gd name="connsiteX45823" fmla="*/ 885004 w 2119654"/>
              <a:gd name="connsiteY45823" fmla="*/ 2195733 h 2398711"/>
              <a:gd name="connsiteX45824" fmla="*/ 885322 w 2119654"/>
              <a:gd name="connsiteY45824" fmla="*/ 2195549 h 2398711"/>
              <a:gd name="connsiteX45825" fmla="*/ 884936 w 2119654"/>
              <a:gd name="connsiteY45825" fmla="*/ 2194765 h 2398711"/>
              <a:gd name="connsiteX45826" fmla="*/ 873538 w 2119654"/>
              <a:gd name="connsiteY45826" fmla="*/ 2197669 h 2398711"/>
              <a:gd name="connsiteX45827" fmla="*/ 874352 w 2119654"/>
              <a:gd name="connsiteY45827" fmla="*/ 2198672 h 2398711"/>
              <a:gd name="connsiteX45828" fmla="*/ 881406 w 2119654"/>
              <a:gd name="connsiteY45828" fmla="*/ 2196961 h 2398711"/>
              <a:gd name="connsiteX45829" fmla="*/ 882534 w 2119654"/>
              <a:gd name="connsiteY45829" fmla="*/ 2176950 h 2398711"/>
              <a:gd name="connsiteX45830" fmla="*/ 882656 w 2119654"/>
              <a:gd name="connsiteY45830" fmla="*/ 2177349 h 2398711"/>
              <a:gd name="connsiteX45831" fmla="*/ 882716 w 2119654"/>
              <a:gd name="connsiteY45831" fmla="*/ 2177345 h 2398711"/>
              <a:gd name="connsiteX45832" fmla="*/ 883185 w 2119654"/>
              <a:gd name="connsiteY45832" fmla="*/ 2177269 h 2398711"/>
              <a:gd name="connsiteX45833" fmla="*/ 882768 w 2119654"/>
              <a:gd name="connsiteY45833" fmla="*/ 2176973 h 2398711"/>
              <a:gd name="connsiteX45834" fmla="*/ 854912 w 2119654"/>
              <a:gd name="connsiteY45834" fmla="*/ 2238033 h 2398711"/>
              <a:gd name="connsiteX45835" fmla="*/ 856337 w 2119654"/>
              <a:gd name="connsiteY45835" fmla="*/ 2239820 h 2398711"/>
              <a:gd name="connsiteX45836" fmla="*/ 860419 w 2119654"/>
              <a:gd name="connsiteY45836" fmla="*/ 2238460 h 2398711"/>
              <a:gd name="connsiteX45837" fmla="*/ 858402 w 2119654"/>
              <a:gd name="connsiteY45837" fmla="*/ 2235683 h 2398711"/>
              <a:gd name="connsiteX45838" fmla="*/ 1522091 w 2119654"/>
              <a:gd name="connsiteY45838" fmla="*/ 743858 h 2398711"/>
              <a:gd name="connsiteX45839" fmla="*/ 1521934 w 2119654"/>
              <a:gd name="connsiteY45839" fmla="*/ 745091 h 2398711"/>
              <a:gd name="connsiteX45840" fmla="*/ 1521341 w 2119654"/>
              <a:gd name="connsiteY45840" fmla="*/ 748037 h 2398711"/>
              <a:gd name="connsiteX45841" fmla="*/ 1522776 w 2119654"/>
              <a:gd name="connsiteY45841" fmla="*/ 752496 h 2398711"/>
              <a:gd name="connsiteX45842" fmla="*/ 1523103 w 2119654"/>
              <a:gd name="connsiteY45842" fmla="*/ 750477 h 2398711"/>
              <a:gd name="connsiteX45843" fmla="*/ 892379 w 2119654"/>
              <a:gd name="connsiteY45843" fmla="*/ 2153447 h 2398711"/>
              <a:gd name="connsiteX45844" fmla="*/ 892403 w 2119654"/>
              <a:gd name="connsiteY45844" fmla="*/ 2153484 h 2398711"/>
              <a:gd name="connsiteX45845" fmla="*/ 892610 w 2119654"/>
              <a:gd name="connsiteY45845" fmla="*/ 2153511 h 2398711"/>
              <a:gd name="connsiteX45846" fmla="*/ 883704 w 2119654"/>
              <a:gd name="connsiteY45846" fmla="*/ 2172591 h 2398711"/>
              <a:gd name="connsiteX45847" fmla="*/ 885527 w 2119654"/>
              <a:gd name="connsiteY45847" fmla="*/ 2173886 h 2398711"/>
              <a:gd name="connsiteX45848" fmla="*/ 886428 w 2119654"/>
              <a:gd name="connsiteY45848" fmla="*/ 2173746 h 2398711"/>
              <a:gd name="connsiteX45849" fmla="*/ 885381 w 2119654"/>
              <a:gd name="connsiteY45849" fmla="*/ 2172094 h 2398711"/>
              <a:gd name="connsiteX45850" fmla="*/ 1514045 w 2119654"/>
              <a:gd name="connsiteY45850" fmla="*/ 761022 h 2398711"/>
              <a:gd name="connsiteX45851" fmla="*/ 1513971 w 2119654"/>
              <a:gd name="connsiteY45851" fmla="*/ 763182 h 2398711"/>
              <a:gd name="connsiteX45852" fmla="*/ 1514565 w 2119654"/>
              <a:gd name="connsiteY45852" fmla="*/ 763744 h 2398711"/>
              <a:gd name="connsiteX45853" fmla="*/ 1514513 w 2119654"/>
              <a:gd name="connsiteY45853" fmla="*/ 762845 h 2398711"/>
              <a:gd name="connsiteX45854" fmla="*/ 1514241 w 2119654"/>
              <a:gd name="connsiteY45854" fmla="*/ 761642 h 2398711"/>
              <a:gd name="connsiteX45855" fmla="*/ 873544 w 2119654"/>
              <a:gd name="connsiteY45855" fmla="*/ 2195008 h 2398711"/>
              <a:gd name="connsiteX45856" fmla="*/ 884060 w 2119654"/>
              <a:gd name="connsiteY45856" fmla="*/ 2192986 h 2398711"/>
              <a:gd name="connsiteX45857" fmla="*/ 882976 w 2119654"/>
              <a:gd name="connsiteY45857" fmla="*/ 2190782 h 2398711"/>
              <a:gd name="connsiteX45858" fmla="*/ 882954 w 2119654"/>
              <a:gd name="connsiteY45858" fmla="*/ 2190710 h 2398711"/>
              <a:gd name="connsiteX45859" fmla="*/ 882832 w 2119654"/>
              <a:gd name="connsiteY45859" fmla="*/ 2190504 h 2398711"/>
              <a:gd name="connsiteX45860" fmla="*/ 878188 w 2119654"/>
              <a:gd name="connsiteY45860" fmla="*/ 2192872 h 2398711"/>
              <a:gd name="connsiteX45861" fmla="*/ 1562810 w 2119654"/>
              <a:gd name="connsiteY45861" fmla="*/ 651570 h 2398711"/>
              <a:gd name="connsiteX45862" fmla="*/ 1561592 w 2119654"/>
              <a:gd name="connsiteY45862" fmla="*/ 654923 h 2398711"/>
              <a:gd name="connsiteX45863" fmla="*/ 1561426 w 2119654"/>
              <a:gd name="connsiteY45863" fmla="*/ 656422 h 2398711"/>
              <a:gd name="connsiteX45864" fmla="*/ 1561994 w 2119654"/>
              <a:gd name="connsiteY45864" fmla="*/ 672422 h 2398711"/>
              <a:gd name="connsiteX45865" fmla="*/ 1562193 w 2119654"/>
              <a:gd name="connsiteY45865" fmla="*/ 674523 h 2398711"/>
              <a:gd name="connsiteX45866" fmla="*/ 1562291 w 2119654"/>
              <a:gd name="connsiteY45866" fmla="*/ 677572 h 2398711"/>
              <a:gd name="connsiteX45867" fmla="*/ 1564352 w 2119654"/>
              <a:gd name="connsiteY45867" fmla="*/ 682475 h 2398711"/>
              <a:gd name="connsiteX45868" fmla="*/ 1564590 w 2119654"/>
              <a:gd name="connsiteY45868" fmla="*/ 670846 h 2398711"/>
              <a:gd name="connsiteX45869" fmla="*/ 1564837 w 2119654"/>
              <a:gd name="connsiteY45869" fmla="*/ 671118 h 2398711"/>
              <a:gd name="connsiteX45870" fmla="*/ 1564595 w 2119654"/>
              <a:gd name="connsiteY45870" fmla="*/ 683048 h 2398711"/>
              <a:gd name="connsiteX45871" fmla="*/ 1567520 w 2119654"/>
              <a:gd name="connsiteY45871" fmla="*/ 690003 h 2398711"/>
              <a:gd name="connsiteX45872" fmla="*/ 1569817 w 2119654"/>
              <a:gd name="connsiteY45872" fmla="*/ 685187 h 2398711"/>
              <a:gd name="connsiteX45873" fmla="*/ 1570295 w 2119654"/>
              <a:gd name="connsiteY45873" fmla="*/ 684068 h 2398711"/>
              <a:gd name="connsiteX45874" fmla="*/ 1570208 w 2119654"/>
              <a:gd name="connsiteY45874" fmla="*/ 683543 h 2398711"/>
              <a:gd name="connsiteX45875" fmla="*/ 862940 w 2119654"/>
              <a:gd name="connsiteY45875" fmla="*/ 2218643 h 2398711"/>
              <a:gd name="connsiteX45876" fmla="*/ 873552 w 2119654"/>
              <a:gd name="connsiteY45876" fmla="*/ 2213921 h 2398711"/>
              <a:gd name="connsiteX45877" fmla="*/ 868016 w 2119654"/>
              <a:gd name="connsiteY45877" fmla="*/ 2213774 h 2398711"/>
              <a:gd name="connsiteX45878" fmla="*/ 1567239 w 2119654"/>
              <a:gd name="connsiteY45878" fmla="*/ 641343 h 2398711"/>
              <a:gd name="connsiteX45879" fmla="*/ 1571559 w 2119654"/>
              <a:gd name="connsiteY45879" fmla="*/ 668395 h 2398711"/>
              <a:gd name="connsiteX45880" fmla="*/ 1571256 w 2119654"/>
              <a:gd name="connsiteY45880" fmla="*/ 658711 h 2398711"/>
              <a:gd name="connsiteX45881" fmla="*/ 1570531 w 2119654"/>
              <a:gd name="connsiteY45881" fmla="*/ 652744 h 2398711"/>
              <a:gd name="connsiteX45882" fmla="*/ 1563728 w 2119654"/>
              <a:gd name="connsiteY45882" fmla="*/ 649044 h 2398711"/>
              <a:gd name="connsiteX45883" fmla="*/ 1562916 w 2119654"/>
              <a:gd name="connsiteY45883" fmla="*/ 651279 h 2398711"/>
              <a:gd name="connsiteX45884" fmla="*/ 1565425 w 2119654"/>
              <a:gd name="connsiteY45884" fmla="*/ 661495 h 2398711"/>
              <a:gd name="connsiteX45885" fmla="*/ 1569385 w 2119654"/>
              <a:gd name="connsiteY45885" fmla="*/ 678611 h 2398711"/>
              <a:gd name="connsiteX45886" fmla="*/ 1568440 w 2119654"/>
              <a:gd name="connsiteY45886" fmla="*/ 672941 h 2398711"/>
              <a:gd name="connsiteX45887" fmla="*/ 1568578 w 2119654"/>
              <a:gd name="connsiteY45887" fmla="*/ 673066 h 2398711"/>
              <a:gd name="connsiteX45888" fmla="*/ 1569803 w 2119654"/>
              <a:gd name="connsiteY45888" fmla="*/ 680414 h 2398711"/>
              <a:gd name="connsiteX45889" fmla="*/ 1570524 w 2119654"/>
              <a:gd name="connsiteY45889" fmla="*/ 683534 h 2398711"/>
              <a:gd name="connsiteX45890" fmla="*/ 1570882 w 2119654"/>
              <a:gd name="connsiteY45890" fmla="*/ 682696 h 2398711"/>
              <a:gd name="connsiteX45891" fmla="*/ 1566818 w 2119654"/>
              <a:gd name="connsiteY45891" fmla="*/ 662007 h 2398711"/>
              <a:gd name="connsiteX45892" fmla="*/ 1514329 w 2119654"/>
              <a:gd name="connsiteY45892" fmla="*/ 759654 h 2398711"/>
              <a:gd name="connsiteX45893" fmla="*/ 1514263 w 2119654"/>
              <a:gd name="connsiteY45893" fmla="*/ 759869 h 2398711"/>
              <a:gd name="connsiteX45894" fmla="*/ 1514366 w 2119654"/>
              <a:gd name="connsiteY45894" fmla="*/ 760299 h 2398711"/>
              <a:gd name="connsiteX45895" fmla="*/ 892600 w 2119654"/>
              <a:gd name="connsiteY45895" fmla="*/ 2151463 h 2398711"/>
              <a:gd name="connsiteX45896" fmla="*/ 893518 w 2119654"/>
              <a:gd name="connsiteY45896" fmla="*/ 2152817 h 2398711"/>
              <a:gd name="connsiteX45897" fmla="*/ 897613 w 2119654"/>
              <a:gd name="connsiteY45897" fmla="*/ 2153780 h 2398711"/>
              <a:gd name="connsiteX45898" fmla="*/ 895707 w 2119654"/>
              <a:gd name="connsiteY45898" fmla="*/ 2149759 h 2398711"/>
              <a:gd name="connsiteX45899" fmla="*/ 844612 w 2119654"/>
              <a:gd name="connsiteY45899" fmla="*/ 2258891 h 2398711"/>
              <a:gd name="connsiteX45900" fmla="*/ 845795 w 2119654"/>
              <a:gd name="connsiteY45900" fmla="*/ 2260323 h 2398711"/>
              <a:gd name="connsiteX45901" fmla="*/ 846723 w 2119654"/>
              <a:gd name="connsiteY45901" fmla="*/ 2261416 h 2398711"/>
              <a:gd name="connsiteX45902" fmla="*/ 855521 w 2119654"/>
              <a:gd name="connsiteY45902" fmla="*/ 2257089 h 2398711"/>
              <a:gd name="connsiteX45903" fmla="*/ 862126 w 2119654"/>
              <a:gd name="connsiteY45903" fmla="*/ 2219423 h 2398711"/>
              <a:gd name="connsiteX45904" fmla="*/ 875814 w 2119654"/>
              <a:gd name="connsiteY45904" fmla="*/ 2213981 h 2398711"/>
              <a:gd name="connsiteX45905" fmla="*/ 874386 w 2119654"/>
              <a:gd name="connsiteY45905" fmla="*/ 2213943 h 2398711"/>
              <a:gd name="connsiteX45906" fmla="*/ 862176 w 2119654"/>
              <a:gd name="connsiteY45906" fmla="*/ 2219375 h 2398711"/>
              <a:gd name="connsiteX45907" fmla="*/ 854200 w 2119654"/>
              <a:gd name="connsiteY45907" fmla="*/ 2237141 h 2398711"/>
              <a:gd name="connsiteX45908" fmla="*/ 854693 w 2119654"/>
              <a:gd name="connsiteY45908" fmla="*/ 2237759 h 2398711"/>
              <a:gd name="connsiteX45909" fmla="*/ 858162 w 2119654"/>
              <a:gd name="connsiteY45909" fmla="*/ 2235351 h 2398711"/>
              <a:gd name="connsiteX45910" fmla="*/ 857853 w 2119654"/>
              <a:gd name="connsiteY45910" fmla="*/ 2234925 h 2398711"/>
              <a:gd name="connsiteX45911" fmla="*/ 1515101 w 2119654"/>
              <a:gd name="connsiteY45911" fmla="*/ 757148 h 2398711"/>
              <a:gd name="connsiteX45912" fmla="*/ 1514419 w 2119654"/>
              <a:gd name="connsiteY45912" fmla="*/ 759363 h 2398711"/>
              <a:gd name="connsiteX45913" fmla="*/ 1514506 w 2119654"/>
              <a:gd name="connsiteY45913" fmla="*/ 760885 h 2398711"/>
              <a:gd name="connsiteX45914" fmla="*/ 1514815 w 2119654"/>
              <a:gd name="connsiteY45914" fmla="*/ 762174 h 2398711"/>
              <a:gd name="connsiteX45915" fmla="*/ 1514874 w 2119654"/>
              <a:gd name="connsiteY45915" fmla="*/ 762437 h 2398711"/>
              <a:gd name="connsiteX45916" fmla="*/ 1515014 w 2119654"/>
              <a:gd name="connsiteY45916" fmla="*/ 762881 h 2398711"/>
              <a:gd name="connsiteX45917" fmla="*/ 1515821 w 2119654"/>
              <a:gd name="connsiteY45917" fmla="*/ 759663 h 2398711"/>
              <a:gd name="connsiteX45918" fmla="*/ 883008 w 2119654"/>
              <a:gd name="connsiteY45918" fmla="*/ 2172097 h 2398711"/>
              <a:gd name="connsiteX45919" fmla="*/ 883495 w 2119654"/>
              <a:gd name="connsiteY45919" fmla="*/ 2172442 h 2398711"/>
              <a:gd name="connsiteX45920" fmla="*/ 885269 w 2119654"/>
              <a:gd name="connsiteY45920" fmla="*/ 2171916 h 2398711"/>
              <a:gd name="connsiteX45921" fmla="*/ 885126 w 2119654"/>
              <a:gd name="connsiteY45921" fmla="*/ 2171690 h 2398711"/>
              <a:gd name="connsiteX45922" fmla="*/ 1539537 w 2119654"/>
              <a:gd name="connsiteY45922" fmla="*/ 701902 h 2398711"/>
              <a:gd name="connsiteX45923" fmla="*/ 1540177 w 2119654"/>
              <a:gd name="connsiteY45923" fmla="*/ 711054 h 2398711"/>
              <a:gd name="connsiteX45924" fmla="*/ 1541095 w 2119654"/>
              <a:gd name="connsiteY45924" fmla="*/ 708632 h 2398711"/>
              <a:gd name="connsiteX45925" fmla="*/ 1555097 w 2119654"/>
              <a:gd name="connsiteY45925" fmla="*/ 666834 h 2398711"/>
              <a:gd name="connsiteX45926" fmla="*/ 1554365 w 2119654"/>
              <a:gd name="connsiteY45926" fmla="*/ 671342 h 2398711"/>
              <a:gd name="connsiteX45927" fmla="*/ 1554949 w 2119654"/>
              <a:gd name="connsiteY45927" fmla="*/ 669290 h 2398711"/>
              <a:gd name="connsiteX45928" fmla="*/ 1555272 w 2119654"/>
              <a:gd name="connsiteY45928" fmla="*/ 667223 h 2398711"/>
              <a:gd name="connsiteX45929" fmla="*/ 1515886 w 2119654"/>
              <a:gd name="connsiteY45929" fmla="*/ 754601 h 2398711"/>
              <a:gd name="connsiteX45930" fmla="*/ 1515421 w 2119654"/>
              <a:gd name="connsiteY45930" fmla="*/ 756109 h 2398711"/>
              <a:gd name="connsiteX45931" fmla="*/ 1516109 w 2119654"/>
              <a:gd name="connsiteY45931" fmla="*/ 758513 h 2398711"/>
              <a:gd name="connsiteX45932" fmla="*/ 1516367 w 2119654"/>
              <a:gd name="connsiteY45932" fmla="*/ 757486 h 2398711"/>
              <a:gd name="connsiteX45933" fmla="*/ 1516410 w 2119654"/>
              <a:gd name="connsiteY45933" fmla="*/ 757280 h 2398711"/>
              <a:gd name="connsiteX45934" fmla="*/ 1516128 w 2119654"/>
              <a:gd name="connsiteY45934" fmla="*/ 755085 h 2398711"/>
              <a:gd name="connsiteX45935" fmla="*/ 1566794 w 2119654"/>
              <a:gd name="connsiteY45935" fmla="*/ 640603 h 2398711"/>
              <a:gd name="connsiteX45936" fmla="*/ 1564143 w 2119654"/>
              <a:gd name="connsiteY45936" fmla="*/ 647899 h 2398711"/>
              <a:gd name="connsiteX45937" fmla="*/ 1571881 w 2119654"/>
              <a:gd name="connsiteY45937" fmla="*/ 680365 h 2398711"/>
              <a:gd name="connsiteX45938" fmla="*/ 1571931 w 2119654"/>
              <a:gd name="connsiteY45938" fmla="*/ 680248 h 2398711"/>
              <a:gd name="connsiteX45939" fmla="*/ 1571639 w 2119654"/>
              <a:gd name="connsiteY45939" fmla="*/ 670942 h 2398711"/>
              <a:gd name="connsiteX45940" fmla="*/ 856279 w 2119654"/>
              <a:gd name="connsiteY45940" fmla="*/ 2231580 h 2398711"/>
              <a:gd name="connsiteX45941" fmla="*/ 858016 w 2119654"/>
              <a:gd name="connsiteY45941" fmla="*/ 2233981 h 2398711"/>
              <a:gd name="connsiteX45942" fmla="*/ 861327 w 2119654"/>
              <a:gd name="connsiteY45942" fmla="*/ 2231972 h 2398711"/>
              <a:gd name="connsiteX45943" fmla="*/ 860276 w 2119654"/>
              <a:gd name="connsiteY45943" fmla="*/ 2231025 h 2398711"/>
              <a:gd name="connsiteX45944" fmla="*/ 859590 w 2119654"/>
              <a:gd name="connsiteY45944" fmla="*/ 2230883 h 2398711"/>
              <a:gd name="connsiteX45945" fmla="*/ 861576 w 2119654"/>
              <a:gd name="connsiteY45945" fmla="*/ 2219642 h 2398711"/>
              <a:gd name="connsiteX45946" fmla="*/ 861632 w 2119654"/>
              <a:gd name="connsiteY45946" fmla="*/ 2219620 h 2398711"/>
              <a:gd name="connsiteX45947" fmla="*/ 861637 w 2119654"/>
              <a:gd name="connsiteY45947" fmla="*/ 2219615 h 2398711"/>
              <a:gd name="connsiteX45948" fmla="*/ 1522731 w 2119654"/>
              <a:gd name="connsiteY45948" fmla="*/ 738803 h 2398711"/>
              <a:gd name="connsiteX45949" fmla="*/ 1522240 w 2119654"/>
              <a:gd name="connsiteY45949" fmla="*/ 742673 h 2398711"/>
              <a:gd name="connsiteX45950" fmla="*/ 1523274 w 2119654"/>
              <a:gd name="connsiteY45950" fmla="*/ 749425 h 2398711"/>
              <a:gd name="connsiteX45951" fmla="*/ 1524083 w 2119654"/>
              <a:gd name="connsiteY45951" fmla="*/ 744431 h 2398711"/>
              <a:gd name="connsiteX45952" fmla="*/ 891504 w 2119654"/>
              <a:gd name="connsiteY45952" fmla="*/ 2152064 h 2398711"/>
              <a:gd name="connsiteX45953" fmla="*/ 891711 w 2119654"/>
              <a:gd name="connsiteY45953" fmla="*/ 2152392 h 2398711"/>
              <a:gd name="connsiteX45954" fmla="*/ 893298 w 2119654"/>
              <a:gd name="connsiteY45954" fmla="*/ 2152765 h 2398711"/>
              <a:gd name="connsiteX45955" fmla="*/ 892465 w 2119654"/>
              <a:gd name="connsiteY45955" fmla="*/ 2151537 h 2398711"/>
              <a:gd name="connsiteX45956" fmla="*/ 1568490 w 2119654"/>
              <a:gd name="connsiteY45956" fmla="*/ 635936 h 2398711"/>
              <a:gd name="connsiteX45957" fmla="*/ 1567211 w 2119654"/>
              <a:gd name="connsiteY45957" fmla="*/ 639455 h 2398711"/>
              <a:gd name="connsiteX45958" fmla="*/ 1570156 w 2119654"/>
              <a:gd name="connsiteY45958" fmla="*/ 649654 h 2398711"/>
              <a:gd name="connsiteX45959" fmla="*/ 857490 w 2119654"/>
              <a:gd name="connsiteY45959" fmla="*/ 2227985 h 2398711"/>
              <a:gd name="connsiteX45960" fmla="*/ 859746 w 2119654"/>
              <a:gd name="connsiteY45960" fmla="*/ 2230018 h 2398711"/>
              <a:gd name="connsiteX45961" fmla="*/ 861347 w 2119654"/>
              <a:gd name="connsiteY45961" fmla="*/ 2230284 h 2398711"/>
              <a:gd name="connsiteX45962" fmla="*/ 865577 w 2119654"/>
              <a:gd name="connsiteY45962" fmla="*/ 2229393 h 2398711"/>
              <a:gd name="connsiteX45963" fmla="*/ 874948 w 2119654"/>
              <a:gd name="connsiteY45963" fmla="*/ 2223707 h 2398711"/>
              <a:gd name="connsiteX45964" fmla="*/ 881621 w 2119654"/>
              <a:gd name="connsiteY45964" fmla="*/ 2219078 h 2398711"/>
              <a:gd name="connsiteX45965" fmla="*/ 876439 w 2119654"/>
              <a:gd name="connsiteY45965" fmla="*/ 2220108 h 2398711"/>
              <a:gd name="connsiteX45966" fmla="*/ 1570367 w 2119654"/>
              <a:gd name="connsiteY45966" fmla="*/ 631604 h 2398711"/>
              <a:gd name="connsiteX45967" fmla="*/ 1571281 w 2119654"/>
              <a:gd name="connsiteY45967" fmla="*/ 644341 h 2398711"/>
              <a:gd name="connsiteX45968" fmla="*/ 1572423 w 2119654"/>
              <a:gd name="connsiteY45968" fmla="*/ 650149 h 2398711"/>
              <a:gd name="connsiteX45969" fmla="*/ 1573966 w 2119654"/>
              <a:gd name="connsiteY45969" fmla="*/ 662844 h 2398711"/>
              <a:gd name="connsiteX45970" fmla="*/ 1576147 w 2119654"/>
              <a:gd name="connsiteY45970" fmla="*/ 670398 h 2398711"/>
              <a:gd name="connsiteX45971" fmla="*/ 1580840 w 2119654"/>
              <a:gd name="connsiteY45971" fmla="*/ 659436 h 2398711"/>
              <a:gd name="connsiteX45972" fmla="*/ 1555372 w 2119654"/>
              <a:gd name="connsiteY45972" fmla="*/ 665146 h 2398711"/>
              <a:gd name="connsiteX45973" fmla="*/ 1555310 w 2119654"/>
              <a:gd name="connsiteY45973" fmla="*/ 665529 h 2398711"/>
              <a:gd name="connsiteX45974" fmla="*/ 1555480 w 2119654"/>
              <a:gd name="connsiteY45974" fmla="*/ 665893 h 2398711"/>
              <a:gd name="connsiteX45975" fmla="*/ 1555510 w 2119654"/>
              <a:gd name="connsiteY45975" fmla="*/ 665707 h 2398711"/>
              <a:gd name="connsiteX45976" fmla="*/ 891149 w 2119654"/>
              <a:gd name="connsiteY45976" fmla="*/ 2152259 h 2398711"/>
              <a:gd name="connsiteX45977" fmla="*/ 891403 w 2119654"/>
              <a:gd name="connsiteY45977" fmla="*/ 2152319 h 2398711"/>
              <a:gd name="connsiteX45978" fmla="*/ 891310 w 2119654"/>
              <a:gd name="connsiteY45978" fmla="*/ 2152171 h 2398711"/>
              <a:gd name="connsiteX45979" fmla="*/ 878034 w 2119654"/>
              <a:gd name="connsiteY45979" fmla="*/ 2181516 h 2398711"/>
              <a:gd name="connsiteX45980" fmla="*/ 879375 w 2119654"/>
              <a:gd name="connsiteY45980" fmla="*/ 2183846 h 2398711"/>
              <a:gd name="connsiteX45981" fmla="*/ 880826 w 2119654"/>
              <a:gd name="connsiteY45981" fmla="*/ 2183722 h 2398711"/>
              <a:gd name="connsiteX45982" fmla="*/ 880191 w 2119654"/>
              <a:gd name="connsiteY45982" fmla="*/ 2181639 h 2398711"/>
              <a:gd name="connsiteX45983" fmla="*/ 886577 w 2119654"/>
              <a:gd name="connsiteY45983" fmla="*/ 2162279 h 2398711"/>
              <a:gd name="connsiteX45984" fmla="*/ 886634 w 2119654"/>
              <a:gd name="connsiteY45984" fmla="*/ 2162424 h 2398711"/>
              <a:gd name="connsiteX45985" fmla="*/ 889465 w 2119654"/>
              <a:gd name="connsiteY45985" fmla="*/ 2161881 h 2398711"/>
              <a:gd name="connsiteX45986" fmla="*/ 1552624 w 2119654"/>
              <a:gd name="connsiteY45986" fmla="*/ 670712 h 2398711"/>
              <a:gd name="connsiteX45987" fmla="*/ 1551934 w 2119654"/>
              <a:gd name="connsiteY45987" fmla="*/ 676352 h 2398711"/>
              <a:gd name="connsiteX45988" fmla="*/ 1552534 w 2119654"/>
              <a:gd name="connsiteY45988" fmla="*/ 677773 h 2398711"/>
              <a:gd name="connsiteX45989" fmla="*/ 1553043 w 2119654"/>
              <a:gd name="connsiteY45989" fmla="*/ 675985 h 2398711"/>
              <a:gd name="connsiteX45990" fmla="*/ 1562232 w 2119654"/>
              <a:gd name="connsiteY45990" fmla="*/ 649082 h 2398711"/>
              <a:gd name="connsiteX45991" fmla="*/ 1561732 w 2119654"/>
              <a:gd name="connsiteY45991" fmla="*/ 653643 h 2398711"/>
              <a:gd name="connsiteX45992" fmla="*/ 1562683 w 2119654"/>
              <a:gd name="connsiteY45992" fmla="*/ 651025 h 2398711"/>
              <a:gd name="connsiteX45993" fmla="*/ 1562258 w 2119654"/>
              <a:gd name="connsiteY45993" fmla="*/ 649190 h 2398711"/>
              <a:gd name="connsiteX45994" fmla="*/ 1518095 w 2119654"/>
              <a:gd name="connsiteY45994" fmla="*/ 747431 h 2398711"/>
              <a:gd name="connsiteX45995" fmla="*/ 1517673 w 2119654"/>
              <a:gd name="connsiteY45995" fmla="*/ 748803 h 2398711"/>
              <a:gd name="connsiteX45996" fmla="*/ 1518067 w 2119654"/>
              <a:gd name="connsiteY45996" fmla="*/ 749508 h 2398711"/>
              <a:gd name="connsiteX45997" fmla="*/ 1518328 w 2119654"/>
              <a:gd name="connsiteY45997" fmla="*/ 748283 h 2398711"/>
              <a:gd name="connsiteX45998" fmla="*/ 866239 w 2119654"/>
              <a:gd name="connsiteY45998" fmla="*/ 2206912 h 2398711"/>
              <a:gd name="connsiteX45999" fmla="*/ 873495 w 2119654"/>
              <a:gd name="connsiteY45999" fmla="*/ 2208193 h 2398711"/>
              <a:gd name="connsiteX46000" fmla="*/ 877863 w 2119654"/>
              <a:gd name="connsiteY46000" fmla="*/ 2203886 h 2398711"/>
              <a:gd name="connsiteX46001" fmla="*/ 876125 w 2119654"/>
              <a:gd name="connsiteY46001" fmla="*/ 2201781 h 2398711"/>
              <a:gd name="connsiteX46002" fmla="*/ 872077 w 2119654"/>
              <a:gd name="connsiteY46002" fmla="*/ 2203535 h 2398711"/>
              <a:gd name="connsiteX46003" fmla="*/ 891582 w 2119654"/>
              <a:gd name="connsiteY46003" fmla="*/ 2149962 h 2398711"/>
              <a:gd name="connsiteX46004" fmla="*/ 891622 w 2119654"/>
              <a:gd name="connsiteY46004" fmla="*/ 2150021 h 2398711"/>
              <a:gd name="connsiteX46005" fmla="*/ 892217 w 2119654"/>
              <a:gd name="connsiteY46005" fmla="*/ 2149694 h 2398711"/>
              <a:gd name="connsiteX46006" fmla="*/ 1519155 w 2119654"/>
              <a:gd name="connsiteY46006" fmla="*/ 743991 h 2398711"/>
              <a:gd name="connsiteX46007" fmla="*/ 1518461 w 2119654"/>
              <a:gd name="connsiteY46007" fmla="*/ 746245 h 2398711"/>
              <a:gd name="connsiteX46008" fmla="*/ 1518630 w 2119654"/>
              <a:gd name="connsiteY46008" fmla="*/ 746865 h 2398711"/>
              <a:gd name="connsiteX46009" fmla="*/ 1519181 w 2119654"/>
              <a:gd name="connsiteY46009" fmla="*/ 744281 h 2398711"/>
              <a:gd name="connsiteX46010" fmla="*/ 889506 w 2119654"/>
              <a:gd name="connsiteY46010" fmla="*/ 2153107 h 2398711"/>
              <a:gd name="connsiteX46011" fmla="*/ 890678 w 2119654"/>
              <a:gd name="connsiteY46011" fmla="*/ 2153260 h 2398711"/>
              <a:gd name="connsiteX46012" fmla="*/ 890135 w 2119654"/>
              <a:gd name="connsiteY46012" fmla="*/ 2152823 h 2398711"/>
              <a:gd name="connsiteX46013" fmla="*/ 890098 w 2119654"/>
              <a:gd name="connsiteY46013" fmla="*/ 2152813 h 2398711"/>
              <a:gd name="connsiteX46014" fmla="*/ 858207 w 2119654"/>
              <a:gd name="connsiteY46014" fmla="*/ 2223182 h 2398711"/>
              <a:gd name="connsiteX46015" fmla="*/ 867199 w 2119654"/>
              <a:gd name="connsiteY46015" fmla="*/ 2221395 h 2398711"/>
              <a:gd name="connsiteX46016" fmla="*/ 884037 w 2119654"/>
              <a:gd name="connsiteY46016" fmla="*/ 2214172 h 2398711"/>
              <a:gd name="connsiteX46017" fmla="*/ 881957 w 2119654"/>
              <a:gd name="connsiteY46017" fmla="*/ 2214145 h 2398711"/>
              <a:gd name="connsiteX46018" fmla="*/ 877502 w 2119654"/>
              <a:gd name="connsiteY46018" fmla="*/ 2214026 h 2398711"/>
              <a:gd name="connsiteX46019" fmla="*/ 863373 w 2119654"/>
              <a:gd name="connsiteY46019" fmla="*/ 2219644 h 2398711"/>
              <a:gd name="connsiteX46020" fmla="*/ 860918 w 2119654"/>
              <a:gd name="connsiteY46020" fmla="*/ 2220581 h 2398711"/>
              <a:gd name="connsiteX46021" fmla="*/ 891147 w 2119654"/>
              <a:gd name="connsiteY46021" fmla="*/ 2149320 h 2398711"/>
              <a:gd name="connsiteX46022" fmla="*/ 891320 w 2119654"/>
              <a:gd name="connsiteY46022" fmla="*/ 2149575 h 2398711"/>
              <a:gd name="connsiteX46023" fmla="*/ 893845 w 2119654"/>
              <a:gd name="connsiteY46023" fmla="*/ 2148509 h 2398711"/>
              <a:gd name="connsiteX46024" fmla="*/ 892788 w 2119654"/>
              <a:gd name="connsiteY46024" fmla="*/ 2148343 h 2398711"/>
              <a:gd name="connsiteX46025" fmla="*/ 855100 w 2119654"/>
              <a:gd name="connsiteY46025" fmla="*/ 2229949 h 2398711"/>
              <a:gd name="connsiteX46026" fmla="*/ 856137 w 2119654"/>
              <a:gd name="connsiteY46026" fmla="*/ 2231382 h 2398711"/>
              <a:gd name="connsiteX46027" fmla="*/ 859045 w 2119654"/>
              <a:gd name="connsiteY46027" fmla="*/ 2230770 h 2398711"/>
              <a:gd name="connsiteX46028" fmla="*/ 890470 w 2119654"/>
              <a:gd name="connsiteY46028" fmla="*/ 2150431 h 2398711"/>
              <a:gd name="connsiteX46029" fmla="*/ 890574 w 2119654"/>
              <a:gd name="connsiteY46029" fmla="*/ 2150595 h 2398711"/>
              <a:gd name="connsiteX46030" fmla="*/ 891487 w 2119654"/>
              <a:gd name="connsiteY46030" fmla="*/ 2150095 h 2398711"/>
              <a:gd name="connsiteX46031" fmla="*/ 891438 w 2119654"/>
              <a:gd name="connsiteY46031" fmla="*/ 2150023 h 2398711"/>
              <a:gd name="connsiteX46032" fmla="*/ 1548683 w 2119654"/>
              <a:gd name="connsiteY46032" fmla="*/ 676233 h 2398711"/>
              <a:gd name="connsiteX46033" fmla="*/ 1548856 w 2119654"/>
              <a:gd name="connsiteY46033" fmla="*/ 688157 h 2398711"/>
              <a:gd name="connsiteX46034" fmla="*/ 1550805 w 2119654"/>
              <a:gd name="connsiteY46034" fmla="*/ 683010 h 2398711"/>
              <a:gd name="connsiteX46035" fmla="*/ 1550943 w 2119654"/>
              <a:gd name="connsiteY46035" fmla="*/ 681886 h 2398711"/>
              <a:gd name="connsiteX46036" fmla="*/ 1562707 w 2119654"/>
              <a:gd name="connsiteY46036" fmla="*/ 644759 h 2398711"/>
              <a:gd name="connsiteX46037" fmla="*/ 1562277 w 2119654"/>
              <a:gd name="connsiteY46037" fmla="*/ 648679 h 2398711"/>
              <a:gd name="connsiteX46038" fmla="*/ 1562784 w 2119654"/>
              <a:gd name="connsiteY46038" fmla="*/ 650747 h 2398711"/>
              <a:gd name="connsiteX46039" fmla="*/ 1563599 w 2119654"/>
              <a:gd name="connsiteY46039" fmla="*/ 648505 h 2398711"/>
              <a:gd name="connsiteX46040" fmla="*/ 842687 w 2119654"/>
              <a:gd name="connsiteY46040" fmla="*/ 2256560 h 2398711"/>
              <a:gd name="connsiteX46041" fmla="*/ 844308 w 2119654"/>
              <a:gd name="connsiteY46041" fmla="*/ 2258522 h 2398711"/>
              <a:gd name="connsiteX46042" fmla="*/ 854230 w 2119654"/>
              <a:gd name="connsiteY46042" fmla="*/ 2256883 h 2398711"/>
              <a:gd name="connsiteX46043" fmla="*/ 842954 w 2119654"/>
              <a:gd name="connsiteY46043" fmla="*/ 2256571 h 2398711"/>
              <a:gd name="connsiteX46044" fmla="*/ 864848 w 2119654"/>
              <a:gd name="connsiteY46044" fmla="*/ 2206667 h 2398711"/>
              <a:gd name="connsiteX46045" fmla="*/ 865809 w 2119654"/>
              <a:gd name="connsiteY46045" fmla="*/ 2206836 h 2398711"/>
              <a:gd name="connsiteX46046" fmla="*/ 869842 w 2119654"/>
              <a:gd name="connsiteY46046" fmla="*/ 2204503 h 2398711"/>
              <a:gd name="connsiteX46047" fmla="*/ 890145 w 2119654"/>
              <a:gd name="connsiteY46047" fmla="*/ 2149917 h 2398711"/>
              <a:gd name="connsiteX46048" fmla="*/ 890221 w 2119654"/>
              <a:gd name="connsiteY46048" fmla="*/ 2150038 h 2398711"/>
              <a:gd name="connsiteX46049" fmla="*/ 891175 w 2119654"/>
              <a:gd name="connsiteY46049" fmla="*/ 2149636 h 2398711"/>
              <a:gd name="connsiteX46050" fmla="*/ 891015 w 2119654"/>
              <a:gd name="connsiteY46050" fmla="*/ 2149399 h 2398711"/>
              <a:gd name="connsiteX46051" fmla="*/ 885640 w 2119654"/>
              <a:gd name="connsiteY46051" fmla="*/ 2159887 h 2398711"/>
              <a:gd name="connsiteX46052" fmla="*/ 886405 w 2119654"/>
              <a:gd name="connsiteY46052" fmla="*/ 2161842 h 2398711"/>
              <a:gd name="connsiteX46053" fmla="*/ 891586 w 2119654"/>
              <a:gd name="connsiteY46053" fmla="*/ 2161128 h 2398711"/>
              <a:gd name="connsiteX46054" fmla="*/ 891067 w 2119654"/>
              <a:gd name="connsiteY46054" fmla="*/ 2160222 h 2398711"/>
              <a:gd name="connsiteX46055" fmla="*/ 890655 w 2119654"/>
              <a:gd name="connsiteY46055" fmla="*/ 2148595 h 2398711"/>
              <a:gd name="connsiteX46056" fmla="*/ 890975 w 2119654"/>
              <a:gd name="connsiteY46056" fmla="*/ 2149068 h 2398711"/>
              <a:gd name="connsiteX46057" fmla="*/ 892316 w 2119654"/>
              <a:gd name="connsiteY46057" fmla="*/ 2148270 h 2398711"/>
              <a:gd name="connsiteX46058" fmla="*/ 891739 w 2119654"/>
              <a:gd name="connsiteY46058" fmla="*/ 2148179 h 2398711"/>
              <a:gd name="connsiteX46059" fmla="*/ 854646 w 2119654"/>
              <a:gd name="connsiteY46059" fmla="*/ 2229168 h 2398711"/>
              <a:gd name="connsiteX46060" fmla="*/ 859024 w 2119654"/>
              <a:gd name="connsiteY46060" fmla="*/ 2229897 h 2398711"/>
              <a:gd name="connsiteX46061" fmla="*/ 857088 w 2119654"/>
              <a:gd name="connsiteY46061" fmla="*/ 2228152 h 2398711"/>
              <a:gd name="connsiteX46062" fmla="*/ 876804 w 2119654"/>
              <a:gd name="connsiteY46062" fmla="*/ 2179378 h 2398711"/>
              <a:gd name="connsiteX46063" fmla="*/ 877465 w 2119654"/>
              <a:gd name="connsiteY46063" fmla="*/ 2180525 h 2398711"/>
              <a:gd name="connsiteX46064" fmla="*/ 879894 w 2119654"/>
              <a:gd name="connsiteY46064" fmla="*/ 2180665 h 2398711"/>
              <a:gd name="connsiteX46065" fmla="*/ 879414 w 2119654"/>
              <a:gd name="connsiteY46065" fmla="*/ 2179088 h 2398711"/>
              <a:gd name="connsiteX46066" fmla="*/ 889150 w 2119654"/>
              <a:gd name="connsiteY46066" fmla="*/ 2150988 h 2398711"/>
              <a:gd name="connsiteX46067" fmla="*/ 889437 w 2119654"/>
              <a:gd name="connsiteY46067" fmla="*/ 2151219 h 2398711"/>
              <a:gd name="connsiteX46068" fmla="*/ 890380 w 2119654"/>
              <a:gd name="connsiteY46068" fmla="*/ 2150702 h 2398711"/>
              <a:gd name="connsiteX46069" fmla="*/ 890263 w 2119654"/>
              <a:gd name="connsiteY46069" fmla="*/ 2150518 h 2398711"/>
              <a:gd name="connsiteX46070" fmla="*/ 848268 w 2119654"/>
              <a:gd name="connsiteY46070" fmla="*/ 2242509 h 2398711"/>
              <a:gd name="connsiteX46071" fmla="*/ 856110 w 2119654"/>
              <a:gd name="connsiteY46071" fmla="*/ 2239896 h 2398711"/>
              <a:gd name="connsiteX46072" fmla="*/ 854725 w 2119654"/>
              <a:gd name="connsiteY46072" fmla="*/ 2238160 h 2398711"/>
              <a:gd name="connsiteX46073" fmla="*/ 1553508 w 2119654"/>
              <a:gd name="connsiteY46073" fmla="*/ 663289 h 2398711"/>
              <a:gd name="connsiteX46074" fmla="*/ 1553312 w 2119654"/>
              <a:gd name="connsiteY46074" fmla="*/ 665092 h 2398711"/>
              <a:gd name="connsiteX46075" fmla="*/ 1552714 w 2119654"/>
              <a:gd name="connsiteY46075" fmla="*/ 669968 h 2398711"/>
              <a:gd name="connsiteX46076" fmla="*/ 1552746 w 2119654"/>
              <a:gd name="connsiteY46076" fmla="*/ 670000 h 2398711"/>
              <a:gd name="connsiteX46077" fmla="*/ 1553163 w 2119654"/>
              <a:gd name="connsiteY46077" fmla="*/ 675255 h 2398711"/>
              <a:gd name="connsiteX46078" fmla="*/ 1554682 w 2119654"/>
              <a:gd name="connsiteY46078" fmla="*/ 665907 h 2398711"/>
              <a:gd name="connsiteX46079" fmla="*/ 889259 w 2119654"/>
              <a:gd name="connsiteY46079" fmla="*/ 2150444 h 2398711"/>
              <a:gd name="connsiteX46080" fmla="*/ 890014 w 2119654"/>
              <a:gd name="connsiteY46080" fmla="*/ 2150125 h 2398711"/>
              <a:gd name="connsiteX46081" fmla="*/ 889954 w 2119654"/>
              <a:gd name="connsiteY46081" fmla="*/ 2150031 h 2398711"/>
              <a:gd name="connsiteX46082" fmla="*/ 1526317 w 2119654"/>
              <a:gd name="connsiteY46082" fmla="*/ 723365 h 2398711"/>
              <a:gd name="connsiteX46083" fmla="*/ 1526352 w 2119654"/>
              <a:gd name="connsiteY46083" fmla="*/ 724282 h 2398711"/>
              <a:gd name="connsiteX46084" fmla="*/ 1527047 w 2119654"/>
              <a:gd name="connsiteY46084" fmla="*/ 726135 h 2398711"/>
              <a:gd name="connsiteX46085" fmla="*/ 1527192 w 2119654"/>
              <a:gd name="connsiteY46085" fmla="*/ 725240 h 2398711"/>
              <a:gd name="connsiteX46086" fmla="*/ 1539062 w 2119654"/>
              <a:gd name="connsiteY46086" fmla="*/ 694797 h 2398711"/>
              <a:gd name="connsiteX46087" fmla="*/ 1539062 w 2119654"/>
              <a:gd name="connsiteY46087" fmla="*/ 695097 h 2398711"/>
              <a:gd name="connsiteX46088" fmla="*/ 1539301 w 2119654"/>
              <a:gd name="connsiteY46088" fmla="*/ 698520 h 2398711"/>
              <a:gd name="connsiteX46089" fmla="*/ 1541434 w 2119654"/>
              <a:gd name="connsiteY46089" fmla="*/ 707737 h 2398711"/>
              <a:gd name="connsiteX46090" fmla="*/ 1541654 w 2119654"/>
              <a:gd name="connsiteY46090" fmla="*/ 707156 h 2398711"/>
              <a:gd name="connsiteX46091" fmla="*/ 1541151 w 2119654"/>
              <a:gd name="connsiteY46091" fmla="*/ 700231 h 2398711"/>
              <a:gd name="connsiteX46092" fmla="*/ 889572 w 2119654"/>
              <a:gd name="connsiteY46092" fmla="*/ 2149012 h 2398711"/>
              <a:gd name="connsiteX46093" fmla="*/ 889982 w 2119654"/>
              <a:gd name="connsiteY46093" fmla="*/ 2149659 h 2398711"/>
              <a:gd name="connsiteX46094" fmla="*/ 890843 w 2119654"/>
              <a:gd name="connsiteY46094" fmla="*/ 2149146 h 2398711"/>
              <a:gd name="connsiteX46095" fmla="*/ 890508 w 2119654"/>
              <a:gd name="connsiteY46095" fmla="*/ 2148652 h 2398711"/>
              <a:gd name="connsiteX46096" fmla="*/ 876078 w 2119654"/>
              <a:gd name="connsiteY46096" fmla="*/ 2178118 h 2398711"/>
              <a:gd name="connsiteX46097" fmla="*/ 876561 w 2119654"/>
              <a:gd name="connsiteY46097" fmla="*/ 2178955 h 2398711"/>
              <a:gd name="connsiteX46098" fmla="*/ 879282 w 2119654"/>
              <a:gd name="connsiteY46098" fmla="*/ 2178654 h 2398711"/>
              <a:gd name="connsiteX46099" fmla="*/ 879057 w 2119654"/>
              <a:gd name="connsiteY46099" fmla="*/ 2177916 h 2398711"/>
              <a:gd name="connsiteX46100" fmla="*/ 887930 w 2119654"/>
              <a:gd name="connsiteY46100" fmla="*/ 2151502 h 2398711"/>
              <a:gd name="connsiteX46101" fmla="*/ 888624 w 2119654"/>
              <a:gd name="connsiteY46101" fmla="*/ 2151665 h 2398711"/>
              <a:gd name="connsiteX46102" fmla="*/ 888666 w 2119654"/>
              <a:gd name="connsiteY46102" fmla="*/ 2151642 h 2398711"/>
              <a:gd name="connsiteX46103" fmla="*/ 888298 w 2119654"/>
              <a:gd name="connsiteY46103" fmla="*/ 2151347 h 2398711"/>
              <a:gd name="connsiteX46104" fmla="*/ 1565266 w 2119654"/>
              <a:gd name="connsiteY46104" fmla="*/ 634512 h 2398711"/>
              <a:gd name="connsiteX46105" fmla="*/ 1562975 w 2119654"/>
              <a:gd name="connsiteY46105" fmla="*/ 642998 h 2398711"/>
              <a:gd name="connsiteX46106" fmla="*/ 1564015 w 2119654"/>
              <a:gd name="connsiteY46106" fmla="*/ 647359 h 2398711"/>
              <a:gd name="connsiteX46107" fmla="*/ 1566695 w 2119654"/>
              <a:gd name="connsiteY46107" fmla="*/ 639982 h 2398711"/>
              <a:gd name="connsiteX46108" fmla="*/ 1566508 w 2119654"/>
              <a:gd name="connsiteY46108" fmla="*/ 638809 h 2398711"/>
              <a:gd name="connsiteX46109" fmla="*/ 1565615 w 2119654"/>
              <a:gd name="connsiteY46109" fmla="*/ 633219 h 2398711"/>
              <a:gd name="connsiteX46110" fmla="*/ 1565515 w 2119654"/>
              <a:gd name="connsiteY46110" fmla="*/ 633588 h 2398711"/>
              <a:gd name="connsiteX46111" fmla="*/ 1565870 w 2119654"/>
              <a:gd name="connsiteY46111" fmla="*/ 634814 h 2398711"/>
              <a:gd name="connsiteX46112" fmla="*/ 1553940 w 2119654"/>
              <a:gd name="connsiteY46112" fmla="*/ 659324 h 2398711"/>
              <a:gd name="connsiteX46113" fmla="*/ 1553649 w 2119654"/>
              <a:gd name="connsiteY46113" fmla="*/ 661990 h 2398711"/>
              <a:gd name="connsiteX46114" fmla="*/ 1554889 w 2119654"/>
              <a:gd name="connsiteY46114" fmla="*/ 664632 h 2398711"/>
              <a:gd name="connsiteX46115" fmla="*/ 1555031 w 2119654"/>
              <a:gd name="connsiteY46115" fmla="*/ 663761 h 2398711"/>
              <a:gd name="connsiteX46116" fmla="*/ 886892 w 2119654"/>
              <a:gd name="connsiteY46116" fmla="*/ 2151940 h 2398711"/>
              <a:gd name="connsiteX46117" fmla="*/ 887187 w 2119654"/>
              <a:gd name="connsiteY46117" fmla="*/ 2152454 h 2398711"/>
              <a:gd name="connsiteX46118" fmla="*/ 887731 w 2119654"/>
              <a:gd name="connsiteY46118" fmla="*/ 2152155 h 2398711"/>
              <a:gd name="connsiteX46119" fmla="*/ 886917 w 2119654"/>
              <a:gd name="connsiteY46119" fmla="*/ 2151929 h 2398711"/>
              <a:gd name="connsiteX46120" fmla="*/ 873621 w 2119654"/>
              <a:gd name="connsiteY46120" fmla="*/ 2181262 h 2398711"/>
              <a:gd name="connsiteX46121" fmla="*/ 877095 w 2119654"/>
              <a:gd name="connsiteY46121" fmla="*/ 2184042 h 2398711"/>
              <a:gd name="connsiteX46122" fmla="*/ 878902 w 2119654"/>
              <a:gd name="connsiteY46122" fmla="*/ 2183887 h 2398711"/>
              <a:gd name="connsiteX46123" fmla="*/ 878297 w 2119654"/>
              <a:gd name="connsiteY46123" fmla="*/ 2182867 h 2398711"/>
              <a:gd name="connsiteX46124" fmla="*/ 877502 w 2119654"/>
              <a:gd name="connsiteY46124" fmla="*/ 2181485 h 2398711"/>
              <a:gd name="connsiteX46125" fmla="*/ 887623 w 2119654"/>
              <a:gd name="connsiteY46125" fmla="*/ 2149761 h 2398711"/>
              <a:gd name="connsiteX46126" fmla="*/ 888554 w 2119654"/>
              <a:gd name="connsiteY46126" fmla="*/ 2150509 h 2398711"/>
              <a:gd name="connsiteX46127" fmla="*/ 889791 w 2119654"/>
              <a:gd name="connsiteY46127" fmla="*/ 2149773 h 2398711"/>
              <a:gd name="connsiteX46128" fmla="*/ 889361 w 2119654"/>
              <a:gd name="connsiteY46128" fmla="*/ 2149093 h 2398711"/>
              <a:gd name="connsiteX46129" fmla="*/ 845068 w 2119654"/>
              <a:gd name="connsiteY46129" fmla="*/ 2244664 h 2398711"/>
              <a:gd name="connsiteX46130" fmla="*/ 857994 w 2119654"/>
              <a:gd name="connsiteY46130" fmla="*/ 2242257 h 2398711"/>
              <a:gd name="connsiteX46131" fmla="*/ 856557 w 2119654"/>
              <a:gd name="connsiteY46131" fmla="*/ 2240455 h 2398711"/>
              <a:gd name="connsiteX46132" fmla="*/ 846187 w 2119654"/>
              <a:gd name="connsiteY46132" fmla="*/ 2243910 h 2398711"/>
              <a:gd name="connsiteX46133" fmla="*/ 1567024 w 2119654"/>
              <a:gd name="connsiteY46133" fmla="*/ 628000 h 2398711"/>
              <a:gd name="connsiteX46134" fmla="*/ 1565792 w 2119654"/>
              <a:gd name="connsiteY46134" fmla="*/ 632565 h 2398711"/>
              <a:gd name="connsiteX46135" fmla="*/ 1566367 w 2119654"/>
              <a:gd name="connsiteY46135" fmla="*/ 635882 h 2398711"/>
              <a:gd name="connsiteX46136" fmla="*/ 1566601 w 2119654"/>
              <a:gd name="connsiteY46136" fmla="*/ 637341 h 2398711"/>
              <a:gd name="connsiteX46137" fmla="*/ 1567067 w 2119654"/>
              <a:gd name="connsiteY46137" fmla="*/ 638957 h 2398711"/>
              <a:gd name="connsiteX46138" fmla="*/ 1568333 w 2119654"/>
              <a:gd name="connsiteY46138" fmla="*/ 635473 h 2398711"/>
              <a:gd name="connsiteX46139" fmla="*/ 1568472 w 2119654"/>
              <a:gd name="connsiteY46139" fmla="*/ 635792 h 2398711"/>
              <a:gd name="connsiteX46140" fmla="*/ 1568338 w 2119654"/>
              <a:gd name="connsiteY46140" fmla="*/ 634694 h 2398711"/>
              <a:gd name="connsiteX46141" fmla="*/ 853752 w 2119654"/>
              <a:gd name="connsiteY46141" fmla="*/ 2224616 h 2398711"/>
              <a:gd name="connsiteX46142" fmla="*/ 855667 w 2119654"/>
              <a:gd name="connsiteY46142" fmla="*/ 2226342 h 2398711"/>
              <a:gd name="connsiteX46143" fmla="*/ 864816 w 2119654"/>
              <a:gd name="connsiteY46143" fmla="*/ 2222417 h 2398711"/>
              <a:gd name="connsiteX46144" fmla="*/ 857486 w 2119654"/>
              <a:gd name="connsiteY46144" fmla="*/ 2223874 h 2398711"/>
              <a:gd name="connsiteX46145" fmla="*/ 856329 w 2119654"/>
              <a:gd name="connsiteY46145" fmla="*/ 2224984 h 2398711"/>
              <a:gd name="connsiteX46146" fmla="*/ 856038 w 2119654"/>
              <a:gd name="connsiteY46146" fmla="*/ 2224985 h 2398711"/>
              <a:gd name="connsiteX46147" fmla="*/ 857122 w 2119654"/>
              <a:gd name="connsiteY46147" fmla="*/ 2223946 h 2398711"/>
              <a:gd name="connsiteX46148" fmla="*/ 875167 w 2119654"/>
              <a:gd name="connsiteY46148" fmla="*/ 2176533 h 2398711"/>
              <a:gd name="connsiteX46149" fmla="*/ 875899 w 2119654"/>
              <a:gd name="connsiteY46149" fmla="*/ 2177805 h 2398711"/>
              <a:gd name="connsiteX46150" fmla="*/ 878960 w 2119654"/>
              <a:gd name="connsiteY46150" fmla="*/ 2177599 h 2398711"/>
              <a:gd name="connsiteX46151" fmla="*/ 878644 w 2119654"/>
              <a:gd name="connsiteY46151" fmla="*/ 2176562 h 2398711"/>
              <a:gd name="connsiteX46152" fmla="*/ 876929 w 2119654"/>
              <a:gd name="connsiteY46152" fmla="*/ 2176392 h 2398711"/>
              <a:gd name="connsiteX46153" fmla="*/ 885780 w 2119654"/>
              <a:gd name="connsiteY46153" fmla="*/ 2152515 h 2398711"/>
              <a:gd name="connsiteX46154" fmla="*/ 886644 w 2119654"/>
              <a:gd name="connsiteY46154" fmla="*/ 2152735 h 2398711"/>
              <a:gd name="connsiteX46155" fmla="*/ 886669 w 2119654"/>
              <a:gd name="connsiteY46155" fmla="*/ 2152739 h 2398711"/>
              <a:gd name="connsiteX46156" fmla="*/ 886753 w 2119654"/>
              <a:gd name="connsiteY46156" fmla="*/ 2152692 h 2398711"/>
              <a:gd name="connsiteX46157" fmla="*/ 886433 w 2119654"/>
              <a:gd name="connsiteY46157" fmla="*/ 2152133 h 2398711"/>
              <a:gd name="connsiteX46158" fmla="*/ 886392 w 2119654"/>
              <a:gd name="connsiteY46158" fmla="*/ 2152151 h 2398711"/>
              <a:gd name="connsiteX46159" fmla="*/ 1558478 w 2119654"/>
              <a:gd name="connsiteY46159" fmla="*/ 646045 h 2398711"/>
              <a:gd name="connsiteX46160" fmla="*/ 1556090 w 2119654"/>
              <a:gd name="connsiteY46160" fmla="*/ 660729 h 2398711"/>
              <a:gd name="connsiteX46161" fmla="*/ 1556212 w 2119654"/>
              <a:gd name="connsiteY46161" fmla="*/ 661221 h 2398711"/>
              <a:gd name="connsiteX46162" fmla="*/ 1558285 w 2119654"/>
              <a:gd name="connsiteY46162" fmla="*/ 647974 h 2398711"/>
              <a:gd name="connsiteX46163" fmla="*/ 1558487 w 2119654"/>
              <a:gd name="connsiteY46163" fmla="*/ 646127 h 2398711"/>
              <a:gd name="connsiteX46164" fmla="*/ 1525079 w 2119654"/>
              <a:gd name="connsiteY46164" fmla="*/ 720712 h 2398711"/>
              <a:gd name="connsiteX46165" fmla="*/ 1525227 w 2119654"/>
              <a:gd name="connsiteY46165" fmla="*/ 721151 h 2398711"/>
              <a:gd name="connsiteX46166" fmla="*/ 1525228 w 2119654"/>
              <a:gd name="connsiteY46166" fmla="*/ 721031 h 2398711"/>
              <a:gd name="connsiteX46167" fmla="*/ 1567853 w 2119654"/>
              <a:gd name="connsiteY46167" fmla="*/ 624928 h 2398711"/>
              <a:gd name="connsiteX46168" fmla="*/ 1567629 w 2119654"/>
              <a:gd name="connsiteY46168" fmla="*/ 625756 h 2398711"/>
              <a:gd name="connsiteX46169" fmla="*/ 1570210 w 2119654"/>
              <a:gd name="connsiteY46169" fmla="*/ 638886 h 2398711"/>
              <a:gd name="connsiteX46170" fmla="*/ 1569526 w 2119654"/>
              <a:gd name="connsiteY46170" fmla="*/ 629372 h 2398711"/>
              <a:gd name="connsiteX46171" fmla="*/ 884131 w 2119654"/>
              <a:gd name="connsiteY46171" fmla="*/ 2155779 h 2398711"/>
              <a:gd name="connsiteX46172" fmla="*/ 887481 w 2119654"/>
              <a:gd name="connsiteY46172" fmla="*/ 2155986 h 2398711"/>
              <a:gd name="connsiteX46173" fmla="*/ 885581 w 2119654"/>
              <a:gd name="connsiteY46173" fmla="*/ 2155058 h 2398711"/>
              <a:gd name="connsiteX46174" fmla="*/ 886001 w 2119654"/>
              <a:gd name="connsiteY46174" fmla="*/ 2150384 h 2398711"/>
              <a:gd name="connsiteX46175" fmla="*/ 886440 w 2119654"/>
              <a:gd name="connsiteY46175" fmla="*/ 2151152 h 2398711"/>
              <a:gd name="connsiteX46176" fmla="*/ 887173 w 2119654"/>
              <a:gd name="connsiteY46176" fmla="*/ 2151324 h 2398711"/>
              <a:gd name="connsiteX46177" fmla="*/ 887213 w 2119654"/>
              <a:gd name="connsiteY46177" fmla="*/ 2151307 h 2398711"/>
              <a:gd name="connsiteX46178" fmla="*/ 887808 w 2119654"/>
              <a:gd name="connsiteY46178" fmla="*/ 2150952 h 2398711"/>
              <a:gd name="connsiteX46179" fmla="*/ 886745 w 2119654"/>
              <a:gd name="connsiteY46179" fmla="*/ 2150098 h 2398711"/>
              <a:gd name="connsiteX46180" fmla="*/ 874678 w 2119654"/>
              <a:gd name="connsiteY46180" fmla="*/ 2175684 h 2398711"/>
              <a:gd name="connsiteX46181" fmla="*/ 874773 w 2119654"/>
              <a:gd name="connsiteY46181" fmla="*/ 2175849 h 2398711"/>
              <a:gd name="connsiteX46182" fmla="*/ 876184 w 2119654"/>
              <a:gd name="connsiteY46182" fmla="*/ 2175989 h 2398711"/>
              <a:gd name="connsiteX46183" fmla="*/ 878415 w 2119654"/>
              <a:gd name="connsiteY46183" fmla="*/ 2175810 h 2398711"/>
              <a:gd name="connsiteX46184" fmla="*/ 878223 w 2119654"/>
              <a:gd name="connsiteY46184" fmla="*/ 2175180 h 2398711"/>
              <a:gd name="connsiteX46185" fmla="*/ 880110 w 2119654"/>
              <a:gd name="connsiteY46185" fmla="*/ 2163170 h 2398711"/>
              <a:gd name="connsiteX46186" fmla="*/ 880395 w 2119654"/>
              <a:gd name="connsiteY46186" fmla="*/ 2163621 h 2398711"/>
              <a:gd name="connsiteX46187" fmla="*/ 886168 w 2119654"/>
              <a:gd name="connsiteY46187" fmla="*/ 2162513 h 2398711"/>
              <a:gd name="connsiteX46188" fmla="*/ 886102 w 2119654"/>
              <a:gd name="connsiteY46188" fmla="*/ 2162344 h 2398711"/>
              <a:gd name="connsiteX46189" fmla="*/ 867828 w 2119654"/>
              <a:gd name="connsiteY46189" fmla="*/ 2190631 h 2398711"/>
              <a:gd name="connsiteX46190" fmla="*/ 871527 w 2119654"/>
              <a:gd name="connsiteY46190" fmla="*/ 2195190 h 2398711"/>
              <a:gd name="connsiteX46191" fmla="*/ 882144 w 2119654"/>
              <a:gd name="connsiteY46191" fmla="*/ 2189778 h 2398711"/>
              <a:gd name="connsiteX46192" fmla="*/ 849534 w 2119654"/>
              <a:gd name="connsiteY46192" fmla="*/ 2231292 h 2398711"/>
              <a:gd name="connsiteX46193" fmla="*/ 853746 w 2119654"/>
              <a:gd name="connsiteY46193" fmla="*/ 2236572 h 2398711"/>
              <a:gd name="connsiteX46194" fmla="*/ 857426 w 2119654"/>
              <a:gd name="connsiteY46194" fmla="*/ 2234338 h 2398711"/>
              <a:gd name="connsiteX46195" fmla="*/ 855537 w 2119654"/>
              <a:gd name="connsiteY46195" fmla="*/ 2231736 h 2398711"/>
              <a:gd name="connsiteX46196" fmla="*/ 851640 w 2119654"/>
              <a:gd name="connsiteY46196" fmla="*/ 2232557 h 2398711"/>
              <a:gd name="connsiteX46197" fmla="*/ 851316 w 2119654"/>
              <a:gd name="connsiteY46197" fmla="*/ 2232398 h 2398711"/>
              <a:gd name="connsiteX46198" fmla="*/ 855394 w 2119654"/>
              <a:gd name="connsiteY46198" fmla="*/ 2231539 h 2398711"/>
              <a:gd name="connsiteX46199" fmla="*/ 854086 w 2119654"/>
              <a:gd name="connsiteY46199" fmla="*/ 2229738 h 2398711"/>
              <a:gd name="connsiteX46200" fmla="*/ 853544 w 2119654"/>
              <a:gd name="connsiteY46200" fmla="*/ 2229626 h 2398711"/>
              <a:gd name="connsiteX46201" fmla="*/ 874474 w 2119654"/>
              <a:gd name="connsiteY46201" fmla="*/ 2175328 h 2398711"/>
              <a:gd name="connsiteX46202" fmla="*/ 874607 w 2119654"/>
              <a:gd name="connsiteY46202" fmla="*/ 2175559 h 2398711"/>
              <a:gd name="connsiteX46203" fmla="*/ 876646 w 2119654"/>
              <a:gd name="connsiteY46203" fmla="*/ 2175269 h 2398711"/>
              <a:gd name="connsiteX46204" fmla="*/ 878178 w 2119654"/>
              <a:gd name="connsiteY46204" fmla="*/ 2175030 h 2398711"/>
              <a:gd name="connsiteX46205" fmla="*/ 877954 w 2119654"/>
              <a:gd name="connsiteY46205" fmla="*/ 2174296 h 2398711"/>
              <a:gd name="connsiteX46206" fmla="*/ 1546419 w 2119654"/>
              <a:gd name="connsiteY46206" fmla="*/ 670570 h 2398711"/>
              <a:gd name="connsiteX46207" fmla="*/ 1548079 w 2119654"/>
              <a:gd name="connsiteY46207" fmla="*/ 681708 h 2398711"/>
              <a:gd name="connsiteX46208" fmla="*/ 1548543 w 2119654"/>
              <a:gd name="connsiteY46208" fmla="*/ 688980 h 2398711"/>
              <a:gd name="connsiteX46209" fmla="*/ 1548581 w 2119654"/>
              <a:gd name="connsiteY46209" fmla="*/ 688881 h 2398711"/>
              <a:gd name="connsiteX46210" fmla="*/ 1548642 w 2119654"/>
              <a:gd name="connsiteY46210" fmla="*/ 680878 h 2398711"/>
              <a:gd name="connsiteX46211" fmla="*/ 1548571 w 2119654"/>
              <a:gd name="connsiteY46211" fmla="*/ 675953 h 2398711"/>
              <a:gd name="connsiteX46212" fmla="*/ 852742 w 2119654"/>
              <a:gd name="connsiteY46212" fmla="*/ 2223706 h 2398711"/>
              <a:gd name="connsiteX46213" fmla="*/ 853252 w 2119654"/>
              <a:gd name="connsiteY46213" fmla="*/ 2224166 h 2398711"/>
              <a:gd name="connsiteX46214" fmla="*/ 857843 w 2119654"/>
              <a:gd name="connsiteY46214" fmla="*/ 2223254 h 2398711"/>
              <a:gd name="connsiteX46215" fmla="*/ 860438 w 2119654"/>
              <a:gd name="connsiteY46215" fmla="*/ 2220766 h 2398711"/>
              <a:gd name="connsiteX46216" fmla="*/ 874030 w 2119654"/>
              <a:gd name="connsiteY46216" fmla="*/ 2175775 h 2398711"/>
              <a:gd name="connsiteX46217" fmla="*/ 874227 w 2119654"/>
              <a:gd name="connsiteY46217" fmla="*/ 2175794 h 2398711"/>
              <a:gd name="connsiteX46218" fmla="*/ 874202 w 2119654"/>
              <a:gd name="connsiteY46218" fmla="*/ 2175751 h 2398711"/>
              <a:gd name="connsiteX46219" fmla="*/ 879463 w 2119654"/>
              <a:gd name="connsiteY46219" fmla="*/ 2163259 h 2398711"/>
              <a:gd name="connsiteX46220" fmla="*/ 879542 w 2119654"/>
              <a:gd name="connsiteY46220" fmla="*/ 2163785 h 2398711"/>
              <a:gd name="connsiteX46221" fmla="*/ 880054 w 2119654"/>
              <a:gd name="connsiteY46221" fmla="*/ 2163686 h 2398711"/>
              <a:gd name="connsiteX46222" fmla="*/ 879758 w 2119654"/>
              <a:gd name="connsiteY46222" fmla="*/ 2163219 h 2398711"/>
              <a:gd name="connsiteX46223" fmla="*/ 871937 w 2119654"/>
              <a:gd name="connsiteY46223" fmla="*/ 2179916 h 2398711"/>
              <a:gd name="connsiteX46224" fmla="*/ 872331 w 2119654"/>
              <a:gd name="connsiteY46224" fmla="*/ 2180231 h 2398711"/>
              <a:gd name="connsiteX46225" fmla="*/ 876932 w 2119654"/>
              <a:gd name="connsiteY46225" fmla="*/ 2180495 h 2398711"/>
              <a:gd name="connsiteX46226" fmla="*/ 876320 w 2119654"/>
              <a:gd name="connsiteY46226" fmla="*/ 2179431 h 2398711"/>
              <a:gd name="connsiteX46227" fmla="*/ 883413 w 2119654"/>
              <a:gd name="connsiteY46227" fmla="*/ 2154198 h 2398711"/>
              <a:gd name="connsiteX46228" fmla="*/ 883518 w 2119654"/>
              <a:gd name="connsiteY46228" fmla="*/ 2154467 h 2398711"/>
              <a:gd name="connsiteX46229" fmla="*/ 883820 w 2119654"/>
              <a:gd name="connsiteY46229" fmla="*/ 2154301 h 2398711"/>
              <a:gd name="connsiteX46230" fmla="*/ 884929 w 2119654"/>
              <a:gd name="connsiteY46230" fmla="*/ 2150796 h 2398711"/>
              <a:gd name="connsiteX46231" fmla="*/ 885782 w 2119654"/>
              <a:gd name="connsiteY46231" fmla="*/ 2150996 h 2398711"/>
              <a:gd name="connsiteX46232" fmla="*/ 885534 w 2119654"/>
              <a:gd name="connsiteY46232" fmla="*/ 2150564 h 2398711"/>
              <a:gd name="connsiteX46233" fmla="*/ 1511204 w 2119654"/>
              <a:gd name="connsiteY46233" fmla="*/ 748168 h 2398711"/>
              <a:gd name="connsiteX46234" fmla="*/ 1510898 w 2119654"/>
              <a:gd name="connsiteY46234" fmla="*/ 749650 h 2398711"/>
              <a:gd name="connsiteX46235" fmla="*/ 1511267 w 2119654"/>
              <a:gd name="connsiteY46235" fmla="*/ 748452 h 2398711"/>
              <a:gd name="connsiteX46236" fmla="*/ 851559 w 2119654"/>
              <a:gd name="connsiteY46236" fmla="*/ 2225052 h 2398711"/>
              <a:gd name="connsiteX46237" fmla="*/ 853244 w 2119654"/>
              <a:gd name="connsiteY46237" fmla="*/ 2227381 h 2398711"/>
              <a:gd name="connsiteX46238" fmla="*/ 855268 w 2119654"/>
              <a:gd name="connsiteY46238" fmla="*/ 2226513 h 2398711"/>
              <a:gd name="connsiteX46239" fmla="*/ 853269 w 2119654"/>
              <a:gd name="connsiteY46239" fmla="*/ 2224712 h 2398711"/>
              <a:gd name="connsiteX46240" fmla="*/ 1567045 w 2119654"/>
              <a:gd name="connsiteY46240" fmla="*/ 622779 h 2398711"/>
              <a:gd name="connsiteX46241" fmla="*/ 1567497 w 2119654"/>
              <a:gd name="connsiteY46241" fmla="*/ 625080 h 2398711"/>
              <a:gd name="connsiteX46242" fmla="*/ 1567670 w 2119654"/>
              <a:gd name="connsiteY46242" fmla="*/ 624439 h 2398711"/>
              <a:gd name="connsiteX46243" fmla="*/ 879364 w 2119654"/>
              <a:gd name="connsiteY46243" fmla="*/ 2162597 h 2398711"/>
              <a:gd name="connsiteX46244" fmla="*/ 879396 w 2119654"/>
              <a:gd name="connsiteY46244" fmla="*/ 2162808 h 2398711"/>
              <a:gd name="connsiteX46245" fmla="*/ 879489 w 2119654"/>
              <a:gd name="connsiteY46245" fmla="*/ 2162795 h 2398711"/>
              <a:gd name="connsiteX46246" fmla="*/ 842473 w 2119654"/>
              <a:gd name="connsiteY46246" fmla="*/ 2245147 h 2398711"/>
              <a:gd name="connsiteX46247" fmla="*/ 844438 w 2119654"/>
              <a:gd name="connsiteY46247" fmla="*/ 2244781 h 2398711"/>
              <a:gd name="connsiteX46248" fmla="*/ 845286 w 2119654"/>
              <a:gd name="connsiteY46248" fmla="*/ 2244210 h 2398711"/>
              <a:gd name="connsiteX46249" fmla="*/ 873235 w 2119654"/>
              <a:gd name="connsiteY46249" fmla="*/ 2175696 h 2398711"/>
              <a:gd name="connsiteX46250" fmla="*/ 873473 w 2119654"/>
              <a:gd name="connsiteY46250" fmla="*/ 2175720 h 2398711"/>
              <a:gd name="connsiteX46251" fmla="*/ 874131 w 2119654"/>
              <a:gd name="connsiteY46251" fmla="*/ 2175626 h 2398711"/>
              <a:gd name="connsiteX46252" fmla="*/ 874034 w 2119654"/>
              <a:gd name="connsiteY46252" fmla="*/ 2175459 h 2398711"/>
              <a:gd name="connsiteX46253" fmla="*/ 1511620 w 2119654"/>
              <a:gd name="connsiteY46253" fmla="*/ 746156 h 2398711"/>
              <a:gd name="connsiteX46254" fmla="*/ 1511322 w 2119654"/>
              <a:gd name="connsiteY46254" fmla="*/ 747596 h 2398711"/>
              <a:gd name="connsiteX46255" fmla="*/ 1511413 w 2119654"/>
              <a:gd name="connsiteY46255" fmla="*/ 747978 h 2398711"/>
              <a:gd name="connsiteX46256" fmla="*/ 1511478 w 2119654"/>
              <a:gd name="connsiteY46256" fmla="*/ 747769 h 2398711"/>
              <a:gd name="connsiteX46257" fmla="*/ 1563758 w 2119654"/>
              <a:gd name="connsiteY46257" fmla="*/ 629289 h 2398711"/>
              <a:gd name="connsiteX46258" fmla="*/ 1563816 w 2119654"/>
              <a:gd name="connsiteY46258" fmla="*/ 634648 h 2398711"/>
              <a:gd name="connsiteX46259" fmla="*/ 1563190 w 2119654"/>
              <a:gd name="connsiteY46259" fmla="*/ 640352 h 2398711"/>
              <a:gd name="connsiteX46260" fmla="*/ 1565059 w 2119654"/>
              <a:gd name="connsiteY46260" fmla="*/ 633791 h 2398711"/>
              <a:gd name="connsiteX46261" fmla="*/ 873648 w 2119654"/>
              <a:gd name="connsiteY46261" fmla="*/ 2173892 h 2398711"/>
              <a:gd name="connsiteX46262" fmla="*/ 874371 w 2119654"/>
              <a:gd name="connsiteY46262" fmla="*/ 2175149 h 2398711"/>
              <a:gd name="connsiteX46263" fmla="*/ 877895 w 2119654"/>
              <a:gd name="connsiteY46263" fmla="*/ 2174104 h 2398711"/>
              <a:gd name="connsiteX46264" fmla="*/ 877666 w 2119654"/>
              <a:gd name="connsiteY46264" fmla="*/ 2173352 h 2398711"/>
              <a:gd name="connsiteX46265" fmla="*/ 877410 w 2119654"/>
              <a:gd name="connsiteY46265" fmla="*/ 2173170 h 2398711"/>
              <a:gd name="connsiteX46266" fmla="*/ 851053 w 2119654"/>
              <a:gd name="connsiteY46266" fmla="*/ 2224351 h 2398711"/>
              <a:gd name="connsiteX46267" fmla="*/ 851212 w 2119654"/>
              <a:gd name="connsiteY46267" fmla="*/ 2224572 h 2398711"/>
              <a:gd name="connsiteX46268" fmla="*/ 852770 w 2119654"/>
              <a:gd name="connsiteY46268" fmla="*/ 2224262 h 2398711"/>
              <a:gd name="connsiteX46269" fmla="*/ 852329 w 2119654"/>
              <a:gd name="connsiteY46269" fmla="*/ 2223864 h 2398711"/>
              <a:gd name="connsiteX46270" fmla="*/ 883575 w 2119654"/>
              <a:gd name="connsiteY46270" fmla="*/ 2151316 h 2398711"/>
              <a:gd name="connsiteX46271" fmla="*/ 885092 w 2119654"/>
              <a:gd name="connsiteY46271" fmla="*/ 2152201 h 2398711"/>
              <a:gd name="connsiteX46272" fmla="*/ 886203 w 2119654"/>
              <a:gd name="connsiteY46272" fmla="*/ 2151733 h 2398711"/>
              <a:gd name="connsiteX46273" fmla="*/ 886202 w 2119654"/>
              <a:gd name="connsiteY46273" fmla="*/ 2151731 h 2398711"/>
              <a:gd name="connsiteX46274" fmla="*/ 884053 w 2119654"/>
              <a:gd name="connsiteY46274" fmla="*/ 2151134 h 2398711"/>
              <a:gd name="connsiteX46275" fmla="*/ 887078 w 2119654"/>
              <a:gd name="connsiteY46275" fmla="*/ 2143319 h 2398711"/>
              <a:gd name="connsiteX46276" fmla="*/ 887850 w 2119654"/>
              <a:gd name="connsiteY46276" fmla="*/ 2144459 h 2398711"/>
              <a:gd name="connsiteX46277" fmla="*/ 889351 w 2119654"/>
              <a:gd name="connsiteY46277" fmla="*/ 2143882 h 2398711"/>
              <a:gd name="connsiteX46278" fmla="*/ 889937 w 2119654"/>
              <a:gd name="connsiteY46278" fmla="*/ 2143551 h 2398711"/>
              <a:gd name="connsiteX46279" fmla="*/ 887213 w 2119654"/>
              <a:gd name="connsiteY46279" fmla="*/ 2143304 h 2398711"/>
              <a:gd name="connsiteX46280" fmla="*/ 841809 w 2119654"/>
              <a:gd name="connsiteY46280" fmla="*/ 2244660 h 2398711"/>
              <a:gd name="connsiteX46281" fmla="*/ 847368 w 2119654"/>
              <a:gd name="connsiteY46281" fmla="*/ 2242808 h 2398711"/>
              <a:gd name="connsiteX46282" fmla="*/ 848926 w 2119654"/>
              <a:gd name="connsiteY46282" fmla="*/ 2241759 h 2398711"/>
              <a:gd name="connsiteX46283" fmla="*/ 854507 w 2119654"/>
              <a:gd name="connsiteY46283" fmla="*/ 2237887 h 2398711"/>
              <a:gd name="connsiteX46284" fmla="*/ 854006 w 2119654"/>
              <a:gd name="connsiteY46284" fmla="*/ 2237259 h 2398711"/>
              <a:gd name="connsiteX46285" fmla="*/ 866303 w 2119654"/>
              <a:gd name="connsiteY46285" fmla="*/ 2188752 h 2398711"/>
              <a:gd name="connsiteX46286" fmla="*/ 867308 w 2119654"/>
              <a:gd name="connsiteY46286" fmla="*/ 2189992 h 2398711"/>
              <a:gd name="connsiteX46287" fmla="*/ 882008 w 2119654"/>
              <a:gd name="connsiteY46287" fmla="*/ 2189116 h 2398711"/>
              <a:gd name="connsiteX46288" fmla="*/ 881994 w 2119654"/>
              <a:gd name="connsiteY46288" fmla="*/ 2189092 h 2398711"/>
              <a:gd name="connsiteX46289" fmla="*/ 879814 w 2119654"/>
              <a:gd name="connsiteY46289" fmla="*/ 2187596 h 2398711"/>
              <a:gd name="connsiteX46290" fmla="*/ 858570 w 2119654"/>
              <a:gd name="connsiteY46290" fmla="*/ 2205558 h 2398711"/>
              <a:gd name="connsiteX46291" fmla="*/ 864150 w 2119654"/>
              <a:gd name="connsiteY46291" fmla="*/ 2206543 h 2398711"/>
              <a:gd name="connsiteX46292" fmla="*/ 872770 w 2119654"/>
              <a:gd name="connsiteY46292" fmla="*/ 2202810 h 2398711"/>
              <a:gd name="connsiteX46293" fmla="*/ 874035 w 2119654"/>
              <a:gd name="connsiteY46293" fmla="*/ 2202078 h 2398711"/>
              <a:gd name="connsiteX46294" fmla="*/ 849918 w 2119654"/>
              <a:gd name="connsiteY46294" fmla="*/ 2224829 h 2398711"/>
              <a:gd name="connsiteX46295" fmla="*/ 850446 w 2119654"/>
              <a:gd name="connsiteY46295" fmla="*/ 2224724 h 2398711"/>
              <a:gd name="connsiteX46296" fmla="*/ 850375 w 2119654"/>
              <a:gd name="connsiteY46296" fmla="*/ 2224626 h 2398711"/>
              <a:gd name="connsiteX46297" fmla="*/ 1514906 w 2119654"/>
              <a:gd name="connsiteY46297" fmla="*/ 735778 h 2398711"/>
              <a:gd name="connsiteX46298" fmla="*/ 1514874 w 2119654"/>
              <a:gd name="connsiteY46298" fmla="*/ 736750 h 2398711"/>
              <a:gd name="connsiteX46299" fmla="*/ 1515032 w 2119654"/>
              <a:gd name="connsiteY46299" fmla="*/ 736236 h 2398711"/>
              <a:gd name="connsiteX46300" fmla="*/ 886097 w 2119654"/>
              <a:gd name="connsiteY46300" fmla="*/ 2143436 h 2398711"/>
              <a:gd name="connsiteX46301" fmla="*/ 886841 w 2119654"/>
              <a:gd name="connsiteY46301" fmla="*/ 2144649 h 2398711"/>
              <a:gd name="connsiteX46302" fmla="*/ 887309 w 2119654"/>
              <a:gd name="connsiteY46302" fmla="*/ 2144666 h 2398711"/>
              <a:gd name="connsiteX46303" fmla="*/ 887703 w 2119654"/>
              <a:gd name="connsiteY46303" fmla="*/ 2144516 h 2398711"/>
              <a:gd name="connsiteX46304" fmla="*/ 886905 w 2119654"/>
              <a:gd name="connsiteY46304" fmla="*/ 2143340 h 2398711"/>
              <a:gd name="connsiteX46305" fmla="*/ 878897 w 2119654"/>
              <a:gd name="connsiteY46305" fmla="*/ 2159471 h 2398711"/>
              <a:gd name="connsiteX46306" fmla="*/ 879245 w 2119654"/>
              <a:gd name="connsiteY46306" fmla="*/ 2161806 h 2398711"/>
              <a:gd name="connsiteX46307" fmla="*/ 879841 w 2119654"/>
              <a:gd name="connsiteY46307" fmla="*/ 2162746 h 2398711"/>
              <a:gd name="connsiteX46308" fmla="*/ 885930 w 2119654"/>
              <a:gd name="connsiteY46308" fmla="*/ 2161907 h 2398711"/>
              <a:gd name="connsiteX46309" fmla="*/ 885127 w 2119654"/>
              <a:gd name="connsiteY46309" fmla="*/ 2159855 h 2398711"/>
              <a:gd name="connsiteX46310" fmla="*/ 881705 w 2119654"/>
              <a:gd name="connsiteY46310" fmla="*/ 2159644 h 2398711"/>
              <a:gd name="connsiteX46311" fmla="*/ 881945 w 2119654"/>
              <a:gd name="connsiteY46311" fmla="*/ 2160105 h 2398711"/>
              <a:gd name="connsiteX46312" fmla="*/ 881614 w 2119654"/>
              <a:gd name="connsiteY46312" fmla="*/ 2159991 h 2398711"/>
              <a:gd name="connsiteX46313" fmla="*/ 881425 w 2119654"/>
              <a:gd name="connsiteY46313" fmla="*/ 2159627 h 2398711"/>
              <a:gd name="connsiteX46314" fmla="*/ 880589 w 2119654"/>
              <a:gd name="connsiteY46314" fmla="*/ 2155561 h 2398711"/>
              <a:gd name="connsiteX46315" fmla="*/ 881430 w 2119654"/>
              <a:gd name="connsiteY46315" fmla="*/ 2155612 h 2398711"/>
              <a:gd name="connsiteX46316" fmla="*/ 883106 w 2119654"/>
              <a:gd name="connsiteY46316" fmla="*/ 2154693 h 2398711"/>
              <a:gd name="connsiteX46317" fmla="*/ 882919 w 2119654"/>
              <a:gd name="connsiteY46317" fmla="*/ 2154217 h 2398711"/>
              <a:gd name="connsiteX46318" fmla="*/ 870187 w 2119654"/>
              <a:gd name="connsiteY46318" fmla="*/ 2178516 h 2398711"/>
              <a:gd name="connsiteX46319" fmla="*/ 871445 w 2119654"/>
              <a:gd name="connsiteY46319" fmla="*/ 2179521 h 2398711"/>
              <a:gd name="connsiteX46320" fmla="*/ 876077 w 2119654"/>
              <a:gd name="connsiteY46320" fmla="*/ 2179008 h 2398711"/>
              <a:gd name="connsiteX46321" fmla="*/ 875583 w 2119654"/>
              <a:gd name="connsiteY46321" fmla="*/ 2178151 h 2398711"/>
              <a:gd name="connsiteX46322" fmla="*/ 870782 w 2119654"/>
              <a:gd name="connsiteY46322" fmla="*/ 2176423 h 2398711"/>
              <a:gd name="connsiteX46323" fmla="*/ 874355 w 2119654"/>
              <a:gd name="connsiteY46323" fmla="*/ 2176136 h 2398711"/>
              <a:gd name="connsiteX46324" fmla="*/ 872669 w 2119654"/>
              <a:gd name="connsiteY46324" fmla="*/ 2175968 h 2398711"/>
              <a:gd name="connsiteX46325" fmla="*/ 871990 w 2119654"/>
              <a:gd name="connsiteY46325" fmla="*/ 2176065 h 2398711"/>
              <a:gd name="connsiteX46326" fmla="*/ 1510338 w 2119654"/>
              <a:gd name="connsiteY46326" fmla="*/ 743489 h 2398711"/>
              <a:gd name="connsiteX46327" fmla="*/ 1510660 w 2119654"/>
              <a:gd name="connsiteY46327" fmla="*/ 744835 h 2398711"/>
              <a:gd name="connsiteX46328" fmla="*/ 1510762 w 2119654"/>
              <a:gd name="connsiteY46328" fmla="*/ 744339 h 2398711"/>
              <a:gd name="connsiteX46329" fmla="*/ 1513671 w 2119654"/>
              <a:gd name="connsiteY46329" fmla="*/ 736004 h 2398711"/>
              <a:gd name="connsiteX46330" fmla="*/ 1513662 w 2119654"/>
              <a:gd name="connsiteY46330" fmla="*/ 736063 h 2398711"/>
              <a:gd name="connsiteX46331" fmla="*/ 1513606 w 2119654"/>
              <a:gd name="connsiteY46331" fmla="*/ 739980 h 2398711"/>
              <a:gd name="connsiteX46332" fmla="*/ 1513744 w 2119654"/>
              <a:gd name="connsiteY46332" fmla="*/ 740416 h 2398711"/>
              <a:gd name="connsiteX46333" fmla="*/ 1514025 w 2119654"/>
              <a:gd name="connsiteY46333" fmla="*/ 739503 h 2398711"/>
              <a:gd name="connsiteX46334" fmla="*/ 1514046 w 2119654"/>
              <a:gd name="connsiteY46334" fmla="*/ 738909 h 2398711"/>
              <a:gd name="connsiteX46335" fmla="*/ 847141 w 2119654"/>
              <a:gd name="connsiteY46335" fmla="*/ 2228293 h 2398711"/>
              <a:gd name="connsiteX46336" fmla="*/ 848155 w 2119654"/>
              <a:gd name="connsiteY46336" fmla="*/ 2229564 h 2398711"/>
              <a:gd name="connsiteX46337" fmla="*/ 849819 w 2119654"/>
              <a:gd name="connsiteY46337" fmla="*/ 2228850 h 2398711"/>
              <a:gd name="connsiteX46338" fmla="*/ 837225 w 2119654"/>
              <a:gd name="connsiteY46338" fmla="*/ 2249946 h 2398711"/>
              <a:gd name="connsiteX46339" fmla="*/ 842267 w 2119654"/>
              <a:gd name="connsiteY46339" fmla="*/ 2256050 h 2398711"/>
              <a:gd name="connsiteX46340" fmla="*/ 856814 w 2119654"/>
              <a:gd name="connsiteY46340" fmla="*/ 2256453 h 2398711"/>
              <a:gd name="connsiteX46341" fmla="*/ 869096 w 2119654"/>
              <a:gd name="connsiteY46341" fmla="*/ 2250412 h 2398711"/>
              <a:gd name="connsiteX46342" fmla="*/ 863464 w 2119654"/>
              <a:gd name="connsiteY46342" fmla="*/ 2242655 h 2398711"/>
              <a:gd name="connsiteX46343" fmla="*/ 859228 w 2119654"/>
              <a:gd name="connsiteY46343" fmla="*/ 2243444 h 2398711"/>
              <a:gd name="connsiteX46344" fmla="*/ 861585 w 2119654"/>
              <a:gd name="connsiteY46344" fmla="*/ 2246397 h 2398711"/>
              <a:gd name="connsiteX46345" fmla="*/ 861231 w 2119654"/>
              <a:gd name="connsiteY46345" fmla="*/ 2246314 h 2398711"/>
              <a:gd name="connsiteX46346" fmla="*/ 858978 w 2119654"/>
              <a:gd name="connsiteY46346" fmla="*/ 2243491 h 2398711"/>
              <a:gd name="connsiteX46347" fmla="*/ 854157 w 2119654"/>
              <a:gd name="connsiteY46347" fmla="*/ 2244388 h 2398711"/>
              <a:gd name="connsiteX46348" fmla="*/ 843092 w 2119654"/>
              <a:gd name="connsiteY46348" fmla="*/ 2245994 h 2398711"/>
              <a:gd name="connsiteX46349" fmla="*/ 879349 w 2119654"/>
              <a:gd name="connsiteY46349" fmla="*/ 2155120 h 2398711"/>
              <a:gd name="connsiteX46350" fmla="*/ 879544 w 2119654"/>
              <a:gd name="connsiteY46350" fmla="*/ 2155496 h 2398711"/>
              <a:gd name="connsiteX46351" fmla="*/ 880115 w 2119654"/>
              <a:gd name="connsiteY46351" fmla="*/ 2155531 h 2398711"/>
              <a:gd name="connsiteX46352" fmla="*/ 882673 w 2119654"/>
              <a:gd name="connsiteY46352" fmla="*/ 2154009 h 2398711"/>
              <a:gd name="connsiteX46353" fmla="*/ 882243 w 2119654"/>
              <a:gd name="connsiteY46353" fmla="*/ 2153900 h 2398711"/>
              <a:gd name="connsiteX46354" fmla="*/ 870091 w 2119654"/>
              <a:gd name="connsiteY46354" fmla="*/ 2175383 h 2398711"/>
              <a:gd name="connsiteX46355" fmla="*/ 872706 w 2119654"/>
              <a:gd name="connsiteY46355" fmla="*/ 2175643 h 2398711"/>
              <a:gd name="connsiteX46356" fmla="*/ 873931 w 2119654"/>
              <a:gd name="connsiteY46356" fmla="*/ 2175279 h 2398711"/>
              <a:gd name="connsiteX46357" fmla="*/ 873184 w 2119654"/>
              <a:gd name="connsiteY46357" fmla="*/ 2173981 h 2398711"/>
              <a:gd name="connsiteX46358" fmla="*/ 873038 w 2119654"/>
              <a:gd name="connsiteY46358" fmla="*/ 2174009 h 2398711"/>
              <a:gd name="connsiteX46359" fmla="*/ 871227 w 2119654"/>
              <a:gd name="connsiteY46359" fmla="*/ 2174765 h 2398711"/>
              <a:gd name="connsiteX46360" fmla="*/ 1514158 w 2119654"/>
              <a:gd name="connsiteY46360" fmla="*/ 733043 h 2398711"/>
              <a:gd name="connsiteX46361" fmla="*/ 1513947 w 2119654"/>
              <a:gd name="connsiteY46361" fmla="*/ 734327 h 2398711"/>
              <a:gd name="connsiteX46362" fmla="*/ 1514153 w 2119654"/>
              <a:gd name="connsiteY46362" fmla="*/ 735770 h 2398711"/>
              <a:gd name="connsiteX46363" fmla="*/ 1514236 w 2119654"/>
              <a:gd name="connsiteY46363" fmla="*/ 733328 h 2398711"/>
              <a:gd name="connsiteX46364" fmla="*/ 1508785 w 2119654"/>
              <a:gd name="connsiteY46364" fmla="*/ 744453 h 2398711"/>
              <a:gd name="connsiteX46365" fmla="*/ 1508440 w 2119654"/>
              <a:gd name="connsiteY46365" fmla="*/ 746055 h 2398711"/>
              <a:gd name="connsiteX46366" fmla="*/ 1509155 w 2119654"/>
              <a:gd name="connsiteY46366" fmla="*/ 752125 h 2398711"/>
              <a:gd name="connsiteX46367" fmla="*/ 1509970 w 2119654"/>
              <a:gd name="connsiteY46367" fmla="*/ 748180 h 2398711"/>
              <a:gd name="connsiteX46368" fmla="*/ 878596 w 2119654"/>
              <a:gd name="connsiteY46368" fmla="*/ 2155438 h 2398711"/>
              <a:gd name="connsiteX46369" fmla="*/ 879263 w 2119654"/>
              <a:gd name="connsiteY46369" fmla="*/ 2155479 h 2398711"/>
              <a:gd name="connsiteX46370" fmla="*/ 879126 w 2119654"/>
              <a:gd name="connsiteY46370" fmla="*/ 2155214 h 2398711"/>
              <a:gd name="connsiteX46371" fmla="*/ 1563672 w 2119654"/>
              <a:gd name="connsiteY46371" fmla="*/ 621196 h 2398711"/>
              <a:gd name="connsiteX46372" fmla="*/ 1563739 w 2119654"/>
              <a:gd name="connsiteY46372" fmla="*/ 627504 h 2398711"/>
              <a:gd name="connsiteX46373" fmla="*/ 1564146 w 2119654"/>
              <a:gd name="connsiteY46373" fmla="*/ 628845 h 2398711"/>
              <a:gd name="connsiteX46374" fmla="*/ 1565315 w 2119654"/>
              <a:gd name="connsiteY46374" fmla="*/ 632892 h 2398711"/>
              <a:gd name="connsiteX46375" fmla="*/ 1565474 w 2119654"/>
              <a:gd name="connsiteY46375" fmla="*/ 632333 h 2398711"/>
              <a:gd name="connsiteX46376" fmla="*/ 1563969 w 2119654"/>
              <a:gd name="connsiteY46376" fmla="*/ 622912 h 2398711"/>
              <a:gd name="connsiteX46377" fmla="*/ 1505062 w 2119654"/>
              <a:gd name="connsiteY46377" fmla="*/ 752431 h 2398711"/>
              <a:gd name="connsiteX46378" fmla="*/ 1504997 w 2119654"/>
              <a:gd name="connsiteY46378" fmla="*/ 752602 h 2398711"/>
              <a:gd name="connsiteX46379" fmla="*/ 1505418 w 2119654"/>
              <a:gd name="connsiteY46379" fmla="*/ 753812 h 2398711"/>
              <a:gd name="connsiteX46380" fmla="*/ 1539940 w 2119654"/>
              <a:gd name="connsiteY46380" fmla="*/ 674212 h 2398711"/>
              <a:gd name="connsiteX46381" fmla="*/ 1541803 w 2119654"/>
              <a:gd name="connsiteY46381" fmla="*/ 700781 h 2398711"/>
              <a:gd name="connsiteX46382" fmla="*/ 1542945 w 2119654"/>
              <a:gd name="connsiteY46382" fmla="*/ 703751 h 2398711"/>
              <a:gd name="connsiteX46383" fmla="*/ 1544139 w 2119654"/>
              <a:gd name="connsiteY46383" fmla="*/ 700599 h 2398711"/>
              <a:gd name="connsiteX46384" fmla="*/ 1515122 w 2119654"/>
              <a:gd name="connsiteY46384" fmla="*/ 729483 h 2398711"/>
              <a:gd name="connsiteX46385" fmla="*/ 1514984 w 2119654"/>
              <a:gd name="connsiteY46385" fmla="*/ 733536 h 2398711"/>
              <a:gd name="connsiteX46386" fmla="*/ 1515397 w 2119654"/>
              <a:gd name="connsiteY46386" fmla="*/ 735050 h 2398711"/>
              <a:gd name="connsiteX46387" fmla="*/ 1516083 w 2119654"/>
              <a:gd name="connsiteY46387" fmla="*/ 732825 h 2398711"/>
              <a:gd name="connsiteX46388" fmla="*/ 1504926 w 2119654"/>
              <a:gd name="connsiteY46388" fmla="*/ 752111 h 2398711"/>
              <a:gd name="connsiteX46389" fmla="*/ 1504890 w 2119654"/>
              <a:gd name="connsiteY46389" fmla="*/ 752296 h 2398711"/>
              <a:gd name="connsiteX46390" fmla="*/ 1504935 w 2119654"/>
              <a:gd name="connsiteY46390" fmla="*/ 752426 h 2398711"/>
              <a:gd name="connsiteX46391" fmla="*/ 1504999 w 2119654"/>
              <a:gd name="connsiteY46391" fmla="*/ 752257 h 2398711"/>
              <a:gd name="connsiteX46392" fmla="*/ 868439 w 2119654"/>
              <a:gd name="connsiteY46392" fmla="*/ 2177117 h 2398711"/>
              <a:gd name="connsiteX46393" fmla="*/ 869814 w 2119654"/>
              <a:gd name="connsiteY46393" fmla="*/ 2178217 h 2398711"/>
              <a:gd name="connsiteX46394" fmla="*/ 875403 w 2119654"/>
              <a:gd name="connsiteY46394" fmla="*/ 2177839 h 2398711"/>
              <a:gd name="connsiteX46395" fmla="*/ 874675 w 2119654"/>
              <a:gd name="connsiteY46395" fmla="*/ 2176573 h 2398711"/>
              <a:gd name="connsiteX46396" fmla="*/ 868642 w 2119654"/>
              <a:gd name="connsiteY46396" fmla="*/ 2177058 h 2398711"/>
              <a:gd name="connsiteX46397" fmla="*/ 878716 w 2119654"/>
              <a:gd name="connsiteY46397" fmla="*/ 2153906 h 2398711"/>
              <a:gd name="connsiteX46398" fmla="*/ 879136 w 2119654"/>
              <a:gd name="connsiteY46398" fmla="*/ 2154713 h 2398711"/>
              <a:gd name="connsiteX46399" fmla="*/ 881508 w 2119654"/>
              <a:gd name="connsiteY46399" fmla="*/ 2153713 h 2398711"/>
              <a:gd name="connsiteX46400" fmla="*/ 879667 w 2119654"/>
              <a:gd name="connsiteY46400" fmla="*/ 2153243 h 2398711"/>
              <a:gd name="connsiteX46401" fmla="*/ 1509400 w 2119654"/>
              <a:gd name="connsiteY46401" fmla="*/ 741606 h 2398711"/>
              <a:gd name="connsiteX46402" fmla="*/ 1508940 w 2119654"/>
              <a:gd name="connsiteY46402" fmla="*/ 743735 h 2398711"/>
              <a:gd name="connsiteX46403" fmla="*/ 1510121 w 2119654"/>
              <a:gd name="connsiteY46403" fmla="*/ 747451 h 2398711"/>
              <a:gd name="connsiteX46404" fmla="*/ 1510561 w 2119654"/>
              <a:gd name="connsiteY46404" fmla="*/ 745315 h 2398711"/>
              <a:gd name="connsiteX46405" fmla="*/ 1510403 w 2119654"/>
              <a:gd name="connsiteY46405" fmla="*/ 744616 h 2398711"/>
              <a:gd name="connsiteX46406" fmla="*/ 1509946 w 2119654"/>
              <a:gd name="connsiteY46406" fmla="*/ 742701 h 2398711"/>
              <a:gd name="connsiteX46407" fmla="*/ 845831 w 2119654"/>
              <a:gd name="connsiteY46407" fmla="*/ 2226647 h 2398711"/>
              <a:gd name="connsiteX46408" fmla="*/ 845942 w 2119654"/>
              <a:gd name="connsiteY46408" fmla="*/ 2226790 h 2398711"/>
              <a:gd name="connsiteX46409" fmla="*/ 846756 w 2119654"/>
              <a:gd name="connsiteY46409" fmla="*/ 2227810 h 2398711"/>
              <a:gd name="connsiteX46410" fmla="*/ 847784 w 2119654"/>
              <a:gd name="connsiteY46410" fmla="*/ 2228024 h 2398711"/>
              <a:gd name="connsiteX46411" fmla="*/ 850637 w 2119654"/>
              <a:gd name="connsiteY46411" fmla="*/ 2228500 h 2398711"/>
              <a:gd name="connsiteX46412" fmla="*/ 852582 w 2119654"/>
              <a:gd name="connsiteY46412" fmla="*/ 2227665 h 2398711"/>
              <a:gd name="connsiteX46413" fmla="*/ 850794 w 2119654"/>
              <a:gd name="connsiteY46413" fmla="*/ 2225204 h 2398711"/>
              <a:gd name="connsiteX46414" fmla="*/ 847690 w 2119654"/>
              <a:gd name="connsiteY46414" fmla="*/ 2225820 h 2398711"/>
              <a:gd name="connsiteX46415" fmla="*/ 878127 w 2119654"/>
              <a:gd name="connsiteY46415" fmla="*/ 2154316 h 2398711"/>
              <a:gd name="connsiteX46416" fmla="*/ 878242 w 2119654"/>
              <a:gd name="connsiteY46416" fmla="*/ 2155090 h 2398711"/>
              <a:gd name="connsiteX46417" fmla="*/ 878914 w 2119654"/>
              <a:gd name="connsiteY46417" fmla="*/ 2154807 h 2398711"/>
              <a:gd name="connsiteX46418" fmla="*/ 878516 w 2119654"/>
              <a:gd name="connsiteY46418" fmla="*/ 2154045 h 2398711"/>
              <a:gd name="connsiteX46419" fmla="*/ 868053 w 2119654"/>
              <a:gd name="connsiteY46419" fmla="*/ 2176490 h 2398711"/>
              <a:gd name="connsiteX46420" fmla="*/ 871505 w 2119654"/>
              <a:gd name="connsiteY46420" fmla="*/ 2175999 h 2398711"/>
              <a:gd name="connsiteX46421" fmla="*/ 871882 w 2119654"/>
              <a:gd name="connsiteY46421" fmla="*/ 2175887 h 2398711"/>
              <a:gd name="connsiteX46422" fmla="*/ 869631 w 2119654"/>
              <a:gd name="connsiteY46422" fmla="*/ 2175633 h 2398711"/>
              <a:gd name="connsiteX46423" fmla="*/ 1508259 w 2119654"/>
              <a:gd name="connsiteY46423" fmla="*/ 742791 h 2398711"/>
              <a:gd name="connsiteX46424" fmla="*/ 1508289 w 2119654"/>
              <a:gd name="connsiteY46424" fmla="*/ 744484 h 2398711"/>
              <a:gd name="connsiteX46425" fmla="*/ 1508495 w 2119654"/>
              <a:gd name="connsiteY46425" fmla="*/ 743530 h 2398711"/>
              <a:gd name="connsiteX46426" fmla="*/ 867857 w 2119654"/>
              <a:gd name="connsiteY46426" fmla="*/ 2176652 h 2398711"/>
              <a:gd name="connsiteX46427" fmla="*/ 867864 w 2119654"/>
              <a:gd name="connsiteY46427" fmla="*/ 2176657 h 2398711"/>
              <a:gd name="connsiteX46428" fmla="*/ 869813 w 2119654"/>
              <a:gd name="connsiteY46428" fmla="*/ 2176501 h 2398711"/>
              <a:gd name="connsiteX46429" fmla="*/ 870634 w 2119654"/>
              <a:gd name="connsiteY46429" fmla="*/ 2176257 h 2398711"/>
              <a:gd name="connsiteX46430" fmla="*/ 835806 w 2119654"/>
              <a:gd name="connsiteY46430" fmla="*/ 2248227 h 2398711"/>
              <a:gd name="connsiteX46431" fmla="*/ 837063 w 2119654"/>
              <a:gd name="connsiteY46431" fmla="*/ 2249749 h 2398711"/>
              <a:gd name="connsiteX46432" fmla="*/ 842512 w 2119654"/>
              <a:gd name="connsiteY46432" fmla="*/ 2246079 h 2398711"/>
              <a:gd name="connsiteX46433" fmla="*/ 838457 w 2119654"/>
              <a:gd name="connsiteY46433" fmla="*/ 2246668 h 2398711"/>
              <a:gd name="connsiteX46434" fmla="*/ 1518190 w 2119654"/>
              <a:gd name="connsiteY46434" fmla="*/ 720076 h 2398711"/>
              <a:gd name="connsiteX46435" fmla="*/ 1518596 w 2119654"/>
              <a:gd name="connsiteY46435" fmla="*/ 724669 h 2398711"/>
              <a:gd name="connsiteX46436" fmla="*/ 1518924 w 2119654"/>
              <a:gd name="connsiteY46436" fmla="*/ 723604 h 2398711"/>
              <a:gd name="connsiteX46437" fmla="*/ 1518959 w 2119654"/>
              <a:gd name="connsiteY46437" fmla="*/ 723386 h 2398711"/>
              <a:gd name="connsiteX46438" fmla="*/ 1518840 w 2119654"/>
              <a:gd name="connsiteY46438" fmla="*/ 722604 h 2398711"/>
              <a:gd name="connsiteX46439" fmla="*/ 1518276 w 2119654"/>
              <a:gd name="connsiteY46439" fmla="*/ 720261 h 2398711"/>
              <a:gd name="connsiteX46440" fmla="*/ 882280 w 2119654"/>
              <a:gd name="connsiteY46440" fmla="*/ 2143889 h 2398711"/>
              <a:gd name="connsiteX46441" fmla="*/ 882393 w 2119654"/>
              <a:gd name="connsiteY46441" fmla="*/ 2144087 h 2398711"/>
              <a:gd name="connsiteX46442" fmla="*/ 885711 w 2119654"/>
              <a:gd name="connsiteY46442" fmla="*/ 2144609 h 2398711"/>
              <a:gd name="connsiteX46443" fmla="*/ 886541 w 2119654"/>
              <a:gd name="connsiteY46443" fmla="*/ 2144638 h 2398711"/>
              <a:gd name="connsiteX46444" fmla="*/ 885802 w 2119654"/>
              <a:gd name="connsiteY46444" fmla="*/ 2143471 h 2398711"/>
              <a:gd name="connsiteX46445" fmla="*/ 881629 w 2119654"/>
              <a:gd name="connsiteY46445" fmla="*/ 2143966 h 2398711"/>
              <a:gd name="connsiteX46446" fmla="*/ 881767 w 2119654"/>
              <a:gd name="connsiteY46446" fmla="*/ 2143988 h 2398711"/>
              <a:gd name="connsiteX46447" fmla="*/ 881746 w 2119654"/>
              <a:gd name="connsiteY46447" fmla="*/ 2143953 h 2398711"/>
              <a:gd name="connsiteX46448" fmla="*/ 844340 w 2119654"/>
              <a:gd name="connsiteY46448" fmla="*/ 2227308 h 2398711"/>
              <a:gd name="connsiteX46449" fmla="*/ 846411 w 2119654"/>
              <a:gd name="connsiteY46449" fmla="*/ 2227738 h 2398711"/>
              <a:gd name="connsiteX46450" fmla="*/ 845616 w 2119654"/>
              <a:gd name="connsiteY46450" fmla="*/ 2226743 h 2398711"/>
              <a:gd name="connsiteX46451" fmla="*/ 844405 w 2119654"/>
              <a:gd name="connsiteY46451" fmla="*/ 2227281 h 2398711"/>
              <a:gd name="connsiteX46452" fmla="*/ 835250 w 2119654"/>
              <a:gd name="connsiteY46452" fmla="*/ 2247554 h 2398711"/>
              <a:gd name="connsiteX46453" fmla="*/ 835384 w 2119654"/>
              <a:gd name="connsiteY46453" fmla="*/ 2247715 h 2398711"/>
              <a:gd name="connsiteX46454" fmla="*/ 836134 w 2119654"/>
              <a:gd name="connsiteY46454" fmla="*/ 2247260 h 2398711"/>
              <a:gd name="connsiteX46455" fmla="*/ 847657 w 2119654"/>
              <a:gd name="connsiteY46455" fmla="*/ 2219654 h 2398711"/>
              <a:gd name="connsiteX46456" fmla="*/ 850758 w 2119654"/>
              <a:gd name="connsiteY46456" fmla="*/ 2223943 h 2398711"/>
              <a:gd name="connsiteX46457" fmla="*/ 851909 w 2119654"/>
              <a:gd name="connsiteY46457" fmla="*/ 2223486 h 2398711"/>
              <a:gd name="connsiteX46458" fmla="*/ 880355 w 2119654"/>
              <a:gd name="connsiteY46458" fmla="*/ 2146388 h 2398711"/>
              <a:gd name="connsiteX46459" fmla="*/ 880679 w 2119654"/>
              <a:gd name="connsiteY46459" fmla="*/ 2147215 h 2398711"/>
              <a:gd name="connsiteX46460" fmla="*/ 882112 w 2119654"/>
              <a:gd name="connsiteY46460" fmla="*/ 2146664 h 2398711"/>
              <a:gd name="connsiteX46461" fmla="*/ 1539040 w 2119654"/>
              <a:gd name="connsiteY46461" fmla="*/ 671193 h 2398711"/>
              <a:gd name="connsiteX46462" fmla="*/ 1539060 w 2119654"/>
              <a:gd name="connsiteY46462" fmla="*/ 693646 h 2398711"/>
              <a:gd name="connsiteX46463" fmla="*/ 1541048 w 2119654"/>
              <a:gd name="connsiteY46463" fmla="*/ 698816 h 2398711"/>
              <a:gd name="connsiteX46464" fmla="*/ 1511103 w 2119654"/>
              <a:gd name="connsiteY46464" fmla="*/ 733703 h 2398711"/>
              <a:gd name="connsiteX46465" fmla="*/ 1510581 w 2119654"/>
              <a:gd name="connsiteY46465" fmla="*/ 736123 h 2398711"/>
              <a:gd name="connsiteX46466" fmla="*/ 1511952 w 2119654"/>
              <a:gd name="connsiteY46466" fmla="*/ 738573 h 2398711"/>
              <a:gd name="connsiteX46467" fmla="*/ 1512227 w 2119654"/>
              <a:gd name="connsiteY46467" fmla="*/ 737243 h 2398711"/>
              <a:gd name="connsiteX46468" fmla="*/ 1504211 w 2119654"/>
              <a:gd name="connsiteY46468" fmla="*/ 749134 h 2398711"/>
              <a:gd name="connsiteX46469" fmla="*/ 1504208 w 2119654"/>
              <a:gd name="connsiteY46469" fmla="*/ 749242 h 2398711"/>
              <a:gd name="connsiteX46470" fmla="*/ 1504270 w 2119654"/>
              <a:gd name="connsiteY46470" fmla="*/ 749365 h 2398711"/>
              <a:gd name="connsiteX46471" fmla="*/ 867318 w 2119654"/>
              <a:gd name="connsiteY46471" fmla="*/ 2175107 h 2398711"/>
              <a:gd name="connsiteX46472" fmla="*/ 868910 w 2119654"/>
              <a:gd name="connsiteY46472" fmla="*/ 2175265 h 2398711"/>
              <a:gd name="connsiteX46473" fmla="*/ 870498 w 2119654"/>
              <a:gd name="connsiteY46473" fmla="*/ 2174584 h 2398711"/>
              <a:gd name="connsiteX46474" fmla="*/ 870746 w 2119654"/>
              <a:gd name="connsiteY46474" fmla="*/ 2174449 h 2398711"/>
              <a:gd name="connsiteX46475" fmla="*/ 1564066 w 2119654"/>
              <a:gd name="connsiteY46475" fmla="*/ 614863 h 2398711"/>
              <a:gd name="connsiteX46476" fmla="*/ 1563643 w 2119654"/>
              <a:gd name="connsiteY46476" fmla="*/ 618513 h 2398711"/>
              <a:gd name="connsiteX46477" fmla="*/ 1563662 w 2119654"/>
              <a:gd name="connsiteY46477" fmla="*/ 620294 h 2398711"/>
              <a:gd name="connsiteX46478" fmla="*/ 1565646 w 2119654"/>
              <a:gd name="connsiteY46478" fmla="*/ 631728 h 2398711"/>
              <a:gd name="connsiteX46479" fmla="*/ 1566714 w 2119654"/>
              <a:gd name="connsiteY46479" fmla="*/ 627978 h 2398711"/>
              <a:gd name="connsiteX46480" fmla="*/ 1566890 w 2119654"/>
              <a:gd name="connsiteY46480" fmla="*/ 627325 h 2398711"/>
              <a:gd name="connsiteX46481" fmla="*/ 1564852 w 2119654"/>
              <a:gd name="connsiteY46481" fmla="*/ 616954 h 2398711"/>
              <a:gd name="connsiteX46482" fmla="*/ 881655 w 2119654"/>
              <a:gd name="connsiteY46482" fmla="*/ 2142799 h 2398711"/>
              <a:gd name="connsiteX46483" fmla="*/ 881935 w 2119654"/>
              <a:gd name="connsiteY46483" fmla="*/ 2143287 h 2398711"/>
              <a:gd name="connsiteX46484" fmla="*/ 884143 w 2119654"/>
              <a:gd name="connsiteY46484" fmla="*/ 2143025 h 2398711"/>
              <a:gd name="connsiteX46485" fmla="*/ 1515888 w 2119654"/>
              <a:gd name="connsiteY46485" fmla="*/ 722525 h 2398711"/>
              <a:gd name="connsiteX46486" fmla="*/ 1515221 w 2119654"/>
              <a:gd name="connsiteY46486" fmla="*/ 726583 h 2398711"/>
              <a:gd name="connsiteX46487" fmla="*/ 1515146 w 2119654"/>
              <a:gd name="connsiteY46487" fmla="*/ 728783 h 2398711"/>
              <a:gd name="connsiteX46488" fmla="*/ 1516261 w 2119654"/>
              <a:gd name="connsiteY46488" fmla="*/ 732250 h 2398711"/>
              <a:gd name="connsiteX46489" fmla="*/ 1517704 w 2119654"/>
              <a:gd name="connsiteY46489" fmla="*/ 727565 h 2398711"/>
              <a:gd name="connsiteX46490" fmla="*/ 1517547 w 2119654"/>
              <a:gd name="connsiteY46490" fmla="*/ 725782 h 2398711"/>
              <a:gd name="connsiteX46491" fmla="*/ 1542882 w 2119654"/>
              <a:gd name="connsiteY46491" fmla="*/ 661723 h 2398711"/>
              <a:gd name="connsiteX46492" fmla="*/ 1544236 w 2119654"/>
              <a:gd name="connsiteY46492" fmla="*/ 672603 h 2398711"/>
              <a:gd name="connsiteX46493" fmla="*/ 1545708 w 2119654"/>
              <a:gd name="connsiteY46493" fmla="*/ 690125 h 2398711"/>
              <a:gd name="connsiteX46494" fmla="*/ 1546509 w 2119654"/>
              <a:gd name="connsiteY46494" fmla="*/ 694347 h 2398711"/>
              <a:gd name="connsiteX46495" fmla="*/ 1548069 w 2119654"/>
              <a:gd name="connsiteY46495" fmla="*/ 690231 h 2398711"/>
              <a:gd name="connsiteX46496" fmla="*/ 1545497 w 2119654"/>
              <a:gd name="connsiteY46496" fmla="*/ 668264 h 2398711"/>
              <a:gd name="connsiteX46497" fmla="*/ 1508197 w 2119654"/>
              <a:gd name="connsiteY46497" fmla="*/ 739201 h 2398711"/>
              <a:gd name="connsiteX46498" fmla="*/ 1508238 w 2119654"/>
              <a:gd name="connsiteY46498" fmla="*/ 741522 h 2398711"/>
              <a:gd name="connsiteX46499" fmla="*/ 1508649 w 2119654"/>
              <a:gd name="connsiteY46499" fmla="*/ 742816 h 2398711"/>
              <a:gd name="connsiteX46500" fmla="*/ 1509057 w 2119654"/>
              <a:gd name="connsiteY46500" fmla="*/ 740921 h 2398711"/>
              <a:gd name="connsiteX46501" fmla="*/ 849956 w 2119654"/>
              <a:gd name="connsiteY46501" fmla="*/ 2213116 h 2398711"/>
              <a:gd name="connsiteX46502" fmla="*/ 865809 w 2119654"/>
              <a:gd name="connsiteY46502" fmla="*/ 2213538 h 2398711"/>
              <a:gd name="connsiteX46503" fmla="*/ 867944 w 2119654"/>
              <a:gd name="connsiteY46503" fmla="*/ 2213566 h 2398711"/>
              <a:gd name="connsiteX46504" fmla="*/ 871690 w 2119654"/>
              <a:gd name="connsiteY46504" fmla="*/ 2209973 h 2398711"/>
              <a:gd name="connsiteX46505" fmla="*/ 873029 w 2119654"/>
              <a:gd name="connsiteY46505" fmla="*/ 2208652 h 2398711"/>
              <a:gd name="connsiteX46506" fmla="*/ 865523 w 2119654"/>
              <a:gd name="connsiteY46506" fmla="*/ 2207327 h 2398711"/>
              <a:gd name="connsiteX46507" fmla="*/ 865116 w 2119654"/>
              <a:gd name="connsiteY46507" fmla="*/ 2207562 h 2398711"/>
              <a:gd name="connsiteX46508" fmla="*/ 864720 w 2119654"/>
              <a:gd name="connsiteY46508" fmla="*/ 2207466 h 2398711"/>
              <a:gd name="connsiteX46509" fmla="*/ 865092 w 2119654"/>
              <a:gd name="connsiteY46509" fmla="*/ 2207250 h 2398711"/>
              <a:gd name="connsiteX46510" fmla="*/ 863960 w 2119654"/>
              <a:gd name="connsiteY46510" fmla="*/ 2207051 h 2398711"/>
              <a:gd name="connsiteX46511" fmla="*/ 843676 w 2119654"/>
              <a:gd name="connsiteY46511" fmla="*/ 2227170 h 2398711"/>
              <a:gd name="connsiteX46512" fmla="*/ 843742 w 2119654"/>
              <a:gd name="connsiteY46512" fmla="*/ 2227184 h 2398711"/>
              <a:gd name="connsiteX46513" fmla="*/ 844360 w 2119654"/>
              <a:gd name="connsiteY46513" fmla="*/ 2226909 h 2398711"/>
              <a:gd name="connsiteX46514" fmla="*/ 1563593 w 2119654"/>
              <a:gd name="connsiteY46514" fmla="*/ 613831 h 2398711"/>
              <a:gd name="connsiteX46515" fmla="*/ 1563595 w 2119654"/>
              <a:gd name="connsiteY46515" fmla="*/ 614033 h 2398711"/>
              <a:gd name="connsiteX46516" fmla="*/ 1563618 w 2119654"/>
              <a:gd name="connsiteY46516" fmla="*/ 613885 h 2398711"/>
              <a:gd name="connsiteX46517" fmla="*/ 866196 w 2119654"/>
              <a:gd name="connsiteY46517" fmla="*/ 2175322 h 2398711"/>
              <a:gd name="connsiteX46518" fmla="*/ 867096 w 2119654"/>
              <a:gd name="connsiteY46518" fmla="*/ 2176043 h 2398711"/>
              <a:gd name="connsiteX46519" fmla="*/ 868383 w 2119654"/>
              <a:gd name="connsiteY46519" fmla="*/ 2175492 h 2398711"/>
              <a:gd name="connsiteX46520" fmla="*/ 866451 w 2119654"/>
              <a:gd name="connsiteY46520" fmla="*/ 2175274 h 2398711"/>
              <a:gd name="connsiteX46521" fmla="*/ 1515392 w 2119654"/>
              <a:gd name="connsiteY46521" fmla="*/ 721550 h 2398711"/>
              <a:gd name="connsiteX46522" fmla="*/ 1515378 w 2119654"/>
              <a:gd name="connsiteY46522" fmla="*/ 721969 h 2398711"/>
              <a:gd name="connsiteX46523" fmla="*/ 1515444 w 2119654"/>
              <a:gd name="connsiteY46523" fmla="*/ 721650 h 2398711"/>
              <a:gd name="connsiteX46524" fmla="*/ 1513820 w 2119654"/>
              <a:gd name="connsiteY46524" fmla="*/ 724954 h 2398711"/>
              <a:gd name="connsiteX46525" fmla="*/ 1513761 w 2119654"/>
              <a:gd name="connsiteY46525" fmla="*/ 729070 h 2398711"/>
              <a:gd name="connsiteX46526" fmla="*/ 1513848 w 2119654"/>
              <a:gd name="connsiteY46526" fmla="*/ 729386 h 2398711"/>
              <a:gd name="connsiteX46527" fmla="*/ 1514368 w 2119654"/>
              <a:gd name="connsiteY46527" fmla="*/ 726863 h 2398711"/>
              <a:gd name="connsiteX46528" fmla="*/ 871863 w 2119654"/>
              <a:gd name="connsiteY46528" fmla="*/ 2161878 h 2398711"/>
              <a:gd name="connsiteX46529" fmla="*/ 874624 w 2119654"/>
              <a:gd name="connsiteY46529" fmla="*/ 2163080 h 2398711"/>
              <a:gd name="connsiteX46530" fmla="*/ 874266 w 2119654"/>
              <a:gd name="connsiteY46530" fmla="*/ 2160683 h 2398711"/>
              <a:gd name="connsiteX46531" fmla="*/ 852810 w 2119654"/>
              <a:gd name="connsiteY46531" fmla="*/ 2204540 h 2398711"/>
              <a:gd name="connsiteX46532" fmla="*/ 857289 w 2119654"/>
              <a:gd name="connsiteY46532" fmla="*/ 2205332 h 2398711"/>
              <a:gd name="connsiteX46533" fmla="*/ 875490 w 2119654"/>
              <a:gd name="connsiteY46533" fmla="*/ 2201237 h 2398711"/>
              <a:gd name="connsiteX46534" fmla="*/ 875616 w 2119654"/>
              <a:gd name="connsiteY46534" fmla="*/ 2201164 h 2398711"/>
              <a:gd name="connsiteX46535" fmla="*/ 873903 w 2119654"/>
              <a:gd name="connsiteY46535" fmla="*/ 2199090 h 2398711"/>
              <a:gd name="connsiteX46536" fmla="*/ 870794 w 2119654"/>
              <a:gd name="connsiteY46536" fmla="*/ 2199844 h 2398711"/>
              <a:gd name="connsiteX46537" fmla="*/ 870352 w 2119654"/>
              <a:gd name="connsiteY46537" fmla="*/ 2199642 h 2398711"/>
              <a:gd name="connsiteX46538" fmla="*/ 873690 w 2119654"/>
              <a:gd name="connsiteY46538" fmla="*/ 2198832 h 2398711"/>
              <a:gd name="connsiteX46539" fmla="*/ 872785 w 2119654"/>
              <a:gd name="connsiteY46539" fmla="*/ 2197736 h 2398711"/>
              <a:gd name="connsiteX46540" fmla="*/ 866348 w 2119654"/>
              <a:gd name="connsiteY46540" fmla="*/ 2198316 h 2398711"/>
              <a:gd name="connsiteX46541" fmla="*/ 880036 w 2119654"/>
              <a:gd name="connsiteY46541" fmla="*/ 2143512 h 2398711"/>
              <a:gd name="connsiteX46542" fmla="*/ 881402 w 2119654"/>
              <a:gd name="connsiteY46542" fmla="*/ 2143350 h 2398711"/>
              <a:gd name="connsiteX46543" fmla="*/ 881054 w 2119654"/>
              <a:gd name="connsiteY46543" fmla="*/ 2142745 h 2398711"/>
              <a:gd name="connsiteX46544" fmla="*/ 880958 w 2119654"/>
              <a:gd name="connsiteY46544" fmla="*/ 2142736 h 2398711"/>
              <a:gd name="connsiteX46545" fmla="*/ 1512526 w 2119654"/>
              <a:gd name="connsiteY46545" fmla="*/ 727103 h 2398711"/>
              <a:gd name="connsiteX46546" fmla="*/ 1511310 w 2119654"/>
              <a:gd name="connsiteY46546" fmla="*/ 732744 h 2398711"/>
              <a:gd name="connsiteX46547" fmla="*/ 1512428 w 2119654"/>
              <a:gd name="connsiteY46547" fmla="*/ 736267 h 2398711"/>
              <a:gd name="connsiteX46548" fmla="*/ 1512530 w 2119654"/>
              <a:gd name="connsiteY46548" fmla="*/ 735772 h 2398711"/>
              <a:gd name="connsiteX46549" fmla="*/ 1512764 w 2119654"/>
              <a:gd name="connsiteY46549" fmla="*/ 733112 h 2398711"/>
              <a:gd name="connsiteX46550" fmla="*/ 1512817 w 2119654"/>
              <a:gd name="connsiteY46550" fmla="*/ 729367 h 2398711"/>
              <a:gd name="connsiteX46551" fmla="*/ 864172 w 2119654"/>
              <a:gd name="connsiteY46551" fmla="*/ 2178598 h 2398711"/>
              <a:gd name="connsiteX46552" fmla="*/ 866478 w 2119654"/>
              <a:gd name="connsiteY46552" fmla="*/ 2178442 h 2398711"/>
              <a:gd name="connsiteX46553" fmla="*/ 865586 w 2119654"/>
              <a:gd name="connsiteY46553" fmla="*/ 2177830 h 2398711"/>
              <a:gd name="connsiteX46554" fmla="*/ 1503588 w 2119654"/>
              <a:gd name="connsiteY46554" fmla="*/ 746713 h 2398711"/>
              <a:gd name="connsiteX46555" fmla="*/ 1503512 w 2119654"/>
              <a:gd name="connsiteY46555" fmla="*/ 747814 h 2398711"/>
              <a:gd name="connsiteX46556" fmla="*/ 1503522 w 2119654"/>
              <a:gd name="connsiteY46556" fmla="*/ 747885 h 2398711"/>
              <a:gd name="connsiteX46557" fmla="*/ 1504068 w 2119654"/>
              <a:gd name="connsiteY46557" fmla="*/ 748966 h 2398711"/>
              <a:gd name="connsiteX46558" fmla="*/ 1504078 w 2119654"/>
              <a:gd name="connsiteY46558" fmla="*/ 748615 h 2398711"/>
              <a:gd name="connsiteX46559" fmla="*/ 1516779 w 2119654"/>
              <a:gd name="connsiteY46559" fmla="*/ 717106 h 2398711"/>
              <a:gd name="connsiteX46560" fmla="*/ 1516050 w 2119654"/>
              <a:gd name="connsiteY46560" fmla="*/ 721538 h 2398711"/>
              <a:gd name="connsiteX46561" fmla="*/ 1517406 w 2119654"/>
              <a:gd name="connsiteY46561" fmla="*/ 724201 h 2398711"/>
              <a:gd name="connsiteX46562" fmla="*/ 1512872 w 2119654"/>
              <a:gd name="connsiteY46562" fmla="*/ 725495 h 2398711"/>
              <a:gd name="connsiteX46563" fmla="*/ 1512833 w 2119654"/>
              <a:gd name="connsiteY46563" fmla="*/ 725678 h 2398711"/>
              <a:gd name="connsiteX46564" fmla="*/ 1512868 w 2119654"/>
              <a:gd name="connsiteY46564" fmla="*/ 725805 h 2398711"/>
              <a:gd name="connsiteX46565" fmla="*/ 842319 w 2119654"/>
              <a:gd name="connsiteY46565" fmla="*/ 2226888 h 2398711"/>
              <a:gd name="connsiteX46566" fmla="*/ 842998 w 2119654"/>
              <a:gd name="connsiteY46566" fmla="*/ 2227029 h 2398711"/>
              <a:gd name="connsiteX46567" fmla="*/ 844384 w 2119654"/>
              <a:gd name="connsiteY46567" fmla="*/ 2226477 h 2398711"/>
              <a:gd name="connsiteX46568" fmla="*/ 828718 w 2119654"/>
              <a:gd name="connsiteY46568" fmla="*/ 2255675 h 2398711"/>
              <a:gd name="connsiteX46569" fmla="*/ 841943 w 2119654"/>
              <a:gd name="connsiteY46569" fmla="*/ 2256041 h 2398711"/>
              <a:gd name="connsiteX46570" fmla="*/ 836935 w 2119654"/>
              <a:gd name="connsiteY46570" fmla="*/ 2250141 h 2398711"/>
              <a:gd name="connsiteX46571" fmla="*/ 1504257 w 2119654"/>
              <a:gd name="connsiteY46571" fmla="*/ 742704 h 2398711"/>
              <a:gd name="connsiteX46572" fmla="*/ 1504164 w 2119654"/>
              <a:gd name="connsiteY46572" fmla="*/ 743156 h 2398711"/>
              <a:gd name="connsiteX46573" fmla="*/ 1504699 w 2119654"/>
              <a:gd name="connsiteY46573" fmla="*/ 744741 h 2398711"/>
              <a:gd name="connsiteX46574" fmla="*/ 870594 w 2119654"/>
              <a:gd name="connsiteY46574" fmla="*/ 2161324 h 2398711"/>
              <a:gd name="connsiteX46575" fmla="*/ 870831 w 2119654"/>
              <a:gd name="connsiteY46575" fmla="*/ 2161428 h 2398711"/>
              <a:gd name="connsiteX46576" fmla="*/ 874108 w 2119654"/>
              <a:gd name="connsiteY46576" fmla="*/ 2159629 h 2398711"/>
              <a:gd name="connsiteX46577" fmla="*/ 874063 w 2119654"/>
              <a:gd name="connsiteY46577" fmla="*/ 2159324 h 2398711"/>
              <a:gd name="connsiteX46578" fmla="*/ 878850 w 2119654"/>
              <a:gd name="connsiteY46578" fmla="*/ 2142544 h 2398711"/>
              <a:gd name="connsiteX46579" fmla="*/ 878944 w 2119654"/>
              <a:gd name="connsiteY46579" fmla="*/ 2142785 h 2398711"/>
              <a:gd name="connsiteX46580" fmla="*/ 879760 w 2119654"/>
              <a:gd name="connsiteY46580" fmla="*/ 2143440 h 2398711"/>
              <a:gd name="connsiteX46581" fmla="*/ 880631 w 2119654"/>
              <a:gd name="connsiteY46581" fmla="*/ 2142705 h 2398711"/>
              <a:gd name="connsiteX46582" fmla="*/ 862233 w 2119654"/>
              <a:gd name="connsiteY46582" fmla="*/ 2179652 h 2398711"/>
              <a:gd name="connsiteX46583" fmla="*/ 867522 w 2119654"/>
              <a:gd name="connsiteY46583" fmla="*/ 2179955 h 2398711"/>
              <a:gd name="connsiteX46584" fmla="*/ 868521 w 2119654"/>
              <a:gd name="connsiteY46584" fmla="*/ 2179844 h 2398711"/>
              <a:gd name="connsiteX46585" fmla="*/ 866907 w 2119654"/>
              <a:gd name="connsiteY46585" fmla="*/ 2178737 h 2398711"/>
              <a:gd name="connsiteX46586" fmla="*/ 863492 w 2119654"/>
              <a:gd name="connsiteY46586" fmla="*/ 2178968 h 2398711"/>
              <a:gd name="connsiteX46587" fmla="*/ 1514211 w 2119654"/>
              <a:gd name="connsiteY46587" fmla="*/ 719228 h 2398711"/>
              <a:gd name="connsiteX46588" fmla="*/ 1514145 w 2119654"/>
              <a:gd name="connsiteY46588" fmla="*/ 719590 h 2398711"/>
              <a:gd name="connsiteX46589" fmla="*/ 1513879 w 2119654"/>
              <a:gd name="connsiteY46589" fmla="*/ 720822 h 2398711"/>
              <a:gd name="connsiteX46590" fmla="*/ 1513824 w 2119654"/>
              <a:gd name="connsiteY46590" fmla="*/ 724678 h 2398711"/>
              <a:gd name="connsiteX46591" fmla="*/ 1514431 w 2119654"/>
              <a:gd name="connsiteY46591" fmla="*/ 726562 h 2398711"/>
              <a:gd name="connsiteX46592" fmla="*/ 1514474 w 2119654"/>
              <a:gd name="connsiteY46592" fmla="*/ 726354 h 2398711"/>
              <a:gd name="connsiteX46593" fmla="*/ 1514685 w 2119654"/>
              <a:gd name="connsiteY46593" fmla="*/ 720160 h 2398711"/>
              <a:gd name="connsiteX46594" fmla="*/ 876860 w 2119654"/>
              <a:gd name="connsiteY46594" fmla="*/ 2145838 h 2398711"/>
              <a:gd name="connsiteX46595" fmla="*/ 877117 w 2119654"/>
              <a:gd name="connsiteY46595" fmla="*/ 2147555 h 2398711"/>
              <a:gd name="connsiteX46596" fmla="*/ 878182 w 2119654"/>
              <a:gd name="connsiteY46596" fmla="*/ 2148175 h 2398711"/>
              <a:gd name="connsiteX46597" fmla="*/ 880244 w 2119654"/>
              <a:gd name="connsiteY46597" fmla="*/ 2147382 h 2398711"/>
              <a:gd name="connsiteX46598" fmla="*/ 879821 w 2119654"/>
              <a:gd name="connsiteY46598" fmla="*/ 2146304 h 2398711"/>
              <a:gd name="connsiteX46599" fmla="*/ 1559887 w 2119654"/>
              <a:gd name="connsiteY46599" fmla="*/ 615883 h 2398711"/>
              <a:gd name="connsiteX46600" fmla="*/ 1560252 w 2119654"/>
              <a:gd name="connsiteY46600" fmla="*/ 623354 h 2398711"/>
              <a:gd name="connsiteX46601" fmla="*/ 1560433 w 2119654"/>
              <a:gd name="connsiteY46601" fmla="*/ 628396 h 2398711"/>
              <a:gd name="connsiteX46602" fmla="*/ 1561277 w 2119654"/>
              <a:gd name="connsiteY46602" fmla="*/ 620695 h 2398711"/>
              <a:gd name="connsiteX46603" fmla="*/ 1509484 w 2119654"/>
              <a:gd name="connsiteY46603" fmla="*/ 728597 h 2398711"/>
              <a:gd name="connsiteX46604" fmla="*/ 1508683 w 2119654"/>
              <a:gd name="connsiteY46604" fmla="*/ 732728 h 2398711"/>
              <a:gd name="connsiteX46605" fmla="*/ 1510228 w 2119654"/>
              <a:gd name="connsiteY46605" fmla="*/ 735490 h 2398711"/>
              <a:gd name="connsiteX46606" fmla="*/ 1510812 w 2119654"/>
              <a:gd name="connsiteY46606" fmla="*/ 732782 h 2398711"/>
              <a:gd name="connsiteX46607" fmla="*/ 1515630 w 2119654"/>
              <a:gd name="connsiteY46607" fmla="*/ 714575 h 2398711"/>
              <a:gd name="connsiteX46608" fmla="*/ 1515434 w 2119654"/>
              <a:gd name="connsiteY46608" fmla="*/ 720325 h 2398711"/>
              <a:gd name="connsiteX46609" fmla="*/ 1515636 w 2119654"/>
              <a:gd name="connsiteY46609" fmla="*/ 720722 h 2398711"/>
              <a:gd name="connsiteX46610" fmla="*/ 1516037 w 2119654"/>
              <a:gd name="connsiteY46610" fmla="*/ 718778 h 2398711"/>
              <a:gd name="connsiteX46611" fmla="*/ 1516442 w 2119654"/>
              <a:gd name="connsiteY46611" fmla="*/ 716318 h 2398711"/>
              <a:gd name="connsiteX46612" fmla="*/ 1529838 w 2119654"/>
              <a:gd name="connsiteY46612" fmla="*/ 682705 h 2398711"/>
              <a:gd name="connsiteX46613" fmla="*/ 1528372 w 2119654"/>
              <a:gd name="connsiteY46613" fmla="*/ 694274 h 2398711"/>
              <a:gd name="connsiteX46614" fmla="*/ 1531490 w 2119654"/>
              <a:gd name="connsiteY46614" fmla="*/ 698723 h 2398711"/>
              <a:gd name="connsiteX46615" fmla="*/ 1531896 w 2119654"/>
              <a:gd name="connsiteY46615" fmla="*/ 696227 h 2398711"/>
              <a:gd name="connsiteX46616" fmla="*/ 1531862 w 2119654"/>
              <a:gd name="connsiteY46616" fmla="*/ 695185 h 2398711"/>
              <a:gd name="connsiteX46617" fmla="*/ 1530226 w 2119654"/>
              <a:gd name="connsiteY46617" fmla="*/ 684940 h 2398711"/>
              <a:gd name="connsiteX46618" fmla="*/ 861629 w 2119654"/>
              <a:gd name="connsiteY46618" fmla="*/ 2178770 h 2398711"/>
              <a:gd name="connsiteX46619" fmla="*/ 862962 w 2119654"/>
              <a:gd name="connsiteY46619" fmla="*/ 2178680 h 2398711"/>
              <a:gd name="connsiteX46620" fmla="*/ 865116 w 2119654"/>
              <a:gd name="connsiteY46620" fmla="*/ 2177509 h 2398711"/>
              <a:gd name="connsiteX46621" fmla="*/ 864940 w 2119654"/>
              <a:gd name="connsiteY46621" fmla="*/ 2177389 h 2398711"/>
              <a:gd name="connsiteX46622" fmla="*/ 877433 w 2119654"/>
              <a:gd name="connsiteY46622" fmla="*/ 2143307 h 2398711"/>
              <a:gd name="connsiteX46623" fmla="*/ 878507 w 2119654"/>
              <a:gd name="connsiteY46623" fmla="*/ 2143475 h 2398711"/>
              <a:gd name="connsiteX46624" fmla="*/ 877947 w 2119654"/>
              <a:gd name="connsiteY46624" fmla="*/ 2143025 h 2398711"/>
              <a:gd name="connsiteX46625" fmla="*/ 1505406 w 2119654"/>
              <a:gd name="connsiteY46625" fmla="*/ 737136 h 2398711"/>
              <a:gd name="connsiteX46626" fmla="*/ 1504978 w 2119654"/>
              <a:gd name="connsiteY46626" fmla="*/ 739213 h 2398711"/>
              <a:gd name="connsiteX46627" fmla="*/ 1505247 w 2119654"/>
              <a:gd name="connsiteY46627" fmla="*/ 740119 h 2398711"/>
              <a:gd name="connsiteX46628" fmla="*/ 1505897 w 2119654"/>
              <a:gd name="connsiteY46628" fmla="*/ 743388 h 2398711"/>
              <a:gd name="connsiteX46629" fmla="*/ 1505854 w 2119654"/>
              <a:gd name="connsiteY46629" fmla="*/ 740934 h 2398711"/>
              <a:gd name="connsiteX46630" fmla="*/ 1514834 w 2119654"/>
              <a:gd name="connsiteY46630" fmla="*/ 715789 h 2398711"/>
              <a:gd name="connsiteX46631" fmla="*/ 1514385 w 2119654"/>
              <a:gd name="connsiteY46631" fmla="*/ 718265 h 2398711"/>
              <a:gd name="connsiteX46632" fmla="*/ 1514726 w 2119654"/>
              <a:gd name="connsiteY46632" fmla="*/ 718936 h 2398711"/>
              <a:gd name="connsiteX46633" fmla="*/ 860188 w 2119654"/>
              <a:gd name="connsiteY46633" fmla="*/ 2181216 h 2398711"/>
              <a:gd name="connsiteX46634" fmla="*/ 863430 w 2119654"/>
              <a:gd name="connsiteY46634" fmla="*/ 2185212 h 2398711"/>
              <a:gd name="connsiteX46635" fmla="*/ 874908 w 2119654"/>
              <a:gd name="connsiteY46635" fmla="*/ 2184229 h 2398711"/>
              <a:gd name="connsiteX46636" fmla="*/ 870309 w 2119654"/>
              <a:gd name="connsiteY46636" fmla="*/ 2181072 h 2398711"/>
              <a:gd name="connsiteX46637" fmla="*/ 864500 w 2119654"/>
              <a:gd name="connsiteY46637" fmla="*/ 2180739 h 2398711"/>
              <a:gd name="connsiteX46638" fmla="*/ 1565113 w 2119654"/>
              <a:gd name="connsiteY46638" fmla="*/ 602418 h 2398711"/>
              <a:gd name="connsiteX46639" fmla="*/ 1564621 w 2119654"/>
              <a:gd name="connsiteY46639" fmla="*/ 605731 h 2398711"/>
              <a:gd name="connsiteX46640" fmla="*/ 1564704 w 2119654"/>
              <a:gd name="connsiteY46640" fmla="*/ 605951 h 2398711"/>
              <a:gd name="connsiteX46641" fmla="*/ 1539031 w 2119654"/>
              <a:gd name="connsiteY46641" fmla="*/ 660807 h 2398711"/>
              <a:gd name="connsiteX46642" fmla="*/ 1539031 w 2119654"/>
              <a:gd name="connsiteY46642" fmla="*/ 661547 h 2398711"/>
              <a:gd name="connsiteX46643" fmla="*/ 1539173 w 2119654"/>
              <a:gd name="connsiteY46643" fmla="*/ 663260 h 2398711"/>
              <a:gd name="connsiteX46644" fmla="*/ 1539492 w 2119654"/>
              <a:gd name="connsiteY46644" fmla="*/ 667816 h 2398711"/>
              <a:gd name="connsiteX46645" fmla="*/ 1544541 w 2119654"/>
              <a:gd name="connsiteY46645" fmla="*/ 699540 h 2398711"/>
              <a:gd name="connsiteX46646" fmla="*/ 1545070 w 2119654"/>
              <a:gd name="connsiteY46646" fmla="*/ 698144 h 2398711"/>
              <a:gd name="connsiteX46647" fmla="*/ 1544510 w 2119654"/>
              <a:gd name="connsiteY46647" fmla="*/ 691483 h 2398711"/>
              <a:gd name="connsiteX46648" fmla="*/ 1543181 w 2119654"/>
              <a:gd name="connsiteY46648" fmla="*/ 682684 h 2398711"/>
              <a:gd name="connsiteX46649" fmla="*/ 860182 w 2119654"/>
              <a:gd name="connsiteY46649" fmla="*/ 2180767 h 2398711"/>
              <a:gd name="connsiteX46650" fmla="*/ 861825 w 2119654"/>
              <a:gd name="connsiteY46650" fmla="*/ 2180585 h 2398711"/>
              <a:gd name="connsiteX46651" fmla="*/ 860641 w 2119654"/>
              <a:gd name="connsiteY46651" fmla="*/ 2180517 h 2398711"/>
              <a:gd name="connsiteX46652" fmla="*/ 844606 w 2119654"/>
              <a:gd name="connsiteY46652" fmla="*/ 2215433 h 2398711"/>
              <a:gd name="connsiteX46653" fmla="*/ 846555 w 2119654"/>
              <a:gd name="connsiteY46653" fmla="*/ 2218131 h 2398711"/>
              <a:gd name="connsiteX46654" fmla="*/ 852317 w 2119654"/>
              <a:gd name="connsiteY46654" fmla="*/ 2223323 h 2398711"/>
              <a:gd name="connsiteX46655" fmla="*/ 853268 w 2119654"/>
              <a:gd name="connsiteY46655" fmla="*/ 2222945 h 2398711"/>
              <a:gd name="connsiteX46656" fmla="*/ 862401 w 2119654"/>
              <a:gd name="connsiteY46656" fmla="*/ 2218883 h 2398711"/>
              <a:gd name="connsiteX46657" fmla="*/ 867735 w 2119654"/>
              <a:gd name="connsiteY46657" fmla="*/ 2213766 h 2398711"/>
              <a:gd name="connsiteX46658" fmla="*/ 849572 w 2119654"/>
              <a:gd name="connsiteY46658" fmla="*/ 2213283 h 2398711"/>
              <a:gd name="connsiteX46659" fmla="*/ 869037 w 2119654"/>
              <a:gd name="connsiteY46659" fmla="*/ 2160646 h 2398711"/>
              <a:gd name="connsiteX46660" fmla="*/ 870436 w 2119654"/>
              <a:gd name="connsiteY46660" fmla="*/ 2161256 h 2398711"/>
              <a:gd name="connsiteX46661" fmla="*/ 872373 w 2119654"/>
              <a:gd name="connsiteY46661" fmla="*/ 2160139 h 2398711"/>
              <a:gd name="connsiteX46662" fmla="*/ 874004 w 2119654"/>
              <a:gd name="connsiteY46662" fmla="*/ 2159169 h 2398711"/>
              <a:gd name="connsiteX46663" fmla="*/ 871390 w 2119654"/>
              <a:gd name="connsiteY46663" fmla="*/ 2159007 h 2398711"/>
              <a:gd name="connsiteX46664" fmla="*/ 1502199 w 2119654"/>
              <a:gd name="connsiteY46664" fmla="*/ 742379 h 2398711"/>
              <a:gd name="connsiteX46665" fmla="*/ 1502131 w 2119654"/>
              <a:gd name="connsiteY46665" fmla="*/ 743315 h 2398711"/>
              <a:gd name="connsiteX46666" fmla="*/ 1502318 w 2119654"/>
              <a:gd name="connsiteY46666" fmla="*/ 744096 h 2398711"/>
              <a:gd name="connsiteX46667" fmla="*/ 1502492 w 2119654"/>
              <a:gd name="connsiteY46667" fmla="*/ 743248 h 2398711"/>
              <a:gd name="connsiteX46668" fmla="*/ 837787 w 2119654"/>
              <a:gd name="connsiteY46668" fmla="*/ 2229967 h 2398711"/>
              <a:gd name="connsiteX46669" fmla="*/ 839404 w 2119654"/>
              <a:gd name="connsiteY46669" fmla="*/ 2233317 h 2398711"/>
              <a:gd name="connsiteX46670" fmla="*/ 847941 w 2119654"/>
              <a:gd name="connsiteY46670" fmla="*/ 2229655 h 2398711"/>
              <a:gd name="connsiteX46671" fmla="*/ 846796 w 2119654"/>
              <a:gd name="connsiteY46671" fmla="*/ 2228221 h 2398711"/>
              <a:gd name="connsiteX46672" fmla="*/ 843684 w 2119654"/>
              <a:gd name="connsiteY46672" fmla="*/ 2227574 h 2398711"/>
              <a:gd name="connsiteX46673" fmla="*/ 843901 w 2119654"/>
              <a:gd name="connsiteY46673" fmla="*/ 2215739 h 2398711"/>
              <a:gd name="connsiteX46674" fmla="*/ 843959 w 2119654"/>
              <a:gd name="connsiteY46674" fmla="*/ 2215792 h 2398711"/>
              <a:gd name="connsiteX46675" fmla="*/ 843917 w 2119654"/>
              <a:gd name="connsiteY46675" fmla="*/ 2215732 h 2398711"/>
              <a:gd name="connsiteX46676" fmla="*/ 859571 w 2119654"/>
              <a:gd name="connsiteY46676" fmla="*/ 2180456 h 2398711"/>
              <a:gd name="connsiteX46677" fmla="*/ 859609 w 2119654"/>
              <a:gd name="connsiteY46677" fmla="*/ 2180502 h 2398711"/>
              <a:gd name="connsiteX46678" fmla="*/ 859682 w 2119654"/>
              <a:gd name="connsiteY46678" fmla="*/ 2180462 h 2398711"/>
              <a:gd name="connsiteX46679" fmla="*/ 837563 w 2119654"/>
              <a:gd name="connsiteY46679" fmla="*/ 2229505 h 2398711"/>
              <a:gd name="connsiteX46680" fmla="*/ 837733 w 2119654"/>
              <a:gd name="connsiteY46680" fmla="*/ 2229856 h 2398711"/>
              <a:gd name="connsiteX46681" fmla="*/ 843125 w 2119654"/>
              <a:gd name="connsiteY46681" fmla="*/ 2227458 h 2398711"/>
              <a:gd name="connsiteX46682" fmla="*/ 842994 w 2119654"/>
              <a:gd name="connsiteY46682" fmla="*/ 2227430 h 2398711"/>
              <a:gd name="connsiteX46683" fmla="*/ 859845 w 2119654"/>
              <a:gd name="connsiteY46683" fmla="*/ 2179515 h 2398711"/>
              <a:gd name="connsiteX46684" fmla="*/ 861275 w 2119654"/>
              <a:gd name="connsiteY46684" fmla="*/ 2179597 h 2398711"/>
              <a:gd name="connsiteX46685" fmla="*/ 862282 w 2119654"/>
              <a:gd name="connsiteY46685" fmla="*/ 2179050 h 2398711"/>
              <a:gd name="connsiteX46686" fmla="*/ 860702 w 2119654"/>
              <a:gd name="connsiteY46686" fmla="*/ 2179157 h 2398711"/>
              <a:gd name="connsiteX46687" fmla="*/ 1510917 w 2119654"/>
              <a:gd name="connsiteY46687" fmla="*/ 721198 h 2398711"/>
              <a:gd name="connsiteX46688" fmla="*/ 1509677 w 2119654"/>
              <a:gd name="connsiteY46688" fmla="*/ 727599 h 2398711"/>
              <a:gd name="connsiteX46689" fmla="*/ 1511018 w 2119654"/>
              <a:gd name="connsiteY46689" fmla="*/ 731824 h 2398711"/>
              <a:gd name="connsiteX46690" fmla="*/ 1512255 w 2119654"/>
              <a:gd name="connsiteY46690" fmla="*/ 726085 h 2398711"/>
              <a:gd name="connsiteX46691" fmla="*/ 1511427 w 2119654"/>
              <a:gd name="connsiteY46691" fmla="*/ 718569 h 2398711"/>
              <a:gd name="connsiteX46692" fmla="*/ 1511204 w 2119654"/>
              <a:gd name="connsiteY46692" fmla="*/ 719722 h 2398711"/>
              <a:gd name="connsiteX46693" fmla="*/ 1511906 w 2119654"/>
              <a:gd name="connsiteY46693" fmla="*/ 722289 h 2398711"/>
              <a:gd name="connsiteX46694" fmla="*/ 867664 w 2119654"/>
              <a:gd name="connsiteY46694" fmla="*/ 2160048 h 2398711"/>
              <a:gd name="connsiteX46695" fmla="*/ 868316 w 2119654"/>
              <a:gd name="connsiteY46695" fmla="*/ 2160332 h 2398711"/>
              <a:gd name="connsiteX46696" fmla="*/ 869975 w 2119654"/>
              <a:gd name="connsiteY46696" fmla="*/ 2159074 h 2398711"/>
              <a:gd name="connsiteX46697" fmla="*/ 1511589 w 2119654"/>
              <a:gd name="connsiteY46697" fmla="*/ 717732 h 2398711"/>
              <a:gd name="connsiteX46698" fmla="*/ 1511586 w 2119654"/>
              <a:gd name="connsiteY46698" fmla="*/ 717751 h 2398711"/>
              <a:gd name="connsiteX46699" fmla="*/ 1512567 w 2119654"/>
              <a:gd name="connsiteY46699" fmla="*/ 724638 h 2398711"/>
              <a:gd name="connsiteX46700" fmla="*/ 1512907 w 2119654"/>
              <a:gd name="connsiteY46700" fmla="*/ 723061 h 2398711"/>
              <a:gd name="connsiteX46701" fmla="*/ 1512924 w 2119654"/>
              <a:gd name="connsiteY46701" fmla="*/ 721880 h 2398711"/>
              <a:gd name="connsiteX46702" fmla="*/ 1530964 w 2119654"/>
              <a:gd name="connsiteY46702" fmla="*/ 673820 h 2398711"/>
              <a:gd name="connsiteX46703" fmla="*/ 1529918 w 2119654"/>
              <a:gd name="connsiteY46703" fmla="*/ 682078 h 2398711"/>
              <a:gd name="connsiteX46704" fmla="*/ 1531791 w 2119654"/>
              <a:gd name="connsiteY46704" fmla="*/ 692870 h 2398711"/>
              <a:gd name="connsiteX46705" fmla="*/ 1531284 w 2119654"/>
              <a:gd name="connsiteY46705" fmla="*/ 676745 h 2398711"/>
              <a:gd name="connsiteX46706" fmla="*/ 1531063 w 2119654"/>
              <a:gd name="connsiteY46706" fmla="*/ 674068 h 2398711"/>
              <a:gd name="connsiteX46707" fmla="*/ 858631 w 2119654"/>
              <a:gd name="connsiteY46707" fmla="*/ 2179296 h 2398711"/>
              <a:gd name="connsiteX46708" fmla="*/ 858757 w 2119654"/>
              <a:gd name="connsiteY46708" fmla="*/ 2179452 h 2398711"/>
              <a:gd name="connsiteX46709" fmla="*/ 858922 w 2119654"/>
              <a:gd name="connsiteY46709" fmla="*/ 2179462 h 2398711"/>
              <a:gd name="connsiteX46710" fmla="*/ 859450 w 2119654"/>
              <a:gd name="connsiteY46710" fmla="*/ 2179241 h 2398711"/>
              <a:gd name="connsiteX46711" fmla="*/ 836826 w 2119654"/>
              <a:gd name="connsiteY46711" fmla="*/ 2227979 h 2398711"/>
              <a:gd name="connsiteX46712" fmla="*/ 837433 w 2119654"/>
              <a:gd name="connsiteY46712" fmla="*/ 2229235 h 2398711"/>
              <a:gd name="connsiteX46713" fmla="*/ 837804 w 2119654"/>
              <a:gd name="connsiteY46713" fmla="*/ 2229094 h 2398711"/>
              <a:gd name="connsiteX46714" fmla="*/ 842333 w 2119654"/>
              <a:gd name="connsiteY46714" fmla="*/ 2227293 h 2398711"/>
              <a:gd name="connsiteX46715" fmla="*/ 841328 w 2119654"/>
              <a:gd name="connsiteY46715" fmla="*/ 2227084 h 2398711"/>
              <a:gd name="connsiteX46716" fmla="*/ 1531012 w 2119654"/>
              <a:gd name="connsiteY46716" fmla="*/ 673442 h 2398711"/>
              <a:gd name="connsiteX46717" fmla="*/ 1531012 w 2119654"/>
              <a:gd name="connsiteY46717" fmla="*/ 673444 h 2398711"/>
              <a:gd name="connsiteX46718" fmla="*/ 1531012 w 2119654"/>
              <a:gd name="connsiteY46718" fmla="*/ 673445 h 2398711"/>
              <a:gd name="connsiteX46719" fmla="*/ 865037 w 2119654"/>
              <a:gd name="connsiteY46719" fmla="*/ 2164529 h 2398711"/>
              <a:gd name="connsiteX46720" fmla="*/ 865153 w 2119654"/>
              <a:gd name="connsiteY46720" fmla="*/ 2164471 h 2398711"/>
              <a:gd name="connsiteX46721" fmla="*/ 865146 w 2119654"/>
              <a:gd name="connsiteY46721" fmla="*/ 2164466 h 2398711"/>
              <a:gd name="connsiteX46722" fmla="*/ 1514018 w 2119654"/>
              <a:gd name="connsiteY46722" fmla="*/ 711109 h 2398711"/>
              <a:gd name="connsiteX46723" fmla="*/ 1513928 w 2119654"/>
              <a:gd name="connsiteY46723" fmla="*/ 717368 h 2398711"/>
              <a:gd name="connsiteX46724" fmla="*/ 1514073 w 2119654"/>
              <a:gd name="connsiteY46724" fmla="*/ 717651 h 2398711"/>
              <a:gd name="connsiteX46725" fmla="*/ 1514902 w 2119654"/>
              <a:gd name="connsiteY46725" fmla="*/ 713806 h 2398711"/>
              <a:gd name="connsiteX46726" fmla="*/ 1514927 w 2119654"/>
              <a:gd name="connsiteY46726" fmla="*/ 713062 h 2398711"/>
              <a:gd name="connsiteX46727" fmla="*/ 1504608 w 2119654"/>
              <a:gd name="connsiteY46727" fmla="*/ 732014 h 2398711"/>
              <a:gd name="connsiteX46728" fmla="*/ 1504505 w 2119654"/>
              <a:gd name="connsiteY46728" fmla="*/ 733496 h 2398711"/>
              <a:gd name="connsiteX46729" fmla="*/ 1504751 w 2119654"/>
              <a:gd name="connsiteY46729" fmla="*/ 732302 h 2398711"/>
              <a:gd name="connsiteX46730" fmla="*/ 1508080 w 2119654"/>
              <a:gd name="connsiteY46730" fmla="*/ 724176 h 2398711"/>
              <a:gd name="connsiteX46731" fmla="*/ 1507821 w 2119654"/>
              <a:gd name="connsiteY46731" fmla="*/ 725432 h 2398711"/>
              <a:gd name="connsiteX46732" fmla="*/ 1508019 w 2119654"/>
              <a:gd name="connsiteY46732" fmla="*/ 728848 h 2398711"/>
              <a:gd name="connsiteX46733" fmla="*/ 1508061 w 2119654"/>
              <a:gd name="connsiteY46733" fmla="*/ 731297 h 2398711"/>
              <a:gd name="connsiteX46734" fmla="*/ 1508260 w 2119654"/>
              <a:gd name="connsiteY46734" fmla="*/ 731957 h 2398711"/>
              <a:gd name="connsiteX46735" fmla="*/ 1509128 w 2119654"/>
              <a:gd name="connsiteY46735" fmla="*/ 727476 h 2398711"/>
              <a:gd name="connsiteX46736" fmla="*/ 1512102 w 2119654"/>
              <a:gd name="connsiteY46736" fmla="*/ 715085 h 2398711"/>
              <a:gd name="connsiteX46737" fmla="*/ 1511592 w 2119654"/>
              <a:gd name="connsiteY46737" fmla="*/ 717715 h 2398711"/>
              <a:gd name="connsiteX46738" fmla="*/ 1512691 w 2119654"/>
              <a:gd name="connsiteY46738" fmla="*/ 721029 h 2398711"/>
              <a:gd name="connsiteX46739" fmla="*/ 1512925 w 2119654"/>
              <a:gd name="connsiteY46739" fmla="*/ 721841 h 2398711"/>
              <a:gd name="connsiteX46740" fmla="*/ 1512996 w 2119654"/>
              <a:gd name="connsiteY46740" fmla="*/ 716842 h 2398711"/>
              <a:gd name="connsiteX46741" fmla="*/ 845146 w 2119654"/>
              <a:gd name="connsiteY46741" fmla="*/ 2208064 h 2398711"/>
              <a:gd name="connsiteX46742" fmla="*/ 855943 w 2119654"/>
              <a:gd name="connsiteY46742" fmla="*/ 2205635 h 2398711"/>
              <a:gd name="connsiteX46743" fmla="*/ 851959 w 2119654"/>
              <a:gd name="connsiteY46743" fmla="*/ 2204932 h 2398711"/>
              <a:gd name="connsiteX46744" fmla="*/ 1542678 w 2119654"/>
              <a:gd name="connsiteY46744" fmla="*/ 645452 h 2398711"/>
              <a:gd name="connsiteX46745" fmla="*/ 1543252 w 2119654"/>
              <a:gd name="connsiteY46745" fmla="*/ 649089 h 2398711"/>
              <a:gd name="connsiteX46746" fmla="*/ 1543370 w 2119654"/>
              <a:gd name="connsiteY46746" fmla="*/ 650098 h 2398711"/>
              <a:gd name="connsiteX46747" fmla="*/ 1566789 w 2119654"/>
              <a:gd name="connsiteY46747" fmla="*/ 591344 h 2398711"/>
              <a:gd name="connsiteX46748" fmla="*/ 1565005 w 2119654"/>
              <a:gd name="connsiteY46748" fmla="*/ 606751 h 2398711"/>
              <a:gd name="connsiteX46749" fmla="*/ 1568582 w 2119654"/>
              <a:gd name="connsiteY46749" fmla="*/ 616254 h 2398711"/>
              <a:gd name="connsiteX46750" fmla="*/ 857446 w 2119654"/>
              <a:gd name="connsiteY46750" fmla="*/ 2179376 h 2398711"/>
              <a:gd name="connsiteX46751" fmla="*/ 857708 w 2119654"/>
              <a:gd name="connsiteY46751" fmla="*/ 2179391 h 2398711"/>
              <a:gd name="connsiteX46752" fmla="*/ 857684 w 2119654"/>
              <a:gd name="connsiteY46752" fmla="*/ 2179360 h 2398711"/>
              <a:gd name="connsiteX46753" fmla="*/ 823391 w 2119654"/>
              <a:gd name="connsiteY46753" fmla="*/ 2255528 h 2398711"/>
              <a:gd name="connsiteX46754" fmla="*/ 828282 w 2119654"/>
              <a:gd name="connsiteY46754" fmla="*/ 2255663 h 2398711"/>
              <a:gd name="connsiteX46755" fmla="*/ 836770 w 2119654"/>
              <a:gd name="connsiteY46755" fmla="*/ 2249946 h 2398711"/>
              <a:gd name="connsiteX46756" fmla="*/ 835823 w 2119654"/>
              <a:gd name="connsiteY46756" fmla="*/ 2248830 h 2398711"/>
              <a:gd name="connsiteX46757" fmla="*/ 835482 w 2119654"/>
              <a:gd name="connsiteY46757" fmla="*/ 2248418 h 2398711"/>
              <a:gd name="connsiteX46758" fmla="*/ 1555721 w 2119654"/>
              <a:gd name="connsiteY46758" fmla="*/ 615449 h 2398711"/>
              <a:gd name="connsiteX46759" fmla="*/ 1558172 w 2119654"/>
              <a:gd name="connsiteY46759" fmla="*/ 631904 h 2398711"/>
              <a:gd name="connsiteX46760" fmla="*/ 1558920 w 2119654"/>
              <a:gd name="connsiteY46760" fmla="*/ 639835 h 2398711"/>
              <a:gd name="connsiteX46761" fmla="*/ 1559335 w 2119654"/>
              <a:gd name="connsiteY46761" fmla="*/ 637282 h 2398711"/>
              <a:gd name="connsiteX46762" fmla="*/ 1558556 w 2119654"/>
              <a:gd name="connsiteY46762" fmla="*/ 634112 h 2398711"/>
              <a:gd name="connsiteX46763" fmla="*/ 1558733 w 2119654"/>
              <a:gd name="connsiteY46763" fmla="*/ 634250 h 2398711"/>
              <a:gd name="connsiteX46764" fmla="*/ 1559392 w 2119654"/>
              <a:gd name="connsiteY46764" fmla="*/ 636933 h 2398711"/>
              <a:gd name="connsiteX46765" fmla="*/ 1559710 w 2119654"/>
              <a:gd name="connsiteY46765" fmla="*/ 634976 h 2398711"/>
              <a:gd name="connsiteX46766" fmla="*/ 1559919 w 2119654"/>
              <a:gd name="connsiteY46766" fmla="*/ 633067 h 2398711"/>
              <a:gd name="connsiteX46767" fmla="*/ 1514057 w 2119654"/>
              <a:gd name="connsiteY46767" fmla="*/ 708383 h 2398711"/>
              <a:gd name="connsiteX46768" fmla="*/ 1514053 w 2119654"/>
              <a:gd name="connsiteY46768" fmla="*/ 708639 h 2398711"/>
              <a:gd name="connsiteX46769" fmla="*/ 1514421 w 2119654"/>
              <a:gd name="connsiteY46769" fmla="*/ 709355 h 2398711"/>
              <a:gd name="connsiteX46770" fmla="*/ 1539023 w 2119654"/>
              <a:gd name="connsiteY46770" fmla="*/ 652071 h 2398711"/>
              <a:gd name="connsiteX46771" fmla="*/ 1539026 w 2119654"/>
              <a:gd name="connsiteY46771" fmla="*/ 654829 h 2398711"/>
              <a:gd name="connsiteX46772" fmla="*/ 1539115 w 2119654"/>
              <a:gd name="connsiteY46772" fmla="*/ 655370 h 2398711"/>
              <a:gd name="connsiteX46773" fmla="*/ 1543352 w 2119654"/>
              <a:gd name="connsiteY46773" fmla="*/ 677703 h 2398711"/>
              <a:gd name="connsiteX46774" fmla="*/ 1541775 w 2119654"/>
              <a:gd name="connsiteY46774" fmla="*/ 658954 h 2398711"/>
              <a:gd name="connsiteX46775" fmla="*/ 857538 w 2119654"/>
              <a:gd name="connsiteY46775" fmla="*/ 2177950 h 2398711"/>
              <a:gd name="connsiteX46776" fmla="*/ 858381 w 2119654"/>
              <a:gd name="connsiteY46776" fmla="*/ 2178989 h 2398711"/>
              <a:gd name="connsiteX46777" fmla="*/ 860376 w 2119654"/>
              <a:gd name="connsiteY46777" fmla="*/ 2178854 h 2398711"/>
              <a:gd name="connsiteX46778" fmla="*/ 863740 w 2119654"/>
              <a:gd name="connsiteY46778" fmla="*/ 2177451 h 2398711"/>
              <a:gd name="connsiteX46779" fmla="*/ 1513094 w 2119654"/>
              <a:gd name="connsiteY46779" fmla="*/ 709969 h 2398711"/>
              <a:gd name="connsiteX46780" fmla="*/ 1512286 w 2119654"/>
              <a:gd name="connsiteY46780" fmla="*/ 714139 h 2398711"/>
              <a:gd name="connsiteX46781" fmla="*/ 1513014 w 2119654"/>
              <a:gd name="connsiteY46781" fmla="*/ 715570 h 2398711"/>
              <a:gd name="connsiteX46782" fmla="*/ 1501872 w 2119654"/>
              <a:gd name="connsiteY46782" fmla="*/ 735076 h 2398711"/>
              <a:gd name="connsiteX46783" fmla="*/ 1501882 w 2119654"/>
              <a:gd name="connsiteY46783" fmla="*/ 735802 h 2398711"/>
              <a:gd name="connsiteX46784" fmla="*/ 1502015 w 2119654"/>
              <a:gd name="connsiteY46784" fmla="*/ 736788 h 2398711"/>
              <a:gd name="connsiteX46785" fmla="*/ 1503139 w 2119654"/>
              <a:gd name="connsiteY46785" fmla="*/ 740117 h 2398711"/>
              <a:gd name="connsiteX46786" fmla="*/ 1503216 w 2119654"/>
              <a:gd name="connsiteY46786" fmla="*/ 739739 h 2398711"/>
              <a:gd name="connsiteX46787" fmla="*/ 1503251 w 2119654"/>
              <a:gd name="connsiteY46787" fmla="*/ 739240 h 2398711"/>
              <a:gd name="connsiteX46788" fmla="*/ 835843 w 2119654"/>
              <a:gd name="connsiteY46788" fmla="*/ 2225944 h 2398711"/>
              <a:gd name="connsiteX46789" fmla="*/ 836584 w 2119654"/>
              <a:gd name="connsiteY46789" fmla="*/ 2227479 h 2398711"/>
              <a:gd name="connsiteX46790" fmla="*/ 839980 w 2119654"/>
              <a:gd name="connsiteY46790" fmla="*/ 2226804 h 2398711"/>
              <a:gd name="connsiteX46791" fmla="*/ 1498672 w 2119654"/>
              <a:gd name="connsiteY46791" fmla="*/ 741411 h 2398711"/>
              <a:gd name="connsiteX46792" fmla="*/ 1498601 w 2119654"/>
              <a:gd name="connsiteY46792" fmla="*/ 743393 h 2398711"/>
              <a:gd name="connsiteX46793" fmla="*/ 1498637 w 2119654"/>
              <a:gd name="connsiteY46793" fmla="*/ 743848 h 2398711"/>
              <a:gd name="connsiteX46794" fmla="*/ 1500001 w 2119654"/>
              <a:gd name="connsiteY46794" fmla="*/ 746232 h 2398711"/>
              <a:gd name="connsiteX46795" fmla="*/ 1499989 w 2119654"/>
              <a:gd name="connsiteY46795" fmla="*/ 745314 h 2398711"/>
              <a:gd name="connsiteX46796" fmla="*/ 855638 w 2119654"/>
              <a:gd name="connsiteY46796" fmla="*/ 2181270 h 2398711"/>
              <a:gd name="connsiteX46797" fmla="*/ 858851 w 2119654"/>
              <a:gd name="connsiteY46797" fmla="*/ 2180914 h 2398711"/>
              <a:gd name="connsiteX46798" fmla="*/ 858880 w 2119654"/>
              <a:gd name="connsiteY46798" fmla="*/ 2180899 h 2398711"/>
              <a:gd name="connsiteX46799" fmla="*/ 858559 w 2119654"/>
              <a:gd name="connsiteY46799" fmla="*/ 2180510 h 2398711"/>
              <a:gd name="connsiteX46800" fmla="*/ 858470 w 2119654"/>
              <a:gd name="connsiteY46800" fmla="*/ 2180393 h 2398711"/>
              <a:gd name="connsiteX46801" fmla="*/ 857828 w 2119654"/>
              <a:gd name="connsiteY46801" fmla="*/ 2180356 h 2398711"/>
              <a:gd name="connsiteX46802" fmla="*/ 1509650 w 2119654"/>
              <a:gd name="connsiteY46802" fmla="*/ 716568 h 2398711"/>
              <a:gd name="connsiteX46803" fmla="*/ 1508281 w 2119654"/>
              <a:gd name="connsiteY46803" fmla="*/ 723200 h 2398711"/>
              <a:gd name="connsiteX46804" fmla="*/ 1509321 w 2119654"/>
              <a:gd name="connsiteY46804" fmla="*/ 726478 h 2398711"/>
              <a:gd name="connsiteX46805" fmla="*/ 1510582 w 2119654"/>
              <a:gd name="connsiteY46805" fmla="*/ 719974 h 2398711"/>
              <a:gd name="connsiteX46806" fmla="*/ 862614 w 2119654"/>
              <a:gd name="connsiteY46806" fmla="*/ 2165121 h 2398711"/>
              <a:gd name="connsiteX46807" fmla="*/ 864088 w 2119654"/>
              <a:gd name="connsiteY46807" fmla="*/ 2164918 h 2398711"/>
              <a:gd name="connsiteX46808" fmla="*/ 865023 w 2119654"/>
              <a:gd name="connsiteY46808" fmla="*/ 2164378 h 2398711"/>
              <a:gd name="connsiteX46809" fmla="*/ 864358 w 2119654"/>
              <a:gd name="connsiteY46809" fmla="*/ 2163906 h 2398711"/>
              <a:gd name="connsiteX46810" fmla="*/ 839010 w 2119654"/>
              <a:gd name="connsiteY46810" fmla="*/ 2217858 h 2398711"/>
              <a:gd name="connsiteX46811" fmla="*/ 845154 w 2119654"/>
              <a:gd name="connsiteY46811" fmla="*/ 2225776 h 2398711"/>
              <a:gd name="connsiteX46812" fmla="*/ 847145 w 2119654"/>
              <a:gd name="connsiteY46812" fmla="*/ 2225380 h 2398711"/>
              <a:gd name="connsiteX46813" fmla="*/ 850076 w 2119654"/>
              <a:gd name="connsiteY46813" fmla="*/ 2224215 h 2398711"/>
              <a:gd name="connsiteX46814" fmla="*/ 845076 w 2119654"/>
              <a:gd name="connsiteY46814" fmla="*/ 2217328 h 2398711"/>
              <a:gd name="connsiteX46815" fmla="*/ 843504 w 2119654"/>
              <a:gd name="connsiteY46815" fmla="*/ 2215911 h 2398711"/>
              <a:gd name="connsiteX46816" fmla="*/ 1559336 w 2119654"/>
              <a:gd name="connsiteY46816" fmla="*/ 604624 h 2398711"/>
              <a:gd name="connsiteX46817" fmla="*/ 1559823 w 2119654"/>
              <a:gd name="connsiteY46817" fmla="*/ 614598 h 2398711"/>
              <a:gd name="connsiteX46818" fmla="*/ 1561382 w 2119654"/>
              <a:gd name="connsiteY46818" fmla="*/ 619733 h 2398711"/>
              <a:gd name="connsiteX46819" fmla="*/ 1561469 w 2119654"/>
              <a:gd name="connsiteY46819" fmla="*/ 618936 h 2398711"/>
              <a:gd name="connsiteX46820" fmla="*/ 1561364 w 2119654"/>
              <a:gd name="connsiteY46820" fmla="*/ 609010 h 2398711"/>
              <a:gd name="connsiteX46821" fmla="*/ 828904 w 2119654"/>
              <a:gd name="connsiteY46821" fmla="*/ 2239869 h 2398711"/>
              <a:gd name="connsiteX46822" fmla="*/ 834490 w 2119654"/>
              <a:gd name="connsiteY46822" fmla="*/ 2246634 h 2398711"/>
              <a:gd name="connsiteX46823" fmla="*/ 837653 w 2119654"/>
              <a:gd name="connsiteY46823" fmla="*/ 2246045 h 2398711"/>
              <a:gd name="connsiteX46824" fmla="*/ 838724 w 2119654"/>
              <a:gd name="connsiteY46824" fmla="*/ 2245687 h 2398711"/>
              <a:gd name="connsiteX46825" fmla="*/ 853552 w 2119654"/>
              <a:gd name="connsiteY46825" fmla="*/ 2236690 h 2398711"/>
              <a:gd name="connsiteX46826" fmla="*/ 849318 w 2119654"/>
              <a:gd name="connsiteY46826" fmla="*/ 2231382 h 2398711"/>
              <a:gd name="connsiteX46827" fmla="*/ 840284 w 2119654"/>
              <a:gd name="connsiteY46827" fmla="*/ 2235139 h 2398711"/>
              <a:gd name="connsiteX46828" fmla="*/ 841334 w 2119654"/>
              <a:gd name="connsiteY46828" fmla="*/ 2237314 h 2398711"/>
              <a:gd name="connsiteX46829" fmla="*/ 841005 w 2119654"/>
              <a:gd name="connsiteY46829" fmla="*/ 2237189 h 2398711"/>
              <a:gd name="connsiteX46830" fmla="*/ 840059 w 2119654"/>
              <a:gd name="connsiteY46830" fmla="*/ 2235231 h 2398711"/>
              <a:gd name="connsiteX46831" fmla="*/ 856859 w 2119654"/>
              <a:gd name="connsiteY46831" fmla="*/ 2177114 h 2398711"/>
              <a:gd name="connsiteX46832" fmla="*/ 857185 w 2119654"/>
              <a:gd name="connsiteY46832" fmla="*/ 2177515 h 2398711"/>
              <a:gd name="connsiteX46833" fmla="*/ 864294 w 2119654"/>
              <a:gd name="connsiteY46833" fmla="*/ 2176944 h 2398711"/>
              <a:gd name="connsiteX46834" fmla="*/ 862863 w 2119654"/>
              <a:gd name="connsiteY46834" fmla="*/ 2175961 h 2398711"/>
              <a:gd name="connsiteX46835" fmla="*/ 1510857 w 2119654"/>
              <a:gd name="connsiteY46835" fmla="*/ 712638 h 2398711"/>
              <a:gd name="connsiteX46836" fmla="*/ 1511343 w 2119654"/>
              <a:gd name="connsiteY46836" fmla="*/ 716049 h 2398711"/>
              <a:gd name="connsiteX46837" fmla="*/ 1511687 w 2119654"/>
              <a:gd name="connsiteY46837" fmla="*/ 714271 h 2398711"/>
              <a:gd name="connsiteX46838" fmla="*/ 1510250 w 2119654"/>
              <a:gd name="connsiteY46838" fmla="*/ 713663 h 2398711"/>
              <a:gd name="connsiteX46839" fmla="*/ 1509947 w 2119654"/>
              <a:gd name="connsiteY46839" fmla="*/ 715130 h 2398711"/>
              <a:gd name="connsiteX46840" fmla="*/ 1510868 w 2119654"/>
              <a:gd name="connsiteY46840" fmla="*/ 718497 h 2398711"/>
              <a:gd name="connsiteX46841" fmla="*/ 1511197 w 2119654"/>
              <a:gd name="connsiteY46841" fmla="*/ 716800 h 2398711"/>
              <a:gd name="connsiteX46842" fmla="*/ 1511128 w 2119654"/>
              <a:gd name="connsiteY46842" fmla="*/ 716313 h 2398711"/>
              <a:gd name="connsiteX46843" fmla="*/ 870009 w 2119654"/>
              <a:gd name="connsiteY46843" fmla="*/ 2147231 h 2398711"/>
              <a:gd name="connsiteX46844" fmla="*/ 870967 w 2119654"/>
              <a:gd name="connsiteY46844" fmla="*/ 2148743 h 2398711"/>
              <a:gd name="connsiteX46845" fmla="*/ 872542 w 2119654"/>
              <a:gd name="connsiteY46845" fmla="*/ 2149144 h 2398711"/>
              <a:gd name="connsiteX46846" fmla="*/ 872412 w 2119654"/>
              <a:gd name="connsiteY46846" fmla="*/ 2148271 h 2398711"/>
              <a:gd name="connsiteX46847" fmla="*/ 871191 w 2119654"/>
              <a:gd name="connsiteY46847" fmla="*/ 2147560 h 2398711"/>
              <a:gd name="connsiteX46848" fmla="*/ 864852 w 2119654"/>
              <a:gd name="connsiteY46848" fmla="*/ 2158604 h 2398711"/>
              <a:gd name="connsiteX46849" fmla="*/ 865019 w 2119654"/>
              <a:gd name="connsiteY46849" fmla="*/ 2158896 h 2398711"/>
              <a:gd name="connsiteX46850" fmla="*/ 867084 w 2119654"/>
              <a:gd name="connsiteY46850" fmla="*/ 2159795 h 2398711"/>
              <a:gd name="connsiteX46851" fmla="*/ 869263 w 2119654"/>
              <a:gd name="connsiteY46851" fmla="*/ 2158876 h 2398711"/>
              <a:gd name="connsiteX46852" fmla="*/ 860785 w 2119654"/>
              <a:gd name="connsiteY46852" fmla="*/ 2167384 h 2398711"/>
              <a:gd name="connsiteX46853" fmla="*/ 867454 w 2119654"/>
              <a:gd name="connsiteY46853" fmla="*/ 2166104 h 2398711"/>
              <a:gd name="connsiteX46854" fmla="*/ 866051 w 2119654"/>
              <a:gd name="connsiteY46854" fmla="*/ 2165108 h 2398711"/>
              <a:gd name="connsiteX46855" fmla="*/ 865245 w 2119654"/>
              <a:gd name="connsiteY46855" fmla="*/ 2165219 h 2398711"/>
              <a:gd name="connsiteX46856" fmla="*/ 865104 w 2119654"/>
              <a:gd name="connsiteY46856" fmla="*/ 2165237 h 2398711"/>
              <a:gd name="connsiteX46857" fmla="*/ 1510546 w 2119654"/>
              <a:gd name="connsiteY46857" fmla="*/ 712229 h 2398711"/>
              <a:gd name="connsiteX46858" fmla="*/ 1510262 w 2119654"/>
              <a:gd name="connsiteY46858" fmla="*/ 713607 h 2398711"/>
              <a:gd name="connsiteX46859" fmla="*/ 1511124 w 2119654"/>
              <a:gd name="connsiteY46859" fmla="*/ 716290 h 2398711"/>
              <a:gd name="connsiteX46860" fmla="*/ 1501825 w 2119654"/>
              <a:gd name="connsiteY46860" fmla="*/ 731475 h 2398711"/>
              <a:gd name="connsiteX46861" fmla="*/ 1501848 w 2119654"/>
              <a:gd name="connsiteY46861" fmla="*/ 733235 h 2398711"/>
              <a:gd name="connsiteX46862" fmla="*/ 1502884 w 2119654"/>
              <a:gd name="connsiteY46862" fmla="*/ 736360 h 2398711"/>
              <a:gd name="connsiteX46863" fmla="*/ 1502087 w 2119654"/>
              <a:gd name="connsiteY46863" fmla="*/ 730720 h 2398711"/>
              <a:gd name="connsiteX46864" fmla="*/ 1503417 w 2119654"/>
              <a:gd name="connsiteY46864" fmla="*/ 736856 h 2398711"/>
              <a:gd name="connsiteX46865" fmla="*/ 1503440 w 2119654"/>
              <a:gd name="connsiteY46865" fmla="*/ 736522 h 2398711"/>
              <a:gd name="connsiteX46866" fmla="*/ 1502687 w 2119654"/>
              <a:gd name="connsiteY46866" fmla="*/ 732730 h 2398711"/>
              <a:gd name="connsiteX46867" fmla="*/ 864267 w 2119654"/>
              <a:gd name="connsiteY46867" fmla="*/ 2158567 h 2398711"/>
              <a:gd name="connsiteX46868" fmla="*/ 864331 w 2119654"/>
              <a:gd name="connsiteY46868" fmla="*/ 2158596 h 2398711"/>
              <a:gd name="connsiteX46869" fmla="*/ 864317 w 2119654"/>
              <a:gd name="connsiteY46869" fmla="*/ 2158571 h 2398711"/>
              <a:gd name="connsiteX46870" fmla="*/ 831119 w 2119654"/>
              <a:gd name="connsiteY46870" fmla="*/ 2232674 h 2398711"/>
              <a:gd name="connsiteX46871" fmla="*/ 833494 w 2119654"/>
              <a:gd name="connsiteY46871" fmla="*/ 2235853 h 2398711"/>
              <a:gd name="connsiteX46872" fmla="*/ 839181 w 2119654"/>
              <a:gd name="connsiteY46872" fmla="*/ 2233413 h 2398711"/>
              <a:gd name="connsiteX46873" fmla="*/ 837561 w 2119654"/>
              <a:gd name="connsiteY46873" fmla="*/ 2230059 h 2398711"/>
              <a:gd name="connsiteX46874" fmla="*/ 840887 w 2119654"/>
              <a:gd name="connsiteY46874" fmla="*/ 2210023 h 2398711"/>
              <a:gd name="connsiteX46875" fmla="*/ 842600 w 2119654"/>
              <a:gd name="connsiteY46875" fmla="*/ 2212659 h 2398711"/>
              <a:gd name="connsiteX46876" fmla="*/ 844371 w 2119654"/>
              <a:gd name="connsiteY46876" fmla="*/ 2215110 h 2398711"/>
              <a:gd name="connsiteX46877" fmla="*/ 848646 w 2119654"/>
              <a:gd name="connsiteY46877" fmla="*/ 2213258 h 2398711"/>
              <a:gd name="connsiteX46878" fmla="*/ 846291 w 2119654"/>
              <a:gd name="connsiteY46878" fmla="*/ 2213196 h 2398711"/>
              <a:gd name="connsiteX46879" fmla="*/ 846070 w 2119654"/>
              <a:gd name="connsiteY46879" fmla="*/ 2213013 h 2398711"/>
              <a:gd name="connsiteX46880" fmla="*/ 849031 w 2119654"/>
              <a:gd name="connsiteY46880" fmla="*/ 2213092 h 2398711"/>
              <a:gd name="connsiteX46881" fmla="*/ 863263 w 2119654"/>
              <a:gd name="connsiteY46881" fmla="*/ 2206927 h 2398711"/>
              <a:gd name="connsiteX46882" fmla="*/ 857223 w 2119654"/>
              <a:gd name="connsiteY46882" fmla="*/ 2205861 h 2398711"/>
              <a:gd name="connsiteX46883" fmla="*/ 842957 w 2119654"/>
              <a:gd name="connsiteY46883" fmla="*/ 2209072 h 2398711"/>
              <a:gd name="connsiteX46884" fmla="*/ 830708 w 2119654"/>
              <a:gd name="connsiteY46884" fmla="*/ 2232124 h 2398711"/>
              <a:gd name="connsiteX46885" fmla="*/ 831063 w 2119654"/>
              <a:gd name="connsiteY46885" fmla="*/ 2232600 h 2398711"/>
              <a:gd name="connsiteX46886" fmla="*/ 836811 w 2119654"/>
              <a:gd name="connsiteY46886" fmla="*/ 2230267 h 2398711"/>
              <a:gd name="connsiteX46887" fmla="*/ 837511 w 2119654"/>
              <a:gd name="connsiteY46887" fmla="*/ 2229955 h 2398711"/>
              <a:gd name="connsiteX46888" fmla="*/ 837335 w 2119654"/>
              <a:gd name="connsiteY46888" fmla="*/ 2229592 h 2398711"/>
              <a:gd name="connsiteX46889" fmla="*/ 868245 w 2119654"/>
              <a:gd name="connsiteY46889" fmla="*/ 2148051 h 2398711"/>
              <a:gd name="connsiteX46890" fmla="*/ 870510 w 2119654"/>
              <a:gd name="connsiteY46890" fmla="*/ 2148627 h 2398711"/>
              <a:gd name="connsiteX46891" fmla="*/ 869692 w 2119654"/>
              <a:gd name="connsiteY46891" fmla="*/ 2147334 h 2398711"/>
              <a:gd name="connsiteX46892" fmla="*/ 859540 w 2119654"/>
              <a:gd name="connsiteY46892" fmla="*/ 2167261 h 2398711"/>
              <a:gd name="connsiteX46893" fmla="*/ 863040 w 2119654"/>
              <a:gd name="connsiteY46893" fmla="*/ 2165521 h 2398711"/>
              <a:gd name="connsiteX46894" fmla="*/ 863104 w 2119654"/>
              <a:gd name="connsiteY46894" fmla="*/ 2165485 h 2398711"/>
              <a:gd name="connsiteX46895" fmla="*/ 861872 w 2119654"/>
              <a:gd name="connsiteY46895" fmla="*/ 2165638 h 2398711"/>
              <a:gd name="connsiteX46896" fmla="*/ 840611 w 2119654"/>
              <a:gd name="connsiteY46896" fmla="*/ 2209599 h 2398711"/>
              <a:gd name="connsiteX46897" fmla="*/ 840684 w 2119654"/>
              <a:gd name="connsiteY46897" fmla="*/ 2209712 h 2398711"/>
              <a:gd name="connsiteX46898" fmla="*/ 841233 w 2119654"/>
              <a:gd name="connsiteY46898" fmla="*/ 2209460 h 2398711"/>
              <a:gd name="connsiteX46899" fmla="*/ 1511773 w 2119654"/>
              <a:gd name="connsiteY46899" fmla="*/ 706284 h 2398711"/>
              <a:gd name="connsiteX46900" fmla="*/ 1510767 w 2119654"/>
              <a:gd name="connsiteY46900" fmla="*/ 711154 h 2398711"/>
              <a:gd name="connsiteX46901" fmla="*/ 1511871 w 2119654"/>
              <a:gd name="connsiteY46901" fmla="*/ 713324 h 2398711"/>
              <a:gd name="connsiteX46902" fmla="*/ 1512805 w 2119654"/>
              <a:gd name="connsiteY46902" fmla="*/ 708504 h 2398711"/>
              <a:gd name="connsiteX46903" fmla="*/ 1512235 w 2119654"/>
              <a:gd name="connsiteY46903" fmla="*/ 703528 h 2398711"/>
              <a:gd name="connsiteX46904" fmla="*/ 1512038 w 2119654"/>
              <a:gd name="connsiteY46904" fmla="*/ 704727 h 2398711"/>
              <a:gd name="connsiteX46905" fmla="*/ 1513128 w 2119654"/>
              <a:gd name="connsiteY46905" fmla="*/ 706842 h 2398711"/>
              <a:gd name="connsiteX46906" fmla="*/ 1513140 w 2119654"/>
              <a:gd name="connsiteY46906" fmla="*/ 706779 h 2398711"/>
              <a:gd name="connsiteX46907" fmla="*/ 1513151 w 2119654"/>
              <a:gd name="connsiteY46907" fmla="*/ 705971 h 2398711"/>
              <a:gd name="connsiteX46908" fmla="*/ 1501764 w 2119654"/>
              <a:gd name="connsiteY46908" fmla="*/ 726784 h 2398711"/>
              <a:gd name="connsiteX46909" fmla="*/ 1501786 w 2119654"/>
              <a:gd name="connsiteY46909" fmla="*/ 728506 h 2398711"/>
              <a:gd name="connsiteX46910" fmla="*/ 1503578 w 2119654"/>
              <a:gd name="connsiteY46910" fmla="*/ 734519 h 2398711"/>
              <a:gd name="connsiteX46911" fmla="*/ 1503855 w 2119654"/>
              <a:gd name="connsiteY46911" fmla="*/ 730526 h 2398711"/>
              <a:gd name="connsiteX46912" fmla="*/ 1498981 w 2119654"/>
              <a:gd name="connsiteY46912" fmla="*/ 732840 h 2398711"/>
              <a:gd name="connsiteX46913" fmla="*/ 1498900 w 2119654"/>
              <a:gd name="connsiteY46913" fmla="*/ 735087 h 2398711"/>
              <a:gd name="connsiteX46914" fmla="*/ 1499893 w 2119654"/>
              <a:gd name="connsiteY46914" fmla="*/ 737940 h 2398711"/>
              <a:gd name="connsiteX46915" fmla="*/ 1499860 w 2119654"/>
              <a:gd name="connsiteY46915" fmla="*/ 735446 h 2398711"/>
              <a:gd name="connsiteX46916" fmla="*/ 849788 w 2119654"/>
              <a:gd name="connsiteY46916" fmla="*/ 2186380 h 2398711"/>
              <a:gd name="connsiteX46917" fmla="*/ 862507 w 2119654"/>
              <a:gd name="connsiteY46917" fmla="*/ 2185291 h 2398711"/>
              <a:gd name="connsiteX46918" fmla="*/ 859230 w 2119654"/>
              <a:gd name="connsiteY46918" fmla="*/ 2181322 h 2398711"/>
              <a:gd name="connsiteX46919" fmla="*/ 859143 w 2119654"/>
              <a:gd name="connsiteY46919" fmla="*/ 2181332 h 2398711"/>
              <a:gd name="connsiteX46920" fmla="*/ 851792 w 2119654"/>
              <a:gd name="connsiteY46920" fmla="*/ 2185326 h 2398711"/>
              <a:gd name="connsiteX46921" fmla="*/ 1530365 w 2119654"/>
              <a:gd name="connsiteY46921" fmla="*/ 662257 h 2398711"/>
              <a:gd name="connsiteX46922" fmla="*/ 1530421 w 2119654"/>
              <a:gd name="connsiteY46922" fmla="*/ 662949 h 2398711"/>
              <a:gd name="connsiteX46923" fmla="*/ 1530460 w 2119654"/>
              <a:gd name="connsiteY46923" fmla="*/ 662671 h 2398711"/>
              <a:gd name="connsiteX46924" fmla="*/ 838683 w 2119654"/>
              <a:gd name="connsiteY46924" fmla="*/ 2211036 h 2398711"/>
              <a:gd name="connsiteX46925" fmla="*/ 843583 w 2119654"/>
              <a:gd name="connsiteY46925" fmla="*/ 2215452 h 2398711"/>
              <a:gd name="connsiteX46926" fmla="*/ 843682 w 2119654"/>
              <a:gd name="connsiteY46926" fmla="*/ 2215409 h 2398711"/>
              <a:gd name="connsiteX46927" fmla="*/ 840050 w 2119654"/>
              <a:gd name="connsiteY46927" fmla="*/ 2210408 h 2398711"/>
              <a:gd name="connsiteX46928" fmla="*/ 1523372 w 2119654"/>
              <a:gd name="connsiteY46928" fmla="*/ 677031 h 2398711"/>
              <a:gd name="connsiteX46929" fmla="*/ 1522026 w 2119654"/>
              <a:gd name="connsiteY46929" fmla="*/ 685214 h 2398711"/>
              <a:gd name="connsiteX46930" fmla="*/ 1524436 w 2119654"/>
              <a:gd name="connsiteY46930" fmla="*/ 688656 h 2398711"/>
              <a:gd name="connsiteX46931" fmla="*/ 1524461 w 2119654"/>
              <a:gd name="connsiteY46931" fmla="*/ 688503 h 2398711"/>
              <a:gd name="connsiteX46932" fmla="*/ 1524238 w 2119654"/>
              <a:gd name="connsiteY46932" fmla="*/ 682799 h 2398711"/>
              <a:gd name="connsiteX46933" fmla="*/ 853034 w 2119654"/>
              <a:gd name="connsiteY46933" fmla="*/ 2177848 h 2398711"/>
              <a:gd name="connsiteX46934" fmla="*/ 856332 w 2119654"/>
              <a:gd name="connsiteY46934" fmla="*/ 2177583 h 2398711"/>
              <a:gd name="connsiteX46935" fmla="*/ 856088 w 2119654"/>
              <a:gd name="connsiteY46935" fmla="*/ 2177262 h 2398711"/>
              <a:gd name="connsiteX46936" fmla="*/ 1533567 w 2119654"/>
              <a:gd name="connsiteY46936" fmla="*/ 653278 h 2398711"/>
              <a:gd name="connsiteX46937" fmla="*/ 1533051 w 2119654"/>
              <a:gd name="connsiteY46937" fmla="*/ 657348 h 2398711"/>
              <a:gd name="connsiteX46938" fmla="*/ 1533576 w 2119654"/>
              <a:gd name="connsiteY46938" fmla="*/ 674088 h 2398711"/>
              <a:gd name="connsiteX46939" fmla="*/ 1533585 w 2119654"/>
              <a:gd name="connsiteY46939" fmla="*/ 674130 h 2398711"/>
              <a:gd name="connsiteX46940" fmla="*/ 1496646 w 2119654"/>
              <a:gd name="connsiteY46940" fmla="*/ 735763 h 2398711"/>
              <a:gd name="connsiteX46941" fmla="*/ 1496700 w 2119654"/>
              <a:gd name="connsiteY46941" fmla="*/ 739920 h 2398711"/>
              <a:gd name="connsiteX46942" fmla="*/ 1497447 w 2119654"/>
              <a:gd name="connsiteY46942" fmla="*/ 741767 h 2398711"/>
              <a:gd name="connsiteX46943" fmla="*/ 1497463 w 2119654"/>
              <a:gd name="connsiteY46943" fmla="*/ 741795 h 2398711"/>
              <a:gd name="connsiteX46944" fmla="*/ 1497048 w 2119654"/>
              <a:gd name="connsiteY46944" fmla="*/ 736594 h 2398711"/>
              <a:gd name="connsiteX46945" fmla="*/ 1497010 w 2119654"/>
              <a:gd name="connsiteY46945" fmla="*/ 736484 h 2398711"/>
              <a:gd name="connsiteX46946" fmla="*/ 837792 w 2119654"/>
              <a:gd name="connsiteY46946" fmla="*/ 2210234 h 2398711"/>
              <a:gd name="connsiteX46947" fmla="*/ 838385 w 2119654"/>
              <a:gd name="connsiteY46947" fmla="*/ 2210769 h 2398711"/>
              <a:gd name="connsiteX46948" fmla="*/ 839830 w 2119654"/>
              <a:gd name="connsiteY46948" fmla="*/ 2210104 h 2398711"/>
              <a:gd name="connsiteX46949" fmla="*/ 839624 w 2119654"/>
              <a:gd name="connsiteY46949" fmla="*/ 2209822 h 2398711"/>
              <a:gd name="connsiteX46950" fmla="*/ 1523890 w 2119654"/>
              <a:gd name="connsiteY46950" fmla="*/ 673879 h 2398711"/>
              <a:gd name="connsiteX46951" fmla="*/ 1523575 w 2119654"/>
              <a:gd name="connsiteY46951" fmla="*/ 675794 h 2398711"/>
              <a:gd name="connsiteX46952" fmla="*/ 1524122 w 2119654"/>
              <a:gd name="connsiteY46952" fmla="*/ 679821 h 2398711"/>
              <a:gd name="connsiteX46953" fmla="*/ 1529914 w 2119654"/>
              <a:gd name="connsiteY46953" fmla="*/ 660311 h 2398711"/>
              <a:gd name="connsiteX46954" fmla="*/ 1529601 w 2119654"/>
              <a:gd name="connsiteY46954" fmla="*/ 668890 h 2398711"/>
              <a:gd name="connsiteX46955" fmla="*/ 1530247 w 2119654"/>
              <a:gd name="connsiteY46955" fmla="*/ 664207 h 2398711"/>
              <a:gd name="connsiteX46956" fmla="*/ 1529932 w 2119654"/>
              <a:gd name="connsiteY46956" fmla="*/ 660391 h 2398711"/>
              <a:gd name="connsiteX46957" fmla="*/ 833145 w 2119654"/>
              <a:gd name="connsiteY46957" fmla="*/ 2220355 h 2398711"/>
              <a:gd name="connsiteX46958" fmla="*/ 835626 w 2119654"/>
              <a:gd name="connsiteY46958" fmla="*/ 2225496 h 2398711"/>
              <a:gd name="connsiteX46959" fmla="*/ 840970 w 2119654"/>
              <a:gd name="connsiteY46959" fmla="*/ 2226607 h 2398711"/>
              <a:gd name="connsiteX46960" fmla="*/ 844887 w 2119654"/>
              <a:gd name="connsiteY46960" fmla="*/ 2225828 h 2398711"/>
              <a:gd name="connsiteX46961" fmla="*/ 838651 w 2119654"/>
              <a:gd name="connsiteY46961" fmla="*/ 2218013 h 2398711"/>
              <a:gd name="connsiteX46962" fmla="*/ 835813 w 2119654"/>
              <a:gd name="connsiteY46962" fmla="*/ 2219242 h 2398711"/>
              <a:gd name="connsiteX46963" fmla="*/ 866346 w 2119654"/>
              <a:gd name="connsiteY46963" fmla="*/ 2145782 h 2398711"/>
              <a:gd name="connsiteX46964" fmla="*/ 868526 w 2119654"/>
              <a:gd name="connsiteY46964" fmla="*/ 2146387 h 2398711"/>
              <a:gd name="connsiteX46965" fmla="*/ 868862 w 2119654"/>
              <a:gd name="connsiteY46965" fmla="*/ 2146203 h 2398711"/>
              <a:gd name="connsiteX46966" fmla="*/ 867835 w 2119654"/>
              <a:gd name="connsiteY46966" fmla="*/ 2145605 h 2398711"/>
              <a:gd name="connsiteX46967" fmla="*/ 1508389 w 2119654"/>
              <a:gd name="connsiteY46967" fmla="*/ 707790 h 2398711"/>
              <a:gd name="connsiteX46968" fmla="*/ 1509255 w 2119654"/>
              <a:gd name="connsiteY46968" fmla="*/ 710480 h 2398711"/>
              <a:gd name="connsiteX46969" fmla="*/ 1509400 w 2119654"/>
              <a:gd name="connsiteY46969" fmla="*/ 709777 h 2398711"/>
              <a:gd name="connsiteX46970" fmla="*/ 828771 w 2119654"/>
              <a:gd name="connsiteY46970" fmla="*/ 2229533 h 2398711"/>
              <a:gd name="connsiteX46971" fmla="*/ 830522 w 2119654"/>
              <a:gd name="connsiteY46971" fmla="*/ 2231876 h 2398711"/>
              <a:gd name="connsiteX46972" fmla="*/ 837205 w 2119654"/>
              <a:gd name="connsiteY46972" fmla="*/ 2229323 h 2398711"/>
              <a:gd name="connsiteX46973" fmla="*/ 836580 w 2119654"/>
              <a:gd name="connsiteY46973" fmla="*/ 2228028 h 2398711"/>
              <a:gd name="connsiteX46974" fmla="*/ 832092 w 2119654"/>
              <a:gd name="connsiteY46974" fmla="*/ 2228920 h 2398711"/>
              <a:gd name="connsiteX46975" fmla="*/ 1505131 w 2119654"/>
              <a:gd name="connsiteY46975" fmla="*/ 714876 h 2398711"/>
              <a:gd name="connsiteX46976" fmla="*/ 1505057 w 2119654"/>
              <a:gd name="connsiteY46976" fmla="*/ 717357 h 2398711"/>
              <a:gd name="connsiteX46977" fmla="*/ 1505514 w 2119654"/>
              <a:gd name="connsiteY46977" fmla="*/ 721225 h 2398711"/>
              <a:gd name="connsiteX46978" fmla="*/ 1505420 w 2119654"/>
              <a:gd name="connsiteY46978" fmla="*/ 715788 h 2398711"/>
              <a:gd name="connsiteX46979" fmla="*/ 851427 w 2119654"/>
              <a:gd name="connsiteY46979" fmla="*/ 2177977 h 2398711"/>
              <a:gd name="connsiteX46980" fmla="*/ 851568 w 2119654"/>
              <a:gd name="connsiteY46980" fmla="*/ 2177966 h 2398711"/>
              <a:gd name="connsiteX46981" fmla="*/ 851448 w 2119654"/>
              <a:gd name="connsiteY46981" fmla="*/ 2177969 h 2398711"/>
              <a:gd name="connsiteX46982" fmla="*/ 1499184 w 2119654"/>
              <a:gd name="connsiteY46982" fmla="*/ 727200 h 2398711"/>
              <a:gd name="connsiteX46983" fmla="*/ 1499146 w 2119654"/>
              <a:gd name="connsiteY46983" fmla="*/ 728280 h 2398711"/>
              <a:gd name="connsiteX46984" fmla="*/ 1499613 w 2119654"/>
              <a:gd name="connsiteY46984" fmla="*/ 729666 h 2398711"/>
              <a:gd name="connsiteX46985" fmla="*/ 1499452 w 2119654"/>
              <a:gd name="connsiteY46985" fmla="*/ 728328 h 2398711"/>
              <a:gd name="connsiteX46986" fmla="*/ 835022 w 2119654"/>
              <a:gd name="connsiteY46986" fmla="*/ 2212720 h 2398711"/>
              <a:gd name="connsiteX46987" fmla="*/ 838763 w 2119654"/>
              <a:gd name="connsiteY46987" fmla="*/ 2217540 h 2398711"/>
              <a:gd name="connsiteX46988" fmla="*/ 843185 w 2119654"/>
              <a:gd name="connsiteY46988" fmla="*/ 2215624 h 2398711"/>
              <a:gd name="connsiteX46989" fmla="*/ 838293 w 2119654"/>
              <a:gd name="connsiteY46989" fmla="*/ 2211216 h 2398711"/>
              <a:gd name="connsiteX46990" fmla="*/ 839530 w 2119654"/>
              <a:gd name="connsiteY46990" fmla="*/ 2202196 h 2398711"/>
              <a:gd name="connsiteX46991" fmla="*/ 852173 w 2119654"/>
              <a:gd name="connsiteY46991" fmla="*/ 2204429 h 2398711"/>
              <a:gd name="connsiteX46992" fmla="*/ 864737 w 2119654"/>
              <a:gd name="connsiteY46992" fmla="*/ 2198652 h 2398711"/>
              <a:gd name="connsiteX46993" fmla="*/ 865193 w 2119654"/>
              <a:gd name="connsiteY46993" fmla="*/ 2198419 h 2398711"/>
              <a:gd name="connsiteX46994" fmla="*/ 864222 w 2119654"/>
              <a:gd name="connsiteY46994" fmla="*/ 2198507 h 2398711"/>
              <a:gd name="connsiteX46995" fmla="*/ 858039 w 2119654"/>
              <a:gd name="connsiteY46995" fmla="*/ 2199623 h 2398711"/>
              <a:gd name="connsiteX46996" fmla="*/ 1504551 w 2119654"/>
              <a:gd name="connsiteY46996" fmla="*/ 713050 h 2398711"/>
              <a:gd name="connsiteX46997" fmla="*/ 1504799 w 2119654"/>
              <a:gd name="connsiteY46997" fmla="*/ 715157 h 2398711"/>
              <a:gd name="connsiteX46998" fmla="*/ 1504834 w 2119654"/>
              <a:gd name="connsiteY46998" fmla="*/ 713945 h 2398711"/>
              <a:gd name="connsiteX46999" fmla="*/ 855134 w 2119654"/>
              <a:gd name="connsiteY46999" fmla="*/ 2166474 h 2398711"/>
              <a:gd name="connsiteX47000" fmla="*/ 857144 w 2119654"/>
              <a:gd name="connsiteY47000" fmla="*/ 2168083 h 2398711"/>
              <a:gd name="connsiteX47001" fmla="*/ 857314 w 2119654"/>
              <a:gd name="connsiteY47001" fmla="*/ 2168050 h 2398711"/>
              <a:gd name="connsiteX47002" fmla="*/ 860540 w 2119654"/>
              <a:gd name="connsiteY47002" fmla="*/ 2165803 h 2398711"/>
              <a:gd name="connsiteX47003" fmla="*/ 1507415 w 2119654"/>
              <a:gd name="connsiteY47003" fmla="*/ 705875 h 2398711"/>
              <a:gd name="connsiteX47004" fmla="*/ 1509006 w 2119654"/>
              <a:gd name="connsiteY47004" fmla="*/ 711690 h 2398711"/>
              <a:gd name="connsiteX47005" fmla="*/ 1509232 w 2119654"/>
              <a:gd name="connsiteY47005" fmla="*/ 710591 h 2398711"/>
              <a:gd name="connsiteX47006" fmla="*/ 1508144 w 2119654"/>
              <a:gd name="connsiteY47006" fmla="*/ 707307 h 2398711"/>
              <a:gd name="connsiteX47007" fmla="*/ 1497379 w 2119654"/>
              <a:gd name="connsiteY47007" fmla="*/ 728090 h 2398711"/>
              <a:gd name="connsiteX47008" fmla="*/ 1497652 w 2119654"/>
              <a:gd name="connsiteY47008" fmla="*/ 731500 h 2398711"/>
              <a:gd name="connsiteX47009" fmla="*/ 1498335 w 2119654"/>
              <a:gd name="connsiteY47009" fmla="*/ 733463 h 2398711"/>
              <a:gd name="connsiteX47010" fmla="*/ 1498417 w 2119654"/>
              <a:gd name="connsiteY47010" fmla="*/ 731170 h 2398711"/>
              <a:gd name="connsiteX47011" fmla="*/ 1539007 w 2119654"/>
              <a:gd name="connsiteY47011" fmla="*/ 634611 h 2398711"/>
              <a:gd name="connsiteX47012" fmla="*/ 1539017 w 2119654"/>
              <a:gd name="connsiteY47012" fmla="*/ 645799 h 2398711"/>
              <a:gd name="connsiteX47013" fmla="*/ 1540975 w 2119654"/>
              <a:gd name="connsiteY47013" fmla="*/ 650431 h 2398711"/>
              <a:gd name="connsiteX47014" fmla="*/ 824475 w 2119654"/>
              <a:gd name="connsiteY47014" fmla="*/ 2234506 h 2398711"/>
              <a:gd name="connsiteX47015" fmla="*/ 827656 w 2119654"/>
              <a:gd name="connsiteY47015" fmla="*/ 2238357 h 2398711"/>
              <a:gd name="connsiteX47016" fmla="*/ 833187 w 2119654"/>
              <a:gd name="connsiteY47016" fmla="*/ 2235985 h 2398711"/>
              <a:gd name="connsiteX47017" fmla="*/ 830807 w 2119654"/>
              <a:gd name="connsiteY47017" fmla="*/ 2232801 h 2398711"/>
              <a:gd name="connsiteX47018" fmla="*/ 827713 w 2119654"/>
              <a:gd name="connsiteY47018" fmla="*/ 2234057 h 2398711"/>
              <a:gd name="connsiteX47019" fmla="*/ 827574 w 2119654"/>
              <a:gd name="connsiteY47019" fmla="*/ 2234017 h 2398711"/>
              <a:gd name="connsiteX47020" fmla="*/ 830752 w 2119654"/>
              <a:gd name="connsiteY47020" fmla="*/ 2232727 h 2398711"/>
              <a:gd name="connsiteX47021" fmla="*/ 830392 w 2119654"/>
              <a:gd name="connsiteY47021" fmla="*/ 2232245 h 2398711"/>
              <a:gd name="connsiteX47022" fmla="*/ 1509148 w 2119654"/>
              <a:gd name="connsiteY47022" fmla="*/ 700642 h 2398711"/>
              <a:gd name="connsiteX47023" fmla="*/ 1510021 w 2119654"/>
              <a:gd name="connsiteY47023" fmla="*/ 706769 h 2398711"/>
              <a:gd name="connsiteX47024" fmla="*/ 1510628 w 2119654"/>
              <a:gd name="connsiteY47024" fmla="*/ 703824 h 2398711"/>
              <a:gd name="connsiteX47025" fmla="*/ 848939 w 2119654"/>
              <a:gd name="connsiteY47025" fmla="*/ 2178888 h 2398711"/>
              <a:gd name="connsiteX47026" fmla="*/ 854851 w 2119654"/>
              <a:gd name="connsiteY47026" fmla="*/ 2179228 h 2398711"/>
              <a:gd name="connsiteX47027" fmla="*/ 857450 w 2119654"/>
              <a:gd name="connsiteY47027" fmla="*/ 2179052 h 2398711"/>
              <a:gd name="connsiteX47028" fmla="*/ 856664 w 2119654"/>
              <a:gd name="connsiteY47028" fmla="*/ 2178020 h 2398711"/>
              <a:gd name="connsiteX47029" fmla="*/ 849810 w 2119654"/>
              <a:gd name="connsiteY47029" fmla="*/ 2178570 h 2398711"/>
              <a:gd name="connsiteX47030" fmla="*/ 1499354 w 2119654"/>
              <a:gd name="connsiteY47030" fmla="*/ 722475 h 2398711"/>
              <a:gd name="connsiteX47031" fmla="*/ 1499281 w 2119654"/>
              <a:gd name="connsiteY47031" fmla="*/ 724508 h 2398711"/>
              <a:gd name="connsiteX47032" fmla="*/ 1499467 w 2119654"/>
              <a:gd name="connsiteY47032" fmla="*/ 726050 h 2398711"/>
              <a:gd name="connsiteX47033" fmla="*/ 1499749 w 2119654"/>
              <a:gd name="connsiteY47033" fmla="*/ 726902 h 2398711"/>
              <a:gd name="connsiteX47034" fmla="*/ 1499699 w 2119654"/>
              <a:gd name="connsiteY47034" fmla="*/ 723091 h 2398711"/>
              <a:gd name="connsiteX47035" fmla="*/ 1505303 w 2119654"/>
              <a:gd name="connsiteY47035" fmla="*/ 708997 h 2398711"/>
              <a:gd name="connsiteX47036" fmla="*/ 1505173 w 2119654"/>
              <a:gd name="connsiteY47036" fmla="*/ 713403 h 2398711"/>
              <a:gd name="connsiteX47037" fmla="*/ 1505390 w 2119654"/>
              <a:gd name="connsiteY47037" fmla="*/ 714087 h 2398711"/>
              <a:gd name="connsiteX47038" fmla="*/ 1506681 w 2119654"/>
              <a:gd name="connsiteY47038" fmla="*/ 705715 h 2398711"/>
              <a:gd name="connsiteX47039" fmla="*/ 1507460 w 2119654"/>
              <a:gd name="connsiteY47039" fmla="*/ 719181 h 2398711"/>
              <a:gd name="connsiteX47040" fmla="*/ 1508709 w 2119654"/>
              <a:gd name="connsiteY47040" fmla="*/ 713127 h 2398711"/>
              <a:gd name="connsiteX47041" fmla="*/ 860877 w 2119654"/>
              <a:gd name="connsiteY47041" fmla="*/ 2151696 h 2398711"/>
              <a:gd name="connsiteX47042" fmla="*/ 862351 w 2119654"/>
              <a:gd name="connsiteY47042" fmla="*/ 2154259 h 2398711"/>
              <a:gd name="connsiteX47043" fmla="*/ 870840 w 2119654"/>
              <a:gd name="connsiteY47043" fmla="*/ 2150996 h 2398711"/>
              <a:gd name="connsiteX47044" fmla="*/ 865196 w 2119654"/>
              <a:gd name="connsiteY47044" fmla="*/ 2149559 h 2398711"/>
              <a:gd name="connsiteX47045" fmla="*/ 854199 w 2119654"/>
              <a:gd name="connsiteY47045" fmla="*/ 2165726 h 2398711"/>
              <a:gd name="connsiteX47046" fmla="*/ 854790 w 2119654"/>
              <a:gd name="connsiteY47046" fmla="*/ 2166199 h 2398711"/>
              <a:gd name="connsiteX47047" fmla="*/ 861250 w 2119654"/>
              <a:gd name="connsiteY47047" fmla="*/ 2165308 h 2398711"/>
              <a:gd name="connsiteX47048" fmla="*/ 863816 w 2119654"/>
              <a:gd name="connsiteY47048" fmla="*/ 2163521 h 2398711"/>
              <a:gd name="connsiteX47049" fmla="*/ 862180 w 2119654"/>
              <a:gd name="connsiteY47049" fmla="*/ 2162361 h 2398711"/>
              <a:gd name="connsiteX47050" fmla="*/ 1525957 w 2119654"/>
              <a:gd name="connsiteY47050" fmla="*/ 661308 h 2398711"/>
              <a:gd name="connsiteX47051" fmla="*/ 1524292 w 2119654"/>
              <a:gd name="connsiteY47051" fmla="*/ 671433 h 2398711"/>
              <a:gd name="connsiteX47052" fmla="*/ 1524820 w 2119654"/>
              <a:gd name="connsiteY47052" fmla="*/ 684965 h 2398711"/>
              <a:gd name="connsiteX47053" fmla="*/ 1524912 w 2119654"/>
              <a:gd name="connsiteY47053" fmla="*/ 685642 h 2398711"/>
              <a:gd name="connsiteX47054" fmla="*/ 1527364 w 2119654"/>
              <a:gd name="connsiteY47054" fmla="*/ 670099 h 2398711"/>
              <a:gd name="connsiteX47055" fmla="*/ 1527414 w 2119654"/>
              <a:gd name="connsiteY47055" fmla="*/ 668731 h 2398711"/>
              <a:gd name="connsiteX47056" fmla="*/ 1526699 w 2119654"/>
              <a:gd name="connsiteY47056" fmla="*/ 664616 h 2398711"/>
              <a:gd name="connsiteX47057" fmla="*/ 1526922 w 2119654"/>
              <a:gd name="connsiteY47057" fmla="*/ 664815 h 2398711"/>
              <a:gd name="connsiteX47058" fmla="*/ 1527446 w 2119654"/>
              <a:gd name="connsiteY47058" fmla="*/ 667835 h 2398711"/>
              <a:gd name="connsiteX47059" fmla="*/ 1527540 w 2119654"/>
              <a:gd name="connsiteY47059" fmla="*/ 665262 h 2398711"/>
              <a:gd name="connsiteX47060" fmla="*/ 833791 w 2119654"/>
              <a:gd name="connsiteY47060" fmla="*/ 2211134 h 2398711"/>
              <a:gd name="connsiteX47061" fmla="*/ 834791 w 2119654"/>
              <a:gd name="connsiteY47061" fmla="*/ 2212421 h 2398711"/>
              <a:gd name="connsiteX47062" fmla="*/ 837995 w 2119654"/>
              <a:gd name="connsiteY47062" fmla="*/ 2210948 h 2398711"/>
              <a:gd name="connsiteX47063" fmla="*/ 837321 w 2119654"/>
              <a:gd name="connsiteY47063" fmla="*/ 2210339 h 2398711"/>
              <a:gd name="connsiteX47064" fmla="*/ 1539101 w 2119654"/>
              <a:gd name="connsiteY47064" fmla="*/ 631342 h 2398711"/>
              <a:gd name="connsiteX47065" fmla="*/ 1541686 w 2119654"/>
              <a:gd name="connsiteY47065" fmla="*/ 652112 h 2398711"/>
              <a:gd name="connsiteX47066" fmla="*/ 1544341 w 2119654"/>
              <a:gd name="connsiteY47066" fmla="*/ 658393 h 2398711"/>
              <a:gd name="connsiteX47067" fmla="*/ 1543370 w 2119654"/>
              <a:gd name="connsiteY47067" fmla="*/ 650098 h 2398711"/>
              <a:gd name="connsiteX47068" fmla="*/ 1544749 w 2119654"/>
              <a:gd name="connsiteY47068" fmla="*/ 659357 h 2398711"/>
              <a:gd name="connsiteX47069" fmla="*/ 1551543 w 2119654"/>
              <a:gd name="connsiteY47069" fmla="*/ 675426 h 2398711"/>
              <a:gd name="connsiteX47070" fmla="*/ 1551330 w 2119654"/>
              <a:gd name="connsiteY47070" fmla="*/ 673936 h 2398711"/>
              <a:gd name="connsiteX47071" fmla="*/ 1551500 w 2119654"/>
              <a:gd name="connsiteY47071" fmla="*/ 674098 h 2398711"/>
              <a:gd name="connsiteX47072" fmla="*/ 1551713 w 2119654"/>
              <a:gd name="connsiteY47072" fmla="*/ 675594 h 2398711"/>
              <a:gd name="connsiteX47073" fmla="*/ 1553282 w 2119654"/>
              <a:gd name="connsiteY47073" fmla="*/ 662786 h 2398711"/>
              <a:gd name="connsiteX47074" fmla="*/ 1541273 w 2119654"/>
              <a:gd name="connsiteY47074" fmla="*/ 636013 h 2398711"/>
              <a:gd name="connsiteX47075" fmla="*/ 1542678 w 2119654"/>
              <a:gd name="connsiteY47075" fmla="*/ 645452 h 2398711"/>
              <a:gd name="connsiteX47076" fmla="*/ 1541144 w 2119654"/>
              <a:gd name="connsiteY47076" fmla="*/ 635727 h 2398711"/>
              <a:gd name="connsiteX47077" fmla="*/ 1540313 w 2119654"/>
              <a:gd name="connsiteY47077" fmla="*/ 633873 h 2398711"/>
              <a:gd name="connsiteX47078" fmla="*/ 847132 w 2119654"/>
              <a:gd name="connsiteY47078" fmla="*/ 2178784 h 2398711"/>
              <a:gd name="connsiteX47079" fmla="*/ 848501 w 2119654"/>
              <a:gd name="connsiteY47079" fmla="*/ 2178863 h 2398711"/>
              <a:gd name="connsiteX47080" fmla="*/ 849161 w 2119654"/>
              <a:gd name="connsiteY47080" fmla="*/ 2178622 h 2398711"/>
              <a:gd name="connsiteX47081" fmla="*/ 1506483 w 2119654"/>
              <a:gd name="connsiteY47081" fmla="*/ 702296 h 2398711"/>
              <a:gd name="connsiteX47082" fmla="*/ 1506496 w 2119654"/>
              <a:gd name="connsiteY47082" fmla="*/ 702517 h 2398711"/>
              <a:gd name="connsiteX47083" fmla="*/ 1506724 w 2119654"/>
              <a:gd name="connsiteY47083" fmla="*/ 703351 h 2398711"/>
              <a:gd name="connsiteX47084" fmla="*/ 1507017 w 2119654"/>
              <a:gd name="connsiteY47084" fmla="*/ 703908 h 2398711"/>
              <a:gd name="connsiteX47085" fmla="*/ 861564 w 2119654"/>
              <a:gd name="connsiteY47085" fmla="*/ 2146349 h 2398711"/>
              <a:gd name="connsiteX47086" fmla="*/ 866361 w 2119654"/>
              <a:gd name="connsiteY47086" fmla="*/ 2147570 h 2398711"/>
              <a:gd name="connsiteX47087" fmla="*/ 868002 w 2119654"/>
              <a:gd name="connsiteY47087" fmla="*/ 2146674 h 2398711"/>
              <a:gd name="connsiteX47088" fmla="*/ 865256 w 2119654"/>
              <a:gd name="connsiteY47088" fmla="*/ 2145911 h 2398711"/>
              <a:gd name="connsiteX47089" fmla="*/ 846466 w 2119654"/>
              <a:gd name="connsiteY47089" fmla="*/ 2179795 h 2398711"/>
              <a:gd name="connsiteX47090" fmla="*/ 849104 w 2119654"/>
              <a:gd name="connsiteY47090" fmla="*/ 2179616 h 2398711"/>
              <a:gd name="connsiteX47091" fmla="*/ 847405 w 2119654"/>
              <a:gd name="connsiteY47091" fmla="*/ 2179450 h 2398711"/>
              <a:gd name="connsiteX47092" fmla="*/ 836108 w 2119654"/>
              <a:gd name="connsiteY47092" fmla="*/ 2202672 h 2398711"/>
              <a:gd name="connsiteX47093" fmla="*/ 840319 w 2119654"/>
              <a:gd name="connsiteY47093" fmla="*/ 2209150 h 2398711"/>
              <a:gd name="connsiteX47094" fmla="*/ 843422 w 2119654"/>
              <a:gd name="connsiteY47094" fmla="*/ 2208452 h 2398711"/>
              <a:gd name="connsiteX47095" fmla="*/ 851323 w 2119654"/>
              <a:gd name="connsiteY47095" fmla="*/ 2204820 h 2398711"/>
              <a:gd name="connsiteX47096" fmla="*/ 837817 w 2119654"/>
              <a:gd name="connsiteY47096" fmla="*/ 2202435 h 2398711"/>
              <a:gd name="connsiteX47097" fmla="*/ 1492979 w 2119654"/>
              <a:gd name="connsiteY47097" fmla="*/ 731570 h 2398711"/>
              <a:gd name="connsiteX47098" fmla="*/ 1492541 w 2119654"/>
              <a:gd name="connsiteY47098" fmla="*/ 733197 h 2398711"/>
              <a:gd name="connsiteX47099" fmla="*/ 1493941 w 2119654"/>
              <a:gd name="connsiteY47099" fmla="*/ 735641 h 2398711"/>
              <a:gd name="connsiteX47100" fmla="*/ 1493918 w 2119654"/>
              <a:gd name="connsiteY47100" fmla="*/ 733894 h 2398711"/>
              <a:gd name="connsiteX47101" fmla="*/ 812568 w 2119654"/>
              <a:gd name="connsiteY47101" fmla="*/ 2255096 h 2398711"/>
              <a:gd name="connsiteX47102" fmla="*/ 822452 w 2119654"/>
              <a:gd name="connsiteY47102" fmla="*/ 2255502 h 2398711"/>
              <a:gd name="connsiteX47103" fmla="*/ 822545 w 2119654"/>
              <a:gd name="connsiteY47103" fmla="*/ 2255504 h 2398711"/>
              <a:gd name="connsiteX47104" fmla="*/ 835062 w 2119654"/>
              <a:gd name="connsiteY47104" fmla="*/ 2247910 h 2398711"/>
              <a:gd name="connsiteX47105" fmla="*/ 834872 w 2119654"/>
              <a:gd name="connsiteY47105" fmla="*/ 2247680 h 2398711"/>
              <a:gd name="connsiteX47106" fmla="*/ 813552 w 2119654"/>
              <a:gd name="connsiteY47106" fmla="*/ 2254782 h 2398711"/>
              <a:gd name="connsiteX47107" fmla="*/ 1530374 w 2119654"/>
              <a:gd name="connsiteY47107" fmla="*/ 647698 h 2398711"/>
              <a:gd name="connsiteX47108" fmla="*/ 1530002 w 2119654"/>
              <a:gd name="connsiteY47108" fmla="*/ 657879 h 2398711"/>
              <a:gd name="connsiteX47109" fmla="*/ 1530210 w 2119654"/>
              <a:gd name="connsiteY47109" fmla="*/ 660384 h 2398711"/>
              <a:gd name="connsiteX47110" fmla="*/ 1530571 w 2119654"/>
              <a:gd name="connsiteY47110" fmla="*/ 661857 h 2398711"/>
              <a:gd name="connsiteX47111" fmla="*/ 1530772 w 2119654"/>
              <a:gd name="connsiteY47111" fmla="*/ 660403 h 2398711"/>
              <a:gd name="connsiteX47112" fmla="*/ 846770 w 2119654"/>
              <a:gd name="connsiteY47112" fmla="*/ 2178351 h 2398711"/>
              <a:gd name="connsiteX47113" fmla="*/ 850777 w 2119654"/>
              <a:gd name="connsiteY47113" fmla="*/ 2178029 h 2398711"/>
              <a:gd name="connsiteX47114" fmla="*/ 850899 w 2119654"/>
              <a:gd name="connsiteY47114" fmla="*/ 2177984 h 2398711"/>
              <a:gd name="connsiteX47115" fmla="*/ 847651 w 2119654"/>
              <a:gd name="connsiteY47115" fmla="*/ 2178075 h 2398711"/>
              <a:gd name="connsiteX47116" fmla="*/ 830468 w 2119654"/>
              <a:gd name="connsiteY47116" fmla="*/ 2214814 h 2398711"/>
              <a:gd name="connsiteX47117" fmla="*/ 832992 w 2119654"/>
              <a:gd name="connsiteY47117" fmla="*/ 2220039 h 2398711"/>
              <a:gd name="connsiteX47118" fmla="*/ 838399 w 2119654"/>
              <a:gd name="connsiteY47118" fmla="*/ 2217697 h 2398711"/>
              <a:gd name="connsiteX47119" fmla="*/ 834588 w 2119654"/>
              <a:gd name="connsiteY47119" fmla="*/ 2212919 h 2398711"/>
              <a:gd name="connsiteX47120" fmla="*/ 1493514 w 2119654"/>
              <a:gd name="connsiteY47120" fmla="*/ 729579 h 2398711"/>
              <a:gd name="connsiteX47121" fmla="*/ 1493117 w 2119654"/>
              <a:gd name="connsiteY47121" fmla="*/ 731055 h 2398711"/>
              <a:gd name="connsiteX47122" fmla="*/ 1493906 w 2119654"/>
              <a:gd name="connsiteY47122" fmla="*/ 733009 h 2398711"/>
              <a:gd name="connsiteX47123" fmla="*/ 1493871 w 2119654"/>
              <a:gd name="connsiteY47123" fmla="*/ 730284 h 2398711"/>
              <a:gd name="connsiteX47124" fmla="*/ 1499590 w 2119654"/>
              <a:gd name="connsiteY47124" fmla="*/ 715940 h 2398711"/>
              <a:gd name="connsiteX47125" fmla="*/ 1499571 w 2119654"/>
              <a:gd name="connsiteY47125" fmla="*/ 716439 h 2398711"/>
              <a:gd name="connsiteX47126" fmla="*/ 1499613 w 2119654"/>
              <a:gd name="connsiteY47126" fmla="*/ 716512 h 2398711"/>
              <a:gd name="connsiteX47127" fmla="*/ 1499606 w 2119654"/>
              <a:gd name="connsiteY47127" fmla="*/ 715990 h 2398711"/>
              <a:gd name="connsiteX47128" fmla="*/ 1497815 w 2119654"/>
              <a:gd name="connsiteY47128" fmla="*/ 719724 h 2398711"/>
              <a:gd name="connsiteX47129" fmla="*/ 1498696 w 2119654"/>
              <a:gd name="connsiteY47129" fmla="*/ 723424 h 2398711"/>
              <a:gd name="connsiteX47130" fmla="*/ 1498735 w 2119654"/>
              <a:gd name="connsiteY47130" fmla="*/ 722355 h 2398711"/>
              <a:gd name="connsiteX47131" fmla="*/ 1498583 w 2119654"/>
              <a:gd name="connsiteY47131" fmla="*/ 721098 h 2398711"/>
              <a:gd name="connsiteX47132" fmla="*/ 1493845 w 2119654"/>
              <a:gd name="connsiteY47132" fmla="*/ 728345 h 2398711"/>
              <a:gd name="connsiteX47133" fmla="*/ 1493768 w 2119654"/>
              <a:gd name="connsiteY47133" fmla="*/ 728629 h 2398711"/>
              <a:gd name="connsiteX47134" fmla="*/ 1493851 w 2119654"/>
              <a:gd name="connsiteY47134" fmla="*/ 728792 h 2398711"/>
              <a:gd name="connsiteX47135" fmla="*/ 856981 w 2119654"/>
              <a:gd name="connsiteY47135" fmla="*/ 2153624 h 2398711"/>
              <a:gd name="connsiteX47136" fmla="*/ 857721 w 2119654"/>
              <a:gd name="connsiteY47136" fmla="*/ 2154149 h 2398711"/>
              <a:gd name="connsiteX47137" fmla="*/ 861921 w 2119654"/>
              <a:gd name="connsiteY47137" fmla="*/ 2154409 h 2398711"/>
              <a:gd name="connsiteX47138" fmla="*/ 860475 w 2119654"/>
              <a:gd name="connsiteY47138" fmla="*/ 2151895 h 2398711"/>
              <a:gd name="connsiteX47139" fmla="*/ 825750 w 2119654"/>
              <a:gd name="connsiteY47139" fmla="*/ 2223441 h 2398711"/>
              <a:gd name="connsiteX47140" fmla="*/ 835327 w 2119654"/>
              <a:gd name="connsiteY47140" fmla="*/ 2225433 h 2398711"/>
              <a:gd name="connsiteX47141" fmla="*/ 832920 w 2119654"/>
              <a:gd name="connsiteY47141" fmla="*/ 2220449 h 2398711"/>
              <a:gd name="connsiteX47142" fmla="*/ 1521583 w 2119654"/>
              <a:gd name="connsiteY47142" fmla="*/ 665131 h 2398711"/>
              <a:gd name="connsiteX47143" fmla="*/ 1519059 w 2119654"/>
              <a:gd name="connsiteY47143" fmla="*/ 679191 h 2398711"/>
              <a:gd name="connsiteX47144" fmla="*/ 1518855 w 2119654"/>
              <a:gd name="connsiteY47144" fmla="*/ 680248 h 2398711"/>
              <a:gd name="connsiteX47145" fmla="*/ 1519711 w 2119654"/>
              <a:gd name="connsiteY47145" fmla="*/ 681910 h 2398711"/>
              <a:gd name="connsiteX47146" fmla="*/ 1521646 w 2119654"/>
              <a:gd name="connsiteY47146" fmla="*/ 684674 h 2398711"/>
              <a:gd name="connsiteX47147" fmla="*/ 1523148 w 2119654"/>
              <a:gd name="connsiteY47147" fmla="*/ 675543 h 2398711"/>
              <a:gd name="connsiteX47148" fmla="*/ 839803 w 2119654"/>
              <a:gd name="connsiteY47148" fmla="*/ 2191629 h 2398711"/>
              <a:gd name="connsiteX47149" fmla="*/ 866432 w 2119654"/>
              <a:gd name="connsiteY47149" fmla="*/ 2190044 h 2398711"/>
              <a:gd name="connsiteX47150" fmla="*/ 865428 w 2119654"/>
              <a:gd name="connsiteY47150" fmla="*/ 2188827 h 2398711"/>
              <a:gd name="connsiteX47151" fmla="*/ 841184 w 2119654"/>
              <a:gd name="connsiteY47151" fmla="*/ 2190903 h 2398711"/>
              <a:gd name="connsiteX47152" fmla="*/ 1508281 w 2119654"/>
              <a:gd name="connsiteY47152" fmla="*/ 694554 h 2398711"/>
              <a:gd name="connsiteX47153" fmla="*/ 1508847 w 2119654"/>
              <a:gd name="connsiteY47153" fmla="*/ 698525 h 2398711"/>
              <a:gd name="connsiteX47154" fmla="*/ 1510899 w 2119654"/>
              <a:gd name="connsiteY47154" fmla="*/ 702513 h 2398711"/>
              <a:gd name="connsiteX47155" fmla="*/ 1511239 w 2119654"/>
              <a:gd name="connsiteY47155" fmla="*/ 700870 h 2398711"/>
              <a:gd name="connsiteX47156" fmla="*/ 1510422 w 2119654"/>
              <a:gd name="connsiteY47156" fmla="*/ 698694 h 2398711"/>
              <a:gd name="connsiteX47157" fmla="*/ 841738 w 2119654"/>
              <a:gd name="connsiteY47157" fmla="*/ 2187069 h 2398711"/>
              <a:gd name="connsiteX47158" fmla="*/ 848607 w 2119654"/>
              <a:gd name="connsiteY47158" fmla="*/ 2186481 h 2398711"/>
              <a:gd name="connsiteX47159" fmla="*/ 857811 w 2119654"/>
              <a:gd name="connsiteY47159" fmla="*/ 2181479 h 2398711"/>
              <a:gd name="connsiteX47160" fmla="*/ 854172 w 2119654"/>
              <a:gd name="connsiteY47160" fmla="*/ 2181882 h 2398711"/>
              <a:gd name="connsiteX47161" fmla="*/ 1521805 w 2119654"/>
              <a:gd name="connsiteY47161" fmla="*/ 663902 h 2398711"/>
              <a:gd name="connsiteX47162" fmla="*/ 1521715 w 2119654"/>
              <a:gd name="connsiteY47162" fmla="*/ 664396 h 2398711"/>
              <a:gd name="connsiteX47163" fmla="*/ 1523206 w 2119654"/>
              <a:gd name="connsiteY47163" fmla="*/ 674320 h 2398711"/>
              <a:gd name="connsiteX47164" fmla="*/ 1523098 w 2119654"/>
              <a:gd name="connsiteY47164" fmla="*/ 673429 h 2398711"/>
              <a:gd name="connsiteX47165" fmla="*/ 1527568 w 2119654"/>
              <a:gd name="connsiteY47165" fmla="*/ 650631 h 2398711"/>
              <a:gd name="connsiteX47166" fmla="*/ 1526023 w 2119654"/>
              <a:gd name="connsiteY47166" fmla="*/ 660910 h 2398711"/>
              <a:gd name="connsiteX47167" fmla="*/ 1526016 w 2119654"/>
              <a:gd name="connsiteY47167" fmla="*/ 660954 h 2398711"/>
              <a:gd name="connsiteX47168" fmla="*/ 1527557 w 2119654"/>
              <a:gd name="connsiteY47168" fmla="*/ 664806 h 2398711"/>
              <a:gd name="connsiteX47169" fmla="*/ 1528009 w 2119654"/>
              <a:gd name="connsiteY47169" fmla="*/ 652424 h 2398711"/>
              <a:gd name="connsiteX47170" fmla="*/ 860483 w 2119654"/>
              <a:gd name="connsiteY47170" fmla="*/ 2144152 h 2398711"/>
              <a:gd name="connsiteX47171" fmla="*/ 864724 w 2119654"/>
              <a:gd name="connsiteY47171" fmla="*/ 2145331 h 2398711"/>
              <a:gd name="connsiteX47172" fmla="*/ 866917 w 2119654"/>
              <a:gd name="connsiteY47172" fmla="*/ 2145070 h 2398711"/>
              <a:gd name="connsiteX47173" fmla="*/ 865044 w 2119654"/>
              <a:gd name="connsiteY47173" fmla="*/ 2143979 h 2398711"/>
              <a:gd name="connsiteX47174" fmla="*/ 863942 w 2119654"/>
              <a:gd name="connsiteY47174" fmla="*/ 2143806 h 2398711"/>
              <a:gd name="connsiteX47175" fmla="*/ 858695 w 2119654"/>
              <a:gd name="connsiteY47175" fmla="*/ 2147903 h 2398711"/>
              <a:gd name="connsiteX47176" fmla="*/ 860382 w 2119654"/>
              <a:gd name="connsiteY47176" fmla="*/ 2150836 h 2398711"/>
              <a:gd name="connsiteX47177" fmla="*/ 863507 w 2119654"/>
              <a:gd name="connsiteY47177" fmla="*/ 2149129 h 2398711"/>
              <a:gd name="connsiteX47178" fmla="*/ 824582 w 2119654"/>
              <a:gd name="connsiteY47178" fmla="*/ 2223929 h 2398711"/>
              <a:gd name="connsiteX47179" fmla="*/ 828445 w 2119654"/>
              <a:gd name="connsiteY47179" fmla="*/ 2229097 h 2398711"/>
              <a:gd name="connsiteX47180" fmla="*/ 836338 w 2119654"/>
              <a:gd name="connsiteY47180" fmla="*/ 2227527 h 2398711"/>
              <a:gd name="connsiteX47181" fmla="*/ 835543 w 2119654"/>
              <a:gd name="connsiteY47181" fmla="*/ 2225881 h 2398711"/>
              <a:gd name="connsiteX47182" fmla="*/ 825105 w 2119654"/>
              <a:gd name="connsiteY47182" fmla="*/ 2223710 h 2398711"/>
              <a:gd name="connsiteX47183" fmla="*/ 821478 w 2119654"/>
              <a:gd name="connsiteY47183" fmla="*/ 2230877 h 2398711"/>
              <a:gd name="connsiteX47184" fmla="*/ 824274 w 2119654"/>
              <a:gd name="connsiteY47184" fmla="*/ 2234263 h 2398711"/>
              <a:gd name="connsiteX47185" fmla="*/ 830206 w 2119654"/>
              <a:gd name="connsiteY47185" fmla="*/ 2231996 h 2398711"/>
              <a:gd name="connsiteX47186" fmla="*/ 828414 w 2119654"/>
              <a:gd name="connsiteY47186" fmla="*/ 2229598 h 2398711"/>
              <a:gd name="connsiteX47187" fmla="*/ 1498906 w 2119654"/>
              <a:gd name="connsiteY47187" fmla="*/ 713881 h 2398711"/>
              <a:gd name="connsiteX47188" fmla="*/ 1499012 w 2119654"/>
              <a:gd name="connsiteY47188" fmla="*/ 714666 h 2398711"/>
              <a:gd name="connsiteX47189" fmla="*/ 1499027 w 2119654"/>
              <a:gd name="connsiteY47189" fmla="*/ 714248 h 2398711"/>
              <a:gd name="connsiteX47190" fmla="*/ 849574 w 2119654"/>
              <a:gd name="connsiteY47190" fmla="*/ 2167677 h 2398711"/>
              <a:gd name="connsiteX47191" fmla="*/ 850693 w 2119654"/>
              <a:gd name="connsiteY47191" fmla="*/ 2169320 h 2398711"/>
              <a:gd name="connsiteX47192" fmla="*/ 853510 w 2119654"/>
              <a:gd name="connsiteY47192" fmla="*/ 2168780 h 2398711"/>
              <a:gd name="connsiteX47193" fmla="*/ 851249 w 2119654"/>
              <a:gd name="connsiteY47193" fmla="*/ 2166970 h 2398711"/>
              <a:gd name="connsiteX47194" fmla="*/ 810140 w 2119654"/>
              <a:gd name="connsiteY47194" fmla="*/ 2255868 h 2398711"/>
              <a:gd name="connsiteX47195" fmla="*/ 810447 w 2119654"/>
              <a:gd name="connsiteY47195" fmla="*/ 2256828 h 2398711"/>
              <a:gd name="connsiteX47196" fmla="*/ 812105 w 2119654"/>
              <a:gd name="connsiteY47196" fmla="*/ 2261787 h 2398711"/>
              <a:gd name="connsiteX47197" fmla="*/ 814904 w 2119654"/>
              <a:gd name="connsiteY47197" fmla="*/ 2260141 h 2398711"/>
              <a:gd name="connsiteX47198" fmla="*/ 822195 w 2119654"/>
              <a:gd name="connsiteY47198" fmla="*/ 2255717 h 2398711"/>
              <a:gd name="connsiteX47199" fmla="*/ 811942 w 2119654"/>
              <a:gd name="connsiteY47199" fmla="*/ 2255294 h 2398711"/>
              <a:gd name="connsiteX47200" fmla="*/ 1496441 w 2119654"/>
              <a:gd name="connsiteY47200" fmla="*/ 718683 h 2398711"/>
              <a:gd name="connsiteX47201" fmla="*/ 1496424 w 2119654"/>
              <a:gd name="connsiteY47201" fmla="*/ 718746 h 2398711"/>
              <a:gd name="connsiteX47202" fmla="*/ 1496440 w 2119654"/>
              <a:gd name="connsiteY47202" fmla="*/ 719993 h 2398711"/>
              <a:gd name="connsiteX47203" fmla="*/ 1496489 w 2119654"/>
              <a:gd name="connsiteY47203" fmla="*/ 720404 h 2398711"/>
              <a:gd name="connsiteX47204" fmla="*/ 1498582 w 2119654"/>
              <a:gd name="connsiteY47204" fmla="*/ 726611 h 2398711"/>
              <a:gd name="connsiteX47205" fmla="*/ 1498630 w 2119654"/>
              <a:gd name="connsiteY47205" fmla="*/ 725290 h 2398711"/>
              <a:gd name="connsiteX47206" fmla="*/ 824293 w 2119654"/>
              <a:gd name="connsiteY47206" fmla="*/ 2223541 h 2398711"/>
              <a:gd name="connsiteX47207" fmla="*/ 824443 w 2119654"/>
              <a:gd name="connsiteY47207" fmla="*/ 2223742 h 2398711"/>
              <a:gd name="connsiteX47208" fmla="*/ 824707 w 2119654"/>
              <a:gd name="connsiteY47208" fmla="*/ 2223627 h 2398711"/>
              <a:gd name="connsiteX47209" fmla="*/ 1496725 w 2119654"/>
              <a:gd name="connsiteY47209" fmla="*/ 717775 h 2398711"/>
              <a:gd name="connsiteX47210" fmla="*/ 1497487 w 2119654"/>
              <a:gd name="connsiteY47210" fmla="*/ 720075 h 2398711"/>
              <a:gd name="connsiteX47211" fmla="*/ 1497098 w 2119654"/>
              <a:gd name="connsiteY47211" fmla="*/ 718442 h 2398711"/>
              <a:gd name="connsiteX47212" fmla="*/ 834551 w 2119654"/>
              <a:gd name="connsiteY47212" fmla="*/ 2200276 h 2398711"/>
              <a:gd name="connsiteX47213" fmla="*/ 835316 w 2119654"/>
              <a:gd name="connsiteY47213" fmla="*/ 2201452 h 2398711"/>
              <a:gd name="connsiteX47214" fmla="*/ 836608 w 2119654"/>
              <a:gd name="connsiteY47214" fmla="*/ 2201681 h 2398711"/>
              <a:gd name="connsiteX47215" fmla="*/ 844945 w 2119654"/>
              <a:gd name="connsiteY47215" fmla="*/ 2200505 h 2398711"/>
              <a:gd name="connsiteX47216" fmla="*/ 850195 w 2119654"/>
              <a:gd name="connsiteY47216" fmla="*/ 2199496 h 2398711"/>
              <a:gd name="connsiteX47217" fmla="*/ 829214 w 2119654"/>
              <a:gd name="connsiteY47217" fmla="*/ 2212164 h 2398711"/>
              <a:gd name="connsiteX47218" fmla="*/ 829905 w 2119654"/>
              <a:gd name="connsiteY47218" fmla="*/ 2213646 h 2398711"/>
              <a:gd name="connsiteX47219" fmla="*/ 830309 w 2119654"/>
              <a:gd name="connsiteY47219" fmla="*/ 2214483 h 2398711"/>
              <a:gd name="connsiteX47220" fmla="*/ 834352 w 2119654"/>
              <a:gd name="connsiteY47220" fmla="*/ 2212623 h 2398711"/>
              <a:gd name="connsiteX47221" fmla="*/ 833258 w 2119654"/>
              <a:gd name="connsiteY47221" fmla="*/ 2211254 h 2398711"/>
              <a:gd name="connsiteX47222" fmla="*/ 849253 w 2119654"/>
              <a:gd name="connsiteY47222" fmla="*/ 2167204 h 2398711"/>
              <a:gd name="connsiteX47223" fmla="*/ 849311 w 2119654"/>
              <a:gd name="connsiteY47223" fmla="*/ 2167289 h 2398711"/>
              <a:gd name="connsiteX47224" fmla="*/ 849621 w 2119654"/>
              <a:gd name="connsiteY47224" fmla="*/ 2167159 h 2398711"/>
              <a:gd name="connsiteX47225" fmla="*/ 809930 w 2119654"/>
              <a:gd name="connsiteY47225" fmla="*/ 2255212 h 2398711"/>
              <a:gd name="connsiteX47226" fmla="*/ 809950 w 2119654"/>
              <a:gd name="connsiteY47226" fmla="*/ 2255274 h 2398711"/>
              <a:gd name="connsiteX47227" fmla="*/ 810113 w 2119654"/>
              <a:gd name="connsiteY47227" fmla="*/ 2255219 h 2398711"/>
              <a:gd name="connsiteX47228" fmla="*/ 1507921 w 2119654"/>
              <a:gd name="connsiteY47228" fmla="*/ 692027 h 2398711"/>
              <a:gd name="connsiteX47229" fmla="*/ 1507962 w 2119654"/>
              <a:gd name="connsiteY47229" fmla="*/ 692318 h 2398711"/>
              <a:gd name="connsiteX47230" fmla="*/ 1508208 w 2119654"/>
              <a:gd name="connsiteY47230" fmla="*/ 692792 h 2398711"/>
              <a:gd name="connsiteX47231" fmla="*/ 1528237 w 2119654"/>
              <a:gd name="connsiteY47231" fmla="*/ 646187 h 2398711"/>
              <a:gd name="connsiteX47232" fmla="*/ 1527662 w 2119654"/>
              <a:gd name="connsiteY47232" fmla="*/ 650009 h 2398711"/>
              <a:gd name="connsiteX47233" fmla="*/ 1528041 w 2119654"/>
              <a:gd name="connsiteY47233" fmla="*/ 651551 h 2398711"/>
              <a:gd name="connsiteX47234" fmla="*/ 1488691 w 2119654"/>
              <a:gd name="connsiteY47234" fmla="*/ 733918 h 2398711"/>
              <a:gd name="connsiteX47235" fmla="*/ 1488876 w 2119654"/>
              <a:gd name="connsiteY47235" fmla="*/ 734689 h 2398711"/>
              <a:gd name="connsiteX47236" fmla="*/ 1490208 w 2119654"/>
              <a:gd name="connsiteY47236" fmla="*/ 736664 h 2398711"/>
              <a:gd name="connsiteX47237" fmla="*/ 1490211 w 2119654"/>
              <a:gd name="connsiteY47237" fmla="*/ 736574 h 2398711"/>
              <a:gd name="connsiteX47238" fmla="*/ 1491371 w 2119654"/>
              <a:gd name="connsiteY47238" fmla="*/ 727592 h 2398711"/>
              <a:gd name="connsiteX47239" fmla="*/ 1491256 w 2119654"/>
              <a:gd name="connsiteY47239" fmla="*/ 730789 h 2398711"/>
              <a:gd name="connsiteX47240" fmla="*/ 1491599 w 2119654"/>
              <a:gd name="connsiteY47240" fmla="*/ 731548 h 2398711"/>
              <a:gd name="connsiteX47241" fmla="*/ 1492278 w 2119654"/>
              <a:gd name="connsiteY47241" fmla="*/ 732733 h 2398711"/>
              <a:gd name="connsiteX47242" fmla="*/ 1492760 w 2119654"/>
              <a:gd name="connsiteY47242" fmla="*/ 731031 h 2398711"/>
              <a:gd name="connsiteX47243" fmla="*/ 843311 w 2119654"/>
              <a:gd name="connsiteY47243" fmla="*/ 2178565 h 2398711"/>
              <a:gd name="connsiteX47244" fmla="*/ 843773 w 2119654"/>
              <a:gd name="connsiteY47244" fmla="*/ 2178592 h 2398711"/>
              <a:gd name="connsiteX47245" fmla="*/ 844545 w 2119654"/>
              <a:gd name="connsiteY47245" fmla="*/ 2178529 h 2398711"/>
              <a:gd name="connsiteX47246" fmla="*/ 845829 w 2119654"/>
              <a:gd name="connsiteY47246" fmla="*/ 2178126 h 2398711"/>
              <a:gd name="connsiteX47247" fmla="*/ 843863 w 2119654"/>
              <a:gd name="connsiteY47247" fmla="*/ 2178182 h 2398711"/>
              <a:gd name="connsiteX47248" fmla="*/ 1523199 w 2119654"/>
              <a:gd name="connsiteY47248" fmla="*/ 656137 h 2398711"/>
              <a:gd name="connsiteX47249" fmla="*/ 1521894 w 2119654"/>
              <a:gd name="connsiteY47249" fmla="*/ 663406 h 2398711"/>
              <a:gd name="connsiteX47250" fmla="*/ 1523363 w 2119654"/>
              <a:gd name="connsiteY47250" fmla="*/ 674234 h 2398711"/>
              <a:gd name="connsiteX47251" fmla="*/ 1523801 w 2119654"/>
              <a:gd name="connsiteY47251" fmla="*/ 671577 h 2398711"/>
              <a:gd name="connsiteX47252" fmla="*/ 1498256 w 2119654"/>
              <a:gd name="connsiteY47252" fmla="*/ 711927 h 2398711"/>
              <a:gd name="connsiteX47253" fmla="*/ 1498123 w 2119654"/>
              <a:gd name="connsiteY47253" fmla="*/ 712421 h 2398711"/>
              <a:gd name="connsiteX47254" fmla="*/ 1498629 w 2119654"/>
              <a:gd name="connsiteY47254" fmla="*/ 714752 h 2398711"/>
              <a:gd name="connsiteX47255" fmla="*/ 1498885 w 2119654"/>
              <a:gd name="connsiteY47255" fmla="*/ 715212 h 2398711"/>
              <a:gd name="connsiteX47256" fmla="*/ 1498566 w 2119654"/>
              <a:gd name="connsiteY47256" fmla="*/ 712861 h 2398711"/>
              <a:gd name="connsiteX47257" fmla="*/ 1506026 w 2119654"/>
              <a:gd name="connsiteY47257" fmla="*/ 694394 h 2398711"/>
              <a:gd name="connsiteX47258" fmla="*/ 1506453 w 2119654"/>
              <a:gd name="connsiteY47258" fmla="*/ 701771 h 2398711"/>
              <a:gd name="connsiteX47259" fmla="*/ 1507334 w 2119654"/>
              <a:gd name="connsiteY47259" fmla="*/ 704508 h 2398711"/>
              <a:gd name="connsiteX47260" fmla="*/ 1508930 w 2119654"/>
              <a:gd name="connsiteY47260" fmla="*/ 707543 h 2398711"/>
              <a:gd name="connsiteX47261" fmla="*/ 1509593 w 2119654"/>
              <a:gd name="connsiteY47261" fmla="*/ 708846 h 2398711"/>
              <a:gd name="connsiteX47262" fmla="*/ 1509871 w 2119654"/>
              <a:gd name="connsiteY47262" fmla="*/ 707493 h 2398711"/>
              <a:gd name="connsiteX47263" fmla="*/ 1508785 w 2119654"/>
              <a:gd name="connsiteY47263" fmla="*/ 699861 h 2398711"/>
              <a:gd name="connsiteX47264" fmla="*/ 1508258 w 2119654"/>
              <a:gd name="connsiteY47264" fmla="*/ 698729 h 2398711"/>
              <a:gd name="connsiteX47265" fmla="*/ 1532364 w 2119654"/>
              <a:gd name="connsiteY47265" fmla="*/ 635413 h 2398711"/>
              <a:gd name="connsiteX47266" fmla="*/ 1532708 w 2119654"/>
              <a:gd name="connsiteY47266" fmla="*/ 646395 h 2398711"/>
              <a:gd name="connsiteX47267" fmla="*/ 1533555 w 2119654"/>
              <a:gd name="connsiteY47267" fmla="*/ 640262 h 2398711"/>
              <a:gd name="connsiteX47268" fmla="*/ 1533553 w 2119654"/>
              <a:gd name="connsiteY47268" fmla="*/ 638389 h 2398711"/>
              <a:gd name="connsiteX47269" fmla="*/ 842393 w 2119654"/>
              <a:gd name="connsiteY47269" fmla="*/ 2179205 h 2398711"/>
              <a:gd name="connsiteX47270" fmla="*/ 842561 w 2119654"/>
              <a:gd name="connsiteY47270" fmla="*/ 2179152 h 2398711"/>
              <a:gd name="connsiteX47271" fmla="*/ 842457 w 2119654"/>
              <a:gd name="connsiteY47271" fmla="*/ 2179160 h 2398711"/>
              <a:gd name="connsiteX47272" fmla="*/ 1499242 w 2119654"/>
              <a:gd name="connsiteY47272" fmla="*/ 708259 h 2398711"/>
              <a:gd name="connsiteX47273" fmla="*/ 1498333 w 2119654"/>
              <a:gd name="connsiteY47273" fmla="*/ 711640 h 2398711"/>
              <a:gd name="connsiteX47274" fmla="*/ 1498560 w 2119654"/>
              <a:gd name="connsiteY47274" fmla="*/ 712323 h 2398711"/>
              <a:gd name="connsiteX47275" fmla="*/ 1498714 w 2119654"/>
              <a:gd name="connsiteY47275" fmla="*/ 712472 h 2398711"/>
              <a:gd name="connsiteX47276" fmla="*/ 1498786 w 2119654"/>
              <a:gd name="connsiteY47276" fmla="*/ 713003 h 2398711"/>
              <a:gd name="connsiteX47277" fmla="*/ 1499044 w 2119654"/>
              <a:gd name="connsiteY47277" fmla="*/ 713779 h 2398711"/>
              <a:gd name="connsiteX47278" fmla="*/ 1491446 w 2119654"/>
              <a:gd name="connsiteY47278" fmla="*/ 725498 h 2398711"/>
              <a:gd name="connsiteX47279" fmla="*/ 1491399 w 2119654"/>
              <a:gd name="connsiteY47279" fmla="*/ 726806 h 2398711"/>
              <a:gd name="connsiteX47280" fmla="*/ 1492903 w 2119654"/>
              <a:gd name="connsiteY47280" fmla="*/ 730527 h 2398711"/>
              <a:gd name="connsiteX47281" fmla="*/ 1493295 w 2119654"/>
              <a:gd name="connsiteY47281" fmla="*/ 729146 h 2398711"/>
              <a:gd name="connsiteX47282" fmla="*/ 1513947 w 2119654"/>
              <a:gd name="connsiteY47282" fmla="*/ 674413 h 2398711"/>
              <a:gd name="connsiteX47283" fmla="*/ 1513955 w 2119654"/>
              <a:gd name="connsiteY47283" fmla="*/ 674727 h 2398711"/>
              <a:gd name="connsiteX47284" fmla="*/ 1514270 w 2119654"/>
              <a:gd name="connsiteY47284" fmla="*/ 675108 h 2398711"/>
              <a:gd name="connsiteX47285" fmla="*/ 1500001 w 2119654"/>
              <a:gd name="connsiteY47285" fmla="*/ 705434 h 2398711"/>
              <a:gd name="connsiteX47286" fmla="*/ 1499999 w 2119654"/>
              <a:gd name="connsiteY47286" fmla="*/ 705444 h 2398711"/>
              <a:gd name="connsiteX47287" fmla="*/ 1501201 w 2119654"/>
              <a:gd name="connsiteY47287" fmla="*/ 719353 h 2398711"/>
              <a:gd name="connsiteX47288" fmla="*/ 1503873 w 2119654"/>
              <a:gd name="connsiteY47288" fmla="*/ 724131 h 2398711"/>
              <a:gd name="connsiteX47289" fmla="*/ 1502744 w 2119654"/>
              <a:gd name="connsiteY47289" fmla="*/ 714550 h 2398711"/>
              <a:gd name="connsiteX47290" fmla="*/ 1551954 w 2119654"/>
              <a:gd name="connsiteY47290" fmla="*/ 588660 h 2398711"/>
              <a:gd name="connsiteX47291" fmla="*/ 1559487 w 2119654"/>
              <a:gd name="connsiteY47291" fmla="*/ 613488 h 2398711"/>
              <a:gd name="connsiteX47292" fmla="*/ 1559233 w 2119654"/>
              <a:gd name="connsiteY47292" fmla="*/ 606350 h 2398711"/>
              <a:gd name="connsiteX47293" fmla="*/ 1559126 w 2119654"/>
              <a:gd name="connsiteY47293" fmla="*/ 604171 h 2398711"/>
              <a:gd name="connsiteX47294" fmla="*/ 841016 w 2119654"/>
              <a:gd name="connsiteY47294" fmla="*/ 2180162 h 2398711"/>
              <a:gd name="connsiteX47295" fmla="*/ 845846 w 2119654"/>
              <a:gd name="connsiteY47295" fmla="*/ 2179836 h 2398711"/>
              <a:gd name="connsiteX47296" fmla="*/ 847005 w 2119654"/>
              <a:gd name="connsiteY47296" fmla="*/ 2179412 h 2398711"/>
              <a:gd name="connsiteX47297" fmla="*/ 844207 w 2119654"/>
              <a:gd name="connsiteY47297" fmla="*/ 2179139 h 2398711"/>
              <a:gd name="connsiteX47298" fmla="*/ 841196 w 2119654"/>
              <a:gd name="connsiteY47298" fmla="*/ 2180037 h 2398711"/>
              <a:gd name="connsiteX47299" fmla="*/ 1497567 w 2119654"/>
              <a:gd name="connsiteY47299" fmla="*/ 709852 h 2398711"/>
              <a:gd name="connsiteX47300" fmla="*/ 1498007 w 2119654"/>
              <a:gd name="connsiteY47300" fmla="*/ 711881 h 2398711"/>
              <a:gd name="connsiteX47301" fmla="*/ 1498112 w 2119654"/>
              <a:gd name="connsiteY47301" fmla="*/ 711491 h 2398711"/>
              <a:gd name="connsiteX47302" fmla="*/ 849122 w 2119654"/>
              <a:gd name="connsiteY47302" fmla="*/ 2161666 h 2398711"/>
              <a:gd name="connsiteX47303" fmla="*/ 853791 w 2119654"/>
              <a:gd name="connsiteY47303" fmla="*/ 2165400 h 2398711"/>
              <a:gd name="connsiteX47304" fmla="*/ 861740 w 2119654"/>
              <a:gd name="connsiteY47304" fmla="*/ 2162048 h 2398711"/>
              <a:gd name="connsiteX47305" fmla="*/ 858460 w 2119654"/>
              <a:gd name="connsiteY47305" fmla="*/ 2159720 h 2398711"/>
              <a:gd name="connsiteX47306" fmla="*/ 856751 w 2119654"/>
              <a:gd name="connsiteY47306" fmla="*/ 2144527 h 2398711"/>
              <a:gd name="connsiteX47307" fmla="*/ 857153 w 2119654"/>
              <a:gd name="connsiteY47307" fmla="*/ 2145226 h 2398711"/>
              <a:gd name="connsiteX47308" fmla="*/ 859842 w 2119654"/>
              <a:gd name="connsiteY47308" fmla="*/ 2145910 h 2398711"/>
              <a:gd name="connsiteX47309" fmla="*/ 863634 w 2119654"/>
              <a:gd name="connsiteY47309" fmla="*/ 2145460 h 2398711"/>
              <a:gd name="connsiteX47310" fmla="*/ 859339 w 2119654"/>
              <a:gd name="connsiteY47310" fmla="*/ 2144267 h 2398711"/>
              <a:gd name="connsiteX47311" fmla="*/ 1500979 w 2119654"/>
              <a:gd name="connsiteY47311" fmla="*/ 701794 h 2398711"/>
              <a:gd name="connsiteX47312" fmla="*/ 1500132 w 2119654"/>
              <a:gd name="connsiteY47312" fmla="*/ 704945 h 2398711"/>
              <a:gd name="connsiteX47313" fmla="*/ 1502565 w 2119654"/>
              <a:gd name="connsiteY47313" fmla="*/ 713028 h 2398711"/>
              <a:gd name="connsiteX47314" fmla="*/ 1501396 w 2119654"/>
              <a:gd name="connsiteY47314" fmla="*/ 703109 h 2398711"/>
              <a:gd name="connsiteX47315" fmla="*/ 830297 w 2119654"/>
              <a:gd name="connsiteY47315" fmla="*/ 2203480 h 2398711"/>
              <a:gd name="connsiteX47316" fmla="*/ 837335 w 2119654"/>
              <a:gd name="connsiteY47316" fmla="*/ 2209822 h 2398711"/>
              <a:gd name="connsiteX47317" fmla="*/ 839303 w 2119654"/>
              <a:gd name="connsiteY47317" fmla="*/ 2209379 h 2398711"/>
              <a:gd name="connsiteX47318" fmla="*/ 835888 w 2119654"/>
              <a:gd name="connsiteY47318" fmla="*/ 2204676 h 2398711"/>
              <a:gd name="connsiteX47319" fmla="*/ 834685 w 2119654"/>
              <a:gd name="connsiteY47319" fmla="*/ 2202870 h 2398711"/>
              <a:gd name="connsiteX47320" fmla="*/ 1501162 w 2119654"/>
              <a:gd name="connsiteY47320" fmla="*/ 701116 h 2398711"/>
              <a:gd name="connsiteX47321" fmla="*/ 1501151 w 2119654"/>
              <a:gd name="connsiteY47321" fmla="*/ 701154 h 2398711"/>
              <a:gd name="connsiteX47322" fmla="*/ 1501173 w 2119654"/>
              <a:gd name="connsiteY47322" fmla="*/ 701219 h 2398711"/>
              <a:gd name="connsiteX47323" fmla="*/ 1505863 w 2119654"/>
              <a:gd name="connsiteY47323" fmla="*/ 689881 h 2398711"/>
              <a:gd name="connsiteX47324" fmla="*/ 1505830 w 2119654"/>
              <a:gd name="connsiteY47324" fmla="*/ 691005 h 2398711"/>
              <a:gd name="connsiteX47325" fmla="*/ 1505938 w 2119654"/>
              <a:gd name="connsiteY47325" fmla="*/ 692877 h 2398711"/>
              <a:gd name="connsiteX47326" fmla="*/ 1508498 w 2119654"/>
              <a:gd name="connsiteY47326" fmla="*/ 697849 h 2398711"/>
              <a:gd name="connsiteX47327" fmla="*/ 1507933 w 2119654"/>
              <a:gd name="connsiteY47327" fmla="*/ 693882 h 2398711"/>
              <a:gd name="connsiteX47328" fmla="*/ 808587 w 2119654"/>
              <a:gd name="connsiteY47328" fmla="*/ 2251005 h 2398711"/>
              <a:gd name="connsiteX47329" fmla="*/ 809858 w 2119654"/>
              <a:gd name="connsiteY47329" fmla="*/ 2254984 h 2398711"/>
              <a:gd name="connsiteX47330" fmla="*/ 810715 w 2119654"/>
              <a:gd name="connsiteY47330" fmla="*/ 2255019 h 2398711"/>
              <a:gd name="connsiteX47331" fmla="*/ 833718 w 2119654"/>
              <a:gd name="connsiteY47331" fmla="*/ 2247356 h 2398711"/>
              <a:gd name="connsiteX47332" fmla="*/ 1502587 w 2119654"/>
              <a:gd name="connsiteY47332" fmla="*/ 696389 h 2398711"/>
              <a:gd name="connsiteX47333" fmla="*/ 1504249 w 2119654"/>
              <a:gd name="connsiteY47333" fmla="*/ 710491 h 2398711"/>
              <a:gd name="connsiteX47334" fmla="*/ 1504878 w 2119654"/>
              <a:gd name="connsiteY47334" fmla="*/ 712472 h 2398711"/>
              <a:gd name="connsiteX47335" fmla="*/ 1505182 w 2119654"/>
              <a:gd name="connsiteY47335" fmla="*/ 702063 h 2398711"/>
              <a:gd name="connsiteX47336" fmla="*/ 1505172 w 2119654"/>
              <a:gd name="connsiteY47336" fmla="*/ 701468 h 2398711"/>
              <a:gd name="connsiteX47337" fmla="*/ 1491638 w 2119654"/>
              <a:gd name="connsiteY47337" fmla="*/ 720555 h 2398711"/>
              <a:gd name="connsiteX47338" fmla="*/ 1491607 w 2119654"/>
              <a:gd name="connsiteY47338" fmla="*/ 721017 h 2398711"/>
              <a:gd name="connsiteX47339" fmla="*/ 1491495 w 2119654"/>
              <a:gd name="connsiteY47339" fmla="*/ 724141 h 2398711"/>
              <a:gd name="connsiteX47340" fmla="*/ 1493559 w 2119654"/>
              <a:gd name="connsiteY47340" fmla="*/ 728215 h 2398711"/>
              <a:gd name="connsiteX47341" fmla="*/ 1493831 w 2119654"/>
              <a:gd name="connsiteY47341" fmla="*/ 727255 h 2398711"/>
              <a:gd name="connsiteX47342" fmla="*/ 1493829 w 2119654"/>
              <a:gd name="connsiteY47342" fmla="*/ 727048 h 2398711"/>
              <a:gd name="connsiteX47343" fmla="*/ 1512853 w 2119654"/>
              <a:gd name="connsiteY47343" fmla="*/ 672064 h 2398711"/>
              <a:gd name="connsiteX47344" fmla="*/ 1513056 w 2119654"/>
              <a:gd name="connsiteY47344" fmla="*/ 673640 h 2398711"/>
              <a:gd name="connsiteX47345" fmla="*/ 1513585 w 2119654"/>
              <a:gd name="connsiteY47345" fmla="*/ 674280 h 2398711"/>
              <a:gd name="connsiteX47346" fmla="*/ 1513568 w 2119654"/>
              <a:gd name="connsiteY47346" fmla="*/ 673600 h 2398711"/>
              <a:gd name="connsiteX47347" fmla="*/ 855069 w 2119654"/>
              <a:gd name="connsiteY47347" fmla="*/ 2144696 h 2398711"/>
              <a:gd name="connsiteX47348" fmla="*/ 856550 w 2119654"/>
              <a:gd name="connsiteY47348" fmla="*/ 2145072 h 2398711"/>
              <a:gd name="connsiteX47349" fmla="*/ 856264 w 2119654"/>
              <a:gd name="connsiteY47349" fmla="*/ 2144575 h 2398711"/>
              <a:gd name="connsiteX47350" fmla="*/ 1505953 w 2119654"/>
              <a:gd name="connsiteY47350" fmla="*/ 686834 h 2398711"/>
              <a:gd name="connsiteX47351" fmla="*/ 1505909 w 2119654"/>
              <a:gd name="connsiteY47351" fmla="*/ 688346 h 2398711"/>
              <a:gd name="connsiteX47352" fmla="*/ 1507614 w 2119654"/>
              <a:gd name="connsiteY47352" fmla="*/ 691645 h 2398711"/>
              <a:gd name="connsiteX47353" fmla="*/ 1507514 w 2119654"/>
              <a:gd name="connsiteY47353" fmla="*/ 690944 h 2398711"/>
              <a:gd name="connsiteX47354" fmla="*/ 1506066 w 2119654"/>
              <a:gd name="connsiteY47354" fmla="*/ 687079 h 2398711"/>
              <a:gd name="connsiteX47355" fmla="*/ 829949 w 2119654"/>
              <a:gd name="connsiteY47355" fmla="*/ 2200505 h 2398711"/>
              <a:gd name="connsiteX47356" fmla="*/ 833532 w 2119654"/>
              <a:gd name="connsiteY47356" fmla="*/ 2201138 h 2398711"/>
              <a:gd name="connsiteX47357" fmla="*/ 833009 w 2119654"/>
              <a:gd name="connsiteY47357" fmla="*/ 2200353 h 2398711"/>
              <a:gd name="connsiteX47358" fmla="*/ 1525615 w 2119654"/>
              <a:gd name="connsiteY47358" fmla="*/ 642680 h 2398711"/>
              <a:gd name="connsiteX47359" fmla="*/ 1523607 w 2119654"/>
              <a:gd name="connsiteY47359" fmla="*/ 653862 h 2398711"/>
              <a:gd name="connsiteX47360" fmla="*/ 1524203 w 2119654"/>
              <a:gd name="connsiteY47360" fmla="*/ 669130 h 2398711"/>
              <a:gd name="connsiteX47361" fmla="*/ 1525626 w 2119654"/>
              <a:gd name="connsiteY47361" fmla="*/ 660479 h 2398711"/>
              <a:gd name="connsiteX47362" fmla="*/ 1524091 w 2119654"/>
              <a:gd name="connsiteY47362" fmla="*/ 656644 h 2398711"/>
              <a:gd name="connsiteX47363" fmla="*/ 1524351 w 2119654"/>
              <a:gd name="connsiteY47363" fmla="*/ 656792 h 2398711"/>
              <a:gd name="connsiteX47364" fmla="*/ 1525684 w 2119654"/>
              <a:gd name="connsiteY47364" fmla="*/ 660124 h 2398711"/>
              <a:gd name="connsiteX47365" fmla="*/ 1527374 w 2119654"/>
              <a:gd name="connsiteY47365" fmla="*/ 649843 h 2398711"/>
              <a:gd name="connsiteX47366" fmla="*/ 846518 w 2119654"/>
              <a:gd name="connsiteY47366" fmla="*/ 2163186 h 2398711"/>
              <a:gd name="connsiteX47367" fmla="*/ 849102 w 2119654"/>
              <a:gd name="connsiteY47367" fmla="*/ 2166983 h 2398711"/>
              <a:gd name="connsiteX47368" fmla="*/ 850492 w 2119654"/>
              <a:gd name="connsiteY47368" fmla="*/ 2166792 h 2398711"/>
              <a:gd name="connsiteX47369" fmla="*/ 850841 w 2119654"/>
              <a:gd name="connsiteY47369" fmla="*/ 2166644 h 2398711"/>
              <a:gd name="connsiteX47370" fmla="*/ 1500189 w 2119654"/>
              <a:gd name="connsiteY47370" fmla="*/ 699302 h 2398711"/>
              <a:gd name="connsiteX47371" fmla="*/ 1500003 w 2119654"/>
              <a:gd name="connsiteY47371" fmla="*/ 704451 h 2398711"/>
              <a:gd name="connsiteX47372" fmla="*/ 1500837 w 2119654"/>
              <a:gd name="connsiteY47372" fmla="*/ 701346 h 2398711"/>
              <a:gd name="connsiteX47373" fmla="*/ 818006 w 2119654"/>
              <a:gd name="connsiteY47373" fmla="*/ 2226672 h 2398711"/>
              <a:gd name="connsiteX47374" fmla="*/ 821197 w 2119654"/>
              <a:gd name="connsiteY47374" fmla="*/ 2230537 h 2398711"/>
              <a:gd name="connsiteX47375" fmla="*/ 828091 w 2119654"/>
              <a:gd name="connsiteY47375" fmla="*/ 2229166 h 2398711"/>
              <a:gd name="connsiteX47376" fmla="*/ 824273 w 2119654"/>
              <a:gd name="connsiteY47376" fmla="*/ 2224058 h 2398711"/>
              <a:gd name="connsiteX47377" fmla="*/ 855579 w 2119654"/>
              <a:gd name="connsiteY47377" fmla="*/ 2142489 h 2398711"/>
              <a:gd name="connsiteX47378" fmla="*/ 855785 w 2119654"/>
              <a:gd name="connsiteY47378" fmla="*/ 2142847 h 2398711"/>
              <a:gd name="connsiteX47379" fmla="*/ 857050 w 2119654"/>
              <a:gd name="connsiteY47379" fmla="*/ 2143199 h 2398711"/>
              <a:gd name="connsiteX47380" fmla="*/ 858074 w 2119654"/>
              <a:gd name="connsiteY47380" fmla="*/ 2143096 h 2398711"/>
              <a:gd name="connsiteX47381" fmla="*/ 858636 w 2119654"/>
              <a:gd name="connsiteY47381" fmla="*/ 2142970 h 2398711"/>
              <a:gd name="connsiteX47382" fmla="*/ 831700 w 2119654"/>
              <a:gd name="connsiteY47382" fmla="*/ 2195889 h 2398711"/>
              <a:gd name="connsiteX47383" fmla="*/ 834335 w 2119654"/>
              <a:gd name="connsiteY47383" fmla="*/ 2199943 h 2398711"/>
              <a:gd name="connsiteX47384" fmla="*/ 843017 w 2119654"/>
              <a:gd name="connsiteY47384" fmla="*/ 2199510 h 2398711"/>
              <a:gd name="connsiteX47385" fmla="*/ 856365 w 2119654"/>
              <a:gd name="connsiteY47385" fmla="*/ 2198310 h 2398711"/>
              <a:gd name="connsiteX47386" fmla="*/ 870884 w 2119654"/>
              <a:gd name="connsiteY47386" fmla="*/ 2195519 h 2398711"/>
              <a:gd name="connsiteX47387" fmla="*/ 870933 w 2119654"/>
              <a:gd name="connsiteY47387" fmla="*/ 2195494 h 2398711"/>
              <a:gd name="connsiteX47388" fmla="*/ 866959 w 2119654"/>
              <a:gd name="connsiteY47388" fmla="*/ 2190682 h 2398711"/>
              <a:gd name="connsiteX47389" fmla="*/ 846161 w 2119654"/>
              <a:gd name="connsiteY47389" fmla="*/ 2191921 h 2398711"/>
              <a:gd name="connsiteX47390" fmla="*/ 838584 w 2119654"/>
              <a:gd name="connsiteY47390" fmla="*/ 2192270 h 2398711"/>
              <a:gd name="connsiteX47391" fmla="*/ 828090 w 2119654"/>
              <a:gd name="connsiteY47391" fmla="*/ 2203787 h 2398711"/>
              <a:gd name="connsiteX47392" fmla="*/ 833452 w 2119654"/>
              <a:gd name="connsiteY47392" fmla="*/ 2210696 h 2398711"/>
              <a:gd name="connsiteX47393" fmla="*/ 836864 w 2119654"/>
              <a:gd name="connsiteY47393" fmla="*/ 2209928 h 2398711"/>
              <a:gd name="connsiteX47394" fmla="*/ 829786 w 2119654"/>
              <a:gd name="connsiteY47394" fmla="*/ 2203551 h 2398711"/>
              <a:gd name="connsiteX47395" fmla="*/ 839411 w 2119654"/>
              <a:gd name="connsiteY47395" fmla="*/ 2178306 h 2398711"/>
              <a:gd name="connsiteX47396" fmla="*/ 840284 w 2119654"/>
              <a:gd name="connsiteY47396" fmla="*/ 2178391 h 2398711"/>
              <a:gd name="connsiteX47397" fmla="*/ 842301 w 2119654"/>
              <a:gd name="connsiteY47397" fmla="*/ 2178507 h 2398711"/>
              <a:gd name="connsiteX47398" fmla="*/ 842723 w 2119654"/>
              <a:gd name="connsiteY47398" fmla="*/ 2178213 h 2398711"/>
              <a:gd name="connsiteX47399" fmla="*/ 1489679 w 2119654"/>
              <a:gd name="connsiteY47399" fmla="*/ 722008 h 2398711"/>
              <a:gd name="connsiteX47400" fmla="*/ 1489417 w 2119654"/>
              <a:gd name="connsiteY47400" fmla="*/ 722727 h 2398711"/>
              <a:gd name="connsiteX47401" fmla="*/ 1489106 w 2119654"/>
              <a:gd name="connsiteY47401" fmla="*/ 726035 h 2398711"/>
              <a:gd name="connsiteX47402" fmla="*/ 1490482 w 2119654"/>
              <a:gd name="connsiteY47402" fmla="*/ 729078 h 2398711"/>
              <a:gd name="connsiteX47403" fmla="*/ 1490604 w 2119654"/>
              <a:gd name="connsiteY47403" fmla="*/ 725695 h 2398711"/>
              <a:gd name="connsiteX47404" fmla="*/ 1490370 w 2119654"/>
              <a:gd name="connsiteY47404" fmla="*/ 725118 h 2398711"/>
              <a:gd name="connsiteX47405" fmla="*/ 1490619 w 2119654"/>
              <a:gd name="connsiteY47405" fmla="*/ 725260 h 2398711"/>
              <a:gd name="connsiteX47406" fmla="*/ 1490666 w 2119654"/>
              <a:gd name="connsiteY47406" fmla="*/ 723957 h 2398711"/>
              <a:gd name="connsiteX47407" fmla="*/ 821004 w 2119654"/>
              <a:gd name="connsiteY47407" fmla="*/ 2219141 h 2398711"/>
              <a:gd name="connsiteX47408" fmla="*/ 823936 w 2119654"/>
              <a:gd name="connsiteY47408" fmla="*/ 2223064 h 2398711"/>
              <a:gd name="connsiteX47409" fmla="*/ 825335 w 2119654"/>
              <a:gd name="connsiteY47409" fmla="*/ 2223355 h 2398711"/>
              <a:gd name="connsiteX47410" fmla="*/ 832768 w 2119654"/>
              <a:gd name="connsiteY47410" fmla="*/ 2220135 h 2398711"/>
              <a:gd name="connsiteX47411" fmla="*/ 830247 w 2119654"/>
              <a:gd name="connsiteY47411" fmla="*/ 2214916 h 2398711"/>
              <a:gd name="connsiteX47412" fmla="*/ 822487 w 2119654"/>
              <a:gd name="connsiteY47412" fmla="*/ 2218484 h 2398711"/>
              <a:gd name="connsiteX47413" fmla="*/ 1505537 w 2119654"/>
              <a:gd name="connsiteY47413" fmla="*/ 685938 h 2398711"/>
              <a:gd name="connsiteX47414" fmla="*/ 1505616 w 2119654"/>
              <a:gd name="connsiteY47414" fmla="*/ 687295 h 2398711"/>
              <a:gd name="connsiteX47415" fmla="*/ 1505648 w 2119654"/>
              <a:gd name="connsiteY47415" fmla="*/ 686178 h 2398711"/>
              <a:gd name="connsiteX47416" fmla="*/ 1490851 w 2119654"/>
              <a:gd name="connsiteY47416" fmla="*/ 718798 h 2398711"/>
              <a:gd name="connsiteX47417" fmla="*/ 1489987 w 2119654"/>
              <a:gd name="connsiteY47417" fmla="*/ 721164 h 2398711"/>
              <a:gd name="connsiteX47418" fmla="*/ 1490714 w 2119654"/>
              <a:gd name="connsiteY47418" fmla="*/ 722600 h 2398711"/>
              <a:gd name="connsiteX47419" fmla="*/ 807734 w 2119654"/>
              <a:gd name="connsiteY47419" fmla="*/ 2248334 h 2398711"/>
              <a:gd name="connsiteX47420" fmla="*/ 808424 w 2119654"/>
              <a:gd name="connsiteY47420" fmla="*/ 2250494 h 2398711"/>
              <a:gd name="connsiteX47421" fmla="*/ 832648 w 2119654"/>
              <a:gd name="connsiteY47421" fmla="*/ 2246976 h 2398711"/>
              <a:gd name="connsiteX47422" fmla="*/ 834073 w 2119654"/>
              <a:gd name="connsiteY47422" fmla="*/ 2246711 h 2398711"/>
              <a:gd name="connsiteX47423" fmla="*/ 828545 w 2119654"/>
              <a:gd name="connsiteY47423" fmla="*/ 2240018 h 2398711"/>
              <a:gd name="connsiteX47424" fmla="*/ 814919 w 2119654"/>
              <a:gd name="connsiteY47424" fmla="*/ 2245683 h 2398711"/>
              <a:gd name="connsiteX47425" fmla="*/ 836734 w 2119654"/>
              <a:gd name="connsiteY47425" fmla="*/ 2183361 h 2398711"/>
              <a:gd name="connsiteX47426" fmla="*/ 854210 w 2119654"/>
              <a:gd name="connsiteY47426" fmla="*/ 2181427 h 2398711"/>
              <a:gd name="connsiteX47427" fmla="*/ 856905 w 2119654"/>
              <a:gd name="connsiteY47427" fmla="*/ 2180303 h 2398711"/>
              <a:gd name="connsiteX47428" fmla="*/ 855042 w 2119654"/>
              <a:gd name="connsiteY47428" fmla="*/ 2180196 h 2398711"/>
              <a:gd name="connsiteX47429" fmla="*/ 851065 w 2119654"/>
              <a:gd name="connsiteY47429" fmla="*/ 2179808 h 2398711"/>
              <a:gd name="connsiteX47430" fmla="*/ 845382 w 2119654"/>
              <a:gd name="connsiteY47430" fmla="*/ 2180192 h 2398711"/>
              <a:gd name="connsiteX47431" fmla="*/ 1537648 w 2119654"/>
              <a:gd name="connsiteY47431" fmla="*/ 613564 h 2398711"/>
              <a:gd name="connsiteX47432" fmla="*/ 1537338 w 2119654"/>
              <a:gd name="connsiteY47432" fmla="*/ 617173 h 2398711"/>
              <a:gd name="connsiteX47433" fmla="*/ 1539040 w 2119654"/>
              <a:gd name="connsiteY47433" fmla="*/ 630848 h 2398711"/>
              <a:gd name="connsiteX47434" fmla="*/ 1541050 w 2119654"/>
              <a:gd name="connsiteY47434" fmla="*/ 635133 h 2398711"/>
              <a:gd name="connsiteX47435" fmla="*/ 836643 w 2119654"/>
              <a:gd name="connsiteY47435" fmla="*/ 2183209 h 2398711"/>
              <a:gd name="connsiteX47436" fmla="*/ 844763 w 2119654"/>
              <a:gd name="connsiteY47436" fmla="*/ 2180233 h 2398711"/>
              <a:gd name="connsiteX47437" fmla="*/ 840501 w 2119654"/>
              <a:gd name="connsiteY47437" fmla="*/ 2180522 h 2398711"/>
              <a:gd name="connsiteX47438" fmla="*/ 1492616 w 2119654"/>
              <a:gd name="connsiteY47438" fmla="*/ 713968 h 2398711"/>
              <a:gd name="connsiteX47439" fmla="*/ 1492070 w 2119654"/>
              <a:gd name="connsiteY47439" fmla="*/ 715462 h 2398711"/>
              <a:gd name="connsiteX47440" fmla="*/ 1493739 w 2119654"/>
              <a:gd name="connsiteY47440" fmla="*/ 720259 h 2398711"/>
              <a:gd name="connsiteX47441" fmla="*/ 1493699 w 2119654"/>
              <a:gd name="connsiteY47441" fmla="*/ 717181 h 2398711"/>
              <a:gd name="connsiteX47442" fmla="*/ 1496254 w 2119654"/>
              <a:gd name="connsiteY47442" fmla="*/ 705757 h 2398711"/>
              <a:gd name="connsiteX47443" fmla="*/ 1496311 w 2119654"/>
              <a:gd name="connsiteY47443" fmla="*/ 710130 h 2398711"/>
              <a:gd name="connsiteX47444" fmla="*/ 1496615 w 2119654"/>
              <a:gd name="connsiteY47444" fmla="*/ 711152 h 2398711"/>
              <a:gd name="connsiteX47445" fmla="*/ 1497600 w 2119654"/>
              <a:gd name="connsiteY47445" fmla="*/ 712914 h 2398711"/>
              <a:gd name="connsiteX47446" fmla="*/ 1497346 w 2119654"/>
              <a:gd name="connsiteY47446" fmla="*/ 710798 h 2398711"/>
              <a:gd name="connsiteX47447" fmla="*/ 1532020 w 2119654"/>
              <a:gd name="connsiteY47447" fmla="*/ 624432 h 2398711"/>
              <a:gd name="connsiteX47448" fmla="*/ 1532197 w 2119654"/>
              <a:gd name="connsiteY47448" fmla="*/ 630118 h 2398711"/>
              <a:gd name="connsiteX47449" fmla="*/ 1533298 w 2119654"/>
              <a:gd name="connsiteY47449" fmla="*/ 632464 h 2398711"/>
              <a:gd name="connsiteX47450" fmla="*/ 1496461 w 2119654"/>
              <a:gd name="connsiteY47450" fmla="*/ 703438 h 2398711"/>
              <a:gd name="connsiteX47451" fmla="*/ 1496240 w 2119654"/>
              <a:gd name="connsiteY47451" fmla="*/ 704045 h 2398711"/>
              <a:gd name="connsiteX47452" fmla="*/ 1496854 w 2119654"/>
              <a:gd name="connsiteY47452" fmla="*/ 706708 h 2398711"/>
              <a:gd name="connsiteX47453" fmla="*/ 840955 w 2119654"/>
              <a:gd name="connsiteY47453" fmla="*/ 2171188 h 2398711"/>
              <a:gd name="connsiteX47454" fmla="*/ 850129 w 2119654"/>
              <a:gd name="connsiteY47454" fmla="*/ 2169428 h 2398711"/>
              <a:gd name="connsiteX47455" fmla="*/ 848985 w 2119654"/>
              <a:gd name="connsiteY47455" fmla="*/ 2167925 h 2398711"/>
              <a:gd name="connsiteX47456" fmla="*/ 848744 w 2119654"/>
              <a:gd name="connsiteY47456" fmla="*/ 2168026 h 2398711"/>
              <a:gd name="connsiteX47457" fmla="*/ 1500366 w 2119654"/>
              <a:gd name="connsiteY47457" fmla="*/ 694369 h 2398711"/>
              <a:gd name="connsiteX47458" fmla="*/ 1500223 w 2119654"/>
              <a:gd name="connsiteY47458" fmla="*/ 698356 h 2398711"/>
              <a:gd name="connsiteX47459" fmla="*/ 1501007 w 2119654"/>
              <a:gd name="connsiteY47459" fmla="*/ 700716 h 2398711"/>
              <a:gd name="connsiteX47460" fmla="*/ 1501081 w 2119654"/>
              <a:gd name="connsiteY47460" fmla="*/ 700438 h 2398711"/>
              <a:gd name="connsiteX47461" fmla="*/ 853639 w 2119654"/>
              <a:gd name="connsiteY47461" fmla="*/ 2142251 h 2398711"/>
              <a:gd name="connsiteX47462" fmla="*/ 855171 w 2119654"/>
              <a:gd name="connsiteY47462" fmla="*/ 2142677 h 2398711"/>
              <a:gd name="connsiteX47463" fmla="*/ 855012 w 2119654"/>
              <a:gd name="connsiteY47463" fmla="*/ 2142400 h 2398711"/>
              <a:gd name="connsiteX47464" fmla="*/ 853771 w 2119654"/>
              <a:gd name="connsiteY47464" fmla="*/ 2142205 h 2398711"/>
              <a:gd name="connsiteX47465" fmla="*/ 837171 w 2119654"/>
              <a:gd name="connsiteY47465" fmla="*/ 2179121 h 2398711"/>
              <a:gd name="connsiteX47466" fmla="*/ 840936 w 2119654"/>
              <a:gd name="connsiteY47466" fmla="*/ 2178820 h 2398711"/>
              <a:gd name="connsiteX47467" fmla="*/ 838297 w 2119654"/>
              <a:gd name="connsiteY47467" fmla="*/ 2178562 h 2398711"/>
              <a:gd name="connsiteX47468" fmla="*/ 1498073 w 2119654"/>
              <a:gd name="connsiteY47468" fmla="*/ 699026 h 2398711"/>
              <a:gd name="connsiteX47469" fmla="*/ 1496661 w 2119654"/>
              <a:gd name="connsiteY47469" fmla="*/ 702892 h 2398711"/>
              <a:gd name="connsiteX47470" fmla="*/ 1496871 w 2119654"/>
              <a:gd name="connsiteY47470" fmla="*/ 704457 h 2398711"/>
              <a:gd name="connsiteX47471" fmla="*/ 1497410 w 2119654"/>
              <a:gd name="connsiteY47471" fmla="*/ 708943 h 2398711"/>
              <a:gd name="connsiteX47472" fmla="*/ 1497445 w 2119654"/>
              <a:gd name="connsiteY47472" fmla="*/ 708965 h 2398711"/>
              <a:gd name="connsiteX47473" fmla="*/ 1498189 w 2119654"/>
              <a:gd name="connsiteY47473" fmla="*/ 711203 h 2398711"/>
              <a:gd name="connsiteX47474" fmla="*/ 1499216 w 2119654"/>
              <a:gd name="connsiteY47474" fmla="*/ 707379 h 2398711"/>
              <a:gd name="connsiteX47475" fmla="*/ 1498663 w 2119654"/>
              <a:gd name="connsiteY47475" fmla="*/ 700988 h 2398711"/>
              <a:gd name="connsiteX47476" fmla="*/ 1498413 w 2119654"/>
              <a:gd name="connsiteY47476" fmla="*/ 698092 h 2398711"/>
              <a:gd name="connsiteX47477" fmla="*/ 1498225 w 2119654"/>
              <a:gd name="connsiteY47477" fmla="*/ 698608 h 2398711"/>
              <a:gd name="connsiteX47478" fmla="*/ 1498552 w 2119654"/>
              <a:gd name="connsiteY47478" fmla="*/ 699696 h 2398711"/>
              <a:gd name="connsiteX47479" fmla="*/ 845913 w 2119654"/>
              <a:gd name="connsiteY47479" fmla="*/ 2159099 h 2398711"/>
              <a:gd name="connsiteX47480" fmla="*/ 846036 w 2119654"/>
              <a:gd name="connsiteY47480" fmla="*/ 2159197 h 2398711"/>
              <a:gd name="connsiteX47481" fmla="*/ 852534 w 2119654"/>
              <a:gd name="connsiteY47481" fmla="*/ 2157843 h 2398711"/>
              <a:gd name="connsiteX47482" fmla="*/ 848904 w 2119654"/>
              <a:gd name="connsiteY47482" fmla="*/ 2157619 h 2398711"/>
              <a:gd name="connsiteX47483" fmla="*/ 1499198 w 2119654"/>
              <a:gd name="connsiteY47483" fmla="*/ 696181 h 2398711"/>
              <a:gd name="connsiteX47484" fmla="*/ 1499536 w 2119654"/>
              <a:gd name="connsiteY47484" fmla="*/ 700094 h 2398711"/>
              <a:gd name="connsiteX47485" fmla="*/ 1499628 w 2119654"/>
              <a:gd name="connsiteY47485" fmla="*/ 697537 h 2398711"/>
              <a:gd name="connsiteX47486" fmla="*/ 1491986 w 2119654"/>
              <a:gd name="connsiteY47486" fmla="*/ 712102 h 2398711"/>
              <a:gd name="connsiteX47487" fmla="*/ 1491969 w 2119654"/>
              <a:gd name="connsiteY47487" fmla="*/ 712757 h 2398711"/>
              <a:gd name="connsiteX47488" fmla="*/ 1492093 w 2119654"/>
              <a:gd name="connsiteY47488" fmla="*/ 712419 h 2398711"/>
              <a:gd name="connsiteX47489" fmla="*/ 827150 w 2119654"/>
              <a:gd name="connsiteY47489" fmla="*/ 2200644 h 2398711"/>
              <a:gd name="connsiteX47490" fmla="*/ 829425 w 2119654"/>
              <a:gd name="connsiteY47490" fmla="*/ 2202694 h 2398711"/>
              <a:gd name="connsiteX47491" fmla="*/ 834127 w 2119654"/>
              <a:gd name="connsiteY47491" fmla="*/ 2202031 h 2398711"/>
              <a:gd name="connsiteX47492" fmla="*/ 833933 w 2119654"/>
              <a:gd name="connsiteY47492" fmla="*/ 2201739 h 2398711"/>
              <a:gd name="connsiteX47493" fmla="*/ 827968 w 2119654"/>
              <a:gd name="connsiteY47493" fmla="*/ 2200604 h 2398711"/>
              <a:gd name="connsiteX47494" fmla="*/ 1499739 w 2119654"/>
              <a:gd name="connsiteY47494" fmla="*/ 694464 h 2398711"/>
              <a:gd name="connsiteX47495" fmla="*/ 1499315 w 2119654"/>
              <a:gd name="connsiteY47495" fmla="*/ 695624 h 2398711"/>
              <a:gd name="connsiteX47496" fmla="*/ 1499660 w 2119654"/>
              <a:gd name="connsiteY47496" fmla="*/ 696663 h 2398711"/>
              <a:gd name="connsiteX47497" fmla="*/ 825478 w 2119654"/>
              <a:gd name="connsiteY47497" fmla="*/ 2204150 h 2398711"/>
              <a:gd name="connsiteX47498" fmla="*/ 828997 w 2119654"/>
              <a:gd name="connsiteY47498" fmla="*/ 2211699 h 2398711"/>
              <a:gd name="connsiteX47499" fmla="*/ 832912 w 2119654"/>
              <a:gd name="connsiteY47499" fmla="*/ 2210817 h 2398711"/>
              <a:gd name="connsiteX47500" fmla="*/ 827518 w 2119654"/>
              <a:gd name="connsiteY47500" fmla="*/ 2203866 h 2398711"/>
              <a:gd name="connsiteX47501" fmla="*/ 1490059 w 2119654"/>
              <a:gd name="connsiteY47501" fmla="*/ 715874 h 2398711"/>
              <a:gd name="connsiteX47502" fmla="*/ 1489792 w 2119654"/>
              <a:gd name="connsiteY47502" fmla="*/ 718719 h 2398711"/>
              <a:gd name="connsiteX47503" fmla="*/ 1490430 w 2119654"/>
              <a:gd name="connsiteY47503" fmla="*/ 716974 h 2398711"/>
              <a:gd name="connsiteX47504" fmla="*/ 850267 w 2119654"/>
              <a:gd name="connsiteY47504" fmla="*/ 2147338 h 2398711"/>
              <a:gd name="connsiteX47505" fmla="*/ 855752 w 2119654"/>
              <a:gd name="connsiteY47505" fmla="*/ 2152751 h 2398711"/>
              <a:gd name="connsiteX47506" fmla="*/ 856241 w 2119654"/>
              <a:gd name="connsiteY47506" fmla="*/ 2153098 h 2398711"/>
              <a:gd name="connsiteX47507" fmla="*/ 859989 w 2119654"/>
              <a:gd name="connsiteY47507" fmla="*/ 2151050 h 2398711"/>
              <a:gd name="connsiteX47508" fmla="*/ 858090 w 2119654"/>
              <a:gd name="connsiteY47508" fmla="*/ 2147750 h 2398711"/>
              <a:gd name="connsiteX47509" fmla="*/ 855014 w 2119654"/>
              <a:gd name="connsiteY47509" fmla="*/ 2146966 h 2398711"/>
              <a:gd name="connsiteX47510" fmla="*/ 859791 w 2119654"/>
              <a:gd name="connsiteY47510" fmla="*/ 2125905 h 2398711"/>
              <a:gd name="connsiteX47511" fmla="*/ 860097 w 2119654"/>
              <a:gd name="connsiteY47511" fmla="*/ 2126189 h 2398711"/>
              <a:gd name="connsiteX47512" fmla="*/ 860838 w 2119654"/>
              <a:gd name="connsiteY47512" fmla="*/ 2126115 h 2398711"/>
              <a:gd name="connsiteX47513" fmla="*/ 860231 w 2119654"/>
              <a:gd name="connsiteY47513" fmla="*/ 2125784 h 2398711"/>
              <a:gd name="connsiteX47514" fmla="*/ 1502286 w 2119654"/>
              <a:gd name="connsiteY47514" fmla="*/ 687128 h 2398711"/>
              <a:gd name="connsiteX47515" fmla="*/ 1505103 w 2119654"/>
              <a:gd name="connsiteY47515" fmla="*/ 697425 h 2398711"/>
              <a:gd name="connsiteX47516" fmla="*/ 1505022 w 2119654"/>
              <a:gd name="connsiteY47516" fmla="*/ 692763 h 2398711"/>
              <a:gd name="connsiteX47517" fmla="*/ 1505001 w 2119654"/>
              <a:gd name="connsiteY47517" fmla="*/ 692402 h 2398711"/>
              <a:gd name="connsiteX47518" fmla="*/ 1501796 w 2119654"/>
              <a:gd name="connsiteY47518" fmla="*/ 688148 h 2398711"/>
              <a:gd name="connsiteX47519" fmla="*/ 1501665 w 2119654"/>
              <a:gd name="connsiteY47519" fmla="*/ 688558 h 2398711"/>
              <a:gd name="connsiteX47520" fmla="*/ 1502450 w 2119654"/>
              <a:gd name="connsiteY47520" fmla="*/ 695225 h 2398711"/>
              <a:gd name="connsiteX47521" fmla="*/ 1505154 w 2119654"/>
              <a:gd name="connsiteY47521" fmla="*/ 700364 h 2398711"/>
              <a:gd name="connsiteX47522" fmla="*/ 1505149 w 2119654"/>
              <a:gd name="connsiteY47522" fmla="*/ 700117 h 2398711"/>
              <a:gd name="connsiteX47523" fmla="*/ 1502244 w 2119654"/>
              <a:gd name="connsiteY47523" fmla="*/ 689500 h 2398711"/>
              <a:gd name="connsiteX47524" fmla="*/ 829617 w 2119654"/>
              <a:gd name="connsiteY47524" fmla="*/ 2192683 h 2398711"/>
              <a:gd name="connsiteX47525" fmla="*/ 831575 w 2119654"/>
              <a:gd name="connsiteY47525" fmla="*/ 2195696 h 2398711"/>
              <a:gd name="connsiteX47526" fmla="*/ 833796 w 2119654"/>
              <a:gd name="connsiteY47526" fmla="*/ 2194529 h 2398711"/>
              <a:gd name="connsiteX47527" fmla="*/ 837895 w 2119654"/>
              <a:gd name="connsiteY47527" fmla="*/ 2192302 h 2398711"/>
              <a:gd name="connsiteX47528" fmla="*/ 1522591 w 2119654"/>
              <a:gd name="connsiteY47528" fmla="*/ 640563 h 2398711"/>
              <a:gd name="connsiteX47529" fmla="*/ 1516994 w 2119654"/>
              <a:gd name="connsiteY47529" fmla="*/ 674595 h 2398711"/>
              <a:gd name="connsiteX47530" fmla="*/ 1516940 w 2119654"/>
              <a:gd name="connsiteY47530" fmla="*/ 676171 h 2398711"/>
              <a:gd name="connsiteX47531" fmla="*/ 1517281 w 2119654"/>
              <a:gd name="connsiteY47531" fmla="*/ 677192 h 2398711"/>
              <a:gd name="connsiteX47532" fmla="*/ 1518438 w 2119654"/>
              <a:gd name="connsiteY47532" fmla="*/ 679439 h 2398711"/>
              <a:gd name="connsiteX47533" fmla="*/ 1521421 w 2119654"/>
              <a:gd name="connsiteY47533" fmla="*/ 664051 h 2398711"/>
              <a:gd name="connsiteX47534" fmla="*/ 1521336 w 2119654"/>
              <a:gd name="connsiteY47534" fmla="*/ 663478 h 2398711"/>
              <a:gd name="connsiteX47535" fmla="*/ 1521502 w 2119654"/>
              <a:gd name="connsiteY47535" fmla="*/ 663635 h 2398711"/>
              <a:gd name="connsiteX47536" fmla="*/ 1521659 w 2119654"/>
              <a:gd name="connsiteY47536" fmla="*/ 662826 h 2398711"/>
              <a:gd name="connsiteX47537" fmla="*/ 1520774 w 2119654"/>
              <a:gd name="connsiteY47537" fmla="*/ 656302 h 2398711"/>
              <a:gd name="connsiteX47538" fmla="*/ 1520953 w 2119654"/>
              <a:gd name="connsiteY47538" fmla="*/ 656477 h 2398711"/>
              <a:gd name="connsiteX47539" fmla="*/ 1521750 w 2119654"/>
              <a:gd name="connsiteY47539" fmla="*/ 662352 h 2398711"/>
              <a:gd name="connsiteX47540" fmla="*/ 1522774 w 2119654"/>
              <a:gd name="connsiteY47540" fmla="*/ 657074 h 2398711"/>
              <a:gd name="connsiteX47541" fmla="*/ 1523153 w 2119654"/>
              <a:gd name="connsiteY47541" fmla="*/ 654964 h 2398711"/>
              <a:gd name="connsiteX47542" fmla="*/ 1503010 w 2119654"/>
              <a:gd name="connsiteY47542" fmla="*/ 684363 h 2398711"/>
              <a:gd name="connsiteX47543" fmla="*/ 1502452 w 2119654"/>
              <a:gd name="connsiteY47543" fmla="*/ 686104 h 2398711"/>
              <a:gd name="connsiteX47544" fmla="*/ 1504914 w 2119654"/>
              <a:gd name="connsiteY47544" fmla="*/ 690888 h 2398711"/>
              <a:gd name="connsiteX47545" fmla="*/ 1504729 w 2119654"/>
              <a:gd name="connsiteY47545" fmla="*/ 687686 h 2398711"/>
              <a:gd name="connsiteX47546" fmla="*/ 825707 w 2119654"/>
              <a:gd name="connsiteY47546" fmla="*/ 2200716 h 2398711"/>
              <a:gd name="connsiteX47547" fmla="*/ 827457 w 2119654"/>
              <a:gd name="connsiteY47547" fmla="*/ 2202972 h 2398711"/>
              <a:gd name="connsiteX47548" fmla="*/ 828915 w 2119654"/>
              <a:gd name="connsiteY47548" fmla="*/ 2202766 h 2398711"/>
              <a:gd name="connsiteX47549" fmla="*/ 826591 w 2119654"/>
              <a:gd name="connsiteY47549" fmla="*/ 2200672 h 2398711"/>
              <a:gd name="connsiteX47550" fmla="*/ 829333 w 2119654"/>
              <a:gd name="connsiteY47550" fmla="*/ 2192245 h 2398711"/>
              <a:gd name="connsiteX47551" fmla="*/ 829337 w 2119654"/>
              <a:gd name="connsiteY47551" fmla="*/ 2192253 h 2398711"/>
              <a:gd name="connsiteX47552" fmla="*/ 839050 w 2119654"/>
              <a:gd name="connsiteY47552" fmla="*/ 2191674 h 2398711"/>
              <a:gd name="connsiteX47553" fmla="*/ 840335 w 2119654"/>
              <a:gd name="connsiteY47553" fmla="*/ 2190976 h 2398711"/>
              <a:gd name="connsiteX47554" fmla="*/ 830320 w 2119654"/>
              <a:gd name="connsiteY47554" fmla="*/ 2191833 h 2398711"/>
              <a:gd name="connsiteX47555" fmla="*/ 1503745 w 2119654"/>
              <a:gd name="connsiteY47555" fmla="*/ 682071 h 2398711"/>
              <a:gd name="connsiteX47556" fmla="*/ 1503331 w 2119654"/>
              <a:gd name="connsiteY47556" fmla="*/ 683362 h 2398711"/>
              <a:gd name="connsiteX47557" fmla="*/ 1504623 w 2119654"/>
              <a:gd name="connsiteY47557" fmla="*/ 685860 h 2398711"/>
              <a:gd name="connsiteX47558" fmla="*/ 1504497 w 2119654"/>
              <a:gd name="connsiteY47558" fmla="*/ 683695 h 2398711"/>
              <a:gd name="connsiteX47559" fmla="*/ 1487596 w 2119654"/>
              <a:gd name="connsiteY47559" fmla="*/ 717896 h 2398711"/>
              <a:gd name="connsiteX47560" fmla="*/ 1487544 w 2119654"/>
              <a:gd name="connsiteY47560" fmla="*/ 721231 h 2398711"/>
              <a:gd name="connsiteX47561" fmla="*/ 1488061 w 2119654"/>
              <a:gd name="connsiteY47561" fmla="*/ 723458 h 2398711"/>
              <a:gd name="connsiteX47562" fmla="*/ 1488072 w 2119654"/>
              <a:gd name="connsiteY47562" fmla="*/ 723429 h 2398711"/>
              <a:gd name="connsiteX47563" fmla="*/ 1488435 w 2119654"/>
              <a:gd name="connsiteY47563" fmla="*/ 719552 h 2398711"/>
              <a:gd name="connsiteX47564" fmla="*/ 1548313 w 2119654"/>
              <a:gd name="connsiteY47564" fmla="*/ 581476 h 2398711"/>
              <a:gd name="connsiteX47565" fmla="*/ 1553433 w 2119654"/>
              <a:gd name="connsiteY47565" fmla="*/ 602959 h 2398711"/>
              <a:gd name="connsiteX47566" fmla="*/ 1551860 w 2119654"/>
              <a:gd name="connsiteY47566" fmla="*/ 589526 h 2398711"/>
              <a:gd name="connsiteX47567" fmla="*/ 1554574 w 2119654"/>
              <a:gd name="connsiteY47567" fmla="*/ 607744 h 2398711"/>
              <a:gd name="connsiteX47568" fmla="*/ 1560107 w 2119654"/>
              <a:gd name="connsiteY47568" fmla="*/ 630962 h 2398711"/>
              <a:gd name="connsiteX47569" fmla="*/ 1559527 w 2119654"/>
              <a:gd name="connsiteY47569" fmla="*/ 614640 h 2398711"/>
              <a:gd name="connsiteX47570" fmla="*/ 1558030 w 2119654"/>
              <a:gd name="connsiteY47570" fmla="*/ 609455 h 2398711"/>
              <a:gd name="connsiteX47571" fmla="*/ 1551783 w 2119654"/>
              <a:gd name="connsiteY47571" fmla="*/ 588867 h 2398711"/>
              <a:gd name="connsiteX47572" fmla="*/ 1551860 w 2119654"/>
              <a:gd name="connsiteY47572" fmla="*/ 589526 h 2398711"/>
              <a:gd name="connsiteX47573" fmla="*/ 1551742 w 2119654"/>
              <a:gd name="connsiteY47573" fmla="*/ 588731 h 2398711"/>
              <a:gd name="connsiteX47574" fmla="*/ 1551329 w 2119654"/>
              <a:gd name="connsiteY47574" fmla="*/ 587370 h 2398711"/>
              <a:gd name="connsiteX47575" fmla="*/ 834142 w 2119654"/>
              <a:gd name="connsiteY47575" fmla="*/ 2180628 h 2398711"/>
              <a:gd name="connsiteX47576" fmla="*/ 838877 w 2119654"/>
              <a:gd name="connsiteY47576" fmla="*/ 2180308 h 2398711"/>
              <a:gd name="connsiteX47577" fmla="*/ 840404 w 2119654"/>
              <a:gd name="connsiteY47577" fmla="*/ 2179828 h 2398711"/>
              <a:gd name="connsiteX47578" fmla="*/ 841221 w 2119654"/>
              <a:gd name="connsiteY47578" fmla="*/ 2179259 h 2398711"/>
              <a:gd name="connsiteX47579" fmla="*/ 836061 w 2119654"/>
              <a:gd name="connsiteY47579" fmla="*/ 2179673 h 2398711"/>
              <a:gd name="connsiteX47580" fmla="*/ 815916 w 2119654"/>
              <a:gd name="connsiteY47580" fmla="*/ 2221396 h 2398711"/>
              <a:gd name="connsiteX47581" fmla="*/ 823456 w 2119654"/>
              <a:gd name="connsiteY47581" fmla="*/ 2222964 h 2398711"/>
              <a:gd name="connsiteX47582" fmla="*/ 820699 w 2119654"/>
              <a:gd name="connsiteY47582" fmla="*/ 2219276 h 2398711"/>
              <a:gd name="connsiteX47583" fmla="*/ 858863 w 2119654"/>
              <a:gd name="connsiteY47583" fmla="*/ 2125040 h 2398711"/>
              <a:gd name="connsiteX47584" fmla="*/ 858961 w 2119654"/>
              <a:gd name="connsiteY47584" fmla="*/ 2125130 h 2398711"/>
              <a:gd name="connsiteX47585" fmla="*/ 859007 w 2119654"/>
              <a:gd name="connsiteY47585" fmla="*/ 2125117 h 2398711"/>
              <a:gd name="connsiteX47586" fmla="*/ 825212 w 2119654"/>
              <a:gd name="connsiteY47586" fmla="*/ 2200079 h 2398711"/>
              <a:gd name="connsiteX47587" fmla="*/ 825451 w 2119654"/>
              <a:gd name="connsiteY47587" fmla="*/ 2200386 h 2398711"/>
              <a:gd name="connsiteX47588" fmla="*/ 826230 w 2119654"/>
              <a:gd name="connsiteY47588" fmla="*/ 2200347 h 2398711"/>
              <a:gd name="connsiteX47589" fmla="*/ 826126 w 2119654"/>
              <a:gd name="connsiteY47589" fmla="*/ 2200253 h 2398711"/>
              <a:gd name="connsiteX47590" fmla="*/ 1532181 w 2119654"/>
              <a:gd name="connsiteY47590" fmla="*/ 616876 h 2398711"/>
              <a:gd name="connsiteX47591" fmla="*/ 1533355 w 2119654"/>
              <a:gd name="connsiteY47591" fmla="*/ 627527 h 2398711"/>
              <a:gd name="connsiteX47592" fmla="*/ 1533544 w 2119654"/>
              <a:gd name="connsiteY47592" fmla="*/ 628345 h 2398711"/>
              <a:gd name="connsiteX47593" fmla="*/ 1533536 w 2119654"/>
              <a:gd name="connsiteY47593" fmla="*/ 619708 h 2398711"/>
              <a:gd name="connsiteX47594" fmla="*/ 825494 w 2119654"/>
              <a:gd name="connsiteY47594" fmla="*/ 2199152 h 2398711"/>
              <a:gd name="connsiteX47595" fmla="*/ 826275 w 2119654"/>
              <a:gd name="connsiteY47595" fmla="*/ 2199857 h 2398711"/>
              <a:gd name="connsiteX47596" fmla="*/ 828432 w 2119654"/>
              <a:gd name="connsiteY47596" fmla="*/ 2200237 h 2398711"/>
              <a:gd name="connsiteX47597" fmla="*/ 832788 w 2119654"/>
              <a:gd name="connsiteY47597" fmla="*/ 2200020 h 2398711"/>
              <a:gd name="connsiteX47598" fmla="*/ 830468 w 2119654"/>
              <a:gd name="connsiteY47598" fmla="*/ 2196536 h 2398711"/>
              <a:gd name="connsiteX47599" fmla="*/ 850182 w 2119654"/>
              <a:gd name="connsiteY47599" fmla="*/ 2143451 h 2398711"/>
              <a:gd name="connsiteX47600" fmla="*/ 851413 w 2119654"/>
              <a:gd name="connsiteY47600" fmla="*/ 2143764 h 2398711"/>
              <a:gd name="connsiteX47601" fmla="*/ 855558 w 2119654"/>
              <a:gd name="connsiteY47601" fmla="*/ 2143348 h 2398711"/>
              <a:gd name="connsiteX47602" fmla="*/ 855467 w 2119654"/>
              <a:gd name="connsiteY47602" fmla="*/ 2143191 h 2398711"/>
              <a:gd name="connsiteX47603" fmla="*/ 852947 w 2119654"/>
              <a:gd name="connsiteY47603" fmla="*/ 2142490 h 2398711"/>
              <a:gd name="connsiteX47604" fmla="*/ 1531779 w 2119654"/>
              <a:gd name="connsiteY47604" fmla="*/ 616773 h 2398711"/>
              <a:gd name="connsiteX47605" fmla="*/ 1531895 w 2119654"/>
              <a:gd name="connsiteY47605" fmla="*/ 620455 h 2398711"/>
              <a:gd name="connsiteX47606" fmla="*/ 1531908 w 2119654"/>
              <a:gd name="connsiteY47606" fmla="*/ 620362 h 2398711"/>
              <a:gd name="connsiteX47607" fmla="*/ 1532082 w 2119654"/>
              <a:gd name="connsiteY47607" fmla="*/ 620610 h 2398711"/>
              <a:gd name="connsiteX47608" fmla="*/ 1531952 w 2119654"/>
              <a:gd name="connsiteY47608" fmla="*/ 621469 h 2398711"/>
              <a:gd name="connsiteX47609" fmla="*/ 1532610 w 2119654"/>
              <a:gd name="connsiteY47609" fmla="*/ 624307 h 2398711"/>
              <a:gd name="connsiteX47610" fmla="*/ 1490755 w 2119654"/>
              <a:gd name="connsiteY47610" fmla="*/ 708452 h 2398711"/>
              <a:gd name="connsiteX47611" fmla="*/ 1490516 w 2119654"/>
              <a:gd name="connsiteY47611" fmla="*/ 710997 h 2398711"/>
              <a:gd name="connsiteX47612" fmla="*/ 1491074 w 2119654"/>
              <a:gd name="connsiteY47612" fmla="*/ 712601 h 2398711"/>
              <a:gd name="connsiteX47613" fmla="*/ 1491178 w 2119654"/>
              <a:gd name="connsiteY47613" fmla="*/ 709706 h 2398711"/>
              <a:gd name="connsiteX47614" fmla="*/ 843658 w 2119654"/>
              <a:gd name="connsiteY47614" fmla="*/ 2157295 h 2398711"/>
              <a:gd name="connsiteX47615" fmla="*/ 845397 w 2119654"/>
              <a:gd name="connsiteY47615" fmla="*/ 2158686 h 2398711"/>
              <a:gd name="connsiteX47616" fmla="*/ 847703 w 2119654"/>
              <a:gd name="connsiteY47616" fmla="*/ 2157545 h 2398711"/>
              <a:gd name="connsiteX47617" fmla="*/ 824783 w 2119654"/>
              <a:gd name="connsiteY47617" fmla="*/ 2199525 h 2398711"/>
              <a:gd name="connsiteX47618" fmla="*/ 824843 w 2119654"/>
              <a:gd name="connsiteY47618" fmla="*/ 2199603 h 2398711"/>
              <a:gd name="connsiteX47619" fmla="*/ 825542 w 2119654"/>
              <a:gd name="connsiteY47619" fmla="*/ 2199727 h 2398711"/>
              <a:gd name="connsiteX47620" fmla="*/ 825121 w 2119654"/>
              <a:gd name="connsiteY47620" fmla="*/ 2199348 h 2398711"/>
              <a:gd name="connsiteX47621" fmla="*/ 1523596 w 2119654"/>
              <a:gd name="connsiteY47621" fmla="*/ 634458 h 2398711"/>
              <a:gd name="connsiteX47622" fmla="*/ 1522933 w 2119654"/>
              <a:gd name="connsiteY47622" fmla="*/ 638487 h 2398711"/>
              <a:gd name="connsiteX47623" fmla="*/ 1523226 w 2119654"/>
              <a:gd name="connsiteY47623" fmla="*/ 644071 h 2398711"/>
              <a:gd name="connsiteX47624" fmla="*/ 1523561 w 2119654"/>
              <a:gd name="connsiteY47624" fmla="*/ 652686 h 2398711"/>
              <a:gd name="connsiteX47625" fmla="*/ 1525467 w 2119654"/>
              <a:gd name="connsiteY47625" fmla="*/ 642075 h 2398711"/>
              <a:gd name="connsiteX47626" fmla="*/ 829611 w 2119654"/>
              <a:gd name="connsiteY47626" fmla="*/ 2188107 h 2398711"/>
              <a:gd name="connsiteX47627" fmla="*/ 840418 w 2119654"/>
              <a:gd name="connsiteY47627" fmla="*/ 2187182 h 2398711"/>
              <a:gd name="connsiteX47628" fmla="*/ 852743 w 2119654"/>
              <a:gd name="connsiteY47628" fmla="*/ 2182040 h 2398711"/>
              <a:gd name="connsiteX47629" fmla="*/ 835600 w 2119654"/>
              <a:gd name="connsiteY47629" fmla="*/ 2183935 h 2398711"/>
              <a:gd name="connsiteX47630" fmla="*/ 823919 w 2119654"/>
              <a:gd name="connsiteY47630" fmla="*/ 2200805 h 2398711"/>
              <a:gd name="connsiteX47631" fmla="*/ 825085 w 2119654"/>
              <a:gd name="connsiteY47631" fmla="*/ 2203307 h 2398711"/>
              <a:gd name="connsiteX47632" fmla="*/ 826886 w 2119654"/>
              <a:gd name="connsiteY47632" fmla="*/ 2203053 h 2398711"/>
              <a:gd name="connsiteX47633" fmla="*/ 825096 w 2119654"/>
              <a:gd name="connsiteY47633" fmla="*/ 2200746 h 2398711"/>
              <a:gd name="connsiteX47634" fmla="*/ 817699 w 2119654"/>
              <a:gd name="connsiteY47634" fmla="*/ 2214719 h 2398711"/>
              <a:gd name="connsiteX47635" fmla="*/ 820793 w 2119654"/>
              <a:gd name="connsiteY47635" fmla="*/ 2218858 h 2398711"/>
              <a:gd name="connsiteX47636" fmla="*/ 830087 w 2119654"/>
              <a:gd name="connsiteY47636" fmla="*/ 2214584 h 2398711"/>
              <a:gd name="connsiteX47637" fmla="*/ 828947 w 2119654"/>
              <a:gd name="connsiteY47637" fmla="*/ 2212224 h 2398711"/>
              <a:gd name="connsiteX47638" fmla="*/ 820259 w 2119654"/>
              <a:gd name="connsiteY47638" fmla="*/ 2214179 h 2398711"/>
              <a:gd name="connsiteX47639" fmla="*/ 814256 w 2119654"/>
              <a:gd name="connsiteY47639" fmla="*/ 2222132 h 2398711"/>
              <a:gd name="connsiteX47640" fmla="*/ 817889 w 2119654"/>
              <a:gd name="connsiteY47640" fmla="*/ 2226531 h 2398711"/>
              <a:gd name="connsiteX47641" fmla="*/ 820993 w 2119654"/>
              <a:gd name="connsiteY47641" fmla="*/ 2225236 h 2398711"/>
              <a:gd name="connsiteX47642" fmla="*/ 824136 w 2119654"/>
              <a:gd name="connsiteY47642" fmla="*/ 2223874 h 2398711"/>
              <a:gd name="connsiteX47643" fmla="*/ 823812 w 2119654"/>
              <a:gd name="connsiteY47643" fmla="*/ 2223441 h 2398711"/>
              <a:gd name="connsiteX47644" fmla="*/ 815297 w 2119654"/>
              <a:gd name="connsiteY47644" fmla="*/ 2221670 h 2398711"/>
              <a:gd name="connsiteX47645" fmla="*/ 1538843 w 2119654"/>
              <a:gd name="connsiteY47645" fmla="*/ 599625 h 2398711"/>
              <a:gd name="connsiteX47646" fmla="*/ 1537731 w 2119654"/>
              <a:gd name="connsiteY47646" fmla="*/ 612590 h 2398711"/>
              <a:gd name="connsiteX47647" fmla="*/ 1538131 w 2119654"/>
              <a:gd name="connsiteY47647" fmla="*/ 614922 h 2398711"/>
              <a:gd name="connsiteX47648" fmla="*/ 1541184 w 2119654"/>
              <a:gd name="connsiteY47648" fmla="*/ 635417 h 2398711"/>
              <a:gd name="connsiteX47649" fmla="*/ 1553436 w 2119654"/>
              <a:gd name="connsiteY47649" fmla="*/ 661532 h 2398711"/>
              <a:gd name="connsiteX47650" fmla="*/ 1553784 w 2119654"/>
              <a:gd name="connsiteY47650" fmla="*/ 658692 h 2398711"/>
              <a:gd name="connsiteX47651" fmla="*/ 1541611 w 2119654"/>
              <a:gd name="connsiteY47651" fmla="*/ 609210 h 2398711"/>
              <a:gd name="connsiteX47652" fmla="*/ 848278 w 2119654"/>
              <a:gd name="connsiteY47652" fmla="*/ 2145376 h 2398711"/>
              <a:gd name="connsiteX47653" fmla="*/ 850004 w 2119654"/>
              <a:gd name="connsiteY47653" fmla="*/ 2147079 h 2398711"/>
              <a:gd name="connsiteX47654" fmla="*/ 853720 w 2119654"/>
              <a:gd name="connsiteY47654" fmla="*/ 2146637 h 2398711"/>
              <a:gd name="connsiteX47655" fmla="*/ 848628 w 2119654"/>
              <a:gd name="connsiteY47655" fmla="*/ 2145340 h 2398711"/>
              <a:gd name="connsiteX47656" fmla="*/ 823609 w 2119654"/>
              <a:gd name="connsiteY47656" fmla="*/ 2200142 h 2398711"/>
              <a:gd name="connsiteX47657" fmla="*/ 823762 w 2119654"/>
              <a:gd name="connsiteY47657" fmla="*/ 2200470 h 2398711"/>
              <a:gd name="connsiteX47658" fmla="*/ 824840 w 2119654"/>
              <a:gd name="connsiteY47658" fmla="*/ 2200417 h 2398711"/>
              <a:gd name="connsiteX47659" fmla="*/ 824469 w 2119654"/>
              <a:gd name="connsiteY47659" fmla="*/ 2199937 h 2398711"/>
              <a:gd name="connsiteX47660" fmla="*/ 824124 w 2119654"/>
              <a:gd name="connsiteY47660" fmla="*/ 2199872 h 2398711"/>
              <a:gd name="connsiteX47661" fmla="*/ 1509361 w 2119654"/>
              <a:gd name="connsiteY47661" fmla="*/ 664557 h 2398711"/>
              <a:gd name="connsiteX47662" fmla="*/ 1508296 w 2119654"/>
              <a:gd name="connsiteY47662" fmla="*/ 667879 h 2398711"/>
              <a:gd name="connsiteX47663" fmla="*/ 1512537 w 2119654"/>
              <a:gd name="connsiteY47663" fmla="*/ 673011 h 2398711"/>
              <a:gd name="connsiteX47664" fmla="*/ 1512247 w 2119654"/>
              <a:gd name="connsiteY47664" fmla="*/ 670760 h 2398711"/>
              <a:gd name="connsiteX47665" fmla="*/ 1498525 w 2119654"/>
              <a:gd name="connsiteY47665" fmla="*/ 688405 h 2398711"/>
              <a:gd name="connsiteX47666" fmla="*/ 1498973 w 2119654"/>
              <a:gd name="connsiteY47666" fmla="*/ 693585 h 2398711"/>
              <a:gd name="connsiteX47667" fmla="*/ 1499858 w 2119654"/>
              <a:gd name="connsiteY47667" fmla="*/ 691162 h 2398711"/>
              <a:gd name="connsiteX47668" fmla="*/ 1499862 w 2119654"/>
              <a:gd name="connsiteY47668" fmla="*/ 691032 h 2398711"/>
              <a:gd name="connsiteX47669" fmla="*/ 823421 w 2119654"/>
              <a:gd name="connsiteY47669" fmla="*/ 2199738 h 2398711"/>
              <a:gd name="connsiteX47670" fmla="*/ 823513 w 2119654"/>
              <a:gd name="connsiteY47670" fmla="*/ 2199935 h 2398711"/>
              <a:gd name="connsiteX47671" fmla="*/ 823764 w 2119654"/>
              <a:gd name="connsiteY47671" fmla="*/ 2199803 h 2398711"/>
              <a:gd name="connsiteX47672" fmla="*/ 822904 w 2119654"/>
              <a:gd name="connsiteY47672" fmla="*/ 2200513 h 2398711"/>
              <a:gd name="connsiteX47673" fmla="*/ 823281 w 2119654"/>
              <a:gd name="connsiteY47673" fmla="*/ 2200494 h 2398711"/>
              <a:gd name="connsiteX47674" fmla="*/ 823212 w 2119654"/>
              <a:gd name="connsiteY47674" fmla="*/ 2200351 h 2398711"/>
              <a:gd name="connsiteX47675" fmla="*/ 813580 w 2119654"/>
              <a:gd name="connsiteY47675" fmla="*/ 2221313 h 2398711"/>
              <a:gd name="connsiteX47676" fmla="*/ 814095 w 2119654"/>
              <a:gd name="connsiteY47676" fmla="*/ 2221937 h 2398711"/>
              <a:gd name="connsiteX47677" fmla="*/ 814870 w 2119654"/>
              <a:gd name="connsiteY47677" fmla="*/ 2221581 h 2398711"/>
              <a:gd name="connsiteX47678" fmla="*/ 1510850 w 2119654"/>
              <a:gd name="connsiteY47678" fmla="*/ 659911 h 2398711"/>
              <a:gd name="connsiteX47679" fmla="*/ 1509904 w 2119654"/>
              <a:gd name="connsiteY47679" fmla="*/ 662863 h 2398711"/>
              <a:gd name="connsiteX47680" fmla="*/ 1511672 w 2119654"/>
              <a:gd name="connsiteY47680" fmla="*/ 666296 h 2398711"/>
              <a:gd name="connsiteX47681" fmla="*/ 823538 w 2119654"/>
              <a:gd name="connsiteY47681" fmla="*/ 2197921 h 2398711"/>
              <a:gd name="connsiteX47682" fmla="*/ 824640 w 2119654"/>
              <a:gd name="connsiteY47682" fmla="*/ 2199342 h 2398711"/>
              <a:gd name="connsiteX47683" fmla="*/ 824941 w 2119654"/>
              <a:gd name="connsiteY47683" fmla="*/ 2199184 h 2398711"/>
              <a:gd name="connsiteX47684" fmla="*/ 821744 w 2119654"/>
              <a:gd name="connsiteY47684" fmla="*/ 2201123 h 2398711"/>
              <a:gd name="connsiteX47685" fmla="*/ 822772 w 2119654"/>
              <a:gd name="connsiteY47685" fmla="*/ 2203633 h 2398711"/>
              <a:gd name="connsiteX47686" fmla="*/ 824668 w 2119654"/>
              <a:gd name="connsiteY47686" fmla="*/ 2203366 h 2398711"/>
              <a:gd name="connsiteX47687" fmla="*/ 823443 w 2119654"/>
              <a:gd name="connsiteY47687" fmla="*/ 2200829 h 2398711"/>
              <a:gd name="connsiteX47688" fmla="*/ 822183 w 2119654"/>
              <a:gd name="connsiteY47688" fmla="*/ 2200892 h 2398711"/>
              <a:gd name="connsiteX47689" fmla="*/ 1513042 w 2119654"/>
              <a:gd name="connsiteY47689" fmla="*/ 653076 h 2398711"/>
              <a:gd name="connsiteX47690" fmla="*/ 1511164 w 2119654"/>
              <a:gd name="connsiteY47690" fmla="*/ 658935 h 2398711"/>
              <a:gd name="connsiteX47691" fmla="*/ 1512258 w 2119654"/>
              <a:gd name="connsiteY47691" fmla="*/ 667433 h 2398711"/>
              <a:gd name="connsiteX47692" fmla="*/ 1513470 w 2119654"/>
              <a:gd name="connsiteY47692" fmla="*/ 669789 h 2398711"/>
              <a:gd name="connsiteX47693" fmla="*/ 1492408 w 2119654"/>
              <a:gd name="connsiteY47693" fmla="*/ 698757 h 2398711"/>
              <a:gd name="connsiteX47694" fmla="*/ 1492229 w 2119654"/>
              <a:gd name="connsiteY47694" fmla="*/ 703753 h 2398711"/>
              <a:gd name="connsiteX47695" fmla="*/ 1493551 w 2119654"/>
              <a:gd name="connsiteY47695" fmla="*/ 705861 h 2398711"/>
              <a:gd name="connsiteX47696" fmla="*/ 1493519 w 2119654"/>
              <a:gd name="connsiteY47696" fmla="*/ 703420 h 2398711"/>
              <a:gd name="connsiteX47697" fmla="*/ 1487735 w 2119654"/>
              <a:gd name="connsiteY47697" fmla="*/ 708984 h 2398711"/>
              <a:gd name="connsiteX47698" fmla="*/ 1487618 w 2119654"/>
              <a:gd name="connsiteY47698" fmla="*/ 716486 h 2398711"/>
              <a:gd name="connsiteX47699" fmla="*/ 1488550 w 2119654"/>
              <a:gd name="connsiteY47699" fmla="*/ 718327 h 2398711"/>
              <a:gd name="connsiteX47700" fmla="*/ 1489058 w 2119654"/>
              <a:gd name="connsiteY47700" fmla="*/ 712908 h 2398711"/>
              <a:gd name="connsiteX47701" fmla="*/ 1500703 w 2119654"/>
              <a:gd name="connsiteY47701" fmla="*/ 679903 h 2398711"/>
              <a:gd name="connsiteX47702" fmla="*/ 1500694 w 2119654"/>
              <a:gd name="connsiteY47702" fmla="*/ 680321 h 2398711"/>
              <a:gd name="connsiteX47703" fmla="*/ 1500898 w 2119654"/>
              <a:gd name="connsiteY47703" fmla="*/ 682058 h 2398711"/>
              <a:gd name="connsiteX47704" fmla="*/ 1501499 w 2119654"/>
              <a:gd name="connsiteY47704" fmla="*/ 684254 h 2398711"/>
              <a:gd name="connsiteX47705" fmla="*/ 1502015 w 2119654"/>
              <a:gd name="connsiteY47705" fmla="*/ 685256 h 2398711"/>
              <a:gd name="connsiteX47706" fmla="*/ 1502618 w 2119654"/>
              <a:gd name="connsiteY47706" fmla="*/ 683604 h 2398711"/>
              <a:gd name="connsiteX47707" fmla="*/ 797640 w 2119654"/>
              <a:gd name="connsiteY47707" fmla="*/ 2252059 h 2398711"/>
              <a:gd name="connsiteX47708" fmla="*/ 808151 w 2119654"/>
              <a:gd name="connsiteY47708" fmla="*/ 2250533 h 2398711"/>
              <a:gd name="connsiteX47709" fmla="*/ 807450 w 2119654"/>
              <a:gd name="connsiteY47709" fmla="*/ 2248439 h 2398711"/>
              <a:gd name="connsiteX47710" fmla="*/ 822079 w 2119654"/>
              <a:gd name="connsiteY47710" fmla="*/ 2196859 h 2398711"/>
              <a:gd name="connsiteX47711" fmla="*/ 823225 w 2119654"/>
              <a:gd name="connsiteY47711" fmla="*/ 2199318 h 2398711"/>
              <a:gd name="connsiteX47712" fmla="*/ 824108 w 2119654"/>
              <a:gd name="connsiteY47712" fmla="*/ 2199474 h 2398711"/>
              <a:gd name="connsiteX47713" fmla="*/ 820986 w 2119654"/>
              <a:gd name="connsiteY47713" fmla="*/ 2199274 h 2398711"/>
              <a:gd name="connsiteX47714" fmla="*/ 821522 w 2119654"/>
              <a:gd name="connsiteY47714" fmla="*/ 2200582 h 2398711"/>
              <a:gd name="connsiteX47715" fmla="*/ 822362 w 2119654"/>
              <a:gd name="connsiteY47715" fmla="*/ 2200540 h 2398711"/>
              <a:gd name="connsiteX47716" fmla="*/ 823113 w 2119654"/>
              <a:gd name="connsiteY47716" fmla="*/ 2200145 h 2398711"/>
              <a:gd name="connsiteX47717" fmla="*/ 822866 w 2119654"/>
              <a:gd name="connsiteY47717" fmla="*/ 2199632 h 2398711"/>
              <a:gd name="connsiteX47718" fmla="*/ 1525834 w 2119654"/>
              <a:gd name="connsiteY47718" fmla="*/ 620847 h 2398711"/>
              <a:gd name="connsiteX47719" fmla="*/ 1523694 w 2119654"/>
              <a:gd name="connsiteY47719" fmla="*/ 633857 h 2398711"/>
              <a:gd name="connsiteX47720" fmla="*/ 1525570 w 2119654"/>
              <a:gd name="connsiteY47720" fmla="*/ 641497 h 2398711"/>
              <a:gd name="connsiteX47721" fmla="*/ 1527626 w 2119654"/>
              <a:gd name="connsiteY47721" fmla="*/ 630048 h 2398711"/>
              <a:gd name="connsiteX47722" fmla="*/ 1527829 w 2119654"/>
              <a:gd name="connsiteY47722" fmla="*/ 630356 h 2398711"/>
              <a:gd name="connsiteX47723" fmla="*/ 1525719 w 2119654"/>
              <a:gd name="connsiteY47723" fmla="*/ 642100 h 2398711"/>
              <a:gd name="connsiteX47724" fmla="*/ 1527473 w 2119654"/>
              <a:gd name="connsiteY47724" fmla="*/ 649243 h 2398711"/>
              <a:gd name="connsiteX47725" fmla="*/ 1528311 w 2119654"/>
              <a:gd name="connsiteY47725" fmla="*/ 644152 h 2398711"/>
              <a:gd name="connsiteX47726" fmla="*/ 1528911 w 2119654"/>
              <a:gd name="connsiteY47726" fmla="*/ 627705 h 2398711"/>
              <a:gd name="connsiteX47727" fmla="*/ 827790 w 2119654"/>
              <a:gd name="connsiteY47727" fmla="*/ 2183785 h 2398711"/>
              <a:gd name="connsiteX47728" fmla="*/ 837561 w 2119654"/>
              <a:gd name="connsiteY47728" fmla="*/ 2180720 h 2398711"/>
              <a:gd name="connsiteX47729" fmla="*/ 833387 w 2119654"/>
              <a:gd name="connsiteY47729" fmla="*/ 2181002 h 2398711"/>
              <a:gd name="connsiteX47730" fmla="*/ 1517442 w 2119654"/>
              <a:gd name="connsiteY47730" fmla="*/ 639354 h 2398711"/>
              <a:gd name="connsiteX47731" fmla="*/ 1513373 w 2119654"/>
              <a:gd name="connsiteY47731" fmla="*/ 652043 h 2398711"/>
              <a:gd name="connsiteX47732" fmla="*/ 1513847 w 2119654"/>
              <a:gd name="connsiteY47732" fmla="*/ 670520 h 2398711"/>
              <a:gd name="connsiteX47733" fmla="*/ 1516222 w 2119654"/>
              <a:gd name="connsiteY47733" fmla="*/ 675133 h 2398711"/>
              <a:gd name="connsiteX47734" fmla="*/ 1516237 w 2119654"/>
              <a:gd name="connsiteY47734" fmla="*/ 674687 h 2398711"/>
              <a:gd name="connsiteX47735" fmla="*/ 1514044 w 2119654"/>
              <a:gd name="connsiteY47735" fmla="*/ 668126 h 2398711"/>
              <a:gd name="connsiteX47736" fmla="*/ 1514310 w 2119654"/>
              <a:gd name="connsiteY47736" fmla="*/ 668303 h 2398711"/>
              <a:gd name="connsiteX47737" fmla="*/ 1516255 w 2119654"/>
              <a:gd name="connsiteY47737" fmla="*/ 674124 h 2398711"/>
              <a:gd name="connsiteX47738" fmla="*/ 1500796 w 2119654"/>
              <a:gd name="connsiteY47738" fmla="*/ 675705 h 2398711"/>
              <a:gd name="connsiteX47739" fmla="*/ 1500737 w 2119654"/>
              <a:gd name="connsiteY47739" fmla="*/ 678348 h 2398711"/>
              <a:gd name="connsiteX47740" fmla="*/ 1502965 w 2119654"/>
              <a:gd name="connsiteY47740" fmla="*/ 682654 h 2398711"/>
              <a:gd name="connsiteX47741" fmla="*/ 1503428 w 2119654"/>
              <a:gd name="connsiteY47741" fmla="*/ 681386 h 2398711"/>
              <a:gd name="connsiteX47742" fmla="*/ 823128 w 2119654"/>
              <a:gd name="connsiteY47742" fmla="*/ 2192622 h 2398711"/>
              <a:gd name="connsiteX47743" fmla="*/ 827680 w 2119654"/>
              <a:gd name="connsiteY47743" fmla="*/ 2192351 h 2398711"/>
              <a:gd name="connsiteX47744" fmla="*/ 827495 w 2119654"/>
              <a:gd name="connsiteY47744" fmla="*/ 2192075 h 2398711"/>
              <a:gd name="connsiteX47745" fmla="*/ 823412 w 2119654"/>
              <a:gd name="connsiteY47745" fmla="*/ 2192425 h 2398711"/>
              <a:gd name="connsiteX47746" fmla="*/ 1526401 w 2119654"/>
              <a:gd name="connsiteY47746" fmla="*/ 617400 h 2398711"/>
              <a:gd name="connsiteX47747" fmla="*/ 1526357 w 2119654"/>
              <a:gd name="connsiteY47747" fmla="*/ 617670 h 2398711"/>
              <a:gd name="connsiteX47748" fmla="*/ 1527659 w 2119654"/>
              <a:gd name="connsiteY47748" fmla="*/ 620447 h 2398711"/>
              <a:gd name="connsiteX47749" fmla="*/ 1527077 w 2119654"/>
              <a:gd name="connsiteY47749" fmla="*/ 619004 h 2398711"/>
              <a:gd name="connsiteX47750" fmla="*/ 1491530 w 2119654"/>
              <a:gd name="connsiteY47750" fmla="*/ 695290 h 2398711"/>
              <a:gd name="connsiteX47751" fmla="*/ 1491479 w 2119654"/>
              <a:gd name="connsiteY47751" fmla="*/ 700723 h 2398711"/>
              <a:gd name="connsiteX47752" fmla="*/ 1491390 w 2119654"/>
              <a:gd name="connsiteY47752" fmla="*/ 701669 h 2398711"/>
              <a:gd name="connsiteX47753" fmla="*/ 1491460 w 2119654"/>
              <a:gd name="connsiteY47753" fmla="*/ 701881 h 2398711"/>
              <a:gd name="connsiteX47754" fmla="*/ 1491679 w 2119654"/>
              <a:gd name="connsiteY47754" fmla="*/ 695790 h 2398711"/>
              <a:gd name="connsiteX47755" fmla="*/ 826327 w 2119654"/>
              <a:gd name="connsiteY47755" fmla="*/ 2184512 h 2398711"/>
              <a:gd name="connsiteX47756" fmla="*/ 835067 w 2119654"/>
              <a:gd name="connsiteY47756" fmla="*/ 2183545 h 2398711"/>
              <a:gd name="connsiteX47757" fmla="*/ 839283 w 2119654"/>
              <a:gd name="connsiteY47757" fmla="*/ 2180609 h 2398711"/>
              <a:gd name="connsiteX47758" fmla="*/ 826501 w 2119654"/>
              <a:gd name="connsiteY47758" fmla="*/ 2184426 h 2398711"/>
              <a:gd name="connsiteX47759" fmla="*/ 1492661 w 2119654"/>
              <a:gd name="connsiteY47759" fmla="*/ 691753 h 2398711"/>
              <a:gd name="connsiteX47760" fmla="*/ 1492464 w 2119654"/>
              <a:gd name="connsiteY47760" fmla="*/ 697220 h 2398711"/>
              <a:gd name="connsiteX47761" fmla="*/ 1493483 w 2119654"/>
              <a:gd name="connsiteY47761" fmla="*/ 700639 h 2398711"/>
              <a:gd name="connsiteX47762" fmla="*/ 1493453 w 2119654"/>
              <a:gd name="connsiteY47762" fmla="*/ 698349 h 2398711"/>
              <a:gd name="connsiteX47763" fmla="*/ 1495550 w 2119654"/>
              <a:gd name="connsiteY47763" fmla="*/ 684982 h 2398711"/>
              <a:gd name="connsiteX47764" fmla="*/ 1496059 w 2119654"/>
              <a:gd name="connsiteY47764" fmla="*/ 690870 h 2398711"/>
              <a:gd name="connsiteX47765" fmla="*/ 1496168 w 2119654"/>
              <a:gd name="connsiteY47765" fmla="*/ 699204 h 2398711"/>
              <a:gd name="connsiteX47766" fmla="*/ 1496369 w 2119654"/>
              <a:gd name="connsiteY47766" fmla="*/ 700710 h 2398711"/>
              <a:gd name="connsiteX47767" fmla="*/ 1497581 w 2119654"/>
              <a:gd name="connsiteY47767" fmla="*/ 697393 h 2398711"/>
              <a:gd name="connsiteX47768" fmla="*/ 1497558 w 2119654"/>
              <a:gd name="connsiteY47768" fmla="*/ 697313 h 2398711"/>
              <a:gd name="connsiteX47769" fmla="*/ 1497600 w 2119654"/>
              <a:gd name="connsiteY47769" fmla="*/ 697342 h 2398711"/>
              <a:gd name="connsiteX47770" fmla="*/ 1498205 w 2119654"/>
              <a:gd name="connsiteY47770" fmla="*/ 695686 h 2398711"/>
              <a:gd name="connsiteX47771" fmla="*/ 1497893 w 2119654"/>
              <a:gd name="connsiteY47771" fmla="*/ 692069 h 2398711"/>
              <a:gd name="connsiteX47772" fmla="*/ 1497671 w 2119654"/>
              <a:gd name="connsiteY47772" fmla="*/ 691368 h 2398711"/>
              <a:gd name="connsiteX47773" fmla="*/ 1487845 w 2119654"/>
              <a:gd name="connsiteY47773" fmla="*/ 701898 h 2398711"/>
              <a:gd name="connsiteX47774" fmla="*/ 1487824 w 2119654"/>
              <a:gd name="connsiteY47774" fmla="*/ 703264 h 2398711"/>
              <a:gd name="connsiteX47775" fmla="*/ 1489508 w 2119654"/>
              <a:gd name="connsiteY47775" fmla="*/ 708103 h 2398711"/>
              <a:gd name="connsiteX47776" fmla="*/ 1489754 w 2119654"/>
              <a:gd name="connsiteY47776" fmla="*/ 705485 h 2398711"/>
              <a:gd name="connsiteX47777" fmla="*/ 1489605 w 2119654"/>
              <a:gd name="connsiteY47777" fmla="*/ 705045 h 2398711"/>
              <a:gd name="connsiteX47778" fmla="*/ 1492866 w 2119654"/>
              <a:gd name="connsiteY47778" fmla="*/ 690259 h 2398711"/>
              <a:gd name="connsiteX47779" fmla="*/ 1493406 w 2119654"/>
              <a:gd name="connsiteY47779" fmla="*/ 694749 h 2398711"/>
              <a:gd name="connsiteX47780" fmla="*/ 1493376 w 2119654"/>
              <a:gd name="connsiteY47780" fmla="*/ 692475 h 2398711"/>
              <a:gd name="connsiteX47781" fmla="*/ 1493357 w 2119654"/>
              <a:gd name="connsiteY47781" fmla="*/ 692384 h 2398711"/>
              <a:gd name="connsiteX47782" fmla="*/ 1521982 w 2119654"/>
              <a:gd name="connsiteY47782" fmla="*/ 624929 h 2398711"/>
              <a:gd name="connsiteX47783" fmla="*/ 1520220 w 2119654"/>
              <a:gd name="connsiteY47783" fmla="*/ 630689 h 2398711"/>
              <a:gd name="connsiteX47784" fmla="*/ 1518102 w 2119654"/>
              <a:gd name="connsiteY47784" fmla="*/ 637294 h 2398711"/>
              <a:gd name="connsiteX47785" fmla="*/ 1517860 w 2119654"/>
              <a:gd name="connsiteY47785" fmla="*/ 649218 h 2398711"/>
              <a:gd name="connsiteX47786" fmla="*/ 1517158 w 2119654"/>
              <a:gd name="connsiteY47786" fmla="*/ 669783 h 2398711"/>
              <a:gd name="connsiteX47787" fmla="*/ 1522471 w 2119654"/>
              <a:gd name="connsiteY47787" fmla="*/ 637480 h 2398711"/>
              <a:gd name="connsiteX47788" fmla="*/ 803234 w 2119654"/>
              <a:gd name="connsiteY47788" fmla="*/ 2234242 h 2398711"/>
              <a:gd name="connsiteX47789" fmla="*/ 807332 w 2119654"/>
              <a:gd name="connsiteY47789" fmla="*/ 2247075 h 2398711"/>
              <a:gd name="connsiteX47790" fmla="*/ 827300 w 2119654"/>
              <a:gd name="connsiteY47790" fmla="*/ 2238510 h 2398711"/>
              <a:gd name="connsiteX47791" fmla="*/ 824108 w 2119654"/>
              <a:gd name="connsiteY47791" fmla="*/ 2234646 h 2398711"/>
              <a:gd name="connsiteX47792" fmla="*/ 807151 w 2119654"/>
              <a:gd name="connsiteY47792" fmla="*/ 2241125 h 2398711"/>
              <a:gd name="connsiteX47793" fmla="*/ 806690 w 2119654"/>
              <a:gd name="connsiteY47793" fmla="*/ 2240982 h 2398711"/>
              <a:gd name="connsiteX47794" fmla="*/ 823908 w 2119654"/>
              <a:gd name="connsiteY47794" fmla="*/ 2234403 h 2398711"/>
              <a:gd name="connsiteX47795" fmla="*/ 821060 w 2119654"/>
              <a:gd name="connsiteY47795" fmla="*/ 2230955 h 2398711"/>
              <a:gd name="connsiteX47796" fmla="*/ 1499929 w 2119654"/>
              <a:gd name="connsiteY47796" fmla="*/ 673834 h 2398711"/>
              <a:gd name="connsiteX47797" fmla="*/ 1500353 w 2119654"/>
              <a:gd name="connsiteY47797" fmla="*/ 677422 h 2398711"/>
              <a:gd name="connsiteX47798" fmla="*/ 1500442 w 2119654"/>
              <a:gd name="connsiteY47798" fmla="*/ 674939 h 2398711"/>
              <a:gd name="connsiteX47799" fmla="*/ 820846 w 2119654"/>
              <a:gd name="connsiteY47799" fmla="*/ 2194212 h 2398711"/>
              <a:gd name="connsiteX47800" fmla="*/ 821125 w 2119654"/>
              <a:gd name="connsiteY47800" fmla="*/ 2194812 h 2398711"/>
              <a:gd name="connsiteX47801" fmla="*/ 821641 w 2119654"/>
              <a:gd name="connsiteY47801" fmla="*/ 2195476 h 2398711"/>
              <a:gd name="connsiteX47802" fmla="*/ 824359 w 2119654"/>
              <a:gd name="connsiteY47802" fmla="*/ 2198129 h 2398711"/>
              <a:gd name="connsiteX47803" fmla="*/ 825313 w 2119654"/>
              <a:gd name="connsiteY47803" fmla="*/ 2198989 h 2398711"/>
              <a:gd name="connsiteX47804" fmla="*/ 830340 w 2119654"/>
              <a:gd name="connsiteY47804" fmla="*/ 2196346 h 2398711"/>
              <a:gd name="connsiteX47805" fmla="*/ 827983 w 2119654"/>
              <a:gd name="connsiteY47805" fmla="*/ 2192808 h 2398711"/>
              <a:gd name="connsiteX47806" fmla="*/ 825642 w 2119654"/>
              <a:gd name="connsiteY47806" fmla="*/ 2193786 h 2398711"/>
              <a:gd name="connsiteX47807" fmla="*/ 825013 w 2119654"/>
              <a:gd name="connsiteY47807" fmla="*/ 2193610 h 2398711"/>
              <a:gd name="connsiteX47808" fmla="*/ 826938 w 2119654"/>
              <a:gd name="connsiteY47808" fmla="*/ 2192807 h 2398711"/>
              <a:gd name="connsiteX47809" fmla="*/ 822575 w 2119654"/>
              <a:gd name="connsiteY47809" fmla="*/ 2193008 h 2398711"/>
              <a:gd name="connsiteX47810" fmla="*/ 824800 w 2119654"/>
              <a:gd name="connsiteY47810" fmla="*/ 2185271 h 2398711"/>
              <a:gd name="connsiteX47811" fmla="*/ 826799 w 2119654"/>
              <a:gd name="connsiteY47811" fmla="*/ 2188348 h 2398711"/>
              <a:gd name="connsiteX47812" fmla="*/ 828364 w 2119654"/>
              <a:gd name="connsiteY47812" fmla="*/ 2188214 h 2398711"/>
              <a:gd name="connsiteX47813" fmla="*/ 834266 w 2119654"/>
              <a:gd name="connsiteY47813" fmla="*/ 2184103 h 2398711"/>
              <a:gd name="connsiteX47814" fmla="*/ 834237 w 2119654"/>
              <a:gd name="connsiteY47814" fmla="*/ 2184091 h 2398711"/>
              <a:gd name="connsiteX47815" fmla="*/ 834255 w 2119654"/>
              <a:gd name="connsiteY47815" fmla="*/ 2184085 h 2398711"/>
              <a:gd name="connsiteX47816" fmla="*/ 829787 w 2119654"/>
              <a:gd name="connsiteY47816" fmla="*/ 2184579 h 2398711"/>
              <a:gd name="connsiteX47817" fmla="*/ 825325 w 2119654"/>
              <a:gd name="connsiteY47817" fmla="*/ 2185010 h 2398711"/>
              <a:gd name="connsiteX47818" fmla="*/ 1506546 w 2119654"/>
              <a:gd name="connsiteY47818" fmla="*/ 658507 h 2398711"/>
              <a:gd name="connsiteX47819" fmla="*/ 1506449 w 2119654"/>
              <a:gd name="connsiteY47819" fmla="*/ 664582 h 2398711"/>
              <a:gd name="connsiteX47820" fmla="*/ 1507339 w 2119654"/>
              <a:gd name="connsiteY47820" fmla="*/ 666580 h 2398711"/>
              <a:gd name="connsiteX47821" fmla="*/ 1507998 w 2119654"/>
              <a:gd name="connsiteY47821" fmla="*/ 667520 h 2398711"/>
              <a:gd name="connsiteX47822" fmla="*/ 1508001 w 2119654"/>
              <a:gd name="connsiteY47822" fmla="*/ 667524 h 2398711"/>
              <a:gd name="connsiteX47823" fmla="*/ 1509119 w 2119654"/>
              <a:gd name="connsiteY47823" fmla="*/ 664038 h 2398711"/>
              <a:gd name="connsiteX47824" fmla="*/ 1497634 w 2119654"/>
              <a:gd name="connsiteY47824" fmla="*/ 678092 h 2398711"/>
              <a:gd name="connsiteX47825" fmla="*/ 1498459 w 2119654"/>
              <a:gd name="connsiteY47825" fmla="*/ 687635 h 2398711"/>
              <a:gd name="connsiteX47826" fmla="*/ 1499887 w 2119654"/>
              <a:gd name="connsiteY47826" fmla="*/ 690350 h 2398711"/>
              <a:gd name="connsiteX47827" fmla="*/ 1499889 w 2119654"/>
              <a:gd name="connsiteY47827" fmla="*/ 690313 h 2398711"/>
              <a:gd name="connsiteX47828" fmla="*/ 1498690 w 2119654"/>
              <a:gd name="connsiteY47828" fmla="*/ 680142 h 2398711"/>
              <a:gd name="connsiteX47829" fmla="*/ 1495430 w 2119654"/>
              <a:gd name="connsiteY47829" fmla="*/ 682446 h 2398711"/>
              <a:gd name="connsiteX47830" fmla="*/ 1495464 w 2119654"/>
              <a:gd name="connsiteY47830" fmla="*/ 683987 h 2398711"/>
              <a:gd name="connsiteX47831" fmla="*/ 1495469 w 2119654"/>
              <a:gd name="connsiteY47831" fmla="*/ 684045 h 2398711"/>
              <a:gd name="connsiteX47832" fmla="*/ 1497808 w 2119654"/>
              <a:gd name="connsiteY47832" fmla="*/ 691090 h 2398711"/>
              <a:gd name="connsiteX47833" fmla="*/ 1497382 w 2119654"/>
              <a:gd name="connsiteY47833" fmla="*/ 686158 h 2398711"/>
              <a:gd name="connsiteX47834" fmla="*/ 1534548 w 2119654"/>
              <a:gd name="connsiteY47834" fmla="*/ 594743 h 2398711"/>
              <a:gd name="connsiteX47835" fmla="*/ 1536799 w 2119654"/>
              <a:gd name="connsiteY47835" fmla="*/ 612835 h 2398711"/>
              <a:gd name="connsiteX47836" fmla="*/ 1537061 w 2119654"/>
              <a:gd name="connsiteY47836" fmla="*/ 609847 h 2398711"/>
              <a:gd name="connsiteX47837" fmla="*/ 1536170 w 2119654"/>
              <a:gd name="connsiteY47837" fmla="*/ 604197 h 2398711"/>
              <a:gd name="connsiteX47838" fmla="*/ 1524286 w 2119654"/>
              <a:gd name="connsiteY47838" fmla="*/ 617394 h 2398711"/>
              <a:gd name="connsiteX47839" fmla="*/ 1522186 w 2119654"/>
              <a:gd name="connsiteY47839" fmla="*/ 624261 h 2398711"/>
              <a:gd name="connsiteX47840" fmla="*/ 1522781 w 2119654"/>
              <a:gd name="connsiteY47840" fmla="*/ 635595 h 2398711"/>
              <a:gd name="connsiteX47841" fmla="*/ 1523220 w 2119654"/>
              <a:gd name="connsiteY47841" fmla="*/ 632928 h 2398711"/>
              <a:gd name="connsiteX47842" fmla="*/ 1523027 w 2119654"/>
              <a:gd name="connsiteY47842" fmla="*/ 632140 h 2398711"/>
              <a:gd name="connsiteX47843" fmla="*/ 1523313 w 2119654"/>
              <a:gd name="connsiteY47843" fmla="*/ 632364 h 2398711"/>
              <a:gd name="connsiteX47844" fmla="*/ 1525375 w 2119654"/>
              <a:gd name="connsiteY47844" fmla="*/ 619823 h 2398711"/>
              <a:gd name="connsiteX47845" fmla="*/ 820333 w 2119654"/>
              <a:gd name="connsiteY47845" fmla="*/ 2193111 h 2398711"/>
              <a:gd name="connsiteX47846" fmla="*/ 820578 w 2119654"/>
              <a:gd name="connsiteY47846" fmla="*/ 2193637 h 2398711"/>
              <a:gd name="connsiteX47847" fmla="*/ 821404 w 2119654"/>
              <a:gd name="connsiteY47847" fmla="*/ 2193062 h 2398711"/>
              <a:gd name="connsiteX47848" fmla="*/ 819342 w 2119654"/>
              <a:gd name="connsiteY47848" fmla="*/ 2195260 h 2398711"/>
              <a:gd name="connsiteX47849" fmla="*/ 820831 w 2119654"/>
              <a:gd name="connsiteY47849" fmla="*/ 2198895 h 2398711"/>
              <a:gd name="connsiteX47850" fmla="*/ 822666 w 2119654"/>
              <a:gd name="connsiteY47850" fmla="*/ 2199220 h 2398711"/>
              <a:gd name="connsiteX47851" fmla="*/ 820884 w 2119654"/>
              <a:gd name="connsiteY47851" fmla="*/ 2195529 h 2398711"/>
              <a:gd name="connsiteX47852" fmla="*/ 820043 w 2119654"/>
              <a:gd name="connsiteY47852" fmla="*/ 2194771 h 2398711"/>
              <a:gd name="connsiteX47853" fmla="*/ 840291 w 2119654"/>
              <a:gd name="connsiteY47853" fmla="*/ 2148121 h 2398711"/>
              <a:gd name="connsiteX47854" fmla="*/ 845021 w 2119654"/>
              <a:gd name="connsiteY47854" fmla="*/ 2150182 h 2398711"/>
              <a:gd name="connsiteX47855" fmla="*/ 841935 w 2119654"/>
              <a:gd name="connsiteY47855" fmla="*/ 2147992 h 2398711"/>
              <a:gd name="connsiteX47856" fmla="*/ 1525176 w 2119654"/>
              <a:gd name="connsiteY47856" fmla="*/ 614487 h 2398711"/>
              <a:gd name="connsiteX47857" fmla="*/ 1525053 w 2119654"/>
              <a:gd name="connsiteY47857" fmla="*/ 614889 h 2398711"/>
              <a:gd name="connsiteX47858" fmla="*/ 1525892 w 2119654"/>
              <a:gd name="connsiteY47858" fmla="*/ 616679 h 2398711"/>
              <a:gd name="connsiteX47859" fmla="*/ 1525950 w 2119654"/>
              <a:gd name="connsiteY47859" fmla="*/ 616328 h 2398711"/>
              <a:gd name="connsiteX47860" fmla="*/ 1527944 w 2119654"/>
              <a:gd name="connsiteY47860" fmla="*/ 608018 h 2398711"/>
              <a:gd name="connsiteX47861" fmla="*/ 1526499 w 2119654"/>
              <a:gd name="connsiteY47861" fmla="*/ 616804 h 2398711"/>
              <a:gd name="connsiteX47862" fmla="*/ 1529084 w 2119654"/>
              <a:gd name="connsiteY47862" fmla="*/ 622952 h 2398711"/>
              <a:gd name="connsiteX47863" fmla="*/ 1529361 w 2119654"/>
              <a:gd name="connsiteY47863" fmla="*/ 615371 h 2398711"/>
              <a:gd name="connsiteX47864" fmla="*/ 1529243 w 2119654"/>
              <a:gd name="connsiteY47864" fmla="*/ 611609 h 2398711"/>
              <a:gd name="connsiteX47865" fmla="*/ 1528850 w 2119654"/>
              <a:gd name="connsiteY47865" fmla="*/ 609911 h 2398711"/>
              <a:gd name="connsiteX47866" fmla="*/ 814841 w 2119654"/>
              <a:gd name="connsiteY47866" fmla="*/ 2204752 h 2398711"/>
              <a:gd name="connsiteX47867" fmla="*/ 822578 w 2119654"/>
              <a:gd name="connsiteY47867" fmla="*/ 2203660 h 2398711"/>
              <a:gd name="connsiteX47868" fmla="*/ 821575 w 2119654"/>
              <a:gd name="connsiteY47868" fmla="*/ 2201212 h 2398711"/>
              <a:gd name="connsiteX47869" fmla="*/ 809553 w 2119654"/>
              <a:gd name="connsiteY47869" fmla="*/ 2216437 h 2398711"/>
              <a:gd name="connsiteX47870" fmla="*/ 813179 w 2119654"/>
              <a:gd name="connsiteY47870" fmla="*/ 2220827 h 2398711"/>
              <a:gd name="connsiteX47871" fmla="*/ 815473 w 2119654"/>
              <a:gd name="connsiteY47871" fmla="*/ 2221304 h 2398711"/>
              <a:gd name="connsiteX47872" fmla="*/ 820491 w 2119654"/>
              <a:gd name="connsiteY47872" fmla="*/ 2218997 h 2398711"/>
              <a:gd name="connsiteX47873" fmla="*/ 817349 w 2119654"/>
              <a:gd name="connsiteY47873" fmla="*/ 2214792 h 2398711"/>
              <a:gd name="connsiteX47874" fmla="*/ 820143 w 2119654"/>
              <a:gd name="connsiteY47874" fmla="*/ 2192704 h 2398711"/>
              <a:gd name="connsiteX47875" fmla="*/ 820186 w 2119654"/>
              <a:gd name="connsiteY47875" fmla="*/ 2192798 h 2398711"/>
              <a:gd name="connsiteX47876" fmla="*/ 821932 w 2119654"/>
              <a:gd name="connsiteY47876" fmla="*/ 2192693 h 2398711"/>
              <a:gd name="connsiteX47877" fmla="*/ 822165 w 2119654"/>
              <a:gd name="connsiteY47877" fmla="*/ 2192531 h 2398711"/>
              <a:gd name="connsiteX47878" fmla="*/ 1528139 w 2119654"/>
              <a:gd name="connsiteY47878" fmla="*/ 606836 h 2398711"/>
              <a:gd name="connsiteX47879" fmla="*/ 1528044 w 2119654"/>
              <a:gd name="connsiteY47879" fmla="*/ 607412 h 2398711"/>
              <a:gd name="connsiteX47880" fmla="*/ 1528494 w 2119654"/>
              <a:gd name="connsiteY47880" fmla="*/ 608371 h 2398711"/>
              <a:gd name="connsiteX47881" fmla="*/ 819530 w 2119654"/>
              <a:gd name="connsiteY47881" fmla="*/ 2192757 h 2398711"/>
              <a:gd name="connsiteX47882" fmla="*/ 819590 w 2119654"/>
              <a:gd name="connsiteY47882" fmla="*/ 2192833 h 2398711"/>
              <a:gd name="connsiteX47883" fmla="*/ 819609 w 2119654"/>
              <a:gd name="connsiteY47883" fmla="*/ 2192832 h 2398711"/>
              <a:gd name="connsiteX47884" fmla="*/ 819572 w 2119654"/>
              <a:gd name="connsiteY47884" fmla="*/ 2192754 h 2398711"/>
              <a:gd name="connsiteX47885" fmla="*/ 1497341 w 2119654"/>
              <a:gd name="connsiteY47885" fmla="*/ 674700 h 2398711"/>
              <a:gd name="connsiteX47886" fmla="*/ 1497494 w 2119654"/>
              <a:gd name="connsiteY47886" fmla="*/ 676474 h 2398711"/>
              <a:gd name="connsiteX47887" fmla="*/ 1498485 w 2119654"/>
              <a:gd name="connsiteY47887" fmla="*/ 678397 h 2398711"/>
              <a:gd name="connsiteX47888" fmla="*/ 1498439 w 2119654"/>
              <a:gd name="connsiteY47888" fmla="*/ 678014 h 2398711"/>
              <a:gd name="connsiteX47889" fmla="*/ 1527462 w 2119654"/>
              <a:gd name="connsiteY47889" fmla="*/ 607010 h 2398711"/>
              <a:gd name="connsiteX47890" fmla="*/ 1525323 w 2119654"/>
              <a:gd name="connsiteY47890" fmla="*/ 614006 h 2398711"/>
              <a:gd name="connsiteX47891" fmla="*/ 1526048 w 2119654"/>
              <a:gd name="connsiteY47891" fmla="*/ 615731 h 2398711"/>
              <a:gd name="connsiteX47892" fmla="*/ 1527478 w 2119654"/>
              <a:gd name="connsiteY47892" fmla="*/ 607041 h 2398711"/>
              <a:gd name="connsiteX47893" fmla="*/ 1528607 w 2119654"/>
              <a:gd name="connsiteY47893" fmla="*/ 603984 h 2398711"/>
              <a:gd name="connsiteX47894" fmla="*/ 1528602 w 2119654"/>
              <a:gd name="connsiteY47894" fmla="*/ 604020 h 2398711"/>
              <a:gd name="connsiteX47895" fmla="*/ 1528316 w 2119654"/>
              <a:gd name="connsiteY47895" fmla="*/ 605757 h 2398711"/>
              <a:gd name="connsiteX47896" fmla="*/ 1529177 w 2119654"/>
              <a:gd name="connsiteY47896" fmla="*/ 609472 h 2398711"/>
              <a:gd name="connsiteX47897" fmla="*/ 1529093 w 2119654"/>
              <a:gd name="connsiteY47897" fmla="*/ 606784 h 2398711"/>
              <a:gd name="connsiteX47898" fmla="*/ 818614 w 2119654"/>
              <a:gd name="connsiteY47898" fmla="*/ 2193484 h 2398711"/>
              <a:gd name="connsiteX47899" fmla="*/ 819099 w 2119654"/>
              <a:gd name="connsiteY47899" fmla="*/ 2194666 h 2398711"/>
              <a:gd name="connsiteX47900" fmla="*/ 819566 w 2119654"/>
              <a:gd name="connsiteY47900" fmla="*/ 2194342 h 2398711"/>
              <a:gd name="connsiteX47901" fmla="*/ 818910 w 2119654"/>
              <a:gd name="connsiteY47901" fmla="*/ 2192810 h 2398711"/>
              <a:gd name="connsiteX47902" fmla="*/ 818971 w 2119654"/>
              <a:gd name="connsiteY47902" fmla="*/ 2192870 h 2398711"/>
              <a:gd name="connsiteX47903" fmla="*/ 818984 w 2119654"/>
              <a:gd name="connsiteY47903" fmla="*/ 2192869 h 2398711"/>
              <a:gd name="connsiteX47904" fmla="*/ 818936 w 2119654"/>
              <a:gd name="connsiteY47904" fmla="*/ 2192808 h 2398711"/>
              <a:gd name="connsiteX47905" fmla="*/ 848602 w 2119654"/>
              <a:gd name="connsiteY47905" fmla="*/ 2126192 h 2398711"/>
              <a:gd name="connsiteX47906" fmla="*/ 853984 w 2119654"/>
              <a:gd name="connsiteY47906" fmla="*/ 2126494 h 2398711"/>
              <a:gd name="connsiteX47907" fmla="*/ 856998 w 2119654"/>
              <a:gd name="connsiteY47907" fmla="*/ 2125668 h 2398711"/>
              <a:gd name="connsiteX47908" fmla="*/ 855283 w 2119654"/>
              <a:gd name="connsiteY47908" fmla="*/ 2124070 h 2398711"/>
              <a:gd name="connsiteX47909" fmla="*/ 839007 w 2119654"/>
              <a:gd name="connsiteY47909" fmla="*/ 2147561 h 2398711"/>
              <a:gd name="connsiteX47910" fmla="*/ 839818 w 2119654"/>
              <a:gd name="connsiteY47910" fmla="*/ 2147915 h 2398711"/>
              <a:gd name="connsiteX47911" fmla="*/ 841627 w 2119654"/>
              <a:gd name="connsiteY47911" fmla="*/ 2147773 h 2398711"/>
              <a:gd name="connsiteX47912" fmla="*/ 840625 w 2119654"/>
              <a:gd name="connsiteY47912" fmla="*/ 2147061 h 2398711"/>
              <a:gd name="connsiteX47913" fmla="*/ 840406 w 2119654"/>
              <a:gd name="connsiteY47913" fmla="*/ 2146846 h 2398711"/>
              <a:gd name="connsiteX47914" fmla="*/ 840093 w 2119654"/>
              <a:gd name="connsiteY47914" fmla="*/ 2146954 h 2398711"/>
              <a:gd name="connsiteX47915" fmla="*/ 1528947 w 2119654"/>
              <a:gd name="connsiteY47915" fmla="*/ 602154 h 2398711"/>
              <a:gd name="connsiteX47916" fmla="*/ 1528820 w 2119654"/>
              <a:gd name="connsiteY47916" fmla="*/ 602571 h 2398711"/>
              <a:gd name="connsiteX47917" fmla="*/ 1528728 w 2119654"/>
              <a:gd name="connsiteY47917" fmla="*/ 603186 h 2398711"/>
              <a:gd name="connsiteX47918" fmla="*/ 1529036 w 2119654"/>
              <a:gd name="connsiteY47918" fmla="*/ 604966 h 2398711"/>
              <a:gd name="connsiteX47919" fmla="*/ 1497206 w 2119654"/>
              <a:gd name="connsiteY47919" fmla="*/ 673141 h 2398711"/>
              <a:gd name="connsiteX47920" fmla="*/ 1497259 w 2119654"/>
              <a:gd name="connsiteY47920" fmla="*/ 673751 h 2398711"/>
              <a:gd name="connsiteX47921" fmla="*/ 1498286 w 2119654"/>
              <a:gd name="connsiteY47921" fmla="*/ 676715 h 2398711"/>
              <a:gd name="connsiteX47922" fmla="*/ 1498058 w 2119654"/>
              <a:gd name="connsiteY47922" fmla="*/ 674790 h 2398711"/>
              <a:gd name="connsiteX47923" fmla="*/ 1487981 w 2119654"/>
              <a:gd name="connsiteY47923" fmla="*/ 693153 h 2398711"/>
              <a:gd name="connsiteX47924" fmla="*/ 1487951 w 2119654"/>
              <a:gd name="connsiteY47924" fmla="*/ 695091 h 2398711"/>
              <a:gd name="connsiteX47925" fmla="*/ 1489294 w 2119654"/>
              <a:gd name="connsiteY47925" fmla="*/ 699075 h 2398711"/>
              <a:gd name="connsiteX47926" fmla="*/ 1490217 w 2119654"/>
              <a:gd name="connsiteY47926" fmla="*/ 700545 h 2398711"/>
              <a:gd name="connsiteX47927" fmla="*/ 1490264 w 2119654"/>
              <a:gd name="connsiteY47927" fmla="*/ 700044 h 2398711"/>
              <a:gd name="connsiteX47928" fmla="*/ 1491629 w 2119654"/>
              <a:gd name="connsiteY47928" fmla="*/ 684896 h 2398711"/>
              <a:gd name="connsiteX47929" fmla="*/ 1491548 w 2119654"/>
              <a:gd name="connsiteY47929" fmla="*/ 693499 h 2398711"/>
              <a:gd name="connsiteX47930" fmla="*/ 1491736 w 2119654"/>
              <a:gd name="connsiteY47930" fmla="*/ 694219 h 2398711"/>
              <a:gd name="connsiteX47931" fmla="*/ 1492012 w 2119654"/>
              <a:gd name="connsiteY47931" fmla="*/ 686557 h 2398711"/>
              <a:gd name="connsiteX47932" fmla="*/ 847927 w 2119654"/>
              <a:gd name="connsiteY47932" fmla="*/ 2125468 h 2398711"/>
              <a:gd name="connsiteX47933" fmla="*/ 848168 w 2119654"/>
              <a:gd name="connsiteY47933" fmla="*/ 2125834 h 2398711"/>
              <a:gd name="connsiteX47934" fmla="*/ 852657 w 2119654"/>
              <a:gd name="connsiteY47934" fmla="*/ 2124420 h 2398711"/>
              <a:gd name="connsiteX47935" fmla="*/ 815479 w 2119654"/>
              <a:gd name="connsiteY47935" fmla="*/ 2197950 h 2398711"/>
              <a:gd name="connsiteX47936" fmla="*/ 820611 w 2119654"/>
              <a:gd name="connsiteY47936" fmla="*/ 2198856 h 2398711"/>
              <a:gd name="connsiteX47937" fmla="*/ 819182 w 2119654"/>
              <a:gd name="connsiteY47937" fmla="*/ 2195371 h 2398711"/>
              <a:gd name="connsiteX47938" fmla="*/ 1491644 w 2119654"/>
              <a:gd name="connsiteY47938" fmla="*/ 683296 h 2398711"/>
              <a:gd name="connsiteX47939" fmla="*/ 1491636 w 2119654"/>
              <a:gd name="connsiteY47939" fmla="*/ 684098 h 2398711"/>
              <a:gd name="connsiteX47940" fmla="*/ 1491854 w 2119654"/>
              <a:gd name="connsiteY47940" fmla="*/ 685041 h 2398711"/>
              <a:gd name="connsiteX47941" fmla="*/ 817250 w 2119654"/>
              <a:gd name="connsiteY47941" fmla="*/ 2192952 h 2398711"/>
              <a:gd name="connsiteX47942" fmla="*/ 817986 w 2119654"/>
              <a:gd name="connsiteY47942" fmla="*/ 2192918 h 2398711"/>
              <a:gd name="connsiteX47943" fmla="*/ 817956 w 2119654"/>
              <a:gd name="connsiteY47943" fmla="*/ 2192892 h 2398711"/>
              <a:gd name="connsiteX47944" fmla="*/ 822343 w 2119654"/>
              <a:gd name="connsiteY47944" fmla="*/ 2181491 h 2398711"/>
              <a:gd name="connsiteX47945" fmla="*/ 824436 w 2119654"/>
              <a:gd name="connsiteY47945" fmla="*/ 2184711 h 2398711"/>
              <a:gd name="connsiteX47946" fmla="*/ 831663 w 2119654"/>
              <a:gd name="connsiteY47946" fmla="*/ 2181119 h 2398711"/>
              <a:gd name="connsiteX47947" fmla="*/ 830122 w 2119654"/>
              <a:gd name="connsiteY47947" fmla="*/ 2181223 h 2398711"/>
              <a:gd name="connsiteX47948" fmla="*/ 811328 w 2119654"/>
              <a:gd name="connsiteY47948" fmla="*/ 2206118 h 2398711"/>
              <a:gd name="connsiteX47949" fmla="*/ 813026 w 2119654"/>
              <a:gd name="connsiteY47949" fmla="*/ 2208467 h 2398711"/>
              <a:gd name="connsiteX47950" fmla="*/ 817393 w 2119654"/>
              <a:gd name="connsiteY47950" fmla="*/ 2214310 h 2398711"/>
              <a:gd name="connsiteX47951" fmla="*/ 828723 w 2119654"/>
              <a:gd name="connsiteY47951" fmla="*/ 2211760 h 2398711"/>
              <a:gd name="connsiteX47952" fmla="*/ 825075 w 2119654"/>
              <a:gd name="connsiteY47952" fmla="*/ 2204206 h 2398711"/>
              <a:gd name="connsiteX47953" fmla="*/ 823118 w 2119654"/>
              <a:gd name="connsiteY47953" fmla="*/ 2204478 h 2398711"/>
              <a:gd name="connsiteX47954" fmla="*/ 824218 w 2119654"/>
              <a:gd name="connsiteY47954" fmla="*/ 2207161 h 2398711"/>
              <a:gd name="connsiteX47955" fmla="*/ 823966 w 2119654"/>
              <a:gd name="connsiteY47955" fmla="*/ 2207048 h 2398711"/>
              <a:gd name="connsiteX47956" fmla="*/ 822924 w 2119654"/>
              <a:gd name="connsiteY47956" fmla="*/ 2204505 h 2398711"/>
              <a:gd name="connsiteX47957" fmla="*/ 812571 w 2119654"/>
              <a:gd name="connsiteY47957" fmla="*/ 2205945 h 2398711"/>
              <a:gd name="connsiteX47958" fmla="*/ 812210 w 2119654"/>
              <a:gd name="connsiteY47958" fmla="*/ 2206135 h 2398711"/>
              <a:gd name="connsiteX47959" fmla="*/ 811891 w 2119654"/>
              <a:gd name="connsiteY47959" fmla="*/ 2206045 h 2398711"/>
              <a:gd name="connsiteX47960" fmla="*/ 811904 w 2119654"/>
              <a:gd name="connsiteY47960" fmla="*/ 2206038 h 2398711"/>
              <a:gd name="connsiteX47961" fmla="*/ 836744 w 2119654"/>
              <a:gd name="connsiteY47961" fmla="*/ 2148828 h 2398711"/>
              <a:gd name="connsiteX47962" fmla="*/ 839604 w 2119654"/>
              <a:gd name="connsiteY47962" fmla="*/ 2153030 h 2398711"/>
              <a:gd name="connsiteX47963" fmla="*/ 846912 w 2119654"/>
              <a:gd name="connsiteY47963" fmla="*/ 2153481 h 2398711"/>
              <a:gd name="connsiteX47964" fmla="*/ 837383 w 2119654"/>
              <a:gd name="connsiteY47964" fmla="*/ 2148471 h 2398711"/>
              <a:gd name="connsiteX47965" fmla="*/ 1496946 w 2119654"/>
              <a:gd name="connsiteY47965" fmla="*/ 670138 h 2398711"/>
              <a:gd name="connsiteX47966" fmla="*/ 1497038 w 2119654"/>
              <a:gd name="connsiteY47966" fmla="*/ 671195 h 2398711"/>
              <a:gd name="connsiteX47967" fmla="*/ 1497458 w 2119654"/>
              <a:gd name="connsiteY47967" fmla="*/ 672007 h 2398711"/>
              <a:gd name="connsiteX47968" fmla="*/ 801213 w 2119654"/>
              <a:gd name="connsiteY47968" fmla="*/ 2227913 h 2398711"/>
              <a:gd name="connsiteX47969" fmla="*/ 803160 w 2119654"/>
              <a:gd name="connsiteY47969" fmla="*/ 2234009 h 2398711"/>
              <a:gd name="connsiteX47970" fmla="*/ 810940 w 2119654"/>
              <a:gd name="connsiteY47970" fmla="*/ 2232575 h 2398711"/>
              <a:gd name="connsiteX47971" fmla="*/ 820783 w 2119654"/>
              <a:gd name="connsiteY47971" fmla="*/ 2230618 h 2398711"/>
              <a:gd name="connsiteX47972" fmla="*/ 817647 w 2119654"/>
              <a:gd name="connsiteY47972" fmla="*/ 2226822 h 2398711"/>
              <a:gd name="connsiteX47973" fmla="*/ 803239 w 2119654"/>
              <a:gd name="connsiteY47973" fmla="*/ 2232833 h 2398711"/>
              <a:gd name="connsiteX47974" fmla="*/ 802966 w 2119654"/>
              <a:gd name="connsiteY47974" fmla="*/ 2232757 h 2398711"/>
              <a:gd name="connsiteX47975" fmla="*/ 817531 w 2119654"/>
              <a:gd name="connsiteY47975" fmla="*/ 2226680 h 2398711"/>
              <a:gd name="connsiteX47976" fmla="*/ 813903 w 2119654"/>
              <a:gd name="connsiteY47976" fmla="*/ 2222288 h 2398711"/>
              <a:gd name="connsiteX47977" fmla="*/ 1493152 w 2119654"/>
              <a:gd name="connsiteY47977" fmla="*/ 678114 h 2398711"/>
              <a:gd name="connsiteX47978" fmla="*/ 1492917 w 2119654"/>
              <a:gd name="connsiteY47978" fmla="*/ 684630 h 2398711"/>
              <a:gd name="connsiteX47979" fmla="*/ 1492903 w 2119654"/>
              <a:gd name="connsiteY47979" fmla="*/ 685799 h 2398711"/>
              <a:gd name="connsiteX47980" fmla="*/ 1492766 w 2119654"/>
              <a:gd name="connsiteY47980" fmla="*/ 688836 h 2398711"/>
              <a:gd name="connsiteX47981" fmla="*/ 1492761 w 2119654"/>
              <a:gd name="connsiteY47981" fmla="*/ 688969 h 2398711"/>
              <a:gd name="connsiteX47982" fmla="*/ 1493365 w 2119654"/>
              <a:gd name="connsiteY47982" fmla="*/ 691587 h 2398711"/>
              <a:gd name="connsiteX47983" fmla="*/ 1493189 w 2119654"/>
              <a:gd name="connsiteY47983" fmla="*/ 678187 h 2398711"/>
              <a:gd name="connsiteX47984" fmla="*/ 1495231 w 2119654"/>
              <a:gd name="connsiteY47984" fmla="*/ 673424 h 2398711"/>
              <a:gd name="connsiteX47985" fmla="*/ 1495417 w 2119654"/>
              <a:gd name="connsiteY47985" fmla="*/ 681849 h 2398711"/>
              <a:gd name="connsiteX47986" fmla="*/ 1497323 w 2119654"/>
              <a:gd name="connsiteY47986" fmla="*/ 685475 h 2398711"/>
              <a:gd name="connsiteX47987" fmla="*/ 1496493 w 2119654"/>
              <a:gd name="connsiteY47987" fmla="*/ 675876 h 2398711"/>
              <a:gd name="connsiteX47988" fmla="*/ 1497251 w 2119654"/>
              <a:gd name="connsiteY47988" fmla="*/ 668730 h 2398711"/>
              <a:gd name="connsiteX47989" fmla="*/ 1497415 w 2119654"/>
              <a:gd name="connsiteY47989" fmla="*/ 669327 h 2398711"/>
              <a:gd name="connsiteX47990" fmla="*/ 1497369 w 2119654"/>
              <a:gd name="connsiteY47990" fmla="*/ 668934 h 2398711"/>
              <a:gd name="connsiteX47991" fmla="*/ 821864 w 2119654"/>
              <a:gd name="connsiteY47991" fmla="*/ 2180754 h 2398711"/>
              <a:gd name="connsiteX47992" fmla="*/ 822292 w 2119654"/>
              <a:gd name="connsiteY47992" fmla="*/ 2181412 h 2398711"/>
              <a:gd name="connsiteX47993" fmla="*/ 822762 w 2119654"/>
              <a:gd name="connsiteY47993" fmla="*/ 2181397 h 2398711"/>
              <a:gd name="connsiteX47994" fmla="*/ 832417 w 2119654"/>
              <a:gd name="connsiteY47994" fmla="*/ 2180744 h 2398711"/>
              <a:gd name="connsiteX47995" fmla="*/ 834283 w 2119654"/>
              <a:gd name="connsiteY47995" fmla="*/ 2179817 h 2398711"/>
              <a:gd name="connsiteX47996" fmla="*/ 826279 w 2119654"/>
              <a:gd name="connsiteY47996" fmla="*/ 2180459 h 2398711"/>
              <a:gd name="connsiteX47997" fmla="*/ 846382 w 2119654"/>
              <a:gd name="connsiteY47997" fmla="*/ 2125809 h 2398711"/>
              <a:gd name="connsiteX47998" fmla="*/ 846521 w 2119654"/>
              <a:gd name="connsiteY47998" fmla="*/ 2126075 h 2398711"/>
              <a:gd name="connsiteX47999" fmla="*/ 847268 w 2119654"/>
              <a:gd name="connsiteY47999" fmla="*/ 2126117 h 2398711"/>
              <a:gd name="connsiteX48000" fmla="*/ 847946 w 2119654"/>
              <a:gd name="connsiteY48000" fmla="*/ 2125904 h 2398711"/>
              <a:gd name="connsiteX48001" fmla="*/ 847686 w 2119654"/>
              <a:gd name="connsiteY48001" fmla="*/ 2125521 h 2398711"/>
              <a:gd name="connsiteX48002" fmla="*/ 1503673 w 2119654"/>
              <a:gd name="connsiteY48002" fmla="*/ 653699 h 2398711"/>
              <a:gd name="connsiteX48003" fmla="*/ 1503982 w 2119654"/>
              <a:gd name="connsiteY48003" fmla="*/ 659044 h 2398711"/>
              <a:gd name="connsiteX48004" fmla="*/ 1506292 w 2119654"/>
              <a:gd name="connsiteY48004" fmla="*/ 664228 h 2398711"/>
              <a:gd name="connsiteX48005" fmla="*/ 1506330 w 2119654"/>
              <a:gd name="connsiteY48005" fmla="*/ 662916 h 2398711"/>
              <a:gd name="connsiteX48006" fmla="*/ 1506405 w 2119654"/>
              <a:gd name="connsiteY48006" fmla="*/ 658204 h 2398711"/>
              <a:gd name="connsiteX48007" fmla="*/ 1504785 w 2119654"/>
              <a:gd name="connsiteY48007" fmla="*/ 654724 h 2398711"/>
              <a:gd name="connsiteX48008" fmla="*/ 1503976 w 2119654"/>
              <a:gd name="connsiteY48008" fmla="*/ 653152 h 2398711"/>
              <a:gd name="connsiteX48009" fmla="*/ 847004 w 2119654"/>
              <a:gd name="connsiteY48009" fmla="*/ 2124067 h 2398711"/>
              <a:gd name="connsiteX48010" fmla="*/ 847685 w 2119654"/>
              <a:gd name="connsiteY48010" fmla="*/ 2125100 h 2398711"/>
              <a:gd name="connsiteX48011" fmla="*/ 854717 w 2119654"/>
              <a:gd name="connsiteY48011" fmla="*/ 2123543 h 2398711"/>
              <a:gd name="connsiteX48012" fmla="*/ 853002 w 2119654"/>
              <a:gd name="connsiteY48012" fmla="*/ 2121943 h 2398711"/>
              <a:gd name="connsiteX48013" fmla="*/ 818206 w 2119654"/>
              <a:gd name="connsiteY48013" fmla="*/ 2188549 h 2398711"/>
              <a:gd name="connsiteX48014" fmla="*/ 818446 w 2119654"/>
              <a:gd name="connsiteY48014" fmla="*/ 2189064 h 2398711"/>
              <a:gd name="connsiteX48015" fmla="*/ 825110 w 2119654"/>
              <a:gd name="connsiteY48015" fmla="*/ 2188493 h 2398711"/>
              <a:gd name="connsiteX48016" fmla="*/ 823421 w 2119654"/>
              <a:gd name="connsiteY48016" fmla="*/ 2185957 h 2398711"/>
              <a:gd name="connsiteX48017" fmla="*/ 1531016 w 2119654"/>
              <a:gd name="connsiteY48017" fmla="*/ 592414 h 2398711"/>
              <a:gd name="connsiteX48018" fmla="*/ 1531624 w 2119654"/>
              <a:gd name="connsiteY48018" fmla="*/ 611821 h 2398711"/>
              <a:gd name="connsiteX48019" fmla="*/ 1532088 w 2119654"/>
              <a:gd name="connsiteY48019" fmla="*/ 616029 h 2398711"/>
              <a:gd name="connsiteX48020" fmla="*/ 1533536 w 2119654"/>
              <a:gd name="connsiteY48020" fmla="*/ 619115 h 2398711"/>
              <a:gd name="connsiteX48021" fmla="*/ 1533530 w 2119654"/>
              <a:gd name="connsiteY48021" fmla="*/ 613114 h 2398711"/>
              <a:gd name="connsiteX48022" fmla="*/ 1502525 w 2119654"/>
              <a:gd name="connsiteY48022" fmla="*/ 655773 h 2398711"/>
              <a:gd name="connsiteX48023" fmla="*/ 1502937 w 2119654"/>
              <a:gd name="connsiteY48023" fmla="*/ 656697 h 2398711"/>
              <a:gd name="connsiteX48024" fmla="*/ 1502850 w 2119654"/>
              <a:gd name="connsiteY48024" fmla="*/ 655186 h 2398711"/>
              <a:gd name="connsiteX48025" fmla="*/ 1541534 w 2119654"/>
              <a:gd name="connsiteY48025" fmla="*/ 568233 h 2398711"/>
              <a:gd name="connsiteX48026" fmla="*/ 1539002 w 2119654"/>
              <a:gd name="connsiteY48026" fmla="*/ 597773 h 2398711"/>
              <a:gd name="connsiteX48027" fmla="*/ 1549813 w 2119654"/>
              <a:gd name="connsiteY48027" fmla="*/ 635207 h 2398711"/>
              <a:gd name="connsiteX48028" fmla="*/ 1554384 w 2119654"/>
              <a:gd name="connsiteY48028" fmla="*/ 653792 h 2398711"/>
              <a:gd name="connsiteX48029" fmla="*/ 1554548 w 2119654"/>
              <a:gd name="connsiteY48029" fmla="*/ 652448 h 2398711"/>
              <a:gd name="connsiteX48030" fmla="*/ 1556229 w 2119654"/>
              <a:gd name="connsiteY48030" fmla="*/ 637012 h 2398711"/>
              <a:gd name="connsiteX48031" fmla="*/ 1556348 w 2119654"/>
              <a:gd name="connsiteY48031" fmla="*/ 637204 h 2398711"/>
              <a:gd name="connsiteX48032" fmla="*/ 1554493 w 2119654"/>
              <a:gd name="connsiteY48032" fmla="*/ 654237 h 2398711"/>
              <a:gd name="connsiteX48033" fmla="*/ 1555749 w 2119654"/>
              <a:gd name="connsiteY48033" fmla="*/ 659342 h 2398711"/>
              <a:gd name="connsiteX48034" fmla="*/ 1558240 w 2119654"/>
              <a:gd name="connsiteY48034" fmla="*/ 644017 h 2398711"/>
              <a:gd name="connsiteX48035" fmla="*/ 1554098 w 2119654"/>
              <a:gd name="connsiteY48035" fmla="*/ 608640 h 2398711"/>
              <a:gd name="connsiteX48036" fmla="*/ 1547024 w 2119654"/>
              <a:gd name="connsiteY48036" fmla="*/ 578959 h 2398711"/>
              <a:gd name="connsiteX48037" fmla="*/ 1501306 w 2119654"/>
              <a:gd name="connsiteY48037" fmla="*/ 657972 h 2398711"/>
              <a:gd name="connsiteX48038" fmla="*/ 1501483 w 2119654"/>
              <a:gd name="connsiteY48038" fmla="*/ 658221 h 2398711"/>
              <a:gd name="connsiteX48039" fmla="*/ 1501354 w 2119654"/>
              <a:gd name="connsiteY48039" fmla="*/ 657887 h 2398711"/>
              <a:gd name="connsiteX48040" fmla="*/ 1503599 w 2119654"/>
              <a:gd name="connsiteY48040" fmla="*/ 652419 h 2398711"/>
              <a:gd name="connsiteX48041" fmla="*/ 1503640 w 2119654"/>
              <a:gd name="connsiteY48041" fmla="*/ 653130 h 2398711"/>
              <a:gd name="connsiteX48042" fmla="*/ 1503809 w 2119654"/>
              <a:gd name="connsiteY48042" fmla="*/ 652826 h 2398711"/>
              <a:gd name="connsiteX48043" fmla="*/ 845454 w 2119654"/>
              <a:gd name="connsiteY48043" fmla="*/ 2126015 h 2398711"/>
              <a:gd name="connsiteX48044" fmla="*/ 845588 w 2119654"/>
              <a:gd name="connsiteY48044" fmla="*/ 2126023 h 2398711"/>
              <a:gd name="connsiteX48045" fmla="*/ 845569 w 2119654"/>
              <a:gd name="connsiteY48045" fmla="*/ 2125990 h 2398711"/>
              <a:gd name="connsiteX48046" fmla="*/ 831740 w 2119654"/>
              <a:gd name="connsiteY48046" fmla="*/ 2156560 h 2398711"/>
              <a:gd name="connsiteX48047" fmla="*/ 832914 w 2119654"/>
              <a:gd name="connsiteY48047" fmla="*/ 2161931 h 2398711"/>
              <a:gd name="connsiteX48048" fmla="*/ 842462 w 2119654"/>
              <a:gd name="connsiteY48048" fmla="*/ 2159942 h 2398711"/>
              <a:gd name="connsiteX48049" fmla="*/ 838776 w 2119654"/>
              <a:gd name="connsiteY48049" fmla="*/ 2156994 h 2398711"/>
              <a:gd name="connsiteX48050" fmla="*/ 1501200 w 2119654"/>
              <a:gd name="connsiteY48050" fmla="*/ 657489 h 2398711"/>
              <a:gd name="connsiteX48051" fmla="*/ 1501199 w 2119654"/>
              <a:gd name="connsiteY48051" fmla="*/ 657536 h 2398711"/>
              <a:gd name="connsiteX48052" fmla="*/ 1501210 w 2119654"/>
              <a:gd name="connsiteY48052" fmla="*/ 657516 h 2398711"/>
              <a:gd name="connsiteX48053" fmla="*/ 834584 w 2119654"/>
              <a:gd name="connsiteY48053" fmla="*/ 2150038 h 2398711"/>
              <a:gd name="connsiteX48054" fmla="*/ 836607 w 2119654"/>
              <a:gd name="connsiteY48054" fmla="*/ 2151656 h 2398711"/>
              <a:gd name="connsiteX48055" fmla="*/ 835139 w 2119654"/>
              <a:gd name="connsiteY48055" fmla="*/ 2149726 h 2398711"/>
              <a:gd name="connsiteX48056" fmla="*/ 816905 w 2119654"/>
              <a:gd name="connsiteY48056" fmla="*/ 2189196 h 2398711"/>
              <a:gd name="connsiteX48057" fmla="*/ 817875 w 2119654"/>
              <a:gd name="connsiteY48057" fmla="*/ 2189112 h 2398711"/>
              <a:gd name="connsiteX48058" fmla="*/ 817724 w 2119654"/>
              <a:gd name="connsiteY48058" fmla="*/ 2188788 h 2398711"/>
              <a:gd name="connsiteX48059" fmla="*/ 845710 w 2119654"/>
              <a:gd name="connsiteY48059" fmla="*/ 2124525 h 2398711"/>
              <a:gd name="connsiteX48060" fmla="*/ 846185 w 2119654"/>
              <a:gd name="connsiteY48060" fmla="*/ 2125433 h 2398711"/>
              <a:gd name="connsiteX48061" fmla="*/ 847438 w 2119654"/>
              <a:gd name="connsiteY48061" fmla="*/ 2125155 h 2398711"/>
              <a:gd name="connsiteX48062" fmla="*/ 846759 w 2119654"/>
              <a:gd name="connsiteY48062" fmla="*/ 2124154 h 2398711"/>
              <a:gd name="connsiteX48063" fmla="*/ 1494413 w 2119654"/>
              <a:gd name="connsiteY48063" fmla="*/ 671837 h 2398711"/>
              <a:gd name="connsiteX48064" fmla="*/ 1494827 w 2119654"/>
              <a:gd name="connsiteY48064" fmla="*/ 676620 h 2398711"/>
              <a:gd name="connsiteX48065" fmla="*/ 1494777 w 2119654"/>
              <a:gd name="connsiteY48065" fmla="*/ 672544 h 2398711"/>
              <a:gd name="connsiteX48066" fmla="*/ 1521500 w 2119654"/>
              <a:gd name="connsiteY48066" fmla="*/ 611184 h 2398711"/>
              <a:gd name="connsiteX48067" fmla="*/ 1522142 w 2119654"/>
              <a:gd name="connsiteY48067" fmla="*/ 623422 h 2398711"/>
              <a:gd name="connsiteX48068" fmla="*/ 1524163 w 2119654"/>
              <a:gd name="connsiteY48068" fmla="*/ 617120 h 2398711"/>
              <a:gd name="connsiteX48069" fmla="*/ 1543419 w 2119654"/>
              <a:gd name="connsiteY48069" fmla="*/ 561867 h 2398711"/>
              <a:gd name="connsiteX48070" fmla="*/ 1547317 w 2119654"/>
              <a:gd name="connsiteY48070" fmla="*/ 577299 h 2398711"/>
              <a:gd name="connsiteX48071" fmla="*/ 1547828 w 2119654"/>
              <a:gd name="connsiteY48071" fmla="*/ 579443 h 2398711"/>
              <a:gd name="connsiteX48072" fmla="*/ 1551397 w 2119654"/>
              <a:gd name="connsiteY48072" fmla="*/ 586416 h 2398711"/>
              <a:gd name="connsiteX48073" fmla="*/ 1550930 w 2119654"/>
              <a:gd name="connsiteY48073" fmla="*/ 583283 h 2398711"/>
              <a:gd name="connsiteX48074" fmla="*/ 1551437 w 2119654"/>
              <a:gd name="connsiteY48074" fmla="*/ 586494 h 2398711"/>
              <a:gd name="connsiteX48075" fmla="*/ 1558809 w 2119654"/>
              <a:gd name="connsiteY48075" fmla="*/ 600898 h 2398711"/>
              <a:gd name="connsiteX48076" fmla="*/ 1550112 w 2119654"/>
              <a:gd name="connsiteY48076" fmla="*/ 577787 h 2398711"/>
              <a:gd name="connsiteX48077" fmla="*/ 1550930 w 2119654"/>
              <a:gd name="connsiteY48077" fmla="*/ 583283 h 2398711"/>
              <a:gd name="connsiteX48078" fmla="*/ 1550029 w 2119654"/>
              <a:gd name="connsiteY48078" fmla="*/ 577565 h 2398711"/>
              <a:gd name="connsiteX48079" fmla="*/ 1547192 w 2119654"/>
              <a:gd name="connsiteY48079" fmla="*/ 570027 h 2398711"/>
              <a:gd name="connsiteX48080" fmla="*/ 817532 w 2119654"/>
              <a:gd name="connsiteY48080" fmla="*/ 2187104 h 2398711"/>
              <a:gd name="connsiteX48081" fmla="*/ 817926 w 2119654"/>
              <a:gd name="connsiteY48081" fmla="*/ 2187947 h 2398711"/>
              <a:gd name="connsiteX48082" fmla="*/ 822768 w 2119654"/>
              <a:gd name="connsiteY48082" fmla="*/ 2185540 h 2398711"/>
              <a:gd name="connsiteX48083" fmla="*/ 820929 w 2119654"/>
              <a:gd name="connsiteY48083" fmla="*/ 2179317 h 2398711"/>
              <a:gd name="connsiteX48084" fmla="*/ 821615 w 2119654"/>
              <a:gd name="connsiteY48084" fmla="*/ 2180371 h 2398711"/>
              <a:gd name="connsiteX48085" fmla="*/ 835393 w 2119654"/>
              <a:gd name="connsiteY48085" fmla="*/ 2179265 h 2398711"/>
              <a:gd name="connsiteX48086" fmla="*/ 837050 w 2119654"/>
              <a:gd name="connsiteY48086" fmla="*/ 2178441 h 2398711"/>
              <a:gd name="connsiteX48087" fmla="*/ 836506 w 2119654"/>
              <a:gd name="connsiteY48087" fmla="*/ 2178387 h 2398711"/>
              <a:gd name="connsiteX48088" fmla="*/ 822235 w 2119654"/>
              <a:gd name="connsiteY48088" fmla="*/ 2178787 h 2398711"/>
              <a:gd name="connsiteX48089" fmla="*/ 1495562 w 2119654"/>
              <a:gd name="connsiteY48089" fmla="*/ 668343 h 2398711"/>
              <a:gd name="connsiteX48090" fmla="*/ 1495898 w 2119654"/>
              <a:gd name="connsiteY48090" fmla="*/ 668991 h 2398711"/>
              <a:gd name="connsiteX48091" fmla="*/ 1495805 w 2119654"/>
              <a:gd name="connsiteY48091" fmla="*/ 667907 h 2398711"/>
              <a:gd name="connsiteX48092" fmla="*/ 1495136 w 2119654"/>
              <a:gd name="connsiteY48092" fmla="*/ 669138 h 2398711"/>
              <a:gd name="connsiteX48093" fmla="*/ 1495200 w 2119654"/>
              <a:gd name="connsiteY48093" fmla="*/ 672016 h 2398711"/>
              <a:gd name="connsiteX48094" fmla="*/ 1496353 w 2119654"/>
              <a:gd name="connsiteY48094" fmla="*/ 674258 h 2398711"/>
              <a:gd name="connsiteX48095" fmla="*/ 1496066 w 2119654"/>
              <a:gd name="connsiteY48095" fmla="*/ 670938 h 2398711"/>
              <a:gd name="connsiteX48096" fmla="*/ 810943 w 2119654"/>
              <a:gd name="connsiteY48096" fmla="*/ 2201109 h 2398711"/>
              <a:gd name="connsiteX48097" fmla="*/ 821322 w 2119654"/>
              <a:gd name="connsiteY48097" fmla="*/ 2200592 h 2398711"/>
              <a:gd name="connsiteX48098" fmla="*/ 820764 w 2119654"/>
              <a:gd name="connsiteY48098" fmla="*/ 2199231 h 2398711"/>
              <a:gd name="connsiteX48099" fmla="*/ 815169 w 2119654"/>
              <a:gd name="connsiteY48099" fmla="*/ 2198166 h 2398711"/>
              <a:gd name="connsiteX48100" fmla="*/ 1494394 w 2119654"/>
              <a:gd name="connsiteY48100" fmla="*/ 670452 h 2398711"/>
              <a:gd name="connsiteX48101" fmla="*/ 1494761 w 2119654"/>
              <a:gd name="connsiteY48101" fmla="*/ 671163 h 2398711"/>
              <a:gd name="connsiteX48102" fmla="*/ 1494744 w 2119654"/>
              <a:gd name="connsiteY48102" fmla="*/ 669820 h 2398711"/>
              <a:gd name="connsiteX48103" fmla="*/ 820614 w 2119654"/>
              <a:gd name="connsiteY48103" fmla="*/ 2178831 h 2398711"/>
              <a:gd name="connsiteX48104" fmla="*/ 820816 w 2119654"/>
              <a:gd name="connsiteY48104" fmla="*/ 2179140 h 2398711"/>
              <a:gd name="connsiteX48105" fmla="*/ 821649 w 2119654"/>
              <a:gd name="connsiteY48105" fmla="*/ 2178803 h 2398711"/>
              <a:gd name="connsiteX48106" fmla="*/ 1492244 w 2119654"/>
              <a:gd name="connsiteY48106" fmla="*/ 674335 h 2398711"/>
              <a:gd name="connsiteX48107" fmla="*/ 1492432 w 2119654"/>
              <a:gd name="connsiteY48107" fmla="*/ 674900 h 2398711"/>
              <a:gd name="connsiteX48108" fmla="*/ 1492466 w 2119654"/>
              <a:gd name="connsiteY48108" fmla="*/ 673933 h 2398711"/>
              <a:gd name="connsiteX48109" fmla="*/ 1491719 w 2119654"/>
              <a:gd name="connsiteY48109" fmla="*/ 675394 h 2398711"/>
              <a:gd name="connsiteX48110" fmla="*/ 1491673 w 2119654"/>
              <a:gd name="connsiteY48110" fmla="*/ 680320 h 2398711"/>
              <a:gd name="connsiteX48111" fmla="*/ 1492107 w 2119654"/>
              <a:gd name="connsiteY48111" fmla="*/ 683931 h 2398711"/>
              <a:gd name="connsiteX48112" fmla="*/ 1492370 w 2119654"/>
              <a:gd name="connsiteY48112" fmla="*/ 676628 h 2398711"/>
              <a:gd name="connsiteX48113" fmla="*/ 1491843 w 2119654"/>
              <a:gd name="connsiteY48113" fmla="*/ 675058 h 2398711"/>
              <a:gd name="connsiteX48114" fmla="*/ 1492389 w 2119654"/>
              <a:gd name="connsiteY48114" fmla="*/ 676093 h 2398711"/>
              <a:gd name="connsiteX48115" fmla="*/ 1492409 w 2119654"/>
              <a:gd name="connsiteY48115" fmla="*/ 675527 h 2398711"/>
              <a:gd name="connsiteX48116" fmla="*/ 1492099 w 2119654"/>
              <a:gd name="connsiteY48116" fmla="*/ 674595 h 2398711"/>
              <a:gd name="connsiteX48117" fmla="*/ 1491184 w 2119654"/>
              <a:gd name="connsiteY48117" fmla="*/ 676249 h 2398711"/>
              <a:gd name="connsiteX48118" fmla="*/ 1491339 w 2119654"/>
              <a:gd name="connsiteY48118" fmla="*/ 677541 h 2398711"/>
              <a:gd name="connsiteX48119" fmla="*/ 1491354 w 2119654"/>
              <a:gd name="connsiteY48119" fmla="*/ 675940 h 2398711"/>
              <a:gd name="connsiteX48120" fmla="*/ 816935 w 2119654"/>
              <a:gd name="connsiteY48120" fmla="*/ 2185821 h 2398711"/>
              <a:gd name="connsiteX48121" fmla="*/ 817437 w 2119654"/>
              <a:gd name="connsiteY48121" fmla="*/ 2186899 h 2398711"/>
              <a:gd name="connsiteX48122" fmla="*/ 822951 w 2119654"/>
              <a:gd name="connsiteY48122" fmla="*/ 2185252 h 2398711"/>
              <a:gd name="connsiteX48123" fmla="*/ 822944 w 2119654"/>
              <a:gd name="connsiteY48123" fmla="*/ 2185240 h 2398711"/>
              <a:gd name="connsiteX48124" fmla="*/ 816176 w 2119654"/>
              <a:gd name="connsiteY48124" fmla="*/ 2187508 h 2398711"/>
              <a:gd name="connsiteX48125" fmla="*/ 816427 w 2119654"/>
              <a:gd name="connsiteY48125" fmla="*/ 2188147 h 2398711"/>
              <a:gd name="connsiteX48126" fmla="*/ 816613 w 2119654"/>
              <a:gd name="connsiteY48126" fmla="*/ 2188600 h 2398711"/>
              <a:gd name="connsiteX48127" fmla="*/ 817444 w 2119654"/>
              <a:gd name="connsiteY48127" fmla="*/ 2188187 h 2398711"/>
              <a:gd name="connsiteX48128" fmla="*/ 817011 w 2119654"/>
              <a:gd name="connsiteY48128" fmla="*/ 2187259 h 2398711"/>
              <a:gd name="connsiteX48129" fmla="*/ 1490225 w 2119654"/>
              <a:gd name="connsiteY48129" fmla="*/ 677980 h 2398711"/>
              <a:gd name="connsiteX48130" fmla="*/ 1491290 w 2119654"/>
              <a:gd name="connsiteY48130" fmla="*/ 682598 h 2398711"/>
              <a:gd name="connsiteX48131" fmla="*/ 1491310 w 2119654"/>
              <a:gd name="connsiteY48131" fmla="*/ 680517 h 2398711"/>
              <a:gd name="connsiteX48132" fmla="*/ 1490866 w 2119654"/>
              <a:gd name="connsiteY48132" fmla="*/ 676822 h 2398711"/>
              <a:gd name="connsiteX48133" fmla="*/ 1488365 w 2119654"/>
              <a:gd name="connsiteY48133" fmla="*/ 681336 h 2398711"/>
              <a:gd name="connsiteX48134" fmla="*/ 1491054 w 2119654"/>
              <a:gd name="connsiteY48134" fmla="*/ 691614 h 2398711"/>
              <a:gd name="connsiteX48135" fmla="*/ 1491222 w 2119654"/>
              <a:gd name="connsiteY48135" fmla="*/ 689823 h 2398711"/>
              <a:gd name="connsiteX48136" fmla="*/ 1491283 w 2119654"/>
              <a:gd name="connsiteY48136" fmla="*/ 683396 h 2398711"/>
              <a:gd name="connsiteX48137" fmla="*/ 1490089 w 2119654"/>
              <a:gd name="connsiteY48137" fmla="*/ 678224 h 2398711"/>
              <a:gd name="connsiteX48138" fmla="*/ 815592 w 2119654"/>
              <a:gd name="connsiteY48138" fmla="*/ 2187682 h 2398711"/>
              <a:gd name="connsiteX48139" fmla="*/ 816391 w 2119654"/>
              <a:gd name="connsiteY48139" fmla="*/ 2188710 h 2398711"/>
              <a:gd name="connsiteX48140" fmla="*/ 816443 w 2119654"/>
              <a:gd name="connsiteY48140" fmla="*/ 2188685 h 2398711"/>
              <a:gd name="connsiteX48141" fmla="*/ 815985 w 2119654"/>
              <a:gd name="connsiteY48141" fmla="*/ 2187566 h 2398711"/>
              <a:gd name="connsiteX48142" fmla="*/ 1487953 w 2119654"/>
              <a:gd name="connsiteY48142" fmla="*/ 682081 h 2398711"/>
              <a:gd name="connsiteX48143" fmla="*/ 1490361 w 2119654"/>
              <a:gd name="connsiteY48143" fmla="*/ 690162 h 2398711"/>
              <a:gd name="connsiteX48144" fmla="*/ 1488581 w 2119654"/>
              <a:gd name="connsiteY48144" fmla="*/ 682686 h 2398711"/>
              <a:gd name="connsiteX48145" fmla="*/ 1488272 w 2119654"/>
              <a:gd name="connsiteY48145" fmla="*/ 681505 h 2398711"/>
              <a:gd name="connsiteX48146" fmla="*/ 1491737 w 2119654"/>
              <a:gd name="connsiteY48146" fmla="*/ 673506 h 2398711"/>
              <a:gd name="connsiteX48147" fmla="*/ 1491726 w 2119654"/>
              <a:gd name="connsiteY48147" fmla="*/ 674639 h 2398711"/>
              <a:gd name="connsiteX48148" fmla="*/ 1491969 w 2119654"/>
              <a:gd name="connsiteY48148" fmla="*/ 674202 h 2398711"/>
              <a:gd name="connsiteX48149" fmla="*/ 808791 w 2119654"/>
              <a:gd name="connsiteY48149" fmla="*/ 2202609 h 2398711"/>
              <a:gd name="connsiteX48150" fmla="*/ 810757 w 2119654"/>
              <a:gd name="connsiteY48150" fmla="*/ 2205328 h 2398711"/>
              <a:gd name="connsiteX48151" fmla="*/ 814170 w 2119654"/>
              <a:gd name="connsiteY48151" fmla="*/ 2204846 h 2398711"/>
              <a:gd name="connsiteX48152" fmla="*/ 821489 w 2119654"/>
              <a:gd name="connsiteY48152" fmla="*/ 2200999 h 2398711"/>
              <a:gd name="connsiteX48153" fmla="*/ 821460 w 2119654"/>
              <a:gd name="connsiteY48153" fmla="*/ 2200928 h 2398711"/>
              <a:gd name="connsiteX48154" fmla="*/ 810413 w 2119654"/>
              <a:gd name="connsiteY48154" fmla="*/ 2201479 h 2398711"/>
              <a:gd name="connsiteX48155" fmla="*/ 1487122 w 2119654"/>
              <a:gd name="connsiteY48155" fmla="*/ 683582 h 2398711"/>
              <a:gd name="connsiteX48156" fmla="*/ 1487807 w 2119654"/>
              <a:gd name="connsiteY48156" fmla="*/ 690932 h 2398711"/>
              <a:gd name="connsiteX48157" fmla="*/ 1488375 w 2119654"/>
              <a:gd name="connsiteY48157" fmla="*/ 692572 h 2398711"/>
              <a:gd name="connsiteX48158" fmla="*/ 1490394 w 2119654"/>
              <a:gd name="connsiteY48158" fmla="*/ 698663 h 2398711"/>
              <a:gd name="connsiteX48159" fmla="*/ 1490906 w 2119654"/>
              <a:gd name="connsiteY48159" fmla="*/ 693194 h 2398711"/>
              <a:gd name="connsiteX48160" fmla="*/ 1487720 w 2119654"/>
              <a:gd name="connsiteY48160" fmla="*/ 682503 h 2398711"/>
              <a:gd name="connsiteX48161" fmla="*/ 1542290 w 2119654"/>
              <a:gd name="connsiteY48161" fmla="*/ 559424 h 2398711"/>
              <a:gd name="connsiteX48162" fmla="*/ 1541614 w 2119654"/>
              <a:gd name="connsiteY48162" fmla="*/ 567301 h 2398711"/>
              <a:gd name="connsiteX48163" fmla="*/ 1546540 w 2119654"/>
              <a:gd name="connsiteY48163" fmla="*/ 576924 h 2398711"/>
              <a:gd name="connsiteX48164" fmla="*/ 1542455 w 2119654"/>
              <a:gd name="connsiteY48164" fmla="*/ 559782 h 2398711"/>
              <a:gd name="connsiteX48165" fmla="*/ 1495041 w 2119654"/>
              <a:gd name="connsiteY48165" fmla="*/ 664875 h 2398711"/>
              <a:gd name="connsiteX48166" fmla="*/ 1495098 w 2119654"/>
              <a:gd name="connsiteY48166" fmla="*/ 667443 h 2398711"/>
              <a:gd name="connsiteX48167" fmla="*/ 1495394 w 2119654"/>
              <a:gd name="connsiteY48167" fmla="*/ 668017 h 2398711"/>
              <a:gd name="connsiteX48168" fmla="*/ 1495757 w 2119654"/>
              <a:gd name="connsiteY48168" fmla="*/ 667362 h 2398711"/>
              <a:gd name="connsiteX48169" fmla="*/ 1495630 w 2119654"/>
              <a:gd name="connsiteY48169" fmla="*/ 665904 h 2398711"/>
              <a:gd name="connsiteX48170" fmla="*/ 1493989 w 2119654"/>
              <a:gd name="connsiteY48170" fmla="*/ 666920 h 2398711"/>
              <a:gd name="connsiteX48171" fmla="*/ 1494261 w 2119654"/>
              <a:gd name="connsiteY48171" fmla="*/ 670064 h 2398711"/>
              <a:gd name="connsiteX48172" fmla="*/ 1494736 w 2119654"/>
              <a:gd name="connsiteY48172" fmla="*/ 669205 h 2398711"/>
              <a:gd name="connsiteX48173" fmla="*/ 1494727 w 2119654"/>
              <a:gd name="connsiteY48173" fmla="*/ 668346 h 2398711"/>
              <a:gd name="connsiteX48174" fmla="*/ 1490892 w 2119654"/>
              <a:gd name="connsiteY48174" fmla="*/ 673818 h 2398711"/>
              <a:gd name="connsiteX48175" fmla="*/ 1491121 w 2119654"/>
              <a:gd name="connsiteY48175" fmla="*/ 675731 h 2398711"/>
              <a:gd name="connsiteX48176" fmla="*/ 1491360 w 2119654"/>
              <a:gd name="connsiteY48176" fmla="*/ 675300 h 2398711"/>
              <a:gd name="connsiteX48177" fmla="*/ 1491366 w 2119654"/>
              <a:gd name="connsiteY48177" fmla="*/ 674720 h 2398711"/>
              <a:gd name="connsiteX48178" fmla="*/ 815564 w 2119654"/>
              <a:gd name="connsiteY48178" fmla="*/ 2185954 h 2398711"/>
              <a:gd name="connsiteX48179" fmla="*/ 816093 w 2119654"/>
              <a:gd name="connsiteY48179" fmla="*/ 2187300 h 2398711"/>
              <a:gd name="connsiteX48180" fmla="*/ 816916 w 2119654"/>
              <a:gd name="connsiteY48180" fmla="*/ 2187055 h 2398711"/>
              <a:gd name="connsiteX48181" fmla="*/ 816366 w 2119654"/>
              <a:gd name="connsiteY48181" fmla="*/ 2185876 h 2398711"/>
              <a:gd name="connsiteX48182" fmla="*/ 830707 w 2119654"/>
              <a:gd name="connsiteY48182" fmla="*/ 2151830 h 2398711"/>
              <a:gd name="connsiteX48183" fmla="*/ 830851 w 2119654"/>
              <a:gd name="connsiteY48183" fmla="*/ 2152490 h 2398711"/>
              <a:gd name="connsiteX48184" fmla="*/ 833336 w 2119654"/>
              <a:gd name="connsiteY48184" fmla="*/ 2152644 h 2398711"/>
              <a:gd name="connsiteX48185" fmla="*/ 831745 w 2119654"/>
              <a:gd name="connsiteY48185" fmla="*/ 2151371 h 2398711"/>
              <a:gd name="connsiteX48186" fmla="*/ 800875 w 2119654"/>
              <a:gd name="connsiteY48186" fmla="*/ 2218267 h 2398711"/>
              <a:gd name="connsiteX48187" fmla="*/ 812596 w 2119654"/>
              <a:gd name="connsiteY48187" fmla="*/ 2220705 h 2398711"/>
              <a:gd name="connsiteX48188" fmla="*/ 809143 w 2119654"/>
              <a:gd name="connsiteY48188" fmla="*/ 2216524 h 2398711"/>
              <a:gd name="connsiteX48189" fmla="*/ 817523 w 2119654"/>
              <a:gd name="connsiteY48189" fmla="*/ 2180700 h 2398711"/>
              <a:gd name="connsiteX48190" fmla="*/ 819798 w 2119654"/>
              <a:gd name="connsiteY48190" fmla="*/ 2180517 h 2398711"/>
              <a:gd name="connsiteX48191" fmla="*/ 819409 w 2119654"/>
              <a:gd name="connsiteY48191" fmla="*/ 2179934 h 2398711"/>
              <a:gd name="connsiteX48192" fmla="*/ 1521174 w 2119654"/>
              <a:gd name="connsiteY48192" fmla="*/ 604972 h 2398711"/>
              <a:gd name="connsiteX48193" fmla="*/ 1521271 w 2119654"/>
              <a:gd name="connsiteY48193" fmla="*/ 606830 h 2398711"/>
              <a:gd name="connsiteX48194" fmla="*/ 1524941 w 2119654"/>
              <a:gd name="connsiteY48194" fmla="*/ 614654 h 2398711"/>
              <a:gd name="connsiteX48195" fmla="*/ 1525070 w 2119654"/>
              <a:gd name="connsiteY48195" fmla="*/ 614235 h 2398711"/>
              <a:gd name="connsiteX48196" fmla="*/ 814110 w 2119654"/>
              <a:gd name="connsiteY48196" fmla="*/ 2188125 h 2398711"/>
              <a:gd name="connsiteX48197" fmla="*/ 815277 w 2119654"/>
              <a:gd name="connsiteY48197" fmla="*/ 2189265 h 2398711"/>
              <a:gd name="connsiteX48198" fmla="*/ 815933 w 2119654"/>
              <a:gd name="connsiteY48198" fmla="*/ 2188938 h 2398711"/>
              <a:gd name="connsiteX48199" fmla="*/ 815078 w 2119654"/>
              <a:gd name="connsiteY48199" fmla="*/ 2187836 h 2398711"/>
              <a:gd name="connsiteX48200" fmla="*/ 844437 w 2119654"/>
              <a:gd name="connsiteY48200" fmla="*/ 2120169 h 2398711"/>
              <a:gd name="connsiteX48201" fmla="*/ 846261 w 2119654"/>
              <a:gd name="connsiteY48201" fmla="*/ 2122939 h 2398711"/>
              <a:gd name="connsiteX48202" fmla="*/ 851039 w 2119654"/>
              <a:gd name="connsiteY48202" fmla="*/ 2121247 h 2398711"/>
              <a:gd name="connsiteX48203" fmla="*/ 845890 w 2119654"/>
              <a:gd name="connsiteY48203" fmla="*/ 2119699 h 2398711"/>
              <a:gd name="connsiteX48204" fmla="*/ 830189 w 2119654"/>
              <a:gd name="connsiteY48204" fmla="*/ 2152059 h 2398711"/>
              <a:gd name="connsiteX48205" fmla="*/ 830216 w 2119654"/>
              <a:gd name="connsiteY48205" fmla="*/ 2152450 h 2398711"/>
              <a:gd name="connsiteX48206" fmla="*/ 830679 w 2119654"/>
              <a:gd name="connsiteY48206" fmla="*/ 2152480 h 2398711"/>
              <a:gd name="connsiteX48207" fmla="*/ 830553 w 2119654"/>
              <a:gd name="connsiteY48207" fmla="*/ 2151899 h 2398711"/>
              <a:gd name="connsiteX48208" fmla="*/ 808058 w 2119654"/>
              <a:gd name="connsiteY48208" fmla="*/ 2201596 h 2398711"/>
              <a:gd name="connsiteX48209" fmla="*/ 808424 w 2119654"/>
              <a:gd name="connsiteY48209" fmla="*/ 2202102 h 2398711"/>
              <a:gd name="connsiteX48210" fmla="*/ 809235 w 2119654"/>
              <a:gd name="connsiteY48210" fmla="*/ 2201537 h 2398711"/>
              <a:gd name="connsiteX48211" fmla="*/ 833474 w 2119654"/>
              <a:gd name="connsiteY48211" fmla="*/ 2144024 h 2398711"/>
              <a:gd name="connsiteX48212" fmla="*/ 834330 w 2119654"/>
              <a:gd name="connsiteY48212" fmla="*/ 2145281 h 2398711"/>
              <a:gd name="connsiteX48213" fmla="*/ 834643 w 2119654"/>
              <a:gd name="connsiteY48213" fmla="*/ 2145446 h 2398711"/>
              <a:gd name="connsiteX48214" fmla="*/ 838587 w 2119654"/>
              <a:gd name="connsiteY48214" fmla="*/ 2145050 h 2398711"/>
              <a:gd name="connsiteX48215" fmla="*/ 837110 w 2119654"/>
              <a:gd name="connsiteY48215" fmla="*/ 2143593 h 2398711"/>
              <a:gd name="connsiteX48216" fmla="*/ 834543 w 2119654"/>
              <a:gd name="connsiteY48216" fmla="*/ 2143819 h 2398711"/>
              <a:gd name="connsiteX48217" fmla="*/ 841612 w 2119654"/>
              <a:gd name="connsiteY48217" fmla="*/ 2125800 h 2398711"/>
              <a:gd name="connsiteX48218" fmla="*/ 843938 w 2119654"/>
              <a:gd name="connsiteY48218" fmla="*/ 2125930 h 2398711"/>
              <a:gd name="connsiteX48219" fmla="*/ 845354 w 2119654"/>
              <a:gd name="connsiteY48219" fmla="*/ 2125616 h 2398711"/>
              <a:gd name="connsiteX48220" fmla="*/ 844879 w 2119654"/>
              <a:gd name="connsiteY48220" fmla="*/ 2124790 h 2398711"/>
              <a:gd name="connsiteX48221" fmla="*/ 1501407 w 2119654"/>
              <a:gd name="connsiteY48221" fmla="*/ 648161 h 2398711"/>
              <a:gd name="connsiteX48222" fmla="*/ 1501300 w 2119654"/>
              <a:gd name="connsiteY48222" fmla="*/ 653022 h 2398711"/>
              <a:gd name="connsiteX48223" fmla="*/ 1502369 w 2119654"/>
              <a:gd name="connsiteY48223" fmla="*/ 655424 h 2398711"/>
              <a:gd name="connsiteX48224" fmla="*/ 1502816 w 2119654"/>
              <a:gd name="connsiteY48224" fmla="*/ 654617 h 2398711"/>
              <a:gd name="connsiteX48225" fmla="*/ 1502574 w 2119654"/>
              <a:gd name="connsiteY48225" fmla="*/ 650428 h 2398711"/>
              <a:gd name="connsiteX48226" fmla="*/ 830378 w 2119654"/>
              <a:gd name="connsiteY48226" fmla="*/ 2150326 h 2398711"/>
              <a:gd name="connsiteX48227" fmla="*/ 830478 w 2119654"/>
              <a:gd name="connsiteY48227" fmla="*/ 2150784 h 2398711"/>
              <a:gd name="connsiteX48228" fmla="*/ 830793 w 2119654"/>
              <a:gd name="connsiteY48228" fmla="*/ 2150608 h 2398711"/>
              <a:gd name="connsiteX48229" fmla="*/ 830421 w 2119654"/>
              <a:gd name="connsiteY48229" fmla="*/ 2150312 h 2398711"/>
              <a:gd name="connsiteX48230" fmla="*/ 829417 w 2119654"/>
              <a:gd name="connsiteY48230" fmla="*/ 2152401 h 2398711"/>
              <a:gd name="connsiteX48231" fmla="*/ 830059 w 2119654"/>
              <a:gd name="connsiteY48231" fmla="*/ 2152441 h 2398711"/>
              <a:gd name="connsiteX48232" fmla="*/ 830038 w 2119654"/>
              <a:gd name="connsiteY48232" fmla="*/ 2152126 h 2398711"/>
              <a:gd name="connsiteX48233" fmla="*/ 814342 w 2119654"/>
              <a:gd name="connsiteY48233" fmla="*/ 2186072 h 2398711"/>
              <a:gd name="connsiteX48234" fmla="*/ 815446 w 2119654"/>
              <a:gd name="connsiteY48234" fmla="*/ 2187493 h 2398711"/>
              <a:gd name="connsiteX48235" fmla="*/ 815899 w 2119654"/>
              <a:gd name="connsiteY48235" fmla="*/ 2187358 h 2398711"/>
              <a:gd name="connsiteX48236" fmla="*/ 815334 w 2119654"/>
              <a:gd name="connsiteY48236" fmla="*/ 2185976 h 2398711"/>
              <a:gd name="connsiteX48237" fmla="*/ 1532543 w 2119654"/>
              <a:gd name="connsiteY48237" fmla="*/ 577806 h 2398711"/>
              <a:gd name="connsiteX48238" fmla="*/ 1532413 w 2119654"/>
              <a:gd name="connsiteY48238" fmla="*/ 578671 h 2398711"/>
              <a:gd name="connsiteX48239" fmla="*/ 1533770 w 2119654"/>
              <a:gd name="connsiteY48239" fmla="*/ 588497 h 2398711"/>
              <a:gd name="connsiteX48240" fmla="*/ 1534225 w 2119654"/>
              <a:gd name="connsiteY48240" fmla="*/ 592158 h 2398711"/>
              <a:gd name="connsiteX48241" fmla="*/ 1537129 w 2119654"/>
              <a:gd name="connsiteY48241" fmla="*/ 609078 h 2398711"/>
              <a:gd name="connsiteX48242" fmla="*/ 1538165 w 2119654"/>
              <a:gd name="connsiteY48242" fmla="*/ 597274 h 2398711"/>
              <a:gd name="connsiteX48243" fmla="*/ 844018 w 2119654"/>
              <a:gd name="connsiteY48243" fmla="*/ 2119533 h 2398711"/>
              <a:gd name="connsiteX48244" fmla="*/ 844171 w 2119654"/>
              <a:gd name="connsiteY48244" fmla="*/ 2119766 h 2398711"/>
              <a:gd name="connsiteX48245" fmla="*/ 845058 w 2119654"/>
              <a:gd name="connsiteY48245" fmla="*/ 2119480 h 2398711"/>
              <a:gd name="connsiteX48246" fmla="*/ 844168 w 2119654"/>
              <a:gd name="connsiteY48246" fmla="*/ 2119428 h 2398711"/>
              <a:gd name="connsiteX48247" fmla="*/ 843579 w 2119654"/>
              <a:gd name="connsiteY48247" fmla="*/ 2120447 h 2398711"/>
              <a:gd name="connsiteX48248" fmla="*/ 845097 w 2119654"/>
              <a:gd name="connsiteY48248" fmla="*/ 2123351 h 2398711"/>
              <a:gd name="connsiteX48249" fmla="*/ 846002 w 2119654"/>
              <a:gd name="connsiteY48249" fmla="*/ 2123030 h 2398711"/>
              <a:gd name="connsiteX48250" fmla="*/ 844173 w 2119654"/>
              <a:gd name="connsiteY48250" fmla="*/ 2120254 h 2398711"/>
              <a:gd name="connsiteX48251" fmla="*/ 830079 w 2119654"/>
              <a:gd name="connsiteY48251" fmla="*/ 2150431 h 2398711"/>
              <a:gd name="connsiteX48252" fmla="*/ 830117 w 2119654"/>
              <a:gd name="connsiteY48252" fmla="*/ 2150987 h 2398711"/>
              <a:gd name="connsiteX48253" fmla="*/ 830327 w 2119654"/>
              <a:gd name="connsiteY48253" fmla="*/ 2150869 h 2398711"/>
              <a:gd name="connsiteX48254" fmla="*/ 830221 w 2119654"/>
              <a:gd name="connsiteY48254" fmla="*/ 2150381 h 2398711"/>
              <a:gd name="connsiteX48255" fmla="*/ 844667 w 2119654"/>
              <a:gd name="connsiteY48255" fmla="*/ 2117690 h 2398711"/>
              <a:gd name="connsiteX48256" fmla="*/ 844801 w 2119654"/>
              <a:gd name="connsiteY48256" fmla="*/ 2117698 h 2398711"/>
              <a:gd name="connsiteX48257" fmla="*/ 844691 w 2119654"/>
              <a:gd name="connsiteY48257" fmla="*/ 2117655 h 2398711"/>
              <a:gd name="connsiteX48258" fmla="*/ 1493738 w 2119654"/>
              <a:gd name="connsiteY48258" fmla="*/ 664027 h 2398711"/>
              <a:gd name="connsiteX48259" fmla="*/ 1493820 w 2119654"/>
              <a:gd name="connsiteY48259" fmla="*/ 664971 h 2398711"/>
              <a:gd name="connsiteX48260" fmla="*/ 1494564 w 2119654"/>
              <a:gd name="connsiteY48260" fmla="*/ 666411 h 2398711"/>
              <a:gd name="connsiteX48261" fmla="*/ 843346 w 2119654"/>
              <a:gd name="connsiteY48261" fmla="*/ 2120002 h 2398711"/>
              <a:gd name="connsiteX48262" fmla="*/ 843360 w 2119654"/>
              <a:gd name="connsiteY48262" fmla="*/ 2120029 h 2398711"/>
              <a:gd name="connsiteX48263" fmla="*/ 843908 w 2119654"/>
              <a:gd name="connsiteY48263" fmla="*/ 2119852 h 2398711"/>
              <a:gd name="connsiteX48264" fmla="*/ 843798 w 2119654"/>
              <a:gd name="connsiteY48264" fmla="*/ 2119686 h 2398711"/>
              <a:gd name="connsiteX48265" fmla="*/ 1486703 w 2119654"/>
              <a:gd name="connsiteY48265" fmla="*/ 679090 h 2398711"/>
              <a:gd name="connsiteX48266" fmla="*/ 1487054 w 2119654"/>
              <a:gd name="connsiteY48266" fmla="*/ 682860 h 2398711"/>
              <a:gd name="connsiteX48267" fmla="*/ 1487563 w 2119654"/>
              <a:gd name="connsiteY48267" fmla="*/ 681976 h 2398711"/>
              <a:gd name="connsiteX48268" fmla="*/ 1493711 w 2119654"/>
              <a:gd name="connsiteY48268" fmla="*/ 662555 h 2398711"/>
              <a:gd name="connsiteX48269" fmla="*/ 1493682 w 2119654"/>
              <a:gd name="connsiteY48269" fmla="*/ 663378 h 2398711"/>
              <a:gd name="connsiteX48270" fmla="*/ 1493688 w 2119654"/>
              <a:gd name="connsiteY48270" fmla="*/ 663437 h 2398711"/>
              <a:gd name="connsiteX48271" fmla="*/ 1494702 w 2119654"/>
              <a:gd name="connsiteY48271" fmla="*/ 666367 h 2398711"/>
              <a:gd name="connsiteX48272" fmla="*/ 1494676 w 2119654"/>
              <a:gd name="connsiteY48272" fmla="*/ 664238 h 2398711"/>
              <a:gd name="connsiteX48273" fmla="*/ 1491802 w 2119654"/>
              <a:gd name="connsiteY48273" fmla="*/ 666763 h 2398711"/>
              <a:gd name="connsiteX48274" fmla="*/ 1491744 w 2119654"/>
              <a:gd name="connsiteY48274" fmla="*/ 672830 h 2398711"/>
              <a:gd name="connsiteX48275" fmla="*/ 1492113 w 2119654"/>
              <a:gd name="connsiteY48275" fmla="*/ 673941 h 2398711"/>
              <a:gd name="connsiteX48276" fmla="*/ 1492490 w 2119654"/>
              <a:gd name="connsiteY48276" fmla="*/ 673259 h 2398711"/>
              <a:gd name="connsiteX48277" fmla="*/ 1492664 w 2119654"/>
              <a:gd name="connsiteY48277" fmla="*/ 668439 h 2398711"/>
              <a:gd name="connsiteX48278" fmla="*/ 830739 w 2119654"/>
              <a:gd name="connsiteY48278" fmla="*/ 2146961 h 2398711"/>
              <a:gd name="connsiteX48279" fmla="*/ 832065 w 2119654"/>
              <a:gd name="connsiteY48279" fmla="*/ 2148022 h 2398711"/>
              <a:gd name="connsiteX48280" fmla="*/ 833472 w 2119654"/>
              <a:gd name="connsiteY48280" fmla="*/ 2147533 h 2398711"/>
              <a:gd name="connsiteX48281" fmla="*/ 832996 w 2119654"/>
              <a:gd name="connsiteY48281" fmla="*/ 2146908 h 2398711"/>
              <a:gd name="connsiteX48282" fmla="*/ 832587 w 2119654"/>
              <a:gd name="connsiteY48282" fmla="*/ 2146950 h 2398711"/>
              <a:gd name="connsiteX48283" fmla="*/ 815162 w 2119654"/>
              <a:gd name="connsiteY48283" fmla="*/ 2181658 h 2398711"/>
              <a:gd name="connsiteX48284" fmla="*/ 820437 w 2119654"/>
              <a:gd name="connsiteY48284" fmla="*/ 2181476 h 2398711"/>
              <a:gd name="connsiteX48285" fmla="*/ 820037 w 2119654"/>
              <a:gd name="connsiteY48285" fmla="*/ 2180876 h 2398711"/>
              <a:gd name="connsiteX48286" fmla="*/ 816508 w 2119654"/>
              <a:gd name="connsiteY48286" fmla="*/ 2181112 h 2398711"/>
              <a:gd name="connsiteX48287" fmla="*/ 815034 w 2119654"/>
              <a:gd name="connsiteY48287" fmla="*/ 2181743 h 2398711"/>
              <a:gd name="connsiteX48288" fmla="*/ 816815 w 2119654"/>
              <a:gd name="connsiteY48288" fmla="*/ 2185564 h 2398711"/>
              <a:gd name="connsiteX48289" fmla="*/ 822724 w 2119654"/>
              <a:gd name="connsiteY48289" fmla="*/ 2184911 h 2398711"/>
              <a:gd name="connsiteX48290" fmla="*/ 820489 w 2119654"/>
              <a:gd name="connsiteY48290" fmla="*/ 2181555 h 2398711"/>
              <a:gd name="connsiteX48291" fmla="*/ 1532065 w 2119654"/>
              <a:gd name="connsiteY48291" fmla="*/ 576153 h 2398711"/>
              <a:gd name="connsiteX48292" fmla="*/ 1532278 w 2119654"/>
              <a:gd name="connsiteY48292" fmla="*/ 577694 h 2398711"/>
              <a:gd name="connsiteX48293" fmla="*/ 1532358 w 2119654"/>
              <a:gd name="connsiteY48293" fmla="*/ 577164 h 2398711"/>
              <a:gd name="connsiteX48294" fmla="*/ 1490353 w 2119654"/>
              <a:gd name="connsiteY48294" fmla="*/ 669335 h 2398711"/>
              <a:gd name="connsiteX48295" fmla="*/ 1490803 w 2119654"/>
              <a:gd name="connsiteY48295" fmla="*/ 673078 h 2398711"/>
              <a:gd name="connsiteX48296" fmla="*/ 1491371 w 2119654"/>
              <a:gd name="connsiteY48296" fmla="*/ 674158 h 2398711"/>
              <a:gd name="connsiteX48297" fmla="*/ 1491387 w 2119654"/>
              <a:gd name="connsiteY48297" fmla="*/ 672450 h 2398711"/>
              <a:gd name="connsiteX48298" fmla="*/ 798306 w 2119654"/>
              <a:gd name="connsiteY48298" fmla="*/ 2218810 h 2398711"/>
              <a:gd name="connsiteX48299" fmla="*/ 801162 w 2119654"/>
              <a:gd name="connsiteY48299" fmla="*/ 2227754 h 2398711"/>
              <a:gd name="connsiteX48300" fmla="*/ 809037 w 2119654"/>
              <a:gd name="connsiteY48300" fmla="*/ 2224264 h 2398711"/>
              <a:gd name="connsiteX48301" fmla="*/ 813746 w 2119654"/>
              <a:gd name="connsiteY48301" fmla="*/ 2222098 h 2398711"/>
              <a:gd name="connsiteX48302" fmla="*/ 812998 w 2119654"/>
              <a:gd name="connsiteY48302" fmla="*/ 2221191 h 2398711"/>
              <a:gd name="connsiteX48303" fmla="*/ 799913 w 2119654"/>
              <a:gd name="connsiteY48303" fmla="*/ 2218471 h 2398711"/>
              <a:gd name="connsiteX48304" fmla="*/ 1518756 w 2119654"/>
              <a:gd name="connsiteY48304" fmla="*/ 605066 h 2398711"/>
              <a:gd name="connsiteX48305" fmla="*/ 1518129 w 2119654"/>
              <a:gd name="connsiteY48305" fmla="*/ 635938 h 2398711"/>
              <a:gd name="connsiteX48306" fmla="*/ 1521947 w 2119654"/>
              <a:gd name="connsiteY48306" fmla="*/ 624030 h 2398711"/>
              <a:gd name="connsiteX48307" fmla="*/ 1521938 w 2119654"/>
              <a:gd name="connsiteY48307" fmla="*/ 623781 h 2398711"/>
              <a:gd name="connsiteX48308" fmla="*/ 1521247 w 2119654"/>
              <a:gd name="connsiteY48308" fmla="*/ 610618 h 2398711"/>
              <a:gd name="connsiteX48309" fmla="*/ 814793 w 2119654"/>
              <a:gd name="connsiteY48309" fmla="*/ 2181226 h 2398711"/>
              <a:gd name="connsiteX48310" fmla="*/ 814934 w 2119654"/>
              <a:gd name="connsiteY48310" fmla="*/ 2181529 h 2398711"/>
              <a:gd name="connsiteX48311" fmla="*/ 815853 w 2119654"/>
              <a:gd name="connsiteY48311" fmla="*/ 2181155 h 2398711"/>
              <a:gd name="connsiteX48312" fmla="*/ 818499 w 2119654"/>
              <a:gd name="connsiteY48312" fmla="*/ 2172661 h 2398711"/>
              <a:gd name="connsiteX48313" fmla="*/ 818655 w 2119654"/>
              <a:gd name="connsiteY48313" fmla="*/ 2173368 h 2398711"/>
              <a:gd name="connsiteX48314" fmla="*/ 831186 w 2119654"/>
              <a:gd name="connsiteY48314" fmla="*/ 2173016 h 2398711"/>
              <a:gd name="connsiteX48315" fmla="*/ 832914 w 2119654"/>
              <a:gd name="connsiteY48315" fmla="*/ 2172730 h 2398711"/>
              <a:gd name="connsiteX48316" fmla="*/ 839325 w 2119654"/>
              <a:gd name="connsiteY48316" fmla="*/ 2171501 h 2398711"/>
              <a:gd name="connsiteX48317" fmla="*/ 848698 w 2119654"/>
              <a:gd name="connsiteY48317" fmla="*/ 2167548 h 2398711"/>
              <a:gd name="connsiteX48318" fmla="*/ 848507 w 2119654"/>
              <a:gd name="connsiteY48318" fmla="*/ 2167297 h 2398711"/>
              <a:gd name="connsiteX48319" fmla="*/ 824255 w 2119654"/>
              <a:gd name="connsiteY48319" fmla="*/ 2170309 h 2398711"/>
              <a:gd name="connsiteX48320" fmla="*/ 823970 w 2119654"/>
              <a:gd name="connsiteY48320" fmla="*/ 2170137 h 2398711"/>
              <a:gd name="connsiteX48321" fmla="*/ 846655 w 2119654"/>
              <a:gd name="connsiteY48321" fmla="*/ 2167320 h 2398711"/>
              <a:gd name="connsiteX48322" fmla="*/ 848348 w 2119654"/>
              <a:gd name="connsiteY48322" fmla="*/ 2167087 h 2398711"/>
              <a:gd name="connsiteX48323" fmla="*/ 844892 w 2119654"/>
              <a:gd name="connsiteY48323" fmla="*/ 2162546 h 2398711"/>
              <a:gd name="connsiteX48324" fmla="*/ 834617 w 2119654"/>
              <a:gd name="connsiteY48324" fmla="*/ 2164687 h 2398711"/>
              <a:gd name="connsiteX48325" fmla="*/ 833624 w 2119654"/>
              <a:gd name="connsiteY48325" fmla="*/ 2165178 h 2398711"/>
              <a:gd name="connsiteX48326" fmla="*/ 833775 w 2119654"/>
              <a:gd name="connsiteY48326" fmla="*/ 2165870 h 2398711"/>
              <a:gd name="connsiteX48327" fmla="*/ 833576 w 2119654"/>
              <a:gd name="connsiteY48327" fmla="*/ 2165736 h 2398711"/>
              <a:gd name="connsiteX48328" fmla="*/ 833471 w 2119654"/>
              <a:gd name="connsiteY48328" fmla="*/ 2165254 h 2398711"/>
              <a:gd name="connsiteX48329" fmla="*/ 803396 w 2119654"/>
              <a:gd name="connsiteY48329" fmla="*/ 2206367 h 2398711"/>
              <a:gd name="connsiteX48330" fmla="*/ 810321 w 2119654"/>
              <a:gd name="connsiteY48330" fmla="*/ 2205389 h 2398711"/>
              <a:gd name="connsiteX48331" fmla="*/ 808430 w 2119654"/>
              <a:gd name="connsiteY48331" fmla="*/ 2202860 h 2398711"/>
              <a:gd name="connsiteX48332" fmla="*/ 798076 w 2119654"/>
              <a:gd name="connsiteY48332" fmla="*/ 2218088 h 2398711"/>
              <a:gd name="connsiteX48333" fmla="*/ 798237 w 2119654"/>
              <a:gd name="connsiteY48333" fmla="*/ 2218594 h 2398711"/>
              <a:gd name="connsiteX48334" fmla="*/ 799363 w 2119654"/>
              <a:gd name="connsiteY48334" fmla="*/ 2218356 h 2398711"/>
              <a:gd name="connsiteX48335" fmla="*/ 839498 w 2119654"/>
              <a:gd name="connsiteY48335" fmla="*/ 2125333 h 2398711"/>
              <a:gd name="connsiteX48336" fmla="*/ 844228 w 2119654"/>
              <a:gd name="connsiteY48336" fmla="*/ 2123658 h 2398711"/>
              <a:gd name="connsiteX48337" fmla="*/ 842575 w 2119654"/>
              <a:gd name="connsiteY48337" fmla="*/ 2120784 h 2398711"/>
              <a:gd name="connsiteX48338" fmla="*/ 812218 w 2119654"/>
              <a:gd name="connsiteY48338" fmla="*/ 2186277 h 2398711"/>
              <a:gd name="connsiteX48339" fmla="*/ 813927 w 2119654"/>
              <a:gd name="connsiteY48339" fmla="*/ 2187946 h 2398711"/>
              <a:gd name="connsiteX48340" fmla="*/ 814931 w 2119654"/>
              <a:gd name="connsiteY48340" fmla="*/ 2187647 h 2398711"/>
              <a:gd name="connsiteX48341" fmla="*/ 813753 w 2119654"/>
              <a:gd name="connsiteY48341" fmla="*/ 2186129 h 2398711"/>
              <a:gd name="connsiteX48342" fmla="*/ 814050 w 2119654"/>
              <a:gd name="connsiteY48342" fmla="*/ 2182109 h 2398711"/>
              <a:gd name="connsiteX48343" fmla="*/ 815469 w 2119654"/>
              <a:gd name="connsiteY48343" fmla="*/ 2185713 h 2398711"/>
              <a:gd name="connsiteX48344" fmla="*/ 816250 w 2119654"/>
              <a:gd name="connsiteY48344" fmla="*/ 2185627 h 2398711"/>
              <a:gd name="connsiteX48345" fmla="*/ 814522 w 2119654"/>
              <a:gd name="connsiteY48345" fmla="*/ 2181918 h 2398711"/>
              <a:gd name="connsiteX48346" fmla="*/ 813921 w 2119654"/>
              <a:gd name="connsiteY48346" fmla="*/ 2181782 h 2398711"/>
              <a:gd name="connsiteX48347" fmla="*/ 813975 w 2119654"/>
              <a:gd name="connsiteY48347" fmla="*/ 2181917 h 2398711"/>
              <a:gd name="connsiteX48348" fmla="*/ 814346 w 2119654"/>
              <a:gd name="connsiteY48348" fmla="*/ 2181767 h 2398711"/>
              <a:gd name="connsiteX48349" fmla="*/ 802329 w 2119654"/>
              <a:gd name="connsiteY48349" fmla="*/ 2207369 h 2398711"/>
              <a:gd name="connsiteX48350" fmla="*/ 805406 w 2119654"/>
              <a:gd name="connsiteY48350" fmla="*/ 2211414 h 2398711"/>
              <a:gd name="connsiteX48351" fmla="*/ 809301 w 2119654"/>
              <a:gd name="connsiteY48351" fmla="*/ 2216130 h 2398711"/>
              <a:gd name="connsiteX48352" fmla="*/ 817046 w 2119654"/>
              <a:gd name="connsiteY48352" fmla="*/ 2214388 h 2398711"/>
              <a:gd name="connsiteX48353" fmla="*/ 810909 w 2119654"/>
              <a:gd name="connsiteY48353" fmla="*/ 2206176 h 2398711"/>
              <a:gd name="connsiteX48354" fmla="*/ 813731 w 2119654"/>
              <a:gd name="connsiteY48354" fmla="*/ 2181297 h 2398711"/>
              <a:gd name="connsiteX48355" fmla="*/ 813890 w 2119654"/>
              <a:gd name="connsiteY48355" fmla="*/ 2181702 h 2398711"/>
              <a:gd name="connsiteX48356" fmla="*/ 814413 w 2119654"/>
              <a:gd name="connsiteY48356" fmla="*/ 2181684 h 2398711"/>
              <a:gd name="connsiteX48357" fmla="*/ 814217 w 2119654"/>
              <a:gd name="connsiteY48357" fmla="*/ 2181264 h 2398711"/>
              <a:gd name="connsiteX48358" fmla="*/ 1491840 w 2119654"/>
              <a:gd name="connsiteY48358" fmla="*/ 662765 h 2398711"/>
              <a:gd name="connsiteX48359" fmla="*/ 1491815 w 2119654"/>
              <a:gd name="connsiteY48359" fmla="*/ 665440 h 2398711"/>
              <a:gd name="connsiteX48360" fmla="*/ 1492709 w 2119654"/>
              <a:gd name="connsiteY48360" fmla="*/ 667179 h 2398711"/>
              <a:gd name="connsiteX48361" fmla="*/ 1492718 w 2119654"/>
              <a:gd name="connsiteY48361" fmla="*/ 666946 h 2398711"/>
              <a:gd name="connsiteX48362" fmla="*/ 1492460 w 2119654"/>
              <a:gd name="connsiteY48362" fmla="*/ 663964 h 2398711"/>
              <a:gd name="connsiteX48363" fmla="*/ 817065 w 2119654"/>
              <a:gd name="connsiteY48363" fmla="*/ 2173370 h 2398711"/>
              <a:gd name="connsiteX48364" fmla="*/ 817092 w 2119654"/>
              <a:gd name="connsiteY48364" fmla="*/ 2173411 h 2398711"/>
              <a:gd name="connsiteX48365" fmla="*/ 818503 w 2119654"/>
              <a:gd name="connsiteY48365" fmla="*/ 2173372 h 2398711"/>
              <a:gd name="connsiteX48366" fmla="*/ 818361 w 2119654"/>
              <a:gd name="connsiteY48366" fmla="*/ 2172729 h 2398711"/>
              <a:gd name="connsiteX48367" fmla="*/ 829692 w 2119654"/>
              <a:gd name="connsiteY48367" fmla="*/ 2144750 h 2398711"/>
              <a:gd name="connsiteX48368" fmla="*/ 829772 w 2119654"/>
              <a:gd name="connsiteY48368" fmla="*/ 2145934 h 2398711"/>
              <a:gd name="connsiteX48369" fmla="*/ 832079 w 2119654"/>
              <a:gd name="connsiteY48369" fmla="*/ 2145702 h 2398711"/>
              <a:gd name="connsiteX48370" fmla="*/ 832051 w 2119654"/>
              <a:gd name="connsiteY48370" fmla="*/ 2145667 h 2398711"/>
              <a:gd name="connsiteX48371" fmla="*/ 830143 w 2119654"/>
              <a:gd name="connsiteY48371" fmla="*/ 2144664 h 2398711"/>
              <a:gd name="connsiteX48372" fmla="*/ 829231 w 2119654"/>
              <a:gd name="connsiteY48372" fmla="*/ 2144838 h 2398711"/>
              <a:gd name="connsiteX48373" fmla="*/ 829454 w 2119654"/>
              <a:gd name="connsiteY48373" fmla="*/ 2145934 h 2398711"/>
              <a:gd name="connsiteX48374" fmla="*/ 829490 w 2119654"/>
              <a:gd name="connsiteY48374" fmla="*/ 2145962 h 2398711"/>
              <a:gd name="connsiteX48375" fmla="*/ 829618 w 2119654"/>
              <a:gd name="connsiteY48375" fmla="*/ 2145950 h 2398711"/>
              <a:gd name="connsiteX48376" fmla="*/ 829538 w 2119654"/>
              <a:gd name="connsiteY48376" fmla="*/ 2144780 h 2398711"/>
              <a:gd name="connsiteX48377" fmla="*/ 1486184 w 2119654"/>
              <a:gd name="connsiteY48377" fmla="*/ 673527 h 2398711"/>
              <a:gd name="connsiteX48378" fmla="*/ 1486563 w 2119654"/>
              <a:gd name="connsiteY48378" fmla="*/ 677582 h 2398711"/>
              <a:gd name="connsiteX48379" fmla="*/ 1487022 w 2119654"/>
              <a:gd name="connsiteY48379" fmla="*/ 678958 h 2398711"/>
              <a:gd name="connsiteX48380" fmla="*/ 1487799 w 2119654"/>
              <a:gd name="connsiteY48380" fmla="*/ 681564 h 2398711"/>
              <a:gd name="connsiteX48381" fmla="*/ 1488135 w 2119654"/>
              <a:gd name="connsiteY48381" fmla="*/ 680980 h 2398711"/>
              <a:gd name="connsiteX48382" fmla="*/ 813767 w 2119654"/>
              <a:gd name="connsiteY48382" fmla="*/ 2179023 h 2398711"/>
              <a:gd name="connsiteX48383" fmla="*/ 814655 w 2119654"/>
              <a:gd name="connsiteY48383" fmla="*/ 2180930 h 2398711"/>
              <a:gd name="connsiteX48384" fmla="*/ 816842 w 2119654"/>
              <a:gd name="connsiteY48384" fmla="*/ 2180754 h 2398711"/>
              <a:gd name="connsiteX48385" fmla="*/ 819293 w 2119654"/>
              <a:gd name="connsiteY48385" fmla="*/ 2179759 h 2398711"/>
              <a:gd name="connsiteX48386" fmla="*/ 818711 w 2119654"/>
              <a:gd name="connsiteY48386" fmla="*/ 2178885 h 2398711"/>
              <a:gd name="connsiteX48387" fmla="*/ 811934 w 2119654"/>
              <a:gd name="connsiteY48387" fmla="*/ 2182969 h 2398711"/>
              <a:gd name="connsiteX48388" fmla="*/ 814175 w 2119654"/>
              <a:gd name="connsiteY48388" fmla="*/ 2185856 h 2398711"/>
              <a:gd name="connsiteX48389" fmla="*/ 815236 w 2119654"/>
              <a:gd name="connsiteY48389" fmla="*/ 2185739 h 2398711"/>
              <a:gd name="connsiteX48390" fmla="*/ 813792 w 2119654"/>
              <a:gd name="connsiteY48390" fmla="*/ 2182214 h 2398711"/>
              <a:gd name="connsiteX48391" fmla="*/ 1518870 w 2119654"/>
              <a:gd name="connsiteY48391" fmla="*/ 599496 h 2398711"/>
              <a:gd name="connsiteX48392" fmla="*/ 1518827 w 2119654"/>
              <a:gd name="connsiteY48392" fmla="*/ 601619 h 2398711"/>
              <a:gd name="connsiteX48393" fmla="*/ 1521019 w 2119654"/>
              <a:gd name="connsiteY48393" fmla="*/ 606293 h 2398711"/>
              <a:gd name="connsiteX48394" fmla="*/ 1520918 w 2119654"/>
              <a:gd name="connsiteY48394" fmla="*/ 604365 h 2398711"/>
              <a:gd name="connsiteX48395" fmla="*/ 1491873 w 2119654"/>
              <a:gd name="connsiteY48395" fmla="*/ 659345 h 2398711"/>
              <a:gd name="connsiteX48396" fmla="*/ 1491855 w 2119654"/>
              <a:gd name="connsiteY48396" fmla="*/ 661173 h 2398711"/>
              <a:gd name="connsiteX48397" fmla="*/ 1492292 w 2119654"/>
              <a:gd name="connsiteY48397" fmla="*/ 662016 h 2398711"/>
              <a:gd name="connsiteX48398" fmla="*/ 1492094 w 2119654"/>
              <a:gd name="connsiteY48398" fmla="*/ 659732 h 2398711"/>
              <a:gd name="connsiteX48399" fmla="*/ 825160 w 2119654"/>
              <a:gd name="connsiteY48399" fmla="*/ 2152139 h 2398711"/>
              <a:gd name="connsiteX48400" fmla="*/ 827771 w 2119654"/>
              <a:gd name="connsiteY48400" fmla="*/ 2152299 h 2398711"/>
              <a:gd name="connsiteX48401" fmla="*/ 829966 w 2119654"/>
              <a:gd name="connsiteY48401" fmla="*/ 2151071 h 2398711"/>
              <a:gd name="connsiteX48402" fmla="*/ 829926 w 2119654"/>
              <a:gd name="connsiteY48402" fmla="*/ 2150484 h 2398711"/>
              <a:gd name="connsiteX48403" fmla="*/ 828220 w 2119654"/>
              <a:gd name="connsiteY48403" fmla="*/ 2144947 h 2398711"/>
              <a:gd name="connsiteX48404" fmla="*/ 829206 w 2119654"/>
              <a:gd name="connsiteY48404" fmla="*/ 2145735 h 2398711"/>
              <a:gd name="connsiteX48405" fmla="*/ 829019 w 2119654"/>
              <a:gd name="connsiteY48405" fmla="*/ 2144879 h 2398711"/>
              <a:gd name="connsiteX48406" fmla="*/ 828742 w 2119654"/>
              <a:gd name="connsiteY48406" fmla="*/ 2144932 h 2398711"/>
              <a:gd name="connsiteX48407" fmla="*/ 830546 w 2119654"/>
              <a:gd name="connsiteY48407" fmla="*/ 2139724 h 2398711"/>
              <a:gd name="connsiteX48408" fmla="*/ 831125 w 2119654"/>
              <a:gd name="connsiteY48408" fmla="*/ 2140574 h 2398711"/>
              <a:gd name="connsiteX48409" fmla="*/ 832373 w 2119654"/>
              <a:gd name="connsiteY48409" fmla="*/ 2140334 h 2398711"/>
              <a:gd name="connsiteX48410" fmla="*/ 812846 w 2119654"/>
              <a:gd name="connsiteY48410" fmla="*/ 2179049 h 2398711"/>
              <a:gd name="connsiteX48411" fmla="*/ 813619 w 2119654"/>
              <a:gd name="connsiteY48411" fmla="*/ 2181013 h 2398711"/>
              <a:gd name="connsiteX48412" fmla="*/ 814083 w 2119654"/>
              <a:gd name="connsiteY48412" fmla="*/ 2180976 h 2398711"/>
              <a:gd name="connsiteX48413" fmla="*/ 813180 w 2119654"/>
              <a:gd name="connsiteY48413" fmla="*/ 2179040 h 2398711"/>
              <a:gd name="connsiteX48414" fmla="*/ 807961 w 2119654"/>
              <a:gd name="connsiteY48414" fmla="*/ 2189961 h 2398711"/>
              <a:gd name="connsiteX48415" fmla="*/ 814121 w 2119654"/>
              <a:gd name="connsiteY48415" fmla="*/ 2189434 h 2398711"/>
              <a:gd name="connsiteX48416" fmla="*/ 813027 w 2119654"/>
              <a:gd name="connsiteY48416" fmla="*/ 2188448 h 2398711"/>
              <a:gd name="connsiteX48417" fmla="*/ 830615 w 2119654"/>
              <a:gd name="connsiteY48417" fmla="*/ 2138468 h 2398711"/>
              <a:gd name="connsiteX48418" fmla="*/ 832371 w 2119654"/>
              <a:gd name="connsiteY48418" fmla="*/ 2138916 h 2398711"/>
              <a:gd name="connsiteX48419" fmla="*/ 832075 w 2119654"/>
              <a:gd name="connsiteY48419" fmla="*/ 2138622 h 2398711"/>
              <a:gd name="connsiteX48420" fmla="*/ 830723 w 2119654"/>
              <a:gd name="connsiteY48420" fmla="*/ 2138307 h 2398711"/>
              <a:gd name="connsiteX48421" fmla="*/ 1489506 w 2119654"/>
              <a:gd name="connsiteY48421" fmla="*/ 662305 h 2398711"/>
              <a:gd name="connsiteX48422" fmla="*/ 1489519 w 2119654"/>
              <a:gd name="connsiteY48422" fmla="*/ 662401 h 2398711"/>
              <a:gd name="connsiteX48423" fmla="*/ 1490242 w 2119654"/>
              <a:gd name="connsiteY48423" fmla="*/ 668417 h 2398711"/>
              <a:gd name="connsiteX48424" fmla="*/ 1490289 w 2119654"/>
              <a:gd name="connsiteY48424" fmla="*/ 668446 h 2398711"/>
              <a:gd name="connsiteX48425" fmla="*/ 1491394 w 2119654"/>
              <a:gd name="connsiteY48425" fmla="*/ 671774 h 2398711"/>
              <a:gd name="connsiteX48426" fmla="*/ 1491448 w 2119654"/>
              <a:gd name="connsiteY48426" fmla="*/ 666076 h 2398711"/>
              <a:gd name="connsiteX48427" fmla="*/ 1557536 w 2119654"/>
              <a:gd name="connsiteY48427" fmla="*/ 509585 h 2398711"/>
              <a:gd name="connsiteX48428" fmla="*/ 1557868 w 2119654"/>
              <a:gd name="connsiteY48428" fmla="*/ 512259 h 2398711"/>
              <a:gd name="connsiteX48429" fmla="*/ 1563182 w 2119654"/>
              <a:gd name="connsiteY48429" fmla="*/ 575489 h 2398711"/>
              <a:gd name="connsiteX48430" fmla="*/ 1563473 w 2119654"/>
              <a:gd name="connsiteY48430" fmla="*/ 602681 h 2398711"/>
              <a:gd name="connsiteX48431" fmla="*/ 1564438 w 2119654"/>
              <a:gd name="connsiteY48431" fmla="*/ 605245 h 2398711"/>
              <a:gd name="connsiteX48432" fmla="*/ 1566020 w 2119654"/>
              <a:gd name="connsiteY48432" fmla="*/ 594586 h 2398711"/>
              <a:gd name="connsiteX48433" fmla="*/ 1566639 w 2119654"/>
              <a:gd name="connsiteY48433" fmla="*/ 589249 h 2398711"/>
              <a:gd name="connsiteX48434" fmla="*/ 1562846 w 2119654"/>
              <a:gd name="connsiteY48434" fmla="*/ 536540 h 2398711"/>
              <a:gd name="connsiteX48435" fmla="*/ 1560348 w 2119654"/>
              <a:gd name="connsiteY48435" fmla="*/ 507440 h 2398711"/>
              <a:gd name="connsiteX48436" fmla="*/ 817267 w 2119654"/>
              <a:gd name="connsiteY48436" fmla="*/ 2167068 h 2398711"/>
              <a:gd name="connsiteX48437" fmla="*/ 818367 w 2119654"/>
              <a:gd name="connsiteY48437" fmla="*/ 2172058 h 2398711"/>
              <a:gd name="connsiteX48438" fmla="*/ 832282 w 2119654"/>
              <a:gd name="connsiteY48438" fmla="*/ 2165174 h 2398711"/>
              <a:gd name="connsiteX48439" fmla="*/ 825874 w 2119654"/>
              <a:gd name="connsiteY48439" fmla="*/ 2166509 h 2398711"/>
              <a:gd name="connsiteX48440" fmla="*/ 810790 w 2119654"/>
              <a:gd name="connsiteY48440" fmla="*/ 2181494 h 2398711"/>
              <a:gd name="connsiteX48441" fmla="*/ 811803 w 2119654"/>
              <a:gd name="connsiteY48441" fmla="*/ 2182799 h 2398711"/>
              <a:gd name="connsiteX48442" fmla="*/ 813714 w 2119654"/>
              <a:gd name="connsiteY48442" fmla="*/ 2182023 h 2398711"/>
              <a:gd name="connsiteX48443" fmla="*/ 813424 w 2119654"/>
              <a:gd name="connsiteY48443" fmla="*/ 2181318 h 2398711"/>
              <a:gd name="connsiteX48444" fmla="*/ 1544006 w 2119654"/>
              <a:gd name="connsiteY48444" fmla="*/ 539394 h 2398711"/>
              <a:gd name="connsiteX48445" fmla="*/ 1542591 w 2119654"/>
              <a:gd name="connsiteY48445" fmla="*/ 555900 h 2398711"/>
              <a:gd name="connsiteX48446" fmla="*/ 1548692 w 2119654"/>
              <a:gd name="connsiteY48446" fmla="*/ 569094 h 2398711"/>
              <a:gd name="connsiteX48447" fmla="*/ 804046 w 2119654"/>
              <a:gd name="connsiteY48447" fmla="*/ 2196047 h 2398711"/>
              <a:gd name="connsiteX48448" fmla="*/ 807819 w 2119654"/>
              <a:gd name="connsiteY48448" fmla="*/ 2201265 h 2398711"/>
              <a:gd name="connsiteX48449" fmla="*/ 809765 w 2119654"/>
              <a:gd name="connsiteY48449" fmla="*/ 2201168 h 2398711"/>
              <a:gd name="connsiteX48450" fmla="*/ 814310 w 2119654"/>
              <a:gd name="connsiteY48450" fmla="*/ 2198002 h 2398711"/>
              <a:gd name="connsiteX48451" fmla="*/ 803802 w 2119654"/>
              <a:gd name="connsiteY48451" fmla="*/ 2195708 h 2398711"/>
              <a:gd name="connsiteX48452" fmla="*/ 803842 w 2119654"/>
              <a:gd name="connsiteY48452" fmla="*/ 2195765 h 2398711"/>
              <a:gd name="connsiteX48453" fmla="*/ 813260 w 2119654"/>
              <a:gd name="connsiteY48453" fmla="*/ 2197559 h 2398711"/>
              <a:gd name="connsiteX48454" fmla="*/ 814606 w 2119654"/>
              <a:gd name="connsiteY48454" fmla="*/ 2197796 h 2398711"/>
              <a:gd name="connsiteX48455" fmla="*/ 818939 w 2119654"/>
              <a:gd name="connsiteY48455" fmla="*/ 2194778 h 2398711"/>
              <a:gd name="connsiteX48456" fmla="*/ 818294 w 2119654"/>
              <a:gd name="connsiteY48456" fmla="*/ 2193205 h 2398711"/>
              <a:gd name="connsiteX48457" fmla="*/ 807872 w 2119654"/>
              <a:gd name="connsiteY48457" fmla="*/ 2193685 h 2398711"/>
              <a:gd name="connsiteX48458" fmla="*/ 1535697 w 2119654"/>
              <a:gd name="connsiteY48458" fmla="*/ 556827 h 2398711"/>
              <a:gd name="connsiteX48459" fmla="*/ 1532780 w 2119654"/>
              <a:gd name="connsiteY48459" fmla="*/ 576228 h 2398711"/>
              <a:gd name="connsiteX48460" fmla="*/ 1538326 w 2119654"/>
              <a:gd name="connsiteY48460" fmla="*/ 595431 h 2398711"/>
              <a:gd name="connsiteX48461" fmla="*/ 1540833 w 2119654"/>
              <a:gd name="connsiteY48461" fmla="*/ 566860 h 2398711"/>
              <a:gd name="connsiteX48462" fmla="*/ 1495871 w 2119654"/>
              <a:gd name="connsiteY48462" fmla="*/ 645143 h 2398711"/>
              <a:gd name="connsiteX48463" fmla="*/ 1496914 w 2119654"/>
              <a:gd name="connsiteY48463" fmla="*/ 651704 h 2398711"/>
              <a:gd name="connsiteX48464" fmla="*/ 1500921 w 2119654"/>
              <a:gd name="connsiteY48464" fmla="*/ 657422 h 2398711"/>
              <a:gd name="connsiteX48465" fmla="*/ 1500936 w 2119654"/>
              <a:gd name="connsiteY48465" fmla="*/ 656800 h 2398711"/>
              <a:gd name="connsiteX48466" fmla="*/ 1500127 w 2119654"/>
              <a:gd name="connsiteY48466" fmla="*/ 654697 h 2398711"/>
              <a:gd name="connsiteX48467" fmla="*/ 795946 w 2119654"/>
              <a:gd name="connsiteY48467" fmla="*/ 2211421 h 2398711"/>
              <a:gd name="connsiteX48468" fmla="*/ 797938 w 2119654"/>
              <a:gd name="connsiteY48468" fmla="*/ 2217657 h 2398711"/>
              <a:gd name="connsiteX48469" fmla="*/ 800318 w 2119654"/>
              <a:gd name="connsiteY48469" fmla="*/ 2218152 h 2398711"/>
              <a:gd name="connsiteX48470" fmla="*/ 808894 w 2119654"/>
              <a:gd name="connsiteY48470" fmla="*/ 2216222 h 2398711"/>
              <a:gd name="connsiteX48471" fmla="*/ 801710 w 2119654"/>
              <a:gd name="connsiteY48471" fmla="*/ 2207523 h 2398711"/>
              <a:gd name="connsiteX48472" fmla="*/ 824541 w 2119654"/>
              <a:gd name="connsiteY48472" fmla="*/ 2146459 h 2398711"/>
              <a:gd name="connsiteX48473" fmla="*/ 825486 w 2119654"/>
              <a:gd name="connsiteY48473" fmla="*/ 2146364 h 2398711"/>
              <a:gd name="connsiteX48474" fmla="*/ 824989 w 2119654"/>
              <a:gd name="connsiteY48474" fmla="*/ 2145967 h 2398711"/>
              <a:gd name="connsiteX48475" fmla="*/ 1494614 w 2119654"/>
              <a:gd name="connsiteY48475" fmla="*/ 645560 h 2398711"/>
              <a:gd name="connsiteX48476" fmla="*/ 1494680 w 2119654"/>
              <a:gd name="connsiteY48476" fmla="*/ 648513 h 2398711"/>
              <a:gd name="connsiteX48477" fmla="*/ 1495020 w 2119654"/>
              <a:gd name="connsiteY48477" fmla="*/ 648997 h 2398711"/>
              <a:gd name="connsiteX48478" fmla="*/ 1485906 w 2119654"/>
              <a:gd name="connsiteY48478" fmla="*/ 664338 h 2398711"/>
              <a:gd name="connsiteX48479" fmla="*/ 1485905 w 2119654"/>
              <a:gd name="connsiteY48479" fmla="*/ 664433 h 2398711"/>
              <a:gd name="connsiteX48480" fmla="*/ 1485798 w 2119654"/>
              <a:gd name="connsiteY48480" fmla="*/ 669379 h 2398711"/>
              <a:gd name="connsiteX48481" fmla="*/ 1486109 w 2119654"/>
              <a:gd name="connsiteY48481" fmla="*/ 672711 h 2398711"/>
              <a:gd name="connsiteX48482" fmla="*/ 1488229 w 2119654"/>
              <a:gd name="connsiteY48482" fmla="*/ 680816 h 2398711"/>
              <a:gd name="connsiteX48483" fmla="*/ 1489983 w 2119654"/>
              <a:gd name="connsiteY48483" fmla="*/ 677764 h 2398711"/>
              <a:gd name="connsiteX48484" fmla="*/ 1488677 w 2119654"/>
              <a:gd name="connsiteY48484" fmla="*/ 672103 h 2398711"/>
              <a:gd name="connsiteX48485" fmla="*/ 1488912 w 2119654"/>
              <a:gd name="connsiteY48485" fmla="*/ 672292 h 2398711"/>
              <a:gd name="connsiteX48486" fmla="*/ 1490120 w 2119654"/>
              <a:gd name="connsiteY48486" fmla="*/ 677526 h 2398711"/>
              <a:gd name="connsiteX48487" fmla="*/ 1490323 w 2119654"/>
              <a:gd name="connsiteY48487" fmla="*/ 677173 h 2398711"/>
              <a:gd name="connsiteX48488" fmla="*/ 1490804 w 2119654"/>
              <a:gd name="connsiteY48488" fmla="*/ 676303 h 2398711"/>
              <a:gd name="connsiteX48489" fmla="*/ 1490391 w 2119654"/>
              <a:gd name="connsiteY48489" fmla="*/ 672867 h 2398711"/>
              <a:gd name="connsiteX48490" fmla="*/ 1494306 w 2119654"/>
              <a:gd name="connsiteY48490" fmla="*/ 645256 h 2398711"/>
              <a:gd name="connsiteX48491" fmla="*/ 1494260 w 2119654"/>
              <a:gd name="connsiteY48491" fmla="*/ 647306 h 2398711"/>
              <a:gd name="connsiteX48492" fmla="*/ 1494241 w 2119654"/>
              <a:gd name="connsiteY48492" fmla="*/ 647857 h 2398711"/>
              <a:gd name="connsiteX48493" fmla="*/ 1494246 w 2119654"/>
              <a:gd name="connsiteY48493" fmla="*/ 647894 h 2398711"/>
              <a:gd name="connsiteX48494" fmla="*/ 1494368 w 2119654"/>
              <a:gd name="connsiteY48494" fmla="*/ 648068 h 2398711"/>
              <a:gd name="connsiteX48495" fmla="*/ 1519074 w 2119654"/>
              <a:gd name="connsiteY48495" fmla="*/ 589476 h 2398711"/>
              <a:gd name="connsiteX48496" fmla="*/ 1518887 w 2119654"/>
              <a:gd name="connsiteY48496" fmla="*/ 598706 h 2398711"/>
              <a:gd name="connsiteX48497" fmla="*/ 1520869 w 2119654"/>
              <a:gd name="connsiteY48497" fmla="*/ 603419 h 2398711"/>
              <a:gd name="connsiteX48498" fmla="*/ 1520635 w 2119654"/>
              <a:gd name="connsiteY48498" fmla="*/ 598969 h 2398711"/>
              <a:gd name="connsiteX48499" fmla="*/ 1520873 w 2119654"/>
              <a:gd name="connsiteY48499" fmla="*/ 599242 h 2398711"/>
              <a:gd name="connsiteX48500" fmla="*/ 1521124 w 2119654"/>
              <a:gd name="connsiteY48500" fmla="*/ 604027 h 2398711"/>
              <a:gd name="connsiteX48501" fmla="*/ 1525216 w 2119654"/>
              <a:gd name="connsiteY48501" fmla="*/ 613756 h 2398711"/>
              <a:gd name="connsiteX48502" fmla="*/ 1527352 w 2119654"/>
              <a:gd name="connsiteY48502" fmla="*/ 606778 h 2398711"/>
              <a:gd name="connsiteX48503" fmla="*/ 802517 w 2119654"/>
              <a:gd name="connsiteY48503" fmla="*/ 2193932 h 2398711"/>
              <a:gd name="connsiteX48504" fmla="*/ 803408 w 2119654"/>
              <a:gd name="connsiteY48504" fmla="*/ 2195165 h 2398711"/>
              <a:gd name="connsiteX48505" fmla="*/ 806231 w 2119654"/>
              <a:gd name="connsiteY48505" fmla="*/ 2193761 h 2398711"/>
              <a:gd name="connsiteX48506" fmla="*/ 808977 w 2119654"/>
              <a:gd name="connsiteY48506" fmla="*/ 2179158 h 2398711"/>
              <a:gd name="connsiteX48507" fmla="*/ 810604 w 2119654"/>
              <a:gd name="connsiteY48507" fmla="*/ 2181255 h 2398711"/>
              <a:gd name="connsiteX48508" fmla="*/ 813310 w 2119654"/>
              <a:gd name="connsiteY48508" fmla="*/ 2181038 h 2398711"/>
              <a:gd name="connsiteX48509" fmla="*/ 812499 w 2119654"/>
              <a:gd name="connsiteY48509" fmla="*/ 2179059 h 2398711"/>
              <a:gd name="connsiteX48510" fmla="*/ 1488775 w 2119654"/>
              <a:gd name="connsiteY48510" fmla="*/ 656838 h 2398711"/>
              <a:gd name="connsiteX48511" fmla="*/ 1489263 w 2119654"/>
              <a:gd name="connsiteY48511" fmla="*/ 660484 h 2398711"/>
              <a:gd name="connsiteX48512" fmla="*/ 1491460 w 2119654"/>
              <a:gd name="connsiteY48512" fmla="*/ 664754 h 2398711"/>
              <a:gd name="connsiteX48513" fmla="*/ 1491486 w 2119654"/>
              <a:gd name="connsiteY48513" fmla="*/ 662081 h 2398711"/>
              <a:gd name="connsiteX48514" fmla="*/ 802298 w 2119654"/>
              <a:gd name="connsiteY48514" fmla="*/ 2193630 h 2398711"/>
              <a:gd name="connsiteX48515" fmla="*/ 802306 w 2119654"/>
              <a:gd name="connsiteY48515" fmla="*/ 2193640 h 2398711"/>
              <a:gd name="connsiteX48516" fmla="*/ 802620 w 2119654"/>
              <a:gd name="connsiteY48516" fmla="*/ 2193626 h 2398711"/>
              <a:gd name="connsiteX48517" fmla="*/ 807539 w 2119654"/>
              <a:gd name="connsiteY48517" fmla="*/ 2181710 h 2398711"/>
              <a:gd name="connsiteX48518" fmla="*/ 812029 w 2119654"/>
              <a:gd name="connsiteY48518" fmla="*/ 2186093 h 2398711"/>
              <a:gd name="connsiteX48519" fmla="*/ 813591 w 2119654"/>
              <a:gd name="connsiteY48519" fmla="*/ 2185920 h 2398711"/>
              <a:gd name="connsiteX48520" fmla="*/ 811452 w 2119654"/>
              <a:gd name="connsiteY48520" fmla="*/ 2183164 h 2398711"/>
              <a:gd name="connsiteX48521" fmla="*/ 810344 w 2119654"/>
              <a:gd name="connsiteY48521" fmla="*/ 2183614 h 2398711"/>
              <a:gd name="connsiteX48522" fmla="*/ 810025 w 2119654"/>
              <a:gd name="connsiteY48522" fmla="*/ 2183521 h 2398711"/>
              <a:gd name="connsiteX48523" fmla="*/ 811321 w 2119654"/>
              <a:gd name="connsiteY48523" fmla="*/ 2182996 h 2398711"/>
              <a:gd name="connsiteX48524" fmla="*/ 810187 w 2119654"/>
              <a:gd name="connsiteY48524" fmla="*/ 2181534 h 2398711"/>
              <a:gd name="connsiteX48525" fmla="*/ 821945 w 2119654"/>
              <a:gd name="connsiteY48525" fmla="*/ 2149316 h 2398711"/>
              <a:gd name="connsiteX48526" fmla="*/ 828532 w 2119654"/>
              <a:gd name="connsiteY48526" fmla="*/ 2148800 h 2398711"/>
              <a:gd name="connsiteX48527" fmla="*/ 826268 w 2119654"/>
              <a:gd name="connsiteY48527" fmla="*/ 2146989 h 2398711"/>
              <a:gd name="connsiteX48528" fmla="*/ 824047 w 2119654"/>
              <a:gd name="connsiteY48528" fmla="*/ 2147004 h 2398711"/>
              <a:gd name="connsiteX48529" fmla="*/ 798302 w 2119654"/>
              <a:gd name="connsiteY48529" fmla="*/ 2202077 h 2398711"/>
              <a:gd name="connsiteX48530" fmla="*/ 801743 w 2119654"/>
              <a:gd name="connsiteY48530" fmla="*/ 2206600 h 2398711"/>
              <a:gd name="connsiteX48531" fmla="*/ 802023 w 2119654"/>
              <a:gd name="connsiteY48531" fmla="*/ 2206560 h 2398711"/>
              <a:gd name="connsiteX48532" fmla="*/ 808056 w 2119654"/>
              <a:gd name="connsiteY48532" fmla="*/ 2202359 h 2398711"/>
              <a:gd name="connsiteX48533" fmla="*/ 807506 w 2119654"/>
              <a:gd name="connsiteY48533" fmla="*/ 2201623 h 2398711"/>
              <a:gd name="connsiteX48534" fmla="*/ 798725 w 2119654"/>
              <a:gd name="connsiteY48534" fmla="*/ 2202062 h 2398711"/>
              <a:gd name="connsiteX48535" fmla="*/ 1462566 w 2119654"/>
              <a:gd name="connsiteY48535" fmla="*/ 713892 h 2398711"/>
              <a:gd name="connsiteX48536" fmla="*/ 1462438 w 2119654"/>
              <a:gd name="connsiteY48536" fmla="*/ 714298 h 2398711"/>
              <a:gd name="connsiteX48537" fmla="*/ 1462736 w 2119654"/>
              <a:gd name="connsiteY48537" fmla="*/ 714581 h 2398711"/>
              <a:gd name="connsiteX48538" fmla="*/ 1462662 w 2119654"/>
              <a:gd name="connsiteY48538" fmla="*/ 714033 h 2398711"/>
              <a:gd name="connsiteX48539" fmla="*/ 794979 w 2119654"/>
              <a:gd name="connsiteY48539" fmla="*/ 2208391 h 2398711"/>
              <a:gd name="connsiteX48540" fmla="*/ 795782 w 2119654"/>
              <a:gd name="connsiteY48540" fmla="*/ 2210906 h 2398711"/>
              <a:gd name="connsiteX48541" fmla="*/ 800495 w 2119654"/>
              <a:gd name="connsiteY48541" fmla="*/ 2207624 h 2398711"/>
              <a:gd name="connsiteX48542" fmla="*/ 813143 w 2119654"/>
              <a:gd name="connsiteY48542" fmla="*/ 2167336 h 2398711"/>
              <a:gd name="connsiteX48543" fmla="*/ 816736 w 2119654"/>
              <a:gd name="connsiteY48543" fmla="*/ 2172864 h 2398711"/>
              <a:gd name="connsiteX48544" fmla="*/ 818228 w 2119654"/>
              <a:gd name="connsiteY48544" fmla="*/ 2172126 h 2398711"/>
              <a:gd name="connsiteX48545" fmla="*/ 817115 w 2119654"/>
              <a:gd name="connsiteY48545" fmla="*/ 2167078 h 2398711"/>
              <a:gd name="connsiteX48546" fmla="*/ 819688 w 2119654"/>
              <a:gd name="connsiteY48546" fmla="*/ 2151800 h 2398711"/>
              <a:gd name="connsiteX48547" fmla="*/ 820955 w 2119654"/>
              <a:gd name="connsiteY48547" fmla="*/ 2151878 h 2398711"/>
              <a:gd name="connsiteX48548" fmla="*/ 828922 w 2119654"/>
              <a:gd name="connsiteY48548" fmla="*/ 2149113 h 2398711"/>
              <a:gd name="connsiteX48549" fmla="*/ 828808 w 2119654"/>
              <a:gd name="connsiteY48549" fmla="*/ 2149021 h 2398711"/>
              <a:gd name="connsiteX48550" fmla="*/ 821707 w 2119654"/>
              <a:gd name="connsiteY48550" fmla="*/ 2149579 h 2398711"/>
              <a:gd name="connsiteX48551" fmla="*/ 1461905 w 2119654"/>
              <a:gd name="connsiteY48551" fmla="*/ 712911 h 2398711"/>
              <a:gd name="connsiteX48552" fmla="*/ 1462053 w 2119654"/>
              <a:gd name="connsiteY48552" fmla="*/ 713933 h 2398711"/>
              <a:gd name="connsiteX48553" fmla="*/ 1462212 w 2119654"/>
              <a:gd name="connsiteY48553" fmla="*/ 714084 h 2398711"/>
              <a:gd name="connsiteX48554" fmla="*/ 1462367 w 2119654"/>
              <a:gd name="connsiteY48554" fmla="*/ 713596 h 2398711"/>
              <a:gd name="connsiteX48555" fmla="*/ 1545128 w 2119654"/>
              <a:gd name="connsiteY48555" fmla="*/ 526315 h 2398711"/>
              <a:gd name="connsiteX48556" fmla="*/ 1544113 w 2119654"/>
              <a:gd name="connsiteY48556" fmla="*/ 538150 h 2398711"/>
              <a:gd name="connsiteX48557" fmla="*/ 1544836 w 2119654"/>
              <a:gd name="connsiteY48557" fmla="*/ 542364 h 2398711"/>
              <a:gd name="connsiteX48558" fmla="*/ 1548877 w 2119654"/>
              <a:gd name="connsiteY48558" fmla="*/ 569493 h 2398711"/>
              <a:gd name="connsiteX48559" fmla="*/ 1558441 w 2119654"/>
              <a:gd name="connsiteY48559" fmla="*/ 590177 h 2398711"/>
              <a:gd name="connsiteX48560" fmla="*/ 1558215 w 2119654"/>
              <a:gd name="connsiteY48560" fmla="*/ 585561 h 2398711"/>
              <a:gd name="connsiteX48561" fmla="*/ 1558414 w 2119654"/>
              <a:gd name="connsiteY48561" fmla="*/ 585790 h 2398711"/>
              <a:gd name="connsiteX48562" fmla="*/ 1558650 w 2119654"/>
              <a:gd name="connsiteY48562" fmla="*/ 590630 h 2398711"/>
              <a:gd name="connsiteX48563" fmla="*/ 1560199 w 2119654"/>
              <a:gd name="connsiteY48563" fmla="*/ 593983 h 2398711"/>
              <a:gd name="connsiteX48564" fmla="*/ 1560489 w 2119654"/>
              <a:gd name="connsiteY48564" fmla="*/ 594754 h 2398711"/>
              <a:gd name="connsiteX48565" fmla="*/ 1556027 w 2119654"/>
              <a:gd name="connsiteY48565" fmla="*/ 572043 h 2398711"/>
              <a:gd name="connsiteX48566" fmla="*/ 1488269 w 2119654"/>
              <a:gd name="connsiteY48566" fmla="*/ 653058 h 2398711"/>
              <a:gd name="connsiteX48567" fmla="*/ 1488481 w 2119654"/>
              <a:gd name="connsiteY48567" fmla="*/ 654650 h 2398711"/>
              <a:gd name="connsiteX48568" fmla="*/ 1491501 w 2119654"/>
              <a:gd name="connsiteY48568" fmla="*/ 660488 h 2398711"/>
              <a:gd name="connsiteX48569" fmla="*/ 1491518 w 2119654"/>
              <a:gd name="connsiteY48569" fmla="*/ 658727 h 2398711"/>
              <a:gd name="connsiteX48570" fmla="*/ 815406 w 2119654"/>
              <a:gd name="connsiteY48570" fmla="*/ 2158603 h 2398711"/>
              <a:gd name="connsiteX48571" fmla="*/ 815488 w 2119654"/>
              <a:gd name="connsiteY48571" fmla="*/ 2159000 h 2398711"/>
              <a:gd name="connsiteX48572" fmla="*/ 816870 w 2119654"/>
              <a:gd name="connsiteY48572" fmla="*/ 2165272 h 2398711"/>
              <a:gd name="connsiteX48573" fmla="*/ 832752 w 2119654"/>
              <a:gd name="connsiteY48573" fmla="*/ 2161964 h 2398711"/>
              <a:gd name="connsiteX48574" fmla="*/ 831568 w 2119654"/>
              <a:gd name="connsiteY48574" fmla="*/ 2156549 h 2398711"/>
              <a:gd name="connsiteX48575" fmla="*/ 821457 w 2119654"/>
              <a:gd name="connsiteY48575" fmla="*/ 2155925 h 2398711"/>
              <a:gd name="connsiteX48576" fmla="*/ 1468203 w 2119654"/>
              <a:gd name="connsiteY48576" fmla="*/ 696116 h 2398711"/>
              <a:gd name="connsiteX48577" fmla="*/ 1467978 w 2119654"/>
              <a:gd name="connsiteY48577" fmla="*/ 696824 h 2398711"/>
              <a:gd name="connsiteX48578" fmla="*/ 1468098 w 2119654"/>
              <a:gd name="connsiteY48578" fmla="*/ 697144 h 2398711"/>
              <a:gd name="connsiteX48579" fmla="*/ 1468210 w 2119654"/>
              <a:gd name="connsiteY48579" fmla="*/ 696150 h 2398711"/>
              <a:gd name="connsiteX48580" fmla="*/ 789362 w 2119654"/>
              <a:gd name="connsiteY48580" fmla="*/ 2215873 h 2398711"/>
              <a:gd name="connsiteX48581" fmla="*/ 797489 w 2119654"/>
              <a:gd name="connsiteY48581" fmla="*/ 2217563 h 2398711"/>
              <a:gd name="connsiteX48582" fmla="*/ 795601 w 2119654"/>
              <a:gd name="connsiteY48582" fmla="*/ 2211654 h 2398711"/>
              <a:gd name="connsiteX48583" fmla="*/ 1485978 w 2119654"/>
              <a:gd name="connsiteY48583" fmla="*/ 655452 h 2398711"/>
              <a:gd name="connsiteX48584" fmla="*/ 1485910 w 2119654"/>
              <a:gd name="connsiteY48584" fmla="*/ 663777 h 2398711"/>
              <a:gd name="connsiteX48585" fmla="*/ 1490302 w 2119654"/>
              <a:gd name="connsiteY48585" fmla="*/ 672127 h 2398711"/>
              <a:gd name="connsiteX48586" fmla="*/ 1489005 w 2119654"/>
              <a:gd name="connsiteY48586" fmla="*/ 661332 h 2398711"/>
              <a:gd name="connsiteX48587" fmla="*/ 834259 w 2119654"/>
              <a:gd name="connsiteY48587" fmla="*/ 2114737 h 2398711"/>
              <a:gd name="connsiteX48588" fmla="*/ 835877 w 2119654"/>
              <a:gd name="connsiteY48588" fmla="*/ 2115223 h 2398711"/>
              <a:gd name="connsiteX48589" fmla="*/ 836698 w 2119654"/>
              <a:gd name="connsiteY48589" fmla="*/ 2114671 h 2398711"/>
              <a:gd name="connsiteX48590" fmla="*/ 836737 w 2119654"/>
              <a:gd name="connsiteY48590" fmla="*/ 2114587 h 2398711"/>
              <a:gd name="connsiteX48591" fmla="*/ 835351 w 2119654"/>
              <a:gd name="connsiteY48591" fmla="*/ 2114053 h 2398711"/>
              <a:gd name="connsiteX48592" fmla="*/ 796296 w 2119654"/>
              <a:gd name="connsiteY48592" fmla="*/ 2199439 h 2398711"/>
              <a:gd name="connsiteX48593" fmla="*/ 798055 w 2119654"/>
              <a:gd name="connsiteY48593" fmla="*/ 2201751 h 2398711"/>
              <a:gd name="connsiteX48594" fmla="*/ 807259 w 2119654"/>
              <a:gd name="connsiteY48594" fmla="*/ 2201293 h 2398711"/>
              <a:gd name="connsiteX48595" fmla="*/ 803279 w 2119654"/>
              <a:gd name="connsiteY48595" fmla="*/ 2195968 h 2398711"/>
              <a:gd name="connsiteX48596" fmla="*/ 1493110 w 2119654"/>
              <a:gd name="connsiteY48596" fmla="*/ 638945 h 2398711"/>
              <a:gd name="connsiteX48597" fmla="*/ 1493590 w 2119654"/>
              <a:gd name="connsiteY48597" fmla="*/ 642728 h 2398711"/>
              <a:gd name="connsiteX48598" fmla="*/ 1493679 w 2119654"/>
              <a:gd name="connsiteY48598" fmla="*/ 640224 h 2398711"/>
              <a:gd name="connsiteX48599" fmla="*/ 1479805 w 2119654"/>
              <a:gd name="connsiteY48599" fmla="*/ 668590 h 2398711"/>
              <a:gd name="connsiteX48600" fmla="*/ 1481021 w 2119654"/>
              <a:gd name="connsiteY48600" fmla="*/ 674547 h 2398711"/>
              <a:gd name="connsiteX48601" fmla="*/ 1481966 w 2119654"/>
              <a:gd name="connsiteY48601" fmla="*/ 677346 h 2398711"/>
              <a:gd name="connsiteX48602" fmla="*/ 1482076 w 2119654"/>
              <a:gd name="connsiteY48602" fmla="*/ 675332 h 2398711"/>
              <a:gd name="connsiteX48603" fmla="*/ 1480685 w 2119654"/>
              <a:gd name="connsiteY48603" fmla="*/ 671132 h 2398711"/>
              <a:gd name="connsiteX48604" fmla="*/ 805073 w 2119654"/>
              <a:gd name="connsiteY48604" fmla="*/ 2179302 h 2398711"/>
              <a:gd name="connsiteX48605" fmla="*/ 807340 w 2119654"/>
              <a:gd name="connsiteY48605" fmla="*/ 2181516 h 2398711"/>
              <a:gd name="connsiteX48606" fmla="*/ 807420 w 2119654"/>
              <a:gd name="connsiteY48606" fmla="*/ 2181511 h 2398711"/>
              <a:gd name="connsiteX48607" fmla="*/ 810008 w 2119654"/>
              <a:gd name="connsiteY48607" fmla="*/ 2181303 h 2398711"/>
              <a:gd name="connsiteX48608" fmla="*/ 808356 w 2119654"/>
              <a:gd name="connsiteY48608" fmla="*/ 2179175 h 2398711"/>
              <a:gd name="connsiteX48609" fmla="*/ 805150 w 2119654"/>
              <a:gd name="connsiteY48609" fmla="*/ 2179265 h 2398711"/>
              <a:gd name="connsiteX48610" fmla="*/ 815055 w 2119654"/>
              <a:gd name="connsiteY48610" fmla="*/ 2156900 h 2398711"/>
              <a:gd name="connsiteX48611" fmla="*/ 815317 w 2119654"/>
              <a:gd name="connsiteY48611" fmla="*/ 2158168 h 2398711"/>
              <a:gd name="connsiteX48612" fmla="*/ 820517 w 2119654"/>
              <a:gd name="connsiteY48612" fmla="*/ 2155866 h 2398711"/>
              <a:gd name="connsiteX48613" fmla="*/ 816234 w 2119654"/>
              <a:gd name="connsiteY48613" fmla="*/ 2155602 h 2398711"/>
              <a:gd name="connsiteX48614" fmla="*/ 829632 w 2119654"/>
              <a:gd name="connsiteY48614" fmla="*/ 2124138 h 2398711"/>
              <a:gd name="connsiteX48615" fmla="*/ 830253 w 2119654"/>
              <a:gd name="connsiteY48615" fmla="*/ 2124273 h 2398711"/>
              <a:gd name="connsiteX48616" fmla="*/ 830879 w 2119654"/>
              <a:gd name="connsiteY48616" fmla="*/ 2124070 h 2398711"/>
              <a:gd name="connsiteX48617" fmla="*/ 830382 w 2119654"/>
              <a:gd name="connsiteY48617" fmla="*/ 2123781 h 2398711"/>
              <a:gd name="connsiteX48618" fmla="*/ 1494538 w 2119654"/>
              <a:gd name="connsiteY48618" fmla="*/ 634817 h 2398711"/>
              <a:gd name="connsiteX48619" fmla="*/ 1494500 w 2119654"/>
              <a:gd name="connsiteY48619" fmla="*/ 636526 h 2398711"/>
              <a:gd name="connsiteX48620" fmla="*/ 1494805 w 2119654"/>
              <a:gd name="connsiteY48620" fmla="*/ 638442 h 2398711"/>
              <a:gd name="connsiteX48621" fmla="*/ 1501033 w 2119654"/>
              <a:gd name="connsiteY48621" fmla="*/ 652423 h 2398711"/>
              <a:gd name="connsiteX48622" fmla="*/ 1501139 w 2119654"/>
              <a:gd name="connsiteY48622" fmla="*/ 647640 h 2398711"/>
              <a:gd name="connsiteX48623" fmla="*/ 1467817 w 2119654"/>
              <a:gd name="connsiteY48623" fmla="*/ 694512 h 2398711"/>
              <a:gd name="connsiteX48624" fmla="*/ 1467816 w 2119654"/>
              <a:gd name="connsiteY48624" fmla="*/ 696390 h 2398711"/>
              <a:gd name="connsiteX48625" fmla="*/ 1467819 w 2119654"/>
              <a:gd name="connsiteY48625" fmla="*/ 696401 h 2398711"/>
              <a:gd name="connsiteX48626" fmla="*/ 1468076 w 2119654"/>
              <a:gd name="connsiteY48626" fmla="*/ 695590 h 2398711"/>
              <a:gd name="connsiteX48627" fmla="*/ 832598 w 2119654"/>
              <a:gd name="connsiteY48627" fmla="*/ 2115777 h 2398711"/>
              <a:gd name="connsiteX48628" fmla="*/ 834229 w 2119654"/>
              <a:gd name="connsiteY48628" fmla="*/ 2115755 h 2398711"/>
              <a:gd name="connsiteX48629" fmla="*/ 833200 w 2119654"/>
              <a:gd name="connsiteY48629" fmla="*/ 2115400 h 2398711"/>
              <a:gd name="connsiteX48630" fmla="*/ 1545713 w 2119654"/>
              <a:gd name="connsiteY48630" fmla="*/ 518605 h 2398711"/>
              <a:gd name="connsiteX48631" fmla="*/ 1545319 w 2119654"/>
              <a:gd name="connsiteY48631" fmla="*/ 524086 h 2398711"/>
              <a:gd name="connsiteX48632" fmla="*/ 1545234 w 2119654"/>
              <a:gd name="connsiteY48632" fmla="*/ 525076 h 2398711"/>
              <a:gd name="connsiteX48633" fmla="*/ 1560111 w 2119654"/>
              <a:gd name="connsiteY48633" fmla="*/ 587498 h 2398711"/>
              <a:gd name="connsiteX48634" fmla="*/ 1561192 w 2119654"/>
              <a:gd name="connsiteY48634" fmla="*/ 592995 h 2398711"/>
              <a:gd name="connsiteX48635" fmla="*/ 1560837 w 2119654"/>
              <a:gd name="connsiteY48635" fmla="*/ 559777 h 2398711"/>
              <a:gd name="connsiteX48636" fmla="*/ 1556672 w 2119654"/>
              <a:gd name="connsiteY48636" fmla="*/ 510244 h 2398711"/>
              <a:gd name="connsiteX48637" fmla="*/ 812952 w 2119654"/>
              <a:gd name="connsiteY48637" fmla="*/ 2159215 h 2398711"/>
              <a:gd name="connsiteX48638" fmla="*/ 815166 w 2119654"/>
              <a:gd name="connsiteY48638" fmla="*/ 2158235 h 2398711"/>
              <a:gd name="connsiteX48639" fmla="*/ 814907 w 2119654"/>
              <a:gd name="connsiteY48639" fmla="*/ 2157063 h 2398711"/>
              <a:gd name="connsiteX48640" fmla="*/ 1486010 w 2119654"/>
              <a:gd name="connsiteY48640" fmla="*/ 651493 h 2398711"/>
              <a:gd name="connsiteX48641" fmla="*/ 1485989 w 2119654"/>
              <a:gd name="connsiteY48641" fmla="*/ 654125 h 2398711"/>
              <a:gd name="connsiteX48642" fmla="*/ 1488794 w 2119654"/>
              <a:gd name="connsiteY48642" fmla="*/ 659574 h 2398711"/>
              <a:gd name="connsiteX48643" fmla="*/ 1488371 w 2119654"/>
              <a:gd name="connsiteY48643" fmla="*/ 656059 h 2398711"/>
              <a:gd name="connsiteX48644" fmla="*/ 793024 w 2119654"/>
              <a:gd name="connsiteY48644" fmla="*/ 2202269 h 2398711"/>
              <a:gd name="connsiteX48645" fmla="*/ 794723 w 2119654"/>
              <a:gd name="connsiteY48645" fmla="*/ 2207590 h 2398711"/>
              <a:gd name="connsiteX48646" fmla="*/ 801030 w 2119654"/>
              <a:gd name="connsiteY48646" fmla="*/ 2206700 h 2398711"/>
              <a:gd name="connsiteX48647" fmla="*/ 797244 w 2119654"/>
              <a:gd name="connsiteY48647" fmla="*/ 2202116 h 2398711"/>
              <a:gd name="connsiteX48648" fmla="*/ 808462 w 2119654"/>
              <a:gd name="connsiteY48648" fmla="*/ 2167641 h 2398711"/>
              <a:gd name="connsiteX48649" fmla="*/ 811228 w 2119654"/>
              <a:gd name="connsiteY48649" fmla="*/ 2173576 h 2398711"/>
              <a:gd name="connsiteX48650" fmla="*/ 815102 w 2119654"/>
              <a:gd name="connsiteY48650" fmla="*/ 2173467 h 2398711"/>
              <a:gd name="connsiteX48651" fmla="*/ 811107 w 2119654"/>
              <a:gd name="connsiteY48651" fmla="*/ 2167469 h 2398711"/>
              <a:gd name="connsiteX48652" fmla="*/ 1492088 w 2119654"/>
              <a:gd name="connsiteY48652" fmla="*/ 636650 h 2398711"/>
              <a:gd name="connsiteX48653" fmla="*/ 1492016 w 2119654"/>
              <a:gd name="connsiteY48653" fmla="*/ 644117 h 2398711"/>
              <a:gd name="connsiteX48654" fmla="*/ 1492075 w 2119654"/>
              <a:gd name="connsiteY48654" fmla="*/ 644798 h 2398711"/>
              <a:gd name="connsiteX48655" fmla="*/ 1493445 w 2119654"/>
              <a:gd name="connsiteY48655" fmla="*/ 646751 h 2398711"/>
              <a:gd name="connsiteX48656" fmla="*/ 1493510 w 2119654"/>
              <a:gd name="connsiteY48656" fmla="*/ 644953 h 2398711"/>
              <a:gd name="connsiteX48657" fmla="*/ 1492604 w 2119654"/>
              <a:gd name="connsiteY48657" fmla="*/ 637808 h 2398711"/>
              <a:gd name="connsiteX48658" fmla="*/ 1485637 w 2119654"/>
              <a:gd name="connsiteY48658" fmla="*/ 650769 h 2398711"/>
              <a:gd name="connsiteX48659" fmla="*/ 1485653 w 2119654"/>
              <a:gd name="connsiteY48659" fmla="*/ 651436 h 2398711"/>
              <a:gd name="connsiteX48660" fmla="*/ 1485666 w 2119654"/>
              <a:gd name="connsiteY48660" fmla="*/ 650827 h 2398711"/>
              <a:gd name="connsiteX48661" fmla="*/ 830827 w 2119654"/>
              <a:gd name="connsiteY48661" fmla="*/ 2116886 h 2398711"/>
              <a:gd name="connsiteX48662" fmla="*/ 833156 w 2119654"/>
              <a:gd name="connsiteY48662" fmla="*/ 2117022 h 2398711"/>
              <a:gd name="connsiteX48663" fmla="*/ 833258 w 2119654"/>
              <a:gd name="connsiteY48663" fmla="*/ 2116983 h 2398711"/>
              <a:gd name="connsiteX48664" fmla="*/ 833795 w 2119654"/>
              <a:gd name="connsiteY48664" fmla="*/ 2116622 h 2398711"/>
              <a:gd name="connsiteX48665" fmla="*/ 831536 w 2119654"/>
              <a:gd name="connsiteY48665" fmla="*/ 2116442 h 2398711"/>
              <a:gd name="connsiteX48666" fmla="*/ 1543970 w 2119654"/>
              <a:gd name="connsiteY48666" fmla="*/ 519935 h 2398711"/>
              <a:gd name="connsiteX48667" fmla="*/ 1544662 w 2119654"/>
              <a:gd name="connsiteY48667" fmla="*/ 522676 h 2398711"/>
              <a:gd name="connsiteX48668" fmla="*/ 1544697 w 2119654"/>
              <a:gd name="connsiteY48668" fmla="*/ 522819 h 2398711"/>
              <a:gd name="connsiteX48669" fmla="*/ 1545020 w 2119654"/>
              <a:gd name="connsiteY48669" fmla="*/ 519136 h 2398711"/>
              <a:gd name="connsiteX48670" fmla="*/ 1486028 w 2119654"/>
              <a:gd name="connsiteY48670" fmla="*/ 649227 h 2398711"/>
              <a:gd name="connsiteX48671" fmla="*/ 1486023 w 2119654"/>
              <a:gd name="connsiteY48671" fmla="*/ 649934 h 2398711"/>
              <a:gd name="connsiteX48672" fmla="*/ 1486624 w 2119654"/>
              <a:gd name="connsiteY48672" fmla="*/ 651059 h 2398711"/>
              <a:gd name="connsiteX48673" fmla="*/ 1488118 w 2119654"/>
              <a:gd name="connsiteY48673" fmla="*/ 653946 h 2398711"/>
              <a:gd name="connsiteX48674" fmla="*/ 1487942 w 2119654"/>
              <a:gd name="connsiteY48674" fmla="*/ 652490 h 2398711"/>
              <a:gd name="connsiteX48675" fmla="*/ 1486266 w 2119654"/>
              <a:gd name="connsiteY48675" fmla="*/ 649564 h 2398711"/>
              <a:gd name="connsiteX48676" fmla="*/ 829196 w 2119654"/>
              <a:gd name="connsiteY48676" fmla="*/ 2119631 h 2398711"/>
              <a:gd name="connsiteX48677" fmla="*/ 829263 w 2119654"/>
              <a:gd name="connsiteY48677" fmla="*/ 2119669 h 2398711"/>
              <a:gd name="connsiteX48678" fmla="*/ 829481 w 2119654"/>
              <a:gd name="connsiteY48678" fmla="*/ 2119523 h 2398711"/>
              <a:gd name="connsiteX48679" fmla="*/ 795833 w 2119654"/>
              <a:gd name="connsiteY48679" fmla="*/ 2194240 h 2398711"/>
              <a:gd name="connsiteX48680" fmla="*/ 802654 w 2119654"/>
              <a:gd name="connsiteY48680" fmla="*/ 2195539 h 2398711"/>
              <a:gd name="connsiteX48681" fmla="*/ 802877 w 2119654"/>
              <a:gd name="connsiteY48681" fmla="*/ 2195428 h 2398711"/>
              <a:gd name="connsiteX48682" fmla="*/ 801783 w 2119654"/>
              <a:gd name="connsiteY48682" fmla="*/ 2193966 h 2398711"/>
              <a:gd name="connsiteX48683" fmla="*/ 792692 w 2119654"/>
              <a:gd name="connsiteY48683" fmla="*/ 2201230 h 2398711"/>
              <a:gd name="connsiteX48684" fmla="*/ 792940 w 2119654"/>
              <a:gd name="connsiteY48684" fmla="*/ 2202007 h 2398711"/>
              <a:gd name="connsiteX48685" fmla="*/ 796988 w 2119654"/>
              <a:gd name="connsiteY48685" fmla="*/ 2201805 h 2398711"/>
              <a:gd name="connsiteX48686" fmla="*/ 795433 w 2119654"/>
              <a:gd name="connsiteY48686" fmla="*/ 2199923 h 2398711"/>
              <a:gd name="connsiteX48687" fmla="*/ 795403 w 2119654"/>
              <a:gd name="connsiteY48687" fmla="*/ 2199883 h 2398711"/>
              <a:gd name="connsiteX48688" fmla="*/ 809986 w 2119654"/>
              <a:gd name="connsiteY48688" fmla="*/ 2162479 h 2398711"/>
              <a:gd name="connsiteX48689" fmla="*/ 812291 w 2119654"/>
              <a:gd name="connsiteY48689" fmla="*/ 2166025 h 2398711"/>
              <a:gd name="connsiteX48690" fmla="*/ 813927 w 2119654"/>
              <a:gd name="connsiteY48690" fmla="*/ 2165886 h 2398711"/>
              <a:gd name="connsiteX48691" fmla="*/ 816724 w 2119654"/>
              <a:gd name="connsiteY48691" fmla="*/ 2165303 h 2398711"/>
              <a:gd name="connsiteX48692" fmla="*/ 815261 w 2119654"/>
              <a:gd name="connsiteY48692" fmla="*/ 2158667 h 2398711"/>
              <a:gd name="connsiteX48693" fmla="*/ 812231 w 2119654"/>
              <a:gd name="connsiteY48693" fmla="*/ 2160008 h 2398711"/>
              <a:gd name="connsiteX48694" fmla="*/ 1485579 w 2119654"/>
              <a:gd name="connsiteY48694" fmla="*/ 648584 h 2398711"/>
              <a:gd name="connsiteX48695" fmla="*/ 1485593 w 2119654"/>
              <a:gd name="connsiteY48695" fmla="*/ 649129 h 2398711"/>
              <a:gd name="connsiteX48696" fmla="*/ 1485698 w 2119654"/>
              <a:gd name="connsiteY48696" fmla="*/ 649327 h 2398711"/>
              <a:gd name="connsiteX48697" fmla="*/ 1485711 w 2119654"/>
              <a:gd name="connsiteY48697" fmla="*/ 648772 h 2398711"/>
              <a:gd name="connsiteX48698" fmla="*/ 797978 w 2119654"/>
              <a:gd name="connsiteY48698" fmla="*/ 2187654 h 2398711"/>
              <a:gd name="connsiteX48699" fmla="*/ 800130 w 2119654"/>
              <a:gd name="connsiteY48699" fmla="*/ 2190632 h 2398711"/>
              <a:gd name="connsiteX48700" fmla="*/ 806868 w 2119654"/>
              <a:gd name="connsiteY48700" fmla="*/ 2190055 h 2398711"/>
              <a:gd name="connsiteX48701" fmla="*/ 812834 w 2119654"/>
              <a:gd name="connsiteY48701" fmla="*/ 2188273 h 2398711"/>
              <a:gd name="connsiteX48702" fmla="*/ 812094 w 2119654"/>
              <a:gd name="connsiteY48702" fmla="*/ 2187607 h 2398711"/>
              <a:gd name="connsiteX48703" fmla="*/ 810866 w 2119654"/>
              <a:gd name="connsiteY48703" fmla="*/ 2186408 h 2398711"/>
              <a:gd name="connsiteX48704" fmla="*/ 1491199 w 2119654"/>
              <a:gd name="connsiteY48704" fmla="*/ 634656 h 2398711"/>
              <a:gd name="connsiteX48705" fmla="*/ 1491693 w 2119654"/>
              <a:gd name="connsiteY48705" fmla="*/ 640359 h 2398711"/>
              <a:gd name="connsiteX48706" fmla="*/ 1491735 w 2119654"/>
              <a:gd name="connsiteY48706" fmla="*/ 635859 h 2398711"/>
              <a:gd name="connsiteX48707" fmla="*/ 1541333 w 2119654"/>
              <a:gd name="connsiteY48707" fmla="*/ 521949 h 2398711"/>
              <a:gd name="connsiteX48708" fmla="*/ 1543609 w 2119654"/>
              <a:gd name="connsiteY48708" fmla="*/ 535214 h 2398711"/>
              <a:gd name="connsiteX48709" fmla="*/ 1544589 w 2119654"/>
              <a:gd name="connsiteY48709" fmla="*/ 524052 h 2398711"/>
              <a:gd name="connsiteX48710" fmla="*/ 1543663 w 2119654"/>
              <a:gd name="connsiteY48710" fmla="*/ 520170 h 2398711"/>
              <a:gd name="connsiteX48711" fmla="*/ 807430 w 2119654"/>
              <a:gd name="connsiteY48711" fmla="*/ 2165292 h 2398711"/>
              <a:gd name="connsiteX48712" fmla="*/ 807774 w 2119654"/>
              <a:gd name="connsiteY48712" fmla="*/ 2166165 h 2398711"/>
              <a:gd name="connsiteX48713" fmla="*/ 807885 w 2119654"/>
              <a:gd name="connsiteY48713" fmla="*/ 2166404 h 2398711"/>
              <a:gd name="connsiteX48714" fmla="*/ 810262 w 2119654"/>
              <a:gd name="connsiteY48714" fmla="*/ 2166200 h 2398711"/>
              <a:gd name="connsiteX48715" fmla="*/ 808716 w 2119654"/>
              <a:gd name="connsiteY48715" fmla="*/ 2163878 h 2398711"/>
              <a:gd name="connsiteX48716" fmla="*/ 790916 w 2119654"/>
              <a:gd name="connsiteY48716" fmla="*/ 2202108 h 2398711"/>
              <a:gd name="connsiteX48717" fmla="*/ 792527 w 2119654"/>
              <a:gd name="connsiteY48717" fmla="*/ 2202028 h 2398711"/>
              <a:gd name="connsiteX48718" fmla="*/ 792329 w 2119654"/>
              <a:gd name="connsiteY48718" fmla="*/ 2201411 h 2398711"/>
              <a:gd name="connsiteX48719" fmla="*/ 791248 w 2119654"/>
              <a:gd name="connsiteY48719" fmla="*/ 2201949 h 2398711"/>
              <a:gd name="connsiteX48720" fmla="*/ 799547 w 2119654"/>
              <a:gd name="connsiteY48720" fmla="*/ 2182037 h 2398711"/>
              <a:gd name="connsiteX48721" fmla="*/ 805949 w 2119654"/>
              <a:gd name="connsiteY48721" fmla="*/ 2181609 h 2398711"/>
              <a:gd name="connsiteX48722" fmla="*/ 804086 w 2119654"/>
              <a:gd name="connsiteY48722" fmla="*/ 2179791 h 2398711"/>
              <a:gd name="connsiteX48723" fmla="*/ 806297 w 2119654"/>
              <a:gd name="connsiteY48723" fmla="*/ 2166539 h 2398711"/>
              <a:gd name="connsiteX48724" fmla="*/ 807313 w 2119654"/>
              <a:gd name="connsiteY48724" fmla="*/ 2166452 h 2398711"/>
              <a:gd name="connsiteX48725" fmla="*/ 806996 w 2119654"/>
              <a:gd name="connsiteY48725" fmla="*/ 2165771 h 2398711"/>
              <a:gd name="connsiteX48726" fmla="*/ 1484322 w 2119654"/>
              <a:gd name="connsiteY48726" fmla="*/ 648228 h 2398711"/>
              <a:gd name="connsiteX48727" fmla="*/ 1484283 w 2119654"/>
              <a:gd name="connsiteY48727" fmla="*/ 650811 h 2398711"/>
              <a:gd name="connsiteX48728" fmla="*/ 1484291 w 2119654"/>
              <a:gd name="connsiteY48728" fmla="*/ 650826 h 2398711"/>
              <a:gd name="connsiteX48729" fmla="*/ 1484359 w 2119654"/>
              <a:gd name="connsiteY48729" fmla="*/ 648299 h 2398711"/>
              <a:gd name="connsiteX48730" fmla="*/ 1457146 w 2119654"/>
              <a:gd name="connsiteY48730" fmla="*/ 709034 h 2398711"/>
              <a:gd name="connsiteX48731" fmla="*/ 1457129 w 2119654"/>
              <a:gd name="connsiteY48731" fmla="*/ 709262 h 2398711"/>
              <a:gd name="connsiteX48732" fmla="*/ 1457405 w 2119654"/>
              <a:gd name="connsiteY48732" fmla="*/ 709525 h 2398711"/>
              <a:gd name="connsiteX48733" fmla="*/ 1492081 w 2119654"/>
              <a:gd name="connsiteY48733" fmla="*/ 630043 h 2398711"/>
              <a:gd name="connsiteX48734" fmla="*/ 1492092 w 2119654"/>
              <a:gd name="connsiteY48734" fmla="*/ 630918 h 2398711"/>
              <a:gd name="connsiteX48735" fmla="*/ 1492346 w 2119654"/>
              <a:gd name="connsiteY48735" fmla="*/ 632924 h 2398711"/>
              <a:gd name="connsiteX48736" fmla="*/ 1492565 w 2119654"/>
              <a:gd name="connsiteY48736" fmla="*/ 633494 h 2398711"/>
              <a:gd name="connsiteX48737" fmla="*/ 1492923 w 2119654"/>
              <a:gd name="connsiteY48737" fmla="*/ 634219 h 2398711"/>
              <a:gd name="connsiteX48738" fmla="*/ 1493404 w 2119654"/>
              <a:gd name="connsiteY48738" fmla="*/ 635298 h 2398711"/>
              <a:gd name="connsiteX48739" fmla="*/ 1493016 w 2119654"/>
              <a:gd name="connsiteY48739" fmla="*/ 631995 h 2398711"/>
              <a:gd name="connsiteX48740" fmla="*/ 1492985 w 2119654"/>
              <a:gd name="connsiteY48740" fmla="*/ 631800 h 2398711"/>
              <a:gd name="connsiteX48741" fmla="*/ 818841 w 2119654"/>
              <a:gd name="connsiteY48741" fmla="*/ 2137138 h 2398711"/>
              <a:gd name="connsiteX48742" fmla="*/ 821294 w 2119654"/>
              <a:gd name="connsiteY48742" fmla="*/ 2138427 h 2398711"/>
              <a:gd name="connsiteX48743" fmla="*/ 822285 w 2119654"/>
              <a:gd name="connsiteY48743" fmla="*/ 2136963 h 2398711"/>
              <a:gd name="connsiteX48744" fmla="*/ 820123 w 2119654"/>
              <a:gd name="connsiteY48744" fmla="*/ 2136241 h 2398711"/>
              <a:gd name="connsiteX48745" fmla="*/ 828061 w 2119654"/>
              <a:gd name="connsiteY48745" fmla="*/ 2116165 h 2398711"/>
              <a:gd name="connsiteX48746" fmla="*/ 828091 w 2119654"/>
              <a:gd name="connsiteY48746" fmla="*/ 2116727 h 2398711"/>
              <a:gd name="connsiteX48747" fmla="*/ 830584 w 2119654"/>
              <a:gd name="connsiteY48747" fmla="*/ 2116873 h 2398711"/>
              <a:gd name="connsiteX48748" fmla="*/ 831301 w 2119654"/>
              <a:gd name="connsiteY48748" fmla="*/ 2116424 h 2398711"/>
              <a:gd name="connsiteX48749" fmla="*/ 793216 w 2119654"/>
              <a:gd name="connsiteY48749" fmla="*/ 2193741 h 2398711"/>
              <a:gd name="connsiteX48750" fmla="*/ 794559 w 2119654"/>
              <a:gd name="connsiteY48750" fmla="*/ 2193997 h 2398711"/>
              <a:gd name="connsiteX48751" fmla="*/ 801566 w 2119654"/>
              <a:gd name="connsiteY48751" fmla="*/ 2193675 h 2398711"/>
              <a:gd name="connsiteX48752" fmla="*/ 801539 w 2119654"/>
              <a:gd name="connsiteY48752" fmla="*/ 2193640 h 2398711"/>
              <a:gd name="connsiteX48753" fmla="*/ 1457361 w 2119654"/>
              <a:gd name="connsiteY48753" fmla="*/ 706172 h 2398711"/>
              <a:gd name="connsiteX48754" fmla="*/ 1457300 w 2119654"/>
              <a:gd name="connsiteY48754" fmla="*/ 706993 h 2398711"/>
              <a:gd name="connsiteX48755" fmla="*/ 1457656 w 2119654"/>
              <a:gd name="connsiteY48755" fmla="*/ 707670 h 2398711"/>
              <a:gd name="connsiteX48756" fmla="*/ 1457415 w 2119654"/>
              <a:gd name="connsiteY48756" fmla="*/ 706252 h 2398711"/>
              <a:gd name="connsiteX48757" fmla="*/ 792458 w 2119654"/>
              <a:gd name="connsiteY48757" fmla="*/ 2194395 h 2398711"/>
              <a:gd name="connsiteX48758" fmla="*/ 795887 w 2119654"/>
              <a:gd name="connsiteY48758" fmla="*/ 2198903 h 2398711"/>
              <a:gd name="connsiteX48759" fmla="*/ 802300 w 2119654"/>
              <a:gd name="connsiteY48759" fmla="*/ 2195715 h 2398711"/>
              <a:gd name="connsiteX48760" fmla="*/ 794803 w 2119654"/>
              <a:gd name="connsiteY48760" fmla="*/ 2194287 h 2398711"/>
              <a:gd name="connsiteX48761" fmla="*/ 779754 w 2119654"/>
              <a:gd name="connsiteY48761" fmla="*/ 2222371 h 2398711"/>
              <a:gd name="connsiteX48762" fmla="*/ 779792 w 2119654"/>
              <a:gd name="connsiteY48762" fmla="*/ 2222485 h 2398711"/>
              <a:gd name="connsiteX48763" fmla="*/ 797844 w 2119654"/>
              <a:gd name="connsiteY48763" fmla="*/ 2218676 h 2398711"/>
              <a:gd name="connsiteX48764" fmla="*/ 797626 w 2119654"/>
              <a:gd name="connsiteY48764" fmla="*/ 2217994 h 2398711"/>
              <a:gd name="connsiteX48765" fmla="*/ 797568 w 2119654"/>
              <a:gd name="connsiteY48765" fmla="*/ 2217983 h 2398711"/>
              <a:gd name="connsiteX48766" fmla="*/ 789043 w 2119654"/>
              <a:gd name="connsiteY48766" fmla="*/ 2216089 h 2398711"/>
              <a:gd name="connsiteX48767" fmla="*/ 1481832 w 2119654"/>
              <a:gd name="connsiteY48767" fmla="*/ 650210 h 2398711"/>
              <a:gd name="connsiteX48768" fmla="*/ 1478075 w 2119654"/>
              <a:gd name="connsiteY48768" fmla="*/ 660123 h 2398711"/>
              <a:gd name="connsiteX48769" fmla="*/ 1479425 w 2119654"/>
              <a:gd name="connsiteY48769" fmla="*/ 666730 h 2398711"/>
              <a:gd name="connsiteX48770" fmla="*/ 1482122 w 2119654"/>
              <a:gd name="connsiteY48770" fmla="*/ 674516 h 2398711"/>
              <a:gd name="connsiteX48771" fmla="*/ 1482591 w 2119654"/>
              <a:gd name="connsiteY48771" fmla="*/ 665971 h 2398711"/>
              <a:gd name="connsiteX48772" fmla="*/ 1481433 w 2119654"/>
              <a:gd name="connsiteY48772" fmla="*/ 662507 h 2398711"/>
              <a:gd name="connsiteX48773" fmla="*/ 1481549 w 2119654"/>
              <a:gd name="connsiteY48773" fmla="*/ 662583 h 2398711"/>
              <a:gd name="connsiteX48774" fmla="*/ 1482605 w 2119654"/>
              <a:gd name="connsiteY48774" fmla="*/ 665738 h 2398711"/>
              <a:gd name="connsiteX48775" fmla="*/ 1482855 w 2119654"/>
              <a:gd name="connsiteY48775" fmla="*/ 661189 h 2398711"/>
              <a:gd name="connsiteX48776" fmla="*/ 1483318 w 2119654"/>
              <a:gd name="connsiteY48776" fmla="*/ 646288 h 2398711"/>
              <a:gd name="connsiteX48777" fmla="*/ 1483268 w 2119654"/>
              <a:gd name="connsiteY48777" fmla="*/ 646422 h 2398711"/>
              <a:gd name="connsiteX48778" fmla="*/ 1483563 w 2119654"/>
              <a:gd name="connsiteY48778" fmla="*/ 648315 h 2398711"/>
              <a:gd name="connsiteX48779" fmla="*/ 1483641 w 2119654"/>
              <a:gd name="connsiteY48779" fmla="*/ 646910 h 2398711"/>
              <a:gd name="connsiteX48780" fmla="*/ 802461 w 2119654"/>
              <a:gd name="connsiteY48780" fmla="*/ 2170762 h 2398711"/>
              <a:gd name="connsiteX48781" fmla="*/ 804785 w 2119654"/>
              <a:gd name="connsiteY48781" fmla="*/ 2173756 h 2398711"/>
              <a:gd name="connsiteX48782" fmla="*/ 810263 w 2119654"/>
              <a:gd name="connsiteY48782" fmla="*/ 2173603 h 2398711"/>
              <a:gd name="connsiteX48783" fmla="*/ 809889 w 2119654"/>
              <a:gd name="connsiteY48783" fmla="*/ 2172689 h 2398711"/>
              <a:gd name="connsiteX48784" fmla="*/ 808091 w 2119654"/>
              <a:gd name="connsiteY48784" fmla="*/ 2168122 h 2398711"/>
              <a:gd name="connsiteX48785" fmla="*/ 807885 w 2119654"/>
              <a:gd name="connsiteY48785" fmla="*/ 2167678 h 2398711"/>
              <a:gd name="connsiteX48786" fmla="*/ 805098 w 2119654"/>
              <a:gd name="connsiteY48786" fmla="*/ 2167860 h 2398711"/>
              <a:gd name="connsiteX48787" fmla="*/ 813030 w 2119654"/>
              <a:gd name="connsiteY48787" fmla="*/ 2147074 h 2398711"/>
              <a:gd name="connsiteX48788" fmla="*/ 813461 w 2119654"/>
              <a:gd name="connsiteY48788" fmla="*/ 2149166 h 2398711"/>
              <a:gd name="connsiteX48789" fmla="*/ 815376 w 2119654"/>
              <a:gd name="connsiteY48789" fmla="*/ 2147059 h 2398711"/>
              <a:gd name="connsiteX48790" fmla="*/ 824451 w 2119654"/>
              <a:gd name="connsiteY48790" fmla="*/ 2121422 h 2398711"/>
              <a:gd name="connsiteX48791" fmla="*/ 824563 w 2119654"/>
              <a:gd name="connsiteY48791" fmla="*/ 2121972 h 2398711"/>
              <a:gd name="connsiteX48792" fmla="*/ 825079 w 2119654"/>
              <a:gd name="connsiteY48792" fmla="*/ 2122481 h 2398711"/>
              <a:gd name="connsiteX48793" fmla="*/ 826506 w 2119654"/>
              <a:gd name="connsiteY48793" fmla="*/ 2121522 h 2398711"/>
              <a:gd name="connsiteX48794" fmla="*/ 825594 w 2119654"/>
              <a:gd name="connsiteY48794" fmla="*/ 2120991 h 2398711"/>
              <a:gd name="connsiteX48795" fmla="*/ 827921 w 2119654"/>
              <a:gd name="connsiteY48795" fmla="*/ 2113579 h 2398711"/>
              <a:gd name="connsiteX48796" fmla="*/ 828042 w 2119654"/>
              <a:gd name="connsiteY48796" fmla="*/ 2115818 h 2398711"/>
              <a:gd name="connsiteX48797" fmla="*/ 828281 w 2119654"/>
              <a:gd name="connsiteY48797" fmla="*/ 2115838 h 2398711"/>
              <a:gd name="connsiteX48798" fmla="*/ 832326 w 2119654"/>
              <a:gd name="connsiteY48798" fmla="*/ 2115782 h 2398711"/>
              <a:gd name="connsiteX48799" fmla="*/ 833029 w 2119654"/>
              <a:gd name="connsiteY48799" fmla="*/ 2115341 h 2398711"/>
              <a:gd name="connsiteX48800" fmla="*/ 791972 w 2119654"/>
              <a:gd name="connsiteY48800" fmla="*/ 2193755 h 2398711"/>
              <a:gd name="connsiteX48801" fmla="*/ 792237 w 2119654"/>
              <a:gd name="connsiteY48801" fmla="*/ 2194104 h 2398711"/>
              <a:gd name="connsiteX48802" fmla="*/ 793529 w 2119654"/>
              <a:gd name="connsiteY48802" fmla="*/ 2194045 h 2398711"/>
              <a:gd name="connsiteX48803" fmla="*/ 792014 w 2119654"/>
              <a:gd name="connsiteY48803" fmla="*/ 2193756 h 2398711"/>
              <a:gd name="connsiteX48804" fmla="*/ 1492027 w 2119654"/>
              <a:gd name="connsiteY48804" fmla="*/ 625783 h 2398711"/>
              <a:gd name="connsiteX48805" fmla="*/ 1492057 w 2119654"/>
              <a:gd name="connsiteY48805" fmla="*/ 628194 h 2398711"/>
              <a:gd name="connsiteX48806" fmla="*/ 1492569 w 2119654"/>
              <a:gd name="connsiteY48806" fmla="*/ 629189 h 2398711"/>
              <a:gd name="connsiteX48807" fmla="*/ 817386 w 2119654"/>
              <a:gd name="connsiteY48807" fmla="*/ 2136108 h 2398711"/>
              <a:gd name="connsiteX48808" fmla="*/ 817852 w 2119654"/>
              <a:gd name="connsiteY48808" fmla="*/ 2136583 h 2398711"/>
              <a:gd name="connsiteX48809" fmla="*/ 818917 w 2119654"/>
              <a:gd name="connsiteY48809" fmla="*/ 2135837 h 2398711"/>
              <a:gd name="connsiteX48810" fmla="*/ 818586 w 2119654"/>
              <a:gd name="connsiteY48810" fmla="*/ 2135727 h 2398711"/>
              <a:gd name="connsiteX48811" fmla="*/ 1487413 w 2119654"/>
              <a:gd name="connsiteY48811" fmla="*/ 635485 h 2398711"/>
              <a:gd name="connsiteX48812" fmla="*/ 1486758 w 2119654"/>
              <a:gd name="connsiteY48812" fmla="*/ 637211 h 2398711"/>
              <a:gd name="connsiteX48813" fmla="*/ 1488691 w 2119654"/>
              <a:gd name="connsiteY48813" fmla="*/ 639969 h 2398711"/>
              <a:gd name="connsiteX48814" fmla="*/ 1488437 w 2119654"/>
              <a:gd name="connsiteY48814" fmla="*/ 639038 h 2398711"/>
              <a:gd name="connsiteX48815" fmla="*/ 824197 w 2119654"/>
              <a:gd name="connsiteY48815" fmla="*/ 2120177 h 2398711"/>
              <a:gd name="connsiteX48816" fmla="*/ 824240 w 2119654"/>
              <a:gd name="connsiteY48816" fmla="*/ 2120386 h 2398711"/>
              <a:gd name="connsiteX48817" fmla="*/ 824433 w 2119654"/>
              <a:gd name="connsiteY48817" fmla="*/ 2120313 h 2398711"/>
              <a:gd name="connsiteX48818" fmla="*/ 812755 w 2119654"/>
              <a:gd name="connsiteY48818" fmla="*/ 2145738 h 2398711"/>
              <a:gd name="connsiteX48819" fmla="*/ 812945 w 2119654"/>
              <a:gd name="connsiteY48819" fmla="*/ 2146661 h 2398711"/>
              <a:gd name="connsiteX48820" fmla="*/ 815738 w 2119654"/>
              <a:gd name="connsiteY48820" fmla="*/ 2146643 h 2398711"/>
              <a:gd name="connsiteX48821" fmla="*/ 816577 w 2119654"/>
              <a:gd name="connsiteY48821" fmla="*/ 2145402 h 2398711"/>
              <a:gd name="connsiteX48822" fmla="*/ 827824 w 2119654"/>
              <a:gd name="connsiteY48822" fmla="*/ 2111792 h 2398711"/>
              <a:gd name="connsiteX48823" fmla="*/ 827879 w 2119654"/>
              <a:gd name="connsiteY48823" fmla="*/ 2112817 h 2398711"/>
              <a:gd name="connsiteX48824" fmla="*/ 834080 w 2119654"/>
              <a:gd name="connsiteY48824" fmla="*/ 2114682 h 2398711"/>
              <a:gd name="connsiteX48825" fmla="*/ 835187 w 2119654"/>
              <a:gd name="connsiteY48825" fmla="*/ 2113989 h 2398711"/>
              <a:gd name="connsiteX48826" fmla="*/ 828421 w 2119654"/>
              <a:gd name="connsiteY48826" fmla="*/ 2111380 h 2398711"/>
              <a:gd name="connsiteX48827" fmla="*/ 828031 w 2119654"/>
              <a:gd name="connsiteY48827" fmla="*/ 2111622 h 2398711"/>
              <a:gd name="connsiteX48828" fmla="*/ 1489323 w 2119654"/>
              <a:gd name="connsiteY48828" fmla="*/ 630444 h 2398711"/>
              <a:gd name="connsiteX48829" fmla="*/ 1487589 w 2119654"/>
              <a:gd name="connsiteY48829" fmla="*/ 635018 h 2398711"/>
              <a:gd name="connsiteX48830" fmla="*/ 1489243 w 2119654"/>
              <a:gd name="connsiteY48830" fmla="*/ 640755 h 2398711"/>
              <a:gd name="connsiteX48831" fmla="*/ 1490623 w 2119654"/>
              <a:gd name="connsiteY48831" fmla="*/ 642726 h 2398711"/>
              <a:gd name="connsiteX48832" fmla="*/ 1489619 w 2119654"/>
              <a:gd name="connsiteY48832" fmla="*/ 631109 h 2398711"/>
              <a:gd name="connsiteX48833" fmla="*/ 795400 w 2119654"/>
              <a:gd name="connsiteY48833" fmla="*/ 2184089 h 2398711"/>
              <a:gd name="connsiteX48834" fmla="*/ 797841 w 2119654"/>
              <a:gd name="connsiteY48834" fmla="*/ 2187465 h 2398711"/>
              <a:gd name="connsiteX48835" fmla="*/ 810678 w 2119654"/>
              <a:gd name="connsiteY48835" fmla="*/ 2186224 h 2398711"/>
              <a:gd name="connsiteX48836" fmla="*/ 806148 w 2119654"/>
              <a:gd name="connsiteY48836" fmla="*/ 2181804 h 2398711"/>
              <a:gd name="connsiteX48837" fmla="*/ 799062 w 2119654"/>
              <a:gd name="connsiteY48837" fmla="*/ 2182277 h 2398711"/>
              <a:gd name="connsiteX48838" fmla="*/ 1490580 w 2119654"/>
              <a:gd name="connsiteY48838" fmla="*/ 627128 h 2398711"/>
              <a:gd name="connsiteX48839" fmla="*/ 1490554 w 2119654"/>
              <a:gd name="connsiteY48839" fmla="*/ 627196 h 2398711"/>
              <a:gd name="connsiteX48840" fmla="*/ 1490673 w 2119654"/>
              <a:gd name="connsiteY48840" fmla="*/ 628574 h 2398711"/>
              <a:gd name="connsiteX48841" fmla="*/ 1491776 w 2119654"/>
              <a:gd name="connsiteY48841" fmla="*/ 631443 h 2398711"/>
              <a:gd name="connsiteX48842" fmla="*/ 1491778 w 2119654"/>
              <a:gd name="connsiteY48842" fmla="*/ 631300 h 2398711"/>
              <a:gd name="connsiteX48843" fmla="*/ 1491468 w 2119654"/>
              <a:gd name="connsiteY48843" fmla="*/ 628853 h 2398711"/>
              <a:gd name="connsiteX48844" fmla="*/ 790537 w 2119654"/>
              <a:gd name="connsiteY48844" fmla="*/ 2194484 h 2398711"/>
              <a:gd name="connsiteX48845" fmla="*/ 792488 w 2119654"/>
              <a:gd name="connsiteY48845" fmla="*/ 2200592 h 2398711"/>
              <a:gd name="connsiteX48846" fmla="*/ 794995 w 2119654"/>
              <a:gd name="connsiteY48846" fmla="*/ 2199346 h 2398711"/>
              <a:gd name="connsiteX48847" fmla="*/ 791271 w 2119654"/>
              <a:gd name="connsiteY48847" fmla="*/ 2194450 h 2398711"/>
              <a:gd name="connsiteX48848" fmla="*/ 1491081 w 2119654"/>
              <a:gd name="connsiteY48848" fmla="*/ 625804 h 2398711"/>
              <a:gd name="connsiteX48849" fmla="*/ 1490974 w 2119654"/>
              <a:gd name="connsiteY48849" fmla="*/ 626088 h 2398711"/>
              <a:gd name="connsiteX48850" fmla="*/ 1491164 w 2119654"/>
              <a:gd name="connsiteY48850" fmla="*/ 626459 h 2398711"/>
              <a:gd name="connsiteX48851" fmla="*/ 1491750 w 2119654"/>
              <a:gd name="connsiteY48851" fmla="*/ 624040 h 2398711"/>
              <a:gd name="connsiteX48852" fmla="*/ 1491352 w 2119654"/>
              <a:gd name="connsiteY48852" fmla="*/ 625089 h 2398711"/>
              <a:gd name="connsiteX48853" fmla="*/ 1491645 w 2119654"/>
              <a:gd name="connsiteY48853" fmla="*/ 627392 h 2398711"/>
              <a:gd name="connsiteX48854" fmla="*/ 1491812 w 2119654"/>
              <a:gd name="connsiteY48854" fmla="*/ 627718 h 2398711"/>
              <a:gd name="connsiteX48855" fmla="*/ 1491841 w 2119654"/>
              <a:gd name="connsiteY48855" fmla="*/ 624616 h 2398711"/>
              <a:gd name="connsiteX48856" fmla="*/ 810096 w 2119654"/>
              <a:gd name="connsiteY48856" fmla="*/ 2150386 h 2398711"/>
              <a:gd name="connsiteX48857" fmla="*/ 810681 w 2119654"/>
              <a:gd name="connsiteY48857" fmla="*/ 2151245 h 2398711"/>
              <a:gd name="connsiteX48858" fmla="*/ 811525 w 2119654"/>
              <a:gd name="connsiteY48858" fmla="*/ 2151297 h 2398711"/>
              <a:gd name="connsiteX48859" fmla="*/ 812494 w 2119654"/>
              <a:gd name="connsiteY48859" fmla="*/ 2150230 h 2398711"/>
              <a:gd name="connsiteX48860" fmla="*/ 826923 w 2119654"/>
              <a:gd name="connsiteY48860" fmla="*/ 2112530 h 2398711"/>
              <a:gd name="connsiteX48861" fmla="*/ 827526 w 2119654"/>
              <a:gd name="connsiteY48861" fmla="*/ 2112711 h 2398711"/>
              <a:gd name="connsiteX48862" fmla="*/ 827491 w 2119654"/>
              <a:gd name="connsiteY48862" fmla="*/ 2112064 h 2398711"/>
              <a:gd name="connsiteX48863" fmla="*/ 790312 w 2119654"/>
              <a:gd name="connsiteY48863" fmla="*/ 2193776 h 2398711"/>
              <a:gd name="connsiteX48864" fmla="*/ 790442 w 2119654"/>
              <a:gd name="connsiteY48864" fmla="*/ 2194187 h 2398711"/>
              <a:gd name="connsiteX48865" fmla="*/ 791049 w 2119654"/>
              <a:gd name="connsiteY48865" fmla="*/ 2194159 h 2398711"/>
              <a:gd name="connsiteX48866" fmla="*/ 790754 w 2119654"/>
              <a:gd name="connsiteY48866" fmla="*/ 2193771 h 2398711"/>
              <a:gd name="connsiteX48867" fmla="*/ 1534628 w 2119654"/>
              <a:gd name="connsiteY48867" fmla="*/ 527064 h 2398711"/>
              <a:gd name="connsiteX48868" fmla="*/ 1541093 w 2119654"/>
              <a:gd name="connsiteY48868" fmla="*/ 552659 h 2398711"/>
              <a:gd name="connsiteX48869" fmla="*/ 1541921 w 2119654"/>
              <a:gd name="connsiteY48869" fmla="*/ 554451 h 2398711"/>
              <a:gd name="connsiteX48870" fmla="*/ 1543516 w 2119654"/>
              <a:gd name="connsiteY48870" fmla="*/ 536283 h 2398711"/>
              <a:gd name="connsiteX48871" fmla="*/ 1542206 w 2119654"/>
              <a:gd name="connsiteY48871" fmla="*/ 527984 h 2398711"/>
              <a:gd name="connsiteX48872" fmla="*/ 1541189 w 2119654"/>
              <a:gd name="connsiteY48872" fmla="*/ 522057 h 2398711"/>
              <a:gd name="connsiteX48873" fmla="*/ 1494527 w 2119654"/>
              <a:gd name="connsiteY48873" fmla="*/ 616713 h 2398711"/>
              <a:gd name="connsiteX48874" fmla="*/ 1492287 w 2119654"/>
              <a:gd name="connsiteY48874" fmla="*/ 622622 h 2398711"/>
              <a:gd name="connsiteX48875" fmla="*/ 1493673 w 2119654"/>
              <a:gd name="connsiteY48875" fmla="*/ 631334 h 2398711"/>
              <a:gd name="connsiteX48876" fmla="*/ 1493979 w 2119654"/>
              <a:gd name="connsiteY48876" fmla="*/ 631926 h 2398711"/>
              <a:gd name="connsiteX48877" fmla="*/ 1493999 w 2119654"/>
              <a:gd name="connsiteY48877" fmla="*/ 631357 h 2398711"/>
              <a:gd name="connsiteX48878" fmla="*/ 1493876 w 2119654"/>
              <a:gd name="connsiteY48878" fmla="*/ 625786 h 2398711"/>
              <a:gd name="connsiteX48879" fmla="*/ 1494185 w 2119654"/>
              <a:gd name="connsiteY48879" fmla="*/ 626162 h 2398711"/>
              <a:gd name="connsiteX48880" fmla="*/ 1494185 w 2119654"/>
              <a:gd name="connsiteY48880" fmla="*/ 626176 h 2398711"/>
              <a:gd name="connsiteX48881" fmla="*/ 816401 w 2119654"/>
              <a:gd name="connsiteY48881" fmla="*/ 2135106 h 2398711"/>
              <a:gd name="connsiteX48882" fmla="*/ 816948 w 2119654"/>
              <a:gd name="connsiteY48882" fmla="*/ 2135662 h 2398711"/>
              <a:gd name="connsiteX48883" fmla="*/ 817692 w 2119654"/>
              <a:gd name="connsiteY48883" fmla="*/ 2135428 h 2398711"/>
              <a:gd name="connsiteX48884" fmla="*/ 816615 w 2119654"/>
              <a:gd name="connsiteY48884" fmla="*/ 2135068 h 2398711"/>
              <a:gd name="connsiteX48885" fmla="*/ 799159 w 2119654"/>
              <a:gd name="connsiteY48885" fmla="*/ 2173530 h 2398711"/>
              <a:gd name="connsiteX48886" fmla="*/ 799542 w 2119654"/>
              <a:gd name="connsiteY48886" fmla="*/ 2173903 h 2398711"/>
              <a:gd name="connsiteX48887" fmla="*/ 804164 w 2119654"/>
              <a:gd name="connsiteY48887" fmla="*/ 2173774 h 2398711"/>
              <a:gd name="connsiteX48888" fmla="*/ 802104 w 2119654"/>
              <a:gd name="connsiteY48888" fmla="*/ 2171120 h 2398711"/>
              <a:gd name="connsiteX48889" fmla="*/ 822861 w 2119654"/>
              <a:gd name="connsiteY48889" fmla="*/ 2120291 h 2398711"/>
              <a:gd name="connsiteX48890" fmla="*/ 823313 w 2119654"/>
              <a:gd name="connsiteY48890" fmla="*/ 2120737 h 2398711"/>
              <a:gd name="connsiteX48891" fmla="*/ 823892 w 2119654"/>
              <a:gd name="connsiteY48891" fmla="*/ 2120519 h 2398711"/>
              <a:gd name="connsiteX48892" fmla="*/ 823811 w 2119654"/>
              <a:gd name="connsiteY48892" fmla="*/ 2120123 h 2398711"/>
              <a:gd name="connsiteX48893" fmla="*/ 794318 w 2119654"/>
              <a:gd name="connsiteY48893" fmla="*/ 2182594 h 2398711"/>
              <a:gd name="connsiteX48894" fmla="*/ 795044 w 2119654"/>
              <a:gd name="connsiteY48894" fmla="*/ 2183597 h 2398711"/>
              <a:gd name="connsiteX48895" fmla="*/ 797501 w 2119654"/>
              <a:gd name="connsiteY48895" fmla="*/ 2182381 h 2398711"/>
              <a:gd name="connsiteX48896" fmla="*/ 822308 w 2119654"/>
              <a:gd name="connsiteY48896" fmla="*/ 2119746 h 2398711"/>
              <a:gd name="connsiteX48897" fmla="*/ 822602 w 2119654"/>
              <a:gd name="connsiteY48897" fmla="*/ 2120035 h 2398711"/>
              <a:gd name="connsiteX48898" fmla="*/ 823639 w 2119654"/>
              <a:gd name="connsiteY48898" fmla="*/ 2119851 h 2398711"/>
              <a:gd name="connsiteX48899" fmla="*/ 823321 w 2119654"/>
              <a:gd name="connsiteY48899" fmla="*/ 2119667 h 2398711"/>
              <a:gd name="connsiteX48900" fmla="*/ 1499800 w 2119654"/>
              <a:gd name="connsiteY48900" fmla="*/ 602455 h 2398711"/>
              <a:gd name="connsiteX48901" fmla="*/ 1496781 w 2119654"/>
              <a:gd name="connsiteY48901" fmla="*/ 610764 h 2398711"/>
              <a:gd name="connsiteX48902" fmla="*/ 1494965 w 2119654"/>
              <a:gd name="connsiteY48902" fmla="*/ 615555 h 2398711"/>
              <a:gd name="connsiteX48903" fmla="*/ 1494576 w 2119654"/>
              <a:gd name="connsiteY48903" fmla="*/ 633087 h 2398711"/>
              <a:gd name="connsiteX48904" fmla="*/ 1501177 w 2119654"/>
              <a:gd name="connsiteY48904" fmla="*/ 645911 h 2398711"/>
              <a:gd name="connsiteX48905" fmla="*/ 1501354 w 2119654"/>
              <a:gd name="connsiteY48905" fmla="*/ 637931 h 2398711"/>
              <a:gd name="connsiteX48906" fmla="*/ 1501628 w 2119654"/>
              <a:gd name="connsiteY48906" fmla="*/ 638232 h 2398711"/>
              <a:gd name="connsiteX48907" fmla="*/ 1501446 w 2119654"/>
              <a:gd name="connsiteY48907" fmla="*/ 646432 h 2398711"/>
              <a:gd name="connsiteX48908" fmla="*/ 1502456 w 2119654"/>
              <a:gd name="connsiteY48908" fmla="*/ 648395 h 2398711"/>
              <a:gd name="connsiteX48909" fmla="*/ 1527407 w 2119654"/>
              <a:gd name="connsiteY48909" fmla="*/ 540631 h 2398711"/>
              <a:gd name="connsiteX48910" fmla="*/ 1527677 w 2119654"/>
              <a:gd name="connsiteY48910" fmla="*/ 544381 h 2398711"/>
              <a:gd name="connsiteX48911" fmla="*/ 1528393 w 2119654"/>
              <a:gd name="connsiteY48911" fmla="*/ 549567 h 2398711"/>
              <a:gd name="connsiteX48912" fmla="*/ 1529382 w 2119654"/>
              <a:gd name="connsiteY48912" fmla="*/ 554600 h 2398711"/>
              <a:gd name="connsiteX48913" fmla="*/ 1531449 w 2119654"/>
              <a:gd name="connsiteY48913" fmla="*/ 571620 h 2398711"/>
              <a:gd name="connsiteX48914" fmla="*/ 1532595 w 2119654"/>
              <a:gd name="connsiteY48914" fmla="*/ 575587 h 2398711"/>
              <a:gd name="connsiteX48915" fmla="*/ 1535480 w 2119654"/>
              <a:gd name="connsiteY48915" fmla="*/ 556402 h 2398711"/>
              <a:gd name="connsiteX48916" fmla="*/ 1460401 w 2119654"/>
              <a:gd name="connsiteY48916" fmla="*/ 690202 h 2398711"/>
              <a:gd name="connsiteX48917" fmla="*/ 1461472 w 2119654"/>
              <a:gd name="connsiteY48917" fmla="*/ 694327 h 2398711"/>
              <a:gd name="connsiteX48918" fmla="*/ 1461223 w 2119654"/>
              <a:gd name="connsiteY48918" fmla="*/ 691393 h 2398711"/>
              <a:gd name="connsiteX48919" fmla="*/ 804706 w 2119654"/>
              <a:gd name="connsiteY48919" fmla="*/ 2158373 h 2398711"/>
              <a:gd name="connsiteX48920" fmla="*/ 804824 w 2119654"/>
              <a:gd name="connsiteY48920" fmla="*/ 2158673 h 2398711"/>
              <a:gd name="connsiteX48921" fmla="*/ 805069 w 2119654"/>
              <a:gd name="connsiteY48921" fmla="*/ 2158403 h 2398711"/>
              <a:gd name="connsiteX48922" fmla="*/ 804997 w 2119654"/>
              <a:gd name="connsiteY48922" fmla="*/ 2158295 h 2398711"/>
              <a:gd name="connsiteX48923" fmla="*/ 811972 w 2119654"/>
              <a:gd name="connsiteY48923" fmla="*/ 2141941 h 2398711"/>
              <a:gd name="connsiteX48924" fmla="*/ 812190 w 2119654"/>
              <a:gd name="connsiteY48924" fmla="*/ 2142997 h 2398711"/>
              <a:gd name="connsiteX48925" fmla="*/ 818321 w 2119654"/>
              <a:gd name="connsiteY48925" fmla="*/ 2142825 h 2398711"/>
              <a:gd name="connsiteX48926" fmla="*/ 819283 w 2119654"/>
              <a:gd name="connsiteY48926" fmla="*/ 2141403 h 2398711"/>
              <a:gd name="connsiteX48927" fmla="*/ 816232 w 2119654"/>
              <a:gd name="connsiteY48927" fmla="*/ 2138962 h 2398711"/>
              <a:gd name="connsiteX48928" fmla="*/ 823432 w 2119654"/>
              <a:gd name="connsiteY48928" fmla="*/ 2115795 h 2398711"/>
              <a:gd name="connsiteX48929" fmla="*/ 824380 w 2119654"/>
              <a:gd name="connsiteY48929" fmla="*/ 2116512 h 2398711"/>
              <a:gd name="connsiteX48930" fmla="*/ 827744 w 2119654"/>
              <a:gd name="connsiteY48930" fmla="*/ 2116707 h 2398711"/>
              <a:gd name="connsiteX48931" fmla="*/ 827712 w 2119654"/>
              <a:gd name="connsiteY48931" fmla="*/ 2116137 h 2398711"/>
              <a:gd name="connsiteX48932" fmla="*/ 1502370 w 2119654"/>
              <a:gd name="connsiteY48932" fmla="*/ 595381 h 2398711"/>
              <a:gd name="connsiteX48933" fmla="*/ 1500584 w 2119654"/>
              <a:gd name="connsiteY48933" fmla="*/ 600295 h 2398711"/>
              <a:gd name="connsiteX48934" fmla="*/ 1503482 w 2119654"/>
              <a:gd name="connsiteY48934" fmla="*/ 650385 h 2398711"/>
              <a:gd name="connsiteX48935" fmla="*/ 1504290 w 2119654"/>
              <a:gd name="connsiteY48935" fmla="*/ 651956 h 2398711"/>
              <a:gd name="connsiteX48936" fmla="*/ 1506345 w 2119654"/>
              <a:gd name="connsiteY48936" fmla="*/ 648245 h 2398711"/>
              <a:gd name="connsiteX48937" fmla="*/ 1506457 w 2119654"/>
              <a:gd name="connsiteY48937" fmla="*/ 648674 h 2398711"/>
              <a:gd name="connsiteX48938" fmla="*/ 1504458 w 2119654"/>
              <a:gd name="connsiteY48938" fmla="*/ 652281 h 2398711"/>
              <a:gd name="connsiteX48939" fmla="*/ 1506438 w 2119654"/>
              <a:gd name="connsiteY48939" fmla="*/ 656128 h 2398711"/>
              <a:gd name="connsiteX48940" fmla="*/ 1506587 w 2119654"/>
              <a:gd name="connsiteY48940" fmla="*/ 646698 h 2398711"/>
              <a:gd name="connsiteX48941" fmla="*/ 1506730 w 2119654"/>
              <a:gd name="connsiteY48941" fmla="*/ 646886 h 2398711"/>
              <a:gd name="connsiteX48942" fmla="*/ 1506579 w 2119654"/>
              <a:gd name="connsiteY48942" fmla="*/ 656402 h 2398711"/>
              <a:gd name="connsiteX48943" fmla="*/ 1509653 w 2119654"/>
              <a:gd name="connsiteY48943" fmla="*/ 662374 h 2398711"/>
              <a:gd name="connsiteX48944" fmla="*/ 1510733 w 2119654"/>
              <a:gd name="connsiteY48944" fmla="*/ 659005 h 2398711"/>
              <a:gd name="connsiteX48945" fmla="*/ 1504169 w 2119654"/>
              <a:gd name="connsiteY48945" fmla="*/ 608017 h 2398711"/>
              <a:gd name="connsiteX48946" fmla="*/ 804204 w 2119654"/>
              <a:gd name="connsiteY48946" fmla="*/ 2158507 h 2398711"/>
              <a:gd name="connsiteX48947" fmla="*/ 804466 w 2119654"/>
              <a:gd name="connsiteY48947" fmla="*/ 2159067 h 2398711"/>
              <a:gd name="connsiteX48948" fmla="*/ 804509 w 2119654"/>
              <a:gd name="connsiteY48948" fmla="*/ 2159021 h 2398711"/>
              <a:gd name="connsiteX48949" fmla="*/ 804297 w 2119654"/>
              <a:gd name="connsiteY48949" fmla="*/ 2158483 h 2398711"/>
              <a:gd name="connsiteX48950" fmla="*/ 823363 w 2119654"/>
              <a:gd name="connsiteY48950" fmla="*/ 2115445 h 2398711"/>
              <a:gd name="connsiteX48951" fmla="*/ 827693 w 2119654"/>
              <a:gd name="connsiteY48951" fmla="*/ 2115791 h 2398711"/>
              <a:gd name="connsiteX48952" fmla="*/ 827567 w 2119654"/>
              <a:gd name="connsiteY48952" fmla="*/ 2113457 h 2398711"/>
              <a:gd name="connsiteX48953" fmla="*/ 826317 w 2119654"/>
              <a:gd name="connsiteY48953" fmla="*/ 2113026 h 2398711"/>
              <a:gd name="connsiteX48954" fmla="*/ 1486176 w 2119654"/>
              <a:gd name="connsiteY48954" fmla="*/ 631191 h 2398711"/>
              <a:gd name="connsiteX48955" fmla="*/ 1486134 w 2119654"/>
              <a:gd name="connsiteY48955" fmla="*/ 636295 h 2398711"/>
              <a:gd name="connsiteX48956" fmla="*/ 1486993 w 2119654"/>
              <a:gd name="connsiteY48956" fmla="*/ 634028 h 2398711"/>
              <a:gd name="connsiteX48957" fmla="*/ 804210 w 2119654"/>
              <a:gd name="connsiteY48957" fmla="*/ 2157113 h 2398711"/>
              <a:gd name="connsiteX48958" fmla="*/ 804411 w 2119654"/>
              <a:gd name="connsiteY48958" fmla="*/ 2157623 h 2398711"/>
              <a:gd name="connsiteX48959" fmla="*/ 804523 w 2119654"/>
              <a:gd name="connsiteY48959" fmla="*/ 2157584 h 2398711"/>
              <a:gd name="connsiteX48960" fmla="*/ 810390 w 2119654"/>
              <a:gd name="connsiteY48960" fmla="*/ 2143047 h 2398711"/>
              <a:gd name="connsiteX48961" fmla="*/ 811853 w 2119654"/>
              <a:gd name="connsiteY48961" fmla="*/ 2143006 h 2398711"/>
              <a:gd name="connsiteX48962" fmla="*/ 811676 w 2119654"/>
              <a:gd name="connsiteY48962" fmla="*/ 2142148 h 2398711"/>
              <a:gd name="connsiteX48963" fmla="*/ 1530658 w 2119654"/>
              <a:gd name="connsiteY48963" fmla="*/ 530093 h 2398711"/>
              <a:gd name="connsiteX48964" fmla="*/ 1540398 w 2119654"/>
              <a:gd name="connsiteY48964" fmla="*/ 551157 h 2398711"/>
              <a:gd name="connsiteX48965" fmla="*/ 1540308 w 2119654"/>
              <a:gd name="connsiteY48965" fmla="*/ 550779 h 2398711"/>
              <a:gd name="connsiteX48966" fmla="*/ 1534368 w 2119654"/>
              <a:gd name="connsiteY48966" fmla="*/ 527262 h 2398711"/>
              <a:gd name="connsiteX48967" fmla="*/ 1488754 w 2119654"/>
              <a:gd name="connsiteY48967" fmla="*/ 623582 h 2398711"/>
              <a:gd name="connsiteX48968" fmla="*/ 1489031 w 2119654"/>
              <a:gd name="connsiteY48968" fmla="*/ 624303 h 2398711"/>
              <a:gd name="connsiteX48969" fmla="*/ 1489012 w 2119654"/>
              <a:gd name="connsiteY48969" fmla="*/ 624084 h 2398711"/>
              <a:gd name="connsiteX48970" fmla="*/ 1507759 w 2119654"/>
              <a:gd name="connsiteY48970" fmla="*/ 580546 h 2398711"/>
              <a:gd name="connsiteX48971" fmla="*/ 1502511 w 2119654"/>
              <a:gd name="connsiteY48971" fmla="*/ 594992 h 2398711"/>
              <a:gd name="connsiteX48972" fmla="*/ 1506872 w 2119654"/>
              <a:gd name="connsiteY48972" fmla="*/ 625607 h 2398711"/>
              <a:gd name="connsiteX48973" fmla="*/ 1511046 w 2119654"/>
              <a:gd name="connsiteY48973" fmla="*/ 658028 h 2398711"/>
              <a:gd name="connsiteX48974" fmla="*/ 1513012 w 2119654"/>
              <a:gd name="connsiteY48974" fmla="*/ 651897 h 2398711"/>
              <a:gd name="connsiteX48975" fmla="*/ 1512036 w 2119654"/>
              <a:gd name="connsiteY48975" fmla="*/ 613825 h 2398711"/>
              <a:gd name="connsiteX48976" fmla="*/ 1511338 w 2119654"/>
              <a:gd name="connsiteY48976" fmla="*/ 595979 h 2398711"/>
              <a:gd name="connsiteX48977" fmla="*/ 1511506 w 2119654"/>
              <a:gd name="connsiteY48977" fmla="*/ 596177 h 2398711"/>
              <a:gd name="connsiteX48978" fmla="*/ 1512768 w 2119654"/>
              <a:gd name="connsiteY48978" fmla="*/ 628424 h 2398711"/>
              <a:gd name="connsiteX48979" fmla="*/ 1513343 w 2119654"/>
              <a:gd name="connsiteY48979" fmla="*/ 650864 h 2398711"/>
              <a:gd name="connsiteX48980" fmla="*/ 1517490 w 2119654"/>
              <a:gd name="connsiteY48980" fmla="*/ 637932 h 2398711"/>
              <a:gd name="connsiteX48981" fmla="*/ 1518131 w 2119654"/>
              <a:gd name="connsiteY48981" fmla="*/ 619152 h 2398711"/>
              <a:gd name="connsiteX48982" fmla="*/ 1518431 w 2119654"/>
              <a:gd name="connsiteY48982" fmla="*/ 604341 h 2398711"/>
              <a:gd name="connsiteX48983" fmla="*/ 804787 w 2119654"/>
              <a:gd name="connsiteY48983" fmla="*/ 2154479 h 2398711"/>
              <a:gd name="connsiteX48984" fmla="*/ 806385 w 2119654"/>
              <a:gd name="connsiteY48984" fmla="*/ 2156938 h 2398711"/>
              <a:gd name="connsiteX48985" fmla="*/ 806409 w 2119654"/>
              <a:gd name="connsiteY48985" fmla="*/ 2156930 h 2398711"/>
              <a:gd name="connsiteX48986" fmla="*/ 808213 w 2119654"/>
              <a:gd name="connsiteY48986" fmla="*/ 2154944 h 2398711"/>
              <a:gd name="connsiteX48987" fmla="*/ 1485119 w 2119654"/>
              <a:gd name="connsiteY48987" fmla="*/ 630817 h 2398711"/>
              <a:gd name="connsiteX48988" fmla="*/ 1485228 w 2119654"/>
              <a:gd name="connsiteY48988" fmla="*/ 635026 h 2398711"/>
              <a:gd name="connsiteX48989" fmla="*/ 1485789 w 2119654"/>
              <a:gd name="connsiteY48989" fmla="*/ 635826 h 2398711"/>
              <a:gd name="connsiteX48990" fmla="*/ 807863 w 2119654"/>
              <a:gd name="connsiteY48990" fmla="*/ 2147107 h 2398711"/>
              <a:gd name="connsiteX48991" fmla="*/ 810005 w 2119654"/>
              <a:gd name="connsiteY48991" fmla="*/ 2150253 h 2398711"/>
              <a:gd name="connsiteX48992" fmla="*/ 812663 w 2119654"/>
              <a:gd name="connsiteY48992" fmla="*/ 2150045 h 2398711"/>
              <a:gd name="connsiteX48993" fmla="*/ 813224 w 2119654"/>
              <a:gd name="connsiteY48993" fmla="*/ 2149428 h 2398711"/>
              <a:gd name="connsiteX48994" fmla="*/ 812706 w 2119654"/>
              <a:gd name="connsiteY48994" fmla="*/ 2147075 h 2398711"/>
              <a:gd name="connsiteX48995" fmla="*/ 1453264 w 2119654"/>
              <a:gd name="connsiteY48995" fmla="*/ 701657 h 2398711"/>
              <a:gd name="connsiteX48996" fmla="*/ 1453471 w 2119654"/>
              <a:gd name="connsiteY48996" fmla="*/ 705793 h 2398711"/>
              <a:gd name="connsiteX48997" fmla="*/ 1454784 w 2119654"/>
              <a:gd name="connsiteY48997" fmla="*/ 707038 h 2398711"/>
              <a:gd name="connsiteX48998" fmla="*/ 1454947 w 2119654"/>
              <a:gd name="connsiteY48998" fmla="*/ 704854 h 2398711"/>
              <a:gd name="connsiteX48999" fmla="*/ 1471403 w 2119654"/>
              <a:gd name="connsiteY48999" fmla="*/ 660992 h 2398711"/>
              <a:gd name="connsiteX49000" fmla="*/ 1471876 w 2119654"/>
              <a:gd name="connsiteY49000" fmla="*/ 664003 h 2398711"/>
              <a:gd name="connsiteX49001" fmla="*/ 1471917 w 2119654"/>
              <a:gd name="connsiteY49001" fmla="*/ 663639 h 2398711"/>
              <a:gd name="connsiteX49002" fmla="*/ 1471852 w 2119654"/>
              <a:gd name="connsiteY49002" fmla="*/ 662283 h 2398711"/>
              <a:gd name="connsiteX49003" fmla="*/ 820652 w 2119654"/>
              <a:gd name="connsiteY49003" fmla="*/ 2118111 h 2398711"/>
              <a:gd name="connsiteX49004" fmla="*/ 821374 w 2119654"/>
              <a:gd name="connsiteY49004" fmla="*/ 2118824 h 2398711"/>
              <a:gd name="connsiteX49005" fmla="*/ 821790 w 2119654"/>
              <a:gd name="connsiteY49005" fmla="*/ 2118774 h 2398711"/>
              <a:gd name="connsiteX49006" fmla="*/ 1526157 w 2119654"/>
              <a:gd name="connsiteY49006" fmla="*/ 538188 h 2398711"/>
              <a:gd name="connsiteX49007" fmla="*/ 1526414 w 2119654"/>
              <a:gd name="connsiteY49007" fmla="*/ 539499 h 2398711"/>
              <a:gd name="connsiteX49008" fmla="*/ 1526347 w 2119654"/>
              <a:gd name="connsiteY49008" fmla="*/ 538559 h 2398711"/>
              <a:gd name="connsiteX49009" fmla="*/ 1510799 w 2119654"/>
              <a:gd name="connsiteY49009" fmla="*/ 572180 h 2398711"/>
              <a:gd name="connsiteX49010" fmla="*/ 1508273 w 2119654"/>
              <a:gd name="connsiteY49010" fmla="*/ 579129 h 2398711"/>
              <a:gd name="connsiteX49011" fmla="*/ 1518501 w 2119654"/>
              <a:gd name="connsiteY49011" fmla="*/ 600926 h 2398711"/>
              <a:gd name="connsiteX49012" fmla="*/ 1518546 w 2119654"/>
              <a:gd name="connsiteY49012" fmla="*/ 598725 h 2398711"/>
              <a:gd name="connsiteX49013" fmla="*/ 1513228 w 2119654"/>
              <a:gd name="connsiteY49013" fmla="*/ 586085 h 2398711"/>
              <a:gd name="connsiteX49014" fmla="*/ 1513682 w 2119654"/>
              <a:gd name="connsiteY49014" fmla="*/ 586336 h 2398711"/>
              <a:gd name="connsiteX49015" fmla="*/ 1518562 w 2119654"/>
              <a:gd name="connsiteY49015" fmla="*/ 597938 h 2398711"/>
              <a:gd name="connsiteX49016" fmla="*/ 1518748 w 2119654"/>
              <a:gd name="connsiteY49016" fmla="*/ 588795 h 2398711"/>
              <a:gd name="connsiteX49017" fmla="*/ 811177 w 2119654"/>
              <a:gd name="connsiteY49017" fmla="*/ 2138081 h 2398711"/>
              <a:gd name="connsiteX49018" fmla="*/ 811748 w 2119654"/>
              <a:gd name="connsiteY49018" fmla="*/ 2140851 h 2398711"/>
              <a:gd name="connsiteX49019" fmla="*/ 815401 w 2119654"/>
              <a:gd name="connsiteY49019" fmla="*/ 2138297 h 2398711"/>
              <a:gd name="connsiteX49020" fmla="*/ 814006 w 2119654"/>
              <a:gd name="connsiteY49020" fmla="*/ 2137182 h 2398711"/>
              <a:gd name="connsiteX49021" fmla="*/ 1458490 w 2119654"/>
              <a:gd name="connsiteY49021" fmla="*/ 688210 h 2398711"/>
              <a:gd name="connsiteX49022" fmla="*/ 1458411 w 2119654"/>
              <a:gd name="connsiteY49022" fmla="*/ 688771 h 2398711"/>
              <a:gd name="connsiteX49023" fmla="*/ 1458889 w 2119654"/>
              <a:gd name="connsiteY49023" fmla="*/ 692072 h 2398711"/>
              <a:gd name="connsiteX49024" fmla="*/ 1459066 w 2119654"/>
              <a:gd name="connsiteY49024" fmla="*/ 692388 h 2398711"/>
              <a:gd name="connsiteX49025" fmla="*/ 1459792 w 2119654"/>
              <a:gd name="connsiteY49025" fmla="*/ 693842 h 2398711"/>
              <a:gd name="connsiteX49026" fmla="*/ 1459967 w 2119654"/>
              <a:gd name="connsiteY49026" fmla="*/ 694059 h 2398711"/>
              <a:gd name="connsiteX49027" fmla="*/ 1459923 w 2119654"/>
              <a:gd name="connsiteY49027" fmla="*/ 693723 h 2398711"/>
              <a:gd name="connsiteX49028" fmla="*/ 807260 w 2119654"/>
              <a:gd name="connsiteY49028" fmla="*/ 2146222 h 2398711"/>
              <a:gd name="connsiteX49029" fmla="*/ 807583 w 2119654"/>
              <a:gd name="connsiteY49029" fmla="*/ 2146695 h 2398711"/>
              <a:gd name="connsiteX49030" fmla="*/ 812614 w 2119654"/>
              <a:gd name="connsiteY49030" fmla="*/ 2146663 h 2398711"/>
              <a:gd name="connsiteX49031" fmla="*/ 812497 w 2119654"/>
              <a:gd name="connsiteY49031" fmla="*/ 2146131 h 2398711"/>
              <a:gd name="connsiteX49032" fmla="*/ 812422 w 2119654"/>
              <a:gd name="connsiteY49032" fmla="*/ 2145767 h 2398711"/>
              <a:gd name="connsiteX49033" fmla="*/ 792175 w 2119654"/>
              <a:gd name="connsiteY49033" fmla="*/ 2179629 h 2398711"/>
              <a:gd name="connsiteX49034" fmla="*/ 794175 w 2119654"/>
              <a:gd name="connsiteY49034" fmla="*/ 2182396 h 2398711"/>
              <a:gd name="connsiteX49035" fmla="*/ 797986 w 2119654"/>
              <a:gd name="connsiteY49035" fmla="*/ 2182141 h 2398711"/>
              <a:gd name="connsiteX49036" fmla="*/ 803632 w 2119654"/>
              <a:gd name="connsiteY49036" fmla="*/ 2179347 h 2398711"/>
              <a:gd name="connsiteX49037" fmla="*/ 803593 w 2119654"/>
              <a:gd name="connsiteY49037" fmla="*/ 2179308 h 2398711"/>
              <a:gd name="connsiteX49038" fmla="*/ 788558 w 2119654"/>
              <a:gd name="connsiteY49038" fmla="*/ 2187474 h 2398711"/>
              <a:gd name="connsiteX49039" fmla="*/ 789331 w 2119654"/>
              <a:gd name="connsiteY49039" fmla="*/ 2190286 h 2398711"/>
              <a:gd name="connsiteX49040" fmla="*/ 790240 w 2119654"/>
              <a:gd name="connsiteY49040" fmla="*/ 2191479 h 2398711"/>
              <a:gd name="connsiteX49041" fmla="*/ 799342 w 2119654"/>
              <a:gd name="connsiteY49041" fmla="*/ 2190699 h 2398711"/>
              <a:gd name="connsiteX49042" fmla="*/ 797127 w 2119654"/>
              <a:gd name="connsiteY49042" fmla="*/ 2187737 h 2398711"/>
              <a:gd name="connsiteX49043" fmla="*/ 790536 w 2119654"/>
              <a:gd name="connsiteY49043" fmla="*/ 2188374 h 2398711"/>
              <a:gd name="connsiteX49044" fmla="*/ 790306 w 2119654"/>
              <a:gd name="connsiteY49044" fmla="*/ 2188194 h 2398711"/>
              <a:gd name="connsiteX49045" fmla="*/ 796987 w 2119654"/>
              <a:gd name="connsiteY49045" fmla="*/ 2187548 h 2398711"/>
              <a:gd name="connsiteX49046" fmla="*/ 795541 w 2119654"/>
              <a:gd name="connsiteY49046" fmla="*/ 2185613 h 2398711"/>
              <a:gd name="connsiteX49047" fmla="*/ 794689 w 2119654"/>
              <a:gd name="connsiteY49047" fmla="*/ 2184440 h 2398711"/>
              <a:gd name="connsiteX49048" fmla="*/ 1484616 w 2119654"/>
              <a:gd name="connsiteY49048" fmla="*/ 628676 h 2398711"/>
              <a:gd name="connsiteX49049" fmla="*/ 1484536 w 2119654"/>
              <a:gd name="connsiteY49049" fmla="*/ 634038 h 2398711"/>
              <a:gd name="connsiteX49050" fmla="*/ 1484734 w 2119654"/>
              <a:gd name="connsiteY49050" fmla="*/ 634320 h 2398711"/>
              <a:gd name="connsiteX49051" fmla="*/ 1484799 w 2119654"/>
              <a:gd name="connsiteY49051" fmla="*/ 631881 h 2398711"/>
              <a:gd name="connsiteX49052" fmla="*/ 776753 w 2119654"/>
              <a:gd name="connsiteY49052" fmla="*/ 2213361 h 2398711"/>
              <a:gd name="connsiteX49053" fmla="*/ 779662 w 2119654"/>
              <a:gd name="connsiteY49053" fmla="*/ 2222093 h 2398711"/>
              <a:gd name="connsiteX49054" fmla="*/ 781741 w 2119654"/>
              <a:gd name="connsiteY49054" fmla="*/ 2220687 h 2398711"/>
              <a:gd name="connsiteX49055" fmla="*/ 788511 w 2119654"/>
              <a:gd name="connsiteY49055" fmla="*/ 2215972 h 2398711"/>
              <a:gd name="connsiteX49056" fmla="*/ 1485026 w 2119654"/>
              <a:gd name="connsiteY49056" fmla="*/ 627198 h 2398711"/>
              <a:gd name="connsiteX49057" fmla="*/ 1485078 w 2119654"/>
              <a:gd name="connsiteY49057" fmla="*/ 629211 h 2398711"/>
              <a:gd name="connsiteX49058" fmla="*/ 1485902 w 2119654"/>
              <a:gd name="connsiteY49058" fmla="*/ 635375 h 2398711"/>
              <a:gd name="connsiteX49059" fmla="*/ 1485943 w 2119654"/>
              <a:gd name="connsiteY49059" fmla="*/ 630383 h 2398711"/>
              <a:gd name="connsiteX49060" fmla="*/ 1526886 w 2119654"/>
              <a:gd name="connsiteY49060" fmla="*/ 533385 h 2398711"/>
              <a:gd name="connsiteX49061" fmla="*/ 1527317 w 2119654"/>
              <a:gd name="connsiteY49061" fmla="*/ 539364 h 2398711"/>
              <a:gd name="connsiteX49062" fmla="*/ 1535606 w 2119654"/>
              <a:gd name="connsiteY49062" fmla="*/ 555560 h 2398711"/>
              <a:gd name="connsiteX49063" fmla="*/ 1536494 w 2119654"/>
              <a:gd name="connsiteY49063" fmla="*/ 549658 h 2398711"/>
              <a:gd name="connsiteX49064" fmla="*/ 1536725 w 2119654"/>
              <a:gd name="connsiteY49064" fmla="*/ 549989 h 2398711"/>
              <a:gd name="connsiteX49065" fmla="*/ 1535823 w 2119654"/>
              <a:gd name="connsiteY49065" fmla="*/ 555985 h 2398711"/>
              <a:gd name="connsiteX49066" fmla="*/ 1540914 w 2119654"/>
              <a:gd name="connsiteY49066" fmla="*/ 565932 h 2398711"/>
              <a:gd name="connsiteX49067" fmla="*/ 1541613 w 2119654"/>
              <a:gd name="connsiteY49067" fmla="*/ 557961 h 2398711"/>
              <a:gd name="connsiteX49068" fmla="*/ 1529272 w 2119654"/>
              <a:gd name="connsiteY49068" fmla="*/ 531272 h 2398711"/>
              <a:gd name="connsiteX49069" fmla="*/ 1516493 w 2119654"/>
              <a:gd name="connsiteY49069" fmla="*/ 556504 h 2398711"/>
              <a:gd name="connsiteX49070" fmla="*/ 1511024 w 2119654"/>
              <a:gd name="connsiteY49070" fmla="*/ 571558 h 2398711"/>
              <a:gd name="connsiteX49071" fmla="*/ 1515511 w 2119654"/>
              <a:gd name="connsiteY49071" fmla="*/ 580701 h 2398711"/>
              <a:gd name="connsiteX49072" fmla="*/ 1518771 w 2119654"/>
              <a:gd name="connsiteY49072" fmla="*/ 587648 h 2398711"/>
              <a:gd name="connsiteX49073" fmla="*/ 1518879 w 2119654"/>
              <a:gd name="connsiteY49073" fmla="*/ 582347 h 2398711"/>
              <a:gd name="connsiteX49074" fmla="*/ 1519211 w 2119654"/>
              <a:gd name="connsiteY49074" fmla="*/ 582712 h 2398711"/>
              <a:gd name="connsiteX49075" fmla="*/ 1519097 w 2119654"/>
              <a:gd name="connsiteY49075" fmla="*/ 588342 h 2398711"/>
              <a:gd name="connsiteX49076" fmla="*/ 1527507 w 2119654"/>
              <a:gd name="connsiteY49076" fmla="*/ 606268 h 2398711"/>
              <a:gd name="connsiteX49077" fmla="*/ 1527718 w 2119654"/>
              <a:gd name="connsiteY49077" fmla="*/ 605579 h 2398711"/>
              <a:gd name="connsiteX49078" fmla="*/ 1527772 w 2119654"/>
              <a:gd name="connsiteY49078" fmla="*/ 605248 h 2398711"/>
              <a:gd name="connsiteX49079" fmla="*/ 1451729 w 2119654"/>
              <a:gd name="connsiteY49079" fmla="*/ 701131 h 2398711"/>
              <a:gd name="connsiteX49080" fmla="*/ 1451637 w 2119654"/>
              <a:gd name="connsiteY49080" fmla="*/ 702661 h 2398711"/>
              <a:gd name="connsiteX49081" fmla="*/ 1452069 w 2119654"/>
              <a:gd name="connsiteY49081" fmla="*/ 704463 h 2398711"/>
              <a:gd name="connsiteX49082" fmla="*/ 1452612 w 2119654"/>
              <a:gd name="connsiteY49082" fmla="*/ 704978 h 2398711"/>
              <a:gd name="connsiteX49083" fmla="*/ 810768 w 2119654"/>
              <a:gd name="connsiteY49083" fmla="*/ 2136097 h 2398711"/>
              <a:gd name="connsiteX49084" fmla="*/ 811060 w 2119654"/>
              <a:gd name="connsiteY49084" fmla="*/ 2137516 h 2398711"/>
              <a:gd name="connsiteX49085" fmla="*/ 813474 w 2119654"/>
              <a:gd name="connsiteY49085" fmla="*/ 2136755 h 2398711"/>
              <a:gd name="connsiteX49086" fmla="*/ 812310 w 2119654"/>
              <a:gd name="connsiteY49086" fmla="*/ 2135825 h 2398711"/>
              <a:gd name="connsiteX49087" fmla="*/ 1486239 w 2119654"/>
              <a:gd name="connsiteY49087" fmla="*/ 623520 h 2398711"/>
              <a:gd name="connsiteX49088" fmla="*/ 1486184 w 2119654"/>
              <a:gd name="connsiteY49088" fmla="*/ 630142 h 2398711"/>
              <a:gd name="connsiteX49089" fmla="*/ 1487170 w 2119654"/>
              <a:gd name="connsiteY49089" fmla="*/ 633562 h 2398711"/>
              <a:gd name="connsiteX49090" fmla="*/ 1488798 w 2119654"/>
              <a:gd name="connsiteY49090" fmla="*/ 629266 h 2398711"/>
              <a:gd name="connsiteX49091" fmla="*/ 787566 w 2119654"/>
              <a:gd name="connsiteY49091" fmla="*/ 2187964 h 2398711"/>
              <a:gd name="connsiteX49092" fmla="*/ 788376 w 2119654"/>
              <a:gd name="connsiteY49092" fmla="*/ 2189029 h 2398711"/>
              <a:gd name="connsiteX49093" fmla="*/ 787972 w 2119654"/>
              <a:gd name="connsiteY49093" fmla="*/ 2187764 h 2398711"/>
              <a:gd name="connsiteX49094" fmla="*/ 1459098 w 2119654"/>
              <a:gd name="connsiteY49094" fmla="*/ 683884 h 2398711"/>
              <a:gd name="connsiteX49095" fmla="*/ 1459057 w 2119654"/>
              <a:gd name="connsiteY49095" fmla="*/ 684172 h 2398711"/>
              <a:gd name="connsiteX49096" fmla="*/ 1459316 w 2119654"/>
              <a:gd name="connsiteY49096" fmla="*/ 684547 h 2398711"/>
              <a:gd name="connsiteX49097" fmla="*/ 1450897 w 2119654"/>
              <a:gd name="connsiteY49097" fmla="*/ 701946 h 2398711"/>
              <a:gd name="connsiteX49098" fmla="*/ 1450688 w 2119654"/>
              <a:gd name="connsiteY49098" fmla="*/ 702721 h 2398711"/>
              <a:gd name="connsiteX49099" fmla="*/ 1450995 w 2119654"/>
              <a:gd name="connsiteY49099" fmla="*/ 703444 h 2398711"/>
              <a:gd name="connsiteX49100" fmla="*/ 1451233 w 2119654"/>
              <a:gd name="connsiteY49100" fmla="*/ 703670 h 2398711"/>
              <a:gd name="connsiteX49101" fmla="*/ 1451244 w 2119654"/>
              <a:gd name="connsiteY49101" fmla="*/ 703484 h 2398711"/>
              <a:gd name="connsiteX49102" fmla="*/ 810620 w 2119654"/>
              <a:gd name="connsiteY49102" fmla="*/ 2135378 h 2398711"/>
              <a:gd name="connsiteX49103" fmla="*/ 810705 w 2119654"/>
              <a:gd name="connsiteY49103" fmla="*/ 2135794 h 2398711"/>
              <a:gd name="connsiteX49104" fmla="*/ 811989 w 2119654"/>
              <a:gd name="connsiteY49104" fmla="*/ 2135568 h 2398711"/>
              <a:gd name="connsiteX49105" fmla="*/ 811436 w 2119654"/>
              <a:gd name="connsiteY49105" fmla="*/ 2135125 h 2398711"/>
              <a:gd name="connsiteX49106" fmla="*/ 1525461 w 2119654"/>
              <a:gd name="connsiteY49106" fmla="*/ 534647 h 2398711"/>
              <a:gd name="connsiteX49107" fmla="*/ 1525810 w 2119654"/>
              <a:gd name="connsiteY49107" fmla="*/ 536420 h 2398711"/>
              <a:gd name="connsiteX49108" fmla="*/ 1526256 w 2119654"/>
              <a:gd name="connsiteY49108" fmla="*/ 537291 h 2398711"/>
              <a:gd name="connsiteX49109" fmla="*/ 1526030 w 2119654"/>
              <a:gd name="connsiteY49109" fmla="*/ 534143 h 2398711"/>
              <a:gd name="connsiteX49110" fmla="*/ 802161 w 2119654"/>
              <a:gd name="connsiteY49110" fmla="*/ 2154123 h 2398711"/>
              <a:gd name="connsiteX49111" fmla="*/ 803878 w 2119654"/>
              <a:gd name="connsiteY49111" fmla="*/ 2157806 h 2398711"/>
              <a:gd name="connsiteX49112" fmla="*/ 803902 w 2119654"/>
              <a:gd name="connsiteY49112" fmla="*/ 2157800 h 2398711"/>
              <a:gd name="connsiteX49113" fmla="*/ 804013 w 2119654"/>
              <a:gd name="connsiteY49113" fmla="*/ 2157761 h 2398711"/>
              <a:gd name="connsiteX49114" fmla="*/ 803103 w 2119654"/>
              <a:gd name="connsiteY49114" fmla="*/ 2155452 h 2398711"/>
              <a:gd name="connsiteX49115" fmla="*/ 802224 w 2119654"/>
              <a:gd name="connsiteY49115" fmla="*/ 2154132 h 2398711"/>
              <a:gd name="connsiteX49116" fmla="*/ 803598 w 2119654"/>
              <a:gd name="connsiteY49116" fmla="*/ 2150808 h 2398711"/>
              <a:gd name="connsiteX49117" fmla="*/ 810505 w 2119654"/>
              <a:gd name="connsiteY49117" fmla="*/ 2151234 h 2398711"/>
              <a:gd name="connsiteX49118" fmla="*/ 809935 w 2119654"/>
              <a:gd name="connsiteY49118" fmla="*/ 2150396 h 2398711"/>
              <a:gd name="connsiteX49119" fmla="*/ 1451857 w 2119654"/>
              <a:gd name="connsiteY49119" fmla="*/ 698983 h 2398711"/>
              <a:gd name="connsiteX49120" fmla="*/ 1451757 w 2119654"/>
              <a:gd name="connsiteY49120" fmla="*/ 700656 h 2398711"/>
              <a:gd name="connsiteX49121" fmla="*/ 1452732 w 2119654"/>
              <a:gd name="connsiteY49121" fmla="*/ 704903 h 2398711"/>
              <a:gd name="connsiteX49122" fmla="*/ 1452497 w 2119654"/>
              <a:gd name="connsiteY49122" fmla="*/ 700199 h 2398711"/>
              <a:gd name="connsiteX49123" fmla="*/ 1522007 w 2119654"/>
              <a:gd name="connsiteY49123" fmla="*/ 541327 h 2398711"/>
              <a:gd name="connsiteX49124" fmla="*/ 1516635 w 2119654"/>
              <a:gd name="connsiteY49124" fmla="*/ 556114 h 2398711"/>
              <a:gd name="connsiteX49125" fmla="*/ 1519999 w 2119654"/>
              <a:gd name="connsiteY49125" fmla="*/ 569809 h 2398711"/>
              <a:gd name="connsiteX49126" fmla="*/ 1527950 w 2119654"/>
              <a:gd name="connsiteY49126" fmla="*/ 604170 h 2398711"/>
              <a:gd name="connsiteX49127" fmla="*/ 1528286 w 2119654"/>
              <a:gd name="connsiteY49127" fmla="*/ 602126 h 2398711"/>
              <a:gd name="connsiteX49128" fmla="*/ 1525852 w 2119654"/>
              <a:gd name="connsiteY49128" fmla="*/ 588078 h 2398711"/>
              <a:gd name="connsiteX49129" fmla="*/ 1526147 w 2119654"/>
              <a:gd name="connsiteY49129" fmla="*/ 588297 h 2398711"/>
              <a:gd name="connsiteX49130" fmla="*/ 1528411 w 2119654"/>
              <a:gd name="connsiteY49130" fmla="*/ 601363 h 2398711"/>
              <a:gd name="connsiteX49131" fmla="*/ 1528842 w 2119654"/>
              <a:gd name="connsiteY49131" fmla="*/ 598748 h 2398711"/>
              <a:gd name="connsiteX49132" fmla="*/ 1528463 w 2119654"/>
              <a:gd name="connsiteY49132" fmla="*/ 586668 h 2398711"/>
              <a:gd name="connsiteX49133" fmla="*/ 1526666 w 2119654"/>
              <a:gd name="connsiteY49133" fmla="*/ 570360 h 2398711"/>
              <a:gd name="connsiteX49134" fmla="*/ 1524280 w 2119654"/>
              <a:gd name="connsiteY49134" fmla="*/ 551096 h 2398711"/>
              <a:gd name="connsiteX49135" fmla="*/ 1524481 w 2119654"/>
              <a:gd name="connsiteY49135" fmla="*/ 551294 h 2398711"/>
              <a:gd name="connsiteX49136" fmla="*/ 1528328 w 2119654"/>
              <a:gd name="connsiteY49136" fmla="*/ 582361 h 2398711"/>
              <a:gd name="connsiteX49137" fmla="*/ 1527817 w 2119654"/>
              <a:gd name="connsiteY49137" fmla="*/ 566078 h 2398711"/>
              <a:gd name="connsiteX49138" fmla="*/ 1526846 w 2119654"/>
              <a:gd name="connsiteY49138" fmla="*/ 558076 h 2398711"/>
              <a:gd name="connsiteX49139" fmla="*/ 804872 w 2119654"/>
              <a:gd name="connsiteY49139" fmla="*/ 2146712 h 2398711"/>
              <a:gd name="connsiteX49140" fmla="*/ 807416 w 2119654"/>
              <a:gd name="connsiteY49140" fmla="*/ 2146696 h 2398711"/>
              <a:gd name="connsiteX49141" fmla="*/ 807102 w 2119654"/>
              <a:gd name="connsiteY49141" fmla="*/ 2146236 h 2398711"/>
              <a:gd name="connsiteX49142" fmla="*/ 805379 w 2119654"/>
              <a:gd name="connsiteY49142" fmla="*/ 2146388 h 2398711"/>
              <a:gd name="connsiteX49143" fmla="*/ 810396 w 2119654"/>
              <a:gd name="connsiteY49143" fmla="*/ 2134294 h 2398711"/>
              <a:gd name="connsiteX49144" fmla="*/ 810518 w 2119654"/>
              <a:gd name="connsiteY49144" fmla="*/ 2134883 h 2398711"/>
              <a:gd name="connsiteX49145" fmla="*/ 810961 w 2119654"/>
              <a:gd name="connsiteY49145" fmla="*/ 2134746 h 2398711"/>
              <a:gd name="connsiteX49146" fmla="*/ 775978 w 2119654"/>
              <a:gd name="connsiteY49146" fmla="*/ 2211034 h 2398711"/>
              <a:gd name="connsiteX49147" fmla="*/ 776688 w 2119654"/>
              <a:gd name="connsiteY49147" fmla="*/ 2213164 h 2398711"/>
              <a:gd name="connsiteX49148" fmla="*/ 781832 w 2119654"/>
              <a:gd name="connsiteY49148" fmla="*/ 2214307 h 2398711"/>
              <a:gd name="connsiteX49149" fmla="*/ 788816 w 2119654"/>
              <a:gd name="connsiteY49149" fmla="*/ 2215760 h 2398711"/>
              <a:gd name="connsiteX49150" fmla="*/ 795439 w 2119654"/>
              <a:gd name="connsiteY49150" fmla="*/ 2211146 h 2398711"/>
              <a:gd name="connsiteX49151" fmla="*/ 794577 w 2119654"/>
              <a:gd name="connsiteY49151" fmla="*/ 2208447 h 2398711"/>
              <a:gd name="connsiteX49152" fmla="*/ 795362 w 2119654"/>
              <a:gd name="connsiteY49152" fmla="*/ 2167476 h 2398711"/>
              <a:gd name="connsiteX49153" fmla="*/ 796950 w 2119654"/>
              <a:gd name="connsiteY49153" fmla="*/ 2167340 h 2398711"/>
              <a:gd name="connsiteX49154" fmla="*/ 797813 w 2119654"/>
              <a:gd name="connsiteY49154" fmla="*/ 2166391 h 2398711"/>
              <a:gd name="connsiteX49155" fmla="*/ 1523947 w 2119654"/>
              <a:gd name="connsiteY49155" fmla="*/ 535989 h 2398711"/>
              <a:gd name="connsiteX49156" fmla="*/ 1522393 w 2119654"/>
              <a:gd name="connsiteY49156" fmla="*/ 540265 h 2398711"/>
              <a:gd name="connsiteX49157" fmla="*/ 1526343 w 2119654"/>
              <a:gd name="connsiteY49157" fmla="*/ 553936 h 2398711"/>
              <a:gd name="connsiteX49158" fmla="*/ 1524142 w 2119654"/>
              <a:gd name="connsiteY49158" fmla="*/ 535816 h 2398711"/>
              <a:gd name="connsiteX49159" fmla="*/ 787808 w 2119654"/>
              <a:gd name="connsiteY49159" fmla="*/ 2182820 h 2398711"/>
              <a:gd name="connsiteX49160" fmla="*/ 793249 w 2119654"/>
              <a:gd name="connsiteY49160" fmla="*/ 2182457 h 2398711"/>
              <a:gd name="connsiteX49161" fmla="*/ 791386 w 2119654"/>
              <a:gd name="connsiteY49161" fmla="*/ 2179892 h 2398711"/>
              <a:gd name="connsiteX49162" fmla="*/ 1486278 w 2119654"/>
              <a:gd name="connsiteY49162" fmla="*/ 618772 h 2398711"/>
              <a:gd name="connsiteX49163" fmla="*/ 1486261 w 2119654"/>
              <a:gd name="connsiteY49163" fmla="*/ 620738 h 2398711"/>
              <a:gd name="connsiteX49164" fmla="*/ 1489245 w 2119654"/>
              <a:gd name="connsiteY49164" fmla="*/ 626774 h 2398711"/>
              <a:gd name="connsiteX49165" fmla="*/ 1489203 w 2119654"/>
              <a:gd name="connsiteY49165" fmla="*/ 626288 h 2398711"/>
              <a:gd name="connsiteX49166" fmla="*/ 1486416 w 2119654"/>
              <a:gd name="connsiteY49166" fmla="*/ 619042 h 2398711"/>
              <a:gd name="connsiteX49167" fmla="*/ 794085 w 2119654"/>
              <a:gd name="connsiteY49167" fmla="*/ 2168576 h 2398711"/>
              <a:gd name="connsiteX49168" fmla="*/ 795008 w 2119654"/>
              <a:gd name="connsiteY49168" fmla="*/ 2169478 h 2398711"/>
              <a:gd name="connsiteX49169" fmla="*/ 795937 w 2119654"/>
              <a:gd name="connsiteY49169" fmla="*/ 2168456 h 2398711"/>
              <a:gd name="connsiteX49170" fmla="*/ 787374 w 2119654"/>
              <a:gd name="connsiteY49170" fmla="*/ 2183176 h 2398711"/>
              <a:gd name="connsiteX49171" fmla="*/ 788396 w 2119654"/>
              <a:gd name="connsiteY49171" fmla="*/ 2186886 h 2398711"/>
              <a:gd name="connsiteX49172" fmla="*/ 794332 w 2119654"/>
              <a:gd name="connsiteY49172" fmla="*/ 2183948 h 2398711"/>
              <a:gd name="connsiteX49173" fmla="*/ 793393 w 2119654"/>
              <a:gd name="connsiteY49173" fmla="*/ 2182655 h 2398711"/>
              <a:gd name="connsiteX49174" fmla="*/ 787532 w 2119654"/>
              <a:gd name="connsiteY49174" fmla="*/ 2183047 h 2398711"/>
              <a:gd name="connsiteX49175" fmla="*/ 775474 w 2119654"/>
              <a:gd name="connsiteY49175" fmla="*/ 2209521 h 2398711"/>
              <a:gd name="connsiteX49176" fmla="*/ 775724 w 2119654"/>
              <a:gd name="connsiteY49176" fmla="*/ 2210271 h 2398711"/>
              <a:gd name="connsiteX49177" fmla="*/ 794321 w 2119654"/>
              <a:gd name="connsiteY49177" fmla="*/ 2207646 h 2398711"/>
              <a:gd name="connsiteX49178" fmla="*/ 792609 w 2119654"/>
              <a:gd name="connsiteY49178" fmla="*/ 2202284 h 2398711"/>
              <a:gd name="connsiteX49179" fmla="*/ 790380 w 2119654"/>
              <a:gd name="connsiteY49179" fmla="*/ 2202365 h 2398711"/>
              <a:gd name="connsiteX49180" fmla="*/ 1521726 w 2119654"/>
              <a:gd name="connsiteY49180" fmla="*/ 537956 h 2398711"/>
              <a:gd name="connsiteX49181" fmla="*/ 1522200 w 2119654"/>
              <a:gd name="connsiteY49181" fmla="*/ 539596 h 2398711"/>
              <a:gd name="connsiteX49182" fmla="*/ 1523304 w 2119654"/>
              <a:gd name="connsiteY49182" fmla="*/ 536559 h 2398711"/>
              <a:gd name="connsiteX49183" fmla="*/ 1484765 w 2119654"/>
              <a:gd name="connsiteY49183" fmla="*/ 620210 h 2398711"/>
              <a:gd name="connsiteX49184" fmla="*/ 1484896 w 2119654"/>
              <a:gd name="connsiteY49184" fmla="*/ 622199 h 2398711"/>
              <a:gd name="connsiteX49185" fmla="*/ 1484994 w 2119654"/>
              <a:gd name="connsiteY49185" fmla="*/ 626013 h 2398711"/>
              <a:gd name="connsiteX49186" fmla="*/ 1485952 w 2119654"/>
              <a:gd name="connsiteY49186" fmla="*/ 629333 h 2398711"/>
              <a:gd name="connsiteX49187" fmla="*/ 1486004 w 2119654"/>
              <a:gd name="connsiteY49187" fmla="*/ 622993 h 2398711"/>
              <a:gd name="connsiteX49188" fmla="*/ 807388 w 2119654"/>
              <a:gd name="connsiteY49188" fmla="*/ 2136377 h 2398711"/>
              <a:gd name="connsiteX49189" fmla="*/ 810379 w 2119654"/>
              <a:gd name="connsiteY49189" fmla="*/ 2135851 h 2398711"/>
              <a:gd name="connsiteX49190" fmla="*/ 810302 w 2119654"/>
              <a:gd name="connsiteY49190" fmla="*/ 2135477 h 2398711"/>
              <a:gd name="connsiteX49191" fmla="*/ 790455 w 2119654"/>
              <a:gd name="connsiteY49191" fmla="*/ 2173855 h 2398711"/>
              <a:gd name="connsiteX49192" fmla="*/ 790603 w 2119654"/>
              <a:gd name="connsiteY49192" fmla="*/ 2174154 h 2398711"/>
              <a:gd name="connsiteX49193" fmla="*/ 790764 w 2119654"/>
              <a:gd name="connsiteY49193" fmla="*/ 2174149 h 2398711"/>
              <a:gd name="connsiteX49194" fmla="*/ 790979 w 2119654"/>
              <a:gd name="connsiteY49194" fmla="*/ 2173912 h 2398711"/>
              <a:gd name="connsiteX49195" fmla="*/ 785247 w 2119654"/>
              <a:gd name="connsiteY49195" fmla="*/ 2184917 h 2398711"/>
              <a:gd name="connsiteX49196" fmla="*/ 787196 w 2119654"/>
              <a:gd name="connsiteY49196" fmla="*/ 2187479 h 2398711"/>
              <a:gd name="connsiteX49197" fmla="*/ 787787 w 2119654"/>
              <a:gd name="connsiteY49197" fmla="*/ 2187187 h 2398711"/>
              <a:gd name="connsiteX49198" fmla="*/ 786687 w 2119654"/>
              <a:gd name="connsiteY49198" fmla="*/ 2183739 h 2398711"/>
              <a:gd name="connsiteX49199" fmla="*/ 801250 w 2119654"/>
              <a:gd name="connsiteY49199" fmla="*/ 2149036 h 2398711"/>
              <a:gd name="connsiteX49200" fmla="*/ 802351 w 2119654"/>
              <a:gd name="connsiteY49200" fmla="*/ 2150731 h 2398711"/>
              <a:gd name="connsiteX49201" fmla="*/ 802735 w 2119654"/>
              <a:gd name="connsiteY49201" fmla="*/ 2150754 h 2398711"/>
              <a:gd name="connsiteX49202" fmla="*/ 807786 w 2119654"/>
              <a:gd name="connsiteY49202" fmla="*/ 2150427 h 2398711"/>
              <a:gd name="connsiteX49203" fmla="*/ 809845 w 2119654"/>
              <a:gd name="connsiteY49203" fmla="*/ 2150266 h 2398711"/>
              <a:gd name="connsiteX49204" fmla="*/ 807696 w 2119654"/>
              <a:gd name="connsiteY49204" fmla="*/ 2147108 h 2398711"/>
              <a:gd name="connsiteX49205" fmla="*/ 804222 w 2119654"/>
              <a:gd name="connsiteY49205" fmla="*/ 2147130 h 2398711"/>
              <a:gd name="connsiteX49206" fmla="*/ 1457508 w 2119654"/>
              <a:gd name="connsiteY49206" fmla="*/ 679057 h 2398711"/>
              <a:gd name="connsiteX49207" fmla="*/ 1458599 w 2119654"/>
              <a:gd name="connsiteY49207" fmla="*/ 683260 h 2398711"/>
              <a:gd name="connsiteX49208" fmla="*/ 1458692 w 2119654"/>
              <a:gd name="connsiteY49208" fmla="*/ 682653 h 2398711"/>
              <a:gd name="connsiteX49209" fmla="*/ 1526266 w 2119654"/>
              <a:gd name="connsiteY49209" fmla="*/ 524771 h 2398711"/>
              <a:gd name="connsiteX49210" fmla="*/ 1526785 w 2119654"/>
              <a:gd name="connsiteY49210" fmla="*/ 531975 h 2398711"/>
              <a:gd name="connsiteX49211" fmla="*/ 1528864 w 2119654"/>
              <a:gd name="connsiteY49211" fmla="*/ 530389 h 2398711"/>
              <a:gd name="connsiteX49212" fmla="*/ 1489137 w 2119654"/>
              <a:gd name="connsiteY49212" fmla="*/ 607623 h 2398711"/>
              <a:gd name="connsiteX49213" fmla="*/ 1491109 w 2119654"/>
              <a:gd name="connsiteY49213" fmla="*/ 623168 h 2398711"/>
              <a:gd name="connsiteX49214" fmla="*/ 1491462 w 2119654"/>
              <a:gd name="connsiteY49214" fmla="*/ 622236 h 2398711"/>
              <a:gd name="connsiteX49215" fmla="*/ 773157 w 2119654"/>
              <a:gd name="connsiteY49215" fmla="*/ 2210633 h 2398711"/>
              <a:gd name="connsiteX49216" fmla="*/ 775332 w 2119654"/>
              <a:gd name="connsiteY49216" fmla="*/ 2210326 h 2398711"/>
              <a:gd name="connsiteX49217" fmla="*/ 775120 w 2119654"/>
              <a:gd name="connsiteY49217" fmla="*/ 2209691 h 2398711"/>
              <a:gd name="connsiteX49218" fmla="*/ 1449836 w 2119654"/>
              <a:gd name="connsiteY49218" fmla="*/ 695144 h 2398711"/>
              <a:gd name="connsiteX49219" fmla="*/ 1451062 w 2119654"/>
              <a:gd name="connsiteY49219" fmla="*/ 700261 h 2398711"/>
              <a:gd name="connsiteX49220" fmla="*/ 1451204 w 2119654"/>
              <a:gd name="connsiteY49220" fmla="*/ 699737 h 2398711"/>
              <a:gd name="connsiteX49221" fmla="*/ 1451398 w 2119654"/>
              <a:gd name="connsiteY49221" fmla="*/ 700097 h 2398711"/>
              <a:gd name="connsiteX49222" fmla="*/ 1451199 w 2119654"/>
              <a:gd name="connsiteY49222" fmla="*/ 700833 h 2398711"/>
              <a:gd name="connsiteX49223" fmla="*/ 1451362 w 2119654"/>
              <a:gd name="connsiteY49223" fmla="*/ 701513 h 2398711"/>
              <a:gd name="connsiteX49224" fmla="*/ 1451456 w 2119654"/>
              <a:gd name="connsiteY49224" fmla="*/ 699941 h 2398711"/>
              <a:gd name="connsiteX49225" fmla="*/ 1451080 w 2119654"/>
              <a:gd name="connsiteY49225" fmla="*/ 698303 h 2398711"/>
              <a:gd name="connsiteX49226" fmla="*/ 1451248 w 2119654"/>
              <a:gd name="connsiteY49226" fmla="*/ 698440 h 2398711"/>
              <a:gd name="connsiteX49227" fmla="*/ 1451484 w 2119654"/>
              <a:gd name="connsiteY49227" fmla="*/ 699466 h 2398711"/>
              <a:gd name="connsiteX49228" fmla="*/ 1451548 w 2119654"/>
              <a:gd name="connsiteY49228" fmla="*/ 698396 h 2398711"/>
              <a:gd name="connsiteX49229" fmla="*/ 801447 w 2119654"/>
              <a:gd name="connsiteY49229" fmla="*/ 2146734 h 2398711"/>
              <a:gd name="connsiteX49230" fmla="*/ 803353 w 2119654"/>
              <a:gd name="connsiteY49230" fmla="*/ 2146723 h 2398711"/>
              <a:gd name="connsiteX49231" fmla="*/ 803608 w 2119654"/>
              <a:gd name="connsiteY49231" fmla="*/ 2146544 h 2398711"/>
              <a:gd name="connsiteX49232" fmla="*/ 1476372 w 2119654"/>
              <a:gd name="connsiteY49232" fmla="*/ 635444 h 2398711"/>
              <a:gd name="connsiteX49233" fmla="*/ 1481358 w 2119654"/>
              <a:gd name="connsiteY49233" fmla="*/ 645129 h 2398711"/>
              <a:gd name="connsiteX49234" fmla="*/ 1481082 w 2119654"/>
              <a:gd name="connsiteY49234" fmla="*/ 642164 h 2398711"/>
              <a:gd name="connsiteX49235" fmla="*/ 794883 w 2119654"/>
              <a:gd name="connsiteY49235" fmla="*/ 2160998 h 2398711"/>
              <a:gd name="connsiteX49236" fmla="*/ 798473 w 2119654"/>
              <a:gd name="connsiteY49236" fmla="*/ 2165624 h 2398711"/>
              <a:gd name="connsiteX49237" fmla="*/ 798534 w 2119654"/>
              <a:gd name="connsiteY49237" fmla="*/ 2165598 h 2398711"/>
              <a:gd name="connsiteX49238" fmla="*/ 804073 w 2119654"/>
              <a:gd name="connsiteY49238" fmla="*/ 2159501 h 2398711"/>
              <a:gd name="connsiteX49239" fmla="*/ 803676 w 2119654"/>
              <a:gd name="connsiteY49239" fmla="*/ 2158649 h 2398711"/>
              <a:gd name="connsiteX49240" fmla="*/ 1484807 w 2119654"/>
              <a:gd name="connsiteY49240" fmla="*/ 615917 h 2398711"/>
              <a:gd name="connsiteX49241" fmla="*/ 1484780 w 2119654"/>
              <a:gd name="connsiteY49241" fmla="*/ 617740 h 2398711"/>
              <a:gd name="connsiteX49242" fmla="*/ 1486027 w 2119654"/>
              <a:gd name="connsiteY49242" fmla="*/ 620261 h 2398711"/>
              <a:gd name="connsiteX49243" fmla="*/ 1486042 w 2119654"/>
              <a:gd name="connsiteY49243" fmla="*/ 618316 h 2398711"/>
              <a:gd name="connsiteX49244" fmla="*/ 1461373 w 2119654"/>
              <a:gd name="connsiteY49244" fmla="*/ 667682 h 2398711"/>
              <a:gd name="connsiteX49245" fmla="*/ 1461197 w 2119654"/>
              <a:gd name="connsiteY49245" fmla="*/ 668935 h 2398711"/>
              <a:gd name="connsiteX49246" fmla="*/ 1462238 w 2119654"/>
              <a:gd name="connsiteY49246" fmla="*/ 673944 h 2398711"/>
              <a:gd name="connsiteX49247" fmla="*/ 1461746 w 2119654"/>
              <a:gd name="connsiteY49247" fmla="*/ 669234 h 2398711"/>
              <a:gd name="connsiteX49248" fmla="*/ 798937 w 2119654"/>
              <a:gd name="connsiteY49248" fmla="*/ 2150520 h 2398711"/>
              <a:gd name="connsiteX49249" fmla="*/ 799856 w 2119654"/>
              <a:gd name="connsiteY49249" fmla="*/ 2150577 h 2398711"/>
              <a:gd name="connsiteX49250" fmla="*/ 799554 w 2119654"/>
              <a:gd name="connsiteY49250" fmla="*/ 2150124 h 2398711"/>
              <a:gd name="connsiteX49251" fmla="*/ 803398 w 2119654"/>
              <a:gd name="connsiteY49251" fmla="*/ 2140447 h 2398711"/>
              <a:gd name="connsiteX49252" fmla="*/ 805213 w 2119654"/>
              <a:gd name="connsiteY49252" fmla="*/ 2143192 h 2398711"/>
              <a:gd name="connsiteX49253" fmla="*/ 808533 w 2119654"/>
              <a:gd name="connsiteY49253" fmla="*/ 2143099 h 2398711"/>
              <a:gd name="connsiteX49254" fmla="*/ 811452 w 2119654"/>
              <a:gd name="connsiteY49254" fmla="*/ 2141059 h 2398711"/>
              <a:gd name="connsiteX49255" fmla="*/ 810859 w 2119654"/>
              <a:gd name="connsiteY49255" fmla="*/ 2138179 h 2398711"/>
              <a:gd name="connsiteX49256" fmla="*/ 800290 w 2119654"/>
              <a:gd name="connsiteY49256" fmla="*/ 2147155 h 2398711"/>
              <a:gd name="connsiteX49257" fmla="*/ 800695 w 2119654"/>
              <a:gd name="connsiteY49257" fmla="*/ 2148183 h 2398711"/>
              <a:gd name="connsiteX49258" fmla="*/ 800873 w 2119654"/>
              <a:gd name="connsiteY49258" fmla="*/ 2148456 h 2398711"/>
              <a:gd name="connsiteX49259" fmla="*/ 802756 w 2119654"/>
              <a:gd name="connsiteY49259" fmla="*/ 2147139 h 2398711"/>
              <a:gd name="connsiteX49260" fmla="*/ 787785 w 2119654"/>
              <a:gd name="connsiteY49260" fmla="*/ 2173558 h 2398711"/>
              <a:gd name="connsiteX49261" fmla="*/ 788263 w 2119654"/>
              <a:gd name="connsiteY49261" fmla="*/ 2174219 h 2398711"/>
              <a:gd name="connsiteX49262" fmla="*/ 790489 w 2119654"/>
              <a:gd name="connsiteY49262" fmla="*/ 2174157 h 2398711"/>
              <a:gd name="connsiteX49263" fmla="*/ 790333 w 2119654"/>
              <a:gd name="connsiteY49263" fmla="*/ 2173841 h 2398711"/>
              <a:gd name="connsiteX49264" fmla="*/ 770668 w 2119654"/>
              <a:gd name="connsiteY49264" fmla="*/ 2211828 h 2398711"/>
              <a:gd name="connsiteX49265" fmla="*/ 776244 w 2119654"/>
              <a:gd name="connsiteY49265" fmla="*/ 2213066 h 2398711"/>
              <a:gd name="connsiteX49266" fmla="*/ 775585 w 2119654"/>
              <a:gd name="connsiteY49266" fmla="*/ 2211089 h 2398711"/>
              <a:gd name="connsiteX49267" fmla="*/ 770830 w 2119654"/>
              <a:gd name="connsiteY49267" fmla="*/ 2211750 h 2398711"/>
              <a:gd name="connsiteX49268" fmla="*/ 816454 w 2119654"/>
              <a:gd name="connsiteY49268" fmla="*/ 2109061 h 2398711"/>
              <a:gd name="connsiteX49269" fmla="*/ 819277 w 2119654"/>
              <a:gd name="connsiteY49269" fmla="*/ 2110035 h 2398711"/>
              <a:gd name="connsiteX49270" fmla="*/ 821087 w 2119654"/>
              <a:gd name="connsiteY49270" fmla="*/ 2108551 h 2398711"/>
              <a:gd name="connsiteX49271" fmla="*/ 819972 w 2119654"/>
              <a:gd name="connsiteY49271" fmla="*/ 2108121 h 2398711"/>
              <a:gd name="connsiteX49272" fmla="*/ 1448640 w 2119654"/>
              <a:gd name="connsiteY49272" fmla="*/ 693242 h 2398711"/>
              <a:gd name="connsiteX49273" fmla="*/ 1448014 w 2119654"/>
              <a:gd name="connsiteY49273" fmla="*/ 696437 h 2398711"/>
              <a:gd name="connsiteX49274" fmla="*/ 1450510 w 2119654"/>
              <a:gd name="connsiteY49274" fmla="*/ 702301 h 2398711"/>
              <a:gd name="connsiteX49275" fmla="*/ 1450765 w 2119654"/>
              <a:gd name="connsiteY49275" fmla="*/ 701358 h 2398711"/>
              <a:gd name="connsiteX49276" fmla="*/ 1449084 w 2119654"/>
              <a:gd name="connsiteY49276" fmla="*/ 693901 h 2398711"/>
              <a:gd name="connsiteX49277" fmla="*/ 788753 w 2119654"/>
              <a:gd name="connsiteY49277" fmla="*/ 2170401 h 2398711"/>
              <a:gd name="connsiteX49278" fmla="*/ 790288 w 2119654"/>
              <a:gd name="connsiteY49278" fmla="*/ 2173513 h 2398711"/>
              <a:gd name="connsiteX49279" fmla="*/ 791256 w 2119654"/>
              <a:gd name="connsiteY49279" fmla="*/ 2173607 h 2398711"/>
              <a:gd name="connsiteX49280" fmla="*/ 794310 w 2119654"/>
              <a:gd name="connsiteY49280" fmla="*/ 2170247 h 2398711"/>
              <a:gd name="connsiteX49281" fmla="*/ 792691 w 2119654"/>
              <a:gd name="connsiteY49281" fmla="*/ 2168667 h 2398711"/>
              <a:gd name="connsiteX49282" fmla="*/ 792668 w 2119654"/>
              <a:gd name="connsiteY49282" fmla="*/ 2168668 h 2398711"/>
              <a:gd name="connsiteX49283" fmla="*/ 799735 w 2119654"/>
              <a:gd name="connsiteY49283" fmla="*/ 2145745 h 2398711"/>
              <a:gd name="connsiteX49284" fmla="*/ 799753 w 2119654"/>
              <a:gd name="connsiteY49284" fmla="*/ 2145790 h 2398711"/>
              <a:gd name="connsiteX49285" fmla="*/ 800516 w 2119654"/>
              <a:gd name="connsiteY49285" fmla="*/ 2145723 h 2398711"/>
              <a:gd name="connsiteX49286" fmla="*/ 778943 w 2119654"/>
              <a:gd name="connsiteY49286" fmla="*/ 2192147 h 2398711"/>
              <a:gd name="connsiteX49287" fmla="*/ 783028 w 2119654"/>
              <a:gd name="connsiteY49287" fmla="*/ 2192097 h 2398711"/>
              <a:gd name="connsiteX49288" fmla="*/ 789085 w 2119654"/>
              <a:gd name="connsiteY49288" fmla="*/ 2191577 h 2398711"/>
              <a:gd name="connsiteX49289" fmla="*/ 786672 w 2119654"/>
              <a:gd name="connsiteY49289" fmla="*/ 2188407 h 2398711"/>
              <a:gd name="connsiteX49290" fmla="*/ 783899 w 2119654"/>
              <a:gd name="connsiteY49290" fmla="*/ 2189778 h 2398711"/>
              <a:gd name="connsiteX49291" fmla="*/ 1467446 w 2119654"/>
              <a:gd name="connsiteY49291" fmla="*/ 649628 h 2398711"/>
              <a:gd name="connsiteX49292" fmla="*/ 1467598 w 2119654"/>
              <a:gd name="connsiteY49292" fmla="*/ 653493 h 2398711"/>
              <a:gd name="connsiteX49293" fmla="*/ 1470468 w 2119654"/>
              <a:gd name="connsiteY49293" fmla="*/ 661003 h 2398711"/>
              <a:gd name="connsiteX49294" fmla="*/ 1470470 w 2119654"/>
              <a:gd name="connsiteY49294" fmla="*/ 660431 h 2398711"/>
              <a:gd name="connsiteX49295" fmla="*/ 1469878 w 2119654"/>
              <a:gd name="connsiteY49295" fmla="*/ 656612 h 2398711"/>
              <a:gd name="connsiteX49296" fmla="*/ 1448168 w 2119654"/>
              <a:gd name="connsiteY49296" fmla="*/ 692542 h 2398711"/>
              <a:gd name="connsiteX49297" fmla="*/ 1447546 w 2119654"/>
              <a:gd name="connsiteY49297" fmla="*/ 694229 h 2398711"/>
              <a:gd name="connsiteX49298" fmla="*/ 1447459 w 2119654"/>
              <a:gd name="connsiteY49298" fmla="*/ 695131 h 2398711"/>
              <a:gd name="connsiteX49299" fmla="*/ 1447884 w 2119654"/>
              <a:gd name="connsiteY49299" fmla="*/ 696130 h 2398711"/>
              <a:gd name="connsiteX49300" fmla="*/ 1448492 w 2119654"/>
              <a:gd name="connsiteY49300" fmla="*/ 693023 h 2398711"/>
              <a:gd name="connsiteX49301" fmla="*/ 799121 w 2119654"/>
              <a:gd name="connsiteY49301" fmla="*/ 2145762 h 2398711"/>
              <a:gd name="connsiteX49302" fmla="*/ 799173 w 2119654"/>
              <a:gd name="connsiteY49302" fmla="*/ 2145841 h 2398711"/>
              <a:gd name="connsiteX49303" fmla="*/ 799315 w 2119654"/>
              <a:gd name="connsiteY49303" fmla="*/ 2145829 h 2398711"/>
              <a:gd name="connsiteX49304" fmla="*/ 799287 w 2119654"/>
              <a:gd name="connsiteY49304" fmla="*/ 2145758 h 2398711"/>
              <a:gd name="connsiteX49305" fmla="*/ 1513882 w 2119654"/>
              <a:gd name="connsiteY49305" fmla="*/ 544905 h 2398711"/>
              <a:gd name="connsiteX49306" fmla="*/ 1516459 w 2119654"/>
              <a:gd name="connsiteY49306" fmla="*/ 555399 h 2398711"/>
              <a:gd name="connsiteX49307" fmla="*/ 1521815 w 2119654"/>
              <a:gd name="connsiteY49307" fmla="*/ 540658 h 2398711"/>
              <a:gd name="connsiteX49308" fmla="*/ 1521176 w 2119654"/>
              <a:gd name="connsiteY49308" fmla="*/ 538443 h 2398711"/>
              <a:gd name="connsiteX49309" fmla="*/ 773298 w 2119654"/>
              <a:gd name="connsiteY49309" fmla="*/ 2202987 h 2398711"/>
              <a:gd name="connsiteX49310" fmla="*/ 775339 w 2119654"/>
              <a:gd name="connsiteY49310" fmla="*/ 2209117 h 2398711"/>
              <a:gd name="connsiteX49311" fmla="*/ 788808 w 2119654"/>
              <a:gd name="connsiteY49311" fmla="*/ 2202422 h 2398711"/>
              <a:gd name="connsiteX49312" fmla="*/ 815030 w 2119654"/>
              <a:gd name="connsiteY49312" fmla="*/ 2109441 h 2398711"/>
              <a:gd name="connsiteX49313" fmla="*/ 817614 w 2119654"/>
              <a:gd name="connsiteY49313" fmla="*/ 2111396 h 2398711"/>
              <a:gd name="connsiteX49314" fmla="*/ 818793 w 2119654"/>
              <a:gd name="connsiteY49314" fmla="*/ 2110431 h 2398711"/>
              <a:gd name="connsiteX49315" fmla="*/ 815533 w 2119654"/>
              <a:gd name="connsiteY49315" fmla="*/ 2109307 h 2398711"/>
              <a:gd name="connsiteX49316" fmla="*/ 1452982 w 2119654"/>
              <a:gd name="connsiteY49316" fmla="*/ 680128 h 2398711"/>
              <a:gd name="connsiteX49317" fmla="*/ 1452908 w 2119654"/>
              <a:gd name="connsiteY49317" fmla="*/ 681374 h 2398711"/>
              <a:gd name="connsiteX49318" fmla="*/ 1453319 w 2119654"/>
              <a:gd name="connsiteY49318" fmla="*/ 682109 h 2398711"/>
              <a:gd name="connsiteX49319" fmla="*/ 801840 w 2119654"/>
              <a:gd name="connsiteY49319" fmla="*/ 2138091 h 2398711"/>
              <a:gd name="connsiteX49320" fmla="*/ 803114 w 2119654"/>
              <a:gd name="connsiteY49320" fmla="*/ 2140017 h 2398711"/>
              <a:gd name="connsiteX49321" fmla="*/ 810743 w 2119654"/>
              <a:gd name="connsiteY49321" fmla="*/ 2137615 h 2398711"/>
              <a:gd name="connsiteX49322" fmla="*/ 810441 w 2119654"/>
              <a:gd name="connsiteY49322" fmla="*/ 2136154 h 2398711"/>
              <a:gd name="connsiteX49323" fmla="*/ 805026 w 2119654"/>
              <a:gd name="connsiteY49323" fmla="*/ 2137107 h 2398711"/>
              <a:gd name="connsiteX49324" fmla="*/ 788047 w 2119654"/>
              <a:gd name="connsiteY49324" fmla="*/ 2168969 h 2398711"/>
              <a:gd name="connsiteX49325" fmla="*/ 788561 w 2119654"/>
              <a:gd name="connsiteY49325" fmla="*/ 2170012 h 2398711"/>
              <a:gd name="connsiteX49326" fmla="*/ 791412 w 2119654"/>
              <a:gd name="connsiteY49326" fmla="*/ 2168750 h 2398711"/>
              <a:gd name="connsiteX49327" fmla="*/ 1452619 w 2119654"/>
              <a:gd name="connsiteY49327" fmla="*/ 680460 h 2398711"/>
              <a:gd name="connsiteX49328" fmla="*/ 1452531 w 2119654"/>
              <a:gd name="connsiteY49328" fmla="*/ 680700 h 2398711"/>
              <a:gd name="connsiteX49329" fmla="*/ 1452598 w 2119654"/>
              <a:gd name="connsiteY49329" fmla="*/ 680821 h 2398711"/>
              <a:gd name="connsiteX49330" fmla="*/ 1460083 w 2119654"/>
              <a:gd name="connsiteY49330" fmla="*/ 663576 h 2398711"/>
              <a:gd name="connsiteX49331" fmla="*/ 1460973 w 2119654"/>
              <a:gd name="connsiteY49331" fmla="*/ 667857 h 2398711"/>
              <a:gd name="connsiteX49332" fmla="*/ 1461145 w 2119654"/>
              <a:gd name="connsiteY49332" fmla="*/ 666737 h 2398711"/>
              <a:gd name="connsiteX49333" fmla="*/ 1460659 w 2119654"/>
              <a:gd name="connsiteY49333" fmla="*/ 664715 h 2398711"/>
              <a:gd name="connsiteX49334" fmla="*/ 786290 w 2119654"/>
              <a:gd name="connsiteY49334" fmla="*/ 2171491 h 2398711"/>
              <a:gd name="connsiteX49335" fmla="*/ 787560 w 2119654"/>
              <a:gd name="connsiteY49335" fmla="*/ 2173247 h 2398711"/>
              <a:gd name="connsiteX49336" fmla="*/ 790166 w 2119654"/>
              <a:gd name="connsiteY49336" fmla="*/ 2173501 h 2398711"/>
              <a:gd name="connsiteX49337" fmla="*/ 788658 w 2119654"/>
              <a:gd name="connsiteY49337" fmla="*/ 2170443 h 2398711"/>
              <a:gd name="connsiteX49338" fmla="*/ 1454884 w 2119654"/>
              <a:gd name="connsiteY49338" fmla="*/ 674316 h 2398711"/>
              <a:gd name="connsiteX49339" fmla="*/ 1454843 w 2119654"/>
              <a:gd name="connsiteY49339" fmla="*/ 674425 h 2398711"/>
              <a:gd name="connsiteX49340" fmla="*/ 1455660 w 2119654"/>
              <a:gd name="connsiteY49340" fmla="*/ 679239 h 2398711"/>
              <a:gd name="connsiteX49341" fmla="*/ 1455875 w 2119654"/>
              <a:gd name="connsiteY49341" fmla="*/ 679552 h 2398711"/>
              <a:gd name="connsiteX49342" fmla="*/ 1455797 w 2119654"/>
              <a:gd name="connsiteY49342" fmla="*/ 677833 h 2398711"/>
              <a:gd name="connsiteX49343" fmla="*/ 776374 w 2119654"/>
              <a:gd name="connsiteY49343" fmla="*/ 2192178 h 2398711"/>
              <a:gd name="connsiteX49344" fmla="*/ 777733 w 2119654"/>
              <a:gd name="connsiteY49344" fmla="*/ 2192161 h 2398711"/>
              <a:gd name="connsiteX49345" fmla="*/ 786303 w 2119654"/>
              <a:gd name="connsiteY49345" fmla="*/ 2187921 h 2398711"/>
              <a:gd name="connsiteX49346" fmla="*/ 784489 w 2119654"/>
              <a:gd name="connsiteY49346" fmla="*/ 2185537 h 2398711"/>
              <a:gd name="connsiteX49347" fmla="*/ 1457824 w 2119654"/>
              <a:gd name="connsiteY49347" fmla="*/ 665994 h 2398711"/>
              <a:gd name="connsiteX49348" fmla="*/ 1457162 w 2119654"/>
              <a:gd name="connsiteY49348" fmla="*/ 667870 h 2398711"/>
              <a:gd name="connsiteX49349" fmla="*/ 1458333 w 2119654"/>
              <a:gd name="connsiteY49349" fmla="*/ 671003 h 2398711"/>
              <a:gd name="connsiteX49350" fmla="*/ 1459346 w 2119654"/>
              <a:gd name="connsiteY49350" fmla="*/ 673316 h 2398711"/>
              <a:gd name="connsiteX49351" fmla="*/ 784630 w 2119654"/>
              <a:gd name="connsiteY49351" fmla="*/ 2173207 h 2398711"/>
              <a:gd name="connsiteX49352" fmla="*/ 784935 w 2119654"/>
              <a:gd name="connsiteY49352" fmla="*/ 2174312 h 2398711"/>
              <a:gd name="connsiteX49353" fmla="*/ 787288 w 2119654"/>
              <a:gd name="connsiteY49353" fmla="*/ 2174246 h 2398711"/>
              <a:gd name="connsiteX49354" fmla="*/ 786700 w 2119654"/>
              <a:gd name="connsiteY49354" fmla="*/ 2173437 h 2398711"/>
              <a:gd name="connsiteX49355" fmla="*/ 1459658 w 2119654"/>
              <a:gd name="connsiteY49355" fmla="*/ 661533 h 2398711"/>
              <a:gd name="connsiteX49356" fmla="*/ 1459835 w 2119654"/>
              <a:gd name="connsiteY49356" fmla="*/ 662384 h 2398711"/>
              <a:gd name="connsiteX49357" fmla="*/ 1460324 w 2119654"/>
              <a:gd name="connsiteY49357" fmla="*/ 663319 h 2398711"/>
              <a:gd name="connsiteX49358" fmla="*/ 1460154 w 2119654"/>
              <a:gd name="connsiteY49358" fmla="*/ 662608 h 2398711"/>
              <a:gd name="connsiteX49359" fmla="*/ 781457 w 2119654"/>
              <a:gd name="connsiteY49359" fmla="*/ 2179936 h 2398711"/>
              <a:gd name="connsiteX49360" fmla="*/ 782316 w 2119654"/>
              <a:gd name="connsiteY49360" fmla="*/ 2181063 h 2398711"/>
              <a:gd name="connsiteX49361" fmla="*/ 783782 w 2119654"/>
              <a:gd name="connsiteY49361" fmla="*/ 2179863 h 2398711"/>
              <a:gd name="connsiteX49362" fmla="*/ 781537 w 2119654"/>
              <a:gd name="connsiteY49362" fmla="*/ 2179926 h 2398711"/>
              <a:gd name="connsiteX49363" fmla="*/ 798263 w 2119654"/>
              <a:gd name="connsiteY49363" fmla="*/ 2142007 h 2398711"/>
              <a:gd name="connsiteX49364" fmla="*/ 798800 w 2119654"/>
              <a:gd name="connsiteY49364" fmla="*/ 2143372 h 2398711"/>
              <a:gd name="connsiteX49365" fmla="*/ 805033 w 2119654"/>
              <a:gd name="connsiteY49365" fmla="*/ 2143197 h 2398711"/>
              <a:gd name="connsiteX49366" fmla="*/ 803201 w 2119654"/>
              <a:gd name="connsiteY49366" fmla="*/ 2140506 h 2398711"/>
              <a:gd name="connsiteX49367" fmla="*/ 800714 w 2119654"/>
              <a:gd name="connsiteY49367" fmla="*/ 2136390 h 2398711"/>
              <a:gd name="connsiteX49368" fmla="*/ 801402 w 2119654"/>
              <a:gd name="connsiteY49368" fmla="*/ 2137430 h 2398711"/>
              <a:gd name="connsiteX49369" fmla="*/ 803441 w 2119654"/>
              <a:gd name="connsiteY49369" fmla="*/ 2137071 h 2398711"/>
              <a:gd name="connsiteX49370" fmla="*/ 810200 w 2119654"/>
              <a:gd name="connsiteY49370" fmla="*/ 2134982 h 2398711"/>
              <a:gd name="connsiteX49371" fmla="*/ 810014 w 2119654"/>
              <a:gd name="connsiteY49371" fmla="*/ 2134079 h 2398711"/>
              <a:gd name="connsiteX49372" fmla="*/ 809581 w 2119654"/>
              <a:gd name="connsiteY49372" fmla="*/ 2133852 h 2398711"/>
              <a:gd name="connsiteX49373" fmla="*/ 808968 w 2119654"/>
              <a:gd name="connsiteY49373" fmla="*/ 2133979 h 2398711"/>
              <a:gd name="connsiteX49374" fmla="*/ 808906 w 2119654"/>
              <a:gd name="connsiteY49374" fmla="*/ 2134009 h 2398711"/>
              <a:gd name="connsiteX49375" fmla="*/ 1459685 w 2119654"/>
              <a:gd name="connsiteY49375" fmla="*/ 660721 h 2398711"/>
              <a:gd name="connsiteX49376" fmla="*/ 1459636 w 2119654"/>
              <a:gd name="connsiteY49376" fmla="*/ 660859 h 2398711"/>
              <a:gd name="connsiteX49377" fmla="*/ 1459842 w 2119654"/>
              <a:gd name="connsiteY49377" fmla="*/ 661314 h 2398711"/>
              <a:gd name="connsiteX49378" fmla="*/ 1459730 w 2119654"/>
              <a:gd name="connsiteY49378" fmla="*/ 660843 h 2398711"/>
              <a:gd name="connsiteX49379" fmla="*/ 1451915 w 2119654"/>
              <a:gd name="connsiteY49379" fmla="*/ 677883 h 2398711"/>
              <a:gd name="connsiteX49380" fmla="*/ 1452039 w 2119654"/>
              <a:gd name="connsiteY49380" fmla="*/ 679821 h 2398711"/>
              <a:gd name="connsiteX49381" fmla="*/ 1452263 w 2119654"/>
              <a:gd name="connsiteY49381" fmla="*/ 680222 h 2398711"/>
              <a:gd name="connsiteX49382" fmla="*/ 1452703 w 2119654"/>
              <a:gd name="connsiteY49382" fmla="*/ 679027 h 2398711"/>
              <a:gd name="connsiteX49383" fmla="*/ 784390 w 2119654"/>
              <a:gd name="connsiteY49383" fmla="*/ 2172333 h 2398711"/>
              <a:gd name="connsiteX49384" fmla="*/ 784561 w 2119654"/>
              <a:gd name="connsiteY49384" fmla="*/ 2172954 h 2398711"/>
              <a:gd name="connsiteX49385" fmla="*/ 786486 w 2119654"/>
              <a:gd name="connsiteY49385" fmla="*/ 2173142 h 2398711"/>
              <a:gd name="connsiteX49386" fmla="*/ 785531 w 2119654"/>
              <a:gd name="connsiteY49386" fmla="*/ 2171827 h 2398711"/>
              <a:gd name="connsiteX49387" fmla="*/ 1472785 w 2119654"/>
              <a:gd name="connsiteY49387" fmla="*/ 630326 h 2398711"/>
              <a:gd name="connsiteX49388" fmla="*/ 1473551 w 2119654"/>
              <a:gd name="connsiteY49388" fmla="*/ 634838 h 2398711"/>
              <a:gd name="connsiteX49389" fmla="*/ 1474006 w 2119654"/>
              <a:gd name="connsiteY49389" fmla="*/ 644284 h 2398711"/>
              <a:gd name="connsiteX49390" fmla="*/ 1476984 w 2119654"/>
              <a:gd name="connsiteY49390" fmla="*/ 654778 h 2398711"/>
              <a:gd name="connsiteX49391" fmla="*/ 1477735 w 2119654"/>
              <a:gd name="connsiteY49391" fmla="*/ 658458 h 2398711"/>
              <a:gd name="connsiteX49392" fmla="*/ 1481640 w 2119654"/>
              <a:gd name="connsiteY49392" fmla="*/ 648155 h 2398711"/>
              <a:gd name="connsiteX49393" fmla="*/ 1481511 w 2119654"/>
              <a:gd name="connsiteY49393" fmla="*/ 646773 h 2398711"/>
              <a:gd name="connsiteX49394" fmla="*/ 1473760 w 2119654"/>
              <a:gd name="connsiteY49394" fmla="*/ 631717 h 2398711"/>
              <a:gd name="connsiteX49395" fmla="*/ 788161 w 2119654"/>
              <a:gd name="connsiteY49395" fmla="*/ 2162793 h 2398711"/>
              <a:gd name="connsiteX49396" fmla="*/ 793151 w 2119654"/>
              <a:gd name="connsiteY49396" fmla="*/ 2167664 h 2398711"/>
              <a:gd name="connsiteX49397" fmla="*/ 794034 w 2119654"/>
              <a:gd name="connsiteY49397" fmla="*/ 2167589 h 2398711"/>
              <a:gd name="connsiteX49398" fmla="*/ 798001 w 2119654"/>
              <a:gd name="connsiteY49398" fmla="*/ 2165834 h 2398711"/>
              <a:gd name="connsiteX49399" fmla="*/ 794357 w 2119654"/>
              <a:gd name="connsiteY49399" fmla="*/ 2161138 h 2398711"/>
              <a:gd name="connsiteX49400" fmla="*/ 813109 w 2119654"/>
              <a:gd name="connsiteY49400" fmla="*/ 2106448 h 2398711"/>
              <a:gd name="connsiteX49401" fmla="*/ 814725 w 2119654"/>
              <a:gd name="connsiteY49401" fmla="*/ 2106098 h 2398711"/>
              <a:gd name="connsiteX49402" fmla="*/ 813885 w 2119654"/>
              <a:gd name="connsiteY49402" fmla="*/ 2105773 h 2398711"/>
              <a:gd name="connsiteX49403" fmla="*/ 1467139 w 2119654"/>
              <a:gd name="connsiteY49403" fmla="*/ 641760 h 2398711"/>
              <a:gd name="connsiteX49404" fmla="*/ 1467359 w 2119654"/>
              <a:gd name="connsiteY49404" fmla="*/ 647391 h 2398711"/>
              <a:gd name="connsiteX49405" fmla="*/ 1469155 w 2119654"/>
              <a:gd name="connsiteY49405" fmla="*/ 651955 h 2398711"/>
              <a:gd name="connsiteX49406" fmla="*/ 1468324 w 2119654"/>
              <a:gd name="connsiteY49406" fmla="*/ 646602 h 2398711"/>
              <a:gd name="connsiteX49407" fmla="*/ 796942 w 2119654"/>
              <a:gd name="connsiteY49407" fmla="*/ 2142409 h 2398711"/>
              <a:gd name="connsiteX49408" fmla="*/ 797590 w 2119654"/>
              <a:gd name="connsiteY49408" fmla="*/ 2143406 h 2398711"/>
              <a:gd name="connsiteX49409" fmla="*/ 798353 w 2119654"/>
              <a:gd name="connsiteY49409" fmla="*/ 2143385 h 2398711"/>
              <a:gd name="connsiteX49410" fmla="*/ 797859 w 2119654"/>
              <a:gd name="connsiteY49410" fmla="*/ 2142130 h 2398711"/>
              <a:gd name="connsiteX49411" fmla="*/ 1459220 w 2119654"/>
              <a:gd name="connsiteY49411" fmla="*/ 659425 h 2398711"/>
              <a:gd name="connsiteX49412" fmla="*/ 1459416 w 2119654"/>
              <a:gd name="connsiteY49412" fmla="*/ 660372 h 2398711"/>
              <a:gd name="connsiteX49413" fmla="*/ 1459505 w 2119654"/>
              <a:gd name="connsiteY49413" fmla="*/ 660568 h 2398711"/>
              <a:gd name="connsiteX49414" fmla="*/ 1459568 w 2119654"/>
              <a:gd name="connsiteY49414" fmla="*/ 660397 h 2398711"/>
              <a:gd name="connsiteX49415" fmla="*/ 790948 w 2119654"/>
              <a:gd name="connsiteY49415" fmla="*/ 2155644 h 2398711"/>
              <a:gd name="connsiteX49416" fmla="*/ 793478 w 2119654"/>
              <a:gd name="connsiteY49416" fmla="*/ 2159187 h 2398711"/>
              <a:gd name="connsiteX49417" fmla="*/ 794376 w 2119654"/>
              <a:gd name="connsiteY49417" fmla="*/ 2160344 h 2398711"/>
              <a:gd name="connsiteX49418" fmla="*/ 803349 w 2119654"/>
              <a:gd name="connsiteY49418" fmla="*/ 2157947 h 2398711"/>
              <a:gd name="connsiteX49419" fmla="*/ 801526 w 2119654"/>
              <a:gd name="connsiteY49419" fmla="*/ 2154037 h 2398711"/>
              <a:gd name="connsiteX49420" fmla="*/ 794863 w 2119654"/>
              <a:gd name="connsiteY49420" fmla="*/ 2153133 h 2398711"/>
              <a:gd name="connsiteX49421" fmla="*/ 792976 w 2119654"/>
              <a:gd name="connsiteY49421" fmla="*/ 2154343 h 2398711"/>
              <a:gd name="connsiteX49422" fmla="*/ 796268 w 2119654"/>
              <a:gd name="connsiteY49422" fmla="*/ 2157231 h 2398711"/>
              <a:gd name="connsiteX49423" fmla="*/ 795886 w 2119654"/>
              <a:gd name="connsiteY49423" fmla="*/ 2157211 h 2398711"/>
              <a:gd name="connsiteX49424" fmla="*/ 792768 w 2119654"/>
              <a:gd name="connsiteY49424" fmla="*/ 2154477 h 2398711"/>
              <a:gd name="connsiteX49425" fmla="*/ 783269 w 2119654"/>
              <a:gd name="connsiteY49425" fmla="*/ 2172828 h 2398711"/>
              <a:gd name="connsiteX49426" fmla="*/ 783449 w 2119654"/>
              <a:gd name="connsiteY49426" fmla="*/ 2172846 h 2398711"/>
              <a:gd name="connsiteX49427" fmla="*/ 783425 w 2119654"/>
              <a:gd name="connsiteY49427" fmla="*/ 2172759 h 2398711"/>
              <a:gd name="connsiteX49428" fmla="*/ 1480683 w 2119654"/>
              <a:gd name="connsiteY49428" fmla="*/ 611047 h 2398711"/>
              <a:gd name="connsiteX49429" fmla="*/ 1484036 w 2119654"/>
              <a:gd name="connsiteY49429" fmla="*/ 622684 h 2398711"/>
              <a:gd name="connsiteX49430" fmla="*/ 1484085 w 2119654"/>
              <a:gd name="connsiteY49430" fmla="*/ 619409 h 2398711"/>
              <a:gd name="connsiteX49431" fmla="*/ 1484038 w 2119654"/>
              <a:gd name="connsiteY49431" fmla="*/ 618578 h 2398711"/>
              <a:gd name="connsiteX49432" fmla="*/ 1445769 w 2119654"/>
              <a:gd name="connsiteY49432" fmla="*/ 689178 h 2398711"/>
              <a:gd name="connsiteX49433" fmla="*/ 1445504 w 2119654"/>
              <a:gd name="connsiteY49433" fmla="*/ 690531 h 2398711"/>
              <a:gd name="connsiteX49434" fmla="*/ 1447090 w 2119654"/>
              <a:gd name="connsiteY49434" fmla="*/ 694260 h 2398711"/>
              <a:gd name="connsiteX49435" fmla="*/ 1447147 w 2119654"/>
              <a:gd name="connsiteY49435" fmla="*/ 694106 h 2398711"/>
              <a:gd name="connsiteX49436" fmla="*/ 1447269 w 2119654"/>
              <a:gd name="connsiteY49436" fmla="*/ 692842 h 2398711"/>
              <a:gd name="connsiteX49437" fmla="*/ 1447502 w 2119654"/>
              <a:gd name="connsiteY49437" fmla="*/ 693142 h 2398711"/>
              <a:gd name="connsiteX49438" fmla="*/ 1447880 w 2119654"/>
              <a:gd name="connsiteY49438" fmla="*/ 692117 h 2398711"/>
              <a:gd name="connsiteX49439" fmla="*/ 1446571 w 2119654"/>
              <a:gd name="connsiteY49439" fmla="*/ 690175 h 2398711"/>
              <a:gd name="connsiteX49440" fmla="*/ 1464886 w 2119654"/>
              <a:gd name="connsiteY49440" fmla="*/ 645983 h 2398711"/>
              <a:gd name="connsiteX49441" fmla="*/ 1464808 w 2119654"/>
              <a:gd name="connsiteY49441" fmla="*/ 646203 h 2398711"/>
              <a:gd name="connsiteX49442" fmla="*/ 1465018 w 2119654"/>
              <a:gd name="connsiteY49442" fmla="*/ 646749 h 2398711"/>
              <a:gd name="connsiteX49443" fmla="*/ 784628 w 2119654"/>
              <a:gd name="connsiteY49443" fmla="*/ 2169191 h 2398711"/>
              <a:gd name="connsiteX49444" fmla="*/ 786031 w 2119654"/>
              <a:gd name="connsiteY49444" fmla="*/ 2171132 h 2398711"/>
              <a:gd name="connsiteX49445" fmla="*/ 788466 w 2119654"/>
              <a:gd name="connsiteY49445" fmla="*/ 2170054 h 2398711"/>
              <a:gd name="connsiteX49446" fmla="*/ 787935 w 2119654"/>
              <a:gd name="connsiteY49446" fmla="*/ 2168976 h 2398711"/>
              <a:gd name="connsiteX49447" fmla="*/ 812163 w 2119654"/>
              <a:gd name="connsiteY49447" fmla="*/ 2107272 h 2398711"/>
              <a:gd name="connsiteX49448" fmla="*/ 812915 w 2119654"/>
              <a:gd name="connsiteY49448" fmla="*/ 2107841 h 2398711"/>
              <a:gd name="connsiteX49449" fmla="*/ 813488 w 2119654"/>
              <a:gd name="connsiteY49449" fmla="*/ 2108038 h 2398711"/>
              <a:gd name="connsiteX49450" fmla="*/ 816295 w 2119654"/>
              <a:gd name="connsiteY49450" fmla="*/ 2107289 h 2398711"/>
              <a:gd name="connsiteX49451" fmla="*/ 816917 w 2119654"/>
              <a:gd name="connsiteY49451" fmla="*/ 2106943 h 2398711"/>
              <a:gd name="connsiteX49452" fmla="*/ 815432 w 2119654"/>
              <a:gd name="connsiteY49452" fmla="*/ 2106370 h 2398711"/>
              <a:gd name="connsiteX49453" fmla="*/ 812456 w 2119654"/>
              <a:gd name="connsiteY49453" fmla="*/ 2107016 h 2398711"/>
              <a:gd name="connsiteX49454" fmla="*/ 1465482 w 2119654"/>
              <a:gd name="connsiteY49454" fmla="*/ 644294 h 2398711"/>
              <a:gd name="connsiteX49455" fmla="*/ 1465026 w 2119654"/>
              <a:gd name="connsiteY49455" fmla="*/ 645585 h 2398711"/>
              <a:gd name="connsiteX49456" fmla="*/ 1465396 w 2119654"/>
              <a:gd name="connsiteY49456" fmla="*/ 647736 h 2398711"/>
              <a:gd name="connsiteX49457" fmla="*/ 1466106 w 2119654"/>
              <a:gd name="connsiteY49457" fmla="*/ 649596 h 2398711"/>
              <a:gd name="connsiteX49458" fmla="*/ 1466110 w 2119654"/>
              <a:gd name="connsiteY49458" fmla="*/ 645889 h 2398711"/>
              <a:gd name="connsiteX49459" fmla="*/ 1466114 w 2119654"/>
              <a:gd name="connsiteY49459" fmla="*/ 642505 h 2398711"/>
              <a:gd name="connsiteX49460" fmla="*/ 1465793 w 2119654"/>
              <a:gd name="connsiteY49460" fmla="*/ 643412 h 2398711"/>
              <a:gd name="connsiteX49461" fmla="*/ 1466112 w 2119654"/>
              <a:gd name="connsiteY49461" fmla="*/ 644220 h 2398711"/>
              <a:gd name="connsiteX49462" fmla="*/ 797277 w 2119654"/>
              <a:gd name="connsiteY49462" fmla="*/ 2139502 h 2398711"/>
              <a:gd name="connsiteX49463" fmla="*/ 798101 w 2119654"/>
              <a:gd name="connsiteY49463" fmla="*/ 2141596 h 2398711"/>
              <a:gd name="connsiteX49464" fmla="*/ 802911 w 2119654"/>
              <a:gd name="connsiteY49464" fmla="*/ 2140081 h 2398711"/>
              <a:gd name="connsiteX49465" fmla="*/ 801605 w 2119654"/>
              <a:gd name="connsiteY49465" fmla="*/ 2138164 h 2398711"/>
              <a:gd name="connsiteX49466" fmla="*/ 1467059 w 2119654"/>
              <a:gd name="connsiteY49466" fmla="*/ 639694 h 2398711"/>
              <a:gd name="connsiteX49467" fmla="*/ 1467064 w 2119654"/>
              <a:gd name="connsiteY49467" fmla="*/ 639814 h 2398711"/>
              <a:gd name="connsiteX49468" fmla="*/ 1467083 w 2119654"/>
              <a:gd name="connsiteY49468" fmla="*/ 639758 h 2398711"/>
              <a:gd name="connsiteX49469" fmla="*/ 1445144 w 2119654"/>
              <a:gd name="connsiteY49469" fmla="*/ 688765 h 2398711"/>
              <a:gd name="connsiteX49470" fmla="*/ 1445153 w 2119654"/>
              <a:gd name="connsiteY49470" fmla="*/ 688825 h 2398711"/>
              <a:gd name="connsiteX49471" fmla="*/ 1445180 w 2119654"/>
              <a:gd name="connsiteY49471" fmla="*/ 688684 h 2398711"/>
              <a:gd name="connsiteX49472" fmla="*/ 806975 w 2119654"/>
              <a:gd name="connsiteY49472" fmla="*/ 2117687 h 2398711"/>
              <a:gd name="connsiteX49473" fmla="*/ 807307 w 2119654"/>
              <a:gd name="connsiteY49473" fmla="*/ 2119299 h 2398711"/>
              <a:gd name="connsiteX49474" fmla="*/ 807828 w 2119654"/>
              <a:gd name="connsiteY49474" fmla="*/ 2119412 h 2398711"/>
              <a:gd name="connsiteX49475" fmla="*/ 810441 w 2119654"/>
              <a:gd name="connsiteY49475" fmla="*/ 2117272 h 2398711"/>
              <a:gd name="connsiteX49476" fmla="*/ 810163 w 2119654"/>
              <a:gd name="connsiteY49476" fmla="*/ 2116998 h 2398711"/>
              <a:gd name="connsiteX49477" fmla="*/ 809255 w 2119654"/>
              <a:gd name="connsiteY49477" fmla="*/ 2116909 h 2398711"/>
              <a:gd name="connsiteX49478" fmla="*/ 1445082 w 2119654"/>
              <a:gd name="connsiteY49478" fmla="*/ 688324 h 2398711"/>
              <a:gd name="connsiteX49479" fmla="*/ 1445095 w 2119654"/>
              <a:gd name="connsiteY49479" fmla="*/ 688415 h 2398711"/>
              <a:gd name="connsiteX49480" fmla="*/ 1445117 w 2119654"/>
              <a:gd name="connsiteY49480" fmla="*/ 688367 h 2398711"/>
              <a:gd name="connsiteX49481" fmla="*/ 1464629 w 2119654"/>
              <a:gd name="connsiteY49481" fmla="*/ 644482 h 2398711"/>
              <a:gd name="connsiteX49482" fmla="*/ 1464500 w 2119654"/>
              <a:gd name="connsiteY49482" fmla="*/ 645396 h 2398711"/>
              <a:gd name="connsiteX49483" fmla="*/ 1464705 w 2119654"/>
              <a:gd name="connsiteY49483" fmla="*/ 645932 h 2398711"/>
              <a:gd name="connsiteX49484" fmla="*/ 1464821 w 2119654"/>
              <a:gd name="connsiteY49484" fmla="*/ 645604 h 2398711"/>
              <a:gd name="connsiteX49485" fmla="*/ 1450526 w 2119654"/>
              <a:gd name="connsiteY49485" fmla="*/ 675867 h 2398711"/>
              <a:gd name="connsiteX49486" fmla="*/ 1451238 w 2119654"/>
              <a:gd name="connsiteY49486" fmla="*/ 678233 h 2398711"/>
              <a:gd name="connsiteX49487" fmla="*/ 1451330 w 2119654"/>
              <a:gd name="connsiteY49487" fmla="*/ 678553 h 2398711"/>
              <a:gd name="connsiteX49488" fmla="*/ 1451422 w 2119654"/>
              <a:gd name="connsiteY49488" fmla="*/ 678717 h 2398711"/>
              <a:gd name="connsiteX49489" fmla="*/ 1451338 w 2119654"/>
              <a:gd name="connsiteY49489" fmla="*/ 677046 h 2398711"/>
              <a:gd name="connsiteX49490" fmla="*/ 790999 w 2119654"/>
              <a:gd name="connsiteY49490" fmla="*/ 2152609 h 2398711"/>
              <a:gd name="connsiteX49491" fmla="*/ 792673 w 2119654"/>
              <a:gd name="connsiteY49491" fmla="*/ 2154077 h 2398711"/>
              <a:gd name="connsiteX49492" fmla="*/ 794270 w 2119654"/>
              <a:gd name="connsiteY49492" fmla="*/ 2153052 h 2398711"/>
              <a:gd name="connsiteX49493" fmla="*/ 799230 w 2119654"/>
              <a:gd name="connsiteY49493" fmla="*/ 2134146 h 2398711"/>
              <a:gd name="connsiteX49494" fmla="*/ 799513 w 2119654"/>
              <a:gd name="connsiteY49494" fmla="*/ 2134575 h 2398711"/>
              <a:gd name="connsiteX49495" fmla="*/ 800749 w 2119654"/>
              <a:gd name="connsiteY49495" fmla="*/ 2134216 h 2398711"/>
              <a:gd name="connsiteX49496" fmla="*/ 801059 w 2119654"/>
              <a:gd name="connsiteY49496" fmla="*/ 2134067 h 2398711"/>
              <a:gd name="connsiteX49497" fmla="*/ 799344 w 2119654"/>
              <a:gd name="connsiteY49497" fmla="*/ 2134114 h 2398711"/>
              <a:gd name="connsiteX49498" fmla="*/ 783544 w 2119654"/>
              <a:gd name="connsiteY49498" fmla="*/ 2169261 h 2398711"/>
              <a:gd name="connsiteX49499" fmla="*/ 784273 w 2119654"/>
              <a:gd name="connsiteY49499" fmla="*/ 2171910 h 2398711"/>
              <a:gd name="connsiteX49500" fmla="*/ 785270 w 2119654"/>
              <a:gd name="connsiteY49500" fmla="*/ 2171468 h 2398711"/>
              <a:gd name="connsiteX49501" fmla="*/ 783663 w 2119654"/>
              <a:gd name="connsiteY49501" fmla="*/ 2169254 h 2398711"/>
              <a:gd name="connsiteX49502" fmla="*/ 806764 w 2119654"/>
              <a:gd name="connsiteY49502" fmla="*/ 2116664 h 2398711"/>
              <a:gd name="connsiteX49503" fmla="*/ 806921 w 2119654"/>
              <a:gd name="connsiteY49503" fmla="*/ 2117423 h 2398711"/>
              <a:gd name="connsiteX49504" fmla="*/ 808614 w 2119654"/>
              <a:gd name="connsiteY49504" fmla="*/ 2116846 h 2398711"/>
              <a:gd name="connsiteX49505" fmla="*/ 796897 w 2119654"/>
              <a:gd name="connsiteY49505" fmla="*/ 2138536 h 2398711"/>
              <a:gd name="connsiteX49506" fmla="*/ 797092 w 2119654"/>
              <a:gd name="connsiteY49506" fmla="*/ 2139034 h 2398711"/>
              <a:gd name="connsiteX49507" fmla="*/ 801084 w 2119654"/>
              <a:gd name="connsiteY49507" fmla="*/ 2137800 h 2398711"/>
              <a:gd name="connsiteX49508" fmla="*/ 1464873 w 2119654"/>
              <a:gd name="connsiteY49508" fmla="*/ 642744 h 2398711"/>
              <a:gd name="connsiteX49509" fmla="*/ 1464723 w 2119654"/>
              <a:gd name="connsiteY49509" fmla="*/ 643813 h 2398711"/>
              <a:gd name="connsiteX49510" fmla="*/ 1464962 w 2119654"/>
              <a:gd name="connsiteY49510" fmla="*/ 645206 h 2398711"/>
              <a:gd name="connsiteX49511" fmla="*/ 1465378 w 2119654"/>
              <a:gd name="connsiteY49511" fmla="*/ 644027 h 2398711"/>
              <a:gd name="connsiteX49512" fmla="*/ 798780 w 2119654"/>
              <a:gd name="connsiteY49512" fmla="*/ 2134154 h 2398711"/>
              <a:gd name="connsiteX49513" fmla="*/ 798860 w 2119654"/>
              <a:gd name="connsiteY49513" fmla="*/ 2134131 h 2398711"/>
              <a:gd name="connsiteX49514" fmla="*/ 798857 w 2119654"/>
              <a:gd name="connsiteY49514" fmla="*/ 2134126 h 2398711"/>
              <a:gd name="connsiteX49515" fmla="*/ 798825 w 2119654"/>
              <a:gd name="connsiteY49515" fmla="*/ 2134127 h 2398711"/>
              <a:gd name="connsiteX49516" fmla="*/ 771017 w 2119654"/>
              <a:gd name="connsiteY49516" fmla="*/ 2196137 h 2398711"/>
              <a:gd name="connsiteX49517" fmla="*/ 773247 w 2119654"/>
              <a:gd name="connsiteY49517" fmla="*/ 2202834 h 2398711"/>
              <a:gd name="connsiteX49518" fmla="*/ 784729 w 2119654"/>
              <a:gd name="connsiteY49518" fmla="*/ 2202416 h 2398711"/>
              <a:gd name="connsiteX49519" fmla="*/ 789274 w 2119654"/>
              <a:gd name="connsiteY49519" fmla="*/ 2202190 h 2398711"/>
              <a:gd name="connsiteX49520" fmla="*/ 792126 w 2119654"/>
              <a:gd name="connsiteY49520" fmla="*/ 2200772 h 2398711"/>
              <a:gd name="connsiteX49521" fmla="*/ 790124 w 2119654"/>
              <a:gd name="connsiteY49521" fmla="*/ 2194502 h 2398711"/>
              <a:gd name="connsiteX49522" fmla="*/ 785661 w 2119654"/>
              <a:gd name="connsiteY49522" fmla="*/ 2194708 h 2398711"/>
              <a:gd name="connsiteX49523" fmla="*/ 785265 w 2119654"/>
              <a:gd name="connsiteY49523" fmla="*/ 2194425 h 2398711"/>
              <a:gd name="connsiteX49524" fmla="*/ 790029 w 2119654"/>
              <a:gd name="connsiteY49524" fmla="*/ 2194205 h 2398711"/>
              <a:gd name="connsiteX49525" fmla="*/ 789893 w 2119654"/>
              <a:gd name="connsiteY49525" fmla="*/ 2193781 h 2398711"/>
              <a:gd name="connsiteX49526" fmla="*/ 775141 w 2119654"/>
              <a:gd name="connsiteY49526" fmla="*/ 2193963 h 2398711"/>
              <a:gd name="connsiteX49527" fmla="*/ 772865 w 2119654"/>
              <a:gd name="connsiteY49527" fmla="*/ 2195050 h 2398711"/>
              <a:gd name="connsiteX49528" fmla="*/ 772787 w 2119654"/>
              <a:gd name="connsiteY49528" fmla="*/ 2195114 h 2398711"/>
              <a:gd name="connsiteX49529" fmla="*/ 1486830 w 2119654"/>
              <a:gd name="connsiteY49529" fmla="*/ 593125 h 2398711"/>
              <a:gd name="connsiteX49530" fmla="*/ 1489275 w 2119654"/>
              <a:gd name="connsiteY49530" fmla="*/ 612401 h 2398711"/>
              <a:gd name="connsiteX49531" fmla="*/ 1490354 w 2119654"/>
              <a:gd name="connsiteY49531" fmla="*/ 624886 h 2398711"/>
              <a:gd name="connsiteX49532" fmla="*/ 1490414 w 2119654"/>
              <a:gd name="connsiteY49532" fmla="*/ 625002 h 2398711"/>
              <a:gd name="connsiteX49533" fmla="*/ 1490838 w 2119654"/>
              <a:gd name="connsiteY49533" fmla="*/ 623884 h 2398711"/>
              <a:gd name="connsiteX49534" fmla="*/ 1487352 w 2119654"/>
              <a:gd name="connsiteY49534" fmla="*/ 596409 h 2398711"/>
              <a:gd name="connsiteX49535" fmla="*/ 785441 w 2119654"/>
              <a:gd name="connsiteY49535" fmla="*/ 2163520 h 2398711"/>
              <a:gd name="connsiteX49536" fmla="*/ 787640 w 2119654"/>
              <a:gd name="connsiteY49536" fmla="*/ 2168136 h 2398711"/>
              <a:gd name="connsiteX49537" fmla="*/ 791784 w 2119654"/>
              <a:gd name="connsiteY49537" fmla="*/ 2167782 h 2398711"/>
              <a:gd name="connsiteX49538" fmla="*/ 786993 w 2119654"/>
              <a:gd name="connsiteY49538" fmla="*/ 2163105 h 2398711"/>
              <a:gd name="connsiteX49539" fmla="*/ 1451500 w 2119654"/>
              <a:gd name="connsiteY49539" fmla="*/ 671379 h 2398711"/>
              <a:gd name="connsiteX49540" fmla="*/ 1451682 w 2119654"/>
              <a:gd name="connsiteY49540" fmla="*/ 674238 h 2398711"/>
              <a:gd name="connsiteX49541" fmla="*/ 1452066 w 2119654"/>
              <a:gd name="connsiteY49541" fmla="*/ 674716 h 2398711"/>
              <a:gd name="connsiteX49542" fmla="*/ 795590 w 2119654"/>
              <a:gd name="connsiteY49542" fmla="*/ 2140023 h 2398711"/>
              <a:gd name="connsiteX49543" fmla="*/ 796092 w 2119654"/>
              <a:gd name="connsiteY49543" fmla="*/ 2141102 h 2398711"/>
              <a:gd name="connsiteX49544" fmla="*/ 796700 w 2119654"/>
              <a:gd name="connsiteY49544" fmla="*/ 2142037 h 2398711"/>
              <a:gd name="connsiteX49545" fmla="*/ 797699 w 2119654"/>
              <a:gd name="connsiteY49545" fmla="*/ 2141722 h 2398711"/>
              <a:gd name="connsiteX49546" fmla="*/ 796874 w 2119654"/>
              <a:gd name="connsiteY49546" fmla="*/ 2139626 h 2398711"/>
              <a:gd name="connsiteX49547" fmla="*/ 1521491 w 2119654"/>
              <a:gd name="connsiteY49547" fmla="*/ 514446 h 2398711"/>
              <a:gd name="connsiteX49548" fmla="*/ 1525176 w 2119654"/>
              <a:gd name="connsiteY49548" fmla="*/ 533201 h 2398711"/>
              <a:gd name="connsiteX49549" fmla="*/ 1525921 w 2119654"/>
              <a:gd name="connsiteY49549" fmla="*/ 532633 h 2398711"/>
              <a:gd name="connsiteX49550" fmla="*/ 1525188 w 2119654"/>
              <a:gd name="connsiteY49550" fmla="*/ 522440 h 2398711"/>
              <a:gd name="connsiteX49551" fmla="*/ 796530 w 2119654"/>
              <a:gd name="connsiteY49551" fmla="*/ 2137606 h 2398711"/>
              <a:gd name="connsiteX49552" fmla="*/ 796781 w 2119654"/>
              <a:gd name="connsiteY49552" fmla="*/ 2138242 h 2398711"/>
              <a:gd name="connsiteX49553" fmla="*/ 801138 w 2119654"/>
              <a:gd name="connsiteY49553" fmla="*/ 2137476 h 2398711"/>
              <a:gd name="connsiteX49554" fmla="*/ 800450 w 2119654"/>
              <a:gd name="connsiteY49554" fmla="*/ 2136467 h 2398711"/>
              <a:gd name="connsiteX49555" fmla="*/ 806459 w 2119654"/>
              <a:gd name="connsiteY49555" fmla="*/ 2115183 h 2398711"/>
              <a:gd name="connsiteX49556" fmla="*/ 806519 w 2119654"/>
              <a:gd name="connsiteY49556" fmla="*/ 2115477 h 2398711"/>
              <a:gd name="connsiteX49557" fmla="*/ 808753 w 2119654"/>
              <a:gd name="connsiteY49557" fmla="*/ 2115607 h 2398711"/>
              <a:gd name="connsiteX49558" fmla="*/ 807967 w 2119654"/>
              <a:gd name="connsiteY49558" fmla="*/ 2114831 h 2398711"/>
              <a:gd name="connsiteX49559" fmla="*/ 1443987 w 2119654"/>
              <a:gd name="connsiteY49559" fmla="*/ 686966 h 2398711"/>
              <a:gd name="connsiteX49560" fmla="*/ 1444813 w 2119654"/>
              <a:gd name="connsiteY49560" fmla="*/ 688909 h 2398711"/>
              <a:gd name="connsiteX49561" fmla="*/ 1444675 w 2119654"/>
              <a:gd name="connsiteY49561" fmla="*/ 687819 h 2398711"/>
              <a:gd name="connsiteX49562" fmla="*/ 779578 w 2119654"/>
              <a:gd name="connsiteY49562" fmla="*/ 2174463 h 2398711"/>
              <a:gd name="connsiteX49563" fmla="*/ 783861 w 2119654"/>
              <a:gd name="connsiteY49563" fmla="*/ 2174342 h 2398711"/>
              <a:gd name="connsiteX49564" fmla="*/ 783514 w 2119654"/>
              <a:gd name="connsiteY49564" fmla="*/ 2173083 h 2398711"/>
              <a:gd name="connsiteX49565" fmla="*/ 782859 w 2119654"/>
              <a:gd name="connsiteY49565" fmla="*/ 2173010 h 2398711"/>
              <a:gd name="connsiteX49566" fmla="*/ 1464281 w 2119654"/>
              <a:gd name="connsiteY49566" fmla="*/ 641241 h 2398711"/>
              <a:gd name="connsiteX49567" fmla="*/ 1464557 w 2119654"/>
              <a:gd name="connsiteY49567" fmla="*/ 642845 h 2398711"/>
              <a:gd name="connsiteX49568" fmla="*/ 1464650 w 2119654"/>
              <a:gd name="connsiteY49568" fmla="*/ 642179 h 2398711"/>
              <a:gd name="connsiteX49569" fmla="*/ 804496 w 2119654"/>
              <a:gd name="connsiteY49569" fmla="*/ 2118532 h 2398711"/>
              <a:gd name="connsiteX49570" fmla="*/ 806063 w 2119654"/>
              <a:gd name="connsiteY49570" fmla="*/ 2119030 h 2398711"/>
              <a:gd name="connsiteX49571" fmla="*/ 806953 w 2119654"/>
              <a:gd name="connsiteY49571" fmla="*/ 2119223 h 2398711"/>
              <a:gd name="connsiteX49572" fmla="*/ 806658 w 2119654"/>
              <a:gd name="connsiteY49572" fmla="*/ 2117794 h 2398711"/>
              <a:gd name="connsiteX49573" fmla="*/ 806303 w 2119654"/>
              <a:gd name="connsiteY49573" fmla="*/ 2114429 h 2398711"/>
              <a:gd name="connsiteX49574" fmla="*/ 806414 w 2119654"/>
              <a:gd name="connsiteY49574" fmla="*/ 2114966 h 2398711"/>
              <a:gd name="connsiteX49575" fmla="*/ 807781 w 2119654"/>
              <a:gd name="connsiteY49575" fmla="*/ 2114647 h 2398711"/>
              <a:gd name="connsiteX49576" fmla="*/ 807671 w 2119654"/>
              <a:gd name="connsiteY49576" fmla="*/ 2114538 h 2398711"/>
              <a:gd name="connsiteX49577" fmla="*/ 793261 w 2119654"/>
              <a:gd name="connsiteY49577" fmla="*/ 2143527 h 2398711"/>
              <a:gd name="connsiteX49578" fmla="*/ 795127 w 2119654"/>
              <a:gd name="connsiteY49578" fmla="*/ 2143475 h 2398711"/>
              <a:gd name="connsiteX49579" fmla="*/ 794841 w 2119654"/>
              <a:gd name="connsiteY49579" fmla="*/ 2143047 h 2398711"/>
              <a:gd name="connsiteX49580" fmla="*/ 1502775 w 2119654"/>
              <a:gd name="connsiteY49580" fmla="*/ 554744 h 2398711"/>
              <a:gd name="connsiteX49581" fmla="*/ 1510774 w 2119654"/>
              <a:gd name="connsiteY49581" fmla="*/ 571048 h 2398711"/>
              <a:gd name="connsiteX49582" fmla="*/ 1516324 w 2119654"/>
              <a:gd name="connsiteY49582" fmla="*/ 555773 h 2398711"/>
              <a:gd name="connsiteX49583" fmla="*/ 1515754 w 2119654"/>
              <a:gd name="connsiteY49583" fmla="*/ 553312 h 2398711"/>
              <a:gd name="connsiteX49584" fmla="*/ 1513724 w 2119654"/>
              <a:gd name="connsiteY49584" fmla="*/ 545045 h 2398711"/>
              <a:gd name="connsiteX49585" fmla="*/ 796720 w 2119654"/>
              <a:gd name="connsiteY49585" fmla="*/ 2135387 h 2398711"/>
              <a:gd name="connsiteX49586" fmla="*/ 799220 w 2119654"/>
              <a:gd name="connsiteY49586" fmla="*/ 2134660 h 2398711"/>
              <a:gd name="connsiteX49587" fmla="*/ 798929 w 2119654"/>
              <a:gd name="connsiteY49587" fmla="*/ 2134233 h 2398711"/>
              <a:gd name="connsiteX49588" fmla="*/ 798390 w 2119654"/>
              <a:gd name="connsiteY49588" fmla="*/ 2134388 h 2398711"/>
              <a:gd name="connsiteX49589" fmla="*/ 806219 w 2119654"/>
              <a:gd name="connsiteY49589" fmla="*/ 2114022 h 2398711"/>
              <a:gd name="connsiteX49590" fmla="*/ 806231 w 2119654"/>
              <a:gd name="connsiteY49590" fmla="*/ 2114079 h 2398711"/>
              <a:gd name="connsiteX49591" fmla="*/ 807291 w 2119654"/>
              <a:gd name="connsiteY49591" fmla="*/ 2114163 h 2398711"/>
              <a:gd name="connsiteX49592" fmla="*/ 806812 w 2119654"/>
              <a:gd name="connsiteY49592" fmla="*/ 2113691 h 2398711"/>
              <a:gd name="connsiteX49593" fmla="*/ 802922 w 2119654"/>
              <a:gd name="connsiteY49593" fmla="*/ 2121265 h 2398711"/>
              <a:gd name="connsiteX49594" fmla="*/ 804937 w 2119654"/>
              <a:gd name="connsiteY49594" fmla="*/ 2121597 h 2398711"/>
              <a:gd name="connsiteX49595" fmla="*/ 803700 w 2119654"/>
              <a:gd name="connsiteY49595" fmla="*/ 2121204 h 2398711"/>
              <a:gd name="connsiteX49596" fmla="*/ 795048 w 2119654"/>
              <a:gd name="connsiteY49596" fmla="*/ 2138862 h 2398711"/>
              <a:gd name="connsiteX49597" fmla="*/ 795375 w 2119654"/>
              <a:gd name="connsiteY49597" fmla="*/ 2139565 h 2398711"/>
              <a:gd name="connsiteX49598" fmla="*/ 796689 w 2119654"/>
              <a:gd name="connsiteY49598" fmla="*/ 2139159 h 2398711"/>
              <a:gd name="connsiteX49599" fmla="*/ 796474 w 2119654"/>
              <a:gd name="connsiteY49599" fmla="*/ 2138610 h 2398711"/>
              <a:gd name="connsiteX49600" fmla="*/ 1465773 w 2119654"/>
              <a:gd name="connsiteY49600" fmla="*/ 636331 h 2398711"/>
              <a:gd name="connsiteX49601" fmla="*/ 1465046 w 2119654"/>
              <a:gd name="connsiteY49601" fmla="*/ 641512 h 2398711"/>
              <a:gd name="connsiteX49602" fmla="*/ 1465689 w 2119654"/>
              <a:gd name="connsiteY49602" fmla="*/ 643146 h 2398711"/>
              <a:gd name="connsiteX49603" fmla="*/ 1466114 w 2119654"/>
              <a:gd name="connsiteY49603" fmla="*/ 641940 h 2398711"/>
              <a:gd name="connsiteX49604" fmla="*/ 1466119 w 2119654"/>
              <a:gd name="connsiteY49604" fmla="*/ 637588 h 2398711"/>
              <a:gd name="connsiteX49605" fmla="*/ 1465878 w 2119654"/>
              <a:gd name="connsiteY49605" fmla="*/ 636605 h 2398711"/>
              <a:gd name="connsiteX49606" fmla="*/ 788543 w 2119654"/>
              <a:gd name="connsiteY49606" fmla="*/ 2152276 h 2398711"/>
              <a:gd name="connsiteX49607" fmla="*/ 790723 w 2119654"/>
              <a:gd name="connsiteY49607" fmla="*/ 2155328 h 2398711"/>
              <a:gd name="connsiteX49608" fmla="*/ 792465 w 2119654"/>
              <a:gd name="connsiteY49608" fmla="*/ 2154211 h 2398711"/>
              <a:gd name="connsiteX49609" fmla="*/ 790572 w 2119654"/>
              <a:gd name="connsiteY49609" fmla="*/ 2152551 h 2398711"/>
              <a:gd name="connsiteX49610" fmla="*/ 794709 w 2119654"/>
              <a:gd name="connsiteY49610" fmla="*/ 2138135 h 2398711"/>
              <a:gd name="connsiteX49611" fmla="*/ 794913 w 2119654"/>
              <a:gd name="connsiteY49611" fmla="*/ 2138571 h 2398711"/>
              <a:gd name="connsiteX49612" fmla="*/ 796359 w 2119654"/>
              <a:gd name="connsiteY49612" fmla="*/ 2138317 h 2398711"/>
              <a:gd name="connsiteX49613" fmla="*/ 796125 w 2119654"/>
              <a:gd name="connsiteY49613" fmla="*/ 2137724 h 2398711"/>
              <a:gd name="connsiteX49614" fmla="*/ 805983 w 2119654"/>
              <a:gd name="connsiteY49614" fmla="*/ 2112873 h 2398711"/>
              <a:gd name="connsiteX49615" fmla="*/ 806012 w 2119654"/>
              <a:gd name="connsiteY49615" fmla="*/ 2113013 h 2398711"/>
              <a:gd name="connsiteX49616" fmla="*/ 806084 w 2119654"/>
              <a:gd name="connsiteY49616" fmla="*/ 2112973 h 2398711"/>
              <a:gd name="connsiteX49617" fmla="*/ 1448675 w 2119654"/>
              <a:gd name="connsiteY49617" fmla="*/ 673182 h 2398711"/>
              <a:gd name="connsiteX49618" fmla="*/ 1448590 w 2119654"/>
              <a:gd name="connsiteY49618" fmla="*/ 673655 h 2398711"/>
              <a:gd name="connsiteX49619" fmla="*/ 1450778 w 2119654"/>
              <a:gd name="connsiteY49619" fmla="*/ 677567 h 2398711"/>
              <a:gd name="connsiteX49620" fmla="*/ 1450126 w 2119654"/>
              <a:gd name="connsiteY49620" fmla="*/ 675288 h 2398711"/>
              <a:gd name="connsiteX49621" fmla="*/ 784847 w 2119654"/>
              <a:gd name="connsiteY49621" fmla="*/ 2159558 h 2398711"/>
              <a:gd name="connsiteX49622" fmla="*/ 787527 w 2119654"/>
              <a:gd name="connsiteY49622" fmla="*/ 2162173 h 2398711"/>
              <a:gd name="connsiteX49623" fmla="*/ 793850 w 2119654"/>
              <a:gd name="connsiteY49623" fmla="*/ 2160484 h 2398711"/>
              <a:gd name="connsiteX49624" fmla="*/ 790378 w 2119654"/>
              <a:gd name="connsiteY49624" fmla="*/ 2156010 h 2398711"/>
              <a:gd name="connsiteX49625" fmla="*/ 1455905 w 2119654"/>
              <a:gd name="connsiteY49625" fmla="*/ 656759 h 2398711"/>
              <a:gd name="connsiteX49626" fmla="*/ 1456369 w 2119654"/>
              <a:gd name="connsiteY49626" fmla="*/ 660664 h 2398711"/>
              <a:gd name="connsiteX49627" fmla="*/ 1456631 w 2119654"/>
              <a:gd name="connsiteY49627" fmla="*/ 666449 h 2398711"/>
              <a:gd name="connsiteX49628" fmla="*/ 1456988 w 2119654"/>
              <a:gd name="connsiteY49628" fmla="*/ 667401 h 2398711"/>
              <a:gd name="connsiteX49629" fmla="*/ 1457709 w 2119654"/>
              <a:gd name="connsiteY49629" fmla="*/ 665442 h 2398711"/>
              <a:gd name="connsiteX49630" fmla="*/ 1469267 w 2119654"/>
              <a:gd name="connsiteY49630" fmla="*/ 626059 h 2398711"/>
              <a:gd name="connsiteX49631" fmla="*/ 1469755 w 2119654"/>
              <a:gd name="connsiteY49631" fmla="*/ 629305 h 2398711"/>
              <a:gd name="connsiteX49632" fmla="*/ 1470368 w 2119654"/>
              <a:gd name="connsiteY49632" fmla="*/ 631464 h 2398711"/>
              <a:gd name="connsiteX49633" fmla="*/ 1470159 w 2119654"/>
              <a:gd name="connsiteY49633" fmla="*/ 627141 h 2398711"/>
              <a:gd name="connsiteX49634" fmla="*/ 782201 w 2119654"/>
              <a:gd name="connsiteY49634" fmla="*/ 2164385 h 2398711"/>
              <a:gd name="connsiteX49635" fmla="*/ 782846 w 2119654"/>
              <a:gd name="connsiteY49635" fmla="*/ 2166727 h 2398711"/>
              <a:gd name="connsiteX49636" fmla="*/ 784085 w 2119654"/>
              <a:gd name="connsiteY49636" fmla="*/ 2168441 h 2398711"/>
              <a:gd name="connsiteX49637" fmla="*/ 787525 w 2119654"/>
              <a:gd name="connsiteY49637" fmla="*/ 2168146 h 2398711"/>
              <a:gd name="connsiteX49638" fmla="*/ 785267 w 2119654"/>
              <a:gd name="connsiteY49638" fmla="*/ 2163565 h 2398711"/>
              <a:gd name="connsiteX49639" fmla="*/ 804777 w 2119654"/>
              <a:gd name="connsiteY49639" fmla="*/ 2113701 h 2398711"/>
              <a:gd name="connsiteX49640" fmla="*/ 805708 w 2119654"/>
              <a:gd name="connsiteY49640" fmla="*/ 2113182 h 2398711"/>
              <a:gd name="connsiteX49641" fmla="*/ 805657 w 2119654"/>
              <a:gd name="connsiteY49641" fmla="*/ 2112935 h 2398711"/>
              <a:gd name="connsiteX49642" fmla="*/ 783855 w 2119654"/>
              <a:gd name="connsiteY49642" fmla="*/ 2160194 h 2398711"/>
              <a:gd name="connsiteX49643" fmla="*/ 785107 w 2119654"/>
              <a:gd name="connsiteY49643" fmla="*/ 2162820 h 2398711"/>
              <a:gd name="connsiteX49644" fmla="*/ 786358 w 2119654"/>
              <a:gd name="connsiteY49644" fmla="*/ 2162486 h 2398711"/>
              <a:gd name="connsiteX49645" fmla="*/ 783949 w 2119654"/>
              <a:gd name="connsiteY49645" fmla="*/ 2160134 h 2398711"/>
              <a:gd name="connsiteX49646" fmla="*/ 803880 w 2119654"/>
              <a:gd name="connsiteY49646" fmla="*/ 2115324 h 2398711"/>
              <a:gd name="connsiteX49647" fmla="*/ 806177 w 2119654"/>
              <a:gd name="connsiteY49647" fmla="*/ 2115457 h 2398711"/>
              <a:gd name="connsiteX49648" fmla="*/ 806120 w 2119654"/>
              <a:gd name="connsiteY49648" fmla="*/ 2115179 h 2398711"/>
              <a:gd name="connsiteX49649" fmla="*/ 805942 w 2119654"/>
              <a:gd name="connsiteY49649" fmla="*/ 2115076 h 2398711"/>
              <a:gd name="connsiteX49650" fmla="*/ 806091 w 2119654"/>
              <a:gd name="connsiteY49650" fmla="*/ 2115041 h 2398711"/>
              <a:gd name="connsiteX49651" fmla="*/ 805960 w 2119654"/>
              <a:gd name="connsiteY49651" fmla="*/ 2114402 h 2398711"/>
              <a:gd name="connsiteX49652" fmla="*/ 805589 w 2119654"/>
              <a:gd name="connsiteY49652" fmla="*/ 2114372 h 2398711"/>
              <a:gd name="connsiteX49653" fmla="*/ 802232 w 2119654"/>
              <a:gd name="connsiteY49653" fmla="*/ 2117814 h 2398711"/>
              <a:gd name="connsiteX49654" fmla="*/ 804068 w 2119654"/>
              <a:gd name="connsiteY49654" fmla="*/ 2118397 h 2398711"/>
              <a:gd name="connsiteX49655" fmla="*/ 806604 w 2119654"/>
              <a:gd name="connsiteY49655" fmla="*/ 2117531 h 2398711"/>
              <a:gd name="connsiteX49656" fmla="*/ 806434 w 2119654"/>
              <a:gd name="connsiteY49656" fmla="*/ 2116705 h 2398711"/>
              <a:gd name="connsiteX49657" fmla="*/ 1498578 w 2119654"/>
              <a:gd name="connsiteY49657" fmla="*/ 558462 h 2398711"/>
              <a:gd name="connsiteX49658" fmla="*/ 1508012 w 2119654"/>
              <a:gd name="connsiteY49658" fmla="*/ 578570 h 2398711"/>
              <a:gd name="connsiteX49659" fmla="*/ 1508760 w 2119654"/>
              <a:gd name="connsiteY49659" fmla="*/ 576594 h 2398711"/>
              <a:gd name="connsiteX49660" fmla="*/ 1510551 w 2119654"/>
              <a:gd name="connsiteY49660" fmla="*/ 571663 h 2398711"/>
              <a:gd name="connsiteX49661" fmla="*/ 1503158 w 2119654"/>
              <a:gd name="connsiteY49661" fmla="*/ 556210 h 2398711"/>
              <a:gd name="connsiteX49662" fmla="*/ 1502542 w 2119654"/>
              <a:gd name="connsiteY49662" fmla="*/ 554950 h 2398711"/>
              <a:gd name="connsiteX49663" fmla="*/ 1497942 w 2119654"/>
              <a:gd name="connsiteY49663" fmla="*/ 559025 h 2398711"/>
              <a:gd name="connsiteX49664" fmla="*/ 1499265 w 2119654"/>
              <a:gd name="connsiteY49664" fmla="*/ 577468 h 2398711"/>
              <a:gd name="connsiteX49665" fmla="*/ 1500478 w 2119654"/>
              <a:gd name="connsiteY49665" fmla="*/ 598448 h 2398711"/>
              <a:gd name="connsiteX49666" fmla="*/ 1502170 w 2119654"/>
              <a:gd name="connsiteY49666" fmla="*/ 593982 h 2398711"/>
              <a:gd name="connsiteX49667" fmla="*/ 1501103 w 2119654"/>
              <a:gd name="connsiteY49667" fmla="*/ 586490 h 2398711"/>
              <a:gd name="connsiteX49668" fmla="*/ 1501331 w 2119654"/>
              <a:gd name="connsiteY49668" fmla="*/ 586708 h 2398711"/>
              <a:gd name="connsiteX49669" fmla="*/ 1502314 w 2119654"/>
              <a:gd name="connsiteY49669" fmla="*/ 593604 h 2398711"/>
              <a:gd name="connsiteX49670" fmla="*/ 1507490 w 2119654"/>
              <a:gd name="connsiteY49670" fmla="*/ 579945 h 2398711"/>
              <a:gd name="connsiteX49671" fmla="*/ 1498059 w 2119654"/>
              <a:gd name="connsiteY49671" fmla="*/ 558921 h 2398711"/>
              <a:gd name="connsiteX49672" fmla="*/ 1515880 w 2119654"/>
              <a:gd name="connsiteY49672" fmla="*/ 518108 h 2398711"/>
              <a:gd name="connsiteX49673" fmla="*/ 1518286 w 2119654"/>
              <a:gd name="connsiteY49673" fmla="*/ 526037 h 2398711"/>
              <a:gd name="connsiteX49674" fmla="*/ 1521225 w 2119654"/>
              <a:gd name="connsiteY49674" fmla="*/ 536216 h 2398711"/>
              <a:gd name="connsiteX49675" fmla="*/ 1523938 w 2119654"/>
              <a:gd name="connsiteY49675" fmla="*/ 534146 h 2398711"/>
              <a:gd name="connsiteX49676" fmla="*/ 1523906 w 2119654"/>
              <a:gd name="connsiteY49676" fmla="*/ 533879 h 2398711"/>
              <a:gd name="connsiteX49677" fmla="*/ 1523877 w 2119654"/>
              <a:gd name="connsiteY49677" fmla="*/ 533732 h 2398711"/>
              <a:gd name="connsiteX49678" fmla="*/ 1450293 w 2119654"/>
              <a:gd name="connsiteY49678" fmla="*/ 664269 h 2398711"/>
              <a:gd name="connsiteX49679" fmla="*/ 1449073 w 2119654"/>
              <a:gd name="connsiteY49679" fmla="*/ 670989 h 2398711"/>
              <a:gd name="connsiteX49680" fmla="*/ 1451166 w 2119654"/>
              <a:gd name="connsiteY49680" fmla="*/ 673595 h 2398711"/>
              <a:gd name="connsiteX49681" fmla="*/ 1450869 w 2119654"/>
              <a:gd name="connsiteY49681" fmla="*/ 667663 h 2398711"/>
              <a:gd name="connsiteX49682" fmla="*/ 781469 w 2119654"/>
              <a:gd name="connsiteY49682" fmla="*/ 2161724 h 2398711"/>
              <a:gd name="connsiteX49683" fmla="*/ 781999 w 2119654"/>
              <a:gd name="connsiteY49683" fmla="*/ 2163650 h 2398711"/>
              <a:gd name="connsiteX49684" fmla="*/ 784923 w 2119654"/>
              <a:gd name="connsiteY49684" fmla="*/ 2162869 h 2398711"/>
              <a:gd name="connsiteX49685" fmla="*/ 783665 w 2119654"/>
              <a:gd name="connsiteY49685" fmla="*/ 2160316 h 2398711"/>
              <a:gd name="connsiteX49686" fmla="*/ 1447184 w 2119654"/>
              <a:gd name="connsiteY49686" fmla="*/ 671017 h 2398711"/>
              <a:gd name="connsiteX49687" fmla="*/ 1447166 w 2119654"/>
              <a:gd name="connsiteY49687" fmla="*/ 671108 h 2398711"/>
              <a:gd name="connsiteX49688" fmla="*/ 1448268 w 2119654"/>
              <a:gd name="connsiteY49688" fmla="*/ 673079 h 2398711"/>
              <a:gd name="connsiteX49689" fmla="*/ 1448343 w 2119654"/>
              <a:gd name="connsiteY49689" fmla="*/ 672699 h 2398711"/>
              <a:gd name="connsiteX49690" fmla="*/ 1485277 w 2119654"/>
              <a:gd name="connsiteY49690" fmla="*/ 584713 h 2398711"/>
              <a:gd name="connsiteX49691" fmla="*/ 1484845 w 2119654"/>
              <a:gd name="connsiteY49691" fmla="*/ 613417 h 2398711"/>
              <a:gd name="connsiteX49692" fmla="*/ 1486011 w 2119654"/>
              <a:gd name="connsiteY49692" fmla="*/ 616449 h 2398711"/>
              <a:gd name="connsiteX49693" fmla="*/ 1486056 w 2119654"/>
              <a:gd name="connsiteY49693" fmla="*/ 616537 h 2398711"/>
              <a:gd name="connsiteX49694" fmla="*/ 1486061 w 2119654"/>
              <a:gd name="connsiteY49694" fmla="*/ 615993 h 2398711"/>
              <a:gd name="connsiteX49695" fmla="*/ 1486298 w 2119654"/>
              <a:gd name="connsiteY49695" fmla="*/ 616300 h 2398711"/>
              <a:gd name="connsiteX49696" fmla="*/ 1486292 w 2119654"/>
              <a:gd name="connsiteY49696" fmla="*/ 616995 h 2398711"/>
              <a:gd name="connsiteX49697" fmla="*/ 1488825 w 2119654"/>
              <a:gd name="connsiteY49697" fmla="*/ 621915 h 2398711"/>
              <a:gd name="connsiteX49698" fmla="*/ 1486317 w 2119654"/>
              <a:gd name="connsiteY49698" fmla="*/ 592904 h 2398711"/>
              <a:gd name="connsiteX49699" fmla="*/ 800633 w 2119654"/>
              <a:gd name="connsiteY49699" fmla="*/ 2117307 h 2398711"/>
              <a:gd name="connsiteX49700" fmla="*/ 801967 w 2119654"/>
              <a:gd name="connsiteY49700" fmla="*/ 2117730 h 2398711"/>
              <a:gd name="connsiteX49701" fmla="*/ 806088 w 2119654"/>
              <a:gd name="connsiteY49701" fmla="*/ 2116642 h 2398711"/>
              <a:gd name="connsiteX49702" fmla="*/ 806205 w 2119654"/>
              <a:gd name="connsiteY49702" fmla="*/ 2116609 h 2398711"/>
              <a:gd name="connsiteX49703" fmla="*/ 802265 w 2119654"/>
              <a:gd name="connsiteY49703" fmla="*/ 2116222 h 2398711"/>
              <a:gd name="connsiteX49704" fmla="*/ 801482 w 2119654"/>
              <a:gd name="connsiteY49704" fmla="*/ 2116659 h 2398711"/>
              <a:gd name="connsiteX49705" fmla="*/ 801236 w 2119654"/>
              <a:gd name="connsiteY49705" fmla="*/ 2116783 h 2398711"/>
              <a:gd name="connsiteX49706" fmla="*/ 790601 w 2119654"/>
              <a:gd name="connsiteY49706" fmla="*/ 2139330 h 2398711"/>
              <a:gd name="connsiteX49707" fmla="*/ 792180 w 2119654"/>
              <a:gd name="connsiteY49707" fmla="*/ 2139052 h 2398711"/>
              <a:gd name="connsiteX49708" fmla="*/ 792079 w 2119654"/>
              <a:gd name="connsiteY49708" fmla="*/ 2138900 h 2398711"/>
              <a:gd name="connsiteX49709" fmla="*/ 1447878 w 2119654"/>
              <a:gd name="connsiteY49709" fmla="*/ 667464 h 2398711"/>
              <a:gd name="connsiteX49710" fmla="*/ 1447557 w 2119654"/>
              <a:gd name="connsiteY49710" fmla="*/ 669103 h 2398711"/>
              <a:gd name="connsiteX49711" fmla="*/ 1448759 w 2119654"/>
              <a:gd name="connsiteY49711" fmla="*/ 670597 h 2398711"/>
              <a:gd name="connsiteX49712" fmla="*/ 1448769 w 2119654"/>
              <a:gd name="connsiteY49712" fmla="*/ 670544 h 2398711"/>
              <a:gd name="connsiteX49713" fmla="*/ 1448087 w 2119654"/>
              <a:gd name="connsiteY49713" fmla="*/ 668164 h 2398711"/>
              <a:gd name="connsiteX49714" fmla="*/ 779939 w 2119654"/>
              <a:gd name="connsiteY49714" fmla="*/ 2162706 h 2398711"/>
              <a:gd name="connsiteX49715" fmla="*/ 780845 w 2119654"/>
              <a:gd name="connsiteY49715" fmla="*/ 2163958 h 2398711"/>
              <a:gd name="connsiteX49716" fmla="*/ 780992 w 2119654"/>
              <a:gd name="connsiteY49716" fmla="*/ 2163919 h 2398711"/>
              <a:gd name="connsiteX49717" fmla="*/ 780550 w 2119654"/>
              <a:gd name="connsiteY49717" fmla="*/ 2162314 h 2398711"/>
              <a:gd name="connsiteX49718" fmla="*/ 775573 w 2119654"/>
              <a:gd name="connsiteY49718" fmla="*/ 2172200 h 2398711"/>
              <a:gd name="connsiteX49719" fmla="*/ 777341 w 2119654"/>
              <a:gd name="connsiteY49719" fmla="*/ 2174525 h 2398711"/>
              <a:gd name="connsiteX49720" fmla="*/ 778434 w 2119654"/>
              <a:gd name="connsiteY49720" fmla="*/ 2174494 h 2398711"/>
              <a:gd name="connsiteX49721" fmla="*/ 782002 w 2119654"/>
              <a:gd name="connsiteY49721" fmla="*/ 2172915 h 2398711"/>
              <a:gd name="connsiteX49722" fmla="*/ 1454198 w 2119654"/>
              <a:gd name="connsiteY49722" fmla="*/ 652251 h 2398711"/>
              <a:gd name="connsiteX49723" fmla="*/ 1454038 w 2119654"/>
              <a:gd name="connsiteY49723" fmla="*/ 658169 h 2398711"/>
              <a:gd name="connsiteX49724" fmla="*/ 1454315 w 2119654"/>
              <a:gd name="connsiteY49724" fmla="*/ 660251 h 2398711"/>
              <a:gd name="connsiteX49725" fmla="*/ 1455095 w 2119654"/>
              <a:gd name="connsiteY49725" fmla="*/ 662336 h 2398711"/>
              <a:gd name="connsiteX49726" fmla="*/ 1454680 w 2119654"/>
              <a:gd name="connsiteY49726" fmla="*/ 653174 h 2398711"/>
              <a:gd name="connsiteX49727" fmla="*/ 793746 w 2119654"/>
              <a:gd name="connsiteY49727" fmla="*/ 2130533 h 2398711"/>
              <a:gd name="connsiteX49728" fmla="*/ 793868 w 2119654"/>
              <a:gd name="connsiteY49728" fmla="*/ 2130845 h 2398711"/>
              <a:gd name="connsiteX49729" fmla="*/ 794128 w 2119654"/>
              <a:gd name="connsiteY49729" fmla="*/ 2130632 h 2398711"/>
              <a:gd name="connsiteX49730" fmla="*/ 785865 w 2119654"/>
              <a:gd name="connsiteY49730" fmla="*/ 2148107 h 2398711"/>
              <a:gd name="connsiteX49731" fmla="*/ 787836 w 2119654"/>
              <a:gd name="connsiteY49731" fmla="*/ 2149834 h 2398711"/>
              <a:gd name="connsiteX49732" fmla="*/ 798004 w 2119654"/>
              <a:gd name="connsiteY49732" fmla="*/ 2150462 h 2398711"/>
              <a:gd name="connsiteX49733" fmla="*/ 799216 w 2119654"/>
              <a:gd name="connsiteY49733" fmla="*/ 2149615 h 2398711"/>
              <a:gd name="connsiteX49734" fmla="*/ 797589 w 2119654"/>
              <a:gd name="connsiteY49734" fmla="*/ 2147172 h 2398711"/>
              <a:gd name="connsiteX49735" fmla="*/ 796387 w 2119654"/>
              <a:gd name="connsiteY49735" fmla="*/ 2147180 h 2398711"/>
              <a:gd name="connsiteX49736" fmla="*/ 785668 w 2119654"/>
              <a:gd name="connsiteY49736" fmla="*/ 2148250 h 2398711"/>
              <a:gd name="connsiteX49737" fmla="*/ 786752 w 2119654"/>
              <a:gd name="connsiteY49737" fmla="*/ 2149767 h 2398711"/>
              <a:gd name="connsiteX49738" fmla="*/ 787448 w 2119654"/>
              <a:gd name="connsiteY49738" fmla="*/ 2149810 h 2398711"/>
              <a:gd name="connsiteX49739" fmla="*/ 1454261 w 2119654"/>
              <a:gd name="connsiteY49739" fmla="*/ 649834 h 2398711"/>
              <a:gd name="connsiteX49740" fmla="*/ 1454214 w 2119654"/>
              <a:gd name="connsiteY49740" fmla="*/ 651646 h 2398711"/>
              <a:gd name="connsiteX49741" fmla="*/ 1454649 w 2119654"/>
              <a:gd name="connsiteY49741" fmla="*/ 652477 h 2398711"/>
              <a:gd name="connsiteX49742" fmla="*/ 1454581 w 2119654"/>
              <a:gd name="connsiteY49742" fmla="*/ 650988 h 2398711"/>
              <a:gd name="connsiteX49743" fmla="*/ 1454507 w 2119654"/>
              <a:gd name="connsiteY49743" fmla="*/ 650365 h 2398711"/>
              <a:gd name="connsiteX49744" fmla="*/ 1454285 w 2119654"/>
              <a:gd name="connsiteY49744" fmla="*/ 648967 h 2398711"/>
              <a:gd name="connsiteX49745" fmla="*/ 1454283 w 2119654"/>
              <a:gd name="connsiteY49745" fmla="*/ 649019 h 2398711"/>
              <a:gd name="connsiteX49746" fmla="*/ 1454306 w 2119654"/>
              <a:gd name="connsiteY49746" fmla="*/ 649068 h 2398711"/>
              <a:gd name="connsiteX49747" fmla="*/ 1449461 w 2119654"/>
              <a:gd name="connsiteY49747" fmla="*/ 659359 h 2398711"/>
              <a:gd name="connsiteX49748" fmla="*/ 1447925 w 2119654"/>
              <a:gd name="connsiteY49748" fmla="*/ 667222 h 2398711"/>
              <a:gd name="connsiteX49749" fmla="*/ 1448831 w 2119654"/>
              <a:gd name="connsiteY49749" fmla="*/ 670232 h 2398711"/>
              <a:gd name="connsiteX49750" fmla="*/ 1449974 w 2119654"/>
              <a:gd name="connsiteY49750" fmla="*/ 664454 h 2398711"/>
              <a:gd name="connsiteX49751" fmla="*/ 1450155 w 2119654"/>
              <a:gd name="connsiteY49751" fmla="*/ 663455 h 2398711"/>
              <a:gd name="connsiteX49752" fmla="*/ 1452412 w 2119654"/>
              <a:gd name="connsiteY49752" fmla="*/ 652590 h 2398711"/>
              <a:gd name="connsiteX49753" fmla="*/ 1452099 w 2119654"/>
              <a:gd name="connsiteY49753" fmla="*/ 654317 h 2398711"/>
              <a:gd name="connsiteX49754" fmla="*/ 1453018 w 2119654"/>
              <a:gd name="connsiteY49754" fmla="*/ 656778 h 2398711"/>
              <a:gd name="connsiteX49755" fmla="*/ 1475557 w 2119654"/>
              <a:gd name="connsiteY49755" fmla="*/ 600578 h 2398711"/>
              <a:gd name="connsiteX49756" fmla="*/ 1477620 w 2119654"/>
              <a:gd name="connsiteY49756" fmla="*/ 610314 h 2398711"/>
              <a:gd name="connsiteX49757" fmla="*/ 1480410 w 2119654"/>
              <a:gd name="connsiteY49757" fmla="*/ 628150 h 2398711"/>
              <a:gd name="connsiteX49758" fmla="*/ 1483879 w 2119654"/>
              <a:gd name="connsiteY49758" fmla="*/ 633102 h 2398711"/>
              <a:gd name="connsiteX49759" fmla="*/ 1484020 w 2119654"/>
              <a:gd name="connsiteY49759" fmla="*/ 623711 h 2398711"/>
              <a:gd name="connsiteX49760" fmla="*/ 1479870 w 2119654"/>
              <a:gd name="connsiteY49760" fmla="*/ 609307 h 2398711"/>
              <a:gd name="connsiteX49761" fmla="*/ 1452722 w 2119654"/>
              <a:gd name="connsiteY49761" fmla="*/ 650881 h 2398711"/>
              <a:gd name="connsiteX49762" fmla="*/ 1452645 w 2119654"/>
              <a:gd name="connsiteY49762" fmla="*/ 651310 h 2398711"/>
              <a:gd name="connsiteX49763" fmla="*/ 1453475 w 2119654"/>
              <a:gd name="connsiteY49763" fmla="*/ 656534 h 2398711"/>
              <a:gd name="connsiteX49764" fmla="*/ 1452930 w 2119654"/>
              <a:gd name="connsiteY49764" fmla="*/ 649832 h 2398711"/>
              <a:gd name="connsiteX49765" fmla="*/ 1453968 w 2119654"/>
              <a:gd name="connsiteY49765" fmla="*/ 657632 h 2398711"/>
              <a:gd name="connsiteX49766" fmla="*/ 1454114 w 2119654"/>
              <a:gd name="connsiteY49766" fmla="*/ 652095 h 2398711"/>
              <a:gd name="connsiteX49767" fmla="*/ 775948 w 2119654"/>
              <a:gd name="connsiteY49767" fmla="*/ 2165266 h 2398711"/>
              <a:gd name="connsiteX49768" fmla="*/ 779984 w 2119654"/>
              <a:gd name="connsiteY49768" fmla="*/ 2164188 h 2398711"/>
              <a:gd name="connsiteX49769" fmla="*/ 779236 w 2119654"/>
              <a:gd name="connsiteY49769" fmla="*/ 2163157 h 2398711"/>
              <a:gd name="connsiteX49770" fmla="*/ 779959 w 2119654"/>
              <a:gd name="connsiteY49770" fmla="*/ 2156238 h 2398711"/>
              <a:gd name="connsiteX49771" fmla="*/ 781362 w 2119654"/>
              <a:gd name="connsiteY49771" fmla="*/ 2161333 h 2398711"/>
              <a:gd name="connsiteX49772" fmla="*/ 783492 w 2119654"/>
              <a:gd name="connsiteY49772" fmla="*/ 2159966 h 2398711"/>
              <a:gd name="connsiteX49773" fmla="*/ 783456 w 2119654"/>
              <a:gd name="connsiteY49773" fmla="*/ 2159893 h 2398711"/>
              <a:gd name="connsiteX49774" fmla="*/ 783241 w 2119654"/>
              <a:gd name="connsiteY49774" fmla="*/ 2159442 h 2398711"/>
              <a:gd name="connsiteX49775" fmla="*/ 773817 w 2119654"/>
              <a:gd name="connsiteY49775" fmla="*/ 2169894 h 2398711"/>
              <a:gd name="connsiteX49776" fmla="*/ 775436 w 2119654"/>
              <a:gd name="connsiteY49776" fmla="*/ 2172021 h 2398711"/>
              <a:gd name="connsiteX49777" fmla="*/ 778598 w 2119654"/>
              <a:gd name="connsiteY49777" fmla="*/ 2172372 h 2398711"/>
              <a:gd name="connsiteX49778" fmla="*/ 782391 w 2119654"/>
              <a:gd name="connsiteY49778" fmla="*/ 2172743 h 2398711"/>
              <a:gd name="connsiteX49779" fmla="*/ 783308 w 2119654"/>
              <a:gd name="connsiteY49779" fmla="*/ 2172337 h 2398711"/>
              <a:gd name="connsiteX49780" fmla="*/ 782481 w 2119654"/>
              <a:gd name="connsiteY49780" fmla="*/ 2169330 h 2398711"/>
              <a:gd name="connsiteX49781" fmla="*/ 784252 w 2119654"/>
              <a:gd name="connsiteY49781" fmla="*/ 2146265 h 2398711"/>
              <a:gd name="connsiteX49782" fmla="*/ 784663 w 2119654"/>
              <a:gd name="connsiteY49782" fmla="*/ 2146841 h 2398711"/>
              <a:gd name="connsiteX49783" fmla="*/ 788068 w 2119654"/>
              <a:gd name="connsiteY49783" fmla="*/ 2146819 h 2398711"/>
              <a:gd name="connsiteX49784" fmla="*/ 796839 w 2119654"/>
              <a:gd name="connsiteY49784" fmla="*/ 2146047 h 2398711"/>
              <a:gd name="connsiteX49785" fmla="*/ 796682 w 2119654"/>
              <a:gd name="connsiteY49785" fmla="*/ 2145811 h 2398711"/>
              <a:gd name="connsiteX49786" fmla="*/ 788292 w 2119654"/>
              <a:gd name="connsiteY49786" fmla="*/ 2145037 h 2398711"/>
              <a:gd name="connsiteX49787" fmla="*/ 1453294 w 2119654"/>
              <a:gd name="connsiteY49787" fmla="*/ 647736 h 2398711"/>
              <a:gd name="connsiteX49788" fmla="*/ 1453003 w 2119654"/>
              <a:gd name="connsiteY49788" fmla="*/ 649335 h 2398711"/>
              <a:gd name="connsiteX49789" fmla="*/ 1454131 w 2119654"/>
              <a:gd name="connsiteY49789" fmla="*/ 651488 h 2398711"/>
              <a:gd name="connsiteX49790" fmla="*/ 1454179 w 2119654"/>
              <a:gd name="connsiteY49790" fmla="*/ 649657 h 2398711"/>
              <a:gd name="connsiteX49791" fmla="*/ 790944 w 2119654"/>
              <a:gd name="connsiteY49791" fmla="*/ 2129811 h 2398711"/>
              <a:gd name="connsiteX49792" fmla="*/ 791929 w 2119654"/>
              <a:gd name="connsiteY49792" fmla="*/ 2132169 h 2398711"/>
              <a:gd name="connsiteX49793" fmla="*/ 791964 w 2119654"/>
              <a:gd name="connsiteY49793" fmla="*/ 2132244 h 2398711"/>
              <a:gd name="connsiteX49794" fmla="*/ 792690 w 2119654"/>
              <a:gd name="connsiteY49794" fmla="*/ 2131810 h 2398711"/>
              <a:gd name="connsiteX49795" fmla="*/ 793526 w 2119654"/>
              <a:gd name="connsiteY49795" fmla="*/ 2131125 h 2398711"/>
              <a:gd name="connsiteX49796" fmla="*/ 793243 w 2119654"/>
              <a:gd name="connsiteY49796" fmla="*/ 2130403 h 2398711"/>
              <a:gd name="connsiteX49797" fmla="*/ 1453636 w 2119654"/>
              <a:gd name="connsiteY49797" fmla="*/ 645848 h 2398711"/>
              <a:gd name="connsiteX49798" fmla="*/ 1453411 w 2119654"/>
              <a:gd name="connsiteY49798" fmla="*/ 647089 h 2398711"/>
              <a:gd name="connsiteX49799" fmla="*/ 1454202 w 2119654"/>
              <a:gd name="connsiteY49799" fmla="*/ 648838 h 2398711"/>
              <a:gd name="connsiteX49800" fmla="*/ 1454208 w 2119654"/>
              <a:gd name="connsiteY49800" fmla="*/ 648596 h 2398711"/>
              <a:gd name="connsiteX49801" fmla="*/ 784651 w 2119654"/>
              <a:gd name="connsiteY49801" fmla="*/ 2143404 h 2398711"/>
              <a:gd name="connsiteX49802" fmla="*/ 787674 w 2119654"/>
              <a:gd name="connsiteY49802" fmla="*/ 2143683 h 2398711"/>
              <a:gd name="connsiteX49803" fmla="*/ 791839 w 2119654"/>
              <a:gd name="connsiteY49803" fmla="*/ 2143567 h 2398711"/>
              <a:gd name="connsiteX49804" fmla="*/ 794608 w 2119654"/>
              <a:gd name="connsiteY49804" fmla="*/ 2142695 h 2398711"/>
              <a:gd name="connsiteX49805" fmla="*/ 793300 w 2119654"/>
              <a:gd name="connsiteY49805" fmla="*/ 2140731 h 2398711"/>
              <a:gd name="connsiteX49806" fmla="*/ 1452184 w 2119654"/>
              <a:gd name="connsiteY49806" fmla="*/ 648405 h 2398711"/>
              <a:gd name="connsiteX49807" fmla="*/ 1452512 w 2119654"/>
              <a:gd name="connsiteY49807" fmla="*/ 650472 h 2398711"/>
              <a:gd name="connsiteX49808" fmla="*/ 1452602 w 2119654"/>
              <a:gd name="connsiteY49808" fmla="*/ 649973 h 2398711"/>
              <a:gd name="connsiteX49809" fmla="*/ 1452465 w 2119654"/>
              <a:gd name="connsiteY49809" fmla="*/ 648943 h 2398711"/>
              <a:gd name="connsiteX49810" fmla="*/ 782308 w 2119654"/>
              <a:gd name="connsiteY49810" fmla="*/ 2146856 h 2398711"/>
              <a:gd name="connsiteX49811" fmla="*/ 783269 w 2119654"/>
              <a:gd name="connsiteY49811" fmla="*/ 2146850 h 2398711"/>
              <a:gd name="connsiteX49812" fmla="*/ 783089 w 2119654"/>
              <a:gd name="connsiteY49812" fmla="*/ 2146618 h 2398711"/>
              <a:gd name="connsiteX49813" fmla="*/ 1451718 w 2119654"/>
              <a:gd name="connsiteY49813" fmla="*/ 647797 h 2398711"/>
              <a:gd name="connsiteX49814" fmla="*/ 1451013 w 2119654"/>
              <a:gd name="connsiteY49814" fmla="*/ 651409 h 2398711"/>
              <a:gd name="connsiteX49815" fmla="*/ 1451907 w 2119654"/>
              <a:gd name="connsiteY49815" fmla="*/ 653803 h 2398711"/>
              <a:gd name="connsiteX49816" fmla="*/ 1452286 w 2119654"/>
              <a:gd name="connsiteY49816" fmla="*/ 651717 h 2398711"/>
              <a:gd name="connsiteX49817" fmla="*/ 1485469 w 2119654"/>
              <a:gd name="connsiteY49817" fmla="*/ 571950 h 2398711"/>
              <a:gd name="connsiteX49818" fmla="*/ 1485361 w 2119654"/>
              <a:gd name="connsiteY49818" fmla="*/ 579098 h 2398711"/>
              <a:gd name="connsiteX49819" fmla="*/ 1491831 w 2119654"/>
              <a:gd name="connsiteY49819" fmla="*/ 619755 h 2398711"/>
              <a:gd name="connsiteX49820" fmla="*/ 1491696 w 2119654"/>
              <a:gd name="connsiteY49820" fmla="*/ 608982 h 2398711"/>
              <a:gd name="connsiteX49821" fmla="*/ 1491817 w 2119654"/>
              <a:gd name="connsiteY49821" fmla="*/ 609134 h 2398711"/>
              <a:gd name="connsiteX49822" fmla="*/ 1491961 w 2119654"/>
              <a:gd name="connsiteY49822" fmla="*/ 620573 h 2398711"/>
              <a:gd name="connsiteX49823" fmla="*/ 1492000 w 2119654"/>
              <a:gd name="connsiteY49823" fmla="*/ 620818 h 2398711"/>
              <a:gd name="connsiteX49824" fmla="*/ 1494626 w 2119654"/>
              <a:gd name="connsiteY49824" fmla="*/ 613888 h 2398711"/>
              <a:gd name="connsiteX49825" fmla="*/ 1495530 w 2119654"/>
              <a:gd name="connsiteY49825" fmla="*/ 573211 h 2398711"/>
              <a:gd name="connsiteX49826" fmla="*/ 1495896 w 2119654"/>
              <a:gd name="connsiteY49826" fmla="*/ 573615 h 2398711"/>
              <a:gd name="connsiteX49827" fmla="*/ 1495026 w 2119654"/>
              <a:gd name="connsiteY49827" fmla="*/ 612834 h 2398711"/>
              <a:gd name="connsiteX49828" fmla="*/ 1499689 w 2119654"/>
              <a:gd name="connsiteY49828" fmla="*/ 600530 h 2398711"/>
              <a:gd name="connsiteX49829" fmla="*/ 1497320 w 2119654"/>
              <a:gd name="connsiteY49829" fmla="*/ 559576 h 2398711"/>
              <a:gd name="connsiteX49830" fmla="*/ 1493257 w 2119654"/>
              <a:gd name="connsiteY49830" fmla="*/ 563174 h 2398711"/>
              <a:gd name="connsiteX49831" fmla="*/ 1474607 w 2119654"/>
              <a:gd name="connsiteY49831" fmla="*/ 596102 h 2398711"/>
              <a:gd name="connsiteX49832" fmla="*/ 1474999 w 2119654"/>
              <a:gd name="connsiteY49832" fmla="*/ 597947 h 2398711"/>
              <a:gd name="connsiteX49833" fmla="*/ 1483886 w 2119654"/>
              <a:gd name="connsiteY49833" fmla="*/ 615931 h 2398711"/>
              <a:gd name="connsiteX49834" fmla="*/ 1483769 w 2119654"/>
              <a:gd name="connsiteY49834" fmla="*/ 613901 h 2398711"/>
              <a:gd name="connsiteX49835" fmla="*/ 783691 w 2119654"/>
              <a:gd name="connsiteY49835" fmla="*/ 2143176 h 2398711"/>
              <a:gd name="connsiteX49836" fmla="*/ 793010 w 2119654"/>
              <a:gd name="connsiteY49836" fmla="*/ 2140296 h 2398711"/>
              <a:gd name="connsiteX49837" fmla="*/ 792368 w 2119654"/>
              <a:gd name="connsiteY49837" fmla="*/ 2139332 h 2398711"/>
              <a:gd name="connsiteX49838" fmla="*/ 789184 w 2119654"/>
              <a:gd name="connsiteY49838" fmla="*/ 2139892 h 2398711"/>
              <a:gd name="connsiteX49839" fmla="*/ 1452392 w 2119654"/>
              <a:gd name="connsiteY49839" fmla="*/ 645780 h 2398711"/>
              <a:gd name="connsiteX49840" fmla="*/ 1452803 w 2119654"/>
              <a:gd name="connsiteY49840" fmla="*/ 648869 h 2398711"/>
              <a:gd name="connsiteX49841" fmla="*/ 1453089 w 2119654"/>
              <a:gd name="connsiteY49841" fmla="*/ 647292 h 2398711"/>
              <a:gd name="connsiteX49842" fmla="*/ 783028 w 2119654"/>
              <a:gd name="connsiteY49842" fmla="*/ 2144551 h 2398711"/>
              <a:gd name="connsiteX49843" fmla="*/ 784067 w 2119654"/>
              <a:gd name="connsiteY49843" fmla="*/ 2146007 h 2398711"/>
              <a:gd name="connsiteX49844" fmla="*/ 784688 w 2119654"/>
              <a:gd name="connsiteY49844" fmla="*/ 2145818 h 2398711"/>
              <a:gd name="connsiteX49845" fmla="*/ 787424 w 2119654"/>
              <a:gd name="connsiteY49845" fmla="*/ 2144957 h 2398711"/>
              <a:gd name="connsiteX49846" fmla="*/ 1452072 w 2119654"/>
              <a:gd name="connsiteY49846" fmla="*/ 645989 h 2398711"/>
              <a:gd name="connsiteX49847" fmla="*/ 1451922 w 2119654"/>
              <a:gd name="connsiteY49847" fmla="*/ 646758 h 2398711"/>
              <a:gd name="connsiteX49848" fmla="*/ 1452038 w 2119654"/>
              <a:gd name="connsiteY49848" fmla="*/ 647491 h 2398711"/>
              <a:gd name="connsiteX49849" fmla="*/ 1452351 w 2119654"/>
              <a:gd name="connsiteY49849" fmla="*/ 648090 h 2398711"/>
              <a:gd name="connsiteX49850" fmla="*/ 1445682 w 2119654"/>
              <a:gd name="connsiteY49850" fmla="*/ 660173 h 2398711"/>
              <a:gd name="connsiteX49851" fmla="*/ 1444806 w 2119654"/>
              <a:gd name="connsiteY49851" fmla="*/ 665675 h 2398711"/>
              <a:gd name="connsiteX49852" fmla="*/ 1446676 w 2119654"/>
              <a:gd name="connsiteY49852" fmla="*/ 668003 h 2398711"/>
              <a:gd name="connsiteX49853" fmla="*/ 1447323 w 2119654"/>
              <a:gd name="connsiteY49853" fmla="*/ 665626 h 2398711"/>
              <a:gd name="connsiteX49854" fmla="*/ 766193 w 2119654"/>
              <a:gd name="connsiteY49854" fmla="*/ 2181653 h 2398711"/>
              <a:gd name="connsiteX49855" fmla="*/ 769492 w 2119654"/>
              <a:gd name="connsiteY49855" fmla="*/ 2191559 h 2398711"/>
              <a:gd name="connsiteX49856" fmla="*/ 781558 w 2119654"/>
              <a:gd name="connsiteY49856" fmla="*/ 2181684 h 2398711"/>
              <a:gd name="connsiteX49857" fmla="*/ 780325 w 2119654"/>
              <a:gd name="connsiteY49857" fmla="*/ 2180063 h 2398711"/>
              <a:gd name="connsiteX49858" fmla="*/ 798243 w 2119654"/>
              <a:gd name="connsiteY49858" fmla="*/ 2109676 h 2398711"/>
              <a:gd name="connsiteX49859" fmla="*/ 799865 w 2119654"/>
              <a:gd name="connsiteY49859" fmla="*/ 2109324 h 2398711"/>
              <a:gd name="connsiteX49860" fmla="*/ 801343 w 2119654"/>
              <a:gd name="connsiteY49860" fmla="*/ 2108037 h 2398711"/>
              <a:gd name="connsiteX49861" fmla="*/ 1484413 w 2119654"/>
              <a:gd name="connsiteY49861" fmla="*/ 573140 h 2398711"/>
              <a:gd name="connsiteX49862" fmla="*/ 1484751 w 2119654"/>
              <a:gd name="connsiteY49862" fmla="*/ 575257 h 2398711"/>
              <a:gd name="connsiteX49863" fmla="*/ 1484789 w 2119654"/>
              <a:gd name="connsiteY49863" fmla="*/ 572716 h 2398711"/>
              <a:gd name="connsiteX49864" fmla="*/ 772150 w 2119654"/>
              <a:gd name="connsiteY49864" fmla="*/ 2167702 h 2398711"/>
              <a:gd name="connsiteX49865" fmla="*/ 773408 w 2119654"/>
              <a:gd name="connsiteY49865" fmla="*/ 2169356 h 2398711"/>
              <a:gd name="connsiteX49866" fmla="*/ 782279 w 2119654"/>
              <a:gd name="connsiteY49866" fmla="*/ 2168596 h 2398711"/>
              <a:gd name="connsiteX49867" fmla="*/ 781726 w 2119654"/>
              <a:gd name="connsiteY49867" fmla="*/ 2166586 h 2398711"/>
              <a:gd name="connsiteX49868" fmla="*/ 780464 w 2119654"/>
              <a:gd name="connsiteY49868" fmla="*/ 2164849 h 2398711"/>
              <a:gd name="connsiteX49869" fmla="*/ 773840 w 2119654"/>
              <a:gd name="connsiteY49869" fmla="*/ 2166618 h 2398711"/>
              <a:gd name="connsiteX49870" fmla="*/ 779500 w 2119654"/>
              <a:gd name="connsiteY49870" fmla="*/ 2151049 h 2398711"/>
              <a:gd name="connsiteX49871" fmla="*/ 782429 w 2119654"/>
              <a:gd name="connsiteY49871" fmla="*/ 2157197 h 2398711"/>
              <a:gd name="connsiteX49872" fmla="*/ 784562 w 2119654"/>
              <a:gd name="connsiteY49872" fmla="*/ 2159280 h 2398711"/>
              <a:gd name="connsiteX49873" fmla="*/ 790139 w 2119654"/>
              <a:gd name="connsiteY49873" fmla="*/ 2155702 h 2398711"/>
              <a:gd name="connsiteX49874" fmla="*/ 787354 w 2119654"/>
              <a:gd name="connsiteY49874" fmla="*/ 2152115 h 2398711"/>
              <a:gd name="connsiteX49875" fmla="*/ 1452510 w 2119654"/>
              <a:gd name="connsiteY49875" fmla="*/ 643742 h 2398711"/>
              <a:gd name="connsiteX49876" fmla="*/ 1452325 w 2119654"/>
              <a:gd name="connsiteY49876" fmla="*/ 644689 h 2398711"/>
              <a:gd name="connsiteX49877" fmla="*/ 1453207 w 2119654"/>
              <a:gd name="connsiteY49877" fmla="*/ 646639 h 2398711"/>
              <a:gd name="connsiteX49878" fmla="*/ 1453458 w 2119654"/>
              <a:gd name="connsiteY49878" fmla="*/ 645254 h 2398711"/>
              <a:gd name="connsiteX49879" fmla="*/ 1459164 w 2119654"/>
              <a:gd name="connsiteY49879" fmla="*/ 628235 h 2398711"/>
              <a:gd name="connsiteX49880" fmla="*/ 1460022 w 2119654"/>
              <a:gd name="connsiteY49880" fmla="*/ 633688 h 2398711"/>
              <a:gd name="connsiteX49881" fmla="*/ 1460030 w 2119654"/>
              <a:gd name="connsiteY49881" fmla="*/ 633764 h 2398711"/>
              <a:gd name="connsiteX49882" fmla="*/ 1461334 w 2119654"/>
              <a:gd name="connsiteY49882" fmla="*/ 637242 h 2398711"/>
              <a:gd name="connsiteX49883" fmla="*/ 1462561 w 2119654"/>
              <a:gd name="connsiteY49883" fmla="*/ 640324 h 2398711"/>
              <a:gd name="connsiteX49884" fmla="*/ 1464280 w 2119654"/>
              <a:gd name="connsiteY49884" fmla="*/ 644819 h 2398711"/>
              <a:gd name="connsiteX49885" fmla="*/ 1464463 w 2119654"/>
              <a:gd name="connsiteY49885" fmla="*/ 643514 h 2398711"/>
              <a:gd name="connsiteX49886" fmla="*/ 1463911 w 2119654"/>
              <a:gd name="connsiteY49886" fmla="*/ 640300 h 2398711"/>
              <a:gd name="connsiteX49887" fmla="*/ 765825 w 2119654"/>
              <a:gd name="connsiteY49887" fmla="*/ 2180550 h 2398711"/>
              <a:gd name="connsiteX49888" fmla="*/ 766007 w 2119654"/>
              <a:gd name="connsiteY49888" fmla="*/ 2181097 h 2398711"/>
              <a:gd name="connsiteX49889" fmla="*/ 777225 w 2119654"/>
              <a:gd name="connsiteY49889" fmla="*/ 2179812 h 2398711"/>
              <a:gd name="connsiteX49890" fmla="*/ 769172 w 2119654"/>
              <a:gd name="connsiteY49890" fmla="*/ 2179069 h 2398711"/>
              <a:gd name="connsiteX49891" fmla="*/ 771750 w 2119654"/>
              <a:gd name="connsiteY49891" fmla="*/ 2167176 h 2398711"/>
              <a:gd name="connsiteX49892" fmla="*/ 771914 w 2119654"/>
              <a:gd name="connsiteY49892" fmla="*/ 2167392 h 2398711"/>
              <a:gd name="connsiteX49893" fmla="*/ 772608 w 2119654"/>
              <a:gd name="connsiteY49893" fmla="*/ 2166947 h 2398711"/>
              <a:gd name="connsiteX49894" fmla="*/ 788592 w 2119654"/>
              <a:gd name="connsiteY49894" fmla="*/ 2129204 h 2398711"/>
              <a:gd name="connsiteX49895" fmla="*/ 789889 w 2119654"/>
              <a:gd name="connsiteY49895" fmla="*/ 2131558 h 2398711"/>
              <a:gd name="connsiteX49896" fmla="*/ 790791 w 2119654"/>
              <a:gd name="connsiteY49896" fmla="*/ 2132946 h 2398711"/>
              <a:gd name="connsiteX49897" fmla="*/ 791499 w 2119654"/>
              <a:gd name="connsiteY49897" fmla="*/ 2132522 h 2398711"/>
              <a:gd name="connsiteX49898" fmla="*/ 790139 w 2119654"/>
              <a:gd name="connsiteY49898" fmla="*/ 2129603 h 2398711"/>
              <a:gd name="connsiteX49899" fmla="*/ 1496815 w 2119654"/>
              <a:gd name="connsiteY49899" fmla="*/ 543280 h 2398711"/>
              <a:gd name="connsiteX49900" fmla="*/ 1497779 w 2119654"/>
              <a:gd name="connsiteY49900" fmla="*/ 556738 h 2398711"/>
              <a:gd name="connsiteX49901" fmla="*/ 1501709 w 2119654"/>
              <a:gd name="connsiteY49901" fmla="*/ 553256 h 2398711"/>
              <a:gd name="connsiteX49902" fmla="*/ 780124 w 2119654"/>
              <a:gd name="connsiteY49902" fmla="*/ 2147519 h 2398711"/>
              <a:gd name="connsiteX49903" fmla="*/ 783007 w 2119654"/>
              <a:gd name="connsiteY49903" fmla="*/ 2147265 h 2398711"/>
              <a:gd name="connsiteX49904" fmla="*/ 780916 w 2119654"/>
              <a:gd name="connsiteY49904" fmla="*/ 2147279 h 2398711"/>
              <a:gd name="connsiteX49905" fmla="*/ 778493 w 2119654"/>
              <a:gd name="connsiteY49905" fmla="*/ 2150912 h 2398711"/>
              <a:gd name="connsiteX49906" fmla="*/ 779412 w 2119654"/>
              <a:gd name="connsiteY49906" fmla="*/ 2154252 h 2398711"/>
              <a:gd name="connsiteX49907" fmla="*/ 781948 w 2119654"/>
              <a:gd name="connsiteY49907" fmla="*/ 2156729 h 2398711"/>
              <a:gd name="connsiteX49908" fmla="*/ 779224 w 2119654"/>
              <a:gd name="connsiteY49908" fmla="*/ 2151012 h 2398711"/>
              <a:gd name="connsiteX49909" fmla="*/ 1481767 w 2119654"/>
              <a:gd name="connsiteY49909" fmla="*/ 576121 h 2398711"/>
              <a:gd name="connsiteX49910" fmla="*/ 1482315 w 2119654"/>
              <a:gd name="connsiteY49910" fmla="*/ 583024 h 2398711"/>
              <a:gd name="connsiteX49911" fmla="*/ 1484203 w 2119654"/>
              <a:gd name="connsiteY49911" fmla="*/ 611663 h 2398711"/>
              <a:gd name="connsiteX49912" fmla="*/ 1484679 w 2119654"/>
              <a:gd name="connsiteY49912" fmla="*/ 580000 h 2398711"/>
              <a:gd name="connsiteX49913" fmla="*/ 1484435 w 2119654"/>
              <a:gd name="connsiteY49913" fmla="*/ 578071 h 2398711"/>
              <a:gd name="connsiteX49914" fmla="*/ 1483766 w 2119654"/>
              <a:gd name="connsiteY49914" fmla="*/ 573869 h 2398711"/>
              <a:gd name="connsiteX49915" fmla="*/ 1451438 w 2119654"/>
              <a:gd name="connsiteY49915" fmla="*/ 643712 h 2398711"/>
              <a:gd name="connsiteX49916" fmla="*/ 1451573 w 2119654"/>
              <a:gd name="connsiteY49916" fmla="*/ 644565 h 2398711"/>
              <a:gd name="connsiteX49917" fmla="*/ 1451650 w 2119654"/>
              <a:gd name="connsiteY49917" fmla="*/ 644172 h 2398711"/>
              <a:gd name="connsiteX49918" fmla="*/ 764096 w 2119654"/>
              <a:gd name="connsiteY49918" fmla="*/ 2181316 h 2398711"/>
              <a:gd name="connsiteX49919" fmla="*/ 765612 w 2119654"/>
              <a:gd name="connsiteY49919" fmla="*/ 2181142 h 2398711"/>
              <a:gd name="connsiteX49920" fmla="*/ 765467 w 2119654"/>
              <a:gd name="connsiteY49920" fmla="*/ 2180708 h 2398711"/>
              <a:gd name="connsiteX49921" fmla="*/ 765210 w 2119654"/>
              <a:gd name="connsiteY49921" fmla="*/ 2178704 h 2398711"/>
              <a:gd name="connsiteX49922" fmla="*/ 765688 w 2119654"/>
              <a:gd name="connsiteY49922" fmla="*/ 2180136 h 2398711"/>
              <a:gd name="connsiteX49923" fmla="*/ 768284 w 2119654"/>
              <a:gd name="connsiteY49923" fmla="*/ 2178987 h 2398711"/>
              <a:gd name="connsiteX49924" fmla="*/ 795737 w 2119654"/>
              <a:gd name="connsiteY49924" fmla="*/ 2110220 h 2398711"/>
              <a:gd name="connsiteX49925" fmla="*/ 796944 w 2119654"/>
              <a:gd name="connsiteY49925" fmla="*/ 2109958 h 2398711"/>
              <a:gd name="connsiteX49926" fmla="*/ 801443 w 2119654"/>
              <a:gd name="connsiteY49926" fmla="*/ 2107579 h 2398711"/>
              <a:gd name="connsiteX49927" fmla="*/ 801052 w 2119654"/>
              <a:gd name="connsiteY49927" fmla="*/ 2107060 h 2398711"/>
              <a:gd name="connsiteX49928" fmla="*/ 798163 w 2119654"/>
              <a:gd name="connsiteY49928" fmla="*/ 2107535 h 2398711"/>
              <a:gd name="connsiteX49929" fmla="*/ 778411 w 2119654"/>
              <a:gd name="connsiteY49929" fmla="*/ 2148763 h 2398711"/>
              <a:gd name="connsiteX49930" fmla="*/ 778533 w 2119654"/>
              <a:gd name="connsiteY49930" fmla="*/ 2149020 h 2398711"/>
              <a:gd name="connsiteX49931" fmla="*/ 781772 w 2119654"/>
              <a:gd name="connsiteY49931" fmla="*/ 2149461 h 2398711"/>
              <a:gd name="connsiteX49932" fmla="*/ 785472 w 2119654"/>
              <a:gd name="connsiteY49932" fmla="*/ 2149689 h 2398711"/>
              <a:gd name="connsiteX49933" fmla="*/ 784347 w 2119654"/>
              <a:gd name="connsiteY49933" fmla="*/ 2148240 h 2398711"/>
              <a:gd name="connsiteX49934" fmla="*/ 769046 w 2119654"/>
              <a:gd name="connsiteY49934" fmla="*/ 2169693 h 2398711"/>
              <a:gd name="connsiteX49935" fmla="*/ 769536 w 2119654"/>
              <a:gd name="connsiteY49935" fmla="*/ 2169687 h 2398711"/>
              <a:gd name="connsiteX49936" fmla="*/ 772254 w 2119654"/>
              <a:gd name="connsiteY49936" fmla="*/ 2169454 h 2398711"/>
              <a:gd name="connsiteX49937" fmla="*/ 771324 w 2119654"/>
              <a:gd name="connsiteY49937" fmla="*/ 2168232 h 2398711"/>
              <a:gd name="connsiteX49938" fmla="*/ 795089 w 2119654"/>
              <a:gd name="connsiteY49938" fmla="*/ 2110938 h 2398711"/>
              <a:gd name="connsiteX49939" fmla="*/ 795574 w 2119654"/>
              <a:gd name="connsiteY49939" fmla="*/ 2110681 h 2398711"/>
              <a:gd name="connsiteX49940" fmla="*/ 795259 w 2119654"/>
              <a:gd name="connsiteY49940" fmla="*/ 2110750 h 2398711"/>
              <a:gd name="connsiteX49941" fmla="*/ 1451080 w 2119654"/>
              <a:gd name="connsiteY49941" fmla="*/ 641459 h 2398711"/>
              <a:gd name="connsiteX49942" fmla="*/ 1451195 w 2119654"/>
              <a:gd name="connsiteY49942" fmla="*/ 642190 h 2398711"/>
              <a:gd name="connsiteX49943" fmla="*/ 1451720 w 2119654"/>
              <a:gd name="connsiteY49943" fmla="*/ 643350 h 2398711"/>
              <a:gd name="connsiteX49944" fmla="*/ 1451574 w 2119654"/>
              <a:gd name="connsiteY49944" fmla="*/ 642247 h 2398711"/>
              <a:gd name="connsiteX49945" fmla="*/ 777913 w 2119654"/>
              <a:gd name="connsiteY49945" fmla="*/ 2148807 h 2398711"/>
              <a:gd name="connsiteX49946" fmla="*/ 777950 w 2119654"/>
              <a:gd name="connsiteY49946" fmla="*/ 2148942 h 2398711"/>
              <a:gd name="connsiteX49947" fmla="*/ 778258 w 2119654"/>
              <a:gd name="connsiteY49947" fmla="*/ 2148983 h 2398711"/>
              <a:gd name="connsiteX49948" fmla="*/ 778163 w 2119654"/>
              <a:gd name="connsiteY49948" fmla="*/ 2148784 h 2398711"/>
              <a:gd name="connsiteX49949" fmla="*/ 793933 w 2119654"/>
              <a:gd name="connsiteY49949" fmla="*/ 2112218 h 2398711"/>
              <a:gd name="connsiteX49950" fmla="*/ 794745 w 2119654"/>
              <a:gd name="connsiteY49950" fmla="*/ 2113045 h 2398711"/>
              <a:gd name="connsiteX49951" fmla="*/ 795964 w 2119654"/>
              <a:gd name="connsiteY49951" fmla="*/ 2112719 h 2398711"/>
              <a:gd name="connsiteX49952" fmla="*/ 799212 w 2119654"/>
              <a:gd name="connsiteY49952" fmla="*/ 2109892 h 2398711"/>
              <a:gd name="connsiteX49953" fmla="*/ 796874 w 2119654"/>
              <a:gd name="connsiteY49953" fmla="*/ 2110399 h 2398711"/>
              <a:gd name="connsiteX49954" fmla="*/ 796764 w 2119654"/>
              <a:gd name="connsiteY49954" fmla="*/ 2110457 h 2398711"/>
              <a:gd name="connsiteX49955" fmla="*/ 794457 w 2119654"/>
              <a:gd name="connsiteY49955" fmla="*/ 2111637 h 2398711"/>
              <a:gd name="connsiteX49956" fmla="*/ 1449734 w 2119654"/>
              <a:gd name="connsiteY49956" fmla="*/ 643727 h 2398711"/>
              <a:gd name="connsiteX49957" fmla="*/ 1450061 w 2119654"/>
              <a:gd name="connsiteY49957" fmla="*/ 648860 h 2398711"/>
              <a:gd name="connsiteX49958" fmla="*/ 1450504 w 2119654"/>
              <a:gd name="connsiteY49958" fmla="*/ 650044 h 2398711"/>
              <a:gd name="connsiteX49959" fmla="*/ 1451193 w 2119654"/>
              <a:gd name="connsiteY49959" fmla="*/ 646513 h 2398711"/>
              <a:gd name="connsiteX49960" fmla="*/ 793729 w 2119654"/>
              <a:gd name="connsiteY49960" fmla="*/ 2112010 h 2398711"/>
              <a:gd name="connsiteX49961" fmla="*/ 793772 w 2119654"/>
              <a:gd name="connsiteY49961" fmla="*/ 2112054 h 2398711"/>
              <a:gd name="connsiteX49962" fmla="*/ 793884 w 2119654"/>
              <a:gd name="connsiteY49962" fmla="*/ 2111930 h 2398711"/>
              <a:gd name="connsiteX49963" fmla="*/ 777713 w 2119654"/>
              <a:gd name="connsiteY49963" fmla="*/ 2147299 h 2398711"/>
              <a:gd name="connsiteX49964" fmla="*/ 777911 w 2119654"/>
              <a:gd name="connsiteY49964" fmla="*/ 2147714 h 2398711"/>
              <a:gd name="connsiteX49965" fmla="*/ 778667 w 2119654"/>
              <a:gd name="connsiteY49965" fmla="*/ 2147647 h 2398711"/>
              <a:gd name="connsiteX49966" fmla="*/ 779859 w 2119654"/>
              <a:gd name="connsiteY49966" fmla="*/ 2147285 h 2398711"/>
              <a:gd name="connsiteX49967" fmla="*/ 777556 w 2119654"/>
              <a:gd name="connsiteY49967" fmla="*/ 2147509 h 2398711"/>
              <a:gd name="connsiteX49968" fmla="*/ 777619 w 2119654"/>
              <a:gd name="connsiteY49968" fmla="*/ 2147740 h 2398711"/>
              <a:gd name="connsiteX49969" fmla="*/ 777663 w 2119654"/>
              <a:gd name="connsiteY49969" fmla="*/ 2147736 h 2398711"/>
              <a:gd name="connsiteX49970" fmla="*/ 766896 w 2119654"/>
              <a:gd name="connsiteY49970" fmla="*/ 2171072 h 2398711"/>
              <a:gd name="connsiteX49971" fmla="*/ 774093 w 2119654"/>
              <a:gd name="connsiteY49971" fmla="*/ 2171872 h 2398711"/>
              <a:gd name="connsiteX49972" fmla="*/ 772646 w 2119654"/>
              <a:gd name="connsiteY49972" fmla="*/ 2169970 h 2398711"/>
              <a:gd name="connsiteX49973" fmla="*/ 768158 w 2119654"/>
              <a:gd name="connsiteY49973" fmla="*/ 2170262 h 2398711"/>
              <a:gd name="connsiteX49974" fmla="*/ 775986 w 2119654"/>
              <a:gd name="connsiteY49974" fmla="*/ 2150572 h 2398711"/>
              <a:gd name="connsiteX49975" fmla="*/ 777918 w 2119654"/>
              <a:gd name="connsiteY49975" fmla="*/ 2152756 h 2398711"/>
              <a:gd name="connsiteX49976" fmla="*/ 777368 w 2119654"/>
              <a:gd name="connsiteY49976" fmla="*/ 2150759 h 2398711"/>
              <a:gd name="connsiteX49977" fmla="*/ 777509 w 2119654"/>
              <a:gd name="connsiteY49977" fmla="*/ 2146872 h 2398711"/>
              <a:gd name="connsiteX49978" fmla="*/ 777516 w 2119654"/>
              <a:gd name="connsiteY49978" fmla="*/ 2146887 h 2398711"/>
              <a:gd name="connsiteX49979" fmla="*/ 781251 w 2119654"/>
              <a:gd name="connsiteY49979" fmla="*/ 2146862 h 2398711"/>
              <a:gd name="connsiteX49980" fmla="*/ 782892 w 2119654"/>
              <a:gd name="connsiteY49980" fmla="*/ 2146364 h 2398711"/>
              <a:gd name="connsiteX49981" fmla="*/ 781555 w 2119654"/>
              <a:gd name="connsiteY49981" fmla="*/ 2144643 h 2398711"/>
              <a:gd name="connsiteX49982" fmla="*/ 781427 w 2119654"/>
              <a:gd name="connsiteY49982" fmla="*/ 2144530 h 2398711"/>
              <a:gd name="connsiteX49983" fmla="*/ 1450314 w 2119654"/>
              <a:gd name="connsiteY49983" fmla="*/ 640239 h 2398711"/>
              <a:gd name="connsiteX49984" fmla="*/ 1450666 w 2119654"/>
              <a:gd name="connsiteY49984" fmla="*/ 641017 h 2398711"/>
              <a:gd name="connsiteX49985" fmla="*/ 1450620 w 2119654"/>
              <a:gd name="connsiteY49985" fmla="*/ 640726 h 2398711"/>
              <a:gd name="connsiteX49986" fmla="*/ 1451257 w 2119654"/>
              <a:gd name="connsiteY49986" fmla="*/ 637256 h 2398711"/>
              <a:gd name="connsiteX49987" fmla="*/ 1451454 w 2119654"/>
              <a:gd name="connsiteY49987" fmla="*/ 638738 h 2398711"/>
              <a:gd name="connsiteX49988" fmla="*/ 1452238 w 2119654"/>
              <a:gd name="connsiteY49988" fmla="*/ 639988 h 2398711"/>
              <a:gd name="connsiteX49989" fmla="*/ 792978 w 2119654"/>
              <a:gd name="connsiteY49989" fmla="*/ 2111245 h 2398711"/>
              <a:gd name="connsiteX49990" fmla="*/ 793501 w 2119654"/>
              <a:gd name="connsiteY49990" fmla="*/ 2111778 h 2398711"/>
              <a:gd name="connsiteX49991" fmla="*/ 794498 w 2119654"/>
              <a:gd name="connsiteY49991" fmla="*/ 2111250 h 2398711"/>
              <a:gd name="connsiteX49992" fmla="*/ 794875 w 2119654"/>
              <a:gd name="connsiteY49992" fmla="*/ 2110833 h 2398711"/>
              <a:gd name="connsiteX49993" fmla="*/ 1446554 w 2119654"/>
              <a:gd name="connsiteY49993" fmla="*/ 647466 h 2398711"/>
              <a:gd name="connsiteX49994" fmla="*/ 1446002 w 2119654"/>
              <a:gd name="connsiteY49994" fmla="*/ 658171 h 2398711"/>
              <a:gd name="connsiteX49995" fmla="*/ 1445724 w 2119654"/>
              <a:gd name="connsiteY49995" fmla="*/ 659909 h 2398711"/>
              <a:gd name="connsiteX49996" fmla="*/ 1447381 w 2119654"/>
              <a:gd name="connsiteY49996" fmla="*/ 665415 h 2398711"/>
              <a:gd name="connsiteX49997" fmla="*/ 1447807 w 2119654"/>
              <a:gd name="connsiteY49997" fmla="*/ 663852 h 2398711"/>
              <a:gd name="connsiteX49998" fmla="*/ 1449100 w 2119654"/>
              <a:gd name="connsiteY49998" fmla="*/ 657232 h 2398711"/>
              <a:gd name="connsiteX49999" fmla="*/ 1448099 w 2119654"/>
              <a:gd name="connsiteY49999" fmla="*/ 651332 h 2398711"/>
              <a:gd name="connsiteX50000" fmla="*/ 1465680 w 2119654"/>
              <a:gd name="connsiteY50000" fmla="*/ 604358 h 2398711"/>
              <a:gd name="connsiteX50001" fmla="*/ 1465692 w 2119654"/>
              <a:gd name="connsiteY50001" fmla="*/ 604644 h 2398711"/>
              <a:gd name="connsiteX50002" fmla="*/ 1465732 w 2119654"/>
              <a:gd name="connsiteY50002" fmla="*/ 604706 h 2398711"/>
              <a:gd name="connsiteX50003" fmla="*/ 1473642 w 2119654"/>
              <a:gd name="connsiteY50003" fmla="*/ 585277 h 2398711"/>
              <a:gd name="connsiteX50004" fmla="*/ 1483495 w 2119654"/>
              <a:gd name="connsiteY50004" fmla="*/ 609906 h 2398711"/>
              <a:gd name="connsiteX50005" fmla="*/ 1483550 w 2119654"/>
              <a:gd name="connsiteY50005" fmla="*/ 610047 h 2398711"/>
              <a:gd name="connsiteX50006" fmla="*/ 1481618 w 2119654"/>
              <a:gd name="connsiteY50006" fmla="*/ 576289 h 2398711"/>
              <a:gd name="connsiteX50007" fmla="*/ 1449459 w 2119654"/>
              <a:gd name="connsiteY50007" fmla="*/ 639421 h 2398711"/>
              <a:gd name="connsiteX50008" fmla="*/ 1449688 w 2119654"/>
              <a:gd name="connsiteY50008" fmla="*/ 643001 h 2398711"/>
              <a:gd name="connsiteX50009" fmla="*/ 1451284 w 2119654"/>
              <a:gd name="connsiteY50009" fmla="*/ 646050 h 2398711"/>
              <a:gd name="connsiteX50010" fmla="*/ 1451383 w 2119654"/>
              <a:gd name="connsiteY50010" fmla="*/ 645538 h 2398711"/>
              <a:gd name="connsiteX50011" fmla="*/ 1450913 w 2119654"/>
              <a:gd name="connsiteY50011" fmla="*/ 642574 h 2398711"/>
              <a:gd name="connsiteX50012" fmla="*/ 775787 w 2119654"/>
              <a:gd name="connsiteY50012" fmla="*/ 2147901 h 2398711"/>
              <a:gd name="connsiteX50013" fmla="*/ 776562 w 2119654"/>
              <a:gd name="connsiteY50013" fmla="*/ 2147833 h 2398711"/>
              <a:gd name="connsiteX50014" fmla="*/ 776469 w 2119654"/>
              <a:gd name="connsiteY50014" fmla="*/ 2147493 h 2398711"/>
              <a:gd name="connsiteX50015" fmla="*/ 788941 w 2119654"/>
              <a:gd name="connsiteY50015" fmla="*/ 2117742 h 2398711"/>
              <a:gd name="connsiteX50016" fmla="*/ 789083 w 2119654"/>
              <a:gd name="connsiteY50016" fmla="*/ 2118151 h 2398711"/>
              <a:gd name="connsiteX50017" fmla="*/ 790640 w 2119654"/>
              <a:gd name="connsiteY50017" fmla="*/ 2117059 h 2398711"/>
              <a:gd name="connsiteX50018" fmla="*/ 789799 w 2119654"/>
              <a:gd name="connsiteY50018" fmla="*/ 2116792 h 2398711"/>
              <a:gd name="connsiteX50019" fmla="*/ 1472569 w 2119654"/>
              <a:gd name="connsiteY50019" fmla="*/ 586486 h 2398711"/>
              <a:gd name="connsiteX50020" fmla="*/ 1473957 w 2119654"/>
              <a:gd name="connsiteY50020" fmla="*/ 593034 h 2398711"/>
              <a:gd name="connsiteX50021" fmla="*/ 1483654 w 2119654"/>
              <a:gd name="connsiteY50021" fmla="*/ 611869 h 2398711"/>
              <a:gd name="connsiteX50022" fmla="*/ 1483653 w 2119654"/>
              <a:gd name="connsiteY50022" fmla="*/ 611856 h 2398711"/>
              <a:gd name="connsiteX50023" fmla="*/ 1474858 w 2119654"/>
              <a:gd name="connsiteY50023" fmla="*/ 588983 h 2398711"/>
              <a:gd name="connsiteX50024" fmla="*/ 1473458 w 2119654"/>
              <a:gd name="connsiteY50024" fmla="*/ 585484 h 2398711"/>
              <a:gd name="connsiteX50025" fmla="*/ 787978 w 2119654"/>
              <a:gd name="connsiteY50025" fmla="*/ 2118807 h 2398711"/>
              <a:gd name="connsiteX50026" fmla="*/ 788115 w 2119654"/>
              <a:gd name="connsiteY50026" fmla="*/ 2118829 h 2398711"/>
              <a:gd name="connsiteX50027" fmla="*/ 788535 w 2119654"/>
              <a:gd name="connsiteY50027" fmla="*/ 2118535 h 2398711"/>
              <a:gd name="connsiteX50028" fmla="*/ 788403 w 2119654"/>
              <a:gd name="connsiteY50028" fmla="*/ 2118337 h 2398711"/>
              <a:gd name="connsiteX50029" fmla="*/ 1456531 w 2119654"/>
              <a:gd name="connsiteY50029" fmla="*/ 621547 h 2398711"/>
              <a:gd name="connsiteX50030" fmla="*/ 1456169 w 2119654"/>
              <a:gd name="connsiteY50030" fmla="*/ 623899 h 2398711"/>
              <a:gd name="connsiteX50031" fmla="*/ 1457018 w 2119654"/>
              <a:gd name="connsiteY50031" fmla="*/ 625732 h 2398711"/>
              <a:gd name="connsiteX50032" fmla="*/ 1457266 w 2119654"/>
              <a:gd name="connsiteY50032" fmla="*/ 626395 h 2398711"/>
              <a:gd name="connsiteX50033" fmla="*/ 1456841 w 2119654"/>
              <a:gd name="connsiteY50033" fmla="*/ 622333 h 2398711"/>
              <a:gd name="connsiteX50034" fmla="*/ 763413 w 2119654"/>
              <a:gd name="connsiteY50034" fmla="*/ 2173306 h 2398711"/>
              <a:gd name="connsiteX50035" fmla="*/ 763944 w 2119654"/>
              <a:gd name="connsiteY50035" fmla="*/ 2174901 h 2398711"/>
              <a:gd name="connsiteX50036" fmla="*/ 776137 w 2119654"/>
              <a:gd name="connsiteY50036" fmla="*/ 2174559 h 2398711"/>
              <a:gd name="connsiteX50037" fmla="*/ 774230 w 2119654"/>
              <a:gd name="connsiteY50037" fmla="*/ 2172051 h 2398711"/>
              <a:gd name="connsiteX50038" fmla="*/ 766677 w 2119654"/>
              <a:gd name="connsiteY50038" fmla="*/ 2171212 h 2398711"/>
              <a:gd name="connsiteX50039" fmla="*/ 1471313 w 2119654"/>
              <a:gd name="connsiteY50039" fmla="*/ 587900 h 2398711"/>
              <a:gd name="connsiteX50040" fmla="*/ 1473118 w 2119654"/>
              <a:gd name="connsiteY50040" fmla="*/ 591404 h 2398711"/>
              <a:gd name="connsiteX50041" fmla="*/ 1472170 w 2119654"/>
              <a:gd name="connsiteY50041" fmla="*/ 586935 h 2398711"/>
              <a:gd name="connsiteX50042" fmla="*/ 788517 w 2119654"/>
              <a:gd name="connsiteY50042" fmla="*/ 2116522 h 2398711"/>
              <a:gd name="connsiteX50043" fmla="*/ 788855 w 2119654"/>
              <a:gd name="connsiteY50043" fmla="*/ 2117496 h 2398711"/>
              <a:gd name="connsiteX50044" fmla="*/ 789560 w 2119654"/>
              <a:gd name="connsiteY50044" fmla="*/ 2116716 h 2398711"/>
              <a:gd name="connsiteX50045" fmla="*/ 788751 w 2119654"/>
              <a:gd name="connsiteY50045" fmla="*/ 2116459 h 2398711"/>
              <a:gd name="connsiteX50046" fmla="*/ 1470492 w 2119654"/>
              <a:gd name="connsiteY50046" fmla="*/ 588826 h 2398711"/>
              <a:gd name="connsiteX50047" fmla="*/ 1474128 w 2119654"/>
              <a:gd name="connsiteY50047" fmla="*/ 596185 h 2398711"/>
              <a:gd name="connsiteX50048" fmla="*/ 1474118 w 2119654"/>
              <a:gd name="connsiteY50048" fmla="*/ 596122 h 2398711"/>
              <a:gd name="connsiteX50049" fmla="*/ 1473768 w 2119654"/>
              <a:gd name="connsiteY50049" fmla="*/ 594471 h 2398711"/>
              <a:gd name="connsiteX50050" fmla="*/ 1470726 w 2119654"/>
              <a:gd name="connsiteY50050" fmla="*/ 588562 h 2398711"/>
              <a:gd name="connsiteX50051" fmla="*/ 787715 w 2119654"/>
              <a:gd name="connsiteY50051" fmla="*/ 2116736 h 2398711"/>
              <a:gd name="connsiteX50052" fmla="*/ 788079 w 2119654"/>
              <a:gd name="connsiteY50052" fmla="*/ 2117285 h 2398711"/>
              <a:gd name="connsiteX50053" fmla="*/ 787848 w 2119654"/>
              <a:gd name="connsiteY50053" fmla="*/ 2116701 h 2398711"/>
              <a:gd name="connsiteX50054" fmla="*/ 778223 w 2119654"/>
              <a:gd name="connsiteY50054" fmla="*/ 2137820 h 2398711"/>
              <a:gd name="connsiteX50055" fmla="*/ 779543 w 2119654"/>
              <a:gd name="connsiteY50055" fmla="*/ 2139670 h 2398711"/>
              <a:gd name="connsiteX50056" fmla="*/ 788146 w 2119654"/>
              <a:gd name="connsiteY50056" fmla="*/ 2134527 h 2398711"/>
              <a:gd name="connsiteX50057" fmla="*/ 1447275 w 2119654"/>
              <a:gd name="connsiteY50057" fmla="*/ 639029 h 2398711"/>
              <a:gd name="connsiteX50058" fmla="*/ 1448984 w 2119654"/>
              <a:gd name="connsiteY50058" fmla="*/ 645978 h 2398711"/>
              <a:gd name="connsiteX50059" fmla="*/ 1449684 w 2119654"/>
              <a:gd name="connsiteY50059" fmla="*/ 647851 h 2398711"/>
              <a:gd name="connsiteX50060" fmla="*/ 1449377 w 2119654"/>
              <a:gd name="connsiteY50060" fmla="*/ 643045 h 2398711"/>
              <a:gd name="connsiteX50061" fmla="*/ 790692 w 2119654"/>
              <a:gd name="connsiteY50061" fmla="*/ 2108916 h 2398711"/>
              <a:gd name="connsiteX50062" fmla="*/ 792633 w 2119654"/>
              <a:gd name="connsiteY50062" fmla="*/ 2110894 h 2398711"/>
              <a:gd name="connsiteX50063" fmla="*/ 795355 w 2119654"/>
              <a:gd name="connsiteY50063" fmla="*/ 2110303 h 2398711"/>
              <a:gd name="connsiteX50064" fmla="*/ 797801 w 2119654"/>
              <a:gd name="connsiteY50064" fmla="*/ 2107594 h 2398711"/>
              <a:gd name="connsiteX50065" fmla="*/ 792009 w 2119654"/>
              <a:gd name="connsiteY50065" fmla="*/ 2108546 h 2398711"/>
              <a:gd name="connsiteX50066" fmla="*/ 1449742 w 2119654"/>
              <a:gd name="connsiteY50066" fmla="*/ 633034 h 2398711"/>
              <a:gd name="connsiteX50067" fmla="*/ 1450374 w 2119654"/>
              <a:gd name="connsiteY50067" fmla="*/ 637015 h 2398711"/>
              <a:gd name="connsiteX50068" fmla="*/ 1451013 w 2119654"/>
              <a:gd name="connsiteY50068" fmla="*/ 638036 h 2398711"/>
              <a:gd name="connsiteX50069" fmla="*/ 1450706 w 2119654"/>
              <a:gd name="connsiteY50069" fmla="*/ 635720 h 2398711"/>
              <a:gd name="connsiteX50070" fmla="*/ 1457562 w 2119654"/>
              <a:gd name="connsiteY50070" fmla="*/ 614860 h 2398711"/>
              <a:gd name="connsiteX50071" fmla="*/ 1457313 w 2119654"/>
              <a:gd name="connsiteY50071" fmla="*/ 616473 h 2398711"/>
              <a:gd name="connsiteX50072" fmla="*/ 1458725 w 2119654"/>
              <a:gd name="connsiteY50072" fmla="*/ 625450 h 2398711"/>
              <a:gd name="connsiteX50073" fmla="*/ 1463402 w 2119654"/>
              <a:gd name="connsiteY50073" fmla="*/ 637335 h 2398711"/>
              <a:gd name="connsiteX50074" fmla="*/ 1461426 w 2119654"/>
              <a:gd name="connsiteY50074" fmla="*/ 625819 h 2398711"/>
              <a:gd name="connsiteX50075" fmla="*/ 1461672 w 2119654"/>
              <a:gd name="connsiteY50075" fmla="*/ 626041 h 2398711"/>
              <a:gd name="connsiteX50076" fmla="*/ 1463772 w 2119654"/>
              <a:gd name="connsiteY50076" fmla="*/ 638275 h 2398711"/>
              <a:gd name="connsiteX50077" fmla="*/ 1464823 w 2119654"/>
              <a:gd name="connsiteY50077" fmla="*/ 640946 h 2398711"/>
              <a:gd name="connsiteX50078" fmla="*/ 1465552 w 2119654"/>
              <a:gd name="connsiteY50078" fmla="*/ 635755 h 2398711"/>
              <a:gd name="connsiteX50079" fmla="*/ 762763 w 2119654"/>
              <a:gd name="connsiteY50079" fmla="*/ 2170613 h 2398711"/>
              <a:gd name="connsiteX50080" fmla="*/ 766283 w 2119654"/>
              <a:gd name="connsiteY50080" fmla="*/ 2171004 h 2398711"/>
              <a:gd name="connsiteX50081" fmla="*/ 767358 w 2119654"/>
              <a:gd name="connsiteY50081" fmla="*/ 2170314 h 2398711"/>
              <a:gd name="connsiteX50082" fmla="*/ 760789 w 2119654"/>
              <a:gd name="connsiteY50082" fmla="*/ 2174989 h 2398711"/>
              <a:gd name="connsiteX50083" fmla="*/ 763537 w 2119654"/>
              <a:gd name="connsiteY50083" fmla="*/ 2174912 h 2398711"/>
              <a:gd name="connsiteX50084" fmla="*/ 763074 w 2119654"/>
              <a:gd name="connsiteY50084" fmla="*/ 2173523 h 2398711"/>
              <a:gd name="connsiteX50085" fmla="*/ 1450382 w 2119654"/>
              <a:gd name="connsiteY50085" fmla="*/ 630681 h 2398711"/>
              <a:gd name="connsiteX50086" fmla="*/ 1450923 w 2119654"/>
              <a:gd name="connsiteY50086" fmla="*/ 634743 h 2398711"/>
              <a:gd name="connsiteX50087" fmla="*/ 1451754 w 2119654"/>
              <a:gd name="connsiteY50087" fmla="*/ 636796 h 2398711"/>
              <a:gd name="connsiteX50088" fmla="*/ 1450608 w 2119654"/>
              <a:gd name="connsiteY50088" fmla="*/ 631283 h 2398711"/>
              <a:gd name="connsiteX50089" fmla="*/ 762563 w 2119654"/>
              <a:gd name="connsiteY50089" fmla="*/ 2170755 h 2398711"/>
              <a:gd name="connsiteX50090" fmla="*/ 763286 w 2119654"/>
              <a:gd name="connsiteY50090" fmla="*/ 2172926 h 2398711"/>
              <a:gd name="connsiteX50091" fmla="*/ 766064 w 2119654"/>
              <a:gd name="connsiteY50091" fmla="*/ 2171144 h 2398711"/>
              <a:gd name="connsiteX50092" fmla="*/ 1465367 w 2119654"/>
              <a:gd name="connsiteY50092" fmla="*/ 596304 h 2398711"/>
              <a:gd name="connsiteX50093" fmla="*/ 1465567 w 2119654"/>
              <a:gd name="connsiteY50093" fmla="*/ 601442 h 2398711"/>
              <a:gd name="connsiteX50094" fmla="*/ 1466152 w 2119654"/>
              <a:gd name="connsiteY50094" fmla="*/ 605337 h 2398711"/>
              <a:gd name="connsiteX50095" fmla="*/ 1467216 w 2119654"/>
              <a:gd name="connsiteY50095" fmla="*/ 607205 h 2398711"/>
              <a:gd name="connsiteX50096" fmla="*/ 771212 w 2119654"/>
              <a:gd name="connsiteY50096" fmla="*/ 2150636 h 2398711"/>
              <a:gd name="connsiteX50097" fmla="*/ 779712 w 2119654"/>
              <a:gd name="connsiteY50097" fmla="*/ 2162391 h 2398711"/>
              <a:gd name="connsiteX50098" fmla="*/ 780442 w 2119654"/>
              <a:gd name="connsiteY50098" fmla="*/ 2161923 h 2398711"/>
              <a:gd name="connsiteX50099" fmla="*/ 778480 w 2119654"/>
              <a:gd name="connsiteY50099" fmla="*/ 2154795 h 2398711"/>
              <a:gd name="connsiteX50100" fmla="*/ 773858 w 2119654"/>
              <a:gd name="connsiteY50100" fmla="*/ 2150284 h 2398711"/>
              <a:gd name="connsiteX50101" fmla="*/ 772183 w 2119654"/>
              <a:gd name="connsiteY50101" fmla="*/ 2150056 h 2398711"/>
              <a:gd name="connsiteX50102" fmla="*/ 1447638 w 2119654"/>
              <a:gd name="connsiteY50102" fmla="*/ 635971 h 2398711"/>
              <a:gd name="connsiteX50103" fmla="*/ 1447048 w 2119654"/>
              <a:gd name="connsiteY50103" fmla="*/ 637962 h 2398711"/>
              <a:gd name="connsiteX50104" fmla="*/ 1449331 w 2119654"/>
              <a:gd name="connsiteY50104" fmla="*/ 642321 h 2398711"/>
              <a:gd name="connsiteX50105" fmla="*/ 1449095 w 2119654"/>
              <a:gd name="connsiteY50105" fmla="*/ 638632 h 2398711"/>
              <a:gd name="connsiteX50106" fmla="*/ 1448507 w 2119654"/>
              <a:gd name="connsiteY50106" fmla="*/ 637357 h 2398711"/>
              <a:gd name="connsiteX50107" fmla="*/ 1466508 w 2119654"/>
              <a:gd name="connsiteY50107" fmla="*/ 593315 h 2398711"/>
              <a:gd name="connsiteX50108" fmla="*/ 1469563 w 2119654"/>
              <a:gd name="connsiteY50108" fmla="*/ 611330 h 2398711"/>
              <a:gd name="connsiteX50109" fmla="*/ 1470572 w 2119654"/>
              <a:gd name="connsiteY50109" fmla="*/ 613104 h 2398711"/>
              <a:gd name="connsiteX50110" fmla="*/ 1470424 w 2119654"/>
              <a:gd name="connsiteY50110" fmla="*/ 598289 h 2398711"/>
              <a:gd name="connsiteX50111" fmla="*/ 1470614 w 2119654"/>
              <a:gd name="connsiteY50111" fmla="*/ 598486 h 2398711"/>
              <a:gd name="connsiteX50112" fmla="*/ 1470763 w 2119654"/>
              <a:gd name="connsiteY50112" fmla="*/ 613441 h 2398711"/>
              <a:gd name="connsiteX50113" fmla="*/ 1473616 w 2119654"/>
              <a:gd name="connsiteY50113" fmla="*/ 618455 h 2398711"/>
              <a:gd name="connsiteX50114" fmla="*/ 1478759 w 2119654"/>
              <a:gd name="connsiteY50114" fmla="*/ 625792 h 2398711"/>
              <a:gd name="connsiteX50115" fmla="*/ 1474472 w 2119654"/>
              <a:gd name="connsiteY50115" fmla="*/ 598383 h 2398711"/>
              <a:gd name="connsiteX50116" fmla="*/ 1470015 w 2119654"/>
              <a:gd name="connsiteY50116" fmla="*/ 589364 h 2398711"/>
              <a:gd name="connsiteX50117" fmla="*/ 1457946 w 2119654"/>
              <a:gd name="connsiteY50117" fmla="*/ 612366 h 2398711"/>
              <a:gd name="connsiteX50118" fmla="*/ 1457750 w 2119654"/>
              <a:gd name="connsiteY50118" fmla="*/ 613637 h 2398711"/>
              <a:gd name="connsiteX50119" fmla="*/ 1464713 w 2119654"/>
              <a:gd name="connsiteY50119" fmla="*/ 631843 h 2398711"/>
              <a:gd name="connsiteX50120" fmla="*/ 1460788 w 2119654"/>
              <a:gd name="connsiteY50120" fmla="*/ 615802 h 2398711"/>
              <a:gd name="connsiteX50121" fmla="*/ 785706 w 2119654"/>
              <a:gd name="connsiteY50121" fmla="*/ 2117272 h 2398711"/>
              <a:gd name="connsiteX50122" fmla="*/ 786228 w 2119654"/>
              <a:gd name="connsiteY50122" fmla="*/ 2118519 h 2398711"/>
              <a:gd name="connsiteX50123" fmla="*/ 787711 w 2119654"/>
              <a:gd name="connsiteY50123" fmla="*/ 2118763 h 2398711"/>
              <a:gd name="connsiteX50124" fmla="*/ 788273 w 2119654"/>
              <a:gd name="connsiteY50124" fmla="*/ 2118140 h 2398711"/>
              <a:gd name="connsiteX50125" fmla="*/ 787400 w 2119654"/>
              <a:gd name="connsiteY50125" fmla="*/ 2116821 h 2398711"/>
              <a:gd name="connsiteX50126" fmla="*/ 1436292 w 2119654"/>
              <a:gd name="connsiteY50126" fmla="*/ 660280 h 2398711"/>
              <a:gd name="connsiteX50127" fmla="*/ 1436578 w 2119654"/>
              <a:gd name="connsiteY50127" fmla="*/ 664165 h 2398711"/>
              <a:gd name="connsiteX50128" fmla="*/ 1436879 w 2119654"/>
              <a:gd name="connsiteY50128" fmla="*/ 666072 h 2398711"/>
              <a:gd name="connsiteX50129" fmla="*/ 1437247 w 2119654"/>
              <a:gd name="connsiteY50129" fmla="*/ 666465 h 2398711"/>
              <a:gd name="connsiteX50130" fmla="*/ 1437507 w 2119654"/>
              <a:gd name="connsiteY50130" fmla="*/ 665588 h 2398711"/>
              <a:gd name="connsiteX50131" fmla="*/ 1437887 w 2119654"/>
              <a:gd name="connsiteY50131" fmla="*/ 663202 h 2398711"/>
              <a:gd name="connsiteX50132" fmla="*/ 1437563 w 2119654"/>
              <a:gd name="connsiteY50132" fmla="*/ 662553 h 2398711"/>
              <a:gd name="connsiteX50133" fmla="*/ 1448697 w 2119654"/>
              <a:gd name="connsiteY50133" fmla="*/ 632389 h 2398711"/>
              <a:gd name="connsiteX50134" fmla="*/ 1448304 w 2119654"/>
              <a:gd name="connsiteY50134" fmla="*/ 633716 h 2398711"/>
              <a:gd name="connsiteX50135" fmla="*/ 1448836 w 2119654"/>
              <a:gd name="connsiteY50135" fmla="*/ 634563 h 2398711"/>
              <a:gd name="connsiteX50136" fmla="*/ 762201 w 2119654"/>
              <a:gd name="connsiteY50136" fmla="*/ 2169405 h 2398711"/>
              <a:gd name="connsiteX50137" fmla="*/ 762287 w 2119654"/>
              <a:gd name="connsiteY50137" fmla="*/ 2169776 h 2398711"/>
              <a:gd name="connsiteX50138" fmla="*/ 768313 w 2119654"/>
              <a:gd name="connsiteY50138" fmla="*/ 2169702 h 2398711"/>
              <a:gd name="connsiteX50139" fmla="*/ 771088 w 2119654"/>
              <a:gd name="connsiteY50139" fmla="*/ 2167922 h 2398711"/>
              <a:gd name="connsiteX50140" fmla="*/ 770728 w 2119654"/>
              <a:gd name="connsiteY50140" fmla="*/ 2167449 h 2398711"/>
              <a:gd name="connsiteX50141" fmla="*/ 769799 w 2119654"/>
              <a:gd name="connsiteY50141" fmla="*/ 2167697 h 2398711"/>
              <a:gd name="connsiteX50142" fmla="*/ 1449064 w 2119654"/>
              <a:gd name="connsiteY50142" fmla="*/ 631147 h 2398711"/>
              <a:gd name="connsiteX50143" fmla="*/ 1448955 w 2119654"/>
              <a:gd name="connsiteY50143" fmla="*/ 631519 h 2398711"/>
              <a:gd name="connsiteX50144" fmla="*/ 1449184 w 2119654"/>
              <a:gd name="connsiteY50144" fmla="*/ 635118 h 2398711"/>
              <a:gd name="connsiteX50145" fmla="*/ 1449914 w 2119654"/>
              <a:gd name="connsiteY50145" fmla="*/ 636281 h 2398711"/>
              <a:gd name="connsiteX50146" fmla="*/ 1449125 w 2119654"/>
              <a:gd name="connsiteY50146" fmla="*/ 631317 h 2398711"/>
              <a:gd name="connsiteX50147" fmla="*/ 787262 w 2119654"/>
              <a:gd name="connsiteY50147" fmla="*/ 2112910 h 2398711"/>
              <a:gd name="connsiteX50148" fmla="*/ 787294 w 2119654"/>
              <a:gd name="connsiteY50148" fmla="*/ 2113004 h 2398711"/>
              <a:gd name="connsiteX50149" fmla="*/ 787424 w 2119654"/>
              <a:gd name="connsiteY50149" fmla="*/ 2113049 h 2398711"/>
              <a:gd name="connsiteX50150" fmla="*/ 787289 w 2119654"/>
              <a:gd name="connsiteY50150" fmla="*/ 2112912 h 2398711"/>
              <a:gd name="connsiteX50151" fmla="*/ 1449723 w 2119654"/>
              <a:gd name="connsiteY50151" fmla="*/ 628921 h 2398711"/>
              <a:gd name="connsiteX50152" fmla="*/ 1449310 w 2119654"/>
              <a:gd name="connsiteY50152" fmla="*/ 630316 h 2398711"/>
              <a:gd name="connsiteX50153" fmla="*/ 1449426 w 2119654"/>
              <a:gd name="connsiteY50153" fmla="*/ 631045 h 2398711"/>
              <a:gd name="connsiteX50154" fmla="*/ 1450406 w 2119654"/>
              <a:gd name="connsiteY50154" fmla="*/ 633465 h 2398711"/>
              <a:gd name="connsiteX50155" fmla="*/ 1449845 w 2119654"/>
              <a:gd name="connsiteY50155" fmla="*/ 629249 h 2398711"/>
              <a:gd name="connsiteX50156" fmla="*/ 1464658 w 2119654"/>
              <a:gd name="connsiteY50156" fmla="*/ 595400 h 2398711"/>
              <a:gd name="connsiteX50157" fmla="*/ 1464667 w 2119654"/>
              <a:gd name="connsiteY50157" fmla="*/ 595456 h 2398711"/>
              <a:gd name="connsiteX50158" fmla="*/ 1464665 w 2119654"/>
              <a:gd name="connsiteY50158" fmla="*/ 595392 h 2398711"/>
              <a:gd name="connsiteX50159" fmla="*/ 775241 w 2119654"/>
              <a:gd name="connsiteY50159" fmla="*/ 2139104 h 2398711"/>
              <a:gd name="connsiteX50160" fmla="*/ 775885 w 2119654"/>
              <a:gd name="connsiteY50160" fmla="*/ 2141443 h 2398711"/>
              <a:gd name="connsiteX50161" fmla="*/ 777232 w 2119654"/>
              <a:gd name="connsiteY50161" fmla="*/ 2141052 h 2398711"/>
              <a:gd name="connsiteX50162" fmla="*/ 777369 w 2119654"/>
              <a:gd name="connsiteY50162" fmla="*/ 2140970 h 2398711"/>
              <a:gd name="connsiteX50163" fmla="*/ 775281 w 2119654"/>
              <a:gd name="connsiteY50163" fmla="*/ 2138796 h 2398711"/>
              <a:gd name="connsiteX50164" fmla="*/ 776368 w 2119654"/>
              <a:gd name="connsiteY50164" fmla="*/ 2139777 h 2398711"/>
              <a:gd name="connsiteX50165" fmla="*/ 777583 w 2119654"/>
              <a:gd name="connsiteY50165" fmla="*/ 2140842 h 2398711"/>
              <a:gd name="connsiteX50166" fmla="*/ 778406 w 2119654"/>
              <a:gd name="connsiteY50166" fmla="*/ 2140349 h 2398711"/>
              <a:gd name="connsiteX50167" fmla="*/ 776911 w 2119654"/>
              <a:gd name="connsiteY50167" fmla="*/ 2138255 h 2398711"/>
              <a:gd name="connsiteX50168" fmla="*/ 1435837 w 2119654"/>
              <a:gd name="connsiteY50168" fmla="*/ 659467 h 2398711"/>
              <a:gd name="connsiteX50169" fmla="*/ 1435991 w 2119654"/>
              <a:gd name="connsiteY50169" fmla="*/ 660444 h 2398711"/>
              <a:gd name="connsiteX50170" fmla="*/ 1435931 w 2119654"/>
              <a:gd name="connsiteY50170" fmla="*/ 659636 h 2398711"/>
              <a:gd name="connsiteX50171" fmla="*/ 1456710 w 2119654"/>
              <a:gd name="connsiteY50171" fmla="*/ 612629 h 2398711"/>
              <a:gd name="connsiteX50172" fmla="*/ 1457165 w 2119654"/>
              <a:gd name="connsiteY50172" fmla="*/ 615531 h 2398711"/>
              <a:gd name="connsiteX50173" fmla="*/ 1457353 w 2119654"/>
              <a:gd name="connsiteY50173" fmla="*/ 614313 h 2398711"/>
              <a:gd name="connsiteX50174" fmla="*/ 1471115 w 2119654"/>
              <a:gd name="connsiteY50174" fmla="*/ 579629 h 2398711"/>
              <a:gd name="connsiteX50175" fmla="*/ 1471697 w 2119654"/>
              <a:gd name="connsiteY50175" fmla="*/ 582374 h 2398711"/>
              <a:gd name="connsiteX50176" fmla="*/ 1472053 w 2119654"/>
              <a:gd name="connsiteY50176" fmla="*/ 581973 h 2398711"/>
              <a:gd name="connsiteX50177" fmla="*/ 1461965 w 2119654"/>
              <a:gd name="connsiteY50177" fmla="*/ 599083 h 2398711"/>
              <a:gd name="connsiteX50178" fmla="*/ 1464984 w 2119654"/>
              <a:gd name="connsiteY50178" fmla="*/ 603590 h 2398711"/>
              <a:gd name="connsiteX50179" fmla="*/ 1464781 w 2119654"/>
              <a:gd name="connsiteY50179" fmla="*/ 598372 h 2398711"/>
              <a:gd name="connsiteX50180" fmla="*/ 1464381 w 2119654"/>
              <a:gd name="connsiteY50180" fmla="*/ 595711 h 2398711"/>
              <a:gd name="connsiteX50181" fmla="*/ 1463404 w 2119654"/>
              <a:gd name="connsiteY50181" fmla="*/ 596812 h 2398711"/>
              <a:gd name="connsiteX50182" fmla="*/ 784850 w 2119654"/>
              <a:gd name="connsiteY50182" fmla="*/ 2115221 h 2398711"/>
              <a:gd name="connsiteX50183" fmla="*/ 785025 w 2119654"/>
              <a:gd name="connsiteY50183" fmla="*/ 2115640 h 2398711"/>
              <a:gd name="connsiteX50184" fmla="*/ 785648 w 2119654"/>
              <a:gd name="connsiteY50184" fmla="*/ 2115475 h 2398711"/>
              <a:gd name="connsiteX50185" fmla="*/ 1456678 w 2119654"/>
              <a:gd name="connsiteY50185" fmla="*/ 610832 h 2398711"/>
              <a:gd name="connsiteX50186" fmla="*/ 1457541 w 2119654"/>
              <a:gd name="connsiteY50186" fmla="*/ 613091 h 2398711"/>
              <a:gd name="connsiteX50187" fmla="*/ 1457699 w 2119654"/>
              <a:gd name="connsiteY50187" fmla="*/ 612067 h 2398711"/>
              <a:gd name="connsiteX50188" fmla="*/ 760448 w 2119654"/>
              <a:gd name="connsiteY50188" fmla="*/ 2169799 h 2398711"/>
              <a:gd name="connsiteX50189" fmla="*/ 761828 w 2119654"/>
              <a:gd name="connsiteY50189" fmla="*/ 2169782 h 2398711"/>
              <a:gd name="connsiteX50190" fmla="*/ 761737 w 2119654"/>
              <a:gd name="connsiteY50190" fmla="*/ 2169509 h 2398711"/>
              <a:gd name="connsiteX50191" fmla="*/ 776023 w 2119654"/>
              <a:gd name="connsiteY50191" fmla="*/ 2134738 h 2398711"/>
              <a:gd name="connsiteX50192" fmla="*/ 777980 w 2119654"/>
              <a:gd name="connsiteY50192" fmla="*/ 2137480 h 2398711"/>
              <a:gd name="connsiteX50193" fmla="*/ 786007 w 2119654"/>
              <a:gd name="connsiteY50193" fmla="*/ 2134816 h 2398711"/>
              <a:gd name="connsiteX50194" fmla="*/ 786993 w 2119654"/>
              <a:gd name="connsiteY50194" fmla="*/ 2134444 h 2398711"/>
              <a:gd name="connsiteX50195" fmla="*/ 773883 w 2119654"/>
              <a:gd name="connsiteY50195" fmla="*/ 2139260 h 2398711"/>
              <a:gd name="connsiteX50196" fmla="*/ 774643 w 2119654"/>
              <a:gd name="connsiteY50196" fmla="*/ 2140855 h 2398711"/>
              <a:gd name="connsiteX50197" fmla="*/ 774176 w 2119654"/>
              <a:gd name="connsiteY50197" fmla="*/ 2139163 h 2398711"/>
              <a:gd name="connsiteX50198" fmla="*/ 776261 w 2119654"/>
              <a:gd name="connsiteY50198" fmla="*/ 2133338 h 2398711"/>
              <a:gd name="connsiteX50199" fmla="*/ 788163 w 2119654"/>
              <a:gd name="connsiteY50199" fmla="*/ 2133020 h 2398711"/>
              <a:gd name="connsiteX50200" fmla="*/ 787782 w 2119654"/>
              <a:gd name="connsiteY50200" fmla="*/ 2132448 h 2398711"/>
              <a:gd name="connsiteX50201" fmla="*/ 785495 w 2119654"/>
              <a:gd name="connsiteY50201" fmla="*/ 2128405 h 2398711"/>
              <a:gd name="connsiteX50202" fmla="*/ 784598 w 2119654"/>
              <a:gd name="connsiteY50202" fmla="*/ 2128173 h 2398711"/>
              <a:gd name="connsiteX50203" fmla="*/ 783018 w 2119654"/>
              <a:gd name="connsiteY50203" fmla="*/ 2117991 h 2398711"/>
              <a:gd name="connsiteX50204" fmla="*/ 784867 w 2119654"/>
              <a:gd name="connsiteY50204" fmla="*/ 2118295 h 2398711"/>
              <a:gd name="connsiteX50205" fmla="*/ 784536 w 2119654"/>
              <a:gd name="connsiteY50205" fmla="*/ 2117585 h 2398711"/>
              <a:gd name="connsiteX50206" fmla="*/ 1453168 w 2119654"/>
              <a:gd name="connsiteY50206" fmla="*/ 617274 h 2398711"/>
              <a:gd name="connsiteX50207" fmla="*/ 1453141 w 2119654"/>
              <a:gd name="connsiteY50207" fmla="*/ 617366 h 2398711"/>
              <a:gd name="connsiteX50208" fmla="*/ 1453589 w 2119654"/>
              <a:gd name="connsiteY50208" fmla="*/ 618332 h 2398711"/>
              <a:gd name="connsiteX50209" fmla="*/ 789490 w 2119654"/>
              <a:gd name="connsiteY50209" fmla="*/ 2102872 h 2398711"/>
              <a:gd name="connsiteX50210" fmla="*/ 790115 w 2119654"/>
              <a:gd name="connsiteY50210" fmla="*/ 2103613 h 2398711"/>
              <a:gd name="connsiteX50211" fmla="*/ 790264 w 2119654"/>
              <a:gd name="connsiteY50211" fmla="*/ 2103530 h 2398711"/>
              <a:gd name="connsiteX50212" fmla="*/ 791264 w 2119654"/>
              <a:gd name="connsiteY50212" fmla="*/ 2102797 h 2398711"/>
              <a:gd name="connsiteX50213" fmla="*/ 1453890 w 2119654"/>
              <a:gd name="connsiteY50213" fmla="*/ 614833 h 2398711"/>
              <a:gd name="connsiteX50214" fmla="*/ 1453262 w 2119654"/>
              <a:gd name="connsiteY50214" fmla="*/ 616956 h 2398711"/>
              <a:gd name="connsiteX50215" fmla="*/ 1455151 w 2119654"/>
              <a:gd name="connsiteY50215" fmla="*/ 621704 h 2398711"/>
              <a:gd name="connsiteX50216" fmla="*/ 1455775 w 2119654"/>
              <a:gd name="connsiteY50216" fmla="*/ 623049 h 2398711"/>
              <a:gd name="connsiteX50217" fmla="*/ 1456222 w 2119654"/>
              <a:gd name="connsiteY50217" fmla="*/ 620759 h 2398711"/>
              <a:gd name="connsiteX50218" fmla="*/ 1448623 w 2119654"/>
              <a:gd name="connsiteY50218" fmla="*/ 625993 h 2398711"/>
              <a:gd name="connsiteX50219" fmla="*/ 1448832 w 2119654"/>
              <a:gd name="connsiteY50219" fmla="*/ 627308 h 2398711"/>
              <a:gd name="connsiteX50220" fmla="*/ 1448958 w 2119654"/>
              <a:gd name="connsiteY50220" fmla="*/ 626884 h 2398711"/>
              <a:gd name="connsiteX50221" fmla="*/ 1455209 w 2119654"/>
              <a:gd name="connsiteY50221" fmla="*/ 610372 h 2398711"/>
              <a:gd name="connsiteX50222" fmla="*/ 1454172 w 2119654"/>
              <a:gd name="connsiteY50222" fmla="*/ 613878 h 2398711"/>
              <a:gd name="connsiteX50223" fmla="*/ 1456440 w 2119654"/>
              <a:gd name="connsiteY50223" fmla="*/ 619642 h 2398711"/>
              <a:gd name="connsiteX50224" fmla="*/ 1456518 w 2119654"/>
              <a:gd name="connsiteY50224" fmla="*/ 619241 h 2398711"/>
              <a:gd name="connsiteX50225" fmla="*/ 1456379 w 2119654"/>
              <a:gd name="connsiteY50225" fmla="*/ 617914 h 2398711"/>
              <a:gd name="connsiteX50226" fmla="*/ 789869 w 2119654"/>
              <a:gd name="connsiteY50226" fmla="*/ 2099893 h 2398711"/>
              <a:gd name="connsiteX50227" fmla="*/ 791024 w 2119654"/>
              <a:gd name="connsiteY50227" fmla="*/ 2100292 h 2398711"/>
              <a:gd name="connsiteX50228" fmla="*/ 792918 w 2119654"/>
              <a:gd name="connsiteY50228" fmla="*/ 2099678 h 2398711"/>
              <a:gd name="connsiteX50229" fmla="*/ 791881 w 2119654"/>
              <a:gd name="connsiteY50229" fmla="*/ 2098894 h 2398711"/>
              <a:gd name="connsiteX50230" fmla="*/ 791216 w 2119654"/>
              <a:gd name="connsiteY50230" fmla="*/ 2098783 h 2398711"/>
              <a:gd name="connsiteX50231" fmla="*/ 790491 w 2119654"/>
              <a:gd name="connsiteY50231" fmla="*/ 2098001 h 2398711"/>
              <a:gd name="connsiteX50232" fmla="*/ 790773 w 2119654"/>
              <a:gd name="connsiteY50232" fmla="*/ 2098056 h 2398711"/>
              <a:gd name="connsiteX50233" fmla="*/ 790656 w 2119654"/>
              <a:gd name="connsiteY50233" fmla="*/ 2097968 h 2398711"/>
              <a:gd name="connsiteX50234" fmla="*/ 774054 w 2119654"/>
              <a:gd name="connsiteY50234" fmla="*/ 2134790 h 2398711"/>
              <a:gd name="connsiteX50235" fmla="*/ 775061 w 2119654"/>
              <a:gd name="connsiteY50235" fmla="*/ 2138449 h 2398711"/>
              <a:gd name="connsiteX50236" fmla="*/ 776668 w 2119654"/>
              <a:gd name="connsiteY50236" fmla="*/ 2137916 h 2398711"/>
              <a:gd name="connsiteX50237" fmla="*/ 774430 w 2119654"/>
              <a:gd name="connsiteY50237" fmla="*/ 2134780 h 2398711"/>
              <a:gd name="connsiteX50238" fmla="*/ 789371 w 2119654"/>
              <a:gd name="connsiteY50238" fmla="*/ 2100303 h 2398711"/>
              <a:gd name="connsiteX50239" fmla="*/ 789435 w 2119654"/>
              <a:gd name="connsiteY50239" fmla="*/ 2100306 h 2398711"/>
              <a:gd name="connsiteX50240" fmla="*/ 789386 w 2119654"/>
              <a:gd name="connsiteY50240" fmla="*/ 2100290 h 2398711"/>
              <a:gd name="connsiteX50241" fmla="*/ 769961 w 2119654"/>
              <a:gd name="connsiteY50241" fmla="*/ 2143762 h 2398711"/>
              <a:gd name="connsiteX50242" fmla="*/ 770908 w 2119654"/>
              <a:gd name="connsiteY50242" fmla="*/ 2144832 h 2398711"/>
              <a:gd name="connsiteX50243" fmla="*/ 772935 w 2119654"/>
              <a:gd name="connsiteY50243" fmla="*/ 2143621 h 2398711"/>
              <a:gd name="connsiteX50244" fmla="*/ 771585 w 2119654"/>
              <a:gd name="connsiteY50244" fmla="*/ 2143496 h 2398711"/>
              <a:gd name="connsiteX50245" fmla="*/ 772780 w 2119654"/>
              <a:gd name="connsiteY50245" fmla="*/ 2136945 h 2398711"/>
              <a:gd name="connsiteX50246" fmla="*/ 773710 w 2119654"/>
              <a:gd name="connsiteY50246" fmla="*/ 2138897 h 2398711"/>
              <a:gd name="connsiteX50247" fmla="*/ 774070 w 2119654"/>
              <a:gd name="connsiteY50247" fmla="*/ 2138778 h 2398711"/>
              <a:gd name="connsiteX50248" fmla="*/ 773815 w 2119654"/>
              <a:gd name="connsiteY50248" fmla="*/ 2137854 h 2398711"/>
              <a:gd name="connsiteX50249" fmla="*/ 1447106 w 2119654"/>
              <a:gd name="connsiteY50249" fmla="*/ 626143 h 2398711"/>
              <a:gd name="connsiteX50250" fmla="*/ 1447436 w 2119654"/>
              <a:gd name="connsiteY50250" fmla="*/ 630333 h 2398711"/>
              <a:gd name="connsiteX50251" fmla="*/ 1447340 w 2119654"/>
              <a:gd name="connsiteY50251" fmla="*/ 632179 h 2398711"/>
              <a:gd name="connsiteX50252" fmla="*/ 1447374 w 2119654"/>
              <a:gd name="connsiteY50252" fmla="*/ 632235 h 2398711"/>
              <a:gd name="connsiteX50253" fmla="*/ 1448303 w 2119654"/>
              <a:gd name="connsiteY50253" fmla="*/ 629098 h 2398711"/>
              <a:gd name="connsiteX50254" fmla="*/ 1452255 w 2119654"/>
              <a:gd name="connsiteY50254" fmla="*/ 614425 h 2398711"/>
              <a:gd name="connsiteX50255" fmla="*/ 1452477 w 2119654"/>
              <a:gd name="connsiteY50255" fmla="*/ 614984 h 2398711"/>
              <a:gd name="connsiteX50256" fmla="*/ 1452983 w 2119654"/>
              <a:gd name="connsiteY50256" fmla="*/ 613273 h 2398711"/>
              <a:gd name="connsiteX50257" fmla="*/ 1451980 w 2119654"/>
              <a:gd name="connsiteY50257" fmla="*/ 614860 h 2398711"/>
              <a:gd name="connsiteX50258" fmla="*/ 1452306 w 2119654"/>
              <a:gd name="connsiteY50258" fmla="*/ 615563 h 2398711"/>
              <a:gd name="connsiteX50259" fmla="*/ 1452383 w 2119654"/>
              <a:gd name="connsiteY50259" fmla="*/ 615302 h 2398711"/>
              <a:gd name="connsiteX50260" fmla="*/ 1452119 w 2119654"/>
              <a:gd name="connsiteY50260" fmla="*/ 614639 h 2398711"/>
              <a:gd name="connsiteX50261" fmla="*/ 786605 w 2119654"/>
              <a:gd name="connsiteY50261" fmla="*/ 2104753 h 2398711"/>
              <a:gd name="connsiteX50262" fmla="*/ 786662 w 2119654"/>
              <a:gd name="connsiteY50262" fmla="*/ 2104811 h 2398711"/>
              <a:gd name="connsiteX50263" fmla="*/ 786831 w 2119654"/>
              <a:gd name="connsiteY50263" fmla="*/ 2104757 h 2398711"/>
              <a:gd name="connsiteX50264" fmla="*/ 783819 w 2119654"/>
              <a:gd name="connsiteY50264" fmla="*/ 2110846 h 2398711"/>
              <a:gd name="connsiteX50265" fmla="*/ 784638 w 2119654"/>
              <a:gd name="connsiteY50265" fmla="*/ 2112084 h 2398711"/>
              <a:gd name="connsiteX50266" fmla="*/ 785605 w 2119654"/>
              <a:gd name="connsiteY50266" fmla="*/ 2112419 h 2398711"/>
              <a:gd name="connsiteX50267" fmla="*/ 786118 w 2119654"/>
              <a:gd name="connsiteY50267" fmla="*/ 2112308 h 2398711"/>
              <a:gd name="connsiteX50268" fmla="*/ 785732 w 2119654"/>
              <a:gd name="connsiteY50268" fmla="*/ 2111328 h 2398711"/>
              <a:gd name="connsiteX50269" fmla="*/ 784948 w 2119654"/>
              <a:gd name="connsiteY50269" fmla="*/ 2110529 h 2398711"/>
              <a:gd name="connsiteX50270" fmla="*/ 736788 w 2119654"/>
              <a:gd name="connsiteY50270" fmla="*/ 2215764 h 2398711"/>
              <a:gd name="connsiteX50271" fmla="*/ 767844 w 2119654"/>
              <a:gd name="connsiteY50271" fmla="*/ 2211383 h 2398711"/>
              <a:gd name="connsiteX50272" fmla="*/ 762737 w 2119654"/>
              <a:gd name="connsiteY50272" fmla="*/ 2210248 h 2398711"/>
              <a:gd name="connsiteX50273" fmla="*/ 762556 w 2119654"/>
              <a:gd name="connsiteY50273" fmla="*/ 2210027 h 2398711"/>
              <a:gd name="connsiteX50274" fmla="*/ 768345 w 2119654"/>
              <a:gd name="connsiteY50274" fmla="*/ 2211312 h 2398711"/>
              <a:gd name="connsiteX50275" fmla="*/ 771945 w 2119654"/>
              <a:gd name="connsiteY50275" fmla="*/ 2210804 h 2398711"/>
              <a:gd name="connsiteX50276" fmla="*/ 774987 w 2119654"/>
              <a:gd name="connsiteY50276" fmla="*/ 2209292 h 2398711"/>
              <a:gd name="connsiteX50277" fmla="*/ 772892 w 2119654"/>
              <a:gd name="connsiteY50277" fmla="*/ 2203001 h 2398711"/>
              <a:gd name="connsiteX50278" fmla="*/ 767835 w 2119654"/>
              <a:gd name="connsiteY50278" fmla="*/ 2203186 h 2398711"/>
              <a:gd name="connsiteX50279" fmla="*/ 767633 w 2119654"/>
              <a:gd name="connsiteY50279" fmla="*/ 2203039 h 2398711"/>
              <a:gd name="connsiteX50280" fmla="*/ 772841 w 2119654"/>
              <a:gd name="connsiteY50280" fmla="*/ 2202849 h 2398711"/>
              <a:gd name="connsiteX50281" fmla="*/ 770672 w 2119654"/>
              <a:gd name="connsiteY50281" fmla="*/ 2196337 h 2398711"/>
              <a:gd name="connsiteX50282" fmla="*/ 737915 w 2119654"/>
              <a:gd name="connsiteY50282" fmla="*/ 2215282 h 2398711"/>
              <a:gd name="connsiteX50283" fmla="*/ 772246 w 2119654"/>
              <a:gd name="connsiteY50283" fmla="*/ 2135825 h 2398711"/>
              <a:gd name="connsiteX50284" fmla="*/ 772443 w 2119654"/>
              <a:gd name="connsiteY50284" fmla="*/ 2136239 h 2398711"/>
              <a:gd name="connsiteX50285" fmla="*/ 773677 w 2119654"/>
              <a:gd name="connsiteY50285" fmla="*/ 2137352 h 2398711"/>
              <a:gd name="connsiteX50286" fmla="*/ 773110 w 2119654"/>
              <a:gd name="connsiteY50286" fmla="*/ 2135290 h 2398711"/>
              <a:gd name="connsiteX50287" fmla="*/ 1426593 w 2119654"/>
              <a:gd name="connsiteY50287" fmla="*/ 670554 h 2398711"/>
              <a:gd name="connsiteX50288" fmla="*/ 1426597 w 2119654"/>
              <a:gd name="connsiteY50288" fmla="*/ 671382 h 2398711"/>
              <a:gd name="connsiteX50289" fmla="*/ 1427532 w 2119654"/>
              <a:gd name="connsiteY50289" fmla="*/ 673190 h 2398711"/>
              <a:gd name="connsiteX50290" fmla="*/ 783106 w 2119654"/>
              <a:gd name="connsiteY50290" fmla="*/ 2111046 h 2398711"/>
              <a:gd name="connsiteX50291" fmla="*/ 783354 w 2119654"/>
              <a:gd name="connsiteY50291" fmla="*/ 2111640 h 2398711"/>
              <a:gd name="connsiteX50292" fmla="*/ 784157 w 2119654"/>
              <a:gd name="connsiteY50292" fmla="*/ 2111918 h 2398711"/>
              <a:gd name="connsiteX50293" fmla="*/ 783506 w 2119654"/>
              <a:gd name="connsiteY50293" fmla="*/ 2110934 h 2398711"/>
              <a:gd name="connsiteX50294" fmla="*/ 783310 w 2119654"/>
              <a:gd name="connsiteY50294" fmla="*/ 2110077 h 2398711"/>
              <a:gd name="connsiteX50295" fmla="*/ 783606 w 2119654"/>
              <a:gd name="connsiteY50295" fmla="*/ 2110524 h 2398711"/>
              <a:gd name="connsiteX50296" fmla="*/ 784654 w 2119654"/>
              <a:gd name="connsiteY50296" fmla="*/ 2110229 h 2398711"/>
              <a:gd name="connsiteX50297" fmla="*/ 784254 w 2119654"/>
              <a:gd name="connsiteY50297" fmla="*/ 2109821 h 2398711"/>
              <a:gd name="connsiteX50298" fmla="*/ 783470 w 2119654"/>
              <a:gd name="connsiteY50298" fmla="*/ 2109950 h 2398711"/>
              <a:gd name="connsiteX50299" fmla="*/ 766374 w 2119654"/>
              <a:gd name="connsiteY50299" fmla="*/ 2147371 h 2398711"/>
              <a:gd name="connsiteX50300" fmla="*/ 766608 w 2119654"/>
              <a:gd name="connsiteY50300" fmla="*/ 2147404 h 2398711"/>
              <a:gd name="connsiteX50301" fmla="*/ 766664 w 2119654"/>
              <a:gd name="connsiteY50301" fmla="*/ 2147370 h 2398711"/>
              <a:gd name="connsiteX50302" fmla="*/ 782852 w 2119654"/>
              <a:gd name="connsiteY50302" fmla="*/ 2110439 h 2398711"/>
              <a:gd name="connsiteX50303" fmla="*/ 782963 w 2119654"/>
              <a:gd name="connsiteY50303" fmla="*/ 2110704 h 2398711"/>
              <a:gd name="connsiteX50304" fmla="*/ 783293 w 2119654"/>
              <a:gd name="connsiteY50304" fmla="*/ 2110611 h 2398711"/>
              <a:gd name="connsiteX50305" fmla="*/ 783067 w 2119654"/>
              <a:gd name="connsiteY50305" fmla="*/ 2110269 h 2398711"/>
              <a:gd name="connsiteX50306" fmla="*/ 1446856 w 2119654"/>
              <a:gd name="connsiteY50306" fmla="*/ 622954 h 2398711"/>
              <a:gd name="connsiteX50307" fmla="*/ 1447025 w 2119654"/>
              <a:gd name="connsiteY50307" fmla="*/ 625119 h 2398711"/>
              <a:gd name="connsiteX50308" fmla="*/ 1448444 w 2119654"/>
              <a:gd name="connsiteY50308" fmla="*/ 628620 h 2398711"/>
              <a:gd name="connsiteX50309" fmla="*/ 1448454 w 2119654"/>
              <a:gd name="connsiteY50309" fmla="*/ 628586 h 2398711"/>
              <a:gd name="connsiteX50310" fmla="*/ 1448417 w 2119654"/>
              <a:gd name="connsiteY50310" fmla="*/ 628002 h 2398711"/>
              <a:gd name="connsiteX50311" fmla="*/ 1448582 w 2119654"/>
              <a:gd name="connsiteY50311" fmla="*/ 628155 h 2398711"/>
              <a:gd name="connsiteX50312" fmla="*/ 1448609 w 2119654"/>
              <a:gd name="connsiteY50312" fmla="*/ 628064 h 2398711"/>
              <a:gd name="connsiteX50313" fmla="*/ 1448027 w 2119654"/>
              <a:gd name="connsiteY50313" fmla="*/ 624403 h 2398711"/>
              <a:gd name="connsiteX50314" fmla="*/ 1447250 w 2119654"/>
              <a:gd name="connsiteY50314" fmla="*/ 622331 h 2398711"/>
              <a:gd name="connsiteX50315" fmla="*/ 782701 w 2119654"/>
              <a:gd name="connsiteY50315" fmla="*/ 2110076 h 2398711"/>
              <a:gd name="connsiteX50316" fmla="*/ 782783 w 2119654"/>
              <a:gd name="connsiteY50316" fmla="*/ 2110273 h 2398711"/>
              <a:gd name="connsiteX50317" fmla="*/ 782971 w 2119654"/>
              <a:gd name="connsiteY50317" fmla="*/ 2110125 h 2398711"/>
              <a:gd name="connsiteX50318" fmla="*/ 782916 w 2119654"/>
              <a:gd name="connsiteY50318" fmla="*/ 2110041 h 2398711"/>
              <a:gd name="connsiteX50319" fmla="*/ 785426 w 2119654"/>
              <a:gd name="connsiteY50319" fmla="*/ 2103552 h 2398711"/>
              <a:gd name="connsiteX50320" fmla="*/ 785623 w 2119654"/>
              <a:gd name="connsiteY50320" fmla="*/ 2103754 h 2398711"/>
              <a:gd name="connsiteX50321" fmla="*/ 789705 w 2119654"/>
              <a:gd name="connsiteY50321" fmla="*/ 2103838 h 2398711"/>
              <a:gd name="connsiteX50322" fmla="*/ 789728 w 2119654"/>
              <a:gd name="connsiteY50322" fmla="*/ 2103831 h 2398711"/>
              <a:gd name="connsiteX50323" fmla="*/ 789984 w 2119654"/>
              <a:gd name="connsiteY50323" fmla="*/ 2103687 h 2398711"/>
              <a:gd name="connsiteX50324" fmla="*/ 789302 w 2119654"/>
              <a:gd name="connsiteY50324" fmla="*/ 2102880 h 2398711"/>
              <a:gd name="connsiteX50325" fmla="*/ 786077 w 2119654"/>
              <a:gd name="connsiteY50325" fmla="*/ 2103015 h 2398711"/>
              <a:gd name="connsiteX50326" fmla="*/ 762788 w 2119654"/>
              <a:gd name="connsiteY50326" fmla="*/ 2154109 h 2398711"/>
              <a:gd name="connsiteX50327" fmla="*/ 768607 w 2119654"/>
              <a:gd name="connsiteY50327" fmla="*/ 2163046 h 2398711"/>
              <a:gd name="connsiteX50328" fmla="*/ 771251 w 2119654"/>
              <a:gd name="connsiteY50328" fmla="*/ 2166521 h 2398711"/>
              <a:gd name="connsiteX50329" fmla="*/ 774716 w 2119654"/>
              <a:gd name="connsiteY50329" fmla="*/ 2165595 h 2398711"/>
              <a:gd name="connsiteX50330" fmla="*/ 779007 w 2119654"/>
              <a:gd name="connsiteY50330" fmla="*/ 2162842 h 2398711"/>
              <a:gd name="connsiteX50331" fmla="*/ 770459 w 2119654"/>
              <a:gd name="connsiteY50331" fmla="*/ 2151070 h 2398711"/>
              <a:gd name="connsiteX50332" fmla="*/ 787847 w 2119654"/>
              <a:gd name="connsiteY50332" fmla="*/ 2097483 h 2398711"/>
              <a:gd name="connsiteX50333" fmla="*/ 788068 w 2119654"/>
              <a:gd name="connsiteY50333" fmla="*/ 2097526 h 2398711"/>
              <a:gd name="connsiteX50334" fmla="*/ 789650 w 2119654"/>
              <a:gd name="connsiteY50334" fmla="*/ 2097206 h 2398711"/>
              <a:gd name="connsiteX50335" fmla="*/ 789404 w 2119654"/>
              <a:gd name="connsiteY50335" fmla="*/ 2097021 h 2398711"/>
              <a:gd name="connsiteX50336" fmla="*/ 788676 w 2119654"/>
              <a:gd name="connsiteY50336" fmla="*/ 2097033 h 2398711"/>
              <a:gd name="connsiteX50337" fmla="*/ 780247 w 2119654"/>
              <a:gd name="connsiteY50337" fmla="*/ 2114061 h 2398711"/>
              <a:gd name="connsiteX50338" fmla="*/ 781619 w 2119654"/>
              <a:gd name="connsiteY50338" fmla="*/ 2116551 h 2398711"/>
              <a:gd name="connsiteX50339" fmla="*/ 783785 w 2119654"/>
              <a:gd name="connsiteY50339" fmla="*/ 2115972 h 2398711"/>
              <a:gd name="connsiteX50340" fmla="*/ 783189 w 2119654"/>
              <a:gd name="connsiteY50340" fmla="*/ 2114694 h 2398711"/>
              <a:gd name="connsiteX50341" fmla="*/ 781614 w 2119654"/>
              <a:gd name="connsiteY50341" fmla="*/ 2114195 h 2398711"/>
              <a:gd name="connsiteX50342" fmla="*/ 1459879 w 2119654"/>
              <a:gd name="connsiteY50342" fmla="*/ 592173 h 2398711"/>
              <a:gd name="connsiteX50343" fmla="*/ 1459183 w 2119654"/>
              <a:gd name="connsiteY50343" fmla="*/ 594933 h 2398711"/>
              <a:gd name="connsiteX50344" fmla="*/ 1459771 w 2119654"/>
              <a:gd name="connsiteY50344" fmla="*/ 595813 h 2398711"/>
              <a:gd name="connsiteX50345" fmla="*/ 1460296 w 2119654"/>
              <a:gd name="connsiteY50345" fmla="*/ 595221 h 2398711"/>
              <a:gd name="connsiteX50346" fmla="*/ 1460325 w 2119654"/>
              <a:gd name="connsiteY50346" fmla="*/ 595041 h 2398711"/>
              <a:gd name="connsiteX50347" fmla="*/ 1435323 w 2119654"/>
              <a:gd name="connsiteY50347" fmla="*/ 647097 h 2398711"/>
              <a:gd name="connsiteX50348" fmla="*/ 1435562 w 2119654"/>
              <a:gd name="connsiteY50348" fmla="*/ 650362 h 2398711"/>
              <a:gd name="connsiteX50349" fmla="*/ 1438964 w 2119654"/>
              <a:gd name="connsiteY50349" fmla="*/ 656443 h 2398711"/>
              <a:gd name="connsiteX50350" fmla="*/ 1439493 w 2119654"/>
              <a:gd name="connsiteY50350" fmla="*/ 653121 h 2398711"/>
              <a:gd name="connsiteX50351" fmla="*/ 1439323 w 2119654"/>
              <a:gd name="connsiteY50351" fmla="*/ 652413 h 2398711"/>
              <a:gd name="connsiteX50352" fmla="*/ 1439574 w 2119654"/>
              <a:gd name="connsiteY50352" fmla="*/ 652611 h 2398711"/>
              <a:gd name="connsiteX50353" fmla="*/ 1440347 w 2119654"/>
              <a:gd name="connsiteY50353" fmla="*/ 647759 h 2398711"/>
              <a:gd name="connsiteX50354" fmla="*/ 1440734 w 2119654"/>
              <a:gd name="connsiteY50354" fmla="*/ 640231 h 2398711"/>
              <a:gd name="connsiteX50355" fmla="*/ 1425724 w 2119654"/>
              <a:gd name="connsiteY50355" fmla="*/ 668551 h 2398711"/>
              <a:gd name="connsiteX50356" fmla="*/ 1425477 w 2119654"/>
              <a:gd name="connsiteY50356" fmla="*/ 669217 h 2398711"/>
              <a:gd name="connsiteX50357" fmla="*/ 1426331 w 2119654"/>
              <a:gd name="connsiteY50357" fmla="*/ 670869 h 2398711"/>
              <a:gd name="connsiteX50358" fmla="*/ 1426319 w 2119654"/>
              <a:gd name="connsiteY50358" fmla="*/ 669822 h 2398711"/>
              <a:gd name="connsiteX50359" fmla="*/ 766637 w 2119654"/>
              <a:gd name="connsiteY50359" fmla="*/ 2144309 h 2398711"/>
              <a:gd name="connsiteX50360" fmla="*/ 768190 w 2119654"/>
              <a:gd name="connsiteY50360" fmla="*/ 2146457 h 2398711"/>
              <a:gd name="connsiteX50361" fmla="*/ 769274 w 2119654"/>
              <a:gd name="connsiteY50361" fmla="*/ 2145809 h 2398711"/>
              <a:gd name="connsiteX50362" fmla="*/ 767579 w 2119654"/>
              <a:gd name="connsiteY50362" fmla="*/ 2144154 h 2398711"/>
              <a:gd name="connsiteX50363" fmla="*/ 784945 w 2119654"/>
              <a:gd name="connsiteY50363" fmla="*/ 2103063 h 2398711"/>
              <a:gd name="connsiteX50364" fmla="*/ 785256 w 2119654"/>
              <a:gd name="connsiteY50364" fmla="*/ 2103379 h 2398711"/>
              <a:gd name="connsiteX50365" fmla="*/ 785677 w 2119654"/>
              <a:gd name="connsiteY50365" fmla="*/ 2103033 h 2398711"/>
              <a:gd name="connsiteX50366" fmla="*/ 767773 w 2119654"/>
              <a:gd name="connsiteY50366" fmla="*/ 2141288 h 2398711"/>
              <a:gd name="connsiteX50367" fmla="*/ 768312 w 2119654"/>
              <a:gd name="connsiteY50367" fmla="*/ 2141897 h 2398711"/>
              <a:gd name="connsiteX50368" fmla="*/ 772044 w 2119654"/>
              <a:gd name="connsiteY50368" fmla="*/ 2142241 h 2398711"/>
              <a:gd name="connsiteX50369" fmla="*/ 774202 w 2119654"/>
              <a:gd name="connsiteY50369" fmla="*/ 2141933 h 2398711"/>
              <a:gd name="connsiteX50370" fmla="*/ 774814 w 2119654"/>
              <a:gd name="connsiteY50370" fmla="*/ 2141754 h 2398711"/>
              <a:gd name="connsiteX50371" fmla="*/ 773660 w 2119654"/>
              <a:gd name="connsiteY50371" fmla="*/ 2139334 h 2398711"/>
              <a:gd name="connsiteX50372" fmla="*/ 786454 w 2119654"/>
              <a:gd name="connsiteY50372" fmla="*/ 2099279 h 2398711"/>
              <a:gd name="connsiteX50373" fmla="*/ 787206 w 2119654"/>
              <a:gd name="connsiteY50373" fmla="*/ 2100169 h 2398711"/>
              <a:gd name="connsiteX50374" fmla="*/ 788986 w 2119654"/>
              <a:gd name="connsiteY50374" fmla="*/ 2100279 h 2398711"/>
              <a:gd name="connsiteX50375" fmla="*/ 789093 w 2119654"/>
              <a:gd name="connsiteY50375" fmla="*/ 2100189 h 2398711"/>
              <a:gd name="connsiteX50376" fmla="*/ 786641 w 2119654"/>
              <a:gd name="connsiteY50376" fmla="*/ 2098780 h 2398711"/>
              <a:gd name="connsiteX50377" fmla="*/ 789566 w 2119654"/>
              <a:gd name="connsiteY50377" fmla="*/ 2099789 h 2398711"/>
              <a:gd name="connsiteX50378" fmla="*/ 790829 w 2119654"/>
              <a:gd name="connsiteY50378" fmla="*/ 2098719 h 2398711"/>
              <a:gd name="connsiteX50379" fmla="*/ 788694 w 2119654"/>
              <a:gd name="connsiteY50379" fmla="*/ 2098365 h 2398711"/>
              <a:gd name="connsiteX50380" fmla="*/ 1434395 w 2119654"/>
              <a:gd name="connsiteY50380" fmla="*/ 648274 h 2398711"/>
              <a:gd name="connsiteX50381" fmla="*/ 1435202 w 2119654"/>
              <a:gd name="connsiteY50381" fmla="*/ 649716 h 2398711"/>
              <a:gd name="connsiteX50382" fmla="*/ 1435036 w 2119654"/>
              <a:gd name="connsiteY50382" fmla="*/ 647461 h 2398711"/>
              <a:gd name="connsiteX50383" fmla="*/ 1430890 w 2119654"/>
              <a:gd name="connsiteY50383" fmla="*/ 654817 h 2398711"/>
              <a:gd name="connsiteX50384" fmla="*/ 1430755 w 2119654"/>
              <a:gd name="connsiteY50384" fmla="*/ 655122 h 2398711"/>
              <a:gd name="connsiteX50385" fmla="*/ 1432427 w 2119654"/>
              <a:gd name="connsiteY50385" fmla="*/ 659784 h 2398711"/>
              <a:gd name="connsiteX50386" fmla="*/ 1432857 w 2119654"/>
              <a:gd name="connsiteY50386" fmla="*/ 660794 h 2398711"/>
              <a:gd name="connsiteX50387" fmla="*/ 1431928 w 2119654"/>
              <a:gd name="connsiteY50387" fmla="*/ 652474 h 2398711"/>
              <a:gd name="connsiteX50388" fmla="*/ 1431262 w 2119654"/>
              <a:gd name="connsiteY50388" fmla="*/ 653977 h 2398711"/>
              <a:gd name="connsiteX50389" fmla="*/ 1433454 w 2119654"/>
              <a:gd name="connsiteY50389" fmla="*/ 660635 h 2398711"/>
              <a:gd name="connsiteX50390" fmla="*/ 1432802 w 2119654"/>
              <a:gd name="connsiteY50390" fmla="*/ 654962 h 2398711"/>
              <a:gd name="connsiteX50391" fmla="*/ 1432213 w 2119654"/>
              <a:gd name="connsiteY50391" fmla="*/ 652984 h 2398711"/>
              <a:gd name="connsiteX50392" fmla="*/ 1434909 w 2119654"/>
              <a:gd name="connsiteY50392" fmla="*/ 645740 h 2398711"/>
              <a:gd name="connsiteX50393" fmla="*/ 1434056 w 2119654"/>
              <a:gd name="connsiteY50393" fmla="*/ 647667 h 2398711"/>
              <a:gd name="connsiteX50394" fmla="*/ 1434276 w 2119654"/>
              <a:gd name="connsiteY50394" fmla="*/ 648061 h 2398711"/>
              <a:gd name="connsiteX50395" fmla="*/ 1435012 w 2119654"/>
              <a:gd name="connsiteY50395" fmla="*/ 647128 h 2398711"/>
              <a:gd name="connsiteX50396" fmla="*/ 1440666 w 2119654"/>
              <a:gd name="connsiteY50396" fmla="*/ 632742 h 2398711"/>
              <a:gd name="connsiteX50397" fmla="*/ 1435178 w 2119654"/>
              <a:gd name="connsiteY50397" fmla="*/ 645134 h 2398711"/>
              <a:gd name="connsiteX50398" fmla="*/ 1435298 w 2119654"/>
              <a:gd name="connsiteY50398" fmla="*/ 646763 h 2398711"/>
              <a:gd name="connsiteX50399" fmla="*/ 1440754 w 2119654"/>
              <a:gd name="connsiteY50399" fmla="*/ 639839 h 2398711"/>
              <a:gd name="connsiteX50400" fmla="*/ 1441068 w 2119654"/>
              <a:gd name="connsiteY50400" fmla="*/ 633747 h 2398711"/>
              <a:gd name="connsiteX50401" fmla="*/ 780598 w 2119654"/>
              <a:gd name="connsiteY50401" fmla="*/ 2110685 h 2398711"/>
              <a:gd name="connsiteX50402" fmla="*/ 781571 w 2119654"/>
              <a:gd name="connsiteY50402" fmla="*/ 2111022 h 2398711"/>
              <a:gd name="connsiteX50403" fmla="*/ 781274 w 2119654"/>
              <a:gd name="connsiteY50403" fmla="*/ 2110311 h 2398711"/>
              <a:gd name="connsiteX50404" fmla="*/ 781258 w 2119654"/>
              <a:gd name="connsiteY50404" fmla="*/ 2110314 h 2398711"/>
              <a:gd name="connsiteX50405" fmla="*/ 1485705 w 2119654"/>
              <a:gd name="connsiteY50405" fmla="*/ 531470 h 2398711"/>
              <a:gd name="connsiteX50406" fmla="*/ 1485661 w 2119654"/>
              <a:gd name="connsiteY50406" fmla="*/ 559221 h 2398711"/>
              <a:gd name="connsiteX50407" fmla="*/ 1485536 w 2119654"/>
              <a:gd name="connsiteY50407" fmla="*/ 567584 h 2398711"/>
              <a:gd name="connsiteX50408" fmla="*/ 1497186 w 2119654"/>
              <a:gd name="connsiteY50408" fmla="*/ 557263 h 2398711"/>
              <a:gd name="connsiteX50409" fmla="*/ 1497167 w 2119654"/>
              <a:gd name="connsiteY50409" fmla="*/ 556935 h 2398711"/>
              <a:gd name="connsiteX50410" fmla="*/ 1486332 w 2119654"/>
              <a:gd name="connsiteY50410" fmla="*/ 532779 h 2398711"/>
              <a:gd name="connsiteX50411" fmla="*/ 1464675 w 2119654"/>
              <a:gd name="connsiteY50411" fmla="*/ 578559 h 2398711"/>
              <a:gd name="connsiteX50412" fmla="*/ 1464985 w 2119654"/>
              <a:gd name="connsiteY50412" fmla="*/ 586509 h 2398711"/>
              <a:gd name="connsiteX50413" fmla="*/ 1465645 w 2119654"/>
              <a:gd name="connsiteY50413" fmla="*/ 589193 h 2398711"/>
              <a:gd name="connsiteX50414" fmla="*/ 1468398 w 2119654"/>
              <a:gd name="connsiteY50414" fmla="*/ 586092 h 2398711"/>
              <a:gd name="connsiteX50415" fmla="*/ 747899 w 2119654"/>
              <a:gd name="connsiteY50415" fmla="*/ 2183172 h 2398711"/>
              <a:gd name="connsiteX50416" fmla="*/ 762650 w 2119654"/>
              <a:gd name="connsiteY50416" fmla="*/ 2181481 h 2398711"/>
              <a:gd name="connsiteX50417" fmla="*/ 765330 w 2119654"/>
              <a:gd name="connsiteY50417" fmla="*/ 2180295 h 2398711"/>
              <a:gd name="connsiteX50418" fmla="*/ 764787 w 2119654"/>
              <a:gd name="connsiteY50418" fmla="*/ 2178664 h 2398711"/>
              <a:gd name="connsiteX50419" fmla="*/ 756282 w 2119654"/>
              <a:gd name="connsiteY50419" fmla="*/ 2177880 h 2398711"/>
              <a:gd name="connsiteX50420" fmla="*/ 752797 w 2119654"/>
              <a:gd name="connsiteY50420" fmla="*/ 2180116 h 2398711"/>
              <a:gd name="connsiteX50421" fmla="*/ 754148 w 2119654"/>
              <a:gd name="connsiteY50421" fmla="*/ 2181708 h 2398711"/>
              <a:gd name="connsiteX50422" fmla="*/ 753793 w 2119654"/>
              <a:gd name="connsiteY50422" fmla="*/ 2181635 h 2398711"/>
              <a:gd name="connsiteX50423" fmla="*/ 752607 w 2119654"/>
              <a:gd name="connsiteY50423" fmla="*/ 2180238 h 2398711"/>
              <a:gd name="connsiteX50424" fmla="*/ 752465 w 2119654"/>
              <a:gd name="connsiteY50424" fmla="*/ 2180329 h 2398711"/>
              <a:gd name="connsiteX50425" fmla="*/ 1462473 w 2119654"/>
              <a:gd name="connsiteY50425" fmla="*/ 583007 h 2398711"/>
              <a:gd name="connsiteX50426" fmla="*/ 1460824 w 2119654"/>
              <a:gd name="connsiteY50426" fmla="*/ 593698 h 2398711"/>
              <a:gd name="connsiteX50427" fmla="*/ 1460948 w 2119654"/>
              <a:gd name="connsiteY50427" fmla="*/ 594488 h 2398711"/>
              <a:gd name="connsiteX50428" fmla="*/ 1463727 w 2119654"/>
              <a:gd name="connsiteY50428" fmla="*/ 591356 h 2398711"/>
              <a:gd name="connsiteX50429" fmla="*/ 750442 w 2119654"/>
              <a:gd name="connsiteY50429" fmla="*/ 2177342 h 2398711"/>
              <a:gd name="connsiteX50430" fmla="*/ 752544 w 2119654"/>
              <a:gd name="connsiteY50430" fmla="*/ 2179818 h 2398711"/>
              <a:gd name="connsiteX50431" fmla="*/ 755654 w 2119654"/>
              <a:gd name="connsiteY50431" fmla="*/ 2177822 h 2398711"/>
              <a:gd name="connsiteX50432" fmla="*/ 765654 w 2119654"/>
              <a:gd name="connsiteY50432" fmla="*/ 2142949 h 2398711"/>
              <a:gd name="connsiteX50433" fmla="*/ 765791 w 2119654"/>
              <a:gd name="connsiteY50433" fmla="*/ 2143138 h 2398711"/>
              <a:gd name="connsiteX50434" fmla="*/ 766442 w 2119654"/>
              <a:gd name="connsiteY50434" fmla="*/ 2143044 h 2398711"/>
              <a:gd name="connsiteX50435" fmla="*/ 766416 w 2119654"/>
              <a:gd name="connsiteY50435" fmla="*/ 2143019 h 2398711"/>
              <a:gd name="connsiteX50436" fmla="*/ 1462161 w 2119654"/>
              <a:gd name="connsiteY50436" fmla="*/ 583128 h 2398711"/>
              <a:gd name="connsiteX50437" fmla="*/ 1460314 w 2119654"/>
              <a:gd name="connsiteY50437" fmla="*/ 590451 h 2398711"/>
              <a:gd name="connsiteX50438" fmla="*/ 1460676 w 2119654"/>
              <a:gd name="connsiteY50438" fmla="*/ 592759 h 2398711"/>
              <a:gd name="connsiteX50439" fmla="*/ 1462776 w 2119654"/>
              <a:gd name="connsiteY50439" fmla="*/ 581034 h 2398711"/>
              <a:gd name="connsiteX50440" fmla="*/ 1462637 w 2119654"/>
              <a:gd name="connsiteY50440" fmla="*/ 581942 h 2398711"/>
              <a:gd name="connsiteX50441" fmla="*/ 1464004 w 2119654"/>
              <a:gd name="connsiteY50441" fmla="*/ 591042 h 2398711"/>
              <a:gd name="connsiteX50442" fmla="*/ 1464399 w 2119654"/>
              <a:gd name="connsiteY50442" fmla="*/ 590598 h 2398711"/>
              <a:gd name="connsiteX50443" fmla="*/ 783599 w 2119654"/>
              <a:gd name="connsiteY50443" fmla="*/ 2101691 h 2398711"/>
              <a:gd name="connsiteX50444" fmla="*/ 783618 w 2119654"/>
              <a:gd name="connsiteY50444" fmla="*/ 2101710 h 2398711"/>
              <a:gd name="connsiteX50445" fmla="*/ 783790 w 2119654"/>
              <a:gd name="connsiteY50445" fmla="*/ 2101703 h 2398711"/>
              <a:gd name="connsiteX50446" fmla="*/ 1464601 w 2119654"/>
              <a:gd name="connsiteY50446" fmla="*/ 576664 h 2398711"/>
              <a:gd name="connsiteX50447" fmla="*/ 1464612 w 2119654"/>
              <a:gd name="connsiteY50447" fmla="*/ 576926 h 2398711"/>
              <a:gd name="connsiteX50448" fmla="*/ 1468875 w 2119654"/>
              <a:gd name="connsiteY50448" fmla="*/ 585554 h 2398711"/>
              <a:gd name="connsiteX50449" fmla="*/ 1469066 w 2119654"/>
              <a:gd name="connsiteY50449" fmla="*/ 585338 h 2398711"/>
              <a:gd name="connsiteX50450" fmla="*/ 766236 w 2119654"/>
              <a:gd name="connsiteY50450" fmla="*/ 2139549 h 2398711"/>
              <a:gd name="connsiteX50451" fmla="*/ 767486 w 2119654"/>
              <a:gd name="connsiteY50451" fmla="*/ 2140963 h 2398711"/>
              <a:gd name="connsiteX50452" fmla="*/ 773487 w 2119654"/>
              <a:gd name="connsiteY50452" fmla="*/ 2138970 h 2398711"/>
              <a:gd name="connsiteX50453" fmla="*/ 772338 w 2119654"/>
              <a:gd name="connsiteY50453" fmla="*/ 2136557 h 2398711"/>
              <a:gd name="connsiteX50454" fmla="*/ 771811 w 2119654"/>
              <a:gd name="connsiteY50454" fmla="*/ 2136095 h 2398711"/>
              <a:gd name="connsiteX50455" fmla="*/ 759001 w 2119654"/>
              <a:gd name="connsiteY50455" fmla="*/ 2155610 h 2398711"/>
              <a:gd name="connsiteX50456" fmla="*/ 762099 w 2119654"/>
              <a:gd name="connsiteY50456" fmla="*/ 2168965 h 2398711"/>
              <a:gd name="connsiteX50457" fmla="*/ 770230 w 2119654"/>
              <a:gd name="connsiteY50457" fmla="*/ 2166793 h 2398711"/>
              <a:gd name="connsiteX50458" fmla="*/ 761091 w 2119654"/>
              <a:gd name="connsiteY50458" fmla="*/ 2154781 h 2398711"/>
              <a:gd name="connsiteX50459" fmla="*/ 776955 w 2119654"/>
              <a:gd name="connsiteY50459" fmla="*/ 2115114 h 2398711"/>
              <a:gd name="connsiteX50460" fmla="*/ 778406 w 2119654"/>
              <a:gd name="connsiteY50460" fmla="*/ 2115877 h 2398711"/>
              <a:gd name="connsiteX50461" fmla="*/ 777658 w 2119654"/>
              <a:gd name="connsiteY50461" fmla="*/ 2114556 h 2398711"/>
              <a:gd name="connsiteX50462" fmla="*/ 1463773 w 2119654"/>
              <a:gd name="connsiteY50462" fmla="*/ 576735 h 2398711"/>
              <a:gd name="connsiteX50463" fmla="*/ 1463169 w 2119654"/>
              <a:gd name="connsiteY50463" fmla="*/ 579130 h 2398711"/>
              <a:gd name="connsiteX50464" fmla="*/ 1464193 w 2119654"/>
              <a:gd name="connsiteY50464" fmla="*/ 583291 h 2398711"/>
              <a:gd name="connsiteX50465" fmla="*/ 1463951 w 2119654"/>
              <a:gd name="connsiteY50465" fmla="*/ 577094 h 2398711"/>
              <a:gd name="connsiteX50466" fmla="*/ 1449594 w 2119654"/>
              <a:gd name="connsiteY50466" fmla="*/ 608293 h 2398711"/>
              <a:gd name="connsiteX50467" fmla="*/ 1449624 w 2119654"/>
              <a:gd name="connsiteY50467" fmla="*/ 608482 h 2398711"/>
              <a:gd name="connsiteX50468" fmla="*/ 1449651 w 2119654"/>
              <a:gd name="connsiteY50468" fmla="*/ 608438 h 2398711"/>
              <a:gd name="connsiteX50469" fmla="*/ 783341 w 2119654"/>
              <a:gd name="connsiteY50469" fmla="*/ 2099931 h 2398711"/>
              <a:gd name="connsiteX50470" fmla="*/ 787001 w 2119654"/>
              <a:gd name="connsiteY50470" fmla="*/ 2100157 h 2398711"/>
              <a:gd name="connsiteX50471" fmla="*/ 786180 w 2119654"/>
              <a:gd name="connsiteY50471" fmla="*/ 2099184 h 2398711"/>
              <a:gd name="connsiteX50472" fmla="*/ 785610 w 2119654"/>
              <a:gd name="connsiteY50472" fmla="*/ 2098988 h 2398711"/>
              <a:gd name="connsiteX50473" fmla="*/ 784762 w 2119654"/>
              <a:gd name="connsiteY50473" fmla="*/ 2099159 h 2398711"/>
              <a:gd name="connsiteX50474" fmla="*/ 760609 w 2119654"/>
              <a:gd name="connsiteY50474" fmla="*/ 2150763 h 2398711"/>
              <a:gd name="connsiteX50475" fmla="*/ 760715 w 2119654"/>
              <a:gd name="connsiteY50475" fmla="*/ 2150926 h 2398711"/>
              <a:gd name="connsiteX50476" fmla="*/ 761357 w 2119654"/>
              <a:gd name="connsiteY50476" fmla="*/ 2150542 h 2398711"/>
              <a:gd name="connsiteX50477" fmla="*/ 776354 w 2119654"/>
              <a:gd name="connsiteY50477" fmla="*/ 2114797 h 2398711"/>
              <a:gd name="connsiteX50478" fmla="*/ 776787 w 2119654"/>
              <a:gd name="connsiteY50478" fmla="*/ 2115026 h 2398711"/>
              <a:gd name="connsiteX50479" fmla="*/ 777322 w 2119654"/>
              <a:gd name="connsiteY50479" fmla="*/ 2114601 h 2398711"/>
              <a:gd name="connsiteX50480" fmla="*/ 771821 w 2119654"/>
              <a:gd name="connsiteY50480" fmla="*/ 2124877 h 2398711"/>
              <a:gd name="connsiteX50481" fmla="*/ 772551 w 2119654"/>
              <a:gd name="connsiteY50481" fmla="*/ 2128557 h 2398711"/>
              <a:gd name="connsiteX50482" fmla="*/ 776872 w 2119654"/>
              <a:gd name="connsiteY50482" fmla="*/ 2126181 h 2398711"/>
              <a:gd name="connsiteX50483" fmla="*/ 1463657 w 2119654"/>
              <a:gd name="connsiteY50483" fmla="*/ 574830 h 2398711"/>
              <a:gd name="connsiteX50484" fmla="*/ 1463639 w 2119654"/>
              <a:gd name="connsiteY50484" fmla="*/ 574959 h 2398711"/>
              <a:gd name="connsiteX50485" fmla="*/ 1463681 w 2119654"/>
              <a:gd name="connsiteY50485" fmla="*/ 575046 h 2398711"/>
              <a:gd name="connsiteX50486" fmla="*/ 1463710 w 2119654"/>
              <a:gd name="connsiteY50486" fmla="*/ 574933 h 2398711"/>
              <a:gd name="connsiteX50487" fmla="*/ 774992 w 2119654"/>
              <a:gd name="connsiteY50487" fmla="*/ 2116670 h 2398711"/>
              <a:gd name="connsiteX50488" fmla="*/ 777870 w 2119654"/>
              <a:gd name="connsiteY50488" fmla="*/ 2117144 h 2398711"/>
              <a:gd name="connsiteX50489" fmla="*/ 775860 w 2119654"/>
              <a:gd name="connsiteY50489" fmla="*/ 2115981 h 2398711"/>
              <a:gd name="connsiteX50490" fmla="*/ 764136 w 2119654"/>
              <a:gd name="connsiteY50490" fmla="*/ 2140850 h 2398711"/>
              <a:gd name="connsiteX50491" fmla="*/ 764649 w 2119654"/>
              <a:gd name="connsiteY50491" fmla="*/ 2141560 h 2398711"/>
              <a:gd name="connsiteX50492" fmla="*/ 765090 w 2119654"/>
              <a:gd name="connsiteY50492" fmla="*/ 2141601 h 2398711"/>
              <a:gd name="connsiteX50493" fmla="*/ 764324 w 2119654"/>
              <a:gd name="connsiteY50493" fmla="*/ 2140734 h 2398711"/>
              <a:gd name="connsiteX50494" fmla="*/ 776452 w 2119654"/>
              <a:gd name="connsiteY50494" fmla="*/ 2113016 h 2398711"/>
              <a:gd name="connsiteX50495" fmla="*/ 776807 w 2119654"/>
              <a:gd name="connsiteY50495" fmla="*/ 2113051 h 2398711"/>
              <a:gd name="connsiteX50496" fmla="*/ 776707 w 2119654"/>
              <a:gd name="connsiteY50496" fmla="*/ 2112873 h 2398711"/>
              <a:gd name="connsiteX50497" fmla="*/ 759958 w 2119654"/>
              <a:gd name="connsiteY50497" fmla="*/ 2149762 h 2398711"/>
              <a:gd name="connsiteX50498" fmla="*/ 760364 w 2119654"/>
              <a:gd name="connsiteY50498" fmla="*/ 2150386 h 2398711"/>
              <a:gd name="connsiteX50499" fmla="*/ 762827 w 2119654"/>
              <a:gd name="connsiteY50499" fmla="*/ 2149625 h 2398711"/>
              <a:gd name="connsiteX50500" fmla="*/ 1461947 w 2119654"/>
              <a:gd name="connsiteY50500" fmla="*/ 577351 h 2398711"/>
              <a:gd name="connsiteX50501" fmla="*/ 1462377 w 2119654"/>
              <a:gd name="connsiteY50501" fmla="*/ 580217 h 2398711"/>
              <a:gd name="connsiteX50502" fmla="*/ 1462516 w 2119654"/>
              <a:gd name="connsiteY50502" fmla="*/ 579666 h 2398711"/>
              <a:gd name="connsiteX50503" fmla="*/ 763205 w 2119654"/>
              <a:gd name="connsiteY50503" fmla="*/ 2141427 h 2398711"/>
              <a:gd name="connsiteX50504" fmla="*/ 763477 w 2119654"/>
              <a:gd name="connsiteY50504" fmla="*/ 2141451 h 2398711"/>
              <a:gd name="connsiteX50505" fmla="*/ 763380 w 2119654"/>
              <a:gd name="connsiteY50505" fmla="*/ 2141319 h 2398711"/>
              <a:gd name="connsiteX50506" fmla="*/ 1466164 w 2119654"/>
              <a:gd name="connsiteY50506" fmla="*/ 567257 h 2398711"/>
              <a:gd name="connsiteX50507" fmla="*/ 1464493 w 2119654"/>
              <a:gd name="connsiteY50507" fmla="*/ 573883 h 2398711"/>
              <a:gd name="connsiteX50508" fmla="*/ 1464525 w 2119654"/>
              <a:gd name="connsiteY50508" fmla="*/ 574712 h 2398711"/>
              <a:gd name="connsiteX50509" fmla="*/ 1469654 w 2119654"/>
              <a:gd name="connsiteY50509" fmla="*/ 584676 h 2398711"/>
              <a:gd name="connsiteX50510" fmla="*/ 1471298 w 2119654"/>
              <a:gd name="connsiteY50510" fmla="*/ 582824 h 2398711"/>
              <a:gd name="connsiteX50511" fmla="*/ 1470065 w 2119654"/>
              <a:gd name="connsiteY50511" fmla="*/ 577005 h 2398711"/>
              <a:gd name="connsiteX50512" fmla="*/ 749172 w 2119654"/>
              <a:gd name="connsiteY50512" fmla="*/ 2172334 h 2398711"/>
              <a:gd name="connsiteX50513" fmla="*/ 749427 w 2119654"/>
              <a:gd name="connsiteY50513" fmla="*/ 2174266 h 2398711"/>
              <a:gd name="connsiteX50514" fmla="*/ 758088 w 2119654"/>
              <a:gd name="connsiteY50514" fmla="*/ 2175065 h 2398711"/>
              <a:gd name="connsiteX50515" fmla="*/ 760038 w 2119654"/>
              <a:gd name="connsiteY50515" fmla="*/ 2175010 h 2398711"/>
              <a:gd name="connsiteX50516" fmla="*/ 762948 w 2119654"/>
              <a:gd name="connsiteY50516" fmla="*/ 2173143 h 2398711"/>
              <a:gd name="connsiteX50517" fmla="*/ 762136 w 2119654"/>
              <a:gd name="connsiteY50517" fmla="*/ 2170708 h 2398711"/>
              <a:gd name="connsiteX50518" fmla="*/ 761831 w 2119654"/>
              <a:gd name="connsiteY50518" fmla="*/ 2170674 h 2398711"/>
              <a:gd name="connsiteX50519" fmla="*/ 757935 w 2119654"/>
              <a:gd name="connsiteY50519" fmla="*/ 2170927 h 2398711"/>
              <a:gd name="connsiteX50520" fmla="*/ 755626 w 2119654"/>
              <a:gd name="connsiteY50520" fmla="*/ 2170883 h 2398711"/>
              <a:gd name="connsiteX50521" fmla="*/ 758051 w 2119654"/>
              <a:gd name="connsiteY50521" fmla="*/ 2151514 h 2398711"/>
              <a:gd name="connsiteX50522" fmla="*/ 758255 w 2119654"/>
              <a:gd name="connsiteY50522" fmla="*/ 2152396 h 2398711"/>
              <a:gd name="connsiteX50523" fmla="*/ 758957 w 2119654"/>
              <a:gd name="connsiteY50523" fmla="*/ 2151977 h 2398711"/>
              <a:gd name="connsiteX50524" fmla="*/ 758634 w 2119654"/>
              <a:gd name="connsiteY50524" fmla="*/ 2151553 h 2398711"/>
              <a:gd name="connsiteX50525" fmla="*/ 758520 w 2119654"/>
              <a:gd name="connsiteY50525" fmla="*/ 2151377 h 2398711"/>
              <a:gd name="connsiteX50526" fmla="*/ 774766 w 2119654"/>
              <a:gd name="connsiteY50526" fmla="*/ 2113964 h 2398711"/>
              <a:gd name="connsiteX50527" fmla="*/ 775856 w 2119654"/>
              <a:gd name="connsiteY50527" fmla="*/ 2114537 h 2398711"/>
              <a:gd name="connsiteX50528" fmla="*/ 777452 w 2119654"/>
              <a:gd name="connsiteY50528" fmla="*/ 2114190 h 2398711"/>
              <a:gd name="connsiteX50529" fmla="*/ 777210 w 2119654"/>
              <a:gd name="connsiteY50529" fmla="*/ 2113763 h 2398711"/>
              <a:gd name="connsiteX50530" fmla="*/ 775433 w 2119654"/>
              <a:gd name="connsiteY50530" fmla="*/ 2113588 h 2398711"/>
              <a:gd name="connsiteX50531" fmla="*/ 1467161 w 2119654"/>
              <a:gd name="connsiteY50531" fmla="*/ 563305 h 2398711"/>
              <a:gd name="connsiteX50532" fmla="*/ 1466268 w 2119654"/>
              <a:gd name="connsiteY50532" fmla="*/ 566847 h 2398711"/>
              <a:gd name="connsiteX50533" fmla="*/ 1469764 w 2119654"/>
              <a:gd name="connsiteY50533" fmla="*/ 575586 h 2398711"/>
              <a:gd name="connsiteX50534" fmla="*/ 1449607 w 2119654"/>
              <a:gd name="connsiteY50534" fmla="*/ 602276 h 2398711"/>
              <a:gd name="connsiteX50535" fmla="*/ 1451120 w 2119654"/>
              <a:gd name="connsiteY50535" fmla="*/ 606120 h 2398711"/>
              <a:gd name="connsiteX50536" fmla="*/ 1451841 w 2119654"/>
              <a:gd name="connsiteY50536" fmla="*/ 604980 h 2398711"/>
              <a:gd name="connsiteX50537" fmla="*/ 748965 w 2119654"/>
              <a:gd name="connsiteY50537" fmla="*/ 2170756 h 2398711"/>
              <a:gd name="connsiteX50538" fmla="*/ 749134 w 2119654"/>
              <a:gd name="connsiteY50538" fmla="*/ 2172045 h 2398711"/>
              <a:gd name="connsiteX50539" fmla="*/ 754409 w 2119654"/>
              <a:gd name="connsiteY50539" fmla="*/ 2170860 h 2398711"/>
              <a:gd name="connsiteX50540" fmla="*/ 758983 w 2119654"/>
              <a:gd name="connsiteY50540" fmla="*/ 2148266 h 2398711"/>
              <a:gd name="connsiteX50541" fmla="*/ 759670 w 2119654"/>
              <a:gd name="connsiteY50541" fmla="*/ 2149321 h 2398711"/>
              <a:gd name="connsiteX50542" fmla="*/ 763969 w 2119654"/>
              <a:gd name="connsiteY50542" fmla="*/ 2148942 h 2398711"/>
              <a:gd name="connsiteX50543" fmla="*/ 757741 w 2119654"/>
              <a:gd name="connsiteY50543" fmla="*/ 2150181 h 2398711"/>
              <a:gd name="connsiteX50544" fmla="*/ 757961 w 2119654"/>
              <a:gd name="connsiteY50544" fmla="*/ 2151128 h 2398711"/>
              <a:gd name="connsiteX50545" fmla="*/ 758292 w 2119654"/>
              <a:gd name="connsiteY50545" fmla="*/ 2151026 h 2398711"/>
              <a:gd name="connsiteX50546" fmla="*/ 768871 w 2119654"/>
              <a:gd name="connsiteY50546" fmla="*/ 2124723 h 2398711"/>
              <a:gd name="connsiteX50547" fmla="*/ 771035 w 2119654"/>
              <a:gd name="connsiteY50547" fmla="*/ 2127754 h 2398711"/>
              <a:gd name="connsiteX50548" fmla="*/ 770123 w 2119654"/>
              <a:gd name="connsiteY50548" fmla="*/ 2124439 h 2398711"/>
              <a:gd name="connsiteX50549" fmla="*/ 769660 w 2119654"/>
              <a:gd name="connsiteY50549" fmla="*/ 2124320 h 2398711"/>
              <a:gd name="connsiteX50550" fmla="*/ 763365 w 2119654"/>
              <a:gd name="connsiteY50550" fmla="*/ 2136305 h 2398711"/>
              <a:gd name="connsiteX50551" fmla="*/ 763490 w 2119654"/>
              <a:gd name="connsiteY50551" fmla="*/ 2136445 h 2398711"/>
              <a:gd name="connsiteX50552" fmla="*/ 765804 w 2119654"/>
              <a:gd name="connsiteY50552" fmla="*/ 2135011 h 2398711"/>
              <a:gd name="connsiteX50553" fmla="*/ 765711 w 2119654"/>
              <a:gd name="connsiteY50553" fmla="*/ 2135014 h 2398711"/>
              <a:gd name="connsiteX50554" fmla="*/ 1439274 w 2119654"/>
              <a:gd name="connsiteY50554" fmla="*/ 622636 h 2398711"/>
              <a:gd name="connsiteX50555" fmla="*/ 1439831 w 2119654"/>
              <a:gd name="connsiteY50555" fmla="*/ 623954 h 2398711"/>
              <a:gd name="connsiteX50556" fmla="*/ 1439967 w 2119654"/>
              <a:gd name="connsiteY50556" fmla="*/ 623739 h 2398711"/>
              <a:gd name="connsiteX50557" fmla="*/ 1465095 w 2119654"/>
              <a:gd name="connsiteY50557" fmla="*/ 564585 h 2398711"/>
              <a:gd name="connsiteX50558" fmla="*/ 1464340 w 2119654"/>
              <a:gd name="connsiteY50558" fmla="*/ 569964 h 2398711"/>
              <a:gd name="connsiteX50559" fmla="*/ 1464424 w 2119654"/>
              <a:gd name="connsiteY50559" fmla="*/ 572106 h 2398711"/>
              <a:gd name="connsiteX50560" fmla="*/ 1465847 w 2119654"/>
              <a:gd name="connsiteY50560" fmla="*/ 566464 h 2398711"/>
              <a:gd name="connsiteX50561" fmla="*/ 759880 w 2119654"/>
              <a:gd name="connsiteY50561" fmla="*/ 2143486 h 2398711"/>
              <a:gd name="connsiteX50562" fmla="*/ 762402 w 2119654"/>
              <a:gd name="connsiteY50562" fmla="*/ 2142650 h 2398711"/>
              <a:gd name="connsiteX50563" fmla="*/ 761920 w 2119654"/>
              <a:gd name="connsiteY50563" fmla="*/ 2142605 h 2398711"/>
              <a:gd name="connsiteX50564" fmla="*/ 761433 w 2119654"/>
              <a:gd name="connsiteY50564" fmla="*/ 2142524 h 2398711"/>
              <a:gd name="connsiteX50565" fmla="*/ 772420 w 2119654"/>
              <a:gd name="connsiteY50565" fmla="*/ 2115282 h 2398711"/>
              <a:gd name="connsiteX50566" fmla="*/ 774040 w 2119654"/>
              <a:gd name="connsiteY50566" fmla="*/ 2114931 h 2398711"/>
              <a:gd name="connsiteX50567" fmla="*/ 773550 w 2119654"/>
              <a:gd name="connsiteY50567" fmla="*/ 2114647 h 2398711"/>
              <a:gd name="connsiteX50568" fmla="*/ 746670 w 2119654"/>
              <a:gd name="connsiteY50568" fmla="*/ 2172896 h 2398711"/>
              <a:gd name="connsiteX50569" fmla="*/ 747697 w 2119654"/>
              <a:gd name="connsiteY50569" fmla="*/ 2174107 h 2398711"/>
              <a:gd name="connsiteX50570" fmla="*/ 749244 w 2119654"/>
              <a:gd name="connsiteY50570" fmla="*/ 2174249 h 2398711"/>
              <a:gd name="connsiteX50571" fmla="*/ 748996 w 2119654"/>
              <a:gd name="connsiteY50571" fmla="*/ 2172373 h 2398711"/>
              <a:gd name="connsiteX50572" fmla="*/ 759457 w 2119654"/>
              <a:gd name="connsiteY50572" fmla="*/ 2144047 h 2398711"/>
              <a:gd name="connsiteX50573" fmla="*/ 764804 w 2119654"/>
              <a:gd name="connsiteY50573" fmla="*/ 2143280 h 2398711"/>
              <a:gd name="connsiteX50574" fmla="*/ 764485 w 2119654"/>
              <a:gd name="connsiteY50574" fmla="*/ 2142841 h 2398711"/>
              <a:gd name="connsiteX50575" fmla="*/ 763393 w 2119654"/>
              <a:gd name="connsiteY50575" fmla="*/ 2142741 h 2398711"/>
              <a:gd name="connsiteX50576" fmla="*/ 768341 w 2119654"/>
              <a:gd name="connsiteY50576" fmla="*/ 2123979 h 2398711"/>
              <a:gd name="connsiteX50577" fmla="*/ 768777 w 2119654"/>
              <a:gd name="connsiteY50577" fmla="*/ 2124591 h 2398711"/>
              <a:gd name="connsiteX50578" fmla="*/ 769426 w 2119654"/>
              <a:gd name="connsiteY50578" fmla="*/ 2124259 h 2398711"/>
              <a:gd name="connsiteX50579" fmla="*/ 1448427 w 2119654"/>
              <a:gd name="connsiteY50579" fmla="*/ 600981 h 2398711"/>
              <a:gd name="connsiteX50580" fmla="*/ 1449446 w 2119654"/>
              <a:gd name="connsiteY50580" fmla="*/ 607366 h 2398711"/>
              <a:gd name="connsiteX50581" fmla="*/ 1449787 w 2119654"/>
              <a:gd name="connsiteY50581" fmla="*/ 608224 h 2398711"/>
              <a:gd name="connsiteX50582" fmla="*/ 1450714 w 2119654"/>
              <a:gd name="connsiteY50582" fmla="*/ 606760 h 2398711"/>
              <a:gd name="connsiteX50583" fmla="*/ 1448449 w 2119654"/>
              <a:gd name="connsiteY50583" fmla="*/ 601004 h 2398711"/>
              <a:gd name="connsiteX50584" fmla="*/ 1461398 w 2119654"/>
              <a:gd name="connsiteY50584" fmla="*/ 571927 h 2398711"/>
              <a:gd name="connsiteX50585" fmla="*/ 1462913 w 2119654"/>
              <a:gd name="connsiteY50585" fmla="*/ 578090 h 2398711"/>
              <a:gd name="connsiteX50586" fmla="*/ 1462975 w 2119654"/>
              <a:gd name="connsiteY50586" fmla="*/ 577850 h 2398711"/>
              <a:gd name="connsiteX50587" fmla="*/ 1463296 w 2119654"/>
              <a:gd name="connsiteY50587" fmla="*/ 575768 h 2398711"/>
              <a:gd name="connsiteX50588" fmla="*/ 1437602 w 2119654"/>
              <a:gd name="connsiteY50588" fmla="*/ 625078 h 2398711"/>
              <a:gd name="connsiteX50589" fmla="*/ 1436417 w 2119654"/>
              <a:gd name="connsiteY50589" fmla="*/ 629347 h 2398711"/>
              <a:gd name="connsiteX50590" fmla="*/ 1438190 w 2119654"/>
              <a:gd name="connsiteY50590" fmla="*/ 626547 h 2398711"/>
              <a:gd name="connsiteX50591" fmla="*/ 755415 w 2119654"/>
              <a:gd name="connsiteY50591" fmla="*/ 2152289 h 2398711"/>
              <a:gd name="connsiteX50592" fmla="*/ 755502 w 2119654"/>
              <a:gd name="connsiteY50592" fmla="*/ 2153537 h 2398711"/>
              <a:gd name="connsiteX50593" fmla="*/ 757123 w 2119654"/>
              <a:gd name="connsiteY50593" fmla="*/ 2152895 h 2398711"/>
              <a:gd name="connsiteX50594" fmla="*/ 756883 w 2119654"/>
              <a:gd name="connsiteY50594" fmla="*/ 2151858 h 2398711"/>
              <a:gd name="connsiteX50595" fmla="*/ 1461622 w 2119654"/>
              <a:gd name="connsiteY50595" fmla="*/ 570877 h 2398711"/>
              <a:gd name="connsiteX50596" fmla="*/ 1463472 w 2119654"/>
              <a:gd name="connsiteY50596" fmla="*/ 574622 h 2398711"/>
              <a:gd name="connsiteX50597" fmla="*/ 1463490 w 2119654"/>
              <a:gd name="connsiteY50597" fmla="*/ 574507 h 2398711"/>
              <a:gd name="connsiteX50598" fmla="*/ 767461 w 2119654"/>
              <a:gd name="connsiteY50598" fmla="*/ 2125019 h 2398711"/>
              <a:gd name="connsiteX50599" fmla="*/ 769658 w 2119654"/>
              <a:gd name="connsiteY50599" fmla="*/ 2130149 h 2398711"/>
              <a:gd name="connsiteX50600" fmla="*/ 770711 w 2119654"/>
              <a:gd name="connsiteY50600" fmla="*/ 2129570 h 2398711"/>
              <a:gd name="connsiteX50601" fmla="*/ 771266 w 2119654"/>
              <a:gd name="connsiteY50601" fmla="*/ 2115931 h 2398711"/>
              <a:gd name="connsiteX50602" fmla="*/ 772618 w 2119654"/>
              <a:gd name="connsiteY50602" fmla="*/ 2116279 h 2398711"/>
              <a:gd name="connsiteX50603" fmla="*/ 774761 w 2119654"/>
              <a:gd name="connsiteY50603" fmla="*/ 2116632 h 2398711"/>
              <a:gd name="connsiteX50604" fmla="*/ 775698 w 2119654"/>
              <a:gd name="connsiteY50604" fmla="*/ 2115889 h 2398711"/>
              <a:gd name="connsiteX50605" fmla="*/ 774471 w 2119654"/>
              <a:gd name="connsiteY50605" fmla="*/ 2115179 h 2398711"/>
              <a:gd name="connsiteX50606" fmla="*/ 771550 w 2119654"/>
              <a:gd name="connsiteY50606" fmla="*/ 2115771 h 2398711"/>
              <a:gd name="connsiteX50607" fmla="*/ 779174 w 2119654"/>
              <a:gd name="connsiteY50607" fmla="*/ 2097183 h 2398711"/>
              <a:gd name="connsiteX50608" fmla="*/ 780368 w 2119654"/>
              <a:gd name="connsiteY50608" fmla="*/ 2098400 h 2398711"/>
              <a:gd name="connsiteX50609" fmla="*/ 780928 w 2119654"/>
              <a:gd name="connsiteY50609" fmla="*/ 2098040 h 2398711"/>
              <a:gd name="connsiteX50610" fmla="*/ 780665 w 2119654"/>
              <a:gd name="connsiteY50610" fmla="*/ 2097282 h 2398711"/>
              <a:gd name="connsiteX50611" fmla="*/ 780326 w 2119654"/>
              <a:gd name="connsiteY50611" fmla="*/ 2097165 h 2398711"/>
              <a:gd name="connsiteX50612" fmla="*/ 757396 w 2119654"/>
              <a:gd name="connsiteY50612" fmla="*/ 2145828 h 2398711"/>
              <a:gd name="connsiteX50613" fmla="*/ 757628 w 2119654"/>
              <a:gd name="connsiteY50613" fmla="*/ 2146185 h 2398711"/>
              <a:gd name="connsiteX50614" fmla="*/ 763462 w 2119654"/>
              <a:gd name="connsiteY50614" fmla="*/ 2146977 h 2398711"/>
              <a:gd name="connsiteX50615" fmla="*/ 767363 w 2119654"/>
              <a:gd name="connsiteY50615" fmla="*/ 2146952 h 2398711"/>
              <a:gd name="connsiteX50616" fmla="*/ 767438 w 2119654"/>
              <a:gd name="connsiteY50616" fmla="*/ 2146907 h 2398711"/>
              <a:gd name="connsiteX50617" fmla="*/ 765667 w 2119654"/>
              <a:gd name="connsiteY50617" fmla="*/ 2144469 h 2398711"/>
              <a:gd name="connsiteX50618" fmla="*/ 774078 w 2119654"/>
              <a:gd name="connsiteY50618" fmla="*/ 2108427 h 2398711"/>
              <a:gd name="connsiteX50619" fmla="*/ 774218 w 2119654"/>
              <a:gd name="connsiteY50619" fmla="*/ 2108476 h 2398711"/>
              <a:gd name="connsiteX50620" fmla="*/ 774190 w 2119654"/>
              <a:gd name="connsiteY50620" fmla="*/ 2108425 h 2398711"/>
              <a:gd name="connsiteX50621" fmla="*/ 1439113 w 2119654"/>
              <a:gd name="connsiteY50621" fmla="*/ 618882 h 2398711"/>
              <a:gd name="connsiteX50622" fmla="*/ 1439096 w 2119654"/>
              <a:gd name="connsiteY50622" fmla="*/ 619034 h 2398711"/>
              <a:gd name="connsiteX50623" fmla="*/ 1439237 w 2119654"/>
              <a:gd name="connsiteY50623" fmla="*/ 619258 h 2398711"/>
              <a:gd name="connsiteX50624" fmla="*/ 755254 w 2119654"/>
              <a:gd name="connsiteY50624" fmla="*/ 2149988 h 2398711"/>
              <a:gd name="connsiteX50625" fmla="*/ 755389 w 2119654"/>
              <a:gd name="connsiteY50625" fmla="*/ 2151923 h 2398711"/>
              <a:gd name="connsiteX50626" fmla="*/ 756797 w 2119654"/>
              <a:gd name="connsiteY50626" fmla="*/ 2151488 h 2398711"/>
              <a:gd name="connsiteX50627" fmla="*/ 756436 w 2119654"/>
              <a:gd name="connsiteY50627" fmla="*/ 2149931 h 2398711"/>
              <a:gd name="connsiteX50628" fmla="*/ 775230 w 2119654"/>
              <a:gd name="connsiteY50628" fmla="*/ 2104955 h 2398711"/>
              <a:gd name="connsiteX50629" fmla="*/ 776468 w 2119654"/>
              <a:gd name="connsiteY50629" fmla="*/ 2107201 h 2398711"/>
              <a:gd name="connsiteX50630" fmla="*/ 776954 w 2119654"/>
              <a:gd name="connsiteY50630" fmla="*/ 2107193 h 2398711"/>
              <a:gd name="connsiteX50631" fmla="*/ 779809 w 2119654"/>
              <a:gd name="connsiteY50631" fmla="*/ 2106803 h 2398711"/>
              <a:gd name="connsiteX50632" fmla="*/ 778886 w 2119654"/>
              <a:gd name="connsiteY50632" fmla="*/ 2104591 h 2398711"/>
              <a:gd name="connsiteX50633" fmla="*/ 777339 w 2119654"/>
              <a:gd name="connsiteY50633" fmla="*/ 2104559 h 2398711"/>
              <a:gd name="connsiteX50634" fmla="*/ 777271 w 2119654"/>
              <a:gd name="connsiteY50634" fmla="*/ 2104555 h 2398711"/>
              <a:gd name="connsiteX50635" fmla="*/ 772209 w 2119654"/>
              <a:gd name="connsiteY50635" fmla="*/ 2111702 h 2398711"/>
              <a:gd name="connsiteX50636" fmla="*/ 772551 w 2119654"/>
              <a:gd name="connsiteY50636" fmla="*/ 2112633 h 2398711"/>
              <a:gd name="connsiteX50637" fmla="*/ 773845 w 2119654"/>
              <a:gd name="connsiteY50637" fmla="*/ 2112760 h 2398711"/>
              <a:gd name="connsiteX50638" fmla="*/ 773911 w 2119654"/>
              <a:gd name="connsiteY50638" fmla="*/ 2112723 h 2398711"/>
              <a:gd name="connsiteX50639" fmla="*/ 774764 w 2119654"/>
              <a:gd name="connsiteY50639" fmla="*/ 2112021 h 2398711"/>
              <a:gd name="connsiteX50640" fmla="*/ 774310 w 2119654"/>
              <a:gd name="connsiteY50640" fmla="*/ 2111877 h 2398711"/>
              <a:gd name="connsiteX50641" fmla="*/ 772426 w 2119654"/>
              <a:gd name="connsiteY50641" fmla="*/ 2111727 h 2398711"/>
              <a:gd name="connsiteX50642" fmla="*/ 1466026 w 2119654"/>
              <a:gd name="connsiteY50642" fmla="*/ 557952 h 2398711"/>
              <a:gd name="connsiteX50643" fmla="*/ 1465165 w 2119654"/>
              <a:gd name="connsiteY50643" fmla="*/ 564088 h 2398711"/>
              <a:gd name="connsiteX50644" fmla="*/ 1465951 w 2119654"/>
              <a:gd name="connsiteY50644" fmla="*/ 566052 h 2398711"/>
              <a:gd name="connsiteX50645" fmla="*/ 1466925 w 2119654"/>
              <a:gd name="connsiteY50645" fmla="*/ 562192 h 2398711"/>
              <a:gd name="connsiteX50646" fmla="*/ 1439281 w 2119654"/>
              <a:gd name="connsiteY50646" fmla="*/ 617355 h 2398711"/>
              <a:gd name="connsiteX50647" fmla="*/ 1439174 w 2119654"/>
              <a:gd name="connsiteY50647" fmla="*/ 618329 h 2398711"/>
              <a:gd name="connsiteX50648" fmla="*/ 1439721 w 2119654"/>
              <a:gd name="connsiteY50648" fmla="*/ 620028 h 2398711"/>
              <a:gd name="connsiteX50649" fmla="*/ 1441012 w 2119654"/>
              <a:gd name="connsiteY50649" fmla="*/ 622086 h 2398711"/>
              <a:gd name="connsiteX50650" fmla="*/ 1441273 w 2119654"/>
              <a:gd name="connsiteY50650" fmla="*/ 621675 h 2398711"/>
              <a:gd name="connsiteX50651" fmla="*/ 780507 w 2119654"/>
              <a:gd name="connsiteY50651" fmla="*/ 2092197 h 2398711"/>
              <a:gd name="connsiteX50652" fmla="*/ 780856 w 2119654"/>
              <a:gd name="connsiteY50652" fmla="*/ 2092623 h 2398711"/>
              <a:gd name="connsiteX50653" fmla="*/ 782200 w 2119654"/>
              <a:gd name="connsiteY50653" fmla="*/ 2092366 h 2398711"/>
              <a:gd name="connsiteX50654" fmla="*/ 781745 w 2119654"/>
              <a:gd name="connsiteY50654" fmla="*/ 2092074 h 2398711"/>
              <a:gd name="connsiteX50655" fmla="*/ 1426477 w 2119654"/>
              <a:gd name="connsiteY50655" fmla="*/ 645650 h 2398711"/>
              <a:gd name="connsiteX50656" fmla="*/ 1426480 w 2119654"/>
              <a:gd name="connsiteY50656" fmla="*/ 646302 h 2398711"/>
              <a:gd name="connsiteX50657" fmla="*/ 1426608 w 2119654"/>
              <a:gd name="connsiteY50657" fmla="*/ 646014 h 2398711"/>
              <a:gd name="connsiteX50658" fmla="*/ 780076 w 2119654"/>
              <a:gd name="connsiteY50658" fmla="*/ 2092240 h 2398711"/>
              <a:gd name="connsiteX50659" fmla="*/ 780218 w 2119654"/>
              <a:gd name="connsiteY50659" fmla="*/ 2092646 h 2398711"/>
              <a:gd name="connsiteX50660" fmla="*/ 780652 w 2119654"/>
              <a:gd name="connsiteY50660" fmla="*/ 2092640 h 2398711"/>
              <a:gd name="connsiteX50661" fmla="*/ 780295 w 2119654"/>
              <a:gd name="connsiteY50661" fmla="*/ 2092218 h 2398711"/>
              <a:gd name="connsiteX50662" fmla="*/ 755096 w 2119654"/>
              <a:gd name="connsiteY50662" fmla="*/ 2147739 h 2398711"/>
              <a:gd name="connsiteX50663" fmla="*/ 755225 w 2119654"/>
              <a:gd name="connsiteY50663" fmla="*/ 2149575 h 2398711"/>
              <a:gd name="connsiteX50664" fmla="*/ 756341 w 2119654"/>
              <a:gd name="connsiteY50664" fmla="*/ 2149522 h 2398711"/>
              <a:gd name="connsiteX50665" fmla="*/ 755954 w 2119654"/>
              <a:gd name="connsiteY50665" fmla="*/ 2147855 h 2398711"/>
              <a:gd name="connsiteX50666" fmla="*/ 769816 w 2119654"/>
              <a:gd name="connsiteY50666" fmla="*/ 2114777 h 2398711"/>
              <a:gd name="connsiteX50667" fmla="*/ 769860 w 2119654"/>
              <a:gd name="connsiteY50667" fmla="*/ 2115000 h 2398711"/>
              <a:gd name="connsiteX50668" fmla="*/ 770701 w 2119654"/>
              <a:gd name="connsiteY50668" fmla="*/ 2114528 h 2398711"/>
              <a:gd name="connsiteX50669" fmla="*/ 744786 w 2119654"/>
              <a:gd name="connsiteY50669" fmla="*/ 2170676 h 2398711"/>
              <a:gd name="connsiteX50670" fmla="*/ 746458 w 2119654"/>
              <a:gd name="connsiteY50670" fmla="*/ 2172646 h 2398711"/>
              <a:gd name="connsiteX50671" fmla="*/ 748958 w 2119654"/>
              <a:gd name="connsiteY50671" fmla="*/ 2172085 h 2398711"/>
              <a:gd name="connsiteX50672" fmla="*/ 748783 w 2119654"/>
              <a:gd name="connsiteY50672" fmla="*/ 2170753 h 2398711"/>
              <a:gd name="connsiteX50673" fmla="*/ 770872 w 2119654"/>
              <a:gd name="connsiteY50673" fmla="*/ 2111915 h 2398711"/>
              <a:gd name="connsiteX50674" fmla="*/ 772164 w 2119654"/>
              <a:gd name="connsiteY50674" fmla="*/ 2112595 h 2398711"/>
              <a:gd name="connsiteX50675" fmla="*/ 772455 w 2119654"/>
              <a:gd name="connsiteY50675" fmla="*/ 2112623 h 2398711"/>
              <a:gd name="connsiteX50676" fmla="*/ 772116 w 2119654"/>
              <a:gd name="connsiteY50676" fmla="*/ 2111700 h 2398711"/>
              <a:gd name="connsiteX50677" fmla="*/ 743149 w 2119654"/>
              <a:gd name="connsiteY50677" fmla="*/ 2173688 h 2398711"/>
              <a:gd name="connsiteX50678" fmla="*/ 747379 w 2119654"/>
              <a:gd name="connsiteY50678" fmla="*/ 2174078 h 2398711"/>
              <a:gd name="connsiteX50679" fmla="*/ 746423 w 2119654"/>
              <a:gd name="connsiteY50679" fmla="*/ 2172952 h 2398711"/>
              <a:gd name="connsiteX50680" fmla="*/ 1439688 w 2119654"/>
              <a:gd name="connsiteY50680" fmla="*/ 613654 h 2398711"/>
              <a:gd name="connsiteX50681" fmla="*/ 1439415 w 2119654"/>
              <a:gd name="connsiteY50681" fmla="*/ 616134 h 2398711"/>
              <a:gd name="connsiteX50682" fmla="*/ 1441350 w 2119654"/>
              <a:gd name="connsiteY50682" fmla="*/ 620415 h 2398711"/>
              <a:gd name="connsiteX50683" fmla="*/ 1426463 w 2119654"/>
              <a:gd name="connsiteY50683" fmla="*/ 642706 h 2398711"/>
              <a:gd name="connsiteX50684" fmla="*/ 1426464 w 2119654"/>
              <a:gd name="connsiteY50684" fmla="*/ 642827 h 2398711"/>
              <a:gd name="connsiteX50685" fmla="*/ 1426686 w 2119654"/>
              <a:gd name="connsiteY50685" fmla="*/ 643103 h 2398711"/>
              <a:gd name="connsiteX50686" fmla="*/ 769463 w 2119654"/>
              <a:gd name="connsiteY50686" fmla="*/ 2113002 h 2398711"/>
              <a:gd name="connsiteX50687" fmla="*/ 769744 w 2119654"/>
              <a:gd name="connsiteY50687" fmla="*/ 2114415 h 2398711"/>
              <a:gd name="connsiteX50688" fmla="*/ 772035 w 2119654"/>
              <a:gd name="connsiteY50688" fmla="*/ 2113772 h 2398711"/>
              <a:gd name="connsiteX50689" fmla="*/ 770956 w 2119654"/>
              <a:gd name="connsiteY50689" fmla="*/ 2113149 h 2398711"/>
              <a:gd name="connsiteX50690" fmla="*/ 1445798 w 2119654"/>
              <a:gd name="connsiteY50690" fmla="*/ 598170 h 2398711"/>
              <a:gd name="connsiteX50691" fmla="*/ 1449340 w 2119654"/>
              <a:gd name="connsiteY50691" fmla="*/ 608930 h 2398711"/>
              <a:gd name="connsiteX50692" fmla="*/ 1449429 w 2119654"/>
              <a:gd name="connsiteY50692" fmla="*/ 608790 h 2398711"/>
              <a:gd name="connsiteX50693" fmla="*/ 1449187 w 2119654"/>
              <a:gd name="connsiteY50693" fmla="*/ 607270 h 2398711"/>
              <a:gd name="connsiteX50694" fmla="*/ 1447003 w 2119654"/>
              <a:gd name="connsiteY50694" fmla="*/ 601780 h 2398711"/>
              <a:gd name="connsiteX50695" fmla="*/ 1447290 w 2119654"/>
              <a:gd name="connsiteY50695" fmla="*/ 601948 h 2398711"/>
              <a:gd name="connsiteX50696" fmla="*/ 1449039 w 2119654"/>
              <a:gd name="connsiteY50696" fmla="*/ 606343 h 2398711"/>
              <a:gd name="connsiteX50697" fmla="*/ 1448133 w 2119654"/>
              <a:gd name="connsiteY50697" fmla="*/ 600665 h 2398711"/>
              <a:gd name="connsiteX50698" fmla="*/ 1501938 w 2119654"/>
              <a:gd name="connsiteY50698" fmla="*/ 472161 h 2398711"/>
              <a:gd name="connsiteX50699" fmla="*/ 1515411 w 2119654"/>
              <a:gd name="connsiteY50699" fmla="*/ 516562 h 2398711"/>
              <a:gd name="connsiteX50700" fmla="*/ 1522710 w 2119654"/>
              <a:gd name="connsiteY50700" fmla="*/ 530365 h 2398711"/>
              <a:gd name="connsiteX50701" fmla="*/ 1523530 w 2119654"/>
              <a:gd name="connsiteY50701" fmla="*/ 531966 h 2398711"/>
              <a:gd name="connsiteX50702" fmla="*/ 1519049 w 2119654"/>
              <a:gd name="connsiteY50702" fmla="*/ 509164 h 2398711"/>
              <a:gd name="connsiteX50703" fmla="*/ 769318 w 2119654"/>
              <a:gd name="connsiteY50703" fmla="*/ 2112269 h 2398711"/>
              <a:gd name="connsiteX50704" fmla="*/ 769327 w 2119654"/>
              <a:gd name="connsiteY50704" fmla="*/ 2112316 h 2398711"/>
              <a:gd name="connsiteX50705" fmla="*/ 769555 w 2119654"/>
              <a:gd name="connsiteY50705" fmla="*/ 2112339 h 2398711"/>
              <a:gd name="connsiteX50706" fmla="*/ 769396 w 2119654"/>
              <a:gd name="connsiteY50706" fmla="*/ 2112246 h 2398711"/>
              <a:gd name="connsiteX50707" fmla="*/ 1447306 w 2119654"/>
              <a:gd name="connsiteY50707" fmla="*/ 593963 h 2398711"/>
              <a:gd name="connsiteX50708" fmla="*/ 1447930 w 2119654"/>
              <a:gd name="connsiteY50708" fmla="*/ 597868 h 2398711"/>
              <a:gd name="connsiteX50709" fmla="*/ 1453070 w 2119654"/>
              <a:gd name="connsiteY50709" fmla="*/ 603363 h 2398711"/>
              <a:gd name="connsiteX50710" fmla="*/ 1453138 w 2119654"/>
              <a:gd name="connsiteY50710" fmla="*/ 603287 h 2398711"/>
              <a:gd name="connsiteX50711" fmla="*/ 1452295 w 2119654"/>
              <a:gd name="connsiteY50711" fmla="*/ 601082 h 2398711"/>
              <a:gd name="connsiteX50712" fmla="*/ 747634 w 2119654"/>
              <a:gd name="connsiteY50712" fmla="*/ 2160658 h 2398711"/>
              <a:gd name="connsiteX50713" fmla="*/ 748857 w 2119654"/>
              <a:gd name="connsiteY50713" fmla="*/ 2169940 h 2398711"/>
              <a:gd name="connsiteX50714" fmla="*/ 758907 w 2119654"/>
              <a:gd name="connsiteY50714" fmla="*/ 2169817 h 2398711"/>
              <a:gd name="connsiteX50715" fmla="*/ 761600 w 2119654"/>
              <a:gd name="connsiteY50715" fmla="*/ 2169098 h 2398711"/>
              <a:gd name="connsiteX50716" fmla="*/ 759234 w 2119654"/>
              <a:gd name="connsiteY50716" fmla="*/ 2161993 h 2398711"/>
              <a:gd name="connsiteX50717" fmla="*/ 757858 w 2119654"/>
              <a:gd name="connsiteY50717" fmla="*/ 2156063 h 2398711"/>
              <a:gd name="connsiteX50718" fmla="*/ 755738 w 2119654"/>
              <a:gd name="connsiteY50718" fmla="*/ 2156903 h 2398711"/>
              <a:gd name="connsiteX50719" fmla="*/ 755743 w 2119654"/>
              <a:gd name="connsiteY50719" fmla="*/ 2156985 h 2398711"/>
              <a:gd name="connsiteX50720" fmla="*/ 755680 w 2119654"/>
              <a:gd name="connsiteY50720" fmla="*/ 2156925 h 2398711"/>
              <a:gd name="connsiteX50721" fmla="*/ 750839 w 2119654"/>
              <a:gd name="connsiteY50721" fmla="*/ 2158844 h 2398711"/>
              <a:gd name="connsiteX50722" fmla="*/ 1440191 w 2119654"/>
              <a:gd name="connsiteY50722" fmla="*/ 609066 h 2398711"/>
              <a:gd name="connsiteX50723" fmla="*/ 1440102 w 2119654"/>
              <a:gd name="connsiteY50723" fmla="*/ 609871 h 2398711"/>
              <a:gd name="connsiteX50724" fmla="*/ 1441409 w 2119654"/>
              <a:gd name="connsiteY50724" fmla="*/ 615182 h 2398711"/>
              <a:gd name="connsiteX50725" fmla="*/ 1441106 w 2119654"/>
              <a:gd name="connsiteY50725" fmla="*/ 611322 h 2398711"/>
              <a:gd name="connsiteX50726" fmla="*/ 1445258 w 2119654"/>
              <a:gd name="connsiteY50726" fmla="*/ 597680 h 2398711"/>
              <a:gd name="connsiteX50727" fmla="*/ 1445213 w 2119654"/>
              <a:gd name="connsiteY50727" fmla="*/ 600253 h 2398711"/>
              <a:gd name="connsiteX50728" fmla="*/ 1448026 w 2119654"/>
              <a:gd name="connsiteY50728" fmla="*/ 606323 h 2398711"/>
              <a:gd name="connsiteX50729" fmla="*/ 1447510 w 2119654"/>
              <a:gd name="connsiteY50729" fmla="*/ 604521 h 2398711"/>
              <a:gd name="connsiteX50730" fmla="*/ 756148 w 2119654"/>
              <a:gd name="connsiteY50730" fmla="*/ 2140224 h 2398711"/>
              <a:gd name="connsiteX50731" fmla="*/ 756559 w 2119654"/>
              <a:gd name="connsiteY50731" fmla="*/ 2140739 h 2398711"/>
              <a:gd name="connsiteX50732" fmla="*/ 760973 w 2119654"/>
              <a:gd name="connsiteY50732" fmla="*/ 2138004 h 2398711"/>
              <a:gd name="connsiteX50733" fmla="*/ 760774 w 2119654"/>
              <a:gd name="connsiteY50733" fmla="*/ 2137731 h 2398711"/>
              <a:gd name="connsiteX50734" fmla="*/ 756811 w 2119654"/>
              <a:gd name="connsiteY50734" fmla="*/ 2139911 h 2398711"/>
              <a:gd name="connsiteX50735" fmla="*/ 732571 w 2119654"/>
              <a:gd name="connsiteY50735" fmla="*/ 2192715 h 2398711"/>
              <a:gd name="connsiteX50736" fmla="*/ 768620 w 2119654"/>
              <a:gd name="connsiteY50736" fmla="*/ 2192273 h 2398711"/>
              <a:gd name="connsiteX50737" fmla="*/ 769169 w 2119654"/>
              <a:gd name="connsiteY50737" fmla="*/ 2191824 h 2398711"/>
              <a:gd name="connsiteX50738" fmla="*/ 765797 w 2119654"/>
              <a:gd name="connsiteY50738" fmla="*/ 2181698 h 2398711"/>
              <a:gd name="connsiteX50739" fmla="*/ 762358 w 2119654"/>
              <a:gd name="connsiteY50739" fmla="*/ 2182085 h 2398711"/>
              <a:gd name="connsiteX50740" fmla="*/ 760260 w 2119654"/>
              <a:gd name="connsiteY50740" fmla="*/ 2183014 h 2398711"/>
              <a:gd name="connsiteX50741" fmla="*/ 740049 w 2119654"/>
              <a:gd name="connsiteY50741" fmla="*/ 2191174 h 2398711"/>
              <a:gd name="connsiteX50742" fmla="*/ 739881 w 2119654"/>
              <a:gd name="connsiteY50742" fmla="*/ 2191125 h 2398711"/>
              <a:gd name="connsiteX50743" fmla="*/ 751066 w 2119654"/>
              <a:gd name="connsiteY50743" fmla="*/ 2186609 h 2398711"/>
              <a:gd name="connsiteX50744" fmla="*/ 760921 w 2119654"/>
              <a:gd name="connsiteY50744" fmla="*/ 2182247 h 2398711"/>
              <a:gd name="connsiteX50745" fmla="*/ 746839 w 2119654"/>
              <a:gd name="connsiteY50745" fmla="*/ 2183832 h 2398711"/>
              <a:gd name="connsiteX50746" fmla="*/ 1476312 w 2119654"/>
              <a:gd name="connsiteY50746" fmla="*/ 527021 h 2398711"/>
              <a:gd name="connsiteX50747" fmla="*/ 1476246 w 2119654"/>
              <a:gd name="connsiteY50747" fmla="*/ 527296 h 2398711"/>
              <a:gd name="connsiteX50748" fmla="*/ 1467429 w 2119654"/>
              <a:gd name="connsiteY50748" fmla="*/ 562243 h 2398711"/>
              <a:gd name="connsiteX50749" fmla="*/ 1470815 w 2119654"/>
              <a:gd name="connsiteY50749" fmla="*/ 578210 h 2398711"/>
              <a:gd name="connsiteX50750" fmla="*/ 1472237 w 2119654"/>
              <a:gd name="connsiteY50750" fmla="*/ 581765 h 2398711"/>
              <a:gd name="connsiteX50751" fmla="*/ 1481300 w 2119654"/>
              <a:gd name="connsiteY50751" fmla="*/ 571555 h 2398711"/>
              <a:gd name="connsiteX50752" fmla="*/ 1480555 w 2119654"/>
              <a:gd name="connsiteY50752" fmla="*/ 562175 h 2398711"/>
              <a:gd name="connsiteX50753" fmla="*/ 1480669 w 2119654"/>
              <a:gd name="connsiteY50753" fmla="*/ 562296 h 2398711"/>
              <a:gd name="connsiteX50754" fmla="*/ 1481396 w 2119654"/>
              <a:gd name="connsiteY50754" fmla="*/ 571446 h 2398711"/>
              <a:gd name="connsiteX50755" fmla="*/ 1482210 w 2119654"/>
              <a:gd name="connsiteY50755" fmla="*/ 570530 h 2398711"/>
              <a:gd name="connsiteX50756" fmla="*/ 1483108 w 2119654"/>
              <a:gd name="connsiteY50756" fmla="*/ 569735 h 2398711"/>
              <a:gd name="connsiteX50757" fmla="*/ 773234 w 2119654"/>
              <a:gd name="connsiteY50757" fmla="*/ 2101334 h 2398711"/>
              <a:gd name="connsiteX50758" fmla="*/ 773672 w 2119654"/>
              <a:gd name="connsiteY50758" fmla="*/ 2102129 h 2398711"/>
              <a:gd name="connsiteX50759" fmla="*/ 774615 w 2119654"/>
              <a:gd name="connsiteY50759" fmla="*/ 2102089 h 2398711"/>
              <a:gd name="connsiteX50760" fmla="*/ 775873 w 2119654"/>
              <a:gd name="connsiteY50760" fmla="*/ 2101283 h 2398711"/>
              <a:gd name="connsiteX50761" fmla="*/ 775584 w 2119654"/>
              <a:gd name="connsiteY50761" fmla="*/ 2100989 h 2398711"/>
              <a:gd name="connsiteX50762" fmla="*/ 1444827 w 2119654"/>
              <a:gd name="connsiteY50762" fmla="*/ 597132 h 2398711"/>
              <a:gd name="connsiteX50763" fmla="*/ 1445034 w 2119654"/>
              <a:gd name="connsiteY50763" fmla="*/ 599767 h 2398711"/>
              <a:gd name="connsiteX50764" fmla="*/ 1445059 w 2119654"/>
              <a:gd name="connsiteY50764" fmla="*/ 599854 h 2398711"/>
              <a:gd name="connsiteX50765" fmla="*/ 1445102 w 2119654"/>
              <a:gd name="connsiteY50765" fmla="*/ 597427 h 2398711"/>
              <a:gd name="connsiteX50766" fmla="*/ 755503 w 2119654"/>
              <a:gd name="connsiteY50766" fmla="*/ 2140528 h 2398711"/>
              <a:gd name="connsiteX50767" fmla="*/ 755547 w 2119654"/>
              <a:gd name="connsiteY50767" fmla="*/ 2140720 h 2398711"/>
              <a:gd name="connsiteX50768" fmla="*/ 756208 w 2119654"/>
              <a:gd name="connsiteY50768" fmla="*/ 2140781 h 2398711"/>
              <a:gd name="connsiteX50769" fmla="*/ 755869 w 2119654"/>
              <a:gd name="connsiteY50769" fmla="*/ 2140356 h 2398711"/>
              <a:gd name="connsiteX50770" fmla="*/ 770456 w 2119654"/>
              <a:gd name="connsiteY50770" fmla="*/ 2106931 h 2398711"/>
              <a:gd name="connsiteX50771" fmla="*/ 770557 w 2119654"/>
              <a:gd name="connsiteY50771" fmla="*/ 2107207 h 2398711"/>
              <a:gd name="connsiteX50772" fmla="*/ 770798 w 2119654"/>
              <a:gd name="connsiteY50772" fmla="*/ 2107291 h 2398711"/>
              <a:gd name="connsiteX50773" fmla="*/ 773524 w 2119654"/>
              <a:gd name="connsiteY50773" fmla="*/ 2107247 h 2398711"/>
              <a:gd name="connsiteX50774" fmla="*/ 772665 w 2119654"/>
              <a:gd name="connsiteY50774" fmla="*/ 2105731 h 2398711"/>
              <a:gd name="connsiteX50775" fmla="*/ 770184 w 2119654"/>
              <a:gd name="connsiteY50775" fmla="*/ 2107078 h 2398711"/>
              <a:gd name="connsiteX50776" fmla="*/ 770452 w 2119654"/>
              <a:gd name="connsiteY50776" fmla="*/ 2107170 h 2398711"/>
              <a:gd name="connsiteX50777" fmla="*/ 770379 w 2119654"/>
              <a:gd name="connsiteY50777" fmla="*/ 2106973 h 2398711"/>
              <a:gd name="connsiteX50778" fmla="*/ 1440621 w 2119654"/>
              <a:gd name="connsiteY50778" fmla="*/ 605149 h 2398711"/>
              <a:gd name="connsiteX50779" fmla="*/ 1440263 w 2119654"/>
              <a:gd name="connsiteY50779" fmla="*/ 608413 h 2398711"/>
              <a:gd name="connsiteX50780" fmla="*/ 1441024 w 2119654"/>
              <a:gd name="connsiteY50780" fmla="*/ 610299 h 2398711"/>
              <a:gd name="connsiteX50781" fmla="*/ 1477386 w 2119654"/>
              <a:gd name="connsiteY50781" fmla="*/ 522499 h 2398711"/>
              <a:gd name="connsiteX50782" fmla="*/ 1476670 w 2119654"/>
              <a:gd name="connsiteY50782" fmla="*/ 525514 h 2398711"/>
              <a:gd name="connsiteX50783" fmla="*/ 1478697 w 2119654"/>
              <a:gd name="connsiteY50783" fmla="*/ 537218 h 2398711"/>
              <a:gd name="connsiteX50784" fmla="*/ 1481436 w 2119654"/>
              <a:gd name="connsiteY50784" fmla="*/ 554427 h 2398711"/>
              <a:gd name="connsiteX50785" fmla="*/ 772615 w 2119654"/>
              <a:gd name="connsiteY50785" fmla="*/ 2100209 h 2398711"/>
              <a:gd name="connsiteX50786" fmla="*/ 772833 w 2119654"/>
              <a:gd name="connsiteY50786" fmla="*/ 2100605 h 2398711"/>
              <a:gd name="connsiteX50787" fmla="*/ 773915 w 2119654"/>
              <a:gd name="connsiteY50787" fmla="*/ 2100386 h 2398711"/>
              <a:gd name="connsiteX50788" fmla="*/ 1445340 w 2119654"/>
              <a:gd name="connsiteY50788" fmla="*/ 593104 h 2398711"/>
              <a:gd name="connsiteX50789" fmla="*/ 1445305 w 2119654"/>
              <a:gd name="connsiteY50789" fmla="*/ 595062 h 2398711"/>
              <a:gd name="connsiteX50790" fmla="*/ 1446695 w 2119654"/>
              <a:gd name="connsiteY50790" fmla="*/ 596548 h 2398711"/>
              <a:gd name="connsiteX50791" fmla="*/ 1423708 w 2119654"/>
              <a:gd name="connsiteY50791" fmla="*/ 641127 h 2398711"/>
              <a:gd name="connsiteX50792" fmla="*/ 1423611 w 2119654"/>
              <a:gd name="connsiteY50792" fmla="*/ 641727 h 2398711"/>
              <a:gd name="connsiteX50793" fmla="*/ 1426029 w 2119654"/>
              <a:gd name="connsiteY50793" fmla="*/ 645946 h 2398711"/>
              <a:gd name="connsiteX50794" fmla="*/ 1426009 w 2119654"/>
              <a:gd name="connsiteY50794" fmla="*/ 644346 h 2398711"/>
              <a:gd name="connsiteX50795" fmla="*/ 1425780 w 2119654"/>
              <a:gd name="connsiteY50795" fmla="*/ 643707 h 2398711"/>
              <a:gd name="connsiteX50796" fmla="*/ 775444 w 2119654"/>
              <a:gd name="connsiteY50796" fmla="*/ 2092702 h 2398711"/>
              <a:gd name="connsiteX50797" fmla="*/ 775449 w 2119654"/>
              <a:gd name="connsiteY50797" fmla="*/ 2092713 h 2398711"/>
              <a:gd name="connsiteX50798" fmla="*/ 779059 w 2119654"/>
              <a:gd name="connsiteY50798" fmla="*/ 2092663 h 2398711"/>
              <a:gd name="connsiteX50799" fmla="*/ 778951 w 2119654"/>
              <a:gd name="connsiteY50799" fmla="*/ 2092352 h 2398711"/>
              <a:gd name="connsiteX50800" fmla="*/ 1478723 w 2119654"/>
              <a:gd name="connsiteY50800" fmla="*/ 516873 h 2398711"/>
              <a:gd name="connsiteX50801" fmla="*/ 1477619 w 2119654"/>
              <a:gd name="connsiteY50801" fmla="*/ 521517 h 2398711"/>
              <a:gd name="connsiteX50802" fmla="*/ 1478931 w 2119654"/>
              <a:gd name="connsiteY50802" fmla="*/ 530853 h 2398711"/>
              <a:gd name="connsiteX50803" fmla="*/ 1483787 w 2119654"/>
              <a:gd name="connsiteY50803" fmla="*/ 569132 h 2398711"/>
              <a:gd name="connsiteX50804" fmla="*/ 1484857 w 2119654"/>
              <a:gd name="connsiteY50804" fmla="*/ 568185 h 2398711"/>
              <a:gd name="connsiteX50805" fmla="*/ 1485404 w 2119654"/>
              <a:gd name="connsiteY50805" fmla="*/ 531790 h 2398711"/>
              <a:gd name="connsiteX50806" fmla="*/ 1485405 w 2119654"/>
              <a:gd name="connsiteY50806" fmla="*/ 530842 h 2398711"/>
              <a:gd name="connsiteX50807" fmla="*/ 1424065 w 2119654"/>
              <a:gd name="connsiteY50807" fmla="*/ 638928 h 2398711"/>
              <a:gd name="connsiteX50808" fmla="*/ 1423942 w 2119654"/>
              <a:gd name="connsiteY50808" fmla="*/ 639685 h 2398711"/>
              <a:gd name="connsiteX50809" fmla="*/ 1424655 w 2119654"/>
              <a:gd name="connsiteY50809" fmla="*/ 640572 h 2398711"/>
              <a:gd name="connsiteX50810" fmla="*/ 1445374 w 2119654"/>
              <a:gd name="connsiteY50810" fmla="*/ 591206 h 2398711"/>
              <a:gd name="connsiteX50811" fmla="*/ 1445368 w 2119654"/>
              <a:gd name="connsiteY50811" fmla="*/ 591503 h 2398711"/>
              <a:gd name="connsiteX50812" fmla="*/ 1447558 w 2119654"/>
              <a:gd name="connsiteY50812" fmla="*/ 597070 h 2398711"/>
              <a:gd name="connsiteX50813" fmla="*/ 1446990 w 2119654"/>
              <a:gd name="connsiteY50813" fmla="*/ 593513 h 2398711"/>
              <a:gd name="connsiteX50814" fmla="*/ 1426421 w 2119654"/>
              <a:gd name="connsiteY50814" fmla="*/ 633550 h 2398711"/>
              <a:gd name="connsiteX50815" fmla="*/ 1426424 w 2119654"/>
              <a:gd name="connsiteY50815" fmla="*/ 634019 h 2398711"/>
              <a:gd name="connsiteX50816" fmla="*/ 1426719 w 2119654"/>
              <a:gd name="connsiteY50816" fmla="*/ 634545 h 2398711"/>
              <a:gd name="connsiteX50817" fmla="*/ 749209 w 2119654"/>
              <a:gd name="connsiteY50817" fmla="*/ 2149864 h 2398711"/>
              <a:gd name="connsiteX50818" fmla="*/ 755084 w 2119654"/>
              <a:gd name="connsiteY50818" fmla="*/ 2149582 h 2398711"/>
              <a:gd name="connsiteX50819" fmla="*/ 754953 w 2119654"/>
              <a:gd name="connsiteY50819" fmla="*/ 2147719 h 2398711"/>
              <a:gd name="connsiteX50820" fmla="*/ 753390 w 2119654"/>
              <a:gd name="connsiteY50820" fmla="*/ 2147507 h 2398711"/>
              <a:gd name="connsiteX50821" fmla="*/ 750719 w 2119654"/>
              <a:gd name="connsiteY50821" fmla="*/ 2149163 h 2398711"/>
              <a:gd name="connsiteX50822" fmla="*/ 746924 w 2119654"/>
              <a:gd name="connsiteY50822" fmla="*/ 2154786 h 2398711"/>
              <a:gd name="connsiteX50823" fmla="*/ 747165 w 2119654"/>
              <a:gd name="connsiteY50823" fmla="*/ 2156841 h 2398711"/>
              <a:gd name="connsiteX50824" fmla="*/ 755366 w 2119654"/>
              <a:gd name="connsiteY50824" fmla="*/ 2153591 h 2398711"/>
              <a:gd name="connsiteX50825" fmla="*/ 755277 w 2119654"/>
              <a:gd name="connsiteY50825" fmla="*/ 2152330 h 2398711"/>
              <a:gd name="connsiteX50826" fmla="*/ 769407 w 2119654"/>
              <a:gd name="connsiteY50826" fmla="*/ 2104077 h 2398711"/>
              <a:gd name="connsiteX50827" fmla="*/ 769571 w 2119654"/>
              <a:gd name="connsiteY50827" fmla="*/ 2104524 h 2398711"/>
              <a:gd name="connsiteX50828" fmla="*/ 771275 w 2119654"/>
              <a:gd name="connsiteY50828" fmla="*/ 2104190 h 2398711"/>
              <a:gd name="connsiteX50829" fmla="*/ 1445095 w 2119654"/>
              <a:gd name="connsiteY50829" fmla="*/ 590807 h 2398711"/>
              <a:gd name="connsiteX50830" fmla="*/ 1445214 w 2119654"/>
              <a:gd name="connsiteY50830" fmla="*/ 591110 h 2398711"/>
              <a:gd name="connsiteX50831" fmla="*/ 1445216 w 2119654"/>
              <a:gd name="connsiteY50831" fmla="*/ 590981 h 2398711"/>
              <a:gd name="connsiteX50832" fmla="*/ 759596 w 2119654"/>
              <a:gd name="connsiteY50832" fmla="*/ 2124663 h 2398711"/>
              <a:gd name="connsiteX50833" fmla="*/ 767191 w 2119654"/>
              <a:gd name="connsiteY50833" fmla="*/ 2131506 h 2398711"/>
              <a:gd name="connsiteX50834" fmla="*/ 769362 w 2119654"/>
              <a:gd name="connsiteY50834" fmla="*/ 2130312 h 2398711"/>
              <a:gd name="connsiteX50835" fmla="*/ 766415 w 2119654"/>
              <a:gd name="connsiteY50835" fmla="*/ 2124128 h 2398711"/>
              <a:gd name="connsiteX50836" fmla="*/ 1435908 w 2119654"/>
              <a:gd name="connsiteY50836" fmla="*/ 610042 h 2398711"/>
              <a:gd name="connsiteX50837" fmla="*/ 1435387 w 2119654"/>
              <a:gd name="connsiteY50837" fmla="*/ 613241 h 2398711"/>
              <a:gd name="connsiteX50838" fmla="*/ 1435741 w 2119654"/>
              <a:gd name="connsiteY50838" fmla="*/ 613759 h 2398711"/>
              <a:gd name="connsiteX50839" fmla="*/ 1436448 w 2119654"/>
              <a:gd name="connsiteY50839" fmla="*/ 611214 h 2398711"/>
              <a:gd name="connsiteX50840" fmla="*/ 754637 w 2119654"/>
              <a:gd name="connsiteY50840" fmla="*/ 2135311 h 2398711"/>
              <a:gd name="connsiteX50841" fmla="*/ 754940 w 2119654"/>
              <a:gd name="connsiteY50841" fmla="*/ 2138104 h 2398711"/>
              <a:gd name="connsiteX50842" fmla="*/ 754969 w 2119654"/>
              <a:gd name="connsiteY50842" fmla="*/ 2138231 h 2398711"/>
              <a:gd name="connsiteX50843" fmla="*/ 759377 w 2119654"/>
              <a:gd name="connsiteY50843" fmla="*/ 2135806 h 2398711"/>
              <a:gd name="connsiteX50844" fmla="*/ 758934 w 2119654"/>
              <a:gd name="connsiteY50844" fmla="*/ 2135195 h 2398711"/>
              <a:gd name="connsiteX50845" fmla="*/ 765998 w 2119654"/>
              <a:gd name="connsiteY50845" fmla="*/ 2109352 h 2398711"/>
              <a:gd name="connsiteX50846" fmla="*/ 766562 w 2119654"/>
              <a:gd name="connsiteY50846" fmla="*/ 2109649 h 2398711"/>
              <a:gd name="connsiteX50847" fmla="*/ 766513 w 2119654"/>
              <a:gd name="connsiteY50847" fmla="*/ 2109403 h 2398711"/>
              <a:gd name="connsiteX50848" fmla="*/ 766276 w 2119654"/>
              <a:gd name="connsiteY50848" fmla="*/ 2109327 h 2398711"/>
              <a:gd name="connsiteX50849" fmla="*/ 766143 w 2119654"/>
              <a:gd name="connsiteY50849" fmla="*/ 2109274 h 2398711"/>
              <a:gd name="connsiteX50850" fmla="*/ 763654 w 2119654"/>
              <a:gd name="connsiteY50850" fmla="*/ 2113967 h 2398711"/>
              <a:gd name="connsiteX50851" fmla="*/ 767622 w 2119654"/>
              <a:gd name="connsiteY50851" fmla="*/ 2114991 h 2398711"/>
              <a:gd name="connsiteX50852" fmla="*/ 767208 w 2119654"/>
              <a:gd name="connsiteY50852" fmla="*/ 2112901 h 2398711"/>
              <a:gd name="connsiteX50853" fmla="*/ 771033 w 2119654"/>
              <a:gd name="connsiteY50853" fmla="*/ 2097338 h 2398711"/>
              <a:gd name="connsiteX50854" fmla="*/ 772078 w 2119654"/>
              <a:gd name="connsiteY50854" fmla="*/ 2099235 h 2398711"/>
              <a:gd name="connsiteX50855" fmla="*/ 773977 w 2119654"/>
              <a:gd name="connsiteY50855" fmla="*/ 2099352 h 2398711"/>
              <a:gd name="connsiteX50856" fmla="*/ 771876 w 2119654"/>
              <a:gd name="connsiteY50856" fmla="*/ 2097212 h 2398711"/>
              <a:gd name="connsiteX50857" fmla="*/ 758936 w 2119654"/>
              <a:gd name="connsiteY50857" fmla="*/ 2124068 h 2398711"/>
              <a:gd name="connsiteX50858" fmla="*/ 759024 w 2119654"/>
              <a:gd name="connsiteY50858" fmla="*/ 2124147 h 2398711"/>
              <a:gd name="connsiteX50859" fmla="*/ 766183 w 2119654"/>
              <a:gd name="connsiteY50859" fmla="*/ 2123586 h 2398711"/>
              <a:gd name="connsiteX50860" fmla="*/ 766104 w 2119654"/>
              <a:gd name="connsiteY50860" fmla="*/ 2123403 h 2398711"/>
              <a:gd name="connsiteX50861" fmla="*/ 764144 w 2119654"/>
              <a:gd name="connsiteY50861" fmla="*/ 2122897 h 2398711"/>
              <a:gd name="connsiteX50862" fmla="*/ 1435473 w 2119654"/>
              <a:gd name="connsiteY50862" fmla="*/ 609100 h 2398711"/>
              <a:gd name="connsiteX50863" fmla="*/ 1435289 w 2119654"/>
              <a:gd name="connsiteY50863" fmla="*/ 611250 h 2398711"/>
              <a:gd name="connsiteX50864" fmla="*/ 1435595 w 2119654"/>
              <a:gd name="connsiteY50864" fmla="*/ 609365 h 2398711"/>
              <a:gd name="connsiteX50865" fmla="*/ 768709 w 2119654"/>
              <a:gd name="connsiteY50865" fmla="*/ 2101998 h 2398711"/>
              <a:gd name="connsiteX50866" fmla="*/ 768819 w 2119654"/>
              <a:gd name="connsiteY50866" fmla="*/ 2102332 h 2398711"/>
              <a:gd name="connsiteX50867" fmla="*/ 770698 w 2119654"/>
              <a:gd name="connsiteY50867" fmla="*/ 2102253 h 2398711"/>
              <a:gd name="connsiteX50868" fmla="*/ 770411 w 2119654"/>
              <a:gd name="connsiteY50868" fmla="*/ 2101748 h 2398711"/>
              <a:gd name="connsiteX50869" fmla="*/ 767670 w 2119654"/>
              <a:gd name="connsiteY50869" fmla="*/ 2103971 h 2398711"/>
              <a:gd name="connsiteX50870" fmla="*/ 767847 w 2119654"/>
              <a:gd name="connsiteY50870" fmla="*/ 2104861 h 2398711"/>
              <a:gd name="connsiteX50871" fmla="*/ 769486 w 2119654"/>
              <a:gd name="connsiteY50871" fmla="*/ 2104541 h 2398711"/>
              <a:gd name="connsiteX50872" fmla="*/ 769313 w 2119654"/>
              <a:gd name="connsiteY50872" fmla="*/ 2104070 h 2398711"/>
              <a:gd name="connsiteX50873" fmla="*/ 746492 w 2119654"/>
              <a:gd name="connsiteY50873" fmla="*/ 2151125 h 2398711"/>
              <a:gd name="connsiteX50874" fmla="*/ 746895 w 2119654"/>
              <a:gd name="connsiteY50874" fmla="*/ 2154548 h 2398711"/>
              <a:gd name="connsiteX50875" fmla="*/ 755251 w 2119654"/>
              <a:gd name="connsiteY50875" fmla="*/ 2151965 h 2398711"/>
              <a:gd name="connsiteX50876" fmla="*/ 755113 w 2119654"/>
              <a:gd name="connsiteY50876" fmla="*/ 2149995 h 2398711"/>
              <a:gd name="connsiteX50877" fmla="*/ 748214 w 2119654"/>
              <a:gd name="connsiteY50877" fmla="*/ 2150326 h 2398711"/>
              <a:gd name="connsiteX50878" fmla="*/ 1463369 w 2119654"/>
              <a:gd name="connsiteY50878" fmla="*/ 545418 h 2398711"/>
              <a:gd name="connsiteX50879" fmla="*/ 1463423 w 2119654"/>
              <a:gd name="connsiteY50879" fmla="*/ 546451 h 2398711"/>
              <a:gd name="connsiteX50880" fmla="*/ 1464310 w 2119654"/>
              <a:gd name="connsiteY50880" fmla="*/ 569186 h 2398711"/>
              <a:gd name="connsiteX50881" fmla="*/ 1464402 w 2119654"/>
              <a:gd name="connsiteY50881" fmla="*/ 568585 h 2398711"/>
              <a:gd name="connsiteX50882" fmla="*/ 1464998 w 2119654"/>
              <a:gd name="connsiteY50882" fmla="*/ 564342 h 2398711"/>
              <a:gd name="connsiteX50883" fmla="*/ 1464584 w 2119654"/>
              <a:gd name="connsiteY50883" fmla="*/ 563306 h 2398711"/>
              <a:gd name="connsiteX50884" fmla="*/ 1464932 w 2119654"/>
              <a:gd name="connsiteY50884" fmla="*/ 563506 h 2398711"/>
              <a:gd name="connsiteX50885" fmla="*/ 1465068 w 2119654"/>
              <a:gd name="connsiteY50885" fmla="*/ 563845 h 2398711"/>
              <a:gd name="connsiteX50886" fmla="*/ 1465948 w 2119654"/>
              <a:gd name="connsiteY50886" fmla="*/ 557581 h 2398711"/>
              <a:gd name="connsiteX50887" fmla="*/ 773925 w 2119654"/>
              <a:gd name="connsiteY50887" fmla="*/ 2089067 h 2398711"/>
              <a:gd name="connsiteX50888" fmla="*/ 774056 w 2119654"/>
              <a:gd name="connsiteY50888" fmla="*/ 2089379 h 2398711"/>
              <a:gd name="connsiteX50889" fmla="*/ 777431 w 2119654"/>
              <a:gd name="connsiteY50889" fmla="*/ 2089307 h 2398711"/>
              <a:gd name="connsiteX50890" fmla="*/ 775406 w 2119654"/>
              <a:gd name="connsiteY50890" fmla="*/ 2088008 h 2398711"/>
              <a:gd name="connsiteX50891" fmla="*/ 739968 w 2119654"/>
              <a:gd name="connsiteY50891" fmla="*/ 2164999 h 2398711"/>
              <a:gd name="connsiteX50892" fmla="*/ 744210 w 2119654"/>
              <a:gd name="connsiteY50892" fmla="*/ 2169997 h 2398711"/>
              <a:gd name="connsiteX50893" fmla="*/ 748676 w 2119654"/>
              <a:gd name="connsiteY50893" fmla="*/ 2169943 h 2398711"/>
              <a:gd name="connsiteX50894" fmla="*/ 747465 w 2119654"/>
              <a:gd name="connsiteY50894" fmla="*/ 2160754 h 2398711"/>
              <a:gd name="connsiteX50895" fmla="*/ 1437058 w 2119654"/>
              <a:gd name="connsiteY50895" fmla="*/ 602966 h 2398711"/>
              <a:gd name="connsiteX50896" fmla="*/ 1436109 w 2119654"/>
              <a:gd name="connsiteY50896" fmla="*/ 608804 h 2398711"/>
              <a:gd name="connsiteX50897" fmla="*/ 1436129 w 2119654"/>
              <a:gd name="connsiteY50897" fmla="*/ 608866 h 2398711"/>
              <a:gd name="connsiteX50898" fmla="*/ 1436730 w 2119654"/>
              <a:gd name="connsiteY50898" fmla="*/ 610197 h 2398711"/>
              <a:gd name="connsiteX50899" fmla="*/ 1437226 w 2119654"/>
              <a:gd name="connsiteY50899" fmla="*/ 608412 h 2398711"/>
              <a:gd name="connsiteX50900" fmla="*/ 1437587 w 2119654"/>
              <a:gd name="connsiteY50900" fmla="*/ 605122 h 2398711"/>
              <a:gd name="connsiteX50901" fmla="*/ 1443481 w 2119654"/>
              <a:gd name="connsiteY50901" fmla="*/ 588504 h 2398711"/>
              <a:gd name="connsiteX50902" fmla="*/ 1444466 w 2119654"/>
              <a:gd name="connsiteY50902" fmla="*/ 592525 h 2398711"/>
              <a:gd name="connsiteX50903" fmla="*/ 1444605 w 2119654"/>
              <a:gd name="connsiteY50903" fmla="*/ 594314 h 2398711"/>
              <a:gd name="connsiteX50904" fmla="*/ 1445147 w 2119654"/>
              <a:gd name="connsiteY50904" fmla="*/ 594893 h 2398711"/>
              <a:gd name="connsiteX50905" fmla="*/ 1445185 w 2119654"/>
              <a:gd name="connsiteY50905" fmla="*/ 592711 h 2398711"/>
              <a:gd name="connsiteX50906" fmla="*/ 1443594 w 2119654"/>
              <a:gd name="connsiteY50906" fmla="*/ 588666 h 2398711"/>
              <a:gd name="connsiteX50907" fmla="*/ 763725 w 2119654"/>
              <a:gd name="connsiteY50907" fmla="*/ 2110587 h 2398711"/>
              <a:gd name="connsiteX50908" fmla="*/ 765905 w 2119654"/>
              <a:gd name="connsiteY50908" fmla="*/ 2110229 h 2398711"/>
              <a:gd name="connsiteX50909" fmla="*/ 765168 w 2119654"/>
              <a:gd name="connsiteY50909" fmla="*/ 2109803 h 2398711"/>
              <a:gd name="connsiteX50910" fmla="*/ 767319 w 2119654"/>
              <a:gd name="connsiteY50910" fmla="*/ 2102201 h 2398711"/>
              <a:gd name="connsiteX50911" fmla="*/ 767357 w 2119654"/>
              <a:gd name="connsiteY50911" fmla="*/ 2102394 h 2398711"/>
              <a:gd name="connsiteX50912" fmla="*/ 768675 w 2119654"/>
              <a:gd name="connsiteY50912" fmla="*/ 2102339 h 2398711"/>
              <a:gd name="connsiteX50913" fmla="*/ 768558 w 2119654"/>
              <a:gd name="connsiteY50913" fmla="*/ 2102019 h 2398711"/>
              <a:gd name="connsiteX50914" fmla="*/ 752280 w 2119654"/>
              <a:gd name="connsiteY50914" fmla="*/ 2135374 h 2398711"/>
              <a:gd name="connsiteX50915" fmla="*/ 753378 w 2119654"/>
              <a:gd name="connsiteY50915" fmla="*/ 2136750 h 2398711"/>
              <a:gd name="connsiteX50916" fmla="*/ 753055 w 2119654"/>
              <a:gd name="connsiteY50916" fmla="*/ 2135353 h 2398711"/>
              <a:gd name="connsiteX50917" fmla="*/ 773305 w 2119654"/>
              <a:gd name="connsiteY50917" fmla="*/ 2087583 h 2398711"/>
              <a:gd name="connsiteX50918" fmla="*/ 773750 w 2119654"/>
              <a:gd name="connsiteY50918" fmla="*/ 2088647 h 2398711"/>
              <a:gd name="connsiteX50919" fmla="*/ 775003 w 2119654"/>
              <a:gd name="connsiteY50919" fmla="*/ 2087750 h 2398711"/>
              <a:gd name="connsiteX50920" fmla="*/ 774910 w 2119654"/>
              <a:gd name="connsiteY50920" fmla="*/ 2087690 h 2398711"/>
              <a:gd name="connsiteX50921" fmla="*/ 774091 w 2119654"/>
              <a:gd name="connsiteY50921" fmla="*/ 2087367 h 2398711"/>
              <a:gd name="connsiteX50922" fmla="*/ 773550 w 2119654"/>
              <a:gd name="connsiteY50922" fmla="*/ 2087509 h 2398711"/>
              <a:gd name="connsiteX50923" fmla="*/ 767907 w 2119654"/>
              <a:gd name="connsiteY50923" fmla="*/ 2099571 h 2398711"/>
              <a:gd name="connsiteX50924" fmla="*/ 768536 w 2119654"/>
              <a:gd name="connsiteY50924" fmla="*/ 2101473 h 2398711"/>
              <a:gd name="connsiteX50925" fmla="*/ 770080 w 2119654"/>
              <a:gd name="connsiteY50925" fmla="*/ 2101161 h 2398711"/>
              <a:gd name="connsiteX50926" fmla="*/ 769286 w 2119654"/>
              <a:gd name="connsiteY50926" fmla="*/ 2099758 h 2398711"/>
              <a:gd name="connsiteX50927" fmla="*/ 1424895 w 2119654"/>
              <a:gd name="connsiteY50927" fmla="*/ 628422 h 2398711"/>
              <a:gd name="connsiteX50928" fmla="*/ 1424897 w 2119654"/>
              <a:gd name="connsiteY50928" fmla="*/ 631298 h 2398711"/>
              <a:gd name="connsiteX50929" fmla="*/ 1424937 w 2119654"/>
              <a:gd name="connsiteY50929" fmla="*/ 631362 h 2398711"/>
              <a:gd name="connsiteX50930" fmla="*/ 1425871 w 2119654"/>
              <a:gd name="connsiteY50930" fmla="*/ 633031 h 2398711"/>
              <a:gd name="connsiteX50931" fmla="*/ 1425855 w 2119654"/>
              <a:gd name="connsiteY50931" fmla="*/ 631644 h 2398711"/>
              <a:gd name="connsiteX50932" fmla="*/ 757518 w 2119654"/>
              <a:gd name="connsiteY50932" fmla="*/ 2122790 h 2398711"/>
              <a:gd name="connsiteX50933" fmla="*/ 757687 w 2119654"/>
              <a:gd name="connsiteY50933" fmla="*/ 2122943 h 2398711"/>
              <a:gd name="connsiteX50934" fmla="*/ 760946 w 2119654"/>
              <a:gd name="connsiteY50934" fmla="*/ 2122072 h 2398711"/>
              <a:gd name="connsiteX50935" fmla="*/ 759797 w 2119654"/>
              <a:gd name="connsiteY50935" fmla="*/ 2121776 h 2398711"/>
              <a:gd name="connsiteX50936" fmla="*/ 746196 w 2119654"/>
              <a:gd name="connsiteY50936" fmla="*/ 2147083 h 2398711"/>
              <a:gd name="connsiteX50937" fmla="*/ 746315 w 2119654"/>
              <a:gd name="connsiteY50937" fmla="*/ 2147086 h 2398711"/>
              <a:gd name="connsiteX50938" fmla="*/ 746336 w 2119654"/>
              <a:gd name="connsiteY50938" fmla="*/ 2147073 h 2398711"/>
              <a:gd name="connsiteX50939" fmla="*/ 1437792 w 2119654"/>
              <a:gd name="connsiteY50939" fmla="*/ 598447 h 2398711"/>
              <a:gd name="connsiteX50940" fmla="*/ 1437593 w 2119654"/>
              <a:gd name="connsiteY50940" fmla="*/ 599672 h 2398711"/>
              <a:gd name="connsiteX50941" fmla="*/ 1438003 w 2119654"/>
              <a:gd name="connsiteY50941" fmla="*/ 601337 h 2398711"/>
              <a:gd name="connsiteX50942" fmla="*/ 1438219 w 2119654"/>
              <a:gd name="connsiteY50942" fmla="*/ 599370 h 2398711"/>
              <a:gd name="connsiteX50943" fmla="*/ 738795 w 2119654"/>
              <a:gd name="connsiteY50943" fmla="*/ 2163617 h 2398711"/>
              <a:gd name="connsiteX50944" fmla="*/ 739615 w 2119654"/>
              <a:gd name="connsiteY50944" fmla="*/ 2164584 h 2398711"/>
              <a:gd name="connsiteX50945" fmla="*/ 744846 w 2119654"/>
              <a:gd name="connsiteY50945" fmla="*/ 2161622 h 2398711"/>
              <a:gd name="connsiteX50946" fmla="*/ 746640 w 2119654"/>
              <a:gd name="connsiteY50946" fmla="*/ 2160508 h 2398711"/>
              <a:gd name="connsiteX50947" fmla="*/ 746028 w 2119654"/>
              <a:gd name="connsiteY50947" fmla="*/ 2147181 h 2398711"/>
              <a:gd name="connsiteX50948" fmla="*/ 746037 w 2119654"/>
              <a:gd name="connsiteY50948" fmla="*/ 2147258 h 2398711"/>
              <a:gd name="connsiteX50949" fmla="*/ 746156 w 2119654"/>
              <a:gd name="connsiteY50949" fmla="*/ 2147184 h 2398711"/>
              <a:gd name="connsiteX50950" fmla="*/ 1455100 w 2119654"/>
              <a:gd name="connsiteY50950" fmla="*/ 559184 h 2398711"/>
              <a:gd name="connsiteX50951" fmla="*/ 1458708 w 2119654"/>
              <a:gd name="connsiteY50951" fmla="*/ 580240 h 2398711"/>
              <a:gd name="connsiteX50952" fmla="*/ 1460112 w 2119654"/>
              <a:gd name="connsiteY50952" fmla="*/ 589174 h 2398711"/>
              <a:gd name="connsiteX50953" fmla="*/ 1460147 w 2119654"/>
              <a:gd name="connsiteY50953" fmla="*/ 589057 h 2398711"/>
              <a:gd name="connsiteX50954" fmla="*/ 1462174 w 2119654"/>
              <a:gd name="connsiteY50954" fmla="*/ 581022 h 2398711"/>
              <a:gd name="connsiteX50955" fmla="*/ 1461114 w 2119654"/>
              <a:gd name="connsiteY50955" fmla="*/ 573963 h 2398711"/>
              <a:gd name="connsiteX50956" fmla="*/ 1459834 w 2119654"/>
              <a:gd name="connsiteY50956" fmla="*/ 568764 h 2398711"/>
              <a:gd name="connsiteX50957" fmla="*/ 753963 w 2119654"/>
              <a:gd name="connsiteY50957" fmla="*/ 2129021 h 2398711"/>
              <a:gd name="connsiteX50958" fmla="*/ 753970 w 2119654"/>
              <a:gd name="connsiteY50958" fmla="*/ 2129157 h 2398711"/>
              <a:gd name="connsiteX50959" fmla="*/ 754487 w 2119654"/>
              <a:gd name="connsiteY50959" fmla="*/ 2133921 h 2398711"/>
              <a:gd name="connsiteX50960" fmla="*/ 757941 w 2119654"/>
              <a:gd name="connsiteY50960" fmla="*/ 2133829 h 2398711"/>
              <a:gd name="connsiteX50961" fmla="*/ 756684 w 2119654"/>
              <a:gd name="connsiteY50961" fmla="*/ 2132097 h 2398711"/>
              <a:gd name="connsiteX50962" fmla="*/ 1476236 w 2119654"/>
              <a:gd name="connsiteY50962" fmla="*/ 511674 h 2398711"/>
              <a:gd name="connsiteX50963" fmla="*/ 1477464 w 2119654"/>
              <a:gd name="connsiteY50963" fmla="*/ 520413 h 2398711"/>
              <a:gd name="connsiteX50964" fmla="*/ 1478483 w 2119654"/>
              <a:gd name="connsiteY50964" fmla="*/ 516374 h 2398711"/>
              <a:gd name="connsiteX50965" fmla="*/ 751088 w 2119654"/>
              <a:gd name="connsiteY50965" fmla="*/ 2135406 h 2398711"/>
              <a:gd name="connsiteX50966" fmla="*/ 753302 w 2119654"/>
              <a:gd name="connsiteY50966" fmla="*/ 2139149 h 2398711"/>
              <a:gd name="connsiteX50967" fmla="*/ 753863 w 2119654"/>
              <a:gd name="connsiteY50967" fmla="*/ 2138840 h 2398711"/>
              <a:gd name="connsiteX50968" fmla="*/ 753537 w 2119654"/>
              <a:gd name="connsiteY50968" fmla="*/ 2137433 h 2398711"/>
              <a:gd name="connsiteX50969" fmla="*/ 751901 w 2119654"/>
              <a:gd name="connsiteY50969" fmla="*/ 2135384 h 2398711"/>
              <a:gd name="connsiteX50970" fmla="*/ 756404 w 2119654"/>
              <a:gd name="connsiteY50970" fmla="*/ 2123286 h 2398711"/>
              <a:gd name="connsiteX50971" fmla="*/ 757079 w 2119654"/>
              <a:gd name="connsiteY50971" fmla="*/ 2123106 h 2398711"/>
              <a:gd name="connsiteX50972" fmla="*/ 756989 w 2119654"/>
              <a:gd name="connsiteY50972" fmla="*/ 2123026 h 2398711"/>
              <a:gd name="connsiteX50973" fmla="*/ 746664 w 2119654"/>
              <a:gd name="connsiteY50973" fmla="*/ 2144698 h 2398711"/>
              <a:gd name="connsiteX50974" fmla="*/ 749540 w 2119654"/>
              <a:gd name="connsiteY50974" fmla="*/ 2145088 h 2398711"/>
              <a:gd name="connsiteX50975" fmla="*/ 753020 w 2119654"/>
              <a:gd name="connsiteY50975" fmla="*/ 2142932 h 2398711"/>
              <a:gd name="connsiteX50976" fmla="*/ 752406 w 2119654"/>
              <a:gd name="connsiteY50976" fmla="*/ 2141989 h 2398711"/>
              <a:gd name="connsiteX50977" fmla="*/ 766766 w 2119654"/>
              <a:gd name="connsiteY50977" fmla="*/ 2099416 h 2398711"/>
              <a:gd name="connsiteX50978" fmla="*/ 767227 w 2119654"/>
              <a:gd name="connsiteY50978" fmla="*/ 2101738 h 2398711"/>
              <a:gd name="connsiteX50979" fmla="*/ 768370 w 2119654"/>
              <a:gd name="connsiteY50979" fmla="*/ 2101507 h 2398711"/>
              <a:gd name="connsiteX50980" fmla="*/ 767646 w 2119654"/>
              <a:gd name="connsiteY50980" fmla="*/ 2099536 h 2398711"/>
              <a:gd name="connsiteX50981" fmla="*/ 750618 w 2119654"/>
              <a:gd name="connsiteY50981" fmla="*/ 2135418 h 2398711"/>
              <a:gd name="connsiteX50982" fmla="*/ 752055 w 2119654"/>
              <a:gd name="connsiteY50982" fmla="*/ 2137626 h 2398711"/>
              <a:gd name="connsiteX50983" fmla="*/ 750748 w 2119654"/>
              <a:gd name="connsiteY50983" fmla="*/ 2135415 h 2398711"/>
              <a:gd name="connsiteX50984" fmla="*/ 767352 w 2119654"/>
              <a:gd name="connsiteY50984" fmla="*/ 2097887 h 2398711"/>
              <a:gd name="connsiteX50985" fmla="*/ 767622 w 2119654"/>
              <a:gd name="connsiteY50985" fmla="*/ 2098708 h 2398711"/>
              <a:gd name="connsiteX50986" fmla="*/ 768781 w 2119654"/>
              <a:gd name="connsiteY50986" fmla="*/ 2098865 h 2398711"/>
              <a:gd name="connsiteX50987" fmla="*/ 768160 w 2119654"/>
              <a:gd name="connsiteY50987" fmla="*/ 2097767 h 2398711"/>
              <a:gd name="connsiteX50988" fmla="*/ 1436272 w 2119654"/>
              <a:gd name="connsiteY50988" fmla="*/ 599780 h 2398711"/>
              <a:gd name="connsiteX50989" fmla="*/ 1435627 w 2119654"/>
              <a:gd name="connsiteY50989" fmla="*/ 607306 h 2398711"/>
              <a:gd name="connsiteX50990" fmla="*/ 1435828 w 2119654"/>
              <a:gd name="connsiteY50990" fmla="*/ 607932 h 2398711"/>
              <a:gd name="connsiteX50991" fmla="*/ 1436803 w 2119654"/>
              <a:gd name="connsiteY50991" fmla="*/ 601934 h 2398711"/>
              <a:gd name="connsiteX50992" fmla="*/ 1410835 w 2119654"/>
              <a:gd name="connsiteY50992" fmla="*/ 655922 h 2398711"/>
              <a:gd name="connsiteX50993" fmla="*/ 1410719 w 2119654"/>
              <a:gd name="connsiteY50993" fmla="*/ 658079 h 2398711"/>
              <a:gd name="connsiteX50994" fmla="*/ 1413664 w 2119654"/>
              <a:gd name="connsiteY50994" fmla="*/ 662445 h 2398711"/>
              <a:gd name="connsiteX50995" fmla="*/ 1413863 w 2119654"/>
              <a:gd name="connsiteY50995" fmla="*/ 661213 h 2398711"/>
              <a:gd name="connsiteX50996" fmla="*/ 766489 w 2119654"/>
              <a:gd name="connsiteY50996" fmla="*/ 2098017 h 2398711"/>
              <a:gd name="connsiteX50997" fmla="*/ 766598 w 2119654"/>
              <a:gd name="connsiteY50997" fmla="*/ 2098570 h 2398711"/>
              <a:gd name="connsiteX50998" fmla="*/ 767327 w 2119654"/>
              <a:gd name="connsiteY50998" fmla="*/ 2098669 h 2398711"/>
              <a:gd name="connsiteX50999" fmla="*/ 767056 w 2119654"/>
              <a:gd name="connsiteY50999" fmla="*/ 2097932 h 2398711"/>
              <a:gd name="connsiteX51000" fmla="*/ 770566 w 2119654"/>
              <a:gd name="connsiteY51000" fmla="*/ 2088417 h 2398711"/>
              <a:gd name="connsiteX51001" fmla="*/ 771562 w 2119654"/>
              <a:gd name="connsiteY51001" fmla="*/ 2089431 h 2398711"/>
              <a:gd name="connsiteX51002" fmla="*/ 772545 w 2119654"/>
              <a:gd name="connsiteY51002" fmla="*/ 2089411 h 2398711"/>
              <a:gd name="connsiteX51003" fmla="*/ 771954 w 2119654"/>
              <a:gd name="connsiteY51003" fmla="*/ 2087995 h 2398711"/>
              <a:gd name="connsiteX51004" fmla="*/ 1436724 w 2119654"/>
              <a:gd name="connsiteY51004" fmla="*/ 596142 h 2398711"/>
              <a:gd name="connsiteX51005" fmla="*/ 1437338 w 2119654"/>
              <a:gd name="connsiteY51005" fmla="*/ 598638 h 2398711"/>
              <a:gd name="connsiteX51006" fmla="*/ 1437479 w 2119654"/>
              <a:gd name="connsiteY51006" fmla="*/ 597772 h 2398711"/>
              <a:gd name="connsiteX51007" fmla="*/ 753749 w 2119654"/>
              <a:gd name="connsiteY51007" fmla="*/ 2125233 h 2398711"/>
              <a:gd name="connsiteX51008" fmla="*/ 753761 w 2119654"/>
              <a:gd name="connsiteY51008" fmla="*/ 2125450 h 2398711"/>
              <a:gd name="connsiteX51009" fmla="*/ 761098 w 2119654"/>
              <a:gd name="connsiteY51009" fmla="*/ 2133744 h 2398711"/>
              <a:gd name="connsiteX51010" fmla="*/ 763229 w 2119654"/>
              <a:gd name="connsiteY51010" fmla="*/ 2133687 h 2398711"/>
              <a:gd name="connsiteX51011" fmla="*/ 766815 w 2119654"/>
              <a:gd name="connsiteY51011" fmla="*/ 2131714 h 2398711"/>
              <a:gd name="connsiteX51012" fmla="*/ 759925 w 2119654"/>
              <a:gd name="connsiteY51012" fmla="*/ 2125671 h 2398711"/>
              <a:gd name="connsiteX51013" fmla="*/ 758869 w 2119654"/>
              <a:gd name="connsiteY51013" fmla="*/ 2124720 h 2398711"/>
              <a:gd name="connsiteX51014" fmla="*/ 754519 w 2119654"/>
              <a:gd name="connsiteY51014" fmla="*/ 2125060 h 2398711"/>
              <a:gd name="connsiteX51015" fmla="*/ 1410301 w 2119654"/>
              <a:gd name="connsiteY51015" fmla="*/ 654989 h 2398711"/>
              <a:gd name="connsiteX51016" fmla="*/ 1410533 w 2119654"/>
              <a:gd name="connsiteY51016" fmla="*/ 657608 h 2398711"/>
              <a:gd name="connsiteX51017" fmla="*/ 1410666 w 2119654"/>
              <a:gd name="connsiteY51017" fmla="*/ 655626 h 2398711"/>
              <a:gd name="connsiteX51018" fmla="*/ 760446 w 2119654"/>
              <a:gd name="connsiteY51018" fmla="*/ 2108643 h 2398711"/>
              <a:gd name="connsiteX51019" fmla="*/ 761045 w 2119654"/>
              <a:gd name="connsiteY51019" fmla="*/ 2110041 h 2398711"/>
              <a:gd name="connsiteX51020" fmla="*/ 763382 w 2119654"/>
              <a:gd name="connsiteY51020" fmla="*/ 2108771 h 2398711"/>
              <a:gd name="connsiteX51021" fmla="*/ 763087 w 2119654"/>
              <a:gd name="connsiteY51021" fmla="*/ 2108601 h 2398711"/>
              <a:gd name="connsiteX51022" fmla="*/ 755026 w 2119654"/>
              <a:gd name="connsiteY51022" fmla="*/ 2120545 h 2398711"/>
              <a:gd name="connsiteX51023" fmla="*/ 756936 w 2119654"/>
              <a:gd name="connsiteY51023" fmla="*/ 2122266 h 2398711"/>
              <a:gd name="connsiteX51024" fmla="*/ 758434 w 2119654"/>
              <a:gd name="connsiteY51024" fmla="*/ 2121424 h 2398711"/>
              <a:gd name="connsiteX51025" fmla="*/ 743062 w 2119654"/>
              <a:gd name="connsiteY51025" fmla="*/ 2146398 h 2398711"/>
              <a:gd name="connsiteX51026" fmla="*/ 744108 w 2119654"/>
              <a:gd name="connsiteY51026" fmla="*/ 2146247 h 2398711"/>
              <a:gd name="connsiteX51027" fmla="*/ 743543 w 2119654"/>
              <a:gd name="connsiteY51027" fmla="*/ 2146171 h 2398711"/>
              <a:gd name="connsiteX51028" fmla="*/ 1443328 w 2119654"/>
              <a:gd name="connsiteY51028" fmla="*/ 577636 h 2398711"/>
              <a:gd name="connsiteX51029" fmla="*/ 1443336 w 2119654"/>
              <a:gd name="connsiteY51029" fmla="*/ 578284 h 2398711"/>
              <a:gd name="connsiteX51030" fmla="*/ 1443783 w 2119654"/>
              <a:gd name="connsiteY51030" fmla="*/ 578826 h 2398711"/>
              <a:gd name="connsiteX51031" fmla="*/ 761440 w 2119654"/>
              <a:gd name="connsiteY51031" fmla="*/ 2104049 h 2398711"/>
              <a:gd name="connsiteX51032" fmla="*/ 765250 w 2119654"/>
              <a:gd name="connsiteY51032" fmla="*/ 2105369 h 2398711"/>
              <a:gd name="connsiteX51033" fmla="*/ 765696 w 2119654"/>
              <a:gd name="connsiteY51033" fmla="*/ 2105282 h 2398711"/>
              <a:gd name="connsiteX51034" fmla="*/ 765418 w 2119654"/>
              <a:gd name="connsiteY51034" fmla="*/ 2103882 h 2398711"/>
              <a:gd name="connsiteX51035" fmla="*/ 769128 w 2119654"/>
              <a:gd name="connsiteY51035" fmla="*/ 2086824 h 2398711"/>
              <a:gd name="connsiteX51036" fmla="*/ 769447 w 2119654"/>
              <a:gd name="connsiteY51036" fmla="*/ 2087276 h 2398711"/>
              <a:gd name="connsiteX51037" fmla="*/ 769493 w 2119654"/>
              <a:gd name="connsiteY51037" fmla="*/ 2087323 h 2398711"/>
              <a:gd name="connsiteX51038" fmla="*/ 769744 w 2119654"/>
              <a:gd name="connsiteY51038" fmla="*/ 2087257 h 2398711"/>
              <a:gd name="connsiteX51039" fmla="*/ 771311 w 2119654"/>
              <a:gd name="connsiteY51039" fmla="*/ 2086459 h 2398711"/>
              <a:gd name="connsiteX51040" fmla="*/ 771216 w 2119654"/>
              <a:gd name="connsiteY51040" fmla="*/ 2086231 h 2398711"/>
              <a:gd name="connsiteX51041" fmla="*/ 771165 w 2119654"/>
              <a:gd name="connsiteY51041" fmla="*/ 2086211 h 2398711"/>
              <a:gd name="connsiteX51042" fmla="*/ 740696 w 2119654"/>
              <a:gd name="connsiteY51042" fmla="*/ 2150272 h 2398711"/>
              <a:gd name="connsiteX51043" fmla="*/ 741212 w 2119654"/>
              <a:gd name="connsiteY51043" fmla="*/ 2150247 h 2398711"/>
              <a:gd name="connsiteX51044" fmla="*/ 741721 w 2119654"/>
              <a:gd name="connsiteY51044" fmla="*/ 2149932 h 2398711"/>
              <a:gd name="connsiteX51045" fmla="*/ 1444174 w 2119654"/>
              <a:gd name="connsiteY51045" fmla="*/ 574886 h 2398711"/>
              <a:gd name="connsiteX51046" fmla="*/ 1445142 w 2119654"/>
              <a:gd name="connsiteY51046" fmla="*/ 580470 h 2398711"/>
              <a:gd name="connsiteX51047" fmla="*/ 1450224 w 2119654"/>
              <a:gd name="connsiteY51047" fmla="*/ 586618 h 2398711"/>
              <a:gd name="connsiteX51048" fmla="*/ 1445621 w 2119654"/>
              <a:gd name="connsiteY51048" fmla="*/ 577965 h 2398711"/>
              <a:gd name="connsiteX51049" fmla="*/ 1446030 w 2119654"/>
              <a:gd name="connsiteY51049" fmla="*/ 578145 h 2398711"/>
              <a:gd name="connsiteX51050" fmla="*/ 1451103 w 2119654"/>
              <a:gd name="connsiteY51050" fmla="*/ 587681 h 2398711"/>
              <a:gd name="connsiteX51051" fmla="*/ 1451823 w 2119654"/>
              <a:gd name="connsiteY51051" fmla="*/ 588552 h 2398711"/>
              <a:gd name="connsiteX51052" fmla="*/ 1451538 w 2119654"/>
              <a:gd name="connsiteY51052" fmla="*/ 586708 h 2398711"/>
              <a:gd name="connsiteX51053" fmla="*/ 1450820 w 2119654"/>
              <a:gd name="connsiteY51053" fmla="*/ 584802 h 2398711"/>
              <a:gd name="connsiteX51054" fmla="*/ 758465 w 2119654"/>
              <a:gd name="connsiteY51054" fmla="*/ 2110148 h 2398711"/>
              <a:gd name="connsiteX51055" fmla="*/ 759131 w 2119654"/>
              <a:gd name="connsiteY51055" fmla="*/ 2111081 h 2398711"/>
              <a:gd name="connsiteX51056" fmla="*/ 760437 w 2119654"/>
              <a:gd name="connsiteY51056" fmla="*/ 2110371 h 2398711"/>
              <a:gd name="connsiteX51057" fmla="*/ 745160 w 2119654"/>
              <a:gd name="connsiteY51057" fmla="*/ 2139812 h 2398711"/>
              <a:gd name="connsiteX51058" fmla="*/ 745582 w 2119654"/>
              <a:gd name="connsiteY51058" fmla="*/ 2143397 h 2398711"/>
              <a:gd name="connsiteX51059" fmla="*/ 750485 w 2119654"/>
              <a:gd name="connsiteY51059" fmla="*/ 2140699 h 2398711"/>
              <a:gd name="connsiteX51060" fmla="*/ 748712 w 2119654"/>
              <a:gd name="connsiteY51060" fmla="*/ 2131386 h 2398711"/>
              <a:gd name="connsiteX51061" fmla="*/ 750277 w 2119654"/>
              <a:gd name="connsiteY51061" fmla="*/ 2134034 h 2398711"/>
              <a:gd name="connsiteX51062" fmla="*/ 750813 w 2119654"/>
              <a:gd name="connsiteY51062" fmla="*/ 2134019 h 2398711"/>
              <a:gd name="connsiteX51063" fmla="*/ 1411284 w 2119654"/>
              <a:gd name="connsiteY51063" fmla="*/ 647544 h 2398711"/>
              <a:gd name="connsiteX51064" fmla="*/ 1411192 w 2119654"/>
              <a:gd name="connsiteY51064" fmla="*/ 649269 h 2398711"/>
              <a:gd name="connsiteX51065" fmla="*/ 1414922 w 2119654"/>
              <a:gd name="connsiteY51065" fmla="*/ 654684 h 2398711"/>
              <a:gd name="connsiteX51066" fmla="*/ 1415080 w 2119654"/>
              <a:gd name="connsiteY51066" fmla="*/ 653708 h 2398711"/>
              <a:gd name="connsiteX51067" fmla="*/ 1415078 w 2119654"/>
              <a:gd name="connsiteY51067" fmla="*/ 653680 h 2398711"/>
              <a:gd name="connsiteX51068" fmla="*/ 1414710 w 2119654"/>
              <a:gd name="connsiteY51068" fmla="*/ 651203 h 2398711"/>
              <a:gd name="connsiteX51069" fmla="*/ 753463 w 2119654"/>
              <a:gd name="connsiteY51069" fmla="*/ 2120142 h 2398711"/>
              <a:gd name="connsiteX51070" fmla="*/ 753678 w 2119654"/>
              <a:gd name="connsiteY51070" fmla="*/ 2123972 h 2398711"/>
              <a:gd name="connsiteX51071" fmla="*/ 754753 w 2119654"/>
              <a:gd name="connsiteY51071" fmla="*/ 2123494 h 2398711"/>
              <a:gd name="connsiteX51072" fmla="*/ 756450 w 2119654"/>
              <a:gd name="connsiteY51072" fmla="*/ 2122540 h 2398711"/>
              <a:gd name="connsiteX51073" fmla="*/ 753919 w 2119654"/>
              <a:gd name="connsiteY51073" fmla="*/ 2120259 h 2398711"/>
              <a:gd name="connsiteX51074" fmla="*/ 768621 w 2119654"/>
              <a:gd name="connsiteY51074" fmla="*/ 2086106 h 2398711"/>
              <a:gd name="connsiteX51075" fmla="*/ 768970 w 2119654"/>
              <a:gd name="connsiteY51075" fmla="*/ 2086600 h 2398711"/>
              <a:gd name="connsiteX51076" fmla="*/ 770736 w 2119654"/>
              <a:gd name="connsiteY51076" fmla="*/ 2086041 h 2398711"/>
              <a:gd name="connsiteX51077" fmla="*/ 769662 w 2119654"/>
              <a:gd name="connsiteY51077" fmla="*/ 2085617 h 2398711"/>
              <a:gd name="connsiteX51078" fmla="*/ 730850 w 2119654"/>
              <a:gd name="connsiteY51078" fmla="*/ 2170161 h 2398711"/>
              <a:gd name="connsiteX51079" fmla="*/ 743919 w 2119654"/>
              <a:gd name="connsiteY51079" fmla="*/ 2170001 h 2398711"/>
              <a:gd name="connsiteX51080" fmla="*/ 739769 w 2119654"/>
              <a:gd name="connsiteY51080" fmla="*/ 2165111 h 2398711"/>
              <a:gd name="connsiteX51081" fmla="*/ 768329 w 2119654"/>
              <a:gd name="connsiteY51081" fmla="*/ 2085692 h 2398711"/>
              <a:gd name="connsiteX51082" fmla="*/ 768522 w 2119654"/>
              <a:gd name="connsiteY51082" fmla="*/ 2085966 h 2398711"/>
              <a:gd name="connsiteX51083" fmla="*/ 769446 w 2119654"/>
              <a:gd name="connsiteY51083" fmla="*/ 2085532 h 2398711"/>
              <a:gd name="connsiteX51084" fmla="*/ 768996 w 2119654"/>
              <a:gd name="connsiteY51084" fmla="*/ 2085354 h 2398711"/>
              <a:gd name="connsiteX51085" fmla="*/ 752980 w 2119654"/>
              <a:gd name="connsiteY51085" fmla="*/ 2120017 h 2398711"/>
              <a:gd name="connsiteX51086" fmla="*/ 753322 w 2119654"/>
              <a:gd name="connsiteY51086" fmla="*/ 2123171 h 2398711"/>
              <a:gd name="connsiteX51087" fmla="*/ 753147 w 2119654"/>
              <a:gd name="connsiteY51087" fmla="*/ 2120060 h 2398711"/>
              <a:gd name="connsiteX51088" fmla="*/ 1474994 w 2119654"/>
              <a:gd name="connsiteY51088" fmla="*/ 502838 h 2398711"/>
              <a:gd name="connsiteX51089" fmla="*/ 1476070 w 2119654"/>
              <a:gd name="connsiteY51089" fmla="*/ 510487 h 2398711"/>
              <a:gd name="connsiteX51090" fmla="*/ 1478605 w 2119654"/>
              <a:gd name="connsiteY51090" fmla="*/ 515892 h 2398711"/>
              <a:gd name="connsiteX51091" fmla="*/ 1480655 w 2119654"/>
              <a:gd name="connsiteY51091" fmla="*/ 507767 h 2398711"/>
              <a:gd name="connsiteX51092" fmla="*/ 1484342 w 2119654"/>
              <a:gd name="connsiteY51092" fmla="*/ 492252 h 2398711"/>
              <a:gd name="connsiteX51093" fmla="*/ 1443285 w 2119654"/>
              <a:gd name="connsiteY51093" fmla="*/ 573559 h 2398711"/>
              <a:gd name="connsiteX51094" fmla="*/ 1443310 w 2119654"/>
              <a:gd name="connsiteY51094" fmla="*/ 575895 h 2398711"/>
              <a:gd name="connsiteX51095" fmla="*/ 1443519 w 2119654"/>
              <a:gd name="connsiteY51095" fmla="*/ 576421 h 2398711"/>
              <a:gd name="connsiteX51096" fmla="*/ 1444793 w 2119654"/>
              <a:gd name="connsiteY51096" fmla="*/ 579751 h 2398711"/>
              <a:gd name="connsiteX51097" fmla="*/ 1443966 w 2119654"/>
              <a:gd name="connsiteY51097" fmla="*/ 574578 h 2398711"/>
              <a:gd name="connsiteX51098" fmla="*/ 757425 w 2119654"/>
              <a:gd name="connsiteY51098" fmla="*/ 2108690 h 2398711"/>
              <a:gd name="connsiteX51099" fmla="*/ 758398 w 2119654"/>
              <a:gd name="connsiteY51099" fmla="*/ 2110054 h 2398711"/>
              <a:gd name="connsiteX51100" fmla="*/ 760487 w 2119654"/>
              <a:gd name="connsiteY51100" fmla="*/ 2110290 h 2398711"/>
              <a:gd name="connsiteX51101" fmla="*/ 759786 w 2119654"/>
              <a:gd name="connsiteY51101" fmla="*/ 2108653 h 2398711"/>
              <a:gd name="connsiteX51102" fmla="*/ 1473156 w 2119654"/>
              <a:gd name="connsiteY51102" fmla="*/ 505234 h 2398711"/>
              <a:gd name="connsiteX51103" fmla="*/ 1476469 w 2119654"/>
              <a:gd name="connsiteY51103" fmla="*/ 524358 h 2398711"/>
              <a:gd name="connsiteX51104" fmla="*/ 1477236 w 2119654"/>
              <a:gd name="connsiteY51104" fmla="*/ 521318 h 2398711"/>
              <a:gd name="connsiteX51105" fmla="*/ 1475973 w 2119654"/>
              <a:gd name="connsiteY51105" fmla="*/ 511356 h 2398711"/>
              <a:gd name="connsiteX51106" fmla="*/ 1475927 w 2119654"/>
              <a:gd name="connsiteY51106" fmla="*/ 511028 h 2398711"/>
              <a:gd name="connsiteX51107" fmla="*/ 1473352 w 2119654"/>
              <a:gd name="connsiteY51107" fmla="*/ 504697 h 2398711"/>
              <a:gd name="connsiteX51108" fmla="*/ 1475757 w 2119654"/>
              <a:gd name="connsiteY51108" fmla="*/ 509822 h 2398711"/>
              <a:gd name="connsiteX51109" fmla="*/ 1474806 w 2119654"/>
              <a:gd name="connsiteY51109" fmla="*/ 503051 h 2398711"/>
              <a:gd name="connsiteX51110" fmla="*/ 734499 w 2119654"/>
              <a:gd name="connsiteY51110" fmla="*/ 2158440 h 2398711"/>
              <a:gd name="connsiteX51111" fmla="*/ 736627 w 2119654"/>
              <a:gd name="connsiteY51111" fmla="*/ 2161017 h 2398711"/>
              <a:gd name="connsiteX51112" fmla="*/ 746961 w 2119654"/>
              <a:gd name="connsiteY51112" fmla="*/ 2156922 h 2398711"/>
              <a:gd name="connsiteX51113" fmla="*/ 746688 w 2119654"/>
              <a:gd name="connsiteY51113" fmla="*/ 2154856 h 2398711"/>
              <a:gd name="connsiteX51114" fmla="*/ 744662 w 2119654"/>
              <a:gd name="connsiteY51114" fmla="*/ 2135578 h 2398711"/>
              <a:gd name="connsiteX51115" fmla="*/ 745086 w 2119654"/>
              <a:gd name="connsiteY51115" fmla="*/ 2139185 h 2398711"/>
              <a:gd name="connsiteX51116" fmla="*/ 751249 w 2119654"/>
              <a:gd name="connsiteY51116" fmla="*/ 2140212 h 2398711"/>
              <a:gd name="connsiteX51117" fmla="*/ 748170 w 2119654"/>
              <a:gd name="connsiteY51117" fmla="*/ 2135484 h 2398711"/>
              <a:gd name="connsiteX51118" fmla="*/ 738829 w 2119654"/>
              <a:gd name="connsiteY51118" fmla="*/ 2148395 h 2398711"/>
              <a:gd name="connsiteX51119" fmla="*/ 739573 w 2119654"/>
              <a:gd name="connsiteY51119" fmla="*/ 2150224 h 2398711"/>
              <a:gd name="connsiteX51120" fmla="*/ 743182 w 2119654"/>
              <a:gd name="connsiteY51120" fmla="*/ 2149027 h 2398711"/>
              <a:gd name="connsiteX51121" fmla="*/ 745713 w 2119654"/>
              <a:gd name="connsiteY51121" fmla="*/ 2147459 h 2398711"/>
              <a:gd name="connsiteX51122" fmla="*/ 745676 w 2119654"/>
              <a:gd name="connsiteY51122" fmla="*/ 2147172 h 2398711"/>
              <a:gd name="connsiteX51123" fmla="*/ 745127 w 2119654"/>
              <a:gd name="connsiteY51123" fmla="*/ 2147157 h 2398711"/>
              <a:gd name="connsiteX51124" fmla="*/ 740818 w 2119654"/>
              <a:gd name="connsiteY51124" fmla="*/ 2147456 h 2398711"/>
              <a:gd name="connsiteX51125" fmla="*/ 1428588 w 2119654"/>
              <a:gd name="connsiteY51125" fmla="*/ 603306 h 2398711"/>
              <a:gd name="connsiteX51126" fmla="*/ 1429331 w 2119654"/>
              <a:gd name="connsiteY51126" fmla="*/ 604392 h 2398711"/>
              <a:gd name="connsiteX51127" fmla="*/ 1428831 w 2119654"/>
              <a:gd name="connsiteY51127" fmla="*/ 603140 h 2398711"/>
              <a:gd name="connsiteX51128" fmla="*/ 1443248 w 2119654"/>
              <a:gd name="connsiteY51128" fmla="*/ 570186 h 2398711"/>
              <a:gd name="connsiteX51129" fmla="*/ 1443259 w 2119654"/>
              <a:gd name="connsiteY51129" fmla="*/ 571175 h 2398711"/>
              <a:gd name="connsiteX51130" fmla="*/ 1443475 w 2119654"/>
              <a:gd name="connsiteY51130" fmla="*/ 571496 h 2398711"/>
              <a:gd name="connsiteX51131" fmla="*/ 1443470 w 2119654"/>
              <a:gd name="connsiteY51131" fmla="*/ 571465 h 2398711"/>
              <a:gd name="connsiteX51132" fmla="*/ 1409472 w 2119654"/>
              <a:gd name="connsiteY51132" fmla="*/ 645610 h 2398711"/>
              <a:gd name="connsiteX51133" fmla="*/ 1409590 w 2119654"/>
              <a:gd name="connsiteY51133" fmla="*/ 646944 h 2398711"/>
              <a:gd name="connsiteX51134" fmla="*/ 1411091 w 2119654"/>
              <a:gd name="connsiteY51134" fmla="*/ 649124 h 2398711"/>
              <a:gd name="connsiteX51135" fmla="*/ 1411181 w 2119654"/>
              <a:gd name="connsiteY51135" fmla="*/ 647435 h 2398711"/>
              <a:gd name="connsiteX51136" fmla="*/ 1426301 w 2119654"/>
              <a:gd name="connsiteY51136" fmla="*/ 607379 h 2398711"/>
              <a:gd name="connsiteX51137" fmla="*/ 1426414 w 2119654"/>
              <a:gd name="connsiteY51137" fmla="*/ 631910 h 2398711"/>
              <a:gd name="connsiteX51138" fmla="*/ 1427748 w 2119654"/>
              <a:gd name="connsiteY51138" fmla="*/ 636385 h 2398711"/>
              <a:gd name="connsiteX51139" fmla="*/ 1428782 w 2119654"/>
              <a:gd name="connsiteY51139" fmla="*/ 638236 h 2398711"/>
              <a:gd name="connsiteX51140" fmla="*/ 1430105 w 2119654"/>
              <a:gd name="connsiteY51140" fmla="*/ 631505 h 2398711"/>
              <a:gd name="connsiteX51141" fmla="*/ 727216 w 2119654"/>
              <a:gd name="connsiteY51141" fmla="*/ 2172218 h 2398711"/>
              <a:gd name="connsiteX51142" fmla="*/ 742212 w 2119654"/>
              <a:gd name="connsiteY51142" fmla="*/ 2173601 h 2398711"/>
              <a:gd name="connsiteX51143" fmla="*/ 746212 w 2119654"/>
              <a:gd name="connsiteY51143" fmla="*/ 2172702 h 2398711"/>
              <a:gd name="connsiteX51144" fmla="*/ 744487 w 2119654"/>
              <a:gd name="connsiteY51144" fmla="*/ 2170671 h 2398711"/>
              <a:gd name="connsiteX51145" fmla="*/ 730423 w 2119654"/>
              <a:gd name="connsiteY51145" fmla="*/ 2170402 h 2398711"/>
              <a:gd name="connsiteX51146" fmla="*/ 1407090 w 2119654"/>
              <a:gd name="connsiteY51146" fmla="*/ 649378 h 2398711"/>
              <a:gd name="connsiteX51147" fmla="*/ 1406982 w 2119654"/>
              <a:gd name="connsiteY51147" fmla="*/ 652536 h 2398711"/>
              <a:gd name="connsiteX51148" fmla="*/ 1409566 w 2119654"/>
              <a:gd name="connsiteY51148" fmla="*/ 656369 h 2398711"/>
              <a:gd name="connsiteX51149" fmla="*/ 1409288 w 2119654"/>
              <a:gd name="connsiteY51149" fmla="*/ 653218 h 2398711"/>
              <a:gd name="connsiteX51150" fmla="*/ 738249 w 2119654"/>
              <a:gd name="connsiteY51150" fmla="*/ 2146974 h 2398711"/>
              <a:gd name="connsiteX51151" fmla="*/ 738292 w 2119654"/>
              <a:gd name="connsiteY51151" fmla="*/ 2147082 h 2398711"/>
              <a:gd name="connsiteX51152" fmla="*/ 738421 w 2119654"/>
              <a:gd name="connsiteY51152" fmla="*/ 2147063 h 2398711"/>
              <a:gd name="connsiteX51153" fmla="*/ 738591 w 2119654"/>
              <a:gd name="connsiteY51153" fmla="*/ 2146983 h 2398711"/>
              <a:gd name="connsiteX51154" fmla="*/ 754050 w 2119654"/>
              <a:gd name="connsiteY51154" fmla="*/ 2111489 h 2398711"/>
              <a:gd name="connsiteX51155" fmla="*/ 755573 w 2119654"/>
              <a:gd name="connsiteY51155" fmla="*/ 2111882 h 2398711"/>
              <a:gd name="connsiteX51156" fmla="*/ 756177 w 2119654"/>
              <a:gd name="connsiteY51156" fmla="*/ 2111828 h 2398711"/>
              <a:gd name="connsiteX51157" fmla="*/ 756672 w 2119654"/>
              <a:gd name="connsiteY51157" fmla="*/ 2111746 h 2398711"/>
              <a:gd name="connsiteX51158" fmla="*/ 1427002 w 2119654"/>
              <a:gd name="connsiteY51158" fmla="*/ 604388 h 2398711"/>
              <a:gd name="connsiteX51159" fmla="*/ 1427729 w 2119654"/>
              <a:gd name="connsiteY51159" fmla="*/ 608049 h 2398711"/>
              <a:gd name="connsiteX51160" fmla="*/ 1429951 w 2119654"/>
              <a:gd name="connsiteY51160" fmla="*/ 622137 h 2398711"/>
              <a:gd name="connsiteX51161" fmla="*/ 1430931 w 2119654"/>
              <a:gd name="connsiteY51161" fmla="*/ 627301 h 2398711"/>
              <a:gd name="connsiteX51162" fmla="*/ 1433085 w 2119654"/>
              <a:gd name="connsiteY51162" fmla="*/ 616340 h 2398711"/>
              <a:gd name="connsiteX51163" fmla="*/ 1433267 w 2119654"/>
              <a:gd name="connsiteY51163" fmla="*/ 614234 h 2398711"/>
              <a:gd name="connsiteX51164" fmla="*/ 1431967 w 2119654"/>
              <a:gd name="connsiteY51164" fmla="*/ 610985 h 2398711"/>
              <a:gd name="connsiteX51165" fmla="*/ 1427581 w 2119654"/>
              <a:gd name="connsiteY51165" fmla="*/ 603993 h 2398711"/>
              <a:gd name="connsiteX51166" fmla="*/ 733456 w 2119654"/>
              <a:gd name="connsiteY51166" fmla="*/ 2157178 h 2398711"/>
              <a:gd name="connsiteX51167" fmla="*/ 734343 w 2119654"/>
              <a:gd name="connsiteY51167" fmla="*/ 2158250 h 2398711"/>
              <a:gd name="connsiteX51168" fmla="*/ 746168 w 2119654"/>
              <a:gd name="connsiteY51168" fmla="*/ 2154773 h 2398711"/>
              <a:gd name="connsiteX51169" fmla="*/ 746657 w 2119654"/>
              <a:gd name="connsiteY51169" fmla="*/ 2154622 h 2398711"/>
              <a:gd name="connsiteX51170" fmla="*/ 746214 w 2119654"/>
              <a:gd name="connsiteY51170" fmla="*/ 2151255 h 2398711"/>
              <a:gd name="connsiteX51171" fmla="*/ 746521 w 2119654"/>
              <a:gd name="connsiteY51171" fmla="*/ 2127682 h 2398711"/>
              <a:gd name="connsiteX51172" fmla="*/ 747603 w 2119654"/>
              <a:gd name="connsiteY51172" fmla="*/ 2129512 h 2398711"/>
              <a:gd name="connsiteX51173" fmla="*/ 751191 w 2119654"/>
              <a:gd name="connsiteY51173" fmla="*/ 2134009 h 2398711"/>
              <a:gd name="connsiteX51174" fmla="*/ 752733 w 2119654"/>
              <a:gd name="connsiteY51174" fmla="*/ 2133968 h 2398711"/>
              <a:gd name="connsiteX51175" fmla="*/ 751771 w 2119654"/>
              <a:gd name="connsiteY51175" fmla="*/ 2129823 h 2398711"/>
              <a:gd name="connsiteX51176" fmla="*/ 751366 w 2119654"/>
              <a:gd name="connsiteY51176" fmla="*/ 2126085 h 2398711"/>
              <a:gd name="connsiteX51177" fmla="*/ 751133 w 2119654"/>
              <a:gd name="connsiteY51177" fmla="*/ 2125821 h 2398711"/>
              <a:gd name="connsiteX51178" fmla="*/ 750265 w 2119654"/>
              <a:gd name="connsiteY51178" fmla="*/ 2126016 h 2398711"/>
              <a:gd name="connsiteX51179" fmla="*/ 757759 w 2119654"/>
              <a:gd name="connsiteY51179" fmla="*/ 2102371 h 2398711"/>
              <a:gd name="connsiteX51180" fmla="*/ 757938 w 2119654"/>
              <a:gd name="connsiteY51180" fmla="*/ 2102789 h 2398711"/>
              <a:gd name="connsiteX51181" fmla="*/ 761987 w 2119654"/>
              <a:gd name="connsiteY51181" fmla="*/ 2102619 h 2398711"/>
              <a:gd name="connsiteX51182" fmla="*/ 765077 w 2119654"/>
              <a:gd name="connsiteY51182" fmla="*/ 2102166 h 2398711"/>
              <a:gd name="connsiteX51183" fmla="*/ 764469 w 2119654"/>
              <a:gd name="connsiteY51183" fmla="*/ 2099105 h 2398711"/>
              <a:gd name="connsiteX51184" fmla="*/ 763608 w 2119654"/>
              <a:gd name="connsiteY51184" fmla="*/ 2098988 h 2398711"/>
              <a:gd name="connsiteX51185" fmla="*/ 746242 w 2119654"/>
              <a:gd name="connsiteY51185" fmla="*/ 2127806 h 2398711"/>
              <a:gd name="connsiteX51186" fmla="*/ 746267 w 2119654"/>
              <a:gd name="connsiteY51186" fmla="*/ 2127837 h 2398711"/>
              <a:gd name="connsiteX51187" fmla="*/ 746247 w 2119654"/>
              <a:gd name="connsiteY51187" fmla="*/ 2127804 h 2398711"/>
              <a:gd name="connsiteX51188" fmla="*/ 749409 w 2119654"/>
              <a:gd name="connsiteY51188" fmla="*/ 2120482 h 2398711"/>
              <a:gd name="connsiteX51189" fmla="*/ 749600 w 2119654"/>
              <a:gd name="connsiteY51189" fmla="*/ 2120747 h 2398711"/>
              <a:gd name="connsiteX51190" fmla="*/ 750953 w 2119654"/>
              <a:gd name="connsiteY51190" fmla="*/ 2122275 h 2398711"/>
              <a:gd name="connsiteX51191" fmla="*/ 750720 w 2119654"/>
              <a:gd name="connsiteY51191" fmla="*/ 2120133 h 2398711"/>
              <a:gd name="connsiteX51192" fmla="*/ 745791 w 2119654"/>
              <a:gd name="connsiteY51192" fmla="*/ 2128007 h 2398711"/>
              <a:gd name="connsiteX51193" fmla="*/ 749725 w 2119654"/>
              <a:gd name="connsiteY51193" fmla="*/ 2134048 h 2398711"/>
              <a:gd name="connsiteX51194" fmla="*/ 749936 w 2119654"/>
              <a:gd name="connsiteY51194" fmla="*/ 2134043 h 2398711"/>
              <a:gd name="connsiteX51195" fmla="*/ 747375 w 2119654"/>
              <a:gd name="connsiteY51195" fmla="*/ 2129711 h 2398711"/>
              <a:gd name="connsiteX51196" fmla="*/ 745957 w 2119654"/>
              <a:gd name="connsiteY51196" fmla="*/ 2127933 h 2398711"/>
              <a:gd name="connsiteX51197" fmla="*/ 704497 w 2119654"/>
              <a:gd name="connsiteY51197" fmla="*/ 2220391 h 2398711"/>
              <a:gd name="connsiteX51198" fmla="*/ 706348 w 2119654"/>
              <a:gd name="connsiteY51198" fmla="*/ 2226535 h 2398711"/>
              <a:gd name="connsiteX51199" fmla="*/ 726447 w 2119654"/>
              <a:gd name="connsiteY51199" fmla="*/ 2218417 h 2398711"/>
              <a:gd name="connsiteX51200" fmla="*/ 728145 w 2119654"/>
              <a:gd name="connsiteY51200" fmla="*/ 2217434 h 2398711"/>
              <a:gd name="connsiteX51201" fmla="*/ 746091 w 2119654"/>
              <a:gd name="connsiteY51201" fmla="*/ 2126954 h 2398711"/>
              <a:gd name="connsiteX51202" fmla="*/ 746275 w 2119654"/>
              <a:gd name="connsiteY51202" fmla="*/ 2127265 h 2398711"/>
              <a:gd name="connsiteX51203" fmla="*/ 747875 w 2119654"/>
              <a:gd name="connsiteY51203" fmla="*/ 2126553 h 2398711"/>
              <a:gd name="connsiteX51204" fmla="*/ 1406327 w 2119654"/>
              <a:gd name="connsiteY51204" fmla="*/ 648046 h 2398711"/>
              <a:gd name="connsiteX51205" fmla="*/ 1406206 w 2119654"/>
              <a:gd name="connsiteY51205" fmla="*/ 651387 h 2398711"/>
              <a:gd name="connsiteX51206" fmla="*/ 1406445 w 2119654"/>
              <a:gd name="connsiteY51206" fmla="*/ 651741 h 2398711"/>
              <a:gd name="connsiteX51207" fmla="*/ 1406557 w 2119654"/>
              <a:gd name="connsiteY51207" fmla="*/ 648449 h 2398711"/>
              <a:gd name="connsiteX51208" fmla="*/ 1441061 w 2119654"/>
              <a:gd name="connsiteY51208" fmla="*/ 570243 h 2398711"/>
              <a:gd name="connsiteX51209" fmla="*/ 1441338 w 2119654"/>
              <a:gd name="connsiteY51209" fmla="*/ 570938 h 2398711"/>
              <a:gd name="connsiteX51210" fmla="*/ 1441364 w 2119654"/>
              <a:gd name="connsiteY51210" fmla="*/ 570695 h 2398711"/>
              <a:gd name="connsiteX51211" fmla="*/ 1437020 w 2119654"/>
              <a:gd name="connsiteY51211" fmla="*/ 579283 h 2398711"/>
              <a:gd name="connsiteX51212" fmla="*/ 1436945 w 2119654"/>
              <a:gd name="connsiteY51212" fmla="*/ 582462 h 2398711"/>
              <a:gd name="connsiteX51213" fmla="*/ 1437086 w 2119654"/>
              <a:gd name="connsiteY51213" fmla="*/ 582711 h 2398711"/>
              <a:gd name="connsiteX51214" fmla="*/ 1439190 w 2119654"/>
              <a:gd name="connsiteY51214" fmla="*/ 587250 h 2398711"/>
              <a:gd name="connsiteX51215" fmla="*/ 1439206 w 2119654"/>
              <a:gd name="connsiteY51215" fmla="*/ 587150 h 2398711"/>
              <a:gd name="connsiteX51216" fmla="*/ 1438862 w 2119654"/>
              <a:gd name="connsiteY51216" fmla="*/ 582769 h 2398711"/>
              <a:gd name="connsiteX51217" fmla="*/ 1438448 w 2119654"/>
              <a:gd name="connsiteY51217" fmla="*/ 581324 h 2398711"/>
              <a:gd name="connsiteX51218" fmla="*/ 737593 w 2119654"/>
              <a:gd name="connsiteY51218" fmla="*/ 2145364 h 2398711"/>
              <a:gd name="connsiteX51219" fmla="*/ 738206 w 2119654"/>
              <a:gd name="connsiteY51219" fmla="*/ 2146870 h 2398711"/>
              <a:gd name="connsiteX51220" fmla="*/ 738798 w 2119654"/>
              <a:gd name="connsiteY51220" fmla="*/ 2146886 h 2398711"/>
              <a:gd name="connsiteX51221" fmla="*/ 741034 w 2119654"/>
              <a:gd name="connsiteY51221" fmla="*/ 2145830 h 2398711"/>
              <a:gd name="connsiteX51222" fmla="*/ 1426616 w 2119654"/>
              <a:gd name="connsiteY51222" fmla="*/ 602456 h 2398711"/>
              <a:gd name="connsiteX51223" fmla="*/ 1426970 w 2119654"/>
              <a:gd name="connsiteY51223" fmla="*/ 604234 h 2398711"/>
              <a:gd name="connsiteX51224" fmla="*/ 1427503 w 2119654"/>
              <a:gd name="connsiteY51224" fmla="*/ 603870 h 2398711"/>
              <a:gd name="connsiteX51225" fmla="*/ 745644 w 2119654"/>
              <a:gd name="connsiteY51225" fmla="*/ 2127055 h 2398711"/>
              <a:gd name="connsiteX51226" fmla="*/ 745933 w 2119654"/>
              <a:gd name="connsiteY51226" fmla="*/ 2127417 h 2398711"/>
              <a:gd name="connsiteX51227" fmla="*/ 746001 w 2119654"/>
              <a:gd name="connsiteY51227" fmla="*/ 2127387 h 2398711"/>
              <a:gd name="connsiteX51228" fmla="*/ 745786 w 2119654"/>
              <a:gd name="connsiteY51228" fmla="*/ 2127023 h 2398711"/>
              <a:gd name="connsiteX51229" fmla="*/ 1440638 w 2119654"/>
              <a:gd name="connsiteY51229" fmla="*/ 570602 h 2398711"/>
              <a:gd name="connsiteX51230" fmla="*/ 1440697 w 2119654"/>
              <a:gd name="connsiteY51230" fmla="*/ 571796 h 2398711"/>
              <a:gd name="connsiteX51231" fmla="*/ 1440820 w 2119654"/>
              <a:gd name="connsiteY51231" fmla="*/ 575241 h 2398711"/>
              <a:gd name="connsiteX51232" fmla="*/ 1440861 w 2119654"/>
              <a:gd name="connsiteY51232" fmla="*/ 575291 h 2398711"/>
              <a:gd name="connsiteX51233" fmla="*/ 1441210 w 2119654"/>
              <a:gd name="connsiteY51233" fmla="*/ 572098 h 2398711"/>
              <a:gd name="connsiteX51234" fmla="*/ 1424874 w 2119654"/>
              <a:gd name="connsiteY51234" fmla="*/ 605838 h 2398711"/>
              <a:gd name="connsiteX51235" fmla="*/ 1424893 w 2119654"/>
              <a:gd name="connsiteY51235" fmla="*/ 626806 h 2398711"/>
              <a:gd name="connsiteX51236" fmla="*/ 1425834 w 2119654"/>
              <a:gd name="connsiteY51236" fmla="*/ 629964 h 2398711"/>
              <a:gd name="connsiteX51237" fmla="*/ 1425536 w 2119654"/>
              <a:gd name="connsiteY51237" fmla="*/ 605388 h 2398711"/>
              <a:gd name="connsiteX51238" fmla="*/ 757130 w 2119654"/>
              <a:gd name="connsiteY51238" fmla="*/ 2100903 h 2398711"/>
              <a:gd name="connsiteX51239" fmla="*/ 757536 w 2119654"/>
              <a:gd name="connsiteY51239" fmla="*/ 2101850 h 2398711"/>
              <a:gd name="connsiteX51240" fmla="*/ 762567 w 2119654"/>
              <a:gd name="connsiteY51240" fmla="*/ 2098847 h 2398711"/>
              <a:gd name="connsiteX51241" fmla="*/ 761711 w 2119654"/>
              <a:gd name="connsiteY51241" fmla="*/ 2098731 h 2398711"/>
              <a:gd name="connsiteX51242" fmla="*/ 759858 w 2119654"/>
              <a:gd name="connsiteY51242" fmla="*/ 2099008 h 2398711"/>
              <a:gd name="connsiteX51243" fmla="*/ 1443187 w 2119654"/>
              <a:gd name="connsiteY51243" fmla="*/ 564521 h 2398711"/>
              <a:gd name="connsiteX51244" fmla="*/ 1443241 w 2119654"/>
              <a:gd name="connsiteY51244" fmla="*/ 569513 h 2398711"/>
              <a:gd name="connsiteX51245" fmla="*/ 1443624 w 2119654"/>
              <a:gd name="connsiteY51245" fmla="*/ 571718 h 2398711"/>
              <a:gd name="connsiteX51246" fmla="*/ 1448806 w 2119654"/>
              <a:gd name="connsiteY51246" fmla="*/ 579450 h 2398711"/>
              <a:gd name="connsiteX51247" fmla="*/ 745231 w 2119654"/>
              <a:gd name="connsiteY51247" fmla="*/ 2127148 h 2398711"/>
              <a:gd name="connsiteX51248" fmla="*/ 745525 w 2119654"/>
              <a:gd name="connsiteY51248" fmla="*/ 2127599 h 2398711"/>
              <a:gd name="connsiteX51249" fmla="*/ 745647 w 2119654"/>
              <a:gd name="connsiteY51249" fmla="*/ 2127544 h 2398711"/>
              <a:gd name="connsiteX51250" fmla="*/ 745315 w 2119654"/>
              <a:gd name="connsiteY51250" fmla="*/ 2127129 h 2398711"/>
              <a:gd name="connsiteX51251" fmla="*/ 1416193 w 2119654"/>
              <a:gd name="connsiteY51251" fmla="*/ 624342 h 2398711"/>
              <a:gd name="connsiteX51252" fmla="*/ 1418629 w 2119654"/>
              <a:gd name="connsiteY51252" fmla="*/ 631812 h 2398711"/>
              <a:gd name="connsiteX51253" fmla="*/ 1419020 w 2119654"/>
              <a:gd name="connsiteY51253" fmla="*/ 629397 h 2398711"/>
              <a:gd name="connsiteX51254" fmla="*/ 761685 w 2119654"/>
              <a:gd name="connsiteY51254" fmla="*/ 2089368 h 2398711"/>
              <a:gd name="connsiteX51255" fmla="*/ 762494 w 2119654"/>
              <a:gd name="connsiteY51255" fmla="*/ 2089156 h 2398711"/>
              <a:gd name="connsiteX51256" fmla="*/ 762463 w 2119654"/>
              <a:gd name="connsiteY51256" fmla="*/ 2089002 h 2398711"/>
              <a:gd name="connsiteX51257" fmla="*/ 745394 w 2119654"/>
              <a:gd name="connsiteY51257" fmla="*/ 2125776 h 2398711"/>
              <a:gd name="connsiteX51258" fmla="*/ 745624 w 2119654"/>
              <a:gd name="connsiteY51258" fmla="*/ 2126165 h 2398711"/>
              <a:gd name="connsiteX51259" fmla="*/ 747778 w 2119654"/>
              <a:gd name="connsiteY51259" fmla="*/ 2125589 h 2398711"/>
              <a:gd name="connsiteX51260" fmla="*/ 748310 w 2119654"/>
              <a:gd name="connsiteY51260" fmla="*/ 2118961 h 2398711"/>
              <a:gd name="connsiteX51261" fmla="*/ 749148 w 2119654"/>
              <a:gd name="connsiteY51261" fmla="*/ 2120121 h 2398711"/>
              <a:gd name="connsiteX51262" fmla="*/ 750119 w 2119654"/>
              <a:gd name="connsiteY51262" fmla="*/ 2119924 h 2398711"/>
              <a:gd name="connsiteX51263" fmla="*/ 750681 w 2119654"/>
              <a:gd name="connsiteY51263" fmla="*/ 2119766 h 2398711"/>
              <a:gd name="connsiteX51264" fmla="*/ 750641 w 2119654"/>
              <a:gd name="connsiteY51264" fmla="*/ 2119398 h 2398711"/>
              <a:gd name="connsiteX51265" fmla="*/ 748711 w 2119654"/>
              <a:gd name="connsiteY51265" fmla="*/ 2118743 h 2398711"/>
              <a:gd name="connsiteX51266" fmla="*/ 734187 w 2119654"/>
              <a:gd name="connsiteY51266" fmla="*/ 2150584 h 2398711"/>
              <a:gd name="connsiteX51267" fmla="*/ 739214 w 2119654"/>
              <a:gd name="connsiteY51267" fmla="*/ 2150343 h 2398711"/>
              <a:gd name="connsiteX51268" fmla="*/ 739305 w 2119654"/>
              <a:gd name="connsiteY51268" fmla="*/ 2150313 h 2398711"/>
              <a:gd name="connsiteX51269" fmla="*/ 738573 w 2119654"/>
              <a:gd name="connsiteY51269" fmla="*/ 2148516 h 2398711"/>
              <a:gd name="connsiteX51270" fmla="*/ 743873 w 2119654"/>
              <a:gd name="connsiteY51270" fmla="*/ 2128886 h 2398711"/>
              <a:gd name="connsiteX51271" fmla="*/ 744498 w 2119654"/>
              <a:gd name="connsiteY51271" fmla="*/ 2134189 h 2398711"/>
              <a:gd name="connsiteX51272" fmla="*/ 747278 w 2119654"/>
              <a:gd name="connsiteY51272" fmla="*/ 2134114 h 2398711"/>
              <a:gd name="connsiteX51273" fmla="*/ 1407296 w 2119654"/>
              <a:gd name="connsiteY51273" fmla="*/ 643288 h 2398711"/>
              <a:gd name="connsiteX51274" fmla="*/ 1407286 w 2119654"/>
              <a:gd name="connsiteY51274" fmla="*/ 643600 h 2398711"/>
              <a:gd name="connsiteX51275" fmla="*/ 1408607 w 2119654"/>
              <a:gd name="connsiteY51275" fmla="*/ 645518 h 2398711"/>
              <a:gd name="connsiteX51276" fmla="*/ 1408526 w 2119654"/>
              <a:gd name="connsiteY51276" fmla="*/ 644600 h 2398711"/>
              <a:gd name="connsiteX51277" fmla="*/ 752822 w 2119654"/>
              <a:gd name="connsiteY51277" fmla="*/ 2108719 h 2398711"/>
              <a:gd name="connsiteX51278" fmla="*/ 752934 w 2119654"/>
              <a:gd name="connsiteY51278" fmla="*/ 2110707 h 2398711"/>
              <a:gd name="connsiteX51279" fmla="*/ 757567 w 2119654"/>
              <a:gd name="connsiteY51279" fmla="*/ 2111161 h 2398711"/>
              <a:gd name="connsiteX51280" fmla="*/ 756701 w 2119654"/>
              <a:gd name="connsiteY51280" fmla="*/ 2109949 h 2398711"/>
              <a:gd name="connsiteX51281" fmla="*/ 755269 w 2119654"/>
              <a:gd name="connsiteY51281" fmla="*/ 2109787 h 2398711"/>
              <a:gd name="connsiteX51282" fmla="*/ 755170 w 2119654"/>
              <a:gd name="connsiteY51282" fmla="*/ 2109689 h 2398711"/>
              <a:gd name="connsiteX51283" fmla="*/ 756634 w 2119654"/>
              <a:gd name="connsiteY51283" fmla="*/ 2109855 h 2398711"/>
              <a:gd name="connsiteX51284" fmla="*/ 755821 w 2119654"/>
              <a:gd name="connsiteY51284" fmla="*/ 2108716 h 2398711"/>
              <a:gd name="connsiteX51285" fmla="*/ 753290 w 2119654"/>
              <a:gd name="connsiteY51285" fmla="*/ 2108756 h 2398711"/>
              <a:gd name="connsiteX51286" fmla="*/ 754524 w 2119654"/>
              <a:gd name="connsiteY51286" fmla="*/ 2104627 h 2398711"/>
              <a:gd name="connsiteX51287" fmla="*/ 756303 w 2119654"/>
              <a:gd name="connsiteY51287" fmla="*/ 2107120 h 2398711"/>
              <a:gd name="connsiteX51288" fmla="*/ 758911 w 2119654"/>
              <a:gd name="connsiteY51288" fmla="*/ 2106610 h 2398711"/>
              <a:gd name="connsiteX51289" fmla="*/ 758793 w 2119654"/>
              <a:gd name="connsiteY51289" fmla="*/ 2106335 h 2398711"/>
              <a:gd name="connsiteX51290" fmla="*/ 755542 w 2119654"/>
              <a:gd name="connsiteY51290" fmla="*/ 2102006 h 2398711"/>
              <a:gd name="connsiteX51291" fmla="*/ 756637 w 2119654"/>
              <a:gd name="connsiteY51291" fmla="*/ 2102385 h 2398711"/>
              <a:gd name="connsiteX51292" fmla="*/ 757007 w 2119654"/>
              <a:gd name="connsiteY51292" fmla="*/ 2102165 h 2398711"/>
              <a:gd name="connsiteX51293" fmla="*/ 756618 w 2119654"/>
              <a:gd name="connsiteY51293" fmla="*/ 2101259 h 2398711"/>
              <a:gd name="connsiteX51294" fmla="*/ 756531 w 2119654"/>
              <a:gd name="connsiteY51294" fmla="*/ 2099505 h 2398711"/>
              <a:gd name="connsiteX51295" fmla="*/ 757010 w 2119654"/>
              <a:gd name="connsiteY51295" fmla="*/ 2100624 h 2398711"/>
              <a:gd name="connsiteX51296" fmla="*/ 759114 w 2119654"/>
              <a:gd name="connsiteY51296" fmla="*/ 2099119 h 2398711"/>
              <a:gd name="connsiteX51297" fmla="*/ 744668 w 2119654"/>
              <a:gd name="connsiteY51297" fmla="*/ 2125833 h 2398711"/>
              <a:gd name="connsiteX51298" fmla="*/ 745054 w 2119654"/>
              <a:gd name="connsiteY51298" fmla="*/ 2126317 h 2398711"/>
              <a:gd name="connsiteX51299" fmla="*/ 745325 w 2119654"/>
              <a:gd name="connsiteY51299" fmla="*/ 2126244 h 2398711"/>
              <a:gd name="connsiteX51300" fmla="*/ 745064 w 2119654"/>
              <a:gd name="connsiteY51300" fmla="*/ 2125802 h 2398711"/>
              <a:gd name="connsiteX51301" fmla="*/ 760495 w 2119654"/>
              <a:gd name="connsiteY51301" fmla="*/ 2089667 h 2398711"/>
              <a:gd name="connsiteX51302" fmla="*/ 760545 w 2119654"/>
              <a:gd name="connsiteY51302" fmla="*/ 2089667 h 2398711"/>
              <a:gd name="connsiteX51303" fmla="*/ 760789 w 2119654"/>
              <a:gd name="connsiteY51303" fmla="*/ 2089602 h 2398711"/>
              <a:gd name="connsiteX51304" fmla="*/ 762369 w 2119654"/>
              <a:gd name="connsiteY51304" fmla="*/ 2088860 h 2398711"/>
              <a:gd name="connsiteX51305" fmla="*/ 761678 w 2119654"/>
              <a:gd name="connsiteY51305" fmla="*/ 2089068 h 2398711"/>
              <a:gd name="connsiteX51306" fmla="*/ 751765 w 2119654"/>
              <a:gd name="connsiteY51306" fmla="*/ 2108813 h 2398711"/>
              <a:gd name="connsiteX51307" fmla="*/ 751960 w 2119654"/>
              <a:gd name="connsiteY51307" fmla="*/ 2110611 h 2398711"/>
              <a:gd name="connsiteX51308" fmla="*/ 752620 w 2119654"/>
              <a:gd name="connsiteY51308" fmla="*/ 2110676 h 2398711"/>
              <a:gd name="connsiteX51309" fmla="*/ 752510 w 2119654"/>
              <a:gd name="connsiteY51309" fmla="*/ 2108723 h 2398711"/>
              <a:gd name="connsiteX51310" fmla="*/ 1406528 w 2119654"/>
              <a:gd name="connsiteY51310" fmla="*/ 642467 h 2398711"/>
              <a:gd name="connsiteX51311" fmla="*/ 1406527 w 2119654"/>
              <a:gd name="connsiteY51311" fmla="*/ 642499 h 2398711"/>
              <a:gd name="connsiteX51312" fmla="*/ 1406750 w 2119654"/>
              <a:gd name="connsiteY51312" fmla="*/ 642822 h 2398711"/>
              <a:gd name="connsiteX51313" fmla="*/ 1406753 w 2119654"/>
              <a:gd name="connsiteY51313" fmla="*/ 642709 h 2398711"/>
              <a:gd name="connsiteX51314" fmla="*/ 759219 w 2119654"/>
              <a:gd name="connsiteY51314" fmla="*/ 2091870 h 2398711"/>
              <a:gd name="connsiteX51315" fmla="*/ 759427 w 2119654"/>
              <a:gd name="connsiteY51315" fmla="*/ 2091914 h 2398711"/>
              <a:gd name="connsiteX51316" fmla="*/ 759458 w 2119654"/>
              <a:gd name="connsiteY51316" fmla="*/ 2091920 h 2398711"/>
              <a:gd name="connsiteX51317" fmla="*/ 760874 w 2119654"/>
              <a:gd name="connsiteY51317" fmla="*/ 2091779 h 2398711"/>
              <a:gd name="connsiteX51318" fmla="*/ 762421 w 2119654"/>
              <a:gd name="connsiteY51318" fmla="*/ 2090990 h 2398711"/>
              <a:gd name="connsiteX51319" fmla="*/ 762274 w 2119654"/>
              <a:gd name="connsiteY51319" fmla="*/ 2090940 h 2398711"/>
              <a:gd name="connsiteX51320" fmla="*/ 757805 w 2119654"/>
              <a:gd name="connsiteY51320" fmla="*/ 2094788 h 2398711"/>
              <a:gd name="connsiteX51321" fmla="*/ 762506 w 2119654"/>
              <a:gd name="connsiteY51321" fmla="*/ 2094714 h 2398711"/>
              <a:gd name="connsiteX51322" fmla="*/ 758425 w 2119654"/>
              <a:gd name="connsiteY51322" fmla="*/ 2094471 h 2398711"/>
              <a:gd name="connsiteX51323" fmla="*/ 1461926 w 2119654"/>
              <a:gd name="connsiteY51323" fmla="*/ 517916 h 2398711"/>
              <a:gd name="connsiteX51324" fmla="*/ 1463207 w 2119654"/>
              <a:gd name="connsiteY51324" fmla="*/ 542324 h 2398711"/>
              <a:gd name="connsiteX51325" fmla="*/ 1466144 w 2119654"/>
              <a:gd name="connsiteY51325" fmla="*/ 556180 h 2398711"/>
              <a:gd name="connsiteX51326" fmla="*/ 1466415 w 2119654"/>
              <a:gd name="connsiteY51326" fmla="*/ 554248 h 2398711"/>
              <a:gd name="connsiteX51327" fmla="*/ 1466520 w 2119654"/>
              <a:gd name="connsiteY51327" fmla="*/ 554428 h 2398711"/>
              <a:gd name="connsiteX51328" fmla="*/ 1466223 w 2119654"/>
              <a:gd name="connsiteY51328" fmla="*/ 556550 h 2398711"/>
              <a:gd name="connsiteX51329" fmla="*/ 1467193 w 2119654"/>
              <a:gd name="connsiteY51329" fmla="*/ 561128 h 2398711"/>
              <a:gd name="connsiteX51330" fmla="*/ 1476113 w 2119654"/>
              <a:gd name="connsiteY51330" fmla="*/ 525771 h 2398711"/>
              <a:gd name="connsiteX51331" fmla="*/ 1473229 w 2119654"/>
              <a:gd name="connsiteY51331" fmla="*/ 507653 h 2398711"/>
              <a:gd name="connsiteX51332" fmla="*/ 1472821 w 2119654"/>
              <a:gd name="connsiteY51332" fmla="*/ 505298 h 2398711"/>
              <a:gd name="connsiteX51333" fmla="*/ 1470906 w 2119654"/>
              <a:gd name="connsiteY51333" fmla="*/ 507467 h 2398711"/>
              <a:gd name="connsiteX51334" fmla="*/ 758858 w 2119654"/>
              <a:gd name="connsiteY51334" fmla="*/ 2091980 h 2398711"/>
              <a:gd name="connsiteX51335" fmla="*/ 759037 w 2119654"/>
              <a:gd name="connsiteY51335" fmla="*/ 2091962 h 2398711"/>
              <a:gd name="connsiteX51336" fmla="*/ 758966 w 2119654"/>
              <a:gd name="connsiteY51336" fmla="*/ 2091947 h 2398711"/>
              <a:gd name="connsiteX51337" fmla="*/ 752632 w 2119654"/>
              <a:gd name="connsiteY51337" fmla="*/ 2105337 h 2398711"/>
              <a:gd name="connsiteX51338" fmla="*/ 752758 w 2119654"/>
              <a:gd name="connsiteY51338" fmla="*/ 2107576 h 2398711"/>
              <a:gd name="connsiteX51339" fmla="*/ 754079 w 2119654"/>
              <a:gd name="connsiteY51339" fmla="*/ 2107555 h 2398711"/>
              <a:gd name="connsiteX51340" fmla="*/ 754880 w 2119654"/>
              <a:gd name="connsiteY51340" fmla="*/ 2107398 h 2398711"/>
              <a:gd name="connsiteX51341" fmla="*/ 753182 w 2119654"/>
              <a:gd name="connsiteY51341" fmla="*/ 2105019 h 2398711"/>
              <a:gd name="connsiteX51342" fmla="*/ 1424868 w 2119654"/>
              <a:gd name="connsiteY51342" fmla="*/ 599732 h 2398711"/>
              <a:gd name="connsiteX51343" fmla="*/ 1424874 w 2119654"/>
              <a:gd name="connsiteY51343" fmla="*/ 605662 h 2398711"/>
              <a:gd name="connsiteX51344" fmla="*/ 1425534 w 2119654"/>
              <a:gd name="connsiteY51344" fmla="*/ 605212 h 2398711"/>
              <a:gd name="connsiteX51345" fmla="*/ 1425508 w 2119654"/>
              <a:gd name="connsiteY51345" fmla="*/ 603098 h 2398711"/>
              <a:gd name="connsiteX51346" fmla="*/ 1420768 w 2119654"/>
              <a:gd name="connsiteY51346" fmla="*/ 608638 h 2398711"/>
              <a:gd name="connsiteX51347" fmla="*/ 1420807 w 2119654"/>
              <a:gd name="connsiteY51347" fmla="*/ 609877 h 2398711"/>
              <a:gd name="connsiteX51348" fmla="*/ 1420806 w 2119654"/>
              <a:gd name="connsiteY51348" fmla="*/ 608612 h 2398711"/>
              <a:gd name="connsiteX51349" fmla="*/ 1414798 w 2119654"/>
              <a:gd name="connsiteY51349" fmla="*/ 621878 h 2398711"/>
              <a:gd name="connsiteX51350" fmla="*/ 1415492 w 2119654"/>
              <a:gd name="connsiteY51350" fmla="*/ 627563 h 2398711"/>
              <a:gd name="connsiteX51351" fmla="*/ 1418181 w 2119654"/>
              <a:gd name="connsiteY51351" fmla="*/ 632253 h 2398711"/>
              <a:gd name="connsiteX51352" fmla="*/ 1426123 w 2119654"/>
              <a:gd name="connsiteY51352" fmla="*/ 596367 h 2398711"/>
              <a:gd name="connsiteX51353" fmla="*/ 1426200 w 2119654"/>
              <a:gd name="connsiteY51353" fmla="*/ 599814 h 2398711"/>
              <a:gd name="connsiteX51354" fmla="*/ 1428506 w 2119654"/>
              <a:gd name="connsiteY51354" fmla="*/ 603186 h 2398711"/>
              <a:gd name="connsiteX51355" fmla="*/ 1428776 w 2119654"/>
              <a:gd name="connsiteY51355" fmla="*/ 603002 h 2398711"/>
              <a:gd name="connsiteX51356" fmla="*/ 752580 w 2119654"/>
              <a:gd name="connsiteY51356" fmla="*/ 2104422 h 2398711"/>
              <a:gd name="connsiteX51357" fmla="*/ 752602 w 2119654"/>
              <a:gd name="connsiteY51357" fmla="*/ 2104795 h 2398711"/>
              <a:gd name="connsiteX51358" fmla="*/ 752896 w 2119654"/>
              <a:gd name="connsiteY51358" fmla="*/ 2104619 h 2398711"/>
              <a:gd name="connsiteX51359" fmla="*/ 752750 w 2119654"/>
              <a:gd name="connsiteY51359" fmla="*/ 2104414 h 2398711"/>
              <a:gd name="connsiteX51360" fmla="*/ 751833 w 2119654"/>
              <a:gd name="connsiteY51360" fmla="*/ 2105799 h 2398711"/>
              <a:gd name="connsiteX51361" fmla="*/ 751736 w 2119654"/>
              <a:gd name="connsiteY51361" fmla="*/ 2107592 h 2398711"/>
              <a:gd name="connsiteX51362" fmla="*/ 752446 w 2119654"/>
              <a:gd name="connsiteY51362" fmla="*/ 2107581 h 2398711"/>
              <a:gd name="connsiteX51363" fmla="*/ 752330 w 2119654"/>
              <a:gd name="connsiteY51363" fmla="*/ 2105511 h 2398711"/>
              <a:gd name="connsiteX51364" fmla="*/ 730463 w 2119654"/>
              <a:gd name="connsiteY51364" fmla="*/ 2153553 h 2398711"/>
              <a:gd name="connsiteX51365" fmla="*/ 732009 w 2119654"/>
              <a:gd name="connsiteY51365" fmla="*/ 2155425 h 2398711"/>
              <a:gd name="connsiteX51366" fmla="*/ 735382 w 2119654"/>
              <a:gd name="connsiteY51366" fmla="*/ 2153859 h 2398711"/>
              <a:gd name="connsiteX51367" fmla="*/ 740488 w 2119654"/>
              <a:gd name="connsiteY51367" fmla="*/ 2150697 h 2398711"/>
              <a:gd name="connsiteX51368" fmla="*/ 739780 w 2119654"/>
              <a:gd name="connsiteY51368" fmla="*/ 2150731 h 2398711"/>
              <a:gd name="connsiteX51369" fmla="*/ 739820 w 2119654"/>
              <a:gd name="connsiteY51369" fmla="*/ 2150829 h 2398711"/>
              <a:gd name="connsiteX51370" fmla="*/ 739619 w 2119654"/>
              <a:gd name="connsiteY51370" fmla="*/ 2150739 h 2398711"/>
              <a:gd name="connsiteX51371" fmla="*/ 739233 w 2119654"/>
              <a:gd name="connsiteY51371" fmla="*/ 2150757 h 2398711"/>
              <a:gd name="connsiteX51372" fmla="*/ 737990 w 2119654"/>
              <a:gd name="connsiteY51372" fmla="*/ 2151169 h 2398711"/>
              <a:gd name="connsiteX51373" fmla="*/ 751902 w 2119654"/>
              <a:gd name="connsiteY51373" fmla="*/ 2104536 h 2398711"/>
              <a:gd name="connsiteX51374" fmla="*/ 751864 w 2119654"/>
              <a:gd name="connsiteY51374" fmla="*/ 2105236 h 2398711"/>
              <a:gd name="connsiteX51375" fmla="*/ 752299 w 2119654"/>
              <a:gd name="connsiteY51375" fmla="*/ 2104976 h 2398711"/>
              <a:gd name="connsiteX51376" fmla="*/ 752269 w 2119654"/>
              <a:gd name="connsiteY51376" fmla="*/ 2104435 h 2398711"/>
              <a:gd name="connsiteX51377" fmla="*/ 752034 w 2119654"/>
              <a:gd name="connsiteY51377" fmla="*/ 2104445 h 2398711"/>
              <a:gd name="connsiteX51378" fmla="*/ 1458799 w 2119654"/>
              <a:gd name="connsiteY51378" fmla="*/ 521554 h 2398711"/>
              <a:gd name="connsiteX51379" fmla="*/ 1458846 w 2119654"/>
              <a:gd name="connsiteY51379" fmla="*/ 521753 h 2398711"/>
              <a:gd name="connsiteX51380" fmla="*/ 1462457 w 2119654"/>
              <a:gd name="connsiteY51380" fmla="*/ 538792 h 2398711"/>
              <a:gd name="connsiteX51381" fmla="*/ 1461696 w 2119654"/>
              <a:gd name="connsiteY51381" fmla="*/ 519247 h 2398711"/>
              <a:gd name="connsiteX51382" fmla="*/ 1461643 w 2119654"/>
              <a:gd name="connsiteY51382" fmla="*/ 518244 h 2398711"/>
              <a:gd name="connsiteX51383" fmla="*/ 744406 w 2119654"/>
              <a:gd name="connsiteY51383" fmla="*/ 2121082 h 2398711"/>
              <a:gd name="connsiteX51384" fmla="*/ 746555 w 2119654"/>
              <a:gd name="connsiteY51384" fmla="*/ 2120646 h 2398711"/>
              <a:gd name="connsiteX51385" fmla="*/ 746118 w 2119654"/>
              <a:gd name="connsiteY51385" fmla="*/ 2120151 h 2398711"/>
              <a:gd name="connsiteX51386" fmla="*/ 1403760 w 2119654"/>
              <a:gd name="connsiteY51386" fmla="*/ 643951 h 2398711"/>
              <a:gd name="connsiteX51387" fmla="*/ 1404923 w 2119654"/>
              <a:gd name="connsiteY51387" fmla="*/ 649416 h 2398711"/>
              <a:gd name="connsiteX51388" fmla="*/ 1404954 w 2119654"/>
              <a:gd name="connsiteY51388" fmla="*/ 649530 h 2398711"/>
              <a:gd name="connsiteX51389" fmla="*/ 1406129 w 2119654"/>
              <a:gd name="connsiteY51389" fmla="*/ 651272 h 2398711"/>
              <a:gd name="connsiteX51390" fmla="*/ 1406222 w 2119654"/>
              <a:gd name="connsiteY51390" fmla="*/ 647864 h 2398711"/>
              <a:gd name="connsiteX51391" fmla="*/ 1405087 w 2119654"/>
              <a:gd name="connsiteY51391" fmla="*/ 645879 h 2398711"/>
              <a:gd name="connsiteX51392" fmla="*/ 755210 w 2119654"/>
              <a:gd name="connsiteY51392" fmla="*/ 2096111 h 2398711"/>
              <a:gd name="connsiteX51393" fmla="*/ 755541 w 2119654"/>
              <a:gd name="connsiteY51393" fmla="*/ 2097070 h 2398711"/>
              <a:gd name="connsiteX51394" fmla="*/ 756750 w 2119654"/>
              <a:gd name="connsiteY51394" fmla="*/ 2097234 h 2398711"/>
              <a:gd name="connsiteX51395" fmla="*/ 761528 w 2119654"/>
              <a:gd name="connsiteY51395" fmla="*/ 2096319 h 2398711"/>
              <a:gd name="connsiteX51396" fmla="*/ 755481 w 2119654"/>
              <a:gd name="connsiteY51396" fmla="*/ 2095973 h 2398711"/>
              <a:gd name="connsiteX51397" fmla="*/ 757247 w 2119654"/>
              <a:gd name="connsiteY51397" fmla="*/ 2091456 h 2398711"/>
              <a:gd name="connsiteX51398" fmla="*/ 758637 w 2119654"/>
              <a:gd name="connsiteY51398" fmla="*/ 2091748 h 2398711"/>
              <a:gd name="connsiteX51399" fmla="*/ 761813 w 2119654"/>
              <a:gd name="connsiteY51399" fmla="*/ 2090781 h 2398711"/>
              <a:gd name="connsiteX51400" fmla="*/ 761274 w 2119654"/>
              <a:gd name="connsiteY51400" fmla="*/ 2090595 h 2398711"/>
              <a:gd name="connsiteX51401" fmla="*/ 760804 w 2119654"/>
              <a:gd name="connsiteY51401" fmla="*/ 2090586 h 2398711"/>
              <a:gd name="connsiteX51402" fmla="*/ 757607 w 2119654"/>
              <a:gd name="connsiteY51402" fmla="*/ 2091286 h 2398711"/>
              <a:gd name="connsiteX51403" fmla="*/ 729743 w 2119654"/>
              <a:gd name="connsiteY51403" fmla="*/ 2152682 h 2398711"/>
              <a:gd name="connsiteX51404" fmla="*/ 730264 w 2119654"/>
              <a:gd name="connsiteY51404" fmla="*/ 2153313 h 2398711"/>
              <a:gd name="connsiteX51405" fmla="*/ 737751 w 2119654"/>
              <a:gd name="connsiteY51405" fmla="*/ 2150828 h 2398711"/>
              <a:gd name="connsiteX51406" fmla="*/ 733209 w 2119654"/>
              <a:gd name="connsiteY51406" fmla="*/ 2151046 h 2398711"/>
              <a:gd name="connsiteX51407" fmla="*/ 743125 w 2119654"/>
              <a:gd name="connsiteY51407" fmla="*/ 2122523 h 2398711"/>
              <a:gd name="connsiteX51408" fmla="*/ 743315 w 2119654"/>
              <a:gd name="connsiteY51408" fmla="*/ 2124137 h 2398711"/>
              <a:gd name="connsiteX51409" fmla="*/ 744248 w 2119654"/>
              <a:gd name="connsiteY51409" fmla="*/ 2125306 h 2398711"/>
              <a:gd name="connsiteX51410" fmla="*/ 744747 w 2119654"/>
              <a:gd name="connsiteY51410" fmla="*/ 2125267 h 2398711"/>
              <a:gd name="connsiteX51411" fmla="*/ 743270 w 2119654"/>
              <a:gd name="connsiteY51411" fmla="*/ 2122114 h 2398711"/>
              <a:gd name="connsiteX51412" fmla="*/ 744543 w 2119654"/>
              <a:gd name="connsiteY51412" fmla="*/ 2124335 h 2398711"/>
              <a:gd name="connsiteX51413" fmla="*/ 745078 w 2119654"/>
              <a:gd name="connsiteY51413" fmla="*/ 2125241 h 2398711"/>
              <a:gd name="connsiteX51414" fmla="*/ 750260 w 2119654"/>
              <a:gd name="connsiteY51414" fmla="*/ 2124835 h 2398711"/>
              <a:gd name="connsiteX51415" fmla="*/ 746981 w 2119654"/>
              <a:gd name="connsiteY51415" fmla="*/ 2121127 h 2398711"/>
              <a:gd name="connsiteX51416" fmla="*/ 1407607 w 2119654"/>
              <a:gd name="connsiteY51416" fmla="*/ 634199 h 2398711"/>
              <a:gd name="connsiteX51417" fmla="*/ 1407592 w 2119654"/>
              <a:gd name="connsiteY51417" fmla="*/ 634636 h 2398711"/>
              <a:gd name="connsiteX51418" fmla="*/ 1407657 w 2119654"/>
              <a:gd name="connsiteY51418" fmla="*/ 634760 h 2398711"/>
              <a:gd name="connsiteX51419" fmla="*/ 743089 w 2119654"/>
              <a:gd name="connsiteY51419" fmla="*/ 2121798 h 2398711"/>
              <a:gd name="connsiteX51420" fmla="*/ 743138 w 2119654"/>
              <a:gd name="connsiteY51420" fmla="*/ 2121883 h 2398711"/>
              <a:gd name="connsiteX51421" fmla="*/ 746752 w 2119654"/>
              <a:gd name="connsiteY51421" fmla="*/ 2120869 h 2398711"/>
              <a:gd name="connsiteX51422" fmla="*/ 746699 w 2119654"/>
              <a:gd name="connsiteY51422" fmla="*/ 2120809 h 2398711"/>
              <a:gd name="connsiteX51423" fmla="*/ 744275 w 2119654"/>
              <a:gd name="connsiteY51423" fmla="*/ 2121300 h 2398711"/>
              <a:gd name="connsiteX51424" fmla="*/ 744150 w 2119654"/>
              <a:gd name="connsiteY51424" fmla="*/ 2121221 h 2398711"/>
              <a:gd name="connsiteX51425" fmla="*/ 725625 w 2119654"/>
              <a:gd name="connsiteY51425" fmla="*/ 2160814 h 2398711"/>
              <a:gd name="connsiteX51426" fmla="*/ 734026 w 2119654"/>
              <a:gd name="connsiteY51426" fmla="*/ 2158344 h 2398711"/>
              <a:gd name="connsiteX51427" fmla="*/ 733155 w 2119654"/>
              <a:gd name="connsiteY51427" fmla="*/ 2157318 h 2398711"/>
              <a:gd name="connsiteX51428" fmla="*/ 1437834 w 2119654"/>
              <a:gd name="connsiteY51428" fmla="*/ 565427 h 2398711"/>
              <a:gd name="connsiteX51429" fmla="*/ 1439989 w 2119654"/>
              <a:gd name="connsiteY51429" fmla="*/ 574235 h 2398711"/>
              <a:gd name="connsiteX51430" fmla="*/ 1440494 w 2119654"/>
              <a:gd name="connsiteY51430" fmla="*/ 574849 h 2398711"/>
              <a:gd name="connsiteX51431" fmla="*/ 1440315 w 2119654"/>
              <a:gd name="connsiteY51431" fmla="*/ 569756 h 2398711"/>
              <a:gd name="connsiteX51432" fmla="*/ 1439757 w 2119654"/>
              <a:gd name="connsiteY51432" fmla="*/ 568296 h 2398711"/>
              <a:gd name="connsiteX51433" fmla="*/ 1445534 w 2119654"/>
              <a:gd name="connsiteY51433" fmla="*/ 548021 h 2398711"/>
              <a:gd name="connsiteX51434" fmla="*/ 1443956 w 2119654"/>
              <a:gd name="connsiteY51434" fmla="*/ 558651 h 2398711"/>
              <a:gd name="connsiteX51435" fmla="*/ 1449447 w 2119654"/>
              <a:gd name="connsiteY51435" fmla="*/ 573239 h 2398711"/>
              <a:gd name="connsiteX51436" fmla="*/ 752340 w 2119654"/>
              <a:gd name="connsiteY51436" fmla="*/ 2100131 h 2398711"/>
              <a:gd name="connsiteX51437" fmla="*/ 752384 w 2119654"/>
              <a:gd name="connsiteY51437" fmla="*/ 2100912 h 2398711"/>
              <a:gd name="connsiteX51438" fmla="*/ 755230 w 2119654"/>
              <a:gd name="connsiteY51438" fmla="*/ 2101898 h 2398711"/>
              <a:gd name="connsiteX51439" fmla="*/ 756502 w 2119654"/>
              <a:gd name="connsiteY51439" fmla="*/ 2100988 h 2398711"/>
              <a:gd name="connsiteX51440" fmla="*/ 755906 w 2119654"/>
              <a:gd name="connsiteY51440" fmla="*/ 2099598 h 2398711"/>
              <a:gd name="connsiteX51441" fmla="*/ 753794 w 2119654"/>
              <a:gd name="connsiteY51441" fmla="*/ 2096833 h 2398711"/>
              <a:gd name="connsiteX51442" fmla="*/ 754779 w 2119654"/>
              <a:gd name="connsiteY51442" fmla="*/ 2096967 h 2398711"/>
              <a:gd name="connsiteX51443" fmla="*/ 754555 w 2119654"/>
              <a:gd name="connsiteY51443" fmla="*/ 2096444 h 2398711"/>
              <a:gd name="connsiteX51444" fmla="*/ 742148 w 2119654"/>
              <a:gd name="connsiteY51444" fmla="*/ 2122412 h 2398711"/>
              <a:gd name="connsiteX51445" fmla="*/ 742834 w 2119654"/>
              <a:gd name="connsiteY51445" fmla="*/ 2123466 h 2398711"/>
              <a:gd name="connsiteX51446" fmla="*/ 742693 w 2119654"/>
              <a:gd name="connsiteY51446" fmla="*/ 2122267 h 2398711"/>
              <a:gd name="connsiteX51447" fmla="*/ 1408177 w 2119654"/>
              <a:gd name="connsiteY51447" fmla="*/ 630941 h 2398711"/>
              <a:gd name="connsiteX51448" fmla="*/ 1408614 w 2119654"/>
              <a:gd name="connsiteY51448" fmla="*/ 635902 h 2398711"/>
              <a:gd name="connsiteX51449" fmla="*/ 1411456 w 2119654"/>
              <a:gd name="connsiteY51449" fmla="*/ 638933 h 2398711"/>
              <a:gd name="connsiteX51450" fmla="*/ 1410257 w 2119654"/>
              <a:gd name="connsiteY51450" fmla="*/ 635405 h 2398711"/>
              <a:gd name="connsiteX51451" fmla="*/ 748649 w 2119654"/>
              <a:gd name="connsiteY51451" fmla="*/ 2107641 h 2398711"/>
              <a:gd name="connsiteX51452" fmla="*/ 749365 w 2119654"/>
              <a:gd name="connsiteY51452" fmla="*/ 2107630 h 2398711"/>
              <a:gd name="connsiteX51453" fmla="*/ 749324 w 2119654"/>
              <a:gd name="connsiteY51453" fmla="*/ 2107250 h 2398711"/>
              <a:gd name="connsiteX51454" fmla="*/ 1416855 w 2119654"/>
              <a:gd name="connsiteY51454" fmla="*/ 611306 h 2398711"/>
              <a:gd name="connsiteX51455" fmla="*/ 1419304 w 2119654"/>
              <a:gd name="connsiteY51455" fmla="*/ 618420 h 2398711"/>
              <a:gd name="connsiteX51456" fmla="*/ 1419034 w 2119654"/>
              <a:gd name="connsiteY51456" fmla="*/ 609819 h 2398711"/>
              <a:gd name="connsiteX51457" fmla="*/ 1424863 w 2119654"/>
              <a:gd name="connsiteY51457" fmla="*/ 593215 h 2398711"/>
              <a:gd name="connsiteX51458" fmla="*/ 1424863 w 2119654"/>
              <a:gd name="connsiteY51458" fmla="*/ 593636 h 2398711"/>
              <a:gd name="connsiteX51459" fmla="*/ 1425427 w 2119654"/>
              <a:gd name="connsiteY51459" fmla="*/ 596474 h 2398711"/>
              <a:gd name="connsiteX51460" fmla="*/ 1425404 w 2119654"/>
              <a:gd name="connsiteY51460" fmla="*/ 594569 h 2398711"/>
              <a:gd name="connsiteX51461" fmla="*/ 755341 w 2119654"/>
              <a:gd name="connsiteY51461" fmla="*/ 2092283 h 2398711"/>
              <a:gd name="connsiteX51462" fmla="*/ 755510 w 2119654"/>
              <a:gd name="connsiteY51462" fmla="*/ 2092314 h 2398711"/>
              <a:gd name="connsiteX51463" fmla="*/ 757394 w 2119654"/>
              <a:gd name="connsiteY51463" fmla="*/ 2092126 h 2398711"/>
              <a:gd name="connsiteX51464" fmla="*/ 758384 w 2119654"/>
              <a:gd name="connsiteY51464" fmla="*/ 2091825 h 2398711"/>
              <a:gd name="connsiteX51465" fmla="*/ 757055 w 2119654"/>
              <a:gd name="connsiteY51465" fmla="*/ 2091546 h 2398711"/>
              <a:gd name="connsiteX51466" fmla="*/ 756265 w 2119654"/>
              <a:gd name="connsiteY51466" fmla="*/ 2091918 h 2398711"/>
              <a:gd name="connsiteX51467" fmla="*/ 756142 w 2119654"/>
              <a:gd name="connsiteY51467" fmla="*/ 2091877 h 2398711"/>
              <a:gd name="connsiteX51468" fmla="*/ 734614 w 2119654"/>
              <a:gd name="connsiteY51468" fmla="*/ 2138054 h 2398711"/>
              <a:gd name="connsiteX51469" fmla="*/ 736775 w 2119654"/>
              <a:gd name="connsiteY51469" fmla="*/ 2143357 h 2398711"/>
              <a:gd name="connsiteX51470" fmla="*/ 743899 w 2119654"/>
              <a:gd name="connsiteY51470" fmla="*/ 2144323 h 2398711"/>
              <a:gd name="connsiteX51471" fmla="*/ 745206 w 2119654"/>
              <a:gd name="connsiteY51471" fmla="*/ 2143604 h 2398711"/>
              <a:gd name="connsiteX51472" fmla="*/ 745197 w 2119654"/>
              <a:gd name="connsiteY51472" fmla="*/ 2143539 h 2398711"/>
              <a:gd name="connsiteX51473" fmla="*/ 744750 w 2119654"/>
              <a:gd name="connsiteY51473" fmla="*/ 2139744 h 2398711"/>
              <a:gd name="connsiteX51474" fmla="*/ 742779 w 2119654"/>
              <a:gd name="connsiteY51474" fmla="*/ 2119581 h 2398711"/>
              <a:gd name="connsiteX51475" fmla="*/ 742821 w 2119654"/>
              <a:gd name="connsiteY51475" fmla="*/ 2119942 h 2398711"/>
              <a:gd name="connsiteX51476" fmla="*/ 744118 w 2119654"/>
              <a:gd name="connsiteY51476" fmla="*/ 2119237 h 2398711"/>
              <a:gd name="connsiteX51477" fmla="*/ 728576 w 2119654"/>
              <a:gd name="connsiteY51477" fmla="*/ 2151268 h 2398711"/>
              <a:gd name="connsiteX51478" fmla="*/ 728838 w 2119654"/>
              <a:gd name="connsiteY51478" fmla="*/ 2151585 h 2398711"/>
              <a:gd name="connsiteX51479" fmla="*/ 729614 w 2119654"/>
              <a:gd name="connsiteY51479" fmla="*/ 2151219 h 2398711"/>
              <a:gd name="connsiteX51480" fmla="*/ 1425973 w 2119654"/>
              <a:gd name="connsiteY51480" fmla="*/ 589550 h 2398711"/>
              <a:gd name="connsiteX51481" fmla="*/ 1426011 w 2119654"/>
              <a:gd name="connsiteY51481" fmla="*/ 591264 h 2398711"/>
              <a:gd name="connsiteX51482" fmla="*/ 1432879 w 2119654"/>
              <a:gd name="connsiteY51482" fmla="*/ 607508 h 2398711"/>
              <a:gd name="connsiteX51483" fmla="*/ 752272 w 2119654"/>
              <a:gd name="connsiteY51483" fmla="*/ 2097608 h 2398711"/>
              <a:gd name="connsiteX51484" fmla="*/ 752247 w 2119654"/>
              <a:gd name="connsiteY51484" fmla="*/ 2098096 h 2398711"/>
              <a:gd name="connsiteX51485" fmla="*/ 754231 w 2119654"/>
              <a:gd name="connsiteY51485" fmla="*/ 2097716 h 2398711"/>
              <a:gd name="connsiteX51486" fmla="*/ 752518 w 2119654"/>
              <a:gd name="connsiteY51486" fmla="*/ 2097483 h 2398711"/>
              <a:gd name="connsiteX51487" fmla="*/ 755185 w 2119654"/>
              <a:gd name="connsiteY51487" fmla="*/ 2091023 h 2398711"/>
              <a:gd name="connsiteX51488" fmla="*/ 755237 w 2119654"/>
              <a:gd name="connsiteY51488" fmla="*/ 2091034 h 2398711"/>
              <a:gd name="connsiteX51489" fmla="*/ 755366 w 2119654"/>
              <a:gd name="connsiteY51489" fmla="*/ 2090969 h 2398711"/>
              <a:gd name="connsiteX51490" fmla="*/ 1425948 w 2119654"/>
              <a:gd name="connsiteY51490" fmla="*/ 588450 h 2398711"/>
              <a:gd name="connsiteX51491" fmla="*/ 1425959 w 2119654"/>
              <a:gd name="connsiteY51491" fmla="*/ 588960 h 2398711"/>
              <a:gd name="connsiteX51492" fmla="*/ 1427119 w 2119654"/>
              <a:gd name="connsiteY51492" fmla="*/ 591858 h 2398711"/>
              <a:gd name="connsiteX51493" fmla="*/ 1433714 w 2119654"/>
              <a:gd name="connsiteY51493" fmla="*/ 609014 h 2398711"/>
              <a:gd name="connsiteX51494" fmla="*/ 1433984 w 2119654"/>
              <a:gd name="connsiteY51494" fmla="*/ 605872 h 2398711"/>
              <a:gd name="connsiteX51495" fmla="*/ 1415135 w 2119654"/>
              <a:gd name="connsiteY51495" fmla="*/ 612490 h 2398711"/>
              <a:gd name="connsiteX51496" fmla="*/ 1418143 w 2119654"/>
              <a:gd name="connsiteY51496" fmla="*/ 620529 h 2398711"/>
              <a:gd name="connsiteX51497" fmla="*/ 1419435 w 2119654"/>
              <a:gd name="connsiteY51497" fmla="*/ 622588 h 2398711"/>
              <a:gd name="connsiteX51498" fmla="*/ 1419346 w 2119654"/>
              <a:gd name="connsiteY51498" fmla="*/ 619759 h 2398711"/>
              <a:gd name="connsiteX51499" fmla="*/ 1416616 w 2119654"/>
              <a:gd name="connsiteY51499" fmla="*/ 611468 h 2398711"/>
              <a:gd name="connsiteX51500" fmla="*/ 1415740 w 2119654"/>
              <a:gd name="connsiteY51500" fmla="*/ 612066 h 2398711"/>
              <a:gd name="connsiteX51501" fmla="*/ 747404 w 2119654"/>
              <a:gd name="connsiteY51501" fmla="*/ 2107661 h 2398711"/>
              <a:gd name="connsiteX51502" fmla="*/ 747813 w 2119654"/>
              <a:gd name="connsiteY51502" fmla="*/ 2107654 h 2398711"/>
              <a:gd name="connsiteX51503" fmla="*/ 749273 w 2119654"/>
              <a:gd name="connsiteY51503" fmla="*/ 2106783 h 2398711"/>
              <a:gd name="connsiteX51504" fmla="*/ 749231 w 2119654"/>
              <a:gd name="connsiteY51504" fmla="*/ 2106392 h 2398711"/>
              <a:gd name="connsiteX51505" fmla="*/ 742633 w 2119654"/>
              <a:gd name="connsiteY51505" fmla="*/ 2118341 h 2398711"/>
              <a:gd name="connsiteX51506" fmla="*/ 742730 w 2119654"/>
              <a:gd name="connsiteY51506" fmla="*/ 2119168 h 2398711"/>
              <a:gd name="connsiteX51507" fmla="*/ 744720 w 2119654"/>
              <a:gd name="connsiteY51507" fmla="*/ 2118571 h 2398711"/>
              <a:gd name="connsiteX51508" fmla="*/ 744185 w 2119654"/>
              <a:gd name="connsiteY51508" fmla="*/ 2117967 h 2398711"/>
              <a:gd name="connsiteX51509" fmla="*/ 741942 w 2119654"/>
              <a:gd name="connsiteY51509" fmla="*/ 2119796 h 2398711"/>
              <a:gd name="connsiteX51510" fmla="*/ 742214 w 2119654"/>
              <a:gd name="connsiteY51510" fmla="*/ 2120271 h 2398711"/>
              <a:gd name="connsiteX51511" fmla="*/ 742443 w 2119654"/>
              <a:gd name="connsiteY51511" fmla="*/ 2120147 h 2398711"/>
              <a:gd name="connsiteX51512" fmla="*/ 742389 w 2119654"/>
              <a:gd name="connsiteY51512" fmla="*/ 2119681 h 2398711"/>
              <a:gd name="connsiteX51513" fmla="*/ 746823 w 2119654"/>
              <a:gd name="connsiteY51513" fmla="*/ 2108697 h 2398711"/>
              <a:gd name="connsiteX51514" fmla="*/ 749067 w 2119654"/>
              <a:gd name="connsiteY51514" fmla="*/ 2108426 h 2398711"/>
              <a:gd name="connsiteX51515" fmla="*/ 747501 w 2119654"/>
              <a:gd name="connsiteY51515" fmla="*/ 2108304 h 2398711"/>
              <a:gd name="connsiteX51516" fmla="*/ 1437419 w 2119654"/>
              <a:gd name="connsiteY51516" fmla="*/ 562184 h 2398711"/>
              <a:gd name="connsiteX51517" fmla="*/ 1437413 w 2119654"/>
              <a:gd name="connsiteY51517" fmla="*/ 562452 h 2398711"/>
              <a:gd name="connsiteX51518" fmla="*/ 1437667 w 2119654"/>
              <a:gd name="connsiteY51518" fmla="*/ 562831 h 2398711"/>
              <a:gd name="connsiteX51519" fmla="*/ 752370 w 2119654"/>
              <a:gd name="connsiteY51519" fmla="*/ 2095793 h 2398711"/>
              <a:gd name="connsiteX51520" fmla="*/ 752352 w 2119654"/>
              <a:gd name="connsiteY51520" fmla="*/ 2096123 h 2398711"/>
              <a:gd name="connsiteX51521" fmla="*/ 752935 w 2119654"/>
              <a:gd name="connsiteY51521" fmla="*/ 2095826 h 2398711"/>
              <a:gd name="connsiteX51522" fmla="*/ 746254 w 2119654"/>
              <a:gd name="connsiteY51522" fmla="*/ 2109478 h 2398711"/>
              <a:gd name="connsiteX51523" fmla="*/ 749661 w 2119654"/>
              <a:gd name="connsiteY51523" fmla="*/ 2110357 h 2398711"/>
              <a:gd name="connsiteX51524" fmla="*/ 749523 w 2119654"/>
              <a:gd name="connsiteY51524" fmla="*/ 2109084 h 2398711"/>
              <a:gd name="connsiteX51525" fmla="*/ 1439916 w 2119654"/>
              <a:gd name="connsiteY51525" fmla="*/ 555827 h 2398711"/>
              <a:gd name="connsiteX51526" fmla="*/ 1440463 w 2119654"/>
              <a:gd name="connsiteY51526" fmla="*/ 567002 h 2398711"/>
              <a:gd name="connsiteX51527" fmla="*/ 1441585 w 2119654"/>
              <a:gd name="connsiteY51527" fmla="*/ 568678 h 2398711"/>
              <a:gd name="connsiteX51528" fmla="*/ 1441604 w 2119654"/>
              <a:gd name="connsiteY51528" fmla="*/ 568500 h 2398711"/>
              <a:gd name="connsiteX51529" fmla="*/ 1441517 w 2119654"/>
              <a:gd name="connsiteY51529" fmla="*/ 560209 h 2398711"/>
              <a:gd name="connsiteX51530" fmla="*/ 1441476 w 2119654"/>
              <a:gd name="connsiteY51530" fmla="*/ 559973 h 2398711"/>
              <a:gd name="connsiteX51531" fmla="*/ 753966 w 2119654"/>
              <a:gd name="connsiteY51531" fmla="*/ 2091390 h 2398711"/>
              <a:gd name="connsiteX51532" fmla="*/ 755010 w 2119654"/>
              <a:gd name="connsiteY51532" fmla="*/ 2091117 h 2398711"/>
              <a:gd name="connsiteX51533" fmla="*/ 754929 w 2119654"/>
              <a:gd name="connsiteY51533" fmla="*/ 2091100 h 2398711"/>
              <a:gd name="connsiteX51534" fmla="*/ 1411276 w 2119654"/>
              <a:gd name="connsiteY51534" fmla="*/ 619412 h 2398711"/>
              <a:gd name="connsiteX51535" fmla="*/ 1411386 w 2119654"/>
              <a:gd name="connsiteY51535" fmla="*/ 620152 h 2398711"/>
              <a:gd name="connsiteX51536" fmla="*/ 1411582 w 2119654"/>
              <a:gd name="connsiteY51536" fmla="*/ 620736 h 2398711"/>
              <a:gd name="connsiteX51537" fmla="*/ 755388 w 2119654"/>
              <a:gd name="connsiteY51537" fmla="*/ 2088002 h 2398711"/>
              <a:gd name="connsiteX51538" fmla="*/ 758855 w 2119654"/>
              <a:gd name="connsiteY51538" fmla="*/ 2089198 h 2398711"/>
              <a:gd name="connsiteX51539" fmla="*/ 762168 w 2119654"/>
              <a:gd name="connsiteY51539" fmla="*/ 2087516 h 2398711"/>
              <a:gd name="connsiteX51540" fmla="*/ 762120 w 2119654"/>
              <a:gd name="connsiteY51540" fmla="*/ 2087275 h 2398711"/>
              <a:gd name="connsiteX51541" fmla="*/ 761335 w 2119654"/>
              <a:gd name="connsiteY51541" fmla="*/ 2086475 h 2398711"/>
              <a:gd name="connsiteX51542" fmla="*/ 1407005 w 2119654"/>
              <a:gd name="connsiteY51542" fmla="*/ 628845 h 2398711"/>
              <a:gd name="connsiteX51543" fmla="*/ 1406996 w 2119654"/>
              <a:gd name="connsiteY51543" fmla="*/ 629527 h 2398711"/>
              <a:gd name="connsiteX51544" fmla="*/ 1406862 w 2119654"/>
              <a:gd name="connsiteY51544" fmla="*/ 633225 h 2398711"/>
              <a:gd name="connsiteX51545" fmla="*/ 1407064 w 2119654"/>
              <a:gd name="connsiteY51545" fmla="*/ 633615 h 2398711"/>
              <a:gd name="connsiteX51546" fmla="*/ 1407201 w 2119654"/>
              <a:gd name="connsiteY51546" fmla="*/ 629606 h 2398711"/>
              <a:gd name="connsiteX51547" fmla="*/ 1407156 w 2119654"/>
              <a:gd name="connsiteY51547" fmla="*/ 629108 h 2398711"/>
              <a:gd name="connsiteX51548" fmla="*/ 1450706 w 2119654"/>
              <a:gd name="connsiteY51548" fmla="*/ 530972 h 2398711"/>
              <a:gd name="connsiteX51549" fmla="*/ 1454865 w 2119654"/>
              <a:gd name="connsiteY51549" fmla="*/ 545372 h 2398711"/>
              <a:gd name="connsiteX51550" fmla="*/ 1459849 w 2119654"/>
              <a:gd name="connsiteY51550" fmla="*/ 565629 h 2398711"/>
              <a:gd name="connsiteX51551" fmla="*/ 1463704 w 2119654"/>
              <a:gd name="connsiteY51551" fmla="*/ 573118 h 2398711"/>
              <a:gd name="connsiteX51552" fmla="*/ 1463778 w 2119654"/>
              <a:gd name="connsiteY51552" fmla="*/ 572641 h 2398711"/>
              <a:gd name="connsiteX51553" fmla="*/ 1462569 w 2119654"/>
              <a:gd name="connsiteY51553" fmla="*/ 541645 h 2398711"/>
              <a:gd name="connsiteX51554" fmla="*/ 1458406 w 2119654"/>
              <a:gd name="connsiteY51554" fmla="*/ 522011 h 2398711"/>
              <a:gd name="connsiteX51555" fmla="*/ 1413723 w 2119654"/>
              <a:gd name="connsiteY51555" fmla="*/ 613481 h 2398711"/>
              <a:gd name="connsiteX51556" fmla="*/ 1416550 w 2119654"/>
              <a:gd name="connsiteY51556" fmla="*/ 617988 h 2398711"/>
              <a:gd name="connsiteX51557" fmla="*/ 1414689 w 2119654"/>
              <a:gd name="connsiteY51557" fmla="*/ 612804 h 2398711"/>
              <a:gd name="connsiteX51558" fmla="*/ 1450339 w 2119654"/>
              <a:gd name="connsiteY51558" fmla="*/ 531398 h 2398711"/>
              <a:gd name="connsiteX51559" fmla="*/ 1454419 w 2119654"/>
              <a:gd name="connsiteY51559" fmla="*/ 555208 h 2398711"/>
              <a:gd name="connsiteX51560" fmla="*/ 1456443 w 2119654"/>
              <a:gd name="connsiteY51560" fmla="*/ 559013 h 2398711"/>
              <a:gd name="connsiteX51561" fmla="*/ 1458345 w 2119654"/>
              <a:gd name="connsiteY51561" fmla="*/ 562709 h 2398711"/>
              <a:gd name="connsiteX51562" fmla="*/ 1451300 w 2119654"/>
              <a:gd name="connsiteY51562" fmla="*/ 534074 h 2398711"/>
              <a:gd name="connsiteX51563" fmla="*/ 1450480 w 2119654"/>
              <a:gd name="connsiteY51563" fmla="*/ 531234 h 2398711"/>
              <a:gd name="connsiteX51564" fmla="*/ 733725 w 2119654"/>
              <a:gd name="connsiteY51564" fmla="*/ 2135871 h 2398711"/>
              <a:gd name="connsiteX51565" fmla="*/ 734346 w 2119654"/>
              <a:gd name="connsiteY51565" fmla="*/ 2137395 h 2398711"/>
              <a:gd name="connsiteX51566" fmla="*/ 744676 w 2119654"/>
              <a:gd name="connsiteY51566" fmla="*/ 2139116 h 2398711"/>
              <a:gd name="connsiteX51567" fmla="*/ 744261 w 2119654"/>
              <a:gd name="connsiteY51567" fmla="*/ 2135588 h 2398711"/>
              <a:gd name="connsiteX51568" fmla="*/ 745722 w 2119654"/>
              <a:gd name="connsiteY51568" fmla="*/ 2108830 h 2398711"/>
              <a:gd name="connsiteX51569" fmla="*/ 745872 w 2119654"/>
              <a:gd name="connsiteY51569" fmla="*/ 2108812 h 2398711"/>
              <a:gd name="connsiteX51570" fmla="*/ 745914 w 2119654"/>
              <a:gd name="connsiteY51570" fmla="*/ 2108788 h 2398711"/>
              <a:gd name="connsiteX51571" fmla="*/ 746813 w 2119654"/>
              <a:gd name="connsiteY51571" fmla="*/ 2108251 h 2398711"/>
              <a:gd name="connsiteX51572" fmla="*/ 746582 w 2119654"/>
              <a:gd name="connsiteY51572" fmla="*/ 2108233 h 2398711"/>
              <a:gd name="connsiteX51573" fmla="*/ 740659 w 2119654"/>
              <a:gd name="connsiteY51573" fmla="*/ 2120125 h 2398711"/>
              <a:gd name="connsiteX51574" fmla="*/ 741136 w 2119654"/>
              <a:gd name="connsiteY51574" fmla="*/ 2120857 h 2398711"/>
              <a:gd name="connsiteX51575" fmla="*/ 741896 w 2119654"/>
              <a:gd name="connsiteY51575" fmla="*/ 2120444 h 2398711"/>
              <a:gd name="connsiteX51576" fmla="*/ 741569 w 2119654"/>
              <a:gd name="connsiteY51576" fmla="*/ 2119891 h 2398711"/>
              <a:gd name="connsiteX51577" fmla="*/ 741293 w 2119654"/>
              <a:gd name="connsiteY51577" fmla="*/ 2118664 h 2398711"/>
              <a:gd name="connsiteX51578" fmla="*/ 741740 w 2119654"/>
              <a:gd name="connsiteY51578" fmla="*/ 2119445 h 2398711"/>
              <a:gd name="connsiteX51579" fmla="*/ 742204 w 2119654"/>
              <a:gd name="connsiteY51579" fmla="*/ 2119326 h 2398711"/>
              <a:gd name="connsiteX51580" fmla="*/ 742342 w 2119654"/>
              <a:gd name="connsiteY51580" fmla="*/ 2119285 h 2398711"/>
              <a:gd name="connsiteX51581" fmla="*/ 742242 w 2119654"/>
              <a:gd name="connsiteY51581" fmla="*/ 2118435 h 2398711"/>
              <a:gd name="connsiteX51582" fmla="*/ 1428373 w 2119654"/>
              <a:gd name="connsiteY51582" fmla="*/ 579542 h 2398711"/>
              <a:gd name="connsiteX51583" fmla="*/ 1433694 w 2119654"/>
              <a:gd name="connsiteY51583" fmla="*/ 592195 h 2398711"/>
              <a:gd name="connsiteX51584" fmla="*/ 1434902 w 2119654"/>
              <a:gd name="connsiteY51584" fmla="*/ 595178 h 2398711"/>
              <a:gd name="connsiteX51585" fmla="*/ 1434964 w 2119654"/>
              <a:gd name="connsiteY51585" fmla="*/ 594460 h 2398711"/>
              <a:gd name="connsiteX51586" fmla="*/ 1433854 w 2119654"/>
              <a:gd name="connsiteY51586" fmla="*/ 589946 h 2398711"/>
              <a:gd name="connsiteX51587" fmla="*/ 1429683 w 2119654"/>
              <a:gd name="connsiteY51587" fmla="*/ 580944 h 2398711"/>
              <a:gd name="connsiteX51588" fmla="*/ 753373 w 2119654"/>
              <a:gd name="connsiteY51588" fmla="*/ 2090773 h 2398711"/>
              <a:gd name="connsiteX51589" fmla="*/ 753562 w 2119654"/>
              <a:gd name="connsiteY51589" fmla="*/ 2091324 h 2398711"/>
              <a:gd name="connsiteX51590" fmla="*/ 754563 w 2119654"/>
              <a:gd name="connsiteY51590" fmla="*/ 2091023 h 2398711"/>
              <a:gd name="connsiteX51591" fmla="*/ 713292 w 2119654"/>
              <a:gd name="connsiteY51591" fmla="*/ 2180101 h 2398711"/>
              <a:gd name="connsiteX51592" fmla="*/ 732804 w 2119654"/>
              <a:gd name="connsiteY51592" fmla="*/ 2175715 h 2398711"/>
              <a:gd name="connsiteX51593" fmla="*/ 722686 w 2119654"/>
              <a:gd name="connsiteY51593" fmla="*/ 2174782 h 2398711"/>
              <a:gd name="connsiteX51594" fmla="*/ 1424857 w 2119654"/>
              <a:gd name="connsiteY51594" fmla="*/ 586648 h 2398711"/>
              <a:gd name="connsiteX51595" fmla="*/ 1424858 w 2119654"/>
              <a:gd name="connsiteY51595" fmla="*/ 588537 h 2398711"/>
              <a:gd name="connsiteX51596" fmla="*/ 1425345 w 2119654"/>
              <a:gd name="connsiteY51596" fmla="*/ 589690 h 2398711"/>
              <a:gd name="connsiteX51597" fmla="*/ 1425322 w 2119654"/>
              <a:gd name="connsiteY51597" fmla="*/ 587861 h 2398711"/>
              <a:gd name="connsiteX51598" fmla="*/ 753258 w 2119654"/>
              <a:gd name="connsiteY51598" fmla="*/ 2090441 h 2398711"/>
              <a:gd name="connsiteX51599" fmla="*/ 753324 w 2119654"/>
              <a:gd name="connsiteY51599" fmla="*/ 2090632 h 2398711"/>
              <a:gd name="connsiteX51600" fmla="*/ 754818 w 2119654"/>
              <a:gd name="connsiteY51600" fmla="*/ 2090946 h 2398711"/>
              <a:gd name="connsiteX51601" fmla="*/ 756274 w 2119654"/>
              <a:gd name="connsiteY51601" fmla="*/ 2090507 h 2398711"/>
              <a:gd name="connsiteX51602" fmla="*/ 756290 w 2119654"/>
              <a:gd name="connsiteY51602" fmla="*/ 2090499 h 2398711"/>
              <a:gd name="connsiteX51603" fmla="*/ 1450063 w 2119654"/>
              <a:gd name="connsiteY51603" fmla="*/ 529789 h 2398711"/>
              <a:gd name="connsiteX51604" fmla="*/ 1450217 w 2119654"/>
              <a:gd name="connsiteY51604" fmla="*/ 530687 h 2398711"/>
              <a:gd name="connsiteX51605" fmla="*/ 1450296 w 2119654"/>
              <a:gd name="connsiteY51605" fmla="*/ 530595 h 2398711"/>
              <a:gd name="connsiteX51606" fmla="*/ 724059 w 2119654"/>
              <a:gd name="connsiteY51606" fmla="*/ 2155372 h 2398711"/>
              <a:gd name="connsiteX51607" fmla="*/ 729867 w 2119654"/>
              <a:gd name="connsiteY51607" fmla="*/ 2153445 h 2398711"/>
              <a:gd name="connsiteX51608" fmla="*/ 729369 w 2119654"/>
              <a:gd name="connsiteY51608" fmla="*/ 2152858 h 2398711"/>
              <a:gd name="connsiteX51609" fmla="*/ 724632 w 2119654"/>
              <a:gd name="connsiteY51609" fmla="*/ 2155093 h 2398711"/>
              <a:gd name="connsiteX51610" fmla="*/ 1424856 w 2119654"/>
              <a:gd name="connsiteY51610" fmla="*/ 586082 h 2398711"/>
              <a:gd name="connsiteX51611" fmla="*/ 1424856 w 2119654"/>
              <a:gd name="connsiteY51611" fmla="*/ 586203 h 2398711"/>
              <a:gd name="connsiteX51612" fmla="*/ 1425316 w 2119654"/>
              <a:gd name="connsiteY51612" fmla="*/ 587353 h 2398711"/>
              <a:gd name="connsiteX51613" fmla="*/ 1425313 w 2119654"/>
              <a:gd name="connsiteY51613" fmla="*/ 587072 h 2398711"/>
              <a:gd name="connsiteX51614" fmla="*/ 748379 w 2119654"/>
              <a:gd name="connsiteY51614" fmla="*/ 2100723 h 2398711"/>
              <a:gd name="connsiteX51615" fmla="*/ 748626 w 2119654"/>
              <a:gd name="connsiteY51615" fmla="*/ 2100802 h 2398711"/>
              <a:gd name="connsiteX51616" fmla="*/ 748613 w 2119654"/>
              <a:gd name="connsiteY51616" fmla="*/ 2100688 h 2398711"/>
              <a:gd name="connsiteX51617" fmla="*/ 739923 w 2119654"/>
              <a:gd name="connsiteY51617" fmla="*/ 2118995 h 2398711"/>
              <a:gd name="connsiteX51618" fmla="*/ 740435 w 2119654"/>
              <a:gd name="connsiteY51618" fmla="*/ 2119780 h 2398711"/>
              <a:gd name="connsiteX51619" fmla="*/ 741362 w 2119654"/>
              <a:gd name="connsiteY51619" fmla="*/ 2119542 h 2398711"/>
              <a:gd name="connsiteX51620" fmla="*/ 740899 w 2119654"/>
              <a:gd name="connsiteY51620" fmla="*/ 2118759 h 2398711"/>
              <a:gd name="connsiteX51621" fmla="*/ 1436367 w 2119654"/>
              <a:gd name="connsiteY51621" fmla="*/ 559431 h 2398711"/>
              <a:gd name="connsiteX51622" fmla="*/ 1436449 w 2119654"/>
              <a:gd name="connsiteY51622" fmla="*/ 559766 h 2398711"/>
              <a:gd name="connsiteX51623" fmla="*/ 1436451 w 2119654"/>
              <a:gd name="connsiteY51623" fmla="*/ 559652 h 2398711"/>
              <a:gd name="connsiteX51624" fmla="*/ 1445140 w 2119654"/>
              <a:gd name="connsiteY51624" fmla="*/ 539028 h 2398711"/>
              <a:gd name="connsiteX51625" fmla="*/ 1445931 w 2119654"/>
              <a:gd name="connsiteY51625" fmla="*/ 544062 h 2398711"/>
              <a:gd name="connsiteX51626" fmla="*/ 1445994 w 2119654"/>
              <a:gd name="connsiteY51626" fmla="*/ 543634 h 2398711"/>
              <a:gd name="connsiteX51627" fmla="*/ 1446152 w 2119654"/>
              <a:gd name="connsiteY51627" fmla="*/ 543857 h 2398711"/>
              <a:gd name="connsiteX51628" fmla="*/ 1446028 w 2119654"/>
              <a:gd name="connsiteY51628" fmla="*/ 544686 h 2398711"/>
              <a:gd name="connsiteX51629" fmla="*/ 1451285 w 2119654"/>
              <a:gd name="connsiteY51629" fmla="*/ 578122 h 2398711"/>
              <a:gd name="connsiteX51630" fmla="*/ 1455600 w 2119654"/>
              <a:gd name="connsiteY51630" fmla="*/ 589587 h 2398711"/>
              <a:gd name="connsiteX51631" fmla="*/ 1458645 w 2119654"/>
              <a:gd name="connsiteY51631" fmla="*/ 594132 h 2398711"/>
              <a:gd name="connsiteX51632" fmla="*/ 1459654 w 2119654"/>
              <a:gd name="connsiteY51632" fmla="*/ 590723 h 2398711"/>
              <a:gd name="connsiteX51633" fmla="*/ 1454605 w 2119654"/>
              <a:gd name="connsiteY51633" fmla="*/ 558183 h 2398711"/>
              <a:gd name="connsiteX51634" fmla="*/ 732864 w 2119654"/>
              <a:gd name="connsiteY51634" fmla="*/ 2133758 h 2398711"/>
              <a:gd name="connsiteX51635" fmla="*/ 733163 w 2119654"/>
              <a:gd name="connsiteY51635" fmla="*/ 2134492 h 2398711"/>
              <a:gd name="connsiteX51636" fmla="*/ 744097 w 2119654"/>
              <a:gd name="connsiteY51636" fmla="*/ 2134199 h 2398711"/>
              <a:gd name="connsiteX51637" fmla="*/ 743489 w 2119654"/>
              <a:gd name="connsiteY51637" fmla="*/ 2129031 h 2398711"/>
              <a:gd name="connsiteX51638" fmla="*/ 1410871 w 2119654"/>
              <a:gd name="connsiteY51638" fmla="*/ 615483 h 2398711"/>
              <a:gd name="connsiteX51639" fmla="*/ 1412587 w 2119654"/>
              <a:gd name="connsiteY51639" fmla="*/ 622494 h 2398711"/>
              <a:gd name="connsiteX51640" fmla="*/ 1415163 w 2119654"/>
              <a:gd name="connsiteY51640" fmla="*/ 626987 h 2398711"/>
              <a:gd name="connsiteX51641" fmla="*/ 1414463 w 2119654"/>
              <a:gd name="connsiteY51641" fmla="*/ 621248 h 2398711"/>
              <a:gd name="connsiteX51642" fmla="*/ 1411135 w 2119654"/>
              <a:gd name="connsiteY51642" fmla="*/ 615297 h 2398711"/>
              <a:gd name="connsiteX51643" fmla="*/ 752752 w 2119654"/>
              <a:gd name="connsiteY51643" fmla="*/ 2088679 h 2398711"/>
              <a:gd name="connsiteX51644" fmla="*/ 752738 w 2119654"/>
              <a:gd name="connsiteY51644" fmla="*/ 2088930 h 2398711"/>
              <a:gd name="connsiteX51645" fmla="*/ 753024 w 2119654"/>
              <a:gd name="connsiteY51645" fmla="*/ 2089760 h 2398711"/>
              <a:gd name="connsiteX51646" fmla="*/ 754704 w 2119654"/>
              <a:gd name="connsiteY51646" fmla="*/ 2089791 h 2398711"/>
              <a:gd name="connsiteX51647" fmla="*/ 757816 w 2119654"/>
              <a:gd name="connsiteY51647" fmla="*/ 2089725 h 2398711"/>
              <a:gd name="connsiteX51648" fmla="*/ 758195 w 2119654"/>
              <a:gd name="connsiteY51648" fmla="*/ 2089533 h 2398711"/>
              <a:gd name="connsiteX51649" fmla="*/ 754545 w 2119654"/>
              <a:gd name="connsiteY51649" fmla="*/ 2088218 h 2398711"/>
              <a:gd name="connsiteX51650" fmla="*/ 744051 w 2119654"/>
              <a:gd name="connsiteY51650" fmla="*/ 2108036 h 2398711"/>
              <a:gd name="connsiteX51651" fmla="*/ 744360 w 2119654"/>
              <a:gd name="connsiteY51651" fmla="*/ 2108805 h 2398711"/>
              <a:gd name="connsiteX51652" fmla="*/ 744738 w 2119654"/>
              <a:gd name="connsiteY51652" fmla="*/ 2108948 h 2398711"/>
              <a:gd name="connsiteX51653" fmla="*/ 745298 w 2119654"/>
              <a:gd name="connsiteY51653" fmla="*/ 2108881 h 2398711"/>
              <a:gd name="connsiteX51654" fmla="*/ 746267 w 2119654"/>
              <a:gd name="connsiteY51654" fmla="*/ 2108208 h 2398711"/>
              <a:gd name="connsiteX51655" fmla="*/ 1445116 w 2119654"/>
              <a:gd name="connsiteY51655" fmla="*/ 537475 h 2398711"/>
              <a:gd name="connsiteX51656" fmla="*/ 1446800 w 2119654"/>
              <a:gd name="connsiteY51656" fmla="*/ 540885 h 2398711"/>
              <a:gd name="connsiteX51657" fmla="*/ 1454000 w 2119654"/>
              <a:gd name="connsiteY51657" fmla="*/ 554419 h 2398711"/>
              <a:gd name="connsiteX51658" fmla="*/ 1450101 w 2119654"/>
              <a:gd name="connsiteY51658" fmla="*/ 531675 h 2398711"/>
              <a:gd name="connsiteX51659" fmla="*/ 739898 w 2119654"/>
              <a:gd name="connsiteY51659" fmla="*/ 2116228 h 2398711"/>
              <a:gd name="connsiteX51660" fmla="*/ 740317 w 2119654"/>
              <a:gd name="connsiteY51660" fmla="*/ 2116960 h 2398711"/>
              <a:gd name="connsiteX51661" fmla="*/ 741509 w 2119654"/>
              <a:gd name="connsiteY51661" fmla="*/ 2116673 h 2398711"/>
              <a:gd name="connsiteX51662" fmla="*/ 1410587 w 2119654"/>
              <a:gd name="connsiteY51662" fmla="*/ 614317 h 2398711"/>
              <a:gd name="connsiteX51663" fmla="*/ 1410814 w 2119654"/>
              <a:gd name="connsiteY51663" fmla="*/ 615249 h 2398711"/>
              <a:gd name="connsiteX51664" fmla="*/ 1411027 w 2119654"/>
              <a:gd name="connsiteY51664" fmla="*/ 615104 h 2398711"/>
              <a:gd name="connsiteX51665" fmla="*/ 735346 w 2119654"/>
              <a:gd name="connsiteY51665" fmla="*/ 2126004 h 2398711"/>
              <a:gd name="connsiteX51666" fmla="*/ 741675 w 2119654"/>
              <a:gd name="connsiteY51666" fmla="*/ 2125508 h 2398711"/>
              <a:gd name="connsiteX51667" fmla="*/ 740260 w 2119654"/>
              <a:gd name="connsiteY51667" fmla="*/ 2123335 h 2398711"/>
              <a:gd name="connsiteX51668" fmla="*/ 1420257 w 2119654"/>
              <a:gd name="connsiteY51668" fmla="*/ 592315 h 2398711"/>
              <a:gd name="connsiteX51669" fmla="*/ 1420764 w 2119654"/>
              <a:gd name="connsiteY51669" fmla="*/ 608466 h 2398711"/>
              <a:gd name="connsiteX51670" fmla="*/ 1420806 w 2119654"/>
              <a:gd name="connsiteY51670" fmla="*/ 608437 h 2398711"/>
              <a:gd name="connsiteX51671" fmla="*/ 1420792 w 2119654"/>
              <a:gd name="connsiteY51671" fmla="*/ 593168 h 2398711"/>
              <a:gd name="connsiteX51672" fmla="*/ 1420270 w 2119654"/>
              <a:gd name="connsiteY51672" fmla="*/ 592334 h 2398711"/>
              <a:gd name="connsiteX51673" fmla="*/ 1409228 w 2119654"/>
              <a:gd name="connsiteY51673" fmla="*/ 616636 h 2398711"/>
              <a:gd name="connsiteX51674" fmla="*/ 1409706 w 2119654"/>
              <a:gd name="connsiteY51674" fmla="*/ 617469 h 2398711"/>
              <a:gd name="connsiteX51675" fmla="*/ 1409549 w 2119654"/>
              <a:gd name="connsiteY51675" fmla="*/ 616411 h 2398711"/>
              <a:gd name="connsiteX51676" fmla="*/ 1412935 w 2119654"/>
              <a:gd name="connsiteY51676" fmla="*/ 607916 h 2398711"/>
              <a:gd name="connsiteX51677" fmla="*/ 1413665 w 2119654"/>
              <a:gd name="connsiteY51677" fmla="*/ 613305 h 2398711"/>
              <a:gd name="connsiteX51678" fmla="*/ 1414632 w 2119654"/>
              <a:gd name="connsiteY51678" fmla="*/ 612645 h 2398711"/>
              <a:gd name="connsiteX51679" fmla="*/ 739558 w 2119654"/>
              <a:gd name="connsiteY51679" fmla="*/ 2115633 h 2398711"/>
              <a:gd name="connsiteX51680" fmla="*/ 739573 w 2119654"/>
              <a:gd name="connsiteY51680" fmla="*/ 2115660 h 2398711"/>
              <a:gd name="connsiteX51681" fmla="*/ 739908 w 2119654"/>
              <a:gd name="connsiteY51681" fmla="*/ 2115752 h 2398711"/>
              <a:gd name="connsiteX51682" fmla="*/ 731090 w 2119654"/>
              <a:gd name="connsiteY51682" fmla="*/ 2134547 h 2398711"/>
              <a:gd name="connsiteX51683" fmla="*/ 732862 w 2119654"/>
              <a:gd name="connsiteY51683" fmla="*/ 2134500 h 2398711"/>
              <a:gd name="connsiteX51684" fmla="*/ 732606 w 2119654"/>
              <a:gd name="connsiteY51684" fmla="*/ 2133872 h 2398711"/>
              <a:gd name="connsiteX51685" fmla="*/ 748272 w 2119654"/>
              <a:gd name="connsiteY51685" fmla="*/ 2095872 h 2398711"/>
              <a:gd name="connsiteX51686" fmla="*/ 748440 w 2119654"/>
              <a:gd name="connsiteY51686" fmla="*/ 2096107 h 2398711"/>
              <a:gd name="connsiteX51687" fmla="*/ 748636 w 2119654"/>
              <a:gd name="connsiteY51687" fmla="*/ 2096133 h 2398711"/>
              <a:gd name="connsiteX51688" fmla="*/ 748620 w 2119654"/>
              <a:gd name="connsiteY51688" fmla="*/ 2095695 h 2398711"/>
              <a:gd name="connsiteX51689" fmla="*/ 714597 w 2119654"/>
              <a:gd name="connsiteY51689" fmla="*/ 2171054 h 2398711"/>
              <a:gd name="connsiteX51690" fmla="*/ 726282 w 2119654"/>
              <a:gd name="connsiteY51690" fmla="*/ 2172132 h 2398711"/>
              <a:gd name="connsiteX51691" fmla="*/ 729372 w 2119654"/>
              <a:gd name="connsiteY51691" fmla="*/ 2170382 h 2398711"/>
              <a:gd name="connsiteX51692" fmla="*/ 722873 w 2119654"/>
              <a:gd name="connsiteY51692" fmla="*/ 2170258 h 2398711"/>
              <a:gd name="connsiteX51693" fmla="*/ 729739 w 2119654"/>
              <a:gd name="connsiteY51693" fmla="*/ 2170174 h 2398711"/>
              <a:gd name="connsiteX51694" fmla="*/ 739417 w 2119654"/>
              <a:gd name="connsiteY51694" fmla="*/ 2164696 h 2398711"/>
              <a:gd name="connsiteX51695" fmla="*/ 738575 w 2119654"/>
              <a:gd name="connsiteY51695" fmla="*/ 2163704 h 2398711"/>
              <a:gd name="connsiteX51696" fmla="*/ 730771 w 2119654"/>
              <a:gd name="connsiteY51696" fmla="*/ 2166797 h 2398711"/>
              <a:gd name="connsiteX51697" fmla="*/ 717973 w 2119654"/>
              <a:gd name="connsiteY51697" fmla="*/ 2170166 h 2398711"/>
              <a:gd name="connsiteX51698" fmla="*/ 722873 w 2119654"/>
              <a:gd name="connsiteY51698" fmla="*/ 2170258 h 2398711"/>
              <a:gd name="connsiteX51699" fmla="*/ 721756 w 2119654"/>
              <a:gd name="connsiteY51699" fmla="*/ 2170273 h 2398711"/>
              <a:gd name="connsiteX51700" fmla="*/ 717964 w 2119654"/>
              <a:gd name="connsiteY51700" fmla="*/ 2170167 h 2398711"/>
              <a:gd name="connsiteX51701" fmla="*/ 1442925 w 2119654"/>
              <a:gd name="connsiteY51701" fmla="*/ 540025 h 2398711"/>
              <a:gd name="connsiteX51702" fmla="*/ 1443099 w 2119654"/>
              <a:gd name="connsiteY51702" fmla="*/ 556376 h 2398711"/>
              <a:gd name="connsiteX51703" fmla="*/ 1443820 w 2119654"/>
              <a:gd name="connsiteY51703" fmla="*/ 558289 h 2398711"/>
              <a:gd name="connsiteX51704" fmla="*/ 1445436 w 2119654"/>
              <a:gd name="connsiteY51704" fmla="*/ 547393 h 2398711"/>
              <a:gd name="connsiteX51705" fmla="*/ 1444084 w 2119654"/>
              <a:gd name="connsiteY51705" fmla="*/ 538676 h 2398711"/>
              <a:gd name="connsiteX51706" fmla="*/ 1425729 w 2119654"/>
              <a:gd name="connsiteY51706" fmla="*/ 578519 h 2398711"/>
              <a:gd name="connsiteX51707" fmla="*/ 1425913 w 2119654"/>
              <a:gd name="connsiteY51707" fmla="*/ 586875 h 2398711"/>
              <a:gd name="connsiteX51708" fmla="*/ 1431980 w 2119654"/>
              <a:gd name="connsiteY51708" fmla="*/ 599691 h 2398711"/>
              <a:gd name="connsiteX51709" fmla="*/ 1434110 w 2119654"/>
              <a:gd name="connsiteY51709" fmla="*/ 604402 h 2398711"/>
              <a:gd name="connsiteX51710" fmla="*/ 1434153 w 2119654"/>
              <a:gd name="connsiteY51710" fmla="*/ 603912 h 2398711"/>
              <a:gd name="connsiteX51711" fmla="*/ 1425968 w 2119654"/>
              <a:gd name="connsiteY51711" fmla="*/ 579209 h 2398711"/>
              <a:gd name="connsiteX51712" fmla="*/ 743131 w 2119654"/>
              <a:gd name="connsiteY51712" fmla="*/ 2105748 h 2398711"/>
              <a:gd name="connsiteX51713" fmla="*/ 743892 w 2119654"/>
              <a:gd name="connsiteY51713" fmla="*/ 2107641 h 2398711"/>
              <a:gd name="connsiteX51714" fmla="*/ 744689 w 2119654"/>
              <a:gd name="connsiteY51714" fmla="*/ 2107704 h 2398711"/>
              <a:gd name="connsiteX51715" fmla="*/ 747046 w 2119654"/>
              <a:gd name="connsiteY51715" fmla="*/ 2107666 h 2398711"/>
              <a:gd name="connsiteX51716" fmla="*/ 749206 w 2119654"/>
              <a:gd name="connsiteY51716" fmla="*/ 2106166 h 2398711"/>
              <a:gd name="connsiteX51717" fmla="*/ 749067 w 2119654"/>
              <a:gd name="connsiteY51717" fmla="*/ 2104877 h 2398711"/>
              <a:gd name="connsiteX51718" fmla="*/ 1429478 w 2119654"/>
              <a:gd name="connsiteY51718" fmla="*/ 568751 h 2398711"/>
              <a:gd name="connsiteX51719" fmla="*/ 1429823 w 2119654"/>
              <a:gd name="connsiteY51719" fmla="*/ 569946 h 2398711"/>
              <a:gd name="connsiteX51720" fmla="*/ 1435957 w 2119654"/>
              <a:gd name="connsiteY51720" fmla="*/ 580727 h 2398711"/>
              <a:gd name="connsiteX51721" fmla="*/ 1436025 w 2119654"/>
              <a:gd name="connsiteY51721" fmla="*/ 577864 h 2398711"/>
              <a:gd name="connsiteX51722" fmla="*/ 1430539 w 2119654"/>
              <a:gd name="connsiteY51722" fmla="*/ 570037 h 2398711"/>
              <a:gd name="connsiteX51723" fmla="*/ 741887 w 2119654"/>
              <a:gd name="connsiteY51723" fmla="*/ 2107867 h 2398711"/>
              <a:gd name="connsiteX51724" fmla="*/ 744280 w 2119654"/>
              <a:gd name="connsiteY51724" fmla="*/ 2108774 h 2398711"/>
              <a:gd name="connsiteX51725" fmla="*/ 743980 w 2119654"/>
              <a:gd name="connsiteY51725" fmla="*/ 2108030 h 2398711"/>
              <a:gd name="connsiteX51726" fmla="*/ 1425688 w 2119654"/>
              <a:gd name="connsiteY51726" fmla="*/ 576672 h 2398711"/>
              <a:gd name="connsiteX51727" fmla="*/ 1425715 w 2119654"/>
              <a:gd name="connsiteY51727" fmla="*/ 577880 h 2398711"/>
              <a:gd name="connsiteX51728" fmla="*/ 1431976 w 2119654"/>
              <a:gd name="connsiteY51728" fmla="*/ 595960 h 2398711"/>
              <a:gd name="connsiteX51729" fmla="*/ 1434233 w 2119654"/>
              <a:gd name="connsiteY51729" fmla="*/ 602974 h 2398711"/>
              <a:gd name="connsiteX51730" fmla="*/ 1434844 w 2119654"/>
              <a:gd name="connsiteY51730" fmla="*/ 595858 h 2398711"/>
              <a:gd name="connsiteX51731" fmla="*/ 1428640 w 2119654"/>
              <a:gd name="connsiteY51731" fmla="*/ 580538 h 2398711"/>
              <a:gd name="connsiteX51732" fmla="*/ 1428097 w 2119654"/>
              <a:gd name="connsiteY51732" fmla="*/ 579249 h 2398711"/>
              <a:gd name="connsiteX51733" fmla="*/ 741429 w 2119654"/>
              <a:gd name="connsiteY51733" fmla="*/ 2108115 h 2398711"/>
              <a:gd name="connsiteX51734" fmla="*/ 741444 w 2119654"/>
              <a:gd name="connsiteY51734" fmla="*/ 2108237 h 2398711"/>
              <a:gd name="connsiteX51735" fmla="*/ 742401 w 2119654"/>
              <a:gd name="connsiteY51735" fmla="*/ 2108484 h 2398711"/>
              <a:gd name="connsiteX51736" fmla="*/ 731434 w 2119654"/>
              <a:gd name="connsiteY51736" fmla="*/ 2130249 h 2398711"/>
              <a:gd name="connsiteX51737" fmla="*/ 732682 w 2119654"/>
              <a:gd name="connsiteY51737" fmla="*/ 2133313 h 2398711"/>
              <a:gd name="connsiteX51738" fmla="*/ 743430 w 2119654"/>
              <a:gd name="connsiteY51738" fmla="*/ 2128531 h 2398711"/>
              <a:gd name="connsiteX51739" fmla="*/ 743383 w 2119654"/>
              <a:gd name="connsiteY51739" fmla="*/ 2128132 h 2398711"/>
              <a:gd name="connsiteX51740" fmla="*/ 743060 w 2119654"/>
              <a:gd name="connsiteY51740" fmla="*/ 2127636 h 2398711"/>
              <a:gd name="connsiteX51741" fmla="*/ 753145 w 2119654"/>
              <a:gd name="connsiteY51741" fmla="*/ 2081349 h 2398711"/>
              <a:gd name="connsiteX51742" fmla="*/ 753098 w 2119654"/>
              <a:gd name="connsiteY51742" fmla="*/ 2082230 h 2398711"/>
              <a:gd name="connsiteX51743" fmla="*/ 756382 w 2119654"/>
              <a:gd name="connsiteY51743" fmla="*/ 2081657 h 2398711"/>
              <a:gd name="connsiteX51744" fmla="*/ 756561 w 2119654"/>
              <a:gd name="connsiteY51744" fmla="*/ 2081611 h 2398711"/>
              <a:gd name="connsiteX51745" fmla="*/ 755162 w 2119654"/>
              <a:gd name="connsiteY51745" fmla="*/ 2080187 h 2398711"/>
              <a:gd name="connsiteX51746" fmla="*/ 748663 w 2119654"/>
              <a:gd name="connsiteY51746" fmla="*/ 2091265 h 2398711"/>
              <a:gd name="connsiteX51747" fmla="*/ 748718 w 2119654"/>
              <a:gd name="connsiteY51747" fmla="*/ 2092737 h 2398711"/>
              <a:gd name="connsiteX51748" fmla="*/ 748805 w 2119654"/>
              <a:gd name="connsiteY51748" fmla="*/ 2092742 h 2398711"/>
              <a:gd name="connsiteX51749" fmla="*/ 748922 w 2119654"/>
              <a:gd name="connsiteY51749" fmla="*/ 2092711 h 2398711"/>
              <a:gd name="connsiteX51750" fmla="*/ 748996 w 2119654"/>
              <a:gd name="connsiteY51750" fmla="*/ 2091325 h 2398711"/>
              <a:gd name="connsiteX51751" fmla="*/ 737733 w 2119654"/>
              <a:gd name="connsiteY51751" fmla="*/ 2115631 h 2398711"/>
              <a:gd name="connsiteX51752" fmla="*/ 738832 w 2119654"/>
              <a:gd name="connsiteY51752" fmla="*/ 2117318 h 2398711"/>
              <a:gd name="connsiteX51753" fmla="*/ 739895 w 2119654"/>
              <a:gd name="connsiteY51753" fmla="*/ 2117062 h 2398711"/>
              <a:gd name="connsiteX51754" fmla="*/ 739306 w 2119654"/>
              <a:gd name="connsiteY51754" fmla="*/ 2116065 h 2398711"/>
              <a:gd name="connsiteX51755" fmla="*/ 742646 w 2119654"/>
              <a:gd name="connsiteY51755" fmla="*/ 2104543 h 2398711"/>
              <a:gd name="connsiteX51756" fmla="*/ 742992 w 2119654"/>
              <a:gd name="connsiteY51756" fmla="*/ 2105404 h 2398711"/>
              <a:gd name="connsiteX51757" fmla="*/ 748921 w 2119654"/>
              <a:gd name="connsiteY51757" fmla="*/ 2104534 h 2398711"/>
              <a:gd name="connsiteX51758" fmla="*/ 1439346 w 2119654"/>
              <a:gd name="connsiteY51758" fmla="*/ 544188 h 2398711"/>
              <a:gd name="connsiteX51759" fmla="*/ 1439502 w 2119654"/>
              <a:gd name="connsiteY51759" fmla="*/ 547388 h 2398711"/>
              <a:gd name="connsiteX51760" fmla="*/ 1440658 w 2119654"/>
              <a:gd name="connsiteY51760" fmla="*/ 549888 h 2398711"/>
              <a:gd name="connsiteX51761" fmla="*/ 1441429 w 2119654"/>
              <a:gd name="connsiteY51761" fmla="*/ 551934 h 2398711"/>
              <a:gd name="connsiteX51762" fmla="*/ 1441322 w 2119654"/>
              <a:gd name="connsiteY51762" fmla="*/ 541891 h 2398711"/>
              <a:gd name="connsiteX51763" fmla="*/ 1425066 w 2119654"/>
              <a:gd name="connsiteY51763" fmla="*/ 576008 h 2398711"/>
              <a:gd name="connsiteX51764" fmla="*/ 1425181 w 2119654"/>
              <a:gd name="connsiteY51764" fmla="*/ 576343 h 2398711"/>
              <a:gd name="connsiteX51765" fmla="*/ 1425180 w 2119654"/>
              <a:gd name="connsiteY51765" fmla="*/ 576129 h 2398711"/>
              <a:gd name="connsiteX51766" fmla="*/ 743416 w 2119654"/>
              <a:gd name="connsiteY51766" fmla="*/ 2102122 h 2398711"/>
              <a:gd name="connsiteX51767" fmla="*/ 748805 w 2119654"/>
              <a:gd name="connsiteY51767" fmla="*/ 2102450 h 2398711"/>
              <a:gd name="connsiteX51768" fmla="*/ 748792 w 2119654"/>
              <a:gd name="connsiteY51768" fmla="*/ 2102334 h 2398711"/>
              <a:gd name="connsiteX51769" fmla="*/ 745748 w 2119654"/>
              <a:gd name="connsiteY51769" fmla="*/ 2101117 h 2398711"/>
              <a:gd name="connsiteX51770" fmla="*/ 745241 w 2119654"/>
              <a:gd name="connsiteY51770" fmla="*/ 2101193 h 2398711"/>
              <a:gd name="connsiteX51771" fmla="*/ 748629 w 2119654"/>
              <a:gd name="connsiteY51771" fmla="*/ 2090352 h 2398711"/>
              <a:gd name="connsiteX51772" fmla="*/ 748656 w 2119654"/>
              <a:gd name="connsiteY51772" fmla="*/ 2091082 h 2398711"/>
              <a:gd name="connsiteX51773" fmla="*/ 749006 w 2119654"/>
              <a:gd name="connsiteY51773" fmla="*/ 2091145 h 2398711"/>
              <a:gd name="connsiteX51774" fmla="*/ 749048 w 2119654"/>
              <a:gd name="connsiteY51774" fmla="*/ 2090360 h 2398711"/>
              <a:gd name="connsiteX51775" fmla="*/ 1397485 w 2119654"/>
              <a:gd name="connsiteY51775" fmla="*/ 637115 h 2398711"/>
              <a:gd name="connsiteX51776" fmla="*/ 1397479 w 2119654"/>
              <a:gd name="connsiteY51776" fmla="*/ 638051 h 2398711"/>
              <a:gd name="connsiteX51777" fmla="*/ 1397669 w 2119654"/>
              <a:gd name="connsiteY51777" fmla="*/ 638683 h 2398711"/>
              <a:gd name="connsiteX51778" fmla="*/ 1438487 w 2119654"/>
              <a:gd name="connsiteY51778" fmla="*/ 545190 h 2398711"/>
              <a:gd name="connsiteX51779" fmla="*/ 1439347 w 2119654"/>
              <a:gd name="connsiteY51779" fmla="*/ 547049 h 2398711"/>
              <a:gd name="connsiteX51780" fmla="*/ 1439214 w 2119654"/>
              <a:gd name="connsiteY51780" fmla="*/ 544345 h 2398711"/>
              <a:gd name="connsiteX51781" fmla="*/ 1437071 w 2119654"/>
              <a:gd name="connsiteY51781" fmla="*/ 548266 h 2398711"/>
              <a:gd name="connsiteX51782" fmla="*/ 1437452 w 2119654"/>
              <a:gd name="connsiteY51782" fmla="*/ 560827 h 2398711"/>
              <a:gd name="connsiteX51783" fmla="*/ 1437445 w 2119654"/>
              <a:gd name="connsiteY51783" fmla="*/ 561152 h 2398711"/>
              <a:gd name="connsiteX51784" fmla="*/ 1438762 w 2119654"/>
              <a:gd name="connsiteY51784" fmla="*/ 564465 h 2398711"/>
              <a:gd name="connsiteX51785" fmla="*/ 1440203 w 2119654"/>
              <a:gd name="connsiteY51785" fmla="*/ 566616 h 2398711"/>
              <a:gd name="connsiteX51786" fmla="*/ 1439937 w 2119654"/>
              <a:gd name="connsiteY51786" fmla="*/ 559113 h 2398711"/>
              <a:gd name="connsiteX51787" fmla="*/ 1439755 w 2119654"/>
              <a:gd name="connsiteY51787" fmla="*/ 555400 h 2398711"/>
              <a:gd name="connsiteX51788" fmla="*/ 737355 w 2119654"/>
              <a:gd name="connsiteY51788" fmla="*/ 2114885 h 2398711"/>
              <a:gd name="connsiteX51789" fmla="*/ 737448 w 2119654"/>
              <a:gd name="connsiteY51789" fmla="*/ 2115074 h 2398711"/>
              <a:gd name="connsiteX51790" fmla="*/ 738969 w 2119654"/>
              <a:gd name="connsiteY51790" fmla="*/ 2115493 h 2398711"/>
              <a:gd name="connsiteX51791" fmla="*/ 738924 w 2119654"/>
              <a:gd name="connsiteY51791" fmla="*/ 2115419 h 2398711"/>
              <a:gd name="connsiteX51792" fmla="*/ 748601 w 2119654"/>
              <a:gd name="connsiteY51792" fmla="*/ 2089624 h 2398711"/>
              <a:gd name="connsiteX51793" fmla="*/ 748602 w 2119654"/>
              <a:gd name="connsiteY51793" fmla="*/ 2089641 h 2398711"/>
              <a:gd name="connsiteX51794" fmla="*/ 748778 w 2119654"/>
              <a:gd name="connsiteY51794" fmla="*/ 2089678 h 2398711"/>
              <a:gd name="connsiteX51795" fmla="*/ 749084 w 2119654"/>
              <a:gd name="connsiteY51795" fmla="*/ 2089684 h 2398711"/>
              <a:gd name="connsiteX51796" fmla="*/ 749092 w 2119654"/>
              <a:gd name="connsiteY51796" fmla="*/ 2089535 h 2398711"/>
              <a:gd name="connsiteX51797" fmla="*/ 753479 w 2119654"/>
              <a:gd name="connsiteY51797" fmla="*/ 2078634 h 2398711"/>
              <a:gd name="connsiteX51798" fmla="*/ 753223 w 2119654"/>
              <a:gd name="connsiteY51798" fmla="*/ 2079893 h 2398711"/>
              <a:gd name="connsiteX51799" fmla="*/ 753169 w 2119654"/>
              <a:gd name="connsiteY51799" fmla="*/ 2080893 h 2398711"/>
              <a:gd name="connsiteX51800" fmla="*/ 754865 w 2119654"/>
              <a:gd name="connsiteY51800" fmla="*/ 2079885 h 2398711"/>
              <a:gd name="connsiteX51801" fmla="*/ 753760 w 2119654"/>
              <a:gd name="connsiteY51801" fmla="*/ 2078758 h 2398711"/>
              <a:gd name="connsiteX51802" fmla="*/ 744999 w 2119654"/>
              <a:gd name="connsiteY51802" fmla="*/ 2097533 h 2398711"/>
              <a:gd name="connsiteX51803" fmla="*/ 747148 w 2119654"/>
              <a:gd name="connsiteY51803" fmla="*/ 2098775 h 2398711"/>
              <a:gd name="connsiteX51804" fmla="*/ 748303 w 2119654"/>
              <a:gd name="connsiteY51804" fmla="*/ 2098187 h 2398711"/>
              <a:gd name="connsiteX51805" fmla="*/ 747295 w 2119654"/>
              <a:gd name="connsiteY51805" fmla="*/ 2096775 h 2398711"/>
              <a:gd name="connsiteX51806" fmla="*/ 746662 w 2119654"/>
              <a:gd name="connsiteY51806" fmla="*/ 2096689 h 2398711"/>
              <a:gd name="connsiteX51807" fmla="*/ 741184 w 2119654"/>
              <a:gd name="connsiteY51807" fmla="*/ 2106034 h 2398711"/>
              <a:gd name="connsiteX51808" fmla="*/ 741350 w 2119654"/>
              <a:gd name="connsiteY51808" fmla="*/ 2107443 h 2398711"/>
              <a:gd name="connsiteX51809" fmla="*/ 743822 w 2119654"/>
              <a:gd name="connsiteY51809" fmla="*/ 2107636 h 2398711"/>
              <a:gd name="connsiteX51810" fmla="*/ 743067 w 2119654"/>
              <a:gd name="connsiteY51810" fmla="*/ 2105757 h 2398711"/>
              <a:gd name="connsiteX51811" fmla="*/ 1425615 w 2119654"/>
              <a:gd name="connsiteY51811" fmla="*/ 573346 h 2398711"/>
              <a:gd name="connsiteX51812" fmla="*/ 1425630 w 2119654"/>
              <a:gd name="connsiteY51812" fmla="*/ 574030 h 2398711"/>
              <a:gd name="connsiteX51813" fmla="*/ 1426123 w 2119654"/>
              <a:gd name="connsiteY51813" fmla="*/ 574558 h 2398711"/>
              <a:gd name="connsiteX51814" fmla="*/ 1408377 w 2119654"/>
              <a:gd name="connsiteY51814" fmla="*/ 611612 h 2398711"/>
              <a:gd name="connsiteX51815" fmla="*/ 1408263 w 2119654"/>
              <a:gd name="connsiteY51815" fmla="*/ 614951 h 2398711"/>
              <a:gd name="connsiteX51816" fmla="*/ 1409103 w 2119654"/>
              <a:gd name="connsiteY51816" fmla="*/ 616414 h 2398711"/>
              <a:gd name="connsiteX51817" fmla="*/ 1409509 w 2119654"/>
              <a:gd name="connsiteY51817" fmla="*/ 616138 h 2398711"/>
              <a:gd name="connsiteX51818" fmla="*/ 1409204 w 2119654"/>
              <a:gd name="connsiteY51818" fmla="*/ 614084 h 2398711"/>
              <a:gd name="connsiteX51819" fmla="*/ 727320 w 2119654"/>
              <a:gd name="connsiteY51819" fmla="*/ 2136225 h 2398711"/>
              <a:gd name="connsiteX51820" fmla="*/ 734019 w 2119654"/>
              <a:gd name="connsiteY51820" fmla="*/ 2137341 h 2398711"/>
              <a:gd name="connsiteX51821" fmla="*/ 733423 w 2119654"/>
              <a:gd name="connsiteY51821" fmla="*/ 2135879 h 2398711"/>
              <a:gd name="connsiteX51822" fmla="*/ 728512 w 2119654"/>
              <a:gd name="connsiteY51822" fmla="*/ 2136010 h 2398711"/>
              <a:gd name="connsiteX51823" fmla="*/ 727822 w 2119654"/>
              <a:gd name="connsiteY51823" fmla="*/ 2136001 h 2398711"/>
              <a:gd name="connsiteX51824" fmla="*/ 745418 w 2119654"/>
              <a:gd name="connsiteY51824" fmla="*/ 2095697 h 2398711"/>
              <a:gd name="connsiteX51825" fmla="*/ 745586 w 2119654"/>
              <a:gd name="connsiteY51825" fmla="*/ 2095720 h 2398711"/>
              <a:gd name="connsiteX51826" fmla="*/ 745779 w 2119654"/>
              <a:gd name="connsiteY51826" fmla="*/ 2095661 h 2398711"/>
              <a:gd name="connsiteX51827" fmla="*/ 730727 w 2119654"/>
              <a:gd name="connsiteY51827" fmla="*/ 2128514 h 2398711"/>
              <a:gd name="connsiteX51828" fmla="*/ 731179 w 2119654"/>
              <a:gd name="connsiteY51828" fmla="*/ 2129624 h 2398711"/>
              <a:gd name="connsiteX51829" fmla="*/ 740588 w 2119654"/>
              <a:gd name="connsiteY51829" fmla="*/ 2127510 h 2398711"/>
              <a:gd name="connsiteX51830" fmla="*/ 742624 w 2119654"/>
              <a:gd name="connsiteY51830" fmla="*/ 2126965 h 2398711"/>
              <a:gd name="connsiteX51831" fmla="*/ 742021 w 2119654"/>
              <a:gd name="connsiteY51831" fmla="*/ 2126040 h 2398711"/>
              <a:gd name="connsiteX51832" fmla="*/ 738435 w 2119654"/>
              <a:gd name="connsiteY51832" fmla="*/ 2126322 h 2398711"/>
              <a:gd name="connsiteX51833" fmla="*/ 734263 w 2119654"/>
              <a:gd name="connsiteY51833" fmla="*/ 2126593 h 2398711"/>
              <a:gd name="connsiteX51834" fmla="*/ 1442720 w 2119654"/>
              <a:gd name="connsiteY51834" fmla="*/ 534164 h 2398711"/>
              <a:gd name="connsiteX51835" fmla="*/ 1442883 w 2119654"/>
              <a:gd name="connsiteY51835" fmla="*/ 536094 h 2398711"/>
              <a:gd name="connsiteX51836" fmla="*/ 1442916 w 2119654"/>
              <a:gd name="connsiteY51836" fmla="*/ 539182 h 2398711"/>
              <a:gd name="connsiteX51837" fmla="*/ 1443972 w 2119654"/>
              <a:gd name="connsiteY51837" fmla="*/ 537954 h 2398711"/>
              <a:gd name="connsiteX51838" fmla="*/ 1443680 w 2119654"/>
              <a:gd name="connsiteY51838" fmla="*/ 536075 h 2398711"/>
              <a:gd name="connsiteX51839" fmla="*/ 1443100 w 2119654"/>
              <a:gd name="connsiteY51839" fmla="*/ 534902 h 2398711"/>
              <a:gd name="connsiteX51840" fmla="*/ 1424315 w 2119654"/>
              <a:gd name="connsiteY51840" fmla="*/ 575205 h 2398711"/>
              <a:gd name="connsiteX51841" fmla="*/ 1424850 w 2119654"/>
              <a:gd name="connsiteY51841" fmla="*/ 579612 h 2398711"/>
              <a:gd name="connsiteX51842" fmla="*/ 1424855 w 2119654"/>
              <a:gd name="connsiteY51842" fmla="*/ 584638 h 2398711"/>
              <a:gd name="connsiteX51843" fmla="*/ 1425295 w 2119654"/>
              <a:gd name="connsiteY51843" fmla="*/ 585567 h 2398711"/>
              <a:gd name="connsiteX51844" fmla="*/ 1425190 w 2119654"/>
              <a:gd name="connsiteY51844" fmla="*/ 576961 h 2398711"/>
              <a:gd name="connsiteX51845" fmla="*/ 1424738 w 2119654"/>
              <a:gd name="connsiteY51845" fmla="*/ 575658 h 2398711"/>
              <a:gd name="connsiteX51846" fmla="*/ 741970 w 2119654"/>
              <a:gd name="connsiteY51846" fmla="*/ 2102860 h 2398711"/>
              <a:gd name="connsiteX51847" fmla="*/ 741974 w 2119654"/>
              <a:gd name="connsiteY51847" fmla="*/ 2102872 h 2398711"/>
              <a:gd name="connsiteX51848" fmla="*/ 742206 w 2119654"/>
              <a:gd name="connsiteY51848" fmla="*/ 2103450 h 2398711"/>
              <a:gd name="connsiteX51849" fmla="*/ 748883 w 2119654"/>
              <a:gd name="connsiteY51849" fmla="*/ 2103169 h 2398711"/>
              <a:gd name="connsiteX51850" fmla="*/ 748845 w 2119654"/>
              <a:gd name="connsiteY51850" fmla="*/ 2102825 h 2398711"/>
              <a:gd name="connsiteX51851" fmla="*/ 742764 w 2119654"/>
              <a:gd name="connsiteY51851" fmla="*/ 2102455 h 2398711"/>
              <a:gd name="connsiteX51852" fmla="*/ 1425588 w 2119654"/>
              <a:gd name="connsiteY51852" fmla="*/ 572103 h 2398711"/>
              <a:gd name="connsiteX51853" fmla="*/ 1425606 w 2119654"/>
              <a:gd name="connsiteY51853" fmla="*/ 572968 h 2398711"/>
              <a:gd name="connsiteX51854" fmla="*/ 1426398 w 2119654"/>
              <a:gd name="connsiteY51854" fmla="*/ 574851 h 2398711"/>
              <a:gd name="connsiteX51855" fmla="*/ 1427314 w 2119654"/>
              <a:gd name="connsiteY51855" fmla="*/ 575829 h 2398711"/>
              <a:gd name="connsiteX51856" fmla="*/ 1408417 w 2119654"/>
              <a:gd name="connsiteY51856" fmla="*/ 610437 h 2398711"/>
              <a:gd name="connsiteX51857" fmla="*/ 1408391 w 2119654"/>
              <a:gd name="connsiteY51857" fmla="*/ 611191 h 2398711"/>
              <a:gd name="connsiteX51858" fmla="*/ 1409080 w 2119654"/>
              <a:gd name="connsiteY51858" fmla="*/ 613255 h 2398711"/>
              <a:gd name="connsiteX51859" fmla="*/ 1408752 w 2119654"/>
              <a:gd name="connsiteY51859" fmla="*/ 611036 h 2398711"/>
              <a:gd name="connsiteX51860" fmla="*/ 741009 w 2119654"/>
              <a:gd name="connsiteY51860" fmla="*/ 2104545 h 2398711"/>
              <a:gd name="connsiteX51861" fmla="*/ 741142 w 2119654"/>
              <a:gd name="connsiteY51861" fmla="*/ 2105675 h 2398711"/>
              <a:gd name="connsiteX51862" fmla="*/ 742928 w 2119654"/>
              <a:gd name="connsiteY51862" fmla="*/ 2105413 h 2398711"/>
              <a:gd name="connsiteX51863" fmla="*/ 742578 w 2119654"/>
              <a:gd name="connsiteY51863" fmla="*/ 2104542 h 2398711"/>
              <a:gd name="connsiteX51864" fmla="*/ 740876 w 2119654"/>
              <a:gd name="connsiteY51864" fmla="*/ 2103418 h 2398711"/>
              <a:gd name="connsiteX51865" fmla="*/ 740886 w 2119654"/>
              <a:gd name="connsiteY51865" fmla="*/ 2103505 h 2398711"/>
              <a:gd name="connsiteX51866" fmla="*/ 742139 w 2119654"/>
              <a:gd name="connsiteY51866" fmla="*/ 2103452 h 2398711"/>
              <a:gd name="connsiteX51867" fmla="*/ 741912 w 2119654"/>
              <a:gd name="connsiteY51867" fmla="*/ 2102890 h 2398711"/>
              <a:gd name="connsiteX51868" fmla="*/ 742931 w 2119654"/>
              <a:gd name="connsiteY51868" fmla="*/ 2098582 h 2398711"/>
              <a:gd name="connsiteX51869" fmla="*/ 745122 w 2119654"/>
              <a:gd name="connsiteY51869" fmla="*/ 2099459 h 2398711"/>
              <a:gd name="connsiteX51870" fmla="*/ 745827 w 2119654"/>
              <a:gd name="connsiteY51870" fmla="*/ 2099324 h 2398711"/>
              <a:gd name="connsiteX51871" fmla="*/ 743469 w 2119654"/>
              <a:gd name="connsiteY51871" fmla="*/ 2098310 h 2398711"/>
              <a:gd name="connsiteX51872" fmla="*/ 739239 w 2119654"/>
              <a:gd name="connsiteY51872" fmla="*/ 2106318 h 2398711"/>
              <a:gd name="connsiteX51873" fmla="*/ 740283 w 2119654"/>
              <a:gd name="connsiteY51873" fmla="*/ 2107259 h 2398711"/>
              <a:gd name="connsiteX51874" fmla="*/ 740620 w 2119654"/>
              <a:gd name="connsiteY51874" fmla="*/ 2107387 h 2398711"/>
              <a:gd name="connsiteX51875" fmla="*/ 740944 w 2119654"/>
              <a:gd name="connsiteY51875" fmla="*/ 2107411 h 2398711"/>
              <a:gd name="connsiteX51876" fmla="*/ 740789 w 2119654"/>
              <a:gd name="connsiteY51876" fmla="*/ 2106091 h 2398711"/>
              <a:gd name="connsiteX51877" fmla="*/ 730056 w 2119654"/>
              <a:gd name="connsiteY51877" fmla="*/ 2126865 h 2398711"/>
              <a:gd name="connsiteX51878" fmla="*/ 730059 w 2119654"/>
              <a:gd name="connsiteY51878" fmla="*/ 2126874 h 2398711"/>
              <a:gd name="connsiteX51879" fmla="*/ 730078 w 2119654"/>
              <a:gd name="connsiteY51879" fmla="*/ 2126864 h 2398711"/>
              <a:gd name="connsiteX51880" fmla="*/ 1407726 w 2119654"/>
              <a:gd name="connsiteY51880" fmla="*/ 609200 h 2398711"/>
              <a:gd name="connsiteX51881" fmla="*/ 1407881 w 2119654"/>
              <a:gd name="connsiteY51881" fmla="*/ 609663 h 2398711"/>
              <a:gd name="connsiteX51882" fmla="*/ 1407886 w 2119654"/>
              <a:gd name="connsiteY51882" fmla="*/ 609487 h 2398711"/>
              <a:gd name="connsiteX51883" fmla="*/ 743432 w 2119654"/>
              <a:gd name="connsiteY51883" fmla="*/ 2096627 h 2398711"/>
              <a:gd name="connsiteX51884" fmla="*/ 743800 w 2119654"/>
              <a:gd name="connsiteY51884" fmla="*/ 2096839 h 2398711"/>
              <a:gd name="connsiteX51885" fmla="*/ 744637 w 2119654"/>
              <a:gd name="connsiteY51885" fmla="*/ 2096415 h 2398711"/>
              <a:gd name="connsiteX51886" fmla="*/ 744316 w 2119654"/>
              <a:gd name="connsiteY51886" fmla="*/ 2096371 h 2398711"/>
              <a:gd name="connsiteX51887" fmla="*/ 1433852 w 2119654"/>
              <a:gd name="connsiteY51887" fmla="*/ 550582 h 2398711"/>
              <a:gd name="connsiteX51888" fmla="*/ 1434922 w 2119654"/>
              <a:gd name="connsiteY51888" fmla="*/ 553527 h 2398711"/>
              <a:gd name="connsiteX51889" fmla="*/ 1435741 w 2119654"/>
              <a:gd name="connsiteY51889" fmla="*/ 556871 h 2398711"/>
              <a:gd name="connsiteX51890" fmla="*/ 1436473 w 2119654"/>
              <a:gd name="connsiteY51890" fmla="*/ 558713 h 2398711"/>
              <a:gd name="connsiteX51891" fmla="*/ 1436701 w 2119654"/>
              <a:gd name="connsiteY51891" fmla="*/ 549001 h 2398711"/>
              <a:gd name="connsiteX51892" fmla="*/ 1436650 w 2119654"/>
              <a:gd name="connsiteY51892" fmla="*/ 547326 h 2398711"/>
              <a:gd name="connsiteX51893" fmla="*/ 725821 w 2119654"/>
              <a:gd name="connsiteY51893" fmla="*/ 2135975 h 2398711"/>
              <a:gd name="connsiteX51894" fmla="*/ 726460 w 2119654"/>
              <a:gd name="connsiteY51894" fmla="*/ 2136081 h 2398711"/>
              <a:gd name="connsiteX51895" fmla="*/ 726673 w 2119654"/>
              <a:gd name="connsiteY51895" fmla="*/ 2135986 h 2398711"/>
              <a:gd name="connsiteX51896" fmla="*/ 729641 w 2119654"/>
              <a:gd name="connsiteY51896" fmla="*/ 2126892 h 2398711"/>
              <a:gd name="connsiteX51897" fmla="*/ 729721 w 2119654"/>
              <a:gd name="connsiteY51897" fmla="*/ 2127057 h 2398711"/>
              <a:gd name="connsiteX51898" fmla="*/ 729810 w 2119654"/>
              <a:gd name="connsiteY51898" fmla="*/ 2127009 h 2398711"/>
              <a:gd name="connsiteX51899" fmla="*/ 729758 w 2119654"/>
              <a:gd name="connsiteY51899" fmla="*/ 2126885 h 2398711"/>
              <a:gd name="connsiteX51900" fmla="*/ 1463479 w 2119654"/>
              <a:gd name="connsiteY51900" fmla="*/ 483654 h 2398711"/>
              <a:gd name="connsiteX51901" fmla="*/ 1472345 w 2119654"/>
              <a:gd name="connsiteY51901" fmla="*/ 502550 h 2398711"/>
              <a:gd name="connsiteX51902" fmla="*/ 1468267 w 2119654"/>
              <a:gd name="connsiteY51902" fmla="*/ 479019 h 2398711"/>
              <a:gd name="connsiteX51903" fmla="*/ 740694 w 2119654"/>
              <a:gd name="connsiteY51903" fmla="*/ 2101872 h 2398711"/>
              <a:gd name="connsiteX51904" fmla="*/ 740704 w 2119654"/>
              <a:gd name="connsiteY51904" fmla="*/ 2101958 h 2398711"/>
              <a:gd name="connsiteX51905" fmla="*/ 740886 w 2119654"/>
              <a:gd name="connsiteY51905" fmla="*/ 2101969 h 2398711"/>
              <a:gd name="connsiteX51906" fmla="*/ 741234 w 2119654"/>
              <a:gd name="connsiteY51906" fmla="*/ 2101792 h 2398711"/>
              <a:gd name="connsiteX51907" fmla="*/ 1419896 w 2119654"/>
              <a:gd name="connsiteY51907" fmla="*/ 580790 h 2398711"/>
              <a:gd name="connsiteX51908" fmla="*/ 1420217 w 2119654"/>
              <a:gd name="connsiteY51908" fmla="*/ 591072 h 2398711"/>
              <a:gd name="connsiteX51909" fmla="*/ 1420791 w 2119654"/>
              <a:gd name="connsiteY51909" fmla="*/ 591910 h 2398711"/>
              <a:gd name="connsiteX51910" fmla="*/ 1420784 w 2119654"/>
              <a:gd name="connsiteY51910" fmla="*/ 583009 h 2398711"/>
              <a:gd name="connsiteX51911" fmla="*/ 721947 w 2119654"/>
              <a:gd name="connsiteY51911" fmla="*/ 2143241 h 2398711"/>
              <a:gd name="connsiteX51912" fmla="*/ 726263 w 2119654"/>
              <a:gd name="connsiteY51912" fmla="*/ 2148467 h 2398711"/>
              <a:gd name="connsiteX51913" fmla="*/ 730854 w 2119654"/>
              <a:gd name="connsiteY51913" fmla="*/ 2148149 h 2398711"/>
              <a:gd name="connsiteX51914" fmla="*/ 728240 w 2119654"/>
              <a:gd name="connsiteY51914" fmla="*/ 2148523 h 2398711"/>
              <a:gd name="connsiteX51915" fmla="*/ 726398 w 2119654"/>
              <a:gd name="connsiteY51915" fmla="*/ 2148631 h 2398711"/>
              <a:gd name="connsiteX51916" fmla="*/ 728247 w 2119654"/>
              <a:gd name="connsiteY51916" fmla="*/ 2150870 h 2398711"/>
              <a:gd name="connsiteX51917" fmla="*/ 730593 w 2119654"/>
              <a:gd name="connsiteY51917" fmla="*/ 2150757 h 2398711"/>
              <a:gd name="connsiteX51918" fmla="*/ 737031 w 2119654"/>
              <a:gd name="connsiteY51918" fmla="*/ 2147719 h 2398711"/>
              <a:gd name="connsiteX51919" fmla="*/ 730854 w 2119654"/>
              <a:gd name="connsiteY51919" fmla="*/ 2148149 h 2398711"/>
              <a:gd name="connsiteX51920" fmla="*/ 738005 w 2119654"/>
              <a:gd name="connsiteY51920" fmla="*/ 2147123 h 2398711"/>
              <a:gd name="connsiteX51921" fmla="*/ 737941 w 2119654"/>
              <a:gd name="connsiteY51921" fmla="*/ 2146966 h 2398711"/>
              <a:gd name="connsiteX51922" fmla="*/ 734944 w 2119654"/>
              <a:gd name="connsiteY51922" fmla="*/ 2146886 h 2398711"/>
              <a:gd name="connsiteX51923" fmla="*/ 734815 w 2119654"/>
              <a:gd name="connsiteY51923" fmla="*/ 2146780 h 2398711"/>
              <a:gd name="connsiteX51924" fmla="*/ 737899 w 2119654"/>
              <a:gd name="connsiteY51924" fmla="*/ 2146862 h 2398711"/>
              <a:gd name="connsiteX51925" fmla="*/ 737271 w 2119654"/>
              <a:gd name="connsiteY51925" fmla="*/ 2145320 h 2398711"/>
              <a:gd name="connsiteX51926" fmla="*/ 1401196 w 2119654"/>
              <a:gd name="connsiteY51926" fmla="*/ 622270 h 2398711"/>
              <a:gd name="connsiteX51927" fmla="*/ 1406637 w 2119654"/>
              <a:gd name="connsiteY51927" fmla="*/ 632789 h 2398711"/>
              <a:gd name="connsiteX51928" fmla="*/ 1406757 w 2119654"/>
              <a:gd name="connsiteY51928" fmla="*/ 628412 h 2398711"/>
              <a:gd name="connsiteX51929" fmla="*/ 1402652 w 2119654"/>
              <a:gd name="connsiteY51929" fmla="*/ 621249 h 2398711"/>
              <a:gd name="connsiteX51930" fmla="*/ 742565 w 2119654"/>
              <a:gd name="connsiteY51930" fmla="*/ 2096878 h 2398711"/>
              <a:gd name="connsiteX51931" fmla="*/ 743192 w 2119654"/>
              <a:gd name="connsiteY51931" fmla="*/ 2097148 h 2398711"/>
              <a:gd name="connsiteX51932" fmla="*/ 743233 w 2119654"/>
              <a:gd name="connsiteY51932" fmla="*/ 2097127 h 2398711"/>
              <a:gd name="connsiteX51933" fmla="*/ 742723 w 2119654"/>
              <a:gd name="connsiteY51933" fmla="*/ 2096832 h 2398711"/>
              <a:gd name="connsiteX51934" fmla="*/ 1407292 w 2119654"/>
              <a:gd name="connsiteY51934" fmla="*/ 608426 h 2398711"/>
              <a:gd name="connsiteX51935" fmla="*/ 1407226 w 2119654"/>
              <a:gd name="connsiteY51935" fmla="*/ 613140 h 2398711"/>
              <a:gd name="connsiteX51936" fmla="*/ 1407733 w 2119654"/>
              <a:gd name="connsiteY51936" fmla="*/ 614024 h 2398711"/>
              <a:gd name="connsiteX51937" fmla="*/ 1407867 w 2119654"/>
              <a:gd name="connsiteY51937" fmla="*/ 610083 h 2398711"/>
              <a:gd name="connsiteX51938" fmla="*/ 1407344 w 2119654"/>
              <a:gd name="connsiteY51938" fmla="*/ 608518 h 2398711"/>
              <a:gd name="connsiteX51939" fmla="*/ 740291 w 2119654"/>
              <a:gd name="connsiteY51939" fmla="*/ 2101933 h 2398711"/>
              <a:gd name="connsiteX51940" fmla="*/ 740300 w 2119654"/>
              <a:gd name="connsiteY51940" fmla="*/ 2101933 h 2398711"/>
              <a:gd name="connsiteX51941" fmla="*/ 740300 w 2119654"/>
              <a:gd name="connsiteY51941" fmla="*/ 2101931 h 2398711"/>
              <a:gd name="connsiteX51942" fmla="*/ 729600 w 2119654"/>
              <a:gd name="connsiteY51942" fmla="*/ 2125748 h 2398711"/>
              <a:gd name="connsiteX51943" fmla="*/ 729879 w 2119654"/>
              <a:gd name="connsiteY51943" fmla="*/ 2126433 h 2398711"/>
              <a:gd name="connsiteX51944" fmla="*/ 731039 w 2119654"/>
              <a:gd name="connsiteY51944" fmla="*/ 2126342 h 2398711"/>
              <a:gd name="connsiteX51945" fmla="*/ 734558 w 2119654"/>
              <a:gd name="connsiteY51945" fmla="*/ 2124430 h 2398711"/>
              <a:gd name="connsiteX51946" fmla="*/ 1409005 w 2119654"/>
              <a:gd name="connsiteY51946" fmla="*/ 604110 h 2398711"/>
              <a:gd name="connsiteX51947" fmla="*/ 1409365 w 2119654"/>
              <a:gd name="connsiteY51947" fmla="*/ 606532 h 2398711"/>
              <a:gd name="connsiteX51948" fmla="*/ 1410261 w 2119654"/>
              <a:gd name="connsiteY51948" fmla="*/ 607960 h 2398711"/>
              <a:gd name="connsiteX51949" fmla="*/ 1431703 w 2119654"/>
              <a:gd name="connsiteY51949" fmla="*/ 553083 h 2398711"/>
              <a:gd name="connsiteX51950" fmla="*/ 1431730 w 2119654"/>
              <a:gd name="connsiteY51950" fmla="*/ 553176 h 2398711"/>
              <a:gd name="connsiteX51951" fmla="*/ 1431706 w 2119654"/>
              <a:gd name="connsiteY51951" fmla="*/ 553080 h 2398711"/>
              <a:gd name="connsiteX51952" fmla="*/ 742582 w 2119654"/>
              <a:gd name="connsiteY51952" fmla="*/ 2096136 h 2398711"/>
              <a:gd name="connsiteX51953" fmla="*/ 743147 w 2119654"/>
              <a:gd name="connsiteY51953" fmla="*/ 2096462 h 2398711"/>
              <a:gd name="connsiteX51954" fmla="*/ 743714 w 2119654"/>
              <a:gd name="connsiteY51954" fmla="*/ 2096290 h 2398711"/>
              <a:gd name="connsiteX51955" fmla="*/ 729146 w 2119654"/>
              <a:gd name="connsiteY51955" fmla="*/ 2125869 h 2398711"/>
              <a:gd name="connsiteX51956" fmla="*/ 729436 w 2119654"/>
              <a:gd name="connsiteY51956" fmla="*/ 2126468 h 2398711"/>
              <a:gd name="connsiteX51957" fmla="*/ 729584 w 2119654"/>
              <a:gd name="connsiteY51957" fmla="*/ 2126456 h 2398711"/>
              <a:gd name="connsiteX51958" fmla="*/ 729325 w 2119654"/>
              <a:gd name="connsiteY51958" fmla="*/ 2125821 h 2398711"/>
              <a:gd name="connsiteX51959" fmla="*/ 740804 w 2119654"/>
              <a:gd name="connsiteY51959" fmla="*/ 2099662 h 2398711"/>
              <a:gd name="connsiteX51960" fmla="*/ 741017 w 2119654"/>
              <a:gd name="connsiteY51960" fmla="*/ 2100244 h 2398711"/>
              <a:gd name="connsiteX51961" fmla="*/ 742742 w 2119654"/>
              <a:gd name="connsiteY51961" fmla="*/ 2099914 h 2398711"/>
              <a:gd name="connsiteX51962" fmla="*/ 741380 w 2119654"/>
              <a:gd name="connsiteY51962" fmla="*/ 2099370 h 2398711"/>
              <a:gd name="connsiteX51963" fmla="*/ 726920 w 2119654"/>
              <a:gd name="connsiteY51963" fmla="*/ 2130582 h 2398711"/>
              <a:gd name="connsiteX51964" fmla="*/ 730656 w 2119654"/>
              <a:gd name="connsiteY51964" fmla="*/ 2129742 h 2398711"/>
              <a:gd name="connsiteX51965" fmla="*/ 730201 w 2119654"/>
              <a:gd name="connsiteY51965" fmla="*/ 2128799 h 2398711"/>
              <a:gd name="connsiteX51966" fmla="*/ 740455 w 2119654"/>
              <a:gd name="connsiteY51966" fmla="*/ 2099840 h 2398711"/>
              <a:gd name="connsiteX51967" fmla="*/ 740514 w 2119654"/>
              <a:gd name="connsiteY51967" fmla="*/ 2100340 h 2398711"/>
              <a:gd name="connsiteX51968" fmla="*/ 740860 w 2119654"/>
              <a:gd name="connsiteY51968" fmla="*/ 2100274 h 2398711"/>
              <a:gd name="connsiteX51969" fmla="*/ 740646 w 2119654"/>
              <a:gd name="connsiteY51969" fmla="*/ 2099742 h 2398711"/>
              <a:gd name="connsiteX51970" fmla="*/ 1430554 w 2119654"/>
              <a:gd name="connsiteY51970" fmla="*/ 554565 h 2398711"/>
              <a:gd name="connsiteX51971" fmla="*/ 1431395 w 2119654"/>
              <a:gd name="connsiteY51971" fmla="*/ 556621 h 2398711"/>
              <a:gd name="connsiteX51972" fmla="*/ 1430996 w 2119654"/>
              <a:gd name="connsiteY51972" fmla="*/ 555226 h 2398711"/>
              <a:gd name="connsiteX51973" fmla="*/ 1395761 w 2119654"/>
              <a:gd name="connsiteY51973" fmla="*/ 632342 h 2398711"/>
              <a:gd name="connsiteX51974" fmla="*/ 1397026 w 2119654"/>
              <a:gd name="connsiteY51974" fmla="*/ 636544 h 2398711"/>
              <a:gd name="connsiteX51975" fmla="*/ 1397039 w 2119654"/>
              <a:gd name="connsiteY51975" fmla="*/ 634196 h 2398711"/>
              <a:gd name="connsiteX51976" fmla="*/ 737349 w 2119654"/>
              <a:gd name="connsiteY51976" fmla="*/ 2106595 h 2398711"/>
              <a:gd name="connsiteX51977" fmla="*/ 737740 w 2119654"/>
              <a:gd name="connsiteY51977" fmla="*/ 2107162 h 2398711"/>
              <a:gd name="connsiteX51978" fmla="*/ 738630 w 2119654"/>
              <a:gd name="connsiteY51978" fmla="*/ 2107232 h 2398711"/>
              <a:gd name="connsiteX51979" fmla="*/ 738452 w 2119654"/>
              <a:gd name="connsiteY51979" fmla="*/ 2106986 h 2398711"/>
              <a:gd name="connsiteX51980" fmla="*/ 737400 w 2119654"/>
              <a:gd name="connsiteY51980" fmla="*/ 2106588 h 2398711"/>
              <a:gd name="connsiteX51981" fmla="*/ 738097 w 2119654"/>
              <a:gd name="connsiteY51981" fmla="*/ 2104835 h 2398711"/>
              <a:gd name="connsiteX51982" fmla="*/ 738937 w 2119654"/>
              <a:gd name="connsiteY51982" fmla="*/ 2105999 h 2398711"/>
              <a:gd name="connsiteX51983" fmla="*/ 740747 w 2119654"/>
              <a:gd name="connsiteY51983" fmla="*/ 2105733 h 2398711"/>
              <a:gd name="connsiteX51984" fmla="*/ 740607 w 2119654"/>
              <a:gd name="connsiteY51984" fmla="*/ 2104546 h 2398711"/>
              <a:gd name="connsiteX51985" fmla="*/ 738658 w 2119654"/>
              <a:gd name="connsiteY51985" fmla="*/ 2104549 h 2398711"/>
              <a:gd name="connsiteX51986" fmla="*/ 746951 w 2119654"/>
              <a:gd name="connsiteY51986" fmla="*/ 2085006 h 2398711"/>
              <a:gd name="connsiteX51987" fmla="*/ 748211 w 2119654"/>
              <a:gd name="connsiteY51987" fmla="*/ 2084854 h 2398711"/>
              <a:gd name="connsiteX51988" fmla="*/ 748211 w 2119654"/>
              <a:gd name="connsiteY51988" fmla="*/ 2084852 h 2398711"/>
              <a:gd name="connsiteX51989" fmla="*/ 747132 w 2119654"/>
              <a:gd name="connsiteY51989" fmla="*/ 2084959 h 2398711"/>
              <a:gd name="connsiteX51990" fmla="*/ 744554 w 2119654"/>
              <a:gd name="connsiteY51990" fmla="*/ 2090355 h 2398711"/>
              <a:gd name="connsiteX51991" fmla="*/ 745834 w 2119654"/>
              <a:gd name="connsiteY51991" fmla="*/ 2092458 h 2398711"/>
              <a:gd name="connsiteX51992" fmla="*/ 745915 w 2119654"/>
              <a:gd name="connsiteY51992" fmla="*/ 2092570 h 2398711"/>
              <a:gd name="connsiteX51993" fmla="*/ 748507 w 2119654"/>
              <a:gd name="connsiteY51993" fmla="*/ 2092724 h 2398711"/>
              <a:gd name="connsiteX51994" fmla="*/ 748451 w 2119654"/>
              <a:gd name="connsiteY51994" fmla="*/ 2091227 h 2398711"/>
              <a:gd name="connsiteX51995" fmla="*/ 746310 w 2119654"/>
              <a:gd name="connsiteY51995" fmla="*/ 2090842 h 2398711"/>
              <a:gd name="connsiteX51996" fmla="*/ 746118 w 2119654"/>
              <a:gd name="connsiteY51996" fmla="*/ 2090626 h 2398711"/>
              <a:gd name="connsiteX51997" fmla="*/ 748444 w 2119654"/>
              <a:gd name="connsiteY51997" fmla="*/ 2091043 h 2398711"/>
              <a:gd name="connsiteX51998" fmla="*/ 748417 w 2119654"/>
              <a:gd name="connsiteY51998" fmla="*/ 2090349 h 2398711"/>
              <a:gd name="connsiteX51999" fmla="*/ 744956 w 2119654"/>
              <a:gd name="connsiteY51999" fmla="*/ 2090282 h 2398711"/>
              <a:gd name="connsiteX52000" fmla="*/ 1399413 w 2119654"/>
              <a:gd name="connsiteY52000" fmla="*/ 623523 h 2398711"/>
              <a:gd name="connsiteX52001" fmla="*/ 1400375 w 2119654"/>
              <a:gd name="connsiteY52001" fmla="*/ 628049 h 2398711"/>
              <a:gd name="connsiteX52002" fmla="*/ 1406605 w 2119654"/>
              <a:gd name="connsiteY52002" fmla="*/ 633951 h 2398711"/>
              <a:gd name="connsiteX52003" fmla="*/ 1406606 w 2119654"/>
              <a:gd name="connsiteY52003" fmla="*/ 633938 h 2398711"/>
              <a:gd name="connsiteX52004" fmla="*/ 1400738 w 2119654"/>
              <a:gd name="connsiteY52004" fmla="*/ 622593 h 2398711"/>
              <a:gd name="connsiteX52005" fmla="*/ 1460290 w 2119654"/>
              <a:gd name="connsiteY52005" fmla="*/ 486742 h 2398711"/>
              <a:gd name="connsiteX52006" fmla="*/ 1461893 w 2119654"/>
              <a:gd name="connsiteY52006" fmla="*/ 517296 h 2398711"/>
              <a:gd name="connsiteX52007" fmla="*/ 1472767 w 2119654"/>
              <a:gd name="connsiteY52007" fmla="*/ 504983 h 2398711"/>
              <a:gd name="connsiteX52008" fmla="*/ 1472614 w 2119654"/>
              <a:gd name="connsiteY52008" fmla="*/ 504104 h 2398711"/>
              <a:gd name="connsiteX52009" fmla="*/ 1463036 w 2119654"/>
              <a:gd name="connsiteY52009" fmla="*/ 484084 h 2398711"/>
              <a:gd name="connsiteX52010" fmla="*/ 1423471 w 2119654"/>
              <a:gd name="connsiteY52010" fmla="*/ 568250 h 2398711"/>
              <a:gd name="connsiteX52011" fmla="*/ 1423956 w 2119654"/>
              <a:gd name="connsiteY52011" fmla="*/ 572237 h 2398711"/>
              <a:gd name="connsiteX52012" fmla="*/ 1425148 w 2119654"/>
              <a:gd name="connsiteY52012" fmla="*/ 573513 h 2398711"/>
              <a:gd name="connsiteX52013" fmla="*/ 1425132 w 2119654"/>
              <a:gd name="connsiteY52013" fmla="*/ 572199 h 2398711"/>
              <a:gd name="connsiteX52014" fmla="*/ 697037 w 2119654"/>
              <a:gd name="connsiteY52014" fmla="*/ 2194778 h 2398711"/>
              <a:gd name="connsiteX52015" fmla="*/ 701910 w 2119654"/>
              <a:gd name="connsiteY52015" fmla="*/ 2211801 h 2398711"/>
              <a:gd name="connsiteX52016" fmla="*/ 704408 w 2119654"/>
              <a:gd name="connsiteY52016" fmla="*/ 2220095 h 2398711"/>
              <a:gd name="connsiteX52017" fmla="*/ 719181 w 2119654"/>
              <a:gd name="connsiteY52017" fmla="*/ 2218248 h 2398711"/>
              <a:gd name="connsiteX52018" fmla="*/ 729178 w 2119654"/>
              <a:gd name="connsiteY52018" fmla="*/ 2216838 h 2398711"/>
              <a:gd name="connsiteX52019" fmla="*/ 738289 w 2119654"/>
              <a:gd name="connsiteY52019" fmla="*/ 2211568 h 2398711"/>
              <a:gd name="connsiteX52020" fmla="*/ 736196 w 2119654"/>
              <a:gd name="connsiteY52020" fmla="*/ 2212568 h 2398711"/>
              <a:gd name="connsiteX52021" fmla="*/ 735823 w 2119654"/>
              <a:gd name="connsiteY52021" fmla="*/ 2212447 h 2398711"/>
              <a:gd name="connsiteX52022" fmla="*/ 741259 w 2119654"/>
              <a:gd name="connsiteY52022" fmla="*/ 2209850 h 2398711"/>
              <a:gd name="connsiteX52023" fmla="*/ 761318 w 2119654"/>
              <a:gd name="connsiteY52023" fmla="*/ 2198249 h 2398711"/>
              <a:gd name="connsiteX52024" fmla="*/ 766424 w 2119654"/>
              <a:gd name="connsiteY52024" fmla="*/ 2194069 h 2398711"/>
              <a:gd name="connsiteX52025" fmla="*/ 729671 w 2119654"/>
              <a:gd name="connsiteY52025" fmla="*/ 2194520 h 2398711"/>
              <a:gd name="connsiteX52026" fmla="*/ 722689 w 2119654"/>
              <a:gd name="connsiteY52026" fmla="*/ 2198867 h 2398711"/>
              <a:gd name="connsiteX52027" fmla="*/ 722408 w 2119654"/>
              <a:gd name="connsiteY52027" fmla="*/ 2198836 h 2398711"/>
              <a:gd name="connsiteX52028" fmla="*/ 729335 w 2119654"/>
              <a:gd name="connsiteY52028" fmla="*/ 2194524 h 2398711"/>
              <a:gd name="connsiteX52029" fmla="*/ 700598 w 2119654"/>
              <a:gd name="connsiteY52029" fmla="*/ 2194876 h 2398711"/>
              <a:gd name="connsiteX52030" fmla="*/ 748232 w 2119654"/>
              <a:gd name="connsiteY52030" fmla="*/ 2079843 h 2398711"/>
              <a:gd name="connsiteX52031" fmla="*/ 748338 w 2119654"/>
              <a:gd name="connsiteY52031" fmla="*/ 2082652 h 2398711"/>
              <a:gd name="connsiteX52032" fmla="*/ 749205 w 2119654"/>
              <a:gd name="connsiteY52032" fmla="*/ 2082670 h 2398711"/>
              <a:gd name="connsiteX52033" fmla="*/ 740307 w 2119654"/>
              <a:gd name="connsiteY52033" fmla="*/ 2097533 h 2398711"/>
              <a:gd name="connsiteX52034" fmla="*/ 741497 w 2119654"/>
              <a:gd name="connsiteY52034" fmla="*/ 2098009 h 2398711"/>
              <a:gd name="connsiteX52035" fmla="*/ 742082 w 2119654"/>
              <a:gd name="connsiteY52035" fmla="*/ 2097712 h 2398711"/>
              <a:gd name="connsiteX52036" fmla="*/ 741119 w 2119654"/>
              <a:gd name="connsiteY52036" fmla="*/ 2097297 h 2398711"/>
              <a:gd name="connsiteX52037" fmla="*/ 736645 w 2119654"/>
              <a:gd name="connsiteY52037" fmla="*/ 2105575 h 2398711"/>
              <a:gd name="connsiteX52038" fmla="*/ 736929 w 2119654"/>
              <a:gd name="connsiteY52038" fmla="*/ 2105987 h 2398711"/>
              <a:gd name="connsiteX52039" fmla="*/ 737510 w 2119654"/>
              <a:gd name="connsiteY52039" fmla="*/ 2106207 h 2398711"/>
              <a:gd name="connsiteX52040" fmla="*/ 737850 w 2119654"/>
              <a:gd name="connsiteY52040" fmla="*/ 2106157 h 2398711"/>
              <a:gd name="connsiteX52041" fmla="*/ 737216 w 2119654"/>
              <a:gd name="connsiteY52041" fmla="*/ 2105284 h 2398711"/>
              <a:gd name="connsiteX52042" fmla="*/ 738835 w 2119654"/>
              <a:gd name="connsiteY52042" fmla="*/ 2100661 h 2398711"/>
              <a:gd name="connsiteX52043" fmla="*/ 740121 w 2119654"/>
              <a:gd name="connsiteY52043" fmla="*/ 2100415 h 2398711"/>
              <a:gd name="connsiteX52044" fmla="*/ 740076 w 2119654"/>
              <a:gd name="connsiteY52044" fmla="*/ 2100031 h 2398711"/>
              <a:gd name="connsiteX52045" fmla="*/ 1394261 w 2119654"/>
              <a:gd name="connsiteY52045" fmla="*/ 633029 h 2398711"/>
              <a:gd name="connsiteX52046" fmla="*/ 1394199 w 2119654"/>
              <a:gd name="connsiteY52046" fmla="*/ 633580 h 2398711"/>
              <a:gd name="connsiteX52047" fmla="*/ 1394486 w 2119654"/>
              <a:gd name="connsiteY52047" fmla="*/ 634006 h 2398711"/>
              <a:gd name="connsiteX52048" fmla="*/ 728574 w 2119654"/>
              <a:gd name="connsiteY52048" fmla="*/ 2123229 h 2398711"/>
              <a:gd name="connsiteX52049" fmla="*/ 729537 w 2119654"/>
              <a:gd name="connsiteY52049" fmla="*/ 2125593 h 2398711"/>
              <a:gd name="connsiteX52050" fmla="*/ 735177 w 2119654"/>
              <a:gd name="connsiteY52050" fmla="*/ 2124094 h 2398711"/>
              <a:gd name="connsiteX52051" fmla="*/ 739297 w 2119654"/>
              <a:gd name="connsiteY52051" fmla="*/ 2121856 h 2398711"/>
              <a:gd name="connsiteX52052" fmla="*/ 738527 w 2119654"/>
              <a:gd name="connsiteY52052" fmla="*/ 2120673 h 2398711"/>
              <a:gd name="connsiteX52053" fmla="*/ 740678 w 2119654"/>
              <a:gd name="connsiteY52053" fmla="*/ 2096067 h 2398711"/>
              <a:gd name="connsiteX52054" fmla="*/ 742239 w 2119654"/>
              <a:gd name="connsiteY52054" fmla="*/ 2096738 h 2398711"/>
              <a:gd name="connsiteX52055" fmla="*/ 742449 w 2119654"/>
              <a:gd name="connsiteY52055" fmla="*/ 2096675 h 2398711"/>
              <a:gd name="connsiteX52056" fmla="*/ 741330 w 2119654"/>
              <a:gd name="connsiteY52056" fmla="*/ 2096028 h 2398711"/>
              <a:gd name="connsiteX52057" fmla="*/ 1423352 w 2119654"/>
              <a:gd name="connsiteY52057" fmla="*/ 567282 h 2398711"/>
              <a:gd name="connsiteX52058" fmla="*/ 1423409 w 2119654"/>
              <a:gd name="connsiteY52058" fmla="*/ 567744 h 2398711"/>
              <a:gd name="connsiteX52059" fmla="*/ 1425127 w 2119654"/>
              <a:gd name="connsiteY52059" fmla="*/ 571828 h 2398711"/>
              <a:gd name="connsiteX52060" fmla="*/ 1425118 w 2119654"/>
              <a:gd name="connsiteY52060" fmla="*/ 571092 h 2398711"/>
              <a:gd name="connsiteX52061" fmla="*/ 1394871 w 2119654"/>
              <a:gd name="connsiteY52061" fmla="*/ 631050 h 2398711"/>
              <a:gd name="connsiteX52062" fmla="*/ 1394920 w 2119654"/>
              <a:gd name="connsiteY52062" fmla="*/ 631205 h 2398711"/>
              <a:gd name="connsiteX52063" fmla="*/ 1396509 w 2119654"/>
              <a:gd name="connsiteY52063" fmla="*/ 637007 h 2398711"/>
              <a:gd name="connsiteX52064" fmla="*/ 1397019 w 2119654"/>
              <a:gd name="connsiteY52064" fmla="*/ 637762 h 2398711"/>
              <a:gd name="connsiteX52065" fmla="*/ 1397022 w 2119654"/>
              <a:gd name="connsiteY52065" fmla="*/ 637223 h 2398711"/>
              <a:gd name="connsiteX52066" fmla="*/ 1395392 w 2119654"/>
              <a:gd name="connsiteY52066" fmla="*/ 631806 h 2398711"/>
              <a:gd name="connsiteX52067" fmla="*/ 740104 w 2119654"/>
              <a:gd name="connsiteY52067" fmla="*/ 2096860 h 2398711"/>
              <a:gd name="connsiteX52068" fmla="*/ 740164 w 2119654"/>
              <a:gd name="connsiteY52068" fmla="*/ 2097371 h 2398711"/>
              <a:gd name="connsiteX52069" fmla="*/ 740823 w 2119654"/>
              <a:gd name="connsiteY52069" fmla="*/ 2097170 h 2398711"/>
              <a:gd name="connsiteX52070" fmla="*/ 1419713 w 2119654"/>
              <a:gd name="connsiteY52070" fmla="*/ 574930 h 2398711"/>
              <a:gd name="connsiteX52071" fmla="*/ 1419772 w 2119654"/>
              <a:gd name="connsiteY52071" fmla="*/ 576841 h 2398711"/>
              <a:gd name="connsiteX52072" fmla="*/ 1420779 w 2119654"/>
              <a:gd name="connsiteY52072" fmla="*/ 578987 h 2398711"/>
              <a:gd name="connsiteX52073" fmla="*/ 1420778 w 2119654"/>
              <a:gd name="connsiteY52073" fmla="*/ 578171 h 2398711"/>
              <a:gd name="connsiteX52074" fmla="*/ 1420479 w 2119654"/>
              <a:gd name="connsiteY52074" fmla="*/ 576593 h 2398711"/>
              <a:gd name="connsiteX52075" fmla="*/ 1427013 w 2119654"/>
              <a:gd name="connsiteY52075" fmla="*/ 558539 h 2398711"/>
              <a:gd name="connsiteX52076" fmla="*/ 1434544 w 2119654"/>
              <a:gd name="connsiteY52076" fmla="*/ 567648 h 2398711"/>
              <a:gd name="connsiteX52077" fmla="*/ 1432481 w 2119654"/>
              <a:gd name="connsiteY52077" fmla="*/ 560424 h 2398711"/>
              <a:gd name="connsiteX52078" fmla="*/ 1430255 w 2119654"/>
              <a:gd name="connsiteY52078" fmla="*/ 554768 h 2398711"/>
              <a:gd name="connsiteX52079" fmla="*/ 1441936 w 2119654"/>
              <a:gd name="connsiteY52079" fmla="*/ 524831 h 2398711"/>
              <a:gd name="connsiteX52080" fmla="*/ 1442565 w 2119654"/>
              <a:gd name="connsiteY52080" fmla="*/ 532317 h 2398711"/>
              <a:gd name="connsiteX52081" fmla="*/ 1442581 w 2119654"/>
              <a:gd name="connsiteY52081" fmla="*/ 532347 h 2398711"/>
              <a:gd name="connsiteX52082" fmla="*/ 1443342 w 2119654"/>
              <a:gd name="connsiteY52082" fmla="*/ 533886 h 2398711"/>
              <a:gd name="connsiteX52083" fmla="*/ 727949 w 2119654"/>
              <a:gd name="connsiteY52083" fmla="*/ 2123390 h 2398711"/>
              <a:gd name="connsiteX52084" fmla="*/ 729073 w 2119654"/>
              <a:gd name="connsiteY52084" fmla="*/ 2125717 h 2398711"/>
              <a:gd name="connsiteX52085" fmla="*/ 729262 w 2119654"/>
              <a:gd name="connsiteY52085" fmla="*/ 2125667 h 2398711"/>
              <a:gd name="connsiteX52086" fmla="*/ 728298 w 2119654"/>
              <a:gd name="connsiteY52086" fmla="*/ 2123300 h 2398711"/>
              <a:gd name="connsiteX52087" fmla="*/ 748642 w 2119654"/>
              <a:gd name="connsiteY52087" fmla="*/ 2077028 h 2398711"/>
              <a:gd name="connsiteX52088" fmla="*/ 749612 w 2119654"/>
              <a:gd name="connsiteY52088" fmla="*/ 2079849 h 2398711"/>
              <a:gd name="connsiteX52089" fmla="*/ 749759 w 2119654"/>
              <a:gd name="connsiteY52089" fmla="*/ 2077119 h 2398711"/>
              <a:gd name="connsiteX52090" fmla="*/ 749573 w 2119654"/>
              <a:gd name="connsiteY52090" fmla="*/ 2077071 h 2398711"/>
              <a:gd name="connsiteX52091" fmla="*/ 1419669 w 2119654"/>
              <a:gd name="connsiteY52091" fmla="*/ 573529 h 2398711"/>
              <a:gd name="connsiteX52092" fmla="*/ 1419674 w 2119654"/>
              <a:gd name="connsiteY52092" fmla="*/ 573693 h 2398711"/>
              <a:gd name="connsiteX52093" fmla="*/ 1420063 w 2119654"/>
              <a:gd name="connsiteY52093" fmla="*/ 574514 h 2398711"/>
              <a:gd name="connsiteX52094" fmla="*/ 743884 w 2119654"/>
              <a:gd name="connsiteY52094" fmla="*/ 2086682 h 2398711"/>
              <a:gd name="connsiteX52095" fmla="*/ 748051 w 2119654"/>
              <a:gd name="connsiteY52095" fmla="*/ 2085880 h 2398711"/>
              <a:gd name="connsiteX52096" fmla="*/ 748000 w 2119654"/>
              <a:gd name="connsiteY52096" fmla="*/ 2085863 h 2398711"/>
              <a:gd name="connsiteX52097" fmla="*/ 744870 w 2119654"/>
              <a:gd name="connsiteY52097" fmla="*/ 2086114 h 2398711"/>
              <a:gd name="connsiteX52098" fmla="*/ 728029 w 2119654"/>
              <a:gd name="connsiteY52098" fmla="*/ 2121863 h 2398711"/>
              <a:gd name="connsiteX52099" fmla="*/ 728301 w 2119654"/>
              <a:gd name="connsiteY52099" fmla="*/ 2122559 h 2398711"/>
              <a:gd name="connsiteX52100" fmla="*/ 728425 w 2119654"/>
              <a:gd name="connsiteY52100" fmla="*/ 2122865 h 2398711"/>
              <a:gd name="connsiteX52101" fmla="*/ 738302 w 2119654"/>
              <a:gd name="connsiteY52101" fmla="*/ 2120328 h 2398711"/>
              <a:gd name="connsiteX52102" fmla="*/ 737771 w 2119654"/>
              <a:gd name="connsiteY52102" fmla="*/ 2119514 h 2398711"/>
              <a:gd name="connsiteX52103" fmla="*/ 725830 w 2119654"/>
              <a:gd name="connsiteY52103" fmla="*/ 2126750 h 2398711"/>
              <a:gd name="connsiteX52104" fmla="*/ 729088 w 2119654"/>
              <a:gd name="connsiteY52104" fmla="*/ 2126495 h 2398711"/>
              <a:gd name="connsiteX52105" fmla="*/ 728827 w 2119654"/>
              <a:gd name="connsiteY52105" fmla="*/ 2125953 h 2398711"/>
              <a:gd name="connsiteX52106" fmla="*/ 1408881 w 2119654"/>
              <a:gd name="connsiteY52106" fmla="*/ 596834 h 2398711"/>
              <a:gd name="connsiteX52107" fmla="*/ 1408725 w 2119654"/>
              <a:gd name="connsiteY52107" fmla="*/ 601433 h 2398711"/>
              <a:gd name="connsiteX52108" fmla="*/ 1411493 w 2119654"/>
              <a:gd name="connsiteY52108" fmla="*/ 609924 h 2398711"/>
              <a:gd name="connsiteX52109" fmla="*/ 1413463 w 2119654"/>
              <a:gd name="connsiteY52109" fmla="*/ 613065 h 2398711"/>
              <a:gd name="connsiteX52110" fmla="*/ 1412985 w 2119654"/>
              <a:gd name="connsiteY52110" fmla="*/ 609145 h 2398711"/>
              <a:gd name="connsiteX52111" fmla="*/ 1412748 w 2119654"/>
              <a:gd name="connsiteY52111" fmla="*/ 607395 h 2398711"/>
              <a:gd name="connsiteX52112" fmla="*/ 1410753 w 2119654"/>
              <a:gd name="connsiteY52112" fmla="*/ 601840 h 2398711"/>
              <a:gd name="connsiteX52113" fmla="*/ 736416 w 2119654"/>
              <a:gd name="connsiteY52113" fmla="*/ 2102512 h 2398711"/>
              <a:gd name="connsiteX52114" fmla="*/ 737245 w 2119654"/>
              <a:gd name="connsiteY52114" fmla="*/ 2103658 h 2398711"/>
              <a:gd name="connsiteX52115" fmla="*/ 737603 w 2119654"/>
              <a:gd name="connsiteY52115" fmla="*/ 2103643 h 2398711"/>
              <a:gd name="connsiteX52116" fmla="*/ 740234 w 2119654"/>
              <a:gd name="connsiteY52116" fmla="*/ 2102302 h 2398711"/>
              <a:gd name="connsiteX52117" fmla="*/ 738521 w 2119654"/>
              <a:gd name="connsiteY52117" fmla="*/ 2102197 h 2398711"/>
              <a:gd name="connsiteX52118" fmla="*/ 1420356 w 2119654"/>
              <a:gd name="connsiteY52118" fmla="*/ 570973 h 2398711"/>
              <a:gd name="connsiteX52119" fmla="*/ 1420774 w 2119654"/>
              <a:gd name="connsiteY52119" fmla="*/ 573074 h 2398711"/>
              <a:gd name="connsiteX52120" fmla="*/ 1420773 w 2119654"/>
              <a:gd name="connsiteY52120" fmla="*/ 571417 h 2398711"/>
              <a:gd name="connsiteX52121" fmla="*/ 706182 w 2119654"/>
              <a:gd name="connsiteY52121" fmla="*/ 2169841 h 2398711"/>
              <a:gd name="connsiteX52122" fmla="*/ 711810 w 2119654"/>
              <a:gd name="connsiteY52122" fmla="*/ 2169997 h 2398711"/>
              <a:gd name="connsiteX52123" fmla="*/ 718236 w 2119654"/>
              <a:gd name="connsiteY52123" fmla="*/ 2168306 h 2398711"/>
              <a:gd name="connsiteX52124" fmla="*/ 736378 w 2119654"/>
              <a:gd name="connsiteY52124" fmla="*/ 2161116 h 2398711"/>
              <a:gd name="connsiteX52125" fmla="*/ 734185 w 2119654"/>
              <a:gd name="connsiteY52125" fmla="*/ 2158532 h 2398711"/>
              <a:gd name="connsiteX52126" fmla="*/ 724243 w 2119654"/>
              <a:gd name="connsiteY52126" fmla="*/ 2161455 h 2398711"/>
              <a:gd name="connsiteX52127" fmla="*/ 1419623 w 2119654"/>
              <a:gd name="connsiteY52127" fmla="*/ 572080 h 2398711"/>
              <a:gd name="connsiteX52128" fmla="*/ 1419659 w 2119654"/>
              <a:gd name="connsiteY52128" fmla="*/ 573211 h 2398711"/>
              <a:gd name="connsiteX52129" fmla="*/ 1420000 w 2119654"/>
              <a:gd name="connsiteY52129" fmla="*/ 574064 h 2398711"/>
              <a:gd name="connsiteX52130" fmla="*/ 727298 w 2119654"/>
              <a:gd name="connsiteY52130" fmla="*/ 2122040 h 2398711"/>
              <a:gd name="connsiteX52131" fmla="*/ 727776 w 2119654"/>
              <a:gd name="connsiteY52131" fmla="*/ 2123031 h 2398711"/>
              <a:gd name="connsiteX52132" fmla="*/ 728149 w 2119654"/>
              <a:gd name="connsiteY52132" fmla="*/ 2122936 h 2398711"/>
              <a:gd name="connsiteX52133" fmla="*/ 727741 w 2119654"/>
              <a:gd name="connsiteY52133" fmla="*/ 2121933 h 2398711"/>
              <a:gd name="connsiteX52134" fmla="*/ 719153 w 2119654"/>
              <a:gd name="connsiteY52134" fmla="*/ 2139858 h 2398711"/>
              <a:gd name="connsiteX52135" fmla="*/ 720184 w 2119654"/>
              <a:gd name="connsiteY52135" fmla="*/ 2141106 h 2398711"/>
              <a:gd name="connsiteX52136" fmla="*/ 736453 w 2119654"/>
              <a:gd name="connsiteY52136" fmla="*/ 2143313 h 2398711"/>
              <a:gd name="connsiteX52137" fmla="*/ 734288 w 2119654"/>
              <a:gd name="connsiteY52137" fmla="*/ 2137999 h 2398711"/>
              <a:gd name="connsiteX52138" fmla="*/ 726316 w 2119654"/>
              <a:gd name="connsiteY52138" fmla="*/ 2136671 h 2398711"/>
              <a:gd name="connsiteX52139" fmla="*/ 705398 w 2119654"/>
              <a:gd name="connsiteY52139" fmla="*/ 2170205 h 2398711"/>
              <a:gd name="connsiteX52140" fmla="*/ 709560 w 2119654"/>
              <a:gd name="connsiteY52140" fmla="*/ 2170589 h 2398711"/>
              <a:gd name="connsiteX52141" fmla="*/ 711630 w 2119654"/>
              <a:gd name="connsiteY52141" fmla="*/ 2170045 h 2398711"/>
              <a:gd name="connsiteX52142" fmla="*/ 705975 w 2119654"/>
              <a:gd name="connsiteY52142" fmla="*/ 2169937 h 2398711"/>
              <a:gd name="connsiteX52143" fmla="*/ 739693 w 2119654"/>
              <a:gd name="connsiteY52143" fmla="*/ 2093361 h 2398711"/>
              <a:gd name="connsiteX52144" fmla="*/ 739743 w 2119654"/>
              <a:gd name="connsiteY52144" fmla="*/ 2093785 h 2398711"/>
              <a:gd name="connsiteX52145" fmla="*/ 740386 w 2119654"/>
              <a:gd name="connsiteY52145" fmla="*/ 2093822 h 2398711"/>
              <a:gd name="connsiteX52146" fmla="*/ 743029 w 2119654"/>
              <a:gd name="connsiteY52146" fmla="*/ 2093559 h 2398711"/>
              <a:gd name="connsiteX52147" fmla="*/ 1404811 w 2119654"/>
              <a:gd name="connsiteY52147" fmla="*/ 603988 h 2398711"/>
              <a:gd name="connsiteX52148" fmla="*/ 1405338 w 2119654"/>
              <a:gd name="connsiteY52148" fmla="*/ 608084 h 2398711"/>
              <a:gd name="connsiteX52149" fmla="*/ 1406702 w 2119654"/>
              <a:gd name="connsiteY52149" fmla="*/ 612226 h 2398711"/>
              <a:gd name="connsiteX52150" fmla="*/ 1407108 w 2119654"/>
              <a:gd name="connsiteY52150" fmla="*/ 612935 h 2398711"/>
              <a:gd name="connsiteX52151" fmla="*/ 1407174 w 2119654"/>
              <a:gd name="connsiteY52151" fmla="*/ 608214 h 2398711"/>
              <a:gd name="connsiteX52152" fmla="*/ 735028 w 2119654"/>
              <a:gd name="connsiteY52152" fmla="*/ 2103234 h 2398711"/>
              <a:gd name="connsiteX52153" fmla="*/ 735375 w 2119654"/>
              <a:gd name="connsiteY52153" fmla="*/ 2103737 h 2398711"/>
              <a:gd name="connsiteX52154" fmla="*/ 735576 w 2119654"/>
              <a:gd name="connsiteY52154" fmla="*/ 2103728 h 2398711"/>
              <a:gd name="connsiteX52155" fmla="*/ 1398317 w 2119654"/>
              <a:gd name="connsiteY52155" fmla="*/ 617911 h 2398711"/>
              <a:gd name="connsiteX52156" fmla="*/ 1398681 w 2119654"/>
              <a:gd name="connsiteY52156" fmla="*/ 620082 h 2398711"/>
              <a:gd name="connsiteX52157" fmla="*/ 1399340 w 2119654"/>
              <a:gd name="connsiteY52157" fmla="*/ 623177 h 2398711"/>
              <a:gd name="connsiteX52158" fmla="*/ 1400588 w 2119654"/>
              <a:gd name="connsiteY52158" fmla="*/ 622302 h 2398711"/>
              <a:gd name="connsiteX52159" fmla="*/ 735214 w 2119654"/>
              <a:gd name="connsiteY52159" fmla="*/ 2102691 h 2398711"/>
              <a:gd name="connsiteX52160" fmla="*/ 735557 w 2119654"/>
              <a:gd name="connsiteY52160" fmla="*/ 2102999 h 2398711"/>
              <a:gd name="connsiteX52161" fmla="*/ 735321 w 2119654"/>
              <a:gd name="connsiteY52161" fmla="*/ 2102675 h 2398711"/>
              <a:gd name="connsiteX52162" fmla="*/ 1419561 w 2119654"/>
              <a:gd name="connsiteY52162" fmla="*/ 570123 h 2398711"/>
              <a:gd name="connsiteX52163" fmla="*/ 1419566 w 2119654"/>
              <a:gd name="connsiteY52163" fmla="*/ 570294 h 2398711"/>
              <a:gd name="connsiteX52164" fmla="*/ 1420616 w 2119654"/>
              <a:gd name="connsiteY52164" fmla="*/ 574824 h 2398711"/>
              <a:gd name="connsiteX52165" fmla="*/ 1419713 w 2119654"/>
              <a:gd name="connsiteY52165" fmla="*/ 570286 h 2398711"/>
              <a:gd name="connsiteX52166" fmla="*/ 727295 w 2119654"/>
              <a:gd name="connsiteY52166" fmla="*/ 2119992 h 2398711"/>
              <a:gd name="connsiteX52167" fmla="*/ 727334 w 2119654"/>
              <a:gd name="connsiteY52167" fmla="*/ 2120091 h 2398711"/>
              <a:gd name="connsiteX52168" fmla="*/ 736680 w 2119654"/>
              <a:gd name="connsiteY52168" fmla="*/ 2117837 h 2398711"/>
              <a:gd name="connsiteX52169" fmla="*/ 735459 w 2119654"/>
              <a:gd name="connsiteY52169" fmla="*/ 2115961 h 2398711"/>
              <a:gd name="connsiteX52170" fmla="*/ 733696 w 2119654"/>
              <a:gd name="connsiteY52170" fmla="*/ 2117186 h 2398711"/>
              <a:gd name="connsiteX52171" fmla="*/ 733409 w 2119654"/>
              <a:gd name="connsiteY52171" fmla="*/ 2117142 h 2398711"/>
              <a:gd name="connsiteX52172" fmla="*/ 735349 w 2119654"/>
              <a:gd name="connsiteY52172" fmla="*/ 2115793 h 2398711"/>
              <a:gd name="connsiteX52173" fmla="*/ 735131 w 2119654"/>
              <a:gd name="connsiteY52173" fmla="*/ 2115459 h 2398711"/>
              <a:gd name="connsiteX52174" fmla="*/ 742108 w 2119654"/>
              <a:gd name="connsiteY52174" fmla="*/ 2086335 h 2398711"/>
              <a:gd name="connsiteX52175" fmla="*/ 742482 w 2119654"/>
              <a:gd name="connsiteY52175" fmla="*/ 2086951 h 2398711"/>
              <a:gd name="connsiteX52176" fmla="*/ 742864 w 2119654"/>
              <a:gd name="connsiteY52176" fmla="*/ 2086878 h 2398711"/>
              <a:gd name="connsiteX52177" fmla="*/ 744080 w 2119654"/>
              <a:gd name="connsiteY52177" fmla="*/ 2086177 h 2398711"/>
              <a:gd name="connsiteX52178" fmla="*/ 726973 w 2119654"/>
              <a:gd name="connsiteY52178" fmla="*/ 2120178 h 2398711"/>
              <a:gd name="connsiteX52179" fmla="*/ 727021 w 2119654"/>
              <a:gd name="connsiteY52179" fmla="*/ 2120166 h 2398711"/>
              <a:gd name="connsiteX52180" fmla="*/ 727015 w 2119654"/>
              <a:gd name="connsiteY52180" fmla="*/ 2120154 h 2398711"/>
              <a:gd name="connsiteX52181" fmla="*/ 746538 w 2119654"/>
              <a:gd name="connsiteY52181" fmla="*/ 2076345 h 2398711"/>
              <a:gd name="connsiteX52182" fmla="*/ 746787 w 2119654"/>
              <a:gd name="connsiteY52182" fmla="*/ 2076346 h 2398711"/>
              <a:gd name="connsiteX52183" fmla="*/ 746680 w 2119654"/>
              <a:gd name="connsiteY52183" fmla="*/ 2076318 h 2398711"/>
              <a:gd name="connsiteX52184" fmla="*/ 695688 w 2119654"/>
              <a:gd name="connsiteY52184" fmla="*/ 2190066 h 2398711"/>
              <a:gd name="connsiteX52185" fmla="*/ 696573 w 2119654"/>
              <a:gd name="connsiteY52185" fmla="*/ 2193156 h 2398711"/>
              <a:gd name="connsiteX52186" fmla="*/ 732235 w 2119654"/>
              <a:gd name="connsiteY52186" fmla="*/ 2192719 h 2398711"/>
              <a:gd name="connsiteX52187" fmla="*/ 738887 w 2119654"/>
              <a:gd name="connsiteY52187" fmla="*/ 2188577 h 2398711"/>
              <a:gd name="connsiteX52188" fmla="*/ 746176 w 2119654"/>
              <a:gd name="connsiteY52188" fmla="*/ 2183902 h 2398711"/>
              <a:gd name="connsiteX52189" fmla="*/ 703015 w 2119654"/>
              <a:gd name="connsiteY52189" fmla="*/ 2188157 h 2398711"/>
              <a:gd name="connsiteX52190" fmla="*/ 702759 w 2119654"/>
              <a:gd name="connsiteY52190" fmla="*/ 2187959 h 2398711"/>
              <a:gd name="connsiteX52191" fmla="*/ 726824 w 2119654"/>
              <a:gd name="connsiteY52191" fmla="*/ 2185586 h 2398711"/>
              <a:gd name="connsiteX52192" fmla="*/ 747187 w 2119654"/>
              <a:gd name="connsiteY52192" fmla="*/ 2183253 h 2398711"/>
              <a:gd name="connsiteX52193" fmla="*/ 752354 w 2119654"/>
              <a:gd name="connsiteY52193" fmla="*/ 2179939 h 2398711"/>
              <a:gd name="connsiteX52194" fmla="*/ 750124 w 2119654"/>
              <a:gd name="connsiteY52194" fmla="*/ 2177313 h 2398711"/>
              <a:gd name="connsiteX52195" fmla="*/ 749825 w 2119654"/>
              <a:gd name="connsiteY52195" fmla="*/ 2177285 h 2398711"/>
              <a:gd name="connsiteX52196" fmla="*/ 749999 w 2119654"/>
              <a:gd name="connsiteY52196" fmla="*/ 2178603 h 2398711"/>
              <a:gd name="connsiteX52197" fmla="*/ 749796 w 2119654"/>
              <a:gd name="connsiteY52197" fmla="*/ 2178440 h 2398711"/>
              <a:gd name="connsiteX52198" fmla="*/ 749641 w 2119654"/>
              <a:gd name="connsiteY52198" fmla="*/ 2177268 h 2398711"/>
              <a:gd name="connsiteX52199" fmla="*/ 733742 w 2119654"/>
              <a:gd name="connsiteY52199" fmla="*/ 2175802 h 2398711"/>
              <a:gd name="connsiteX52200" fmla="*/ 721607 w 2119654"/>
              <a:gd name="connsiteY52200" fmla="*/ 2178529 h 2398711"/>
              <a:gd name="connsiteX52201" fmla="*/ 712785 w 2119654"/>
              <a:gd name="connsiteY52201" fmla="*/ 2180387 h 2398711"/>
              <a:gd name="connsiteX52202" fmla="*/ 739521 w 2119654"/>
              <a:gd name="connsiteY52202" fmla="*/ 2091264 h 2398711"/>
              <a:gd name="connsiteX52203" fmla="*/ 739593 w 2119654"/>
              <a:gd name="connsiteY52203" fmla="*/ 2092197 h 2398711"/>
              <a:gd name="connsiteX52204" fmla="*/ 744221 w 2119654"/>
              <a:gd name="connsiteY52204" fmla="*/ 2092470 h 2398711"/>
              <a:gd name="connsiteX52205" fmla="*/ 742921 w 2119654"/>
              <a:gd name="connsiteY52205" fmla="*/ 2090649 h 2398711"/>
              <a:gd name="connsiteX52206" fmla="*/ 1425228 w 2119654"/>
              <a:gd name="connsiteY52206" fmla="*/ 555823 h 2398711"/>
              <a:gd name="connsiteX52207" fmla="*/ 1425240 w 2119654"/>
              <a:gd name="connsiteY52207" fmla="*/ 556393 h 2398711"/>
              <a:gd name="connsiteX52208" fmla="*/ 1425474 w 2119654"/>
              <a:gd name="connsiteY52208" fmla="*/ 556676 h 2398711"/>
              <a:gd name="connsiteX52209" fmla="*/ 1398858 w 2119654"/>
              <a:gd name="connsiteY52209" fmla="*/ 614630 h 2398711"/>
              <a:gd name="connsiteX52210" fmla="*/ 1398240 w 2119654"/>
              <a:gd name="connsiteY52210" fmla="*/ 616554 h 2398711"/>
              <a:gd name="connsiteX52211" fmla="*/ 1401047 w 2119654"/>
              <a:gd name="connsiteY52211" fmla="*/ 621981 h 2398711"/>
              <a:gd name="connsiteX52212" fmla="*/ 1402491 w 2119654"/>
              <a:gd name="connsiteY52212" fmla="*/ 620967 h 2398711"/>
              <a:gd name="connsiteX52213" fmla="*/ 748012 w 2119654"/>
              <a:gd name="connsiteY52213" fmla="*/ 2071998 h 2398711"/>
              <a:gd name="connsiteX52214" fmla="*/ 748039 w 2119654"/>
              <a:gd name="connsiteY52214" fmla="*/ 2073148 h 2398711"/>
              <a:gd name="connsiteX52215" fmla="*/ 749406 w 2119654"/>
              <a:gd name="connsiteY52215" fmla="*/ 2073365 h 2398711"/>
              <a:gd name="connsiteX52216" fmla="*/ 748399 w 2119654"/>
              <a:gd name="connsiteY52216" fmla="*/ 2071938 h 2398711"/>
              <a:gd name="connsiteX52217" fmla="*/ 737164 w 2119654"/>
              <a:gd name="connsiteY52217" fmla="*/ 2096276 h 2398711"/>
              <a:gd name="connsiteX52218" fmla="*/ 739661 w 2119654"/>
              <a:gd name="connsiteY52218" fmla="*/ 2097274 h 2398711"/>
              <a:gd name="connsiteX52219" fmla="*/ 739400 w 2119654"/>
              <a:gd name="connsiteY52219" fmla="*/ 2096557 h 2398711"/>
              <a:gd name="connsiteX52220" fmla="*/ 738554 w 2119654"/>
              <a:gd name="connsiteY52220" fmla="*/ 2096193 h 2398711"/>
              <a:gd name="connsiteX52221" fmla="*/ 738481 w 2119654"/>
              <a:gd name="connsiteY52221" fmla="*/ 2093289 h 2398711"/>
              <a:gd name="connsiteX52222" fmla="*/ 738639 w 2119654"/>
              <a:gd name="connsiteY52222" fmla="*/ 2093722 h 2398711"/>
              <a:gd name="connsiteX52223" fmla="*/ 739337 w 2119654"/>
              <a:gd name="connsiteY52223" fmla="*/ 2093762 h 2398711"/>
              <a:gd name="connsiteX52224" fmla="*/ 739287 w 2119654"/>
              <a:gd name="connsiteY52224" fmla="*/ 2093337 h 2398711"/>
              <a:gd name="connsiteX52225" fmla="*/ 717243 w 2119654"/>
              <a:gd name="connsiteY52225" fmla="*/ 2140708 h 2398711"/>
              <a:gd name="connsiteX52226" fmla="*/ 719456 w 2119654"/>
              <a:gd name="connsiteY52226" fmla="*/ 2141008 h 2398711"/>
              <a:gd name="connsiteX52227" fmla="*/ 718681 w 2119654"/>
              <a:gd name="connsiteY52227" fmla="*/ 2140068 h 2398711"/>
              <a:gd name="connsiteX52228" fmla="*/ 1452406 w 2119654"/>
              <a:gd name="connsiteY52228" fmla="*/ 494374 h 2398711"/>
              <a:gd name="connsiteX52229" fmla="*/ 1458659 w 2119654"/>
              <a:gd name="connsiteY52229" fmla="*/ 520959 h 2398711"/>
              <a:gd name="connsiteX52230" fmla="*/ 1461610 w 2119654"/>
              <a:gd name="connsiteY52230" fmla="*/ 517616 h 2398711"/>
              <a:gd name="connsiteX52231" fmla="*/ 1460005 w 2119654"/>
              <a:gd name="connsiteY52231" fmla="*/ 487018 h 2398711"/>
              <a:gd name="connsiteX52232" fmla="*/ 1419599 w 2119654"/>
              <a:gd name="connsiteY52232" fmla="*/ 567166 h 2398711"/>
              <a:gd name="connsiteX52233" fmla="*/ 1419705 w 2119654"/>
              <a:gd name="connsiteY52233" fmla="*/ 567694 h 2398711"/>
              <a:gd name="connsiteX52234" fmla="*/ 1420770 w 2119654"/>
              <a:gd name="connsiteY52234" fmla="*/ 568834 h 2398711"/>
              <a:gd name="connsiteX52235" fmla="*/ 1420767 w 2119654"/>
              <a:gd name="connsiteY52235" fmla="*/ 565807 h 2398711"/>
              <a:gd name="connsiteX52236" fmla="*/ 1403885 w 2119654"/>
              <a:gd name="connsiteY52236" fmla="*/ 602332 h 2398711"/>
              <a:gd name="connsiteX52237" fmla="*/ 1404692 w 2119654"/>
              <a:gd name="connsiteY52237" fmla="*/ 605603 h 2398711"/>
              <a:gd name="connsiteX52238" fmla="*/ 1404386 w 2119654"/>
              <a:gd name="connsiteY52238" fmla="*/ 603228 h 2398711"/>
              <a:gd name="connsiteX52239" fmla="*/ 719065 w 2119654"/>
              <a:gd name="connsiteY52239" fmla="*/ 2134849 h 2398711"/>
              <a:gd name="connsiteX52240" fmla="*/ 719172 w 2119654"/>
              <a:gd name="connsiteY52240" fmla="*/ 2134866 h 2398711"/>
              <a:gd name="connsiteX52241" fmla="*/ 729831 w 2119654"/>
              <a:gd name="connsiteY52241" fmla="*/ 2134581 h 2398711"/>
              <a:gd name="connsiteX52242" fmla="*/ 732425 w 2119654"/>
              <a:gd name="connsiteY52242" fmla="*/ 2133427 h 2398711"/>
              <a:gd name="connsiteX52243" fmla="*/ 731737 w 2119654"/>
              <a:gd name="connsiteY52243" fmla="*/ 2131740 h 2398711"/>
              <a:gd name="connsiteX52244" fmla="*/ 731596 w 2119654"/>
              <a:gd name="connsiteY52244" fmla="*/ 2131687 h 2398711"/>
              <a:gd name="connsiteX52245" fmla="*/ 730953 w 2119654"/>
              <a:gd name="connsiteY52245" fmla="*/ 2130357 h 2398711"/>
              <a:gd name="connsiteX52246" fmla="*/ 724780 w 2119654"/>
              <a:gd name="connsiteY52246" fmla="*/ 2131744 h 2398711"/>
              <a:gd name="connsiteX52247" fmla="*/ 1409106 w 2119654"/>
              <a:gd name="connsiteY52247" fmla="*/ 589647 h 2398711"/>
              <a:gd name="connsiteX52248" fmla="*/ 1409077 w 2119654"/>
              <a:gd name="connsiteY52248" fmla="*/ 591088 h 2398711"/>
              <a:gd name="connsiteX52249" fmla="*/ 1408914 w 2119654"/>
              <a:gd name="connsiteY52249" fmla="*/ 595863 h 2398711"/>
              <a:gd name="connsiteX52250" fmla="*/ 1412473 w 2119654"/>
              <a:gd name="connsiteY52250" fmla="*/ 605375 h 2398711"/>
              <a:gd name="connsiteX52251" fmla="*/ 1411251 w 2119654"/>
              <a:gd name="connsiteY52251" fmla="*/ 596371 h 2398711"/>
              <a:gd name="connsiteX52252" fmla="*/ 1411385 w 2119654"/>
              <a:gd name="connsiteY52252" fmla="*/ 596501 h 2398711"/>
              <a:gd name="connsiteX52253" fmla="*/ 1412655 w 2119654"/>
              <a:gd name="connsiteY52253" fmla="*/ 605863 h 2398711"/>
              <a:gd name="connsiteX52254" fmla="*/ 1415079 w 2119654"/>
              <a:gd name="connsiteY52254" fmla="*/ 612340 h 2398711"/>
              <a:gd name="connsiteX52255" fmla="*/ 1416569 w 2119654"/>
              <a:gd name="connsiteY52255" fmla="*/ 611325 h 2398711"/>
              <a:gd name="connsiteX52256" fmla="*/ 737561 w 2119654"/>
              <a:gd name="connsiteY52256" fmla="*/ 2093234 h 2398711"/>
              <a:gd name="connsiteX52257" fmla="*/ 738356 w 2119654"/>
              <a:gd name="connsiteY52257" fmla="*/ 2093694 h 2398711"/>
              <a:gd name="connsiteX52258" fmla="*/ 738202 w 2119654"/>
              <a:gd name="connsiteY52258" fmla="*/ 2093273 h 2398711"/>
              <a:gd name="connsiteX52259" fmla="*/ 746965 w 2119654"/>
              <a:gd name="connsiteY52259" fmla="*/ 2072159 h 2398711"/>
              <a:gd name="connsiteX52260" fmla="*/ 747263 w 2119654"/>
              <a:gd name="connsiteY52260" fmla="*/ 2073024 h 2398711"/>
              <a:gd name="connsiteX52261" fmla="*/ 747768 w 2119654"/>
              <a:gd name="connsiteY52261" fmla="*/ 2073104 h 2398711"/>
              <a:gd name="connsiteX52262" fmla="*/ 747727 w 2119654"/>
              <a:gd name="connsiteY52262" fmla="*/ 2072042 h 2398711"/>
              <a:gd name="connsiteX52263" fmla="*/ 732326 w 2119654"/>
              <a:gd name="connsiteY52263" fmla="*/ 2104664 h 2398711"/>
              <a:gd name="connsiteX52264" fmla="*/ 732982 w 2119654"/>
              <a:gd name="connsiteY52264" fmla="*/ 2105998 h 2398711"/>
              <a:gd name="connsiteX52265" fmla="*/ 733268 w 2119654"/>
              <a:gd name="connsiteY52265" fmla="*/ 2105853 h 2398711"/>
              <a:gd name="connsiteX52266" fmla="*/ 732865 w 2119654"/>
              <a:gd name="connsiteY52266" fmla="*/ 2105171 h 2398711"/>
              <a:gd name="connsiteX52267" fmla="*/ 732462 w 2119654"/>
              <a:gd name="connsiteY52267" fmla="*/ 2104716 h 2398711"/>
              <a:gd name="connsiteX52268" fmla="*/ 1402202 w 2119654"/>
              <a:gd name="connsiteY52268" fmla="*/ 604200 h 2398711"/>
              <a:gd name="connsiteX52269" fmla="*/ 1401934 w 2119654"/>
              <a:gd name="connsiteY52269" fmla="*/ 605038 h 2398711"/>
              <a:gd name="connsiteX52270" fmla="*/ 1402962 w 2119654"/>
              <a:gd name="connsiteY52270" fmla="*/ 606507 h 2398711"/>
              <a:gd name="connsiteX52271" fmla="*/ 1417655 w 2119654"/>
              <a:gd name="connsiteY52271" fmla="*/ 569428 h 2398711"/>
              <a:gd name="connsiteX52272" fmla="*/ 1417777 w 2119654"/>
              <a:gd name="connsiteY52272" fmla="*/ 569686 h 2398711"/>
              <a:gd name="connsiteX52273" fmla="*/ 1417765 w 2119654"/>
              <a:gd name="connsiteY52273" fmla="*/ 569300 h 2398711"/>
              <a:gd name="connsiteX52274" fmla="*/ 737853 w 2119654"/>
              <a:gd name="connsiteY52274" fmla="*/ 2091565 h 2398711"/>
              <a:gd name="connsiteX52275" fmla="*/ 738050 w 2119654"/>
              <a:gd name="connsiteY52275" fmla="*/ 2092105 h 2398711"/>
              <a:gd name="connsiteX52276" fmla="*/ 739149 w 2119654"/>
              <a:gd name="connsiteY52276" fmla="*/ 2092170 h 2398711"/>
              <a:gd name="connsiteX52277" fmla="*/ 739053 w 2119654"/>
              <a:gd name="connsiteY52277" fmla="*/ 2091349 h 2398711"/>
              <a:gd name="connsiteX52278" fmla="*/ 734114 w 2119654"/>
              <a:gd name="connsiteY52278" fmla="*/ 2099327 h 2398711"/>
              <a:gd name="connsiteX52279" fmla="*/ 735398 w 2119654"/>
              <a:gd name="connsiteY52279" fmla="*/ 2101104 h 2398711"/>
              <a:gd name="connsiteX52280" fmla="*/ 739931 w 2119654"/>
              <a:gd name="connsiteY52280" fmla="*/ 2098803 h 2398711"/>
              <a:gd name="connsiteX52281" fmla="*/ 739930 w 2119654"/>
              <a:gd name="connsiteY52281" fmla="*/ 2098790 h 2398711"/>
              <a:gd name="connsiteX52282" fmla="*/ 738266 w 2119654"/>
              <a:gd name="connsiteY52282" fmla="*/ 2098124 h 2398711"/>
              <a:gd name="connsiteX52283" fmla="*/ 1403186 w 2119654"/>
              <a:gd name="connsiteY52283" fmla="*/ 601133 h 2398711"/>
              <a:gd name="connsiteX52284" fmla="*/ 1403119 w 2119654"/>
              <a:gd name="connsiteY52284" fmla="*/ 601342 h 2398711"/>
              <a:gd name="connsiteX52285" fmla="*/ 1403824 w 2119654"/>
              <a:gd name="connsiteY52285" fmla="*/ 603486 h 2398711"/>
              <a:gd name="connsiteX52286" fmla="*/ 1403281 w 2119654"/>
              <a:gd name="connsiteY52286" fmla="*/ 601283 h 2398711"/>
              <a:gd name="connsiteX52287" fmla="*/ 1416933 w 2119654"/>
              <a:gd name="connsiteY52287" fmla="*/ 570268 h 2398711"/>
              <a:gd name="connsiteX52288" fmla="*/ 1417864 w 2119654"/>
              <a:gd name="connsiteY52288" fmla="*/ 572481 h 2398711"/>
              <a:gd name="connsiteX52289" fmla="*/ 1417812 w 2119654"/>
              <a:gd name="connsiteY52289" fmla="*/ 570811 h 2398711"/>
              <a:gd name="connsiteX52290" fmla="*/ 1417342 w 2119654"/>
              <a:gd name="connsiteY52290" fmla="*/ 569792 h 2398711"/>
              <a:gd name="connsiteX52291" fmla="*/ 1407095 w 2119654"/>
              <a:gd name="connsiteY52291" fmla="*/ 592059 h 2398711"/>
              <a:gd name="connsiteX52292" fmla="*/ 1407661 w 2119654"/>
              <a:gd name="connsiteY52292" fmla="*/ 595051 h 2398711"/>
              <a:gd name="connsiteX52293" fmla="*/ 1408245 w 2119654"/>
              <a:gd name="connsiteY52293" fmla="*/ 598987 h 2398711"/>
              <a:gd name="connsiteX52294" fmla="*/ 1408365 w 2119654"/>
              <a:gd name="connsiteY52294" fmla="*/ 595455 h 2398711"/>
              <a:gd name="connsiteX52295" fmla="*/ 739193 w 2119654"/>
              <a:gd name="connsiteY52295" fmla="*/ 2086999 h 2398711"/>
              <a:gd name="connsiteX52296" fmla="*/ 739237 w 2119654"/>
              <a:gd name="connsiteY52296" fmla="*/ 2087575 h 2398711"/>
              <a:gd name="connsiteX52297" fmla="*/ 740546 w 2119654"/>
              <a:gd name="connsiteY52297" fmla="*/ 2087323 h 2398711"/>
              <a:gd name="connsiteX52298" fmla="*/ 740141 w 2119654"/>
              <a:gd name="connsiteY52298" fmla="*/ 2086756 h 2398711"/>
              <a:gd name="connsiteX52299" fmla="*/ 1402899 w 2119654"/>
              <a:gd name="connsiteY52299" fmla="*/ 600674 h 2398711"/>
              <a:gd name="connsiteX52300" fmla="*/ 1402965 w 2119654"/>
              <a:gd name="connsiteY52300" fmla="*/ 600874 h 2398711"/>
              <a:gd name="connsiteX52301" fmla="*/ 1402985 w 2119654"/>
              <a:gd name="connsiteY52301" fmla="*/ 600811 h 2398711"/>
              <a:gd name="connsiteX52302" fmla="*/ 1397624 w 2119654"/>
              <a:gd name="connsiteY52302" fmla="*/ 612474 h 2398711"/>
              <a:gd name="connsiteX52303" fmla="*/ 1397617 w 2119654"/>
              <a:gd name="connsiteY52303" fmla="*/ 613731 h 2398711"/>
              <a:gd name="connsiteX52304" fmla="*/ 1397991 w 2119654"/>
              <a:gd name="connsiteY52304" fmla="*/ 615964 h 2398711"/>
              <a:gd name="connsiteX52305" fmla="*/ 1398627 w 2119654"/>
              <a:gd name="connsiteY52305" fmla="*/ 614223 h 2398711"/>
              <a:gd name="connsiteX52306" fmla="*/ 740752 w 2119654"/>
              <a:gd name="connsiteY52306" fmla="*/ 2082954 h 2398711"/>
              <a:gd name="connsiteX52307" fmla="*/ 743501 w 2119654"/>
              <a:gd name="connsiteY52307" fmla="*/ 2083903 h 2398711"/>
              <a:gd name="connsiteX52308" fmla="*/ 748083 w 2119654"/>
              <a:gd name="connsiteY52308" fmla="*/ 2083104 h 2398711"/>
              <a:gd name="connsiteX52309" fmla="*/ 1405393 w 2119654"/>
              <a:gd name="connsiteY52309" fmla="*/ 594247 h 2398711"/>
              <a:gd name="connsiteX52310" fmla="*/ 1404131 w 2119654"/>
              <a:gd name="connsiteY52310" fmla="*/ 598187 h 2398711"/>
              <a:gd name="connsiteX52311" fmla="*/ 1407686 w 2119654"/>
              <a:gd name="connsiteY52311" fmla="*/ 603854 h 2398711"/>
              <a:gd name="connsiteX52312" fmla="*/ 1407673 w 2119654"/>
              <a:gd name="connsiteY52312" fmla="*/ 603771 h 2398711"/>
              <a:gd name="connsiteX52313" fmla="*/ 1406875 w 2119654"/>
              <a:gd name="connsiteY52313" fmla="*/ 600305 h 2398711"/>
              <a:gd name="connsiteX52314" fmla="*/ 1405590 w 2119654"/>
              <a:gd name="connsiteY52314" fmla="*/ 593633 h 2398711"/>
              <a:gd name="connsiteX52315" fmla="*/ 1405555 w 2119654"/>
              <a:gd name="connsiteY52315" fmla="*/ 593743 h 2398711"/>
              <a:gd name="connsiteX52316" fmla="*/ 1407158 w 2119654"/>
              <a:gd name="connsiteY52316" fmla="*/ 600298 h 2398711"/>
              <a:gd name="connsiteX52317" fmla="*/ 1406654 w 2119654"/>
              <a:gd name="connsiteY52317" fmla="*/ 596894 h 2398711"/>
              <a:gd name="connsiteX52318" fmla="*/ 739098 w 2119654"/>
              <a:gd name="connsiteY52318" fmla="*/ 2085761 h 2398711"/>
              <a:gd name="connsiteX52319" fmla="*/ 739112 w 2119654"/>
              <a:gd name="connsiteY52319" fmla="*/ 2085952 h 2398711"/>
              <a:gd name="connsiteX52320" fmla="*/ 739531 w 2119654"/>
              <a:gd name="connsiteY52320" fmla="*/ 2085901 h 2398711"/>
              <a:gd name="connsiteX52321" fmla="*/ 739408 w 2119654"/>
              <a:gd name="connsiteY52321" fmla="*/ 2085730 h 2398711"/>
              <a:gd name="connsiteX52322" fmla="*/ 1405986 w 2119654"/>
              <a:gd name="connsiteY52322" fmla="*/ 592399 h 2398711"/>
              <a:gd name="connsiteX52323" fmla="*/ 1405884 w 2119654"/>
              <a:gd name="connsiteY52323" fmla="*/ 592719 h 2398711"/>
              <a:gd name="connsiteX52324" fmla="*/ 1406159 w 2119654"/>
              <a:gd name="connsiteY52324" fmla="*/ 593564 h 2398711"/>
              <a:gd name="connsiteX52325" fmla="*/ 725649 w 2119654"/>
              <a:gd name="connsiteY52325" fmla="*/ 2115787 h 2398711"/>
              <a:gd name="connsiteX52326" fmla="*/ 727157 w 2119654"/>
              <a:gd name="connsiteY52326" fmla="*/ 2119637 h 2398711"/>
              <a:gd name="connsiteX52327" fmla="*/ 734926 w 2119654"/>
              <a:gd name="connsiteY52327" fmla="*/ 2115144 h 2398711"/>
              <a:gd name="connsiteX52328" fmla="*/ 734808 w 2119654"/>
              <a:gd name="connsiteY52328" fmla="*/ 2114962 h 2398711"/>
              <a:gd name="connsiteX52329" fmla="*/ 732628 w 2119654"/>
              <a:gd name="connsiteY52329" fmla="*/ 2099757 h 2398711"/>
              <a:gd name="connsiteX52330" fmla="*/ 733728 w 2119654"/>
              <a:gd name="connsiteY52330" fmla="*/ 2101351 h 2398711"/>
              <a:gd name="connsiteX52331" fmla="*/ 733944 w 2119654"/>
              <a:gd name="connsiteY52331" fmla="*/ 2101547 h 2398711"/>
              <a:gd name="connsiteX52332" fmla="*/ 733983 w 2119654"/>
              <a:gd name="connsiteY52332" fmla="*/ 2101549 h 2398711"/>
              <a:gd name="connsiteX52333" fmla="*/ 734453 w 2119654"/>
              <a:gd name="connsiteY52333" fmla="*/ 2101479 h 2398711"/>
              <a:gd name="connsiteX52334" fmla="*/ 733103 w 2119654"/>
              <a:gd name="connsiteY52334" fmla="*/ 2099620 h 2398711"/>
              <a:gd name="connsiteX52335" fmla="*/ 716270 w 2119654"/>
              <a:gd name="connsiteY52335" fmla="*/ 2136367 h 2398711"/>
              <a:gd name="connsiteX52336" fmla="*/ 718835 w 2119654"/>
              <a:gd name="connsiteY52336" fmla="*/ 2139473 h 2398711"/>
              <a:gd name="connsiteX52337" fmla="*/ 725456 w 2119654"/>
              <a:gd name="connsiteY52337" fmla="*/ 2136527 h 2398711"/>
              <a:gd name="connsiteX52338" fmla="*/ 724816 w 2119654"/>
              <a:gd name="connsiteY52338" fmla="*/ 2136421 h 2398711"/>
              <a:gd name="connsiteX52339" fmla="*/ 722459 w 2119654"/>
              <a:gd name="connsiteY52339" fmla="*/ 2135931 h 2398711"/>
              <a:gd name="connsiteX52340" fmla="*/ 717201 w 2119654"/>
              <a:gd name="connsiteY52340" fmla="*/ 2135861 h 2398711"/>
              <a:gd name="connsiteX52341" fmla="*/ 740085 w 2119654"/>
              <a:gd name="connsiteY52341" fmla="*/ 2083013 h 2398711"/>
              <a:gd name="connsiteX52342" fmla="*/ 740902 w 2119654"/>
              <a:gd name="connsiteY52342" fmla="*/ 2084356 h 2398711"/>
              <a:gd name="connsiteX52343" fmla="*/ 742864 w 2119654"/>
              <a:gd name="connsiteY52343" fmla="*/ 2084014 h 2398711"/>
              <a:gd name="connsiteX52344" fmla="*/ 1405339 w 2119654"/>
              <a:gd name="connsiteY52344" fmla="*/ 592862 h 2398711"/>
              <a:gd name="connsiteX52345" fmla="*/ 1405424 w 2119654"/>
              <a:gd name="connsiteY52345" fmla="*/ 593204 h 2398711"/>
              <a:gd name="connsiteX52346" fmla="*/ 1405437 w 2119654"/>
              <a:gd name="connsiteY52346" fmla="*/ 593162 h 2398711"/>
              <a:gd name="connsiteX52347" fmla="*/ 744353 w 2119654"/>
              <a:gd name="connsiteY52347" fmla="*/ 2072560 h 2398711"/>
              <a:gd name="connsiteX52348" fmla="*/ 745805 w 2119654"/>
              <a:gd name="connsiteY52348" fmla="*/ 2072791 h 2398711"/>
              <a:gd name="connsiteX52349" fmla="*/ 745656 w 2119654"/>
              <a:gd name="connsiteY52349" fmla="*/ 2072360 h 2398711"/>
              <a:gd name="connsiteX52350" fmla="*/ 735652 w 2119654"/>
              <a:gd name="connsiteY52350" fmla="*/ 2091963 h 2398711"/>
              <a:gd name="connsiteX52351" fmla="*/ 737771 w 2119654"/>
              <a:gd name="connsiteY52351" fmla="*/ 2092088 h 2398711"/>
              <a:gd name="connsiteX52352" fmla="*/ 737597 w 2119654"/>
              <a:gd name="connsiteY52352" fmla="*/ 2091611 h 2398711"/>
              <a:gd name="connsiteX52353" fmla="*/ 1407947 w 2119654"/>
              <a:gd name="connsiteY52353" fmla="*/ 586281 h 2398711"/>
              <a:gd name="connsiteX52354" fmla="*/ 1406739 w 2119654"/>
              <a:gd name="connsiteY52354" fmla="*/ 590050 h 2398711"/>
              <a:gd name="connsiteX52355" fmla="*/ 1408398 w 2119654"/>
              <a:gd name="connsiteY52355" fmla="*/ 594485 h 2398711"/>
              <a:gd name="connsiteX52356" fmla="*/ 1408612 w 2119654"/>
              <a:gd name="connsiteY52356" fmla="*/ 588212 h 2398711"/>
              <a:gd name="connsiteX52357" fmla="*/ 690089 w 2119654"/>
              <a:gd name="connsiteY52357" fmla="*/ 2193236 h 2398711"/>
              <a:gd name="connsiteX52358" fmla="*/ 696044 w 2119654"/>
              <a:gd name="connsiteY52358" fmla="*/ 2193163 h 2398711"/>
              <a:gd name="connsiteX52359" fmla="*/ 695489 w 2119654"/>
              <a:gd name="connsiteY52359" fmla="*/ 2191319 h 2398711"/>
              <a:gd name="connsiteX52360" fmla="*/ 695208 w 2119654"/>
              <a:gd name="connsiteY52360" fmla="*/ 2190338 h 2398711"/>
              <a:gd name="connsiteX52361" fmla="*/ 1416368 w 2119654"/>
              <a:gd name="connsiteY52361" fmla="*/ 566711 h 2398711"/>
              <a:gd name="connsiteX52362" fmla="*/ 1417394 w 2119654"/>
              <a:gd name="connsiteY52362" fmla="*/ 568878 h 2398711"/>
              <a:gd name="connsiteX52363" fmla="*/ 1417739 w 2119654"/>
              <a:gd name="connsiteY52363" fmla="*/ 568476 h 2398711"/>
              <a:gd name="connsiteX52364" fmla="*/ 1417729 w 2119654"/>
              <a:gd name="connsiteY52364" fmla="*/ 568164 h 2398711"/>
              <a:gd name="connsiteX52365" fmla="*/ 1408765 w 2119654"/>
              <a:gd name="connsiteY52365" fmla="*/ 583731 h 2398711"/>
              <a:gd name="connsiteX52366" fmla="*/ 1408089 w 2119654"/>
              <a:gd name="connsiteY52366" fmla="*/ 585840 h 2398711"/>
              <a:gd name="connsiteX52367" fmla="*/ 1408639 w 2119654"/>
              <a:gd name="connsiteY52367" fmla="*/ 587437 h 2398711"/>
              <a:gd name="connsiteX52368" fmla="*/ 1436269 w 2119654"/>
              <a:gd name="connsiteY52368" fmla="*/ 521879 h 2398711"/>
              <a:gd name="connsiteX52369" fmla="*/ 1436871 w 2119654"/>
              <a:gd name="connsiteY52369" fmla="*/ 541693 h 2398711"/>
              <a:gd name="connsiteX52370" fmla="*/ 1438230 w 2119654"/>
              <a:gd name="connsiteY52370" fmla="*/ 544634 h 2398711"/>
              <a:gd name="connsiteX52371" fmla="*/ 1441311 w 2119654"/>
              <a:gd name="connsiteY52371" fmla="*/ 541050 h 2398711"/>
              <a:gd name="connsiteX52372" fmla="*/ 1441207 w 2119654"/>
              <a:gd name="connsiteY52372" fmla="*/ 531222 h 2398711"/>
              <a:gd name="connsiteX52373" fmla="*/ 1440225 w 2119654"/>
              <a:gd name="connsiteY52373" fmla="*/ 529316 h 2398711"/>
              <a:gd name="connsiteX52374" fmla="*/ 724335 w 2119654"/>
              <a:gd name="connsiteY52374" fmla="*/ 2115905 h 2398711"/>
              <a:gd name="connsiteX52375" fmla="*/ 726360 w 2119654"/>
              <a:gd name="connsiteY52375" fmla="*/ 2120098 h 2398711"/>
              <a:gd name="connsiteX52376" fmla="*/ 726872 w 2119654"/>
              <a:gd name="connsiteY52376" fmla="*/ 2119802 h 2398711"/>
              <a:gd name="connsiteX52377" fmla="*/ 725251 w 2119654"/>
              <a:gd name="connsiteY52377" fmla="*/ 2115822 h 2398711"/>
              <a:gd name="connsiteX52378" fmla="*/ 1419237 w 2119654"/>
              <a:gd name="connsiteY52378" fmla="*/ 559775 h 2398711"/>
              <a:gd name="connsiteX52379" fmla="*/ 1419444 w 2119654"/>
              <a:gd name="connsiteY52379" fmla="*/ 566391 h 2398711"/>
              <a:gd name="connsiteX52380" fmla="*/ 1419461 w 2119654"/>
              <a:gd name="connsiteY52380" fmla="*/ 566473 h 2398711"/>
              <a:gd name="connsiteX52381" fmla="*/ 1420767 w 2119654"/>
              <a:gd name="connsiteY52381" fmla="*/ 564954 h 2398711"/>
              <a:gd name="connsiteX52382" fmla="*/ 1420766 w 2119654"/>
              <a:gd name="connsiteY52382" fmla="*/ 564190 h 2398711"/>
              <a:gd name="connsiteX52383" fmla="*/ 726015 w 2119654"/>
              <a:gd name="connsiteY52383" fmla="*/ 2111920 h 2398711"/>
              <a:gd name="connsiteX52384" fmla="*/ 733179 w 2119654"/>
              <a:gd name="connsiteY52384" fmla="*/ 2113897 h 2398711"/>
              <a:gd name="connsiteX52385" fmla="*/ 734063 w 2119654"/>
              <a:gd name="connsiteY52385" fmla="*/ 2113817 h 2398711"/>
              <a:gd name="connsiteX52386" fmla="*/ 734020 w 2119654"/>
              <a:gd name="connsiteY52386" fmla="*/ 2113753 h 2398711"/>
              <a:gd name="connsiteX52387" fmla="*/ 727943 w 2119654"/>
              <a:gd name="connsiteY52387" fmla="*/ 2111688 h 2398711"/>
              <a:gd name="connsiteX52388" fmla="*/ 1425016 w 2119654"/>
              <a:gd name="connsiteY52388" fmla="*/ 546306 h 2398711"/>
              <a:gd name="connsiteX52389" fmla="*/ 1425185 w 2119654"/>
              <a:gd name="connsiteY52389" fmla="*/ 553885 h 2398711"/>
              <a:gd name="connsiteX52390" fmla="*/ 1426268 w 2119654"/>
              <a:gd name="connsiteY52390" fmla="*/ 557636 h 2398711"/>
              <a:gd name="connsiteX52391" fmla="*/ 1426654 w 2119654"/>
              <a:gd name="connsiteY52391" fmla="*/ 558104 h 2398711"/>
              <a:gd name="connsiteX52392" fmla="*/ 1430024 w 2119654"/>
              <a:gd name="connsiteY52392" fmla="*/ 554183 h 2398711"/>
              <a:gd name="connsiteX52393" fmla="*/ 1429639 w 2119654"/>
              <a:gd name="connsiteY52393" fmla="*/ 553201 h 2398711"/>
              <a:gd name="connsiteX52394" fmla="*/ 1436243 w 2119654"/>
              <a:gd name="connsiteY52394" fmla="*/ 521026 h 2398711"/>
              <a:gd name="connsiteX52395" fmla="*/ 1436244 w 2119654"/>
              <a:gd name="connsiteY52395" fmla="*/ 521040 h 2398711"/>
              <a:gd name="connsiteX52396" fmla="*/ 1436339 w 2119654"/>
              <a:gd name="connsiteY52396" fmla="*/ 521221 h 2398711"/>
              <a:gd name="connsiteX52397" fmla="*/ 1410149 w 2119654"/>
              <a:gd name="connsiteY52397" fmla="*/ 579415 h 2398711"/>
              <a:gd name="connsiteX52398" fmla="*/ 1409258 w 2119654"/>
              <a:gd name="connsiteY52398" fmla="*/ 582192 h 2398711"/>
              <a:gd name="connsiteX52399" fmla="*/ 1409123 w 2119654"/>
              <a:gd name="connsiteY52399" fmla="*/ 588842 h 2398711"/>
              <a:gd name="connsiteX52400" fmla="*/ 1416806 w 2119654"/>
              <a:gd name="connsiteY52400" fmla="*/ 611163 h 2398711"/>
              <a:gd name="connsiteX52401" fmla="*/ 1419029 w 2119654"/>
              <a:gd name="connsiteY52401" fmla="*/ 609648 h 2398711"/>
              <a:gd name="connsiteX52402" fmla="*/ 1418997 w 2119654"/>
              <a:gd name="connsiteY52402" fmla="*/ 608632 h 2398711"/>
              <a:gd name="connsiteX52403" fmla="*/ 1411453 w 2119654"/>
              <a:gd name="connsiteY52403" fmla="*/ 583316 h 2398711"/>
              <a:gd name="connsiteX52404" fmla="*/ 732434 w 2119654"/>
              <a:gd name="connsiteY52404" fmla="*/ 2096801 h 2398711"/>
              <a:gd name="connsiteX52405" fmla="*/ 733734 w 2119654"/>
              <a:gd name="connsiteY52405" fmla="*/ 2098802 h 2398711"/>
              <a:gd name="connsiteX52406" fmla="*/ 734034 w 2119654"/>
              <a:gd name="connsiteY52406" fmla="*/ 2099216 h 2398711"/>
              <a:gd name="connsiteX52407" fmla="*/ 735397 w 2119654"/>
              <a:gd name="connsiteY52407" fmla="*/ 2098821 h 2398711"/>
              <a:gd name="connsiteX52408" fmla="*/ 738016 w 2119654"/>
              <a:gd name="connsiteY52408" fmla="*/ 2098024 h 2398711"/>
              <a:gd name="connsiteX52409" fmla="*/ 734100 w 2119654"/>
              <a:gd name="connsiteY52409" fmla="*/ 2096458 h 2398711"/>
              <a:gd name="connsiteX52410" fmla="*/ 733966 w 2119654"/>
              <a:gd name="connsiteY52410" fmla="*/ 2096466 h 2398711"/>
              <a:gd name="connsiteX52411" fmla="*/ 736446 w 2119654"/>
              <a:gd name="connsiteY52411" fmla="*/ 2087705 h 2398711"/>
              <a:gd name="connsiteX52412" fmla="*/ 736585 w 2119654"/>
              <a:gd name="connsiteY52412" fmla="*/ 2088084 h 2398711"/>
              <a:gd name="connsiteX52413" fmla="*/ 738623 w 2119654"/>
              <a:gd name="connsiteY52413" fmla="*/ 2087693 h 2398711"/>
              <a:gd name="connsiteX52414" fmla="*/ 738560 w 2119654"/>
              <a:gd name="connsiteY52414" fmla="*/ 2087162 h 2398711"/>
              <a:gd name="connsiteX52415" fmla="*/ 1419209 w 2119654"/>
              <a:gd name="connsiteY52415" fmla="*/ 558847 h 2398711"/>
              <a:gd name="connsiteX52416" fmla="*/ 1419217 w 2119654"/>
              <a:gd name="connsiteY52416" fmla="*/ 559118 h 2398711"/>
              <a:gd name="connsiteX52417" fmla="*/ 1420661 w 2119654"/>
              <a:gd name="connsiteY52417" fmla="*/ 563289 h 2398711"/>
              <a:gd name="connsiteX52418" fmla="*/ 1420369 w 2119654"/>
              <a:gd name="connsiteY52418" fmla="*/ 560888 h 2398711"/>
              <a:gd name="connsiteX52419" fmla="*/ 698049 w 2119654"/>
              <a:gd name="connsiteY52419" fmla="*/ 2173618 h 2398711"/>
              <a:gd name="connsiteX52420" fmla="*/ 701167 w 2119654"/>
              <a:gd name="connsiteY52420" fmla="*/ 2172797 h 2398711"/>
              <a:gd name="connsiteX52421" fmla="*/ 700039 w 2119654"/>
              <a:gd name="connsiteY52421" fmla="*/ 2172694 h 2398711"/>
              <a:gd name="connsiteX52422" fmla="*/ 1410558 w 2119654"/>
              <a:gd name="connsiteY52422" fmla="*/ 578140 h 2398711"/>
              <a:gd name="connsiteX52423" fmla="*/ 1410209 w 2119654"/>
              <a:gd name="connsiteY52423" fmla="*/ 579229 h 2398711"/>
              <a:gd name="connsiteX52424" fmla="*/ 1414885 w 2119654"/>
              <a:gd name="connsiteY52424" fmla="*/ 593224 h 2398711"/>
              <a:gd name="connsiteX52425" fmla="*/ 1418940 w 2119654"/>
              <a:gd name="connsiteY52425" fmla="*/ 606831 h 2398711"/>
              <a:gd name="connsiteX52426" fmla="*/ 1418400 w 2119654"/>
              <a:gd name="connsiteY52426" fmla="*/ 589603 h 2398711"/>
              <a:gd name="connsiteX52427" fmla="*/ 1410836 w 2119654"/>
              <a:gd name="connsiteY52427" fmla="*/ 577363 h 2398711"/>
              <a:gd name="connsiteX52428" fmla="*/ 1418361 w 2119654"/>
              <a:gd name="connsiteY52428" fmla="*/ 588358 h 2398711"/>
              <a:gd name="connsiteX52429" fmla="*/ 1417990 w 2119654"/>
              <a:gd name="connsiteY52429" fmla="*/ 576538 h 2398711"/>
              <a:gd name="connsiteX52430" fmla="*/ 1415781 w 2119654"/>
              <a:gd name="connsiteY52430" fmla="*/ 571609 h 2398711"/>
              <a:gd name="connsiteX52431" fmla="*/ 733548 w 2119654"/>
              <a:gd name="connsiteY52431" fmla="*/ 2092997 h 2398711"/>
              <a:gd name="connsiteX52432" fmla="*/ 734707 w 2119654"/>
              <a:gd name="connsiteY52432" fmla="*/ 2093496 h 2398711"/>
              <a:gd name="connsiteX52433" fmla="*/ 737197 w 2119654"/>
              <a:gd name="connsiteY52433" fmla="*/ 2093639 h 2398711"/>
              <a:gd name="connsiteX52434" fmla="*/ 736376 w 2119654"/>
              <a:gd name="connsiteY52434" fmla="*/ 2093164 h 2398711"/>
              <a:gd name="connsiteX52435" fmla="*/ 1409935 w 2119654"/>
              <a:gd name="connsiteY52435" fmla="*/ 578411 h 2398711"/>
              <a:gd name="connsiteX52436" fmla="*/ 1410053 w 2119654"/>
              <a:gd name="connsiteY52436" fmla="*/ 578765 h 2398711"/>
              <a:gd name="connsiteX52437" fmla="*/ 1410305 w 2119654"/>
              <a:gd name="connsiteY52437" fmla="*/ 577980 h 2398711"/>
              <a:gd name="connsiteX52438" fmla="*/ 736123 w 2119654"/>
              <a:gd name="connsiteY52438" fmla="*/ 2086816 h 2398711"/>
              <a:gd name="connsiteX52439" fmla="*/ 736137 w 2119654"/>
              <a:gd name="connsiteY52439" fmla="*/ 2086857 h 2398711"/>
              <a:gd name="connsiteX52440" fmla="*/ 736371 w 2119654"/>
              <a:gd name="connsiteY52440" fmla="*/ 2086796 h 2398711"/>
              <a:gd name="connsiteX52441" fmla="*/ 1409320 w 2119654"/>
              <a:gd name="connsiteY52441" fmla="*/ 579126 h 2398711"/>
              <a:gd name="connsiteX52442" fmla="*/ 1409278 w 2119654"/>
              <a:gd name="connsiteY52442" fmla="*/ 581183 h 2398711"/>
              <a:gd name="connsiteX52443" fmla="*/ 1409994 w 2119654"/>
              <a:gd name="connsiteY52443" fmla="*/ 578950 h 2398711"/>
              <a:gd name="connsiteX52444" fmla="*/ 1409848 w 2119654"/>
              <a:gd name="connsiteY52444" fmla="*/ 578512 h 2398711"/>
              <a:gd name="connsiteX52445" fmla="*/ 724996 w 2119654"/>
              <a:gd name="connsiteY52445" fmla="*/ 2111331 h 2398711"/>
              <a:gd name="connsiteX52446" fmla="*/ 726395 w 2119654"/>
              <a:gd name="connsiteY52446" fmla="*/ 2111162 h 2398711"/>
              <a:gd name="connsiteX52447" fmla="*/ 725802 w 2119654"/>
              <a:gd name="connsiteY52447" fmla="*/ 2110960 h 2398711"/>
              <a:gd name="connsiteX52448" fmla="*/ 727986 w 2119654"/>
              <a:gd name="connsiteY52448" fmla="*/ 2104564 h 2398711"/>
              <a:gd name="connsiteX52449" fmla="*/ 728154 w 2119654"/>
              <a:gd name="connsiteY52449" fmla="*/ 2104781 h 2398711"/>
              <a:gd name="connsiteX52450" fmla="*/ 728173 w 2119654"/>
              <a:gd name="connsiteY52450" fmla="*/ 2104771 h 2398711"/>
              <a:gd name="connsiteX52451" fmla="*/ 728038 w 2119654"/>
              <a:gd name="connsiteY52451" fmla="*/ 2104564 h 2398711"/>
              <a:gd name="connsiteX52452" fmla="*/ 687785 w 2119654"/>
              <a:gd name="connsiteY52452" fmla="*/ 2194540 h 2398711"/>
              <a:gd name="connsiteX52453" fmla="*/ 689470 w 2119654"/>
              <a:gd name="connsiteY52453" fmla="*/ 2207254 h 2398711"/>
              <a:gd name="connsiteX52454" fmla="*/ 691586 w 2119654"/>
              <a:gd name="connsiteY52454" fmla="*/ 2221699 h 2398711"/>
              <a:gd name="connsiteX52455" fmla="*/ 704165 w 2119654"/>
              <a:gd name="connsiteY52455" fmla="*/ 2220125 h 2398711"/>
              <a:gd name="connsiteX52456" fmla="*/ 696527 w 2119654"/>
              <a:gd name="connsiteY52456" fmla="*/ 2194764 h 2398711"/>
              <a:gd name="connsiteX52457" fmla="*/ 687815 w 2119654"/>
              <a:gd name="connsiteY52457" fmla="*/ 2194523 h 2398711"/>
              <a:gd name="connsiteX52458" fmla="*/ 1442818 w 2119654"/>
              <a:gd name="connsiteY52458" fmla="*/ 503657 h 2398711"/>
              <a:gd name="connsiteX52459" fmla="*/ 1449247 w 2119654"/>
              <a:gd name="connsiteY52459" fmla="*/ 525921 h 2398711"/>
              <a:gd name="connsiteX52460" fmla="*/ 1449423 w 2119654"/>
              <a:gd name="connsiteY52460" fmla="*/ 526052 h 2398711"/>
              <a:gd name="connsiteX52461" fmla="*/ 1449624 w 2119654"/>
              <a:gd name="connsiteY52461" fmla="*/ 527228 h 2398711"/>
              <a:gd name="connsiteX52462" fmla="*/ 1450521 w 2119654"/>
              <a:gd name="connsiteY52462" fmla="*/ 530333 h 2398711"/>
              <a:gd name="connsiteX52463" fmla="*/ 1455643 w 2119654"/>
              <a:gd name="connsiteY52463" fmla="*/ 524373 h 2398711"/>
              <a:gd name="connsiteX52464" fmla="*/ 1458276 w 2119654"/>
              <a:gd name="connsiteY52464" fmla="*/ 521393 h 2398711"/>
              <a:gd name="connsiteX52465" fmla="*/ 1455344 w 2119654"/>
              <a:gd name="connsiteY52465" fmla="*/ 507561 h 2398711"/>
              <a:gd name="connsiteX52466" fmla="*/ 1452273 w 2119654"/>
              <a:gd name="connsiteY52466" fmla="*/ 494504 h 2398711"/>
              <a:gd name="connsiteX52467" fmla="*/ 714552 w 2119654"/>
              <a:gd name="connsiteY52467" fmla="*/ 2134286 h 2398711"/>
              <a:gd name="connsiteX52468" fmla="*/ 715121 w 2119654"/>
              <a:gd name="connsiteY52468" fmla="*/ 2134975 h 2398711"/>
              <a:gd name="connsiteX52469" fmla="*/ 715149 w 2119654"/>
              <a:gd name="connsiteY52469" fmla="*/ 2134975 h 2398711"/>
              <a:gd name="connsiteX52470" fmla="*/ 715900 w 2119654"/>
              <a:gd name="connsiteY52470" fmla="*/ 2134567 h 2398711"/>
              <a:gd name="connsiteX52471" fmla="*/ 714532 w 2119654"/>
              <a:gd name="connsiteY52471" fmla="*/ 2134047 h 2398711"/>
              <a:gd name="connsiteX52472" fmla="*/ 715645 w 2119654"/>
              <a:gd name="connsiteY52472" fmla="*/ 2134279 h 2398711"/>
              <a:gd name="connsiteX52473" fmla="*/ 716246 w 2119654"/>
              <a:gd name="connsiteY52473" fmla="*/ 2134379 h 2398711"/>
              <a:gd name="connsiteX52474" fmla="*/ 718495 w 2119654"/>
              <a:gd name="connsiteY52474" fmla="*/ 2133157 h 2398711"/>
              <a:gd name="connsiteX52475" fmla="*/ 735856 w 2119654"/>
              <a:gd name="connsiteY52475" fmla="*/ 2086084 h 2398711"/>
              <a:gd name="connsiteX52476" fmla="*/ 735903 w 2119654"/>
              <a:gd name="connsiteY52476" fmla="*/ 2086214 h 2398711"/>
              <a:gd name="connsiteX52477" fmla="*/ 738424 w 2119654"/>
              <a:gd name="connsiteY52477" fmla="*/ 2086011 h 2398711"/>
              <a:gd name="connsiteX52478" fmla="*/ 738403 w 2119654"/>
              <a:gd name="connsiteY52478" fmla="*/ 2085830 h 2398711"/>
              <a:gd name="connsiteX52479" fmla="*/ 724220 w 2119654"/>
              <a:gd name="connsiteY52479" fmla="*/ 2112137 h 2398711"/>
              <a:gd name="connsiteX52480" fmla="*/ 725191 w 2119654"/>
              <a:gd name="connsiteY52480" fmla="*/ 2114616 h 2398711"/>
              <a:gd name="connsiteX52481" fmla="*/ 731873 w 2119654"/>
              <a:gd name="connsiteY52481" fmla="*/ 2114014 h 2398711"/>
              <a:gd name="connsiteX52482" fmla="*/ 724808 w 2119654"/>
              <a:gd name="connsiteY52482" fmla="*/ 2112066 h 2398711"/>
              <a:gd name="connsiteX52483" fmla="*/ 730829 w 2119654"/>
              <a:gd name="connsiteY52483" fmla="*/ 2097153 h 2398711"/>
              <a:gd name="connsiteX52484" fmla="*/ 732550 w 2119654"/>
              <a:gd name="connsiteY52484" fmla="*/ 2099646 h 2398711"/>
              <a:gd name="connsiteX52485" fmla="*/ 733023 w 2119654"/>
              <a:gd name="connsiteY52485" fmla="*/ 2099509 h 2398711"/>
              <a:gd name="connsiteX52486" fmla="*/ 731245 w 2119654"/>
              <a:gd name="connsiteY52486" fmla="*/ 2097061 h 2398711"/>
              <a:gd name="connsiteX52487" fmla="*/ 1413871 w 2119654"/>
              <a:gd name="connsiteY52487" fmla="*/ 567350 h 2398711"/>
              <a:gd name="connsiteX52488" fmla="*/ 1411199 w 2119654"/>
              <a:gd name="connsiteY52488" fmla="*/ 576087 h 2398711"/>
              <a:gd name="connsiteX52489" fmla="*/ 1415529 w 2119654"/>
              <a:gd name="connsiteY52489" fmla="*/ 571048 h 2398711"/>
              <a:gd name="connsiteX52490" fmla="*/ 727209 w 2119654"/>
              <a:gd name="connsiteY52490" fmla="*/ 2104565 h 2398711"/>
              <a:gd name="connsiteX52491" fmla="*/ 727339 w 2119654"/>
              <a:gd name="connsiteY52491" fmla="*/ 2104599 h 2398711"/>
              <a:gd name="connsiteX52492" fmla="*/ 727312 w 2119654"/>
              <a:gd name="connsiteY52492" fmla="*/ 2104565 h 2398711"/>
              <a:gd name="connsiteX52493" fmla="*/ 1409362 w 2119654"/>
              <a:gd name="connsiteY52493" fmla="*/ 577060 h 2398711"/>
              <a:gd name="connsiteX52494" fmla="*/ 1409338 w 2119654"/>
              <a:gd name="connsiteY52494" fmla="*/ 578251 h 2398711"/>
              <a:gd name="connsiteX52495" fmla="*/ 1409643 w 2119654"/>
              <a:gd name="connsiteY52495" fmla="*/ 577897 h 2398711"/>
              <a:gd name="connsiteX52496" fmla="*/ 727435 w 2119654"/>
              <a:gd name="connsiteY52496" fmla="*/ 2103854 h 2398711"/>
              <a:gd name="connsiteX52497" fmla="*/ 727569 w 2119654"/>
              <a:gd name="connsiteY52497" fmla="*/ 2104027 h 2398711"/>
              <a:gd name="connsiteX52498" fmla="*/ 727694 w 2119654"/>
              <a:gd name="connsiteY52498" fmla="*/ 2104027 h 2398711"/>
              <a:gd name="connsiteX52499" fmla="*/ 727597 w 2119654"/>
              <a:gd name="connsiteY52499" fmla="*/ 2103830 h 2398711"/>
              <a:gd name="connsiteX52500" fmla="*/ 1414678 w 2119654"/>
              <a:gd name="connsiteY52500" fmla="*/ 564904 h 2398711"/>
              <a:gd name="connsiteX52501" fmla="*/ 1416693 w 2119654"/>
              <a:gd name="connsiteY52501" fmla="*/ 569695 h 2398711"/>
              <a:gd name="connsiteX52502" fmla="*/ 1417086 w 2119654"/>
              <a:gd name="connsiteY52502" fmla="*/ 569236 h 2398711"/>
              <a:gd name="connsiteX52503" fmla="*/ 1415881 w 2119654"/>
              <a:gd name="connsiteY52503" fmla="*/ 566626 h 2398711"/>
              <a:gd name="connsiteX52504" fmla="*/ 1415465 w 2119654"/>
              <a:gd name="connsiteY52504" fmla="*/ 565745 h 2398711"/>
              <a:gd name="connsiteX52505" fmla="*/ 1414534 w 2119654"/>
              <a:gd name="connsiteY52505" fmla="*/ 565182 h 2398711"/>
              <a:gd name="connsiteX52506" fmla="*/ 1414443 w 2119654"/>
              <a:gd name="connsiteY52506" fmla="*/ 565481 h 2398711"/>
              <a:gd name="connsiteX52507" fmla="*/ 1416387 w 2119654"/>
              <a:gd name="connsiteY52507" fmla="*/ 569626 h 2398711"/>
              <a:gd name="connsiteX52508" fmla="*/ 1415952 w 2119654"/>
              <a:gd name="connsiteY52508" fmla="*/ 568551 h 2398711"/>
              <a:gd name="connsiteX52509" fmla="*/ 730497 w 2119654"/>
              <a:gd name="connsiteY52509" fmla="*/ 2096672 h 2398711"/>
              <a:gd name="connsiteX52510" fmla="*/ 730546 w 2119654"/>
              <a:gd name="connsiteY52510" fmla="*/ 2096742 h 2398711"/>
              <a:gd name="connsiteX52511" fmla="*/ 730949 w 2119654"/>
              <a:gd name="connsiteY52511" fmla="*/ 2096654 h 2398711"/>
              <a:gd name="connsiteX52512" fmla="*/ 730943 w 2119654"/>
              <a:gd name="connsiteY52512" fmla="*/ 2096646 h 2398711"/>
              <a:gd name="connsiteX52513" fmla="*/ 1406752 w 2119654"/>
              <a:gd name="connsiteY52513" fmla="*/ 582338 h 2398711"/>
              <a:gd name="connsiteX52514" fmla="*/ 1406922 w 2119654"/>
              <a:gd name="connsiteY52514" fmla="*/ 582447 h 2398711"/>
              <a:gd name="connsiteX52515" fmla="*/ 1407932 w 2119654"/>
              <a:gd name="connsiteY52515" fmla="*/ 585382 h 2398711"/>
              <a:gd name="connsiteX52516" fmla="*/ 1408802 w 2119654"/>
              <a:gd name="connsiteY52516" fmla="*/ 582669 h 2398711"/>
              <a:gd name="connsiteX52517" fmla="*/ 1408906 w 2119654"/>
              <a:gd name="connsiteY52517" fmla="*/ 579620 h 2398711"/>
              <a:gd name="connsiteX52518" fmla="*/ 1409376 w 2119654"/>
              <a:gd name="connsiteY52518" fmla="*/ 576414 h 2398711"/>
              <a:gd name="connsiteX52519" fmla="*/ 1409369 w 2119654"/>
              <a:gd name="connsiteY52519" fmla="*/ 576718 h 2398711"/>
              <a:gd name="connsiteX52520" fmla="*/ 1409729 w 2119654"/>
              <a:gd name="connsiteY52520" fmla="*/ 577796 h 2398711"/>
              <a:gd name="connsiteX52521" fmla="*/ 1410059 w 2119654"/>
              <a:gd name="connsiteY52521" fmla="*/ 577412 h 2398711"/>
              <a:gd name="connsiteX52522" fmla="*/ 717461 w 2119654"/>
              <a:gd name="connsiteY52522" fmla="*/ 2125681 h 2398711"/>
              <a:gd name="connsiteX52523" fmla="*/ 727455 w 2119654"/>
              <a:gd name="connsiteY52523" fmla="*/ 2123114 h 2398711"/>
              <a:gd name="connsiteX52524" fmla="*/ 726974 w 2119654"/>
              <a:gd name="connsiteY52524" fmla="*/ 2122118 h 2398711"/>
              <a:gd name="connsiteX52525" fmla="*/ 721222 w 2119654"/>
              <a:gd name="connsiteY52525" fmla="*/ 2123506 h 2398711"/>
              <a:gd name="connsiteX52526" fmla="*/ 1424911 w 2119654"/>
              <a:gd name="connsiteY52526" fmla="*/ 541498 h 2398711"/>
              <a:gd name="connsiteX52527" fmla="*/ 1424964 w 2119654"/>
              <a:gd name="connsiteY52527" fmla="*/ 543875 h 2398711"/>
              <a:gd name="connsiteX52528" fmla="*/ 1427325 w 2119654"/>
              <a:gd name="connsiteY52528" fmla="*/ 547398 h 2398711"/>
              <a:gd name="connsiteX52529" fmla="*/ 738487 w 2119654"/>
              <a:gd name="connsiteY52529" fmla="*/ 2077804 h 2398711"/>
              <a:gd name="connsiteX52530" fmla="*/ 738714 w 2119654"/>
              <a:gd name="connsiteY52530" fmla="*/ 2080761 h 2398711"/>
              <a:gd name="connsiteX52531" fmla="*/ 739759 w 2119654"/>
              <a:gd name="connsiteY52531" fmla="*/ 2082478 h 2398711"/>
              <a:gd name="connsiteX52532" fmla="*/ 748128 w 2119654"/>
              <a:gd name="connsiteY52532" fmla="*/ 2082648 h 2398711"/>
              <a:gd name="connsiteX52533" fmla="*/ 747996 w 2119654"/>
              <a:gd name="connsiteY52533" fmla="*/ 2079158 h 2398711"/>
              <a:gd name="connsiteX52534" fmla="*/ 747241 w 2119654"/>
              <a:gd name="connsiteY52534" fmla="*/ 2076965 h 2398711"/>
              <a:gd name="connsiteX52535" fmla="*/ 744036 w 2119654"/>
              <a:gd name="connsiteY52535" fmla="*/ 2076820 h 2398711"/>
              <a:gd name="connsiteX52536" fmla="*/ 743332 w 2119654"/>
              <a:gd name="connsiteY52536" fmla="*/ 2076953 h 2398711"/>
              <a:gd name="connsiteX52537" fmla="*/ 1440356 w 2119654"/>
              <a:gd name="connsiteY52537" fmla="*/ 506040 h 2398711"/>
              <a:gd name="connsiteX52538" fmla="*/ 1440820 w 2119654"/>
              <a:gd name="connsiteY52538" fmla="*/ 511556 h 2398711"/>
              <a:gd name="connsiteX52539" fmla="*/ 1444793 w 2119654"/>
              <a:gd name="connsiteY52539" fmla="*/ 536823 h 2398711"/>
              <a:gd name="connsiteX52540" fmla="*/ 1444847 w 2119654"/>
              <a:gd name="connsiteY52540" fmla="*/ 536935 h 2398711"/>
              <a:gd name="connsiteX52541" fmla="*/ 1449979 w 2119654"/>
              <a:gd name="connsiteY52541" fmla="*/ 530964 h 2398711"/>
              <a:gd name="connsiteX52542" fmla="*/ 1449361 w 2119654"/>
              <a:gd name="connsiteY52542" fmla="*/ 527357 h 2398711"/>
              <a:gd name="connsiteX52543" fmla="*/ 1442582 w 2119654"/>
              <a:gd name="connsiteY52543" fmla="*/ 503885 h 2398711"/>
              <a:gd name="connsiteX52544" fmla="*/ 1405542 w 2119654"/>
              <a:gd name="connsiteY52544" fmla="*/ 583866 h 2398711"/>
              <a:gd name="connsiteX52545" fmla="*/ 1406610 w 2119654"/>
              <a:gd name="connsiteY52545" fmla="*/ 589503 h 2398711"/>
              <a:gd name="connsiteX52546" fmla="*/ 1407790 w 2119654"/>
              <a:gd name="connsiteY52546" fmla="*/ 585824 h 2398711"/>
              <a:gd name="connsiteX52547" fmla="*/ 1406640 w 2119654"/>
              <a:gd name="connsiteY52547" fmla="*/ 582481 h 2398711"/>
              <a:gd name="connsiteX52548" fmla="*/ 722647 w 2119654"/>
              <a:gd name="connsiteY52548" fmla="*/ 2112410 h 2398711"/>
              <a:gd name="connsiteX52549" fmla="*/ 723774 w 2119654"/>
              <a:gd name="connsiteY52549" fmla="*/ 2114743 h 2398711"/>
              <a:gd name="connsiteX52550" fmla="*/ 724775 w 2119654"/>
              <a:gd name="connsiteY52550" fmla="*/ 2114653 h 2398711"/>
              <a:gd name="connsiteX52551" fmla="*/ 723771 w 2119654"/>
              <a:gd name="connsiteY52551" fmla="*/ 2112191 h 2398711"/>
              <a:gd name="connsiteX52552" fmla="*/ 722894 w 2119654"/>
              <a:gd name="connsiteY52552" fmla="*/ 2112297 h 2398711"/>
              <a:gd name="connsiteX52553" fmla="*/ 1416545 w 2119654"/>
              <a:gd name="connsiteY52553" fmla="*/ 558609 h 2398711"/>
              <a:gd name="connsiteX52554" fmla="*/ 1415229 w 2119654"/>
              <a:gd name="connsiteY52554" fmla="*/ 562911 h 2398711"/>
              <a:gd name="connsiteX52555" fmla="*/ 1417645 w 2119654"/>
              <a:gd name="connsiteY52555" fmla="*/ 565493 h 2398711"/>
              <a:gd name="connsiteX52556" fmla="*/ 1417568 w 2119654"/>
              <a:gd name="connsiteY52556" fmla="*/ 563036 h 2398711"/>
              <a:gd name="connsiteX52557" fmla="*/ 1404784 w 2119654"/>
              <a:gd name="connsiteY52557" fmla="*/ 584824 h 2398711"/>
              <a:gd name="connsiteX52558" fmla="*/ 1404914 w 2119654"/>
              <a:gd name="connsiteY52558" fmla="*/ 585170 h 2398711"/>
              <a:gd name="connsiteX52559" fmla="*/ 1404849 w 2119654"/>
              <a:gd name="connsiteY52559" fmla="*/ 584740 h 2398711"/>
              <a:gd name="connsiteX52560" fmla="*/ 726266 w 2119654"/>
              <a:gd name="connsiteY52560" fmla="*/ 2104029 h 2398711"/>
              <a:gd name="connsiteX52561" fmla="*/ 726884 w 2119654"/>
              <a:gd name="connsiteY52561" fmla="*/ 2104028 h 2398711"/>
              <a:gd name="connsiteX52562" fmla="*/ 726819 w 2119654"/>
              <a:gd name="connsiteY52562" fmla="*/ 2103946 h 2398711"/>
              <a:gd name="connsiteX52563" fmla="*/ 723446 w 2119654"/>
              <a:gd name="connsiteY52563" fmla="*/ 2110160 h 2398711"/>
              <a:gd name="connsiteX52564" fmla="*/ 723674 w 2119654"/>
              <a:gd name="connsiteY52564" fmla="*/ 2110743 h 2398711"/>
              <a:gd name="connsiteX52565" fmla="*/ 724269 w 2119654"/>
              <a:gd name="connsiteY52565" fmla="*/ 2110440 h 2398711"/>
              <a:gd name="connsiteX52566" fmla="*/ 1417057 w 2119654"/>
              <a:gd name="connsiteY52566" fmla="*/ 556931 h 2398711"/>
              <a:gd name="connsiteX52567" fmla="*/ 1416725 w 2119654"/>
              <a:gd name="connsiteY52567" fmla="*/ 558016 h 2398711"/>
              <a:gd name="connsiteX52568" fmla="*/ 1417519 w 2119654"/>
              <a:gd name="connsiteY52568" fmla="*/ 561441 h 2398711"/>
              <a:gd name="connsiteX52569" fmla="*/ 1417438 w 2119654"/>
              <a:gd name="connsiteY52569" fmla="*/ 558840 h 2398711"/>
              <a:gd name="connsiteX52570" fmla="*/ 738391 w 2119654"/>
              <a:gd name="connsiteY52570" fmla="*/ 2076564 h 2398711"/>
              <a:gd name="connsiteX52571" fmla="*/ 738468 w 2119654"/>
              <a:gd name="connsiteY52571" fmla="*/ 2077567 h 2398711"/>
              <a:gd name="connsiteX52572" fmla="*/ 742717 w 2119654"/>
              <a:gd name="connsiteY52572" fmla="*/ 2076760 h 2398711"/>
              <a:gd name="connsiteX52573" fmla="*/ 710072 w 2119654"/>
              <a:gd name="connsiteY52573" fmla="*/ 2139735 h 2398711"/>
              <a:gd name="connsiteX52574" fmla="*/ 716337 w 2119654"/>
              <a:gd name="connsiteY52574" fmla="*/ 2140584 h 2398711"/>
              <a:gd name="connsiteX52575" fmla="*/ 718362 w 2119654"/>
              <a:gd name="connsiteY52575" fmla="*/ 2139683 h 2398711"/>
              <a:gd name="connsiteX52576" fmla="*/ 715824 w 2119654"/>
              <a:gd name="connsiteY52576" fmla="*/ 2136609 h 2398711"/>
              <a:gd name="connsiteX52577" fmla="*/ 1403739 w 2119654"/>
              <a:gd name="connsiteY52577" fmla="*/ 586141 h 2398711"/>
              <a:gd name="connsiteX52578" fmla="*/ 1405730 w 2119654"/>
              <a:gd name="connsiteY52578" fmla="*/ 592249 h 2398711"/>
              <a:gd name="connsiteX52579" fmla="*/ 1405890 w 2119654"/>
              <a:gd name="connsiteY52579" fmla="*/ 591749 h 2398711"/>
              <a:gd name="connsiteX52580" fmla="*/ 1405174 w 2119654"/>
              <a:gd name="connsiteY52580" fmla="*/ 586926 h 2398711"/>
              <a:gd name="connsiteX52581" fmla="*/ 1404515 w 2119654"/>
              <a:gd name="connsiteY52581" fmla="*/ 585162 h 2398711"/>
              <a:gd name="connsiteX52582" fmla="*/ 1413661 w 2119654"/>
              <a:gd name="connsiteY52582" fmla="*/ 563818 h 2398711"/>
              <a:gd name="connsiteX52583" fmla="*/ 1414360 w 2119654"/>
              <a:gd name="connsiteY52583" fmla="*/ 565307 h 2398711"/>
              <a:gd name="connsiteX52584" fmla="*/ 1414455 w 2119654"/>
              <a:gd name="connsiteY52584" fmla="*/ 564994 h 2398711"/>
              <a:gd name="connsiteX52585" fmla="*/ 1414205 w 2119654"/>
              <a:gd name="connsiteY52585" fmla="*/ 564397 h 2398711"/>
              <a:gd name="connsiteX52586" fmla="*/ 1417264 w 2119654"/>
              <a:gd name="connsiteY52586" fmla="*/ 555430 h 2398711"/>
              <a:gd name="connsiteX52587" fmla="*/ 1417311 w 2119654"/>
              <a:gd name="connsiteY52587" fmla="*/ 555661 h 2398711"/>
              <a:gd name="connsiteX52588" fmla="*/ 1417336 w 2119654"/>
              <a:gd name="connsiteY52588" fmla="*/ 555580 h 2398711"/>
              <a:gd name="connsiteX52589" fmla="*/ 1417334 w 2119654"/>
              <a:gd name="connsiteY52589" fmla="*/ 555554 h 2398711"/>
              <a:gd name="connsiteX52590" fmla="*/ 695303 w 2119654"/>
              <a:gd name="connsiteY52590" fmla="*/ 2171992 h 2398711"/>
              <a:gd name="connsiteX52591" fmla="*/ 695441 w 2119654"/>
              <a:gd name="connsiteY52591" fmla="*/ 2172404 h 2398711"/>
              <a:gd name="connsiteX52592" fmla="*/ 696056 w 2119654"/>
              <a:gd name="connsiteY52592" fmla="*/ 2172118 h 2398711"/>
              <a:gd name="connsiteX52593" fmla="*/ 726286 w 2119654"/>
              <a:gd name="connsiteY52593" fmla="*/ 2102374 h 2398711"/>
              <a:gd name="connsiteX52594" fmla="*/ 726512 w 2119654"/>
              <a:gd name="connsiteY52594" fmla="*/ 2102665 h 2398711"/>
              <a:gd name="connsiteX52595" fmla="*/ 726901 w 2119654"/>
              <a:gd name="connsiteY52595" fmla="*/ 2102607 h 2398711"/>
              <a:gd name="connsiteX52596" fmla="*/ 729622 w 2119654"/>
              <a:gd name="connsiteY52596" fmla="*/ 2094896 h 2398711"/>
              <a:gd name="connsiteX52597" fmla="*/ 729669 w 2119654"/>
              <a:gd name="connsiteY52597" fmla="*/ 2094891 h 2398711"/>
              <a:gd name="connsiteX52598" fmla="*/ 729658 w 2119654"/>
              <a:gd name="connsiteY52598" fmla="*/ 2094875 h 2398711"/>
              <a:gd name="connsiteX52599" fmla="*/ 737065 w 2119654"/>
              <a:gd name="connsiteY52599" fmla="*/ 2078054 h 2398711"/>
              <a:gd name="connsiteX52600" fmla="*/ 737589 w 2119654"/>
              <a:gd name="connsiteY52600" fmla="*/ 2078915 h 2398711"/>
              <a:gd name="connsiteX52601" fmla="*/ 737479 w 2119654"/>
              <a:gd name="connsiteY52601" fmla="*/ 2077981 h 2398711"/>
              <a:gd name="connsiteX52602" fmla="*/ 1402684 w 2119654"/>
              <a:gd name="connsiteY52602" fmla="*/ 587474 h 2398711"/>
              <a:gd name="connsiteX52603" fmla="*/ 1403996 w 2119654"/>
              <a:gd name="connsiteY52603" fmla="*/ 597658 h 2398711"/>
              <a:gd name="connsiteX52604" fmla="*/ 1405261 w 2119654"/>
              <a:gd name="connsiteY52604" fmla="*/ 593710 h 2398711"/>
              <a:gd name="connsiteX52605" fmla="*/ 1404198 w 2119654"/>
              <a:gd name="connsiteY52605" fmla="*/ 589361 h 2398711"/>
              <a:gd name="connsiteX52606" fmla="*/ 1403321 w 2119654"/>
              <a:gd name="connsiteY52606" fmla="*/ 586669 h 2398711"/>
              <a:gd name="connsiteX52607" fmla="*/ 722123 w 2119654"/>
              <a:gd name="connsiteY52607" fmla="*/ 2111325 h 2398711"/>
              <a:gd name="connsiteX52608" fmla="*/ 722204 w 2119654"/>
              <a:gd name="connsiteY52608" fmla="*/ 2111493 h 2398711"/>
              <a:gd name="connsiteX52609" fmla="*/ 722389 w 2119654"/>
              <a:gd name="connsiteY52609" fmla="*/ 2111399 h 2398711"/>
              <a:gd name="connsiteX52610" fmla="*/ 734647 w 2119654"/>
              <a:gd name="connsiteY52610" fmla="*/ 2082768 h 2398711"/>
              <a:gd name="connsiteX52611" fmla="*/ 735492 w 2119654"/>
              <a:gd name="connsiteY52611" fmla="*/ 2085087 h 2398711"/>
              <a:gd name="connsiteX52612" fmla="*/ 738283 w 2119654"/>
              <a:gd name="connsiteY52612" fmla="*/ 2084809 h 2398711"/>
              <a:gd name="connsiteX52613" fmla="*/ 738190 w 2119654"/>
              <a:gd name="connsiteY52613" fmla="*/ 2084024 h 2398711"/>
              <a:gd name="connsiteX52614" fmla="*/ 737359 w 2119654"/>
              <a:gd name="connsiteY52614" fmla="*/ 2082860 h 2398711"/>
              <a:gd name="connsiteX52615" fmla="*/ 729958 w 2119654"/>
              <a:gd name="connsiteY52615" fmla="*/ 2092991 h 2398711"/>
              <a:gd name="connsiteX52616" fmla="*/ 730115 w 2119654"/>
              <a:gd name="connsiteY52616" fmla="*/ 2093233 h 2398711"/>
              <a:gd name="connsiteX52617" fmla="*/ 731673 w 2119654"/>
              <a:gd name="connsiteY52617" fmla="*/ 2093322 h 2398711"/>
              <a:gd name="connsiteX52618" fmla="*/ 731764 w 2119654"/>
              <a:gd name="connsiteY52618" fmla="*/ 2093269 h 2398711"/>
              <a:gd name="connsiteX52619" fmla="*/ 730776 w 2119654"/>
              <a:gd name="connsiteY52619" fmla="*/ 2092843 h 2398711"/>
              <a:gd name="connsiteX52620" fmla="*/ 738203 w 2119654"/>
              <a:gd name="connsiteY52620" fmla="*/ 2074117 h 2398711"/>
              <a:gd name="connsiteX52621" fmla="*/ 738353 w 2119654"/>
              <a:gd name="connsiteY52621" fmla="*/ 2076068 h 2398711"/>
              <a:gd name="connsiteX52622" fmla="*/ 744241 w 2119654"/>
              <a:gd name="connsiteY52622" fmla="*/ 2076334 h 2398711"/>
              <a:gd name="connsiteX52623" fmla="*/ 744944 w 2119654"/>
              <a:gd name="connsiteY52623" fmla="*/ 2076337 h 2398711"/>
              <a:gd name="connsiteX52624" fmla="*/ 745990 w 2119654"/>
              <a:gd name="connsiteY52624" fmla="*/ 2076139 h 2398711"/>
              <a:gd name="connsiteX52625" fmla="*/ 738265 w 2119654"/>
              <a:gd name="connsiteY52625" fmla="*/ 2074128 h 2398711"/>
              <a:gd name="connsiteX52626" fmla="*/ 725792 w 2119654"/>
              <a:gd name="connsiteY52626" fmla="*/ 2101738 h 2398711"/>
              <a:gd name="connsiteX52627" fmla="*/ 725822 w 2119654"/>
              <a:gd name="connsiteY52627" fmla="*/ 2101776 h 2398711"/>
              <a:gd name="connsiteX52628" fmla="*/ 726762 w 2119654"/>
              <a:gd name="connsiteY52628" fmla="*/ 2102133 h 2398711"/>
              <a:gd name="connsiteX52629" fmla="*/ 726471 w 2119654"/>
              <a:gd name="connsiteY52629" fmla="*/ 2101541 h 2398711"/>
              <a:gd name="connsiteX52630" fmla="*/ 728962 w 2119654"/>
              <a:gd name="connsiteY52630" fmla="*/ 2094450 h 2398711"/>
              <a:gd name="connsiteX52631" fmla="*/ 729177 w 2119654"/>
              <a:gd name="connsiteY52631" fmla="*/ 2094760 h 2398711"/>
              <a:gd name="connsiteX52632" fmla="*/ 729454 w 2119654"/>
              <a:gd name="connsiteY52632" fmla="*/ 2094600 h 2398711"/>
              <a:gd name="connsiteX52633" fmla="*/ 729098 w 2119654"/>
              <a:gd name="connsiteY52633" fmla="*/ 2094457 h 2398711"/>
              <a:gd name="connsiteX52634" fmla="*/ 714051 w 2119654"/>
              <a:gd name="connsiteY52634" fmla="*/ 2127653 h 2398711"/>
              <a:gd name="connsiteX52635" fmla="*/ 715616 w 2119654"/>
              <a:gd name="connsiteY52635" fmla="*/ 2127552 h 2398711"/>
              <a:gd name="connsiteX52636" fmla="*/ 724918 w 2119654"/>
              <a:gd name="connsiteY52636" fmla="*/ 2126822 h 2398711"/>
              <a:gd name="connsiteX52637" fmla="*/ 728753 w 2119654"/>
              <a:gd name="connsiteY52637" fmla="*/ 2125802 h 2398711"/>
              <a:gd name="connsiteX52638" fmla="*/ 727628 w 2119654"/>
              <a:gd name="connsiteY52638" fmla="*/ 2123472 h 2398711"/>
              <a:gd name="connsiteX52639" fmla="*/ 716209 w 2119654"/>
              <a:gd name="connsiteY52639" fmla="*/ 2126405 h 2398711"/>
              <a:gd name="connsiteX52640" fmla="*/ 1400805 w 2119654"/>
              <a:gd name="connsiteY52640" fmla="*/ 589845 h 2398711"/>
              <a:gd name="connsiteX52641" fmla="*/ 1402040 w 2119654"/>
              <a:gd name="connsiteY52641" fmla="*/ 594852 h 2398711"/>
              <a:gd name="connsiteX52642" fmla="*/ 1403635 w 2119654"/>
              <a:gd name="connsiteY52642" fmla="*/ 597396 h 2398711"/>
              <a:gd name="connsiteX52643" fmla="*/ 1402403 w 2119654"/>
              <a:gd name="connsiteY52643" fmla="*/ 587828 h 2398711"/>
              <a:gd name="connsiteX52644" fmla="*/ 691952 w 2119654"/>
              <a:gd name="connsiteY52644" fmla="*/ 2177012 h 2398711"/>
              <a:gd name="connsiteX52645" fmla="*/ 695537 w 2119654"/>
              <a:gd name="connsiteY52645" fmla="*/ 2189536 h 2398711"/>
              <a:gd name="connsiteX52646" fmla="*/ 711055 w 2119654"/>
              <a:gd name="connsiteY52646" fmla="*/ 2180752 h 2398711"/>
              <a:gd name="connsiteX52647" fmla="*/ 696006 w 2119654"/>
              <a:gd name="connsiteY52647" fmla="*/ 2183921 h 2398711"/>
              <a:gd name="connsiteX52648" fmla="*/ 695817 w 2119654"/>
              <a:gd name="connsiteY52648" fmla="*/ 2183828 h 2398711"/>
              <a:gd name="connsiteX52649" fmla="*/ 709986 w 2119654"/>
              <a:gd name="connsiteY52649" fmla="*/ 2180843 h 2398711"/>
              <a:gd name="connsiteX52650" fmla="*/ 711489 w 2119654"/>
              <a:gd name="connsiteY52650" fmla="*/ 2180505 h 2398711"/>
              <a:gd name="connsiteX52651" fmla="*/ 721753 w 2119654"/>
              <a:gd name="connsiteY52651" fmla="*/ 2174695 h 2398711"/>
              <a:gd name="connsiteX52652" fmla="*/ 706204 w 2119654"/>
              <a:gd name="connsiteY52652" fmla="*/ 2173262 h 2398711"/>
              <a:gd name="connsiteX52653" fmla="*/ 696575 w 2119654"/>
              <a:gd name="connsiteY52653" fmla="*/ 2175796 h 2398711"/>
              <a:gd name="connsiteX52654" fmla="*/ 698914 w 2119654"/>
              <a:gd name="connsiteY52654" fmla="*/ 2182785 h 2398711"/>
              <a:gd name="connsiteX52655" fmla="*/ 698605 w 2119654"/>
              <a:gd name="connsiteY52655" fmla="*/ 2182621 h 2398711"/>
              <a:gd name="connsiteX52656" fmla="*/ 696342 w 2119654"/>
              <a:gd name="connsiteY52656" fmla="*/ 2175857 h 2398711"/>
              <a:gd name="connsiteX52657" fmla="*/ 1424788 w 2119654"/>
              <a:gd name="connsiteY52657" fmla="*/ 535976 h 2398711"/>
              <a:gd name="connsiteX52658" fmla="*/ 1424894 w 2119654"/>
              <a:gd name="connsiteY52658" fmla="*/ 540730 h 2398711"/>
              <a:gd name="connsiteX52659" fmla="*/ 1428087 w 2119654"/>
              <a:gd name="connsiteY52659" fmla="*/ 548537 h 2398711"/>
              <a:gd name="connsiteX52660" fmla="*/ 1429828 w 2119654"/>
              <a:gd name="connsiteY52660" fmla="*/ 551134 h 2398711"/>
              <a:gd name="connsiteX52661" fmla="*/ 1429141 w 2119654"/>
              <a:gd name="connsiteY52661" fmla="*/ 548725 h 2398711"/>
              <a:gd name="connsiteX52662" fmla="*/ 1428336 w 2119654"/>
              <a:gd name="connsiteY52662" fmla="*/ 546282 h 2398711"/>
              <a:gd name="connsiteX52663" fmla="*/ 725535 w 2119654"/>
              <a:gd name="connsiteY52663" fmla="*/ 2101407 h 2398711"/>
              <a:gd name="connsiteX52664" fmla="*/ 725708 w 2119654"/>
              <a:gd name="connsiteY52664" fmla="*/ 2101629 h 2398711"/>
              <a:gd name="connsiteX52665" fmla="*/ 726311 w 2119654"/>
              <a:gd name="connsiteY52665" fmla="*/ 2101454 h 2398711"/>
              <a:gd name="connsiteX52666" fmla="*/ 1398710 w 2119654"/>
              <a:gd name="connsiteY52666" fmla="*/ 593994 h 2398711"/>
              <a:gd name="connsiteX52667" fmla="*/ 1398078 w 2119654"/>
              <a:gd name="connsiteY52667" fmla="*/ 599537 h 2398711"/>
              <a:gd name="connsiteX52668" fmla="*/ 1401724 w 2119654"/>
              <a:gd name="connsiteY52668" fmla="*/ 604741 h 2398711"/>
              <a:gd name="connsiteX52669" fmla="*/ 1402048 w 2119654"/>
              <a:gd name="connsiteY52669" fmla="*/ 603730 h 2398711"/>
              <a:gd name="connsiteX52670" fmla="*/ 1398992 w 2119654"/>
              <a:gd name="connsiteY52670" fmla="*/ 594443 h 2398711"/>
              <a:gd name="connsiteX52671" fmla="*/ 1435919 w 2119654"/>
              <a:gd name="connsiteY52671" fmla="*/ 510336 h 2398711"/>
              <a:gd name="connsiteX52672" fmla="*/ 1436208 w 2119654"/>
              <a:gd name="connsiteY52672" fmla="*/ 519878 h 2398711"/>
              <a:gd name="connsiteX52673" fmla="*/ 1441190 w 2119654"/>
              <a:gd name="connsiteY52673" fmla="*/ 529624 h 2398711"/>
              <a:gd name="connsiteX52674" fmla="*/ 1441133 w 2119654"/>
              <a:gd name="connsiteY52674" fmla="*/ 524376 h 2398711"/>
              <a:gd name="connsiteX52675" fmla="*/ 1440267 w 2119654"/>
              <a:gd name="connsiteY52675" fmla="*/ 514079 h 2398711"/>
              <a:gd name="connsiteX52676" fmla="*/ 1439195 w 2119654"/>
              <a:gd name="connsiteY52676" fmla="*/ 507165 h 2398711"/>
              <a:gd name="connsiteX52677" fmla="*/ 1399793 w 2119654"/>
              <a:gd name="connsiteY52677" fmla="*/ 591121 h 2398711"/>
              <a:gd name="connsiteX52678" fmla="*/ 1401472 w 2119654"/>
              <a:gd name="connsiteY52678" fmla="*/ 593944 h 2398711"/>
              <a:gd name="connsiteX52679" fmla="*/ 1400543 w 2119654"/>
              <a:gd name="connsiteY52679" fmla="*/ 590175 h 2398711"/>
              <a:gd name="connsiteX52680" fmla="*/ 730592 w 2119654"/>
              <a:gd name="connsiteY52680" fmla="*/ 2089208 h 2398711"/>
              <a:gd name="connsiteX52681" fmla="*/ 730629 w 2119654"/>
              <a:gd name="connsiteY52681" fmla="*/ 2089229 h 2398711"/>
              <a:gd name="connsiteX52682" fmla="*/ 736330 w 2119654"/>
              <a:gd name="connsiteY52682" fmla="*/ 2088134 h 2398711"/>
              <a:gd name="connsiteX52683" fmla="*/ 736196 w 2119654"/>
              <a:gd name="connsiteY52683" fmla="*/ 2087768 h 2398711"/>
              <a:gd name="connsiteX52684" fmla="*/ 695383 w 2119654"/>
              <a:gd name="connsiteY52684" fmla="*/ 2167650 h 2398711"/>
              <a:gd name="connsiteX52685" fmla="*/ 696008 w 2119654"/>
              <a:gd name="connsiteY52685" fmla="*/ 2169339 h 2398711"/>
              <a:gd name="connsiteX52686" fmla="*/ 699422 w 2119654"/>
              <a:gd name="connsiteY52686" fmla="*/ 2169654 h 2398711"/>
              <a:gd name="connsiteX52687" fmla="*/ 701255 w 2119654"/>
              <a:gd name="connsiteY52687" fmla="*/ 2169705 h 2398711"/>
              <a:gd name="connsiteX52688" fmla="*/ 731679 w 2119654"/>
              <a:gd name="connsiteY52688" fmla="*/ 2155578 h 2398711"/>
              <a:gd name="connsiteX52689" fmla="*/ 730066 w 2119654"/>
              <a:gd name="connsiteY52689" fmla="*/ 2153678 h 2398711"/>
              <a:gd name="connsiteX52690" fmla="*/ 722842 w 2119654"/>
              <a:gd name="connsiteY52690" fmla="*/ 2155966 h 2398711"/>
              <a:gd name="connsiteX52691" fmla="*/ 715680 w 2119654"/>
              <a:gd name="connsiteY52691" fmla="*/ 2159458 h 2398711"/>
              <a:gd name="connsiteX52692" fmla="*/ 715499 w 2119654"/>
              <a:gd name="connsiteY52692" fmla="*/ 2159401 h 2398711"/>
              <a:gd name="connsiteX52693" fmla="*/ 714733 w 2119654"/>
              <a:gd name="connsiteY52693" fmla="*/ 2159763 h 2398711"/>
              <a:gd name="connsiteX52694" fmla="*/ 736094 w 2119654"/>
              <a:gd name="connsiteY52694" fmla="*/ 2076460 h 2398711"/>
              <a:gd name="connsiteX52695" fmla="*/ 736944 w 2119654"/>
              <a:gd name="connsiteY52695" fmla="*/ 2077856 h 2398711"/>
              <a:gd name="connsiteX52696" fmla="*/ 737453 w 2119654"/>
              <a:gd name="connsiteY52696" fmla="*/ 2077760 h 2398711"/>
              <a:gd name="connsiteX52697" fmla="*/ 737407 w 2119654"/>
              <a:gd name="connsiteY52697" fmla="*/ 2077367 h 2398711"/>
              <a:gd name="connsiteX52698" fmla="*/ 737342 w 2119654"/>
              <a:gd name="connsiteY52698" fmla="*/ 2076517 h 2398711"/>
              <a:gd name="connsiteX52699" fmla="*/ 709766 w 2119654"/>
              <a:gd name="connsiteY52699" fmla="*/ 2135119 h 2398711"/>
              <a:gd name="connsiteX52700" fmla="*/ 714488 w 2119654"/>
              <a:gd name="connsiteY52700" fmla="*/ 2134993 h 2398711"/>
              <a:gd name="connsiteX52701" fmla="*/ 713838 w 2119654"/>
              <a:gd name="connsiteY52701" fmla="*/ 2134204 h 2398711"/>
              <a:gd name="connsiteX52702" fmla="*/ 721190 w 2119654"/>
              <a:gd name="connsiteY52702" fmla="*/ 2109394 h 2398711"/>
              <a:gd name="connsiteX52703" fmla="*/ 721856 w 2119654"/>
              <a:gd name="connsiteY52703" fmla="*/ 2110774 h 2398711"/>
              <a:gd name="connsiteX52704" fmla="*/ 722998 w 2119654"/>
              <a:gd name="connsiteY52704" fmla="*/ 2111088 h 2398711"/>
              <a:gd name="connsiteX52705" fmla="*/ 723266 w 2119654"/>
              <a:gd name="connsiteY52705" fmla="*/ 2110951 h 2398711"/>
              <a:gd name="connsiteX52706" fmla="*/ 722863 w 2119654"/>
              <a:gd name="connsiteY52706" fmla="*/ 2109962 h 2398711"/>
              <a:gd name="connsiteX52707" fmla="*/ 733929 w 2119654"/>
              <a:gd name="connsiteY52707" fmla="*/ 2080797 h 2398711"/>
              <a:gd name="connsiteX52708" fmla="*/ 734502 w 2119654"/>
              <a:gd name="connsiteY52708" fmla="*/ 2082370 h 2398711"/>
              <a:gd name="connsiteX52709" fmla="*/ 737046 w 2119654"/>
              <a:gd name="connsiteY52709" fmla="*/ 2082423 h 2398711"/>
              <a:gd name="connsiteX52710" fmla="*/ 736564 w 2119654"/>
              <a:gd name="connsiteY52710" fmla="*/ 2081745 h 2398711"/>
              <a:gd name="connsiteX52711" fmla="*/ 724715 w 2119654"/>
              <a:gd name="connsiteY52711" fmla="*/ 2101357 h 2398711"/>
              <a:gd name="connsiteX52712" fmla="*/ 724769 w 2119654"/>
              <a:gd name="connsiteY52712" fmla="*/ 2101377 h 2398711"/>
              <a:gd name="connsiteX52713" fmla="*/ 724755 w 2119654"/>
              <a:gd name="connsiteY52713" fmla="*/ 2101359 h 2398711"/>
              <a:gd name="connsiteX52714" fmla="*/ 1421466 w 2119654"/>
              <a:gd name="connsiteY52714" fmla="*/ 541008 h 2398711"/>
              <a:gd name="connsiteX52715" fmla="*/ 1424747 w 2119654"/>
              <a:gd name="connsiteY52715" fmla="*/ 552367 h 2398711"/>
              <a:gd name="connsiteX52716" fmla="*/ 1424599 w 2119654"/>
              <a:gd name="connsiteY52716" fmla="*/ 545681 h 2398711"/>
              <a:gd name="connsiteX52717" fmla="*/ 1424729 w 2119654"/>
              <a:gd name="connsiteY52717" fmla="*/ 533275 h 2398711"/>
              <a:gd name="connsiteX52718" fmla="*/ 1424777 w 2119654"/>
              <a:gd name="connsiteY52718" fmla="*/ 535451 h 2398711"/>
              <a:gd name="connsiteX52719" fmla="*/ 1428136 w 2119654"/>
              <a:gd name="connsiteY52719" fmla="*/ 545207 h 2398711"/>
              <a:gd name="connsiteX52720" fmla="*/ 737932 w 2119654"/>
              <a:gd name="connsiteY52720" fmla="*/ 2070588 h 2398711"/>
              <a:gd name="connsiteX52721" fmla="*/ 737969 w 2119654"/>
              <a:gd name="connsiteY52721" fmla="*/ 2071074 h 2398711"/>
              <a:gd name="connsiteX52722" fmla="*/ 740102 w 2119654"/>
              <a:gd name="connsiteY52722" fmla="*/ 2070721 h 2398711"/>
              <a:gd name="connsiteX52723" fmla="*/ 1402099 w 2119654"/>
              <a:gd name="connsiteY52723" fmla="*/ 582924 h 2398711"/>
              <a:gd name="connsiteX52724" fmla="*/ 1402519 w 2119654"/>
              <a:gd name="connsiteY52724" fmla="*/ 586187 h 2398711"/>
              <a:gd name="connsiteX52725" fmla="*/ 1402986 w 2119654"/>
              <a:gd name="connsiteY52725" fmla="*/ 585644 h 2398711"/>
              <a:gd name="connsiteX52726" fmla="*/ 737895 w 2119654"/>
              <a:gd name="connsiteY52726" fmla="*/ 2070114 h 2398711"/>
              <a:gd name="connsiteX52727" fmla="*/ 737916 w 2119654"/>
              <a:gd name="connsiteY52727" fmla="*/ 2070386 h 2398711"/>
              <a:gd name="connsiteX52728" fmla="*/ 738362 w 2119654"/>
              <a:gd name="connsiteY52728" fmla="*/ 2070413 h 2398711"/>
              <a:gd name="connsiteX52729" fmla="*/ 741164 w 2119654"/>
              <a:gd name="connsiteY52729" fmla="*/ 2070546 h 2398711"/>
              <a:gd name="connsiteX52730" fmla="*/ 743024 w 2119654"/>
              <a:gd name="connsiteY52730" fmla="*/ 2070238 h 2398711"/>
              <a:gd name="connsiteX52731" fmla="*/ 743851 w 2119654"/>
              <a:gd name="connsiteY52731" fmla="*/ 2069922 h 2398711"/>
              <a:gd name="connsiteX52732" fmla="*/ 694034 w 2119654"/>
              <a:gd name="connsiteY52732" fmla="*/ 2168200 h 2398711"/>
              <a:gd name="connsiteX52733" fmla="*/ 694364 w 2119654"/>
              <a:gd name="connsiteY52733" fmla="*/ 2169188 h 2398711"/>
              <a:gd name="connsiteX52734" fmla="*/ 695824 w 2119654"/>
              <a:gd name="connsiteY52734" fmla="*/ 2169323 h 2398711"/>
              <a:gd name="connsiteX52735" fmla="*/ 695228 w 2119654"/>
              <a:gd name="connsiteY52735" fmla="*/ 2167714 h 2398711"/>
              <a:gd name="connsiteX52736" fmla="*/ 1432867 w 2119654"/>
              <a:gd name="connsiteY52736" fmla="*/ 513339 h 2398711"/>
              <a:gd name="connsiteX52737" fmla="*/ 1435793 w 2119654"/>
              <a:gd name="connsiteY52737" fmla="*/ 519066 h 2398711"/>
              <a:gd name="connsiteX52738" fmla="*/ 1435539 w 2119654"/>
              <a:gd name="connsiteY52738" fmla="*/ 510708 h 2398711"/>
              <a:gd name="connsiteX52739" fmla="*/ 1415348 w 2119654"/>
              <a:gd name="connsiteY52739" fmla="*/ 552062 h 2398711"/>
              <a:gd name="connsiteX52740" fmla="*/ 1416667 w 2119654"/>
              <a:gd name="connsiteY52740" fmla="*/ 557762 h 2398711"/>
              <a:gd name="connsiteX52741" fmla="*/ 1417005 w 2119654"/>
              <a:gd name="connsiteY52741" fmla="*/ 556662 h 2398711"/>
              <a:gd name="connsiteX52742" fmla="*/ 1416487 w 2119654"/>
              <a:gd name="connsiteY52742" fmla="*/ 554065 h 2398711"/>
              <a:gd name="connsiteX52743" fmla="*/ 1432394 w 2119654"/>
              <a:gd name="connsiteY52743" fmla="*/ 513804 h 2398711"/>
              <a:gd name="connsiteX52744" fmla="*/ 1435829 w 2119654"/>
              <a:gd name="connsiteY52744" fmla="*/ 520261 h 2398711"/>
              <a:gd name="connsiteX52745" fmla="*/ 1435827 w 2119654"/>
              <a:gd name="connsiteY52745" fmla="*/ 520184 h 2398711"/>
              <a:gd name="connsiteX52746" fmla="*/ 1432583 w 2119654"/>
              <a:gd name="connsiteY52746" fmla="*/ 513618 h 2398711"/>
              <a:gd name="connsiteX52747" fmla="*/ 735160 w 2119654"/>
              <a:gd name="connsiteY52747" fmla="*/ 2074926 h 2398711"/>
              <a:gd name="connsiteX52748" fmla="*/ 735784 w 2119654"/>
              <a:gd name="connsiteY52748" fmla="*/ 2075950 h 2398711"/>
              <a:gd name="connsiteX52749" fmla="*/ 737304 w 2119654"/>
              <a:gd name="connsiteY52749" fmla="*/ 2076020 h 2398711"/>
              <a:gd name="connsiteX52750" fmla="*/ 737172 w 2119654"/>
              <a:gd name="connsiteY52750" fmla="*/ 2074296 h 2398711"/>
              <a:gd name="connsiteX52751" fmla="*/ 719427 w 2119654"/>
              <a:gd name="connsiteY52751" fmla="*/ 2110103 h 2398711"/>
              <a:gd name="connsiteX52752" fmla="*/ 721439 w 2119654"/>
              <a:gd name="connsiteY52752" fmla="*/ 2110659 h 2398711"/>
              <a:gd name="connsiteX52753" fmla="*/ 720856 w 2119654"/>
              <a:gd name="connsiteY52753" fmla="*/ 2109450 h 2398711"/>
              <a:gd name="connsiteX52754" fmla="*/ 1424666 w 2119654"/>
              <a:gd name="connsiteY52754" fmla="*/ 530446 h 2398711"/>
              <a:gd name="connsiteX52755" fmla="*/ 1424678 w 2119654"/>
              <a:gd name="connsiteY52755" fmla="*/ 530936 h 2398711"/>
              <a:gd name="connsiteX52756" fmla="*/ 1429964 w 2119654"/>
              <a:gd name="connsiteY52756" fmla="*/ 546992 h 2398711"/>
              <a:gd name="connsiteX52757" fmla="*/ 1431520 w 2119654"/>
              <a:gd name="connsiteY52757" fmla="*/ 552441 h 2398711"/>
              <a:gd name="connsiteX52758" fmla="*/ 1431543 w 2119654"/>
              <a:gd name="connsiteY52758" fmla="*/ 552414 h 2398711"/>
              <a:gd name="connsiteX52759" fmla="*/ 1429268 w 2119654"/>
              <a:gd name="connsiteY52759" fmla="*/ 543114 h 2398711"/>
              <a:gd name="connsiteX52760" fmla="*/ 733178 w 2119654"/>
              <a:gd name="connsiteY52760" fmla="*/ 2078736 h 2398711"/>
              <a:gd name="connsiteX52761" fmla="*/ 733822 w 2119654"/>
              <a:gd name="connsiteY52761" fmla="*/ 2080505 h 2398711"/>
              <a:gd name="connsiteX52762" fmla="*/ 736320 w 2119654"/>
              <a:gd name="connsiteY52762" fmla="*/ 2081404 h 2398711"/>
              <a:gd name="connsiteX52763" fmla="*/ 734278 w 2119654"/>
              <a:gd name="connsiteY52763" fmla="*/ 2078543 h 2398711"/>
              <a:gd name="connsiteX52764" fmla="*/ 721893 w 2119654"/>
              <a:gd name="connsiteY52764" fmla="*/ 2102867 h 2398711"/>
              <a:gd name="connsiteX52765" fmla="*/ 722891 w 2119654"/>
              <a:gd name="connsiteY52765" fmla="*/ 2103207 h 2398711"/>
              <a:gd name="connsiteX52766" fmla="*/ 725873 w 2119654"/>
              <a:gd name="connsiteY52766" fmla="*/ 2102761 h 2398711"/>
              <a:gd name="connsiteX52767" fmla="*/ 725252 w 2119654"/>
              <a:gd name="connsiteY52767" fmla="*/ 2101982 h 2398711"/>
              <a:gd name="connsiteX52768" fmla="*/ 725120 w 2119654"/>
              <a:gd name="connsiteY52768" fmla="*/ 2101932 h 2398711"/>
              <a:gd name="connsiteX52769" fmla="*/ 1491235 w 2119654"/>
              <a:gd name="connsiteY52769" fmla="*/ 380023 h 2398711"/>
              <a:gd name="connsiteX52770" fmla="*/ 1492163 w 2119654"/>
              <a:gd name="connsiteY52770" fmla="*/ 383696 h 2398711"/>
              <a:gd name="connsiteX52771" fmla="*/ 1512876 w 2119654"/>
              <a:gd name="connsiteY52771" fmla="*/ 470603 h 2398711"/>
              <a:gd name="connsiteX52772" fmla="*/ 1520065 w 2119654"/>
              <a:gd name="connsiteY52772" fmla="*/ 507187 h 2398711"/>
              <a:gd name="connsiteX52773" fmla="*/ 1524831 w 2119654"/>
              <a:gd name="connsiteY52773" fmla="*/ 517495 h 2398711"/>
              <a:gd name="connsiteX52774" fmla="*/ 1523167 w 2119654"/>
              <a:gd name="connsiteY52774" fmla="*/ 494369 h 2398711"/>
              <a:gd name="connsiteX52775" fmla="*/ 1522092 w 2119654"/>
              <a:gd name="connsiteY52775" fmla="*/ 480357 h 2398711"/>
              <a:gd name="connsiteX52776" fmla="*/ 1520335 w 2119654"/>
              <a:gd name="connsiteY52776" fmla="*/ 460902 h 2398711"/>
              <a:gd name="connsiteX52777" fmla="*/ 1520529 w 2119654"/>
              <a:gd name="connsiteY52777" fmla="*/ 461109 h 2398711"/>
              <a:gd name="connsiteX52778" fmla="*/ 1521737 w 2119654"/>
              <a:gd name="connsiteY52778" fmla="*/ 474488 h 2398711"/>
              <a:gd name="connsiteX52779" fmla="*/ 1516543 w 2119654"/>
              <a:gd name="connsiteY52779" fmla="*/ 402285 h 2398711"/>
              <a:gd name="connsiteX52780" fmla="*/ 1513194 w 2119654"/>
              <a:gd name="connsiteY52780" fmla="*/ 363268 h 2398711"/>
              <a:gd name="connsiteX52781" fmla="*/ 728998 w 2119654"/>
              <a:gd name="connsiteY52781" fmla="*/ 2086768 h 2398711"/>
              <a:gd name="connsiteX52782" fmla="*/ 735638 w 2119654"/>
              <a:gd name="connsiteY52782" fmla="*/ 2086235 h 2398711"/>
              <a:gd name="connsiteX52783" fmla="*/ 735592 w 2119654"/>
              <a:gd name="connsiteY52783" fmla="*/ 2086111 h 2398711"/>
              <a:gd name="connsiteX52784" fmla="*/ 723879 w 2119654"/>
              <a:gd name="connsiteY52784" fmla="*/ 2098203 h 2398711"/>
              <a:gd name="connsiteX52785" fmla="*/ 724737 w 2119654"/>
              <a:gd name="connsiteY52785" fmla="*/ 2098015 h 2398711"/>
              <a:gd name="connsiteX52786" fmla="*/ 724619 w 2119654"/>
              <a:gd name="connsiteY52786" fmla="*/ 2097777 h 2398711"/>
              <a:gd name="connsiteX52787" fmla="*/ 736257 w 2119654"/>
              <a:gd name="connsiteY52787" fmla="*/ 2070486 h 2398711"/>
              <a:gd name="connsiteX52788" fmla="*/ 736900 w 2119654"/>
              <a:gd name="connsiteY52788" fmla="*/ 2070771 h 2398711"/>
              <a:gd name="connsiteX52789" fmla="*/ 736882 w 2119654"/>
              <a:gd name="connsiteY52789" fmla="*/ 2070524 h 2398711"/>
              <a:gd name="connsiteX52790" fmla="*/ 734630 w 2119654"/>
              <a:gd name="connsiteY52790" fmla="*/ 2074055 h 2398711"/>
              <a:gd name="connsiteX52791" fmla="*/ 734804 w 2119654"/>
              <a:gd name="connsiteY52791" fmla="*/ 2074341 h 2398711"/>
              <a:gd name="connsiteX52792" fmla="*/ 736470 w 2119654"/>
              <a:gd name="connsiteY52792" fmla="*/ 2073819 h 2398711"/>
              <a:gd name="connsiteX52793" fmla="*/ 736326 w 2119654"/>
              <a:gd name="connsiteY52793" fmla="*/ 2073794 h 2398711"/>
              <a:gd name="connsiteX52794" fmla="*/ 716065 w 2119654"/>
              <a:gd name="connsiteY52794" fmla="*/ 2115437 h 2398711"/>
              <a:gd name="connsiteX52795" fmla="*/ 723427 w 2119654"/>
              <a:gd name="connsiteY52795" fmla="*/ 2114774 h 2398711"/>
              <a:gd name="connsiteX52796" fmla="*/ 722352 w 2119654"/>
              <a:gd name="connsiteY52796" fmla="*/ 2112546 h 2398711"/>
              <a:gd name="connsiteX52797" fmla="*/ 723483 w 2119654"/>
              <a:gd name="connsiteY52797" fmla="*/ 2098761 h 2398711"/>
              <a:gd name="connsiteX52798" fmla="*/ 725232 w 2119654"/>
              <a:gd name="connsiteY52798" fmla="*/ 2101016 h 2398711"/>
              <a:gd name="connsiteX52799" fmla="*/ 726243 w 2119654"/>
              <a:gd name="connsiteY52799" fmla="*/ 2101077 h 2398711"/>
              <a:gd name="connsiteX52800" fmla="*/ 724946 w 2119654"/>
              <a:gd name="connsiteY52800" fmla="*/ 2098441 h 2398711"/>
              <a:gd name="connsiteX52801" fmla="*/ 692119 w 2119654"/>
              <a:gd name="connsiteY52801" fmla="*/ 2168981 h 2398711"/>
              <a:gd name="connsiteX52802" fmla="*/ 694103 w 2119654"/>
              <a:gd name="connsiteY52802" fmla="*/ 2169163 h 2398711"/>
              <a:gd name="connsiteX52803" fmla="*/ 693810 w 2119654"/>
              <a:gd name="connsiteY52803" fmla="*/ 2168291 h 2398711"/>
              <a:gd name="connsiteX52804" fmla="*/ 710437 w 2119654"/>
              <a:gd name="connsiteY52804" fmla="*/ 2127887 h 2398711"/>
              <a:gd name="connsiteX52805" fmla="*/ 713204 w 2119654"/>
              <a:gd name="connsiteY52805" fmla="*/ 2127708 h 2398711"/>
              <a:gd name="connsiteX52806" fmla="*/ 714856 w 2119654"/>
              <a:gd name="connsiteY52806" fmla="*/ 2126752 h 2398711"/>
              <a:gd name="connsiteX52807" fmla="*/ 1411581 w 2119654"/>
              <a:gd name="connsiteY52807" fmla="*/ 557540 h 2398711"/>
              <a:gd name="connsiteX52808" fmla="*/ 1412704 w 2119654"/>
              <a:gd name="connsiteY52808" fmla="*/ 560210 h 2398711"/>
              <a:gd name="connsiteX52809" fmla="*/ 1412989 w 2119654"/>
              <a:gd name="connsiteY52809" fmla="*/ 560516 h 2398711"/>
              <a:gd name="connsiteX52810" fmla="*/ 1399277 w 2119654"/>
              <a:gd name="connsiteY52810" fmla="*/ 585043 h 2398711"/>
              <a:gd name="connsiteX52811" fmla="*/ 1399412 w 2119654"/>
              <a:gd name="connsiteY52811" fmla="*/ 587838 h 2398711"/>
              <a:gd name="connsiteX52812" fmla="*/ 1399160 w 2119654"/>
              <a:gd name="connsiteY52812" fmla="*/ 590054 h 2398711"/>
              <a:gd name="connsiteX52813" fmla="*/ 1399173 w 2119654"/>
              <a:gd name="connsiteY52813" fmla="*/ 590079 h 2398711"/>
              <a:gd name="connsiteX52814" fmla="*/ 1400219 w 2119654"/>
              <a:gd name="connsiteY52814" fmla="*/ 588862 h 2398711"/>
              <a:gd name="connsiteX52815" fmla="*/ 1419873 w 2119654"/>
              <a:gd name="connsiteY52815" fmla="*/ 538631 h 2398711"/>
              <a:gd name="connsiteX52816" fmla="*/ 1421478 w 2119654"/>
              <a:gd name="connsiteY52816" fmla="*/ 551844 h 2398711"/>
              <a:gd name="connsiteX52817" fmla="*/ 1424824 w 2119654"/>
              <a:gd name="connsiteY52817" fmla="*/ 555892 h 2398711"/>
              <a:gd name="connsiteX52818" fmla="*/ 1424789 w 2119654"/>
              <a:gd name="connsiteY52818" fmla="*/ 554305 h 2398711"/>
              <a:gd name="connsiteX52819" fmla="*/ 1420558 w 2119654"/>
              <a:gd name="connsiteY52819" fmla="*/ 539653 h 2398711"/>
              <a:gd name="connsiteX52820" fmla="*/ 709524 w 2119654"/>
              <a:gd name="connsiteY52820" fmla="*/ 2128198 h 2398711"/>
              <a:gd name="connsiteX52821" fmla="*/ 713908 w 2119654"/>
              <a:gd name="connsiteY52821" fmla="*/ 2133507 h 2398711"/>
              <a:gd name="connsiteX52822" fmla="*/ 720635 w 2119654"/>
              <a:gd name="connsiteY52822" fmla="*/ 2131994 h 2398711"/>
              <a:gd name="connsiteX52823" fmla="*/ 729435 w 2119654"/>
              <a:gd name="connsiteY52823" fmla="*/ 2127213 h 2398711"/>
              <a:gd name="connsiteX52824" fmla="*/ 729291 w 2119654"/>
              <a:gd name="connsiteY52824" fmla="*/ 2126915 h 2398711"/>
              <a:gd name="connsiteX52825" fmla="*/ 723893 w 2119654"/>
              <a:gd name="connsiteY52825" fmla="*/ 2127265 h 2398711"/>
              <a:gd name="connsiteX52826" fmla="*/ 719647 w 2119654"/>
              <a:gd name="connsiteY52826" fmla="*/ 2128394 h 2398711"/>
              <a:gd name="connsiteX52827" fmla="*/ 719436 w 2119654"/>
              <a:gd name="connsiteY52827" fmla="*/ 2128279 h 2398711"/>
              <a:gd name="connsiteX52828" fmla="*/ 723043 w 2119654"/>
              <a:gd name="connsiteY52828" fmla="*/ 2127321 h 2398711"/>
              <a:gd name="connsiteX52829" fmla="*/ 713562 w 2119654"/>
              <a:gd name="connsiteY52829" fmla="*/ 2127936 h 2398711"/>
              <a:gd name="connsiteX52830" fmla="*/ 711135 w 2119654"/>
              <a:gd name="connsiteY52830" fmla="*/ 2129340 h 2398711"/>
              <a:gd name="connsiteX52831" fmla="*/ 710604 w 2119654"/>
              <a:gd name="connsiteY52831" fmla="*/ 2129212 h 2398711"/>
              <a:gd name="connsiteX52832" fmla="*/ 712715 w 2119654"/>
              <a:gd name="connsiteY52832" fmla="*/ 2127991 h 2398711"/>
              <a:gd name="connsiteX52833" fmla="*/ 690275 w 2119654"/>
              <a:gd name="connsiteY52833" fmla="*/ 2171155 h 2398711"/>
              <a:gd name="connsiteX52834" fmla="*/ 691197 w 2119654"/>
              <a:gd name="connsiteY52834" fmla="*/ 2174374 h 2398711"/>
              <a:gd name="connsiteX52835" fmla="*/ 695220 w 2119654"/>
              <a:gd name="connsiteY52835" fmla="*/ 2172506 h 2398711"/>
              <a:gd name="connsiteX52836" fmla="*/ 695034 w 2119654"/>
              <a:gd name="connsiteY52836" fmla="*/ 2171948 h 2398711"/>
              <a:gd name="connsiteX52837" fmla="*/ 727633 w 2119654"/>
              <a:gd name="connsiteY52837" fmla="*/ 2087498 h 2398711"/>
              <a:gd name="connsiteX52838" fmla="*/ 729480 w 2119654"/>
              <a:gd name="connsiteY52838" fmla="*/ 2088565 h 2398711"/>
              <a:gd name="connsiteX52839" fmla="*/ 735887 w 2119654"/>
              <a:gd name="connsiteY52839" fmla="*/ 2086920 h 2398711"/>
              <a:gd name="connsiteX52840" fmla="*/ 735857 w 2119654"/>
              <a:gd name="connsiteY52840" fmla="*/ 2086837 h 2398711"/>
              <a:gd name="connsiteX52841" fmla="*/ 1401514 w 2119654"/>
              <a:gd name="connsiteY52841" fmla="*/ 578388 h 2398711"/>
              <a:gd name="connsiteX52842" fmla="*/ 1401712 w 2119654"/>
              <a:gd name="connsiteY52842" fmla="*/ 579924 h 2398711"/>
              <a:gd name="connsiteX52843" fmla="*/ 1402424 w 2119654"/>
              <a:gd name="connsiteY52843" fmla="*/ 582108 h 2398711"/>
              <a:gd name="connsiteX52844" fmla="*/ 1383617 w 2119654"/>
              <a:gd name="connsiteY52844" fmla="*/ 618241 h 2398711"/>
              <a:gd name="connsiteX52845" fmla="*/ 1385700 w 2119654"/>
              <a:gd name="connsiteY52845" fmla="*/ 622271 h 2398711"/>
              <a:gd name="connsiteX52846" fmla="*/ 1388272 w 2119654"/>
              <a:gd name="connsiteY52846" fmla="*/ 625464 h 2398711"/>
              <a:gd name="connsiteX52847" fmla="*/ 1388787 w 2119654"/>
              <a:gd name="connsiteY52847" fmla="*/ 623530 h 2398711"/>
              <a:gd name="connsiteX52848" fmla="*/ 1385547 w 2119654"/>
              <a:gd name="connsiteY52848" fmla="*/ 620071 h 2398711"/>
              <a:gd name="connsiteX52849" fmla="*/ 1409717 w 2119654"/>
              <a:gd name="connsiteY52849" fmla="*/ 559600 h 2398711"/>
              <a:gd name="connsiteX52850" fmla="*/ 1409399 w 2119654"/>
              <a:gd name="connsiteY52850" fmla="*/ 575259 h 2398711"/>
              <a:gd name="connsiteX52851" fmla="*/ 1410512 w 2119654"/>
              <a:gd name="connsiteY52851" fmla="*/ 576886 h 2398711"/>
              <a:gd name="connsiteX52852" fmla="*/ 1410741 w 2119654"/>
              <a:gd name="connsiteY52852" fmla="*/ 576620 h 2398711"/>
              <a:gd name="connsiteX52853" fmla="*/ 1413779 w 2119654"/>
              <a:gd name="connsiteY52853" fmla="*/ 567146 h 2398711"/>
              <a:gd name="connsiteX52854" fmla="*/ 1411018 w 2119654"/>
              <a:gd name="connsiteY52854" fmla="*/ 560993 h 2398711"/>
              <a:gd name="connsiteX52855" fmla="*/ 732285 w 2119654"/>
              <a:gd name="connsiteY52855" fmla="*/ 2076288 h 2398711"/>
              <a:gd name="connsiteX52856" fmla="*/ 733122 w 2119654"/>
              <a:gd name="connsiteY52856" fmla="*/ 2078582 h 2398711"/>
              <a:gd name="connsiteX52857" fmla="*/ 734164 w 2119654"/>
              <a:gd name="connsiteY52857" fmla="*/ 2078384 h 2398711"/>
              <a:gd name="connsiteX52858" fmla="*/ 732857 w 2119654"/>
              <a:gd name="connsiteY52858" fmla="*/ 2076553 h 2398711"/>
              <a:gd name="connsiteX52859" fmla="*/ 732707 w 2119654"/>
              <a:gd name="connsiteY52859" fmla="*/ 2076307 h 2398711"/>
              <a:gd name="connsiteX52860" fmla="*/ 717345 w 2119654"/>
              <a:gd name="connsiteY52860" fmla="*/ 2109529 h 2398711"/>
              <a:gd name="connsiteX52861" fmla="*/ 718286 w 2119654"/>
              <a:gd name="connsiteY52861" fmla="*/ 2109789 h 2398711"/>
              <a:gd name="connsiteX52862" fmla="*/ 719388 w 2119654"/>
              <a:gd name="connsiteY52862" fmla="*/ 2109229 h 2398711"/>
              <a:gd name="connsiteX52863" fmla="*/ 732386 w 2119654"/>
              <a:gd name="connsiteY52863" fmla="*/ 2075797 h 2398711"/>
              <a:gd name="connsiteX52864" fmla="*/ 732397 w 2119654"/>
              <a:gd name="connsiteY52864" fmla="*/ 2075797 h 2398711"/>
              <a:gd name="connsiteX52865" fmla="*/ 732395 w 2119654"/>
              <a:gd name="connsiteY52865" fmla="*/ 2075794 h 2398711"/>
              <a:gd name="connsiteX52866" fmla="*/ 1401458 w 2119654"/>
              <a:gd name="connsiteY52866" fmla="*/ 576992 h 2398711"/>
              <a:gd name="connsiteX52867" fmla="*/ 1403444 w 2119654"/>
              <a:gd name="connsiteY52867" fmla="*/ 585111 h 2398711"/>
              <a:gd name="connsiteX52868" fmla="*/ 1404177 w 2119654"/>
              <a:gd name="connsiteY52868" fmla="*/ 584258 h 2398711"/>
              <a:gd name="connsiteX52869" fmla="*/ 734661 w 2119654"/>
              <a:gd name="connsiteY52869" fmla="*/ 2069781 h 2398711"/>
              <a:gd name="connsiteX52870" fmla="*/ 735728 w 2119654"/>
              <a:gd name="connsiteY52870" fmla="*/ 2070252 h 2398711"/>
              <a:gd name="connsiteX52871" fmla="*/ 736865 w 2119654"/>
              <a:gd name="connsiteY52871" fmla="*/ 2070322 h 2398711"/>
              <a:gd name="connsiteX52872" fmla="*/ 736846 w 2119654"/>
              <a:gd name="connsiteY52872" fmla="*/ 2070065 h 2398711"/>
              <a:gd name="connsiteX52873" fmla="*/ 1439187 w 2119654"/>
              <a:gd name="connsiteY52873" fmla="*/ 492125 h 2398711"/>
              <a:gd name="connsiteX52874" fmla="*/ 1440351 w 2119654"/>
              <a:gd name="connsiteY52874" fmla="*/ 505968 h 2398711"/>
              <a:gd name="connsiteX52875" fmla="*/ 1442557 w 2119654"/>
              <a:gd name="connsiteY52875" fmla="*/ 503796 h 2398711"/>
              <a:gd name="connsiteX52876" fmla="*/ 1388685 w 2119654"/>
              <a:gd name="connsiteY52876" fmla="*/ 605142 h 2398711"/>
              <a:gd name="connsiteX52877" fmla="*/ 1390055 w 2119654"/>
              <a:gd name="connsiteY52877" fmla="*/ 611088 h 2398711"/>
              <a:gd name="connsiteX52878" fmla="*/ 1390219 w 2119654"/>
              <a:gd name="connsiteY52878" fmla="*/ 611402 h 2398711"/>
              <a:gd name="connsiteX52879" fmla="*/ 1390710 w 2119654"/>
              <a:gd name="connsiteY52879" fmla="*/ 607094 h 2398711"/>
              <a:gd name="connsiteX52880" fmla="*/ 1389781 w 2119654"/>
              <a:gd name="connsiteY52880" fmla="*/ 603759 h 2398711"/>
              <a:gd name="connsiteX52881" fmla="*/ 730310 w 2119654"/>
              <a:gd name="connsiteY52881" fmla="*/ 2079240 h 2398711"/>
              <a:gd name="connsiteX52882" fmla="*/ 733507 w 2119654"/>
              <a:gd name="connsiteY52882" fmla="*/ 2080391 h 2398711"/>
              <a:gd name="connsiteX52883" fmla="*/ 732921 w 2119654"/>
              <a:gd name="connsiteY52883" fmla="*/ 2078781 h 2398711"/>
              <a:gd name="connsiteX52884" fmla="*/ 722243 w 2119654"/>
              <a:gd name="connsiteY52884" fmla="*/ 2097164 h 2398711"/>
              <a:gd name="connsiteX52885" fmla="*/ 723096 w 2119654"/>
              <a:gd name="connsiteY52885" fmla="*/ 2098263 h 2398711"/>
              <a:gd name="connsiteX52886" fmla="*/ 724470 w 2119654"/>
              <a:gd name="connsiteY52886" fmla="*/ 2097472 h 2398711"/>
              <a:gd name="connsiteX52887" fmla="*/ 724259 w 2119654"/>
              <a:gd name="connsiteY52887" fmla="*/ 2097045 h 2398711"/>
              <a:gd name="connsiteX52888" fmla="*/ 726449 w 2119654"/>
              <a:gd name="connsiteY52888" fmla="*/ 2087593 h 2398711"/>
              <a:gd name="connsiteX52889" fmla="*/ 727425 w 2119654"/>
              <a:gd name="connsiteY52889" fmla="*/ 2089093 h 2398711"/>
              <a:gd name="connsiteX52890" fmla="*/ 728745 w 2119654"/>
              <a:gd name="connsiteY52890" fmla="*/ 2088755 h 2398711"/>
              <a:gd name="connsiteX52891" fmla="*/ 726699 w 2119654"/>
              <a:gd name="connsiteY52891" fmla="*/ 2087572 h 2398711"/>
              <a:gd name="connsiteX52892" fmla="*/ 720909 w 2119654"/>
              <a:gd name="connsiteY52892" fmla="*/ 2099914 h 2398711"/>
              <a:gd name="connsiteX52893" fmla="*/ 723545 w 2119654"/>
              <a:gd name="connsiteY52893" fmla="*/ 2100913 h 2398711"/>
              <a:gd name="connsiteX52894" fmla="*/ 724442 w 2119654"/>
              <a:gd name="connsiteY52894" fmla="*/ 2100968 h 2398711"/>
              <a:gd name="connsiteX52895" fmla="*/ 722801 w 2119654"/>
              <a:gd name="connsiteY52895" fmla="*/ 2098911 h 2398711"/>
              <a:gd name="connsiteX52896" fmla="*/ 722554 w 2119654"/>
              <a:gd name="connsiteY52896" fmla="*/ 2098965 h 2398711"/>
              <a:gd name="connsiteX52897" fmla="*/ 685682 w 2119654"/>
              <a:gd name="connsiteY52897" fmla="*/ 2178662 h 2398711"/>
              <a:gd name="connsiteX52898" fmla="*/ 687616 w 2119654"/>
              <a:gd name="connsiteY52898" fmla="*/ 2193266 h 2398711"/>
              <a:gd name="connsiteX52899" fmla="*/ 688978 w 2119654"/>
              <a:gd name="connsiteY52899" fmla="*/ 2193249 h 2398711"/>
              <a:gd name="connsiteX52900" fmla="*/ 695056 w 2119654"/>
              <a:gd name="connsiteY52900" fmla="*/ 2189808 h 2398711"/>
              <a:gd name="connsiteX52901" fmla="*/ 691433 w 2119654"/>
              <a:gd name="connsiteY52901" fmla="*/ 2177149 h 2398711"/>
              <a:gd name="connsiteX52902" fmla="*/ 731841 w 2119654"/>
              <a:gd name="connsiteY52902" fmla="*/ 2075066 h 2398711"/>
              <a:gd name="connsiteX52903" fmla="*/ 731907 w 2119654"/>
              <a:gd name="connsiteY52903" fmla="*/ 2075250 h 2398711"/>
              <a:gd name="connsiteX52904" fmla="*/ 732039 w 2119654"/>
              <a:gd name="connsiteY52904" fmla="*/ 2075209 h 2398711"/>
              <a:gd name="connsiteX52905" fmla="*/ 731931 w 2119654"/>
              <a:gd name="connsiteY52905" fmla="*/ 2075032 h 2398711"/>
              <a:gd name="connsiteX52906" fmla="*/ 1387629 w 2119654"/>
              <a:gd name="connsiteY52906" fmla="*/ 606474 h 2398711"/>
              <a:gd name="connsiteX52907" fmla="*/ 1388547 w 2119654"/>
              <a:gd name="connsiteY52907" fmla="*/ 608219 h 2398711"/>
              <a:gd name="connsiteX52908" fmla="*/ 1388029 w 2119654"/>
              <a:gd name="connsiteY52908" fmla="*/ 605970 h 2398711"/>
              <a:gd name="connsiteX52909" fmla="*/ 1387233 w 2119654"/>
              <a:gd name="connsiteY52909" fmla="*/ 606975 h 2398711"/>
              <a:gd name="connsiteX52910" fmla="*/ 1389802 w 2119654"/>
              <a:gd name="connsiteY52910" fmla="*/ 615071 h 2398711"/>
              <a:gd name="connsiteX52911" fmla="*/ 1389908 w 2119654"/>
              <a:gd name="connsiteY52911" fmla="*/ 614132 h 2398711"/>
              <a:gd name="connsiteX52912" fmla="*/ 1388721 w 2119654"/>
              <a:gd name="connsiteY52912" fmla="*/ 608977 h 2398711"/>
              <a:gd name="connsiteX52913" fmla="*/ 1387494 w 2119654"/>
              <a:gd name="connsiteY52913" fmla="*/ 606645 h 2398711"/>
              <a:gd name="connsiteX52914" fmla="*/ 719885 w 2119654"/>
              <a:gd name="connsiteY52914" fmla="*/ 2101062 h 2398711"/>
              <a:gd name="connsiteX52915" fmla="*/ 720391 w 2119654"/>
              <a:gd name="connsiteY52915" fmla="*/ 2102358 h 2398711"/>
              <a:gd name="connsiteX52916" fmla="*/ 721680 w 2119654"/>
              <a:gd name="connsiteY52916" fmla="*/ 2102795 h 2398711"/>
              <a:gd name="connsiteX52917" fmla="*/ 724921 w 2119654"/>
              <a:gd name="connsiteY52917" fmla="*/ 2101856 h 2398711"/>
              <a:gd name="connsiteX52918" fmla="*/ 723390 w 2119654"/>
              <a:gd name="connsiteY52918" fmla="*/ 2101276 h 2398711"/>
              <a:gd name="connsiteX52919" fmla="*/ 1382400 w 2119654"/>
              <a:gd name="connsiteY52919" fmla="*/ 617088 h 2398711"/>
              <a:gd name="connsiteX52920" fmla="*/ 1382475 w 2119654"/>
              <a:gd name="connsiteY52920" fmla="*/ 618264 h 2398711"/>
              <a:gd name="connsiteX52921" fmla="*/ 1384681 w 2119654"/>
              <a:gd name="connsiteY52921" fmla="*/ 621004 h 2398711"/>
              <a:gd name="connsiteX52922" fmla="*/ 1382902 w 2119654"/>
              <a:gd name="connsiteY52922" fmla="*/ 617564 h 2398711"/>
              <a:gd name="connsiteX52923" fmla="*/ 1423059 w 2119654"/>
              <a:gd name="connsiteY52923" fmla="*/ 526020 h 2398711"/>
              <a:gd name="connsiteX52924" fmla="*/ 1424244 w 2119654"/>
              <a:gd name="connsiteY52924" fmla="*/ 529620 h 2398711"/>
              <a:gd name="connsiteX52925" fmla="*/ 1424236 w 2119654"/>
              <a:gd name="connsiteY52925" fmla="*/ 529260 h 2398711"/>
              <a:gd name="connsiteX52926" fmla="*/ 708236 w 2119654"/>
              <a:gd name="connsiteY52926" fmla="*/ 2126637 h 2398711"/>
              <a:gd name="connsiteX52927" fmla="*/ 709198 w 2119654"/>
              <a:gd name="connsiteY52927" fmla="*/ 2127803 h 2398711"/>
              <a:gd name="connsiteX52928" fmla="*/ 716108 w 2119654"/>
              <a:gd name="connsiteY52928" fmla="*/ 2126028 h 2398711"/>
              <a:gd name="connsiteX52929" fmla="*/ 719932 w 2119654"/>
              <a:gd name="connsiteY52929" fmla="*/ 2123817 h 2398711"/>
              <a:gd name="connsiteX52930" fmla="*/ 719706 w 2119654"/>
              <a:gd name="connsiteY52930" fmla="*/ 2100607 h 2398711"/>
              <a:gd name="connsiteX52931" fmla="*/ 719735 w 2119654"/>
              <a:gd name="connsiteY52931" fmla="*/ 2100681 h 2398711"/>
              <a:gd name="connsiteX52932" fmla="*/ 722221 w 2119654"/>
              <a:gd name="connsiteY52932" fmla="*/ 2100832 h 2398711"/>
              <a:gd name="connsiteX52933" fmla="*/ 720467 w 2119654"/>
              <a:gd name="connsiteY52933" fmla="*/ 2100168 h 2398711"/>
              <a:gd name="connsiteX52934" fmla="*/ 733207 w 2119654"/>
              <a:gd name="connsiteY52934" fmla="*/ 2070099 h 2398711"/>
              <a:gd name="connsiteX52935" fmla="*/ 734322 w 2119654"/>
              <a:gd name="connsiteY52935" fmla="*/ 2070167 h 2398711"/>
              <a:gd name="connsiteX52936" fmla="*/ 733666 w 2119654"/>
              <a:gd name="connsiteY52936" fmla="*/ 2069877 h 2398711"/>
              <a:gd name="connsiteX52937" fmla="*/ 719927 w 2119654"/>
              <a:gd name="connsiteY52937" fmla="*/ 2099541 h 2398711"/>
              <a:gd name="connsiteX52938" fmla="*/ 720500 w 2119654"/>
              <a:gd name="connsiteY52938" fmla="*/ 2099758 h 2398711"/>
              <a:gd name="connsiteX52939" fmla="*/ 721459 w 2119654"/>
              <a:gd name="connsiteY52939" fmla="*/ 2099206 h 2398711"/>
              <a:gd name="connsiteX52940" fmla="*/ 1424315 w 2119654"/>
              <a:gd name="connsiteY52940" fmla="*/ 522230 h 2398711"/>
              <a:gd name="connsiteX52941" fmla="*/ 1424489 w 2119654"/>
              <a:gd name="connsiteY52941" fmla="*/ 522441 h 2398711"/>
              <a:gd name="connsiteX52942" fmla="*/ 1424545 w 2119654"/>
              <a:gd name="connsiteY52942" fmla="*/ 524959 h 2398711"/>
              <a:gd name="connsiteX52943" fmla="*/ 1433635 w 2119654"/>
              <a:gd name="connsiteY52943" fmla="*/ 549981 h 2398711"/>
              <a:gd name="connsiteX52944" fmla="*/ 1436472 w 2119654"/>
              <a:gd name="connsiteY52944" fmla="*/ 546679 h 2398711"/>
              <a:gd name="connsiteX52945" fmla="*/ 1430957 w 2119654"/>
              <a:gd name="connsiteY52945" fmla="*/ 532020 h 2398711"/>
              <a:gd name="connsiteX52946" fmla="*/ 1425739 w 2119654"/>
              <a:gd name="connsiteY52946" fmla="*/ 520737 h 2398711"/>
              <a:gd name="connsiteX52947" fmla="*/ 713791 w 2119654"/>
              <a:gd name="connsiteY52947" fmla="*/ 2112682 h 2398711"/>
              <a:gd name="connsiteX52948" fmla="*/ 721756 w 2119654"/>
              <a:gd name="connsiteY52948" fmla="*/ 2111721 h 2398711"/>
              <a:gd name="connsiteX52949" fmla="*/ 721914 w 2119654"/>
              <a:gd name="connsiteY52949" fmla="*/ 2111641 h 2398711"/>
              <a:gd name="connsiteX52950" fmla="*/ 721706 w 2119654"/>
              <a:gd name="connsiteY52950" fmla="*/ 2111210 h 2398711"/>
              <a:gd name="connsiteX52951" fmla="*/ 718774 w 2119654"/>
              <a:gd name="connsiteY52951" fmla="*/ 2110402 h 2398711"/>
              <a:gd name="connsiteX52952" fmla="*/ 1423763 w 2119654"/>
              <a:gd name="connsiteY52952" fmla="*/ 522809 h 2398711"/>
              <a:gd name="connsiteX52953" fmla="*/ 1424115 w 2119654"/>
              <a:gd name="connsiteY52953" fmla="*/ 523775 h 2398711"/>
              <a:gd name="connsiteX52954" fmla="*/ 1424085 w 2119654"/>
              <a:gd name="connsiteY52954" fmla="*/ 522471 h 2398711"/>
              <a:gd name="connsiteX52955" fmla="*/ 1409831 w 2119654"/>
              <a:gd name="connsiteY52955" fmla="*/ 554001 h 2398711"/>
              <a:gd name="connsiteX52956" fmla="*/ 1409799 w 2119654"/>
              <a:gd name="connsiteY52956" fmla="*/ 555584 h 2398711"/>
              <a:gd name="connsiteX52957" fmla="*/ 1411231 w 2119654"/>
              <a:gd name="connsiteY52957" fmla="*/ 558638 h 2398711"/>
              <a:gd name="connsiteX52958" fmla="*/ 1412231 w 2119654"/>
              <a:gd name="connsiteY52958" fmla="*/ 559705 h 2398711"/>
              <a:gd name="connsiteX52959" fmla="*/ 730192 w 2119654"/>
              <a:gd name="connsiteY52959" fmla="*/ 2075697 h 2398711"/>
              <a:gd name="connsiteX52960" fmla="*/ 730445 w 2119654"/>
              <a:gd name="connsiteY52960" fmla="*/ 2075708 h 2398711"/>
              <a:gd name="connsiteX52961" fmla="*/ 731662 w 2119654"/>
              <a:gd name="connsiteY52961" fmla="*/ 2075327 h 2398711"/>
              <a:gd name="connsiteX52962" fmla="*/ 731601 w 2119654"/>
              <a:gd name="connsiteY52962" fmla="*/ 2075159 h 2398711"/>
              <a:gd name="connsiteX52963" fmla="*/ 719371 w 2119654"/>
              <a:gd name="connsiteY52963" fmla="*/ 2099752 h 2398711"/>
              <a:gd name="connsiteX52964" fmla="*/ 719581 w 2119654"/>
              <a:gd name="connsiteY52964" fmla="*/ 2100287 h 2398711"/>
              <a:gd name="connsiteX52965" fmla="*/ 720058 w 2119654"/>
              <a:gd name="connsiteY52965" fmla="*/ 2100012 h 2398711"/>
              <a:gd name="connsiteX52966" fmla="*/ 732445 w 2119654"/>
              <a:gd name="connsiteY52966" fmla="*/ 2070465 h 2398711"/>
              <a:gd name="connsiteX52967" fmla="*/ 732571 w 2119654"/>
              <a:gd name="connsiteY52967" fmla="*/ 2070672 h 2398711"/>
              <a:gd name="connsiteX52968" fmla="*/ 736539 w 2119654"/>
              <a:gd name="connsiteY52968" fmla="*/ 2071310 h 2398711"/>
              <a:gd name="connsiteX52969" fmla="*/ 736808 w 2119654"/>
              <a:gd name="connsiteY52969" fmla="*/ 2071265 h 2398711"/>
              <a:gd name="connsiteX52970" fmla="*/ 734850 w 2119654"/>
              <a:gd name="connsiteY52970" fmla="*/ 2070400 h 2398711"/>
              <a:gd name="connsiteX52971" fmla="*/ 732835 w 2119654"/>
              <a:gd name="connsiteY52971" fmla="*/ 2070277 h 2398711"/>
              <a:gd name="connsiteX52972" fmla="*/ 1384462 w 2119654"/>
              <a:gd name="connsiteY52972" fmla="*/ 610473 h 2398711"/>
              <a:gd name="connsiteX52973" fmla="*/ 1389417 w 2119654"/>
              <a:gd name="connsiteY52973" fmla="*/ 617665 h 2398711"/>
              <a:gd name="connsiteX52974" fmla="*/ 1389497 w 2119654"/>
              <a:gd name="connsiteY52974" fmla="*/ 617741 h 2398711"/>
              <a:gd name="connsiteX52975" fmla="*/ 1389616 w 2119654"/>
              <a:gd name="connsiteY52975" fmla="*/ 616698 h 2398711"/>
              <a:gd name="connsiteX52976" fmla="*/ 1386794 w 2119654"/>
              <a:gd name="connsiteY52976" fmla="*/ 607529 h 2398711"/>
              <a:gd name="connsiteX52977" fmla="*/ 724345 w 2119654"/>
              <a:gd name="connsiteY52977" fmla="*/ 2087761 h 2398711"/>
              <a:gd name="connsiteX52978" fmla="*/ 725357 w 2119654"/>
              <a:gd name="connsiteY52978" fmla="*/ 2089229 h 2398711"/>
              <a:gd name="connsiteX52979" fmla="*/ 725560 w 2119654"/>
              <a:gd name="connsiteY52979" fmla="*/ 2089232 h 2398711"/>
              <a:gd name="connsiteX52980" fmla="*/ 724736 w 2119654"/>
              <a:gd name="connsiteY52980" fmla="*/ 2088097 h 2398711"/>
              <a:gd name="connsiteX52981" fmla="*/ 724504 w 2119654"/>
              <a:gd name="connsiteY52981" fmla="*/ 2087749 h 2398711"/>
              <a:gd name="connsiteX52982" fmla="*/ 1386569 w 2119654"/>
              <a:gd name="connsiteY52982" fmla="*/ 604884 h 2398711"/>
              <a:gd name="connsiteX52983" fmla="*/ 1386698 w 2119654"/>
              <a:gd name="connsiteY52983" fmla="*/ 605292 h 2398711"/>
              <a:gd name="connsiteX52984" fmla="*/ 1386750 w 2119654"/>
              <a:gd name="connsiteY52984" fmla="*/ 605226 h 2398711"/>
              <a:gd name="connsiteX52985" fmla="*/ 720866 w 2119654"/>
              <a:gd name="connsiteY52985" fmla="*/ 2095390 h 2398711"/>
              <a:gd name="connsiteX52986" fmla="*/ 721139 w 2119654"/>
              <a:gd name="connsiteY52986" fmla="*/ 2095741 h 2398711"/>
              <a:gd name="connsiteX52987" fmla="*/ 723502 w 2119654"/>
              <a:gd name="connsiteY52987" fmla="*/ 2095506 h 2398711"/>
              <a:gd name="connsiteX52988" fmla="*/ 723145 w 2119654"/>
              <a:gd name="connsiteY52988" fmla="*/ 2094780 h 2398711"/>
              <a:gd name="connsiteX52989" fmla="*/ 714507 w 2119654"/>
              <a:gd name="connsiteY52989" fmla="*/ 2109225 h 2398711"/>
              <a:gd name="connsiteX52990" fmla="*/ 714581 w 2119654"/>
              <a:gd name="connsiteY52990" fmla="*/ 2109571 h 2398711"/>
              <a:gd name="connsiteX52991" fmla="*/ 715351 w 2119654"/>
              <a:gd name="connsiteY52991" fmla="*/ 2109458 h 2398711"/>
              <a:gd name="connsiteX52992" fmla="*/ 1381176 w 2119654"/>
              <a:gd name="connsiteY52992" fmla="*/ 615930 h 2398711"/>
              <a:gd name="connsiteX52993" fmla="*/ 1381453 w 2119654"/>
              <a:gd name="connsiteY52993" fmla="*/ 616995 h 2398711"/>
              <a:gd name="connsiteX52994" fmla="*/ 1381841 w 2119654"/>
              <a:gd name="connsiteY52994" fmla="*/ 617476 h 2398711"/>
              <a:gd name="connsiteX52995" fmla="*/ 1381799 w 2119654"/>
              <a:gd name="connsiteY52995" fmla="*/ 616519 h 2398711"/>
              <a:gd name="connsiteX52996" fmla="*/ 728867 w 2119654"/>
              <a:gd name="connsiteY52996" fmla="*/ 2076203 h 2398711"/>
              <a:gd name="connsiteX52997" fmla="*/ 729064 w 2119654"/>
              <a:gd name="connsiteY52997" fmla="*/ 2076141 h 2398711"/>
              <a:gd name="connsiteX52998" fmla="*/ 729033 w 2119654"/>
              <a:gd name="connsiteY52998" fmla="*/ 2076139 h 2398711"/>
              <a:gd name="connsiteX52999" fmla="*/ 714156 w 2119654"/>
              <a:gd name="connsiteY52999" fmla="*/ 2107573 h 2398711"/>
              <a:gd name="connsiteX53000" fmla="*/ 714400 w 2119654"/>
              <a:gd name="connsiteY53000" fmla="*/ 2108717 h 2398711"/>
              <a:gd name="connsiteX53001" fmla="*/ 716482 w 2119654"/>
              <a:gd name="connsiteY53001" fmla="*/ 2109291 h 2398711"/>
              <a:gd name="connsiteX53002" fmla="*/ 719559 w 2119654"/>
              <a:gd name="connsiteY53002" fmla="*/ 2108840 h 2398711"/>
              <a:gd name="connsiteX53003" fmla="*/ 716506 w 2119654"/>
              <a:gd name="connsiteY53003" fmla="*/ 2107803 h 2398711"/>
              <a:gd name="connsiteX53004" fmla="*/ 717085 w 2119654"/>
              <a:gd name="connsiteY53004" fmla="*/ 2100893 h 2398711"/>
              <a:gd name="connsiteX53005" fmla="*/ 717282 w 2119654"/>
              <a:gd name="connsiteY53005" fmla="*/ 2101301 h 2398711"/>
              <a:gd name="connsiteX53006" fmla="*/ 719663 w 2119654"/>
              <a:gd name="connsiteY53006" fmla="*/ 2102110 h 2398711"/>
              <a:gd name="connsiteX53007" fmla="*/ 719220 w 2119654"/>
              <a:gd name="connsiteY53007" fmla="*/ 2101023 h 2398711"/>
              <a:gd name="connsiteX53008" fmla="*/ 718447 w 2119654"/>
              <a:gd name="connsiteY53008" fmla="*/ 2097391 h 2398711"/>
              <a:gd name="connsiteX53009" fmla="*/ 719168 w 2119654"/>
              <a:gd name="connsiteY53009" fmla="*/ 2099235 h 2398711"/>
              <a:gd name="connsiteX53010" fmla="*/ 722480 w 2119654"/>
              <a:gd name="connsiteY53010" fmla="*/ 2098508 h 2398711"/>
              <a:gd name="connsiteX53011" fmla="*/ 721446 w 2119654"/>
              <a:gd name="connsiteY53011" fmla="*/ 2097212 h 2398711"/>
              <a:gd name="connsiteX53012" fmla="*/ 1419424 w 2119654"/>
              <a:gd name="connsiteY53012" fmla="*/ 527360 h 2398711"/>
              <a:gd name="connsiteX53013" fmla="*/ 1424466 w 2119654"/>
              <a:gd name="connsiteY53013" fmla="*/ 539685 h 2398711"/>
              <a:gd name="connsiteX53014" fmla="*/ 1424356 w 2119654"/>
              <a:gd name="connsiteY53014" fmla="*/ 534721 h 2398711"/>
              <a:gd name="connsiteX53015" fmla="*/ 1422486 w 2119654"/>
              <a:gd name="connsiteY53015" fmla="*/ 529289 h 2398711"/>
              <a:gd name="connsiteX53016" fmla="*/ 1422705 w 2119654"/>
              <a:gd name="connsiteY53016" fmla="*/ 529432 h 2398711"/>
              <a:gd name="connsiteX53017" fmla="*/ 1424345 w 2119654"/>
              <a:gd name="connsiteY53017" fmla="*/ 534196 h 2398711"/>
              <a:gd name="connsiteX53018" fmla="*/ 1424291 w 2119654"/>
              <a:gd name="connsiteY53018" fmla="*/ 531740 h 2398711"/>
              <a:gd name="connsiteX53019" fmla="*/ 1423342 w 2119654"/>
              <a:gd name="connsiteY53019" fmla="*/ 528417 h 2398711"/>
              <a:gd name="connsiteX53020" fmla="*/ 1422077 w 2119654"/>
              <a:gd name="connsiteY53020" fmla="*/ 524577 h 2398711"/>
              <a:gd name="connsiteX53021" fmla="*/ 1402123 w 2119654"/>
              <a:gd name="connsiteY53021" fmla="*/ 565814 h 2398711"/>
              <a:gd name="connsiteX53022" fmla="*/ 1405357 w 2119654"/>
              <a:gd name="connsiteY53022" fmla="*/ 582885 h 2398711"/>
              <a:gd name="connsiteX53023" fmla="*/ 1408936 w 2119654"/>
              <a:gd name="connsiteY53023" fmla="*/ 578720 h 2398711"/>
              <a:gd name="connsiteX53024" fmla="*/ 1409028 w 2119654"/>
              <a:gd name="connsiteY53024" fmla="*/ 576056 h 2398711"/>
              <a:gd name="connsiteX53025" fmla="*/ 1408928 w 2119654"/>
              <a:gd name="connsiteY53025" fmla="*/ 575761 h 2398711"/>
              <a:gd name="connsiteX53026" fmla="*/ 684794 w 2119654"/>
              <a:gd name="connsiteY53026" fmla="*/ 2171966 h 2398711"/>
              <a:gd name="connsiteX53027" fmla="*/ 685452 w 2119654"/>
              <a:gd name="connsiteY53027" fmla="*/ 2176932 h 2398711"/>
              <a:gd name="connsiteX53028" fmla="*/ 685998 w 2119654"/>
              <a:gd name="connsiteY53028" fmla="*/ 2176788 h 2398711"/>
              <a:gd name="connsiteX53029" fmla="*/ 690704 w 2119654"/>
              <a:gd name="connsiteY53029" fmla="*/ 2174603 h 2398711"/>
              <a:gd name="connsiteX53030" fmla="*/ 689689 w 2119654"/>
              <a:gd name="connsiteY53030" fmla="*/ 2171057 h 2398711"/>
              <a:gd name="connsiteX53031" fmla="*/ 687798 w 2119654"/>
              <a:gd name="connsiteY53031" fmla="*/ 2170742 h 2398711"/>
              <a:gd name="connsiteX53032" fmla="*/ 716767 w 2119654"/>
              <a:gd name="connsiteY53032" fmla="*/ 2100234 h 2398711"/>
              <a:gd name="connsiteX53033" fmla="*/ 716899 w 2119654"/>
              <a:gd name="connsiteY53033" fmla="*/ 2100509 h 2398711"/>
              <a:gd name="connsiteX53034" fmla="*/ 718976 w 2119654"/>
              <a:gd name="connsiteY53034" fmla="*/ 2100635 h 2398711"/>
              <a:gd name="connsiteX53035" fmla="*/ 719046 w 2119654"/>
              <a:gd name="connsiteY53035" fmla="*/ 2100595 h 2398711"/>
              <a:gd name="connsiteX53036" fmla="*/ 718724 w 2119654"/>
              <a:gd name="connsiteY53036" fmla="*/ 2099805 h 2398711"/>
              <a:gd name="connsiteX53037" fmla="*/ 718606 w 2119654"/>
              <a:gd name="connsiteY53037" fmla="*/ 2095994 h 2398711"/>
              <a:gd name="connsiteX53038" fmla="*/ 720349 w 2119654"/>
              <a:gd name="connsiteY53038" fmla="*/ 2095820 h 2398711"/>
              <a:gd name="connsiteX53039" fmla="*/ 720161 w 2119654"/>
              <a:gd name="connsiteY53039" fmla="*/ 2095578 h 2398711"/>
              <a:gd name="connsiteX53040" fmla="*/ 1393190 w 2119654"/>
              <a:gd name="connsiteY53040" fmla="*/ 585190 h 2398711"/>
              <a:gd name="connsiteX53041" fmla="*/ 1393189 w 2119654"/>
              <a:gd name="connsiteY53041" fmla="*/ 585356 h 2398711"/>
              <a:gd name="connsiteX53042" fmla="*/ 1393204 w 2119654"/>
              <a:gd name="connsiteY53042" fmla="*/ 585215 h 2398711"/>
              <a:gd name="connsiteX53043" fmla="*/ 1418607 w 2119654"/>
              <a:gd name="connsiteY53043" fmla="*/ 528216 h 2398711"/>
              <a:gd name="connsiteX53044" fmla="*/ 1419214 w 2119654"/>
              <a:gd name="connsiteY53044" fmla="*/ 533209 h 2398711"/>
              <a:gd name="connsiteX53045" fmla="*/ 1420312 w 2119654"/>
              <a:gd name="connsiteY53045" fmla="*/ 537011 h 2398711"/>
              <a:gd name="connsiteX53046" fmla="*/ 1420921 w 2119654"/>
              <a:gd name="connsiteY53046" fmla="*/ 537846 h 2398711"/>
              <a:gd name="connsiteX53047" fmla="*/ 1424545 w 2119654"/>
              <a:gd name="connsiteY53047" fmla="*/ 543251 h 2398711"/>
              <a:gd name="connsiteX53048" fmla="*/ 1424483 w 2119654"/>
              <a:gd name="connsiteY53048" fmla="*/ 540453 h 2398711"/>
              <a:gd name="connsiteX53049" fmla="*/ 1419216 w 2119654"/>
              <a:gd name="connsiteY53049" fmla="*/ 527577 h 2398711"/>
              <a:gd name="connsiteX53050" fmla="*/ 1398669 w 2119654"/>
              <a:gd name="connsiteY53050" fmla="*/ 572404 h 2398711"/>
              <a:gd name="connsiteX53051" fmla="*/ 1399193 w 2119654"/>
              <a:gd name="connsiteY53051" fmla="*/ 583307 h 2398711"/>
              <a:gd name="connsiteX53052" fmla="*/ 1400487 w 2119654"/>
              <a:gd name="connsiteY53052" fmla="*/ 588551 h 2398711"/>
              <a:gd name="connsiteX53053" fmla="*/ 1402234 w 2119654"/>
              <a:gd name="connsiteY53053" fmla="*/ 586517 h 2398711"/>
              <a:gd name="connsiteX53054" fmla="*/ 1401559 w 2119654"/>
              <a:gd name="connsiteY53054" fmla="*/ 581267 h 2398711"/>
              <a:gd name="connsiteX53055" fmla="*/ 722812 w 2119654"/>
              <a:gd name="connsiteY53055" fmla="*/ 2085326 h 2398711"/>
              <a:gd name="connsiteX53056" fmla="*/ 723181 w 2119654"/>
              <a:gd name="connsiteY53056" fmla="*/ 2086077 h 2398711"/>
              <a:gd name="connsiteX53057" fmla="*/ 723336 w 2119654"/>
              <a:gd name="connsiteY53057" fmla="*/ 2086300 h 2398711"/>
              <a:gd name="connsiteX53058" fmla="*/ 723526 w 2119654"/>
              <a:gd name="connsiteY53058" fmla="*/ 2086281 h 2398711"/>
              <a:gd name="connsiteX53059" fmla="*/ 722939 w 2119654"/>
              <a:gd name="connsiteY53059" fmla="*/ 2085400 h 2398711"/>
              <a:gd name="connsiteX53060" fmla="*/ 726164 w 2119654"/>
              <a:gd name="connsiteY53060" fmla="*/ 2077748 h 2398711"/>
              <a:gd name="connsiteX53061" fmla="*/ 730051 w 2119654"/>
              <a:gd name="connsiteY53061" fmla="*/ 2079147 h 2398711"/>
              <a:gd name="connsiteX53062" fmla="*/ 731337 w 2119654"/>
              <a:gd name="connsiteY53062" fmla="*/ 2078921 h 2398711"/>
              <a:gd name="connsiteX53063" fmla="*/ 732866 w 2119654"/>
              <a:gd name="connsiteY53063" fmla="*/ 2078630 h 2398711"/>
              <a:gd name="connsiteX53064" fmla="*/ 732008 w 2119654"/>
              <a:gd name="connsiteY53064" fmla="*/ 2076275 h 2398711"/>
              <a:gd name="connsiteX53065" fmla="*/ 731005 w 2119654"/>
              <a:gd name="connsiteY53065" fmla="*/ 2076229 h 2398711"/>
              <a:gd name="connsiteX53066" fmla="*/ 715859 w 2119654"/>
              <a:gd name="connsiteY53066" fmla="*/ 2100818 h 2398711"/>
              <a:gd name="connsiteX53067" fmla="*/ 716849 w 2119654"/>
              <a:gd name="connsiteY53067" fmla="*/ 2101154 h 2398711"/>
              <a:gd name="connsiteX53068" fmla="*/ 716712 w 2119654"/>
              <a:gd name="connsiteY53068" fmla="*/ 2100870 h 2398711"/>
              <a:gd name="connsiteX53069" fmla="*/ 1371745 w 2119654"/>
              <a:gd name="connsiteY53069" fmla="*/ 632108 h 2398711"/>
              <a:gd name="connsiteX53070" fmla="*/ 1371745 w 2119654"/>
              <a:gd name="connsiteY53070" fmla="*/ 632166 h 2398711"/>
              <a:gd name="connsiteX53071" fmla="*/ 1373454 w 2119654"/>
              <a:gd name="connsiteY53071" fmla="*/ 634657 h 2398711"/>
              <a:gd name="connsiteX53072" fmla="*/ 1373978 w 2119654"/>
              <a:gd name="connsiteY53072" fmla="*/ 635576 h 2398711"/>
              <a:gd name="connsiteX53073" fmla="*/ 1373918 w 2119654"/>
              <a:gd name="connsiteY53073" fmla="*/ 635349 h 2398711"/>
              <a:gd name="connsiteX53074" fmla="*/ 1373830 w 2119654"/>
              <a:gd name="connsiteY53074" fmla="*/ 635146 h 2398711"/>
              <a:gd name="connsiteX53075" fmla="*/ 715813 w 2119654"/>
              <a:gd name="connsiteY53075" fmla="*/ 2100442 h 2398711"/>
              <a:gd name="connsiteX53076" fmla="*/ 716527 w 2119654"/>
              <a:gd name="connsiteY53076" fmla="*/ 2100486 h 2398711"/>
              <a:gd name="connsiteX53077" fmla="*/ 716439 w 2119654"/>
              <a:gd name="connsiteY53077" fmla="*/ 2100305 h 2398711"/>
              <a:gd name="connsiteX53078" fmla="*/ 684560 w 2119654"/>
              <a:gd name="connsiteY53078" fmla="*/ 2170203 h 2398711"/>
              <a:gd name="connsiteX53079" fmla="*/ 684723 w 2119654"/>
              <a:gd name="connsiteY53079" fmla="*/ 2171429 h 2398711"/>
              <a:gd name="connsiteX53080" fmla="*/ 686810 w 2119654"/>
              <a:gd name="connsiteY53080" fmla="*/ 2170577 h 2398711"/>
              <a:gd name="connsiteX53081" fmla="*/ 1410011 w 2119654"/>
              <a:gd name="connsiteY53081" fmla="*/ 545201 h 2398711"/>
              <a:gd name="connsiteX53082" fmla="*/ 1409853 w 2119654"/>
              <a:gd name="connsiteY53082" fmla="*/ 552947 h 2398711"/>
              <a:gd name="connsiteX53083" fmla="*/ 1413894 w 2119654"/>
              <a:gd name="connsiteY53083" fmla="*/ 561483 h 2398711"/>
              <a:gd name="connsiteX53084" fmla="*/ 1415127 w 2119654"/>
              <a:gd name="connsiteY53084" fmla="*/ 562801 h 2398711"/>
              <a:gd name="connsiteX53085" fmla="*/ 1416486 w 2119654"/>
              <a:gd name="connsiteY53085" fmla="*/ 558356 h 2398711"/>
              <a:gd name="connsiteX53086" fmla="*/ 1414811 w 2119654"/>
              <a:gd name="connsiteY53086" fmla="*/ 551118 h 2398711"/>
              <a:gd name="connsiteX53087" fmla="*/ 1414611 w 2119654"/>
              <a:gd name="connsiteY53087" fmla="*/ 550767 h 2398711"/>
              <a:gd name="connsiteX53088" fmla="*/ 727633 w 2119654"/>
              <a:gd name="connsiteY53088" fmla="*/ 2072781 h 2398711"/>
              <a:gd name="connsiteX53089" fmla="*/ 729071 w 2119654"/>
              <a:gd name="connsiteY53089" fmla="*/ 2072544 h 2398711"/>
              <a:gd name="connsiteX53090" fmla="*/ 728376 w 2119654"/>
              <a:gd name="connsiteY53090" fmla="*/ 2072424 h 2398711"/>
              <a:gd name="connsiteX53091" fmla="*/ 1415937 w 2119654"/>
              <a:gd name="connsiteY53091" fmla="*/ 531016 h 2398711"/>
              <a:gd name="connsiteX53092" fmla="*/ 1416593 w 2119654"/>
              <a:gd name="connsiteY53092" fmla="*/ 531916 h 2398711"/>
              <a:gd name="connsiteX53093" fmla="*/ 1416546 w 2119654"/>
              <a:gd name="connsiteY53093" fmla="*/ 530378 h 2398711"/>
              <a:gd name="connsiteX53094" fmla="*/ 1386692 w 2119654"/>
              <a:gd name="connsiteY53094" fmla="*/ 596488 h 2398711"/>
              <a:gd name="connsiteX53095" fmla="*/ 1388264 w 2119654"/>
              <a:gd name="connsiteY53095" fmla="*/ 603315 h 2398711"/>
              <a:gd name="connsiteX53096" fmla="*/ 1389295 w 2119654"/>
              <a:gd name="connsiteY53096" fmla="*/ 602014 h 2398711"/>
              <a:gd name="connsiteX53097" fmla="*/ 1388361 w 2119654"/>
              <a:gd name="connsiteY53097" fmla="*/ 598662 h 2398711"/>
              <a:gd name="connsiteX53098" fmla="*/ 1388036 w 2119654"/>
              <a:gd name="connsiteY53098" fmla="*/ 598031 h 2398711"/>
              <a:gd name="connsiteX53099" fmla="*/ 723058 w 2119654"/>
              <a:gd name="connsiteY53099" fmla="*/ 2082376 h 2398711"/>
              <a:gd name="connsiteX53100" fmla="*/ 725470 w 2119654"/>
              <a:gd name="connsiteY53100" fmla="*/ 2086087 h 2398711"/>
              <a:gd name="connsiteX53101" fmla="*/ 735229 w 2119654"/>
              <a:gd name="connsiteY53101" fmla="*/ 2085113 h 2398711"/>
              <a:gd name="connsiteX53102" fmla="*/ 734371 w 2119654"/>
              <a:gd name="connsiteY53102" fmla="*/ 2082758 h 2398711"/>
              <a:gd name="connsiteX53103" fmla="*/ 715905 w 2119654"/>
              <a:gd name="connsiteY53103" fmla="*/ 2098389 h 2398711"/>
              <a:gd name="connsiteX53104" fmla="*/ 716565 w 2119654"/>
              <a:gd name="connsiteY53104" fmla="*/ 2099804 h 2398711"/>
              <a:gd name="connsiteX53105" fmla="*/ 718447 w 2119654"/>
              <a:gd name="connsiteY53105" fmla="*/ 2099392 h 2398711"/>
              <a:gd name="connsiteX53106" fmla="*/ 1418241 w 2119654"/>
              <a:gd name="connsiteY53106" fmla="*/ 525194 h 2398711"/>
              <a:gd name="connsiteX53107" fmla="*/ 1418518 w 2119654"/>
              <a:gd name="connsiteY53107" fmla="*/ 527473 h 2398711"/>
              <a:gd name="connsiteX53108" fmla="*/ 1418985 w 2119654"/>
              <a:gd name="connsiteY53108" fmla="*/ 527013 h 2398711"/>
              <a:gd name="connsiteX53109" fmla="*/ 1398511 w 2119654"/>
              <a:gd name="connsiteY53109" fmla="*/ 569116 h 2398711"/>
              <a:gd name="connsiteX53110" fmla="*/ 1398574 w 2119654"/>
              <a:gd name="connsiteY53110" fmla="*/ 570420 h 2398711"/>
              <a:gd name="connsiteX53111" fmla="*/ 1399459 w 2119654"/>
              <a:gd name="connsiteY53111" fmla="*/ 573014 h 2398711"/>
              <a:gd name="connsiteX53112" fmla="*/ 1401173 w 2119654"/>
              <a:gd name="connsiteY53112" fmla="*/ 578266 h 2398711"/>
              <a:gd name="connsiteX53113" fmla="*/ 1400825 w 2119654"/>
              <a:gd name="connsiteY53113" fmla="*/ 575573 h 2398711"/>
              <a:gd name="connsiteX53114" fmla="*/ 1400635 w 2119654"/>
              <a:gd name="connsiteY53114" fmla="*/ 574792 h 2398711"/>
              <a:gd name="connsiteX53115" fmla="*/ 715521 w 2119654"/>
              <a:gd name="connsiteY53115" fmla="*/ 2097564 h 2398711"/>
              <a:gd name="connsiteX53116" fmla="*/ 715694 w 2119654"/>
              <a:gd name="connsiteY53116" fmla="*/ 2097936 h 2398711"/>
              <a:gd name="connsiteX53117" fmla="*/ 718389 w 2119654"/>
              <a:gd name="connsiteY53117" fmla="*/ 2098958 h 2398711"/>
              <a:gd name="connsiteX53118" fmla="*/ 717790 w 2119654"/>
              <a:gd name="connsiteY53118" fmla="*/ 2097430 h 2398711"/>
              <a:gd name="connsiteX53119" fmla="*/ 725368 w 2119654"/>
              <a:gd name="connsiteY53119" fmla="*/ 2075478 h 2398711"/>
              <a:gd name="connsiteX53120" fmla="*/ 728893 w 2119654"/>
              <a:gd name="connsiteY53120" fmla="*/ 2075638 h 2398711"/>
              <a:gd name="connsiteX53121" fmla="*/ 731423 w 2119654"/>
              <a:gd name="connsiteY53121" fmla="*/ 2074671 h 2398711"/>
              <a:gd name="connsiteX53122" fmla="*/ 731380 w 2119654"/>
              <a:gd name="connsiteY53122" fmla="*/ 2074554 h 2398711"/>
              <a:gd name="connsiteX53123" fmla="*/ 697074 w 2119654"/>
              <a:gd name="connsiteY53123" fmla="*/ 2137971 h 2398711"/>
              <a:gd name="connsiteX53124" fmla="*/ 707123 w 2119654"/>
              <a:gd name="connsiteY53124" fmla="*/ 2139334 h 2398711"/>
              <a:gd name="connsiteX53125" fmla="*/ 713603 w 2119654"/>
              <a:gd name="connsiteY53125" fmla="*/ 2135814 h 2398711"/>
              <a:gd name="connsiteX53126" fmla="*/ 707055 w 2119654"/>
              <a:gd name="connsiteY53126" fmla="*/ 2135728 h 2398711"/>
              <a:gd name="connsiteX53127" fmla="*/ 1386254 w 2119654"/>
              <a:gd name="connsiteY53127" fmla="*/ 594588 h 2398711"/>
              <a:gd name="connsiteX53128" fmla="*/ 1386496 w 2119654"/>
              <a:gd name="connsiteY53128" fmla="*/ 595637 h 2398711"/>
              <a:gd name="connsiteX53129" fmla="*/ 1387237 w 2119654"/>
              <a:gd name="connsiteY53129" fmla="*/ 596488 h 2398711"/>
              <a:gd name="connsiteX53130" fmla="*/ 1436385 w 2119654"/>
              <a:gd name="connsiteY53130" fmla="*/ 482180 h 2398711"/>
              <a:gd name="connsiteX53131" fmla="*/ 1438046 w 2119654"/>
              <a:gd name="connsiteY53131" fmla="*/ 487654 h 2398711"/>
              <a:gd name="connsiteX53132" fmla="*/ 1437521 w 2119654"/>
              <a:gd name="connsiteY53132" fmla="*/ 481406 h 2398711"/>
              <a:gd name="connsiteX53133" fmla="*/ 690311 w 2119654"/>
              <a:gd name="connsiteY53133" fmla="*/ 2152690 h 2398711"/>
              <a:gd name="connsiteX53134" fmla="*/ 727704 w 2119654"/>
              <a:gd name="connsiteY53134" fmla="*/ 2150896 h 2398711"/>
              <a:gd name="connsiteX53135" fmla="*/ 725811 w 2119654"/>
              <a:gd name="connsiteY53135" fmla="*/ 2148666 h 2398711"/>
              <a:gd name="connsiteX53136" fmla="*/ 710615 w 2119654"/>
              <a:gd name="connsiteY53136" fmla="*/ 2149554 h 2398711"/>
              <a:gd name="connsiteX53137" fmla="*/ 725678 w 2119654"/>
              <a:gd name="connsiteY53137" fmla="*/ 2148508 h 2398711"/>
              <a:gd name="connsiteX53138" fmla="*/ 724647 w 2119654"/>
              <a:gd name="connsiteY53138" fmla="*/ 2147295 h 2398711"/>
              <a:gd name="connsiteX53139" fmla="*/ 721219 w 2119654"/>
              <a:gd name="connsiteY53139" fmla="*/ 2143143 h 2398711"/>
              <a:gd name="connsiteX53140" fmla="*/ 713978 w 2119654"/>
              <a:gd name="connsiteY53140" fmla="*/ 2142160 h 2398711"/>
              <a:gd name="connsiteX53141" fmla="*/ 695350 w 2119654"/>
              <a:gd name="connsiteY53141" fmla="*/ 2150447 h 2398711"/>
              <a:gd name="connsiteX53142" fmla="*/ 710615 w 2119654"/>
              <a:gd name="connsiteY53142" fmla="*/ 2149554 h 2398711"/>
              <a:gd name="connsiteX53143" fmla="*/ 694905 w 2119654"/>
              <a:gd name="connsiteY53143" fmla="*/ 2150646 h 2398711"/>
              <a:gd name="connsiteX53144" fmla="*/ 719113 w 2119654"/>
              <a:gd name="connsiteY53144" fmla="*/ 2088182 h 2398711"/>
              <a:gd name="connsiteX53145" fmla="*/ 720164 w 2119654"/>
              <a:gd name="connsiteY53145" fmla="*/ 2089128 h 2398711"/>
              <a:gd name="connsiteX53146" fmla="*/ 720290 w 2119654"/>
              <a:gd name="connsiteY53146" fmla="*/ 2089131 h 2398711"/>
              <a:gd name="connsiteX53147" fmla="*/ 719607 w 2119654"/>
              <a:gd name="connsiteY53147" fmla="*/ 2088142 h 2398711"/>
              <a:gd name="connsiteX53148" fmla="*/ 1370301 w 2119654"/>
              <a:gd name="connsiteY53148" fmla="*/ 630007 h 2398711"/>
              <a:gd name="connsiteX53149" fmla="*/ 1370326 w 2119654"/>
              <a:gd name="connsiteY53149" fmla="*/ 630100 h 2398711"/>
              <a:gd name="connsiteX53150" fmla="*/ 1370439 w 2119654"/>
              <a:gd name="connsiteY53150" fmla="*/ 630265 h 2398711"/>
              <a:gd name="connsiteX53151" fmla="*/ 1370439 w 2119654"/>
              <a:gd name="connsiteY53151" fmla="*/ 630207 h 2398711"/>
              <a:gd name="connsiteX53152" fmla="*/ 714824 w 2119654"/>
              <a:gd name="connsiteY53152" fmla="*/ 2097606 h 2398711"/>
              <a:gd name="connsiteX53153" fmla="*/ 715205 w 2119654"/>
              <a:gd name="connsiteY53153" fmla="*/ 2097751 h 2398711"/>
              <a:gd name="connsiteX53154" fmla="*/ 715127 w 2119654"/>
              <a:gd name="connsiteY53154" fmla="*/ 2097588 h 2398711"/>
              <a:gd name="connsiteX53155" fmla="*/ 1413018 w 2119654"/>
              <a:gd name="connsiteY53155" fmla="*/ 534076 h 2398711"/>
              <a:gd name="connsiteX53156" fmla="*/ 1414954 w 2119654"/>
              <a:gd name="connsiteY53156" fmla="*/ 543816 h 2398711"/>
              <a:gd name="connsiteX53157" fmla="*/ 1415204 w 2119654"/>
              <a:gd name="connsiteY53157" fmla="*/ 544254 h 2398711"/>
              <a:gd name="connsiteX53158" fmla="*/ 1417050 w 2119654"/>
              <a:gd name="connsiteY53158" fmla="*/ 546488 h 2398711"/>
              <a:gd name="connsiteX53159" fmla="*/ 1416653 w 2119654"/>
              <a:gd name="connsiteY53159" fmla="*/ 533826 h 2398711"/>
              <a:gd name="connsiteX53160" fmla="*/ 1415252 w 2119654"/>
              <a:gd name="connsiteY53160" fmla="*/ 531734 h 2398711"/>
              <a:gd name="connsiteX53161" fmla="*/ 1436048 w 2119654"/>
              <a:gd name="connsiteY53161" fmla="*/ 482410 h 2398711"/>
              <a:gd name="connsiteX53162" fmla="*/ 1438354 w 2119654"/>
              <a:gd name="connsiteY53162" fmla="*/ 495867 h 2398711"/>
              <a:gd name="connsiteX53163" fmla="*/ 1439177 w 2119654"/>
              <a:gd name="connsiteY53163" fmla="*/ 501100 h 2398711"/>
              <a:gd name="connsiteX53164" fmla="*/ 1438108 w 2119654"/>
              <a:gd name="connsiteY53164" fmla="*/ 488389 h 2398711"/>
              <a:gd name="connsiteX53165" fmla="*/ 1437596 w 2119654"/>
              <a:gd name="connsiteY53165" fmla="*/ 486616 h 2398711"/>
              <a:gd name="connsiteX53166" fmla="*/ 1436273 w 2119654"/>
              <a:gd name="connsiteY53166" fmla="*/ 482255 h 2398711"/>
              <a:gd name="connsiteX53167" fmla="*/ 689930 w 2119654"/>
              <a:gd name="connsiteY53167" fmla="*/ 2152918 h 2398711"/>
              <a:gd name="connsiteX53168" fmla="*/ 695200 w 2119654"/>
              <a:gd name="connsiteY53168" fmla="*/ 2167157 h 2398711"/>
              <a:gd name="connsiteX53169" fmla="*/ 699831 w 2119654"/>
              <a:gd name="connsiteY53169" fmla="*/ 2165270 h 2398711"/>
              <a:gd name="connsiteX53170" fmla="*/ 712838 w 2119654"/>
              <a:gd name="connsiteY53170" fmla="*/ 2159134 h 2398711"/>
              <a:gd name="connsiteX53171" fmla="*/ 704429 w 2119654"/>
              <a:gd name="connsiteY53171" fmla="*/ 2161795 h 2398711"/>
              <a:gd name="connsiteX53172" fmla="*/ 704194 w 2119654"/>
              <a:gd name="connsiteY53172" fmla="*/ 2161681 h 2398711"/>
              <a:gd name="connsiteX53173" fmla="*/ 714057 w 2119654"/>
              <a:gd name="connsiteY53173" fmla="*/ 2158558 h 2398711"/>
              <a:gd name="connsiteX53174" fmla="*/ 728446 w 2119654"/>
              <a:gd name="connsiteY53174" fmla="*/ 2151769 h 2398711"/>
              <a:gd name="connsiteX53175" fmla="*/ 728042 w 2119654"/>
              <a:gd name="connsiteY53175" fmla="*/ 2151293 h 2398711"/>
              <a:gd name="connsiteX53176" fmla="*/ 705049 w 2119654"/>
              <a:gd name="connsiteY53176" fmla="*/ 2152397 h 2398711"/>
              <a:gd name="connsiteX53177" fmla="*/ 721972 w 2119654"/>
              <a:gd name="connsiteY53177" fmla="*/ 2080706 h 2398711"/>
              <a:gd name="connsiteX53178" fmla="*/ 722902 w 2119654"/>
              <a:gd name="connsiteY53178" fmla="*/ 2082135 h 2398711"/>
              <a:gd name="connsiteX53179" fmla="*/ 734227 w 2119654"/>
              <a:gd name="connsiteY53179" fmla="*/ 2082364 h 2398711"/>
              <a:gd name="connsiteX53180" fmla="*/ 733614 w 2119654"/>
              <a:gd name="connsiteY53180" fmla="*/ 2080684 h 2398711"/>
              <a:gd name="connsiteX53181" fmla="*/ 729836 w 2119654"/>
              <a:gd name="connsiteY53181" fmla="*/ 2079324 h 2398711"/>
              <a:gd name="connsiteX53182" fmla="*/ 703686 w 2119654"/>
              <a:gd name="connsiteY53182" fmla="*/ 2121129 h 2398711"/>
              <a:gd name="connsiteX53183" fmla="*/ 706899 w 2119654"/>
              <a:gd name="connsiteY53183" fmla="*/ 2125020 h 2398711"/>
              <a:gd name="connsiteX53184" fmla="*/ 725684 w 2119654"/>
              <a:gd name="connsiteY53184" fmla="*/ 2120489 h 2398711"/>
              <a:gd name="connsiteX53185" fmla="*/ 726077 w 2119654"/>
              <a:gd name="connsiteY53185" fmla="*/ 2120262 h 2398711"/>
              <a:gd name="connsiteX53186" fmla="*/ 723989 w 2119654"/>
              <a:gd name="connsiteY53186" fmla="*/ 2115936 h 2398711"/>
              <a:gd name="connsiteX53187" fmla="*/ 712788 w 2119654"/>
              <a:gd name="connsiteY53187" fmla="*/ 2116944 h 2398711"/>
              <a:gd name="connsiteX53188" fmla="*/ 700336 w 2119654"/>
              <a:gd name="connsiteY53188" fmla="*/ 2128543 h 2398711"/>
              <a:gd name="connsiteX53189" fmla="*/ 708336 w 2119654"/>
              <a:gd name="connsiteY53189" fmla="*/ 2128024 h 2398711"/>
              <a:gd name="connsiteX53190" fmla="*/ 708664 w 2119654"/>
              <a:gd name="connsiteY53190" fmla="*/ 2127940 h 2398711"/>
              <a:gd name="connsiteX53191" fmla="*/ 707696 w 2119654"/>
              <a:gd name="connsiteY53191" fmla="*/ 2126768 h 2398711"/>
              <a:gd name="connsiteX53192" fmla="*/ 705742 w 2119654"/>
              <a:gd name="connsiteY53192" fmla="*/ 2116366 h 2398711"/>
              <a:gd name="connsiteX53193" fmla="*/ 714126 w 2119654"/>
              <a:gd name="connsiteY53193" fmla="*/ 2115611 h 2398711"/>
              <a:gd name="connsiteX53194" fmla="*/ 719924 w 2119654"/>
              <a:gd name="connsiteY53194" fmla="*/ 2112654 h 2398711"/>
              <a:gd name="connsiteX53195" fmla="*/ 717862 w 2119654"/>
              <a:gd name="connsiteY53195" fmla="*/ 2112904 h 2398711"/>
              <a:gd name="connsiteX53196" fmla="*/ 712337 w 2119654"/>
              <a:gd name="connsiteY53196" fmla="*/ 2113348 h 2398711"/>
              <a:gd name="connsiteX53197" fmla="*/ 1393221 w 2119654"/>
              <a:gd name="connsiteY53197" fmla="*/ 576910 h 2398711"/>
              <a:gd name="connsiteX53198" fmla="*/ 1393209 w 2119654"/>
              <a:gd name="connsiteY53198" fmla="*/ 580048 h 2398711"/>
              <a:gd name="connsiteX53199" fmla="*/ 1393700 w 2119654"/>
              <a:gd name="connsiteY53199" fmla="*/ 580872 h 2398711"/>
              <a:gd name="connsiteX53200" fmla="*/ 1393913 w 2119654"/>
              <a:gd name="connsiteY53200" fmla="*/ 579009 h 2398711"/>
              <a:gd name="connsiteX53201" fmla="*/ 1434999 w 2119654"/>
              <a:gd name="connsiteY53201" fmla="*/ 483125 h 2398711"/>
              <a:gd name="connsiteX53202" fmla="*/ 1435225 w 2119654"/>
              <a:gd name="connsiteY53202" fmla="*/ 487473 h 2398711"/>
              <a:gd name="connsiteX53203" fmla="*/ 1435919 w 2119654"/>
              <a:gd name="connsiteY53203" fmla="*/ 510333 h 2398711"/>
              <a:gd name="connsiteX53204" fmla="*/ 1439187 w 2119654"/>
              <a:gd name="connsiteY53204" fmla="*/ 507114 h 2398711"/>
              <a:gd name="connsiteX53205" fmla="*/ 1435420 w 2119654"/>
              <a:gd name="connsiteY53205" fmla="*/ 482838 h 2398711"/>
              <a:gd name="connsiteX53206" fmla="*/ 1411544 w 2119654"/>
              <a:gd name="connsiteY53206" fmla="*/ 535623 h 2398711"/>
              <a:gd name="connsiteX53207" fmla="*/ 1412402 w 2119654"/>
              <a:gd name="connsiteY53207" fmla="*/ 539330 h 2398711"/>
              <a:gd name="connsiteX53208" fmla="*/ 1414178 w 2119654"/>
              <a:gd name="connsiteY53208" fmla="*/ 542450 h 2398711"/>
              <a:gd name="connsiteX53209" fmla="*/ 1412599 w 2119654"/>
              <a:gd name="connsiteY53209" fmla="*/ 534517 h 2398711"/>
              <a:gd name="connsiteX53210" fmla="*/ 689098 w 2119654"/>
              <a:gd name="connsiteY53210" fmla="*/ 2153230 h 2398711"/>
              <a:gd name="connsiteX53211" fmla="*/ 690627 w 2119654"/>
              <a:gd name="connsiteY53211" fmla="*/ 2158017 h 2398711"/>
              <a:gd name="connsiteX53212" fmla="*/ 693867 w 2119654"/>
              <a:gd name="connsiteY53212" fmla="*/ 2167700 h 2398711"/>
              <a:gd name="connsiteX53213" fmla="*/ 695046 w 2119654"/>
              <a:gd name="connsiteY53213" fmla="*/ 2167221 h 2398711"/>
              <a:gd name="connsiteX53214" fmla="*/ 689758 w 2119654"/>
              <a:gd name="connsiteY53214" fmla="*/ 2152935 h 2398711"/>
              <a:gd name="connsiteX53215" fmla="*/ 699018 w 2119654"/>
              <a:gd name="connsiteY53215" fmla="*/ 2130820 h 2398711"/>
              <a:gd name="connsiteX53216" fmla="*/ 712957 w 2119654"/>
              <a:gd name="connsiteY53216" fmla="*/ 2133720 h 2398711"/>
              <a:gd name="connsiteX53217" fmla="*/ 713363 w 2119654"/>
              <a:gd name="connsiteY53217" fmla="*/ 2133630 h 2398711"/>
              <a:gd name="connsiteX53218" fmla="*/ 708939 w 2119654"/>
              <a:gd name="connsiteY53218" fmla="*/ 2128273 h 2398711"/>
              <a:gd name="connsiteX53219" fmla="*/ 1410761 w 2119654"/>
              <a:gd name="connsiteY53219" fmla="*/ 536445 h 2398711"/>
              <a:gd name="connsiteX53220" fmla="*/ 1411866 w 2119654"/>
              <a:gd name="connsiteY53220" fmla="*/ 538386 h 2398711"/>
              <a:gd name="connsiteX53221" fmla="*/ 1411288 w 2119654"/>
              <a:gd name="connsiteY53221" fmla="*/ 535892 h 2398711"/>
              <a:gd name="connsiteX53222" fmla="*/ 1435696 w 2119654"/>
              <a:gd name="connsiteY53222" fmla="*/ 480356 h 2398711"/>
              <a:gd name="connsiteX53223" fmla="*/ 1436002 w 2119654"/>
              <a:gd name="connsiteY53223" fmla="*/ 482139 h 2398711"/>
              <a:gd name="connsiteX53224" fmla="*/ 1436197 w 2119654"/>
              <a:gd name="connsiteY53224" fmla="*/ 482006 h 2398711"/>
              <a:gd name="connsiteX53225" fmla="*/ 1399178 w 2119654"/>
              <a:gd name="connsiteY53225" fmla="*/ 561509 h 2398711"/>
              <a:gd name="connsiteX53226" fmla="*/ 1400882 w 2119654"/>
              <a:gd name="connsiteY53226" fmla="*/ 573475 h 2398711"/>
              <a:gd name="connsiteX53227" fmla="*/ 1401062 w 2119654"/>
              <a:gd name="connsiteY53227" fmla="*/ 574876 h 2398711"/>
              <a:gd name="connsiteX53228" fmla="*/ 1404452 w 2119654"/>
              <a:gd name="connsiteY53228" fmla="*/ 583936 h 2398711"/>
              <a:gd name="connsiteX53229" fmla="*/ 1404689 w 2119654"/>
              <a:gd name="connsiteY53229" fmla="*/ 583661 h 2398711"/>
              <a:gd name="connsiteX53230" fmla="*/ 1403519 w 2119654"/>
              <a:gd name="connsiteY53230" fmla="*/ 575771 h 2398711"/>
              <a:gd name="connsiteX53231" fmla="*/ 1401445 w 2119654"/>
              <a:gd name="connsiteY53231" fmla="*/ 564823 h 2398711"/>
              <a:gd name="connsiteX53232" fmla="*/ 717293 w 2119654"/>
              <a:gd name="connsiteY53232" fmla="*/ 2088328 h 2398711"/>
              <a:gd name="connsiteX53233" fmla="*/ 719252 w 2119654"/>
              <a:gd name="connsiteY53233" fmla="*/ 2089111 h 2398711"/>
              <a:gd name="connsiteX53234" fmla="*/ 719356 w 2119654"/>
              <a:gd name="connsiteY53234" fmla="*/ 2089113 h 2398711"/>
              <a:gd name="connsiteX53235" fmla="*/ 718387 w 2119654"/>
              <a:gd name="connsiteY53235" fmla="*/ 2088240 h 2398711"/>
              <a:gd name="connsiteX53236" fmla="*/ 689258 w 2119654"/>
              <a:gd name="connsiteY53236" fmla="*/ 2151038 h 2398711"/>
              <a:gd name="connsiteX53237" fmla="*/ 689747 w 2119654"/>
              <a:gd name="connsiteY53237" fmla="*/ 2152415 h 2398711"/>
              <a:gd name="connsiteX53238" fmla="*/ 693503 w 2119654"/>
              <a:gd name="connsiteY53238" fmla="*/ 2150743 h 2398711"/>
              <a:gd name="connsiteX53239" fmla="*/ 716478 w 2119654"/>
              <a:gd name="connsiteY53239" fmla="*/ 2089736 h 2398711"/>
              <a:gd name="connsiteX53240" fmla="*/ 717365 w 2119654"/>
              <a:gd name="connsiteY53240" fmla="*/ 2090879 h 2398711"/>
              <a:gd name="connsiteX53241" fmla="*/ 719890 w 2119654"/>
              <a:gd name="connsiteY53241" fmla="*/ 2091029 h 2398711"/>
              <a:gd name="connsiteX53242" fmla="*/ 720276 w 2119654"/>
              <a:gd name="connsiteY53242" fmla="*/ 2090929 h 2398711"/>
              <a:gd name="connsiteX53243" fmla="*/ 717333 w 2119654"/>
              <a:gd name="connsiteY53243" fmla="*/ 2089752 h 2398711"/>
              <a:gd name="connsiteX53244" fmla="*/ 721086 w 2119654"/>
              <a:gd name="connsiteY53244" fmla="*/ 2079341 h 2398711"/>
              <a:gd name="connsiteX53245" fmla="*/ 721891 w 2119654"/>
              <a:gd name="connsiteY53245" fmla="*/ 2080580 h 2398711"/>
              <a:gd name="connsiteX53246" fmla="*/ 729577 w 2119654"/>
              <a:gd name="connsiteY53246" fmla="*/ 2079231 h 2398711"/>
              <a:gd name="connsiteX53247" fmla="*/ 725787 w 2119654"/>
              <a:gd name="connsiteY53247" fmla="*/ 2077866 h 2398711"/>
              <a:gd name="connsiteX53248" fmla="*/ 689127 w 2119654"/>
              <a:gd name="connsiteY53248" fmla="*/ 2150670 h 2398711"/>
              <a:gd name="connsiteX53249" fmla="*/ 689177 w 2119654"/>
              <a:gd name="connsiteY53249" fmla="*/ 2150809 h 2398711"/>
              <a:gd name="connsiteX53250" fmla="*/ 693989 w 2119654"/>
              <a:gd name="connsiteY53250" fmla="*/ 2150527 h 2398711"/>
              <a:gd name="connsiteX53251" fmla="*/ 713071 w 2119654"/>
              <a:gd name="connsiteY53251" fmla="*/ 2142038 h 2398711"/>
              <a:gd name="connsiteX53252" fmla="*/ 707279 w 2119654"/>
              <a:gd name="connsiteY53252" fmla="*/ 2141252 h 2398711"/>
              <a:gd name="connsiteX53253" fmla="*/ 697742 w 2119654"/>
              <a:gd name="connsiteY53253" fmla="*/ 2146432 h 2398711"/>
              <a:gd name="connsiteX53254" fmla="*/ 1385505 w 2119654"/>
              <a:gd name="connsiteY53254" fmla="*/ 591335 h 2398711"/>
              <a:gd name="connsiteX53255" fmla="*/ 1385752 w 2119654"/>
              <a:gd name="connsiteY53255" fmla="*/ 592406 h 2398711"/>
              <a:gd name="connsiteX53256" fmla="*/ 1385780 w 2119654"/>
              <a:gd name="connsiteY53256" fmla="*/ 592459 h 2398711"/>
              <a:gd name="connsiteX53257" fmla="*/ 1387631 w 2119654"/>
              <a:gd name="connsiteY53257" fmla="*/ 596040 h 2398711"/>
              <a:gd name="connsiteX53258" fmla="*/ 1387090 w 2119654"/>
              <a:gd name="connsiteY53258" fmla="*/ 594099 h 2398711"/>
              <a:gd name="connsiteX53259" fmla="*/ 1385512 w 2119654"/>
              <a:gd name="connsiteY53259" fmla="*/ 591345 h 2398711"/>
              <a:gd name="connsiteX53260" fmla="*/ 708771 w 2119654"/>
              <a:gd name="connsiteY53260" fmla="*/ 2106371 h 2398711"/>
              <a:gd name="connsiteX53261" fmla="*/ 713719 w 2119654"/>
              <a:gd name="connsiteY53261" fmla="*/ 2106857 h 2398711"/>
              <a:gd name="connsiteX53262" fmla="*/ 711438 w 2119654"/>
              <a:gd name="connsiteY53262" fmla="*/ 2106082 h 2398711"/>
              <a:gd name="connsiteX53263" fmla="*/ 729899 w 2119654"/>
              <a:gd name="connsiteY53263" fmla="*/ 2058868 h 2398711"/>
              <a:gd name="connsiteX53264" fmla="*/ 729979 w 2119654"/>
              <a:gd name="connsiteY53264" fmla="*/ 2058870 h 2398711"/>
              <a:gd name="connsiteX53265" fmla="*/ 729961 w 2119654"/>
              <a:gd name="connsiteY53265" fmla="*/ 2058857 h 2398711"/>
              <a:gd name="connsiteX53266" fmla="*/ 688799 w 2119654"/>
              <a:gd name="connsiteY53266" fmla="*/ 2150831 h 2398711"/>
              <a:gd name="connsiteX53267" fmla="*/ 688975 w 2119654"/>
              <a:gd name="connsiteY53267" fmla="*/ 2150821 h 2398711"/>
              <a:gd name="connsiteX53268" fmla="*/ 688952 w 2119654"/>
              <a:gd name="connsiteY53268" fmla="*/ 2150756 h 2398711"/>
              <a:gd name="connsiteX53269" fmla="*/ 688417 w 2119654"/>
              <a:gd name="connsiteY53269" fmla="*/ 2151096 h 2398711"/>
              <a:gd name="connsiteX53270" fmla="*/ 688947 w 2119654"/>
              <a:gd name="connsiteY53270" fmla="*/ 2152755 h 2398711"/>
              <a:gd name="connsiteX53271" fmla="*/ 688985 w 2119654"/>
              <a:gd name="connsiteY53271" fmla="*/ 2152753 h 2398711"/>
              <a:gd name="connsiteX53272" fmla="*/ 689591 w 2119654"/>
              <a:gd name="connsiteY53272" fmla="*/ 2152484 h 2398711"/>
              <a:gd name="connsiteX53273" fmla="*/ 689061 w 2119654"/>
              <a:gd name="connsiteY53273" fmla="*/ 2151052 h 2398711"/>
              <a:gd name="connsiteX53274" fmla="*/ 708093 w 2119654"/>
              <a:gd name="connsiteY53274" fmla="*/ 2106977 h 2398711"/>
              <a:gd name="connsiteX53275" fmla="*/ 714205 w 2119654"/>
              <a:gd name="connsiteY53275" fmla="*/ 2108663 h 2398711"/>
              <a:gd name="connsiteX53276" fmla="*/ 713970 w 2119654"/>
              <a:gd name="connsiteY53276" fmla="*/ 2107555 h 2398711"/>
              <a:gd name="connsiteX53277" fmla="*/ 712077 w 2119654"/>
              <a:gd name="connsiteY53277" fmla="*/ 2097770 h 2398711"/>
              <a:gd name="connsiteX53278" fmla="*/ 712480 w 2119654"/>
              <a:gd name="connsiteY53278" fmla="*/ 2099670 h 2398711"/>
              <a:gd name="connsiteX53279" fmla="*/ 714323 w 2119654"/>
              <a:gd name="connsiteY53279" fmla="*/ 2100296 h 2398711"/>
              <a:gd name="connsiteX53280" fmla="*/ 716233 w 2119654"/>
              <a:gd name="connsiteY53280" fmla="*/ 2099877 h 2398711"/>
              <a:gd name="connsiteX53281" fmla="*/ 715421 w 2119654"/>
              <a:gd name="connsiteY53281" fmla="*/ 2098198 h 2398711"/>
              <a:gd name="connsiteX53282" fmla="*/ 714040 w 2119654"/>
              <a:gd name="connsiteY53282" fmla="*/ 2097653 h 2398711"/>
              <a:gd name="connsiteX53283" fmla="*/ 1369927 w 2119654"/>
              <a:gd name="connsiteY53283" fmla="*/ 624225 h 2398711"/>
              <a:gd name="connsiteX53284" fmla="*/ 1369696 w 2119654"/>
              <a:gd name="connsiteY53284" fmla="*/ 624834 h 2398711"/>
              <a:gd name="connsiteX53285" fmla="*/ 1370443 w 2119654"/>
              <a:gd name="connsiteY53285" fmla="*/ 625770 h 2398711"/>
              <a:gd name="connsiteX53286" fmla="*/ 1370444 w 2119654"/>
              <a:gd name="connsiteY53286" fmla="*/ 625208 h 2398711"/>
              <a:gd name="connsiteX53287" fmla="*/ 715442 w 2119654"/>
              <a:gd name="connsiteY53287" fmla="*/ 2089716 h 2398711"/>
              <a:gd name="connsiteX53288" fmla="*/ 715862 w 2119654"/>
              <a:gd name="connsiteY53288" fmla="*/ 2090790 h 2398711"/>
              <a:gd name="connsiteX53289" fmla="*/ 716472 w 2119654"/>
              <a:gd name="connsiteY53289" fmla="*/ 2090826 h 2398711"/>
              <a:gd name="connsiteX53290" fmla="*/ 715614 w 2119654"/>
              <a:gd name="connsiteY53290" fmla="*/ 2089719 h 2398711"/>
              <a:gd name="connsiteX53291" fmla="*/ 721507 w 2119654"/>
              <a:gd name="connsiteY53291" fmla="*/ 2076071 h 2398711"/>
              <a:gd name="connsiteX53292" fmla="*/ 724726 w 2119654"/>
              <a:gd name="connsiteY53292" fmla="*/ 2077231 h 2398711"/>
              <a:gd name="connsiteX53293" fmla="*/ 727734 w 2119654"/>
              <a:gd name="connsiteY53293" fmla="*/ 2076081 h 2398711"/>
              <a:gd name="connsiteX53294" fmla="*/ 722878 w 2119654"/>
              <a:gd name="connsiteY53294" fmla="*/ 2075861 h 2398711"/>
              <a:gd name="connsiteX53295" fmla="*/ 1434758 w 2119654"/>
              <a:gd name="connsiteY53295" fmla="*/ 478570 h 2398711"/>
              <a:gd name="connsiteX53296" fmla="*/ 1434982 w 2119654"/>
              <a:gd name="connsiteY53296" fmla="*/ 482835 h 2398711"/>
              <a:gd name="connsiteX53297" fmla="*/ 1435378 w 2119654"/>
              <a:gd name="connsiteY53297" fmla="*/ 482565 h 2398711"/>
              <a:gd name="connsiteX53298" fmla="*/ 1398067 w 2119654"/>
              <a:gd name="connsiteY53298" fmla="*/ 559885 h 2398711"/>
              <a:gd name="connsiteX53299" fmla="*/ 1398453 w 2119654"/>
              <a:gd name="connsiteY53299" fmla="*/ 567900 h 2398711"/>
              <a:gd name="connsiteX53300" fmla="*/ 1399887 w 2119654"/>
              <a:gd name="connsiteY53300" fmla="*/ 571735 h 2398711"/>
              <a:gd name="connsiteX53301" fmla="*/ 1399548 w 2119654"/>
              <a:gd name="connsiteY53301" fmla="*/ 570350 h 2398711"/>
              <a:gd name="connsiteX53302" fmla="*/ 1399901 w 2119654"/>
              <a:gd name="connsiteY53302" fmla="*/ 570625 h 2398711"/>
              <a:gd name="connsiteX53303" fmla="*/ 1400509 w 2119654"/>
              <a:gd name="connsiteY53303" fmla="*/ 573109 h 2398711"/>
              <a:gd name="connsiteX53304" fmla="*/ 1398977 w 2119654"/>
              <a:gd name="connsiteY53304" fmla="*/ 561215 h 2398711"/>
              <a:gd name="connsiteX53305" fmla="*/ 685591 w 2119654"/>
              <a:gd name="connsiteY53305" fmla="*/ 2154789 h 2398711"/>
              <a:gd name="connsiteX53306" fmla="*/ 689586 w 2119654"/>
              <a:gd name="connsiteY53306" fmla="*/ 2168747 h 2398711"/>
              <a:gd name="connsiteX53307" fmla="*/ 690984 w 2119654"/>
              <a:gd name="connsiteY53307" fmla="*/ 2168876 h 2398711"/>
              <a:gd name="connsiteX53308" fmla="*/ 693643 w 2119654"/>
              <a:gd name="connsiteY53308" fmla="*/ 2167792 h 2398711"/>
              <a:gd name="connsiteX53309" fmla="*/ 688812 w 2119654"/>
              <a:gd name="connsiteY53309" fmla="*/ 2153356 h 2398711"/>
              <a:gd name="connsiteX53310" fmla="*/ 728173 w 2119654"/>
              <a:gd name="connsiteY53310" fmla="*/ 2058794 h 2398711"/>
              <a:gd name="connsiteX53311" fmla="*/ 729510 w 2119654"/>
              <a:gd name="connsiteY53311" fmla="*/ 2058569 h 2398711"/>
              <a:gd name="connsiteX53312" fmla="*/ 728937 w 2119654"/>
              <a:gd name="connsiteY53312" fmla="*/ 2058201 h 2398711"/>
              <a:gd name="connsiteX53313" fmla="*/ 701395 w 2119654"/>
              <a:gd name="connsiteY53313" fmla="*/ 2118355 h 2398711"/>
              <a:gd name="connsiteX53314" fmla="*/ 703361 w 2119654"/>
              <a:gd name="connsiteY53314" fmla="*/ 2120736 h 2398711"/>
              <a:gd name="connsiteX53315" fmla="*/ 710627 w 2119654"/>
              <a:gd name="connsiteY53315" fmla="*/ 2117395 h 2398711"/>
              <a:gd name="connsiteX53316" fmla="*/ 711239 w 2119654"/>
              <a:gd name="connsiteY53316" fmla="*/ 2117083 h 2398711"/>
              <a:gd name="connsiteX53317" fmla="*/ 702444 w 2119654"/>
              <a:gd name="connsiteY53317" fmla="*/ 2117875 h 2398711"/>
              <a:gd name="connsiteX53318" fmla="*/ 722351 w 2119654"/>
              <a:gd name="connsiteY53318" fmla="*/ 2071386 h 2398711"/>
              <a:gd name="connsiteX53319" fmla="*/ 723217 w 2119654"/>
              <a:gd name="connsiteY53319" fmla="*/ 2072664 h 2398711"/>
              <a:gd name="connsiteX53320" fmla="*/ 724728 w 2119654"/>
              <a:gd name="connsiteY53320" fmla="*/ 2071796 h 2398711"/>
              <a:gd name="connsiteX53321" fmla="*/ 1384128 w 2119654"/>
              <a:gd name="connsiteY53321" fmla="*/ 589370 h 2398711"/>
              <a:gd name="connsiteX53322" fmla="*/ 1384263 w 2119654"/>
              <a:gd name="connsiteY53322" fmla="*/ 589622 h 2398711"/>
              <a:gd name="connsiteX53323" fmla="*/ 1384242 w 2119654"/>
              <a:gd name="connsiteY53323" fmla="*/ 589533 h 2398711"/>
              <a:gd name="connsiteX53324" fmla="*/ 1367681 w 2119654"/>
              <a:gd name="connsiteY53324" fmla="*/ 626187 h 2398711"/>
              <a:gd name="connsiteX53325" fmla="*/ 1367692 w 2119654"/>
              <a:gd name="connsiteY53325" fmla="*/ 626261 h 2398711"/>
              <a:gd name="connsiteX53326" fmla="*/ 1368165 w 2119654"/>
              <a:gd name="connsiteY53326" fmla="*/ 626951 h 2398711"/>
              <a:gd name="connsiteX53327" fmla="*/ 1368136 w 2119654"/>
              <a:gd name="connsiteY53327" fmla="*/ 626851 h 2398711"/>
              <a:gd name="connsiteX53328" fmla="*/ 1404933 w 2119654"/>
              <a:gd name="connsiteY53328" fmla="*/ 542555 h 2398711"/>
              <a:gd name="connsiteX53329" fmla="*/ 1405677 w 2119654"/>
              <a:gd name="connsiteY53329" fmla="*/ 544127 h 2398711"/>
              <a:gd name="connsiteX53330" fmla="*/ 1405623 w 2119654"/>
              <a:gd name="connsiteY53330" fmla="*/ 543996 h 2398711"/>
              <a:gd name="connsiteX53331" fmla="*/ 1405962 w 2119654"/>
              <a:gd name="connsiteY53331" fmla="*/ 544185 h 2398711"/>
              <a:gd name="connsiteX53332" fmla="*/ 1408006 w 2119654"/>
              <a:gd name="connsiteY53332" fmla="*/ 549045 h 2398711"/>
              <a:gd name="connsiteX53333" fmla="*/ 1409610 w 2119654"/>
              <a:gd name="connsiteY53333" fmla="*/ 552432 h 2398711"/>
              <a:gd name="connsiteX53334" fmla="*/ 1409763 w 2119654"/>
              <a:gd name="connsiteY53334" fmla="*/ 544902 h 2398711"/>
              <a:gd name="connsiteX53335" fmla="*/ 1406481 w 2119654"/>
              <a:gd name="connsiteY53335" fmla="*/ 540932 h 2398711"/>
              <a:gd name="connsiteX53336" fmla="*/ 712819 w 2119654"/>
              <a:gd name="connsiteY53336" fmla="*/ 2091769 h 2398711"/>
              <a:gd name="connsiteX53337" fmla="*/ 713044 w 2119654"/>
              <a:gd name="connsiteY53337" fmla="*/ 2092252 h 2398711"/>
              <a:gd name="connsiteX53338" fmla="*/ 714479 w 2119654"/>
              <a:gd name="connsiteY53338" fmla="*/ 2092335 h 2398711"/>
              <a:gd name="connsiteX53339" fmla="*/ 715704 w 2119654"/>
              <a:gd name="connsiteY53339" fmla="*/ 2092099 h 2398711"/>
              <a:gd name="connsiteX53340" fmla="*/ 715640 w 2119654"/>
              <a:gd name="connsiteY53340" fmla="*/ 2091935 h 2398711"/>
              <a:gd name="connsiteX53341" fmla="*/ 701099 w 2119654"/>
              <a:gd name="connsiteY53341" fmla="*/ 2117996 h 2398711"/>
              <a:gd name="connsiteX53342" fmla="*/ 701102 w 2119654"/>
              <a:gd name="connsiteY53342" fmla="*/ 2118001 h 2398711"/>
              <a:gd name="connsiteX53343" fmla="*/ 701117 w 2119654"/>
              <a:gd name="connsiteY53343" fmla="*/ 2117994 h 2398711"/>
              <a:gd name="connsiteX53344" fmla="*/ 1380021 w 2119654"/>
              <a:gd name="connsiteY53344" fmla="*/ 597590 h 2398711"/>
              <a:gd name="connsiteX53345" fmla="*/ 1378447 w 2119654"/>
              <a:gd name="connsiteY53345" fmla="*/ 601743 h 2398711"/>
              <a:gd name="connsiteX53346" fmla="*/ 1379541 w 2119654"/>
              <a:gd name="connsiteY53346" fmla="*/ 603331 h 2398711"/>
              <a:gd name="connsiteX53347" fmla="*/ 1380086 w 2119654"/>
              <a:gd name="connsiteY53347" fmla="*/ 598139 h 2398711"/>
              <a:gd name="connsiteX53348" fmla="*/ 719400 w 2119654"/>
              <a:gd name="connsiteY53348" fmla="*/ 2076746 h 2398711"/>
              <a:gd name="connsiteX53349" fmla="*/ 720710 w 2119654"/>
              <a:gd name="connsiteY53349" fmla="*/ 2078762 h 2398711"/>
              <a:gd name="connsiteX53350" fmla="*/ 720754 w 2119654"/>
              <a:gd name="connsiteY53350" fmla="*/ 2078749 h 2398711"/>
              <a:gd name="connsiteX53351" fmla="*/ 724384 w 2119654"/>
              <a:gd name="connsiteY53351" fmla="*/ 2077361 h 2398711"/>
              <a:gd name="connsiteX53352" fmla="*/ 721013 w 2119654"/>
              <a:gd name="connsiteY53352" fmla="*/ 2076147 h 2398711"/>
              <a:gd name="connsiteX53353" fmla="*/ 720469 w 2119654"/>
              <a:gd name="connsiteY53353" fmla="*/ 2076231 h 2398711"/>
              <a:gd name="connsiteX53354" fmla="*/ 1404097 w 2119654"/>
              <a:gd name="connsiteY53354" fmla="*/ 543431 h 2398711"/>
              <a:gd name="connsiteX53355" fmla="*/ 1409556 w 2119654"/>
              <a:gd name="connsiteY53355" fmla="*/ 555066 h 2398711"/>
              <a:gd name="connsiteX53356" fmla="*/ 1409590 w 2119654"/>
              <a:gd name="connsiteY53356" fmla="*/ 553425 h 2398711"/>
              <a:gd name="connsiteX53357" fmla="*/ 1409250 w 2119654"/>
              <a:gd name="connsiteY53357" fmla="*/ 552617 h 2398711"/>
              <a:gd name="connsiteX53358" fmla="*/ 1404635 w 2119654"/>
              <a:gd name="connsiteY53358" fmla="*/ 542867 h 2398711"/>
              <a:gd name="connsiteX53359" fmla="*/ 1382153 w 2119654"/>
              <a:gd name="connsiteY53359" fmla="*/ 592452 h 2398711"/>
              <a:gd name="connsiteX53360" fmla="*/ 1381842 w 2119654"/>
              <a:gd name="connsiteY53360" fmla="*/ 602397 h 2398711"/>
              <a:gd name="connsiteX53361" fmla="*/ 1381605 w 2119654"/>
              <a:gd name="connsiteY53361" fmla="*/ 604659 h 2398711"/>
              <a:gd name="connsiteX53362" fmla="*/ 1381722 w 2119654"/>
              <a:gd name="connsiteY53362" fmla="*/ 606496 h 2398711"/>
              <a:gd name="connsiteX53363" fmla="*/ 1383593 w 2119654"/>
              <a:gd name="connsiteY53363" fmla="*/ 609211 h 2398711"/>
              <a:gd name="connsiteX53364" fmla="*/ 1386271 w 2119654"/>
              <a:gd name="connsiteY53364" fmla="*/ 605830 h 2398711"/>
              <a:gd name="connsiteX53365" fmla="*/ 1385148 w 2119654"/>
              <a:gd name="connsiteY53365" fmla="*/ 602185 h 2398711"/>
              <a:gd name="connsiteX53366" fmla="*/ 1383519 w 2119654"/>
              <a:gd name="connsiteY53366" fmla="*/ 599087 h 2398711"/>
              <a:gd name="connsiteX53367" fmla="*/ 1383811 w 2119654"/>
              <a:gd name="connsiteY53367" fmla="*/ 599218 h 2398711"/>
              <a:gd name="connsiteX53368" fmla="*/ 1384834 w 2119654"/>
              <a:gd name="connsiteY53368" fmla="*/ 601160 h 2398711"/>
              <a:gd name="connsiteX53369" fmla="*/ 685104 w 2119654"/>
              <a:gd name="connsiteY53369" fmla="*/ 2153084 h 2398711"/>
              <a:gd name="connsiteX53370" fmla="*/ 685458 w 2119654"/>
              <a:gd name="connsiteY53370" fmla="*/ 2154322 h 2398711"/>
              <a:gd name="connsiteX53371" fmla="*/ 688503 w 2119654"/>
              <a:gd name="connsiteY53371" fmla="*/ 2152967 h 2398711"/>
              <a:gd name="connsiteX53372" fmla="*/ 726617 w 2119654"/>
              <a:gd name="connsiteY53372" fmla="*/ 2060002 h 2398711"/>
              <a:gd name="connsiteX53373" fmla="*/ 727980 w 2119654"/>
              <a:gd name="connsiteY53373" fmla="*/ 2060679 h 2398711"/>
              <a:gd name="connsiteX53374" fmla="*/ 730027 w 2119654"/>
              <a:gd name="connsiteY53374" fmla="*/ 2059709 h 2398711"/>
              <a:gd name="connsiteX53375" fmla="*/ 727358 w 2119654"/>
              <a:gd name="connsiteY53375" fmla="*/ 2059427 h 2398711"/>
              <a:gd name="connsiteX53376" fmla="*/ 1382335 w 2119654"/>
              <a:gd name="connsiteY53376" fmla="*/ 591483 h 2398711"/>
              <a:gd name="connsiteX53377" fmla="*/ 1382325 w 2119654"/>
              <a:gd name="connsiteY53377" fmla="*/ 591509 h 2398711"/>
              <a:gd name="connsiteX53378" fmla="*/ 1386231 w 2119654"/>
              <a:gd name="connsiteY53378" fmla="*/ 603818 h 2398711"/>
              <a:gd name="connsiteX53379" fmla="*/ 1386883 w 2119654"/>
              <a:gd name="connsiteY53379" fmla="*/ 605058 h 2398711"/>
              <a:gd name="connsiteX53380" fmla="*/ 1387608 w 2119654"/>
              <a:gd name="connsiteY53380" fmla="*/ 604143 h 2398711"/>
              <a:gd name="connsiteX53381" fmla="*/ 1385539 w 2119654"/>
              <a:gd name="connsiteY53381" fmla="*/ 595164 h 2398711"/>
              <a:gd name="connsiteX53382" fmla="*/ 726409 w 2119654"/>
              <a:gd name="connsiteY53382" fmla="*/ 2060163 h 2398711"/>
              <a:gd name="connsiteX53383" fmla="*/ 726761 w 2119654"/>
              <a:gd name="connsiteY53383" fmla="*/ 2061129 h 2398711"/>
              <a:gd name="connsiteX53384" fmla="*/ 726822 w 2119654"/>
              <a:gd name="connsiteY53384" fmla="*/ 2061229 h 2398711"/>
              <a:gd name="connsiteX53385" fmla="*/ 727810 w 2119654"/>
              <a:gd name="connsiteY53385" fmla="*/ 2060760 h 2398711"/>
              <a:gd name="connsiteX53386" fmla="*/ 726489 w 2119654"/>
              <a:gd name="connsiteY53386" fmla="*/ 2060101 h 2398711"/>
              <a:gd name="connsiteX53387" fmla="*/ 684994 w 2119654"/>
              <a:gd name="connsiteY53387" fmla="*/ 2152702 h 2398711"/>
              <a:gd name="connsiteX53388" fmla="*/ 685050 w 2119654"/>
              <a:gd name="connsiteY53388" fmla="*/ 2152901 h 2398711"/>
              <a:gd name="connsiteX53389" fmla="*/ 688114 w 2119654"/>
              <a:gd name="connsiteY53389" fmla="*/ 2152795 h 2398711"/>
              <a:gd name="connsiteX53390" fmla="*/ 688617 w 2119654"/>
              <a:gd name="connsiteY53390" fmla="*/ 2152771 h 2398711"/>
              <a:gd name="connsiteX53391" fmla="*/ 688085 w 2119654"/>
              <a:gd name="connsiteY53391" fmla="*/ 2151182 h 2398711"/>
              <a:gd name="connsiteX53392" fmla="*/ 1411413 w 2119654"/>
              <a:gd name="connsiteY53392" fmla="*/ 526007 h 2398711"/>
              <a:gd name="connsiteX53393" fmla="*/ 1412821 w 2119654"/>
              <a:gd name="connsiteY53393" fmla="*/ 533083 h 2398711"/>
              <a:gd name="connsiteX53394" fmla="*/ 1414829 w 2119654"/>
              <a:gd name="connsiteY53394" fmla="*/ 531106 h 2398711"/>
              <a:gd name="connsiteX53395" fmla="*/ 1383314 w 2119654"/>
              <a:gd name="connsiteY53395" fmla="*/ 588902 h 2398711"/>
              <a:gd name="connsiteX53396" fmla="*/ 1382501 w 2119654"/>
              <a:gd name="connsiteY53396" fmla="*/ 591048 h 2398711"/>
              <a:gd name="connsiteX53397" fmla="*/ 1385343 w 2119654"/>
              <a:gd name="connsiteY53397" fmla="*/ 594312 h 2398711"/>
              <a:gd name="connsiteX53398" fmla="*/ 1384725 w 2119654"/>
              <a:gd name="connsiteY53398" fmla="*/ 591632 h 2398711"/>
              <a:gd name="connsiteX53399" fmla="*/ 709124 w 2119654"/>
              <a:gd name="connsiteY53399" fmla="*/ 2098530 h 2398711"/>
              <a:gd name="connsiteX53400" fmla="*/ 712283 w 2119654"/>
              <a:gd name="connsiteY53400" fmla="*/ 2099603 h 2398711"/>
              <a:gd name="connsiteX53401" fmla="*/ 711898 w 2119654"/>
              <a:gd name="connsiteY53401" fmla="*/ 2097788 h 2398711"/>
              <a:gd name="connsiteX53402" fmla="*/ 726167 w 2119654"/>
              <a:gd name="connsiteY53402" fmla="*/ 2059498 h 2398711"/>
              <a:gd name="connsiteX53403" fmla="*/ 726269 w 2119654"/>
              <a:gd name="connsiteY53403" fmla="*/ 2059778 h 2398711"/>
              <a:gd name="connsiteX53404" fmla="*/ 726759 w 2119654"/>
              <a:gd name="connsiteY53404" fmla="*/ 2059397 h 2398711"/>
              <a:gd name="connsiteX53405" fmla="*/ 725983 w 2119654"/>
              <a:gd name="connsiteY53405" fmla="*/ 2059850 h 2398711"/>
              <a:gd name="connsiteX53406" fmla="*/ 726045 w 2119654"/>
              <a:gd name="connsiteY53406" fmla="*/ 2059953 h 2398711"/>
              <a:gd name="connsiteX53407" fmla="*/ 726055 w 2119654"/>
              <a:gd name="connsiteY53407" fmla="*/ 2059944 h 2398711"/>
              <a:gd name="connsiteX53408" fmla="*/ 726029 w 2119654"/>
              <a:gd name="connsiteY53408" fmla="*/ 2059874 h 2398711"/>
              <a:gd name="connsiteX53409" fmla="*/ 1368396 w 2119654"/>
              <a:gd name="connsiteY53409" fmla="*/ 621318 h 2398711"/>
              <a:gd name="connsiteX53410" fmla="*/ 1369238 w 2119654"/>
              <a:gd name="connsiteY53410" fmla="*/ 624134 h 2398711"/>
              <a:gd name="connsiteX53411" fmla="*/ 1369506 w 2119654"/>
              <a:gd name="connsiteY53411" fmla="*/ 623425 h 2398711"/>
              <a:gd name="connsiteX53412" fmla="*/ 694656 w 2119654"/>
              <a:gd name="connsiteY53412" fmla="*/ 2129913 h 2398711"/>
              <a:gd name="connsiteX53413" fmla="*/ 698150 w 2119654"/>
              <a:gd name="connsiteY53413" fmla="*/ 2130640 h 2398711"/>
              <a:gd name="connsiteX53414" fmla="*/ 707026 w 2119654"/>
              <a:gd name="connsiteY53414" fmla="*/ 2128360 h 2398711"/>
              <a:gd name="connsiteX53415" fmla="*/ 698912 w 2119654"/>
              <a:gd name="connsiteY53415" fmla="*/ 2128887 h 2398711"/>
              <a:gd name="connsiteX53416" fmla="*/ 725805 w 2119654"/>
              <a:gd name="connsiteY53416" fmla="*/ 2059559 h 2398711"/>
              <a:gd name="connsiteX53417" fmla="*/ 725838 w 2119654"/>
              <a:gd name="connsiteY53417" fmla="*/ 2059613 h 2398711"/>
              <a:gd name="connsiteX53418" fmla="*/ 725956 w 2119654"/>
              <a:gd name="connsiteY53418" fmla="*/ 2059672 h 2398711"/>
              <a:gd name="connsiteX53419" fmla="*/ 725908 w 2119654"/>
              <a:gd name="connsiteY53419" fmla="*/ 2059542 h 2398711"/>
              <a:gd name="connsiteX53420" fmla="*/ 682686 w 2119654"/>
              <a:gd name="connsiteY53420" fmla="*/ 2156055 h 2398711"/>
              <a:gd name="connsiteX53421" fmla="*/ 684303 w 2119654"/>
              <a:gd name="connsiteY53421" fmla="*/ 2168259 h 2398711"/>
              <a:gd name="connsiteX53422" fmla="*/ 689012 w 2119654"/>
              <a:gd name="connsiteY53422" fmla="*/ 2168694 h 2398711"/>
              <a:gd name="connsiteX53423" fmla="*/ 685095 w 2119654"/>
              <a:gd name="connsiteY53423" fmla="*/ 2155010 h 2398711"/>
              <a:gd name="connsiteX53424" fmla="*/ 683369 w 2119654"/>
              <a:gd name="connsiteY53424" fmla="*/ 2155778 h 2398711"/>
              <a:gd name="connsiteX53425" fmla="*/ 1387910 w 2119654"/>
              <a:gd name="connsiteY53425" fmla="*/ 576774 h 2398711"/>
              <a:gd name="connsiteX53426" fmla="*/ 1386582 w 2119654"/>
              <a:gd name="connsiteY53426" fmla="*/ 580279 h 2398711"/>
              <a:gd name="connsiteX53427" fmla="*/ 1388487 w 2119654"/>
              <a:gd name="connsiteY53427" fmla="*/ 585851 h 2398711"/>
              <a:gd name="connsiteX53428" fmla="*/ 1392041 w 2119654"/>
              <a:gd name="connsiteY53428" fmla="*/ 590923 h 2398711"/>
              <a:gd name="connsiteX53429" fmla="*/ 1391080 w 2119654"/>
              <a:gd name="connsiteY53429" fmla="*/ 582766 h 2398711"/>
              <a:gd name="connsiteX53430" fmla="*/ 1390151 w 2119654"/>
              <a:gd name="connsiteY53430" fmla="*/ 580348 h 2398711"/>
              <a:gd name="connsiteX53431" fmla="*/ 684598 w 2119654"/>
              <a:gd name="connsiteY53431" fmla="*/ 2151316 h 2398711"/>
              <a:gd name="connsiteX53432" fmla="*/ 684660 w 2119654"/>
              <a:gd name="connsiteY53432" fmla="*/ 2151536 h 2398711"/>
              <a:gd name="connsiteX53433" fmla="*/ 685098 w 2119654"/>
              <a:gd name="connsiteY53433" fmla="*/ 2151298 h 2398711"/>
              <a:gd name="connsiteX53434" fmla="*/ 1389603 w 2119654"/>
              <a:gd name="connsiteY53434" fmla="*/ 572308 h 2398711"/>
              <a:gd name="connsiteX53435" fmla="*/ 1389215 w 2119654"/>
              <a:gd name="connsiteY53435" fmla="*/ 573331 h 2398711"/>
              <a:gd name="connsiteX53436" fmla="*/ 1389967 w 2119654"/>
              <a:gd name="connsiteY53436" fmla="*/ 574596 h 2398711"/>
              <a:gd name="connsiteX53437" fmla="*/ 713805 w 2119654"/>
              <a:gd name="connsiteY53437" fmla="*/ 2085537 h 2398711"/>
              <a:gd name="connsiteX53438" fmla="*/ 714402 w 2119654"/>
              <a:gd name="connsiteY53438" fmla="*/ 2087062 h 2398711"/>
              <a:gd name="connsiteX53439" fmla="*/ 714496 w 2119654"/>
              <a:gd name="connsiteY53439" fmla="*/ 2087181 h 2398711"/>
              <a:gd name="connsiteX53440" fmla="*/ 716942 w 2119654"/>
              <a:gd name="connsiteY53440" fmla="*/ 2086937 h 2398711"/>
              <a:gd name="connsiteX53441" fmla="*/ 716833 w 2119654"/>
              <a:gd name="connsiteY53441" fmla="*/ 2086840 h 2398711"/>
              <a:gd name="connsiteX53442" fmla="*/ 711830 w 2119654"/>
              <a:gd name="connsiteY53442" fmla="*/ 2089646 h 2398711"/>
              <a:gd name="connsiteX53443" fmla="*/ 712263 w 2119654"/>
              <a:gd name="connsiteY53443" fmla="*/ 2090577 h 2398711"/>
              <a:gd name="connsiteX53444" fmla="*/ 715175 w 2119654"/>
              <a:gd name="connsiteY53444" fmla="*/ 2090749 h 2398711"/>
              <a:gd name="connsiteX53445" fmla="*/ 714765 w 2119654"/>
              <a:gd name="connsiteY53445" fmla="*/ 2089703 h 2398711"/>
              <a:gd name="connsiteX53446" fmla="*/ 1390619 w 2119654"/>
              <a:gd name="connsiteY53446" fmla="*/ 569623 h 2398711"/>
              <a:gd name="connsiteX53447" fmla="*/ 1390338 w 2119654"/>
              <a:gd name="connsiteY53447" fmla="*/ 570369 h 2398711"/>
              <a:gd name="connsiteX53448" fmla="*/ 1390520 w 2119654"/>
              <a:gd name="connsiteY53448" fmla="*/ 571374 h 2398711"/>
              <a:gd name="connsiteX53449" fmla="*/ 1391488 w 2119654"/>
              <a:gd name="connsiteY53449" fmla="*/ 577153 h 2398711"/>
              <a:gd name="connsiteX53450" fmla="*/ 1392654 w 2119654"/>
              <a:gd name="connsiteY53450" fmla="*/ 579113 h 2398711"/>
              <a:gd name="connsiteX53451" fmla="*/ 1392668 w 2119654"/>
              <a:gd name="connsiteY53451" fmla="*/ 575230 h 2398711"/>
              <a:gd name="connsiteX53452" fmla="*/ 1392304 w 2119654"/>
              <a:gd name="connsiteY53452" fmla="*/ 574124 h 2398711"/>
              <a:gd name="connsiteX53453" fmla="*/ 710778 w 2119654"/>
              <a:gd name="connsiteY53453" fmla="*/ 2091647 h 2398711"/>
              <a:gd name="connsiteX53454" fmla="*/ 710881 w 2119654"/>
              <a:gd name="connsiteY53454" fmla="*/ 2092128 h 2398711"/>
              <a:gd name="connsiteX53455" fmla="*/ 712536 w 2119654"/>
              <a:gd name="connsiteY53455" fmla="*/ 2092224 h 2398711"/>
              <a:gd name="connsiteX53456" fmla="*/ 712301 w 2119654"/>
              <a:gd name="connsiteY53456" fmla="*/ 2091738 h 2398711"/>
              <a:gd name="connsiteX53457" fmla="*/ 1400517 w 2119654"/>
              <a:gd name="connsiteY53457" fmla="*/ 547185 h 2398711"/>
              <a:gd name="connsiteX53458" fmla="*/ 1408794 w 2119654"/>
              <a:gd name="connsiteY53458" fmla="*/ 556031 h 2398711"/>
              <a:gd name="connsiteX53459" fmla="*/ 1403448 w 2119654"/>
              <a:gd name="connsiteY53459" fmla="*/ 544113 h 2398711"/>
              <a:gd name="connsiteX53460" fmla="*/ 720999 w 2119654"/>
              <a:gd name="connsiteY53460" fmla="*/ 2068433 h 2398711"/>
              <a:gd name="connsiteX53461" fmla="*/ 726088 w 2119654"/>
              <a:gd name="connsiteY53461" fmla="*/ 2069630 h 2398711"/>
              <a:gd name="connsiteX53462" fmla="*/ 726424 w 2119654"/>
              <a:gd name="connsiteY53462" fmla="*/ 2069684 h 2398711"/>
              <a:gd name="connsiteX53463" fmla="*/ 727360 w 2119654"/>
              <a:gd name="connsiteY53463" fmla="*/ 2069741 h 2398711"/>
              <a:gd name="connsiteX53464" fmla="*/ 728597 w 2119654"/>
              <a:gd name="connsiteY53464" fmla="*/ 2069571 h 2398711"/>
              <a:gd name="connsiteX53465" fmla="*/ 728604 w 2119654"/>
              <a:gd name="connsiteY53465" fmla="*/ 2069567 h 2398711"/>
              <a:gd name="connsiteX53466" fmla="*/ 728225 w 2119654"/>
              <a:gd name="connsiteY53466" fmla="*/ 2068944 h 2398711"/>
              <a:gd name="connsiteX53467" fmla="*/ 721709 w 2119654"/>
              <a:gd name="connsiteY53467" fmla="*/ 2068096 h 2398711"/>
              <a:gd name="connsiteX53468" fmla="*/ 704812 w 2119654"/>
              <a:gd name="connsiteY53468" fmla="*/ 2104598 h 2398711"/>
              <a:gd name="connsiteX53469" fmla="*/ 707743 w 2119654"/>
              <a:gd name="connsiteY53469" fmla="*/ 2104826 h 2398711"/>
              <a:gd name="connsiteX53470" fmla="*/ 707061 w 2119654"/>
              <a:gd name="connsiteY53470" fmla="*/ 2104595 h 2398711"/>
              <a:gd name="connsiteX53471" fmla="*/ 1392710 w 2119654"/>
              <a:gd name="connsiteY53471" fmla="*/ 564108 h 2398711"/>
              <a:gd name="connsiteX53472" fmla="*/ 1390980 w 2119654"/>
              <a:gd name="connsiteY53472" fmla="*/ 568674 h 2398711"/>
              <a:gd name="connsiteX53473" fmla="*/ 1392676 w 2119654"/>
              <a:gd name="connsiteY53473" fmla="*/ 573210 h 2398711"/>
              <a:gd name="connsiteX53474" fmla="*/ 1465905 w 2119654"/>
              <a:gd name="connsiteY53474" fmla="*/ 400204 h 2398711"/>
              <a:gd name="connsiteX53475" fmla="*/ 1514503 w 2119654"/>
              <a:gd name="connsiteY53475" fmla="*/ 495159 h 2398711"/>
              <a:gd name="connsiteX53476" fmla="*/ 1517622 w 2119654"/>
              <a:gd name="connsiteY53476" fmla="*/ 501906 h 2398711"/>
              <a:gd name="connsiteX53477" fmla="*/ 1507400 w 2119654"/>
              <a:gd name="connsiteY53477" fmla="*/ 449882 h 2398711"/>
              <a:gd name="connsiteX53478" fmla="*/ 1490824 w 2119654"/>
              <a:gd name="connsiteY53478" fmla="*/ 380337 h 2398711"/>
              <a:gd name="connsiteX53479" fmla="*/ 1472856 w 2119654"/>
              <a:gd name="connsiteY53479" fmla="*/ 394046 h 2398711"/>
              <a:gd name="connsiteX53480" fmla="*/ 639153 w 2119654"/>
              <a:gd name="connsiteY53480" fmla="*/ 2251350 h 2398711"/>
              <a:gd name="connsiteX53481" fmla="*/ 667277 w 2119654"/>
              <a:gd name="connsiteY53481" fmla="*/ 2242316 h 2398711"/>
              <a:gd name="connsiteX53482" fmla="*/ 663713 w 2119654"/>
              <a:gd name="connsiteY53482" fmla="*/ 2243755 h 2398711"/>
              <a:gd name="connsiteX53483" fmla="*/ 1382324 w 2119654"/>
              <a:gd name="connsiteY53483" fmla="*/ 586987 h 2398711"/>
              <a:gd name="connsiteX53484" fmla="*/ 1382234 w 2119654"/>
              <a:gd name="connsiteY53484" fmla="*/ 589838 h 2398711"/>
              <a:gd name="connsiteX53485" fmla="*/ 1382896 w 2119654"/>
              <a:gd name="connsiteY53485" fmla="*/ 588092 h 2398711"/>
              <a:gd name="connsiteX53486" fmla="*/ 1394047 w 2119654"/>
              <a:gd name="connsiteY53486" fmla="*/ 560501 h 2398711"/>
              <a:gd name="connsiteX53487" fmla="*/ 1393355 w 2119654"/>
              <a:gd name="connsiteY53487" fmla="*/ 562406 h 2398711"/>
              <a:gd name="connsiteX53488" fmla="*/ 1393275 w 2119654"/>
              <a:gd name="connsiteY53488" fmla="*/ 562616 h 2398711"/>
              <a:gd name="connsiteX53489" fmla="*/ 1393230 w 2119654"/>
              <a:gd name="connsiteY53489" fmla="*/ 574689 h 2398711"/>
              <a:gd name="connsiteX53490" fmla="*/ 1394130 w 2119654"/>
              <a:gd name="connsiteY53490" fmla="*/ 577098 h 2398711"/>
              <a:gd name="connsiteX53491" fmla="*/ 1394633 w 2119654"/>
              <a:gd name="connsiteY53491" fmla="*/ 572687 h 2398711"/>
              <a:gd name="connsiteX53492" fmla="*/ 682410 w 2119654"/>
              <a:gd name="connsiteY53492" fmla="*/ 2153973 h 2398711"/>
              <a:gd name="connsiteX53493" fmla="*/ 682624 w 2119654"/>
              <a:gd name="connsiteY53493" fmla="*/ 2155583 h 2398711"/>
              <a:gd name="connsiteX53494" fmla="*/ 684962 w 2119654"/>
              <a:gd name="connsiteY53494" fmla="*/ 2154543 h 2398711"/>
              <a:gd name="connsiteX53495" fmla="*/ 684550 w 2119654"/>
              <a:gd name="connsiteY53495" fmla="*/ 2153104 h 2398711"/>
              <a:gd name="connsiteX53496" fmla="*/ 684150 w 2119654"/>
              <a:gd name="connsiteY53496" fmla="*/ 2153117 h 2398711"/>
              <a:gd name="connsiteX53497" fmla="*/ 711434 w 2119654"/>
              <a:gd name="connsiteY53497" fmla="*/ 2088798 h 2398711"/>
              <a:gd name="connsiteX53498" fmla="*/ 711511 w 2119654"/>
              <a:gd name="connsiteY53498" fmla="*/ 2088963 h 2398711"/>
              <a:gd name="connsiteX53499" fmla="*/ 714498 w 2119654"/>
              <a:gd name="connsiteY53499" fmla="*/ 2089021 h 2398711"/>
              <a:gd name="connsiteX53500" fmla="*/ 714321 w 2119654"/>
              <a:gd name="connsiteY53500" fmla="*/ 2088567 h 2398711"/>
              <a:gd name="connsiteX53501" fmla="*/ 1397694 w 2119654"/>
              <a:gd name="connsiteY53501" fmla="*/ 552124 h 2398711"/>
              <a:gd name="connsiteX53502" fmla="*/ 1398005 w 2119654"/>
              <a:gd name="connsiteY53502" fmla="*/ 558608 h 2398711"/>
              <a:gd name="connsiteX53503" fmla="*/ 1398779 w 2119654"/>
              <a:gd name="connsiteY53503" fmla="*/ 559737 h 2398711"/>
              <a:gd name="connsiteX53504" fmla="*/ 712925 w 2119654"/>
              <a:gd name="connsiteY53504" fmla="*/ 2085157 h 2398711"/>
              <a:gd name="connsiteX53505" fmla="*/ 713048 w 2119654"/>
              <a:gd name="connsiteY53505" fmla="*/ 2085316 h 2398711"/>
              <a:gd name="connsiteX53506" fmla="*/ 712998 w 2119654"/>
              <a:gd name="connsiteY53506" fmla="*/ 2085189 h 2398711"/>
              <a:gd name="connsiteX53507" fmla="*/ 1367422 w 2119654"/>
              <a:gd name="connsiteY53507" fmla="*/ 619468 h 2398711"/>
              <a:gd name="connsiteX53508" fmla="*/ 1367937 w 2119654"/>
              <a:gd name="connsiteY53508" fmla="*/ 622586 h 2398711"/>
              <a:gd name="connsiteX53509" fmla="*/ 1367962 w 2119654"/>
              <a:gd name="connsiteY53509" fmla="*/ 622667 h 2398711"/>
              <a:gd name="connsiteX53510" fmla="*/ 1369084 w 2119654"/>
              <a:gd name="connsiteY53510" fmla="*/ 624071 h 2398711"/>
              <a:gd name="connsiteX53511" fmla="*/ 1368176 w 2119654"/>
              <a:gd name="connsiteY53511" fmla="*/ 621031 h 2398711"/>
              <a:gd name="connsiteX53512" fmla="*/ 1368286 w 2119654"/>
              <a:gd name="connsiteY53512" fmla="*/ 621107 h 2398711"/>
              <a:gd name="connsiteX53513" fmla="*/ 1398913 w 2119654"/>
              <a:gd name="connsiteY53513" fmla="*/ 548867 h 2398711"/>
              <a:gd name="connsiteX53514" fmla="*/ 1401812 w 2119654"/>
              <a:gd name="connsiteY53514" fmla="*/ 564172 h 2398711"/>
              <a:gd name="connsiteX53515" fmla="*/ 1408152 w 2119654"/>
              <a:gd name="connsiteY53515" fmla="*/ 573439 h 2398711"/>
              <a:gd name="connsiteX53516" fmla="*/ 1407393 w 2119654"/>
              <a:gd name="connsiteY53516" fmla="*/ 571167 h 2398711"/>
              <a:gd name="connsiteX53517" fmla="*/ 1407548 w 2119654"/>
              <a:gd name="connsiteY53517" fmla="*/ 571269 h 2398711"/>
              <a:gd name="connsiteX53518" fmla="*/ 1408389 w 2119654"/>
              <a:gd name="connsiteY53518" fmla="*/ 573784 h 2398711"/>
              <a:gd name="connsiteX53519" fmla="*/ 1409070 w 2119654"/>
              <a:gd name="connsiteY53519" fmla="*/ 574781 h 2398711"/>
              <a:gd name="connsiteX53520" fmla="*/ 1409280 w 2119654"/>
              <a:gd name="connsiteY53520" fmla="*/ 568661 h 2398711"/>
              <a:gd name="connsiteX53521" fmla="*/ 1409469 w 2119654"/>
              <a:gd name="connsiteY53521" fmla="*/ 559336 h 2398711"/>
              <a:gd name="connsiteX53522" fmla="*/ 1399299 w 2119654"/>
              <a:gd name="connsiteY53522" fmla="*/ 548463 h 2398711"/>
              <a:gd name="connsiteX53523" fmla="*/ 1380683 w 2119654"/>
              <a:gd name="connsiteY53523" fmla="*/ 589586 h 2398711"/>
              <a:gd name="connsiteX53524" fmla="*/ 1380713 w 2119654"/>
              <a:gd name="connsiteY53524" fmla="*/ 592141 h 2398711"/>
              <a:gd name="connsiteX53525" fmla="*/ 1380950 w 2119654"/>
              <a:gd name="connsiteY53525" fmla="*/ 589892 h 2398711"/>
              <a:gd name="connsiteX53526" fmla="*/ 714051 w 2119654"/>
              <a:gd name="connsiteY53526" fmla="*/ 2081866 h 2398711"/>
              <a:gd name="connsiteX53527" fmla="*/ 715302 w 2119654"/>
              <a:gd name="connsiteY53527" fmla="*/ 2081908 h 2398711"/>
              <a:gd name="connsiteX53528" fmla="*/ 715018 w 2119654"/>
              <a:gd name="connsiteY53528" fmla="*/ 2081496 h 2398711"/>
              <a:gd name="connsiteX53529" fmla="*/ 725235 w 2119654"/>
              <a:gd name="connsiteY53529" fmla="*/ 2056526 h 2398711"/>
              <a:gd name="connsiteX53530" fmla="*/ 725621 w 2119654"/>
              <a:gd name="connsiteY53530" fmla="*/ 2057999 h 2398711"/>
              <a:gd name="connsiteX53531" fmla="*/ 725878 w 2119654"/>
              <a:gd name="connsiteY53531" fmla="*/ 2058706 h 2398711"/>
              <a:gd name="connsiteX53532" fmla="*/ 726823 w 2119654"/>
              <a:gd name="connsiteY53532" fmla="*/ 2058806 h 2398711"/>
              <a:gd name="connsiteX53533" fmla="*/ 727504 w 2119654"/>
              <a:gd name="connsiteY53533" fmla="*/ 2058820 h 2398711"/>
              <a:gd name="connsiteX53534" fmla="*/ 728589 w 2119654"/>
              <a:gd name="connsiteY53534" fmla="*/ 2057978 h 2398711"/>
              <a:gd name="connsiteX53535" fmla="*/ 726332 w 2119654"/>
              <a:gd name="connsiteY53535" fmla="*/ 2056530 h 2398711"/>
              <a:gd name="connsiteX53536" fmla="*/ 710368 w 2119654"/>
              <a:gd name="connsiteY53536" fmla="*/ 2089618 h 2398711"/>
              <a:gd name="connsiteX53537" fmla="*/ 710538 w 2119654"/>
              <a:gd name="connsiteY53537" fmla="*/ 2090474 h 2398711"/>
              <a:gd name="connsiteX53538" fmla="*/ 711725 w 2119654"/>
              <a:gd name="connsiteY53538" fmla="*/ 2090545 h 2398711"/>
              <a:gd name="connsiteX53539" fmla="*/ 711286 w 2119654"/>
              <a:gd name="connsiteY53539" fmla="*/ 2089637 h 2398711"/>
              <a:gd name="connsiteX53540" fmla="*/ 1397880 w 2119654"/>
              <a:gd name="connsiteY53540" fmla="*/ 549951 h 2398711"/>
              <a:gd name="connsiteX53541" fmla="*/ 1397629 w 2119654"/>
              <a:gd name="connsiteY53541" fmla="*/ 550641 h 2398711"/>
              <a:gd name="connsiteX53542" fmla="*/ 1398965 w 2119654"/>
              <a:gd name="connsiteY53542" fmla="*/ 560010 h 2398711"/>
              <a:gd name="connsiteX53543" fmla="*/ 1401134 w 2119654"/>
              <a:gd name="connsiteY53543" fmla="*/ 563181 h 2398711"/>
              <a:gd name="connsiteX53544" fmla="*/ 1398504 w 2119654"/>
              <a:gd name="connsiteY53544" fmla="*/ 549297 h 2398711"/>
              <a:gd name="connsiteX53545" fmla="*/ 706829 w 2119654"/>
              <a:gd name="connsiteY53545" fmla="*/ 2097169 h 2398711"/>
              <a:gd name="connsiteX53546" fmla="*/ 707679 w 2119654"/>
              <a:gd name="connsiteY53546" fmla="*/ 2097084 h 2398711"/>
              <a:gd name="connsiteX53547" fmla="*/ 708473 w 2119654"/>
              <a:gd name="connsiteY53547" fmla="*/ 2096872 h 2398711"/>
              <a:gd name="connsiteX53548" fmla="*/ 712943 w 2119654"/>
              <a:gd name="connsiteY53548" fmla="*/ 2083335 h 2398711"/>
              <a:gd name="connsiteX53549" fmla="*/ 713315 w 2119654"/>
              <a:gd name="connsiteY53549" fmla="*/ 2084285 h 2398711"/>
              <a:gd name="connsiteX53550" fmla="*/ 714623 w 2119654"/>
              <a:gd name="connsiteY53550" fmla="*/ 2084847 h 2398711"/>
              <a:gd name="connsiteX53551" fmla="*/ 1389809 w 2119654"/>
              <a:gd name="connsiteY53551" fmla="*/ 567456 h 2398711"/>
              <a:gd name="connsiteX53552" fmla="*/ 1390103 w 2119654"/>
              <a:gd name="connsiteY53552" fmla="*/ 569077 h 2398711"/>
              <a:gd name="connsiteX53553" fmla="*/ 1390261 w 2119654"/>
              <a:gd name="connsiteY53553" fmla="*/ 568662 h 2398711"/>
              <a:gd name="connsiteX53554" fmla="*/ 710225 w 2119654"/>
              <a:gd name="connsiteY53554" fmla="*/ 2088896 h 2398711"/>
              <a:gd name="connsiteX53555" fmla="*/ 710234 w 2119654"/>
              <a:gd name="connsiteY53555" fmla="*/ 2088938 h 2398711"/>
              <a:gd name="connsiteX53556" fmla="*/ 710956 w 2119654"/>
              <a:gd name="connsiteY53556" fmla="*/ 2088953 h 2398711"/>
              <a:gd name="connsiteX53557" fmla="*/ 710902 w 2119654"/>
              <a:gd name="connsiteY53557" fmla="*/ 2088841 h 2398711"/>
              <a:gd name="connsiteX53558" fmla="*/ 1380659 w 2119654"/>
              <a:gd name="connsiteY53558" fmla="*/ 587602 h 2398711"/>
              <a:gd name="connsiteX53559" fmla="*/ 1380676 w 2119654"/>
              <a:gd name="connsiteY53559" fmla="*/ 588952 h 2398711"/>
              <a:gd name="connsiteX53560" fmla="*/ 1381008 w 2119654"/>
              <a:gd name="connsiteY53560" fmla="*/ 589333 h 2398711"/>
              <a:gd name="connsiteX53561" fmla="*/ 1381055 w 2119654"/>
              <a:gd name="connsiteY53561" fmla="*/ 588886 h 2398711"/>
              <a:gd name="connsiteX53562" fmla="*/ 725015 w 2119654"/>
              <a:gd name="connsiteY53562" fmla="*/ 2055685 h 2398711"/>
              <a:gd name="connsiteX53563" fmla="*/ 725163 w 2119654"/>
              <a:gd name="connsiteY53563" fmla="*/ 2056249 h 2398711"/>
              <a:gd name="connsiteX53564" fmla="*/ 725898 w 2119654"/>
              <a:gd name="connsiteY53564" fmla="*/ 2056252 h 2398711"/>
              <a:gd name="connsiteX53565" fmla="*/ 682070 w 2119654"/>
              <a:gd name="connsiteY53565" fmla="*/ 2151409 h 2398711"/>
              <a:gd name="connsiteX53566" fmla="*/ 682260 w 2119654"/>
              <a:gd name="connsiteY53566" fmla="*/ 2152840 h 2398711"/>
              <a:gd name="connsiteX53567" fmla="*/ 684176 w 2119654"/>
              <a:gd name="connsiteY53567" fmla="*/ 2151799 h 2398711"/>
              <a:gd name="connsiteX53568" fmla="*/ 684044 w 2119654"/>
              <a:gd name="connsiteY53568" fmla="*/ 2151337 h 2398711"/>
              <a:gd name="connsiteX53569" fmla="*/ 1366699 w 2119654"/>
              <a:gd name="connsiteY53569" fmla="*/ 618094 h 2398711"/>
              <a:gd name="connsiteX53570" fmla="*/ 1366771 w 2119654"/>
              <a:gd name="connsiteY53570" fmla="*/ 618963 h 2398711"/>
              <a:gd name="connsiteX53571" fmla="*/ 1367720 w 2119654"/>
              <a:gd name="connsiteY53571" fmla="*/ 621914 h 2398711"/>
              <a:gd name="connsiteX53572" fmla="*/ 1367617 w 2119654"/>
              <a:gd name="connsiteY53572" fmla="*/ 621230 h 2398711"/>
              <a:gd name="connsiteX53573" fmla="*/ 1367283 w 2119654"/>
              <a:gd name="connsiteY53573" fmla="*/ 619202 h 2398711"/>
              <a:gd name="connsiteX53574" fmla="*/ 1416018 w 2119654"/>
              <a:gd name="connsiteY53574" fmla="*/ 507582 h 2398711"/>
              <a:gd name="connsiteX53575" fmla="*/ 1416531 w 2119654"/>
              <a:gd name="connsiteY53575" fmla="*/ 514703 h 2398711"/>
              <a:gd name="connsiteX53576" fmla="*/ 1417672 w 2119654"/>
              <a:gd name="connsiteY53576" fmla="*/ 520513 h 2398711"/>
              <a:gd name="connsiteX53577" fmla="*/ 1418115 w 2119654"/>
              <a:gd name="connsiteY53577" fmla="*/ 524161 h 2398711"/>
              <a:gd name="connsiteX53578" fmla="*/ 1419196 w 2119654"/>
              <a:gd name="connsiteY53578" fmla="*/ 526805 h 2398711"/>
              <a:gd name="connsiteX53579" fmla="*/ 1421926 w 2119654"/>
              <a:gd name="connsiteY53579" fmla="*/ 524116 h 2398711"/>
              <a:gd name="connsiteX53580" fmla="*/ 1417919 w 2119654"/>
              <a:gd name="connsiteY53580" fmla="*/ 511949 h 2398711"/>
              <a:gd name="connsiteX53581" fmla="*/ 710629 w 2119654"/>
              <a:gd name="connsiteY53581" fmla="*/ 2087071 h 2398711"/>
              <a:gd name="connsiteX53582" fmla="*/ 710850 w 2119654"/>
              <a:gd name="connsiteY53582" fmla="*/ 2087545 h 2398711"/>
              <a:gd name="connsiteX53583" fmla="*/ 711623 w 2119654"/>
              <a:gd name="connsiteY53583" fmla="*/ 2087468 h 2398711"/>
              <a:gd name="connsiteX53584" fmla="*/ 709790 w 2119654"/>
              <a:gd name="connsiteY53584" fmla="*/ 2088930 h 2398711"/>
              <a:gd name="connsiteX53585" fmla="*/ 710019 w 2119654"/>
              <a:gd name="connsiteY53585" fmla="*/ 2088935 h 2398711"/>
              <a:gd name="connsiteX53586" fmla="*/ 710015 w 2119654"/>
              <a:gd name="connsiteY53586" fmla="*/ 2088912 h 2398711"/>
              <a:gd name="connsiteX53587" fmla="*/ 712679 w 2119654"/>
              <a:gd name="connsiteY53587" fmla="*/ 2082385 h 2398711"/>
              <a:gd name="connsiteX53588" fmla="*/ 716137 w 2119654"/>
              <a:gd name="connsiteY53588" fmla="*/ 2085500 h 2398711"/>
              <a:gd name="connsiteX53589" fmla="*/ 718479 w 2119654"/>
              <a:gd name="connsiteY53589" fmla="*/ 2086509 h 2398711"/>
              <a:gd name="connsiteX53590" fmla="*/ 715447 w 2119654"/>
              <a:gd name="connsiteY53590" fmla="*/ 2082118 h 2398711"/>
              <a:gd name="connsiteX53591" fmla="*/ 713558 w 2119654"/>
              <a:gd name="connsiteY53591" fmla="*/ 2082054 h 2398711"/>
              <a:gd name="connsiteX53592" fmla="*/ 713053 w 2119654"/>
              <a:gd name="connsiteY53592" fmla="*/ 2082248 h 2398711"/>
              <a:gd name="connsiteX53593" fmla="*/ 1401543 w 2119654"/>
              <a:gd name="connsiteY53593" fmla="*/ 539866 h 2398711"/>
              <a:gd name="connsiteX53594" fmla="*/ 1399342 w 2119654"/>
              <a:gd name="connsiteY53594" fmla="*/ 545927 h 2398711"/>
              <a:gd name="connsiteX53595" fmla="*/ 1399780 w 2119654"/>
              <a:gd name="connsiteY53595" fmla="*/ 546395 h 2398711"/>
              <a:gd name="connsiteX53596" fmla="*/ 1402925 w 2119654"/>
              <a:gd name="connsiteY53596" fmla="*/ 542946 h 2398711"/>
              <a:gd name="connsiteX53597" fmla="*/ 698197 w 2119654"/>
              <a:gd name="connsiteY53597" fmla="*/ 2114483 h 2398711"/>
              <a:gd name="connsiteX53598" fmla="*/ 700166 w 2119654"/>
              <a:gd name="connsiteY53598" fmla="*/ 2116867 h 2398711"/>
              <a:gd name="connsiteX53599" fmla="*/ 704415 w 2119654"/>
              <a:gd name="connsiteY53599" fmla="*/ 2116485 h 2398711"/>
              <a:gd name="connsiteX53600" fmla="*/ 711045 w 2119654"/>
              <a:gd name="connsiteY53600" fmla="*/ 2113451 h 2398711"/>
              <a:gd name="connsiteX53601" fmla="*/ 1402269 w 2119654"/>
              <a:gd name="connsiteY53601" fmla="*/ 537869 h 2398711"/>
              <a:gd name="connsiteX53602" fmla="*/ 1401928 w 2119654"/>
              <a:gd name="connsiteY53602" fmla="*/ 538808 h 2398711"/>
              <a:gd name="connsiteX53603" fmla="*/ 1403549 w 2119654"/>
              <a:gd name="connsiteY53603" fmla="*/ 542263 h 2398711"/>
              <a:gd name="connsiteX53604" fmla="*/ 1403959 w 2119654"/>
              <a:gd name="connsiteY53604" fmla="*/ 541813 h 2398711"/>
              <a:gd name="connsiteX53605" fmla="*/ 1404080 w 2119654"/>
              <a:gd name="connsiteY53605" fmla="*/ 541695 h 2398711"/>
              <a:gd name="connsiteX53606" fmla="*/ 723955 w 2119654"/>
              <a:gd name="connsiteY53606" fmla="*/ 2056521 h 2398711"/>
              <a:gd name="connsiteX53607" fmla="*/ 725245 w 2119654"/>
              <a:gd name="connsiteY53607" fmla="*/ 2058639 h 2398711"/>
              <a:gd name="connsiteX53608" fmla="*/ 725593 w 2119654"/>
              <a:gd name="connsiteY53608" fmla="*/ 2058675 h 2398711"/>
              <a:gd name="connsiteX53609" fmla="*/ 724808 w 2119654"/>
              <a:gd name="connsiteY53609" fmla="*/ 2056524 h 2398711"/>
              <a:gd name="connsiteX53610" fmla="*/ 1402782 w 2119654"/>
              <a:gd name="connsiteY53610" fmla="*/ 536457 h 2398711"/>
              <a:gd name="connsiteX53611" fmla="*/ 1402463 w 2119654"/>
              <a:gd name="connsiteY53611" fmla="*/ 537336 h 2398711"/>
              <a:gd name="connsiteX53612" fmla="*/ 1404384 w 2119654"/>
              <a:gd name="connsiteY53612" fmla="*/ 541394 h 2398711"/>
              <a:gd name="connsiteX53613" fmla="*/ 1405750 w 2119654"/>
              <a:gd name="connsiteY53613" fmla="*/ 540049 h 2398711"/>
              <a:gd name="connsiteX53614" fmla="*/ 1379571 w 2119654"/>
              <a:gd name="connsiteY53614" fmla="*/ 588308 h 2398711"/>
              <a:gd name="connsiteX53615" fmla="*/ 1380286 w 2119654"/>
              <a:gd name="connsiteY53615" fmla="*/ 593111 h 2398711"/>
              <a:gd name="connsiteX53616" fmla="*/ 1380301 w 2119654"/>
              <a:gd name="connsiteY53616" fmla="*/ 589147 h 2398711"/>
              <a:gd name="connsiteX53617" fmla="*/ 1364578 w 2119654"/>
              <a:gd name="connsiteY53617" fmla="*/ 621666 h 2398711"/>
              <a:gd name="connsiteX53618" fmla="*/ 1364572 w 2119654"/>
              <a:gd name="connsiteY53618" fmla="*/ 621712 h 2398711"/>
              <a:gd name="connsiteX53619" fmla="*/ 1364824 w 2119654"/>
              <a:gd name="connsiteY53619" fmla="*/ 622080 h 2398711"/>
              <a:gd name="connsiteX53620" fmla="*/ 1364795 w 2119654"/>
              <a:gd name="connsiteY53620" fmla="*/ 621981 h 2398711"/>
              <a:gd name="connsiteX53621" fmla="*/ 1359865 w 2119654"/>
              <a:gd name="connsiteY53621" fmla="*/ 631705 h 2398711"/>
              <a:gd name="connsiteX53622" fmla="*/ 1360037 w 2119654"/>
              <a:gd name="connsiteY53622" fmla="*/ 632425 h 2398711"/>
              <a:gd name="connsiteX53623" fmla="*/ 1360262 w 2119654"/>
              <a:gd name="connsiteY53623" fmla="*/ 632723 h 2398711"/>
              <a:gd name="connsiteX53624" fmla="*/ 1360363 w 2119654"/>
              <a:gd name="connsiteY53624" fmla="*/ 632788 h 2398711"/>
              <a:gd name="connsiteX53625" fmla="*/ 1373767 w 2119654"/>
              <a:gd name="connsiteY53625" fmla="*/ 600417 h 2398711"/>
              <a:gd name="connsiteX53626" fmla="*/ 1375174 w 2119654"/>
              <a:gd name="connsiteY53626" fmla="*/ 604168 h 2398711"/>
              <a:gd name="connsiteX53627" fmla="*/ 1376373 w 2119654"/>
              <a:gd name="connsiteY53627" fmla="*/ 605305 h 2398711"/>
              <a:gd name="connsiteX53628" fmla="*/ 1376453 w 2119654"/>
              <a:gd name="connsiteY53628" fmla="*/ 605095 h 2398711"/>
              <a:gd name="connsiteX53629" fmla="*/ 1374838 w 2119654"/>
              <a:gd name="connsiteY53629" fmla="*/ 601972 h 2398711"/>
              <a:gd name="connsiteX53630" fmla="*/ 1421999 w 2119654"/>
              <a:gd name="connsiteY53630" fmla="*/ 492074 h 2398711"/>
              <a:gd name="connsiteX53631" fmla="*/ 1432850 w 2119654"/>
              <a:gd name="connsiteY53631" fmla="*/ 513307 h 2398711"/>
              <a:gd name="connsiteX53632" fmla="*/ 1435538 w 2119654"/>
              <a:gd name="connsiteY53632" fmla="*/ 510704 h 2398711"/>
              <a:gd name="connsiteX53633" fmla="*/ 1434707 w 2119654"/>
              <a:gd name="connsiteY53633" fmla="*/ 483325 h 2398711"/>
              <a:gd name="connsiteX53634" fmla="*/ 1426327 w 2119654"/>
              <a:gd name="connsiteY53634" fmla="*/ 489037 h 2398711"/>
              <a:gd name="connsiteX53635" fmla="*/ 709797 w 2119654"/>
              <a:gd name="connsiteY53635" fmla="*/ 2086738 h 2398711"/>
              <a:gd name="connsiteX53636" fmla="*/ 709975 w 2119654"/>
              <a:gd name="connsiteY53636" fmla="*/ 2087632 h 2398711"/>
              <a:gd name="connsiteX53637" fmla="*/ 710303 w 2119654"/>
              <a:gd name="connsiteY53637" fmla="*/ 2087600 h 2398711"/>
              <a:gd name="connsiteX53638" fmla="*/ 709908 w 2119654"/>
              <a:gd name="connsiteY53638" fmla="*/ 2086782 h 2398711"/>
              <a:gd name="connsiteX53639" fmla="*/ 1380621 w 2119654"/>
              <a:gd name="connsiteY53639" fmla="*/ 584363 h 2398711"/>
              <a:gd name="connsiteX53640" fmla="*/ 1380643 w 2119654"/>
              <a:gd name="connsiteY53640" fmla="*/ 586207 h 2398711"/>
              <a:gd name="connsiteX53641" fmla="*/ 1381164 w 2119654"/>
              <a:gd name="connsiteY53641" fmla="*/ 587848 h 2398711"/>
              <a:gd name="connsiteX53642" fmla="*/ 1381313 w 2119654"/>
              <a:gd name="connsiteY53642" fmla="*/ 586420 h 2398711"/>
              <a:gd name="connsiteX53643" fmla="*/ 1381347 w 2119654"/>
              <a:gd name="connsiteY53643" fmla="*/ 585397 h 2398711"/>
              <a:gd name="connsiteX53644" fmla="*/ 1393301 w 2119654"/>
              <a:gd name="connsiteY53644" fmla="*/ 555937 h 2398711"/>
              <a:gd name="connsiteX53645" fmla="*/ 1393283 w 2119654"/>
              <a:gd name="connsiteY53645" fmla="*/ 560686 h 2398711"/>
              <a:gd name="connsiteX53646" fmla="*/ 1393969 w 2119654"/>
              <a:gd name="connsiteY53646" fmla="*/ 558875 h 2398711"/>
              <a:gd name="connsiteX53647" fmla="*/ 1393918 w 2119654"/>
              <a:gd name="connsiteY53647" fmla="*/ 557834 h 2398711"/>
              <a:gd name="connsiteX53648" fmla="*/ 716245 w 2119654"/>
              <a:gd name="connsiteY53648" fmla="*/ 2071891 h 2398711"/>
              <a:gd name="connsiteX53649" fmla="*/ 717872 w 2119654"/>
              <a:gd name="connsiteY53649" fmla="*/ 2074395 h 2398711"/>
              <a:gd name="connsiteX53650" fmla="*/ 721150 w 2119654"/>
              <a:gd name="connsiteY53650" fmla="*/ 2073853 h 2398711"/>
              <a:gd name="connsiteX53651" fmla="*/ 723038 w 2119654"/>
              <a:gd name="connsiteY53651" fmla="*/ 2072767 h 2398711"/>
              <a:gd name="connsiteX53652" fmla="*/ 722069 w 2119654"/>
              <a:gd name="connsiteY53652" fmla="*/ 2071338 h 2398711"/>
              <a:gd name="connsiteX53653" fmla="*/ 721265 w 2119654"/>
              <a:gd name="connsiteY53653" fmla="*/ 2071199 h 2398711"/>
              <a:gd name="connsiteX53654" fmla="*/ 708331 w 2119654"/>
              <a:gd name="connsiteY53654" fmla="*/ 2089579 h 2398711"/>
              <a:gd name="connsiteX53655" fmla="*/ 708587 w 2119654"/>
              <a:gd name="connsiteY53655" fmla="*/ 2090204 h 2398711"/>
              <a:gd name="connsiteX53656" fmla="*/ 709907 w 2119654"/>
              <a:gd name="connsiteY53656" fmla="*/ 2090437 h 2398711"/>
              <a:gd name="connsiteX53657" fmla="*/ 710344 w 2119654"/>
              <a:gd name="connsiteY53657" fmla="*/ 2090462 h 2398711"/>
              <a:gd name="connsiteX53658" fmla="*/ 710164 w 2119654"/>
              <a:gd name="connsiteY53658" fmla="*/ 2089615 h 2398711"/>
              <a:gd name="connsiteX53659" fmla="*/ 685541 w 2119654"/>
              <a:gd name="connsiteY53659" fmla="*/ 2140564 h 2398711"/>
              <a:gd name="connsiteX53660" fmla="*/ 688663 w 2119654"/>
              <a:gd name="connsiteY53660" fmla="*/ 2149362 h 2398711"/>
              <a:gd name="connsiteX53661" fmla="*/ 704330 w 2119654"/>
              <a:gd name="connsiteY53661" fmla="*/ 2140852 h 2398711"/>
              <a:gd name="connsiteX53662" fmla="*/ 694744 w 2119654"/>
              <a:gd name="connsiteY53662" fmla="*/ 2139552 h 2398711"/>
              <a:gd name="connsiteX53663" fmla="*/ 692111 w 2119654"/>
              <a:gd name="connsiteY53663" fmla="*/ 2139087 h 2398711"/>
              <a:gd name="connsiteX53664" fmla="*/ 1397421 w 2119654"/>
              <a:gd name="connsiteY53664" fmla="*/ 546455 h 2398711"/>
              <a:gd name="connsiteX53665" fmla="*/ 1397537 w 2119654"/>
              <a:gd name="connsiteY53665" fmla="*/ 548857 h 2398711"/>
              <a:gd name="connsiteX53666" fmla="*/ 1397929 w 2119654"/>
              <a:gd name="connsiteY53666" fmla="*/ 548428 h 2398711"/>
              <a:gd name="connsiteX53667" fmla="*/ 1398203 w 2119654"/>
              <a:gd name="connsiteY53667" fmla="*/ 547705 h 2398711"/>
              <a:gd name="connsiteX53668" fmla="*/ 1398104 w 2119654"/>
              <a:gd name="connsiteY53668" fmla="*/ 547186 h 2398711"/>
              <a:gd name="connsiteX53669" fmla="*/ 711195 w 2119654"/>
              <a:gd name="connsiteY53669" fmla="*/ 2082928 h 2398711"/>
              <a:gd name="connsiteX53670" fmla="*/ 711712 w 2119654"/>
              <a:gd name="connsiteY53670" fmla="*/ 2083595 h 2398711"/>
              <a:gd name="connsiteX53671" fmla="*/ 712508 w 2119654"/>
              <a:gd name="connsiteY53671" fmla="*/ 2083937 h 2398711"/>
              <a:gd name="connsiteX53672" fmla="*/ 711998 w 2119654"/>
              <a:gd name="connsiteY53672" fmla="*/ 2082634 h 2398711"/>
              <a:gd name="connsiteX53673" fmla="*/ 1393355 w 2119654"/>
              <a:gd name="connsiteY53673" fmla="*/ 555127 h 2398711"/>
              <a:gd name="connsiteX53674" fmla="*/ 1393859 w 2119654"/>
              <a:gd name="connsiteY53674" fmla="*/ 556606 h 2398711"/>
              <a:gd name="connsiteX53675" fmla="*/ 1393765 w 2119654"/>
              <a:gd name="connsiteY53675" fmla="*/ 554630 h 2398711"/>
              <a:gd name="connsiteX53676" fmla="*/ 1408059 w 2119654"/>
              <a:gd name="connsiteY53676" fmla="*/ 521934 h 2398711"/>
              <a:gd name="connsiteX53677" fmla="*/ 1405894 w 2119654"/>
              <a:gd name="connsiteY53677" fmla="*/ 527891 h 2398711"/>
              <a:gd name="connsiteX53678" fmla="*/ 1410275 w 2119654"/>
              <a:gd name="connsiteY53678" fmla="*/ 535592 h 2398711"/>
              <a:gd name="connsiteX53679" fmla="*/ 1411044 w 2119654"/>
              <a:gd name="connsiteY53679" fmla="*/ 534834 h 2398711"/>
              <a:gd name="connsiteX53680" fmla="*/ 1408270 w 2119654"/>
              <a:gd name="connsiteY53680" fmla="*/ 521351 h 2398711"/>
              <a:gd name="connsiteX53681" fmla="*/ 1408164 w 2119654"/>
              <a:gd name="connsiteY53681" fmla="*/ 521642 h 2398711"/>
              <a:gd name="connsiteX53682" fmla="*/ 1410673 w 2119654"/>
              <a:gd name="connsiteY53682" fmla="*/ 531857 h 2398711"/>
              <a:gd name="connsiteX53683" fmla="*/ 1411303 w 2119654"/>
              <a:gd name="connsiteY53683" fmla="*/ 534579 h 2398711"/>
              <a:gd name="connsiteX53684" fmla="*/ 1412397 w 2119654"/>
              <a:gd name="connsiteY53684" fmla="*/ 533502 h 2398711"/>
              <a:gd name="connsiteX53685" fmla="*/ 1410693 w 2119654"/>
              <a:gd name="connsiteY53685" fmla="*/ 524934 h 2398711"/>
              <a:gd name="connsiteX53686" fmla="*/ 1408538 w 2119654"/>
              <a:gd name="connsiteY53686" fmla="*/ 521718 h 2398711"/>
              <a:gd name="connsiteX53687" fmla="*/ 685086 w 2119654"/>
              <a:gd name="connsiteY53687" fmla="*/ 2140666 h 2398711"/>
              <a:gd name="connsiteX53688" fmla="*/ 687981 w 2119654"/>
              <a:gd name="connsiteY53688" fmla="*/ 2149733 h 2398711"/>
              <a:gd name="connsiteX53689" fmla="*/ 688473 w 2119654"/>
              <a:gd name="connsiteY53689" fmla="*/ 2149465 h 2398711"/>
              <a:gd name="connsiteX53690" fmla="*/ 685207 w 2119654"/>
              <a:gd name="connsiteY53690" fmla="*/ 2140639 h 2398711"/>
              <a:gd name="connsiteX53691" fmla="*/ 1420892 w 2119654"/>
              <a:gd name="connsiteY53691" fmla="*/ 492851 h 2398711"/>
              <a:gd name="connsiteX53692" fmla="*/ 1421357 w 2119654"/>
              <a:gd name="connsiteY53692" fmla="*/ 493057 h 2398711"/>
              <a:gd name="connsiteX53693" fmla="*/ 1432379 w 2119654"/>
              <a:gd name="connsiteY53693" fmla="*/ 513776 h 2398711"/>
              <a:gd name="connsiteX53694" fmla="*/ 1432536 w 2119654"/>
              <a:gd name="connsiteY53694" fmla="*/ 513612 h 2398711"/>
              <a:gd name="connsiteX53695" fmla="*/ 1432565 w 2119654"/>
              <a:gd name="connsiteY53695" fmla="*/ 513583 h 2398711"/>
              <a:gd name="connsiteX53696" fmla="*/ 1429910 w 2119654"/>
              <a:gd name="connsiteY53696" fmla="*/ 508212 h 2398711"/>
              <a:gd name="connsiteX53697" fmla="*/ 1421752 w 2119654"/>
              <a:gd name="connsiteY53697" fmla="*/ 492247 h 2398711"/>
              <a:gd name="connsiteX53698" fmla="*/ 711797 w 2119654"/>
              <a:gd name="connsiteY53698" fmla="*/ 2080406 h 2398711"/>
              <a:gd name="connsiteX53699" fmla="*/ 712199 w 2119654"/>
              <a:gd name="connsiteY53699" fmla="*/ 2081432 h 2398711"/>
              <a:gd name="connsiteX53700" fmla="*/ 714480 w 2119654"/>
              <a:gd name="connsiteY53700" fmla="*/ 2080716 h 2398711"/>
              <a:gd name="connsiteX53701" fmla="*/ 714244 w 2119654"/>
              <a:gd name="connsiteY53701" fmla="*/ 2080374 h 2398711"/>
              <a:gd name="connsiteX53702" fmla="*/ 713161 w 2119654"/>
              <a:gd name="connsiteY53702" fmla="*/ 2079749 h 2398711"/>
              <a:gd name="connsiteX53703" fmla="*/ 1409376 w 2119654"/>
              <a:gd name="connsiteY53703" fmla="*/ 518307 h 2398711"/>
              <a:gd name="connsiteX53704" fmla="*/ 1408475 w 2119654"/>
              <a:gd name="connsiteY53704" fmla="*/ 520788 h 2398711"/>
              <a:gd name="connsiteX53705" fmla="*/ 1410392 w 2119654"/>
              <a:gd name="connsiteY53705" fmla="*/ 523414 h 2398711"/>
              <a:gd name="connsiteX53706" fmla="*/ 1408003 w 2119654"/>
              <a:gd name="connsiteY53706" fmla="*/ 520987 h 2398711"/>
              <a:gd name="connsiteX53707" fmla="*/ 1408033 w 2119654"/>
              <a:gd name="connsiteY53707" fmla="*/ 521109 h 2398711"/>
              <a:gd name="connsiteX53708" fmla="*/ 1408053 w 2119654"/>
              <a:gd name="connsiteY53708" fmla="*/ 521054 h 2398711"/>
              <a:gd name="connsiteX53709" fmla="*/ 715586 w 2119654"/>
              <a:gd name="connsiteY53709" fmla="*/ 2070640 h 2398711"/>
              <a:gd name="connsiteX53710" fmla="*/ 715920 w 2119654"/>
              <a:gd name="connsiteY53710" fmla="*/ 2071318 h 2398711"/>
              <a:gd name="connsiteX53711" fmla="*/ 719272 w 2119654"/>
              <a:gd name="connsiteY53711" fmla="*/ 2070856 h 2398711"/>
              <a:gd name="connsiteX53712" fmla="*/ 716495 w 2119654"/>
              <a:gd name="connsiteY53712" fmla="*/ 2070377 h 2398711"/>
              <a:gd name="connsiteX53713" fmla="*/ 1393312 w 2119654"/>
              <a:gd name="connsiteY53713" fmla="*/ 552936 h 2398711"/>
              <a:gd name="connsiteX53714" fmla="*/ 1393310 w 2119654"/>
              <a:gd name="connsiteY53714" fmla="*/ 553493 h 2398711"/>
              <a:gd name="connsiteX53715" fmla="*/ 1393529 w 2119654"/>
              <a:gd name="connsiteY53715" fmla="*/ 553253 h 2398711"/>
              <a:gd name="connsiteX53716" fmla="*/ 710940 w 2119654"/>
              <a:gd name="connsiteY53716" fmla="*/ 2080818 h 2398711"/>
              <a:gd name="connsiteX53717" fmla="*/ 711475 w 2119654"/>
              <a:gd name="connsiteY53717" fmla="*/ 2081300 h 2398711"/>
              <a:gd name="connsiteX53718" fmla="*/ 711232 w 2119654"/>
              <a:gd name="connsiteY53718" fmla="*/ 2080677 h 2398711"/>
              <a:gd name="connsiteX53719" fmla="*/ 710435 w 2119654"/>
              <a:gd name="connsiteY53719" fmla="*/ 2081949 h 2398711"/>
              <a:gd name="connsiteX53720" fmla="*/ 710458 w 2119654"/>
              <a:gd name="connsiteY53720" fmla="*/ 2081978 h 2398711"/>
              <a:gd name="connsiteX53721" fmla="*/ 710540 w 2119654"/>
              <a:gd name="connsiteY53721" fmla="*/ 2081952 h 2398711"/>
              <a:gd name="connsiteX53722" fmla="*/ 1412171 w 2119654"/>
              <a:gd name="connsiteY53722" fmla="*/ 510612 h 2398711"/>
              <a:gd name="connsiteX53723" fmla="*/ 1409636 w 2119654"/>
              <a:gd name="connsiteY53723" fmla="*/ 517591 h 2398711"/>
              <a:gd name="connsiteX53724" fmla="*/ 1411076 w 2119654"/>
              <a:gd name="connsiteY53724" fmla="*/ 524356 h 2398711"/>
              <a:gd name="connsiteX53725" fmla="*/ 1415512 w 2119654"/>
              <a:gd name="connsiteY53725" fmla="*/ 530434 h 2398711"/>
              <a:gd name="connsiteX53726" fmla="*/ 1416516 w 2119654"/>
              <a:gd name="connsiteY53726" fmla="*/ 529444 h 2398711"/>
              <a:gd name="connsiteX53727" fmla="*/ 1416505 w 2119654"/>
              <a:gd name="connsiteY53727" fmla="*/ 529074 h 2398711"/>
              <a:gd name="connsiteX53728" fmla="*/ 1415780 w 2119654"/>
              <a:gd name="connsiteY53728" fmla="*/ 523107 h 2398711"/>
              <a:gd name="connsiteX53729" fmla="*/ 709947 w 2119654"/>
              <a:gd name="connsiteY53729" fmla="*/ 2082835 h 2398711"/>
              <a:gd name="connsiteX53730" fmla="*/ 710002 w 2119654"/>
              <a:gd name="connsiteY53730" fmla="*/ 2082858 h 2398711"/>
              <a:gd name="connsiteX53731" fmla="*/ 710223 w 2119654"/>
              <a:gd name="connsiteY53731" fmla="*/ 2082773 h 2398711"/>
              <a:gd name="connsiteX53732" fmla="*/ 710208 w 2119654"/>
              <a:gd name="connsiteY53732" fmla="*/ 2082753 h 2398711"/>
              <a:gd name="connsiteX53733" fmla="*/ 722568 w 2119654"/>
              <a:gd name="connsiteY53733" fmla="*/ 2054242 h 2398711"/>
              <a:gd name="connsiteX53734" fmla="*/ 723787 w 2119654"/>
              <a:gd name="connsiteY53734" fmla="*/ 2056244 h 2398711"/>
              <a:gd name="connsiteX53735" fmla="*/ 724708 w 2119654"/>
              <a:gd name="connsiteY53735" fmla="*/ 2056248 h 2398711"/>
              <a:gd name="connsiteX53736" fmla="*/ 724347 w 2119654"/>
              <a:gd name="connsiteY53736" fmla="*/ 2055256 h 2398711"/>
              <a:gd name="connsiteX53737" fmla="*/ 722786 w 2119654"/>
              <a:gd name="connsiteY53737" fmla="*/ 2054255 h 2398711"/>
              <a:gd name="connsiteX53738" fmla="*/ 1363171 w 2119654"/>
              <a:gd name="connsiteY53738" fmla="*/ 619615 h 2398711"/>
              <a:gd name="connsiteX53739" fmla="*/ 1363347 w 2119654"/>
              <a:gd name="connsiteY53739" fmla="*/ 619928 h 2398711"/>
              <a:gd name="connsiteX53740" fmla="*/ 1364161 w 2119654"/>
              <a:gd name="connsiteY53740" fmla="*/ 621115 h 2398711"/>
              <a:gd name="connsiteX53741" fmla="*/ 1364168 w 2119654"/>
              <a:gd name="connsiteY53741" fmla="*/ 621068 h 2398711"/>
              <a:gd name="connsiteX53742" fmla="*/ 1413738 w 2119654"/>
              <a:gd name="connsiteY53742" fmla="*/ 506299 h 2398711"/>
              <a:gd name="connsiteX53743" fmla="*/ 1412459 w 2119654"/>
              <a:gd name="connsiteY53743" fmla="*/ 509820 h 2398711"/>
              <a:gd name="connsiteX53744" fmla="*/ 1415404 w 2119654"/>
              <a:gd name="connsiteY53744" fmla="*/ 520019 h 2398711"/>
              <a:gd name="connsiteX53745" fmla="*/ 1379532 w 2119654"/>
              <a:gd name="connsiteY53745" fmla="*/ 582808 h 2398711"/>
              <a:gd name="connsiteX53746" fmla="*/ 1380252 w 2119654"/>
              <a:gd name="connsiteY53746" fmla="*/ 584977 h 2398711"/>
              <a:gd name="connsiteX53747" fmla="*/ 1380238 w 2119654"/>
              <a:gd name="connsiteY53747" fmla="*/ 583816 h 2398711"/>
              <a:gd name="connsiteX53748" fmla="*/ 1382679 w 2119654"/>
              <a:gd name="connsiteY53748" fmla="*/ 575641 h 2398711"/>
              <a:gd name="connsiteX53749" fmla="*/ 1382621 w 2119654"/>
              <a:gd name="connsiteY53749" fmla="*/ 577480 h 2398711"/>
              <a:gd name="connsiteX53750" fmla="*/ 1383963 w 2119654"/>
              <a:gd name="connsiteY53750" fmla="*/ 579397 h 2398711"/>
              <a:gd name="connsiteX53751" fmla="*/ 696404 w 2119654"/>
              <a:gd name="connsiteY53751" fmla="*/ 2112312 h 2398711"/>
              <a:gd name="connsiteX53752" fmla="*/ 697989 w 2119654"/>
              <a:gd name="connsiteY53752" fmla="*/ 2114231 h 2398711"/>
              <a:gd name="connsiteX53753" fmla="*/ 706873 w 2119654"/>
              <a:gd name="connsiteY53753" fmla="*/ 2113517 h 2398711"/>
              <a:gd name="connsiteX53754" fmla="*/ 712209 w 2119654"/>
              <a:gd name="connsiteY53754" fmla="*/ 2112873 h 2398711"/>
              <a:gd name="connsiteX53755" fmla="*/ 717675 w 2119654"/>
              <a:gd name="connsiteY53755" fmla="*/ 2110099 h 2398711"/>
              <a:gd name="connsiteX53756" fmla="*/ 716212 w 2119654"/>
              <a:gd name="connsiteY53756" fmla="*/ 2109695 h 2398711"/>
              <a:gd name="connsiteX53757" fmla="*/ 714655 w 2119654"/>
              <a:gd name="connsiteY53757" fmla="*/ 2109923 h 2398711"/>
              <a:gd name="connsiteX53758" fmla="*/ 714792 w 2119654"/>
              <a:gd name="connsiteY53758" fmla="*/ 2110568 h 2398711"/>
              <a:gd name="connsiteX53759" fmla="*/ 714570 w 2119654"/>
              <a:gd name="connsiteY53759" fmla="*/ 2110383 h 2398711"/>
              <a:gd name="connsiteX53760" fmla="*/ 714478 w 2119654"/>
              <a:gd name="connsiteY53760" fmla="*/ 2109950 h 2398711"/>
              <a:gd name="connsiteX53761" fmla="*/ 709211 w 2119654"/>
              <a:gd name="connsiteY53761" fmla="*/ 2110722 h 2398711"/>
              <a:gd name="connsiteX53762" fmla="*/ 709188 w 2119654"/>
              <a:gd name="connsiteY53762" fmla="*/ 2083664 h 2398711"/>
              <a:gd name="connsiteX53763" fmla="*/ 709297 w 2119654"/>
              <a:gd name="connsiteY53763" fmla="*/ 2084213 h 2398711"/>
              <a:gd name="connsiteX53764" fmla="*/ 709822 w 2119654"/>
              <a:gd name="connsiteY53764" fmla="*/ 2085340 h 2398711"/>
              <a:gd name="connsiteX53765" fmla="*/ 713293 w 2119654"/>
              <a:gd name="connsiteY53765" fmla="*/ 2086728 h 2398711"/>
              <a:gd name="connsiteX53766" fmla="*/ 711647 w 2119654"/>
              <a:gd name="connsiteY53766" fmla="*/ 2084607 h 2398711"/>
              <a:gd name="connsiteX53767" fmla="*/ 709333 w 2119654"/>
              <a:gd name="connsiteY53767" fmla="*/ 2083610 h 2398711"/>
              <a:gd name="connsiteX53768" fmla="*/ 1401063 w 2119654"/>
              <a:gd name="connsiteY53768" fmla="*/ 534379 h 2398711"/>
              <a:gd name="connsiteX53769" fmla="*/ 1402279 w 2119654"/>
              <a:gd name="connsiteY53769" fmla="*/ 536947 h 2398711"/>
              <a:gd name="connsiteX53770" fmla="*/ 1402290 w 2119654"/>
              <a:gd name="connsiteY53770" fmla="*/ 536918 h 2398711"/>
              <a:gd name="connsiteX53771" fmla="*/ 1402556 w 2119654"/>
              <a:gd name="connsiteY53771" fmla="*/ 536185 h 2398711"/>
              <a:gd name="connsiteX53772" fmla="*/ 1397235 w 2119654"/>
              <a:gd name="connsiteY53772" fmla="*/ 542601 h 2398711"/>
              <a:gd name="connsiteX53773" fmla="*/ 1397290 w 2119654"/>
              <a:gd name="connsiteY53773" fmla="*/ 543733 h 2398711"/>
              <a:gd name="connsiteX53774" fmla="*/ 1397490 w 2119654"/>
              <a:gd name="connsiteY53774" fmla="*/ 543949 h 2398711"/>
              <a:gd name="connsiteX53775" fmla="*/ 1414401 w 2119654"/>
              <a:gd name="connsiteY53775" fmla="*/ 503867 h 2398711"/>
              <a:gd name="connsiteX53776" fmla="*/ 1415458 w 2119654"/>
              <a:gd name="connsiteY53776" fmla="*/ 509250 h 2398711"/>
              <a:gd name="connsiteX53777" fmla="*/ 1415205 w 2119654"/>
              <a:gd name="connsiteY53777" fmla="*/ 505712 h 2398711"/>
              <a:gd name="connsiteX53778" fmla="*/ 709934 w 2119654"/>
              <a:gd name="connsiteY53778" fmla="*/ 2081302 h 2398711"/>
              <a:gd name="connsiteX53779" fmla="*/ 710271 w 2119654"/>
              <a:gd name="connsiteY53779" fmla="*/ 2081738 h 2398711"/>
              <a:gd name="connsiteX53780" fmla="*/ 711131 w 2119654"/>
              <a:gd name="connsiteY53780" fmla="*/ 2081767 h 2398711"/>
              <a:gd name="connsiteX53781" fmla="*/ 711185 w 2119654"/>
              <a:gd name="connsiteY53781" fmla="*/ 2081751 h 2398711"/>
              <a:gd name="connsiteX53782" fmla="*/ 710426 w 2119654"/>
              <a:gd name="connsiteY53782" fmla="*/ 2081065 h 2398711"/>
              <a:gd name="connsiteX53783" fmla="*/ 699494 w 2119654"/>
              <a:gd name="connsiteY53783" fmla="*/ 2104606 h 2398711"/>
              <a:gd name="connsiteX53784" fmla="*/ 704304 w 2119654"/>
              <a:gd name="connsiteY53784" fmla="*/ 2105932 h 2398711"/>
              <a:gd name="connsiteX53785" fmla="*/ 704514 w 2119654"/>
              <a:gd name="connsiteY53785" fmla="*/ 2105953 h 2398711"/>
              <a:gd name="connsiteX53786" fmla="*/ 708897 w 2119654"/>
              <a:gd name="connsiteY53786" fmla="*/ 2105298 h 2398711"/>
              <a:gd name="connsiteX53787" fmla="*/ 700000 w 2119654"/>
              <a:gd name="connsiteY53787" fmla="*/ 2104605 h 2398711"/>
              <a:gd name="connsiteX53788" fmla="*/ 1358961 w 2119654"/>
              <a:gd name="connsiteY53788" fmla="*/ 627932 h 2398711"/>
              <a:gd name="connsiteX53789" fmla="*/ 1359088 w 2119654"/>
              <a:gd name="connsiteY53789" fmla="*/ 628463 h 2398711"/>
              <a:gd name="connsiteX53790" fmla="*/ 1361738 w 2119654"/>
              <a:gd name="connsiteY53790" fmla="*/ 633669 h 2398711"/>
              <a:gd name="connsiteX53791" fmla="*/ 1362182 w 2119654"/>
              <a:gd name="connsiteY53791" fmla="*/ 633955 h 2398711"/>
              <a:gd name="connsiteX53792" fmla="*/ 1362203 w 2119654"/>
              <a:gd name="connsiteY53792" fmla="*/ 633820 h 2398711"/>
              <a:gd name="connsiteX53793" fmla="*/ 711065 w 2119654"/>
              <a:gd name="connsiteY53793" fmla="*/ 2078538 h 2398711"/>
              <a:gd name="connsiteX53794" fmla="*/ 711293 w 2119654"/>
              <a:gd name="connsiteY53794" fmla="*/ 2079118 h 2398711"/>
              <a:gd name="connsiteX53795" fmla="*/ 711716 w 2119654"/>
              <a:gd name="connsiteY53795" fmla="*/ 2078914 h 2398711"/>
              <a:gd name="connsiteX53796" fmla="*/ 684542 w 2119654"/>
              <a:gd name="connsiteY53796" fmla="*/ 2137751 h 2398711"/>
              <a:gd name="connsiteX53797" fmla="*/ 685316 w 2119654"/>
              <a:gd name="connsiteY53797" fmla="*/ 2139932 h 2398711"/>
              <a:gd name="connsiteX53798" fmla="*/ 690412 w 2119654"/>
              <a:gd name="connsiteY53798" fmla="*/ 2138787 h 2398711"/>
              <a:gd name="connsiteX53799" fmla="*/ 1388618 w 2119654"/>
              <a:gd name="connsiteY53799" fmla="*/ 560885 h 2398711"/>
              <a:gd name="connsiteX53800" fmla="*/ 1389136 w 2119654"/>
              <a:gd name="connsiteY53800" fmla="*/ 563744 h 2398711"/>
              <a:gd name="connsiteX53801" fmla="*/ 1390620 w 2119654"/>
              <a:gd name="connsiteY53801" fmla="*/ 567713 h 2398711"/>
              <a:gd name="connsiteX53802" fmla="*/ 1392717 w 2119654"/>
              <a:gd name="connsiteY53802" fmla="*/ 562178 h 2398711"/>
              <a:gd name="connsiteX53803" fmla="*/ 1392741 w 2119654"/>
              <a:gd name="connsiteY53803" fmla="*/ 555874 h 2398711"/>
              <a:gd name="connsiteX53804" fmla="*/ 684224 w 2119654"/>
              <a:gd name="connsiteY53804" fmla="*/ 2137967 h 2398711"/>
              <a:gd name="connsiteX53805" fmla="*/ 684883 w 2119654"/>
              <a:gd name="connsiteY53805" fmla="*/ 2140030 h 2398711"/>
              <a:gd name="connsiteX53806" fmla="*/ 684974 w 2119654"/>
              <a:gd name="connsiteY53806" fmla="*/ 2140009 h 2398711"/>
              <a:gd name="connsiteX53807" fmla="*/ 684362 w 2119654"/>
              <a:gd name="connsiteY53807" fmla="*/ 2138358 h 2398711"/>
              <a:gd name="connsiteX53808" fmla="*/ 699259 w 2119654"/>
              <a:gd name="connsiteY53808" fmla="*/ 2104069 h 2398711"/>
              <a:gd name="connsiteX53809" fmla="*/ 705485 w 2119654"/>
              <a:gd name="connsiteY53809" fmla="*/ 2104059 h 2398711"/>
              <a:gd name="connsiteX53810" fmla="*/ 703060 w 2119654"/>
              <a:gd name="connsiteY53810" fmla="*/ 2103236 h 2398711"/>
              <a:gd name="connsiteX53811" fmla="*/ 709111 w 2119654"/>
              <a:gd name="connsiteY53811" fmla="*/ 2081698 h 2398711"/>
              <a:gd name="connsiteX53812" fmla="*/ 709397 w 2119654"/>
              <a:gd name="connsiteY53812" fmla="*/ 2081708 h 2398711"/>
              <a:gd name="connsiteX53813" fmla="*/ 709314 w 2119654"/>
              <a:gd name="connsiteY53813" fmla="*/ 2081601 h 2398711"/>
              <a:gd name="connsiteX53814" fmla="*/ 710747 w 2119654"/>
              <a:gd name="connsiteY53814" fmla="*/ 2077726 h 2398711"/>
              <a:gd name="connsiteX53815" fmla="*/ 710754 w 2119654"/>
              <a:gd name="connsiteY53815" fmla="*/ 2077743 h 2398711"/>
              <a:gd name="connsiteX53816" fmla="*/ 712297 w 2119654"/>
              <a:gd name="connsiteY53816" fmla="*/ 2078635 h 2398711"/>
              <a:gd name="connsiteX53817" fmla="*/ 712857 w 2119654"/>
              <a:gd name="connsiteY53817" fmla="*/ 2078365 h 2398711"/>
              <a:gd name="connsiteX53818" fmla="*/ 712255 w 2119654"/>
              <a:gd name="connsiteY53818" fmla="*/ 2077494 h 2398711"/>
              <a:gd name="connsiteX53819" fmla="*/ 708838 w 2119654"/>
              <a:gd name="connsiteY53819" fmla="*/ 2081894 h 2398711"/>
              <a:gd name="connsiteX53820" fmla="*/ 708938 w 2119654"/>
              <a:gd name="connsiteY53820" fmla="*/ 2082400 h 2398711"/>
              <a:gd name="connsiteX53821" fmla="*/ 709012 w 2119654"/>
              <a:gd name="connsiteY53821" fmla="*/ 2082432 h 2398711"/>
              <a:gd name="connsiteX53822" fmla="*/ 709773 w 2119654"/>
              <a:gd name="connsiteY53822" fmla="*/ 2082193 h 2398711"/>
              <a:gd name="connsiteX53823" fmla="*/ 709561 w 2119654"/>
              <a:gd name="connsiteY53823" fmla="*/ 2081919 h 2398711"/>
              <a:gd name="connsiteX53824" fmla="*/ 687719 w 2119654"/>
              <a:gd name="connsiteY53824" fmla="*/ 2128471 h 2398711"/>
              <a:gd name="connsiteX53825" fmla="*/ 690336 w 2119654"/>
              <a:gd name="connsiteY53825" fmla="*/ 2129014 h 2398711"/>
              <a:gd name="connsiteX53826" fmla="*/ 706360 w 2119654"/>
              <a:gd name="connsiteY53826" fmla="*/ 2125150 h 2398711"/>
              <a:gd name="connsiteX53827" fmla="*/ 703217 w 2119654"/>
              <a:gd name="connsiteY53827" fmla="*/ 2121345 h 2398711"/>
              <a:gd name="connsiteX53828" fmla="*/ 1378542 w 2119654"/>
              <a:gd name="connsiteY53828" fmla="*/ 581395 h 2398711"/>
              <a:gd name="connsiteX53829" fmla="*/ 1379458 w 2119654"/>
              <a:gd name="connsiteY53829" fmla="*/ 587554 h 2398711"/>
              <a:gd name="connsiteX53830" fmla="*/ 1380294 w 2119654"/>
              <a:gd name="connsiteY53830" fmla="*/ 588514 h 2398711"/>
              <a:gd name="connsiteX53831" fmla="*/ 1380269 w 2119654"/>
              <a:gd name="connsiteY53831" fmla="*/ 586329 h 2398711"/>
              <a:gd name="connsiteX53832" fmla="*/ 1378912 w 2119654"/>
              <a:gd name="connsiteY53832" fmla="*/ 581924 h 2398711"/>
              <a:gd name="connsiteX53833" fmla="*/ 707332 w 2119654"/>
              <a:gd name="connsiteY53833" fmla="*/ 2084344 h 2398711"/>
              <a:gd name="connsiteX53834" fmla="*/ 709065 w 2119654"/>
              <a:gd name="connsiteY53834" fmla="*/ 2085037 h 2398711"/>
              <a:gd name="connsiteX53835" fmla="*/ 708520 w 2119654"/>
              <a:gd name="connsiteY53835" fmla="*/ 2083908 h 2398711"/>
              <a:gd name="connsiteX53836" fmla="*/ 708306 w 2119654"/>
              <a:gd name="connsiteY53836" fmla="*/ 2082087 h 2398711"/>
              <a:gd name="connsiteX53837" fmla="*/ 708330 w 2119654"/>
              <a:gd name="connsiteY53837" fmla="*/ 2082139 h 2398711"/>
              <a:gd name="connsiteX53838" fmla="*/ 708602 w 2119654"/>
              <a:gd name="connsiteY53838" fmla="*/ 2082256 h 2398711"/>
              <a:gd name="connsiteX53839" fmla="*/ 708542 w 2119654"/>
              <a:gd name="connsiteY53839" fmla="*/ 2081973 h 2398711"/>
              <a:gd name="connsiteX53840" fmla="*/ 681763 w 2119654"/>
              <a:gd name="connsiteY53840" fmla="*/ 2141413 h 2398711"/>
              <a:gd name="connsiteX53841" fmla="*/ 684530 w 2119654"/>
              <a:gd name="connsiteY53841" fmla="*/ 2151080 h 2398711"/>
              <a:gd name="connsiteX53842" fmla="*/ 685616 w 2119654"/>
              <a:gd name="connsiteY53842" fmla="*/ 2151017 h 2398711"/>
              <a:gd name="connsiteX53843" fmla="*/ 687659 w 2119654"/>
              <a:gd name="connsiteY53843" fmla="*/ 2149908 h 2398711"/>
              <a:gd name="connsiteX53844" fmla="*/ 684603 w 2119654"/>
              <a:gd name="connsiteY53844" fmla="*/ 2140775 h 2398711"/>
              <a:gd name="connsiteX53845" fmla="*/ 706652 w 2119654"/>
              <a:gd name="connsiteY53845" fmla="*/ 2085480 h 2398711"/>
              <a:gd name="connsiteX53846" fmla="*/ 707629 w 2119654"/>
              <a:gd name="connsiteY53846" fmla="*/ 2087866 h 2398711"/>
              <a:gd name="connsiteX53847" fmla="*/ 709748 w 2119654"/>
              <a:gd name="connsiteY53847" fmla="*/ 2087655 h 2398711"/>
              <a:gd name="connsiteX53848" fmla="*/ 709531 w 2119654"/>
              <a:gd name="connsiteY53848" fmla="*/ 2086632 h 2398711"/>
              <a:gd name="connsiteX53849" fmla="*/ 1391906 w 2119654"/>
              <a:gd name="connsiteY53849" fmla="*/ 550879 h 2398711"/>
              <a:gd name="connsiteX53850" fmla="*/ 1392750 w 2119654"/>
              <a:gd name="connsiteY53850" fmla="*/ 553353 h 2398711"/>
              <a:gd name="connsiteX53851" fmla="*/ 1392755 w 2119654"/>
              <a:gd name="connsiteY53851" fmla="*/ 552121 h 2398711"/>
              <a:gd name="connsiteX53852" fmla="*/ 1415348 w 2119654"/>
              <a:gd name="connsiteY53852" fmla="*/ 498265 h 2398711"/>
              <a:gd name="connsiteX53853" fmla="*/ 1415746 w 2119654"/>
              <a:gd name="connsiteY53853" fmla="*/ 503812 h 2398711"/>
              <a:gd name="connsiteX53854" fmla="*/ 1416521 w 2119654"/>
              <a:gd name="connsiteY53854" fmla="*/ 506165 h 2398711"/>
              <a:gd name="connsiteX53855" fmla="*/ 1423614 w 2119654"/>
              <a:gd name="connsiteY53855" fmla="*/ 522453 h 2398711"/>
              <a:gd name="connsiteX53856" fmla="*/ 1424076 w 2119654"/>
              <a:gd name="connsiteY53856" fmla="*/ 521999 h 2398711"/>
              <a:gd name="connsiteX53857" fmla="*/ 1424074 w 2119654"/>
              <a:gd name="connsiteY53857" fmla="*/ 521938 h 2398711"/>
              <a:gd name="connsiteX53858" fmla="*/ 1424102 w 2119654"/>
              <a:gd name="connsiteY53858" fmla="*/ 521972 h 2398711"/>
              <a:gd name="connsiteX53859" fmla="*/ 1425620 w 2119654"/>
              <a:gd name="connsiteY53859" fmla="*/ 520477 h 2398711"/>
              <a:gd name="connsiteX53860" fmla="*/ 704654 w 2119654"/>
              <a:gd name="connsiteY53860" fmla="*/ 2089509 h 2398711"/>
              <a:gd name="connsiteX53861" fmla="*/ 708291 w 2119654"/>
              <a:gd name="connsiteY53861" fmla="*/ 2090152 h 2398711"/>
              <a:gd name="connsiteX53862" fmla="*/ 708054 w 2119654"/>
              <a:gd name="connsiteY53862" fmla="*/ 2089575 h 2398711"/>
              <a:gd name="connsiteX53863" fmla="*/ 1415904 w 2119654"/>
              <a:gd name="connsiteY53863" fmla="*/ 496350 h 2398711"/>
              <a:gd name="connsiteX53864" fmla="*/ 1426610 w 2119654"/>
              <a:gd name="connsiteY53864" fmla="*/ 519503 h 2398711"/>
              <a:gd name="connsiteX53865" fmla="*/ 1431678 w 2119654"/>
              <a:gd name="connsiteY53865" fmla="*/ 514510 h 2398711"/>
              <a:gd name="connsiteX53866" fmla="*/ 1426710 w 2119654"/>
              <a:gd name="connsiteY53866" fmla="*/ 519720 h 2398711"/>
              <a:gd name="connsiteX53867" fmla="*/ 1436453 w 2119654"/>
              <a:gd name="connsiteY53867" fmla="*/ 540788 h 2398711"/>
              <a:gd name="connsiteX53868" fmla="*/ 1435855 w 2119654"/>
              <a:gd name="connsiteY53868" fmla="*/ 521100 h 2398711"/>
              <a:gd name="connsiteX53869" fmla="*/ 1432118 w 2119654"/>
              <a:gd name="connsiteY53869" fmla="*/ 514076 h 2398711"/>
              <a:gd name="connsiteX53870" fmla="*/ 1431678 w 2119654"/>
              <a:gd name="connsiteY53870" fmla="*/ 514510 h 2398711"/>
              <a:gd name="connsiteX53871" fmla="*/ 1432109 w 2119654"/>
              <a:gd name="connsiteY53871" fmla="*/ 514058 h 2398711"/>
              <a:gd name="connsiteX53872" fmla="*/ 1420845 w 2119654"/>
              <a:gd name="connsiteY53872" fmla="*/ 492883 h 2398711"/>
              <a:gd name="connsiteX53873" fmla="*/ 1384862 w 2119654"/>
              <a:gd name="connsiteY53873" fmla="*/ 565449 h 2398711"/>
              <a:gd name="connsiteX53874" fmla="*/ 1385474 w 2119654"/>
              <a:gd name="connsiteY53874" fmla="*/ 567040 h 2398711"/>
              <a:gd name="connsiteX53875" fmla="*/ 1388772 w 2119654"/>
              <a:gd name="connsiteY53875" fmla="*/ 572587 h 2398711"/>
              <a:gd name="connsiteX53876" fmla="*/ 1389387 w 2119654"/>
              <a:gd name="connsiteY53876" fmla="*/ 570962 h 2398711"/>
              <a:gd name="connsiteX53877" fmla="*/ 1388106 w 2119654"/>
              <a:gd name="connsiteY53877" fmla="*/ 562902 h 2398711"/>
              <a:gd name="connsiteX53878" fmla="*/ 1387746 w 2119654"/>
              <a:gd name="connsiteY53878" fmla="*/ 561943 h 2398711"/>
              <a:gd name="connsiteX53879" fmla="*/ 683715 w 2119654"/>
              <a:gd name="connsiteY53879" fmla="*/ 2135421 h 2398711"/>
              <a:gd name="connsiteX53880" fmla="*/ 683990 w 2119654"/>
              <a:gd name="connsiteY53880" fmla="*/ 2136197 h 2398711"/>
              <a:gd name="connsiteX53881" fmla="*/ 695183 w 2119654"/>
              <a:gd name="connsiteY53881" fmla="*/ 2137715 h 2398711"/>
              <a:gd name="connsiteX53882" fmla="*/ 704189 w 2119654"/>
              <a:gd name="connsiteY53882" fmla="*/ 2135691 h 2398711"/>
              <a:gd name="connsiteX53883" fmla="*/ 702566 w 2119654"/>
              <a:gd name="connsiteY53883" fmla="*/ 2092934 h 2398711"/>
              <a:gd name="connsiteX53884" fmla="*/ 704118 w 2119654"/>
              <a:gd name="connsiteY53884" fmla="*/ 2093547 h 2398711"/>
              <a:gd name="connsiteX53885" fmla="*/ 705483 w 2119654"/>
              <a:gd name="connsiteY53885" fmla="*/ 2094064 h 2398711"/>
              <a:gd name="connsiteX53886" fmla="*/ 709339 w 2119654"/>
              <a:gd name="connsiteY53886" fmla="*/ 2093323 h 2398711"/>
              <a:gd name="connsiteX53887" fmla="*/ 680775 w 2119654"/>
              <a:gd name="connsiteY53887" fmla="*/ 2141635 h 2398711"/>
              <a:gd name="connsiteX53888" fmla="*/ 682046 w 2119654"/>
              <a:gd name="connsiteY53888" fmla="*/ 2151226 h 2398711"/>
              <a:gd name="connsiteX53889" fmla="*/ 683979 w 2119654"/>
              <a:gd name="connsiteY53889" fmla="*/ 2151113 h 2398711"/>
              <a:gd name="connsiteX53890" fmla="*/ 681237 w 2119654"/>
              <a:gd name="connsiteY53890" fmla="*/ 2141531 h 2398711"/>
              <a:gd name="connsiteX53891" fmla="*/ 1393339 w 2119654"/>
              <a:gd name="connsiteY53891" fmla="*/ 545786 h 2398711"/>
              <a:gd name="connsiteX53892" fmla="*/ 1393316 w 2119654"/>
              <a:gd name="connsiteY53892" fmla="*/ 551755 h 2398711"/>
              <a:gd name="connsiteX53893" fmla="*/ 1393650 w 2119654"/>
              <a:gd name="connsiteY53893" fmla="*/ 552243 h 2398711"/>
              <a:gd name="connsiteX53894" fmla="*/ 706366 w 2119654"/>
              <a:gd name="connsiteY53894" fmla="*/ 2083958 h 2398711"/>
              <a:gd name="connsiteX53895" fmla="*/ 706736 w 2119654"/>
              <a:gd name="connsiteY53895" fmla="*/ 2084106 h 2398711"/>
              <a:gd name="connsiteX53896" fmla="*/ 708322 w 2119654"/>
              <a:gd name="connsiteY53896" fmla="*/ 2083500 h 2398711"/>
              <a:gd name="connsiteX53897" fmla="*/ 708257 w 2119654"/>
              <a:gd name="connsiteY53897" fmla="*/ 2083364 h 2398711"/>
              <a:gd name="connsiteX53898" fmla="*/ 1382893 w 2119654"/>
              <a:gd name="connsiteY53898" fmla="*/ 568774 h 2398711"/>
              <a:gd name="connsiteX53899" fmla="*/ 1382872 w 2119654"/>
              <a:gd name="connsiteY53899" fmla="*/ 569439 h 2398711"/>
              <a:gd name="connsiteX53900" fmla="*/ 1386238 w 2119654"/>
              <a:gd name="connsiteY53900" fmla="*/ 579276 h 2398711"/>
              <a:gd name="connsiteX53901" fmla="*/ 1387459 w 2119654"/>
              <a:gd name="connsiteY53901" fmla="*/ 576055 h 2398711"/>
              <a:gd name="connsiteX53902" fmla="*/ 708292 w 2119654"/>
              <a:gd name="connsiteY53902" fmla="*/ 2079145 h 2398711"/>
              <a:gd name="connsiteX53903" fmla="*/ 708305 w 2119654"/>
              <a:gd name="connsiteY53903" fmla="*/ 2079204 h 2398711"/>
              <a:gd name="connsiteX53904" fmla="*/ 709069 w 2119654"/>
              <a:gd name="connsiteY53904" fmla="*/ 2080188 h 2398711"/>
              <a:gd name="connsiteX53905" fmla="*/ 709318 w 2119654"/>
              <a:gd name="connsiteY53905" fmla="*/ 2080068 h 2398711"/>
              <a:gd name="connsiteX53906" fmla="*/ 683451 w 2119654"/>
              <a:gd name="connsiteY53906" fmla="*/ 2134678 h 2398711"/>
              <a:gd name="connsiteX53907" fmla="*/ 683526 w 2119654"/>
              <a:gd name="connsiteY53907" fmla="*/ 2134889 h 2398711"/>
              <a:gd name="connsiteX53908" fmla="*/ 706413 w 2119654"/>
              <a:gd name="connsiteY53908" fmla="*/ 2135191 h 2398711"/>
              <a:gd name="connsiteX53909" fmla="*/ 712416 w 2119654"/>
              <a:gd name="connsiteY53909" fmla="*/ 2133841 h 2398711"/>
              <a:gd name="connsiteX53910" fmla="*/ 698512 w 2119654"/>
              <a:gd name="connsiteY53910" fmla="*/ 2130950 h 2398711"/>
              <a:gd name="connsiteX53911" fmla="*/ 693237 w 2119654"/>
              <a:gd name="connsiteY53911" fmla="*/ 2132305 h 2398711"/>
              <a:gd name="connsiteX53912" fmla="*/ 709785 w 2119654"/>
              <a:gd name="connsiteY53912" fmla="*/ 2075268 h 2398711"/>
              <a:gd name="connsiteX53913" fmla="*/ 709956 w 2119654"/>
              <a:gd name="connsiteY53913" fmla="*/ 2075703 h 2398711"/>
              <a:gd name="connsiteX53914" fmla="*/ 710909 w 2119654"/>
              <a:gd name="connsiteY53914" fmla="*/ 2075545 h 2398711"/>
              <a:gd name="connsiteX53915" fmla="*/ 710748 w 2119654"/>
              <a:gd name="connsiteY53915" fmla="*/ 2075311 h 2398711"/>
              <a:gd name="connsiteX53916" fmla="*/ 1357102 w 2119654"/>
              <a:gd name="connsiteY53916" fmla="*/ 625693 h 2398711"/>
              <a:gd name="connsiteX53917" fmla="*/ 1356661 w 2119654"/>
              <a:gd name="connsiteY53917" fmla="*/ 627948 h 2398711"/>
              <a:gd name="connsiteX53918" fmla="*/ 1359391 w 2119654"/>
              <a:gd name="connsiteY53918" fmla="*/ 631568 h 2398711"/>
              <a:gd name="connsiteX53919" fmla="*/ 1358996 w 2119654"/>
              <a:gd name="connsiteY53919" fmla="*/ 629814 h 2398711"/>
              <a:gd name="connsiteX53920" fmla="*/ 1357266 w 2119654"/>
              <a:gd name="connsiteY53920" fmla="*/ 624853 h 2398711"/>
              <a:gd name="connsiteX53921" fmla="*/ 1357262 w 2119654"/>
              <a:gd name="connsiteY53921" fmla="*/ 624875 h 2398711"/>
              <a:gd name="connsiteX53922" fmla="*/ 1358376 w 2119654"/>
              <a:gd name="connsiteY53922" fmla="*/ 627064 h 2398711"/>
              <a:gd name="connsiteX53923" fmla="*/ 1358302 w 2119654"/>
              <a:gd name="connsiteY53923" fmla="*/ 626734 h 2398711"/>
              <a:gd name="connsiteX53924" fmla="*/ 705772 w 2119654"/>
              <a:gd name="connsiteY53924" fmla="*/ 2083333 h 2398711"/>
              <a:gd name="connsiteX53925" fmla="*/ 705814 w 2119654"/>
              <a:gd name="connsiteY53925" fmla="*/ 2083434 h 2398711"/>
              <a:gd name="connsiteX53926" fmla="*/ 707685 w 2119654"/>
              <a:gd name="connsiteY53926" fmla="*/ 2082848 h 2398711"/>
              <a:gd name="connsiteX53927" fmla="*/ 707203 w 2119654"/>
              <a:gd name="connsiteY53927" fmla="*/ 2082617 h 2398711"/>
              <a:gd name="connsiteX53928" fmla="*/ 706393 w 2119654"/>
              <a:gd name="connsiteY53928" fmla="*/ 2083007 h 2398711"/>
              <a:gd name="connsiteX53929" fmla="*/ 708093 w 2119654"/>
              <a:gd name="connsiteY53929" fmla="*/ 2078134 h 2398711"/>
              <a:gd name="connsiteX53930" fmla="*/ 708100 w 2119654"/>
              <a:gd name="connsiteY53930" fmla="*/ 2078169 h 2398711"/>
              <a:gd name="connsiteX53931" fmla="*/ 709278 w 2119654"/>
              <a:gd name="connsiteY53931" fmla="*/ 2079320 h 2398711"/>
              <a:gd name="connsiteX53932" fmla="*/ 709834 w 2119654"/>
              <a:gd name="connsiteY53932" fmla="*/ 2079821 h 2398711"/>
              <a:gd name="connsiteX53933" fmla="*/ 710728 w 2119654"/>
              <a:gd name="connsiteY53933" fmla="*/ 2079391 h 2398711"/>
              <a:gd name="connsiteX53934" fmla="*/ 710198 w 2119654"/>
              <a:gd name="connsiteY53934" fmla="*/ 2078037 h 2398711"/>
              <a:gd name="connsiteX53935" fmla="*/ 709889 w 2119654"/>
              <a:gd name="connsiteY53935" fmla="*/ 2077858 h 2398711"/>
              <a:gd name="connsiteX53936" fmla="*/ 1413781 w 2119654"/>
              <a:gd name="connsiteY53936" fmla="*/ 497841 h 2398711"/>
              <a:gd name="connsiteX53937" fmla="*/ 1414877 w 2119654"/>
              <a:gd name="connsiteY53937" fmla="*/ 501173 h 2398711"/>
              <a:gd name="connsiteX53938" fmla="*/ 1414597 w 2119654"/>
              <a:gd name="connsiteY53938" fmla="*/ 497268 h 2398711"/>
              <a:gd name="connsiteX53939" fmla="*/ 715509 w 2119654"/>
              <a:gd name="connsiteY53939" fmla="*/ 2061298 h 2398711"/>
              <a:gd name="connsiteX53940" fmla="*/ 715526 w 2119654"/>
              <a:gd name="connsiteY53940" fmla="*/ 2061323 h 2398711"/>
              <a:gd name="connsiteX53941" fmla="*/ 716828 w 2119654"/>
              <a:gd name="connsiteY53941" fmla="*/ 2061898 h 2398711"/>
              <a:gd name="connsiteX53942" fmla="*/ 717290 w 2119654"/>
              <a:gd name="connsiteY53942" fmla="*/ 2061958 h 2398711"/>
              <a:gd name="connsiteX53943" fmla="*/ 723727 w 2119654"/>
              <a:gd name="connsiteY53943" fmla="*/ 2061751 h 2398711"/>
              <a:gd name="connsiteX53944" fmla="*/ 723808 w 2119654"/>
              <a:gd name="connsiteY53944" fmla="*/ 2061689 h 2398711"/>
              <a:gd name="connsiteX53945" fmla="*/ 722818 w 2119654"/>
              <a:gd name="connsiteY53945" fmla="*/ 2060063 h 2398711"/>
              <a:gd name="connsiteX53946" fmla="*/ 682629 w 2119654"/>
              <a:gd name="connsiteY53946" fmla="*/ 2134878 h 2398711"/>
              <a:gd name="connsiteX53947" fmla="*/ 682675 w 2119654"/>
              <a:gd name="connsiteY53947" fmla="*/ 2134878 h 2398711"/>
              <a:gd name="connsiteX53948" fmla="*/ 682672 w 2119654"/>
              <a:gd name="connsiteY53948" fmla="*/ 2134867 h 2398711"/>
              <a:gd name="connsiteX53949" fmla="*/ 1357069 w 2119654"/>
              <a:gd name="connsiteY53949" fmla="*/ 624496 h 2398711"/>
              <a:gd name="connsiteX53950" fmla="*/ 1357160 w 2119654"/>
              <a:gd name="connsiteY53950" fmla="*/ 624672 h 2398711"/>
              <a:gd name="connsiteX53951" fmla="*/ 1357161 w 2119654"/>
              <a:gd name="connsiteY53951" fmla="*/ 624662 h 2398711"/>
              <a:gd name="connsiteX53952" fmla="*/ 705355 w 2119654"/>
              <a:gd name="connsiteY53952" fmla="*/ 2083553 h 2398711"/>
              <a:gd name="connsiteX53953" fmla="*/ 705390 w 2119654"/>
              <a:gd name="connsiteY53953" fmla="*/ 2083568 h 2398711"/>
              <a:gd name="connsiteX53954" fmla="*/ 705571 w 2119654"/>
              <a:gd name="connsiteY53954" fmla="*/ 2083511 h 2398711"/>
              <a:gd name="connsiteX53955" fmla="*/ 705546 w 2119654"/>
              <a:gd name="connsiteY53955" fmla="*/ 2083453 h 2398711"/>
              <a:gd name="connsiteX53956" fmla="*/ 1413285 w 2119654"/>
              <a:gd name="connsiteY53956" fmla="*/ 498189 h 2398711"/>
              <a:gd name="connsiteX53957" fmla="*/ 1413479 w 2119654"/>
              <a:gd name="connsiteY53957" fmla="*/ 499176 h 2398711"/>
              <a:gd name="connsiteX53958" fmla="*/ 1414444 w 2119654"/>
              <a:gd name="connsiteY53958" fmla="*/ 501392 h 2398711"/>
              <a:gd name="connsiteX53959" fmla="*/ 1413369 w 2119654"/>
              <a:gd name="connsiteY53959" fmla="*/ 498129 h 2398711"/>
              <a:gd name="connsiteX53960" fmla="*/ 1380706 w 2119654"/>
              <a:gd name="connsiteY53960" fmla="*/ 570500 h 2398711"/>
              <a:gd name="connsiteX53961" fmla="*/ 1381679 w 2119654"/>
              <a:gd name="connsiteY53961" fmla="*/ 574728 h 2398711"/>
              <a:gd name="connsiteX53962" fmla="*/ 1381737 w 2119654"/>
              <a:gd name="connsiteY53962" fmla="*/ 572888 h 2398711"/>
              <a:gd name="connsiteX53963" fmla="*/ 1380857 w 2119654"/>
              <a:gd name="connsiteY53963" fmla="*/ 570316 h 2398711"/>
              <a:gd name="connsiteX53964" fmla="*/ 1398256 w 2119654"/>
              <a:gd name="connsiteY53964" fmla="*/ 530982 h 2398711"/>
              <a:gd name="connsiteX53965" fmla="*/ 1401732 w 2119654"/>
              <a:gd name="connsiteY53965" fmla="*/ 538391 h 2398711"/>
              <a:gd name="connsiteX53966" fmla="*/ 1402081 w 2119654"/>
              <a:gd name="connsiteY53966" fmla="*/ 537471 h 2398711"/>
              <a:gd name="connsiteX53967" fmla="*/ 1400018 w 2119654"/>
              <a:gd name="connsiteY53967" fmla="*/ 533113 h 2398711"/>
              <a:gd name="connsiteX53968" fmla="*/ 680352 w 2119654"/>
              <a:gd name="connsiteY53968" fmla="*/ 2138441 h 2398711"/>
              <a:gd name="connsiteX53969" fmla="*/ 680687 w 2119654"/>
              <a:gd name="connsiteY53969" fmla="*/ 2140973 h 2398711"/>
              <a:gd name="connsiteX53970" fmla="*/ 681053 w 2119654"/>
              <a:gd name="connsiteY53970" fmla="*/ 2140890 h 2398711"/>
              <a:gd name="connsiteX53971" fmla="*/ 1413131 w 2119654"/>
              <a:gd name="connsiteY53971" fmla="*/ 497403 h 2398711"/>
              <a:gd name="connsiteX53972" fmla="*/ 1413188 w 2119654"/>
              <a:gd name="connsiteY53972" fmla="*/ 497693 h 2398711"/>
              <a:gd name="connsiteX53973" fmla="*/ 1413219 w 2119654"/>
              <a:gd name="connsiteY53973" fmla="*/ 497671 h 2398711"/>
              <a:gd name="connsiteX53974" fmla="*/ 709100 w 2119654"/>
              <a:gd name="connsiteY53974" fmla="*/ 2073518 h 2398711"/>
              <a:gd name="connsiteX53975" fmla="*/ 709587 w 2119654"/>
              <a:gd name="connsiteY53975" fmla="*/ 2074763 h 2398711"/>
              <a:gd name="connsiteX53976" fmla="*/ 710395 w 2119654"/>
              <a:gd name="connsiteY53976" fmla="*/ 2074800 h 2398711"/>
              <a:gd name="connsiteX53977" fmla="*/ 709373 w 2119654"/>
              <a:gd name="connsiteY53977" fmla="*/ 2073320 h 2398711"/>
              <a:gd name="connsiteX53978" fmla="*/ 682682 w 2119654"/>
              <a:gd name="connsiteY53978" fmla="*/ 2132509 h 2398711"/>
              <a:gd name="connsiteX53979" fmla="*/ 683366 w 2119654"/>
              <a:gd name="connsiteY53979" fmla="*/ 2134436 h 2398711"/>
              <a:gd name="connsiteX53980" fmla="*/ 697644 w 2119654"/>
              <a:gd name="connsiteY53980" fmla="*/ 2130769 h 2398711"/>
              <a:gd name="connsiteX53981" fmla="*/ 694133 w 2119654"/>
              <a:gd name="connsiteY53981" fmla="*/ 2130039 h 2398711"/>
              <a:gd name="connsiteX53982" fmla="*/ 689559 w 2119654"/>
              <a:gd name="connsiteY53982" fmla="*/ 2131142 h 2398711"/>
              <a:gd name="connsiteX53983" fmla="*/ 694945 w 2119654"/>
              <a:gd name="connsiteY53983" fmla="*/ 2105014 h 2398711"/>
              <a:gd name="connsiteX53984" fmla="*/ 701609 w 2119654"/>
              <a:gd name="connsiteY53984" fmla="*/ 2105668 h 2398711"/>
              <a:gd name="connsiteX53985" fmla="*/ 697767 w 2119654"/>
              <a:gd name="connsiteY53985" fmla="*/ 2104608 h 2398711"/>
              <a:gd name="connsiteX53986" fmla="*/ 696791 w 2119654"/>
              <a:gd name="connsiteY53986" fmla="*/ 2104610 h 2398711"/>
              <a:gd name="connsiteX53987" fmla="*/ 680511 w 2119654"/>
              <a:gd name="connsiteY53987" fmla="*/ 2137039 h 2398711"/>
              <a:gd name="connsiteX53988" fmla="*/ 681579 w 2119654"/>
              <a:gd name="connsiteY53988" fmla="*/ 2140772 h 2398711"/>
              <a:gd name="connsiteX53989" fmla="*/ 684391 w 2119654"/>
              <a:gd name="connsiteY53989" fmla="*/ 2140141 h 2398711"/>
              <a:gd name="connsiteX53990" fmla="*/ 683629 w 2119654"/>
              <a:gd name="connsiteY53990" fmla="*/ 2137864 h 2398711"/>
              <a:gd name="connsiteX53991" fmla="*/ 683536 w 2119654"/>
              <a:gd name="connsiteY53991" fmla="*/ 2137573 h 2398711"/>
              <a:gd name="connsiteX53992" fmla="*/ 705131 w 2119654"/>
              <a:gd name="connsiteY53992" fmla="*/ 2081769 h 2398711"/>
              <a:gd name="connsiteX53993" fmla="*/ 705239 w 2119654"/>
              <a:gd name="connsiteY53993" fmla="*/ 2082033 h 2398711"/>
              <a:gd name="connsiteX53994" fmla="*/ 705609 w 2119654"/>
              <a:gd name="connsiteY53994" fmla="*/ 2081854 h 2398711"/>
              <a:gd name="connsiteX53995" fmla="*/ 705454 w 2119654"/>
              <a:gd name="connsiteY53995" fmla="*/ 2081780 h 2398711"/>
              <a:gd name="connsiteX53996" fmla="*/ 1379099 w 2119654"/>
              <a:gd name="connsiteY53996" fmla="*/ 572453 h 2398711"/>
              <a:gd name="connsiteX53997" fmla="*/ 1380037 w 2119654"/>
              <a:gd name="connsiteY53997" fmla="*/ 573791 h 2398711"/>
              <a:gd name="connsiteX53998" fmla="*/ 1379417 w 2119654"/>
              <a:gd name="connsiteY53998" fmla="*/ 572066 h 2398711"/>
              <a:gd name="connsiteX53999" fmla="*/ 706572 w 2119654"/>
              <a:gd name="connsiteY53999" fmla="*/ 2078368 h 2398711"/>
              <a:gd name="connsiteX54000" fmla="*/ 707723 w 2119654"/>
              <a:gd name="connsiteY54000" fmla="*/ 2080837 h 2398711"/>
              <a:gd name="connsiteX54001" fmla="*/ 708247 w 2119654"/>
              <a:gd name="connsiteY54001" fmla="*/ 2080584 h 2398711"/>
              <a:gd name="connsiteX54002" fmla="*/ 708143 w 2119654"/>
              <a:gd name="connsiteY54002" fmla="*/ 2080092 h 2398711"/>
              <a:gd name="connsiteX54003" fmla="*/ 706780 w 2119654"/>
              <a:gd name="connsiteY54003" fmla="*/ 2078336 h 2398711"/>
              <a:gd name="connsiteX54004" fmla="*/ 714073 w 2119654"/>
              <a:gd name="connsiteY54004" fmla="*/ 2061540 h 2398711"/>
              <a:gd name="connsiteX54005" fmla="*/ 715110 w 2119654"/>
              <a:gd name="connsiteY54005" fmla="*/ 2061675 h 2398711"/>
              <a:gd name="connsiteX54006" fmla="*/ 714603 w 2119654"/>
              <a:gd name="connsiteY54006" fmla="*/ 2061450 h 2398711"/>
              <a:gd name="connsiteX54007" fmla="*/ 693152 w 2119654"/>
              <a:gd name="connsiteY54007" fmla="*/ 2108372 h 2398711"/>
              <a:gd name="connsiteX54008" fmla="*/ 696315 w 2119654"/>
              <a:gd name="connsiteY54008" fmla="*/ 2112203 h 2398711"/>
              <a:gd name="connsiteX54009" fmla="*/ 698377 w 2119654"/>
              <a:gd name="connsiteY54009" fmla="*/ 2111947 h 2398711"/>
              <a:gd name="connsiteX54010" fmla="*/ 714403 w 2119654"/>
              <a:gd name="connsiteY54010" fmla="*/ 2109597 h 2398711"/>
              <a:gd name="connsiteX54011" fmla="*/ 714313 w 2119654"/>
              <a:gd name="connsiteY54011" fmla="*/ 2109172 h 2398711"/>
              <a:gd name="connsiteX54012" fmla="*/ 705459 w 2119654"/>
              <a:gd name="connsiteY54012" fmla="*/ 2106730 h 2398711"/>
              <a:gd name="connsiteX54013" fmla="*/ 700661 w 2119654"/>
              <a:gd name="connsiteY54013" fmla="*/ 2107249 h 2398711"/>
              <a:gd name="connsiteX54014" fmla="*/ 708857 w 2119654"/>
              <a:gd name="connsiteY54014" fmla="*/ 2072898 h 2398711"/>
              <a:gd name="connsiteX54015" fmla="*/ 708976 w 2119654"/>
              <a:gd name="connsiteY54015" fmla="*/ 2073201 h 2398711"/>
              <a:gd name="connsiteX54016" fmla="*/ 709181 w 2119654"/>
              <a:gd name="connsiteY54016" fmla="*/ 2073042 h 2398711"/>
              <a:gd name="connsiteX54017" fmla="*/ 709050 w 2119654"/>
              <a:gd name="connsiteY54017" fmla="*/ 2072852 h 2398711"/>
              <a:gd name="connsiteX54018" fmla="*/ 708908 w 2119654"/>
              <a:gd name="connsiteY54018" fmla="*/ 2072870 h 2398711"/>
              <a:gd name="connsiteX54019" fmla="*/ 1355982 w 2119654"/>
              <a:gd name="connsiteY54019" fmla="*/ 623255 h 2398711"/>
              <a:gd name="connsiteX54020" fmla="*/ 1355980 w 2119654"/>
              <a:gd name="connsiteY54020" fmla="*/ 623496 h 2398711"/>
              <a:gd name="connsiteX54021" fmla="*/ 1355826 w 2119654"/>
              <a:gd name="connsiteY54021" fmla="*/ 626843 h 2398711"/>
              <a:gd name="connsiteX54022" fmla="*/ 1356547 w 2119654"/>
              <a:gd name="connsiteY54022" fmla="*/ 627799 h 2398711"/>
              <a:gd name="connsiteX54023" fmla="*/ 1357002 w 2119654"/>
              <a:gd name="connsiteY54023" fmla="*/ 625476 h 2398711"/>
              <a:gd name="connsiteX54024" fmla="*/ 707504 w 2119654"/>
              <a:gd name="connsiteY54024" fmla="*/ 2075164 h 2398711"/>
              <a:gd name="connsiteX54025" fmla="*/ 707661 w 2119654"/>
              <a:gd name="connsiteY54025" fmla="*/ 2075956 h 2398711"/>
              <a:gd name="connsiteX54026" fmla="*/ 707830 w 2119654"/>
              <a:gd name="connsiteY54026" fmla="*/ 2076054 h 2398711"/>
              <a:gd name="connsiteX54027" fmla="*/ 709325 w 2119654"/>
              <a:gd name="connsiteY54027" fmla="*/ 2075807 h 2398711"/>
              <a:gd name="connsiteX54028" fmla="*/ 709102 w 2119654"/>
              <a:gd name="connsiteY54028" fmla="*/ 2075236 h 2398711"/>
              <a:gd name="connsiteX54029" fmla="*/ 1383105 w 2119654"/>
              <a:gd name="connsiteY54029" fmla="*/ 562024 h 2398711"/>
              <a:gd name="connsiteX54030" fmla="*/ 1383074 w 2119654"/>
              <a:gd name="connsiteY54030" fmla="*/ 563003 h 2398711"/>
              <a:gd name="connsiteX54031" fmla="*/ 1383692 w 2119654"/>
              <a:gd name="connsiteY54031" fmla="*/ 564043 h 2398711"/>
              <a:gd name="connsiteX54032" fmla="*/ 1383824 w 2119654"/>
              <a:gd name="connsiteY54032" fmla="*/ 563898 h 2398711"/>
              <a:gd name="connsiteX54033" fmla="*/ 707512 w 2119654"/>
              <a:gd name="connsiteY54033" fmla="*/ 2074669 h 2398711"/>
              <a:gd name="connsiteX54034" fmla="*/ 708904 w 2119654"/>
              <a:gd name="connsiteY54034" fmla="*/ 2074732 h 2398711"/>
              <a:gd name="connsiteX54035" fmla="*/ 708578 w 2119654"/>
              <a:gd name="connsiteY54035" fmla="*/ 2073897 h 2398711"/>
              <a:gd name="connsiteX54036" fmla="*/ 682345 w 2119654"/>
              <a:gd name="connsiteY54036" fmla="*/ 2130942 h 2398711"/>
              <a:gd name="connsiteX54037" fmla="*/ 688051 w 2119654"/>
              <a:gd name="connsiteY54037" fmla="*/ 2129565 h 2398711"/>
              <a:gd name="connsiteX54038" fmla="*/ 687751 w 2119654"/>
              <a:gd name="connsiteY54038" fmla="*/ 2129360 h 2398711"/>
              <a:gd name="connsiteX54039" fmla="*/ 689330 w 2119654"/>
              <a:gd name="connsiteY54039" fmla="*/ 2129257 h 2398711"/>
              <a:gd name="connsiteX54040" fmla="*/ 689813 w 2119654"/>
              <a:gd name="connsiteY54040" fmla="*/ 2129141 h 2398711"/>
              <a:gd name="connsiteX54041" fmla="*/ 687368 w 2119654"/>
              <a:gd name="connsiteY54041" fmla="*/ 2128632 h 2398711"/>
              <a:gd name="connsiteX54042" fmla="*/ 1374056 w 2119654"/>
              <a:gd name="connsiteY54042" fmla="*/ 581976 h 2398711"/>
              <a:gd name="connsiteX54043" fmla="*/ 1375938 w 2119654"/>
              <a:gd name="connsiteY54043" fmla="*/ 595751 h 2398711"/>
              <a:gd name="connsiteX54044" fmla="*/ 1376917 w 2119654"/>
              <a:gd name="connsiteY54044" fmla="*/ 599520 h 2398711"/>
              <a:gd name="connsiteX54045" fmla="*/ 1377980 w 2119654"/>
              <a:gd name="connsiteY54045" fmla="*/ 601064 h 2398711"/>
              <a:gd name="connsiteX54046" fmla="*/ 1379850 w 2119654"/>
              <a:gd name="connsiteY54046" fmla="*/ 596130 h 2398711"/>
              <a:gd name="connsiteX54047" fmla="*/ 1378836 w 2119654"/>
              <a:gd name="connsiteY54047" fmla="*/ 587463 h 2398711"/>
              <a:gd name="connsiteX54048" fmla="*/ 680069 w 2119654"/>
              <a:gd name="connsiteY54048" fmla="*/ 2135498 h 2398711"/>
              <a:gd name="connsiteX54049" fmla="*/ 680119 w 2119654"/>
              <a:gd name="connsiteY54049" fmla="*/ 2135671 h 2398711"/>
              <a:gd name="connsiteX54050" fmla="*/ 683056 w 2119654"/>
              <a:gd name="connsiteY54050" fmla="*/ 2136070 h 2398711"/>
              <a:gd name="connsiteX54051" fmla="*/ 682845 w 2119654"/>
              <a:gd name="connsiteY54051" fmla="*/ 2135409 h 2398711"/>
              <a:gd name="connsiteX54052" fmla="*/ 680558 w 2119654"/>
              <a:gd name="connsiteY54052" fmla="*/ 2135380 h 2398711"/>
              <a:gd name="connsiteX54053" fmla="*/ 1361486 w 2119654"/>
              <a:gd name="connsiteY54053" fmla="*/ 609496 h 2398711"/>
              <a:gd name="connsiteX54054" fmla="*/ 1363926 w 2119654"/>
              <a:gd name="connsiteY54054" fmla="*/ 617502 h 2398711"/>
              <a:gd name="connsiteX54055" fmla="*/ 1363979 w 2119654"/>
              <a:gd name="connsiteY54055" fmla="*/ 617686 h 2398711"/>
              <a:gd name="connsiteX54056" fmla="*/ 1364201 w 2119654"/>
              <a:gd name="connsiteY54056" fmla="*/ 617962 h 2398711"/>
              <a:gd name="connsiteX54057" fmla="*/ 1363304 w 2119654"/>
              <a:gd name="connsiteY54057" fmla="*/ 612191 h 2398711"/>
              <a:gd name="connsiteX54058" fmla="*/ 713956 w 2119654"/>
              <a:gd name="connsiteY54058" fmla="*/ 2059008 h 2398711"/>
              <a:gd name="connsiteX54059" fmla="*/ 715287 w 2119654"/>
              <a:gd name="connsiteY54059" fmla="*/ 2060971 h 2398711"/>
              <a:gd name="connsiteX54060" fmla="*/ 722617 w 2119654"/>
              <a:gd name="connsiteY54060" fmla="*/ 2059732 h 2398711"/>
              <a:gd name="connsiteX54061" fmla="*/ 722277 w 2119654"/>
              <a:gd name="connsiteY54061" fmla="*/ 2059176 h 2398711"/>
              <a:gd name="connsiteX54062" fmla="*/ 658735 w 2119654"/>
              <a:gd name="connsiteY54062" fmla="*/ 2182588 h 2398711"/>
              <a:gd name="connsiteX54063" fmla="*/ 672764 w 2119654"/>
              <a:gd name="connsiteY54063" fmla="*/ 2180270 h 2398711"/>
              <a:gd name="connsiteX54064" fmla="*/ 684958 w 2119654"/>
              <a:gd name="connsiteY54064" fmla="*/ 2177062 h 2398711"/>
              <a:gd name="connsiteX54065" fmla="*/ 684309 w 2119654"/>
              <a:gd name="connsiteY54065" fmla="*/ 2172164 h 2398711"/>
              <a:gd name="connsiteX54066" fmla="*/ 706590 w 2119654"/>
              <a:gd name="connsiteY54066" fmla="*/ 2075337 h 2398711"/>
              <a:gd name="connsiteX54067" fmla="*/ 707210 w 2119654"/>
              <a:gd name="connsiteY54067" fmla="*/ 2075695 h 2398711"/>
              <a:gd name="connsiteX54068" fmla="*/ 707093 w 2119654"/>
              <a:gd name="connsiteY54068" fmla="*/ 2075146 h 2398711"/>
              <a:gd name="connsiteX54069" fmla="*/ 706867 w 2119654"/>
              <a:gd name="connsiteY54069" fmla="*/ 2075135 h 2398711"/>
              <a:gd name="connsiteX54070" fmla="*/ 707240 w 2119654"/>
              <a:gd name="connsiteY54070" fmla="*/ 2073832 h 2398711"/>
              <a:gd name="connsiteX54071" fmla="*/ 707363 w 2119654"/>
              <a:gd name="connsiteY54071" fmla="*/ 2074453 h 2398711"/>
              <a:gd name="connsiteX54072" fmla="*/ 708461 w 2119654"/>
              <a:gd name="connsiteY54072" fmla="*/ 2073600 h 2398711"/>
              <a:gd name="connsiteX54073" fmla="*/ 708310 w 2119654"/>
              <a:gd name="connsiteY54073" fmla="*/ 2073214 h 2398711"/>
              <a:gd name="connsiteX54074" fmla="*/ 1409805 w 2119654"/>
              <a:gd name="connsiteY54074" fmla="*/ 500630 h 2398711"/>
              <a:gd name="connsiteX54075" fmla="*/ 1412316 w 2119654"/>
              <a:gd name="connsiteY54075" fmla="*/ 509323 h 2398711"/>
              <a:gd name="connsiteX54076" fmla="*/ 1413581 w 2119654"/>
              <a:gd name="connsiteY54076" fmla="*/ 505837 h 2398711"/>
              <a:gd name="connsiteX54077" fmla="*/ 1413721 w 2119654"/>
              <a:gd name="connsiteY54077" fmla="*/ 506155 h 2398711"/>
              <a:gd name="connsiteX54078" fmla="*/ 1413587 w 2119654"/>
              <a:gd name="connsiteY54078" fmla="*/ 505056 h 2398711"/>
              <a:gd name="connsiteX54079" fmla="*/ 1412492 w 2119654"/>
              <a:gd name="connsiteY54079" fmla="*/ 499482 h 2398711"/>
              <a:gd name="connsiteX54080" fmla="*/ 1412246 w 2119654"/>
              <a:gd name="connsiteY54080" fmla="*/ 498918 h 2398711"/>
              <a:gd name="connsiteX54081" fmla="*/ 707094 w 2119654"/>
              <a:gd name="connsiteY54081" fmla="*/ 2073095 h 2398711"/>
              <a:gd name="connsiteX54082" fmla="*/ 707202 w 2119654"/>
              <a:gd name="connsiteY54082" fmla="*/ 2073641 h 2398711"/>
              <a:gd name="connsiteX54083" fmla="*/ 708242 w 2119654"/>
              <a:gd name="connsiteY54083" fmla="*/ 2073041 h 2398711"/>
              <a:gd name="connsiteX54084" fmla="*/ 708209 w 2119654"/>
              <a:gd name="connsiteY54084" fmla="*/ 2072956 h 2398711"/>
              <a:gd name="connsiteX54085" fmla="*/ 706188 w 2119654"/>
              <a:gd name="connsiteY54085" fmla="*/ 2075105 h 2398711"/>
              <a:gd name="connsiteX54086" fmla="*/ 706380 w 2119654"/>
              <a:gd name="connsiteY54086" fmla="*/ 2075216 h 2398711"/>
              <a:gd name="connsiteX54087" fmla="*/ 706505 w 2119654"/>
              <a:gd name="connsiteY54087" fmla="*/ 2075119 h 2398711"/>
              <a:gd name="connsiteX54088" fmla="*/ 705790 w 2119654"/>
              <a:gd name="connsiteY54088" fmla="*/ 2075915 h 2398711"/>
              <a:gd name="connsiteX54089" fmla="*/ 706207 w 2119654"/>
              <a:gd name="connsiteY54089" fmla="*/ 2076323 h 2398711"/>
              <a:gd name="connsiteX54090" fmla="*/ 707004 w 2119654"/>
              <a:gd name="connsiteY54090" fmla="*/ 2076191 h 2398711"/>
              <a:gd name="connsiteX54091" fmla="*/ 706117 w 2119654"/>
              <a:gd name="connsiteY54091" fmla="*/ 2075678 h 2398711"/>
              <a:gd name="connsiteX54092" fmla="*/ 705913 w 2119654"/>
              <a:gd name="connsiteY54092" fmla="*/ 2074596 h 2398711"/>
              <a:gd name="connsiteX54093" fmla="*/ 706994 w 2119654"/>
              <a:gd name="connsiteY54093" fmla="*/ 2074645 h 2398711"/>
              <a:gd name="connsiteX54094" fmla="*/ 706874 w 2119654"/>
              <a:gd name="connsiteY54094" fmla="*/ 2074042 h 2398711"/>
              <a:gd name="connsiteX54095" fmla="*/ 712213 w 2119654"/>
              <a:gd name="connsiteY54095" fmla="*/ 2060395 h 2398711"/>
              <a:gd name="connsiteX54096" fmla="*/ 712500 w 2119654"/>
              <a:gd name="connsiteY54096" fmla="*/ 2061335 h 2398711"/>
              <a:gd name="connsiteX54097" fmla="*/ 712854 w 2119654"/>
              <a:gd name="connsiteY54097" fmla="*/ 2061381 h 2398711"/>
              <a:gd name="connsiteX54098" fmla="*/ 714006 w 2119654"/>
              <a:gd name="connsiteY54098" fmla="*/ 2061187 h 2398711"/>
              <a:gd name="connsiteX54099" fmla="*/ 1371216 w 2119654"/>
              <a:gd name="connsiteY54099" fmla="*/ 584756 h 2398711"/>
              <a:gd name="connsiteX54100" fmla="*/ 1371493 w 2119654"/>
              <a:gd name="connsiteY54100" fmla="*/ 591863 h 2398711"/>
              <a:gd name="connsiteX54101" fmla="*/ 1372539 w 2119654"/>
              <a:gd name="connsiteY54101" fmla="*/ 593167 h 2398711"/>
              <a:gd name="connsiteX54102" fmla="*/ 1373920 w 2119654"/>
              <a:gd name="connsiteY54102" fmla="*/ 595168 h 2398711"/>
              <a:gd name="connsiteX54103" fmla="*/ 699047 w 2119654"/>
              <a:gd name="connsiteY54103" fmla="*/ 2089793 h 2398711"/>
              <a:gd name="connsiteX54104" fmla="*/ 707224 w 2119654"/>
              <a:gd name="connsiteY54104" fmla="*/ 2090277 h 2398711"/>
              <a:gd name="connsiteX54105" fmla="*/ 702781 w 2119654"/>
              <a:gd name="connsiteY54105" fmla="*/ 2089493 h 2398711"/>
              <a:gd name="connsiteX54106" fmla="*/ 704939 w 2119654"/>
              <a:gd name="connsiteY54106" fmla="*/ 2076532 h 2398711"/>
              <a:gd name="connsiteX54107" fmla="*/ 704955 w 2119654"/>
              <a:gd name="connsiteY54107" fmla="*/ 2076529 h 2398711"/>
              <a:gd name="connsiteX54108" fmla="*/ 704952 w 2119654"/>
              <a:gd name="connsiteY54108" fmla="*/ 2076522 h 2398711"/>
              <a:gd name="connsiteX54109" fmla="*/ 713229 w 2119654"/>
              <a:gd name="connsiteY54109" fmla="*/ 2057935 h 2398711"/>
              <a:gd name="connsiteX54110" fmla="*/ 713639 w 2119654"/>
              <a:gd name="connsiteY54110" fmla="*/ 2058540 h 2398711"/>
              <a:gd name="connsiteX54111" fmla="*/ 720210 w 2119654"/>
              <a:gd name="connsiteY54111" fmla="*/ 2058672 h 2398711"/>
              <a:gd name="connsiteX54112" fmla="*/ 679646 w 2119654"/>
              <a:gd name="connsiteY54112" fmla="*/ 2133112 h 2398711"/>
              <a:gd name="connsiteX54113" fmla="*/ 679870 w 2119654"/>
              <a:gd name="connsiteY54113" fmla="*/ 2134802 h 2398711"/>
              <a:gd name="connsiteX54114" fmla="*/ 679882 w 2119654"/>
              <a:gd name="connsiteY54114" fmla="*/ 2134841 h 2398711"/>
              <a:gd name="connsiteX54115" fmla="*/ 681697 w 2119654"/>
              <a:gd name="connsiteY54115" fmla="*/ 2134865 h 2398711"/>
              <a:gd name="connsiteX54116" fmla="*/ 682597 w 2119654"/>
              <a:gd name="connsiteY54116" fmla="*/ 2134634 h 2398711"/>
              <a:gd name="connsiteX54117" fmla="*/ 681964 w 2119654"/>
              <a:gd name="connsiteY54117" fmla="*/ 2132651 h 2398711"/>
              <a:gd name="connsiteX54118" fmla="*/ 703906 w 2119654"/>
              <a:gd name="connsiteY54118" fmla="*/ 2078777 h 2398711"/>
              <a:gd name="connsiteX54119" fmla="*/ 704629 w 2119654"/>
              <a:gd name="connsiteY54119" fmla="*/ 2080545 h 2398711"/>
              <a:gd name="connsiteX54120" fmla="*/ 706583 w 2119654"/>
              <a:gd name="connsiteY54120" fmla="*/ 2081385 h 2398711"/>
              <a:gd name="connsiteX54121" fmla="*/ 707166 w 2119654"/>
              <a:gd name="connsiteY54121" fmla="*/ 2081105 h 2398711"/>
              <a:gd name="connsiteX54122" fmla="*/ 705894 w 2119654"/>
              <a:gd name="connsiteY54122" fmla="*/ 2078472 h 2398711"/>
              <a:gd name="connsiteX54123" fmla="*/ 1373628 w 2119654"/>
              <a:gd name="connsiteY54123" fmla="*/ 579102 h 2398711"/>
              <a:gd name="connsiteX54124" fmla="*/ 1373947 w 2119654"/>
              <a:gd name="connsiteY54124" fmla="*/ 581222 h 2398711"/>
              <a:gd name="connsiteX54125" fmla="*/ 1378751 w 2119654"/>
              <a:gd name="connsiteY54125" fmla="*/ 586741 h 2398711"/>
              <a:gd name="connsiteX54126" fmla="*/ 1378042 w 2119654"/>
              <a:gd name="connsiteY54126" fmla="*/ 580682 h 2398711"/>
              <a:gd name="connsiteX54127" fmla="*/ 1375414 w 2119654"/>
              <a:gd name="connsiteY54127" fmla="*/ 576932 h 2398711"/>
              <a:gd name="connsiteX54128" fmla="*/ 693049 w 2119654"/>
              <a:gd name="connsiteY54128" fmla="*/ 2102828 h 2398711"/>
              <a:gd name="connsiteX54129" fmla="*/ 697348 w 2119654"/>
              <a:gd name="connsiteY54129" fmla="*/ 2104014 h 2398711"/>
              <a:gd name="connsiteX54130" fmla="*/ 702284 w 2119654"/>
              <a:gd name="connsiteY54130" fmla="*/ 2102933 h 2398711"/>
              <a:gd name="connsiteX54131" fmla="*/ 698622 w 2119654"/>
              <a:gd name="connsiteY54131" fmla="*/ 2101338 h 2398711"/>
              <a:gd name="connsiteX54132" fmla="*/ 681922 w 2119654"/>
              <a:gd name="connsiteY54132" fmla="*/ 2127265 h 2398711"/>
              <a:gd name="connsiteX54133" fmla="*/ 686907 w 2119654"/>
              <a:gd name="connsiteY54133" fmla="*/ 2128301 h 2398711"/>
              <a:gd name="connsiteX54134" fmla="*/ 702893 w 2119654"/>
              <a:gd name="connsiteY54134" fmla="*/ 2120951 h 2398711"/>
              <a:gd name="connsiteX54135" fmla="*/ 700926 w 2119654"/>
              <a:gd name="connsiteY54135" fmla="*/ 2118569 h 2398711"/>
              <a:gd name="connsiteX54136" fmla="*/ 1372886 w 2119654"/>
              <a:gd name="connsiteY54136" fmla="*/ 580003 h 2398711"/>
              <a:gd name="connsiteX54137" fmla="*/ 1373318 w 2119654"/>
              <a:gd name="connsiteY54137" fmla="*/ 580500 h 2398711"/>
              <a:gd name="connsiteX54138" fmla="*/ 1373198 w 2119654"/>
              <a:gd name="connsiteY54138" fmla="*/ 579625 h 2398711"/>
              <a:gd name="connsiteX54139" fmla="*/ 705123 w 2119654"/>
              <a:gd name="connsiteY54139" fmla="*/ 2075104 h 2398711"/>
              <a:gd name="connsiteX54140" fmla="*/ 705634 w 2119654"/>
              <a:gd name="connsiteY54140" fmla="*/ 2075763 h 2398711"/>
              <a:gd name="connsiteX54141" fmla="*/ 705652 w 2119654"/>
              <a:gd name="connsiteY54141" fmla="*/ 2075781 h 2398711"/>
              <a:gd name="connsiteX54142" fmla="*/ 705926 w 2119654"/>
              <a:gd name="connsiteY54142" fmla="*/ 2075568 h 2398711"/>
              <a:gd name="connsiteX54143" fmla="*/ 1395796 w 2119654"/>
              <a:gd name="connsiteY54143" fmla="*/ 528007 h 2398711"/>
              <a:gd name="connsiteX54144" fmla="*/ 1396826 w 2119654"/>
              <a:gd name="connsiteY54144" fmla="*/ 534071 h 2398711"/>
              <a:gd name="connsiteX54145" fmla="*/ 1397069 w 2119654"/>
              <a:gd name="connsiteY54145" fmla="*/ 539136 h 2398711"/>
              <a:gd name="connsiteX54146" fmla="*/ 1398105 w 2119654"/>
              <a:gd name="connsiteY54146" fmla="*/ 544604 h 2398711"/>
              <a:gd name="connsiteX54147" fmla="*/ 1399010 w 2119654"/>
              <a:gd name="connsiteY54147" fmla="*/ 545573 h 2398711"/>
              <a:gd name="connsiteX54148" fmla="*/ 1401343 w 2119654"/>
              <a:gd name="connsiteY54148" fmla="*/ 539418 h 2398711"/>
              <a:gd name="connsiteX54149" fmla="*/ 1396731 w 2119654"/>
              <a:gd name="connsiteY54149" fmla="*/ 529139 h 2398711"/>
              <a:gd name="connsiteX54150" fmla="*/ 1372098 w 2119654"/>
              <a:gd name="connsiteY54150" fmla="*/ 580961 h 2398711"/>
              <a:gd name="connsiteX54151" fmla="*/ 1374804 w 2119654"/>
              <a:gd name="connsiteY54151" fmla="*/ 591386 h 2398711"/>
              <a:gd name="connsiteX54152" fmla="*/ 1373419 w 2119654"/>
              <a:gd name="connsiteY54152" fmla="*/ 581243 h 2398711"/>
              <a:gd name="connsiteX54153" fmla="*/ 1372621 w 2119654"/>
              <a:gd name="connsiteY54153" fmla="*/ 580325 h 2398711"/>
              <a:gd name="connsiteX54154" fmla="*/ 691073 w 2119654"/>
              <a:gd name="connsiteY54154" fmla="*/ 2105855 h 2398711"/>
              <a:gd name="connsiteX54155" fmla="*/ 692534 w 2119654"/>
              <a:gd name="connsiteY54155" fmla="*/ 2107625 h 2398711"/>
              <a:gd name="connsiteX54156" fmla="*/ 695429 w 2119654"/>
              <a:gd name="connsiteY54156" fmla="*/ 2107311 h 2398711"/>
              <a:gd name="connsiteX54157" fmla="*/ 702106 w 2119654"/>
              <a:gd name="connsiteY54157" fmla="*/ 2106313 h 2398711"/>
              <a:gd name="connsiteX54158" fmla="*/ 693436 w 2119654"/>
              <a:gd name="connsiteY54158" fmla="*/ 2105344 h 2398711"/>
              <a:gd name="connsiteX54159" fmla="*/ 691538 w 2119654"/>
              <a:gd name="connsiteY54159" fmla="*/ 2105759 h 2398711"/>
              <a:gd name="connsiteX54160" fmla="*/ 1356019 w 2119654"/>
              <a:gd name="connsiteY54160" fmla="*/ 616608 h 2398711"/>
              <a:gd name="connsiteX54161" fmla="*/ 1356015 w 2119654"/>
              <a:gd name="connsiteY54161" fmla="*/ 617390 h 2398711"/>
              <a:gd name="connsiteX54162" fmla="*/ 1356278 w 2119654"/>
              <a:gd name="connsiteY54162" fmla="*/ 617751 h 2398711"/>
              <a:gd name="connsiteX54163" fmla="*/ 677689 w 2119654"/>
              <a:gd name="connsiteY54163" fmla="*/ 2135342 h 2398711"/>
              <a:gd name="connsiteX54164" fmla="*/ 679098 w 2119654"/>
              <a:gd name="connsiteY54164" fmla="*/ 2135533 h 2398711"/>
              <a:gd name="connsiteX54165" fmla="*/ 679444 w 2119654"/>
              <a:gd name="connsiteY54165" fmla="*/ 2135444 h 2398711"/>
              <a:gd name="connsiteX54166" fmla="*/ 679433 w 2119654"/>
              <a:gd name="connsiteY54166" fmla="*/ 2135364 h 2398711"/>
              <a:gd name="connsiteX54167" fmla="*/ 712633 w 2119654"/>
              <a:gd name="connsiteY54167" fmla="*/ 2057057 h 2398711"/>
              <a:gd name="connsiteX54168" fmla="*/ 712816 w 2119654"/>
              <a:gd name="connsiteY54168" fmla="*/ 2057326 h 2398711"/>
              <a:gd name="connsiteX54169" fmla="*/ 721724 w 2119654"/>
              <a:gd name="connsiteY54169" fmla="*/ 2058267 h 2398711"/>
              <a:gd name="connsiteX54170" fmla="*/ 721256 w 2119654"/>
              <a:gd name="connsiteY54170" fmla="*/ 2057498 h 2398711"/>
              <a:gd name="connsiteX54171" fmla="*/ 718995 w 2119654"/>
              <a:gd name="connsiteY54171" fmla="*/ 2056372 h 2398711"/>
              <a:gd name="connsiteX54172" fmla="*/ 718893 w 2119654"/>
              <a:gd name="connsiteY54172" fmla="*/ 2056157 h 2398711"/>
              <a:gd name="connsiteX54173" fmla="*/ 721112 w 2119654"/>
              <a:gd name="connsiteY54173" fmla="*/ 2057262 h 2398711"/>
              <a:gd name="connsiteX54174" fmla="*/ 719655 w 2119654"/>
              <a:gd name="connsiteY54174" fmla="*/ 2054868 h 2398711"/>
              <a:gd name="connsiteX54175" fmla="*/ 711778 w 2119654"/>
              <a:gd name="connsiteY54175" fmla="*/ 2058964 h 2398711"/>
              <a:gd name="connsiteX54176" fmla="*/ 712025 w 2119654"/>
              <a:gd name="connsiteY54176" fmla="*/ 2059776 h 2398711"/>
              <a:gd name="connsiteX54177" fmla="*/ 714883 w 2119654"/>
              <a:gd name="connsiteY54177" fmla="*/ 2061040 h 2398711"/>
              <a:gd name="connsiteX54178" fmla="*/ 715064 w 2119654"/>
              <a:gd name="connsiteY54178" fmla="*/ 2061009 h 2398711"/>
              <a:gd name="connsiteX54179" fmla="*/ 713703 w 2119654"/>
              <a:gd name="connsiteY54179" fmla="*/ 2059003 h 2398711"/>
              <a:gd name="connsiteX54180" fmla="*/ 680974 w 2119654"/>
              <a:gd name="connsiteY54180" fmla="*/ 2127698 h 2398711"/>
              <a:gd name="connsiteX54181" fmla="*/ 681991 w 2119654"/>
              <a:gd name="connsiteY54181" fmla="*/ 2130562 h 2398711"/>
              <a:gd name="connsiteX54182" fmla="*/ 686555 w 2119654"/>
              <a:gd name="connsiteY54182" fmla="*/ 2128463 h 2398711"/>
              <a:gd name="connsiteX54183" fmla="*/ 686380 w 2119654"/>
              <a:gd name="connsiteY54183" fmla="*/ 2128427 h 2398711"/>
              <a:gd name="connsiteX54184" fmla="*/ 681669 w 2119654"/>
              <a:gd name="connsiteY54184" fmla="*/ 2127381 h 2398711"/>
              <a:gd name="connsiteX54185" fmla="*/ 1406516 w 2119654"/>
              <a:gd name="connsiteY54185" fmla="*/ 502939 h 2398711"/>
              <a:gd name="connsiteX54186" fmla="*/ 1409516 w 2119654"/>
              <a:gd name="connsiteY54186" fmla="*/ 517027 h 2398711"/>
              <a:gd name="connsiteX54187" fmla="*/ 1412028 w 2119654"/>
              <a:gd name="connsiteY54187" fmla="*/ 510114 h 2398711"/>
              <a:gd name="connsiteX54188" fmla="*/ 1409376 w 2119654"/>
              <a:gd name="connsiteY54188" fmla="*/ 500931 h 2398711"/>
              <a:gd name="connsiteX54189" fmla="*/ 1411786 w 2119654"/>
              <a:gd name="connsiteY54189" fmla="*/ 490562 h 2398711"/>
              <a:gd name="connsiteX54190" fmla="*/ 1412381 w 2119654"/>
              <a:gd name="connsiteY54190" fmla="*/ 493590 h 2398711"/>
              <a:gd name="connsiteX54191" fmla="*/ 1413633 w 2119654"/>
              <a:gd name="connsiteY54191" fmla="*/ 497389 h 2398711"/>
              <a:gd name="connsiteX54192" fmla="*/ 1414560 w 2119654"/>
              <a:gd name="connsiteY54192" fmla="*/ 496757 h 2398711"/>
              <a:gd name="connsiteX54193" fmla="*/ 1414543 w 2119654"/>
              <a:gd name="connsiteY54193" fmla="*/ 496524 h 2398711"/>
              <a:gd name="connsiteX54194" fmla="*/ 1356027 w 2119654"/>
              <a:gd name="connsiteY54194" fmla="*/ 615338 h 2398711"/>
              <a:gd name="connsiteX54195" fmla="*/ 1356025 w 2119654"/>
              <a:gd name="connsiteY54195" fmla="*/ 615679 h 2398711"/>
              <a:gd name="connsiteX54196" fmla="*/ 1356642 w 2119654"/>
              <a:gd name="connsiteY54196" fmla="*/ 618252 h 2398711"/>
              <a:gd name="connsiteX54197" fmla="*/ 1360298 w 2119654"/>
              <a:gd name="connsiteY54197" fmla="*/ 623288 h 2398711"/>
              <a:gd name="connsiteX54198" fmla="*/ 1357820 w 2119654"/>
              <a:gd name="connsiteY54198" fmla="*/ 618323 h 2398711"/>
              <a:gd name="connsiteX54199" fmla="*/ 1356561 w 2119654"/>
              <a:gd name="connsiteY54199" fmla="*/ 616117 h 2398711"/>
              <a:gd name="connsiteX54200" fmla="*/ 690916 w 2119654"/>
              <a:gd name="connsiteY54200" fmla="*/ 2104618 h 2398711"/>
              <a:gd name="connsiteX54201" fmla="*/ 693455 w 2119654"/>
              <a:gd name="connsiteY54201" fmla="*/ 2104867 h 2398711"/>
              <a:gd name="connsiteX54202" fmla="*/ 694618 w 2119654"/>
              <a:gd name="connsiteY54202" fmla="*/ 2104613 h 2398711"/>
              <a:gd name="connsiteX54203" fmla="*/ 712034 w 2119654"/>
              <a:gd name="connsiteY54203" fmla="*/ 2057244 h 2398711"/>
              <a:gd name="connsiteX54204" fmla="*/ 712547 w 2119654"/>
              <a:gd name="connsiteY54204" fmla="*/ 2057298 h 2398711"/>
              <a:gd name="connsiteX54205" fmla="*/ 712427 w 2119654"/>
              <a:gd name="connsiteY54205" fmla="*/ 2057121 h 2398711"/>
              <a:gd name="connsiteX54206" fmla="*/ 680792 w 2119654"/>
              <a:gd name="connsiteY54206" fmla="*/ 2127186 h 2398711"/>
              <a:gd name="connsiteX54207" fmla="*/ 680825 w 2119654"/>
              <a:gd name="connsiteY54207" fmla="*/ 2127278 h 2398711"/>
              <a:gd name="connsiteX54208" fmla="*/ 680950 w 2119654"/>
              <a:gd name="connsiteY54208" fmla="*/ 2127221 h 2398711"/>
              <a:gd name="connsiteX54209" fmla="*/ 696959 w 2119654"/>
              <a:gd name="connsiteY54209" fmla="*/ 2090722 h 2398711"/>
              <a:gd name="connsiteX54210" fmla="*/ 698761 w 2119654"/>
              <a:gd name="connsiteY54210" fmla="*/ 2091432 h 2398711"/>
              <a:gd name="connsiteX54211" fmla="*/ 710695 w 2119654"/>
              <a:gd name="connsiteY54211" fmla="*/ 2092117 h 2398711"/>
              <a:gd name="connsiteX54212" fmla="*/ 710593 w 2119654"/>
              <a:gd name="connsiteY54212" fmla="*/ 2091637 h 2398711"/>
              <a:gd name="connsiteX54213" fmla="*/ 699607 w 2119654"/>
              <a:gd name="connsiteY54213" fmla="*/ 2090985 h 2398711"/>
              <a:gd name="connsiteX54214" fmla="*/ 704466 w 2119654"/>
              <a:gd name="connsiteY54214" fmla="*/ 2073849 h 2398711"/>
              <a:gd name="connsiteX54215" fmla="*/ 704632 w 2119654"/>
              <a:gd name="connsiteY54215" fmla="*/ 2074205 h 2398711"/>
              <a:gd name="connsiteX54216" fmla="*/ 705257 w 2119654"/>
              <a:gd name="connsiteY54216" fmla="*/ 2074566 h 2398711"/>
              <a:gd name="connsiteX54217" fmla="*/ 705572 w 2119654"/>
              <a:gd name="connsiteY54217" fmla="*/ 2074581 h 2398711"/>
              <a:gd name="connsiteX54218" fmla="*/ 706837 w 2119654"/>
              <a:gd name="connsiteY54218" fmla="*/ 2073852 h 2398711"/>
              <a:gd name="connsiteX54219" fmla="*/ 706708 w 2119654"/>
              <a:gd name="connsiteY54219" fmla="*/ 2073203 h 2398711"/>
              <a:gd name="connsiteX54220" fmla="*/ 1369930 w 2119654"/>
              <a:gd name="connsiteY54220" fmla="*/ 583597 h 2398711"/>
              <a:gd name="connsiteX54221" fmla="*/ 1369256 w 2119654"/>
              <a:gd name="connsiteY54221" fmla="*/ 588393 h 2398711"/>
              <a:gd name="connsiteX54222" fmla="*/ 1369737 w 2119654"/>
              <a:gd name="connsiteY54222" fmla="*/ 589675 h 2398711"/>
              <a:gd name="connsiteX54223" fmla="*/ 1370477 w 2119654"/>
              <a:gd name="connsiteY54223" fmla="*/ 590598 h 2398711"/>
              <a:gd name="connsiteX54224" fmla="*/ 1370484 w 2119654"/>
              <a:gd name="connsiteY54224" fmla="*/ 582923 h 2398711"/>
              <a:gd name="connsiteX54225" fmla="*/ 690367 w 2119654"/>
              <a:gd name="connsiteY54225" fmla="*/ 2105001 h 2398711"/>
              <a:gd name="connsiteX54226" fmla="*/ 690747 w 2119654"/>
              <a:gd name="connsiteY54226" fmla="*/ 2105460 h 2398711"/>
              <a:gd name="connsiteX54227" fmla="*/ 692007 w 2119654"/>
              <a:gd name="connsiteY54227" fmla="*/ 2105184 h 2398711"/>
              <a:gd name="connsiteX54228" fmla="*/ 1380331 w 2119654"/>
              <a:gd name="connsiteY54228" fmla="*/ 560007 h 2398711"/>
              <a:gd name="connsiteX54229" fmla="*/ 1380334 w 2119654"/>
              <a:gd name="connsiteY54229" fmla="*/ 560241 h 2398711"/>
              <a:gd name="connsiteX54230" fmla="*/ 1382048 w 2119654"/>
              <a:gd name="connsiteY54230" fmla="*/ 562973 h 2398711"/>
              <a:gd name="connsiteX54231" fmla="*/ 1382050 w 2119654"/>
              <a:gd name="connsiteY54231" fmla="*/ 562898 h 2398711"/>
              <a:gd name="connsiteX54232" fmla="*/ 711406 w 2119654"/>
              <a:gd name="connsiteY54232" fmla="*/ 2057743 h 2398711"/>
              <a:gd name="connsiteX54233" fmla="*/ 711636 w 2119654"/>
              <a:gd name="connsiteY54233" fmla="*/ 2058500 h 2398711"/>
              <a:gd name="connsiteX54234" fmla="*/ 713386 w 2119654"/>
              <a:gd name="connsiteY54234" fmla="*/ 2058535 h 2398711"/>
              <a:gd name="connsiteX54235" fmla="*/ 712960 w 2119654"/>
              <a:gd name="connsiteY54235" fmla="*/ 2057908 h 2398711"/>
              <a:gd name="connsiteX54236" fmla="*/ 706239 w 2119654"/>
              <a:gd name="connsiteY54236" fmla="*/ 2068782 h 2398711"/>
              <a:gd name="connsiteX54237" fmla="*/ 706603 w 2119654"/>
              <a:gd name="connsiteY54237" fmla="*/ 2070616 h 2398711"/>
              <a:gd name="connsiteX54238" fmla="*/ 707223 w 2119654"/>
              <a:gd name="connsiteY54238" fmla="*/ 2070437 h 2398711"/>
              <a:gd name="connsiteX54239" fmla="*/ 707013 w 2119654"/>
              <a:gd name="connsiteY54239" fmla="*/ 2069902 h 2398711"/>
              <a:gd name="connsiteX54240" fmla="*/ 700503 w 2119654"/>
              <a:gd name="connsiteY54240" fmla="*/ 2081613 h 2398711"/>
              <a:gd name="connsiteX54241" fmla="*/ 703567 w 2119654"/>
              <a:gd name="connsiteY54241" fmla="*/ 2082838 h 2398711"/>
              <a:gd name="connsiteX54242" fmla="*/ 705010 w 2119654"/>
              <a:gd name="connsiteY54242" fmla="*/ 2082143 h 2398711"/>
              <a:gd name="connsiteX54243" fmla="*/ 704853 w 2119654"/>
              <a:gd name="connsiteY54243" fmla="*/ 2081760 h 2398711"/>
              <a:gd name="connsiteX54244" fmla="*/ 697826 w 2119654"/>
              <a:gd name="connsiteY54244" fmla="*/ 2087511 h 2398711"/>
              <a:gd name="connsiteX54245" fmla="*/ 704936 w 2119654"/>
              <a:gd name="connsiteY54245" fmla="*/ 2084794 h 2398711"/>
              <a:gd name="connsiteX54246" fmla="*/ 704393 w 2119654"/>
              <a:gd name="connsiteY54246" fmla="*/ 2084577 h 2398711"/>
              <a:gd name="connsiteX54247" fmla="*/ 701950 w 2119654"/>
              <a:gd name="connsiteY54247" fmla="*/ 2085343 h 2398711"/>
              <a:gd name="connsiteX54248" fmla="*/ 690576 w 2119654"/>
              <a:gd name="connsiteY54248" fmla="*/ 2103489 h 2398711"/>
              <a:gd name="connsiteX54249" fmla="*/ 694946 w 2119654"/>
              <a:gd name="connsiteY54249" fmla="*/ 2103830 h 2398711"/>
              <a:gd name="connsiteX54250" fmla="*/ 692168 w 2119654"/>
              <a:gd name="connsiteY54250" fmla="*/ 2103064 h 2398711"/>
              <a:gd name="connsiteX54251" fmla="*/ 701415 w 2119654"/>
              <a:gd name="connsiteY54251" fmla="*/ 2079161 h 2398711"/>
              <a:gd name="connsiteX54252" fmla="*/ 704296 w 2119654"/>
              <a:gd name="connsiteY54252" fmla="*/ 2080401 h 2398711"/>
              <a:gd name="connsiteX54253" fmla="*/ 703647 w 2119654"/>
              <a:gd name="connsiteY54253" fmla="*/ 2078818 h 2398711"/>
              <a:gd name="connsiteX54254" fmla="*/ 1368231 w 2119654"/>
              <a:gd name="connsiteY54254" fmla="*/ 585659 h 2398711"/>
              <a:gd name="connsiteX54255" fmla="*/ 1369092 w 2119654"/>
              <a:gd name="connsiteY54255" fmla="*/ 587956 h 2398711"/>
              <a:gd name="connsiteX54256" fmla="*/ 1369658 w 2119654"/>
              <a:gd name="connsiteY54256" fmla="*/ 583927 h 2398711"/>
              <a:gd name="connsiteX54257" fmla="*/ 679046 w 2119654"/>
              <a:gd name="connsiteY54257" fmla="*/ 2128580 h 2398711"/>
              <a:gd name="connsiteX54258" fmla="*/ 679451 w 2119654"/>
              <a:gd name="connsiteY54258" fmla="*/ 2131640 h 2398711"/>
              <a:gd name="connsiteX54259" fmla="*/ 679862 w 2119654"/>
              <a:gd name="connsiteY54259" fmla="*/ 2131541 h 2398711"/>
              <a:gd name="connsiteX54260" fmla="*/ 681386 w 2119654"/>
              <a:gd name="connsiteY54260" fmla="*/ 2130840 h 2398711"/>
              <a:gd name="connsiteX54261" fmla="*/ 680458 w 2119654"/>
              <a:gd name="connsiteY54261" fmla="*/ 2127935 h 2398711"/>
              <a:gd name="connsiteX54262" fmla="*/ 1357411 w 2119654"/>
              <a:gd name="connsiteY54262" fmla="*/ 609315 h 2398711"/>
              <a:gd name="connsiteX54263" fmla="*/ 1357705 w 2119654"/>
              <a:gd name="connsiteY54263" fmla="*/ 609840 h 2398711"/>
              <a:gd name="connsiteX54264" fmla="*/ 1363305 w 2119654"/>
              <a:gd name="connsiteY54264" fmla="*/ 616842 h 2398711"/>
              <a:gd name="connsiteX54265" fmla="*/ 1360938 w 2119654"/>
              <a:gd name="connsiteY54265" fmla="*/ 608684 h 2398711"/>
              <a:gd name="connsiteX54266" fmla="*/ 1360653 w 2119654"/>
              <a:gd name="connsiteY54266" fmla="*/ 608261 h 2398711"/>
              <a:gd name="connsiteX54267" fmla="*/ 1358881 w 2119654"/>
              <a:gd name="connsiteY54267" fmla="*/ 606059 h 2398711"/>
              <a:gd name="connsiteX54268" fmla="*/ 696950 w 2119654"/>
              <a:gd name="connsiteY54268" fmla="*/ 2088149 h 2398711"/>
              <a:gd name="connsiteX54269" fmla="*/ 699783 w 2119654"/>
              <a:gd name="connsiteY54269" fmla="*/ 2088649 h 2398711"/>
              <a:gd name="connsiteX54270" fmla="*/ 707365 w 2119654"/>
              <a:gd name="connsiteY54270" fmla="*/ 2087893 h 2398711"/>
              <a:gd name="connsiteX54271" fmla="*/ 706323 w 2119654"/>
              <a:gd name="connsiteY54271" fmla="*/ 2085349 h 2398711"/>
              <a:gd name="connsiteX54272" fmla="*/ 705495 w 2119654"/>
              <a:gd name="connsiteY54272" fmla="*/ 2085018 h 2398711"/>
              <a:gd name="connsiteX54273" fmla="*/ 1354679 w 2119654"/>
              <a:gd name="connsiteY54273" fmla="*/ 615366 h 2398711"/>
              <a:gd name="connsiteX54274" fmla="*/ 1354732 w 2119654"/>
              <a:gd name="connsiteY54274" fmla="*/ 615449 h 2398711"/>
              <a:gd name="connsiteX54275" fmla="*/ 1354743 w 2119654"/>
              <a:gd name="connsiteY54275" fmla="*/ 615223 h 2398711"/>
              <a:gd name="connsiteX54276" fmla="*/ 1353394 w 2119654"/>
              <a:gd name="connsiteY54276" fmla="*/ 618210 h 2398711"/>
              <a:gd name="connsiteX54277" fmla="*/ 1353901 w 2119654"/>
              <a:gd name="connsiteY54277" fmla="*/ 624291 h 2398711"/>
              <a:gd name="connsiteX54278" fmla="*/ 1354299 w 2119654"/>
              <a:gd name="connsiteY54278" fmla="*/ 624820 h 2398711"/>
              <a:gd name="connsiteX54279" fmla="*/ 1354511 w 2119654"/>
              <a:gd name="connsiteY54279" fmla="*/ 620228 h 2398711"/>
              <a:gd name="connsiteX54280" fmla="*/ 1353437 w 2119654"/>
              <a:gd name="connsiteY54280" fmla="*/ 618116 h 2398711"/>
              <a:gd name="connsiteX54281" fmla="*/ 1404002 w 2119654"/>
              <a:gd name="connsiteY54281" fmla="*/ 504702 h 2398711"/>
              <a:gd name="connsiteX54282" fmla="*/ 1407690 w 2119654"/>
              <a:gd name="connsiteY54282" fmla="*/ 519712 h 2398711"/>
              <a:gd name="connsiteX54283" fmla="*/ 1408258 w 2119654"/>
              <a:gd name="connsiteY54283" fmla="*/ 520491 h 2398711"/>
              <a:gd name="connsiteX54284" fmla="*/ 1409261 w 2119654"/>
              <a:gd name="connsiteY54284" fmla="*/ 517730 h 2398711"/>
              <a:gd name="connsiteX54285" fmla="*/ 1406745 w 2119654"/>
              <a:gd name="connsiteY54285" fmla="*/ 505082 h 2398711"/>
              <a:gd name="connsiteX54286" fmla="*/ 1406318 w 2119654"/>
              <a:gd name="connsiteY54286" fmla="*/ 503077 h 2398711"/>
              <a:gd name="connsiteX54287" fmla="*/ 1383465 w 2119654"/>
              <a:gd name="connsiteY54287" fmla="*/ 550495 h 2398711"/>
              <a:gd name="connsiteX54288" fmla="*/ 1383136 w 2119654"/>
              <a:gd name="connsiteY54288" fmla="*/ 560991 h 2398711"/>
              <a:gd name="connsiteX54289" fmla="*/ 1383446 w 2119654"/>
              <a:gd name="connsiteY54289" fmla="*/ 561764 h 2398711"/>
              <a:gd name="connsiteX54290" fmla="*/ 1384134 w 2119654"/>
              <a:gd name="connsiteY54290" fmla="*/ 563558 h 2398711"/>
              <a:gd name="connsiteX54291" fmla="*/ 1387123 w 2119654"/>
              <a:gd name="connsiteY54291" fmla="*/ 560280 h 2398711"/>
              <a:gd name="connsiteX54292" fmla="*/ 678200 w 2119654"/>
              <a:gd name="connsiteY54292" fmla="*/ 2128967 h 2398711"/>
              <a:gd name="connsiteX54293" fmla="*/ 678918 w 2119654"/>
              <a:gd name="connsiteY54293" fmla="*/ 2131478 h 2398711"/>
              <a:gd name="connsiteX54294" fmla="*/ 678564 w 2119654"/>
              <a:gd name="connsiteY54294" fmla="*/ 2128801 h 2398711"/>
              <a:gd name="connsiteX54295" fmla="*/ 702329 w 2119654"/>
              <a:gd name="connsiteY54295" fmla="*/ 2074929 h 2398711"/>
              <a:gd name="connsiteX54296" fmla="*/ 703109 w 2119654"/>
              <a:gd name="connsiteY54296" fmla="*/ 2076835 h 2398711"/>
              <a:gd name="connsiteX54297" fmla="*/ 704616 w 2119654"/>
              <a:gd name="connsiteY54297" fmla="*/ 2076585 h 2398711"/>
              <a:gd name="connsiteX54298" fmla="*/ 704883 w 2119654"/>
              <a:gd name="connsiteY54298" fmla="*/ 2076378 h 2398711"/>
              <a:gd name="connsiteX54299" fmla="*/ 704620 w 2119654"/>
              <a:gd name="connsiteY54299" fmla="*/ 2075834 h 2398711"/>
              <a:gd name="connsiteX54300" fmla="*/ 704287 w 2119654"/>
              <a:gd name="connsiteY54300" fmla="*/ 2075534 h 2398711"/>
              <a:gd name="connsiteX54301" fmla="*/ 703839 w 2119654"/>
              <a:gd name="connsiteY54301" fmla="*/ 2075793 h 2398711"/>
              <a:gd name="connsiteX54302" fmla="*/ 703579 w 2119654"/>
              <a:gd name="connsiteY54302" fmla="*/ 2075731 h 2398711"/>
              <a:gd name="connsiteX54303" fmla="*/ 704143 w 2119654"/>
              <a:gd name="connsiteY54303" fmla="*/ 2075405 h 2398711"/>
              <a:gd name="connsiteX54304" fmla="*/ 703684 w 2119654"/>
              <a:gd name="connsiteY54304" fmla="*/ 2074991 h 2398711"/>
              <a:gd name="connsiteX54305" fmla="*/ 689383 w 2119654"/>
              <a:gd name="connsiteY54305" fmla="*/ 2103809 h 2398711"/>
              <a:gd name="connsiteX54306" fmla="*/ 689608 w 2119654"/>
              <a:gd name="connsiteY54306" fmla="*/ 2104083 h 2398711"/>
              <a:gd name="connsiteX54307" fmla="*/ 693215 w 2119654"/>
              <a:gd name="connsiteY54307" fmla="*/ 2104077 h 2398711"/>
              <a:gd name="connsiteX54308" fmla="*/ 689471 w 2119654"/>
              <a:gd name="connsiteY54308" fmla="*/ 2103785 h 2398711"/>
              <a:gd name="connsiteX54309" fmla="*/ 702426 w 2119654"/>
              <a:gd name="connsiteY54309" fmla="*/ 2074438 h 2398711"/>
              <a:gd name="connsiteX54310" fmla="*/ 703105 w 2119654"/>
              <a:gd name="connsiteY54310" fmla="*/ 2074469 h 2398711"/>
              <a:gd name="connsiteX54311" fmla="*/ 702914 w 2119654"/>
              <a:gd name="connsiteY54311" fmla="*/ 2074298 h 2398711"/>
              <a:gd name="connsiteX54312" fmla="*/ 1372725 w 2119654"/>
              <a:gd name="connsiteY54312" fmla="*/ 573097 h 2398711"/>
              <a:gd name="connsiteX54313" fmla="*/ 1373196 w 2119654"/>
              <a:gd name="connsiteY54313" fmla="*/ 576231 h 2398711"/>
              <a:gd name="connsiteX54314" fmla="*/ 1374117 w 2119654"/>
              <a:gd name="connsiteY54314" fmla="*/ 575084 h 2398711"/>
              <a:gd name="connsiteX54315" fmla="*/ 678802 w 2119654"/>
              <a:gd name="connsiteY54315" fmla="*/ 2126744 h 2398711"/>
              <a:gd name="connsiteX54316" fmla="*/ 678985 w 2119654"/>
              <a:gd name="connsiteY54316" fmla="*/ 2128120 h 2398711"/>
              <a:gd name="connsiteX54317" fmla="*/ 680322 w 2119654"/>
              <a:gd name="connsiteY54317" fmla="*/ 2127508 h 2398711"/>
              <a:gd name="connsiteX54318" fmla="*/ 680175 w 2119654"/>
              <a:gd name="connsiteY54318" fmla="*/ 2127049 h 2398711"/>
              <a:gd name="connsiteX54319" fmla="*/ 696044 w 2119654"/>
              <a:gd name="connsiteY54319" fmla="*/ 2087989 h 2398711"/>
              <a:gd name="connsiteX54320" fmla="*/ 696206 w 2119654"/>
              <a:gd name="connsiteY54320" fmla="*/ 2088017 h 2398711"/>
              <a:gd name="connsiteX54321" fmla="*/ 698604 w 2119654"/>
              <a:gd name="connsiteY54321" fmla="*/ 2086756 h 2398711"/>
              <a:gd name="connsiteX54322" fmla="*/ 695642 w 2119654"/>
              <a:gd name="connsiteY54322" fmla="*/ 2088660 h 2398711"/>
              <a:gd name="connsiteX54323" fmla="*/ 698348 w 2119654"/>
              <a:gd name="connsiteY54323" fmla="*/ 2088711 h 2398711"/>
              <a:gd name="connsiteX54324" fmla="*/ 696369 w 2119654"/>
              <a:gd name="connsiteY54324" fmla="*/ 2088361 h 2398711"/>
              <a:gd name="connsiteX54325" fmla="*/ 695835 w 2119654"/>
              <a:gd name="connsiteY54325" fmla="*/ 2088557 h 2398711"/>
              <a:gd name="connsiteX54326" fmla="*/ 698843 w 2119654"/>
              <a:gd name="connsiteY54326" fmla="*/ 2080949 h 2398711"/>
              <a:gd name="connsiteX54327" fmla="*/ 699942 w 2119654"/>
              <a:gd name="connsiteY54327" fmla="*/ 2081388 h 2398711"/>
              <a:gd name="connsiteX54328" fmla="*/ 704768 w 2119654"/>
              <a:gd name="connsiteY54328" fmla="*/ 2081552 h 2398711"/>
              <a:gd name="connsiteX54329" fmla="*/ 704717 w 2119654"/>
              <a:gd name="connsiteY54329" fmla="*/ 2081427 h 2398711"/>
              <a:gd name="connsiteX54330" fmla="*/ 700783 w 2119654"/>
              <a:gd name="connsiteY54330" fmla="*/ 2079544 h 2398711"/>
              <a:gd name="connsiteX54331" fmla="*/ 688352 w 2119654"/>
              <a:gd name="connsiteY54331" fmla="*/ 2104084 h 2398711"/>
              <a:gd name="connsiteX54332" fmla="*/ 688963 w 2119654"/>
              <a:gd name="connsiteY54332" fmla="*/ 2104084 h 2398711"/>
              <a:gd name="connsiteX54333" fmla="*/ 688853 w 2119654"/>
              <a:gd name="connsiteY54333" fmla="*/ 2103950 h 2398711"/>
              <a:gd name="connsiteX54334" fmla="*/ 1380267 w 2119654"/>
              <a:gd name="connsiteY54334" fmla="*/ 554647 h 2398711"/>
              <a:gd name="connsiteX54335" fmla="*/ 1380311 w 2119654"/>
              <a:gd name="connsiteY54335" fmla="*/ 558357 h 2398711"/>
              <a:gd name="connsiteX54336" fmla="*/ 1382098 w 2119654"/>
              <a:gd name="connsiteY54336" fmla="*/ 561362 h 2398711"/>
              <a:gd name="connsiteX54337" fmla="*/ 1382154 w 2119654"/>
              <a:gd name="connsiteY54337" fmla="*/ 559555 h 2398711"/>
              <a:gd name="connsiteX54338" fmla="*/ 1375899 w 2119654"/>
              <a:gd name="connsiteY54338" fmla="*/ 563656 h 2398711"/>
              <a:gd name="connsiteX54339" fmla="*/ 1376477 w 2119654"/>
              <a:gd name="connsiteY54339" fmla="*/ 567317 h 2398711"/>
              <a:gd name="connsiteX54340" fmla="*/ 1376596 w 2119654"/>
              <a:gd name="connsiteY54340" fmla="*/ 568333 h 2398711"/>
              <a:gd name="connsiteX54341" fmla="*/ 1378718 w 2119654"/>
              <a:gd name="connsiteY54341" fmla="*/ 557296 h 2398711"/>
              <a:gd name="connsiteX54342" fmla="*/ 1378996 w 2119654"/>
              <a:gd name="connsiteY54342" fmla="*/ 558109 h 2398711"/>
              <a:gd name="connsiteX54343" fmla="*/ 1379949 w 2119654"/>
              <a:gd name="connsiteY54343" fmla="*/ 559629 h 2398711"/>
              <a:gd name="connsiteX54344" fmla="*/ 1379946 w 2119654"/>
              <a:gd name="connsiteY54344" fmla="*/ 559361 h 2398711"/>
              <a:gd name="connsiteX54345" fmla="*/ 1362848 w 2119654"/>
              <a:gd name="connsiteY54345" fmla="*/ 592794 h 2398711"/>
              <a:gd name="connsiteX54346" fmla="*/ 1363069 w 2119654"/>
              <a:gd name="connsiteY54346" fmla="*/ 593451 h 2398711"/>
              <a:gd name="connsiteX54347" fmla="*/ 1364484 w 2119654"/>
              <a:gd name="connsiteY54347" fmla="*/ 594671 h 2398711"/>
              <a:gd name="connsiteX54348" fmla="*/ 1364477 w 2119654"/>
              <a:gd name="connsiteY54348" fmla="*/ 594590 h 2398711"/>
              <a:gd name="connsiteX54349" fmla="*/ 1363718 w 2119654"/>
              <a:gd name="connsiteY54349" fmla="*/ 591430 h 2398711"/>
              <a:gd name="connsiteX54350" fmla="*/ 710230 w 2119654"/>
              <a:gd name="connsiteY54350" fmla="*/ 2053881 h 2398711"/>
              <a:gd name="connsiteX54351" fmla="*/ 711147 w 2119654"/>
              <a:gd name="connsiteY54351" fmla="*/ 2056892 h 2398711"/>
              <a:gd name="connsiteX54352" fmla="*/ 712076 w 2119654"/>
              <a:gd name="connsiteY54352" fmla="*/ 2056602 h 2398711"/>
              <a:gd name="connsiteX54353" fmla="*/ 694690 w 2119654"/>
              <a:gd name="connsiteY54353" fmla="*/ 2088641 h 2398711"/>
              <a:gd name="connsiteX54354" fmla="*/ 694862 w 2119654"/>
              <a:gd name="connsiteY54354" fmla="*/ 2088644 h 2398711"/>
              <a:gd name="connsiteX54355" fmla="*/ 695419 w 2119654"/>
              <a:gd name="connsiteY54355" fmla="*/ 2088431 h 2398711"/>
              <a:gd name="connsiteX54356" fmla="*/ 695756 w 2119654"/>
              <a:gd name="connsiteY54356" fmla="*/ 2088253 h 2398711"/>
              <a:gd name="connsiteX54357" fmla="*/ 695564 w 2119654"/>
              <a:gd name="connsiteY54357" fmla="*/ 2088220 h 2398711"/>
              <a:gd name="connsiteX54358" fmla="*/ 674031 w 2119654"/>
              <a:gd name="connsiteY54358" fmla="*/ 2134764 h 2398711"/>
              <a:gd name="connsiteX54359" fmla="*/ 679319 w 2119654"/>
              <a:gd name="connsiteY54359" fmla="*/ 2134833 h 2398711"/>
              <a:gd name="connsiteX54360" fmla="*/ 678871 w 2119654"/>
              <a:gd name="connsiteY54360" fmla="*/ 2133266 h 2398711"/>
              <a:gd name="connsiteX54361" fmla="*/ 676087 w 2119654"/>
              <a:gd name="connsiteY54361" fmla="*/ 2133819 h 2398711"/>
              <a:gd name="connsiteX54362" fmla="*/ 710248 w 2119654"/>
              <a:gd name="connsiteY54362" fmla="*/ 2053440 h 2398711"/>
              <a:gd name="connsiteX54363" fmla="*/ 712289 w 2119654"/>
              <a:gd name="connsiteY54363" fmla="*/ 2056537 h 2398711"/>
              <a:gd name="connsiteX54364" fmla="*/ 719334 w 2119654"/>
              <a:gd name="connsiteY54364" fmla="*/ 2054341 h 2398711"/>
              <a:gd name="connsiteX54365" fmla="*/ 719143 w 2119654"/>
              <a:gd name="connsiteY54365" fmla="*/ 2054028 h 2398711"/>
              <a:gd name="connsiteX54366" fmla="*/ 710947 w 2119654"/>
              <a:gd name="connsiteY54366" fmla="*/ 2053512 h 2398711"/>
              <a:gd name="connsiteX54367" fmla="*/ 1353876 w 2119654"/>
              <a:gd name="connsiteY54367" fmla="*/ 612205 h 2398711"/>
              <a:gd name="connsiteX54368" fmla="*/ 1353707 w 2119654"/>
              <a:gd name="connsiteY54368" fmla="*/ 612825 h 2398711"/>
              <a:gd name="connsiteX54369" fmla="*/ 1353570 w 2119654"/>
              <a:gd name="connsiteY54369" fmla="*/ 613660 h 2398711"/>
              <a:gd name="connsiteX54370" fmla="*/ 1354515 w 2119654"/>
              <a:gd name="connsiteY54370" fmla="*/ 615115 h 2398711"/>
              <a:gd name="connsiteX54371" fmla="*/ 1354775 w 2119654"/>
              <a:gd name="connsiteY54371" fmla="*/ 614540 h 2398711"/>
              <a:gd name="connsiteX54372" fmla="*/ 1354819 w 2119654"/>
              <a:gd name="connsiteY54372" fmla="*/ 613577 h 2398711"/>
              <a:gd name="connsiteX54373" fmla="*/ 660453 w 2119654"/>
              <a:gd name="connsiteY54373" fmla="*/ 2164772 h 2398711"/>
              <a:gd name="connsiteX54374" fmla="*/ 660989 w 2119654"/>
              <a:gd name="connsiteY54374" fmla="*/ 2164861 h 2398711"/>
              <a:gd name="connsiteX54375" fmla="*/ 660990 w 2119654"/>
              <a:gd name="connsiteY54375" fmla="*/ 2164862 h 2398711"/>
              <a:gd name="connsiteX54376" fmla="*/ 660990 w 2119654"/>
              <a:gd name="connsiteY54376" fmla="*/ 2164862 h 2398711"/>
              <a:gd name="connsiteX54377" fmla="*/ 677749 w 2119654"/>
              <a:gd name="connsiteY54377" fmla="*/ 2167655 h 2398711"/>
              <a:gd name="connsiteX54378" fmla="*/ 683786 w 2119654"/>
              <a:gd name="connsiteY54378" fmla="*/ 2168211 h 2398711"/>
              <a:gd name="connsiteX54379" fmla="*/ 682201 w 2119654"/>
              <a:gd name="connsiteY54379" fmla="*/ 2156252 h 2398711"/>
              <a:gd name="connsiteX54380" fmla="*/ 660990 w 2119654"/>
              <a:gd name="connsiteY54380" fmla="*/ 2164862 h 2398711"/>
              <a:gd name="connsiteX54381" fmla="*/ 660989 w 2119654"/>
              <a:gd name="connsiteY54381" fmla="*/ 2164861 h 2398711"/>
              <a:gd name="connsiteX54382" fmla="*/ 660804 w 2119654"/>
              <a:gd name="connsiteY54382" fmla="*/ 2164808 h 2398711"/>
              <a:gd name="connsiteX54383" fmla="*/ 673188 w 2119654"/>
              <a:gd name="connsiteY54383" fmla="*/ 2159781 h 2398711"/>
              <a:gd name="connsiteX54384" fmla="*/ 682141 w 2119654"/>
              <a:gd name="connsiteY54384" fmla="*/ 2155798 h 2398711"/>
              <a:gd name="connsiteX54385" fmla="*/ 681930 w 2119654"/>
              <a:gd name="connsiteY54385" fmla="*/ 2154209 h 2398711"/>
              <a:gd name="connsiteX54386" fmla="*/ 677480 w 2119654"/>
              <a:gd name="connsiteY54386" fmla="*/ 2126450 h 2398711"/>
              <a:gd name="connsiteX54387" fmla="*/ 678076 w 2119654"/>
              <a:gd name="connsiteY54387" fmla="*/ 2128536 h 2398711"/>
              <a:gd name="connsiteX54388" fmla="*/ 678503 w 2119654"/>
              <a:gd name="connsiteY54388" fmla="*/ 2128341 h 2398711"/>
              <a:gd name="connsiteX54389" fmla="*/ 678276 w 2119654"/>
              <a:gd name="connsiteY54389" fmla="*/ 2126627 h 2398711"/>
              <a:gd name="connsiteX54390" fmla="*/ 647811 w 2119654"/>
              <a:gd name="connsiteY54390" fmla="*/ 2192743 h 2398711"/>
              <a:gd name="connsiteX54391" fmla="*/ 673113 w 2119654"/>
              <a:gd name="connsiteY54391" fmla="*/ 2193444 h 2398711"/>
              <a:gd name="connsiteX54392" fmla="*/ 687190 w 2119654"/>
              <a:gd name="connsiteY54392" fmla="*/ 2193270 h 2398711"/>
              <a:gd name="connsiteX54393" fmla="*/ 686313 w 2119654"/>
              <a:gd name="connsiteY54393" fmla="*/ 2187290 h 2398711"/>
              <a:gd name="connsiteX54394" fmla="*/ 685186 w 2119654"/>
              <a:gd name="connsiteY54394" fmla="*/ 2178780 h 2398711"/>
              <a:gd name="connsiteX54395" fmla="*/ 684389 w 2119654"/>
              <a:gd name="connsiteY54395" fmla="*/ 2178913 h 2398711"/>
              <a:gd name="connsiteX54396" fmla="*/ 1385203 w 2119654"/>
              <a:gd name="connsiteY54396" fmla="*/ 541086 h 2398711"/>
              <a:gd name="connsiteX54397" fmla="*/ 1386475 w 2119654"/>
              <a:gd name="connsiteY54397" fmla="*/ 549071 h 2398711"/>
              <a:gd name="connsiteX54398" fmla="*/ 1388278 w 2119654"/>
              <a:gd name="connsiteY54398" fmla="*/ 559013 h 2398711"/>
              <a:gd name="connsiteX54399" fmla="*/ 1392716 w 2119654"/>
              <a:gd name="connsiteY54399" fmla="*/ 554145 h 2398711"/>
              <a:gd name="connsiteX54400" fmla="*/ 1391976 w 2119654"/>
              <a:gd name="connsiteY54400" fmla="*/ 551872 h 2398711"/>
              <a:gd name="connsiteX54401" fmla="*/ 1391371 w 2119654"/>
              <a:gd name="connsiteY54401" fmla="*/ 550099 h 2398711"/>
              <a:gd name="connsiteX54402" fmla="*/ 1436004 w 2119654"/>
              <a:gd name="connsiteY54402" fmla="*/ 426691 h 2398711"/>
              <a:gd name="connsiteX54403" fmla="*/ 1453081 w 2119654"/>
              <a:gd name="connsiteY54403" fmla="*/ 461490 h 2398711"/>
              <a:gd name="connsiteX54404" fmla="*/ 1463341 w 2119654"/>
              <a:gd name="connsiteY54404" fmla="*/ 483357 h 2398711"/>
              <a:gd name="connsiteX54405" fmla="*/ 1468222 w 2119654"/>
              <a:gd name="connsiteY54405" fmla="*/ 478758 h 2398711"/>
              <a:gd name="connsiteX54406" fmla="*/ 1466944 w 2119654"/>
              <a:gd name="connsiteY54406" fmla="*/ 471382 h 2398711"/>
              <a:gd name="connsiteX54407" fmla="*/ 1467339 w 2119654"/>
              <a:gd name="connsiteY54407" fmla="*/ 471677 h 2398711"/>
              <a:gd name="connsiteX54408" fmla="*/ 1468518 w 2119654"/>
              <a:gd name="connsiteY54408" fmla="*/ 478479 h 2398711"/>
              <a:gd name="connsiteX54409" fmla="*/ 1483859 w 2119654"/>
              <a:gd name="connsiteY54409" fmla="*/ 464023 h 2398711"/>
              <a:gd name="connsiteX54410" fmla="*/ 1484093 w 2119654"/>
              <a:gd name="connsiteY54410" fmla="*/ 464002 h 2398711"/>
              <a:gd name="connsiteX54411" fmla="*/ 1472289 w 2119654"/>
              <a:gd name="connsiteY54411" fmla="*/ 475126 h 2398711"/>
              <a:gd name="connsiteX54412" fmla="*/ 1468563 w 2119654"/>
              <a:gd name="connsiteY54412" fmla="*/ 478733 h 2398711"/>
              <a:gd name="connsiteX54413" fmla="*/ 1472892 w 2119654"/>
              <a:gd name="connsiteY54413" fmla="*/ 503715 h 2398711"/>
              <a:gd name="connsiteX54414" fmla="*/ 1473237 w 2119654"/>
              <a:gd name="connsiteY54414" fmla="*/ 504449 h 2398711"/>
              <a:gd name="connsiteX54415" fmla="*/ 1474760 w 2119654"/>
              <a:gd name="connsiteY54415" fmla="*/ 502725 h 2398711"/>
              <a:gd name="connsiteX54416" fmla="*/ 1472620 w 2119654"/>
              <a:gd name="connsiteY54416" fmla="*/ 487495 h 2398711"/>
              <a:gd name="connsiteX54417" fmla="*/ 1472872 w 2119654"/>
              <a:gd name="connsiteY54417" fmla="*/ 487737 h 2398711"/>
              <a:gd name="connsiteX54418" fmla="*/ 1474949 w 2119654"/>
              <a:gd name="connsiteY54418" fmla="*/ 502512 h 2398711"/>
              <a:gd name="connsiteX54419" fmla="*/ 1484465 w 2119654"/>
              <a:gd name="connsiteY54419" fmla="*/ 491736 h 2398711"/>
              <a:gd name="connsiteX54420" fmla="*/ 1486322 w 2119654"/>
              <a:gd name="connsiteY54420" fmla="*/ 483920 h 2398711"/>
              <a:gd name="connsiteX54421" fmla="*/ 1486486 w 2119654"/>
              <a:gd name="connsiteY54421" fmla="*/ 484205 h 2398711"/>
              <a:gd name="connsiteX54422" fmla="*/ 1484782 w 2119654"/>
              <a:gd name="connsiteY54422" fmla="*/ 491378 h 2398711"/>
              <a:gd name="connsiteX54423" fmla="*/ 1488931 w 2119654"/>
              <a:gd name="connsiteY54423" fmla="*/ 486679 h 2398711"/>
              <a:gd name="connsiteX54424" fmla="*/ 1489328 w 2119654"/>
              <a:gd name="connsiteY54424" fmla="*/ 486607 h 2398711"/>
              <a:gd name="connsiteX54425" fmla="*/ 1484659 w 2119654"/>
              <a:gd name="connsiteY54425" fmla="*/ 491892 h 2398711"/>
              <a:gd name="connsiteX54426" fmla="*/ 1478838 w 2119654"/>
              <a:gd name="connsiteY54426" fmla="*/ 516389 h 2398711"/>
              <a:gd name="connsiteX54427" fmla="*/ 1485406 w 2119654"/>
              <a:gd name="connsiteY54427" fmla="*/ 530387 h 2398711"/>
              <a:gd name="connsiteX54428" fmla="*/ 1485457 w 2119654"/>
              <a:gd name="connsiteY54428" fmla="*/ 498273 h 2398711"/>
              <a:gd name="connsiteX54429" fmla="*/ 1485757 w 2119654"/>
              <a:gd name="connsiteY54429" fmla="*/ 498657 h 2398711"/>
              <a:gd name="connsiteX54430" fmla="*/ 1485706 w 2119654"/>
              <a:gd name="connsiteY54430" fmla="*/ 531027 h 2398711"/>
              <a:gd name="connsiteX54431" fmla="*/ 1497070 w 2119654"/>
              <a:gd name="connsiteY54431" fmla="*/ 555248 h 2398711"/>
              <a:gd name="connsiteX54432" fmla="*/ 1496320 w 2119654"/>
              <a:gd name="connsiteY54432" fmla="*/ 542273 h 2398711"/>
              <a:gd name="connsiteX54433" fmla="*/ 1488394 w 2119654"/>
              <a:gd name="connsiteY54433" fmla="*/ 526119 h 2398711"/>
              <a:gd name="connsiteX54434" fmla="*/ 1488831 w 2119654"/>
              <a:gd name="connsiteY54434" fmla="*/ 526331 h 2398711"/>
              <a:gd name="connsiteX54435" fmla="*/ 1496275 w 2119654"/>
              <a:gd name="connsiteY54435" fmla="*/ 541499 h 2398711"/>
              <a:gd name="connsiteX54436" fmla="*/ 1496268 w 2119654"/>
              <a:gd name="connsiteY54436" fmla="*/ 541383 h 2398711"/>
              <a:gd name="connsiteX54437" fmla="*/ 1493098 w 2119654"/>
              <a:gd name="connsiteY54437" fmla="*/ 497162 h 2398711"/>
              <a:gd name="connsiteX54438" fmla="*/ 1493538 w 2119654"/>
              <a:gd name="connsiteY54438" fmla="*/ 497561 h 2398711"/>
              <a:gd name="connsiteX54439" fmla="*/ 1496757 w 2119654"/>
              <a:gd name="connsiteY54439" fmla="*/ 542481 h 2398711"/>
              <a:gd name="connsiteX54440" fmla="*/ 1501943 w 2119654"/>
              <a:gd name="connsiteY54440" fmla="*/ 553049 h 2398711"/>
              <a:gd name="connsiteX54441" fmla="*/ 1513233 w 2119654"/>
              <a:gd name="connsiteY54441" fmla="*/ 543048 h 2398711"/>
              <a:gd name="connsiteX54442" fmla="*/ 1510790 w 2119654"/>
              <a:gd name="connsiteY54442" fmla="*/ 533099 h 2398711"/>
              <a:gd name="connsiteX54443" fmla="*/ 1511027 w 2119654"/>
              <a:gd name="connsiteY54443" fmla="*/ 533285 h 2398711"/>
              <a:gd name="connsiteX54444" fmla="*/ 1513391 w 2119654"/>
              <a:gd name="connsiteY54444" fmla="*/ 542908 h 2398711"/>
              <a:gd name="connsiteX54445" fmla="*/ 1519212 w 2119654"/>
              <a:gd name="connsiteY54445" fmla="*/ 537752 h 2398711"/>
              <a:gd name="connsiteX54446" fmla="*/ 1520657 w 2119654"/>
              <a:gd name="connsiteY54446" fmla="*/ 536649 h 2398711"/>
              <a:gd name="connsiteX54447" fmla="*/ 1514555 w 2119654"/>
              <a:gd name="connsiteY54447" fmla="*/ 515521 h 2398711"/>
              <a:gd name="connsiteX54448" fmla="*/ 1513008 w 2119654"/>
              <a:gd name="connsiteY54448" fmla="*/ 512497 h 2398711"/>
              <a:gd name="connsiteX54449" fmla="*/ 1501393 w 2119654"/>
              <a:gd name="connsiteY54449" fmla="*/ 490536 h 2398711"/>
              <a:gd name="connsiteX54450" fmla="*/ 1501723 w 2119654"/>
              <a:gd name="connsiteY54450" fmla="*/ 490680 h 2398711"/>
              <a:gd name="connsiteX54451" fmla="*/ 1514189 w 2119654"/>
              <a:gd name="connsiteY54451" fmla="*/ 514252 h 2398711"/>
              <a:gd name="connsiteX54452" fmla="*/ 1510085 w 2119654"/>
              <a:gd name="connsiteY54452" fmla="*/ 500041 h 2398711"/>
              <a:gd name="connsiteX54453" fmla="*/ 1501102 w 2119654"/>
              <a:gd name="connsiteY54453" fmla="*/ 470433 h 2398711"/>
              <a:gd name="connsiteX54454" fmla="*/ 1465392 w 2119654"/>
              <a:gd name="connsiteY54454" fmla="*/ 400659 h 2398711"/>
              <a:gd name="connsiteX54455" fmla="*/ 687764 w 2119654"/>
              <a:gd name="connsiteY54455" fmla="*/ 2101849 h 2398711"/>
              <a:gd name="connsiteX54456" fmla="*/ 688143 w 2119654"/>
              <a:gd name="connsiteY54456" fmla="*/ 2102308 h 2398711"/>
              <a:gd name="connsiteX54457" fmla="*/ 688795 w 2119654"/>
              <a:gd name="connsiteY54457" fmla="*/ 2102133 h 2398711"/>
              <a:gd name="connsiteX54458" fmla="*/ 1399197 w 2119654"/>
              <a:gd name="connsiteY54458" fmla="*/ 508073 h 2398711"/>
              <a:gd name="connsiteX54459" fmla="*/ 1407473 w 2119654"/>
              <a:gd name="connsiteY54459" fmla="*/ 519413 h 2398711"/>
              <a:gd name="connsiteX54460" fmla="*/ 1403881 w 2119654"/>
              <a:gd name="connsiteY54460" fmla="*/ 504788 h 2398711"/>
              <a:gd name="connsiteX54461" fmla="*/ 1356392 w 2119654"/>
              <a:gd name="connsiteY54461" fmla="*/ 602970 h 2398711"/>
              <a:gd name="connsiteX54462" fmla="*/ 1356091 w 2119654"/>
              <a:gd name="connsiteY54462" fmla="*/ 604076 h 2398711"/>
              <a:gd name="connsiteX54463" fmla="*/ 1356075 w 2119654"/>
              <a:gd name="connsiteY54463" fmla="*/ 606925 h 2398711"/>
              <a:gd name="connsiteX54464" fmla="*/ 1357258 w 2119654"/>
              <a:gd name="connsiteY54464" fmla="*/ 609041 h 2398711"/>
              <a:gd name="connsiteX54465" fmla="*/ 1358704 w 2119654"/>
              <a:gd name="connsiteY54465" fmla="*/ 605839 h 2398711"/>
              <a:gd name="connsiteX54466" fmla="*/ 672184 w 2119654"/>
              <a:gd name="connsiteY54466" fmla="*/ 2134595 h 2398711"/>
              <a:gd name="connsiteX54467" fmla="*/ 672984 w 2119654"/>
              <a:gd name="connsiteY54467" fmla="*/ 2134703 h 2398711"/>
              <a:gd name="connsiteX54468" fmla="*/ 674009 w 2119654"/>
              <a:gd name="connsiteY54468" fmla="*/ 2134232 h 2398711"/>
              <a:gd name="connsiteX54469" fmla="*/ 1370645 w 2119654"/>
              <a:gd name="connsiteY54469" fmla="*/ 570128 h 2398711"/>
              <a:gd name="connsiteX54470" fmla="*/ 1370900 w 2119654"/>
              <a:gd name="connsiteY54470" fmla="*/ 576657 h 2398711"/>
              <a:gd name="connsiteX54471" fmla="*/ 1371242 w 2119654"/>
              <a:gd name="connsiteY54471" fmla="*/ 577666 h 2398711"/>
              <a:gd name="connsiteX54472" fmla="*/ 1371409 w 2119654"/>
              <a:gd name="connsiteY54472" fmla="*/ 578310 h 2398711"/>
              <a:gd name="connsiteX54473" fmla="*/ 1371469 w 2119654"/>
              <a:gd name="connsiteY54473" fmla="*/ 578379 h 2398711"/>
              <a:gd name="connsiteX54474" fmla="*/ 1372801 w 2119654"/>
              <a:gd name="connsiteY54474" fmla="*/ 576722 h 2398711"/>
              <a:gd name="connsiteX54475" fmla="*/ 1372205 w 2119654"/>
              <a:gd name="connsiteY54475" fmla="*/ 572352 h 2398711"/>
              <a:gd name="connsiteX54476" fmla="*/ 678115 w 2119654"/>
              <a:gd name="connsiteY54476" fmla="*/ 2120755 h 2398711"/>
              <a:gd name="connsiteX54477" fmla="*/ 678353 w 2119654"/>
              <a:gd name="connsiteY54477" fmla="*/ 2123347 h 2398711"/>
              <a:gd name="connsiteX54478" fmla="*/ 678785 w 2119654"/>
              <a:gd name="connsiteY54478" fmla="*/ 2126612 h 2398711"/>
              <a:gd name="connsiteX54479" fmla="*/ 680125 w 2119654"/>
              <a:gd name="connsiteY54479" fmla="*/ 2126890 h 2398711"/>
              <a:gd name="connsiteX54480" fmla="*/ 678607 w 2119654"/>
              <a:gd name="connsiteY54480" fmla="*/ 2122141 h 2398711"/>
              <a:gd name="connsiteX54481" fmla="*/ 696328 w 2119654"/>
              <a:gd name="connsiteY54481" fmla="*/ 2079942 h 2398711"/>
              <a:gd name="connsiteX54482" fmla="*/ 698736 w 2119654"/>
              <a:gd name="connsiteY54482" fmla="*/ 2080906 h 2398711"/>
              <a:gd name="connsiteX54483" fmla="*/ 700683 w 2119654"/>
              <a:gd name="connsiteY54483" fmla="*/ 2079496 h 2398711"/>
              <a:gd name="connsiteX54484" fmla="*/ 700330 w 2119654"/>
              <a:gd name="connsiteY54484" fmla="*/ 2079327 h 2398711"/>
              <a:gd name="connsiteX54485" fmla="*/ 705468 w 2119654"/>
              <a:gd name="connsiteY54485" fmla="*/ 2059290 h 2398711"/>
              <a:gd name="connsiteX54486" fmla="*/ 706040 w 2119654"/>
              <a:gd name="connsiteY54486" fmla="*/ 2060495 h 2398711"/>
              <a:gd name="connsiteX54487" fmla="*/ 706293 w 2119654"/>
              <a:gd name="connsiteY54487" fmla="*/ 2060528 h 2398711"/>
              <a:gd name="connsiteX54488" fmla="*/ 706065 w 2119654"/>
              <a:gd name="connsiteY54488" fmla="*/ 2060064 h 2398711"/>
              <a:gd name="connsiteX54489" fmla="*/ 705535 w 2119654"/>
              <a:gd name="connsiteY54489" fmla="*/ 2059269 h 2398711"/>
              <a:gd name="connsiteX54490" fmla="*/ 701657 w 2119654"/>
              <a:gd name="connsiteY54490" fmla="*/ 2067822 h 2398711"/>
              <a:gd name="connsiteX54491" fmla="*/ 703391 w 2119654"/>
              <a:gd name="connsiteY54491" fmla="*/ 2071543 h 2398711"/>
              <a:gd name="connsiteX54492" fmla="*/ 706218 w 2119654"/>
              <a:gd name="connsiteY54492" fmla="*/ 2070727 h 2398711"/>
              <a:gd name="connsiteX54493" fmla="*/ 705784 w 2119654"/>
              <a:gd name="connsiteY54493" fmla="*/ 2068533 h 2398711"/>
              <a:gd name="connsiteX54494" fmla="*/ 1386357 w 2119654"/>
              <a:gd name="connsiteY54494" fmla="*/ 534630 h 2398711"/>
              <a:gd name="connsiteX54495" fmla="*/ 1391097 w 2119654"/>
              <a:gd name="connsiteY54495" fmla="*/ 548511 h 2398711"/>
              <a:gd name="connsiteX54496" fmla="*/ 1392759 w 2119654"/>
              <a:gd name="connsiteY54496" fmla="*/ 550941 h 2398711"/>
              <a:gd name="connsiteX54497" fmla="*/ 1392796 w 2119654"/>
              <a:gd name="connsiteY54497" fmla="*/ 541510 h 2398711"/>
              <a:gd name="connsiteX54498" fmla="*/ 686875 w 2119654"/>
              <a:gd name="connsiteY54498" fmla="*/ 2100773 h 2398711"/>
              <a:gd name="connsiteX54499" fmla="*/ 687252 w 2119654"/>
              <a:gd name="connsiteY54499" fmla="*/ 2101230 h 2398711"/>
              <a:gd name="connsiteX54500" fmla="*/ 689676 w 2119654"/>
              <a:gd name="connsiteY54500" fmla="*/ 2101898 h 2398711"/>
              <a:gd name="connsiteX54501" fmla="*/ 696017 w 2119654"/>
              <a:gd name="connsiteY54501" fmla="*/ 2100202 h 2398711"/>
              <a:gd name="connsiteX54502" fmla="*/ 694263 w 2119654"/>
              <a:gd name="connsiteY54502" fmla="*/ 2099439 h 2398711"/>
              <a:gd name="connsiteX54503" fmla="*/ 700308 w 2119654"/>
              <a:gd name="connsiteY54503" fmla="*/ 2069996 h 2398711"/>
              <a:gd name="connsiteX54504" fmla="*/ 700696 w 2119654"/>
              <a:gd name="connsiteY54504" fmla="*/ 2070942 h 2398711"/>
              <a:gd name="connsiteX54505" fmla="*/ 701786 w 2119654"/>
              <a:gd name="connsiteY54505" fmla="*/ 2072006 h 2398711"/>
              <a:gd name="connsiteX54506" fmla="*/ 701853 w 2119654"/>
              <a:gd name="connsiteY54506" fmla="*/ 2071986 h 2398711"/>
              <a:gd name="connsiteX54507" fmla="*/ 678221 w 2119654"/>
              <a:gd name="connsiteY54507" fmla="*/ 2119169 h 2398711"/>
              <a:gd name="connsiteX54508" fmla="*/ 680679 w 2119654"/>
              <a:gd name="connsiteY54508" fmla="*/ 2126867 h 2398711"/>
              <a:gd name="connsiteX54509" fmla="*/ 680732 w 2119654"/>
              <a:gd name="connsiteY54509" fmla="*/ 2127017 h 2398711"/>
              <a:gd name="connsiteX54510" fmla="*/ 681188 w 2119654"/>
              <a:gd name="connsiteY54510" fmla="*/ 2127112 h 2398711"/>
              <a:gd name="connsiteX54511" fmla="*/ 700633 w 2119654"/>
              <a:gd name="connsiteY54511" fmla="*/ 2118215 h 2398711"/>
              <a:gd name="connsiteX54512" fmla="*/ 700497 w 2119654"/>
              <a:gd name="connsiteY54512" fmla="*/ 2118050 h 2398711"/>
              <a:gd name="connsiteX54513" fmla="*/ 700273 w 2119654"/>
              <a:gd name="connsiteY54513" fmla="*/ 2118070 h 2398711"/>
              <a:gd name="connsiteX54514" fmla="*/ 1383822 w 2119654"/>
              <a:gd name="connsiteY54514" fmla="*/ 539069 h 2398711"/>
              <a:gd name="connsiteX54515" fmla="*/ 1383521 w 2119654"/>
              <a:gd name="connsiteY54515" fmla="*/ 548730 h 2398711"/>
              <a:gd name="connsiteX54516" fmla="*/ 1387576 w 2119654"/>
              <a:gd name="connsiteY54516" fmla="*/ 559571 h 2398711"/>
              <a:gd name="connsiteX54517" fmla="*/ 1384462 w 2119654"/>
              <a:gd name="connsiteY54517" fmla="*/ 540001 h 2398711"/>
              <a:gd name="connsiteX54518" fmla="*/ 709009 w 2119654"/>
              <a:gd name="connsiteY54518" fmla="*/ 2049875 h 2398711"/>
              <a:gd name="connsiteX54519" fmla="*/ 709646 w 2119654"/>
              <a:gd name="connsiteY54519" fmla="*/ 2051965 h 2398711"/>
              <a:gd name="connsiteX54520" fmla="*/ 718155 w 2119654"/>
              <a:gd name="connsiteY54520" fmla="*/ 2052404 h 2398711"/>
              <a:gd name="connsiteX54521" fmla="*/ 717036 w 2119654"/>
              <a:gd name="connsiteY54521" fmla="*/ 2050567 h 2398711"/>
              <a:gd name="connsiteX54522" fmla="*/ 712110 w 2119654"/>
              <a:gd name="connsiteY54522" fmla="*/ 2047407 h 2398711"/>
              <a:gd name="connsiteX54523" fmla="*/ 691626 w 2119654"/>
              <a:gd name="connsiteY54523" fmla="*/ 2088582 h 2398711"/>
              <a:gd name="connsiteX54524" fmla="*/ 691637 w 2119654"/>
              <a:gd name="connsiteY54524" fmla="*/ 2088581 h 2398711"/>
              <a:gd name="connsiteX54525" fmla="*/ 691657 w 2119654"/>
              <a:gd name="connsiteY54525" fmla="*/ 2088571 h 2398711"/>
              <a:gd name="connsiteX54526" fmla="*/ 686103 w 2119654"/>
              <a:gd name="connsiteY54526" fmla="*/ 2100912 h 2398711"/>
              <a:gd name="connsiteX54527" fmla="*/ 686416 w 2119654"/>
              <a:gd name="connsiteY54527" fmla="*/ 2100998 h 2398711"/>
              <a:gd name="connsiteX54528" fmla="*/ 686313 w 2119654"/>
              <a:gd name="connsiteY54528" fmla="*/ 2100875 h 2398711"/>
              <a:gd name="connsiteX54529" fmla="*/ 1349388 w 2119654"/>
              <a:gd name="connsiteY54529" fmla="*/ 615132 h 2398711"/>
              <a:gd name="connsiteX54530" fmla="*/ 1349167 w 2119654"/>
              <a:gd name="connsiteY54530" fmla="*/ 615782 h 2398711"/>
              <a:gd name="connsiteX54531" fmla="*/ 1349559 w 2119654"/>
              <a:gd name="connsiteY54531" fmla="*/ 617175 h 2398711"/>
              <a:gd name="connsiteX54532" fmla="*/ 1431540 w 2119654"/>
              <a:gd name="connsiteY54532" fmla="*/ 430645 h 2398711"/>
              <a:gd name="connsiteX54533" fmla="*/ 1432819 w 2119654"/>
              <a:gd name="connsiteY54533" fmla="*/ 439916 h 2398711"/>
              <a:gd name="connsiteX54534" fmla="*/ 1437911 w 2119654"/>
              <a:gd name="connsiteY54534" fmla="*/ 480838 h 2398711"/>
              <a:gd name="connsiteX54535" fmla="*/ 1448917 w 2119654"/>
              <a:gd name="connsiteY54535" fmla="*/ 473334 h 2398711"/>
              <a:gd name="connsiteX54536" fmla="*/ 1449321 w 2119654"/>
              <a:gd name="connsiteY54536" fmla="*/ 473361 h 2398711"/>
              <a:gd name="connsiteX54537" fmla="*/ 1437947 w 2119654"/>
              <a:gd name="connsiteY54537" fmla="*/ 481116 h 2398711"/>
              <a:gd name="connsiteX54538" fmla="*/ 1438919 w 2119654"/>
              <a:gd name="connsiteY54538" fmla="*/ 488932 h 2398711"/>
              <a:gd name="connsiteX54539" fmla="*/ 1439105 w 2119654"/>
              <a:gd name="connsiteY54539" fmla="*/ 491144 h 2398711"/>
              <a:gd name="connsiteX54540" fmla="*/ 1441159 w 2119654"/>
              <a:gd name="connsiteY54540" fmla="*/ 497919 h 2398711"/>
              <a:gd name="connsiteX54541" fmla="*/ 1442791 w 2119654"/>
              <a:gd name="connsiteY54541" fmla="*/ 503565 h 2398711"/>
              <a:gd name="connsiteX54542" fmla="*/ 1452220 w 2119654"/>
              <a:gd name="connsiteY54542" fmla="*/ 494278 h 2398711"/>
              <a:gd name="connsiteX54543" fmla="*/ 1451255 w 2119654"/>
              <a:gd name="connsiteY54543" fmla="*/ 490176 h 2398711"/>
              <a:gd name="connsiteX54544" fmla="*/ 1451457 w 2119654"/>
              <a:gd name="connsiteY54544" fmla="*/ 490337 h 2398711"/>
              <a:gd name="connsiteX54545" fmla="*/ 1452353 w 2119654"/>
              <a:gd name="connsiteY54545" fmla="*/ 494147 h 2398711"/>
              <a:gd name="connsiteX54546" fmla="*/ 1459984 w 2119654"/>
              <a:gd name="connsiteY54546" fmla="*/ 486630 h 2398711"/>
              <a:gd name="connsiteX54547" fmla="*/ 1459951 w 2119654"/>
              <a:gd name="connsiteY54547" fmla="*/ 485984 h 2398711"/>
              <a:gd name="connsiteX54548" fmla="*/ 1460269 w 2119654"/>
              <a:gd name="connsiteY54548" fmla="*/ 486349 h 2398711"/>
              <a:gd name="connsiteX54549" fmla="*/ 1460269 w 2119654"/>
              <a:gd name="connsiteY54549" fmla="*/ 486350 h 2398711"/>
              <a:gd name="connsiteX54550" fmla="*/ 1462529 w 2119654"/>
              <a:gd name="connsiteY54550" fmla="*/ 484123 h 2398711"/>
              <a:gd name="connsiteX54551" fmla="*/ 1462891 w 2119654"/>
              <a:gd name="connsiteY54551" fmla="*/ 483782 h 2398711"/>
              <a:gd name="connsiteX54552" fmla="*/ 1436519 w 2119654"/>
              <a:gd name="connsiteY54552" fmla="*/ 428655 h 2398711"/>
              <a:gd name="connsiteX54553" fmla="*/ 1435692 w 2119654"/>
              <a:gd name="connsiteY54553" fmla="*/ 426968 h 2398711"/>
              <a:gd name="connsiteX54554" fmla="*/ 1395926 w 2119654"/>
              <a:gd name="connsiteY54554" fmla="*/ 510370 h 2398711"/>
              <a:gd name="connsiteX54555" fmla="*/ 1405696 w 2119654"/>
              <a:gd name="connsiteY54555" fmla="*/ 527543 h 2398711"/>
              <a:gd name="connsiteX54556" fmla="*/ 1407932 w 2119654"/>
              <a:gd name="connsiteY54556" fmla="*/ 521389 h 2398711"/>
              <a:gd name="connsiteX54557" fmla="*/ 1407763 w 2119654"/>
              <a:gd name="connsiteY54557" fmla="*/ 520656 h 2398711"/>
              <a:gd name="connsiteX54558" fmla="*/ 1398790 w 2119654"/>
              <a:gd name="connsiteY54558" fmla="*/ 508361 h 2398711"/>
              <a:gd name="connsiteX54559" fmla="*/ 689942 w 2119654"/>
              <a:gd name="connsiteY54559" fmla="*/ 2090926 h 2398711"/>
              <a:gd name="connsiteX54560" fmla="*/ 698195 w 2119654"/>
              <a:gd name="connsiteY54560" fmla="*/ 2091400 h 2398711"/>
              <a:gd name="connsiteX54561" fmla="*/ 696314 w 2119654"/>
              <a:gd name="connsiteY54561" fmla="*/ 2090658 h 2398711"/>
              <a:gd name="connsiteX54562" fmla="*/ 693152 w 2119654"/>
              <a:gd name="connsiteY54562" fmla="*/ 2090343 h 2398711"/>
              <a:gd name="connsiteX54563" fmla="*/ 690766 w 2119654"/>
              <a:gd name="connsiteY54563" fmla="*/ 2090581 h 2398711"/>
              <a:gd name="connsiteX54564" fmla="*/ 690643 w 2119654"/>
              <a:gd name="connsiteY54564" fmla="*/ 2090588 h 2398711"/>
              <a:gd name="connsiteX54565" fmla="*/ 689473 w 2119654"/>
              <a:gd name="connsiteY54565" fmla="*/ 2091855 h 2398711"/>
              <a:gd name="connsiteX54566" fmla="*/ 699413 w 2119654"/>
              <a:gd name="connsiteY54566" fmla="*/ 2095231 h 2398711"/>
              <a:gd name="connsiteX54567" fmla="*/ 705122 w 2119654"/>
              <a:gd name="connsiteY54567" fmla="*/ 2094134 h 2398711"/>
              <a:gd name="connsiteX54568" fmla="*/ 702000 w 2119654"/>
              <a:gd name="connsiteY54568" fmla="*/ 2092901 h 2398711"/>
              <a:gd name="connsiteX54569" fmla="*/ 697630 w 2119654"/>
              <a:gd name="connsiteY54569" fmla="*/ 2092651 h 2398711"/>
              <a:gd name="connsiteX54570" fmla="*/ 1383817 w 2119654"/>
              <a:gd name="connsiteY54570" fmla="*/ 536110 h 2398711"/>
              <a:gd name="connsiteX54571" fmla="*/ 1383832 w 2119654"/>
              <a:gd name="connsiteY54571" fmla="*/ 537895 h 2398711"/>
              <a:gd name="connsiteX54572" fmla="*/ 1384215 w 2119654"/>
              <a:gd name="connsiteY54572" fmla="*/ 538456 h 2398711"/>
              <a:gd name="connsiteX54573" fmla="*/ 1384024 w 2119654"/>
              <a:gd name="connsiteY54573" fmla="*/ 537257 h 2398711"/>
              <a:gd name="connsiteX54574" fmla="*/ 1360443 w 2119654"/>
              <a:gd name="connsiteY54574" fmla="*/ 587858 h 2398711"/>
              <a:gd name="connsiteX54575" fmla="*/ 1360273 w 2119654"/>
              <a:gd name="connsiteY54575" fmla="*/ 588729 h 2398711"/>
              <a:gd name="connsiteX54576" fmla="*/ 1360138 w 2119654"/>
              <a:gd name="connsiteY54576" fmla="*/ 589226 h 2398711"/>
              <a:gd name="connsiteX54577" fmla="*/ 1360556 w 2119654"/>
              <a:gd name="connsiteY54577" fmla="*/ 591036 h 2398711"/>
              <a:gd name="connsiteX54578" fmla="*/ 1360926 w 2119654"/>
              <a:gd name="connsiteY54578" fmla="*/ 591497 h 2398711"/>
              <a:gd name="connsiteX54579" fmla="*/ 1361451 w 2119654"/>
              <a:gd name="connsiteY54579" fmla="*/ 590844 h 2398711"/>
              <a:gd name="connsiteX54580" fmla="*/ 1374721 w 2119654"/>
              <a:gd name="connsiteY54580" fmla="*/ 555743 h 2398711"/>
              <a:gd name="connsiteX54581" fmla="*/ 1374722 w 2119654"/>
              <a:gd name="connsiteY54581" fmla="*/ 555753 h 2398711"/>
              <a:gd name="connsiteX54582" fmla="*/ 1379394 w 2119654"/>
              <a:gd name="connsiteY54582" fmla="*/ 568759 h 2398711"/>
              <a:gd name="connsiteX54583" fmla="*/ 1379443 w 2119654"/>
              <a:gd name="connsiteY54583" fmla="*/ 568704 h 2398711"/>
              <a:gd name="connsiteX54584" fmla="*/ 1377669 w 2119654"/>
              <a:gd name="connsiteY54584" fmla="*/ 560999 h 2398711"/>
              <a:gd name="connsiteX54585" fmla="*/ 1377252 w 2119654"/>
              <a:gd name="connsiteY54585" fmla="*/ 559780 h 2398711"/>
              <a:gd name="connsiteX54586" fmla="*/ 700500 w 2119654"/>
              <a:gd name="connsiteY54586" fmla="*/ 2065338 h 2398711"/>
              <a:gd name="connsiteX54587" fmla="*/ 700590 w 2119654"/>
              <a:gd name="connsiteY54587" fmla="*/ 2065533 h 2398711"/>
              <a:gd name="connsiteX54588" fmla="*/ 704421 w 2119654"/>
              <a:gd name="connsiteY54588" fmla="*/ 2066148 h 2398711"/>
              <a:gd name="connsiteX54589" fmla="*/ 704334 w 2119654"/>
              <a:gd name="connsiteY54589" fmla="*/ 2066022 h 2398711"/>
              <a:gd name="connsiteX54590" fmla="*/ 702577 w 2119654"/>
              <a:gd name="connsiteY54590" fmla="*/ 2065609 h 2398711"/>
              <a:gd name="connsiteX54591" fmla="*/ 677693 w 2119654"/>
              <a:gd name="connsiteY54591" fmla="*/ 2116129 h 2398711"/>
              <a:gd name="connsiteX54592" fmla="*/ 677870 w 2119654"/>
              <a:gd name="connsiteY54592" fmla="*/ 2118070 h 2398711"/>
              <a:gd name="connsiteX54593" fmla="*/ 678077 w 2119654"/>
              <a:gd name="connsiteY54593" fmla="*/ 2118717 h 2398711"/>
              <a:gd name="connsiteX54594" fmla="*/ 681508 w 2119654"/>
              <a:gd name="connsiteY54594" fmla="*/ 2118546 h 2398711"/>
              <a:gd name="connsiteX54595" fmla="*/ 699565 w 2119654"/>
              <a:gd name="connsiteY54595" fmla="*/ 2116922 h 2398711"/>
              <a:gd name="connsiteX54596" fmla="*/ 697591 w 2119654"/>
              <a:gd name="connsiteY54596" fmla="*/ 2114532 h 2398711"/>
              <a:gd name="connsiteX54597" fmla="*/ 695273 w 2119654"/>
              <a:gd name="connsiteY54597" fmla="*/ 2076503 h 2398711"/>
              <a:gd name="connsiteX54598" fmla="*/ 695536 w 2119654"/>
              <a:gd name="connsiteY54598" fmla="*/ 2076629 h 2398711"/>
              <a:gd name="connsiteX54599" fmla="*/ 697980 w 2119654"/>
              <a:gd name="connsiteY54599" fmla="*/ 2077682 h 2398711"/>
              <a:gd name="connsiteX54600" fmla="*/ 702852 w 2119654"/>
              <a:gd name="connsiteY54600" fmla="*/ 2076877 h 2398711"/>
              <a:gd name="connsiteX54601" fmla="*/ 702050 w 2119654"/>
              <a:gd name="connsiteY54601" fmla="*/ 2074917 h 2398711"/>
              <a:gd name="connsiteX54602" fmla="*/ 700942 w 2119654"/>
              <a:gd name="connsiteY54602" fmla="*/ 2074866 h 2398711"/>
              <a:gd name="connsiteX54603" fmla="*/ 689556 w 2119654"/>
              <a:gd name="connsiteY54603" fmla="*/ 2089230 h 2398711"/>
              <a:gd name="connsiteX54604" fmla="*/ 690208 w 2119654"/>
              <a:gd name="connsiteY54604" fmla="*/ 2089269 h 2398711"/>
              <a:gd name="connsiteX54605" fmla="*/ 690283 w 2119654"/>
              <a:gd name="connsiteY54605" fmla="*/ 2089233 h 2398711"/>
              <a:gd name="connsiteX54606" fmla="*/ 689590 w 2119654"/>
              <a:gd name="connsiteY54606" fmla="*/ 2089220 h 2398711"/>
              <a:gd name="connsiteX54607" fmla="*/ 1393304 w 2119654"/>
              <a:gd name="connsiteY54607" fmla="*/ 513322 h 2398711"/>
              <a:gd name="connsiteX54608" fmla="*/ 1394253 w 2119654"/>
              <a:gd name="connsiteY54608" fmla="*/ 518908 h 2398711"/>
              <a:gd name="connsiteX54609" fmla="*/ 1401412 w 2119654"/>
              <a:gd name="connsiteY54609" fmla="*/ 527568 h 2398711"/>
              <a:gd name="connsiteX54610" fmla="*/ 699247 w 2119654"/>
              <a:gd name="connsiteY54610" fmla="*/ 2067407 h 2398711"/>
              <a:gd name="connsiteX54611" fmla="*/ 699356 w 2119654"/>
              <a:gd name="connsiteY54611" fmla="*/ 2067674 h 2398711"/>
              <a:gd name="connsiteX54612" fmla="*/ 702548 w 2119654"/>
              <a:gd name="connsiteY54612" fmla="*/ 2071786 h 2398711"/>
              <a:gd name="connsiteX54613" fmla="*/ 702689 w 2119654"/>
              <a:gd name="connsiteY54613" fmla="*/ 2071745 h 2398711"/>
              <a:gd name="connsiteX54614" fmla="*/ 700791 w 2119654"/>
              <a:gd name="connsiteY54614" fmla="*/ 2067673 h 2398711"/>
              <a:gd name="connsiteX54615" fmla="*/ 675696 w 2119654"/>
              <a:gd name="connsiteY54615" fmla="*/ 2119295 h 2398711"/>
              <a:gd name="connsiteX54616" fmla="*/ 677174 w 2119654"/>
              <a:gd name="connsiteY54616" fmla="*/ 2125382 h 2398711"/>
              <a:gd name="connsiteX54617" fmla="*/ 677446 w 2119654"/>
              <a:gd name="connsiteY54617" fmla="*/ 2126334 h 2398711"/>
              <a:gd name="connsiteX54618" fmla="*/ 678260 w 2119654"/>
              <a:gd name="connsiteY54618" fmla="*/ 2126503 h 2398711"/>
              <a:gd name="connsiteX54619" fmla="*/ 677294 w 2119654"/>
              <a:gd name="connsiteY54619" fmla="*/ 2119216 h 2398711"/>
              <a:gd name="connsiteX54620" fmla="*/ 683521 w 2119654"/>
              <a:gd name="connsiteY54620" fmla="*/ 2101379 h 2398711"/>
              <a:gd name="connsiteX54621" fmla="*/ 684322 w 2119654"/>
              <a:gd name="connsiteY54621" fmla="*/ 2103002 h 2398711"/>
              <a:gd name="connsiteX54622" fmla="*/ 685271 w 2119654"/>
              <a:gd name="connsiteY54622" fmla="*/ 2103076 h 2398711"/>
              <a:gd name="connsiteX54623" fmla="*/ 687613 w 2119654"/>
              <a:gd name="connsiteY54623" fmla="*/ 2102449 h 2398711"/>
              <a:gd name="connsiteX54624" fmla="*/ 686927 w 2119654"/>
              <a:gd name="connsiteY54624" fmla="*/ 2101618 h 2398711"/>
              <a:gd name="connsiteX54625" fmla="*/ 685055 w 2119654"/>
              <a:gd name="connsiteY54625" fmla="*/ 2101102 h 2398711"/>
              <a:gd name="connsiteX54626" fmla="*/ 1361223 w 2119654"/>
              <a:gd name="connsiteY54626" fmla="*/ 583863 h 2398711"/>
              <a:gd name="connsiteX54627" fmla="*/ 1360714 w 2119654"/>
              <a:gd name="connsiteY54627" fmla="*/ 586469 h 2398711"/>
              <a:gd name="connsiteX54628" fmla="*/ 1361972 w 2119654"/>
              <a:gd name="connsiteY54628" fmla="*/ 590196 h 2398711"/>
              <a:gd name="connsiteX54629" fmla="*/ 1363081 w 2119654"/>
              <a:gd name="connsiteY54629" fmla="*/ 588816 h 2398711"/>
              <a:gd name="connsiteX54630" fmla="*/ 1427753 w 2119654"/>
              <a:gd name="connsiteY54630" fmla="*/ 434000 h 2398711"/>
              <a:gd name="connsiteX54631" fmla="*/ 1434292 w 2119654"/>
              <a:gd name="connsiteY54631" fmla="*/ 472163 h 2398711"/>
              <a:gd name="connsiteX54632" fmla="*/ 1433716 w 2119654"/>
              <a:gd name="connsiteY54632" fmla="*/ 461189 h 2398711"/>
              <a:gd name="connsiteX54633" fmla="*/ 1433855 w 2119654"/>
              <a:gd name="connsiteY54633" fmla="*/ 461347 h 2398711"/>
              <a:gd name="connsiteX54634" fmla="*/ 1434480 w 2119654"/>
              <a:gd name="connsiteY54634" fmla="*/ 473260 h 2398711"/>
              <a:gd name="connsiteX54635" fmla="*/ 1435520 w 2119654"/>
              <a:gd name="connsiteY54635" fmla="*/ 479326 h 2398711"/>
              <a:gd name="connsiteX54636" fmla="*/ 1436309 w 2119654"/>
              <a:gd name="connsiteY54636" fmla="*/ 481930 h 2398711"/>
              <a:gd name="connsiteX54637" fmla="*/ 1437497 w 2119654"/>
              <a:gd name="connsiteY54637" fmla="*/ 481120 h 2398711"/>
              <a:gd name="connsiteX54638" fmla="*/ 1437169 w 2119654"/>
              <a:gd name="connsiteY54638" fmla="*/ 477212 h 2398711"/>
              <a:gd name="connsiteX54639" fmla="*/ 1431391 w 2119654"/>
              <a:gd name="connsiteY54639" fmla="*/ 430777 h 2398711"/>
              <a:gd name="connsiteX54640" fmla="*/ 1383780 w 2119654"/>
              <a:gd name="connsiteY54640" fmla="*/ 531871 h 2398711"/>
              <a:gd name="connsiteX54641" fmla="*/ 1383783 w 2119654"/>
              <a:gd name="connsiteY54641" fmla="*/ 532152 h 2398711"/>
              <a:gd name="connsiteX54642" fmla="*/ 1384957 w 2119654"/>
              <a:gd name="connsiteY54642" fmla="*/ 539540 h 2398711"/>
              <a:gd name="connsiteX54643" fmla="*/ 1390563 w 2119654"/>
              <a:gd name="connsiteY54643" fmla="*/ 547731 h 2398711"/>
              <a:gd name="connsiteX54644" fmla="*/ 1385936 w 2119654"/>
              <a:gd name="connsiteY54644" fmla="*/ 534177 h 2398711"/>
              <a:gd name="connsiteX54645" fmla="*/ 681999 w 2119654"/>
              <a:gd name="connsiteY54645" fmla="*/ 2103177 h 2398711"/>
              <a:gd name="connsiteX54646" fmla="*/ 682022 w 2119654"/>
              <a:gd name="connsiteY54646" fmla="*/ 2103745 h 2398711"/>
              <a:gd name="connsiteX54647" fmla="*/ 682567 w 2119654"/>
              <a:gd name="connsiteY54647" fmla="*/ 2103799 h 2398711"/>
              <a:gd name="connsiteX54648" fmla="*/ 684165 w 2119654"/>
              <a:gd name="connsiteY54648" fmla="*/ 2103371 h 2398711"/>
              <a:gd name="connsiteX54649" fmla="*/ 682786 w 2119654"/>
              <a:gd name="connsiteY54649" fmla="*/ 2103264 h 2398711"/>
              <a:gd name="connsiteX54650" fmla="*/ 707534 w 2119654"/>
              <a:gd name="connsiteY54650" fmla="*/ 2045031 h 2398711"/>
              <a:gd name="connsiteX54651" fmla="*/ 708884 w 2119654"/>
              <a:gd name="connsiteY54651" fmla="*/ 2049464 h 2398711"/>
              <a:gd name="connsiteX54652" fmla="*/ 711754 w 2119654"/>
              <a:gd name="connsiteY54652" fmla="*/ 2047179 h 2398711"/>
              <a:gd name="connsiteX54653" fmla="*/ 708755 w 2119654"/>
              <a:gd name="connsiteY54653" fmla="*/ 2045255 h 2398711"/>
              <a:gd name="connsiteX54654" fmla="*/ 687506 w 2119654"/>
              <a:gd name="connsiteY54654" fmla="*/ 2089874 h 2398711"/>
              <a:gd name="connsiteX54655" fmla="*/ 687970 w 2119654"/>
              <a:gd name="connsiteY54655" fmla="*/ 2089828 h 2398711"/>
              <a:gd name="connsiteX54656" fmla="*/ 687729 w 2119654"/>
              <a:gd name="connsiteY54656" fmla="*/ 2089804 h 2398711"/>
              <a:gd name="connsiteX54657" fmla="*/ 698296 w 2119654"/>
              <a:gd name="connsiteY54657" fmla="*/ 2065051 h 2398711"/>
              <a:gd name="connsiteX54658" fmla="*/ 698344 w 2119654"/>
              <a:gd name="connsiteY54658" fmla="*/ 2065172 h 2398711"/>
              <a:gd name="connsiteX54659" fmla="*/ 699729 w 2119654"/>
              <a:gd name="connsiteY54659" fmla="*/ 2065394 h 2398711"/>
              <a:gd name="connsiteX54660" fmla="*/ 699652 w 2119654"/>
              <a:gd name="connsiteY54660" fmla="*/ 2065228 h 2398711"/>
              <a:gd name="connsiteX54661" fmla="*/ 681939 w 2119654"/>
              <a:gd name="connsiteY54661" fmla="*/ 2101664 h 2398711"/>
              <a:gd name="connsiteX54662" fmla="*/ 681985 w 2119654"/>
              <a:gd name="connsiteY54662" fmla="*/ 2102820 h 2398711"/>
              <a:gd name="connsiteX54663" fmla="*/ 684114 w 2119654"/>
              <a:gd name="connsiteY54663" fmla="*/ 2102986 h 2398711"/>
              <a:gd name="connsiteX54664" fmla="*/ 683338 w 2119654"/>
              <a:gd name="connsiteY54664" fmla="*/ 2101412 h 2398711"/>
              <a:gd name="connsiteX54665" fmla="*/ 667338 w 2119654"/>
              <a:gd name="connsiteY54665" fmla="*/ 2133937 h 2398711"/>
              <a:gd name="connsiteX54666" fmla="*/ 668995 w 2119654"/>
              <a:gd name="connsiteY54666" fmla="*/ 2134162 h 2398711"/>
              <a:gd name="connsiteX54667" fmla="*/ 678473 w 2119654"/>
              <a:gd name="connsiteY54667" fmla="*/ 2131876 h 2398711"/>
              <a:gd name="connsiteX54668" fmla="*/ 677705 w 2119654"/>
              <a:gd name="connsiteY54668" fmla="*/ 2129194 h 2398711"/>
              <a:gd name="connsiteX54669" fmla="*/ 707337 w 2119654"/>
              <a:gd name="connsiteY54669" fmla="*/ 2044369 h 2398711"/>
              <a:gd name="connsiteX54670" fmla="*/ 707387 w 2119654"/>
              <a:gd name="connsiteY54670" fmla="*/ 2044378 h 2398711"/>
              <a:gd name="connsiteX54671" fmla="*/ 707366 w 2119654"/>
              <a:gd name="connsiteY54671" fmla="*/ 2044364 h 2398711"/>
              <a:gd name="connsiteX54672" fmla="*/ 674980 w 2119654"/>
              <a:gd name="connsiteY54672" fmla="*/ 2116347 h 2398711"/>
              <a:gd name="connsiteX54673" fmla="*/ 675585 w 2119654"/>
              <a:gd name="connsiteY54673" fmla="*/ 2118841 h 2398711"/>
              <a:gd name="connsiteX54674" fmla="*/ 677234 w 2119654"/>
              <a:gd name="connsiteY54674" fmla="*/ 2118759 h 2398711"/>
              <a:gd name="connsiteX54675" fmla="*/ 677130 w 2119654"/>
              <a:gd name="connsiteY54675" fmla="*/ 2117979 h 2398711"/>
              <a:gd name="connsiteX54676" fmla="*/ 676508 w 2119654"/>
              <a:gd name="connsiteY54676" fmla="*/ 2116225 h 2398711"/>
              <a:gd name="connsiteX54677" fmla="*/ 1390404 w 2119654"/>
              <a:gd name="connsiteY54677" fmla="*/ 514244 h 2398711"/>
              <a:gd name="connsiteX54678" fmla="*/ 1390516 w 2119654"/>
              <a:gd name="connsiteY54678" fmla="*/ 514483 h 2398711"/>
              <a:gd name="connsiteX54679" fmla="*/ 1391187 w 2119654"/>
              <a:gd name="connsiteY54679" fmla="*/ 515201 h 2398711"/>
              <a:gd name="connsiteX54680" fmla="*/ 1391474 w 2119654"/>
              <a:gd name="connsiteY54680" fmla="*/ 515547 h 2398711"/>
              <a:gd name="connsiteX54681" fmla="*/ 1391162 w 2119654"/>
              <a:gd name="connsiteY54681" fmla="*/ 513712 h 2398711"/>
              <a:gd name="connsiteX54682" fmla="*/ 664745 w 2119654"/>
              <a:gd name="connsiteY54682" fmla="*/ 2139034 h 2398711"/>
              <a:gd name="connsiteX54683" fmla="*/ 676149 w 2119654"/>
              <a:gd name="connsiteY54683" fmla="*/ 2136269 h 2398711"/>
              <a:gd name="connsiteX54684" fmla="*/ 672255 w 2119654"/>
              <a:gd name="connsiteY54684" fmla="*/ 2135581 h 2398711"/>
              <a:gd name="connsiteX54685" fmla="*/ 1452540 w 2119654"/>
              <a:gd name="connsiteY54685" fmla="*/ 374734 h 2398711"/>
              <a:gd name="connsiteX54686" fmla="*/ 1462732 w 2119654"/>
              <a:gd name="connsiteY54686" fmla="*/ 394006 h 2398711"/>
              <a:gd name="connsiteX54687" fmla="*/ 1465061 w 2119654"/>
              <a:gd name="connsiteY54687" fmla="*/ 398554 h 2398711"/>
              <a:gd name="connsiteX54688" fmla="*/ 1490534 w 2119654"/>
              <a:gd name="connsiteY54688" fmla="*/ 379119 h 2398711"/>
              <a:gd name="connsiteX54689" fmla="*/ 1486686 w 2119654"/>
              <a:gd name="connsiteY54689" fmla="*/ 362976 h 2398711"/>
              <a:gd name="connsiteX54690" fmla="*/ 1481098 w 2119654"/>
              <a:gd name="connsiteY54690" fmla="*/ 340853 h 2398711"/>
              <a:gd name="connsiteX54691" fmla="*/ 1463147 w 2119654"/>
              <a:gd name="connsiteY54691" fmla="*/ 361502 h 2398711"/>
              <a:gd name="connsiteX54692" fmla="*/ 677202 w 2119654"/>
              <a:gd name="connsiteY54692" fmla="*/ 2110760 h 2398711"/>
              <a:gd name="connsiteX54693" fmla="*/ 677669 w 2119654"/>
              <a:gd name="connsiteY54693" fmla="*/ 2115862 h 2398711"/>
              <a:gd name="connsiteX54694" fmla="*/ 697383 w 2119654"/>
              <a:gd name="connsiteY54694" fmla="*/ 2114279 h 2398711"/>
              <a:gd name="connsiteX54695" fmla="*/ 695818 w 2119654"/>
              <a:gd name="connsiteY54695" fmla="*/ 2112384 h 2398711"/>
              <a:gd name="connsiteX54696" fmla="*/ 685324 w 2119654"/>
              <a:gd name="connsiteY54696" fmla="*/ 2113688 h 2398711"/>
              <a:gd name="connsiteX54697" fmla="*/ 685157 w 2119654"/>
              <a:gd name="connsiteY54697" fmla="*/ 2113588 h 2398711"/>
              <a:gd name="connsiteX54698" fmla="*/ 695728 w 2119654"/>
              <a:gd name="connsiteY54698" fmla="*/ 2112276 h 2398711"/>
              <a:gd name="connsiteX54699" fmla="*/ 692576 w 2119654"/>
              <a:gd name="connsiteY54699" fmla="*/ 2108459 h 2398711"/>
              <a:gd name="connsiteX54700" fmla="*/ 696608 w 2119654"/>
              <a:gd name="connsiteY54700" fmla="*/ 2066952 h 2398711"/>
              <a:gd name="connsiteX54701" fmla="*/ 700238 w 2119654"/>
              <a:gd name="connsiteY54701" fmla="*/ 2070496 h 2398711"/>
              <a:gd name="connsiteX54702" fmla="*/ 699726 w 2119654"/>
              <a:gd name="connsiteY54702" fmla="*/ 2069246 h 2398711"/>
              <a:gd name="connsiteX54703" fmla="*/ 698152 w 2119654"/>
              <a:gd name="connsiteY54703" fmla="*/ 2067218 h 2398711"/>
              <a:gd name="connsiteX54704" fmla="*/ 1358213 w 2119654"/>
              <a:gd name="connsiteY54704" fmla="*/ 585433 h 2398711"/>
              <a:gd name="connsiteX54705" fmla="*/ 1357845 w 2119654"/>
              <a:gd name="connsiteY54705" fmla="*/ 587667 h 2398711"/>
              <a:gd name="connsiteX54706" fmla="*/ 1358189 w 2119654"/>
              <a:gd name="connsiteY54706" fmla="*/ 588095 h 2398711"/>
              <a:gd name="connsiteX54707" fmla="*/ 1358535 w 2119654"/>
              <a:gd name="connsiteY54707" fmla="*/ 586825 h 2398711"/>
              <a:gd name="connsiteX54708" fmla="*/ 1383744 w 2119654"/>
              <a:gd name="connsiteY54708" fmla="*/ 527757 h 2398711"/>
              <a:gd name="connsiteX54709" fmla="*/ 1383766 w 2119654"/>
              <a:gd name="connsiteY54709" fmla="*/ 530156 h 2398711"/>
              <a:gd name="connsiteX54710" fmla="*/ 1384968 w 2119654"/>
              <a:gd name="connsiteY54710" fmla="*/ 531346 h 2398711"/>
              <a:gd name="connsiteX54711" fmla="*/ 697212 w 2119654"/>
              <a:gd name="connsiteY54711" fmla="*/ 2064911 h 2398711"/>
              <a:gd name="connsiteX54712" fmla="*/ 697282 w 2119654"/>
              <a:gd name="connsiteY54712" fmla="*/ 2065001 h 2398711"/>
              <a:gd name="connsiteX54713" fmla="*/ 698036 w 2119654"/>
              <a:gd name="connsiteY54713" fmla="*/ 2065123 h 2398711"/>
              <a:gd name="connsiteX54714" fmla="*/ 697991 w 2119654"/>
              <a:gd name="connsiteY54714" fmla="*/ 2065012 h 2398711"/>
              <a:gd name="connsiteX54715" fmla="*/ 1373835 w 2119654"/>
              <a:gd name="connsiteY54715" fmla="*/ 549794 h 2398711"/>
              <a:gd name="connsiteX54716" fmla="*/ 1373851 w 2119654"/>
              <a:gd name="connsiteY54716" fmla="*/ 549907 h 2398711"/>
              <a:gd name="connsiteX54717" fmla="*/ 1373900 w 2119654"/>
              <a:gd name="connsiteY54717" fmla="*/ 549984 h 2398711"/>
              <a:gd name="connsiteX54718" fmla="*/ 677114 w 2119654"/>
              <a:gd name="connsiteY54718" fmla="*/ 2109799 h 2398711"/>
              <a:gd name="connsiteX54719" fmla="*/ 677155 w 2119654"/>
              <a:gd name="connsiteY54719" fmla="*/ 2110254 h 2398711"/>
              <a:gd name="connsiteX54720" fmla="*/ 688263 w 2119654"/>
              <a:gd name="connsiteY54720" fmla="*/ 2108592 h 2398711"/>
              <a:gd name="connsiteX54721" fmla="*/ 1370158 w 2119654"/>
              <a:gd name="connsiteY54721" fmla="*/ 557627 h 2398711"/>
              <a:gd name="connsiteX54722" fmla="*/ 1370243 w 2119654"/>
              <a:gd name="connsiteY54722" fmla="*/ 559816 h 2398711"/>
              <a:gd name="connsiteX54723" fmla="*/ 1370552 w 2119654"/>
              <a:gd name="connsiteY54723" fmla="*/ 560256 h 2398711"/>
              <a:gd name="connsiteX54724" fmla="*/ 1370542 w 2119654"/>
              <a:gd name="connsiteY54724" fmla="*/ 560185 h 2398711"/>
              <a:gd name="connsiteX54725" fmla="*/ 682016 w 2119654"/>
              <a:gd name="connsiteY54725" fmla="*/ 2098325 h 2398711"/>
              <a:gd name="connsiteX54726" fmla="*/ 682128 w 2119654"/>
              <a:gd name="connsiteY54726" fmla="*/ 2098554 h 2398711"/>
              <a:gd name="connsiteX54727" fmla="*/ 682954 w 2119654"/>
              <a:gd name="connsiteY54727" fmla="*/ 2098395 h 2398711"/>
              <a:gd name="connsiteX54728" fmla="*/ 665768 w 2119654"/>
              <a:gd name="connsiteY54728" fmla="*/ 2134656 h 2398711"/>
              <a:gd name="connsiteX54729" fmla="*/ 666886 w 2119654"/>
              <a:gd name="connsiteY54729" fmla="*/ 2134670 h 2398711"/>
              <a:gd name="connsiteX54730" fmla="*/ 666975 w 2119654"/>
              <a:gd name="connsiteY54730" fmla="*/ 2134649 h 2398711"/>
              <a:gd name="connsiteX54731" fmla="*/ 666115 w 2119654"/>
              <a:gd name="connsiteY54731" fmla="*/ 2134497 h 2398711"/>
              <a:gd name="connsiteX54732" fmla="*/ 1366839 w 2119654"/>
              <a:gd name="connsiteY54732" fmla="*/ 564694 h 2398711"/>
              <a:gd name="connsiteX54733" fmla="*/ 1370339 w 2119654"/>
              <a:gd name="connsiteY54733" fmla="*/ 575006 h 2398711"/>
              <a:gd name="connsiteX54734" fmla="*/ 1370120 w 2119654"/>
              <a:gd name="connsiteY54734" fmla="*/ 569376 h 2398711"/>
              <a:gd name="connsiteX54735" fmla="*/ 681807 w 2119654"/>
              <a:gd name="connsiteY54735" fmla="*/ 2098310 h 2398711"/>
              <a:gd name="connsiteX54736" fmla="*/ 681819 w 2119654"/>
              <a:gd name="connsiteY54736" fmla="*/ 2098613 h 2398711"/>
              <a:gd name="connsiteX54737" fmla="*/ 681946 w 2119654"/>
              <a:gd name="connsiteY54737" fmla="*/ 2098588 h 2398711"/>
              <a:gd name="connsiteX54738" fmla="*/ 681809 w 2119654"/>
              <a:gd name="connsiteY54738" fmla="*/ 2098309 h 2398711"/>
              <a:gd name="connsiteX54739" fmla="*/ 1358676 w 2119654"/>
              <a:gd name="connsiteY54739" fmla="*/ 582617 h 2398711"/>
              <a:gd name="connsiteX54740" fmla="*/ 1358648 w 2119654"/>
              <a:gd name="connsiteY54740" fmla="*/ 582782 h 2398711"/>
              <a:gd name="connsiteX54741" fmla="*/ 1359102 w 2119654"/>
              <a:gd name="connsiteY54741" fmla="*/ 584744 h 2398711"/>
              <a:gd name="connsiteX54742" fmla="*/ 1359232 w 2119654"/>
              <a:gd name="connsiteY54742" fmla="*/ 584266 h 2398711"/>
              <a:gd name="connsiteX54743" fmla="*/ 690890 w 2119654"/>
              <a:gd name="connsiteY54743" fmla="*/ 2077768 h 2398711"/>
              <a:gd name="connsiteX54744" fmla="*/ 692811 w 2119654"/>
              <a:gd name="connsiteY54744" fmla="*/ 2078536 h 2398711"/>
              <a:gd name="connsiteX54745" fmla="*/ 697172 w 2119654"/>
              <a:gd name="connsiteY54745" fmla="*/ 2077815 h 2398711"/>
              <a:gd name="connsiteX54746" fmla="*/ 694749 w 2119654"/>
              <a:gd name="connsiteY54746" fmla="*/ 2076654 h 2398711"/>
              <a:gd name="connsiteX54747" fmla="*/ 677016 w 2119654"/>
              <a:gd name="connsiteY54747" fmla="*/ 2108732 h 2398711"/>
              <a:gd name="connsiteX54748" fmla="*/ 677068 w 2119654"/>
              <a:gd name="connsiteY54748" fmla="*/ 2109299 h 2398711"/>
              <a:gd name="connsiteX54749" fmla="*/ 691940 w 2119654"/>
              <a:gd name="connsiteY54749" fmla="*/ 2107689 h 2398711"/>
              <a:gd name="connsiteX54750" fmla="*/ 690520 w 2119654"/>
              <a:gd name="connsiteY54750" fmla="*/ 2105968 h 2398711"/>
              <a:gd name="connsiteX54751" fmla="*/ 1363876 w 2119654"/>
              <a:gd name="connsiteY54751" fmla="*/ 570284 h 2398711"/>
              <a:gd name="connsiteX54752" fmla="*/ 1363371 w 2119654"/>
              <a:gd name="connsiteY54752" fmla="*/ 572867 h 2398711"/>
              <a:gd name="connsiteX54753" fmla="*/ 1363697 w 2119654"/>
              <a:gd name="connsiteY54753" fmla="*/ 573569 h 2398711"/>
              <a:gd name="connsiteX54754" fmla="*/ 1367400 w 2119654"/>
              <a:gd name="connsiteY54754" fmla="*/ 583441 h 2398711"/>
              <a:gd name="connsiteX54755" fmla="*/ 1370026 w 2119654"/>
              <a:gd name="connsiteY54755" fmla="*/ 580173 h 2398711"/>
              <a:gd name="connsiteX54756" fmla="*/ 1368980 w 2119654"/>
              <a:gd name="connsiteY54756" fmla="*/ 576146 h 2398711"/>
              <a:gd name="connsiteX54757" fmla="*/ 686612 w 2119654"/>
              <a:gd name="connsiteY54757" fmla="*/ 2086639 h 2398711"/>
              <a:gd name="connsiteX54758" fmla="*/ 690592 w 2119654"/>
              <a:gd name="connsiteY54758" fmla="*/ 2088209 h 2398711"/>
              <a:gd name="connsiteX54759" fmla="*/ 692362 w 2119654"/>
              <a:gd name="connsiteY54759" fmla="*/ 2087654 h 2398711"/>
              <a:gd name="connsiteX54760" fmla="*/ 675611 w 2119654"/>
              <a:gd name="connsiteY54760" fmla="*/ 2110997 h 2398711"/>
              <a:gd name="connsiteX54761" fmla="*/ 676626 w 2119654"/>
              <a:gd name="connsiteY54761" fmla="*/ 2114177 h 2398711"/>
              <a:gd name="connsiteX54762" fmla="*/ 676194 w 2119654"/>
              <a:gd name="connsiteY54762" fmla="*/ 2110909 h 2398711"/>
              <a:gd name="connsiteX54763" fmla="*/ 1407944 w 2119654"/>
              <a:gd name="connsiteY54763" fmla="*/ 471010 h 2398711"/>
              <a:gd name="connsiteX54764" fmla="*/ 1410723 w 2119654"/>
              <a:gd name="connsiteY54764" fmla="*/ 485149 h 2398711"/>
              <a:gd name="connsiteX54765" fmla="*/ 1414277 w 2119654"/>
              <a:gd name="connsiteY54765" fmla="*/ 492838 h 2398711"/>
              <a:gd name="connsiteX54766" fmla="*/ 1412267 w 2119654"/>
              <a:gd name="connsiteY54766" fmla="*/ 464887 h 2398711"/>
              <a:gd name="connsiteX54767" fmla="*/ 1410643 w 2119654"/>
              <a:gd name="connsiteY54767" fmla="*/ 467147 h 2398711"/>
              <a:gd name="connsiteX54768" fmla="*/ 664454 w 2119654"/>
              <a:gd name="connsiteY54768" fmla="*/ 2135257 h 2398711"/>
              <a:gd name="connsiteX54769" fmla="*/ 664807 w 2119654"/>
              <a:gd name="connsiteY54769" fmla="*/ 2135172 h 2398711"/>
              <a:gd name="connsiteX54770" fmla="*/ 664644 w 2119654"/>
              <a:gd name="connsiteY54770" fmla="*/ 2135170 h 2398711"/>
              <a:gd name="connsiteX54771" fmla="*/ 1359220 w 2119654"/>
              <a:gd name="connsiteY54771" fmla="*/ 579304 h 2398711"/>
              <a:gd name="connsiteX54772" fmla="*/ 1358918 w 2119654"/>
              <a:gd name="connsiteY54772" fmla="*/ 581143 h 2398711"/>
              <a:gd name="connsiteX54773" fmla="*/ 1359563 w 2119654"/>
              <a:gd name="connsiteY54773" fmla="*/ 583052 h 2398711"/>
              <a:gd name="connsiteX54774" fmla="*/ 1360133 w 2119654"/>
              <a:gd name="connsiteY54774" fmla="*/ 580957 h 2398711"/>
              <a:gd name="connsiteX54775" fmla="*/ 1359864 w 2119654"/>
              <a:gd name="connsiteY54775" fmla="*/ 580238 h 2398711"/>
              <a:gd name="connsiteX54776" fmla="*/ 676871 w 2119654"/>
              <a:gd name="connsiteY54776" fmla="*/ 2107153 h 2398711"/>
              <a:gd name="connsiteX54777" fmla="*/ 676992 w 2119654"/>
              <a:gd name="connsiteY54777" fmla="*/ 2108473 h 2398711"/>
              <a:gd name="connsiteX54778" fmla="*/ 690199 w 2119654"/>
              <a:gd name="connsiteY54778" fmla="*/ 2105580 h 2398711"/>
              <a:gd name="connsiteX54779" fmla="*/ 689655 w 2119654"/>
              <a:gd name="connsiteY54779" fmla="*/ 2104921 h 2398711"/>
              <a:gd name="connsiteX54780" fmla="*/ 686993 w 2119654"/>
              <a:gd name="connsiteY54780" fmla="*/ 2104624 h 2398711"/>
              <a:gd name="connsiteX54781" fmla="*/ 686329 w 2119654"/>
              <a:gd name="connsiteY54781" fmla="*/ 2104625 h 2398711"/>
              <a:gd name="connsiteX54782" fmla="*/ 682102 w 2119654"/>
              <a:gd name="connsiteY54782" fmla="*/ 2105755 h 2398711"/>
              <a:gd name="connsiteX54783" fmla="*/ 682151 w 2119654"/>
              <a:gd name="connsiteY54783" fmla="*/ 2107001 h 2398711"/>
              <a:gd name="connsiteX54784" fmla="*/ 681953 w 2119654"/>
              <a:gd name="connsiteY54784" fmla="*/ 2106810 h 2398711"/>
              <a:gd name="connsiteX54785" fmla="*/ 681913 w 2119654"/>
              <a:gd name="connsiteY54785" fmla="*/ 2105806 h 2398711"/>
              <a:gd name="connsiteX54786" fmla="*/ 698509 w 2119654"/>
              <a:gd name="connsiteY54786" fmla="*/ 2058236 h 2398711"/>
              <a:gd name="connsiteX54787" fmla="*/ 698964 w 2119654"/>
              <a:gd name="connsiteY54787" fmla="*/ 2058245 h 2398711"/>
              <a:gd name="connsiteX54788" fmla="*/ 698799 w 2119654"/>
              <a:gd name="connsiteY54788" fmla="*/ 2058005 h 2398711"/>
              <a:gd name="connsiteX54789" fmla="*/ 702407 w 2119654"/>
              <a:gd name="connsiteY54789" fmla="*/ 2049445 h 2398711"/>
              <a:gd name="connsiteX54790" fmla="*/ 702736 w 2119654"/>
              <a:gd name="connsiteY54790" fmla="*/ 2051106 h 2398711"/>
              <a:gd name="connsiteX54791" fmla="*/ 703069 w 2119654"/>
              <a:gd name="connsiteY54791" fmla="*/ 2051619 h 2398711"/>
              <a:gd name="connsiteX54792" fmla="*/ 675291 w 2119654"/>
              <a:gd name="connsiteY54792" fmla="*/ 2109996 h 2398711"/>
              <a:gd name="connsiteX54793" fmla="*/ 675455 w 2119654"/>
              <a:gd name="connsiteY54793" fmla="*/ 2110509 h 2398711"/>
              <a:gd name="connsiteX54794" fmla="*/ 676127 w 2119654"/>
              <a:gd name="connsiteY54794" fmla="*/ 2110408 h 2398711"/>
              <a:gd name="connsiteX54795" fmla="*/ 676062 w 2119654"/>
              <a:gd name="connsiteY54795" fmla="*/ 2109912 h 2398711"/>
              <a:gd name="connsiteX54796" fmla="*/ 1405907 w 2119654"/>
              <a:gd name="connsiteY54796" fmla="*/ 473927 h 2398711"/>
              <a:gd name="connsiteX54797" fmla="*/ 1406830 w 2119654"/>
              <a:gd name="connsiteY54797" fmla="*/ 476731 h 2398711"/>
              <a:gd name="connsiteX54798" fmla="*/ 1408900 w 2119654"/>
              <a:gd name="connsiteY54798" fmla="*/ 481208 h 2398711"/>
              <a:gd name="connsiteX54799" fmla="*/ 1407126 w 2119654"/>
              <a:gd name="connsiteY54799" fmla="*/ 472181 h 2398711"/>
              <a:gd name="connsiteX54800" fmla="*/ 682041 w 2119654"/>
              <a:gd name="connsiteY54800" fmla="*/ 2094730 h 2398711"/>
              <a:gd name="connsiteX54801" fmla="*/ 683869 w 2119654"/>
              <a:gd name="connsiteY54801" fmla="*/ 2097132 h 2398711"/>
              <a:gd name="connsiteX54802" fmla="*/ 684643 w 2119654"/>
              <a:gd name="connsiteY54802" fmla="*/ 2098070 h 2398711"/>
              <a:gd name="connsiteX54803" fmla="*/ 689140 w 2119654"/>
              <a:gd name="connsiteY54803" fmla="*/ 2097206 h 2398711"/>
              <a:gd name="connsiteX54804" fmla="*/ 682714 w 2119654"/>
              <a:gd name="connsiteY54804" fmla="*/ 2094406 h 2398711"/>
              <a:gd name="connsiteX54805" fmla="*/ 695384 w 2119654"/>
              <a:gd name="connsiteY54805" fmla="*/ 2064696 h 2398711"/>
              <a:gd name="connsiteX54806" fmla="*/ 696310 w 2119654"/>
              <a:gd name="connsiteY54806" fmla="*/ 2064845 h 2398711"/>
              <a:gd name="connsiteX54807" fmla="*/ 696266 w 2119654"/>
              <a:gd name="connsiteY54807" fmla="*/ 2064788 h 2398711"/>
              <a:gd name="connsiteX54808" fmla="*/ 695460 w 2119654"/>
              <a:gd name="connsiteY54808" fmla="*/ 2064683 h 2398711"/>
              <a:gd name="connsiteX54809" fmla="*/ 681686 w 2119654"/>
              <a:gd name="connsiteY54809" fmla="*/ 2095272 h 2398711"/>
              <a:gd name="connsiteX54810" fmla="*/ 681789 w 2119654"/>
              <a:gd name="connsiteY54810" fmla="*/ 2097865 h 2398711"/>
              <a:gd name="connsiteX54811" fmla="*/ 681930 w 2119654"/>
              <a:gd name="connsiteY54811" fmla="*/ 2098151 h 2398711"/>
              <a:gd name="connsiteX54812" fmla="*/ 683582 w 2119654"/>
              <a:gd name="connsiteY54812" fmla="*/ 2098274 h 2398711"/>
              <a:gd name="connsiteX54813" fmla="*/ 684086 w 2119654"/>
              <a:gd name="connsiteY54813" fmla="*/ 2098177 h 2398711"/>
              <a:gd name="connsiteX54814" fmla="*/ 690904 w 2119654"/>
              <a:gd name="connsiteY54814" fmla="*/ 2074412 h 2398711"/>
              <a:gd name="connsiteX54815" fmla="*/ 691479 w 2119654"/>
              <a:gd name="connsiteY54815" fmla="*/ 2074687 h 2398711"/>
              <a:gd name="connsiteX54816" fmla="*/ 692840 w 2119654"/>
              <a:gd name="connsiteY54816" fmla="*/ 2074499 h 2398711"/>
              <a:gd name="connsiteX54817" fmla="*/ 697547 w 2119654"/>
              <a:gd name="connsiteY54817" fmla="*/ 2059003 h 2398711"/>
              <a:gd name="connsiteX54818" fmla="*/ 697739 w 2119654"/>
              <a:gd name="connsiteY54818" fmla="*/ 2059415 h 2398711"/>
              <a:gd name="connsiteX54819" fmla="*/ 699973 w 2119654"/>
              <a:gd name="connsiteY54819" fmla="*/ 2059706 h 2398711"/>
              <a:gd name="connsiteX54820" fmla="*/ 699288 w 2119654"/>
              <a:gd name="connsiteY54820" fmla="*/ 2058713 h 2398711"/>
              <a:gd name="connsiteX54821" fmla="*/ 697944 w 2119654"/>
              <a:gd name="connsiteY54821" fmla="*/ 2058686 h 2398711"/>
              <a:gd name="connsiteX54822" fmla="*/ 674713 w 2119654"/>
              <a:gd name="connsiteY54822" fmla="*/ 2110059 h 2398711"/>
              <a:gd name="connsiteX54823" fmla="*/ 674902 w 2119654"/>
              <a:gd name="connsiteY54823" fmla="*/ 2110592 h 2398711"/>
              <a:gd name="connsiteX54824" fmla="*/ 674918 w 2119654"/>
              <a:gd name="connsiteY54824" fmla="*/ 2110589 h 2398711"/>
              <a:gd name="connsiteX54825" fmla="*/ 674748 w 2119654"/>
              <a:gd name="connsiteY54825" fmla="*/ 2110055 h 2398711"/>
              <a:gd name="connsiteX54826" fmla="*/ 1357312 w 2119654"/>
              <a:gd name="connsiteY54826" fmla="*/ 581539 h 2398711"/>
              <a:gd name="connsiteX54827" fmla="*/ 1356586 w 2119654"/>
              <a:gd name="connsiteY54827" fmla="*/ 586104 h 2398711"/>
              <a:gd name="connsiteX54828" fmla="*/ 1357456 w 2119654"/>
              <a:gd name="connsiteY54828" fmla="*/ 587185 h 2398711"/>
              <a:gd name="connsiteX54829" fmla="*/ 1357938 w 2119654"/>
              <a:gd name="connsiteY54829" fmla="*/ 584249 h 2398711"/>
              <a:gd name="connsiteX54830" fmla="*/ 675018 w 2119654"/>
              <a:gd name="connsiteY54830" fmla="*/ 2109140 h 2398711"/>
              <a:gd name="connsiteX54831" fmla="*/ 675136 w 2119654"/>
              <a:gd name="connsiteY54831" fmla="*/ 2109508 h 2398711"/>
              <a:gd name="connsiteX54832" fmla="*/ 675995 w 2119654"/>
              <a:gd name="connsiteY54832" fmla="*/ 2109415 h 2398711"/>
              <a:gd name="connsiteX54833" fmla="*/ 675934 w 2119654"/>
              <a:gd name="connsiteY54833" fmla="*/ 2108953 h 2398711"/>
              <a:gd name="connsiteX54834" fmla="*/ 1365324 w 2119654"/>
              <a:gd name="connsiteY54834" fmla="*/ 562864 h 2398711"/>
              <a:gd name="connsiteX54835" fmla="*/ 1363961 w 2119654"/>
              <a:gd name="connsiteY54835" fmla="*/ 569847 h 2398711"/>
              <a:gd name="connsiteX54836" fmla="*/ 1367009 w 2119654"/>
              <a:gd name="connsiteY54836" fmla="*/ 573254 h 2398711"/>
              <a:gd name="connsiteX54837" fmla="*/ 1368748 w 2119654"/>
              <a:gd name="connsiteY54837" fmla="*/ 575252 h 2398711"/>
              <a:gd name="connsiteX54838" fmla="*/ 1366208 w 2119654"/>
              <a:gd name="connsiteY54838" fmla="*/ 565472 h 2398711"/>
              <a:gd name="connsiteX54839" fmla="*/ 1362627 w 2119654"/>
              <a:gd name="connsiteY54839" fmla="*/ 568850 h 2398711"/>
              <a:gd name="connsiteX54840" fmla="*/ 1362772 w 2119654"/>
              <a:gd name="connsiteY54840" fmla="*/ 570605 h 2398711"/>
              <a:gd name="connsiteX54841" fmla="*/ 1363025 w 2119654"/>
              <a:gd name="connsiteY54841" fmla="*/ 569308 h 2398711"/>
              <a:gd name="connsiteX54842" fmla="*/ 673748 w 2119654"/>
              <a:gd name="connsiteY54842" fmla="*/ 2111277 h 2398711"/>
              <a:gd name="connsiteX54843" fmla="*/ 674916 w 2119654"/>
              <a:gd name="connsiteY54843" fmla="*/ 2116083 h 2398711"/>
              <a:gd name="connsiteX54844" fmla="*/ 676415 w 2119654"/>
              <a:gd name="connsiteY54844" fmla="*/ 2115962 h 2398711"/>
              <a:gd name="connsiteX54845" fmla="*/ 674701 w 2119654"/>
              <a:gd name="connsiteY54845" fmla="*/ 2111134 h 2398711"/>
              <a:gd name="connsiteX54846" fmla="*/ 1403266 w 2119654"/>
              <a:gd name="connsiteY54846" fmla="*/ 477708 h 2398711"/>
              <a:gd name="connsiteX54847" fmla="*/ 1409881 w 2119654"/>
              <a:gd name="connsiteY54847" fmla="*/ 490915 h 2398711"/>
              <a:gd name="connsiteX54848" fmla="*/ 1411569 w 2119654"/>
              <a:gd name="connsiteY54848" fmla="*/ 494790 h 2398711"/>
              <a:gd name="connsiteX54849" fmla="*/ 1410532 w 2119654"/>
              <a:gd name="connsiteY54849" fmla="*/ 489514 h 2398711"/>
              <a:gd name="connsiteX54850" fmla="*/ 1408633 w 2119654"/>
              <a:gd name="connsiteY54850" fmla="*/ 483742 h 2398711"/>
              <a:gd name="connsiteX54851" fmla="*/ 1404816 w 2119654"/>
              <a:gd name="connsiteY54851" fmla="*/ 475489 h 2398711"/>
              <a:gd name="connsiteX54852" fmla="*/ 676642 w 2119654"/>
              <a:gd name="connsiteY54852" fmla="*/ 2104639 h 2398711"/>
              <a:gd name="connsiteX54853" fmla="*/ 676708 w 2119654"/>
              <a:gd name="connsiteY54853" fmla="*/ 2105366 h 2398711"/>
              <a:gd name="connsiteX54854" fmla="*/ 679441 w 2119654"/>
              <a:gd name="connsiteY54854" fmla="*/ 2104635 h 2398711"/>
              <a:gd name="connsiteX54855" fmla="*/ 1393039 w 2119654"/>
              <a:gd name="connsiteY54855" fmla="*/ 500478 h 2398711"/>
              <a:gd name="connsiteX54856" fmla="*/ 1393089 w 2119654"/>
              <a:gd name="connsiteY54856" fmla="*/ 505384 h 2398711"/>
              <a:gd name="connsiteX54857" fmla="*/ 1395649 w 2119654"/>
              <a:gd name="connsiteY54857" fmla="*/ 509883 h 2398711"/>
              <a:gd name="connsiteX54858" fmla="*/ 1398462 w 2119654"/>
              <a:gd name="connsiteY54858" fmla="*/ 507911 h 2398711"/>
              <a:gd name="connsiteX54859" fmla="*/ 1402991 w 2119654"/>
              <a:gd name="connsiteY54859" fmla="*/ 478102 h 2398711"/>
              <a:gd name="connsiteX54860" fmla="*/ 1409396 w 2119654"/>
              <a:gd name="connsiteY54860" fmla="*/ 499208 h 2398711"/>
              <a:gd name="connsiteX54861" fmla="*/ 1409653 w 2119654"/>
              <a:gd name="connsiteY54861" fmla="*/ 500101 h 2398711"/>
              <a:gd name="connsiteX54862" fmla="*/ 1412050 w 2119654"/>
              <a:gd name="connsiteY54862" fmla="*/ 498468 h 2398711"/>
              <a:gd name="connsiteX54863" fmla="*/ 1404227 w 2119654"/>
              <a:gd name="connsiteY54863" fmla="*/ 480501 h 2398711"/>
              <a:gd name="connsiteX54864" fmla="*/ 1403011 w 2119654"/>
              <a:gd name="connsiteY54864" fmla="*/ 478073 h 2398711"/>
              <a:gd name="connsiteX54865" fmla="*/ 677562 w 2119654"/>
              <a:gd name="connsiteY54865" fmla="*/ 2102475 h 2398711"/>
              <a:gd name="connsiteX54866" fmla="*/ 681795 w 2119654"/>
              <a:gd name="connsiteY54866" fmla="*/ 2102805 h 2398711"/>
              <a:gd name="connsiteX54867" fmla="*/ 681751 w 2119654"/>
              <a:gd name="connsiteY54867" fmla="*/ 2101698 h 2398711"/>
              <a:gd name="connsiteX54868" fmla="*/ 677895 w 2119654"/>
              <a:gd name="connsiteY54868" fmla="*/ 2102395 h 2398711"/>
              <a:gd name="connsiteX54869" fmla="*/ 674430 w 2119654"/>
              <a:gd name="connsiteY54869" fmla="*/ 2109260 h 2398711"/>
              <a:gd name="connsiteX54870" fmla="*/ 674540 w 2119654"/>
              <a:gd name="connsiteY54870" fmla="*/ 2109573 h 2398711"/>
              <a:gd name="connsiteX54871" fmla="*/ 674592 w 2119654"/>
              <a:gd name="connsiteY54871" fmla="*/ 2109568 h 2398711"/>
              <a:gd name="connsiteX54872" fmla="*/ 674490 w 2119654"/>
              <a:gd name="connsiteY54872" fmla="*/ 2109248 h 2398711"/>
              <a:gd name="connsiteX54873" fmla="*/ 680588 w 2119654"/>
              <a:gd name="connsiteY54873" fmla="*/ 2095429 h 2398711"/>
              <a:gd name="connsiteX54874" fmla="*/ 681583 w 2119654"/>
              <a:gd name="connsiteY54874" fmla="*/ 2097447 h 2398711"/>
              <a:gd name="connsiteX54875" fmla="*/ 681487 w 2119654"/>
              <a:gd name="connsiteY54875" fmla="*/ 2095031 h 2398711"/>
              <a:gd name="connsiteX54876" fmla="*/ 681466 w 2119654"/>
              <a:gd name="connsiteY54876" fmla="*/ 2095006 h 2398711"/>
              <a:gd name="connsiteX54877" fmla="*/ 659602 w 2119654"/>
              <a:gd name="connsiteY54877" fmla="*/ 2141399 h 2398711"/>
              <a:gd name="connsiteX54878" fmla="*/ 661075 w 2119654"/>
              <a:gd name="connsiteY54878" fmla="*/ 2145381 h 2398711"/>
              <a:gd name="connsiteX54879" fmla="*/ 680191 w 2119654"/>
              <a:gd name="connsiteY54879" fmla="*/ 2141084 h 2398711"/>
              <a:gd name="connsiteX54880" fmla="*/ 679635 w 2119654"/>
              <a:gd name="connsiteY54880" fmla="*/ 2136884 h 2398711"/>
              <a:gd name="connsiteX54881" fmla="*/ 676579 w 2119654"/>
              <a:gd name="connsiteY54881" fmla="*/ 2136345 h 2398711"/>
              <a:gd name="connsiteX54882" fmla="*/ 663912 w 2119654"/>
              <a:gd name="connsiteY54882" fmla="*/ 2139417 h 2398711"/>
              <a:gd name="connsiteX54883" fmla="*/ 676533 w 2119654"/>
              <a:gd name="connsiteY54883" fmla="*/ 2103454 h 2398711"/>
              <a:gd name="connsiteX54884" fmla="*/ 676592 w 2119654"/>
              <a:gd name="connsiteY54884" fmla="*/ 2104102 h 2398711"/>
              <a:gd name="connsiteX54885" fmla="*/ 681461 w 2119654"/>
              <a:gd name="connsiteY54885" fmla="*/ 2104094 h 2398711"/>
              <a:gd name="connsiteX54886" fmla="*/ 681695 w 2119654"/>
              <a:gd name="connsiteY54886" fmla="*/ 2104032 h 2398711"/>
              <a:gd name="connsiteX54887" fmla="*/ 674580 w 2119654"/>
              <a:gd name="connsiteY54887" fmla="*/ 2107767 h 2398711"/>
              <a:gd name="connsiteX54888" fmla="*/ 674948 w 2119654"/>
              <a:gd name="connsiteY54888" fmla="*/ 2108921 h 2398711"/>
              <a:gd name="connsiteX54889" fmla="*/ 675902 w 2119654"/>
              <a:gd name="connsiteY54889" fmla="*/ 2108712 h 2398711"/>
              <a:gd name="connsiteX54890" fmla="*/ 675736 w 2119654"/>
              <a:gd name="connsiteY54890" fmla="*/ 2107457 h 2398711"/>
              <a:gd name="connsiteX54891" fmla="*/ 673485 w 2119654"/>
              <a:gd name="connsiteY54891" fmla="*/ 2110192 h 2398711"/>
              <a:gd name="connsiteX54892" fmla="*/ 673628 w 2119654"/>
              <a:gd name="connsiteY54892" fmla="*/ 2110782 h 2398711"/>
              <a:gd name="connsiteX54893" fmla="*/ 674529 w 2119654"/>
              <a:gd name="connsiteY54893" fmla="*/ 2110647 h 2398711"/>
              <a:gd name="connsiteX54894" fmla="*/ 674334 w 2119654"/>
              <a:gd name="connsiteY54894" fmla="*/ 2110100 h 2398711"/>
              <a:gd name="connsiteX54895" fmla="*/ 1357960 w 2119654"/>
              <a:gd name="connsiteY54895" fmla="*/ 577474 h 2398711"/>
              <a:gd name="connsiteX54896" fmla="*/ 1357870 w 2119654"/>
              <a:gd name="connsiteY54896" fmla="*/ 578037 h 2398711"/>
              <a:gd name="connsiteX54897" fmla="*/ 1358603 w 2119654"/>
              <a:gd name="connsiteY54897" fmla="*/ 580210 h 2398711"/>
              <a:gd name="connsiteX54898" fmla="*/ 1358842 w 2119654"/>
              <a:gd name="connsiteY54898" fmla="*/ 578755 h 2398711"/>
              <a:gd name="connsiteX54899" fmla="*/ 676467 w 2119654"/>
              <a:gd name="connsiteY54899" fmla="*/ 2102741 h 2398711"/>
              <a:gd name="connsiteX54900" fmla="*/ 676505 w 2119654"/>
              <a:gd name="connsiteY54900" fmla="*/ 2103148 h 2398711"/>
              <a:gd name="connsiteX54901" fmla="*/ 680512 w 2119654"/>
              <a:gd name="connsiteY54901" fmla="*/ 2103597 h 2398711"/>
              <a:gd name="connsiteX54902" fmla="*/ 681831 w 2119654"/>
              <a:gd name="connsiteY54902" fmla="*/ 2103726 h 2398711"/>
              <a:gd name="connsiteX54903" fmla="*/ 681808 w 2119654"/>
              <a:gd name="connsiteY54903" fmla="*/ 2103156 h 2398711"/>
              <a:gd name="connsiteX54904" fmla="*/ 676974 w 2119654"/>
              <a:gd name="connsiteY54904" fmla="*/ 2102618 h 2398711"/>
              <a:gd name="connsiteX54905" fmla="*/ 1383668 w 2119654"/>
              <a:gd name="connsiteY54905" fmla="*/ 518970 h 2398711"/>
              <a:gd name="connsiteX54906" fmla="*/ 1383738 w 2119654"/>
              <a:gd name="connsiteY54906" fmla="*/ 526951 h 2398711"/>
              <a:gd name="connsiteX54907" fmla="*/ 1385372 w 2119654"/>
              <a:gd name="connsiteY54907" fmla="*/ 531744 h 2398711"/>
              <a:gd name="connsiteX54908" fmla="*/ 1392804 w 2119654"/>
              <a:gd name="connsiteY54908" fmla="*/ 539079 h 2398711"/>
              <a:gd name="connsiteX54909" fmla="*/ 1392820 w 2119654"/>
              <a:gd name="connsiteY54909" fmla="*/ 535015 h 2398711"/>
              <a:gd name="connsiteX54910" fmla="*/ 1392278 w 2119654"/>
              <a:gd name="connsiteY54910" fmla="*/ 523752 h 2398711"/>
              <a:gd name="connsiteX54911" fmla="*/ 1386616 w 2119654"/>
              <a:gd name="connsiteY54911" fmla="*/ 516901 h 2398711"/>
              <a:gd name="connsiteX54912" fmla="*/ 673314 w 2119654"/>
              <a:gd name="connsiteY54912" fmla="*/ 2109489 h 2398711"/>
              <a:gd name="connsiteX54913" fmla="*/ 673365 w 2119654"/>
              <a:gd name="connsiteY54913" fmla="*/ 2109700 h 2398711"/>
              <a:gd name="connsiteX54914" fmla="*/ 674162 w 2119654"/>
              <a:gd name="connsiteY54914" fmla="*/ 2109614 h 2398711"/>
              <a:gd name="connsiteX54915" fmla="*/ 674063 w 2119654"/>
              <a:gd name="connsiteY54915" fmla="*/ 2109336 h 2398711"/>
              <a:gd name="connsiteX54916" fmla="*/ 673959 w 2119654"/>
              <a:gd name="connsiteY54916" fmla="*/ 2107932 h 2398711"/>
              <a:gd name="connsiteX54917" fmla="*/ 674355 w 2119654"/>
              <a:gd name="connsiteY54917" fmla="*/ 2109051 h 2398711"/>
              <a:gd name="connsiteX54918" fmla="*/ 674422 w 2119654"/>
              <a:gd name="connsiteY54918" fmla="*/ 2109035 h 2398711"/>
              <a:gd name="connsiteX54919" fmla="*/ 674061 w 2119654"/>
              <a:gd name="connsiteY54919" fmla="*/ 2107905 h 2398711"/>
              <a:gd name="connsiteX54920" fmla="*/ 659284 w 2119654"/>
              <a:gd name="connsiteY54920" fmla="*/ 2140539 h 2398711"/>
              <a:gd name="connsiteX54921" fmla="*/ 659430 w 2119654"/>
              <a:gd name="connsiteY54921" fmla="*/ 2140935 h 2398711"/>
              <a:gd name="connsiteX54922" fmla="*/ 661415 w 2119654"/>
              <a:gd name="connsiteY54922" fmla="*/ 2140022 h 2398711"/>
              <a:gd name="connsiteX54923" fmla="*/ 695773 w 2119654"/>
              <a:gd name="connsiteY54923" fmla="*/ 2058643 h 2398711"/>
              <a:gd name="connsiteX54924" fmla="*/ 695988 w 2119654"/>
              <a:gd name="connsiteY54924" fmla="*/ 2059187 h 2398711"/>
              <a:gd name="connsiteX54925" fmla="*/ 696575 w 2119654"/>
              <a:gd name="connsiteY54925" fmla="*/ 2059264 h 2398711"/>
              <a:gd name="connsiteX54926" fmla="*/ 696792 w 2119654"/>
              <a:gd name="connsiteY54926" fmla="*/ 2059091 h 2398711"/>
              <a:gd name="connsiteX54927" fmla="*/ 696590 w 2119654"/>
              <a:gd name="connsiteY54927" fmla="*/ 2058659 h 2398711"/>
              <a:gd name="connsiteX54928" fmla="*/ 681655 w 2119654"/>
              <a:gd name="connsiteY54928" fmla="*/ 2089200 h 2398711"/>
              <a:gd name="connsiteX54929" fmla="*/ 684429 w 2119654"/>
              <a:gd name="connsiteY54929" fmla="*/ 2090142 h 2398711"/>
              <a:gd name="connsiteX54930" fmla="*/ 686043 w 2119654"/>
              <a:gd name="connsiteY54930" fmla="*/ 2089636 h 2398711"/>
              <a:gd name="connsiteX54931" fmla="*/ 672998 w 2119654"/>
              <a:gd name="connsiteY54931" fmla="*/ 2108189 h 2398711"/>
              <a:gd name="connsiteX54932" fmla="*/ 673265 w 2119654"/>
              <a:gd name="connsiteY54932" fmla="*/ 2109287 h 2398711"/>
              <a:gd name="connsiteX54933" fmla="*/ 673453 w 2119654"/>
              <a:gd name="connsiteY54933" fmla="*/ 2109248 h 2398711"/>
              <a:gd name="connsiteX54934" fmla="*/ 673991 w 2119654"/>
              <a:gd name="connsiteY54934" fmla="*/ 2109130 h 2398711"/>
              <a:gd name="connsiteX54935" fmla="*/ 673599 w 2119654"/>
              <a:gd name="connsiteY54935" fmla="*/ 2108029 h 2398711"/>
              <a:gd name="connsiteX54936" fmla="*/ 1369778 w 2119654"/>
              <a:gd name="connsiteY54936" fmla="*/ 547860 h 2398711"/>
              <a:gd name="connsiteX54937" fmla="*/ 1370074 w 2119654"/>
              <a:gd name="connsiteY54937" fmla="*/ 555451 h 2398711"/>
              <a:gd name="connsiteX54938" fmla="*/ 1370861 w 2119654"/>
              <a:gd name="connsiteY54938" fmla="*/ 560699 h 2398711"/>
              <a:gd name="connsiteX54939" fmla="*/ 1373125 w 2119654"/>
              <a:gd name="connsiteY54939" fmla="*/ 563929 h 2398711"/>
              <a:gd name="connsiteX54940" fmla="*/ 1372016 w 2119654"/>
              <a:gd name="connsiteY54940" fmla="*/ 560590 h 2398711"/>
              <a:gd name="connsiteX54941" fmla="*/ 1372188 w 2119654"/>
              <a:gd name="connsiteY54941" fmla="*/ 560702 h 2398711"/>
              <a:gd name="connsiteX54942" fmla="*/ 1373381 w 2119654"/>
              <a:gd name="connsiteY54942" fmla="*/ 564295 h 2398711"/>
              <a:gd name="connsiteX54943" fmla="*/ 1376672 w 2119654"/>
              <a:gd name="connsiteY54943" fmla="*/ 568990 h 2398711"/>
              <a:gd name="connsiteX54944" fmla="*/ 1376596 w 2119654"/>
              <a:gd name="connsiteY54944" fmla="*/ 568333 h 2398711"/>
              <a:gd name="connsiteX54945" fmla="*/ 1376699 w 2119654"/>
              <a:gd name="connsiteY54945" fmla="*/ 569027 h 2398711"/>
              <a:gd name="connsiteX54946" fmla="*/ 1377763 w 2119654"/>
              <a:gd name="connsiteY54946" fmla="*/ 570548 h 2398711"/>
              <a:gd name="connsiteX54947" fmla="*/ 1377769 w 2119654"/>
              <a:gd name="connsiteY54947" fmla="*/ 570540 h 2398711"/>
              <a:gd name="connsiteX54948" fmla="*/ 1378559 w 2119654"/>
              <a:gd name="connsiteY54948" fmla="*/ 569675 h 2398711"/>
              <a:gd name="connsiteX54949" fmla="*/ 1375546 w 2119654"/>
              <a:gd name="connsiteY54949" fmla="*/ 561290 h 2398711"/>
              <a:gd name="connsiteX54950" fmla="*/ 1375899 w 2119654"/>
              <a:gd name="connsiteY54950" fmla="*/ 563656 h 2398711"/>
              <a:gd name="connsiteX54951" fmla="*/ 1375509 w 2119654"/>
              <a:gd name="connsiteY54951" fmla="*/ 561186 h 2398711"/>
              <a:gd name="connsiteX54952" fmla="*/ 1371992 w 2119654"/>
              <a:gd name="connsiteY54952" fmla="*/ 551393 h 2398711"/>
              <a:gd name="connsiteX54953" fmla="*/ 696155 w 2119654"/>
              <a:gd name="connsiteY54953" fmla="*/ 2056017 h 2398711"/>
              <a:gd name="connsiteX54954" fmla="*/ 697177 w 2119654"/>
              <a:gd name="connsiteY54954" fmla="*/ 2058209 h 2398711"/>
              <a:gd name="connsiteX54955" fmla="*/ 697882 w 2119654"/>
              <a:gd name="connsiteY54955" fmla="*/ 2058224 h 2398711"/>
              <a:gd name="connsiteX54956" fmla="*/ 698571 w 2119654"/>
              <a:gd name="connsiteY54956" fmla="*/ 2057676 h 2398711"/>
              <a:gd name="connsiteX54957" fmla="*/ 697541 w 2119654"/>
              <a:gd name="connsiteY54957" fmla="*/ 2056182 h 2398711"/>
              <a:gd name="connsiteX54958" fmla="*/ 1361064 w 2119654"/>
              <a:gd name="connsiteY54958" fmla="*/ 567056 h 2398711"/>
              <a:gd name="connsiteX54959" fmla="*/ 1360969 w 2119654"/>
              <a:gd name="connsiteY54959" fmla="*/ 567685 h 2398711"/>
              <a:gd name="connsiteX54960" fmla="*/ 1362531 w 2119654"/>
              <a:gd name="connsiteY54960" fmla="*/ 571054 h 2398711"/>
              <a:gd name="connsiteX54961" fmla="*/ 1362319 w 2119654"/>
              <a:gd name="connsiteY54961" fmla="*/ 568498 h 2398711"/>
              <a:gd name="connsiteX54962" fmla="*/ 1381884 w 2119654"/>
              <a:gd name="connsiteY54962" fmla="*/ 520220 h 2398711"/>
              <a:gd name="connsiteX54963" fmla="*/ 1383138 w 2119654"/>
              <a:gd name="connsiteY54963" fmla="*/ 528100 h 2398711"/>
              <a:gd name="connsiteX54964" fmla="*/ 1383198 w 2119654"/>
              <a:gd name="connsiteY54964" fmla="*/ 526157 h 2398711"/>
              <a:gd name="connsiteX54965" fmla="*/ 1383106 w 2119654"/>
              <a:gd name="connsiteY54965" fmla="*/ 525886 h 2398711"/>
              <a:gd name="connsiteX54966" fmla="*/ 1383205 w 2119654"/>
              <a:gd name="connsiteY54966" fmla="*/ 525938 h 2398711"/>
              <a:gd name="connsiteX54967" fmla="*/ 1383310 w 2119654"/>
              <a:gd name="connsiteY54967" fmla="*/ 522600 h 2398711"/>
              <a:gd name="connsiteX54968" fmla="*/ 1383280 w 2119654"/>
              <a:gd name="connsiteY54968" fmla="*/ 519242 h 2398711"/>
              <a:gd name="connsiteX54969" fmla="*/ 679363 w 2119654"/>
              <a:gd name="connsiteY54969" fmla="*/ 2092946 h 2398711"/>
              <a:gd name="connsiteX54970" fmla="*/ 679947 w 2119654"/>
              <a:gd name="connsiteY54970" fmla="*/ 2094131 h 2398711"/>
              <a:gd name="connsiteX54971" fmla="*/ 680559 w 2119654"/>
              <a:gd name="connsiteY54971" fmla="*/ 2093907 h 2398711"/>
              <a:gd name="connsiteX54972" fmla="*/ 679992 w 2119654"/>
              <a:gd name="connsiteY54972" fmla="*/ 2093220 h 2398711"/>
              <a:gd name="connsiteX54973" fmla="*/ 1381313 w 2119654"/>
              <a:gd name="connsiteY54973" fmla="*/ 520621 h 2398711"/>
              <a:gd name="connsiteX54974" fmla="*/ 1381836 w 2119654"/>
              <a:gd name="connsiteY54974" fmla="*/ 523508 h 2398711"/>
              <a:gd name="connsiteX54975" fmla="*/ 1381371 w 2119654"/>
              <a:gd name="connsiteY54975" fmla="*/ 520581 h 2398711"/>
              <a:gd name="connsiteX54976" fmla="*/ 634712 w 2119654"/>
              <a:gd name="connsiteY54976" fmla="*/ 2192381 h 2398711"/>
              <a:gd name="connsiteX54977" fmla="*/ 645094 w 2119654"/>
              <a:gd name="connsiteY54977" fmla="*/ 2192668 h 2398711"/>
              <a:gd name="connsiteX54978" fmla="*/ 679210 w 2119654"/>
              <a:gd name="connsiteY54978" fmla="*/ 2179768 h 2398711"/>
              <a:gd name="connsiteX54979" fmla="*/ 656416 w 2119654"/>
              <a:gd name="connsiteY54979" fmla="*/ 2183533 h 2398711"/>
              <a:gd name="connsiteX54980" fmla="*/ 673582 w 2119654"/>
              <a:gd name="connsiteY54980" fmla="*/ 2104643 h 2398711"/>
              <a:gd name="connsiteX54981" fmla="*/ 674041 w 2119654"/>
              <a:gd name="connsiteY54981" fmla="*/ 2106079 h 2398711"/>
              <a:gd name="connsiteX54982" fmla="*/ 675502 w 2119654"/>
              <a:gd name="connsiteY54982" fmla="*/ 2105688 h 2398711"/>
              <a:gd name="connsiteX54983" fmla="*/ 675363 w 2119654"/>
              <a:gd name="connsiteY54983" fmla="*/ 2104640 h 2398711"/>
              <a:gd name="connsiteX54984" fmla="*/ 671068 w 2119654"/>
              <a:gd name="connsiteY54984" fmla="*/ 2109949 h 2398711"/>
              <a:gd name="connsiteX54985" fmla="*/ 672163 w 2119654"/>
              <a:gd name="connsiteY54985" fmla="*/ 2109830 h 2398711"/>
              <a:gd name="connsiteX54986" fmla="*/ 672134 w 2119654"/>
              <a:gd name="connsiteY54986" fmla="*/ 2109731 h 2398711"/>
              <a:gd name="connsiteX54987" fmla="*/ 676080 w 2119654"/>
              <a:gd name="connsiteY54987" fmla="*/ 2098497 h 2398711"/>
              <a:gd name="connsiteX54988" fmla="*/ 676126 w 2119654"/>
              <a:gd name="connsiteY54988" fmla="*/ 2099010 h 2398711"/>
              <a:gd name="connsiteX54989" fmla="*/ 677555 w 2119654"/>
              <a:gd name="connsiteY54989" fmla="*/ 2098925 h 2398711"/>
              <a:gd name="connsiteX54990" fmla="*/ 1411928 w 2119654"/>
              <a:gd name="connsiteY54990" fmla="*/ 450744 h 2398711"/>
              <a:gd name="connsiteX54991" fmla="*/ 1412868 w 2119654"/>
              <a:gd name="connsiteY54991" fmla="*/ 463800 h 2398711"/>
              <a:gd name="connsiteX54992" fmla="*/ 1419881 w 2119654"/>
              <a:gd name="connsiteY54992" fmla="*/ 454043 h 2398711"/>
              <a:gd name="connsiteX54993" fmla="*/ 1420107 w 2119654"/>
              <a:gd name="connsiteY54993" fmla="*/ 453977 h 2398711"/>
              <a:gd name="connsiteX54994" fmla="*/ 1412885 w 2119654"/>
              <a:gd name="connsiteY54994" fmla="*/ 464029 h 2398711"/>
              <a:gd name="connsiteX54995" fmla="*/ 1415083 w 2119654"/>
              <a:gd name="connsiteY54995" fmla="*/ 494575 h 2398711"/>
              <a:gd name="connsiteX54996" fmla="*/ 1415724 w 2119654"/>
              <a:gd name="connsiteY54996" fmla="*/ 495963 h 2398711"/>
              <a:gd name="connsiteX54997" fmla="*/ 1421602 w 2119654"/>
              <a:gd name="connsiteY54997" fmla="*/ 491956 h 2398711"/>
              <a:gd name="connsiteX54998" fmla="*/ 1414753 w 2119654"/>
              <a:gd name="connsiteY54998" fmla="*/ 478553 h 2398711"/>
              <a:gd name="connsiteX54999" fmla="*/ 1415192 w 2119654"/>
              <a:gd name="connsiteY54999" fmla="*/ 478755 h 2398711"/>
              <a:gd name="connsiteX55000" fmla="*/ 1421852 w 2119654"/>
              <a:gd name="connsiteY55000" fmla="*/ 491786 h 2398711"/>
              <a:gd name="connsiteX55001" fmla="*/ 1434699 w 2119654"/>
              <a:gd name="connsiteY55001" fmla="*/ 483027 h 2398711"/>
              <a:gd name="connsiteX55002" fmla="*/ 1434518 w 2119654"/>
              <a:gd name="connsiteY55002" fmla="*/ 477017 h 2398711"/>
              <a:gd name="connsiteX55003" fmla="*/ 1434343 w 2119654"/>
              <a:gd name="connsiteY55003" fmla="*/ 475896 h 2398711"/>
              <a:gd name="connsiteX55004" fmla="*/ 1433392 w 2119654"/>
              <a:gd name="connsiteY55004" fmla="*/ 472763 h 2398711"/>
              <a:gd name="connsiteX55005" fmla="*/ 1433564 w 2119654"/>
              <a:gd name="connsiteY55005" fmla="*/ 472883 h 2398711"/>
              <a:gd name="connsiteX55006" fmla="*/ 1434201 w 2119654"/>
              <a:gd name="connsiteY55006" fmla="*/ 474980 h 2398711"/>
              <a:gd name="connsiteX55007" fmla="*/ 1432357 w 2119654"/>
              <a:gd name="connsiteY55007" fmla="*/ 463094 h 2398711"/>
              <a:gd name="connsiteX55008" fmla="*/ 1427422 w 2119654"/>
              <a:gd name="connsiteY55008" fmla="*/ 434293 h 2398711"/>
              <a:gd name="connsiteX55009" fmla="*/ 1423246 w 2119654"/>
              <a:gd name="connsiteY55009" fmla="*/ 437993 h 2398711"/>
              <a:gd name="connsiteX55010" fmla="*/ 658351 w 2119654"/>
              <a:gd name="connsiteY55010" fmla="*/ 2138020 h 2398711"/>
              <a:gd name="connsiteX55011" fmla="*/ 659222 w 2119654"/>
              <a:gd name="connsiteY55011" fmla="*/ 2140373 h 2398711"/>
              <a:gd name="connsiteX55012" fmla="*/ 662249 w 2119654"/>
              <a:gd name="connsiteY55012" fmla="*/ 2139639 h 2398711"/>
              <a:gd name="connsiteX55013" fmla="*/ 671402 w 2119654"/>
              <a:gd name="connsiteY55013" fmla="*/ 2135431 h 2398711"/>
              <a:gd name="connsiteX55014" fmla="*/ 670349 w 2119654"/>
              <a:gd name="connsiteY55014" fmla="*/ 2135245 h 2398711"/>
              <a:gd name="connsiteX55015" fmla="*/ 669002 w 2119654"/>
              <a:gd name="connsiteY55015" fmla="*/ 2135227 h 2398711"/>
              <a:gd name="connsiteX55016" fmla="*/ 661079 w 2119654"/>
              <a:gd name="connsiteY55016" fmla="*/ 2136802 h 2398711"/>
              <a:gd name="connsiteX55017" fmla="*/ 660130 w 2119654"/>
              <a:gd name="connsiteY55017" fmla="*/ 2137235 h 2398711"/>
              <a:gd name="connsiteX55018" fmla="*/ 1360240 w 2119654"/>
              <a:gd name="connsiteY55018" fmla="*/ 566109 h 2398711"/>
              <a:gd name="connsiteX55019" fmla="*/ 1360743 w 2119654"/>
              <a:gd name="connsiteY55019" fmla="*/ 567196 h 2398711"/>
              <a:gd name="connsiteX55020" fmla="*/ 1360814 w 2119654"/>
              <a:gd name="connsiteY55020" fmla="*/ 566768 h 2398711"/>
              <a:gd name="connsiteX55021" fmla="*/ 699422 w 2119654"/>
              <a:gd name="connsiteY55021" fmla="*/ 2045574 h 2398711"/>
              <a:gd name="connsiteX55022" fmla="*/ 701517 w 2119654"/>
              <a:gd name="connsiteY55022" fmla="*/ 2049229 h 2398711"/>
              <a:gd name="connsiteX55023" fmla="*/ 702152 w 2119654"/>
              <a:gd name="connsiteY55023" fmla="*/ 2050207 h 2398711"/>
              <a:gd name="connsiteX55024" fmla="*/ 701244 w 2119654"/>
              <a:gd name="connsiteY55024" fmla="*/ 2045628 h 2398711"/>
              <a:gd name="connsiteX55025" fmla="*/ 701148 w 2119654"/>
              <a:gd name="connsiteY55025" fmla="*/ 2045311 h 2398711"/>
              <a:gd name="connsiteX55026" fmla="*/ 1392959 w 2119654"/>
              <a:gd name="connsiteY55026" fmla="*/ 492464 h 2398711"/>
              <a:gd name="connsiteX55027" fmla="*/ 1393031 w 2119654"/>
              <a:gd name="connsiteY55027" fmla="*/ 499624 h 2398711"/>
              <a:gd name="connsiteX55028" fmla="*/ 1398869 w 2119654"/>
              <a:gd name="connsiteY55028" fmla="*/ 507625 h 2398711"/>
              <a:gd name="connsiteX55029" fmla="*/ 1406191 w 2119654"/>
              <a:gd name="connsiteY55029" fmla="*/ 502486 h 2398711"/>
              <a:gd name="connsiteX55030" fmla="*/ 1401572 w 2119654"/>
              <a:gd name="connsiteY55030" fmla="*/ 480782 h 2398711"/>
              <a:gd name="connsiteX55031" fmla="*/ 1401850 w 2119654"/>
              <a:gd name="connsiteY55031" fmla="*/ 481012 h 2398711"/>
              <a:gd name="connsiteX55032" fmla="*/ 1406392 w 2119654"/>
              <a:gd name="connsiteY55032" fmla="*/ 502344 h 2398711"/>
              <a:gd name="connsiteX55033" fmla="*/ 1407367 w 2119654"/>
              <a:gd name="connsiteY55033" fmla="*/ 501661 h 2398711"/>
              <a:gd name="connsiteX55034" fmla="*/ 1409221 w 2119654"/>
              <a:gd name="connsiteY55034" fmla="*/ 500397 h 2398711"/>
              <a:gd name="connsiteX55035" fmla="*/ 1403279 w 2119654"/>
              <a:gd name="connsiteY55035" fmla="*/ 479817 h 2398711"/>
              <a:gd name="connsiteX55036" fmla="*/ 1402829 w 2119654"/>
              <a:gd name="connsiteY55036" fmla="*/ 478335 h 2398711"/>
              <a:gd name="connsiteX55037" fmla="*/ 1383619 w 2119654"/>
              <a:gd name="connsiteY55037" fmla="*/ 513278 h 2398711"/>
              <a:gd name="connsiteX55038" fmla="*/ 1383663 w 2119654"/>
              <a:gd name="connsiteY55038" fmla="*/ 518293 h 2398711"/>
              <a:gd name="connsiteX55039" fmla="*/ 1386260 w 2119654"/>
              <a:gd name="connsiteY55039" fmla="*/ 516471 h 2398711"/>
              <a:gd name="connsiteX55040" fmla="*/ 685813 w 2119654"/>
              <a:gd name="connsiteY55040" fmla="*/ 2075737 h 2398711"/>
              <a:gd name="connsiteX55041" fmla="*/ 687090 w 2119654"/>
              <a:gd name="connsiteY55041" fmla="*/ 2076248 h 2398711"/>
              <a:gd name="connsiteX55042" fmla="*/ 691162 w 2119654"/>
              <a:gd name="connsiteY55042" fmla="*/ 2075073 h 2398711"/>
              <a:gd name="connsiteX55043" fmla="*/ 694670 w 2119654"/>
              <a:gd name="connsiteY55043" fmla="*/ 2055840 h 2398711"/>
              <a:gd name="connsiteX55044" fmla="*/ 695590 w 2119654"/>
              <a:gd name="connsiteY55044" fmla="*/ 2058178 h 2398711"/>
              <a:gd name="connsiteX55045" fmla="*/ 696373 w 2119654"/>
              <a:gd name="connsiteY55045" fmla="*/ 2058194 h 2398711"/>
              <a:gd name="connsiteX55046" fmla="*/ 695312 w 2119654"/>
              <a:gd name="connsiteY55046" fmla="*/ 2055916 h 2398711"/>
              <a:gd name="connsiteX55047" fmla="*/ 676001 w 2119654"/>
              <a:gd name="connsiteY55047" fmla="*/ 2097637 h 2398711"/>
              <a:gd name="connsiteX55048" fmla="*/ 676046 w 2119654"/>
              <a:gd name="connsiteY55048" fmla="*/ 2098138 h 2398711"/>
              <a:gd name="connsiteX55049" fmla="*/ 678662 w 2119654"/>
              <a:gd name="connsiteY55049" fmla="*/ 2098860 h 2398711"/>
              <a:gd name="connsiteX55050" fmla="*/ 681375 w 2119654"/>
              <a:gd name="connsiteY55050" fmla="*/ 2098698 h 2398711"/>
              <a:gd name="connsiteX55051" fmla="*/ 681630 w 2119654"/>
              <a:gd name="connsiteY55051" fmla="*/ 2098650 h 2398711"/>
              <a:gd name="connsiteX55052" fmla="*/ 681616 w 2119654"/>
              <a:gd name="connsiteY55052" fmla="*/ 2098295 h 2398711"/>
              <a:gd name="connsiteX55053" fmla="*/ 680523 w 2119654"/>
              <a:gd name="connsiteY55053" fmla="*/ 2098215 h 2398711"/>
              <a:gd name="connsiteX55054" fmla="*/ 680324 w 2119654"/>
              <a:gd name="connsiteY55054" fmla="*/ 2098032 h 2398711"/>
              <a:gd name="connsiteX55055" fmla="*/ 681609 w 2119654"/>
              <a:gd name="connsiteY55055" fmla="*/ 2098128 h 2398711"/>
              <a:gd name="connsiteX55056" fmla="*/ 681600 w 2119654"/>
              <a:gd name="connsiteY55056" fmla="*/ 2097887 h 2398711"/>
              <a:gd name="connsiteX55057" fmla="*/ 680426 w 2119654"/>
              <a:gd name="connsiteY55057" fmla="*/ 2095507 h 2398711"/>
              <a:gd name="connsiteX55058" fmla="*/ 681317 w 2119654"/>
              <a:gd name="connsiteY55058" fmla="*/ 2085704 h 2398711"/>
              <a:gd name="connsiteX55059" fmla="*/ 681337 w 2119654"/>
              <a:gd name="connsiteY55059" fmla="*/ 2086469 h 2398711"/>
              <a:gd name="connsiteX55060" fmla="*/ 681413 w 2119654"/>
              <a:gd name="connsiteY55060" fmla="*/ 2088386 h 2398711"/>
              <a:gd name="connsiteX55061" fmla="*/ 689532 w 2119654"/>
              <a:gd name="connsiteY55061" fmla="*/ 2088542 h 2398711"/>
              <a:gd name="connsiteX55062" fmla="*/ 690322 w 2119654"/>
              <a:gd name="connsiteY55062" fmla="*/ 2088294 h 2398711"/>
              <a:gd name="connsiteX55063" fmla="*/ 685895 w 2119654"/>
              <a:gd name="connsiteY55063" fmla="*/ 2086547 h 2398711"/>
              <a:gd name="connsiteX55064" fmla="*/ 685873 w 2119654"/>
              <a:gd name="connsiteY55064" fmla="*/ 2086508 h 2398711"/>
              <a:gd name="connsiteX55065" fmla="*/ 690158 w 2119654"/>
              <a:gd name="connsiteY55065" fmla="*/ 2065841 h 2398711"/>
              <a:gd name="connsiteX55066" fmla="*/ 699559 w 2119654"/>
              <a:gd name="connsiteY55066" fmla="*/ 2071274 h 2398711"/>
              <a:gd name="connsiteX55067" fmla="*/ 694328 w 2119654"/>
              <a:gd name="connsiteY55067" fmla="*/ 2066560 h 2398711"/>
              <a:gd name="connsiteX55068" fmla="*/ 672792 w 2119654"/>
              <a:gd name="connsiteY55068" fmla="*/ 2104645 h 2398711"/>
              <a:gd name="connsiteX55069" fmla="*/ 673365 w 2119654"/>
              <a:gd name="connsiteY55069" fmla="*/ 2106259 h 2398711"/>
              <a:gd name="connsiteX55070" fmla="*/ 673522 w 2119654"/>
              <a:gd name="connsiteY55070" fmla="*/ 2106217 h 2398711"/>
              <a:gd name="connsiteX55071" fmla="*/ 673020 w 2119654"/>
              <a:gd name="connsiteY55071" fmla="*/ 2104644 h 2398711"/>
              <a:gd name="connsiteX55072" fmla="*/ 658117 w 2119654"/>
              <a:gd name="connsiteY55072" fmla="*/ 2137390 h 2398711"/>
              <a:gd name="connsiteX55073" fmla="*/ 658206 w 2119654"/>
              <a:gd name="connsiteY55073" fmla="*/ 2137628 h 2398711"/>
              <a:gd name="connsiteX55074" fmla="*/ 659192 w 2119654"/>
              <a:gd name="connsiteY55074" fmla="*/ 2137176 h 2398711"/>
              <a:gd name="connsiteX55075" fmla="*/ 673225 w 2119654"/>
              <a:gd name="connsiteY55075" fmla="*/ 2103527 h 2398711"/>
              <a:gd name="connsiteX55076" fmla="*/ 673410 w 2119654"/>
              <a:gd name="connsiteY55076" fmla="*/ 2104106 h 2398711"/>
              <a:gd name="connsiteX55077" fmla="*/ 675292 w 2119654"/>
              <a:gd name="connsiteY55077" fmla="*/ 2104104 h 2398711"/>
              <a:gd name="connsiteX55078" fmla="*/ 675196 w 2119654"/>
              <a:gd name="connsiteY55078" fmla="*/ 2103383 h 2398711"/>
              <a:gd name="connsiteX55079" fmla="*/ 675189 w 2119654"/>
              <a:gd name="connsiteY55079" fmla="*/ 2103304 h 2398711"/>
              <a:gd name="connsiteX55080" fmla="*/ 674473 w 2119654"/>
              <a:gd name="connsiteY55080" fmla="*/ 2103224 h 2398711"/>
              <a:gd name="connsiteX55081" fmla="*/ 1368501 w 2119654"/>
              <a:gd name="connsiteY55081" fmla="*/ 546598 h 2398711"/>
              <a:gd name="connsiteX55082" fmla="*/ 1366862 w 2119654"/>
              <a:gd name="connsiteY55082" fmla="*/ 554991 h 2398711"/>
              <a:gd name="connsiteX55083" fmla="*/ 1369717 w 2119654"/>
              <a:gd name="connsiteY55083" fmla="*/ 559064 h 2398711"/>
              <a:gd name="connsiteX55084" fmla="*/ 1369487 w 2119654"/>
              <a:gd name="connsiteY55084" fmla="*/ 553160 h 2398711"/>
              <a:gd name="connsiteX55085" fmla="*/ 1368666 w 2119654"/>
              <a:gd name="connsiteY55085" fmla="*/ 546089 h 2398711"/>
              <a:gd name="connsiteX55086" fmla="*/ 1369402 w 2119654"/>
              <a:gd name="connsiteY55086" fmla="*/ 550987 h 2398711"/>
              <a:gd name="connsiteX55087" fmla="*/ 1369248 w 2119654"/>
              <a:gd name="connsiteY55087" fmla="*/ 547015 h 2398711"/>
              <a:gd name="connsiteX55088" fmla="*/ 1390547 w 2119654"/>
              <a:gd name="connsiteY55088" fmla="*/ 497062 h 2398711"/>
              <a:gd name="connsiteX55089" fmla="*/ 1391479 w 2119654"/>
              <a:gd name="connsiteY55089" fmla="*/ 502556 h 2398711"/>
              <a:gd name="connsiteX55090" fmla="*/ 1392831 w 2119654"/>
              <a:gd name="connsiteY55090" fmla="*/ 504935 h 2398711"/>
              <a:gd name="connsiteX55091" fmla="*/ 1392783 w 2119654"/>
              <a:gd name="connsiteY55091" fmla="*/ 500127 h 2398711"/>
              <a:gd name="connsiteX55092" fmla="*/ 1370022 w 2119654"/>
              <a:gd name="connsiteY55092" fmla="*/ 542672 h 2398711"/>
              <a:gd name="connsiteX55093" fmla="*/ 1370040 w 2119654"/>
              <a:gd name="connsiteY55093" fmla="*/ 542716 h 2398711"/>
              <a:gd name="connsiteX55094" fmla="*/ 1370975 w 2119654"/>
              <a:gd name="connsiteY55094" fmla="*/ 545320 h 2398711"/>
              <a:gd name="connsiteX55095" fmla="*/ 1373689 w 2119654"/>
              <a:gd name="connsiteY55095" fmla="*/ 549648 h 2398711"/>
              <a:gd name="connsiteX55096" fmla="*/ 1373607 w 2119654"/>
              <a:gd name="connsiteY55096" fmla="*/ 549129 h 2398711"/>
              <a:gd name="connsiteX55097" fmla="*/ 1373262 w 2119654"/>
              <a:gd name="connsiteY55097" fmla="*/ 548121 h 2398711"/>
              <a:gd name="connsiteX55098" fmla="*/ 698944 w 2119654"/>
              <a:gd name="connsiteY55098" fmla="*/ 2044737 h 2398711"/>
              <a:gd name="connsiteX55099" fmla="*/ 698984 w 2119654"/>
              <a:gd name="connsiteY55099" fmla="*/ 2044808 h 2398711"/>
              <a:gd name="connsiteX55100" fmla="*/ 700915 w 2119654"/>
              <a:gd name="connsiteY55100" fmla="*/ 2044548 h 2398711"/>
              <a:gd name="connsiteX55101" fmla="*/ 700804 w 2119654"/>
              <a:gd name="connsiteY55101" fmla="*/ 2044179 h 2398711"/>
              <a:gd name="connsiteX55102" fmla="*/ 672137 w 2119654"/>
              <a:gd name="connsiteY55102" fmla="*/ 2104645 h 2398711"/>
              <a:gd name="connsiteX55103" fmla="*/ 672580 w 2119654"/>
              <a:gd name="connsiteY55103" fmla="*/ 2106469 h 2398711"/>
              <a:gd name="connsiteX55104" fmla="*/ 673005 w 2119654"/>
              <a:gd name="connsiteY55104" fmla="*/ 2106355 h 2398711"/>
              <a:gd name="connsiteX55105" fmla="*/ 672398 w 2119654"/>
              <a:gd name="connsiteY55105" fmla="*/ 2104646 h 2398711"/>
              <a:gd name="connsiteX55106" fmla="*/ 699633 w 2119654"/>
              <a:gd name="connsiteY55106" fmla="*/ 2042951 h 2398711"/>
              <a:gd name="connsiteX55107" fmla="*/ 700476 w 2119654"/>
              <a:gd name="connsiteY55107" fmla="*/ 2043106 h 2398711"/>
              <a:gd name="connsiteX55108" fmla="*/ 700435 w 2119654"/>
              <a:gd name="connsiteY55108" fmla="*/ 2042971 h 2398711"/>
              <a:gd name="connsiteX55109" fmla="*/ 1390439 w 2119654"/>
              <a:gd name="connsiteY55109" fmla="*/ 496072 h 2398711"/>
              <a:gd name="connsiteX55110" fmla="*/ 1392775 w 2119654"/>
              <a:gd name="connsiteY55110" fmla="*/ 499274 h 2398711"/>
              <a:gd name="connsiteX55111" fmla="*/ 1392710 w 2119654"/>
              <a:gd name="connsiteY55111" fmla="*/ 492821 h 2398711"/>
              <a:gd name="connsiteX55112" fmla="*/ 672462 w 2119654"/>
              <a:gd name="connsiteY55112" fmla="*/ 2103713 h 2398711"/>
              <a:gd name="connsiteX55113" fmla="*/ 672602 w 2119654"/>
              <a:gd name="connsiteY55113" fmla="*/ 2104107 h 2398711"/>
              <a:gd name="connsiteX55114" fmla="*/ 672848 w 2119654"/>
              <a:gd name="connsiteY55114" fmla="*/ 2104108 h 2398711"/>
              <a:gd name="connsiteX55115" fmla="*/ 672704 w 2119654"/>
              <a:gd name="connsiteY55115" fmla="*/ 2103654 h 2398711"/>
              <a:gd name="connsiteX55116" fmla="*/ 675841 w 2119654"/>
              <a:gd name="connsiteY55116" fmla="*/ 2095885 h 2398711"/>
              <a:gd name="connsiteX55117" fmla="*/ 675867 w 2119654"/>
              <a:gd name="connsiteY55117" fmla="*/ 2096173 h 2398711"/>
              <a:gd name="connsiteX55118" fmla="*/ 678457 w 2119654"/>
              <a:gd name="connsiteY55118" fmla="*/ 2094926 h 2398711"/>
              <a:gd name="connsiteX55119" fmla="*/ 1362377 w 2119654"/>
              <a:gd name="connsiteY55119" fmla="*/ 558325 h 2398711"/>
              <a:gd name="connsiteX55120" fmla="*/ 1361122 w 2119654"/>
              <a:gd name="connsiteY55120" fmla="*/ 566674 h 2398711"/>
              <a:gd name="connsiteX55121" fmla="*/ 1362276 w 2119654"/>
              <a:gd name="connsiteY55121" fmla="*/ 567965 h 2398711"/>
              <a:gd name="connsiteX55122" fmla="*/ 1362234 w 2119654"/>
              <a:gd name="connsiteY55122" fmla="*/ 567464 h 2398711"/>
              <a:gd name="connsiteX55123" fmla="*/ 1362539 w 2119654"/>
              <a:gd name="connsiteY55123" fmla="*/ 567792 h 2398711"/>
              <a:gd name="connsiteX55124" fmla="*/ 1362582 w 2119654"/>
              <a:gd name="connsiteY55124" fmla="*/ 568306 h 2398711"/>
              <a:gd name="connsiteX55125" fmla="*/ 1363106 w 2119654"/>
              <a:gd name="connsiteY55125" fmla="*/ 568893 h 2398711"/>
              <a:gd name="connsiteX55126" fmla="*/ 1364561 w 2119654"/>
              <a:gd name="connsiteY55126" fmla="*/ 561442 h 2398711"/>
              <a:gd name="connsiteX55127" fmla="*/ 692293 w 2119654"/>
              <a:gd name="connsiteY55127" fmla="*/ 2058573 h 2398711"/>
              <a:gd name="connsiteX55128" fmla="*/ 692409 w 2119654"/>
              <a:gd name="connsiteY55128" fmla="*/ 2058723 h 2398711"/>
              <a:gd name="connsiteX55129" fmla="*/ 695583 w 2119654"/>
              <a:gd name="connsiteY55129" fmla="*/ 2059135 h 2398711"/>
              <a:gd name="connsiteX55130" fmla="*/ 695378 w 2119654"/>
              <a:gd name="connsiteY55130" fmla="*/ 2058635 h 2398711"/>
              <a:gd name="connsiteX55131" fmla="*/ 671940 w 2119654"/>
              <a:gd name="connsiteY55131" fmla="*/ 2103839 h 2398711"/>
              <a:gd name="connsiteX55132" fmla="*/ 672006 w 2119654"/>
              <a:gd name="connsiteY55132" fmla="*/ 2104108 h 2398711"/>
              <a:gd name="connsiteX55133" fmla="*/ 672208 w 2119654"/>
              <a:gd name="connsiteY55133" fmla="*/ 2104108 h 2398711"/>
              <a:gd name="connsiteX55134" fmla="*/ 672099 w 2119654"/>
              <a:gd name="connsiteY55134" fmla="*/ 2103801 h 2398711"/>
              <a:gd name="connsiteX55135" fmla="*/ 694558 w 2119654"/>
              <a:gd name="connsiteY55135" fmla="*/ 2052589 h 2398711"/>
              <a:gd name="connsiteX55136" fmla="*/ 695935 w 2119654"/>
              <a:gd name="connsiteY55136" fmla="*/ 2055545 h 2398711"/>
              <a:gd name="connsiteX55137" fmla="*/ 697191 w 2119654"/>
              <a:gd name="connsiteY55137" fmla="*/ 2055677 h 2398711"/>
              <a:gd name="connsiteX55138" fmla="*/ 695280 w 2119654"/>
              <a:gd name="connsiteY55138" fmla="*/ 2052908 h 2398711"/>
              <a:gd name="connsiteX55139" fmla="*/ 681229 w 2119654"/>
              <a:gd name="connsiteY55139" fmla="*/ 2082264 h 2398711"/>
              <a:gd name="connsiteX55140" fmla="*/ 681309 w 2119654"/>
              <a:gd name="connsiteY55140" fmla="*/ 2085387 h 2398711"/>
              <a:gd name="connsiteX55141" fmla="*/ 693006 w 2119654"/>
              <a:gd name="connsiteY55141" fmla="*/ 2087452 h 2398711"/>
              <a:gd name="connsiteX55142" fmla="*/ 695808 w 2119654"/>
              <a:gd name="connsiteY55142" fmla="*/ 2086573 h 2398711"/>
              <a:gd name="connsiteX55143" fmla="*/ 701969 w 2119654"/>
              <a:gd name="connsiteY55143" fmla="*/ 2083607 h 2398711"/>
              <a:gd name="connsiteX55144" fmla="*/ 697592 w 2119654"/>
              <a:gd name="connsiteY55144" fmla="*/ 2081856 h 2398711"/>
              <a:gd name="connsiteX55145" fmla="*/ 694808 w 2119654"/>
              <a:gd name="connsiteY55145" fmla="*/ 2083873 h 2398711"/>
              <a:gd name="connsiteX55146" fmla="*/ 694651 w 2119654"/>
              <a:gd name="connsiteY55146" fmla="*/ 2083867 h 2398711"/>
              <a:gd name="connsiteX55147" fmla="*/ 697485 w 2119654"/>
              <a:gd name="connsiteY55147" fmla="*/ 2081813 h 2398711"/>
              <a:gd name="connsiteX55148" fmla="*/ 693784 w 2119654"/>
              <a:gd name="connsiteY55148" fmla="*/ 2080333 h 2398711"/>
              <a:gd name="connsiteX55149" fmla="*/ 1377100 w 2119654"/>
              <a:gd name="connsiteY55149" fmla="*/ 523578 h 2398711"/>
              <a:gd name="connsiteX55150" fmla="*/ 1382513 w 2119654"/>
              <a:gd name="connsiteY55150" fmla="*/ 528920 h 2398711"/>
              <a:gd name="connsiteX55151" fmla="*/ 1381041 w 2119654"/>
              <a:gd name="connsiteY55151" fmla="*/ 520813 h 2398711"/>
              <a:gd name="connsiteX55152" fmla="*/ 657260 w 2119654"/>
              <a:gd name="connsiteY55152" fmla="*/ 2135073 h 2398711"/>
              <a:gd name="connsiteX55153" fmla="*/ 657864 w 2119654"/>
              <a:gd name="connsiteY55153" fmla="*/ 2136705 h 2398711"/>
              <a:gd name="connsiteX55154" fmla="*/ 661200 w 2119654"/>
              <a:gd name="connsiteY55154" fmla="*/ 2136042 h 2398711"/>
              <a:gd name="connsiteX55155" fmla="*/ 662197 w 2119654"/>
              <a:gd name="connsiteY55155" fmla="*/ 2135801 h 2398711"/>
              <a:gd name="connsiteX55156" fmla="*/ 663607 w 2119654"/>
              <a:gd name="connsiteY55156" fmla="*/ 2135157 h 2398711"/>
              <a:gd name="connsiteX55157" fmla="*/ 1370041 w 2119654"/>
              <a:gd name="connsiteY55157" fmla="*/ 538708 h 2398711"/>
              <a:gd name="connsiteX55158" fmla="*/ 1369678 w 2119654"/>
              <a:gd name="connsiteY55158" fmla="*/ 540574 h 2398711"/>
              <a:gd name="connsiteX55159" fmla="*/ 1371634 w 2119654"/>
              <a:gd name="connsiteY55159" fmla="*/ 543766 h 2398711"/>
              <a:gd name="connsiteX55160" fmla="*/ 1371959 w 2119654"/>
              <a:gd name="connsiteY55160" fmla="*/ 544313 h 2398711"/>
              <a:gd name="connsiteX55161" fmla="*/ 698084 w 2119654"/>
              <a:gd name="connsiteY55161" fmla="*/ 2043237 h 2398711"/>
              <a:gd name="connsiteX55162" fmla="*/ 698621 w 2119654"/>
              <a:gd name="connsiteY55162" fmla="*/ 2044174 h 2398711"/>
              <a:gd name="connsiteX55163" fmla="*/ 700147 w 2119654"/>
              <a:gd name="connsiteY55163" fmla="*/ 2043987 h 2398711"/>
              <a:gd name="connsiteX55164" fmla="*/ 700695 w 2119654"/>
              <a:gd name="connsiteY55164" fmla="*/ 2043824 h 2398711"/>
              <a:gd name="connsiteX55165" fmla="*/ 700672 w 2119654"/>
              <a:gd name="connsiteY55165" fmla="*/ 2043750 h 2398711"/>
              <a:gd name="connsiteX55166" fmla="*/ 675619 w 2119654"/>
              <a:gd name="connsiteY55166" fmla="*/ 2093468 h 2398711"/>
              <a:gd name="connsiteX55167" fmla="*/ 675818 w 2119654"/>
              <a:gd name="connsiteY55167" fmla="*/ 2095645 h 2398711"/>
              <a:gd name="connsiteX55168" fmla="*/ 679779 w 2119654"/>
              <a:gd name="connsiteY55168" fmla="*/ 2094193 h 2398711"/>
              <a:gd name="connsiteX55169" fmla="*/ 679109 w 2119654"/>
              <a:gd name="connsiteY55169" fmla="*/ 2092835 h 2398711"/>
              <a:gd name="connsiteX55170" fmla="*/ 678551 w 2119654"/>
              <a:gd name="connsiteY55170" fmla="*/ 2092592 h 2398711"/>
              <a:gd name="connsiteX55171" fmla="*/ 694177 w 2119654"/>
              <a:gd name="connsiteY55171" fmla="*/ 2051773 h 2398711"/>
              <a:gd name="connsiteX55172" fmla="*/ 694243 w 2119654"/>
              <a:gd name="connsiteY55172" fmla="*/ 2051914 h 2398711"/>
              <a:gd name="connsiteX55173" fmla="*/ 694816 w 2119654"/>
              <a:gd name="connsiteY55173" fmla="*/ 2052167 h 2398711"/>
              <a:gd name="connsiteX55174" fmla="*/ 694651 w 2119654"/>
              <a:gd name="connsiteY55174" fmla="*/ 2051822 h 2398711"/>
              <a:gd name="connsiteX55175" fmla="*/ 691070 w 2119654"/>
              <a:gd name="connsiteY55175" fmla="*/ 2058548 h 2398711"/>
              <a:gd name="connsiteX55176" fmla="*/ 691463 w 2119654"/>
              <a:gd name="connsiteY55176" fmla="*/ 2058599 h 2398711"/>
              <a:gd name="connsiteX55177" fmla="*/ 691429 w 2119654"/>
              <a:gd name="connsiteY55177" fmla="*/ 2058555 h 2398711"/>
              <a:gd name="connsiteX55178" fmla="*/ 1340985 w 2119654"/>
              <a:gd name="connsiteY55178" fmla="*/ 603175 h 2398711"/>
              <a:gd name="connsiteX55179" fmla="*/ 1340987 w 2119654"/>
              <a:gd name="connsiteY55179" fmla="*/ 603585 h 2398711"/>
              <a:gd name="connsiteX55180" fmla="*/ 1341059 w 2119654"/>
              <a:gd name="connsiteY55180" fmla="*/ 603371 h 2398711"/>
              <a:gd name="connsiteX55181" fmla="*/ 1375185 w 2119654"/>
              <a:gd name="connsiteY55181" fmla="*/ 526446 h 2398711"/>
              <a:gd name="connsiteX55182" fmla="*/ 1382572 w 2119654"/>
              <a:gd name="connsiteY55182" fmla="*/ 546192 h 2398711"/>
              <a:gd name="connsiteX55183" fmla="*/ 1382838 w 2119654"/>
              <a:gd name="connsiteY55183" fmla="*/ 537632 h 2398711"/>
              <a:gd name="connsiteX55184" fmla="*/ 672727 w 2119654"/>
              <a:gd name="connsiteY55184" fmla="*/ 2099213 h 2398711"/>
              <a:gd name="connsiteX55185" fmla="*/ 674803 w 2119654"/>
              <a:gd name="connsiteY55185" fmla="*/ 2099090 h 2398711"/>
              <a:gd name="connsiteX55186" fmla="*/ 674727 w 2119654"/>
              <a:gd name="connsiteY55186" fmla="*/ 2098250 h 2398711"/>
              <a:gd name="connsiteX55187" fmla="*/ 1371544 w 2119654"/>
              <a:gd name="connsiteY55187" fmla="*/ 534409 h 2398711"/>
              <a:gd name="connsiteX55188" fmla="*/ 1372690 w 2119654"/>
              <a:gd name="connsiteY55188" fmla="*/ 542107 h 2398711"/>
              <a:gd name="connsiteX55189" fmla="*/ 1374055 w 2119654"/>
              <a:gd name="connsiteY55189" fmla="*/ 545311 h 2398711"/>
              <a:gd name="connsiteX55190" fmla="*/ 1385317 w 2119654"/>
              <a:gd name="connsiteY55190" fmla="*/ 503404 h 2398711"/>
              <a:gd name="connsiteX55191" fmla="*/ 1390163 w 2119654"/>
              <a:gd name="connsiteY55191" fmla="*/ 513733 h 2398711"/>
              <a:gd name="connsiteX55192" fmla="*/ 1391060 w 2119654"/>
              <a:gd name="connsiteY55192" fmla="*/ 513105 h 2398711"/>
              <a:gd name="connsiteX55193" fmla="*/ 1390158 w 2119654"/>
              <a:gd name="connsiteY55193" fmla="*/ 507790 h 2398711"/>
              <a:gd name="connsiteX55194" fmla="*/ 1386610 w 2119654"/>
              <a:gd name="connsiteY55194" fmla="*/ 501554 h 2398711"/>
              <a:gd name="connsiteX55195" fmla="*/ 681172 w 2119654"/>
              <a:gd name="connsiteY55195" fmla="*/ 2080041 h 2398711"/>
              <a:gd name="connsiteX55196" fmla="*/ 681182 w 2119654"/>
              <a:gd name="connsiteY55196" fmla="*/ 2080457 h 2398711"/>
              <a:gd name="connsiteX55197" fmla="*/ 690361 w 2119654"/>
              <a:gd name="connsiteY55197" fmla="*/ 2078940 h 2398711"/>
              <a:gd name="connsiteX55198" fmla="*/ 688975 w 2119654"/>
              <a:gd name="connsiteY55198" fmla="*/ 2078321 h 2398711"/>
              <a:gd name="connsiteX55199" fmla="*/ 685383 w 2119654"/>
              <a:gd name="connsiteY55199" fmla="*/ 2079357 h 2398711"/>
              <a:gd name="connsiteX55200" fmla="*/ 672146 w 2119654"/>
              <a:gd name="connsiteY55200" fmla="*/ 2100148 h 2398711"/>
              <a:gd name="connsiteX55201" fmla="*/ 672244 w 2119654"/>
              <a:gd name="connsiteY55201" fmla="*/ 2100453 h 2398711"/>
              <a:gd name="connsiteX55202" fmla="*/ 674594 w 2119654"/>
              <a:gd name="connsiteY55202" fmla="*/ 2100002 h 2398711"/>
              <a:gd name="connsiteX55203" fmla="*/ 1405406 w 2119654"/>
              <a:gd name="connsiteY55203" fmla="*/ 458094 h 2398711"/>
              <a:gd name="connsiteX55204" fmla="*/ 1407889 w 2119654"/>
              <a:gd name="connsiteY55204" fmla="*/ 470729 h 2398711"/>
              <a:gd name="connsiteX55205" fmla="*/ 1412250 w 2119654"/>
              <a:gd name="connsiteY55205" fmla="*/ 464661 h 2398711"/>
              <a:gd name="connsiteX55206" fmla="*/ 1411300 w 2119654"/>
              <a:gd name="connsiteY55206" fmla="*/ 451452 h 2398711"/>
              <a:gd name="connsiteX55207" fmla="*/ 1371761 w 2119654"/>
              <a:gd name="connsiteY55207" fmla="*/ 533056 h 2398711"/>
              <a:gd name="connsiteX55208" fmla="*/ 1375704 w 2119654"/>
              <a:gd name="connsiteY55208" fmla="*/ 549182 h 2398711"/>
              <a:gd name="connsiteX55209" fmla="*/ 1376912 w 2119654"/>
              <a:gd name="connsiteY55209" fmla="*/ 552016 h 2398711"/>
              <a:gd name="connsiteX55210" fmla="*/ 1377415 w 2119654"/>
              <a:gd name="connsiteY55210" fmla="*/ 553488 h 2398711"/>
              <a:gd name="connsiteX55211" fmla="*/ 1379927 w 2119654"/>
              <a:gd name="connsiteY55211" fmla="*/ 557712 h 2398711"/>
              <a:gd name="connsiteX55212" fmla="*/ 1379878 w 2119654"/>
              <a:gd name="connsiteY55212" fmla="*/ 553636 h 2398711"/>
              <a:gd name="connsiteX55213" fmla="*/ 1377004 w 2119654"/>
              <a:gd name="connsiteY55213" fmla="*/ 546159 h 2398711"/>
              <a:gd name="connsiteX55214" fmla="*/ 675457 w 2119654"/>
              <a:gd name="connsiteY55214" fmla="*/ 2091688 h 2398711"/>
              <a:gd name="connsiteX55215" fmla="*/ 675569 w 2119654"/>
              <a:gd name="connsiteY55215" fmla="*/ 2092921 h 2398711"/>
              <a:gd name="connsiteX55216" fmla="*/ 677743 w 2119654"/>
              <a:gd name="connsiteY55216" fmla="*/ 2092240 h 2398711"/>
              <a:gd name="connsiteX55217" fmla="*/ 676317 w 2119654"/>
              <a:gd name="connsiteY55217" fmla="*/ 2091619 h 2398711"/>
              <a:gd name="connsiteX55218" fmla="*/ 693144 w 2119654"/>
              <a:gd name="connsiteY55218" fmla="*/ 2051965 h 2398711"/>
              <a:gd name="connsiteX55219" fmla="*/ 694494 w 2119654"/>
              <a:gd name="connsiteY55219" fmla="*/ 2055392 h 2398711"/>
              <a:gd name="connsiteX55220" fmla="*/ 695097 w 2119654"/>
              <a:gd name="connsiteY55220" fmla="*/ 2055456 h 2398711"/>
              <a:gd name="connsiteX55221" fmla="*/ 693555 w 2119654"/>
              <a:gd name="connsiteY55221" fmla="*/ 2052146 h 2398711"/>
              <a:gd name="connsiteX55222" fmla="*/ 1375029 w 2119654"/>
              <a:gd name="connsiteY55222" fmla="*/ 525031 h 2398711"/>
              <a:gd name="connsiteX55223" fmla="*/ 1382875 w 2119654"/>
              <a:gd name="connsiteY55223" fmla="*/ 536496 h 2398711"/>
              <a:gd name="connsiteX55224" fmla="*/ 1383023 w 2119654"/>
              <a:gd name="connsiteY55224" fmla="*/ 531738 h 2398711"/>
              <a:gd name="connsiteX55225" fmla="*/ 1382871 w 2119654"/>
              <a:gd name="connsiteY55225" fmla="*/ 530903 h 2398711"/>
              <a:gd name="connsiteX55226" fmla="*/ 1376449 w 2119654"/>
              <a:gd name="connsiteY55226" fmla="*/ 524034 h 2398711"/>
              <a:gd name="connsiteX55227" fmla="*/ 1383555 w 2119654"/>
              <a:gd name="connsiteY55227" fmla="*/ 505927 h 2398711"/>
              <a:gd name="connsiteX55228" fmla="*/ 1383565 w 2119654"/>
              <a:gd name="connsiteY55228" fmla="*/ 507053 h 2398711"/>
              <a:gd name="connsiteX55229" fmla="*/ 1389829 w 2119654"/>
              <a:gd name="connsiteY55229" fmla="*/ 513747 h 2398711"/>
              <a:gd name="connsiteX55230" fmla="*/ 1385562 w 2119654"/>
              <a:gd name="connsiteY55230" fmla="*/ 504236 h 2398711"/>
              <a:gd name="connsiteX55231" fmla="*/ 1385226 w 2119654"/>
              <a:gd name="connsiteY55231" fmla="*/ 503535 h 2398711"/>
              <a:gd name="connsiteX55232" fmla="*/ 1340076 w 2119654"/>
              <a:gd name="connsiteY55232" fmla="*/ 603202 h 2398711"/>
              <a:gd name="connsiteX55233" fmla="*/ 1340027 w 2119654"/>
              <a:gd name="connsiteY55233" fmla="*/ 603486 h 2398711"/>
              <a:gd name="connsiteX55234" fmla="*/ 1340515 w 2119654"/>
              <a:gd name="connsiteY55234" fmla="*/ 604973 h 2398711"/>
              <a:gd name="connsiteX55235" fmla="*/ 1340731 w 2119654"/>
              <a:gd name="connsiteY55235" fmla="*/ 604338 h 2398711"/>
              <a:gd name="connsiteX55236" fmla="*/ 1383110 w 2119654"/>
              <a:gd name="connsiteY55236" fmla="*/ 506566 h 2398711"/>
              <a:gd name="connsiteX55237" fmla="*/ 1383172 w 2119654"/>
              <a:gd name="connsiteY55237" fmla="*/ 506632 h 2398711"/>
              <a:gd name="connsiteX55238" fmla="*/ 1383171 w 2119654"/>
              <a:gd name="connsiteY55238" fmla="*/ 506479 h 2398711"/>
              <a:gd name="connsiteX55239" fmla="*/ 1371105 w 2119654"/>
              <a:gd name="connsiteY55239" fmla="*/ 533265 h 2398711"/>
              <a:gd name="connsiteX55240" fmla="*/ 1370419 w 2119654"/>
              <a:gd name="connsiteY55240" fmla="*/ 536777 h 2398711"/>
              <a:gd name="connsiteX55241" fmla="*/ 1372388 w 2119654"/>
              <a:gd name="connsiteY55241" fmla="*/ 541397 h 2398711"/>
              <a:gd name="connsiteX55242" fmla="*/ 671217 w 2119654"/>
              <a:gd name="connsiteY55242" fmla="*/ 2100203 h 2398711"/>
              <a:gd name="connsiteX55243" fmla="*/ 671365 w 2119654"/>
              <a:gd name="connsiteY55243" fmla="*/ 2100622 h 2398711"/>
              <a:gd name="connsiteX55244" fmla="*/ 671714 w 2119654"/>
              <a:gd name="connsiteY55244" fmla="*/ 2100555 h 2398711"/>
              <a:gd name="connsiteX55245" fmla="*/ 671594 w 2119654"/>
              <a:gd name="connsiteY55245" fmla="*/ 2100181 h 2398711"/>
              <a:gd name="connsiteX55246" fmla="*/ 1369350 w 2119654"/>
              <a:gd name="connsiteY55246" fmla="*/ 536892 h 2398711"/>
              <a:gd name="connsiteX55247" fmla="*/ 1369351 w 2119654"/>
              <a:gd name="connsiteY55247" fmla="*/ 536916 h 2398711"/>
              <a:gd name="connsiteX55248" fmla="*/ 1369354 w 2119654"/>
              <a:gd name="connsiteY55248" fmla="*/ 536901 h 2398711"/>
              <a:gd name="connsiteX55249" fmla="*/ 1340367 w 2119654"/>
              <a:gd name="connsiteY55249" fmla="*/ 601544 h 2398711"/>
              <a:gd name="connsiteX55250" fmla="*/ 1340200 w 2119654"/>
              <a:gd name="connsiteY55250" fmla="*/ 602499 h 2398711"/>
              <a:gd name="connsiteX55251" fmla="*/ 1340763 w 2119654"/>
              <a:gd name="connsiteY55251" fmla="*/ 603476 h 2398711"/>
              <a:gd name="connsiteX55252" fmla="*/ 1340751 w 2119654"/>
              <a:gd name="connsiteY55252" fmla="*/ 602558 h 2398711"/>
              <a:gd name="connsiteX55253" fmla="*/ 672420 w 2119654"/>
              <a:gd name="connsiteY55253" fmla="*/ 2097138 h 2398711"/>
              <a:gd name="connsiteX55254" fmla="*/ 673336 w 2119654"/>
              <a:gd name="connsiteY55254" fmla="*/ 2097391 h 2398711"/>
              <a:gd name="connsiteX55255" fmla="*/ 674593 w 2119654"/>
              <a:gd name="connsiteY55255" fmla="*/ 2096786 h 2398711"/>
              <a:gd name="connsiteX55256" fmla="*/ 674554 w 2119654"/>
              <a:gd name="connsiteY55256" fmla="*/ 2096356 h 2398711"/>
              <a:gd name="connsiteX55257" fmla="*/ 656433 w 2119654"/>
              <a:gd name="connsiteY55257" fmla="*/ 2132788 h 2398711"/>
              <a:gd name="connsiteX55258" fmla="*/ 656875 w 2119654"/>
              <a:gd name="connsiteY55258" fmla="*/ 2134031 h 2398711"/>
              <a:gd name="connsiteX55259" fmla="*/ 657063 w 2119654"/>
              <a:gd name="connsiteY55259" fmla="*/ 2134541 h 2398711"/>
              <a:gd name="connsiteX55260" fmla="*/ 664731 w 2119654"/>
              <a:gd name="connsiteY55260" fmla="*/ 2134642 h 2398711"/>
              <a:gd name="connsiteX55261" fmla="*/ 665345 w 2119654"/>
              <a:gd name="connsiteY55261" fmla="*/ 2134361 h 2398711"/>
              <a:gd name="connsiteX55262" fmla="*/ 1367644 w 2119654"/>
              <a:gd name="connsiteY55262" fmla="*/ 539287 h 2398711"/>
              <a:gd name="connsiteX55263" fmla="*/ 1367787 w 2119654"/>
              <a:gd name="connsiteY55263" fmla="*/ 540237 h 2398711"/>
              <a:gd name="connsiteX55264" fmla="*/ 1368251 w 2119654"/>
              <a:gd name="connsiteY55264" fmla="*/ 540977 h 2398711"/>
              <a:gd name="connsiteX55265" fmla="*/ 1360397 w 2119654"/>
              <a:gd name="connsiteY55265" fmla="*/ 555501 h 2398711"/>
              <a:gd name="connsiteX55266" fmla="*/ 1359892 w 2119654"/>
              <a:gd name="connsiteY55266" fmla="*/ 565300 h 2398711"/>
              <a:gd name="connsiteX55267" fmla="*/ 1360875 w 2119654"/>
              <a:gd name="connsiteY55267" fmla="*/ 566398 h 2398711"/>
              <a:gd name="connsiteX55268" fmla="*/ 1361780 w 2119654"/>
              <a:gd name="connsiteY55268" fmla="*/ 560895 h 2398711"/>
              <a:gd name="connsiteX55269" fmla="*/ 1362203 w 2119654"/>
              <a:gd name="connsiteY55269" fmla="*/ 558079 h 2398711"/>
              <a:gd name="connsiteX55270" fmla="*/ 1426469 w 2119654"/>
              <a:gd name="connsiteY55270" fmla="*/ 407259 h 2398711"/>
              <a:gd name="connsiteX55271" fmla="*/ 1434889 w 2119654"/>
              <a:gd name="connsiteY55271" fmla="*/ 424419 h 2398711"/>
              <a:gd name="connsiteX55272" fmla="*/ 1458042 w 2119654"/>
              <a:gd name="connsiteY55272" fmla="*/ 403910 h 2398711"/>
              <a:gd name="connsiteX55273" fmla="*/ 1464523 w 2119654"/>
              <a:gd name="connsiteY55273" fmla="*/ 398964 h 2398711"/>
              <a:gd name="connsiteX55274" fmla="*/ 1452285 w 2119654"/>
              <a:gd name="connsiteY55274" fmla="*/ 375054 h 2398711"/>
              <a:gd name="connsiteX55275" fmla="*/ 681075 w 2119654"/>
              <a:gd name="connsiteY55275" fmla="*/ 2076325 h 2398711"/>
              <a:gd name="connsiteX55276" fmla="*/ 681118 w 2119654"/>
              <a:gd name="connsiteY55276" fmla="*/ 2077972 h 2398711"/>
              <a:gd name="connsiteX55277" fmla="*/ 685418 w 2119654"/>
              <a:gd name="connsiteY55277" fmla="*/ 2076731 h 2398711"/>
              <a:gd name="connsiteX55278" fmla="*/ 683764 w 2119654"/>
              <a:gd name="connsiteY55278" fmla="*/ 2075991 h 2398711"/>
              <a:gd name="connsiteX55279" fmla="*/ 1380342 w 2119654"/>
              <a:gd name="connsiteY55279" fmla="*/ 510528 h 2398711"/>
              <a:gd name="connsiteX55280" fmla="*/ 1381786 w 2119654"/>
              <a:gd name="connsiteY55280" fmla="*/ 519611 h 2398711"/>
              <a:gd name="connsiteX55281" fmla="*/ 1383275 w 2119654"/>
              <a:gd name="connsiteY55281" fmla="*/ 518566 h 2398711"/>
              <a:gd name="connsiteX55282" fmla="*/ 1383225 w 2119654"/>
              <a:gd name="connsiteY55282" fmla="*/ 512801 h 2398711"/>
              <a:gd name="connsiteX55283" fmla="*/ 1380802 w 2119654"/>
              <a:gd name="connsiteY55283" fmla="*/ 509870 h 2398711"/>
              <a:gd name="connsiteX55284" fmla="*/ 1401894 w 2119654"/>
              <a:gd name="connsiteY55284" fmla="*/ 462050 h 2398711"/>
              <a:gd name="connsiteX55285" fmla="*/ 1404257 w 2119654"/>
              <a:gd name="connsiteY55285" fmla="*/ 468914 h 2398711"/>
              <a:gd name="connsiteX55286" fmla="*/ 1405808 w 2119654"/>
              <a:gd name="connsiteY55286" fmla="*/ 473625 h 2398711"/>
              <a:gd name="connsiteX55287" fmla="*/ 1407066 w 2119654"/>
              <a:gd name="connsiteY55287" fmla="*/ 471875 h 2398711"/>
              <a:gd name="connsiteX55288" fmla="*/ 1404548 w 2119654"/>
              <a:gd name="connsiteY55288" fmla="*/ 459059 h 2398711"/>
              <a:gd name="connsiteX55289" fmla="*/ 1379558 w 2119654"/>
              <a:gd name="connsiteY55289" fmla="*/ 511651 h 2398711"/>
              <a:gd name="connsiteX55290" fmla="*/ 1379709 w 2119654"/>
              <a:gd name="connsiteY55290" fmla="*/ 511783 h 2398711"/>
              <a:gd name="connsiteX55291" fmla="*/ 1381204 w 2119654"/>
              <a:gd name="connsiteY55291" fmla="*/ 520019 h 2398711"/>
              <a:gd name="connsiteX55292" fmla="*/ 1381274 w 2119654"/>
              <a:gd name="connsiteY55292" fmla="*/ 519969 h 2398711"/>
              <a:gd name="connsiteX55293" fmla="*/ 1379877 w 2119654"/>
              <a:gd name="connsiteY55293" fmla="*/ 511195 h 2398711"/>
              <a:gd name="connsiteX55294" fmla="*/ 671315 w 2119654"/>
              <a:gd name="connsiteY55294" fmla="*/ 2097543 h 2398711"/>
              <a:gd name="connsiteX55295" fmla="*/ 671542 w 2119654"/>
              <a:gd name="connsiteY55295" fmla="*/ 2098255 h 2398711"/>
              <a:gd name="connsiteX55296" fmla="*/ 672934 w 2119654"/>
              <a:gd name="connsiteY55296" fmla="*/ 2097584 h 2398711"/>
              <a:gd name="connsiteX55297" fmla="*/ 671968 w 2119654"/>
              <a:gd name="connsiteY55297" fmla="*/ 2097303 h 2398711"/>
              <a:gd name="connsiteX55298" fmla="*/ 668374 w 2119654"/>
              <a:gd name="connsiteY55298" fmla="*/ 2104114 h 2398711"/>
              <a:gd name="connsiteX55299" fmla="*/ 668941 w 2119654"/>
              <a:gd name="connsiteY55299" fmla="*/ 2104113 h 2398711"/>
              <a:gd name="connsiteX55300" fmla="*/ 670270 w 2119654"/>
              <a:gd name="connsiteY55300" fmla="*/ 2103772 h 2398711"/>
              <a:gd name="connsiteX55301" fmla="*/ 1341031 w 2119654"/>
              <a:gd name="connsiteY55301" fmla="*/ 597760 h 2398711"/>
              <a:gd name="connsiteX55302" fmla="*/ 1340962 w 2119654"/>
              <a:gd name="connsiteY55302" fmla="*/ 598153 h 2398711"/>
              <a:gd name="connsiteX55303" fmla="*/ 1340962 w 2119654"/>
              <a:gd name="connsiteY55303" fmla="*/ 598274 h 2398711"/>
              <a:gd name="connsiteX55304" fmla="*/ 1341584 w 2119654"/>
              <a:gd name="connsiteY55304" fmla="*/ 600192 h 2398711"/>
              <a:gd name="connsiteX55305" fmla="*/ 1341905 w 2119654"/>
              <a:gd name="connsiteY55305" fmla="*/ 600883 h 2398711"/>
              <a:gd name="connsiteX55306" fmla="*/ 1342340 w 2119654"/>
              <a:gd name="connsiteY55306" fmla="*/ 599601 h 2398711"/>
              <a:gd name="connsiteX55307" fmla="*/ 1342103 w 2119654"/>
              <a:gd name="connsiteY55307" fmla="*/ 599235 h 2398711"/>
              <a:gd name="connsiteX55308" fmla="*/ 671163 w 2119654"/>
              <a:gd name="connsiteY55308" fmla="*/ 2097070 h 2398711"/>
              <a:gd name="connsiteX55309" fmla="*/ 671243 w 2119654"/>
              <a:gd name="connsiteY55309" fmla="*/ 2097321 h 2398711"/>
              <a:gd name="connsiteX55310" fmla="*/ 671590 w 2119654"/>
              <a:gd name="connsiteY55310" fmla="*/ 2097193 h 2398711"/>
              <a:gd name="connsiteX55311" fmla="*/ 1372345 w 2119654"/>
              <a:gd name="connsiteY55311" fmla="*/ 526915 h 2398711"/>
              <a:gd name="connsiteX55312" fmla="*/ 1371418 w 2119654"/>
              <a:gd name="connsiteY55312" fmla="*/ 531659 h 2398711"/>
              <a:gd name="connsiteX55313" fmla="*/ 1371445 w 2119654"/>
              <a:gd name="connsiteY55313" fmla="*/ 531771 h 2398711"/>
              <a:gd name="connsiteX55314" fmla="*/ 1379869 w 2119654"/>
              <a:gd name="connsiteY55314" fmla="*/ 552822 h 2398711"/>
              <a:gd name="connsiteX55315" fmla="*/ 1379815 w 2119654"/>
              <a:gd name="connsiteY55315" fmla="*/ 548326 h 2398711"/>
              <a:gd name="connsiteX55316" fmla="*/ 1380196 w 2119654"/>
              <a:gd name="connsiteY55316" fmla="*/ 548717 h 2398711"/>
              <a:gd name="connsiteX55317" fmla="*/ 1380257 w 2119654"/>
              <a:gd name="connsiteY55317" fmla="*/ 553792 h 2398711"/>
              <a:gd name="connsiteX55318" fmla="*/ 1382184 w 2119654"/>
              <a:gd name="connsiteY55318" fmla="*/ 558609 h 2398711"/>
              <a:gd name="connsiteX55319" fmla="*/ 1382517 w 2119654"/>
              <a:gd name="connsiteY55319" fmla="*/ 547956 h 2398711"/>
              <a:gd name="connsiteX55320" fmla="*/ 1374167 w 2119654"/>
              <a:gd name="connsiteY55320" fmla="*/ 525636 h 2398711"/>
              <a:gd name="connsiteX55321" fmla="*/ 681424 w 2119654"/>
              <a:gd name="connsiteY55321" fmla="*/ 2073982 h 2398711"/>
              <a:gd name="connsiteX55322" fmla="*/ 685284 w 2119654"/>
              <a:gd name="connsiteY55322" fmla="*/ 2075526 h 2398711"/>
              <a:gd name="connsiteX55323" fmla="*/ 686385 w 2119654"/>
              <a:gd name="connsiteY55323" fmla="*/ 2075389 h 2398711"/>
              <a:gd name="connsiteX55324" fmla="*/ 690827 w 2119654"/>
              <a:gd name="connsiteY55324" fmla="*/ 2074777 h 2398711"/>
              <a:gd name="connsiteX55325" fmla="*/ 689976 w 2119654"/>
              <a:gd name="connsiteY55325" fmla="*/ 2074369 h 2398711"/>
              <a:gd name="connsiteX55326" fmla="*/ 682926 w 2119654"/>
              <a:gd name="connsiteY55326" fmla="*/ 2070592 h 2398711"/>
              <a:gd name="connsiteX55327" fmla="*/ 689761 w 2119654"/>
              <a:gd name="connsiteY55327" fmla="*/ 2073864 h 2398711"/>
              <a:gd name="connsiteX55328" fmla="*/ 694590 w 2119654"/>
              <a:gd name="connsiteY55328" fmla="*/ 2074083 h 2398711"/>
              <a:gd name="connsiteX55329" fmla="*/ 700436 w 2119654"/>
              <a:gd name="connsiteY55329" fmla="*/ 2072395 h 2398711"/>
              <a:gd name="connsiteX55330" fmla="*/ 699861 w 2119654"/>
              <a:gd name="connsiteY55330" fmla="*/ 2072064 h 2398711"/>
              <a:gd name="connsiteX55331" fmla="*/ 689240 w 2119654"/>
              <a:gd name="connsiteY55331" fmla="*/ 2065733 h 2398711"/>
              <a:gd name="connsiteX55332" fmla="*/ 689053 w 2119654"/>
              <a:gd name="connsiteY55332" fmla="*/ 2065765 h 2398711"/>
              <a:gd name="connsiteX55333" fmla="*/ 685246 w 2119654"/>
              <a:gd name="connsiteY55333" fmla="*/ 2068796 h 2398711"/>
              <a:gd name="connsiteX55334" fmla="*/ 681035 w 2119654"/>
              <a:gd name="connsiteY55334" fmla="*/ 2074772 h 2398711"/>
              <a:gd name="connsiteX55335" fmla="*/ 681068 w 2119654"/>
              <a:gd name="connsiteY55335" fmla="*/ 2076049 h 2398711"/>
              <a:gd name="connsiteX55336" fmla="*/ 683279 w 2119654"/>
              <a:gd name="connsiteY55336" fmla="*/ 2075774 h 2398711"/>
              <a:gd name="connsiteX55337" fmla="*/ 689712 w 2119654"/>
              <a:gd name="connsiteY55337" fmla="*/ 2055247 h 2398711"/>
              <a:gd name="connsiteX55338" fmla="*/ 691929 w 2119654"/>
              <a:gd name="connsiteY55338" fmla="*/ 2058104 h 2398711"/>
              <a:gd name="connsiteX55339" fmla="*/ 695187 w 2119654"/>
              <a:gd name="connsiteY55339" fmla="*/ 2058170 h 2398711"/>
              <a:gd name="connsiteX55340" fmla="*/ 694210 w 2119654"/>
              <a:gd name="connsiteY55340" fmla="*/ 2055785 h 2398711"/>
              <a:gd name="connsiteX55341" fmla="*/ 1400276 w 2119654"/>
              <a:gd name="connsiteY55341" fmla="*/ 463873 h 2398711"/>
              <a:gd name="connsiteX55342" fmla="*/ 1405361 w 2119654"/>
              <a:gd name="connsiteY55342" fmla="*/ 473805 h 2398711"/>
              <a:gd name="connsiteX55343" fmla="*/ 1401599 w 2119654"/>
              <a:gd name="connsiteY55343" fmla="*/ 462382 h 2398711"/>
              <a:gd name="connsiteX55344" fmla="*/ 1380102 w 2119654"/>
              <a:gd name="connsiteY55344" fmla="*/ 509023 h 2398711"/>
              <a:gd name="connsiteX55345" fmla="*/ 1380268 w 2119654"/>
              <a:gd name="connsiteY55345" fmla="*/ 510067 h 2398711"/>
              <a:gd name="connsiteX55346" fmla="*/ 1380588 w 2119654"/>
              <a:gd name="connsiteY55346" fmla="*/ 509610 h 2398711"/>
              <a:gd name="connsiteX55347" fmla="*/ 670486 w 2119654"/>
              <a:gd name="connsiteY55347" fmla="*/ 2097847 h 2398711"/>
              <a:gd name="connsiteX55348" fmla="*/ 670685 w 2119654"/>
              <a:gd name="connsiteY55348" fmla="*/ 2098667 h 2398711"/>
              <a:gd name="connsiteX55349" fmla="*/ 671054 w 2119654"/>
              <a:gd name="connsiteY55349" fmla="*/ 2098490 h 2398711"/>
              <a:gd name="connsiteX55350" fmla="*/ 670811 w 2119654"/>
              <a:gd name="connsiteY55350" fmla="*/ 2097727 h 2398711"/>
              <a:gd name="connsiteX55351" fmla="*/ 668760 w 2119654"/>
              <a:gd name="connsiteY55351" fmla="*/ 2101123 h 2398711"/>
              <a:gd name="connsiteX55352" fmla="*/ 669786 w 2119654"/>
              <a:gd name="connsiteY55352" fmla="*/ 2100925 h 2398711"/>
              <a:gd name="connsiteX55353" fmla="*/ 669722 w 2119654"/>
              <a:gd name="connsiteY55353" fmla="*/ 2100660 h 2398711"/>
              <a:gd name="connsiteX55354" fmla="*/ 1399083 w 2119654"/>
              <a:gd name="connsiteY55354" fmla="*/ 465218 h 2398711"/>
              <a:gd name="connsiteX55355" fmla="*/ 1402265 w 2119654"/>
              <a:gd name="connsiteY55355" fmla="*/ 475711 h 2398711"/>
              <a:gd name="connsiteX55356" fmla="*/ 1403105 w 2119654"/>
              <a:gd name="connsiteY55356" fmla="*/ 477386 h 2398711"/>
              <a:gd name="connsiteX55357" fmla="*/ 1404680 w 2119654"/>
              <a:gd name="connsiteY55357" fmla="*/ 475194 h 2398711"/>
              <a:gd name="connsiteX55358" fmla="*/ 1399730 w 2119654"/>
              <a:gd name="connsiteY55358" fmla="*/ 464489 h 2398711"/>
              <a:gd name="connsiteX55359" fmla="*/ 1383504 w 2119654"/>
              <a:gd name="connsiteY55359" fmla="*/ 499936 h 2398711"/>
              <a:gd name="connsiteX55360" fmla="*/ 1383552 w 2119654"/>
              <a:gd name="connsiteY55360" fmla="*/ 505366 h 2398711"/>
              <a:gd name="connsiteX55361" fmla="*/ 1385065 w 2119654"/>
              <a:gd name="connsiteY55361" fmla="*/ 503199 h 2398711"/>
              <a:gd name="connsiteX55362" fmla="*/ 670232 w 2119654"/>
              <a:gd name="connsiteY55362" fmla="*/ 2096799 h 2398711"/>
              <a:gd name="connsiteX55363" fmla="*/ 670430 w 2119654"/>
              <a:gd name="connsiteY55363" fmla="*/ 2097618 h 2398711"/>
              <a:gd name="connsiteX55364" fmla="*/ 670739 w 2119654"/>
              <a:gd name="connsiteY55364" fmla="*/ 2097505 h 2398711"/>
              <a:gd name="connsiteX55365" fmla="*/ 670543 w 2119654"/>
              <a:gd name="connsiteY55365" fmla="*/ 2096890 h 2398711"/>
              <a:gd name="connsiteX55366" fmla="*/ 1372941 w 2119654"/>
              <a:gd name="connsiteY55366" fmla="*/ 523167 h 2398711"/>
              <a:gd name="connsiteX55367" fmla="*/ 1372483 w 2119654"/>
              <a:gd name="connsiteY55367" fmla="*/ 526139 h 2398711"/>
              <a:gd name="connsiteX55368" fmla="*/ 1373967 w 2119654"/>
              <a:gd name="connsiteY55368" fmla="*/ 525097 h 2398711"/>
              <a:gd name="connsiteX55369" fmla="*/ 1373608 w 2119654"/>
              <a:gd name="connsiteY55369" fmla="*/ 524141 h 2398711"/>
              <a:gd name="connsiteX55370" fmla="*/ 1370564 w 2119654"/>
              <a:gd name="connsiteY55370" fmla="*/ 528164 h 2398711"/>
              <a:gd name="connsiteX55371" fmla="*/ 1370840 w 2119654"/>
              <a:gd name="connsiteY55371" fmla="*/ 529291 h 2398711"/>
              <a:gd name="connsiteX55372" fmla="*/ 1371138 w 2119654"/>
              <a:gd name="connsiteY55372" fmla="*/ 527762 h 2398711"/>
              <a:gd name="connsiteX55373" fmla="*/ 1365077 w 2119654"/>
              <a:gd name="connsiteY55373" fmla="*/ 540364 h 2398711"/>
              <a:gd name="connsiteX55374" fmla="*/ 1363572 w 2119654"/>
              <a:gd name="connsiteY55374" fmla="*/ 550374 h 2398711"/>
              <a:gd name="connsiteX55375" fmla="*/ 1363934 w 2119654"/>
              <a:gd name="connsiteY55375" fmla="*/ 550812 h 2398711"/>
              <a:gd name="connsiteX55376" fmla="*/ 1366048 w 2119654"/>
              <a:gd name="connsiteY55376" fmla="*/ 553830 h 2398711"/>
              <a:gd name="connsiteX55377" fmla="*/ 1367823 w 2119654"/>
              <a:gd name="connsiteY55377" fmla="*/ 544742 h 2398711"/>
              <a:gd name="connsiteX55378" fmla="*/ 680967 w 2119654"/>
              <a:gd name="connsiteY55378" fmla="*/ 2072108 h 2398711"/>
              <a:gd name="connsiteX55379" fmla="*/ 681002 w 2119654"/>
              <a:gd name="connsiteY55379" fmla="*/ 2073467 h 2398711"/>
              <a:gd name="connsiteX55380" fmla="*/ 688833 w 2119654"/>
              <a:gd name="connsiteY55380" fmla="*/ 2073822 h 2398711"/>
              <a:gd name="connsiteX55381" fmla="*/ 682605 w 2119654"/>
              <a:gd name="connsiteY55381" fmla="*/ 2070840 h 2398711"/>
              <a:gd name="connsiteX55382" fmla="*/ 1373893 w 2119654"/>
              <a:gd name="connsiteY55382" fmla="*/ 520416 h 2398711"/>
              <a:gd name="connsiteX55383" fmla="*/ 1376696 w 2119654"/>
              <a:gd name="connsiteY55383" fmla="*/ 523182 h 2398711"/>
              <a:gd name="connsiteX55384" fmla="*/ 1380932 w 2119654"/>
              <a:gd name="connsiteY55384" fmla="*/ 520210 h 2398711"/>
              <a:gd name="connsiteX55385" fmla="*/ 1379417 w 2119654"/>
              <a:gd name="connsiteY55385" fmla="*/ 511853 h 2398711"/>
              <a:gd name="connsiteX55386" fmla="*/ 1378957 w 2119654"/>
              <a:gd name="connsiteY55386" fmla="*/ 512510 h 2398711"/>
              <a:gd name="connsiteX55387" fmla="*/ 675263 w 2119654"/>
              <a:gd name="connsiteY55387" fmla="*/ 2084555 h 2398711"/>
              <a:gd name="connsiteX55388" fmla="*/ 676357 w 2119654"/>
              <a:gd name="connsiteY55388" fmla="*/ 2086850 h 2398711"/>
              <a:gd name="connsiteX55389" fmla="*/ 676618 w 2119654"/>
              <a:gd name="connsiteY55389" fmla="*/ 2087380 h 2398711"/>
              <a:gd name="connsiteX55390" fmla="*/ 677747 w 2119654"/>
              <a:gd name="connsiteY55390" fmla="*/ 2087871 h 2398711"/>
              <a:gd name="connsiteX55391" fmla="*/ 679132 w 2119654"/>
              <a:gd name="connsiteY55391" fmla="*/ 2088342 h 2398711"/>
              <a:gd name="connsiteX55392" fmla="*/ 681224 w 2119654"/>
              <a:gd name="connsiteY55392" fmla="*/ 2088382 h 2398711"/>
              <a:gd name="connsiteX55393" fmla="*/ 681116 w 2119654"/>
              <a:gd name="connsiteY55393" fmla="*/ 2085669 h 2398711"/>
              <a:gd name="connsiteX55394" fmla="*/ 681036 w 2119654"/>
              <a:gd name="connsiteY55394" fmla="*/ 2085655 h 2398711"/>
              <a:gd name="connsiteX55395" fmla="*/ 1397757 w 2119654"/>
              <a:gd name="connsiteY55395" fmla="*/ 466711 h 2398711"/>
              <a:gd name="connsiteX55396" fmla="*/ 1401673 w 2119654"/>
              <a:gd name="connsiteY55396" fmla="*/ 474529 h 2398711"/>
              <a:gd name="connsiteX55397" fmla="*/ 1398909 w 2119654"/>
              <a:gd name="connsiteY55397" fmla="*/ 465414 h 2398711"/>
              <a:gd name="connsiteX55398" fmla="*/ 1370126 w 2119654"/>
              <a:gd name="connsiteY55398" fmla="*/ 528472 h 2398711"/>
              <a:gd name="connsiteX55399" fmla="*/ 1370244 w 2119654"/>
              <a:gd name="connsiteY55399" fmla="*/ 528767 h 2398711"/>
              <a:gd name="connsiteX55400" fmla="*/ 1370169 w 2119654"/>
              <a:gd name="connsiteY55400" fmla="*/ 528441 h 2398711"/>
              <a:gd name="connsiteX55401" fmla="*/ 1373285 w 2119654"/>
              <a:gd name="connsiteY55401" fmla="*/ 521366 h 2398711"/>
              <a:gd name="connsiteX55402" fmla="*/ 1374206 w 2119654"/>
              <a:gd name="connsiteY55402" fmla="*/ 523826 h 2398711"/>
              <a:gd name="connsiteX55403" fmla="*/ 1374717 w 2119654"/>
              <a:gd name="connsiteY55403" fmla="*/ 524571 h 2398711"/>
              <a:gd name="connsiteX55404" fmla="*/ 1376065 w 2119654"/>
              <a:gd name="connsiteY55404" fmla="*/ 523625 h 2398711"/>
              <a:gd name="connsiteX55405" fmla="*/ 1374513 w 2119654"/>
              <a:gd name="connsiteY55405" fmla="*/ 521965 h 2398711"/>
              <a:gd name="connsiteX55406" fmla="*/ 1373524 w 2119654"/>
              <a:gd name="connsiteY55406" fmla="*/ 520992 h 2398711"/>
              <a:gd name="connsiteX55407" fmla="*/ 670501 w 2119654"/>
              <a:gd name="connsiteY55407" fmla="*/ 2094996 h 2398711"/>
              <a:gd name="connsiteX55408" fmla="*/ 671066 w 2119654"/>
              <a:gd name="connsiteY55408" fmla="*/ 2096765 h 2398711"/>
              <a:gd name="connsiteX55409" fmla="*/ 672032 w 2119654"/>
              <a:gd name="connsiteY55409" fmla="*/ 2097032 h 2398711"/>
              <a:gd name="connsiteX55410" fmla="*/ 674532 w 2119654"/>
              <a:gd name="connsiteY55410" fmla="*/ 2096115 h 2398711"/>
              <a:gd name="connsiteX55411" fmla="*/ 674325 w 2119654"/>
              <a:gd name="connsiteY55411" fmla="*/ 2093854 h 2398711"/>
              <a:gd name="connsiteX55412" fmla="*/ 691885 w 2119654"/>
              <a:gd name="connsiteY55412" fmla="*/ 2046854 h 2398711"/>
              <a:gd name="connsiteX55413" fmla="*/ 693762 w 2119654"/>
              <a:gd name="connsiteY55413" fmla="*/ 2050880 h 2398711"/>
              <a:gd name="connsiteX55414" fmla="*/ 694227 w 2119654"/>
              <a:gd name="connsiteY55414" fmla="*/ 2050928 h 2398711"/>
              <a:gd name="connsiteX55415" fmla="*/ 692245 w 2119654"/>
              <a:gd name="connsiteY55415" fmla="*/ 2046746 h 2398711"/>
              <a:gd name="connsiteX55416" fmla="*/ 691374 w 2119654"/>
              <a:gd name="connsiteY55416" fmla="*/ 2047468 h 2398711"/>
              <a:gd name="connsiteX55417" fmla="*/ 692675 w 2119654"/>
              <a:gd name="connsiteY55417" fmla="*/ 2050770 h 2398711"/>
              <a:gd name="connsiteX55418" fmla="*/ 692925 w 2119654"/>
              <a:gd name="connsiteY55418" fmla="*/ 2050796 h 2398711"/>
              <a:gd name="connsiteX55419" fmla="*/ 674796 w 2119654"/>
              <a:gd name="connsiteY55419" fmla="*/ 2084466 h 2398711"/>
              <a:gd name="connsiteX55420" fmla="*/ 674873 w 2119654"/>
              <a:gd name="connsiteY55420" fmla="*/ 2085308 h 2398711"/>
              <a:gd name="connsiteX55421" fmla="*/ 676363 w 2119654"/>
              <a:gd name="connsiteY55421" fmla="*/ 2087266 h 2398711"/>
              <a:gd name="connsiteX55422" fmla="*/ 675001 w 2119654"/>
              <a:gd name="connsiteY55422" fmla="*/ 2084505 h 2398711"/>
              <a:gd name="connsiteX55423" fmla="*/ 1342540 w 2119654"/>
              <a:gd name="connsiteY55423" fmla="*/ 589151 h 2398711"/>
              <a:gd name="connsiteX55424" fmla="*/ 1342476 w 2119654"/>
              <a:gd name="connsiteY55424" fmla="*/ 589514 h 2398711"/>
              <a:gd name="connsiteX55425" fmla="*/ 1343921 w 2119654"/>
              <a:gd name="connsiteY55425" fmla="*/ 591619 h 2398711"/>
              <a:gd name="connsiteX55426" fmla="*/ 669841 w 2119654"/>
              <a:gd name="connsiteY55426" fmla="*/ 2095193 h 2398711"/>
              <a:gd name="connsiteX55427" fmla="*/ 670163 w 2119654"/>
              <a:gd name="connsiteY55427" fmla="*/ 2096516 h 2398711"/>
              <a:gd name="connsiteX55428" fmla="*/ 670449 w 2119654"/>
              <a:gd name="connsiteY55428" fmla="*/ 2096595 h 2398711"/>
              <a:gd name="connsiteX55429" fmla="*/ 669987 w 2119654"/>
              <a:gd name="connsiteY55429" fmla="*/ 2095149 h 2398711"/>
              <a:gd name="connsiteX55430" fmla="*/ 674754 w 2119654"/>
              <a:gd name="connsiteY55430" fmla="*/ 2084003 h 2398711"/>
              <a:gd name="connsiteX55431" fmla="*/ 674775 w 2119654"/>
              <a:gd name="connsiteY55431" fmla="*/ 2084234 h 2398711"/>
              <a:gd name="connsiteX55432" fmla="*/ 674876 w 2119654"/>
              <a:gd name="connsiteY55432" fmla="*/ 2084252 h 2398711"/>
              <a:gd name="connsiteX55433" fmla="*/ 679527 w 2119654"/>
              <a:gd name="connsiteY55433" fmla="*/ 2073223 h 2398711"/>
              <a:gd name="connsiteX55434" fmla="*/ 680027 w 2119654"/>
              <a:gd name="connsiteY55434" fmla="*/ 2073423 h 2398711"/>
              <a:gd name="connsiteX55435" fmla="*/ 680633 w 2119654"/>
              <a:gd name="connsiteY55435" fmla="*/ 2073450 h 2398711"/>
              <a:gd name="connsiteX55436" fmla="*/ 680591 w 2119654"/>
              <a:gd name="connsiteY55436" fmla="*/ 2072399 h 2398711"/>
              <a:gd name="connsiteX55437" fmla="*/ 1369051 w 2119654"/>
              <a:gd name="connsiteY55437" fmla="*/ 529226 h 2398711"/>
              <a:gd name="connsiteX55438" fmla="*/ 1369237 w 2119654"/>
              <a:gd name="connsiteY55438" fmla="*/ 534005 h 2398711"/>
              <a:gd name="connsiteX55439" fmla="*/ 1369705 w 2119654"/>
              <a:gd name="connsiteY55439" fmla="*/ 535102 h 2398711"/>
              <a:gd name="connsiteX55440" fmla="*/ 1370622 w 2119654"/>
              <a:gd name="connsiteY55440" fmla="*/ 530407 h 2398711"/>
              <a:gd name="connsiteX55441" fmla="*/ 1370515 w 2119654"/>
              <a:gd name="connsiteY55441" fmla="*/ 529944 h 2398711"/>
              <a:gd name="connsiteX55442" fmla="*/ 1369970 w 2119654"/>
              <a:gd name="connsiteY55442" fmla="*/ 528581 h 2398711"/>
              <a:gd name="connsiteX55443" fmla="*/ 680913 w 2119654"/>
              <a:gd name="connsiteY55443" fmla="*/ 2070031 h 2398711"/>
              <a:gd name="connsiteX55444" fmla="*/ 680956 w 2119654"/>
              <a:gd name="connsiteY55444" fmla="*/ 2071701 h 2398711"/>
              <a:gd name="connsiteX55445" fmla="*/ 682250 w 2119654"/>
              <a:gd name="connsiteY55445" fmla="*/ 2070670 h 2398711"/>
              <a:gd name="connsiteX55446" fmla="*/ 1370168 w 2119654"/>
              <a:gd name="connsiteY55446" fmla="*/ 526229 h 2398711"/>
              <a:gd name="connsiteX55447" fmla="*/ 1370352 w 2119654"/>
              <a:gd name="connsiteY55447" fmla="*/ 527297 h 2398711"/>
              <a:gd name="connsiteX55448" fmla="*/ 1370422 w 2119654"/>
              <a:gd name="connsiteY55448" fmla="*/ 527585 h 2398711"/>
              <a:gd name="connsiteX55449" fmla="*/ 1371292 w 2119654"/>
              <a:gd name="connsiteY55449" fmla="*/ 526974 h 2398711"/>
              <a:gd name="connsiteX55450" fmla="*/ 1371994 w 2119654"/>
              <a:gd name="connsiteY55450" fmla="*/ 523379 h 2398711"/>
              <a:gd name="connsiteX55451" fmla="*/ 674687 w 2119654"/>
              <a:gd name="connsiteY55451" fmla="*/ 2083269 h 2398711"/>
              <a:gd name="connsiteX55452" fmla="*/ 674695 w 2119654"/>
              <a:gd name="connsiteY55452" fmla="*/ 2083361 h 2398711"/>
              <a:gd name="connsiteX55453" fmla="*/ 675141 w 2119654"/>
              <a:gd name="connsiteY55453" fmla="*/ 2084299 h 2398711"/>
              <a:gd name="connsiteX55454" fmla="*/ 681104 w 2119654"/>
              <a:gd name="connsiteY55454" fmla="*/ 2085351 h 2398711"/>
              <a:gd name="connsiteX55455" fmla="*/ 680983 w 2119654"/>
              <a:gd name="connsiteY55455" fmla="*/ 2082301 h 2398711"/>
              <a:gd name="connsiteX55456" fmla="*/ 1369582 w 2119654"/>
              <a:gd name="connsiteY55456" fmla="*/ 527146 h 2398711"/>
              <a:gd name="connsiteX55457" fmla="*/ 1369599 w 2119654"/>
              <a:gd name="connsiteY55457" fmla="*/ 527156 h 2398711"/>
              <a:gd name="connsiteX55458" fmla="*/ 1369914 w 2119654"/>
              <a:gd name="connsiteY55458" fmla="*/ 527941 h 2398711"/>
              <a:gd name="connsiteX55459" fmla="*/ 1370034 w 2119654"/>
              <a:gd name="connsiteY55459" fmla="*/ 527857 h 2398711"/>
              <a:gd name="connsiteX55460" fmla="*/ 1369794 w 2119654"/>
              <a:gd name="connsiteY55460" fmla="*/ 526814 h 2398711"/>
              <a:gd name="connsiteX55461" fmla="*/ 1383470 w 2119654"/>
              <a:gd name="connsiteY55461" fmla="*/ 496036 h 2398711"/>
              <a:gd name="connsiteX55462" fmla="*/ 1383501 w 2119654"/>
              <a:gd name="connsiteY55462" fmla="*/ 499533 h 2398711"/>
              <a:gd name="connsiteX55463" fmla="*/ 1385158 w 2119654"/>
              <a:gd name="connsiteY55463" fmla="*/ 503067 h 2398711"/>
              <a:gd name="connsiteX55464" fmla="*/ 1386433 w 2119654"/>
              <a:gd name="connsiteY55464" fmla="*/ 501242 h 2398711"/>
              <a:gd name="connsiteX55465" fmla="*/ 682078 w 2119654"/>
              <a:gd name="connsiteY55465" fmla="*/ 2066579 h 2398711"/>
              <a:gd name="connsiteX55466" fmla="*/ 688322 w 2119654"/>
              <a:gd name="connsiteY55466" fmla="*/ 2065525 h 2398711"/>
              <a:gd name="connsiteX55467" fmla="*/ 686479 w 2119654"/>
              <a:gd name="connsiteY55467" fmla="*/ 2065207 h 2398711"/>
              <a:gd name="connsiteX55468" fmla="*/ 1369005 w 2119654"/>
              <a:gd name="connsiteY55468" fmla="*/ 528046 h 2398711"/>
              <a:gd name="connsiteX55469" fmla="*/ 1369026 w 2119654"/>
              <a:gd name="connsiteY55469" fmla="*/ 528564 h 2398711"/>
              <a:gd name="connsiteX55470" fmla="*/ 1369757 w 2119654"/>
              <a:gd name="connsiteY55470" fmla="*/ 528051 h 2398711"/>
              <a:gd name="connsiteX55471" fmla="*/ 1369467 w 2119654"/>
              <a:gd name="connsiteY55471" fmla="*/ 527325 h 2398711"/>
              <a:gd name="connsiteX55472" fmla="*/ 1368384 w 2119654"/>
              <a:gd name="connsiteY55472" fmla="*/ 529015 h 2398711"/>
              <a:gd name="connsiteX55473" fmla="*/ 1368540 w 2119654"/>
              <a:gd name="connsiteY55473" fmla="*/ 528906 h 2398711"/>
              <a:gd name="connsiteX55474" fmla="*/ 1368536 w 2119654"/>
              <a:gd name="connsiteY55474" fmla="*/ 528777 h 2398711"/>
              <a:gd name="connsiteX55475" fmla="*/ 661742 w 2119654"/>
              <a:gd name="connsiteY55475" fmla="*/ 2110959 h 2398711"/>
              <a:gd name="connsiteX55476" fmla="*/ 668864 w 2119654"/>
              <a:gd name="connsiteY55476" fmla="*/ 2110187 h 2398711"/>
              <a:gd name="connsiteX55477" fmla="*/ 672077 w 2119654"/>
              <a:gd name="connsiteY55477" fmla="*/ 2109530 h 2398711"/>
              <a:gd name="connsiteX55478" fmla="*/ 671786 w 2119654"/>
              <a:gd name="connsiteY55478" fmla="*/ 2108513 h 2398711"/>
              <a:gd name="connsiteX55479" fmla="*/ 667417 w 2119654"/>
              <a:gd name="connsiteY55479" fmla="*/ 2109681 h 2398711"/>
              <a:gd name="connsiteX55480" fmla="*/ 1367627 w 2119654"/>
              <a:gd name="connsiteY55480" fmla="*/ 530225 h 2398711"/>
              <a:gd name="connsiteX55481" fmla="*/ 1368689 w 2119654"/>
              <a:gd name="connsiteY55481" fmla="*/ 532720 h 2398711"/>
              <a:gd name="connsiteX55482" fmla="*/ 1368567 w 2119654"/>
              <a:gd name="connsiteY55482" fmla="*/ 529566 h 2398711"/>
              <a:gd name="connsiteX55483" fmla="*/ 669331 w 2119654"/>
              <a:gd name="connsiteY55483" fmla="*/ 2093096 h 2398711"/>
              <a:gd name="connsiteX55484" fmla="*/ 669734 w 2119654"/>
              <a:gd name="connsiteY55484" fmla="*/ 2094751 h 2398711"/>
              <a:gd name="connsiteX55485" fmla="*/ 669849 w 2119654"/>
              <a:gd name="connsiteY55485" fmla="*/ 2094716 h 2398711"/>
              <a:gd name="connsiteX55486" fmla="*/ 680837 w 2119654"/>
              <a:gd name="connsiteY55486" fmla="*/ 2067070 h 2398711"/>
              <a:gd name="connsiteX55487" fmla="*/ 680903 w 2119654"/>
              <a:gd name="connsiteY55487" fmla="*/ 2069623 h 2398711"/>
              <a:gd name="connsiteX55488" fmla="*/ 682565 w 2119654"/>
              <a:gd name="connsiteY55488" fmla="*/ 2070419 h 2398711"/>
              <a:gd name="connsiteX55489" fmla="*/ 688238 w 2119654"/>
              <a:gd name="connsiteY55489" fmla="*/ 2065902 h 2398711"/>
              <a:gd name="connsiteX55490" fmla="*/ 686774 w 2119654"/>
              <a:gd name="connsiteY55490" fmla="*/ 2066149 h 2398711"/>
              <a:gd name="connsiteX55491" fmla="*/ 669595 w 2119654"/>
              <a:gd name="connsiteY55491" fmla="*/ 2092158 h 2398711"/>
              <a:gd name="connsiteX55492" fmla="*/ 670360 w 2119654"/>
              <a:gd name="connsiteY55492" fmla="*/ 2094555 h 2398711"/>
              <a:gd name="connsiteX55493" fmla="*/ 674277 w 2119654"/>
              <a:gd name="connsiteY55493" fmla="*/ 2093327 h 2398711"/>
              <a:gd name="connsiteX55494" fmla="*/ 674137 w 2119654"/>
              <a:gd name="connsiteY55494" fmla="*/ 2091794 h 2398711"/>
              <a:gd name="connsiteX55495" fmla="*/ 1366000 w 2119654"/>
              <a:gd name="connsiteY55495" fmla="*/ 532737 h 2398711"/>
              <a:gd name="connsiteX55496" fmla="*/ 1366665 w 2119654"/>
              <a:gd name="connsiteY55496" fmla="*/ 534381 h 2398711"/>
              <a:gd name="connsiteX55497" fmla="*/ 1366584 w 2119654"/>
              <a:gd name="connsiteY55497" fmla="*/ 533843 h 2398711"/>
              <a:gd name="connsiteX55498" fmla="*/ 1366866 w 2119654"/>
              <a:gd name="connsiteY55498" fmla="*/ 534107 h 2398711"/>
              <a:gd name="connsiteX55499" fmla="*/ 1367050 w 2119654"/>
              <a:gd name="connsiteY55499" fmla="*/ 535332 h 2398711"/>
              <a:gd name="connsiteX55500" fmla="*/ 1368191 w 2119654"/>
              <a:gd name="connsiteY55500" fmla="*/ 538148 h 2398711"/>
              <a:gd name="connsiteX55501" fmla="*/ 1368888 w 2119654"/>
              <a:gd name="connsiteY55501" fmla="*/ 539286 h 2398711"/>
              <a:gd name="connsiteX55502" fmla="*/ 1368936 w 2119654"/>
              <a:gd name="connsiteY55502" fmla="*/ 539039 h 2398711"/>
              <a:gd name="connsiteX55503" fmla="*/ 1368802 w 2119654"/>
              <a:gd name="connsiteY55503" fmla="*/ 535608 h 2398711"/>
              <a:gd name="connsiteX55504" fmla="*/ 1366948 w 2119654"/>
              <a:gd name="connsiteY55504" fmla="*/ 531255 h 2398711"/>
              <a:gd name="connsiteX55505" fmla="*/ 674491 w 2119654"/>
              <a:gd name="connsiteY55505" fmla="*/ 2081127 h 2398711"/>
              <a:gd name="connsiteX55506" fmla="*/ 674530 w 2119654"/>
              <a:gd name="connsiteY55506" fmla="*/ 2081557 h 2398711"/>
              <a:gd name="connsiteX55507" fmla="*/ 680912 w 2119654"/>
              <a:gd name="connsiteY55507" fmla="*/ 2080501 h 2398711"/>
              <a:gd name="connsiteX55508" fmla="*/ 680895 w 2119654"/>
              <a:gd name="connsiteY55508" fmla="*/ 2080087 h 2398711"/>
              <a:gd name="connsiteX55509" fmla="*/ 1365424 w 2119654"/>
              <a:gd name="connsiteY55509" fmla="*/ 533635 h 2398711"/>
              <a:gd name="connsiteX55510" fmla="*/ 1365883 w 2119654"/>
              <a:gd name="connsiteY55510" fmla="*/ 534385 h 2398711"/>
              <a:gd name="connsiteX55511" fmla="*/ 1365546 w 2119654"/>
              <a:gd name="connsiteY55511" fmla="*/ 533445 h 2398711"/>
              <a:gd name="connsiteX55512" fmla="*/ 667693 w 2119654"/>
              <a:gd name="connsiteY55512" fmla="*/ 2095834 h 2398711"/>
              <a:gd name="connsiteX55513" fmla="*/ 668610 w 2119654"/>
              <a:gd name="connsiteY55513" fmla="*/ 2096087 h 2398711"/>
              <a:gd name="connsiteX55514" fmla="*/ 668491 w 2119654"/>
              <a:gd name="connsiteY55514" fmla="*/ 2095596 h 2398711"/>
              <a:gd name="connsiteX55515" fmla="*/ 1364526 w 2119654"/>
              <a:gd name="connsiteY55515" fmla="*/ 535036 h 2398711"/>
              <a:gd name="connsiteX55516" fmla="*/ 1367469 w 2119654"/>
              <a:gd name="connsiteY55516" fmla="*/ 539729 h 2398711"/>
              <a:gd name="connsiteX55517" fmla="*/ 1367228 w 2119654"/>
              <a:gd name="connsiteY55517" fmla="*/ 538130 h 2398711"/>
              <a:gd name="connsiteX55518" fmla="*/ 1367087 w 2119654"/>
              <a:gd name="connsiteY55518" fmla="*/ 537737 h 2398711"/>
              <a:gd name="connsiteX55519" fmla="*/ 1365021 w 2119654"/>
              <a:gd name="connsiteY55519" fmla="*/ 534263 h 2398711"/>
              <a:gd name="connsiteX55520" fmla="*/ 690523 w 2119654"/>
              <a:gd name="connsiteY55520" fmla="*/ 2043933 h 2398711"/>
              <a:gd name="connsiteX55521" fmla="*/ 691408 w 2119654"/>
              <a:gd name="connsiteY55521" fmla="*/ 2045833 h 2398711"/>
              <a:gd name="connsiteX55522" fmla="*/ 691788 w 2119654"/>
              <a:gd name="connsiteY55522" fmla="*/ 2045782 h 2398711"/>
              <a:gd name="connsiteX55523" fmla="*/ 690885 w 2119654"/>
              <a:gd name="connsiteY55523" fmla="*/ 2043879 h 2398711"/>
              <a:gd name="connsiteX55524" fmla="*/ 1365567 w 2119654"/>
              <a:gd name="connsiteY55524" fmla="*/ 531670 h 2398711"/>
              <a:gd name="connsiteX55525" fmla="*/ 1365607 w 2119654"/>
              <a:gd name="connsiteY55525" fmla="*/ 531768 h 2398711"/>
              <a:gd name="connsiteX55526" fmla="*/ 1365752 w 2119654"/>
              <a:gd name="connsiteY55526" fmla="*/ 531541 h 2398711"/>
              <a:gd name="connsiteX55527" fmla="*/ 680763 w 2119654"/>
              <a:gd name="connsiteY55527" fmla="*/ 2064222 h 2398711"/>
              <a:gd name="connsiteX55528" fmla="*/ 680818 w 2119654"/>
              <a:gd name="connsiteY55528" fmla="*/ 2066343 h 2398711"/>
              <a:gd name="connsiteX55529" fmla="*/ 685182 w 2119654"/>
              <a:gd name="connsiteY55529" fmla="*/ 2064983 h 2398711"/>
              <a:gd name="connsiteX55530" fmla="*/ 1361183 w 2119654"/>
              <a:gd name="connsiteY55530" fmla="*/ 540255 h 2398711"/>
              <a:gd name="connsiteX55531" fmla="*/ 1360835 w 2119654"/>
              <a:gd name="connsiteY55531" fmla="*/ 547001 h 2398711"/>
              <a:gd name="connsiteX55532" fmla="*/ 1360870 w 2119654"/>
              <a:gd name="connsiteY55532" fmla="*/ 547107 h 2398711"/>
              <a:gd name="connsiteX55533" fmla="*/ 1361975 w 2119654"/>
              <a:gd name="connsiteY55533" fmla="*/ 548443 h 2398711"/>
              <a:gd name="connsiteX55534" fmla="*/ 1361709 w 2119654"/>
              <a:gd name="connsiteY55534" fmla="*/ 547944 h 2398711"/>
              <a:gd name="connsiteX55535" fmla="*/ 1362081 w 2119654"/>
              <a:gd name="connsiteY55535" fmla="*/ 548106 h 2398711"/>
              <a:gd name="connsiteX55536" fmla="*/ 1362778 w 2119654"/>
              <a:gd name="connsiteY55536" fmla="*/ 549413 h 2398711"/>
              <a:gd name="connsiteX55537" fmla="*/ 1363394 w 2119654"/>
              <a:gd name="connsiteY55537" fmla="*/ 550159 h 2398711"/>
              <a:gd name="connsiteX55538" fmla="*/ 1364908 w 2119654"/>
              <a:gd name="connsiteY55538" fmla="*/ 540093 h 2398711"/>
              <a:gd name="connsiteX55539" fmla="*/ 1363116 w 2119654"/>
              <a:gd name="connsiteY55539" fmla="*/ 537238 h 2398711"/>
              <a:gd name="connsiteX55540" fmla="*/ 1410381 w 2119654"/>
              <a:gd name="connsiteY55540" fmla="*/ 429976 h 2398711"/>
              <a:gd name="connsiteX55541" fmla="*/ 1410708 w 2119654"/>
              <a:gd name="connsiteY55541" fmla="*/ 433787 h 2398711"/>
              <a:gd name="connsiteX55542" fmla="*/ 1411524 w 2119654"/>
              <a:gd name="connsiteY55542" fmla="*/ 445117 h 2398711"/>
              <a:gd name="connsiteX55543" fmla="*/ 1426937 w 2119654"/>
              <a:gd name="connsiteY55543" fmla="*/ 431464 h 2398711"/>
              <a:gd name="connsiteX55544" fmla="*/ 1425467 w 2119654"/>
              <a:gd name="connsiteY55544" fmla="*/ 422889 h 2398711"/>
              <a:gd name="connsiteX55545" fmla="*/ 1425905 w 2119654"/>
              <a:gd name="connsiteY55545" fmla="*/ 423217 h 2398711"/>
              <a:gd name="connsiteX55546" fmla="*/ 1427268 w 2119654"/>
              <a:gd name="connsiteY55546" fmla="*/ 431171 h 2398711"/>
              <a:gd name="connsiteX55547" fmla="*/ 1431022 w 2119654"/>
              <a:gd name="connsiteY55547" fmla="*/ 427846 h 2398711"/>
              <a:gd name="connsiteX55548" fmla="*/ 1429088 w 2119654"/>
              <a:gd name="connsiteY55548" fmla="*/ 413853 h 2398711"/>
              <a:gd name="connsiteX55549" fmla="*/ 1429241 w 2119654"/>
              <a:gd name="connsiteY55549" fmla="*/ 413998 h 2398711"/>
              <a:gd name="connsiteX55550" fmla="*/ 1431139 w 2119654"/>
              <a:gd name="connsiteY55550" fmla="*/ 427742 h 2398711"/>
              <a:gd name="connsiteX55551" fmla="*/ 1434576 w 2119654"/>
              <a:gd name="connsiteY55551" fmla="*/ 424697 h 2398711"/>
              <a:gd name="connsiteX55552" fmla="*/ 1426190 w 2119654"/>
              <a:gd name="connsiteY55552" fmla="*/ 407607 h 2398711"/>
              <a:gd name="connsiteX55553" fmla="*/ 1423214 w 2119654"/>
              <a:gd name="connsiteY55553" fmla="*/ 411320 h 2398711"/>
              <a:gd name="connsiteX55554" fmla="*/ 671814 w 2119654"/>
              <a:gd name="connsiteY55554" fmla="*/ 2083711 h 2398711"/>
              <a:gd name="connsiteX55555" fmla="*/ 672195 w 2119654"/>
              <a:gd name="connsiteY55555" fmla="*/ 2083778 h 2398711"/>
              <a:gd name="connsiteX55556" fmla="*/ 672102 w 2119654"/>
              <a:gd name="connsiteY55556" fmla="*/ 2083667 h 2398711"/>
              <a:gd name="connsiteX55557" fmla="*/ 674882 w 2119654"/>
              <a:gd name="connsiteY55557" fmla="*/ 2076817 h 2398711"/>
              <a:gd name="connsiteX55558" fmla="*/ 680737 w 2119654"/>
              <a:gd name="connsiteY55558" fmla="*/ 2076090 h 2398711"/>
              <a:gd name="connsiteX55559" fmla="*/ 680679 w 2119654"/>
              <a:gd name="connsiteY55559" fmla="*/ 2074612 h 2398711"/>
              <a:gd name="connsiteX55560" fmla="*/ 678943 w 2119654"/>
              <a:gd name="connsiteY55560" fmla="*/ 2073836 h 2398711"/>
              <a:gd name="connsiteX55561" fmla="*/ 678748 w 2119654"/>
              <a:gd name="connsiteY55561" fmla="*/ 2073825 h 2398711"/>
              <a:gd name="connsiteX55562" fmla="*/ 1364625 w 2119654"/>
              <a:gd name="connsiteY55562" fmla="*/ 532332 h 2398711"/>
              <a:gd name="connsiteX55563" fmla="*/ 1364928 w 2119654"/>
              <a:gd name="connsiteY55563" fmla="*/ 532826 h 2398711"/>
              <a:gd name="connsiteX55564" fmla="*/ 1365182 w 2119654"/>
              <a:gd name="connsiteY55564" fmla="*/ 532431 h 2398711"/>
              <a:gd name="connsiteX55565" fmla="*/ 1365042 w 2119654"/>
              <a:gd name="connsiteY55565" fmla="*/ 532039 h 2398711"/>
              <a:gd name="connsiteX55566" fmla="*/ 686390 w 2119654"/>
              <a:gd name="connsiteY55566" fmla="*/ 2050966 h 2398711"/>
              <a:gd name="connsiteX55567" fmla="*/ 689409 w 2119654"/>
              <a:gd name="connsiteY55567" fmla="*/ 2054856 h 2398711"/>
              <a:gd name="connsiteX55568" fmla="*/ 694030 w 2119654"/>
              <a:gd name="connsiteY55568" fmla="*/ 2055343 h 2398711"/>
              <a:gd name="connsiteX55569" fmla="*/ 692535 w 2119654"/>
              <a:gd name="connsiteY55569" fmla="*/ 2051695 h 2398711"/>
              <a:gd name="connsiteX55570" fmla="*/ 692262 w 2119654"/>
              <a:gd name="connsiteY55570" fmla="*/ 2051575 h 2398711"/>
              <a:gd name="connsiteX55571" fmla="*/ 689949 w 2119654"/>
              <a:gd name="connsiteY55571" fmla="*/ 2042701 h 2398711"/>
              <a:gd name="connsiteX55572" fmla="*/ 690358 w 2119654"/>
              <a:gd name="connsiteY55572" fmla="*/ 2043581 h 2398711"/>
              <a:gd name="connsiteX55573" fmla="*/ 690716 w 2119654"/>
              <a:gd name="connsiteY55573" fmla="*/ 2043521 h 2398711"/>
              <a:gd name="connsiteX55574" fmla="*/ 690331 w 2119654"/>
              <a:gd name="connsiteY55574" fmla="*/ 2042711 h 2398711"/>
              <a:gd name="connsiteX55575" fmla="*/ 1397203 w 2119654"/>
              <a:gd name="connsiteY55575" fmla="*/ 459023 h 2398711"/>
              <a:gd name="connsiteX55576" fmla="*/ 1397539 w 2119654"/>
              <a:gd name="connsiteY55576" fmla="*/ 460129 h 2398711"/>
              <a:gd name="connsiteX55577" fmla="*/ 1397655 w 2119654"/>
              <a:gd name="connsiteY55577" fmla="*/ 459999 h 2398711"/>
              <a:gd name="connsiteX55578" fmla="*/ 668856 w 2119654"/>
              <a:gd name="connsiteY55578" fmla="*/ 2089844 h 2398711"/>
              <a:gd name="connsiteX55579" fmla="*/ 669373 w 2119654"/>
              <a:gd name="connsiteY55579" fmla="*/ 2091465 h 2398711"/>
              <a:gd name="connsiteX55580" fmla="*/ 673767 w 2119654"/>
              <a:gd name="connsiteY55580" fmla="*/ 2091203 h 2398711"/>
              <a:gd name="connsiteX55581" fmla="*/ 674080 w 2119654"/>
              <a:gd name="connsiteY55581" fmla="*/ 2091178 h 2398711"/>
              <a:gd name="connsiteX55582" fmla="*/ 674029 w 2119654"/>
              <a:gd name="connsiteY55582" fmla="*/ 2090621 h 2398711"/>
              <a:gd name="connsiteX55583" fmla="*/ 673220 w 2119654"/>
              <a:gd name="connsiteY55583" fmla="*/ 2090269 h 2398711"/>
              <a:gd name="connsiteX55584" fmla="*/ 1368788 w 2119654"/>
              <a:gd name="connsiteY55584" fmla="*/ 522463 h 2398711"/>
              <a:gd name="connsiteX55585" fmla="*/ 1368947 w 2119654"/>
              <a:gd name="connsiteY55585" fmla="*/ 526552 h 2398711"/>
              <a:gd name="connsiteX55586" fmla="*/ 1369526 w 2119654"/>
              <a:gd name="connsiteY55586" fmla="*/ 525649 h 2398711"/>
              <a:gd name="connsiteX55587" fmla="*/ 1368862 w 2119654"/>
              <a:gd name="connsiteY55587" fmla="*/ 522766 h 2398711"/>
              <a:gd name="connsiteX55588" fmla="*/ 674148 w 2119654"/>
              <a:gd name="connsiteY55588" fmla="*/ 2077385 h 2398711"/>
              <a:gd name="connsiteX55589" fmla="*/ 674367 w 2119654"/>
              <a:gd name="connsiteY55589" fmla="*/ 2079776 h 2398711"/>
              <a:gd name="connsiteX55590" fmla="*/ 675514 w 2119654"/>
              <a:gd name="connsiteY55590" fmla="*/ 2079590 h 2398711"/>
              <a:gd name="connsiteX55591" fmla="*/ 680815 w 2119654"/>
              <a:gd name="connsiteY55591" fmla="*/ 2078060 h 2398711"/>
              <a:gd name="connsiteX55592" fmla="*/ 680748 w 2119654"/>
              <a:gd name="connsiteY55592" fmla="*/ 2076365 h 2398711"/>
              <a:gd name="connsiteX55593" fmla="*/ 674456 w 2119654"/>
              <a:gd name="connsiteY55593" fmla="*/ 2077147 h 2398711"/>
              <a:gd name="connsiteX55594" fmla="*/ 672000 w 2119654"/>
              <a:gd name="connsiteY55594" fmla="*/ 2081532 h 2398711"/>
              <a:gd name="connsiteX55595" fmla="*/ 672284 w 2119654"/>
              <a:gd name="connsiteY55595" fmla="*/ 2081904 h 2398711"/>
              <a:gd name="connsiteX55596" fmla="*/ 673219 w 2119654"/>
              <a:gd name="connsiteY55596" fmla="*/ 2081762 h 2398711"/>
              <a:gd name="connsiteX55597" fmla="*/ 673180 w 2119654"/>
              <a:gd name="connsiteY55597" fmla="*/ 2081339 h 2398711"/>
              <a:gd name="connsiteX55598" fmla="*/ 1363378 w 2119654"/>
              <a:gd name="connsiteY55598" fmla="*/ 533206 h 2398711"/>
              <a:gd name="connsiteX55599" fmla="*/ 1364025 w 2119654"/>
              <a:gd name="connsiteY55599" fmla="*/ 534237 h 2398711"/>
              <a:gd name="connsiteX55600" fmla="*/ 1364533 w 2119654"/>
              <a:gd name="connsiteY55600" fmla="*/ 533443 h 2398711"/>
              <a:gd name="connsiteX55601" fmla="*/ 1364094 w 2119654"/>
              <a:gd name="connsiteY55601" fmla="*/ 532704 h 2398711"/>
              <a:gd name="connsiteX55602" fmla="*/ 683907 w 2119654"/>
              <a:gd name="connsiteY55602" fmla="*/ 2054553 h 2398711"/>
              <a:gd name="connsiteX55603" fmla="*/ 687452 w 2119654"/>
              <a:gd name="connsiteY55603" fmla="*/ 2058014 h 2398711"/>
              <a:gd name="connsiteX55604" fmla="*/ 691065 w 2119654"/>
              <a:gd name="connsiteY55604" fmla="*/ 2058087 h 2398711"/>
              <a:gd name="connsiteX55605" fmla="*/ 688775 w 2119654"/>
              <a:gd name="connsiteY55605" fmla="*/ 2055135 h 2398711"/>
              <a:gd name="connsiteX55606" fmla="*/ 668527 w 2119654"/>
              <a:gd name="connsiteY55606" fmla="*/ 2088814 h 2398711"/>
              <a:gd name="connsiteX55607" fmla="*/ 668694 w 2119654"/>
              <a:gd name="connsiteY55607" fmla="*/ 2089337 h 2398711"/>
              <a:gd name="connsiteX55608" fmla="*/ 671772 w 2119654"/>
              <a:gd name="connsiteY55608" fmla="*/ 2089638 h 2398711"/>
              <a:gd name="connsiteX55609" fmla="*/ 669946 w 2119654"/>
              <a:gd name="connsiteY55609" fmla="*/ 2088843 h 2398711"/>
              <a:gd name="connsiteX55610" fmla="*/ 668605 w 2119654"/>
              <a:gd name="connsiteY55610" fmla="*/ 2088817 h 2398711"/>
              <a:gd name="connsiteX55611" fmla="*/ 686467 w 2119654"/>
              <a:gd name="connsiteY55611" fmla="*/ 2048478 h 2398711"/>
              <a:gd name="connsiteX55612" fmla="*/ 691347 w 2119654"/>
              <a:gd name="connsiteY55612" fmla="*/ 2050635 h 2398711"/>
              <a:gd name="connsiteX55613" fmla="*/ 692133 w 2119654"/>
              <a:gd name="connsiteY55613" fmla="*/ 2050715 h 2398711"/>
              <a:gd name="connsiteX55614" fmla="*/ 690698 w 2119654"/>
              <a:gd name="connsiteY55614" fmla="*/ 2047210 h 2398711"/>
              <a:gd name="connsiteX55615" fmla="*/ 1345397 w 2119654"/>
              <a:gd name="connsiteY55615" fmla="*/ 572858 h 2398711"/>
              <a:gd name="connsiteX55616" fmla="*/ 1345298 w 2119654"/>
              <a:gd name="connsiteY55616" fmla="*/ 573426 h 2398711"/>
              <a:gd name="connsiteX55617" fmla="*/ 1345525 w 2119654"/>
              <a:gd name="connsiteY55617" fmla="*/ 573669 h 2398711"/>
              <a:gd name="connsiteX55618" fmla="*/ 677514 w 2119654"/>
              <a:gd name="connsiteY55618" fmla="*/ 2068001 h 2398711"/>
              <a:gd name="connsiteX55619" fmla="*/ 680477 w 2119654"/>
              <a:gd name="connsiteY55619" fmla="*/ 2069419 h 2398711"/>
              <a:gd name="connsiteX55620" fmla="*/ 680418 w 2119654"/>
              <a:gd name="connsiteY55620" fmla="*/ 2067135 h 2398711"/>
              <a:gd name="connsiteX55621" fmla="*/ 680167 w 2119654"/>
              <a:gd name="connsiteY55621" fmla="*/ 2067174 h 2398711"/>
              <a:gd name="connsiteX55622" fmla="*/ 1387382 w 2119654"/>
              <a:gd name="connsiteY55622" fmla="*/ 478403 h 2398711"/>
              <a:gd name="connsiteX55623" fmla="*/ 1390313 w 2119654"/>
              <a:gd name="connsiteY55623" fmla="*/ 495685 h 2398711"/>
              <a:gd name="connsiteX55624" fmla="*/ 1392705 w 2119654"/>
              <a:gd name="connsiteY55624" fmla="*/ 492263 h 2398711"/>
              <a:gd name="connsiteX55625" fmla="*/ 1392633 w 2119654"/>
              <a:gd name="connsiteY55625" fmla="*/ 485072 h 2398711"/>
              <a:gd name="connsiteX55626" fmla="*/ 1392887 w 2119654"/>
              <a:gd name="connsiteY55626" fmla="*/ 485334 h 2398711"/>
              <a:gd name="connsiteX55627" fmla="*/ 1392953 w 2119654"/>
              <a:gd name="connsiteY55627" fmla="*/ 491906 h 2398711"/>
              <a:gd name="connsiteX55628" fmla="*/ 1402709 w 2119654"/>
              <a:gd name="connsiteY55628" fmla="*/ 477941 h 2398711"/>
              <a:gd name="connsiteX55629" fmla="*/ 1402345 w 2119654"/>
              <a:gd name="connsiteY55629" fmla="*/ 476741 h 2398711"/>
              <a:gd name="connsiteX55630" fmla="*/ 1397478 w 2119654"/>
              <a:gd name="connsiteY55630" fmla="*/ 467026 h 2398711"/>
              <a:gd name="connsiteX55631" fmla="*/ 1383394 w 2119654"/>
              <a:gd name="connsiteY55631" fmla="*/ 487259 h 2398711"/>
              <a:gd name="connsiteX55632" fmla="*/ 1383411 w 2119654"/>
              <a:gd name="connsiteY55632" fmla="*/ 489301 h 2398711"/>
              <a:gd name="connsiteX55633" fmla="*/ 1386881 w 2119654"/>
              <a:gd name="connsiteY55633" fmla="*/ 494477 h 2398711"/>
              <a:gd name="connsiteX55634" fmla="*/ 1388331 w 2119654"/>
              <a:gd name="connsiteY55634" fmla="*/ 497024 h 2398711"/>
              <a:gd name="connsiteX55635" fmla="*/ 1387668 w 2119654"/>
              <a:gd name="connsiteY55635" fmla="*/ 493119 h 2398711"/>
              <a:gd name="connsiteX55636" fmla="*/ 1375904 w 2119654"/>
              <a:gd name="connsiteY55636" fmla="*/ 503943 h 2398711"/>
              <a:gd name="connsiteX55637" fmla="*/ 1373457 w 2119654"/>
              <a:gd name="connsiteY55637" fmla="*/ 519819 h 2398711"/>
              <a:gd name="connsiteX55638" fmla="*/ 1379804 w 2119654"/>
              <a:gd name="connsiteY55638" fmla="*/ 510732 h 2398711"/>
              <a:gd name="connsiteX55639" fmla="*/ 1379397 w 2119654"/>
              <a:gd name="connsiteY55639" fmla="*/ 508169 h 2398711"/>
              <a:gd name="connsiteX55640" fmla="*/ 668309 w 2119654"/>
              <a:gd name="connsiteY55640" fmla="*/ 2088129 h 2398711"/>
              <a:gd name="connsiteX55641" fmla="*/ 668310 w 2119654"/>
              <a:gd name="connsiteY55641" fmla="*/ 2088134 h 2398711"/>
              <a:gd name="connsiteX55642" fmla="*/ 668320 w 2119654"/>
              <a:gd name="connsiteY55642" fmla="*/ 2088134 h 2398711"/>
              <a:gd name="connsiteX55643" fmla="*/ 672468 w 2119654"/>
              <a:gd name="connsiteY55643" fmla="*/ 2078686 h 2398711"/>
              <a:gd name="connsiteX55644" fmla="*/ 673049 w 2119654"/>
              <a:gd name="connsiteY55644" fmla="*/ 2079906 h 2398711"/>
              <a:gd name="connsiteX55645" fmla="*/ 672907 w 2119654"/>
              <a:gd name="connsiteY55645" fmla="*/ 2078346 h 2398711"/>
              <a:gd name="connsiteX55646" fmla="*/ 640288 w 2119654"/>
              <a:gd name="connsiteY55646" fmla="*/ 2150053 h 2398711"/>
              <a:gd name="connsiteX55647" fmla="*/ 660947 w 2119654"/>
              <a:gd name="connsiteY55647" fmla="*/ 2145409 h 2398711"/>
              <a:gd name="connsiteX55648" fmla="*/ 659483 w 2119654"/>
              <a:gd name="connsiteY55648" fmla="*/ 2141454 h 2398711"/>
              <a:gd name="connsiteX55649" fmla="*/ 653984 w 2119654"/>
              <a:gd name="connsiteY55649" fmla="*/ 2143982 h 2398711"/>
              <a:gd name="connsiteX55650" fmla="*/ 660026 w 2119654"/>
              <a:gd name="connsiteY55650" fmla="*/ 2105622 h 2398711"/>
              <a:gd name="connsiteX55651" fmla="*/ 660099 w 2119654"/>
              <a:gd name="connsiteY55651" fmla="*/ 2106295 h 2398711"/>
              <a:gd name="connsiteX55652" fmla="*/ 666319 w 2119654"/>
              <a:gd name="connsiteY55652" fmla="*/ 2104786 h 2398711"/>
              <a:gd name="connsiteX55653" fmla="*/ 666838 w 2119654"/>
              <a:gd name="connsiteY55653" fmla="*/ 2104654 h 2398711"/>
              <a:gd name="connsiteX55654" fmla="*/ 665378 w 2119654"/>
              <a:gd name="connsiteY55654" fmla="*/ 2104655 h 2398711"/>
              <a:gd name="connsiteX55655" fmla="*/ 1369446 w 2119654"/>
              <a:gd name="connsiteY55655" fmla="*/ 516965 h 2398711"/>
              <a:gd name="connsiteX55656" fmla="*/ 1371738 w 2119654"/>
              <a:gd name="connsiteY55656" fmla="*/ 520220 h 2398711"/>
              <a:gd name="connsiteX55657" fmla="*/ 1372417 w 2119654"/>
              <a:gd name="connsiteY55657" fmla="*/ 521213 h 2398711"/>
              <a:gd name="connsiteX55658" fmla="*/ 1372450 w 2119654"/>
              <a:gd name="connsiteY55658" fmla="*/ 521044 h 2398711"/>
              <a:gd name="connsiteX55659" fmla="*/ 1371790 w 2119654"/>
              <a:gd name="connsiteY55659" fmla="*/ 519279 h 2398711"/>
              <a:gd name="connsiteX55660" fmla="*/ 1361473 w 2119654"/>
              <a:gd name="connsiteY55660" fmla="*/ 534618 h 2398711"/>
              <a:gd name="connsiteX55661" fmla="*/ 1361271 w 2119654"/>
              <a:gd name="connsiteY55661" fmla="*/ 538535 h 2398711"/>
              <a:gd name="connsiteX55662" fmla="*/ 1362615 w 2119654"/>
              <a:gd name="connsiteY55662" fmla="*/ 536439 h 2398711"/>
              <a:gd name="connsiteX55663" fmla="*/ 1385495 w 2119654"/>
              <a:gd name="connsiteY55663" fmla="*/ 480527 h 2398711"/>
              <a:gd name="connsiteX55664" fmla="*/ 1385725 w 2119654"/>
              <a:gd name="connsiteY55664" fmla="*/ 481659 h 2398711"/>
              <a:gd name="connsiteX55665" fmla="*/ 1385527 w 2119654"/>
              <a:gd name="connsiteY55665" fmla="*/ 480492 h 2398711"/>
              <a:gd name="connsiteX55666" fmla="*/ 669142 w 2119654"/>
              <a:gd name="connsiteY55666" fmla="*/ 2084122 h 2398711"/>
              <a:gd name="connsiteX55667" fmla="*/ 673613 w 2119654"/>
              <a:gd name="connsiteY55667" fmla="*/ 2086070 h 2398711"/>
              <a:gd name="connsiteX55668" fmla="*/ 673554 w 2119654"/>
              <a:gd name="connsiteY55668" fmla="*/ 2085425 h 2398711"/>
              <a:gd name="connsiteX55669" fmla="*/ 672383 w 2119654"/>
              <a:gd name="connsiteY55669" fmla="*/ 2084006 h 2398711"/>
              <a:gd name="connsiteX55670" fmla="*/ 671271 w 2119654"/>
              <a:gd name="connsiteY55670" fmla="*/ 2083795 h 2398711"/>
              <a:gd name="connsiteX55671" fmla="*/ 684838 w 2119654"/>
              <a:gd name="connsiteY55671" fmla="*/ 2048967 h 2398711"/>
              <a:gd name="connsiteX55672" fmla="*/ 685687 w 2119654"/>
              <a:gd name="connsiteY55672" fmla="*/ 2050060 h 2398711"/>
              <a:gd name="connsiteX55673" fmla="*/ 689775 w 2119654"/>
              <a:gd name="connsiteY55673" fmla="*/ 2050475 h 2398711"/>
              <a:gd name="connsiteX55674" fmla="*/ 689539 w 2119654"/>
              <a:gd name="connsiteY55674" fmla="*/ 2050372 h 2398711"/>
              <a:gd name="connsiteX55675" fmla="*/ 685826 w 2119654"/>
              <a:gd name="connsiteY55675" fmla="*/ 2048671 h 2398711"/>
              <a:gd name="connsiteX55676" fmla="*/ 1368607 w 2119654"/>
              <a:gd name="connsiteY55676" fmla="*/ 517839 h 2398711"/>
              <a:gd name="connsiteX55677" fmla="*/ 1368715 w 2119654"/>
              <a:gd name="connsiteY55677" fmla="*/ 520604 h 2398711"/>
              <a:gd name="connsiteX55678" fmla="*/ 1369820 w 2119654"/>
              <a:gd name="connsiteY55678" fmla="*/ 525123 h 2398711"/>
              <a:gd name="connsiteX55679" fmla="*/ 1369394 w 2119654"/>
              <a:gd name="connsiteY55679" fmla="*/ 522426 h 2398711"/>
              <a:gd name="connsiteX55680" fmla="*/ 673796 w 2119654"/>
              <a:gd name="connsiteY55680" fmla="*/ 2073532 h 2398711"/>
              <a:gd name="connsiteX55681" fmla="*/ 674105 w 2119654"/>
              <a:gd name="connsiteY55681" fmla="*/ 2076913 h 2398711"/>
              <a:gd name="connsiteX55682" fmla="*/ 674465 w 2119654"/>
              <a:gd name="connsiteY55682" fmla="*/ 2076869 h 2398711"/>
              <a:gd name="connsiteX55683" fmla="*/ 678319 w 2119654"/>
              <a:gd name="connsiteY55683" fmla="*/ 2073800 h 2398711"/>
              <a:gd name="connsiteX55684" fmla="*/ 670811 w 2119654"/>
              <a:gd name="connsiteY55684" fmla="*/ 2079968 h 2398711"/>
              <a:gd name="connsiteX55685" fmla="*/ 671072 w 2119654"/>
              <a:gd name="connsiteY55685" fmla="*/ 2080311 h 2398711"/>
              <a:gd name="connsiteX55686" fmla="*/ 672796 w 2119654"/>
              <a:gd name="connsiteY55686" fmla="*/ 2080031 h 2398711"/>
              <a:gd name="connsiteX55687" fmla="*/ 672225 w 2119654"/>
              <a:gd name="connsiteY55687" fmla="*/ 2078874 h 2398711"/>
              <a:gd name="connsiteX55688" fmla="*/ 671886 w 2119654"/>
              <a:gd name="connsiteY55688" fmla="*/ 2077466 h 2398711"/>
              <a:gd name="connsiteX55689" fmla="*/ 672388 w 2119654"/>
              <a:gd name="connsiteY55689" fmla="*/ 2078518 h 2398711"/>
              <a:gd name="connsiteX55690" fmla="*/ 672552 w 2119654"/>
              <a:gd name="connsiteY55690" fmla="*/ 2078392 h 2398711"/>
              <a:gd name="connsiteX55691" fmla="*/ 672886 w 2119654"/>
              <a:gd name="connsiteY55691" fmla="*/ 2078126 h 2398711"/>
              <a:gd name="connsiteX55692" fmla="*/ 672815 w 2119654"/>
              <a:gd name="connsiteY55692" fmla="*/ 2077351 h 2398711"/>
              <a:gd name="connsiteX55693" fmla="*/ 684900 w 2119654"/>
              <a:gd name="connsiteY55693" fmla="*/ 2047786 h 2398711"/>
              <a:gd name="connsiteX55694" fmla="*/ 685942 w 2119654"/>
              <a:gd name="connsiteY55694" fmla="*/ 2048246 h 2398711"/>
              <a:gd name="connsiteX55695" fmla="*/ 690142 w 2119654"/>
              <a:gd name="connsiteY55695" fmla="*/ 2046987 h 2398711"/>
              <a:gd name="connsiteX55696" fmla="*/ 1401716 w 2119654"/>
              <a:gd name="connsiteY55696" fmla="*/ 442573 h 2398711"/>
              <a:gd name="connsiteX55697" fmla="*/ 1404131 w 2119654"/>
              <a:gd name="connsiteY55697" fmla="*/ 452703 h 2398711"/>
              <a:gd name="connsiteX55698" fmla="*/ 1408433 w 2119654"/>
              <a:gd name="connsiteY55698" fmla="*/ 447855 h 2398711"/>
              <a:gd name="connsiteX55699" fmla="*/ 1410885 w 2119654"/>
              <a:gd name="connsiteY55699" fmla="*/ 445684 h 2398711"/>
              <a:gd name="connsiteX55700" fmla="*/ 1409814 w 2119654"/>
              <a:gd name="connsiteY55700" fmla="*/ 430799 h 2398711"/>
              <a:gd name="connsiteX55701" fmla="*/ 1368566 w 2119654"/>
              <a:gd name="connsiteY55701" fmla="*/ 516772 h 2398711"/>
              <a:gd name="connsiteX55702" fmla="*/ 1368572 w 2119654"/>
              <a:gd name="connsiteY55702" fmla="*/ 516925 h 2398711"/>
              <a:gd name="connsiteX55703" fmla="*/ 1369954 w 2119654"/>
              <a:gd name="connsiteY55703" fmla="*/ 524981 h 2398711"/>
              <a:gd name="connsiteX55704" fmla="*/ 1371092 w 2119654"/>
              <a:gd name="connsiteY55704" fmla="*/ 523203 h 2398711"/>
              <a:gd name="connsiteX55705" fmla="*/ 1372039 w 2119654"/>
              <a:gd name="connsiteY55705" fmla="*/ 521849 h 2398711"/>
              <a:gd name="connsiteX55706" fmla="*/ 1350234 w 2119654"/>
              <a:gd name="connsiteY55706" fmla="*/ 557380 h 2398711"/>
              <a:gd name="connsiteX55707" fmla="*/ 1351025 w 2119654"/>
              <a:gd name="connsiteY55707" fmla="*/ 559451 h 2398711"/>
              <a:gd name="connsiteX55708" fmla="*/ 1351335 w 2119654"/>
              <a:gd name="connsiteY55708" fmla="*/ 557501 h 2398711"/>
              <a:gd name="connsiteX55709" fmla="*/ 1351313 w 2119654"/>
              <a:gd name="connsiteY55709" fmla="*/ 557442 h 2398711"/>
              <a:gd name="connsiteX55710" fmla="*/ 1350834 w 2119654"/>
              <a:gd name="connsiteY55710" fmla="*/ 556407 h 2398711"/>
              <a:gd name="connsiteX55711" fmla="*/ 1350357 w 2119654"/>
              <a:gd name="connsiteY55711" fmla="*/ 557153 h 2398711"/>
              <a:gd name="connsiteX55712" fmla="*/ 652063 w 2119654"/>
              <a:gd name="connsiteY55712" fmla="*/ 2120473 h 2398711"/>
              <a:gd name="connsiteX55713" fmla="*/ 656159 w 2119654"/>
              <a:gd name="connsiteY55713" fmla="*/ 2132015 h 2398711"/>
              <a:gd name="connsiteX55714" fmla="*/ 666093 w 2119654"/>
              <a:gd name="connsiteY55714" fmla="*/ 2133769 h 2398711"/>
              <a:gd name="connsiteX55715" fmla="*/ 666515 w 2119654"/>
              <a:gd name="connsiteY55715" fmla="*/ 2133826 h 2398711"/>
              <a:gd name="connsiteX55716" fmla="*/ 677582 w 2119654"/>
              <a:gd name="connsiteY55716" fmla="*/ 2128762 h 2398711"/>
              <a:gd name="connsiteX55717" fmla="*/ 676882 w 2119654"/>
              <a:gd name="connsiteY55717" fmla="*/ 2126318 h 2398711"/>
              <a:gd name="connsiteX55718" fmla="*/ 666081 w 2119654"/>
              <a:gd name="connsiteY55718" fmla="*/ 2123919 h 2398711"/>
              <a:gd name="connsiteX55719" fmla="*/ 665976 w 2119654"/>
              <a:gd name="connsiteY55719" fmla="*/ 2123790 h 2398711"/>
              <a:gd name="connsiteX55720" fmla="*/ 676850 w 2119654"/>
              <a:gd name="connsiteY55720" fmla="*/ 2126205 h 2398711"/>
              <a:gd name="connsiteX55721" fmla="*/ 674884 w 2119654"/>
              <a:gd name="connsiteY55721" fmla="*/ 2119336 h 2398711"/>
              <a:gd name="connsiteX55722" fmla="*/ 1383356 w 2119654"/>
              <a:gd name="connsiteY55722" fmla="*/ 482937 h 2398711"/>
              <a:gd name="connsiteX55723" fmla="*/ 1383386 w 2119654"/>
              <a:gd name="connsiteY55723" fmla="*/ 486407 h 2398711"/>
              <a:gd name="connsiteX55724" fmla="*/ 1387481 w 2119654"/>
              <a:gd name="connsiteY55724" fmla="*/ 492019 h 2398711"/>
              <a:gd name="connsiteX55725" fmla="*/ 1386831 w 2119654"/>
              <a:gd name="connsiteY55725" fmla="*/ 488182 h 2398711"/>
              <a:gd name="connsiteX55726" fmla="*/ 1385315 w 2119654"/>
              <a:gd name="connsiteY55726" fmla="*/ 480730 h 2398711"/>
              <a:gd name="connsiteX55727" fmla="*/ 1348176 w 2119654"/>
              <a:gd name="connsiteY55727" fmla="*/ 561178 h 2398711"/>
              <a:gd name="connsiteX55728" fmla="*/ 1349057 w 2119654"/>
              <a:gd name="connsiteY55728" fmla="*/ 563918 h 2398711"/>
              <a:gd name="connsiteX55729" fmla="*/ 1350106 w 2119654"/>
              <a:gd name="connsiteY55729" fmla="*/ 565223 h 2398711"/>
              <a:gd name="connsiteX55730" fmla="*/ 1350941 w 2119654"/>
              <a:gd name="connsiteY55730" fmla="*/ 559978 h 2398711"/>
              <a:gd name="connsiteX55731" fmla="*/ 1350066 w 2119654"/>
              <a:gd name="connsiteY55731" fmla="*/ 557691 h 2398711"/>
              <a:gd name="connsiteX55732" fmla="*/ 1347006 w 2119654"/>
              <a:gd name="connsiteY55732" fmla="*/ 563686 h 2398711"/>
              <a:gd name="connsiteX55733" fmla="*/ 1346332 w 2119654"/>
              <a:gd name="connsiteY55733" fmla="*/ 567530 h 2398711"/>
              <a:gd name="connsiteX55734" fmla="*/ 1346656 w 2119654"/>
              <a:gd name="connsiteY55734" fmla="*/ 569589 h 2398711"/>
              <a:gd name="connsiteX55735" fmla="*/ 1347052 w 2119654"/>
              <a:gd name="connsiteY55735" fmla="*/ 568117 h 2398711"/>
              <a:gd name="connsiteX55736" fmla="*/ 1347226 w 2119654"/>
              <a:gd name="connsiteY55736" fmla="*/ 568441 h 2398711"/>
              <a:gd name="connsiteX55737" fmla="*/ 1346753 w 2119654"/>
              <a:gd name="connsiteY55737" fmla="*/ 570203 h 2398711"/>
              <a:gd name="connsiteX55738" fmla="*/ 1347658 w 2119654"/>
              <a:gd name="connsiteY55738" fmla="*/ 575947 h 2398711"/>
              <a:gd name="connsiteX55739" fmla="*/ 1348291 w 2119654"/>
              <a:gd name="connsiteY55739" fmla="*/ 576619 h 2398711"/>
              <a:gd name="connsiteX55740" fmla="*/ 1349798 w 2119654"/>
              <a:gd name="connsiteY55740" fmla="*/ 567163 h 2398711"/>
              <a:gd name="connsiteX55741" fmla="*/ 1347645 w 2119654"/>
              <a:gd name="connsiteY55741" fmla="*/ 562158 h 2398711"/>
              <a:gd name="connsiteX55742" fmla="*/ 1348681 w 2119654"/>
              <a:gd name="connsiteY55742" fmla="*/ 563447 h 2398711"/>
              <a:gd name="connsiteX55743" fmla="*/ 1348023 w 2119654"/>
              <a:gd name="connsiteY55743" fmla="*/ 561461 h 2398711"/>
              <a:gd name="connsiteX55744" fmla="*/ 673605 w 2119654"/>
              <a:gd name="connsiteY55744" fmla="*/ 2071450 h 2398711"/>
              <a:gd name="connsiteX55745" fmla="*/ 673760 w 2119654"/>
              <a:gd name="connsiteY55745" fmla="*/ 2073139 h 2398711"/>
              <a:gd name="connsiteX55746" fmla="*/ 677793 w 2119654"/>
              <a:gd name="connsiteY55746" fmla="*/ 2073322 h 2398711"/>
              <a:gd name="connsiteX55747" fmla="*/ 1382174 w 2119654"/>
              <a:gd name="connsiteY55747" fmla="*/ 484744 h 2398711"/>
              <a:gd name="connsiteX55748" fmla="*/ 1382992 w 2119654"/>
              <a:gd name="connsiteY55748" fmla="*/ 485864 h 2398711"/>
              <a:gd name="connsiteX55749" fmla="*/ 1382971 w 2119654"/>
              <a:gd name="connsiteY55749" fmla="*/ 483484 h 2398711"/>
              <a:gd name="connsiteX55750" fmla="*/ 680546 w 2119654"/>
              <a:gd name="connsiteY55750" fmla="*/ 2055778 h 2398711"/>
              <a:gd name="connsiteX55751" fmla="*/ 680582 w 2119654"/>
              <a:gd name="connsiteY55751" fmla="*/ 2057184 h 2398711"/>
              <a:gd name="connsiteX55752" fmla="*/ 681140 w 2119654"/>
              <a:gd name="connsiteY55752" fmla="*/ 2057257 h 2398711"/>
              <a:gd name="connsiteX55753" fmla="*/ 684025 w 2119654"/>
              <a:gd name="connsiteY55753" fmla="*/ 2047919 h 2398711"/>
              <a:gd name="connsiteX55754" fmla="*/ 684593 w 2119654"/>
              <a:gd name="connsiteY55754" fmla="*/ 2048651 h 2398711"/>
              <a:gd name="connsiteX55755" fmla="*/ 685312 w 2119654"/>
              <a:gd name="connsiteY55755" fmla="*/ 2048435 h 2398711"/>
              <a:gd name="connsiteX55756" fmla="*/ 684145 w 2119654"/>
              <a:gd name="connsiteY55756" fmla="*/ 2047900 h 2398711"/>
              <a:gd name="connsiteX55757" fmla="*/ 1381292 w 2119654"/>
              <a:gd name="connsiteY55757" fmla="*/ 486138 h 2398711"/>
              <a:gd name="connsiteX55758" fmla="*/ 1383016 w 2119654"/>
              <a:gd name="connsiteY55758" fmla="*/ 488709 h 2398711"/>
              <a:gd name="connsiteX55759" fmla="*/ 1382998 w 2119654"/>
              <a:gd name="connsiteY55759" fmla="*/ 486719 h 2398711"/>
              <a:gd name="connsiteX55760" fmla="*/ 1381887 w 2119654"/>
              <a:gd name="connsiteY55760" fmla="*/ 485197 h 2398711"/>
              <a:gd name="connsiteX55761" fmla="*/ 1377292 w 2119654"/>
              <a:gd name="connsiteY55761" fmla="*/ 494942 h 2398711"/>
              <a:gd name="connsiteX55762" fmla="*/ 1376577 w 2119654"/>
              <a:gd name="connsiteY55762" fmla="*/ 499581 h 2398711"/>
              <a:gd name="connsiteX55763" fmla="*/ 1378327 w 2119654"/>
              <a:gd name="connsiteY55763" fmla="*/ 501454 h 2398711"/>
              <a:gd name="connsiteX55764" fmla="*/ 659582 w 2119654"/>
              <a:gd name="connsiteY55764" fmla="*/ 2101561 h 2398711"/>
              <a:gd name="connsiteX55765" fmla="*/ 659724 w 2119654"/>
              <a:gd name="connsiteY55765" fmla="*/ 2102860 h 2398711"/>
              <a:gd name="connsiteX55766" fmla="*/ 663471 w 2119654"/>
              <a:gd name="connsiteY55766" fmla="*/ 2102139 h 2398711"/>
              <a:gd name="connsiteX55767" fmla="*/ 663715 w 2119654"/>
              <a:gd name="connsiteY55767" fmla="*/ 2102022 h 2398711"/>
              <a:gd name="connsiteX55768" fmla="*/ 1361773 w 2119654"/>
              <a:gd name="connsiteY55768" fmla="*/ 528800 h 2398711"/>
              <a:gd name="connsiteX55769" fmla="*/ 1361685 w 2119654"/>
              <a:gd name="connsiteY55769" fmla="*/ 530507 h 2398711"/>
              <a:gd name="connsiteX55770" fmla="*/ 1363082 w 2119654"/>
              <a:gd name="connsiteY55770" fmla="*/ 532734 h 2398711"/>
              <a:gd name="connsiteX55771" fmla="*/ 1363809 w 2119654"/>
              <a:gd name="connsiteY55771" fmla="*/ 532225 h 2398711"/>
              <a:gd name="connsiteX55772" fmla="*/ 680503 w 2119654"/>
              <a:gd name="connsiteY55772" fmla="*/ 2054146 h 2398711"/>
              <a:gd name="connsiteX55773" fmla="*/ 680537 w 2119654"/>
              <a:gd name="connsiteY55773" fmla="*/ 2055461 h 2398711"/>
              <a:gd name="connsiteX55774" fmla="*/ 681266 w 2119654"/>
              <a:gd name="connsiteY55774" fmla="*/ 2057273 h 2398711"/>
              <a:gd name="connsiteX55775" fmla="*/ 685229 w 2119654"/>
              <a:gd name="connsiteY55775" fmla="*/ 2057788 h 2398711"/>
              <a:gd name="connsiteX55776" fmla="*/ 681636 w 2119654"/>
              <a:gd name="connsiteY55776" fmla="*/ 2054282 h 2398711"/>
              <a:gd name="connsiteX55777" fmla="*/ 1397366 w 2119654"/>
              <a:gd name="connsiteY55777" fmla="*/ 448896 h 2398711"/>
              <a:gd name="connsiteX55778" fmla="*/ 1400201 w 2119654"/>
              <a:gd name="connsiteY55778" fmla="*/ 457131 h 2398711"/>
              <a:gd name="connsiteX55779" fmla="*/ 1403450 w 2119654"/>
              <a:gd name="connsiteY55779" fmla="*/ 453470 h 2398711"/>
              <a:gd name="connsiteX55780" fmla="*/ 1401399 w 2119654"/>
              <a:gd name="connsiteY55780" fmla="*/ 443033 h 2398711"/>
              <a:gd name="connsiteX55781" fmla="*/ 659510 w 2119654"/>
              <a:gd name="connsiteY55781" fmla="*/ 2100900 h 2398711"/>
              <a:gd name="connsiteX55782" fmla="*/ 659549 w 2119654"/>
              <a:gd name="connsiteY55782" fmla="*/ 2101253 h 2398711"/>
              <a:gd name="connsiteX55783" fmla="*/ 664226 w 2119654"/>
              <a:gd name="connsiteY55783" fmla="*/ 2101776 h 2398711"/>
              <a:gd name="connsiteX55784" fmla="*/ 665196 w 2119654"/>
              <a:gd name="connsiteY55784" fmla="*/ 2101310 h 2398711"/>
              <a:gd name="connsiteX55785" fmla="*/ 663771 w 2119654"/>
              <a:gd name="connsiteY55785" fmla="*/ 2101151 h 2398711"/>
              <a:gd name="connsiteX55786" fmla="*/ 663663 w 2119654"/>
              <a:gd name="connsiteY55786" fmla="*/ 2101043 h 2398711"/>
              <a:gd name="connsiteX55787" fmla="*/ 665358 w 2119654"/>
              <a:gd name="connsiteY55787" fmla="*/ 2101231 h 2398711"/>
              <a:gd name="connsiteX55788" fmla="*/ 666969 w 2119654"/>
              <a:gd name="connsiteY55788" fmla="*/ 2100455 h 2398711"/>
              <a:gd name="connsiteX55789" fmla="*/ 682330 w 2119654"/>
              <a:gd name="connsiteY55789" fmla="*/ 2049719 h 2398711"/>
              <a:gd name="connsiteX55790" fmla="*/ 684764 w 2119654"/>
              <a:gd name="connsiteY55790" fmla="*/ 2049966 h 2398711"/>
              <a:gd name="connsiteX55791" fmla="*/ 684149 w 2119654"/>
              <a:gd name="connsiteY55791" fmla="*/ 2049173 h 2398711"/>
              <a:gd name="connsiteX55792" fmla="*/ 1378950 w 2119654"/>
              <a:gd name="connsiteY55792" fmla="*/ 489835 h 2398711"/>
              <a:gd name="connsiteX55793" fmla="*/ 1383102 w 2119654"/>
              <a:gd name="connsiteY55793" fmla="*/ 498683 h 2398711"/>
              <a:gd name="connsiteX55794" fmla="*/ 1383073 w 2119654"/>
              <a:gd name="connsiteY55794" fmla="*/ 495338 h 2398711"/>
              <a:gd name="connsiteX55795" fmla="*/ 1379473 w 2119654"/>
              <a:gd name="connsiteY55795" fmla="*/ 489010 h 2398711"/>
              <a:gd name="connsiteX55796" fmla="*/ 683383 w 2119654"/>
              <a:gd name="connsiteY55796" fmla="*/ 2047090 h 2398711"/>
              <a:gd name="connsiteX55797" fmla="*/ 683411 w 2119654"/>
              <a:gd name="connsiteY55797" fmla="*/ 2047127 h 2398711"/>
              <a:gd name="connsiteX55798" fmla="*/ 683760 w 2119654"/>
              <a:gd name="connsiteY55798" fmla="*/ 2047282 h 2398711"/>
              <a:gd name="connsiteX55799" fmla="*/ 690318 w 2119654"/>
              <a:gd name="connsiteY55799" fmla="*/ 2046283 h 2398711"/>
              <a:gd name="connsiteX55800" fmla="*/ 690305 w 2119654"/>
              <a:gd name="connsiteY55800" fmla="*/ 2046251 h 2398711"/>
              <a:gd name="connsiteX55801" fmla="*/ 673407 w 2119654"/>
              <a:gd name="connsiteY55801" fmla="*/ 2069281 h 2398711"/>
              <a:gd name="connsiteX55802" fmla="*/ 673549 w 2119654"/>
              <a:gd name="connsiteY55802" fmla="*/ 2070832 h 2398711"/>
              <a:gd name="connsiteX55803" fmla="*/ 679206 w 2119654"/>
              <a:gd name="connsiteY55803" fmla="*/ 2073094 h 2398711"/>
              <a:gd name="connsiteX55804" fmla="*/ 680576 w 2119654"/>
              <a:gd name="connsiteY55804" fmla="*/ 2072004 h 2398711"/>
              <a:gd name="connsiteX55805" fmla="*/ 680489 w 2119654"/>
              <a:gd name="connsiteY55805" fmla="*/ 2069828 h 2398711"/>
              <a:gd name="connsiteX55806" fmla="*/ 677005 w 2119654"/>
              <a:gd name="connsiteY55806" fmla="*/ 2068160 h 2398711"/>
              <a:gd name="connsiteX55807" fmla="*/ 667338 w 2119654"/>
              <a:gd name="connsiteY55807" fmla="*/ 2082656 h 2398711"/>
              <a:gd name="connsiteX55808" fmla="*/ 670829 w 2119654"/>
              <a:gd name="connsiteY55808" fmla="*/ 2082126 h 2398711"/>
              <a:gd name="connsiteX55809" fmla="*/ 670536 w 2119654"/>
              <a:gd name="connsiteY55809" fmla="*/ 2081769 h 2398711"/>
              <a:gd name="connsiteX55810" fmla="*/ 667937 w 2119654"/>
              <a:gd name="connsiteY55810" fmla="*/ 2082192 h 2398711"/>
              <a:gd name="connsiteX55811" fmla="*/ 680478 w 2119654"/>
              <a:gd name="connsiteY55811" fmla="*/ 2053151 h 2398711"/>
              <a:gd name="connsiteX55812" fmla="*/ 680497 w 2119654"/>
              <a:gd name="connsiteY55812" fmla="*/ 2053891 h 2398711"/>
              <a:gd name="connsiteX55813" fmla="*/ 681338 w 2119654"/>
              <a:gd name="connsiteY55813" fmla="*/ 2053990 h 2398711"/>
              <a:gd name="connsiteX55814" fmla="*/ 1377798 w 2119654"/>
              <a:gd name="connsiteY55814" fmla="*/ 491656 h 2398711"/>
              <a:gd name="connsiteX55815" fmla="*/ 1377477 w 2119654"/>
              <a:gd name="connsiteY55815" fmla="*/ 493745 h 2398711"/>
              <a:gd name="connsiteX55816" fmla="*/ 1378921 w 2119654"/>
              <a:gd name="connsiteY55816" fmla="*/ 502086 h 2398711"/>
              <a:gd name="connsiteX55817" fmla="*/ 1382883 w 2119654"/>
              <a:gd name="connsiteY55817" fmla="*/ 506323 h 2398711"/>
              <a:gd name="connsiteX55818" fmla="*/ 1383165 w 2119654"/>
              <a:gd name="connsiteY55818" fmla="*/ 505920 h 2398711"/>
              <a:gd name="connsiteX55819" fmla="*/ 1383106 w 2119654"/>
              <a:gd name="connsiteY55819" fmla="*/ 499104 h 2398711"/>
              <a:gd name="connsiteX55820" fmla="*/ 1378793 w 2119654"/>
              <a:gd name="connsiteY55820" fmla="*/ 490085 h 2398711"/>
              <a:gd name="connsiteX55821" fmla="*/ 1367340 w 2119654"/>
              <a:gd name="connsiteY55821" fmla="*/ 514980 h 2398711"/>
              <a:gd name="connsiteX55822" fmla="*/ 1368123 w 2119654"/>
              <a:gd name="connsiteY55822" fmla="*/ 518183 h 2398711"/>
              <a:gd name="connsiteX55823" fmla="*/ 1368038 w 2119654"/>
              <a:gd name="connsiteY55823" fmla="*/ 516000 h 2398711"/>
              <a:gd name="connsiteX55824" fmla="*/ 679984 w 2119654"/>
              <a:gd name="connsiteY55824" fmla="*/ 2054084 h 2398711"/>
              <a:gd name="connsiteX55825" fmla="*/ 680088 w 2119654"/>
              <a:gd name="connsiteY55825" fmla="*/ 2054343 h 2398711"/>
              <a:gd name="connsiteX55826" fmla="*/ 680082 w 2119654"/>
              <a:gd name="connsiteY55826" fmla="*/ 2054096 h 2398711"/>
              <a:gd name="connsiteX55827" fmla="*/ 1377261 w 2119654"/>
              <a:gd name="connsiteY55827" fmla="*/ 492505 h 2398711"/>
              <a:gd name="connsiteX55828" fmla="*/ 1377268 w 2119654"/>
              <a:gd name="connsiteY55828" fmla="*/ 492547 h 2398711"/>
              <a:gd name="connsiteX55829" fmla="*/ 1377279 w 2119654"/>
              <a:gd name="connsiteY55829" fmla="*/ 492476 h 2398711"/>
              <a:gd name="connsiteX55830" fmla="*/ 669164 w 2119654"/>
              <a:gd name="connsiteY55830" fmla="*/ 2077804 h 2398711"/>
              <a:gd name="connsiteX55831" fmla="*/ 670702 w 2119654"/>
              <a:gd name="connsiteY55831" fmla="*/ 2079824 h 2398711"/>
              <a:gd name="connsiteX55832" fmla="*/ 672143 w 2119654"/>
              <a:gd name="connsiteY55832" fmla="*/ 2078708 h 2398711"/>
              <a:gd name="connsiteX55833" fmla="*/ 671551 w 2119654"/>
              <a:gd name="connsiteY55833" fmla="*/ 2077507 h 2398711"/>
              <a:gd name="connsiteX55834" fmla="*/ 651176 w 2119654"/>
              <a:gd name="connsiteY55834" fmla="*/ 2117976 h 2398711"/>
              <a:gd name="connsiteX55835" fmla="*/ 651902 w 2119654"/>
              <a:gd name="connsiteY55835" fmla="*/ 2120022 h 2398711"/>
              <a:gd name="connsiteX55836" fmla="*/ 674754 w 2119654"/>
              <a:gd name="connsiteY55836" fmla="*/ 2118883 h 2398711"/>
              <a:gd name="connsiteX55837" fmla="*/ 674050 w 2119654"/>
              <a:gd name="connsiteY55837" fmla="*/ 2116422 h 2398711"/>
              <a:gd name="connsiteX55838" fmla="*/ 672125 w 2119654"/>
              <a:gd name="connsiteY55838" fmla="*/ 2116576 h 2398711"/>
              <a:gd name="connsiteX55839" fmla="*/ 673311 w 2119654"/>
              <a:gd name="connsiteY55839" fmla="*/ 2068238 h 2398711"/>
              <a:gd name="connsiteX55840" fmla="*/ 673351 w 2119654"/>
              <a:gd name="connsiteY55840" fmla="*/ 2068670 h 2398711"/>
              <a:gd name="connsiteX55841" fmla="*/ 676155 w 2119654"/>
              <a:gd name="connsiteY55841" fmla="*/ 2067796 h 2398711"/>
              <a:gd name="connsiteX55842" fmla="*/ 1394640 w 2119654"/>
              <a:gd name="connsiteY55842" fmla="*/ 452859 h 2398711"/>
              <a:gd name="connsiteX55843" fmla="*/ 1398060 w 2119654"/>
              <a:gd name="connsiteY55843" fmla="*/ 459543 h 2398711"/>
              <a:gd name="connsiteX55844" fmla="*/ 1399960 w 2119654"/>
              <a:gd name="connsiteY55844" fmla="*/ 457402 h 2398711"/>
              <a:gd name="connsiteX55845" fmla="*/ 1397634 w 2119654"/>
              <a:gd name="connsiteY55845" fmla="*/ 450339 h 2398711"/>
              <a:gd name="connsiteX55846" fmla="*/ 1397214 w 2119654"/>
              <a:gd name="connsiteY55846" fmla="*/ 449118 h 2398711"/>
              <a:gd name="connsiteX55847" fmla="*/ 666731 w 2119654"/>
              <a:gd name="connsiteY55847" fmla="*/ 2082387 h 2398711"/>
              <a:gd name="connsiteX55848" fmla="*/ 666815 w 2119654"/>
              <a:gd name="connsiteY55848" fmla="*/ 2082735 h 2398711"/>
              <a:gd name="connsiteX55849" fmla="*/ 666972 w 2119654"/>
              <a:gd name="connsiteY55849" fmla="*/ 2082711 h 2398711"/>
              <a:gd name="connsiteX55850" fmla="*/ 667565 w 2119654"/>
              <a:gd name="connsiteY55850" fmla="*/ 2082252 h 2398711"/>
              <a:gd name="connsiteX55851" fmla="*/ 1348925 w 2119654"/>
              <a:gd name="connsiteY55851" fmla="*/ 554707 h 2398711"/>
              <a:gd name="connsiteX55852" fmla="*/ 1348195 w 2119654"/>
              <a:gd name="connsiteY55852" fmla="*/ 556901 h 2398711"/>
              <a:gd name="connsiteX55853" fmla="*/ 1347703 w 2119654"/>
              <a:gd name="connsiteY55853" fmla="*/ 559706 h 2398711"/>
              <a:gd name="connsiteX55854" fmla="*/ 1347705 w 2119654"/>
              <a:gd name="connsiteY55854" fmla="*/ 559710 h 2398711"/>
              <a:gd name="connsiteX55855" fmla="*/ 1349667 w 2119654"/>
              <a:gd name="connsiteY55855" fmla="*/ 556647 h 2398711"/>
              <a:gd name="connsiteX55856" fmla="*/ 1349262 w 2119654"/>
              <a:gd name="connsiteY55856" fmla="*/ 553693 h 2398711"/>
              <a:gd name="connsiteX55857" fmla="*/ 1349058 w 2119654"/>
              <a:gd name="connsiteY55857" fmla="*/ 554307 h 2398711"/>
              <a:gd name="connsiteX55858" fmla="*/ 1349846 w 2119654"/>
              <a:gd name="connsiteY55858" fmla="*/ 556368 h 2398711"/>
              <a:gd name="connsiteX55859" fmla="*/ 1350410 w 2119654"/>
              <a:gd name="connsiteY55859" fmla="*/ 555488 h 2398711"/>
              <a:gd name="connsiteX55860" fmla="*/ 1349916 w 2119654"/>
              <a:gd name="connsiteY55860" fmla="*/ 554425 h 2398711"/>
              <a:gd name="connsiteX55861" fmla="*/ 1349393 w 2119654"/>
              <a:gd name="connsiteY55861" fmla="*/ 553297 h 2398711"/>
              <a:gd name="connsiteX55862" fmla="*/ 1349329 w 2119654"/>
              <a:gd name="connsiteY55862" fmla="*/ 553492 h 2398711"/>
              <a:gd name="connsiteX55863" fmla="*/ 1349649 w 2119654"/>
              <a:gd name="connsiteY55863" fmla="*/ 553849 h 2398711"/>
              <a:gd name="connsiteX55864" fmla="*/ 655289 w 2119654"/>
              <a:gd name="connsiteY55864" fmla="*/ 2107462 h 2398711"/>
              <a:gd name="connsiteX55865" fmla="*/ 659997 w 2119654"/>
              <a:gd name="connsiteY55865" fmla="*/ 2106320 h 2398711"/>
              <a:gd name="connsiteX55866" fmla="*/ 659923 w 2119654"/>
              <a:gd name="connsiteY55866" fmla="*/ 2105641 h 2398711"/>
              <a:gd name="connsiteX55867" fmla="*/ 659049 w 2119654"/>
              <a:gd name="connsiteY55867" fmla="*/ 2105798 h 2398711"/>
              <a:gd name="connsiteX55868" fmla="*/ 658325 w 2119654"/>
              <a:gd name="connsiteY55868" fmla="*/ 2106146 h 2398711"/>
              <a:gd name="connsiteX55869" fmla="*/ 1374313 w 2119654"/>
              <a:gd name="connsiteY55869" fmla="*/ 497162 h 2398711"/>
              <a:gd name="connsiteX55870" fmla="*/ 1376239 w 2119654"/>
              <a:gd name="connsiteY55870" fmla="*/ 499222 h 2398711"/>
              <a:gd name="connsiteX55871" fmla="*/ 1377092 w 2119654"/>
              <a:gd name="connsiteY55871" fmla="*/ 493687 h 2398711"/>
              <a:gd name="connsiteX55872" fmla="*/ 1376976 w 2119654"/>
              <a:gd name="connsiteY55872" fmla="*/ 492955 h 2398711"/>
              <a:gd name="connsiteX55873" fmla="*/ 659233 w 2119654"/>
              <a:gd name="connsiteY55873" fmla="*/ 2098360 h 2398711"/>
              <a:gd name="connsiteX55874" fmla="*/ 659412 w 2119654"/>
              <a:gd name="connsiteY55874" fmla="*/ 2100006 h 2398711"/>
              <a:gd name="connsiteX55875" fmla="*/ 669102 w 2119654"/>
              <a:gd name="connsiteY55875" fmla="*/ 2099429 h 2398711"/>
              <a:gd name="connsiteX55876" fmla="*/ 669389 w 2119654"/>
              <a:gd name="connsiteY55876" fmla="*/ 2099291 h 2398711"/>
              <a:gd name="connsiteX55877" fmla="*/ 668674 w 2119654"/>
              <a:gd name="connsiteY55877" fmla="*/ 2096347 h 2398711"/>
              <a:gd name="connsiteX55878" fmla="*/ 667306 w 2119654"/>
              <a:gd name="connsiteY55878" fmla="*/ 2095949 h 2398711"/>
              <a:gd name="connsiteX55879" fmla="*/ 1392429 w 2119654"/>
              <a:gd name="connsiteY55879" fmla="*/ 456074 h 2398711"/>
              <a:gd name="connsiteX55880" fmla="*/ 1395571 w 2119654"/>
              <a:gd name="connsiteY55880" fmla="*/ 462347 h 2398711"/>
              <a:gd name="connsiteX55881" fmla="*/ 1397365 w 2119654"/>
              <a:gd name="connsiteY55881" fmla="*/ 460325 h 2398711"/>
              <a:gd name="connsiteX55882" fmla="*/ 1396579 w 2119654"/>
              <a:gd name="connsiteY55882" fmla="*/ 457734 h 2398711"/>
              <a:gd name="connsiteX55883" fmla="*/ 1394320 w 2119654"/>
              <a:gd name="connsiteY55883" fmla="*/ 453324 h 2398711"/>
              <a:gd name="connsiteX55884" fmla="*/ 1332772 w 2119654"/>
              <a:gd name="connsiteY55884" fmla="*/ 589604 h 2398711"/>
              <a:gd name="connsiteX55885" fmla="*/ 1333228 w 2119654"/>
              <a:gd name="connsiteY55885" fmla="*/ 590398 h 2398711"/>
              <a:gd name="connsiteX55886" fmla="*/ 1332894 w 2119654"/>
              <a:gd name="connsiteY55886" fmla="*/ 589379 h 2398711"/>
              <a:gd name="connsiteX55887" fmla="*/ 680405 w 2119654"/>
              <a:gd name="connsiteY55887" fmla="*/ 2050345 h 2398711"/>
              <a:gd name="connsiteX55888" fmla="*/ 680426 w 2119654"/>
              <a:gd name="connsiteY55888" fmla="*/ 2051155 h 2398711"/>
              <a:gd name="connsiteX55889" fmla="*/ 683587 w 2119654"/>
              <a:gd name="connsiteY55889" fmla="*/ 2054241 h 2398711"/>
              <a:gd name="connsiteX55890" fmla="*/ 688482 w 2119654"/>
              <a:gd name="connsiteY55890" fmla="*/ 2054758 h 2398711"/>
              <a:gd name="connsiteX55891" fmla="*/ 685465 w 2119654"/>
              <a:gd name="connsiteY55891" fmla="*/ 2050870 h 2398711"/>
              <a:gd name="connsiteX55892" fmla="*/ 1332463 w 2119654"/>
              <a:gd name="connsiteY55892" fmla="*/ 590174 h 2398711"/>
              <a:gd name="connsiteX55893" fmla="*/ 1332475 w 2119654"/>
              <a:gd name="connsiteY55893" fmla="*/ 590224 h 2398711"/>
              <a:gd name="connsiteX55894" fmla="*/ 1333139 w 2119654"/>
              <a:gd name="connsiteY55894" fmla="*/ 593086 h 2398711"/>
              <a:gd name="connsiteX55895" fmla="*/ 1333399 w 2119654"/>
              <a:gd name="connsiteY55895" fmla="*/ 591606 h 2398711"/>
              <a:gd name="connsiteX55896" fmla="*/ 1332516 w 2119654"/>
              <a:gd name="connsiteY55896" fmla="*/ 590075 h 2398711"/>
              <a:gd name="connsiteX55897" fmla="*/ 673135 w 2119654"/>
              <a:gd name="connsiteY55897" fmla="*/ 2066306 h 2398711"/>
              <a:gd name="connsiteX55898" fmla="*/ 673295 w 2119654"/>
              <a:gd name="connsiteY55898" fmla="*/ 2068061 h 2398711"/>
              <a:gd name="connsiteX55899" fmla="*/ 675887 w 2119654"/>
              <a:gd name="connsiteY55899" fmla="*/ 2067624 h 2398711"/>
              <a:gd name="connsiteX55900" fmla="*/ 1368229 w 2119654"/>
              <a:gd name="connsiteY55900" fmla="*/ 509758 h 2398711"/>
              <a:gd name="connsiteX55901" fmla="*/ 1368474 w 2119654"/>
              <a:gd name="connsiteY55901" fmla="*/ 514435 h 2398711"/>
              <a:gd name="connsiteX55902" fmla="*/ 1368500 w 2119654"/>
              <a:gd name="connsiteY55902" fmla="*/ 515092 h 2398711"/>
              <a:gd name="connsiteX55903" fmla="*/ 1371232 w 2119654"/>
              <a:gd name="connsiteY55903" fmla="*/ 517787 h 2398711"/>
              <a:gd name="connsiteX55904" fmla="*/ 669902 w 2119654"/>
              <a:gd name="connsiteY55904" fmla="*/ 2073302 h 2398711"/>
              <a:gd name="connsiteX55905" fmla="*/ 671762 w 2119654"/>
              <a:gd name="connsiteY55905" fmla="*/ 2077205 h 2398711"/>
              <a:gd name="connsiteX55906" fmla="*/ 672791 w 2119654"/>
              <a:gd name="connsiteY55906" fmla="*/ 2077077 h 2398711"/>
              <a:gd name="connsiteX55907" fmla="*/ 672459 w 2119654"/>
              <a:gd name="connsiteY55907" fmla="*/ 2073453 h 2398711"/>
              <a:gd name="connsiteX55908" fmla="*/ 671382 w 2119654"/>
              <a:gd name="connsiteY55908" fmla="*/ 2069912 h 2398711"/>
              <a:gd name="connsiteX55909" fmla="*/ 672167 w 2119654"/>
              <a:gd name="connsiteY55909" fmla="*/ 2070263 h 2398711"/>
              <a:gd name="connsiteX55910" fmla="*/ 672114 w 2119654"/>
              <a:gd name="connsiteY55910" fmla="*/ 2069684 h 2398711"/>
              <a:gd name="connsiteX55911" fmla="*/ 657472 w 2119654"/>
              <a:gd name="connsiteY55911" fmla="*/ 2101021 h 2398711"/>
              <a:gd name="connsiteX55912" fmla="*/ 659442 w 2119654"/>
              <a:gd name="connsiteY55912" fmla="*/ 2101241 h 2398711"/>
              <a:gd name="connsiteX55913" fmla="*/ 659405 w 2119654"/>
              <a:gd name="connsiteY55913" fmla="*/ 2100906 h 2398711"/>
              <a:gd name="connsiteX55914" fmla="*/ 679747 w 2119654"/>
              <a:gd name="connsiteY55914" fmla="*/ 2050493 h 2398711"/>
              <a:gd name="connsiteX55915" fmla="*/ 679995 w 2119654"/>
              <a:gd name="connsiteY55915" fmla="*/ 2050735 h 2398711"/>
              <a:gd name="connsiteX55916" fmla="*/ 679987 w 2119654"/>
              <a:gd name="connsiteY55916" fmla="*/ 2050421 h 2398711"/>
              <a:gd name="connsiteX55917" fmla="*/ 1352437 w 2119654"/>
              <a:gd name="connsiteY55917" fmla="*/ 544144 h 2398711"/>
              <a:gd name="connsiteX55918" fmla="*/ 1351445 w 2119654"/>
              <a:gd name="connsiteY55918" fmla="*/ 547126 h 2398711"/>
              <a:gd name="connsiteX55919" fmla="*/ 1352420 w 2119654"/>
              <a:gd name="connsiteY55919" fmla="*/ 549229 h 2398711"/>
              <a:gd name="connsiteX55920" fmla="*/ 1352664 w 2119654"/>
              <a:gd name="connsiteY55920" fmla="*/ 544469 h 2398711"/>
              <a:gd name="connsiteX55921" fmla="*/ 679046 w 2119654"/>
              <a:gd name="connsiteY55921" fmla="*/ 2051754 h 2398711"/>
              <a:gd name="connsiteX55922" fmla="*/ 679876 w 2119654"/>
              <a:gd name="connsiteY55922" fmla="*/ 2053816 h 2398711"/>
              <a:gd name="connsiteX55923" fmla="*/ 680075 w 2119654"/>
              <a:gd name="connsiteY55923" fmla="*/ 2053840 h 2398711"/>
              <a:gd name="connsiteX55924" fmla="*/ 680046 w 2119654"/>
              <a:gd name="connsiteY55924" fmla="*/ 2052730 h 2398711"/>
              <a:gd name="connsiteX55925" fmla="*/ 681934 w 2119654"/>
              <a:gd name="connsiteY55925" fmla="*/ 2045225 h 2398711"/>
              <a:gd name="connsiteX55926" fmla="*/ 683218 w 2119654"/>
              <a:gd name="connsiteY55926" fmla="*/ 2046880 h 2398711"/>
              <a:gd name="connsiteX55927" fmla="*/ 687624 w 2119654"/>
              <a:gd name="connsiteY55927" fmla="*/ 2046345 h 2398711"/>
              <a:gd name="connsiteX55928" fmla="*/ 690200 w 2119654"/>
              <a:gd name="connsiteY55928" fmla="*/ 2045997 h 2398711"/>
              <a:gd name="connsiteX55929" fmla="*/ 689879 w 2119654"/>
              <a:gd name="connsiteY55929" fmla="*/ 2045213 h 2398711"/>
              <a:gd name="connsiteX55930" fmla="*/ 689439 w 2119654"/>
              <a:gd name="connsiteY55930" fmla="*/ 2044096 h 2398711"/>
              <a:gd name="connsiteX55931" fmla="*/ 680357 w 2119654"/>
              <a:gd name="connsiteY55931" fmla="*/ 2048462 h 2398711"/>
              <a:gd name="connsiteX55932" fmla="*/ 680384 w 2119654"/>
              <a:gd name="connsiteY55932" fmla="*/ 2049521 h 2398711"/>
              <a:gd name="connsiteX55933" fmla="*/ 681359 w 2119654"/>
              <a:gd name="connsiteY55933" fmla="*/ 2049620 h 2398711"/>
              <a:gd name="connsiteX55934" fmla="*/ 683903 w 2119654"/>
              <a:gd name="connsiteY55934" fmla="*/ 2048857 h 2398711"/>
              <a:gd name="connsiteX55935" fmla="*/ 683265 w 2119654"/>
              <a:gd name="connsiteY55935" fmla="*/ 2048034 h 2398711"/>
              <a:gd name="connsiteX55936" fmla="*/ 681459 w 2119654"/>
              <a:gd name="connsiteY55936" fmla="*/ 2048309 h 2398711"/>
              <a:gd name="connsiteX55937" fmla="*/ 680331 w 2119654"/>
              <a:gd name="connsiteY55937" fmla="*/ 2047461 h 2398711"/>
              <a:gd name="connsiteX55938" fmla="*/ 680340 w 2119654"/>
              <a:gd name="connsiteY55938" fmla="*/ 2047803 h 2398711"/>
              <a:gd name="connsiteX55939" fmla="*/ 682794 w 2119654"/>
              <a:gd name="connsiteY55939" fmla="*/ 2047429 h 2398711"/>
              <a:gd name="connsiteX55940" fmla="*/ 682616 w 2119654"/>
              <a:gd name="connsiteY55940" fmla="*/ 2047200 h 2398711"/>
              <a:gd name="connsiteX55941" fmla="*/ 682588 w 2119654"/>
              <a:gd name="connsiteY55941" fmla="*/ 2047187 h 2398711"/>
              <a:gd name="connsiteX55942" fmla="*/ 1361370 w 2119654"/>
              <a:gd name="connsiteY55942" fmla="*/ 522415 h 2398711"/>
              <a:gd name="connsiteX55943" fmla="*/ 1361787 w 2119654"/>
              <a:gd name="connsiteY55943" fmla="*/ 527702 h 2398711"/>
              <a:gd name="connsiteX55944" fmla="*/ 1364334 w 2119654"/>
              <a:gd name="connsiteY55944" fmla="*/ 531856 h 2398711"/>
              <a:gd name="connsiteX55945" fmla="*/ 1364847 w 2119654"/>
              <a:gd name="connsiteY55945" fmla="*/ 531496 h 2398711"/>
              <a:gd name="connsiteX55946" fmla="*/ 1363263 w 2119654"/>
              <a:gd name="connsiteY55946" fmla="*/ 527087 h 2398711"/>
              <a:gd name="connsiteX55947" fmla="*/ 1368085 w 2119654"/>
              <a:gd name="connsiteY55947" fmla="*/ 507002 h 2398711"/>
              <a:gd name="connsiteX55948" fmla="*/ 1368113 w 2119654"/>
              <a:gd name="connsiteY55948" fmla="*/ 507534 h 2398711"/>
              <a:gd name="connsiteX55949" fmla="*/ 1372365 w 2119654"/>
              <a:gd name="connsiteY55949" fmla="*/ 518907 h 2398711"/>
              <a:gd name="connsiteX55950" fmla="*/ 1372786 w 2119654"/>
              <a:gd name="connsiteY55950" fmla="*/ 519322 h 2398711"/>
              <a:gd name="connsiteX55951" fmla="*/ 1374471 w 2119654"/>
              <a:gd name="connsiteY55951" fmla="*/ 510696 h 2398711"/>
              <a:gd name="connsiteX55952" fmla="*/ 1375573 w 2119654"/>
              <a:gd name="connsiteY55952" fmla="*/ 503543 h 2398711"/>
              <a:gd name="connsiteX55953" fmla="*/ 1372572 w 2119654"/>
              <a:gd name="connsiteY55953" fmla="*/ 499913 h 2398711"/>
              <a:gd name="connsiteX55954" fmla="*/ 1385169 w 2119654"/>
              <a:gd name="connsiteY55954" fmla="*/ 468585 h 2398711"/>
              <a:gd name="connsiteX55955" fmla="*/ 1386225 w 2119654"/>
              <a:gd name="connsiteY55955" fmla="*/ 472877 h 2398711"/>
              <a:gd name="connsiteX55956" fmla="*/ 1395291 w 2119654"/>
              <a:gd name="connsiteY55956" fmla="*/ 462663 h 2398711"/>
              <a:gd name="connsiteX55957" fmla="*/ 1392174 w 2119654"/>
              <a:gd name="connsiteY55957" fmla="*/ 456442 h 2398711"/>
              <a:gd name="connsiteX55958" fmla="*/ 1389472 w 2119654"/>
              <a:gd name="connsiteY55958" fmla="*/ 460372 h 2398711"/>
              <a:gd name="connsiteX55959" fmla="*/ 649979 w 2119654"/>
              <a:gd name="connsiteY55959" fmla="*/ 2114602 h 2398711"/>
              <a:gd name="connsiteX55960" fmla="*/ 651135 w 2119654"/>
              <a:gd name="connsiteY55960" fmla="*/ 2117857 h 2398711"/>
              <a:gd name="connsiteX55961" fmla="*/ 661135 w 2119654"/>
              <a:gd name="connsiteY55961" fmla="*/ 2117189 h 2398711"/>
              <a:gd name="connsiteX55962" fmla="*/ 673974 w 2119654"/>
              <a:gd name="connsiteY55962" fmla="*/ 2116159 h 2398711"/>
              <a:gd name="connsiteX55963" fmla="*/ 672625 w 2119654"/>
              <a:gd name="connsiteY55963" fmla="*/ 2111445 h 2398711"/>
              <a:gd name="connsiteX55964" fmla="*/ 666464 w 2119654"/>
              <a:gd name="connsiteY55964" fmla="*/ 2112366 h 2398711"/>
              <a:gd name="connsiteX55965" fmla="*/ 1383611 w 2119654"/>
              <a:gd name="connsiteY55965" fmla="*/ 471559 h 2398711"/>
              <a:gd name="connsiteX55966" fmla="*/ 1383683 w 2119654"/>
              <a:gd name="connsiteY55966" fmla="*/ 471620 h 2398711"/>
              <a:gd name="connsiteX55967" fmla="*/ 1384365 w 2119654"/>
              <a:gd name="connsiteY55967" fmla="*/ 474975 h 2398711"/>
              <a:gd name="connsiteX55968" fmla="*/ 1384554 w 2119654"/>
              <a:gd name="connsiteY55968" fmla="*/ 474761 h 2398711"/>
              <a:gd name="connsiteX55969" fmla="*/ 1383914 w 2119654"/>
              <a:gd name="connsiteY55969" fmla="*/ 470983 h 2398711"/>
              <a:gd name="connsiteX55970" fmla="*/ 1383263 w 2119654"/>
              <a:gd name="connsiteY55970" fmla="*/ 472223 h 2398711"/>
              <a:gd name="connsiteX55971" fmla="*/ 1383298 w 2119654"/>
              <a:gd name="connsiteY55971" fmla="*/ 476177 h 2398711"/>
              <a:gd name="connsiteX55972" fmla="*/ 1384186 w 2119654"/>
              <a:gd name="connsiteY55972" fmla="*/ 475176 h 2398711"/>
              <a:gd name="connsiteX55973" fmla="*/ 1383495 w 2119654"/>
              <a:gd name="connsiteY55973" fmla="*/ 471781 h 2398711"/>
              <a:gd name="connsiteX55974" fmla="*/ 680297 w 2119654"/>
              <a:gd name="connsiteY55974" fmla="*/ 2046137 h 2398711"/>
              <a:gd name="connsiteX55975" fmla="*/ 680325 w 2119654"/>
              <a:gd name="connsiteY55975" fmla="*/ 2047230 h 2398711"/>
              <a:gd name="connsiteX55976" fmla="*/ 682189 w 2119654"/>
              <a:gd name="connsiteY55976" fmla="*/ 2047004 h 2398711"/>
              <a:gd name="connsiteX55977" fmla="*/ 672819 w 2119654"/>
              <a:gd name="connsiteY55977" fmla="*/ 2062854 h 2398711"/>
              <a:gd name="connsiteX55978" fmla="*/ 673096 w 2119654"/>
              <a:gd name="connsiteY55978" fmla="*/ 2065886 h 2398711"/>
              <a:gd name="connsiteX55979" fmla="*/ 676508 w 2119654"/>
              <a:gd name="connsiteY55979" fmla="*/ 2067520 h 2398711"/>
              <a:gd name="connsiteX55980" fmla="*/ 677678 w 2119654"/>
              <a:gd name="connsiteY55980" fmla="*/ 2067321 h 2398711"/>
              <a:gd name="connsiteX55981" fmla="*/ 680401 w 2119654"/>
              <a:gd name="connsiteY55981" fmla="*/ 2066473 h 2398711"/>
              <a:gd name="connsiteX55982" fmla="*/ 680341 w 2119654"/>
              <a:gd name="connsiteY55982" fmla="*/ 2064150 h 2398711"/>
              <a:gd name="connsiteX55983" fmla="*/ 1366139 w 2119654"/>
              <a:gd name="connsiteY55983" fmla="*/ 510074 h 2398711"/>
              <a:gd name="connsiteX55984" fmla="*/ 1366963 w 2119654"/>
              <a:gd name="connsiteY55984" fmla="*/ 513441 h 2398711"/>
              <a:gd name="connsiteX55985" fmla="*/ 1367273 w 2119654"/>
              <a:gd name="connsiteY55985" fmla="*/ 513882 h 2398711"/>
              <a:gd name="connsiteX55986" fmla="*/ 1367983 w 2119654"/>
              <a:gd name="connsiteY55986" fmla="*/ 514581 h 2398711"/>
              <a:gd name="connsiteX55987" fmla="*/ 1367964 w 2119654"/>
              <a:gd name="connsiteY55987" fmla="*/ 514087 h 2398711"/>
              <a:gd name="connsiteX55988" fmla="*/ 1367142 w 2119654"/>
              <a:gd name="connsiteY55988" fmla="*/ 509296 h 2398711"/>
              <a:gd name="connsiteX55989" fmla="*/ 1367285 w 2119654"/>
              <a:gd name="connsiteY55989" fmla="*/ 509426 h 2398711"/>
              <a:gd name="connsiteX55990" fmla="*/ 1367928 w 2119654"/>
              <a:gd name="connsiteY55990" fmla="*/ 513171 h 2398711"/>
              <a:gd name="connsiteX55991" fmla="*/ 1367743 w 2119654"/>
              <a:gd name="connsiteY55991" fmla="*/ 508461 h 2398711"/>
              <a:gd name="connsiteX55992" fmla="*/ 1367527 w 2119654"/>
              <a:gd name="connsiteY55992" fmla="*/ 507883 h 2398711"/>
              <a:gd name="connsiteX55993" fmla="*/ 661981 w 2119654"/>
              <a:gd name="connsiteY55993" fmla="*/ 2086801 h 2398711"/>
              <a:gd name="connsiteX55994" fmla="*/ 666214 w 2119654"/>
              <a:gd name="connsiteY55994" fmla="*/ 2087222 h 2398711"/>
              <a:gd name="connsiteX55995" fmla="*/ 666212 w 2119654"/>
              <a:gd name="connsiteY55995" fmla="*/ 2087216 h 2398711"/>
              <a:gd name="connsiteX55996" fmla="*/ 663162 w 2119654"/>
              <a:gd name="connsiteY55996" fmla="*/ 2085887 h 2398711"/>
              <a:gd name="connsiteX55997" fmla="*/ 665721 w 2119654"/>
              <a:gd name="connsiteY55997" fmla="*/ 2078231 h 2398711"/>
              <a:gd name="connsiteX55998" fmla="*/ 666411 w 2119654"/>
              <a:gd name="connsiteY55998" fmla="*/ 2081069 h 2398711"/>
              <a:gd name="connsiteX55999" fmla="*/ 669605 w 2119654"/>
              <a:gd name="connsiteY55999" fmla="*/ 2080549 h 2398711"/>
              <a:gd name="connsiteX56000" fmla="*/ 667658 w 2119654"/>
              <a:gd name="connsiteY56000" fmla="*/ 2077991 h 2398711"/>
              <a:gd name="connsiteX56001" fmla="*/ 680280 w 2119654"/>
              <a:gd name="connsiteY56001" fmla="*/ 2045473 h 2398711"/>
              <a:gd name="connsiteX56002" fmla="*/ 680287 w 2119654"/>
              <a:gd name="connsiteY56002" fmla="*/ 2045746 h 2398711"/>
              <a:gd name="connsiteX56003" fmla="*/ 682116 w 2119654"/>
              <a:gd name="connsiteY56003" fmla="*/ 2046554 h 2398711"/>
              <a:gd name="connsiteX56004" fmla="*/ 681172 w 2119654"/>
              <a:gd name="connsiteY56004" fmla="*/ 2045339 h 2398711"/>
              <a:gd name="connsiteX56005" fmla="*/ 1365407 w 2119654"/>
              <a:gd name="connsiteY56005" fmla="*/ 511231 h 2398711"/>
              <a:gd name="connsiteX56006" fmla="*/ 1366378 w 2119654"/>
              <a:gd name="connsiteY56006" fmla="*/ 512610 h 2398711"/>
              <a:gd name="connsiteX56007" fmla="*/ 1365864 w 2119654"/>
              <a:gd name="connsiteY56007" fmla="*/ 510510 h 2398711"/>
              <a:gd name="connsiteX56008" fmla="*/ 1379764 w 2119654"/>
              <a:gd name="connsiteY56008" fmla="*/ 478905 h 2398711"/>
              <a:gd name="connsiteX56009" fmla="*/ 1379530 w 2119654"/>
              <a:gd name="connsiteY56009" fmla="*/ 480422 h 2398711"/>
              <a:gd name="connsiteX56010" fmla="*/ 1382911 w 2119654"/>
              <a:gd name="connsiteY56010" fmla="*/ 476612 h 2398711"/>
              <a:gd name="connsiteX56011" fmla="*/ 1382879 w 2119654"/>
              <a:gd name="connsiteY56011" fmla="*/ 472959 h 2398711"/>
              <a:gd name="connsiteX56012" fmla="*/ 658718 w 2119654"/>
              <a:gd name="connsiteY56012" fmla="*/ 2093456 h 2398711"/>
              <a:gd name="connsiteX56013" fmla="*/ 658863 w 2119654"/>
              <a:gd name="connsiteY56013" fmla="*/ 2094975 h 2398711"/>
              <a:gd name="connsiteX56014" fmla="*/ 659199 w 2119654"/>
              <a:gd name="connsiteY56014" fmla="*/ 2098056 h 2398711"/>
              <a:gd name="connsiteX56015" fmla="*/ 666583 w 2119654"/>
              <a:gd name="connsiteY56015" fmla="*/ 2095740 h 2398711"/>
              <a:gd name="connsiteX56016" fmla="*/ 1365093 w 2119654"/>
              <a:gd name="connsiteY56016" fmla="*/ 511728 h 2398711"/>
              <a:gd name="connsiteX56017" fmla="*/ 1365162 w 2119654"/>
              <a:gd name="connsiteY56017" fmla="*/ 511796 h 2398711"/>
              <a:gd name="connsiteX56018" fmla="*/ 1365103 w 2119654"/>
              <a:gd name="connsiteY56018" fmla="*/ 511711 h 2398711"/>
              <a:gd name="connsiteX56019" fmla="*/ 649651 w 2119654"/>
              <a:gd name="connsiteY56019" fmla="*/ 2113679 h 2398711"/>
              <a:gd name="connsiteX56020" fmla="*/ 649883 w 2119654"/>
              <a:gd name="connsiteY56020" fmla="*/ 2114334 h 2398711"/>
              <a:gd name="connsiteX56021" fmla="*/ 672484 w 2119654"/>
              <a:gd name="connsiteY56021" fmla="*/ 2110952 h 2398711"/>
              <a:gd name="connsiteX56022" fmla="*/ 672303 w 2119654"/>
              <a:gd name="connsiteY56022" fmla="*/ 2110319 h 2398711"/>
              <a:gd name="connsiteX56023" fmla="*/ 665833 w 2119654"/>
              <a:gd name="connsiteY56023" fmla="*/ 2111020 h 2398711"/>
              <a:gd name="connsiteX56024" fmla="*/ 651614 w 2119654"/>
              <a:gd name="connsiteY56024" fmla="*/ 2113931 h 2398711"/>
              <a:gd name="connsiteX56025" fmla="*/ 651357 w 2119654"/>
              <a:gd name="connsiteY56025" fmla="*/ 2113771 h 2398711"/>
              <a:gd name="connsiteX56026" fmla="*/ 663631 w 2119654"/>
              <a:gd name="connsiteY56026" fmla="*/ 2111259 h 2398711"/>
              <a:gd name="connsiteX56027" fmla="*/ 657419 w 2119654"/>
              <a:gd name="connsiteY56027" fmla="*/ 2111931 h 2398711"/>
              <a:gd name="connsiteX56028" fmla="*/ 1378990 w 2119654"/>
              <a:gd name="connsiteY56028" fmla="*/ 480383 h 2398711"/>
              <a:gd name="connsiteX56029" fmla="*/ 1379117 w 2119654"/>
              <a:gd name="connsiteY56029" fmla="*/ 480557 h 2398711"/>
              <a:gd name="connsiteX56030" fmla="*/ 1379208 w 2119654"/>
              <a:gd name="connsiteY56030" fmla="*/ 479966 h 2398711"/>
              <a:gd name="connsiteX56031" fmla="*/ 668687 w 2119654"/>
              <a:gd name="connsiteY56031" fmla="*/ 2070752 h 2398711"/>
              <a:gd name="connsiteX56032" fmla="*/ 669739 w 2119654"/>
              <a:gd name="connsiteY56032" fmla="*/ 2072957 h 2398711"/>
              <a:gd name="connsiteX56033" fmla="*/ 672425 w 2119654"/>
              <a:gd name="connsiteY56033" fmla="*/ 2073079 h 2398711"/>
              <a:gd name="connsiteX56034" fmla="*/ 672219 w 2119654"/>
              <a:gd name="connsiteY56034" fmla="*/ 2070830 h 2398711"/>
              <a:gd name="connsiteX56035" fmla="*/ 670666 w 2119654"/>
              <a:gd name="connsiteY56035" fmla="*/ 2070135 h 2398711"/>
              <a:gd name="connsiteX56036" fmla="*/ 1378307 w 2119654"/>
              <a:gd name="connsiteY56036" fmla="*/ 481685 h 2398711"/>
              <a:gd name="connsiteX56037" fmla="*/ 1378351 w 2119654"/>
              <a:gd name="connsiteY56037" fmla="*/ 481750 h 2398711"/>
              <a:gd name="connsiteX56038" fmla="*/ 1378912 w 2119654"/>
              <a:gd name="connsiteY56038" fmla="*/ 481119 h 2398711"/>
              <a:gd name="connsiteX56039" fmla="*/ 1378733 w 2119654"/>
              <a:gd name="connsiteY56039" fmla="*/ 480872 h 2398711"/>
              <a:gd name="connsiteX56040" fmla="*/ 658677 w 2119654"/>
              <a:gd name="connsiteY56040" fmla="*/ 2093030 h 2398711"/>
              <a:gd name="connsiteX56041" fmla="*/ 658697 w 2119654"/>
              <a:gd name="connsiteY56041" fmla="*/ 2093234 h 2398711"/>
              <a:gd name="connsiteX56042" fmla="*/ 666859 w 2119654"/>
              <a:gd name="connsiteY56042" fmla="*/ 2095605 h 2398711"/>
              <a:gd name="connsiteX56043" fmla="*/ 666942 w 2119654"/>
              <a:gd name="connsiteY56043" fmla="*/ 2095627 h 2398711"/>
              <a:gd name="connsiteX56044" fmla="*/ 668388 w 2119654"/>
              <a:gd name="connsiteY56044" fmla="*/ 2095174 h 2398711"/>
              <a:gd name="connsiteX56045" fmla="*/ 667693 w 2119654"/>
              <a:gd name="connsiteY56045" fmla="*/ 2092311 h 2398711"/>
              <a:gd name="connsiteX56046" fmla="*/ 659067 w 2119654"/>
              <a:gd name="connsiteY56046" fmla="*/ 2093004 h 2398711"/>
              <a:gd name="connsiteX56047" fmla="*/ 660675 w 2119654"/>
              <a:gd name="connsiteY56047" fmla="*/ 2088556 h 2398711"/>
              <a:gd name="connsiteX56048" fmla="*/ 666903 w 2119654"/>
              <a:gd name="connsiteY56048" fmla="*/ 2089163 h 2398711"/>
              <a:gd name="connsiteX56049" fmla="*/ 666759 w 2119654"/>
              <a:gd name="connsiteY56049" fmla="*/ 2088756 h 2398711"/>
              <a:gd name="connsiteX56050" fmla="*/ 679826 w 2119654"/>
              <a:gd name="connsiteY56050" fmla="*/ 2045542 h 2398711"/>
              <a:gd name="connsiteX56051" fmla="*/ 679861 w 2119654"/>
              <a:gd name="connsiteY56051" fmla="*/ 2045558 h 2398711"/>
              <a:gd name="connsiteX56052" fmla="*/ 679861 w 2119654"/>
              <a:gd name="connsiteY56052" fmla="*/ 2045537 h 2398711"/>
              <a:gd name="connsiteX56053" fmla="*/ 680245 w 2119654"/>
              <a:gd name="connsiteY56053" fmla="*/ 2044144 h 2398711"/>
              <a:gd name="connsiteX56054" fmla="*/ 680274 w 2119654"/>
              <a:gd name="connsiteY56054" fmla="*/ 2045239 h 2398711"/>
              <a:gd name="connsiteX56055" fmla="*/ 681002 w 2119654"/>
              <a:gd name="connsiteY56055" fmla="*/ 2045119 h 2398711"/>
              <a:gd name="connsiteX56056" fmla="*/ 669098 w 2119654"/>
              <a:gd name="connsiteY56056" fmla="*/ 2068891 h 2398711"/>
              <a:gd name="connsiteX56057" fmla="*/ 670554 w 2119654"/>
              <a:gd name="connsiteY56057" fmla="*/ 2069542 h 2398711"/>
              <a:gd name="connsiteX56058" fmla="*/ 672059 w 2119654"/>
              <a:gd name="connsiteY56058" fmla="*/ 2069073 h 2398711"/>
              <a:gd name="connsiteX56059" fmla="*/ 672000 w 2119654"/>
              <a:gd name="connsiteY56059" fmla="*/ 2068441 h 2398711"/>
              <a:gd name="connsiteX56060" fmla="*/ 678002 w 2119654"/>
              <a:gd name="connsiteY56060" fmla="*/ 2048789 h 2398711"/>
              <a:gd name="connsiteX56061" fmla="*/ 678562 w 2119654"/>
              <a:gd name="connsiteY56061" fmla="*/ 2049336 h 2398711"/>
              <a:gd name="connsiteX56062" fmla="*/ 679963 w 2119654"/>
              <a:gd name="connsiteY56062" fmla="*/ 2049478 h 2398711"/>
              <a:gd name="connsiteX56063" fmla="*/ 679938 w 2119654"/>
              <a:gd name="connsiteY56063" fmla="*/ 2048520 h 2398711"/>
              <a:gd name="connsiteX56064" fmla="*/ 579396 w 2119654"/>
              <a:gd name="connsiteY56064" fmla="*/ 2269492 h 2398711"/>
              <a:gd name="connsiteX56065" fmla="*/ 593366 w 2119654"/>
              <a:gd name="connsiteY56065" fmla="*/ 2265508 h 2398711"/>
              <a:gd name="connsiteX56066" fmla="*/ 639153 w 2119654"/>
              <a:gd name="connsiteY56066" fmla="*/ 2251350 h 2398711"/>
              <a:gd name="connsiteX56067" fmla="*/ 604835 w 2119654"/>
              <a:gd name="connsiteY56067" fmla="*/ 2262373 h 2398711"/>
              <a:gd name="connsiteX56068" fmla="*/ 579591 w 2119654"/>
              <a:gd name="connsiteY56068" fmla="*/ 2269572 h 2398711"/>
              <a:gd name="connsiteX56069" fmla="*/ 660453 w 2119654"/>
              <a:gd name="connsiteY56069" fmla="*/ 2087984 h 2398711"/>
              <a:gd name="connsiteX56070" fmla="*/ 666525 w 2119654"/>
              <a:gd name="connsiteY56070" fmla="*/ 2088101 h 2398711"/>
              <a:gd name="connsiteX56071" fmla="*/ 666377 w 2119654"/>
              <a:gd name="connsiteY56071" fmla="*/ 2087680 h 2398711"/>
              <a:gd name="connsiteX56072" fmla="*/ 661476 w 2119654"/>
              <a:gd name="connsiteY56072" fmla="*/ 2087192 h 2398711"/>
              <a:gd name="connsiteX56073" fmla="*/ 1333055 w 2119654"/>
              <a:gd name="connsiteY56073" fmla="*/ 581862 h 2398711"/>
              <a:gd name="connsiteX56074" fmla="*/ 1333449 w 2119654"/>
              <a:gd name="connsiteY56074" fmla="*/ 582708 h 2398711"/>
              <a:gd name="connsiteX56075" fmla="*/ 1333972 w 2119654"/>
              <a:gd name="connsiteY56075" fmla="*/ 583513 h 2398711"/>
              <a:gd name="connsiteX56076" fmla="*/ 1333979 w 2119654"/>
              <a:gd name="connsiteY56076" fmla="*/ 583207 h 2398711"/>
              <a:gd name="connsiteX56077" fmla="*/ 658119 w 2119654"/>
              <a:gd name="connsiteY56077" fmla="*/ 2093067 h 2398711"/>
              <a:gd name="connsiteX56078" fmla="*/ 658563 w 2119654"/>
              <a:gd name="connsiteY56078" fmla="*/ 2093195 h 2398711"/>
              <a:gd name="connsiteX56079" fmla="*/ 658546 w 2119654"/>
              <a:gd name="connsiteY56079" fmla="*/ 2093038 h 2398711"/>
              <a:gd name="connsiteX56080" fmla="*/ 1361896 w 2119654"/>
              <a:gd name="connsiteY56080" fmla="*/ 516778 h 2398711"/>
              <a:gd name="connsiteX56081" fmla="*/ 1367215 w 2119654"/>
              <a:gd name="connsiteY56081" fmla="*/ 529256 h 2398711"/>
              <a:gd name="connsiteX56082" fmla="*/ 1368478 w 2119654"/>
              <a:gd name="connsiteY56082" fmla="*/ 527284 h 2398711"/>
              <a:gd name="connsiteX56083" fmla="*/ 1368195 w 2119654"/>
              <a:gd name="connsiteY56083" fmla="*/ 520042 h 2398711"/>
              <a:gd name="connsiteX56084" fmla="*/ 1366806 w 2119654"/>
              <a:gd name="connsiteY56084" fmla="*/ 514361 h 2398711"/>
              <a:gd name="connsiteX56085" fmla="*/ 1364725 w 2119654"/>
              <a:gd name="connsiteY56085" fmla="*/ 512308 h 2398711"/>
              <a:gd name="connsiteX56086" fmla="*/ 1361137 w 2119654"/>
              <a:gd name="connsiteY56086" fmla="*/ 517977 h 2398711"/>
              <a:gd name="connsiteX56087" fmla="*/ 1361044 w 2119654"/>
              <a:gd name="connsiteY56087" fmla="*/ 518255 h 2398711"/>
              <a:gd name="connsiteX56088" fmla="*/ 1361262 w 2119654"/>
              <a:gd name="connsiteY56088" fmla="*/ 521041 h 2398711"/>
              <a:gd name="connsiteX56089" fmla="*/ 1365353 w 2119654"/>
              <a:gd name="connsiteY56089" fmla="*/ 531141 h 2398711"/>
              <a:gd name="connsiteX56090" fmla="*/ 1366542 w 2119654"/>
              <a:gd name="connsiteY56090" fmla="*/ 530307 h 2398711"/>
              <a:gd name="connsiteX56091" fmla="*/ 1366543 w 2119654"/>
              <a:gd name="connsiteY56091" fmla="*/ 530304 h 2398711"/>
              <a:gd name="connsiteX56092" fmla="*/ 1361228 w 2119654"/>
              <a:gd name="connsiteY56092" fmla="*/ 517833 h 2398711"/>
              <a:gd name="connsiteX56093" fmla="*/ 680202 w 2119654"/>
              <a:gd name="connsiteY56093" fmla="*/ 2042450 h 2398711"/>
              <a:gd name="connsiteX56094" fmla="*/ 680216 w 2119654"/>
              <a:gd name="connsiteY56094" fmla="*/ 2043011 h 2398711"/>
              <a:gd name="connsiteX56095" fmla="*/ 681756 w 2119654"/>
              <a:gd name="connsiteY56095" fmla="*/ 2044995 h 2398711"/>
              <a:gd name="connsiteX56096" fmla="*/ 689305 w 2119654"/>
              <a:gd name="connsiteY56096" fmla="*/ 2043754 h 2398711"/>
              <a:gd name="connsiteX56097" fmla="*/ 688879 w 2119654"/>
              <a:gd name="connsiteY56097" fmla="*/ 2042674 h 2398711"/>
              <a:gd name="connsiteX56098" fmla="*/ 664126 w 2119654"/>
              <a:gd name="connsiteY56098" fmla="*/ 2078429 h 2398711"/>
              <a:gd name="connsiteX56099" fmla="*/ 665016 w 2119654"/>
              <a:gd name="connsiteY56099" fmla="*/ 2081296 h 2398711"/>
              <a:gd name="connsiteX56100" fmla="*/ 665018 w 2119654"/>
              <a:gd name="connsiteY56100" fmla="*/ 2081296 h 2398711"/>
              <a:gd name="connsiteX56101" fmla="*/ 664316 w 2119654"/>
              <a:gd name="connsiteY56101" fmla="*/ 2078406 h 2398711"/>
              <a:gd name="connsiteX56102" fmla="*/ 677458 w 2119654"/>
              <a:gd name="connsiteY56102" fmla="*/ 2047809 h 2398711"/>
              <a:gd name="connsiteX56103" fmla="*/ 677623 w 2119654"/>
              <a:gd name="connsiteY56103" fmla="*/ 2048216 h 2398711"/>
              <a:gd name="connsiteX56104" fmla="*/ 679921 w 2119654"/>
              <a:gd name="connsiteY56104" fmla="*/ 2047867 h 2398711"/>
              <a:gd name="connsiteX56105" fmla="*/ 679911 w 2119654"/>
              <a:gd name="connsiteY56105" fmla="*/ 2047512 h 2398711"/>
              <a:gd name="connsiteX56106" fmla="*/ 1331009 w 2119654"/>
              <a:gd name="connsiteY56106" fmla="*/ 584277 h 2398711"/>
              <a:gd name="connsiteX56107" fmla="*/ 1331815 w 2119654"/>
              <a:gd name="connsiteY56107" fmla="*/ 587549 h 2398711"/>
              <a:gd name="connsiteX56108" fmla="*/ 1332112 w 2119654"/>
              <a:gd name="connsiteY56108" fmla="*/ 587002 h 2398711"/>
              <a:gd name="connsiteX56109" fmla="*/ 1331895 w 2119654"/>
              <a:gd name="connsiteY56109" fmla="*/ 586344 h 2398711"/>
              <a:gd name="connsiteX56110" fmla="*/ 1331039 w 2119654"/>
              <a:gd name="connsiteY56110" fmla="*/ 584317 h 2398711"/>
              <a:gd name="connsiteX56111" fmla="*/ 667890 w 2119654"/>
              <a:gd name="connsiteY56111" fmla="*/ 2069078 h 2398711"/>
              <a:gd name="connsiteX56112" fmla="*/ 668427 w 2119654"/>
              <a:gd name="connsiteY56112" fmla="*/ 2070205 h 2398711"/>
              <a:gd name="connsiteX56113" fmla="*/ 669838 w 2119654"/>
              <a:gd name="connsiteY56113" fmla="*/ 2069765 h 2398711"/>
              <a:gd name="connsiteX56114" fmla="*/ 668194 w 2119654"/>
              <a:gd name="connsiteY56114" fmla="*/ 2069031 h 2398711"/>
              <a:gd name="connsiteX56115" fmla="*/ 679773 w 2119654"/>
              <a:gd name="connsiteY56115" fmla="*/ 2042439 h 2398711"/>
              <a:gd name="connsiteX56116" fmla="*/ 679781 w 2119654"/>
              <a:gd name="connsiteY56116" fmla="*/ 2042450 h 2398711"/>
              <a:gd name="connsiteX56117" fmla="*/ 679781 w 2119654"/>
              <a:gd name="connsiteY56117" fmla="*/ 2042439 h 2398711"/>
              <a:gd name="connsiteX56118" fmla="*/ 1330647 w 2119654"/>
              <a:gd name="connsiteY56118" fmla="*/ 584811 h 2398711"/>
              <a:gd name="connsiteX56119" fmla="*/ 1330636 w 2119654"/>
              <a:gd name="connsiteY56119" fmla="*/ 584843 h 2398711"/>
              <a:gd name="connsiteX56120" fmla="*/ 1330837 w 2119654"/>
              <a:gd name="connsiteY56120" fmla="*/ 585627 h 2398711"/>
              <a:gd name="connsiteX56121" fmla="*/ 1331041 w 2119654"/>
              <a:gd name="connsiteY56121" fmla="*/ 583750 h 2398711"/>
              <a:gd name="connsiteX56122" fmla="*/ 1331009 w 2119654"/>
              <a:gd name="connsiteY56122" fmla="*/ 583835 h 2398711"/>
              <a:gd name="connsiteX56123" fmla="*/ 1331116 w 2119654"/>
              <a:gd name="connsiteY56123" fmla="*/ 583977 h 2398711"/>
              <a:gd name="connsiteX56124" fmla="*/ 667779 w 2119654"/>
              <a:gd name="connsiteY56124" fmla="*/ 2068845 h 2398711"/>
              <a:gd name="connsiteX56125" fmla="*/ 667817 w 2119654"/>
              <a:gd name="connsiteY56125" fmla="*/ 2068926 h 2398711"/>
              <a:gd name="connsiteX56126" fmla="*/ 667923 w 2119654"/>
              <a:gd name="connsiteY56126" fmla="*/ 2068909 h 2398711"/>
              <a:gd name="connsiteX56127" fmla="*/ 677049 w 2119654"/>
              <a:gd name="connsiteY56127" fmla="*/ 2047858 h 2398711"/>
              <a:gd name="connsiteX56128" fmla="*/ 677444 w 2119654"/>
              <a:gd name="connsiteY56128" fmla="*/ 2048243 h 2398711"/>
              <a:gd name="connsiteX56129" fmla="*/ 677511 w 2119654"/>
              <a:gd name="connsiteY56129" fmla="*/ 2048234 h 2398711"/>
              <a:gd name="connsiteX56130" fmla="*/ 677346 w 2119654"/>
              <a:gd name="connsiteY56130" fmla="*/ 2047822 h 2398711"/>
              <a:gd name="connsiteX56131" fmla="*/ 658350 w 2119654"/>
              <a:gd name="connsiteY56131" fmla="*/ 2089612 h 2398711"/>
              <a:gd name="connsiteX56132" fmla="*/ 658588 w 2119654"/>
              <a:gd name="connsiteY56132" fmla="*/ 2092107 h 2398711"/>
              <a:gd name="connsiteX56133" fmla="*/ 667515 w 2119654"/>
              <a:gd name="connsiteY56133" fmla="*/ 2091575 h 2398711"/>
              <a:gd name="connsiteX56134" fmla="*/ 667051 w 2119654"/>
              <a:gd name="connsiteY56134" fmla="*/ 2089667 h 2398711"/>
              <a:gd name="connsiteX56135" fmla="*/ 659260 w 2119654"/>
              <a:gd name="connsiteY56135" fmla="*/ 2088907 h 2398711"/>
              <a:gd name="connsiteX56136" fmla="*/ 1334426 w 2119654"/>
              <a:gd name="connsiteY56136" fmla="*/ 575681 h 2398711"/>
              <a:gd name="connsiteX56137" fmla="*/ 1334381 w 2119654"/>
              <a:gd name="connsiteY56137" fmla="*/ 577716 h 2398711"/>
              <a:gd name="connsiteX56138" fmla="*/ 1335540 w 2119654"/>
              <a:gd name="connsiteY56138" fmla="*/ 579405 h 2398711"/>
              <a:gd name="connsiteX56139" fmla="*/ 1335877 w 2119654"/>
              <a:gd name="connsiteY56139" fmla="*/ 577482 h 2398711"/>
              <a:gd name="connsiteX56140" fmla="*/ 665543 w 2119654"/>
              <a:gd name="connsiteY56140" fmla="*/ 2073044 h 2398711"/>
              <a:gd name="connsiteX56141" fmla="*/ 668972 w 2119654"/>
              <a:gd name="connsiteY56141" fmla="*/ 2077551 h 2398711"/>
              <a:gd name="connsiteX56142" fmla="*/ 671422 w 2119654"/>
              <a:gd name="connsiteY56142" fmla="*/ 2077247 h 2398711"/>
              <a:gd name="connsiteX56143" fmla="*/ 669465 w 2119654"/>
              <a:gd name="connsiteY56143" fmla="*/ 2073276 h 2398711"/>
              <a:gd name="connsiteX56144" fmla="*/ 628737 w 2119654"/>
              <a:gd name="connsiteY56144" fmla="*/ 2155172 h 2398711"/>
              <a:gd name="connsiteX56145" fmla="*/ 628624 w 2119654"/>
              <a:gd name="connsiteY56145" fmla="*/ 2159469 h 2398711"/>
              <a:gd name="connsiteX56146" fmla="*/ 659315 w 2119654"/>
              <a:gd name="connsiteY56146" fmla="*/ 2164583 h 2398711"/>
              <a:gd name="connsiteX56147" fmla="*/ 673369 w 2119654"/>
              <a:gd name="connsiteY56147" fmla="*/ 2157670 h 2398711"/>
              <a:gd name="connsiteX56148" fmla="*/ 681587 w 2119654"/>
              <a:gd name="connsiteY56148" fmla="*/ 2153206 h 2398711"/>
              <a:gd name="connsiteX56149" fmla="*/ 667672 w 2119654"/>
              <a:gd name="connsiteY56149" fmla="*/ 2153685 h 2398711"/>
              <a:gd name="connsiteX56150" fmla="*/ 667429 w 2119654"/>
              <a:gd name="connsiteY56150" fmla="*/ 2153508 h 2398711"/>
              <a:gd name="connsiteX56151" fmla="*/ 681772 w 2119654"/>
              <a:gd name="connsiteY56151" fmla="*/ 2153014 h 2398711"/>
              <a:gd name="connsiteX56152" fmla="*/ 681562 w 2119654"/>
              <a:gd name="connsiteY56152" fmla="*/ 2151427 h 2398711"/>
              <a:gd name="connsiteX56153" fmla="*/ 667946 w 2119654"/>
              <a:gd name="connsiteY56153" fmla="*/ 2151922 h 2398711"/>
              <a:gd name="connsiteX56154" fmla="*/ 667830 w 2119654"/>
              <a:gd name="connsiteY56154" fmla="*/ 2151837 h 2398711"/>
              <a:gd name="connsiteX56155" fmla="*/ 677794 w 2119654"/>
              <a:gd name="connsiteY56155" fmla="*/ 2151475 h 2398711"/>
              <a:gd name="connsiteX56156" fmla="*/ 681539 w 2119654"/>
              <a:gd name="connsiteY56156" fmla="*/ 2151256 h 2398711"/>
              <a:gd name="connsiteX56157" fmla="*/ 680279 w 2119654"/>
              <a:gd name="connsiteY56157" fmla="*/ 2141746 h 2398711"/>
              <a:gd name="connsiteX56158" fmla="*/ 661308 w 2119654"/>
              <a:gd name="connsiteY56158" fmla="*/ 2146010 h 2398711"/>
              <a:gd name="connsiteX56159" fmla="*/ 661917 w 2119654"/>
              <a:gd name="connsiteY56159" fmla="*/ 2147655 h 2398711"/>
              <a:gd name="connsiteX56160" fmla="*/ 661737 w 2119654"/>
              <a:gd name="connsiteY56160" fmla="*/ 2147544 h 2398711"/>
              <a:gd name="connsiteX56161" fmla="*/ 661180 w 2119654"/>
              <a:gd name="connsiteY56161" fmla="*/ 2146039 h 2398711"/>
              <a:gd name="connsiteX56162" fmla="*/ 656456 w 2119654"/>
              <a:gd name="connsiteY56162" fmla="*/ 2147101 h 2398711"/>
              <a:gd name="connsiteX56163" fmla="*/ 638335 w 2119654"/>
              <a:gd name="connsiteY56163" fmla="*/ 2150918 h 2398711"/>
              <a:gd name="connsiteX56164" fmla="*/ 658273 w 2119654"/>
              <a:gd name="connsiteY56164" fmla="*/ 2088810 h 2398711"/>
              <a:gd name="connsiteX56165" fmla="*/ 658330 w 2119654"/>
              <a:gd name="connsiteY56165" fmla="*/ 2089401 h 2398711"/>
              <a:gd name="connsiteX56166" fmla="*/ 659001 w 2119654"/>
              <a:gd name="connsiteY56166" fmla="*/ 2088881 h 2398711"/>
              <a:gd name="connsiteX56167" fmla="*/ 675960 w 2119654"/>
              <a:gd name="connsiteY56167" fmla="*/ 2049071 h 2398711"/>
              <a:gd name="connsiteX56168" fmla="*/ 676339 w 2119654"/>
              <a:gd name="connsiteY56168" fmla="*/ 2049110 h 2398711"/>
              <a:gd name="connsiteX56169" fmla="*/ 676257 w 2119654"/>
              <a:gd name="connsiteY56169" fmla="*/ 2049031 h 2398711"/>
              <a:gd name="connsiteX56170" fmla="*/ 664726 w 2119654"/>
              <a:gd name="connsiteY56170" fmla="*/ 2074137 h 2398711"/>
              <a:gd name="connsiteX56171" fmla="*/ 665656 w 2119654"/>
              <a:gd name="connsiteY56171" fmla="*/ 2077962 h 2398711"/>
              <a:gd name="connsiteX56172" fmla="*/ 667465 w 2119654"/>
              <a:gd name="connsiteY56172" fmla="*/ 2077738 h 2398711"/>
              <a:gd name="connsiteX56173" fmla="*/ 648490 w 2119654"/>
              <a:gd name="connsiteY56173" fmla="*/ 2110407 h 2398711"/>
              <a:gd name="connsiteX56174" fmla="*/ 649169 w 2119654"/>
              <a:gd name="connsiteY56174" fmla="*/ 2112320 h 2398711"/>
              <a:gd name="connsiteX56175" fmla="*/ 651737 w 2119654"/>
              <a:gd name="connsiteY56175" fmla="*/ 2112042 h 2398711"/>
              <a:gd name="connsiteX56176" fmla="*/ 671299 w 2119654"/>
              <a:gd name="connsiteY56176" fmla="*/ 2106812 h 2398711"/>
              <a:gd name="connsiteX56177" fmla="*/ 670751 w 2119654"/>
              <a:gd name="connsiteY56177" fmla="*/ 2104899 h 2398711"/>
              <a:gd name="connsiteX56178" fmla="*/ 670690 w 2119654"/>
              <a:gd name="connsiteY56178" fmla="*/ 2104647 h 2398711"/>
              <a:gd name="connsiteX56179" fmla="*/ 668593 w 2119654"/>
              <a:gd name="connsiteY56179" fmla="*/ 2104651 h 2398711"/>
              <a:gd name="connsiteX56180" fmla="*/ 653109 w 2119654"/>
              <a:gd name="connsiteY56180" fmla="*/ 2108406 h 2398711"/>
              <a:gd name="connsiteX56181" fmla="*/ 1333796 w 2119654"/>
              <a:gd name="connsiteY56181" fmla="*/ 574898 h 2398711"/>
              <a:gd name="connsiteX56182" fmla="*/ 1333643 w 2119654"/>
              <a:gd name="connsiteY56182" fmla="*/ 575677 h 2398711"/>
              <a:gd name="connsiteX56183" fmla="*/ 1334113 w 2119654"/>
              <a:gd name="connsiteY56183" fmla="*/ 577129 h 2398711"/>
              <a:gd name="connsiteX56184" fmla="*/ 1334153 w 2119654"/>
              <a:gd name="connsiteY56184" fmla="*/ 575341 h 2398711"/>
              <a:gd name="connsiteX56185" fmla="*/ 676759 w 2119654"/>
              <a:gd name="connsiteY56185" fmla="*/ 2046004 h 2398711"/>
              <a:gd name="connsiteX56186" fmla="*/ 677371 w 2119654"/>
              <a:gd name="connsiteY56186" fmla="*/ 2047589 h 2398711"/>
              <a:gd name="connsiteX56187" fmla="*/ 679906 w 2119654"/>
              <a:gd name="connsiteY56187" fmla="*/ 2047281 h 2398711"/>
              <a:gd name="connsiteX56188" fmla="*/ 679871 w 2119654"/>
              <a:gd name="connsiteY56188" fmla="*/ 2045941 h 2398711"/>
              <a:gd name="connsiteX56189" fmla="*/ 679204 w 2119654"/>
              <a:gd name="connsiteY56189" fmla="*/ 2045635 h 2398711"/>
              <a:gd name="connsiteX56190" fmla="*/ 652301 w 2119654"/>
              <a:gd name="connsiteY56190" fmla="*/ 2100430 h 2398711"/>
              <a:gd name="connsiteX56191" fmla="*/ 659308 w 2119654"/>
              <a:gd name="connsiteY56191" fmla="*/ 2100013 h 2398711"/>
              <a:gd name="connsiteX56192" fmla="*/ 659131 w 2119654"/>
              <a:gd name="connsiteY56192" fmla="*/ 2098390 h 2398711"/>
              <a:gd name="connsiteX56193" fmla="*/ 628797 w 2119654"/>
              <a:gd name="connsiteY56193" fmla="*/ 2152928 h 2398711"/>
              <a:gd name="connsiteX56194" fmla="*/ 628744 w 2119654"/>
              <a:gd name="connsiteY56194" fmla="*/ 2154926 h 2398711"/>
              <a:gd name="connsiteX56195" fmla="*/ 635950 w 2119654"/>
              <a:gd name="connsiteY56195" fmla="*/ 2151732 h 2398711"/>
              <a:gd name="connsiteX56196" fmla="*/ 637199 w 2119654"/>
              <a:gd name="connsiteY56196" fmla="*/ 2151158 h 2398711"/>
              <a:gd name="connsiteX56197" fmla="*/ 672151 w 2119654"/>
              <a:gd name="connsiteY56197" fmla="*/ 2055548 h 2398711"/>
              <a:gd name="connsiteX56198" fmla="*/ 672200 w 2119654"/>
              <a:gd name="connsiteY56198" fmla="*/ 2056093 h 2398711"/>
              <a:gd name="connsiteX56199" fmla="*/ 673307 w 2119654"/>
              <a:gd name="connsiteY56199" fmla="*/ 2056237 h 2398711"/>
              <a:gd name="connsiteX56200" fmla="*/ 1337766 w 2119654"/>
              <a:gd name="connsiteY56200" fmla="*/ 565065 h 2398711"/>
              <a:gd name="connsiteX56201" fmla="*/ 1337670 w 2119654"/>
              <a:gd name="connsiteY56201" fmla="*/ 565282 h 2398711"/>
              <a:gd name="connsiteX56202" fmla="*/ 1338254 w 2119654"/>
              <a:gd name="connsiteY56202" fmla="*/ 565905 h 2398711"/>
              <a:gd name="connsiteX56203" fmla="*/ 1340228 w 2119654"/>
              <a:gd name="connsiteY56203" fmla="*/ 559507 h 2398711"/>
              <a:gd name="connsiteX56204" fmla="*/ 1338043 w 2119654"/>
              <a:gd name="connsiteY56204" fmla="*/ 564438 h 2398711"/>
              <a:gd name="connsiteX56205" fmla="*/ 1338545 w 2119654"/>
              <a:gd name="connsiteY56205" fmla="*/ 565308 h 2398711"/>
              <a:gd name="connsiteX56206" fmla="*/ 1340237 w 2119654"/>
              <a:gd name="connsiteY56206" fmla="*/ 560222 h 2398711"/>
              <a:gd name="connsiteX56207" fmla="*/ 1341219 w 2119654"/>
              <a:gd name="connsiteY56207" fmla="*/ 557269 h 2398711"/>
              <a:gd name="connsiteX56208" fmla="*/ 1340777 w 2119654"/>
              <a:gd name="connsiteY56208" fmla="*/ 558264 h 2398711"/>
              <a:gd name="connsiteX56209" fmla="*/ 1340780 w 2119654"/>
              <a:gd name="connsiteY56209" fmla="*/ 558588 h 2398711"/>
              <a:gd name="connsiteX56210" fmla="*/ 658086 w 2119654"/>
              <a:gd name="connsiteY56210" fmla="*/ 2086854 h 2398711"/>
              <a:gd name="connsiteX56211" fmla="*/ 658190 w 2119654"/>
              <a:gd name="connsiteY56211" fmla="*/ 2087940 h 2398711"/>
              <a:gd name="connsiteX56212" fmla="*/ 660168 w 2119654"/>
              <a:gd name="connsiteY56212" fmla="*/ 2087979 h 2398711"/>
              <a:gd name="connsiteX56213" fmla="*/ 661217 w 2119654"/>
              <a:gd name="connsiteY56213" fmla="*/ 2087166 h 2398711"/>
              <a:gd name="connsiteX56214" fmla="*/ 664708 w 2119654"/>
              <a:gd name="connsiteY56214" fmla="*/ 2071947 h 2398711"/>
              <a:gd name="connsiteX56215" fmla="*/ 665324 w 2119654"/>
              <a:gd name="connsiteY56215" fmla="*/ 2072757 h 2398711"/>
              <a:gd name="connsiteX56216" fmla="*/ 669298 w 2119654"/>
              <a:gd name="connsiteY56216" fmla="*/ 2072937 h 2398711"/>
              <a:gd name="connsiteX56217" fmla="*/ 668982 w 2119654"/>
              <a:gd name="connsiteY56217" fmla="*/ 2072297 h 2398711"/>
              <a:gd name="connsiteX56218" fmla="*/ 668303 w 2119654"/>
              <a:gd name="connsiteY56218" fmla="*/ 2070872 h 2398711"/>
              <a:gd name="connsiteX56219" fmla="*/ 667679 w 2119654"/>
              <a:gd name="connsiteY56219" fmla="*/ 2071066 h 2398711"/>
              <a:gd name="connsiteX56220" fmla="*/ 628846 w 2119654"/>
              <a:gd name="connsiteY56220" fmla="*/ 2151031 h 2398711"/>
              <a:gd name="connsiteX56221" fmla="*/ 628804 w 2119654"/>
              <a:gd name="connsiteY56221" fmla="*/ 2152621 h 2398711"/>
              <a:gd name="connsiteX56222" fmla="*/ 629721 w 2119654"/>
              <a:gd name="connsiteY56222" fmla="*/ 2152427 h 2398711"/>
              <a:gd name="connsiteX56223" fmla="*/ 638946 w 2119654"/>
              <a:gd name="connsiteY56223" fmla="*/ 2150354 h 2398711"/>
              <a:gd name="connsiteX56224" fmla="*/ 659311 w 2119654"/>
              <a:gd name="connsiteY56224" fmla="*/ 2140990 h 2398711"/>
              <a:gd name="connsiteX56225" fmla="*/ 659156 w 2119654"/>
              <a:gd name="connsiteY56225" fmla="*/ 2140571 h 2398711"/>
              <a:gd name="connsiteX56226" fmla="*/ 658936 w 2119654"/>
              <a:gd name="connsiteY56226" fmla="*/ 2140624 h 2398711"/>
              <a:gd name="connsiteX56227" fmla="*/ 658677 w 2119654"/>
              <a:gd name="connsiteY56227" fmla="*/ 2140506 h 2398711"/>
              <a:gd name="connsiteX56228" fmla="*/ 659094 w 2119654"/>
              <a:gd name="connsiteY56228" fmla="*/ 2140404 h 2398711"/>
              <a:gd name="connsiteX56229" fmla="*/ 658231 w 2119654"/>
              <a:gd name="connsiteY56229" fmla="*/ 2138072 h 2398711"/>
              <a:gd name="connsiteX56230" fmla="*/ 657972 w 2119654"/>
              <a:gd name="connsiteY56230" fmla="*/ 2085661 h 2398711"/>
              <a:gd name="connsiteX56231" fmla="*/ 658044 w 2119654"/>
              <a:gd name="connsiteY56231" fmla="*/ 2086409 h 2398711"/>
              <a:gd name="connsiteX56232" fmla="*/ 661723 w 2119654"/>
              <a:gd name="connsiteY56232" fmla="*/ 2086775 h 2398711"/>
              <a:gd name="connsiteX56233" fmla="*/ 662975 w 2119654"/>
              <a:gd name="connsiteY56233" fmla="*/ 2085806 h 2398711"/>
              <a:gd name="connsiteX56234" fmla="*/ 661684 w 2119654"/>
              <a:gd name="connsiteY56234" fmla="*/ 2085243 h 2398711"/>
              <a:gd name="connsiteX56235" fmla="*/ 682225 w 2119654"/>
              <a:gd name="connsiteY56235" fmla="*/ 2031235 h 2398711"/>
              <a:gd name="connsiteX56236" fmla="*/ 682840 w 2119654"/>
              <a:gd name="connsiteY56236" fmla="*/ 2031423 h 2398711"/>
              <a:gd name="connsiteX56237" fmla="*/ 683909 w 2119654"/>
              <a:gd name="connsiteY56237" fmla="*/ 2031451 h 2398711"/>
              <a:gd name="connsiteX56238" fmla="*/ 683703 w 2119654"/>
              <a:gd name="connsiteY56238" fmla="*/ 2031009 h 2398711"/>
              <a:gd name="connsiteX56239" fmla="*/ 682925 w 2119654"/>
              <a:gd name="connsiteY56239" fmla="*/ 2030839 h 2398711"/>
              <a:gd name="connsiteX56240" fmla="*/ 675363 w 2119654"/>
              <a:gd name="connsiteY56240" fmla="*/ 2046213 h 2398711"/>
              <a:gd name="connsiteX56241" fmla="*/ 676839 w 2119654"/>
              <a:gd name="connsiteY56241" fmla="*/ 2047653 h 2398711"/>
              <a:gd name="connsiteX56242" fmla="*/ 677257 w 2119654"/>
              <a:gd name="connsiteY56242" fmla="*/ 2047603 h 2398711"/>
              <a:gd name="connsiteX56243" fmla="*/ 676622 w 2119654"/>
              <a:gd name="connsiteY56243" fmla="*/ 2046023 h 2398711"/>
              <a:gd name="connsiteX56244" fmla="*/ 676059 w 2119654"/>
              <a:gd name="connsiteY56244" fmla="*/ 2044194 h 2398711"/>
              <a:gd name="connsiteX56245" fmla="*/ 676690 w 2119654"/>
              <a:gd name="connsiteY56245" fmla="*/ 2045829 h 2398711"/>
              <a:gd name="connsiteX56246" fmla="*/ 678849 w 2119654"/>
              <a:gd name="connsiteY56246" fmla="*/ 2045473 h 2398711"/>
              <a:gd name="connsiteX56247" fmla="*/ 647589 w 2119654"/>
              <a:gd name="connsiteY56247" fmla="*/ 2107868 h 2398711"/>
              <a:gd name="connsiteX56248" fmla="*/ 648067 w 2119654"/>
              <a:gd name="connsiteY56248" fmla="*/ 2109214 h 2398711"/>
              <a:gd name="connsiteX56249" fmla="*/ 649499 w 2119654"/>
              <a:gd name="connsiteY56249" fmla="*/ 2108866 h 2398711"/>
              <a:gd name="connsiteX56250" fmla="*/ 653965 w 2119654"/>
              <a:gd name="connsiteY56250" fmla="*/ 2106716 h 2398711"/>
              <a:gd name="connsiteX56251" fmla="*/ 671929 w 2119654"/>
              <a:gd name="connsiteY56251" fmla="*/ 2053121 h 2398711"/>
              <a:gd name="connsiteX56252" fmla="*/ 672124 w 2119654"/>
              <a:gd name="connsiteY56252" fmla="*/ 2055254 h 2398711"/>
              <a:gd name="connsiteX56253" fmla="*/ 673904 w 2119654"/>
              <a:gd name="connsiteY56253" fmla="*/ 2056315 h 2398711"/>
              <a:gd name="connsiteX56254" fmla="*/ 680159 w 2119654"/>
              <a:gd name="connsiteY56254" fmla="*/ 2057130 h 2398711"/>
              <a:gd name="connsiteX56255" fmla="*/ 680096 w 2119654"/>
              <a:gd name="connsiteY56255" fmla="*/ 2054659 h 2398711"/>
              <a:gd name="connsiteX56256" fmla="*/ 679859 w 2119654"/>
              <a:gd name="connsiteY56256" fmla="*/ 2054069 h 2398711"/>
              <a:gd name="connsiteX56257" fmla="*/ 627892 w 2119654"/>
              <a:gd name="connsiteY56257" fmla="*/ 2151452 h 2398711"/>
              <a:gd name="connsiteX56258" fmla="*/ 627644 w 2119654"/>
              <a:gd name="connsiteY56258" fmla="*/ 2152865 h 2398711"/>
              <a:gd name="connsiteX56259" fmla="*/ 628623 w 2119654"/>
              <a:gd name="connsiteY56259" fmla="*/ 2152659 h 2398711"/>
              <a:gd name="connsiteX56260" fmla="*/ 628664 w 2119654"/>
              <a:gd name="connsiteY56260" fmla="*/ 2151111 h 2398711"/>
              <a:gd name="connsiteX56261" fmla="*/ 671903 w 2119654"/>
              <a:gd name="connsiteY56261" fmla="*/ 2052844 h 2398711"/>
              <a:gd name="connsiteX56262" fmla="*/ 671905 w 2119654"/>
              <a:gd name="connsiteY56262" fmla="*/ 2052864 h 2398711"/>
              <a:gd name="connsiteX56263" fmla="*/ 679751 w 2119654"/>
              <a:gd name="connsiteY56263" fmla="*/ 2053801 h 2398711"/>
              <a:gd name="connsiteX56264" fmla="*/ 678850 w 2119654"/>
              <a:gd name="connsiteY56264" fmla="*/ 2051562 h 2398711"/>
              <a:gd name="connsiteX56265" fmla="*/ 678223 w 2119654"/>
              <a:gd name="connsiteY56265" fmla="*/ 2050949 h 2398711"/>
              <a:gd name="connsiteX56266" fmla="*/ 1382379 w 2119654"/>
              <a:gd name="connsiteY56266" fmla="*/ 461938 h 2398711"/>
              <a:gd name="connsiteX56267" fmla="*/ 1381410 w 2119654"/>
              <a:gd name="connsiteY56267" fmla="*/ 468227 h 2398711"/>
              <a:gd name="connsiteX56268" fmla="*/ 1382821 w 2119654"/>
              <a:gd name="connsiteY56268" fmla="*/ 466177 h 2398711"/>
              <a:gd name="connsiteX56269" fmla="*/ 1382806 w 2119654"/>
              <a:gd name="connsiteY56269" fmla="*/ 464451 h 2398711"/>
              <a:gd name="connsiteX56270" fmla="*/ 1374285 w 2119654"/>
              <a:gd name="connsiteY56270" fmla="*/ 479893 h 2398711"/>
              <a:gd name="connsiteX56271" fmla="*/ 1374458 w 2119654"/>
              <a:gd name="connsiteY56271" fmla="*/ 480261 h 2398711"/>
              <a:gd name="connsiteX56272" fmla="*/ 1374475 w 2119654"/>
              <a:gd name="connsiteY56272" fmla="*/ 480227 h 2398711"/>
              <a:gd name="connsiteX56273" fmla="*/ 657798 w 2119654"/>
              <a:gd name="connsiteY56273" fmla="*/ 2083839 h 2398711"/>
              <a:gd name="connsiteX56274" fmla="*/ 657822 w 2119654"/>
              <a:gd name="connsiteY56274" fmla="*/ 2084099 h 2398711"/>
              <a:gd name="connsiteX56275" fmla="*/ 658741 w 2119654"/>
              <a:gd name="connsiteY56275" fmla="*/ 2083960 h 2398711"/>
              <a:gd name="connsiteX56276" fmla="*/ 658280 w 2119654"/>
              <a:gd name="connsiteY56276" fmla="*/ 2083760 h 2398711"/>
              <a:gd name="connsiteX56277" fmla="*/ 662395 w 2119654"/>
              <a:gd name="connsiteY56277" fmla="*/ 2072857 h 2398711"/>
              <a:gd name="connsiteX56278" fmla="*/ 664043 w 2119654"/>
              <a:gd name="connsiteY56278" fmla="*/ 2078162 h 2398711"/>
              <a:gd name="connsiteX56279" fmla="*/ 664251 w 2119654"/>
              <a:gd name="connsiteY56279" fmla="*/ 2078137 h 2398711"/>
              <a:gd name="connsiteX56280" fmla="*/ 663285 w 2119654"/>
              <a:gd name="connsiteY56280" fmla="*/ 2074162 h 2398711"/>
              <a:gd name="connsiteX56281" fmla="*/ 662878 w 2119654"/>
              <a:gd name="connsiteY56281" fmla="*/ 2072886 h 2398711"/>
              <a:gd name="connsiteX56282" fmla="*/ 662421 w 2119654"/>
              <a:gd name="connsiteY56282" fmla="*/ 2072625 h 2398711"/>
              <a:gd name="connsiteX56283" fmla="*/ 662800 w 2119654"/>
              <a:gd name="connsiteY56283" fmla="*/ 2072643 h 2398711"/>
              <a:gd name="connsiteX56284" fmla="*/ 662762 w 2119654"/>
              <a:gd name="connsiteY56284" fmla="*/ 2072525 h 2398711"/>
              <a:gd name="connsiteX56285" fmla="*/ 663657 w 2119654"/>
              <a:gd name="connsiteY56285" fmla="*/ 2069734 h 2398711"/>
              <a:gd name="connsiteX56286" fmla="*/ 663954 w 2119654"/>
              <a:gd name="connsiteY56286" fmla="*/ 2070955 h 2398711"/>
              <a:gd name="connsiteX56287" fmla="*/ 664349 w 2119654"/>
              <a:gd name="connsiteY56287" fmla="*/ 2071476 h 2398711"/>
              <a:gd name="connsiteX56288" fmla="*/ 668042 w 2119654"/>
              <a:gd name="connsiteY56288" fmla="*/ 2070325 h 2398711"/>
              <a:gd name="connsiteX56289" fmla="*/ 667479 w 2119654"/>
              <a:gd name="connsiteY56289" fmla="*/ 2069141 h 2398711"/>
              <a:gd name="connsiteX56290" fmla="*/ 1367383 w 2119654"/>
              <a:gd name="connsiteY56290" fmla="*/ 493635 h 2398711"/>
              <a:gd name="connsiteX56291" fmla="*/ 1367389 w 2119654"/>
              <a:gd name="connsiteY56291" fmla="*/ 493755 h 2398711"/>
              <a:gd name="connsiteX56292" fmla="*/ 1367426 w 2119654"/>
              <a:gd name="connsiteY56292" fmla="*/ 493685 h 2398711"/>
              <a:gd name="connsiteX56293" fmla="*/ 675335 w 2119654"/>
              <a:gd name="connsiteY56293" fmla="*/ 2042325 h 2398711"/>
              <a:gd name="connsiteX56294" fmla="*/ 675910 w 2119654"/>
              <a:gd name="connsiteY56294" fmla="*/ 2043811 h 2398711"/>
              <a:gd name="connsiteX56295" fmla="*/ 679447 w 2119654"/>
              <a:gd name="connsiteY56295" fmla="*/ 2045375 h 2398711"/>
              <a:gd name="connsiteX56296" fmla="*/ 679855 w 2119654"/>
              <a:gd name="connsiteY56296" fmla="*/ 2045308 h 2398711"/>
              <a:gd name="connsiteX56297" fmla="*/ 679810 w 2119654"/>
              <a:gd name="connsiteY56297" fmla="*/ 2043583 h 2398711"/>
              <a:gd name="connsiteX56298" fmla="*/ 678905 w 2119654"/>
              <a:gd name="connsiteY56298" fmla="*/ 2042417 h 2398711"/>
              <a:gd name="connsiteX56299" fmla="*/ 628790 w 2119654"/>
              <a:gd name="connsiteY56299" fmla="*/ 2146326 h 2398711"/>
              <a:gd name="connsiteX56300" fmla="*/ 627934 w 2119654"/>
              <a:gd name="connsiteY56300" fmla="*/ 2151215 h 2398711"/>
              <a:gd name="connsiteX56301" fmla="*/ 628670 w 2119654"/>
              <a:gd name="connsiteY56301" fmla="*/ 2150890 h 2398711"/>
              <a:gd name="connsiteX56302" fmla="*/ 671613 w 2119654"/>
              <a:gd name="connsiteY56302" fmla="*/ 2049674 h 2398711"/>
              <a:gd name="connsiteX56303" fmla="*/ 671869 w 2119654"/>
              <a:gd name="connsiteY56303" fmla="*/ 2052465 h 2398711"/>
              <a:gd name="connsiteX56304" fmla="*/ 677918 w 2119654"/>
              <a:gd name="connsiteY56304" fmla="*/ 2050652 h 2398711"/>
              <a:gd name="connsiteX56305" fmla="*/ 677272 w 2119654"/>
              <a:gd name="connsiteY56305" fmla="*/ 2050021 h 2398711"/>
              <a:gd name="connsiteX56306" fmla="*/ 672601 w 2119654"/>
              <a:gd name="connsiteY56306" fmla="*/ 2049538 h 2398711"/>
              <a:gd name="connsiteX56307" fmla="*/ 669360 w 2119654"/>
              <a:gd name="connsiteY56307" fmla="*/ 2053607 h 2398711"/>
              <a:gd name="connsiteX56308" fmla="*/ 670718 w 2119654"/>
              <a:gd name="connsiteY56308" fmla="*/ 2054416 h 2398711"/>
              <a:gd name="connsiteX56309" fmla="*/ 670609 w 2119654"/>
              <a:gd name="connsiteY56309" fmla="*/ 2053232 h 2398711"/>
              <a:gd name="connsiteX56310" fmla="*/ 629354 w 2119654"/>
              <a:gd name="connsiteY56310" fmla="*/ 2143105 h 2398711"/>
              <a:gd name="connsiteX56311" fmla="*/ 629003 w 2119654"/>
              <a:gd name="connsiteY56311" fmla="*/ 2145109 h 2398711"/>
              <a:gd name="connsiteX56312" fmla="*/ 629000 w 2119654"/>
              <a:gd name="connsiteY56312" fmla="*/ 2145197 h 2398711"/>
              <a:gd name="connsiteX56313" fmla="*/ 628852 w 2119654"/>
              <a:gd name="connsiteY56313" fmla="*/ 2150810 h 2398711"/>
              <a:gd name="connsiteX56314" fmla="*/ 643844 w 2119654"/>
              <a:gd name="connsiteY56314" fmla="*/ 2144199 h 2398711"/>
              <a:gd name="connsiteX56315" fmla="*/ 658087 w 2119654"/>
              <a:gd name="connsiteY56315" fmla="*/ 2137682 h 2398711"/>
              <a:gd name="connsiteX56316" fmla="*/ 657988 w 2119654"/>
              <a:gd name="connsiteY56316" fmla="*/ 2137416 h 2398711"/>
              <a:gd name="connsiteX56317" fmla="*/ 657860 w 2119654"/>
              <a:gd name="connsiteY56317" fmla="*/ 2079207 h 2398711"/>
              <a:gd name="connsiteX56318" fmla="*/ 663294 w 2119654"/>
              <a:gd name="connsiteY56318" fmla="*/ 2081575 h 2398711"/>
              <a:gd name="connsiteX56319" fmla="*/ 664161 w 2119654"/>
              <a:gd name="connsiteY56319" fmla="*/ 2081434 h 2398711"/>
              <a:gd name="connsiteX56320" fmla="*/ 663148 w 2119654"/>
              <a:gd name="connsiteY56320" fmla="*/ 2078583 h 2398711"/>
              <a:gd name="connsiteX56321" fmla="*/ 663139 w 2119654"/>
              <a:gd name="connsiteY56321" fmla="*/ 2078552 h 2398711"/>
              <a:gd name="connsiteX56322" fmla="*/ 671509 w 2119654"/>
              <a:gd name="connsiteY56322" fmla="*/ 2048531 h 2398711"/>
              <a:gd name="connsiteX56323" fmla="*/ 671517 w 2119654"/>
              <a:gd name="connsiteY56323" fmla="*/ 2048620 h 2398711"/>
              <a:gd name="connsiteX56324" fmla="*/ 673591 w 2119654"/>
              <a:gd name="connsiteY56324" fmla="*/ 2048831 h 2398711"/>
              <a:gd name="connsiteX56325" fmla="*/ 675720 w 2119654"/>
              <a:gd name="connsiteY56325" fmla="*/ 2048506 h 2398711"/>
              <a:gd name="connsiteX56326" fmla="*/ 675276 w 2119654"/>
              <a:gd name="connsiteY56326" fmla="*/ 2048074 h 2398711"/>
              <a:gd name="connsiteX56327" fmla="*/ 646392 w 2119654"/>
              <a:gd name="connsiteY56327" fmla="*/ 2104495 h 2398711"/>
              <a:gd name="connsiteX56328" fmla="*/ 646700 w 2119654"/>
              <a:gd name="connsiteY56328" fmla="*/ 2105363 h 2398711"/>
              <a:gd name="connsiteX56329" fmla="*/ 650929 w 2119654"/>
              <a:gd name="connsiteY56329" fmla="*/ 2104550 h 2398711"/>
              <a:gd name="connsiteX56330" fmla="*/ 641427 w 2119654"/>
              <a:gd name="connsiteY56330" fmla="*/ 2115530 h 2398711"/>
              <a:gd name="connsiteX56331" fmla="*/ 646405 w 2119654"/>
              <a:gd name="connsiteY56331" fmla="*/ 2114855 h 2398711"/>
              <a:gd name="connsiteX56332" fmla="*/ 649591 w 2119654"/>
              <a:gd name="connsiteY56332" fmla="*/ 2114378 h 2398711"/>
              <a:gd name="connsiteX56333" fmla="*/ 649366 w 2119654"/>
              <a:gd name="connsiteY56333" fmla="*/ 2113744 h 2398711"/>
              <a:gd name="connsiteX56334" fmla="*/ 629082 w 2119654"/>
              <a:gd name="connsiteY56334" fmla="*/ 2143159 h 2398711"/>
              <a:gd name="connsiteX56335" fmla="*/ 629055 w 2119654"/>
              <a:gd name="connsiteY56335" fmla="*/ 2143836 h 2398711"/>
              <a:gd name="connsiteX56336" fmla="*/ 629177 w 2119654"/>
              <a:gd name="connsiteY56336" fmla="*/ 2143141 h 2398711"/>
              <a:gd name="connsiteX56337" fmla="*/ 607433 w 2119654"/>
              <a:gd name="connsiteY56337" fmla="*/ 2191625 h 2398711"/>
              <a:gd name="connsiteX56338" fmla="*/ 633409 w 2119654"/>
              <a:gd name="connsiteY56338" fmla="*/ 2192345 h 2398711"/>
              <a:gd name="connsiteX56339" fmla="*/ 654078 w 2119654"/>
              <a:gd name="connsiteY56339" fmla="*/ 2183920 h 2398711"/>
              <a:gd name="connsiteX56340" fmla="*/ 1374158 w 2119654"/>
              <a:gd name="connsiteY56340" fmla="*/ 474603 h 2398711"/>
              <a:gd name="connsiteX56341" fmla="*/ 1374367 w 2119654"/>
              <a:gd name="connsiteY56341" fmla="*/ 475806 h 2398711"/>
              <a:gd name="connsiteX56342" fmla="*/ 1375728 w 2119654"/>
              <a:gd name="connsiteY56342" fmla="*/ 477836 h 2398711"/>
              <a:gd name="connsiteX56343" fmla="*/ 1376057 w 2119654"/>
              <a:gd name="connsiteY56343" fmla="*/ 477207 h 2398711"/>
              <a:gd name="connsiteX56344" fmla="*/ 654477 w 2119654"/>
              <a:gd name="connsiteY56344" fmla="*/ 2086055 h 2398711"/>
              <a:gd name="connsiteX56345" fmla="*/ 657819 w 2119654"/>
              <a:gd name="connsiteY56345" fmla="*/ 2086387 h 2398711"/>
              <a:gd name="connsiteX56346" fmla="*/ 657743 w 2119654"/>
              <a:gd name="connsiteY56346" fmla="*/ 2085687 h 2398711"/>
              <a:gd name="connsiteX56347" fmla="*/ 642375 w 2119654"/>
              <a:gd name="connsiteY56347" fmla="*/ 2113056 h 2398711"/>
              <a:gd name="connsiteX56348" fmla="*/ 648872 w 2119654"/>
              <a:gd name="connsiteY56348" fmla="*/ 2112352 h 2398711"/>
              <a:gd name="connsiteX56349" fmla="*/ 648223 w 2119654"/>
              <a:gd name="connsiteY56349" fmla="*/ 2110523 h 2398711"/>
              <a:gd name="connsiteX56350" fmla="*/ 661528 w 2119654"/>
              <a:gd name="connsiteY56350" fmla="*/ 2070064 h 2398711"/>
              <a:gd name="connsiteX56351" fmla="*/ 662176 w 2119654"/>
              <a:gd name="connsiteY56351" fmla="*/ 2072152 h 2398711"/>
              <a:gd name="connsiteX56352" fmla="*/ 662601 w 2119654"/>
              <a:gd name="connsiteY56352" fmla="*/ 2072020 h 2398711"/>
              <a:gd name="connsiteX56353" fmla="*/ 662229 w 2119654"/>
              <a:gd name="connsiteY56353" fmla="*/ 2070854 h 2398711"/>
              <a:gd name="connsiteX56354" fmla="*/ 661618 w 2119654"/>
              <a:gd name="connsiteY56354" fmla="*/ 2070050 h 2398711"/>
              <a:gd name="connsiteX56355" fmla="*/ 662913 w 2119654"/>
              <a:gd name="connsiteY56355" fmla="*/ 2066670 h 2398711"/>
              <a:gd name="connsiteX56356" fmla="*/ 663619 w 2119654"/>
              <a:gd name="connsiteY56356" fmla="*/ 2069576 h 2398711"/>
              <a:gd name="connsiteX56357" fmla="*/ 667406 w 2119654"/>
              <a:gd name="connsiteY56357" fmla="*/ 2068990 h 2398711"/>
              <a:gd name="connsiteX56358" fmla="*/ 667218 w 2119654"/>
              <a:gd name="connsiteY56358" fmla="*/ 2068594 h 2398711"/>
              <a:gd name="connsiteX56359" fmla="*/ 661458 w 2119654"/>
              <a:gd name="connsiteY56359" fmla="*/ 2069841 h 2398711"/>
              <a:gd name="connsiteX56360" fmla="*/ 661479 w 2119654"/>
              <a:gd name="connsiteY56360" fmla="*/ 2069908 h 2398711"/>
              <a:gd name="connsiteX56361" fmla="*/ 661507 w 2119654"/>
              <a:gd name="connsiteY56361" fmla="*/ 2069904 h 2398711"/>
              <a:gd name="connsiteX56362" fmla="*/ 664629 w 2119654"/>
              <a:gd name="connsiteY56362" fmla="*/ 2062234 h 2398711"/>
              <a:gd name="connsiteX56363" fmla="*/ 667449 w 2119654"/>
              <a:gd name="connsiteY56363" fmla="*/ 2068154 h 2398711"/>
              <a:gd name="connsiteX56364" fmla="*/ 668826 w 2119654"/>
              <a:gd name="connsiteY56364" fmla="*/ 2068769 h 2398711"/>
              <a:gd name="connsiteX56365" fmla="*/ 671986 w 2119654"/>
              <a:gd name="connsiteY56365" fmla="*/ 2068279 h 2398711"/>
              <a:gd name="connsiteX56366" fmla="*/ 671744 w 2119654"/>
              <a:gd name="connsiteY56366" fmla="*/ 2065641 h 2398711"/>
              <a:gd name="connsiteX56367" fmla="*/ 621662 w 2119654"/>
              <a:gd name="connsiteY56367" fmla="*/ 2158308 h 2398711"/>
              <a:gd name="connsiteX56368" fmla="*/ 628445 w 2119654"/>
              <a:gd name="connsiteY56368" fmla="*/ 2159439 h 2398711"/>
              <a:gd name="connsiteX56369" fmla="*/ 628555 w 2119654"/>
              <a:gd name="connsiteY56369" fmla="*/ 2155253 h 2398711"/>
              <a:gd name="connsiteX56370" fmla="*/ 671352 w 2119654"/>
              <a:gd name="connsiteY56370" fmla="*/ 2046816 h 2398711"/>
              <a:gd name="connsiteX56371" fmla="*/ 671488 w 2119654"/>
              <a:gd name="connsiteY56371" fmla="*/ 2048303 h 2398711"/>
              <a:gd name="connsiteX56372" fmla="*/ 675066 w 2119654"/>
              <a:gd name="connsiteY56372" fmla="*/ 2047868 h 2398711"/>
              <a:gd name="connsiteX56373" fmla="*/ 673637 w 2119654"/>
              <a:gd name="connsiteY56373" fmla="*/ 2046473 h 2398711"/>
              <a:gd name="connsiteX56374" fmla="*/ 606783 w 2119654"/>
              <a:gd name="connsiteY56374" fmla="*/ 2191171 h 2398711"/>
              <a:gd name="connsiteX56375" fmla="*/ 656396 w 2119654"/>
              <a:gd name="connsiteY56375" fmla="*/ 2182974 h 2398711"/>
              <a:gd name="connsiteX56376" fmla="*/ 684238 w 2119654"/>
              <a:gd name="connsiteY56376" fmla="*/ 2171626 h 2398711"/>
              <a:gd name="connsiteX56377" fmla="*/ 684038 w 2119654"/>
              <a:gd name="connsiteY56377" fmla="*/ 2170116 h 2398711"/>
              <a:gd name="connsiteX56378" fmla="*/ 679323 w 2119654"/>
              <a:gd name="connsiteY56378" fmla="*/ 2169330 h 2398711"/>
              <a:gd name="connsiteX56379" fmla="*/ 657460 w 2119654"/>
              <a:gd name="connsiteY56379" fmla="*/ 2168430 h 2398711"/>
              <a:gd name="connsiteX56380" fmla="*/ 657300 w 2119654"/>
              <a:gd name="connsiteY56380" fmla="*/ 2168292 h 2398711"/>
              <a:gd name="connsiteX56381" fmla="*/ 671906 w 2119654"/>
              <a:gd name="connsiteY56381" fmla="*/ 2168893 h 2398711"/>
              <a:gd name="connsiteX56382" fmla="*/ 677661 w 2119654"/>
              <a:gd name="connsiteY56382" fmla="*/ 2169052 h 2398711"/>
              <a:gd name="connsiteX56383" fmla="*/ 658309 w 2119654"/>
              <a:gd name="connsiteY56383" fmla="*/ 2165827 h 2398711"/>
              <a:gd name="connsiteX56384" fmla="*/ 1359937 w 2119654"/>
              <a:gd name="connsiteY56384" fmla="*/ 504158 h 2398711"/>
              <a:gd name="connsiteX56385" fmla="*/ 1360089 w 2119654"/>
              <a:gd name="connsiteY56385" fmla="*/ 506094 h 2398711"/>
              <a:gd name="connsiteX56386" fmla="*/ 1360653 w 2119654"/>
              <a:gd name="connsiteY56386" fmla="*/ 505205 h 2398711"/>
              <a:gd name="connsiteX56387" fmla="*/ 664218 w 2119654"/>
              <a:gd name="connsiteY56387" fmla="*/ 2061373 h 2398711"/>
              <a:gd name="connsiteX56388" fmla="*/ 664380 w 2119654"/>
              <a:gd name="connsiteY56388" fmla="*/ 2061713 h 2398711"/>
              <a:gd name="connsiteX56389" fmla="*/ 671706 w 2119654"/>
              <a:gd name="connsiteY56389" fmla="*/ 2065220 h 2398711"/>
              <a:gd name="connsiteX56390" fmla="*/ 671468 w 2119654"/>
              <a:gd name="connsiteY56390" fmla="*/ 2062622 h 2398711"/>
              <a:gd name="connsiteX56391" fmla="*/ 645654 w 2119654"/>
              <a:gd name="connsiteY56391" fmla="*/ 2102415 h 2398711"/>
              <a:gd name="connsiteX56392" fmla="*/ 646268 w 2119654"/>
              <a:gd name="connsiteY56392" fmla="*/ 2104146 h 2398711"/>
              <a:gd name="connsiteX56393" fmla="*/ 653085 w 2119654"/>
              <a:gd name="connsiteY56393" fmla="*/ 2104136 h 2398711"/>
              <a:gd name="connsiteX56394" fmla="*/ 659621 w 2119654"/>
              <a:gd name="connsiteY56394" fmla="*/ 2102879 h 2398711"/>
              <a:gd name="connsiteX56395" fmla="*/ 659476 w 2119654"/>
              <a:gd name="connsiteY56395" fmla="*/ 2101549 h 2398711"/>
              <a:gd name="connsiteX56396" fmla="*/ 655702 w 2119654"/>
              <a:gd name="connsiteY56396" fmla="*/ 2101127 h 2398711"/>
              <a:gd name="connsiteX56397" fmla="*/ 648537 w 2119654"/>
              <a:gd name="connsiteY56397" fmla="*/ 2101554 h 2398711"/>
              <a:gd name="connsiteX56398" fmla="*/ 672374 w 2119654"/>
              <a:gd name="connsiteY56398" fmla="*/ 2042248 h 2398711"/>
              <a:gd name="connsiteX56399" fmla="*/ 675694 w 2119654"/>
              <a:gd name="connsiteY56399" fmla="*/ 2043716 h 2398711"/>
              <a:gd name="connsiteX56400" fmla="*/ 675132 w 2119654"/>
              <a:gd name="connsiteY56400" fmla="*/ 2042319 h 2398711"/>
              <a:gd name="connsiteX56401" fmla="*/ 667698 w 2119654"/>
              <a:gd name="connsiteY56401" fmla="*/ 2052616 h 2398711"/>
              <a:gd name="connsiteX56402" fmla="*/ 668926 w 2119654"/>
              <a:gd name="connsiteY56402" fmla="*/ 2053348 h 2398711"/>
              <a:gd name="connsiteX56403" fmla="*/ 670321 w 2119654"/>
              <a:gd name="connsiteY56403" fmla="*/ 2052929 h 2398711"/>
              <a:gd name="connsiteX56404" fmla="*/ 630847 w 2119654"/>
              <a:gd name="connsiteY56404" fmla="*/ 2134626 h 2398711"/>
              <a:gd name="connsiteX56405" fmla="*/ 630747 w 2119654"/>
              <a:gd name="connsiteY56405" fmla="*/ 2135155 h 2398711"/>
              <a:gd name="connsiteX56406" fmla="*/ 629487 w 2119654"/>
              <a:gd name="connsiteY56406" fmla="*/ 2142344 h 2398711"/>
              <a:gd name="connsiteX56407" fmla="*/ 657735 w 2119654"/>
              <a:gd name="connsiteY56407" fmla="*/ 2136730 h 2398711"/>
              <a:gd name="connsiteX56408" fmla="*/ 657121 w 2119654"/>
              <a:gd name="connsiteY56408" fmla="*/ 2135071 h 2398711"/>
              <a:gd name="connsiteX56409" fmla="*/ 638209 w 2119654"/>
              <a:gd name="connsiteY56409" fmla="*/ 2134822 h 2398711"/>
              <a:gd name="connsiteX56410" fmla="*/ 645414 w 2119654"/>
              <a:gd name="connsiteY56410" fmla="*/ 2101739 h 2398711"/>
              <a:gd name="connsiteX56411" fmla="*/ 645553 w 2119654"/>
              <a:gd name="connsiteY56411" fmla="*/ 2102132 h 2398711"/>
              <a:gd name="connsiteX56412" fmla="*/ 647230 w 2119654"/>
              <a:gd name="connsiteY56412" fmla="*/ 2101631 h 2398711"/>
              <a:gd name="connsiteX56413" fmla="*/ 671094 w 2119654"/>
              <a:gd name="connsiteY56413" fmla="*/ 2043991 h 2398711"/>
              <a:gd name="connsiteX56414" fmla="*/ 671336 w 2119654"/>
              <a:gd name="connsiteY56414" fmla="*/ 2046638 h 2398711"/>
              <a:gd name="connsiteX56415" fmla="*/ 673475 w 2119654"/>
              <a:gd name="connsiteY56415" fmla="*/ 2046316 h 2398711"/>
              <a:gd name="connsiteX56416" fmla="*/ 663364 w 2119654"/>
              <a:gd name="connsiteY56416" fmla="*/ 2061226 h 2398711"/>
              <a:gd name="connsiteX56417" fmla="*/ 663809 w 2119654"/>
              <a:gd name="connsiteY56417" fmla="*/ 2061439 h 2398711"/>
              <a:gd name="connsiteX56418" fmla="*/ 663738 w 2119654"/>
              <a:gd name="connsiteY56418" fmla="*/ 2061290 h 2398711"/>
              <a:gd name="connsiteX56419" fmla="*/ 671272 w 2119654"/>
              <a:gd name="connsiteY56419" fmla="*/ 2042220 h 2398711"/>
              <a:gd name="connsiteX56420" fmla="*/ 675202 w 2119654"/>
              <a:gd name="connsiteY56420" fmla="*/ 2046056 h 2398711"/>
              <a:gd name="connsiteX56421" fmla="*/ 676462 w 2119654"/>
              <a:gd name="connsiteY56421" fmla="*/ 2045867 h 2398711"/>
              <a:gd name="connsiteX56422" fmla="*/ 676553 w 2119654"/>
              <a:gd name="connsiteY56422" fmla="*/ 2045851 h 2398711"/>
              <a:gd name="connsiteX56423" fmla="*/ 675847 w 2119654"/>
              <a:gd name="connsiteY56423" fmla="*/ 2044098 h 2398711"/>
              <a:gd name="connsiteX56424" fmla="*/ 671777 w 2119654"/>
              <a:gd name="connsiteY56424" fmla="*/ 2042233 h 2398711"/>
              <a:gd name="connsiteX56425" fmla="*/ 656882 w 2119654"/>
              <a:gd name="connsiteY56425" fmla="*/ 2074268 h 2398711"/>
              <a:gd name="connsiteX56426" fmla="*/ 657332 w 2119654"/>
              <a:gd name="connsiteY56426" fmla="*/ 2078977 h 2398711"/>
              <a:gd name="connsiteX56427" fmla="*/ 657366 w 2119654"/>
              <a:gd name="connsiteY56427" fmla="*/ 2078992 h 2398711"/>
              <a:gd name="connsiteX56428" fmla="*/ 663056 w 2119654"/>
              <a:gd name="connsiteY56428" fmla="*/ 2078285 h 2398711"/>
              <a:gd name="connsiteX56429" fmla="*/ 661393 w 2119654"/>
              <a:gd name="connsiteY56429" fmla="*/ 2072930 h 2398711"/>
              <a:gd name="connsiteX56430" fmla="*/ 666485 w 2119654"/>
              <a:gd name="connsiteY56430" fmla="*/ 2052171 h 2398711"/>
              <a:gd name="connsiteX56431" fmla="*/ 666509 w 2119654"/>
              <a:gd name="connsiteY56431" fmla="*/ 2052219 h 2398711"/>
              <a:gd name="connsiteX56432" fmla="*/ 666579 w 2119654"/>
              <a:gd name="connsiteY56432" fmla="*/ 2052227 h 2398711"/>
              <a:gd name="connsiteX56433" fmla="*/ 629426 w 2119654"/>
              <a:gd name="connsiteY56433" fmla="*/ 2134589 h 2398711"/>
              <a:gd name="connsiteX56434" fmla="*/ 629112 w 2119654"/>
              <a:gd name="connsiteY56434" fmla="*/ 2142419 h 2398711"/>
              <a:gd name="connsiteX56435" fmla="*/ 629310 w 2119654"/>
              <a:gd name="connsiteY56435" fmla="*/ 2142379 h 2398711"/>
              <a:gd name="connsiteX56436" fmla="*/ 630669 w 2119654"/>
              <a:gd name="connsiteY56436" fmla="*/ 2134621 h 2398711"/>
              <a:gd name="connsiteX56437" fmla="*/ 1385137 w 2119654"/>
              <a:gd name="connsiteY56437" fmla="*/ 442391 h 2398711"/>
              <a:gd name="connsiteX56438" fmla="*/ 1382952 w 2119654"/>
              <a:gd name="connsiteY56438" fmla="*/ 457950 h 2398711"/>
              <a:gd name="connsiteX56439" fmla="*/ 1382991 w 2119654"/>
              <a:gd name="connsiteY56439" fmla="*/ 459729 h 2398711"/>
              <a:gd name="connsiteX56440" fmla="*/ 1384115 w 2119654"/>
              <a:gd name="connsiteY56440" fmla="*/ 464294 h 2398711"/>
              <a:gd name="connsiteX56441" fmla="*/ 1391055 w 2119654"/>
              <a:gd name="connsiteY56441" fmla="*/ 454204 h 2398711"/>
              <a:gd name="connsiteX56442" fmla="*/ 632012 w 2119654"/>
              <a:gd name="connsiteY56442" fmla="*/ 2128477 h 2398711"/>
              <a:gd name="connsiteX56443" fmla="*/ 630928 w 2119654"/>
              <a:gd name="connsiteY56443" fmla="*/ 2134197 h 2398711"/>
              <a:gd name="connsiteX56444" fmla="*/ 656924 w 2119654"/>
              <a:gd name="connsiteY56444" fmla="*/ 2134539 h 2398711"/>
              <a:gd name="connsiteX56445" fmla="*/ 656264 w 2119654"/>
              <a:gd name="connsiteY56445" fmla="*/ 2132759 h 2398711"/>
              <a:gd name="connsiteX56446" fmla="*/ 660080 w 2119654"/>
              <a:gd name="connsiteY56446" fmla="*/ 2065403 h 2398711"/>
              <a:gd name="connsiteX56447" fmla="*/ 660321 w 2119654"/>
              <a:gd name="connsiteY56447" fmla="*/ 2066181 h 2398711"/>
              <a:gd name="connsiteX56448" fmla="*/ 661036 w 2119654"/>
              <a:gd name="connsiteY56448" fmla="*/ 2067120 h 2398711"/>
              <a:gd name="connsiteX56449" fmla="*/ 660556 w 2119654"/>
              <a:gd name="connsiteY56449" fmla="*/ 2065616 h 2398711"/>
              <a:gd name="connsiteX56450" fmla="*/ 656715 w 2119654"/>
              <a:gd name="connsiteY56450" fmla="*/ 2072522 h 2398711"/>
              <a:gd name="connsiteX56451" fmla="*/ 656838 w 2119654"/>
              <a:gd name="connsiteY56451" fmla="*/ 2073816 h 2398711"/>
              <a:gd name="connsiteX56452" fmla="*/ 660309 w 2119654"/>
              <a:gd name="connsiteY56452" fmla="*/ 2072734 h 2398711"/>
              <a:gd name="connsiteX56453" fmla="*/ 664434 w 2119654"/>
              <a:gd name="connsiteY56453" fmla="*/ 2055083 h 2398711"/>
              <a:gd name="connsiteX56454" fmla="*/ 670855 w 2119654"/>
              <a:gd name="connsiteY56454" fmla="*/ 2055918 h 2398711"/>
              <a:gd name="connsiteX56455" fmla="*/ 670745 w 2119654"/>
              <a:gd name="connsiteY56455" fmla="*/ 2054710 h 2398711"/>
              <a:gd name="connsiteX56456" fmla="*/ 669049 w 2119654"/>
              <a:gd name="connsiteY56456" fmla="*/ 2053699 h 2398711"/>
              <a:gd name="connsiteX56457" fmla="*/ 1361971 w 2119654"/>
              <a:gd name="connsiteY56457" fmla="*/ 493028 h 2398711"/>
              <a:gd name="connsiteX56458" fmla="*/ 1363751 w 2119654"/>
              <a:gd name="connsiteY56458" fmla="*/ 500309 h 2398711"/>
              <a:gd name="connsiteX56459" fmla="*/ 1364344 w 2119654"/>
              <a:gd name="connsiteY56459" fmla="*/ 499373 h 2398711"/>
              <a:gd name="connsiteX56460" fmla="*/ 661513 w 2119654"/>
              <a:gd name="connsiteY56460" fmla="*/ 2060907 h 2398711"/>
              <a:gd name="connsiteX56461" fmla="*/ 662764 w 2119654"/>
              <a:gd name="connsiteY56461" fmla="*/ 2066059 h 2398711"/>
              <a:gd name="connsiteX56462" fmla="*/ 666889 w 2119654"/>
              <a:gd name="connsiteY56462" fmla="*/ 2067903 h 2398711"/>
              <a:gd name="connsiteX56463" fmla="*/ 664057 w 2119654"/>
              <a:gd name="connsiteY56463" fmla="*/ 2061960 h 2398711"/>
              <a:gd name="connsiteX56464" fmla="*/ 662051 w 2119654"/>
              <a:gd name="connsiteY56464" fmla="*/ 2061000 h 2398711"/>
              <a:gd name="connsiteX56465" fmla="*/ 665660 w 2119654"/>
              <a:gd name="connsiteY56465" fmla="*/ 2050499 h 2398711"/>
              <a:gd name="connsiteX56466" fmla="*/ 666291 w 2119654"/>
              <a:gd name="connsiteY56466" fmla="*/ 2051777 h 2398711"/>
              <a:gd name="connsiteX56467" fmla="*/ 667163 w 2119654"/>
              <a:gd name="connsiteY56467" fmla="*/ 2052297 h 2398711"/>
              <a:gd name="connsiteX56468" fmla="*/ 670561 w 2119654"/>
              <a:gd name="connsiteY56468" fmla="*/ 2052702 h 2398711"/>
              <a:gd name="connsiteX56469" fmla="*/ 670300 w 2119654"/>
              <a:gd name="connsiteY56469" fmla="*/ 2049856 h 2398711"/>
              <a:gd name="connsiteX56470" fmla="*/ 656553 w 2119654"/>
              <a:gd name="connsiteY56470" fmla="*/ 2070836 h 2398711"/>
              <a:gd name="connsiteX56471" fmla="*/ 656693 w 2119654"/>
              <a:gd name="connsiteY56471" fmla="*/ 2072297 h 2398711"/>
              <a:gd name="connsiteX56472" fmla="*/ 660910 w 2119654"/>
              <a:gd name="connsiteY56472" fmla="*/ 2072547 h 2398711"/>
              <a:gd name="connsiteX56473" fmla="*/ 661242 w 2119654"/>
              <a:gd name="connsiteY56473" fmla="*/ 2072443 h 2398711"/>
              <a:gd name="connsiteX56474" fmla="*/ 660550 w 2119654"/>
              <a:gd name="connsiteY56474" fmla="*/ 2070216 h 2398711"/>
              <a:gd name="connsiteX56475" fmla="*/ 1385909 w 2119654"/>
              <a:gd name="connsiteY56475" fmla="*/ 436889 h 2398711"/>
              <a:gd name="connsiteX56476" fmla="*/ 1385232 w 2119654"/>
              <a:gd name="connsiteY56476" fmla="*/ 441708 h 2398711"/>
              <a:gd name="connsiteX56477" fmla="*/ 1391309 w 2119654"/>
              <a:gd name="connsiteY56477" fmla="*/ 453837 h 2398711"/>
              <a:gd name="connsiteX56478" fmla="*/ 1393186 w 2119654"/>
              <a:gd name="connsiteY56478" fmla="*/ 451108 h 2398711"/>
              <a:gd name="connsiteX56479" fmla="*/ 633351 w 2119654"/>
              <a:gd name="connsiteY56479" fmla="*/ 2121406 h 2398711"/>
              <a:gd name="connsiteX56480" fmla="*/ 632145 w 2119654"/>
              <a:gd name="connsiteY56480" fmla="*/ 2127775 h 2398711"/>
              <a:gd name="connsiteX56481" fmla="*/ 655977 w 2119654"/>
              <a:gd name="connsiteY56481" fmla="*/ 2131983 h 2398711"/>
              <a:gd name="connsiteX56482" fmla="*/ 652625 w 2119654"/>
              <a:gd name="connsiteY56482" fmla="*/ 2122927 h 2398711"/>
              <a:gd name="connsiteX56483" fmla="*/ 651760 w 2119654"/>
              <a:gd name="connsiteY56483" fmla="*/ 2120489 h 2398711"/>
              <a:gd name="connsiteX56484" fmla="*/ 665075 w 2119654"/>
              <a:gd name="connsiteY56484" fmla="*/ 2049311 h 2398711"/>
              <a:gd name="connsiteX56485" fmla="*/ 665449 w 2119654"/>
              <a:gd name="connsiteY56485" fmla="*/ 2050070 h 2398711"/>
              <a:gd name="connsiteX56486" fmla="*/ 670253 w 2119654"/>
              <a:gd name="connsiteY56486" fmla="*/ 2049338 h 2398711"/>
              <a:gd name="connsiteX56487" fmla="*/ 670249 w 2119654"/>
              <a:gd name="connsiteY56487" fmla="*/ 2049293 h 2398711"/>
              <a:gd name="connsiteX56488" fmla="*/ 667537 w 2119654"/>
              <a:gd name="connsiteY56488" fmla="*/ 2049012 h 2398711"/>
              <a:gd name="connsiteX56489" fmla="*/ 664431 w 2119654"/>
              <a:gd name="connsiteY56489" fmla="*/ 2050669 h 2398711"/>
              <a:gd name="connsiteX56490" fmla="*/ 666072 w 2119654"/>
              <a:gd name="connsiteY56490" fmla="*/ 2051646 h 2398711"/>
              <a:gd name="connsiteX56491" fmla="*/ 665515 w 2119654"/>
              <a:gd name="connsiteY56491" fmla="*/ 2050519 h 2398711"/>
              <a:gd name="connsiteX56492" fmla="*/ 1349759 w 2119654"/>
              <a:gd name="connsiteY56492" fmla="*/ 515943 h 2398711"/>
              <a:gd name="connsiteX56493" fmla="*/ 1351308 w 2119654"/>
              <a:gd name="connsiteY56493" fmla="*/ 519967 h 2398711"/>
              <a:gd name="connsiteX56494" fmla="*/ 1351798 w 2119654"/>
              <a:gd name="connsiteY56494" fmla="*/ 519193 h 2398711"/>
              <a:gd name="connsiteX56495" fmla="*/ 629689 w 2119654"/>
              <a:gd name="connsiteY56495" fmla="*/ 2128067 h 2398711"/>
              <a:gd name="connsiteX56496" fmla="*/ 629443 w 2119654"/>
              <a:gd name="connsiteY56496" fmla="*/ 2134178 h 2398711"/>
              <a:gd name="connsiteX56497" fmla="*/ 630744 w 2119654"/>
              <a:gd name="connsiteY56497" fmla="*/ 2134195 h 2398711"/>
              <a:gd name="connsiteX56498" fmla="*/ 631753 w 2119654"/>
              <a:gd name="connsiteY56498" fmla="*/ 2128431 h 2398711"/>
              <a:gd name="connsiteX56499" fmla="*/ 634822 w 2119654"/>
              <a:gd name="connsiteY56499" fmla="*/ 2116327 h 2398711"/>
              <a:gd name="connsiteX56500" fmla="*/ 640427 w 2119654"/>
              <a:gd name="connsiteY56500" fmla="*/ 2115066 h 2398711"/>
              <a:gd name="connsiteX56501" fmla="*/ 648565 w 2119654"/>
              <a:gd name="connsiteY56501" fmla="*/ 2112890 h 2398711"/>
              <a:gd name="connsiteX56502" fmla="*/ 640821 w 2119654"/>
              <a:gd name="connsiteY56502" fmla="*/ 2113728 h 2398711"/>
              <a:gd name="connsiteX56503" fmla="*/ 664787 w 2119654"/>
              <a:gd name="connsiteY56503" fmla="*/ 2048727 h 2398711"/>
              <a:gd name="connsiteX56504" fmla="*/ 664967 w 2119654"/>
              <a:gd name="connsiteY56504" fmla="*/ 2049094 h 2398711"/>
              <a:gd name="connsiteX56505" fmla="*/ 666515 w 2119654"/>
              <a:gd name="connsiteY56505" fmla="*/ 2048906 h 2398711"/>
              <a:gd name="connsiteX56506" fmla="*/ 634155 w 2119654"/>
              <a:gd name="connsiteY56506" fmla="*/ 2117166 h 2398711"/>
              <a:gd name="connsiteX56507" fmla="*/ 633440 w 2119654"/>
              <a:gd name="connsiteY56507" fmla="*/ 2120942 h 2398711"/>
              <a:gd name="connsiteX56508" fmla="*/ 651600 w 2119654"/>
              <a:gd name="connsiteY56508" fmla="*/ 2120036 h 2398711"/>
              <a:gd name="connsiteX56509" fmla="*/ 650875 w 2119654"/>
              <a:gd name="connsiteY56509" fmla="*/ 2117996 h 2398711"/>
              <a:gd name="connsiteX56510" fmla="*/ 647877 w 2119654"/>
              <a:gd name="connsiteY56510" fmla="*/ 2118196 h 2398711"/>
              <a:gd name="connsiteX56511" fmla="*/ 647715 w 2119654"/>
              <a:gd name="connsiteY56511" fmla="*/ 2118085 h 2398711"/>
              <a:gd name="connsiteX56512" fmla="*/ 650833 w 2119654"/>
              <a:gd name="connsiteY56512" fmla="*/ 2117877 h 2398711"/>
              <a:gd name="connsiteX56513" fmla="*/ 649685 w 2119654"/>
              <a:gd name="connsiteY56513" fmla="*/ 2114641 h 2398711"/>
              <a:gd name="connsiteX56514" fmla="*/ 638846 w 2119654"/>
              <a:gd name="connsiteY56514" fmla="*/ 2116111 h 2398711"/>
              <a:gd name="connsiteX56515" fmla="*/ 639823 w 2119654"/>
              <a:gd name="connsiteY56515" fmla="*/ 2104155 h 2398711"/>
              <a:gd name="connsiteX56516" fmla="*/ 645960 w 2119654"/>
              <a:gd name="connsiteY56516" fmla="*/ 2104146 h 2398711"/>
              <a:gd name="connsiteX56517" fmla="*/ 645375 w 2119654"/>
              <a:gd name="connsiteY56517" fmla="*/ 2102497 h 2398711"/>
              <a:gd name="connsiteX56518" fmla="*/ 1342555 w 2119654"/>
              <a:gd name="connsiteY56518" fmla="*/ 530342 h 2398711"/>
              <a:gd name="connsiteX56519" fmla="*/ 1342538 w 2119654"/>
              <a:gd name="connsiteY56519" fmla="*/ 530424 h 2398711"/>
              <a:gd name="connsiteX56520" fmla="*/ 1343556 w 2119654"/>
              <a:gd name="connsiteY56520" fmla="*/ 532212 h 2398711"/>
              <a:gd name="connsiteX56521" fmla="*/ 1343792 w 2119654"/>
              <a:gd name="connsiteY56521" fmla="*/ 531840 h 2398711"/>
              <a:gd name="connsiteX56522" fmla="*/ 1313623 w 2119654"/>
              <a:gd name="connsiteY56522" fmla="*/ 595059 h 2398711"/>
              <a:gd name="connsiteX56523" fmla="*/ 1313848 w 2119654"/>
              <a:gd name="connsiteY56523" fmla="*/ 597595 h 2398711"/>
              <a:gd name="connsiteX56524" fmla="*/ 1313893 w 2119654"/>
              <a:gd name="connsiteY56524" fmla="*/ 597436 h 2398711"/>
              <a:gd name="connsiteX56525" fmla="*/ 1313969 w 2119654"/>
              <a:gd name="connsiteY56525" fmla="*/ 595715 h 2398711"/>
              <a:gd name="connsiteX56526" fmla="*/ 1330367 w 2119654"/>
              <a:gd name="connsiteY56526" fmla="*/ 557488 h 2398711"/>
              <a:gd name="connsiteX56527" fmla="*/ 1330578 w 2119654"/>
              <a:gd name="connsiteY56527" fmla="*/ 557712 h 2398711"/>
              <a:gd name="connsiteX56528" fmla="*/ 1330686 w 2119654"/>
              <a:gd name="connsiteY56528" fmla="*/ 557466 h 2398711"/>
              <a:gd name="connsiteX56529" fmla="*/ 1330635 w 2119654"/>
              <a:gd name="connsiteY56529" fmla="*/ 557284 h 2398711"/>
              <a:gd name="connsiteX56530" fmla="*/ 1319807 w 2119654"/>
              <a:gd name="connsiteY56530" fmla="*/ 581114 h 2398711"/>
              <a:gd name="connsiteX56531" fmla="*/ 1319802 w 2119654"/>
              <a:gd name="connsiteY56531" fmla="*/ 581223 h 2398711"/>
              <a:gd name="connsiteX56532" fmla="*/ 1320037 w 2119654"/>
              <a:gd name="connsiteY56532" fmla="*/ 581511 h 2398711"/>
              <a:gd name="connsiteX56533" fmla="*/ 1320054 w 2119654"/>
              <a:gd name="connsiteY56533" fmla="*/ 581473 h 2398711"/>
              <a:gd name="connsiteX56534" fmla="*/ 634680 w 2119654"/>
              <a:gd name="connsiteY56534" fmla="*/ 2114393 h 2398711"/>
              <a:gd name="connsiteX56535" fmla="*/ 634387 w 2119654"/>
              <a:gd name="connsiteY56535" fmla="*/ 2115945 h 2398711"/>
              <a:gd name="connsiteX56536" fmla="*/ 638456 w 2119654"/>
              <a:gd name="connsiteY56536" fmla="*/ 2114183 h 2398711"/>
              <a:gd name="connsiteX56537" fmla="*/ 638987 w 2119654"/>
              <a:gd name="connsiteY56537" fmla="*/ 2113927 h 2398711"/>
              <a:gd name="connsiteX56538" fmla="*/ 664363 w 2119654"/>
              <a:gd name="connsiteY56538" fmla="*/ 2047867 h 2398711"/>
              <a:gd name="connsiteX56539" fmla="*/ 664376 w 2119654"/>
              <a:gd name="connsiteY56539" fmla="*/ 2047894 h 2398711"/>
              <a:gd name="connsiteX56540" fmla="*/ 670080 w 2119654"/>
              <a:gd name="connsiteY56540" fmla="*/ 2048474 h 2398711"/>
              <a:gd name="connsiteX56541" fmla="*/ 670173 w 2119654"/>
              <a:gd name="connsiteY56541" fmla="*/ 2048462 h 2398711"/>
              <a:gd name="connsiteX56542" fmla="*/ 670040 w 2119654"/>
              <a:gd name="connsiteY56542" fmla="*/ 2047014 h 2398711"/>
              <a:gd name="connsiteX56543" fmla="*/ 1322821 w 2119654"/>
              <a:gd name="connsiteY56543" fmla="*/ 573316 h 2398711"/>
              <a:gd name="connsiteX56544" fmla="*/ 1323083 w 2119654"/>
              <a:gd name="connsiteY56544" fmla="*/ 573824 h 2398711"/>
              <a:gd name="connsiteX56545" fmla="*/ 1323036 w 2119654"/>
              <a:gd name="connsiteY56545" fmla="*/ 573617 h 2398711"/>
              <a:gd name="connsiteX56546" fmla="*/ 1323000 w 2119654"/>
              <a:gd name="connsiteY56546" fmla="*/ 573556 h 2398711"/>
              <a:gd name="connsiteX56547" fmla="*/ 647495 w 2119654"/>
              <a:gd name="connsiteY56547" fmla="*/ 2085360 h 2398711"/>
              <a:gd name="connsiteX56548" fmla="*/ 648718 w 2119654"/>
              <a:gd name="connsiteY56548" fmla="*/ 2085482 h 2398711"/>
              <a:gd name="connsiteX56549" fmla="*/ 657592 w 2119654"/>
              <a:gd name="connsiteY56549" fmla="*/ 2084134 h 2398711"/>
              <a:gd name="connsiteX56550" fmla="*/ 657567 w 2119654"/>
              <a:gd name="connsiteY56550" fmla="*/ 2083875 h 2398711"/>
              <a:gd name="connsiteX56551" fmla="*/ 649095 w 2119654"/>
              <a:gd name="connsiteY56551" fmla="*/ 2085252 h 2398711"/>
              <a:gd name="connsiteX56552" fmla="*/ 658516 w 2119654"/>
              <a:gd name="connsiteY56552" fmla="*/ 2060366 h 2398711"/>
              <a:gd name="connsiteX56553" fmla="*/ 659883 w 2119654"/>
              <a:gd name="connsiteY56553" fmla="*/ 2064771 h 2398711"/>
              <a:gd name="connsiteX56554" fmla="*/ 660353 w 2119654"/>
              <a:gd name="connsiteY56554" fmla="*/ 2064981 h 2398711"/>
              <a:gd name="connsiteX56555" fmla="*/ 658906 w 2119654"/>
              <a:gd name="connsiteY56555" fmla="*/ 2060450 h 2398711"/>
              <a:gd name="connsiteX56556" fmla="*/ 634982 w 2119654"/>
              <a:gd name="connsiteY56556" fmla="*/ 2112802 h 2398711"/>
              <a:gd name="connsiteX56557" fmla="*/ 634778 w 2119654"/>
              <a:gd name="connsiteY56557" fmla="*/ 2113878 h 2398711"/>
              <a:gd name="connsiteX56558" fmla="*/ 640340 w 2119654"/>
              <a:gd name="connsiteY56558" fmla="*/ 2113276 h 2398711"/>
              <a:gd name="connsiteX56559" fmla="*/ 647761 w 2119654"/>
              <a:gd name="connsiteY56559" fmla="*/ 2109703 h 2398711"/>
              <a:gd name="connsiteX56560" fmla="*/ 1320829 w 2119654"/>
              <a:gd name="connsiteY56560" fmla="*/ 576838 h 2398711"/>
              <a:gd name="connsiteX56561" fmla="*/ 1321322 w 2119654"/>
              <a:gd name="connsiteY56561" fmla="*/ 578610 h 2398711"/>
              <a:gd name="connsiteX56562" fmla="*/ 1321516 w 2119654"/>
              <a:gd name="connsiteY56562" fmla="*/ 578172 h 2398711"/>
              <a:gd name="connsiteX56563" fmla="*/ 642701 w 2119654"/>
              <a:gd name="connsiteY56563" fmla="*/ 2094096 h 2398711"/>
              <a:gd name="connsiteX56564" fmla="*/ 645102 w 2119654"/>
              <a:gd name="connsiteY56564" fmla="*/ 2100858 h 2398711"/>
              <a:gd name="connsiteX56565" fmla="*/ 650455 w 2119654"/>
              <a:gd name="connsiteY56565" fmla="*/ 2100540 h 2398711"/>
              <a:gd name="connsiteX56566" fmla="*/ 647549 w 2119654"/>
              <a:gd name="connsiteY56566" fmla="*/ 2100215 h 2398711"/>
              <a:gd name="connsiteX56567" fmla="*/ 647202 w 2119654"/>
              <a:gd name="connsiteY56567" fmla="*/ 2099873 h 2398711"/>
              <a:gd name="connsiteX56568" fmla="*/ 651507 w 2119654"/>
              <a:gd name="connsiteY56568" fmla="*/ 2100355 h 2398711"/>
              <a:gd name="connsiteX56569" fmla="*/ 659096 w 2119654"/>
              <a:gd name="connsiteY56569" fmla="*/ 2098088 h 2398711"/>
              <a:gd name="connsiteX56570" fmla="*/ 659098 w 2119654"/>
              <a:gd name="connsiteY56570" fmla="*/ 2098088 h 2398711"/>
              <a:gd name="connsiteX56571" fmla="*/ 658587 w 2119654"/>
              <a:gd name="connsiteY56571" fmla="*/ 2093418 h 2398711"/>
              <a:gd name="connsiteX56572" fmla="*/ 657516 w 2119654"/>
              <a:gd name="connsiteY56572" fmla="*/ 2093107 h 2398711"/>
              <a:gd name="connsiteX56573" fmla="*/ 650719 w 2119654"/>
              <a:gd name="connsiteY56573" fmla="*/ 2076095 h 2398711"/>
              <a:gd name="connsiteX56574" fmla="*/ 657089 w 2119654"/>
              <a:gd name="connsiteY56574" fmla="*/ 2078870 h 2398711"/>
              <a:gd name="connsiteX56575" fmla="*/ 656655 w 2119654"/>
              <a:gd name="connsiteY56575" fmla="*/ 2074335 h 2398711"/>
              <a:gd name="connsiteX56576" fmla="*/ 1343636 w 2119654"/>
              <a:gd name="connsiteY56576" fmla="*/ 524483 h 2398711"/>
              <a:gd name="connsiteX56577" fmla="*/ 1343581 w 2119654"/>
              <a:gd name="connsiteY56577" fmla="*/ 525124 h 2398711"/>
              <a:gd name="connsiteX56578" fmla="*/ 1343412 w 2119654"/>
              <a:gd name="connsiteY56578" fmla="*/ 525986 h 2398711"/>
              <a:gd name="connsiteX56579" fmla="*/ 1344362 w 2119654"/>
              <a:gd name="connsiteY56579" fmla="*/ 527135 h 2398711"/>
              <a:gd name="connsiteX56580" fmla="*/ 635503 w 2119654"/>
              <a:gd name="connsiteY56580" fmla="*/ 2110050 h 2398711"/>
              <a:gd name="connsiteX56581" fmla="*/ 635064 w 2119654"/>
              <a:gd name="connsiteY56581" fmla="*/ 2112368 h 2398711"/>
              <a:gd name="connsiteX56582" fmla="*/ 647783 w 2119654"/>
              <a:gd name="connsiteY56582" fmla="*/ 2109283 h 2398711"/>
              <a:gd name="connsiteX56583" fmla="*/ 647299 w 2119654"/>
              <a:gd name="connsiteY56583" fmla="*/ 2107920 h 2398711"/>
              <a:gd name="connsiteX56584" fmla="*/ 1382491 w 2119654"/>
              <a:gd name="connsiteY56584" fmla="*/ 437112 h 2398711"/>
              <a:gd name="connsiteX56585" fmla="*/ 1382909 w 2119654"/>
              <a:gd name="connsiteY56585" fmla="*/ 455959 h 2398711"/>
              <a:gd name="connsiteX56586" fmla="*/ 1384559 w 2119654"/>
              <a:gd name="connsiteY56586" fmla="*/ 445247 h 2398711"/>
              <a:gd name="connsiteX56587" fmla="*/ 1384999 w 2119654"/>
              <a:gd name="connsiteY56587" fmla="*/ 442116 h 2398711"/>
              <a:gd name="connsiteX56588" fmla="*/ 645450 w 2119654"/>
              <a:gd name="connsiteY56588" fmla="*/ 2087071 h 2398711"/>
              <a:gd name="connsiteX56589" fmla="*/ 653431 w 2119654"/>
              <a:gd name="connsiteY56589" fmla="*/ 2087849 h 2398711"/>
              <a:gd name="connsiteX56590" fmla="*/ 657988 w 2119654"/>
              <a:gd name="connsiteY56590" fmla="*/ 2087937 h 2398711"/>
              <a:gd name="connsiteX56591" fmla="*/ 657868 w 2119654"/>
              <a:gd name="connsiteY56591" fmla="*/ 2086833 h 2398711"/>
              <a:gd name="connsiteX56592" fmla="*/ 652395 w 2119654"/>
              <a:gd name="connsiteY56592" fmla="*/ 2086288 h 2398711"/>
              <a:gd name="connsiteX56593" fmla="*/ 629949 w 2119654"/>
              <a:gd name="connsiteY56593" fmla="*/ 2121576 h 2398711"/>
              <a:gd name="connsiteX56594" fmla="*/ 629717 w 2119654"/>
              <a:gd name="connsiteY56594" fmla="*/ 2127346 h 2398711"/>
              <a:gd name="connsiteX56595" fmla="*/ 631877 w 2119654"/>
              <a:gd name="connsiteY56595" fmla="*/ 2127727 h 2398711"/>
              <a:gd name="connsiteX56596" fmla="*/ 632981 w 2119654"/>
              <a:gd name="connsiteY56596" fmla="*/ 2121425 h 2398711"/>
              <a:gd name="connsiteX56597" fmla="*/ 655852 w 2119654"/>
              <a:gd name="connsiteY56597" fmla="*/ 2063513 h 2398711"/>
              <a:gd name="connsiteX56598" fmla="*/ 656538 w 2119654"/>
              <a:gd name="connsiteY56598" fmla="*/ 2070674 h 2398711"/>
              <a:gd name="connsiteX56599" fmla="*/ 660502 w 2119654"/>
              <a:gd name="connsiteY56599" fmla="*/ 2070060 h 2398711"/>
              <a:gd name="connsiteX56600" fmla="*/ 659727 w 2119654"/>
              <a:gd name="connsiteY56600" fmla="*/ 2067565 h 2398711"/>
              <a:gd name="connsiteX56601" fmla="*/ 657051 w 2119654"/>
              <a:gd name="connsiteY56601" fmla="*/ 2064049 h 2398711"/>
              <a:gd name="connsiteX56602" fmla="*/ 642475 w 2119654"/>
              <a:gd name="connsiteY56602" fmla="*/ 2093458 h 2398711"/>
              <a:gd name="connsiteX56603" fmla="*/ 642563 w 2119654"/>
              <a:gd name="connsiteY56603" fmla="*/ 2093708 h 2398711"/>
              <a:gd name="connsiteX56604" fmla="*/ 654908 w 2119654"/>
              <a:gd name="connsiteY56604" fmla="*/ 2092717 h 2398711"/>
              <a:gd name="connsiteX56605" fmla="*/ 1330552 w 2119654"/>
              <a:gd name="connsiteY56605" fmla="*/ 552594 h 2398711"/>
              <a:gd name="connsiteX56606" fmla="*/ 1331339 w 2119654"/>
              <a:gd name="connsiteY56606" fmla="*/ 555008 h 2398711"/>
              <a:gd name="connsiteX56607" fmla="*/ 1331773 w 2119654"/>
              <a:gd name="connsiteY56607" fmla="*/ 554704 h 2398711"/>
              <a:gd name="connsiteX56608" fmla="*/ 1360117 w 2119654"/>
              <a:gd name="connsiteY56608" fmla="*/ 485446 h 2398711"/>
              <a:gd name="connsiteX56609" fmla="*/ 1360748 w 2119654"/>
              <a:gd name="connsiteY56609" fmla="*/ 488029 h 2398711"/>
              <a:gd name="connsiteX56610" fmla="*/ 1362480 w 2119654"/>
              <a:gd name="connsiteY56610" fmla="*/ 492478 h 2398711"/>
              <a:gd name="connsiteX56611" fmla="*/ 1364794 w 2119654"/>
              <a:gd name="connsiteY56611" fmla="*/ 498662 h 2398711"/>
              <a:gd name="connsiteX56612" fmla="*/ 1364938 w 2119654"/>
              <a:gd name="connsiteY56612" fmla="*/ 498433 h 2398711"/>
              <a:gd name="connsiteX56613" fmla="*/ 1367186 w 2119654"/>
              <a:gd name="connsiteY56613" fmla="*/ 494142 h 2398711"/>
              <a:gd name="connsiteX56614" fmla="*/ 1367144 w 2119654"/>
              <a:gd name="connsiteY56614" fmla="*/ 493345 h 2398711"/>
              <a:gd name="connsiteX56615" fmla="*/ 1364390 w 2119654"/>
              <a:gd name="connsiteY56615" fmla="*/ 490014 h 2398711"/>
              <a:gd name="connsiteX56616" fmla="*/ 655739 w 2119654"/>
              <a:gd name="connsiteY56616" fmla="*/ 2062324 h 2398711"/>
              <a:gd name="connsiteX56617" fmla="*/ 655798 w 2119654"/>
              <a:gd name="connsiteY56617" fmla="*/ 2062945 h 2398711"/>
              <a:gd name="connsiteX56618" fmla="*/ 656424 w 2119654"/>
              <a:gd name="connsiteY56618" fmla="*/ 2063225 h 2398711"/>
              <a:gd name="connsiteX56619" fmla="*/ 1353067 w 2119654"/>
              <a:gd name="connsiteY56619" fmla="*/ 500801 h 2398711"/>
              <a:gd name="connsiteX56620" fmla="*/ 1353217 w 2119654"/>
              <a:gd name="connsiteY56620" fmla="*/ 501171 h 2398711"/>
              <a:gd name="connsiteX56621" fmla="*/ 1353198 w 2119654"/>
              <a:gd name="connsiteY56621" fmla="*/ 500930 h 2398711"/>
              <a:gd name="connsiteX56622" fmla="*/ 636428 w 2119654"/>
              <a:gd name="connsiteY56622" fmla="*/ 2105169 h 2398711"/>
              <a:gd name="connsiteX56623" fmla="*/ 636002 w 2119654"/>
              <a:gd name="connsiteY56623" fmla="*/ 2107420 h 2398711"/>
              <a:gd name="connsiteX56624" fmla="*/ 646412 w 2119654"/>
              <a:gd name="connsiteY56624" fmla="*/ 2105419 h 2398711"/>
              <a:gd name="connsiteX56625" fmla="*/ 646082 w 2119654"/>
              <a:gd name="connsiteY56625" fmla="*/ 2104491 h 2398711"/>
              <a:gd name="connsiteX56626" fmla="*/ 638992 w 2119654"/>
              <a:gd name="connsiteY56626" fmla="*/ 2104403 h 2398711"/>
              <a:gd name="connsiteX56627" fmla="*/ 636579 w 2119654"/>
              <a:gd name="connsiteY56627" fmla="*/ 2104374 h 2398711"/>
              <a:gd name="connsiteX56628" fmla="*/ 636491 w 2119654"/>
              <a:gd name="connsiteY56628" fmla="*/ 2104838 h 2398711"/>
              <a:gd name="connsiteX56629" fmla="*/ 637987 w 2119654"/>
              <a:gd name="connsiteY56629" fmla="*/ 2104391 h 2398711"/>
              <a:gd name="connsiteX56630" fmla="*/ 630077 w 2119654"/>
              <a:gd name="connsiteY56630" fmla="*/ 2118382 h 2398711"/>
              <a:gd name="connsiteX56631" fmla="*/ 629968 w 2119654"/>
              <a:gd name="connsiteY56631" fmla="*/ 2121115 h 2398711"/>
              <a:gd name="connsiteX56632" fmla="*/ 633062 w 2119654"/>
              <a:gd name="connsiteY56632" fmla="*/ 2120961 h 2398711"/>
              <a:gd name="connsiteX56633" fmla="*/ 633165 w 2119654"/>
              <a:gd name="connsiteY56633" fmla="*/ 2120370 h 2398711"/>
              <a:gd name="connsiteX56634" fmla="*/ 633756 w 2119654"/>
              <a:gd name="connsiteY56634" fmla="*/ 2117256 h 2398711"/>
              <a:gd name="connsiteX56635" fmla="*/ 631511 w 2119654"/>
              <a:gd name="connsiteY56635" fmla="*/ 2117761 h 2398711"/>
              <a:gd name="connsiteX56636" fmla="*/ 1359476 w 2119654"/>
              <a:gd name="connsiteY56636" fmla="*/ 484760 h 2398711"/>
              <a:gd name="connsiteX56637" fmla="*/ 1359720 w 2119654"/>
              <a:gd name="connsiteY56637" fmla="*/ 485387 h 2398711"/>
              <a:gd name="connsiteX56638" fmla="*/ 1359599 w 2119654"/>
              <a:gd name="connsiteY56638" fmla="*/ 484892 h 2398711"/>
              <a:gd name="connsiteX56639" fmla="*/ 1320238 w 2119654"/>
              <a:gd name="connsiteY56639" fmla="*/ 572408 h 2398711"/>
              <a:gd name="connsiteX56640" fmla="*/ 1320150 w 2119654"/>
              <a:gd name="connsiteY56640" fmla="*/ 574172 h 2398711"/>
              <a:gd name="connsiteX56641" fmla="*/ 1321027 w 2119654"/>
              <a:gd name="connsiteY56641" fmla="*/ 575876 h 2398711"/>
              <a:gd name="connsiteX56642" fmla="*/ 659389 w 2119654"/>
              <a:gd name="connsiteY56642" fmla="*/ 2052163 h 2398711"/>
              <a:gd name="connsiteX56643" fmla="*/ 659846 w 2119654"/>
              <a:gd name="connsiteY56643" fmla="*/ 2054044 h 2398711"/>
              <a:gd name="connsiteX56644" fmla="*/ 660340 w 2119654"/>
              <a:gd name="connsiteY56644" fmla="*/ 2054161 h 2398711"/>
              <a:gd name="connsiteX56645" fmla="*/ 659584 w 2119654"/>
              <a:gd name="connsiteY56645" fmla="*/ 2051646 h 2398711"/>
              <a:gd name="connsiteX56646" fmla="*/ 660838 w 2119654"/>
              <a:gd name="connsiteY56646" fmla="*/ 2054277 h 2398711"/>
              <a:gd name="connsiteX56647" fmla="*/ 663631 w 2119654"/>
              <a:gd name="connsiteY56647" fmla="*/ 2054935 h 2398711"/>
              <a:gd name="connsiteX56648" fmla="*/ 668614 w 2119654"/>
              <a:gd name="connsiteY56648" fmla="*/ 2053441 h 2398711"/>
              <a:gd name="connsiteX56649" fmla="*/ 667113 w 2119654"/>
              <a:gd name="connsiteY56649" fmla="*/ 2052546 h 2398711"/>
              <a:gd name="connsiteX56650" fmla="*/ 666642 w 2119654"/>
              <a:gd name="connsiteY56650" fmla="*/ 2052490 h 2398711"/>
              <a:gd name="connsiteX56651" fmla="*/ 667091 w 2119654"/>
              <a:gd name="connsiteY56651" fmla="*/ 2053399 h 2398711"/>
              <a:gd name="connsiteX56652" fmla="*/ 666887 w 2119654"/>
              <a:gd name="connsiteY56652" fmla="*/ 2053300 h 2398711"/>
              <a:gd name="connsiteX56653" fmla="*/ 666478 w 2119654"/>
              <a:gd name="connsiteY56653" fmla="*/ 2052470 h 2398711"/>
              <a:gd name="connsiteX56654" fmla="*/ 636982 w 2119654"/>
              <a:gd name="connsiteY56654" fmla="*/ 2102242 h 2398711"/>
              <a:gd name="connsiteX56655" fmla="*/ 636624 w 2119654"/>
              <a:gd name="connsiteY56655" fmla="*/ 2104133 h 2398711"/>
              <a:gd name="connsiteX56656" fmla="*/ 638596 w 2119654"/>
              <a:gd name="connsiteY56656" fmla="*/ 2104157 h 2398711"/>
              <a:gd name="connsiteX56657" fmla="*/ 638772 w 2119654"/>
              <a:gd name="connsiteY56657" fmla="*/ 2104157 h 2398711"/>
              <a:gd name="connsiteX56658" fmla="*/ 645275 w 2119654"/>
              <a:gd name="connsiteY56658" fmla="*/ 2102215 h 2398711"/>
              <a:gd name="connsiteX56659" fmla="*/ 645112 w 2119654"/>
              <a:gd name="connsiteY56659" fmla="*/ 2101757 h 2398711"/>
              <a:gd name="connsiteX56660" fmla="*/ 630121 w 2119654"/>
              <a:gd name="connsiteY56660" fmla="*/ 2117294 h 2398711"/>
              <a:gd name="connsiteX56661" fmla="*/ 630117 w 2119654"/>
              <a:gd name="connsiteY56661" fmla="*/ 2117385 h 2398711"/>
              <a:gd name="connsiteX56662" fmla="*/ 631135 w 2119654"/>
              <a:gd name="connsiteY56662" fmla="*/ 2117156 h 2398711"/>
              <a:gd name="connsiteX56663" fmla="*/ 659447 w 2119654"/>
              <a:gd name="connsiteY56663" fmla="*/ 2051360 h 2398711"/>
              <a:gd name="connsiteX56664" fmla="*/ 659455 w 2119654"/>
              <a:gd name="connsiteY56664" fmla="*/ 2051376 h 2398711"/>
              <a:gd name="connsiteX56665" fmla="*/ 666344 w 2119654"/>
              <a:gd name="connsiteY56665" fmla="*/ 2052199 h 2398711"/>
              <a:gd name="connsiteX56666" fmla="*/ 666266 w 2119654"/>
              <a:gd name="connsiteY56666" fmla="*/ 2052040 h 2398711"/>
              <a:gd name="connsiteX56667" fmla="*/ 664052 w 2119654"/>
              <a:gd name="connsiteY56667" fmla="*/ 2050722 h 2398711"/>
              <a:gd name="connsiteX56668" fmla="*/ 1367563 w 2119654"/>
              <a:gd name="connsiteY56668" fmla="*/ 465565 h 2398711"/>
              <a:gd name="connsiteX56669" fmla="*/ 1367700 w 2119654"/>
              <a:gd name="connsiteY56669" fmla="*/ 465859 h 2398711"/>
              <a:gd name="connsiteX56670" fmla="*/ 1374019 w 2119654"/>
              <a:gd name="connsiteY56670" fmla="*/ 475287 h 2398711"/>
              <a:gd name="connsiteX56671" fmla="*/ 1373820 w 2119654"/>
              <a:gd name="connsiteY56671" fmla="*/ 474141 h 2398711"/>
              <a:gd name="connsiteX56672" fmla="*/ 660662 w 2119654"/>
              <a:gd name="connsiteY56672" fmla="*/ 2048423 h 2398711"/>
              <a:gd name="connsiteX56673" fmla="*/ 663838 w 2119654"/>
              <a:gd name="connsiteY56673" fmla="*/ 2050316 h 2398711"/>
              <a:gd name="connsiteX56674" fmla="*/ 665305 w 2119654"/>
              <a:gd name="connsiteY56674" fmla="*/ 2050092 h 2398711"/>
              <a:gd name="connsiteX56675" fmla="*/ 664928 w 2119654"/>
              <a:gd name="connsiteY56675" fmla="*/ 2049328 h 2398711"/>
              <a:gd name="connsiteX56676" fmla="*/ 663324 w 2119654"/>
              <a:gd name="connsiteY56676" fmla="*/ 2049523 h 2398711"/>
              <a:gd name="connsiteX56677" fmla="*/ 663057 w 2119654"/>
              <a:gd name="connsiteY56677" fmla="*/ 2049326 h 2398711"/>
              <a:gd name="connsiteX56678" fmla="*/ 664821 w 2119654"/>
              <a:gd name="connsiteY56678" fmla="*/ 2049112 h 2398711"/>
              <a:gd name="connsiteX56679" fmla="*/ 664623 w 2119654"/>
              <a:gd name="connsiteY56679" fmla="*/ 2048710 h 2398711"/>
              <a:gd name="connsiteX56680" fmla="*/ 661147 w 2119654"/>
              <a:gd name="connsiteY56680" fmla="*/ 2048350 h 2398711"/>
              <a:gd name="connsiteX56681" fmla="*/ 1316905 w 2119654"/>
              <a:gd name="connsiteY56681" fmla="*/ 578862 h 2398711"/>
              <a:gd name="connsiteX56682" fmla="*/ 1316841 w 2119654"/>
              <a:gd name="connsiteY56682" fmla="*/ 579423 h 2398711"/>
              <a:gd name="connsiteX56683" fmla="*/ 1319295 w 2119654"/>
              <a:gd name="connsiteY56683" fmla="*/ 583062 h 2398711"/>
              <a:gd name="connsiteX56684" fmla="*/ 1319355 w 2119654"/>
              <a:gd name="connsiteY56684" fmla="*/ 581855 h 2398711"/>
              <a:gd name="connsiteX56685" fmla="*/ 655490 w 2119654"/>
              <a:gd name="connsiteY56685" fmla="*/ 2059718 h 2398711"/>
              <a:gd name="connsiteX56686" fmla="*/ 655502 w 2119654"/>
              <a:gd name="connsiteY56686" fmla="*/ 2059845 h 2398711"/>
              <a:gd name="connsiteX56687" fmla="*/ 658591 w 2119654"/>
              <a:gd name="connsiteY56687" fmla="*/ 2063906 h 2398711"/>
              <a:gd name="connsiteX56688" fmla="*/ 657418 w 2119654"/>
              <a:gd name="connsiteY56688" fmla="*/ 2060131 h 2398711"/>
              <a:gd name="connsiteX56689" fmla="*/ 660412 w 2119654"/>
              <a:gd name="connsiteY56689" fmla="*/ 2048274 h 2398711"/>
              <a:gd name="connsiteX56690" fmla="*/ 660419 w 2119654"/>
              <a:gd name="connsiteY56690" fmla="*/ 2048278 h 2398711"/>
              <a:gd name="connsiteX56691" fmla="*/ 660434 w 2119654"/>
              <a:gd name="connsiteY56691" fmla="*/ 2048276 h 2398711"/>
              <a:gd name="connsiteX56692" fmla="*/ 1317096 w 2119654"/>
              <a:gd name="connsiteY56692" fmla="*/ 577177 h 2398711"/>
              <a:gd name="connsiteX56693" fmla="*/ 1317022 w 2119654"/>
              <a:gd name="connsiteY56693" fmla="*/ 577827 h 2398711"/>
              <a:gd name="connsiteX56694" fmla="*/ 1319409 w 2119654"/>
              <a:gd name="connsiteY56694" fmla="*/ 580743 h 2398711"/>
              <a:gd name="connsiteX56695" fmla="*/ 1319419 w 2119654"/>
              <a:gd name="connsiteY56695" fmla="*/ 580549 h 2398711"/>
              <a:gd name="connsiteX56696" fmla="*/ 630218 w 2119654"/>
              <a:gd name="connsiteY56696" fmla="*/ 2114851 h 2398711"/>
              <a:gd name="connsiteX56697" fmla="*/ 630130 w 2119654"/>
              <a:gd name="connsiteY56697" fmla="*/ 2117062 h 2398711"/>
              <a:gd name="connsiteX56698" fmla="*/ 632574 w 2119654"/>
              <a:gd name="connsiteY56698" fmla="*/ 2116730 h 2398711"/>
              <a:gd name="connsiteX56699" fmla="*/ 633970 w 2119654"/>
              <a:gd name="connsiteY56699" fmla="*/ 2116125 h 2398711"/>
              <a:gd name="connsiteX56700" fmla="*/ 634289 w 2119654"/>
              <a:gd name="connsiteY56700" fmla="*/ 2114435 h 2398711"/>
              <a:gd name="connsiteX56701" fmla="*/ 632032 w 2119654"/>
              <a:gd name="connsiteY56701" fmla="*/ 2114680 h 2398711"/>
              <a:gd name="connsiteX56702" fmla="*/ 1405885 w 2119654"/>
              <a:gd name="connsiteY56702" fmla="*/ 377583 h 2398711"/>
              <a:gd name="connsiteX56703" fmla="*/ 1410086 w 2119654"/>
              <a:gd name="connsiteY56703" fmla="*/ 426538 h 2398711"/>
              <a:gd name="connsiteX56704" fmla="*/ 1412433 w 2119654"/>
              <a:gd name="connsiteY56704" fmla="*/ 423126 h 2398711"/>
              <a:gd name="connsiteX56705" fmla="*/ 1425690 w 2119654"/>
              <a:gd name="connsiteY56705" fmla="*/ 406587 h 2398711"/>
              <a:gd name="connsiteX56706" fmla="*/ 1416724 w 2119654"/>
              <a:gd name="connsiteY56706" fmla="*/ 388313 h 2398711"/>
              <a:gd name="connsiteX56707" fmla="*/ 1417312 w 2119654"/>
              <a:gd name="connsiteY56707" fmla="*/ 388598 h 2398711"/>
              <a:gd name="connsiteX56708" fmla="*/ 1425969 w 2119654"/>
              <a:gd name="connsiteY56708" fmla="*/ 406239 h 2398711"/>
              <a:gd name="connsiteX56709" fmla="*/ 1451771 w 2119654"/>
              <a:gd name="connsiteY56709" fmla="*/ 374050 h 2398711"/>
              <a:gd name="connsiteX56710" fmla="*/ 1449725 w 2119654"/>
              <a:gd name="connsiteY56710" fmla="*/ 370051 h 2398711"/>
              <a:gd name="connsiteX56711" fmla="*/ 1440486 w 2119654"/>
              <a:gd name="connsiteY56711" fmla="*/ 352582 h 2398711"/>
              <a:gd name="connsiteX56712" fmla="*/ 1417659 w 2119654"/>
              <a:gd name="connsiteY56712" fmla="*/ 368599 h 2398711"/>
              <a:gd name="connsiteX56713" fmla="*/ 611386 w 2119654"/>
              <a:gd name="connsiteY56713" fmla="*/ 2156595 h 2398711"/>
              <a:gd name="connsiteX56714" fmla="*/ 621264 w 2119654"/>
              <a:gd name="connsiteY56714" fmla="*/ 2158241 h 2398711"/>
              <a:gd name="connsiteX56715" fmla="*/ 628561 w 2119654"/>
              <a:gd name="connsiteY56715" fmla="*/ 2155006 h 2398711"/>
              <a:gd name="connsiteX56716" fmla="*/ 628615 w 2119654"/>
              <a:gd name="connsiteY56716" fmla="*/ 2152966 h 2398711"/>
              <a:gd name="connsiteX56717" fmla="*/ 627588 w 2119654"/>
              <a:gd name="connsiteY56717" fmla="*/ 2153182 h 2398711"/>
              <a:gd name="connsiteX56718" fmla="*/ 627581 w 2119654"/>
              <a:gd name="connsiteY56718" fmla="*/ 2153224 h 2398711"/>
              <a:gd name="connsiteX56719" fmla="*/ 627558 w 2119654"/>
              <a:gd name="connsiteY56719" fmla="*/ 2153189 h 2398711"/>
              <a:gd name="connsiteX56720" fmla="*/ 642236 w 2119654"/>
              <a:gd name="connsiteY56720" fmla="*/ 2087432 h 2398711"/>
              <a:gd name="connsiteX56721" fmla="*/ 642281 w 2119654"/>
              <a:gd name="connsiteY56721" fmla="*/ 2087635 h 2398711"/>
              <a:gd name="connsiteX56722" fmla="*/ 647193 w 2119654"/>
              <a:gd name="connsiteY56722" fmla="*/ 2087729 h 2398711"/>
              <a:gd name="connsiteX56723" fmla="*/ 643123 w 2119654"/>
              <a:gd name="connsiteY56723" fmla="*/ 2087332 h 2398711"/>
              <a:gd name="connsiteX56724" fmla="*/ 630255 w 2119654"/>
              <a:gd name="connsiteY56724" fmla="*/ 2113949 h 2398711"/>
              <a:gd name="connsiteX56725" fmla="*/ 630238 w 2119654"/>
              <a:gd name="connsiteY56725" fmla="*/ 2114370 h 2398711"/>
              <a:gd name="connsiteX56726" fmla="*/ 634387 w 2119654"/>
              <a:gd name="connsiteY56726" fmla="*/ 2113920 h 2398711"/>
              <a:gd name="connsiteX56727" fmla="*/ 634580 w 2119654"/>
              <a:gd name="connsiteY56727" fmla="*/ 2112900 h 2398711"/>
              <a:gd name="connsiteX56728" fmla="*/ 1358315 w 2119654"/>
              <a:gd name="connsiteY56728" fmla="*/ 483520 h 2398711"/>
              <a:gd name="connsiteX56729" fmla="*/ 1359875 w 2119654"/>
              <a:gd name="connsiteY56729" fmla="*/ 503375 h 2398711"/>
              <a:gd name="connsiteX56730" fmla="*/ 1360895 w 2119654"/>
              <a:gd name="connsiteY56730" fmla="*/ 504822 h 2398711"/>
              <a:gd name="connsiteX56731" fmla="*/ 1363475 w 2119654"/>
              <a:gd name="connsiteY56731" fmla="*/ 500744 h 2398711"/>
              <a:gd name="connsiteX56732" fmla="*/ 1360866 w 2119654"/>
              <a:gd name="connsiteY56732" fmla="*/ 490072 h 2398711"/>
              <a:gd name="connsiteX56733" fmla="*/ 1358481 w 2119654"/>
              <a:gd name="connsiteY56733" fmla="*/ 483697 h 2398711"/>
              <a:gd name="connsiteX56734" fmla="*/ 661883 w 2119654"/>
              <a:gd name="connsiteY56734" fmla="*/ 2042836 h 2398711"/>
              <a:gd name="connsiteX56735" fmla="*/ 664280 w 2119654"/>
              <a:gd name="connsiteY56735" fmla="*/ 2047698 h 2398711"/>
              <a:gd name="connsiteX56736" fmla="*/ 670024 w 2119654"/>
              <a:gd name="connsiteY56736" fmla="*/ 2046834 h 2398711"/>
              <a:gd name="connsiteX56737" fmla="*/ 669633 w 2119654"/>
              <a:gd name="connsiteY56737" fmla="*/ 2042565 h 2398711"/>
              <a:gd name="connsiteX56738" fmla="*/ 669016 w 2119654"/>
              <a:gd name="connsiteY56738" fmla="*/ 2041962 h 2398711"/>
              <a:gd name="connsiteX56739" fmla="*/ 664517 w 2119654"/>
              <a:gd name="connsiteY56739" fmla="*/ 2041287 h 2398711"/>
              <a:gd name="connsiteX56740" fmla="*/ 1321012 w 2119654"/>
              <a:gd name="connsiteY56740" fmla="*/ 566791 h 2398711"/>
              <a:gd name="connsiteX56741" fmla="*/ 1322459 w 2119654"/>
              <a:gd name="connsiteY56741" fmla="*/ 572194 h 2398711"/>
              <a:gd name="connsiteX56742" fmla="*/ 1322866 w 2119654"/>
              <a:gd name="connsiteY56742" fmla="*/ 572877 h 2398711"/>
              <a:gd name="connsiteX56743" fmla="*/ 1321716 w 2119654"/>
              <a:gd name="connsiteY56743" fmla="*/ 567873 h 2398711"/>
              <a:gd name="connsiteX56744" fmla="*/ 657586 w 2119654"/>
              <a:gd name="connsiteY56744" fmla="*/ 2051618 h 2398711"/>
              <a:gd name="connsiteX56745" fmla="*/ 658144 w 2119654"/>
              <a:gd name="connsiteY56745" fmla="*/ 2053644 h 2398711"/>
              <a:gd name="connsiteX56746" fmla="*/ 658311 w 2119654"/>
              <a:gd name="connsiteY56746" fmla="*/ 2053683 h 2398711"/>
              <a:gd name="connsiteX56747" fmla="*/ 657802 w 2119654"/>
              <a:gd name="connsiteY56747" fmla="*/ 2051588 h 2398711"/>
              <a:gd name="connsiteX56748" fmla="*/ 638472 w 2119654"/>
              <a:gd name="connsiteY56748" fmla="*/ 2094379 h 2398711"/>
              <a:gd name="connsiteX56749" fmla="*/ 637155 w 2119654"/>
              <a:gd name="connsiteY56749" fmla="*/ 2101332 h 2398711"/>
              <a:gd name="connsiteX56750" fmla="*/ 644800 w 2119654"/>
              <a:gd name="connsiteY56750" fmla="*/ 2100877 h 2398711"/>
              <a:gd name="connsiteX56751" fmla="*/ 642400 w 2119654"/>
              <a:gd name="connsiteY56751" fmla="*/ 2094116 h 2398711"/>
              <a:gd name="connsiteX56752" fmla="*/ 661670 w 2119654"/>
              <a:gd name="connsiteY56752" fmla="*/ 2042405 h 2398711"/>
              <a:gd name="connsiteX56753" fmla="*/ 661775 w 2119654"/>
              <a:gd name="connsiteY56753" fmla="*/ 2042618 h 2398711"/>
              <a:gd name="connsiteX56754" fmla="*/ 663017 w 2119654"/>
              <a:gd name="connsiteY56754" fmla="*/ 2041887 h 2398711"/>
              <a:gd name="connsiteX56755" fmla="*/ 1331572 w 2119654"/>
              <a:gd name="connsiteY56755" fmla="*/ 542136 h 2398711"/>
              <a:gd name="connsiteX56756" fmla="*/ 1335220 w 2119654"/>
              <a:gd name="connsiteY56756" fmla="*/ 546681 h 2398711"/>
              <a:gd name="connsiteX56757" fmla="*/ 1338125 w 2119654"/>
              <a:gd name="connsiteY56757" fmla="*/ 531904 h 2398711"/>
              <a:gd name="connsiteX56758" fmla="*/ 1338084 w 2119654"/>
              <a:gd name="connsiteY56758" fmla="*/ 531785 h 2398711"/>
              <a:gd name="connsiteX56759" fmla="*/ 1333731 w 2119654"/>
              <a:gd name="connsiteY56759" fmla="*/ 538635 h 2398711"/>
              <a:gd name="connsiteX56760" fmla="*/ 638603 w 2119654"/>
              <a:gd name="connsiteY56760" fmla="*/ 2093689 h 2398711"/>
              <a:gd name="connsiteX56761" fmla="*/ 638538 w 2119654"/>
              <a:gd name="connsiteY56761" fmla="*/ 2094031 h 2398711"/>
              <a:gd name="connsiteX56762" fmla="*/ 642264 w 2119654"/>
              <a:gd name="connsiteY56762" fmla="*/ 2093732 h 2398711"/>
              <a:gd name="connsiteX56763" fmla="*/ 642173 w 2119654"/>
              <a:gd name="connsiteY56763" fmla="*/ 2093476 h 2398711"/>
              <a:gd name="connsiteX56764" fmla="*/ 658558 w 2119654"/>
              <a:gd name="connsiteY56764" fmla="*/ 2048739 h 2398711"/>
              <a:gd name="connsiteX56765" fmla="*/ 658929 w 2119654"/>
              <a:gd name="connsiteY56765" fmla="*/ 2050272 h 2398711"/>
              <a:gd name="connsiteX56766" fmla="*/ 659281 w 2119654"/>
              <a:gd name="connsiteY56766" fmla="*/ 2051010 h 2398711"/>
              <a:gd name="connsiteX56767" fmla="*/ 663467 w 2119654"/>
              <a:gd name="connsiteY56767" fmla="*/ 2050373 h 2398711"/>
              <a:gd name="connsiteX56768" fmla="*/ 660289 w 2119654"/>
              <a:gd name="connsiteY56768" fmla="*/ 2048479 h 2398711"/>
              <a:gd name="connsiteX56769" fmla="*/ 654310 w 2119654"/>
              <a:gd name="connsiteY56769" fmla="*/ 2058095 h 2398711"/>
              <a:gd name="connsiteX56770" fmla="*/ 654746 w 2119654"/>
              <a:gd name="connsiteY56770" fmla="*/ 2058165 h 2398711"/>
              <a:gd name="connsiteX56771" fmla="*/ 654386 w 2119654"/>
              <a:gd name="connsiteY56771" fmla="*/ 2058073 h 2398711"/>
              <a:gd name="connsiteX56772" fmla="*/ 1330468 w 2119654"/>
              <a:gd name="connsiteY56772" fmla="*/ 543926 h 2398711"/>
              <a:gd name="connsiteX56773" fmla="*/ 1332271 w 2119654"/>
              <a:gd name="connsiteY56773" fmla="*/ 549322 h 2398711"/>
              <a:gd name="connsiteX56774" fmla="*/ 1333084 w 2119654"/>
              <a:gd name="connsiteY56774" fmla="*/ 552051 h 2398711"/>
              <a:gd name="connsiteX56775" fmla="*/ 1334713 w 2119654"/>
              <a:gd name="connsiteY56775" fmla="*/ 548374 h 2398711"/>
              <a:gd name="connsiteX56776" fmla="*/ 1330762 w 2119654"/>
              <a:gd name="connsiteY56776" fmla="*/ 543450 h 2398711"/>
              <a:gd name="connsiteX56777" fmla="*/ 641866 w 2119654"/>
              <a:gd name="connsiteY56777" fmla="*/ 2085741 h 2398711"/>
              <a:gd name="connsiteX56778" fmla="*/ 642016 w 2119654"/>
              <a:gd name="connsiteY56778" fmla="*/ 2086422 h 2398711"/>
              <a:gd name="connsiteX56779" fmla="*/ 643917 w 2119654"/>
              <a:gd name="connsiteY56779" fmla="*/ 2086211 h 2398711"/>
              <a:gd name="connsiteX56780" fmla="*/ 646962 w 2119654"/>
              <a:gd name="connsiteY56780" fmla="*/ 2085749 h 2398711"/>
              <a:gd name="connsiteX56781" fmla="*/ 644853 w 2119654"/>
              <a:gd name="connsiteY56781" fmla="*/ 2085539 h 2398711"/>
              <a:gd name="connsiteX56782" fmla="*/ 1317682 w 2119654"/>
              <a:gd name="connsiteY56782" fmla="*/ 572031 h 2398711"/>
              <a:gd name="connsiteX56783" fmla="*/ 1317495 w 2119654"/>
              <a:gd name="connsiteY56783" fmla="*/ 573679 h 2398711"/>
              <a:gd name="connsiteX56784" fmla="*/ 1318581 w 2119654"/>
              <a:gd name="connsiteY56784" fmla="*/ 575252 h 2398711"/>
              <a:gd name="connsiteX56785" fmla="*/ 630374 w 2119654"/>
              <a:gd name="connsiteY56785" fmla="*/ 2110976 h 2398711"/>
              <a:gd name="connsiteX56786" fmla="*/ 630272 w 2119654"/>
              <a:gd name="connsiteY56786" fmla="*/ 2113529 h 2398711"/>
              <a:gd name="connsiteX56787" fmla="*/ 634663 w 2119654"/>
              <a:gd name="connsiteY56787" fmla="*/ 2112465 h 2398711"/>
              <a:gd name="connsiteX56788" fmla="*/ 635107 w 2119654"/>
              <a:gd name="connsiteY56788" fmla="*/ 2110122 h 2398711"/>
              <a:gd name="connsiteX56789" fmla="*/ 640789 w 2119654"/>
              <a:gd name="connsiteY56789" fmla="*/ 2087595 h 2398711"/>
              <a:gd name="connsiteX56790" fmla="*/ 641624 w 2119654"/>
              <a:gd name="connsiteY56790" fmla="*/ 2087623 h 2398711"/>
              <a:gd name="connsiteX56791" fmla="*/ 642052 w 2119654"/>
              <a:gd name="connsiteY56791" fmla="*/ 2087631 h 2398711"/>
              <a:gd name="connsiteX56792" fmla="*/ 642014 w 2119654"/>
              <a:gd name="connsiteY56792" fmla="*/ 2087457 h 2398711"/>
              <a:gd name="connsiteX56793" fmla="*/ 658393 w 2119654"/>
              <a:gd name="connsiteY56793" fmla="*/ 2048065 h 2398711"/>
              <a:gd name="connsiteX56794" fmla="*/ 658515 w 2119654"/>
              <a:gd name="connsiteY56794" fmla="*/ 2048565 h 2398711"/>
              <a:gd name="connsiteX56795" fmla="*/ 660046 w 2119654"/>
              <a:gd name="connsiteY56795" fmla="*/ 2048335 h 2398711"/>
              <a:gd name="connsiteX56796" fmla="*/ 659846 w 2119654"/>
              <a:gd name="connsiteY56796" fmla="*/ 2048215 h 2398711"/>
              <a:gd name="connsiteX56797" fmla="*/ 640499 w 2119654"/>
              <a:gd name="connsiteY56797" fmla="*/ 2087891 h 2398711"/>
              <a:gd name="connsiteX56798" fmla="*/ 642339 w 2119654"/>
              <a:gd name="connsiteY56798" fmla="*/ 2093075 h 2398711"/>
              <a:gd name="connsiteX56799" fmla="*/ 654840 w 2119654"/>
              <a:gd name="connsiteY56799" fmla="*/ 2092330 h 2398711"/>
              <a:gd name="connsiteX56800" fmla="*/ 644892 w 2119654"/>
              <a:gd name="connsiteY56800" fmla="*/ 2089442 h 2398711"/>
              <a:gd name="connsiteX56801" fmla="*/ 644697 w 2119654"/>
              <a:gd name="connsiteY56801" fmla="*/ 2089171 h 2398711"/>
              <a:gd name="connsiteX56802" fmla="*/ 655455 w 2119654"/>
              <a:gd name="connsiteY56802" fmla="*/ 2092294 h 2398711"/>
              <a:gd name="connsiteX56803" fmla="*/ 658445 w 2119654"/>
              <a:gd name="connsiteY56803" fmla="*/ 2092115 h 2398711"/>
              <a:gd name="connsiteX56804" fmla="*/ 658185 w 2119654"/>
              <a:gd name="connsiteY56804" fmla="*/ 2089739 h 2398711"/>
              <a:gd name="connsiteX56805" fmla="*/ 657408 w 2119654"/>
              <a:gd name="connsiteY56805" fmla="*/ 2090341 h 2398711"/>
              <a:gd name="connsiteX56806" fmla="*/ 657147 w 2119654"/>
              <a:gd name="connsiteY56806" fmla="*/ 2090316 h 2398711"/>
              <a:gd name="connsiteX56807" fmla="*/ 658163 w 2119654"/>
              <a:gd name="connsiteY56807" fmla="*/ 2089530 h 2398711"/>
              <a:gd name="connsiteX56808" fmla="*/ 658082 w 2119654"/>
              <a:gd name="connsiteY56808" fmla="*/ 2088791 h 2398711"/>
              <a:gd name="connsiteX56809" fmla="*/ 653105 w 2119654"/>
              <a:gd name="connsiteY56809" fmla="*/ 2088306 h 2398711"/>
              <a:gd name="connsiteX56810" fmla="*/ 642350 w 2119654"/>
              <a:gd name="connsiteY56810" fmla="*/ 2087952 h 2398711"/>
              <a:gd name="connsiteX56811" fmla="*/ 642697 w 2119654"/>
              <a:gd name="connsiteY56811" fmla="*/ 2089542 h 2398711"/>
              <a:gd name="connsiteX56812" fmla="*/ 642430 w 2119654"/>
              <a:gd name="connsiteY56812" fmla="*/ 2089362 h 2398711"/>
              <a:gd name="connsiteX56813" fmla="*/ 642121 w 2119654"/>
              <a:gd name="connsiteY56813" fmla="*/ 2087944 h 2398711"/>
              <a:gd name="connsiteX56814" fmla="*/ 1328675 w 2119654"/>
              <a:gd name="connsiteY56814" fmla="*/ 546835 h 2398711"/>
              <a:gd name="connsiteX56815" fmla="*/ 1329727 w 2119654"/>
              <a:gd name="connsiteY56815" fmla="*/ 550065 h 2398711"/>
              <a:gd name="connsiteX56816" fmla="*/ 1332127 w 2119654"/>
              <a:gd name="connsiteY56816" fmla="*/ 554213 h 2398711"/>
              <a:gd name="connsiteX56817" fmla="*/ 1332869 w 2119654"/>
              <a:gd name="connsiteY56817" fmla="*/ 552535 h 2398711"/>
              <a:gd name="connsiteX56818" fmla="*/ 1330357 w 2119654"/>
              <a:gd name="connsiteY56818" fmla="*/ 544105 h 2398711"/>
              <a:gd name="connsiteX56819" fmla="*/ 1318682 w 2119654"/>
              <a:gd name="connsiteY56819" fmla="*/ 569125 h 2398711"/>
              <a:gd name="connsiteX56820" fmla="*/ 1319786 w 2119654"/>
              <a:gd name="connsiteY56820" fmla="*/ 573094 h 2398711"/>
              <a:gd name="connsiteX56821" fmla="*/ 1319869 w 2119654"/>
              <a:gd name="connsiteY56821" fmla="*/ 571431 h 2398711"/>
              <a:gd name="connsiteX56822" fmla="*/ 1329986 w 2119654"/>
              <a:gd name="connsiteY56822" fmla="*/ 542486 h 2398711"/>
              <a:gd name="connsiteX56823" fmla="*/ 1330331 w 2119654"/>
              <a:gd name="connsiteY56823" fmla="*/ 543520 h 2398711"/>
              <a:gd name="connsiteX56824" fmla="*/ 1330546 w 2119654"/>
              <a:gd name="connsiteY56824" fmla="*/ 543183 h 2398711"/>
              <a:gd name="connsiteX56825" fmla="*/ 655872 w 2119654"/>
              <a:gd name="connsiteY56825" fmla="*/ 2051855 h 2398711"/>
              <a:gd name="connsiteX56826" fmla="*/ 656292 w 2119654"/>
              <a:gd name="connsiteY56826" fmla="*/ 2053208 h 2398711"/>
              <a:gd name="connsiteX56827" fmla="*/ 656618 w 2119654"/>
              <a:gd name="connsiteY56827" fmla="*/ 2053285 h 2398711"/>
              <a:gd name="connsiteX56828" fmla="*/ 656453 w 2119654"/>
              <a:gd name="connsiteY56828" fmla="*/ 2052767 h 2398711"/>
              <a:gd name="connsiteX56829" fmla="*/ 656189 w 2119654"/>
              <a:gd name="connsiteY56829" fmla="*/ 2051812 h 2398711"/>
              <a:gd name="connsiteX56830" fmla="*/ 639706 w 2119654"/>
              <a:gd name="connsiteY56830" fmla="*/ 2087865 h 2398711"/>
              <a:gd name="connsiteX56831" fmla="*/ 638678 w 2119654"/>
              <a:gd name="connsiteY56831" fmla="*/ 2093292 h 2398711"/>
              <a:gd name="connsiteX56832" fmla="*/ 642037 w 2119654"/>
              <a:gd name="connsiteY56832" fmla="*/ 2093093 h 2398711"/>
              <a:gd name="connsiteX56833" fmla="*/ 640188 w 2119654"/>
              <a:gd name="connsiteY56833" fmla="*/ 2087881 h 2398711"/>
              <a:gd name="connsiteX56834" fmla="*/ 1325806 w 2119654"/>
              <a:gd name="connsiteY56834" fmla="*/ 551485 h 2398711"/>
              <a:gd name="connsiteX56835" fmla="*/ 1326369 w 2119654"/>
              <a:gd name="connsiteY56835" fmla="*/ 553220 h 2398711"/>
              <a:gd name="connsiteX56836" fmla="*/ 1329361 w 2119654"/>
              <a:gd name="connsiteY56836" fmla="*/ 556414 h 2398711"/>
              <a:gd name="connsiteX56837" fmla="*/ 1329647 w 2119654"/>
              <a:gd name="connsiteY56837" fmla="*/ 556194 h 2398711"/>
              <a:gd name="connsiteX56838" fmla="*/ 1330216 w 2119654"/>
              <a:gd name="connsiteY56838" fmla="*/ 555796 h 2398711"/>
              <a:gd name="connsiteX56839" fmla="*/ 1328140 w 2119654"/>
              <a:gd name="connsiteY56839" fmla="*/ 548423 h 2398711"/>
              <a:gd name="connsiteX56840" fmla="*/ 1327924 w 2119654"/>
              <a:gd name="connsiteY56840" fmla="*/ 548052 h 2398711"/>
              <a:gd name="connsiteX56841" fmla="*/ 1345017 w 2119654"/>
              <a:gd name="connsiteY56841" fmla="*/ 508381 h 2398711"/>
              <a:gd name="connsiteX56842" fmla="*/ 1343824 w 2119654"/>
              <a:gd name="connsiteY56842" fmla="*/ 522286 h 2398711"/>
              <a:gd name="connsiteX56843" fmla="*/ 1348275 w 2119654"/>
              <a:gd name="connsiteY56843" fmla="*/ 515280 h 2398711"/>
              <a:gd name="connsiteX56844" fmla="*/ 1348657 w 2119654"/>
              <a:gd name="connsiteY56844" fmla="*/ 515145 h 2398711"/>
              <a:gd name="connsiteX56845" fmla="*/ 1343778 w 2119654"/>
              <a:gd name="connsiteY56845" fmla="*/ 522824 h 2398711"/>
              <a:gd name="connsiteX56846" fmla="*/ 1343732 w 2119654"/>
              <a:gd name="connsiteY56846" fmla="*/ 523363 h 2398711"/>
              <a:gd name="connsiteX56847" fmla="*/ 1344963 w 2119654"/>
              <a:gd name="connsiteY56847" fmla="*/ 527862 h 2398711"/>
              <a:gd name="connsiteX56848" fmla="*/ 1345726 w 2119654"/>
              <a:gd name="connsiteY56848" fmla="*/ 528786 h 2398711"/>
              <a:gd name="connsiteX56849" fmla="*/ 1350954 w 2119654"/>
              <a:gd name="connsiteY56849" fmla="*/ 520527 h 2398711"/>
              <a:gd name="connsiteX56850" fmla="*/ 1349276 w 2119654"/>
              <a:gd name="connsiteY56850" fmla="*/ 515580 h 2398711"/>
              <a:gd name="connsiteX56851" fmla="*/ 1348867 w 2119654"/>
              <a:gd name="connsiteY56851" fmla="*/ 514520 h 2398711"/>
              <a:gd name="connsiteX56852" fmla="*/ 655662 w 2119654"/>
              <a:gd name="connsiteY56852" fmla="*/ 2051178 h 2398711"/>
              <a:gd name="connsiteX56853" fmla="*/ 655776 w 2119654"/>
              <a:gd name="connsiteY56853" fmla="*/ 2051544 h 2398711"/>
              <a:gd name="connsiteX56854" fmla="*/ 656102 w 2119654"/>
              <a:gd name="connsiteY56854" fmla="*/ 2051494 h 2398711"/>
              <a:gd name="connsiteX56855" fmla="*/ 656027 w 2119654"/>
              <a:gd name="connsiteY56855" fmla="*/ 2051221 h 2398711"/>
              <a:gd name="connsiteX56856" fmla="*/ 640086 w 2119654"/>
              <a:gd name="connsiteY56856" fmla="*/ 2085861 h 2398711"/>
              <a:gd name="connsiteX56857" fmla="*/ 639994 w 2119654"/>
              <a:gd name="connsiteY56857" fmla="*/ 2086345 h 2398711"/>
              <a:gd name="connsiteX56858" fmla="*/ 640056 w 2119654"/>
              <a:gd name="connsiteY56858" fmla="*/ 2086544 h 2398711"/>
              <a:gd name="connsiteX56859" fmla="*/ 640508 w 2119654"/>
              <a:gd name="connsiteY56859" fmla="*/ 2086588 h 2398711"/>
              <a:gd name="connsiteX56860" fmla="*/ 641793 w 2119654"/>
              <a:gd name="connsiteY56860" fmla="*/ 2086446 h 2398711"/>
              <a:gd name="connsiteX56861" fmla="*/ 641643 w 2119654"/>
              <a:gd name="connsiteY56861" fmla="*/ 2085756 h 2398711"/>
              <a:gd name="connsiteX56862" fmla="*/ 627134 w 2119654"/>
              <a:gd name="connsiteY56862" fmla="*/ 2114705 h 2398711"/>
              <a:gd name="connsiteX56863" fmla="*/ 629837 w 2119654"/>
              <a:gd name="connsiteY56863" fmla="*/ 2114413 h 2398711"/>
              <a:gd name="connsiteX56864" fmla="*/ 629851 w 2119654"/>
              <a:gd name="connsiteY56864" fmla="*/ 2114046 h 2398711"/>
              <a:gd name="connsiteX56865" fmla="*/ 630537 w 2119654"/>
              <a:gd name="connsiteY56865" fmla="*/ 2106928 h 2398711"/>
              <a:gd name="connsiteX56866" fmla="*/ 630474 w 2119654"/>
              <a:gd name="connsiteY56866" fmla="*/ 2108482 h 2398711"/>
              <a:gd name="connsiteX56867" fmla="*/ 635604 w 2119654"/>
              <a:gd name="connsiteY56867" fmla="*/ 2107496 h 2398711"/>
              <a:gd name="connsiteX56868" fmla="*/ 636022 w 2119654"/>
              <a:gd name="connsiteY56868" fmla="*/ 2105290 h 2398711"/>
              <a:gd name="connsiteX56869" fmla="*/ 640234 w 2119654"/>
              <a:gd name="connsiteY56869" fmla="*/ 2085080 h 2398711"/>
              <a:gd name="connsiteX56870" fmla="*/ 640187 w 2119654"/>
              <a:gd name="connsiteY56870" fmla="*/ 2085328 h 2398711"/>
              <a:gd name="connsiteX56871" fmla="*/ 641155 w 2119654"/>
              <a:gd name="connsiteY56871" fmla="*/ 2085171 h 2398711"/>
              <a:gd name="connsiteX56872" fmla="*/ 654892 w 2119654"/>
              <a:gd name="connsiteY56872" fmla="*/ 2051997 h 2398711"/>
              <a:gd name="connsiteX56873" fmla="*/ 654942 w 2119654"/>
              <a:gd name="connsiteY56873" fmla="*/ 2052891 h 2398711"/>
              <a:gd name="connsiteX56874" fmla="*/ 655188 w 2119654"/>
              <a:gd name="connsiteY56874" fmla="*/ 2052949 h 2398711"/>
              <a:gd name="connsiteX56875" fmla="*/ 665128 w 2119654"/>
              <a:gd name="connsiteY56875" fmla="*/ 2028877 h 2398711"/>
              <a:gd name="connsiteX56876" fmla="*/ 667591 w 2119654"/>
              <a:gd name="connsiteY56876" fmla="*/ 2029619 h 2398711"/>
              <a:gd name="connsiteX56877" fmla="*/ 668408 w 2119654"/>
              <a:gd name="connsiteY56877" fmla="*/ 2029157 h 2398711"/>
              <a:gd name="connsiteX56878" fmla="*/ 668380 w 2119654"/>
              <a:gd name="connsiteY56878" fmla="*/ 2028855 h 2398711"/>
              <a:gd name="connsiteX56879" fmla="*/ 667621 w 2119654"/>
              <a:gd name="connsiteY56879" fmla="*/ 2027877 h 2398711"/>
              <a:gd name="connsiteX56880" fmla="*/ 656556 w 2119654"/>
              <a:gd name="connsiteY56880" fmla="*/ 2047874 h 2398711"/>
              <a:gd name="connsiteX56881" fmla="*/ 657454 w 2119654"/>
              <a:gd name="connsiteY56881" fmla="*/ 2051137 h 2398711"/>
              <a:gd name="connsiteX56882" fmla="*/ 657699 w 2119654"/>
              <a:gd name="connsiteY56882" fmla="*/ 2051166 h 2398711"/>
              <a:gd name="connsiteX56883" fmla="*/ 656909 w 2119654"/>
              <a:gd name="connsiteY56883" fmla="*/ 2047911 h 2398711"/>
              <a:gd name="connsiteX56884" fmla="*/ 639580 w 2119654"/>
              <a:gd name="connsiteY56884" fmla="*/ 2085015 h 2398711"/>
              <a:gd name="connsiteX56885" fmla="*/ 639703 w 2119654"/>
              <a:gd name="connsiteY56885" fmla="*/ 2085406 h 2398711"/>
              <a:gd name="connsiteX56886" fmla="*/ 639792 w 2119654"/>
              <a:gd name="connsiteY56886" fmla="*/ 2085392 h 2398711"/>
              <a:gd name="connsiteX56887" fmla="*/ 639858 w 2119654"/>
              <a:gd name="connsiteY56887" fmla="*/ 2085042 h 2398711"/>
              <a:gd name="connsiteX56888" fmla="*/ 640819 w 2119654"/>
              <a:gd name="connsiteY56888" fmla="*/ 2081988 h 2398711"/>
              <a:gd name="connsiteX56889" fmla="*/ 640316 w 2119654"/>
              <a:gd name="connsiteY56889" fmla="*/ 2084646 h 2398711"/>
              <a:gd name="connsiteX56890" fmla="*/ 641424 w 2119654"/>
              <a:gd name="connsiteY56890" fmla="*/ 2084757 h 2398711"/>
              <a:gd name="connsiteX56891" fmla="*/ 630643 w 2119654"/>
              <a:gd name="connsiteY56891" fmla="*/ 2104302 h 2398711"/>
              <a:gd name="connsiteX56892" fmla="*/ 630550 w 2119654"/>
              <a:gd name="connsiteY56892" fmla="*/ 2106612 h 2398711"/>
              <a:gd name="connsiteX56893" fmla="*/ 636084 w 2119654"/>
              <a:gd name="connsiteY56893" fmla="*/ 2104960 h 2398711"/>
              <a:gd name="connsiteX56894" fmla="*/ 636196 w 2119654"/>
              <a:gd name="connsiteY56894" fmla="*/ 2104369 h 2398711"/>
              <a:gd name="connsiteX56895" fmla="*/ 622961 w 2119654"/>
              <a:gd name="connsiteY56895" fmla="*/ 2121464 h 2398711"/>
              <a:gd name="connsiteX56896" fmla="*/ 629567 w 2119654"/>
              <a:gd name="connsiteY56896" fmla="*/ 2121136 h 2398711"/>
              <a:gd name="connsiteX56897" fmla="*/ 629671 w 2119654"/>
              <a:gd name="connsiteY56897" fmla="*/ 2118558 h 2398711"/>
              <a:gd name="connsiteX56898" fmla="*/ 657416 w 2119654"/>
              <a:gd name="connsiteY56898" fmla="*/ 2044040 h 2398711"/>
              <a:gd name="connsiteX56899" fmla="*/ 658199 w 2119654"/>
              <a:gd name="connsiteY56899" fmla="*/ 2047266 h 2398711"/>
              <a:gd name="connsiteX56900" fmla="*/ 658464 w 2119654"/>
              <a:gd name="connsiteY56900" fmla="*/ 2047293 h 2398711"/>
              <a:gd name="connsiteX56901" fmla="*/ 658375 w 2119654"/>
              <a:gd name="connsiteY56901" fmla="*/ 2047060 h 2398711"/>
              <a:gd name="connsiteX56902" fmla="*/ 658828 w 2119654"/>
              <a:gd name="connsiteY56902" fmla="*/ 2047330 h 2398711"/>
              <a:gd name="connsiteX56903" fmla="*/ 663540 w 2119654"/>
              <a:gd name="connsiteY56903" fmla="*/ 2047809 h 2398711"/>
              <a:gd name="connsiteX56904" fmla="*/ 664135 w 2119654"/>
              <a:gd name="connsiteY56904" fmla="*/ 2047720 h 2398711"/>
              <a:gd name="connsiteX56905" fmla="*/ 661762 w 2119654"/>
              <a:gd name="connsiteY56905" fmla="*/ 2042908 h 2398711"/>
              <a:gd name="connsiteX56906" fmla="*/ 658063 w 2119654"/>
              <a:gd name="connsiteY56906" fmla="*/ 2045083 h 2398711"/>
              <a:gd name="connsiteX56907" fmla="*/ 657719 w 2119654"/>
              <a:gd name="connsiteY56907" fmla="*/ 2045003 h 2398711"/>
              <a:gd name="connsiteX56908" fmla="*/ 661654 w 2119654"/>
              <a:gd name="connsiteY56908" fmla="*/ 2042689 h 2398711"/>
              <a:gd name="connsiteX56909" fmla="*/ 661539 w 2119654"/>
              <a:gd name="connsiteY56909" fmla="*/ 2042455 h 2398711"/>
              <a:gd name="connsiteX56910" fmla="*/ 1350826 w 2119654"/>
              <a:gd name="connsiteY56910" fmla="*/ 491045 h 2398711"/>
              <a:gd name="connsiteX56911" fmla="*/ 1351883 w 2119654"/>
              <a:gd name="connsiteY56911" fmla="*/ 493277 h 2398711"/>
              <a:gd name="connsiteX56912" fmla="*/ 1352758 w 2119654"/>
              <a:gd name="connsiteY56912" fmla="*/ 495333 h 2398711"/>
              <a:gd name="connsiteX56913" fmla="*/ 1352622 w 2119654"/>
              <a:gd name="connsiteY56913" fmla="*/ 493597 h 2398711"/>
              <a:gd name="connsiteX56914" fmla="*/ 641413 w 2119654"/>
              <a:gd name="connsiteY56914" fmla="*/ 2078855 h 2398711"/>
              <a:gd name="connsiteX56915" fmla="*/ 640925 w 2119654"/>
              <a:gd name="connsiteY56915" fmla="*/ 2081430 h 2398711"/>
              <a:gd name="connsiteX56916" fmla="*/ 641657 w 2119654"/>
              <a:gd name="connsiteY56916" fmla="*/ 2084779 h 2398711"/>
              <a:gd name="connsiteX56917" fmla="*/ 642839 w 2119654"/>
              <a:gd name="connsiteY56917" fmla="*/ 2084897 h 2398711"/>
              <a:gd name="connsiteX56918" fmla="*/ 655989 w 2119654"/>
              <a:gd name="connsiteY56918" fmla="*/ 2082761 h 2398711"/>
              <a:gd name="connsiteX56919" fmla="*/ 644751 w 2119654"/>
              <a:gd name="connsiteY56919" fmla="*/ 2077865 h 2398711"/>
              <a:gd name="connsiteX56920" fmla="*/ 1345569 w 2119654"/>
              <a:gd name="connsiteY56920" fmla="*/ 501957 h 2398711"/>
              <a:gd name="connsiteX56921" fmla="*/ 1345352 w 2119654"/>
              <a:gd name="connsiteY56921" fmla="*/ 504481 h 2398711"/>
              <a:gd name="connsiteX56922" fmla="*/ 1345518 w 2119654"/>
              <a:gd name="connsiteY56922" fmla="*/ 504911 h 2398711"/>
              <a:gd name="connsiteX56923" fmla="*/ 1346895 w 2119654"/>
              <a:gd name="connsiteY56923" fmla="*/ 506923 h 2398711"/>
              <a:gd name="connsiteX56924" fmla="*/ 1353201 w 2119654"/>
              <a:gd name="connsiteY56924" fmla="*/ 516976 h 2398711"/>
              <a:gd name="connsiteX56925" fmla="*/ 1353996 w 2119654"/>
              <a:gd name="connsiteY56925" fmla="*/ 515720 h 2398711"/>
              <a:gd name="connsiteX56926" fmla="*/ 1353634 w 2119654"/>
              <a:gd name="connsiteY56926" fmla="*/ 515113 h 2398711"/>
              <a:gd name="connsiteX56927" fmla="*/ 630710 w 2119654"/>
              <a:gd name="connsiteY56927" fmla="*/ 2102615 h 2398711"/>
              <a:gd name="connsiteX56928" fmla="*/ 630652 w 2119654"/>
              <a:gd name="connsiteY56928" fmla="*/ 2104060 h 2398711"/>
              <a:gd name="connsiteX56929" fmla="*/ 636243 w 2119654"/>
              <a:gd name="connsiteY56929" fmla="*/ 2104128 h 2398711"/>
              <a:gd name="connsiteX56930" fmla="*/ 636596 w 2119654"/>
              <a:gd name="connsiteY56930" fmla="*/ 2102264 h 2398711"/>
              <a:gd name="connsiteX56931" fmla="*/ 641841 w 2119654"/>
              <a:gd name="connsiteY56931" fmla="*/ 2076597 h 2398711"/>
              <a:gd name="connsiteX56932" fmla="*/ 641469 w 2119654"/>
              <a:gd name="connsiteY56932" fmla="*/ 2078557 h 2398711"/>
              <a:gd name="connsiteX56933" fmla="*/ 644366 w 2119654"/>
              <a:gd name="connsiteY56933" fmla="*/ 2077697 h 2398711"/>
              <a:gd name="connsiteX56934" fmla="*/ 654652 w 2119654"/>
              <a:gd name="connsiteY56934" fmla="*/ 2047677 h 2398711"/>
              <a:gd name="connsiteX56935" fmla="*/ 654668 w 2119654"/>
              <a:gd name="connsiteY56935" fmla="*/ 2047981 h 2398711"/>
              <a:gd name="connsiteX56936" fmla="*/ 655580 w 2119654"/>
              <a:gd name="connsiteY56936" fmla="*/ 2050913 h 2398711"/>
              <a:gd name="connsiteX56937" fmla="*/ 655955 w 2119654"/>
              <a:gd name="connsiteY56937" fmla="*/ 2050958 h 2398711"/>
              <a:gd name="connsiteX56938" fmla="*/ 655063 w 2119654"/>
              <a:gd name="connsiteY56938" fmla="*/ 2047719 h 2398711"/>
              <a:gd name="connsiteX56939" fmla="*/ 652518 w 2119654"/>
              <a:gd name="connsiteY56939" fmla="*/ 2052320 h 2398711"/>
              <a:gd name="connsiteX56940" fmla="*/ 654595 w 2119654"/>
              <a:gd name="connsiteY56940" fmla="*/ 2052809 h 2398711"/>
              <a:gd name="connsiteX56941" fmla="*/ 654521 w 2119654"/>
              <a:gd name="connsiteY56941" fmla="*/ 2052043 h 2398711"/>
              <a:gd name="connsiteX56942" fmla="*/ 640426 w 2119654"/>
              <a:gd name="connsiteY56942" fmla="*/ 2079148 h 2398711"/>
              <a:gd name="connsiteX56943" fmla="*/ 640720 w 2119654"/>
              <a:gd name="connsiteY56943" fmla="*/ 2080492 h 2398711"/>
              <a:gd name="connsiteX56944" fmla="*/ 641007 w 2119654"/>
              <a:gd name="connsiteY56944" fmla="*/ 2078976 h 2398711"/>
              <a:gd name="connsiteX56945" fmla="*/ 655684 w 2119654"/>
              <a:gd name="connsiteY56945" fmla="*/ 2044705 h 2398711"/>
              <a:gd name="connsiteX56946" fmla="*/ 656336 w 2119654"/>
              <a:gd name="connsiteY56946" fmla="*/ 2047076 h 2398711"/>
              <a:gd name="connsiteX56947" fmla="*/ 656716 w 2119654"/>
              <a:gd name="connsiteY56947" fmla="*/ 2047116 h 2398711"/>
              <a:gd name="connsiteX56948" fmla="*/ 656436 w 2119654"/>
              <a:gd name="connsiteY56948" fmla="*/ 2045964 h 2398711"/>
              <a:gd name="connsiteX56949" fmla="*/ 655813 w 2119654"/>
              <a:gd name="connsiteY56949" fmla="*/ 2044656 h 2398711"/>
              <a:gd name="connsiteX56950" fmla="*/ 1363576 w 2119654"/>
              <a:gd name="connsiteY56950" fmla="*/ 459541 h 2398711"/>
              <a:gd name="connsiteX56951" fmla="*/ 1365238 w 2119654"/>
              <a:gd name="connsiteY56951" fmla="*/ 461754 h 2398711"/>
              <a:gd name="connsiteX56952" fmla="*/ 1363943 w 2119654"/>
              <a:gd name="connsiteY56952" fmla="*/ 459049 h 2398711"/>
              <a:gd name="connsiteX56953" fmla="*/ 649972 w 2119654"/>
              <a:gd name="connsiteY56953" fmla="*/ 2057398 h 2398711"/>
              <a:gd name="connsiteX56954" fmla="*/ 652273 w 2119654"/>
              <a:gd name="connsiteY56954" fmla="*/ 2057768 h 2398711"/>
              <a:gd name="connsiteX56955" fmla="*/ 652054 w 2119654"/>
              <a:gd name="connsiteY56955" fmla="*/ 2057480 h 2398711"/>
              <a:gd name="connsiteX56956" fmla="*/ 651999 w 2119654"/>
              <a:gd name="connsiteY56956" fmla="*/ 2057466 h 2398711"/>
              <a:gd name="connsiteX56957" fmla="*/ 648594 w 2119654"/>
              <a:gd name="connsiteY56957" fmla="*/ 2059725 h 2398711"/>
              <a:gd name="connsiteX56958" fmla="*/ 655555 w 2119654"/>
              <a:gd name="connsiteY56958" fmla="*/ 2062836 h 2398711"/>
              <a:gd name="connsiteX56959" fmla="*/ 655472 w 2119654"/>
              <a:gd name="connsiteY56959" fmla="*/ 2061972 h 2398711"/>
              <a:gd name="connsiteX56960" fmla="*/ 653419 w 2119654"/>
              <a:gd name="connsiteY56960" fmla="*/ 2059273 h 2398711"/>
              <a:gd name="connsiteX56961" fmla="*/ 651568 w 2119654"/>
              <a:gd name="connsiteY56961" fmla="*/ 2058877 h 2398711"/>
              <a:gd name="connsiteX56962" fmla="*/ 654551 w 2119654"/>
              <a:gd name="connsiteY56962" fmla="*/ 2045862 h 2398711"/>
              <a:gd name="connsiteX56963" fmla="*/ 654609 w 2119654"/>
              <a:gd name="connsiteY56963" fmla="*/ 2046901 h 2398711"/>
              <a:gd name="connsiteX56964" fmla="*/ 654844 w 2119654"/>
              <a:gd name="connsiteY56964" fmla="*/ 2046925 h 2398711"/>
              <a:gd name="connsiteX56965" fmla="*/ 642845 w 2119654"/>
              <a:gd name="connsiteY56965" fmla="*/ 2071702 h 2398711"/>
              <a:gd name="connsiteX56966" fmla="*/ 642642 w 2119654"/>
              <a:gd name="connsiteY56966" fmla="*/ 2072576 h 2398711"/>
              <a:gd name="connsiteX56967" fmla="*/ 650221 w 2119654"/>
              <a:gd name="connsiteY56967" fmla="*/ 2075878 h 2398711"/>
              <a:gd name="connsiteX56968" fmla="*/ 656611 w 2119654"/>
              <a:gd name="connsiteY56968" fmla="*/ 2073887 h 2398711"/>
              <a:gd name="connsiteX56969" fmla="*/ 656480 w 2119654"/>
              <a:gd name="connsiteY56969" fmla="*/ 2072508 h 2398711"/>
              <a:gd name="connsiteX56970" fmla="*/ 1339737 w 2119654"/>
              <a:gd name="connsiteY56970" fmla="*/ 510235 h 2398711"/>
              <a:gd name="connsiteX56971" fmla="*/ 1339994 w 2119654"/>
              <a:gd name="connsiteY56971" fmla="*/ 521852 h 2398711"/>
              <a:gd name="connsiteX56972" fmla="*/ 1340080 w 2119654"/>
              <a:gd name="connsiteY56972" fmla="*/ 521956 h 2398711"/>
              <a:gd name="connsiteX56973" fmla="*/ 1341277 w 2119654"/>
              <a:gd name="connsiteY56973" fmla="*/ 515865 h 2398711"/>
              <a:gd name="connsiteX56974" fmla="*/ 635930 w 2119654"/>
              <a:gd name="connsiteY56974" fmla="*/ 2086142 h 2398711"/>
              <a:gd name="connsiteX56975" fmla="*/ 639582 w 2119654"/>
              <a:gd name="connsiteY56975" fmla="*/ 2086498 h 2398711"/>
              <a:gd name="connsiteX56976" fmla="*/ 639622 w 2119654"/>
              <a:gd name="connsiteY56976" fmla="*/ 2086288 h 2398711"/>
              <a:gd name="connsiteX56977" fmla="*/ 639485 w 2119654"/>
              <a:gd name="connsiteY56977" fmla="*/ 2085902 h 2398711"/>
              <a:gd name="connsiteX56978" fmla="*/ 1312207 w 2119654"/>
              <a:gd name="connsiteY56978" fmla="*/ 571345 h 2398711"/>
              <a:gd name="connsiteX56979" fmla="*/ 1312170 w 2119654"/>
              <a:gd name="connsiteY56979" fmla="*/ 571899 h 2398711"/>
              <a:gd name="connsiteX56980" fmla="*/ 1312280 w 2119654"/>
              <a:gd name="connsiteY56980" fmla="*/ 572034 h 2398711"/>
              <a:gd name="connsiteX56981" fmla="*/ 1312457 w 2119654"/>
              <a:gd name="connsiteY56981" fmla="*/ 571153 h 2398711"/>
              <a:gd name="connsiteX56982" fmla="*/ 653869 w 2119654"/>
              <a:gd name="connsiteY56982" fmla="*/ 2045403 h 2398711"/>
              <a:gd name="connsiteX56983" fmla="*/ 653924 w 2119654"/>
              <a:gd name="connsiteY56983" fmla="*/ 2045579 h 2398711"/>
              <a:gd name="connsiteX56984" fmla="*/ 653913 w 2119654"/>
              <a:gd name="connsiteY56984" fmla="*/ 2045386 h 2398711"/>
              <a:gd name="connsiteX56985" fmla="*/ 650217 w 2119654"/>
              <a:gd name="connsiteY56985" fmla="*/ 2052899 h 2398711"/>
              <a:gd name="connsiteX56986" fmla="*/ 650501 w 2119654"/>
              <a:gd name="connsiteY56986" fmla="*/ 2053272 h 2398711"/>
              <a:gd name="connsiteX56987" fmla="*/ 652490 w 2119654"/>
              <a:gd name="connsiteY56987" fmla="*/ 2053530 h 2398711"/>
              <a:gd name="connsiteX56988" fmla="*/ 660001 w 2119654"/>
              <a:gd name="connsiteY56988" fmla="*/ 2030835 h 2398711"/>
              <a:gd name="connsiteX56989" fmla="*/ 665202 w 2119654"/>
              <a:gd name="connsiteY56989" fmla="*/ 2030968 h 2398711"/>
              <a:gd name="connsiteX56990" fmla="*/ 665325 w 2119654"/>
              <a:gd name="connsiteY56990" fmla="*/ 2030898 h 2398711"/>
              <a:gd name="connsiteX56991" fmla="*/ 662332 w 2119654"/>
              <a:gd name="connsiteY56991" fmla="*/ 2029998 h 2398711"/>
              <a:gd name="connsiteX56992" fmla="*/ 660557 w 2119654"/>
              <a:gd name="connsiteY56992" fmla="*/ 2030710 h 2398711"/>
              <a:gd name="connsiteX56993" fmla="*/ 665818 w 2119654"/>
              <a:gd name="connsiteY56993" fmla="*/ 2017714 h 2398711"/>
              <a:gd name="connsiteX56994" fmla="*/ 665869 w 2119654"/>
              <a:gd name="connsiteY56994" fmla="*/ 2017845 h 2398711"/>
              <a:gd name="connsiteX56995" fmla="*/ 665963 w 2119654"/>
              <a:gd name="connsiteY56995" fmla="*/ 2017807 h 2398711"/>
              <a:gd name="connsiteX56996" fmla="*/ 1346245 w 2119654"/>
              <a:gd name="connsiteY56996" fmla="*/ 494069 h 2398711"/>
              <a:gd name="connsiteX56997" fmla="*/ 1345622 w 2119654"/>
              <a:gd name="connsiteY56997" fmla="*/ 501332 h 2398711"/>
              <a:gd name="connsiteX56998" fmla="*/ 1354169 w 2119654"/>
              <a:gd name="connsiteY56998" fmla="*/ 515274 h 2398711"/>
              <a:gd name="connsiteX56999" fmla="*/ 1354231 w 2119654"/>
              <a:gd name="connsiteY56999" fmla="*/ 514072 h 2398711"/>
              <a:gd name="connsiteX57000" fmla="*/ 1353325 w 2119654"/>
              <a:gd name="connsiteY57000" fmla="*/ 502546 h 2398711"/>
              <a:gd name="connsiteX57001" fmla="*/ 1352319 w 2119654"/>
              <a:gd name="connsiteY57001" fmla="*/ 500063 h 2398711"/>
              <a:gd name="connsiteX57002" fmla="*/ 637984 w 2119654"/>
              <a:gd name="connsiteY57002" fmla="*/ 2079872 h 2398711"/>
              <a:gd name="connsiteX57003" fmla="*/ 639439 w 2119654"/>
              <a:gd name="connsiteY57003" fmla="*/ 2084559 h 2398711"/>
              <a:gd name="connsiteX57004" fmla="*/ 639940 w 2119654"/>
              <a:gd name="connsiteY57004" fmla="*/ 2084609 h 2398711"/>
              <a:gd name="connsiteX57005" fmla="*/ 640614 w 2119654"/>
              <a:gd name="connsiteY57005" fmla="*/ 2081050 h 2398711"/>
              <a:gd name="connsiteX57006" fmla="*/ 640213 w 2119654"/>
              <a:gd name="connsiteY57006" fmla="*/ 2079211 h 2398711"/>
              <a:gd name="connsiteX57007" fmla="*/ 639661 w 2119654"/>
              <a:gd name="connsiteY57007" fmla="*/ 2075647 h 2398711"/>
              <a:gd name="connsiteX57008" fmla="*/ 640368 w 2119654"/>
              <a:gd name="connsiteY57008" fmla="*/ 2078883 h 2398711"/>
              <a:gd name="connsiteX57009" fmla="*/ 641064 w 2119654"/>
              <a:gd name="connsiteY57009" fmla="*/ 2078677 h 2398711"/>
              <a:gd name="connsiteX57010" fmla="*/ 641487 w 2119654"/>
              <a:gd name="connsiteY57010" fmla="*/ 2076443 h 2398711"/>
              <a:gd name="connsiteX57011" fmla="*/ 631021 w 2119654"/>
              <a:gd name="connsiteY57011" fmla="*/ 2094876 h 2398711"/>
              <a:gd name="connsiteX57012" fmla="*/ 630746 w 2119654"/>
              <a:gd name="connsiteY57012" fmla="*/ 2101714 h 2398711"/>
              <a:gd name="connsiteX57013" fmla="*/ 636768 w 2119654"/>
              <a:gd name="connsiteY57013" fmla="*/ 2101355 h 2398711"/>
              <a:gd name="connsiteX57014" fmla="*/ 638085 w 2119654"/>
              <a:gd name="connsiteY57014" fmla="*/ 2094404 h 2398711"/>
              <a:gd name="connsiteX57015" fmla="*/ 1324406 w 2119654"/>
              <a:gd name="connsiteY57015" fmla="*/ 541970 h 2398711"/>
              <a:gd name="connsiteX57016" fmla="*/ 1325256 w 2119654"/>
              <a:gd name="connsiteY57016" fmla="*/ 548665 h 2398711"/>
              <a:gd name="connsiteX57017" fmla="*/ 1325406 w 2119654"/>
              <a:gd name="connsiteY57017" fmla="*/ 548795 h 2398711"/>
              <a:gd name="connsiteX57018" fmla="*/ 1325600 w 2119654"/>
              <a:gd name="connsiteY57018" fmla="*/ 550846 h 2398711"/>
              <a:gd name="connsiteX57019" fmla="*/ 1325626 w 2119654"/>
              <a:gd name="connsiteY57019" fmla="*/ 550926 h 2398711"/>
              <a:gd name="connsiteX57020" fmla="*/ 1327699 w 2119654"/>
              <a:gd name="connsiteY57020" fmla="*/ 547663 h 2398711"/>
              <a:gd name="connsiteX57021" fmla="*/ 631051 w 2119654"/>
              <a:gd name="connsiteY57021" fmla="*/ 2094138 h 2398711"/>
              <a:gd name="connsiteX57022" fmla="*/ 631033 w 2119654"/>
              <a:gd name="connsiteY57022" fmla="*/ 2094597 h 2398711"/>
              <a:gd name="connsiteX57023" fmla="*/ 633784 w 2119654"/>
              <a:gd name="connsiteY57023" fmla="*/ 2094414 h 2398711"/>
              <a:gd name="connsiteX57024" fmla="*/ 638149 w 2119654"/>
              <a:gd name="connsiteY57024" fmla="*/ 2094063 h 2398711"/>
              <a:gd name="connsiteX57025" fmla="*/ 638216 w 2119654"/>
              <a:gd name="connsiteY57025" fmla="*/ 2093712 h 2398711"/>
              <a:gd name="connsiteX57026" fmla="*/ 1356155 w 2119654"/>
              <a:gd name="connsiteY57026" fmla="*/ 469507 h 2398711"/>
              <a:gd name="connsiteX57027" fmla="*/ 1356164 w 2119654"/>
              <a:gd name="connsiteY57027" fmla="*/ 470538 h 2398711"/>
              <a:gd name="connsiteX57028" fmla="*/ 1357829 w 2119654"/>
              <a:gd name="connsiteY57028" fmla="*/ 477344 h 2398711"/>
              <a:gd name="connsiteX57029" fmla="*/ 1358017 w 2119654"/>
              <a:gd name="connsiteY57029" fmla="*/ 479743 h 2398711"/>
              <a:gd name="connsiteX57030" fmla="*/ 1366930 w 2119654"/>
              <a:gd name="connsiteY57030" fmla="*/ 489270 h 2398711"/>
              <a:gd name="connsiteX57031" fmla="*/ 1365885 w 2119654"/>
              <a:gd name="connsiteY57031" fmla="*/ 469332 h 2398711"/>
              <a:gd name="connsiteX57032" fmla="*/ 1366121 w 2119654"/>
              <a:gd name="connsiteY57032" fmla="*/ 469606 h 2398711"/>
              <a:gd name="connsiteX57033" fmla="*/ 1367167 w 2119654"/>
              <a:gd name="connsiteY57033" fmla="*/ 489522 h 2398711"/>
              <a:gd name="connsiteX57034" fmla="*/ 1368731 w 2119654"/>
              <a:gd name="connsiteY57034" fmla="*/ 491194 h 2398711"/>
              <a:gd name="connsiteX57035" fmla="*/ 1374267 w 2119654"/>
              <a:gd name="connsiteY57035" fmla="*/ 480627 h 2398711"/>
              <a:gd name="connsiteX57036" fmla="*/ 1371965 w 2119654"/>
              <a:gd name="connsiteY57036" fmla="*/ 475818 h 2398711"/>
              <a:gd name="connsiteX57037" fmla="*/ 1370281 w 2119654"/>
              <a:gd name="connsiteY57037" fmla="*/ 472855 h 2398711"/>
              <a:gd name="connsiteX57038" fmla="*/ 1362408 w 2119654"/>
              <a:gd name="connsiteY57038" fmla="*/ 461110 h 2398711"/>
              <a:gd name="connsiteX57039" fmla="*/ 645410 w 2119654"/>
              <a:gd name="connsiteY57039" fmla="*/ 2060633 h 2398711"/>
              <a:gd name="connsiteX57040" fmla="*/ 642896 w 2119654"/>
              <a:gd name="connsiteY57040" fmla="*/ 2071481 h 2398711"/>
              <a:gd name="connsiteX57041" fmla="*/ 656458 w 2119654"/>
              <a:gd name="connsiteY57041" fmla="*/ 2072284 h 2398711"/>
              <a:gd name="connsiteX57042" fmla="*/ 656323 w 2119654"/>
              <a:gd name="connsiteY57042" fmla="*/ 2070871 h 2398711"/>
              <a:gd name="connsiteX57043" fmla="*/ 654682 w 2119654"/>
              <a:gd name="connsiteY57043" fmla="*/ 2071126 h 2398711"/>
              <a:gd name="connsiteX57044" fmla="*/ 654455 w 2119654"/>
              <a:gd name="connsiteY57044" fmla="*/ 2070997 h 2398711"/>
              <a:gd name="connsiteX57045" fmla="*/ 656308 w 2119654"/>
              <a:gd name="connsiteY57045" fmla="*/ 2070710 h 2398711"/>
              <a:gd name="connsiteX57046" fmla="*/ 655609 w 2119654"/>
              <a:gd name="connsiteY57046" fmla="*/ 2063404 h 2398711"/>
              <a:gd name="connsiteX57047" fmla="*/ 647852 w 2119654"/>
              <a:gd name="connsiteY57047" fmla="*/ 2059937 h 2398711"/>
              <a:gd name="connsiteX57048" fmla="*/ 640288 w 2119654"/>
              <a:gd name="connsiteY57048" fmla="*/ 2071550 h 2398711"/>
              <a:gd name="connsiteX57049" fmla="*/ 642252 w 2119654"/>
              <a:gd name="connsiteY57049" fmla="*/ 2072406 h 2398711"/>
              <a:gd name="connsiteX57050" fmla="*/ 642390 w 2119654"/>
              <a:gd name="connsiteY57050" fmla="*/ 2071675 h 2398711"/>
              <a:gd name="connsiteX57051" fmla="*/ 645785 w 2119654"/>
              <a:gd name="connsiteY57051" fmla="*/ 2059012 h 2398711"/>
              <a:gd name="connsiteX57052" fmla="*/ 645468 w 2119654"/>
              <a:gd name="connsiteY57052" fmla="*/ 2060380 h 2398711"/>
              <a:gd name="connsiteX57053" fmla="*/ 647489 w 2119654"/>
              <a:gd name="connsiteY57053" fmla="*/ 2059775 h 2398711"/>
              <a:gd name="connsiteX57054" fmla="*/ 1325390 w 2119654"/>
              <a:gd name="connsiteY57054" fmla="*/ 536762 h 2398711"/>
              <a:gd name="connsiteX57055" fmla="*/ 1328522 w 2119654"/>
              <a:gd name="connsiteY57055" fmla="*/ 546369 h 2398711"/>
              <a:gd name="connsiteX57056" fmla="*/ 1330231 w 2119654"/>
              <a:gd name="connsiteY57056" fmla="*/ 543679 h 2398711"/>
              <a:gd name="connsiteX57057" fmla="*/ 1329809 w 2119654"/>
              <a:gd name="connsiteY57057" fmla="*/ 542266 h 2398711"/>
              <a:gd name="connsiteX57058" fmla="*/ 646089 w 2119654"/>
              <a:gd name="connsiteY57058" fmla="*/ 2057703 h 2398711"/>
              <a:gd name="connsiteX57059" fmla="*/ 645899 w 2119654"/>
              <a:gd name="connsiteY57059" fmla="*/ 2058520 h 2398711"/>
              <a:gd name="connsiteX57060" fmla="*/ 648217 w 2119654"/>
              <a:gd name="connsiteY57060" fmla="*/ 2059556 h 2398711"/>
              <a:gd name="connsiteX57061" fmla="*/ 650936 w 2119654"/>
              <a:gd name="connsiteY57061" fmla="*/ 2058742 h 2398711"/>
              <a:gd name="connsiteX57062" fmla="*/ 650940 w 2119654"/>
              <a:gd name="connsiteY57062" fmla="*/ 2046528 h 2398711"/>
              <a:gd name="connsiteX57063" fmla="*/ 653267 w 2119654"/>
              <a:gd name="connsiteY57063" fmla="*/ 2046765 h 2398711"/>
              <a:gd name="connsiteX57064" fmla="*/ 652954 w 2119654"/>
              <a:gd name="connsiteY57064" fmla="*/ 2045755 h 2398711"/>
              <a:gd name="connsiteX57065" fmla="*/ 1321213 w 2119654"/>
              <a:gd name="connsiteY57065" fmla="*/ 545592 h 2398711"/>
              <a:gd name="connsiteX57066" fmla="*/ 1321189 w 2119654"/>
              <a:gd name="connsiteY57066" fmla="*/ 546256 h 2398711"/>
              <a:gd name="connsiteX57067" fmla="*/ 1321917 w 2119654"/>
              <a:gd name="connsiteY57067" fmla="*/ 548469 h 2398711"/>
              <a:gd name="connsiteX57068" fmla="*/ 1321926 w 2119654"/>
              <a:gd name="connsiteY57068" fmla="*/ 548478 h 2398711"/>
              <a:gd name="connsiteX57069" fmla="*/ 647999 w 2119654"/>
              <a:gd name="connsiteY57069" fmla="*/ 2052947 h 2398711"/>
              <a:gd name="connsiteX57070" fmla="*/ 648671 w 2119654"/>
              <a:gd name="connsiteY57070" fmla="*/ 2053034 h 2398711"/>
              <a:gd name="connsiteX57071" fmla="*/ 648547 w 2119654"/>
              <a:gd name="connsiteY57071" fmla="*/ 2052870 h 2398711"/>
              <a:gd name="connsiteX57072" fmla="*/ 646470 w 2119654"/>
              <a:gd name="connsiteY57072" fmla="*/ 2056058 h 2398711"/>
              <a:gd name="connsiteX57073" fmla="*/ 646299 w 2119654"/>
              <a:gd name="connsiteY57073" fmla="*/ 2056797 h 2398711"/>
              <a:gd name="connsiteX57074" fmla="*/ 646507 w 2119654"/>
              <a:gd name="connsiteY57074" fmla="*/ 2056841 h 2398711"/>
              <a:gd name="connsiteX57075" fmla="*/ 648340 w 2119654"/>
              <a:gd name="connsiteY57075" fmla="*/ 2057136 h 2398711"/>
              <a:gd name="connsiteX57076" fmla="*/ 651060 w 2119654"/>
              <a:gd name="connsiteY57076" fmla="*/ 2057227 h 2398711"/>
              <a:gd name="connsiteX57077" fmla="*/ 663563 w 2119654"/>
              <a:gd name="connsiteY57077" fmla="*/ 2017495 h 2398711"/>
              <a:gd name="connsiteX57078" fmla="*/ 665632 w 2119654"/>
              <a:gd name="connsiteY57078" fmla="*/ 2017943 h 2398711"/>
              <a:gd name="connsiteX57079" fmla="*/ 665642 w 2119654"/>
              <a:gd name="connsiteY57079" fmla="*/ 2017939 h 2398711"/>
              <a:gd name="connsiteX57080" fmla="*/ 665468 w 2119654"/>
              <a:gd name="connsiteY57080" fmla="*/ 2017489 h 2398711"/>
              <a:gd name="connsiteX57081" fmla="*/ 664661 w 2119654"/>
              <a:gd name="connsiteY57081" fmla="*/ 2016972 h 2398711"/>
              <a:gd name="connsiteX57082" fmla="*/ 1342381 w 2119654"/>
              <a:gd name="connsiteY57082" fmla="*/ 496755 h 2398711"/>
              <a:gd name="connsiteX57083" fmla="*/ 1343417 w 2119654"/>
              <a:gd name="connsiteY57083" fmla="*/ 499448 h 2398711"/>
              <a:gd name="connsiteX57084" fmla="*/ 1343492 w 2119654"/>
              <a:gd name="connsiteY57084" fmla="*/ 498568 h 2398711"/>
              <a:gd name="connsiteX57085" fmla="*/ 1346883 w 2119654"/>
              <a:gd name="connsiteY57085" fmla="*/ 486637 h 2398711"/>
              <a:gd name="connsiteX57086" fmla="*/ 1346321 w 2119654"/>
              <a:gd name="connsiteY57086" fmla="*/ 493202 h 2398711"/>
              <a:gd name="connsiteX57087" fmla="*/ 1351686 w 2119654"/>
              <a:gd name="connsiteY57087" fmla="*/ 498500 h 2398711"/>
              <a:gd name="connsiteX57088" fmla="*/ 615270 w 2119654"/>
              <a:gd name="connsiteY57088" fmla="*/ 2124796 h 2398711"/>
              <a:gd name="connsiteX57089" fmla="*/ 629320 w 2119654"/>
              <a:gd name="connsiteY57089" fmla="*/ 2127276 h 2398711"/>
              <a:gd name="connsiteX57090" fmla="*/ 629548 w 2119654"/>
              <a:gd name="connsiteY57090" fmla="*/ 2121595 h 2398711"/>
              <a:gd name="connsiteX57091" fmla="*/ 622126 w 2119654"/>
              <a:gd name="connsiteY57091" fmla="*/ 2121966 h 2398711"/>
              <a:gd name="connsiteX57092" fmla="*/ 621775 w 2119654"/>
              <a:gd name="connsiteY57092" fmla="*/ 2121978 h 2398711"/>
              <a:gd name="connsiteX57093" fmla="*/ 631271 w 2119654"/>
              <a:gd name="connsiteY57093" fmla="*/ 2088666 h 2398711"/>
              <a:gd name="connsiteX57094" fmla="*/ 631067 w 2119654"/>
              <a:gd name="connsiteY57094" fmla="*/ 2093746 h 2398711"/>
              <a:gd name="connsiteX57095" fmla="*/ 638291 w 2119654"/>
              <a:gd name="connsiteY57095" fmla="*/ 2093315 h 2398711"/>
              <a:gd name="connsiteX57096" fmla="*/ 639326 w 2119654"/>
              <a:gd name="connsiteY57096" fmla="*/ 2087853 h 2398711"/>
              <a:gd name="connsiteX57097" fmla="*/ 638690 w 2119654"/>
              <a:gd name="connsiteY57097" fmla="*/ 2087831 h 2398711"/>
              <a:gd name="connsiteX57098" fmla="*/ 1298974 w 2119654"/>
              <a:gd name="connsiteY57098" fmla="*/ 593248 h 2398711"/>
              <a:gd name="connsiteX57099" fmla="*/ 1299080 w 2119654"/>
              <a:gd name="connsiteY57099" fmla="*/ 593478 h 2398711"/>
              <a:gd name="connsiteX57100" fmla="*/ 1299207 w 2119654"/>
              <a:gd name="connsiteY57100" fmla="*/ 593559 h 2398711"/>
              <a:gd name="connsiteX57101" fmla="*/ 1299212 w 2119654"/>
              <a:gd name="connsiteY57101" fmla="*/ 593552 h 2398711"/>
              <a:gd name="connsiteX57102" fmla="*/ 647384 w 2119654"/>
              <a:gd name="connsiteY57102" fmla="*/ 2052112 h 2398711"/>
              <a:gd name="connsiteX57103" fmla="*/ 647237 w 2119654"/>
              <a:gd name="connsiteY57103" fmla="*/ 2052748 h 2398711"/>
              <a:gd name="connsiteX57104" fmla="*/ 648338 w 2119654"/>
              <a:gd name="connsiteY57104" fmla="*/ 2052596 h 2398711"/>
              <a:gd name="connsiteX57105" fmla="*/ 648127 w 2119654"/>
              <a:gd name="connsiteY57105" fmla="*/ 2052319 h 2398711"/>
              <a:gd name="connsiteX57106" fmla="*/ 1346974 w 2119654"/>
              <a:gd name="connsiteY57106" fmla="*/ 485579 h 2398711"/>
              <a:gd name="connsiteX57107" fmla="*/ 1346962 w 2119654"/>
              <a:gd name="connsiteY57107" fmla="*/ 485723 h 2398711"/>
              <a:gd name="connsiteX57108" fmla="*/ 1352435 w 2119654"/>
              <a:gd name="connsiteY57108" fmla="*/ 499237 h 2398711"/>
              <a:gd name="connsiteX57109" fmla="*/ 1353119 w 2119654"/>
              <a:gd name="connsiteY57109" fmla="*/ 499913 h 2398711"/>
              <a:gd name="connsiteX57110" fmla="*/ 1353012 w 2119654"/>
              <a:gd name="connsiteY57110" fmla="*/ 498551 h 2398711"/>
              <a:gd name="connsiteX57111" fmla="*/ 1348266 w 2119654"/>
              <a:gd name="connsiteY57111" fmla="*/ 487415 h 2398711"/>
              <a:gd name="connsiteX57112" fmla="*/ 631314 w 2119654"/>
              <a:gd name="connsiteY57112" fmla="*/ 2087589 h 2398711"/>
              <a:gd name="connsiteX57113" fmla="*/ 631314 w 2119654"/>
              <a:gd name="connsiteY57113" fmla="*/ 2087605 h 2398711"/>
              <a:gd name="connsiteX57114" fmla="*/ 631433 w 2119654"/>
              <a:gd name="connsiteY57114" fmla="*/ 2087592 h 2398711"/>
              <a:gd name="connsiteX57115" fmla="*/ 1389219 w 2119654"/>
              <a:gd name="connsiteY57115" fmla="*/ 390299 h 2398711"/>
              <a:gd name="connsiteX57116" fmla="*/ 1389910 w 2119654"/>
              <a:gd name="connsiteY57116" fmla="*/ 393040 h 2398711"/>
              <a:gd name="connsiteX57117" fmla="*/ 1401031 w 2119654"/>
              <a:gd name="connsiteY57117" fmla="*/ 439702 h 2398711"/>
              <a:gd name="connsiteX57118" fmla="*/ 1409562 w 2119654"/>
              <a:gd name="connsiteY57118" fmla="*/ 427301 h 2398711"/>
              <a:gd name="connsiteX57119" fmla="*/ 1408095 w 2119654"/>
              <a:gd name="connsiteY57119" fmla="*/ 406904 h 2398711"/>
              <a:gd name="connsiteX57120" fmla="*/ 1405597 w 2119654"/>
              <a:gd name="connsiteY57120" fmla="*/ 377801 h 2398711"/>
              <a:gd name="connsiteX57121" fmla="*/ 1347061 w 2119654"/>
              <a:gd name="connsiteY57121" fmla="*/ 484581 h 2398711"/>
              <a:gd name="connsiteX57122" fmla="*/ 1347015 w 2119654"/>
              <a:gd name="connsiteY57122" fmla="*/ 485112 h 2398711"/>
              <a:gd name="connsiteX57123" fmla="*/ 1347704 w 2119654"/>
              <a:gd name="connsiteY57123" fmla="*/ 486088 h 2398711"/>
              <a:gd name="connsiteX57124" fmla="*/ 1312801 w 2119654"/>
              <a:gd name="connsiteY57124" fmla="*/ 561244 h 2398711"/>
              <a:gd name="connsiteX57125" fmla="*/ 1312522 w 2119654"/>
              <a:gd name="connsiteY57125" fmla="*/ 566459 h 2398711"/>
              <a:gd name="connsiteX57126" fmla="*/ 1313202 w 2119654"/>
              <a:gd name="connsiteY57126" fmla="*/ 567446 h 2398711"/>
              <a:gd name="connsiteX57127" fmla="*/ 1313551 w 2119654"/>
              <a:gd name="connsiteY57127" fmla="*/ 565712 h 2398711"/>
              <a:gd name="connsiteX57128" fmla="*/ 1313832 w 2119654"/>
              <a:gd name="connsiteY57128" fmla="*/ 563245 h 2398711"/>
              <a:gd name="connsiteX57129" fmla="*/ 1320628 w 2119654"/>
              <a:gd name="connsiteY57129" fmla="*/ 543221 h 2398711"/>
              <a:gd name="connsiteX57130" fmla="*/ 1320705 w 2119654"/>
              <a:gd name="connsiteY57130" fmla="*/ 544782 h 2398711"/>
              <a:gd name="connsiteX57131" fmla="*/ 1321021 w 2119654"/>
              <a:gd name="connsiteY57131" fmla="*/ 545744 h 2398711"/>
              <a:gd name="connsiteX57132" fmla="*/ 1321050 w 2119654"/>
              <a:gd name="connsiteY57132" fmla="*/ 544929 h 2398711"/>
              <a:gd name="connsiteX57133" fmla="*/ 631360 w 2119654"/>
              <a:gd name="connsiteY57133" fmla="*/ 2086450 h 2398711"/>
              <a:gd name="connsiteX57134" fmla="*/ 631327 w 2119654"/>
              <a:gd name="connsiteY57134" fmla="*/ 2087283 h 2398711"/>
              <a:gd name="connsiteX57135" fmla="*/ 633560 w 2119654"/>
              <a:gd name="connsiteY57135" fmla="*/ 2087357 h 2398711"/>
              <a:gd name="connsiteX57136" fmla="*/ 638161 w 2119654"/>
              <a:gd name="connsiteY57136" fmla="*/ 2086848 h 2398711"/>
              <a:gd name="connsiteX57137" fmla="*/ 632970 w 2119654"/>
              <a:gd name="connsiteY57137" fmla="*/ 2086342 h 2398711"/>
              <a:gd name="connsiteX57138" fmla="*/ 648457 w 2119654"/>
              <a:gd name="connsiteY57138" fmla="*/ 2047483 h 2398711"/>
              <a:gd name="connsiteX57139" fmla="*/ 647906 w 2119654"/>
              <a:gd name="connsiteY57139" fmla="*/ 2049861 h 2398711"/>
              <a:gd name="connsiteX57140" fmla="*/ 649179 w 2119654"/>
              <a:gd name="connsiteY57140" fmla="*/ 2051535 h 2398711"/>
              <a:gd name="connsiteX57141" fmla="*/ 651706 w 2119654"/>
              <a:gd name="connsiteY57141" fmla="*/ 2052129 h 2398711"/>
              <a:gd name="connsiteX57142" fmla="*/ 654248 w 2119654"/>
              <a:gd name="connsiteY57142" fmla="*/ 2051777 h 2398711"/>
              <a:gd name="connsiteX57143" fmla="*/ 654492 w 2119654"/>
              <a:gd name="connsiteY57143" fmla="*/ 2051740 h 2398711"/>
              <a:gd name="connsiteX57144" fmla="*/ 654350 w 2119654"/>
              <a:gd name="connsiteY57144" fmla="*/ 2050252 h 2398711"/>
              <a:gd name="connsiteX57145" fmla="*/ 653514 w 2119654"/>
              <a:gd name="connsiteY57145" fmla="*/ 2047560 h 2398711"/>
              <a:gd name="connsiteX57146" fmla="*/ 649375 w 2119654"/>
              <a:gd name="connsiteY57146" fmla="*/ 2047130 h 2398711"/>
              <a:gd name="connsiteX57147" fmla="*/ 1339502 w 2119654"/>
              <a:gd name="connsiteY57147" fmla="*/ 499586 h 2398711"/>
              <a:gd name="connsiteX57148" fmla="*/ 1339702 w 2119654"/>
              <a:gd name="connsiteY57148" fmla="*/ 508636 h 2398711"/>
              <a:gd name="connsiteX57149" fmla="*/ 1341446 w 2119654"/>
              <a:gd name="connsiteY57149" fmla="*/ 515009 h 2398711"/>
              <a:gd name="connsiteX57150" fmla="*/ 1342573 w 2119654"/>
              <a:gd name="connsiteY57150" fmla="*/ 509272 h 2398711"/>
              <a:gd name="connsiteX57151" fmla="*/ 1342935 w 2119654"/>
              <a:gd name="connsiteY57151" fmla="*/ 505060 h 2398711"/>
              <a:gd name="connsiteX57152" fmla="*/ 1321416 w 2119654"/>
              <a:gd name="connsiteY57152" fmla="*/ 539955 h 2398711"/>
              <a:gd name="connsiteX57153" fmla="*/ 1321246 w 2119654"/>
              <a:gd name="connsiteY57153" fmla="*/ 544682 h 2398711"/>
              <a:gd name="connsiteX57154" fmla="*/ 1322273 w 2119654"/>
              <a:gd name="connsiteY57154" fmla="*/ 548849 h 2398711"/>
              <a:gd name="connsiteX57155" fmla="*/ 1325058 w 2119654"/>
              <a:gd name="connsiteY57155" fmla="*/ 551821 h 2398711"/>
              <a:gd name="connsiteX57156" fmla="*/ 1325191 w 2119654"/>
              <a:gd name="connsiteY57156" fmla="*/ 551610 h 2398711"/>
              <a:gd name="connsiteX57157" fmla="*/ 636203 w 2119654"/>
              <a:gd name="connsiteY57157" fmla="*/ 2074141 h 2398711"/>
              <a:gd name="connsiteX57158" fmla="*/ 637903 w 2119654"/>
              <a:gd name="connsiteY57158" fmla="*/ 2079614 h 2398711"/>
              <a:gd name="connsiteX57159" fmla="*/ 640155 w 2119654"/>
              <a:gd name="connsiteY57159" fmla="*/ 2078947 h 2398711"/>
              <a:gd name="connsiteX57160" fmla="*/ 639410 w 2119654"/>
              <a:gd name="connsiteY57160" fmla="*/ 2075538 h 2398711"/>
              <a:gd name="connsiteX57161" fmla="*/ 638161 w 2119654"/>
              <a:gd name="connsiteY57161" fmla="*/ 2074994 h 2398711"/>
              <a:gd name="connsiteX57162" fmla="*/ 638237 w 2119654"/>
              <a:gd name="connsiteY57162" fmla="*/ 2076098 h 2398711"/>
              <a:gd name="connsiteX57163" fmla="*/ 638013 w 2119654"/>
              <a:gd name="connsiteY57163" fmla="*/ 2075892 h 2398711"/>
              <a:gd name="connsiteX57164" fmla="*/ 637946 w 2119654"/>
              <a:gd name="connsiteY57164" fmla="*/ 2074900 h 2398711"/>
              <a:gd name="connsiteX57165" fmla="*/ 1347337 w 2119654"/>
              <a:gd name="connsiteY57165" fmla="*/ 481351 h 2398711"/>
              <a:gd name="connsiteX57166" fmla="*/ 1347338 w 2119654"/>
              <a:gd name="connsiteY57166" fmla="*/ 481359 h 2398711"/>
              <a:gd name="connsiteX57167" fmla="*/ 1347168 w 2119654"/>
              <a:gd name="connsiteY57167" fmla="*/ 483332 h 2398711"/>
              <a:gd name="connsiteX57168" fmla="*/ 1350066 w 2119654"/>
              <a:gd name="connsiteY57168" fmla="*/ 489447 h 2398711"/>
              <a:gd name="connsiteX57169" fmla="*/ 1352576 w 2119654"/>
              <a:gd name="connsiteY57169" fmla="*/ 493011 h 2398711"/>
              <a:gd name="connsiteX57170" fmla="*/ 1351247 w 2119654"/>
              <a:gd name="connsiteY57170" fmla="*/ 476100 h 2398711"/>
              <a:gd name="connsiteX57171" fmla="*/ 631451 w 2119654"/>
              <a:gd name="connsiteY57171" fmla="*/ 2084206 h 2398711"/>
              <a:gd name="connsiteX57172" fmla="*/ 631391 w 2119654"/>
              <a:gd name="connsiteY57172" fmla="*/ 2085699 h 2398711"/>
              <a:gd name="connsiteX57173" fmla="*/ 633296 w 2119654"/>
              <a:gd name="connsiteY57173" fmla="*/ 2085885 h 2398711"/>
              <a:gd name="connsiteX57174" fmla="*/ 639226 w 2119654"/>
              <a:gd name="connsiteY57174" fmla="*/ 2085484 h 2398711"/>
              <a:gd name="connsiteX57175" fmla="*/ 639331 w 2119654"/>
              <a:gd name="connsiteY57175" fmla="*/ 2085467 h 2398711"/>
              <a:gd name="connsiteX57176" fmla="*/ 639155 w 2119654"/>
              <a:gd name="connsiteY57176" fmla="*/ 2084973 h 2398711"/>
              <a:gd name="connsiteX57177" fmla="*/ 1312973 w 2119654"/>
              <a:gd name="connsiteY57177" fmla="*/ 558035 h 2398711"/>
              <a:gd name="connsiteX57178" fmla="*/ 1312867 w 2119654"/>
              <a:gd name="connsiteY57178" fmla="*/ 560025 h 2398711"/>
              <a:gd name="connsiteX57179" fmla="*/ 1313957 w 2119654"/>
              <a:gd name="connsiteY57179" fmla="*/ 562143 h 2398711"/>
              <a:gd name="connsiteX57180" fmla="*/ 1314162 w 2119654"/>
              <a:gd name="connsiteY57180" fmla="*/ 560344 h 2398711"/>
              <a:gd name="connsiteX57181" fmla="*/ 1323437 w 2119654"/>
              <a:gd name="connsiteY57181" fmla="*/ 534329 h 2398711"/>
              <a:gd name="connsiteX57182" fmla="*/ 1324227 w 2119654"/>
              <a:gd name="connsiteY57182" fmla="*/ 540556 h 2398711"/>
              <a:gd name="connsiteX57183" fmla="*/ 1327533 w 2119654"/>
              <a:gd name="connsiteY57183" fmla="*/ 546273 h 2398711"/>
              <a:gd name="connsiteX57184" fmla="*/ 1326484 w 2119654"/>
              <a:gd name="connsiteY57184" fmla="*/ 542546 h 2398711"/>
              <a:gd name="connsiteX57185" fmla="*/ 1324055 w 2119654"/>
              <a:gd name="connsiteY57185" fmla="*/ 535098 h 2398711"/>
              <a:gd name="connsiteX57186" fmla="*/ 642855 w 2119654"/>
              <a:gd name="connsiteY57186" fmla="*/ 2057159 h 2398711"/>
              <a:gd name="connsiteX57187" fmla="*/ 644986 w 2119654"/>
              <a:gd name="connsiteY57187" fmla="*/ 2058112 h 2398711"/>
              <a:gd name="connsiteX57188" fmla="*/ 645128 w 2119654"/>
              <a:gd name="connsiteY57188" fmla="*/ 2057497 h 2398711"/>
              <a:gd name="connsiteX57189" fmla="*/ 643680 w 2119654"/>
              <a:gd name="connsiteY57189" fmla="*/ 2057186 h 2398711"/>
              <a:gd name="connsiteX57190" fmla="*/ 656485 w 2119654"/>
              <a:gd name="connsiteY57190" fmla="*/ 2026277 h 2398711"/>
              <a:gd name="connsiteX57191" fmla="*/ 657240 w 2119654"/>
              <a:gd name="connsiteY57191" fmla="*/ 2026505 h 2398711"/>
              <a:gd name="connsiteX57192" fmla="*/ 659311 w 2119654"/>
              <a:gd name="connsiteY57192" fmla="*/ 2025675 h 2398711"/>
              <a:gd name="connsiteX57193" fmla="*/ 659258 w 2119654"/>
              <a:gd name="connsiteY57193" fmla="*/ 2025663 h 2398711"/>
              <a:gd name="connsiteX57194" fmla="*/ 1321523 w 2119654"/>
              <a:gd name="connsiteY57194" fmla="*/ 536984 h 2398711"/>
              <a:gd name="connsiteX57195" fmla="*/ 1321481 w 2119654"/>
              <a:gd name="connsiteY57195" fmla="*/ 538135 h 2398711"/>
              <a:gd name="connsiteX57196" fmla="*/ 1324894 w 2119654"/>
              <a:gd name="connsiteY57196" fmla="*/ 548669 h 2398711"/>
              <a:gd name="connsiteX57197" fmla="*/ 1323943 w 2119654"/>
              <a:gd name="connsiteY57197" fmla="*/ 541168 h 2398711"/>
              <a:gd name="connsiteX57198" fmla="*/ 646630 w 2119654"/>
              <a:gd name="connsiteY57198" fmla="*/ 2048185 h 2398711"/>
              <a:gd name="connsiteX57199" fmla="*/ 647133 w 2119654"/>
              <a:gd name="connsiteY57199" fmla="*/ 2048846 h 2398711"/>
              <a:gd name="connsiteX57200" fmla="*/ 647351 w 2119654"/>
              <a:gd name="connsiteY57200" fmla="*/ 2047909 h 2398711"/>
              <a:gd name="connsiteX57201" fmla="*/ 631548 w 2119654"/>
              <a:gd name="connsiteY57201" fmla="*/ 2081781 h 2398711"/>
              <a:gd name="connsiteX57202" fmla="*/ 631468 w 2119654"/>
              <a:gd name="connsiteY57202" fmla="*/ 2083766 h 2398711"/>
              <a:gd name="connsiteX57203" fmla="*/ 638993 w 2119654"/>
              <a:gd name="connsiteY57203" fmla="*/ 2084514 h 2398711"/>
              <a:gd name="connsiteX57204" fmla="*/ 637406 w 2119654"/>
              <a:gd name="connsiteY57204" fmla="*/ 2080044 h 2398711"/>
              <a:gd name="connsiteX57205" fmla="*/ 650368 w 2119654"/>
              <a:gd name="connsiteY57205" fmla="*/ 2039238 h 2398711"/>
              <a:gd name="connsiteX57206" fmla="*/ 650338 w 2119654"/>
              <a:gd name="connsiteY57206" fmla="*/ 2039368 h 2398711"/>
              <a:gd name="connsiteX57207" fmla="*/ 650619 w 2119654"/>
              <a:gd name="connsiteY57207" fmla="*/ 2039209 h 2398711"/>
              <a:gd name="connsiteX57208" fmla="*/ 1308694 w 2119654"/>
              <a:gd name="connsiteY57208" fmla="*/ 564984 h 2398711"/>
              <a:gd name="connsiteX57209" fmla="*/ 1309602 w 2119654"/>
              <a:gd name="connsiteY57209" fmla="*/ 568763 h 2398711"/>
              <a:gd name="connsiteX57210" fmla="*/ 1310976 w 2119654"/>
              <a:gd name="connsiteY57210" fmla="*/ 570441 h 2398711"/>
              <a:gd name="connsiteX57211" fmla="*/ 1311945 w 2119654"/>
              <a:gd name="connsiteY57211" fmla="*/ 569701 h 2398711"/>
              <a:gd name="connsiteX57212" fmla="*/ 637650 w 2119654"/>
              <a:gd name="connsiteY57212" fmla="*/ 2067478 h 2398711"/>
              <a:gd name="connsiteX57213" fmla="*/ 637855 w 2119654"/>
              <a:gd name="connsiteY57213" fmla="*/ 2070490 h 2398711"/>
              <a:gd name="connsiteX57214" fmla="*/ 638355 w 2119654"/>
              <a:gd name="connsiteY57214" fmla="*/ 2070708 h 2398711"/>
              <a:gd name="connsiteX57215" fmla="*/ 642215 w 2119654"/>
              <a:gd name="connsiteY57215" fmla="*/ 2056872 h 2398711"/>
              <a:gd name="connsiteX57216" fmla="*/ 642353 w 2119654"/>
              <a:gd name="connsiteY57216" fmla="*/ 2056934 h 2398711"/>
              <a:gd name="connsiteX57217" fmla="*/ 642532 w 2119654"/>
              <a:gd name="connsiteY57217" fmla="*/ 2056940 h 2398711"/>
              <a:gd name="connsiteX57218" fmla="*/ 627622 w 2119654"/>
              <a:gd name="connsiteY57218" fmla="*/ 2089077 h 2398711"/>
              <a:gd name="connsiteX57219" fmla="*/ 628299 w 2119654"/>
              <a:gd name="connsiteY57219" fmla="*/ 2093911 h 2398711"/>
              <a:gd name="connsiteX57220" fmla="*/ 630666 w 2119654"/>
              <a:gd name="connsiteY57220" fmla="*/ 2093769 h 2398711"/>
              <a:gd name="connsiteX57221" fmla="*/ 630870 w 2119654"/>
              <a:gd name="connsiteY57221" fmla="*/ 2088712 h 2398711"/>
              <a:gd name="connsiteX57222" fmla="*/ 612802 w 2119654"/>
              <a:gd name="connsiteY57222" fmla="*/ 2121971 h 2398711"/>
              <a:gd name="connsiteX57223" fmla="*/ 621472 w 2119654"/>
              <a:gd name="connsiteY57223" fmla="*/ 2121539 h 2398711"/>
              <a:gd name="connsiteX57224" fmla="*/ 628770 w 2119654"/>
              <a:gd name="connsiteY57224" fmla="*/ 2118378 h 2398711"/>
              <a:gd name="connsiteX57225" fmla="*/ 1341820 w 2119654"/>
              <a:gd name="connsiteY57225" fmla="*/ 488761 h 2398711"/>
              <a:gd name="connsiteX57226" fmla="*/ 1344138 w 2119654"/>
              <a:gd name="connsiteY57226" fmla="*/ 491048 h 2398711"/>
              <a:gd name="connsiteX57227" fmla="*/ 1344662 w 2119654"/>
              <a:gd name="connsiteY57227" fmla="*/ 484944 h 2398711"/>
              <a:gd name="connsiteX57228" fmla="*/ 1320307 w 2119654"/>
              <a:gd name="connsiteY57228" fmla="*/ 536532 h 2398711"/>
              <a:gd name="connsiteX57229" fmla="*/ 1320566 w 2119654"/>
              <a:gd name="connsiteY57229" fmla="*/ 541925 h 2398711"/>
              <a:gd name="connsiteX57230" fmla="*/ 1321083 w 2119654"/>
              <a:gd name="connsiteY57230" fmla="*/ 544019 h 2398711"/>
              <a:gd name="connsiteX57231" fmla="*/ 1321247 w 2119654"/>
              <a:gd name="connsiteY57231" fmla="*/ 539433 h 2398711"/>
              <a:gd name="connsiteX57232" fmla="*/ 1320584 w 2119654"/>
              <a:gd name="connsiteY57232" fmla="*/ 535367 h 2398711"/>
              <a:gd name="connsiteX57233" fmla="*/ 1321312 w 2119654"/>
              <a:gd name="connsiteY57233" fmla="*/ 537612 h 2398711"/>
              <a:gd name="connsiteX57234" fmla="*/ 1321345 w 2119654"/>
              <a:gd name="connsiteY57234" fmla="*/ 536681 h 2398711"/>
              <a:gd name="connsiteX57235" fmla="*/ 627395 w 2119654"/>
              <a:gd name="connsiteY57235" fmla="*/ 2087459 h 2398711"/>
              <a:gd name="connsiteX57236" fmla="*/ 627475 w 2119654"/>
              <a:gd name="connsiteY57236" fmla="*/ 2088030 h 2398711"/>
              <a:gd name="connsiteX57237" fmla="*/ 630912 w 2119654"/>
              <a:gd name="connsiteY57237" fmla="*/ 2087650 h 2398711"/>
              <a:gd name="connsiteX57238" fmla="*/ 630915 w 2119654"/>
              <a:gd name="connsiteY57238" fmla="*/ 2087575 h 2398711"/>
              <a:gd name="connsiteX57239" fmla="*/ 1296216 w 2119654"/>
              <a:gd name="connsiteY57239" fmla="*/ 589717 h 2398711"/>
              <a:gd name="connsiteX57240" fmla="*/ 1296688 w 2119654"/>
              <a:gd name="connsiteY57240" fmla="*/ 591944 h 2398711"/>
              <a:gd name="connsiteX57241" fmla="*/ 1298022 w 2119654"/>
              <a:gd name="connsiteY57241" fmla="*/ 592799 h 2398711"/>
              <a:gd name="connsiteX57242" fmla="*/ 1297160 w 2119654"/>
              <a:gd name="connsiteY57242" fmla="*/ 590925 h 2398711"/>
              <a:gd name="connsiteX57243" fmla="*/ 1340201 w 2119654"/>
              <a:gd name="connsiteY57243" fmla="*/ 491086 h 2398711"/>
              <a:gd name="connsiteX57244" fmla="*/ 1341647 w 2119654"/>
              <a:gd name="connsiteY57244" fmla="*/ 494845 h 2398711"/>
              <a:gd name="connsiteX57245" fmla="*/ 1343545 w 2119654"/>
              <a:gd name="connsiteY57245" fmla="*/ 497944 h 2398711"/>
              <a:gd name="connsiteX57246" fmla="*/ 1344063 w 2119654"/>
              <a:gd name="connsiteY57246" fmla="*/ 491914 h 2398711"/>
              <a:gd name="connsiteX57247" fmla="*/ 1341420 w 2119654"/>
              <a:gd name="connsiteY57247" fmla="*/ 489305 h 2398711"/>
              <a:gd name="connsiteX57248" fmla="*/ 1339748 w 2119654"/>
              <a:gd name="connsiteY57248" fmla="*/ 491749 h 2398711"/>
              <a:gd name="connsiteX57249" fmla="*/ 1340720 w 2119654"/>
              <a:gd name="connsiteY57249" fmla="*/ 493334 h 2398711"/>
              <a:gd name="connsiteX57250" fmla="*/ 1339980 w 2119654"/>
              <a:gd name="connsiteY57250" fmla="*/ 491410 h 2398711"/>
              <a:gd name="connsiteX57251" fmla="*/ 627293 w 2119654"/>
              <a:gd name="connsiteY57251" fmla="*/ 2086725 h 2398711"/>
              <a:gd name="connsiteX57252" fmla="*/ 627353 w 2119654"/>
              <a:gd name="connsiteY57252" fmla="*/ 2087152 h 2398711"/>
              <a:gd name="connsiteX57253" fmla="*/ 630927 w 2119654"/>
              <a:gd name="connsiteY57253" fmla="*/ 2087270 h 2398711"/>
              <a:gd name="connsiteX57254" fmla="*/ 630959 w 2119654"/>
              <a:gd name="connsiteY57254" fmla="*/ 2086477 h 2398711"/>
              <a:gd name="connsiteX57255" fmla="*/ 1299359 w 2119654"/>
              <a:gd name="connsiteY57255" fmla="*/ 581148 h 2398711"/>
              <a:gd name="connsiteX57256" fmla="*/ 1299856 w 2119654"/>
              <a:gd name="connsiteY57256" fmla="*/ 582922 h 2398711"/>
              <a:gd name="connsiteX57257" fmla="*/ 1300141 w 2119654"/>
              <a:gd name="connsiteY57257" fmla="*/ 583275 h 2398711"/>
              <a:gd name="connsiteX57258" fmla="*/ 1300014 w 2119654"/>
              <a:gd name="connsiteY57258" fmla="*/ 580647 h 2398711"/>
              <a:gd name="connsiteX57259" fmla="*/ 1372542 w 2119654"/>
              <a:gd name="connsiteY57259" fmla="*/ 417251 h 2398711"/>
              <a:gd name="connsiteX57260" fmla="*/ 1382583 w 2119654"/>
              <a:gd name="connsiteY57260" fmla="*/ 458069 h 2398711"/>
              <a:gd name="connsiteX57261" fmla="*/ 1382741 w 2119654"/>
              <a:gd name="connsiteY57261" fmla="*/ 457042 h 2398711"/>
              <a:gd name="connsiteX57262" fmla="*/ 1382732 w 2119654"/>
              <a:gd name="connsiteY57262" fmla="*/ 455966 h 2398711"/>
              <a:gd name="connsiteX57263" fmla="*/ 1382307 w 2119654"/>
              <a:gd name="connsiteY57263" fmla="*/ 436745 h 2398711"/>
              <a:gd name="connsiteX57264" fmla="*/ 1338129 w 2119654"/>
              <a:gd name="connsiteY57264" fmla="*/ 494114 h 2398711"/>
              <a:gd name="connsiteX57265" fmla="*/ 1343234 w 2119654"/>
              <a:gd name="connsiteY57265" fmla="*/ 501573 h 2398711"/>
              <a:gd name="connsiteX57266" fmla="*/ 1343353 w 2119654"/>
              <a:gd name="connsiteY57266" fmla="*/ 500182 h 2398711"/>
              <a:gd name="connsiteX57267" fmla="*/ 1341455 w 2119654"/>
              <a:gd name="connsiteY57267" fmla="*/ 495245 h 2398711"/>
              <a:gd name="connsiteX57268" fmla="*/ 1339518 w 2119654"/>
              <a:gd name="connsiteY57268" fmla="*/ 492085 h 2398711"/>
              <a:gd name="connsiteX57269" fmla="*/ 627167 w 2119654"/>
              <a:gd name="connsiteY57269" fmla="*/ 2085775 h 2398711"/>
              <a:gd name="connsiteX57270" fmla="*/ 627189 w 2119654"/>
              <a:gd name="connsiteY57270" fmla="*/ 2085980 h 2398711"/>
              <a:gd name="connsiteX57271" fmla="*/ 627232 w 2119654"/>
              <a:gd name="connsiteY57271" fmla="*/ 2086295 h 2398711"/>
              <a:gd name="connsiteX57272" fmla="*/ 630336 w 2119654"/>
              <a:gd name="connsiteY57272" fmla="*/ 2086085 h 2398711"/>
              <a:gd name="connsiteX57273" fmla="*/ 637339 w 2119654"/>
              <a:gd name="connsiteY57273" fmla="*/ 2062935 h 2398711"/>
              <a:gd name="connsiteX57274" fmla="*/ 637546 w 2119654"/>
              <a:gd name="connsiteY57274" fmla="*/ 2065959 h 2398711"/>
              <a:gd name="connsiteX57275" fmla="*/ 637568 w 2119654"/>
              <a:gd name="connsiteY57275" fmla="*/ 2066065 h 2398711"/>
              <a:gd name="connsiteX57276" fmla="*/ 638606 w 2119654"/>
              <a:gd name="connsiteY57276" fmla="*/ 2070817 h 2398711"/>
              <a:gd name="connsiteX57277" fmla="*/ 639694 w 2119654"/>
              <a:gd name="connsiteY57277" fmla="*/ 2071291 h 2398711"/>
              <a:gd name="connsiteX57278" fmla="*/ 642432 w 2119654"/>
              <a:gd name="connsiteY57278" fmla="*/ 2071453 h 2398711"/>
              <a:gd name="connsiteX57279" fmla="*/ 644429 w 2119654"/>
              <a:gd name="connsiteY57279" fmla="*/ 2060913 h 2398711"/>
              <a:gd name="connsiteX57280" fmla="*/ 1347556 w 2119654"/>
              <a:gd name="connsiteY57280" fmla="*/ 472018 h 2398711"/>
              <a:gd name="connsiteX57281" fmla="*/ 1347347 w 2119654"/>
              <a:gd name="connsiteY57281" fmla="*/ 480936 h 2398711"/>
              <a:gd name="connsiteX57282" fmla="*/ 1351136 w 2119654"/>
              <a:gd name="connsiteY57282" fmla="*/ 475846 h 2398711"/>
              <a:gd name="connsiteX57283" fmla="*/ 636951 w 2119654"/>
              <a:gd name="connsiteY57283" fmla="*/ 2063045 h 2398711"/>
              <a:gd name="connsiteX57284" fmla="*/ 637232 w 2119654"/>
              <a:gd name="connsiteY57284" fmla="*/ 2064420 h 2398711"/>
              <a:gd name="connsiteX57285" fmla="*/ 637135 w 2119654"/>
              <a:gd name="connsiteY57285" fmla="*/ 2062993 h 2398711"/>
              <a:gd name="connsiteX57286" fmla="*/ 1336414 w 2119654"/>
              <a:gd name="connsiteY57286" fmla="*/ 496620 h 2398711"/>
              <a:gd name="connsiteX57287" fmla="*/ 1339373 w 2119654"/>
              <a:gd name="connsiteY57287" fmla="*/ 507436 h 2398711"/>
              <a:gd name="connsiteX57288" fmla="*/ 1339189 w 2119654"/>
              <a:gd name="connsiteY57288" fmla="*/ 499087 h 2398711"/>
              <a:gd name="connsiteX57289" fmla="*/ 1337055 w 2119654"/>
              <a:gd name="connsiteY57289" fmla="*/ 495685 h 2398711"/>
              <a:gd name="connsiteX57290" fmla="*/ 653923 w 2119654"/>
              <a:gd name="connsiteY57290" fmla="*/ 2024497 h 2398711"/>
              <a:gd name="connsiteX57291" fmla="*/ 654080 w 2119654"/>
              <a:gd name="connsiteY57291" fmla="*/ 2025437 h 2398711"/>
              <a:gd name="connsiteX57292" fmla="*/ 654254 w 2119654"/>
              <a:gd name="connsiteY57292" fmla="*/ 2025606 h 2398711"/>
              <a:gd name="connsiteX57293" fmla="*/ 655404 w 2119654"/>
              <a:gd name="connsiteY57293" fmla="*/ 2025952 h 2398711"/>
              <a:gd name="connsiteX57294" fmla="*/ 657975 w 2119654"/>
              <a:gd name="connsiteY57294" fmla="*/ 2025383 h 2398711"/>
              <a:gd name="connsiteX57295" fmla="*/ 1335386 w 2119654"/>
              <a:gd name="connsiteY57295" fmla="*/ 498123 h 2398711"/>
              <a:gd name="connsiteX57296" fmla="*/ 1335392 w 2119654"/>
              <a:gd name="connsiteY57296" fmla="*/ 498155 h 2398711"/>
              <a:gd name="connsiteX57297" fmla="*/ 1338926 w 2119654"/>
              <a:gd name="connsiteY57297" fmla="*/ 520560 h 2398711"/>
              <a:gd name="connsiteX57298" fmla="*/ 1339683 w 2119654"/>
              <a:gd name="connsiteY57298" fmla="*/ 521476 h 2398711"/>
              <a:gd name="connsiteX57299" fmla="*/ 1339409 w 2119654"/>
              <a:gd name="connsiteY57299" fmla="*/ 509034 h 2398711"/>
              <a:gd name="connsiteX57300" fmla="*/ 1336128 w 2119654"/>
              <a:gd name="connsiteY57300" fmla="*/ 497039 h 2398711"/>
              <a:gd name="connsiteX57301" fmla="*/ 658355 w 2119654"/>
              <a:gd name="connsiteY57301" fmla="*/ 2013775 h 2398711"/>
              <a:gd name="connsiteX57302" fmla="*/ 658461 w 2119654"/>
              <a:gd name="connsiteY57302" fmla="*/ 2013924 h 2398711"/>
              <a:gd name="connsiteX57303" fmla="*/ 659483 w 2119654"/>
              <a:gd name="connsiteY57303" fmla="*/ 2013912 h 2398711"/>
              <a:gd name="connsiteX57304" fmla="*/ 660515 w 2119654"/>
              <a:gd name="connsiteY57304" fmla="*/ 2013218 h 2398711"/>
              <a:gd name="connsiteX57305" fmla="*/ 660129 w 2119654"/>
              <a:gd name="connsiteY57305" fmla="*/ 2012851 h 2398711"/>
              <a:gd name="connsiteX57306" fmla="*/ 632178 w 2119654"/>
              <a:gd name="connsiteY57306" fmla="*/ 2072386 h 2398711"/>
              <a:gd name="connsiteX57307" fmla="*/ 631675 w 2119654"/>
              <a:gd name="connsiteY57307" fmla="*/ 2078621 h 2398711"/>
              <a:gd name="connsiteX57308" fmla="*/ 631559 w 2119654"/>
              <a:gd name="connsiteY57308" fmla="*/ 2081495 h 2398711"/>
              <a:gd name="connsiteX57309" fmla="*/ 637316 w 2119654"/>
              <a:gd name="connsiteY57309" fmla="*/ 2079788 h 2398711"/>
              <a:gd name="connsiteX57310" fmla="*/ 636050 w 2119654"/>
              <a:gd name="connsiteY57310" fmla="*/ 2076222 h 2398711"/>
              <a:gd name="connsiteX57311" fmla="*/ 635278 w 2119654"/>
              <a:gd name="connsiteY57311" fmla="*/ 2073737 h 2398711"/>
              <a:gd name="connsiteX57312" fmla="*/ 642192 w 2119654"/>
              <a:gd name="connsiteY57312" fmla="*/ 2049891 h 2398711"/>
              <a:gd name="connsiteX57313" fmla="*/ 646648 w 2119654"/>
              <a:gd name="connsiteY57313" fmla="*/ 2050939 h 2398711"/>
              <a:gd name="connsiteX57314" fmla="*/ 646748 w 2119654"/>
              <a:gd name="connsiteY57314" fmla="*/ 2050506 h 2398711"/>
              <a:gd name="connsiteX57315" fmla="*/ 645356 w 2119654"/>
              <a:gd name="connsiteY57315" fmla="*/ 2048675 h 2398711"/>
              <a:gd name="connsiteX57316" fmla="*/ 626952 w 2119654"/>
              <a:gd name="connsiteY57316" fmla="*/ 2083758 h 2398711"/>
              <a:gd name="connsiteX57317" fmla="*/ 627114 w 2119654"/>
              <a:gd name="connsiteY57317" fmla="*/ 2085281 h 2398711"/>
              <a:gd name="connsiteX57318" fmla="*/ 630992 w 2119654"/>
              <a:gd name="connsiteY57318" fmla="*/ 2085660 h 2398711"/>
              <a:gd name="connsiteX57319" fmla="*/ 631052 w 2119654"/>
              <a:gd name="connsiteY57319" fmla="*/ 2084166 h 2398711"/>
              <a:gd name="connsiteX57320" fmla="*/ 626888 w 2119654"/>
              <a:gd name="connsiteY57320" fmla="*/ 2083163 h 2398711"/>
              <a:gd name="connsiteX57321" fmla="*/ 626904 w 2119654"/>
              <a:gd name="connsiteY57321" fmla="*/ 2083312 h 2398711"/>
              <a:gd name="connsiteX57322" fmla="*/ 631070 w 2119654"/>
              <a:gd name="connsiteY57322" fmla="*/ 2083726 h 2398711"/>
              <a:gd name="connsiteX57323" fmla="*/ 631143 w 2119654"/>
              <a:gd name="connsiteY57323" fmla="*/ 2081901 h 2398711"/>
              <a:gd name="connsiteX57324" fmla="*/ 651200 w 2119654"/>
              <a:gd name="connsiteY57324" fmla="*/ 2028417 h 2398711"/>
              <a:gd name="connsiteX57325" fmla="*/ 651327 w 2119654"/>
              <a:gd name="connsiteY57325" fmla="*/ 2028878 h 2398711"/>
              <a:gd name="connsiteX57326" fmla="*/ 651805 w 2119654"/>
              <a:gd name="connsiteY57326" fmla="*/ 2028686 h 2398711"/>
              <a:gd name="connsiteX57327" fmla="*/ 651890 w 2119654"/>
              <a:gd name="connsiteY57327" fmla="*/ 2028317 h 2398711"/>
              <a:gd name="connsiteX57328" fmla="*/ 1320161 w 2119654"/>
              <a:gd name="connsiteY57328" fmla="*/ 530248 h 2398711"/>
              <a:gd name="connsiteX57329" fmla="*/ 1320094 w 2119654"/>
              <a:gd name="connsiteY57329" fmla="*/ 532094 h 2398711"/>
              <a:gd name="connsiteX57330" fmla="*/ 1320162 w 2119654"/>
              <a:gd name="connsiteY57330" fmla="*/ 533531 h 2398711"/>
              <a:gd name="connsiteX57331" fmla="*/ 1321384 w 2119654"/>
              <a:gd name="connsiteY57331" fmla="*/ 535642 h 2398711"/>
              <a:gd name="connsiteX57332" fmla="*/ 1321455 w 2119654"/>
              <a:gd name="connsiteY57332" fmla="*/ 533637 h 2398711"/>
              <a:gd name="connsiteX57333" fmla="*/ 1321634 w 2119654"/>
              <a:gd name="connsiteY57333" fmla="*/ 533881 h 2398711"/>
              <a:gd name="connsiteX57334" fmla="*/ 1321560 w 2119654"/>
              <a:gd name="connsiteY57334" fmla="*/ 535945 h 2398711"/>
              <a:gd name="connsiteX57335" fmla="*/ 1323763 w 2119654"/>
              <a:gd name="connsiteY57335" fmla="*/ 539754 h 2398711"/>
              <a:gd name="connsiteX57336" fmla="*/ 1323008 w 2119654"/>
              <a:gd name="connsiteY57336" fmla="*/ 533793 h 2398711"/>
              <a:gd name="connsiteX57337" fmla="*/ 626514 w 2119654"/>
              <a:gd name="connsiteY57337" fmla="*/ 2083274 h 2398711"/>
              <a:gd name="connsiteX57338" fmla="*/ 626735 w 2119654"/>
              <a:gd name="connsiteY57338" fmla="*/ 2083296 h 2398711"/>
              <a:gd name="connsiteX57339" fmla="*/ 626723 w 2119654"/>
              <a:gd name="connsiteY57339" fmla="*/ 2083212 h 2398711"/>
              <a:gd name="connsiteX57340" fmla="*/ 1298529 w 2119654"/>
              <a:gd name="connsiteY57340" fmla="*/ 578178 h 2398711"/>
              <a:gd name="connsiteX57341" fmla="*/ 1298935 w 2119654"/>
              <a:gd name="connsiteY57341" fmla="*/ 579629 h 2398711"/>
              <a:gd name="connsiteX57342" fmla="*/ 1299474 w 2119654"/>
              <a:gd name="connsiteY57342" fmla="*/ 579218 h 2398711"/>
              <a:gd name="connsiteX57343" fmla="*/ 640804 w 2119654"/>
              <a:gd name="connsiteY57343" fmla="*/ 2050425 h 2398711"/>
              <a:gd name="connsiteX57344" fmla="*/ 645350 w 2119654"/>
              <a:gd name="connsiteY57344" fmla="*/ 2052602 h 2398711"/>
              <a:gd name="connsiteX57345" fmla="*/ 646236 w 2119654"/>
              <a:gd name="connsiteY57345" fmla="*/ 2052717 h 2398711"/>
              <a:gd name="connsiteX57346" fmla="*/ 646437 w 2119654"/>
              <a:gd name="connsiteY57346" fmla="*/ 2051849 h 2398711"/>
              <a:gd name="connsiteX57347" fmla="*/ 641018 w 2119654"/>
              <a:gd name="connsiteY57347" fmla="*/ 2050343 h 2398711"/>
              <a:gd name="connsiteX57348" fmla="*/ 650948 w 2119654"/>
              <a:gd name="connsiteY57348" fmla="*/ 2027504 h 2398711"/>
              <a:gd name="connsiteX57349" fmla="*/ 651094 w 2119654"/>
              <a:gd name="connsiteY57349" fmla="*/ 2028034 h 2398711"/>
              <a:gd name="connsiteX57350" fmla="*/ 651986 w 2119654"/>
              <a:gd name="connsiteY57350" fmla="*/ 2027905 h 2398711"/>
              <a:gd name="connsiteX57351" fmla="*/ 652017 w 2119654"/>
              <a:gd name="connsiteY57351" fmla="*/ 2027772 h 2398711"/>
              <a:gd name="connsiteX57352" fmla="*/ 651900 w 2119654"/>
              <a:gd name="connsiteY57352" fmla="*/ 2027293 h 2398711"/>
              <a:gd name="connsiteX57353" fmla="*/ 1295519 w 2119654"/>
              <a:gd name="connsiteY57353" fmla="*/ 584076 h 2398711"/>
              <a:gd name="connsiteX57354" fmla="*/ 1298768 w 2119654"/>
              <a:gd name="connsiteY57354" fmla="*/ 588386 h 2398711"/>
              <a:gd name="connsiteX57355" fmla="*/ 1297759 w 2119654"/>
              <a:gd name="connsiteY57355" fmla="*/ 583533 h 2398711"/>
              <a:gd name="connsiteX57356" fmla="*/ 1297491 w 2119654"/>
              <a:gd name="connsiteY57356" fmla="*/ 582573 h 2398711"/>
              <a:gd name="connsiteX57357" fmla="*/ 655983 w 2119654"/>
              <a:gd name="connsiteY57357" fmla="*/ 2015009 h 2398711"/>
              <a:gd name="connsiteX57358" fmla="*/ 655797 w 2119654"/>
              <a:gd name="connsiteY57358" fmla="*/ 2015811 h 2398711"/>
              <a:gd name="connsiteX57359" fmla="*/ 656448 w 2119654"/>
              <a:gd name="connsiteY57359" fmla="*/ 2015953 h 2398711"/>
              <a:gd name="connsiteX57360" fmla="*/ 657709 w 2119654"/>
              <a:gd name="connsiteY57360" fmla="*/ 2015105 h 2398711"/>
              <a:gd name="connsiteX57361" fmla="*/ 657610 w 2119654"/>
              <a:gd name="connsiteY57361" fmla="*/ 2014977 h 2398711"/>
              <a:gd name="connsiteX57362" fmla="*/ 656009 w 2119654"/>
              <a:gd name="connsiteY57362" fmla="*/ 2014996 h 2398711"/>
              <a:gd name="connsiteX57363" fmla="*/ 1329257 w 2119654"/>
              <a:gd name="connsiteY57363" fmla="*/ 507081 h 2398711"/>
              <a:gd name="connsiteX57364" fmla="*/ 1332508 w 2119654"/>
              <a:gd name="connsiteY57364" fmla="*/ 512797 h 2398711"/>
              <a:gd name="connsiteX57365" fmla="*/ 1333056 w 2119654"/>
              <a:gd name="connsiteY57365" fmla="*/ 513459 h 2398711"/>
              <a:gd name="connsiteX57366" fmla="*/ 1330617 w 2119654"/>
              <a:gd name="connsiteY57366" fmla="*/ 507329 h 2398711"/>
              <a:gd name="connsiteX57367" fmla="*/ 1330784 w 2119654"/>
              <a:gd name="connsiteY57367" fmla="*/ 507426 h 2398711"/>
              <a:gd name="connsiteX57368" fmla="*/ 1333305 w 2119654"/>
              <a:gd name="connsiteY57368" fmla="*/ 513761 h 2398711"/>
              <a:gd name="connsiteX57369" fmla="*/ 1336733 w 2119654"/>
              <a:gd name="connsiteY57369" fmla="*/ 517907 h 2398711"/>
              <a:gd name="connsiteX57370" fmla="*/ 1333945 w 2119654"/>
              <a:gd name="connsiteY57370" fmla="*/ 500229 h 2398711"/>
              <a:gd name="connsiteX57371" fmla="*/ 1335465 w 2119654"/>
              <a:gd name="connsiteY57371" fmla="*/ 493152 h 2398711"/>
              <a:gd name="connsiteX57372" fmla="*/ 1336214 w 2119654"/>
              <a:gd name="connsiteY57372" fmla="*/ 495888 h 2398711"/>
              <a:gd name="connsiteX57373" fmla="*/ 1336739 w 2119654"/>
              <a:gd name="connsiteY57373" fmla="*/ 495182 h 2398711"/>
              <a:gd name="connsiteX57374" fmla="*/ 650669 w 2119654"/>
              <a:gd name="connsiteY57374" fmla="*/ 2026491 h 2398711"/>
              <a:gd name="connsiteX57375" fmla="*/ 650801 w 2119654"/>
              <a:gd name="connsiteY57375" fmla="*/ 2026972 h 2398711"/>
              <a:gd name="connsiteX57376" fmla="*/ 651645 w 2119654"/>
              <a:gd name="connsiteY57376" fmla="*/ 2026785 h 2398711"/>
              <a:gd name="connsiteX57377" fmla="*/ 1293671 w 2119654"/>
              <a:gd name="connsiteY57377" fmla="*/ 586458 h 2398711"/>
              <a:gd name="connsiteX57378" fmla="*/ 1293561 w 2119654"/>
              <a:gd name="connsiteY57378" fmla="*/ 588424 h 2398711"/>
              <a:gd name="connsiteX57379" fmla="*/ 1295752 w 2119654"/>
              <a:gd name="connsiteY57379" fmla="*/ 591283 h 2398711"/>
              <a:gd name="connsiteX57380" fmla="*/ 1295429 w 2119654"/>
              <a:gd name="connsiteY57380" fmla="*/ 588709 h 2398711"/>
              <a:gd name="connsiteX57381" fmla="*/ 636932 w 2119654"/>
              <a:gd name="connsiteY57381" fmla="*/ 2056960 h 2398711"/>
              <a:gd name="connsiteX57382" fmla="*/ 637328 w 2119654"/>
              <a:gd name="connsiteY57382" fmla="*/ 2062764 h 2398711"/>
              <a:gd name="connsiteX57383" fmla="*/ 641224 w 2119654"/>
              <a:gd name="connsiteY57383" fmla="*/ 2061653 h 2398711"/>
              <a:gd name="connsiteX57384" fmla="*/ 644473 w 2119654"/>
              <a:gd name="connsiteY57384" fmla="*/ 2060678 h 2398711"/>
              <a:gd name="connsiteX57385" fmla="*/ 644843 w 2119654"/>
              <a:gd name="connsiteY57385" fmla="*/ 2058728 h 2398711"/>
              <a:gd name="connsiteX57386" fmla="*/ 644871 w 2119654"/>
              <a:gd name="connsiteY57386" fmla="*/ 2058604 h 2398711"/>
              <a:gd name="connsiteX57387" fmla="*/ 641538 w 2119654"/>
              <a:gd name="connsiteY57387" fmla="*/ 2057114 h 2398711"/>
              <a:gd name="connsiteX57388" fmla="*/ 1338353 w 2119654"/>
              <a:gd name="connsiteY57388" fmla="*/ 486281 h 2398711"/>
              <a:gd name="connsiteX57389" fmla="*/ 1340061 w 2119654"/>
              <a:gd name="connsiteY57389" fmla="*/ 490721 h 2398711"/>
              <a:gd name="connsiteX57390" fmla="*/ 1341244 w 2119654"/>
              <a:gd name="connsiteY57390" fmla="*/ 489133 h 2398711"/>
              <a:gd name="connsiteX57391" fmla="*/ 632731 w 2119654"/>
              <a:gd name="connsiteY57391" fmla="*/ 2065539 h 2398711"/>
              <a:gd name="connsiteX57392" fmla="*/ 632519 w 2119654"/>
              <a:gd name="connsiteY57392" fmla="*/ 2068166 h 2398711"/>
              <a:gd name="connsiteX57393" fmla="*/ 633708 w 2119654"/>
              <a:gd name="connsiteY57393" fmla="*/ 2068683 h 2398711"/>
              <a:gd name="connsiteX57394" fmla="*/ 649161 w 2119654"/>
              <a:gd name="connsiteY57394" fmla="*/ 2028713 h 2398711"/>
              <a:gd name="connsiteX57395" fmla="*/ 649381 w 2119654"/>
              <a:gd name="connsiteY57395" fmla="*/ 2029658 h 2398711"/>
              <a:gd name="connsiteX57396" fmla="*/ 650020 w 2119654"/>
              <a:gd name="connsiteY57396" fmla="*/ 2029401 h 2398711"/>
              <a:gd name="connsiteX57397" fmla="*/ 649805 w 2119654"/>
              <a:gd name="connsiteY57397" fmla="*/ 2028619 h 2398711"/>
              <a:gd name="connsiteX57398" fmla="*/ 623069 w 2119654"/>
              <a:gd name="connsiteY57398" fmla="*/ 2087011 h 2398711"/>
              <a:gd name="connsiteX57399" fmla="*/ 627274 w 2119654"/>
              <a:gd name="connsiteY57399" fmla="*/ 2087150 h 2398711"/>
              <a:gd name="connsiteX57400" fmla="*/ 627215 w 2119654"/>
              <a:gd name="connsiteY57400" fmla="*/ 2086731 h 2398711"/>
              <a:gd name="connsiteX57401" fmla="*/ 606852 w 2119654"/>
              <a:gd name="connsiteY57401" fmla="*/ 2123310 h 2398711"/>
              <a:gd name="connsiteX57402" fmla="*/ 614334 w 2119654"/>
              <a:gd name="connsiteY57402" fmla="*/ 2124631 h 2398711"/>
              <a:gd name="connsiteX57403" fmla="*/ 620336 w 2119654"/>
              <a:gd name="connsiteY57403" fmla="*/ 2122030 h 2398711"/>
              <a:gd name="connsiteX57404" fmla="*/ 611034 w 2119654"/>
              <a:gd name="connsiteY57404" fmla="*/ 2122369 h 2398711"/>
              <a:gd name="connsiteX57405" fmla="*/ 1313944 w 2119654"/>
              <a:gd name="connsiteY57405" fmla="*/ 539911 h 2398711"/>
              <a:gd name="connsiteX57406" fmla="*/ 1313941 w 2119654"/>
              <a:gd name="connsiteY57406" fmla="*/ 539954 h 2398711"/>
              <a:gd name="connsiteX57407" fmla="*/ 1314030 w 2119654"/>
              <a:gd name="connsiteY57407" fmla="*/ 540050 h 2398711"/>
              <a:gd name="connsiteX57408" fmla="*/ 639041 w 2119654"/>
              <a:gd name="connsiteY57408" fmla="*/ 2051102 h 2398711"/>
              <a:gd name="connsiteX57409" fmla="*/ 644492 w 2119654"/>
              <a:gd name="connsiteY57409" fmla="*/ 2052490 h 2398711"/>
              <a:gd name="connsiteX57410" fmla="*/ 644592 w 2119654"/>
              <a:gd name="connsiteY57410" fmla="*/ 2052503 h 2398711"/>
              <a:gd name="connsiteX57411" fmla="*/ 640575 w 2119654"/>
              <a:gd name="connsiteY57411" fmla="*/ 2050513 h 2398711"/>
              <a:gd name="connsiteX57412" fmla="*/ 633099 w 2119654"/>
              <a:gd name="connsiteY57412" fmla="*/ 2064144 h 2398711"/>
              <a:gd name="connsiteX57413" fmla="*/ 634634 w 2119654"/>
              <a:gd name="connsiteY57413" fmla="*/ 2069087 h 2398711"/>
              <a:gd name="connsiteX57414" fmla="*/ 637639 w 2119654"/>
              <a:gd name="connsiteY57414" fmla="*/ 2070396 h 2398711"/>
              <a:gd name="connsiteX57415" fmla="*/ 637345 w 2119654"/>
              <a:gd name="connsiteY57415" fmla="*/ 2066087 h 2398711"/>
              <a:gd name="connsiteX57416" fmla="*/ 636697 w 2119654"/>
              <a:gd name="connsiteY57416" fmla="*/ 2063118 h 2398711"/>
              <a:gd name="connsiteX57417" fmla="*/ 636848 w 2119654"/>
              <a:gd name="connsiteY57417" fmla="*/ 2055723 h 2398711"/>
              <a:gd name="connsiteX57418" fmla="*/ 636918 w 2119654"/>
              <a:gd name="connsiteY57418" fmla="*/ 2056752 h 2398711"/>
              <a:gd name="connsiteX57419" fmla="*/ 641036 w 2119654"/>
              <a:gd name="connsiteY57419" fmla="*/ 2056891 h 2398711"/>
              <a:gd name="connsiteX57420" fmla="*/ 639878 w 2119654"/>
              <a:gd name="connsiteY57420" fmla="*/ 2056373 h 2398711"/>
              <a:gd name="connsiteX57421" fmla="*/ 1313710 w 2119654"/>
              <a:gd name="connsiteY57421" fmla="*/ 539538 h 2398711"/>
              <a:gd name="connsiteX57422" fmla="*/ 1313774 w 2119654"/>
              <a:gd name="connsiteY57422" fmla="*/ 539776 h 2398711"/>
              <a:gd name="connsiteX57423" fmla="*/ 1313804 w 2119654"/>
              <a:gd name="connsiteY57423" fmla="*/ 539808 h 2398711"/>
              <a:gd name="connsiteX57424" fmla="*/ 1313810 w 2119654"/>
              <a:gd name="connsiteY57424" fmla="*/ 539698 h 2398711"/>
              <a:gd name="connsiteX57425" fmla="*/ 648981 w 2119654"/>
              <a:gd name="connsiteY57425" fmla="*/ 2027940 h 2398711"/>
              <a:gd name="connsiteX57426" fmla="*/ 649071 w 2119654"/>
              <a:gd name="connsiteY57426" fmla="*/ 2028327 h 2398711"/>
              <a:gd name="connsiteX57427" fmla="*/ 649699 w 2119654"/>
              <a:gd name="connsiteY57427" fmla="*/ 2028237 h 2398711"/>
              <a:gd name="connsiteX57428" fmla="*/ 649581 w 2119654"/>
              <a:gd name="connsiteY57428" fmla="*/ 2027806 h 2398711"/>
              <a:gd name="connsiteX57429" fmla="*/ 650508 w 2119654"/>
              <a:gd name="connsiteY57429" fmla="*/ 2024480 h 2398711"/>
              <a:gd name="connsiteX57430" fmla="*/ 651273 w 2119654"/>
              <a:gd name="connsiteY57430" fmla="*/ 2024710 h 2398711"/>
              <a:gd name="connsiteX57431" fmla="*/ 651251 w 2119654"/>
              <a:gd name="connsiteY57431" fmla="*/ 2024621 h 2398711"/>
              <a:gd name="connsiteX57432" fmla="*/ 650934 w 2119654"/>
              <a:gd name="connsiteY57432" fmla="*/ 2024311 h 2398711"/>
              <a:gd name="connsiteX57433" fmla="*/ 636878 w 2119654"/>
              <a:gd name="connsiteY57433" fmla="*/ 2054488 h 2398711"/>
              <a:gd name="connsiteX57434" fmla="*/ 638202 w 2119654"/>
              <a:gd name="connsiteY57434" fmla="*/ 2055079 h 2398711"/>
              <a:gd name="connsiteX57435" fmla="*/ 645338 w 2119654"/>
              <a:gd name="connsiteY57435" fmla="*/ 2056592 h 2398711"/>
              <a:gd name="connsiteX57436" fmla="*/ 645518 w 2119654"/>
              <a:gd name="connsiteY57436" fmla="*/ 2055816 h 2398711"/>
              <a:gd name="connsiteX57437" fmla="*/ 639096 w 2119654"/>
              <a:gd name="connsiteY57437" fmla="*/ 2054180 h 2398711"/>
              <a:gd name="connsiteX57438" fmla="*/ 1320396 w 2119654"/>
              <a:gd name="connsiteY57438" fmla="*/ 523874 h 2398711"/>
              <a:gd name="connsiteX57439" fmla="*/ 1320243 w 2119654"/>
              <a:gd name="connsiteY57439" fmla="*/ 528026 h 2398711"/>
              <a:gd name="connsiteX57440" fmla="*/ 1322658 w 2119654"/>
              <a:gd name="connsiteY57440" fmla="*/ 531033 h 2398711"/>
              <a:gd name="connsiteX57441" fmla="*/ 1322611 w 2119654"/>
              <a:gd name="connsiteY57441" fmla="*/ 530672 h 2398711"/>
              <a:gd name="connsiteX57442" fmla="*/ 635701 w 2119654"/>
              <a:gd name="connsiteY57442" fmla="*/ 2056919 h 2398711"/>
              <a:gd name="connsiteX57443" fmla="*/ 636918 w 2119654"/>
              <a:gd name="connsiteY57443" fmla="*/ 2062880 h 2398711"/>
              <a:gd name="connsiteX57444" fmla="*/ 637123 w 2119654"/>
              <a:gd name="connsiteY57444" fmla="*/ 2062822 h 2398711"/>
              <a:gd name="connsiteX57445" fmla="*/ 636724 w 2119654"/>
              <a:gd name="connsiteY57445" fmla="*/ 2056953 h 2398711"/>
              <a:gd name="connsiteX57446" fmla="*/ 1292181 w 2119654"/>
              <a:gd name="connsiteY57446" fmla="*/ 586624 h 2398711"/>
              <a:gd name="connsiteX57447" fmla="*/ 1293366 w 2119654"/>
              <a:gd name="connsiteY57447" fmla="*/ 588169 h 2398711"/>
              <a:gd name="connsiteX57448" fmla="*/ 1293499 w 2119654"/>
              <a:gd name="connsiteY57448" fmla="*/ 586240 h 2398711"/>
              <a:gd name="connsiteX57449" fmla="*/ 1293195 w 2119654"/>
              <a:gd name="connsiteY57449" fmla="*/ 585851 h 2398711"/>
              <a:gd name="connsiteX57450" fmla="*/ 649974 w 2119654"/>
              <a:gd name="connsiteY57450" fmla="*/ 2023966 h 2398711"/>
              <a:gd name="connsiteX57451" fmla="*/ 650076 w 2119654"/>
              <a:gd name="connsiteY57451" fmla="*/ 2024337 h 2398711"/>
              <a:gd name="connsiteX57452" fmla="*/ 650698 w 2119654"/>
              <a:gd name="connsiteY57452" fmla="*/ 2024081 h 2398711"/>
              <a:gd name="connsiteX57453" fmla="*/ 650382 w 2119654"/>
              <a:gd name="connsiteY57453" fmla="*/ 2023772 h 2398711"/>
              <a:gd name="connsiteX57454" fmla="*/ 636701 w 2119654"/>
              <a:gd name="connsiteY57454" fmla="*/ 2053571 h 2398711"/>
              <a:gd name="connsiteX57455" fmla="*/ 636745 w 2119654"/>
              <a:gd name="connsiteY57455" fmla="*/ 2054202 h 2398711"/>
              <a:gd name="connsiteX57456" fmla="*/ 638323 w 2119654"/>
              <a:gd name="connsiteY57456" fmla="*/ 2053983 h 2398711"/>
              <a:gd name="connsiteX57457" fmla="*/ 643023 w 2119654"/>
              <a:gd name="connsiteY57457" fmla="*/ 2039249 h 2398711"/>
              <a:gd name="connsiteX57458" fmla="*/ 646938 w 2119654"/>
              <a:gd name="connsiteY57458" fmla="*/ 2038784 h 2398711"/>
              <a:gd name="connsiteX57459" fmla="*/ 647324 w 2119654"/>
              <a:gd name="connsiteY57459" fmla="*/ 2038710 h 2398711"/>
              <a:gd name="connsiteX57460" fmla="*/ 645552 w 2119654"/>
              <a:gd name="connsiteY57460" fmla="*/ 2038444 h 2398711"/>
              <a:gd name="connsiteX57461" fmla="*/ 1293979 w 2119654"/>
              <a:gd name="connsiteY57461" fmla="*/ 580902 h 2398711"/>
              <a:gd name="connsiteX57462" fmla="*/ 1293920 w 2119654"/>
              <a:gd name="connsiteY57462" fmla="*/ 581956 h 2398711"/>
              <a:gd name="connsiteX57463" fmla="*/ 1294312 w 2119654"/>
              <a:gd name="connsiteY57463" fmla="*/ 582476 h 2398711"/>
              <a:gd name="connsiteX57464" fmla="*/ 1307725 w 2119654"/>
              <a:gd name="connsiteY57464" fmla="*/ 550035 h 2398711"/>
              <a:gd name="connsiteX57465" fmla="*/ 1312668 w 2119654"/>
              <a:gd name="connsiteY57465" fmla="*/ 559640 h 2398711"/>
              <a:gd name="connsiteX57466" fmla="*/ 1312799 w 2119654"/>
              <a:gd name="connsiteY57466" fmla="*/ 557696 h 2398711"/>
              <a:gd name="connsiteX57467" fmla="*/ 1310016 w 2119654"/>
              <a:gd name="connsiteY57467" fmla="*/ 552291 h 2398711"/>
              <a:gd name="connsiteX57468" fmla="*/ 1308758 w 2119654"/>
              <a:gd name="connsiteY57468" fmla="*/ 550839 h 2398711"/>
              <a:gd name="connsiteX57469" fmla="*/ 635394 w 2119654"/>
              <a:gd name="connsiteY57469" fmla="*/ 2055411 h 2398711"/>
              <a:gd name="connsiteX57470" fmla="*/ 635659 w 2119654"/>
              <a:gd name="connsiteY57470" fmla="*/ 2056710 h 2398711"/>
              <a:gd name="connsiteX57471" fmla="*/ 636709 w 2119654"/>
              <a:gd name="connsiteY57471" fmla="*/ 2056745 h 2398711"/>
              <a:gd name="connsiteX57472" fmla="*/ 636636 w 2119654"/>
              <a:gd name="connsiteY57472" fmla="*/ 2055677 h 2398711"/>
              <a:gd name="connsiteX57473" fmla="*/ 648494 w 2119654"/>
              <a:gd name="connsiteY57473" fmla="*/ 2025837 h 2398711"/>
              <a:gd name="connsiteX57474" fmla="*/ 648857 w 2119654"/>
              <a:gd name="connsiteY57474" fmla="*/ 2027403 h 2398711"/>
              <a:gd name="connsiteX57475" fmla="*/ 649435 w 2119654"/>
              <a:gd name="connsiteY57475" fmla="*/ 2027275 h 2398711"/>
              <a:gd name="connsiteX57476" fmla="*/ 649088 w 2119654"/>
              <a:gd name="connsiteY57476" fmla="*/ 2026016 h 2398711"/>
              <a:gd name="connsiteX57477" fmla="*/ 1333901 w 2119654"/>
              <a:gd name="connsiteY57477" fmla="*/ 490657 h 2398711"/>
              <a:gd name="connsiteX57478" fmla="*/ 1335213 w 2119654"/>
              <a:gd name="connsiteY57478" fmla="*/ 497255 h 2398711"/>
              <a:gd name="connsiteX57479" fmla="*/ 1335406 w 2119654"/>
              <a:gd name="connsiteY57479" fmla="*/ 496973 h 2398711"/>
              <a:gd name="connsiteX57480" fmla="*/ 1335920 w 2119654"/>
              <a:gd name="connsiteY57480" fmla="*/ 496283 h 2398711"/>
              <a:gd name="connsiteX57481" fmla="*/ 1334752 w 2119654"/>
              <a:gd name="connsiteY57481" fmla="*/ 492015 h 2398711"/>
              <a:gd name="connsiteX57482" fmla="*/ 1290451 w 2119654"/>
              <a:gd name="connsiteY57482" fmla="*/ 587943 h 2398711"/>
              <a:gd name="connsiteX57483" fmla="*/ 1290452 w 2119654"/>
              <a:gd name="connsiteY57483" fmla="*/ 587944 h 2398711"/>
              <a:gd name="connsiteX57484" fmla="*/ 1290452 w 2119654"/>
              <a:gd name="connsiteY57484" fmla="*/ 587943 h 2398711"/>
              <a:gd name="connsiteX57485" fmla="*/ 1321363 w 2119654"/>
              <a:gd name="connsiteY57485" fmla="*/ 518616 h 2398711"/>
              <a:gd name="connsiteX57486" fmla="*/ 1322198 w 2119654"/>
              <a:gd name="connsiteY57486" fmla="*/ 524566 h 2398711"/>
              <a:gd name="connsiteX57487" fmla="*/ 1322699 w 2119654"/>
              <a:gd name="connsiteY57487" fmla="*/ 528502 h 2398711"/>
              <a:gd name="connsiteX57488" fmla="*/ 1324114 w 2119654"/>
              <a:gd name="connsiteY57488" fmla="*/ 532847 h 2398711"/>
              <a:gd name="connsiteX57489" fmla="*/ 1328500 w 2119654"/>
              <a:gd name="connsiteY57489" fmla="*/ 538309 h 2398711"/>
              <a:gd name="connsiteX57490" fmla="*/ 1326682 w 2119654"/>
              <a:gd name="connsiteY57490" fmla="*/ 532870 h 2398711"/>
              <a:gd name="connsiteX57491" fmla="*/ 1326798 w 2119654"/>
              <a:gd name="connsiteY57491" fmla="*/ 532946 h 2398711"/>
              <a:gd name="connsiteX57492" fmla="*/ 1328655 w 2119654"/>
              <a:gd name="connsiteY57492" fmla="*/ 538503 h 2398711"/>
              <a:gd name="connsiteX57493" fmla="*/ 1331370 w 2119654"/>
              <a:gd name="connsiteY57493" fmla="*/ 541885 h 2398711"/>
              <a:gd name="connsiteX57494" fmla="*/ 1337979 w 2119654"/>
              <a:gd name="connsiteY57494" fmla="*/ 531483 h 2398711"/>
              <a:gd name="connsiteX57495" fmla="*/ 1335229 w 2119654"/>
              <a:gd name="connsiteY57495" fmla="*/ 523542 h 2398711"/>
              <a:gd name="connsiteX57496" fmla="*/ 1335428 w 2119654"/>
              <a:gd name="connsiteY57496" fmla="*/ 523670 h 2398711"/>
              <a:gd name="connsiteX57497" fmla="*/ 1338079 w 2119654"/>
              <a:gd name="connsiteY57497" fmla="*/ 531327 h 2398711"/>
              <a:gd name="connsiteX57498" fmla="*/ 1338310 w 2119654"/>
              <a:gd name="connsiteY57498" fmla="*/ 530964 h 2398711"/>
              <a:gd name="connsiteX57499" fmla="*/ 1338529 w 2119654"/>
              <a:gd name="connsiteY57499" fmla="*/ 529847 h 2398711"/>
              <a:gd name="connsiteX57500" fmla="*/ 1336447 w 2119654"/>
              <a:gd name="connsiteY57500" fmla="*/ 525353 h 2398711"/>
              <a:gd name="connsiteX57501" fmla="*/ 1332066 w 2119654"/>
              <a:gd name="connsiteY57501" fmla="*/ 517653 h 2398711"/>
              <a:gd name="connsiteX57502" fmla="*/ 1326571 w 2119654"/>
              <a:gd name="connsiteY57502" fmla="*/ 511006 h 2398711"/>
              <a:gd name="connsiteX57503" fmla="*/ 621567 w 2119654"/>
              <a:gd name="connsiteY57503" fmla="*/ 2084740 h 2398711"/>
              <a:gd name="connsiteX57504" fmla="*/ 627011 w 2119654"/>
              <a:gd name="connsiteY57504" fmla="*/ 2085271 h 2398711"/>
              <a:gd name="connsiteX57505" fmla="*/ 626797 w 2119654"/>
              <a:gd name="connsiteY57505" fmla="*/ 2083743 h 2398711"/>
              <a:gd name="connsiteX57506" fmla="*/ 625400 w 2119654"/>
              <a:gd name="connsiteY57506" fmla="*/ 2083604 h 2398711"/>
              <a:gd name="connsiteX57507" fmla="*/ 635159 w 2119654"/>
              <a:gd name="connsiteY57507" fmla="*/ 2054263 h 2398711"/>
              <a:gd name="connsiteX57508" fmla="*/ 635191 w 2119654"/>
              <a:gd name="connsiteY57508" fmla="*/ 2054418 h 2398711"/>
              <a:gd name="connsiteX57509" fmla="*/ 635431 w 2119654"/>
              <a:gd name="connsiteY57509" fmla="*/ 2054384 h 2398711"/>
              <a:gd name="connsiteX57510" fmla="*/ 1320180 w 2119654"/>
              <a:gd name="connsiteY57510" fmla="*/ 520344 h 2398711"/>
              <a:gd name="connsiteX57511" fmla="*/ 1320229 w 2119654"/>
              <a:gd name="connsiteY57511" fmla="*/ 520929 h 2398711"/>
              <a:gd name="connsiteX57512" fmla="*/ 1322106 w 2119654"/>
              <a:gd name="connsiteY57512" fmla="*/ 526685 h 2398711"/>
              <a:gd name="connsiteX57513" fmla="*/ 1321127 w 2119654"/>
              <a:gd name="connsiteY57513" fmla="*/ 518962 h 2398711"/>
              <a:gd name="connsiteX57514" fmla="*/ 633434 w 2119654"/>
              <a:gd name="connsiteY57514" fmla="*/ 2056843 h 2398711"/>
              <a:gd name="connsiteX57515" fmla="*/ 632897 w 2119654"/>
              <a:gd name="connsiteY57515" fmla="*/ 2063493 h 2398711"/>
              <a:gd name="connsiteX57516" fmla="*/ 633049 w 2119654"/>
              <a:gd name="connsiteY57516" fmla="*/ 2063984 h 2398711"/>
              <a:gd name="connsiteX57517" fmla="*/ 636661 w 2119654"/>
              <a:gd name="connsiteY57517" fmla="*/ 2062954 h 2398711"/>
              <a:gd name="connsiteX57518" fmla="*/ 635339 w 2119654"/>
              <a:gd name="connsiteY57518" fmla="*/ 2056906 h 2398711"/>
              <a:gd name="connsiteX57519" fmla="*/ 640697 w 2119654"/>
              <a:gd name="connsiteY57519" fmla="*/ 2040387 h 2398711"/>
              <a:gd name="connsiteX57520" fmla="*/ 642515 w 2119654"/>
              <a:gd name="connsiteY57520" fmla="*/ 2042776 h 2398711"/>
              <a:gd name="connsiteX57521" fmla="*/ 648121 w 2119654"/>
              <a:gd name="connsiteY57521" fmla="*/ 2040621 h 2398711"/>
              <a:gd name="connsiteX57522" fmla="*/ 649178 w 2119654"/>
              <a:gd name="connsiteY57522" fmla="*/ 2040023 h 2398711"/>
              <a:gd name="connsiteX57523" fmla="*/ 649332 w 2119654"/>
              <a:gd name="connsiteY57523" fmla="*/ 2039362 h 2398711"/>
              <a:gd name="connsiteX57524" fmla="*/ 634926 w 2119654"/>
              <a:gd name="connsiteY57524" fmla="*/ 2053118 h 2398711"/>
              <a:gd name="connsiteX57525" fmla="*/ 635038 w 2119654"/>
              <a:gd name="connsiteY57525" fmla="*/ 2053665 h 2398711"/>
              <a:gd name="connsiteX57526" fmla="*/ 636359 w 2119654"/>
              <a:gd name="connsiteY57526" fmla="*/ 2054256 h 2398711"/>
              <a:gd name="connsiteX57527" fmla="*/ 636538 w 2119654"/>
              <a:gd name="connsiteY57527" fmla="*/ 2054231 h 2398711"/>
              <a:gd name="connsiteX57528" fmla="*/ 636489 w 2119654"/>
              <a:gd name="connsiteY57528" fmla="*/ 2053517 h 2398711"/>
              <a:gd name="connsiteX57529" fmla="*/ 1316147 w 2119654"/>
              <a:gd name="connsiteY57529" fmla="*/ 527694 h 2398711"/>
              <a:gd name="connsiteX57530" fmla="*/ 1316135 w 2119654"/>
              <a:gd name="connsiteY57530" fmla="*/ 530900 h 2398711"/>
              <a:gd name="connsiteX57531" fmla="*/ 1317019 w 2119654"/>
              <a:gd name="connsiteY57531" fmla="*/ 533586 h 2398711"/>
              <a:gd name="connsiteX57532" fmla="*/ 1317073 w 2119654"/>
              <a:gd name="connsiteY57532" fmla="*/ 532112 h 2398711"/>
              <a:gd name="connsiteX57533" fmla="*/ 1316926 w 2119654"/>
              <a:gd name="connsiteY57533" fmla="*/ 529040 h 2398711"/>
              <a:gd name="connsiteX57534" fmla="*/ 1294224 w 2119654"/>
              <a:gd name="connsiteY57534" fmla="*/ 576482 h 2398711"/>
              <a:gd name="connsiteX57535" fmla="*/ 1294055 w 2119654"/>
              <a:gd name="connsiteY57535" fmla="*/ 579524 h 2398711"/>
              <a:gd name="connsiteX57536" fmla="*/ 1294754 w 2119654"/>
              <a:gd name="connsiteY57536" fmla="*/ 582818 h 2398711"/>
              <a:gd name="connsiteX57537" fmla="*/ 1297066 w 2119654"/>
              <a:gd name="connsiteY57537" fmla="*/ 581054 h 2398711"/>
              <a:gd name="connsiteX57538" fmla="*/ 1296826 w 2119654"/>
              <a:gd name="connsiteY57538" fmla="*/ 580199 h 2398711"/>
              <a:gd name="connsiteX57539" fmla="*/ 1296102 w 2119654"/>
              <a:gd name="connsiteY57539" fmla="*/ 578769 h 2398711"/>
              <a:gd name="connsiteX57540" fmla="*/ 1306435 w 2119654"/>
              <a:gd name="connsiteY57540" fmla="*/ 549032 h 2398711"/>
              <a:gd name="connsiteX57541" fmla="*/ 1307564 w 2119654"/>
              <a:gd name="connsiteY57541" fmla="*/ 559262 h 2398711"/>
              <a:gd name="connsiteX57542" fmla="*/ 1312239 w 2119654"/>
              <a:gd name="connsiteY57542" fmla="*/ 566047 h 2398711"/>
              <a:gd name="connsiteX57543" fmla="*/ 1312589 w 2119654"/>
              <a:gd name="connsiteY57543" fmla="*/ 560832 h 2398711"/>
              <a:gd name="connsiteX57544" fmla="*/ 1306568 w 2119654"/>
              <a:gd name="connsiteY57544" fmla="*/ 549136 h 2398711"/>
              <a:gd name="connsiteX57545" fmla="*/ 1347932 w 2119654"/>
              <a:gd name="connsiteY57545" fmla="*/ 455951 h 2398711"/>
              <a:gd name="connsiteX57546" fmla="*/ 1347634 w 2119654"/>
              <a:gd name="connsiteY57546" fmla="*/ 468644 h 2398711"/>
              <a:gd name="connsiteX57547" fmla="*/ 1350939 w 2119654"/>
              <a:gd name="connsiteY57547" fmla="*/ 472175 h 2398711"/>
              <a:gd name="connsiteX57548" fmla="*/ 1350248 w 2119654"/>
              <a:gd name="connsiteY57548" fmla="*/ 463383 h 2398711"/>
              <a:gd name="connsiteX57549" fmla="*/ 1349270 w 2119654"/>
              <a:gd name="connsiteY57549" fmla="*/ 459384 h 2398711"/>
              <a:gd name="connsiteX57550" fmla="*/ 1316279 w 2119654"/>
              <a:gd name="connsiteY57550" fmla="*/ 526819 h 2398711"/>
              <a:gd name="connsiteX57551" fmla="*/ 1316868 w 2119654"/>
              <a:gd name="connsiteY57551" fmla="*/ 527837 h 2398711"/>
              <a:gd name="connsiteX57552" fmla="*/ 1316782 w 2119654"/>
              <a:gd name="connsiteY57552" fmla="*/ 526038 h 2398711"/>
              <a:gd name="connsiteX57553" fmla="*/ 1316753 w 2119654"/>
              <a:gd name="connsiteY57553" fmla="*/ 526003 h 2398711"/>
              <a:gd name="connsiteX57554" fmla="*/ 1341050 w 2119654"/>
              <a:gd name="connsiteY57554" fmla="*/ 471339 h 2398711"/>
              <a:gd name="connsiteX57555" fmla="*/ 1343390 w 2119654"/>
              <a:gd name="connsiteY57555" fmla="*/ 476900 h 2398711"/>
              <a:gd name="connsiteX57556" fmla="*/ 1345009 w 2119654"/>
              <a:gd name="connsiteY57556" fmla="*/ 480899 h 2398711"/>
              <a:gd name="connsiteX57557" fmla="*/ 1345090 w 2119654"/>
              <a:gd name="connsiteY57557" fmla="*/ 479957 h 2398711"/>
              <a:gd name="connsiteX57558" fmla="*/ 1344684 w 2119654"/>
              <a:gd name="connsiteY57558" fmla="*/ 479004 h 2398711"/>
              <a:gd name="connsiteX57559" fmla="*/ 1370325 w 2119654"/>
              <a:gd name="connsiteY57559" fmla="*/ 405352 h 2398711"/>
              <a:gd name="connsiteX57560" fmla="*/ 1385890 w 2119654"/>
              <a:gd name="connsiteY57560" fmla="*/ 435766 h 2398711"/>
              <a:gd name="connsiteX57561" fmla="*/ 1387258 w 2119654"/>
              <a:gd name="connsiteY57561" fmla="*/ 426024 h 2398711"/>
              <a:gd name="connsiteX57562" fmla="*/ 1387400 w 2119654"/>
              <a:gd name="connsiteY57562" fmla="*/ 426268 h 2398711"/>
              <a:gd name="connsiteX57563" fmla="*/ 1386028 w 2119654"/>
              <a:gd name="connsiteY57563" fmla="*/ 436034 h 2398711"/>
              <a:gd name="connsiteX57564" fmla="*/ 1393505 w 2119654"/>
              <a:gd name="connsiteY57564" fmla="*/ 450643 h 2398711"/>
              <a:gd name="connsiteX57565" fmla="*/ 1396327 w 2119654"/>
              <a:gd name="connsiteY57565" fmla="*/ 446541 h 2398711"/>
              <a:gd name="connsiteX57566" fmla="*/ 1389792 w 2119654"/>
              <a:gd name="connsiteY57566" fmla="*/ 427557 h 2398711"/>
              <a:gd name="connsiteX57567" fmla="*/ 1390085 w 2119654"/>
              <a:gd name="connsiteY57567" fmla="*/ 427746 h 2398711"/>
              <a:gd name="connsiteX57568" fmla="*/ 1396479 w 2119654"/>
              <a:gd name="connsiteY57568" fmla="*/ 446320 h 2398711"/>
              <a:gd name="connsiteX57569" fmla="*/ 1400734 w 2119654"/>
              <a:gd name="connsiteY57569" fmla="*/ 440134 h 2398711"/>
              <a:gd name="connsiteX57570" fmla="*/ 1388912 w 2119654"/>
              <a:gd name="connsiteY57570" fmla="*/ 390534 h 2398711"/>
              <a:gd name="connsiteX57571" fmla="*/ 1375510 w 2119654"/>
              <a:gd name="connsiteY57571" fmla="*/ 400759 h 2398711"/>
              <a:gd name="connsiteX57572" fmla="*/ 633582 w 2119654"/>
              <a:gd name="connsiteY57572" fmla="*/ 2055023 h 2398711"/>
              <a:gd name="connsiteX57573" fmla="*/ 633451 w 2119654"/>
              <a:gd name="connsiteY57573" fmla="*/ 2056636 h 2398711"/>
              <a:gd name="connsiteX57574" fmla="*/ 635294 w 2119654"/>
              <a:gd name="connsiteY57574" fmla="*/ 2056698 h 2398711"/>
              <a:gd name="connsiteX57575" fmla="*/ 634994 w 2119654"/>
              <a:gd name="connsiteY57575" fmla="*/ 2055326 h 2398711"/>
              <a:gd name="connsiteX57576" fmla="*/ 1315330 w 2119654"/>
              <a:gd name="connsiteY57576" fmla="*/ 528450 h 2398711"/>
              <a:gd name="connsiteX57577" fmla="*/ 1315722 w 2119654"/>
              <a:gd name="connsiteY57577" fmla="*/ 529644 h 2398711"/>
              <a:gd name="connsiteX57578" fmla="*/ 1315730 w 2119654"/>
              <a:gd name="connsiteY57578" fmla="*/ 527763 h 2398711"/>
              <a:gd name="connsiteX57579" fmla="*/ 1294294 w 2119654"/>
              <a:gd name="connsiteY57579" fmla="*/ 575199 h 2398711"/>
              <a:gd name="connsiteX57580" fmla="*/ 1294278 w 2119654"/>
              <a:gd name="connsiteY57580" fmla="*/ 575496 h 2398711"/>
              <a:gd name="connsiteX57581" fmla="*/ 1294828 w 2119654"/>
              <a:gd name="connsiteY57581" fmla="*/ 576254 h 2398711"/>
              <a:gd name="connsiteX57582" fmla="*/ 603149 w 2119654"/>
              <a:gd name="connsiteY57582" fmla="*/ 2122656 h 2398711"/>
              <a:gd name="connsiteX57583" fmla="*/ 605136 w 2119654"/>
              <a:gd name="connsiteY57583" fmla="*/ 2123007 h 2398711"/>
              <a:gd name="connsiteX57584" fmla="*/ 607380 w 2119654"/>
              <a:gd name="connsiteY57584" fmla="*/ 2122502 h 2398711"/>
              <a:gd name="connsiteX57585" fmla="*/ 1369460 w 2119654"/>
              <a:gd name="connsiteY57585" fmla="*/ 406119 h 2398711"/>
              <a:gd name="connsiteX57586" fmla="*/ 1371773 w 2119654"/>
              <a:gd name="connsiteY57586" fmla="*/ 414127 h 2398711"/>
              <a:gd name="connsiteX57587" fmla="*/ 1372355 w 2119654"/>
              <a:gd name="connsiteY57587" fmla="*/ 416493 h 2398711"/>
              <a:gd name="connsiteX57588" fmla="*/ 1377012 w 2119654"/>
              <a:gd name="connsiteY57588" fmla="*/ 425297 h 2398711"/>
              <a:gd name="connsiteX57589" fmla="*/ 1385095 w 2119654"/>
              <a:gd name="connsiteY57589" fmla="*/ 441433 h 2398711"/>
              <a:gd name="connsiteX57590" fmla="*/ 1385770 w 2119654"/>
              <a:gd name="connsiteY57590" fmla="*/ 436619 h 2398711"/>
              <a:gd name="connsiteX57591" fmla="*/ 1369942 w 2119654"/>
              <a:gd name="connsiteY57591" fmla="*/ 405691 h 2398711"/>
              <a:gd name="connsiteX57592" fmla="*/ 633696 w 2119654"/>
              <a:gd name="connsiteY57592" fmla="*/ 2053608 h 2398711"/>
              <a:gd name="connsiteX57593" fmla="*/ 633655 w 2119654"/>
              <a:gd name="connsiteY57593" fmla="*/ 2054114 h 2398711"/>
              <a:gd name="connsiteX57594" fmla="*/ 634782 w 2119654"/>
              <a:gd name="connsiteY57594" fmla="*/ 2054353 h 2398711"/>
              <a:gd name="connsiteX57595" fmla="*/ 634719 w 2119654"/>
              <a:gd name="connsiteY57595" fmla="*/ 2054066 h 2398711"/>
              <a:gd name="connsiteX57596" fmla="*/ 1347976 w 2119654"/>
              <a:gd name="connsiteY57596" fmla="*/ 454094 h 2398711"/>
              <a:gd name="connsiteX57597" fmla="*/ 1347951 w 2119654"/>
              <a:gd name="connsiteY57597" fmla="*/ 455166 h 2398711"/>
              <a:gd name="connsiteX57598" fmla="*/ 1348724 w 2119654"/>
              <a:gd name="connsiteY57598" fmla="*/ 457151 h 2398711"/>
              <a:gd name="connsiteX57599" fmla="*/ 633807 w 2119654"/>
              <a:gd name="connsiteY57599" fmla="*/ 2053114 h 2398711"/>
              <a:gd name="connsiteX57600" fmla="*/ 634587 w 2119654"/>
              <a:gd name="connsiteY57600" fmla="*/ 2053464 h 2398711"/>
              <a:gd name="connsiteX57601" fmla="*/ 634488 w 2119654"/>
              <a:gd name="connsiteY57601" fmla="*/ 2053007 h 2398711"/>
              <a:gd name="connsiteX57602" fmla="*/ 634246 w 2119654"/>
              <a:gd name="connsiteY57602" fmla="*/ 2052945 h 2398711"/>
              <a:gd name="connsiteX57603" fmla="*/ 1312205 w 2119654"/>
              <a:gd name="connsiteY57603" fmla="*/ 533820 h 2398711"/>
              <a:gd name="connsiteX57604" fmla="*/ 1312326 w 2119654"/>
              <a:gd name="connsiteY57604" fmla="*/ 534012 h 2398711"/>
              <a:gd name="connsiteX57605" fmla="*/ 1312239 w 2119654"/>
              <a:gd name="connsiteY57605" fmla="*/ 533762 h 2398711"/>
              <a:gd name="connsiteX57606" fmla="*/ 1294382 w 2119654"/>
              <a:gd name="connsiteY57606" fmla="*/ 573618 h 2398711"/>
              <a:gd name="connsiteX57607" fmla="*/ 1294336 w 2119654"/>
              <a:gd name="connsiteY57607" fmla="*/ 574435 h 2398711"/>
              <a:gd name="connsiteX57608" fmla="*/ 1296251 w 2119654"/>
              <a:gd name="connsiteY57608" fmla="*/ 578213 h 2398711"/>
              <a:gd name="connsiteX57609" fmla="*/ 1296285 w 2119654"/>
              <a:gd name="connsiteY57609" fmla="*/ 578259 h 2398711"/>
              <a:gd name="connsiteX57610" fmla="*/ 1295631 w 2119654"/>
              <a:gd name="connsiteY57610" fmla="*/ 575921 h 2398711"/>
              <a:gd name="connsiteX57611" fmla="*/ 1294844 w 2119654"/>
              <a:gd name="connsiteY57611" fmla="*/ 574126 h 2398711"/>
              <a:gd name="connsiteX57612" fmla="*/ 1288779 w 2119654"/>
              <a:gd name="connsiteY57612" fmla="*/ 585762 h 2398711"/>
              <a:gd name="connsiteX57613" fmla="*/ 1289153 w 2119654"/>
              <a:gd name="connsiteY57613" fmla="*/ 587092 h 2398711"/>
              <a:gd name="connsiteX57614" fmla="*/ 1289561 w 2119654"/>
              <a:gd name="connsiteY57614" fmla="*/ 586781 h 2398711"/>
              <a:gd name="connsiteX57615" fmla="*/ 1293127 w 2119654"/>
              <a:gd name="connsiteY57615" fmla="*/ 575147 h 2398711"/>
              <a:gd name="connsiteX57616" fmla="*/ 1293927 w 2119654"/>
              <a:gd name="connsiteY57616" fmla="*/ 578921 h 2398711"/>
              <a:gd name="connsiteX57617" fmla="*/ 1294073 w 2119654"/>
              <a:gd name="connsiteY57617" fmla="*/ 576299 h 2398711"/>
              <a:gd name="connsiteX57618" fmla="*/ 644788 w 2119654"/>
              <a:gd name="connsiteY57618" fmla="*/ 2026436 h 2398711"/>
              <a:gd name="connsiteX57619" fmla="*/ 646718 w 2119654"/>
              <a:gd name="connsiteY57619" fmla="*/ 2025674 h 2398711"/>
              <a:gd name="connsiteX57620" fmla="*/ 646676 w 2119654"/>
              <a:gd name="connsiteY57620" fmla="*/ 2025537 h 2398711"/>
              <a:gd name="connsiteX57621" fmla="*/ 1367695 w 2119654"/>
              <a:gd name="connsiteY57621" fmla="*/ 407682 h 2398711"/>
              <a:gd name="connsiteX57622" fmla="*/ 1370387 w 2119654"/>
              <a:gd name="connsiteY57622" fmla="*/ 412772 h 2398711"/>
              <a:gd name="connsiteX57623" fmla="*/ 1368877 w 2119654"/>
              <a:gd name="connsiteY57623" fmla="*/ 406635 h 2398711"/>
              <a:gd name="connsiteX57624" fmla="*/ 627170 w 2119654"/>
              <a:gd name="connsiteY57624" fmla="*/ 2065835 h 2398711"/>
              <a:gd name="connsiteX57625" fmla="*/ 631709 w 2119654"/>
              <a:gd name="connsiteY57625" fmla="*/ 2067812 h 2398711"/>
              <a:gd name="connsiteX57626" fmla="*/ 631842 w 2119654"/>
              <a:gd name="connsiteY57626" fmla="*/ 2064502 h 2398711"/>
              <a:gd name="connsiteX57627" fmla="*/ 625426 w 2119654"/>
              <a:gd name="connsiteY57627" fmla="*/ 2069444 h 2398711"/>
              <a:gd name="connsiteX57628" fmla="*/ 626859 w 2119654"/>
              <a:gd name="connsiteY57628" fmla="*/ 2082890 h 2398711"/>
              <a:gd name="connsiteX57629" fmla="*/ 631154 w 2119654"/>
              <a:gd name="connsiteY57629" fmla="*/ 2081615 h 2398711"/>
              <a:gd name="connsiteX57630" fmla="*/ 631536 w 2119654"/>
              <a:gd name="connsiteY57630" fmla="*/ 2072107 h 2398711"/>
              <a:gd name="connsiteX57631" fmla="*/ 1289815 w 2119654"/>
              <a:gd name="connsiteY57631" fmla="*/ 581522 h 2398711"/>
              <a:gd name="connsiteX57632" fmla="*/ 1290822 w 2119654"/>
              <a:gd name="connsiteY57632" fmla="*/ 584849 h 2398711"/>
              <a:gd name="connsiteX57633" fmla="*/ 1291290 w 2119654"/>
              <a:gd name="connsiteY57633" fmla="*/ 585461 h 2398711"/>
              <a:gd name="connsiteX57634" fmla="*/ 1292293 w 2119654"/>
              <a:gd name="connsiteY57634" fmla="*/ 584696 h 2398711"/>
              <a:gd name="connsiteX57635" fmla="*/ 644138 w 2119654"/>
              <a:gd name="connsiteY57635" fmla="*/ 2026995 h 2398711"/>
              <a:gd name="connsiteX57636" fmla="*/ 644185 w 2119654"/>
              <a:gd name="connsiteY57636" fmla="*/ 2028437 h 2398711"/>
              <a:gd name="connsiteX57637" fmla="*/ 647358 w 2119654"/>
              <a:gd name="connsiteY57637" fmla="*/ 2027735 h 2398711"/>
              <a:gd name="connsiteX57638" fmla="*/ 646802 w 2119654"/>
              <a:gd name="connsiteY57638" fmla="*/ 2025943 h 2398711"/>
              <a:gd name="connsiteX57639" fmla="*/ 632077 w 2119654"/>
              <a:gd name="connsiteY57639" fmla="*/ 2053780 h 2398711"/>
              <a:gd name="connsiteX57640" fmla="*/ 632626 w 2119654"/>
              <a:gd name="connsiteY57640" fmla="*/ 2053896 h 2398711"/>
              <a:gd name="connsiteX57641" fmla="*/ 632654 w 2119654"/>
              <a:gd name="connsiteY57641" fmla="*/ 2053558 h 2398711"/>
              <a:gd name="connsiteX57642" fmla="*/ 642993 w 2119654"/>
              <a:gd name="connsiteY57642" fmla="*/ 2029210 h 2398711"/>
              <a:gd name="connsiteX57643" fmla="*/ 647608 w 2119654"/>
              <a:gd name="connsiteY57643" fmla="*/ 2028540 h 2398711"/>
              <a:gd name="connsiteX57644" fmla="*/ 647522 w 2119654"/>
              <a:gd name="connsiteY57644" fmla="*/ 2028263 h 2398711"/>
              <a:gd name="connsiteX57645" fmla="*/ 646876 w 2119654"/>
              <a:gd name="connsiteY57645" fmla="*/ 2028406 h 2398711"/>
              <a:gd name="connsiteX57646" fmla="*/ 642799 w 2119654"/>
              <a:gd name="connsiteY57646" fmla="*/ 2029634 h 2398711"/>
              <a:gd name="connsiteX57647" fmla="*/ 645588 w 2119654"/>
              <a:gd name="connsiteY57647" fmla="*/ 2030285 h 2398711"/>
              <a:gd name="connsiteX57648" fmla="*/ 646839 w 2119654"/>
              <a:gd name="connsiteY57648" fmla="*/ 2030481 h 2398711"/>
              <a:gd name="connsiteX57649" fmla="*/ 647941 w 2119654"/>
              <a:gd name="connsiteY57649" fmla="*/ 2030236 h 2398711"/>
              <a:gd name="connsiteX57650" fmla="*/ 648113 w 2119654"/>
              <a:gd name="connsiteY57650" fmla="*/ 2030166 h 2398711"/>
              <a:gd name="connsiteX57651" fmla="*/ 647727 w 2119654"/>
              <a:gd name="connsiteY57651" fmla="*/ 2028921 h 2398711"/>
              <a:gd name="connsiteX57652" fmla="*/ 642989 w 2119654"/>
              <a:gd name="connsiteY57652" fmla="*/ 2029609 h 2398711"/>
              <a:gd name="connsiteX57653" fmla="*/ 1305944 w 2119654"/>
              <a:gd name="connsiteY57653" fmla="*/ 544582 h 2398711"/>
              <a:gd name="connsiteX57654" fmla="*/ 1306166 w 2119654"/>
              <a:gd name="connsiteY57654" fmla="*/ 546586 h 2398711"/>
              <a:gd name="connsiteX57655" fmla="*/ 1307691 w 2119654"/>
              <a:gd name="connsiteY57655" fmla="*/ 547774 h 2398711"/>
              <a:gd name="connsiteX57656" fmla="*/ 1305999 w 2119654"/>
              <a:gd name="connsiteY57656" fmla="*/ 544488 h 2398711"/>
              <a:gd name="connsiteX57657" fmla="*/ 1305398 w 2119654"/>
              <a:gd name="connsiteY57657" fmla="*/ 545521 h 2398711"/>
              <a:gd name="connsiteX57658" fmla="*/ 1305425 w 2119654"/>
              <a:gd name="connsiteY57658" fmla="*/ 545570 h 2398711"/>
              <a:gd name="connsiteX57659" fmla="*/ 1305536 w 2119654"/>
              <a:gd name="connsiteY57659" fmla="*/ 545785 h 2398711"/>
              <a:gd name="connsiteX57660" fmla="*/ 1305497 w 2119654"/>
              <a:gd name="connsiteY57660" fmla="*/ 545351 h 2398711"/>
              <a:gd name="connsiteX57661" fmla="*/ 1304501 w 2119654"/>
              <a:gd name="connsiteY57661" fmla="*/ 547527 h 2398711"/>
              <a:gd name="connsiteX57662" fmla="*/ 1306376 w 2119654"/>
              <a:gd name="connsiteY57662" fmla="*/ 555329 h 2398711"/>
              <a:gd name="connsiteX57663" fmla="*/ 1305777 w 2119654"/>
              <a:gd name="connsiteY57663" fmla="*/ 548518 h 2398711"/>
              <a:gd name="connsiteX57664" fmla="*/ 1293347 w 2119654"/>
              <a:gd name="connsiteY57664" fmla="*/ 572481 h 2398711"/>
              <a:gd name="connsiteX57665" fmla="*/ 1294192 w 2119654"/>
              <a:gd name="connsiteY57665" fmla="*/ 574148 h 2398711"/>
              <a:gd name="connsiteX57666" fmla="*/ 1294230 w 2119654"/>
              <a:gd name="connsiteY57666" fmla="*/ 573452 h 2398711"/>
              <a:gd name="connsiteX57667" fmla="*/ 1332623 w 2119654"/>
              <a:gd name="connsiteY57667" fmla="*/ 484236 h 2398711"/>
              <a:gd name="connsiteX57668" fmla="*/ 1333137 w 2119654"/>
              <a:gd name="connsiteY57668" fmla="*/ 486819 h 2398711"/>
              <a:gd name="connsiteX57669" fmla="*/ 1333459 w 2119654"/>
              <a:gd name="connsiteY57669" fmla="*/ 487289 h 2398711"/>
              <a:gd name="connsiteX57670" fmla="*/ 1368551 w 2119654"/>
              <a:gd name="connsiteY57670" fmla="*/ 402973 h 2398711"/>
              <a:gd name="connsiteX57671" fmla="*/ 1369030 w 2119654"/>
              <a:gd name="connsiteY57671" fmla="*/ 404629 h 2398711"/>
              <a:gd name="connsiteX57672" fmla="*/ 1369295 w 2119654"/>
              <a:gd name="connsiteY57672" fmla="*/ 404426 h 2398711"/>
              <a:gd name="connsiteX57673" fmla="*/ 1289099 w 2119654"/>
              <a:gd name="connsiteY57673" fmla="*/ 580605 h 2398711"/>
              <a:gd name="connsiteX57674" fmla="*/ 1288548 w 2119654"/>
              <a:gd name="connsiteY57674" fmla="*/ 581883 h 2398711"/>
              <a:gd name="connsiteX57675" fmla="*/ 1290467 w 2119654"/>
              <a:gd name="connsiteY57675" fmla="*/ 584386 h 2398711"/>
              <a:gd name="connsiteX57676" fmla="*/ 1289464 w 2119654"/>
              <a:gd name="connsiteY57676" fmla="*/ 581073 h 2398711"/>
              <a:gd name="connsiteX57677" fmla="*/ 1333399 w 2119654"/>
              <a:gd name="connsiteY57677" fmla="*/ 481390 h 2398711"/>
              <a:gd name="connsiteX57678" fmla="*/ 1339544 w 2119654"/>
              <a:gd name="connsiteY57678" fmla="*/ 491416 h 2398711"/>
              <a:gd name="connsiteX57679" fmla="*/ 1339833 w 2119654"/>
              <a:gd name="connsiteY57679" fmla="*/ 491028 h 2398711"/>
              <a:gd name="connsiteX57680" fmla="*/ 1337796 w 2119654"/>
              <a:gd name="connsiteY57680" fmla="*/ 485730 h 2398711"/>
              <a:gd name="connsiteX57681" fmla="*/ 1289814 w 2119654"/>
              <a:gd name="connsiteY57681" fmla="*/ 578945 h 2398711"/>
              <a:gd name="connsiteX57682" fmla="*/ 1289766 w 2119654"/>
              <a:gd name="connsiteY57682" fmla="*/ 579058 h 2398711"/>
              <a:gd name="connsiteX57683" fmla="*/ 1291750 w 2119654"/>
              <a:gd name="connsiteY57683" fmla="*/ 581510 h 2398711"/>
              <a:gd name="connsiteX57684" fmla="*/ 1290706 w 2119654"/>
              <a:gd name="connsiteY57684" fmla="*/ 576877 h 2398711"/>
              <a:gd name="connsiteX57685" fmla="*/ 1290482 w 2119654"/>
              <a:gd name="connsiteY57685" fmla="*/ 577397 h 2398711"/>
              <a:gd name="connsiteX57686" fmla="*/ 1291664 w 2119654"/>
              <a:gd name="connsiteY57686" fmla="*/ 578963 h 2398711"/>
              <a:gd name="connsiteX57687" fmla="*/ 630380 w 2119654"/>
              <a:gd name="connsiteY57687" fmla="*/ 2055389 h 2398711"/>
              <a:gd name="connsiteX57688" fmla="*/ 632067 w 2119654"/>
              <a:gd name="connsiteY57688" fmla="*/ 2060818 h 2398711"/>
              <a:gd name="connsiteX57689" fmla="*/ 632391 w 2119654"/>
              <a:gd name="connsiteY57689" fmla="*/ 2056807 h 2398711"/>
              <a:gd name="connsiteX57690" fmla="*/ 632314 w 2119654"/>
              <a:gd name="connsiteY57690" fmla="*/ 2056805 h 2398711"/>
              <a:gd name="connsiteX57691" fmla="*/ 632057 w 2119654"/>
              <a:gd name="connsiteY57691" fmla="*/ 2056589 h 2398711"/>
              <a:gd name="connsiteX57692" fmla="*/ 632407 w 2119654"/>
              <a:gd name="connsiteY57692" fmla="*/ 2056601 h 2398711"/>
              <a:gd name="connsiteX57693" fmla="*/ 632530 w 2119654"/>
              <a:gd name="connsiteY57693" fmla="*/ 2055090 h 2398711"/>
              <a:gd name="connsiteX57694" fmla="*/ 1292028 w 2119654"/>
              <a:gd name="connsiteY57694" fmla="*/ 573808 h 2398711"/>
              <a:gd name="connsiteX57695" fmla="*/ 1290978 w 2119654"/>
              <a:gd name="connsiteY57695" fmla="*/ 576246 h 2398711"/>
              <a:gd name="connsiteX57696" fmla="*/ 1292858 w 2119654"/>
              <a:gd name="connsiteY57696" fmla="*/ 579942 h 2398711"/>
              <a:gd name="connsiteX57697" fmla="*/ 1293574 w 2119654"/>
              <a:gd name="connsiteY57697" fmla="*/ 581497 h 2398711"/>
              <a:gd name="connsiteX57698" fmla="*/ 1293770 w 2119654"/>
              <a:gd name="connsiteY57698" fmla="*/ 581757 h 2398711"/>
              <a:gd name="connsiteX57699" fmla="*/ 1293851 w 2119654"/>
              <a:gd name="connsiteY57699" fmla="*/ 580299 h 2398711"/>
              <a:gd name="connsiteX57700" fmla="*/ 1292630 w 2119654"/>
              <a:gd name="connsiteY57700" fmla="*/ 574542 h 2398711"/>
              <a:gd name="connsiteX57701" fmla="*/ 1292206 w 2119654"/>
              <a:gd name="connsiteY57701" fmla="*/ 573395 h 2398711"/>
              <a:gd name="connsiteX57702" fmla="*/ 1292186 w 2119654"/>
              <a:gd name="connsiteY57702" fmla="*/ 573442 h 2398711"/>
              <a:gd name="connsiteX57703" fmla="*/ 1292472 w 2119654"/>
              <a:gd name="connsiteY57703" fmla="*/ 573796 h 2398711"/>
              <a:gd name="connsiteX57704" fmla="*/ 1292462 w 2119654"/>
              <a:gd name="connsiteY57704" fmla="*/ 573747 h 2398711"/>
              <a:gd name="connsiteX57705" fmla="*/ 638404 w 2119654"/>
              <a:gd name="connsiteY57705" fmla="*/ 2037371 h 2398711"/>
              <a:gd name="connsiteX57706" fmla="*/ 640096 w 2119654"/>
              <a:gd name="connsiteY57706" fmla="*/ 2039597 h 2398711"/>
              <a:gd name="connsiteX57707" fmla="*/ 641840 w 2119654"/>
              <a:gd name="connsiteY57707" fmla="*/ 2039389 h 2398711"/>
              <a:gd name="connsiteX57708" fmla="*/ 645048 w 2119654"/>
              <a:gd name="connsiteY57708" fmla="*/ 2038368 h 2398711"/>
              <a:gd name="connsiteX57709" fmla="*/ 1292746 w 2119654"/>
              <a:gd name="connsiteY57709" fmla="*/ 572141 h 2398711"/>
              <a:gd name="connsiteX57710" fmla="*/ 1292575 w 2119654"/>
              <a:gd name="connsiteY57710" fmla="*/ 572539 h 2398711"/>
              <a:gd name="connsiteX57711" fmla="*/ 1292757 w 2119654"/>
              <a:gd name="connsiteY57711" fmla="*/ 573402 h 2398711"/>
              <a:gd name="connsiteX57712" fmla="*/ 1294129 w 2119654"/>
              <a:gd name="connsiteY57712" fmla="*/ 575291 h 2398711"/>
              <a:gd name="connsiteX57713" fmla="*/ 1294150 w 2119654"/>
              <a:gd name="connsiteY57713" fmla="*/ 574914 h 2398711"/>
              <a:gd name="connsiteX57714" fmla="*/ 1295371 w 2119654"/>
              <a:gd name="connsiteY57714" fmla="*/ 566051 h 2398711"/>
              <a:gd name="connsiteX57715" fmla="*/ 1295229 w 2119654"/>
              <a:gd name="connsiteY57715" fmla="*/ 566382 h 2398711"/>
              <a:gd name="connsiteX57716" fmla="*/ 1297109 w 2119654"/>
              <a:gd name="connsiteY57716" fmla="*/ 573102 h 2398711"/>
              <a:gd name="connsiteX57717" fmla="*/ 1298886 w 2119654"/>
              <a:gd name="connsiteY57717" fmla="*/ 575056 h 2398711"/>
              <a:gd name="connsiteX57718" fmla="*/ 1295735 w 2119654"/>
              <a:gd name="connsiteY57718" fmla="*/ 566742 h 2398711"/>
              <a:gd name="connsiteX57719" fmla="*/ 595305 w 2119654"/>
              <a:gd name="connsiteY57719" fmla="*/ 2133443 h 2398711"/>
              <a:gd name="connsiteX57720" fmla="*/ 616558 w 2119654"/>
              <a:gd name="connsiteY57720" fmla="*/ 2134008 h 2398711"/>
              <a:gd name="connsiteX57721" fmla="*/ 629110 w 2119654"/>
              <a:gd name="connsiteY57721" fmla="*/ 2134173 h 2398711"/>
              <a:gd name="connsiteX57722" fmla="*/ 629239 w 2119654"/>
              <a:gd name="connsiteY57722" fmla="*/ 2129288 h 2398711"/>
              <a:gd name="connsiteX57723" fmla="*/ 629291 w 2119654"/>
              <a:gd name="connsiteY57723" fmla="*/ 2127997 h 2398711"/>
              <a:gd name="connsiteX57724" fmla="*/ 614080 w 2119654"/>
              <a:gd name="connsiteY57724" fmla="*/ 2125311 h 2398711"/>
              <a:gd name="connsiteX57725" fmla="*/ 634345 w 2119654"/>
              <a:gd name="connsiteY57725" fmla="*/ 2045572 h 2398711"/>
              <a:gd name="connsiteX57726" fmla="*/ 634317 w 2119654"/>
              <a:gd name="connsiteY57726" fmla="*/ 2045927 h 2398711"/>
              <a:gd name="connsiteX57727" fmla="*/ 635048 w 2119654"/>
              <a:gd name="connsiteY57727" fmla="*/ 2045645 h 2398711"/>
              <a:gd name="connsiteX57728" fmla="*/ 636039 w 2119654"/>
              <a:gd name="connsiteY57728" fmla="*/ 2041378 h 2398711"/>
              <a:gd name="connsiteX57729" fmla="*/ 636237 w 2119654"/>
              <a:gd name="connsiteY57729" fmla="*/ 2045035 h 2398711"/>
              <a:gd name="connsiteX57730" fmla="*/ 636554 w 2119654"/>
              <a:gd name="connsiteY57730" fmla="*/ 2045066 h 2398711"/>
              <a:gd name="connsiteX57731" fmla="*/ 641240 w 2119654"/>
              <a:gd name="connsiteY57731" fmla="*/ 2043265 h 2398711"/>
              <a:gd name="connsiteX57732" fmla="*/ 639187 w 2119654"/>
              <a:gd name="connsiteY57732" fmla="*/ 2040566 h 2398711"/>
              <a:gd name="connsiteX57733" fmla="*/ 638702 w 2119654"/>
              <a:gd name="connsiteY57733" fmla="*/ 2040623 h 2398711"/>
              <a:gd name="connsiteX57734" fmla="*/ 636175 w 2119654"/>
              <a:gd name="connsiteY57734" fmla="*/ 2041428 h 2398711"/>
              <a:gd name="connsiteX57735" fmla="*/ 630115 w 2119654"/>
              <a:gd name="connsiteY57735" fmla="*/ 2054533 h 2398711"/>
              <a:gd name="connsiteX57736" fmla="*/ 630290 w 2119654"/>
              <a:gd name="connsiteY57736" fmla="*/ 2055097 h 2398711"/>
              <a:gd name="connsiteX57737" fmla="*/ 632498 w 2119654"/>
              <a:gd name="connsiteY57737" fmla="*/ 2054791 h 2398711"/>
              <a:gd name="connsiteX57738" fmla="*/ 630538 w 2119654"/>
              <a:gd name="connsiteY57738" fmla="*/ 2054371 h 2398711"/>
              <a:gd name="connsiteX57739" fmla="*/ 636016 w 2119654"/>
              <a:gd name="connsiteY57739" fmla="*/ 2040943 h 2398711"/>
              <a:gd name="connsiteX57740" fmla="*/ 636032 w 2119654"/>
              <a:gd name="connsiteY57740" fmla="*/ 2041238 h 2398711"/>
              <a:gd name="connsiteX57741" fmla="*/ 637518 w 2119654"/>
              <a:gd name="connsiteY57741" fmla="*/ 2040764 h 2398711"/>
              <a:gd name="connsiteX57742" fmla="*/ 1313671 w 2119654"/>
              <a:gd name="connsiteY57742" fmla="*/ 523412 h 2398711"/>
              <a:gd name="connsiteX57743" fmla="*/ 1314854 w 2119654"/>
              <a:gd name="connsiteY57743" fmla="*/ 527007 h 2398711"/>
              <a:gd name="connsiteX57744" fmla="*/ 1315340 w 2119654"/>
              <a:gd name="connsiteY57744" fmla="*/ 526298 h 2398711"/>
              <a:gd name="connsiteX57745" fmla="*/ 650883 w 2119654"/>
              <a:gd name="connsiteY57745" fmla="*/ 2006310 h 2398711"/>
              <a:gd name="connsiteX57746" fmla="*/ 650990 w 2119654"/>
              <a:gd name="connsiteY57746" fmla="*/ 2006947 h 2398711"/>
              <a:gd name="connsiteX57747" fmla="*/ 651240 w 2119654"/>
              <a:gd name="connsiteY57747" fmla="*/ 2006770 h 2398711"/>
              <a:gd name="connsiteX57748" fmla="*/ 643960 w 2119654"/>
              <a:gd name="connsiteY57748" fmla="*/ 2021266 h 2398711"/>
              <a:gd name="connsiteX57749" fmla="*/ 643961 w 2119654"/>
              <a:gd name="connsiteY57749" fmla="*/ 2021658 h 2398711"/>
              <a:gd name="connsiteX57750" fmla="*/ 643968 w 2119654"/>
              <a:gd name="connsiteY57750" fmla="*/ 2021895 h 2398711"/>
              <a:gd name="connsiteX57751" fmla="*/ 644729 w 2119654"/>
              <a:gd name="connsiteY57751" fmla="*/ 2021534 h 2398711"/>
              <a:gd name="connsiteX57752" fmla="*/ 1313337 w 2119654"/>
              <a:gd name="connsiteY57752" fmla="*/ 521747 h 2398711"/>
              <a:gd name="connsiteX57753" fmla="*/ 1313619 w 2119654"/>
              <a:gd name="connsiteY57753" fmla="*/ 522221 h 2398711"/>
              <a:gd name="connsiteX57754" fmla="*/ 1315685 w 2119654"/>
              <a:gd name="connsiteY57754" fmla="*/ 525793 h 2398711"/>
              <a:gd name="connsiteX57755" fmla="*/ 1315737 w 2119654"/>
              <a:gd name="connsiteY57755" fmla="*/ 525716 h 2398711"/>
              <a:gd name="connsiteX57756" fmla="*/ 1315742 w 2119654"/>
              <a:gd name="connsiteY57756" fmla="*/ 524741 h 2398711"/>
              <a:gd name="connsiteX57757" fmla="*/ 634707 w 2119654"/>
              <a:gd name="connsiteY57757" fmla="*/ 2041098 h 2398711"/>
              <a:gd name="connsiteX57758" fmla="*/ 634404 w 2119654"/>
              <a:gd name="connsiteY57758" fmla="*/ 2044848 h 2398711"/>
              <a:gd name="connsiteX57759" fmla="*/ 635909 w 2119654"/>
              <a:gd name="connsiteY57759" fmla="*/ 2045002 h 2398711"/>
              <a:gd name="connsiteX57760" fmla="*/ 635635 w 2119654"/>
              <a:gd name="connsiteY57760" fmla="*/ 2040988 h 2398711"/>
              <a:gd name="connsiteX57761" fmla="*/ 585066 w 2119654"/>
              <a:gd name="connsiteY57761" fmla="*/ 2151906 h 2398711"/>
              <a:gd name="connsiteX57762" fmla="*/ 592392 w 2119654"/>
              <a:gd name="connsiteY57762" fmla="*/ 2153430 h 2398711"/>
              <a:gd name="connsiteX57763" fmla="*/ 610576 w 2119654"/>
              <a:gd name="connsiteY57763" fmla="*/ 2156460 h 2398711"/>
              <a:gd name="connsiteX57764" fmla="*/ 627466 w 2119654"/>
              <a:gd name="connsiteY57764" fmla="*/ 2152903 h 2398711"/>
              <a:gd name="connsiteX57765" fmla="*/ 627706 w 2119654"/>
              <a:gd name="connsiteY57765" fmla="*/ 2151534 h 2398711"/>
              <a:gd name="connsiteX57766" fmla="*/ 624274 w 2119654"/>
              <a:gd name="connsiteY57766" fmla="*/ 2153047 h 2398711"/>
              <a:gd name="connsiteX57767" fmla="*/ 624001 w 2119654"/>
              <a:gd name="connsiteY57767" fmla="*/ 2152950 h 2398711"/>
              <a:gd name="connsiteX57768" fmla="*/ 627747 w 2119654"/>
              <a:gd name="connsiteY57768" fmla="*/ 2151298 h 2398711"/>
              <a:gd name="connsiteX57769" fmla="*/ 628820 w 2119654"/>
              <a:gd name="connsiteY57769" fmla="*/ 2145171 h 2398711"/>
              <a:gd name="connsiteX57770" fmla="*/ 628872 w 2119654"/>
              <a:gd name="connsiteY57770" fmla="*/ 2143201 h 2398711"/>
              <a:gd name="connsiteX57771" fmla="*/ 1331730 w 2119654"/>
              <a:gd name="connsiteY57771" fmla="*/ 479744 h 2398711"/>
              <a:gd name="connsiteX57772" fmla="*/ 1331826 w 2119654"/>
              <a:gd name="connsiteY57772" fmla="*/ 480227 h 2398711"/>
              <a:gd name="connsiteX57773" fmla="*/ 1333868 w 2119654"/>
              <a:gd name="connsiteY57773" fmla="*/ 487315 h 2398711"/>
              <a:gd name="connsiteX57774" fmla="*/ 1334129 w 2119654"/>
              <a:gd name="connsiteY57774" fmla="*/ 488268 h 2398711"/>
              <a:gd name="connsiteX57775" fmla="*/ 1337845 w 2119654"/>
              <a:gd name="connsiteY57775" fmla="*/ 493697 h 2398711"/>
              <a:gd name="connsiteX57776" fmla="*/ 1339305 w 2119654"/>
              <a:gd name="connsiteY57776" fmla="*/ 491737 h 2398711"/>
              <a:gd name="connsiteX57777" fmla="*/ 1332294 w 2119654"/>
              <a:gd name="connsiteY57777" fmla="*/ 480300 h 2398711"/>
              <a:gd name="connsiteX57778" fmla="*/ 1303403 w 2119654"/>
              <a:gd name="connsiteY57778" fmla="*/ 542988 h 2398711"/>
              <a:gd name="connsiteX57779" fmla="*/ 1303422 w 2119654"/>
              <a:gd name="connsiteY57779" fmla="*/ 543033 h 2398711"/>
              <a:gd name="connsiteX57780" fmla="*/ 1303741 w 2119654"/>
              <a:gd name="connsiteY57780" fmla="*/ 544360 h 2398711"/>
              <a:gd name="connsiteX57781" fmla="*/ 1304203 w 2119654"/>
              <a:gd name="connsiteY57781" fmla="*/ 544894 h 2398711"/>
              <a:gd name="connsiteX57782" fmla="*/ 1304299 w 2119654"/>
              <a:gd name="connsiteY57782" fmla="*/ 544727 h 2398711"/>
              <a:gd name="connsiteX57783" fmla="*/ 1348939 w 2119654"/>
              <a:gd name="connsiteY57783" fmla="*/ 441013 h 2398711"/>
              <a:gd name="connsiteX57784" fmla="*/ 1355875 w 2119654"/>
              <a:gd name="connsiteY57784" fmla="*/ 469361 h 2398711"/>
              <a:gd name="connsiteX57785" fmla="*/ 1355842 w 2119654"/>
              <a:gd name="connsiteY57785" fmla="*/ 465158 h 2398711"/>
              <a:gd name="connsiteX57786" fmla="*/ 1356123 w 2119654"/>
              <a:gd name="connsiteY57786" fmla="*/ 465450 h 2398711"/>
              <a:gd name="connsiteX57787" fmla="*/ 1356152 w 2119654"/>
              <a:gd name="connsiteY57787" fmla="*/ 469110 h 2398711"/>
              <a:gd name="connsiteX57788" fmla="*/ 1359899 w 2119654"/>
              <a:gd name="connsiteY57788" fmla="*/ 464076 h 2398711"/>
              <a:gd name="connsiteX57789" fmla="*/ 1362298 w 2119654"/>
              <a:gd name="connsiteY57789" fmla="*/ 460945 h 2398711"/>
              <a:gd name="connsiteX57790" fmla="*/ 1316200 w 2119654"/>
              <a:gd name="connsiteY57790" fmla="*/ 513939 h 2398711"/>
              <a:gd name="connsiteX57791" fmla="*/ 1316169 w 2119654"/>
              <a:gd name="connsiteY57791" fmla="*/ 522073 h 2398711"/>
              <a:gd name="connsiteX57792" fmla="*/ 1316661 w 2119654"/>
              <a:gd name="connsiteY57792" fmla="*/ 523525 h 2398711"/>
              <a:gd name="connsiteX57793" fmla="*/ 639625 w 2119654"/>
              <a:gd name="connsiteY57793" fmla="*/ 2028894 h 2398711"/>
              <a:gd name="connsiteX57794" fmla="*/ 640843 w 2119654"/>
              <a:gd name="connsiteY57794" fmla="*/ 2029177 h 2398711"/>
              <a:gd name="connsiteX57795" fmla="*/ 644122 w 2119654"/>
              <a:gd name="connsiteY57795" fmla="*/ 2028451 h 2398711"/>
              <a:gd name="connsiteX57796" fmla="*/ 644074 w 2119654"/>
              <a:gd name="connsiteY57796" fmla="*/ 2027021 h 2398711"/>
              <a:gd name="connsiteX57797" fmla="*/ 641048 w 2119654"/>
              <a:gd name="connsiteY57797" fmla="*/ 2028216 h 2398711"/>
              <a:gd name="connsiteX57798" fmla="*/ 635821 w 2119654"/>
              <a:gd name="connsiteY57798" fmla="*/ 2037342 h 2398711"/>
              <a:gd name="connsiteX57799" fmla="*/ 635969 w 2119654"/>
              <a:gd name="connsiteY57799" fmla="*/ 2040086 h 2398711"/>
              <a:gd name="connsiteX57800" fmla="*/ 638585 w 2119654"/>
              <a:gd name="connsiteY57800" fmla="*/ 2039776 h 2398711"/>
              <a:gd name="connsiteX57801" fmla="*/ 636544 w 2119654"/>
              <a:gd name="connsiteY57801" fmla="*/ 2037092 h 2398711"/>
              <a:gd name="connsiteX57802" fmla="*/ 636510 w 2119654"/>
              <a:gd name="connsiteY57802" fmla="*/ 2037087 h 2398711"/>
              <a:gd name="connsiteX57803" fmla="*/ 627724 w 2119654"/>
              <a:gd name="connsiteY57803" fmla="*/ 2055452 h 2398711"/>
              <a:gd name="connsiteX57804" fmla="*/ 629522 w 2119654"/>
              <a:gd name="connsiteY57804" fmla="*/ 2055203 h 2398711"/>
              <a:gd name="connsiteX57805" fmla="*/ 629399 w 2119654"/>
              <a:gd name="connsiteY57805" fmla="*/ 2054808 h 2398711"/>
              <a:gd name="connsiteX57806" fmla="*/ 1308368 w 2119654"/>
              <a:gd name="connsiteY57806" fmla="*/ 531021 h 2398711"/>
              <a:gd name="connsiteX57807" fmla="*/ 1309511 w 2119654"/>
              <a:gd name="connsiteY57807" fmla="*/ 533244 h 2398711"/>
              <a:gd name="connsiteX57808" fmla="*/ 1309234 w 2119654"/>
              <a:gd name="connsiteY57808" fmla="*/ 532403 h 2398711"/>
              <a:gd name="connsiteX57809" fmla="*/ 1287264 w 2119654"/>
              <a:gd name="connsiteY57809" fmla="*/ 578255 h 2398711"/>
              <a:gd name="connsiteX57810" fmla="*/ 1287283 w 2119654"/>
              <a:gd name="connsiteY57810" fmla="*/ 578486 h 2398711"/>
              <a:gd name="connsiteX57811" fmla="*/ 1287340 w 2119654"/>
              <a:gd name="connsiteY57811" fmla="*/ 578354 h 2398711"/>
              <a:gd name="connsiteX57812" fmla="*/ 642115 w 2119654"/>
              <a:gd name="connsiteY57812" fmla="*/ 2021955 h 2398711"/>
              <a:gd name="connsiteX57813" fmla="*/ 643174 w 2119654"/>
              <a:gd name="connsiteY57813" fmla="*/ 2022274 h 2398711"/>
              <a:gd name="connsiteX57814" fmla="*/ 643905 w 2119654"/>
              <a:gd name="connsiteY57814" fmla="*/ 2021926 h 2398711"/>
              <a:gd name="connsiteX57815" fmla="*/ 643884 w 2119654"/>
              <a:gd name="connsiteY57815" fmla="*/ 2021305 h 2398711"/>
              <a:gd name="connsiteX57816" fmla="*/ 643706 w 2119654"/>
              <a:gd name="connsiteY57816" fmla="*/ 2021398 h 2398711"/>
              <a:gd name="connsiteX57817" fmla="*/ 634985 w 2119654"/>
              <a:gd name="connsiteY57817" fmla="*/ 2037650 h 2398711"/>
              <a:gd name="connsiteX57818" fmla="*/ 634777 w 2119654"/>
              <a:gd name="connsiteY57818" fmla="*/ 2040228 h 2398711"/>
              <a:gd name="connsiteX57819" fmla="*/ 635577 w 2119654"/>
              <a:gd name="connsiteY57819" fmla="*/ 2040132 h 2398711"/>
              <a:gd name="connsiteX57820" fmla="*/ 635398 w 2119654"/>
              <a:gd name="connsiteY57820" fmla="*/ 2037497 h 2398711"/>
              <a:gd name="connsiteX57821" fmla="*/ 635048 w 2119654"/>
              <a:gd name="connsiteY57821" fmla="*/ 2036868 h 2398711"/>
              <a:gd name="connsiteX57822" fmla="*/ 635044 w 2119654"/>
              <a:gd name="connsiteY57822" fmla="*/ 2036920 h 2398711"/>
              <a:gd name="connsiteX57823" fmla="*/ 635145 w 2119654"/>
              <a:gd name="connsiteY57823" fmla="*/ 2036883 h 2398711"/>
              <a:gd name="connsiteX57824" fmla="*/ 632526 w 2119654"/>
              <a:gd name="connsiteY57824" fmla="*/ 2041358 h 2398711"/>
              <a:gd name="connsiteX57825" fmla="*/ 633213 w 2119654"/>
              <a:gd name="connsiteY57825" fmla="*/ 2044727 h 2398711"/>
              <a:gd name="connsiteX57826" fmla="*/ 633366 w 2119654"/>
              <a:gd name="connsiteY57826" fmla="*/ 2044742 h 2398711"/>
              <a:gd name="connsiteX57827" fmla="*/ 633650 w 2119654"/>
              <a:gd name="connsiteY57827" fmla="*/ 2041223 h 2398711"/>
              <a:gd name="connsiteX57828" fmla="*/ 1287012 w 2119654"/>
              <a:gd name="connsiteY57828" fmla="*/ 575228 h 2398711"/>
              <a:gd name="connsiteX57829" fmla="*/ 1287051 w 2119654"/>
              <a:gd name="connsiteY57829" fmla="*/ 575703 h 2398711"/>
              <a:gd name="connsiteX57830" fmla="*/ 1287985 w 2119654"/>
              <a:gd name="connsiteY57830" fmla="*/ 576857 h 2398711"/>
              <a:gd name="connsiteX57831" fmla="*/ 1288078 w 2119654"/>
              <a:gd name="connsiteY57831" fmla="*/ 576642 h 2398711"/>
              <a:gd name="connsiteX57832" fmla="*/ 1291100 w 2119654"/>
              <a:gd name="connsiteY57832" fmla="*/ 565585 h 2398711"/>
              <a:gd name="connsiteX57833" fmla="*/ 1291352 w 2119654"/>
              <a:gd name="connsiteY57833" fmla="*/ 566772 h 2398711"/>
              <a:gd name="connsiteX57834" fmla="*/ 1291870 w 2119654"/>
              <a:gd name="connsiteY57834" fmla="*/ 567341 h 2398711"/>
              <a:gd name="connsiteX57835" fmla="*/ 630075 w 2119654"/>
              <a:gd name="connsiteY57835" fmla="*/ 2045129 h 2398711"/>
              <a:gd name="connsiteX57836" fmla="*/ 632834 w 2119654"/>
              <a:gd name="connsiteY57836" fmla="*/ 2046496 h 2398711"/>
              <a:gd name="connsiteX57837" fmla="*/ 633054 w 2119654"/>
              <a:gd name="connsiteY57837" fmla="*/ 2046412 h 2398711"/>
              <a:gd name="connsiteX57838" fmla="*/ 632852 w 2119654"/>
              <a:gd name="connsiteY57838" fmla="*/ 2045417 h 2398711"/>
              <a:gd name="connsiteX57839" fmla="*/ 1319007 w 2119654"/>
              <a:gd name="connsiteY57839" fmla="*/ 501855 h 2398711"/>
              <a:gd name="connsiteX57840" fmla="*/ 1321232 w 2119654"/>
              <a:gd name="connsiteY57840" fmla="*/ 517687 h 2398711"/>
              <a:gd name="connsiteX57841" fmla="*/ 1326151 w 2119654"/>
              <a:gd name="connsiteY57841" fmla="*/ 510497 h 2398711"/>
              <a:gd name="connsiteX57842" fmla="*/ 624084 w 2119654"/>
              <a:gd name="connsiteY57842" fmla="*/ 2056851 h 2398711"/>
              <a:gd name="connsiteX57843" fmla="*/ 624938 w 2119654"/>
              <a:gd name="connsiteY57843" fmla="*/ 2064862 h 2398711"/>
              <a:gd name="connsiteX57844" fmla="*/ 626929 w 2119654"/>
              <a:gd name="connsiteY57844" fmla="*/ 2065729 h 2398711"/>
              <a:gd name="connsiteX57845" fmla="*/ 631849 w 2119654"/>
              <a:gd name="connsiteY57845" fmla="*/ 2064326 h 2398711"/>
              <a:gd name="connsiteX57846" fmla="*/ 631907 w 2119654"/>
              <a:gd name="connsiteY57846" fmla="*/ 2062882 h 2398711"/>
              <a:gd name="connsiteX57847" fmla="*/ 629613 w 2119654"/>
              <a:gd name="connsiteY57847" fmla="*/ 2055495 h 2398711"/>
              <a:gd name="connsiteX57848" fmla="*/ 626486 w 2119654"/>
              <a:gd name="connsiteY57848" fmla="*/ 2055928 h 2398711"/>
              <a:gd name="connsiteX57849" fmla="*/ 1366196 w 2119654"/>
              <a:gd name="connsiteY57849" fmla="*/ 394819 h 2398711"/>
              <a:gd name="connsiteX57850" fmla="*/ 1367836 w 2119654"/>
              <a:gd name="connsiteY57850" fmla="*/ 400496 h 2398711"/>
              <a:gd name="connsiteX57851" fmla="*/ 1367959 w 2119654"/>
              <a:gd name="connsiteY57851" fmla="*/ 400728 h 2398711"/>
              <a:gd name="connsiteX57852" fmla="*/ 1369695 w 2119654"/>
              <a:gd name="connsiteY57852" fmla="*/ 404122 h 2398711"/>
              <a:gd name="connsiteX57853" fmla="*/ 1388696 w 2119654"/>
              <a:gd name="connsiteY57853" fmla="*/ 389625 h 2398711"/>
              <a:gd name="connsiteX57854" fmla="*/ 1385826 w 2119654"/>
              <a:gd name="connsiteY57854" fmla="*/ 377583 h 2398711"/>
              <a:gd name="connsiteX57855" fmla="*/ 1384732 w 2119654"/>
              <a:gd name="connsiteY57855" fmla="*/ 373252 h 2398711"/>
              <a:gd name="connsiteX57856" fmla="*/ 1318598 w 2119654"/>
              <a:gd name="connsiteY57856" fmla="*/ 501360 h 2398711"/>
              <a:gd name="connsiteX57857" fmla="*/ 1320098 w 2119654"/>
              <a:gd name="connsiteY57857" fmla="*/ 519344 h 2398711"/>
              <a:gd name="connsiteX57858" fmla="*/ 1321006 w 2119654"/>
              <a:gd name="connsiteY57858" fmla="*/ 518017 h 2398711"/>
              <a:gd name="connsiteX57859" fmla="*/ 1319992 w 2119654"/>
              <a:gd name="connsiteY57859" fmla="*/ 510023 h 2398711"/>
              <a:gd name="connsiteX57860" fmla="*/ 1318811 w 2119654"/>
              <a:gd name="connsiteY57860" fmla="*/ 501617 h 2398711"/>
              <a:gd name="connsiteX57861" fmla="*/ 631994 w 2119654"/>
              <a:gd name="connsiteY57861" fmla="*/ 2038753 h 2398711"/>
              <a:gd name="connsiteX57862" fmla="*/ 632354 w 2119654"/>
              <a:gd name="connsiteY57862" fmla="*/ 2040515 h 2398711"/>
              <a:gd name="connsiteX57863" fmla="*/ 633720 w 2119654"/>
              <a:gd name="connsiteY57863" fmla="*/ 2040353 h 2398711"/>
              <a:gd name="connsiteX57864" fmla="*/ 633907 w 2119654"/>
              <a:gd name="connsiteY57864" fmla="*/ 2038048 h 2398711"/>
              <a:gd name="connsiteX57865" fmla="*/ 1301834 w 2119654"/>
              <a:gd name="connsiteY57865" fmla="*/ 538820 h 2398711"/>
              <a:gd name="connsiteX57866" fmla="*/ 1304653 w 2119654"/>
              <a:gd name="connsiteY57866" fmla="*/ 544120 h 2398711"/>
              <a:gd name="connsiteX57867" fmla="*/ 1305268 w 2119654"/>
              <a:gd name="connsiteY57867" fmla="*/ 543062 h 2398711"/>
              <a:gd name="connsiteX57868" fmla="*/ 1304610 w 2119654"/>
              <a:gd name="connsiteY57868" fmla="*/ 541783 h 2398711"/>
              <a:gd name="connsiteX57869" fmla="*/ 638798 w 2119654"/>
              <a:gd name="connsiteY57869" fmla="*/ 2023117 h 2398711"/>
              <a:gd name="connsiteX57870" fmla="*/ 638386 w 2119654"/>
              <a:gd name="connsiteY57870" fmla="*/ 2024554 h 2398711"/>
              <a:gd name="connsiteX57871" fmla="*/ 640648 w 2119654"/>
              <a:gd name="connsiteY57871" fmla="*/ 2023477 h 2398711"/>
              <a:gd name="connsiteX57872" fmla="*/ 639101 w 2119654"/>
              <a:gd name="connsiteY57872" fmla="*/ 2023012 h 2398711"/>
              <a:gd name="connsiteX57873" fmla="*/ 1286751 w 2119654"/>
              <a:gd name="connsiteY57873" fmla="*/ 572108 h 2398711"/>
              <a:gd name="connsiteX57874" fmla="*/ 1286783 w 2119654"/>
              <a:gd name="connsiteY57874" fmla="*/ 572496 h 2398711"/>
              <a:gd name="connsiteX57875" fmla="*/ 1286925 w 2119654"/>
              <a:gd name="connsiteY57875" fmla="*/ 572683 h 2398711"/>
              <a:gd name="connsiteX57876" fmla="*/ 645514 w 2119654"/>
              <a:gd name="connsiteY57876" fmla="*/ 2007767 h 2398711"/>
              <a:gd name="connsiteX57877" fmla="*/ 645698 w 2119654"/>
              <a:gd name="connsiteY57877" fmla="*/ 2008435 h 2398711"/>
              <a:gd name="connsiteX57878" fmla="*/ 648308 w 2119654"/>
              <a:gd name="connsiteY57878" fmla="*/ 2008845 h 2398711"/>
              <a:gd name="connsiteX57879" fmla="*/ 648208 w 2119654"/>
              <a:gd name="connsiteY57879" fmla="*/ 2008252 h 2398711"/>
              <a:gd name="connsiteX57880" fmla="*/ 1365353 w 2119654"/>
              <a:gd name="connsiteY57880" fmla="*/ 395800 h 2398711"/>
              <a:gd name="connsiteX57881" fmla="*/ 1366945 w 2119654"/>
              <a:gd name="connsiteY57881" fmla="*/ 398812 h 2398711"/>
              <a:gd name="connsiteX57882" fmla="*/ 1365895 w 2119654"/>
              <a:gd name="connsiteY57882" fmla="*/ 395170 h 2398711"/>
              <a:gd name="connsiteX57883" fmla="*/ 1283480 w 2119654"/>
              <a:gd name="connsiteY57883" fmla="*/ 578848 h 2398711"/>
              <a:gd name="connsiteX57884" fmla="*/ 1283428 w 2119654"/>
              <a:gd name="connsiteY57884" fmla="*/ 579293 h 2398711"/>
              <a:gd name="connsiteX57885" fmla="*/ 1284059 w 2119654"/>
              <a:gd name="connsiteY57885" fmla="*/ 581701 h 2398711"/>
              <a:gd name="connsiteX57886" fmla="*/ 1284855 w 2119654"/>
              <a:gd name="connsiteY57886" fmla="*/ 582899 h 2398711"/>
              <a:gd name="connsiteX57887" fmla="*/ 1284644 w 2119654"/>
              <a:gd name="connsiteY57887" fmla="*/ 580365 h 2398711"/>
              <a:gd name="connsiteX57888" fmla="*/ 627661 w 2119654"/>
              <a:gd name="connsiteY57888" fmla="*/ 2046632 h 2398711"/>
              <a:gd name="connsiteX57889" fmla="*/ 628175 w 2119654"/>
              <a:gd name="connsiteY57889" fmla="*/ 2048287 h 2398711"/>
              <a:gd name="connsiteX57890" fmla="*/ 630459 w 2119654"/>
              <a:gd name="connsiteY57890" fmla="*/ 2047409 h 2398711"/>
              <a:gd name="connsiteX57891" fmla="*/ 1336254 w 2119654"/>
              <a:gd name="connsiteY57891" fmla="*/ 459938 h 2398711"/>
              <a:gd name="connsiteX57892" fmla="*/ 1337650 w 2119654"/>
              <a:gd name="connsiteY57892" fmla="*/ 463257 h 2398711"/>
              <a:gd name="connsiteX57893" fmla="*/ 1345163 w 2119654"/>
              <a:gd name="connsiteY57893" fmla="*/ 479105 h 2398711"/>
              <a:gd name="connsiteX57894" fmla="*/ 1345922 w 2119654"/>
              <a:gd name="connsiteY57894" fmla="*/ 470272 h 2398711"/>
              <a:gd name="connsiteX57895" fmla="*/ 631670 w 2119654"/>
              <a:gd name="connsiteY57895" fmla="*/ 2037167 h 2398711"/>
              <a:gd name="connsiteX57896" fmla="*/ 631861 w 2119654"/>
              <a:gd name="connsiteY57896" fmla="*/ 2038101 h 2398711"/>
              <a:gd name="connsiteX57897" fmla="*/ 633966 w 2119654"/>
              <a:gd name="connsiteY57897" fmla="*/ 2037320 h 2398711"/>
              <a:gd name="connsiteX57898" fmla="*/ 634015 w 2119654"/>
              <a:gd name="connsiteY57898" fmla="*/ 2036713 h 2398711"/>
              <a:gd name="connsiteX57899" fmla="*/ 633827 w 2119654"/>
              <a:gd name="connsiteY57899" fmla="*/ 2036685 h 2398711"/>
              <a:gd name="connsiteX57900" fmla="*/ 1304246 w 2119654"/>
              <a:gd name="connsiteY57900" fmla="*/ 529173 h 2398711"/>
              <a:gd name="connsiteX57901" fmla="*/ 1304373 w 2119654"/>
              <a:gd name="connsiteY57901" fmla="*/ 530326 h 2398711"/>
              <a:gd name="connsiteX57902" fmla="*/ 1304808 w 2119654"/>
              <a:gd name="connsiteY57902" fmla="*/ 530739 h 2398711"/>
              <a:gd name="connsiteX57903" fmla="*/ 642430 w 2119654"/>
              <a:gd name="connsiteY57903" fmla="*/ 2011018 h 2398711"/>
              <a:gd name="connsiteX57904" fmla="*/ 641976 w 2119654"/>
              <a:gd name="connsiteY57904" fmla="*/ 2012523 h 2398711"/>
              <a:gd name="connsiteX57905" fmla="*/ 643124 w 2119654"/>
              <a:gd name="connsiteY57905" fmla="*/ 2011920 h 2398711"/>
              <a:gd name="connsiteX57906" fmla="*/ 642922 w 2119654"/>
              <a:gd name="connsiteY57906" fmla="*/ 2011047 h 2398711"/>
              <a:gd name="connsiteX57907" fmla="*/ 1284024 w 2119654"/>
              <a:gd name="connsiteY57907" fmla="*/ 574305 h 2398711"/>
              <a:gd name="connsiteX57908" fmla="*/ 1283850 w 2119654"/>
              <a:gd name="connsiteY57908" fmla="*/ 575754 h 2398711"/>
              <a:gd name="connsiteX57909" fmla="*/ 1284309 w 2119654"/>
              <a:gd name="connsiteY57909" fmla="*/ 576352 h 2398711"/>
              <a:gd name="connsiteX57910" fmla="*/ 1284187 w 2119654"/>
              <a:gd name="connsiteY57910" fmla="*/ 574882 h 2398711"/>
              <a:gd name="connsiteX57911" fmla="*/ 644880 w 2119654"/>
              <a:gd name="connsiteY57911" fmla="*/ 2005464 h 2398711"/>
              <a:gd name="connsiteX57912" fmla="*/ 645483 w 2119654"/>
              <a:gd name="connsiteY57912" fmla="*/ 2007656 h 2398711"/>
              <a:gd name="connsiteX57913" fmla="*/ 648190 w 2119654"/>
              <a:gd name="connsiteY57913" fmla="*/ 2008143 h 2398711"/>
              <a:gd name="connsiteX57914" fmla="*/ 647733 w 2119654"/>
              <a:gd name="connsiteY57914" fmla="*/ 2005408 h 2398711"/>
              <a:gd name="connsiteX57915" fmla="*/ 645165 w 2119654"/>
              <a:gd name="connsiteY57915" fmla="*/ 2004757 h 2398711"/>
              <a:gd name="connsiteX57916" fmla="*/ 647617 w 2119654"/>
              <a:gd name="connsiteY57916" fmla="*/ 2004709 h 2398711"/>
              <a:gd name="connsiteX57917" fmla="*/ 647492 w 2119654"/>
              <a:gd name="connsiteY57917" fmla="*/ 2003963 h 2398711"/>
              <a:gd name="connsiteX57918" fmla="*/ 627098 w 2119654"/>
              <a:gd name="connsiteY57918" fmla="*/ 2044820 h 2398711"/>
              <a:gd name="connsiteX57919" fmla="*/ 627464 w 2119654"/>
              <a:gd name="connsiteY57919" fmla="*/ 2045997 h 2398711"/>
              <a:gd name="connsiteX57920" fmla="*/ 631334 w 2119654"/>
              <a:gd name="connsiteY57920" fmla="*/ 2047073 h 2398711"/>
              <a:gd name="connsiteX57921" fmla="*/ 632627 w 2119654"/>
              <a:gd name="connsiteY57921" fmla="*/ 2046575 h 2398711"/>
              <a:gd name="connsiteX57922" fmla="*/ 629610 w 2119654"/>
              <a:gd name="connsiteY57922" fmla="*/ 2045081 h 2398711"/>
              <a:gd name="connsiteX57923" fmla="*/ 1289943 w 2119654"/>
              <a:gd name="connsiteY57923" fmla="*/ 560125 h 2398711"/>
              <a:gd name="connsiteX57924" fmla="*/ 1290860 w 2119654"/>
              <a:gd name="connsiteY57924" fmla="*/ 564455 h 2398711"/>
              <a:gd name="connsiteX57925" fmla="*/ 1292106 w 2119654"/>
              <a:gd name="connsiteY57925" fmla="*/ 567296 h 2398711"/>
              <a:gd name="connsiteX57926" fmla="*/ 1292780 w 2119654"/>
              <a:gd name="connsiteY57926" fmla="*/ 565733 h 2398711"/>
              <a:gd name="connsiteX57927" fmla="*/ 1291064 w 2119654"/>
              <a:gd name="connsiteY57927" fmla="*/ 559602 h 2398711"/>
              <a:gd name="connsiteX57928" fmla="*/ 1290498 w 2119654"/>
              <a:gd name="connsiteY57928" fmla="*/ 558896 h 2398711"/>
              <a:gd name="connsiteX57929" fmla="*/ 1289445 w 2119654"/>
              <a:gd name="connsiteY57929" fmla="*/ 561227 h 2398711"/>
              <a:gd name="connsiteX57930" fmla="*/ 1290147 w 2119654"/>
              <a:gd name="connsiteY57930" fmla="*/ 562827 h 2398711"/>
              <a:gd name="connsiteX57931" fmla="*/ 1289692 w 2119654"/>
              <a:gd name="connsiteY57931" fmla="*/ 560681 h 2398711"/>
              <a:gd name="connsiteX57932" fmla="*/ 1288598 w 2119654"/>
              <a:gd name="connsiteY57932" fmla="*/ 563104 h 2398711"/>
              <a:gd name="connsiteX57933" fmla="*/ 1289328 w 2119654"/>
              <a:gd name="connsiteY57933" fmla="*/ 564547 h 2398711"/>
              <a:gd name="connsiteX57934" fmla="*/ 1290872 w 2119654"/>
              <a:gd name="connsiteY57934" fmla="*/ 566243 h 2398711"/>
              <a:gd name="connsiteX57935" fmla="*/ 1290386 w 2119654"/>
              <a:gd name="connsiteY57935" fmla="*/ 563956 h 2398711"/>
              <a:gd name="connsiteX57936" fmla="*/ 1289316 w 2119654"/>
              <a:gd name="connsiteY57936" fmla="*/ 561513 h 2398711"/>
              <a:gd name="connsiteX57937" fmla="*/ 1287326 w 2119654"/>
              <a:gd name="connsiteY57937" fmla="*/ 565921 h 2398711"/>
              <a:gd name="connsiteX57938" fmla="*/ 1290697 w 2119654"/>
              <a:gd name="connsiteY57938" fmla="*/ 570566 h 2398711"/>
              <a:gd name="connsiteX57939" fmla="*/ 1290989 w 2119654"/>
              <a:gd name="connsiteY57939" fmla="*/ 569888 h 2398711"/>
              <a:gd name="connsiteX57940" fmla="*/ 1287344 w 2119654"/>
              <a:gd name="connsiteY57940" fmla="*/ 565880 h 2398711"/>
              <a:gd name="connsiteX57941" fmla="*/ 1286888 w 2119654"/>
              <a:gd name="connsiteY57941" fmla="*/ 566891 h 2398711"/>
              <a:gd name="connsiteX57942" fmla="*/ 1290406 w 2119654"/>
              <a:gd name="connsiteY57942" fmla="*/ 571242 h 2398711"/>
              <a:gd name="connsiteX57943" fmla="*/ 1290494 w 2119654"/>
              <a:gd name="connsiteY57943" fmla="*/ 571037 h 2398711"/>
              <a:gd name="connsiteX57944" fmla="*/ 1287117 w 2119654"/>
              <a:gd name="connsiteY57944" fmla="*/ 566386 h 2398711"/>
              <a:gd name="connsiteX57945" fmla="*/ 1286572 w 2119654"/>
              <a:gd name="connsiteY57945" fmla="*/ 567589 h 2398711"/>
              <a:gd name="connsiteX57946" fmla="*/ 1289500 w 2119654"/>
              <a:gd name="connsiteY57946" fmla="*/ 573343 h 2398711"/>
              <a:gd name="connsiteX57947" fmla="*/ 1290238 w 2119654"/>
              <a:gd name="connsiteY57947" fmla="*/ 571630 h 2398711"/>
              <a:gd name="connsiteX57948" fmla="*/ 1286696 w 2119654"/>
              <a:gd name="connsiteY57948" fmla="*/ 567317 h 2398711"/>
              <a:gd name="connsiteX57949" fmla="*/ 1286405 w 2119654"/>
              <a:gd name="connsiteY57949" fmla="*/ 567960 h 2398711"/>
              <a:gd name="connsiteX57950" fmla="*/ 1286669 w 2119654"/>
              <a:gd name="connsiteY57950" fmla="*/ 571128 h 2398711"/>
              <a:gd name="connsiteX57951" fmla="*/ 1287283 w 2119654"/>
              <a:gd name="connsiteY57951" fmla="*/ 573158 h 2398711"/>
              <a:gd name="connsiteX57952" fmla="*/ 1288745 w 2119654"/>
              <a:gd name="connsiteY57952" fmla="*/ 575095 h 2398711"/>
              <a:gd name="connsiteX57953" fmla="*/ 1289297 w 2119654"/>
              <a:gd name="connsiteY57953" fmla="*/ 573814 h 2398711"/>
              <a:gd name="connsiteX57954" fmla="*/ 1287846 w 2119654"/>
              <a:gd name="connsiteY57954" fmla="*/ 570658 h 2398711"/>
              <a:gd name="connsiteX57955" fmla="*/ 1286438 w 2119654"/>
              <a:gd name="connsiteY57955" fmla="*/ 567888 h 2398711"/>
              <a:gd name="connsiteX57956" fmla="*/ 636083 w 2119654"/>
              <a:gd name="connsiteY57956" fmla="*/ 2024069 h 2398711"/>
              <a:gd name="connsiteX57957" fmla="*/ 635950 w 2119654"/>
              <a:gd name="connsiteY57957" fmla="*/ 2025714 h 2398711"/>
              <a:gd name="connsiteX57958" fmla="*/ 638216 w 2119654"/>
              <a:gd name="connsiteY57958" fmla="*/ 2024635 h 2398711"/>
              <a:gd name="connsiteX57959" fmla="*/ 638635 w 2119654"/>
              <a:gd name="connsiteY57959" fmla="*/ 2023174 h 2398711"/>
              <a:gd name="connsiteX57960" fmla="*/ 1295774 w 2119654"/>
              <a:gd name="connsiteY57960" fmla="*/ 546232 h 2398711"/>
              <a:gd name="connsiteX57961" fmla="*/ 1296487 w 2119654"/>
              <a:gd name="connsiteY57961" fmla="*/ 548597 h 2398711"/>
              <a:gd name="connsiteX57962" fmla="*/ 1297994 w 2119654"/>
              <a:gd name="connsiteY57962" fmla="*/ 553866 h 2398711"/>
              <a:gd name="connsiteX57963" fmla="*/ 1298460 w 2119654"/>
              <a:gd name="connsiteY57963" fmla="*/ 554764 h 2398711"/>
              <a:gd name="connsiteX57964" fmla="*/ 1298745 w 2119654"/>
              <a:gd name="connsiteY57964" fmla="*/ 554274 h 2398711"/>
              <a:gd name="connsiteX57965" fmla="*/ 1298561 w 2119654"/>
              <a:gd name="connsiteY57965" fmla="*/ 550447 h 2398711"/>
              <a:gd name="connsiteX57966" fmla="*/ 1298508 w 2119654"/>
              <a:gd name="connsiteY57966" fmla="*/ 550200 h 2398711"/>
              <a:gd name="connsiteX57967" fmla="*/ 1287105 w 2119654"/>
              <a:gd name="connsiteY57967" fmla="*/ 565617 h 2398711"/>
              <a:gd name="connsiteX57968" fmla="*/ 1287198 w 2119654"/>
              <a:gd name="connsiteY57968" fmla="*/ 565746 h 2398711"/>
              <a:gd name="connsiteX57969" fmla="*/ 1287206 w 2119654"/>
              <a:gd name="connsiteY57969" fmla="*/ 565729 h 2398711"/>
              <a:gd name="connsiteX57970" fmla="*/ 644602 w 2119654"/>
              <a:gd name="connsiteY57970" fmla="*/ 2003823 h 2398711"/>
              <a:gd name="connsiteX57971" fmla="*/ 644511 w 2119654"/>
              <a:gd name="connsiteY57971" fmla="*/ 2004124 h 2398711"/>
              <a:gd name="connsiteX57972" fmla="*/ 644632 w 2119654"/>
              <a:gd name="connsiteY57972" fmla="*/ 2004562 h 2398711"/>
              <a:gd name="connsiteX57973" fmla="*/ 647432 w 2119654"/>
              <a:gd name="connsiteY57973" fmla="*/ 2003606 h 2398711"/>
              <a:gd name="connsiteX57974" fmla="*/ 647402 w 2119654"/>
              <a:gd name="connsiteY57974" fmla="*/ 2003425 h 2398711"/>
              <a:gd name="connsiteX57975" fmla="*/ 1286314 w 2119654"/>
              <a:gd name="connsiteY57975" fmla="*/ 566851 h 2398711"/>
              <a:gd name="connsiteX57976" fmla="*/ 1286336 w 2119654"/>
              <a:gd name="connsiteY57976" fmla="*/ 567122 h 2398711"/>
              <a:gd name="connsiteX57977" fmla="*/ 1286463 w 2119654"/>
              <a:gd name="connsiteY57977" fmla="*/ 567374 h 2398711"/>
              <a:gd name="connsiteX57978" fmla="*/ 1286562 w 2119654"/>
              <a:gd name="connsiteY57978" fmla="*/ 567154 h 2398711"/>
              <a:gd name="connsiteX57979" fmla="*/ 626737 w 2119654"/>
              <a:gd name="connsiteY57979" fmla="*/ 2043658 h 2398711"/>
              <a:gd name="connsiteX57980" fmla="*/ 626869 w 2119654"/>
              <a:gd name="connsiteY57980" fmla="*/ 2044082 h 2398711"/>
              <a:gd name="connsiteX57981" fmla="*/ 627779 w 2119654"/>
              <a:gd name="connsiteY57981" fmla="*/ 2044174 h 2398711"/>
              <a:gd name="connsiteX57982" fmla="*/ 645137 w 2119654"/>
              <a:gd name="connsiteY57982" fmla="*/ 2002049 h 2398711"/>
              <a:gd name="connsiteX57983" fmla="*/ 644635 w 2119654"/>
              <a:gd name="connsiteY57983" fmla="*/ 2003713 h 2398711"/>
              <a:gd name="connsiteX57984" fmla="*/ 647385 w 2119654"/>
              <a:gd name="connsiteY57984" fmla="*/ 2003322 h 2398711"/>
              <a:gd name="connsiteX57985" fmla="*/ 647310 w 2119654"/>
              <a:gd name="connsiteY57985" fmla="*/ 2002873 h 2398711"/>
              <a:gd name="connsiteX57986" fmla="*/ 645655 w 2119654"/>
              <a:gd name="connsiteY57986" fmla="*/ 2000334 h 2398711"/>
              <a:gd name="connsiteX57987" fmla="*/ 645285 w 2119654"/>
              <a:gd name="connsiteY57987" fmla="*/ 2001557 h 2398711"/>
              <a:gd name="connsiteX57988" fmla="*/ 647209 w 2119654"/>
              <a:gd name="connsiteY57988" fmla="*/ 2002267 h 2398711"/>
              <a:gd name="connsiteX57989" fmla="*/ 646978 w 2119654"/>
              <a:gd name="connsiteY57989" fmla="*/ 2000884 h 2398711"/>
              <a:gd name="connsiteX57990" fmla="*/ 646467 w 2119654"/>
              <a:gd name="connsiteY57990" fmla="*/ 2000169 h 2398711"/>
              <a:gd name="connsiteX57991" fmla="*/ 646361 w 2119654"/>
              <a:gd name="connsiteY57991" fmla="*/ 2000109 h 2398711"/>
              <a:gd name="connsiteX57992" fmla="*/ 640883 w 2119654"/>
              <a:gd name="connsiteY57992" fmla="*/ 2010928 h 2398711"/>
              <a:gd name="connsiteX57993" fmla="*/ 641403 w 2119654"/>
              <a:gd name="connsiteY57993" fmla="*/ 2012143 h 2398711"/>
              <a:gd name="connsiteX57994" fmla="*/ 641702 w 2119654"/>
              <a:gd name="connsiteY57994" fmla="*/ 2012482 h 2398711"/>
              <a:gd name="connsiteX57995" fmla="*/ 642127 w 2119654"/>
              <a:gd name="connsiteY57995" fmla="*/ 2011001 h 2398711"/>
              <a:gd name="connsiteX57996" fmla="*/ 1286286 w 2119654"/>
              <a:gd name="connsiteY57996" fmla="*/ 565239 h 2398711"/>
              <a:gd name="connsiteX57997" fmla="*/ 1286204 w 2119654"/>
              <a:gd name="connsiteY57997" fmla="*/ 565540 h 2398711"/>
              <a:gd name="connsiteX57998" fmla="*/ 1286251 w 2119654"/>
              <a:gd name="connsiteY57998" fmla="*/ 566104 h 2398711"/>
              <a:gd name="connsiteX57999" fmla="*/ 1286755 w 2119654"/>
              <a:gd name="connsiteY57999" fmla="*/ 566728 h 2398711"/>
              <a:gd name="connsiteX58000" fmla="*/ 1286989 w 2119654"/>
              <a:gd name="connsiteY58000" fmla="*/ 566210 h 2398711"/>
              <a:gd name="connsiteX58001" fmla="*/ 1348459 w 2119654"/>
              <a:gd name="connsiteY58001" fmla="*/ 425996 h 2398711"/>
              <a:gd name="connsiteX58002" fmla="*/ 1360760 w 2119654"/>
              <a:gd name="connsiteY58002" fmla="*/ 451064 h 2398711"/>
              <a:gd name="connsiteX58003" fmla="*/ 1364218 w 2119654"/>
              <a:gd name="connsiteY58003" fmla="*/ 458437 h 2398711"/>
              <a:gd name="connsiteX58004" fmla="*/ 1373107 w 2119654"/>
              <a:gd name="connsiteY58004" fmla="*/ 446826 h 2398711"/>
              <a:gd name="connsiteX58005" fmla="*/ 1373276 w 2119654"/>
              <a:gd name="connsiteY58005" fmla="*/ 446784 h 2398711"/>
              <a:gd name="connsiteX58006" fmla="*/ 1365967 w 2119654"/>
              <a:gd name="connsiteY58006" fmla="*/ 456330 h 2398711"/>
              <a:gd name="connsiteX58007" fmla="*/ 1364288 w 2119654"/>
              <a:gd name="connsiteY58007" fmla="*/ 458584 h 2398711"/>
              <a:gd name="connsiteX58008" fmla="*/ 1366671 w 2119654"/>
              <a:gd name="connsiteY58008" fmla="*/ 463663 h 2398711"/>
              <a:gd name="connsiteX58009" fmla="*/ 1370960 w 2119654"/>
              <a:gd name="connsiteY58009" fmla="*/ 469379 h 2398711"/>
              <a:gd name="connsiteX58010" fmla="*/ 1373629 w 2119654"/>
              <a:gd name="connsiteY58010" fmla="*/ 473035 h 2398711"/>
              <a:gd name="connsiteX58011" fmla="*/ 1371100 w 2119654"/>
              <a:gd name="connsiteY58011" fmla="*/ 458443 h 2398711"/>
              <a:gd name="connsiteX58012" fmla="*/ 1371395 w 2119654"/>
              <a:gd name="connsiteY58012" fmla="*/ 458661 h 2398711"/>
              <a:gd name="connsiteX58013" fmla="*/ 1373966 w 2119654"/>
              <a:gd name="connsiteY58013" fmla="*/ 473498 h 2398711"/>
              <a:gd name="connsiteX58014" fmla="*/ 1376315 w 2119654"/>
              <a:gd name="connsiteY58014" fmla="*/ 476715 h 2398711"/>
              <a:gd name="connsiteX58015" fmla="*/ 1378694 w 2119654"/>
              <a:gd name="connsiteY58015" fmla="*/ 472175 h 2398711"/>
              <a:gd name="connsiteX58016" fmla="*/ 1380904 w 2119654"/>
              <a:gd name="connsiteY58016" fmla="*/ 468963 h 2398711"/>
              <a:gd name="connsiteX58017" fmla="*/ 1382173 w 2119654"/>
              <a:gd name="connsiteY58017" fmla="*/ 460725 h 2398711"/>
              <a:gd name="connsiteX58018" fmla="*/ 1382151 w 2119654"/>
              <a:gd name="connsiteY58018" fmla="*/ 460592 h 2398711"/>
              <a:gd name="connsiteX58019" fmla="*/ 1370516 w 2119654"/>
              <a:gd name="connsiteY58019" fmla="*/ 413296 h 2398711"/>
              <a:gd name="connsiteX58020" fmla="*/ 1367594 w 2119654"/>
              <a:gd name="connsiteY58020" fmla="*/ 407772 h 2398711"/>
              <a:gd name="connsiteX58021" fmla="*/ 1353843 w 2119654"/>
              <a:gd name="connsiteY58021" fmla="*/ 419952 h 2398711"/>
              <a:gd name="connsiteX58022" fmla="*/ 1353885 w 2119654"/>
              <a:gd name="connsiteY58022" fmla="*/ 419944 h 2398711"/>
              <a:gd name="connsiteX58023" fmla="*/ 1348168 w 2119654"/>
              <a:gd name="connsiteY58023" fmla="*/ 426320 h 2398711"/>
              <a:gd name="connsiteX58024" fmla="*/ 1348427 w 2119654"/>
              <a:gd name="connsiteY58024" fmla="*/ 434846 h 2398711"/>
              <a:gd name="connsiteX58025" fmla="*/ 1348375 w 2119654"/>
              <a:gd name="connsiteY58025" fmla="*/ 437024 h 2398711"/>
              <a:gd name="connsiteX58026" fmla="*/ 1362545 w 2119654"/>
              <a:gd name="connsiteY58026" fmla="*/ 458167 h 2398711"/>
              <a:gd name="connsiteX58027" fmla="*/ 1363475 w 2119654"/>
              <a:gd name="connsiteY58027" fmla="*/ 459406 h 2398711"/>
              <a:gd name="connsiteX58028" fmla="*/ 1363869 w 2119654"/>
              <a:gd name="connsiteY58028" fmla="*/ 458892 h 2398711"/>
              <a:gd name="connsiteX58029" fmla="*/ 1348407 w 2119654"/>
              <a:gd name="connsiteY58029" fmla="*/ 426573 h 2398711"/>
              <a:gd name="connsiteX58030" fmla="*/ 1348243 w 2119654"/>
              <a:gd name="connsiteY58030" fmla="*/ 426237 h 2398711"/>
              <a:gd name="connsiteX58031" fmla="*/ 1348160 w 2119654"/>
              <a:gd name="connsiteY58031" fmla="*/ 426069 h 2398711"/>
              <a:gd name="connsiteX58032" fmla="*/ 1348162 w 2119654"/>
              <a:gd name="connsiteY58032" fmla="*/ 426125 h 2398711"/>
              <a:gd name="connsiteX58033" fmla="*/ 1348179 w 2119654"/>
              <a:gd name="connsiteY58033" fmla="*/ 426108 h 2398711"/>
              <a:gd name="connsiteX58034" fmla="*/ 1289391 w 2119654"/>
              <a:gd name="connsiteY58034" fmla="*/ 557521 h 2398711"/>
              <a:gd name="connsiteX58035" fmla="*/ 1289877 w 2119654"/>
              <a:gd name="connsiteY58035" fmla="*/ 559815 h 2398711"/>
              <a:gd name="connsiteX58036" fmla="*/ 1290366 w 2119654"/>
              <a:gd name="connsiteY58036" fmla="*/ 558731 h 2398711"/>
              <a:gd name="connsiteX58037" fmla="*/ 626254 w 2119654"/>
              <a:gd name="connsiteY58037" fmla="*/ 2042102 h 2398711"/>
              <a:gd name="connsiteX58038" fmla="*/ 626671 w 2119654"/>
              <a:gd name="connsiteY58038" fmla="*/ 2043443 h 2398711"/>
              <a:gd name="connsiteX58039" fmla="*/ 628243 w 2119654"/>
              <a:gd name="connsiteY58039" fmla="*/ 2044222 h 2398711"/>
              <a:gd name="connsiteX58040" fmla="*/ 632700 w 2119654"/>
              <a:gd name="connsiteY58040" fmla="*/ 2044675 h 2398711"/>
              <a:gd name="connsiteX58041" fmla="*/ 632035 w 2119654"/>
              <a:gd name="connsiteY58041" fmla="*/ 2041416 h 2398711"/>
              <a:gd name="connsiteX58042" fmla="*/ 1287322 w 2119654"/>
              <a:gd name="connsiteY58042" fmla="*/ 561434 h 2398711"/>
              <a:gd name="connsiteX58043" fmla="*/ 1287132 w 2119654"/>
              <a:gd name="connsiteY58043" fmla="*/ 562132 h 2398711"/>
              <a:gd name="connsiteX58044" fmla="*/ 1288267 w 2119654"/>
              <a:gd name="connsiteY58044" fmla="*/ 563379 h 2398711"/>
              <a:gd name="connsiteX58045" fmla="*/ 1288286 w 2119654"/>
              <a:gd name="connsiteY58045" fmla="*/ 563336 h 2398711"/>
              <a:gd name="connsiteX58046" fmla="*/ 1348128 w 2119654"/>
              <a:gd name="connsiteY58046" fmla="*/ 425015 h 2398711"/>
              <a:gd name="connsiteX58047" fmla="*/ 1348138 w 2119654"/>
              <a:gd name="connsiteY58047" fmla="*/ 425342 h 2398711"/>
              <a:gd name="connsiteX58048" fmla="*/ 1348395 w 2119654"/>
              <a:gd name="connsiteY58048" fmla="*/ 425866 h 2398711"/>
              <a:gd name="connsiteX58049" fmla="*/ 1353135 w 2119654"/>
              <a:gd name="connsiteY58049" fmla="*/ 420579 h 2398711"/>
              <a:gd name="connsiteX58050" fmla="*/ 1317876 w 2119654"/>
              <a:gd name="connsiteY58050" fmla="*/ 492715 h 2398711"/>
              <a:gd name="connsiteX58051" fmla="*/ 1318097 w 2119654"/>
              <a:gd name="connsiteY58051" fmla="*/ 495360 h 2398711"/>
              <a:gd name="connsiteX58052" fmla="*/ 1322221 w 2119654"/>
              <a:gd name="connsiteY58052" fmla="*/ 500351 h 2398711"/>
              <a:gd name="connsiteX58053" fmla="*/ 643956 w 2119654"/>
              <a:gd name="connsiteY58053" fmla="*/ 2001601 h 2398711"/>
              <a:gd name="connsiteX58054" fmla="*/ 643956 w 2119654"/>
              <a:gd name="connsiteY58054" fmla="*/ 2002106 h 2398711"/>
              <a:gd name="connsiteX58055" fmla="*/ 644356 w 2119654"/>
              <a:gd name="connsiteY58055" fmla="*/ 2003559 h 2398711"/>
              <a:gd name="connsiteX58056" fmla="*/ 644845 w 2119654"/>
              <a:gd name="connsiteY58056" fmla="*/ 2001938 h 2398711"/>
              <a:gd name="connsiteX58057" fmla="*/ 1307758 w 2119654"/>
              <a:gd name="connsiteY58057" fmla="*/ 514798 h 2398711"/>
              <a:gd name="connsiteX58058" fmla="*/ 1310041 w 2119654"/>
              <a:gd name="connsiteY58058" fmla="*/ 520250 h 2398711"/>
              <a:gd name="connsiteX58059" fmla="*/ 1311918 w 2119654"/>
              <a:gd name="connsiteY58059" fmla="*/ 525650 h 2398711"/>
              <a:gd name="connsiteX58060" fmla="*/ 1308753 w 2119654"/>
              <a:gd name="connsiteY58060" fmla="*/ 516037 h 2398711"/>
              <a:gd name="connsiteX58061" fmla="*/ 643955 w 2119654"/>
              <a:gd name="connsiteY58061" fmla="*/ 2000873 h 2398711"/>
              <a:gd name="connsiteX58062" fmla="*/ 643955 w 2119654"/>
              <a:gd name="connsiteY58062" fmla="*/ 2001066 h 2398711"/>
              <a:gd name="connsiteX58063" fmla="*/ 644992 w 2119654"/>
              <a:gd name="connsiteY58063" fmla="*/ 2001449 h 2398711"/>
              <a:gd name="connsiteX58064" fmla="*/ 645295 w 2119654"/>
              <a:gd name="connsiteY58064" fmla="*/ 2000448 h 2398711"/>
              <a:gd name="connsiteX58065" fmla="*/ 1278794 w 2119654"/>
              <a:gd name="connsiteY58065" fmla="*/ 579272 h 2398711"/>
              <a:gd name="connsiteX58066" fmla="*/ 1278044 w 2119654"/>
              <a:gd name="connsiteY58066" fmla="*/ 581480 h 2398711"/>
              <a:gd name="connsiteX58067" fmla="*/ 1279143 w 2119654"/>
              <a:gd name="connsiteY58067" fmla="*/ 582479 h 2398711"/>
              <a:gd name="connsiteX58068" fmla="*/ 1279837 w 2119654"/>
              <a:gd name="connsiteY58068" fmla="*/ 580769 h 2398711"/>
              <a:gd name="connsiteX58069" fmla="*/ 1279080 w 2119654"/>
              <a:gd name="connsiteY58069" fmla="*/ 579643 h 2398711"/>
              <a:gd name="connsiteX58070" fmla="*/ 625982 w 2119654"/>
              <a:gd name="connsiteY58070" fmla="*/ 2040972 h 2398711"/>
              <a:gd name="connsiteX58071" fmla="*/ 626049 w 2119654"/>
              <a:gd name="connsiteY58071" fmla="*/ 2041264 h 2398711"/>
              <a:gd name="connsiteX58072" fmla="*/ 631863 w 2119654"/>
              <a:gd name="connsiteY58072" fmla="*/ 2040574 h 2398711"/>
              <a:gd name="connsiteX58073" fmla="*/ 631527 w 2119654"/>
              <a:gd name="connsiteY58073" fmla="*/ 2038926 h 2398711"/>
              <a:gd name="connsiteX58074" fmla="*/ 1345949 w 2119654"/>
              <a:gd name="connsiteY58074" fmla="*/ 428795 h 2398711"/>
              <a:gd name="connsiteX58075" fmla="*/ 1347083 w 2119654"/>
              <a:gd name="connsiteY58075" fmla="*/ 433423 h 2398711"/>
              <a:gd name="connsiteX58076" fmla="*/ 1347225 w 2119654"/>
              <a:gd name="connsiteY58076" fmla="*/ 427373 h 2398711"/>
              <a:gd name="connsiteX58077" fmla="*/ 1303615 w 2119654"/>
              <a:gd name="connsiteY58077" fmla="*/ 523442 h 2398711"/>
              <a:gd name="connsiteX58078" fmla="*/ 1303861 w 2119654"/>
              <a:gd name="connsiteY58078" fmla="*/ 525684 h 2398711"/>
              <a:gd name="connsiteX58079" fmla="*/ 1306125 w 2119654"/>
              <a:gd name="connsiteY58079" fmla="*/ 531987 h 2398711"/>
              <a:gd name="connsiteX58080" fmla="*/ 1309252 w 2119654"/>
              <a:gd name="connsiteY58080" fmla="*/ 534949 h 2398711"/>
              <a:gd name="connsiteX58081" fmla="*/ 1309706 w 2119654"/>
              <a:gd name="connsiteY58081" fmla="*/ 535435 h 2398711"/>
              <a:gd name="connsiteX58082" fmla="*/ 1309987 w 2119654"/>
              <a:gd name="connsiteY58082" fmla="*/ 534951 h 2398711"/>
              <a:gd name="connsiteX58083" fmla="*/ 1306114 w 2119654"/>
              <a:gd name="connsiteY58083" fmla="*/ 527427 h 2398711"/>
              <a:gd name="connsiteX58084" fmla="*/ 1279350 w 2119654"/>
              <a:gd name="connsiteY58084" fmla="*/ 577637 h 2398711"/>
              <a:gd name="connsiteX58085" fmla="*/ 1279124 w 2119654"/>
              <a:gd name="connsiteY58085" fmla="*/ 578300 h 2398711"/>
              <a:gd name="connsiteX58086" fmla="*/ 1279869 w 2119654"/>
              <a:gd name="connsiteY58086" fmla="*/ 579272 h 2398711"/>
              <a:gd name="connsiteX58087" fmla="*/ 1279598 w 2119654"/>
              <a:gd name="connsiteY58087" fmla="*/ 578233 h 2398711"/>
              <a:gd name="connsiteX58088" fmla="*/ 643675 w 2119654"/>
              <a:gd name="connsiteY58088" fmla="*/ 2000962 h 2398711"/>
              <a:gd name="connsiteX58089" fmla="*/ 643698 w 2119654"/>
              <a:gd name="connsiteY58089" fmla="*/ 2000970 h 2398711"/>
              <a:gd name="connsiteX58090" fmla="*/ 643698 w 2119654"/>
              <a:gd name="connsiteY58090" fmla="*/ 2000955 h 2398711"/>
              <a:gd name="connsiteX58091" fmla="*/ 1288642 w 2119654"/>
              <a:gd name="connsiteY58091" fmla="*/ 556592 h 2398711"/>
              <a:gd name="connsiteX58092" fmla="*/ 1287473 w 2119654"/>
              <a:gd name="connsiteY58092" fmla="*/ 560882 h 2398711"/>
              <a:gd name="connsiteX58093" fmla="*/ 1288489 w 2119654"/>
              <a:gd name="connsiteY58093" fmla="*/ 562888 h 2398711"/>
              <a:gd name="connsiteX58094" fmla="*/ 1289215 w 2119654"/>
              <a:gd name="connsiteY58094" fmla="*/ 561280 h 2398711"/>
              <a:gd name="connsiteX58095" fmla="*/ 1288619 w 2119654"/>
              <a:gd name="connsiteY58095" fmla="*/ 559922 h 2398711"/>
              <a:gd name="connsiteX58096" fmla="*/ 1288932 w 2119654"/>
              <a:gd name="connsiteY58096" fmla="*/ 560052 h 2398711"/>
              <a:gd name="connsiteX58097" fmla="*/ 1289344 w 2119654"/>
              <a:gd name="connsiteY58097" fmla="*/ 560994 h 2398711"/>
              <a:gd name="connsiteX58098" fmla="*/ 1289626 w 2119654"/>
              <a:gd name="connsiteY58098" fmla="*/ 560370 h 2398711"/>
              <a:gd name="connsiteX58099" fmla="*/ 1288891 w 2119654"/>
              <a:gd name="connsiteY58099" fmla="*/ 556902 h 2398711"/>
              <a:gd name="connsiteX58100" fmla="*/ 1281602 w 2119654"/>
              <a:gd name="connsiteY58100" fmla="*/ 571006 h 2398711"/>
              <a:gd name="connsiteX58101" fmla="*/ 1281323 w 2119654"/>
              <a:gd name="connsiteY58101" fmla="*/ 571829 h 2398711"/>
              <a:gd name="connsiteX58102" fmla="*/ 1281685 w 2119654"/>
              <a:gd name="connsiteY58102" fmla="*/ 572927 h 2398711"/>
              <a:gd name="connsiteX58103" fmla="*/ 1282292 w 2119654"/>
              <a:gd name="connsiteY58103" fmla="*/ 573719 h 2398711"/>
              <a:gd name="connsiteX58104" fmla="*/ 1282662 w 2119654"/>
              <a:gd name="connsiteY58104" fmla="*/ 572361 h 2398711"/>
              <a:gd name="connsiteX58105" fmla="*/ 624406 w 2119654"/>
              <a:gd name="connsiteY58105" fmla="*/ 2042321 h 2398711"/>
              <a:gd name="connsiteX58106" fmla="*/ 625724 w 2119654"/>
              <a:gd name="connsiteY58106" fmla="*/ 2042975 h 2398711"/>
              <a:gd name="connsiteX58107" fmla="*/ 625482 w 2119654"/>
              <a:gd name="connsiteY58107" fmla="*/ 2042194 h 2398711"/>
              <a:gd name="connsiteX58108" fmla="*/ 624785 w 2119654"/>
              <a:gd name="connsiteY58108" fmla="*/ 2041414 h 2398711"/>
              <a:gd name="connsiteX58109" fmla="*/ 625224 w 2119654"/>
              <a:gd name="connsiteY58109" fmla="*/ 2041362 h 2398711"/>
              <a:gd name="connsiteX58110" fmla="*/ 625193 w 2119654"/>
              <a:gd name="connsiteY58110" fmla="*/ 2041263 h 2398711"/>
              <a:gd name="connsiteX58111" fmla="*/ 1345577 w 2119654"/>
              <a:gd name="connsiteY58111" fmla="*/ 427274 h 2398711"/>
              <a:gd name="connsiteX58112" fmla="*/ 1345911 w 2119654"/>
              <a:gd name="connsiteY58112" fmla="*/ 428636 h 2398711"/>
              <a:gd name="connsiteX58113" fmla="*/ 1347229 w 2119654"/>
              <a:gd name="connsiteY58113" fmla="*/ 427166 h 2398711"/>
              <a:gd name="connsiteX58114" fmla="*/ 1347261 w 2119654"/>
              <a:gd name="connsiteY58114" fmla="*/ 425782 h 2398711"/>
              <a:gd name="connsiteX58115" fmla="*/ 1282294 w 2119654"/>
              <a:gd name="connsiteY58115" fmla="*/ 568970 h 2398711"/>
              <a:gd name="connsiteX58116" fmla="*/ 1282090 w 2119654"/>
              <a:gd name="connsiteY58116" fmla="*/ 569570 h 2398711"/>
              <a:gd name="connsiteX58117" fmla="*/ 1283010 w 2119654"/>
              <a:gd name="connsiteY58117" fmla="*/ 570706 h 2398711"/>
              <a:gd name="connsiteX58118" fmla="*/ 1282656 w 2119654"/>
              <a:gd name="connsiteY58118" fmla="*/ 569454 h 2398711"/>
              <a:gd name="connsiteX58119" fmla="*/ 639607 w 2119654"/>
              <a:gd name="connsiteY58119" fmla="*/ 2007953 h 2398711"/>
              <a:gd name="connsiteX58120" fmla="*/ 639842 w 2119654"/>
              <a:gd name="connsiteY58120" fmla="*/ 2008500 h 2398711"/>
              <a:gd name="connsiteX58121" fmla="*/ 642364 w 2119654"/>
              <a:gd name="connsiteY58121" fmla="*/ 2008646 h 2398711"/>
              <a:gd name="connsiteX58122" fmla="*/ 642316 w 2119654"/>
              <a:gd name="connsiteY58122" fmla="*/ 2008436 h 2398711"/>
              <a:gd name="connsiteX58123" fmla="*/ 622853 w 2119654"/>
              <a:gd name="connsiteY58123" fmla="*/ 2045296 h 2398711"/>
              <a:gd name="connsiteX58124" fmla="*/ 623037 w 2119654"/>
              <a:gd name="connsiteY58124" fmla="*/ 2047028 h 2398711"/>
              <a:gd name="connsiteX58125" fmla="*/ 627322 w 2119654"/>
              <a:gd name="connsiteY58125" fmla="*/ 2048119 h 2398711"/>
              <a:gd name="connsiteX58126" fmla="*/ 626785 w 2119654"/>
              <a:gd name="connsiteY58126" fmla="*/ 2046388 h 2398711"/>
              <a:gd name="connsiteX58127" fmla="*/ 1283302 w 2119654"/>
              <a:gd name="connsiteY58127" fmla="*/ 566002 h 2398711"/>
              <a:gd name="connsiteX58128" fmla="*/ 1283252 w 2119654"/>
              <a:gd name="connsiteY58128" fmla="*/ 566150 h 2398711"/>
              <a:gd name="connsiteX58129" fmla="*/ 1283545 w 2119654"/>
              <a:gd name="connsiteY58129" fmla="*/ 567188 h 2398711"/>
              <a:gd name="connsiteX58130" fmla="*/ 1283531 w 2119654"/>
              <a:gd name="connsiteY58130" fmla="*/ 567022 h 2398711"/>
              <a:gd name="connsiteX58131" fmla="*/ 625423 w 2119654"/>
              <a:gd name="connsiteY58131" fmla="*/ 2038563 h 2398711"/>
              <a:gd name="connsiteX58132" fmla="*/ 625835 w 2119654"/>
              <a:gd name="connsiteY58132" fmla="*/ 2040339 h 2398711"/>
              <a:gd name="connsiteX58133" fmla="*/ 631394 w 2119654"/>
              <a:gd name="connsiteY58133" fmla="*/ 2038275 h 2398711"/>
              <a:gd name="connsiteX58134" fmla="*/ 631190 w 2119654"/>
              <a:gd name="connsiteY58134" fmla="*/ 2037274 h 2398711"/>
              <a:gd name="connsiteX58135" fmla="*/ 622754 w 2119654"/>
              <a:gd name="connsiteY58135" fmla="*/ 2044371 h 2398711"/>
              <a:gd name="connsiteX58136" fmla="*/ 622789 w 2119654"/>
              <a:gd name="connsiteY58136" fmla="*/ 2044699 h 2398711"/>
              <a:gd name="connsiteX58137" fmla="*/ 626587 w 2119654"/>
              <a:gd name="connsiteY58137" fmla="*/ 2045754 h 2398711"/>
              <a:gd name="connsiteX58138" fmla="*/ 626271 w 2119654"/>
              <a:gd name="connsiteY58138" fmla="*/ 2044735 h 2398711"/>
              <a:gd name="connsiteX58139" fmla="*/ 635488 w 2119654"/>
              <a:gd name="connsiteY58139" fmla="*/ 2015702 h 2398711"/>
              <a:gd name="connsiteX58140" fmla="*/ 635707 w 2119654"/>
              <a:gd name="connsiteY58140" fmla="*/ 2015778 h 2398711"/>
              <a:gd name="connsiteX58141" fmla="*/ 635716 w 2119654"/>
              <a:gd name="connsiteY58141" fmla="*/ 2015661 h 2398711"/>
              <a:gd name="connsiteX58142" fmla="*/ 637384 w 2119654"/>
              <a:gd name="connsiteY58142" fmla="*/ 2011086 h 2398711"/>
              <a:gd name="connsiteX58143" fmla="*/ 637274 w 2119654"/>
              <a:gd name="connsiteY58143" fmla="*/ 2011797 h 2398711"/>
              <a:gd name="connsiteX58144" fmla="*/ 638352 w 2119654"/>
              <a:gd name="connsiteY58144" fmla="*/ 2012030 h 2398711"/>
              <a:gd name="connsiteX58145" fmla="*/ 1291518 w 2119654"/>
              <a:gd name="connsiteY58145" fmla="*/ 546040 h 2398711"/>
              <a:gd name="connsiteX58146" fmla="*/ 1291410 w 2119654"/>
              <a:gd name="connsiteY58146" fmla="*/ 546436 h 2398711"/>
              <a:gd name="connsiteX58147" fmla="*/ 1291619 w 2119654"/>
              <a:gd name="connsiteY58147" fmla="*/ 546799 h 2398711"/>
              <a:gd name="connsiteX58148" fmla="*/ 1292451 w 2119654"/>
              <a:gd name="connsiteY58148" fmla="*/ 547814 h 2398711"/>
              <a:gd name="connsiteX58149" fmla="*/ 1292355 w 2119654"/>
              <a:gd name="connsiteY58149" fmla="*/ 547495 h 2398711"/>
              <a:gd name="connsiteX58150" fmla="*/ 1285898 w 2119654"/>
              <a:gd name="connsiteY58150" fmla="*/ 558620 h 2398711"/>
              <a:gd name="connsiteX58151" fmla="*/ 1285738 w 2119654"/>
              <a:gd name="connsiteY58151" fmla="*/ 559957 h 2398711"/>
              <a:gd name="connsiteX58152" fmla="*/ 1285797 w 2119654"/>
              <a:gd name="connsiteY58152" fmla="*/ 560664 h 2398711"/>
              <a:gd name="connsiteX58153" fmla="*/ 1285837 w 2119654"/>
              <a:gd name="connsiteY58153" fmla="*/ 560707 h 2398711"/>
              <a:gd name="connsiteX58154" fmla="*/ 1286228 w 2119654"/>
              <a:gd name="connsiteY58154" fmla="*/ 559272 h 2398711"/>
              <a:gd name="connsiteX58155" fmla="*/ 639122 w 2119654"/>
              <a:gd name="connsiteY58155" fmla="*/ 2006819 h 2398711"/>
              <a:gd name="connsiteX58156" fmla="*/ 639389 w 2119654"/>
              <a:gd name="connsiteY58156" fmla="*/ 2007442 h 2398711"/>
              <a:gd name="connsiteX58157" fmla="*/ 642187 w 2119654"/>
              <a:gd name="connsiteY58157" fmla="*/ 2007882 h 2398711"/>
              <a:gd name="connsiteX58158" fmla="*/ 641734 w 2119654"/>
              <a:gd name="connsiteY58158" fmla="*/ 2005928 h 2398711"/>
              <a:gd name="connsiteX58159" fmla="*/ 630465 w 2119654"/>
              <a:gd name="connsiteY58159" fmla="*/ 2026037 h 2398711"/>
              <a:gd name="connsiteX58160" fmla="*/ 631018 w 2119654"/>
              <a:gd name="connsiteY58160" fmla="*/ 2026886 h 2398711"/>
              <a:gd name="connsiteX58161" fmla="*/ 632677 w 2119654"/>
              <a:gd name="connsiteY58161" fmla="*/ 2027273 h 2398711"/>
              <a:gd name="connsiteX58162" fmla="*/ 634756 w 2119654"/>
              <a:gd name="connsiteY58162" fmla="*/ 2026283 h 2398711"/>
              <a:gd name="connsiteX58163" fmla="*/ 634662 w 2119654"/>
              <a:gd name="connsiteY58163" fmla="*/ 2024566 h 2398711"/>
              <a:gd name="connsiteX58164" fmla="*/ 1302309 w 2119654"/>
              <a:gd name="connsiteY58164" fmla="*/ 521359 h 2398711"/>
              <a:gd name="connsiteX58165" fmla="*/ 1303184 w 2119654"/>
              <a:gd name="connsiteY58165" fmla="*/ 523797 h 2398711"/>
              <a:gd name="connsiteX58166" fmla="*/ 1303041 w 2119654"/>
              <a:gd name="connsiteY58166" fmla="*/ 522528 h 2398711"/>
              <a:gd name="connsiteX58167" fmla="*/ 1287090 w 2119654"/>
              <a:gd name="connsiteY58167" fmla="*/ 554662 h 2398711"/>
              <a:gd name="connsiteX58168" fmla="*/ 1287032 w 2119654"/>
              <a:gd name="connsiteY58168" fmla="*/ 555025 h 2398711"/>
              <a:gd name="connsiteX58169" fmla="*/ 1286018 w 2119654"/>
              <a:gd name="connsiteY58169" fmla="*/ 558009 h 2398711"/>
              <a:gd name="connsiteX58170" fmla="*/ 1286378 w 2119654"/>
              <a:gd name="connsiteY58170" fmla="*/ 558722 h 2398711"/>
              <a:gd name="connsiteX58171" fmla="*/ 1287385 w 2119654"/>
              <a:gd name="connsiteY58171" fmla="*/ 555026 h 2398711"/>
              <a:gd name="connsiteX58172" fmla="*/ 622559 w 2119654"/>
              <a:gd name="connsiteY58172" fmla="*/ 2042540 h 2398711"/>
              <a:gd name="connsiteX58173" fmla="*/ 622678 w 2119654"/>
              <a:gd name="connsiteY58173" fmla="*/ 2043656 h 2398711"/>
              <a:gd name="connsiteX58174" fmla="*/ 626042 w 2119654"/>
              <a:gd name="connsiteY58174" fmla="*/ 2043998 h 2398711"/>
              <a:gd name="connsiteX58175" fmla="*/ 625791 w 2119654"/>
              <a:gd name="connsiteY58175" fmla="*/ 2043189 h 2398711"/>
              <a:gd name="connsiteX58176" fmla="*/ 624110 w 2119654"/>
              <a:gd name="connsiteY58176" fmla="*/ 2042357 h 2398711"/>
              <a:gd name="connsiteX58177" fmla="*/ 1292053 w 2119654"/>
              <a:gd name="connsiteY58177" fmla="*/ 543323 h 2398711"/>
              <a:gd name="connsiteX58178" fmla="*/ 1291965 w 2119654"/>
              <a:gd name="connsiteY58178" fmla="*/ 543775 h 2398711"/>
              <a:gd name="connsiteX58179" fmla="*/ 1292386 w 2119654"/>
              <a:gd name="connsiteY58179" fmla="*/ 545134 h 2398711"/>
              <a:gd name="connsiteX58180" fmla="*/ 1292765 w 2119654"/>
              <a:gd name="connsiteY58180" fmla="*/ 546408 h 2398711"/>
              <a:gd name="connsiteX58181" fmla="*/ 1296248 w 2119654"/>
              <a:gd name="connsiteY58181" fmla="*/ 552171 h 2398711"/>
              <a:gd name="connsiteX58182" fmla="*/ 1292655 w 2119654"/>
              <a:gd name="connsiteY58182" fmla="*/ 544485 h 2398711"/>
              <a:gd name="connsiteX58183" fmla="*/ 634612 w 2119654"/>
              <a:gd name="connsiteY58183" fmla="*/ 2015092 h 2398711"/>
              <a:gd name="connsiteX58184" fmla="*/ 634629 w 2119654"/>
              <a:gd name="connsiteY58184" fmla="*/ 2015402 h 2398711"/>
              <a:gd name="connsiteX58185" fmla="*/ 634717 w 2119654"/>
              <a:gd name="connsiteY58185" fmla="*/ 2015433 h 2398711"/>
              <a:gd name="connsiteX58186" fmla="*/ 635300 w 2119654"/>
              <a:gd name="connsiteY58186" fmla="*/ 2015330 h 2398711"/>
              <a:gd name="connsiteX58187" fmla="*/ 637915 w 2119654"/>
              <a:gd name="connsiteY58187" fmla="*/ 2007651 h 2398711"/>
              <a:gd name="connsiteX58188" fmla="*/ 637843 w 2119654"/>
              <a:gd name="connsiteY58188" fmla="*/ 2008119 h 2398711"/>
              <a:gd name="connsiteX58189" fmla="*/ 638089 w 2119654"/>
              <a:gd name="connsiteY58189" fmla="*/ 2008399 h 2398711"/>
              <a:gd name="connsiteX58190" fmla="*/ 638672 w 2119654"/>
              <a:gd name="connsiteY58190" fmla="*/ 2008432 h 2398711"/>
              <a:gd name="connsiteX58191" fmla="*/ 638372 w 2119654"/>
              <a:gd name="connsiteY58191" fmla="*/ 2007732 h 2398711"/>
              <a:gd name="connsiteX58192" fmla="*/ 614372 w 2119654"/>
              <a:gd name="connsiteY58192" fmla="*/ 2060258 h 2398711"/>
              <a:gd name="connsiteX58193" fmla="*/ 624612 w 2119654"/>
              <a:gd name="connsiteY58193" fmla="*/ 2064720 h 2398711"/>
              <a:gd name="connsiteX58194" fmla="*/ 623786 w 2119654"/>
              <a:gd name="connsiteY58194" fmla="*/ 2056966 h 2398711"/>
              <a:gd name="connsiteX58195" fmla="*/ 616223 w 2119654"/>
              <a:gd name="connsiteY58195" fmla="*/ 2059872 h 2398711"/>
              <a:gd name="connsiteX58196" fmla="*/ 638025 w 2119654"/>
              <a:gd name="connsiteY58196" fmla="*/ 2007194 h 2398711"/>
              <a:gd name="connsiteX58197" fmla="*/ 638154 w 2119654"/>
              <a:gd name="connsiteY58197" fmla="*/ 2007223 h 2398711"/>
              <a:gd name="connsiteX58198" fmla="*/ 638126 w 2119654"/>
              <a:gd name="connsiteY58198" fmla="*/ 2007158 h 2398711"/>
              <a:gd name="connsiteX58199" fmla="*/ 1293615 w 2119654"/>
              <a:gd name="connsiteY58199" fmla="*/ 539055 h 2398711"/>
              <a:gd name="connsiteX58200" fmla="*/ 1294298 w 2119654"/>
              <a:gd name="connsiteY58200" fmla="*/ 541323 h 2398711"/>
              <a:gd name="connsiteX58201" fmla="*/ 1297456 w 2119654"/>
              <a:gd name="connsiteY58201" fmla="*/ 545258 h 2398711"/>
              <a:gd name="connsiteX58202" fmla="*/ 1296637 w 2119654"/>
              <a:gd name="connsiteY58202" fmla="*/ 541407 h 2398711"/>
              <a:gd name="connsiteX58203" fmla="*/ 638585 w 2119654"/>
              <a:gd name="connsiteY58203" fmla="*/ 2005565 h 2398711"/>
              <a:gd name="connsiteX58204" fmla="*/ 638981 w 2119654"/>
              <a:gd name="connsiteY58204" fmla="*/ 2006490 h 2398711"/>
              <a:gd name="connsiteX58205" fmla="*/ 641653 w 2119654"/>
              <a:gd name="connsiteY58205" fmla="*/ 2005578 h 2398711"/>
              <a:gd name="connsiteX58206" fmla="*/ 641641 w 2119654"/>
              <a:gd name="connsiteY58206" fmla="*/ 2005527 h 2398711"/>
              <a:gd name="connsiteX58207" fmla="*/ 639136 w 2119654"/>
              <a:gd name="connsiteY58207" fmla="*/ 2005577 h 2398711"/>
              <a:gd name="connsiteX58208" fmla="*/ 1292433 w 2119654"/>
              <a:gd name="connsiteY58208" fmla="*/ 541380 h 2398711"/>
              <a:gd name="connsiteX58209" fmla="*/ 1292188 w 2119654"/>
              <a:gd name="connsiteY58209" fmla="*/ 542635 h 2398711"/>
              <a:gd name="connsiteX58210" fmla="*/ 1297393 w 2119654"/>
              <a:gd name="connsiteY58210" fmla="*/ 552700 h 2398711"/>
              <a:gd name="connsiteX58211" fmla="*/ 1295375 w 2119654"/>
              <a:gd name="connsiteY58211" fmla="*/ 545651 h 2398711"/>
              <a:gd name="connsiteX58212" fmla="*/ 620925 w 2119654"/>
              <a:gd name="connsiteY58212" fmla="*/ 2044181 h 2398711"/>
              <a:gd name="connsiteX58213" fmla="*/ 622468 w 2119654"/>
              <a:gd name="connsiteY58213" fmla="*/ 2044610 h 2398711"/>
              <a:gd name="connsiteX58214" fmla="*/ 622440 w 2119654"/>
              <a:gd name="connsiteY58214" fmla="*/ 2044338 h 2398711"/>
              <a:gd name="connsiteX58215" fmla="*/ 633810 w 2119654"/>
              <a:gd name="connsiteY58215" fmla="*/ 2015117 h 2398711"/>
              <a:gd name="connsiteX58216" fmla="*/ 634156 w 2119654"/>
              <a:gd name="connsiteY58216" fmla="*/ 2015238 h 2398711"/>
              <a:gd name="connsiteX58217" fmla="*/ 634146 w 2119654"/>
              <a:gd name="connsiteY58217" fmla="*/ 2015039 h 2398711"/>
              <a:gd name="connsiteX58218" fmla="*/ 1347859 w 2119654"/>
              <a:gd name="connsiteY58218" fmla="*/ 416155 h 2398711"/>
              <a:gd name="connsiteX58219" fmla="*/ 1348056 w 2119654"/>
              <a:gd name="connsiteY58219" fmla="*/ 422648 h 2398711"/>
              <a:gd name="connsiteX58220" fmla="*/ 1364461 w 2119654"/>
              <a:gd name="connsiteY58220" fmla="*/ 408115 h 2398711"/>
              <a:gd name="connsiteX58221" fmla="*/ 1366823 w 2119654"/>
              <a:gd name="connsiteY58221" fmla="*/ 406312 h 2398711"/>
              <a:gd name="connsiteX58222" fmla="*/ 1364589 w 2119654"/>
              <a:gd name="connsiteY58222" fmla="*/ 402085 h 2398711"/>
              <a:gd name="connsiteX58223" fmla="*/ 1364781 w 2119654"/>
              <a:gd name="connsiteY58223" fmla="*/ 402172 h 2398711"/>
              <a:gd name="connsiteX58224" fmla="*/ 1366928 w 2119654"/>
              <a:gd name="connsiteY58224" fmla="*/ 406233 h 2398711"/>
              <a:gd name="connsiteX58225" fmla="*/ 1368486 w 2119654"/>
              <a:gd name="connsiteY58225" fmla="*/ 405044 h 2398711"/>
              <a:gd name="connsiteX58226" fmla="*/ 1367443 w 2119654"/>
              <a:gd name="connsiteY58226" fmla="*/ 400808 h 2398711"/>
              <a:gd name="connsiteX58227" fmla="*/ 1365056 w 2119654"/>
              <a:gd name="connsiteY58227" fmla="*/ 396145 h 2398711"/>
              <a:gd name="connsiteX58228" fmla="*/ 642281 w 2119654"/>
              <a:gd name="connsiteY58228" fmla="*/ 1996023 h 2398711"/>
              <a:gd name="connsiteX58229" fmla="*/ 642467 w 2119654"/>
              <a:gd name="connsiteY58229" fmla="*/ 1996699 h 2398711"/>
              <a:gd name="connsiteX58230" fmla="*/ 642965 w 2119654"/>
              <a:gd name="connsiteY58230" fmla="*/ 1996982 h 2398711"/>
              <a:gd name="connsiteX58231" fmla="*/ 643293 w 2119654"/>
              <a:gd name="connsiteY58231" fmla="*/ 1996882 h 2398711"/>
              <a:gd name="connsiteX58232" fmla="*/ 642359 w 2119654"/>
              <a:gd name="connsiteY58232" fmla="*/ 1995996 h 2398711"/>
              <a:gd name="connsiteX58233" fmla="*/ 624642 w 2119654"/>
              <a:gd name="connsiteY58233" fmla="*/ 2035193 h 2398711"/>
              <a:gd name="connsiteX58234" fmla="*/ 624696 w 2119654"/>
              <a:gd name="connsiteY58234" fmla="*/ 2035431 h 2398711"/>
              <a:gd name="connsiteX58235" fmla="*/ 625195 w 2119654"/>
              <a:gd name="connsiteY58235" fmla="*/ 2035320 h 2398711"/>
              <a:gd name="connsiteX58236" fmla="*/ 1292982 w 2119654"/>
              <a:gd name="connsiteY58236" fmla="*/ 538562 h 2398711"/>
              <a:gd name="connsiteX58237" fmla="*/ 1292807 w 2119654"/>
              <a:gd name="connsiteY58237" fmla="*/ 539465 h 2398711"/>
              <a:gd name="connsiteX58238" fmla="*/ 1294046 w 2119654"/>
              <a:gd name="connsiteY58238" fmla="*/ 541010 h 2398711"/>
              <a:gd name="connsiteX58239" fmla="*/ 1293449 w 2119654"/>
              <a:gd name="connsiteY58239" fmla="*/ 538925 h 2398711"/>
              <a:gd name="connsiteX58240" fmla="*/ 1305957 w 2119654"/>
              <a:gd name="connsiteY58240" fmla="*/ 509379 h 2398711"/>
              <a:gd name="connsiteX58241" fmla="*/ 1307303 w 2119654"/>
              <a:gd name="connsiteY58241" fmla="*/ 511635 h 2398711"/>
              <a:gd name="connsiteX58242" fmla="*/ 1306418 w 2119654"/>
              <a:gd name="connsiteY58242" fmla="*/ 508945 h 2398711"/>
              <a:gd name="connsiteX58243" fmla="*/ 1305622 w 2119654"/>
              <a:gd name="connsiteY58243" fmla="*/ 509696 h 2398711"/>
              <a:gd name="connsiteX58244" fmla="*/ 1306522 w 2119654"/>
              <a:gd name="connsiteY58244" fmla="*/ 511847 h 2398711"/>
              <a:gd name="connsiteX58245" fmla="*/ 1307888 w 2119654"/>
              <a:gd name="connsiteY58245" fmla="*/ 513415 h 2398711"/>
              <a:gd name="connsiteX58246" fmla="*/ 1305695 w 2119654"/>
              <a:gd name="connsiteY58246" fmla="*/ 509626 h 2398711"/>
              <a:gd name="connsiteX58247" fmla="*/ 1327773 w 2119654"/>
              <a:gd name="connsiteY58247" fmla="*/ 459844 h 2398711"/>
              <a:gd name="connsiteX58248" fmla="*/ 1331497 w 2119654"/>
              <a:gd name="connsiteY58248" fmla="*/ 478574 h 2398711"/>
              <a:gd name="connsiteX58249" fmla="*/ 1337214 w 2119654"/>
              <a:gd name="connsiteY58249" fmla="*/ 484215 h 2398711"/>
              <a:gd name="connsiteX58250" fmla="*/ 1329539 w 2119654"/>
              <a:gd name="connsiteY58250" fmla="*/ 464257 h 2398711"/>
              <a:gd name="connsiteX58251" fmla="*/ 638705 w 2119654"/>
              <a:gd name="connsiteY58251" fmla="*/ 2002541 h 2398711"/>
              <a:gd name="connsiteX58252" fmla="*/ 638341 w 2119654"/>
              <a:gd name="connsiteY58252" fmla="*/ 2004890 h 2398711"/>
              <a:gd name="connsiteX58253" fmla="*/ 641479 w 2119654"/>
              <a:gd name="connsiteY58253" fmla="*/ 2004829 h 2398711"/>
              <a:gd name="connsiteX58254" fmla="*/ 641353 w 2119654"/>
              <a:gd name="connsiteY58254" fmla="*/ 2004285 h 2398711"/>
              <a:gd name="connsiteX58255" fmla="*/ 638758 w 2119654"/>
              <a:gd name="connsiteY58255" fmla="*/ 2004652 h 2398711"/>
              <a:gd name="connsiteX58256" fmla="*/ 638613 w 2119654"/>
              <a:gd name="connsiteY58256" fmla="*/ 2004569 h 2398711"/>
              <a:gd name="connsiteX58257" fmla="*/ 641329 w 2119654"/>
              <a:gd name="connsiteY58257" fmla="*/ 2004184 h 2398711"/>
              <a:gd name="connsiteX58258" fmla="*/ 640794 w 2119654"/>
              <a:gd name="connsiteY58258" fmla="*/ 2001878 h 2398711"/>
              <a:gd name="connsiteX58259" fmla="*/ 622212 w 2119654"/>
              <a:gd name="connsiteY58259" fmla="*/ 2039281 h 2398711"/>
              <a:gd name="connsiteX58260" fmla="*/ 622458 w 2119654"/>
              <a:gd name="connsiteY58260" fmla="*/ 2041593 h 2398711"/>
              <a:gd name="connsiteX58261" fmla="*/ 625002 w 2119654"/>
              <a:gd name="connsiteY58261" fmla="*/ 2040648 h 2398711"/>
              <a:gd name="connsiteX58262" fmla="*/ 624424 w 2119654"/>
              <a:gd name="connsiteY58262" fmla="*/ 2038787 h 2398711"/>
              <a:gd name="connsiteX58263" fmla="*/ 638897 w 2119654"/>
              <a:gd name="connsiteY58263" fmla="*/ 2001294 h 2398711"/>
              <a:gd name="connsiteX58264" fmla="*/ 638885 w 2119654"/>
              <a:gd name="connsiteY58264" fmla="*/ 2001378 h 2398711"/>
              <a:gd name="connsiteX58265" fmla="*/ 640546 w 2119654"/>
              <a:gd name="connsiteY58265" fmla="*/ 2000810 h 2398711"/>
              <a:gd name="connsiteX58266" fmla="*/ 640533 w 2119654"/>
              <a:gd name="connsiteY58266" fmla="*/ 2000751 h 2398711"/>
              <a:gd name="connsiteX58267" fmla="*/ 631162 w 2119654"/>
              <a:gd name="connsiteY58267" fmla="*/ 2018613 h 2398711"/>
              <a:gd name="connsiteX58268" fmla="*/ 631411 w 2119654"/>
              <a:gd name="connsiteY58268" fmla="*/ 2018526 h 2398711"/>
              <a:gd name="connsiteX58269" fmla="*/ 633290 w 2119654"/>
              <a:gd name="connsiteY58269" fmla="*/ 2017547 h 2398711"/>
              <a:gd name="connsiteX58270" fmla="*/ 633272 w 2119654"/>
              <a:gd name="connsiteY58270" fmla="*/ 2017541 h 2398711"/>
              <a:gd name="connsiteX58271" fmla="*/ 1305321 w 2119654"/>
              <a:gd name="connsiteY58271" fmla="*/ 508979 h 2398711"/>
              <a:gd name="connsiteX58272" fmla="*/ 1305518 w 2119654"/>
              <a:gd name="connsiteY58272" fmla="*/ 509449 h 2398711"/>
              <a:gd name="connsiteX58273" fmla="*/ 1305567 w 2119654"/>
              <a:gd name="connsiteY58273" fmla="*/ 509403 h 2398711"/>
              <a:gd name="connsiteX58274" fmla="*/ 639000 w 2119654"/>
              <a:gd name="connsiteY58274" fmla="*/ 2000630 h 2398711"/>
              <a:gd name="connsiteX58275" fmla="*/ 638989 w 2119654"/>
              <a:gd name="connsiteY58275" fmla="*/ 2000699 h 2398711"/>
              <a:gd name="connsiteX58276" fmla="*/ 639335 w 2119654"/>
              <a:gd name="connsiteY58276" fmla="*/ 2000585 h 2398711"/>
              <a:gd name="connsiteX58277" fmla="*/ 1345167 w 2119654"/>
              <a:gd name="connsiteY58277" fmla="*/ 419288 h 2398711"/>
              <a:gd name="connsiteX58278" fmla="*/ 1347191 w 2119654"/>
              <a:gd name="connsiteY58278" fmla="*/ 423414 h 2398711"/>
              <a:gd name="connsiteX58279" fmla="*/ 1347319 w 2119654"/>
              <a:gd name="connsiteY58279" fmla="*/ 423301 h 2398711"/>
              <a:gd name="connsiteX58280" fmla="*/ 1347420 w 2119654"/>
              <a:gd name="connsiteY58280" fmla="*/ 418992 h 2398711"/>
              <a:gd name="connsiteX58281" fmla="*/ 1347352 w 2119654"/>
              <a:gd name="connsiteY58281" fmla="*/ 416745 h 2398711"/>
              <a:gd name="connsiteX58282" fmla="*/ 1304000 w 2119654"/>
              <a:gd name="connsiteY58282" fmla="*/ 511222 h 2398711"/>
              <a:gd name="connsiteX58283" fmla="*/ 1311409 w 2119654"/>
              <a:gd name="connsiteY58283" fmla="*/ 532506 h 2398711"/>
              <a:gd name="connsiteX58284" fmla="*/ 1311656 w 2119654"/>
              <a:gd name="connsiteY58284" fmla="*/ 532083 h 2398711"/>
              <a:gd name="connsiteX58285" fmla="*/ 1304307 w 2119654"/>
              <a:gd name="connsiteY58285" fmla="*/ 510933 h 2398711"/>
              <a:gd name="connsiteX58286" fmla="*/ 1293925 w 2119654"/>
              <a:gd name="connsiteY58286" fmla="*/ 533739 h 2398711"/>
              <a:gd name="connsiteX58287" fmla="*/ 1293362 w 2119654"/>
              <a:gd name="connsiteY58287" fmla="*/ 536622 h 2398711"/>
              <a:gd name="connsiteX58288" fmla="*/ 1296066 w 2119654"/>
              <a:gd name="connsiteY58288" fmla="*/ 538727 h 2398711"/>
              <a:gd name="connsiteX58289" fmla="*/ 1295357 w 2119654"/>
              <a:gd name="connsiteY58289" fmla="*/ 535389 h 2398711"/>
              <a:gd name="connsiteX58290" fmla="*/ 634366 w 2119654"/>
              <a:gd name="connsiteY58290" fmla="*/ 2010550 h 2398711"/>
              <a:gd name="connsiteX58291" fmla="*/ 634400 w 2119654"/>
              <a:gd name="connsiteY58291" fmla="*/ 2011174 h 2398711"/>
              <a:gd name="connsiteX58292" fmla="*/ 636050 w 2119654"/>
              <a:gd name="connsiteY58292" fmla="*/ 2011532 h 2398711"/>
              <a:gd name="connsiteX58293" fmla="*/ 636121 w 2119654"/>
              <a:gd name="connsiteY58293" fmla="*/ 2010652 h 2398711"/>
              <a:gd name="connsiteX58294" fmla="*/ 632463 w 2119654"/>
              <a:gd name="connsiteY58294" fmla="*/ 2014648 h 2398711"/>
              <a:gd name="connsiteX58295" fmla="*/ 633286 w 2119654"/>
              <a:gd name="connsiteY58295" fmla="*/ 2014934 h 2398711"/>
              <a:gd name="connsiteX58296" fmla="*/ 633808 w 2119654"/>
              <a:gd name="connsiteY58296" fmla="*/ 2014813 h 2398711"/>
              <a:gd name="connsiteX58297" fmla="*/ 633410 w 2119654"/>
              <a:gd name="connsiteY58297" fmla="*/ 2014675 h 2398711"/>
              <a:gd name="connsiteX58298" fmla="*/ 619566 w 2119654"/>
              <a:gd name="connsiteY58298" fmla="*/ 2043340 h 2398711"/>
              <a:gd name="connsiteX58299" fmla="*/ 622364 w 2119654"/>
              <a:gd name="connsiteY58299" fmla="*/ 2043624 h 2398711"/>
              <a:gd name="connsiteX58300" fmla="*/ 622252 w 2119654"/>
              <a:gd name="connsiteY58300" fmla="*/ 2042577 h 2398711"/>
              <a:gd name="connsiteX58301" fmla="*/ 621340 w 2119654"/>
              <a:gd name="connsiteY58301" fmla="*/ 2042685 h 2398711"/>
              <a:gd name="connsiteX58302" fmla="*/ 626258 w 2119654"/>
              <a:gd name="connsiteY58302" fmla="*/ 2027511 h 2398711"/>
              <a:gd name="connsiteX58303" fmla="*/ 627030 w 2119654"/>
              <a:gd name="connsiteY58303" fmla="*/ 2027626 h 2398711"/>
              <a:gd name="connsiteX58304" fmla="*/ 626368 w 2119654"/>
              <a:gd name="connsiteY58304" fmla="*/ 2027472 h 2398711"/>
              <a:gd name="connsiteX58305" fmla="*/ 1343601 w 2119654"/>
              <a:gd name="connsiteY58305" fmla="*/ 421109 h 2398711"/>
              <a:gd name="connsiteX58306" fmla="*/ 1345035 w 2119654"/>
              <a:gd name="connsiteY58306" fmla="*/ 425059 h 2398711"/>
              <a:gd name="connsiteX58307" fmla="*/ 1345089 w 2119654"/>
              <a:gd name="connsiteY58307" fmla="*/ 425277 h 2398711"/>
              <a:gd name="connsiteX58308" fmla="*/ 1346958 w 2119654"/>
              <a:gd name="connsiteY58308" fmla="*/ 423621 h 2398711"/>
              <a:gd name="connsiteX58309" fmla="*/ 1344953 w 2119654"/>
              <a:gd name="connsiteY58309" fmla="*/ 419536 h 2398711"/>
              <a:gd name="connsiteX58310" fmla="*/ 1294442 w 2119654"/>
              <a:gd name="connsiteY58310" fmla="*/ 531091 h 2398711"/>
              <a:gd name="connsiteX58311" fmla="*/ 1294036 w 2119654"/>
              <a:gd name="connsiteY58311" fmla="*/ 533171 h 2398711"/>
              <a:gd name="connsiteX58312" fmla="*/ 1295161 w 2119654"/>
              <a:gd name="connsiteY58312" fmla="*/ 534467 h 2398711"/>
              <a:gd name="connsiteX58313" fmla="*/ 1289345 w 2119654"/>
              <a:gd name="connsiteY58313" fmla="*/ 542261 h 2398711"/>
              <a:gd name="connsiteX58314" fmla="*/ 1289999 w 2119654"/>
              <a:gd name="connsiteY58314" fmla="*/ 543987 h 2398711"/>
              <a:gd name="connsiteX58315" fmla="*/ 1290267 w 2119654"/>
              <a:gd name="connsiteY58315" fmla="*/ 544452 h 2398711"/>
              <a:gd name="connsiteX58316" fmla="*/ 1290375 w 2119654"/>
              <a:gd name="connsiteY58316" fmla="*/ 544052 h 2398711"/>
              <a:gd name="connsiteX58317" fmla="*/ 1302430 w 2119654"/>
              <a:gd name="connsiteY58317" fmla="*/ 512703 h 2398711"/>
              <a:gd name="connsiteX58318" fmla="*/ 1303170 w 2119654"/>
              <a:gd name="connsiteY58318" fmla="*/ 519413 h 2398711"/>
              <a:gd name="connsiteX58319" fmla="*/ 1306921 w 2119654"/>
              <a:gd name="connsiteY58319" fmla="*/ 525394 h 2398711"/>
              <a:gd name="connsiteX58320" fmla="*/ 1302661 w 2119654"/>
              <a:gd name="connsiteY58320" fmla="*/ 512485 h 2398711"/>
              <a:gd name="connsiteX58321" fmla="*/ 639564 w 2119654"/>
              <a:gd name="connsiteY58321" fmla="*/ 1996985 h 2398711"/>
              <a:gd name="connsiteX58322" fmla="*/ 639425 w 2119654"/>
              <a:gd name="connsiteY58322" fmla="*/ 1997878 h 2398711"/>
              <a:gd name="connsiteX58323" fmla="*/ 639853 w 2119654"/>
              <a:gd name="connsiteY58323" fmla="*/ 1997820 h 2398711"/>
              <a:gd name="connsiteX58324" fmla="*/ 639682 w 2119654"/>
              <a:gd name="connsiteY58324" fmla="*/ 1997084 h 2398711"/>
              <a:gd name="connsiteX58325" fmla="*/ 639625 w 2119654"/>
              <a:gd name="connsiteY58325" fmla="*/ 1996964 h 2398711"/>
              <a:gd name="connsiteX58326" fmla="*/ 635528 w 2119654"/>
              <a:gd name="connsiteY58326" fmla="*/ 2005503 h 2398711"/>
              <a:gd name="connsiteX58327" fmla="*/ 636453 w 2119654"/>
              <a:gd name="connsiteY58327" fmla="*/ 2006549 h 2398711"/>
              <a:gd name="connsiteX58328" fmla="*/ 636536 w 2119654"/>
              <a:gd name="connsiteY58328" fmla="*/ 2005523 h 2398711"/>
              <a:gd name="connsiteX58329" fmla="*/ 621841 w 2119654"/>
              <a:gd name="connsiteY58329" fmla="*/ 2035804 h 2398711"/>
              <a:gd name="connsiteX58330" fmla="*/ 621869 w 2119654"/>
              <a:gd name="connsiteY58330" fmla="*/ 2036063 h 2398711"/>
              <a:gd name="connsiteX58331" fmla="*/ 623467 w 2119654"/>
              <a:gd name="connsiteY58331" fmla="*/ 2035706 h 2398711"/>
              <a:gd name="connsiteX58332" fmla="*/ 623317 w 2119654"/>
              <a:gd name="connsiteY58332" fmla="*/ 2035221 h 2398711"/>
              <a:gd name="connsiteX58333" fmla="*/ 634228 w 2119654"/>
              <a:gd name="connsiteY58333" fmla="*/ 2008005 h 2398711"/>
              <a:gd name="connsiteX58334" fmla="*/ 634234 w 2119654"/>
              <a:gd name="connsiteY58334" fmla="*/ 2008110 h 2398711"/>
              <a:gd name="connsiteX58335" fmla="*/ 634309 w 2119654"/>
              <a:gd name="connsiteY58335" fmla="*/ 2008084 h 2398711"/>
              <a:gd name="connsiteX58336" fmla="*/ 1303321 w 2119654"/>
              <a:gd name="connsiteY58336" fmla="*/ 509271 h 2398711"/>
              <a:gd name="connsiteX58337" fmla="*/ 1303911 w 2119654"/>
              <a:gd name="connsiteY58337" fmla="*/ 510964 h 2398711"/>
              <a:gd name="connsiteX58338" fmla="*/ 1304218 w 2119654"/>
              <a:gd name="connsiteY58338" fmla="*/ 510675 h 2398711"/>
              <a:gd name="connsiteX58339" fmla="*/ 1304041 w 2119654"/>
              <a:gd name="connsiteY58339" fmla="*/ 510168 h 2398711"/>
              <a:gd name="connsiteX58340" fmla="*/ 1321156 w 2119654"/>
              <a:gd name="connsiteY58340" fmla="*/ 469307 h 2398711"/>
              <a:gd name="connsiteX58341" fmla="*/ 1331439 w 2119654"/>
              <a:gd name="connsiteY58341" fmla="*/ 484334 h 2398711"/>
              <a:gd name="connsiteX58342" fmla="*/ 1330528 w 2119654"/>
              <a:gd name="connsiteY58342" fmla="*/ 478556 h 2398711"/>
              <a:gd name="connsiteX58343" fmla="*/ 1302276 w 2119654"/>
              <a:gd name="connsiteY58343" fmla="*/ 511321 h 2398711"/>
              <a:gd name="connsiteX58344" fmla="*/ 1302395 w 2119654"/>
              <a:gd name="connsiteY58344" fmla="*/ 512392 h 2398711"/>
              <a:gd name="connsiteX58345" fmla="*/ 1302575 w 2119654"/>
              <a:gd name="connsiteY58345" fmla="*/ 512223 h 2398711"/>
              <a:gd name="connsiteX58346" fmla="*/ 1290229 w 2119654"/>
              <a:gd name="connsiteY58346" fmla="*/ 538180 h 2398711"/>
              <a:gd name="connsiteX58347" fmla="*/ 1290747 w 2119654"/>
              <a:gd name="connsiteY58347" fmla="*/ 539852 h 2398711"/>
              <a:gd name="connsiteX58348" fmla="*/ 1291253 w 2119654"/>
              <a:gd name="connsiteY58348" fmla="*/ 540830 h 2398711"/>
              <a:gd name="connsiteX58349" fmla="*/ 1291480 w 2119654"/>
              <a:gd name="connsiteY58349" fmla="*/ 539997 h 2398711"/>
              <a:gd name="connsiteX58350" fmla="*/ 621736 w 2119654"/>
              <a:gd name="connsiteY58350" fmla="*/ 2034808 h 2398711"/>
              <a:gd name="connsiteX58351" fmla="*/ 621810 w 2119654"/>
              <a:gd name="connsiteY58351" fmla="*/ 2035513 h 2398711"/>
              <a:gd name="connsiteX58352" fmla="*/ 623233 w 2119654"/>
              <a:gd name="connsiteY58352" fmla="*/ 2034951 h 2398711"/>
              <a:gd name="connsiteX58353" fmla="*/ 623207 w 2119654"/>
              <a:gd name="connsiteY58353" fmla="*/ 2034867 h 2398711"/>
              <a:gd name="connsiteX58354" fmla="*/ 622269 w 2119654"/>
              <a:gd name="connsiteY58354" fmla="*/ 2034653 h 2398711"/>
              <a:gd name="connsiteX58355" fmla="*/ 1310757 w 2119654"/>
              <a:gd name="connsiteY58355" fmla="*/ 491879 h 2398711"/>
              <a:gd name="connsiteX58356" fmla="*/ 1315806 w 2119654"/>
              <a:gd name="connsiteY58356" fmla="*/ 507364 h 2398711"/>
              <a:gd name="connsiteX58357" fmla="*/ 1315813 w 2119654"/>
              <a:gd name="connsiteY58357" fmla="*/ 505905 h 2398711"/>
              <a:gd name="connsiteX58358" fmla="*/ 1315409 w 2119654"/>
              <a:gd name="connsiteY58358" fmla="*/ 497504 h 2398711"/>
              <a:gd name="connsiteX58359" fmla="*/ 1290580 w 2119654"/>
              <a:gd name="connsiteY58359" fmla="*/ 536691 h 2398711"/>
              <a:gd name="connsiteX58360" fmla="*/ 1291924 w 2119654"/>
              <a:gd name="connsiteY58360" fmla="*/ 538367 h 2398711"/>
              <a:gd name="connsiteX58361" fmla="*/ 1292066 w 2119654"/>
              <a:gd name="connsiteY58361" fmla="*/ 537848 h 2398711"/>
              <a:gd name="connsiteX58362" fmla="*/ 636609 w 2119654"/>
              <a:gd name="connsiteY58362" fmla="*/ 2000952 h 2398711"/>
              <a:gd name="connsiteX58363" fmla="*/ 636810 w 2119654"/>
              <a:gd name="connsiteY58363" fmla="*/ 2001422 h 2398711"/>
              <a:gd name="connsiteX58364" fmla="*/ 636869 w 2119654"/>
              <a:gd name="connsiteY58364" fmla="*/ 2001402 h 2398711"/>
              <a:gd name="connsiteX58365" fmla="*/ 636909 w 2119654"/>
              <a:gd name="connsiteY58365" fmla="*/ 2000912 h 2398711"/>
              <a:gd name="connsiteX58366" fmla="*/ 1289640 w 2119654"/>
              <a:gd name="connsiteY58366" fmla="*/ 538654 h 2398711"/>
              <a:gd name="connsiteX58367" fmla="*/ 1289313 w 2119654"/>
              <a:gd name="connsiteY58367" fmla="*/ 540699 h 2398711"/>
              <a:gd name="connsiteX58368" fmla="*/ 1290675 w 2119654"/>
              <a:gd name="connsiteY58368" fmla="*/ 542953 h 2398711"/>
              <a:gd name="connsiteX58369" fmla="*/ 1290827 w 2119654"/>
              <a:gd name="connsiteY58369" fmla="*/ 542393 h 2398711"/>
              <a:gd name="connsiteX58370" fmla="*/ 1289801 w 2119654"/>
              <a:gd name="connsiteY58370" fmla="*/ 538966 h 2398711"/>
              <a:gd name="connsiteX58371" fmla="*/ 1300250 w 2119654"/>
              <a:gd name="connsiteY58371" fmla="*/ 514757 h 2398711"/>
              <a:gd name="connsiteX58372" fmla="*/ 1302584 w 2119654"/>
              <a:gd name="connsiteY58372" fmla="*/ 518476 h 2398711"/>
              <a:gd name="connsiteX58373" fmla="*/ 1301979 w 2119654"/>
              <a:gd name="connsiteY58373" fmla="*/ 513128 h 2398711"/>
              <a:gd name="connsiteX58374" fmla="*/ 1340291 w 2119654"/>
              <a:gd name="connsiteY58374" fmla="*/ 424960 h 2398711"/>
              <a:gd name="connsiteX58375" fmla="*/ 1341167 w 2119654"/>
              <a:gd name="connsiteY58375" fmla="*/ 426267 h 2398711"/>
              <a:gd name="connsiteX58376" fmla="*/ 1340723 w 2119654"/>
              <a:gd name="connsiteY58376" fmla="*/ 424459 h 2398711"/>
              <a:gd name="connsiteX58377" fmla="*/ 617551 w 2119654"/>
              <a:gd name="connsiteY58377" fmla="*/ 2043135 h 2398711"/>
              <a:gd name="connsiteX58378" fmla="*/ 618143 w 2119654"/>
              <a:gd name="connsiteY58378" fmla="*/ 2043195 h 2398711"/>
              <a:gd name="connsiteX58379" fmla="*/ 618660 w 2119654"/>
              <a:gd name="connsiteY58379" fmla="*/ 2043003 h 2398711"/>
              <a:gd name="connsiteX58380" fmla="*/ 1330551 w 2119654"/>
              <a:gd name="connsiteY58380" fmla="*/ 446378 h 2398711"/>
              <a:gd name="connsiteX58381" fmla="*/ 1333608 w 2119654"/>
              <a:gd name="connsiteY58381" fmla="*/ 453648 h 2398711"/>
              <a:gd name="connsiteX58382" fmla="*/ 1346193 w 2119654"/>
              <a:gd name="connsiteY58382" fmla="*/ 467102 h 2398711"/>
              <a:gd name="connsiteX58383" fmla="*/ 1346330 w 2119654"/>
              <a:gd name="connsiteY58383" fmla="*/ 465506 h 2398711"/>
              <a:gd name="connsiteX58384" fmla="*/ 1346632 w 2119654"/>
              <a:gd name="connsiteY58384" fmla="*/ 452611 h 2398711"/>
              <a:gd name="connsiteX58385" fmla="*/ 1340083 w 2119654"/>
              <a:gd name="connsiteY58385" fmla="*/ 435794 h 2398711"/>
              <a:gd name="connsiteX58386" fmla="*/ 1340503 w 2119654"/>
              <a:gd name="connsiteY58386" fmla="*/ 436041 h 2398711"/>
              <a:gd name="connsiteX58387" fmla="*/ 1346650 w 2119654"/>
              <a:gd name="connsiteY58387" fmla="*/ 451828 h 2398711"/>
              <a:gd name="connsiteX58388" fmla="*/ 1346718 w 2119654"/>
              <a:gd name="connsiteY58388" fmla="*/ 448957 h 2398711"/>
              <a:gd name="connsiteX58389" fmla="*/ 1342685 w 2119654"/>
              <a:gd name="connsiteY58389" fmla="*/ 432475 h 2398711"/>
              <a:gd name="connsiteX58390" fmla="*/ 1329966 w 2119654"/>
              <a:gd name="connsiteY58390" fmla="*/ 447049 h 2398711"/>
              <a:gd name="connsiteX58391" fmla="*/ 1332566 w 2119654"/>
              <a:gd name="connsiteY58391" fmla="*/ 452534 h 2398711"/>
              <a:gd name="connsiteX58392" fmla="*/ 1333240 w 2119654"/>
              <a:gd name="connsiteY58392" fmla="*/ 453253 h 2398711"/>
              <a:gd name="connsiteX58393" fmla="*/ 1330414 w 2119654"/>
              <a:gd name="connsiteY58393" fmla="*/ 446536 h 2398711"/>
              <a:gd name="connsiteX58394" fmla="*/ 634180 w 2119654"/>
              <a:gd name="connsiteY58394" fmla="*/ 2003979 h 2398711"/>
              <a:gd name="connsiteX58395" fmla="*/ 635043 w 2119654"/>
              <a:gd name="connsiteY58395" fmla="*/ 2004955 h 2398711"/>
              <a:gd name="connsiteX58396" fmla="*/ 636585 w 2119654"/>
              <a:gd name="connsiteY58396" fmla="*/ 2004925 h 2398711"/>
              <a:gd name="connsiteX58397" fmla="*/ 636677 w 2119654"/>
              <a:gd name="connsiteY58397" fmla="*/ 2003775 h 2398711"/>
              <a:gd name="connsiteX58398" fmla="*/ 636455 w 2119654"/>
              <a:gd name="connsiteY58398" fmla="*/ 2003256 h 2398711"/>
              <a:gd name="connsiteX58399" fmla="*/ 1328745 w 2119654"/>
              <a:gd name="connsiteY58399" fmla="*/ 448449 h 2398711"/>
              <a:gd name="connsiteX58400" fmla="*/ 1331692 w 2119654"/>
              <a:gd name="connsiteY58400" fmla="*/ 451598 h 2398711"/>
              <a:gd name="connsiteX58401" fmla="*/ 1329687 w 2119654"/>
              <a:gd name="connsiteY58401" fmla="*/ 447369 h 2398711"/>
              <a:gd name="connsiteX58402" fmla="*/ 615390 w 2119654"/>
              <a:gd name="connsiteY58402" fmla="*/ 2044881 h 2398711"/>
              <a:gd name="connsiteX58403" fmla="*/ 616427 w 2119654"/>
              <a:gd name="connsiteY58403" fmla="*/ 2045344 h 2398711"/>
              <a:gd name="connsiteX58404" fmla="*/ 622718 w 2119654"/>
              <a:gd name="connsiteY58404" fmla="*/ 2046946 h 2398711"/>
              <a:gd name="connsiteX58405" fmla="*/ 622533 w 2119654"/>
              <a:gd name="connsiteY58405" fmla="*/ 2045207 h 2398711"/>
              <a:gd name="connsiteX58406" fmla="*/ 617953 w 2119654"/>
              <a:gd name="connsiteY58406" fmla="*/ 2043935 h 2398711"/>
              <a:gd name="connsiteX58407" fmla="*/ 636164 w 2119654"/>
              <a:gd name="connsiteY58407" fmla="*/ 1998189 h 2398711"/>
              <a:gd name="connsiteX58408" fmla="*/ 636420 w 2119654"/>
              <a:gd name="connsiteY58408" fmla="*/ 1998283 h 2398711"/>
              <a:gd name="connsiteX58409" fmla="*/ 637159 w 2119654"/>
              <a:gd name="connsiteY58409" fmla="*/ 1998183 h 2398711"/>
              <a:gd name="connsiteX58410" fmla="*/ 637216 w 2119654"/>
              <a:gd name="connsiteY58410" fmla="*/ 1997816 h 2398711"/>
              <a:gd name="connsiteX58411" fmla="*/ 633953 w 2119654"/>
              <a:gd name="connsiteY58411" fmla="*/ 2002935 h 2398711"/>
              <a:gd name="connsiteX58412" fmla="*/ 633959 w 2119654"/>
              <a:gd name="connsiteY58412" fmla="*/ 2003063 h 2398711"/>
              <a:gd name="connsiteX58413" fmla="*/ 636064 w 2119654"/>
              <a:gd name="connsiteY58413" fmla="*/ 2002343 h 2398711"/>
              <a:gd name="connsiteX58414" fmla="*/ 636023 w 2119654"/>
              <a:gd name="connsiteY58414" fmla="*/ 2002247 h 2398711"/>
              <a:gd name="connsiteX58415" fmla="*/ 627577 w 2119654"/>
              <a:gd name="connsiteY58415" fmla="*/ 2017102 h 2398711"/>
              <a:gd name="connsiteX58416" fmla="*/ 627681 w 2119654"/>
              <a:gd name="connsiteY58416" fmla="*/ 2017614 h 2398711"/>
              <a:gd name="connsiteX58417" fmla="*/ 630609 w 2119654"/>
              <a:gd name="connsiteY58417" fmla="*/ 2018494 h 2398711"/>
              <a:gd name="connsiteX58418" fmla="*/ 632762 w 2119654"/>
              <a:gd name="connsiteY58418" fmla="*/ 2017363 h 2398711"/>
              <a:gd name="connsiteX58419" fmla="*/ 630518 w 2119654"/>
              <a:gd name="connsiteY58419" fmla="*/ 2016581 h 2398711"/>
              <a:gd name="connsiteX58420" fmla="*/ 1297166 w 2119654"/>
              <a:gd name="connsiteY58420" fmla="*/ 517666 h 2398711"/>
              <a:gd name="connsiteX58421" fmla="*/ 1298719 w 2119654"/>
              <a:gd name="connsiteY58421" fmla="*/ 524969 h 2398711"/>
              <a:gd name="connsiteX58422" fmla="*/ 1303866 w 2119654"/>
              <a:gd name="connsiteY58422" fmla="*/ 529847 h 2398711"/>
              <a:gd name="connsiteX58423" fmla="*/ 1303582 w 2119654"/>
              <a:gd name="connsiteY58423" fmla="*/ 527321 h 2398711"/>
              <a:gd name="connsiteX58424" fmla="*/ 1300277 w 2119654"/>
              <a:gd name="connsiteY58424" fmla="*/ 518122 h 2398711"/>
              <a:gd name="connsiteX58425" fmla="*/ 1298942 w 2119654"/>
              <a:gd name="connsiteY58425" fmla="*/ 515990 h 2398711"/>
              <a:gd name="connsiteX58426" fmla="*/ 630483 w 2119654"/>
              <a:gd name="connsiteY58426" fmla="*/ 2010325 h 2398711"/>
              <a:gd name="connsiteX58427" fmla="*/ 633930 w 2119654"/>
              <a:gd name="connsiteY58427" fmla="*/ 2011072 h 2398711"/>
              <a:gd name="connsiteX58428" fmla="*/ 633900 w 2119654"/>
              <a:gd name="connsiteY58428" fmla="*/ 2010523 h 2398711"/>
              <a:gd name="connsiteX58429" fmla="*/ 1357757 w 2119654"/>
              <a:gd name="connsiteY58429" fmla="*/ 381437 h 2398711"/>
              <a:gd name="connsiteX58430" fmla="*/ 1364978 w 2119654"/>
              <a:gd name="connsiteY58430" fmla="*/ 395093 h 2398711"/>
              <a:gd name="connsiteX58431" fmla="*/ 1365647 w 2119654"/>
              <a:gd name="connsiteY58431" fmla="*/ 394315 h 2398711"/>
              <a:gd name="connsiteX58432" fmla="*/ 1360440 w 2119654"/>
              <a:gd name="connsiteY58432" fmla="*/ 376284 h 2398711"/>
              <a:gd name="connsiteX58433" fmla="*/ 627473 w 2119654"/>
              <a:gd name="connsiteY58433" fmla="*/ 2016596 h 2398711"/>
              <a:gd name="connsiteX58434" fmla="*/ 627497 w 2119654"/>
              <a:gd name="connsiteY58434" fmla="*/ 2016711 h 2398711"/>
              <a:gd name="connsiteX58435" fmla="*/ 629748 w 2119654"/>
              <a:gd name="connsiteY58435" fmla="*/ 2016313 h 2398711"/>
              <a:gd name="connsiteX58436" fmla="*/ 629323 w 2119654"/>
              <a:gd name="connsiteY58436" fmla="*/ 2016165 h 2398711"/>
              <a:gd name="connsiteX58437" fmla="*/ 633414 w 2119654"/>
              <a:gd name="connsiteY58437" fmla="*/ 2003113 h 2398711"/>
              <a:gd name="connsiteX58438" fmla="*/ 633503 w 2119654"/>
              <a:gd name="connsiteY58438" fmla="*/ 2003214 h 2398711"/>
              <a:gd name="connsiteX58439" fmla="*/ 633496 w 2119654"/>
              <a:gd name="connsiteY58439" fmla="*/ 2003086 h 2398711"/>
              <a:gd name="connsiteX58440" fmla="*/ 1290931 w 2119654"/>
              <a:gd name="connsiteY58440" fmla="*/ 530536 h 2398711"/>
              <a:gd name="connsiteX58441" fmla="*/ 1290338 w 2119654"/>
              <a:gd name="connsiteY58441" fmla="*/ 534267 h 2398711"/>
              <a:gd name="connsiteX58442" fmla="*/ 1292568 w 2119654"/>
              <a:gd name="connsiteY58442" fmla="*/ 536003 h 2398711"/>
              <a:gd name="connsiteX58443" fmla="*/ 1292573 w 2119654"/>
              <a:gd name="connsiteY58443" fmla="*/ 535988 h 2398711"/>
              <a:gd name="connsiteX58444" fmla="*/ 1291003 w 2119654"/>
              <a:gd name="connsiteY58444" fmla="*/ 530371 h 2398711"/>
              <a:gd name="connsiteX58445" fmla="*/ 1292630 w 2119654"/>
              <a:gd name="connsiteY58445" fmla="*/ 535778 h 2398711"/>
              <a:gd name="connsiteX58446" fmla="*/ 1293055 w 2119654"/>
              <a:gd name="connsiteY58446" fmla="*/ 534216 h 2398711"/>
              <a:gd name="connsiteX58447" fmla="*/ 1293292 w 2119654"/>
              <a:gd name="connsiteY58447" fmla="*/ 533008 h 2398711"/>
              <a:gd name="connsiteX58448" fmla="*/ 1326108 w 2119654"/>
              <a:gd name="connsiteY58448" fmla="*/ 451470 h 2398711"/>
              <a:gd name="connsiteX58449" fmla="*/ 1327619 w 2119654"/>
              <a:gd name="connsiteY58449" fmla="*/ 459065 h 2398711"/>
              <a:gd name="connsiteX58450" fmla="*/ 1334574 w 2119654"/>
              <a:gd name="connsiteY58450" fmla="*/ 476449 h 2398711"/>
              <a:gd name="connsiteX58451" fmla="*/ 1337771 w 2119654"/>
              <a:gd name="connsiteY58451" fmla="*/ 484766 h 2398711"/>
              <a:gd name="connsiteX58452" fmla="*/ 1341647 w 2119654"/>
              <a:gd name="connsiteY58452" fmla="*/ 488591 h 2398711"/>
              <a:gd name="connsiteX58453" fmla="*/ 1344701 w 2119654"/>
              <a:gd name="connsiteY58453" fmla="*/ 484490 h 2398711"/>
              <a:gd name="connsiteX58454" fmla="*/ 1344864 w 2119654"/>
              <a:gd name="connsiteY58454" fmla="*/ 482581 h 2398711"/>
              <a:gd name="connsiteX58455" fmla="*/ 1336403 w 2119654"/>
              <a:gd name="connsiteY58455" fmla="*/ 470564 h 2398711"/>
              <a:gd name="connsiteX58456" fmla="*/ 1336867 w 2119654"/>
              <a:gd name="connsiteY58456" fmla="*/ 470703 h 2398711"/>
              <a:gd name="connsiteX58457" fmla="*/ 1344905 w 2119654"/>
              <a:gd name="connsiteY58457" fmla="*/ 482115 h 2398711"/>
              <a:gd name="connsiteX58458" fmla="*/ 1344931 w 2119654"/>
              <a:gd name="connsiteY58458" fmla="*/ 481813 h 2398711"/>
              <a:gd name="connsiteX58459" fmla="*/ 1338574 w 2119654"/>
              <a:gd name="connsiteY58459" fmla="*/ 466115 h 2398711"/>
              <a:gd name="connsiteX58460" fmla="*/ 1335019 w 2119654"/>
              <a:gd name="connsiteY58460" fmla="*/ 458618 h 2398711"/>
              <a:gd name="connsiteX58461" fmla="*/ 1327182 w 2119654"/>
              <a:gd name="connsiteY58461" fmla="*/ 450238 h 2398711"/>
              <a:gd name="connsiteX58462" fmla="*/ 633865 w 2119654"/>
              <a:gd name="connsiteY58462" fmla="*/ 2001321 h 2398711"/>
              <a:gd name="connsiteX58463" fmla="*/ 633922 w 2119654"/>
              <a:gd name="connsiteY58463" fmla="*/ 2002381 h 2398711"/>
              <a:gd name="connsiteX58464" fmla="*/ 635811 w 2119654"/>
              <a:gd name="connsiteY58464" fmla="*/ 2001753 h 2398711"/>
              <a:gd name="connsiteX58465" fmla="*/ 635530 w 2119654"/>
              <a:gd name="connsiteY58465" fmla="*/ 2001097 h 2398711"/>
              <a:gd name="connsiteX58466" fmla="*/ 1329444 w 2119654"/>
              <a:gd name="connsiteY58466" fmla="*/ 443748 h 2398711"/>
              <a:gd name="connsiteX58467" fmla="*/ 1330422 w 2119654"/>
              <a:gd name="connsiteY58467" fmla="*/ 446072 h 2398711"/>
              <a:gd name="connsiteX58468" fmla="*/ 1335670 w 2119654"/>
              <a:gd name="connsiteY58468" fmla="*/ 440058 h 2398711"/>
              <a:gd name="connsiteX58469" fmla="*/ 1342638 w 2119654"/>
              <a:gd name="connsiteY58469" fmla="*/ 432286 h 2398711"/>
              <a:gd name="connsiteX58470" fmla="*/ 1342379 w 2119654"/>
              <a:gd name="connsiteY58470" fmla="*/ 431226 h 2398711"/>
              <a:gd name="connsiteX58471" fmla="*/ 1341909 w 2119654"/>
              <a:gd name="connsiteY58471" fmla="*/ 430524 h 2398711"/>
              <a:gd name="connsiteX58472" fmla="*/ 1338506 w 2119654"/>
              <a:gd name="connsiteY58472" fmla="*/ 433538 h 2398711"/>
              <a:gd name="connsiteX58473" fmla="*/ 625911 w 2119654"/>
              <a:gd name="connsiteY58473" fmla="*/ 2019044 h 2398711"/>
              <a:gd name="connsiteX58474" fmla="*/ 626658 w 2119654"/>
              <a:gd name="connsiteY58474" fmla="*/ 2020191 h 2398711"/>
              <a:gd name="connsiteX58475" fmla="*/ 627634 w 2119654"/>
              <a:gd name="connsiteY58475" fmla="*/ 2019849 h 2398711"/>
              <a:gd name="connsiteX58476" fmla="*/ 627571 w 2119654"/>
              <a:gd name="connsiteY58476" fmla="*/ 2019543 h 2398711"/>
              <a:gd name="connsiteX58477" fmla="*/ 581326 w 2119654"/>
              <a:gd name="connsiteY58477" fmla="*/ 2118803 h 2398711"/>
              <a:gd name="connsiteX58478" fmla="*/ 602180 w 2119654"/>
              <a:gd name="connsiteY58478" fmla="*/ 2122485 h 2398711"/>
              <a:gd name="connsiteX58479" fmla="*/ 603362 w 2119654"/>
              <a:gd name="connsiteY58479" fmla="*/ 2122442 h 2398711"/>
              <a:gd name="connsiteX58480" fmla="*/ 608868 w 2119654"/>
              <a:gd name="connsiteY58480" fmla="*/ 2122167 h 2398711"/>
              <a:gd name="connsiteX58481" fmla="*/ 629714 w 2119654"/>
              <a:gd name="connsiteY58481" fmla="*/ 2117476 h 2398711"/>
              <a:gd name="connsiteX58482" fmla="*/ 629719 w 2119654"/>
              <a:gd name="connsiteY58482" fmla="*/ 2117348 h 2398711"/>
              <a:gd name="connsiteX58483" fmla="*/ 622152 w 2119654"/>
              <a:gd name="connsiteY58483" fmla="*/ 2118374 h 2398711"/>
              <a:gd name="connsiteX58484" fmla="*/ 621883 w 2119654"/>
              <a:gd name="connsiteY58484" fmla="*/ 2118180 h 2398711"/>
              <a:gd name="connsiteX58485" fmla="*/ 629728 w 2119654"/>
              <a:gd name="connsiteY58485" fmla="*/ 2117117 h 2398711"/>
              <a:gd name="connsiteX58486" fmla="*/ 629818 w 2119654"/>
              <a:gd name="connsiteY58486" fmla="*/ 2114888 h 2398711"/>
              <a:gd name="connsiteX58487" fmla="*/ 624185 w 2119654"/>
              <a:gd name="connsiteY58487" fmla="*/ 2115420 h 2398711"/>
              <a:gd name="connsiteX58488" fmla="*/ 623241 w 2119654"/>
              <a:gd name="connsiteY58488" fmla="*/ 2115649 h 2398711"/>
              <a:gd name="connsiteX58489" fmla="*/ 622988 w 2119654"/>
              <a:gd name="connsiteY58489" fmla="*/ 2115533 h 2398711"/>
              <a:gd name="connsiteX58490" fmla="*/ 587937 w 2119654"/>
              <a:gd name="connsiteY58490" fmla="*/ 2118841 h 2398711"/>
              <a:gd name="connsiteX58491" fmla="*/ 587679 w 2119654"/>
              <a:gd name="connsiteY58491" fmla="*/ 2118638 h 2398711"/>
              <a:gd name="connsiteX58492" fmla="*/ 612082 w 2119654"/>
              <a:gd name="connsiteY58492" fmla="*/ 2116335 h 2398711"/>
              <a:gd name="connsiteX58493" fmla="*/ 624047 w 2119654"/>
              <a:gd name="connsiteY58493" fmla="*/ 2115039 h 2398711"/>
              <a:gd name="connsiteX58494" fmla="*/ 629868 w 2119654"/>
              <a:gd name="connsiteY58494" fmla="*/ 2113627 h 2398711"/>
              <a:gd name="connsiteX58495" fmla="*/ 629972 w 2119654"/>
              <a:gd name="connsiteY58495" fmla="*/ 2111049 h 2398711"/>
              <a:gd name="connsiteX58496" fmla="*/ 606142 w 2119654"/>
              <a:gd name="connsiteY58496" fmla="*/ 2115353 h 2398711"/>
              <a:gd name="connsiteX58497" fmla="*/ 626522 w 2119654"/>
              <a:gd name="connsiteY58497" fmla="*/ 2017265 h 2398711"/>
              <a:gd name="connsiteX58498" fmla="*/ 627145 w 2119654"/>
              <a:gd name="connsiteY58498" fmla="*/ 2017452 h 2398711"/>
              <a:gd name="connsiteX58499" fmla="*/ 627090 w 2119654"/>
              <a:gd name="connsiteY58499" fmla="*/ 2017183 h 2398711"/>
              <a:gd name="connsiteX58500" fmla="*/ 1271414 w 2119654"/>
              <a:gd name="connsiteY58500" fmla="*/ 573201 h 2398711"/>
              <a:gd name="connsiteX58501" fmla="*/ 1271473 w 2119654"/>
              <a:gd name="connsiteY58501" fmla="*/ 573764 h 2398711"/>
              <a:gd name="connsiteX58502" fmla="*/ 1271533 w 2119654"/>
              <a:gd name="connsiteY58502" fmla="*/ 573585 h 2398711"/>
              <a:gd name="connsiteX58503" fmla="*/ 1297759 w 2119654"/>
              <a:gd name="connsiteY58503" fmla="*/ 514105 h 2398711"/>
              <a:gd name="connsiteX58504" fmla="*/ 1297123 w 2119654"/>
              <a:gd name="connsiteY58504" fmla="*/ 517361 h 2398711"/>
              <a:gd name="connsiteX58505" fmla="*/ 1298807 w 2119654"/>
              <a:gd name="connsiteY58505" fmla="*/ 515773 h 2398711"/>
              <a:gd name="connsiteX58506" fmla="*/ 627237 w 2119654"/>
              <a:gd name="connsiteY58506" fmla="*/ 2015437 h 2398711"/>
              <a:gd name="connsiteX58507" fmla="*/ 627413 w 2119654"/>
              <a:gd name="connsiteY58507" fmla="*/ 2016303 h 2398711"/>
              <a:gd name="connsiteX58508" fmla="*/ 628796 w 2119654"/>
              <a:gd name="connsiteY58508" fmla="*/ 2015981 h 2398711"/>
              <a:gd name="connsiteX58509" fmla="*/ 1328765 w 2119654"/>
              <a:gd name="connsiteY58509" fmla="*/ 444514 h 2398711"/>
              <a:gd name="connsiteX58510" fmla="*/ 1329827 w 2119654"/>
              <a:gd name="connsiteY58510" fmla="*/ 446754 h 2398711"/>
              <a:gd name="connsiteX58511" fmla="*/ 1330285 w 2119654"/>
              <a:gd name="connsiteY58511" fmla="*/ 446229 h 2398711"/>
              <a:gd name="connsiteX58512" fmla="*/ 1329306 w 2119654"/>
              <a:gd name="connsiteY58512" fmla="*/ 443904 h 2398711"/>
              <a:gd name="connsiteX58513" fmla="*/ 1325060 w 2119654"/>
              <a:gd name="connsiteY58513" fmla="*/ 452670 h 2398711"/>
              <a:gd name="connsiteX58514" fmla="*/ 1326268 w 2119654"/>
              <a:gd name="connsiteY58514" fmla="*/ 455693 h 2398711"/>
              <a:gd name="connsiteX58515" fmla="*/ 1325555 w 2119654"/>
              <a:gd name="connsiteY58515" fmla="*/ 452103 h 2398711"/>
              <a:gd name="connsiteX58516" fmla="*/ 1291300 w 2119654"/>
              <a:gd name="connsiteY58516" fmla="*/ 527575 h 2398711"/>
              <a:gd name="connsiteX58517" fmla="*/ 1291250 w 2119654"/>
              <a:gd name="connsiteY58517" fmla="*/ 528536 h 2398711"/>
              <a:gd name="connsiteX58518" fmla="*/ 1291059 w 2119654"/>
              <a:gd name="connsiteY58518" fmla="*/ 529739 h 2398711"/>
              <a:gd name="connsiteX58519" fmla="*/ 1293402 w 2119654"/>
              <a:gd name="connsiteY58519" fmla="*/ 532440 h 2398711"/>
              <a:gd name="connsiteX58520" fmla="*/ 1293826 w 2119654"/>
              <a:gd name="connsiteY58520" fmla="*/ 530271 h 2398711"/>
              <a:gd name="connsiteX58521" fmla="*/ 1324178 w 2119654"/>
              <a:gd name="connsiteY58521" fmla="*/ 453681 h 2398711"/>
              <a:gd name="connsiteX58522" fmla="*/ 1329539 w 2119654"/>
              <a:gd name="connsiteY58522" fmla="*/ 472292 h 2398711"/>
              <a:gd name="connsiteX58523" fmla="*/ 1329424 w 2119654"/>
              <a:gd name="connsiteY58523" fmla="*/ 471557 h 2398711"/>
              <a:gd name="connsiteX58524" fmla="*/ 1326423 w 2119654"/>
              <a:gd name="connsiteY58524" fmla="*/ 456470 h 2398711"/>
              <a:gd name="connsiteX58525" fmla="*/ 1324953 w 2119654"/>
              <a:gd name="connsiteY58525" fmla="*/ 452794 h 2398711"/>
              <a:gd name="connsiteX58526" fmla="*/ 1347409 w 2119654"/>
              <a:gd name="connsiteY58526" fmla="*/ 401311 h 2398711"/>
              <a:gd name="connsiteX58527" fmla="*/ 1347826 w 2119654"/>
              <a:gd name="connsiteY58527" fmla="*/ 415050 h 2398711"/>
              <a:gd name="connsiteX58528" fmla="*/ 1364690 w 2119654"/>
              <a:gd name="connsiteY58528" fmla="*/ 395429 h 2398711"/>
              <a:gd name="connsiteX58529" fmla="*/ 1358257 w 2119654"/>
              <a:gd name="connsiteY58529" fmla="*/ 382861 h 2398711"/>
              <a:gd name="connsiteX58530" fmla="*/ 1357631 w 2119654"/>
              <a:gd name="connsiteY58530" fmla="*/ 381678 h 2398711"/>
              <a:gd name="connsiteX58531" fmla="*/ 1268614 w 2119654"/>
              <a:gd name="connsiteY58531" fmla="*/ 577506 h 2398711"/>
              <a:gd name="connsiteX58532" fmla="*/ 1268485 w 2119654"/>
              <a:gd name="connsiteY58532" fmla="*/ 578707 h 2398711"/>
              <a:gd name="connsiteX58533" fmla="*/ 1269022 w 2119654"/>
              <a:gd name="connsiteY58533" fmla="*/ 578914 h 2398711"/>
              <a:gd name="connsiteX58534" fmla="*/ 625686 w 2119654"/>
              <a:gd name="connsiteY58534" fmla="*/ 2017013 h 2398711"/>
              <a:gd name="connsiteX58535" fmla="*/ 625725 w 2119654"/>
              <a:gd name="connsiteY58535" fmla="*/ 2017025 h 2398711"/>
              <a:gd name="connsiteX58536" fmla="*/ 627011 w 2119654"/>
              <a:gd name="connsiteY58536" fmla="*/ 2016797 h 2398711"/>
              <a:gd name="connsiteX58537" fmla="*/ 626993 w 2119654"/>
              <a:gd name="connsiteY58537" fmla="*/ 2016708 h 2398711"/>
              <a:gd name="connsiteX58538" fmla="*/ 1273654 w 2119654"/>
              <a:gd name="connsiteY58538" fmla="*/ 566025 h 2398711"/>
              <a:gd name="connsiteX58539" fmla="*/ 1273951 w 2119654"/>
              <a:gd name="connsiteY58539" fmla="*/ 566471 h 2398711"/>
              <a:gd name="connsiteX58540" fmla="*/ 1273964 w 2119654"/>
              <a:gd name="connsiteY58540" fmla="*/ 566430 h 2398711"/>
              <a:gd name="connsiteX58541" fmla="*/ 1326963 w 2119654"/>
              <a:gd name="connsiteY58541" fmla="*/ 446544 h 2398711"/>
              <a:gd name="connsiteX58542" fmla="*/ 1328539 w 2119654"/>
              <a:gd name="connsiteY58542" fmla="*/ 448230 h 2398711"/>
              <a:gd name="connsiteX58543" fmla="*/ 1329547 w 2119654"/>
              <a:gd name="connsiteY58543" fmla="*/ 447075 h 2398711"/>
              <a:gd name="connsiteX58544" fmla="*/ 1328483 w 2119654"/>
              <a:gd name="connsiteY58544" fmla="*/ 444830 h 2398711"/>
              <a:gd name="connsiteX58545" fmla="*/ 630849 w 2119654"/>
              <a:gd name="connsiteY58545" fmla="*/ 2005037 h 2398711"/>
              <a:gd name="connsiteX58546" fmla="*/ 631181 w 2119654"/>
              <a:gd name="connsiteY58546" fmla="*/ 2005030 h 2398711"/>
              <a:gd name="connsiteX58547" fmla="*/ 631104 w 2119654"/>
              <a:gd name="connsiteY58547" fmla="*/ 2004956 h 2398711"/>
              <a:gd name="connsiteX58548" fmla="*/ 1301372 w 2119654"/>
              <a:gd name="connsiteY58548" fmla="*/ 503116 h 2398711"/>
              <a:gd name="connsiteX58549" fmla="*/ 1301462 w 2119654"/>
              <a:gd name="connsiteY58549" fmla="*/ 503931 h 2398711"/>
              <a:gd name="connsiteX58550" fmla="*/ 1302682 w 2119654"/>
              <a:gd name="connsiteY58550" fmla="*/ 507437 h 2398711"/>
              <a:gd name="connsiteX58551" fmla="*/ 1303365 w 2119654"/>
              <a:gd name="connsiteY58551" fmla="*/ 508219 h 2398711"/>
              <a:gd name="connsiteX58552" fmla="*/ 1302657 w 2119654"/>
              <a:gd name="connsiteY58552" fmla="*/ 506184 h 2398711"/>
              <a:gd name="connsiteX58553" fmla="*/ 1341801 w 2119654"/>
              <a:gd name="connsiteY58553" fmla="*/ 412429 h 2398711"/>
              <a:gd name="connsiteX58554" fmla="*/ 1344810 w 2119654"/>
              <a:gd name="connsiteY58554" fmla="*/ 418560 h 2398711"/>
              <a:gd name="connsiteX58555" fmla="*/ 1347319 w 2119654"/>
              <a:gd name="connsiteY58555" fmla="*/ 415639 h 2398711"/>
              <a:gd name="connsiteX58556" fmla="*/ 1346914 w 2119654"/>
              <a:gd name="connsiteY58556" fmla="*/ 402279 h 2398711"/>
              <a:gd name="connsiteX58557" fmla="*/ 632046 w 2119654"/>
              <a:gd name="connsiteY58557" fmla="*/ 2001566 h 2398711"/>
              <a:gd name="connsiteX58558" fmla="*/ 633028 w 2119654"/>
              <a:gd name="connsiteY58558" fmla="*/ 2002677 h 2398711"/>
              <a:gd name="connsiteX58559" fmla="*/ 633466 w 2119654"/>
              <a:gd name="connsiteY58559" fmla="*/ 2002532 h 2398711"/>
              <a:gd name="connsiteX58560" fmla="*/ 633404 w 2119654"/>
              <a:gd name="connsiteY58560" fmla="*/ 2001383 h 2398711"/>
              <a:gd name="connsiteX58561" fmla="*/ 630321 w 2119654"/>
              <a:gd name="connsiteY58561" fmla="*/ 2005396 h 2398711"/>
              <a:gd name="connsiteX58562" fmla="*/ 631943 w 2119654"/>
              <a:gd name="connsiteY58562" fmla="*/ 2005775 h 2398711"/>
              <a:gd name="connsiteX58563" fmla="*/ 631582 w 2119654"/>
              <a:gd name="connsiteY58563" fmla="*/ 2005422 h 2398711"/>
              <a:gd name="connsiteX58564" fmla="*/ 1341015 w 2119654"/>
              <a:gd name="connsiteY58564" fmla="*/ 413990 h 2398711"/>
              <a:gd name="connsiteX58565" fmla="*/ 1343310 w 2119654"/>
              <a:gd name="connsiteY58565" fmla="*/ 420306 h 2398711"/>
              <a:gd name="connsiteX58566" fmla="*/ 1344596 w 2119654"/>
              <a:gd name="connsiteY58566" fmla="*/ 418808 h 2398711"/>
              <a:gd name="connsiteX58567" fmla="*/ 1341631 w 2119654"/>
              <a:gd name="connsiteY58567" fmla="*/ 412767 h 2398711"/>
              <a:gd name="connsiteX58568" fmla="*/ 1325507 w 2119654"/>
              <a:gd name="connsiteY58568" fmla="*/ 448447 h 2398711"/>
              <a:gd name="connsiteX58569" fmla="*/ 1326035 w 2119654"/>
              <a:gd name="connsiteY58569" fmla="*/ 451100 h 2398711"/>
              <a:gd name="connsiteX58570" fmla="*/ 1326977 w 2119654"/>
              <a:gd name="connsiteY58570" fmla="*/ 450019 h 2398711"/>
              <a:gd name="connsiteX58571" fmla="*/ 1271090 w 2119654"/>
              <a:gd name="connsiteY58571" fmla="*/ 570082 h 2398711"/>
              <a:gd name="connsiteX58572" fmla="*/ 1271143 w 2119654"/>
              <a:gd name="connsiteY58572" fmla="*/ 570595 h 2398711"/>
              <a:gd name="connsiteX58573" fmla="*/ 1271831 w 2119654"/>
              <a:gd name="connsiteY58573" fmla="*/ 572709 h 2398711"/>
              <a:gd name="connsiteX58574" fmla="*/ 1272038 w 2119654"/>
              <a:gd name="connsiteY58574" fmla="*/ 572100 h 2398711"/>
              <a:gd name="connsiteX58575" fmla="*/ 1268886 w 2119654"/>
              <a:gd name="connsiteY58575" fmla="*/ 574974 h 2398711"/>
              <a:gd name="connsiteX58576" fmla="*/ 1268770 w 2119654"/>
              <a:gd name="connsiteY58576" fmla="*/ 576055 h 2398711"/>
              <a:gd name="connsiteX58577" fmla="*/ 1269656 w 2119654"/>
              <a:gd name="connsiteY58577" fmla="*/ 579110 h 2398711"/>
              <a:gd name="connsiteX58578" fmla="*/ 1270036 w 2119654"/>
              <a:gd name="connsiteY58578" fmla="*/ 577992 h 2398711"/>
              <a:gd name="connsiteX58579" fmla="*/ 1337549 w 2119654"/>
              <a:gd name="connsiteY58579" fmla="*/ 420871 h 2398711"/>
              <a:gd name="connsiteX58580" fmla="*/ 1339860 w 2119654"/>
              <a:gd name="connsiteY58580" fmla="*/ 424319 h 2398711"/>
              <a:gd name="connsiteX58581" fmla="*/ 1340505 w 2119654"/>
              <a:gd name="connsiteY58581" fmla="*/ 423569 h 2398711"/>
              <a:gd name="connsiteX58582" fmla="*/ 1339095 w 2119654"/>
              <a:gd name="connsiteY58582" fmla="*/ 417802 h 2398711"/>
              <a:gd name="connsiteX58583" fmla="*/ 1271219 w 2119654"/>
              <a:gd name="connsiteY58583" fmla="*/ 569389 h 2398711"/>
              <a:gd name="connsiteX58584" fmla="*/ 1272229 w 2119654"/>
              <a:gd name="connsiteY58584" fmla="*/ 571537 h 2398711"/>
              <a:gd name="connsiteX58585" fmla="*/ 1272424 w 2119654"/>
              <a:gd name="connsiteY58585" fmla="*/ 570962 h 2398711"/>
              <a:gd name="connsiteX58586" fmla="*/ 612758 w 2119654"/>
              <a:gd name="connsiteY58586" fmla="*/ 2043705 h 2398711"/>
              <a:gd name="connsiteX58587" fmla="*/ 614579 w 2119654"/>
              <a:gd name="connsiteY58587" fmla="*/ 2044519 h 2398711"/>
              <a:gd name="connsiteX58588" fmla="*/ 616675 w 2119654"/>
              <a:gd name="connsiteY58588" fmla="*/ 2043740 h 2398711"/>
              <a:gd name="connsiteX58589" fmla="*/ 614424 w 2119654"/>
              <a:gd name="connsiteY58589" fmla="*/ 2043506 h 2398711"/>
              <a:gd name="connsiteX58590" fmla="*/ 626599 w 2119654"/>
              <a:gd name="connsiteY58590" fmla="*/ 2012316 h 2398711"/>
              <a:gd name="connsiteX58591" fmla="*/ 626663 w 2119654"/>
              <a:gd name="connsiteY58591" fmla="*/ 2012627 h 2398711"/>
              <a:gd name="connsiteX58592" fmla="*/ 631213 w 2119654"/>
              <a:gd name="connsiteY58592" fmla="*/ 2014213 h 2398711"/>
              <a:gd name="connsiteX58593" fmla="*/ 631909 w 2119654"/>
              <a:gd name="connsiteY58593" fmla="*/ 2014232 h 2398711"/>
              <a:gd name="connsiteX58594" fmla="*/ 632124 w 2119654"/>
              <a:gd name="connsiteY58594" fmla="*/ 2014230 h 2398711"/>
              <a:gd name="connsiteX58595" fmla="*/ 633610 w 2119654"/>
              <a:gd name="connsiteY58595" fmla="*/ 1996613 h 2398711"/>
              <a:gd name="connsiteX58596" fmla="*/ 633628 w 2119654"/>
              <a:gd name="connsiteY58596" fmla="*/ 1996944 h 2398711"/>
              <a:gd name="connsiteX58597" fmla="*/ 633735 w 2119654"/>
              <a:gd name="connsiteY58597" fmla="*/ 1996907 h 2398711"/>
              <a:gd name="connsiteX58598" fmla="*/ 1299590 w 2119654"/>
              <a:gd name="connsiteY58598" fmla="*/ 504729 h 2398711"/>
              <a:gd name="connsiteX58599" fmla="*/ 1298429 w 2119654"/>
              <a:gd name="connsiteY58599" fmla="*/ 510678 h 2398711"/>
              <a:gd name="connsiteX58600" fmla="*/ 1298822 w 2119654"/>
              <a:gd name="connsiteY58600" fmla="*/ 511650 h 2398711"/>
              <a:gd name="connsiteX58601" fmla="*/ 1299519 w 2119654"/>
              <a:gd name="connsiteY58601" fmla="*/ 513591 h 2398711"/>
              <a:gd name="connsiteX58602" fmla="*/ 1300115 w 2119654"/>
              <a:gd name="connsiteY58602" fmla="*/ 514542 h 2398711"/>
              <a:gd name="connsiteX58603" fmla="*/ 1301945 w 2119654"/>
              <a:gd name="connsiteY58603" fmla="*/ 512815 h 2398711"/>
              <a:gd name="connsiteX58604" fmla="*/ 1301516 w 2119654"/>
              <a:gd name="connsiteY58604" fmla="*/ 509016 h 2398711"/>
              <a:gd name="connsiteX58605" fmla="*/ 1300413 w 2119654"/>
              <a:gd name="connsiteY58605" fmla="*/ 505673 h 2398711"/>
              <a:gd name="connsiteX58606" fmla="*/ 1270720 w 2119654"/>
              <a:gd name="connsiteY58606" fmla="*/ 569296 h 2398711"/>
              <a:gd name="connsiteX58607" fmla="*/ 1270776 w 2119654"/>
              <a:gd name="connsiteY58607" fmla="*/ 569467 h 2398711"/>
              <a:gd name="connsiteX58608" fmla="*/ 1270769 w 2119654"/>
              <a:gd name="connsiteY58608" fmla="*/ 569400 h 2398711"/>
              <a:gd name="connsiteX58609" fmla="*/ 1323962 w 2119654"/>
              <a:gd name="connsiteY58609" fmla="*/ 449925 h 2398711"/>
              <a:gd name="connsiteX58610" fmla="*/ 1324935 w 2119654"/>
              <a:gd name="connsiteY58610" fmla="*/ 452360 h 2398711"/>
              <a:gd name="connsiteX58611" fmla="*/ 1325481 w 2119654"/>
              <a:gd name="connsiteY58611" fmla="*/ 451734 h 2398711"/>
              <a:gd name="connsiteX58612" fmla="*/ 1324910 w 2119654"/>
              <a:gd name="connsiteY58612" fmla="*/ 448857 h 2398711"/>
              <a:gd name="connsiteX58613" fmla="*/ 1299780 w 2119654"/>
              <a:gd name="connsiteY58613" fmla="*/ 503756 h 2398711"/>
              <a:gd name="connsiteX58614" fmla="*/ 1299725 w 2119654"/>
              <a:gd name="connsiteY58614" fmla="*/ 504041 h 2398711"/>
              <a:gd name="connsiteX58615" fmla="*/ 1299965 w 2119654"/>
              <a:gd name="connsiteY58615" fmla="*/ 504317 h 2398711"/>
              <a:gd name="connsiteX58616" fmla="*/ 1330079 w 2119654"/>
              <a:gd name="connsiteY58616" fmla="*/ 435699 h 2398711"/>
              <a:gd name="connsiteX58617" fmla="*/ 1338675 w 2119654"/>
              <a:gd name="connsiteY58617" fmla="*/ 425698 h 2398711"/>
              <a:gd name="connsiteX58618" fmla="*/ 1336644 w 2119654"/>
              <a:gd name="connsiteY58618" fmla="*/ 422668 h 2398711"/>
              <a:gd name="connsiteX58619" fmla="*/ 1272145 w 2119654"/>
              <a:gd name="connsiteY58619" fmla="*/ 565377 h 2398711"/>
              <a:gd name="connsiteX58620" fmla="*/ 1272709 w 2119654"/>
              <a:gd name="connsiteY58620" fmla="*/ 569928 h 2398711"/>
              <a:gd name="connsiteX58621" fmla="*/ 1272756 w 2119654"/>
              <a:gd name="connsiteY58621" fmla="*/ 569989 h 2398711"/>
              <a:gd name="connsiteX58622" fmla="*/ 1273586 w 2119654"/>
              <a:gd name="connsiteY58622" fmla="*/ 567546 h 2398711"/>
              <a:gd name="connsiteX58623" fmla="*/ 1268170 w 2119654"/>
              <a:gd name="connsiteY58623" fmla="*/ 573986 h 2398711"/>
              <a:gd name="connsiteX58624" fmla="*/ 1268281 w 2119654"/>
              <a:gd name="connsiteY58624" fmla="*/ 574367 h 2398711"/>
              <a:gd name="connsiteX58625" fmla="*/ 1268311 w 2119654"/>
              <a:gd name="connsiteY58625" fmla="*/ 574115 h 2398711"/>
              <a:gd name="connsiteX58626" fmla="*/ 634679 w 2119654"/>
              <a:gd name="connsiteY58626" fmla="*/ 1992268 h 2398711"/>
              <a:gd name="connsiteX58627" fmla="*/ 637800 w 2119654"/>
              <a:gd name="connsiteY58627" fmla="*/ 1994044 h 2398711"/>
              <a:gd name="connsiteX58628" fmla="*/ 637905 w 2119654"/>
              <a:gd name="connsiteY58628" fmla="*/ 1993354 h 2398711"/>
              <a:gd name="connsiteX58629" fmla="*/ 637580 w 2119654"/>
              <a:gd name="connsiteY58629" fmla="*/ 1992672 h 2398711"/>
              <a:gd name="connsiteX58630" fmla="*/ 635685 w 2119654"/>
              <a:gd name="connsiteY58630" fmla="*/ 1991919 h 2398711"/>
              <a:gd name="connsiteX58631" fmla="*/ 635254 w 2119654"/>
              <a:gd name="connsiteY58631" fmla="*/ 1991977 h 2398711"/>
              <a:gd name="connsiteX58632" fmla="*/ 1327466 w 2119654"/>
              <a:gd name="connsiteY58632" fmla="*/ 440886 h 2398711"/>
              <a:gd name="connsiteX58633" fmla="*/ 1340886 w 2119654"/>
              <a:gd name="connsiteY58633" fmla="*/ 428999 h 2398711"/>
              <a:gd name="connsiteX58634" fmla="*/ 1339105 w 2119654"/>
              <a:gd name="connsiteY58634" fmla="*/ 426341 h 2398711"/>
              <a:gd name="connsiteX58635" fmla="*/ 1328687 w 2119654"/>
              <a:gd name="connsiteY58635" fmla="*/ 438463 h 2398711"/>
              <a:gd name="connsiteX58636" fmla="*/ 1295926 w 2119654"/>
              <a:gd name="connsiteY58636" fmla="*/ 511182 h 2398711"/>
              <a:gd name="connsiteX58637" fmla="*/ 1296447 w 2119654"/>
              <a:gd name="connsiteY58637" fmla="*/ 514289 h 2398711"/>
              <a:gd name="connsiteX58638" fmla="*/ 1296708 w 2119654"/>
              <a:gd name="connsiteY58638" fmla="*/ 515514 h 2398711"/>
              <a:gd name="connsiteX58639" fmla="*/ 1297168 w 2119654"/>
              <a:gd name="connsiteY58639" fmla="*/ 513161 h 2398711"/>
              <a:gd name="connsiteX58640" fmla="*/ 1300371 w 2119654"/>
              <a:gd name="connsiteY58640" fmla="*/ 500726 h 2398711"/>
              <a:gd name="connsiteX58641" fmla="*/ 1300363 w 2119654"/>
              <a:gd name="connsiteY58641" fmla="*/ 500772 h 2398711"/>
              <a:gd name="connsiteX58642" fmla="*/ 1300691 w 2119654"/>
              <a:gd name="connsiteY58642" fmla="*/ 501718 h 2398711"/>
              <a:gd name="connsiteX58643" fmla="*/ 1300657 w 2119654"/>
              <a:gd name="connsiteY58643" fmla="*/ 501407 h 2398711"/>
              <a:gd name="connsiteX58644" fmla="*/ 1267599 w 2119654"/>
              <a:gd name="connsiteY58644" fmla="*/ 574003 h 2398711"/>
              <a:gd name="connsiteX58645" fmla="*/ 1267313 w 2119654"/>
              <a:gd name="connsiteY58645" fmla="*/ 578255 h 2398711"/>
              <a:gd name="connsiteX58646" fmla="*/ 1267786 w 2119654"/>
              <a:gd name="connsiteY58646" fmla="*/ 578438 h 2398711"/>
              <a:gd name="connsiteX58647" fmla="*/ 1268111 w 2119654"/>
              <a:gd name="connsiteY58647" fmla="*/ 575768 h 2398711"/>
              <a:gd name="connsiteX58648" fmla="*/ 610868 w 2119654"/>
              <a:gd name="connsiteY58648" fmla="*/ 2043928 h 2398711"/>
              <a:gd name="connsiteX58649" fmla="*/ 613600 w 2119654"/>
              <a:gd name="connsiteY58649" fmla="*/ 2044625 h 2398711"/>
              <a:gd name="connsiteX58650" fmla="*/ 613497 w 2119654"/>
              <a:gd name="connsiteY58650" fmla="*/ 2044578 h 2398711"/>
              <a:gd name="connsiteX58651" fmla="*/ 611845 w 2119654"/>
              <a:gd name="connsiteY58651" fmla="*/ 2043813 h 2398711"/>
              <a:gd name="connsiteX58652" fmla="*/ 628097 w 2119654"/>
              <a:gd name="connsiteY58652" fmla="*/ 2004878 h 2398711"/>
              <a:gd name="connsiteX58653" fmla="*/ 628428 w 2119654"/>
              <a:gd name="connsiteY58653" fmla="*/ 2004955 h 2398711"/>
              <a:gd name="connsiteX58654" fmla="*/ 630461 w 2119654"/>
              <a:gd name="connsiteY58654" fmla="*/ 2004259 h 2398711"/>
              <a:gd name="connsiteX58655" fmla="*/ 630347 w 2119654"/>
              <a:gd name="connsiteY58655" fmla="*/ 2004131 h 2398711"/>
              <a:gd name="connsiteX58656" fmla="*/ 633408 w 2119654"/>
              <a:gd name="connsiteY58656" fmla="*/ 1992909 h 2398711"/>
              <a:gd name="connsiteX58657" fmla="*/ 633444 w 2119654"/>
              <a:gd name="connsiteY58657" fmla="*/ 1993563 h 2398711"/>
              <a:gd name="connsiteX58658" fmla="*/ 634731 w 2119654"/>
              <a:gd name="connsiteY58658" fmla="*/ 1996569 h 2398711"/>
              <a:gd name="connsiteX58659" fmla="*/ 637557 w 2119654"/>
              <a:gd name="connsiteY58659" fmla="*/ 1995611 h 2398711"/>
              <a:gd name="connsiteX58660" fmla="*/ 637629 w 2119654"/>
              <a:gd name="connsiteY58660" fmla="*/ 1995142 h 2398711"/>
              <a:gd name="connsiteX58661" fmla="*/ 633565 w 2119654"/>
              <a:gd name="connsiteY58661" fmla="*/ 1992830 h 2398711"/>
              <a:gd name="connsiteX58662" fmla="*/ 1317252 w 2119654"/>
              <a:gd name="connsiteY58662" fmla="*/ 461164 h 2398711"/>
              <a:gd name="connsiteX58663" fmla="*/ 1323942 w 2119654"/>
              <a:gd name="connsiteY58663" fmla="*/ 453498 h 2398711"/>
              <a:gd name="connsiteX58664" fmla="*/ 1323928 w 2119654"/>
              <a:gd name="connsiteY58664" fmla="*/ 453446 h 2398711"/>
              <a:gd name="connsiteX58665" fmla="*/ 1323964 w 2119654"/>
              <a:gd name="connsiteY58665" fmla="*/ 453473 h 2398711"/>
              <a:gd name="connsiteX58666" fmla="*/ 1324829 w 2119654"/>
              <a:gd name="connsiteY58666" fmla="*/ 452482 h 2398711"/>
              <a:gd name="connsiteX58667" fmla="*/ 1323854 w 2119654"/>
              <a:gd name="connsiteY58667" fmla="*/ 450046 h 2398711"/>
              <a:gd name="connsiteX58668" fmla="*/ 1321537 w 2119654"/>
              <a:gd name="connsiteY58668" fmla="*/ 452657 h 2398711"/>
              <a:gd name="connsiteX58669" fmla="*/ 1279629 w 2119654"/>
              <a:gd name="connsiteY58669" fmla="*/ 545397 h 2398711"/>
              <a:gd name="connsiteX58670" fmla="*/ 1280515 w 2119654"/>
              <a:gd name="connsiteY58670" fmla="*/ 547146 h 2398711"/>
              <a:gd name="connsiteX58671" fmla="*/ 1280670 w 2119654"/>
              <a:gd name="connsiteY58671" fmla="*/ 546690 h 2398711"/>
              <a:gd name="connsiteX58672" fmla="*/ 1267736 w 2119654"/>
              <a:gd name="connsiteY58672" fmla="*/ 571957 h 2398711"/>
              <a:gd name="connsiteX58673" fmla="*/ 1267706 w 2119654"/>
              <a:gd name="connsiteY58673" fmla="*/ 572389 h 2398711"/>
              <a:gd name="connsiteX58674" fmla="*/ 1267870 w 2119654"/>
              <a:gd name="connsiteY58674" fmla="*/ 572949 h 2398711"/>
              <a:gd name="connsiteX58675" fmla="*/ 1268230 w 2119654"/>
              <a:gd name="connsiteY58675" fmla="*/ 573250 h 2398711"/>
              <a:gd name="connsiteX58676" fmla="*/ 1269677 w 2119654"/>
              <a:gd name="connsiteY58676" fmla="*/ 567607 h 2398711"/>
              <a:gd name="connsiteX58677" fmla="*/ 1269288 w 2119654"/>
              <a:gd name="connsiteY58677" fmla="*/ 571234 h 2398711"/>
              <a:gd name="connsiteX58678" fmla="*/ 1269303 w 2119654"/>
              <a:gd name="connsiteY58678" fmla="*/ 571270 h 2398711"/>
              <a:gd name="connsiteX58679" fmla="*/ 1269940 w 2119654"/>
              <a:gd name="connsiteY58679" fmla="*/ 572633 h 2398711"/>
              <a:gd name="connsiteX58680" fmla="*/ 1270954 w 2119654"/>
              <a:gd name="connsiteY58680" fmla="*/ 575291 h 2398711"/>
              <a:gd name="connsiteX58681" fmla="*/ 1271282 w 2119654"/>
              <a:gd name="connsiteY58681" fmla="*/ 574327 h 2398711"/>
              <a:gd name="connsiteX58682" fmla="*/ 1271038 w 2119654"/>
              <a:gd name="connsiteY58682" fmla="*/ 571990 h 2398711"/>
              <a:gd name="connsiteX58683" fmla="*/ 1316545 w 2119654"/>
              <a:gd name="connsiteY58683" fmla="*/ 462568 h 2398711"/>
              <a:gd name="connsiteX58684" fmla="*/ 1319175 w 2119654"/>
              <a:gd name="connsiteY58684" fmla="*/ 466413 h 2398711"/>
              <a:gd name="connsiteX58685" fmla="*/ 1330352 w 2119654"/>
              <a:gd name="connsiteY58685" fmla="*/ 477443 h 2398711"/>
              <a:gd name="connsiteX58686" fmla="*/ 1329790 w 2119654"/>
              <a:gd name="connsiteY58686" fmla="*/ 473880 h 2398711"/>
              <a:gd name="connsiteX58687" fmla="*/ 1329303 w 2119654"/>
              <a:gd name="connsiteY58687" fmla="*/ 472098 h 2398711"/>
              <a:gd name="connsiteX58688" fmla="*/ 1324041 w 2119654"/>
              <a:gd name="connsiteY58688" fmla="*/ 453838 h 2398711"/>
              <a:gd name="connsiteX58689" fmla="*/ 1316712 w 2119654"/>
              <a:gd name="connsiteY58689" fmla="*/ 462237 h 2398711"/>
              <a:gd name="connsiteX58690" fmla="*/ 608815 w 2119654"/>
              <a:gd name="connsiteY58690" fmla="*/ 2047307 h 2398711"/>
              <a:gd name="connsiteX58691" fmla="*/ 609024 w 2119654"/>
              <a:gd name="connsiteY58691" fmla="*/ 2048888 h 2398711"/>
              <a:gd name="connsiteX58692" fmla="*/ 620356 w 2119654"/>
              <a:gd name="connsiteY58692" fmla="*/ 2051293 h 2398711"/>
              <a:gd name="connsiteX58693" fmla="*/ 623070 w 2119654"/>
              <a:gd name="connsiteY58693" fmla="*/ 2050249 h 2398711"/>
              <a:gd name="connsiteX58694" fmla="*/ 623054 w 2119654"/>
              <a:gd name="connsiteY58694" fmla="*/ 2050096 h 2398711"/>
              <a:gd name="connsiteX58695" fmla="*/ 610158 w 2119654"/>
              <a:gd name="connsiteY58695" fmla="*/ 2046812 h 2398711"/>
              <a:gd name="connsiteX58696" fmla="*/ 1314700 w 2119654"/>
              <a:gd name="connsiteY58696" fmla="*/ 466230 h 2398711"/>
              <a:gd name="connsiteX58697" fmla="*/ 1315713 w 2119654"/>
              <a:gd name="connsiteY58697" fmla="*/ 472649 h 2398711"/>
              <a:gd name="connsiteX58698" fmla="*/ 1315673 w 2119654"/>
              <a:gd name="connsiteY58698" fmla="*/ 468654 h 2398711"/>
              <a:gd name="connsiteX58699" fmla="*/ 1315863 w 2119654"/>
              <a:gd name="connsiteY58699" fmla="*/ 468849 h 2398711"/>
              <a:gd name="connsiteX58700" fmla="*/ 1315914 w 2119654"/>
              <a:gd name="connsiteY58700" fmla="*/ 473924 h 2398711"/>
              <a:gd name="connsiteX58701" fmla="*/ 1316753 w 2119654"/>
              <a:gd name="connsiteY58701" fmla="*/ 479241 h 2398711"/>
              <a:gd name="connsiteX58702" fmla="*/ 1317325 w 2119654"/>
              <a:gd name="connsiteY58702" fmla="*/ 486112 h 2398711"/>
              <a:gd name="connsiteX58703" fmla="*/ 1328908 w 2119654"/>
              <a:gd name="connsiteY58703" fmla="*/ 506469 h 2398711"/>
              <a:gd name="connsiteX58704" fmla="*/ 1333801 w 2119654"/>
              <a:gd name="connsiteY58704" fmla="*/ 499319 h 2398711"/>
              <a:gd name="connsiteX58705" fmla="*/ 1331943 w 2119654"/>
              <a:gd name="connsiteY58705" fmla="*/ 487535 h 2398711"/>
              <a:gd name="connsiteX58706" fmla="*/ 1325392 w 2119654"/>
              <a:gd name="connsiteY58706" fmla="*/ 477088 h 2398711"/>
              <a:gd name="connsiteX58707" fmla="*/ 1317802 w 2119654"/>
              <a:gd name="connsiteY58707" fmla="*/ 465997 h 2398711"/>
              <a:gd name="connsiteX58708" fmla="*/ 1315808 w 2119654"/>
              <a:gd name="connsiteY58708" fmla="*/ 464029 h 2398711"/>
              <a:gd name="connsiteX58709" fmla="*/ 624407 w 2119654"/>
              <a:gd name="connsiteY58709" fmla="*/ 2011841 h 2398711"/>
              <a:gd name="connsiteX58710" fmla="*/ 626122 w 2119654"/>
              <a:gd name="connsiteY58710" fmla="*/ 2012439 h 2398711"/>
              <a:gd name="connsiteX58711" fmla="*/ 626059 w 2119654"/>
              <a:gd name="connsiteY58711" fmla="*/ 2012129 h 2398711"/>
              <a:gd name="connsiteX58712" fmla="*/ 624821 w 2119654"/>
              <a:gd name="connsiteY58712" fmla="*/ 2011700 h 2398711"/>
              <a:gd name="connsiteX58713" fmla="*/ 1312822 w 2119654"/>
              <a:gd name="connsiteY58713" fmla="*/ 469960 h 2398711"/>
              <a:gd name="connsiteX58714" fmla="*/ 1314812 w 2119654"/>
              <a:gd name="connsiteY58714" fmla="*/ 481693 h 2398711"/>
              <a:gd name="connsiteX58715" fmla="*/ 1315415 w 2119654"/>
              <a:gd name="connsiteY58715" fmla="*/ 482754 h 2398711"/>
              <a:gd name="connsiteX58716" fmla="*/ 1314157 w 2119654"/>
              <a:gd name="connsiteY58716" fmla="*/ 467678 h 2398711"/>
              <a:gd name="connsiteX58717" fmla="*/ 1314113 w 2119654"/>
              <a:gd name="connsiteY58717" fmla="*/ 467396 h 2398711"/>
              <a:gd name="connsiteX58718" fmla="*/ 608701 w 2119654"/>
              <a:gd name="connsiteY58718" fmla="*/ 2046441 h 2398711"/>
              <a:gd name="connsiteX58719" fmla="*/ 608734 w 2119654"/>
              <a:gd name="connsiteY58719" fmla="*/ 2046689 h 2398711"/>
              <a:gd name="connsiteX58720" fmla="*/ 609116 w 2119654"/>
              <a:gd name="connsiteY58720" fmla="*/ 2046547 h 2398711"/>
              <a:gd name="connsiteX58721" fmla="*/ 1324491 w 2119654"/>
              <a:gd name="connsiteY58721" fmla="*/ 443344 h 2398711"/>
              <a:gd name="connsiteX58722" fmla="*/ 1324633 w 2119654"/>
              <a:gd name="connsiteY58722" fmla="*/ 444052 h 2398711"/>
              <a:gd name="connsiteX58723" fmla="*/ 1324644 w 2119654"/>
              <a:gd name="connsiteY58723" fmla="*/ 444064 h 2398711"/>
              <a:gd name="connsiteX58724" fmla="*/ 1325734 w 2119654"/>
              <a:gd name="connsiteY58724" fmla="*/ 442837 h 2398711"/>
              <a:gd name="connsiteX58725" fmla="*/ 1326663 w 2119654"/>
              <a:gd name="connsiteY58725" fmla="*/ 440994 h 2398711"/>
              <a:gd name="connsiteX58726" fmla="*/ 1326609 w 2119654"/>
              <a:gd name="connsiteY58726" fmla="*/ 440881 h 2398711"/>
              <a:gd name="connsiteX58727" fmla="*/ 622868 w 2119654"/>
              <a:gd name="connsiteY58727" fmla="*/ 2014371 h 2398711"/>
              <a:gd name="connsiteX58728" fmla="*/ 624321 w 2119654"/>
              <a:gd name="connsiteY58728" fmla="*/ 2016602 h 2398711"/>
              <a:gd name="connsiteX58729" fmla="*/ 625113 w 2119654"/>
              <a:gd name="connsiteY58729" fmla="*/ 2016841 h 2398711"/>
              <a:gd name="connsiteX58730" fmla="*/ 626934 w 2119654"/>
              <a:gd name="connsiteY58730" fmla="*/ 2016415 h 2398711"/>
              <a:gd name="connsiteX58731" fmla="*/ 626695 w 2119654"/>
              <a:gd name="connsiteY58731" fmla="*/ 2015249 h 2398711"/>
              <a:gd name="connsiteX58732" fmla="*/ 624292 w 2119654"/>
              <a:gd name="connsiteY58732" fmla="*/ 2014412 h 2398711"/>
              <a:gd name="connsiteX58733" fmla="*/ 1310562 w 2119654"/>
              <a:gd name="connsiteY58733" fmla="*/ 474445 h 2398711"/>
              <a:gd name="connsiteX58734" fmla="*/ 1311383 w 2119654"/>
              <a:gd name="connsiteY58734" fmla="*/ 475668 h 2398711"/>
              <a:gd name="connsiteX58735" fmla="*/ 1312464 w 2119654"/>
              <a:gd name="connsiteY58735" fmla="*/ 477570 h 2398711"/>
              <a:gd name="connsiteX58736" fmla="*/ 1311589 w 2119654"/>
              <a:gd name="connsiteY58736" fmla="*/ 472407 h 2398711"/>
              <a:gd name="connsiteX58737" fmla="*/ 1275254 w 2119654"/>
              <a:gd name="connsiteY58737" fmla="*/ 553389 h 2398711"/>
              <a:gd name="connsiteX58738" fmla="*/ 1276800 w 2119654"/>
              <a:gd name="connsiteY58738" fmla="*/ 558085 h 2398711"/>
              <a:gd name="connsiteX58739" fmla="*/ 1277476 w 2119654"/>
              <a:gd name="connsiteY58739" fmla="*/ 556095 h 2398711"/>
              <a:gd name="connsiteX58740" fmla="*/ 620959 w 2119654"/>
              <a:gd name="connsiteY58740" fmla="*/ 2018115 h 2398711"/>
              <a:gd name="connsiteX58741" fmla="*/ 620975 w 2119654"/>
              <a:gd name="connsiteY58741" fmla="*/ 2019391 h 2398711"/>
              <a:gd name="connsiteX58742" fmla="*/ 621574 w 2119654"/>
              <a:gd name="connsiteY58742" fmla="*/ 2021972 h 2398711"/>
              <a:gd name="connsiteX58743" fmla="*/ 624311 w 2119654"/>
              <a:gd name="connsiteY58743" fmla="*/ 2021013 h 2398711"/>
              <a:gd name="connsiteX58744" fmla="*/ 621957 w 2119654"/>
              <a:gd name="connsiteY58744" fmla="*/ 2017919 h 2398711"/>
              <a:gd name="connsiteX58745" fmla="*/ 621552 w 2119654"/>
              <a:gd name="connsiteY58745" fmla="*/ 2017977 h 2398711"/>
              <a:gd name="connsiteX58746" fmla="*/ 1307230 w 2119654"/>
              <a:gd name="connsiteY58746" fmla="*/ 481060 h 2398711"/>
              <a:gd name="connsiteX58747" fmla="*/ 1308328 w 2119654"/>
              <a:gd name="connsiteY58747" fmla="*/ 484425 h 2398711"/>
              <a:gd name="connsiteX58748" fmla="*/ 1314594 w 2119654"/>
              <a:gd name="connsiteY58748" fmla="*/ 491127 h 2398711"/>
              <a:gd name="connsiteX58749" fmla="*/ 1314809 w 2119654"/>
              <a:gd name="connsiteY58749" fmla="*/ 491384 h 2398711"/>
              <a:gd name="connsiteX58750" fmla="*/ 1313827 w 2119654"/>
              <a:gd name="connsiteY58750" fmla="*/ 485598 h 2398711"/>
              <a:gd name="connsiteX58751" fmla="*/ 1309115 w 2119654"/>
              <a:gd name="connsiteY58751" fmla="*/ 477318 h 2398711"/>
              <a:gd name="connsiteX58752" fmla="*/ 1314476 w 2119654"/>
              <a:gd name="connsiteY58752" fmla="*/ 464800 h 2398711"/>
              <a:gd name="connsiteX58753" fmla="*/ 1314522 w 2119654"/>
              <a:gd name="connsiteY58753" fmla="*/ 465095 h 2398711"/>
              <a:gd name="connsiteX58754" fmla="*/ 1314938 w 2119654"/>
              <a:gd name="connsiteY58754" fmla="*/ 464270 h 2398711"/>
              <a:gd name="connsiteX58755" fmla="*/ 1301471 w 2119654"/>
              <a:gd name="connsiteY58755" fmla="*/ 493915 h 2398711"/>
              <a:gd name="connsiteX58756" fmla="*/ 1300823 w 2119654"/>
              <a:gd name="connsiteY58756" fmla="*/ 498124 h 2398711"/>
              <a:gd name="connsiteX58757" fmla="*/ 1300839 w 2119654"/>
              <a:gd name="connsiteY58757" fmla="*/ 498277 h 2398711"/>
              <a:gd name="connsiteX58758" fmla="*/ 1304384 w 2119654"/>
              <a:gd name="connsiteY58758" fmla="*/ 506740 h 2398711"/>
              <a:gd name="connsiteX58759" fmla="*/ 1305826 w 2119654"/>
              <a:gd name="connsiteY58759" fmla="*/ 509159 h 2398711"/>
              <a:gd name="connsiteX58760" fmla="*/ 1306332 w 2119654"/>
              <a:gd name="connsiteY58760" fmla="*/ 508683 h 2398711"/>
              <a:gd name="connsiteX58761" fmla="*/ 1306513 w 2119654"/>
              <a:gd name="connsiteY58761" fmla="*/ 482485 h 2398711"/>
              <a:gd name="connsiteX58762" fmla="*/ 1307112 w 2119654"/>
              <a:gd name="connsiteY58762" fmla="*/ 483125 h 2398711"/>
              <a:gd name="connsiteX58763" fmla="*/ 1306750 w 2119654"/>
              <a:gd name="connsiteY58763" fmla="*/ 482015 h 2398711"/>
              <a:gd name="connsiteX58764" fmla="*/ 620952 w 2119654"/>
              <a:gd name="connsiteY58764" fmla="*/ 2017552 h 2398711"/>
              <a:gd name="connsiteX58765" fmla="*/ 620955 w 2119654"/>
              <a:gd name="connsiteY58765" fmla="*/ 2017810 h 2398711"/>
              <a:gd name="connsiteX58766" fmla="*/ 621436 w 2119654"/>
              <a:gd name="connsiteY58766" fmla="*/ 2017698 h 2398711"/>
              <a:gd name="connsiteX58767" fmla="*/ 629410 w 2119654"/>
              <a:gd name="connsiteY58767" fmla="*/ 1998588 h 2398711"/>
              <a:gd name="connsiteX58768" fmla="*/ 629495 w 2119654"/>
              <a:gd name="connsiteY58768" fmla="*/ 1998684 h 2398711"/>
              <a:gd name="connsiteX58769" fmla="*/ 632993 w 2119654"/>
              <a:gd name="connsiteY58769" fmla="*/ 1997445 h 2398711"/>
              <a:gd name="connsiteX58770" fmla="*/ 632967 w 2119654"/>
              <a:gd name="connsiteY58770" fmla="*/ 1997435 h 2398711"/>
              <a:gd name="connsiteX58771" fmla="*/ 622485 w 2119654"/>
              <a:gd name="connsiteY58771" fmla="*/ 2013782 h 2398711"/>
              <a:gd name="connsiteX58772" fmla="*/ 622603 w 2119654"/>
              <a:gd name="connsiteY58772" fmla="*/ 2013964 h 2398711"/>
              <a:gd name="connsiteX58773" fmla="*/ 623042 w 2119654"/>
              <a:gd name="connsiteY58773" fmla="*/ 2013977 h 2398711"/>
              <a:gd name="connsiteX58774" fmla="*/ 562851 w 2119654"/>
              <a:gd name="connsiteY58774" fmla="*/ 2147285 h 2398711"/>
              <a:gd name="connsiteX58775" fmla="*/ 583258 w 2119654"/>
              <a:gd name="connsiteY58775" fmla="*/ 2151530 h 2398711"/>
              <a:gd name="connsiteX58776" fmla="*/ 628892 w 2119654"/>
              <a:gd name="connsiteY58776" fmla="*/ 2142462 h 2398711"/>
              <a:gd name="connsiteX58777" fmla="*/ 629100 w 2119654"/>
              <a:gd name="connsiteY58777" fmla="*/ 2134580 h 2398711"/>
              <a:gd name="connsiteX58778" fmla="*/ 594789 w 2119654"/>
              <a:gd name="connsiteY58778" fmla="*/ 2133667 h 2398711"/>
              <a:gd name="connsiteX58779" fmla="*/ 576344 w 2119654"/>
              <a:gd name="connsiteY58779" fmla="*/ 2141656 h 2398711"/>
              <a:gd name="connsiteX58780" fmla="*/ 1304257 w 2119654"/>
              <a:gd name="connsiteY58780" fmla="*/ 486961 h 2398711"/>
              <a:gd name="connsiteX58781" fmla="*/ 1315755 w 2119654"/>
              <a:gd name="connsiteY58781" fmla="*/ 520855 h 2398711"/>
              <a:gd name="connsiteX58782" fmla="*/ 1315798 w 2119654"/>
              <a:gd name="connsiteY58782" fmla="*/ 509769 h 2398711"/>
              <a:gd name="connsiteX58783" fmla="*/ 1309449 w 2119654"/>
              <a:gd name="connsiteY58783" fmla="*/ 490295 h 2398711"/>
              <a:gd name="connsiteX58784" fmla="*/ 1305180 w 2119654"/>
              <a:gd name="connsiteY58784" fmla="*/ 485131 h 2398711"/>
              <a:gd name="connsiteX58785" fmla="*/ 1270136 w 2119654"/>
              <a:gd name="connsiteY58785" fmla="*/ 563333 h 2398711"/>
              <a:gd name="connsiteX58786" fmla="*/ 1269831 w 2119654"/>
              <a:gd name="connsiteY58786" fmla="*/ 566174 h 2398711"/>
              <a:gd name="connsiteX58787" fmla="*/ 1270527 w 2119654"/>
              <a:gd name="connsiteY58787" fmla="*/ 567082 h 2398711"/>
              <a:gd name="connsiteX58788" fmla="*/ 1282117 w 2119654"/>
              <a:gd name="connsiteY58788" fmla="*/ 536372 h 2398711"/>
              <a:gd name="connsiteX58789" fmla="*/ 1282128 w 2119654"/>
              <a:gd name="connsiteY58789" fmla="*/ 536434 h 2398711"/>
              <a:gd name="connsiteX58790" fmla="*/ 1282452 w 2119654"/>
              <a:gd name="connsiteY58790" fmla="*/ 536782 h 2398711"/>
              <a:gd name="connsiteX58791" fmla="*/ 625463 w 2119654"/>
              <a:gd name="connsiteY58791" fmla="*/ 2006748 h 2398711"/>
              <a:gd name="connsiteX58792" fmla="*/ 625652 w 2119654"/>
              <a:gd name="connsiteY58792" fmla="*/ 2007676 h 2398711"/>
              <a:gd name="connsiteX58793" fmla="*/ 633771 w 2119654"/>
              <a:gd name="connsiteY58793" fmla="*/ 2008147 h 2398711"/>
              <a:gd name="connsiteX58794" fmla="*/ 633737 w 2119654"/>
              <a:gd name="connsiteY58794" fmla="*/ 2007527 h 2398711"/>
              <a:gd name="connsiteX58795" fmla="*/ 632959 w 2119654"/>
              <a:gd name="connsiteY58795" fmla="*/ 2006767 h 2398711"/>
              <a:gd name="connsiteX58796" fmla="*/ 628120 w 2119654"/>
              <a:gd name="connsiteY58796" fmla="*/ 2005904 h 2398711"/>
              <a:gd name="connsiteX58797" fmla="*/ 1270311 w 2119654"/>
              <a:gd name="connsiteY58797" fmla="*/ 562613 h 2398711"/>
              <a:gd name="connsiteX58798" fmla="*/ 1270816 w 2119654"/>
              <a:gd name="connsiteY58798" fmla="*/ 567460 h 2398711"/>
              <a:gd name="connsiteX58799" fmla="*/ 1272553 w 2119654"/>
              <a:gd name="connsiteY58799" fmla="*/ 569725 h 2398711"/>
              <a:gd name="connsiteX58800" fmla="*/ 1271985 w 2119654"/>
              <a:gd name="connsiteY58800" fmla="*/ 565134 h 2398711"/>
              <a:gd name="connsiteX58801" fmla="*/ 1302693 w 2119654"/>
              <a:gd name="connsiteY58801" fmla="*/ 490066 h 2398711"/>
              <a:gd name="connsiteX58802" fmla="*/ 1311895 w 2119654"/>
              <a:gd name="connsiteY58802" fmla="*/ 518021 h 2398711"/>
              <a:gd name="connsiteX58803" fmla="*/ 1315740 w 2119654"/>
              <a:gd name="connsiteY58803" fmla="*/ 522437 h 2398711"/>
              <a:gd name="connsiteX58804" fmla="*/ 1310332 w 2119654"/>
              <a:gd name="connsiteY58804" fmla="*/ 505739 h 2398711"/>
              <a:gd name="connsiteX58805" fmla="*/ 1304080 w 2119654"/>
              <a:gd name="connsiteY58805" fmla="*/ 487313 h 2398711"/>
              <a:gd name="connsiteX58806" fmla="*/ 1274907 w 2119654"/>
              <a:gd name="connsiteY58806" fmla="*/ 552204 h 2398711"/>
              <a:gd name="connsiteX58807" fmla="*/ 1277675 w 2119654"/>
              <a:gd name="connsiteY58807" fmla="*/ 555508 h 2398711"/>
              <a:gd name="connsiteX58808" fmla="*/ 1277739 w 2119654"/>
              <a:gd name="connsiteY58808" fmla="*/ 555320 h 2398711"/>
              <a:gd name="connsiteX58809" fmla="*/ 631038 w 2119654"/>
              <a:gd name="connsiteY58809" fmla="*/ 1993541 h 2398711"/>
              <a:gd name="connsiteX58810" fmla="*/ 632070 w 2119654"/>
              <a:gd name="connsiteY58810" fmla="*/ 1993020 h 2398711"/>
              <a:gd name="connsiteX58811" fmla="*/ 632044 w 2119654"/>
              <a:gd name="connsiteY58811" fmla="*/ 1992959 h 2398711"/>
              <a:gd name="connsiteX58812" fmla="*/ 1300429 w 2119654"/>
              <a:gd name="connsiteY58812" fmla="*/ 494561 h 2398711"/>
              <a:gd name="connsiteX58813" fmla="*/ 1300563 w 2119654"/>
              <a:gd name="connsiteY58813" fmla="*/ 495770 h 2398711"/>
              <a:gd name="connsiteX58814" fmla="*/ 1301033 w 2119654"/>
              <a:gd name="connsiteY58814" fmla="*/ 493362 h 2398711"/>
              <a:gd name="connsiteX58815" fmla="*/ 1299803 w 2119654"/>
              <a:gd name="connsiteY58815" fmla="*/ 495803 h 2398711"/>
              <a:gd name="connsiteX58816" fmla="*/ 1300105 w 2119654"/>
              <a:gd name="connsiteY58816" fmla="*/ 496525 h 2398711"/>
              <a:gd name="connsiteX58817" fmla="*/ 1299983 w 2119654"/>
              <a:gd name="connsiteY58817" fmla="*/ 495445 h 2398711"/>
              <a:gd name="connsiteX58818" fmla="*/ 625272 w 2119654"/>
              <a:gd name="connsiteY58818" fmla="*/ 2005815 h 2398711"/>
              <a:gd name="connsiteX58819" fmla="*/ 625315 w 2119654"/>
              <a:gd name="connsiteY58819" fmla="*/ 2006020 h 2398711"/>
              <a:gd name="connsiteX58820" fmla="*/ 626692 w 2119654"/>
              <a:gd name="connsiteY58820" fmla="*/ 2005549 h 2398711"/>
              <a:gd name="connsiteX58821" fmla="*/ 626349 w 2119654"/>
              <a:gd name="connsiteY58821" fmla="*/ 2005457 h 2398711"/>
              <a:gd name="connsiteX58822" fmla="*/ 1312358 w 2119654"/>
              <a:gd name="connsiteY58822" fmla="*/ 467226 h 2398711"/>
              <a:gd name="connsiteX58823" fmla="*/ 1312633 w 2119654"/>
              <a:gd name="connsiteY58823" fmla="*/ 468844 h 2398711"/>
              <a:gd name="connsiteX58824" fmla="*/ 1313933 w 2119654"/>
              <a:gd name="connsiteY58824" fmla="*/ 466262 h 2398711"/>
              <a:gd name="connsiteX58825" fmla="*/ 1313821 w 2119654"/>
              <a:gd name="connsiteY58825" fmla="*/ 465549 h 2398711"/>
              <a:gd name="connsiteX58826" fmla="*/ 1295046 w 2119654"/>
              <a:gd name="connsiteY58826" fmla="*/ 505929 h 2398711"/>
              <a:gd name="connsiteX58827" fmla="*/ 1295167 w 2119654"/>
              <a:gd name="connsiteY58827" fmla="*/ 506652 h 2398711"/>
              <a:gd name="connsiteX58828" fmla="*/ 1296569 w 2119654"/>
              <a:gd name="connsiteY58828" fmla="*/ 508889 h 2398711"/>
              <a:gd name="connsiteX58829" fmla="*/ 1297146 w 2119654"/>
              <a:gd name="connsiteY58829" fmla="*/ 501079 h 2398711"/>
              <a:gd name="connsiteX58830" fmla="*/ 1299090 w 2119654"/>
              <a:gd name="connsiteY58830" fmla="*/ 503312 h 2398711"/>
              <a:gd name="connsiteX58831" fmla="*/ 1299293 w 2119654"/>
              <a:gd name="connsiteY58831" fmla="*/ 502277 h 2398711"/>
              <a:gd name="connsiteX58832" fmla="*/ 1298204 w 2119654"/>
              <a:gd name="connsiteY58832" fmla="*/ 498979 h 2398711"/>
              <a:gd name="connsiteX58833" fmla="*/ 606173 w 2119654"/>
              <a:gd name="connsiteY58833" fmla="*/ 2048283 h 2398711"/>
              <a:gd name="connsiteX58834" fmla="*/ 608773 w 2119654"/>
              <a:gd name="connsiteY58834" fmla="*/ 2048834 h 2398711"/>
              <a:gd name="connsiteX58835" fmla="*/ 608584 w 2119654"/>
              <a:gd name="connsiteY58835" fmla="*/ 2047393 h 2398711"/>
              <a:gd name="connsiteX58836" fmla="*/ 609418 w 2119654"/>
              <a:gd name="connsiteY58836" fmla="*/ 2040984 h 2398711"/>
              <a:gd name="connsiteX58837" fmla="*/ 615104 w 2119654"/>
              <a:gd name="connsiteY58837" fmla="*/ 2042563 h 2398711"/>
              <a:gd name="connsiteX58838" fmla="*/ 622074 w 2119654"/>
              <a:gd name="connsiteY58838" fmla="*/ 2041736 h 2398711"/>
              <a:gd name="connsiteX58839" fmla="*/ 622159 w 2119654"/>
              <a:gd name="connsiteY58839" fmla="*/ 2041704 h 2398711"/>
              <a:gd name="connsiteX58840" fmla="*/ 621908 w 2119654"/>
              <a:gd name="connsiteY58840" fmla="*/ 2039349 h 2398711"/>
              <a:gd name="connsiteX58841" fmla="*/ 618806 w 2119654"/>
              <a:gd name="connsiteY58841" fmla="*/ 2040043 h 2398711"/>
              <a:gd name="connsiteX58842" fmla="*/ 1295704 w 2119654"/>
              <a:gd name="connsiteY58842" fmla="*/ 503951 h 2398711"/>
              <a:gd name="connsiteX58843" fmla="*/ 1297904 w 2119654"/>
              <a:gd name="connsiteY58843" fmla="*/ 509385 h 2398711"/>
              <a:gd name="connsiteX58844" fmla="*/ 1298956 w 2119654"/>
              <a:gd name="connsiteY58844" fmla="*/ 504000 h 2398711"/>
              <a:gd name="connsiteX58845" fmla="*/ 1296877 w 2119654"/>
              <a:gd name="connsiteY58845" fmla="*/ 501613 h 2398711"/>
              <a:gd name="connsiteX58846" fmla="*/ 1295743 w 2119654"/>
              <a:gd name="connsiteY58846" fmla="*/ 503865 h 2398711"/>
              <a:gd name="connsiteX58847" fmla="*/ 1295107 w 2119654"/>
              <a:gd name="connsiteY58847" fmla="*/ 505264 h 2398711"/>
              <a:gd name="connsiteX58848" fmla="*/ 1296935 w 2119654"/>
              <a:gd name="connsiteY58848" fmla="*/ 508813 h 2398711"/>
              <a:gd name="connsiteX58849" fmla="*/ 1295416 w 2119654"/>
              <a:gd name="connsiteY58849" fmla="*/ 504585 h 2398711"/>
              <a:gd name="connsiteX58850" fmla="*/ 612808 w 2119654"/>
              <a:gd name="connsiteY58850" fmla="*/ 2032974 h 2398711"/>
              <a:gd name="connsiteX58851" fmla="*/ 615018 w 2119654"/>
              <a:gd name="connsiteY58851" fmla="*/ 2033109 h 2398711"/>
              <a:gd name="connsiteX58852" fmla="*/ 615315 w 2119654"/>
              <a:gd name="connsiteY58852" fmla="*/ 2033070 h 2398711"/>
              <a:gd name="connsiteX58853" fmla="*/ 613472 w 2119654"/>
              <a:gd name="connsiteY58853" fmla="*/ 2032650 h 2398711"/>
              <a:gd name="connsiteX58854" fmla="*/ 1268175 w 2119654"/>
              <a:gd name="connsiteY58854" fmla="*/ 565416 h 2398711"/>
              <a:gd name="connsiteX58855" fmla="*/ 1267999 w 2119654"/>
              <a:gd name="connsiteY58855" fmla="*/ 568034 h 2398711"/>
              <a:gd name="connsiteX58856" fmla="*/ 1268806 w 2119654"/>
              <a:gd name="connsiteY58856" fmla="*/ 570037 h 2398711"/>
              <a:gd name="connsiteX58857" fmla="*/ 1269204 w 2119654"/>
              <a:gd name="connsiteY58857" fmla="*/ 566760 h 2398711"/>
              <a:gd name="connsiteX58858" fmla="*/ 1314086 w 2119654"/>
              <a:gd name="connsiteY58858" fmla="*/ 462329 h 2398711"/>
              <a:gd name="connsiteX58859" fmla="*/ 1314415 w 2119654"/>
              <a:gd name="connsiteY58859" fmla="*/ 464416 h 2398711"/>
              <a:gd name="connsiteX58860" fmla="*/ 1315240 w 2119654"/>
              <a:gd name="connsiteY58860" fmla="*/ 463470 h 2398711"/>
              <a:gd name="connsiteX58861" fmla="*/ 608230 w 2119654"/>
              <a:gd name="connsiteY58861" fmla="*/ 2042865 h 2398711"/>
              <a:gd name="connsiteX58862" fmla="*/ 608283 w 2119654"/>
              <a:gd name="connsiteY58862" fmla="*/ 2043270 h 2398711"/>
              <a:gd name="connsiteX58863" fmla="*/ 608558 w 2119654"/>
              <a:gd name="connsiteY58863" fmla="*/ 2043340 h 2398711"/>
              <a:gd name="connsiteX58864" fmla="*/ 610363 w 2119654"/>
              <a:gd name="connsiteY58864" fmla="*/ 2043126 h 2398711"/>
              <a:gd name="connsiteX58865" fmla="*/ 610251 w 2119654"/>
              <a:gd name="connsiteY58865" fmla="*/ 2043074 h 2398711"/>
              <a:gd name="connsiteX58866" fmla="*/ 1281820 w 2119654"/>
              <a:gd name="connsiteY58866" fmla="*/ 534490 h 2398711"/>
              <a:gd name="connsiteX58867" fmla="*/ 1281887 w 2119654"/>
              <a:gd name="connsiteY58867" fmla="*/ 534912 h 2398711"/>
              <a:gd name="connsiteX58868" fmla="*/ 1282753 w 2119654"/>
              <a:gd name="connsiteY58868" fmla="*/ 535971 h 2398711"/>
              <a:gd name="connsiteX58869" fmla="*/ 1283143 w 2119654"/>
              <a:gd name="connsiteY58869" fmla="*/ 533524 h 2398711"/>
              <a:gd name="connsiteX58870" fmla="*/ 1282907 w 2119654"/>
              <a:gd name="connsiteY58870" fmla="*/ 532900 h 2398711"/>
              <a:gd name="connsiteX58871" fmla="*/ 1282704 w 2119654"/>
              <a:gd name="connsiteY58871" fmla="*/ 532548 h 2398711"/>
              <a:gd name="connsiteX58872" fmla="*/ 1277197 w 2119654"/>
              <a:gd name="connsiteY58872" fmla="*/ 544659 h 2398711"/>
              <a:gd name="connsiteX58873" fmla="*/ 1279084 w 2119654"/>
              <a:gd name="connsiteY58873" fmla="*/ 551359 h 2398711"/>
              <a:gd name="connsiteX58874" fmla="*/ 1280343 w 2119654"/>
              <a:gd name="connsiteY58874" fmla="*/ 547653 h 2398711"/>
              <a:gd name="connsiteX58875" fmla="*/ 1278471 w 2119654"/>
              <a:gd name="connsiteY58875" fmla="*/ 543957 h 2398711"/>
              <a:gd name="connsiteX58876" fmla="*/ 1277860 w 2119654"/>
              <a:gd name="connsiteY58876" fmla="*/ 543199 h 2398711"/>
              <a:gd name="connsiteX58877" fmla="*/ 1276114 w 2119654"/>
              <a:gd name="connsiteY58877" fmla="*/ 547040 h 2398711"/>
              <a:gd name="connsiteX58878" fmla="*/ 1276620 w 2119654"/>
              <a:gd name="connsiteY58878" fmla="*/ 548030 h 2398711"/>
              <a:gd name="connsiteX58879" fmla="*/ 1276254 w 2119654"/>
              <a:gd name="connsiteY58879" fmla="*/ 546732 h 2398711"/>
              <a:gd name="connsiteX58880" fmla="*/ 1275212 w 2119654"/>
              <a:gd name="connsiteY58880" fmla="*/ 549025 h 2398711"/>
              <a:gd name="connsiteX58881" fmla="*/ 1277659 w 2119654"/>
              <a:gd name="connsiteY58881" fmla="*/ 551715 h 2398711"/>
              <a:gd name="connsiteX58882" fmla="*/ 1276980 w 2119654"/>
              <a:gd name="connsiteY58882" fmla="*/ 549303 h 2398711"/>
              <a:gd name="connsiteX58883" fmla="*/ 1275980 w 2119654"/>
              <a:gd name="connsiteY58883" fmla="*/ 547337 h 2398711"/>
              <a:gd name="connsiteX58884" fmla="*/ 1314889 w 2119654"/>
              <a:gd name="connsiteY58884" fmla="*/ 460148 h 2398711"/>
              <a:gd name="connsiteX58885" fmla="*/ 1316113 w 2119654"/>
              <a:gd name="connsiteY58885" fmla="*/ 461937 h 2398711"/>
              <a:gd name="connsiteX58886" fmla="*/ 1319803 w 2119654"/>
              <a:gd name="connsiteY58886" fmla="*/ 454612 h 2398711"/>
              <a:gd name="connsiteX58887" fmla="*/ 1272793 w 2119654"/>
              <a:gd name="connsiteY58887" fmla="*/ 554346 h 2398711"/>
              <a:gd name="connsiteX58888" fmla="*/ 1273578 w 2119654"/>
              <a:gd name="connsiteY58888" fmla="*/ 555307 h 2398711"/>
              <a:gd name="connsiteX58889" fmla="*/ 1273131 w 2119654"/>
              <a:gd name="connsiteY58889" fmla="*/ 553603 h 2398711"/>
              <a:gd name="connsiteX58890" fmla="*/ 1271708 w 2119654"/>
              <a:gd name="connsiteY58890" fmla="*/ 556735 h 2398711"/>
              <a:gd name="connsiteX58891" fmla="*/ 1275033 w 2119654"/>
              <a:gd name="connsiteY58891" fmla="*/ 560846 h 2398711"/>
              <a:gd name="connsiteX58892" fmla="*/ 1274427 w 2119654"/>
              <a:gd name="connsiteY58892" fmla="*/ 558540 h 2398711"/>
              <a:gd name="connsiteX58893" fmla="*/ 1272218 w 2119654"/>
              <a:gd name="connsiteY58893" fmla="*/ 555612 h 2398711"/>
              <a:gd name="connsiteX58894" fmla="*/ 1270579 w 2119654"/>
              <a:gd name="connsiteY58894" fmla="*/ 559218 h 2398711"/>
              <a:gd name="connsiteX58895" fmla="*/ 1270569 w 2119654"/>
              <a:gd name="connsiteY58895" fmla="*/ 559311 h 2398711"/>
              <a:gd name="connsiteX58896" fmla="*/ 1274697 w 2119654"/>
              <a:gd name="connsiteY58896" fmla="*/ 564275 h 2398711"/>
              <a:gd name="connsiteX58897" fmla="*/ 1275196 w 2119654"/>
              <a:gd name="connsiteY58897" fmla="*/ 562804 h 2398711"/>
              <a:gd name="connsiteX58898" fmla="*/ 1271247 w 2119654"/>
              <a:gd name="connsiteY58898" fmla="*/ 557747 h 2398711"/>
              <a:gd name="connsiteX58899" fmla="*/ 1268749 w 2119654"/>
              <a:gd name="connsiteY58899" fmla="*/ 563242 h 2398711"/>
              <a:gd name="connsiteX58900" fmla="*/ 1269391 w 2119654"/>
              <a:gd name="connsiteY58900" fmla="*/ 565217 h 2398711"/>
              <a:gd name="connsiteX58901" fmla="*/ 1269801 w 2119654"/>
              <a:gd name="connsiteY58901" fmla="*/ 561844 h 2398711"/>
              <a:gd name="connsiteX58902" fmla="*/ 1269554 w 2119654"/>
              <a:gd name="connsiteY58902" fmla="*/ 561472 h 2398711"/>
              <a:gd name="connsiteX58903" fmla="*/ 1268315 w 2119654"/>
              <a:gd name="connsiteY58903" fmla="*/ 564195 h 2398711"/>
              <a:gd name="connsiteX58904" fmla="*/ 1268334 w 2119654"/>
              <a:gd name="connsiteY58904" fmla="*/ 564221 h 2398711"/>
              <a:gd name="connsiteX58905" fmla="*/ 1268319 w 2119654"/>
              <a:gd name="connsiteY58905" fmla="*/ 564188 h 2398711"/>
              <a:gd name="connsiteX58906" fmla="*/ 608128 w 2119654"/>
              <a:gd name="connsiteY58906" fmla="*/ 2042091 h 2398711"/>
              <a:gd name="connsiteX58907" fmla="*/ 608140 w 2119654"/>
              <a:gd name="connsiteY58907" fmla="*/ 2042179 h 2398711"/>
              <a:gd name="connsiteX58908" fmla="*/ 608368 w 2119654"/>
              <a:gd name="connsiteY58908" fmla="*/ 2042202 h 2398711"/>
              <a:gd name="connsiteX58909" fmla="*/ 1313928 w 2119654"/>
              <a:gd name="connsiteY58909" fmla="*/ 461231 h 2398711"/>
              <a:gd name="connsiteX58910" fmla="*/ 1315624 w 2119654"/>
              <a:gd name="connsiteY58910" fmla="*/ 462906 h 2398711"/>
              <a:gd name="connsiteX58911" fmla="*/ 1315651 w 2119654"/>
              <a:gd name="connsiteY58911" fmla="*/ 462852 h 2398711"/>
              <a:gd name="connsiteX58912" fmla="*/ 1314274 w 2119654"/>
              <a:gd name="connsiteY58912" fmla="*/ 460841 h 2398711"/>
              <a:gd name="connsiteX58913" fmla="*/ 611617 w 2119654"/>
              <a:gd name="connsiteY58913" fmla="*/ 2033556 h 2398711"/>
              <a:gd name="connsiteX58914" fmla="*/ 613889 w 2119654"/>
              <a:gd name="connsiteY58914" fmla="*/ 2033258 h 2398711"/>
              <a:gd name="connsiteX58915" fmla="*/ 612413 w 2119654"/>
              <a:gd name="connsiteY58915" fmla="*/ 2033168 h 2398711"/>
              <a:gd name="connsiteX58916" fmla="*/ 628533 w 2119654"/>
              <a:gd name="connsiteY58916" fmla="*/ 1995370 h 2398711"/>
              <a:gd name="connsiteX58917" fmla="*/ 633171 w 2119654"/>
              <a:gd name="connsiteY58917" fmla="*/ 1997083 h 2398711"/>
              <a:gd name="connsiteX58918" fmla="*/ 633077 w 2119654"/>
              <a:gd name="connsiteY58918" fmla="*/ 1995372 h 2398711"/>
              <a:gd name="connsiteX58919" fmla="*/ 632269 w 2119654"/>
              <a:gd name="connsiteY58919" fmla="*/ 1993484 h 2398711"/>
              <a:gd name="connsiteX58920" fmla="*/ 608007 w 2119654"/>
              <a:gd name="connsiteY58920" fmla="*/ 2041171 h 2398711"/>
              <a:gd name="connsiteX58921" fmla="*/ 608064 w 2119654"/>
              <a:gd name="connsiteY58921" fmla="*/ 2041606 h 2398711"/>
              <a:gd name="connsiteX58922" fmla="*/ 609700 w 2119654"/>
              <a:gd name="connsiteY58922" fmla="*/ 2042337 h 2398711"/>
              <a:gd name="connsiteX58923" fmla="*/ 613640 w 2119654"/>
              <a:gd name="connsiteY58923" fmla="*/ 2042738 h 2398711"/>
              <a:gd name="connsiteX58924" fmla="*/ 613643 w 2119654"/>
              <a:gd name="connsiteY58924" fmla="*/ 2042737 h 2398711"/>
              <a:gd name="connsiteX58925" fmla="*/ 623020 w 2119654"/>
              <a:gd name="connsiteY58925" fmla="*/ 2007524 h 2398711"/>
              <a:gd name="connsiteX58926" fmla="*/ 625144 w 2119654"/>
              <a:gd name="connsiteY58926" fmla="*/ 2007647 h 2398711"/>
              <a:gd name="connsiteX58927" fmla="*/ 624991 w 2119654"/>
              <a:gd name="connsiteY58927" fmla="*/ 2006898 h 2398711"/>
              <a:gd name="connsiteX58928" fmla="*/ 1308672 w 2119654"/>
              <a:gd name="connsiteY58928" fmla="*/ 471622 h 2398711"/>
              <a:gd name="connsiteX58929" fmla="*/ 1310135 w 2119654"/>
              <a:gd name="connsiteY58929" fmla="*/ 473805 h 2398711"/>
              <a:gd name="connsiteX58930" fmla="*/ 1311400 w 2119654"/>
              <a:gd name="connsiteY58930" fmla="*/ 471292 h 2398711"/>
              <a:gd name="connsiteX58931" fmla="*/ 1310979 w 2119654"/>
              <a:gd name="connsiteY58931" fmla="*/ 468808 h 2398711"/>
              <a:gd name="connsiteX58932" fmla="*/ 1310449 w 2119654"/>
              <a:gd name="connsiteY58932" fmla="*/ 469414 h 2398711"/>
              <a:gd name="connsiteX58933" fmla="*/ 1302986 w 2119654"/>
              <a:gd name="connsiteY58933" fmla="*/ 484086 h 2398711"/>
              <a:gd name="connsiteX58934" fmla="*/ 1302265 w 2119654"/>
              <a:gd name="connsiteY58934" fmla="*/ 488764 h 2398711"/>
              <a:gd name="connsiteX58935" fmla="*/ 1302397 w 2119654"/>
              <a:gd name="connsiteY58935" fmla="*/ 489165 h 2398711"/>
              <a:gd name="connsiteX58936" fmla="*/ 1303778 w 2119654"/>
              <a:gd name="connsiteY58936" fmla="*/ 486424 h 2398711"/>
              <a:gd name="connsiteX58937" fmla="*/ 626034 w 2119654"/>
              <a:gd name="connsiteY58937" fmla="*/ 1999682 h 2398711"/>
              <a:gd name="connsiteX58938" fmla="*/ 626372 w 2119654"/>
              <a:gd name="connsiteY58938" fmla="*/ 1999637 h 2398711"/>
              <a:gd name="connsiteX58939" fmla="*/ 626329 w 2119654"/>
              <a:gd name="connsiteY58939" fmla="*/ 1999587 h 2398711"/>
              <a:gd name="connsiteX58940" fmla="*/ 624610 w 2119654"/>
              <a:gd name="connsiteY58940" fmla="*/ 2002568 h 2398711"/>
              <a:gd name="connsiteX58941" fmla="*/ 624930 w 2119654"/>
              <a:gd name="connsiteY58941" fmla="*/ 2004139 h 2398711"/>
              <a:gd name="connsiteX58942" fmla="*/ 627099 w 2119654"/>
              <a:gd name="connsiteY58942" fmla="*/ 2004645 h 2398711"/>
              <a:gd name="connsiteX58943" fmla="*/ 629962 w 2119654"/>
              <a:gd name="connsiteY58943" fmla="*/ 2003695 h 2398711"/>
              <a:gd name="connsiteX58944" fmla="*/ 628502 w 2119654"/>
              <a:gd name="connsiteY58944" fmla="*/ 2002044 h 2398711"/>
              <a:gd name="connsiteX58945" fmla="*/ 1311756 w 2119654"/>
              <a:gd name="connsiteY58945" fmla="*/ 463679 h 2398711"/>
              <a:gd name="connsiteX58946" fmla="*/ 1312294 w 2119654"/>
              <a:gd name="connsiteY58946" fmla="*/ 466846 h 2398711"/>
              <a:gd name="connsiteX58947" fmla="*/ 1313760 w 2119654"/>
              <a:gd name="connsiteY58947" fmla="*/ 465165 h 2398711"/>
              <a:gd name="connsiteX58948" fmla="*/ 1313260 w 2119654"/>
              <a:gd name="connsiteY58948" fmla="*/ 461984 h 2398711"/>
              <a:gd name="connsiteX58949" fmla="*/ 1303195 w 2119654"/>
              <a:gd name="connsiteY58949" fmla="*/ 482730 h 2398711"/>
              <a:gd name="connsiteX58950" fmla="*/ 1303078 w 2119654"/>
              <a:gd name="connsiteY58950" fmla="*/ 483485 h 2398711"/>
              <a:gd name="connsiteX58951" fmla="*/ 1303956 w 2119654"/>
              <a:gd name="connsiteY58951" fmla="*/ 486071 h 2398711"/>
              <a:gd name="connsiteX58952" fmla="*/ 1304714 w 2119654"/>
              <a:gd name="connsiteY58952" fmla="*/ 484568 h 2398711"/>
              <a:gd name="connsiteX58953" fmla="*/ 607176 w 2119654"/>
              <a:gd name="connsiteY58953" fmla="*/ 2041209 h 2398711"/>
              <a:gd name="connsiteX58954" fmla="*/ 607806 w 2119654"/>
              <a:gd name="connsiteY58954" fmla="*/ 2041490 h 2398711"/>
              <a:gd name="connsiteX58955" fmla="*/ 607761 w 2119654"/>
              <a:gd name="connsiteY58955" fmla="*/ 2041150 h 2398711"/>
              <a:gd name="connsiteX58956" fmla="*/ 620861 w 2119654"/>
              <a:gd name="connsiteY58956" fmla="*/ 2010328 h 2398711"/>
              <a:gd name="connsiteX58957" fmla="*/ 620864 w 2119654"/>
              <a:gd name="connsiteY58957" fmla="*/ 2010606 h 2398711"/>
              <a:gd name="connsiteX58958" fmla="*/ 623861 w 2119654"/>
              <a:gd name="connsiteY58958" fmla="*/ 2011651 h 2398711"/>
              <a:gd name="connsiteX58959" fmla="*/ 624272 w 2119654"/>
              <a:gd name="connsiteY58959" fmla="*/ 2011510 h 2398711"/>
              <a:gd name="connsiteX58960" fmla="*/ 616929 w 2119654"/>
              <a:gd name="connsiteY58960" fmla="*/ 2019055 h 2398711"/>
              <a:gd name="connsiteX58961" fmla="*/ 617240 w 2119654"/>
              <a:gd name="connsiteY58961" fmla="*/ 2023490 h 2398711"/>
              <a:gd name="connsiteX58962" fmla="*/ 620026 w 2119654"/>
              <a:gd name="connsiteY58962" fmla="*/ 2022514 h 2398711"/>
              <a:gd name="connsiteX58963" fmla="*/ 619106 w 2119654"/>
              <a:gd name="connsiteY58963" fmla="*/ 2018547 h 2398711"/>
              <a:gd name="connsiteX58964" fmla="*/ 627172 w 2119654"/>
              <a:gd name="connsiteY58964" fmla="*/ 1996058 h 2398711"/>
              <a:gd name="connsiteX58965" fmla="*/ 629265 w 2119654"/>
              <a:gd name="connsiteY58965" fmla="*/ 1998423 h 2398711"/>
              <a:gd name="connsiteX58966" fmla="*/ 632594 w 2119654"/>
              <a:gd name="connsiteY58966" fmla="*/ 1997294 h 2398711"/>
              <a:gd name="connsiteX58967" fmla="*/ 628099 w 2119654"/>
              <a:gd name="connsiteY58967" fmla="*/ 1995590 h 2398711"/>
              <a:gd name="connsiteX58968" fmla="*/ 1279927 w 2119654"/>
              <a:gd name="connsiteY58968" fmla="*/ 534086 h 2398711"/>
              <a:gd name="connsiteX58969" fmla="*/ 1280021 w 2119654"/>
              <a:gd name="connsiteY58969" fmla="*/ 534186 h 2398711"/>
              <a:gd name="connsiteX58970" fmla="*/ 1280130 w 2119654"/>
              <a:gd name="connsiteY58970" fmla="*/ 533945 h 2398711"/>
              <a:gd name="connsiteX58971" fmla="*/ 1280105 w 2119654"/>
              <a:gd name="connsiteY58971" fmla="*/ 533914 h 2398711"/>
              <a:gd name="connsiteX58972" fmla="*/ 616900 w 2119654"/>
              <a:gd name="connsiteY58972" fmla="*/ 2018643 h 2398711"/>
              <a:gd name="connsiteX58973" fmla="*/ 616908 w 2119654"/>
              <a:gd name="connsiteY58973" fmla="*/ 2018754 h 2398711"/>
              <a:gd name="connsiteX58974" fmla="*/ 618154 w 2119654"/>
              <a:gd name="connsiteY58974" fmla="*/ 2018464 h 2398711"/>
              <a:gd name="connsiteX58975" fmla="*/ 1294301 w 2119654"/>
              <a:gd name="connsiteY58975" fmla="*/ 501483 h 2398711"/>
              <a:gd name="connsiteX58976" fmla="*/ 1294773 w 2119654"/>
              <a:gd name="connsiteY58976" fmla="*/ 504300 h 2398711"/>
              <a:gd name="connsiteX58977" fmla="*/ 1295088 w 2119654"/>
              <a:gd name="connsiteY58977" fmla="*/ 503675 h 2398711"/>
              <a:gd name="connsiteX58978" fmla="*/ 607706 w 2119654"/>
              <a:gd name="connsiteY58978" fmla="*/ 2038887 h 2398711"/>
              <a:gd name="connsiteX58979" fmla="*/ 607750 w 2119654"/>
              <a:gd name="connsiteY58979" fmla="*/ 2039218 h 2398711"/>
              <a:gd name="connsiteX58980" fmla="*/ 621565 w 2119654"/>
              <a:gd name="connsiteY58980" fmla="*/ 2036131 h 2398711"/>
              <a:gd name="connsiteX58981" fmla="*/ 621543 w 2119654"/>
              <a:gd name="connsiteY58981" fmla="*/ 2035922 h 2398711"/>
              <a:gd name="connsiteX58982" fmla="*/ 621454 w 2119654"/>
              <a:gd name="connsiteY58982" fmla="*/ 2035957 h 2398711"/>
              <a:gd name="connsiteX58983" fmla="*/ 621075 w 2119654"/>
              <a:gd name="connsiteY58983" fmla="*/ 2035804 h 2398711"/>
              <a:gd name="connsiteX58984" fmla="*/ 621512 w 2119654"/>
              <a:gd name="connsiteY58984" fmla="*/ 2035631 h 2398711"/>
              <a:gd name="connsiteX58985" fmla="*/ 621434 w 2119654"/>
              <a:gd name="connsiteY58985" fmla="*/ 2034896 h 2398711"/>
              <a:gd name="connsiteX58986" fmla="*/ 1337546 w 2119654"/>
              <a:gd name="connsiteY58986" fmla="*/ 404442 h 2398711"/>
              <a:gd name="connsiteX58987" fmla="*/ 1340790 w 2119654"/>
              <a:gd name="connsiteY58987" fmla="*/ 413369 h 2398711"/>
              <a:gd name="connsiteX58988" fmla="*/ 1341376 w 2119654"/>
              <a:gd name="connsiteY58988" fmla="*/ 412245 h 2398711"/>
              <a:gd name="connsiteX58989" fmla="*/ 1299797 w 2119654"/>
              <a:gd name="connsiteY58989" fmla="*/ 488830 h 2398711"/>
              <a:gd name="connsiteX58990" fmla="*/ 1300294 w 2119654"/>
              <a:gd name="connsiteY58990" fmla="*/ 493340 h 2398711"/>
              <a:gd name="connsiteX58991" fmla="*/ 1300891 w 2119654"/>
              <a:gd name="connsiteY58991" fmla="*/ 492155 h 2398711"/>
              <a:gd name="connsiteX58992" fmla="*/ 1276205 w 2119654"/>
              <a:gd name="connsiteY58992" fmla="*/ 541142 h 2398711"/>
              <a:gd name="connsiteX58993" fmla="*/ 1276456 w 2119654"/>
              <a:gd name="connsiteY58993" fmla="*/ 542027 h 2398711"/>
              <a:gd name="connsiteX58994" fmla="*/ 1276622 w 2119654"/>
              <a:gd name="connsiteY58994" fmla="*/ 541661 h 2398711"/>
              <a:gd name="connsiteX58995" fmla="*/ 1305457 w 2119654"/>
              <a:gd name="connsiteY58995" fmla="*/ 475619 h 2398711"/>
              <a:gd name="connsiteX58996" fmla="*/ 1306936 w 2119654"/>
              <a:gd name="connsiteY58996" fmla="*/ 480155 h 2398711"/>
              <a:gd name="connsiteX58997" fmla="*/ 1308717 w 2119654"/>
              <a:gd name="connsiteY58997" fmla="*/ 476618 h 2398711"/>
              <a:gd name="connsiteX58998" fmla="*/ 1307033 w 2119654"/>
              <a:gd name="connsiteY58998" fmla="*/ 473659 h 2398711"/>
              <a:gd name="connsiteX58999" fmla="*/ 1302563 w 2119654"/>
              <a:gd name="connsiteY58999" fmla="*/ 481965 h 2398711"/>
              <a:gd name="connsiteX59000" fmla="*/ 1302878 w 2119654"/>
              <a:gd name="connsiteY59000" fmla="*/ 482891 h 2398711"/>
              <a:gd name="connsiteX59001" fmla="*/ 1302948 w 2119654"/>
              <a:gd name="connsiteY59001" fmla="*/ 482431 h 2398711"/>
              <a:gd name="connsiteX59002" fmla="*/ 1269582 w 2119654"/>
              <a:gd name="connsiteY59002" fmla="*/ 555616 h 2398711"/>
              <a:gd name="connsiteX59003" fmla="*/ 1269712 w 2119654"/>
              <a:gd name="connsiteY59003" fmla="*/ 556863 h 2398711"/>
              <a:gd name="connsiteX59004" fmla="*/ 1270022 w 2119654"/>
              <a:gd name="connsiteY59004" fmla="*/ 556181 h 2398711"/>
              <a:gd name="connsiteX59005" fmla="*/ 605448 w 2119654"/>
              <a:gd name="connsiteY59005" fmla="*/ 2042548 h 2398711"/>
              <a:gd name="connsiteX59006" fmla="*/ 608032 w 2119654"/>
              <a:gd name="connsiteY59006" fmla="*/ 2043206 h 2398711"/>
              <a:gd name="connsiteX59007" fmla="*/ 607983 w 2119654"/>
              <a:gd name="connsiteY59007" fmla="*/ 2042840 h 2398711"/>
              <a:gd name="connsiteX59008" fmla="*/ 607439 w 2119654"/>
              <a:gd name="connsiteY59008" fmla="*/ 2042783 h 2398711"/>
              <a:gd name="connsiteX59009" fmla="*/ 1281066 w 2119654"/>
              <a:gd name="connsiteY59009" fmla="*/ 529705 h 2398711"/>
              <a:gd name="connsiteX59010" fmla="*/ 1281321 w 2119654"/>
              <a:gd name="connsiteY59010" fmla="*/ 531326 h 2398711"/>
              <a:gd name="connsiteX59011" fmla="*/ 1281620 w 2119654"/>
              <a:gd name="connsiteY59011" fmla="*/ 530668 h 2398711"/>
              <a:gd name="connsiteX59012" fmla="*/ 1267836 w 2119654"/>
              <a:gd name="connsiteY59012" fmla="*/ 558883 h 2398711"/>
              <a:gd name="connsiteX59013" fmla="*/ 1267934 w 2119654"/>
              <a:gd name="connsiteY59013" fmla="*/ 560742 h 2398711"/>
              <a:gd name="connsiteX59014" fmla="*/ 1267940 w 2119654"/>
              <a:gd name="connsiteY59014" fmla="*/ 560761 h 2398711"/>
              <a:gd name="connsiteX59015" fmla="*/ 1268403 w 2119654"/>
              <a:gd name="connsiteY59015" fmla="*/ 559740 h 2398711"/>
              <a:gd name="connsiteX59016" fmla="*/ 1284776 w 2119654"/>
              <a:gd name="connsiteY59016" fmla="*/ 520610 h 2398711"/>
              <a:gd name="connsiteX59017" fmla="*/ 1285056 w 2119654"/>
              <a:gd name="connsiteY59017" fmla="*/ 521512 h 2398711"/>
              <a:gd name="connsiteX59018" fmla="*/ 1285138 w 2119654"/>
              <a:gd name="connsiteY59018" fmla="*/ 520996 h 2398711"/>
              <a:gd name="connsiteX59019" fmla="*/ 620822 w 2119654"/>
              <a:gd name="connsiteY59019" fmla="*/ 2007292 h 2398711"/>
              <a:gd name="connsiteX59020" fmla="*/ 620823 w 2119654"/>
              <a:gd name="connsiteY59020" fmla="*/ 2007397 h 2398711"/>
              <a:gd name="connsiteX59021" fmla="*/ 621222 w 2119654"/>
              <a:gd name="connsiteY59021" fmla="*/ 2007420 h 2398711"/>
              <a:gd name="connsiteX59022" fmla="*/ 624845 w 2119654"/>
              <a:gd name="connsiteY59022" fmla="*/ 2006181 h 2398711"/>
              <a:gd name="connsiteX59023" fmla="*/ 624802 w 2119654"/>
              <a:gd name="connsiteY59023" fmla="*/ 2005971 h 2398711"/>
              <a:gd name="connsiteX59024" fmla="*/ 1304016 w 2119654"/>
              <a:gd name="connsiteY59024" fmla="*/ 477409 h 2398711"/>
              <a:gd name="connsiteX59025" fmla="*/ 1303697 w 2119654"/>
              <a:gd name="connsiteY59025" fmla="*/ 479475 h 2398711"/>
              <a:gd name="connsiteX59026" fmla="*/ 1306025 w 2119654"/>
              <a:gd name="connsiteY59026" fmla="*/ 481962 h 2398711"/>
              <a:gd name="connsiteX59027" fmla="*/ 1306455 w 2119654"/>
              <a:gd name="connsiteY59027" fmla="*/ 481109 h 2398711"/>
              <a:gd name="connsiteX59028" fmla="*/ 1304893 w 2119654"/>
              <a:gd name="connsiteY59028" fmla="*/ 476319 h 2398711"/>
              <a:gd name="connsiteX59029" fmla="*/ 616735 w 2119654"/>
              <a:gd name="connsiteY59029" fmla="*/ 2016284 h 2398711"/>
              <a:gd name="connsiteX59030" fmla="*/ 616893 w 2119654"/>
              <a:gd name="connsiteY59030" fmla="*/ 2018543 h 2398711"/>
              <a:gd name="connsiteX59031" fmla="*/ 618240 w 2119654"/>
              <a:gd name="connsiteY59031" fmla="*/ 2018350 h 2398711"/>
              <a:gd name="connsiteX59032" fmla="*/ 619028 w 2119654"/>
              <a:gd name="connsiteY59032" fmla="*/ 2018210 h 2398711"/>
              <a:gd name="connsiteX59033" fmla="*/ 618720 w 2119654"/>
              <a:gd name="connsiteY59033" fmla="*/ 2016881 h 2398711"/>
              <a:gd name="connsiteX59034" fmla="*/ 629351 w 2119654"/>
              <a:gd name="connsiteY59034" fmla="*/ 1987723 h 2398711"/>
              <a:gd name="connsiteX59035" fmla="*/ 629893 w 2119654"/>
              <a:gd name="connsiteY59035" fmla="*/ 1987938 h 2398711"/>
              <a:gd name="connsiteX59036" fmla="*/ 629890 w 2119654"/>
              <a:gd name="connsiteY59036" fmla="*/ 1987933 h 2398711"/>
              <a:gd name="connsiteX59037" fmla="*/ 629529 w 2119654"/>
              <a:gd name="connsiteY59037" fmla="*/ 1987742 h 2398711"/>
              <a:gd name="connsiteX59038" fmla="*/ 1313169 w 2119654"/>
              <a:gd name="connsiteY59038" fmla="*/ 456519 h 2398711"/>
              <a:gd name="connsiteX59039" fmla="*/ 1313233 w 2119654"/>
              <a:gd name="connsiteY59039" fmla="*/ 456922 h 2398711"/>
              <a:gd name="connsiteX59040" fmla="*/ 1323067 w 2119654"/>
              <a:gd name="connsiteY59040" fmla="*/ 445842 h 2398711"/>
              <a:gd name="connsiteX59041" fmla="*/ 1322691 w 2119654"/>
              <a:gd name="connsiteY59041" fmla="*/ 445440 h 2398711"/>
              <a:gd name="connsiteX59042" fmla="*/ 1271673 w 2119654"/>
              <a:gd name="connsiteY59042" fmla="*/ 549031 h 2398711"/>
              <a:gd name="connsiteX59043" fmla="*/ 1271298 w 2119654"/>
              <a:gd name="connsiteY59043" fmla="*/ 552521 h 2398711"/>
              <a:gd name="connsiteX59044" fmla="*/ 1271547 w 2119654"/>
              <a:gd name="connsiteY59044" fmla="*/ 552825 h 2398711"/>
              <a:gd name="connsiteX59045" fmla="*/ 1272421 w 2119654"/>
              <a:gd name="connsiteY59045" fmla="*/ 550901 h 2398711"/>
              <a:gd name="connsiteX59046" fmla="*/ 1272052 w 2119654"/>
              <a:gd name="connsiteY59046" fmla="*/ 549492 h 2398711"/>
              <a:gd name="connsiteX59047" fmla="*/ 1307214 w 2119654"/>
              <a:gd name="connsiteY59047" fmla="*/ 469448 h 2398711"/>
              <a:gd name="connsiteX59048" fmla="*/ 1308435 w 2119654"/>
              <a:gd name="connsiteY59048" fmla="*/ 471269 h 2398711"/>
              <a:gd name="connsiteX59049" fmla="*/ 1310914 w 2119654"/>
              <a:gd name="connsiteY59049" fmla="*/ 468427 h 2398711"/>
              <a:gd name="connsiteX59050" fmla="*/ 1310373 w 2119654"/>
              <a:gd name="connsiteY59050" fmla="*/ 465237 h 2398711"/>
              <a:gd name="connsiteX59051" fmla="*/ 1308652 w 2119654"/>
              <a:gd name="connsiteY59051" fmla="*/ 467175 h 2398711"/>
              <a:gd name="connsiteX59052" fmla="*/ 1302974 w 2119654"/>
              <a:gd name="connsiteY59052" fmla="*/ 478704 h 2398711"/>
              <a:gd name="connsiteX59053" fmla="*/ 1303445 w 2119654"/>
              <a:gd name="connsiteY59053" fmla="*/ 479208 h 2398711"/>
              <a:gd name="connsiteX59054" fmla="*/ 1303653 w 2119654"/>
              <a:gd name="connsiteY59054" fmla="*/ 477859 h 2398711"/>
              <a:gd name="connsiteX59055" fmla="*/ 1304412 w 2119654"/>
              <a:gd name="connsiteY59055" fmla="*/ 474841 h 2398711"/>
              <a:gd name="connsiteX59056" fmla="*/ 1304217 w 2119654"/>
              <a:gd name="connsiteY59056" fmla="*/ 476101 h 2398711"/>
              <a:gd name="connsiteX59057" fmla="*/ 1304658 w 2119654"/>
              <a:gd name="connsiteY59057" fmla="*/ 475597 h 2398711"/>
              <a:gd name="connsiteX59058" fmla="*/ 616857 w 2119654"/>
              <a:gd name="connsiteY59058" fmla="*/ 2014358 h 2398711"/>
              <a:gd name="connsiteX59059" fmla="*/ 618230 w 2119654"/>
              <a:gd name="connsiteY59059" fmla="*/ 2014771 h 2398711"/>
              <a:gd name="connsiteX59060" fmla="*/ 618106 w 2119654"/>
              <a:gd name="connsiteY59060" fmla="*/ 2014233 h 2398711"/>
              <a:gd name="connsiteX59061" fmla="*/ 617309 w 2119654"/>
              <a:gd name="connsiteY59061" fmla="*/ 2014211 h 2398711"/>
              <a:gd name="connsiteX59062" fmla="*/ 607283 w 2119654"/>
              <a:gd name="connsiteY59062" fmla="*/ 2035672 h 2398711"/>
              <a:gd name="connsiteX59063" fmla="*/ 607338 w 2119654"/>
              <a:gd name="connsiteY59063" fmla="*/ 2036092 h 2398711"/>
              <a:gd name="connsiteX59064" fmla="*/ 616538 w 2119654"/>
              <a:gd name="connsiteY59064" fmla="*/ 2033419 h 2398711"/>
              <a:gd name="connsiteX59065" fmla="*/ 614818 w 2119654"/>
              <a:gd name="connsiteY59065" fmla="*/ 2033314 h 2398711"/>
              <a:gd name="connsiteX59066" fmla="*/ 611116 w 2119654"/>
              <a:gd name="connsiteY59066" fmla="*/ 2033801 h 2398711"/>
              <a:gd name="connsiteX59067" fmla="*/ 621310 w 2119654"/>
              <a:gd name="connsiteY59067" fmla="*/ 2004114 h 2398711"/>
              <a:gd name="connsiteX59068" fmla="*/ 621646 w 2119654"/>
              <a:gd name="connsiteY59068" fmla="*/ 2004954 h 2398711"/>
              <a:gd name="connsiteX59069" fmla="*/ 624607 w 2119654"/>
              <a:gd name="connsiteY59069" fmla="*/ 2005014 h 2398711"/>
              <a:gd name="connsiteX59070" fmla="*/ 624603 w 2119654"/>
              <a:gd name="connsiteY59070" fmla="*/ 2004991 h 2398711"/>
              <a:gd name="connsiteX59071" fmla="*/ 620797 w 2119654"/>
              <a:gd name="connsiteY59071" fmla="*/ 2005203 h 2398711"/>
              <a:gd name="connsiteX59072" fmla="*/ 620815 w 2119654"/>
              <a:gd name="connsiteY59072" fmla="*/ 2006730 h 2398711"/>
              <a:gd name="connsiteX59073" fmla="*/ 624694 w 2119654"/>
              <a:gd name="connsiteY59073" fmla="*/ 2005442 h 2398711"/>
              <a:gd name="connsiteX59074" fmla="*/ 624662 w 2119654"/>
              <a:gd name="connsiteY59074" fmla="*/ 2005282 h 2398711"/>
              <a:gd name="connsiteX59075" fmla="*/ 621753 w 2119654"/>
              <a:gd name="connsiteY59075" fmla="*/ 2005222 h 2398711"/>
              <a:gd name="connsiteX59076" fmla="*/ 621877 w 2119654"/>
              <a:gd name="connsiteY59076" fmla="*/ 2005532 h 2398711"/>
              <a:gd name="connsiteX59077" fmla="*/ 621744 w 2119654"/>
              <a:gd name="connsiteY59077" fmla="*/ 2005455 h 2398711"/>
              <a:gd name="connsiteX59078" fmla="*/ 621650 w 2119654"/>
              <a:gd name="connsiteY59078" fmla="*/ 2005220 h 2398711"/>
              <a:gd name="connsiteX59079" fmla="*/ 1282179 w 2119654"/>
              <a:gd name="connsiteY59079" fmla="*/ 524228 h 2398711"/>
              <a:gd name="connsiteX59080" fmla="*/ 1282253 w 2119654"/>
              <a:gd name="connsiteY59080" fmla="*/ 524546 h 2398711"/>
              <a:gd name="connsiteX59081" fmla="*/ 1282417 w 2119654"/>
              <a:gd name="connsiteY59081" fmla="*/ 524957 h 2398711"/>
              <a:gd name="connsiteX59082" fmla="*/ 1283355 w 2119654"/>
              <a:gd name="connsiteY59082" fmla="*/ 526971 h 2398711"/>
              <a:gd name="connsiteX59083" fmla="*/ 1283474 w 2119654"/>
              <a:gd name="connsiteY59083" fmla="*/ 526734 h 2398711"/>
              <a:gd name="connsiteX59084" fmla="*/ 621571 w 2119654"/>
              <a:gd name="connsiteY59084" fmla="*/ 2003355 h 2398711"/>
              <a:gd name="connsiteX59085" fmla="*/ 624403 w 2119654"/>
              <a:gd name="connsiteY59085" fmla="*/ 2004016 h 2398711"/>
              <a:gd name="connsiteX59086" fmla="*/ 624122 w 2119654"/>
              <a:gd name="connsiteY59086" fmla="*/ 2002634 h 2398711"/>
              <a:gd name="connsiteX59087" fmla="*/ 623291 w 2119654"/>
              <a:gd name="connsiteY59087" fmla="*/ 2002747 h 2398711"/>
              <a:gd name="connsiteX59088" fmla="*/ 1311303 w 2119654"/>
              <a:gd name="connsiteY59088" fmla="*/ 458691 h 2398711"/>
              <a:gd name="connsiteX59089" fmla="*/ 1311497 w 2119654"/>
              <a:gd name="connsiteY59089" fmla="*/ 458877 h 2398711"/>
              <a:gd name="connsiteX59090" fmla="*/ 1312307 w 2119654"/>
              <a:gd name="connsiteY59090" fmla="*/ 457965 h 2398711"/>
              <a:gd name="connsiteX59091" fmla="*/ 1312139 w 2119654"/>
              <a:gd name="connsiteY59091" fmla="*/ 457719 h 2398711"/>
              <a:gd name="connsiteX59092" fmla="*/ 1304726 w 2119654"/>
              <a:gd name="connsiteY59092" fmla="*/ 473378 h 2398711"/>
              <a:gd name="connsiteX59093" fmla="*/ 1305234 w 2119654"/>
              <a:gd name="connsiteY59093" fmla="*/ 474937 h 2398711"/>
              <a:gd name="connsiteX59094" fmla="*/ 1306763 w 2119654"/>
              <a:gd name="connsiteY59094" fmla="*/ 473184 h 2398711"/>
              <a:gd name="connsiteX59095" fmla="*/ 1305857 w 2119654"/>
              <a:gd name="connsiteY59095" fmla="*/ 471591 h 2398711"/>
              <a:gd name="connsiteX59096" fmla="*/ 1293714 w 2119654"/>
              <a:gd name="connsiteY59096" fmla="*/ 497980 h 2398711"/>
              <a:gd name="connsiteX59097" fmla="*/ 1294016 w 2119654"/>
              <a:gd name="connsiteY59097" fmla="*/ 499782 h 2398711"/>
              <a:gd name="connsiteX59098" fmla="*/ 1295368 w 2119654"/>
              <a:gd name="connsiteY59098" fmla="*/ 503120 h 2398711"/>
              <a:gd name="connsiteX59099" fmla="*/ 1296402 w 2119654"/>
              <a:gd name="connsiteY59099" fmla="*/ 501067 h 2398711"/>
              <a:gd name="connsiteX59100" fmla="*/ 1310819 w 2119654"/>
              <a:gd name="connsiteY59100" fmla="*/ 459254 h 2398711"/>
              <a:gd name="connsiteX59101" fmla="*/ 1310894 w 2119654"/>
              <a:gd name="connsiteY59101" fmla="*/ 459557 h 2398711"/>
              <a:gd name="connsiteX59102" fmla="*/ 1311072 w 2119654"/>
              <a:gd name="connsiteY59102" fmla="*/ 459355 h 2398711"/>
              <a:gd name="connsiteX59103" fmla="*/ 1310888 w 2119654"/>
              <a:gd name="connsiteY59103" fmla="*/ 459173 h 2398711"/>
              <a:gd name="connsiteX59104" fmla="*/ 623645 w 2119654"/>
              <a:gd name="connsiteY59104" fmla="*/ 1997837 h 2398711"/>
              <a:gd name="connsiteX59105" fmla="*/ 624075 w 2119654"/>
              <a:gd name="connsiteY59105" fmla="*/ 1999946 h 2398711"/>
              <a:gd name="connsiteX59106" fmla="*/ 625232 w 2119654"/>
              <a:gd name="connsiteY59106" fmla="*/ 1999790 h 2398711"/>
              <a:gd name="connsiteX59107" fmla="*/ 625246 w 2119654"/>
              <a:gd name="connsiteY59107" fmla="*/ 1999786 h 2398711"/>
              <a:gd name="connsiteX59108" fmla="*/ 626214 w 2119654"/>
              <a:gd name="connsiteY59108" fmla="*/ 1999458 h 2398711"/>
              <a:gd name="connsiteX59109" fmla="*/ 624430 w 2119654"/>
              <a:gd name="connsiteY59109" fmla="*/ 1997441 h 2398711"/>
              <a:gd name="connsiteX59110" fmla="*/ 604928 w 2119654"/>
              <a:gd name="connsiteY59110" fmla="*/ 2039694 h 2398711"/>
              <a:gd name="connsiteX59111" fmla="*/ 606188 w 2119654"/>
              <a:gd name="connsiteY59111" fmla="*/ 2039568 h 2398711"/>
              <a:gd name="connsiteX59112" fmla="*/ 607514 w 2119654"/>
              <a:gd name="connsiteY59112" fmla="*/ 2039271 h 2398711"/>
              <a:gd name="connsiteX59113" fmla="*/ 607472 w 2119654"/>
              <a:gd name="connsiteY59113" fmla="*/ 2038955 h 2398711"/>
              <a:gd name="connsiteX59114" fmla="*/ 616265 w 2119654"/>
              <a:gd name="connsiteY59114" fmla="*/ 2014180 h 2398711"/>
              <a:gd name="connsiteX59115" fmla="*/ 616362 w 2119654"/>
              <a:gd name="connsiteY59115" fmla="*/ 2014209 h 2398711"/>
              <a:gd name="connsiteX59116" fmla="*/ 616400 w 2119654"/>
              <a:gd name="connsiteY59116" fmla="*/ 2014197 h 2398711"/>
              <a:gd name="connsiteX59117" fmla="*/ 616399 w 2119654"/>
              <a:gd name="connsiteY59117" fmla="*/ 2014184 h 2398711"/>
              <a:gd name="connsiteX59118" fmla="*/ 620781 w 2119654"/>
              <a:gd name="connsiteY59118" fmla="*/ 2003973 h 2398711"/>
              <a:gd name="connsiteX59119" fmla="*/ 620793 w 2119654"/>
              <a:gd name="connsiteY59119" fmla="*/ 2004937 h 2398711"/>
              <a:gd name="connsiteX59120" fmla="*/ 621543 w 2119654"/>
              <a:gd name="connsiteY59120" fmla="*/ 2004951 h 2398711"/>
              <a:gd name="connsiteX59121" fmla="*/ 621195 w 2119654"/>
              <a:gd name="connsiteY59121" fmla="*/ 2004084 h 2398711"/>
              <a:gd name="connsiteX59122" fmla="*/ 1269159 w 2119654"/>
              <a:gd name="connsiteY59122" fmla="*/ 551553 h 2398711"/>
              <a:gd name="connsiteX59123" fmla="*/ 1269401 w 2119654"/>
              <a:gd name="connsiteY59123" fmla="*/ 553885 h 2398711"/>
              <a:gd name="connsiteX59124" fmla="*/ 1270467 w 2119654"/>
              <a:gd name="connsiteY59124" fmla="*/ 555202 h 2398711"/>
              <a:gd name="connsiteX59125" fmla="*/ 1270659 w 2119654"/>
              <a:gd name="connsiteY59125" fmla="*/ 554781 h 2398711"/>
              <a:gd name="connsiteX59126" fmla="*/ 1270788 w 2119654"/>
              <a:gd name="connsiteY59126" fmla="*/ 553713 h 2398711"/>
              <a:gd name="connsiteX59127" fmla="*/ 1299982 w 2119654"/>
              <a:gd name="connsiteY59127" fmla="*/ 482423 h 2398711"/>
              <a:gd name="connsiteX59128" fmla="*/ 1301617 w 2119654"/>
              <a:gd name="connsiteY59128" fmla="*/ 486795 h 2398711"/>
              <a:gd name="connsiteX59129" fmla="*/ 1302055 w 2119654"/>
              <a:gd name="connsiteY59129" fmla="*/ 488127 h 2398711"/>
              <a:gd name="connsiteX59130" fmla="*/ 1302126 w 2119654"/>
              <a:gd name="connsiteY59130" fmla="*/ 487765 h 2398711"/>
              <a:gd name="connsiteX59131" fmla="*/ 1302785 w 2119654"/>
              <a:gd name="connsiteY59131" fmla="*/ 483494 h 2398711"/>
              <a:gd name="connsiteX59132" fmla="*/ 1302059 w 2119654"/>
              <a:gd name="connsiteY59132" fmla="*/ 481356 h 2398711"/>
              <a:gd name="connsiteX59133" fmla="*/ 1301441 w 2119654"/>
              <a:gd name="connsiteY59133" fmla="*/ 480609 h 2398711"/>
              <a:gd name="connsiteX59134" fmla="*/ 1302009 w 2119654"/>
              <a:gd name="connsiteY59134" fmla="*/ 477670 h 2398711"/>
              <a:gd name="connsiteX59135" fmla="*/ 1302443 w 2119654"/>
              <a:gd name="connsiteY59135" fmla="*/ 478135 h 2398711"/>
              <a:gd name="connsiteX59136" fmla="*/ 1303861 w 2119654"/>
              <a:gd name="connsiteY59136" fmla="*/ 476510 h 2398711"/>
              <a:gd name="connsiteX59137" fmla="*/ 1304212 w 2119654"/>
              <a:gd name="connsiteY59137" fmla="*/ 474232 h 2398711"/>
              <a:gd name="connsiteX59138" fmla="*/ 1304203 w 2119654"/>
              <a:gd name="connsiteY59138" fmla="*/ 474204 h 2398711"/>
              <a:gd name="connsiteX59139" fmla="*/ 1277931 w 2119654"/>
              <a:gd name="connsiteY59139" fmla="*/ 531257 h 2398711"/>
              <a:gd name="connsiteX59140" fmla="*/ 1279077 w 2119654"/>
              <a:gd name="connsiteY59140" fmla="*/ 533179 h 2398711"/>
              <a:gd name="connsiteX59141" fmla="*/ 1279668 w 2119654"/>
              <a:gd name="connsiteY59141" fmla="*/ 533810 h 2398711"/>
              <a:gd name="connsiteX59142" fmla="*/ 1279867 w 2119654"/>
              <a:gd name="connsiteY59142" fmla="*/ 533623 h 2398711"/>
              <a:gd name="connsiteX59143" fmla="*/ 624824 w 2119654"/>
              <a:gd name="connsiteY59143" fmla="*/ 1993403 h 2398711"/>
              <a:gd name="connsiteX59144" fmla="*/ 625481 w 2119654"/>
              <a:gd name="connsiteY59144" fmla="*/ 1994146 h 2398711"/>
              <a:gd name="connsiteX59145" fmla="*/ 627367 w 2119654"/>
              <a:gd name="connsiteY59145" fmla="*/ 1993055 h 2398711"/>
              <a:gd name="connsiteX59146" fmla="*/ 616412 w 2119654"/>
              <a:gd name="connsiteY59146" fmla="*/ 2011666 h 2398711"/>
              <a:gd name="connsiteX59147" fmla="*/ 616560 w 2119654"/>
              <a:gd name="connsiteY59147" fmla="*/ 2013789 h 2398711"/>
              <a:gd name="connsiteX59148" fmla="*/ 617515 w 2119654"/>
              <a:gd name="connsiteY59148" fmla="*/ 2013817 h 2398711"/>
              <a:gd name="connsiteX59149" fmla="*/ 617973 w 2119654"/>
              <a:gd name="connsiteY59149" fmla="*/ 2013660 h 2398711"/>
              <a:gd name="connsiteX59150" fmla="*/ 617607 w 2119654"/>
              <a:gd name="connsiteY59150" fmla="*/ 2012082 h 2398711"/>
              <a:gd name="connsiteX59151" fmla="*/ 1322117 w 2119654"/>
              <a:gd name="connsiteY59151" fmla="*/ 431406 h 2398711"/>
              <a:gd name="connsiteX59152" fmla="*/ 1324307 w 2119654"/>
              <a:gd name="connsiteY59152" fmla="*/ 442417 h 2398711"/>
              <a:gd name="connsiteX59153" fmla="*/ 1326260 w 2119654"/>
              <a:gd name="connsiteY59153" fmla="*/ 440143 h 2398711"/>
              <a:gd name="connsiteX59154" fmla="*/ 605075 w 2119654"/>
              <a:gd name="connsiteY59154" fmla="*/ 2036750 h 2398711"/>
              <a:gd name="connsiteX59155" fmla="*/ 607103 w 2119654"/>
              <a:gd name="connsiteY59155" fmla="*/ 2036161 h 2398711"/>
              <a:gd name="connsiteX59156" fmla="*/ 607054 w 2119654"/>
              <a:gd name="connsiteY59156" fmla="*/ 2035784 h 2398711"/>
              <a:gd name="connsiteX59157" fmla="*/ 602858 w 2119654"/>
              <a:gd name="connsiteY59157" fmla="*/ 2041642 h 2398711"/>
              <a:gd name="connsiteX59158" fmla="*/ 607893 w 2119654"/>
              <a:gd name="connsiteY59158" fmla="*/ 2042154 h 2398711"/>
              <a:gd name="connsiteX59159" fmla="*/ 607869 w 2119654"/>
              <a:gd name="connsiteY59159" fmla="*/ 2041971 h 2398711"/>
              <a:gd name="connsiteX59160" fmla="*/ 606393 w 2119654"/>
              <a:gd name="connsiteY59160" fmla="*/ 2041287 h 2398711"/>
              <a:gd name="connsiteX59161" fmla="*/ 1299618 w 2119654"/>
              <a:gd name="connsiteY59161" fmla="*/ 481449 h 2398711"/>
              <a:gd name="connsiteX59162" fmla="*/ 1299662 w 2119654"/>
              <a:gd name="connsiteY59162" fmla="*/ 481567 h 2398711"/>
              <a:gd name="connsiteX59163" fmla="*/ 1300930 w 2119654"/>
              <a:gd name="connsiteY59163" fmla="*/ 479991 h 2398711"/>
              <a:gd name="connsiteX59164" fmla="*/ 1300710 w 2119654"/>
              <a:gd name="connsiteY59164" fmla="*/ 479724 h 2398711"/>
              <a:gd name="connsiteX59165" fmla="*/ 1272958 w 2119654"/>
              <a:gd name="connsiteY59165" fmla="*/ 540833 h 2398711"/>
              <a:gd name="connsiteX59166" fmla="*/ 1275091 w 2119654"/>
              <a:gd name="connsiteY59166" fmla="*/ 545027 h 2398711"/>
              <a:gd name="connsiteX59167" fmla="*/ 1275513 w 2119654"/>
              <a:gd name="connsiteY59167" fmla="*/ 544101 h 2398711"/>
              <a:gd name="connsiteX59168" fmla="*/ 1274242 w 2119654"/>
              <a:gd name="connsiteY59168" fmla="*/ 539589 h 2398711"/>
              <a:gd name="connsiteX59169" fmla="*/ 1307579 w 2119654"/>
              <a:gd name="connsiteY59169" fmla="*/ 463293 h 2398711"/>
              <a:gd name="connsiteX59170" fmla="*/ 1309647 w 2119654"/>
              <a:gd name="connsiteY59170" fmla="*/ 460963 h 2398711"/>
              <a:gd name="connsiteX59171" fmla="*/ 1309608 w 2119654"/>
              <a:gd name="connsiteY59171" fmla="*/ 460732 h 2398711"/>
              <a:gd name="connsiteX59172" fmla="*/ 1267523 w 2119654"/>
              <a:gd name="connsiteY59172" fmla="*/ 552981 h 2398711"/>
              <a:gd name="connsiteX59173" fmla="*/ 1267674 w 2119654"/>
              <a:gd name="connsiteY59173" fmla="*/ 555831 h 2398711"/>
              <a:gd name="connsiteX59174" fmla="*/ 1269295 w 2119654"/>
              <a:gd name="connsiteY59174" fmla="*/ 557780 h 2398711"/>
              <a:gd name="connsiteX59175" fmla="*/ 1269509 w 2119654"/>
              <a:gd name="connsiteY59175" fmla="*/ 557310 h 2398711"/>
              <a:gd name="connsiteX59176" fmla="*/ 1269294 w 2119654"/>
              <a:gd name="connsiteY59176" fmla="*/ 555248 h 2398711"/>
              <a:gd name="connsiteX59177" fmla="*/ 1272507 w 2119654"/>
              <a:gd name="connsiteY59177" fmla="*/ 541269 h 2398711"/>
              <a:gd name="connsiteX59178" fmla="*/ 1272201 w 2119654"/>
              <a:gd name="connsiteY59178" fmla="*/ 544114 h 2398711"/>
              <a:gd name="connsiteX59179" fmla="*/ 1273027 w 2119654"/>
              <a:gd name="connsiteY59179" fmla="*/ 546622 h 2398711"/>
              <a:gd name="connsiteX59180" fmla="*/ 1273920 w 2119654"/>
              <a:gd name="connsiteY59180" fmla="*/ 547604 h 2398711"/>
              <a:gd name="connsiteX59181" fmla="*/ 1274956 w 2119654"/>
              <a:gd name="connsiteY59181" fmla="*/ 545328 h 2398711"/>
              <a:gd name="connsiteX59182" fmla="*/ 1272764 w 2119654"/>
              <a:gd name="connsiteY59182" fmla="*/ 541020 h 2398711"/>
              <a:gd name="connsiteX59183" fmla="*/ 621133 w 2119654"/>
              <a:gd name="connsiteY59183" fmla="*/ 1999105 h 2398711"/>
              <a:gd name="connsiteX59184" fmla="*/ 620998 w 2119654"/>
              <a:gd name="connsiteY59184" fmla="*/ 2000361 h 2398711"/>
              <a:gd name="connsiteX59185" fmla="*/ 623586 w 2119654"/>
              <a:gd name="connsiteY59185" fmla="*/ 2000012 h 2398711"/>
              <a:gd name="connsiteX59186" fmla="*/ 623191 w 2119654"/>
              <a:gd name="connsiteY59186" fmla="*/ 1998079 h 2398711"/>
              <a:gd name="connsiteX59187" fmla="*/ 622948 w 2119654"/>
              <a:gd name="connsiteY59187" fmla="*/ 1998220 h 2398711"/>
              <a:gd name="connsiteX59188" fmla="*/ 622546 w 2119654"/>
              <a:gd name="connsiteY59188" fmla="*/ 1998393 h 2398711"/>
              <a:gd name="connsiteX59189" fmla="*/ 1296179 w 2119654"/>
              <a:gd name="connsiteY59189" fmla="*/ 487149 h 2398711"/>
              <a:gd name="connsiteX59190" fmla="*/ 1299463 w 2119654"/>
              <a:gd name="connsiteY59190" fmla="*/ 494990 h 2398711"/>
              <a:gd name="connsiteX59191" fmla="*/ 1299847 w 2119654"/>
              <a:gd name="connsiteY59191" fmla="*/ 494228 h 2398711"/>
              <a:gd name="connsiteX59192" fmla="*/ 1298945 w 2119654"/>
              <a:gd name="connsiteY59192" fmla="*/ 486241 h 2398711"/>
              <a:gd name="connsiteX59193" fmla="*/ 1298354 w 2119654"/>
              <a:gd name="connsiteY59193" fmla="*/ 484446 h 2398711"/>
              <a:gd name="connsiteX59194" fmla="*/ 1271564 w 2119654"/>
              <a:gd name="connsiteY59194" fmla="*/ 542182 h 2398711"/>
              <a:gd name="connsiteX59195" fmla="*/ 1271916 w 2119654"/>
              <a:gd name="connsiteY59195" fmla="*/ 543248 h 2398711"/>
              <a:gd name="connsiteX59196" fmla="*/ 1272084 w 2119654"/>
              <a:gd name="connsiteY59196" fmla="*/ 541678 h 2398711"/>
              <a:gd name="connsiteX59197" fmla="*/ 617669 w 2119654"/>
              <a:gd name="connsiteY59197" fmla="*/ 2005140 h 2398711"/>
              <a:gd name="connsiteX59198" fmla="*/ 617970 w 2119654"/>
              <a:gd name="connsiteY59198" fmla="*/ 2006436 h 2398711"/>
              <a:gd name="connsiteX59199" fmla="*/ 619795 w 2119654"/>
              <a:gd name="connsiteY59199" fmla="*/ 2007068 h 2398711"/>
              <a:gd name="connsiteX59200" fmla="*/ 619854 w 2119654"/>
              <a:gd name="connsiteY59200" fmla="*/ 2007049 h 2398711"/>
              <a:gd name="connsiteX59201" fmla="*/ 619830 w 2119654"/>
              <a:gd name="connsiteY59201" fmla="*/ 2005183 h 2398711"/>
              <a:gd name="connsiteX59202" fmla="*/ 1267685 w 2119654"/>
              <a:gd name="connsiteY59202" fmla="*/ 549600 h 2398711"/>
              <a:gd name="connsiteX59203" fmla="*/ 1267485 w 2119654"/>
              <a:gd name="connsiteY59203" fmla="*/ 551514 h 2398711"/>
              <a:gd name="connsiteX59204" fmla="*/ 1269115 w 2119654"/>
              <a:gd name="connsiteY59204" fmla="*/ 553530 h 2398711"/>
              <a:gd name="connsiteX59205" fmla="*/ 1268869 w 2119654"/>
              <a:gd name="connsiteY59205" fmla="*/ 551170 h 2398711"/>
              <a:gd name="connsiteX59206" fmla="*/ 1294304 w 2119654"/>
              <a:gd name="connsiteY59206" fmla="*/ 489842 h 2398711"/>
              <a:gd name="connsiteX59207" fmla="*/ 1296285 w 2119654"/>
              <a:gd name="connsiteY59207" fmla="*/ 493164 h 2398711"/>
              <a:gd name="connsiteX59208" fmla="*/ 1294885 w 2119654"/>
              <a:gd name="connsiteY59208" fmla="*/ 488924 h 2398711"/>
              <a:gd name="connsiteX59209" fmla="*/ 621454 w 2119654"/>
              <a:gd name="connsiteY59209" fmla="*/ 1996127 h 2398711"/>
              <a:gd name="connsiteX59210" fmla="*/ 621414 w 2119654"/>
              <a:gd name="connsiteY59210" fmla="*/ 1996499 h 2398711"/>
              <a:gd name="connsiteX59211" fmla="*/ 622715 w 2119654"/>
              <a:gd name="connsiteY59211" fmla="*/ 1995746 h 2398711"/>
              <a:gd name="connsiteX59212" fmla="*/ 622705 w 2119654"/>
              <a:gd name="connsiteY59212" fmla="*/ 1995699 h 2398711"/>
              <a:gd name="connsiteX59213" fmla="*/ 621666 w 2119654"/>
              <a:gd name="connsiteY59213" fmla="*/ 1996196 h 2398711"/>
              <a:gd name="connsiteX59214" fmla="*/ 1292177 w 2119654"/>
              <a:gd name="connsiteY59214" fmla="*/ 494235 h 2398711"/>
              <a:gd name="connsiteX59215" fmla="*/ 1292275 w 2119654"/>
              <a:gd name="connsiteY59215" fmla="*/ 495481 h 2398711"/>
              <a:gd name="connsiteX59216" fmla="*/ 1292277 w 2119654"/>
              <a:gd name="connsiteY59216" fmla="*/ 495486 h 2398711"/>
              <a:gd name="connsiteX59217" fmla="*/ 1292413 w 2119654"/>
              <a:gd name="connsiteY59217" fmla="*/ 495641 h 2398711"/>
              <a:gd name="connsiteX59218" fmla="*/ 617582 w 2119654"/>
              <a:gd name="connsiteY59218" fmla="*/ 2004767 h 2398711"/>
              <a:gd name="connsiteX59219" fmla="*/ 617607 w 2119654"/>
              <a:gd name="connsiteY59219" fmla="*/ 2004871 h 2398711"/>
              <a:gd name="connsiteX59220" fmla="*/ 619826 w 2119654"/>
              <a:gd name="connsiteY59220" fmla="*/ 2004916 h 2398711"/>
              <a:gd name="connsiteX59221" fmla="*/ 619814 w 2119654"/>
              <a:gd name="connsiteY59221" fmla="*/ 2003977 h 2398711"/>
              <a:gd name="connsiteX59222" fmla="*/ 1272955 w 2119654"/>
              <a:gd name="connsiteY59222" fmla="*/ 537103 h 2398711"/>
              <a:gd name="connsiteX59223" fmla="*/ 1272623 w 2119654"/>
              <a:gd name="connsiteY59223" fmla="*/ 540192 h 2398711"/>
              <a:gd name="connsiteX59224" fmla="*/ 1272713 w 2119654"/>
              <a:gd name="connsiteY59224" fmla="*/ 540364 h 2398711"/>
              <a:gd name="connsiteX59225" fmla="*/ 1274093 w 2119654"/>
              <a:gd name="connsiteY59225" fmla="*/ 539063 h 2398711"/>
              <a:gd name="connsiteX59226" fmla="*/ 1273857 w 2119654"/>
              <a:gd name="connsiteY59226" fmla="*/ 538225 h 2398711"/>
              <a:gd name="connsiteX59227" fmla="*/ 1293426 w 2119654"/>
              <a:gd name="connsiteY59227" fmla="*/ 491230 h 2398711"/>
              <a:gd name="connsiteX59228" fmla="*/ 1293100 w 2119654"/>
              <a:gd name="connsiteY59228" fmla="*/ 494314 h 2398711"/>
              <a:gd name="connsiteX59229" fmla="*/ 1293540 w 2119654"/>
              <a:gd name="connsiteY59229" fmla="*/ 496937 h 2398711"/>
              <a:gd name="connsiteX59230" fmla="*/ 1296671 w 2119654"/>
              <a:gd name="connsiteY59230" fmla="*/ 500534 h 2398711"/>
              <a:gd name="connsiteX59231" fmla="*/ 1297907 w 2119654"/>
              <a:gd name="connsiteY59231" fmla="*/ 498080 h 2398711"/>
              <a:gd name="connsiteX59232" fmla="*/ 1296643 w 2119654"/>
              <a:gd name="connsiteY59232" fmla="*/ 494250 h 2398711"/>
              <a:gd name="connsiteX59233" fmla="*/ 1294155 w 2119654"/>
              <a:gd name="connsiteY59233" fmla="*/ 490079 h 2398711"/>
              <a:gd name="connsiteX59234" fmla="*/ 619614 w 2119654"/>
              <a:gd name="connsiteY59234" fmla="*/ 1999872 h 2398711"/>
              <a:gd name="connsiteX59235" fmla="*/ 619767 w 2119654"/>
              <a:gd name="connsiteY59235" fmla="*/ 2000259 h 2398711"/>
              <a:gd name="connsiteX59236" fmla="*/ 619762 w 2119654"/>
              <a:gd name="connsiteY59236" fmla="*/ 1999797 h 2398711"/>
              <a:gd name="connsiteX59237" fmla="*/ 1292760 w 2119654"/>
              <a:gd name="connsiteY59237" fmla="*/ 492282 h 2398711"/>
              <a:gd name="connsiteX59238" fmla="*/ 1292891 w 2119654"/>
              <a:gd name="connsiteY59238" fmla="*/ 493064 h 2398711"/>
              <a:gd name="connsiteX59239" fmla="*/ 1293016 w 2119654"/>
              <a:gd name="connsiteY59239" fmla="*/ 491877 h 2398711"/>
              <a:gd name="connsiteX59240" fmla="*/ 1280878 w 2119654"/>
              <a:gd name="connsiteY59240" fmla="*/ 518699 h 2398711"/>
              <a:gd name="connsiteX59241" fmla="*/ 1281771 w 2119654"/>
              <a:gd name="connsiteY59241" fmla="*/ 522491 h 2398711"/>
              <a:gd name="connsiteX59242" fmla="*/ 1283716 w 2119654"/>
              <a:gd name="connsiteY59242" fmla="*/ 526254 h 2398711"/>
              <a:gd name="connsiteX59243" fmla="*/ 1284571 w 2119654"/>
              <a:gd name="connsiteY59243" fmla="*/ 524557 h 2398711"/>
              <a:gd name="connsiteX59244" fmla="*/ 1284786 w 2119654"/>
              <a:gd name="connsiteY59244" fmla="*/ 523204 h 2398711"/>
              <a:gd name="connsiteX59245" fmla="*/ 621651 w 2119654"/>
              <a:gd name="connsiteY59245" fmla="*/ 1994299 h 2398711"/>
              <a:gd name="connsiteX59246" fmla="*/ 621460 w 2119654"/>
              <a:gd name="connsiteY59246" fmla="*/ 1996071 h 2398711"/>
              <a:gd name="connsiteX59247" fmla="*/ 622664 w 2119654"/>
              <a:gd name="connsiteY59247" fmla="*/ 1995496 h 2398711"/>
              <a:gd name="connsiteX59248" fmla="*/ 622650 w 2119654"/>
              <a:gd name="connsiteY59248" fmla="*/ 1995429 h 2398711"/>
              <a:gd name="connsiteX59249" fmla="*/ 595724 w 2119654"/>
              <a:gd name="connsiteY59249" fmla="*/ 2052133 h 2398711"/>
              <a:gd name="connsiteX59250" fmla="*/ 606244 w 2119654"/>
              <a:gd name="connsiteY59250" fmla="*/ 2056717 h 2398711"/>
              <a:gd name="connsiteX59251" fmla="*/ 618858 w 2119654"/>
              <a:gd name="connsiteY59251" fmla="*/ 2051868 h 2398711"/>
              <a:gd name="connsiteX59252" fmla="*/ 609142 w 2119654"/>
              <a:gd name="connsiteY59252" fmla="*/ 2049786 h 2398711"/>
              <a:gd name="connsiteX59253" fmla="*/ 609584 w 2119654"/>
              <a:gd name="connsiteY59253" fmla="*/ 2053142 h 2398711"/>
              <a:gd name="connsiteX59254" fmla="*/ 609312 w 2119654"/>
              <a:gd name="connsiteY59254" fmla="*/ 2052923 h 2398711"/>
              <a:gd name="connsiteX59255" fmla="*/ 608892 w 2119654"/>
              <a:gd name="connsiteY59255" fmla="*/ 2049733 h 2398711"/>
              <a:gd name="connsiteX59256" fmla="*/ 604685 w 2119654"/>
              <a:gd name="connsiteY59256" fmla="*/ 2048832 h 2398711"/>
              <a:gd name="connsiteX59257" fmla="*/ 596057 w 2119654"/>
              <a:gd name="connsiteY59257" fmla="*/ 2052016 h 2398711"/>
              <a:gd name="connsiteX59258" fmla="*/ 1309490 w 2119654"/>
              <a:gd name="connsiteY59258" fmla="*/ 453848 h 2398711"/>
              <a:gd name="connsiteX59259" fmla="*/ 1310488 w 2119654"/>
              <a:gd name="connsiteY59259" fmla="*/ 457907 h 2398711"/>
              <a:gd name="connsiteX59260" fmla="*/ 1310765 w 2119654"/>
              <a:gd name="connsiteY59260" fmla="*/ 458173 h 2398711"/>
              <a:gd name="connsiteX59261" fmla="*/ 1311702 w 2119654"/>
              <a:gd name="connsiteY59261" fmla="*/ 457081 h 2398711"/>
              <a:gd name="connsiteX59262" fmla="*/ 1268604 w 2119654"/>
              <a:gd name="connsiteY59262" fmla="*/ 545294 h 2398711"/>
              <a:gd name="connsiteX59263" fmla="*/ 1267953 w 2119654"/>
              <a:gd name="connsiteY59263" fmla="*/ 547047 h 2398711"/>
              <a:gd name="connsiteX59264" fmla="*/ 1267824 w 2119654"/>
              <a:gd name="connsiteY59264" fmla="*/ 548277 h 2398711"/>
              <a:gd name="connsiteX59265" fmla="*/ 1270963 w 2119654"/>
              <a:gd name="connsiteY59265" fmla="*/ 552113 h 2398711"/>
              <a:gd name="connsiteX59266" fmla="*/ 1271338 w 2119654"/>
              <a:gd name="connsiteY59266" fmla="*/ 548623 h 2398711"/>
              <a:gd name="connsiteX59267" fmla="*/ 1269628 w 2119654"/>
              <a:gd name="connsiteY59267" fmla="*/ 542539 h 2398711"/>
              <a:gd name="connsiteX59268" fmla="*/ 1269514 w 2119654"/>
              <a:gd name="connsiteY59268" fmla="*/ 542843 h 2398711"/>
              <a:gd name="connsiteX59269" fmla="*/ 1269791 w 2119654"/>
              <a:gd name="connsiteY59269" fmla="*/ 543125 h 2398711"/>
              <a:gd name="connsiteX59270" fmla="*/ 1269950 w 2119654"/>
              <a:gd name="connsiteY59270" fmla="*/ 542971 h 2398711"/>
              <a:gd name="connsiteX59271" fmla="*/ 1269732 w 2119654"/>
              <a:gd name="connsiteY59271" fmla="*/ 542256 h 2398711"/>
              <a:gd name="connsiteX59272" fmla="*/ 1269708 w 2119654"/>
              <a:gd name="connsiteY59272" fmla="*/ 542319 h 2398711"/>
              <a:gd name="connsiteX59273" fmla="*/ 1269789 w 2119654"/>
              <a:gd name="connsiteY59273" fmla="*/ 542425 h 2398711"/>
              <a:gd name="connsiteX59274" fmla="*/ 1348905 w 2119654"/>
              <a:gd name="connsiteY59274" fmla="*/ 364699 h 2398711"/>
              <a:gd name="connsiteX59275" fmla="*/ 1357585 w 2119654"/>
              <a:gd name="connsiteY59275" fmla="*/ 381113 h 2398711"/>
              <a:gd name="connsiteX59276" fmla="*/ 1360319 w 2119654"/>
              <a:gd name="connsiteY59276" fmla="*/ 375864 h 2398711"/>
              <a:gd name="connsiteX59277" fmla="*/ 1355305 w 2119654"/>
              <a:gd name="connsiteY59277" fmla="*/ 358503 h 2398711"/>
              <a:gd name="connsiteX59278" fmla="*/ 1271277 w 2119654"/>
              <a:gd name="connsiteY59278" fmla="*/ 538099 h 2398711"/>
              <a:gd name="connsiteX59279" fmla="*/ 1270717 w 2119654"/>
              <a:gd name="connsiteY59279" fmla="*/ 539604 h 2398711"/>
              <a:gd name="connsiteX59280" fmla="*/ 1271380 w 2119654"/>
              <a:gd name="connsiteY59280" fmla="*/ 541620 h 2398711"/>
              <a:gd name="connsiteX59281" fmla="*/ 1272170 w 2119654"/>
              <a:gd name="connsiteY59281" fmla="*/ 540875 h 2398711"/>
              <a:gd name="connsiteX59282" fmla="*/ 1272261 w 2119654"/>
              <a:gd name="connsiteY59282" fmla="*/ 540033 h 2398711"/>
              <a:gd name="connsiteX59283" fmla="*/ 624685 w 2119654"/>
              <a:gd name="connsiteY59283" fmla="*/ 1985870 h 2398711"/>
              <a:gd name="connsiteX59284" fmla="*/ 628690 w 2119654"/>
              <a:gd name="connsiteY59284" fmla="*/ 1987460 h 2398711"/>
              <a:gd name="connsiteX59285" fmla="*/ 629073 w 2119654"/>
              <a:gd name="connsiteY59285" fmla="*/ 1987502 h 2398711"/>
              <a:gd name="connsiteX59286" fmla="*/ 626522 w 2119654"/>
              <a:gd name="connsiteY59286" fmla="*/ 1986158 h 2398711"/>
              <a:gd name="connsiteX59287" fmla="*/ 617789 w 2119654"/>
              <a:gd name="connsiteY59287" fmla="*/ 2000794 h 2398711"/>
              <a:gd name="connsiteX59288" fmla="*/ 619771 w 2119654"/>
              <a:gd name="connsiteY59288" fmla="*/ 2000526 h 2398711"/>
              <a:gd name="connsiteX59289" fmla="*/ 619771 w 2119654"/>
              <a:gd name="connsiteY59289" fmla="*/ 2000524 h 2398711"/>
              <a:gd name="connsiteX59290" fmla="*/ 619528 w 2119654"/>
              <a:gd name="connsiteY59290" fmla="*/ 1999915 h 2398711"/>
              <a:gd name="connsiteX59291" fmla="*/ 1309270 w 2119654"/>
              <a:gd name="connsiteY59291" fmla="*/ 451935 h 2398711"/>
              <a:gd name="connsiteX59292" fmla="*/ 1312309 w 2119654"/>
              <a:gd name="connsiteY59292" fmla="*/ 456376 h 2398711"/>
              <a:gd name="connsiteX59293" fmla="*/ 1312365 w 2119654"/>
              <a:gd name="connsiteY59293" fmla="*/ 456312 h 2398711"/>
              <a:gd name="connsiteX59294" fmla="*/ 1311314 w 2119654"/>
              <a:gd name="connsiteY59294" fmla="*/ 449646 h 2398711"/>
              <a:gd name="connsiteX59295" fmla="*/ 1271787 w 2119654"/>
              <a:gd name="connsiteY59295" fmla="*/ 535653 h 2398711"/>
              <a:gd name="connsiteX59296" fmla="*/ 1271366 w 2119654"/>
              <a:gd name="connsiteY59296" fmla="*/ 537801 h 2398711"/>
              <a:gd name="connsiteX59297" fmla="*/ 1272308 w 2119654"/>
              <a:gd name="connsiteY59297" fmla="*/ 539594 h 2398711"/>
              <a:gd name="connsiteX59298" fmla="*/ 1272620 w 2119654"/>
              <a:gd name="connsiteY59298" fmla="*/ 536689 h 2398711"/>
              <a:gd name="connsiteX59299" fmla="*/ 1307363 w 2119654"/>
              <a:gd name="connsiteY59299" fmla="*/ 455695 h 2398711"/>
              <a:gd name="connsiteX59300" fmla="*/ 1306154 w 2119654"/>
              <a:gd name="connsiteY59300" fmla="*/ 463538 h 2398711"/>
              <a:gd name="connsiteX59301" fmla="*/ 1309436 w 2119654"/>
              <a:gd name="connsiteY59301" fmla="*/ 459718 h 2398711"/>
              <a:gd name="connsiteX59302" fmla="*/ 1309034 w 2119654"/>
              <a:gd name="connsiteY59302" fmla="*/ 457344 h 2398711"/>
              <a:gd name="connsiteX59303" fmla="*/ 1286337 w 2119654"/>
              <a:gd name="connsiteY59303" fmla="*/ 502430 h 2398711"/>
              <a:gd name="connsiteX59304" fmla="*/ 1286397 w 2119654"/>
              <a:gd name="connsiteY59304" fmla="*/ 502548 h 2398711"/>
              <a:gd name="connsiteX59305" fmla="*/ 1286410 w 2119654"/>
              <a:gd name="connsiteY59305" fmla="*/ 502313 h 2398711"/>
              <a:gd name="connsiteX59306" fmla="*/ 1274748 w 2119654"/>
              <a:gd name="connsiteY59306" fmla="*/ 528318 h 2398711"/>
              <a:gd name="connsiteX59307" fmla="*/ 1274677 w 2119654"/>
              <a:gd name="connsiteY59307" fmla="*/ 528481 h 2398711"/>
              <a:gd name="connsiteX59308" fmla="*/ 1275112 w 2119654"/>
              <a:gd name="connsiteY59308" fmla="*/ 528945 h 2398711"/>
              <a:gd name="connsiteX59309" fmla="*/ 1275021 w 2119654"/>
              <a:gd name="connsiteY59309" fmla="*/ 527703 h 2398711"/>
              <a:gd name="connsiteX59310" fmla="*/ 1274955 w 2119654"/>
              <a:gd name="connsiteY59310" fmla="*/ 527852 h 2398711"/>
              <a:gd name="connsiteX59311" fmla="*/ 1276357 w 2119654"/>
              <a:gd name="connsiteY59311" fmla="*/ 530274 h 2398711"/>
              <a:gd name="connsiteX59312" fmla="*/ 1278733 w 2119654"/>
              <a:gd name="connsiteY59312" fmla="*/ 532812 h 2398711"/>
              <a:gd name="connsiteX59313" fmla="*/ 1277472 w 2119654"/>
              <a:gd name="connsiteY59313" fmla="*/ 530695 h 2398711"/>
              <a:gd name="connsiteX59314" fmla="*/ 1276049 w 2119654"/>
              <a:gd name="connsiteY59314" fmla="*/ 525382 h 2398711"/>
              <a:gd name="connsiteX59315" fmla="*/ 1275359 w 2119654"/>
              <a:gd name="connsiteY59315" fmla="*/ 526939 h 2398711"/>
              <a:gd name="connsiteX59316" fmla="*/ 1280249 w 2119654"/>
              <a:gd name="connsiteY59316" fmla="*/ 532911 h 2398711"/>
              <a:gd name="connsiteX59317" fmla="*/ 1279483 w 2119654"/>
              <a:gd name="connsiteY59317" fmla="*/ 528054 h 2398711"/>
              <a:gd name="connsiteX59318" fmla="*/ 1277148 w 2119654"/>
              <a:gd name="connsiteY59318" fmla="*/ 522902 h 2398711"/>
              <a:gd name="connsiteX59319" fmla="*/ 1276785 w 2119654"/>
              <a:gd name="connsiteY59319" fmla="*/ 523719 h 2398711"/>
              <a:gd name="connsiteX59320" fmla="*/ 1278294 w 2119654"/>
              <a:gd name="connsiteY59320" fmla="*/ 524894 h 2398711"/>
              <a:gd name="connsiteX59321" fmla="*/ 1277493 w 2119654"/>
              <a:gd name="connsiteY59321" fmla="*/ 522123 h 2398711"/>
              <a:gd name="connsiteX59322" fmla="*/ 1277454 w 2119654"/>
              <a:gd name="connsiteY59322" fmla="*/ 522210 h 2398711"/>
              <a:gd name="connsiteX59323" fmla="*/ 1278979 w 2119654"/>
              <a:gd name="connsiteY59323" fmla="*/ 524855 h 2398711"/>
              <a:gd name="connsiteX59324" fmla="*/ 1278893 w 2119654"/>
              <a:gd name="connsiteY59324" fmla="*/ 524311 h 2398711"/>
              <a:gd name="connsiteX59325" fmla="*/ 1277778 w 2119654"/>
              <a:gd name="connsiteY59325" fmla="*/ 522477 h 2398711"/>
              <a:gd name="connsiteX59326" fmla="*/ 1278208 w 2119654"/>
              <a:gd name="connsiteY59326" fmla="*/ 520506 h 2398711"/>
              <a:gd name="connsiteX59327" fmla="*/ 1277987 w 2119654"/>
              <a:gd name="connsiteY59327" fmla="*/ 521006 h 2398711"/>
              <a:gd name="connsiteX59328" fmla="*/ 1278464 w 2119654"/>
              <a:gd name="connsiteY59328" fmla="*/ 521601 h 2398711"/>
              <a:gd name="connsiteX59329" fmla="*/ 1278351 w 2119654"/>
              <a:gd name="connsiteY59329" fmla="*/ 520883 h 2398711"/>
              <a:gd name="connsiteX59330" fmla="*/ 1279615 w 2119654"/>
              <a:gd name="connsiteY59330" fmla="*/ 517330 h 2398711"/>
              <a:gd name="connsiteX59331" fmla="*/ 1280479 w 2119654"/>
              <a:gd name="connsiteY59331" fmla="*/ 519993 h 2398711"/>
              <a:gd name="connsiteX59332" fmla="*/ 1281475 w 2119654"/>
              <a:gd name="connsiteY59332" fmla="*/ 521921 h 2398711"/>
              <a:gd name="connsiteX59333" fmla="*/ 1281128 w 2119654"/>
              <a:gd name="connsiteY59333" fmla="*/ 520282 h 2398711"/>
              <a:gd name="connsiteX59334" fmla="*/ 1280710 w 2119654"/>
              <a:gd name="connsiteY59334" fmla="*/ 518505 h 2398711"/>
              <a:gd name="connsiteX59335" fmla="*/ 1279641 w 2119654"/>
              <a:gd name="connsiteY59335" fmla="*/ 517272 h 2398711"/>
              <a:gd name="connsiteX59336" fmla="*/ 1280150 w 2119654"/>
              <a:gd name="connsiteY59336" fmla="*/ 516122 h 2398711"/>
              <a:gd name="connsiteX59337" fmla="*/ 1279845 w 2119654"/>
              <a:gd name="connsiteY59337" fmla="*/ 516810 h 2398711"/>
              <a:gd name="connsiteX59338" fmla="*/ 1280485 w 2119654"/>
              <a:gd name="connsiteY59338" fmla="*/ 517549 h 2398711"/>
              <a:gd name="connsiteX59339" fmla="*/ 1280285 w 2119654"/>
              <a:gd name="connsiteY59339" fmla="*/ 515818 h 2398711"/>
              <a:gd name="connsiteX59340" fmla="*/ 1280230 w 2119654"/>
              <a:gd name="connsiteY59340" fmla="*/ 515941 h 2398711"/>
              <a:gd name="connsiteX59341" fmla="*/ 1280654 w 2119654"/>
              <a:gd name="connsiteY59341" fmla="*/ 517743 h 2398711"/>
              <a:gd name="connsiteX59342" fmla="*/ 1284880 w 2119654"/>
              <a:gd name="connsiteY59342" fmla="*/ 522616 h 2398711"/>
              <a:gd name="connsiteX59343" fmla="*/ 1284889 w 2119654"/>
              <a:gd name="connsiteY59343" fmla="*/ 522562 h 2398711"/>
              <a:gd name="connsiteX59344" fmla="*/ 1284082 w 2119654"/>
              <a:gd name="connsiteY59344" fmla="*/ 519870 h 2398711"/>
              <a:gd name="connsiteX59345" fmla="*/ 1283142 w 2119654"/>
              <a:gd name="connsiteY59345" fmla="*/ 509365 h 2398711"/>
              <a:gd name="connsiteX59346" fmla="*/ 1282879 w 2119654"/>
              <a:gd name="connsiteY59346" fmla="*/ 509959 h 2398711"/>
              <a:gd name="connsiteX59347" fmla="*/ 1284959 w 2119654"/>
              <a:gd name="connsiteY59347" fmla="*/ 511929 h 2398711"/>
              <a:gd name="connsiteX59348" fmla="*/ 1284374 w 2119654"/>
              <a:gd name="connsiteY59348" fmla="*/ 506584 h 2398711"/>
              <a:gd name="connsiteX59349" fmla="*/ 1283456 w 2119654"/>
              <a:gd name="connsiteY59349" fmla="*/ 508656 h 2398711"/>
              <a:gd name="connsiteX59350" fmla="*/ 1285905 w 2119654"/>
              <a:gd name="connsiteY59350" fmla="*/ 512113 h 2398711"/>
              <a:gd name="connsiteX59351" fmla="*/ 1286030 w 2119654"/>
              <a:gd name="connsiteY59351" fmla="*/ 509697 h 2398711"/>
              <a:gd name="connsiteX59352" fmla="*/ 1284620 w 2119654"/>
              <a:gd name="connsiteY59352" fmla="*/ 506027 h 2398711"/>
              <a:gd name="connsiteX59353" fmla="*/ 1284516 w 2119654"/>
              <a:gd name="connsiteY59353" fmla="*/ 506263 h 2398711"/>
              <a:gd name="connsiteX59354" fmla="*/ 1285477 w 2119654"/>
              <a:gd name="connsiteY59354" fmla="*/ 508071 h 2398711"/>
              <a:gd name="connsiteX59355" fmla="*/ 622225 w 2119654"/>
              <a:gd name="connsiteY59355" fmla="*/ 1988978 h 2398711"/>
              <a:gd name="connsiteX59356" fmla="*/ 622091 w 2119654"/>
              <a:gd name="connsiteY59356" fmla="*/ 1990222 h 2398711"/>
              <a:gd name="connsiteX59357" fmla="*/ 622115 w 2119654"/>
              <a:gd name="connsiteY59357" fmla="*/ 1990341 h 2398711"/>
              <a:gd name="connsiteX59358" fmla="*/ 622468 w 2119654"/>
              <a:gd name="connsiteY59358" fmla="*/ 1990739 h 2398711"/>
              <a:gd name="connsiteX59359" fmla="*/ 628660 w 2119654"/>
              <a:gd name="connsiteY59359" fmla="*/ 1989893 h 2398711"/>
              <a:gd name="connsiteX59360" fmla="*/ 626860 w 2119654"/>
              <a:gd name="connsiteY59360" fmla="*/ 1988772 h 2398711"/>
              <a:gd name="connsiteX59361" fmla="*/ 1346373 w 2119654"/>
              <a:gd name="connsiteY59361" fmla="*/ 367152 h 2398711"/>
              <a:gd name="connsiteX59362" fmla="*/ 1347390 w 2119654"/>
              <a:gd name="connsiteY59362" fmla="*/ 400695 h 2398711"/>
              <a:gd name="connsiteX59363" fmla="*/ 1357460 w 2119654"/>
              <a:gd name="connsiteY59363" fmla="*/ 381354 h 2398711"/>
              <a:gd name="connsiteX59364" fmla="*/ 1348738 w 2119654"/>
              <a:gd name="connsiteY59364" fmla="*/ 364862 h 2398711"/>
              <a:gd name="connsiteX59365" fmla="*/ 1307666 w 2119654"/>
              <a:gd name="connsiteY59365" fmla="*/ 453730 h 2398711"/>
              <a:gd name="connsiteX59366" fmla="*/ 1307468 w 2119654"/>
              <a:gd name="connsiteY59366" fmla="*/ 455008 h 2398711"/>
              <a:gd name="connsiteX59367" fmla="*/ 1308864 w 2119654"/>
              <a:gd name="connsiteY59367" fmla="*/ 456348 h 2398711"/>
              <a:gd name="connsiteX59368" fmla="*/ 1308301 w 2119654"/>
              <a:gd name="connsiteY59368" fmla="*/ 453019 h 2398711"/>
              <a:gd name="connsiteX59369" fmla="*/ 1306961 w 2119654"/>
              <a:gd name="connsiteY59369" fmla="*/ 454518 h 2398711"/>
              <a:gd name="connsiteX59370" fmla="*/ 1307213 w 2119654"/>
              <a:gd name="connsiteY59370" fmla="*/ 454762 h 2398711"/>
              <a:gd name="connsiteX59371" fmla="*/ 1307312 w 2119654"/>
              <a:gd name="connsiteY59371" fmla="*/ 454126 h 2398711"/>
              <a:gd name="connsiteX59372" fmla="*/ 607190 w 2119654"/>
              <a:gd name="connsiteY59372" fmla="*/ 2021327 h 2398711"/>
              <a:gd name="connsiteX59373" fmla="*/ 616930 w 2119654"/>
              <a:gd name="connsiteY59373" fmla="*/ 2023599 h 2398711"/>
              <a:gd name="connsiteX59374" fmla="*/ 617055 w 2119654"/>
              <a:gd name="connsiteY59374" fmla="*/ 2023555 h 2398711"/>
              <a:gd name="connsiteX59375" fmla="*/ 616743 w 2119654"/>
              <a:gd name="connsiteY59375" fmla="*/ 2019099 h 2398711"/>
              <a:gd name="connsiteX59376" fmla="*/ 622441 w 2119654"/>
              <a:gd name="connsiteY59376" fmla="*/ 1986970 h 2398711"/>
              <a:gd name="connsiteX59377" fmla="*/ 622249 w 2119654"/>
              <a:gd name="connsiteY59377" fmla="*/ 1988751 h 2398711"/>
              <a:gd name="connsiteX59378" fmla="*/ 626433 w 2119654"/>
              <a:gd name="connsiteY59378" fmla="*/ 1988506 h 2398711"/>
              <a:gd name="connsiteX59379" fmla="*/ 625268 w 2119654"/>
              <a:gd name="connsiteY59379" fmla="*/ 1987781 h 2398711"/>
              <a:gd name="connsiteX59380" fmla="*/ 623524 w 2119654"/>
              <a:gd name="connsiteY59380" fmla="*/ 1987088 h 2398711"/>
              <a:gd name="connsiteX59381" fmla="*/ 622473 w 2119654"/>
              <a:gd name="connsiteY59381" fmla="*/ 1986670 h 2398711"/>
              <a:gd name="connsiteX59382" fmla="*/ 622461 w 2119654"/>
              <a:gd name="connsiteY59382" fmla="*/ 1986781 h 2398711"/>
              <a:gd name="connsiteX59383" fmla="*/ 622862 w 2119654"/>
              <a:gd name="connsiteY59383" fmla="*/ 1986825 h 2398711"/>
              <a:gd name="connsiteX59384" fmla="*/ 1307986 w 2119654"/>
              <a:gd name="connsiteY59384" fmla="*/ 451652 h 2398711"/>
              <a:gd name="connsiteX59385" fmla="*/ 1307714 w 2119654"/>
              <a:gd name="connsiteY59385" fmla="*/ 453412 h 2398711"/>
              <a:gd name="connsiteX59386" fmla="*/ 1308263 w 2119654"/>
              <a:gd name="connsiteY59386" fmla="*/ 452799 h 2398711"/>
              <a:gd name="connsiteX59387" fmla="*/ 1308095 w 2119654"/>
              <a:gd name="connsiteY59387" fmla="*/ 451812 h 2398711"/>
              <a:gd name="connsiteX59388" fmla="*/ 1301845 w 2119654"/>
              <a:gd name="connsiteY59388" fmla="*/ 464538 h 2398711"/>
              <a:gd name="connsiteX59389" fmla="*/ 1302793 w 2119654"/>
              <a:gd name="connsiteY59389" fmla="*/ 467447 h 2398711"/>
              <a:gd name="connsiteX59390" fmla="*/ 1303218 w 2119654"/>
              <a:gd name="connsiteY59390" fmla="*/ 466953 h 2398711"/>
              <a:gd name="connsiteX59391" fmla="*/ 605630 w 2119654"/>
              <a:gd name="connsiteY59391" fmla="*/ 2022634 h 2398711"/>
              <a:gd name="connsiteX59392" fmla="*/ 605843 w 2119654"/>
              <a:gd name="connsiteY59392" fmla="*/ 2024449 h 2398711"/>
              <a:gd name="connsiteX59393" fmla="*/ 611907 w 2119654"/>
              <a:gd name="connsiteY59393" fmla="*/ 2025359 h 2398711"/>
              <a:gd name="connsiteX59394" fmla="*/ 614066 w 2119654"/>
              <a:gd name="connsiteY59394" fmla="*/ 2024602 h 2398711"/>
              <a:gd name="connsiteX59395" fmla="*/ 617790 w 2119654"/>
              <a:gd name="connsiteY59395" fmla="*/ 1995280 h 2398711"/>
              <a:gd name="connsiteX59396" fmla="*/ 617931 w 2119654"/>
              <a:gd name="connsiteY59396" fmla="*/ 1995669 h 2398711"/>
              <a:gd name="connsiteX59397" fmla="*/ 618855 w 2119654"/>
              <a:gd name="connsiteY59397" fmla="*/ 1997979 h 2398711"/>
              <a:gd name="connsiteX59398" fmla="*/ 619732 w 2119654"/>
              <a:gd name="connsiteY59398" fmla="*/ 1997472 h 2398711"/>
              <a:gd name="connsiteX59399" fmla="*/ 619708 w 2119654"/>
              <a:gd name="connsiteY59399" fmla="*/ 1995570 h 2398711"/>
              <a:gd name="connsiteX59400" fmla="*/ 619800 w 2119654"/>
              <a:gd name="connsiteY59400" fmla="*/ 1994716 h 2398711"/>
              <a:gd name="connsiteX59401" fmla="*/ 617474 w 2119654"/>
              <a:gd name="connsiteY59401" fmla="*/ 1994408 h 2398711"/>
              <a:gd name="connsiteX59402" fmla="*/ 617622 w 2119654"/>
              <a:gd name="connsiteY59402" fmla="*/ 1994816 h 2398711"/>
              <a:gd name="connsiteX59403" fmla="*/ 618180 w 2119654"/>
              <a:gd name="connsiteY59403" fmla="*/ 1994659 h 2398711"/>
              <a:gd name="connsiteX59404" fmla="*/ 619866 w 2119654"/>
              <a:gd name="connsiteY59404" fmla="*/ 1994112 h 2398711"/>
              <a:gd name="connsiteX59405" fmla="*/ 619869 w 2119654"/>
              <a:gd name="connsiteY59405" fmla="*/ 1994080 h 2398711"/>
              <a:gd name="connsiteX59406" fmla="*/ 608972 w 2119654"/>
              <a:gd name="connsiteY59406" fmla="*/ 2011987 h 2398711"/>
              <a:gd name="connsiteX59407" fmla="*/ 614796 w 2119654"/>
              <a:gd name="connsiteY59407" fmla="*/ 2013739 h 2398711"/>
              <a:gd name="connsiteX59408" fmla="*/ 616371 w 2119654"/>
              <a:gd name="connsiteY59408" fmla="*/ 2013784 h 2398711"/>
              <a:gd name="connsiteX59409" fmla="*/ 616218 w 2119654"/>
              <a:gd name="connsiteY59409" fmla="*/ 2011599 h 2398711"/>
              <a:gd name="connsiteX59410" fmla="*/ 613344 w 2119654"/>
              <a:gd name="connsiteY59410" fmla="*/ 2010597 h 2398711"/>
              <a:gd name="connsiteX59411" fmla="*/ 1291355 w 2119654"/>
              <a:gd name="connsiteY59411" fmla="*/ 483771 h 2398711"/>
              <a:gd name="connsiteX59412" fmla="*/ 1291373 w 2119654"/>
              <a:gd name="connsiteY59412" fmla="*/ 483996 h 2398711"/>
              <a:gd name="connsiteX59413" fmla="*/ 1291422 w 2119654"/>
              <a:gd name="connsiteY59413" fmla="*/ 484296 h 2398711"/>
              <a:gd name="connsiteX59414" fmla="*/ 1292667 w 2119654"/>
              <a:gd name="connsiteY59414" fmla="*/ 482330 h 2398711"/>
              <a:gd name="connsiteX59415" fmla="*/ 1292608 w 2119654"/>
              <a:gd name="connsiteY59415" fmla="*/ 482189 h 2398711"/>
              <a:gd name="connsiteX59416" fmla="*/ 1301430 w 2119654"/>
              <a:gd name="connsiteY59416" fmla="*/ 460818 h 2398711"/>
              <a:gd name="connsiteX59417" fmla="*/ 1304524 w 2119654"/>
              <a:gd name="connsiteY59417" fmla="*/ 465434 h 2398711"/>
              <a:gd name="connsiteX59418" fmla="*/ 1305797 w 2119654"/>
              <a:gd name="connsiteY59418" fmla="*/ 463953 h 2398711"/>
              <a:gd name="connsiteX59419" fmla="*/ 1307109 w 2119654"/>
              <a:gd name="connsiteY59419" fmla="*/ 455443 h 2398711"/>
              <a:gd name="connsiteX59420" fmla="*/ 1306591 w 2119654"/>
              <a:gd name="connsiteY59420" fmla="*/ 454933 h 2398711"/>
              <a:gd name="connsiteX59421" fmla="*/ 1304902 w 2119654"/>
              <a:gd name="connsiteY59421" fmla="*/ 456824 h 2398711"/>
              <a:gd name="connsiteX59422" fmla="*/ 615881 w 2119654"/>
              <a:gd name="connsiteY59422" fmla="*/ 1995816 h 2398711"/>
              <a:gd name="connsiteX59423" fmla="*/ 616209 w 2119654"/>
              <a:gd name="connsiteY59423" fmla="*/ 1998846 h 2398711"/>
              <a:gd name="connsiteX59424" fmla="*/ 616345 w 2119654"/>
              <a:gd name="connsiteY59424" fmla="*/ 1999431 h 2398711"/>
              <a:gd name="connsiteX59425" fmla="*/ 618772 w 2119654"/>
              <a:gd name="connsiteY59425" fmla="*/ 1998027 h 2398711"/>
              <a:gd name="connsiteX59426" fmla="*/ 617685 w 2119654"/>
              <a:gd name="connsiteY59426" fmla="*/ 1995309 h 2398711"/>
              <a:gd name="connsiteX59427" fmla="*/ 1295164 w 2119654"/>
              <a:gd name="connsiteY59427" fmla="*/ 474755 h 2398711"/>
              <a:gd name="connsiteX59428" fmla="*/ 1294976 w 2119654"/>
              <a:gd name="connsiteY59428" fmla="*/ 476544 h 2398711"/>
              <a:gd name="connsiteX59429" fmla="*/ 1295538 w 2119654"/>
              <a:gd name="connsiteY59429" fmla="*/ 475890 h 2398711"/>
              <a:gd name="connsiteX59430" fmla="*/ 611797 w 2119654"/>
              <a:gd name="connsiteY59430" fmla="*/ 2004298 h 2398711"/>
              <a:gd name="connsiteX59431" fmla="*/ 612727 w 2119654"/>
              <a:gd name="connsiteY59431" fmla="*/ 2004621 h 2398711"/>
              <a:gd name="connsiteX59432" fmla="*/ 613097 w 2119654"/>
              <a:gd name="connsiteY59432" fmla="*/ 2004489 h 2398711"/>
              <a:gd name="connsiteX59433" fmla="*/ 612767 w 2119654"/>
              <a:gd name="connsiteY59433" fmla="*/ 2003984 h 2398711"/>
              <a:gd name="connsiteX59434" fmla="*/ 615754 w 2119654"/>
              <a:gd name="connsiteY59434" fmla="*/ 1994643 h 2398711"/>
              <a:gd name="connsiteX59435" fmla="*/ 615827 w 2119654"/>
              <a:gd name="connsiteY59435" fmla="*/ 1995320 h 2398711"/>
              <a:gd name="connsiteX59436" fmla="*/ 617501 w 2119654"/>
              <a:gd name="connsiteY59436" fmla="*/ 1994850 h 2398711"/>
              <a:gd name="connsiteX59437" fmla="*/ 617332 w 2119654"/>
              <a:gd name="connsiteY59437" fmla="*/ 1994427 h 2398711"/>
              <a:gd name="connsiteX59438" fmla="*/ 592936 w 2119654"/>
              <a:gd name="connsiteY59438" fmla="*/ 2045474 h 2398711"/>
              <a:gd name="connsiteX59439" fmla="*/ 605071 w 2119654"/>
              <a:gd name="connsiteY59439" fmla="*/ 2048049 h 2398711"/>
              <a:gd name="connsiteX59440" fmla="*/ 608502 w 2119654"/>
              <a:gd name="connsiteY59440" fmla="*/ 2046775 h 2398711"/>
              <a:gd name="connsiteX59441" fmla="*/ 608449 w 2119654"/>
              <a:gd name="connsiteY59441" fmla="*/ 2046377 h 2398711"/>
              <a:gd name="connsiteX59442" fmla="*/ 602085 w 2119654"/>
              <a:gd name="connsiteY59442" fmla="*/ 2044756 h 2398711"/>
              <a:gd name="connsiteX59443" fmla="*/ 605106 w 2119654"/>
              <a:gd name="connsiteY59443" fmla="*/ 2018192 h 2398711"/>
              <a:gd name="connsiteX59444" fmla="*/ 605427 w 2119654"/>
              <a:gd name="connsiteY59444" fmla="*/ 2020916 h 2398711"/>
              <a:gd name="connsiteX59445" fmla="*/ 606534 w 2119654"/>
              <a:gd name="connsiteY59445" fmla="*/ 2021174 h 2398711"/>
              <a:gd name="connsiteX59446" fmla="*/ 616722 w 2119654"/>
              <a:gd name="connsiteY59446" fmla="*/ 2018798 h 2398711"/>
              <a:gd name="connsiteX59447" fmla="*/ 616713 w 2119654"/>
              <a:gd name="connsiteY59447" fmla="*/ 2018670 h 2398711"/>
              <a:gd name="connsiteX59448" fmla="*/ 607393 w 2119654"/>
              <a:gd name="connsiteY59448" fmla="*/ 2020005 h 2398711"/>
              <a:gd name="connsiteX59449" fmla="*/ 607254 w 2119654"/>
              <a:gd name="connsiteY59449" fmla="*/ 2019924 h 2398711"/>
              <a:gd name="connsiteX59450" fmla="*/ 616707 w 2119654"/>
              <a:gd name="connsiteY59450" fmla="*/ 2018570 h 2398711"/>
              <a:gd name="connsiteX59451" fmla="*/ 616543 w 2119654"/>
              <a:gd name="connsiteY59451" fmla="*/ 2016226 h 2398711"/>
              <a:gd name="connsiteX59452" fmla="*/ 613727 w 2119654"/>
              <a:gd name="connsiteY59452" fmla="*/ 2015379 h 2398711"/>
              <a:gd name="connsiteX59453" fmla="*/ 611233 w 2119654"/>
              <a:gd name="connsiteY59453" fmla="*/ 2004102 h 2398711"/>
              <a:gd name="connsiteX59454" fmla="*/ 611571 w 2119654"/>
              <a:gd name="connsiteY59454" fmla="*/ 2004220 h 2398711"/>
              <a:gd name="connsiteX59455" fmla="*/ 612686 w 2119654"/>
              <a:gd name="connsiteY59455" fmla="*/ 2003859 h 2398711"/>
              <a:gd name="connsiteX59456" fmla="*/ 612655 w 2119654"/>
              <a:gd name="connsiteY59456" fmla="*/ 2003812 h 2398711"/>
              <a:gd name="connsiteX59457" fmla="*/ 611785 w 2119654"/>
              <a:gd name="connsiteY59457" fmla="*/ 2003824 h 2398711"/>
              <a:gd name="connsiteX59458" fmla="*/ 607765 w 2119654"/>
              <a:gd name="connsiteY59458" fmla="*/ 2011623 h 2398711"/>
              <a:gd name="connsiteX59459" fmla="*/ 607965 w 2119654"/>
              <a:gd name="connsiteY59459" fmla="*/ 2011683 h 2398711"/>
              <a:gd name="connsiteX59460" fmla="*/ 612429 w 2119654"/>
              <a:gd name="connsiteY59460" fmla="*/ 2010278 h 2398711"/>
              <a:gd name="connsiteX59461" fmla="*/ 612132 w 2119654"/>
              <a:gd name="connsiteY59461" fmla="*/ 2010174 h 2398711"/>
              <a:gd name="connsiteX59462" fmla="*/ 1309710 w 2119654"/>
              <a:gd name="connsiteY59462" fmla="*/ 439469 h 2398711"/>
              <a:gd name="connsiteX59463" fmla="*/ 1308344 w 2119654"/>
              <a:gd name="connsiteY59463" fmla="*/ 449192 h 2398711"/>
              <a:gd name="connsiteX59464" fmla="*/ 1308878 w 2119654"/>
              <a:gd name="connsiteY59464" fmla="*/ 451364 h 2398711"/>
              <a:gd name="connsiteX59465" fmla="*/ 1309167 w 2119654"/>
              <a:gd name="connsiteY59465" fmla="*/ 451786 h 2398711"/>
              <a:gd name="connsiteX59466" fmla="*/ 1311279 w 2119654"/>
              <a:gd name="connsiteY59466" fmla="*/ 449423 h 2398711"/>
              <a:gd name="connsiteX59467" fmla="*/ 618779 w 2119654"/>
              <a:gd name="connsiteY59467" fmla="*/ 1986570 h 2398711"/>
              <a:gd name="connsiteX59468" fmla="*/ 620472 w 2119654"/>
              <a:gd name="connsiteY59468" fmla="*/ 1988484 h 2398711"/>
              <a:gd name="connsiteX59469" fmla="*/ 620657 w 2119654"/>
              <a:gd name="connsiteY59469" fmla="*/ 1986775 h 2398711"/>
              <a:gd name="connsiteX59470" fmla="*/ 596354 w 2119654"/>
              <a:gd name="connsiteY59470" fmla="*/ 2036371 h 2398711"/>
              <a:gd name="connsiteX59471" fmla="*/ 596499 w 2119654"/>
              <a:gd name="connsiteY59471" fmla="*/ 2036435 h 2398711"/>
              <a:gd name="connsiteX59472" fmla="*/ 596810 w 2119654"/>
              <a:gd name="connsiteY59472" fmla="*/ 2036283 h 2398711"/>
              <a:gd name="connsiteX59473" fmla="*/ 618550 w 2119654"/>
              <a:gd name="connsiteY59473" fmla="*/ 1986311 h 2398711"/>
              <a:gd name="connsiteX59474" fmla="*/ 618593 w 2119654"/>
              <a:gd name="connsiteY59474" fmla="*/ 1986359 h 2398711"/>
              <a:gd name="connsiteX59475" fmla="*/ 620677 w 2119654"/>
              <a:gd name="connsiteY59475" fmla="*/ 1986587 h 2398711"/>
              <a:gd name="connsiteX59476" fmla="*/ 620736 w 2119654"/>
              <a:gd name="connsiteY59476" fmla="*/ 1986045 h 2398711"/>
              <a:gd name="connsiteX59477" fmla="*/ 620721 w 2119654"/>
              <a:gd name="connsiteY59477" fmla="*/ 1985974 h 2398711"/>
              <a:gd name="connsiteX59478" fmla="*/ 620572 w 2119654"/>
              <a:gd name="connsiteY59478" fmla="*/ 1985915 h 2398711"/>
              <a:gd name="connsiteX59479" fmla="*/ 616232 w 2119654"/>
              <a:gd name="connsiteY59479" fmla="*/ 1990981 h 2398711"/>
              <a:gd name="connsiteX59480" fmla="*/ 616443 w 2119654"/>
              <a:gd name="connsiteY59480" fmla="*/ 1991563 h 2398711"/>
              <a:gd name="connsiteX59481" fmla="*/ 617382 w 2119654"/>
              <a:gd name="connsiteY59481" fmla="*/ 1991434 h 2398711"/>
              <a:gd name="connsiteX59482" fmla="*/ 610480 w 2119654"/>
              <a:gd name="connsiteY59482" fmla="*/ 2003842 h 2398711"/>
              <a:gd name="connsiteX59483" fmla="*/ 610570 w 2119654"/>
              <a:gd name="connsiteY59483" fmla="*/ 2003873 h 2398711"/>
              <a:gd name="connsiteX59484" fmla="*/ 610635 w 2119654"/>
              <a:gd name="connsiteY59484" fmla="*/ 2003839 h 2398711"/>
              <a:gd name="connsiteX59485" fmla="*/ 1297056 w 2119654"/>
              <a:gd name="connsiteY59485" fmla="*/ 465849 h 2398711"/>
              <a:gd name="connsiteX59486" fmla="*/ 1297946 w 2119654"/>
              <a:gd name="connsiteY59486" fmla="*/ 473087 h 2398711"/>
              <a:gd name="connsiteX59487" fmla="*/ 1302218 w 2119654"/>
              <a:gd name="connsiteY59487" fmla="*/ 468118 h 2398711"/>
              <a:gd name="connsiteX59488" fmla="*/ 1300273 w 2119654"/>
              <a:gd name="connsiteY59488" fmla="*/ 462149 h 2398711"/>
              <a:gd name="connsiteX59489" fmla="*/ 1285473 w 2119654"/>
              <a:gd name="connsiteY59489" fmla="*/ 491195 h 2398711"/>
              <a:gd name="connsiteX59490" fmla="*/ 1286199 w 2119654"/>
              <a:gd name="connsiteY59490" fmla="*/ 492352 h 2398711"/>
              <a:gd name="connsiteX59491" fmla="*/ 1285851 w 2119654"/>
              <a:gd name="connsiteY59491" fmla="*/ 490718 h 2398711"/>
              <a:gd name="connsiteX59492" fmla="*/ 1295972 w 2119654"/>
              <a:gd name="connsiteY59492" fmla="*/ 467096 h 2398711"/>
              <a:gd name="connsiteX59493" fmla="*/ 1295592 w 2119654"/>
              <a:gd name="connsiteY59493" fmla="*/ 470689 h 2398711"/>
              <a:gd name="connsiteX59494" fmla="*/ 1295670 w 2119654"/>
              <a:gd name="connsiteY59494" fmla="*/ 470897 h 2398711"/>
              <a:gd name="connsiteX59495" fmla="*/ 1297424 w 2119654"/>
              <a:gd name="connsiteY59495" fmla="*/ 472772 h 2398711"/>
              <a:gd name="connsiteX59496" fmla="*/ 1296691 w 2119654"/>
              <a:gd name="connsiteY59496" fmla="*/ 466270 h 2398711"/>
              <a:gd name="connsiteX59497" fmla="*/ 1290912 w 2119654"/>
              <a:gd name="connsiteY59497" fmla="*/ 478138 h 2398711"/>
              <a:gd name="connsiteX59498" fmla="*/ 1291138 w 2119654"/>
              <a:gd name="connsiteY59498" fmla="*/ 481010 h 2398711"/>
              <a:gd name="connsiteX59499" fmla="*/ 1291794 w 2119654"/>
              <a:gd name="connsiteY59499" fmla="*/ 480246 h 2398711"/>
              <a:gd name="connsiteX59500" fmla="*/ 1255118 w 2119654"/>
              <a:gd name="connsiteY59500" fmla="*/ 558104 h 2398711"/>
              <a:gd name="connsiteX59501" fmla="*/ 1255193 w 2119654"/>
              <a:gd name="connsiteY59501" fmla="*/ 558687 h 2398711"/>
              <a:gd name="connsiteX59502" fmla="*/ 1255446 w 2119654"/>
              <a:gd name="connsiteY59502" fmla="*/ 557786 h 2398711"/>
              <a:gd name="connsiteX59503" fmla="*/ 615318 w 2119654"/>
              <a:gd name="connsiteY59503" fmla="*/ 1990620 h 2398711"/>
              <a:gd name="connsiteX59504" fmla="*/ 615435 w 2119654"/>
              <a:gd name="connsiteY59504" fmla="*/ 1991701 h 2398711"/>
              <a:gd name="connsiteX59505" fmla="*/ 616199 w 2119654"/>
              <a:gd name="connsiteY59505" fmla="*/ 1991596 h 2398711"/>
              <a:gd name="connsiteX59506" fmla="*/ 615901 w 2119654"/>
              <a:gd name="connsiteY59506" fmla="*/ 1990849 h 2398711"/>
              <a:gd name="connsiteX59507" fmla="*/ 1284150 w 2119654"/>
              <a:gd name="connsiteY59507" fmla="*/ 492865 h 2398711"/>
              <a:gd name="connsiteX59508" fmla="*/ 1284850 w 2119654"/>
              <a:gd name="connsiteY59508" fmla="*/ 494681 h 2398711"/>
              <a:gd name="connsiteX59509" fmla="*/ 1285215 w 2119654"/>
              <a:gd name="connsiteY59509" fmla="*/ 494103 h 2398711"/>
              <a:gd name="connsiteX59510" fmla="*/ 1284311 w 2119654"/>
              <a:gd name="connsiteY59510" fmla="*/ 492661 h 2398711"/>
              <a:gd name="connsiteX59511" fmla="*/ 615614 w 2119654"/>
              <a:gd name="connsiteY59511" fmla="*/ 1989273 h 2398711"/>
              <a:gd name="connsiteX59512" fmla="*/ 616168 w 2119654"/>
              <a:gd name="connsiteY59512" fmla="*/ 1990804 h 2398711"/>
              <a:gd name="connsiteX59513" fmla="*/ 617742 w 2119654"/>
              <a:gd name="connsiteY59513" fmla="*/ 1991385 h 2398711"/>
              <a:gd name="connsiteX59514" fmla="*/ 618930 w 2119654"/>
              <a:gd name="connsiteY59514" fmla="*/ 1991223 h 2398711"/>
              <a:gd name="connsiteX59515" fmla="*/ 617145 w 2119654"/>
              <a:gd name="connsiteY59515" fmla="*/ 1989205 h 2398711"/>
              <a:gd name="connsiteX59516" fmla="*/ 1294768 w 2119654"/>
              <a:gd name="connsiteY59516" fmla="*/ 468481 h 2398711"/>
              <a:gd name="connsiteX59517" fmla="*/ 1295327 w 2119654"/>
              <a:gd name="connsiteY59517" fmla="*/ 469976 h 2398711"/>
              <a:gd name="connsiteX59518" fmla="*/ 1295584 w 2119654"/>
              <a:gd name="connsiteY59518" fmla="*/ 467542 h 2398711"/>
              <a:gd name="connsiteX59519" fmla="*/ 604594 w 2119654"/>
              <a:gd name="connsiteY59519" fmla="*/ 2013843 h 2398711"/>
              <a:gd name="connsiteX59520" fmla="*/ 605087 w 2119654"/>
              <a:gd name="connsiteY59520" fmla="*/ 2018030 h 2398711"/>
              <a:gd name="connsiteX59521" fmla="*/ 606927 w 2119654"/>
              <a:gd name="connsiteY59521" fmla="*/ 2017429 h 2398711"/>
              <a:gd name="connsiteX59522" fmla="*/ 613306 w 2119654"/>
              <a:gd name="connsiteY59522" fmla="*/ 2015253 h 2398711"/>
              <a:gd name="connsiteX59523" fmla="*/ 609047 w 2119654"/>
              <a:gd name="connsiteY59523" fmla="*/ 2013972 h 2398711"/>
              <a:gd name="connsiteX59524" fmla="*/ 1310674 w 2119654"/>
              <a:gd name="connsiteY59524" fmla="*/ 432593 h 2398711"/>
              <a:gd name="connsiteX59525" fmla="*/ 1310072 w 2119654"/>
              <a:gd name="connsiteY59525" fmla="*/ 436881 h 2398711"/>
              <a:gd name="connsiteX59526" fmla="*/ 1311935 w 2119654"/>
              <a:gd name="connsiteY59526" fmla="*/ 448688 h 2398711"/>
              <a:gd name="connsiteX59527" fmla="*/ 1317636 w 2119654"/>
              <a:gd name="connsiteY59527" fmla="*/ 442305 h 2398711"/>
              <a:gd name="connsiteX59528" fmla="*/ 1317916 w 2119654"/>
              <a:gd name="connsiteY59528" fmla="*/ 442255 h 2398711"/>
              <a:gd name="connsiteX59529" fmla="*/ 1311970 w 2119654"/>
              <a:gd name="connsiteY59529" fmla="*/ 448912 h 2398711"/>
              <a:gd name="connsiteX59530" fmla="*/ 1313017 w 2119654"/>
              <a:gd name="connsiteY59530" fmla="*/ 455552 h 2398711"/>
              <a:gd name="connsiteX59531" fmla="*/ 1322179 w 2119654"/>
              <a:gd name="connsiteY59531" fmla="*/ 444892 h 2398711"/>
              <a:gd name="connsiteX59532" fmla="*/ 594261 w 2119654"/>
              <a:gd name="connsiteY59532" fmla="*/ 2036772 h 2398711"/>
              <a:gd name="connsiteX59533" fmla="*/ 595247 w 2119654"/>
              <a:gd name="connsiteY59533" fmla="*/ 2037047 h 2398711"/>
              <a:gd name="connsiteX59534" fmla="*/ 596218 w 2119654"/>
              <a:gd name="connsiteY59534" fmla="*/ 2036573 h 2398711"/>
              <a:gd name="connsiteX59535" fmla="*/ 595949 w 2119654"/>
              <a:gd name="connsiteY59535" fmla="*/ 2036448 h 2398711"/>
              <a:gd name="connsiteX59536" fmla="*/ 604541 w 2119654"/>
              <a:gd name="connsiteY59536" fmla="*/ 2013394 h 2398711"/>
              <a:gd name="connsiteX59537" fmla="*/ 604547 w 2119654"/>
              <a:gd name="connsiteY59537" fmla="*/ 2013442 h 2398711"/>
              <a:gd name="connsiteX59538" fmla="*/ 607575 w 2119654"/>
              <a:gd name="connsiteY59538" fmla="*/ 2013530 h 2398711"/>
              <a:gd name="connsiteX59539" fmla="*/ 605798 w 2119654"/>
              <a:gd name="connsiteY59539" fmla="*/ 2012994 h 2398711"/>
              <a:gd name="connsiteX59540" fmla="*/ 615174 w 2119654"/>
              <a:gd name="connsiteY59540" fmla="*/ 1989293 h 2398711"/>
              <a:gd name="connsiteX59541" fmla="*/ 615303 w 2119654"/>
              <a:gd name="connsiteY59541" fmla="*/ 1990484 h 2398711"/>
              <a:gd name="connsiteX59542" fmla="*/ 615833 w 2119654"/>
              <a:gd name="connsiteY59542" fmla="*/ 1990680 h 2398711"/>
              <a:gd name="connsiteX59543" fmla="*/ 615276 w 2119654"/>
              <a:gd name="connsiteY59543" fmla="*/ 1989289 h 2398711"/>
              <a:gd name="connsiteX59544" fmla="*/ 1282343 w 2119654"/>
              <a:gd name="connsiteY59544" fmla="*/ 495145 h 2398711"/>
              <a:gd name="connsiteX59545" fmla="*/ 1283388 w 2119654"/>
              <a:gd name="connsiteY59545" fmla="*/ 496989 h 2398711"/>
              <a:gd name="connsiteX59546" fmla="*/ 1284586 w 2119654"/>
              <a:gd name="connsiteY59546" fmla="*/ 495097 h 2398711"/>
              <a:gd name="connsiteX59547" fmla="*/ 1283924 w 2119654"/>
              <a:gd name="connsiteY59547" fmla="*/ 493149 h 2398711"/>
              <a:gd name="connsiteX59548" fmla="*/ 611574 w 2119654"/>
              <a:gd name="connsiteY59548" fmla="*/ 1997025 h 2398711"/>
              <a:gd name="connsiteX59549" fmla="*/ 613983 w 2119654"/>
              <a:gd name="connsiteY59549" fmla="*/ 2000725 h 2398711"/>
              <a:gd name="connsiteX59550" fmla="*/ 614395 w 2119654"/>
              <a:gd name="connsiteY59550" fmla="*/ 2000558 h 2398711"/>
              <a:gd name="connsiteX59551" fmla="*/ 614870 w 2119654"/>
              <a:gd name="connsiteY59551" fmla="*/ 2000284 h 2398711"/>
              <a:gd name="connsiteX59552" fmla="*/ 613959 w 2119654"/>
              <a:gd name="connsiteY59552" fmla="*/ 1996355 h 2398711"/>
              <a:gd name="connsiteX59553" fmla="*/ 607544 w 2119654"/>
              <a:gd name="connsiteY59553" fmla="*/ 2005965 h 2398711"/>
              <a:gd name="connsiteX59554" fmla="*/ 608242 w 2119654"/>
              <a:gd name="connsiteY59554" fmla="*/ 2006208 h 2398711"/>
              <a:gd name="connsiteX59555" fmla="*/ 608598 w 2119654"/>
              <a:gd name="connsiteY59555" fmla="*/ 2006081 h 2398711"/>
              <a:gd name="connsiteX59556" fmla="*/ 607836 w 2119654"/>
              <a:gd name="connsiteY59556" fmla="*/ 2005818 h 2398711"/>
              <a:gd name="connsiteX59557" fmla="*/ 615135 w 2119654"/>
              <a:gd name="connsiteY59557" fmla="*/ 1988937 h 2398711"/>
              <a:gd name="connsiteX59558" fmla="*/ 615151 w 2119654"/>
              <a:gd name="connsiteY59558" fmla="*/ 1989086 h 2398711"/>
              <a:gd name="connsiteX59559" fmla="*/ 615194 w 2119654"/>
              <a:gd name="connsiteY59559" fmla="*/ 1989084 h 2398711"/>
              <a:gd name="connsiteX59560" fmla="*/ 604462 w 2119654"/>
              <a:gd name="connsiteY59560" fmla="*/ 2012720 h 2398711"/>
              <a:gd name="connsiteX59561" fmla="*/ 604469 w 2119654"/>
              <a:gd name="connsiteY59561" fmla="*/ 2012784 h 2398711"/>
              <a:gd name="connsiteX59562" fmla="*/ 604776 w 2119654"/>
              <a:gd name="connsiteY59562" fmla="*/ 2012687 h 2398711"/>
              <a:gd name="connsiteX59563" fmla="*/ 604663 w 2119654"/>
              <a:gd name="connsiteY59563" fmla="*/ 2012653 h 2398711"/>
              <a:gd name="connsiteX59564" fmla="*/ 1296365 w 2119654"/>
              <a:gd name="connsiteY59564" fmla="*/ 463378 h 2398711"/>
              <a:gd name="connsiteX59565" fmla="*/ 1296036 w 2119654"/>
              <a:gd name="connsiteY59565" fmla="*/ 466486 h 2398711"/>
              <a:gd name="connsiteX59566" fmla="*/ 1296639 w 2119654"/>
              <a:gd name="connsiteY59566" fmla="*/ 465810 h 2398711"/>
              <a:gd name="connsiteX59567" fmla="*/ 1278300 w 2119654"/>
              <a:gd name="connsiteY59567" fmla="*/ 502528 h 2398711"/>
              <a:gd name="connsiteX59568" fmla="*/ 1277951 w 2119654"/>
              <a:gd name="connsiteY59568" fmla="*/ 504303 h 2398711"/>
              <a:gd name="connsiteX59569" fmla="*/ 1278402 w 2119654"/>
              <a:gd name="connsiteY59569" fmla="*/ 504867 h 2398711"/>
              <a:gd name="connsiteX59570" fmla="*/ 1279135 w 2119654"/>
              <a:gd name="connsiteY59570" fmla="*/ 503708 h 2398711"/>
              <a:gd name="connsiteX59571" fmla="*/ 1280105 w 2119654"/>
              <a:gd name="connsiteY59571" fmla="*/ 497971 h 2398711"/>
              <a:gd name="connsiteX59572" fmla="*/ 1281321 w 2119654"/>
              <a:gd name="connsiteY59572" fmla="*/ 500256 h 2398711"/>
              <a:gd name="connsiteX59573" fmla="*/ 1281848 w 2119654"/>
              <a:gd name="connsiteY59573" fmla="*/ 499422 h 2398711"/>
              <a:gd name="connsiteX59574" fmla="*/ 1280846 w 2119654"/>
              <a:gd name="connsiteY59574" fmla="*/ 497035 h 2398711"/>
              <a:gd name="connsiteX59575" fmla="*/ 1278484 w 2119654"/>
              <a:gd name="connsiteY59575" fmla="*/ 501588 h 2398711"/>
              <a:gd name="connsiteX59576" fmla="*/ 1278477 w 2119654"/>
              <a:gd name="connsiteY59576" fmla="*/ 501626 h 2398711"/>
              <a:gd name="connsiteX59577" fmla="*/ 1278511 w 2119654"/>
              <a:gd name="connsiteY59577" fmla="*/ 501675 h 2398711"/>
              <a:gd name="connsiteX59578" fmla="*/ 600374 w 2119654"/>
              <a:gd name="connsiteY59578" fmla="*/ 2019737 h 2398711"/>
              <a:gd name="connsiteX59579" fmla="*/ 605084 w 2119654"/>
              <a:gd name="connsiteY59579" fmla="*/ 2020835 h 2398711"/>
              <a:gd name="connsiteX59580" fmla="*/ 604751 w 2119654"/>
              <a:gd name="connsiteY59580" fmla="*/ 2018308 h 2398711"/>
              <a:gd name="connsiteX59581" fmla="*/ 614928 w 2119654"/>
              <a:gd name="connsiteY59581" fmla="*/ 1987020 h 2398711"/>
              <a:gd name="connsiteX59582" fmla="*/ 614983 w 2119654"/>
              <a:gd name="connsiteY59582" fmla="*/ 1987532 h 2398711"/>
              <a:gd name="connsiteX59583" fmla="*/ 615540 w 2119654"/>
              <a:gd name="connsiteY59583" fmla="*/ 1989068 h 2398711"/>
              <a:gd name="connsiteX59584" fmla="*/ 616967 w 2119654"/>
              <a:gd name="connsiteY59584" fmla="*/ 1989005 h 2398711"/>
              <a:gd name="connsiteX59585" fmla="*/ 615170 w 2119654"/>
              <a:gd name="connsiteY59585" fmla="*/ 1986972 h 2398711"/>
              <a:gd name="connsiteX59586" fmla="*/ 1278895 w 2119654"/>
              <a:gd name="connsiteY59586" fmla="*/ 499497 h 2398711"/>
              <a:gd name="connsiteX59587" fmla="*/ 1278635 w 2119654"/>
              <a:gd name="connsiteY59587" fmla="*/ 500822 h 2398711"/>
              <a:gd name="connsiteX59588" fmla="*/ 1279202 w 2119654"/>
              <a:gd name="connsiteY59588" fmla="*/ 502651 h 2398711"/>
              <a:gd name="connsiteX59589" fmla="*/ 1279520 w 2119654"/>
              <a:gd name="connsiteY59589" fmla="*/ 503100 h 2398711"/>
              <a:gd name="connsiteX59590" fmla="*/ 1281151 w 2119654"/>
              <a:gd name="connsiteY59590" fmla="*/ 500525 h 2398711"/>
              <a:gd name="connsiteX59591" fmla="*/ 1279917 w 2119654"/>
              <a:gd name="connsiteY59591" fmla="*/ 498208 h 2398711"/>
              <a:gd name="connsiteX59592" fmla="*/ 1290536 w 2119654"/>
              <a:gd name="connsiteY59592" fmla="*/ 473349 h 2398711"/>
              <a:gd name="connsiteX59593" fmla="*/ 1290570 w 2119654"/>
              <a:gd name="connsiteY59593" fmla="*/ 473784 h 2398711"/>
              <a:gd name="connsiteX59594" fmla="*/ 1291519 w 2119654"/>
              <a:gd name="connsiteY59594" fmla="*/ 476197 h 2398711"/>
              <a:gd name="connsiteX59595" fmla="*/ 1292070 w 2119654"/>
              <a:gd name="connsiteY59595" fmla="*/ 477336 h 2398711"/>
              <a:gd name="connsiteX59596" fmla="*/ 1292799 w 2119654"/>
              <a:gd name="connsiteY59596" fmla="*/ 479077 h 2398711"/>
              <a:gd name="connsiteX59597" fmla="*/ 1294586 w 2119654"/>
              <a:gd name="connsiteY59597" fmla="*/ 476997 h 2398711"/>
              <a:gd name="connsiteX59598" fmla="*/ 1294906 w 2119654"/>
              <a:gd name="connsiteY59598" fmla="*/ 473968 h 2398711"/>
              <a:gd name="connsiteX59599" fmla="*/ 1294242 w 2119654"/>
              <a:gd name="connsiteY59599" fmla="*/ 471951 h 2398711"/>
              <a:gd name="connsiteX59600" fmla="*/ 1292952 w 2119654"/>
              <a:gd name="connsiteY59600" fmla="*/ 470571 h 2398711"/>
              <a:gd name="connsiteX59601" fmla="*/ 606059 w 2119654"/>
              <a:gd name="connsiteY59601" fmla="*/ 2005448 h 2398711"/>
              <a:gd name="connsiteX59602" fmla="*/ 606882 w 2119654"/>
              <a:gd name="connsiteY59602" fmla="*/ 2005735 h 2398711"/>
              <a:gd name="connsiteX59603" fmla="*/ 607173 w 2119654"/>
              <a:gd name="connsiteY59603" fmla="*/ 2005588 h 2398711"/>
              <a:gd name="connsiteX59604" fmla="*/ 606376 w 2119654"/>
              <a:gd name="connsiteY59604" fmla="*/ 2005312 h 2398711"/>
              <a:gd name="connsiteX59605" fmla="*/ 602467 w 2119654"/>
              <a:gd name="connsiteY59605" fmla="*/ 2013382 h 2398711"/>
              <a:gd name="connsiteX59606" fmla="*/ 602559 w 2119654"/>
              <a:gd name="connsiteY59606" fmla="*/ 2013385 h 2398711"/>
              <a:gd name="connsiteX59607" fmla="*/ 604041 w 2119654"/>
              <a:gd name="connsiteY59607" fmla="*/ 2012919 h 2398711"/>
              <a:gd name="connsiteX59608" fmla="*/ 604033 w 2119654"/>
              <a:gd name="connsiteY59608" fmla="*/ 2012862 h 2398711"/>
              <a:gd name="connsiteX59609" fmla="*/ 610491 w 2119654"/>
              <a:gd name="connsiteY59609" fmla="*/ 1995362 h 2398711"/>
              <a:gd name="connsiteX59610" fmla="*/ 611292 w 2119654"/>
              <a:gd name="connsiteY59610" fmla="*/ 1996593 h 2398711"/>
              <a:gd name="connsiteX59611" fmla="*/ 613847 w 2119654"/>
              <a:gd name="connsiteY59611" fmla="*/ 1995876 h 2398711"/>
              <a:gd name="connsiteX59612" fmla="*/ 613629 w 2119654"/>
              <a:gd name="connsiteY59612" fmla="*/ 1994933 h 2398711"/>
              <a:gd name="connsiteX59613" fmla="*/ 604088 w 2119654"/>
              <a:gd name="connsiteY59613" fmla="*/ 2009544 h 2398711"/>
              <a:gd name="connsiteX59614" fmla="*/ 604207 w 2119654"/>
              <a:gd name="connsiteY59614" fmla="*/ 2010553 h 2398711"/>
              <a:gd name="connsiteX59615" fmla="*/ 606875 w 2119654"/>
              <a:gd name="connsiteY59615" fmla="*/ 2011355 h 2398711"/>
              <a:gd name="connsiteX59616" fmla="*/ 611304 w 2119654"/>
              <a:gd name="connsiteY59616" fmla="*/ 2009886 h 2398711"/>
              <a:gd name="connsiteX59617" fmla="*/ 608988 w 2119654"/>
              <a:gd name="connsiteY59617" fmla="*/ 2009079 h 2398711"/>
              <a:gd name="connsiteX59618" fmla="*/ 605907 w 2119654"/>
              <a:gd name="connsiteY59618" fmla="*/ 2008900 h 2398711"/>
              <a:gd name="connsiteX59619" fmla="*/ 1261494 w 2119654"/>
              <a:gd name="connsiteY59619" fmla="*/ 537454 h 2398711"/>
              <a:gd name="connsiteX59620" fmla="*/ 1261349 w 2119654"/>
              <a:gd name="connsiteY59620" fmla="*/ 540371 h 2398711"/>
              <a:gd name="connsiteX59621" fmla="*/ 1261525 w 2119654"/>
              <a:gd name="connsiteY59621" fmla="*/ 540585 h 2398711"/>
              <a:gd name="connsiteX59622" fmla="*/ 1262447 w 2119654"/>
              <a:gd name="connsiteY59622" fmla="*/ 538504 h 2398711"/>
              <a:gd name="connsiteX59623" fmla="*/ 1309058 w 2119654"/>
              <a:gd name="connsiteY59623" fmla="*/ 430864 h 2398711"/>
              <a:gd name="connsiteX59624" fmla="*/ 1309380 w 2119654"/>
              <a:gd name="connsiteY59624" fmla="*/ 432490 h 2398711"/>
              <a:gd name="connsiteX59625" fmla="*/ 1310003 w 2119654"/>
              <a:gd name="connsiteY59625" fmla="*/ 436440 h 2398711"/>
              <a:gd name="connsiteX59626" fmla="*/ 1310560 w 2119654"/>
              <a:gd name="connsiteY59626" fmla="*/ 432472 h 2398711"/>
              <a:gd name="connsiteX59627" fmla="*/ 1271365 w 2119654"/>
              <a:gd name="connsiteY59627" fmla="*/ 514490 h 2398711"/>
              <a:gd name="connsiteX59628" fmla="*/ 1271082 w 2119654"/>
              <a:gd name="connsiteY59628" fmla="*/ 517194 h 2398711"/>
              <a:gd name="connsiteX59629" fmla="*/ 1271616 w 2119654"/>
              <a:gd name="connsiteY59629" fmla="*/ 516422 h 2398711"/>
              <a:gd name="connsiteX59630" fmla="*/ 1272267 w 2119654"/>
              <a:gd name="connsiteY59630" fmla="*/ 515613 h 2398711"/>
              <a:gd name="connsiteX59631" fmla="*/ 1258066 w 2119654"/>
              <a:gd name="connsiteY59631" fmla="*/ 544166 h 2398711"/>
              <a:gd name="connsiteX59632" fmla="*/ 1258158 w 2119654"/>
              <a:gd name="connsiteY59632" fmla="*/ 544391 h 2398711"/>
              <a:gd name="connsiteX59633" fmla="*/ 1258440 w 2119654"/>
              <a:gd name="connsiteY59633" fmla="*/ 544731 h 2398711"/>
              <a:gd name="connsiteX59634" fmla="*/ 619280 w 2119654"/>
              <a:gd name="connsiteY59634" fmla="*/ 1974104 h 2398711"/>
              <a:gd name="connsiteX59635" fmla="*/ 619458 w 2119654"/>
              <a:gd name="connsiteY59635" fmla="*/ 1975198 h 2398711"/>
              <a:gd name="connsiteX59636" fmla="*/ 620724 w 2119654"/>
              <a:gd name="connsiteY59636" fmla="*/ 1975865 h 2398711"/>
              <a:gd name="connsiteX59637" fmla="*/ 621333 w 2119654"/>
              <a:gd name="connsiteY59637" fmla="*/ 1976051 h 2398711"/>
              <a:gd name="connsiteX59638" fmla="*/ 1258860 w 2119654"/>
              <a:gd name="connsiteY59638" fmla="*/ 541890 h 2398711"/>
              <a:gd name="connsiteX59639" fmla="*/ 1259686 w 2119654"/>
              <a:gd name="connsiteY59639" fmla="*/ 544737 h 2398711"/>
              <a:gd name="connsiteX59640" fmla="*/ 1260192 w 2119654"/>
              <a:gd name="connsiteY59640" fmla="*/ 543595 h 2398711"/>
              <a:gd name="connsiteX59641" fmla="*/ 602602 w 2119654"/>
              <a:gd name="connsiteY59641" fmla="*/ 2010070 h 2398711"/>
              <a:gd name="connsiteX59642" fmla="*/ 603710 w 2119654"/>
              <a:gd name="connsiteY59642" fmla="*/ 2010403 h 2398711"/>
              <a:gd name="connsiteX59643" fmla="*/ 603619 w 2119654"/>
              <a:gd name="connsiteY59643" fmla="*/ 2009710 h 2398711"/>
              <a:gd name="connsiteX59644" fmla="*/ 1279436 w 2119654"/>
              <a:gd name="connsiteY59644" fmla="*/ 494445 h 2398711"/>
              <a:gd name="connsiteX59645" fmla="*/ 1279320 w 2119654"/>
              <a:gd name="connsiteY59645" fmla="*/ 495799 h 2398711"/>
              <a:gd name="connsiteX59646" fmla="*/ 1279837 w 2119654"/>
              <a:gd name="connsiteY59646" fmla="*/ 495147 h 2398711"/>
              <a:gd name="connsiteX59647" fmla="*/ 1261676 w 2119654"/>
              <a:gd name="connsiteY59647" fmla="*/ 533761 h 2398711"/>
              <a:gd name="connsiteX59648" fmla="*/ 1261623 w 2119654"/>
              <a:gd name="connsiteY59648" fmla="*/ 534834 h 2398711"/>
              <a:gd name="connsiteX59649" fmla="*/ 1263313 w 2119654"/>
              <a:gd name="connsiteY59649" fmla="*/ 536550 h 2398711"/>
              <a:gd name="connsiteX59650" fmla="*/ 1263998 w 2119654"/>
              <a:gd name="connsiteY59650" fmla="*/ 535003 h 2398711"/>
              <a:gd name="connsiteX59651" fmla="*/ 1262659 w 2119654"/>
              <a:gd name="connsiteY59651" fmla="*/ 533212 h 2398711"/>
              <a:gd name="connsiteX59652" fmla="*/ 1262969 w 2119654"/>
              <a:gd name="connsiteY59652" fmla="*/ 533294 h 2398711"/>
              <a:gd name="connsiteX59653" fmla="*/ 1264090 w 2119654"/>
              <a:gd name="connsiteY59653" fmla="*/ 534795 h 2398711"/>
              <a:gd name="connsiteX59654" fmla="*/ 1264336 w 2119654"/>
              <a:gd name="connsiteY59654" fmla="*/ 534240 h 2398711"/>
              <a:gd name="connsiteX59655" fmla="*/ 1264122 w 2119654"/>
              <a:gd name="connsiteY59655" fmla="*/ 530218 h 2398711"/>
              <a:gd name="connsiteX59656" fmla="*/ 600595 w 2119654"/>
              <a:gd name="connsiteY59656" fmla="*/ 2014004 h 2398711"/>
              <a:gd name="connsiteX59657" fmla="*/ 601395 w 2119654"/>
              <a:gd name="connsiteY59657" fmla="*/ 2013752 h 2398711"/>
              <a:gd name="connsiteX59658" fmla="*/ 601358 w 2119654"/>
              <a:gd name="connsiteY59658" fmla="*/ 2013751 h 2398711"/>
              <a:gd name="connsiteX59659" fmla="*/ 1261218 w 2119654"/>
              <a:gd name="connsiteY59659" fmla="*/ 534424 h 2398711"/>
              <a:gd name="connsiteX59660" fmla="*/ 1261328 w 2119654"/>
              <a:gd name="connsiteY59660" fmla="*/ 534534 h 2398711"/>
              <a:gd name="connsiteX59661" fmla="*/ 1261342 w 2119654"/>
              <a:gd name="connsiteY59661" fmla="*/ 534245 h 2398711"/>
              <a:gd name="connsiteX59662" fmla="*/ 1254632 w 2119654"/>
              <a:gd name="connsiteY59662" fmla="*/ 548689 h 2398711"/>
              <a:gd name="connsiteX59663" fmla="*/ 1254362 w 2119654"/>
              <a:gd name="connsiteY59663" fmla="*/ 552716 h 2398711"/>
              <a:gd name="connsiteX59664" fmla="*/ 1254664 w 2119654"/>
              <a:gd name="connsiteY59664" fmla="*/ 554510 h 2398711"/>
              <a:gd name="connsiteX59665" fmla="*/ 1255031 w 2119654"/>
              <a:gd name="connsiteY59665" fmla="*/ 557414 h 2398711"/>
              <a:gd name="connsiteX59666" fmla="*/ 1255745 w 2119654"/>
              <a:gd name="connsiteY59666" fmla="*/ 556723 h 2398711"/>
              <a:gd name="connsiteX59667" fmla="*/ 1257170 w 2119654"/>
              <a:gd name="connsiteY59667" fmla="*/ 551655 h 2398711"/>
              <a:gd name="connsiteX59668" fmla="*/ 617824 w 2119654"/>
              <a:gd name="connsiteY59668" fmla="*/ 1974337 h 2398711"/>
              <a:gd name="connsiteX59669" fmla="*/ 618409 w 2119654"/>
              <a:gd name="connsiteY59669" fmla="*/ 1974646 h 2398711"/>
              <a:gd name="connsiteX59670" fmla="*/ 618320 w 2119654"/>
              <a:gd name="connsiteY59670" fmla="*/ 1974208 h 2398711"/>
              <a:gd name="connsiteX59671" fmla="*/ 1259956 w 2119654"/>
              <a:gd name="connsiteY59671" fmla="*/ 536250 h 2398711"/>
              <a:gd name="connsiteX59672" fmla="*/ 1261074 w 2119654"/>
              <a:gd name="connsiteY59672" fmla="*/ 539680 h 2398711"/>
              <a:gd name="connsiteX59673" fmla="*/ 1261199 w 2119654"/>
              <a:gd name="connsiteY59673" fmla="*/ 537131 h 2398711"/>
              <a:gd name="connsiteX59674" fmla="*/ 1260147 w 2119654"/>
              <a:gd name="connsiteY59674" fmla="*/ 535974 h 2398711"/>
              <a:gd name="connsiteX59675" fmla="*/ 1259050 w 2119654"/>
              <a:gd name="connsiteY59675" fmla="*/ 537561 h 2398711"/>
              <a:gd name="connsiteX59676" fmla="*/ 1260672 w 2119654"/>
              <a:gd name="connsiteY59676" fmla="*/ 539544 h 2398711"/>
              <a:gd name="connsiteX59677" fmla="*/ 1259714 w 2119654"/>
              <a:gd name="connsiteY59677" fmla="*/ 536601 h 2398711"/>
              <a:gd name="connsiteX59678" fmla="*/ 1271998 w 2119654"/>
              <a:gd name="connsiteY59678" fmla="*/ 508460 h 2398711"/>
              <a:gd name="connsiteX59679" fmla="*/ 1271675 w 2119654"/>
              <a:gd name="connsiteY59679" fmla="*/ 511535 h 2398711"/>
              <a:gd name="connsiteX59680" fmla="*/ 1273017 w 2119654"/>
              <a:gd name="connsiteY59680" fmla="*/ 513754 h 2398711"/>
              <a:gd name="connsiteX59681" fmla="*/ 1273678 w 2119654"/>
              <a:gd name="connsiteY59681" fmla="*/ 510396 h 2398711"/>
              <a:gd name="connsiteX59682" fmla="*/ 1272168 w 2119654"/>
              <a:gd name="connsiteY59682" fmla="*/ 507989 h 2398711"/>
              <a:gd name="connsiteX59683" fmla="*/ 1273115 w 2119654"/>
              <a:gd name="connsiteY59683" fmla="*/ 509053 h 2398711"/>
              <a:gd name="connsiteX59684" fmla="*/ 1273788 w 2119654"/>
              <a:gd name="connsiteY59684" fmla="*/ 509829 h 2398711"/>
              <a:gd name="connsiteX59685" fmla="*/ 1273845 w 2119654"/>
              <a:gd name="connsiteY59685" fmla="*/ 509542 h 2398711"/>
              <a:gd name="connsiteX59686" fmla="*/ 1272185 w 2119654"/>
              <a:gd name="connsiteY59686" fmla="*/ 507967 h 2398711"/>
              <a:gd name="connsiteX59687" fmla="*/ 1256289 w 2119654"/>
              <a:gd name="connsiteY59687" fmla="*/ 543436 h 2398711"/>
              <a:gd name="connsiteX59688" fmla="*/ 1258330 w 2119654"/>
              <a:gd name="connsiteY59688" fmla="*/ 547800 h 2398711"/>
              <a:gd name="connsiteX59689" fmla="*/ 1258827 w 2119654"/>
              <a:gd name="connsiteY59689" fmla="*/ 546678 h 2398711"/>
              <a:gd name="connsiteX59690" fmla="*/ 1256966 w 2119654"/>
              <a:gd name="connsiteY59690" fmla="*/ 544251 h 2398711"/>
              <a:gd name="connsiteX59691" fmla="*/ 1290076 w 2119654"/>
              <a:gd name="connsiteY59691" fmla="*/ 467495 h 2398711"/>
              <a:gd name="connsiteX59692" fmla="*/ 1290493 w 2119654"/>
              <a:gd name="connsiteY59692" fmla="*/ 472802 h 2398711"/>
              <a:gd name="connsiteX59693" fmla="*/ 1292683 w 2119654"/>
              <a:gd name="connsiteY59693" fmla="*/ 470283 h 2398711"/>
              <a:gd name="connsiteX59694" fmla="*/ 1258032 w 2119654"/>
              <a:gd name="connsiteY59694" fmla="*/ 539036 h 2398711"/>
              <a:gd name="connsiteX59695" fmla="*/ 1258391 w 2119654"/>
              <a:gd name="connsiteY59695" fmla="*/ 540272 h 2398711"/>
              <a:gd name="connsiteX59696" fmla="*/ 1260506 w 2119654"/>
              <a:gd name="connsiteY59696" fmla="*/ 542887 h 2398711"/>
              <a:gd name="connsiteX59697" fmla="*/ 1260966 w 2119654"/>
              <a:gd name="connsiteY59697" fmla="*/ 541847 h 2398711"/>
              <a:gd name="connsiteX59698" fmla="*/ 1261016 w 2119654"/>
              <a:gd name="connsiteY59698" fmla="*/ 540841 h 2398711"/>
              <a:gd name="connsiteX59699" fmla="*/ 1258721 w 2119654"/>
              <a:gd name="connsiteY59699" fmla="*/ 538039 h 2398711"/>
              <a:gd name="connsiteX59700" fmla="*/ 614515 w 2119654"/>
              <a:gd name="connsiteY59700" fmla="*/ 1979848 h 2398711"/>
              <a:gd name="connsiteX59701" fmla="*/ 614541 w 2119654"/>
              <a:gd name="connsiteY59701" fmla="*/ 1980299 h 2398711"/>
              <a:gd name="connsiteX59702" fmla="*/ 615142 w 2119654"/>
              <a:gd name="connsiteY59702" fmla="*/ 1980165 h 2398711"/>
              <a:gd name="connsiteX59703" fmla="*/ 614569 w 2119654"/>
              <a:gd name="connsiteY59703" fmla="*/ 1979863 h 2398711"/>
              <a:gd name="connsiteX59704" fmla="*/ 1295669 w 2119654"/>
              <a:gd name="connsiteY59704" fmla="*/ 454571 h 2398711"/>
              <a:gd name="connsiteX59705" fmla="*/ 1297002 w 2119654"/>
              <a:gd name="connsiteY59705" fmla="*/ 465405 h 2398711"/>
              <a:gd name="connsiteX59706" fmla="*/ 1300176 w 2119654"/>
              <a:gd name="connsiteY59706" fmla="*/ 461853 h 2398711"/>
              <a:gd name="connsiteX59707" fmla="*/ 1299989 w 2119654"/>
              <a:gd name="connsiteY59707" fmla="*/ 461278 h 2398711"/>
              <a:gd name="connsiteX59708" fmla="*/ 1299001 w 2119654"/>
              <a:gd name="connsiteY59708" fmla="*/ 459540 h 2398711"/>
              <a:gd name="connsiteX59709" fmla="*/ 1257416 w 2119654"/>
              <a:gd name="connsiteY59709" fmla="*/ 540042 h 2398711"/>
              <a:gd name="connsiteX59710" fmla="*/ 1258283 w 2119654"/>
              <a:gd name="connsiteY59710" fmla="*/ 541884 h 2398711"/>
              <a:gd name="connsiteX59711" fmla="*/ 1257945 w 2119654"/>
              <a:gd name="connsiteY59711" fmla="*/ 540718 h 2398711"/>
              <a:gd name="connsiteX59712" fmla="*/ 603471 w 2119654"/>
              <a:gd name="connsiteY59712" fmla="*/ 2004305 h 2398711"/>
              <a:gd name="connsiteX59713" fmla="*/ 603500 w 2119654"/>
              <a:gd name="connsiteY59713" fmla="*/ 2004557 h 2398711"/>
              <a:gd name="connsiteX59714" fmla="*/ 603585 w 2119654"/>
              <a:gd name="connsiteY59714" fmla="*/ 2004586 h 2398711"/>
              <a:gd name="connsiteX59715" fmla="*/ 604322 w 2119654"/>
              <a:gd name="connsiteY59715" fmla="*/ 2004601 h 2398711"/>
              <a:gd name="connsiteX59716" fmla="*/ 1256863 w 2119654"/>
              <a:gd name="connsiteY59716" fmla="*/ 540730 h 2398711"/>
              <a:gd name="connsiteX59717" fmla="*/ 1258308 w 2119654"/>
              <a:gd name="connsiteY59717" fmla="*/ 542906 h 2398711"/>
              <a:gd name="connsiteX59718" fmla="*/ 1257113 w 2119654"/>
              <a:gd name="connsiteY59718" fmla="*/ 540366 h 2398711"/>
              <a:gd name="connsiteX59719" fmla="*/ 1282924 w 2119654"/>
              <a:gd name="connsiteY59719" fmla="*/ 482105 h 2398711"/>
              <a:gd name="connsiteX59720" fmla="*/ 1284748 w 2119654"/>
              <a:gd name="connsiteY59720" fmla="*/ 485533 h 2398711"/>
              <a:gd name="connsiteX59721" fmla="*/ 1283804 w 2119654"/>
              <a:gd name="connsiteY59721" fmla="*/ 481093 h 2398711"/>
              <a:gd name="connsiteX59722" fmla="*/ 1256068 w 2119654"/>
              <a:gd name="connsiteY59722" fmla="*/ 541879 h 2398711"/>
              <a:gd name="connsiteX59723" fmla="*/ 1257721 w 2119654"/>
              <a:gd name="connsiteY59723" fmla="*/ 543866 h 2398711"/>
              <a:gd name="connsiteX59724" fmla="*/ 1257488 w 2119654"/>
              <a:gd name="connsiteY59724" fmla="*/ 543296 h 2398711"/>
              <a:gd name="connsiteX59725" fmla="*/ 1256313 w 2119654"/>
              <a:gd name="connsiteY59725" fmla="*/ 541526 h 2398711"/>
              <a:gd name="connsiteX59726" fmla="*/ 1253458 w 2119654"/>
              <a:gd name="connsiteY59726" fmla="*/ 547316 h 2398711"/>
              <a:gd name="connsiteX59727" fmla="*/ 1254190 w 2119654"/>
              <a:gd name="connsiteY59727" fmla="*/ 551690 h 2398711"/>
              <a:gd name="connsiteX59728" fmla="*/ 1254410 w 2119654"/>
              <a:gd name="connsiteY59728" fmla="*/ 548428 h 2398711"/>
              <a:gd name="connsiteX59729" fmla="*/ 587704 w 2119654"/>
              <a:gd name="connsiteY59729" fmla="*/ 2038031 h 2398711"/>
              <a:gd name="connsiteX59730" fmla="*/ 591336 w 2119654"/>
              <a:gd name="connsiteY59730" fmla="*/ 2038956 h 2398711"/>
              <a:gd name="connsiteX59731" fmla="*/ 594491 w 2119654"/>
              <a:gd name="connsiteY59731" fmla="*/ 2037416 h 2398711"/>
              <a:gd name="connsiteX59732" fmla="*/ 593027 w 2119654"/>
              <a:gd name="connsiteY59732" fmla="*/ 2037009 h 2398711"/>
              <a:gd name="connsiteX59733" fmla="*/ 611009 w 2119654"/>
              <a:gd name="connsiteY59733" fmla="*/ 1985532 h 2398711"/>
              <a:gd name="connsiteX59734" fmla="*/ 611579 w 2119654"/>
              <a:gd name="connsiteY59734" fmla="*/ 1985594 h 2398711"/>
              <a:gd name="connsiteX59735" fmla="*/ 611723 w 2119654"/>
              <a:gd name="connsiteY59735" fmla="*/ 1985548 h 2398711"/>
              <a:gd name="connsiteX59736" fmla="*/ 611717 w 2119654"/>
              <a:gd name="connsiteY59736" fmla="*/ 1985491 h 2398711"/>
              <a:gd name="connsiteX59737" fmla="*/ 1254984 w 2119654"/>
              <a:gd name="connsiteY59737" fmla="*/ 543449 h 2398711"/>
              <a:gd name="connsiteX59738" fmla="*/ 1254664 w 2119654"/>
              <a:gd name="connsiteY59738" fmla="*/ 548224 h 2398711"/>
              <a:gd name="connsiteX59739" fmla="*/ 1257275 w 2119654"/>
              <a:gd name="connsiteY59739" fmla="*/ 551278 h 2398711"/>
              <a:gd name="connsiteX59740" fmla="*/ 1257928 w 2119654"/>
              <a:gd name="connsiteY59740" fmla="*/ 548957 h 2398711"/>
              <a:gd name="connsiteX59741" fmla="*/ 1255205 w 2119654"/>
              <a:gd name="connsiteY59741" fmla="*/ 543129 h 2398711"/>
              <a:gd name="connsiteX59742" fmla="*/ 1281776 w 2119654"/>
              <a:gd name="connsiteY59742" fmla="*/ 483426 h 2398711"/>
              <a:gd name="connsiteX59743" fmla="*/ 1285116 w 2119654"/>
              <a:gd name="connsiteY59743" fmla="*/ 487261 h 2398711"/>
              <a:gd name="connsiteX59744" fmla="*/ 1284890 w 2119654"/>
              <a:gd name="connsiteY59744" fmla="*/ 486201 h 2398711"/>
              <a:gd name="connsiteX59745" fmla="*/ 1283985 w 2119654"/>
              <a:gd name="connsiteY59745" fmla="*/ 484444 h 2398711"/>
              <a:gd name="connsiteX59746" fmla="*/ 1282811 w 2119654"/>
              <a:gd name="connsiteY59746" fmla="*/ 482235 h 2398711"/>
              <a:gd name="connsiteX59747" fmla="*/ 584886 w 2119654"/>
              <a:gd name="connsiteY59747" fmla="*/ 2043766 h 2398711"/>
              <a:gd name="connsiteX59748" fmla="*/ 591815 w 2119654"/>
              <a:gd name="connsiteY59748" fmla="*/ 2045237 h 2398711"/>
              <a:gd name="connsiteX59749" fmla="*/ 594115 w 2119654"/>
              <a:gd name="connsiteY59749" fmla="*/ 2045056 h 2398711"/>
              <a:gd name="connsiteX59750" fmla="*/ 600351 w 2119654"/>
              <a:gd name="connsiteY59750" fmla="*/ 2044314 h 2398711"/>
              <a:gd name="connsiteX59751" fmla="*/ 593525 w 2119654"/>
              <a:gd name="connsiteY59751" fmla="*/ 2042577 h 2398711"/>
              <a:gd name="connsiteX59752" fmla="*/ 587141 w 2119654"/>
              <a:gd name="connsiteY59752" fmla="*/ 2043217 h 2398711"/>
              <a:gd name="connsiteX59753" fmla="*/ 585861 w 2119654"/>
              <a:gd name="connsiteY59753" fmla="*/ 2043428 h 2398711"/>
              <a:gd name="connsiteX59754" fmla="*/ 1281069 w 2119654"/>
              <a:gd name="connsiteY59754" fmla="*/ 484238 h 2398711"/>
              <a:gd name="connsiteX59755" fmla="*/ 1281558 w 2119654"/>
              <a:gd name="connsiteY59755" fmla="*/ 484952 h 2398711"/>
              <a:gd name="connsiteX59756" fmla="*/ 1284367 w 2119654"/>
              <a:gd name="connsiteY59756" fmla="*/ 489429 h 2398711"/>
              <a:gd name="connsiteX59757" fmla="*/ 1285273 w 2119654"/>
              <a:gd name="connsiteY59757" fmla="*/ 488285 h 2398711"/>
              <a:gd name="connsiteX59758" fmla="*/ 1281409 w 2119654"/>
              <a:gd name="connsiteY59758" fmla="*/ 483847 h 2398711"/>
              <a:gd name="connsiteX59759" fmla="*/ 1253395 w 2119654"/>
              <a:gd name="connsiteY59759" fmla="*/ 546032 h 2398711"/>
              <a:gd name="connsiteX59760" fmla="*/ 1253431 w 2119654"/>
              <a:gd name="connsiteY59760" fmla="*/ 546785 h 2398711"/>
              <a:gd name="connsiteX59761" fmla="*/ 1254441 w 2119654"/>
              <a:gd name="connsiteY59761" fmla="*/ 547964 h 2398711"/>
              <a:gd name="connsiteX59762" fmla="*/ 1254717 w 2119654"/>
              <a:gd name="connsiteY59762" fmla="*/ 543836 h 2398711"/>
              <a:gd name="connsiteX59763" fmla="*/ 1254021 w 2119654"/>
              <a:gd name="connsiteY59763" fmla="*/ 544843 h 2398711"/>
              <a:gd name="connsiteX59764" fmla="*/ 1280157 w 2119654"/>
              <a:gd name="connsiteY59764" fmla="*/ 486039 h 2398711"/>
              <a:gd name="connsiteX59765" fmla="*/ 1279767 w 2119654"/>
              <a:gd name="connsiteY59765" fmla="*/ 490596 h 2398711"/>
              <a:gd name="connsiteX59766" fmla="*/ 1281299 w 2119654"/>
              <a:gd name="connsiteY59766" fmla="*/ 493302 h 2398711"/>
              <a:gd name="connsiteX59767" fmla="*/ 1283159 w 2119654"/>
              <a:gd name="connsiteY59767" fmla="*/ 490953 h 2398711"/>
              <a:gd name="connsiteX59768" fmla="*/ 1283029 w 2119654"/>
              <a:gd name="connsiteY59768" fmla="*/ 490618 h 2398711"/>
              <a:gd name="connsiteX59769" fmla="*/ 609279 w 2119654"/>
              <a:gd name="connsiteY59769" fmla="*/ 1988125 h 2398711"/>
              <a:gd name="connsiteX59770" fmla="*/ 612062 w 2119654"/>
              <a:gd name="connsiteY59770" fmla="*/ 1989224 h 2398711"/>
              <a:gd name="connsiteX59771" fmla="*/ 612302 w 2119654"/>
              <a:gd name="connsiteY59771" fmla="*/ 1989213 h 2398711"/>
              <a:gd name="connsiteX59772" fmla="*/ 611960 w 2119654"/>
              <a:gd name="connsiteY59772" fmla="*/ 1987742 h 2398711"/>
              <a:gd name="connsiteX59773" fmla="*/ 611945 w 2119654"/>
              <a:gd name="connsiteY59773" fmla="*/ 1987603 h 2398711"/>
              <a:gd name="connsiteX59774" fmla="*/ 1267637 w 2119654"/>
              <a:gd name="connsiteY59774" fmla="*/ 513707 h 2398711"/>
              <a:gd name="connsiteX59775" fmla="*/ 1268284 w 2119654"/>
              <a:gd name="connsiteY59775" fmla="*/ 515696 h 2398711"/>
              <a:gd name="connsiteX59776" fmla="*/ 1268624 w 2119654"/>
              <a:gd name="connsiteY59776" fmla="*/ 512462 h 2398711"/>
              <a:gd name="connsiteX59777" fmla="*/ 601801 w 2119654"/>
              <a:gd name="connsiteY59777" fmla="*/ 2003964 h 2398711"/>
              <a:gd name="connsiteX59778" fmla="*/ 602938 w 2119654"/>
              <a:gd name="connsiteY59778" fmla="*/ 2004360 h 2398711"/>
              <a:gd name="connsiteX59779" fmla="*/ 602909 w 2119654"/>
              <a:gd name="connsiteY59779" fmla="*/ 2004111 h 2398711"/>
              <a:gd name="connsiteX59780" fmla="*/ 602457 w 2119654"/>
              <a:gd name="connsiteY59780" fmla="*/ 2003955 h 2398711"/>
              <a:gd name="connsiteX59781" fmla="*/ 1257206 w 2119654"/>
              <a:gd name="connsiteY59781" fmla="*/ 536188 h 2398711"/>
              <a:gd name="connsiteX59782" fmla="*/ 1257430 w 2119654"/>
              <a:gd name="connsiteY59782" fmla="*/ 536961 h 2398711"/>
              <a:gd name="connsiteX59783" fmla="*/ 1257617 w 2119654"/>
              <a:gd name="connsiteY59783" fmla="*/ 536691 h 2398711"/>
              <a:gd name="connsiteX59784" fmla="*/ 1265632 w 2119654"/>
              <a:gd name="connsiteY59784" fmla="*/ 517272 h 2398711"/>
              <a:gd name="connsiteX59785" fmla="*/ 1265712 w 2119654"/>
              <a:gd name="connsiteY59785" fmla="*/ 518800 h 2398711"/>
              <a:gd name="connsiteX59786" fmla="*/ 1265845 w 2119654"/>
              <a:gd name="connsiteY59786" fmla="*/ 519052 h 2398711"/>
              <a:gd name="connsiteX59787" fmla="*/ 1267721 w 2119654"/>
              <a:gd name="connsiteY59787" fmla="*/ 521057 h 2398711"/>
              <a:gd name="connsiteX59788" fmla="*/ 1267930 w 2119654"/>
              <a:gd name="connsiteY59788" fmla="*/ 519061 h 2398711"/>
              <a:gd name="connsiteX59789" fmla="*/ 603798 w 2119654"/>
              <a:gd name="connsiteY59789" fmla="*/ 1999208 h 2398711"/>
              <a:gd name="connsiteX59790" fmla="*/ 610707 w 2119654"/>
              <a:gd name="connsiteY59790" fmla="*/ 2000820 h 2398711"/>
              <a:gd name="connsiteX59791" fmla="*/ 608752 w 2119654"/>
              <a:gd name="connsiteY59791" fmla="*/ 1997817 h 2398711"/>
              <a:gd name="connsiteX59792" fmla="*/ 593506 w 2119654"/>
              <a:gd name="connsiteY59792" fmla="*/ 2021977 h 2398711"/>
              <a:gd name="connsiteX59793" fmla="*/ 601501 w 2119654"/>
              <a:gd name="connsiteY59793" fmla="*/ 2023798 h 2398711"/>
              <a:gd name="connsiteX59794" fmla="*/ 605555 w 2119654"/>
              <a:gd name="connsiteY59794" fmla="*/ 2024406 h 2398711"/>
              <a:gd name="connsiteX59795" fmla="*/ 605312 w 2119654"/>
              <a:gd name="connsiteY59795" fmla="*/ 2022560 h 2398711"/>
              <a:gd name="connsiteX59796" fmla="*/ 597386 w 2119654"/>
              <a:gd name="connsiteY59796" fmla="*/ 2020712 h 2398711"/>
              <a:gd name="connsiteX59797" fmla="*/ 1266221 w 2119654"/>
              <a:gd name="connsiteY59797" fmla="*/ 515495 h 2398711"/>
              <a:gd name="connsiteX59798" fmla="*/ 1267799 w 2119654"/>
              <a:gd name="connsiteY59798" fmla="*/ 516725 h 2398711"/>
              <a:gd name="connsiteX59799" fmla="*/ 1267568 w 2119654"/>
              <a:gd name="connsiteY59799" fmla="*/ 515906 h 2398711"/>
              <a:gd name="connsiteX59800" fmla="*/ 1266862 w 2119654"/>
              <a:gd name="connsiteY59800" fmla="*/ 514685 h 2398711"/>
              <a:gd name="connsiteX59801" fmla="*/ 1255223 w 2119654"/>
              <a:gd name="connsiteY59801" fmla="*/ 539883 h 2398711"/>
              <a:gd name="connsiteX59802" fmla="*/ 1255202 w 2119654"/>
              <a:gd name="connsiteY59802" fmla="*/ 540187 h 2398711"/>
              <a:gd name="connsiteX59803" fmla="*/ 1255315 w 2119654"/>
              <a:gd name="connsiteY59803" fmla="*/ 540023 h 2398711"/>
              <a:gd name="connsiteX59804" fmla="*/ 1247239 w 2119654"/>
              <a:gd name="connsiteY59804" fmla="*/ 557729 h 2398711"/>
              <a:gd name="connsiteX59805" fmla="*/ 1247576 w 2119654"/>
              <a:gd name="connsiteY59805" fmla="*/ 560406 h 2398711"/>
              <a:gd name="connsiteX59806" fmla="*/ 1247438 w 2119654"/>
              <a:gd name="connsiteY59806" fmla="*/ 557537 h 2398711"/>
              <a:gd name="connsiteX59807" fmla="*/ 1247402 w 2119654"/>
              <a:gd name="connsiteY59807" fmla="*/ 557423 h 2398711"/>
              <a:gd name="connsiteX59808" fmla="*/ 582346 w 2119654"/>
              <a:gd name="connsiteY59808" fmla="*/ 2046304 h 2398711"/>
              <a:gd name="connsiteX59809" fmla="*/ 594964 w 2119654"/>
              <a:gd name="connsiteY59809" fmla="*/ 2051802 h 2398711"/>
              <a:gd name="connsiteX59810" fmla="*/ 603594 w 2119654"/>
              <a:gd name="connsiteY59810" fmla="*/ 2048597 h 2398711"/>
              <a:gd name="connsiteX59811" fmla="*/ 590067 w 2119654"/>
              <a:gd name="connsiteY59811" fmla="*/ 2045699 h 2398711"/>
              <a:gd name="connsiteX59812" fmla="*/ 1280442 w 2119654"/>
              <a:gd name="connsiteY59812" fmla="*/ 482735 h 2398711"/>
              <a:gd name="connsiteX59813" fmla="*/ 1280407 w 2119654"/>
              <a:gd name="connsiteY59813" fmla="*/ 483130 h 2398711"/>
              <a:gd name="connsiteX59814" fmla="*/ 1280531 w 2119654"/>
              <a:gd name="connsiteY59814" fmla="*/ 483450 h 2398711"/>
              <a:gd name="connsiteX59815" fmla="*/ 1280843 w 2119654"/>
              <a:gd name="connsiteY59815" fmla="*/ 483904 h 2398711"/>
              <a:gd name="connsiteX59816" fmla="*/ 1281150 w 2119654"/>
              <a:gd name="connsiteY59816" fmla="*/ 483551 h 2398711"/>
              <a:gd name="connsiteX59817" fmla="*/ 1262043 w 2119654"/>
              <a:gd name="connsiteY59817" fmla="*/ 523789 h 2398711"/>
              <a:gd name="connsiteX59818" fmla="*/ 1261797 w 2119654"/>
              <a:gd name="connsiteY59818" fmla="*/ 530637 h 2398711"/>
              <a:gd name="connsiteX59819" fmla="*/ 1263977 w 2119654"/>
              <a:gd name="connsiteY59819" fmla="*/ 527481 h 2398711"/>
              <a:gd name="connsiteX59820" fmla="*/ 1263891 w 2119654"/>
              <a:gd name="connsiteY59820" fmla="*/ 525844 h 2398711"/>
              <a:gd name="connsiteX59821" fmla="*/ 1263416 w 2119654"/>
              <a:gd name="connsiteY59821" fmla="*/ 525253 h 2398711"/>
              <a:gd name="connsiteX59822" fmla="*/ 1319582 w 2119654"/>
              <a:gd name="connsiteY59822" fmla="*/ 394878 h 2398711"/>
              <a:gd name="connsiteX59823" fmla="*/ 1326265 w 2119654"/>
              <a:gd name="connsiteY59823" fmla="*/ 404034 h 2398711"/>
              <a:gd name="connsiteX59824" fmla="*/ 1337175 w 2119654"/>
              <a:gd name="connsiteY59824" fmla="*/ 420312 h 2398711"/>
              <a:gd name="connsiteX59825" fmla="*/ 1338899 w 2119654"/>
              <a:gd name="connsiteY59825" fmla="*/ 417002 h 2398711"/>
              <a:gd name="connsiteX59826" fmla="*/ 1337454 w 2119654"/>
              <a:gd name="connsiteY59826" fmla="*/ 411099 h 2398711"/>
              <a:gd name="connsiteX59827" fmla="*/ 1328258 w 2119654"/>
              <a:gd name="connsiteY59827" fmla="*/ 385781 h 2398711"/>
              <a:gd name="connsiteX59828" fmla="*/ 1278100 w 2119654"/>
              <a:gd name="connsiteY59828" fmla="*/ 487654 h 2398711"/>
              <a:gd name="connsiteX59829" fmla="*/ 1278136 w 2119654"/>
              <a:gd name="connsiteY59829" fmla="*/ 487715 h 2398711"/>
              <a:gd name="connsiteX59830" fmla="*/ 1278161 w 2119654"/>
              <a:gd name="connsiteY59830" fmla="*/ 487583 h 2398711"/>
              <a:gd name="connsiteX59831" fmla="*/ 602900 w 2119654"/>
              <a:gd name="connsiteY59831" fmla="*/ 1999460 h 2398711"/>
              <a:gd name="connsiteX59832" fmla="*/ 603117 w 2119654"/>
              <a:gd name="connsiteY59832" fmla="*/ 2001292 h 2398711"/>
              <a:gd name="connsiteX59833" fmla="*/ 606189 w 2119654"/>
              <a:gd name="connsiteY59833" fmla="*/ 2002356 h 2398711"/>
              <a:gd name="connsiteX59834" fmla="*/ 611262 w 2119654"/>
              <a:gd name="connsiteY59834" fmla="*/ 2001673 h 2398711"/>
              <a:gd name="connsiteX59835" fmla="*/ 611075 w 2119654"/>
              <a:gd name="connsiteY59835" fmla="*/ 2001386 h 2398711"/>
              <a:gd name="connsiteX59836" fmla="*/ 603363 w 2119654"/>
              <a:gd name="connsiteY59836" fmla="*/ 1999330 h 2398711"/>
              <a:gd name="connsiteX59837" fmla="*/ 1255345 w 2119654"/>
              <a:gd name="connsiteY59837" fmla="*/ 538058 h 2398711"/>
              <a:gd name="connsiteX59838" fmla="*/ 1255322 w 2119654"/>
              <a:gd name="connsiteY59838" fmla="*/ 538407 h 2398711"/>
              <a:gd name="connsiteX59839" fmla="*/ 1255756 w 2119654"/>
              <a:gd name="connsiteY59839" fmla="*/ 539062 h 2398711"/>
              <a:gd name="connsiteX59840" fmla="*/ 1274236 w 2119654"/>
              <a:gd name="connsiteY59840" fmla="*/ 495639 h 2398711"/>
              <a:gd name="connsiteX59841" fmla="*/ 1274410 w 2119654"/>
              <a:gd name="connsiteY59841" fmla="*/ 495885 h 2398711"/>
              <a:gd name="connsiteX59842" fmla="*/ 1274339 w 2119654"/>
              <a:gd name="connsiteY59842" fmla="*/ 495435 h 2398711"/>
              <a:gd name="connsiteX59843" fmla="*/ 1273234 w 2119654"/>
              <a:gd name="connsiteY59843" fmla="*/ 497633 h 2398711"/>
              <a:gd name="connsiteX59844" fmla="*/ 1273655 w 2119654"/>
              <a:gd name="connsiteY59844" fmla="*/ 498932 h 2398711"/>
              <a:gd name="connsiteX59845" fmla="*/ 1275194 w 2119654"/>
              <a:gd name="connsiteY59845" fmla="*/ 500856 h 2398711"/>
              <a:gd name="connsiteX59846" fmla="*/ 1274644 w 2119654"/>
              <a:gd name="connsiteY59846" fmla="*/ 497367 h 2398711"/>
              <a:gd name="connsiteX59847" fmla="*/ 1273897 w 2119654"/>
              <a:gd name="connsiteY59847" fmla="*/ 496314 h 2398711"/>
              <a:gd name="connsiteX59848" fmla="*/ 1255387 w 2119654"/>
              <a:gd name="connsiteY59848" fmla="*/ 537443 h 2398711"/>
              <a:gd name="connsiteX59849" fmla="*/ 1255377 w 2119654"/>
              <a:gd name="connsiteY59849" fmla="*/ 537593 h 2398711"/>
              <a:gd name="connsiteX59850" fmla="*/ 1255978 w 2119654"/>
              <a:gd name="connsiteY59850" fmla="*/ 539064 h 2398711"/>
              <a:gd name="connsiteX59851" fmla="*/ 1256289 w 2119654"/>
              <a:gd name="connsiteY59851" fmla="*/ 538614 h 2398711"/>
              <a:gd name="connsiteX59852" fmla="*/ 1256271 w 2119654"/>
              <a:gd name="connsiteY59852" fmla="*/ 538576 h 2398711"/>
              <a:gd name="connsiteX59853" fmla="*/ 598288 w 2119654"/>
              <a:gd name="connsiteY59853" fmla="*/ 2008773 h 2398711"/>
              <a:gd name="connsiteX59854" fmla="*/ 599753 w 2119654"/>
              <a:gd name="connsiteY59854" fmla="*/ 2009214 h 2398711"/>
              <a:gd name="connsiteX59855" fmla="*/ 600547 w 2119654"/>
              <a:gd name="connsiteY59855" fmla="*/ 2008933 h 2398711"/>
              <a:gd name="connsiteX59856" fmla="*/ 601157 w 2119654"/>
              <a:gd name="connsiteY59856" fmla="*/ 2008624 h 2398711"/>
              <a:gd name="connsiteX59857" fmla="*/ 598936 w 2119654"/>
              <a:gd name="connsiteY59857" fmla="*/ 2008496 h 2398711"/>
              <a:gd name="connsiteX59858" fmla="*/ 606782 w 2119654"/>
              <a:gd name="connsiteY59858" fmla="*/ 1989667 h 2398711"/>
              <a:gd name="connsiteX59859" fmla="*/ 608706 w 2119654"/>
              <a:gd name="connsiteY59859" fmla="*/ 1992620 h 2398711"/>
              <a:gd name="connsiteX59860" fmla="*/ 612957 w 2119654"/>
              <a:gd name="connsiteY59860" fmla="*/ 1992040 h 2398711"/>
              <a:gd name="connsiteX59861" fmla="*/ 612357 w 2119654"/>
              <a:gd name="connsiteY59861" fmla="*/ 1989451 h 2398711"/>
              <a:gd name="connsiteX59862" fmla="*/ 612282 w 2119654"/>
              <a:gd name="connsiteY59862" fmla="*/ 1989422 h 2398711"/>
              <a:gd name="connsiteX59863" fmla="*/ 1268710 w 2119654"/>
              <a:gd name="connsiteY59863" fmla="*/ 506632 h 2398711"/>
              <a:gd name="connsiteX59864" fmla="*/ 1269156 w 2119654"/>
              <a:gd name="connsiteY59864" fmla="*/ 507371 h 2398711"/>
              <a:gd name="connsiteX59865" fmla="*/ 1269361 w 2119654"/>
              <a:gd name="connsiteY59865" fmla="*/ 505419 h 2398711"/>
              <a:gd name="connsiteX59866" fmla="*/ 1269335 w 2119654"/>
              <a:gd name="connsiteY59866" fmla="*/ 505390 h 2398711"/>
              <a:gd name="connsiteX59867" fmla="*/ 1267841 w 2119654"/>
              <a:gd name="connsiteY59867" fmla="*/ 508366 h 2398711"/>
              <a:gd name="connsiteX59868" fmla="*/ 1268607 w 2119654"/>
              <a:gd name="connsiteY59868" fmla="*/ 509320 h 2398711"/>
              <a:gd name="connsiteX59869" fmla="*/ 1269006 w 2119654"/>
              <a:gd name="connsiteY59869" fmla="*/ 508818 h 2398711"/>
              <a:gd name="connsiteX59870" fmla="*/ 1269010 w 2119654"/>
              <a:gd name="connsiteY59870" fmla="*/ 508776 h 2398711"/>
              <a:gd name="connsiteX59871" fmla="*/ 1268275 w 2119654"/>
              <a:gd name="connsiteY59871" fmla="*/ 507499 h 2398711"/>
              <a:gd name="connsiteX59872" fmla="*/ 1267894 w 2119654"/>
              <a:gd name="connsiteY59872" fmla="*/ 508256 h 2398711"/>
              <a:gd name="connsiteX59873" fmla="*/ 1266676 w 2119654"/>
              <a:gd name="connsiteY59873" fmla="*/ 510762 h 2398711"/>
              <a:gd name="connsiteX59874" fmla="*/ 1266906 w 2119654"/>
              <a:gd name="connsiteY59874" fmla="*/ 511467 h 2398711"/>
              <a:gd name="connsiteX59875" fmla="*/ 1267916 w 2119654"/>
              <a:gd name="connsiteY59875" fmla="*/ 510193 h 2398711"/>
              <a:gd name="connsiteX59876" fmla="*/ 1267316 w 2119654"/>
              <a:gd name="connsiteY59876" fmla="*/ 509447 h 2398711"/>
              <a:gd name="connsiteX59877" fmla="*/ 1265943 w 2119654"/>
              <a:gd name="connsiteY59877" fmla="*/ 512272 h 2398711"/>
              <a:gd name="connsiteX59878" fmla="*/ 1266079 w 2119654"/>
              <a:gd name="connsiteY59878" fmla="*/ 512510 h 2398711"/>
              <a:gd name="connsiteX59879" fmla="*/ 1266472 w 2119654"/>
              <a:gd name="connsiteY59879" fmla="*/ 512015 h 2398711"/>
              <a:gd name="connsiteX59880" fmla="*/ 1266333 w 2119654"/>
              <a:gd name="connsiteY59880" fmla="*/ 511523 h 2398711"/>
              <a:gd name="connsiteX59881" fmla="*/ 1266322 w 2119654"/>
              <a:gd name="connsiteY59881" fmla="*/ 511491 h 2398711"/>
              <a:gd name="connsiteX59882" fmla="*/ 1265426 w 2119654"/>
              <a:gd name="connsiteY59882" fmla="*/ 513336 h 2398711"/>
              <a:gd name="connsiteX59883" fmla="*/ 1265804 w 2119654"/>
              <a:gd name="connsiteY59883" fmla="*/ 512857 h 2398711"/>
              <a:gd name="connsiteX59884" fmla="*/ 1265726 w 2119654"/>
              <a:gd name="connsiteY59884" fmla="*/ 512720 h 2398711"/>
              <a:gd name="connsiteX59885" fmla="*/ 1273351 w 2119654"/>
              <a:gd name="connsiteY59885" fmla="*/ 495542 h 2398711"/>
              <a:gd name="connsiteX59886" fmla="*/ 1273157 w 2119654"/>
              <a:gd name="connsiteY59886" fmla="*/ 497393 h 2398711"/>
              <a:gd name="connsiteX59887" fmla="*/ 1273171 w 2119654"/>
              <a:gd name="connsiteY59887" fmla="*/ 497437 h 2398711"/>
              <a:gd name="connsiteX59888" fmla="*/ 1273802 w 2119654"/>
              <a:gd name="connsiteY59888" fmla="*/ 496180 h 2398711"/>
              <a:gd name="connsiteX59889" fmla="*/ 1275483 w 2119654"/>
              <a:gd name="connsiteY59889" fmla="*/ 490665 h 2398711"/>
              <a:gd name="connsiteX59890" fmla="*/ 1276752 w 2119654"/>
              <a:gd name="connsiteY59890" fmla="*/ 494753 h 2398711"/>
              <a:gd name="connsiteX59891" fmla="*/ 1277486 w 2119654"/>
              <a:gd name="connsiteY59891" fmla="*/ 491018 h 2398711"/>
              <a:gd name="connsiteX59892" fmla="*/ 1276572 w 2119654"/>
              <a:gd name="connsiteY59892" fmla="*/ 489412 h 2398711"/>
              <a:gd name="connsiteX59893" fmla="*/ 1280808 w 2119654"/>
              <a:gd name="connsiteY59893" fmla="*/ 478469 h 2398711"/>
              <a:gd name="connsiteX59894" fmla="*/ 1280507 w 2119654"/>
              <a:gd name="connsiteY59894" fmla="*/ 481969 h 2398711"/>
              <a:gd name="connsiteX59895" fmla="*/ 1281517 w 2119654"/>
              <a:gd name="connsiteY59895" fmla="*/ 483128 h 2398711"/>
              <a:gd name="connsiteX59896" fmla="*/ 1282614 w 2119654"/>
              <a:gd name="connsiteY59896" fmla="*/ 481866 h 2398711"/>
              <a:gd name="connsiteX59897" fmla="*/ 614034 w 2119654"/>
              <a:gd name="connsiteY59897" fmla="*/ 1971270 h 2398711"/>
              <a:gd name="connsiteX59898" fmla="*/ 614096 w 2119654"/>
              <a:gd name="connsiteY59898" fmla="*/ 1972373 h 2398711"/>
              <a:gd name="connsiteX59899" fmla="*/ 615905 w 2119654"/>
              <a:gd name="connsiteY59899" fmla="*/ 1973326 h 2398711"/>
              <a:gd name="connsiteX59900" fmla="*/ 617716 w 2119654"/>
              <a:gd name="connsiteY59900" fmla="*/ 1972855 h 2398711"/>
              <a:gd name="connsiteX59901" fmla="*/ 1274998 w 2119654"/>
              <a:gd name="connsiteY59901" fmla="*/ 491223 h 2398711"/>
              <a:gd name="connsiteX59902" fmla="*/ 1276088 w 2119654"/>
              <a:gd name="connsiteY59902" fmla="*/ 498133 h 2398711"/>
              <a:gd name="connsiteX59903" fmla="*/ 1276601 w 2119654"/>
              <a:gd name="connsiteY59903" fmla="*/ 495520 h 2398711"/>
              <a:gd name="connsiteX59904" fmla="*/ 1275196 w 2119654"/>
              <a:gd name="connsiteY59904" fmla="*/ 490995 h 2398711"/>
              <a:gd name="connsiteX59905" fmla="*/ 606174 w 2119654"/>
              <a:gd name="connsiteY59905" fmla="*/ 1988732 h 2398711"/>
              <a:gd name="connsiteX59906" fmla="*/ 606651 w 2119654"/>
              <a:gd name="connsiteY59906" fmla="*/ 1989465 h 2398711"/>
              <a:gd name="connsiteX59907" fmla="*/ 611809 w 2119654"/>
              <a:gd name="connsiteY59907" fmla="*/ 1989235 h 2398711"/>
              <a:gd name="connsiteX59908" fmla="*/ 609090 w 2119654"/>
              <a:gd name="connsiteY59908" fmla="*/ 1988162 h 2398711"/>
              <a:gd name="connsiteX59909" fmla="*/ 1255602 w 2119654"/>
              <a:gd name="connsiteY59909" fmla="*/ 534229 h 2398711"/>
              <a:gd name="connsiteX59910" fmla="*/ 1255487 w 2119654"/>
              <a:gd name="connsiteY59910" fmla="*/ 535939 h 2398711"/>
              <a:gd name="connsiteX59911" fmla="*/ 1256320 w 2119654"/>
              <a:gd name="connsiteY59911" fmla="*/ 537712 h 2398711"/>
              <a:gd name="connsiteX59912" fmla="*/ 1256639 w 2119654"/>
              <a:gd name="connsiteY59912" fmla="*/ 538107 h 2398711"/>
              <a:gd name="connsiteX59913" fmla="*/ 1257025 w 2119654"/>
              <a:gd name="connsiteY59913" fmla="*/ 537547 h 2398711"/>
              <a:gd name="connsiteX59914" fmla="*/ 1256315 w 2119654"/>
              <a:gd name="connsiteY59914" fmla="*/ 535099 h 2398711"/>
              <a:gd name="connsiteX59915" fmla="*/ 1253085 w 2119654"/>
              <a:gd name="connsiteY59915" fmla="*/ 539584 h 2398711"/>
              <a:gd name="connsiteX59916" fmla="*/ 1253251 w 2119654"/>
              <a:gd name="connsiteY59916" fmla="*/ 543013 h 2398711"/>
              <a:gd name="connsiteX59917" fmla="*/ 1254384 w 2119654"/>
              <a:gd name="connsiteY59917" fmla="*/ 541373 h 2398711"/>
              <a:gd name="connsiteX59918" fmla="*/ 1254139 w 2119654"/>
              <a:gd name="connsiteY59918" fmla="*/ 540851 h 2398711"/>
              <a:gd name="connsiteX59919" fmla="*/ 1257683 w 2119654"/>
              <a:gd name="connsiteY59919" fmla="*/ 529270 h 2398711"/>
              <a:gd name="connsiteX59920" fmla="*/ 1258443 w 2119654"/>
              <a:gd name="connsiteY59920" fmla="*/ 531607 h 2398711"/>
              <a:gd name="connsiteX59921" fmla="*/ 1260021 w 2119654"/>
              <a:gd name="connsiteY59921" fmla="*/ 533208 h 2398711"/>
              <a:gd name="connsiteX59922" fmla="*/ 1261499 w 2119654"/>
              <a:gd name="connsiteY59922" fmla="*/ 531070 h 2398711"/>
              <a:gd name="connsiteX59923" fmla="*/ 1261867 w 2119654"/>
              <a:gd name="connsiteY59923" fmla="*/ 523603 h 2398711"/>
              <a:gd name="connsiteX59924" fmla="*/ 1260925 w 2119654"/>
              <a:gd name="connsiteY59924" fmla="*/ 522597 h 2398711"/>
              <a:gd name="connsiteX59925" fmla="*/ 1265355 w 2119654"/>
              <a:gd name="connsiteY59925" fmla="*/ 512082 h 2398711"/>
              <a:gd name="connsiteX59926" fmla="*/ 1265399 w 2119654"/>
              <a:gd name="connsiteY59926" fmla="*/ 512896 h 2398711"/>
              <a:gd name="connsiteX59927" fmla="*/ 1265598 w 2119654"/>
              <a:gd name="connsiteY59927" fmla="*/ 512500 h 2398711"/>
              <a:gd name="connsiteX59928" fmla="*/ 613994 w 2119654"/>
              <a:gd name="connsiteY59928" fmla="*/ 1970559 h 2398711"/>
              <a:gd name="connsiteX59929" fmla="*/ 613999 w 2119654"/>
              <a:gd name="connsiteY59929" fmla="*/ 1970649 h 2398711"/>
              <a:gd name="connsiteX59930" fmla="*/ 616999 w 2119654"/>
              <a:gd name="connsiteY59930" fmla="*/ 1971940 h 2398711"/>
              <a:gd name="connsiteX59931" fmla="*/ 616068 w 2119654"/>
              <a:gd name="connsiteY59931" fmla="*/ 1971057 h 2398711"/>
              <a:gd name="connsiteX59932" fmla="*/ 602519 w 2119654"/>
              <a:gd name="connsiteY59932" fmla="*/ 1996217 h 2398711"/>
              <a:gd name="connsiteX59933" fmla="*/ 602843 w 2119654"/>
              <a:gd name="connsiteY59933" fmla="*/ 1998965 h 2398711"/>
              <a:gd name="connsiteX59934" fmla="*/ 608471 w 2119654"/>
              <a:gd name="connsiteY59934" fmla="*/ 1997385 h 2398711"/>
              <a:gd name="connsiteX59935" fmla="*/ 607426 w 2119654"/>
              <a:gd name="connsiteY59935" fmla="*/ 1995781 h 2398711"/>
              <a:gd name="connsiteX59936" fmla="*/ 604467 w 2119654"/>
              <a:gd name="connsiteY59936" fmla="*/ 1996186 h 2398711"/>
              <a:gd name="connsiteX59937" fmla="*/ 1257174 w 2119654"/>
              <a:gd name="connsiteY59937" fmla="*/ 530318 h 2398711"/>
              <a:gd name="connsiteX59938" fmla="*/ 1257910 w 2119654"/>
              <a:gd name="connsiteY59938" fmla="*/ 531065 h 2398711"/>
              <a:gd name="connsiteX59939" fmla="*/ 1257469 w 2119654"/>
              <a:gd name="connsiteY59939" fmla="*/ 529710 h 2398711"/>
              <a:gd name="connsiteX59940" fmla="*/ 1256127 w 2119654"/>
              <a:gd name="connsiteY59940" fmla="*/ 532470 h 2398711"/>
              <a:gd name="connsiteX59941" fmla="*/ 1256810 w 2119654"/>
              <a:gd name="connsiteY59941" fmla="*/ 534824 h 2398711"/>
              <a:gd name="connsiteX59942" fmla="*/ 1257947 w 2119654"/>
              <a:gd name="connsiteY59942" fmla="*/ 536213 h 2398711"/>
              <a:gd name="connsiteX59943" fmla="*/ 1258991 w 2119654"/>
              <a:gd name="connsiteY59943" fmla="*/ 534701 h 2398711"/>
              <a:gd name="connsiteX59944" fmla="*/ 1256417 w 2119654"/>
              <a:gd name="connsiteY59944" fmla="*/ 531873 h 2398711"/>
              <a:gd name="connsiteX59945" fmla="*/ 1255664 w 2119654"/>
              <a:gd name="connsiteY59945" fmla="*/ 533423 h 2398711"/>
              <a:gd name="connsiteX59946" fmla="*/ 1255919 w 2119654"/>
              <a:gd name="connsiteY59946" fmla="*/ 533735 h 2398711"/>
              <a:gd name="connsiteX59947" fmla="*/ 1255767 w 2119654"/>
              <a:gd name="connsiteY59947" fmla="*/ 533211 h 2398711"/>
              <a:gd name="connsiteX59948" fmla="*/ 549928 w 2119654"/>
              <a:gd name="connsiteY59948" fmla="*/ 2113640 h 2398711"/>
              <a:gd name="connsiteX59949" fmla="*/ 552341 w 2119654"/>
              <a:gd name="connsiteY59949" fmla="*/ 2121648 h 2398711"/>
              <a:gd name="connsiteX59950" fmla="*/ 575127 w 2119654"/>
              <a:gd name="connsiteY59950" fmla="*/ 2118433 h 2398711"/>
              <a:gd name="connsiteX59951" fmla="*/ 574759 w 2119654"/>
              <a:gd name="connsiteY59951" fmla="*/ 2118369 h 2398711"/>
              <a:gd name="connsiteX59952" fmla="*/ 1315669 w 2119654"/>
              <a:gd name="connsiteY59952" fmla="*/ 398982 h 2398711"/>
              <a:gd name="connsiteX59953" fmla="*/ 1321841 w 2119654"/>
              <a:gd name="connsiteY59953" fmla="*/ 430019 h 2398711"/>
              <a:gd name="connsiteX59954" fmla="*/ 1323335 w 2119654"/>
              <a:gd name="connsiteY59954" fmla="*/ 433063 h 2398711"/>
              <a:gd name="connsiteX59955" fmla="*/ 1326539 w 2119654"/>
              <a:gd name="connsiteY59955" fmla="*/ 439819 h 2398711"/>
              <a:gd name="connsiteX59956" fmla="*/ 1328266 w 2119654"/>
              <a:gd name="connsiteY59956" fmla="*/ 437809 h 2398711"/>
              <a:gd name="connsiteX59957" fmla="*/ 1334248 w 2119654"/>
              <a:gd name="connsiteY59957" fmla="*/ 425933 h 2398711"/>
              <a:gd name="connsiteX59958" fmla="*/ 1336252 w 2119654"/>
              <a:gd name="connsiteY59958" fmla="*/ 422084 h 2398711"/>
              <a:gd name="connsiteX59959" fmla="*/ 1318663 w 2119654"/>
              <a:gd name="connsiteY59959" fmla="*/ 395842 h 2398711"/>
              <a:gd name="connsiteX59960" fmla="*/ 1254972 w 2119654"/>
              <a:gd name="connsiteY59960" fmla="*/ 534845 h 2398711"/>
              <a:gd name="connsiteX59961" fmla="*/ 1255276 w 2119654"/>
              <a:gd name="connsiteY59961" fmla="*/ 535491 h 2398711"/>
              <a:gd name="connsiteX59962" fmla="*/ 1255376 w 2119654"/>
              <a:gd name="connsiteY59962" fmla="*/ 534018 h 2398711"/>
              <a:gd name="connsiteX59963" fmla="*/ 1254609 w 2119654"/>
              <a:gd name="connsiteY59963" fmla="*/ 535595 h 2398711"/>
              <a:gd name="connsiteX59964" fmla="*/ 1255219 w 2119654"/>
              <a:gd name="connsiteY59964" fmla="*/ 536351 h 2398711"/>
              <a:gd name="connsiteX59965" fmla="*/ 1255220 w 2119654"/>
              <a:gd name="connsiteY59965" fmla="*/ 536340 h 2398711"/>
              <a:gd name="connsiteX59966" fmla="*/ 1254740 w 2119654"/>
              <a:gd name="connsiteY59966" fmla="*/ 535324 h 2398711"/>
              <a:gd name="connsiteX59967" fmla="*/ 1254121 w 2119654"/>
              <a:gd name="connsiteY59967" fmla="*/ 536599 h 2398711"/>
              <a:gd name="connsiteX59968" fmla="*/ 1255103 w 2119654"/>
              <a:gd name="connsiteY59968" fmla="*/ 538078 h 2398711"/>
              <a:gd name="connsiteX59969" fmla="*/ 1255138 w 2119654"/>
              <a:gd name="connsiteY59969" fmla="*/ 537551 h 2398711"/>
              <a:gd name="connsiteX59970" fmla="*/ 1254773 w 2119654"/>
              <a:gd name="connsiteY59970" fmla="*/ 536659 h 2398711"/>
              <a:gd name="connsiteX59971" fmla="*/ 1254353 w 2119654"/>
              <a:gd name="connsiteY59971" fmla="*/ 536121 h 2398711"/>
              <a:gd name="connsiteX59972" fmla="*/ 1253597 w 2119654"/>
              <a:gd name="connsiteY59972" fmla="*/ 537678 h 2398711"/>
              <a:gd name="connsiteX59973" fmla="*/ 1254908 w 2119654"/>
              <a:gd name="connsiteY59973" fmla="*/ 540483 h 2398711"/>
              <a:gd name="connsiteX59974" fmla="*/ 1254939 w 2119654"/>
              <a:gd name="connsiteY59974" fmla="*/ 540521 h 2398711"/>
              <a:gd name="connsiteX59975" fmla="*/ 1255003 w 2119654"/>
              <a:gd name="connsiteY59975" fmla="*/ 539554 h 2398711"/>
              <a:gd name="connsiteX59976" fmla="*/ 1253665 w 2119654"/>
              <a:gd name="connsiteY59976" fmla="*/ 537536 h 2398711"/>
              <a:gd name="connsiteX59977" fmla="*/ 1273639 w 2119654"/>
              <a:gd name="connsiteY59977" fmla="*/ 492784 h 2398711"/>
              <a:gd name="connsiteX59978" fmla="*/ 1273456 w 2119654"/>
              <a:gd name="connsiteY59978" fmla="*/ 494538 h 2398711"/>
              <a:gd name="connsiteX59979" fmla="*/ 1274141 w 2119654"/>
              <a:gd name="connsiteY59979" fmla="*/ 495506 h 2398711"/>
              <a:gd name="connsiteX59980" fmla="*/ 1274300 w 2119654"/>
              <a:gd name="connsiteY59980" fmla="*/ 495189 h 2398711"/>
              <a:gd name="connsiteX59981" fmla="*/ 1273878 w 2119654"/>
              <a:gd name="connsiteY59981" fmla="*/ 492510 h 2398711"/>
              <a:gd name="connsiteX59982" fmla="*/ 580230 w 2119654"/>
              <a:gd name="connsiteY59982" fmla="*/ 2045382 h 2398711"/>
              <a:gd name="connsiteX59983" fmla="*/ 581712 w 2119654"/>
              <a:gd name="connsiteY59983" fmla="*/ 2046028 h 2398711"/>
              <a:gd name="connsiteX59984" fmla="*/ 588953 w 2119654"/>
              <a:gd name="connsiteY59984" fmla="*/ 2045460 h 2398711"/>
              <a:gd name="connsiteX59985" fmla="*/ 583420 w 2119654"/>
              <a:gd name="connsiteY59985" fmla="*/ 2044275 h 2398711"/>
              <a:gd name="connsiteX59986" fmla="*/ 613939 w 2119654"/>
              <a:gd name="connsiteY59986" fmla="*/ 1969572 h 2398711"/>
              <a:gd name="connsiteX59987" fmla="*/ 613967 w 2119654"/>
              <a:gd name="connsiteY59987" fmla="*/ 1970080 h 2398711"/>
              <a:gd name="connsiteX59988" fmla="*/ 615372 w 2119654"/>
              <a:gd name="connsiteY59988" fmla="*/ 1970397 h 2398711"/>
              <a:gd name="connsiteX59989" fmla="*/ 615144 w 2119654"/>
              <a:gd name="connsiteY59989" fmla="*/ 1970181 h 2398711"/>
              <a:gd name="connsiteX59990" fmla="*/ 613538 w 2119654"/>
              <a:gd name="connsiteY59990" fmla="*/ 1970450 h 2398711"/>
              <a:gd name="connsiteX59991" fmla="*/ 613569 w 2119654"/>
              <a:gd name="connsiteY59991" fmla="*/ 1970463 h 2398711"/>
              <a:gd name="connsiteX59992" fmla="*/ 613569 w 2119654"/>
              <a:gd name="connsiteY59992" fmla="*/ 1970457 h 2398711"/>
              <a:gd name="connsiteX59993" fmla="*/ 600248 w 2119654"/>
              <a:gd name="connsiteY59993" fmla="*/ 2000205 h 2398711"/>
              <a:gd name="connsiteX59994" fmla="*/ 601309 w 2119654"/>
              <a:gd name="connsiteY59994" fmla="*/ 2000666 h 2398711"/>
              <a:gd name="connsiteX59995" fmla="*/ 602554 w 2119654"/>
              <a:gd name="connsiteY59995" fmla="*/ 2001098 h 2398711"/>
              <a:gd name="connsiteX59996" fmla="*/ 602379 w 2119654"/>
              <a:gd name="connsiteY59996" fmla="*/ 1999607 h 2398711"/>
              <a:gd name="connsiteX59997" fmla="*/ 613181 w 2119654"/>
              <a:gd name="connsiteY59997" fmla="*/ 1970903 h 2398711"/>
              <a:gd name="connsiteX59998" fmla="*/ 613294 w 2119654"/>
              <a:gd name="connsiteY59998" fmla="*/ 1971951 h 2398711"/>
              <a:gd name="connsiteX59999" fmla="*/ 613664 w 2119654"/>
              <a:gd name="connsiteY59999" fmla="*/ 1972146 h 2398711"/>
              <a:gd name="connsiteX60000" fmla="*/ 613604 w 2119654"/>
              <a:gd name="connsiteY60000" fmla="*/ 1971086 h 2398711"/>
              <a:gd name="connsiteX60001" fmla="*/ 1273752 w 2119654"/>
              <a:gd name="connsiteY60001" fmla="*/ 491711 h 2398711"/>
              <a:gd name="connsiteX60002" fmla="*/ 1273710 w 2119654"/>
              <a:gd name="connsiteY60002" fmla="*/ 492109 h 2398711"/>
              <a:gd name="connsiteX60003" fmla="*/ 1273798 w 2119654"/>
              <a:gd name="connsiteY60003" fmla="*/ 492007 h 2398711"/>
              <a:gd name="connsiteX60004" fmla="*/ 1274720 w 2119654"/>
              <a:gd name="connsiteY60004" fmla="*/ 489460 h 2398711"/>
              <a:gd name="connsiteX60005" fmla="*/ 1274919 w 2119654"/>
              <a:gd name="connsiteY60005" fmla="*/ 490719 h 2398711"/>
              <a:gd name="connsiteX60006" fmla="*/ 1275060 w 2119654"/>
              <a:gd name="connsiteY60006" fmla="*/ 490555 h 2398711"/>
              <a:gd name="connsiteX60007" fmla="*/ 1278566 w 2119654"/>
              <a:gd name="connsiteY60007" fmla="*/ 480582 h 2398711"/>
              <a:gd name="connsiteX60008" fmla="*/ 1278827 w 2119654"/>
              <a:gd name="connsiteY60008" fmla="*/ 480962 h 2398711"/>
              <a:gd name="connsiteX60009" fmla="*/ 1278833 w 2119654"/>
              <a:gd name="connsiteY60009" fmla="*/ 480888 h 2398711"/>
              <a:gd name="connsiteX60010" fmla="*/ 1246873 w 2119654"/>
              <a:gd name="connsiteY60010" fmla="*/ 551514 h 2398711"/>
              <a:gd name="connsiteX60011" fmla="*/ 1247032 w 2119654"/>
              <a:gd name="connsiteY60011" fmla="*/ 552018 h 2398711"/>
              <a:gd name="connsiteX60012" fmla="*/ 1247163 w 2119654"/>
              <a:gd name="connsiteY60012" fmla="*/ 551828 h 2398711"/>
              <a:gd name="connsiteX60013" fmla="*/ 1247122 w 2119654"/>
              <a:gd name="connsiteY60013" fmla="*/ 550999 h 2398711"/>
              <a:gd name="connsiteX60014" fmla="*/ 1255805 w 2119654"/>
              <a:gd name="connsiteY60014" fmla="*/ 531199 h 2398711"/>
              <a:gd name="connsiteX60015" fmla="*/ 1255796 w 2119654"/>
              <a:gd name="connsiteY60015" fmla="*/ 531330 h 2398711"/>
              <a:gd name="connsiteX60016" fmla="*/ 1255993 w 2119654"/>
              <a:gd name="connsiteY60016" fmla="*/ 532006 h 2398711"/>
              <a:gd name="connsiteX60017" fmla="*/ 1256183 w 2119654"/>
              <a:gd name="connsiteY60017" fmla="*/ 531614 h 2398711"/>
              <a:gd name="connsiteX60018" fmla="*/ 593944 w 2119654"/>
              <a:gd name="connsiteY60018" fmla="*/ 2013136 h 2398711"/>
              <a:gd name="connsiteX60019" fmla="*/ 600903 w 2119654"/>
              <a:gd name="connsiteY60019" fmla="*/ 2013337 h 2398711"/>
              <a:gd name="connsiteX60020" fmla="*/ 603772 w 2119654"/>
              <a:gd name="connsiteY60020" fmla="*/ 2012385 h 2398711"/>
              <a:gd name="connsiteX60021" fmla="*/ 599605 w 2119654"/>
              <a:gd name="connsiteY60021" fmla="*/ 2011132 h 2398711"/>
              <a:gd name="connsiteX60022" fmla="*/ 1253213 w 2119654"/>
              <a:gd name="connsiteY60022" fmla="*/ 536856 h 2398711"/>
              <a:gd name="connsiteX60023" fmla="*/ 1253420 w 2119654"/>
              <a:gd name="connsiteY60023" fmla="*/ 537300 h 2398711"/>
              <a:gd name="connsiteX60024" fmla="*/ 1253457 w 2119654"/>
              <a:gd name="connsiteY60024" fmla="*/ 537223 h 2398711"/>
              <a:gd name="connsiteX60025" fmla="*/ 1345137 w 2119654"/>
              <a:gd name="connsiteY60025" fmla="*/ 330672 h 2398711"/>
              <a:gd name="connsiteX60026" fmla="*/ 1345441 w 2119654"/>
              <a:gd name="connsiteY60026" fmla="*/ 336500 h 2398711"/>
              <a:gd name="connsiteX60027" fmla="*/ 1346373 w 2119654"/>
              <a:gd name="connsiteY60027" fmla="*/ 367148 h 2398711"/>
              <a:gd name="connsiteX60028" fmla="*/ 1348722 w 2119654"/>
              <a:gd name="connsiteY60028" fmla="*/ 364834 h 2398711"/>
              <a:gd name="connsiteX60029" fmla="*/ 1346641 w 2119654"/>
              <a:gd name="connsiteY60029" fmla="*/ 360900 h 2398711"/>
              <a:gd name="connsiteX60030" fmla="*/ 1346971 w 2119654"/>
              <a:gd name="connsiteY60030" fmla="*/ 361044 h 2398711"/>
              <a:gd name="connsiteX60031" fmla="*/ 1348889 w 2119654"/>
              <a:gd name="connsiteY60031" fmla="*/ 364670 h 2398711"/>
              <a:gd name="connsiteX60032" fmla="*/ 1355271 w 2119654"/>
              <a:gd name="connsiteY60032" fmla="*/ 358384 h 2398711"/>
              <a:gd name="connsiteX60033" fmla="*/ 1348620 w 2119654"/>
              <a:gd name="connsiteY60033" fmla="*/ 335353 h 2398711"/>
              <a:gd name="connsiteX60034" fmla="*/ 1346846 w 2119654"/>
              <a:gd name="connsiteY60034" fmla="*/ 329507 h 2398711"/>
              <a:gd name="connsiteX60035" fmla="*/ 1294799 w 2119654"/>
              <a:gd name="connsiteY60035" fmla="*/ 443297 h 2398711"/>
              <a:gd name="connsiteX60036" fmla="*/ 1297491 w 2119654"/>
              <a:gd name="connsiteY60036" fmla="*/ 451184 h 2398711"/>
              <a:gd name="connsiteX60037" fmla="*/ 1299875 w 2119654"/>
              <a:gd name="connsiteY60037" fmla="*/ 458499 h 2398711"/>
              <a:gd name="connsiteX60038" fmla="*/ 1301289 w 2119654"/>
              <a:gd name="connsiteY60038" fmla="*/ 460607 h 2398711"/>
              <a:gd name="connsiteX60039" fmla="*/ 1306466 w 2119654"/>
              <a:gd name="connsiteY60039" fmla="*/ 454811 h 2398711"/>
              <a:gd name="connsiteX60040" fmla="*/ 1294377 w 2119654"/>
              <a:gd name="connsiteY60040" fmla="*/ 444065 h 2398711"/>
              <a:gd name="connsiteX60041" fmla="*/ 1295315 w 2119654"/>
              <a:gd name="connsiteY60041" fmla="*/ 451695 h 2398711"/>
              <a:gd name="connsiteX60042" fmla="*/ 1298331 w 2119654"/>
              <a:gd name="connsiteY60042" fmla="*/ 456195 h 2398711"/>
              <a:gd name="connsiteX60043" fmla="*/ 585488 w 2119654"/>
              <a:gd name="connsiteY60043" fmla="*/ 2031355 h 2398711"/>
              <a:gd name="connsiteX60044" fmla="*/ 588341 w 2119654"/>
              <a:gd name="connsiteY60044" fmla="*/ 2032678 h 2398711"/>
              <a:gd name="connsiteX60045" fmla="*/ 592508 w 2119654"/>
              <a:gd name="connsiteY60045" fmla="*/ 2031878 h 2398711"/>
              <a:gd name="connsiteX60046" fmla="*/ 1262586 w 2119654"/>
              <a:gd name="connsiteY60046" fmla="*/ 514902 h 2398711"/>
              <a:gd name="connsiteX60047" fmla="*/ 1262928 w 2119654"/>
              <a:gd name="connsiteY60047" fmla="*/ 515939 h 2398711"/>
              <a:gd name="connsiteX60048" fmla="*/ 1263163 w 2119654"/>
              <a:gd name="connsiteY60048" fmla="*/ 516192 h 2398711"/>
              <a:gd name="connsiteX60049" fmla="*/ 1263329 w 2119654"/>
              <a:gd name="connsiteY60049" fmla="*/ 515983 h 2398711"/>
              <a:gd name="connsiteX60050" fmla="*/ 1263147 w 2119654"/>
              <a:gd name="connsiteY60050" fmla="*/ 515338 h 2398711"/>
              <a:gd name="connsiteX60051" fmla="*/ 1281272 w 2119654"/>
              <a:gd name="connsiteY60051" fmla="*/ 473058 h 2398711"/>
              <a:gd name="connsiteX60052" fmla="*/ 1280833 w 2119654"/>
              <a:gd name="connsiteY60052" fmla="*/ 478174 h 2398711"/>
              <a:gd name="connsiteX60053" fmla="*/ 1282728 w 2119654"/>
              <a:gd name="connsiteY60053" fmla="*/ 481736 h 2398711"/>
              <a:gd name="connsiteX60054" fmla="*/ 1283702 w 2119654"/>
              <a:gd name="connsiteY60054" fmla="*/ 480616 h 2398711"/>
              <a:gd name="connsiteX60055" fmla="*/ 1283447 w 2119654"/>
              <a:gd name="connsiteY60055" fmla="*/ 479416 h 2398711"/>
              <a:gd name="connsiteX60056" fmla="*/ 1256991 w 2119654"/>
              <a:gd name="connsiteY60056" fmla="*/ 527144 h 2398711"/>
              <a:gd name="connsiteX60057" fmla="*/ 1257538 w 2119654"/>
              <a:gd name="connsiteY60057" fmla="*/ 528826 h 2398711"/>
              <a:gd name="connsiteX60058" fmla="*/ 1260520 w 2119654"/>
              <a:gd name="connsiteY60058" fmla="*/ 522691 h 2398711"/>
              <a:gd name="connsiteX60059" fmla="*/ 612984 w 2119654"/>
              <a:gd name="connsiteY60059" fmla="*/ 1969090 h 2398711"/>
              <a:gd name="connsiteX60060" fmla="*/ 613070 w 2119654"/>
              <a:gd name="connsiteY60060" fmla="*/ 1969878 h 2398711"/>
              <a:gd name="connsiteX60061" fmla="*/ 613542 w 2119654"/>
              <a:gd name="connsiteY60061" fmla="*/ 1969984 h 2398711"/>
              <a:gd name="connsiteX60062" fmla="*/ 613507 w 2119654"/>
              <a:gd name="connsiteY60062" fmla="*/ 1969354 h 2398711"/>
              <a:gd name="connsiteX60063" fmla="*/ 591264 w 2119654"/>
              <a:gd name="connsiteY60063" fmla="*/ 2017612 h 2398711"/>
              <a:gd name="connsiteX60064" fmla="*/ 600072 w 2119654"/>
              <a:gd name="connsiteY60064" fmla="*/ 2019666 h 2398711"/>
              <a:gd name="connsiteX60065" fmla="*/ 604730 w 2119654"/>
              <a:gd name="connsiteY60065" fmla="*/ 2018147 h 2398711"/>
              <a:gd name="connsiteX60066" fmla="*/ 604161 w 2119654"/>
              <a:gd name="connsiteY60066" fmla="*/ 2013830 h 2398711"/>
              <a:gd name="connsiteX60067" fmla="*/ 603248 w 2119654"/>
              <a:gd name="connsiteY60067" fmla="*/ 2013804 h 2398711"/>
              <a:gd name="connsiteX60068" fmla="*/ 1265518 w 2119654"/>
              <a:gd name="connsiteY60068" fmla="*/ 507208 h 2398711"/>
              <a:gd name="connsiteX60069" fmla="*/ 1266596 w 2119654"/>
              <a:gd name="connsiteY60069" fmla="*/ 510515 h 2398711"/>
              <a:gd name="connsiteX60070" fmla="*/ 1267203 w 2119654"/>
              <a:gd name="connsiteY60070" fmla="*/ 509307 h 2398711"/>
              <a:gd name="connsiteX60071" fmla="*/ 1345048 w 2119654"/>
              <a:gd name="connsiteY60071" fmla="*/ 328984 h 2398711"/>
              <a:gd name="connsiteX60072" fmla="*/ 1345116 w 2119654"/>
              <a:gd name="connsiteY60072" fmla="*/ 330282 h 2398711"/>
              <a:gd name="connsiteX60073" fmla="*/ 1346744 w 2119654"/>
              <a:gd name="connsiteY60073" fmla="*/ 329171 h 2398711"/>
              <a:gd name="connsiteX60074" fmla="*/ 1346162 w 2119654"/>
              <a:gd name="connsiteY60074" fmla="*/ 327252 h 2398711"/>
              <a:gd name="connsiteX60075" fmla="*/ 1255969 w 2119654"/>
              <a:gd name="connsiteY60075" fmla="*/ 528434 h 2398711"/>
              <a:gd name="connsiteX60076" fmla="*/ 1255935 w 2119654"/>
              <a:gd name="connsiteY60076" fmla="*/ 529061 h 2398711"/>
              <a:gd name="connsiteX60077" fmla="*/ 1256932 w 2119654"/>
              <a:gd name="connsiteY60077" fmla="*/ 530072 h 2398711"/>
              <a:gd name="connsiteX60078" fmla="*/ 1257324 w 2119654"/>
              <a:gd name="connsiteY60078" fmla="*/ 529265 h 2398711"/>
              <a:gd name="connsiteX60079" fmla="*/ 1256737 w 2119654"/>
              <a:gd name="connsiteY60079" fmla="*/ 527465 h 2398711"/>
              <a:gd name="connsiteX60080" fmla="*/ 1265131 w 2119654"/>
              <a:gd name="connsiteY60080" fmla="*/ 507841 h 2398711"/>
              <a:gd name="connsiteX60081" fmla="*/ 1265308 w 2119654"/>
              <a:gd name="connsiteY60081" fmla="*/ 511176 h 2398711"/>
              <a:gd name="connsiteX60082" fmla="*/ 1265819 w 2119654"/>
              <a:gd name="connsiteY60082" fmla="*/ 512060 h 2398711"/>
              <a:gd name="connsiteX60083" fmla="*/ 1266237 w 2119654"/>
              <a:gd name="connsiteY60083" fmla="*/ 511229 h 2398711"/>
              <a:gd name="connsiteX60084" fmla="*/ 607984 w 2119654"/>
              <a:gd name="connsiteY60084" fmla="*/ 1979235 h 2398711"/>
              <a:gd name="connsiteX60085" fmla="*/ 608509 w 2119654"/>
              <a:gd name="connsiteY60085" fmla="*/ 1979443 h 2398711"/>
              <a:gd name="connsiteX60086" fmla="*/ 608331 w 2119654"/>
              <a:gd name="connsiteY60086" fmla="*/ 1979243 h 2398711"/>
              <a:gd name="connsiteX60087" fmla="*/ 1255679 w 2119654"/>
              <a:gd name="connsiteY60087" fmla="*/ 528800 h 2398711"/>
              <a:gd name="connsiteX60088" fmla="*/ 1255722 w 2119654"/>
              <a:gd name="connsiteY60088" fmla="*/ 528845 h 2398711"/>
              <a:gd name="connsiteX60089" fmla="*/ 1255730 w 2119654"/>
              <a:gd name="connsiteY60089" fmla="*/ 528735 h 2398711"/>
              <a:gd name="connsiteX60090" fmla="*/ 604665 w 2119654"/>
              <a:gd name="connsiteY60090" fmla="*/ 1986415 h 2398711"/>
              <a:gd name="connsiteX60091" fmla="*/ 604983 w 2119654"/>
              <a:gd name="connsiteY60091" fmla="*/ 1986903 h 2398711"/>
              <a:gd name="connsiteX60092" fmla="*/ 605597 w 2119654"/>
              <a:gd name="connsiteY60092" fmla="*/ 1986783 h 2398711"/>
              <a:gd name="connsiteX60093" fmla="*/ 1269626 w 2119654"/>
              <a:gd name="connsiteY60093" fmla="*/ 497401 h 2398711"/>
              <a:gd name="connsiteX60094" fmla="*/ 1270150 w 2119654"/>
              <a:gd name="connsiteY60094" fmla="*/ 497899 h 2398711"/>
              <a:gd name="connsiteX60095" fmla="*/ 1270221 w 2119654"/>
              <a:gd name="connsiteY60095" fmla="*/ 497220 h 2398711"/>
              <a:gd name="connsiteX60096" fmla="*/ 1270012 w 2119654"/>
              <a:gd name="connsiteY60096" fmla="*/ 496958 h 2398711"/>
              <a:gd name="connsiteX60097" fmla="*/ 1262748 w 2119654"/>
              <a:gd name="connsiteY60097" fmla="*/ 512713 h 2398711"/>
              <a:gd name="connsiteX60098" fmla="*/ 1262776 w 2119654"/>
              <a:gd name="connsiteY60098" fmla="*/ 512815 h 2398711"/>
              <a:gd name="connsiteX60099" fmla="*/ 1262924 w 2119654"/>
              <a:gd name="connsiteY60099" fmla="*/ 512931 h 2398711"/>
              <a:gd name="connsiteX60100" fmla="*/ 1253879 w 2119654"/>
              <a:gd name="connsiteY60100" fmla="*/ 532521 h 2398711"/>
              <a:gd name="connsiteX60101" fmla="*/ 1254795 w 2119654"/>
              <a:gd name="connsiteY60101" fmla="*/ 534470 h 2398711"/>
              <a:gd name="connsiteX60102" fmla="*/ 1255169 w 2119654"/>
              <a:gd name="connsiteY60102" fmla="*/ 533700 h 2398711"/>
              <a:gd name="connsiteX60103" fmla="*/ 1254031 w 2119654"/>
              <a:gd name="connsiteY60103" fmla="*/ 532309 h 2398711"/>
              <a:gd name="connsiteX60104" fmla="*/ 1253511 w 2119654"/>
              <a:gd name="connsiteY60104" fmla="*/ 533033 h 2398711"/>
              <a:gd name="connsiteX60105" fmla="*/ 1254417 w 2119654"/>
              <a:gd name="connsiteY60105" fmla="*/ 535248 h 2398711"/>
              <a:gd name="connsiteX60106" fmla="*/ 1254564 w 2119654"/>
              <a:gd name="connsiteY60106" fmla="*/ 534947 h 2398711"/>
              <a:gd name="connsiteX60107" fmla="*/ 1253603 w 2119654"/>
              <a:gd name="connsiteY60107" fmla="*/ 532905 h 2398711"/>
              <a:gd name="connsiteX60108" fmla="*/ 580761 w 2119654"/>
              <a:gd name="connsiteY60108" fmla="*/ 2039363 h 2398711"/>
              <a:gd name="connsiteX60109" fmla="*/ 582794 w 2119654"/>
              <a:gd name="connsiteY60109" fmla="*/ 2039602 h 2398711"/>
              <a:gd name="connsiteX60110" fmla="*/ 582970 w 2119654"/>
              <a:gd name="connsiteY60110" fmla="*/ 2039620 h 2398711"/>
              <a:gd name="connsiteX60111" fmla="*/ 581675 w 2119654"/>
              <a:gd name="connsiteY60111" fmla="*/ 2039187 h 2398711"/>
              <a:gd name="connsiteX60112" fmla="*/ 1343507 w 2119654"/>
              <a:gd name="connsiteY60112" fmla="*/ 331379 h 2398711"/>
              <a:gd name="connsiteX60113" fmla="*/ 1344736 w 2119654"/>
              <a:gd name="connsiteY60113" fmla="*/ 330541 h 2398711"/>
              <a:gd name="connsiteX60114" fmla="*/ 1344705 w 2119654"/>
              <a:gd name="connsiteY60114" fmla="*/ 329517 h 2398711"/>
              <a:gd name="connsiteX60115" fmla="*/ 1253052 w 2119654"/>
              <a:gd name="connsiteY60115" fmla="*/ 533671 h 2398711"/>
              <a:gd name="connsiteX60116" fmla="*/ 1254061 w 2119654"/>
              <a:gd name="connsiteY60116" fmla="*/ 534918 h 2398711"/>
              <a:gd name="connsiteX60117" fmla="*/ 1253370 w 2119654"/>
              <a:gd name="connsiteY60117" fmla="*/ 533229 h 2398711"/>
              <a:gd name="connsiteX60118" fmla="*/ 1252824 w 2119654"/>
              <a:gd name="connsiteY60118" fmla="*/ 534163 h 2398711"/>
              <a:gd name="connsiteX60119" fmla="*/ 1252849 w 2119654"/>
              <a:gd name="connsiteY60119" fmla="*/ 534682 h 2398711"/>
              <a:gd name="connsiteX60120" fmla="*/ 1253913 w 2119654"/>
              <a:gd name="connsiteY60120" fmla="*/ 536286 h 2398711"/>
              <a:gd name="connsiteX60121" fmla="*/ 1254132 w 2119654"/>
              <a:gd name="connsiteY60121" fmla="*/ 535836 h 2398711"/>
              <a:gd name="connsiteX60122" fmla="*/ 577395 w 2119654"/>
              <a:gd name="connsiteY60122" fmla="*/ 2046366 h 2398711"/>
              <a:gd name="connsiteX60123" fmla="*/ 577639 w 2119654"/>
              <a:gd name="connsiteY60123" fmla="*/ 2046348 h 2398711"/>
              <a:gd name="connsiteX60124" fmla="*/ 577564 w 2119654"/>
              <a:gd name="connsiteY60124" fmla="*/ 2046308 h 2398711"/>
              <a:gd name="connsiteX60125" fmla="*/ 604343 w 2119654"/>
              <a:gd name="connsiteY60125" fmla="*/ 1985921 h 2398711"/>
              <a:gd name="connsiteX60126" fmla="*/ 604568 w 2119654"/>
              <a:gd name="connsiteY60126" fmla="*/ 1986266 h 2398711"/>
              <a:gd name="connsiteX60127" fmla="*/ 605785 w 2119654"/>
              <a:gd name="connsiteY60127" fmla="*/ 1986747 h 2398711"/>
              <a:gd name="connsiteX60128" fmla="*/ 611012 w 2119654"/>
              <a:gd name="connsiteY60128" fmla="*/ 1985724 h 2398711"/>
              <a:gd name="connsiteX60129" fmla="*/ 609865 w 2119654"/>
              <a:gd name="connsiteY60129" fmla="*/ 1985599 h 2398711"/>
              <a:gd name="connsiteX60130" fmla="*/ 1253809 w 2119654"/>
              <a:gd name="connsiteY60130" fmla="*/ 531160 h 2398711"/>
              <a:gd name="connsiteX60131" fmla="*/ 1254204 w 2119654"/>
              <a:gd name="connsiteY60131" fmla="*/ 531641 h 2398711"/>
              <a:gd name="connsiteX60132" fmla="*/ 1254399 w 2119654"/>
              <a:gd name="connsiteY60132" fmla="*/ 531369 h 2398711"/>
              <a:gd name="connsiteX60133" fmla="*/ 1254786 w 2119654"/>
              <a:gd name="connsiteY60133" fmla="*/ 531258 h 2398711"/>
              <a:gd name="connsiteX60134" fmla="*/ 1254368 w 2119654"/>
              <a:gd name="connsiteY60134" fmla="*/ 531841 h 2398711"/>
              <a:gd name="connsiteX60135" fmla="*/ 1255434 w 2119654"/>
              <a:gd name="connsiteY60135" fmla="*/ 533144 h 2398711"/>
              <a:gd name="connsiteX60136" fmla="*/ 1255493 w 2119654"/>
              <a:gd name="connsiteY60136" fmla="*/ 532266 h 2398711"/>
              <a:gd name="connsiteX60137" fmla="*/ 1254893 w 2119654"/>
              <a:gd name="connsiteY60137" fmla="*/ 530196 h 2398711"/>
              <a:gd name="connsiteX60138" fmla="*/ 1254722 w 2119654"/>
              <a:gd name="connsiteY60138" fmla="*/ 530008 h 2398711"/>
              <a:gd name="connsiteX60139" fmla="*/ 1301972 w 2119654"/>
              <a:gd name="connsiteY60139" fmla="*/ 423289 h 2398711"/>
              <a:gd name="connsiteX60140" fmla="*/ 1308177 w 2119654"/>
              <a:gd name="connsiteY60140" fmla="*/ 448513 h 2398711"/>
              <a:gd name="connsiteX60141" fmla="*/ 1309639 w 2119654"/>
              <a:gd name="connsiteY60141" fmla="*/ 439025 h 2398711"/>
              <a:gd name="connsiteX60142" fmla="*/ 1308210 w 2119654"/>
              <a:gd name="connsiteY60142" fmla="*/ 429958 h 2398711"/>
              <a:gd name="connsiteX60143" fmla="*/ 1253451 w 2119654"/>
              <a:gd name="connsiteY60143" fmla="*/ 531612 h 2398711"/>
              <a:gd name="connsiteX60144" fmla="*/ 1253756 w 2119654"/>
              <a:gd name="connsiteY60144" fmla="*/ 532263 h 2398711"/>
              <a:gd name="connsiteX60145" fmla="*/ 1253866 w 2119654"/>
              <a:gd name="connsiteY60145" fmla="*/ 532110 h 2398711"/>
              <a:gd name="connsiteX60146" fmla="*/ 1253455 w 2119654"/>
              <a:gd name="connsiteY60146" fmla="*/ 531607 h 2398711"/>
              <a:gd name="connsiteX60147" fmla="*/ 1253107 w 2119654"/>
              <a:gd name="connsiteY60147" fmla="*/ 532045 h 2398711"/>
              <a:gd name="connsiteX60148" fmla="*/ 1253399 w 2119654"/>
              <a:gd name="connsiteY60148" fmla="*/ 532761 h 2398711"/>
              <a:gd name="connsiteX60149" fmla="*/ 1253482 w 2119654"/>
              <a:gd name="connsiteY60149" fmla="*/ 532646 h 2398711"/>
              <a:gd name="connsiteX60150" fmla="*/ 1253166 w 2119654"/>
              <a:gd name="connsiteY60150" fmla="*/ 531971 h 2398711"/>
              <a:gd name="connsiteX60151" fmla="*/ 1309688 w 2119654"/>
              <a:gd name="connsiteY60151" fmla="*/ 405254 h 2398711"/>
              <a:gd name="connsiteX60152" fmla="*/ 1320701 w 2119654"/>
              <a:gd name="connsiteY60152" fmla="*/ 427697 h 2398711"/>
              <a:gd name="connsiteX60153" fmla="*/ 1315108 w 2119654"/>
              <a:gd name="connsiteY60153" fmla="*/ 399570 h 2398711"/>
              <a:gd name="connsiteX60154" fmla="*/ 1245997 w 2119654"/>
              <a:gd name="connsiteY60154" fmla="*/ 547831 h 2398711"/>
              <a:gd name="connsiteX60155" fmla="*/ 1246184 w 2119654"/>
              <a:gd name="connsiteY60155" fmla="*/ 549321 h 2398711"/>
              <a:gd name="connsiteX60156" fmla="*/ 1246732 w 2119654"/>
              <a:gd name="connsiteY60156" fmla="*/ 551063 h 2398711"/>
              <a:gd name="connsiteX60157" fmla="*/ 1247090 w 2119654"/>
              <a:gd name="connsiteY60157" fmla="*/ 550327 h 2398711"/>
              <a:gd name="connsiteX60158" fmla="*/ 1247067 w 2119654"/>
              <a:gd name="connsiteY60158" fmla="*/ 549852 h 2398711"/>
              <a:gd name="connsiteX60159" fmla="*/ 1274046 w 2119654"/>
              <a:gd name="connsiteY60159" fmla="*/ 484971 h 2398711"/>
              <a:gd name="connsiteX60160" fmla="*/ 1274041 w 2119654"/>
              <a:gd name="connsiteY60160" fmla="*/ 485150 h 2398711"/>
              <a:gd name="connsiteX60161" fmla="*/ 1274319 w 2119654"/>
              <a:gd name="connsiteY60161" fmla="*/ 486914 h 2398711"/>
              <a:gd name="connsiteX60162" fmla="*/ 1275346 w 2119654"/>
              <a:gd name="connsiteY60162" fmla="*/ 490226 h 2398711"/>
              <a:gd name="connsiteX60163" fmla="*/ 1276368 w 2119654"/>
              <a:gd name="connsiteY60163" fmla="*/ 489051 h 2398711"/>
              <a:gd name="connsiteX60164" fmla="*/ 1252745 w 2119654"/>
              <a:gd name="connsiteY60164" fmla="*/ 532503 h 2398711"/>
              <a:gd name="connsiteX60165" fmla="*/ 1252786 w 2119654"/>
              <a:gd name="connsiteY60165" fmla="*/ 533341 h 2398711"/>
              <a:gd name="connsiteX60166" fmla="*/ 1252889 w 2119654"/>
              <a:gd name="connsiteY60166" fmla="*/ 533470 h 2398711"/>
              <a:gd name="connsiteX60167" fmla="*/ 1253258 w 2119654"/>
              <a:gd name="connsiteY60167" fmla="*/ 532956 h 2398711"/>
              <a:gd name="connsiteX60168" fmla="*/ 1252961 w 2119654"/>
              <a:gd name="connsiteY60168" fmla="*/ 532230 h 2398711"/>
              <a:gd name="connsiteX60169" fmla="*/ 601774 w 2119654"/>
              <a:gd name="connsiteY60169" fmla="*/ 1989890 h 2398711"/>
              <a:gd name="connsiteX60170" fmla="*/ 602200 w 2119654"/>
              <a:gd name="connsiteY60170" fmla="*/ 1993509 h 2398711"/>
              <a:gd name="connsiteX60171" fmla="*/ 605641 w 2119654"/>
              <a:gd name="connsiteY60171" fmla="*/ 1993039 h 2398711"/>
              <a:gd name="connsiteX60172" fmla="*/ 603539 w 2119654"/>
              <a:gd name="connsiteY60172" fmla="*/ 1989811 h 2398711"/>
              <a:gd name="connsiteX60173" fmla="*/ 1284357 w 2119654"/>
              <a:gd name="connsiteY60173" fmla="*/ 461382 h 2398711"/>
              <a:gd name="connsiteX60174" fmla="*/ 1284837 w 2119654"/>
              <a:gd name="connsiteY60174" fmla="*/ 462375 h 2398711"/>
              <a:gd name="connsiteX60175" fmla="*/ 1284795 w 2119654"/>
              <a:gd name="connsiteY60175" fmla="*/ 461852 h 2398711"/>
              <a:gd name="connsiteX60176" fmla="*/ 601740 w 2119654"/>
              <a:gd name="connsiteY60176" fmla="*/ 1989600 h 2398711"/>
              <a:gd name="connsiteX60177" fmla="*/ 601749 w 2119654"/>
              <a:gd name="connsiteY60177" fmla="*/ 1989683 h 2398711"/>
              <a:gd name="connsiteX60178" fmla="*/ 603408 w 2119654"/>
              <a:gd name="connsiteY60178" fmla="*/ 1989610 h 2398711"/>
              <a:gd name="connsiteX60179" fmla="*/ 603214 w 2119654"/>
              <a:gd name="connsiteY60179" fmla="*/ 1989312 h 2398711"/>
              <a:gd name="connsiteX60180" fmla="*/ 1265944 w 2119654"/>
              <a:gd name="connsiteY60180" fmla="*/ 502055 h 2398711"/>
              <a:gd name="connsiteX60181" fmla="*/ 1268622 w 2119654"/>
              <a:gd name="connsiteY60181" fmla="*/ 506485 h 2398711"/>
              <a:gd name="connsiteX60182" fmla="*/ 1269233 w 2119654"/>
              <a:gd name="connsiteY60182" fmla="*/ 505271 h 2398711"/>
              <a:gd name="connsiteX60183" fmla="*/ 1268745 w 2119654"/>
              <a:gd name="connsiteY60183" fmla="*/ 504712 h 2398711"/>
              <a:gd name="connsiteX60184" fmla="*/ 601186 w 2119654"/>
              <a:gd name="connsiteY60184" fmla="*/ 1989708 h 2398711"/>
              <a:gd name="connsiteX60185" fmla="*/ 601213 w 2119654"/>
              <a:gd name="connsiteY60185" fmla="*/ 1989707 h 2398711"/>
              <a:gd name="connsiteX60186" fmla="*/ 601213 w 2119654"/>
              <a:gd name="connsiteY60186" fmla="*/ 1989703 h 2398711"/>
              <a:gd name="connsiteX60187" fmla="*/ 1268524 w 2119654"/>
              <a:gd name="connsiteY60187" fmla="*/ 495099 h 2398711"/>
              <a:gd name="connsiteX60188" fmla="*/ 1269426 w 2119654"/>
              <a:gd name="connsiteY60188" fmla="*/ 497037 h 2398711"/>
              <a:gd name="connsiteX60189" fmla="*/ 1269763 w 2119654"/>
              <a:gd name="connsiteY60189" fmla="*/ 496648 h 2398711"/>
              <a:gd name="connsiteX60190" fmla="*/ 1261272 w 2119654"/>
              <a:gd name="connsiteY60190" fmla="*/ 510913 h 2398711"/>
              <a:gd name="connsiteX60191" fmla="*/ 1261597 w 2119654"/>
              <a:gd name="connsiteY60191" fmla="*/ 511898 h 2398711"/>
              <a:gd name="connsiteX60192" fmla="*/ 1262310 w 2119654"/>
              <a:gd name="connsiteY60192" fmla="*/ 512454 h 2398711"/>
              <a:gd name="connsiteX60193" fmla="*/ 1262313 w 2119654"/>
              <a:gd name="connsiteY60193" fmla="*/ 512370 h 2398711"/>
              <a:gd name="connsiteX60194" fmla="*/ 1262233 w 2119654"/>
              <a:gd name="connsiteY60194" fmla="*/ 512087 h 2398711"/>
              <a:gd name="connsiteX60195" fmla="*/ 1264674 w 2119654"/>
              <a:gd name="connsiteY60195" fmla="*/ 503098 h 2398711"/>
              <a:gd name="connsiteX60196" fmla="*/ 1264872 w 2119654"/>
              <a:gd name="connsiteY60196" fmla="*/ 504668 h 2398711"/>
              <a:gd name="connsiteX60197" fmla="*/ 1267739 w 2119654"/>
              <a:gd name="connsiteY60197" fmla="*/ 508240 h 2398711"/>
              <a:gd name="connsiteX60198" fmla="*/ 1268188 w 2119654"/>
              <a:gd name="connsiteY60198" fmla="*/ 507348 h 2398711"/>
              <a:gd name="connsiteX60199" fmla="*/ 1265315 w 2119654"/>
              <a:gd name="connsiteY60199" fmla="*/ 502360 h 2398711"/>
              <a:gd name="connsiteX60200" fmla="*/ 1262633 w 2119654"/>
              <a:gd name="connsiteY60200" fmla="*/ 507374 h 2398711"/>
              <a:gd name="connsiteX60201" fmla="*/ 1262494 w 2119654"/>
              <a:gd name="connsiteY60201" fmla="*/ 511227 h 2398711"/>
              <a:gd name="connsiteX60202" fmla="*/ 1263160 w 2119654"/>
              <a:gd name="connsiteY60202" fmla="*/ 512039 h 2398711"/>
              <a:gd name="connsiteX60203" fmla="*/ 1262941 w 2119654"/>
              <a:gd name="connsiteY60203" fmla="*/ 507905 h 2398711"/>
              <a:gd name="connsiteX60204" fmla="*/ 595133 w 2119654"/>
              <a:gd name="connsiteY60204" fmla="*/ 2001640 h 2398711"/>
              <a:gd name="connsiteX60205" fmla="*/ 597835 w 2119654"/>
              <a:gd name="connsiteY60205" fmla="*/ 2002582 h 2398711"/>
              <a:gd name="connsiteX60206" fmla="*/ 598468 w 2119654"/>
              <a:gd name="connsiteY60206" fmla="*/ 2002573 h 2398711"/>
              <a:gd name="connsiteX60207" fmla="*/ 595488 w 2119654"/>
              <a:gd name="connsiteY60207" fmla="*/ 2001541 h 2398711"/>
              <a:gd name="connsiteX60208" fmla="*/ 547921 w 2119654"/>
              <a:gd name="connsiteY60208" fmla="*/ 2106975 h 2398711"/>
              <a:gd name="connsiteX60209" fmla="*/ 549808 w 2119654"/>
              <a:gd name="connsiteY60209" fmla="*/ 2113238 h 2398711"/>
              <a:gd name="connsiteX60210" fmla="*/ 577409 w 2119654"/>
              <a:gd name="connsiteY60210" fmla="*/ 2118112 h 2398711"/>
              <a:gd name="connsiteX60211" fmla="*/ 588585 w 2119654"/>
              <a:gd name="connsiteY60211" fmla="*/ 2116535 h 2398711"/>
              <a:gd name="connsiteX60212" fmla="*/ 630072 w 2119654"/>
              <a:gd name="connsiteY60212" fmla="*/ 2108560 h 2398711"/>
              <a:gd name="connsiteX60213" fmla="*/ 630132 w 2119654"/>
              <a:gd name="connsiteY60213" fmla="*/ 2107049 h 2398711"/>
              <a:gd name="connsiteX60214" fmla="*/ 628418 w 2119654"/>
              <a:gd name="connsiteY60214" fmla="*/ 2107561 h 2398711"/>
              <a:gd name="connsiteX60215" fmla="*/ 628030 w 2119654"/>
              <a:gd name="connsiteY60215" fmla="*/ 2107365 h 2398711"/>
              <a:gd name="connsiteX60216" fmla="*/ 630145 w 2119654"/>
              <a:gd name="connsiteY60216" fmla="*/ 2106733 h 2398711"/>
              <a:gd name="connsiteX60217" fmla="*/ 630243 w 2119654"/>
              <a:gd name="connsiteY60217" fmla="*/ 2104296 h 2398711"/>
              <a:gd name="connsiteX60218" fmla="*/ 612568 w 2119654"/>
              <a:gd name="connsiteY60218" fmla="*/ 2104078 h 2398711"/>
              <a:gd name="connsiteX60219" fmla="*/ 612315 w 2119654"/>
              <a:gd name="connsiteY60219" fmla="*/ 2103834 h 2398711"/>
              <a:gd name="connsiteX60220" fmla="*/ 630253 w 2119654"/>
              <a:gd name="connsiteY60220" fmla="*/ 2104055 h 2398711"/>
              <a:gd name="connsiteX60221" fmla="*/ 630310 w 2119654"/>
              <a:gd name="connsiteY60221" fmla="*/ 2102639 h 2398711"/>
              <a:gd name="connsiteX60222" fmla="*/ 590216 w 2119654"/>
              <a:gd name="connsiteY60222" fmla="*/ 2105027 h 2398711"/>
              <a:gd name="connsiteX60223" fmla="*/ 1246364 w 2119654"/>
              <a:gd name="connsiteY60223" fmla="*/ 542979 h 2398711"/>
              <a:gd name="connsiteX60224" fmla="*/ 1246364 w 2119654"/>
              <a:gd name="connsiteY60224" fmla="*/ 542983 h 2398711"/>
              <a:gd name="connsiteX60225" fmla="*/ 1246713 w 2119654"/>
              <a:gd name="connsiteY60225" fmla="*/ 544497 h 2398711"/>
              <a:gd name="connsiteX60226" fmla="*/ 1246820 w 2119654"/>
              <a:gd name="connsiteY60226" fmla="*/ 544698 h 2398711"/>
              <a:gd name="connsiteX60227" fmla="*/ 1246713 w 2119654"/>
              <a:gd name="connsiteY60227" fmla="*/ 542492 h 2398711"/>
              <a:gd name="connsiteX60228" fmla="*/ 1344705 w 2119654"/>
              <a:gd name="connsiteY60228" fmla="*/ 322453 h 2398711"/>
              <a:gd name="connsiteX60229" fmla="*/ 1345032 w 2119654"/>
              <a:gd name="connsiteY60229" fmla="*/ 328685 h 2398711"/>
              <a:gd name="connsiteX60230" fmla="*/ 1346095 w 2119654"/>
              <a:gd name="connsiteY60230" fmla="*/ 327032 h 2398711"/>
              <a:gd name="connsiteX60231" fmla="*/ 601373 w 2119654"/>
              <a:gd name="connsiteY60231" fmla="*/ 1986485 h 2398711"/>
              <a:gd name="connsiteX60232" fmla="*/ 601502 w 2119654"/>
              <a:gd name="connsiteY60232" fmla="*/ 1987585 h 2398711"/>
              <a:gd name="connsiteX60233" fmla="*/ 602023 w 2119654"/>
              <a:gd name="connsiteY60233" fmla="*/ 1987483 h 2398711"/>
              <a:gd name="connsiteX60234" fmla="*/ 608807 w 2119654"/>
              <a:gd name="connsiteY60234" fmla="*/ 1969587 h 2398711"/>
              <a:gd name="connsiteX60235" fmla="*/ 610065 w 2119654"/>
              <a:gd name="connsiteY60235" fmla="*/ 1970249 h 2398711"/>
              <a:gd name="connsiteX60236" fmla="*/ 609994 w 2119654"/>
              <a:gd name="connsiteY60236" fmla="*/ 1969599 h 2398711"/>
              <a:gd name="connsiteX60237" fmla="*/ 609146 w 2119654"/>
              <a:gd name="connsiteY60237" fmla="*/ 1969396 h 2398711"/>
              <a:gd name="connsiteX60238" fmla="*/ 1262705 w 2119654"/>
              <a:gd name="connsiteY60238" fmla="*/ 505363 h 2398711"/>
              <a:gd name="connsiteX60239" fmla="*/ 1262660 w 2119654"/>
              <a:gd name="connsiteY60239" fmla="*/ 506599 h 2398711"/>
              <a:gd name="connsiteX60240" fmla="*/ 1262893 w 2119654"/>
              <a:gd name="connsiteY60240" fmla="*/ 507000 h 2398711"/>
              <a:gd name="connsiteX60241" fmla="*/ 1262800 w 2119654"/>
              <a:gd name="connsiteY60241" fmla="*/ 505252 h 2398711"/>
              <a:gd name="connsiteX60242" fmla="*/ 1262249 w 2119654"/>
              <a:gd name="connsiteY60242" fmla="*/ 505888 h 2398711"/>
              <a:gd name="connsiteX60243" fmla="*/ 1262530 w 2119654"/>
              <a:gd name="connsiteY60243" fmla="*/ 506372 h 2398711"/>
              <a:gd name="connsiteX60244" fmla="*/ 1262560 w 2119654"/>
              <a:gd name="connsiteY60244" fmla="*/ 505529 h 2398711"/>
              <a:gd name="connsiteX60245" fmla="*/ 1304951 w 2119654"/>
              <a:gd name="connsiteY60245" fmla="*/ 410221 h 2398711"/>
              <a:gd name="connsiteX60246" fmla="*/ 1308182 w 2119654"/>
              <a:gd name="connsiteY60246" fmla="*/ 426468 h 2398711"/>
              <a:gd name="connsiteX60247" fmla="*/ 1310983 w 2119654"/>
              <a:gd name="connsiteY60247" fmla="*/ 429461 h 2398711"/>
              <a:gd name="connsiteX60248" fmla="*/ 1311664 w 2119654"/>
              <a:gd name="connsiteY60248" fmla="*/ 424611 h 2398711"/>
              <a:gd name="connsiteX60249" fmla="*/ 1311770 w 2119654"/>
              <a:gd name="connsiteY60249" fmla="*/ 424792 h 2398711"/>
              <a:gd name="connsiteX60250" fmla="*/ 1311097 w 2119654"/>
              <a:gd name="connsiteY60250" fmla="*/ 429582 h 2398711"/>
              <a:gd name="connsiteX60251" fmla="*/ 1323730 w 2119654"/>
              <a:gd name="connsiteY60251" fmla="*/ 443087 h 2398711"/>
              <a:gd name="connsiteX60252" fmla="*/ 1323756 w 2119654"/>
              <a:gd name="connsiteY60252" fmla="*/ 443056 h 2398711"/>
              <a:gd name="connsiteX60253" fmla="*/ 1320949 w 2119654"/>
              <a:gd name="connsiteY60253" fmla="*/ 428943 h 2398711"/>
              <a:gd name="connsiteX60254" fmla="*/ 1316136 w 2119654"/>
              <a:gd name="connsiteY60254" fmla="*/ 418789 h 2398711"/>
              <a:gd name="connsiteX60255" fmla="*/ 1309559 w 2119654"/>
              <a:gd name="connsiteY60255" fmla="*/ 405388 h 2398711"/>
              <a:gd name="connsiteX60256" fmla="*/ 1264373 w 2119654"/>
              <a:gd name="connsiteY60256" fmla="*/ 500725 h 2398711"/>
              <a:gd name="connsiteX60257" fmla="*/ 1264607 w 2119654"/>
              <a:gd name="connsiteY60257" fmla="*/ 502580 h 2398711"/>
              <a:gd name="connsiteX60258" fmla="*/ 1265108 w 2119654"/>
              <a:gd name="connsiteY60258" fmla="*/ 502003 h 2398711"/>
              <a:gd name="connsiteX60259" fmla="*/ 1256533 w 2119654"/>
              <a:gd name="connsiteY60259" fmla="*/ 517908 h 2398711"/>
              <a:gd name="connsiteX60260" fmla="*/ 1256173 w 2119654"/>
              <a:gd name="connsiteY60260" fmla="*/ 524632 h 2398711"/>
              <a:gd name="connsiteX60261" fmla="*/ 1256261 w 2119654"/>
              <a:gd name="connsiteY60261" fmla="*/ 524904 h 2398711"/>
              <a:gd name="connsiteX60262" fmla="*/ 1259388 w 2119654"/>
              <a:gd name="connsiteY60262" fmla="*/ 520957 h 2398711"/>
              <a:gd name="connsiteX60263" fmla="*/ 608342 w 2119654"/>
              <a:gd name="connsiteY60263" fmla="*/ 1969202 h 2398711"/>
              <a:gd name="connsiteX60264" fmla="*/ 608399 w 2119654"/>
              <a:gd name="connsiteY60264" fmla="*/ 1969360 h 2398711"/>
              <a:gd name="connsiteX60265" fmla="*/ 608578 w 2119654"/>
              <a:gd name="connsiteY60265" fmla="*/ 1969259 h 2398711"/>
              <a:gd name="connsiteX60266" fmla="*/ 604422 w 2119654"/>
              <a:gd name="connsiteY60266" fmla="*/ 1977820 h 2398711"/>
              <a:gd name="connsiteX60267" fmla="*/ 606497 w 2119654"/>
              <a:gd name="connsiteY60267" fmla="*/ 1978644 h 2398711"/>
              <a:gd name="connsiteX60268" fmla="*/ 607828 w 2119654"/>
              <a:gd name="connsiteY60268" fmla="*/ 1978674 h 2398711"/>
              <a:gd name="connsiteX60269" fmla="*/ 606577 w 2119654"/>
              <a:gd name="connsiteY60269" fmla="*/ 1977260 h 2398711"/>
              <a:gd name="connsiteX60270" fmla="*/ 1261146 w 2119654"/>
              <a:gd name="connsiteY60270" fmla="*/ 507159 h 2398711"/>
              <a:gd name="connsiteX60271" fmla="*/ 1261679 w 2119654"/>
              <a:gd name="connsiteY60271" fmla="*/ 508906 h 2398711"/>
              <a:gd name="connsiteX60272" fmla="*/ 1262245 w 2119654"/>
              <a:gd name="connsiteY60272" fmla="*/ 510920 h 2398711"/>
              <a:gd name="connsiteX60273" fmla="*/ 1262360 w 2119654"/>
              <a:gd name="connsiteY60273" fmla="*/ 511063 h 2398711"/>
              <a:gd name="connsiteX60274" fmla="*/ 1262500 w 2119654"/>
              <a:gd name="connsiteY60274" fmla="*/ 507149 h 2398711"/>
              <a:gd name="connsiteX60275" fmla="*/ 1261962 w 2119654"/>
              <a:gd name="connsiteY60275" fmla="*/ 506217 h 2398711"/>
              <a:gd name="connsiteX60276" fmla="*/ 1261182 w 2119654"/>
              <a:gd name="connsiteY60276" fmla="*/ 507113 h 2398711"/>
              <a:gd name="connsiteX60277" fmla="*/ 1245911 w 2119654"/>
              <a:gd name="connsiteY60277" fmla="*/ 541129 h 2398711"/>
              <a:gd name="connsiteX60278" fmla="*/ 1246285 w 2119654"/>
              <a:gd name="connsiteY60278" fmla="*/ 542659 h 2398711"/>
              <a:gd name="connsiteX60279" fmla="*/ 1246693 w 2119654"/>
              <a:gd name="connsiteY60279" fmla="*/ 542091 h 2398711"/>
              <a:gd name="connsiteX60280" fmla="*/ 1246605 w 2119654"/>
              <a:gd name="connsiteY60280" fmla="*/ 540253 h 2398711"/>
              <a:gd name="connsiteX60281" fmla="*/ 608177 w 2119654"/>
              <a:gd name="connsiteY60281" fmla="*/ 1968748 h 2398711"/>
              <a:gd name="connsiteX60282" fmla="*/ 608187 w 2119654"/>
              <a:gd name="connsiteY60282" fmla="*/ 1968776 h 2398711"/>
              <a:gd name="connsiteX60283" fmla="*/ 608302 w 2119654"/>
              <a:gd name="connsiteY60283" fmla="*/ 1968802 h 2398711"/>
              <a:gd name="connsiteX60284" fmla="*/ 1245322 w 2119654"/>
              <a:gd name="connsiteY60284" fmla="*/ 541872 h 2398711"/>
              <a:gd name="connsiteX60285" fmla="*/ 1245595 w 2119654"/>
              <a:gd name="connsiteY60285" fmla="*/ 542387 h 2398711"/>
              <a:gd name="connsiteX60286" fmla="*/ 1245442 w 2119654"/>
              <a:gd name="connsiteY60286" fmla="*/ 541721 h 2398711"/>
              <a:gd name="connsiteX60287" fmla="*/ 1260360 w 2119654"/>
              <a:gd name="connsiteY60287" fmla="*/ 508140 h 2398711"/>
              <a:gd name="connsiteX60288" fmla="*/ 1260625 w 2119654"/>
              <a:gd name="connsiteY60288" fmla="*/ 508944 h 2398711"/>
              <a:gd name="connsiteX60289" fmla="*/ 1261731 w 2119654"/>
              <a:gd name="connsiteY60289" fmla="*/ 510293 h 2398711"/>
              <a:gd name="connsiteX60290" fmla="*/ 1260927 w 2119654"/>
              <a:gd name="connsiteY60290" fmla="*/ 507432 h 2398711"/>
              <a:gd name="connsiteX60291" fmla="*/ 607854 w 2119654"/>
              <a:gd name="connsiteY60291" fmla="*/ 1969085 h 2398711"/>
              <a:gd name="connsiteX60292" fmla="*/ 607903 w 2119654"/>
              <a:gd name="connsiteY60292" fmla="*/ 1969111 h 2398711"/>
              <a:gd name="connsiteX60293" fmla="*/ 607897 w 2119654"/>
              <a:gd name="connsiteY60293" fmla="*/ 1969095 h 2398711"/>
              <a:gd name="connsiteX60294" fmla="*/ 1274305 w 2119654"/>
              <a:gd name="connsiteY60294" fmla="*/ 476710 h 2398711"/>
              <a:gd name="connsiteX60295" fmla="*/ 1274179 w 2119654"/>
              <a:gd name="connsiteY60295" fmla="*/ 480730 h 2398711"/>
              <a:gd name="connsiteX60296" fmla="*/ 1277896 w 2119654"/>
              <a:gd name="connsiteY60296" fmla="*/ 487293 h 2398711"/>
              <a:gd name="connsiteX60297" fmla="*/ 1278313 w 2119654"/>
              <a:gd name="connsiteY60297" fmla="*/ 486814 h 2398711"/>
              <a:gd name="connsiteX60298" fmla="*/ 1278334 w 2119654"/>
              <a:gd name="connsiteY60298" fmla="*/ 486703 h 2398711"/>
              <a:gd name="connsiteX60299" fmla="*/ 1278604 w 2119654"/>
              <a:gd name="connsiteY60299" fmla="*/ 483562 h 2398711"/>
              <a:gd name="connsiteX60300" fmla="*/ 1282051 w 2119654"/>
              <a:gd name="connsiteY60300" fmla="*/ 458917 h 2398711"/>
              <a:gd name="connsiteX60301" fmla="*/ 1281890 w 2119654"/>
              <a:gd name="connsiteY60301" fmla="*/ 465794 h 2398711"/>
              <a:gd name="connsiteX60302" fmla="*/ 1286040 w 2119654"/>
              <a:gd name="connsiteY60302" fmla="*/ 477925 h 2398711"/>
              <a:gd name="connsiteX60303" fmla="*/ 1286057 w 2119654"/>
              <a:gd name="connsiteY60303" fmla="*/ 477906 h 2398711"/>
              <a:gd name="connsiteX60304" fmla="*/ 1284958 w 2119654"/>
              <a:gd name="connsiteY60304" fmla="*/ 463919 h 2398711"/>
              <a:gd name="connsiteX60305" fmla="*/ 1284686 w 2119654"/>
              <a:gd name="connsiteY60305" fmla="*/ 463270 h 2398711"/>
              <a:gd name="connsiteX60306" fmla="*/ 1283149 w 2119654"/>
              <a:gd name="connsiteY60306" fmla="*/ 460092 h 2398711"/>
              <a:gd name="connsiteX60307" fmla="*/ 1313518 w 2119654"/>
              <a:gd name="connsiteY60307" fmla="*/ 388162 h 2398711"/>
              <a:gd name="connsiteX60308" fmla="*/ 1315404 w 2119654"/>
              <a:gd name="connsiteY60308" fmla="*/ 397651 h 2398711"/>
              <a:gd name="connsiteX60309" fmla="*/ 1318098 w 2119654"/>
              <a:gd name="connsiteY60309" fmla="*/ 394997 h 2398711"/>
              <a:gd name="connsiteX60310" fmla="*/ 1251623 w 2119654"/>
              <a:gd name="connsiteY60310" fmla="*/ 526601 h 2398711"/>
              <a:gd name="connsiteX60311" fmla="*/ 1252060 w 2119654"/>
              <a:gd name="connsiteY60311" fmla="*/ 528654 h 2398711"/>
              <a:gd name="connsiteX60312" fmla="*/ 1252468 w 2119654"/>
              <a:gd name="connsiteY60312" fmla="*/ 529523 h 2398711"/>
              <a:gd name="connsiteX60313" fmla="*/ 1252536 w 2119654"/>
              <a:gd name="connsiteY60313" fmla="*/ 529604 h 2398711"/>
              <a:gd name="connsiteX60314" fmla="*/ 1253383 w 2119654"/>
              <a:gd name="connsiteY60314" fmla="*/ 528536 h 2398711"/>
              <a:gd name="connsiteX60315" fmla="*/ 586216 w 2119654"/>
              <a:gd name="connsiteY60315" fmla="*/ 2016434 h 2398711"/>
              <a:gd name="connsiteX60316" fmla="*/ 589360 w 2119654"/>
              <a:gd name="connsiteY60316" fmla="*/ 2017167 h 2398711"/>
              <a:gd name="connsiteX60317" fmla="*/ 599795 w 2119654"/>
              <a:gd name="connsiteY60317" fmla="*/ 2013705 h 2398711"/>
              <a:gd name="connsiteX60318" fmla="*/ 592901 w 2119654"/>
              <a:gd name="connsiteY60318" fmla="*/ 2013505 h 2398711"/>
              <a:gd name="connsiteX60319" fmla="*/ 590419 w 2119654"/>
              <a:gd name="connsiteY60319" fmla="*/ 2014384 h 2398711"/>
              <a:gd name="connsiteX60320" fmla="*/ 1286277 w 2119654"/>
              <a:gd name="connsiteY60320" fmla="*/ 448840 h 2398711"/>
              <a:gd name="connsiteX60321" fmla="*/ 1289714 w 2119654"/>
              <a:gd name="connsiteY60321" fmla="*/ 462890 h 2398711"/>
              <a:gd name="connsiteX60322" fmla="*/ 1289854 w 2119654"/>
              <a:gd name="connsiteY60322" fmla="*/ 464677 h 2398711"/>
              <a:gd name="connsiteX60323" fmla="*/ 1292931 w 2119654"/>
              <a:gd name="connsiteY60323" fmla="*/ 467967 h 2398711"/>
              <a:gd name="connsiteX60324" fmla="*/ 1288849 w 2119654"/>
              <a:gd name="connsiteY60324" fmla="*/ 455566 h 2398711"/>
              <a:gd name="connsiteX60325" fmla="*/ 1258980 w 2119654"/>
              <a:gd name="connsiteY60325" fmla="*/ 509862 h 2398711"/>
              <a:gd name="connsiteX60326" fmla="*/ 1259101 w 2119654"/>
              <a:gd name="connsiteY60326" fmla="*/ 509955 h 2398711"/>
              <a:gd name="connsiteX60327" fmla="*/ 1259045 w 2119654"/>
              <a:gd name="connsiteY60327" fmla="*/ 509782 h 2398711"/>
              <a:gd name="connsiteX60328" fmla="*/ 607843 w 2119654"/>
              <a:gd name="connsiteY60328" fmla="*/ 1967825 h 2398711"/>
              <a:gd name="connsiteX60329" fmla="*/ 607917 w 2119654"/>
              <a:gd name="connsiteY60329" fmla="*/ 1968029 h 2398711"/>
              <a:gd name="connsiteX60330" fmla="*/ 609526 w 2119654"/>
              <a:gd name="connsiteY60330" fmla="*/ 1968722 h 2398711"/>
              <a:gd name="connsiteX60331" fmla="*/ 609878 w 2119654"/>
              <a:gd name="connsiteY60331" fmla="*/ 1968523 h 2398711"/>
              <a:gd name="connsiteX60332" fmla="*/ 609856 w 2119654"/>
              <a:gd name="connsiteY60332" fmla="*/ 1968322 h 2398711"/>
              <a:gd name="connsiteX60333" fmla="*/ 609222 w 2119654"/>
              <a:gd name="connsiteY60333" fmla="*/ 1968184 h 2398711"/>
              <a:gd name="connsiteX60334" fmla="*/ 584192 w 2119654"/>
              <a:gd name="connsiteY60334" fmla="*/ 2019858 h 2398711"/>
              <a:gd name="connsiteX60335" fmla="*/ 593201 w 2119654"/>
              <a:gd name="connsiteY60335" fmla="*/ 2021908 h 2398711"/>
              <a:gd name="connsiteX60336" fmla="*/ 597085 w 2119654"/>
              <a:gd name="connsiteY60336" fmla="*/ 2020642 h 2398711"/>
              <a:gd name="connsiteX60337" fmla="*/ 588229 w 2119654"/>
              <a:gd name="connsiteY60337" fmla="*/ 2018575 h 2398711"/>
              <a:gd name="connsiteX60338" fmla="*/ 587207 w 2119654"/>
              <a:gd name="connsiteY60338" fmla="*/ 2012941 h 2398711"/>
              <a:gd name="connsiteX60339" fmla="*/ 589073 w 2119654"/>
              <a:gd name="connsiteY60339" fmla="*/ 2012995 h 2398711"/>
              <a:gd name="connsiteX60340" fmla="*/ 596756 w 2119654"/>
              <a:gd name="connsiteY60340" fmla="*/ 2010275 h 2398711"/>
              <a:gd name="connsiteX60341" fmla="*/ 595595 w 2119654"/>
              <a:gd name="connsiteY60341" fmla="*/ 2009926 h 2398711"/>
              <a:gd name="connsiteX60342" fmla="*/ 592588 w 2119654"/>
              <a:gd name="connsiteY60342" fmla="*/ 2011213 h 2398711"/>
              <a:gd name="connsiteX60343" fmla="*/ 1284036 w 2119654"/>
              <a:gd name="connsiteY60343" fmla="*/ 452382 h 2398711"/>
              <a:gd name="connsiteX60344" fmla="*/ 1284065 w 2119654"/>
              <a:gd name="connsiteY60344" fmla="*/ 452551 h 2398711"/>
              <a:gd name="connsiteX60345" fmla="*/ 1284059 w 2119654"/>
              <a:gd name="connsiteY60345" fmla="*/ 452476 h 2398711"/>
              <a:gd name="connsiteX60346" fmla="*/ 573824 w 2119654"/>
              <a:gd name="connsiteY60346" fmla="*/ 2042218 h 2398711"/>
              <a:gd name="connsiteX60347" fmla="*/ 574773 w 2119654"/>
              <a:gd name="connsiteY60347" fmla="*/ 2042718 h 2398711"/>
              <a:gd name="connsiteX60348" fmla="*/ 575714 w 2119654"/>
              <a:gd name="connsiteY60348" fmla="*/ 2042623 h 2398711"/>
              <a:gd name="connsiteX60349" fmla="*/ 601058 w 2119654"/>
              <a:gd name="connsiteY60349" fmla="*/ 1980877 h 2398711"/>
              <a:gd name="connsiteX60350" fmla="*/ 601530 w 2119654"/>
              <a:gd name="connsiteY60350" fmla="*/ 1981602 h 2398711"/>
              <a:gd name="connsiteX60351" fmla="*/ 604517 w 2119654"/>
              <a:gd name="connsiteY60351" fmla="*/ 1981565 h 2398711"/>
              <a:gd name="connsiteX60352" fmla="*/ 604560 w 2119654"/>
              <a:gd name="connsiteY60352" fmla="*/ 1981563 h 2398711"/>
              <a:gd name="connsiteX60353" fmla="*/ 606864 w 2119654"/>
              <a:gd name="connsiteY60353" fmla="*/ 1967577 h 2398711"/>
              <a:gd name="connsiteX60354" fmla="*/ 607436 w 2119654"/>
              <a:gd name="connsiteY60354" fmla="*/ 1967823 h 2398711"/>
              <a:gd name="connsiteX60355" fmla="*/ 607395 w 2119654"/>
              <a:gd name="connsiteY60355" fmla="*/ 1967708 h 2398711"/>
              <a:gd name="connsiteX60356" fmla="*/ 606902 w 2119654"/>
              <a:gd name="connsiteY60356" fmla="*/ 1967580 h 2398711"/>
              <a:gd name="connsiteX60357" fmla="*/ 1300015 w 2119654"/>
              <a:gd name="connsiteY60357" fmla="*/ 415396 h 2398711"/>
              <a:gd name="connsiteX60358" fmla="*/ 1300114 w 2119654"/>
              <a:gd name="connsiteY60358" fmla="*/ 415737 h 2398711"/>
              <a:gd name="connsiteX60359" fmla="*/ 1300817 w 2119654"/>
              <a:gd name="connsiteY60359" fmla="*/ 418593 h 2398711"/>
              <a:gd name="connsiteX60360" fmla="*/ 1307553 w 2119654"/>
              <a:gd name="connsiteY60360" fmla="*/ 425795 h 2398711"/>
              <a:gd name="connsiteX60361" fmla="*/ 1306786 w 2119654"/>
              <a:gd name="connsiteY60361" fmla="*/ 420929 h 2398711"/>
              <a:gd name="connsiteX60362" fmla="*/ 1304707 w 2119654"/>
              <a:gd name="connsiteY60362" fmla="*/ 410476 h 2398711"/>
              <a:gd name="connsiteX60363" fmla="*/ 529502 w 2119654"/>
              <a:gd name="connsiteY60363" fmla="*/ 2140349 h 2398711"/>
              <a:gd name="connsiteX60364" fmla="*/ 562296 w 2119654"/>
              <a:gd name="connsiteY60364" fmla="*/ 2147170 h 2398711"/>
              <a:gd name="connsiteX60365" fmla="*/ 593548 w 2119654"/>
              <a:gd name="connsiteY60365" fmla="*/ 2133633 h 2398711"/>
              <a:gd name="connsiteX60366" fmla="*/ 590390 w 2119654"/>
              <a:gd name="connsiteY60366" fmla="*/ 2133549 h 2398711"/>
              <a:gd name="connsiteX60367" fmla="*/ 590095 w 2119654"/>
              <a:gd name="connsiteY60367" fmla="*/ 2133305 h 2398711"/>
              <a:gd name="connsiteX60368" fmla="*/ 594065 w 2119654"/>
              <a:gd name="connsiteY60368" fmla="*/ 2133410 h 2398711"/>
              <a:gd name="connsiteX60369" fmla="*/ 613144 w 2119654"/>
              <a:gd name="connsiteY60369" fmla="*/ 2125145 h 2398711"/>
              <a:gd name="connsiteX60370" fmla="*/ 605047 w 2119654"/>
              <a:gd name="connsiteY60370" fmla="*/ 2123716 h 2398711"/>
              <a:gd name="connsiteX60371" fmla="*/ 555490 w 2119654"/>
              <a:gd name="connsiteY60371" fmla="*/ 2134868 h 2398711"/>
              <a:gd name="connsiteX60372" fmla="*/ 584918 w 2119654"/>
              <a:gd name="connsiteY60372" fmla="*/ 2016131 h 2398711"/>
              <a:gd name="connsiteX60373" fmla="*/ 585855 w 2119654"/>
              <a:gd name="connsiteY60373" fmla="*/ 2016349 h 2398711"/>
              <a:gd name="connsiteX60374" fmla="*/ 588450 w 2119654"/>
              <a:gd name="connsiteY60374" fmla="*/ 2015040 h 2398711"/>
              <a:gd name="connsiteX60375" fmla="*/ 1322069 w 2119654"/>
              <a:gd name="connsiteY60375" fmla="*/ 365470 h 2398711"/>
              <a:gd name="connsiteX60376" fmla="*/ 1323610 w 2119654"/>
              <a:gd name="connsiteY60376" fmla="*/ 369011 h 2398711"/>
              <a:gd name="connsiteX60377" fmla="*/ 1334179 w 2119654"/>
              <a:gd name="connsiteY60377" fmla="*/ 357042 h 2398711"/>
              <a:gd name="connsiteX60378" fmla="*/ 1334576 w 2119654"/>
              <a:gd name="connsiteY60378" fmla="*/ 356969 h 2398711"/>
              <a:gd name="connsiteX60379" fmla="*/ 1323720 w 2119654"/>
              <a:gd name="connsiteY60379" fmla="*/ 369264 h 2398711"/>
              <a:gd name="connsiteX60380" fmla="*/ 1329874 w 2119654"/>
              <a:gd name="connsiteY60380" fmla="*/ 383398 h 2398711"/>
              <a:gd name="connsiteX60381" fmla="*/ 1340686 w 2119654"/>
              <a:gd name="connsiteY60381" fmla="*/ 372749 h 2398711"/>
              <a:gd name="connsiteX60382" fmla="*/ 1330075 w 2119654"/>
              <a:gd name="connsiteY60382" fmla="*/ 383876 h 2398711"/>
              <a:gd name="connsiteX60383" fmla="*/ 1336590 w 2119654"/>
              <a:gd name="connsiteY60383" fmla="*/ 401809 h 2398711"/>
              <a:gd name="connsiteX60384" fmla="*/ 1341548 w 2119654"/>
              <a:gd name="connsiteY60384" fmla="*/ 411913 h 2398711"/>
              <a:gd name="connsiteX60385" fmla="*/ 1346894 w 2119654"/>
              <a:gd name="connsiteY60385" fmla="*/ 401645 h 2398711"/>
              <a:gd name="connsiteX60386" fmla="*/ 1345863 w 2119654"/>
              <a:gd name="connsiteY60386" fmla="*/ 367651 h 2398711"/>
              <a:gd name="connsiteX60387" fmla="*/ 1340686 w 2119654"/>
              <a:gd name="connsiteY60387" fmla="*/ 372749 h 2398711"/>
              <a:gd name="connsiteX60388" fmla="*/ 1341835 w 2119654"/>
              <a:gd name="connsiteY60388" fmla="*/ 371545 h 2398711"/>
              <a:gd name="connsiteX60389" fmla="*/ 1345861 w 2119654"/>
              <a:gd name="connsiteY60389" fmla="*/ 367646 h 2398711"/>
              <a:gd name="connsiteX60390" fmla="*/ 1344748 w 2119654"/>
              <a:gd name="connsiteY60390" fmla="*/ 330939 h 2398711"/>
              <a:gd name="connsiteX60391" fmla="*/ 1343043 w 2119654"/>
              <a:gd name="connsiteY60391" fmla="*/ 332100 h 2398711"/>
              <a:gd name="connsiteX60392" fmla="*/ 1338496 w 2119654"/>
              <a:gd name="connsiteY60392" fmla="*/ 339168 h 2398711"/>
              <a:gd name="connsiteX60393" fmla="*/ 601661 w 2119654"/>
              <a:gd name="connsiteY60393" fmla="*/ 1978538 h 2398711"/>
              <a:gd name="connsiteX60394" fmla="*/ 602022 w 2119654"/>
              <a:gd name="connsiteY60394" fmla="*/ 1978545 h 2398711"/>
              <a:gd name="connsiteX60395" fmla="*/ 601867 w 2119654"/>
              <a:gd name="connsiteY60395" fmla="*/ 1978484 h 2398711"/>
              <a:gd name="connsiteX60396" fmla="*/ 1245009 w 2119654"/>
              <a:gd name="connsiteY60396" fmla="*/ 537440 h 2398711"/>
              <a:gd name="connsiteX60397" fmla="*/ 1245320 w 2119654"/>
              <a:gd name="connsiteY60397" fmla="*/ 538713 h 2398711"/>
              <a:gd name="connsiteX60398" fmla="*/ 1245693 w 2119654"/>
              <a:gd name="connsiteY60398" fmla="*/ 538241 h 2398711"/>
              <a:gd name="connsiteX60399" fmla="*/ 1298909 w 2119654"/>
              <a:gd name="connsiteY60399" fmla="*/ 416555 h 2398711"/>
              <a:gd name="connsiteX60400" fmla="*/ 1299752 w 2119654"/>
              <a:gd name="connsiteY60400" fmla="*/ 417456 h 2398711"/>
              <a:gd name="connsiteX60401" fmla="*/ 1299403 w 2119654"/>
              <a:gd name="connsiteY60401" fmla="*/ 416038 h 2398711"/>
              <a:gd name="connsiteX60402" fmla="*/ 1235450 w 2119654"/>
              <a:gd name="connsiteY60402" fmla="*/ 558287 h 2398711"/>
              <a:gd name="connsiteX60403" fmla="*/ 1236198 w 2119654"/>
              <a:gd name="connsiteY60403" fmla="*/ 559631 h 2398711"/>
              <a:gd name="connsiteX60404" fmla="*/ 1240344 w 2119654"/>
              <a:gd name="connsiteY60404" fmla="*/ 563985 h 2398711"/>
              <a:gd name="connsiteX60405" fmla="*/ 1237125 w 2119654"/>
              <a:gd name="connsiteY60405" fmla="*/ 555889 h 2398711"/>
              <a:gd name="connsiteX60406" fmla="*/ 1282179 w 2119654"/>
              <a:gd name="connsiteY60406" fmla="*/ 453436 h 2398711"/>
              <a:gd name="connsiteX60407" fmla="*/ 1282110 w 2119654"/>
              <a:gd name="connsiteY60407" fmla="*/ 456398 h 2398711"/>
              <a:gd name="connsiteX60408" fmla="*/ 1284242 w 2119654"/>
              <a:gd name="connsiteY60408" fmla="*/ 458678 h 2398711"/>
              <a:gd name="connsiteX60409" fmla="*/ 600500 w 2119654"/>
              <a:gd name="connsiteY60409" fmla="*/ 1979069 h 2398711"/>
              <a:gd name="connsiteX60410" fmla="*/ 600637 w 2119654"/>
              <a:gd name="connsiteY60410" fmla="*/ 1980229 h 2398711"/>
              <a:gd name="connsiteX60411" fmla="*/ 600768 w 2119654"/>
              <a:gd name="connsiteY60411" fmla="*/ 1980431 h 2398711"/>
              <a:gd name="connsiteX60412" fmla="*/ 606087 w 2119654"/>
              <a:gd name="connsiteY60412" fmla="*/ 1981473 h 2398711"/>
              <a:gd name="connsiteX60413" fmla="*/ 608969 w 2119654"/>
              <a:gd name="connsiteY60413" fmla="*/ 1981305 h 2398711"/>
              <a:gd name="connsiteX60414" fmla="*/ 603509 w 2119654"/>
              <a:gd name="connsiteY60414" fmla="*/ 1979136 h 2398711"/>
              <a:gd name="connsiteX60415" fmla="*/ 1292534 w 2119654"/>
              <a:gd name="connsiteY60415" fmla="*/ 429067 h 2398711"/>
              <a:gd name="connsiteX60416" fmla="*/ 1293993 w 2119654"/>
              <a:gd name="connsiteY60416" fmla="*/ 440937 h 2398711"/>
              <a:gd name="connsiteX60417" fmla="*/ 1294564 w 2119654"/>
              <a:gd name="connsiteY60417" fmla="*/ 442608 h 2398711"/>
              <a:gd name="connsiteX60418" fmla="*/ 1306835 w 2119654"/>
              <a:gd name="connsiteY60418" fmla="*/ 454397 h 2398711"/>
              <a:gd name="connsiteX60419" fmla="*/ 1307361 w 2119654"/>
              <a:gd name="connsiteY60419" fmla="*/ 453809 h 2398711"/>
              <a:gd name="connsiteX60420" fmla="*/ 1307747 w 2119654"/>
              <a:gd name="connsiteY60420" fmla="*/ 451302 h 2398711"/>
              <a:gd name="connsiteX60421" fmla="*/ 1259633 w 2119654"/>
              <a:gd name="connsiteY60421" fmla="*/ 502187 h 2398711"/>
              <a:gd name="connsiteX60422" fmla="*/ 1261012 w 2119654"/>
              <a:gd name="connsiteY60422" fmla="*/ 506715 h 2398711"/>
              <a:gd name="connsiteX60423" fmla="*/ 1261755 w 2119654"/>
              <a:gd name="connsiteY60423" fmla="*/ 505860 h 2398711"/>
              <a:gd name="connsiteX60424" fmla="*/ 1274559 w 2119654"/>
              <a:gd name="connsiteY60424" fmla="*/ 468591 h 2398711"/>
              <a:gd name="connsiteX60425" fmla="*/ 1274375 w 2119654"/>
              <a:gd name="connsiteY60425" fmla="*/ 474456 h 2398711"/>
              <a:gd name="connsiteX60426" fmla="*/ 1275879 w 2119654"/>
              <a:gd name="connsiteY60426" fmla="*/ 476655 h 2398711"/>
              <a:gd name="connsiteX60427" fmla="*/ 1278899 w 2119654"/>
              <a:gd name="connsiteY60427" fmla="*/ 480122 h 2398711"/>
              <a:gd name="connsiteX60428" fmla="*/ 1278916 w 2119654"/>
              <a:gd name="connsiteY60428" fmla="*/ 479922 h 2398711"/>
              <a:gd name="connsiteX60429" fmla="*/ 599873 w 2119654"/>
              <a:gd name="connsiteY60429" fmla="*/ 1979056 h 2398711"/>
              <a:gd name="connsiteX60430" fmla="*/ 599978 w 2119654"/>
              <a:gd name="connsiteY60430" fmla="*/ 1979219 h 2398711"/>
              <a:gd name="connsiteX60431" fmla="*/ 599960 w 2119654"/>
              <a:gd name="connsiteY60431" fmla="*/ 1979058 h 2398711"/>
              <a:gd name="connsiteX60432" fmla="*/ 604933 w 2119654"/>
              <a:gd name="connsiteY60432" fmla="*/ 1967547 h 2398711"/>
              <a:gd name="connsiteX60433" fmla="*/ 606578 w 2119654"/>
              <a:gd name="connsiteY60433" fmla="*/ 1968413 h 2398711"/>
              <a:gd name="connsiteX60434" fmla="*/ 607745 w 2119654"/>
              <a:gd name="connsiteY60434" fmla="*/ 1968677 h 2398711"/>
              <a:gd name="connsiteX60435" fmla="*/ 607696 w 2119654"/>
              <a:gd name="connsiteY60435" fmla="*/ 1968541 h 2398711"/>
              <a:gd name="connsiteX60436" fmla="*/ 605830 w 2119654"/>
              <a:gd name="connsiteY60436" fmla="*/ 1967738 h 2398711"/>
              <a:gd name="connsiteX60437" fmla="*/ 605410 w 2119654"/>
              <a:gd name="connsiteY60437" fmla="*/ 1967537 h 2398711"/>
              <a:gd name="connsiteX60438" fmla="*/ 1252070 w 2119654"/>
              <a:gd name="connsiteY60438" fmla="*/ 518482 h 2398711"/>
              <a:gd name="connsiteX60439" fmla="*/ 1254557 w 2119654"/>
              <a:gd name="connsiteY60439" fmla="*/ 527055 h 2398711"/>
              <a:gd name="connsiteX60440" fmla="*/ 1255962 w 2119654"/>
              <a:gd name="connsiteY60440" fmla="*/ 525282 h 2398711"/>
              <a:gd name="connsiteX60441" fmla="*/ 1255972 w 2119654"/>
              <a:gd name="connsiteY60441" fmla="*/ 525115 h 2398711"/>
              <a:gd name="connsiteX60442" fmla="*/ 1255516 w 2119654"/>
              <a:gd name="connsiteY60442" fmla="*/ 523713 h 2398711"/>
              <a:gd name="connsiteX60443" fmla="*/ 1255950 w 2119654"/>
              <a:gd name="connsiteY60443" fmla="*/ 523948 h 2398711"/>
              <a:gd name="connsiteX60444" fmla="*/ 1256034 w 2119654"/>
              <a:gd name="connsiteY60444" fmla="*/ 524204 h 2398711"/>
              <a:gd name="connsiteX60445" fmla="*/ 1256302 w 2119654"/>
              <a:gd name="connsiteY60445" fmla="*/ 520193 h 2398711"/>
              <a:gd name="connsiteX60446" fmla="*/ 1256430 w 2119654"/>
              <a:gd name="connsiteY60446" fmla="*/ 517798 h 2398711"/>
              <a:gd name="connsiteX60447" fmla="*/ 1254376 w 2119654"/>
              <a:gd name="connsiteY60447" fmla="*/ 515605 h 2398711"/>
              <a:gd name="connsiteX60448" fmla="*/ 572030 w 2119654"/>
              <a:gd name="connsiteY60448" fmla="*/ 2041038 h 2398711"/>
              <a:gd name="connsiteX60449" fmla="*/ 578287 w 2119654"/>
              <a:gd name="connsiteY60449" fmla="*/ 2042365 h 2398711"/>
              <a:gd name="connsiteX60450" fmla="*/ 583901 w 2119654"/>
              <a:gd name="connsiteY60450" fmla="*/ 2041803 h 2398711"/>
              <a:gd name="connsiteX60451" fmla="*/ 586686 w 2119654"/>
              <a:gd name="connsiteY60451" fmla="*/ 2040836 h 2398711"/>
              <a:gd name="connsiteX60452" fmla="*/ 586366 w 2119654"/>
              <a:gd name="connsiteY60452" fmla="*/ 2040755 h 2398711"/>
              <a:gd name="connsiteX60453" fmla="*/ 584287 w 2119654"/>
              <a:gd name="connsiteY60453" fmla="*/ 2040060 h 2398711"/>
              <a:gd name="connsiteX60454" fmla="*/ 579848 w 2119654"/>
              <a:gd name="connsiteY60454" fmla="*/ 2039538 h 2398711"/>
              <a:gd name="connsiteX60455" fmla="*/ 1271882 w 2119654"/>
              <a:gd name="connsiteY60455" fmla="*/ 472902 h 2398711"/>
              <a:gd name="connsiteX60456" fmla="*/ 1272463 w 2119654"/>
              <a:gd name="connsiteY60456" fmla="*/ 475828 h 2398711"/>
              <a:gd name="connsiteX60457" fmla="*/ 1272648 w 2119654"/>
              <a:gd name="connsiteY60457" fmla="*/ 474068 h 2398711"/>
              <a:gd name="connsiteX60458" fmla="*/ 1272010 w 2119654"/>
              <a:gd name="connsiteY60458" fmla="*/ 473050 h 2398711"/>
              <a:gd name="connsiteX60459" fmla="*/ 591476 w 2119654"/>
              <a:gd name="connsiteY60459" fmla="*/ 1996392 h 2398711"/>
              <a:gd name="connsiteX60460" fmla="*/ 599533 w 2119654"/>
              <a:gd name="connsiteY60460" fmla="*/ 1999894 h 2398711"/>
              <a:gd name="connsiteX60461" fmla="*/ 602321 w 2119654"/>
              <a:gd name="connsiteY60461" fmla="*/ 1999112 h 2398711"/>
              <a:gd name="connsiteX60462" fmla="*/ 602313 w 2119654"/>
              <a:gd name="connsiteY60462" fmla="*/ 1999051 h 2398711"/>
              <a:gd name="connsiteX60463" fmla="*/ 596650 w 2119654"/>
              <a:gd name="connsiteY60463" fmla="*/ 1997540 h 2398711"/>
              <a:gd name="connsiteX60464" fmla="*/ 602291 w 2119654"/>
              <a:gd name="connsiteY60464" fmla="*/ 1998856 h 2398711"/>
              <a:gd name="connsiteX60465" fmla="*/ 601981 w 2119654"/>
              <a:gd name="connsiteY60465" fmla="*/ 1996225 h 2398711"/>
              <a:gd name="connsiteX60466" fmla="*/ 592292 w 2119654"/>
              <a:gd name="connsiteY60466" fmla="*/ 1996380 h 2398711"/>
              <a:gd name="connsiteX60467" fmla="*/ 596650 w 2119654"/>
              <a:gd name="connsiteY60467" fmla="*/ 1997540 h 2398711"/>
              <a:gd name="connsiteX60468" fmla="*/ 595648 w 2119654"/>
              <a:gd name="connsiteY60468" fmla="*/ 1997308 h 2398711"/>
              <a:gd name="connsiteX60469" fmla="*/ 592285 w 2119654"/>
              <a:gd name="connsiteY60469" fmla="*/ 1996379 h 2398711"/>
              <a:gd name="connsiteX60470" fmla="*/ 1312294 w 2119654"/>
              <a:gd name="connsiteY60470" fmla="*/ 382323 h 2398711"/>
              <a:gd name="connsiteX60471" fmla="*/ 1313065 w 2119654"/>
              <a:gd name="connsiteY60471" fmla="*/ 385948 h 2398711"/>
              <a:gd name="connsiteX60472" fmla="*/ 1319012 w 2119654"/>
              <a:gd name="connsiteY60472" fmla="*/ 394097 h 2398711"/>
              <a:gd name="connsiteX60473" fmla="*/ 1328047 w 2119654"/>
              <a:gd name="connsiteY60473" fmla="*/ 385198 h 2398711"/>
              <a:gd name="connsiteX60474" fmla="*/ 1322684 w 2119654"/>
              <a:gd name="connsiteY60474" fmla="*/ 370437 h 2398711"/>
              <a:gd name="connsiteX60475" fmla="*/ 1316154 w 2119654"/>
              <a:gd name="connsiteY60475" fmla="*/ 377832 h 2398711"/>
              <a:gd name="connsiteX60476" fmla="*/ 1250352 w 2119654"/>
              <a:gd name="connsiteY60476" fmla="*/ 520625 h 2398711"/>
              <a:gd name="connsiteX60477" fmla="*/ 1251004 w 2119654"/>
              <a:gd name="connsiteY60477" fmla="*/ 523689 h 2398711"/>
              <a:gd name="connsiteX60478" fmla="*/ 1253056 w 2119654"/>
              <a:gd name="connsiteY60478" fmla="*/ 526138 h 2398711"/>
              <a:gd name="connsiteX60479" fmla="*/ 1253990 w 2119654"/>
              <a:gd name="connsiteY60479" fmla="*/ 527085 h 2398711"/>
              <a:gd name="connsiteX60480" fmla="*/ 1251648 w 2119654"/>
              <a:gd name="connsiteY60480" fmla="*/ 519009 h 2398711"/>
              <a:gd name="connsiteX60481" fmla="*/ 1311282 w 2119654"/>
              <a:gd name="connsiteY60481" fmla="*/ 383501 h 2398711"/>
              <a:gd name="connsiteX60482" fmla="*/ 1312148 w 2119654"/>
              <a:gd name="connsiteY60482" fmla="*/ 384688 h 2398711"/>
              <a:gd name="connsiteX60483" fmla="*/ 1311793 w 2119654"/>
              <a:gd name="connsiteY60483" fmla="*/ 382905 h 2398711"/>
              <a:gd name="connsiteX60484" fmla="*/ 580785 w 2119654"/>
              <a:gd name="connsiteY60484" fmla="*/ 2019081 h 2398711"/>
              <a:gd name="connsiteX60485" fmla="*/ 582449 w 2119654"/>
              <a:gd name="connsiteY60485" fmla="*/ 2019460 h 2398711"/>
              <a:gd name="connsiteX60486" fmla="*/ 586401 w 2119654"/>
              <a:gd name="connsiteY60486" fmla="*/ 2018149 h 2398711"/>
              <a:gd name="connsiteX60487" fmla="*/ 583896 w 2119654"/>
              <a:gd name="connsiteY60487" fmla="*/ 2017565 h 2398711"/>
              <a:gd name="connsiteX60488" fmla="*/ 1234175 w 2119654"/>
              <a:gd name="connsiteY60488" fmla="*/ 555995 h 2398711"/>
              <a:gd name="connsiteX60489" fmla="*/ 1235277 w 2119654"/>
              <a:gd name="connsiteY60489" fmla="*/ 557977 h 2398711"/>
              <a:gd name="connsiteX60490" fmla="*/ 1237002 w 2119654"/>
              <a:gd name="connsiteY60490" fmla="*/ 555576 h 2398711"/>
              <a:gd name="connsiteX60491" fmla="*/ 1236153 w 2119654"/>
              <a:gd name="connsiteY60491" fmla="*/ 553444 h 2398711"/>
              <a:gd name="connsiteX60492" fmla="*/ 1234570 w 2119654"/>
              <a:gd name="connsiteY60492" fmla="*/ 555443 h 2398711"/>
              <a:gd name="connsiteX60493" fmla="*/ 1312103 w 2119654"/>
              <a:gd name="connsiteY60493" fmla="*/ 381426 h 2398711"/>
              <a:gd name="connsiteX60494" fmla="*/ 1312209 w 2119654"/>
              <a:gd name="connsiteY60494" fmla="*/ 381922 h 2398711"/>
              <a:gd name="connsiteX60495" fmla="*/ 1322587 w 2119654"/>
              <a:gd name="connsiteY60495" fmla="*/ 370170 h 2398711"/>
              <a:gd name="connsiteX60496" fmla="*/ 1322457 w 2119654"/>
              <a:gd name="connsiteY60496" fmla="*/ 369811 h 2398711"/>
              <a:gd name="connsiteX60497" fmla="*/ 1321183 w 2119654"/>
              <a:gd name="connsiteY60497" fmla="*/ 366887 h 2398711"/>
              <a:gd name="connsiteX60498" fmla="*/ 545292 w 2119654"/>
              <a:gd name="connsiteY60498" fmla="*/ 2098248 h 2398711"/>
              <a:gd name="connsiteX60499" fmla="*/ 547801 w 2119654"/>
              <a:gd name="connsiteY60499" fmla="*/ 2106577 h 2398711"/>
              <a:gd name="connsiteX60500" fmla="*/ 553462 w 2119654"/>
              <a:gd name="connsiteY60500" fmla="*/ 2106316 h 2398711"/>
              <a:gd name="connsiteX60501" fmla="*/ 630346 w 2119654"/>
              <a:gd name="connsiteY60501" fmla="*/ 2101737 h 2398711"/>
              <a:gd name="connsiteX60502" fmla="*/ 630621 w 2119654"/>
              <a:gd name="connsiteY60502" fmla="*/ 2094902 h 2398711"/>
              <a:gd name="connsiteX60503" fmla="*/ 603281 w 2119654"/>
              <a:gd name="connsiteY60503" fmla="*/ 2096728 h 2398711"/>
              <a:gd name="connsiteX60504" fmla="*/ 602911 w 2119654"/>
              <a:gd name="connsiteY60504" fmla="*/ 2096475 h 2398711"/>
              <a:gd name="connsiteX60505" fmla="*/ 630632 w 2119654"/>
              <a:gd name="connsiteY60505" fmla="*/ 2094624 h 2398711"/>
              <a:gd name="connsiteX60506" fmla="*/ 630650 w 2119654"/>
              <a:gd name="connsiteY60506" fmla="*/ 2094162 h 2398711"/>
              <a:gd name="connsiteX60507" fmla="*/ 628353 w 2119654"/>
              <a:gd name="connsiteY60507" fmla="*/ 2094299 h 2398711"/>
              <a:gd name="connsiteX60508" fmla="*/ 628382 w 2119654"/>
              <a:gd name="connsiteY60508" fmla="*/ 2094507 h 2398711"/>
              <a:gd name="connsiteX60509" fmla="*/ 628292 w 2119654"/>
              <a:gd name="connsiteY60509" fmla="*/ 2094421 h 2398711"/>
              <a:gd name="connsiteX60510" fmla="*/ 628276 w 2119654"/>
              <a:gd name="connsiteY60510" fmla="*/ 2094303 h 2398711"/>
              <a:gd name="connsiteX60511" fmla="*/ 624245 w 2119654"/>
              <a:gd name="connsiteY60511" fmla="*/ 2094543 h 2398711"/>
              <a:gd name="connsiteX60512" fmla="*/ 588987 w 2119654"/>
              <a:gd name="connsiteY60512" fmla="*/ 2096168 h 2398711"/>
              <a:gd name="connsiteX60513" fmla="*/ 588757 w 2119654"/>
              <a:gd name="connsiteY60513" fmla="*/ 2096003 h 2398711"/>
              <a:gd name="connsiteX60514" fmla="*/ 608269 w 2119654"/>
              <a:gd name="connsiteY60514" fmla="*/ 2095104 h 2398711"/>
              <a:gd name="connsiteX60515" fmla="*/ 628221 w 2119654"/>
              <a:gd name="connsiteY60515" fmla="*/ 2093915 h 2398711"/>
              <a:gd name="connsiteX60516" fmla="*/ 627546 w 2119654"/>
              <a:gd name="connsiteY60516" fmla="*/ 2089086 h 2398711"/>
              <a:gd name="connsiteX60517" fmla="*/ 552105 w 2119654"/>
              <a:gd name="connsiteY60517" fmla="*/ 2097577 h 2398711"/>
              <a:gd name="connsiteX60518" fmla="*/ 1311026 w 2119654"/>
              <a:gd name="connsiteY60518" fmla="*/ 383151 h 2398711"/>
              <a:gd name="connsiteX60519" fmla="*/ 1311070 w 2119654"/>
              <a:gd name="connsiteY60519" fmla="*/ 383211 h 2398711"/>
              <a:gd name="connsiteX60520" fmla="*/ 1311710 w 2119654"/>
              <a:gd name="connsiteY60520" fmla="*/ 382487 h 2398711"/>
              <a:gd name="connsiteX60521" fmla="*/ 1311645 w 2119654"/>
              <a:gd name="connsiteY60521" fmla="*/ 382159 h 2398711"/>
              <a:gd name="connsiteX60522" fmla="*/ 599973 w 2119654"/>
              <a:gd name="connsiteY60522" fmla="*/ 1974588 h 2398711"/>
              <a:gd name="connsiteX60523" fmla="*/ 600153 w 2119654"/>
              <a:gd name="connsiteY60523" fmla="*/ 1976124 h 2398711"/>
              <a:gd name="connsiteX60524" fmla="*/ 602126 w 2119654"/>
              <a:gd name="connsiteY60524" fmla="*/ 1976908 h 2398711"/>
              <a:gd name="connsiteX60525" fmla="*/ 605491 w 2119654"/>
              <a:gd name="connsiteY60525" fmla="*/ 1976032 h 2398711"/>
              <a:gd name="connsiteX60526" fmla="*/ 604365 w 2119654"/>
              <a:gd name="connsiteY60526" fmla="*/ 1974759 h 2398711"/>
              <a:gd name="connsiteX60527" fmla="*/ 602131 w 2119654"/>
              <a:gd name="connsiteY60527" fmla="*/ 1973367 h 2398711"/>
              <a:gd name="connsiteX60528" fmla="*/ 545048 w 2119654"/>
              <a:gd name="connsiteY60528" fmla="*/ 2097427 h 2398711"/>
              <a:gd name="connsiteX60529" fmla="*/ 545112 w 2119654"/>
              <a:gd name="connsiteY60529" fmla="*/ 2097649 h 2398711"/>
              <a:gd name="connsiteX60530" fmla="*/ 545114 w 2119654"/>
              <a:gd name="connsiteY60530" fmla="*/ 2097656 h 2398711"/>
              <a:gd name="connsiteX60531" fmla="*/ 558252 w 2119654"/>
              <a:gd name="connsiteY60531" fmla="*/ 2096151 h 2398711"/>
              <a:gd name="connsiteX60532" fmla="*/ 598674 w 2119654"/>
              <a:gd name="connsiteY60532" fmla="*/ 1977215 h 2398711"/>
              <a:gd name="connsiteX60533" fmla="*/ 599002 w 2119654"/>
              <a:gd name="connsiteY60533" fmla="*/ 1977720 h 2398711"/>
              <a:gd name="connsiteX60534" fmla="*/ 599570 w 2119654"/>
              <a:gd name="connsiteY60534" fmla="*/ 1977572 h 2398711"/>
              <a:gd name="connsiteX60535" fmla="*/ 1231764 w 2119654"/>
              <a:gd name="connsiteY60535" fmla="*/ 559473 h 2398711"/>
              <a:gd name="connsiteX60536" fmla="*/ 1231715 w 2119654"/>
              <a:gd name="connsiteY60536" fmla="*/ 559890 h 2398711"/>
              <a:gd name="connsiteX60537" fmla="*/ 1232623 w 2119654"/>
              <a:gd name="connsiteY60537" fmla="*/ 560615 h 2398711"/>
              <a:gd name="connsiteX60538" fmla="*/ 1232348 w 2119654"/>
              <a:gd name="connsiteY60538" fmla="*/ 560086 h 2398711"/>
              <a:gd name="connsiteX60539" fmla="*/ 1282364 w 2119654"/>
              <a:gd name="connsiteY60539" fmla="*/ 445547 h 2398711"/>
              <a:gd name="connsiteX60540" fmla="*/ 1282201 w 2119654"/>
              <a:gd name="connsiteY60540" fmla="*/ 452516 h 2398711"/>
              <a:gd name="connsiteX60541" fmla="*/ 1284526 w 2119654"/>
              <a:gd name="connsiteY60541" fmla="*/ 458426 h 2398711"/>
              <a:gd name="connsiteX60542" fmla="*/ 1284306 w 2119654"/>
              <a:gd name="connsiteY60542" fmla="*/ 455620 h 2398711"/>
              <a:gd name="connsiteX60543" fmla="*/ 1283085 w 2119654"/>
              <a:gd name="connsiteY60543" fmla="*/ 448496 h 2398711"/>
              <a:gd name="connsiteX60544" fmla="*/ 1291916 w 2119654"/>
              <a:gd name="connsiteY60544" fmla="*/ 424034 h 2398711"/>
              <a:gd name="connsiteX60545" fmla="*/ 1292296 w 2119654"/>
              <a:gd name="connsiteY60545" fmla="*/ 427129 h 2398711"/>
              <a:gd name="connsiteX60546" fmla="*/ 1307652 w 2119654"/>
              <a:gd name="connsiteY60546" fmla="*/ 449571 h 2398711"/>
              <a:gd name="connsiteX60547" fmla="*/ 1300907 w 2119654"/>
              <a:gd name="connsiteY60547" fmla="*/ 422150 h 2398711"/>
              <a:gd name="connsiteX60548" fmla="*/ 1297276 w 2119654"/>
              <a:gd name="connsiteY60548" fmla="*/ 418269 h 2398711"/>
              <a:gd name="connsiteX60549" fmla="*/ 1292779 w 2119654"/>
              <a:gd name="connsiteY60549" fmla="*/ 422983 h 2398711"/>
              <a:gd name="connsiteX60550" fmla="*/ 1278089 w 2119654"/>
              <a:gd name="connsiteY60550" fmla="*/ 454682 h 2398711"/>
              <a:gd name="connsiteX60551" fmla="*/ 1280483 w 2119654"/>
              <a:gd name="connsiteY60551" fmla="*/ 461680 h 2398711"/>
              <a:gd name="connsiteX60552" fmla="*/ 1280831 w 2119654"/>
              <a:gd name="connsiteY60552" fmla="*/ 457614 h 2398711"/>
              <a:gd name="connsiteX60553" fmla="*/ 1258497 w 2119654"/>
              <a:gd name="connsiteY60553" fmla="*/ 498463 h 2398711"/>
              <a:gd name="connsiteX60554" fmla="*/ 1259101 w 2119654"/>
              <a:gd name="connsiteY60554" fmla="*/ 500445 h 2398711"/>
              <a:gd name="connsiteX60555" fmla="*/ 1262043 w 2119654"/>
              <a:gd name="connsiteY60555" fmla="*/ 505530 h 2398711"/>
              <a:gd name="connsiteX60556" fmla="*/ 1262581 w 2119654"/>
              <a:gd name="connsiteY60556" fmla="*/ 504910 h 2398711"/>
              <a:gd name="connsiteX60557" fmla="*/ 1262583 w 2119654"/>
              <a:gd name="connsiteY60557" fmla="*/ 504878 h 2398711"/>
              <a:gd name="connsiteX60558" fmla="*/ 1262595 w 2119654"/>
              <a:gd name="connsiteY60558" fmla="*/ 504894 h 2398711"/>
              <a:gd name="connsiteX60559" fmla="*/ 1262771 w 2119654"/>
              <a:gd name="connsiteY60559" fmla="*/ 504692 h 2398711"/>
              <a:gd name="connsiteX60560" fmla="*/ 1262719 w 2119654"/>
              <a:gd name="connsiteY60560" fmla="*/ 503722 h 2398711"/>
              <a:gd name="connsiteX60561" fmla="*/ 585925 w 2119654"/>
              <a:gd name="connsiteY60561" fmla="*/ 2004226 h 2398711"/>
              <a:gd name="connsiteX60562" fmla="*/ 595627 w 2119654"/>
              <a:gd name="connsiteY60562" fmla="*/ 2004423 h 2398711"/>
              <a:gd name="connsiteX60563" fmla="*/ 594596 w 2119654"/>
              <a:gd name="connsiteY60563" fmla="*/ 2004064 h 2398711"/>
              <a:gd name="connsiteX60564" fmla="*/ 586077 w 2119654"/>
              <a:gd name="connsiteY60564" fmla="*/ 2004183 h 2398711"/>
              <a:gd name="connsiteX60565" fmla="*/ 599793 w 2119654"/>
              <a:gd name="connsiteY60565" fmla="*/ 1973065 h 2398711"/>
              <a:gd name="connsiteX60566" fmla="*/ 599922 w 2119654"/>
              <a:gd name="connsiteY60566" fmla="*/ 1974158 h 2398711"/>
              <a:gd name="connsiteX60567" fmla="*/ 601677 w 2119654"/>
              <a:gd name="connsiteY60567" fmla="*/ 1973165 h 2398711"/>
              <a:gd name="connsiteX60568" fmla="*/ 601659 w 2119654"/>
              <a:gd name="connsiteY60568" fmla="*/ 1973157 h 2398711"/>
              <a:gd name="connsiteX60569" fmla="*/ 1290967 w 2119654"/>
              <a:gd name="connsiteY60569" fmla="*/ 425187 h 2398711"/>
              <a:gd name="connsiteX60570" fmla="*/ 1291927 w 2119654"/>
              <a:gd name="connsiteY60570" fmla="*/ 426588 h 2398711"/>
              <a:gd name="connsiteX60571" fmla="*/ 1291651 w 2119654"/>
              <a:gd name="connsiteY60571" fmla="*/ 424355 h 2398711"/>
              <a:gd name="connsiteX60572" fmla="*/ 598454 w 2119654"/>
              <a:gd name="connsiteY60572" fmla="*/ 1975448 h 2398711"/>
              <a:gd name="connsiteX60573" fmla="*/ 599588 w 2119654"/>
              <a:gd name="connsiteY60573" fmla="*/ 1975899 h 2398711"/>
              <a:gd name="connsiteX60574" fmla="*/ 599467 w 2119654"/>
              <a:gd name="connsiteY60574" fmla="*/ 1974875 h 2398711"/>
              <a:gd name="connsiteX60575" fmla="*/ 589081 w 2119654"/>
              <a:gd name="connsiteY60575" fmla="*/ 1996430 h 2398711"/>
              <a:gd name="connsiteX60576" fmla="*/ 596712 w 2119654"/>
              <a:gd name="connsiteY60576" fmla="*/ 1999073 h 2398711"/>
              <a:gd name="connsiteX60577" fmla="*/ 590577 w 2119654"/>
              <a:gd name="connsiteY60577" fmla="*/ 1996406 h 2398711"/>
              <a:gd name="connsiteX60578" fmla="*/ 1262744 w 2119654"/>
              <a:gd name="connsiteY60578" fmla="*/ 487868 h 2398711"/>
              <a:gd name="connsiteX60579" fmla="*/ 1263177 w 2119654"/>
              <a:gd name="connsiteY60579" fmla="*/ 491291 h 2398711"/>
              <a:gd name="connsiteX60580" fmla="*/ 1267035 w 2119654"/>
              <a:gd name="connsiteY60580" fmla="*/ 494947 h 2398711"/>
              <a:gd name="connsiteX60581" fmla="*/ 1264530 w 2119654"/>
              <a:gd name="connsiteY60581" fmla="*/ 490104 h 2398711"/>
              <a:gd name="connsiteX60582" fmla="*/ 599714 w 2119654"/>
              <a:gd name="connsiteY60582" fmla="*/ 1972389 h 2398711"/>
              <a:gd name="connsiteX60583" fmla="*/ 599734 w 2119654"/>
              <a:gd name="connsiteY60583" fmla="*/ 1972560 h 2398711"/>
              <a:gd name="connsiteX60584" fmla="*/ 600205 w 2119654"/>
              <a:gd name="connsiteY60584" fmla="*/ 1972583 h 2398711"/>
              <a:gd name="connsiteX60585" fmla="*/ 580490 w 2119654"/>
              <a:gd name="connsiteY60585" fmla="*/ 2015098 h 2398711"/>
              <a:gd name="connsiteX60586" fmla="*/ 582082 w 2119654"/>
              <a:gd name="connsiteY60586" fmla="*/ 2015470 h 2398711"/>
              <a:gd name="connsiteX60587" fmla="*/ 588029 w 2119654"/>
              <a:gd name="connsiteY60587" fmla="*/ 2013365 h 2398711"/>
              <a:gd name="connsiteX60588" fmla="*/ 586063 w 2119654"/>
              <a:gd name="connsiteY60588" fmla="*/ 2013309 h 2398711"/>
              <a:gd name="connsiteX60589" fmla="*/ 1244481 w 2119654"/>
              <a:gd name="connsiteY60589" fmla="*/ 527949 h 2398711"/>
              <a:gd name="connsiteX60590" fmla="*/ 1246107 w 2119654"/>
              <a:gd name="connsiteY60590" fmla="*/ 529903 h 2398711"/>
              <a:gd name="connsiteX60591" fmla="*/ 1245926 w 2119654"/>
              <a:gd name="connsiteY60591" fmla="*/ 526148 h 2398711"/>
              <a:gd name="connsiteX60592" fmla="*/ 557692 w 2119654"/>
              <a:gd name="connsiteY60592" fmla="*/ 2065575 h 2398711"/>
              <a:gd name="connsiteX60593" fmla="*/ 557192 w 2119654"/>
              <a:gd name="connsiteY60593" fmla="*/ 2067999 h 2398711"/>
              <a:gd name="connsiteX60594" fmla="*/ 600205 w 2119654"/>
              <a:gd name="connsiteY60594" fmla="*/ 2059038 h 2398711"/>
              <a:gd name="connsiteX60595" fmla="*/ 601111 w 2119654"/>
              <a:gd name="connsiteY60595" fmla="*/ 2058690 h 2398711"/>
              <a:gd name="connsiteX60596" fmla="*/ 591489 w 2119654"/>
              <a:gd name="connsiteY60596" fmla="*/ 2053630 h 2398711"/>
              <a:gd name="connsiteX60597" fmla="*/ 1289306 w 2119654"/>
              <a:gd name="connsiteY60597" fmla="*/ 427204 h 2398711"/>
              <a:gd name="connsiteX60598" fmla="*/ 1293519 w 2119654"/>
              <a:gd name="connsiteY60598" fmla="*/ 439548 h 2398711"/>
              <a:gd name="connsiteX60599" fmla="*/ 1292164 w 2119654"/>
              <a:gd name="connsiteY60599" fmla="*/ 428527 h 2398711"/>
              <a:gd name="connsiteX60600" fmla="*/ 1290373 w 2119654"/>
              <a:gd name="connsiteY60600" fmla="*/ 425909 h 2398711"/>
              <a:gd name="connsiteX60601" fmla="*/ 1243635 w 2119654"/>
              <a:gd name="connsiteY60601" fmla="*/ 529004 h 2398711"/>
              <a:gd name="connsiteX60602" fmla="*/ 1244363 w 2119654"/>
              <a:gd name="connsiteY60602" fmla="*/ 534798 h 2398711"/>
              <a:gd name="connsiteX60603" fmla="*/ 1244838 w 2119654"/>
              <a:gd name="connsiteY60603" fmla="*/ 536738 h 2398711"/>
              <a:gd name="connsiteX60604" fmla="*/ 1245899 w 2119654"/>
              <a:gd name="connsiteY60604" fmla="*/ 537980 h 2398711"/>
              <a:gd name="connsiteX60605" fmla="*/ 1246462 w 2119654"/>
              <a:gd name="connsiteY60605" fmla="*/ 537271 h 2398711"/>
              <a:gd name="connsiteX60606" fmla="*/ 1246173 w 2119654"/>
              <a:gd name="connsiteY60606" fmla="*/ 531274 h 2398711"/>
              <a:gd name="connsiteX60607" fmla="*/ 1243954 w 2119654"/>
              <a:gd name="connsiteY60607" fmla="*/ 528606 h 2398711"/>
              <a:gd name="connsiteX60608" fmla="*/ 584499 w 2119654"/>
              <a:gd name="connsiteY60608" fmla="*/ 2004626 h 2398711"/>
              <a:gd name="connsiteX60609" fmla="*/ 587235 w 2119654"/>
              <a:gd name="connsiteY60609" fmla="*/ 2005449 h 2398711"/>
              <a:gd name="connsiteX60610" fmla="*/ 600398 w 2119654"/>
              <a:gd name="connsiteY60610" fmla="*/ 2006212 h 2398711"/>
              <a:gd name="connsiteX60611" fmla="*/ 600565 w 2119654"/>
              <a:gd name="connsiteY60611" fmla="*/ 2006144 h 2398711"/>
              <a:gd name="connsiteX60612" fmla="*/ 596440 w 2119654"/>
              <a:gd name="connsiteY60612" fmla="*/ 2004707 h 2398711"/>
              <a:gd name="connsiteX60613" fmla="*/ 593699 w 2119654"/>
              <a:gd name="connsiteY60613" fmla="*/ 2004651 h 2398711"/>
              <a:gd name="connsiteX60614" fmla="*/ 585409 w 2119654"/>
              <a:gd name="connsiteY60614" fmla="*/ 2004370 h 2398711"/>
              <a:gd name="connsiteX60615" fmla="*/ 1302354 w 2119654"/>
              <a:gd name="connsiteY60615" fmla="*/ 397163 h 2398711"/>
              <a:gd name="connsiteX60616" fmla="*/ 1304573 w 2119654"/>
              <a:gd name="connsiteY60616" fmla="*/ 408319 h 2398711"/>
              <a:gd name="connsiteX60617" fmla="*/ 1308904 w 2119654"/>
              <a:gd name="connsiteY60617" fmla="*/ 404053 h 2398711"/>
              <a:gd name="connsiteX60618" fmla="*/ 1307531 w 2119654"/>
              <a:gd name="connsiteY60618" fmla="*/ 401255 h 2398711"/>
              <a:gd name="connsiteX60619" fmla="*/ 1307786 w 2119654"/>
              <a:gd name="connsiteY60619" fmla="*/ 401377 h 2398711"/>
              <a:gd name="connsiteX60620" fmla="*/ 1309036 w 2119654"/>
              <a:gd name="connsiteY60620" fmla="*/ 403923 h 2398711"/>
              <a:gd name="connsiteX60621" fmla="*/ 1314836 w 2119654"/>
              <a:gd name="connsiteY60621" fmla="*/ 398210 h 2398711"/>
              <a:gd name="connsiteX60622" fmla="*/ 1312552 w 2119654"/>
              <a:gd name="connsiteY60622" fmla="*/ 386723 h 2398711"/>
              <a:gd name="connsiteX60623" fmla="*/ 1310782 w 2119654"/>
              <a:gd name="connsiteY60623" fmla="*/ 384083 h 2398711"/>
              <a:gd name="connsiteX60624" fmla="*/ 1309545 w 2119654"/>
              <a:gd name="connsiteY60624" fmla="*/ 385522 h 2398711"/>
              <a:gd name="connsiteX60625" fmla="*/ 1303196 w 2119654"/>
              <a:gd name="connsiteY60625" fmla="*/ 395686 h 2398711"/>
              <a:gd name="connsiteX60626" fmla="*/ 577668 w 2119654"/>
              <a:gd name="connsiteY60626" fmla="*/ 2018372 h 2398711"/>
              <a:gd name="connsiteX60627" fmla="*/ 580433 w 2119654"/>
              <a:gd name="connsiteY60627" fmla="*/ 2019001 h 2398711"/>
              <a:gd name="connsiteX60628" fmla="*/ 583547 w 2119654"/>
              <a:gd name="connsiteY60628" fmla="*/ 2017483 h 2398711"/>
              <a:gd name="connsiteX60629" fmla="*/ 581836 w 2119654"/>
              <a:gd name="connsiteY60629" fmla="*/ 2017084 h 2398711"/>
              <a:gd name="connsiteX60630" fmla="*/ 1256776 w 2119654"/>
              <a:gd name="connsiteY60630" fmla="*/ 497252 h 2398711"/>
              <a:gd name="connsiteX60631" fmla="*/ 1260200 w 2119654"/>
              <a:gd name="connsiteY60631" fmla="*/ 507649 h 2398711"/>
              <a:gd name="connsiteX60632" fmla="*/ 1260796 w 2119654"/>
              <a:gd name="connsiteY60632" fmla="*/ 506963 h 2398711"/>
              <a:gd name="connsiteX60633" fmla="*/ 1259290 w 2119654"/>
              <a:gd name="connsiteY60633" fmla="*/ 501596 h 2398711"/>
              <a:gd name="connsiteX60634" fmla="*/ 594309 w 2119654"/>
              <a:gd name="connsiteY60634" fmla="*/ 1980449 h 2398711"/>
              <a:gd name="connsiteX60635" fmla="*/ 597835 w 2119654"/>
              <a:gd name="connsiteY60635" fmla="*/ 1981053 h 2398711"/>
              <a:gd name="connsiteX60636" fmla="*/ 597232 w 2119654"/>
              <a:gd name="connsiteY60636" fmla="*/ 1980127 h 2398711"/>
              <a:gd name="connsiteX60637" fmla="*/ 596272 w 2119654"/>
              <a:gd name="connsiteY60637" fmla="*/ 1979938 h 2398711"/>
              <a:gd name="connsiteX60638" fmla="*/ 1297306 w 2119654"/>
              <a:gd name="connsiteY60638" fmla="*/ 406013 h 2398711"/>
              <a:gd name="connsiteX60639" fmla="*/ 1299534 w 2119654"/>
              <a:gd name="connsiteY60639" fmla="*/ 413729 h 2398711"/>
              <a:gd name="connsiteX60640" fmla="*/ 1303523 w 2119654"/>
              <a:gd name="connsiteY60640" fmla="*/ 409353 h 2398711"/>
              <a:gd name="connsiteX60641" fmla="*/ 1304326 w 2119654"/>
              <a:gd name="connsiteY60641" fmla="*/ 408561 h 2398711"/>
              <a:gd name="connsiteX60642" fmla="*/ 1302135 w 2119654"/>
              <a:gd name="connsiteY60642" fmla="*/ 397547 h 2398711"/>
              <a:gd name="connsiteX60643" fmla="*/ 1229702 w 2119654"/>
              <a:gd name="connsiteY60643" fmla="*/ 557306 h 2398711"/>
              <a:gd name="connsiteX60644" fmla="*/ 1229808 w 2119654"/>
              <a:gd name="connsiteY60644" fmla="*/ 557717 h 2398711"/>
              <a:gd name="connsiteX60645" fmla="*/ 1229929 w 2119654"/>
              <a:gd name="connsiteY60645" fmla="*/ 558138 h 2398711"/>
              <a:gd name="connsiteX60646" fmla="*/ 1230187 w 2119654"/>
              <a:gd name="connsiteY60646" fmla="*/ 557814 h 2398711"/>
              <a:gd name="connsiteX60647" fmla="*/ 583427 w 2119654"/>
              <a:gd name="connsiteY60647" fmla="*/ 2004303 h 2398711"/>
              <a:gd name="connsiteX60648" fmla="*/ 583619 w 2119654"/>
              <a:gd name="connsiteY60648" fmla="*/ 2004361 h 2398711"/>
              <a:gd name="connsiteX60649" fmla="*/ 583783 w 2119654"/>
              <a:gd name="connsiteY60649" fmla="*/ 2004315 h 2398711"/>
              <a:gd name="connsiteX60650" fmla="*/ 588743 w 2119654"/>
              <a:gd name="connsiteY60650" fmla="*/ 1992143 h 2398711"/>
              <a:gd name="connsiteX60651" fmla="*/ 588262 w 2119654"/>
              <a:gd name="connsiteY60651" fmla="*/ 1994850 h 2398711"/>
              <a:gd name="connsiteX60652" fmla="*/ 592936 w 2119654"/>
              <a:gd name="connsiteY60652" fmla="*/ 1994776 h 2398711"/>
              <a:gd name="connsiteX60653" fmla="*/ 601670 w 2119654"/>
              <a:gd name="connsiteY60653" fmla="*/ 1993582 h 2398711"/>
              <a:gd name="connsiteX60654" fmla="*/ 601238 w 2119654"/>
              <a:gd name="connsiteY60654" fmla="*/ 1989914 h 2398711"/>
              <a:gd name="connsiteX60655" fmla="*/ 599811 w 2119654"/>
              <a:gd name="connsiteY60655" fmla="*/ 1989977 h 2398711"/>
              <a:gd name="connsiteX60656" fmla="*/ 1274993 w 2119654"/>
              <a:gd name="connsiteY60656" fmla="*/ 454708 h 2398711"/>
              <a:gd name="connsiteX60657" fmla="*/ 1274578 w 2119654"/>
              <a:gd name="connsiteY60657" fmla="*/ 467972 h 2398711"/>
              <a:gd name="connsiteX60658" fmla="*/ 1278963 w 2119654"/>
              <a:gd name="connsiteY60658" fmla="*/ 479377 h 2398711"/>
              <a:gd name="connsiteX60659" fmla="*/ 1279287 w 2119654"/>
              <a:gd name="connsiteY60659" fmla="*/ 475611 h 2398711"/>
              <a:gd name="connsiteX60660" fmla="*/ 1275545 w 2119654"/>
              <a:gd name="connsiteY60660" fmla="*/ 468579 h 2398711"/>
              <a:gd name="connsiteX60661" fmla="*/ 1275785 w 2119654"/>
              <a:gd name="connsiteY60661" fmla="*/ 468682 h 2398711"/>
              <a:gd name="connsiteX60662" fmla="*/ 1279312 w 2119654"/>
              <a:gd name="connsiteY60662" fmla="*/ 475315 h 2398711"/>
              <a:gd name="connsiteX60663" fmla="*/ 1279861 w 2119654"/>
              <a:gd name="connsiteY60663" fmla="*/ 468932 h 2398711"/>
              <a:gd name="connsiteX60664" fmla="*/ 1256528 w 2119654"/>
              <a:gd name="connsiteY60664" fmla="*/ 496008 h 2398711"/>
              <a:gd name="connsiteX60665" fmla="*/ 1256738 w 2119654"/>
              <a:gd name="connsiteY60665" fmla="*/ 496363 h 2398711"/>
              <a:gd name="connsiteX60666" fmla="*/ 1258841 w 2119654"/>
              <a:gd name="connsiteY60666" fmla="*/ 499995 h 2398711"/>
              <a:gd name="connsiteX60667" fmla="*/ 1258709 w 2119654"/>
              <a:gd name="connsiteY60667" fmla="*/ 499525 h 2398711"/>
              <a:gd name="connsiteX60668" fmla="*/ 1258316 w 2119654"/>
              <a:gd name="connsiteY60668" fmla="*/ 498237 h 2398711"/>
              <a:gd name="connsiteX60669" fmla="*/ 1301825 w 2119654"/>
              <a:gd name="connsiteY60669" fmla="*/ 394504 h 2398711"/>
              <a:gd name="connsiteX60670" fmla="*/ 1302223 w 2119654"/>
              <a:gd name="connsiteY60670" fmla="*/ 396507 h 2398711"/>
              <a:gd name="connsiteX60671" fmla="*/ 1307859 w 2119654"/>
              <a:gd name="connsiteY60671" fmla="*/ 387483 h 2398711"/>
              <a:gd name="connsiteX60672" fmla="*/ 1294178 w 2119654"/>
              <a:gd name="connsiteY60672" fmla="*/ 411497 h 2398711"/>
              <a:gd name="connsiteX60673" fmla="*/ 1297921 w 2119654"/>
              <a:gd name="connsiteY60673" fmla="*/ 415499 h 2398711"/>
              <a:gd name="connsiteX60674" fmla="*/ 1298984 w 2119654"/>
              <a:gd name="connsiteY60674" fmla="*/ 414333 h 2398711"/>
              <a:gd name="connsiteX60675" fmla="*/ 1297049 w 2119654"/>
              <a:gd name="connsiteY60675" fmla="*/ 406465 h 2398711"/>
              <a:gd name="connsiteX60676" fmla="*/ 1249827 w 2119654"/>
              <a:gd name="connsiteY60676" fmla="*/ 510751 h 2398711"/>
              <a:gd name="connsiteX60677" fmla="*/ 1249851 w 2119654"/>
              <a:gd name="connsiteY60677" fmla="*/ 510828 h 2398711"/>
              <a:gd name="connsiteX60678" fmla="*/ 1251748 w 2119654"/>
              <a:gd name="connsiteY60678" fmla="*/ 517371 h 2398711"/>
              <a:gd name="connsiteX60679" fmla="*/ 1253809 w 2119654"/>
              <a:gd name="connsiteY60679" fmla="*/ 515000 h 2398711"/>
              <a:gd name="connsiteX60680" fmla="*/ 1284549 w 2119654"/>
              <a:gd name="connsiteY60680" fmla="*/ 432987 h 2398711"/>
              <a:gd name="connsiteX60681" fmla="*/ 1293600 w 2119654"/>
              <a:gd name="connsiteY60681" fmla="*/ 441682 h 2398711"/>
              <a:gd name="connsiteX60682" fmla="*/ 1289001 w 2119654"/>
              <a:gd name="connsiteY60682" fmla="*/ 427576 h 2398711"/>
              <a:gd name="connsiteX60683" fmla="*/ 589142 w 2119654"/>
              <a:gd name="connsiteY60683" fmla="*/ 1989890 h 2398711"/>
              <a:gd name="connsiteX60684" fmla="*/ 589122 w 2119654"/>
              <a:gd name="connsiteY60684" fmla="*/ 1990007 h 2398711"/>
              <a:gd name="connsiteX60685" fmla="*/ 600976 w 2119654"/>
              <a:gd name="connsiteY60685" fmla="*/ 1987688 h 2398711"/>
              <a:gd name="connsiteX60686" fmla="*/ 600851 w 2119654"/>
              <a:gd name="connsiteY60686" fmla="*/ 1986628 h 2398711"/>
              <a:gd name="connsiteX60687" fmla="*/ 1283122 w 2119654"/>
              <a:gd name="connsiteY60687" fmla="*/ 435847 h 2398711"/>
              <a:gd name="connsiteX60688" fmla="*/ 1283193 w 2119654"/>
              <a:gd name="connsiteY60688" fmla="*/ 436238 h 2398711"/>
              <a:gd name="connsiteX60689" fmla="*/ 1284109 w 2119654"/>
              <a:gd name="connsiteY60689" fmla="*/ 439984 h 2398711"/>
              <a:gd name="connsiteX60690" fmla="*/ 1294616 w 2119654"/>
              <a:gd name="connsiteY60690" fmla="*/ 468076 h 2398711"/>
              <a:gd name="connsiteX60691" fmla="*/ 1295650 w 2119654"/>
              <a:gd name="connsiteY60691" fmla="*/ 466918 h 2398711"/>
              <a:gd name="connsiteX60692" fmla="*/ 1296139 w 2119654"/>
              <a:gd name="connsiteY60692" fmla="*/ 462287 h 2398711"/>
              <a:gd name="connsiteX60693" fmla="*/ 1296259 w 2119654"/>
              <a:gd name="connsiteY60693" fmla="*/ 462445 h 2398711"/>
              <a:gd name="connsiteX60694" fmla="*/ 1295416 w 2119654"/>
              <a:gd name="connsiteY60694" fmla="*/ 454972 h 2398711"/>
              <a:gd name="connsiteX60695" fmla="*/ 1295298 w 2119654"/>
              <a:gd name="connsiteY60695" fmla="*/ 454016 h 2398711"/>
              <a:gd name="connsiteX60696" fmla="*/ 1283572 w 2119654"/>
              <a:gd name="connsiteY60696" fmla="*/ 434175 h 2398711"/>
              <a:gd name="connsiteX60697" fmla="*/ 1294944 w 2119654"/>
              <a:gd name="connsiteY60697" fmla="*/ 451142 h 2398711"/>
              <a:gd name="connsiteX60698" fmla="*/ 1293891 w 2119654"/>
              <a:gd name="connsiteY60698" fmla="*/ 442576 h 2398711"/>
              <a:gd name="connsiteX60699" fmla="*/ 1293807 w 2119654"/>
              <a:gd name="connsiteY60699" fmla="*/ 442318 h 2398711"/>
              <a:gd name="connsiteX60700" fmla="*/ 1293128 w 2119654"/>
              <a:gd name="connsiteY60700" fmla="*/ 441648 h 2398711"/>
              <a:gd name="connsiteX60701" fmla="*/ 1284357 w 2119654"/>
              <a:gd name="connsiteY60701" fmla="*/ 433220 h 2398711"/>
              <a:gd name="connsiteX60702" fmla="*/ 1257013 w 2119654"/>
              <a:gd name="connsiteY60702" fmla="*/ 493592 h 2398711"/>
              <a:gd name="connsiteX60703" fmla="*/ 1257683 w 2119654"/>
              <a:gd name="connsiteY60703" fmla="*/ 495789 h 2398711"/>
              <a:gd name="connsiteX60704" fmla="*/ 1258472 w 2119654"/>
              <a:gd name="connsiteY60704" fmla="*/ 496695 h 2398711"/>
              <a:gd name="connsiteX60705" fmla="*/ 1262621 w 2119654"/>
              <a:gd name="connsiteY60705" fmla="*/ 501866 h 2398711"/>
              <a:gd name="connsiteX60706" fmla="*/ 1262512 w 2119654"/>
              <a:gd name="connsiteY60706" fmla="*/ 499803 h 2398711"/>
              <a:gd name="connsiteX60707" fmla="*/ 1262040 w 2119654"/>
              <a:gd name="connsiteY60707" fmla="*/ 498356 h 2398711"/>
              <a:gd name="connsiteX60708" fmla="*/ 1233333 w 2119654"/>
              <a:gd name="connsiteY60708" fmla="*/ 546345 h 2398711"/>
              <a:gd name="connsiteX60709" fmla="*/ 1232533 w 2119654"/>
              <a:gd name="connsiteY60709" fmla="*/ 553047 h 2398711"/>
              <a:gd name="connsiteX60710" fmla="*/ 1233122 w 2119654"/>
              <a:gd name="connsiteY60710" fmla="*/ 554108 h 2398711"/>
              <a:gd name="connsiteX60711" fmla="*/ 1235318 w 2119654"/>
              <a:gd name="connsiteY60711" fmla="*/ 551337 h 2398711"/>
              <a:gd name="connsiteX60712" fmla="*/ 1237647 w 2119654"/>
              <a:gd name="connsiteY60712" fmla="*/ 536474 h 2398711"/>
              <a:gd name="connsiteX60713" fmla="*/ 1240866 w 2119654"/>
              <a:gd name="connsiteY60713" fmla="*/ 544333 h 2398711"/>
              <a:gd name="connsiteX60714" fmla="*/ 1241375 w 2119654"/>
              <a:gd name="connsiteY60714" fmla="*/ 543691 h 2398711"/>
              <a:gd name="connsiteX60715" fmla="*/ 1240901 w 2119654"/>
              <a:gd name="connsiteY60715" fmla="*/ 539911 h 2398711"/>
              <a:gd name="connsiteX60716" fmla="*/ 1238829 w 2119654"/>
              <a:gd name="connsiteY60716" fmla="*/ 535001 h 2398711"/>
              <a:gd name="connsiteX60717" fmla="*/ 589695 w 2119654"/>
              <a:gd name="connsiteY60717" fmla="*/ 1986775 h 2398711"/>
              <a:gd name="connsiteX60718" fmla="*/ 589229 w 2119654"/>
              <a:gd name="connsiteY60718" fmla="*/ 1989405 h 2398711"/>
              <a:gd name="connsiteX60719" fmla="*/ 600798 w 2119654"/>
              <a:gd name="connsiteY60719" fmla="*/ 1986181 h 2398711"/>
              <a:gd name="connsiteX60720" fmla="*/ 600792 w 2119654"/>
              <a:gd name="connsiteY60720" fmla="*/ 1986127 h 2398711"/>
              <a:gd name="connsiteX60721" fmla="*/ 560444 w 2119654"/>
              <a:gd name="connsiteY60721" fmla="*/ 2052252 h 2398711"/>
              <a:gd name="connsiteX60722" fmla="*/ 557749 w 2119654"/>
              <a:gd name="connsiteY60722" fmla="*/ 2065298 h 2398711"/>
              <a:gd name="connsiteX60723" fmla="*/ 575741 w 2119654"/>
              <a:gd name="connsiteY60723" fmla="*/ 2058939 h 2398711"/>
              <a:gd name="connsiteX60724" fmla="*/ 590889 w 2119654"/>
              <a:gd name="connsiteY60724" fmla="*/ 2053315 h 2398711"/>
              <a:gd name="connsiteX60725" fmla="*/ 578178 w 2119654"/>
              <a:gd name="connsiteY60725" fmla="*/ 2046631 h 2398711"/>
              <a:gd name="connsiteX60726" fmla="*/ 576183 w 2119654"/>
              <a:gd name="connsiteY60726" fmla="*/ 2046787 h 2398711"/>
              <a:gd name="connsiteX60727" fmla="*/ 595844 w 2119654"/>
              <a:gd name="connsiteY60727" fmla="*/ 1972870 h 2398711"/>
              <a:gd name="connsiteX60728" fmla="*/ 597199 w 2119654"/>
              <a:gd name="connsiteY60728" fmla="*/ 1974950 h 2398711"/>
              <a:gd name="connsiteX60729" fmla="*/ 597977 w 2119654"/>
              <a:gd name="connsiteY60729" fmla="*/ 1975259 h 2398711"/>
              <a:gd name="connsiteX60730" fmla="*/ 599417 w 2119654"/>
              <a:gd name="connsiteY60730" fmla="*/ 1974444 h 2398711"/>
              <a:gd name="connsiteX60731" fmla="*/ 599252 w 2119654"/>
              <a:gd name="connsiteY60731" fmla="*/ 1973038 h 2398711"/>
              <a:gd name="connsiteX60732" fmla="*/ 593321 w 2119654"/>
              <a:gd name="connsiteY60732" fmla="*/ 1978354 h 2398711"/>
              <a:gd name="connsiteX60733" fmla="*/ 596119 w 2119654"/>
              <a:gd name="connsiteY60733" fmla="*/ 1978416 h 2398711"/>
              <a:gd name="connsiteX60734" fmla="*/ 595336 w 2119654"/>
              <a:gd name="connsiteY60734" fmla="*/ 1977214 h 2398711"/>
              <a:gd name="connsiteX60735" fmla="*/ 592980 w 2119654"/>
              <a:gd name="connsiteY60735" fmla="*/ 1978905 h 2398711"/>
              <a:gd name="connsiteX60736" fmla="*/ 593813 w 2119654"/>
              <a:gd name="connsiteY60736" fmla="*/ 1979068 h 2398711"/>
              <a:gd name="connsiteX60737" fmla="*/ 594327 w 2119654"/>
              <a:gd name="connsiteY60737" fmla="*/ 1978935 h 2398711"/>
              <a:gd name="connsiteX60738" fmla="*/ 1236531 w 2119654"/>
              <a:gd name="connsiteY60738" fmla="*/ 537867 h 2398711"/>
              <a:gd name="connsiteX60739" fmla="*/ 1237063 w 2119654"/>
              <a:gd name="connsiteY60739" fmla="*/ 540670 h 2398711"/>
              <a:gd name="connsiteX60740" fmla="*/ 1239501 w 2119654"/>
              <a:gd name="connsiteY60740" fmla="*/ 546057 h 2398711"/>
              <a:gd name="connsiteX60741" fmla="*/ 1239519 w 2119654"/>
              <a:gd name="connsiteY60741" fmla="*/ 546033 h 2398711"/>
              <a:gd name="connsiteX60742" fmla="*/ 1237338 w 2119654"/>
              <a:gd name="connsiteY60742" fmla="*/ 539355 h 2398711"/>
              <a:gd name="connsiteX60743" fmla="*/ 1236662 w 2119654"/>
              <a:gd name="connsiteY60743" fmla="*/ 537705 h 2398711"/>
              <a:gd name="connsiteX60744" fmla="*/ 1288460 w 2119654"/>
              <a:gd name="connsiteY60744" fmla="*/ 421522 h 2398711"/>
              <a:gd name="connsiteX60745" fmla="*/ 1290162 w 2119654"/>
              <a:gd name="connsiteY60745" fmla="*/ 424010 h 2398711"/>
              <a:gd name="connsiteX60746" fmla="*/ 1291437 w 2119654"/>
              <a:gd name="connsiteY60746" fmla="*/ 422611 h 2398711"/>
              <a:gd name="connsiteX60747" fmla="*/ 1291326 w 2119654"/>
              <a:gd name="connsiteY60747" fmla="*/ 421704 h 2398711"/>
              <a:gd name="connsiteX60748" fmla="*/ 1291671 w 2119654"/>
              <a:gd name="connsiteY60748" fmla="*/ 422046 h 2398711"/>
              <a:gd name="connsiteX60749" fmla="*/ 1291704 w 2119654"/>
              <a:gd name="connsiteY60749" fmla="*/ 422318 h 2398711"/>
              <a:gd name="connsiteX60750" fmla="*/ 1296324 w 2119654"/>
              <a:gd name="connsiteY60750" fmla="*/ 417250 h 2398711"/>
              <a:gd name="connsiteX60751" fmla="*/ 1292952 w 2119654"/>
              <a:gd name="connsiteY60751" fmla="*/ 413646 h 2398711"/>
              <a:gd name="connsiteX60752" fmla="*/ 587777 w 2119654"/>
              <a:gd name="connsiteY60752" fmla="*/ 1990271 h 2398711"/>
              <a:gd name="connsiteX60753" fmla="*/ 588963 w 2119654"/>
              <a:gd name="connsiteY60753" fmla="*/ 1990039 h 2398711"/>
              <a:gd name="connsiteX60754" fmla="*/ 588981 w 2119654"/>
              <a:gd name="connsiteY60754" fmla="*/ 1989935 h 2398711"/>
              <a:gd name="connsiteX60755" fmla="*/ 1287776 w 2119654"/>
              <a:gd name="connsiteY60755" fmla="*/ 422722 h 2398711"/>
              <a:gd name="connsiteX60756" fmla="*/ 1288746 w 2119654"/>
              <a:gd name="connsiteY60756" fmla="*/ 425562 h 2398711"/>
              <a:gd name="connsiteX60757" fmla="*/ 1289539 w 2119654"/>
              <a:gd name="connsiteY60757" fmla="*/ 424692 h 2398711"/>
              <a:gd name="connsiteX60758" fmla="*/ 1287966 w 2119654"/>
              <a:gd name="connsiteY60758" fmla="*/ 422390 h 2398711"/>
              <a:gd name="connsiteX60759" fmla="*/ 1236060 w 2119654"/>
              <a:gd name="connsiteY60759" fmla="*/ 538455 h 2398711"/>
              <a:gd name="connsiteX60760" fmla="*/ 1236435 w 2119654"/>
              <a:gd name="connsiteY60760" fmla="*/ 539284 h 2398711"/>
              <a:gd name="connsiteX60761" fmla="*/ 1236236 w 2119654"/>
              <a:gd name="connsiteY60761" fmla="*/ 538236 h 2398711"/>
              <a:gd name="connsiteX60762" fmla="*/ 583979 w 2119654"/>
              <a:gd name="connsiteY60762" fmla="*/ 1997554 h 2398711"/>
              <a:gd name="connsiteX60763" fmla="*/ 584002 w 2119654"/>
              <a:gd name="connsiteY60763" fmla="*/ 1997762 h 2398711"/>
              <a:gd name="connsiteX60764" fmla="*/ 594321 w 2119654"/>
              <a:gd name="connsiteY60764" fmla="*/ 2001357 h 2398711"/>
              <a:gd name="connsiteX60765" fmla="*/ 594673 w 2119654"/>
              <a:gd name="connsiteY60765" fmla="*/ 2001258 h 2398711"/>
              <a:gd name="connsiteX60766" fmla="*/ 1244420 w 2119654"/>
              <a:gd name="connsiteY60766" fmla="*/ 518680 h 2398711"/>
              <a:gd name="connsiteX60767" fmla="*/ 1245684 w 2119654"/>
              <a:gd name="connsiteY60767" fmla="*/ 521126 h 2398711"/>
              <a:gd name="connsiteX60768" fmla="*/ 1245630 w 2119654"/>
              <a:gd name="connsiteY60768" fmla="*/ 520012 h 2398711"/>
              <a:gd name="connsiteX60769" fmla="*/ 561351 w 2119654"/>
              <a:gd name="connsiteY60769" fmla="*/ 2047951 h 2398711"/>
              <a:gd name="connsiteX60770" fmla="*/ 561073 w 2119654"/>
              <a:gd name="connsiteY60770" fmla="*/ 2049212 h 2398711"/>
              <a:gd name="connsiteX60771" fmla="*/ 560958 w 2119654"/>
              <a:gd name="connsiteY60771" fmla="*/ 2049769 h 2398711"/>
              <a:gd name="connsiteX60772" fmla="*/ 567607 w 2119654"/>
              <a:gd name="connsiteY60772" fmla="*/ 2047460 h 2398711"/>
              <a:gd name="connsiteX60773" fmla="*/ 561465 w 2119654"/>
              <a:gd name="connsiteY60773" fmla="*/ 2047438 h 2398711"/>
              <a:gd name="connsiteX60774" fmla="*/ 561425 w 2119654"/>
              <a:gd name="connsiteY60774" fmla="*/ 2047619 h 2398711"/>
              <a:gd name="connsiteX60775" fmla="*/ 568820 w 2119654"/>
              <a:gd name="connsiteY60775" fmla="*/ 2047039 h 2398711"/>
              <a:gd name="connsiteX60776" fmla="*/ 573251 w 2119654"/>
              <a:gd name="connsiteY60776" fmla="*/ 2045500 h 2398711"/>
              <a:gd name="connsiteX60777" fmla="*/ 1232582 w 2119654"/>
              <a:gd name="connsiteY60777" fmla="*/ 544453 h 2398711"/>
              <a:gd name="connsiteX60778" fmla="*/ 1230758 w 2119654"/>
              <a:gd name="connsiteY60778" fmla="*/ 549862 h 2398711"/>
              <a:gd name="connsiteX60779" fmla="*/ 1232065 w 2119654"/>
              <a:gd name="connsiteY60779" fmla="*/ 552210 h 2398711"/>
              <a:gd name="connsiteX60780" fmla="*/ 1232898 w 2119654"/>
              <a:gd name="connsiteY60780" fmla="*/ 545247 h 2398711"/>
              <a:gd name="connsiteX60781" fmla="*/ 1261616 w 2119654"/>
              <a:gd name="connsiteY60781" fmla="*/ 478976 h 2398711"/>
              <a:gd name="connsiteX60782" fmla="*/ 1261838 w 2119654"/>
              <a:gd name="connsiteY60782" fmla="*/ 480727 h 2398711"/>
              <a:gd name="connsiteX60783" fmla="*/ 1265654 w 2119654"/>
              <a:gd name="connsiteY60783" fmla="*/ 488928 h 2398711"/>
              <a:gd name="connsiteX60784" fmla="*/ 1270461 w 2119654"/>
              <a:gd name="connsiteY60784" fmla="*/ 494939 h 2398711"/>
              <a:gd name="connsiteX60785" fmla="*/ 1270711 w 2119654"/>
              <a:gd name="connsiteY60785" fmla="*/ 492555 h 2398711"/>
              <a:gd name="connsiteX60786" fmla="*/ 1270269 w 2119654"/>
              <a:gd name="connsiteY60786" fmla="*/ 491192 h 2398711"/>
              <a:gd name="connsiteX60787" fmla="*/ 590678 w 2119654"/>
              <a:gd name="connsiteY60787" fmla="*/ 1981287 h 2398711"/>
              <a:gd name="connsiteX60788" fmla="*/ 590592 w 2119654"/>
              <a:gd name="connsiteY60788" fmla="*/ 1981736 h 2398711"/>
              <a:gd name="connsiteX60789" fmla="*/ 598220 w 2119654"/>
              <a:gd name="connsiteY60789" fmla="*/ 1981642 h 2398711"/>
              <a:gd name="connsiteX60790" fmla="*/ 598016 w 2119654"/>
              <a:gd name="connsiteY60790" fmla="*/ 1981330 h 2398711"/>
              <a:gd name="connsiteX60791" fmla="*/ 593737 w 2119654"/>
              <a:gd name="connsiteY60791" fmla="*/ 1980597 h 2398711"/>
              <a:gd name="connsiteX60792" fmla="*/ 593145 w 2119654"/>
              <a:gd name="connsiteY60792" fmla="*/ 1980751 h 2398711"/>
              <a:gd name="connsiteX60793" fmla="*/ 1282851 w 2119654"/>
              <a:gd name="connsiteY60793" fmla="*/ 431356 h 2398711"/>
              <a:gd name="connsiteX60794" fmla="*/ 1283178 w 2119654"/>
              <a:gd name="connsiteY60794" fmla="*/ 431670 h 2398711"/>
              <a:gd name="connsiteX60795" fmla="*/ 1288451 w 2119654"/>
              <a:gd name="connsiteY60795" fmla="*/ 425887 h 2398711"/>
              <a:gd name="connsiteX60796" fmla="*/ 1287548 w 2119654"/>
              <a:gd name="connsiteY60796" fmla="*/ 423121 h 2398711"/>
              <a:gd name="connsiteX60797" fmla="*/ 1282690 w 2119654"/>
              <a:gd name="connsiteY60797" fmla="*/ 431639 h 2398711"/>
              <a:gd name="connsiteX60798" fmla="*/ 1282676 w 2119654"/>
              <a:gd name="connsiteY60798" fmla="*/ 432221 h 2398711"/>
              <a:gd name="connsiteX60799" fmla="*/ 1282976 w 2119654"/>
              <a:gd name="connsiteY60799" fmla="*/ 431892 h 2398711"/>
              <a:gd name="connsiteX60800" fmla="*/ 1282697 w 2119654"/>
              <a:gd name="connsiteY60800" fmla="*/ 431625 h 2398711"/>
              <a:gd name="connsiteX60801" fmla="*/ 1242648 w 2119654"/>
              <a:gd name="connsiteY60801" fmla="*/ 521135 h 2398711"/>
              <a:gd name="connsiteX60802" fmla="*/ 1243329 w 2119654"/>
              <a:gd name="connsiteY60802" fmla="*/ 526564 h 2398711"/>
              <a:gd name="connsiteX60803" fmla="*/ 1243811 w 2119654"/>
              <a:gd name="connsiteY60803" fmla="*/ 527142 h 2398711"/>
              <a:gd name="connsiteX60804" fmla="*/ 1245427 w 2119654"/>
              <a:gd name="connsiteY60804" fmla="*/ 525126 h 2398711"/>
              <a:gd name="connsiteX60805" fmla="*/ 1243511 w 2119654"/>
              <a:gd name="connsiteY60805" fmla="*/ 522240 h 2398711"/>
              <a:gd name="connsiteX60806" fmla="*/ 562048 w 2119654"/>
              <a:gd name="connsiteY60806" fmla="*/ 2044797 h 2398711"/>
              <a:gd name="connsiteX60807" fmla="*/ 561945 w 2119654"/>
              <a:gd name="connsiteY60807" fmla="*/ 2045266 h 2398711"/>
              <a:gd name="connsiteX60808" fmla="*/ 565365 w 2119654"/>
              <a:gd name="connsiteY60808" fmla="*/ 2044776 h 2398711"/>
              <a:gd name="connsiteX60809" fmla="*/ 1295954 w 2119654"/>
              <a:gd name="connsiteY60809" fmla="*/ 401335 h 2398711"/>
              <a:gd name="connsiteX60810" fmla="*/ 1296983 w 2119654"/>
              <a:gd name="connsiteY60810" fmla="*/ 404897 h 2398711"/>
              <a:gd name="connsiteX60811" fmla="*/ 1302000 w 2119654"/>
              <a:gd name="connsiteY60811" fmla="*/ 396865 h 2398711"/>
              <a:gd name="connsiteX60812" fmla="*/ 1301586 w 2119654"/>
              <a:gd name="connsiteY60812" fmla="*/ 394783 h 2398711"/>
              <a:gd name="connsiteX60813" fmla="*/ 590987 w 2119654"/>
              <a:gd name="connsiteY60813" fmla="*/ 1979676 h 2398711"/>
              <a:gd name="connsiteX60814" fmla="*/ 590961 w 2119654"/>
              <a:gd name="connsiteY60814" fmla="*/ 1979810 h 2398711"/>
              <a:gd name="connsiteX60815" fmla="*/ 592962 w 2119654"/>
              <a:gd name="connsiteY60815" fmla="*/ 1979290 h 2398711"/>
              <a:gd name="connsiteX60816" fmla="*/ 592002 w 2119654"/>
              <a:gd name="connsiteY60816" fmla="*/ 1979102 h 2398711"/>
              <a:gd name="connsiteX60817" fmla="*/ 1247785 w 2119654"/>
              <a:gd name="connsiteY60817" fmla="*/ 508571 h 2398711"/>
              <a:gd name="connsiteX60818" fmla="*/ 1250075 w 2119654"/>
              <a:gd name="connsiteY60818" fmla="*/ 519328 h 2398711"/>
              <a:gd name="connsiteX60819" fmla="*/ 1250403 w 2119654"/>
              <a:gd name="connsiteY60819" fmla="*/ 518919 h 2398711"/>
              <a:gd name="connsiteX60820" fmla="*/ 1251316 w 2119654"/>
              <a:gd name="connsiteY60820" fmla="*/ 517868 h 2398711"/>
              <a:gd name="connsiteX60821" fmla="*/ 1248994 w 2119654"/>
              <a:gd name="connsiteY60821" fmla="*/ 509861 h 2398711"/>
              <a:gd name="connsiteX60822" fmla="*/ 591130 w 2119654"/>
              <a:gd name="connsiteY60822" fmla="*/ 1978931 h 2398711"/>
              <a:gd name="connsiteX60823" fmla="*/ 591086 w 2119654"/>
              <a:gd name="connsiteY60823" fmla="*/ 1979159 h 2398711"/>
              <a:gd name="connsiteX60824" fmla="*/ 591398 w 2119654"/>
              <a:gd name="connsiteY60824" fmla="*/ 1978983 h 2398711"/>
              <a:gd name="connsiteX60825" fmla="*/ 590712 w 2119654"/>
              <a:gd name="connsiteY60825" fmla="*/ 1979832 h 2398711"/>
              <a:gd name="connsiteX60826" fmla="*/ 590774 w 2119654"/>
              <a:gd name="connsiteY60826" fmla="*/ 1979843 h 2398711"/>
              <a:gd name="connsiteX60827" fmla="*/ 590783 w 2119654"/>
              <a:gd name="connsiteY60827" fmla="*/ 1979792 h 2398711"/>
              <a:gd name="connsiteX60828" fmla="*/ 1277762 w 2119654"/>
              <a:gd name="connsiteY60828" fmla="*/ 441235 h 2398711"/>
              <a:gd name="connsiteX60829" fmla="*/ 1281230 w 2119654"/>
              <a:gd name="connsiteY60829" fmla="*/ 450049 h 2398711"/>
              <a:gd name="connsiteX60830" fmla="*/ 1281425 w 2119654"/>
              <a:gd name="connsiteY60830" fmla="*/ 441716 h 2398711"/>
              <a:gd name="connsiteX60831" fmla="*/ 1280495 w 2119654"/>
              <a:gd name="connsiteY60831" fmla="*/ 437914 h 2398711"/>
              <a:gd name="connsiteX60832" fmla="*/ 1235672 w 2119654"/>
              <a:gd name="connsiteY60832" fmla="*/ 535288 h 2398711"/>
              <a:gd name="connsiteX60833" fmla="*/ 1235324 w 2119654"/>
              <a:gd name="connsiteY60833" fmla="*/ 536323 h 2398711"/>
              <a:gd name="connsiteX60834" fmla="*/ 1235523 w 2119654"/>
              <a:gd name="connsiteY60834" fmla="*/ 537269 h 2398711"/>
              <a:gd name="connsiteX60835" fmla="*/ 1235584 w 2119654"/>
              <a:gd name="connsiteY60835" fmla="*/ 537406 h 2398711"/>
              <a:gd name="connsiteX60836" fmla="*/ 1235984 w 2119654"/>
              <a:gd name="connsiteY60836" fmla="*/ 536906 h 2398711"/>
              <a:gd name="connsiteX60837" fmla="*/ 1235682 w 2119654"/>
              <a:gd name="connsiteY60837" fmla="*/ 535313 h 2398711"/>
              <a:gd name="connsiteX60838" fmla="*/ 562634 w 2119654"/>
              <a:gd name="connsiteY60838" fmla="*/ 2042148 h 2398711"/>
              <a:gd name="connsiteX60839" fmla="*/ 562230 w 2119654"/>
              <a:gd name="connsiteY60839" fmla="*/ 2043976 h 2398711"/>
              <a:gd name="connsiteX60840" fmla="*/ 571382 w 2119654"/>
              <a:gd name="connsiteY60840" fmla="*/ 2043058 h 2398711"/>
              <a:gd name="connsiteX60841" fmla="*/ 568741 w 2119654"/>
              <a:gd name="connsiteY60841" fmla="*/ 2041669 h 2398711"/>
              <a:gd name="connsiteX60842" fmla="*/ 566864 w 2119654"/>
              <a:gd name="connsiteY60842" fmla="*/ 2042029 h 2398711"/>
              <a:gd name="connsiteX60843" fmla="*/ 1254917 w 2119654"/>
              <a:gd name="connsiteY60843" fmla="*/ 491608 h 2398711"/>
              <a:gd name="connsiteX60844" fmla="*/ 1255452 w 2119654"/>
              <a:gd name="connsiteY60844" fmla="*/ 493230 h 2398711"/>
              <a:gd name="connsiteX60845" fmla="*/ 1257511 w 2119654"/>
              <a:gd name="connsiteY60845" fmla="*/ 495591 h 2398711"/>
              <a:gd name="connsiteX60846" fmla="*/ 1256857 w 2119654"/>
              <a:gd name="connsiteY60846" fmla="*/ 493443 h 2398711"/>
              <a:gd name="connsiteX60847" fmla="*/ 573355 w 2119654"/>
              <a:gd name="connsiteY60847" fmla="*/ 2017390 h 2398711"/>
              <a:gd name="connsiteX60848" fmla="*/ 575365 w 2119654"/>
              <a:gd name="connsiteY60848" fmla="*/ 2017848 h 2398711"/>
              <a:gd name="connsiteX60849" fmla="*/ 579236 w 2119654"/>
              <a:gd name="connsiteY60849" fmla="*/ 2016477 h 2398711"/>
              <a:gd name="connsiteX60850" fmla="*/ 577475 w 2119654"/>
              <a:gd name="connsiteY60850" fmla="*/ 2016067 h 2398711"/>
              <a:gd name="connsiteX60851" fmla="*/ 1237105 w 2119654"/>
              <a:gd name="connsiteY60851" fmla="*/ 531038 h 2398711"/>
              <a:gd name="connsiteX60852" fmla="*/ 1236345 w 2119654"/>
              <a:gd name="connsiteY60852" fmla="*/ 533293 h 2398711"/>
              <a:gd name="connsiteX60853" fmla="*/ 1237202 w 2119654"/>
              <a:gd name="connsiteY60853" fmla="*/ 535387 h 2398711"/>
              <a:gd name="connsiteX60854" fmla="*/ 1238374 w 2119654"/>
              <a:gd name="connsiteY60854" fmla="*/ 533924 h 2398711"/>
              <a:gd name="connsiteX60855" fmla="*/ 1237361 w 2119654"/>
              <a:gd name="connsiteY60855" fmla="*/ 531521 h 2398711"/>
              <a:gd name="connsiteX60856" fmla="*/ 583597 w 2119654"/>
              <a:gd name="connsiteY60856" fmla="*/ 1994062 h 2398711"/>
              <a:gd name="connsiteX60857" fmla="*/ 583651 w 2119654"/>
              <a:gd name="connsiteY60857" fmla="*/ 1994549 h 2398711"/>
              <a:gd name="connsiteX60858" fmla="*/ 584684 w 2119654"/>
              <a:gd name="connsiteY60858" fmla="*/ 1994907 h 2398711"/>
              <a:gd name="connsiteX60859" fmla="*/ 586653 w 2119654"/>
              <a:gd name="connsiteY60859" fmla="*/ 1994876 h 2398711"/>
              <a:gd name="connsiteX60860" fmla="*/ 583888 w 2119654"/>
              <a:gd name="connsiteY60860" fmla="*/ 1993093 h 2398711"/>
              <a:gd name="connsiteX60861" fmla="*/ 587939 w 2119654"/>
              <a:gd name="connsiteY60861" fmla="*/ 1994855 h 2398711"/>
              <a:gd name="connsiteX60862" fmla="*/ 588108 w 2119654"/>
              <a:gd name="connsiteY60862" fmla="*/ 1994852 h 2398711"/>
              <a:gd name="connsiteX60863" fmla="*/ 588583 w 2119654"/>
              <a:gd name="connsiteY60863" fmla="*/ 1992175 h 2398711"/>
              <a:gd name="connsiteX60864" fmla="*/ 1275809 w 2119654"/>
              <a:gd name="connsiteY60864" fmla="*/ 443703 h 2398711"/>
              <a:gd name="connsiteX60865" fmla="*/ 1281088 w 2119654"/>
              <a:gd name="connsiteY60865" fmla="*/ 454623 h 2398711"/>
              <a:gd name="connsiteX60866" fmla="*/ 1281136 w 2119654"/>
              <a:gd name="connsiteY60866" fmla="*/ 454059 h 2398711"/>
              <a:gd name="connsiteX60867" fmla="*/ 1281208 w 2119654"/>
              <a:gd name="connsiteY60867" fmla="*/ 450971 h 2398711"/>
              <a:gd name="connsiteX60868" fmla="*/ 1277502 w 2119654"/>
              <a:gd name="connsiteY60868" fmla="*/ 441551 h 2398711"/>
              <a:gd name="connsiteX60869" fmla="*/ 1275983 w 2119654"/>
              <a:gd name="connsiteY60869" fmla="*/ 443397 h 2398711"/>
              <a:gd name="connsiteX60870" fmla="*/ 594083 w 2119654"/>
              <a:gd name="connsiteY60870" fmla="*/ 1970164 h 2398711"/>
              <a:gd name="connsiteX60871" fmla="*/ 595507 w 2119654"/>
              <a:gd name="connsiteY60871" fmla="*/ 1972351 h 2398711"/>
              <a:gd name="connsiteX60872" fmla="*/ 599192 w 2119654"/>
              <a:gd name="connsiteY60872" fmla="*/ 1972533 h 2398711"/>
              <a:gd name="connsiteX60873" fmla="*/ 599149 w 2119654"/>
              <a:gd name="connsiteY60873" fmla="*/ 1972166 h 2398711"/>
              <a:gd name="connsiteX60874" fmla="*/ 1238140 w 2119654"/>
              <a:gd name="connsiteY60874" fmla="*/ 527969 h 2398711"/>
              <a:gd name="connsiteX60875" fmla="*/ 1238069 w 2119654"/>
              <a:gd name="connsiteY60875" fmla="*/ 528178 h 2398711"/>
              <a:gd name="connsiteX60876" fmla="*/ 1238404 w 2119654"/>
              <a:gd name="connsiteY60876" fmla="*/ 528811 h 2398711"/>
              <a:gd name="connsiteX60877" fmla="*/ 1275309 w 2119654"/>
              <a:gd name="connsiteY60877" fmla="*/ 444578 h 2398711"/>
              <a:gd name="connsiteX60878" fmla="*/ 1275252 w 2119654"/>
              <a:gd name="connsiteY60878" fmla="*/ 446392 h 2398711"/>
              <a:gd name="connsiteX60879" fmla="*/ 1276696 w 2119654"/>
              <a:gd name="connsiteY60879" fmla="*/ 450612 h 2398711"/>
              <a:gd name="connsiteX60880" fmla="*/ 1280567 w 2119654"/>
              <a:gd name="connsiteY60880" fmla="*/ 454751 h 2398711"/>
              <a:gd name="connsiteX60881" fmla="*/ 1275493 w 2119654"/>
              <a:gd name="connsiteY60881" fmla="*/ 444256 h 2398711"/>
              <a:gd name="connsiteX60882" fmla="*/ 1265772 w 2119654"/>
              <a:gd name="connsiteY60882" fmla="*/ 465883 h 2398711"/>
              <a:gd name="connsiteX60883" fmla="*/ 1271187 w 2119654"/>
              <a:gd name="connsiteY60883" fmla="*/ 475446 h 2398711"/>
              <a:gd name="connsiteX60884" fmla="*/ 1270543 w 2119654"/>
              <a:gd name="connsiteY60884" fmla="*/ 471366 h 2398711"/>
              <a:gd name="connsiteX60885" fmla="*/ 591972 w 2119654"/>
              <a:gd name="connsiteY60885" fmla="*/ 1974546 h 2398711"/>
              <a:gd name="connsiteX60886" fmla="*/ 591249 w 2119654"/>
              <a:gd name="connsiteY60886" fmla="*/ 1978309 h 2398711"/>
              <a:gd name="connsiteX60887" fmla="*/ 592539 w 2119654"/>
              <a:gd name="connsiteY60887" fmla="*/ 1978337 h 2398711"/>
              <a:gd name="connsiteX60888" fmla="*/ 595117 w 2119654"/>
              <a:gd name="connsiteY60888" fmla="*/ 1976877 h 2398711"/>
              <a:gd name="connsiteX60889" fmla="*/ 594172 w 2119654"/>
              <a:gd name="connsiteY60889" fmla="*/ 1975427 h 2398711"/>
              <a:gd name="connsiteX60890" fmla="*/ 592106 w 2119654"/>
              <a:gd name="connsiteY60890" fmla="*/ 1974606 h 2398711"/>
              <a:gd name="connsiteX60891" fmla="*/ 583518 w 2119654"/>
              <a:gd name="connsiteY60891" fmla="*/ 1993339 h 2398711"/>
              <a:gd name="connsiteX60892" fmla="*/ 583589 w 2119654"/>
              <a:gd name="connsiteY60892" fmla="*/ 1993980 h 2398711"/>
              <a:gd name="connsiteX60893" fmla="*/ 586824 w 2119654"/>
              <a:gd name="connsiteY60893" fmla="*/ 1994873 h 2398711"/>
              <a:gd name="connsiteX60894" fmla="*/ 587038 w 2119654"/>
              <a:gd name="connsiteY60894" fmla="*/ 1994870 h 2398711"/>
              <a:gd name="connsiteX60895" fmla="*/ 1239060 w 2119654"/>
              <a:gd name="connsiteY60895" fmla="*/ 525241 h 2398711"/>
              <a:gd name="connsiteX60896" fmla="*/ 1238828 w 2119654"/>
              <a:gd name="connsiteY60896" fmla="*/ 525928 h 2398711"/>
              <a:gd name="connsiteX60897" fmla="*/ 1239357 w 2119654"/>
              <a:gd name="connsiteY60897" fmla="*/ 527610 h 2398711"/>
              <a:gd name="connsiteX60898" fmla="*/ 1242243 w 2119654"/>
              <a:gd name="connsiteY60898" fmla="*/ 517911 h 2398711"/>
              <a:gd name="connsiteX60899" fmla="*/ 1242365 w 2119654"/>
              <a:gd name="connsiteY60899" fmla="*/ 518890 h 2398711"/>
              <a:gd name="connsiteX60900" fmla="*/ 1245828 w 2119654"/>
              <a:gd name="connsiteY60900" fmla="*/ 524106 h 2398711"/>
              <a:gd name="connsiteX60901" fmla="*/ 1245773 w 2119654"/>
              <a:gd name="connsiteY60901" fmla="*/ 522960 h 2398711"/>
              <a:gd name="connsiteX60902" fmla="*/ 1244969 w 2119654"/>
              <a:gd name="connsiteY60902" fmla="*/ 521241 h 2398711"/>
              <a:gd name="connsiteX60903" fmla="*/ 588489 w 2119654"/>
              <a:gd name="connsiteY60903" fmla="*/ 1981762 h 2398711"/>
              <a:gd name="connsiteX60904" fmla="*/ 590437 w 2119654"/>
              <a:gd name="connsiteY60904" fmla="*/ 1981738 h 2398711"/>
              <a:gd name="connsiteX60905" fmla="*/ 590510 w 2119654"/>
              <a:gd name="connsiteY60905" fmla="*/ 1981323 h 2398711"/>
              <a:gd name="connsiteX60906" fmla="*/ 1244466 w 2119654"/>
              <a:gd name="connsiteY60906" fmla="*/ 512883 h 2398711"/>
              <a:gd name="connsiteX60907" fmla="*/ 1244601 w 2119654"/>
              <a:gd name="connsiteY60907" fmla="*/ 513161 h 2398711"/>
              <a:gd name="connsiteX60908" fmla="*/ 1244525 w 2119654"/>
              <a:gd name="connsiteY60908" fmla="*/ 512802 h 2398711"/>
              <a:gd name="connsiteX60909" fmla="*/ 531145 w 2119654"/>
              <a:gd name="connsiteY60909" fmla="*/ 2110062 h 2398711"/>
              <a:gd name="connsiteX60910" fmla="*/ 533237 w 2119654"/>
              <a:gd name="connsiteY60910" fmla="*/ 2124343 h 2398711"/>
              <a:gd name="connsiteX60911" fmla="*/ 552016 w 2119654"/>
              <a:gd name="connsiteY60911" fmla="*/ 2121694 h 2398711"/>
              <a:gd name="connsiteX60912" fmla="*/ 549569 w 2119654"/>
              <a:gd name="connsiteY60912" fmla="*/ 2113571 h 2398711"/>
              <a:gd name="connsiteX60913" fmla="*/ 592327 w 2119654"/>
              <a:gd name="connsiteY60913" fmla="*/ 1972696 h 2398711"/>
              <a:gd name="connsiteX60914" fmla="*/ 592269 w 2119654"/>
              <a:gd name="connsiteY60914" fmla="*/ 1972992 h 2398711"/>
              <a:gd name="connsiteX60915" fmla="*/ 592697 w 2119654"/>
              <a:gd name="connsiteY60915" fmla="*/ 1973162 h 2398711"/>
              <a:gd name="connsiteX60916" fmla="*/ 592396 w 2119654"/>
              <a:gd name="connsiteY60916" fmla="*/ 1972699 h 2398711"/>
              <a:gd name="connsiteX60917" fmla="*/ 1305461 w 2119654"/>
              <a:gd name="connsiteY60917" fmla="*/ 375525 h 2398711"/>
              <a:gd name="connsiteX60918" fmla="*/ 1310777 w 2119654"/>
              <a:gd name="connsiteY60918" fmla="*/ 382811 h 2398711"/>
              <a:gd name="connsiteX60919" fmla="*/ 1311534 w 2119654"/>
              <a:gd name="connsiteY60919" fmla="*/ 381600 h 2398711"/>
              <a:gd name="connsiteX60920" fmla="*/ 1309439 w 2119654"/>
              <a:gd name="connsiteY60920" fmla="*/ 371072 h 2398711"/>
              <a:gd name="connsiteX60921" fmla="*/ 1243289 w 2119654"/>
              <a:gd name="connsiteY60921" fmla="*/ 514487 h 2398711"/>
              <a:gd name="connsiteX60922" fmla="*/ 1245425 w 2119654"/>
              <a:gd name="connsiteY60922" fmla="*/ 517034 h 2398711"/>
              <a:gd name="connsiteX60923" fmla="*/ 1244836 w 2119654"/>
              <a:gd name="connsiteY60923" fmla="*/ 514265 h 2398711"/>
              <a:gd name="connsiteX60924" fmla="*/ 1244295 w 2119654"/>
              <a:gd name="connsiteY60924" fmla="*/ 513116 h 2398711"/>
              <a:gd name="connsiteX60925" fmla="*/ 1269590 w 2119654"/>
              <a:gd name="connsiteY60925" fmla="*/ 455280 h 2398711"/>
              <a:gd name="connsiteX60926" fmla="*/ 1272368 w 2119654"/>
              <a:gd name="connsiteY60926" fmla="*/ 462222 h 2398711"/>
              <a:gd name="connsiteX60927" fmla="*/ 1273303 w 2119654"/>
              <a:gd name="connsiteY60927" fmla="*/ 464658 h 2398711"/>
              <a:gd name="connsiteX60928" fmla="*/ 1273730 w 2119654"/>
              <a:gd name="connsiteY60928" fmla="*/ 451015 h 2398711"/>
              <a:gd name="connsiteX60929" fmla="*/ 1273194 w 2119654"/>
              <a:gd name="connsiteY60929" fmla="*/ 449448 h 2398711"/>
              <a:gd name="connsiteX60930" fmla="*/ 1272782 w 2119654"/>
              <a:gd name="connsiteY60930" fmla="*/ 449008 h 2398711"/>
              <a:gd name="connsiteX60931" fmla="*/ 1271561 w 2119654"/>
              <a:gd name="connsiteY60931" fmla="*/ 451148 h 2398711"/>
              <a:gd name="connsiteX60932" fmla="*/ 1268734 w 2119654"/>
              <a:gd name="connsiteY60932" fmla="*/ 457074 h 2398711"/>
              <a:gd name="connsiteX60933" fmla="*/ 1271296 w 2119654"/>
              <a:gd name="connsiteY60933" fmla="*/ 469956 h 2398711"/>
              <a:gd name="connsiteX60934" fmla="*/ 1272842 w 2119654"/>
              <a:gd name="connsiteY60934" fmla="*/ 472216 h 2398711"/>
              <a:gd name="connsiteX60935" fmla="*/ 1273163 w 2119654"/>
              <a:gd name="connsiteY60935" fmla="*/ 469157 h 2398711"/>
              <a:gd name="connsiteX60936" fmla="*/ 1273285 w 2119654"/>
              <a:gd name="connsiteY60936" fmla="*/ 465277 h 2398711"/>
              <a:gd name="connsiteX60937" fmla="*/ 1269507 w 2119654"/>
              <a:gd name="connsiteY60937" fmla="*/ 455454 h 2398711"/>
              <a:gd name="connsiteX60938" fmla="*/ 1242680 w 2119654"/>
              <a:gd name="connsiteY60938" fmla="*/ 515317 h 2398711"/>
              <a:gd name="connsiteX60939" fmla="*/ 1242995 w 2119654"/>
              <a:gd name="connsiteY60939" fmla="*/ 515926 h 2398711"/>
              <a:gd name="connsiteX60940" fmla="*/ 1245559 w 2119654"/>
              <a:gd name="connsiteY60940" fmla="*/ 518529 h 2398711"/>
              <a:gd name="connsiteX60941" fmla="*/ 1245513 w 2119654"/>
              <a:gd name="connsiteY60941" fmla="*/ 517570 h 2398711"/>
              <a:gd name="connsiteX60942" fmla="*/ 1243121 w 2119654"/>
              <a:gd name="connsiteY60942" fmla="*/ 514716 h 2398711"/>
              <a:gd name="connsiteX60943" fmla="*/ 1259888 w 2119654"/>
              <a:gd name="connsiteY60943" fmla="*/ 476538 h 2398711"/>
              <a:gd name="connsiteX60944" fmla="*/ 1260413 w 2119654"/>
              <a:gd name="connsiteY60944" fmla="*/ 477665 h 2398711"/>
              <a:gd name="connsiteX60945" fmla="*/ 1260353 w 2119654"/>
              <a:gd name="connsiteY60945" fmla="*/ 477195 h 2398711"/>
              <a:gd name="connsiteX60946" fmla="*/ 1266165 w 2119654"/>
              <a:gd name="connsiteY60946" fmla="*/ 462457 h 2398711"/>
              <a:gd name="connsiteX60947" fmla="*/ 1270029 w 2119654"/>
              <a:gd name="connsiteY60947" fmla="*/ 468104 h 2398711"/>
              <a:gd name="connsiteX60948" fmla="*/ 1268527 w 2119654"/>
              <a:gd name="connsiteY60948" fmla="*/ 458573 h 2398711"/>
              <a:gd name="connsiteX60949" fmla="*/ 1268377 w 2119654"/>
              <a:gd name="connsiteY60949" fmla="*/ 457823 h 2398711"/>
              <a:gd name="connsiteX60950" fmla="*/ 564553 w 2119654"/>
              <a:gd name="connsiteY60950" fmla="*/ 2033466 h 2398711"/>
              <a:gd name="connsiteX60951" fmla="*/ 563785 w 2119654"/>
              <a:gd name="connsiteY60951" fmla="*/ 2036940 h 2398711"/>
              <a:gd name="connsiteX60952" fmla="*/ 564410 w 2119654"/>
              <a:gd name="connsiteY60952" fmla="*/ 2037269 h 2398711"/>
              <a:gd name="connsiteX60953" fmla="*/ 571730 w 2119654"/>
              <a:gd name="connsiteY60953" fmla="*/ 2035864 h 2398711"/>
              <a:gd name="connsiteX60954" fmla="*/ 1242082 w 2119654"/>
              <a:gd name="connsiteY60954" fmla="*/ 516277 h 2398711"/>
              <a:gd name="connsiteX60955" fmla="*/ 1242049 w 2119654"/>
              <a:gd name="connsiteY60955" fmla="*/ 516375 h 2398711"/>
              <a:gd name="connsiteX60956" fmla="*/ 1242112 w 2119654"/>
              <a:gd name="connsiteY60956" fmla="*/ 516872 h 2398711"/>
              <a:gd name="connsiteX60957" fmla="*/ 1244012 w 2119654"/>
              <a:gd name="connsiteY60957" fmla="*/ 519194 h 2398711"/>
              <a:gd name="connsiteX60958" fmla="*/ 1243160 w 2119654"/>
              <a:gd name="connsiteY60958" fmla="*/ 517372 h 2398711"/>
              <a:gd name="connsiteX60959" fmla="*/ 1265229 w 2119654"/>
              <a:gd name="connsiteY60959" fmla="*/ 464421 h 2398711"/>
              <a:gd name="connsiteX60960" fmla="*/ 1270129 w 2119654"/>
              <a:gd name="connsiteY60960" fmla="*/ 470049 h 2398711"/>
              <a:gd name="connsiteX60961" fmla="*/ 1265820 w 2119654"/>
              <a:gd name="connsiteY60961" fmla="*/ 463181 h 2398711"/>
              <a:gd name="connsiteX60962" fmla="*/ 1264674 w 2119654"/>
              <a:gd name="connsiteY60962" fmla="*/ 465585 h 2398711"/>
              <a:gd name="connsiteX60963" fmla="*/ 1265700 w 2119654"/>
              <a:gd name="connsiteY60963" fmla="*/ 467116 h 2398711"/>
              <a:gd name="connsiteX60964" fmla="*/ 1264748 w 2119654"/>
              <a:gd name="connsiteY60964" fmla="*/ 465431 h 2398711"/>
              <a:gd name="connsiteX60965" fmla="*/ 1290541 w 2119654"/>
              <a:gd name="connsiteY60965" fmla="*/ 407634 h 2398711"/>
              <a:gd name="connsiteX60966" fmla="*/ 1290844 w 2119654"/>
              <a:gd name="connsiteY60966" fmla="*/ 407933 h 2398711"/>
              <a:gd name="connsiteX60967" fmla="*/ 1293443 w 2119654"/>
              <a:gd name="connsiteY60967" fmla="*/ 410711 h 2398711"/>
              <a:gd name="connsiteX60968" fmla="*/ 1294399 w 2119654"/>
              <a:gd name="connsiteY60968" fmla="*/ 409035 h 2398711"/>
              <a:gd name="connsiteX60969" fmla="*/ 1296752 w 2119654"/>
              <a:gd name="connsiteY60969" fmla="*/ 405268 h 2398711"/>
              <a:gd name="connsiteX60970" fmla="*/ 1296549 w 2119654"/>
              <a:gd name="connsiteY60970" fmla="*/ 404436 h 2398711"/>
              <a:gd name="connsiteX60971" fmla="*/ 1295729 w 2119654"/>
              <a:gd name="connsiteY60971" fmla="*/ 401596 h 2398711"/>
              <a:gd name="connsiteX60972" fmla="*/ 1315784 w 2119654"/>
              <a:gd name="connsiteY60972" fmla="*/ 351037 h 2398711"/>
              <a:gd name="connsiteX60973" fmla="*/ 1321879 w 2119654"/>
              <a:gd name="connsiteY60973" fmla="*/ 365036 h 2398711"/>
              <a:gd name="connsiteX60974" fmla="*/ 1329699 w 2119654"/>
              <a:gd name="connsiteY60974" fmla="*/ 352515 h 2398711"/>
              <a:gd name="connsiteX60975" fmla="*/ 1342671 w 2119654"/>
              <a:gd name="connsiteY60975" fmla="*/ 332355 h 2398711"/>
              <a:gd name="connsiteX60976" fmla="*/ 1333511 w 2119654"/>
              <a:gd name="connsiteY60976" fmla="*/ 338598 h 2398711"/>
              <a:gd name="connsiteX60977" fmla="*/ 1263589 w 2119654"/>
              <a:gd name="connsiteY60977" fmla="*/ 467859 h 2398711"/>
              <a:gd name="connsiteX60978" fmla="*/ 1270925 w 2119654"/>
              <a:gd name="connsiteY60978" fmla="*/ 490505 h 2398711"/>
              <a:gd name="connsiteX60979" fmla="*/ 1271901 w 2119654"/>
              <a:gd name="connsiteY60979" fmla="*/ 481200 h 2398711"/>
              <a:gd name="connsiteX60980" fmla="*/ 1263918 w 2119654"/>
              <a:gd name="connsiteY60980" fmla="*/ 467169 h 2398711"/>
              <a:gd name="connsiteX60981" fmla="*/ 1242756 w 2119654"/>
              <a:gd name="connsiteY60981" fmla="*/ 514280 h 2398711"/>
              <a:gd name="connsiteX60982" fmla="*/ 1242514 w 2119654"/>
              <a:gd name="connsiteY60982" fmla="*/ 514996 h 2398711"/>
              <a:gd name="connsiteX60983" fmla="*/ 1242606 w 2119654"/>
              <a:gd name="connsiteY60983" fmla="*/ 515172 h 2398711"/>
              <a:gd name="connsiteX60984" fmla="*/ 1243024 w 2119654"/>
              <a:gd name="connsiteY60984" fmla="*/ 514602 h 2398711"/>
              <a:gd name="connsiteX60985" fmla="*/ 591408 w 2119654"/>
              <a:gd name="connsiteY60985" fmla="*/ 1972650 h 2398711"/>
              <a:gd name="connsiteX60986" fmla="*/ 592009 w 2119654"/>
              <a:gd name="connsiteY60986" fmla="*/ 1972888 h 2398711"/>
              <a:gd name="connsiteX60987" fmla="*/ 592045 w 2119654"/>
              <a:gd name="connsiteY60987" fmla="*/ 1972681 h 2398711"/>
              <a:gd name="connsiteX60988" fmla="*/ 1260916 w 2119654"/>
              <a:gd name="connsiteY60988" fmla="*/ 473460 h 2398711"/>
              <a:gd name="connsiteX60989" fmla="*/ 1261438 w 2119654"/>
              <a:gd name="connsiteY60989" fmla="*/ 477573 h 2398711"/>
              <a:gd name="connsiteX60990" fmla="*/ 1269581 w 2119654"/>
              <a:gd name="connsiteY60990" fmla="*/ 489069 h 2398711"/>
              <a:gd name="connsiteX60991" fmla="*/ 1265605 w 2119654"/>
              <a:gd name="connsiteY60991" fmla="*/ 476793 h 2398711"/>
              <a:gd name="connsiteX60992" fmla="*/ 1263041 w 2119654"/>
              <a:gd name="connsiteY60992" fmla="*/ 469008 h 2398711"/>
              <a:gd name="connsiteX60993" fmla="*/ 1259954 w 2119654"/>
              <a:gd name="connsiteY60993" fmla="*/ 475478 h 2398711"/>
              <a:gd name="connsiteX60994" fmla="*/ 1260176 w 2119654"/>
              <a:gd name="connsiteY60994" fmla="*/ 475792 h 2398711"/>
              <a:gd name="connsiteX60995" fmla="*/ 1260098 w 2119654"/>
              <a:gd name="connsiteY60995" fmla="*/ 475175 h 2398711"/>
              <a:gd name="connsiteX60996" fmla="*/ 580569 w 2119654"/>
              <a:gd name="connsiteY60996" fmla="*/ 1996565 h 2398711"/>
              <a:gd name="connsiteX60997" fmla="*/ 583814 w 2119654"/>
              <a:gd name="connsiteY60997" fmla="*/ 1997696 h 2398711"/>
              <a:gd name="connsiteX60998" fmla="*/ 583792 w 2119654"/>
              <a:gd name="connsiteY60998" fmla="*/ 1997490 h 2398711"/>
              <a:gd name="connsiteX60999" fmla="*/ 581097 w 2119654"/>
              <a:gd name="connsiteY60999" fmla="*/ 1996557 h 2398711"/>
              <a:gd name="connsiteX61000" fmla="*/ 1258624 w 2119654"/>
              <a:gd name="connsiteY61000" fmla="*/ 478267 h 2398711"/>
              <a:gd name="connsiteX61001" fmla="*/ 1261069 w 2119654"/>
              <a:gd name="connsiteY61001" fmla="*/ 482844 h 2398711"/>
              <a:gd name="connsiteX61002" fmla="*/ 1260937 w 2119654"/>
              <a:gd name="connsiteY61002" fmla="*/ 481798 h 2398711"/>
              <a:gd name="connsiteX61003" fmla="*/ 1258963 w 2119654"/>
              <a:gd name="connsiteY61003" fmla="*/ 477554 h 2398711"/>
              <a:gd name="connsiteX61004" fmla="*/ 1258064 w 2119654"/>
              <a:gd name="connsiteY61004" fmla="*/ 479438 h 2398711"/>
              <a:gd name="connsiteX61005" fmla="*/ 1260754 w 2119654"/>
              <a:gd name="connsiteY61005" fmla="*/ 482803 h 2398711"/>
              <a:gd name="connsiteX61006" fmla="*/ 1258577 w 2119654"/>
              <a:gd name="connsiteY61006" fmla="*/ 478593 h 2398711"/>
              <a:gd name="connsiteX61007" fmla="*/ 1258519 w 2119654"/>
              <a:gd name="connsiteY61007" fmla="*/ 478484 h 2398711"/>
              <a:gd name="connsiteX61008" fmla="*/ 1243628 w 2119654"/>
              <a:gd name="connsiteY61008" fmla="*/ 511694 h 2398711"/>
              <a:gd name="connsiteX61009" fmla="*/ 1242859 w 2119654"/>
              <a:gd name="connsiteY61009" fmla="*/ 513974 h 2398711"/>
              <a:gd name="connsiteX61010" fmla="*/ 1243193 w 2119654"/>
              <a:gd name="connsiteY61010" fmla="*/ 514372 h 2398711"/>
              <a:gd name="connsiteX61011" fmla="*/ 1244224 w 2119654"/>
              <a:gd name="connsiteY61011" fmla="*/ 512967 h 2398711"/>
              <a:gd name="connsiteX61012" fmla="*/ 1257114 w 2119654"/>
              <a:gd name="connsiteY61012" fmla="*/ 481430 h 2398711"/>
              <a:gd name="connsiteX61013" fmla="*/ 1259114 w 2119654"/>
              <a:gd name="connsiteY61013" fmla="*/ 487565 h 2398711"/>
              <a:gd name="connsiteX61014" fmla="*/ 1260563 w 2119654"/>
              <a:gd name="connsiteY61014" fmla="*/ 488814 h 2398711"/>
              <a:gd name="connsiteX61015" fmla="*/ 1261998 w 2119654"/>
              <a:gd name="connsiteY61015" fmla="*/ 490174 h 2398711"/>
              <a:gd name="connsiteX61016" fmla="*/ 1261511 w 2119654"/>
              <a:gd name="connsiteY61016" fmla="*/ 486329 h 2398711"/>
              <a:gd name="connsiteX61017" fmla="*/ 1257293 w 2119654"/>
              <a:gd name="connsiteY61017" fmla="*/ 481054 h 2398711"/>
              <a:gd name="connsiteX61018" fmla="*/ 530808 w 2119654"/>
              <a:gd name="connsiteY61018" fmla="*/ 2107764 h 2398711"/>
              <a:gd name="connsiteX61019" fmla="*/ 531095 w 2119654"/>
              <a:gd name="connsiteY61019" fmla="*/ 2109726 h 2398711"/>
              <a:gd name="connsiteX61020" fmla="*/ 546107 w 2119654"/>
              <a:gd name="connsiteY61020" fmla="*/ 2112585 h 2398711"/>
              <a:gd name="connsiteX61021" fmla="*/ 549450 w 2119654"/>
              <a:gd name="connsiteY61021" fmla="*/ 2113175 h 2398711"/>
              <a:gd name="connsiteX61022" fmla="*/ 547587 w 2119654"/>
              <a:gd name="connsiteY61022" fmla="*/ 2106991 h 2398711"/>
              <a:gd name="connsiteX61023" fmla="*/ 581829 w 2119654"/>
              <a:gd name="connsiteY61023" fmla="*/ 1993496 h 2398711"/>
              <a:gd name="connsiteX61024" fmla="*/ 583403 w 2119654"/>
              <a:gd name="connsiteY61024" fmla="*/ 1993930 h 2398711"/>
              <a:gd name="connsiteX61025" fmla="*/ 583329 w 2119654"/>
              <a:gd name="connsiteY61025" fmla="*/ 1993255 h 2398711"/>
              <a:gd name="connsiteX61026" fmla="*/ 583245 w 2119654"/>
              <a:gd name="connsiteY61026" fmla="*/ 1993219 h 2398711"/>
              <a:gd name="connsiteX61027" fmla="*/ 1255623 w 2119654"/>
              <a:gd name="connsiteY61027" fmla="*/ 484555 h 2398711"/>
              <a:gd name="connsiteX61028" fmla="*/ 1258291 w 2119654"/>
              <a:gd name="connsiteY61028" fmla="*/ 486856 h 2398711"/>
              <a:gd name="connsiteX61029" fmla="*/ 1256763 w 2119654"/>
              <a:gd name="connsiteY61029" fmla="*/ 482166 h 2398711"/>
              <a:gd name="connsiteX61030" fmla="*/ 1244033 w 2119654"/>
              <a:gd name="connsiteY61030" fmla="*/ 510492 h 2398711"/>
              <a:gd name="connsiteX61031" fmla="*/ 1243734 w 2119654"/>
              <a:gd name="connsiteY61031" fmla="*/ 511382 h 2398711"/>
              <a:gd name="connsiteX61032" fmla="*/ 1244392 w 2119654"/>
              <a:gd name="connsiteY61032" fmla="*/ 512738 h 2398711"/>
              <a:gd name="connsiteX61033" fmla="*/ 1244485 w 2119654"/>
              <a:gd name="connsiteY61033" fmla="*/ 512611 h 2398711"/>
              <a:gd name="connsiteX61034" fmla="*/ 565469 w 2119654"/>
              <a:gd name="connsiteY61034" fmla="*/ 2029321 h 2398711"/>
              <a:gd name="connsiteX61035" fmla="*/ 564855 w 2119654"/>
              <a:gd name="connsiteY61035" fmla="*/ 2032098 h 2398711"/>
              <a:gd name="connsiteX61036" fmla="*/ 566302 w 2119654"/>
              <a:gd name="connsiteY61036" fmla="*/ 2032581 h 2398711"/>
              <a:gd name="connsiteX61037" fmla="*/ 575987 w 2119654"/>
              <a:gd name="connsiteY61037" fmla="*/ 2035047 h 2398711"/>
              <a:gd name="connsiteX61038" fmla="*/ 581889 w 2119654"/>
              <a:gd name="connsiteY61038" fmla="*/ 2033915 h 2398711"/>
              <a:gd name="connsiteX61039" fmla="*/ 567606 w 2119654"/>
              <a:gd name="connsiteY61039" fmla="*/ 2029947 h 2398711"/>
              <a:gd name="connsiteX61040" fmla="*/ 1250016 w 2119654"/>
              <a:gd name="connsiteY61040" fmla="*/ 496306 h 2398711"/>
              <a:gd name="connsiteX61041" fmla="*/ 1257560 w 2119654"/>
              <a:gd name="connsiteY61041" fmla="*/ 505271 h 2398711"/>
              <a:gd name="connsiteX61042" fmla="*/ 1253108 w 2119654"/>
              <a:gd name="connsiteY61042" fmla="*/ 491749 h 2398711"/>
              <a:gd name="connsiteX61043" fmla="*/ 1252532 w 2119654"/>
              <a:gd name="connsiteY61043" fmla="*/ 491033 h 2398711"/>
              <a:gd name="connsiteX61044" fmla="*/ 1247957 w 2119654"/>
              <a:gd name="connsiteY61044" fmla="*/ 500622 h 2398711"/>
              <a:gd name="connsiteX61045" fmla="*/ 1248327 w 2119654"/>
              <a:gd name="connsiteY61045" fmla="*/ 500973 h 2398711"/>
              <a:gd name="connsiteX61046" fmla="*/ 1248764 w 2119654"/>
              <a:gd name="connsiteY61046" fmla="*/ 500402 h 2398711"/>
              <a:gd name="connsiteX61047" fmla="*/ 1249054 w 2119654"/>
              <a:gd name="connsiteY61047" fmla="*/ 500327 h 2398711"/>
              <a:gd name="connsiteX61048" fmla="*/ 1248462 w 2119654"/>
              <a:gd name="connsiteY61048" fmla="*/ 501101 h 2398711"/>
              <a:gd name="connsiteX61049" fmla="*/ 1251180 w 2119654"/>
              <a:gd name="connsiteY61049" fmla="*/ 503677 h 2398711"/>
              <a:gd name="connsiteX61050" fmla="*/ 1251235 w 2119654"/>
              <a:gd name="connsiteY61050" fmla="*/ 503662 h 2398711"/>
              <a:gd name="connsiteX61051" fmla="*/ 1251206 w 2119654"/>
              <a:gd name="connsiteY61051" fmla="*/ 503702 h 2398711"/>
              <a:gd name="connsiteX61052" fmla="*/ 1251848 w 2119654"/>
              <a:gd name="connsiteY61052" fmla="*/ 504308 h 2398711"/>
              <a:gd name="connsiteX61053" fmla="*/ 1256941 w 2119654"/>
              <a:gd name="connsiteY61053" fmla="*/ 508274 h 2398711"/>
              <a:gd name="connsiteX61054" fmla="*/ 1256945 w 2119654"/>
              <a:gd name="connsiteY61054" fmla="*/ 508187 h 2398711"/>
              <a:gd name="connsiteX61055" fmla="*/ 1257045 w 2119654"/>
              <a:gd name="connsiteY61055" fmla="*/ 508331 h 2398711"/>
              <a:gd name="connsiteX61056" fmla="*/ 1257045 w 2119654"/>
              <a:gd name="connsiteY61056" fmla="*/ 508353 h 2398711"/>
              <a:gd name="connsiteX61057" fmla="*/ 1258561 w 2119654"/>
              <a:gd name="connsiteY61057" fmla="*/ 509535 h 2398711"/>
              <a:gd name="connsiteX61058" fmla="*/ 1258853 w 2119654"/>
              <a:gd name="connsiteY61058" fmla="*/ 509198 h 2398711"/>
              <a:gd name="connsiteX61059" fmla="*/ 1258169 w 2119654"/>
              <a:gd name="connsiteY61059" fmla="*/ 507123 h 2398711"/>
              <a:gd name="connsiteX61060" fmla="*/ 1249758 w 2119654"/>
              <a:gd name="connsiteY61060" fmla="*/ 496847 h 2398711"/>
              <a:gd name="connsiteX61061" fmla="*/ 581049 w 2119654"/>
              <a:gd name="connsiteY61061" fmla="*/ 1993649 h 2398711"/>
              <a:gd name="connsiteX61062" fmla="*/ 583464 w 2119654"/>
              <a:gd name="connsiteY61062" fmla="*/ 1994485 h 2398711"/>
              <a:gd name="connsiteX61063" fmla="*/ 583412 w 2119654"/>
              <a:gd name="connsiteY61063" fmla="*/ 1994012 h 2398711"/>
              <a:gd name="connsiteX61064" fmla="*/ 581624 w 2119654"/>
              <a:gd name="connsiteY61064" fmla="*/ 1993536 h 2398711"/>
              <a:gd name="connsiteX61065" fmla="*/ 566156 w 2119654"/>
              <a:gd name="connsiteY61065" fmla="*/ 2026215 h 2398711"/>
              <a:gd name="connsiteX61066" fmla="*/ 565583 w 2119654"/>
              <a:gd name="connsiteY61066" fmla="*/ 2028805 h 2398711"/>
              <a:gd name="connsiteX61067" fmla="*/ 583123 w 2119654"/>
              <a:gd name="connsiteY61067" fmla="*/ 2033679 h 2398711"/>
              <a:gd name="connsiteX61068" fmla="*/ 587965 w 2119654"/>
              <a:gd name="connsiteY61068" fmla="*/ 2032750 h 2398711"/>
              <a:gd name="connsiteX61069" fmla="*/ 584856 w 2119654"/>
              <a:gd name="connsiteY61069" fmla="*/ 2031309 h 2398711"/>
              <a:gd name="connsiteX61070" fmla="*/ 578771 w 2119654"/>
              <a:gd name="connsiteY61070" fmla="*/ 2030856 h 2398711"/>
              <a:gd name="connsiteX61071" fmla="*/ 578655 w 2119654"/>
              <a:gd name="connsiteY61071" fmla="*/ 2030750 h 2398711"/>
              <a:gd name="connsiteX61072" fmla="*/ 584603 w 2119654"/>
              <a:gd name="connsiteY61072" fmla="*/ 2031192 h 2398711"/>
              <a:gd name="connsiteX61073" fmla="*/ 572764 w 2119654"/>
              <a:gd name="connsiteY61073" fmla="*/ 2025707 h 2398711"/>
              <a:gd name="connsiteX61074" fmla="*/ 572600 w 2119654"/>
              <a:gd name="connsiteY61074" fmla="*/ 2025385 h 2398711"/>
              <a:gd name="connsiteX61075" fmla="*/ 585236 w 2119654"/>
              <a:gd name="connsiteY61075" fmla="*/ 2031239 h 2398711"/>
              <a:gd name="connsiteX61076" fmla="*/ 589461 w 2119654"/>
              <a:gd name="connsiteY61076" fmla="*/ 2031554 h 2398711"/>
              <a:gd name="connsiteX61077" fmla="*/ 593059 w 2119654"/>
              <a:gd name="connsiteY61077" fmla="*/ 2031772 h 2398711"/>
              <a:gd name="connsiteX61078" fmla="*/ 594255 w 2119654"/>
              <a:gd name="connsiteY61078" fmla="*/ 2031543 h 2398711"/>
              <a:gd name="connsiteX61079" fmla="*/ 599907 w 2119654"/>
              <a:gd name="connsiteY61079" fmla="*/ 2029562 h 2398711"/>
              <a:gd name="connsiteX61080" fmla="*/ 579877 w 2119654"/>
              <a:gd name="connsiteY61080" fmla="*/ 2025002 h 2398711"/>
              <a:gd name="connsiteX61081" fmla="*/ 573934 w 2119654"/>
              <a:gd name="connsiteY61081" fmla="*/ 2023116 h 2398711"/>
              <a:gd name="connsiteX61082" fmla="*/ 569854 w 2119654"/>
              <a:gd name="connsiteY61082" fmla="*/ 2024411 h 2398711"/>
              <a:gd name="connsiteX61083" fmla="*/ 566305 w 2119654"/>
              <a:gd name="connsiteY61083" fmla="*/ 2025539 h 2398711"/>
              <a:gd name="connsiteX61084" fmla="*/ 566218 w 2119654"/>
              <a:gd name="connsiteY61084" fmla="*/ 2025932 h 2398711"/>
              <a:gd name="connsiteX61085" fmla="*/ 568370 w 2119654"/>
              <a:gd name="connsiteY61085" fmla="*/ 2024883 h 2398711"/>
              <a:gd name="connsiteX61086" fmla="*/ 1268482 w 2119654"/>
              <a:gd name="connsiteY61086" fmla="*/ 452513 h 2398711"/>
              <a:gd name="connsiteX61087" fmla="*/ 1268943 w 2119654"/>
              <a:gd name="connsiteY61087" fmla="*/ 453664 h 2398711"/>
              <a:gd name="connsiteX61088" fmla="*/ 1272047 w 2119654"/>
              <a:gd name="connsiteY61088" fmla="*/ 448223 h 2398711"/>
              <a:gd name="connsiteX61089" fmla="*/ 1272028 w 2119654"/>
              <a:gd name="connsiteY61089" fmla="*/ 448203 h 2398711"/>
              <a:gd name="connsiteX61090" fmla="*/ 582898 w 2119654"/>
              <a:gd name="connsiteY61090" fmla="*/ 1987662 h 2398711"/>
              <a:gd name="connsiteX61091" fmla="*/ 583270 w 2119654"/>
              <a:gd name="connsiteY61091" fmla="*/ 1991066 h 2398711"/>
              <a:gd name="connsiteX61092" fmla="*/ 589067 w 2119654"/>
              <a:gd name="connsiteY61092" fmla="*/ 1989450 h 2398711"/>
              <a:gd name="connsiteX61093" fmla="*/ 589541 w 2119654"/>
              <a:gd name="connsiteY61093" fmla="*/ 1986784 h 2398711"/>
              <a:gd name="connsiteX61094" fmla="*/ 588443 w 2119654"/>
              <a:gd name="connsiteY61094" fmla="*/ 1986848 h 2398711"/>
              <a:gd name="connsiteX61095" fmla="*/ 1275559 w 2119654"/>
              <a:gd name="connsiteY61095" fmla="*/ 436611 h 2398711"/>
              <a:gd name="connsiteX61096" fmla="*/ 1275447 w 2119654"/>
              <a:gd name="connsiteY61096" fmla="*/ 440149 h 2398711"/>
              <a:gd name="connsiteX61097" fmla="*/ 1276498 w 2119654"/>
              <a:gd name="connsiteY61097" fmla="*/ 438997 h 2398711"/>
              <a:gd name="connsiteX61098" fmla="*/ 1267955 w 2119654"/>
              <a:gd name="connsiteY61098" fmla="*/ 453154 h 2398711"/>
              <a:gd name="connsiteX61099" fmla="*/ 1268285 w 2119654"/>
              <a:gd name="connsiteY61099" fmla="*/ 454818 h 2398711"/>
              <a:gd name="connsiteX61100" fmla="*/ 1268869 w 2119654"/>
              <a:gd name="connsiteY61100" fmla="*/ 453796 h 2398711"/>
              <a:gd name="connsiteX61101" fmla="*/ 1268612 w 2119654"/>
              <a:gd name="connsiteY61101" fmla="*/ 453129 h 2398711"/>
              <a:gd name="connsiteX61102" fmla="*/ 1268403 w 2119654"/>
              <a:gd name="connsiteY61102" fmla="*/ 452609 h 2398711"/>
              <a:gd name="connsiteX61103" fmla="*/ 1299381 w 2119654"/>
              <a:gd name="connsiteY61103" fmla="*/ 382332 h 2398711"/>
              <a:gd name="connsiteX61104" fmla="*/ 1299745 w 2119654"/>
              <a:gd name="connsiteY61104" fmla="*/ 384047 h 2398711"/>
              <a:gd name="connsiteX61105" fmla="*/ 1301691 w 2119654"/>
              <a:gd name="connsiteY61105" fmla="*/ 393832 h 2398711"/>
              <a:gd name="connsiteX61106" fmla="*/ 1309216 w 2119654"/>
              <a:gd name="connsiteY61106" fmla="*/ 385310 h 2398711"/>
              <a:gd name="connsiteX61107" fmla="*/ 1310368 w 2119654"/>
              <a:gd name="connsiteY61107" fmla="*/ 383466 h 2398711"/>
              <a:gd name="connsiteX61108" fmla="*/ 1309663 w 2119654"/>
              <a:gd name="connsiteY61108" fmla="*/ 382413 h 2398711"/>
              <a:gd name="connsiteX61109" fmla="*/ 1305008 w 2119654"/>
              <a:gd name="connsiteY61109" fmla="*/ 376033 h 2398711"/>
              <a:gd name="connsiteX61110" fmla="*/ 567172 w 2119654"/>
              <a:gd name="connsiteY61110" fmla="*/ 2021615 h 2398711"/>
              <a:gd name="connsiteX61111" fmla="*/ 566501 w 2119654"/>
              <a:gd name="connsiteY61111" fmla="*/ 2024652 h 2398711"/>
              <a:gd name="connsiteX61112" fmla="*/ 572645 w 2119654"/>
              <a:gd name="connsiteY61112" fmla="*/ 2022707 h 2398711"/>
              <a:gd name="connsiteX61113" fmla="*/ 568202 w 2119654"/>
              <a:gd name="connsiteY61113" fmla="*/ 2021297 h 2398711"/>
              <a:gd name="connsiteX61114" fmla="*/ 1284876 w 2119654"/>
              <a:gd name="connsiteY61114" fmla="*/ 414225 h 2398711"/>
              <a:gd name="connsiteX61115" fmla="*/ 1286279 w 2119654"/>
              <a:gd name="connsiteY61115" fmla="*/ 418335 h 2398711"/>
              <a:gd name="connsiteX61116" fmla="*/ 1287815 w 2119654"/>
              <a:gd name="connsiteY61116" fmla="*/ 420580 h 2398711"/>
              <a:gd name="connsiteX61117" fmla="*/ 1292217 w 2119654"/>
              <a:gd name="connsiteY61117" fmla="*/ 412860 h 2398711"/>
              <a:gd name="connsiteX61118" fmla="*/ 1289002 w 2119654"/>
              <a:gd name="connsiteY61118" fmla="*/ 409425 h 2398711"/>
              <a:gd name="connsiteX61119" fmla="*/ 1233966 w 2119654"/>
              <a:gd name="connsiteY61119" fmla="*/ 527487 h 2398711"/>
              <a:gd name="connsiteX61120" fmla="*/ 1233988 w 2119654"/>
              <a:gd name="connsiteY61120" fmla="*/ 527542 h 2398711"/>
              <a:gd name="connsiteX61121" fmla="*/ 1234042 w 2119654"/>
              <a:gd name="connsiteY61121" fmla="*/ 527381 h 2398711"/>
              <a:gd name="connsiteX61122" fmla="*/ 1284092 w 2119654"/>
              <a:gd name="connsiteY61122" fmla="*/ 415138 h 2398711"/>
              <a:gd name="connsiteX61123" fmla="*/ 1285564 w 2119654"/>
              <a:gd name="connsiteY61123" fmla="*/ 417288 h 2398711"/>
              <a:gd name="connsiteX61124" fmla="*/ 1284620 w 2119654"/>
              <a:gd name="connsiteY61124" fmla="*/ 414525 h 2398711"/>
              <a:gd name="connsiteX61125" fmla="*/ 1219518 w 2119654"/>
              <a:gd name="connsiteY61125" fmla="*/ 559448 h 2398711"/>
              <a:gd name="connsiteX61126" fmla="*/ 1219692 w 2119654"/>
              <a:gd name="connsiteY61126" fmla="*/ 559888 h 2398711"/>
              <a:gd name="connsiteX61127" fmla="*/ 1222692 w 2119654"/>
              <a:gd name="connsiteY61127" fmla="*/ 561044 h 2398711"/>
              <a:gd name="connsiteX61128" fmla="*/ 1223665 w 2119654"/>
              <a:gd name="connsiteY61128" fmla="*/ 558157 h 2398711"/>
              <a:gd name="connsiteX61129" fmla="*/ 1221590 w 2119654"/>
              <a:gd name="connsiteY61129" fmla="*/ 556507 h 2398711"/>
              <a:gd name="connsiteX61130" fmla="*/ 1221248 w 2119654"/>
              <a:gd name="connsiteY61130" fmla="*/ 556933 h 2398711"/>
              <a:gd name="connsiteX61131" fmla="*/ 570201 w 2119654"/>
              <a:gd name="connsiteY61131" fmla="*/ 2012698 h 2398711"/>
              <a:gd name="connsiteX61132" fmla="*/ 579163 w 2119654"/>
              <a:gd name="connsiteY61132" fmla="*/ 2014788 h 2398711"/>
              <a:gd name="connsiteX61133" fmla="*/ 583044 w 2119654"/>
              <a:gd name="connsiteY61133" fmla="*/ 2013221 h 2398711"/>
              <a:gd name="connsiteX61134" fmla="*/ 581193 w 2119654"/>
              <a:gd name="connsiteY61134" fmla="*/ 2013167 h 2398711"/>
              <a:gd name="connsiteX61135" fmla="*/ 1234198 w 2119654"/>
              <a:gd name="connsiteY61135" fmla="*/ 525548 h 2398711"/>
              <a:gd name="connsiteX61136" fmla="*/ 1234360 w 2119654"/>
              <a:gd name="connsiteY61136" fmla="*/ 526404 h 2398711"/>
              <a:gd name="connsiteX61137" fmla="*/ 1234381 w 2119654"/>
              <a:gd name="connsiteY61137" fmla="*/ 526375 h 2398711"/>
              <a:gd name="connsiteX61138" fmla="*/ 1234480 w 2119654"/>
              <a:gd name="connsiteY61138" fmla="*/ 526081 h 2398711"/>
              <a:gd name="connsiteX61139" fmla="*/ 1232209 w 2119654"/>
              <a:gd name="connsiteY61139" fmla="*/ 529950 h 2398711"/>
              <a:gd name="connsiteX61140" fmla="*/ 1232764 w 2119654"/>
              <a:gd name="connsiteY61140" fmla="*/ 531174 h 2398711"/>
              <a:gd name="connsiteX61141" fmla="*/ 1233316 w 2119654"/>
              <a:gd name="connsiteY61141" fmla="*/ 529535 h 2398711"/>
              <a:gd name="connsiteX61142" fmla="*/ 1233020 w 2119654"/>
              <a:gd name="connsiteY61142" fmla="*/ 528814 h 2398711"/>
              <a:gd name="connsiteX61143" fmla="*/ 569322 w 2119654"/>
              <a:gd name="connsiteY61143" fmla="*/ 2014079 h 2398711"/>
              <a:gd name="connsiteX61144" fmla="*/ 569668 w 2119654"/>
              <a:gd name="connsiteY61144" fmla="*/ 2016551 h 2398711"/>
              <a:gd name="connsiteX61145" fmla="*/ 572950 w 2119654"/>
              <a:gd name="connsiteY61145" fmla="*/ 2017298 h 2398711"/>
              <a:gd name="connsiteX61146" fmla="*/ 576540 w 2119654"/>
              <a:gd name="connsiteY61146" fmla="*/ 2015848 h 2398711"/>
              <a:gd name="connsiteX61147" fmla="*/ 571333 w 2119654"/>
              <a:gd name="connsiteY61147" fmla="*/ 2014634 h 2398711"/>
              <a:gd name="connsiteX61148" fmla="*/ 1282277 w 2119654"/>
              <a:gd name="connsiteY61148" fmla="*/ 417251 h 2398711"/>
              <a:gd name="connsiteX61149" fmla="*/ 1282653 w 2119654"/>
              <a:gd name="connsiteY61149" fmla="*/ 429629 h 2398711"/>
              <a:gd name="connsiteX61150" fmla="*/ 1287108 w 2119654"/>
              <a:gd name="connsiteY61150" fmla="*/ 421818 h 2398711"/>
              <a:gd name="connsiteX61151" fmla="*/ 1286646 w 2119654"/>
              <a:gd name="connsiteY61151" fmla="*/ 420464 h 2398711"/>
              <a:gd name="connsiteX61152" fmla="*/ 1283486 w 2119654"/>
              <a:gd name="connsiteY61152" fmla="*/ 415844 h 2398711"/>
              <a:gd name="connsiteX61153" fmla="*/ 1263503 w 2119654"/>
              <a:gd name="connsiteY61153" fmla="*/ 458564 h 2398711"/>
              <a:gd name="connsiteX61154" fmla="*/ 1264945 w 2119654"/>
              <a:gd name="connsiteY61154" fmla="*/ 460673 h 2398711"/>
              <a:gd name="connsiteX61155" fmla="*/ 1267910 w 2119654"/>
              <a:gd name="connsiteY61155" fmla="*/ 455476 h 2398711"/>
              <a:gd name="connsiteX61156" fmla="*/ 1267547 w 2119654"/>
              <a:gd name="connsiteY61156" fmla="*/ 453649 h 2398711"/>
              <a:gd name="connsiteX61157" fmla="*/ 568866 w 2119654"/>
              <a:gd name="connsiteY61157" fmla="*/ 2013953 h 2398711"/>
              <a:gd name="connsiteX61158" fmla="*/ 568358 w 2119654"/>
              <a:gd name="connsiteY61158" fmla="*/ 2016253 h 2398711"/>
              <a:gd name="connsiteX61159" fmla="*/ 569530 w 2119654"/>
              <a:gd name="connsiteY61159" fmla="*/ 2016519 h 2398711"/>
              <a:gd name="connsiteX61160" fmla="*/ 569183 w 2119654"/>
              <a:gd name="connsiteY61160" fmla="*/ 2014040 h 2398711"/>
              <a:gd name="connsiteX61161" fmla="*/ 1261879 w 2119654"/>
              <a:gd name="connsiteY61161" fmla="*/ 461413 h 2398711"/>
              <a:gd name="connsiteX61162" fmla="*/ 1263308 w 2119654"/>
              <a:gd name="connsiteY61162" fmla="*/ 463545 h 2398711"/>
              <a:gd name="connsiteX61163" fmla="*/ 1263477 w 2119654"/>
              <a:gd name="connsiteY61163" fmla="*/ 463249 h 2398711"/>
              <a:gd name="connsiteX61164" fmla="*/ 584166 w 2119654"/>
              <a:gd name="connsiteY61164" fmla="*/ 1978711 h 2398711"/>
              <a:gd name="connsiteX61165" fmla="*/ 590087 w 2119654"/>
              <a:gd name="connsiteY61165" fmla="*/ 1979725 h 2398711"/>
              <a:gd name="connsiteX61166" fmla="*/ 590874 w 2119654"/>
              <a:gd name="connsiteY61166" fmla="*/ 1979280 h 2398711"/>
              <a:gd name="connsiteX61167" fmla="*/ 590942 w 2119654"/>
              <a:gd name="connsiteY61167" fmla="*/ 1978894 h 2398711"/>
              <a:gd name="connsiteX61168" fmla="*/ 590747 w 2119654"/>
              <a:gd name="connsiteY61168" fmla="*/ 1978855 h 2398711"/>
              <a:gd name="connsiteX61169" fmla="*/ 1245491 w 2119654"/>
              <a:gd name="connsiteY61169" fmla="*/ 497782 h 2398711"/>
              <a:gd name="connsiteX61170" fmla="*/ 1245624 w 2119654"/>
              <a:gd name="connsiteY61170" fmla="*/ 498411 h 2398711"/>
              <a:gd name="connsiteX61171" fmla="*/ 1245691 w 2119654"/>
              <a:gd name="connsiteY61171" fmla="*/ 498475 h 2398711"/>
              <a:gd name="connsiteX61172" fmla="*/ 1262392 w 2119654"/>
              <a:gd name="connsiteY61172" fmla="*/ 459914 h 2398711"/>
              <a:gd name="connsiteX61173" fmla="*/ 1263880 w 2119654"/>
              <a:gd name="connsiteY61173" fmla="*/ 462541 h 2398711"/>
              <a:gd name="connsiteX61174" fmla="*/ 1264576 w 2119654"/>
              <a:gd name="connsiteY61174" fmla="*/ 461321 h 2398711"/>
              <a:gd name="connsiteX61175" fmla="*/ 1263059 w 2119654"/>
              <a:gd name="connsiteY61175" fmla="*/ 459104 h 2398711"/>
              <a:gd name="connsiteX61176" fmla="*/ 1280189 w 2119654"/>
              <a:gd name="connsiteY61176" fmla="*/ 419678 h 2398711"/>
              <a:gd name="connsiteX61177" fmla="*/ 1281743 w 2119654"/>
              <a:gd name="connsiteY61177" fmla="*/ 428239 h 2398711"/>
              <a:gd name="connsiteX61178" fmla="*/ 1281951 w 2119654"/>
              <a:gd name="connsiteY61178" fmla="*/ 419364 h 2398711"/>
              <a:gd name="connsiteX61179" fmla="*/ 1281899 w 2119654"/>
              <a:gd name="connsiteY61179" fmla="*/ 417690 h 2398711"/>
              <a:gd name="connsiteX61180" fmla="*/ 1228687 w 2119654"/>
              <a:gd name="connsiteY61180" fmla="*/ 534886 h 2398711"/>
              <a:gd name="connsiteX61181" fmla="*/ 1229478 w 2119654"/>
              <a:gd name="connsiteY61181" fmla="*/ 536643 h 2398711"/>
              <a:gd name="connsiteX61182" fmla="*/ 1228747 w 2119654"/>
              <a:gd name="connsiteY61182" fmla="*/ 534803 h 2398711"/>
              <a:gd name="connsiteX61183" fmla="*/ 1261863 w 2119654"/>
              <a:gd name="connsiteY61183" fmla="*/ 460556 h 2398711"/>
              <a:gd name="connsiteX61184" fmla="*/ 1262217 w 2119654"/>
              <a:gd name="connsiteY61184" fmla="*/ 460963 h 2398711"/>
              <a:gd name="connsiteX61185" fmla="*/ 1261937 w 2119654"/>
              <a:gd name="connsiteY61185" fmla="*/ 460467 h 2398711"/>
              <a:gd name="connsiteX61186" fmla="*/ 1272173 w 2119654"/>
              <a:gd name="connsiteY61186" fmla="*/ 437389 h 2398711"/>
              <a:gd name="connsiteX61187" fmla="*/ 1273753 w 2119654"/>
              <a:gd name="connsiteY61187" fmla="*/ 442008 h 2398711"/>
              <a:gd name="connsiteX61188" fmla="*/ 1274021 w 2119654"/>
              <a:gd name="connsiteY61188" fmla="*/ 441715 h 2398711"/>
              <a:gd name="connsiteX61189" fmla="*/ 1274036 w 2119654"/>
              <a:gd name="connsiteY61189" fmla="*/ 441243 h 2398711"/>
              <a:gd name="connsiteX61190" fmla="*/ 1236941 w 2119654"/>
              <a:gd name="connsiteY61190" fmla="*/ 516147 h 2398711"/>
              <a:gd name="connsiteX61191" fmla="*/ 1236655 w 2119654"/>
              <a:gd name="connsiteY61191" fmla="*/ 518540 h 2398711"/>
              <a:gd name="connsiteX61192" fmla="*/ 1236917 w 2119654"/>
              <a:gd name="connsiteY61192" fmla="*/ 518855 h 2398711"/>
              <a:gd name="connsiteX61193" fmla="*/ 1237128 w 2119654"/>
              <a:gd name="connsiteY61193" fmla="*/ 518229 h 2398711"/>
              <a:gd name="connsiteX61194" fmla="*/ 1237960 w 2119654"/>
              <a:gd name="connsiteY61194" fmla="*/ 516484 h 2398711"/>
              <a:gd name="connsiteX61195" fmla="*/ 1237789 w 2119654"/>
              <a:gd name="connsiteY61195" fmla="*/ 515126 h 2398711"/>
              <a:gd name="connsiteX61196" fmla="*/ 1237755 w 2119654"/>
              <a:gd name="connsiteY61196" fmla="*/ 515083 h 2398711"/>
              <a:gd name="connsiteX61197" fmla="*/ 529640 w 2119654"/>
              <a:gd name="connsiteY61197" fmla="*/ 2099792 h 2398711"/>
              <a:gd name="connsiteX61198" fmla="*/ 530749 w 2119654"/>
              <a:gd name="connsiteY61198" fmla="*/ 2107363 h 2398711"/>
              <a:gd name="connsiteX61199" fmla="*/ 547467 w 2119654"/>
              <a:gd name="connsiteY61199" fmla="*/ 2106592 h 2398711"/>
              <a:gd name="connsiteX61200" fmla="*/ 544964 w 2119654"/>
              <a:gd name="connsiteY61200" fmla="*/ 2098281 h 2398711"/>
              <a:gd name="connsiteX61201" fmla="*/ 1249902 w 2119654"/>
              <a:gd name="connsiteY61201" fmla="*/ 486854 h 2398711"/>
              <a:gd name="connsiteX61202" fmla="*/ 1251321 w 2119654"/>
              <a:gd name="connsiteY61202" fmla="*/ 488483 h 2398711"/>
              <a:gd name="connsiteX61203" fmla="*/ 1251414 w 2119654"/>
              <a:gd name="connsiteY61203" fmla="*/ 488287 h 2398711"/>
              <a:gd name="connsiteX61204" fmla="*/ 1236101 w 2119654"/>
              <a:gd name="connsiteY61204" fmla="*/ 517260 h 2398711"/>
              <a:gd name="connsiteX61205" fmla="*/ 1236203 w 2119654"/>
              <a:gd name="connsiteY61205" fmla="*/ 517584 h 2398711"/>
              <a:gd name="connsiteX61206" fmla="*/ 1236269 w 2119654"/>
              <a:gd name="connsiteY61206" fmla="*/ 517035 h 2398711"/>
              <a:gd name="connsiteX61207" fmla="*/ 1279101 w 2119654"/>
              <a:gd name="connsiteY61207" fmla="*/ 420944 h 2398711"/>
              <a:gd name="connsiteX61208" fmla="*/ 1280170 w 2119654"/>
              <a:gd name="connsiteY61208" fmla="*/ 423891 h 2398711"/>
              <a:gd name="connsiteX61209" fmla="*/ 1280865 w 2119654"/>
              <a:gd name="connsiteY61209" fmla="*/ 426732 h 2398711"/>
              <a:gd name="connsiteX61210" fmla="*/ 1279767 w 2119654"/>
              <a:gd name="connsiteY61210" fmla="*/ 420170 h 2398711"/>
              <a:gd name="connsiteX61211" fmla="*/ 570030 w 2119654"/>
              <a:gd name="connsiteY61211" fmla="*/ 2008688 h 2398711"/>
              <a:gd name="connsiteX61212" fmla="*/ 569205 w 2119654"/>
              <a:gd name="connsiteY61212" fmla="*/ 2012421 h 2398711"/>
              <a:gd name="connsiteX61213" fmla="*/ 583968 w 2119654"/>
              <a:gd name="connsiteY61213" fmla="*/ 2012848 h 2398711"/>
              <a:gd name="connsiteX61214" fmla="*/ 593078 w 2119654"/>
              <a:gd name="connsiteY61214" fmla="*/ 2009168 h 2398711"/>
              <a:gd name="connsiteX61215" fmla="*/ 588908 w 2119654"/>
              <a:gd name="connsiteY61215" fmla="*/ 2007914 h 2398711"/>
              <a:gd name="connsiteX61216" fmla="*/ 575545 w 2119654"/>
              <a:gd name="connsiteY61216" fmla="*/ 2007139 h 2398711"/>
              <a:gd name="connsiteX61217" fmla="*/ 1282176 w 2119654"/>
              <a:gd name="connsiteY61217" fmla="*/ 413932 h 2398711"/>
              <a:gd name="connsiteX61218" fmla="*/ 1282253 w 2119654"/>
              <a:gd name="connsiteY61218" fmla="*/ 416425 h 2398711"/>
              <a:gd name="connsiteX61219" fmla="*/ 1283160 w 2119654"/>
              <a:gd name="connsiteY61219" fmla="*/ 415368 h 2398711"/>
              <a:gd name="connsiteX61220" fmla="*/ 529514 w 2119654"/>
              <a:gd name="connsiteY61220" fmla="*/ 2098929 h 2398711"/>
              <a:gd name="connsiteX61221" fmla="*/ 529588 w 2119654"/>
              <a:gd name="connsiteY61221" fmla="*/ 2099435 h 2398711"/>
              <a:gd name="connsiteX61222" fmla="*/ 544787 w 2119654"/>
              <a:gd name="connsiteY61222" fmla="*/ 2097694 h 2398711"/>
              <a:gd name="connsiteX61223" fmla="*/ 544717 w 2119654"/>
              <a:gd name="connsiteY61223" fmla="*/ 2097459 h 2398711"/>
              <a:gd name="connsiteX61224" fmla="*/ 1237155 w 2119654"/>
              <a:gd name="connsiteY61224" fmla="*/ 514354 h 2398711"/>
              <a:gd name="connsiteX61225" fmla="*/ 1236984 w 2119654"/>
              <a:gd name="connsiteY61225" fmla="*/ 515787 h 2398711"/>
              <a:gd name="connsiteX61226" fmla="*/ 1237635 w 2119654"/>
              <a:gd name="connsiteY61226" fmla="*/ 514937 h 2398711"/>
              <a:gd name="connsiteX61227" fmla="*/ 1292644 w 2119654"/>
              <a:gd name="connsiteY61227" fmla="*/ 389875 h 2398711"/>
              <a:gd name="connsiteX61228" fmla="*/ 1295769 w 2119654"/>
              <a:gd name="connsiteY61228" fmla="*/ 400696 h 2398711"/>
              <a:gd name="connsiteX61229" fmla="*/ 1300892 w 2119654"/>
              <a:gd name="connsiteY61229" fmla="*/ 394736 h 2398711"/>
              <a:gd name="connsiteX61230" fmla="*/ 1301451 w 2119654"/>
              <a:gd name="connsiteY61230" fmla="*/ 394103 h 2398711"/>
              <a:gd name="connsiteX61231" fmla="*/ 1299159 w 2119654"/>
              <a:gd name="connsiteY61231" fmla="*/ 382580 h 2398711"/>
              <a:gd name="connsiteX61232" fmla="*/ 1226339 w 2119654"/>
              <a:gd name="connsiteY61232" fmla="*/ 538176 h 2398711"/>
              <a:gd name="connsiteX61233" fmla="*/ 1229507 w 2119654"/>
              <a:gd name="connsiteY61233" fmla="*/ 540828 h 2398711"/>
              <a:gd name="connsiteX61234" fmla="*/ 1230185 w 2119654"/>
              <a:gd name="connsiteY61234" fmla="*/ 538821 h 2398711"/>
              <a:gd name="connsiteX61235" fmla="*/ 1228519 w 2119654"/>
              <a:gd name="connsiteY61235" fmla="*/ 535121 h 2398711"/>
              <a:gd name="connsiteX61236" fmla="*/ 570438 w 2119654"/>
              <a:gd name="connsiteY61236" fmla="*/ 2006843 h 2398711"/>
              <a:gd name="connsiteX61237" fmla="*/ 570151 w 2119654"/>
              <a:gd name="connsiteY61237" fmla="*/ 2008142 h 2398711"/>
              <a:gd name="connsiteX61238" fmla="*/ 574035 w 2119654"/>
              <a:gd name="connsiteY61238" fmla="*/ 2007052 h 2398711"/>
              <a:gd name="connsiteX61239" fmla="*/ 1259626 w 2119654"/>
              <a:gd name="connsiteY61239" fmla="*/ 463275 h 2398711"/>
              <a:gd name="connsiteX61240" fmla="*/ 1260408 w 2119654"/>
              <a:gd name="connsiteY61240" fmla="*/ 469438 h 2398711"/>
              <a:gd name="connsiteX61241" fmla="*/ 1262050 w 2119654"/>
              <a:gd name="connsiteY61241" fmla="*/ 465997 h 2398711"/>
              <a:gd name="connsiteX61242" fmla="*/ 1261561 w 2119654"/>
              <a:gd name="connsiteY61242" fmla="*/ 464512 h 2398711"/>
              <a:gd name="connsiteX61243" fmla="*/ 1260690 w 2119654"/>
              <a:gd name="connsiteY61243" fmla="*/ 461983 h 2398711"/>
              <a:gd name="connsiteX61244" fmla="*/ 1306953 w 2119654"/>
              <a:gd name="connsiteY61244" fmla="*/ 357234 h 2398711"/>
              <a:gd name="connsiteX61245" fmla="*/ 1309732 w 2119654"/>
              <a:gd name="connsiteY61245" fmla="*/ 370292 h 2398711"/>
              <a:gd name="connsiteX61246" fmla="*/ 1311578 w 2119654"/>
              <a:gd name="connsiteY61246" fmla="*/ 368226 h 2398711"/>
              <a:gd name="connsiteX61247" fmla="*/ 1312058 w 2119654"/>
              <a:gd name="connsiteY61247" fmla="*/ 368140 h 2398711"/>
              <a:gd name="connsiteX61248" fmla="*/ 1309810 w 2119654"/>
              <a:gd name="connsiteY61248" fmla="*/ 370656 h 2398711"/>
              <a:gd name="connsiteX61249" fmla="*/ 1311986 w 2119654"/>
              <a:gd name="connsiteY61249" fmla="*/ 380876 h 2398711"/>
              <a:gd name="connsiteX61250" fmla="*/ 1320994 w 2119654"/>
              <a:gd name="connsiteY61250" fmla="*/ 366453 h 2398711"/>
              <a:gd name="connsiteX61251" fmla="*/ 1314634 w 2119654"/>
              <a:gd name="connsiteY61251" fmla="*/ 351844 h 2398711"/>
              <a:gd name="connsiteX61252" fmla="*/ 1225741 w 2119654"/>
              <a:gd name="connsiteY61252" fmla="*/ 539014 h 2398711"/>
              <a:gd name="connsiteX61253" fmla="*/ 1225975 w 2119654"/>
              <a:gd name="connsiteY61253" fmla="*/ 541275 h 2398711"/>
              <a:gd name="connsiteX61254" fmla="*/ 1228082 w 2119654"/>
              <a:gd name="connsiteY61254" fmla="*/ 545056 h 2398711"/>
              <a:gd name="connsiteX61255" fmla="*/ 1228257 w 2119654"/>
              <a:gd name="connsiteY61255" fmla="*/ 544538 h 2398711"/>
              <a:gd name="connsiteX61256" fmla="*/ 1228076 w 2119654"/>
              <a:gd name="connsiteY61256" fmla="*/ 542774 h 2398711"/>
              <a:gd name="connsiteX61257" fmla="*/ 1228210 w 2119654"/>
              <a:gd name="connsiteY61257" fmla="*/ 542913 h 2398711"/>
              <a:gd name="connsiteX61258" fmla="*/ 1228348 w 2119654"/>
              <a:gd name="connsiteY61258" fmla="*/ 544267 h 2398711"/>
              <a:gd name="connsiteX61259" fmla="*/ 1229365 w 2119654"/>
              <a:gd name="connsiteY61259" fmla="*/ 541249 h 2398711"/>
              <a:gd name="connsiteX61260" fmla="*/ 1226099 w 2119654"/>
              <a:gd name="connsiteY61260" fmla="*/ 538512 h 2398711"/>
              <a:gd name="connsiteX61261" fmla="*/ 1237326 w 2119654"/>
              <a:gd name="connsiteY61261" fmla="*/ 512923 h 2398711"/>
              <a:gd name="connsiteX61262" fmla="*/ 1237190 w 2119654"/>
              <a:gd name="connsiteY61262" fmla="*/ 514062 h 2398711"/>
              <a:gd name="connsiteX61263" fmla="*/ 1237744 w 2119654"/>
              <a:gd name="connsiteY61263" fmla="*/ 514745 h 2398711"/>
              <a:gd name="connsiteX61264" fmla="*/ 1237558 w 2119654"/>
              <a:gd name="connsiteY61264" fmla="*/ 513272 h 2398711"/>
              <a:gd name="connsiteX61265" fmla="*/ 1225191 w 2119654"/>
              <a:gd name="connsiteY61265" fmla="*/ 539786 h 2398711"/>
              <a:gd name="connsiteX61266" fmla="*/ 1225229 w 2119654"/>
              <a:gd name="connsiteY61266" fmla="*/ 539933 h 2398711"/>
              <a:gd name="connsiteX61267" fmla="*/ 1225695 w 2119654"/>
              <a:gd name="connsiteY61267" fmla="*/ 540771 h 2398711"/>
              <a:gd name="connsiteX61268" fmla="*/ 1225559 w 2119654"/>
              <a:gd name="connsiteY61268" fmla="*/ 539269 h 2398711"/>
              <a:gd name="connsiteX61269" fmla="*/ 575383 w 2119654"/>
              <a:gd name="connsiteY61269" fmla="*/ 1994758 h 2398711"/>
              <a:gd name="connsiteX61270" fmla="*/ 576197 w 2119654"/>
              <a:gd name="connsiteY61270" fmla="*/ 1995042 h 2398711"/>
              <a:gd name="connsiteX61271" fmla="*/ 576699 w 2119654"/>
              <a:gd name="connsiteY61271" fmla="*/ 1995034 h 2398711"/>
              <a:gd name="connsiteX61272" fmla="*/ 575715 w 2119654"/>
              <a:gd name="connsiteY61272" fmla="*/ 1994693 h 2398711"/>
              <a:gd name="connsiteX61273" fmla="*/ 1233873 w 2119654"/>
              <a:gd name="connsiteY61273" fmla="*/ 520251 h 2398711"/>
              <a:gd name="connsiteX61274" fmla="*/ 1235446 w 2119654"/>
              <a:gd name="connsiteY61274" fmla="*/ 523220 h 2398711"/>
              <a:gd name="connsiteX61275" fmla="*/ 1235576 w 2119654"/>
              <a:gd name="connsiteY61275" fmla="*/ 522834 h 2398711"/>
              <a:gd name="connsiteX61276" fmla="*/ 1235837 w 2119654"/>
              <a:gd name="connsiteY61276" fmla="*/ 520646 h 2398711"/>
              <a:gd name="connsiteX61277" fmla="*/ 1235167 w 2119654"/>
              <a:gd name="connsiteY61277" fmla="*/ 518514 h 2398711"/>
              <a:gd name="connsiteX61278" fmla="*/ 1276899 w 2119654"/>
              <a:gd name="connsiteY61278" fmla="*/ 423507 h 2398711"/>
              <a:gd name="connsiteX61279" fmla="*/ 1277083 w 2119654"/>
              <a:gd name="connsiteY61279" fmla="*/ 423967 h 2398711"/>
              <a:gd name="connsiteX61280" fmla="*/ 1276954 w 2119654"/>
              <a:gd name="connsiteY61280" fmla="*/ 423443 h 2398711"/>
              <a:gd name="connsiteX61281" fmla="*/ 571092 w 2119654"/>
              <a:gd name="connsiteY61281" fmla="*/ 2003885 h 2398711"/>
              <a:gd name="connsiteX61282" fmla="*/ 570955 w 2119654"/>
              <a:gd name="connsiteY61282" fmla="*/ 2004504 h 2398711"/>
              <a:gd name="connsiteX61283" fmla="*/ 580432 w 2119654"/>
              <a:gd name="connsiteY61283" fmla="*/ 2005054 h 2398711"/>
              <a:gd name="connsiteX61284" fmla="*/ 578226 w 2119654"/>
              <a:gd name="connsiteY61284" fmla="*/ 2004293 h 2398711"/>
              <a:gd name="connsiteX61285" fmla="*/ 576650 w 2119654"/>
              <a:gd name="connsiteY61285" fmla="*/ 2004314 h 2398711"/>
              <a:gd name="connsiteX61286" fmla="*/ 571400 w 2119654"/>
              <a:gd name="connsiteY61286" fmla="*/ 2003896 h 2398711"/>
              <a:gd name="connsiteX61287" fmla="*/ 1225649 w 2119654"/>
              <a:gd name="connsiteY61287" fmla="*/ 538136 h 2398711"/>
              <a:gd name="connsiteX61288" fmla="*/ 1225690 w 2119654"/>
              <a:gd name="connsiteY61288" fmla="*/ 538528 h 2398711"/>
              <a:gd name="connsiteX61289" fmla="*/ 1225849 w 2119654"/>
              <a:gd name="connsiteY61289" fmla="*/ 538305 h 2398711"/>
              <a:gd name="connsiteX61290" fmla="*/ 1276633 w 2119654"/>
              <a:gd name="connsiteY61290" fmla="*/ 423817 h 2398711"/>
              <a:gd name="connsiteX61291" fmla="*/ 1276809 w 2119654"/>
              <a:gd name="connsiteY61291" fmla="*/ 424081 h 2398711"/>
              <a:gd name="connsiteX61292" fmla="*/ 1276685 w 2119654"/>
              <a:gd name="connsiteY61292" fmla="*/ 423757 h 2398711"/>
              <a:gd name="connsiteX61293" fmla="*/ 560485 w 2119654"/>
              <a:gd name="connsiteY61293" fmla="*/ 2027388 h 2398711"/>
              <a:gd name="connsiteX61294" fmla="*/ 565095 w 2119654"/>
              <a:gd name="connsiteY61294" fmla="*/ 2028669 h 2398711"/>
              <a:gd name="connsiteX61295" fmla="*/ 565574 w 2119654"/>
              <a:gd name="connsiteY61295" fmla="*/ 2026499 h 2398711"/>
              <a:gd name="connsiteX61296" fmla="*/ 563574 w 2119654"/>
              <a:gd name="connsiteY61296" fmla="*/ 2027473 h 2398711"/>
              <a:gd name="connsiteX61297" fmla="*/ 563260 w 2119654"/>
              <a:gd name="connsiteY61297" fmla="*/ 2027375 h 2398711"/>
              <a:gd name="connsiteX61298" fmla="*/ 565637 w 2119654"/>
              <a:gd name="connsiteY61298" fmla="*/ 2026216 h 2398711"/>
              <a:gd name="connsiteX61299" fmla="*/ 565747 w 2119654"/>
              <a:gd name="connsiteY61299" fmla="*/ 2025716 h 2398711"/>
              <a:gd name="connsiteX61300" fmla="*/ 568622 w 2119654"/>
              <a:gd name="connsiteY61300" fmla="*/ 2009083 h 2398711"/>
              <a:gd name="connsiteX61301" fmla="*/ 568933 w 2119654"/>
              <a:gd name="connsiteY61301" fmla="*/ 2011302 h 2398711"/>
              <a:gd name="connsiteX61302" fmla="*/ 569477 w 2119654"/>
              <a:gd name="connsiteY61302" fmla="*/ 2008843 h 2398711"/>
              <a:gd name="connsiteX61303" fmla="*/ 585811 w 2119654"/>
              <a:gd name="connsiteY61303" fmla="*/ 1970426 h 2398711"/>
              <a:gd name="connsiteX61304" fmla="*/ 589964 w 2119654"/>
              <a:gd name="connsiteY61304" fmla="*/ 1972076 h 2398711"/>
              <a:gd name="connsiteX61305" fmla="*/ 592058 w 2119654"/>
              <a:gd name="connsiteY61305" fmla="*/ 1972180 h 2398711"/>
              <a:gd name="connsiteX61306" fmla="*/ 590170 w 2119654"/>
              <a:gd name="connsiteY61306" fmla="*/ 1969279 h 2398711"/>
              <a:gd name="connsiteX61307" fmla="*/ 1275918 w 2119654"/>
              <a:gd name="connsiteY61307" fmla="*/ 425114 h 2398711"/>
              <a:gd name="connsiteX61308" fmla="*/ 1275587 w 2119654"/>
              <a:gd name="connsiteY61308" fmla="*/ 435708 h 2398711"/>
              <a:gd name="connsiteX61309" fmla="*/ 1276765 w 2119654"/>
              <a:gd name="connsiteY61309" fmla="*/ 438704 h 2398711"/>
              <a:gd name="connsiteX61310" fmla="*/ 1278665 w 2119654"/>
              <a:gd name="connsiteY61310" fmla="*/ 436620 h 2398711"/>
              <a:gd name="connsiteX61311" fmla="*/ 1279725 w 2119654"/>
              <a:gd name="connsiteY61311" fmla="*/ 434762 h 2398711"/>
              <a:gd name="connsiteX61312" fmla="*/ 1278190 w 2119654"/>
              <a:gd name="connsiteY61312" fmla="*/ 428490 h 2398711"/>
              <a:gd name="connsiteX61313" fmla="*/ 1275943 w 2119654"/>
              <a:gd name="connsiteY61313" fmla="*/ 425137 h 2398711"/>
              <a:gd name="connsiteX61314" fmla="*/ 1232327 w 2119654"/>
              <a:gd name="connsiteY61314" fmla="*/ 522618 h 2398711"/>
              <a:gd name="connsiteX61315" fmla="*/ 1232757 w 2119654"/>
              <a:gd name="connsiteY61315" fmla="*/ 524535 h 2398711"/>
              <a:gd name="connsiteX61316" fmla="*/ 1233822 w 2119654"/>
              <a:gd name="connsiteY61316" fmla="*/ 527137 h 2398711"/>
              <a:gd name="connsiteX61317" fmla="*/ 1234070 w 2119654"/>
              <a:gd name="connsiteY61317" fmla="*/ 526800 h 2398711"/>
              <a:gd name="connsiteX61318" fmla="*/ 1233629 w 2119654"/>
              <a:gd name="connsiteY61318" fmla="*/ 524474 h 2398711"/>
              <a:gd name="connsiteX61319" fmla="*/ 1233166 w 2119654"/>
              <a:gd name="connsiteY61319" fmla="*/ 523601 h 2398711"/>
              <a:gd name="connsiteX61320" fmla="*/ 1306689 w 2119654"/>
              <a:gd name="connsiteY61320" fmla="*/ 355992 h 2398711"/>
              <a:gd name="connsiteX61321" fmla="*/ 1306785 w 2119654"/>
              <a:gd name="connsiteY61321" fmla="*/ 356440 h 2398711"/>
              <a:gd name="connsiteX61322" fmla="*/ 1308093 w 2119654"/>
              <a:gd name="connsiteY61322" fmla="*/ 355522 h 2398711"/>
              <a:gd name="connsiteX61323" fmla="*/ 1314371 w 2119654"/>
              <a:gd name="connsiteY61323" fmla="*/ 351242 h 2398711"/>
              <a:gd name="connsiteX61324" fmla="*/ 1313549 w 2119654"/>
              <a:gd name="connsiteY61324" fmla="*/ 349352 h 2398711"/>
              <a:gd name="connsiteX61325" fmla="*/ 1232411 w 2119654"/>
              <a:gd name="connsiteY61325" fmla="*/ 522216 h 2398711"/>
              <a:gd name="connsiteX61326" fmla="*/ 1232472 w 2119654"/>
              <a:gd name="connsiteY61326" fmla="*/ 522288 h 2398711"/>
              <a:gd name="connsiteX61327" fmla="*/ 1232424 w 2119654"/>
              <a:gd name="connsiteY61327" fmla="*/ 522197 h 2398711"/>
              <a:gd name="connsiteX61328" fmla="*/ 581936 w 2119654"/>
              <a:gd name="connsiteY61328" fmla="*/ 1978661 h 2398711"/>
              <a:gd name="connsiteX61329" fmla="*/ 582089 w 2119654"/>
              <a:gd name="connsiteY61329" fmla="*/ 1980254 h 2398711"/>
              <a:gd name="connsiteX61330" fmla="*/ 582262 w 2119654"/>
              <a:gd name="connsiteY61330" fmla="*/ 1981838 h 2398711"/>
              <a:gd name="connsiteX61331" fmla="*/ 583203 w 2119654"/>
              <a:gd name="connsiteY61331" fmla="*/ 1981825 h 2398711"/>
              <a:gd name="connsiteX61332" fmla="*/ 589070 w 2119654"/>
              <a:gd name="connsiteY61332" fmla="*/ 1980301 h 2398711"/>
              <a:gd name="connsiteX61333" fmla="*/ 589753 w 2119654"/>
              <a:gd name="connsiteY61333" fmla="*/ 1979914 h 2398711"/>
              <a:gd name="connsiteX61334" fmla="*/ 582513 w 2119654"/>
              <a:gd name="connsiteY61334" fmla="*/ 1978675 h 2398711"/>
              <a:gd name="connsiteX61335" fmla="*/ 571514 w 2119654"/>
              <a:gd name="connsiteY61335" fmla="*/ 2001978 h 2398711"/>
              <a:gd name="connsiteX61336" fmla="*/ 571298 w 2119654"/>
              <a:gd name="connsiteY61336" fmla="*/ 2002952 h 2398711"/>
              <a:gd name="connsiteX61337" fmla="*/ 574220 w 2119654"/>
              <a:gd name="connsiteY61337" fmla="*/ 2002912 h 2398711"/>
              <a:gd name="connsiteX61338" fmla="*/ 1232021 w 2119654"/>
              <a:gd name="connsiteY61338" fmla="*/ 522738 h 2398711"/>
              <a:gd name="connsiteX61339" fmla="*/ 1232181 w 2119654"/>
              <a:gd name="connsiteY61339" fmla="*/ 523128 h 2398711"/>
              <a:gd name="connsiteX61340" fmla="*/ 1232082 w 2119654"/>
              <a:gd name="connsiteY61340" fmla="*/ 522657 h 2398711"/>
              <a:gd name="connsiteX61341" fmla="*/ 1232090 w 2119654"/>
              <a:gd name="connsiteY61341" fmla="*/ 521567 h 2398711"/>
              <a:gd name="connsiteX61342" fmla="*/ 1232174 w 2119654"/>
              <a:gd name="connsiteY61342" fmla="*/ 521941 h 2398711"/>
              <a:gd name="connsiteX61343" fmla="*/ 1232225 w 2119654"/>
              <a:gd name="connsiteY61343" fmla="*/ 522001 h 2398711"/>
              <a:gd name="connsiteX61344" fmla="*/ 1232281 w 2119654"/>
              <a:gd name="connsiteY61344" fmla="*/ 521928 h 2398711"/>
              <a:gd name="connsiteX61345" fmla="*/ 1230886 w 2119654"/>
              <a:gd name="connsiteY61345" fmla="*/ 524264 h 2398711"/>
              <a:gd name="connsiteX61346" fmla="*/ 1230870 w 2119654"/>
              <a:gd name="connsiteY61346" fmla="*/ 526990 h 2398711"/>
              <a:gd name="connsiteX61347" fmla="*/ 1232055 w 2119654"/>
              <a:gd name="connsiteY61347" fmla="*/ 529609 h 2398711"/>
              <a:gd name="connsiteX61348" fmla="*/ 1232875 w 2119654"/>
              <a:gd name="connsiteY61348" fmla="*/ 528459 h 2398711"/>
              <a:gd name="connsiteX61349" fmla="*/ 1231061 w 2119654"/>
              <a:gd name="connsiteY61349" fmla="*/ 524029 h 2398711"/>
              <a:gd name="connsiteX61350" fmla="*/ 1221814 w 2119654"/>
              <a:gd name="connsiteY61350" fmla="*/ 544517 h 2398711"/>
              <a:gd name="connsiteX61351" fmla="*/ 1226059 w 2119654"/>
              <a:gd name="connsiteY61351" fmla="*/ 548978 h 2398711"/>
              <a:gd name="connsiteX61352" fmla="*/ 1225610 w 2119654"/>
              <a:gd name="connsiteY61352" fmla="*/ 547163 h 2398711"/>
              <a:gd name="connsiteX61353" fmla="*/ 1223211 w 2119654"/>
              <a:gd name="connsiteY61353" fmla="*/ 542559 h 2398711"/>
              <a:gd name="connsiteX61354" fmla="*/ 1255852 w 2119654"/>
              <a:gd name="connsiteY61354" fmla="*/ 467862 h 2398711"/>
              <a:gd name="connsiteX61355" fmla="*/ 1258327 w 2119654"/>
              <a:gd name="connsiteY61355" fmla="*/ 473182 h 2398711"/>
              <a:gd name="connsiteX61356" fmla="*/ 1258503 w 2119654"/>
              <a:gd name="connsiteY61356" fmla="*/ 473430 h 2398711"/>
              <a:gd name="connsiteX61357" fmla="*/ 1259588 w 2119654"/>
              <a:gd name="connsiteY61357" fmla="*/ 471156 h 2398711"/>
              <a:gd name="connsiteX61358" fmla="*/ 1258727 w 2119654"/>
              <a:gd name="connsiteY61358" fmla="*/ 464368 h 2398711"/>
              <a:gd name="connsiteX61359" fmla="*/ 1230890 w 2119654"/>
              <a:gd name="connsiteY61359" fmla="*/ 523611 h 2398711"/>
              <a:gd name="connsiteX61360" fmla="*/ 1230889 w 2119654"/>
              <a:gd name="connsiteY61360" fmla="*/ 523746 h 2398711"/>
              <a:gd name="connsiteX61361" fmla="*/ 1230925 w 2119654"/>
              <a:gd name="connsiteY61361" fmla="*/ 523698 h 2398711"/>
              <a:gd name="connsiteX61362" fmla="*/ 581783 w 2119654"/>
              <a:gd name="connsiteY61362" fmla="*/ 1977059 h 2398711"/>
              <a:gd name="connsiteX61363" fmla="*/ 581883 w 2119654"/>
              <a:gd name="connsiteY61363" fmla="*/ 1978102 h 2398711"/>
              <a:gd name="connsiteX61364" fmla="*/ 587540 w 2119654"/>
              <a:gd name="connsiteY61364" fmla="*/ 1978227 h 2398711"/>
              <a:gd name="connsiteX61365" fmla="*/ 584656 w 2119654"/>
              <a:gd name="connsiteY61365" fmla="*/ 1977662 h 2398711"/>
              <a:gd name="connsiteX61366" fmla="*/ 1230109 w 2119654"/>
              <a:gd name="connsiteY61366" fmla="*/ 525308 h 2398711"/>
              <a:gd name="connsiteX61367" fmla="*/ 1230413 w 2119654"/>
              <a:gd name="connsiteY61367" fmla="*/ 525983 h 2398711"/>
              <a:gd name="connsiteX61368" fmla="*/ 1230420 w 2119654"/>
              <a:gd name="connsiteY61368" fmla="*/ 524889 h 2398711"/>
              <a:gd name="connsiteX61369" fmla="*/ 1231647 w 2119654"/>
              <a:gd name="connsiteY61369" fmla="*/ 521824 h 2398711"/>
              <a:gd name="connsiteX61370" fmla="*/ 1231895 w 2119654"/>
              <a:gd name="connsiteY61370" fmla="*/ 522431 h 2398711"/>
              <a:gd name="connsiteX61371" fmla="*/ 1232005 w 2119654"/>
              <a:gd name="connsiteY61371" fmla="*/ 522289 h 2398711"/>
              <a:gd name="connsiteX61372" fmla="*/ 1231991 w 2119654"/>
              <a:gd name="connsiteY61372" fmla="*/ 522227 h 2398711"/>
              <a:gd name="connsiteX61373" fmla="*/ 1304755 w 2119654"/>
              <a:gd name="connsiteY61373" fmla="*/ 357865 h 2398711"/>
              <a:gd name="connsiteX61374" fmla="*/ 1306517 w 2119654"/>
              <a:gd name="connsiteY61374" fmla="*/ 356628 h 2398711"/>
              <a:gd name="connsiteX61375" fmla="*/ 1306434 w 2119654"/>
              <a:gd name="connsiteY61375" fmla="*/ 356238 h 2398711"/>
              <a:gd name="connsiteX61376" fmla="*/ 1276016 w 2119654"/>
              <a:gd name="connsiteY61376" fmla="*/ 422007 h 2398711"/>
              <a:gd name="connsiteX61377" fmla="*/ 1275989 w 2119654"/>
              <a:gd name="connsiteY61377" fmla="*/ 422858 h 2398711"/>
              <a:gd name="connsiteX61378" fmla="*/ 1276311 w 2119654"/>
              <a:gd name="connsiteY61378" fmla="*/ 423338 h 2398711"/>
              <a:gd name="connsiteX61379" fmla="*/ 1276459 w 2119654"/>
              <a:gd name="connsiteY61379" fmla="*/ 423165 h 2398711"/>
              <a:gd name="connsiteX61380" fmla="*/ 1260203 w 2119654"/>
              <a:gd name="connsiteY61380" fmla="*/ 457407 h 2398711"/>
              <a:gd name="connsiteX61381" fmla="*/ 1260358 w 2119654"/>
              <a:gd name="connsiteY61381" fmla="*/ 457887 h 2398711"/>
              <a:gd name="connsiteX61382" fmla="*/ 1260427 w 2119654"/>
              <a:gd name="connsiteY61382" fmla="*/ 457801 h 2398711"/>
              <a:gd name="connsiteX61383" fmla="*/ 568291 w 2119654"/>
              <a:gd name="connsiteY61383" fmla="*/ 2006718 h 2398711"/>
              <a:gd name="connsiteX61384" fmla="*/ 568553 w 2119654"/>
              <a:gd name="connsiteY61384" fmla="*/ 2008590 h 2398711"/>
              <a:gd name="connsiteX61385" fmla="*/ 569597 w 2119654"/>
              <a:gd name="connsiteY61385" fmla="*/ 2008297 h 2398711"/>
              <a:gd name="connsiteX61386" fmla="*/ 569926 w 2119654"/>
              <a:gd name="connsiteY61386" fmla="*/ 2006813 h 2398711"/>
              <a:gd name="connsiteX61387" fmla="*/ 1217398 w 2119654"/>
              <a:gd name="connsiteY61387" fmla="*/ 553169 h 2398711"/>
              <a:gd name="connsiteX61388" fmla="*/ 1218553 w 2119654"/>
              <a:gd name="connsiteY61388" fmla="*/ 557023 h 2398711"/>
              <a:gd name="connsiteX61389" fmla="*/ 1218986 w 2119654"/>
              <a:gd name="connsiteY61389" fmla="*/ 558111 h 2398711"/>
              <a:gd name="connsiteX61390" fmla="*/ 1220786 w 2119654"/>
              <a:gd name="connsiteY61390" fmla="*/ 555866 h 2398711"/>
              <a:gd name="connsiteX61391" fmla="*/ 1224524 w 2119654"/>
              <a:gd name="connsiteY61391" fmla="*/ 537196 h 2398711"/>
              <a:gd name="connsiteX61392" fmla="*/ 1225086 w 2119654"/>
              <a:gd name="connsiteY61392" fmla="*/ 539374 h 2398711"/>
              <a:gd name="connsiteX61393" fmla="*/ 1225514 w 2119654"/>
              <a:gd name="connsiteY61393" fmla="*/ 538776 h 2398711"/>
              <a:gd name="connsiteX61394" fmla="*/ 1225440 w 2119654"/>
              <a:gd name="connsiteY61394" fmla="*/ 537963 h 2398711"/>
              <a:gd name="connsiteX61395" fmla="*/ 572682 w 2119654"/>
              <a:gd name="connsiteY61395" fmla="*/ 1996690 h 2398711"/>
              <a:gd name="connsiteX61396" fmla="*/ 571774 w 2119654"/>
              <a:gd name="connsiteY61396" fmla="*/ 2000798 h 2398711"/>
              <a:gd name="connsiteX61397" fmla="*/ 578597 w 2119654"/>
              <a:gd name="connsiteY61397" fmla="*/ 2002851 h 2398711"/>
              <a:gd name="connsiteX61398" fmla="*/ 589543 w 2119654"/>
              <a:gd name="connsiteY61398" fmla="*/ 2002698 h 2398711"/>
              <a:gd name="connsiteX61399" fmla="*/ 590170 w 2119654"/>
              <a:gd name="connsiteY61399" fmla="*/ 2002522 h 2398711"/>
              <a:gd name="connsiteX61400" fmla="*/ 588803 w 2119654"/>
              <a:gd name="connsiteY61400" fmla="*/ 2002046 h 2398711"/>
              <a:gd name="connsiteX61401" fmla="*/ 576296 w 2119654"/>
              <a:gd name="connsiteY61401" fmla="*/ 1996632 h 2398711"/>
              <a:gd name="connsiteX61402" fmla="*/ 1239582 w 2119654"/>
              <a:gd name="connsiteY61402" fmla="*/ 503277 h 2398711"/>
              <a:gd name="connsiteX61403" fmla="*/ 1241190 w 2119654"/>
              <a:gd name="connsiteY61403" fmla="*/ 509716 h 2398711"/>
              <a:gd name="connsiteX61404" fmla="*/ 1241944 w 2119654"/>
              <a:gd name="connsiteY61404" fmla="*/ 508132 h 2398711"/>
              <a:gd name="connsiteX61405" fmla="*/ 522742 w 2119654"/>
              <a:gd name="connsiteY61405" fmla="*/ 2108135 h 2398711"/>
              <a:gd name="connsiteX61406" fmla="*/ 530777 w 2119654"/>
              <a:gd name="connsiteY61406" fmla="*/ 2109666 h 2398711"/>
              <a:gd name="connsiteX61407" fmla="*/ 530500 w 2119654"/>
              <a:gd name="connsiteY61407" fmla="*/ 2107778 h 2398711"/>
              <a:gd name="connsiteX61408" fmla="*/ 538164 w 2119654"/>
              <a:gd name="connsiteY61408" fmla="*/ 2073374 h 2398711"/>
              <a:gd name="connsiteX61409" fmla="*/ 544971 w 2119654"/>
              <a:gd name="connsiteY61409" fmla="*/ 2097158 h 2398711"/>
              <a:gd name="connsiteX61410" fmla="*/ 627399 w 2119654"/>
              <a:gd name="connsiteY61410" fmla="*/ 2088038 h 2398711"/>
              <a:gd name="connsiteX61411" fmla="*/ 627317 w 2119654"/>
              <a:gd name="connsiteY61411" fmla="*/ 2087456 h 2398711"/>
              <a:gd name="connsiteX61412" fmla="*/ 620029 w 2119654"/>
              <a:gd name="connsiteY61412" fmla="*/ 2087216 h 2398711"/>
              <a:gd name="connsiteX61413" fmla="*/ 568714 w 2119654"/>
              <a:gd name="connsiteY61413" fmla="*/ 2090683 h 2398711"/>
              <a:gd name="connsiteX61414" fmla="*/ 546930 w 2119654"/>
              <a:gd name="connsiteY61414" fmla="*/ 2091435 h 2398711"/>
              <a:gd name="connsiteX61415" fmla="*/ 546789 w 2119654"/>
              <a:gd name="connsiteY61415" fmla="*/ 2091332 h 2398711"/>
              <a:gd name="connsiteX61416" fmla="*/ 558845 w 2119654"/>
              <a:gd name="connsiteY61416" fmla="*/ 2090917 h 2398711"/>
              <a:gd name="connsiteX61417" fmla="*/ 615706 w 2119654"/>
              <a:gd name="connsiteY61417" fmla="*/ 2087074 h 2398711"/>
              <a:gd name="connsiteX61418" fmla="*/ 608884 w 2119654"/>
              <a:gd name="connsiteY61418" fmla="*/ 2086849 h 2398711"/>
              <a:gd name="connsiteX61419" fmla="*/ 608573 w 2119654"/>
              <a:gd name="connsiteY61419" fmla="*/ 2086533 h 2398711"/>
              <a:gd name="connsiteX61420" fmla="*/ 618744 w 2119654"/>
              <a:gd name="connsiteY61420" fmla="*/ 2086869 h 2398711"/>
              <a:gd name="connsiteX61421" fmla="*/ 627155 w 2119654"/>
              <a:gd name="connsiteY61421" fmla="*/ 2086299 h 2398711"/>
              <a:gd name="connsiteX61422" fmla="*/ 627081 w 2119654"/>
              <a:gd name="connsiteY61422" fmla="*/ 2085767 h 2398711"/>
              <a:gd name="connsiteX61423" fmla="*/ 620327 w 2119654"/>
              <a:gd name="connsiteY61423" fmla="*/ 2085108 h 2398711"/>
              <a:gd name="connsiteX61424" fmla="*/ 616992 w 2119654"/>
              <a:gd name="connsiteY61424" fmla="*/ 2086097 h 2398711"/>
              <a:gd name="connsiteX61425" fmla="*/ 616643 w 2119654"/>
              <a:gd name="connsiteY61425" fmla="*/ 2085919 h 2398711"/>
              <a:gd name="connsiteX61426" fmla="*/ 619613 w 2119654"/>
              <a:gd name="connsiteY61426" fmla="*/ 2085039 h 2398711"/>
              <a:gd name="connsiteX61427" fmla="*/ 614928 w 2119654"/>
              <a:gd name="connsiteY61427" fmla="*/ 2084581 h 2398711"/>
              <a:gd name="connsiteX61428" fmla="*/ 571187 w 2119654"/>
              <a:gd name="connsiteY61428" fmla="*/ 2079720 h 2398711"/>
              <a:gd name="connsiteX61429" fmla="*/ 570936 w 2119654"/>
              <a:gd name="connsiteY61429" fmla="*/ 2079472 h 2398711"/>
              <a:gd name="connsiteX61430" fmla="*/ 595142 w 2119654"/>
              <a:gd name="connsiteY61430" fmla="*/ 2082163 h 2398711"/>
              <a:gd name="connsiteX61431" fmla="*/ 620853 w 2119654"/>
              <a:gd name="connsiteY61431" fmla="*/ 2084671 h 2398711"/>
              <a:gd name="connsiteX61432" fmla="*/ 624700 w 2119654"/>
              <a:gd name="connsiteY61432" fmla="*/ 2083530 h 2398711"/>
              <a:gd name="connsiteX61433" fmla="*/ 585516 w 2119654"/>
              <a:gd name="connsiteY61433" fmla="*/ 2079100 h 2398711"/>
              <a:gd name="connsiteX61434" fmla="*/ 585289 w 2119654"/>
              <a:gd name="connsiteY61434" fmla="*/ 2078876 h 2398711"/>
              <a:gd name="connsiteX61435" fmla="*/ 607131 w 2119654"/>
              <a:gd name="connsiteY61435" fmla="*/ 2081345 h 2398711"/>
              <a:gd name="connsiteX61436" fmla="*/ 625804 w 2119654"/>
              <a:gd name="connsiteY61436" fmla="*/ 2083202 h 2398711"/>
              <a:gd name="connsiteX61437" fmla="*/ 626685 w 2119654"/>
              <a:gd name="connsiteY61437" fmla="*/ 2082941 h 2398711"/>
              <a:gd name="connsiteX61438" fmla="*/ 626135 w 2119654"/>
              <a:gd name="connsiteY61438" fmla="*/ 2079011 h 2398711"/>
              <a:gd name="connsiteX61439" fmla="*/ 625100 w 2119654"/>
              <a:gd name="connsiteY61439" fmla="*/ 2069302 h 2398711"/>
              <a:gd name="connsiteX61440" fmla="*/ 607587 w 2119654"/>
              <a:gd name="connsiteY61440" fmla="*/ 2061671 h 2398711"/>
              <a:gd name="connsiteX61441" fmla="*/ 563019 w 2119654"/>
              <a:gd name="connsiteY61441" fmla="*/ 2070957 h 2398711"/>
              <a:gd name="connsiteX61442" fmla="*/ 556448 w 2119654"/>
              <a:gd name="connsiteY61442" fmla="*/ 2071596 h 2398711"/>
              <a:gd name="connsiteX61443" fmla="*/ 556066 w 2119654"/>
              <a:gd name="connsiteY61443" fmla="*/ 2073447 h 2398711"/>
              <a:gd name="connsiteX61444" fmla="*/ 555891 w 2119654"/>
              <a:gd name="connsiteY61444" fmla="*/ 2073165 h 2398711"/>
              <a:gd name="connsiteX61445" fmla="*/ 556210 w 2119654"/>
              <a:gd name="connsiteY61445" fmla="*/ 2071619 h 2398711"/>
              <a:gd name="connsiteX61446" fmla="*/ 1276048 w 2119654"/>
              <a:gd name="connsiteY61446" fmla="*/ 420993 h 2398711"/>
              <a:gd name="connsiteX61447" fmla="*/ 1276036 w 2119654"/>
              <a:gd name="connsiteY61447" fmla="*/ 421339 h 2398711"/>
              <a:gd name="connsiteX61448" fmla="*/ 1276667 w 2119654"/>
              <a:gd name="connsiteY61448" fmla="*/ 422924 h 2398711"/>
              <a:gd name="connsiteX61449" fmla="*/ 1276739 w 2119654"/>
              <a:gd name="connsiteY61449" fmla="*/ 422840 h 2398711"/>
              <a:gd name="connsiteX61450" fmla="*/ 1254161 w 2119654"/>
              <a:gd name="connsiteY61450" fmla="*/ 469916 h 2398711"/>
              <a:gd name="connsiteX61451" fmla="*/ 1257341 w 2119654"/>
              <a:gd name="connsiteY61451" fmla="*/ 475866 h 2398711"/>
              <a:gd name="connsiteX61452" fmla="*/ 1257764 w 2119654"/>
              <a:gd name="connsiteY61452" fmla="*/ 474978 h 2398711"/>
              <a:gd name="connsiteX61453" fmla="*/ 1255812 w 2119654"/>
              <a:gd name="connsiteY61453" fmla="*/ 470783 h 2398711"/>
              <a:gd name="connsiteX61454" fmla="*/ 1254719 w 2119654"/>
              <a:gd name="connsiteY61454" fmla="*/ 469240 h 2398711"/>
              <a:gd name="connsiteX61455" fmla="*/ 1272705 w 2119654"/>
              <a:gd name="connsiteY61455" fmla="*/ 428386 h 2398711"/>
              <a:gd name="connsiteX61456" fmla="*/ 1274310 w 2119654"/>
              <a:gd name="connsiteY61456" fmla="*/ 432465 h 2398711"/>
              <a:gd name="connsiteX61457" fmla="*/ 1274504 w 2119654"/>
              <a:gd name="connsiteY61457" fmla="*/ 426294 h 2398711"/>
              <a:gd name="connsiteX61458" fmla="*/ 1259030 w 2119654"/>
              <a:gd name="connsiteY61458" fmla="*/ 458582 h 2398711"/>
              <a:gd name="connsiteX61459" fmla="*/ 1259135 w 2119654"/>
              <a:gd name="connsiteY61459" fmla="*/ 459409 h 2398711"/>
              <a:gd name="connsiteX61460" fmla="*/ 1259350 w 2119654"/>
              <a:gd name="connsiteY61460" fmla="*/ 459143 h 2398711"/>
              <a:gd name="connsiteX61461" fmla="*/ 1253588 w 2119654"/>
              <a:gd name="connsiteY61461" fmla="*/ 470614 h 2398711"/>
              <a:gd name="connsiteX61462" fmla="*/ 1255500 w 2119654"/>
              <a:gd name="connsiteY61462" fmla="*/ 476480 h 2398711"/>
              <a:gd name="connsiteX61463" fmla="*/ 1256498 w 2119654"/>
              <a:gd name="connsiteY61463" fmla="*/ 477631 h 2398711"/>
              <a:gd name="connsiteX61464" fmla="*/ 1257236 w 2119654"/>
              <a:gd name="connsiteY61464" fmla="*/ 476084 h 2398711"/>
              <a:gd name="connsiteX61465" fmla="*/ 1254028 w 2119654"/>
              <a:gd name="connsiteY61465" fmla="*/ 470079 h 2398711"/>
              <a:gd name="connsiteX61466" fmla="*/ 1281958 w 2119654"/>
              <a:gd name="connsiteY61466" fmla="*/ 406726 h 2398711"/>
              <a:gd name="connsiteX61467" fmla="*/ 1282126 w 2119654"/>
              <a:gd name="connsiteY61467" fmla="*/ 412265 h 2398711"/>
              <a:gd name="connsiteX61468" fmla="*/ 1283767 w 2119654"/>
              <a:gd name="connsiteY61468" fmla="*/ 414662 h 2398711"/>
              <a:gd name="connsiteX61469" fmla="*/ 1284411 w 2119654"/>
              <a:gd name="connsiteY61469" fmla="*/ 413913 h 2398711"/>
              <a:gd name="connsiteX61470" fmla="*/ 575567 w 2119654"/>
              <a:gd name="connsiteY61470" fmla="*/ 1988248 h 2398711"/>
              <a:gd name="connsiteX61471" fmla="*/ 577162 w 2119654"/>
              <a:gd name="connsiteY61471" fmla="*/ 1988015 h 2398711"/>
              <a:gd name="connsiteX61472" fmla="*/ 580692 w 2119654"/>
              <a:gd name="connsiteY61472" fmla="*/ 1987301 h 2398711"/>
              <a:gd name="connsiteX61473" fmla="*/ 576891 w 2119654"/>
              <a:gd name="connsiteY61473" fmla="*/ 1987523 h 2398711"/>
              <a:gd name="connsiteX61474" fmla="*/ 1223822 w 2119654"/>
              <a:gd name="connsiteY61474" fmla="*/ 536606 h 2398711"/>
              <a:gd name="connsiteX61475" fmla="*/ 1224248 w 2119654"/>
              <a:gd name="connsiteY61475" fmla="*/ 538173 h 2398711"/>
              <a:gd name="connsiteX61476" fmla="*/ 1224606 w 2119654"/>
              <a:gd name="connsiteY61476" fmla="*/ 538816 h 2398711"/>
              <a:gd name="connsiteX61477" fmla="*/ 1224098 w 2119654"/>
              <a:gd name="connsiteY61477" fmla="*/ 536837 h 2398711"/>
              <a:gd name="connsiteX61478" fmla="*/ 583733 w 2119654"/>
              <a:gd name="connsiteY61478" fmla="*/ 1969601 h 2398711"/>
              <a:gd name="connsiteX61479" fmla="*/ 583789 w 2119654"/>
              <a:gd name="connsiteY61479" fmla="*/ 1969623 h 2398711"/>
              <a:gd name="connsiteX61480" fmla="*/ 584224 w 2119654"/>
              <a:gd name="connsiteY61480" fmla="*/ 1969509 h 2398711"/>
              <a:gd name="connsiteX61481" fmla="*/ 584403 w 2119654"/>
              <a:gd name="connsiteY61481" fmla="*/ 1969425 h 2398711"/>
              <a:gd name="connsiteX61482" fmla="*/ 1226536 w 2119654"/>
              <a:gd name="connsiteY61482" fmla="*/ 530106 h 2398711"/>
              <a:gd name="connsiteX61483" fmla="*/ 1228533 w 2119654"/>
              <a:gd name="connsiteY61483" fmla="*/ 534544 h 2398711"/>
              <a:gd name="connsiteX61484" fmla="*/ 1228604 w 2119654"/>
              <a:gd name="connsiteY61484" fmla="*/ 534444 h 2398711"/>
              <a:gd name="connsiteX61485" fmla="*/ 1226759 w 2119654"/>
              <a:gd name="connsiteY61485" fmla="*/ 529805 h 2398711"/>
              <a:gd name="connsiteX61486" fmla="*/ 1250102 w 2119654"/>
              <a:gd name="connsiteY61486" fmla="*/ 476975 h 2398711"/>
              <a:gd name="connsiteX61487" fmla="*/ 1251397 w 2119654"/>
              <a:gd name="connsiteY61487" fmla="*/ 480910 h 2398711"/>
              <a:gd name="connsiteX61488" fmla="*/ 1253708 w 2119654"/>
              <a:gd name="connsiteY61488" fmla="*/ 482902 h 2398711"/>
              <a:gd name="connsiteX61489" fmla="*/ 1252042 w 2119654"/>
              <a:gd name="connsiteY61489" fmla="*/ 472493 h 2398711"/>
              <a:gd name="connsiteX61490" fmla="*/ 1254553 w 2119654"/>
              <a:gd name="connsiteY61490" fmla="*/ 475387 h 2398711"/>
              <a:gd name="connsiteX61491" fmla="*/ 1253164 w 2119654"/>
              <a:gd name="connsiteY61491" fmla="*/ 471129 h 2398711"/>
              <a:gd name="connsiteX61492" fmla="*/ 1230913 w 2119654"/>
              <a:gd name="connsiteY61492" fmla="*/ 519345 h 2398711"/>
              <a:gd name="connsiteX61493" fmla="*/ 1230909 w 2119654"/>
              <a:gd name="connsiteY61493" fmla="*/ 520025 h 2398711"/>
              <a:gd name="connsiteX61494" fmla="*/ 1231254 w 2119654"/>
              <a:gd name="connsiteY61494" fmla="*/ 520865 h 2398711"/>
              <a:gd name="connsiteX61495" fmla="*/ 1231852 w 2119654"/>
              <a:gd name="connsiteY61495" fmla="*/ 521564 h 2398711"/>
              <a:gd name="connsiteX61496" fmla="*/ 1231695 w 2119654"/>
              <a:gd name="connsiteY61496" fmla="*/ 520821 h 2398711"/>
              <a:gd name="connsiteX61497" fmla="*/ 1270122 w 2119654"/>
              <a:gd name="connsiteY61497" fmla="*/ 431393 h 2398711"/>
              <a:gd name="connsiteX61498" fmla="*/ 1270762 w 2119654"/>
              <a:gd name="connsiteY61498" fmla="*/ 433265 h 2398711"/>
              <a:gd name="connsiteX61499" fmla="*/ 1274072 w 2119654"/>
              <a:gd name="connsiteY61499" fmla="*/ 440111 h 2398711"/>
              <a:gd name="connsiteX61500" fmla="*/ 1274283 w 2119654"/>
              <a:gd name="connsiteY61500" fmla="*/ 433368 h 2398711"/>
              <a:gd name="connsiteX61501" fmla="*/ 1272442 w 2119654"/>
              <a:gd name="connsiteY61501" fmla="*/ 428693 h 2398711"/>
              <a:gd name="connsiteX61502" fmla="*/ 588109 w 2119654"/>
              <a:gd name="connsiteY61502" fmla="*/ 1958522 h 2398711"/>
              <a:gd name="connsiteX61503" fmla="*/ 588219 w 2119654"/>
              <a:gd name="connsiteY61503" fmla="*/ 1958743 h 2398711"/>
              <a:gd name="connsiteX61504" fmla="*/ 588253 w 2119654"/>
              <a:gd name="connsiteY61504" fmla="*/ 1958761 h 2398711"/>
              <a:gd name="connsiteX61505" fmla="*/ 590243 w 2119654"/>
              <a:gd name="connsiteY61505" fmla="*/ 1958796 h 2398711"/>
              <a:gd name="connsiteX61506" fmla="*/ 589687 w 2119654"/>
              <a:gd name="connsiteY61506" fmla="*/ 1958167 h 2398711"/>
              <a:gd name="connsiteX61507" fmla="*/ 574308 w 2119654"/>
              <a:gd name="connsiteY61507" fmla="*/ 1989334 h 2398711"/>
              <a:gd name="connsiteX61508" fmla="*/ 573902 w 2119654"/>
              <a:gd name="connsiteY61508" fmla="*/ 1991173 h 2398711"/>
              <a:gd name="connsiteX61509" fmla="*/ 575832 w 2119654"/>
              <a:gd name="connsiteY61509" fmla="*/ 1991842 h 2398711"/>
              <a:gd name="connsiteX61510" fmla="*/ 577458 w 2119654"/>
              <a:gd name="connsiteY61510" fmla="*/ 1992290 h 2398711"/>
              <a:gd name="connsiteX61511" fmla="*/ 579975 w 2119654"/>
              <a:gd name="connsiteY61511" fmla="*/ 1991798 h 2398711"/>
              <a:gd name="connsiteX61512" fmla="*/ 1265605 w 2119654"/>
              <a:gd name="connsiteY61512" fmla="*/ 441336 h 2398711"/>
              <a:gd name="connsiteX61513" fmla="*/ 1267180 w 2119654"/>
              <a:gd name="connsiteY61513" fmla="*/ 449256 h 2398711"/>
              <a:gd name="connsiteX61514" fmla="*/ 1267218 w 2119654"/>
              <a:gd name="connsiteY61514" fmla="*/ 449352 h 2398711"/>
              <a:gd name="connsiteX61515" fmla="*/ 1268411 w 2119654"/>
              <a:gd name="connsiteY61515" fmla="*/ 447869 h 2398711"/>
              <a:gd name="connsiteX61516" fmla="*/ 1270042 w 2119654"/>
              <a:gd name="connsiteY61516" fmla="*/ 446079 h 2398711"/>
              <a:gd name="connsiteX61517" fmla="*/ 1225024 w 2119654"/>
              <a:gd name="connsiteY61517" fmla="*/ 532137 h 2398711"/>
              <a:gd name="connsiteX61518" fmla="*/ 1225587 w 2119654"/>
              <a:gd name="connsiteY61518" fmla="*/ 537547 h 2398711"/>
              <a:gd name="connsiteX61519" fmla="*/ 1226089 w 2119654"/>
              <a:gd name="connsiteY61519" fmla="*/ 537967 h 2398711"/>
              <a:gd name="connsiteX61520" fmla="*/ 1228365 w 2119654"/>
              <a:gd name="connsiteY61520" fmla="*/ 534778 h 2398711"/>
              <a:gd name="connsiteX61521" fmla="*/ 1226365 w 2119654"/>
              <a:gd name="connsiteY61521" fmla="*/ 530335 h 2398711"/>
              <a:gd name="connsiteX61522" fmla="*/ 567856 w 2119654"/>
              <a:gd name="connsiteY61522" fmla="*/ 2003612 h 2398711"/>
              <a:gd name="connsiteX61523" fmla="*/ 567957 w 2119654"/>
              <a:gd name="connsiteY61523" fmla="*/ 2004331 h 2398711"/>
              <a:gd name="connsiteX61524" fmla="*/ 570442 w 2119654"/>
              <a:gd name="connsiteY61524" fmla="*/ 2004475 h 2398711"/>
              <a:gd name="connsiteX61525" fmla="*/ 570576 w 2119654"/>
              <a:gd name="connsiteY61525" fmla="*/ 2003867 h 2398711"/>
              <a:gd name="connsiteX61526" fmla="*/ 569641 w 2119654"/>
              <a:gd name="connsiteY61526" fmla="*/ 2003836 h 2398711"/>
              <a:gd name="connsiteX61527" fmla="*/ 569535 w 2119654"/>
              <a:gd name="connsiteY61527" fmla="*/ 2003747 h 2398711"/>
              <a:gd name="connsiteX61528" fmla="*/ 574402 w 2119654"/>
              <a:gd name="connsiteY61528" fmla="*/ 1988907 h 2398711"/>
              <a:gd name="connsiteX61529" fmla="*/ 574389 w 2119654"/>
              <a:gd name="connsiteY61529" fmla="*/ 1988965 h 2398711"/>
              <a:gd name="connsiteX61530" fmla="*/ 580617 w 2119654"/>
              <a:gd name="connsiteY61530" fmla="*/ 1991672 h 2398711"/>
              <a:gd name="connsiteX61531" fmla="*/ 582224 w 2119654"/>
              <a:gd name="connsiteY61531" fmla="*/ 1991357 h 2398711"/>
              <a:gd name="connsiteX61532" fmla="*/ 583096 w 2119654"/>
              <a:gd name="connsiteY61532" fmla="*/ 1991114 h 2398711"/>
              <a:gd name="connsiteX61533" fmla="*/ 582721 w 2119654"/>
              <a:gd name="connsiteY61533" fmla="*/ 1987687 h 2398711"/>
              <a:gd name="connsiteX61534" fmla="*/ 1258746 w 2119654"/>
              <a:gd name="connsiteY61534" fmla="*/ 456333 h 2398711"/>
              <a:gd name="connsiteX61535" fmla="*/ 1258809 w 2119654"/>
              <a:gd name="connsiteY61535" fmla="*/ 456832 h 2398711"/>
              <a:gd name="connsiteX61536" fmla="*/ 1259033 w 2119654"/>
              <a:gd name="connsiteY61536" fmla="*/ 457168 h 2398711"/>
              <a:gd name="connsiteX61537" fmla="*/ 1243779 w 2119654"/>
              <a:gd name="connsiteY61537" fmla="*/ 489546 h 2398711"/>
              <a:gd name="connsiteX61538" fmla="*/ 1243929 w 2119654"/>
              <a:gd name="connsiteY61538" fmla="*/ 490446 h 2398711"/>
              <a:gd name="connsiteX61539" fmla="*/ 1244600 w 2119654"/>
              <a:gd name="connsiteY61539" fmla="*/ 493598 h 2398711"/>
              <a:gd name="connsiteX61540" fmla="*/ 1246247 w 2119654"/>
              <a:gd name="connsiteY61540" fmla="*/ 499003 h 2398711"/>
              <a:gd name="connsiteX61541" fmla="*/ 1246285 w 2119654"/>
              <a:gd name="connsiteY61541" fmla="*/ 499038 h 2398711"/>
              <a:gd name="connsiteX61542" fmla="*/ 1248224 w 2119654"/>
              <a:gd name="connsiteY61542" fmla="*/ 494974 h 2398711"/>
              <a:gd name="connsiteX61543" fmla="*/ 574679 w 2119654"/>
              <a:gd name="connsiteY61543" fmla="*/ 1987652 h 2398711"/>
              <a:gd name="connsiteX61544" fmla="*/ 574514 w 2119654"/>
              <a:gd name="connsiteY61544" fmla="*/ 1988403 h 2398711"/>
              <a:gd name="connsiteX61545" fmla="*/ 574843 w 2119654"/>
              <a:gd name="connsiteY61545" fmla="*/ 1988355 h 2398711"/>
              <a:gd name="connsiteX61546" fmla="*/ 576245 w 2119654"/>
              <a:gd name="connsiteY61546" fmla="*/ 1987561 h 2398711"/>
              <a:gd name="connsiteX61547" fmla="*/ 1249908 w 2119654"/>
              <a:gd name="connsiteY61547" fmla="*/ 475351 h 2398711"/>
              <a:gd name="connsiteX61548" fmla="*/ 1254166 w 2119654"/>
              <a:gd name="connsiteY61548" fmla="*/ 482519 h 2398711"/>
              <a:gd name="connsiteX61549" fmla="*/ 1255772 w 2119654"/>
              <a:gd name="connsiteY61549" fmla="*/ 479153 h 2398711"/>
              <a:gd name="connsiteX61550" fmla="*/ 1251232 w 2119654"/>
              <a:gd name="connsiteY61550" fmla="*/ 473476 h 2398711"/>
              <a:gd name="connsiteX61551" fmla="*/ 1250669 w 2119654"/>
              <a:gd name="connsiteY61551" fmla="*/ 474161 h 2398711"/>
              <a:gd name="connsiteX61552" fmla="*/ 1283321 w 2119654"/>
              <a:gd name="connsiteY61552" fmla="*/ 400508 h 2398711"/>
              <a:gd name="connsiteX61553" fmla="*/ 1290143 w 2119654"/>
              <a:gd name="connsiteY61553" fmla="*/ 407243 h 2398711"/>
              <a:gd name="connsiteX61554" fmla="*/ 1295544 w 2119654"/>
              <a:gd name="connsiteY61554" fmla="*/ 400959 h 2398711"/>
              <a:gd name="connsiteX61555" fmla="*/ 1292417 w 2119654"/>
              <a:gd name="connsiteY61555" fmla="*/ 390129 h 2398711"/>
              <a:gd name="connsiteX61556" fmla="*/ 1289729 w 2119654"/>
              <a:gd name="connsiteY61556" fmla="*/ 393138 h 2398711"/>
              <a:gd name="connsiteX61557" fmla="*/ 1223685 w 2119654"/>
              <a:gd name="connsiteY61557" fmla="*/ 533934 h 2398711"/>
              <a:gd name="connsiteX61558" fmla="*/ 1224347 w 2119654"/>
              <a:gd name="connsiteY61558" fmla="*/ 536508 h 2398711"/>
              <a:gd name="connsiteX61559" fmla="*/ 1225383 w 2119654"/>
              <a:gd name="connsiteY61559" fmla="*/ 537376 h 2398711"/>
              <a:gd name="connsiteX61560" fmla="*/ 1224860 w 2119654"/>
              <a:gd name="connsiteY61560" fmla="*/ 532356 h 2398711"/>
              <a:gd name="connsiteX61561" fmla="*/ 581313 w 2119654"/>
              <a:gd name="connsiteY61561" fmla="*/ 1972150 h 2398711"/>
              <a:gd name="connsiteX61562" fmla="*/ 581748 w 2119654"/>
              <a:gd name="connsiteY61562" fmla="*/ 1976704 h 2398711"/>
              <a:gd name="connsiteX61563" fmla="*/ 589771 w 2119654"/>
              <a:gd name="connsiteY61563" fmla="*/ 1978276 h 2398711"/>
              <a:gd name="connsiteX61564" fmla="*/ 591047 w 2119654"/>
              <a:gd name="connsiteY61564" fmla="*/ 1978304 h 2398711"/>
              <a:gd name="connsiteX61565" fmla="*/ 591733 w 2119654"/>
              <a:gd name="connsiteY61565" fmla="*/ 1974439 h 2398711"/>
              <a:gd name="connsiteX61566" fmla="*/ 587238 w 2119654"/>
              <a:gd name="connsiteY61566" fmla="*/ 1972443 h 2398711"/>
              <a:gd name="connsiteX61567" fmla="*/ 581529 w 2119654"/>
              <a:gd name="connsiteY61567" fmla="*/ 1971658 h 2398711"/>
              <a:gd name="connsiteX61568" fmla="*/ 585966 w 2119654"/>
              <a:gd name="connsiteY61568" fmla="*/ 1971878 h 2398711"/>
              <a:gd name="connsiteX61569" fmla="*/ 583855 w 2119654"/>
              <a:gd name="connsiteY61569" fmla="*/ 1970941 h 2398711"/>
              <a:gd name="connsiteX61570" fmla="*/ 583704 w 2119654"/>
              <a:gd name="connsiteY61570" fmla="*/ 1970980 h 2398711"/>
              <a:gd name="connsiteX61571" fmla="*/ 583024 w 2119654"/>
              <a:gd name="connsiteY61571" fmla="*/ 1971093 h 2398711"/>
              <a:gd name="connsiteX61572" fmla="*/ 1223253 w 2119654"/>
              <a:gd name="connsiteY61572" fmla="*/ 534513 h 2398711"/>
              <a:gd name="connsiteX61573" fmla="*/ 1223636 w 2119654"/>
              <a:gd name="connsiteY61573" fmla="*/ 535919 h 2398711"/>
              <a:gd name="connsiteX61574" fmla="*/ 1223903 w 2119654"/>
              <a:gd name="connsiteY61574" fmla="*/ 536136 h 2398711"/>
              <a:gd name="connsiteX61575" fmla="*/ 1223920 w 2119654"/>
              <a:gd name="connsiteY61575" fmla="*/ 536152 h 2398711"/>
              <a:gd name="connsiteX61576" fmla="*/ 1223436 w 2119654"/>
              <a:gd name="connsiteY61576" fmla="*/ 534269 h 2398711"/>
              <a:gd name="connsiteX61577" fmla="*/ 1233968 w 2119654"/>
              <a:gd name="connsiteY61577" fmla="*/ 510474 h 2398711"/>
              <a:gd name="connsiteX61578" fmla="*/ 1236030 w 2119654"/>
              <a:gd name="connsiteY61578" fmla="*/ 517032 h 2398711"/>
              <a:gd name="connsiteX61579" fmla="*/ 1236313 w 2119654"/>
              <a:gd name="connsiteY61579" fmla="*/ 516662 h 2398711"/>
              <a:gd name="connsiteX61580" fmla="*/ 1236661 w 2119654"/>
              <a:gd name="connsiteY61580" fmla="*/ 513752 h 2398711"/>
              <a:gd name="connsiteX61581" fmla="*/ 1258598 w 2119654"/>
              <a:gd name="connsiteY61581" fmla="*/ 455165 h 2398711"/>
              <a:gd name="connsiteX61582" fmla="*/ 1258647 w 2119654"/>
              <a:gd name="connsiteY61582" fmla="*/ 455554 h 2398711"/>
              <a:gd name="connsiteX61583" fmla="*/ 1259382 w 2119654"/>
              <a:gd name="connsiteY61583" fmla="*/ 457688 h 2398711"/>
              <a:gd name="connsiteX61584" fmla="*/ 1259437 w 2119654"/>
              <a:gd name="connsiteY61584" fmla="*/ 457770 h 2398711"/>
              <a:gd name="connsiteX61585" fmla="*/ 1259445 w 2119654"/>
              <a:gd name="connsiteY61585" fmla="*/ 457779 h 2398711"/>
              <a:gd name="connsiteX61586" fmla="*/ 1238945 w 2119654"/>
              <a:gd name="connsiteY61586" fmla="*/ 499131 h 2398711"/>
              <a:gd name="connsiteX61587" fmla="*/ 1238826 w 2119654"/>
              <a:gd name="connsiteY61587" fmla="*/ 500253 h 2398711"/>
              <a:gd name="connsiteX61588" fmla="*/ 1239365 w 2119654"/>
              <a:gd name="connsiteY61588" fmla="*/ 502408 h 2398711"/>
              <a:gd name="connsiteX61589" fmla="*/ 1242046 w 2119654"/>
              <a:gd name="connsiteY61589" fmla="*/ 507919 h 2398711"/>
              <a:gd name="connsiteX61590" fmla="*/ 1243042 w 2119654"/>
              <a:gd name="connsiteY61590" fmla="*/ 505833 h 2398711"/>
              <a:gd name="connsiteX61591" fmla="*/ 1242401 w 2119654"/>
              <a:gd name="connsiteY61591" fmla="*/ 502822 h 2398711"/>
              <a:gd name="connsiteX61592" fmla="*/ 1248148 w 2119654"/>
              <a:gd name="connsiteY61592" fmla="*/ 478107 h 2398711"/>
              <a:gd name="connsiteX61593" fmla="*/ 1248804 w 2119654"/>
              <a:gd name="connsiteY61593" fmla="*/ 478673 h 2398711"/>
              <a:gd name="connsiteX61594" fmla="*/ 1248457 w 2119654"/>
              <a:gd name="connsiteY61594" fmla="*/ 477622 h 2398711"/>
              <a:gd name="connsiteX61595" fmla="*/ 555499 w 2119654"/>
              <a:gd name="connsiteY61595" fmla="*/ 2028972 h 2398711"/>
              <a:gd name="connsiteX61596" fmla="*/ 564407 w 2119654"/>
              <a:gd name="connsiteY61596" fmla="*/ 2031948 h 2398711"/>
              <a:gd name="connsiteX61597" fmla="*/ 564939 w 2119654"/>
              <a:gd name="connsiteY61597" fmla="*/ 2029373 h 2398711"/>
              <a:gd name="connsiteX61598" fmla="*/ 564982 w 2119654"/>
              <a:gd name="connsiteY61598" fmla="*/ 2029179 h 2398711"/>
              <a:gd name="connsiteX61599" fmla="*/ 559703 w 2119654"/>
              <a:gd name="connsiteY61599" fmla="*/ 2027636 h 2398711"/>
              <a:gd name="connsiteX61600" fmla="*/ 1281821 w 2119654"/>
              <a:gd name="connsiteY61600" fmla="*/ 402234 h 2398711"/>
              <a:gd name="connsiteX61601" fmla="*/ 1281923 w 2119654"/>
              <a:gd name="connsiteY61601" fmla="*/ 405575 h 2398711"/>
              <a:gd name="connsiteX61602" fmla="*/ 1284668 w 2119654"/>
              <a:gd name="connsiteY61602" fmla="*/ 413614 h 2398711"/>
              <a:gd name="connsiteX61603" fmla="*/ 1288620 w 2119654"/>
              <a:gd name="connsiteY61603" fmla="*/ 409015 h 2398711"/>
              <a:gd name="connsiteX61604" fmla="*/ 1282040 w 2119654"/>
              <a:gd name="connsiteY61604" fmla="*/ 401983 h 2398711"/>
              <a:gd name="connsiteX61605" fmla="*/ 1231868 w 2119654"/>
              <a:gd name="connsiteY61605" fmla="*/ 514076 h 2398711"/>
              <a:gd name="connsiteX61606" fmla="*/ 1232656 w 2119654"/>
              <a:gd name="connsiteY61606" fmla="*/ 517952 h 2398711"/>
              <a:gd name="connsiteX61607" fmla="*/ 1233748 w 2119654"/>
              <a:gd name="connsiteY61607" fmla="*/ 520011 h 2398711"/>
              <a:gd name="connsiteX61608" fmla="*/ 1235088 w 2119654"/>
              <a:gd name="connsiteY61608" fmla="*/ 518262 h 2398711"/>
              <a:gd name="connsiteX61609" fmla="*/ 1234929 w 2119654"/>
              <a:gd name="connsiteY61609" fmla="*/ 517756 h 2398711"/>
              <a:gd name="connsiteX61610" fmla="*/ 575745 w 2119654"/>
              <a:gd name="connsiteY61610" fmla="*/ 1982829 h 2398711"/>
              <a:gd name="connsiteX61611" fmla="*/ 575652 w 2119654"/>
              <a:gd name="connsiteY61611" fmla="*/ 1983251 h 2398711"/>
              <a:gd name="connsiteX61612" fmla="*/ 578320 w 2119654"/>
              <a:gd name="connsiteY61612" fmla="*/ 1983095 h 2398711"/>
              <a:gd name="connsiteX61613" fmla="*/ 578686 w 2119654"/>
              <a:gd name="connsiteY61613" fmla="*/ 1983000 h 2398711"/>
              <a:gd name="connsiteX61614" fmla="*/ 1281075 w 2119654"/>
              <a:gd name="connsiteY61614" fmla="*/ 403092 h 2398711"/>
              <a:gd name="connsiteX61615" fmla="*/ 1281493 w 2119654"/>
              <a:gd name="connsiteY61615" fmla="*/ 404318 h 2398711"/>
              <a:gd name="connsiteX61616" fmla="*/ 1281444 w 2119654"/>
              <a:gd name="connsiteY61616" fmla="*/ 402668 h 2398711"/>
              <a:gd name="connsiteX61617" fmla="*/ 1252452 w 2119654"/>
              <a:gd name="connsiteY61617" fmla="*/ 467131 h 2398711"/>
              <a:gd name="connsiteX61618" fmla="*/ 1252590 w 2119654"/>
              <a:gd name="connsiteY61618" fmla="*/ 467553 h 2398711"/>
              <a:gd name="connsiteX61619" fmla="*/ 1252643 w 2119654"/>
              <a:gd name="connsiteY61619" fmla="*/ 467488 h 2398711"/>
              <a:gd name="connsiteX61620" fmla="*/ 1238402 w 2119654"/>
              <a:gd name="connsiteY61620" fmla="*/ 498552 h 2398711"/>
              <a:gd name="connsiteX61621" fmla="*/ 1238452 w 2119654"/>
              <a:gd name="connsiteY61621" fmla="*/ 498758 h 2398711"/>
              <a:gd name="connsiteX61622" fmla="*/ 1238468 w 2119654"/>
              <a:gd name="connsiteY61622" fmla="*/ 498624 h 2398711"/>
              <a:gd name="connsiteX61623" fmla="*/ 581134 w 2119654"/>
              <a:gd name="connsiteY61623" fmla="*/ 1970282 h 2398711"/>
              <a:gd name="connsiteX61624" fmla="*/ 581138 w 2119654"/>
              <a:gd name="connsiteY61624" fmla="*/ 1970321 h 2398711"/>
              <a:gd name="connsiteX61625" fmla="*/ 581968 w 2119654"/>
              <a:gd name="connsiteY61625" fmla="*/ 1970102 h 2398711"/>
              <a:gd name="connsiteX61626" fmla="*/ 581913 w 2119654"/>
              <a:gd name="connsiteY61626" fmla="*/ 1970077 h 2398711"/>
              <a:gd name="connsiteX61627" fmla="*/ 567461 w 2119654"/>
              <a:gd name="connsiteY61627" fmla="*/ 2000580 h 2398711"/>
              <a:gd name="connsiteX61628" fmla="*/ 567730 w 2119654"/>
              <a:gd name="connsiteY61628" fmla="*/ 2002707 h 2398711"/>
              <a:gd name="connsiteX61629" fmla="*/ 567771 w 2119654"/>
              <a:gd name="connsiteY61629" fmla="*/ 2003002 h 2398711"/>
              <a:gd name="connsiteX61630" fmla="*/ 570777 w 2119654"/>
              <a:gd name="connsiteY61630" fmla="*/ 2002960 h 2398711"/>
              <a:gd name="connsiteX61631" fmla="*/ 571031 w 2119654"/>
              <a:gd name="connsiteY61631" fmla="*/ 2001811 h 2398711"/>
              <a:gd name="connsiteX61632" fmla="*/ 1258680 w 2119654"/>
              <a:gd name="connsiteY61632" fmla="*/ 452703 h 2398711"/>
              <a:gd name="connsiteX61633" fmla="*/ 1259177 w 2119654"/>
              <a:gd name="connsiteY61633" fmla="*/ 454239 h 2398711"/>
              <a:gd name="connsiteX61634" fmla="*/ 1260877 w 2119654"/>
              <a:gd name="connsiteY61634" fmla="*/ 457241 h 2398711"/>
              <a:gd name="connsiteX61635" fmla="*/ 1261367 w 2119654"/>
              <a:gd name="connsiteY61635" fmla="*/ 456631 h 2398711"/>
              <a:gd name="connsiteX61636" fmla="*/ 1229668 w 2119654"/>
              <a:gd name="connsiteY61636" fmla="*/ 516993 h 2398711"/>
              <a:gd name="connsiteX61637" fmla="*/ 1230454 w 2119654"/>
              <a:gd name="connsiteY61637" fmla="*/ 518911 h 2398711"/>
              <a:gd name="connsiteX61638" fmla="*/ 1230456 w 2119654"/>
              <a:gd name="connsiteY61638" fmla="*/ 518481 h 2398711"/>
              <a:gd name="connsiteX61639" fmla="*/ 571652 w 2119654"/>
              <a:gd name="connsiteY61639" fmla="*/ 1990394 h 2398711"/>
              <a:gd name="connsiteX61640" fmla="*/ 573419 w 2119654"/>
              <a:gd name="connsiteY61640" fmla="*/ 1991006 h 2398711"/>
              <a:gd name="connsiteX61641" fmla="*/ 573816 w 2119654"/>
              <a:gd name="connsiteY61641" fmla="*/ 1989208 h 2398711"/>
              <a:gd name="connsiteX61642" fmla="*/ 1297617 w 2119654"/>
              <a:gd name="connsiteY61642" fmla="*/ 364774 h 2398711"/>
              <a:gd name="connsiteX61643" fmla="*/ 1305280 w 2119654"/>
              <a:gd name="connsiteY61643" fmla="*/ 375276 h 2398711"/>
              <a:gd name="connsiteX61644" fmla="*/ 1309366 w 2119654"/>
              <a:gd name="connsiteY61644" fmla="*/ 370702 h 2398711"/>
              <a:gd name="connsiteX61645" fmla="*/ 1307259 w 2119654"/>
              <a:gd name="connsiteY61645" fmla="*/ 360109 h 2398711"/>
              <a:gd name="connsiteX61646" fmla="*/ 1306686 w 2119654"/>
              <a:gd name="connsiteY61646" fmla="*/ 357421 h 2398711"/>
              <a:gd name="connsiteX61647" fmla="*/ 1301333 w 2119654"/>
              <a:gd name="connsiteY61647" fmla="*/ 361176 h 2398711"/>
              <a:gd name="connsiteX61648" fmla="*/ 562306 w 2119654"/>
              <a:gd name="connsiteY61648" fmla="*/ 2010856 h 2398711"/>
              <a:gd name="connsiteX61649" fmla="*/ 568702 w 2119654"/>
              <a:gd name="connsiteY61649" fmla="*/ 2012348 h 2398711"/>
              <a:gd name="connsiteX61650" fmla="*/ 568851 w 2119654"/>
              <a:gd name="connsiteY61650" fmla="*/ 2011673 h 2398711"/>
              <a:gd name="connsiteX61651" fmla="*/ 568493 w 2119654"/>
              <a:gd name="connsiteY61651" fmla="*/ 2009119 h 2398711"/>
              <a:gd name="connsiteX61652" fmla="*/ 576692 w 2119654"/>
              <a:gd name="connsiteY61652" fmla="*/ 1978546 h 2398711"/>
              <a:gd name="connsiteX61653" fmla="*/ 575964 w 2119654"/>
              <a:gd name="connsiteY61653" fmla="*/ 1981841 h 2398711"/>
              <a:gd name="connsiteX61654" fmla="*/ 577207 w 2119654"/>
              <a:gd name="connsiteY61654" fmla="*/ 1981899 h 2398711"/>
              <a:gd name="connsiteX61655" fmla="*/ 582082 w 2119654"/>
              <a:gd name="connsiteY61655" fmla="*/ 1981840 h 2398711"/>
              <a:gd name="connsiteX61656" fmla="*/ 581734 w 2119654"/>
              <a:gd name="connsiteY61656" fmla="*/ 1978657 h 2398711"/>
              <a:gd name="connsiteX61657" fmla="*/ 1219000 w 2119654"/>
              <a:gd name="connsiteY61657" fmla="*/ 540227 h 2398711"/>
              <a:gd name="connsiteX61658" fmla="*/ 1218886 w 2119654"/>
              <a:gd name="connsiteY61658" fmla="*/ 540726 h 2398711"/>
              <a:gd name="connsiteX61659" fmla="*/ 1220186 w 2119654"/>
              <a:gd name="connsiteY61659" fmla="*/ 542805 h 2398711"/>
              <a:gd name="connsiteX61660" fmla="*/ 1221587 w 2119654"/>
              <a:gd name="connsiteY61660" fmla="*/ 544278 h 2398711"/>
              <a:gd name="connsiteX61661" fmla="*/ 1223043 w 2119654"/>
              <a:gd name="connsiteY61661" fmla="*/ 542238 h 2398711"/>
              <a:gd name="connsiteX61662" fmla="*/ 1220761 w 2119654"/>
              <a:gd name="connsiteY61662" fmla="*/ 537862 h 2398711"/>
              <a:gd name="connsiteX61663" fmla="*/ 1264847 w 2119654"/>
              <a:gd name="connsiteY61663" fmla="*/ 437531 h 2398711"/>
              <a:gd name="connsiteX61664" fmla="*/ 1264953 w 2119654"/>
              <a:gd name="connsiteY61664" fmla="*/ 438057 h 2398711"/>
              <a:gd name="connsiteX61665" fmla="*/ 1271233 w 2119654"/>
              <a:gd name="connsiteY61665" fmla="*/ 444772 h 2398711"/>
              <a:gd name="connsiteX61666" fmla="*/ 1271285 w 2119654"/>
              <a:gd name="connsiteY61666" fmla="*/ 444716 h 2398711"/>
              <a:gd name="connsiteX61667" fmla="*/ 1267870 w 2119654"/>
              <a:gd name="connsiteY61667" fmla="*/ 436591 h 2398711"/>
              <a:gd name="connsiteX61668" fmla="*/ 1268066 w 2119654"/>
              <a:gd name="connsiteY61668" fmla="*/ 436699 h 2398711"/>
              <a:gd name="connsiteX61669" fmla="*/ 1271390 w 2119654"/>
              <a:gd name="connsiteY61669" fmla="*/ 444600 h 2398711"/>
              <a:gd name="connsiteX61670" fmla="*/ 1271496 w 2119654"/>
              <a:gd name="connsiteY61670" fmla="*/ 444484 h 2398711"/>
              <a:gd name="connsiteX61671" fmla="*/ 1267901 w 2119654"/>
              <a:gd name="connsiteY61671" fmla="*/ 433977 h 2398711"/>
              <a:gd name="connsiteX61672" fmla="*/ 1278053 w 2119654"/>
              <a:gd name="connsiteY61672" fmla="*/ 407905 h 2398711"/>
              <a:gd name="connsiteX61673" fmla="*/ 1280061 w 2119654"/>
              <a:gd name="connsiteY61673" fmla="*/ 418974 h 2398711"/>
              <a:gd name="connsiteX61674" fmla="*/ 1281874 w 2119654"/>
              <a:gd name="connsiteY61674" fmla="*/ 416865 h 2398711"/>
              <a:gd name="connsiteX61675" fmla="*/ 1281767 w 2119654"/>
              <a:gd name="connsiteY61675" fmla="*/ 413333 h 2398711"/>
              <a:gd name="connsiteX61676" fmla="*/ 1243168 w 2119654"/>
              <a:gd name="connsiteY61676" fmla="*/ 485901 h 2398711"/>
              <a:gd name="connsiteX61677" fmla="*/ 1243642 w 2119654"/>
              <a:gd name="connsiteY61677" fmla="*/ 488730 h 2398711"/>
              <a:gd name="connsiteX61678" fmla="*/ 1248467 w 2119654"/>
              <a:gd name="connsiteY61678" fmla="*/ 494464 h 2398711"/>
              <a:gd name="connsiteX61679" fmla="*/ 1251009 w 2119654"/>
              <a:gd name="connsiteY61679" fmla="*/ 489135 h 2398711"/>
              <a:gd name="connsiteX61680" fmla="*/ 1247077 w 2119654"/>
              <a:gd name="connsiteY61680" fmla="*/ 484236 h 2398711"/>
              <a:gd name="connsiteX61681" fmla="*/ 1246774 w 2119654"/>
              <a:gd name="connsiteY61681" fmla="*/ 483889 h 2398711"/>
              <a:gd name="connsiteX61682" fmla="*/ 1245329 w 2119654"/>
              <a:gd name="connsiteY61682" fmla="*/ 482520 h 2398711"/>
              <a:gd name="connsiteX61683" fmla="*/ 576877 w 2119654"/>
              <a:gd name="connsiteY61683" fmla="*/ 1977709 h 2398711"/>
              <a:gd name="connsiteX61684" fmla="*/ 576815 w 2119654"/>
              <a:gd name="connsiteY61684" fmla="*/ 1977991 h 2398711"/>
              <a:gd name="connsiteX61685" fmla="*/ 578776 w 2119654"/>
              <a:gd name="connsiteY61685" fmla="*/ 1978034 h 2398711"/>
              <a:gd name="connsiteX61686" fmla="*/ 1230899 w 2119654"/>
              <a:gd name="connsiteY61686" fmla="*/ 512913 h 2398711"/>
              <a:gd name="connsiteX61687" fmla="*/ 1230914 w 2119654"/>
              <a:gd name="connsiteY61687" fmla="*/ 514663 h 2398711"/>
              <a:gd name="connsiteX61688" fmla="*/ 1232248 w 2119654"/>
              <a:gd name="connsiteY61688" fmla="*/ 517179 h 2398711"/>
              <a:gd name="connsiteX61689" fmla="*/ 1231598 w 2119654"/>
              <a:gd name="connsiteY61689" fmla="*/ 513752 h 2398711"/>
              <a:gd name="connsiteX61690" fmla="*/ 580922 w 2119654"/>
              <a:gd name="connsiteY61690" fmla="*/ 1968060 h 2398711"/>
              <a:gd name="connsiteX61691" fmla="*/ 580959 w 2119654"/>
              <a:gd name="connsiteY61691" fmla="*/ 1968442 h 2398711"/>
              <a:gd name="connsiteX61692" fmla="*/ 582780 w 2119654"/>
              <a:gd name="connsiteY61692" fmla="*/ 1968178 h 2398711"/>
              <a:gd name="connsiteX61693" fmla="*/ 583437 w 2119654"/>
              <a:gd name="connsiteY61693" fmla="*/ 1968006 h 2398711"/>
              <a:gd name="connsiteX61694" fmla="*/ 1297139 w 2119654"/>
              <a:gd name="connsiteY61694" fmla="*/ 364120 h 2398711"/>
              <a:gd name="connsiteX61695" fmla="*/ 1297498 w 2119654"/>
              <a:gd name="connsiteY61695" fmla="*/ 364612 h 2398711"/>
              <a:gd name="connsiteX61696" fmla="*/ 1300125 w 2119654"/>
              <a:gd name="connsiteY61696" fmla="*/ 362025 h 2398711"/>
              <a:gd name="connsiteX61697" fmla="*/ 577232 w 2119654"/>
              <a:gd name="connsiteY61697" fmla="*/ 1976103 h 2398711"/>
              <a:gd name="connsiteX61698" fmla="*/ 576930 w 2119654"/>
              <a:gd name="connsiteY61698" fmla="*/ 1977471 h 2398711"/>
              <a:gd name="connsiteX61699" fmla="*/ 580427 w 2119654"/>
              <a:gd name="connsiteY61699" fmla="*/ 1978070 h 2398711"/>
              <a:gd name="connsiteX61700" fmla="*/ 581673 w 2119654"/>
              <a:gd name="connsiteY61700" fmla="*/ 1978098 h 2398711"/>
              <a:gd name="connsiteX61701" fmla="*/ 581554 w 2119654"/>
              <a:gd name="connsiteY61701" fmla="*/ 1977010 h 2398711"/>
              <a:gd name="connsiteX61702" fmla="*/ 1278151 w 2119654"/>
              <a:gd name="connsiteY61702" fmla="*/ 406456 h 2398711"/>
              <a:gd name="connsiteX61703" fmla="*/ 1281717 w 2119654"/>
              <a:gd name="connsiteY61703" fmla="*/ 411666 h 2398711"/>
              <a:gd name="connsiteX61704" fmla="*/ 1281529 w 2119654"/>
              <a:gd name="connsiteY61704" fmla="*/ 405468 h 2398711"/>
              <a:gd name="connsiteX61705" fmla="*/ 1280819 w 2119654"/>
              <a:gd name="connsiteY61705" fmla="*/ 403388 h 2398711"/>
              <a:gd name="connsiteX61706" fmla="*/ 1295980 w 2119654"/>
              <a:gd name="connsiteY61706" fmla="*/ 366358 h 2398711"/>
              <a:gd name="connsiteX61707" fmla="*/ 1299304 w 2119654"/>
              <a:gd name="connsiteY61707" fmla="*/ 381967 h 2398711"/>
              <a:gd name="connsiteX61708" fmla="*/ 1304826 w 2119654"/>
              <a:gd name="connsiteY61708" fmla="*/ 375784 h 2398711"/>
              <a:gd name="connsiteX61709" fmla="*/ 1297133 w 2119654"/>
              <a:gd name="connsiteY61709" fmla="*/ 365242 h 2398711"/>
              <a:gd name="connsiteX61710" fmla="*/ 1251793 w 2119654"/>
              <a:gd name="connsiteY61710" fmla="*/ 465110 h 2398711"/>
              <a:gd name="connsiteX61711" fmla="*/ 1252106 w 2119654"/>
              <a:gd name="connsiteY61711" fmla="*/ 466070 h 2398711"/>
              <a:gd name="connsiteX61712" fmla="*/ 1252776 w 2119654"/>
              <a:gd name="connsiteY61712" fmla="*/ 467323 h 2398711"/>
              <a:gd name="connsiteX61713" fmla="*/ 1253086 w 2119654"/>
              <a:gd name="connsiteY61713" fmla="*/ 466936 h 2398711"/>
              <a:gd name="connsiteX61714" fmla="*/ 571762 w 2119654"/>
              <a:gd name="connsiteY61714" fmla="*/ 1987822 h 2398711"/>
              <a:gd name="connsiteX61715" fmla="*/ 573454 w 2119654"/>
              <a:gd name="connsiteY61715" fmla="*/ 1988559 h 2398711"/>
              <a:gd name="connsiteX61716" fmla="*/ 573977 w 2119654"/>
              <a:gd name="connsiteY61716" fmla="*/ 1988482 h 2398711"/>
              <a:gd name="connsiteX61717" fmla="*/ 574153 w 2119654"/>
              <a:gd name="connsiteY61717" fmla="*/ 1987683 h 2398711"/>
              <a:gd name="connsiteX61718" fmla="*/ 1219912 w 2119654"/>
              <a:gd name="connsiteY61718" fmla="*/ 536232 h 2398711"/>
              <a:gd name="connsiteX61719" fmla="*/ 1219227 w 2119654"/>
              <a:gd name="connsiteY61719" fmla="*/ 539233 h 2398711"/>
              <a:gd name="connsiteX61720" fmla="*/ 1220550 w 2119654"/>
              <a:gd name="connsiteY61720" fmla="*/ 537456 h 2398711"/>
              <a:gd name="connsiteX61721" fmla="*/ 1224375 w 2119654"/>
              <a:gd name="connsiteY61721" fmla="*/ 525911 h 2398711"/>
              <a:gd name="connsiteX61722" fmla="*/ 1224960 w 2119654"/>
              <a:gd name="connsiteY61722" fmla="*/ 531530 h 2398711"/>
              <a:gd name="connsiteX61723" fmla="*/ 1226103 w 2119654"/>
              <a:gd name="connsiteY61723" fmla="*/ 529997 h 2398711"/>
              <a:gd name="connsiteX61724" fmla="*/ 1226172 w 2119654"/>
              <a:gd name="connsiteY61724" fmla="*/ 529906 h 2398711"/>
              <a:gd name="connsiteX61725" fmla="*/ 1232845 w 2119654"/>
              <a:gd name="connsiteY61725" fmla="*/ 506902 h 2398711"/>
              <a:gd name="connsiteX61726" fmla="*/ 1233766 w 2119654"/>
              <a:gd name="connsiteY61726" fmla="*/ 509827 h 2398711"/>
              <a:gd name="connsiteX61727" fmla="*/ 1236696 w 2119654"/>
              <a:gd name="connsiteY61727" fmla="*/ 513451 h 2398711"/>
              <a:gd name="connsiteX61728" fmla="*/ 1236846 w 2119654"/>
              <a:gd name="connsiteY61728" fmla="*/ 512200 h 2398711"/>
              <a:gd name="connsiteX61729" fmla="*/ 1234330 w 2119654"/>
              <a:gd name="connsiteY61729" fmla="*/ 508409 h 2398711"/>
              <a:gd name="connsiteX61730" fmla="*/ 580223 w 2119654"/>
              <a:gd name="connsiteY61730" fmla="*/ 1968178 h 2398711"/>
              <a:gd name="connsiteX61731" fmla="*/ 580606 w 2119654"/>
              <a:gd name="connsiteY61731" fmla="*/ 1968336 h 2398711"/>
              <a:gd name="connsiteX61732" fmla="*/ 580576 w 2119654"/>
              <a:gd name="connsiteY61732" fmla="*/ 1968066 h 2398711"/>
              <a:gd name="connsiteX61733" fmla="*/ 580512 w 2119654"/>
              <a:gd name="connsiteY61733" fmla="*/ 1968068 h 2398711"/>
              <a:gd name="connsiteX61734" fmla="*/ 1239781 w 2119654"/>
              <a:gd name="connsiteY61734" fmla="*/ 491202 h 2398711"/>
              <a:gd name="connsiteX61735" fmla="*/ 1239621 w 2119654"/>
              <a:gd name="connsiteY61735" fmla="*/ 492722 h 2398711"/>
              <a:gd name="connsiteX61736" fmla="*/ 1240411 w 2119654"/>
              <a:gd name="connsiteY61736" fmla="*/ 493473 h 2398711"/>
              <a:gd name="connsiteX61737" fmla="*/ 1239891 w 2119654"/>
              <a:gd name="connsiteY61737" fmla="*/ 491030 h 2398711"/>
              <a:gd name="connsiteX61738" fmla="*/ 577912 w 2119654"/>
              <a:gd name="connsiteY61738" fmla="*/ 1973025 h 2398711"/>
              <a:gd name="connsiteX61739" fmla="*/ 577293 w 2119654"/>
              <a:gd name="connsiteY61739" fmla="*/ 1975831 h 2398711"/>
              <a:gd name="connsiteX61740" fmla="*/ 581516 w 2119654"/>
              <a:gd name="connsiteY61740" fmla="*/ 1976658 h 2398711"/>
              <a:gd name="connsiteX61741" fmla="*/ 581021 w 2119654"/>
              <a:gd name="connsiteY61741" fmla="*/ 1972136 h 2398711"/>
              <a:gd name="connsiteX61742" fmla="*/ 580354 w 2119654"/>
              <a:gd name="connsiteY61742" fmla="*/ 1972102 h 2398711"/>
              <a:gd name="connsiteX61743" fmla="*/ 1239115 w 2119654"/>
              <a:gd name="connsiteY61743" fmla="*/ 492244 h 2398711"/>
              <a:gd name="connsiteX61744" fmla="*/ 1239219 w 2119654"/>
              <a:gd name="connsiteY61744" fmla="*/ 492342 h 2398711"/>
              <a:gd name="connsiteX61745" fmla="*/ 1239257 w 2119654"/>
              <a:gd name="connsiteY61745" fmla="*/ 492021 h 2398711"/>
              <a:gd name="connsiteX61746" fmla="*/ 1276440 w 2119654"/>
              <a:gd name="connsiteY61746" fmla="*/ 408422 h 2398711"/>
              <a:gd name="connsiteX61747" fmla="*/ 1276291 w 2119654"/>
              <a:gd name="connsiteY61747" fmla="*/ 413207 h 2398711"/>
              <a:gd name="connsiteX61748" fmla="*/ 1278884 w 2119654"/>
              <a:gd name="connsiteY61748" fmla="*/ 420345 h 2398711"/>
              <a:gd name="connsiteX61749" fmla="*/ 1279647 w 2119654"/>
              <a:gd name="connsiteY61749" fmla="*/ 419457 h 2398711"/>
              <a:gd name="connsiteX61750" fmla="*/ 1278544 w 2119654"/>
              <a:gd name="connsiteY61750" fmla="*/ 412875 h 2398711"/>
              <a:gd name="connsiteX61751" fmla="*/ 1277513 w 2119654"/>
              <a:gd name="connsiteY61751" fmla="*/ 407190 h 2398711"/>
              <a:gd name="connsiteX61752" fmla="*/ 578141 w 2119654"/>
              <a:gd name="connsiteY61752" fmla="*/ 1971993 h 2398711"/>
              <a:gd name="connsiteX61753" fmla="*/ 578111 w 2119654"/>
              <a:gd name="connsiteY61753" fmla="*/ 1972128 h 2398711"/>
              <a:gd name="connsiteX61754" fmla="*/ 578430 w 2119654"/>
              <a:gd name="connsiteY61754" fmla="*/ 1972007 h 2398711"/>
              <a:gd name="connsiteX61755" fmla="*/ 554171 w 2119654"/>
              <a:gd name="connsiteY61755" fmla="*/ 2025634 h 2398711"/>
              <a:gd name="connsiteX61756" fmla="*/ 559085 w 2119654"/>
              <a:gd name="connsiteY61756" fmla="*/ 2026999 h 2398711"/>
              <a:gd name="connsiteX61757" fmla="*/ 565943 w 2119654"/>
              <a:gd name="connsiteY61757" fmla="*/ 2024828 h 2398711"/>
              <a:gd name="connsiteX61758" fmla="*/ 566616 w 2119654"/>
              <a:gd name="connsiteY61758" fmla="*/ 2021788 h 2398711"/>
              <a:gd name="connsiteX61759" fmla="*/ 1295717 w 2119654"/>
              <a:gd name="connsiteY61759" fmla="*/ 365119 h 2398711"/>
              <a:gd name="connsiteX61760" fmla="*/ 1295937 w 2119654"/>
              <a:gd name="connsiteY61760" fmla="*/ 366150 h 2398711"/>
              <a:gd name="connsiteX61761" fmla="*/ 1297018 w 2119654"/>
              <a:gd name="connsiteY61761" fmla="*/ 365085 h 2398711"/>
              <a:gd name="connsiteX61762" fmla="*/ 1296594 w 2119654"/>
              <a:gd name="connsiteY61762" fmla="*/ 364503 h 2398711"/>
              <a:gd name="connsiteX61763" fmla="*/ 566980 w 2119654"/>
              <a:gd name="connsiteY61763" fmla="*/ 1996780 h 2398711"/>
              <a:gd name="connsiteX61764" fmla="*/ 567319 w 2119654"/>
              <a:gd name="connsiteY61764" fmla="*/ 1999458 h 2398711"/>
              <a:gd name="connsiteX61765" fmla="*/ 571287 w 2119654"/>
              <a:gd name="connsiteY61765" fmla="*/ 2000651 h 2398711"/>
              <a:gd name="connsiteX61766" fmla="*/ 572161 w 2119654"/>
              <a:gd name="connsiteY61766" fmla="*/ 1996698 h 2398711"/>
              <a:gd name="connsiteX61767" fmla="*/ 1230876 w 2119654"/>
              <a:gd name="connsiteY61767" fmla="*/ 510006 h 2398711"/>
              <a:gd name="connsiteX61768" fmla="*/ 1230889 w 2119654"/>
              <a:gd name="connsiteY61768" fmla="*/ 511606 h 2398711"/>
              <a:gd name="connsiteX61769" fmla="*/ 1231281 w 2119654"/>
              <a:gd name="connsiteY61769" fmla="*/ 512079 h 2398711"/>
              <a:gd name="connsiteX61770" fmla="*/ 1231061 w 2119654"/>
              <a:gd name="connsiteY61770" fmla="*/ 510917 h 2398711"/>
              <a:gd name="connsiteX61771" fmla="*/ 578369 w 2119654"/>
              <a:gd name="connsiteY61771" fmla="*/ 1970960 h 2398711"/>
              <a:gd name="connsiteX61772" fmla="*/ 578348 w 2119654"/>
              <a:gd name="connsiteY61772" fmla="*/ 1971055 h 2398711"/>
              <a:gd name="connsiteX61773" fmla="*/ 580832 w 2119654"/>
              <a:gd name="connsiteY61773" fmla="*/ 1970401 h 2398711"/>
              <a:gd name="connsiteX61774" fmla="*/ 580828 w 2119654"/>
              <a:gd name="connsiteY61774" fmla="*/ 1970362 h 2398711"/>
              <a:gd name="connsiteX61775" fmla="*/ 579440 w 2119654"/>
              <a:gd name="connsiteY61775" fmla="*/ 1970725 h 2398711"/>
              <a:gd name="connsiteX61776" fmla="*/ 1279925 w 2119654"/>
              <a:gd name="connsiteY61776" fmla="*/ 399722 h 2398711"/>
              <a:gd name="connsiteX61777" fmla="*/ 1280898 w 2119654"/>
              <a:gd name="connsiteY61777" fmla="*/ 402572 h 2398711"/>
              <a:gd name="connsiteX61778" fmla="*/ 1281423 w 2119654"/>
              <a:gd name="connsiteY61778" fmla="*/ 401985 h 2398711"/>
              <a:gd name="connsiteX61779" fmla="*/ 1281403 w 2119654"/>
              <a:gd name="connsiteY61779" fmla="*/ 401301 h 2398711"/>
              <a:gd name="connsiteX61780" fmla="*/ 1229869 w 2119654"/>
              <a:gd name="connsiteY61780" fmla="*/ 511673 h 2398711"/>
              <a:gd name="connsiteX61781" fmla="*/ 1230232 w 2119654"/>
              <a:gd name="connsiteY61781" fmla="*/ 513288 h 2398711"/>
              <a:gd name="connsiteX61782" fmla="*/ 1230452 w 2119654"/>
              <a:gd name="connsiteY61782" fmla="*/ 513792 h 2398711"/>
              <a:gd name="connsiteX61783" fmla="*/ 1230482 w 2119654"/>
              <a:gd name="connsiteY61783" fmla="*/ 513848 h 2398711"/>
              <a:gd name="connsiteX61784" fmla="*/ 1230490 w 2119654"/>
              <a:gd name="connsiteY61784" fmla="*/ 512420 h 2398711"/>
              <a:gd name="connsiteX61785" fmla="*/ 568626 w 2119654"/>
              <a:gd name="connsiteY61785" fmla="*/ 1992052 h 2398711"/>
              <a:gd name="connsiteX61786" fmla="*/ 571754 w 2119654"/>
              <a:gd name="connsiteY61786" fmla="*/ 1993406 h 2398711"/>
              <a:gd name="connsiteX61787" fmla="*/ 572283 w 2119654"/>
              <a:gd name="connsiteY61787" fmla="*/ 1993302 h 2398711"/>
              <a:gd name="connsiteX61788" fmla="*/ 568958 w 2119654"/>
              <a:gd name="connsiteY61788" fmla="*/ 1991871 h 2398711"/>
              <a:gd name="connsiteX61789" fmla="*/ 578758 w 2119654"/>
              <a:gd name="connsiteY61789" fmla="*/ 1969200 h 2398711"/>
              <a:gd name="connsiteX61790" fmla="*/ 578751 w 2119654"/>
              <a:gd name="connsiteY61790" fmla="*/ 1969233 h 2398711"/>
              <a:gd name="connsiteX61791" fmla="*/ 579021 w 2119654"/>
              <a:gd name="connsiteY61791" fmla="*/ 1969162 h 2398711"/>
              <a:gd name="connsiteX61792" fmla="*/ 580614 w 2119654"/>
              <a:gd name="connsiteY61792" fmla="*/ 1964843 h 2398711"/>
              <a:gd name="connsiteX61793" fmla="*/ 580618 w 2119654"/>
              <a:gd name="connsiteY61793" fmla="*/ 1964883 h 2398711"/>
              <a:gd name="connsiteX61794" fmla="*/ 580667 w 2119654"/>
              <a:gd name="connsiteY61794" fmla="*/ 1964864 h 2398711"/>
              <a:gd name="connsiteX61795" fmla="*/ 578864 w 2119654"/>
              <a:gd name="connsiteY61795" fmla="*/ 1968723 h 2398711"/>
              <a:gd name="connsiteX61796" fmla="*/ 578858 w 2119654"/>
              <a:gd name="connsiteY61796" fmla="*/ 1968746 h 2398711"/>
              <a:gd name="connsiteX61797" fmla="*/ 578900 w 2119654"/>
              <a:gd name="connsiteY61797" fmla="*/ 1968739 h 2398711"/>
              <a:gd name="connsiteX61798" fmla="*/ 569455 w 2119654"/>
              <a:gd name="connsiteY61798" fmla="*/ 1989633 h 2398711"/>
              <a:gd name="connsiteX61799" fmla="*/ 571397 w 2119654"/>
              <a:gd name="connsiteY61799" fmla="*/ 1990306 h 2398711"/>
              <a:gd name="connsiteX61800" fmla="*/ 573631 w 2119654"/>
              <a:gd name="connsiteY61800" fmla="*/ 1989041 h 2398711"/>
              <a:gd name="connsiteX61801" fmla="*/ 573596 w 2119654"/>
              <a:gd name="connsiteY61801" fmla="*/ 1989026 h 2398711"/>
              <a:gd name="connsiteX61802" fmla="*/ 551217 w 2119654"/>
              <a:gd name="connsiteY61802" fmla="*/ 2030332 h 2398711"/>
              <a:gd name="connsiteX61803" fmla="*/ 563416 w 2119654"/>
              <a:gd name="connsiteY61803" fmla="*/ 2036746 h 2398711"/>
              <a:gd name="connsiteX61804" fmla="*/ 564123 w 2119654"/>
              <a:gd name="connsiteY61804" fmla="*/ 2033323 h 2398711"/>
              <a:gd name="connsiteX61805" fmla="*/ 553247 w 2119654"/>
              <a:gd name="connsiteY61805" fmla="*/ 2029688 h 2398711"/>
              <a:gd name="connsiteX61806" fmla="*/ 1221059 w 2119654"/>
              <a:gd name="connsiteY61806" fmla="*/ 530317 h 2398711"/>
              <a:gd name="connsiteX61807" fmla="*/ 1220884 w 2119654"/>
              <a:gd name="connsiteY61807" fmla="*/ 531971 h 2398711"/>
              <a:gd name="connsiteX61808" fmla="*/ 1220858 w 2119654"/>
              <a:gd name="connsiteY61808" fmla="*/ 532087 h 2398711"/>
              <a:gd name="connsiteX61809" fmla="*/ 1222348 w 2119654"/>
              <a:gd name="connsiteY61809" fmla="*/ 534762 h 2398711"/>
              <a:gd name="connsiteX61810" fmla="*/ 1235383 w 2119654"/>
              <a:gd name="connsiteY61810" fmla="*/ 498085 h 2398711"/>
              <a:gd name="connsiteX61811" fmla="*/ 1235937 w 2119654"/>
              <a:gd name="connsiteY61811" fmla="*/ 500347 h 2398711"/>
              <a:gd name="connsiteX61812" fmla="*/ 1235609 w 2119654"/>
              <a:gd name="connsiteY61812" fmla="*/ 497733 h 2398711"/>
              <a:gd name="connsiteX61813" fmla="*/ 1276526 w 2119654"/>
              <a:gd name="connsiteY61813" fmla="*/ 405673 h 2398711"/>
              <a:gd name="connsiteX61814" fmla="*/ 1276468 w 2119654"/>
              <a:gd name="connsiteY61814" fmla="*/ 407531 h 2398711"/>
              <a:gd name="connsiteX61815" fmla="*/ 1277221 w 2119654"/>
              <a:gd name="connsiteY61815" fmla="*/ 406688 h 2398711"/>
              <a:gd name="connsiteX61816" fmla="*/ 1224077 w 2119654"/>
              <a:gd name="connsiteY61816" fmla="*/ 523054 h 2398711"/>
              <a:gd name="connsiteX61817" fmla="*/ 1224292 w 2119654"/>
              <a:gd name="connsiteY61817" fmla="*/ 525118 h 2398711"/>
              <a:gd name="connsiteX61818" fmla="*/ 1226345 w 2119654"/>
              <a:gd name="connsiteY61818" fmla="*/ 529681 h 2398711"/>
              <a:gd name="connsiteX61819" fmla="*/ 1226586 w 2119654"/>
              <a:gd name="connsiteY61819" fmla="*/ 529366 h 2398711"/>
              <a:gd name="connsiteX61820" fmla="*/ 1234491 w 2119654"/>
              <a:gd name="connsiteY61820" fmla="*/ 499481 h 2398711"/>
              <a:gd name="connsiteX61821" fmla="*/ 1236256 w 2119654"/>
              <a:gd name="connsiteY61821" fmla="*/ 502892 h 2398711"/>
              <a:gd name="connsiteX61822" fmla="*/ 1236237 w 2119654"/>
              <a:gd name="connsiteY61822" fmla="*/ 502739 h 2398711"/>
              <a:gd name="connsiteX61823" fmla="*/ 1235177 w 2119654"/>
              <a:gd name="connsiteY61823" fmla="*/ 498407 h 2398711"/>
              <a:gd name="connsiteX61824" fmla="*/ 1256640 w 2119654"/>
              <a:gd name="connsiteY61824" fmla="*/ 449720 h 2398711"/>
              <a:gd name="connsiteX61825" fmla="*/ 1256669 w 2119654"/>
              <a:gd name="connsiteY61825" fmla="*/ 449808 h 2398711"/>
              <a:gd name="connsiteX61826" fmla="*/ 1256943 w 2119654"/>
              <a:gd name="connsiteY61826" fmla="*/ 450293 h 2398711"/>
              <a:gd name="connsiteX61827" fmla="*/ 1256923 w 2119654"/>
              <a:gd name="connsiteY61827" fmla="*/ 450137 h 2398711"/>
              <a:gd name="connsiteX61828" fmla="*/ 1273549 w 2119654"/>
              <a:gd name="connsiteY61828" fmla="*/ 411749 h 2398711"/>
              <a:gd name="connsiteX61829" fmla="*/ 1274849 w 2119654"/>
              <a:gd name="connsiteY61829" fmla="*/ 415226 h 2398711"/>
              <a:gd name="connsiteX61830" fmla="*/ 1274860 w 2119654"/>
              <a:gd name="connsiteY61830" fmla="*/ 414883 h 2398711"/>
              <a:gd name="connsiteX61831" fmla="*/ 1274516 w 2119654"/>
              <a:gd name="connsiteY61831" fmla="*/ 413478 h 2398711"/>
              <a:gd name="connsiteX61832" fmla="*/ 1273788 w 2119654"/>
              <a:gd name="connsiteY61832" fmla="*/ 411474 h 2398711"/>
              <a:gd name="connsiteX61833" fmla="*/ 1229140 w 2119654"/>
              <a:gd name="connsiteY61833" fmla="*/ 510797 h 2398711"/>
              <a:gd name="connsiteX61834" fmla="*/ 1229894 w 2119654"/>
              <a:gd name="connsiteY61834" fmla="*/ 512517 h 2398711"/>
              <a:gd name="connsiteX61835" fmla="*/ 1229643 w 2119654"/>
              <a:gd name="connsiteY61835" fmla="*/ 511402 h 2398711"/>
              <a:gd name="connsiteX61836" fmla="*/ 579872 w 2119654"/>
              <a:gd name="connsiteY61836" fmla="*/ 1964549 h 2398711"/>
              <a:gd name="connsiteX61837" fmla="*/ 579691 w 2119654"/>
              <a:gd name="connsiteY61837" fmla="*/ 1965237 h 2398711"/>
              <a:gd name="connsiteX61838" fmla="*/ 580244 w 2119654"/>
              <a:gd name="connsiteY61838" fmla="*/ 1965025 h 2398711"/>
              <a:gd name="connsiteX61839" fmla="*/ 580206 w 2119654"/>
              <a:gd name="connsiteY61839" fmla="*/ 1964682 h 2398711"/>
              <a:gd name="connsiteX61840" fmla="*/ 1230849 w 2119654"/>
              <a:gd name="connsiteY61840" fmla="*/ 506676 h 2398711"/>
              <a:gd name="connsiteX61841" fmla="*/ 1230869 w 2119654"/>
              <a:gd name="connsiteY61841" fmla="*/ 509164 h 2398711"/>
              <a:gd name="connsiteX61842" fmla="*/ 1231521 w 2119654"/>
              <a:gd name="connsiteY61842" fmla="*/ 512367 h 2398711"/>
              <a:gd name="connsiteX61843" fmla="*/ 1234276 w 2119654"/>
              <a:gd name="connsiteY61843" fmla="*/ 515679 h 2398711"/>
              <a:gd name="connsiteX61844" fmla="*/ 1231815 w 2119654"/>
              <a:gd name="connsiteY61844" fmla="*/ 507852 h 2398711"/>
              <a:gd name="connsiteX61845" fmla="*/ 1295171 w 2119654"/>
              <a:gd name="connsiteY61845" fmla="*/ 362550 h 2398711"/>
              <a:gd name="connsiteX61846" fmla="*/ 1295548 w 2119654"/>
              <a:gd name="connsiteY61846" fmla="*/ 364325 h 2398711"/>
              <a:gd name="connsiteX61847" fmla="*/ 1296154 w 2119654"/>
              <a:gd name="connsiteY61847" fmla="*/ 363899 h 2398711"/>
              <a:gd name="connsiteX61848" fmla="*/ 1276565 w 2119654"/>
              <a:gd name="connsiteY61848" fmla="*/ 404139 h 2398711"/>
              <a:gd name="connsiteX61849" fmla="*/ 1277102 w 2119654"/>
              <a:gd name="connsiteY61849" fmla="*/ 404923 h 2398711"/>
              <a:gd name="connsiteX61850" fmla="*/ 1276910 w 2119654"/>
              <a:gd name="connsiteY61850" fmla="*/ 403859 h 2398711"/>
              <a:gd name="connsiteX61851" fmla="*/ 1272637 w 2119654"/>
              <a:gd name="connsiteY61851" fmla="*/ 412798 h 2398711"/>
              <a:gd name="connsiteX61852" fmla="*/ 1274760 w 2119654"/>
              <a:gd name="connsiteY61852" fmla="*/ 418128 h 2398711"/>
              <a:gd name="connsiteX61853" fmla="*/ 1274776 w 2119654"/>
              <a:gd name="connsiteY61853" fmla="*/ 417591 h 2398711"/>
              <a:gd name="connsiteX61854" fmla="*/ 1272879 w 2119654"/>
              <a:gd name="connsiteY61854" fmla="*/ 412520 h 2398711"/>
              <a:gd name="connsiteX61855" fmla="*/ 1231915 w 2119654"/>
              <a:gd name="connsiteY61855" fmla="*/ 503513 h 2398711"/>
              <a:gd name="connsiteX61856" fmla="*/ 1234517 w 2119654"/>
              <a:gd name="connsiteY61856" fmla="*/ 507320 h 2398711"/>
              <a:gd name="connsiteX61857" fmla="*/ 1237115 w 2119654"/>
              <a:gd name="connsiteY61857" fmla="*/ 509956 h 2398711"/>
              <a:gd name="connsiteX61858" fmla="*/ 1237128 w 2119654"/>
              <a:gd name="connsiteY61858" fmla="*/ 509845 h 2398711"/>
              <a:gd name="connsiteX61859" fmla="*/ 1236372 w 2119654"/>
              <a:gd name="connsiteY61859" fmla="*/ 503826 h 2398711"/>
              <a:gd name="connsiteX61860" fmla="*/ 1234289 w 2119654"/>
              <a:gd name="connsiteY61860" fmla="*/ 499798 h 2398711"/>
              <a:gd name="connsiteX61861" fmla="*/ 576351 w 2119654"/>
              <a:gd name="connsiteY61861" fmla="*/ 1971402 h 2398711"/>
              <a:gd name="connsiteX61862" fmla="*/ 576921 w 2119654"/>
              <a:gd name="connsiteY61862" fmla="*/ 1971430 h 2398711"/>
              <a:gd name="connsiteX61863" fmla="*/ 577797 w 2119654"/>
              <a:gd name="connsiteY61863" fmla="*/ 1971200 h 2398711"/>
              <a:gd name="connsiteX61864" fmla="*/ 577824 w 2119654"/>
              <a:gd name="connsiteY61864" fmla="*/ 1971079 h 2398711"/>
              <a:gd name="connsiteX61865" fmla="*/ 558206 w 2119654"/>
              <a:gd name="connsiteY61865" fmla="*/ 2012006 h 2398711"/>
              <a:gd name="connsiteX61866" fmla="*/ 562465 w 2119654"/>
              <a:gd name="connsiteY61866" fmla="*/ 2012187 h 2398711"/>
              <a:gd name="connsiteX61867" fmla="*/ 559991 w 2119654"/>
              <a:gd name="connsiteY61867" fmla="*/ 2011505 h 2398711"/>
              <a:gd name="connsiteX61868" fmla="*/ 1257452 w 2119654"/>
              <a:gd name="connsiteY61868" fmla="*/ 446135 h 2398711"/>
              <a:gd name="connsiteX61869" fmla="*/ 1258011 w 2119654"/>
              <a:gd name="connsiteY61869" fmla="*/ 450539 h 2398711"/>
              <a:gd name="connsiteX61870" fmla="*/ 1261806 w 2119654"/>
              <a:gd name="connsiteY61870" fmla="*/ 456086 h 2398711"/>
              <a:gd name="connsiteX61871" fmla="*/ 1266796 w 2119654"/>
              <a:gd name="connsiteY61871" fmla="*/ 449877 h 2398711"/>
              <a:gd name="connsiteX61872" fmla="*/ 1266288 w 2119654"/>
              <a:gd name="connsiteY61872" fmla="*/ 447320 h 2398711"/>
              <a:gd name="connsiteX61873" fmla="*/ 1264147 w 2119654"/>
              <a:gd name="connsiteY61873" fmla="*/ 441966 h 2398711"/>
              <a:gd name="connsiteX61874" fmla="*/ 1264299 w 2119654"/>
              <a:gd name="connsiteY61874" fmla="*/ 442052 h 2398711"/>
              <a:gd name="connsiteX61875" fmla="*/ 1266174 w 2119654"/>
              <a:gd name="connsiteY61875" fmla="*/ 446739 h 2398711"/>
              <a:gd name="connsiteX61876" fmla="*/ 1264962 w 2119654"/>
              <a:gd name="connsiteY61876" fmla="*/ 440650 h 2398711"/>
              <a:gd name="connsiteX61877" fmla="*/ 1263505 w 2119654"/>
              <a:gd name="connsiteY61877" fmla="*/ 439091 h 2398711"/>
              <a:gd name="connsiteX61878" fmla="*/ 566528 w 2119654"/>
              <a:gd name="connsiteY61878" fmla="*/ 1993202 h 2398711"/>
              <a:gd name="connsiteX61879" fmla="*/ 566680 w 2119654"/>
              <a:gd name="connsiteY61879" fmla="*/ 1994398 h 2398711"/>
              <a:gd name="connsiteX61880" fmla="*/ 569748 w 2119654"/>
              <a:gd name="connsiteY61880" fmla="*/ 1993798 h 2398711"/>
              <a:gd name="connsiteX61881" fmla="*/ 567341 w 2119654"/>
              <a:gd name="connsiteY61881" fmla="*/ 1992757 h 2398711"/>
              <a:gd name="connsiteX61882" fmla="*/ 1221451 w 2119654"/>
              <a:gd name="connsiteY61882" fmla="*/ 526561 h 2398711"/>
              <a:gd name="connsiteX61883" fmla="*/ 1221352 w 2119654"/>
              <a:gd name="connsiteY61883" fmla="*/ 527516 h 2398711"/>
              <a:gd name="connsiteX61884" fmla="*/ 1223117 w 2119654"/>
              <a:gd name="connsiteY61884" fmla="*/ 534009 h 2398711"/>
              <a:gd name="connsiteX61885" fmla="*/ 1223304 w 2119654"/>
              <a:gd name="connsiteY61885" fmla="*/ 533756 h 2398711"/>
              <a:gd name="connsiteX61886" fmla="*/ 1247244 w 2119654"/>
              <a:gd name="connsiteY61886" fmla="*/ 468489 h 2398711"/>
              <a:gd name="connsiteX61887" fmla="*/ 1247785 w 2119654"/>
              <a:gd name="connsiteY61887" fmla="*/ 469938 h 2398711"/>
              <a:gd name="connsiteX61888" fmla="*/ 1248625 w 2119654"/>
              <a:gd name="connsiteY61888" fmla="*/ 472487 h 2398711"/>
              <a:gd name="connsiteX61889" fmla="*/ 1249535 w 2119654"/>
              <a:gd name="connsiteY61889" fmla="*/ 471355 h 2398711"/>
              <a:gd name="connsiteX61890" fmla="*/ 1230837 w 2119654"/>
              <a:gd name="connsiteY61890" fmla="*/ 505201 h 2398711"/>
              <a:gd name="connsiteX61891" fmla="*/ 1230845 w 2119654"/>
              <a:gd name="connsiteY61891" fmla="*/ 506219 h 2398711"/>
              <a:gd name="connsiteX61892" fmla="*/ 1231591 w 2119654"/>
              <a:gd name="connsiteY61892" fmla="*/ 507140 h 2398711"/>
              <a:gd name="connsiteX61893" fmla="*/ 1230934 w 2119654"/>
              <a:gd name="connsiteY61893" fmla="*/ 505049 h 2398711"/>
              <a:gd name="connsiteX61894" fmla="*/ 1230478 w 2119654"/>
              <a:gd name="connsiteY61894" fmla="*/ 505763 h 2398711"/>
              <a:gd name="connsiteX61895" fmla="*/ 1230528 w 2119654"/>
              <a:gd name="connsiteY61895" fmla="*/ 505825 h 2398711"/>
              <a:gd name="connsiteX61896" fmla="*/ 1230529 w 2119654"/>
              <a:gd name="connsiteY61896" fmla="*/ 505683 h 2398711"/>
              <a:gd name="connsiteX61897" fmla="*/ 1230249 w 2119654"/>
              <a:gd name="connsiteY61897" fmla="*/ 506120 h 2398711"/>
              <a:gd name="connsiteX61898" fmla="*/ 1230519 w 2119654"/>
              <a:gd name="connsiteY61898" fmla="*/ 507443 h 2398711"/>
              <a:gd name="connsiteX61899" fmla="*/ 1230526 w 2119654"/>
              <a:gd name="connsiteY61899" fmla="*/ 506282 h 2398711"/>
              <a:gd name="connsiteX61900" fmla="*/ 1230312 w 2119654"/>
              <a:gd name="connsiteY61900" fmla="*/ 506022 h 2398711"/>
              <a:gd name="connsiteX61901" fmla="*/ 1242087 w 2119654"/>
              <a:gd name="connsiteY61901" fmla="*/ 479449 h 2398711"/>
              <a:gd name="connsiteX61902" fmla="*/ 1242249 w 2119654"/>
              <a:gd name="connsiteY61902" fmla="*/ 480418 h 2398711"/>
              <a:gd name="connsiteX61903" fmla="*/ 1242621 w 2119654"/>
              <a:gd name="connsiteY61903" fmla="*/ 479956 h 2398711"/>
              <a:gd name="connsiteX61904" fmla="*/ 566422 w 2119654"/>
              <a:gd name="connsiteY61904" fmla="*/ 1992359 h 2398711"/>
              <a:gd name="connsiteX61905" fmla="*/ 566504 w 2119654"/>
              <a:gd name="connsiteY61905" fmla="*/ 1993010 h 2398711"/>
              <a:gd name="connsiteX61906" fmla="*/ 567132 w 2119654"/>
              <a:gd name="connsiteY61906" fmla="*/ 1992666 h 2398711"/>
              <a:gd name="connsiteX61907" fmla="*/ 1270722 w 2119654"/>
              <a:gd name="connsiteY61907" fmla="*/ 415001 h 2398711"/>
              <a:gd name="connsiteX61908" fmla="*/ 1274672 w 2119654"/>
              <a:gd name="connsiteY61908" fmla="*/ 420894 h 2398711"/>
              <a:gd name="connsiteX61909" fmla="*/ 1274742 w 2119654"/>
              <a:gd name="connsiteY61909" fmla="*/ 418676 h 2398711"/>
              <a:gd name="connsiteX61910" fmla="*/ 1273225 w 2119654"/>
              <a:gd name="connsiteY61910" fmla="*/ 414711 h 2398711"/>
              <a:gd name="connsiteX61911" fmla="*/ 1272519 w 2119654"/>
              <a:gd name="connsiteY61911" fmla="*/ 412934 h 2398711"/>
              <a:gd name="connsiteX61912" fmla="*/ 1256085 w 2119654"/>
              <a:gd name="connsiteY61912" fmla="*/ 447726 h 2398711"/>
              <a:gd name="connsiteX61913" fmla="*/ 1256281 w 2119654"/>
              <a:gd name="connsiteY61913" fmla="*/ 448012 h 2398711"/>
              <a:gd name="connsiteX61914" fmla="*/ 1256160 w 2119654"/>
              <a:gd name="connsiteY61914" fmla="*/ 447638 h 2398711"/>
              <a:gd name="connsiteX61915" fmla="*/ 1276519 w 2119654"/>
              <a:gd name="connsiteY61915" fmla="*/ 401707 h 2398711"/>
              <a:gd name="connsiteX61916" fmla="*/ 1276538 w 2119654"/>
              <a:gd name="connsiteY61916" fmla="*/ 403928 h 2398711"/>
              <a:gd name="connsiteX61917" fmla="*/ 1276873 w 2119654"/>
              <a:gd name="connsiteY61917" fmla="*/ 403656 h 2398711"/>
              <a:gd name="connsiteX61918" fmla="*/ 1229045 w 2119654"/>
              <a:gd name="connsiteY61918" fmla="*/ 508006 h 2398711"/>
              <a:gd name="connsiteX61919" fmla="*/ 1229471 w 2119654"/>
              <a:gd name="connsiteY61919" fmla="*/ 509902 h 2398711"/>
              <a:gd name="connsiteX61920" fmla="*/ 1230498 w 2119654"/>
              <a:gd name="connsiteY61920" fmla="*/ 511137 h 2398711"/>
              <a:gd name="connsiteX61921" fmla="*/ 1230514 w 2119654"/>
              <a:gd name="connsiteY61921" fmla="*/ 508229 h 2398711"/>
              <a:gd name="connsiteX61922" fmla="*/ 1230125 w 2119654"/>
              <a:gd name="connsiteY61922" fmla="*/ 506315 h 2398711"/>
              <a:gd name="connsiteX61923" fmla="*/ 1228545 w 2119654"/>
              <a:gd name="connsiteY61923" fmla="*/ 508789 h 2398711"/>
              <a:gd name="connsiteX61924" fmla="*/ 1229246 w 2119654"/>
              <a:gd name="connsiteY61924" fmla="*/ 509631 h 2398711"/>
              <a:gd name="connsiteX61925" fmla="*/ 1228924 w 2119654"/>
              <a:gd name="connsiteY61925" fmla="*/ 508196 h 2398711"/>
              <a:gd name="connsiteX61926" fmla="*/ 1227932 w 2119654"/>
              <a:gd name="connsiteY61926" fmla="*/ 509747 h 2398711"/>
              <a:gd name="connsiteX61927" fmla="*/ 1228669 w 2119654"/>
              <a:gd name="connsiteY61927" fmla="*/ 510920 h 2398711"/>
              <a:gd name="connsiteX61928" fmla="*/ 1228078 w 2119654"/>
              <a:gd name="connsiteY61928" fmla="*/ 509521 h 2398711"/>
              <a:gd name="connsiteX61929" fmla="*/ 1228077 w 2119654"/>
              <a:gd name="connsiteY61929" fmla="*/ 509520 h 2398711"/>
              <a:gd name="connsiteX61930" fmla="*/ 1273809 w 2119654"/>
              <a:gd name="connsiteY61930" fmla="*/ 406377 h 2398711"/>
              <a:gd name="connsiteX61931" fmla="*/ 1274876 w 2119654"/>
              <a:gd name="connsiteY61931" fmla="*/ 409314 h 2398711"/>
              <a:gd name="connsiteX61932" fmla="*/ 1275040 w 2119654"/>
              <a:gd name="connsiteY61932" fmla="*/ 409131 h 2398711"/>
              <a:gd name="connsiteX61933" fmla="*/ 1275160 w 2119654"/>
              <a:gd name="connsiteY61933" fmla="*/ 405280 h 2398711"/>
              <a:gd name="connsiteX61934" fmla="*/ 566210 w 2119654"/>
              <a:gd name="connsiteY61934" fmla="*/ 1990688 h 2398711"/>
              <a:gd name="connsiteX61935" fmla="*/ 566253 w 2119654"/>
              <a:gd name="connsiteY61935" fmla="*/ 1991026 h 2398711"/>
              <a:gd name="connsiteX61936" fmla="*/ 568417 w 2119654"/>
              <a:gd name="connsiteY61936" fmla="*/ 1991962 h 2398711"/>
              <a:gd name="connsiteX61937" fmla="*/ 568748 w 2119654"/>
              <a:gd name="connsiteY61937" fmla="*/ 1991781 h 2398711"/>
              <a:gd name="connsiteX61938" fmla="*/ 1254189 w 2119654"/>
              <a:gd name="connsiteY61938" fmla="*/ 449939 h 2398711"/>
              <a:gd name="connsiteX61939" fmla="*/ 1257531 w 2119654"/>
              <a:gd name="connsiteY61939" fmla="*/ 454925 h 2398711"/>
              <a:gd name="connsiteX61940" fmla="*/ 1257165 w 2119654"/>
              <a:gd name="connsiteY61940" fmla="*/ 452044 h 2398711"/>
              <a:gd name="connsiteX61941" fmla="*/ 1255262 w 2119654"/>
              <a:gd name="connsiteY61941" fmla="*/ 448684 h 2398711"/>
              <a:gd name="connsiteX61942" fmla="*/ 1254271 w 2119654"/>
              <a:gd name="connsiteY61942" fmla="*/ 449837 h 2398711"/>
              <a:gd name="connsiteX61943" fmla="*/ 1288066 w 2119654"/>
              <a:gd name="connsiteY61943" fmla="*/ 374021 h 2398711"/>
              <a:gd name="connsiteX61944" fmla="*/ 1292545 w 2119654"/>
              <a:gd name="connsiteY61944" fmla="*/ 389533 h 2398711"/>
              <a:gd name="connsiteX61945" fmla="*/ 1299086 w 2119654"/>
              <a:gd name="connsiteY61945" fmla="*/ 382211 h 2398711"/>
              <a:gd name="connsiteX61946" fmla="*/ 1297151 w 2119654"/>
              <a:gd name="connsiteY61946" fmla="*/ 372484 h 2398711"/>
              <a:gd name="connsiteX61947" fmla="*/ 1295870 w 2119654"/>
              <a:gd name="connsiteY61947" fmla="*/ 366465 h 2398711"/>
              <a:gd name="connsiteX61948" fmla="*/ 550726 w 2119654"/>
              <a:gd name="connsiteY61948" fmla="*/ 2024677 h 2398711"/>
              <a:gd name="connsiteX61949" fmla="*/ 552971 w 2119654"/>
              <a:gd name="connsiteY61949" fmla="*/ 2025300 h 2398711"/>
              <a:gd name="connsiteX61950" fmla="*/ 563540 w 2119654"/>
              <a:gd name="connsiteY61950" fmla="*/ 2022034 h 2398711"/>
              <a:gd name="connsiteX61951" fmla="*/ 566817 w 2119654"/>
              <a:gd name="connsiteY61951" fmla="*/ 2020873 h 2398711"/>
              <a:gd name="connsiteX61952" fmla="*/ 566821 w 2119654"/>
              <a:gd name="connsiteY61952" fmla="*/ 2020859 h 2398711"/>
              <a:gd name="connsiteX61953" fmla="*/ 564972 w 2119654"/>
              <a:gd name="connsiteY61953" fmla="*/ 2020272 h 2398711"/>
              <a:gd name="connsiteX61954" fmla="*/ 549671 w 2119654"/>
              <a:gd name="connsiteY61954" fmla="*/ 2027024 h 2398711"/>
              <a:gd name="connsiteX61955" fmla="*/ 554214 w 2119654"/>
              <a:gd name="connsiteY61955" fmla="*/ 2028542 h 2398711"/>
              <a:gd name="connsiteX61956" fmla="*/ 558336 w 2119654"/>
              <a:gd name="connsiteY61956" fmla="*/ 2027237 h 2398711"/>
              <a:gd name="connsiteX61957" fmla="*/ 553532 w 2119654"/>
              <a:gd name="connsiteY61957" fmla="*/ 2025832 h 2398711"/>
              <a:gd name="connsiteX61958" fmla="*/ 1268374 w 2119654"/>
              <a:gd name="connsiteY61958" fmla="*/ 417700 h 2398711"/>
              <a:gd name="connsiteX61959" fmla="*/ 1271721 w 2119654"/>
              <a:gd name="connsiteY61959" fmla="*/ 425882 h 2398711"/>
              <a:gd name="connsiteX61960" fmla="*/ 1272475 w 2119654"/>
              <a:gd name="connsiteY61960" fmla="*/ 427801 h 2398711"/>
              <a:gd name="connsiteX61961" fmla="*/ 1274532 w 2119654"/>
              <a:gd name="connsiteY61961" fmla="*/ 425408 h 2398711"/>
              <a:gd name="connsiteX61962" fmla="*/ 1274581 w 2119654"/>
              <a:gd name="connsiteY61962" fmla="*/ 423828 h 2398711"/>
              <a:gd name="connsiteX61963" fmla="*/ 1268958 w 2119654"/>
              <a:gd name="connsiteY61963" fmla="*/ 418427 h 2398711"/>
              <a:gd name="connsiteX61964" fmla="*/ 1269443 w 2119654"/>
              <a:gd name="connsiteY61964" fmla="*/ 418475 h 2398711"/>
              <a:gd name="connsiteX61965" fmla="*/ 1274593 w 2119654"/>
              <a:gd name="connsiteY61965" fmla="*/ 423424 h 2398711"/>
              <a:gd name="connsiteX61966" fmla="*/ 1274602 w 2119654"/>
              <a:gd name="connsiteY61966" fmla="*/ 423139 h 2398711"/>
              <a:gd name="connsiteX61967" fmla="*/ 1269834 w 2119654"/>
              <a:gd name="connsiteY61967" fmla="*/ 416022 h 2398711"/>
              <a:gd name="connsiteX61968" fmla="*/ 572814 w 2119654"/>
              <a:gd name="connsiteY61968" fmla="*/ 1974953 h 2398711"/>
              <a:gd name="connsiteX61969" fmla="*/ 576795 w 2119654"/>
              <a:gd name="connsiteY61969" fmla="*/ 1975734 h 2398711"/>
              <a:gd name="connsiteX61970" fmla="*/ 577346 w 2119654"/>
              <a:gd name="connsiteY61970" fmla="*/ 1973240 h 2398711"/>
              <a:gd name="connsiteX61971" fmla="*/ 1253434 w 2119654"/>
              <a:gd name="connsiteY61971" fmla="*/ 450892 h 2398711"/>
              <a:gd name="connsiteX61972" fmla="*/ 1253985 w 2119654"/>
              <a:gd name="connsiteY61972" fmla="*/ 451507 h 2398711"/>
              <a:gd name="connsiteX61973" fmla="*/ 1255448 w 2119654"/>
              <a:gd name="connsiteY61973" fmla="*/ 453188 h 2398711"/>
              <a:gd name="connsiteX61974" fmla="*/ 1253692 w 2119654"/>
              <a:gd name="connsiteY61974" fmla="*/ 450567 h 2398711"/>
              <a:gd name="connsiteX61975" fmla="*/ 1225224 w 2119654"/>
              <a:gd name="connsiteY61975" fmla="*/ 513987 h 2398711"/>
              <a:gd name="connsiteX61976" fmla="*/ 1228403 w 2119654"/>
              <a:gd name="connsiteY61976" fmla="*/ 517541 h 2398711"/>
              <a:gd name="connsiteX61977" fmla="*/ 1226275 w 2119654"/>
              <a:gd name="connsiteY61977" fmla="*/ 512342 h 2398711"/>
              <a:gd name="connsiteX61978" fmla="*/ 1225083 w 2119654"/>
              <a:gd name="connsiteY61978" fmla="*/ 514207 h 2398711"/>
              <a:gd name="connsiteX61979" fmla="*/ 1229954 w 2119654"/>
              <a:gd name="connsiteY61979" fmla="*/ 524966 h 2398711"/>
              <a:gd name="connsiteX61980" fmla="*/ 1230423 w 2119654"/>
              <a:gd name="connsiteY61980" fmla="*/ 524354 h 2398711"/>
              <a:gd name="connsiteX61981" fmla="*/ 1230434 w 2119654"/>
              <a:gd name="connsiteY61981" fmla="*/ 522497 h 2398711"/>
              <a:gd name="connsiteX61982" fmla="*/ 1228790 w 2119654"/>
              <a:gd name="connsiteY61982" fmla="*/ 518486 h 2398711"/>
              <a:gd name="connsiteX61983" fmla="*/ 1225103 w 2119654"/>
              <a:gd name="connsiteY61983" fmla="*/ 514177 h 2398711"/>
              <a:gd name="connsiteX61984" fmla="*/ 1222060 w 2119654"/>
              <a:gd name="connsiteY61984" fmla="*/ 520765 h 2398711"/>
              <a:gd name="connsiteX61985" fmla="*/ 1221549 w 2119654"/>
              <a:gd name="connsiteY61985" fmla="*/ 525638 h 2398711"/>
              <a:gd name="connsiteX61986" fmla="*/ 1223553 w 2119654"/>
              <a:gd name="connsiteY61986" fmla="*/ 533422 h 2398711"/>
              <a:gd name="connsiteX61987" fmla="*/ 1224797 w 2119654"/>
              <a:gd name="connsiteY61987" fmla="*/ 531751 h 2398711"/>
              <a:gd name="connsiteX61988" fmla="*/ 1224132 w 2119654"/>
              <a:gd name="connsiteY61988" fmla="*/ 525372 h 2398711"/>
              <a:gd name="connsiteX61989" fmla="*/ 574634 w 2119654"/>
              <a:gd name="connsiteY61989" fmla="*/ 1970311 h 2398711"/>
              <a:gd name="connsiteX61990" fmla="*/ 578200 w 2119654"/>
              <a:gd name="connsiteY61990" fmla="*/ 1969378 h 2398711"/>
              <a:gd name="connsiteX61991" fmla="*/ 578221 w 2119654"/>
              <a:gd name="connsiteY61991" fmla="*/ 1969278 h 2398711"/>
              <a:gd name="connsiteX61992" fmla="*/ 576803 w 2119654"/>
              <a:gd name="connsiteY61992" fmla="*/ 1969484 h 2398711"/>
              <a:gd name="connsiteX61993" fmla="*/ 534371 w 2119654"/>
              <a:gd name="connsiteY61993" fmla="*/ 2060122 h 2398711"/>
              <a:gd name="connsiteX61994" fmla="*/ 537467 w 2119654"/>
              <a:gd name="connsiteY61994" fmla="*/ 2070939 h 2398711"/>
              <a:gd name="connsiteX61995" fmla="*/ 547001 w 2119654"/>
              <a:gd name="connsiteY61995" fmla="*/ 2070122 h 2398711"/>
              <a:gd name="connsiteX61996" fmla="*/ 556948 w 2119654"/>
              <a:gd name="connsiteY61996" fmla="*/ 2068049 h 2398711"/>
              <a:gd name="connsiteX61997" fmla="*/ 557441 w 2119654"/>
              <a:gd name="connsiteY61997" fmla="*/ 2065664 h 2398711"/>
              <a:gd name="connsiteX61998" fmla="*/ 551281 w 2119654"/>
              <a:gd name="connsiteY61998" fmla="*/ 2067841 h 2398711"/>
              <a:gd name="connsiteX61999" fmla="*/ 550960 w 2119654"/>
              <a:gd name="connsiteY61999" fmla="*/ 2067697 h 2398711"/>
              <a:gd name="connsiteX62000" fmla="*/ 557497 w 2119654"/>
              <a:gd name="connsiteY62000" fmla="*/ 2065387 h 2398711"/>
              <a:gd name="connsiteX62001" fmla="*/ 560194 w 2119654"/>
              <a:gd name="connsiteY62001" fmla="*/ 2052339 h 2398711"/>
              <a:gd name="connsiteX62002" fmla="*/ 549141 w 2119654"/>
              <a:gd name="connsiteY62002" fmla="*/ 2056177 h 2398711"/>
              <a:gd name="connsiteX62003" fmla="*/ 1272068 w 2119654"/>
              <a:gd name="connsiteY62003" fmla="*/ 407790 h 2398711"/>
              <a:gd name="connsiteX62004" fmla="*/ 1273299 w 2119654"/>
              <a:gd name="connsiteY62004" fmla="*/ 411080 h 2398711"/>
              <a:gd name="connsiteX62005" fmla="*/ 1273545 w 2119654"/>
              <a:gd name="connsiteY62005" fmla="*/ 410803 h 2398711"/>
              <a:gd name="connsiteX62006" fmla="*/ 1272363 w 2119654"/>
              <a:gd name="connsiteY62006" fmla="*/ 407551 h 2398711"/>
              <a:gd name="connsiteX62007" fmla="*/ 563049 w 2119654"/>
              <a:gd name="connsiteY62007" fmla="*/ 1995109 h 2398711"/>
              <a:gd name="connsiteX62008" fmla="*/ 566438 w 2119654"/>
              <a:gd name="connsiteY62008" fmla="*/ 1994446 h 2398711"/>
              <a:gd name="connsiteX62009" fmla="*/ 566283 w 2119654"/>
              <a:gd name="connsiteY62009" fmla="*/ 1993337 h 2398711"/>
              <a:gd name="connsiteX62010" fmla="*/ 1222288 w 2119654"/>
              <a:gd name="connsiteY62010" fmla="*/ 518582 h 2398711"/>
              <a:gd name="connsiteX62011" fmla="*/ 1222110 w 2119654"/>
              <a:gd name="connsiteY62011" fmla="*/ 520270 h 2398711"/>
              <a:gd name="connsiteX62012" fmla="*/ 1224049 w 2119654"/>
              <a:gd name="connsiteY62012" fmla="*/ 524580 h 2398711"/>
              <a:gd name="connsiteX62013" fmla="*/ 1223824 w 2119654"/>
              <a:gd name="connsiteY62013" fmla="*/ 522419 h 2398711"/>
              <a:gd name="connsiteX62014" fmla="*/ 1222295 w 2119654"/>
              <a:gd name="connsiteY62014" fmla="*/ 518571 h 2398711"/>
              <a:gd name="connsiteX62015" fmla="*/ 1266102 w 2119654"/>
              <a:gd name="connsiteY62015" fmla="*/ 420314 h 2398711"/>
              <a:gd name="connsiteX62016" fmla="*/ 1267261 w 2119654"/>
              <a:gd name="connsiteY62016" fmla="*/ 423033 h 2398711"/>
              <a:gd name="connsiteX62017" fmla="*/ 1269913 w 2119654"/>
              <a:gd name="connsiteY62017" fmla="*/ 430783 h 2398711"/>
              <a:gd name="connsiteX62018" fmla="*/ 1272212 w 2119654"/>
              <a:gd name="connsiteY62018" fmla="*/ 428107 h 2398711"/>
              <a:gd name="connsiteX62019" fmla="*/ 1268198 w 2119654"/>
              <a:gd name="connsiteY62019" fmla="*/ 417904 h 2398711"/>
              <a:gd name="connsiteX62020" fmla="*/ 585789 w 2119654"/>
              <a:gd name="connsiteY62020" fmla="*/ 1943335 h 2398711"/>
              <a:gd name="connsiteX62021" fmla="*/ 588042 w 2119654"/>
              <a:gd name="connsiteY62021" fmla="*/ 1944473 h 2398711"/>
              <a:gd name="connsiteX62022" fmla="*/ 586689 w 2119654"/>
              <a:gd name="connsiteY62022" fmla="*/ 1943190 h 2398711"/>
              <a:gd name="connsiteX62023" fmla="*/ 565836 w 2119654"/>
              <a:gd name="connsiteY62023" fmla="*/ 1987729 h 2398711"/>
              <a:gd name="connsiteX62024" fmla="*/ 565922 w 2119654"/>
              <a:gd name="connsiteY62024" fmla="*/ 1988409 h 2398711"/>
              <a:gd name="connsiteX62025" fmla="*/ 568465 w 2119654"/>
              <a:gd name="connsiteY62025" fmla="*/ 1989290 h 2398711"/>
              <a:gd name="connsiteX62026" fmla="*/ 572756 w 2119654"/>
              <a:gd name="connsiteY62026" fmla="*/ 1988661 h 2398711"/>
              <a:gd name="connsiteX62027" fmla="*/ 570938 w 2119654"/>
              <a:gd name="connsiteY62027" fmla="*/ 1987870 h 2398711"/>
              <a:gd name="connsiteX62028" fmla="*/ 569496 w 2119654"/>
              <a:gd name="connsiteY62028" fmla="*/ 1987955 h 2398711"/>
              <a:gd name="connsiteX62029" fmla="*/ 564660 w 2119654"/>
              <a:gd name="connsiteY62029" fmla="*/ 1990336 h 2398711"/>
              <a:gd name="connsiteX62030" fmla="*/ 565940 w 2119654"/>
              <a:gd name="connsiteY62030" fmla="*/ 1990890 h 2398711"/>
              <a:gd name="connsiteX62031" fmla="*/ 565920 w 2119654"/>
              <a:gd name="connsiteY62031" fmla="*/ 1990749 h 2398711"/>
              <a:gd name="connsiteX62032" fmla="*/ 565895 w 2119654"/>
              <a:gd name="connsiteY62032" fmla="*/ 1990553 h 2398711"/>
              <a:gd name="connsiteX62033" fmla="*/ 565208 w 2119654"/>
              <a:gd name="connsiteY62033" fmla="*/ 1990256 h 2398711"/>
              <a:gd name="connsiteX62034" fmla="*/ 1270993 w 2119654"/>
              <a:gd name="connsiteY62034" fmla="*/ 408663 h 2398711"/>
              <a:gd name="connsiteX62035" fmla="*/ 1272369 w 2119654"/>
              <a:gd name="connsiteY62035" fmla="*/ 412120 h 2398711"/>
              <a:gd name="connsiteX62036" fmla="*/ 1272623 w 2119654"/>
              <a:gd name="connsiteY62036" fmla="*/ 411836 h 2398711"/>
              <a:gd name="connsiteX62037" fmla="*/ 1271333 w 2119654"/>
              <a:gd name="connsiteY62037" fmla="*/ 408388 h 2398711"/>
              <a:gd name="connsiteX62038" fmla="*/ 561302 w 2119654"/>
              <a:gd name="connsiteY62038" fmla="*/ 1997648 h 2398711"/>
              <a:gd name="connsiteX62039" fmla="*/ 567132 w 2119654"/>
              <a:gd name="connsiteY62039" fmla="*/ 1999402 h 2398711"/>
              <a:gd name="connsiteX62040" fmla="*/ 566766 w 2119654"/>
              <a:gd name="connsiteY62040" fmla="*/ 1996783 h 2398711"/>
              <a:gd name="connsiteX62041" fmla="*/ 564263 w 2119654"/>
              <a:gd name="connsiteY62041" fmla="*/ 1996823 h 2398711"/>
              <a:gd name="connsiteX62042" fmla="*/ 554440 w 2119654"/>
              <a:gd name="connsiteY62042" fmla="*/ 2013010 h 2398711"/>
              <a:gd name="connsiteX62043" fmla="*/ 555270 w 2119654"/>
              <a:gd name="connsiteY62043" fmla="*/ 2013273 h 2398711"/>
              <a:gd name="connsiteX62044" fmla="*/ 567863 w 2119654"/>
              <a:gd name="connsiteY62044" fmla="*/ 2016140 h 2398711"/>
              <a:gd name="connsiteX62045" fmla="*/ 568377 w 2119654"/>
              <a:gd name="connsiteY62045" fmla="*/ 2013818 h 2398711"/>
              <a:gd name="connsiteX62046" fmla="*/ 563239 w 2119654"/>
              <a:gd name="connsiteY62046" fmla="*/ 2012401 h 2398711"/>
              <a:gd name="connsiteX62047" fmla="*/ 557629 w 2119654"/>
              <a:gd name="connsiteY62047" fmla="*/ 2012161 h 2398711"/>
              <a:gd name="connsiteX62048" fmla="*/ 1276470 w 2119654"/>
              <a:gd name="connsiteY62048" fmla="*/ 396026 h 2398711"/>
              <a:gd name="connsiteX62049" fmla="*/ 1276499 w 2119654"/>
              <a:gd name="connsiteY62049" fmla="*/ 399333 h 2398711"/>
              <a:gd name="connsiteX62050" fmla="*/ 1277230 w 2119654"/>
              <a:gd name="connsiteY62050" fmla="*/ 403367 h 2398711"/>
              <a:gd name="connsiteX62051" fmla="*/ 1278632 w 2119654"/>
              <a:gd name="connsiteY62051" fmla="*/ 402228 h 2398711"/>
              <a:gd name="connsiteX62052" fmla="*/ 1278923 w 2119654"/>
              <a:gd name="connsiteY62052" fmla="*/ 402224 h 2398711"/>
              <a:gd name="connsiteX62053" fmla="*/ 1277266 w 2119654"/>
              <a:gd name="connsiteY62053" fmla="*/ 403569 h 2398711"/>
              <a:gd name="connsiteX62054" fmla="*/ 1277660 w 2119654"/>
              <a:gd name="connsiteY62054" fmla="*/ 405738 h 2398711"/>
              <a:gd name="connsiteX62055" fmla="*/ 1277838 w 2119654"/>
              <a:gd name="connsiteY62055" fmla="*/ 405998 h 2398711"/>
              <a:gd name="connsiteX62056" fmla="*/ 1280639 w 2119654"/>
              <a:gd name="connsiteY62056" fmla="*/ 402862 h 2398711"/>
              <a:gd name="connsiteX62057" fmla="*/ 1279360 w 2119654"/>
              <a:gd name="connsiteY62057" fmla="*/ 399116 h 2398711"/>
              <a:gd name="connsiteX62058" fmla="*/ 1249905 w 2119654"/>
              <a:gd name="connsiteY62058" fmla="*/ 455345 h 2398711"/>
              <a:gd name="connsiteX62059" fmla="*/ 1251182 w 2119654"/>
              <a:gd name="connsiteY62059" fmla="*/ 457824 h 2398711"/>
              <a:gd name="connsiteX62060" fmla="*/ 1254565 w 2119654"/>
              <a:gd name="connsiteY62060" fmla="*/ 465096 h 2398711"/>
              <a:gd name="connsiteX62061" fmla="*/ 1258240 w 2119654"/>
              <a:gd name="connsiteY62061" fmla="*/ 460523 h 2398711"/>
              <a:gd name="connsiteX62062" fmla="*/ 1257752 w 2119654"/>
              <a:gd name="connsiteY62062" fmla="*/ 456676 h 2398711"/>
              <a:gd name="connsiteX62063" fmla="*/ 1253093 w 2119654"/>
              <a:gd name="connsiteY62063" fmla="*/ 451323 h 2398711"/>
              <a:gd name="connsiteX62064" fmla="*/ 585746 w 2119654"/>
              <a:gd name="connsiteY62064" fmla="*/ 1942295 h 2398711"/>
              <a:gd name="connsiteX62065" fmla="*/ 585573 w 2119654"/>
              <a:gd name="connsiteY62065" fmla="*/ 1942950 h 2398711"/>
              <a:gd name="connsiteX62066" fmla="*/ 586311 w 2119654"/>
              <a:gd name="connsiteY62066" fmla="*/ 1942831 h 2398711"/>
              <a:gd name="connsiteX62067" fmla="*/ 1287217 w 2119654"/>
              <a:gd name="connsiteY62067" fmla="*/ 371082 h 2398711"/>
              <a:gd name="connsiteX62068" fmla="*/ 1288039 w 2119654"/>
              <a:gd name="connsiteY62068" fmla="*/ 373929 h 2398711"/>
              <a:gd name="connsiteX62069" fmla="*/ 1295826 w 2119654"/>
              <a:gd name="connsiteY62069" fmla="*/ 366258 h 2398711"/>
              <a:gd name="connsiteX62070" fmla="*/ 1295600 w 2119654"/>
              <a:gd name="connsiteY62070" fmla="*/ 365200 h 2398711"/>
              <a:gd name="connsiteX62071" fmla="*/ 1216149 w 2119654"/>
              <a:gd name="connsiteY62071" fmla="*/ 530183 h 2398711"/>
              <a:gd name="connsiteX62072" fmla="*/ 1215998 w 2119654"/>
              <a:gd name="connsiteY62072" fmla="*/ 535083 h 2398711"/>
              <a:gd name="connsiteX62073" fmla="*/ 1216961 w 2119654"/>
              <a:gd name="connsiteY62073" fmla="*/ 530863 h 2398711"/>
              <a:gd name="connsiteX62074" fmla="*/ 1248987 w 2119654"/>
              <a:gd name="connsiteY62074" fmla="*/ 456505 h 2398711"/>
              <a:gd name="connsiteX62075" fmla="*/ 1251097 w 2119654"/>
              <a:gd name="connsiteY62075" fmla="*/ 462976 h 2398711"/>
              <a:gd name="connsiteX62076" fmla="*/ 1253520 w 2119654"/>
              <a:gd name="connsiteY62076" fmla="*/ 466396 h 2398711"/>
              <a:gd name="connsiteX62077" fmla="*/ 1253679 w 2119654"/>
              <a:gd name="connsiteY62077" fmla="*/ 466199 h 2398711"/>
              <a:gd name="connsiteX62078" fmla="*/ 1249102 w 2119654"/>
              <a:gd name="connsiteY62078" fmla="*/ 456361 h 2398711"/>
              <a:gd name="connsiteX62079" fmla="*/ 1216320 w 2119654"/>
              <a:gd name="connsiteY62079" fmla="*/ 529344 h 2398711"/>
              <a:gd name="connsiteX62080" fmla="*/ 1216164 w 2119654"/>
              <a:gd name="connsiteY62080" fmla="*/ 529707 h 2398711"/>
              <a:gd name="connsiteX62081" fmla="*/ 1216160 w 2119654"/>
              <a:gd name="connsiteY62081" fmla="*/ 529827 h 2398711"/>
              <a:gd name="connsiteX62082" fmla="*/ 1216876 w 2119654"/>
              <a:gd name="connsiteY62082" fmla="*/ 530410 h 2398711"/>
              <a:gd name="connsiteX62083" fmla="*/ 1218204 w 2119654"/>
              <a:gd name="connsiteY62083" fmla="*/ 524974 h 2398711"/>
              <a:gd name="connsiteX62084" fmla="*/ 1217633 w 2119654"/>
              <a:gd name="connsiteY62084" fmla="*/ 526300 h 2398711"/>
              <a:gd name="connsiteX62085" fmla="*/ 1217896 w 2119654"/>
              <a:gd name="connsiteY62085" fmla="*/ 526772 h 2398711"/>
              <a:gd name="connsiteX62086" fmla="*/ 1218362 w 2119654"/>
              <a:gd name="connsiteY62086" fmla="*/ 524726 h 2398711"/>
              <a:gd name="connsiteX62087" fmla="*/ 526179 w 2119654"/>
              <a:gd name="connsiteY62087" fmla="*/ 2074539 h 2398711"/>
              <a:gd name="connsiteX62088" fmla="*/ 528433 w 2119654"/>
              <a:gd name="connsiteY62088" fmla="*/ 2091554 h 2398711"/>
              <a:gd name="connsiteX62089" fmla="*/ 529475 w 2119654"/>
              <a:gd name="connsiteY62089" fmla="*/ 2098662 h 2398711"/>
              <a:gd name="connsiteX62090" fmla="*/ 544454 w 2119654"/>
              <a:gd name="connsiteY62090" fmla="*/ 2097214 h 2398711"/>
              <a:gd name="connsiteX62091" fmla="*/ 544637 w 2119654"/>
              <a:gd name="connsiteY62091" fmla="*/ 2097194 h 2398711"/>
              <a:gd name="connsiteX62092" fmla="*/ 537482 w 2119654"/>
              <a:gd name="connsiteY62092" fmla="*/ 2073439 h 2398711"/>
              <a:gd name="connsiteX62093" fmla="*/ 1241834 w 2119654"/>
              <a:gd name="connsiteY62093" fmla="*/ 471742 h 2398711"/>
              <a:gd name="connsiteX62094" fmla="*/ 1241745 w 2119654"/>
              <a:gd name="connsiteY62094" fmla="*/ 472586 h 2398711"/>
              <a:gd name="connsiteX62095" fmla="*/ 1242967 w 2119654"/>
              <a:gd name="connsiteY62095" fmla="*/ 473641 h 2398711"/>
              <a:gd name="connsiteX62096" fmla="*/ 546683 w 2119654"/>
              <a:gd name="connsiteY62096" fmla="*/ 2027948 h 2398711"/>
              <a:gd name="connsiteX62097" fmla="*/ 550219 w 2119654"/>
              <a:gd name="connsiteY62097" fmla="*/ 2029807 h 2398711"/>
              <a:gd name="connsiteX62098" fmla="*/ 551956 w 2119654"/>
              <a:gd name="connsiteY62098" fmla="*/ 2029256 h 2398711"/>
              <a:gd name="connsiteX62099" fmla="*/ 547388 w 2119654"/>
              <a:gd name="connsiteY62099" fmla="*/ 2027730 h 2398711"/>
              <a:gd name="connsiteX62100" fmla="*/ 1247681 w 2119654"/>
              <a:gd name="connsiteY62100" fmla="*/ 458153 h 2398711"/>
              <a:gd name="connsiteX62101" fmla="*/ 1250004 w 2119654"/>
              <a:gd name="connsiteY62101" fmla="*/ 461433 h 2398711"/>
              <a:gd name="connsiteX62102" fmla="*/ 1248570 w 2119654"/>
              <a:gd name="connsiteY62102" fmla="*/ 457032 h 2398711"/>
              <a:gd name="connsiteX62103" fmla="*/ 1262294 w 2119654"/>
              <a:gd name="connsiteY62103" fmla="*/ 424694 h 2398711"/>
              <a:gd name="connsiteX62104" fmla="*/ 1264710 w 2119654"/>
              <a:gd name="connsiteY62104" fmla="*/ 436837 h 2398711"/>
              <a:gd name="connsiteX62105" fmla="*/ 1267692 w 2119654"/>
              <a:gd name="connsiteY62105" fmla="*/ 433366 h 2398711"/>
              <a:gd name="connsiteX62106" fmla="*/ 1264038 w 2119654"/>
              <a:gd name="connsiteY62106" fmla="*/ 422688 h 2398711"/>
              <a:gd name="connsiteX62107" fmla="*/ 1248569 w 2119654"/>
              <a:gd name="connsiteY62107" fmla="*/ 455216 h 2398711"/>
              <a:gd name="connsiteX62108" fmla="*/ 1248663 w 2119654"/>
              <a:gd name="connsiteY62108" fmla="*/ 455507 h 2398711"/>
              <a:gd name="connsiteX62109" fmla="*/ 1248690 w 2119654"/>
              <a:gd name="connsiteY62109" fmla="*/ 455476 h 2398711"/>
              <a:gd name="connsiteX62110" fmla="*/ 1268068 w 2119654"/>
              <a:gd name="connsiteY62110" fmla="*/ 411039 h 2398711"/>
              <a:gd name="connsiteX62111" fmla="*/ 1270337 w 2119654"/>
              <a:gd name="connsiteY62111" fmla="*/ 414423 h 2398711"/>
              <a:gd name="connsiteX62112" fmla="*/ 1271232 w 2119654"/>
              <a:gd name="connsiteY62112" fmla="*/ 413393 h 2398711"/>
              <a:gd name="connsiteX62113" fmla="*/ 1272249 w 2119654"/>
              <a:gd name="connsiteY62113" fmla="*/ 412255 h 2398711"/>
              <a:gd name="connsiteX62114" fmla="*/ 1270862 w 2119654"/>
              <a:gd name="connsiteY62114" fmla="*/ 408771 h 2398711"/>
              <a:gd name="connsiteX62115" fmla="*/ 1227602 w 2119654"/>
              <a:gd name="connsiteY62115" fmla="*/ 501580 h 2398711"/>
              <a:gd name="connsiteX62116" fmla="*/ 1227646 w 2119654"/>
              <a:gd name="connsiteY62116" fmla="*/ 501776 h 2398711"/>
              <a:gd name="connsiteX62117" fmla="*/ 1227705 w 2119654"/>
              <a:gd name="connsiteY62117" fmla="*/ 501685 h 2398711"/>
              <a:gd name="connsiteX62118" fmla="*/ 584044 w 2119654"/>
              <a:gd name="connsiteY62118" fmla="*/ 1942453 h 2398711"/>
              <a:gd name="connsiteX62119" fmla="*/ 584300 w 2119654"/>
              <a:gd name="connsiteY62119" fmla="*/ 1942582 h 2398711"/>
              <a:gd name="connsiteX62120" fmla="*/ 584352 w 2119654"/>
              <a:gd name="connsiteY62120" fmla="*/ 1942384 h 2398711"/>
              <a:gd name="connsiteX62121" fmla="*/ 579451 w 2119654"/>
              <a:gd name="connsiteY62121" fmla="*/ 1952691 h 2398711"/>
              <a:gd name="connsiteX62122" fmla="*/ 579455 w 2119654"/>
              <a:gd name="connsiteY62122" fmla="*/ 1952723 h 2398711"/>
              <a:gd name="connsiteX62123" fmla="*/ 579465 w 2119654"/>
              <a:gd name="connsiteY62123" fmla="*/ 1952718 h 2398711"/>
              <a:gd name="connsiteX62124" fmla="*/ 559471 w 2119654"/>
              <a:gd name="connsiteY62124" fmla="*/ 1997070 h 2398711"/>
              <a:gd name="connsiteX62125" fmla="*/ 560100 w 2119654"/>
              <a:gd name="connsiteY62125" fmla="*/ 1997287 h 2398711"/>
              <a:gd name="connsiteX62126" fmla="*/ 560506 w 2119654"/>
              <a:gd name="connsiteY62126" fmla="*/ 1997409 h 2398711"/>
              <a:gd name="connsiteX62127" fmla="*/ 562509 w 2119654"/>
              <a:gd name="connsiteY62127" fmla="*/ 1996851 h 2398711"/>
              <a:gd name="connsiteX62128" fmla="*/ 561211 w 2119654"/>
              <a:gd name="connsiteY62128" fmla="*/ 1996871 h 2398711"/>
              <a:gd name="connsiteX62129" fmla="*/ 560364 w 2119654"/>
              <a:gd name="connsiteY62129" fmla="*/ 1996805 h 2398711"/>
              <a:gd name="connsiteX62130" fmla="*/ 559837 w 2119654"/>
              <a:gd name="connsiteY62130" fmla="*/ 1996869 h 2398711"/>
              <a:gd name="connsiteX62131" fmla="*/ 563551 w 2119654"/>
              <a:gd name="connsiteY62131" fmla="*/ 1987588 h 2398711"/>
              <a:gd name="connsiteX62132" fmla="*/ 565611 w 2119654"/>
              <a:gd name="connsiteY62132" fmla="*/ 1988301 h 2398711"/>
              <a:gd name="connsiteX62133" fmla="*/ 565537 w 2119654"/>
              <a:gd name="connsiteY62133" fmla="*/ 1987710 h 2398711"/>
              <a:gd name="connsiteX62134" fmla="*/ 1281167 w 2119654"/>
              <a:gd name="connsiteY62134" fmla="*/ 380699 h 2398711"/>
              <a:gd name="connsiteX62135" fmla="*/ 1281721 w 2119654"/>
              <a:gd name="connsiteY62135" fmla="*/ 398929 h 2398711"/>
              <a:gd name="connsiteX62136" fmla="*/ 1283013 w 2119654"/>
              <a:gd name="connsiteY62136" fmla="*/ 400205 h 2398711"/>
              <a:gd name="connsiteX62137" fmla="*/ 1292318 w 2119654"/>
              <a:gd name="connsiteY62137" fmla="*/ 389787 h 2398711"/>
              <a:gd name="connsiteX62138" fmla="*/ 1287831 w 2119654"/>
              <a:gd name="connsiteY62138" fmla="*/ 374248 h 2398711"/>
              <a:gd name="connsiteX62139" fmla="*/ 1244758 w 2119654"/>
              <a:gd name="connsiteY62139" fmla="*/ 461843 h 2398711"/>
              <a:gd name="connsiteX62140" fmla="*/ 1246238 w 2119654"/>
              <a:gd name="connsiteY62140" fmla="*/ 465802 h 2398711"/>
              <a:gd name="connsiteX62141" fmla="*/ 1250266 w 2119654"/>
              <a:gd name="connsiteY62141" fmla="*/ 470445 h 2398711"/>
              <a:gd name="connsiteX62142" fmla="*/ 1252170 w 2119654"/>
              <a:gd name="connsiteY62142" fmla="*/ 468076 h 2398711"/>
              <a:gd name="connsiteX62143" fmla="*/ 1250938 w 2119654"/>
              <a:gd name="connsiteY62143" fmla="*/ 464295 h 2398711"/>
              <a:gd name="connsiteX62144" fmla="*/ 1250081 w 2119654"/>
              <a:gd name="connsiteY62144" fmla="*/ 462693 h 2398711"/>
              <a:gd name="connsiteX62145" fmla="*/ 1247250 w 2119654"/>
              <a:gd name="connsiteY62145" fmla="*/ 458697 h 2398711"/>
              <a:gd name="connsiteX62146" fmla="*/ 559135 w 2119654"/>
              <a:gd name="connsiteY62146" fmla="*/ 1996954 h 2398711"/>
              <a:gd name="connsiteX62147" fmla="*/ 559241 w 2119654"/>
              <a:gd name="connsiteY62147" fmla="*/ 1996990 h 2398711"/>
              <a:gd name="connsiteX62148" fmla="*/ 559356 w 2119654"/>
              <a:gd name="connsiteY62148" fmla="*/ 1996927 h 2398711"/>
              <a:gd name="connsiteX62149" fmla="*/ 1230737 w 2119654"/>
              <a:gd name="connsiteY62149" fmla="*/ 492930 h 2398711"/>
              <a:gd name="connsiteX62150" fmla="*/ 1230770 w 2119654"/>
              <a:gd name="connsiteY62150" fmla="*/ 496888 h 2398711"/>
              <a:gd name="connsiteX62151" fmla="*/ 1231883 w 2119654"/>
              <a:gd name="connsiteY62151" fmla="*/ 495146 h 2398711"/>
              <a:gd name="connsiteX62152" fmla="*/ 1276422 w 2119654"/>
              <a:gd name="connsiteY62152" fmla="*/ 390510 h 2398711"/>
              <a:gd name="connsiteX62153" fmla="*/ 1276450 w 2119654"/>
              <a:gd name="connsiteY62153" fmla="*/ 393726 h 2398711"/>
              <a:gd name="connsiteX62154" fmla="*/ 1278063 w 2119654"/>
              <a:gd name="connsiteY62154" fmla="*/ 395319 h 2398711"/>
              <a:gd name="connsiteX62155" fmla="*/ 569409 w 2119654"/>
              <a:gd name="connsiteY62155" fmla="*/ 1972923 h 2398711"/>
              <a:gd name="connsiteX62156" fmla="*/ 574353 w 2119654"/>
              <a:gd name="connsiteY62156" fmla="*/ 1972106 h 2398711"/>
              <a:gd name="connsiteX62157" fmla="*/ 575315 w 2119654"/>
              <a:gd name="connsiteY62157" fmla="*/ 1971853 h 2398711"/>
              <a:gd name="connsiteX62158" fmla="*/ 574480 w 2119654"/>
              <a:gd name="connsiteY62158" fmla="*/ 1971812 h 2398711"/>
              <a:gd name="connsiteX62159" fmla="*/ 1266252 w 2119654"/>
              <a:gd name="connsiteY62159" fmla="*/ 412513 h 2398711"/>
              <a:gd name="connsiteX62160" fmla="*/ 1268090 w 2119654"/>
              <a:gd name="connsiteY62160" fmla="*/ 417007 h 2398711"/>
              <a:gd name="connsiteX62161" fmla="*/ 1269446 w 2119654"/>
              <a:gd name="connsiteY62161" fmla="*/ 415447 h 2398711"/>
              <a:gd name="connsiteX62162" fmla="*/ 1267047 w 2119654"/>
              <a:gd name="connsiteY62162" fmla="*/ 411867 h 2398711"/>
              <a:gd name="connsiteX62163" fmla="*/ 565134 w 2119654"/>
              <a:gd name="connsiteY62163" fmla="*/ 1982170 h 2398711"/>
              <a:gd name="connsiteX62164" fmla="*/ 565347 w 2119654"/>
              <a:gd name="connsiteY62164" fmla="*/ 1983853 h 2398711"/>
              <a:gd name="connsiteX62165" fmla="*/ 575126 w 2119654"/>
              <a:gd name="connsiteY62165" fmla="*/ 1983281 h 2398711"/>
              <a:gd name="connsiteX62166" fmla="*/ 575233 w 2119654"/>
              <a:gd name="connsiteY62166" fmla="*/ 1982800 h 2398711"/>
              <a:gd name="connsiteX62167" fmla="*/ 570142 w 2119654"/>
              <a:gd name="connsiteY62167" fmla="*/ 1982505 h 2398711"/>
              <a:gd name="connsiteX62168" fmla="*/ 567364 w 2119654"/>
              <a:gd name="connsiteY62168" fmla="*/ 1982232 h 2398711"/>
              <a:gd name="connsiteX62169" fmla="*/ 1228380 w 2119654"/>
              <a:gd name="connsiteY62169" fmla="*/ 496928 h 2398711"/>
              <a:gd name="connsiteX62170" fmla="*/ 1228789 w 2119654"/>
              <a:gd name="connsiteY62170" fmla="*/ 498936 h 2398711"/>
              <a:gd name="connsiteX62171" fmla="*/ 1229136 w 2119654"/>
              <a:gd name="connsiteY62171" fmla="*/ 499445 h 2398711"/>
              <a:gd name="connsiteX62172" fmla="*/ 1229160 w 2119654"/>
              <a:gd name="connsiteY62172" fmla="*/ 499408 h 2398711"/>
              <a:gd name="connsiteX62173" fmla="*/ 1243115 w 2119654"/>
              <a:gd name="connsiteY62173" fmla="*/ 463916 h 2398711"/>
              <a:gd name="connsiteX62174" fmla="*/ 1244980 w 2119654"/>
              <a:gd name="connsiteY62174" fmla="*/ 467056 h 2398711"/>
              <a:gd name="connsiteX62175" fmla="*/ 1244198 w 2119654"/>
              <a:gd name="connsiteY62175" fmla="*/ 464683 h 2398711"/>
              <a:gd name="connsiteX62176" fmla="*/ 1243350 w 2119654"/>
              <a:gd name="connsiteY62176" fmla="*/ 463620 h 2398711"/>
              <a:gd name="connsiteX62177" fmla="*/ 1242850 w 2119654"/>
              <a:gd name="connsiteY62177" fmla="*/ 464252 h 2398711"/>
              <a:gd name="connsiteX62178" fmla="*/ 1245415 w 2119654"/>
              <a:gd name="connsiteY62178" fmla="*/ 468378 h 2398711"/>
              <a:gd name="connsiteX62179" fmla="*/ 1245378 w 2119654"/>
              <a:gd name="connsiteY62179" fmla="*/ 468263 h 2398711"/>
              <a:gd name="connsiteX62180" fmla="*/ 1242933 w 2119654"/>
              <a:gd name="connsiteY62180" fmla="*/ 464147 h 2398711"/>
              <a:gd name="connsiteX62181" fmla="*/ 1227122 w 2119654"/>
              <a:gd name="connsiteY62181" fmla="*/ 499442 h 2398711"/>
              <a:gd name="connsiteX62182" fmla="*/ 1227231 w 2119654"/>
              <a:gd name="connsiteY62182" fmla="*/ 499923 h 2398711"/>
              <a:gd name="connsiteX62183" fmla="*/ 1228201 w 2119654"/>
              <a:gd name="connsiteY62183" fmla="*/ 500908 h 2398711"/>
              <a:gd name="connsiteX62184" fmla="*/ 1228254 w 2119654"/>
              <a:gd name="connsiteY62184" fmla="*/ 500826 h 2398711"/>
              <a:gd name="connsiteX62185" fmla="*/ 1242587 w 2119654"/>
              <a:gd name="connsiteY62185" fmla="*/ 464620 h 2398711"/>
              <a:gd name="connsiteX62186" fmla="*/ 1241867 w 2119654"/>
              <a:gd name="connsiteY62186" fmla="*/ 471435 h 2398711"/>
              <a:gd name="connsiteX62187" fmla="*/ 1243410 w 2119654"/>
              <a:gd name="connsiteY62187" fmla="*/ 474023 h 2398711"/>
              <a:gd name="connsiteX62188" fmla="*/ 1245761 w 2119654"/>
              <a:gd name="connsiteY62188" fmla="*/ 476050 h 2398711"/>
              <a:gd name="connsiteX62189" fmla="*/ 1247307 w 2119654"/>
              <a:gd name="connsiteY62189" fmla="*/ 474127 h 2398711"/>
              <a:gd name="connsiteX62190" fmla="*/ 1246055 w 2119654"/>
              <a:gd name="connsiteY62190" fmla="*/ 470322 h 2398711"/>
              <a:gd name="connsiteX62191" fmla="*/ 1240390 w 2119654"/>
              <a:gd name="connsiteY62191" fmla="*/ 469322 h 2398711"/>
              <a:gd name="connsiteX62192" fmla="*/ 1240801 w 2119654"/>
              <a:gd name="connsiteY62192" fmla="*/ 471771 h 2398711"/>
              <a:gd name="connsiteX62193" fmla="*/ 1241513 w 2119654"/>
              <a:gd name="connsiteY62193" fmla="*/ 472385 h 2398711"/>
              <a:gd name="connsiteX62194" fmla="*/ 1241618 w 2119654"/>
              <a:gd name="connsiteY62194" fmla="*/ 471379 h 2398711"/>
              <a:gd name="connsiteX62195" fmla="*/ 1230716 w 2119654"/>
              <a:gd name="connsiteY62195" fmla="*/ 490360 h 2398711"/>
              <a:gd name="connsiteX62196" fmla="*/ 1230732 w 2119654"/>
              <a:gd name="connsiteY62196" fmla="*/ 492211 h 2398711"/>
              <a:gd name="connsiteX62197" fmla="*/ 1232086 w 2119654"/>
              <a:gd name="connsiteY62197" fmla="*/ 494829 h 2398711"/>
              <a:gd name="connsiteX62198" fmla="*/ 1233232 w 2119654"/>
              <a:gd name="connsiteY62198" fmla="*/ 493035 h 2398711"/>
              <a:gd name="connsiteX62199" fmla="*/ 1230795 w 2119654"/>
              <a:gd name="connsiteY62199" fmla="*/ 490435 h 2398711"/>
              <a:gd name="connsiteX62200" fmla="*/ 1257554 w 2119654"/>
              <a:gd name="connsiteY62200" fmla="*/ 430147 h 2398711"/>
              <a:gd name="connsiteX62201" fmla="*/ 1264280 w 2119654"/>
              <a:gd name="connsiteY62201" fmla="*/ 437338 h 2398711"/>
              <a:gd name="connsiteX62202" fmla="*/ 1264299 w 2119654"/>
              <a:gd name="connsiteY62202" fmla="*/ 437313 h 2398711"/>
              <a:gd name="connsiteX62203" fmla="*/ 1261884 w 2119654"/>
              <a:gd name="connsiteY62203" fmla="*/ 425167 h 2398711"/>
              <a:gd name="connsiteX62204" fmla="*/ 557139 w 2119654"/>
              <a:gd name="connsiteY62204" fmla="*/ 1998347 h 2398711"/>
              <a:gd name="connsiteX62205" fmla="*/ 559267 w 2119654"/>
              <a:gd name="connsiteY62205" fmla="*/ 1997754 h 2398711"/>
              <a:gd name="connsiteX62206" fmla="*/ 558625 w 2119654"/>
              <a:gd name="connsiteY62206" fmla="*/ 1997533 h 2398711"/>
              <a:gd name="connsiteX62207" fmla="*/ 1223620 w 2119654"/>
              <a:gd name="connsiteY62207" fmla="*/ 505865 h 2398711"/>
              <a:gd name="connsiteX62208" fmla="*/ 1223343 w 2119654"/>
              <a:gd name="connsiteY62208" fmla="*/ 508512 h 2398711"/>
              <a:gd name="connsiteX62209" fmla="*/ 1224173 w 2119654"/>
              <a:gd name="connsiteY62209" fmla="*/ 507214 h 2398711"/>
              <a:gd name="connsiteX62210" fmla="*/ 544334 w 2119654"/>
              <a:gd name="connsiteY62210" fmla="*/ 2026712 h 2398711"/>
              <a:gd name="connsiteX62211" fmla="*/ 545840 w 2119654"/>
              <a:gd name="connsiteY62211" fmla="*/ 2027504 h 2398711"/>
              <a:gd name="connsiteX62212" fmla="*/ 546293 w 2119654"/>
              <a:gd name="connsiteY62212" fmla="*/ 2027365 h 2398711"/>
              <a:gd name="connsiteX62213" fmla="*/ 544339 w 2119654"/>
              <a:gd name="connsiteY62213" fmla="*/ 2026711 h 2398711"/>
              <a:gd name="connsiteX62214" fmla="*/ 550855 w 2119654"/>
              <a:gd name="connsiteY62214" fmla="*/ 2011872 h 2398711"/>
              <a:gd name="connsiteX62215" fmla="*/ 553675 w 2119654"/>
              <a:gd name="connsiteY62215" fmla="*/ 2012767 h 2398711"/>
              <a:gd name="connsiteX62216" fmla="*/ 556068 w 2119654"/>
              <a:gd name="connsiteY62216" fmla="*/ 2012095 h 2398711"/>
              <a:gd name="connsiteX62217" fmla="*/ 1240119 w 2119654"/>
              <a:gd name="connsiteY62217" fmla="*/ 467698 h 2398711"/>
              <a:gd name="connsiteX62218" fmla="*/ 1240307 w 2119654"/>
              <a:gd name="connsiteY62218" fmla="*/ 468817 h 2398711"/>
              <a:gd name="connsiteX62219" fmla="*/ 1241650 w 2119654"/>
              <a:gd name="connsiteY62219" fmla="*/ 471074 h 2398711"/>
              <a:gd name="connsiteX62220" fmla="*/ 1242296 w 2119654"/>
              <a:gd name="connsiteY62220" fmla="*/ 464949 h 2398711"/>
              <a:gd name="connsiteX62221" fmla="*/ 1242972 w 2119654"/>
              <a:gd name="connsiteY62221" fmla="*/ 460958 h 2398711"/>
              <a:gd name="connsiteX62222" fmla="*/ 1242871 w 2119654"/>
              <a:gd name="connsiteY62222" fmla="*/ 461919 h 2398711"/>
              <a:gd name="connsiteX62223" fmla="*/ 1243012 w 2119654"/>
              <a:gd name="connsiteY62223" fmla="*/ 462082 h 2398711"/>
              <a:gd name="connsiteX62224" fmla="*/ 1243251 w 2119654"/>
              <a:gd name="connsiteY62224" fmla="*/ 461804 h 2398711"/>
              <a:gd name="connsiteX62225" fmla="*/ 1263671 w 2119654"/>
              <a:gd name="connsiteY62225" fmla="*/ 414607 h 2398711"/>
              <a:gd name="connsiteX62226" fmla="*/ 1265811 w 2119654"/>
              <a:gd name="connsiteY62226" fmla="*/ 419629 h 2398711"/>
              <a:gd name="connsiteX62227" fmla="*/ 1267921 w 2119654"/>
              <a:gd name="connsiteY62227" fmla="*/ 417201 h 2398711"/>
              <a:gd name="connsiteX62228" fmla="*/ 1266119 w 2119654"/>
              <a:gd name="connsiteY62228" fmla="*/ 412620 h 2398711"/>
              <a:gd name="connsiteX62229" fmla="*/ 576777 w 2119654"/>
              <a:gd name="connsiteY62229" fmla="*/ 1952489 h 2398711"/>
              <a:gd name="connsiteX62230" fmla="*/ 577828 w 2119654"/>
              <a:gd name="connsiteY62230" fmla="*/ 1953160 h 2398711"/>
              <a:gd name="connsiteX62231" fmla="*/ 578652 w 2119654"/>
              <a:gd name="connsiteY62231" fmla="*/ 1953159 h 2398711"/>
              <a:gd name="connsiteX62232" fmla="*/ 579074 w 2119654"/>
              <a:gd name="connsiteY62232" fmla="*/ 1952930 h 2398711"/>
              <a:gd name="connsiteX62233" fmla="*/ 579000 w 2119654"/>
              <a:gd name="connsiteY62233" fmla="*/ 1952157 h 2398711"/>
              <a:gd name="connsiteX62234" fmla="*/ 581870 w 2119654"/>
              <a:gd name="connsiteY62234" fmla="*/ 1941025 h 2398711"/>
              <a:gd name="connsiteX62235" fmla="*/ 582219 w 2119654"/>
              <a:gd name="connsiteY62235" fmla="*/ 1941531 h 2398711"/>
              <a:gd name="connsiteX62236" fmla="*/ 583348 w 2119654"/>
              <a:gd name="connsiteY62236" fmla="*/ 1942102 h 2398711"/>
              <a:gd name="connsiteX62237" fmla="*/ 584495 w 2119654"/>
              <a:gd name="connsiteY62237" fmla="*/ 1941843 h 2398711"/>
              <a:gd name="connsiteX62238" fmla="*/ 584650 w 2119654"/>
              <a:gd name="connsiteY62238" fmla="*/ 1941255 h 2398711"/>
              <a:gd name="connsiteX62239" fmla="*/ 584593 w 2119654"/>
              <a:gd name="connsiteY62239" fmla="*/ 1941201 h 2398711"/>
              <a:gd name="connsiteX62240" fmla="*/ 565441 w 2119654"/>
              <a:gd name="connsiteY62240" fmla="*/ 1977741 h 2398711"/>
              <a:gd name="connsiteX62241" fmla="*/ 576298 w 2119654"/>
              <a:gd name="connsiteY62241" fmla="*/ 1977979 h 2398711"/>
              <a:gd name="connsiteX62242" fmla="*/ 576377 w 2119654"/>
              <a:gd name="connsiteY62242" fmla="*/ 1977622 h 2398711"/>
              <a:gd name="connsiteX62243" fmla="*/ 575725 w 2119654"/>
              <a:gd name="connsiteY62243" fmla="*/ 1977511 h 2398711"/>
              <a:gd name="connsiteX62244" fmla="*/ 575515 w 2119654"/>
              <a:gd name="connsiteY62244" fmla="*/ 1977229 h 2398711"/>
              <a:gd name="connsiteX62245" fmla="*/ 576430 w 2119654"/>
              <a:gd name="connsiteY62245" fmla="*/ 1977385 h 2398711"/>
              <a:gd name="connsiteX62246" fmla="*/ 576737 w 2119654"/>
              <a:gd name="connsiteY62246" fmla="*/ 1975999 h 2398711"/>
              <a:gd name="connsiteX62247" fmla="*/ 572437 w 2119654"/>
              <a:gd name="connsiteY62247" fmla="*/ 1975096 h 2398711"/>
              <a:gd name="connsiteX62248" fmla="*/ 1281008 w 2119654"/>
              <a:gd name="connsiteY62248" fmla="*/ 375439 h 2398711"/>
              <a:gd name="connsiteX62249" fmla="*/ 1281168 w 2119654"/>
              <a:gd name="connsiteY62249" fmla="*/ 380696 h 2398711"/>
              <a:gd name="connsiteX62250" fmla="*/ 1287805 w 2119654"/>
              <a:gd name="connsiteY62250" fmla="*/ 374158 h 2398711"/>
              <a:gd name="connsiteX62251" fmla="*/ 1286967 w 2119654"/>
              <a:gd name="connsiteY62251" fmla="*/ 371258 h 2398711"/>
              <a:gd name="connsiteX62252" fmla="*/ 1255345 w 2119654"/>
              <a:gd name="connsiteY62252" fmla="*/ 432689 h 2398711"/>
              <a:gd name="connsiteX62253" fmla="*/ 1257001 w 2119654"/>
              <a:gd name="connsiteY62253" fmla="*/ 442572 h 2398711"/>
              <a:gd name="connsiteX62254" fmla="*/ 1257358 w 2119654"/>
              <a:gd name="connsiteY62254" fmla="*/ 445390 h 2398711"/>
              <a:gd name="connsiteX62255" fmla="*/ 1263122 w 2119654"/>
              <a:gd name="connsiteY62255" fmla="*/ 438684 h 2398711"/>
              <a:gd name="connsiteX62256" fmla="*/ 1256390 w 2119654"/>
              <a:gd name="connsiteY62256" fmla="*/ 431486 h 2398711"/>
              <a:gd name="connsiteX62257" fmla="*/ 566894 w 2119654"/>
              <a:gd name="connsiteY62257" fmla="*/ 1973757 h 2398711"/>
              <a:gd name="connsiteX62258" fmla="*/ 569439 w 2119654"/>
              <a:gd name="connsiteY62258" fmla="*/ 1974292 h 2398711"/>
              <a:gd name="connsiteX62259" fmla="*/ 571381 w 2119654"/>
              <a:gd name="connsiteY62259" fmla="*/ 1974673 h 2398711"/>
              <a:gd name="connsiteX62260" fmla="*/ 577544 w 2119654"/>
              <a:gd name="connsiteY62260" fmla="*/ 1972341 h 2398711"/>
              <a:gd name="connsiteX62261" fmla="*/ 577623 w 2119654"/>
              <a:gd name="connsiteY62261" fmla="*/ 1971985 h 2398711"/>
              <a:gd name="connsiteX62262" fmla="*/ 1238479 w 2119654"/>
              <a:gd name="connsiteY62262" fmla="*/ 469769 h 2398711"/>
              <a:gd name="connsiteX62263" fmla="*/ 1240007 w 2119654"/>
              <a:gd name="connsiteY62263" fmla="*/ 471087 h 2398711"/>
              <a:gd name="connsiteX62264" fmla="*/ 1239558 w 2119654"/>
              <a:gd name="connsiteY62264" fmla="*/ 468406 h 2398711"/>
              <a:gd name="connsiteX62265" fmla="*/ 1226745 w 2119654"/>
              <a:gd name="connsiteY62265" fmla="*/ 495946 h 2398711"/>
              <a:gd name="connsiteX62266" fmla="*/ 1228555 w 2119654"/>
              <a:gd name="connsiteY62266" fmla="*/ 498595 h 2398711"/>
              <a:gd name="connsiteX62267" fmla="*/ 1227916 w 2119654"/>
              <a:gd name="connsiteY62267" fmla="*/ 495449 h 2398711"/>
              <a:gd name="connsiteX62268" fmla="*/ 1227584 w 2119654"/>
              <a:gd name="connsiteY62268" fmla="*/ 494396 h 2398711"/>
              <a:gd name="connsiteX62269" fmla="*/ 564643 w 2119654"/>
              <a:gd name="connsiteY62269" fmla="*/ 1978282 h 2398711"/>
              <a:gd name="connsiteX62270" fmla="*/ 565028 w 2119654"/>
              <a:gd name="connsiteY62270" fmla="*/ 1981330 h 2398711"/>
              <a:gd name="connsiteX62271" fmla="*/ 575450 w 2119654"/>
              <a:gd name="connsiteY62271" fmla="*/ 1981817 h 2398711"/>
              <a:gd name="connsiteX62272" fmla="*/ 576175 w 2119654"/>
              <a:gd name="connsiteY62272" fmla="*/ 1978535 h 2398711"/>
              <a:gd name="connsiteX62273" fmla="*/ 1226043 w 2119654"/>
              <a:gd name="connsiteY62273" fmla="*/ 497244 h 2398711"/>
              <a:gd name="connsiteX62274" fmla="*/ 1228570 w 2119654"/>
              <a:gd name="connsiteY62274" fmla="*/ 500331 h 2398711"/>
              <a:gd name="connsiteX62275" fmla="*/ 1228765 w 2119654"/>
              <a:gd name="connsiteY62275" fmla="*/ 500025 h 2398711"/>
              <a:gd name="connsiteX62276" fmla="*/ 1226435 w 2119654"/>
              <a:gd name="connsiteY62276" fmla="*/ 496518 h 2398711"/>
              <a:gd name="connsiteX62277" fmla="*/ 1225527 w 2119654"/>
              <a:gd name="connsiteY62277" fmla="*/ 498195 h 2398711"/>
              <a:gd name="connsiteX62278" fmla="*/ 1227016 w 2119654"/>
              <a:gd name="connsiteY62278" fmla="*/ 499706 h 2398711"/>
              <a:gd name="connsiteX62279" fmla="*/ 1226895 w 2119654"/>
              <a:gd name="connsiteY62279" fmla="*/ 499164 h 2398711"/>
              <a:gd name="connsiteX62280" fmla="*/ 1225756 w 2119654"/>
              <a:gd name="connsiteY62280" fmla="*/ 497772 h 2398711"/>
              <a:gd name="connsiteX62281" fmla="*/ 1225058 w 2119654"/>
              <a:gd name="connsiteY62281" fmla="*/ 499063 h 2398711"/>
              <a:gd name="connsiteX62282" fmla="*/ 1227473 w 2119654"/>
              <a:gd name="connsiteY62282" fmla="*/ 502048 h 2398711"/>
              <a:gd name="connsiteX62283" fmla="*/ 1227525 w 2119654"/>
              <a:gd name="connsiteY62283" fmla="*/ 501967 h 2398711"/>
              <a:gd name="connsiteX62284" fmla="*/ 1227389 w 2119654"/>
              <a:gd name="connsiteY62284" fmla="*/ 501363 h 2398711"/>
              <a:gd name="connsiteX62285" fmla="*/ 1225081 w 2119654"/>
              <a:gd name="connsiteY62285" fmla="*/ 499021 h 2398711"/>
              <a:gd name="connsiteX62286" fmla="*/ 1241753 w 2119654"/>
              <a:gd name="connsiteY62286" fmla="*/ 461624 h 2398711"/>
              <a:gd name="connsiteX62287" fmla="*/ 1242429 w 2119654"/>
              <a:gd name="connsiteY62287" fmla="*/ 462762 h 2398711"/>
              <a:gd name="connsiteX62288" fmla="*/ 1242541 w 2119654"/>
              <a:gd name="connsiteY62288" fmla="*/ 462631 h 2398711"/>
              <a:gd name="connsiteX62289" fmla="*/ 1242543 w 2119654"/>
              <a:gd name="connsiteY62289" fmla="*/ 462612 h 2398711"/>
              <a:gd name="connsiteX62290" fmla="*/ 1224472 w 2119654"/>
              <a:gd name="connsiteY62290" fmla="*/ 500144 h 2398711"/>
              <a:gd name="connsiteX62291" fmla="*/ 1226188 w 2119654"/>
              <a:gd name="connsiteY62291" fmla="*/ 504059 h 2398711"/>
              <a:gd name="connsiteX62292" fmla="*/ 1227287 w 2119654"/>
              <a:gd name="connsiteY62292" fmla="*/ 502339 h 2398711"/>
              <a:gd name="connsiteX62293" fmla="*/ 1224874 w 2119654"/>
              <a:gd name="connsiteY62293" fmla="*/ 499402 h 2398711"/>
              <a:gd name="connsiteX62294" fmla="*/ 1224160 w 2119654"/>
              <a:gd name="connsiteY62294" fmla="*/ 500721 h 2398711"/>
              <a:gd name="connsiteX62295" fmla="*/ 1223924 w 2119654"/>
              <a:gd name="connsiteY62295" fmla="*/ 502970 h 2398711"/>
              <a:gd name="connsiteX62296" fmla="*/ 1224137 w 2119654"/>
              <a:gd name="connsiteY62296" fmla="*/ 503490 h 2398711"/>
              <a:gd name="connsiteX62297" fmla="*/ 1225503 w 2119654"/>
              <a:gd name="connsiteY62297" fmla="*/ 505132 h 2398711"/>
              <a:gd name="connsiteX62298" fmla="*/ 1225938 w 2119654"/>
              <a:gd name="connsiteY62298" fmla="*/ 504450 h 2398711"/>
              <a:gd name="connsiteX62299" fmla="*/ 1224276 w 2119654"/>
              <a:gd name="connsiteY62299" fmla="*/ 500508 h 2398711"/>
              <a:gd name="connsiteX62300" fmla="*/ 539247 w 2119654"/>
              <a:gd name="connsiteY62300" fmla="*/ 2034081 h 2398711"/>
              <a:gd name="connsiteX62301" fmla="*/ 559082 w 2119654"/>
              <a:gd name="connsiteY62301" fmla="*/ 2038291 h 2398711"/>
              <a:gd name="connsiteX62302" fmla="*/ 561451 w 2119654"/>
              <a:gd name="connsiteY62302" fmla="*/ 2037836 h 2398711"/>
              <a:gd name="connsiteX62303" fmla="*/ 560321 w 2119654"/>
              <a:gd name="connsiteY62303" fmla="*/ 2037242 h 2398711"/>
              <a:gd name="connsiteX62304" fmla="*/ 552837 w 2119654"/>
              <a:gd name="connsiteY62304" fmla="*/ 2036362 h 2398711"/>
              <a:gd name="connsiteX62305" fmla="*/ 552576 w 2119654"/>
              <a:gd name="connsiteY62305" fmla="*/ 2036049 h 2398711"/>
              <a:gd name="connsiteX62306" fmla="*/ 559628 w 2119654"/>
              <a:gd name="connsiteY62306" fmla="*/ 2036878 h 2398711"/>
              <a:gd name="connsiteX62307" fmla="*/ 548700 w 2119654"/>
              <a:gd name="connsiteY62307" fmla="*/ 2031132 h 2398711"/>
              <a:gd name="connsiteX62308" fmla="*/ 543102 w 2119654"/>
              <a:gd name="connsiteY62308" fmla="*/ 2032910 h 2398711"/>
              <a:gd name="connsiteX62309" fmla="*/ 1224200 w 2119654"/>
              <a:gd name="connsiteY62309" fmla="*/ 500331 h 2398711"/>
              <a:gd name="connsiteX62310" fmla="*/ 1224189 w 2119654"/>
              <a:gd name="connsiteY62310" fmla="*/ 500442 h 2398711"/>
              <a:gd name="connsiteX62311" fmla="*/ 1224222 w 2119654"/>
              <a:gd name="connsiteY62311" fmla="*/ 500380 h 2398711"/>
              <a:gd name="connsiteX62312" fmla="*/ 1224762 w 2119654"/>
              <a:gd name="connsiteY62312" fmla="*/ 498698 h 2398711"/>
              <a:gd name="connsiteX62313" fmla="*/ 1224985 w 2119654"/>
              <a:gd name="connsiteY62313" fmla="*/ 498972 h 2398711"/>
              <a:gd name="connsiteX62314" fmla="*/ 1225002 w 2119654"/>
              <a:gd name="connsiteY62314" fmla="*/ 498940 h 2398711"/>
              <a:gd name="connsiteX62315" fmla="*/ 1253051 w 2119654"/>
              <a:gd name="connsiteY62315" fmla="*/ 435327 h 2398711"/>
              <a:gd name="connsiteX62316" fmla="*/ 1256329 w 2119654"/>
              <a:gd name="connsiteY62316" fmla="*/ 445446 h 2398711"/>
              <a:gd name="connsiteX62317" fmla="*/ 1254793 w 2119654"/>
              <a:gd name="connsiteY62317" fmla="*/ 433323 h 2398711"/>
              <a:gd name="connsiteX62318" fmla="*/ 1274363 w 2119654"/>
              <a:gd name="connsiteY62318" fmla="*/ 387562 h 2398711"/>
              <a:gd name="connsiteX62319" fmla="*/ 1275270 w 2119654"/>
              <a:gd name="connsiteY62319" fmla="*/ 392561 h 2398711"/>
              <a:gd name="connsiteX62320" fmla="*/ 1275550 w 2119654"/>
              <a:gd name="connsiteY62320" fmla="*/ 392838 h 2398711"/>
              <a:gd name="connsiteX62321" fmla="*/ 1275689 w 2119654"/>
              <a:gd name="connsiteY62321" fmla="*/ 388364 h 2398711"/>
              <a:gd name="connsiteX62322" fmla="*/ 1275566 w 2119654"/>
              <a:gd name="connsiteY62322" fmla="*/ 388001 h 2398711"/>
              <a:gd name="connsiteX62323" fmla="*/ 1275698 w 2119654"/>
              <a:gd name="connsiteY62323" fmla="*/ 388071 h 2398711"/>
              <a:gd name="connsiteX62324" fmla="*/ 1275761 w 2119654"/>
              <a:gd name="connsiteY62324" fmla="*/ 386097 h 2398711"/>
              <a:gd name="connsiteX62325" fmla="*/ 1221357 w 2119654"/>
              <a:gd name="connsiteY62325" fmla="*/ 505974 h 2398711"/>
              <a:gd name="connsiteX62326" fmla="*/ 1221396 w 2119654"/>
              <a:gd name="connsiteY62326" fmla="*/ 506061 h 2398711"/>
              <a:gd name="connsiteX62327" fmla="*/ 1221418 w 2119654"/>
              <a:gd name="connsiteY62327" fmla="*/ 505855 h 2398711"/>
              <a:gd name="connsiteX62328" fmla="*/ 559425 w 2119654"/>
              <a:gd name="connsiteY62328" fmla="*/ 1988071 h 2398711"/>
              <a:gd name="connsiteX62329" fmla="*/ 563816 w 2119654"/>
              <a:gd name="connsiteY62329" fmla="*/ 1989971 h 2398711"/>
              <a:gd name="connsiteX62330" fmla="*/ 564362 w 2119654"/>
              <a:gd name="connsiteY62330" fmla="*/ 1989892 h 2398711"/>
              <a:gd name="connsiteX62331" fmla="*/ 559896 w 2119654"/>
              <a:gd name="connsiteY62331" fmla="*/ 1987969 h 2398711"/>
              <a:gd name="connsiteX62332" fmla="*/ 1270188 w 2119654"/>
              <a:gd name="connsiteY62332" fmla="*/ 396411 h 2398711"/>
              <a:gd name="connsiteX62333" fmla="*/ 1273744 w 2119654"/>
              <a:gd name="connsiteY62333" fmla="*/ 406197 h 2398711"/>
              <a:gd name="connsiteX62334" fmla="*/ 1275167 w 2119654"/>
              <a:gd name="connsiteY62334" fmla="*/ 405042 h 2398711"/>
              <a:gd name="connsiteX62335" fmla="*/ 1275208 w 2119654"/>
              <a:gd name="connsiteY62335" fmla="*/ 403748 h 2398711"/>
              <a:gd name="connsiteX62336" fmla="*/ 1228911 w 2119654"/>
              <a:gd name="connsiteY62336" fmla="*/ 488693 h 2398711"/>
              <a:gd name="connsiteX62337" fmla="*/ 1230521 w 2119654"/>
              <a:gd name="connsiteY62337" fmla="*/ 491804 h 2398711"/>
              <a:gd name="connsiteX62338" fmla="*/ 1230507 w 2119654"/>
              <a:gd name="connsiteY62338" fmla="*/ 490161 h 2398711"/>
              <a:gd name="connsiteX62339" fmla="*/ 1229174 w 2119654"/>
              <a:gd name="connsiteY62339" fmla="*/ 488897 h 2398711"/>
              <a:gd name="connsiteX62340" fmla="*/ 1224363 w 2119654"/>
              <a:gd name="connsiteY62340" fmla="*/ 498779 h 2398711"/>
              <a:gd name="connsiteX62341" fmla="*/ 1224269 w 2119654"/>
              <a:gd name="connsiteY62341" fmla="*/ 499680 h 2398711"/>
              <a:gd name="connsiteX62342" fmla="*/ 1224418 w 2119654"/>
              <a:gd name="connsiteY62342" fmla="*/ 500019 h 2398711"/>
              <a:gd name="connsiteX62343" fmla="*/ 1224801 w 2119654"/>
              <a:gd name="connsiteY62343" fmla="*/ 499312 h 2398711"/>
              <a:gd name="connsiteX62344" fmla="*/ 1260769 w 2119654"/>
              <a:gd name="connsiteY62344" fmla="*/ 417024 h 2398711"/>
              <a:gd name="connsiteX62345" fmla="*/ 1262130 w 2119654"/>
              <a:gd name="connsiteY62345" fmla="*/ 423864 h 2398711"/>
              <a:gd name="connsiteX62346" fmla="*/ 1263787 w 2119654"/>
              <a:gd name="connsiteY62346" fmla="*/ 421956 h 2398711"/>
              <a:gd name="connsiteX62347" fmla="*/ 1261805 w 2119654"/>
              <a:gd name="connsiteY62347" fmla="*/ 416159 h 2398711"/>
              <a:gd name="connsiteX62348" fmla="*/ 531478 w 2119654"/>
              <a:gd name="connsiteY62348" fmla="*/ 2050015 h 2398711"/>
              <a:gd name="connsiteX62349" fmla="*/ 534078 w 2119654"/>
              <a:gd name="connsiteY62349" fmla="*/ 2059101 h 2398711"/>
              <a:gd name="connsiteX62350" fmla="*/ 560707 w 2119654"/>
              <a:gd name="connsiteY62350" fmla="*/ 2049855 h 2398711"/>
              <a:gd name="connsiteX62351" fmla="*/ 561096 w 2119654"/>
              <a:gd name="connsiteY62351" fmla="*/ 2047971 h 2398711"/>
              <a:gd name="connsiteX62352" fmla="*/ 552067 w 2119654"/>
              <a:gd name="connsiteY62352" fmla="*/ 2048679 h 2398711"/>
              <a:gd name="connsiteX62353" fmla="*/ 1218114 w 2119654"/>
              <a:gd name="connsiteY62353" fmla="*/ 512296 h 2398711"/>
              <a:gd name="connsiteX62354" fmla="*/ 1218921 w 2119654"/>
              <a:gd name="connsiteY62354" fmla="*/ 515435 h 2398711"/>
              <a:gd name="connsiteX62355" fmla="*/ 1220152 w 2119654"/>
              <a:gd name="connsiteY62355" fmla="*/ 513507 h 2398711"/>
              <a:gd name="connsiteX62356" fmla="*/ 1218905 w 2119654"/>
              <a:gd name="connsiteY62356" fmla="*/ 510753 h 2398711"/>
              <a:gd name="connsiteX62357" fmla="*/ 1254872 w 2119654"/>
              <a:gd name="connsiteY62357" fmla="*/ 429864 h 2398711"/>
              <a:gd name="connsiteX62358" fmla="*/ 1255202 w 2119654"/>
              <a:gd name="connsiteY62358" fmla="*/ 431832 h 2398711"/>
              <a:gd name="connsiteX62359" fmla="*/ 1255930 w 2119654"/>
              <a:gd name="connsiteY62359" fmla="*/ 430996 h 2398711"/>
              <a:gd name="connsiteX62360" fmla="*/ 1217525 w 2119654"/>
              <a:gd name="connsiteY62360" fmla="*/ 513444 h 2398711"/>
              <a:gd name="connsiteX62361" fmla="*/ 1218322 w 2119654"/>
              <a:gd name="connsiteY62361" fmla="*/ 516373 h 2398711"/>
              <a:gd name="connsiteX62362" fmla="*/ 1218683 w 2119654"/>
              <a:gd name="connsiteY62362" fmla="*/ 515807 h 2398711"/>
              <a:gd name="connsiteX62363" fmla="*/ 1217891 w 2119654"/>
              <a:gd name="connsiteY62363" fmla="*/ 512730 h 2398711"/>
              <a:gd name="connsiteX62364" fmla="*/ 1233277 w 2119654"/>
              <a:gd name="connsiteY62364" fmla="*/ 478044 h 2398711"/>
              <a:gd name="connsiteX62365" fmla="*/ 1235958 w 2119654"/>
              <a:gd name="connsiteY62365" fmla="*/ 488770 h 2398711"/>
              <a:gd name="connsiteX62366" fmla="*/ 1237585 w 2119654"/>
              <a:gd name="connsiteY62366" fmla="*/ 486222 h 2398711"/>
              <a:gd name="connsiteX62367" fmla="*/ 1238599 w 2119654"/>
              <a:gd name="connsiteY62367" fmla="*/ 484960 h 2398711"/>
              <a:gd name="connsiteX62368" fmla="*/ 1238115 w 2119654"/>
              <a:gd name="connsiteY62368" fmla="*/ 482680 h 2398711"/>
              <a:gd name="connsiteX62369" fmla="*/ 1233636 w 2119654"/>
              <a:gd name="connsiteY62369" fmla="*/ 477356 h 2398711"/>
              <a:gd name="connsiteX62370" fmla="*/ 1217018 w 2119654"/>
              <a:gd name="connsiteY62370" fmla="*/ 514430 h 2398711"/>
              <a:gd name="connsiteX62371" fmla="*/ 1217836 w 2119654"/>
              <a:gd name="connsiteY62371" fmla="*/ 517133 h 2398711"/>
              <a:gd name="connsiteX62372" fmla="*/ 1218078 w 2119654"/>
              <a:gd name="connsiteY62372" fmla="*/ 516753 h 2398711"/>
              <a:gd name="connsiteX62373" fmla="*/ 1217298 w 2119654"/>
              <a:gd name="connsiteY62373" fmla="*/ 513885 h 2398711"/>
              <a:gd name="connsiteX62374" fmla="*/ 531379 w 2119654"/>
              <a:gd name="connsiteY62374" fmla="*/ 2049668 h 2398711"/>
              <a:gd name="connsiteX62375" fmla="*/ 531436 w 2119654"/>
              <a:gd name="connsiteY62375" fmla="*/ 2049871 h 2398711"/>
              <a:gd name="connsiteX62376" fmla="*/ 538768 w 2119654"/>
              <a:gd name="connsiteY62376" fmla="*/ 2049396 h 2398711"/>
              <a:gd name="connsiteX62377" fmla="*/ 561165 w 2119654"/>
              <a:gd name="connsiteY62377" fmla="*/ 2047639 h 2398711"/>
              <a:gd name="connsiteX62378" fmla="*/ 561197 w 2119654"/>
              <a:gd name="connsiteY62378" fmla="*/ 2047481 h 2398711"/>
              <a:gd name="connsiteX62379" fmla="*/ 559986 w 2119654"/>
              <a:gd name="connsiteY62379" fmla="*/ 2047681 h 2398711"/>
              <a:gd name="connsiteX62380" fmla="*/ 1216609 w 2119654"/>
              <a:gd name="connsiteY62380" fmla="*/ 515228 h 2398711"/>
              <a:gd name="connsiteX62381" fmla="*/ 1216485 w 2119654"/>
              <a:gd name="connsiteY62381" fmla="*/ 519247 h 2398711"/>
              <a:gd name="connsiteX62382" fmla="*/ 1217422 w 2119654"/>
              <a:gd name="connsiteY62382" fmla="*/ 517781 h 2398711"/>
              <a:gd name="connsiteX62383" fmla="*/ 1216656 w 2119654"/>
              <a:gd name="connsiteY62383" fmla="*/ 515138 h 2398711"/>
              <a:gd name="connsiteX62384" fmla="*/ 572766 w 2119654"/>
              <a:gd name="connsiteY62384" fmla="*/ 1956810 h 2398711"/>
              <a:gd name="connsiteX62385" fmla="*/ 575509 w 2119654"/>
              <a:gd name="connsiteY62385" fmla="*/ 1956783 h 2398711"/>
              <a:gd name="connsiteX62386" fmla="*/ 574323 w 2119654"/>
              <a:gd name="connsiteY62386" fmla="*/ 1956044 h 2398711"/>
              <a:gd name="connsiteX62387" fmla="*/ 1264327 w 2119654"/>
              <a:gd name="connsiteY62387" fmla="*/ 407809 h 2398711"/>
              <a:gd name="connsiteX62388" fmla="*/ 1266181 w 2119654"/>
              <a:gd name="connsiteY62388" fmla="*/ 412340 h 2398711"/>
              <a:gd name="connsiteX62389" fmla="*/ 1266948 w 2119654"/>
              <a:gd name="connsiteY62389" fmla="*/ 411718 h 2398711"/>
              <a:gd name="connsiteX62390" fmla="*/ 1230656 w 2119654"/>
              <a:gd name="connsiteY62390" fmla="*/ 483053 h 2398711"/>
              <a:gd name="connsiteX62391" fmla="*/ 1230666 w 2119654"/>
              <a:gd name="connsiteY62391" fmla="*/ 484238 h 2398711"/>
              <a:gd name="connsiteX62392" fmla="*/ 1233155 w 2119654"/>
              <a:gd name="connsiteY62392" fmla="*/ 486597 h 2398711"/>
              <a:gd name="connsiteX62393" fmla="*/ 1231749 w 2119654"/>
              <a:gd name="connsiteY62393" fmla="*/ 480964 h 2398711"/>
              <a:gd name="connsiteX62394" fmla="*/ 1272346 w 2119654"/>
              <a:gd name="connsiteY62394" fmla="*/ 389677 h 2398711"/>
              <a:gd name="connsiteX62395" fmla="*/ 1274770 w 2119654"/>
              <a:gd name="connsiteY62395" fmla="*/ 392070 h 2398711"/>
              <a:gd name="connsiteX62396" fmla="*/ 1274018 w 2119654"/>
              <a:gd name="connsiteY62396" fmla="*/ 387924 h 2398711"/>
              <a:gd name="connsiteX62397" fmla="*/ 1243734 w 2119654"/>
              <a:gd name="connsiteY62397" fmla="*/ 453734 h 2398711"/>
              <a:gd name="connsiteX62398" fmla="*/ 1243292 w 2119654"/>
              <a:gd name="connsiteY62398" fmla="*/ 457925 h 2398711"/>
              <a:gd name="connsiteX62399" fmla="*/ 1244291 w 2119654"/>
              <a:gd name="connsiteY62399" fmla="*/ 460594 h 2398711"/>
              <a:gd name="connsiteX62400" fmla="*/ 1246651 w 2119654"/>
              <a:gd name="connsiteY62400" fmla="*/ 457850 h 2398711"/>
              <a:gd name="connsiteX62401" fmla="*/ 1230246 w 2119654"/>
              <a:gd name="connsiteY62401" fmla="*/ 483839 h 2398711"/>
              <a:gd name="connsiteX62402" fmla="*/ 1230458 w 2119654"/>
              <a:gd name="connsiteY62402" fmla="*/ 484040 h 2398711"/>
              <a:gd name="connsiteX62403" fmla="*/ 1230453 w 2119654"/>
              <a:gd name="connsiteY62403" fmla="*/ 483443 h 2398711"/>
              <a:gd name="connsiteX62404" fmla="*/ 1224615 w 2119654"/>
              <a:gd name="connsiteY62404" fmla="*/ 496380 h 2398711"/>
              <a:gd name="connsiteX62405" fmla="*/ 1224531 w 2119654"/>
              <a:gd name="connsiteY62405" fmla="*/ 497183 h 2398711"/>
              <a:gd name="connsiteX62406" fmla="*/ 1225448 w 2119654"/>
              <a:gd name="connsiteY62406" fmla="*/ 498115 h 2398711"/>
              <a:gd name="connsiteX62407" fmla="*/ 1225681 w 2119654"/>
              <a:gd name="connsiteY62407" fmla="*/ 497684 h 2398711"/>
              <a:gd name="connsiteX62408" fmla="*/ 1250276 w 2119654"/>
              <a:gd name="connsiteY62408" fmla="*/ 438519 h 2398711"/>
              <a:gd name="connsiteX62409" fmla="*/ 1252633 w 2119654"/>
              <a:gd name="connsiteY62409" fmla="*/ 442680 h 2398711"/>
              <a:gd name="connsiteX62410" fmla="*/ 1255760 w 2119654"/>
              <a:gd name="connsiteY62410" fmla="*/ 447250 h 2398711"/>
              <a:gd name="connsiteX62411" fmla="*/ 1255959 w 2119654"/>
              <a:gd name="connsiteY62411" fmla="*/ 447018 h 2398711"/>
              <a:gd name="connsiteX62412" fmla="*/ 1252410 w 2119654"/>
              <a:gd name="connsiteY62412" fmla="*/ 436064 h 2398711"/>
              <a:gd name="connsiteX62413" fmla="*/ 1233245 w 2119654"/>
              <a:gd name="connsiteY62413" fmla="*/ 476375 h 2398711"/>
              <a:gd name="connsiteX62414" fmla="*/ 1237967 w 2119654"/>
              <a:gd name="connsiteY62414" fmla="*/ 481986 h 2398711"/>
              <a:gd name="connsiteX62415" fmla="*/ 1236250 w 2119654"/>
              <a:gd name="connsiteY62415" fmla="*/ 473920 h 2398711"/>
              <a:gd name="connsiteX62416" fmla="*/ 1235645 w 2119654"/>
              <a:gd name="connsiteY62416" fmla="*/ 473345 h 2398711"/>
              <a:gd name="connsiteX62417" fmla="*/ 580212 w 2119654"/>
              <a:gd name="connsiteY62417" fmla="*/ 1938623 h 2398711"/>
              <a:gd name="connsiteX62418" fmla="*/ 580415 w 2119654"/>
              <a:gd name="connsiteY62418" fmla="*/ 1938918 h 2398711"/>
              <a:gd name="connsiteX62419" fmla="*/ 580969 w 2119654"/>
              <a:gd name="connsiteY62419" fmla="*/ 1938993 h 2398711"/>
              <a:gd name="connsiteX62420" fmla="*/ 582232 w 2119654"/>
              <a:gd name="connsiteY62420" fmla="*/ 1939075 h 2398711"/>
              <a:gd name="connsiteX62421" fmla="*/ 581195 w 2119654"/>
              <a:gd name="connsiteY62421" fmla="*/ 1938636 h 2398711"/>
              <a:gd name="connsiteX62422" fmla="*/ 1232952 w 2119654"/>
              <a:gd name="connsiteY62422" fmla="*/ 476743 h 2398711"/>
              <a:gd name="connsiteX62423" fmla="*/ 1233193 w 2119654"/>
              <a:gd name="connsiteY62423" fmla="*/ 477709 h 2398711"/>
              <a:gd name="connsiteX62424" fmla="*/ 1233326 w 2119654"/>
              <a:gd name="connsiteY62424" fmla="*/ 477456 h 2398711"/>
              <a:gd name="connsiteX62425" fmla="*/ 1233611 w 2119654"/>
              <a:gd name="connsiteY62425" fmla="*/ 477328 h 2398711"/>
              <a:gd name="connsiteX62426" fmla="*/ 1233033 w 2119654"/>
              <a:gd name="connsiteY62426" fmla="*/ 476641 h 2398711"/>
              <a:gd name="connsiteX62427" fmla="*/ 564142 w 2119654"/>
              <a:gd name="connsiteY62427" fmla="*/ 1974314 h 2398711"/>
              <a:gd name="connsiteX62428" fmla="*/ 564515 w 2119654"/>
              <a:gd name="connsiteY62428" fmla="*/ 1977268 h 2398711"/>
              <a:gd name="connsiteX62429" fmla="*/ 571037 w 2119654"/>
              <a:gd name="connsiteY62429" fmla="*/ 1974802 h 2398711"/>
              <a:gd name="connsiteX62430" fmla="*/ 566428 w 2119654"/>
              <a:gd name="connsiteY62430" fmla="*/ 1973834 h 2398711"/>
              <a:gd name="connsiteX62431" fmla="*/ 564615 w 2119654"/>
              <a:gd name="connsiteY62431" fmla="*/ 1974134 h 2398711"/>
              <a:gd name="connsiteX62432" fmla="*/ 1226895 w 2119654"/>
              <a:gd name="connsiteY62432" fmla="*/ 490246 h 2398711"/>
              <a:gd name="connsiteX62433" fmla="*/ 1229815 w 2119654"/>
              <a:gd name="connsiteY62433" fmla="*/ 498383 h 2398711"/>
              <a:gd name="connsiteX62434" fmla="*/ 1230564 w 2119654"/>
              <a:gd name="connsiteY62434" fmla="*/ 497210 h 2398711"/>
              <a:gd name="connsiteX62435" fmla="*/ 1230526 w 2119654"/>
              <a:gd name="connsiteY62435" fmla="*/ 492522 h 2398711"/>
              <a:gd name="connsiteX62436" fmla="*/ 1228300 w 2119654"/>
              <a:gd name="connsiteY62436" fmla="*/ 488215 h 2398711"/>
              <a:gd name="connsiteX62437" fmla="*/ 1228056 w 2119654"/>
              <a:gd name="connsiteY62437" fmla="*/ 488026 h 2398711"/>
              <a:gd name="connsiteX62438" fmla="*/ 524614 w 2119654"/>
              <a:gd name="connsiteY62438" fmla="*/ 2062727 h 2398711"/>
              <a:gd name="connsiteX62439" fmla="*/ 525834 w 2119654"/>
              <a:gd name="connsiteY62439" fmla="*/ 2071935 h 2398711"/>
              <a:gd name="connsiteX62440" fmla="*/ 536747 w 2119654"/>
              <a:gd name="connsiteY62440" fmla="*/ 2071000 h 2398711"/>
              <a:gd name="connsiteX62441" fmla="*/ 536504 w 2119654"/>
              <a:gd name="connsiteY62441" fmla="*/ 2070190 h 2398711"/>
              <a:gd name="connsiteX62442" fmla="*/ 533674 w 2119654"/>
              <a:gd name="connsiteY62442" fmla="*/ 2060307 h 2398711"/>
              <a:gd name="connsiteX62443" fmla="*/ 571473 w 2119654"/>
              <a:gd name="connsiteY62443" fmla="*/ 1957446 h 2398711"/>
              <a:gd name="connsiteX62444" fmla="*/ 574754 w 2119654"/>
              <a:gd name="connsiteY62444" fmla="*/ 1957731 h 2398711"/>
              <a:gd name="connsiteX62445" fmla="*/ 576427 w 2119654"/>
              <a:gd name="connsiteY62445" fmla="*/ 1957355 h 2398711"/>
              <a:gd name="connsiteX62446" fmla="*/ 576024 w 2119654"/>
              <a:gd name="connsiteY62446" fmla="*/ 1957103 h 2398711"/>
              <a:gd name="connsiteX62447" fmla="*/ 572196 w 2119654"/>
              <a:gd name="connsiteY62447" fmla="*/ 1957090 h 2398711"/>
              <a:gd name="connsiteX62448" fmla="*/ 1225140 w 2119654"/>
              <a:gd name="connsiteY62448" fmla="*/ 493599 h 2398711"/>
              <a:gd name="connsiteX62449" fmla="*/ 1226676 w 2119654"/>
              <a:gd name="connsiteY62449" fmla="*/ 495846 h 2398711"/>
              <a:gd name="connsiteX62450" fmla="*/ 1227539 w 2119654"/>
              <a:gd name="connsiteY62450" fmla="*/ 494251 h 2398711"/>
              <a:gd name="connsiteX62451" fmla="*/ 1226510 w 2119654"/>
              <a:gd name="connsiteY62451" fmla="*/ 490981 h 2398711"/>
              <a:gd name="connsiteX62452" fmla="*/ 580276 w 2119654"/>
              <a:gd name="connsiteY62452" fmla="*/ 1937572 h 2398711"/>
              <a:gd name="connsiteX62453" fmla="*/ 581013 w 2119654"/>
              <a:gd name="connsiteY62453" fmla="*/ 1937806 h 2398711"/>
              <a:gd name="connsiteX62454" fmla="*/ 580688 w 2119654"/>
              <a:gd name="connsiteY62454" fmla="*/ 1937497 h 2398711"/>
              <a:gd name="connsiteX62455" fmla="*/ 1224848 w 2119654"/>
              <a:gd name="connsiteY62455" fmla="*/ 494158 h 2398711"/>
              <a:gd name="connsiteX62456" fmla="*/ 1224697 w 2119654"/>
              <a:gd name="connsiteY62456" fmla="*/ 495601 h 2398711"/>
              <a:gd name="connsiteX62457" fmla="*/ 1225968 w 2119654"/>
              <a:gd name="connsiteY62457" fmla="*/ 497154 h 2398711"/>
              <a:gd name="connsiteX62458" fmla="*/ 1226368 w 2119654"/>
              <a:gd name="connsiteY62458" fmla="*/ 496415 h 2398711"/>
              <a:gd name="connsiteX62459" fmla="*/ 1224857 w 2119654"/>
              <a:gd name="connsiteY62459" fmla="*/ 494140 h 2398711"/>
              <a:gd name="connsiteX62460" fmla="*/ 1276320 w 2119654"/>
              <a:gd name="connsiteY62460" fmla="*/ 378728 h 2398711"/>
              <a:gd name="connsiteX62461" fmla="*/ 1276378 w 2119654"/>
              <a:gd name="connsiteY62461" fmla="*/ 385414 h 2398711"/>
              <a:gd name="connsiteX62462" fmla="*/ 1276927 w 2119654"/>
              <a:gd name="connsiteY62462" fmla="*/ 384873 h 2398711"/>
              <a:gd name="connsiteX62463" fmla="*/ 1276379 w 2119654"/>
              <a:gd name="connsiteY62463" fmla="*/ 385448 h 2398711"/>
              <a:gd name="connsiteX62464" fmla="*/ 1276413 w 2119654"/>
              <a:gd name="connsiteY62464" fmla="*/ 389429 h 2398711"/>
              <a:gd name="connsiteX62465" fmla="*/ 1278604 w 2119654"/>
              <a:gd name="connsiteY62465" fmla="*/ 395854 h 2398711"/>
              <a:gd name="connsiteX62466" fmla="*/ 1281319 w 2119654"/>
              <a:gd name="connsiteY62466" fmla="*/ 398533 h 2398711"/>
              <a:gd name="connsiteX62467" fmla="*/ 1280787 w 2119654"/>
              <a:gd name="connsiteY62467" fmla="*/ 381072 h 2398711"/>
              <a:gd name="connsiteX62468" fmla="*/ 1276927 w 2119654"/>
              <a:gd name="connsiteY62468" fmla="*/ 384873 h 2398711"/>
              <a:gd name="connsiteX62469" fmla="*/ 1277783 w 2119654"/>
              <a:gd name="connsiteY62469" fmla="*/ 383975 h 2398711"/>
              <a:gd name="connsiteX62470" fmla="*/ 1280787 w 2119654"/>
              <a:gd name="connsiteY62470" fmla="*/ 381067 h 2398711"/>
              <a:gd name="connsiteX62471" fmla="*/ 1280624 w 2119654"/>
              <a:gd name="connsiteY62471" fmla="*/ 375709 h 2398711"/>
              <a:gd name="connsiteX62472" fmla="*/ 579817 w 2119654"/>
              <a:gd name="connsiteY62472" fmla="*/ 1938051 h 2398711"/>
              <a:gd name="connsiteX62473" fmla="*/ 579936 w 2119654"/>
              <a:gd name="connsiteY62473" fmla="*/ 1938224 h 2398711"/>
              <a:gd name="connsiteX62474" fmla="*/ 580233 w 2119654"/>
              <a:gd name="connsiteY62474" fmla="*/ 1938228 h 2398711"/>
              <a:gd name="connsiteX62475" fmla="*/ 1216716 w 2119654"/>
              <a:gd name="connsiteY62475" fmla="*/ 511746 h 2398711"/>
              <a:gd name="connsiteX62476" fmla="*/ 1216669 w 2119654"/>
              <a:gd name="connsiteY62476" fmla="*/ 513277 h 2398711"/>
              <a:gd name="connsiteX62477" fmla="*/ 1216883 w 2119654"/>
              <a:gd name="connsiteY62477" fmla="*/ 513982 h 2398711"/>
              <a:gd name="connsiteX62478" fmla="*/ 1217172 w 2119654"/>
              <a:gd name="connsiteY62478" fmla="*/ 513418 h 2398711"/>
              <a:gd name="connsiteX62479" fmla="*/ 1248162 w 2119654"/>
              <a:gd name="connsiteY62479" fmla="*/ 440949 h 2398711"/>
              <a:gd name="connsiteX62480" fmla="*/ 1253864 w 2119654"/>
              <a:gd name="connsiteY62480" fmla="*/ 449455 h 2398711"/>
              <a:gd name="connsiteX62481" fmla="*/ 1254971 w 2119654"/>
              <a:gd name="connsiteY62481" fmla="*/ 448168 h 2398711"/>
              <a:gd name="connsiteX62482" fmla="*/ 1252064 w 2119654"/>
              <a:gd name="connsiteY62482" fmla="*/ 443033 h 2398711"/>
              <a:gd name="connsiteX62483" fmla="*/ 1249548 w 2119654"/>
              <a:gd name="connsiteY62483" fmla="*/ 439357 h 2398711"/>
              <a:gd name="connsiteX62484" fmla="*/ 557439 w 2119654"/>
              <a:gd name="connsiteY62484" fmla="*/ 1987210 h 2398711"/>
              <a:gd name="connsiteX62485" fmla="*/ 558546 w 2119654"/>
              <a:gd name="connsiteY62485" fmla="*/ 1987690 h 2398711"/>
              <a:gd name="connsiteX62486" fmla="*/ 559013 w 2119654"/>
              <a:gd name="connsiteY62486" fmla="*/ 1987588 h 2398711"/>
              <a:gd name="connsiteX62487" fmla="*/ 558252 w 2119654"/>
              <a:gd name="connsiteY62487" fmla="*/ 1987261 h 2398711"/>
              <a:gd name="connsiteX62488" fmla="*/ 1220135 w 2119654"/>
              <a:gd name="connsiteY62488" fmla="*/ 503276 h 2398711"/>
              <a:gd name="connsiteX62489" fmla="*/ 1221283 w 2119654"/>
              <a:gd name="connsiteY62489" fmla="*/ 505811 h 2398711"/>
              <a:gd name="connsiteX62490" fmla="*/ 1221456 w 2119654"/>
              <a:gd name="connsiteY62490" fmla="*/ 505491 h 2398711"/>
              <a:gd name="connsiteX62491" fmla="*/ 1221806 w 2119654"/>
              <a:gd name="connsiteY62491" fmla="*/ 502146 h 2398711"/>
              <a:gd name="connsiteX62492" fmla="*/ 1221562 w 2119654"/>
              <a:gd name="connsiteY62492" fmla="*/ 501686 h 2398711"/>
              <a:gd name="connsiteX62493" fmla="*/ 1221175 w 2119654"/>
              <a:gd name="connsiteY62493" fmla="*/ 501220 h 2398711"/>
              <a:gd name="connsiteX62494" fmla="*/ 1230630 w 2119654"/>
              <a:gd name="connsiteY62494" fmla="*/ 479675 h 2398711"/>
              <a:gd name="connsiteX62495" fmla="*/ 1230654 w 2119654"/>
              <a:gd name="connsiteY62495" fmla="*/ 482565 h 2398711"/>
              <a:gd name="connsiteX62496" fmla="*/ 1231665 w 2119654"/>
              <a:gd name="connsiteY62496" fmla="*/ 480630 h 2398711"/>
              <a:gd name="connsiteX62497" fmla="*/ 1231236 w 2119654"/>
              <a:gd name="connsiteY62497" fmla="*/ 478911 h 2398711"/>
              <a:gd name="connsiteX62498" fmla="*/ 1239715 w 2119654"/>
              <a:gd name="connsiteY62498" fmla="*/ 459213 h 2398711"/>
              <a:gd name="connsiteX62499" fmla="*/ 1242135 w 2119654"/>
              <a:gd name="connsiteY62499" fmla="*/ 463104 h 2398711"/>
              <a:gd name="connsiteX62500" fmla="*/ 1242240 w 2119654"/>
              <a:gd name="connsiteY62500" fmla="*/ 462981 h 2398711"/>
              <a:gd name="connsiteX62501" fmla="*/ 1240625 w 2119654"/>
              <a:gd name="connsiteY62501" fmla="*/ 460264 h 2398711"/>
              <a:gd name="connsiteX62502" fmla="*/ 1269041 w 2119654"/>
              <a:gd name="connsiteY62502" fmla="*/ 393141 h 2398711"/>
              <a:gd name="connsiteX62503" fmla="*/ 1275256 w 2119654"/>
              <a:gd name="connsiteY62503" fmla="*/ 402225 h 2398711"/>
              <a:gd name="connsiteX62504" fmla="*/ 1275455 w 2119654"/>
              <a:gd name="connsiteY62504" fmla="*/ 395846 h 2398711"/>
              <a:gd name="connsiteX62505" fmla="*/ 1275253 w 2119654"/>
              <a:gd name="connsiteY62505" fmla="*/ 394724 h 2398711"/>
              <a:gd name="connsiteX62506" fmla="*/ 1271430 w 2119654"/>
              <a:gd name="connsiteY62506" fmla="*/ 390637 h 2398711"/>
              <a:gd name="connsiteX62507" fmla="*/ 567894 w 2119654"/>
              <a:gd name="connsiteY62507" fmla="*/ 1963064 h 2398711"/>
              <a:gd name="connsiteX62508" fmla="*/ 574546 w 2119654"/>
              <a:gd name="connsiteY62508" fmla="*/ 1965821 h 2398711"/>
              <a:gd name="connsiteX62509" fmla="*/ 578371 w 2119654"/>
              <a:gd name="connsiteY62509" fmla="*/ 1965740 h 2398711"/>
              <a:gd name="connsiteX62510" fmla="*/ 579062 w 2119654"/>
              <a:gd name="connsiteY62510" fmla="*/ 1965476 h 2398711"/>
              <a:gd name="connsiteX62511" fmla="*/ 579316 w 2119654"/>
              <a:gd name="connsiteY62511" fmla="*/ 1964330 h 2398711"/>
              <a:gd name="connsiteX62512" fmla="*/ 578276 w 2119654"/>
              <a:gd name="connsiteY62512" fmla="*/ 1963919 h 2398711"/>
              <a:gd name="connsiteX62513" fmla="*/ 577782 w 2119654"/>
              <a:gd name="connsiteY62513" fmla="*/ 1963701 h 2398711"/>
              <a:gd name="connsiteX62514" fmla="*/ 572718 w 2119654"/>
              <a:gd name="connsiteY62514" fmla="*/ 1962858 h 2398711"/>
              <a:gd name="connsiteX62515" fmla="*/ 569137 w 2119654"/>
              <a:gd name="connsiteY62515" fmla="*/ 1962784 h 2398711"/>
              <a:gd name="connsiteX62516" fmla="*/ 1217256 w 2119654"/>
              <a:gd name="connsiteY62516" fmla="*/ 508964 h 2398711"/>
              <a:gd name="connsiteX62517" fmla="*/ 1218004 w 2119654"/>
              <a:gd name="connsiteY62517" fmla="*/ 511869 h 2398711"/>
              <a:gd name="connsiteX62518" fmla="*/ 1218769 w 2119654"/>
              <a:gd name="connsiteY62518" fmla="*/ 510455 h 2398711"/>
              <a:gd name="connsiteX62519" fmla="*/ 1217699 w 2119654"/>
              <a:gd name="connsiteY62519" fmla="*/ 508090 h 2398711"/>
              <a:gd name="connsiteX62520" fmla="*/ 1216795 w 2119654"/>
              <a:gd name="connsiteY62520" fmla="*/ 509875 h 2398711"/>
              <a:gd name="connsiteX62521" fmla="*/ 1216771 w 2119654"/>
              <a:gd name="connsiteY62521" fmla="*/ 509968 h 2398711"/>
              <a:gd name="connsiteX62522" fmla="*/ 1216751 w 2119654"/>
              <a:gd name="connsiteY62522" fmla="*/ 510599 h 2398711"/>
              <a:gd name="connsiteX62523" fmla="*/ 1217400 w 2119654"/>
              <a:gd name="connsiteY62523" fmla="*/ 512985 h 2398711"/>
              <a:gd name="connsiteX62524" fmla="*/ 1217777 w 2119654"/>
              <a:gd name="connsiteY62524" fmla="*/ 512287 h 2398711"/>
              <a:gd name="connsiteX62525" fmla="*/ 1217035 w 2119654"/>
              <a:gd name="connsiteY62525" fmla="*/ 509401 h 2398711"/>
              <a:gd name="connsiteX62526" fmla="*/ 1199481 w 2119654"/>
              <a:gd name="connsiteY62526" fmla="*/ 548611 h 2398711"/>
              <a:gd name="connsiteX62527" fmla="*/ 1199782 w 2119654"/>
              <a:gd name="connsiteY62527" fmla="*/ 549060 h 2398711"/>
              <a:gd name="connsiteX62528" fmla="*/ 1199867 w 2119654"/>
              <a:gd name="connsiteY62528" fmla="*/ 549223 h 2398711"/>
              <a:gd name="connsiteX62529" fmla="*/ 1199892 w 2119654"/>
              <a:gd name="connsiteY62529" fmla="*/ 549165 h 2398711"/>
              <a:gd name="connsiteX62530" fmla="*/ 1199857 w 2119654"/>
              <a:gd name="connsiteY62530" fmla="*/ 549124 h 2398711"/>
              <a:gd name="connsiteX62531" fmla="*/ 1199905 w 2119654"/>
              <a:gd name="connsiteY62531" fmla="*/ 549133 h 2398711"/>
              <a:gd name="connsiteX62532" fmla="*/ 1200157 w 2119654"/>
              <a:gd name="connsiteY62532" fmla="*/ 548550 h 2398711"/>
              <a:gd name="connsiteX62533" fmla="*/ 1199941 w 2119654"/>
              <a:gd name="connsiteY62533" fmla="*/ 547715 h 2398711"/>
              <a:gd name="connsiteX62534" fmla="*/ 1246377 w 2119654"/>
              <a:gd name="connsiteY62534" fmla="*/ 443004 h 2398711"/>
              <a:gd name="connsiteX62535" fmla="*/ 1253024 w 2119654"/>
              <a:gd name="connsiteY62535" fmla="*/ 450433 h 2398711"/>
              <a:gd name="connsiteX62536" fmla="*/ 1253349 w 2119654"/>
              <a:gd name="connsiteY62536" fmla="*/ 450055 h 2398711"/>
              <a:gd name="connsiteX62537" fmla="*/ 1247645 w 2119654"/>
              <a:gd name="connsiteY62537" fmla="*/ 441544 h 2398711"/>
              <a:gd name="connsiteX62538" fmla="*/ 535197 w 2119654"/>
              <a:gd name="connsiteY62538" fmla="*/ 2035312 h 2398711"/>
              <a:gd name="connsiteX62539" fmla="*/ 536804 w 2119654"/>
              <a:gd name="connsiteY62539" fmla="*/ 2039654 h 2398711"/>
              <a:gd name="connsiteX62540" fmla="*/ 554569 w 2119654"/>
              <a:gd name="connsiteY62540" fmla="*/ 2039157 h 2398711"/>
              <a:gd name="connsiteX62541" fmla="*/ 557189 w 2119654"/>
              <a:gd name="connsiteY62541" fmla="*/ 2038654 h 2398711"/>
              <a:gd name="connsiteX62542" fmla="*/ 548524 w 2119654"/>
              <a:gd name="connsiteY62542" fmla="*/ 2036797 h 2398711"/>
              <a:gd name="connsiteX62543" fmla="*/ 538132 w 2119654"/>
              <a:gd name="connsiteY62543" fmla="*/ 2034421 h 2398711"/>
              <a:gd name="connsiteX62544" fmla="*/ 579097 w 2119654"/>
              <a:gd name="connsiteY62544" fmla="*/ 1937008 h 2398711"/>
              <a:gd name="connsiteX62545" fmla="*/ 579263 w 2119654"/>
              <a:gd name="connsiteY62545" fmla="*/ 1937250 h 2398711"/>
              <a:gd name="connsiteX62546" fmla="*/ 579733 w 2119654"/>
              <a:gd name="connsiteY62546" fmla="*/ 1937400 h 2398711"/>
              <a:gd name="connsiteX62547" fmla="*/ 580448 w 2119654"/>
              <a:gd name="connsiteY62547" fmla="*/ 1937269 h 2398711"/>
              <a:gd name="connsiteX62548" fmla="*/ 579986 w 2119654"/>
              <a:gd name="connsiteY62548" fmla="*/ 1936832 h 2398711"/>
              <a:gd name="connsiteX62549" fmla="*/ 1217417 w 2119654"/>
              <a:gd name="connsiteY62549" fmla="*/ 507469 h 2398711"/>
              <a:gd name="connsiteX62550" fmla="*/ 1217213 w 2119654"/>
              <a:gd name="connsiteY62550" fmla="*/ 508259 h 2398711"/>
              <a:gd name="connsiteX62551" fmla="*/ 1217514 w 2119654"/>
              <a:gd name="connsiteY62551" fmla="*/ 507683 h 2398711"/>
              <a:gd name="connsiteX62552" fmla="*/ 528506 w 2119654"/>
              <a:gd name="connsiteY62552" fmla="*/ 2050061 h 2398711"/>
              <a:gd name="connsiteX62553" fmla="*/ 530701 w 2119654"/>
              <a:gd name="connsiteY62553" fmla="*/ 2049919 h 2398711"/>
              <a:gd name="connsiteX62554" fmla="*/ 530653 w 2119654"/>
              <a:gd name="connsiteY62554" fmla="*/ 2049753 h 2398711"/>
              <a:gd name="connsiteX62555" fmla="*/ 1228580 w 2119654"/>
              <a:gd name="connsiteY62555" fmla="*/ 482262 h 2398711"/>
              <a:gd name="connsiteX62556" fmla="*/ 1230072 w 2119654"/>
              <a:gd name="connsiteY62556" fmla="*/ 483676 h 2398711"/>
              <a:gd name="connsiteX62557" fmla="*/ 1230448 w 2119654"/>
              <a:gd name="connsiteY62557" fmla="*/ 482956 h 2398711"/>
              <a:gd name="connsiteX62558" fmla="*/ 1230424 w 2119654"/>
              <a:gd name="connsiteY62558" fmla="*/ 479936 h 2398711"/>
              <a:gd name="connsiteX62559" fmla="*/ 572874 w 2119654"/>
              <a:gd name="connsiteY62559" fmla="*/ 1949998 h 2398711"/>
              <a:gd name="connsiteX62560" fmla="*/ 575906 w 2119654"/>
              <a:gd name="connsiteY62560" fmla="*/ 1951934 h 2398711"/>
              <a:gd name="connsiteX62561" fmla="*/ 578312 w 2119654"/>
              <a:gd name="connsiteY62561" fmla="*/ 1951573 h 2398711"/>
              <a:gd name="connsiteX62562" fmla="*/ 575301 w 2119654"/>
              <a:gd name="connsiteY62562" fmla="*/ 1950052 h 2398711"/>
              <a:gd name="connsiteX62563" fmla="*/ 1267280 w 2119654"/>
              <a:gd name="connsiteY62563" fmla="*/ 394989 h 2398711"/>
              <a:gd name="connsiteX62564" fmla="*/ 1272002 w 2119654"/>
              <a:gd name="connsiteY62564" fmla="*/ 407613 h 2398711"/>
              <a:gd name="connsiteX62565" fmla="*/ 1272299 w 2119654"/>
              <a:gd name="connsiteY62565" fmla="*/ 407372 h 2398711"/>
              <a:gd name="connsiteX62566" fmla="*/ 1267657 w 2119654"/>
              <a:gd name="connsiteY62566" fmla="*/ 394595 h 2398711"/>
              <a:gd name="connsiteX62567" fmla="*/ 573057 w 2119654"/>
              <a:gd name="connsiteY62567" fmla="*/ 1949450 h 2398711"/>
              <a:gd name="connsiteX62568" fmla="*/ 573874 w 2119654"/>
              <a:gd name="connsiteY62568" fmla="*/ 1949468 h 2398711"/>
              <a:gd name="connsiteX62569" fmla="*/ 573182 w 2119654"/>
              <a:gd name="connsiteY62569" fmla="*/ 1949426 h 2398711"/>
              <a:gd name="connsiteX62570" fmla="*/ 1245074 w 2119654"/>
              <a:gd name="connsiteY62570" fmla="*/ 444503 h 2398711"/>
              <a:gd name="connsiteX62571" fmla="*/ 1246373 w 2119654"/>
              <a:gd name="connsiteY62571" fmla="*/ 448485 h 2398711"/>
              <a:gd name="connsiteX62572" fmla="*/ 1249492 w 2119654"/>
              <a:gd name="connsiteY62572" fmla="*/ 454542 h 2398711"/>
              <a:gd name="connsiteX62573" fmla="*/ 1252673 w 2119654"/>
              <a:gd name="connsiteY62573" fmla="*/ 450842 h 2398711"/>
              <a:gd name="connsiteX62574" fmla="*/ 1246113 w 2119654"/>
              <a:gd name="connsiteY62574" fmla="*/ 443309 h 2398711"/>
              <a:gd name="connsiteX62575" fmla="*/ 1259681 w 2119654"/>
              <a:gd name="connsiteY62575" fmla="*/ 411551 h 2398711"/>
              <a:gd name="connsiteX62576" fmla="*/ 1260720 w 2119654"/>
              <a:gd name="connsiteY62576" fmla="*/ 416776 h 2398711"/>
              <a:gd name="connsiteX62577" fmla="*/ 1261733 w 2119654"/>
              <a:gd name="connsiteY62577" fmla="*/ 415953 h 2398711"/>
              <a:gd name="connsiteX62578" fmla="*/ 1261554 w 2119654"/>
              <a:gd name="connsiteY62578" fmla="*/ 415427 h 2398711"/>
              <a:gd name="connsiteX62579" fmla="*/ 558324 w 2119654"/>
              <a:gd name="connsiteY62579" fmla="*/ 1981981 h 2398711"/>
              <a:gd name="connsiteX62580" fmla="*/ 562950 w 2119654"/>
              <a:gd name="connsiteY62580" fmla="*/ 1983992 h 2398711"/>
              <a:gd name="connsiteX62581" fmla="*/ 565051 w 2119654"/>
              <a:gd name="connsiteY62581" fmla="*/ 1983869 h 2398711"/>
              <a:gd name="connsiteX62582" fmla="*/ 564835 w 2119654"/>
              <a:gd name="connsiteY62582" fmla="*/ 1982162 h 2398711"/>
              <a:gd name="connsiteX62583" fmla="*/ 1225512 w 2119654"/>
              <a:gd name="connsiteY62583" fmla="*/ 487820 h 2398711"/>
              <a:gd name="connsiteX62584" fmla="*/ 1224938 w 2119654"/>
              <a:gd name="connsiteY62584" fmla="*/ 493302 h 2398711"/>
              <a:gd name="connsiteX62585" fmla="*/ 1224994 w 2119654"/>
              <a:gd name="connsiteY62585" fmla="*/ 493384 h 2398711"/>
              <a:gd name="connsiteX62586" fmla="*/ 1226413 w 2119654"/>
              <a:gd name="connsiteY62586" fmla="*/ 490671 h 2398711"/>
              <a:gd name="connsiteX62587" fmla="*/ 1225542 w 2119654"/>
              <a:gd name="connsiteY62587" fmla="*/ 487902 h 2398711"/>
              <a:gd name="connsiteX62588" fmla="*/ 1244603 w 2119654"/>
              <a:gd name="connsiteY62588" fmla="*/ 445045 h 2398711"/>
              <a:gd name="connsiteX62589" fmla="*/ 1244762 w 2119654"/>
              <a:gd name="connsiteY62589" fmla="*/ 445355 h 2398711"/>
              <a:gd name="connsiteX62590" fmla="*/ 1244645 w 2119654"/>
              <a:gd name="connsiteY62590" fmla="*/ 444996 h 2398711"/>
              <a:gd name="connsiteX62591" fmla="*/ 1230603 w 2119654"/>
              <a:gd name="connsiteY62591" fmla="*/ 476378 h 2398711"/>
              <a:gd name="connsiteX62592" fmla="*/ 1230610 w 2119654"/>
              <a:gd name="connsiteY62592" fmla="*/ 477341 h 2398711"/>
              <a:gd name="connsiteX62593" fmla="*/ 1230787 w 2119654"/>
              <a:gd name="connsiteY62593" fmla="*/ 477118 h 2398711"/>
              <a:gd name="connsiteX62594" fmla="*/ 530042 w 2119654"/>
              <a:gd name="connsiteY62594" fmla="*/ 2045002 h 2398711"/>
              <a:gd name="connsiteX62595" fmla="*/ 531373 w 2119654"/>
              <a:gd name="connsiteY62595" fmla="*/ 2049651 h 2398711"/>
              <a:gd name="connsiteX62596" fmla="*/ 561646 w 2119654"/>
              <a:gd name="connsiteY62596" fmla="*/ 2045309 h 2398711"/>
              <a:gd name="connsiteX62597" fmla="*/ 561752 w 2119654"/>
              <a:gd name="connsiteY62597" fmla="*/ 2044799 h 2398711"/>
              <a:gd name="connsiteX62598" fmla="*/ 1273162 w 2119654"/>
              <a:gd name="connsiteY62598" fmla="*/ 380943 h 2398711"/>
              <a:gd name="connsiteX62599" fmla="*/ 1274338 w 2119654"/>
              <a:gd name="connsiteY62599" fmla="*/ 387423 h 2398711"/>
              <a:gd name="connsiteX62600" fmla="*/ 1275763 w 2119654"/>
              <a:gd name="connsiteY62600" fmla="*/ 386020 h 2398711"/>
              <a:gd name="connsiteX62601" fmla="*/ 1275839 w 2119654"/>
              <a:gd name="connsiteY62601" fmla="*/ 383595 h 2398711"/>
              <a:gd name="connsiteX62602" fmla="*/ 1275800 w 2119654"/>
              <a:gd name="connsiteY62602" fmla="*/ 379092 h 2398711"/>
              <a:gd name="connsiteX62603" fmla="*/ 1238468 w 2119654"/>
              <a:gd name="connsiteY62603" fmla="*/ 457850 h 2398711"/>
              <a:gd name="connsiteX62604" fmla="*/ 1239803 w 2119654"/>
              <a:gd name="connsiteY62604" fmla="*/ 465816 h 2398711"/>
              <a:gd name="connsiteX62605" fmla="*/ 1241858 w 2119654"/>
              <a:gd name="connsiteY62605" fmla="*/ 463425 h 2398711"/>
              <a:gd name="connsiteX62606" fmla="*/ 1201447 w 2119654"/>
              <a:gd name="connsiteY62606" fmla="*/ 540548 h 2398711"/>
              <a:gd name="connsiteX62607" fmla="*/ 1201664 w 2119654"/>
              <a:gd name="connsiteY62607" fmla="*/ 541491 h 2398711"/>
              <a:gd name="connsiteX62608" fmla="*/ 1201830 w 2119654"/>
              <a:gd name="connsiteY62608" fmla="*/ 541698 h 2398711"/>
              <a:gd name="connsiteX62609" fmla="*/ 1201856 w 2119654"/>
              <a:gd name="connsiteY62609" fmla="*/ 540844 h 2398711"/>
              <a:gd name="connsiteX62610" fmla="*/ 1225684 w 2119654"/>
              <a:gd name="connsiteY62610" fmla="*/ 486182 h 2398711"/>
              <a:gd name="connsiteX62611" fmla="*/ 1225628 w 2119654"/>
              <a:gd name="connsiteY62611" fmla="*/ 486716 h 2398711"/>
              <a:gd name="connsiteX62612" fmla="*/ 1226789 w 2119654"/>
              <a:gd name="connsiteY62612" fmla="*/ 489952 h 2398711"/>
              <a:gd name="connsiteX62613" fmla="*/ 1227871 w 2119654"/>
              <a:gd name="connsiteY62613" fmla="*/ 487882 h 2398711"/>
              <a:gd name="connsiteX62614" fmla="*/ 534565 w 2119654"/>
              <a:gd name="connsiteY62614" fmla="*/ 2033604 h 2398711"/>
              <a:gd name="connsiteX62615" fmla="*/ 534958 w 2119654"/>
              <a:gd name="connsiteY62615" fmla="*/ 2034667 h 2398711"/>
              <a:gd name="connsiteX62616" fmla="*/ 536747 w 2119654"/>
              <a:gd name="connsiteY62616" fmla="*/ 2034104 h 2398711"/>
              <a:gd name="connsiteX62617" fmla="*/ 1253708 w 2119654"/>
              <a:gd name="connsiteY62617" fmla="*/ 422916 h 2398711"/>
              <a:gd name="connsiteX62618" fmla="*/ 1254345 w 2119654"/>
              <a:gd name="connsiteY62618" fmla="*/ 426718 h 2398711"/>
              <a:gd name="connsiteX62619" fmla="*/ 1257093 w 2119654"/>
              <a:gd name="connsiteY62619" fmla="*/ 429657 h 2398711"/>
              <a:gd name="connsiteX62620" fmla="*/ 1261718 w 2119654"/>
              <a:gd name="connsiteY62620" fmla="*/ 424337 h 2398711"/>
              <a:gd name="connsiteX62621" fmla="*/ 1260335 w 2119654"/>
              <a:gd name="connsiteY62621" fmla="*/ 417386 h 2398711"/>
              <a:gd name="connsiteX62622" fmla="*/ 1219542 w 2119654"/>
              <a:gd name="connsiteY62622" fmla="*/ 499259 h 2398711"/>
              <a:gd name="connsiteX62623" fmla="*/ 1219097 w 2119654"/>
              <a:gd name="connsiteY62623" fmla="*/ 500981 h 2398711"/>
              <a:gd name="connsiteX62624" fmla="*/ 1219989 w 2119654"/>
              <a:gd name="connsiteY62624" fmla="*/ 502952 h 2398711"/>
              <a:gd name="connsiteX62625" fmla="*/ 1221003 w 2119654"/>
              <a:gd name="connsiteY62625" fmla="*/ 501014 h 2398711"/>
              <a:gd name="connsiteX62626" fmla="*/ 568480 w 2119654"/>
              <a:gd name="connsiteY62626" fmla="*/ 1957078 h 2398711"/>
              <a:gd name="connsiteX62627" fmla="*/ 569107 w 2119654"/>
              <a:gd name="connsiteY62627" fmla="*/ 1957241 h 2398711"/>
              <a:gd name="connsiteX62628" fmla="*/ 570507 w 2119654"/>
              <a:gd name="connsiteY62628" fmla="*/ 1957362 h 2398711"/>
              <a:gd name="connsiteX62629" fmla="*/ 571068 w 2119654"/>
              <a:gd name="connsiteY62629" fmla="*/ 1957087 h 2398711"/>
              <a:gd name="connsiteX62630" fmla="*/ 563398 w 2119654"/>
              <a:gd name="connsiteY62630" fmla="*/ 1968433 h 2398711"/>
              <a:gd name="connsiteX62631" fmla="*/ 563694 w 2119654"/>
              <a:gd name="connsiteY62631" fmla="*/ 1970775 h 2398711"/>
              <a:gd name="connsiteX62632" fmla="*/ 564545 w 2119654"/>
              <a:gd name="connsiteY62632" fmla="*/ 1970817 h 2398711"/>
              <a:gd name="connsiteX62633" fmla="*/ 565383 w 2119654"/>
              <a:gd name="connsiteY62633" fmla="*/ 1970695 h 2398711"/>
              <a:gd name="connsiteX62634" fmla="*/ 571782 w 2119654"/>
              <a:gd name="connsiteY62634" fmla="*/ 1968255 h 2398711"/>
              <a:gd name="connsiteX62635" fmla="*/ 1198654 w 2119654"/>
              <a:gd name="connsiteY62635" fmla="*/ 545722 h 2398711"/>
              <a:gd name="connsiteX62636" fmla="*/ 1199650 w 2119654"/>
              <a:gd name="connsiteY62636" fmla="*/ 546586 h 2398711"/>
              <a:gd name="connsiteX62637" fmla="*/ 1199167 w 2119654"/>
              <a:gd name="connsiteY62637" fmla="*/ 544709 h 2398711"/>
              <a:gd name="connsiteX62638" fmla="*/ 1198178 w 2119654"/>
              <a:gd name="connsiteY62638" fmla="*/ 546663 h 2398711"/>
              <a:gd name="connsiteX62639" fmla="*/ 1199274 w 2119654"/>
              <a:gd name="connsiteY62639" fmla="*/ 548302 h 2398711"/>
              <a:gd name="connsiteX62640" fmla="*/ 1199819 w 2119654"/>
              <a:gd name="connsiteY62640" fmla="*/ 547241 h 2398711"/>
              <a:gd name="connsiteX62641" fmla="*/ 1199760 w 2119654"/>
              <a:gd name="connsiteY62641" fmla="*/ 547012 h 2398711"/>
              <a:gd name="connsiteX62642" fmla="*/ 1198537 w 2119654"/>
              <a:gd name="connsiteY62642" fmla="*/ 545953 h 2398711"/>
              <a:gd name="connsiteX62643" fmla="*/ 1220074 w 2119654"/>
              <a:gd name="connsiteY62643" fmla="*/ 497206 h 2398711"/>
              <a:gd name="connsiteX62644" fmla="*/ 1220072 w 2119654"/>
              <a:gd name="connsiteY62644" fmla="*/ 497213 h 2398711"/>
              <a:gd name="connsiteX62645" fmla="*/ 1220086 w 2119654"/>
              <a:gd name="connsiteY62645" fmla="*/ 497235 h 2398711"/>
              <a:gd name="connsiteX62646" fmla="*/ 557522 w 2119654"/>
              <a:gd name="connsiteY62646" fmla="*/ 1980736 h 2398711"/>
              <a:gd name="connsiteX62647" fmla="*/ 562418 w 2119654"/>
              <a:gd name="connsiteY62647" fmla="*/ 1981207 h 2398711"/>
              <a:gd name="connsiteX62648" fmla="*/ 564728 w 2119654"/>
              <a:gd name="connsiteY62648" fmla="*/ 1981315 h 2398711"/>
              <a:gd name="connsiteX62649" fmla="*/ 564343 w 2119654"/>
              <a:gd name="connsiteY62649" fmla="*/ 1978275 h 2398711"/>
              <a:gd name="connsiteX62650" fmla="*/ 564048 w 2119654"/>
              <a:gd name="connsiteY62650" fmla="*/ 1978269 h 2398711"/>
              <a:gd name="connsiteX62651" fmla="*/ 529491 w 2119654"/>
              <a:gd name="connsiteY62651" fmla="*/ 2043076 h 2398711"/>
              <a:gd name="connsiteX62652" fmla="*/ 529884 w 2119654"/>
              <a:gd name="connsiteY62652" fmla="*/ 2044448 h 2398711"/>
              <a:gd name="connsiteX62653" fmla="*/ 559401 w 2119654"/>
              <a:gd name="connsiteY62653" fmla="*/ 2044260 h 2398711"/>
              <a:gd name="connsiteX62654" fmla="*/ 561915 w 2119654"/>
              <a:gd name="connsiteY62654" fmla="*/ 2044007 h 2398711"/>
              <a:gd name="connsiteX62655" fmla="*/ 562298 w 2119654"/>
              <a:gd name="connsiteY62655" fmla="*/ 2042157 h 2398711"/>
              <a:gd name="connsiteX62656" fmla="*/ 1241183 w 2119654"/>
              <a:gd name="connsiteY62656" fmla="*/ 448979 h 2398711"/>
              <a:gd name="connsiteX62657" fmla="*/ 1243620 w 2119654"/>
              <a:gd name="connsiteY62657" fmla="*/ 452420 h 2398711"/>
              <a:gd name="connsiteX62658" fmla="*/ 1243699 w 2119654"/>
              <a:gd name="connsiteY62658" fmla="*/ 451659 h 2398711"/>
              <a:gd name="connsiteX62659" fmla="*/ 1243923 w 2119654"/>
              <a:gd name="connsiteY62659" fmla="*/ 451951 h 2398711"/>
              <a:gd name="connsiteX62660" fmla="*/ 1243840 w 2119654"/>
              <a:gd name="connsiteY62660" fmla="*/ 452731 h 2398711"/>
              <a:gd name="connsiteX62661" fmla="*/ 1247098 w 2119654"/>
              <a:gd name="connsiteY62661" fmla="*/ 457329 h 2398711"/>
              <a:gd name="connsiteX62662" fmla="*/ 1248234 w 2119654"/>
              <a:gd name="connsiteY62662" fmla="*/ 456008 h 2398711"/>
              <a:gd name="connsiteX62663" fmla="*/ 1246590 w 2119654"/>
              <a:gd name="connsiteY62663" fmla="*/ 450963 h 2398711"/>
              <a:gd name="connsiteX62664" fmla="*/ 1244104 w 2119654"/>
              <a:gd name="connsiteY62664" fmla="*/ 445619 h 2398711"/>
              <a:gd name="connsiteX62665" fmla="*/ 1220754 w 2119654"/>
              <a:gd name="connsiteY62665" fmla="*/ 494629 h 2398711"/>
              <a:gd name="connsiteX62666" fmla="*/ 1220698 w 2119654"/>
              <a:gd name="connsiteY62666" fmla="*/ 494795 h 2398711"/>
              <a:gd name="connsiteX62667" fmla="*/ 1220651 w 2119654"/>
              <a:gd name="connsiteY62667" fmla="*/ 494977 h 2398711"/>
              <a:gd name="connsiteX62668" fmla="*/ 1222169 w 2119654"/>
              <a:gd name="connsiteY62668" fmla="*/ 498685 h 2398711"/>
              <a:gd name="connsiteX62669" fmla="*/ 1222409 w 2119654"/>
              <a:gd name="connsiteY62669" fmla="*/ 496401 h 2398711"/>
              <a:gd name="connsiteX62670" fmla="*/ 1221948 w 2119654"/>
              <a:gd name="connsiteY62670" fmla="*/ 495841 h 2398711"/>
              <a:gd name="connsiteX62671" fmla="*/ 1252070 w 2119654"/>
              <a:gd name="connsiteY62671" fmla="*/ 424284 h 2398711"/>
              <a:gd name="connsiteX62672" fmla="*/ 1253863 w 2119654"/>
              <a:gd name="connsiteY62672" fmla="*/ 426202 h 2398711"/>
              <a:gd name="connsiteX62673" fmla="*/ 1253361 w 2119654"/>
              <a:gd name="connsiteY62673" fmla="*/ 423206 h 2398711"/>
              <a:gd name="connsiteX62674" fmla="*/ 1221172 w 2119654"/>
              <a:gd name="connsiteY62674" fmla="*/ 493395 h 2398711"/>
              <a:gd name="connsiteX62675" fmla="*/ 1221077 w 2119654"/>
              <a:gd name="connsiteY62675" fmla="*/ 493676 h 2398711"/>
              <a:gd name="connsiteX62676" fmla="*/ 1221471 w 2119654"/>
              <a:gd name="connsiteY62676" fmla="*/ 494077 h 2398711"/>
              <a:gd name="connsiteX62677" fmla="*/ 1221465 w 2119654"/>
              <a:gd name="connsiteY62677" fmla="*/ 492531 h 2398711"/>
              <a:gd name="connsiteX62678" fmla="*/ 1221321 w 2119654"/>
              <a:gd name="connsiteY62678" fmla="*/ 492953 h 2398711"/>
              <a:gd name="connsiteX62679" fmla="*/ 1222088 w 2119654"/>
              <a:gd name="connsiteY62679" fmla="*/ 494703 h 2398711"/>
              <a:gd name="connsiteX62680" fmla="*/ 1222539 w 2119654"/>
              <a:gd name="connsiteY62680" fmla="*/ 495161 h 2398711"/>
              <a:gd name="connsiteX62681" fmla="*/ 1222661 w 2119654"/>
              <a:gd name="connsiteY62681" fmla="*/ 493993 h 2398711"/>
              <a:gd name="connsiteX62682" fmla="*/ 533930 w 2119654"/>
              <a:gd name="connsiteY62682" fmla="*/ 2031889 h 2398711"/>
              <a:gd name="connsiteX62683" fmla="*/ 534357 w 2119654"/>
              <a:gd name="connsiteY62683" fmla="*/ 2033044 h 2398711"/>
              <a:gd name="connsiteX62684" fmla="*/ 537795 w 2119654"/>
              <a:gd name="connsiteY62684" fmla="*/ 2033773 h 2398711"/>
              <a:gd name="connsiteX62685" fmla="*/ 547760 w 2119654"/>
              <a:gd name="connsiteY62685" fmla="*/ 2030637 h 2398711"/>
              <a:gd name="connsiteX62686" fmla="*/ 544140 w 2119654"/>
              <a:gd name="connsiteY62686" fmla="*/ 2028734 h 2398711"/>
              <a:gd name="connsiteX62687" fmla="*/ 1222574 w 2119654"/>
              <a:gd name="connsiteY62687" fmla="*/ 489843 h 2398711"/>
              <a:gd name="connsiteX62688" fmla="*/ 1223027 w 2119654"/>
              <a:gd name="connsiteY62688" fmla="*/ 490506 h 2398711"/>
              <a:gd name="connsiteX62689" fmla="*/ 1223177 w 2119654"/>
              <a:gd name="connsiteY62689" fmla="*/ 489083 h 2398711"/>
              <a:gd name="connsiteX62690" fmla="*/ 1240319 w 2119654"/>
              <a:gd name="connsiteY62690" fmla="*/ 449972 h 2398711"/>
              <a:gd name="connsiteX62691" fmla="*/ 1243094 w 2119654"/>
              <a:gd name="connsiteY62691" fmla="*/ 457393 h 2398711"/>
              <a:gd name="connsiteX62692" fmla="*/ 1243514 w 2119654"/>
              <a:gd name="connsiteY62692" fmla="*/ 453422 h 2398711"/>
              <a:gd name="connsiteX62693" fmla="*/ 1240733 w 2119654"/>
              <a:gd name="connsiteY62693" fmla="*/ 449497 h 2398711"/>
              <a:gd name="connsiteX62694" fmla="*/ 556430 w 2119654"/>
              <a:gd name="connsiteY62694" fmla="*/ 1981159 h 2398711"/>
              <a:gd name="connsiteX62695" fmla="*/ 557093 w 2119654"/>
              <a:gd name="connsiteY62695" fmla="*/ 1981446 h 2398711"/>
              <a:gd name="connsiteX62696" fmla="*/ 560257 w 2119654"/>
              <a:gd name="connsiteY62696" fmla="*/ 1981534 h 2398711"/>
              <a:gd name="connsiteX62697" fmla="*/ 1222225 w 2119654"/>
              <a:gd name="connsiteY62697" fmla="*/ 490284 h 2398711"/>
              <a:gd name="connsiteX62698" fmla="*/ 1221674 w 2119654"/>
              <a:gd name="connsiteY62698" fmla="*/ 491911 h 2398711"/>
              <a:gd name="connsiteX62699" fmla="*/ 1222744 w 2119654"/>
              <a:gd name="connsiteY62699" fmla="*/ 493216 h 2398711"/>
              <a:gd name="connsiteX62700" fmla="*/ 1222949 w 2119654"/>
              <a:gd name="connsiteY62700" fmla="*/ 491263 h 2398711"/>
              <a:gd name="connsiteX62701" fmla="*/ 1222265 w 2119654"/>
              <a:gd name="connsiteY62701" fmla="*/ 490234 h 2398711"/>
              <a:gd name="connsiteX62702" fmla="*/ 1258919 w 2119654"/>
              <a:gd name="connsiteY62702" fmla="*/ 407726 h 2398711"/>
              <a:gd name="connsiteX62703" fmla="*/ 1259272 w 2119654"/>
              <a:gd name="connsiteY62703" fmla="*/ 409503 h 2398711"/>
              <a:gd name="connsiteX62704" fmla="*/ 1260143 w 2119654"/>
              <a:gd name="connsiteY62704" fmla="*/ 411303 h 2398711"/>
              <a:gd name="connsiteX62705" fmla="*/ 547140 w 2119654"/>
              <a:gd name="connsiteY62705" fmla="*/ 2001498 h 2398711"/>
              <a:gd name="connsiteX62706" fmla="*/ 566246 w 2119654"/>
              <a:gd name="connsiteY62706" fmla="*/ 2003023 h 2398711"/>
              <a:gd name="connsiteX62707" fmla="*/ 567636 w 2119654"/>
              <a:gd name="connsiteY62707" fmla="*/ 2003003 h 2398711"/>
              <a:gd name="connsiteX62708" fmla="*/ 567289 w 2119654"/>
              <a:gd name="connsiteY62708" fmla="*/ 2000521 h 2398711"/>
              <a:gd name="connsiteX62709" fmla="*/ 560006 w 2119654"/>
              <a:gd name="connsiteY62709" fmla="*/ 1998009 h 2398711"/>
              <a:gd name="connsiteX62710" fmla="*/ 555427 w 2119654"/>
              <a:gd name="connsiteY62710" fmla="*/ 1999285 h 2398711"/>
              <a:gd name="connsiteX62711" fmla="*/ 553304 w 2119654"/>
              <a:gd name="connsiteY62711" fmla="*/ 2000449 h 2398711"/>
              <a:gd name="connsiteX62712" fmla="*/ 553050 w 2119654"/>
              <a:gd name="connsiteY62712" fmla="*/ 2000383 h 2398711"/>
              <a:gd name="connsiteX62713" fmla="*/ 554665 w 2119654"/>
              <a:gd name="connsiteY62713" fmla="*/ 1999498 h 2398711"/>
              <a:gd name="connsiteX62714" fmla="*/ 553668 w 2119654"/>
              <a:gd name="connsiteY62714" fmla="*/ 1999776 h 2398711"/>
              <a:gd name="connsiteX62715" fmla="*/ 570643 w 2119654"/>
              <a:gd name="connsiteY62715" fmla="*/ 1948573 h 2398711"/>
              <a:gd name="connsiteX62716" fmla="*/ 570986 w 2119654"/>
              <a:gd name="connsiteY62716" fmla="*/ 1948793 h 2398711"/>
              <a:gd name="connsiteX62717" fmla="*/ 573056 w 2119654"/>
              <a:gd name="connsiteY62717" fmla="*/ 1948918 h 2398711"/>
              <a:gd name="connsiteX62718" fmla="*/ 572396 w 2119654"/>
              <a:gd name="connsiteY62718" fmla="*/ 1948585 h 2398711"/>
              <a:gd name="connsiteX62719" fmla="*/ 1285398 w 2119654"/>
              <a:gd name="connsiteY62719" fmla="*/ 348030 h 2398711"/>
              <a:gd name="connsiteX62720" fmla="*/ 1286199 w 2119654"/>
              <a:gd name="connsiteY62720" fmla="*/ 349129 h 2398711"/>
              <a:gd name="connsiteX62721" fmla="*/ 1294166 w 2119654"/>
              <a:gd name="connsiteY62721" fmla="*/ 343696 h 2398711"/>
              <a:gd name="connsiteX62722" fmla="*/ 1294569 w 2119654"/>
              <a:gd name="connsiteY62722" fmla="*/ 343724 h 2398711"/>
              <a:gd name="connsiteX62723" fmla="*/ 1286348 w 2119654"/>
              <a:gd name="connsiteY62723" fmla="*/ 349330 h 2398711"/>
              <a:gd name="connsiteX62724" fmla="*/ 1294642 w 2119654"/>
              <a:gd name="connsiteY62724" fmla="*/ 360698 h 2398711"/>
              <a:gd name="connsiteX62725" fmla="*/ 1294136 w 2119654"/>
              <a:gd name="connsiteY62725" fmla="*/ 358323 h 2398711"/>
              <a:gd name="connsiteX62726" fmla="*/ 1294298 w 2119654"/>
              <a:gd name="connsiteY62726" fmla="*/ 358456 h 2398711"/>
              <a:gd name="connsiteX62727" fmla="*/ 1294830 w 2119654"/>
              <a:gd name="connsiteY62727" fmla="*/ 360958 h 2398711"/>
              <a:gd name="connsiteX62728" fmla="*/ 1296699 w 2119654"/>
              <a:gd name="connsiteY62728" fmla="*/ 363517 h 2398711"/>
              <a:gd name="connsiteX62729" fmla="*/ 1303342 w 2119654"/>
              <a:gd name="connsiteY62729" fmla="*/ 358856 h 2398711"/>
              <a:gd name="connsiteX62730" fmla="*/ 1306359 w 2119654"/>
              <a:gd name="connsiteY62730" fmla="*/ 355884 h 2398711"/>
              <a:gd name="connsiteX62731" fmla="*/ 1300323 w 2119654"/>
              <a:gd name="connsiteY62731" fmla="*/ 327530 h 2398711"/>
              <a:gd name="connsiteX62732" fmla="*/ 1300695 w 2119654"/>
              <a:gd name="connsiteY62732" fmla="*/ 327839 h 2398711"/>
              <a:gd name="connsiteX62733" fmla="*/ 1306614 w 2119654"/>
              <a:gd name="connsiteY62733" fmla="*/ 355634 h 2398711"/>
              <a:gd name="connsiteX62734" fmla="*/ 1307778 w 2119654"/>
              <a:gd name="connsiteY62734" fmla="*/ 354486 h 2398711"/>
              <a:gd name="connsiteX62735" fmla="*/ 1313455 w 2119654"/>
              <a:gd name="connsiteY62735" fmla="*/ 349136 h 2398711"/>
              <a:gd name="connsiteX62736" fmla="*/ 1303884 w 2119654"/>
              <a:gd name="connsiteY62736" fmla="*/ 327153 h 2398711"/>
              <a:gd name="connsiteX62737" fmla="*/ 1302253 w 2119654"/>
              <a:gd name="connsiteY62737" fmla="*/ 323897 h 2398711"/>
              <a:gd name="connsiteX62738" fmla="*/ 488798 w 2119654"/>
              <a:gd name="connsiteY62738" fmla="*/ 2131670 h 2398711"/>
              <a:gd name="connsiteX62739" fmla="*/ 503971 w 2119654"/>
              <a:gd name="connsiteY62739" fmla="*/ 2135039 h 2398711"/>
              <a:gd name="connsiteX62740" fmla="*/ 528756 w 2119654"/>
              <a:gd name="connsiteY62740" fmla="*/ 2140194 h 2398711"/>
              <a:gd name="connsiteX62741" fmla="*/ 603331 w 2119654"/>
              <a:gd name="connsiteY62741" fmla="*/ 2123413 h 2398711"/>
              <a:gd name="connsiteX62742" fmla="*/ 599744 w 2119654"/>
              <a:gd name="connsiteY62742" fmla="*/ 2122779 h 2398711"/>
              <a:gd name="connsiteX62743" fmla="*/ 580711 w 2119654"/>
              <a:gd name="connsiteY62743" fmla="*/ 2123472 h 2398711"/>
              <a:gd name="connsiteX62744" fmla="*/ 580442 w 2119654"/>
              <a:gd name="connsiteY62744" fmla="*/ 2123276 h 2398711"/>
              <a:gd name="connsiteX62745" fmla="*/ 598774 w 2119654"/>
              <a:gd name="connsiteY62745" fmla="*/ 2122608 h 2398711"/>
              <a:gd name="connsiteX62746" fmla="*/ 579030 w 2119654"/>
              <a:gd name="connsiteY62746" fmla="*/ 2119123 h 2398711"/>
              <a:gd name="connsiteX62747" fmla="*/ 552684 w 2119654"/>
              <a:gd name="connsiteY62747" fmla="*/ 2122786 h 2398711"/>
              <a:gd name="connsiteX62748" fmla="*/ 555275 w 2119654"/>
              <a:gd name="connsiteY62748" fmla="*/ 2131389 h 2398711"/>
              <a:gd name="connsiteX62749" fmla="*/ 554865 w 2119654"/>
              <a:gd name="connsiteY62749" fmla="*/ 2131155 h 2398711"/>
              <a:gd name="connsiteX62750" fmla="*/ 552358 w 2119654"/>
              <a:gd name="connsiteY62750" fmla="*/ 2122831 h 2398711"/>
              <a:gd name="connsiteX62751" fmla="*/ 1261544 w 2119654"/>
              <a:gd name="connsiteY62751" fmla="*/ 401004 h 2398711"/>
              <a:gd name="connsiteX62752" fmla="*/ 1262350 w 2119654"/>
              <a:gd name="connsiteY62752" fmla="*/ 402974 h 2398711"/>
              <a:gd name="connsiteX62753" fmla="*/ 1266170 w 2119654"/>
              <a:gd name="connsiteY62753" fmla="*/ 408208 h 2398711"/>
              <a:gd name="connsiteX62754" fmla="*/ 1267968 w 2119654"/>
              <a:gd name="connsiteY62754" fmla="*/ 410889 h 2398711"/>
              <a:gd name="connsiteX62755" fmla="*/ 1270792 w 2119654"/>
              <a:gd name="connsiteY62755" fmla="*/ 408595 h 2398711"/>
              <a:gd name="connsiteX62756" fmla="*/ 1266622 w 2119654"/>
              <a:gd name="connsiteY62756" fmla="*/ 398116 h 2398711"/>
              <a:gd name="connsiteX62757" fmla="*/ 1266848 w 2119654"/>
              <a:gd name="connsiteY62757" fmla="*/ 398245 h 2398711"/>
              <a:gd name="connsiteX62758" fmla="*/ 1270924 w 2119654"/>
              <a:gd name="connsiteY62758" fmla="*/ 408488 h 2398711"/>
              <a:gd name="connsiteX62759" fmla="*/ 1271267 w 2119654"/>
              <a:gd name="connsiteY62759" fmla="*/ 408210 h 2398711"/>
              <a:gd name="connsiteX62760" fmla="*/ 1266591 w 2119654"/>
              <a:gd name="connsiteY62760" fmla="*/ 395712 h 2398711"/>
              <a:gd name="connsiteX62761" fmla="*/ 555743 w 2119654"/>
              <a:gd name="connsiteY62761" fmla="*/ 1981409 h 2398711"/>
              <a:gd name="connsiteX62762" fmla="*/ 556474 w 2119654"/>
              <a:gd name="connsiteY62762" fmla="*/ 1981429 h 2398711"/>
              <a:gd name="connsiteX62763" fmla="*/ 556116 w 2119654"/>
              <a:gd name="connsiteY62763" fmla="*/ 1981268 h 2398711"/>
              <a:gd name="connsiteX62764" fmla="*/ 1243763 w 2119654"/>
              <a:gd name="connsiteY62764" fmla="*/ 440610 h 2398711"/>
              <a:gd name="connsiteX62765" fmla="*/ 1244708 w 2119654"/>
              <a:gd name="connsiteY62765" fmla="*/ 443377 h 2398711"/>
              <a:gd name="connsiteX62766" fmla="*/ 1244833 w 2119654"/>
              <a:gd name="connsiteY62766" fmla="*/ 443760 h 2398711"/>
              <a:gd name="connsiteX62767" fmla="*/ 1245669 w 2119654"/>
              <a:gd name="connsiteY62767" fmla="*/ 442798 h 2398711"/>
              <a:gd name="connsiteX62768" fmla="*/ 1261185 w 2119654"/>
              <a:gd name="connsiteY62768" fmla="*/ 401379 h 2398711"/>
              <a:gd name="connsiteX62769" fmla="*/ 1261954 w 2119654"/>
              <a:gd name="connsiteY62769" fmla="*/ 402432 h 2398711"/>
              <a:gd name="connsiteX62770" fmla="*/ 1261422 w 2119654"/>
              <a:gd name="connsiteY62770" fmla="*/ 401131 h 2398711"/>
              <a:gd name="connsiteX62771" fmla="*/ 1231005 w 2119654"/>
              <a:gd name="connsiteY62771" fmla="*/ 468950 h 2398711"/>
              <a:gd name="connsiteX62772" fmla="*/ 1232505 w 2119654"/>
              <a:gd name="connsiteY62772" fmla="*/ 474950 h 2398711"/>
              <a:gd name="connsiteX62773" fmla="*/ 1234578 w 2119654"/>
              <a:gd name="connsiteY62773" fmla="*/ 472334 h 2398711"/>
              <a:gd name="connsiteX62774" fmla="*/ 1220224 w 2119654"/>
              <a:gd name="connsiteY62774" fmla="*/ 492810 h 2398711"/>
              <a:gd name="connsiteX62775" fmla="*/ 1220269 w 2119654"/>
              <a:gd name="connsiteY62775" fmla="*/ 492857 h 2398711"/>
              <a:gd name="connsiteX62776" fmla="*/ 1220331 w 2119654"/>
              <a:gd name="connsiteY62776" fmla="*/ 492675 h 2398711"/>
              <a:gd name="connsiteX62777" fmla="*/ 1250009 w 2119654"/>
              <a:gd name="connsiteY62777" fmla="*/ 426004 h 2398711"/>
              <a:gd name="connsiteX62778" fmla="*/ 1250487 w 2119654"/>
              <a:gd name="connsiteY62778" fmla="*/ 427410 h 2398711"/>
              <a:gd name="connsiteX62779" fmla="*/ 1252809 w 2119654"/>
              <a:gd name="connsiteY62779" fmla="*/ 434583 h 2398711"/>
              <a:gd name="connsiteX62780" fmla="*/ 1254680 w 2119654"/>
              <a:gd name="connsiteY62780" fmla="*/ 432433 h 2398711"/>
              <a:gd name="connsiteX62781" fmla="*/ 1254273 w 2119654"/>
              <a:gd name="connsiteY62781" fmla="*/ 429223 h 2398711"/>
              <a:gd name="connsiteX62782" fmla="*/ 1250713 w 2119654"/>
              <a:gd name="connsiteY62782" fmla="*/ 425416 h 2398711"/>
              <a:gd name="connsiteX62783" fmla="*/ 1200504 w 2119654"/>
              <a:gd name="connsiteY62783" fmla="*/ 536449 h 2398711"/>
              <a:gd name="connsiteX62784" fmla="*/ 1200560 w 2119654"/>
              <a:gd name="connsiteY62784" fmla="*/ 536695 h 2398711"/>
              <a:gd name="connsiteX62785" fmla="*/ 1200641 w 2119654"/>
              <a:gd name="connsiteY62785" fmla="*/ 536753 h 2398711"/>
              <a:gd name="connsiteX62786" fmla="*/ 562863 w 2119654"/>
              <a:gd name="connsiteY62786" fmla="*/ 1964194 h 2398711"/>
              <a:gd name="connsiteX62787" fmla="*/ 563100 w 2119654"/>
              <a:gd name="connsiteY62787" fmla="*/ 1966065 h 2398711"/>
              <a:gd name="connsiteX62788" fmla="*/ 572434 w 2119654"/>
              <a:gd name="connsiteY62788" fmla="*/ 1965866 h 2398711"/>
              <a:gd name="connsiteX62789" fmla="*/ 566719 w 2119654"/>
              <a:gd name="connsiteY62789" fmla="*/ 1963328 h 2398711"/>
              <a:gd name="connsiteX62790" fmla="*/ 1283203 w 2119654"/>
              <a:gd name="connsiteY62790" fmla="*/ 351171 h 2398711"/>
              <a:gd name="connsiteX62791" fmla="*/ 1285648 w 2119654"/>
              <a:gd name="connsiteY62791" fmla="*/ 349504 h 2398711"/>
              <a:gd name="connsiteX62792" fmla="*/ 1284994 w 2119654"/>
              <a:gd name="connsiteY62792" fmla="*/ 348607 h 2398711"/>
              <a:gd name="connsiteX62793" fmla="*/ 533323 w 2119654"/>
              <a:gd name="connsiteY62793" fmla="*/ 2030249 h 2398711"/>
              <a:gd name="connsiteX62794" fmla="*/ 533696 w 2119654"/>
              <a:gd name="connsiteY62794" fmla="*/ 2031258 h 2398711"/>
              <a:gd name="connsiteX62795" fmla="*/ 543297 w 2119654"/>
              <a:gd name="connsiteY62795" fmla="*/ 2028290 h 2398711"/>
              <a:gd name="connsiteX62796" fmla="*/ 541828 w 2119654"/>
              <a:gd name="connsiteY62796" fmla="*/ 2027518 h 2398711"/>
              <a:gd name="connsiteX62797" fmla="*/ 1237660 w 2119654"/>
              <a:gd name="connsiteY62797" fmla="*/ 453031 h 2398711"/>
              <a:gd name="connsiteX62798" fmla="*/ 1238259 w 2119654"/>
              <a:gd name="connsiteY62798" fmla="*/ 456601 h 2398711"/>
              <a:gd name="connsiteX62799" fmla="*/ 1242644 w 2119654"/>
              <a:gd name="connsiteY62799" fmla="*/ 461658 h 2398711"/>
              <a:gd name="connsiteX62800" fmla="*/ 1242779 w 2119654"/>
              <a:gd name="connsiteY62800" fmla="*/ 460371 h 2398711"/>
              <a:gd name="connsiteX62801" fmla="*/ 1239621 w 2119654"/>
              <a:gd name="connsiteY62801" fmla="*/ 450775 h 2398711"/>
              <a:gd name="connsiteX62802" fmla="*/ 1196552 w 2119654"/>
              <a:gd name="connsiteY62802" fmla="*/ 544232 h 2398711"/>
              <a:gd name="connsiteX62803" fmla="*/ 1197852 w 2119654"/>
              <a:gd name="connsiteY62803" fmla="*/ 546175 h 2398711"/>
              <a:gd name="connsiteX62804" fmla="*/ 1198139 w 2119654"/>
              <a:gd name="connsiteY62804" fmla="*/ 545608 h 2398711"/>
              <a:gd name="connsiteX62805" fmla="*/ 1218598 w 2119654"/>
              <a:gd name="connsiteY62805" fmla="*/ 494861 h 2398711"/>
              <a:gd name="connsiteX62806" fmla="*/ 1219242 w 2119654"/>
              <a:gd name="connsiteY62806" fmla="*/ 495890 h 2398711"/>
              <a:gd name="connsiteX62807" fmla="*/ 1219375 w 2119654"/>
              <a:gd name="connsiteY62807" fmla="*/ 495498 h 2398711"/>
              <a:gd name="connsiteX62808" fmla="*/ 1218938 w 2119654"/>
              <a:gd name="connsiteY62808" fmla="*/ 494432 h 2398711"/>
              <a:gd name="connsiteX62809" fmla="*/ 558888 w 2119654"/>
              <a:gd name="connsiteY62809" fmla="*/ 1972076 h 2398711"/>
              <a:gd name="connsiteX62810" fmla="*/ 560744 w 2119654"/>
              <a:gd name="connsiteY62810" fmla="*/ 1972466 h 2398711"/>
              <a:gd name="connsiteX62811" fmla="*/ 563478 w 2119654"/>
              <a:gd name="connsiteY62811" fmla="*/ 1971423 h 2398711"/>
              <a:gd name="connsiteX62812" fmla="*/ 563477 w 2119654"/>
              <a:gd name="connsiteY62812" fmla="*/ 1971412 h 2398711"/>
              <a:gd name="connsiteX62813" fmla="*/ 531888 w 2119654"/>
              <a:gd name="connsiteY62813" fmla="*/ 2032520 h 2398711"/>
              <a:gd name="connsiteX62814" fmla="*/ 534099 w 2119654"/>
              <a:gd name="connsiteY62814" fmla="*/ 2032989 h 2398711"/>
              <a:gd name="connsiteX62815" fmla="*/ 533716 w 2119654"/>
              <a:gd name="connsiteY62815" fmla="*/ 2031956 h 2398711"/>
              <a:gd name="connsiteX62816" fmla="*/ 1281820 w 2119654"/>
              <a:gd name="connsiteY62816" fmla="*/ 353152 h 2398711"/>
              <a:gd name="connsiteX62817" fmla="*/ 1286408 w 2119654"/>
              <a:gd name="connsiteY62817" fmla="*/ 368283 h 2398711"/>
              <a:gd name="connsiteX62818" fmla="*/ 1286998 w 2119654"/>
              <a:gd name="connsiteY62818" fmla="*/ 370323 h 2398711"/>
              <a:gd name="connsiteX62819" fmla="*/ 1295431 w 2119654"/>
              <a:gd name="connsiteY62819" fmla="*/ 364407 h 2398711"/>
              <a:gd name="connsiteX62820" fmla="*/ 1294981 w 2119654"/>
              <a:gd name="connsiteY62820" fmla="*/ 362291 h 2398711"/>
              <a:gd name="connsiteX62821" fmla="*/ 1285796 w 2119654"/>
              <a:gd name="connsiteY62821" fmla="*/ 349706 h 2398711"/>
              <a:gd name="connsiteX62822" fmla="*/ 1282800 w 2119654"/>
              <a:gd name="connsiteY62822" fmla="*/ 351749 h 2398711"/>
              <a:gd name="connsiteX62823" fmla="*/ 1236617 w 2119654"/>
              <a:gd name="connsiteY62823" fmla="*/ 454232 h 2398711"/>
              <a:gd name="connsiteX62824" fmla="*/ 1237391 w 2119654"/>
              <a:gd name="connsiteY62824" fmla="*/ 455477 h 2398711"/>
              <a:gd name="connsiteX62825" fmla="*/ 1237092 w 2119654"/>
              <a:gd name="connsiteY62825" fmla="*/ 453685 h 2398711"/>
              <a:gd name="connsiteX62826" fmla="*/ 1239478 w 2119654"/>
              <a:gd name="connsiteY62826" fmla="*/ 447725 h 2398711"/>
              <a:gd name="connsiteX62827" fmla="*/ 1240052 w 2119654"/>
              <a:gd name="connsiteY62827" fmla="*/ 449258 h 2398711"/>
              <a:gd name="connsiteX62828" fmla="*/ 1240334 w 2119654"/>
              <a:gd name="connsiteY62828" fmla="*/ 448933 h 2398711"/>
              <a:gd name="connsiteX62829" fmla="*/ 1267513 w 2119654"/>
              <a:gd name="connsiteY62829" fmla="*/ 384907 h 2398711"/>
              <a:gd name="connsiteX62830" fmla="*/ 1272198 w 2119654"/>
              <a:gd name="connsiteY62830" fmla="*/ 389531 h 2398711"/>
              <a:gd name="connsiteX62831" fmla="*/ 1273989 w 2119654"/>
              <a:gd name="connsiteY62831" fmla="*/ 387767 h 2398711"/>
              <a:gd name="connsiteX62832" fmla="*/ 1272798 w 2119654"/>
              <a:gd name="connsiteY62832" fmla="*/ 381199 h 2398711"/>
              <a:gd name="connsiteX62833" fmla="*/ 1236409 w 2119654"/>
              <a:gd name="connsiteY62833" fmla="*/ 454470 h 2398711"/>
              <a:gd name="connsiteX62834" fmla="*/ 1236411 w 2119654"/>
              <a:gd name="connsiteY62834" fmla="*/ 454472 h 2398711"/>
              <a:gd name="connsiteX62835" fmla="*/ 1236410 w 2119654"/>
              <a:gd name="connsiteY62835" fmla="*/ 454470 h 2398711"/>
              <a:gd name="connsiteX62836" fmla="*/ 1259008 w 2119654"/>
              <a:gd name="connsiteY62836" fmla="*/ 403663 h 2398711"/>
              <a:gd name="connsiteX62837" fmla="*/ 1263598 w 2119654"/>
              <a:gd name="connsiteY62837" fmla="*/ 414437 h 2398711"/>
              <a:gd name="connsiteX62838" fmla="*/ 1266050 w 2119654"/>
              <a:gd name="connsiteY62838" fmla="*/ 412446 h 2398711"/>
              <a:gd name="connsiteX62839" fmla="*/ 1266038 w 2119654"/>
              <a:gd name="connsiteY62839" fmla="*/ 412416 h 2398711"/>
              <a:gd name="connsiteX62840" fmla="*/ 1263880 w 2119654"/>
              <a:gd name="connsiteY62840" fmla="*/ 407141 h 2398711"/>
              <a:gd name="connsiteX62841" fmla="*/ 1260500 w 2119654"/>
              <a:gd name="connsiteY62841" fmla="*/ 402097 h 2398711"/>
              <a:gd name="connsiteX62842" fmla="*/ 1217799 w 2119654"/>
              <a:gd name="connsiteY62842" fmla="*/ 495869 h 2398711"/>
              <a:gd name="connsiteX62843" fmla="*/ 1218688 w 2119654"/>
              <a:gd name="connsiteY62843" fmla="*/ 496939 h 2398711"/>
              <a:gd name="connsiteX62844" fmla="*/ 1217920 w 2119654"/>
              <a:gd name="connsiteY62844" fmla="*/ 495717 h 2398711"/>
              <a:gd name="connsiteX62845" fmla="*/ 1228620 w 2119654"/>
              <a:gd name="connsiteY62845" fmla="*/ 471397 h 2398711"/>
              <a:gd name="connsiteX62846" fmla="*/ 1226612 w 2119654"/>
              <a:gd name="connsiteY62846" fmla="*/ 477327 h 2398711"/>
              <a:gd name="connsiteX62847" fmla="*/ 1226319 w 2119654"/>
              <a:gd name="connsiteY62847" fmla="*/ 480120 h 2398711"/>
              <a:gd name="connsiteX62848" fmla="*/ 1227512 w 2119654"/>
              <a:gd name="connsiteY62848" fmla="*/ 481252 h 2398711"/>
              <a:gd name="connsiteX62849" fmla="*/ 1230405 w 2119654"/>
              <a:gd name="connsiteY62849" fmla="*/ 477600 h 2398711"/>
              <a:gd name="connsiteX62850" fmla="*/ 1230388 w 2119654"/>
              <a:gd name="connsiteY62850" fmla="*/ 475564 h 2398711"/>
              <a:gd name="connsiteX62851" fmla="*/ 1230403 w 2119654"/>
              <a:gd name="connsiteY62851" fmla="*/ 475580 h 2398711"/>
              <a:gd name="connsiteX62852" fmla="*/ 1229670 w 2119654"/>
              <a:gd name="connsiteY62852" fmla="*/ 472642 h 2398711"/>
              <a:gd name="connsiteX62853" fmla="*/ 1281634 w 2119654"/>
              <a:gd name="connsiteY62853" fmla="*/ 352543 h 2398711"/>
              <a:gd name="connsiteX62854" fmla="*/ 1281658 w 2119654"/>
              <a:gd name="connsiteY62854" fmla="*/ 352623 h 2398711"/>
              <a:gd name="connsiteX62855" fmla="*/ 1281786 w 2119654"/>
              <a:gd name="connsiteY62855" fmla="*/ 352439 h 2398711"/>
              <a:gd name="connsiteX62856" fmla="*/ 1229045 w 2119654"/>
              <a:gd name="connsiteY62856" fmla="*/ 470142 h 2398711"/>
              <a:gd name="connsiteX62857" fmla="*/ 1228745 w 2119654"/>
              <a:gd name="connsiteY62857" fmla="*/ 471027 h 2398711"/>
              <a:gd name="connsiteX62858" fmla="*/ 1229485 w 2119654"/>
              <a:gd name="connsiteY62858" fmla="*/ 471905 h 2398711"/>
              <a:gd name="connsiteX62859" fmla="*/ 1280340 w 2119654"/>
              <a:gd name="connsiteY62859" fmla="*/ 355271 h 2398711"/>
              <a:gd name="connsiteX62860" fmla="*/ 1280474 w 2119654"/>
              <a:gd name="connsiteY62860" fmla="*/ 357836 h 2398711"/>
              <a:gd name="connsiteX62861" fmla="*/ 1280981 w 2119654"/>
              <a:gd name="connsiteY62861" fmla="*/ 374545 h 2398711"/>
              <a:gd name="connsiteX62862" fmla="*/ 1286748 w 2119654"/>
              <a:gd name="connsiteY62862" fmla="*/ 370499 h 2398711"/>
              <a:gd name="connsiteX62863" fmla="*/ 1282844 w 2119654"/>
              <a:gd name="connsiteY62863" fmla="*/ 356982 h 2398711"/>
              <a:gd name="connsiteX62864" fmla="*/ 1281724 w 2119654"/>
              <a:gd name="connsiteY62864" fmla="*/ 353289 h 2398711"/>
              <a:gd name="connsiteX62865" fmla="*/ 1217181 w 2119654"/>
              <a:gd name="connsiteY62865" fmla="*/ 496649 h 2398711"/>
              <a:gd name="connsiteX62866" fmla="*/ 1217179 w 2119654"/>
              <a:gd name="connsiteY62866" fmla="*/ 496743 h 2398711"/>
              <a:gd name="connsiteX62867" fmla="*/ 1218194 w 2119654"/>
              <a:gd name="connsiteY62867" fmla="*/ 498986 h 2398711"/>
              <a:gd name="connsiteX62868" fmla="*/ 1218519 w 2119654"/>
              <a:gd name="connsiteY62868" fmla="*/ 498028 h 2398711"/>
              <a:gd name="connsiteX62869" fmla="*/ 1217275 w 2119654"/>
              <a:gd name="connsiteY62869" fmla="*/ 496531 h 2398711"/>
              <a:gd name="connsiteX62870" fmla="*/ 1193781 w 2119654"/>
              <a:gd name="connsiteY62870" fmla="*/ 548830 h 2398711"/>
              <a:gd name="connsiteX62871" fmla="*/ 1194141 w 2119654"/>
              <a:gd name="connsiteY62871" fmla="*/ 550033 h 2398711"/>
              <a:gd name="connsiteX62872" fmla="*/ 1195612 w 2119654"/>
              <a:gd name="connsiteY62872" fmla="*/ 550600 h 2398711"/>
              <a:gd name="connsiteX62873" fmla="*/ 1195647 w 2119654"/>
              <a:gd name="connsiteY62873" fmla="*/ 550531 h 2398711"/>
              <a:gd name="connsiteX62874" fmla="*/ 555720 w 2119654"/>
              <a:gd name="connsiteY62874" fmla="*/ 1977527 h 2398711"/>
              <a:gd name="connsiteX62875" fmla="*/ 563385 w 2119654"/>
              <a:gd name="connsiteY62875" fmla="*/ 1977696 h 2398711"/>
              <a:gd name="connsiteX62876" fmla="*/ 564231 w 2119654"/>
              <a:gd name="connsiteY62876" fmla="*/ 1977376 h 2398711"/>
              <a:gd name="connsiteX62877" fmla="*/ 563857 w 2119654"/>
              <a:gd name="connsiteY62877" fmla="*/ 1974423 h 2398711"/>
              <a:gd name="connsiteX62878" fmla="*/ 523002 w 2119654"/>
              <a:gd name="connsiteY62878" fmla="*/ 2050565 h 2398711"/>
              <a:gd name="connsiteX62879" fmla="*/ 524478 w 2119654"/>
              <a:gd name="connsiteY62879" fmla="*/ 2061706 h 2398711"/>
              <a:gd name="connsiteX62880" fmla="*/ 533394 w 2119654"/>
              <a:gd name="connsiteY62880" fmla="*/ 2059325 h 2398711"/>
              <a:gd name="connsiteX62881" fmla="*/ 530742 w 2119654"/>
              <a:gd name="connsiteY62881" fmla="*/ 2050062 h 2398711"/>
              <a:gd name="connsiteX62882" fmla="*/ 1249296 w 2119654"/>
              <a:gd name="connsiteY62882" fmla="*/ 423902 h 2398711"/>
              <a:gd name="connsiteX62883" fmla="*/ 1249872 w 2119654"/>
              <a:gd name="connsiteY62883" fmla="*/ 425598 h 2398711"/>
              <a:gd name="connsiteX62884" fmla="*/ 1250439 w 2119654"/>
              <a:gd name="connsiteY62884" fmla="*/ 425124 h 2398711"/>
              <a:gd name="connsiteX62885" fmla="*/ 1264947 w 2119654"/>
              <a:gd name="connsiteY62885" fmla="*/ 388751 h 2398711"/>
              <a:gd name="connsiteX62886" fmla="*/ 1267113 w 2119654"/>
              <a:gd name="connsiteY62886" fmla="*/ 394540 h 2398711"/>
              <a:gd name="connsiteX62887" fmla="*/ 1267499 w 2119654"/>
              <a:gd name="connsiteY62887" fmla="*/ 394160 h 2398711"/>
              <a:gd name="connsiteX62888" fmla="*/ 1266198 w 2119654"/>
              <a:gd name="connsiteY62888" fmla="*/ 390579 h 2398711"/>
              <a:gd name="connsiteX62889" fmla="*/ 1257310 w 2119654"/>
              <a:gd name="connsiteY62889" fmla="*/ 405444 h 2398711"/>
              <a:gd name="connsiteX62890" fmla="*/ 1258415 w 2119654"/>
              <a:gd name="connsiteY62890" fmla="*/ 407727 h 2398711"/>
              <a:gd name="connsiteX62891" fmla="*/ 1257848 w 2119654"/>
              <a:gd name="connsiteY62891" fmla="*/ 404880 h 2398711"/>
              <a:gd name="connsiteX62892" fmla="*/ 1265909 w 2119654"/>
              <a:gd name="connsiteY62892" fmla="*/ 386033 h 2398711"/>
              <a:gd name="connsiteX62893" fmla="*/ 1268863 w 2119654"/>
              <a:gd name="connsiteY62893" fmla="*/ 392817 h 2398711"/>
              <a:gd name="connsiteX62894" fmla="*/ 1271259 w 2119654"/>
              <a:gd name="connsiteY62894" fmla="*/ 390456 h 2398711"/>
              <a:gd name="connsiteX62895" fmla="*/ 1266641 w 2119654"/>
              <a:gd name="connsiteY62895" fmla="*/ 385518 h 2398711"/>
              <a:gd name="connsiteX62896" fmla="*/ 1234063 w 2119654"/>
              <a:gd name="connsiteY62896" fmla="*/ 457169 h 2398711"/>
              <a:gd name="connsiteX62897" fmla="*/ 1237842 w 2119654"/>
              <a:gd name="connsiteY62897" fmla="*/ 468215 h 2398711"/>
              <a:gd name="connsiteX62898" fmla="*/ 1238919 w 2119654"/>
              <a:gd name="connsiteY62898" fmla="*/ 466856 h 2398711"/>
              <a:gd name="connsiteX62899" fmla="*/ 1237361 w 2119654"/>
              <a:gd name="connsiteY62899" fmla="*/ 464243 h 2398711"/>
              <a:gd name="connsiteX62900" fmla="*/ 1237641 w 2119654"/>
              <a:gd name="connsiteY62900" fmla="*/ 464351 h 2398711"/>
              <a:gd name="connsiteX62901" fmla="*/ 1239043 w 2119654"/>
              <a:gd name="connsiteY62901" fmla="*/ 466702 h 2398711"/>
              <a:gd name="connsiteX62902" fmla="*/ 1239235 w 2119654"/>
              <a:gd name="connsiteY62902" fmla="*/ 466479 h 2398711"/>
              <a:gd name="connsiteX62903" fmla="*/ 1237610 w 2119654"/>
              <a:gd name="connsiteY62903" fmla="*/ 456787 h 2398711"/>
              <a:gd name="connsiteX62904" fmla="*/ 1236004 w 2119654"/>
              <a:gd name="connsiteY62904" fmla="*/ 454936 h 2398711"/>
              <a:gd name="connsiteX62905" fmla="*/ 1280247 w 2119654"/>
              <a:gd name="connsiteY62905" fmla="*/ 353489 h 2398711"/>
              <a:gd name="connsiteX62906" fmla="*/ 1280303 w 2119654"/>
              <a:gd name="connsiteY62906" fmla="*/ 354564 h 2398711"/>
              <a:gd name="connsiteX62907" fmla="*/ 1281564 w 2119654"/>
              <a:gd name="connsiteY62907" fmla="*/ 352759 h 2398711"/>
              <a:gd name="connsiteX62908" fmla="*/ 1281521 w 2119654"/>
              <a:gd name="connsiteY62908" fmla="*/ 352620 h 2398711"/>
              <a:gd name="connsiteX62909" fmla="*/ 1232596 w 2119654"/>
              <a:gd name="connsiteY62909" fmla="*/ 459652 h 2398711"/>
              <a:gd name="connsiteX62910" fmla="*/ 1231275 w 2119654"/>
              <a:gd name="connsiteY62910" fmla="*/ 463555 h 2398711"/>
              <a:gd name="connsiteX62911" fmla="*/ 1234668 w 2119654"/>
              <a:gd name="connsiteY62911" fmla="*/ 466482 h 2398711"/>
              <a:gd name="connsiteX62912" fmla="*/ 1234233 w 2119654"/>
              <a:gd name="connsiteY62912" fmla="*/ 464435 h 2398711"/>
              <a:gd name="connsiteX62913" fmla="*/ 527904 w 2119654"/>
              <a:gd name="connsiteY62913" fmla="*/ 2037528 h 2398711"/>
              <a:gd name="connsiteX62914" fmla="*/ 528578 w 2119654"/>
              <a:gd name="connsiteY62914" fmla="*/ 2039885 h 2398711"/>
              <a:gd name="connsiteX62915" fmla="*/ 536568 w 2119654"/>
              <a:gd name="connsiteY62915" fmla="*/ 2039661 h 2398711"/>
              <a:gd name="connsiteX62916" fmla="*/ 534983 w 2119654"/>
              <a:gd name="connsiteY62916" fmla="*/ 2035377 h 2398711"/>
              <a:gd name="connsiteX62917" fmla="*/ 563964 w 2119654"/>
              <a:gd name="connsiteY62917" fmla="*/ 1956406 h 2398711"/>
              <a:gd name="connsiteX62918" fmla="*/ 565181 w 2119654"/>
              <a:gd name="connsiteY62918" fmla="*/ 1956887 h 2398711"/>
              <a:gd name="connsiteX62919" fmla="*/ 565787 w 2119654"/>
              <a:gd name="connsiteY62919" fmla="*/ 1956880 h 2398711"/>
              <a:gd name="connsiteX62920" fmla="*/ 566486 w 2119654"/>
              <a:gd name="connsiteY62920" fmla="*/ 1950697 h 2398711"/>
              <a:gd name="connsiteX62921" fmla="*/ 567504 w 2119654"/>
              <a:gd name="connsiteY62921" fmla="*/ 1951332 h 2398711"/>
              <a:gd name="connsiteX62922" fmla="*/ 567527 w 2119654"/>
              <a:gd name="connsiteY62922" fmla="*/ 1951337 h 2398711"/>
              <a:gd name="connsiteX62923" fmla="*/ 566516 w 2119654"/>
              <a:gd name="connsiteY62923" fmla="*/ 1950692 h 2398711"/>
              <a:gd name="connsiteX62924" fmla="*/ 1264738 w 2119654"/>
              <a:gd name="connsiteY62924" fmla="*/ 386854 h 2398711"/>
              <a:gd name="connsiteX62925" fmla="*/ 1264966 w 2119654"/>
              <a:gd name="connsiteY62925" fmla="*/ 387186 h 2398711"/>
              <a:gd name="connsiteX62926" fmla="*/ 1264823 w 2119654"/>
              <a:gd name="connsiteY62926" fmla="*/ 386794 h 2398711"/>
              <a:gd name="connsiteX62927" fmla="*/ 1276168 w 2119654"/>
              <a:gd name="connsiteY62927" fmla="*/ 361243 h 2398711"/>
              <a:gd name="connsiteX62928" fmla="*/ 1276312 w 2119654"/>
              <a:gd name="connsiteY62928" fmla="*/ 377821 h 2398711"/>
              <a:gd name="connsiteX62929" fmla="*/ 1280597 w 2119654"/>
              <a:gd name="connsiteY62929" fmla="*/ 374815 h 2398711"/>
              <a:gd name="connsiteX62930" fmla="*/ 1280018 w 2119654"/>
              <a:gd name="connsiteY62930" fmla="*/ 355731 h 2398711"/>
              <a:gd name="connsiteX62931" fmla="*/ 1217854 w 2119654"/>
              <a:gd name="connsiteY62931" fmla="*/ 491785 h 2398711"/>
              <a:gd name="connsiteX62932" fmla="*/ 1217596 w 2119654"/>
              <a:gd name="connsiteY62932" fmla="*/ 493261 h 2398711"/>
              <a:gd name="connsiteX62933" fmla="*/ 1217773 w 2119654"/>
              <a:gd name="connsiteY62933" fmla="*/ 493545 h 2398711"/>
              <a:gd name="connsiteX62934" fmla="*/ 1218301 w 2119654"/>
              <a:gd name="connsiteY62934" fmla="*/ 492878 h 2398711"/>
              <a:gd name="connsiteX62935" fmla="*/ 1245378 w 2119654"/>
              <a:gd name="connsiteY62935" fmla="*/ 429869 h 2398711"/>
              <a:gd name="connsiteX62936" fmla="*/ 1249927 w 2119654"/>
              <a:gd name="connsiteY62936" fmla="*/ 437900 h 2398711"/>
              <a:gd name="connsiteX62937" fmla="*/ 1252170 w 2119654"/>
              <a:gd name="connsiteY62937" fmla="*/ 435319 h 2398711"/>
              <a:gd name="connsiteX62938" fmla="*/ 1249334 w 2119654"/>
              <a:gd name="connsiteY62938" fmla="*/ 426567 h 2398711"/>
              <a:gd name="connsiteX62939" fmla="*/ 547318 w 2119654"/>
              <a:gd name="connsiteY62939" fmla="*/ 1992879 h 2398711"/>
              <a:gd name="connsiteX62940" fmla="*/ 554581 w 2119654"/>
              <a:gd name="connsiteY62940" fmla="*/ 1995383 h 2398711"/>
              <a:gd name="connsiteX62941" fmla="*/ 562270 w 2119654"/>
              <a:gd name="connsiteY62941" fmla="*/ 1995261 h 2398711"/>
              <a:gd name="connsiteX62942" fmla="*/ 562466 w 2119654"/>
              <a:gd name="connsiteY62942" fmla="*/ 1995223 h 2398711"/>
              <a:gd name="connsiteX62943" fmla="*/ 566256 w 2119654"/>
              <a:gd name="connsiteY62943" fmla="*/ 1993146 h 2398711"/>
              <a:gd name="connsiteX62944" fmla="*/ 566128 w 2119654"/>
              <a:gd name="connsiteY62944" fmla="*/ 1992232 h 2398711"/>
              <a:gd name="connsiteX62945" fmla="*/ 562485 w 2119654"/>
              <a:gd name="connsiteY62945" fmla="*/ 1990655 h 2398711"/>
              <a:gd name="connsiteX62946" fmla="*/ 1234702 w 2119654"/>
              <a:gd name="connsiteY62946" fmla="*/ 453434 h 2398711"/>
              <a:gd name="connsiteX62947" fmla="*/ 1233748 w 2119654"/>
              <a:gd name="connsiteY62947" fmla="*/ 456250 h 2398711"/>
              <a:gd name="connsiteX62948" fmla="*/ 1233812 w 2119654"/>
              <a:gd name="connsiteY62948" fmla="*/ 456437 h 2398711"/>
              <a:gd name="connsiteX62949" fmla="*/ 1235561 w 2119654"/>
              <a:gd name="connsiteY62949" fmla="*/ 454424 h 2398711"/>
              <a:gd name="connsiteX62950" fmla="*/ 551568 w 2119654"/>
              <a:gd name="connsiteY62950" fmla="*/ 1982987 h 2398711"/>
              <a:gd name="connsiteX62951" fmla="*/ 554983 w 2119654"/>
              <a:gd name="connsiteY62951" fmla="*/ 1984458 h 2398711"/>
              <a:gd name="connsiteX62952" fmla="*/ 562250 w 2119654"/>
              <a:gd name="connsiteY62952" fmla="*/ 1984033 h 2398711"/>
              <a:gd name="connsiteX62953" fmla="*/ 557658 w 2119654"/>
              <a:gd name="connsiteY62953" fmla="*/ 1981964 h 2398711"/>
              <a:gd name="connsiteX62954" fmla="*/ 554507 w 2119654"/>
              <a:gd name="connsiteY62954" fmla="*/ 1981876 h 2398711"/>
              <a:gd name="connsiteX62955" fmla="*/ 1235077 w 2119654"/>
              <a:gd name="connsiteY62955" fmla="*/ 452326 h 2398711"/>
              <a:gd name="connsiteX62956" fmla="*/ 1234929 w 2119654"/>
              <a:gd name="connsiteY62956" fmla="*/ 452763 h 2398711"/>
              <a:gd name="connsiteX62957" fmla="*/ 1235966 w 2119654"/>
              <a:gd name="connsiteY62957" fmla="*/ 453959 h 2398711"/>
              <a:gd name="connsiteX62958" fmla="*/ 1236039 w 2119654"/>
              <a:gd name="connsiteY62958" fmla="*/ 453874 h 2398711"/>
              <a:gd name="connsiteX62959" fmla="*/ 1227186 w 2119654"/>
              <a:gd name="connsiteY62959" fmla="*/ 469693 h 2398711"/>
              <a:gd name="connsiteX62960" fmla="*/ 1227092 w 2119654"/>
              <a:gd name="connsiteY62960" fmla="*/ 472702 h 2398711"/>
              <a:gd name="connsiteX62961" fmla="*/ 1227846 w 2119654"/>
              <a:gd name="connsiteY62961" fmla="*/ 470475 h 2398711"/>
              <a:gd name="connsiteX62962" fmla="*/ 565674 w 2119654"/>
              <a:gd name="connsiteY62962" fmla="*/ 1950852 h 2398711"/>
              <a:gd name="connsiteX62963" fmla="*/ 566610 w 2119654"/>
              <a:gd name="connsiteY62963" fmla="*/ 1951097 h 2398711"/>
              <a:gd name="connsiteX62964" fmla="*/ 566101 w 2119654"/>
              <a:gd name="connsiteY62964" fmla="*/ 1950771 h 2398711"/>
              <a:gd name="connsiteX62965" fmla="*/ 1244417 w 2119654"/>
              <a:gd name="connsiteY62965" fmla="*/ 430671 h 2398711"/>
              <a:gd name="connsiteX62966" fmla="*/ 1248164 w 2119654"/>
              <a:gd name="connsiteY62966" fmla="*/ 436149 h 2398711"/>
              <a:gd name="connsiteX62967" fmla="*/ 1244855 w 2119654"/>
              <a:gd name="connsiteY62967" fmla="*/ 430306 h 2398711"/>
              <a:gd name="connsiteX62968" fmla="*/ 1236272 w 2119654"/>
              <a:gd name="connsiteY62968" fmla="*/ 448795 h 2398711"/>
              <a:gd name="connsiteX62969" fmla="*/ 1235201 w 2119654"/>
              <a:gd name="connsiteY62969" fmla="*/ 451956 h 2398711"/>
              <a:gd name="connsiteX62970" fmla="*/ 1236246 w 2119654"/>
              <a:gd name="connsiteY62970" fmla="*/ 453637 h 2398711"/>
              <a:gd name="connsiteX62971" fmla="*/ 1236948 w 2119654"/>
              <a:gd name="connsiteY62971" fmla="*/ 452830 h 2398711"/>
              <a:gd name="connsiteX62972" fmla="*/ 1218383 w 2119654"/>
              <a:gd name="connsiteY62972" fmla="*/ 488769 h 2398711"/>
              <a:gd name="connsiteX62973" fmla="*/ 1218300 w 2119654"/>
              <a:gd name="connsiteY62973" fmla="*/ 489241 h 2398711"/>
              <a:gd name="connsiteX62974" fmla="*/ 1219283 w 2119654"/>
              <a:gd name="connsiteY62974" fmla="*/ 491638 h 2398711"/>
              <a:gd name="connsiteX62975" fmla="*/ 1219995 w 2119654"/>
              <a:gd name="connsiteY62975" fmla="*/ 490739 h 2398711"/>
              <a:gd name="connsiteX62976" fmla="*/ 542091 w 2119654"/>
              <a:gd name="connsiteY62976" fmla="*/ 2002830 h 2398711"/>
              <a:gd name="connsiteX62977" fmla="*/ 567822 w 2119654"/>
              <a:gd name="connsiteY62977" fmla="*/ 2004322 h 2398711"/>
              <a:gd name="connsiteX62978" fmla="*/ 567721 w 2119654"/>
              <a:gd name="connsiteY62978" fmla="*/ 2003602 h 2398711"/>
              <a:gd name="connsiteX62979" fmla="*/ 545795 w 2119654"/>
              <a:gd name="connsiteY62979" fmla="*/ 2001853 h 2398711"/>
              <a:gd name="connsiteX62980" fmla="*/ 567150 w 2119654"/>
              <a:gd name="connsiteY62980" fmla="*/ 1946343 h 2398711"/>
              <a:gd name="connsiteX62981" fmla="*/ 568164 w 2119654"/>
              <a:gd name="connsiteY62981" fmla="*/ 1946991 h 2398711"/>
              <a:gd name="connsiteX62982" fmla="*/ 569255 w 2119654"/>
              <a:gd name="connsiteY62982" fmla="*/ 1946998 h 2398711"/>
              <a:gd name="connsiteX62983" fmla="*/ 567764 w 2119654"/>
              <a:gd name="connsiteY62983" fmla="*/ 1946244 h 2398711"/>
              <a:gd name="connsiteX62984" fmla="*/ 1218601 w 2119654"/>
              <a:gd name="connsiteY62984" fmla="*/ 487527 h 2398711"/>
              <a:gd name="connsiteX62985" fmla="*/ 1218510 w 2119654"/>
              <a:gd name="connsiteY62985" fmla="*/ 488045 h 2398711"/>
              <a:gd name="connsiteX62986" fmla="*/ 1219194 w 2119654"/>
              <a:gd name="connsiteY62986" fmla="*/ 488881 h 2398711"/>
              <a:gd name="connsiteX62987" fmla="*/ 1237554 w 2119654"/>
              <a:gd name="connsiteY62987" fmla="*/ 445008 h 2398711"/>
              <a:gd name="connsiteX62988" fmla="*/ 1236726 w 2119654"/>
              <a:gd name="connsiteY62988" fmla="*/ 447453 h 2398711"/>
              <a:gd name="connsiteX62989" fmla="*/ 1237517 w 2119654"/>
              <a:gd name="connsiteY62989" fmla="*/ 452174 h 2398711"/>
              <a:gd name="connsiteX62990" fmla="*/ 1239378 w 2119654"/>
              <a:gd name="connsiteY62990" fmla="*/ 450034 h 2398711"/>
              <a:gd name="connsiteX62991" fmla="*/ 1237870 w 2119654"/>
              <a:gd name="connsiteY62991" fmla="*/ 445456 h 2398711"/>
              <a:gd name="connsiteX62992" fmla="*/ 1264853 w 2119654"/>
              <a:gd name="connsiteY62992" fmla="*/ 383607 h 2398711"/>
              <a:gd name="connsiteX62993" fmla="*/ 1265605 w 2119654"/>
              <a:gd name="connsiteY62993" fmla="*/ 385335 h 2398711"/>
              <a:gd name="connsiteX62994" fmla="*/ 1266127 w 2119654"/>
              <a:gd name="connsiteY62994" fmla="*/ 384969 h 2398711"/>
              <a:gd name="connsiteX62995" fmla="*/ 1229694 w 2119654"/>
              <a:gd name="connsiteY62995" fmla="*/ 462193 h 2398711"/>
              <a:gd name="connsiteX62996" fmla="*/ 1230434 w 2119654"/>
              <a:gd name="connsiteY62996" fmla="*/ 462831 h 2398711"/>
              <a:gd name="connsiteX62997" fmla="*/ 1231260 w 2119654"/>
              <a:gd name="connsiteY62997" fmla="*/ 460392 h 2398711"/>
              <a:gd name="connsiteX62998" fmla="*/ 528495 w 2119654"/>
              <a:gd name="connsiteY62998" fmla="*/ 2031800 h 2398711"/>
              <a:gd name="connsiteX62999" fmla="*/ 530538 w 2119654"/>
              <a:gd name="connsiteY62999" fmla="*/ 2032234 h 2398711"/>
              <a:gd name="connsiteX63000" fmla="*/ 533482 w 2119654"/>
              <a:gd name="connsiteY63000" fmla="*/ 2031324 h 2398711"/>
              <a:gd name="connsiteX63001" fmla="*/ 533110 w 2119654"/>
              <a:gd name="connsiteY63001" fmla="*/ 2030317 h 2398711"/>
              <a:gd name="connsiteX63002" fmla="*/ 565039 w 2119654"/>
              <a:gd name="connsiteY63002" fmla="*/ 1949796 h 2398711"/>
              <a:gd name="connsiteX63003" fmla="*/ 565974 w 2119654"/>
              <a:gd name="connsiteY63003" fmla="*/ 1950379 h 2398711"/>
              <a:gd name="connsiteX63004" fmla="*/ 566014 w 2119654"/>
              <a:gd name="connsiteY63004" fmla="*/ 1950371 h 2398711"/>
              <a:gd name="connsiteX63005" fmla="*/ 565118 w 2119654"/>
              <a:gd name="connsiteY63005" fmla="*/ 1949798 h 2398711"/>
              <a:gd name="connsiteX63006" fmla="*/ 1218989 w 2119654"/>
              <a:gd name="connsiteY63006" fmla="*/ 485313 h 2398711"/>
              <a:gd name="connsiteX63007" fmla="*/ 1218699 w 2119654"/>
              <a:gd name="connsiteY63007" fmla="*/ 486970 h 2398711"/>
              <a:gd name="connsiteX63008" fmla="*/ 1219930 w 2119654"/>
              <a:gd name="connsiteY63008" fmla="*/ 489780 h 2398711"/>
              <a:gd name="connsiteX63009" fmla="*/ 1220349 w 2119654"/>
              <a:gd name="connsiteY63009" fmla="*/ 490293 h 2398711"/>
              <a:gd name="connsiteX63010" fmla="*/ 1221412 w 2119654"/>
              <a:gd name="connsiteY63010" fmla="*/ 488951 h 2398711"/>
              <a:gd name="connsiteX63011" fmla="*/ 1219302 w 2119654"/>
              <a:gd name="connsiteY63011" fmla="*/ 485770 h 2398711"/>
              <a:gd name="connsiteX63012" fmla="*/ 522272 w 2119654"/>
              <a:gd name="connsiteY63012" fmla="*/ 2045051 h 2398711"/>
              <a:gd name="connsiteX63013" fmla="*/ 522961 w 2119654"/>
              <a:gd name="connsiteY63013" fmla="*/ 2050253 h 2398711"/>
              <a:gd name="connsiteX63014" fmla="*/ 530643 w 2119654"/>
              <a:gd name="connsiteY63014" fmla="*/ 2049718 h 2398711"/>
              <a:gd name="connsiteX63015" fmla="*/ 529294 w 2119654"/>
              <a:gd name="connsiteY63015" fmla="*/ 2045006 h 2398711"/>
              <a:gd name="connsiteX63016" fmla="*/ 1270810 w 2119654"/>
              <a:gd name="connsiteY63016" fmla="*/ 368915 h 2398711"/>
              <a:gd name="connsiteX63017" fmla="*/ 1271012 w 2119654"/>
              <a:gd name="connsiteY63017" fmla="*/ 369093 h 2398711"/>
              <a:gd name="connsiteX63018" fmla="*/ 1273016 w 2119654"/>
              <a:gd name="connsiteY63018" fmla="*/ 380135 h 2398711"/>
              <a:gd name="connsiteX63019" fmla="*/ 1275792 w 2119654"/>
              <a:gd name="connsiteY63019" fmla="*/ 378187 h 2398711"/>
              <a:gd name="connsiteX63020" fmla="*/ 1275652 w 2119654"/>
              <a:gd name="connsiteY63020" fmla="*/ 361983 h 2398711"/>
              <a:gd name="connsiteX63021" fmla="*/ 1242403 w 2119654"/>
              <a:gd name="connsiteY63021" fmla="*/ 432352 h 2398711"/>
              <a:gd name="connsiteX63022" fmla="*/ 1247777 w 2119654"/>
              <a:gd name="connsiteY63022" fmla="*/ 440373 h 2398711"/>
              <a:gd name="connsiteX63023" fmla="*/ 1249157 w 2119654"/>
              <a:gd name="connsiteY63023" fmla="*/ 438786 h 2398711"/>
              <a:gd name="connsiteX63024" fmla="*/ 1243900 w 2119654"/>
              <a:gd name="connsiteY63024" fmla="*/ 431103 h 2398711"/>
              <a:gd name="connsiteX63025" fmla="*/ 1240128 w 2119654"/>
              <a:gd name="connsiteY63025" fmla="*/ 437406 h 2398711"/>
              <a:gd name="connsiteX63026" fmla="*/ 1237986 w 2119654"/>
              <a:gd name="connsiteY63026" fmla="*/ 443734 h 2398711"/>
              <a:gd name="connsiteX63027" fmla="*/ 1238618 w 2119654"/>
              <a:gd name="connsiteY63027" fmla="*/ 445425 h 2398711"/>
              <a:gd name="connsiteX63028" fmla="*/ 1240299 w 2119654"/>
              <a:gd name="connsiteY63028" fmla="*/ 447733 h 2398711"/>
              <a:gd name="connsiteX63029" fmla="*/ 1240784 w 2119654"/>
              <a:gd name="connsiteY63029" fmla="*/ 448416 h 2398711"/>
              <a:gd name="connsiteX63030" fmla="*/ 1243794 w 2119654"/>
              <a:gd name="connsiteY63030" fmla="*/ 444954 h 2398711"/>
              <a:gd name="connsiteX63031" fmla="*/ 1241730 w 2119654"/>
              <a:gd name="connsiteY63031" fmla="*/ 440518 h 2398711"/>
              <a:gd name="connsiteX63032" fmla="*/ 549493 w 2119654"/>
              <a:gd name="connsiteY63032" fmla="*/ 1983771 h 2398711"/>
              <a:gd name="connsiteX63033" fmla="*/ 551135 w 2119654"/>
              <a:gd name="connsiteY63033" fmla="*/ 1984482 h 2398711"/>
              <a:gd name="connsiteX63034" fmla="*/ 551911 w 2119654"/>
              <a:gd name="connsiteY63034" fmla="*/ 1984530 h 2398711"/>
              <a:gd name="connsiteX63035" fmla="*/ 549842 w 2119654"/>
              <a:gd name="connsiteY63035" fmla="*/ 1983640 h 2398711"/>
              <a:gd name="connsiteX63036" fmla="*/ 1251757 w 2119654"/>
              <a:gd name="connsiteY63036" fmla="*/ 411267 h 2398711"/>
              <a:gd name="connsiteX63037" fmla="*/ 1253642 w 2119654"/>
              <a:gd name="connsiteY63037" fmla="*/ 422521 h 2398711"/>
              <a:gd name="connsiteX63038" fmla="*/ 1260284 w 2119654"/>
              <a:gd name="connsiteY63038" fmla="*/ 417129 h 2398711"/>
              <a:gd name="connsiteX63039" fmla="*/ 1258822 w 2119654"/>
              <a:gd name="connsiteY63039" fmla="*/ 409777 h 2398711"/>
              <a:gd name="connsiteX63040" fmla="*/ 1256923 w 2119654"/>
              <a:gd name="connsiteY63040" fmla="*/ 405849 h 2398711"/>
              <a:gd name="connsiteX63041" fmla="*/ 1240365 w 2119654"/>
              <a:gd name="connsiteY63041" fmla="*/ 436706 h 2398711"/>
              <a:gd name="connsiteX63042" fmla="*/ 1240343 w 2119654"/>
              <a:gd name="connsiteY63042" fmla="*/ 436772 h 2398711"/>
              <a:gd name="connsiteX63043" fmla="*/ 1244273 w 2119654"/>
              <a:gd name="connsiteY63043" fmla="*/ 444404 h 2398711"/>
              <a:gd name="connsiteX63044" fmla="*/ 1244402 w 2119654"/>
              <a:gd name="connsiteY63044" fmla="*/ 444255 h 2398711"/>
              <a:gd name="connsiteX63045" fmla="*/ 1242884 w 2119654"/>
              <a:gd name="connsiteY63045" fmla="*/ 439601 h 2398711"/>
              <a:gd name="connsiteX63046" fmla="*/ 526910 w 2119654"/>
              <a:gd name="connsiteY63046" fmla="*/ 2034060 h 2398711"/>
              <a:gd name="connsiteX63047" fmla="*/ 527735 w 2119654"/>
              <a:gd name="connsiteY63047" fmla="*/ 2036941 h 2398711"/>
              <a:gd name="connsiteX63048" fmla="*/ 534744 w 2119654"/>
              <a:gd name="connsiteY63048" fmla="*/ 2034734 h 2398711"/>
              <a:gd name="connsiteX63049" fmla="*/ 534304 w 2119654"/>
              <a:gd name="connsiteY63049" fmla="*/ 2033545 h 2398711"/>
              <a:gd name="connsiteX63050" fmla="*/ 531011 w 2119654"/>
              <a:gd name="connsiteY63050" fmla="*/ 2032792 h 2398711"/>
              <a:gd name="connsiteX63051" fmla="*/ 1227312 w 2119654"/>
              <a:gd name="connsiteY63051" fmla="*/ 465693 h 2398711"/>
              <a:gd name="connsiteX63052" fmla="*/ 1227202 w 2119654"/>
              <a:gd name="connsiteY63052" fmla="*/ 469192 h 2398711"/>
              <a:gd name="connsiteX63053" fmla="*/ 1227971 w 2119654"/>
              <a:gd name="connsiteY63053" fmla="*/ 470105 h 2398711"/>
              <a:gd name="connsiteX63054" fmla="*/ 1228583 w 2119654"/>
              <a:gd name="connsiteY63054" fmla="*/ 468298 h 2398711"/>
              <a:gd name="connsiteX63055" fmla="*/ 1228102 w 2119654"/>
              <a:gd name="connsiteY63055" fmla="*/ 466374 h 2398711"/>
              <a:gd name="connsiteX63056" fmla="*/ 1276126 w 2119654"/>
              <a:gd name="connsiteY63056" fmla="*/ 356299 h 2398711"/>
              <a:gd name="connsiteX63057" fmla="*/ 1276163 w 2119654"/>
              <a:gd name="connsiteY63057" fmla="*/ 360491 h 2398711"/>
              <a:gd name="connsiteX63058" fmla="*/ 1279996 w 2119654"/>
              <a:gd name="connsiteY63058" fmla="*/ 355003 h 2398711"/>
              <a:gd name="connsiteX63059" fmla="*/ 1279956 w 2119654"/>
              <a:gd name="connsiteY63059" fmla="*/ 353687 h 2398711"/>
              <a:gd name="connsiteX63060" fmla="*/ 551435 w 2119654"/>
              <a:gd name="connsiteY63060" fmla="*/ 1978975 h 2398711"/>
              <a:gd name="connsiteX63061" fmla="*/ 552169 w 2119654"/>
              <a:gd name="connsiteY63061" fmla="*/ 1979306 h 2398711"/>
              <a:gd name="connsiteX63062" fmla="*/ 554873 w 2119654"/>
              <a:gd name="connsiteY63062" fmla="*/ 1980482 h 2398711"/>
              <a:gd name="connsiteX63063" fmla="*/ 555786 w 2119654"/>
              <a:gd name="connsiteY63063" fmla="*/ 1980570 h 2398711"/>
              <a:gd name="connsiteX63064" fmla="*/ 561990 w 2119654"/>
              <a:gd name="connsiteY63064" fmla="*/ 1978223 h 2398711"/>
              <a:gd name="connsiteX63065" fmla="*/ 554456 w 2119654"/>
              <a:gd name="connsiteY63065" fmla="*/ 1978058 h 2398711"/>
              <a:gd name="connsiteX63066" fmla="*/ 554341 w 2119654"/>
              <a:gd name="connsiteY63066" fmla="*/ 1978053 h 2398711"/>
              <a:gd name="connsiteX63067" fmla="*/ 553722 w 2119654"/>
              <a:gd name="connsiteY63067" fmla="*/ 1978290 h 2398711"/>
              <a:gd name="connsiteX63068" fmla="*/ 1241168 w 2119654"/>
              <a:gd name="connsiteY63068" fmla="*/ 434334 h 2398711"/>
              <a:gd name="connsiteX63069" fmla="*/ 1240469 w 2119654"/>
              <a:gd name="connsiteY63069" fmla="*/ 436399 h 2398711"/>
              <a:gd name="connsiteX63070" fmla="*/ 1242628 w 2119654"/>
              <a:gd name="connsiteY63070" fmla="*/ 438811 h 2398711"/>
              <a:gd name="connsiteX63071" fmla="*/ 1279924 w 2119654"/>
              <a:gd name="connsiteY63071" fmla="*/ 347357 h 2398711"/>
              <a:gd name="connsiteX63072" fmla="*/ 1280230 w 2119654"/>
              <a:gd name="connsiteY63072" fmla="*/ 353199 h 2398711"/>
              <a:gd name="connsiteX63073" fmla="*/ 1281446 w 2119654"/>
              <a:gd name="connsiteY63073" fmla="*/ 352369 h 2398711"/>
              <a:gd name="connsiteX63074" fmla="*/ 1241703 w 2119654"/>
              <a:gd name="connsiteY63074" fmla="*/ 432936 h 2398711"/>
              <a:gd name="connsiteX63075" fmla="*/ 1241408 w 2119654"/>
              <a:gd name="connsiteY63075" fmla="*/ 433708 h 2398711"/>
              <a:gd name="connsiteX63076" fmla="*/ 1243472 w 2119654"/>
              <a:gd name="connsiteY63076" fmla="*/ 439756 h 2398711"/>
              <a:gd name="connsiteX63077" fmla="*/ 1245928 w 2119654"/>
              <a:gd name="connsiteY63077" fmla="*/ 442500 h 2398711"/>
              <a:gd name="connsiteX63078" fmla="*/ 1247259 w 2119654"/>
              <a:gd name="connsiteY63078" fmla="*/ 440970 h 2398711"/>
              <a:gd name="connsiteX63079" fmla="*/ 1241813 w 2119654"/>
              <a:gd name="connsiteY63079" fmla="*/ 432844 h 2398711"/>
              <a:gd name="connsiteX63080" fmla="*/ 561205 w 2119654"/>
              <a:gd name="connsiteY63080" fmla="*/ 1956373 h 2398711"/>
              <a:gd name="connsiteX63081" fmla="*/ 561244 w 2119654"/>
              <a:gd name="connsiteY63081" fmla="*/ 1956557 h 2398711"/>
              <a:gd name="connsiteX63082" fmla="*/ 561604 w 2119654"/>
              <a:gd name="connsiteY63082" fmla="*/ 1956589 h 2398711"/>
              <a:gd name="connsiteX63083" fmla="*/ 561599 w 2119654"/>
              <a:gd name="connsiteY63083" fmla="*/ 1956548 h 2398711"/>
              <a:gd name="connsiteX63084" fmla="*/ 1242943 w 2119654"/>
              <a:gd name="connsiteY63084" fmla="*/ 429705 h 2398711"/>
              <a:gd name="connsiteX63085" fmla="*/ 1242100 w 2119654"/>
              <a:gd name="connsiteY63085" fmla="*/ 431902 h 2398711"/>
              <a:gd name="connsiteX63086" fmla="*/ 1242179 w 2119654"/>
              <a:gd name="connsiteY63086" fmla="*/ 432019 h 2398711"/>
              <a:gd name="connsiteX63087" fmla="*/ 1243673 w 2119654"/>
              <a:gd name="connsiteY63087" fmla="*/ 430772 h 2398711"/>
              <a:gd name="connsiteX63088" fmla="*/ 1219624 w 2119654"/>
              <a:gd name="connsiteY63088" fmla="*/ 481690 h 2398711"/>
              <a:gd name="connsiteX63089" fmla="*/ 1219089 w 2119654"/>
              <a:gd name="connsiteY63089" fmla="*/ 484743 h 2398711"/>
              <a:gd name="connsiteX63090" fmla="*/ 1221709 w 2119654"/>
              <a:gd name="connsiteY63090" fmla="*/ 488576 h 2398711"/>
              <a:gd name="connsiteX63091" fmla="*/ 1221725 w 2119654"/>
              <a:gd name="connsiteY63091" fmla="*/ 488556 h 2398711"/>
              <a:gd name="connsiteX63092" fmla="*/ 1223186 w 2119654"/>
              <a:gd name="connsiteY63092" fmla="*/ 484241 h 2398711"/>
              <a:gd name="connsiteX63093" fmla="*/ 1243578 w 2119654"/>
              <a:gd name="connsiteY63093" fmla="*/ 428050 h 2398711"/>
              <a:gd name="connsiteX63094" fmla="*/ 1243235 w 2119654"/>
              <a:gd name="connsiteY63094" fmla="*/ 428944 h 2398711"/>
              <a:gd name="connsiteX63095" fmla="*/ 1244191 w 2119654"/>
              <a:gd name="connsiteY63095" fmla="*/ 430340 h 2398711"/>
              <a:gd name="connsiteX63096" fmla="*/ 1244655 w 2119654"/>
              <a:gd name="connsiteY63096" fmla="*/ 429952 h 2398711"/>
              <a:gd name="connsiteX63097" fmla="*/ 561669 w 2119654"/>
              <a:gd name="connsiteY63097" fmla="*/ 1954751 h 2398711"/>
              <a:gd name="connsiteX63098" fmla="*/ 561742 w 2119654"/>
              <a:gd name="connsiteY63098" fmla="*/ 1955324 h 2398711"/>
              <a:gd name="connsiteX63099" fmla="*/ 567650 w 2119654"/>
              <a:gd name="connsiteY63099" fmla="*/ 1956861 h 2398711"/>
              <a:gd name="connsiteX63100" fmla="*/ 571606 w 2119654"/>
              <a:gd name="connsiteY63100" fmla="*/ 1956822 h 2398711"/>
              <a:gd name="connsiteX63101" fmla="*/ 573828 w 2119654"/>
              <a:gd name="connsiteY63101" fmla="*/ 1955730 h 2398711"/>
              <a:gd name="connsiteX63102" fmla="*/ 572923 w 2119654"/>
              <a:gd name="connsiteY63102" fmla="*/ 1955149 h 2398711"/>
              <a:gd name="connsiteX63103" fmla="*/ 562244 w 2119654"/>
              <a:gd name="connsiteY63103" fmla="*/ 1954664 h 2398711"/>
              <a:gd name="connsiteX63104" fmla="*/ 522005 w 2119654"/>
              <a:gd name="connsiteY63104" fmla="*/ 2043034 h 2398711"/>
              <a:gd name="connsiteX63105" fmla="*/ 522199 w 2119654"/>
              <a:gd name="connsiteY63105" fmla="*/ 2044496 h 2398711"/>
              <a:gd name="connsiteX63106" fmla="*/ 529136 w 2119654"/>
              <a:gd name="connsiteY63106" fmla="*/ 2044452 h 2398711"/>
              <a:gd name="connsiteX63107" fmla="*/ 528748 w 2119654"/>
              <a:gd name="connsiteY63107" fmla="*/ 2043096 h 2398711"/>
              <a:gd name="connsiteX63108" fmla="*/ 524099 w 2119654"/>
              <a:gd name="connsiteY63108" fmla="*/ 2043227 h 2398711"/>
              <a:gd name="connsiteX63109" fmla="*/ 1219902 w 2119654"/>
              <a:gd name="connsiteY63109" fmla="*/ 480110 h 2398711"/>
              <a:gd name="connsiteX63110" fmla="*/ 1219752 w 2119654"/>
              <a:gd name="connsiteY63110" fmla="*/ 480959 h 2398711"/>
              <a:gd name="connsiteX63111" fmla="*/ 1223411 w 2119654"/>
              <a:gd name="connsiteY63111" fmla="*/ 483578 h 2398711"/>
              <a:gd name="connsiteX63112" fmla="*/ 1223447 w 2119654"/>
              <a:gd name="connsiteY63112" fmla="*/ 483470 h 2398711"/>
              <a:gd name="connsiteX63113" fmla="*/ 1246370 w 2119654"/>
              <a:gd name="connsiteY63113" fmla="*/ 420775 h 2398711"/>
              <a:gd name="connsiteX63114" fmla="*/ 1243889 w 2119654"/>
              <a:gd name="connsiteY63114" fmla="*/ 427239 h 2398711"/>
              <a:gd name="connsiteX63115" fmla="*/ 1245178 w 2119654"/>
              <a:gd name="connsiteY63115" fmla="*/ 429516 h 2398711"/>
              <a:gd name="connsiteX63116" fmla="*/ 1249202 w 2119654"/>
              <a:gd name="connsiteY63116" fmla="*/ 426158 h 2398711"/>
              <a:gd name="connsiteX63117" fmla="*/ 1248034 w 2119654"/>
              <a:gd name="connsiteY63117" fmla="*/ 422553 h 2398711"/>
              <a:gd name="connsiteX63118" fmla="*/ 526452 w 2119654"/>
              <a:gd name="connsiteY63118" fmla="*/ 2032457 h 2398711"/>
              <a:gd name="connsiteX63119" fmla="*/ 526726 w 2119654"/>
              <a:gd name="connsiteY63119" fmla="*/ 2033412 h 2398711"/>
              <a:gd name="connsiteX63120" fmla="*/ 529702 w 2119654"/>
              <a:gd name="connsiteY63120" fmla="*/ 2032492 h 2398711"/>
              <a:gd name="connsiteX63121" fmla="*/ 527739 w 2119654"/>
              <a:gd name="connsiteY63121" fmla="*/ 2032043 h 2398711"/>
              <a:gd name="connsiteX63122" fmla="*/ 1225435 w 2119654"/>
              <a:gd name="connsiteY63122" fmla="*/ 467092 h 2398711"/>
              <a:gd name="connsiteX63123" fmla="*/ 1225476 w 2119654"/>
              <a:gd name="connsiteY63123" fmla="*/ 467142 h 2398711"/>
              <a:gd name="connsiteX63124" fmla="*/ 1225488 w 2119654"/>
              <a:gd name="connsiteY63124" fmla="*/ 467031 h 2398711"/>
              <a:gd name="connsiteX63125" fmla="*/ 560886 w 2119654"/>
              <a:gd name="connsiteY63125" fmla="*/ 1954868 h 2398711"/>
              <a:gd name="connsiteX63126" fmla="*/ 560938 w 2119654"/>
              <a:gd name="connsiteY63126" fmla="*/ 1955114 h 2398711"/>
              <a:gd name="connsiteX63127" fmla="*/ 561433 w 2119654"/>
              <a:gd name="connsiteY63127" fmla="*/ 1955243 h 2398711"/>
              <a:gd name="connsiteX63128" fmla="*/ 561377 w 2119654"/>
              <a:gd name="connsiteY63128" fmla="*/ 1954794 h 2398711"/>
              <a:gd name="connsiteX63129" fmla="*/ 1248848 w 2119654"/>
              <a:gd name="connsiteY63129" fmla="*/ 414316 h 2398711"/>
              <a:gd name="connsiteX63130" fmla="*/ 1247360 w 2119654"/>
              <a:gd name="connsiteY63130" fmla="*/ 418194 h 2398711"/>
              <a:gd name="connsiteX63131" fmla="*/ 1247922 w 2119654"/>
              <a:gd name="connsiteY63131" fmla="*/ 419850 h 2398711"/>
              <a:gd name="connsiteX63132" fmla="*/ 1251811 w 2119654"/>
              <a:gd name="connsiteY63132" fmla="*/ 424008 h 2398711"/>
              <a:gd name="connsiteX63133" fmla="*/ 1253294 w 2119654"/>
              <a:gd name="connsiteY63133" fmla="*/ 422805 h 2398711"/>
              <a:gd name="connsiteX63134" fmla="*/ 1251419 w 2119654"/>
              <a:gd name="connsiteY63134" fmla="*/ 411620 h 2398711"/>
              <a:gd name="connsiteX63135" fmla="*/ 563498 w 2119654"/>
              <a:gd name="connsiteY63135" fmla="*/ 1948836 h 2398711"/>
              <a:gd name="connsiteX63136" fmla="*/ 564165 w 2119654"/>
              <a:gd name="connsiteY63136" fmla="*/ 1949251 h 2398711"/>
              <a:gd name="connsiteX63137" fmla="*/ 564264 w 2119654"/>
              <a:gd name="connsiteY63137" fmla="*/ 1949254 h 2398711"/>
              <a:gd name="connsiteX63138" fmla="*/ 563622 w 2119654"/>
              <a:gd name="connsiteY63138" fmla="*/ 1948844 h 2398711"/>
              <a:gd name="connsiteX63139" fmla="*/ 1256662 w 2119654"/>
              <a:gd name="connsiteY63139" fmla="*/ 396372 h 2398711"/>
              <a:gd name="connsiteX63140" fmla="*/ 1257327 w 2119654"/>
              <a:gd name="connsiteY63140" fmla="*/ 399719 h 2398711"/>
              <a:gd name="connsiteX63141" fmla="*/ 1258666 w 2119654"/>
              <a:gd name="connsiteY63141" fmla="*/ 402860 h 2398711"/>
              <a:gd name="connsiteX63142" fmla="*/ 1260078 w 2119654"/>
              <a:gd name="connsiteY63142" fmla="*/ 401469 h 2398711"/>
              <a:gd name="connsiteX63143" fmla="*/ 1235933 w 2119654"/>
              <a:gd name="connsiteY63143" fmla="*/ 442722 h 2398711"/>
              <a:gd name="connsiteX63144" fmla="*/ 1236419 w 2119654"/>
              <a:gd name="connsiteY63144" fmla="*/ 445619 h 2398711"/>
              <a:gd name="connsiteX63145" fmla="*/ 1236970 w 2119654"/>
              <a:gd name="connsiteY63145" fmla="*/ 444183 h 2398711"/>
              <a:gd name="connsiteX63146" fmla="*/ 548608 w 2119654"/>
              <a:gd name="connsiteY63146" fmla="*/ 1981712 h 2398711"/>
              <a:gd name="connsiteX63147" fmla="*/ 550551 w 2119654"/>
              <a:gd name="connsiteY63147" fmla="*/ 1982549 h 2398711"/>
              <a:gd name="connsiteX63148" fmla="*/ 552480 w 2119654"/>
              <a:gd name="connsiteY63148" fmla="*/ 1981819 h 2398711"/>
              <a:gd name="connsiteX63149" fmla="*/ 1239371 w 2119654"/>
              <a:gd name="connsiteY63149" fmla="*/ 434883 h 2398711"/>
              <a:gd name="connsiteX63150" fmla="*/ 1239721 w 2119654"/>
              <a:gd name="connsiteY63150" fmla="*/ 435562 h 2398711"/>
              <a:gd name="connsiteX63151" fmla="*/ 1240110 w 2119654"/>
              <a:gd name="connsiteY63151" fmla="*/ 435998 h 2398711"/>
              <a:gd name="connsiteX63152" fmla="*/ 1240975 w 2119654"/>
              <a:gd name="connsiteY63152" fmla="*/ 433743 h 2398711"/>
              <a:gd name="connsiteX63153" fmla="*/ 1240924 w 2119654"/>
              <a:gd name="connsiteY63153" fmla="*/ 433587 h 2398711"/>
              <a:gd name="connsiteX63154" fmla="*/ 526235 w 2119654"/>
              <a:gd name="connsiteY63154" fmla="*/ 2031699 h 2398711"/>
              <a:gd name="connsiteX63155" fmla="*/ 526380 w 2119654"/>
              <a:gd name="connsiteY63155" fmla="*/ 2032205 h 2398711"/>
              <a:gd name="connsiteX63156" fmla="*/ 527258 w 2119654"/>
              <a:gd name="connsiteY63156" fmla="*/ 2031934 h 2398711"/>
              <a:gd name="connsiteX63157" fmla="*/ 1250952 w 2119654"/>
              <a:gd name="connsiteY63157" fmla="*/ 408833 h 2398711"/>
              <a:gd name="connsiteX63158" fmla="*/ 1249949 w 2119654"/>
              <a:gd name="connsiteY63158" fmla="*/ 411445 h 2398711"/>
              <a:gd name="connsiteX63159" fmla="*/ 1251185 w 2119654"/>
              <a:gd name="connsiteY63159" fmla="*/ 410228 h 2398711"/>
              <a:gd name="connsiteX63160" fmla="*/ 560315 w 2119654"/>
              <a:gd name="connsiteY63160" fmla="*/ 1954953 h 2398711"/>
              <a:gd name="connsiteX63161" fmla="*/ 560679 w 2119654"/>
              <a:gd name="connsiteY63161" fmla="*/ 1955047 h 2398711"/>
              <a:gd name="connsiteX63162" fmla="*/ 560648 w 2119654"/>
              <a:gd name="connsiteY63162" fmla="*/ 1954903 h 2398711"/>
              <a:gd name="connsiteX63163" fmla="*/ 1221328 w 2119654"/>
              <a:gd name="connsiteY63163" fmla="*/ 474733 h 2398711"/>
              <a:gd name="connsiteX63164" fmla="*/ 1221684 w 2119654"/>
              <a:gd name="connsiteY63164" fmla="*/ 475726 h 2398711"/>
              <a:gd name="connsiteX63165" fmla="*/ 1221992 w 2119654"/>
              <a:gd name="connsiteY63165" fmla="*/ 476018 h 2398711"/>
              <a:gd name="connsiteX63166" fmla="*/ 1189601 w 2119654"/>
              <a:gd name="connsiteY63166" fmla="*/ 545739 h 2398711"/>
              <a:gd name="connsiteX63167" fmla="*/ 1189889 w 2119654"/>
              <a:gd name="connsiteY63167" fmla="*/ 546808 h 2398711"/>
              <a:gd name="connsiteX63168" fmla="*/ 1189764 w 2119654"/>
              <a:gd name="connsiteY63168" fmla="*/ 545845 h 2398711"/>
              <a:gd name="connsiteX63169" fmla="*/ 530274 w 2119654"/>
              <a:gd name="connsiteY63169" fmla="*/ 2022012 h 2398711"/>
              <a:gd name="connsiteX63170" fmla="*/ 533260 w 2119654"/>
              <a:gd name="connsiteY63170" fmla="*/ 2030078 h 2398711"/>
              <a:gd name="connsiteX63171" fmla="*/ 541721 w 2119654"/>
              <a:gd name="connsiteY63171" fmla="*/ 2027461 h 2398711"/>
              <a:gd name="connsiteX63172" fmla="*/ 533238 w 2119654"/>
              <a:gd name="connsiteY63172" fmla="*/ 2023002 h 2398711"/>
              <a:gd name="connsiteX63173" fmla="*/ 1263427 w 2119654"/>
              <a:gd name="connsiteY63173" fmla="*/ 380334 h 2398711"/>
              <a:gd name="connsiteX63174" fmla="*/ 1263841 w 2119654"/>
              <a:gd name="connsiteY63174" fmla="*/ 381285 h 2398711"/>
              <a:gd name="connsiteX63175" fmla="*/ 1266974 w 2119654"/>
              <a:gd name="connsiteY63175" fmla="*/ 384375 h 2398711"/>
              <a:gd name="connsiteX63176" fmla="*/ 1272652 w 2119654"/>
              <a:gd name="connsiteY63176" fmla="*/ 380391 h 2398711"/>
              <a:gd name="connsiteX63177" fmla="*/ 1270619 w 2119654"/>
              <a:gd name="connsiteY63177" fmla="*/ 369187 h 2398711"/>
              <a:gd name="connsiteX63178" fmla="*/ 1270004 w 2119654"/>
              <a:gd name="connsiteY63178" fmla="*/ 370067 h 2398711"/>
              <a:gd name="connsiteX63179" fmla="*/ 548975 w 2119654"/>
              <a:gd name="connsiteY63179" fmla="*/ 1979914 h 2398711"/>
              <a:gd name="connsiteX63180" fmla="*/ 554234 w 2119654"/>
              <a:gd name="connsiteY63180" fmla="*/ 1980420 h 2398711"/>
              <a:gd name="connsiteX63181" fmla="*/ 551191 w 2119654"/>
              <a:gd name="connsiteY63181" fmla="*/ 1979049 h 2398711"/>
              <a:gd name="connsiteX63182" fmla="*/ 550843 w 2119654"/>
              <a:gd name="connsiteY63182" fmla="*/ 1979153 h 2398711"/>
              <a:gd name="connsiteX63183" fmla="*/ 531465 w 2119654"/>
              <a:gd name="connsiteY63183" fmla="*/ 2019118 h 2398711"/>
              <a:gd name="connsiteX63184" fmla="*/ 545743 w 2119654"/>
              <a:gd name="connsiteY63184" fmla="*/ 2023292 h 2398711"/>
              <a:gd name="connsiteX63185" fmla="*/ 550697 w 2119654"/>
              <a:gd name="connsiteY63185" fmla="*/ 2024669 h 2398711"/>
              <a:gd name="connsiteX63186" fmla="*/ 564676 w 2119654"/>
              <a:gd name="connsiteY63186" fmla="*/ 2020178 h 2398711"/>
              <a:gd name="connsiteX63187" fmla="*/ 547719 w 2119654"/>
              <a:gd name="connsiteY63187" fmla="*/ 2014797 h 2398711"/>
              <a:gd name="connsiteX63188" fmla="*/ 1254232 w 2119654"/>
              <a:gd name="connsiteY63188" fmla="*/ 400284 h 2398711"/>
              <a:gd name="connsiteX63189" fmla="*/ 1251228 w 2119654"/>
              <a:gd name="connsiteY63189" fmla="*/ 408113 h 2398711"/>
              <a:gd name="connsiteX63190" fmla="*/ 1251526 w 2119654"/>
              <a:gd name="connsiteY63190" fmla="*/ 409892 h 2398711"/>
              <a:gd name="connsiteX63191" fmla="*/ 1256506 w 2119654"/>
              <a:gd name="connsiteY63191" fmla="*/ 404987 h 2398711"/>
              <a:gd name="connsiteX63192" fmla="*/ 1262399 w 2119654"/>
              <a:gd name="connsiteY63192" fmla="*/ 381940 h 2398711"/>
              <a:gd name="connsiteX63193" fmla="*/ 1263634 w 2119654"/>
              <a:gd name="connsiteY63193" fmla="*/ 385239 h 2398711"/>
              <a:gd name="connsiteX63194" fmla="*/ 1264317 w 2119654"/>
              <a:gd name="connsiteY63194" fmla="*/ 386239 h 2398711"/>
              <a:gd name="connsiteX63195" fmla="*/ 1264559 w 2119654"/>
              <a:gd name="connsiteY63195" fmla="*/ 386069 h 2398711"/>
              <a:gd name="connsiteX63196" fmla="*/ 1263330 w 2119654"/>
              <a:gd name="connsiteY63196" fmla="*/ 382682 h 2398711"/>
              <a:gd name="connsiteX63197" fmla="*/ 1262838 w 2119654"/>
              <a:gd name="connsiteY63197" fmla="*/ 381555 h 2398711"/>
              <a:gd name="connsiteX63198" fmla="*/ 1262720 w 2119654"/>
              <a:gd name="connsiteY63198" fmla="*/ 381438 h 2398711"/>
              <a:gd name="connsiteX63199" fmla="*/ 561322 w 2119654"/>
              <a:gd name="connsiteY63199" fmla="*/ 1951678 h 2398711"/>
              <a:gd name="connsiteX63200" fmla="*/ 561409 w 2119654"/>
              <a:gd name="connsiteY63200" fmla="*/ 1952693 h 2398711"/>
              <a:gd name="connsiteX63201" fmla="*/ 561471 w 2119654"/>
              <a:gd name="connsiteY63201" fmla="*/ 1953184 h 2398711"/>
              <a:gd name="connsiteX63202" fmla="*/ 567605 w 2119654"/>
              <a:gd name="connsiteY63202" fmla="*/ 1953175 h 2398711"/>
              <a:gd name="connsiteX63203" fmla="*/ 569424 w 2119654"/>
              <a:gd name="connsiteY63203" fmla="*/ 1952903 h 2398711"/>
              <a:gd name="connsiteX63204" fmla="*/ 567806 w 2119654"/>
              <a:gd name="connsiteY63204" fmla="*/ 1951865 h 2398711"/>
              <a:gd name="connsiteX63205" fmla="*/ 564670 w 2119654"/>
              <a:gd name="connsiteY63205" fmla="*/ 1951042 h 2398711"/>
              <a:gd name="connsiteX63206" fmla="*/ 1220835 w 2119654"/>
              <a:gd name="connsiteY63206" fmla="*/ 474786 h 2398711"/>
              <a:gd name="connsiteX63207" fmla="*/ 1220814 w 2119654"/>
              <a:gd name="connsiteY63207" fmla="*/ 474903 h 2398711"/>
              <a:gd name="connsiteX63208" fmla="*/ 1220908 w 2119654"/>
              <a:gd name="connsiteY63208" fmla="*/ 474993 h 2398711"/>
              <a:gd name="connsiteX63209" fmla="*/ 1255103 w 2119654"/>
              <a:gd name="connsiteY63209" fmla="*/ 398015 h 2398711"/>
              <a:gd name="connsiteX63210" fmla="*/ 1254491 w 2119654"/>
              <a:gd name="connsiteY63210" fmla="*/ 399611 h 2398711"/>
              <a:gd name="connsiteX63211" fmla="*/ 1256902 w 2119654"/>
              <a:gd name="connsiteY63211" fmla="*/ 404597 h 2398711"/>
              <a:gd name="connsiteX63212" fmla="*/ 1257610 w 2119654"/>
              <a:gd name="connsiteY63212" fmla="*/ 403900 h 2398711"/>
              <a:gd name="connsiteX63213" fmla="*/ 1257609 w 2119654"/>
              <a:gd name="connsiteY63213" fmla="*/ 403897 h 2398711"/>
              <a:gd name="connsiteX63214" fmla="*/ 543440 w 2119654"/>
              <a:gd name="connsiteY63214" fmla="*/ 1991541 h 2398711"/>
              <a:gd name="connsiteX63215" fmla="*/ 546325 w 2119654"/>
              <a:gd name="connsiteY63215" fmla="*/ 1992536 h 2398711"/>
              <a:gd name="connsiteX63216" fmla="*/ 561642 w 2119654"/>
              <a:gd name="connsiteY63216" fmla="*/ 1990290 h 2398711"/>
              <a:gd name="connsiteX63217" fmla="*/ 557487 w 2119654"/>
              <a:gd name="connsiteY63217" fmla="*/ 1988492 h 2398711"/>
              <a:gd name="connsiteX63218" fmla="*/ 1191343 w 2119654"/>
              <a:gd name="connsiteY63218" fmla="*/ 540700 h 2398711"/>
              <a:gd name="connsiteX63219" fmla="*/ 1192768 w 2119654"/>
              <a:gd name="connsiteY63219" fmla="*/ 545453 h 2398711"/>
              <a:gd name="connsiteX63220" fmla="*/ 1195789 w 2119654"/>
              <a:gd name="connsiteY63220" fmla="*/ 547412 h 2398711"/>
              <a:gd name="connsiteX63221" fmla="*/ 1193939 w 2119654"/>
              <a:gd name="connsiteY63221" fmla="*/ 543872 h 2398711"/>
              <a:gd name="connsiteX63222" fmla="*/ 1246780 w 2119654"/>
              <a:gd name="connsiteY63222" fmla="*/ 416485 h 2398711"/>
              <a:gd name="connsiteX63223" fmla="*/ 1247163 w 2119654"/>
              <a:gd name="connsiteY63223" fmla="*/ 417617 h 2398711"/>
              <a:gd name="connsiteX63224" fmla="*/ 1248149 w 2119654"/>
              <a:gd name="connsiteY63224" fmla="*/ 415050 h 2398711"/>
              <a:gd name="connsiteX63225" fmla="*/ 1240386 w 2119654"/>
              <a:gd name="connsiteY63225" fmla="*/ 430716 h 2398711"/>
              <a:gd name="connsiteX63226" fmla="*/ 1241130 w 2119654"/>
              <a:gd name="connsiteY63226" fmla="*/ 432895 h 2398711"/>
              <a:gd name="connsiteX63227" fmla="*/ 1241382 w 2119654"/>
              <a:gd name="connsiteY63227" fmla="*/ 432684 h 2398711"/>
              <a:gd name="connsiteX63228" fmla="*/ 1241500 w 2119654"/>
              <a:gd name="connsiteY63228" fmla="*/ 432378 h 2398711"/>
              <a:gd name="connsiteX63229" fmla="*/ 1256011 w 2119654"/>
              <a:gd name="connsiteY63229" fmla="*/ 395647 h 2398711"/>
              <a:gd name="connsiteX63230" fmla="*/ 1255813 w 2119654"/>
              <a:gd name="connsiteY63230" fmla="*/ 396164 h 2398711"/>
              <a:gd name="connsiteX63231" fmla="*/ 1256378 w 2119654"/>
              <a:gd name="connsiteY63231" fmla="*/ 397491 h 2398711"/>
              <a:gd name="connsiteX63232" fmla="*/ 562537 w 2119654"/>
              <a:gd name="connsiteY63232" fmla="*/ 1948237 h 2398711"/>
              <a:gd name="connsiteX63233" fmla="*/ 562609 w 2119654"/>
              <a:gd name="connsiteY63233" fmla="*/ 1948282 h 2398711"/>
              <a:gd name="connsiteX63234" fmla="*/ 562757 w 2119654"/>
              <a:gd name="connsiteY63234" fmla="*/ 1948291 h 2398711"/>
              <a:gd name="connsiteX63235" fmla="*/ 562683 w 2119654"/>
              <a:gd name="connsiteY63235" fmla="*/ 1948244 h 2398711"/>
              <a:gd name="connsiteX63236" fmla="*/ 1257412 w 2119654"/>
              <a:gd name="connsiteY63236" fmla="*/ 391995 h 2398711"/>
              <a:gd name="connsiteX63237" fmla="*/ 1256353 w 2119654"/>
              <a:gd name="connsiteY63237" fmla="*/ 394756 h 2398711"/>
              <a:gd name="connsiteX63238" fmla="*/ 1260760 w 2119654"/>
              <a:gd name="connsiteY63238" fmla="*/ 400797 h 2398711"/>
              <a:gd name="connsiteX63239" fmla="*/ 1261134 w 2119654"/>
              <a:gd name="connsiteY63239" fmla="*/ 400429 h 2398711"/>
              <a:gd name="connsiteX63240" fmla="*/ 1259275 w 2119654"/>
              <a:gd name="connsiteY63240" fmla="*/ 395885 h 2398711"/>
              <a:gd name="connsiteX63241" fmla="*/ 1259501 w 2119654"/>
              <a:gd name="connsiteY63241" fmla="*/ 396011 h 2398711"/>
              <a:gd name="connsiteX63242" fmla="*/ 1261258 w 2119654"/>
              <a:gd name="connsiteY63242" fmla="*/ 400307 h 2398711"/>
              <a:gd name="connsiteX63243" fmla="*/ 1266412 w 2119654"/>
              <a:gd name="connsiteY63243" fmla="*/ 395230 h 2398711"/>
              <a:gd name="connsiteX63244" fmla="*/ 1263582 w 2119654"/>
              <a:gd name="connsiteY63244" fmla="*/ 387666 h 2398711"/>
              <a:gd name="connsiteX63245" fmla="*/ 564086 w 2119654"/>
              <a:gd name="connsiteY63245" fmla="*/ 1944387 h 2398711"/>
              <a:gd name="connsiteX63246" fmla="*/ 566453 w 2119654"/>
              <a:gd name="connsiteY63246" fmla="*/ 1945898 h 2398711"/>
              <a:gd name="connsiteX63247" fmla="*/ 566886 w 2119654"/>
              <a:gd name="connsiteY63247" fmla="*/ 1945801 h 2398711"/>
              <a:gd name="connsiteX63248" fmla="*/ 1202116 w 2119654"/>
              <a:gd name="connsiteY63248" fmla="*/ 515663 h 2398711"/>
              <a:gd name="connsiteX63249" fmla="*/ 1202593 w 2119654"/>
              <a:gd name="connsiteY63249" fmla="*/ 516862 h 2398711"/>
              <a:gd name="connsiteX63250" fmla="*/ 1202648 w 2119654"/>
              <a:gd name="connsiteY63250" fmla="*/ 515079 h 2398711"/>
              <a:gd name="connsiteX63251" fmla="*/ 1202619 w 2119654"/>
              <a:gd name="connsiteY63251" fmla="*/ 515029 h 2398711"/>
              <a:gd name="connsiteX63252" fmla="*/ 1231536 w 2119654"/>
              <a:gd name="connsiteY63252" fmla="*/ 449785 h 2398711"/>
              <a:gd name="connsiteX63253" fmla="*/ 1233203 w 2119654"/>
              <a:gd name="connsiteY63253" fmla="*/ 454656 h 2398711"/>
              <a:gd name="connsiteX63254" fmla="*/ 1233921 w 2119654"/>
              <a:gd name="connsiteY63254" fmla="*/ 452534 h 2398711"/>
              <a:gd name="connsiteX63255" fmla="*/ 521532 w 2119654"/>
              <a:gd name="connsiteY63255" fmla="*/ 2039465 h 2398711"/>
              <a:gd name="connsiteX63256" fmla="*/ 521613 w 2119654"/>
              <a:gd name="connsiteY63256" fmla="*/ 2040080 h 2398711"/>
              <a:gd name="connsiteX63257" fmla="*/ 527834 w 2119654"/>
              <a:gd name="connsiteY63257" fmla="*/ 2039905 h 2398711"/>
              <a:gd name="connsiteX63258" fmla="*/ 527214 w 2119654"/>
              <a:gd name="connsiteY63258" fmla="*/ 2037738 h 2398711"/>
              <a:gd name="connsiteX63259" fmla="*/ 530419 w 2119654"/>
              <a:gd name="connsiteY63259" fmla="*/ 2019396 h 2398711"/>
              <a:gd name="connsiteX63260" fmla="*/ 536653 w 2119654"/>
              <a:gd name="connsiteY63260" fmla="*/ 2022674 h 2398711"/>
              <a:gd name="connsiteX63261" fmla="*/ 546530 w 2119654"/>
              <a:gd name="connsiteY63261" fmla="*/ 2025975 h 2398711"/>
              <a:gd name="connsiteX63262" fmla="*/ 549269 w 2119654"/>
              <a:gd name="connsiteY63262" fmla="*/ 2025127 h 2398711"/>
              <a:gd name="connsiteX63263" fmla="*/ 546579 w 2119654"/>
              <a:gd name="connsiteY63263" fmla="*/ 2025991 h 2398711"/>
              <a:gd name="connsiteX63264" fmla="*/ 548577 w 2119654"/>
              <a:gd name="connsiteY63264" fmla="*/ 2026659 h 2398711"/>
              <a:gd name="connsiteX63265" fmla="*/ 552361 w 2119654"/>
              <a:gd name="connsiteY63265" fmla="*/ 2025489 h 2398711"/>
              <a:gd name="connsiteX63266" fmla="*/ 550170 w 2119654"/>
              <a:gd name="connsiteY63266" fmla="*/ 2024848 h 2398711"/>
              <a:gd name="connsiteX63267" fmla="*/ 549269 w 2119654"/>
              <a:gd name="connsiteY63267" fmla="*/ 2025127 h 2398711"/>
              <a:gd name="connsiteX63268" fmla="*/ 550153 w 2119654"/>
              <a:gd name="connsiteY63268" fmla="*/ 2024843 h 2398711"/>
              <a:gd name="connsiteX63269" fmla="*/ 530996 w 2119654"/>
              <a:gd name="connsiteY63269" fmla="*/ 2019242 h 2398711"/>
              <a:gd name="connsiteX63270" fmla="*/ 1245766 w 2119654"/>
              <a:gd name="connsiteY63270" fmla="*/ 417548 h 2398711"/>
              <a:gd name="connsiteX63271" fmla="*/ 1246755 w 2119654"/>
              <a:gd name="connsiteY63271" fmla="*/ 418605 h 2398711"/>
              <a:gd name="connsiteX63272" fmla="*/ 1246249 w 2119654"/>
              <a:gd name="connsiteY63272" fmla="*/ 417042 h 2398711"/>
              <a:gd name="connsiteX63273" fmla="*/ 1259586 w 2119654"/>
              <a:gd name="connsiteY63273" fmla="*/ 386330 h 2398711"/>
              <a:gd name="connsiteX63274" fmla="*/ 1257890 w 2119654"/>
              <a:gd name="connsiteY63274" fmla="*/ 390749 h 2398711"/>
              <a:gd name="connsiteX63275" fmla="*/ 1263313 w 2119654"/>
              <a:gd name="connsiteY63275" fmla="*/ 386943 h 2398711"/>
              <a:gd name="connsiteX63276" fmla="*/ 1262833 w 2119654"/>
              <a:gd name="connsiteY63276" fmla="*/ 385661 h 2398711"/>
              <a:gd name="connsiteX63277" fmla="*/ 1261376 w 2119654"/>
              <a:gd name="connsiteY63277" fmla="*/ 383535 h 2398711"/>
              <a:gd name="connsiteX63278" fmla="*/ 561188 w 2119654"/>
              <a:gd name="connsiteY63278" fmla="*/ 1950129 h 2398711"/>
              <a:gd name="connsiteX63279" fmla="*/ 561286 w 2119654"/>
              <a:gd name="connsiteY63279" fmla="*/ 1951269 h 2398711"/>
              <a:gd name="connsiteX63280" fmla="*/ 563750 w 2119654"/>
              <a:gd name="connsiteY63280" fmla="*/ 1950801 h 2398711"/>
              <a:gd name="connsiteX63281" fmla="*/ 1221362 w 2119654"/>
              <a:gd name="connsiteY63281" fmla="*/ 471778 h 2398711"/>
              <a:gd name="connsiteX63282" fmla="*/ 1221051 w 2119654"/>
              <a:gd name="connsiteY63282" fmla="*/ 473556 h 2398711"/>
              <a:gd name="connsiteX63283" fmla="*/ 1222066 w 2119654"/>
              <a:gd name="connsiteY63283" fmla="*/ 475460 h 2398711"/>
              <a:gd name="connsiteX63284" fmla="*/ 1222707 w 2119654"/>
              <a:gd name="connsiteY63284" fmla="*/ 476696 h 2398711"/>
              <a:gd name="connsiteX63285" fmla="*/ 1224314 w 2119654"/>
              <a:gd name="connsiteY63285" fmla="*/ 478221 h 2398711"/>
              <a:gd name="connsiteX63286" fmla="*/ 1225428 w 2119654"/>
              <a:gd name="connsiteY63286" fmla="*/ 467603 h 2398711"/>
              <a:gd name="connsiteX63287" fmla="*/ 1225213 w 2119654"/>
              <a:gd name="connsiteY63287" fmla="*/ 467348 h 2398711"/>
              <a:gd name="connsiteX63288" fmla="*/ 1279602 w 2119654"/>
              <a:gd name="connsiteY63288" fmla="*/ 341217 h 2398711"/>
              <a:gd name="connsiteX63289" fmla="*/ 1279896 w 2119654"/>
              <a:gd name="connsiteY63289" fmla="*/ 346817 h 2398711"/>
              <a:gd name="connsiteX63290" fmla="*/ 1281557 w 2119654"/>
              <a:gd name="connsiteY63290" fmla="*/ 352293 h 2398711"/>
              <a:gd name="connsiteX63291" fmla="*/ 1282190 w 2119654"/>
              <a:gd name="connsiteY63291" fmla="*/ 351863 h 2398711"/>
              <a:gd name="connsiteX63292" fmla="*/ 1284723 w 2119654"/>
              <a:gd name="connsiteY63292" fmla="*/ 348235 h 2398711"/>
              <a:gd name="connsiteX63293" fmla="*/ 560252 w 2119654"/>
              <a:gd name="connsiteY63293" fmla="*/ 1951881 h 2398711"/>
              <a:gd name="connsiteX63294" fmla="*/ 560529 w 2119654"/>
              <a:gd name="connsiteY63294" fmla="*/ 1953186 h 2398711"/>
              <a:gd name="connsiteX63295" fmla="*/ 561173 w 2119654"/>
              <a:gd name="connsiteY63295" fmla="*/ 1953184 h 2398711"/>
              <a:gd name="connsiteX63296" fmla="*/ 560991 w 2119654"/>
              <a:gd name="connsiteY63296" fmla="*/ 1951741 h 2398711"/>
              <a:gd name="connsiteX63297" fmla="*/ 1261915 w 2119654"/>
              <a:gd name="connsiteY63297" fmla="*/ 380641 h 2398711"/>
              <a:gd name="connsiteX63298" fmla="*/ 1261975 w 2119654"/>
              <a:gd name="connsiteY63298" fmla="*/ 380803 h 2398711"/>
              <a:gd name="connsiteX63299" fmla="*/ 1262017 w 2119654"/>
              <a:gd name="connsiteY63299" fmla="*/ 380744 h 2398711"/>
              <a:gd name="connsiteX63300" fmla="*/ 561148 w 2119654"/>
              <a:gd name="connsiteY63300" fmla="*/ 1949657 h 2398711"/>
              <a:gd name="connsiteX63301" fmla="*/ 561149 w 2119654"/>
              <a:gd name="connsiteY63301" fmla="*/ 1949664 h 2398711"/>
              <a:gd name="connsiteX63302" fmla="*/ 564755 w 2119654"/>
              <a:gd name="connsiteY63302" fmla="*/ 1950610 h 2398711"/>
              <a:gd name="connsiteX63303" fmla="*/ 565601 w 2119654"/>
              <a:gd name="connsiteY63303" fmla="*/ 1950449 h 2398711"/>
              <a:gd name="connsiteX63304" fmla="*/ 564554 w 2119654"/>
              <a:gd name="connsiteY63304" fmla="*/ 1949779 h 2398711"/>
              <a:gd name="connsiteX63305" fmla="*/ 553635 w 2119654"/>
              <a:gd name="connsiteY63305" fmla="*/ 1966268 h 2398711"/>
              <a:gd name="connsiteX63306" fmla="*/ 562802 w 2119654"/>
              <a:gd name="connsiteY63306" fmla="*/ 1966072 h 2398711"/>
              <a:gd name="connsiteX63307" fmla="*/ 562573 w 2119654"/>
              <a:gd name="connsiteY63307" fmla="*/ 1964259 h 2398711"/>
              <a:gd name="connsiteX63308" fmla="*/ 1255963 w 2119654"/>
              <a:gd name="connsiteY63308" fmla="*/ 393011 h 2398711"/>
              <a:gd name="connsiteX63309" fmla="*/ 1256192 w 2119654"/>
              <a:gd name="connsiteY63309" fmla="*/ 394087 h 2398711"/>
              <a:gd name="connsiteX63310" fmla="*/ 1256841 w 2119654"/>
              <a:gd name="connsiteY63310" fmla="*/ 392395 h 2398711"/>
              <a:gd name="connsiteX63311" fmla="*/ 536351 w 2119654"/>
              <a:gd name="connsiteY63311" fmla="*/ 2004344 h 2398711"/>
              <a:gd name="connsiteX63312" fmla="*/ 547093 w 2119654"/>
              <a:gd name="connsiteY63312" fmla="*/ 2007307 h 2398711"/>
              <a:gd name="connsiteX63313" fmla="*/ 561310 w 2119654"/>
              <a:gd name="connsiteY63313" fmla="*/ 2010623 h 2398711"/>
              <a:gd name="connsiteX63314" fmla="*/ 568424 w 2119654"/>
              <a:gd name="connsiteY63314" fmla="*/ 2008626 h 2398711"/>
              <a:gd name="connsiteX63315" fmla="*/ 568156 w 2119654"/>
              <a:gd name="connsiteY63315" fmla="*/ 2006710 h 2398711"/>
              <a:gd name="connsiteX63316" fmla="*/ 557200 w 2119654"/>
              <a:gd name="connsiteY63316" fmla="*/ 2006075 h 2398711"/>
              <a:gd name="connsiteX63317" fmla="*/ 537226 w 2119654"/>
              <a:gd name="connsiteY63317" fmla="*/ 2004114 h 2398711"/>
              <a:gd name="connsiteX63318" fmla="*/ 1196171 w 2119654"/>
              <a:gd name="connsiteY63318" fmla="*/ 526835 h 2398711"/>
              <a:gd name="connsiteX63319" fmla="*/ 1198156 w 2119654"/>
              <a:gd name="connsiteY63319" fmla="*/ 534958 h 2398711"/>
              <a:gd name="connsiteX63320" fmla="*/ 1198389 w 2119654"/>
              <a:gd name="connsiteY63320" fmla="*/ 535127 h 2398711"/>
              <a:gd name="connsiteX63321" fmla="*/ 1196801 w 2119654"/>
              <a:gd name="connsiteY63321" fmla="*/ 528233 h 2398711"/>
              <a:gd name="connsiteX63322" fmla="*/ 1199122 w 2119654"/>
              <a:gd name="connsiteY63322" fmla="*/ 520066 h 2398711"/>
              <a:gd name="connsiteX63323" fmla="*/ 1199405 w 2119654"/>
              <a:gd name="connsiteY63323" fmla="*/ 520903 h 2398711"/>
              <a:gd name="connsiteX63324" fmla="*/ 1199522 w 2119654"/>
              <a:gd name="connsiteY63324" fmla="*/ 521066 h 2398711"/>
              <a:gd name="connsiteX63325" fmla="*/ 1235792 w 2119654"/>
              <a:gd name="connsiteY63325" fmla="*/ 437870 h 2398711"/>
              <a:gd name="connsiteX63326" fmla="*/ 1237570 w 2119654"/>
              <a:gd name="connsiteY63326" fmla="*/ 442621 h 2398711"/>
              <a:gd name="connsiteX63327" fmla="*/ 1239808 w 2119654"/>
              <a:gd name="connsiteY63327" fmla="*/ 436785 h 2398711"/>
              <a:gd name="connsiteX63328" fmla="*/ 1238992 w 2119654"/>
              <a:gd name="connsiteY63328" fmla="*/ 435199 h 2398711"/>
              <a:gd name="connsiteX63329" fmla="*/ 561064 w 2119654"/>
              <a:gd name="connsiteY63329" fmla="*/ 1948685 h 2398711"/>
              <a:gd name="connsiteX63330" fmla="*/ 561107 w 2119654"/>
              <a:gd name="connsiteY63330" fmla="*/ 1949183 h 2398711"/>
              <a:gd name="connsiteX63331" fmla="*/ 563717 w 2119654"/>
              <a:gd name="connsiteY63331" fmla="*/ 1949241 h 2398711"/>
              <a:gd name="connsiteX63332" fmla="*/ 563043 w 2119654"/>
              <a:gd name="connsiteY63332" fmla="*/ 1948809 h 2398711"/>
              <a:gd name="connsiteX63333" fmla="*/ 561357 w 2119654"/>
              <a:gd name="connsiteY63333" fmla="*/ 1948706 h 2398711"/>
              <a:gd name="connsiteX63334" fmla="*/ 546640 w 2119654"/>
              <a:gd name="connsiteY63334" fmla="*/ 1980866 h 2398711"/>
              <a:gd name="connsiteX63335" fmla="*/ 547364 w 2119654"/>
              <a:gd name="connsiteY63335" fmla="*/ 1981177 h 2398711"/>
              <a:gd name="connsiteX63336" fmla="*/ 553715 w 2119654"/>
              <a:gd name="connsiteY63336" fmla="*/ 1981353 h 2398711"/>
              <a:gd name="connsiteX63337" fmla="*/ 554681 w 2119654"/>
              <a:gd name="connsiteY63337" fmla="*/ 1980987 h 2398711"/>
              <a:gd name="connsiteX63338" fmla="*/ 547962 w 2119654"/>
              <a:gd name="connsiteY63338" fmla="*/ 1980327 h 2398711"/>
              <a:gd name="connsiteX63339" fmla="*/ 1255379 w 2119654"/>
              <a:gd name="connsiteY63339" fmla="*/ 393422 h 2398711"/>
              <a:gd name="connsiteX63340" fmla="*/ 1255641 w 2119654"/>
              <a:gd name="connsiteY63340" fmla="*/ 393779 h 2398711"/>
              <a:gd name="connsiteX63341" fmla="*/ 1255546 w 2119654"/>
              <a:gd name="connsiteY63341" fmla="*/ 393304 h 2398711"/>
              <a:gd name="connsiteX63342" fmla="*/ 561020 w 2119654"/>
              <a:gd name="connsiteY63342" fmla="*/ 1948166 h 2398711"/>
              <a:gd name="connsiteX63343" fmla="*/ 561021 w 2119654"/>
              <a:gd name="connsiteY63343" fmla="*/ 1948185 h 2398711"/>
              <a:gd name="connsiteX63344" fmla="*/ 562183 w 2119654"/>
              <a:gd name="connsiteY63344" fmla="*/ 1948257 h 2398711"/>
              <a:gd name="connsiteX63345" fmla="*/ 562123 w 2119654"/>
              <a:gd name="connsiteY63345" fmla="*/ 1948217 h 2398711"/>
              <a:gd name="connsiteX63346" fmla="*/ 1190615 w 2119654"/>
              <a:gd name="connsiteY63346" fmla="*/ 538275 h 2398711"/>
              <a:gd name="connsiteX63347" fmla="*/ 1191101 w 2119654"/>
              <a:gd name="connsiteY63347" fmla="*/ 539897 h 2398711"/>
              <a:gd name="connsiteX63348" fmla="*/ 1193205 w 2119654"/>
              <a:gd name="connsiteY63348" fmla="*/ 542468 h 2398711"/>
              <a:gd name="connsiteX63349" fmla="*/ 1192439 w 2119654"/>
              <a:gd name="connsiteY63349" fmla="*/ 541000 h 2398711"/>
              <a:gd name="connsiteX63350" fmla="*/ 1255828 w 2119654"/>
              <a:gd name="connsiteY63350" fmla="*/ 392196 h 2398711"/>
              <a:gd name="connsiteX63351" fmla="*/ 1257319 w 2119654"/>
              <a:gd name="connsiteY63351" fmla="*/ 391150 h 2398711"/>
              <a:gd name="connsiteX63352" fmla="*/ 1258544 w 2119654"/>
              <a:gd name="connsiteY63352" fmla="*/ 387957 h 2398711"/>
              <a:gd name="connsiteX63353" fmla="*/ 1235162 w 2119654"/>
              <a:gd name="connsiteY63353" fmla="*/ 438395 h 2398711"/>
              <a:gd name="connsiteX63354" fmla="*/ 1235715 w 2119654"/>
              <a:gd name="connsiteY63354" fmla="*/ 441441 h 2398711"/>
              <a:gd name="connsiteX63355" fmla="*/ 1237149 w 2119654"/>
              <a:gd name="connsiteY63355" fmla="*/ 443410 h 2398711"/>
              <a:gd name="connsiteX63356" fmla="*/ 1235247 w 2119654"/>
              <a:gd name="connsiteY63356" fmla="*/ 438325 h 2398711"/>
              <a:gd name="connsiteX63357" fmla="*/ 1187744 w 2119654"/>
              <a:gd name="connsiteY63357" fmla="*/ 544536 h 2398711"/>
              <a:gd name="connsiteX63358" fmla="*/ 1188473 w 2119654"/>
              <a:gd name="connsiteY63358" fmla="*/ 546721 h 2398711"/>
              <a:gd name="connsiteX63359" fmla="*/ 1189834 w 2119654"/>
              <a:gd name="connsiteY63359" fmla="*/ 548033 h 2398711"/>
              <a:gd name="connsiteX63360" fmla="*/ 1189133 w 2119654"/>
              <a:gd name="connsiteY63360" fmla="*/ 545437 h 2398711"/>
              <a:gd name="connsiteX63361" fmla="*/ 1198406 w 2119654"/>
              <a:gd name="connsiteY63361" fmla="*/ 520347 h 2398711"/>
              <a:gd name="connsiteX63362" fmla="*/ 1198510 w 2119654"/>
              <a:gd name="connsiteY63362" fmla="*/ 520442 h 2398711"/>
              <a:gd name="connsiteX63363" fmla="*/ 1198475 w 2119654"/>
              <a:gd name="connsiteY63363" fmla="*/ 520336 h 2398711"/>
              <a:gd name="connsiteX63364" fmla="*/ 1198447 w 2119654"/>
              <a:gd name="connsiteY63364" fmla="*/ 520296 h 2398711"/>
              <a:gd name="connsiteX63365" fmla="*/ 1254813 w 2119654"/>
              <a:gd name="connsiteY63365" fmla="*/ 393818 h 2398711"/>
              <a:gd name="connsiteX63366" fmla="*/ 1255593 w 2119654"/>
              <a:gd name="connsiteY63366" fmla="*/ 395649 h 2398711"/>
              <a:gd name="connsiteX63367" fmla="*/ 1255806 w 2119654"/>
              <a:gd name="connsiteY63367" fmla="*/ 395095 h 2398711"/>
              <a:gd name="connsiteX63368" fmla="*/ 1254907 w 2119654"/>
              <a:gd name="connsiteY63368" fmla="*/ 393752 h 2398711"/>
              <a:gd name="connsiteX63369" fmla="*/ 1269547 w 2119654"/>
              <a:gd name="connsiteY63369" fmla="*/ 360823 h 2398711"/>
              <a:gd name="connsiteX63370" fmla="*/ 1265044 w 2119654"/>
              <a:gd name="connsiteY63370" fmla="*/ 372103 h 2398711"/>
              <a:gd name="connsiteX63371" fmla="*/ 1262608 w 2119654"/>
              <a:gd name="connsiteY63371" fmla="*/ 378453 h 2398711"/>
              <a:gd name="connsiteX63372" fmla="*/ 1262996 w 2119654"/>
              <a:gd name="connsiteY63372" fmla="*/ 379342 h 2398711"/>
              <a:gd name="connsiteX63373" fmla="*/ 1275645 w 2119654"/>
              <a:gd name="connsiteY63373" fmla="*/ 361232 h 2398711"/>
              <a:gd name="connsiteX63374" fmla="*/ 1275606 w 2119654"/>
              <a:gd name="connsiteY63374" fmla="*/ 356653 h 2398711"/>
              <a:gd name="connsiteX63375" fmla="*/ 1271575 w 2119654"/>
              <a:gd name="connsiteY63375" fmla="*/ 359401 h 2398711"/>
              <a:gd name="connsiteX63376" fmla="*/ 1235058 w 2119654"/>
              <a:gd name="connsiteY63376" fmla="*/ 437820 h 2398711"/>
              <a:gd name="connsiteX63377" fmla="*/ 1235080 w 2119654"/>
              <a:gd name="connsiteY63377" fmla="*/ 437945 h 2398711"/>
              <a:gd name="connsiteX63378" fmla="*/ 1235098 w 2119654"/>
              <a:gd name="connsiteY63378" fmla="*/ 437930 h 2398711"/>
              <a:gd name="connsiteX63379" fmla="*/ 529037 w 2119654"/>
              <a:gd name="connsiteY63379" fmla="*/ 2018669 h 2398711"/>
              <a:gd name="connsiteX63380" fmla="*/ 530129 w 2119654"/>
              <a:gd name="connsiteY63380" fmla="*/ 2019243 h 2398711"/>
              <a:gd name="connsiteX63381" fmla="*/ 530585 w 2119654"/>
              <a:gd name="connsiteY63381" fmla="*/ 2019122 h 2398711"/>
              <a:gd name="connsiteX63382" fmla="*/ 559804 w 2119654"/>
              <a:gd name="connsiteY63382" fmla="*/ 1949766 h 2398711"/>
              <a:gd name="connsiteX63383" fmla="*/ 560167 w 2119654"/>
              <a:gd name="connsiteY63383" fmla="*/ 1951481 h 2398711"/>
              <a:gd name="connsiteX63384" fmla="*/ 560940 w 2119654"/>
              <a:gd name="connsiteY63384" fmla="*/ 1951335 h 2398711"/>
              <a:gd name="connsiteX63385" fmla="*/ 560774 w 2119654"/>
              <a:gd name="connsiteY63385" fmla="*/ 1950021 h 2398711"/>
              <a:gd name="connsiteX63386" fmla="*/ 546021 w 2119654"/>
              <a:gd name="connsiteY63386" fmla="*/ 1980599 h 2398711"/>
              <a:gd name="connsiteX63387" fmla="*/ 546136 w 2119654"/>
              <a:gd name="connsiteY63387" fmla="*/ 1980648 h 2398711"/>
              <a:gd name="connsiteX63388" fmla="*/ 546916 w 2119654"/>
              <a:gd name="connsiteY63388" fmla="*/ 1980330 h 2398711"/>
              <a:gd name="connsiteX63389" fmla="*/ 519294 w 2119654"/>
              <a:gd name="connsiteY63389" fmla="*/ 2040145 h 2398711"/>
              <a:gd name="connsiteX63390" fmla="*/ 520931 w 2119654"/>
              <a:gd name="connsiteY63390" fmla="*/ 2040099 h 2398711"/>
              <a:gd name="connsiteX63391" fmla="*/ 520873 w 2119654"/>
              <a:gd name="connsiteY63391" fmla="*/ 2039665 h 2398711"/>
              <a:gd name="connsiteX63392" fmla="*/ 1234126 w 2119654"/>
              <a:gd name="connsiteY63392" fmla="*/ 439261 h 2398711"/>
              <a:gd name="connsiteX63393" fmla="*/ 1234838 w 2119654"/>
              <a:gd name="connsiteY63393" fmla="*/ 440238 h 2398711"/>
              <a:gd name="connsiteX63394" fmla="*/ 1234607 w 2119654"/>
              <a:gd name="connsiteY63394" fmla="*/ 438859 h 2398711"/>
              <a:gd name="connsiteX63395" fmla="*/ 521055 w 2119654"/>
              <a:gd name="connsiteY63395" fmla="*/ 2035869 h 2398711"/>
              <a:gd name="connsiteX63396" fmla="*/ 521459 w 2119654"/>
              <a:gd name="connsiteY63396" fmla="*/ 2038916 h 2398711"/>
              <a:gd name="connsiteX63397" fmla="*/ 527048 w 2119654"/>
              <a:gd name="connsiteY63397" fmla="*/ 2037157 h 2398711"/>
              <a:gd name="connsiteX63398" fmla="*/ 526222 w 2119654"/>
              <a:gd name="connsiteY63398" fmla="*/ 2034272 h 2398711"/>
              <a:gd name="connsiteX63399" fmla="*/ 1253022 w 2119654"/>
              <a:gd name="connsiteY63399" fmla="*/ 396575 h 2398711"/>
              <a:gd name="connsiteX63400" fmla="*/ 1254257 w 2119654"/>
              <a:gd name="connsiteY63400" fmla="*/ 399130 h 2398711"/>
              <a:gd name="connsiteX63401" fmla="*/ 1254883 w 2119654"/>
              <a:gd name="connsiteY63401" fmla="*/ 397498 h 2398711"/>
              <a:gd name="connsiteX63402" fmla="*/ 1253903 w 2119654"/>
              <a:gd name="connsiteY63402" fmla="*/ 395200 h 2398711"/>
              <a:gd name="connsiteX63403" fmla="*/ 1222669 w 2119654"/>
              <a:gd name="connsiteY63403" fmla="*/ 464324 h 2398711"/>
              <a:gd name="connsiteX63404" fmla="*/ 1221587 w 2119654"/>
              <a:gd name="connsiteY63404" fmla="*/ 470500 h 2398711"/>
              <a:gd name="connsiteX63405" fmla="*/ 1224777 w 2119654"/>
              <a:gd name="connsiteY63405" fmla="*/ 466830 h 2398711"/>
              <a:gd name="connsiteX63406" fmla="*/ 547109 w 2119654"/>
              <a:gd name="connsiteY63406" fmla="*/ 1977025 h 2398711"/>
              <a:gd name="connsiteX63407" fmla="*/ 547331 w 2119654"/>
              <a:gd name="connsiteY63407" fmla="*/ 1977126 h 2398711"/>
              <a:gd name="connsiteX63408" fmla="*/ 549876 w 2119654"/>
              <a:gd name="connsiteY63408" fmla="*/ 1976569 h 2398711"/>
              <a:gd name="connsiteX63409" fmla="*/ 1241148 w 2119654"/>
              <a:gd name="connsiteY63409" fmla="*/ 422400 h 2398711"/>
              <a:gd name="connsiteX63410" fmla="*/ 1243640 w 2119654"/>
              <a:gd name="connsiteY63410" fmla="*/ 426800 h 2398711"/>
              <a:gd name="connsiteX63411" fmla="*/ 1246073 w 2119654"/>
              <a:gd name="connsiteY63411" fmla="*/ 420458 h 2398711"/>
              <a:gd name="connsiteX63412" fmla="*/ 1244548 w 2119654"/>
              <a:gd name="connsiteY63412" fmla="*/ 418825 h 2398711"/>
              <a:gd name="connsiteX63413" fmla="*/ 1241195 w 2119654"/>
              <a:gd name="connsiteY63413" fmla="*/ 422342 h 2398711"/>
              <a:gd name="connsiteX63414" fmla="*/ 559550 w 2119654"/>
              <a:gd name="connsiteY63414" fmla="*/ 1948572 h 2398711"/>
              <a:gd name="connsiteX63415" fmla="*/ 559673 w 2119654"/>
              <a:gd name="connsiteY63415" fmla="*/ 1949151 h 2398711"/>
              <a:gd name="connsiteX63416" fmla="*/ 560667 w 2119654"/>
              <a:gd name="connsiteY63416" fmla="*/ 1949174 h 2398711"/>
              <a:gd name="connsiteX63417" fmla="*/ 560601 w 2119654"/>
              <a:gd name="connsiteY63417" fmla="*/ 1948650 h 2398711"/>
              <a:gd name="connsiteX63418" fmla="*/ 544651 w 2119654"/>
              <a:gd name="connsiteY63418" fmla="*/ 1981676 h 2398711"/>
              <a:gd name="connsiteX63419" fmla="*/ 548478 w 2119654"/>
              <a:gd name="connsiteY63419" fmla="*/ 1983333 h 2398711"/>
              <a:gd name="connsiteX63420" fmla="*/ 548824 w 2119654"/>
              <a:gd name="connsiteY63420" fmla="*/ 1983202 h 2398711"/>
              <a:gd name="connsiteX63421" fmla="*/ 545144 w 2119654"/>
              <a:gd name="connsiteY63421" fmla="*/ 1981617 h 2398711"/>
              <a:gd name="connsiteX63422" fmla="*/ 544820 w 2119654"/>
              <a:gd name="connsiteY63422" fmla="*/ 1981608 h 2398711"/>
              <a:gd name="connsiteX63423" fmla="*/ 559554 w 2119654"/>
              <a:gd name="connsiteY63423" fmla="*/ 1948097 h 2398711"/>
              <a:gd name="connsiteX63424" fmla="*/ 560538 w 2119654"/>
              <a:gd name="connsiteY63424" fmla="*/ 1948156 h 2398711"/>
              <a:gd name="connsiteX63425" fmla="*/ 560537 w 2119654"/>
              <a:gd name="connsiteY63425" fmla="*/ 1948142 h 2398711"/>
              <a:gd name="connsiteX63426" fmla="*/ 534570 w 2119654"/>
              <a:gd name="connsiteY63426" fmla="*/ 2003853 h 2398711"/>
              <a:gd name="connsiteX63427" fmla="*/ 535970 w 2119654"/>
              <a:gd name="connsiteY63427" fmla="*/ 2004239 h 2398711"/>
              <a:gd name="connsiteX63428" fmla="*/ 536491 w 2119654"/>
              <a:gd name="connsiteY63428" fmla="*/ 2004101 h 2398711"/>
              <a:gd name="connsiteX63429" fmla="*/ 536648 w 2119654"/>
              <a:gd name="connsiteY63429" fmla="*/ 2004057 h 2398711"/>
              <a:gd name="connsiteX63430" fmla="*/ 1223071 w 2119654"/>
              <a:gd name="connsiteY63430" fmla="*/ 462034 h 2398711"/>
              <a:gd name="connsiteX63431" fmla="*/ 1222745 w 2119654"/>
              <a:gd name="connsiteY63431" fmla="*/ 463894 h 2398711"/>
              <a:gd name="connsiteX63432" fmla="*/ 1224999 w 2119654"/>
              <a:gd name="connsiteY63432" fmla="*/ 466574 h 2398711"/>
              <a:gd name="connsiteX63433" fmla="*/ 1225610 w 2119654"/>
              <a:gd name="connsiteY63433" fmla="*/ 465872 h 2398711"/>
              <a:gd name="connsiteX63434" fmla="*/ 1225768 w 2119654"/>
              <a:gd name="connsiteY63434" fmla="*/ 464360 h 2398711"/>
              <a:gd name="connsiteX63435" fmla="*/ 1194737 w 2119654"/>
              <a:gd name="connsiteY63435" fmla="*/ 525401 h 2398711"/>
              <a:gd name="connsiteX63436" fmla="*/ 1195237 w 2119654"/>
              <a:gd name="connsiteY63436" fmla="*/ 527241 h 2398711"/>
              <a:gd name="connsiteX63437" fmla="*/ 1194777 w 2119654"/>
              <a:gd name="connsiteY63437" fmla="*/ 525345 h 2398711"/>
              <a:gd name="connsiteX63438" fmla="*/ 520829 w 2119654"/>
              <a:gd name="connsiteY63438" fmla="*/ 2034160 h 2398711"/>
              <a:gd name="connsiteX63439" fmla="*/ 520966 w 2119654"/>
              <a:gd name="connsiteY63439" fmla="*/ 2035192 h 2398711"/>
              <a:gd name="connsiteX63440" fmla="*/ 526036 w 2119654"/>
              <a:gd name="connsiteY63440" fmla="*/ 2033625 h 2398711"/>
              <a:gd name="connsiteX63441" fmla="*/ 525765 w 2119654"/>
              <a:gd name="connsiteY63441" fmla="*/ 2032677 h 2398711"/>
              <a:gd name="connsiteX63442" fmla="*/ 523687 w 2119654"/>
              <a:gd name="connsiteY63442" fmla="*/ 2033345 h 2398711"/>
              <a:gd name="connsiteX63443" fmla="*/ 1250067 w 2119654"/>
              <a:gd name="connsiteY63443" fmla="*/ 401189 h 2398711"/>
              <a:gd name="connsiteX63444" fmla="*/ 1251100 w 2119654"/>
              <a:gd name="connsiteY63444" fmla="*/ 407354 h 2398711"/>
              <a:gd name="connsiteX63445" fmla="*/ 1253999 w 2119654"/>
              <a:gd name="connsiteY63445" fmla="*/ 399801 h 2398711"/>
              <a:gd name="connsiteX63446" fmla="*/ 1252690 w 2119654"/>
              <a:gd name="connsiteY63446" fmla="*/ 397094 h 2398711"/>
              <a:gd name="connsiteX63447" fmla="*/ 1239842 w 2119654"/>
              <a:gd name="connsiteY63447" fmla="*/ 423987 h 2398711"/>
              <a:gd name="connsiteX63448" fmla="*/ 1242967 w 2119654"/>
              <a:gd name="connsiteY63448" fmla="*/ 428554 h 2398711"/>
              <a:gd name="connsiteX63449" fmla="*/ 1243328 w 2119654"/>
              <a:gd name="connsiteY63449" fmla="*/ 427611 h 2398711"/>
              <a:gd name="connsiteX63450" fmla="*/ 1240691 w 2119654"/>
              <a:gd name="connsiteY63450" fmla="*/ 422954 h 2398711"/>
              <a:gd name="connsiteX63451" fmla="*/ 1238603 w 2119654"/>
              <a:gd name="connsiteY63451" fmla="*/ 425491 h 2398711"/>
              <a:gd name="connsiteX63452" fmla="*/ 1239457 w 2119654"/>
              <a:gd name="connsiteY63452" fmla="*/ 427991 h 2398711"/>
              <a:gd name="connsiteX63453" fmla="*/ 1239713 w 2119654"/>
              <a:gd name="connsiteY63453" fmla="*/ 428343 h 2398711"/>
              <a:gd name="connsiteX63454" fmla="*/ 1241834 w 2119654"/>
              <a:gd name="connsiteY63454" fmla="*/ 431505 h 2398711"/>
              <a:gd name="connsiteX63455" fmla="*/ 1242676 w 2119654"/>
              <a:gd name="connsiteY63455" fmla="*/ 429313 h 2398711"/>
              <a:gd name="connsiteX63456" fmla="*/ 1239399 w 2119654"/>
              <a:gd name="connsiteY63456" fmla="*/ 424524 h 2398711"/>
              <a:gd name="connsiteX63457" fmla="*/ 545441 w 2119654"/>
              <a:gd name="connsiteY63457" fmla="*/ 1977301 h 2398711"/>
              <a:gd name="connsiteX63458" fmla="*/ 546431 w 2119654"/>
              <a:gd name="connsiteY63458" fmla="*/ 1977323 h 2398711"/>
              <a:gd name="connsiteX63459" fmla="*/ 547058 w 2119654"/>
              <a:gd name="connsiteY63459" fmla="*/ 1977186 h 2398711"/>
              <a:gd name="connsiteX63460" fmla="*/ 546813 w 2119654"/>
              <a:gd name="connsiteY63460" fmla="*/ 1977075 h 2398711"/>
              <a:gd name="connsiteX63461" fmla="*/ 565217 w 2119654"/>
              <a:gd name="connsiteY63461" fmla="*/ 1932941 h 2398711"/>
              <a:gd name="connsiteX63462" fmla="*/ 568238 w 2119654"/>
              <a:gd name="connsiteY63462" fmla="*/ 1934468 h 2398711"/>
              <a:gd name="connsiteX63463" fmla="*/ 570063 w 2119654"/>
              <a:gd name="connsiteY63463" fmla="*/ 1933918 h 2398711"/>
              <a:gd name="connsiteX63464" fmla="*/ 568940 w 2119654"/>
              <a:gd name="connsiteY63464" fmla="*/ 1933441 h 2398711"/>
              <a:gd name="connsiteX63465" fmla="*/ 1238088 w 2119654"/>
              <a:gd name="connsiteY63465" fmla="*/ 426117 h 2398711"/>
              <a:gd name="connsiteX63466" fmla="*/ 1238813 w 2119654"/>
              <a:gd name="connsiteY63466" fmla="*/ 427110 h 2398711"/>
              <a:gd name="connsiteX63467" fmla="*/ 1238375 w 2119654"/>
              <a:gd name="connsiteY63467" fmla="*/ 425768 h 2398711"/>
              <a:gd name="connsiteX63468" fmla="*/ 1191937 w 2119654"/>
              <a:gd name="connsiteY63468" fmla="*/ 529326 h 2398711"/>
              <a:gd name="connsiteX63469" fmla="*/ 1194092 w 2119654"/>
              <a:gd name="connsiteY63469" fmla="*/ 532021 h 2398711"/>
              <a:gd name="connsiteX63470" fmla="*/ 1196316 w 2119654"/>
              <a:gd name="connsiteY63470" fmla="*/ 533628 h 2398711"/>
              <a:gd name="connsiteX63471" fmla="*/ 1194341 w 2119654"/>
              <a:gd name="connsiteY63471" fmla="*/ 525956 h 2398711"/>
              <a:gd name="connsiteX63472" fmla="*/ 559058 w 2119654"/>
              <a:gd name="connsiteY63472" fmla="*/ 1946251 h 2398711"/>
              <a:gd name="connsiteX63473" fmla="*/ 559202 w 2119654"/>
              <a:gd name="connsiteY63473" fmla="*/ 1946931 h 2398711"/>
              <a:gd name="connsiteX63474" fmla="*/ 560128 w 2119654"/>
              <a:gd name="connsiteY63474" fmla="*/ 1946937 h 2398711"/>
              <a:gd name="connsiteX63475" fmla="*/ 558980 w 2119654"/>
              <a:gd name="connsiteY63475" fmla="*/ 1945880 h 2398711"/>
              <a:gd name="connsiteX63476" fmla="*/ 559006 w 2119654"/>
              <a:gd name="connsiteY63476" fmla="*/ 1946007 h 2398711"/>
              <a:gd name="connsiteX63477" fmla="*/ 560378 w 2119654"/>
              <a:gd name="connsiteY63477" fmla="*/ 1946887 h 2398711"/>
              <a:gd name="connsiteX63478" fmla="*/ 560362 w 2119654"/>
              <a:gd name="connsiteY63478" fmla="*/ 1946762 h 2398711"/>
              <a:gd name="connsiteX63479" fmla="*/ 542549 w 2119654"/>
              <a:gd name="connsiteY63479" fmla="*/ 1982533 h 2398711"/>
              <a:gd name="connsiteX63480" fmla="*/ 546104 w 2119654"/>
              <a:gd name="connsiteY63480" fmla="*/ 1983565 h 2398711"/>
              <a:gd name="connsiteX63481" fmla="*/ 543151 w 2119654"/>
              <a:gd name="connsiteY63481" fmla="*/ 1982288 h 2398711"/>
              <a:gd name="connsiteX63482" fmla="*/ 566121 w 2119654"/>
              <a:gd name="connsiteY63482" fmla="*/ 1929479 h 2398711"/>
              <a:gd name="connsiteX63483" fmla="*/ 567178 w 2119654"/>
              <a:gd name="connsiteY63483" fmla="*/ 1929458 h 2398711"/>
              <a:gd name="connsiteX63484" fmla="*/ 566591 w 2119654"/>
              <a:gd name="connsiteY63484" fmla="*/ 1928607 h 2398711"/>
              <a:gd name="connsiteX63485" fmla="*/ 565154 w 2119654"/>
              <a:gd name="connsiteY63485" fmla="*/ 1931271 h 2398711"/>
              <a:gd name="connsiteX63486" fmla="*/ 569285 w 2119654"/>
              <a:gd name="connsiteY63486" fmla="*/ 1933022 h 2398711"/>
              <a:gd name="connsiteX63487" fmla="*/ 569675 w 2119654"/>
              <a:gd name="connsiteY63487" fmla="*/ 1933075 h 2398711"/>
              <a:gd name="connsiteX63488" fmla="*/ 568288 w 2119654"/>
              <a:gd name="connsiteY63488" fmla="*/ 1931065 h 2398711"/>
              <a:gd name="connsiteX63489" fmla="*/ 565233 w 2119654"/>
              <a:gd name="connsiteY63489" fmla="*/ 1931125 h 2398711"/>
              <a:gd name="connsiteX63490" fmla="*/ 1244525 w 2119654"/>
              <a:gd name="connsiteY63490" fmla="*/ 409838 h 2398711"/>
              <a:gd name="connsiteX63491" fmla="*/ 1246372 w 2119654"/>
              <a:gd name="connsiteY63491" fmla="*/ 415286 h 2398711"/>
              <a:gd name="connsiteX63492" fmla="*/ 1249207 w 2119654"/>
              <a:gd name="connsiteY63492" fmla="*/ 412177 h 2398711"/>
              <a:gd name="connsiteX63493" fmla="*/ 1249278 w 2119654"/>
              <a:gd name="connsiteY63493" fmla="*/ 412106 h 2398711"/>
              <a:gd name="connsiteX63494" fmla="*/ 1250825 w 2119654"/>
              <a:gd name="connsiteY63494" fmla="*/ 408074 h 2398711"/>
              <a:gd name="connsiteX63495" fmla="*/ 1249753 w 2119654"/>
              <a:gd name="connsiteY63495" fmla="*/ 401678 h 2398711"/>
              <a:gd name="connsiteX63496" fmla="*/ 564552 w 2119654"/>
              <a:gd name="connsiteY63496" fmla="*/ 1932386 h 2398711"/>
              <a:gd name="connsiteX63497" fmla="*/ 567331 w 2119654"/>
              <a:gd name="connsiteY63497" fmla="*/ 1932760 h 2398711"/>
              <a:gd name="connsiteX63498" fmla="*/ 564905 w 2119654"/>
              <a:gd name="connsiteY63498" fmla="*/ 1931732 h 2398711"/>
              <a:gd name="connsiteX63499" fmla="*/ 1236101 w 2119654"/>
              <a:gd name="connsiteY63499" fmla="*/ 428532 h 2398711"/>
              <a:gd name="connsiteX63500" fmla="*/ 1239184 w 2119654"/>
              <a:gd name="connsiteY63500" fmla="*/ 434519 h 2398711"/>
              <a:gd name="connsiteX63501" fmla="*/ 1240791 w 2119654"/>
              <a:gd name="connsiteY63501" fmla="*/ 433178 h 2398711"/>
              <a:gd name="connsiteX63502" fmla="*/ 1239611 w 2119654"/>
              <a:gd name="connsiteY63502" fmla="*/ 429560 h 2398711"/>
              <a:gd name="connsiteX63503" fmla="*/ 1237657 w 2119654"/>
              <a:gd name="connsiteY63503" fmla="*/ 426642 h 2398711"/>
              <a:gd name="connsiteX63504" fmla="*/ 1229636 w 2119654"/>
              <a:gd name="connsiteY63504" fmla="*/ 443009 h 2398711"/>
              <a:gd name="connsiteX63505" fmla="*/ 1234499 w 2119654"/>
              <a:gd name="connsiteY63505" fmla="*/ 450827 h 2398711"/>
              <a:gd name="connsiteX63506" fmla="*/ 1235084 w 2119654"/>
              <a:gd name="connsiteY63506" fmla="*/ 449100 h 2398711"/>
              <a:gd name="connsiteX63507" fmla="*/ 1235947 w 2119654"/>
              <a:gd name="connsiteY63507" fmla="*/ 446852 h 2398711"/>
              <a:gd name="connsiteX63508" fmla="*/ 1235044 w 2119654"/>
              <a:gd name="connsiteY63508" fmla="*/ 441465 h 2398711"/>
              <a:gd name="connsiteX63509" fmla="*/ 1233722 w 2119654"/>
              <a:gd name="connsiteY63509" fmla="*/ 439598 h 2398711"/>
              <a:gd name="connsiteX63510" fmla="*/ 553871 w 2119654"/>
              <a:gd name="connsiteY63510" fmla="*/ 1955917 h 2398711"/>
              <a:gd name="connsiteX63511" fmla="*/ 560994 w 2119654"/>
              <a:gd name="connsiteY63511" fmla="*/ 1956536 h 2398711"/>
              <a:gd name="connsiteX63512" fmla="*/ 560935 w 2119654"/>
              <a:gd name="connsiteY63512" fmla="*/ 1956254 h 2398711"/>
              <a:gd name="connsiteX63513" fmla="*/ 560679 w 2119654"/>
              <a:gd name="connsiteY63513" fmla="*/ 1956140 h 2398711"/>
              <a:gd name="connsiteX63514" fmla="*/ 558252 w 2119654"/>
              <a:gd name="connsiteY63514" fmla="*/ 1955262 h 2398711"/>
              <a:gd name="connsiteX63515" fmla="*/ 536637 w 2119654"/>
              <a:gd name="connsiteY63515" fmla="*/ 1994445 h 2398711"/>
              <a:gd name="connsiteX63516" fmla="*/ 549680 w 2119654"/>
              <a:gd name="connsiteY63516" fmla="*/ 1995461 h 2398711"/>
              <a:gd name="connsiteX63517" fmla="*/ 552488 w 2119654"/>
              <a:gd name="connsiteY63517" fmla="*/ 1995416 h 2398711"/>
              <a:gd name="connsiteX63518" fmla="*/ 545783 w 2119654"/>
              <a:gd name="connsiteY63518" fmla="*/ 1993104 h 2398711"/>
              <a:gd name="connsiteX63519" fmla="*/ 1189169 w 2119654"/>
              <a:gd name="connsiteY63519" fmla="*/ 533205 h 2398711"/>
              <a:gd name="connsiteX63520" fmla="*/ 1196403 w 2119654"/>
              <a:gd name="connsiteY63520" fmla="*/ 544011 h 2398711"/>
              <a:gd name="connsiteX63521" fmla="*/ 1196694 w 2119654"/>
              <a:gd name="connsiteY63521" fmla="*/ 544023 h 2398711"/>
              <a:gd name="connsiteX63522" fmla="*/ 1198256 w 2119654"/>
              <a:gd name="connsiteY63522" fmla="*/ 545376 h 2398711"/>
              <a:gd name="connsiteX63523" fmla="*/ 1198973 w 2119654"/>
              <a:gd name="connsiteY63523" fmla="*/ 543957 h 2398711"/>
              <a:gd name="connsiteX63524" fmla="*/ 1198002 w 2119654"/>
              <a:gd name="connsiteY63524" fmla="*/ 540183 h 2398711"/>
              <a:gd name="connsiteX63525" fmla="*/ 1195114 w 2119654"/>
              <a:gd name="connsiteY63525" fmla="*/ 535974 h 2398711"/>
              <a:gd name="connsiteX63526" fmla="*/ 1189887 w 2119654"/>
              <a:gd name="connsiteY63526" fmla="*/ 532198 h 2398711"/>
              <a:gd name="connsiteX63527" fmla="*/ 1229311 w 2119654"/>
              <a:gd name="connsiteY63527" fmla="*/ 443280 h 2398711"/>
              <a:gd name="connsiteX63528" fmla="*/ 1231009 w 2119654"/>
              <a:gd name="connsiteY63528" fmla="*/ 448244 h 2398711"/>
              <a:gd name="connsiteX63529" fmla="*/ 1234149 w 2119654"/>
              <a:gd name="connsiteY63529" fmla="*/ 451863 h 2398711"/>
              <a:gd name="connsiteX63530" fmla="*/ 1234374 w 2119654"/>
              <a:gd name="connsiteY63530" fmla="*/ 451197 h 2398711"/>
              <a:gd name="connsiteX63531" fmla="*/ 1229403 w 2119654"/>
              <a:gd name="connsiteY63531" fmla="*/ 443203 h 2398711"/>
              <a:gd name="connsiteX63532" fmla="*/ 564829 w 2119654"/>
              <a:gd name="connsiteY63532" fmla="*/ 1931133 h 2398711"/>
              <a:gd name="connsiteX63533" fmla="*/ 565050 w 2119654"/>
              <a:gd name="connsiteY63533" fmla="*/ 1931227 h 2398711"/>
              <a:gd name="connsiteX63534" fmla="*/ 565104 w 2119654"/>
              <a:gd name="connsiteY63534" fmla="*/ 1931128 h 2398711"/>
              <a:gd name="connsiteX63535" fmla="*/ 555026 w 2119654"/>
              <a:gd name="connsiteY63535" fmla="*/ 1952874 h 2398711"/>
              <a:gd name="connsiteX63536" fmla="*/ 555833 w 2119654"/>
              <a:gd name="connsiteY63536" fmla="*/ 1953193 h 2398711"/>
              <a:gd name="connsiteX63537" fmla="*/ 560284 w 2119654"/>
              <a:gd name="connsiteY63537" fmla="*/ 1953186 h 2398711"/>
              <a:gd name="connsiteX63538" fmla="*/ 560016 w 2119654"/>
              <a:gd name="connsiteY63538" fmla="*/ 1951926 h 2398711"/>
              <a:gd name="connsiteX63539" fmla="*/ 1193881 w 2119654"/>
              <a:gd name="connsiteY63539" fmla="*/ 522254 h 2398711"/>
              <a:gd name="connsiteX63540" fmla="*/ 1194174 w 2119654"/>
              <a:gd name="connsiteY63540" fmla="*/ 523330 h 2398711"/>
              <a:gd name="connsiteX63541" fmla="*/ 1194262 w 2119654"/>
              <a:gd name="connsiteY63541" fmla="*/ 523218 h 2398711"/>
              <a:gd name="connsiteX63542" fmla="*/ 1194079 w 2119654"/>
              <a:gd name="connsiteY63542" fmla="*/ 522461 h 2398711"/>
              <a:gd name="connsiteX63543" fmla="*/ 1227927 w 2119654"/>
              <a:gd name="connsiteY63543" fmla="*/ 446006 h 2398711"/>
              <a:gd name="connsiteX63544" fmla="*/ 1227632 w 2119654"/>
              <a:gd name="connsiteY63544" fmla="*/ 455445 h 2398711"/>
              <a:gd name="connsiteX63545" fmla="*/ 1229203 w 2119654"/>
              <a:gd name="connsiteY63545" fmla="*/ 461738 h 2398711"/>
              <a:gd name="connsiteX63546" fmla="*/ 1231826 w 2119654"/>
              <a:gd name="connsiteY63546" fmla="*/ 458721 h 2398711"/>
              <a:gd name="connsiteX63547" fmla="*/ 1232051 w 2119654"/>
              <a:gd name="connsiteY63547" fmla="*/ 458057 h 2398711"/>
              <a:gd name="connsiteX63548" fmla="*/ 520324 w 2119654"/>
              <a:gd name="connsiteY63548" fmla="*/ 2030348 h 2398711"/>
              <a:gd name="connsiteX63549" fmla="*/ 520798 w 2119654"/>
              <a:gd name="connsiteY63549" fmla="*/ 2033931 h 2398711"/>
              <a:gd name="connsiteX63550" fmla="*/ 525691 w 2119654"/>
              <a:gd name="connsiteY63550" fmla="*/ 2032418 h 2398711"/>
              <a:gd name="connsiteX63551" fmla="*/ 525433 w 2119654"/>
              <a:gd name="connsiteY63551" fmla="*/ 2031516 h 2398711"/>
              <a:gd name="connsiteX63552" fmla="*/ 531321 w 2119654"/>
              <a:gd name="connsiteY63552" fmla="*/ 2005672 h 2398711"/>
              <a:gd name="connsiteX63553" fmla="*/ 550202 w 2119654"/>
              <a:gd name="connsiteY63553" fmla="*/ 2011664 h 2398711"/>
              <a:gd name="connsiteX63554" fmla="*/ 556624 w 2119654"/>
              <a:gd name="connsiteY63554" fmla="*/ 2011938 h 2398711"/>
              <a:gd name="connsiteX63555" fmla="*/ 559071 w 2119654"/>
              <a:gd name="connsiteY63555" fmla="*/ 2011252 h 2398711"/>
              <a:gd name="connsiteX63556" fmla="*/ 535164 w 2119654"/>
              <a:gd name="connsiteY63556" fmla="*/ 2004657 h 2398711"/>
              <a:gd name="connsiteX63557" fmla="*/ 1249461 w 2119654"/>
              <a:gd name="connsiteY63557" fmla="*/ 397573 h 2398711"/>
              <a:gd name="connsiteX63558" fmla="*/ 1249785 w 2119654"/>
              <a:gd name="connsiteY63558" fmla="*/ 399507 h 2398711"/>
              <a:gd name="connsiteX63559" fmla="*/ 1252106 w 2119654"/>
              <a:gd name="connsiteY63559" fmla="*/ 395884 h 2398711"/>
              <a:gd name="connsiteX63560" fmla="*/ 1252045 w 2119654"/>
              <a:gd name="connsiteY63560" fmla="*/ 395760 h 2398711"/>
              <a:gd name="connsiteX63561" fmla="*/ 1202436 w 2119654"/>
              <a:gd name="connsiteY63561" fmla="*/ 502710 h 2398711"/>
              <a:gd name="connsiteX63562" fmla="*/ 1203336 w 2119654"/>
              <a:gd name="connsiteY63562" fmla="*/ 507982 h 2398711"/>
              <a:gd name="connsiteX63563" fmla="*/ 1203801 w 2119654"/>
              <a:gd name="connsiteY63563" fmla="*/ 505329 h 2398711"/>
              <a:gd name="connsiteX63564" fmla="*/ 556750 w 2119654"/>
              <a:gd name="connsiteY63564" fmla="*/ 1948511 h 2398711"/>
              <a:gd name="connsiteX63565" fmla="*/ 559148 w 2119654"/>
              <a:gd name="connsiteY63565" fmla="*/ 1949140 h 2398711"/>
              <a:gd name="connsiteX63566" fmla="*/ 559426 w 2119654"/>
              <a:gd name="connsiteY63566" fmla="*/ 1949146 h 2398711"/>
              <a:gd name="connsiteX63567" fmla="*/ 559300 w 2119654"/>
              <a:gd name="connsiteY63567" fmla="*/ 1948553 h 2398711"/>
              <a:gd name="connsiteX63568" fmla="*/ 557268 w 2119654"/>
              <a:gd name="connsiteY63568" fmla="*/ 1948402 h 2398711"/>
              <a:gd name="connsiteX63569" fmla="*/ 1234822 w 2119654"/>
              <a:gd name="connsiteY63569" fmla="*/ 430086 h 2398711"/>
              <a:gd name="connsiteX63570" fmla="*/ 1238445 w 2119654"/>
              <a:gd name="connsiteY63570" fmla="*/ 434135 h 2398711"/>
              <a:gd name="connsiteX63571" fmla="*/ 1235768 w 2119654"/>
              <a:gd name="connsiteY63571" fmla="*/ 428937 h 2398711"/>
              <a:gd name="connsiteX63572" fmla="*/ 1224699 w 2119654"/>
              <a:gd name="connsiteY63572" fmla="*/ 452746 h 2398711"/>
              <a:gd name="connsiteX63573" fmla="*/ 1223947 w 2119654"/>
              <a:gd name="connsiteY63573" fmla="*/ 457042 h 2398711"/>
              <a:gd name="connsiteX63574" fmla="*/ 1224629 w 2119654"/>
              <a:gd name="connsiteY63574" fmla="*/ 457825 h 2398711"/>
              <a:gd name="connsiteX63575" fmla="*/ 1226302 w 2119654"/>
              <a:gd name="connsiteY63575" fmla="*/ 459268 h 2398711"/>
              <a:gd name="connsiteX63576" fmla="*/ 1226310 w 2119654"/>
              <a:gd name="connsiteY63576" fmla="*/ 459191 h 2398711"/>
              <a:gd name="connsiteX63577" fmla="*/ 1229139 w 2119654"/>
              <a:gd name="connsiteY63577" fmla="*/ 442779 h 2398711"/>
              <a:gd name="connsiteX63578" fmla="*/ 1229172 w 2119654"/>
              <a:gd name="connsiteY63578" fmla="*/ 442876 h 2398711"/>
              <a:gd name="connsiteX63579" fmla="*/ 1229190 w 2119654"/>
              <a:gd name="connsiteY63579" fmla="*/ 442861 h 2398711"/>
              <a:gd name="connsiteX63580" fmla="*/ 1242098 w 2119654"/>
              <a:gd name="connsiteY63580" fmla="*/ 413627 h 2398711"/>
              <a:gd name="connsiteX63581" fmla="*/ 1245029 w 2119654"/>
              <a:gd name="connsiteY63581" fmla="*/ 416760 h 2398711"/>
              <a:gd name="connsiteX63582" fmla="*/ 1245862 w 2119654"/>
              <a:gd name="connsiteY63582" fmla="*/ 415846 h 2398711"/>
              <a:gd name="connsiteX63583" fmla="*/ 1244120 w 2119654"/>
              <a:gd name="connsiteY63583" fmla="*/ 410470 h 2398711"/>
              <a:gd name="connsiteX63584" fmla="*/ 1195944 w 2119654"/>
              <a:gd name="connsiteY63584" fmla="*/ 516649 h 2398711"/>
              <a:gd name="connsiteX63585" fmla="*/ 1196371 w 2119654"/>
              <a:gd name="connsiteY63585" fmla="*/ 518499 h 2398711"/>
              <a:gd name="connsiteX63586" fmla="*/ 1197319 w 2119654"/>
              <a:gd name="connsiteY63586" fmla="*/ 519361 h 2398711"/>
              <a:gd name="connsiteX63587" fmla="*/ 1197580 w 2119654"/>
              <a:gd name="connsiteY63587" fmla="*/ 519032 h 2398711"/>
              <a:gd name="connsiteX63588" fmla="*/ 1187028 w 2119654"/>
              <a:gd name="connsiteY63588" fmla="*/ 536205 h 2398711"/>
              <a:gd name="connsiteX63589" fmla="*/ 1188761 w 2119654"/>
              <a:gd name="connsiteY63589" fmla="*/ 542628 h 2398711"/>
              <a:gd name="connsiteX63590" fmla="*/ 1189423 w 2119654"/>
              <a:gd name="connsiteY63590" fmla="*/ 543231 h 2398711"/>
              <a:gd name="connsiteX63591" fmla="*/ 1189374 w 2119654"/>
              <a:gd name="connsiteY63591" fmla="*/ 542854 h 2398711"/>
              <a:gd name="connsiteX63592" fmla="*/ 1187275 w 2119654"/>
              <a:gd name="connsiteY63592" fmla="*/ 535858 h 2398711"/>
              <a:gd name="connsiteX63593" fmla="*/ 1233865 w 2119654"/>
              <a:gd name="connsiteY63593" fmla="*/ 431248 h 2398711"/>
              <a:gd name="connsiteX63594" fmla="*/ 1234384 w 2119654"/>
              <a:gd name="connsiteY63594" fmla="*/ 434107 h 2398711"/>
              <a:gd name="connsiteX63595" fmla="*/ 1235644 w 2119654"/>
              <a:gd name="connsiteY63595" fmla="*/ 437474 h 2398711"/>
              <a:gd name="connsiteX63596" fmla="*/ 1238765 w 2119654"/>
              <a:gd name="connsiteY63596" fmla="*/ 434869 h 2398711"/>
              <a:gd name="connsiteX63597" fmla="*/ 1238709 w 2119654"/>
              <a:gd name="connsiteY63597" fmla="*/ 434805 h 2398711"/>
              <a:gd name="connsiteX63598" fmla="*/ 1234662 w 2119654"/>
              <a:gd name="connsiteY63598" fmla="*/ 430281 h 2398711"/>
              <a:gd name="connsiteX63599" fmla="*/ 1199057 w 2119654"/>
              <a:gd name="connsiteY63599" fmla="*/ 508846 h 2398711"/>
              <a:gd name="connsiteX63600" fmla="*/ 1201454 w 2119654"/>
              <a:gd name="connsiteY63600" fmla="*/ 514142 h 2398711"/>
              <a:gd name="connsiteX63601" fmla="*/ 1201833 w 2119654"/>
              <a:gd name="connsiteY63601" fmla="*/ 513663 h 2398711"/>
              <a:gd name="connsiteX63602" fmla="*/ 541035 w 2119654"/>
              <a:gd name="connsiteY63602" fmla="*/ 1982094 h 2398711"/>
              <a:gd name="connsiteX63603" fmla="*/ 541944 w 2119654"/>
              <a:gd name="connsiteY63603" fmla="*/ 1982357 h 2398711"/>
              <a:gd name="connsiteX63604" fmla="*/ 542648 w 2119654"/>
              <a:gd name="connsiteY63604" fmla="*/ 1982070 h 2398711"/>
              <a:gd name="connsiteX63605" fmla="*/ 542021 w 2119654"/>
              <a:gd name="connsiteY63605" fmla="*/ 1981798 h 2398711"/>
              <a:gd name="connsiteX63606" fmla="*/ 1275953 w 2119654"/>
              <a:gd name="connsiteY63606" fmla="*/ 336213 h 2398711"/>
              <a:gd name="connsiteX63607" fmla="*/ 1276123 w 2119654"/>
              <a:gd name="connsiteY63607" fmla="*/ 355998 h 2398711"/>
              <a:gd name="connsiteX63608" fmla="*/ 1279948 w 2119654"/>
              <a:gd name="connsiteY63608" fmla="*/ 353390 h 2398711"/>
              <a:gd name="connsiteX63609" fmla="*/ 1279747 w 2119654"/>
              <a:gd name="connsiteY63609" fmla="*/ 346773 h 2398711"/>
              <a:gd name="connsiteX63610" fmla="*/ 1278640 w 2119654"/>
              <a:gd name="connsiteY63610" fmla="*/ 343127 h 2398711"/>
              <a:gd name="connsiteX63611" fmla="*/ 1278812 w 2119654"/>
              <a:gd name="connsiteY63611" fmla="*/ 343248 h 2398711"/>
              <a:gd name="connsiteX63612" fmla="*/ 1279731 w 2119654"/>
              <a:gd name="connsiteY63612" fmla="*/ 346276 h 2398711"/>
              <a:gd name="connsiteX63613" fmla="*/ 1279724 w 2119654"/>
              <a:gd name="connsiteY63613" fmla="*/ 346009 h 2398711"/>
              <a:gd name="connsiteX63614" fmla="*/ 1279462 w 2119654"/>
              <a:gd name="connsiteY63614" fmla="*/ 341024 h 2398711"/>
              <a:gd name="connsiteX63615" fmla="*/ 546284 w 2119654"/>
              <a:gd name="connsiteY63615" fmla="*/ 1969836 h 2398711"/>
              <a:gd name="connsiteX63616" fmla="*/ 551817 w 2119654"/>
              <a:gd name="connsiteY63616" fmla="*/ 1970187 h 2398711"/>
              <a:gd name="connsiteX63617" fmla="*/ 563394 w 2119654"/>
              <a:gd name="connsiteY63617" fmla="*/ 1970759 h 2398711"/>
              <a:gd name="connsiteX63618" fmla="*/ 563101 w 2119654"/>
              <a:gd name="connsiteY63618" fmla="*/ 1968439 h 2398711"/>
              <a:gd name="connsiteX63619" fmla="*/ 548491 w 2119654"/>
              <a:gd name="connsiteY63619" fmla="*/ 1968751 h 2398711"/>
              <a:gd name="connsiteX63620" fmla="*/ 523258 w 2119654"/>
              <a:gd name="connsiteY63620" fmla="*/ 2021300 h 2398711"/>
              <a:gd name="connsiteX63621" fmla="*/ 526120 w 2119654"/>
              <a:gd name="connsiteY63621" fmla="*/ 2031296 h 2398711"/>
              <a:gd name="connsiteX63622" fmla="*/ 528017 w 2119654"/>
              <a:gd name="connsiteY63622" fmla="*/ 2031699 h 2398711"/>
              <a:gd name="connsiteX63623" fmla="*/ 533045 w 2119654"/>
              <a:gd name="connsiteY63623" fmla="*/ 2030144 h 2398711"/>
              <a:gd name="connsiteX63624" fmla="*/ 530002 w 2119654"/>
              <a:gd name="connsiteY63624" fmla="*/ 2021921 h 2398711"/>
              <a:gd name="connsiteX63625" fmla="*/ 525979 w 2119654"/>
              <a:gd name="connsiteY63625" fmla="*/ 2020576 h 2398711"/>
              <a:gd name="connsiteX63626" fmla="*/ 1185461 w 2119654"/>
              <a:gd name="connsiteY63626" fmla="*/ 538401 h 2398711"/>
              <a:gd name="connsiteX63627" fmla="*/ 1186118 w 2119654"/>
              <a:gd name="connsiteY63627" fmla="*/ 539657 h 2398711"/>
              <a:gd name="connsiteX63628" fmla="*/ 1186389 w 2119654"/>
              <a:gd name="connsiteY63628" fmla="*/ 540466 h 2398711"/>
              <a:gd name="connsiteX63629" fmla="*/ 1188249 w 2119654"/>
              <a:gd name="connsiteY63629" fmla="*/ 542163 h 2398711"/>
              <a:gd name="connsiteX63630" fmla="*/ 1186748 w 2119654"/>
              <a:gd name="connsiteY63630" fmla="*/ 536597 h 2398711"/>
              <a:gd name="connsiteX63631" fmla="*/ 1238957 w 2119654"/>
              <a:gd name="connsiteY63631" fmla="*/ 418530 h 2398711"/>
              <a:gd name="connsiteX63632" fmla="*/ 1240665 w 2119654"/>
              <a:gd name="connsiteY63632" fmla="*/ 421546 h 2398711"/>
              <a:gd name="connsiteX63633" fmla="*/ 1243837 w 2119654"/>
              <a:gd name="connsiteY63633" fmla="*/ 418067 h 2398711"/>
              <a:gd name="connsiteX63634" fmla="*/ 1241116 w 2119654"/>
              <a:gd name="connsiteY63634" fmla="*/ 415159 h 2398711"/>
              <a:gd name="connsiteX63635" fmla="*/ 542092 w 2119654"/>
              <a:gd name="connsiteY63635" fmla="*/ 1978906 h 2398711"/>
              <a:gd name="connsiteX63636" fmla="*/ 542923 w 2119654"/>
              <a:gd name="connsiteY63636" fmla="*/ 1979265 h 2398711"/>
              <a:gd name="connsiteX63637" fmla="*/ 546251 w 2119654"/>
              <a:gd name="connsiteY63637" fmla="*/ 1977995 h 2398711"/>
              <a:gd name="connsiteX63638" fmla="*/ 539526 w 2119654"/>
              <a:gd name="connsiteY63638" fmla="*/ 1983766 h 2398711"/>
              <a:gd name="connsiteX63639" fmla="*/ 546236 w 2119654"/>
              <a:gd name="connsiteY63639" fmla="*/ 1984180 h 2398711"/>
              <a:gd name="connsiteX63640" fmla="*/ 546910 w 2119654"/>
              <a:gd name="connsiteY63640" fmla="*/ 1983925 h 2398711"/>
              <a:gd name="connsiteX63641" fmla="*/ 542369 w 2119654"/>
              <a:gd name="connsiteY63641" fmla="*/ 1982606 h 2398711"/>
              <a:gd name="connsiteX63642" fmla="*/ 1237580 w 2119654"/>
              <a:gd name="connsiteY63642" fmla="*/ 420679 h 2398711"/>
              <a:gd name="connsiteX63643" fmla="*/ 1239242 w 2119654"/>
              <a:gd name="connsiteY63643" fmla="*/ 423108 h 2398711"/>
              <a:gd name="connsiteX63644" fmla="*/ 1240190 w 2119654"/>
              <a:gd name="connsiteY63644" fmla="*/ 422067 h 2398711"/>
              <a:gd name="connsiteX63645" fmla="*/ 1238548 w 2119654"/>
              <a:gd name="connsiteY63645" fmla="*/ 419168 h 2398711"/>
              <a:gd name="connsiteX63646" fmla="*/ 1237176 w 2119654"/>
              <a:gd name="connsiteY63646" fmla="*/ 421308 h 2398711"/>
              <a:gd name="connsiteX63647" fmla="*/ 1238186 w 2119654"/>
              <a:gd name="connsiteY63647" fmla="*/ 424265 h 2398711"/>
              <a:gd name="connsiteX63648" fmla="*/ 1238777 w 2119654"/>
              <a:gd name="connsiteY63648" fmla="*/ 423616 h 2398711"/>
              <a:gd name="connsiteX63649" fmla="*/ 1237187 w 2119654"/>
              <a:gd name="connsiteY63649" fmla="*/ 421291 h 2398711"/>
              <a:gd name="connsiteX63650" fmla="*/ 1257252 w 2119654"/>
              <a:gd name="connsiteY63650" fmla="*/ 376040 h 2398711"/>
              <a:gd name="connsiteX63651" fmla="*/ 1260326 w 2119654"/>
              <a:gd name="connsiteY63651" fmla="*/ 380404 h 2398711"/>
              <a:gd name="connsiteX63652" fmla="*/ 1261093 w 2119654"/>
              <a:gd name="connsiteY63652" fmla="*/ 381529 h 2398711"/>
              <a:gd name="connsiteX63653" fmla="*/ 1261193 w 2119654"/>
              <a:gd name="connsiteY63653" fmla="*/ 381278 h 2398711"/>
              <a:gd name="connsiteX63654" fmla="*/ 1260395 w 2119654"/>
              <a:gd name="connsiteY63654" fmla="*/ 379142 h 2398711"/>
              <a:gd name="connsiteX63655" fmla="*/ 1225853 w 2119654"/>
              <a:gd name="connsiteY63655" fmla="*/ 446166 h 2398711"/>
              <a:gd name="connsiteX63656" fmla="*/ 1225500 w 2119654"/>
              <a:gd name="connsiteY63656" fmla="*/ 448179 h 2398711"/>
              <a:gd name="connsiteX63657" fmla="*/ 1226715 w 2119654"/>
              <a:gd name="connsiteY63657" fmla="*/ 451870 h 2398711"/>
              <a:gd name="connsiteX63658" fmla="*/ 1226922 w 2119654"/>
              <a:gd name="connsiteY63658" fmla="*/ 445273 h 2398711"/>
              <a:gd name="connsiteX63659" fmla="*/ 1230907 w 2119654"/>
              <a:gd name="connsiteY63659" fmla="*/ 434845 h 2398711"/>
              <a:gd name="connsiteX63660" fmla="*/ 1233889 w 2119654"/>
              <a:gd name="connsiteY63660" fmla="*/ 438938 h 2398711"/>
              <a:gd name="connsiteX63661" fmla="*/ 1234530 w 2119654"/>
              <a:gd name="connsiteY63661" fmla="*/ 438403 h 2398711"/>
              <a:gd name="connsiteX63662" fmla="*/ 1233925 w 2119654"/>
              <a:gd name="connsiteY63662" fmla="*/ 434793 h 2398711"/>
              <a:gd name="connsiteX63663" fmla="*/ 1232995 w 2119654"/>
              <a:gd name="connsiteY63663" fmla="*/ 432306 h 2398711"/>
              <a:gd name="connsiteX63664" fmla="*/ 1233443 w 2119654"/>
              <a:gd name="connsiteY63664" fmla="*/ 428919 h 2398711"/>
              <a:gd name="connsiteX63665" fmla="*/ 1233526 w 2119654"/>
              <a:gd name="connsiteY63665" fmla="*/ 429377 h 2398711"/>
              <a:gd name="connsiteX63666" fmla="*/ 1233691 w 2119654"/>
              <a:gd name="connsiteY63666" fmla="*/ 429197 h 2398711"/>
              <a:gd name="connsiteX63667" fmla="*/ 531681 w 2119654"/>
              <a:gd name="connsiteY63667" fmla="*/ 2000265 h 2398711"/>
              <a:gd name="connsiteX63668" fmla="*/ 546122 w 2119654"/>
              <a:gd name="connsiteY63668" fmla="*/ 2001418 h 2398711"/>
              <a:gd name="connsiteX63669" fmla="*/ 556377 w 2119654"/>
              <a:gd name="connsiteY63669" fmla="*/ 1998559 h 2398711"/>
              <a:gd name="connsiteX63670" fmla="*/ 558395 w 2119654"/>
              <a:gd name="connsiteY63670" fmla="*/ 1997454 h 2398711"/>
              <a:gd name="connsiteX63671" fmla="*/ 557513 w 2119654"/>
              <a:gd name="connsiteY63671" fmla="*/ 1997149 h 2398711"/>
              <a:gd name="connsiteX63672" fmla="*/ 1235963 w 2119654"/>
              <a:gd name="connsiteY63672" fmla="*/ 423203 h 2398711"/>
              <a:gd name="connsiteX63673" fmla="*/ 1237381 w 2119654"/>
              <a:gd name="connsiteY63673" fmla="*/ 425148 h 2398711"/>
              <a:gd name="connsiteX63674" fmla="*/ 1237965 w 2119654"/>
              <a:gd name="connsiteY63674" fmla="*/ 424508 h 2398711"/>
              <a:gd name="connsiteX63675" fmla="*/ 1237224 w 2119654"/>
              <a:gd name="connsiteY63675" fmla="*/ 422237 h 2398711"/>
              <a:gd name="connsiteX63676" fmla="*/ 1237001 w 2119654"/>
              <a:gd name="connsiteY63676" fmla="*/ 421582 h 2398711"/>
              <a:gd name="connsiteX63677" fmla="*/ 1258698 w 2119654"/>
              <a:gd name="connsiteY63677" fmla="*/ 372043 h 2398711"/>
              <a:gd name="connsiteX63678" fmla="*/ 1261166 w 2119654"/>
              <a:gd name="connsiteY63678" fmla="*/ 378644 h 2398711"/>
              <a:gd name="connsiteX63679" fmla="*/ 1261876 w 2119654"/>
              <a:gd name="connsiteY63679" fmla="*/ 379343 h 2398711"/>
              <a:gd name="connsiteX63680" fmla="*/ 554279 w 2119654"/>
              <a:gd name="connsiteY63680" fmla="*/ 1949032 h 2398711"/>
              <a:gd name="connsiteX63681" fmla="*/ 557254 w 2119654"/>
              <a:gd name="connsiteY63681" fmla="*/ 1949097 h 2398711"/>
              <a:gd name="connsiteX63682" fmla="*/ 555789 w 2119654"/>
              <a:gd name="connsiteY63682" fmla="*/ 1948713 h 2398711"/>
              <a:gd name="connsiteX63683" fmla="*/ 522742 w 2119654"/>
              <a:gd name="connsiteY63683" fmla="*/ 2019494 h 2398711"/>
              <a:gd name="connsiteX63684" fmla="*/ 523197 w 2119654"/>
              <a:gd name="connsiteY63684" fmla="*/ 2021086 h 2398711"/>
              <a:gd name="connsiteX63685" fmla="*/ 525597 w 2119654"/>
              <a:gd name="connsiteY63685" fmla="*/ 2020448 h 2398711"/>
              <a:gd name="connsiteX63686" fmla="*/ 1234518 w 2119654"/>
              <a:gd name="connsiteY63686" fmla="*/ 425457 h 2398711"/>
              <a:gd name="connsiteX63687" fmla="*/ 1235450 w 2119654"/>
              <a:gd name="connsiteY63687" fmla="*/ 427267 h 2398711"/>
              <a:gd name="connsiteX63688" fmla="*/ 1236963 w 2119654"/>
              <a:gd name="connsiteY63688" fmla="*/ 425607 h 2398711"/>
              <a:gd name="connsiteX63689" fmla="*/ 1235664 w 2119654"/>
              <a:gd name="connsiteY63689" fmla="*/ 423669 h 2398711"/>
              <a:gd name="connsiteX63690" fmla="*/ 1226281 w 2119654"/>
              <a:gd name="connsiteY63690" fmla="*/ 443726 h 2398711"/>
              <a:gd name="connsiteX63691" fmla="*/ 1225960 w 2119654"/>
              <a:gd name="connsiteY63691" fmla="*/ 445557 h 2398711"/>
              <a:gd name="connsiteX63692" fmla="*/ 1226939 w 2119654"/>
              <a:gd name="connsiteY63692" fmla="*/ 444740 h 2398711"/>
              <a:gd name="connsiteX63693" fmla="*/ 1226946 w 2119654"/>
              <a:gd name="connsiteY63693" fmla="*/ 444493 h 2398711"/>
              <a:gd name="connsiteX63694" fmla="*/ 561759 w 2119654"/>
              <a:gd name="connsiteY63694" fmla="*/ 1931194 h 2398711"/>
              <a:gd name="connsiteX63695" fmla="*/ 563961 w 2119654"/>
              <a:gd name="connsiteY63695" fmla="*/ 1932307 h 2398711"/>
              <a:gd name="connsiteX63696" fmla="*/ 564434 w 2119654"/>
              <a:gd name="connsiteY63696" fmla="*/ 1932370 h 2398711"/>
              <a:gd name="connsiteX63697" fmla="*/ 564802 w 2119654"/>
              <a:gd name="connsiteY63697" fmla="*/ 1931688 h 2398711"/>
              <a:gd name="connsiteX63698" fmla="*/ 563554 w 2119654"/>
              <a:gd name="connsiteY63698" fmla="*/ 1931159 h 2398711"/>
              <a:gd name="connsiteX63699" fmla="*/ 1195080 w 2119654"/>
              <a:gd name="connsiteY63699" fmla="*/ 512892 h 2398711"/>
              <a:gd name="connsiteX63700" fmla="*/ 1195722 w 2119654"/>
              <a:gd name="connsiteY63700" fmla="*/ 515688 h 2398711"/>
              <a:gd name="connsiteX63701" fmla="*/ 1197847 w 2119654"/>
              <a:gd name="connsiteY63701" fmla="*/ 518696 h 2398711"/>
              <a:gd name="connsiteX63702" fmla="*/ 1197899 w 2119654"/>
              <a:gd name="connsiteY63702" fmla="*/ 518630 h 2398711"/>
              <a:gd name="connsiteX63703" fmla="*/ 1196299 w 2119654"/>
              <a:gd name="connsiteY63703" fmla="*/ 513887 h 2398711"/>
              <a:gd name="connsiteX63704" fmla="*/ 1233191 w 2119654"/>
              <a:gd name="connsiteY63704" fmla="*/ 427529 h 2398711"/>
              <a:gd name="connsiteX63705" fmla="*/ 1233358 w 2119654"/>
              <a:gd name="connsiteY63705" fmla="*/ 428450 h 2398711"/>
              <a:gd name="connsiteX63706" fmla="*/ 1233860 w 2119654"/>
              <a:gd name="connsiteY63706" fmla="*/ 429011 h 2398711"/>
              <a:gd name="connsiteX63707" fmla="*/ 1235104 w 2119654"/>
              <a:gd name="connsiteY63707" fmla="*/ 427646 h 2398711"/>
              <a:gd name="connsiteX63708" fmla="*/ 1234218 w 2119654"/>
              <a:gd name="connsiteY63708" fmla="*/ 425925 h 2398711"/>
              <a:gd name="connsiteX63709" fmla="*/ 555877 w 2119654"/>
              <a:gd name="connsiteY63709" fmla="*/ 1943999 h 2398711"/>
              <a:gd name="connsiteX63710" fmla="*/ 558721 w 2119654"/>
              <a:gd name="connsiteY63710" fmla="*/ 1945825 h 2398711"/>
              <a:gd name="connsiteX63711" fmla="*/ 558695 w 2119654"/>
              <a:gd name="connsiteY63711" fmla="*/ 1945698 h 2398711"/>
              <a:gd name="connsiteX63712" fmla="*/ 555970 w 2119654"/>
              <a:gd name="connsiteY63712" fmla="*/ 1943958 h 2398711"/>
              <a:gd name="connsiteX63713" fmla="*/ 1226575 w 2119654"/>
              <a:gd name="connsiteY63713" fmla="*/ 442052 h 2398711"/>
              <a:gd name="connsiteX63714" fmla="*/ 1226417 w 2119654"/>
              <a:gd name="connsiteY63714" fmla="*/ 442950 h 2398711"/>
              <a:gd name="connsiteX63715" fmla="*/ 1226975 w 2119654"/>
              <a:gd name="connsiteY63715" fmla="*/ 443592 h 2398711"/>
              <a:gd name="connsiteX63716" fmla="*/ 1226985 w 2119654"/>
              <a:gd name="connsiteY63716" fmla="*/ 443251 h 2398711"/>
              <a:gd name="connsiteX63717" fmla="*/ 1232391 w 2119654"/>
              <a:gd name="connsiteY63717" fmla="*/ 428777 h 2398711"/>
              <a:gd name="connsiteX63718" fmla="*/ 1232881 w 2119654"/>
              <a:gd name="connsiteY63718" fmla="*/ 430085 h 2398711"/>
              <a:gd name="connsiteX63719" fmla="*/ 1233097 w 2119654"/>
              <a:gd name="connsiteY63719" fmla="*/ 429848 h 2398711"/>
              <a:gd name="connsiteX63720" fmla="*/ 1232825 w 2119654"/>
              <a:gd name="connsiteY63720" fmla="*/ 428227 h 2398711"/>
              <a:gd name="connsiteX63721" fmla="*/ 1232778 w 2119654"/>
              <a:gd name="connsiteY63721" fmla="*/ 428175 h 2398711"/>
              <a:gd name="connsiteX63722" fmla="*/ 1228172 w 2119654"/>
              <a:gd name="connsiteY63722" fmla="*/ 438168 h 2398711"/>
              <a:gd name="connsiteX63723" fmla="*/ 1228121 w 2119654"/>
              <a:gd name="connsiteY63723" fmla="*/ 439802 h 2398711"/>
              <a:gd name="connsiteX63724" fmla="*/ 1228706 w 2119654"/>
              <a:gd name="connsiteY63724" fmla="*/ 441511 h 2398711"/>
              <a:gd name="connsiteX63725" fmla="*/ 1229423 w 2119654"/>
              <a:gd name="connsiteY63725" fmla="*/ 442666 h 2398711"/>
              <a:gd name="connsiteX63726" fmla="*/ 1233490 w 2119654"/>
              <a:gd name="connsiteY63726" fmla="*/ 439272 h 2398711"/>
              <a:gd name="connsiteX63727" fmla="*/ 1230610 w 2119654"/>
              <a:gd name="connsiteY63727" fmla="*/ 435206 h 2398711"/>
              <a:gd name="connsiteX63728" fmla="*/ 540324 w 2119654"/>
              <a:gd name="connsiteY63728" fmla="*/ 1978147 h 2398711"/>
              <a:gd name="connsiteX63729" fmla="*/ 541116 w 2119654"/>
              <a:gd name="connsiteY63729" fmla="*/ 1978488 h 2398711"/>
              <a:gd name="connsiteX63730" fmla="*/ 544663 w 2119654"/>
              <a:gd name="connsiteY63730" fmla="*/ 1977710 h 2398711"/>
              <a:gd name="connsiteX63731" fmla="*/ 543265 w 2119654"/>
              <a:gd name="connsiteY63731" fmla="*/ 1977661 h 2398711"/>
              <a:gd name="connsiteX63732" fmla="*/ 539647 w 2119654"/>
              <a:gd name="connsiteY63732" fmla="*/ 1979511 h 2398711"/>
              <a:gd name="connsiteX63733" fmla="*/ 540881 w 2119654"/>
              <a:gd name="connsiteY63733" fmla="*/ 1980045 h 2398711"/>
              <a:gd name="connsiteX63734" fmla="*/ 541205 w 2119654"/>
              <a:gd name="connsiteY63734" fmla="*/ 1979921 h 2398711"/>
              <a:gd name="connsiteX63735" fmla="*/ 540431 w 2119654"/>
              <a:gd name="connsiteY63735" fmla="*/ 1979587 h 2398711"/>
              <a:gd name="connsiteX63736" fmla="*/ 1229808 w 2119654"/>
              <a:gd name="connsiteY63736" fmla="*/ 433337 h 2398711"/>
              <a:gd name="connsiteX63737" fmla="*/ 1229856 w 2119654"/>
              <a:gd name="connsiteY63737" fmla="*/ 433403 h 2398711"/>
              <a:gd name="connsiteX63738" fmla="*/ 1232372 w 2119654"/>
              <a:gd name="connsiteY63738" fmla="*/ 430643 h 2398711"/>
              <a:gd name="connsiteX63739" fmla="*/ 1231939 w 2119654"/>
              <a:gd name="connsiteY63739" fmla="*/ 429484 h 2398711"/>
              <a:gd name="connsiteX63740" fmla="*/ 1231661 w 2119654"/>
              <a:gd name="connsiteY63740" fmla="*/ 429919 h 2398711"/>
              <a:gd name="connsiteX63741" fmla="*/ 535095 w 2119654"/>
              <a:gd name="connsiteY63741" fmla="*/ 1988663 h 2398711"/>
              <a:gd name="connsiteX63742" fmla="*/ 542423 w 2119654"/>
              <a:gd name="connsiteY63742" fmla="*/ 1991190 h 2398711"/>
              <a:gd name="connsiteX63743" fmla="*/ 556607 w 2119654"/>
              <a:gd name="connsiteY63743" fmla="*/ 1988111 h 2398711"/>
              <a:gd name="connsiteX63744" fmla="*/ 554043 w 2119654"/>
              <a:gd name="connsiteY63744" fmla="*/ 1987001 h 2398711"/>
              <a:gd name="connsiteX63745" fmla="*/ 542266 w 2119654"/>
              <a:gd name="connsiteY63745" fmla="*/ 1986274 h 2398711"/>
              <a:gd name="connsiteX63746" fmla="*/ 1258353 w 2119654"/>
              <a:gd name="connsiteY63746" fmla="*/ 368678 h 2398711"/>
              <a:gd name="connsiteX63747" fmla="*/ 1262458 w 2119654"/>
              <a:gd name="connsiteY63747" fmla="*/ 378109 h 2398711"/>
              <a:gd name="connsiteX63748" fmla="*/ 1269285 w 2119654"/>
              <a:gd name="connsiteY63748" fmla="*/ 361007 h 2398711"/>
              <a:gd name="connsiteX63749" fmla="*/ 1194687 w 2119654"/>
              <a:gd name="connsiteY63749" fmla="*/ 511192 h 2398711"/>
              <a:gd name="connsiteX63750" fmla="*/ 1195012 w 2119654"/>
              <a:gd name="connsiteY63750" fmla="*/ 512601 h 2398711"/>
              <a:gd name="connsiteX63751" fmla="*/ 1196188 w 2119654"/>
              <a:gd name="connsiteY63751" fmla="*/ 513557 h 2398711"/>
              <a:gd name="connsiteX63752" fmla="*/ 1195896 w 2119654"/>
              <a:gd name="connsiteY63752" fmla="*/ 512690 h 2398711"/>
              <a:gd name="connsiteX63753" fmla="*/ 522064 w 2119654"/>
              <a:gd name="connsiteY63753" fmla="*/ 2017126 h 2398711"/>
              <a:gd name="connsiteX63754" fmla="*/ 522277 w 2119654"/>
              <a:gd name="connsiteY63754" fmla="*/ 2017871 h 2398711"/>
              <a:gd name="connsiteX63755" fmla="*/ 525574 w 2119654"/>
              <a:gd name="connsiteY63755" fmla="*/ 2018972 h 2398711"/>
              <a:gd name="connsiteX63756" fmla="*/ 1201314 w 2119654"/>
              <a:gd name="connsiteY63756" fmla="*/ 496142 h 2398711"/>
              <a:gd name="connsiteX63757" fmla="*/ 1201525 w 2119654"/>
              <a:gd name="connsiteY63757" fmla="*/ 497377 h 2398711"/>
              <a:gd name="connsiteX63758" fmla="*/ 1204317 w 2119654"/>
              <a:gd name="connsiteY63758" fmla="*/ 502390 h 2398711"/>
              <a:gd name="connsiteX63759" fmla="*/ 1206560 w 2119654"/>
              <a:gd name="connsiteY63759" fmla="*/ 489597 h 2398711"/>
              <a:gd name="connsiteX63760" fmla="*/ 541116 w 2119654"/>
              <a:gd name="connsiteY63760" fmla="*/ 1974324 h 2398711"/>
              <a:gd name="connsiteX63761" fmla="*/ 546429 w 2119654"/>
              <a:gd name="connsiteY63761" fmla="*/ 1976719 h 2398711"/>
              <a:gd name="connsiteX63762" fmla="*/ 552015 w 2119654"/>
              <a:gd name="connsiteY63762" fmla="*/ 1975796 h 2398711"/>
              <a:gd name="connsiteX63763" fmla="*/ 560448 w 2119654"/>
              <a:gd name="connsiteY63763" fmla="*/ 1972579 h 2398711"/>
              <a:gd name="connsiteX63764" fmla="*/ 558395 w 2119654"/>
              <a:gd name="connsiteY63764" fmla="*/ 1972148 h 2398711"/>
              <a:gd name="connsiteX63765" fmla="*/ 555567 w 2119654"/>
              <a:gd name="connsiteY63765" fmla="*/ 1972557 h 2398711"/>
              <a:gd name="connsiteX63766" fmla="*/ 1185541 w 2119654"/>
              <a:gd name="connsiteY63766" fmla="*/ 530694 h 2398711"/>
              <a:gd name="connsiteX63767" fmla="*/ 1186252 w 2119654"/>
              <a:gd name="connsiteY63767" fmla="*/ 533328 h 2398711"/>
              <a:gd name="connsiteX63768" fmla="*/ 1186443 w 2119654"/>
              <a:gd name="connsiteY63768" fmla="*/ 533087 h 2398711"/>
              <a:gd name="connsiteX63769" fmla="*/ 1185876 w 2119654"/>
              <a:gd name="connsiteY63769" fmla="*/ 531193 h 2398711"/>
              <a:gd name="connsiteX63770" fmla="*/ 519266 w 2119654"/>
              <a:gd name="connsiteY63770" fmla="*/ 2022361 h 2398711"/>
              <a:gd name="connsiteX63771" fmla="*/ 520281 w 2119654"/>
              <a:gd name="connsiteY63771" fmla="*/ 2030025 h 2398711"/>
              <a:gd name="connsiteX63772" fmla="*/ 522264 w 2119654"/>
              <a:gd name="connsiteY63772" fmla="*/ 2030478 h 2398711"/>
              <a:gd name="connsiteX63773" fmla="*/ 525321 w 2119654"/>
              <a:gd name="connsiteY63773" fmla="*/ 2031127 h 2398711"/>
              <a:gd name="connsiteX63774" fmla="*/ 522561 w 2119654"/>
              <a:gd name="connsiteY63774" fmla="*/ 2021485 h 2398711"/>
              <a:gd name="connsiteX63775" fmla="*/ 1231725 w 2119654"/>
              <a:gd name="connsiteY63775" fmla="*/ 426996 h 2398711"/>
              <a:gd name="connsiteX63776" fmla="*/ 1231891 w 2119654"/>
              <a:gd name="connsiteY63776" fmla="*/ 427438 h 2398711"/>
              <a:gd name="connsiteX63777" fmla="*/ 1231987 w 2119654"/>
              <a:gd name="connsiteY63777" fmla="*/ 427288 h 2398711"/>
              <a:gd name="connsiteX63778" fmla="*/ 1184575 w 2119654"/>
              <a:gd name="connsiteY63778" fmla="*/ 532436 h 2398711"/>
              <a:gd name="connsiteX63779" fmla="*/ 1184907 w 2119654"/>
              <a:gd name="connsiteY63779" fmla="*/ 535027 h 2398711"/>
              <a:gd name="connsiteX63780" fmla="*/ 1185787 w 2119654"/>
              <a:gd name="connsiteY63780" fmla="*/ 533915 h 2398711"/>
              <a:gd name="connsiteX63781" fmla="*/ 531798 w 2119654"/>
              <a:gd name="connsiteY63781" fmla="*/ 1994068 h 2398711"/>
              <a:gd name="connsiteX63782" fmla="*/ 534463 w 2119654"/>
              <a:gd name="connsiteY63782" fmla="*/ 1994276 h 2398711"/>
              <a:gd name="connsiteX63783" fmla="*/ 544790 w 2119654"/>
              <a:gd name="connsiteY63783" fmla="*/ 1992761 h 2398711"/>
              <a:gd name="connsiteX63784" fmla="*/ 542096 w 2119654"/>
              <a:gd name="connsiteY63784" fmla="*/ 1991832 h 2398711"/>
              <a:gd name="connsiteX63785" fmla="*/ 1201901 w 2119654"/>
              <a:gd name="connsiteY63785" fmla="*/ 493143 h 2398711"/>
              <a:gd name="connsiteX63786" fmla="*/ 1206959 w 2119654"/>
              <a:gd name="connsiteY63786" fmla="*/ 487324 h 2398711"/>
              <a:gd name="connsiteX63787" fmla="*/ 1207332 w 2119654"/>
              <a:gd name="connsiteY63787" fmla="*/ 485192 h 2398711"/>
              <a:gd name="connsiteX63788" fmla="*/ 1207146 w 2119654"/>
              <a:gd name="connsiteY63788" fmla="*/ 484780 h 2398711"/>
              <a:gd name="connsiteX63789" fmla="*/ 536154 w 2119654"/>
              <a:gd name="connsiteY63789" fmla="*/ 1983557 h 2398711"/>
              <a:gd name="connsiteX63790" fmla="*/ 538625 w 2119654"/>
              <a:gd name="connsiteY63790" fmla="*/ 1983710 h 2398711"/>
              <a:gd name="connsiteX63791" fmla="*/ 541764 w 2119654"/>
              <a:gd name="connsiteY63791" fmla="*/ 1982431 h 2398711"/>
              <a:gd name="connsiteX63792" fmla="*/ 540822 w 2119654"/>
              <a:gd name="connsiteY63792" fmla="*/ 1982158 h 2398711"/>
              <a:gd name="connsiteX63793" fmla="*/ 1242113 w 2119654"/>
              <a:gd name="connsiteY63793" fmla="*/ 402729 h 2398711"/>
              <a:gd name="connsiteX63794" fmla="*/ 1244054 w 2119654"/>
              <a:gd name="connsiteY63794" fmla="*/ 408452 h 2398711"/>
              <a:gd name="connsiteX63795" fmla="*/ 1249472 w 2119654"/>
              <a:gd name="connsiteY63795" fmla="*/ 399996 h 2398711"/>
              <a:gd name="connsiteX63796" fmla="*/ 1249107 w 2119654"/>
              <a:gd name="connsiteY63796" fmla="*/ 397822 h 2398711"/>
              <a:gd name="connsiteX63797" fmla="*/ 538830 w 2119654"/>
              <a:gd name="connsiteY63797" fmla="*/ 1977503 h 2398711"/>
              <a:gd name="connsiteX63798" fmla="*/ 539621 w 2119654"/>
              <a:gd name="connsiteY63798" fmla="*/ 1977844 h 2398711"/>
              <a:gd name="connsiteX63799" fmla="*/ 541178 w 2119654"/>
              <a:gd name="connsiteY63799" fmla="*/ 1977587 h 2398711"/>
              <a:gd name="connsiteX63800" fmla="*/ 525109 w 2119654"/>
              <a:gd name="connsiteY63800" fmla="*/ 2007621 h 2398711"/>
              <a:gd name="connsiteX63801" fmla="*/ 528878 w 2119654"/>
              <a:gd name="connsiteY63801" fmla="*/ 2018239 h 2398711"/>
              <a:gd name="connsiteX63802" fmla="*/ 528928 w 2119654"/>
              <a:gd name="connsiteY63802" fmla="*/ 2018376 h 2398711"/>
              <a:gd name="connsiteX63803" fmla="*/ 531053 w 2119654"/>
              <a:gd name="connsiteY63803" fmla="*/ 2018997 h 2398711"/>
              <a:gd name="connsiteX63804" fmla="*/ 539049 w 2119654"/>
              <a:gd name="connsiteY63804" fmla="*/ 2016871 h 2398711"/>
              <a:gd name="connsiteX63805" fmla="*/ 547120 w 2119654"/>
              <a:gd name="connsiteY63805" fmla="*/ 2014607 h 2398711"/>
              <a:gd name="connsiteX63806" fmla="*/ 1228364 w 2119654"/>
              <a:gd name="connsiteY63806" fmla="*/ 432037 h 2398711"/>
              <a:gd name="connsiteX63807" fmla="*/ 1228334 w 2119654"/>
              <a:gd name="connsiteY63807" fmla="*/ 432989 h 2398711"/>
              <a:gd name="connsiteX63808" fmla="*/ 1228669 w 2119654"/>
              <a:gd name="connsiteY63808" fmla="*/ 432466 h 2398711"/>
              <a:gd name="connsiteX63809" fmla="*/ 537554 w 2119654"/>
              <a:gd name="connsiteY63809" fmla="*/ 1978604 h 2398711"/>
              <a:gd name="connsiteX63810" fmla="*/ 538181 w 2119654"/>
              <a:gd name="connsiteY63810" fmla="*/ 1978875 h 2398711"/>
              <a:gd name="connsiteX63811" fmla="*/ 538951 w 2119654"/>
              <a:gd name="connsiteY63811" fmla="*/ 1978950 h 2398711"/>
              <a:gd name="connsiteX63812" fmla="*/ 537983 w 2119654"/>
              <a:gd name="connsiteY63812" fmla="*/ 1978533 h 2398711"/>
              <a:gd name="connsiteX63813" fmla="*/ 559406 w 2119654"/>
              <a:gd name="connsiteY63813" fmla="*/ 1929400 h 2398711"/>
              <a:gd name="connsiteX63814" fmla="*/ 559425 w 2119654"/>
              <a:gd name="connsiteY63814" fmla="*/ 1929612 h 2398711"/>
              <a:gd name="connsiteX63815" fmla="*/ 559882 w 2119654"/>
              <a:gd name="connsiteY63815" fmla="*/ 1929603 h 2398711"/>
              <a:gd name="connsiteX63816" fmla="*/ 1192346 w 2119654"/>
              <a:gd name="connsiteY63816" fmla="*/ 511404 h 2398711"/>
              <a:gd name="connsiteX63817" fmla="*/ 1192795 w 2119654"/>
              <a:gd name="connsiteY63817" fmla="*/ 513138 h 2398711"/>
              <a:gd name="connsiteX63818" fmla="*/ 1193700 w 2119654"/>
              <a:gd name="connsiteY63818" fmla="*/ 514764 h 2398711"/>
              <a:gd name="connsiteX63819" fmla="*/ 1193219 w 2119654"/>
              <a:gd name="connsiteY63819" fmla="*/ 512677 h 2398711"/>
              <a:gd name="connsiteX63820" fmla="*/ 1186452 w 2119654"/>
              <a:gd name="connsiteY63820" fmla="*/ 524398 h 2398711"/>
              <a:gd name="connsiteX63821" fmla="*/ 1187262 w 2119654"/>
              <a:gd name="connsiteY63821" fmla="*/ 527094 h 2398711"/>
              <a:gd name="connsiteX63822" fmla="*/ 1187337 w 2119654"/>
              <a:gd name="connsiteY63822" fmla="*/ 527144 h 2398711"/>
              <a:gd name="connsiteX63823" fmla="*/ 1189764 w 2119654"/>
              <a:gd name="connsiteY63823" fmla="*/ 528895 h 2398711"/>
              <a:gd name="connsiteX63824" fmla="*/ 1189906 w 2119654"/>
              <a:gd name="connsiteY63824" fmla="*/ 528715 h 2398711"/>
              <a:gd name="connsiteX63825" fmla="*/ 1232184 w 2119654"/>
              <a:gd name="connsiteY63825" fmla="*/ 421974 h 2398711"/>
              <a:gd name="connsiteX63826" fmla="*/ 1232891 w 2119654"/>
              <a:gd name="connsiteY63826" fmla="*/ 425876 h 2398711"/>
              <a:gd name="connsiteX63827" fmla="*/ 1233613 w 2119654"/>
              <a:gd name="connsiteY63827" fmla="*/ 424750 h 2398711"/>
              <a:gd name="connsiteX63828" fmla="*/ 1196196 w 2119654"/>
              <a:gd name="connsiteY63828" fmla="*/ 502525 h 2398711"/>
              <a:gd name="connsiteX63829" fmla="*/ 1197929 w 2119654"/>
              <a:gd name="connsiteY63829" fmla="*/ 506352 h 2398711"/>
              <a:gd name="connsiteX63830" fmla="*/ 1202010 w 2119654"/>
              <a:gd name="connsiteY63830" fmla="*/ 513439 h 2398711"/>
              <a:gd name="connsiteX63831" fmla="*/ 1202727 w 2119654"/>
              <a:gd name="connsiteY63831" fmla="*/ 512535 h 2398711"/>
              <a:gd name="connsiteX63832" fmla="*/ 1202767 w 2119654"/>
              <a:gd name="connsiteY63832" fmla="*/ 511232 h 2398711"/>
              <a:gd name="connsiteX63833" fmla="*/ 1203020 w 2119654"/>
              <a:gd name="connsiteY63833" fmla="*/ 509789 h 2398711"/>
              <a:gd name="connsiteX63834" fmla="*/ 1201684 w 2119654"/>
              <a:gd name="connsiteY63834" fmla="*/ 501269 h 2398711"/>
              <a:gd name="connsiteX63835" fmla="*/ 1199919 w 2119654"/>
              <a:gd name="connsiteY63835" fmla="*/ 497882 h 2398711"/>
              <a:gd name="connsiteX63836" fmla="*/ 547753 w 2119654"/>
              <a:gd name="connsiteY63836" fmla="*/ 1954253 h 2398711"/>
              <a:gd name="connsiteX63837" fmla="*/ 550921 w 2119654"/>
              <a:gd name="connsiteY63837" fmla="*/ 1955661 h 2398711"/>
              <a:gd name="connsiteX63838" fmla="*/ 550969 w 2119654"/>
              <a:gd name="connsiteY63838" fmla="*/ 1955665 h 2398711"/>
              <a:gd name="connsiteX63839" fmla="*/ 556912 w 2119654"/>
              <a:gd name="connsiteY63839" fmla="*/ 1954776 h 2398711"/>
              <a:gd name="connsiteX63840" fmla="*/ 555800 w 2119654"/>
              <a:gd name="connsiteY63840" fmla="*/ 1954372 h 2398711"/>
              <a:gd name="connsiteX63841" fmla="*/ 548804 w 2119654"/>
              <a:gd name="connsiteY63841" fmla="*/ 1954056 h 2398711"/>
              <a:gd name="connsiteX63842" fmla="*/ 547862 w 2119654"/>
              <a:gd name="connsiteY63842" fmla="*/ 1954234 h 2398711"/>
              <a:gd name="connsiteX63843" fmla="*/ 539052 w 2119654"/>
              <a:gd name="connsiteY63843" fmla="*/ 1973394 h 2398711"/>
              <a:gd name="connsiteX63844" fmla="*/ 540860 w 2119654"/>
              <a:gd name="connsiteY63844" fmla="*/ 1974209 h 2398711"/>
              <a:gd name="connsiteX63845" fmla="*/ 542456 w 2119654"/>
              <a:gd name="connsiteY63845" fmla="*/ 1974014 h 2398711"/>
              <a:gd name="connsiteX63846" fmla="*/ 557153 w 2119654"/>
              <a:gd name="connsiteY63846" fmla="*/ 1971887 h 2398711"/>
              <a:gd name="connsiteX63847" fmla="*/ 550980 w 2119654"/>
              <a:gd name="connsiteY63847" fmla="*/ 1970590 h 2398711"/>
              <a:gd name="connsiteX63848" fmla="*/ 550802 w 2119654"/>
              <a:gd name="connsiteY63848" fmla="*/ 1970378 h 2398711"/>
              <a:gd name="connsiteX63849" fmla="*/ 557646 w 2119654"/>
              <a:gd name="connsiteY63849" fmla="*/ 1971815 h 2398711"/>
              <a:gd name="connsiteX63850" fmla="*/ 562611 w 2119654"/>
              <a:gd name="connsiteY63850" fmla="*/ 1971097 h 2398711"/>
              <a:gd name="connsiteX63851" fmla="*/ 545877 w 2119654"/>
              <a:gd name="connsiteY63851" fmla="*/ 1970036 h 2398711"/>
              <a:gd name="connsiteX63852" fmla="*/ 559284 w 2119654"/>
              <a:gd name="connsiteY63852" fmla="*/ 1927980 h 2398711"/>
              <a:gd name="connsiteX63853" fmla="*/ 559356 w 2119654"/>
              <a:gd name="connsiteY63853" fmla="*/ 1928814 h 2398711"/>
              <a:gd name="connsiteX63854" fmla="*/ 561157 w 2119654"/>
              <a:gd name="connsiteY63854" fmla="*/ 1929577 h 2398711"/>
              <a:gd name="connsiteX63855" fmla="*/ 565992 w 2119654"/>
              <a:gd name="connsiteY63855" fmla="*/ 1929481 h 2398711"/>
              <a:gd name="connsiteX63856" fmla="*/ 566519 w 2119654"/>
              <a:gd name="connsiteY63856" fmla="*/ 1928504 h 2398711"/>
              <a:gd name="connsiteX63857" fmla="*/ 566165 w 2119654"/>
              <a:gd name="connsiteY63857" fmla="*/ 1927992 h 2398711"/>
              <a:gd name="connsiteX63858" fmla="*/ 561806 w 2119654"/>
              <a:gd name="connsiteY63858" fmla="*/ 1926982 h 2398711"/>
              <a:gd name="connsiteX63859" fmla="*/ 561335 w 2119654"/>
              <a:gd name="connsiteY63859" fmla="*/ 1926980 h 2398711"/>
              <a:gd name="connsiteX63860" fmla="*/ 1247627 w 2119654"/>
              <a:gd name="connsiteY63860" fmla="*/ 386620 h 2398711"/>
              <a:gd name="connsiteX63861" fmla="*/ 1249325 w 2119654"/>
              <a:gd name="connsiteY63861" fmla="*/ 396758 h 2398711"/>
              <a:gd name="connsiteX63862" fmla="*/ 1251717 w 2119654"/>
              <a:gd name="connsiteY63862" fmla="*/ 395080 h 2398711"/>
              <a:gd name="connsiteX63863" fmla="*/ 1184114 w 2119654"/>
              <a:gd name="connsiteY63863" fmla="*/ 528563 h 2398711"/>
              <a:gd name="connsiteX63864" fmla="*/ 1184088 w 2119654"/>
              <a:gd name="connsiteY63864" fmla="*/ 528630 h 2398711"/>
              <a:gd name="connsiteX63865" fmla="*/ 1184510 w 2119654"/>
              <a:gd name="connsiteY63865" fmla="*/ 531923 h 2398711"/>
              <a:gd name="connsiteX63866" fmla="*/ 1185948 w 2119654"/>
              <a:gd name="connsiteY63866" fmla="*/ 533634 h 2398711"/>
              <a:gd name="connsiteX63867" fmla="*/ 1184896 w 2119654"/>
              <a:gd name="connsiteY63867" fmla="*/ 529730 h 2398711"/>
              <a:gd name="connsiteX63868" fmla="*/ 1230191 w 2119654"/>
              <a:gd name="connsiteY63868" fmla="*/ 425281 h 2398711"/>
              <a:gd name="connsiteX63869" fmla="*/ 1228762 w 2119654"/>
              <a:gd name="connsiteY63869" fmla="*/ 429582 h 2398711"/>
              <a:gd name="connsiteX63870" fmla="*/ 1228434 w 2119654"/>
              <a:gd name="connsiteY63870" fmla="*/ 431451 h 2398711"/>
              <a:gd name="connsiteX63871" fmla="*/ 1228905 w 2119654"/>
              <a:gd name="connsiteY63871" fmla="*/ 432098 h 2398711"/>
              <a:gd name="connsiteX63872" fmla="*/ 1231438 w 2119654"/>
              <a:gd name="connsiteY63872" fmla="*/ 428145 h 2398711"/>
              <a:gd name="connsiteX63873" fmla="*/ 1230495 w 2119654"/>
              <a:gd name="connsiteY63873" fmla="*/ 425621 h 2398711"/>
              <a:gd name="connsiteX63874" fmla="*/ 1254146 w 2119654"/>
              <a:gd name="connsiteY63874" fmla="*/ 371631 h 2398711"/>
              <a:gd name="connsiteX63875" fmla="*/ 1254338 w 2119654"/>
              <a:gd name="connsiteY63875" fmla="*/ 371906 h 2398711"/>
              <a:gd name="connsiteX63876" fmla="*/ 1259648 w 2119654"/>
              <a:gd name="connsiteY63876" fmla="*/ 377143 h 2398711"/>
              <a:gd name="connsiteX63877" fmla="*/ 1256870 w 2119654"/>
              <a:gd name="connsiteY63877" fmla="*/ 369719 h 2398711"/>
              <a:gd name="connsiteX63878" fmla="*/ 528818 w 2119654"/>
              <a:gd name="connsiteY63878" fmla="*/ 1995592 h 2398711"/>
              <a:gd name="connsiteX63879" fmla="*/ 528970 w 2119654"/>
              <a:gd name="connsiteY63879" fmla="*/ 1999636 h 2398711"/>
              <a:gd name="connsiteX63880" fmla="*/ 555460 w 2119654"/>
              <a:gd name="connsiteY63880" fmla="*/ 1996441 h 2398711"/>
              <a:gd name="connsiteX63881" fmla="*/ 555393 w 2119654"/>
              <a:gd name="connsiteY63881" fmla="*/ 1996418 h 2398711"/>
              <a:gd name="connsiteX63882" fmla="*/ 534357 w 2119654"/>
              <a:gd name="connsiteY63882" fmla="*/ 1994780 h 2398711"/>
              <a:gd name="connsiteX63883" fmla="*/ 518707 w 2119654"/>
              <a:gd name="connsiteY63883" fmla="*/ 2018146 h 2398711"/>
              <a:gd name="connsiteX63884" fmla="*/ 519236 w 2119654"/>
              <a:gd name="connsiteY63884" fmla="*/ 2022140 h 2398711"/>
              <a:gd name="connsiteX63885" fmla="*/ 522500 w 2119654"/>
              <a:gd name="connsiteY63885" fmla="*/ 2021272 h 2398711"/>
              <a:gd name="connsiteX63886" fmla="*/ 521912 w 2119654"/>
              <a:gd name="connsiteY63886" fmla="*/ 2019217 h 2398711"/>
              <a:gd name="connsiteX63887" fmla="*/ 559197 w 2119654"/>
              <a:gd name="connsiteY63887" fmla="*/ 1926973 h 2398711"/>
              <a:gd name="connsiteX63888" fmla="*/ 559238 w 2119654"/>
              <a:gd name="connsiteY63888" fmla="*/ 1927442 h 2398711"/>
              <a:gd name="connsiteX63889" fmla="*/ 560195 w 2119654"/>
              <a:gd name="connsiteY63889" fmla="*/ 1926976 h 2398711"/>
              <a:gd name="connsiteX63890" fmla="*/ 548821 w 2119654"/>
              <a:gd name="connsiteY63890" fmla="*/ 1950182 h 2398711"/>
              <a:gd name="connsiteX63891" fmla="*/ 553951 w 2119654"/>
              <a:gd name="connsiteY63891" fmla="*/ 1952449 h 2398711"/>
              <a:gd name="connsiteX63892" fmla="*/ 554315 w 2119654"/>
              <a:gd name="connsiteY63892" fmla="*/ 1952593 h 2398711"/>
              <a:gd name="connsiteX63893" fmla="*/ 559932 w 2119654"/>
              <a:gd name="connsiteY63893" fmla="*/ 1951526 h 2398711"/>
              <a:gd name="connsiteX63894" fmla="*/ 559543 w 2119654"/>
              <a:gd name="connsiteY63894" fmla="*/ 1949698 h 2398711"/>
              <a:gd name="connsiteX63895" fmla="*/ 559110 w 2119654"/>
              <a:gd name="connsiteY63895" fmla="*/ 1949584 h 2398711"/>
              <a:gd name="connsiteX63896" fmla="*/ 552736 w 2119654"/>
              <a:gd name="connsiteY63896" fmla="*/ 1949357 h 2398711"/>
              <a:gd name="connsiteX63897" fmla="*/ 1193608 w 2119654"/>
              <a:gd name="connsiteY63897" fmla="*/ 506366 h 2398711"/>
              <a:gd name="connsiteX63898" fmla="*/ 1193747 w 2119654"/>
              <a:gd name="connsiteY63898" fmla="*/ 506539 h 2398711"/>
              <a:gd name="connsiteX63899" fmla="*/ 1193652 w 2119654"/>
              <a:gd name="connsiteY63899" fmla="*/ 506296 h 2398711"/>
              <a:gd name="connsiteX63900" fmla="*/ 1231614 w 2119654"/>
              <a:gd name="connsiteY63900" fmla="*/ 421002 h 2398711"/>
              <a:gd name="connsiteX63901" fmla="*/ 1230612 w 2119654"/>
              <a:gd name="connsiteY63901" fmla="*/ 424017 h 2398711"/>
              <a:gd name="connsiteX63902" fmla="*/ 1231486 w 2119654"/>
              <a:gd name="connsiteY63902" fmla="*/ 426357 h 2398711"/>
              <a:gd name="connsiteX63903" fmla="*/ 1232126 w 2119654"/>
              <a:gd name="connsiteY63903" fmla="*/ 427072 h 2398711"/>
              <a:gd name="connsiteX63904" fmla="*/ 1232526 w 2119654"/>
              <a:gd name="connsiteY63904" fmla="*/ 426446 h 2398711"/>
              <a:gd name="connsiteX63905" fmla="*/ 558402 w 2119654"/>
              <a:gd name="connsiteY63905" fmla="*/ 1928410 h 2398711"/>
              <a:gd name="connsiteX63906" fmla="*/ 558546 w 2119654"/>
              <a:gd name="connsiteY63906" fmla="*/ 1928471 h 2398711"/>
              <a:gd name="connsiteX63907" fmla="*/ 558535 w 2119654"/>
              <a:gd name="connsiteY63907" fmla="*/ 1928345 h 2398711"/>
              <a:gd name="connsiteX63908" fmla="*/ 528785 w 2119654"/>
              <a:gd name="connsiteY63908" fmla="*/ 1994722 h 2398711"/>
              <a:gd name="connsiteX63909" fmla="*/ 528800 w 2119654"/>
              <a:gd name="connsiteY63909" fmla="*/ 1995107 h 2398711"/>
              <a:gd name="connsiteX63910" fmla="*/ 532183 w 2119654"/>
              <a:gd name="connsiteY63910" fmla="*/ 1994610 h 2398711"/>
              <a:gd name="connsiteX63911" fmla="*/ 530062 w 2119654"/>
              <a:gd name="connsiteY63911" fmla="*/ 1994445 h 2398711"/>
              <a:gd name="connsiteX63912" fmla="*/ 1188745 w 2119654"/>
              <a:gd name="connsiteY63912" fmla="*/ 516856 h 2398711"/>
              <a:gd name="connsiteX63913" fmla="*/ 1186500 w 2119654"/>
              <a:gd name="connsiteY63913" fmla="*/ 522530 h 2398711"/>
              <a:gd name="connsiteX63914" fmla="*/ 1190674 w 2119654"/>
              <a:gd name="connsiteY63914" fmla="*/ 527747 h 2398711"/>
              <a:gd name="connsiteX63915" fmla="*/ 1193788 w 2119654"/>
              <a:gd name="connsiteY63915" fmla="*/ 523816 h 2398711"/>
              <a:gd name="connsiteX63916" fmla="*/ 1193203 w 2119654"/>
              <a:gd name="connsiteY63916" fmla="*/ 521541 h 2398711"/>
              <a:gd name="connsiteX63917" fmla="*/ 1208405 w 2119654"/>
              <a:gd name="connsiteY63917" fmla="*/ 472832 h 2398711"/>
              <a:gd name="connsiteX63918" fmla="*/ 1209378 w 2119654"/>
              <a:gd name="connsiteY63918" fmla="*/ 473528 h 2398711"/>
              <a:gd name="connsiteX63919" fmla="*/ 1209677 w 2119654"/>
              <a:gd name="connsiteY63919" fmla="*/ 471821 h 2398711"/>
              <a:gd name="connsiteX63920" fmla="*/ 1209538 w 2119654"/>
              <a:gd name="connsiteY63920" fmla="*/ 471481 h 2398711"/>
              <a:gd name="connsiteX63921" fmla="*/ 1209315 w 2119654"/>
              <a:gd name="connsiteY63921" fmla="*/ 471154 h 2398711"/>
              <a:gd name="connsiteX63922" fmla="*/ 559145 w 2119654"/>
              <a:gd name="connsiteY63922" fmla="*/ 1926366 h 2398711"/>
              <a:gd name="connsiteX63923" fmla="*/ 559166 w 2119654"/>
              <a:gd name="connsiteY63923" fmla="*/ 1926601 h 2398711"/>
              <a:gd name="connsiteX63924" fmla="*/ 560175 w 2119654"/>
              <a:gd name="connsiteY63924" fmla="*/ 1926605 h 2398711"/>
              <a:gd name="connsiteX63925" fmla="*/ 1207370 w 2119654"/>
              <a:gd name="connsiteY63925" fmla="*/ 474741 h 2398711"/>
              <a:gd name="connsiteX63926" fmla="*/ 1208856 w 2119654"/>
              <a:gd name="connsiteY63926" fmla="*/ 476507 h 2398711"/>
              <a:gd name="connsiteX63927" fmla="*/ 1209249 w 2119654"/>
              <a:gd name="connsiteY63927" fmla="*/ 474261 h 2398711"/>
              <a:gd name="connsiteX63928" fmla="*/ 1208084 w 2119654"/>
              <a:gd name="connsiteY63928" fmla="*/ 473425 h 2398711"/>
              <a:gd name="connsiteX63929" fmla="*/ 1193396 w 2119654"/>
              <a:gd name="connsiteY63929" fmla="*/ 506022 h 2398711"/>
              <a:gd name="connsiteX63930" fmla="*/ 1193583 w 2119654"/>
              <a:gd name="connsiteY63930" fmla="*/ 506328 h 2398711"/>
              <a:gd name="connsiteX63931" fmla="*/ 1193632 w 2119654"/>
              <a:gd name="connsiteY63931" fmla="*/ 506248 h 2398711"/>
              <a:gd name="connsiteX63932" fmla="*/ 1193494 w 2119654"/>
              <a:gd name="connsiteY63932" fmla="*/ 505899 h 2398711"/>
              <a:gd name="connsiteX63933" fmla="*/ 1232361 w 2119654"/>
              <a:gd name="connsiteY63933" fmla="*/ 418756 h 2398711"/>
              <a:gd name="connsiteX63934" fmla="*/ 1231869 w 2119654"/>
              <a:gd name="connsiteY63934" fmla="*/ 420237 h 2398711"/>
              <a:gd name="connsiteX63935" fmla="*/ 1231889 w 2119654"/>
              <a:gd name="connsiteY63935" fmla="*/ 420349 h 2398711"/>
              <a:gd name="connsiteX63936" fmla="*/ 1233913 w 2119654"/>
              <a:gd name="connsiteY63936" fmla="*/ 424281 h 2398711"/>
              <a:gd name="connsiteX63937" fmla="*/ 1234970 w 2119654"/>
              <a:gd name="connsiteY63937" fmla="*/ 422633 h 2398711"/>
              <a:gd name="connsiteX63938" fmla="*/ 1232497 w 2119654"/>
              <a:gd name="connsiteY63938" fmla="*/ 418943 h 2398711"/>
              <a:gd name="connsiteX63939" fmla="*/ 1207006 w 2119654"/>
              <a:gd name="connsiteY63939" fmla="*/ 475414 h 2398711"/>
              <a:gd name="connsiteX63940" fmla="*/ 1208528 w 2119654"/>
              <a:gd name="connsiteY63940" fmla="*/ 478374 h 2398711"/>
              <a:gd name="connsiteX63941" fmla="*/ 1208765 w 2119654"/>
              <a:gd name="connsiteY63941" fmla="*/ 477022 h 2398711"/>
              <a:gd name="connsiteX63942" fmla="*/ 1207182 w 2119654"/>
              <a:gd name="connsiteY63942" fmla="*/ 475088 h 2398711"/>
              <a:gd name="connsiteX63943" fmla="*/ 1191791 w 2119654"/>
              <a:gd name="connsiteY63943" fmla="*/ 509262 h 2398711"/>
              <a:gd name="connsiteX63944" fmla="*/ 1192140 w 2119654"/>
              <a:gd name="connsiteY63944" fmla="*/ 510610 h 2398711"/>
              <a:gd name="connsiteX63945" fmla="*/ 1193037 w 2119654"/>
              <a:gd name="connsiteY63945" fmla="*/ 511880 h 2398711"/>
              <a:gd name="connsiteX63946" fmla="*/ 1192261 w 2119654"/>
              <a:gd name="connsiteY63946" fmla="*/ 508514 h 2398711"/>
              <a:gd name="connsiteX63947" fmla="*/ 549786 w 2119654"/>
              <a:gd name="connsiteY63947" fmla="*/ 1946684 h 2398711"/>
              <a:gd name="connsiteX63948" fmla="*/ 550506 w 2119654"/>
              <a:gd name="connsiteY63948" fmla="*/ 1946873 h 2398711"/>
              <a:gd name="connsiteX63949" fmla="*/ 558956 w 2119654"/>
              <a:gd name="connsiteY63949" fmla="*/ 1946929 h 2398711"/>
              <a:gd name="connsiteX63950" fmla="*/ 558773 w 2119654"/>
              <a:gd name="connsiteY63950" fmla="*/ 1946068 h 2398711"/>
              <a:gd name="connsiteX63951" fmla="*/ 555683 w 2119654"/>
              <a:gd name="connsiteY63951" fmla="*/ 1944085 h 2398711"/>
              <a:gd name="connsiteX63952" fmla="*/ 539630 w 2119654"/>
              <a:gd name="connsiteY63952" fmla="*/ 1969414 h 2398711"/>
              <a:gd name="connsiteX63953" fmla="*/ 545276 w 2119654"/>
              <a:gd name="connsiteY63953" fmla="*/ 1969772 h 2398711"/>
              <a:gd name="connsiteX63954" fmla="*/ 547301 w 2119654"/>
              <a:gd name="connsiteY63954" fmla="*/ 1968776 h 2398711"/>
              <a:gd name="connsiteX63955" fmla="*/ 541964 w 2119654"/>
              <a:gd name="connsiteY63955" fmla="*/ 1968890 h 2398711"/>
              <a:gd name="connsiteX63956" fmla="*/ 1192181 w 2119654"/>
              <a:gd name="connsiteY63956" fmla="*/ 508168 h 2398711"/>
              <a:gd name="connsiteX63957" fmla="*/ 1191774 w 2119654"/>
              <a:gd name="connsiteY63957" fmla="*/ 509198 h 2398711"/>
              <a:gd name="connsiteX63958" fmla="*/ 1191787 w 2119654"/>
              <a:gd name="connsiteY63958" fmla="*/ 509246 h 2398711"/>
              <a:gd name="connsiteX63959" fmla="*/ 1192254 w 2119654"/>
              <a:gd name="connsiteY63959" fmla="*/ 508487 h 2398711"/>
              <a:gd name="connsiteX63960" fmla="*/ 1233372 w 2119654"/>
              <a:gd name="connsiteY63960" fmla="*/ 415716 h 2398711"/>
              <a:gd name="connsiteX63961" fmla="*/ 1232472 w 2119654"/>
              <a:gd name="connsiteY63961" fmla="*/ 418421 h 2398711"/>
              <a:gd name="connsiteX63962" fmla="*/ 1235239 w 2119654"/>
              <a:gd name="connsiteY63962" fmla="*/ 422212 h 2398711"/>
              <a:gd name="connsiteX63963" fmla="*/ 1236485 w 2119654"/>
              <a:gd name="connsiteY63963" fmla="*/ 420267 h 2398711"/>
              <a:gd name="connsiteX63964" fmla="*/ 1204551 w 2119654"/>
              <a:gd name="connsiteY63964" fmla="*/ 479943 h 2398711"/>
              <a:gd name="connsiteX63965" fmla="*/ 1205442 w 2119654"/>
              <a:gd name="connsiteY63965" fmla="*/ 481015 h 2398711"/>
              <a:gd name="connsiteX63966" fmla="*/ 1204773 w 2119654"/>
              <a:gd name="connsiteY63966" fmla="*/ 479535 h 2398711"/>
              <a:gd name="connsiteX63967" fmla="*/ 507751 w 2119654"/>
              <a:gd name="connsiteY63967" fmla="*/ 2039981 h 2398711"/>
              <a:gd name="connsiteX63968" fmla="*/ 511803 w 2119654"/>
              <a:gd name="connsiteY63968" fmla="*/ 2040355 h 2398711"/>
              <a:gd name="connsiteX63969" fmla="*/ 517387 w 2119654"/>
              <a:gd name="connsiteY63969" fmla="*/ 2040198 h 2398711"/>
              <a:gd name="connsiteX63970" fmla="*/ 520802 w 2119654"/>
              <a:gd name="connsiteY63970" fmla="*/ 2039123 h 2398711"/>
              <a:gd name="connsiteX63971" fmla="*/ 520397 w 2119654"/>
              <a:gd name="connsiteY63971" fmla="*/ 2036073 h 2398711"/>
              <a:gd name="connsiteX63972" fmla="*/ 557305 w 2119654"/>
              <a:gd name="connsiteY63972" fmla="*/ 1928944 h 2398711"/>
              <a:gd name="connsiteX63973" fmla="*/ 558645 w 2119654"/>
              <a:gd name="connsiteY63973" fmla="*/ 1929622 h 2398711"/>
              <a:gd name="connsiteX63974" fmla="*/ 558596 w 2119654"/>
              <a:gd name="connsiteY63974" fmla="*/ 1929058 h 2398711"/>
              <a:gd name="connsiteX63975" fmla="*/ 557781 w 2119654"/>
              <a:gd name="connsiteY63975" fmla="*/ 1928712 h 2398711"/>
              <a:gd name="connsiteX63976" fmla="*/ 1234175 w 2119654"/>
              <a:gd name="connsiteY63976" fmla="*/ 413301 h 2398711"/>
              <a:gd name="connsiteX63977" fmla="*/ 1233638 w 2119654"/>
              <a:gd name="connsiteY63977" fmla="*/ 414917 h 2398711"/>
              <a:gd name="connsiteX63978" fmla="*/ 1235811 w 2119654"/>
              <a:gd name="connsiteY63978" fmla="*/ 418095 h 2398711"/>
              <a:gd name="connsiteX63979" fmla="*/ 1234563 w 2119654"/>
              <a:gd name="connsiteY63979" fmla="*/ 412132 h 2398711"/>
              <a:gd name="connsiteX63980" fmla="*/ 1234307 w 2119654"/>
              <a:gd name="connsiteY63980" fmla="*/ 412904 h 2398711"/>
              <a:gd name="connsiteX63981" fmla="*/ 1236345 w 2119654"/>
              <a:gd name="connsiteY63981" fmla="*/ 418876 h 2398711"/>
              <a:gd name="connsiteX63982" fmla="*/ 1236878 w 2119654"/>
              <a:gd name="connsiteY63982" fmla="*/ 419654 h 2398711"/>
              <a:gd name="connsiteX63983" fmla="*/ 1237910 w 2119654"/>
              <a:gd name="connsiteY63983" fmla="*/ 418042 h 2398711"/>
              <a:gd name="connsiteX63984" fmla="*/ 1251765 w 2119654"/>
              <a:gd name="connsiteY63984" fmla="*/ 373303 h 2398711"/>
              <a:gd name="connsiteX63985" fmla="*/ 1255459 w 2119654"/>
              <a:gd name="connsiteY63985" fmla="*/ 390649 h 2398711"/>
              <a:gd name="connsiteX63986" fmla="*/ 1259460 w 2119654"/>
              <a:gd name="connsiteY63986" fmla="*/ 384404 h 2398711"/>
              <a:gd name="connsiteX63987" fmla="*/ 1260593 w 2119654"/>
              <a:gd name="connsiteY63987" fmla="*/ 382783 h 2398711"/>
              <a:gd name="connsiteX63988" fmla="*/ 1260692 w 2119654"/>
              <a:gd name="connsiteY63988" fmla="*/ 382533 h 2398711"/>
              <a:gd name="connsiteX63989" fmla="*/ 1254167 w 2119654"/>
              <a:gd name="connsiteY63989" fmla="*/ 372997 h 2398711"/>
              <a:gd name="connsiteX63990" fmla="*/ 1253350 w 2119654"/>
              <a:gd name="connsiteY63990" fmla="*/ 372190 h 2398711"/>
              <a:gd name="connsiteX63991" fmla="*/ 1197832 w 2119654"/>
              <a:gd name="connsiteY63991" fmla="*/ 493881 h 2398711"/>
              <a:gd name="connsiteX63992" fmla="*/ 1195245 w 2119654"/>
              <a:gd name="connsiteY63992" fmla="*/ 500423 h 2398711"/>
              <a:gd name="connsiteX63993" fmla="*/ 1195381 w 2119654"/>
              <a:gd name="connsiteY63993" fmla="*/ 500724 h 2398711"/>
              <a:gd name="connsiteX63994" fmla="*/ 1196212 w 2119654"/>
              <a:gd name="connsiteY63994" fmla="*/ 499686 h 2398711"/>
              <a:gd name="connsiteX63995" fmla="*/ 1199118 w 2119654"/>
              <a:gd name="connsiteY63995" fmla="*/ 496344 h 2398711"/>
              <a:gd name="connsiteX63996" fmla="*/ 524643 w 2119654"/>
              <a:gd name="connsiteY63996" fmla="*/ 2001115 h 2398711"/>
              <a:gd name="connsiteX63997" fmla="*/ 527872 w 2119654"/>
              <a:gd name="connsiteY63997" fmla="*/ 2002005 h 2398711"/>
              <a:gd name="connsiteX63998" fmla="*/ 541231 w 2119654"/>
              <a:gd name="connsiteY63998" fmla="*/ 2002780 h 2398711"/>
              <a:gd name="connsiteX63999" fmla="*/ 544833 w 2119654"/>
              <a:gd name="connsiteY63999" fmla="*/ 2001776 h 2398711"/>
              <a:gd name="connsiteX64000" fmla="*/ 529377 w 2119654"/>
              <a:gd name="connsiteY64000" fmla="*/ 2000543 h 2398711"/>
              <a:gd name="connsiteX64001" fmla="*/ 529006 w 2119654"/>
              <a:gd name="connsiteY64001" fmla="*/ 2000589 h 2398711"/>
              <a:gd name="connsiteX64002" fmla="*/ 529046 w 2119654"/>
              <a:gd name="connsiteY64002" fmla="*/ 2001638 h 2398711"/>
              <a:gd name="connsiteX64003" fmla="*/ 528753 w 2119654"/>
              <a:gd name="connsiteY64003" fmla="*/ 2001352 h 2398711"/>
              <a:gd name="connsiteX64004" fmla="*/ 528726 w 2119654"/>
              <a:gd name="connsiteY64004" fmla="*/ 2000623 h 2398711"/>
              <a:gd name="connsiteX64005" fmla="*/ 1235540 w 2119654"/>
              <a:gd name="connsiteY64005" fmla="*/ 409196 h 2398711"/>
              <a:gd name="connsiteX64006" fmla="*/ 1234848 w 2119654"/>
              <a:gd name="connsiteY64006" fmla="*/ 411275 h 2398711"/>
              <a:gd name="connsiteX64007" fmla="*/ 1238320 w 2119654"/>
              <a:gd name="connsiteY64007" fmla="*/ 417403 h 2398711"/>
              <a:gd name="connsiteX64008" fmla="*/ 1240310 w 2119654"/>
              <a:gd name="connsiteY64008" fmla="*/ 414296 h 2398711"/>
              <a:gd name="connsiteX64009" fmla="*/ 518310 w 2119654"/>
              <a:gd name="connsiteY64009" fmla="*/ 2015153 h 2398711"/>
              <a:gd name="connsiteX64010" fmla="*/ 518504 w 2119654"/>
              <a:gd name="connsiteY64010" fmla="*/ 2016609 h 2398711"/>
              <a:gd name="connsiteX64011" fmla="*/ 521447 w 2119654"/>
              <a:gd name="connsiteY64011" fmla="*/ 2017593 h 2398711"/>
              <a:gd name="connsiteX64012" fmla="*/ 521180 w 2119654"/>
              <a:gd name="connsiteY64012" fmla="*/ 2016661 h 2398711"/>
              <a:gd name="connsiteX64013" fmla="*/ 519941 w 2119654"/>
              <a:gd name="connsiteY64013" fmla="*/ 2016010 h 2398711"/>
              <a:gd name="connsiteX64014" fmla="*/ 519178 w 2119654"/>
              <a:gd name="connsiteY64014" fmla="*/ 2015787 h 2398711"/>
              <a:gd name="connsiteX64015" fmla="*/ 518975 w 2119654"/>
              <a:gd name="connsiteY64015" fmla="*/ 2015502 h 2398711"/>
              <a:gd name="connsiteX64016" fmla="*/ 530751 w 2119654"/>
              <a:gd name="connsiteY64016" fmla="*/ 1987165 h 2398711"/>
              <a:gd name="connsiteX64017" fmla="*/ 534640 w 2119654"/>
              <a:gd name="connsiteY64017" fmla="*/ 1988506 h 2398711"/>
              <a:gd name="connsiteX64018" fmla="*/ 535955 w 2119654"/>
              <a:gd name="connsiteY64018" fmla="*/ 1988068 h 2398711"/>
              <a:gd name="connsiteX64019" fmla="*/ 540919 w 2119654"/>
              <a:gd name="connsiteY64019" fmla="*/ 1986191 h 2398711"/>
              <a:gd name="connsiteX64020" fmla="*/ 534360 w 2119654"/>
              <a:gd name="connsiteY64020" fmla="*/ 1985786 h 2398711"/>
              <a:gd name="connsiteX64021" fmla="*/ 547091 w 2119654"/>
              <a:gd name="connsiteY64021" fmla="*/ 1950546 h 2398711"/>
              <a:gd name="connsiteX64022" fmla="*/ 552117 w 2119654"/>
              <a:gd name="connsiteY64022" fmla="*/ 1952356 h 2398711"/>
              <a:gd name="connsiteX64023" fmla="*/ 547721 w 2119654"/>
              <a:gd name="connsiteY64023" fmla="*/ 1950413 h 2398711"/>
              <a:gd name="connsiteX64024" fmla="*/ 536249 w 2119654"/>
              <a:gd name="connsiteY64024" fmla="*/ 1974773 h 2398711"/>
              <a:gd name="connsiteX64025" fmla="*/ 540541 w 2119654"/>
              <a:gd name="connsiteY64025" fmla="*/ 1974248 h 2398711"/>
              <a:gd name="connsiteX64026" fmla="*/ 538858 w 2119654"/>
              <a:gd name="connsiteY64026" fmla="*/ 1973489 h 2398711"/>
              <a:gd name="connsiteX64027" fmla="*/ 1199727 w 2119654"/>
              <a:gd name="connsiteY64027" fmla="*/ 489091 h 2398711"/>
              <a:gd name="connsiteX64028" fmla="*/ 1198557 w 2119654"/>
              <a:gd name="connsiteY64028" fmla="*/ 492049 h 2398711"/>
              <a:gd name="connsiteX64029" fmla="*/ 1200234 w 2119654"/>
              <a:gd name="connsiteY64029" fmla="*/ 495059 h 2398711"/>
              <a:gd name="connsiteX64030" fmla="*/ 1200638 w 2119654"/>
              <a:gd name="connsiteY64030" fmla="*/ 494595 h 2398711"/>
              <a:gd name="connsiteX64031" fmla="*/ 1200313 w 2119654"/>
              <a:gd name="connsiteY64031" fmla="*/ 492522 h 2398711"/>
              <a:gd name="connsiteX64032" fmla="*/ 1200084 w 2119654"/>
              <a:gd name="connsiteY64032" fmla="*/ 488188 h 2398711"/>
              <a:gd name="connsiteX64033" fmla="*/ 1199994 w 2119654"/>
              <a:gd name="connsiteY64033" fmla="*/ 488416 h 2398711"/>
              <a:gd name="connsiteX64034" fmla="*/ 1200982 w 2119654"/>
              <a:gd name="connsiteY64034" fmla="*/ 494200 h 2398711"/>
              <a:gd name="connsiteX64035" fmla="*/ 1201195 w 2119654"/>
              <a:gd name="connsiteY64035" fmla="*/ 493954 h 2398711"/>
              <a:gd name="connsiteX64036" fmla="*/ 1207016 w 2119654"/>
              <a:gd name="connsiteY64036" fmla="*/ 484493 h 2398711"/>
              <a:gd name="connsiteX64037" fmla="*/ 1206724 w 2119654"/>
              <a:gd name="connsiteY64037" fmla="*/ 483846 h 2398711"/>
              <a:gd name="connsiteX64038" fmla="*/ 1204128 w 2119654"/>
              <a:gd name="connsiteY64038" fmla="*/ 480725 h 2398711"/>
              <a:gd name="connsiteX64039" fmla="*/ 533485 w 2119654"/>
              <a:gd name="connsiteY64039" fmla="*/ 1980793 h 2398711"/>
              <a:gd name="connsiteX64040" fmla="*/ 538552 w 2119654"/>
              <a:gd name="connsiteY64040" fmla="*/ 1980933 h 2398711"/>
              <a:gd name="connsiteX64041" fmla="*/ 539333 w 2119654"/>
              <a:gd name="connsiteY64041" fmla="*/ 1980635 h 2398711"/>
              <a:gd name="connsiteX64042" fmla="*/ 537610 w 2119654"/>
              <a:gd name="connsiteY64042" fmla="*/ 1979889 h 2398711"/>
              <a:gd name="connsiteX64043" fmla="*/ 1236344 w 2119654"/>
              <a:gd name="connsiteY64043" fmla="*/ 406777 h 2398711"/>
              <a:gd name="connsiteX64044" fmla="*/ 1236099 w 2119654"/>
              <a:gd name="connsiteY64044" fmla="*/ 407513 h 2398711"/>
              <a:gd name="connsiteX64045" fmla="*/ 1239750 w 2119654"/>
              <a:gd name="connsiteY64045" fmla="*/ 411116 h 2398711"/>
              <a:gd name="connsiteX64046" fmla="*/ 1241291 w 2119654"/>
              <a:gd name="connsiteY64046" fmla="*/ 412765 h 2398711"/>
              <a:gd name="connsiteX64047" fmla="*/ 1243663 w 2119654"/>
              <a:gd name="connsiteY64047" fmla="*/ 409062 h 2398711"/>
              <a:gd name="connsiteX64048" fmla="*/ 1241705 w 2119654"/>
              <a:gd name="connsiteY64048" fmla="*/ 403015 h 2398711"/>
              <a:gd name="connsiteX64049" fmla="*/ 547604 w 2119654"/>
              <a:gd name="connsiteY64049" fmla="*/ 1948883 h 2398711"/>
              <a:gd name="connsiteX64050" fmla="*/ 552671 w 2119654"/>
              <a:gd name="connsiteY64050" fmla="*/ 1948995 h 2398711"/>
              <a:gd name="connsiteX64051" fmla="*/ 554930 w 2119654"/>
              <a:gd name="connsiteY64051" fmla="*/ 1948488 h 2398711"/>
              <a:gd name="connsiteX64052" fmla="*/ 553548 w 2119654"/>
              <a:gd name="connsiteY64052" fmla="*/ 1948126 h 2398711"/>
              <a:gd name="connsiteX64053" fmla="*/ 553537 w 2119654"/>
              <a:gd name="connsiteY64053" fmla="*/ 1948124 h 2398711"/>
              <a:gd name="connsiteX64054" fmla="*/ 1246978 w 2119654"/>
              <a:gd name="connsiteY64054" fmla="*/ 382751 h 2398711"/>
              <a:gd name="connsiteX64055" fmla="*/ 1247371 w 2119654"/>
              <a:gd name="connsiteY64055" fmla="*/ 385094 h 2398711"/>
              <a:gd name="connsiteX64056" fmla="*/ 1249241 w 2119654"/>
              <a:gd name="connsiteY64056" fmla="*/ 388755 h 2398711"/>
              <a:gd name="connsiteX64057" fmla="*/ 1252152 w 2119654"/>
              <a:gd name="connsiteY64057" fmla="*/ 394775 h 2398711"/>
              <a:gd name="connsiteX64058" fmla="*/ 1253359 w 2119654"/>
              <a:gd name="connsiteY64058" fmla="*/ 393928 h 2398711"/>
              <a:gd name="connsiteX64059" fmla="*/ 1253360 w 2119654"/>
              <a:gd name="connsiteY64059" fmla="*/ 393926 h 2398711"/>
              <a:gd name="connsiteX64060" fmla="*/ 1250874 w 2119654"/>
              <a:gd name="connsiteY64060" fmla="*/ 388090 h 2398711"/>
              <a:gd name="connsiteX64061" fmla="*/ 523382 w 2119654"/>
              <a:gd name="connsiteY64061" fmla="*/ 2002754 h 2398711"/>
              <a:gd name="connsiteX64062" fmla="*/ 523542 w 2119654"/>
              <a:gd name="connsiteY64062" fmla="*/ 2003203 h 2398711"/>
              <a:gd name="connsiteX64063" fmla="*/ 530965 w 2119654"/>
              <a:gd name="connsiteY64063" fmla="*/ 2005559 h 2398711"/>
              <a:gd name="connsiteX64064" fmla="*/ 534782 w 2119654"/>
              <a:gd name="connsiteY64064" fmla="*/ 2004552 h 2398711"/>
              <a:gd name="connsiteX64065" fmla="*/ 530962 w 2119654"/>
              <a:gd name="connsiteY64065" fmla="*/ 2003499 h 2398711"/>
              <a:gd name="connsiteX64066" fmla="*/ 534669 w 2119654"/>
              <a:gd name="connsiteY64066" fmla="*/ 1977356 h 2398711"/>
              <a:gd name="connsiteX64067" fmla="*/ 536854 w 2119654"/>
              <a:gd name="connsiteY64067" fmla="*/ 1978301 h 2398711"/>
              <a:gd name="connsiteX64068" fmla="*/ 537281 w 2119654"/>
              <a:gd name="connsiteY64068" fmla="*/ 1978231 h 2398711"/>
              <a:gd name="connsiteX64069" fmla="*/ 535300 w 2119654"/>
              <a:gd name="connsiteY64069" fmla="*/ 1977378 h 2398711"/>
              <a:gd name="connsiteX64070" fmla="*/ 528638 w 2119654"/>
              <a:gd name="connsiteY64070" fmla="*/ 1990814 h 2398711"/>
              <a:gd name="connsiteX64071" fmla="*/ 528752 w 2119654"/>
              <a:gd name="connsiteY64071" fmla="*/ 1993830 h 2398711"/>
              <a:gd name="connsiteX64072" fmla="*/ 529860 w 2119654"/>
              <a:gd name="connsiteY64072" fmla="*/ 1993917 h 2398711"/>
              <a:gd name="connsiteX64073" fmla="*/ 541079 w 2119654"/>
              <a:gd name="connsiteY64073" fmla="*/ 1991481 h 2398711"/>
              <a:gd name="connsiteX64074" fmla="*/ 533980 w 2119654"/>
              <a:gd name="connsiteY64074" fmla="*/ 1989034 h 2398711"/>
              <a:gd name="connsiteX64075" fmla="*/ 504608 w 2119654"/>
              <a:gd name="connsiteY64075" fmla="*/ 2044608 h 2398711"/>
              <a:gd name="connsiteX64076" fmla="*/ 521514 w 2119654"/>
              <a:gd name="connsiteY64076" fmla="*/ 2044501 h 2398711"/>
              <a:gd name="connsiteX64077" fmla="*/ 521311 w 2119654"/>
              <a:gd name="connsiteY64077" fmla="*/ 2042970 h 2398711"/>
              <a:gd name="connsiteX64078" fmla="*/ 512633 w 2119654"/>
              <a:gd name="connsiteY64078" fmla="*/ 2042170 h 2398711"/>
              <a:gd name="connsiteX64079" fmla="*/ 548083 w 2119654"/>
              <a:gd name="connsiteY64079" fmla="*/ 1946238 h 2398711"/>
              <a:gd name="connsiteX64080" fmla="*/ 549555 w 2119654"/>
              <a:gd name="connsiteY64080" fmla="*/ 1946624 h 2398711"/>
              <a:gd name="connsiteX64081" fmla="*/ 552783 w 2119654"/>
              <a:gd name="connsiteY64081" fmla="*/ 1945200 h 2398711"/>
              <a:gd name="connsiteX64082" fmla="*/ 555201 w 2119654"/>
              <a:gd name="connsiteY64082" fmla="*/ 1944094 h 2398711"/>
              <a:gd name="connsiteX64083" fmla="*/ 1275777 w 2119654"/>
              <a:gd name="connsiteY64083" fmla="*/ 316057 h 2398711"/>
              <a:gd name="connsiteX64084" fmla="*/ 1275941 w 2119654"/>
              <a:gd name="connsiteY64084" fmla="*/ 335072 h 2398711"/>
              <a:gd name="connsiteX64085" fmla="*/ 1279399 w 2119654"/>
              <a:gd name="connsiteY64085" fmla="*/ 339809 h 2398711"/>
              <a:gd name="connsiteX64086" fmla="*/ 1278965 w 2119654"/>
              <a:gd name="connsiteY64086" fmla="*/ 331552 h 2398711"/>
              <a:gd name="connsiteX64087" fmla="*/ 1279104 w 2119654"/>
              <a:gd name="connsiteY64087" fmla="*/ 331711 h 2398711"/>
              <a:gd name="connsiteX64088" fmla="*/ 1279539 w 2119654"/>
              <a:gd name="connsiteY64088" fmla="*/ 340001 h 2398711"/>
              <a:gd name="connsiteX64089" fmla="*/ 1285127 w 2119654"/>
              <a:gd name="connsiteY64089" fmla="*/ 347658 h 2398711"/>
              <a:gd name="connsiteX64090" fmla="*/ 1301941 w 2119654"/>
              <a:gd name="connsiteY64090" fmla="*/ 323586 h 2398711"/>
              <a:gd name="connsiteX64091" fmla="*/ 1302033 w 2119654"/>
              <a:gd name="connsiteY64091" fmla="*/ 323457 h 2398711"/>
              <a:gd name="connsiteX64092" fmla="*/ 1287724 w 2119654"/>
              <a:gd name="connsiteY64092" fmla="*/ 294898 h 2398711"/>
              <a:gd name="connsiteX64093" fmla="*/ 1284102 w 2119654"/>
              <a:gd name="connsiteY64093" fmla="*/ 300166 h 2398711"/>
              <a:gd name="connsiteX64094" fmla="*/ 546446 w 2119654"/>
              <a:gd name="connsiteY64094" fmla="*/ 1949132 h 2398711"/>
              <a:gd name="connsiteX64095" fmla="*/ 548340 w 2119654"/>
              <a:gd name="connsiteY64095" fmla="*/ 1949969 h 2398711"/>
              <a:gd name="connsiteX64096" fmla="*/ 551294 w 2119654"/>
              <a:gd name="connsiteY64096" fmla="*/ 1949305 h 2398711"/>
              <a:gd name="connsiteX64097" fmla="*/ 1239677 w 2119654"/>
              <a:gd name="connsiteY64097" fmla="*/ 396754 h 2398711"/>
              <a:gd name="connsiteX64098" fmla="*/ 1236740 w 2119654"/>
              <a:gd name="connsiteY64098" fmla="*/ 405588 h 2398711"/>
              <a:gd name="connsiteX64099" fmla="*/ 1241464 w 2119654"/>
              <a:gd name="connsiteY64099" fmla="*/ 402274 h 2398711"/>
              <a:gd name="connsiteX64100" fmla="*/ 534493 w 2119654"/>
              <a:gd name="connsiteY64100" fmla="*/ 1975636 h 2398711"/>
              <a:gd name="connsiteX64101" fmla="*/ 537980 w 2119654"/>
              <a:gd name="connsiteY64101" fmla="*/ 1977137 h 2398711"/>
              <a:gd name="connsiteX64102" fmla="*/ 543204 w 2119654"/>
              <a:gd name="connsiteY64102" fmla="*/ 1977252 h 2398711"/>
              <a:gd name="connsiteX64103" fmla="*/ 546132 w 2119654"/>
              <a:gd name="connsiteY64103" fmla="*/ 1976768 h 2398711"/>
              <a:gd name="connsiteX64104" fmla="*/ 540796 w 2119654"/>
              <a:gd name="connsiteY64104" fmla="*/ 1974363 h 2398711"/>
              <a:gd name="connsiteX64105" fmla="*/ 535853 w 2119654"/>
              <a:gd name="connsiteY64105" fmla="*/ 1974967 h 2398711"/>
              <a:gd name="connsiteX64106" fmla="*/ 519666 w 2119654"/>
              <a:gd name="connsiteY64106" fmla="*/ 2008747 h 2398711"/>
              <a:gd name="connsiteX64107" fmla="*/ 521348 w 2119654"/>
              <a:gd name="connsiteY64107" fmla="*/ 2014627 h 2398711"/>
              <a:gd name="connsiteX64108" fmla="*/ 527917 w 2119654"/>
              <a:gd name="connsiteY64108" fmla="*/ 2018080 h 2398711"/>
              <a:gd name="connsiteX64109" fmla="*/ 528661 w 2119654"/>
              <a:gd name="connsiteY64109" fmla="*/ 2018298 h 2398711"/>
              <a:gd name="connsiteX64110" fmla="*/ 524655 w 2119654"/>
              <a:gd name="connsiteY64110" fmla="*/ 2007477 h 2398711"/>
              <a:gd name="connsiteX64111" fmla="*/ 524576 w 2119654"/>
              <a:gd name="connsiteY64111" fmla="*/ 2007452 h 2398711"/>
              <a:gd name="connsiteX64112" fmla="*/ 522876 w 2119654"/>
              <a:gd name="connsiteY64112" fmla="*/ 2001328 h 2398711"/>
              <a:gd name="connsiteX64113" fmla="*/ 523016 w 2119654"/>
              <a:gd name="connsiteY64113" fmla="*/ 2001724 h 2398711"/>
              <a:gd name="connsiteX64114" fmla="*/ 524930 w 2119654"/>
              <a:gd name="connsiteY64114" fmla="*/ 2001835 h 2398711"/>
              <a:gd name="connsiteX64115" fmla="*/ 523026 w 2119654"/>
              <a:gd name="connsiteY64115" fmla="*/ 2001310 h 2398711"/>
              <a:gd name="connsiteX64116" fmla="*/ 543441 w 2119654"/>
              <a:gd name="connsiteY64116" fmla="*/ 1955011 h 2398711"/>
              <a:gd name="connsiteX64117" fmla="*/ 549107 w 2119654"/>
              <a:gd name="connsiteY64117" fmla="*/ 1955503 h 2398711"/>
              <a:gd name="connsiteX64118" fmla="*/ 546708 w 2119654"/>
              <a:gd name="connsiteY64118" fmla="*/ 1954437 h 2398711"/>
              <a:gd name="connsiteX64119" fmla="*/ 528532 w 2119654"/>
              <a:gd name="connsiteY64119" fmla="*/ 1988013 h 2398711"/>
              <a:gd name="connsiteX64120" fmla="*/ 528626 w 2119654"/>
              <a:gd name="connsiteY64120" fmla="*/ 1990510 h 2398711"/>
              <a:gd name="connsiteX64121" fmla="*/ 533526 w 2119654"/>
              <a:gd name="connsiteY64121" fmla="*/ 1988877 h 2398711"/>
              <a:gd name="connsiteX64122" fmla="*/ 529712 w 2119654"/>
              <a:gd name="connsiteY64122" fmla="*/ 1987562 h 2398711"/>
              <a:gd name="connsiteX64123" fmla="*/ 545042 w 2119654"/>
              <a:gd name="connsiteY64123" fmla="*/ 1950977 h 2398711"/>
              <a:gd name="connsiteX64124" fmla="*/ 549980 w 2119654"/>
              <a:gd name="connsiteY64124" fmla="*/ 1952263 h 2398711"/>
              <a:gd name="connsiteX64125" fmla="*/ 545923 w 2119654"/>
              <a:gd name="connsiteY64125" fmla="*/ 1950792 h 2398711"/>
              <a:gd name="connsiteX64126" fmla="*/ 1251045 w 2119654"/>
              <a:gd name="connsiteY64126" fmla="*/ 369916 h 2398711"/>
              <a:gd name="connsiteX64127" fmla="*/ 1251640 w 2119654"/>
              <a:gd name="connsiteY64127" fmla="*/ 372709 h 2398711"/>
              <a:gd name="connsiteX64128" fmla="*/ 1252616 w 2119654"/>
              <a:gd name="connsiteY64128" fmla="*/ 372025 h 2398711"/>
              <a:gd name="connsiteX64129" fmla="*/ 1252951 w 2119654"/>
              <a:gd name="connsiteY64129" fmla="*/ 371796 h 2398711"/>
              <a:gd name="connsiteX64130" fmla="*/ 1270048 w 2119654"/>
              <a:gd name="connsiteY64130" fmla="*/ 326993 h 2398711"/>
              <a:gd name="connsiteX64131" fmla="*/ 1275413 w 2119654"/>
              <a:gd name="connsiteY64131" fmla="*/ 334346 h 2398711"/>
              <a:gd name="connsiteX64132" fmla="*/ 1275262 w 2119654"/>
              <a:gd name="connsiteY64132" fmla="*/ 317040 h 2398711"/>
              <a:gd name="connsiteX64133" fmla="*/ 555220 w 2119654"/>
              <a:gd name="connsiteY64133" fmla="*/ 1927627 h 2398711"/>
              <a:gd name="connsiteX64134" fmla="*/ 555279 w 2119654"/>
              <a:gd name="connsiteY64134" fmla="*/ 1927921 h 2398711"/>
              <a:gd name="connsiteX64135" fmla="*/ 556741 w 2119654"/>
              <a:gd name="connsiteY64135" fmla="*/ 1928660 h 2398711"/>
              <a:gd name="connsiteX64136" fmla="*/ 557166 w 2119654"/>
              <a:gd name="connsiteY64136" fmla="*/ 1928452 h 2398711"/>
              <a:gd name="connsiteX64137" fmla="*/ 528499 w 2119654"/>
              <a:gd name="connsiteY64137" fmla="*/ 1987144 h 2398711"/>
              <a:gd name="connsiteX64138" fmla="*/ 528525 w 2119654"/>
              <a:gd name="connsiteY64138" fmla="*/ 1987827 h 2398711"/>
              <a:gd name="connsiteX64139" fmla="*/ 529421 w 2119654"/>
              <a:gd name="connsiteY64139" fmla="*/ 1987462 h 2398711"/>
              <a:gd name="connsiteX64140" fmla="*/ 521566 w 2119654"/>
              <a:gd name="connsiteY64140" fmla="*/ 2002576 h 2398711"/>
              <a:gd name="connsiteX64141" fmla="*/ 523011 w 2119654"/>
              <a:gd name="connsiteY64141" fmla="*/ 2003035 h 2398711"/>
              <a:gd name="connsiteX64142" fmla="*/ 522889 w 2119654"/>
              <a:gd name="connsiteY64142" fmla="*/ 2002706 h 2398711"/>
              <a:gd name="connsiteX64143" fmla="*/ 533584 w 2119654"/>
              <a:gd name="connsiteY64143" fmla="*/ 1975244 h 2398711"/>
              <a:gd name="connsiteX64144" fmla="*/ 533886 w 2119654"/>
              <a:gd name="connsiteY64144" fmla="*/ 1975374 h 2398711"/>
              <a:gd name="connsiteX64145" fmla="*/ 534337 w 2119654"/>
              <a:gd name="connsiteY64145" fmla="*/ 1975153 h 2398711"/>
              <a:gd name="connsiteX64146" fmla="*/ 555088 w 2119654"/>
              <a:gd name="connsiteY64146" fmla="*/ 1926959 h 2398711"/>
              <a:gd name="connsiteX64147" fmla="*/ 555098 w 2119654"/>
              <a:gd name="connsiteY64147" fmla="*/ 1927010 h 2398711"/>
              <a:gd name="connsiteX64148" fmla="*/ 557787 w 2119654"/>
              <a:gd name="connsiteY64148" fmla="*/ 1928150 h 2398711"/>
              <a:gd name="connsiteX64149" fmla="*/ 558489 w 2119654"/>
              <a:gd name="connsiteY64149" fmla="*/ 1927808 h 2398711"/>
              <a:gd name="connsiteX64150" fmla="*/ 558417 w 2119654"/>
              <a:gd name="connsiteY64150" fmla="*/ 1926970 h 2398711"/>
              <a:gd name="connsiteX64151" fmla="*/ 545343 w 2119654"/>
              <a:gd name="connsiteY64151" fmla="*/ 1948644 h 2398711"/>
              <a:gd name="connsiteX64152" fmla="*/ 545793 w 2119654"/>
              <a:gd name="connsiteY64152" fmla="*/ 1948843 h 2398711"/>
              <a:gd name="connsiteX64153" fmla="*/ 546904 w 2119654"/>
              <a:gd name="connsiteY64153" fmla="*/ 1948868 h 2398711"/>
              <a:gd name="connsiteX64154" fmla="*/ 553023 w 2119654"/>
              <a:gd name="connsiteY64154" fmla="*/ 1948086 h 2398711"/>
              <a:gd name="connsiteX64155" fmla="*/ 547535 w 2119654"/>
              <a:gd name="connsiteY64155" fmla="*/ 1947678 h 2398711"/>
              <a:gd name="connsiteX64156" fmla="*/ 522400 w 2119654"/>
              <a:gd name="connsiteY64156" fmla="*/ 1999987 h 2398711"/>
              <a:gd name="connsiteX64157" fmla="*/ 522551 w 2119654"/>
              <a:gd name="connsiteY64157" fmla="*/ 2000411 h 2398711"/>
              <a:gd name="connsiteX64158" fmla="*/ 524607 w 2119654"/>
              <a:gd name="connsiteY64158" fmla="*/ 2000163 h 2398711"/>
              <a:gd name="connsiteX64159" fmla="*/ 546074 w 2119654"/>
              <a:gd name="connsiteY64159" fmla="*/ 1946843 h 2398711"/>
              <a:gd name="connsiteX64160" fmla="*/ 548728 w 2119654"/>
              <a:gd name="connsiteY64160" fmla="*/ 1946861 h 2398711"/>
              <a:gd name="connsiteX64161" fmla="*/ 547278 w 2119654"/>
              <a:gd name="connsiteY64161" fmla="*/ 1946481 h 2398711"/>
              <a:gd name="connsiteX64162" fmla="*/ 1247381 w 2119654"/>
              <a:gd name="connsiteY64162" fmla="*/ 376377 h 2398711"/>
              <a:gd name="connsiteX64163" fmla="*/ 1253612 w 2119654"/>
              <a:gd name="connsiteY64163" fmla="*/ 390999 h 2398711"/>
              <a:gd name="connsiteX64164" fmla="*/ 1254477 w 2119654"/>
              <a:gd name="connsiteY64164" fmla="*/ 392184 h 2398711"/>
              <a:gd name="connsiteX64165" fmla="*/ 1255123 w 2119654"/>
              <a:gd name="connsiteY64165" fmla="*/ 391174 h 2398711"/>
              <a:gd name="connsiteX64166" fmla="*/ 1251994 w 2119654"/>
              <a:gd name="connsiteY64166" fmla="*/ 375445 h 2398711"/>
              <a:gd name="connsiteX64167" fmla="*/ 1251567 w 2119654"/>
              <a:gd name="connsiteY64167" fmla="*/ 373440 h 2398711"/>
              <a:gd name="connsiteX64168" fmla="*/ 532715 w 2119654"/>
              <a:gd name="connsiteY64168" fmla="*/ 1976510 h 2398711"/>
              <a:gd name="connsiteX64169" fmla="*/ 533960 w 2119654"/>
              <a:gd name="connsiteY64169" fmla="*/ 1977049 h 2398711"/>
              <a:gd name="connsiteX64170" fmla="*/ 534567 w 2119654"/>
              <a:gd name="connsiteY64170" fmla="*/ 1977062 h 2398711"/>
              <a:gd name="connsiteX64171" fmla="*/ 532981 w 2119654"/>
              <a:gd name="connsiteY64171" fmla="*/ 1976380 h 2398711"/>
              <a:gd name="connsiteX64172" fmla="*/ 528451 w 2119654"/>
              <a:gd name="connsiteY64172" fmla="*/ 1985867 h 2398711"/>
              <a:gd name="connsiteX64173" fmla="*/ 528470 w 2119654"/>
              <a:gd name="connsiteY64173" fmla="*/ 1986378 h 2398711"/>
              <a:gd name="connsiteX64174" fmla="*/ 530425 w 2119654"/>
              <a:gd name="connsiteY64174" fmla="*/ 1987053 h 2398711"/>
              <a:gd name="connsiteX64175" fmla="*/ 533641 w 2119654"/>
              <a:gd name="connsiteY64175" fmla="*/ 1985742 h 2398711"/>
              <a:gd name="connsiteX64176" fmla="*/ 529685 w 2119654"/>
              <a:gd name="connsiteY64176" fmla="*/ 1985497 h 2398711"/>
              <a:gd name="connsiteX64177" fmla="*/ 1204753 w 2119654"/>
              <a:gd name="connsiteY64177" fmla="*/ 471041 h 2398711"/>
              <a:gd name="connsiteX64178" fmla="*/ 1205536 w 2119654"/>
              <a:gd name="connsiteY64178" fmla="*/ 472562 h 2398711"/>
              <a:gd name="connsiteX64179" fmla="*/ 1205683 w 2119654"/>
              <a:gd name="connsiteY64179" fmla="*/ 472736 h 2398711"/>
              <a:gd name="connsiteX64180" fmla="*/ 1206085 w 2119654"/>
              <a:gd name="connsiteY64180" fmla="*/ 471995 h 2398711"/>
              <a:gd name="connsiteX64181" fmla="*/ 1244912 w 2119654"/>
              <a:gd name="connsiteY64181" fmla="*/ 381007 h 2398711"/>
              <a:gd name="connsiteX64182" fmla="*/ 1239879 w 2119654"/>
              <a:gd name="connsiteY64182" fmla="*/ 396144 h 2398711"/>
              <a:gd name="connsiteX64183" fmla="*/ 1241864 w 2119654"/>
              <a:gd name="connsiteY64183" fmla="*/ 401993 h 2398711"/>
              <a:gd name="connsiteX64184" fmla="*/ 1248971 w 2119654"/>
              <a:gd name="connsiteY64184" fmla="*/ 397008 h 2398711"/>
              <a:gd name="connsiteX64185" fmla="*/ 1247021 w 2119654"/>
              <a:gd name="connsiteY64185" fmla="*/ 385368 h 2398711"/>
              <a:gd name="connsiteX64186" fmla="*/ 554894 w 2119654"/>
              <a:gd name="connsiteY64186" fmla="*/ 1925978 h 2398711"/>
              <a:gd name="connsiteX64187" fmla="*/ 555015 w 2119654"/>
              <a:gd name="connsiteY64187" fmla="*/ 1926587 h 2398711"/>
              <a:gd name="connsiteX64188" fmla="*/ 558385 w 2119654"/>
              <a:gd name="connsiteY64188" fmla="*/ 1926599 h 2398711"/>
              <a:gd name="connsiteX64189" fmla="*/ 558351 w 2119654"/>
              <a:gd name="connsiteY64189" fmla="*/ 1926196 h 2398711"/>
              <a:gd name="connsiteX64190" fmla="*/ 1245161 w 2119654"/>
              <a:gd name="connsiteY64190" fmla="*/ 380260 h 2398711"/>
              <a:gd name="connsiteX64191" fmla="*/ 1245058 w 2119654"/>
              <a:gd name="connsiteY64191" fmla="*/ 380568 h 2398711"/>
              <a:gd name="connsiteX64192" fmla="*/ 1246782 w 2119654"/>
              <a:gd name="connsiteY64192" fmla="*/ 383943 h 2398711"/>
              <a:gd name="connsiteX64193" fmla="*/ 1246464 w 2119654"/>
              <a:gd name="connsiteY64193" fmla="*/ 382047 h 2398711"/>
              <a:gd name="connsiteX64194" fmla="*/ 1207904 w 2119654"/>
              <a:gd name="connsiteY64194" fmla="*/ 463457 h 2398711"/>
              <a:gd name="connsiteX64195" fmla="*/ 1209817 w 2119654"/>
              <a:gd name="connsiteY64195" fmla="*/ 465108 h 2398711"/>
              <a:gd name="connsiteX64196" fmla="*/ 1211353 w 2119654"/>
              <a:gd name="connsiteY64196" fmla="*/ 462275 h 2398711"/>
              <a:gd name="connsiteX64197" fmla="*/ 1212168 w 2119654"/>
              <a:gd name="connsiteY64197" fmla="*/ 457618 h 2398711"/>
              <a:gd name="connsiteX64198" fmla="*/ 1209785 w 2119654"/>
              <a:gd name="connsiteY64198" fmla="*/ 460515 h 2398711"/>
              <a:gd name="connsiteX64199" fmla="*/ 517536 w 2119654"/>
              <a:gd name="connsiteY64199" fmla="*/ 2009309 h 2398711"/>
              <a:gd name="connsiteX64200" fmla="*/ 518008 w 2119654"/>
              <a:gd name="connsiteY64200" fmla="*/ 2012870 h 2398711"/>
              <a:gd name="connsiteX64201" fmla="*/ 520465 w 2119654"/>
              <a:gd name="connsiteY64201" fmla="*/ 2014162 h 2398711"/>
              <a:gd name="connsiteX64202" fmla="*/ 518967 w 2119654"/>
              <a:gd name="connsiteY64202" fmla="*/ 2008932 h 2398711"/>
              <a:gd name="connsiteX64203" fmla="*/ 1250588 w 2119654"/>
              <a:gd name="connsiteY64203" fmla="*/ 367765 h 2398711"/>
              <a:gd name="connsiteX64204" fmla="*/ 1250705 w 2119654"/>
              <a:gd name="connsiteY64204" fmla="*/ 368318 h 2398711"/>
              <a:gd name="connsiteX64205" fmla="*/ 1251509 w 2119654"/>
              <a:gd name="connsiteY64205" fmla="*/ 369111 h 2398711"/>
              <a:gd name="connsiteX64206" fmla="*/ 1245829 w 2119654"/>
              <a:gd name="connsiteY64206" fmla="*/ 378250 h 2398711"/>
              <a:gd name="connsiteX64207" fmla="*/ 1245354 w 2119654"/>
              <a:gd name="connsiteY64207" fmla="*/ 379680 h 2398711"/>
              <a:gd name="connsiteX64208" fmla="*/ 1246282 w 2119654"/>
              <a:gd name="connsiteY64208" fmla="*/ 380951 h 2398711"/>
              <a:gd name="connsiteX64209" fmla="*/ 523299 w 2119654"/>
              <a:gd name="connsiteY64209" fmla="*/ 1995913 h 2398711"/>
              <a:gd name="connsiteX64210" fmla="*/ 528519 w 2119654"/>
              <a:gd name="connsiteY64210" fmla="*/ 1995148 h 2398711"/>
              <a:gd name="connsiteX64211" fmla="*/ 528506 w 2119654"/>
              <a:gd name="connsiteY64211" fmla="*/ 1994783 h 2398711"/>
              <a:gd name="connsiteX64212" fmla="*/ 527668 w 2119654"/>
              <a:gd name="connsiteY64212" fmla="*/ 1986102 h 2398711"/>
              <a:gd name="connsiteX64213" fmla="*/ 528185 w 2119654"/>
              <a:gd name="connsiteY64213" fmla="*/ 1986280 h 2398711"/>
              <a:gd name="connsiteX64214" fmla="*/ 528172 w 2119654"/>
              <a:gd name="connsiteY64214" fmla="*/ 1985951 h 2398711"/>
              <a:gd name="connsiteX64215" fmla="*/ 1246169 w 2119654"/>
              <a:gd name="connsiteY64215" fmla="*/ 377228 h 2398711"/>
              <a:gd name="connsiteX64216" fmla="*/ 1246092 w 2119654"/>
              <a:gd name="connsiteY64216" fmla="*/ 377460 h 2398711"/>
              <a:gd name="connsiteX64217" fmla="*/ 1246794 w 2119654"/>
              <a:gd name="connsiteY64217" fmla="*/ 381656 h 2398711"/>
              <a:gd name="connsiteX64218" fmla="*/ 1250009 w 2119654"/>
              <a:gd name="connsiteY64218" fmla="*/ 386063 h 2398711"/>
              <a:gd name="connsiteX64219" fmla="*/ 1246228 w 2119654"/>
              <a:gd name="connsiteY64219" fmla="*/ 377186 h 2398711"/>
              <a:gd name="connsiteX64220" fmla="*/ 520704 w 2119654"/>
              <a:gd name="connsiteY64220" fmla="*/ 2001590 h 2398711"/>
              <a:gd name="connsiteX64221" fmla="*/ 522515 w 2119654"/>
              <a:gd name="connsiteY64221" fmla="*/ 2001695 h 2398711"/>
              <a:gd name="connsiteX64222" fmla="*/ 522401 w 2119654"/>
              <a:gd name="connsiteY64222" fmla="*/ 2001385 h 2398711"/>
              <a:gd name="connsiteX64223" fmla="*/ 518767 w 2119654"/>
              <a:gd name="connsiteY64223" fmla="*/ 2005608 h 2398711"/>
              <a:gd name="connsiteX64224" fmla="*/ 519610 w 2119654"/>
              <a:gd name="connsiteY64224" fmla="*/ 2008555 h 2398711"/>
              <a:gd name="connsiteX64225" fmla="*/ 524219 w 2119654"/>
              <a:gd name="connsiteY64225" fmla="*/ 2007338 h 2398711"/>
              <a:gd name="connsiteX64226" fmla="*/ 543756 w 2119654"/>
              <a:gd name="connsiteY64226" fmla="*/ 1949344 h 2398711"/>
              <a:gd name="connsiteX64227" fmla="*/ 546585 w 2119654"/>
              <a:gd name="connsiteY64227" fmla="*/ 1950363 h 2398711"/>
              <a:gd name="connsiteX64228" fmla="*/ 547263 w 2119654"/>
              <a:gd name="connsiteY64228" fmla="*/ 1950211 h 2398711"/>
              <a:gd name="connsiteX64229" fmla="*/ 544678 w 2119654"/>
              <a:gd name="connsiteY64229" fmla="*/ 1949069 h 2398711"/>
              <a:gd name="connsiteX64230" fmla="*/ 544403 w 2119654"/>
              <a:gd name="connsiteY64230" fmla="*/ 1949059 h 2398711"/>
              <a:gd name="connsiteX64231" fmla="*/ 553362 w 2119654"/>
              <a:gd name="connsiteY64231" fmla="*/ 1926952 h 2398711"/>
              <a:gd name="connsiteX64232" fmla="*/ 554880 w 2119654"/>
              <a:gd name="connsiteY64232" fmla="*/ 1927720 h 2398711"/>
              <a:gd name="connsiteX64233" fmla="*/ 554825 w 2119654"/>
              <a:gd name="connsiteY64233" fmla="*/ 1927459 h 2398711"/>
              <a:gd name="connsiteX64234" fmla="*/ 553630 w 2119654"/>
              <a:gd name="connsiteY64234" fmla="*/ 1926953 h 2398711"/>
              <a:gd name="connsiteX64235" fmla="*/ 1184820 w 2119654"/>
              <a:gd name="connsiteY64235" fmla="*/ 512732 h 2398711"/>
              <a:gd name="connsiteX64236" fmla="*/ 1184752 w 2119654"/>
              <a:gd name="connsiteY64236" fmla="*/ 513983 h 2398711"/>
              <a:gd name="connsiteX64237" fmla="*/ 1185259 w 2119654"/>
              <a:gd name="connsiteY64237" fmla="*/ 513351 h 2398711"/>
              <a:gd name="connsiteX64238" fmla="*/ 1185303 w 2119654"/>
              <a:gd name="connsiteY64238" fmla="*/ 513238 h 2398711"/>
              <a:gd name="connsiteX64239" fmla="*/ 1203997 w 2119654"/>
              <a:gd name="connsiteY64239" fmla="*/ 469572 h 2398711"/>
              <a:gd name="connsiteX64240" fmla="*/ 1204084 w 2119654"/>
              <a:gd name="connsiteY64240" fmla="*/ 469737 h 2398711"/>
              <a:gd name="connsiteX64241" fmla="*/ 1206406 w 2119654"/>
              <a:gd name="connsiteY64241" fmla="*/ 471401 h 2398711"/>
              <a:gd name="connsiteX64242" fmla="*/ 1207767 w 2119654"/>
              <a:gd name="connsiteY64242" fmla="*/ 468890 h 2398711"/>
              <a:gd name="connsiteX64243" fmla="*/ 1207227 w 2119654"/>
              <a:gd name="connsiteY64243" fmla="*/ 468100 h 2398711"/>
              <a:gd name="connsiteX64244" fmla="*/ 1205801 w 2119654"/>
              <a:gd name="connsiteY64244" fmla="*/ 466749 h 2398711"/>
              <a:gd name="connsiteX64245" fmla="*/ 547806 w 2119654"/>
              <a:gd name="connsiteY64245" fmla="*/ 1938820 h 2398711"/>
              <a:gd name="connsiteX64246" fmla="*/ 549716 w 2119654"/>
              <a:gd name="connsiteY64246" fmla="*/ 1940046 h 2398711"/>
              <a:gd name="connsiteX64247" fmla="*/ 549803 w 2119654"/>
              <a:gd name="connsiteY64247" fmla="*/ 1940020 h 2398711"/>
              <a:gd name="connsiteX64248" fmla="*/ 547937 w 2119654"/>
              <a:gd name="connsiteY64248" fmla="*/ 1938829 h 2398711"/>
              <a:gd name="connsiteX64249" fmla="*/ 1253642 w 2119654"/>
              <a:gd name="connsiteY64249" fmla="*/ 358309 h 2398711"/>
              <a:gd name="connsiteX64250" fmla="*/ 1255130 w 2119654"/>
              <a:gd name="connsiteY64250" fmla="*/ 361278 h 2398711"/>
              <a:gd name="connsiteX64251" fmla="*/ 1258164 w 2119654"/>
              <a:gd name="connsiteY64251" fmla="*/ 368242 h 2398711"/>
              <a:gd name="connsiteX64252" fmla="*/ 1269476 w 2119654"/>
              <a:gd name="connsiteY64252" fmla="*/ 360530 h 2398711"/>
              <a:gd name="connsiteX64253" fmla="*/ 1272042 w 2119654"/>
              <a:gd name="connsiteY64253" fmla="*/ 354104 h 2398711"/>
              <a:gd name="connsiteX64254" fmla="*/ 1272287 w 2119654"/>
              <a:gd name="connsiteY64254" fmla="*/ 353961 h 2398711"/>
              <a:gd name="connsiteX64255" fmla="*/ 1269735 w 2119654"/>
              <a:gd name="connsiteY64255" fmla="*/ 360353 h 2398711"/>
              <a:gd name="connsiteX64256" fmla="*/ 1275603 w 2119654"/>
              <a:gd name="connsiteY64256" fmla="*/ 356353 h 2398711"/>
              <a:gd name="connsiteX64257" fmla="*/ 1275422 w 2119654"/>
              <a:gd name="connsiteY64257" fmla="*/ 335489 h 2398711"/>
              <a:gd name="connsiteX64258" fmla="*/ 1269703 w 2119654"/>
              <a:gd name="connsiteY64258" fmla="*/ 327652 h 2398711"/>
              <a:gd name="connsiteX64259" fmla="*/ 1249204 w 2119654"/>
              <a:gd name="connsiteY64259" fmla="*/ 368099 h 2398711"/>
              <a:gd name="connsiteX64260" fmla="*/ 1246859 w 2119654"/>
              <a:gd name="connsiteY64260" fmla="*/ 375152 h 2398711"/>
              <a:gd name="connsiteX64261" fmla="*/ 1247158 w 2119654"/>
              <a:gd name="connsiteY64261" fmla="*/ 375854 h 2398711"/>
              <a:gd name="connsiteX64262" fmla="*/ 1251441 w 2119654"/>
              <a:gd name="connsiteY64262" fmla="*/ 372848 h 2398711"/>
              <a:gd name="connsiteX64263" fmla="*/ 1250755 w 2119654"/>
              <a:gd name="connsiteY64263" fmla="*/ 369630 h 2398711"/>
              <a:gd name="connsiteX64264" fmla="*/ 541880 w 2119654"/>
              <a:gd name="connsiteY64264" fmla="*/ 1951643 h 2398711"/>
              <a:gd name="connsiteX64265" fmla="*/ 545401 w 2119654"/>
              <a:gd name="connsiteY64265" fmla="*/ 1953208 h 2398711"/>
              <a:gd name="connsiteX64266" fmla="*/ 551124 w 2119654"/>
              <a:gd name="connsiteY64266" fmla="*/ 1953199 h 2398711"/>
              <a:gd name="connsiteX64267" fmla="*/ 551425 w 2119654"/>
              <a:gd name="connsiteY64267" fmla="*/ 1953142 h 2398711"/>
              <a:gd name="connsiteX64268" fmla="*/ 543973 w 2119654"/>
              <a:gd name="connsiteY64268" fmla="*/ 1951202 h 2398711"/>
              <a:gd name="connsiteX64269" fmla="*/ 1249731 w 2119654"/>
              <a:gd name="connsiteY64269" fmla="*/ 366514 h 2398711"/>
              <a:gd name="connsiteX64270" fmla="*/ 1249520 w 2119654"/>
              <a:gd name="connsiteY64270" fmla="*/ 367149 h 2398711"/>
              <a:gd name="connsiteX64271" fmla="*/ 1250415 w 2119654"/>
              <a:gd name="connsiteY64271" fmla="*/ 368032 h 2398711"/>
              <a:gd name="connsiteX64272" fmla="*/ 1250255 w 2119654"/>
              <a:gd name="connsiteY64272" fmla="*/ 367280 h 2398711"/>
              <a:gd name="connsiteX64273" fmla="*/ 528302 w 2119654"/>
              <a:gd name="connsiteY64273" fmla="*/ 1981928 h 2398711"/>
              <a:gd name="connsiteX64274" fmla="*/ 528346 w 2119654"/>
              <a:gd name="connsiteY64274" fmla="*/ 1983075 h 2398711"/>
              <a:gd name="connsiteX64275" fmla="*/ 532175 w 2119654"/>
              <a:gd name="connsiteY64275" fmla="*/ 1983312 h 2398711"/>
              <a:gd name="connsiteX64276" fmla="*/ 532840 w 2119654"/>
              <a:gd name="connsiteY64276" fmla="*/ 1983113 h 2398711"/>
              <a:gd name="connsiteX64277" fmla="*/ 537327 w 2119654"/>
              <a:gd name="connsiteY64277" fmla="*/ 1981401 h 2398711"/>
              <a:gd name="connsiteX64278" fmla="*/ 531452 w 2119654"/>
              <a:gd name="connsiteY64278" fmla="*/ 1981238 h 2398711"/>
              <a:gd name="connsiteX64279" fmla="*/ 542804 w 2119654"/>
              <a:gd name="connsiteY64279" fmla="*/ 1949002 h 2398711"/>
              <a:gd name="connsiteX64280" fmla="*/ 543553 w 2119654"/>
              <a:gd name="connsiteY64280" fmla="*/ 1949271 h 2398711"/>
              <a:gd name="connsiteX64281" fmla="*/ 544063 w 2119654"/>
              <a:gd name="connsiteY64281" fmla="*/ 1949046 h 2398711"/>
              <a:gd name="connsiteX64282" fmla="*/ 1250403 w 2119654"/>
              <a:gd name="connsiteY64282" fmla="*/ 364494 h 2398711"/>
              <a:gd name="connsiteX64283" fmla="*/ 1250091 w 2119654"/>
              <a:gd name="connsiteY64283" fmla="*/ 365432 h 2398711"/>
              <a:gd name="connsiteX64284" fmla="*/ 1250225 w 2119654"/>
              <a:gd name="connsiteY64284" fmla="*/ 366064 h 2398711"/>
              <a:gd name="connsiteX64285" fmla="*/ 1253836 w 2119654"/>
              <a:gd name="connsiteY64285" fmla="*/ 371193 h 2398711"/>
              <a:gd name="connsiteX64286" fmla="*/ 1256693 w 2119654"/>
              <a:gd name="connsiteY64286" fmla="*/ 369244 h 2398711"/>
              <a:gd name="connsiteX64287" fmla="*/ 1253035 w 2119654"/>
              <a:gd name="connsiteY64287" fmla="*/ 359467 h 2398711"/>
              <a:gd name="connsiteX64288" fmla="*/ 552927 w 2119654"/>
              <a:gd name="connsiteY64288" fmla="*/ 1926089 h 2398711"/>
              <a:gd name="connsiteX64289" fmla="*/ 554093 w 2119654"/>
              <a:gd name="connsiteY64289" fmla="*/ 1926584 h 2398711"/>
              <a:gd name="connsiteX64290" fmla="*/ 554640 w 2119654"/>
              <a:gd name="connsiteY64290" fmla="*/ 1926585 h 2398711"/>
              <a:gd name="connsiteX64291" fmla="*/ 554505 w 2119654"/>
              <a:gd name="connsiteY64291" fmla="*/ 1925954 h 2398711"/>
              <a:gd name="connsiteX64292" fmla="*/ 553811 w 2119654"/>
              <a:gd name="connsiteY64292" fmla="*/ 1925910 h 2398711"/>
              <a:gd name="connsiteX64293" fmla="*/ 553088 w 2119654"/>
              <a:gd name="connsiteY64293" fmla="*/ 1926063 h 2398711"/>
              <a:gd name="connsiteX64294" fmla="*/ 528273 w 2119654"/>
              <a:gd name="connsiteY64294" fmla="*/ 1981150 h 2398711"/>
              <a:gd name="connsiteX64295" fmla="*/ 528279 w 2119654"/>
              <a:gd name="connsiteY64295" fmla="*/ 1981299 h 2398711"/>
              <a:gd name="connsiteX64296" fmla="*/ 528882 w 2119654"/>
              <a:gd name="connsiteY64296" fmla="*/ 1981167 h 2398711"/>
              <a:gd name="connsiteX64297" fmla="*/ 529587 w 2119654"/>
              <a:gd name="connsiteY64297" fmla="*/ 1978049 h 2398711"/>
              <a:gd name="connsiteX64298" fmla="*/ 534437 w 2119654"/>
              <a:gd name="connsiteY64298" fmla="*/ 1978515 h 2398711"/>
              <a:gd name="connsiteX64299" fmla="*/ 531498 w 2119654"/>
              <a:gd name="connsiteY64299" fmla="*/ 1977243 h 2398711"/>
              <a:gd name="connsiteX64300" fmla="*/ 531244 w 2119654"/>
              <a:gd name="connsiteY64300" fmla="*/ 1977234 h 2398711"/>
              <a:gd name="connsiteX64301" fmla="*/ 521235 w 2119654"/>
              <a:gd name="connsiteY64301" fmla="*/ 1996704 h 2398711"/>
              <a:gd name="connsiteX64302" fmla="*/ 522231 w 2119654"/>
              <a:gd name="connsiteY64302" fmla="*/ 1999512 h 2398711"/>
              <a:gd name="connsiteX64303" fmla="*/ 526912 w 2119654"/>
              <a:gd name="connsiteY64303" fmla="*/ 1999885 h 2398711"/>
              <a:gd name="connsiteX64304" fmla="*/ 528690 w 2119654"/>
              <a:gd name="connsiteY64304" fmla="*/ 1999670 h 2398711"/>
              <a:gd name="connsiteX64305" fmla="*/ 528537 w 2119654"/>
              <a:gd name="connsiteY64305" fmla="*/ 1995633 h 2398711"/>
              <a:gd name="connsiteX64306" fmla="*/ 1201374 w 2119654"/>
              <a:gd name="connsiteY64306" fmla="*/ 473678 h 2398711"/>
              <a:gd name="connsiteX64307" fmla="*/ 1202757 w 2119654"/>
              <a:gd name="connsiteY64307" fmla="*/ 475081 h 2398711"/>
              <a:gd name="connsiteX64308" fmla="*/ 1201811 w 2119654"/>
              <a:gd name="connsiteY64308" fmla="*/ 472994 h 2398711"/>
              <a:gd name="connsiteX64309" fmla="*/ 530626 w 2119654"/>
              <a:gd name="connsiteY64309" fmla="*/ 1975606 h 2398711"/>
              <a:gd name="connsiteX64310" fmla="*/ 532110 w 2119654"/>
              <a:gd name="connsiteY64310" fmla="*/ 1976248 h 2398711"/>
              <a:gd name="connsiteX64311" fmla="*/ 532374 w 2119654"/>
              <a:gd name="connsiteY64311" fmla="*/ 1976118 h 2398711"/>
              <a:gd name="connsiteX64312" fmla="*/ 531061 w 2119654"/>
              <a:gd name="connsiteY64312" fmla="*/ 1975553 h 2398711"/>
              <a:gd name="connsiteX64313" fmla="*/ 519804 w 2119654"/>
              <a:gd name="connsiteY64313" fmla="*/ 1999780 h 2398711"/>
              <a:gd name="connsiteX64314" fmla="*/ 522034 w 2119654"/>
              <a:gd name="connsiteY64314" fmla="*/ 2000395 h 2398711"/>
              <a:gd name="connsiteX64315" fmla="*/ 521867 w 2119654"/>
              <a:gd name="connsiteY64315" fmla="*/ 1999945 h 2398711"/>
              <a:gd name="connsiteX64316" fmla="*/ 541904 w 2119654"/>
              <a:gd name="connsiteY64316" fmla="*/ 1950161 h 2398711"/>
              <a:gd name="connsiteX64317" fmla="*/ 544491 w 2119654"/>
              <a:gd name="connsiteY64317" fmla="*/ 1950834 h 2398711"/>
              <a:gd name="connsiteX64318" fmla="*/ 545447 w 2119654"/>
              <a:gd name="connsiteY64318" fmla="*/ 1950619 h 2398711"/>
              <a:gd name="connsiteX64319" fmla="*/ 542931 w 2119654"/>
              <a:gd name="connsiteY64319" fmla="*/ 1949707 h 2398711"/>
              <a:gd name="connsiteX64320" fmla="*/ 1189402 w 2119654"/>
              <a:gd name="connsiteY64320" fmla="*/ 500038 h 2398711"/>
              <a:gd name="connsiteX64321" fmla="*/ 1189828 w 2119654"/>
              <a:gd name="connsiteY64321" fmla="*/ 501678 h 2398711"/>
              <a:gd name="connsiteX64322" fmla="*/ 1189930 w 2119654"/>
              <a:gd name="connsiteY64322" fmla="*/ 501805 h 2398711"/>
              <a:gd name="connsiteX64323" fmla="*/ 1190191 w 2119654"/>
              <a:gd name="connsiteY64323" fmla="*/ 501325 h 2398711"/>
              <a:gd name="connsiteX64324" fmla="*/ 1200490 w 2119654"/>
              <a:gd name="connsiteY64324" fmla="*/ 475062 h 2398711"/>
              <a:gd name="connsiteX64325" fmla="*/ 1202872 w 2119654"/>
              <a:gd name="connsiteY64325" fmla="*/ 477924 h 2398711"/>
              <a:gd name="connsiteX64326" fmla="*/ 1203378 w 2119654"/>
              <a:gd name="connsiteY64326" fmla="*/ 476990 h 2398711"/>
              <a:gd name="connsiteX64327" fmla="*/ 1200879 w 2119654"/>
              <a:gd name="connsiteY64327" fmla="*/ 474453 h 2398711"/>
              <a:gd name="connsiteX64328" fmla="*/ 536330 w 2119654"/>
              <a:gd name="connsiteY64328" fmla="*/ 1962034 h 2398711"/>
              <a:gd name="connsiteX64329" fmla="*/ 536186 w 2119654"/>
              <a:gd name="connsiteY64329" fmla="*/ 1962610 h 2398711"/>
              <a:gd name="connsiteX64330" fmla="*/ 535338 w 2119654"/>
              <a:gd name="connsiteY64330" fmla="*/ 1966588 h 2398711"/>
              <a:gd name="connsiteX64331" fmla="*/ 553668 w 2119654"/>
              <a:gd name="connsiteY64331" fmla="*/ 1962469 h 2398711"/>
              <a:gd name="connsiteX64332" fmla="*/ 542408 w 2119654"/>
              <a:gd name="connsiteY64332" fmla="*/ 1962240 h 2398711"/>
              <a:gd name="connsiteX64333" fmla="*/ 528235 w 2119654"/>
              <a:gd name="connsiteY64333" fmla="*/ 1980144 h 2398711"/>
              <a:gd name="connsiteX64334" fmla="*/ 528254 w 2119654"/>
              <a:gd name="connsiteY64334" fmla="*/ 1980648 h 2398711"/>
              <a:gd name="connsiteX64335" fmla="*/ 530914 w 2119654"/>
              <a:gd name="connsiteY64335" fmla="*/ 1980722 h 2398711"/>
              <a:gd name="connsiteX64336" fmla="*/ 536637 w 2119654"/>
              <a:gd name="connsiteY64336" fmla="*/ 1979468 h 2398711"/>
              <a:gd name="connsiteX64337" fmla="*/ 535882 w 2119654"/>
              <a:gd name="connsiteY64337" fmla="*/ 1979141 h 2398711"/>
              <a:gd name="connsiteX64338" fmla="*/ 534892 w 2119654"/>
              <a:gd name="connsiteY64338" fmla="*/ 1979044 h 2398711"/>
              <a:gd name="connsiteX64339" fmla="*/ 542707 w 2119654"/>
              <a:gd name="connsiteY64339" fmla="*/ 1947479 h 2398711"/>
              <a:gd name="connsiteX64340" fmla="*/ 545158 w 2119654"/>
              <a:gd name="connsiteY64340" fmla="*/ 1948562 h 2398711"/>
              <a:gd name="connsiteX64341" fmla="*/ 547218 w 2119654"/>
              <a:gd name="connsiteY64341" fmla="*/ 1947655 h 2398711"/>
              <a:gd name="connsiteX64342" fmla="*/ 543351 w 2119654"/>
              <a:gd name="connsiteY64342" fmla="*/ 1947367 h 2398711"/>
              <a:gd name="connsiteX64343" fmla="*/ 516970 w 2119654"/>
              <a:gd name="connsiteY64343" fmla="*/ 2005038 h 2398711"/>
              <a:gd name="connsiteX64344" fmla="*/ 517510 w 2119654"/>
              <a:gd name="connsiteY64344" fmla="*/ 2009109 h 2398711"/>
              <a:gd name="connsiteX64345" fmla="*/ 518913 w 2119654"/>
              <a:gd name="connsiteY64345" fmla="*/ 2008739 h 2398711"/>
              <a:gd name="connsiteX64346" fmla="*/ 517941 w 2119654"/>
              <a:gd name="connsiteY64346" fmla="*/ 2005346 h 2398711"/>
              <a:gd name="connsiteX64347" fmla="*/ 1275561 w 2119654"/>
              <a:gd name="connsiteY64347" fmla="*/ 306054 h 2398711"/>
              <a:gd name="connsiteX64348" fmla="*/ 1275590 w 2119654"/>
              <a:gd name="connsiteY64348" fmla="*/ 307356 h 2398711"/>
              <a:gd name="connsiteX64349" fmla="*/ 1279927 w 2119654"/>
              <a:gd name="connsiteY64349" fmla="*/ 301051 h 2398711"/>
              <a:gd name="connsiteX64350" fmla="*/ 551976 w 2119654"/>
              <a:gd name="connsiteY64350" fmla="*/ 1926252 h 2398711"/>
              <a:gd name="connsiteX64351" fmla="*/ 552621 w 2119654"/>
              <a:gd name="connsiteY64351" fmla="*/ 1926578 h 2398711"/>
              <a:gd name="connsiteX64352" fmla="*/ 552747 w 2119654"/>
              <a:gd name="connsiteY64352" fmla="*/ 1926579 h 2398711"/>
              <a:gd name="connsiteX64353" fmla="*/ 1198297 w 2119654"/>
              <a:gd name="connsiteY64353" fmla="*/ 478494 h 2398711"/>
              <a:gd name="connsiteX64354" fmla="*/ 1199320 w 2119654"/>
              <a:gd name="connsiteY64354" fmla="*/ 484477 h 2398711"/>
              <a:gd name="connsiteX64355" fmla="*/ 1202448 w 2119654"/>
              <a:gd name="connsiteY64355" fmla="*/ 478706 h 2398711"/>
              <a:gd name="connsiteX64356" fmla="*/ 1200024 w 2119654"/>
              <a:gd name="connsiteY64356" fmla="*/ 475791 h 2398711"/>
              <a:gd name="connsiteX64357" fmla="*/ 537102 w 2119654"/>
              <a:gd name="connsiteY64357" fmla="*/ 1958917 h 2398711"/>
              <a:gd name="connsiteX64358" fmla="*/ 536460 w 2119654"/>
              <a:gd name="connsiteY64358" fmla="*/ 1961506 h 2398711"/>
              <a:gd name="connsiteX64359" fmla="*/ 556167 w 2119654"/>
              <a:gd name="connsiteY64359" fmla="*/ 1961908 h 2398711"/>
              <a:gd name="connsiteX64360" fmla="*/ 559629 w 2119654"/>
              <a:gd name="connsiteY64360" fmla="*/ 1961130 h 2398711"/>
              <a:gd name="connsiteX64361" fmla="*/ 528182 w 2119654"/>
              <a:gd name="connsiteY64361" fmla="*/ 1978740 h 2398711"/>
              <a:gd name="connsiteX64362" fmla="*/ 528219 w 2119654"/>
              <a:gd name="connsiteY64362" fmla="*/ 1979728 h 2398711"/>
              <a:gd name="connsiteX64363" fmla="*/ 533302 w 2119654"/>
              <a:gd name="connsiteY64363" fmla="*/ 1978888 h 2398711"/>
              <a:gd name="connsiteX64364" fmla="*/ 528784 w 2119654"/>
              <a:gd name="connsiteY64364" fmla="*/ 1978444 h 2398711"/>
              <a:gd name="connsiteX64365" fmla="*/ 525093 w 2119654"/>
              <a:gd name="connsiteY64365" fmla="*/ 1985213 h 2398711"/>
              <a:gd name="connsiteX64366" fmla="*/ 525436 w 2119654"/>
              <a:gd name="connsiteY64366" fmla="*/ 1985332 h 2398711"/>
              <a:gd name="connsiteX64367" fmla="*/ 525706 w 2119654"/>
              <a:gd name="connsiteY64367" fmla="*/ 1985252 h 2398711"/>
              <a:gd name="connsiteX64368" fmla="*/ 521318 w 2119654"/>
              <a:gd name="connsiteY64368" fmla="*/ 1993252 h 2398711"/>
              <a:gd name="connsiteX64369" fmla="*/ 528469 w 2119654"/>
              <a:gd name="connsiteY64369" fmla="*/ 1993809 h 2398711"/>
              <a:gd name="connsiteX64370" fmla="*/ 528359 w 2119654"/>
              <a:gd name="connsiteY64370" fmla="*/ 1990907 h 2398711"/>
              <a:gd name="connsiteX64371" fmla="*/ 540217 w 2119654"/>
              <a:gd name="connsiteY64371" fmla="*/ 1950904 h 2398711"/>
              <a:gd name="connsiteX64372" fmla="*/ 541531 w 2119654"/>
              <a:gd name="connsiteY64372" fmla="*/ 1951489 h 2398711"/>
              <a:gd name="connsiteX64373" fmla="*/ 542249 w 2119654"/>
              <a:gd name="connsiteY64373" fmla="*/ 1951338 h 2398711"/>
              <a:gd name="connsiteX64374" fmla="*/ 543453 w 2119654"/>
              <a:gd name="connsiteY64374" fmla="*/ 1951067 h 2398711"/>
              <a:gd name="connsiteX64375" fmla="*/ 541186 w 2119654"/>
              <a:gd name="connsiteY64375" fmla="*/ 1950478 h 2398711"/>
              <a:gd name="connsiteX64376" fmla="*/ 528121 w 2119654"/>
              <a:gd name="connsiteY64376" fmla="*/ 1977124 h 2398711"/>
              <a:gd name="connsiteX64377" fmla="*/ 528150 w 2119654"/>
              <a:gd name="connsiteY64377" fmla="*/ 1977911 h 2398711"/>
              <a:gd name="connsiteX64378" fmla="*/ 528634 w 2119654"/>
              <a:gd name="connsiteY64378" fmla="*/ 1977957 h 2398711"/>
              <a:gd name="connsiteX64379" fmla="*/ 530181 w 2119654"/>
              <a:gd name="connsiteY64379" fmla="*/ 1977197 h 2398711"/>
              <a:gd name="connsiteX64380" fmla="*/ 538336 w 2119654"/>
              <a:gd name="connsiteY64380" fmla="*/ 1953940 h 2398711"/>
              <a:gd name="connsiteX64381" fmla="*/ 538184 w 2119654"/>
              <a:gd name="connsiteY64381" fmla="*/ 1954554 h 2398711"/>
              <a:gd name="connsiteX64382" fmla="*/ 542165 w 2119654"/>
              <a:gd name="connsiteY64382" fmla="*/ 1954900 h 2398711"/>
              <a:gd name="connsiteX64383" fmla="*/ 546078 w 2119654"/>
              <a:gd name="connsiteY64383" fmla="*/ 1954157 h 2398711"/>
              <a:gd name="connsiteX64384" fmla="*/ 545564 w 2119654"/>
              <a:gd name="connsiteY64384" fmla="*/ 1953929 h 2398711"/>
              <a:gd name="connsiteX64385" fmla="*/ 1194403 w 2119654"/>
              <a:gd name="connsiteY64385" fmla="*/ 484590 h 2398711"/>
              <a:gd name="connsiteX64386" fmla="*/ 1196865 w 2119654"/>
              <a:gd name="connsiteY64386" fmla="*/ 489009 h 2398711"/>
              <a:gd name="connsiteX64387" fmla="*/ 1199030 w 2119654"/>
              <a:gd name="connsiteY64387" fmla="*/ 485013 h 2398711"/>
              <a:gd name="connsiteX64388" fmla="*/ 1197996 w 2119654"/>
              <a:gd name="connsiteY64388" fmla="*/ 478966 h 2398711"/>
              <a:gd name="connsiteX64389" fmla="*/ 1202570 w 2119654"/>
              <a:gd name="connsiteY64389" fmla="*/ 466191 h 2398711"/>
              <a:gd name="connsiteX64390" fmla="*/ 1202605 w 2119654"/>
              <a:gd name="connsiteY64390" fmla="*/ 466302 h 2398711"/>
              <a:gd name="connsiteX64391" fmla="*/ 1203021 w 2119654"/>
              <a:gd name="connsiteY64391" fmla="*/ 465783 h 2398711"/>
              <a:gd name="connsiteX64392" fmla="*/ 1202357 w 2119654"/>
              <a:gd name="connsiteY64392" fmla="*/ 466384 h 2398711"/>
              <a:gd name="connsiteX64393" fmla="*/ 1202428 w 2119654"/>
              <a:gd name="connsiteY64393" fmla="*/ 466521 h 2398711"/>
              <a:gd name="connsiteX64394" fmla="*/ 1202464 w 2119654"/>
              <a:gd name="connsiteY64394" fmla="*/ 466477 h 2398711"/>
              <a:gd name="connsiteX64395" fmla="*/ 1202419 w 2119654"/>
              <a:gd name="connsiteY64395" fmla="*/ 466328 h 2398711"/>
              <a:gd name="connsiteX64396" fmla="*/ 538742 w 2119654"/>
              <a:gd name="connsiteY64396" fmla="*/ 1952304 h 2398711"/>
              <a:gd name="connsiteX64397" fmla="*/ 538587 w 2119654"/>
              <a:gd name="connsiteY64397" fmla="*/ 1952928 h 2398711"/>
              <a:gd name="connsiteX64398" fmla="*/ 543849 w 2119654"/>
              <a:gd name="connsiteY64398" fmla="*/ 1953167 h 2398711"/>
              <a:gd name="connsiteX64399" fmla="*/ 540889 w 2119654"/>
              <a:gd name="connsiteY64399" fmla="*/ 1951852 h 2398711"/>
              <a:gd name="connsiteX64400" fmla="*/ 1171980 w 2119654"/>
              <a:gd name="connsiteY64400" fmla="*/ 534310 h 2398711"/>
              <a:gd name="connsiteX64401" fmla="*/ 1172802 w 2119654"/>
              <a:gd name="connsiteY64401" fmla="*/ 536524 h 2398711"/>
              <a:gd name="connsiteX64402" fmla="*/ 1172805 w 2119654"/>
              <a:gd name="connsiteY64402" fmla="*/ 536516 h 2398711"/>
              <a:gd name="connsiteX64403" fmla="*/ 1172772 w 2119654"/>
              <a:gd name="connsiteY64403" fmla="*/ 536263 h 2398711"/>
              <a:gd name="connsiteX64404" fmla="*/ 1172423 w 2119654"/>
              <a:gd name="connsiteY64404" fmla="*/ 534597 h 2398711"/>
              <a:gd name="connsiteX64405" fmla="*/ 520160 w 2119654"/>
              <a:gd name="connsiteY64405" fmla="*/ 1993674 h 2398711"/>
              <a:gd name="connsiteX64406" fmla="*/ 520934 w 2119654"/>
              <a:gd name="connsiteY64406" fmla="*/ 1995855 h 2398711"/>
              <a:gd name="connsiteX64407" fmla="*/ 528124 w 2119654"/>
              <a:gd name="connsiteY64407" fmla="*/ 1994295 h 2398711"/>
              <a:gd name="connsiteX64408" fmla="*/ 528075 w 2119654"/>
              <a:gd name="connsiteY64408" fmla="*/ 1975919 h 2398711"/>
              <a:gd name="connsiteX64409" fmla="*/ 528111 w 2119654"/>
              <a:gd name="connsiteY64409" fmla="*/ 1976872 h 2398711"/>
              <a:gd name="connsiteX64410" fmla="*/ 530657 w 2119654"/>
              <a:gd name="connsiteY64410" fmla="*/ 1976963 h 2398711"/>
              <a:gd name="connsiteX64411" fmla="*/ 530747 w 2119654"/>
              <a:gd name="connsiteY64411" fmla="*/ 1976919 h 2398711"/>
              <a:gd name="connsiteX64412" fmla="*/ 528357 w 2119654"/>
              <a:gd name="connsiteY64412" fmla="*/ 1975884 h 2398711"/>
              <a:gd name="connsiteX64413" fmla="*/ 538951 w 2119654"/>
              <a:gd name="connsiteY64413" fmla="*/ 1951463 h 2398711"/>
              <a:gd name="connsiteX64414" fmla="*/ 538801 w 2119654"/>
              <a:gd name="connsiteY64414" fmla="*/ 1952064 h 2398711"/>
              <a:gd name="connsiteX64415" fmla="*/ 540541 w 2119654"/>
              <a:gd name="connsiteY64415" fmla="*/ 1951698 h 2398711"/>
              <a:gd name="connsiteX64416" fmla="*/ 539484 w 2119654"/>
              <a:gd name="connsiteY64416" fmla="*/ 1951228 h 2398711"/>
              <a:gd name="connsiteX64417" fmla="*/ 528070 w 2119654"/>
              <a:gd name="connsiteY64417" fmla="*/ 1975760 h 2398711"/>
              <a:gd name="connsiteX64418" fmla="*/ 528070 w 2119654"/>
              <a:gd name="connsiteY64418" fmla="*/ 1975772 h 2398711"/>
              <a:gd name="connsiteX64419" fmla="*/ 528092 w 2119654"/>
              <a:gd name="connsiteY64419" fmla="*/ 1975770 h 2398711"/>
              <a:gd name="connsiteX64420" fmla="*/ 539056 w 2119654"/>
              <a:gd name="connsiteY64420" fmla="*/ 1951037 h 2398711"/>
              <a:gd name="connsiteX64421" fmla="*/ 538996 w 2119654"/>
              <a:gd name="connsiteY64421" fmla="*/ 1951281 h 2398711"/>
              <a:gd name="connsiteX64422" fmla="*/ 539300 w 2119654"/>
              <a:gd name="connsiteY64422" fmla="*/ 1951146 h 2398711"/>
              <a:gd name="connsiteX64423" fmla="*/ 539316 w 2119654"/>
              <a:gd name="connsiteY64423" fmla="*/ 1949990 h 2398711"/>
              <a:gd name="connsiteX64424" fmla="*/ 539201 w 2119654"/>
              <a:gd name="connsiteY64424" fmla="*/ 1950453 h 2398711"/>
              <a:gd name="connsiteX64425" fmla="*/ 540033 w 2119654"/>
              <a:gd name="connsiteY64425" fmla="*/ 1950823 h 2398711"/>
              <a:gd name="connsiteX64426" fmla="*/ 540954 w 2119654"/>
              <a:gd name="connsiteY64426" fmla="*/ 1950417 h 2398711"/>
              <a:gd name="connsiteX64427" fmla="*/ 525624 w 2119654"/>
              <a:gd name="connsiteY64427" fmla="*/ 1980575 h 2398711"/>
              <a:gd name="connsiteX64428" fmla="*/ 527972 w 2119654"/>
              <a:gd name="connsiteY64428" fmla="*/ 1980640 h 2398711"/>
              <a:gd name="connsiteX64429" fmla="*/ 527955 w 2119654"/>
              <a:gd name="connsiteY64429" fmla="*/ 1980190 h 2398711"/>
              <a:gd name="connsiteX64430" fmla="*/ 517066 w 2119654"/>
              <a:gd name="connsiteY64430" fmla="*/ 1999666 h 2398711"/>
              <a:gd name="connsiteX64431" fmla="*/ 517455 w 2119654"/>
              <a:gd name="connsiteY64431" fmla="*/ 2001026 h 2398711"/>
              <a:gd name="connsiteX64432" fmla="*/ 520615 w 2119654"/>
              <a:gd name="connsiteY64432" fmla="*/ 2000644 h 2398711"/>
              <a:gd name="connsiteX64433" fmla="*/ 539589 w 2119654"/>
              <a:gd name="connsiteY64433" fmla="*/ 1948886 h 2398711"/>
              <a:gd name="connsiteX64434" fmla="*/ 539433 w 2119654"/>
              <a:gd name="connsiteY64434" fmla="*/ 1949518 h 2398711"/>
              <a:gd name="connsiteX64435" fmla="*/ 541672 w 2119654"/>
              <a:gd name="connsiteY64435" fmla="*/ 1950100 h 2398711"/>
              <a:gd name="connsiteX64436" fmla="*/ 542729 w 2119654"/>
              <a:gd name="connsiteY64436" fmla="*/ 1949634 h 2398711"/>
              <a:gd name="connsiteX64437" fmla="*/ 540784 w 2119654"/>
              <a:gd name="connsiteY64437" fmla="*/ 1948929 h 2398711"/>
              <a:gd name="connsiteX64438" fmla="*/ 539678 w 2119654"/>
              <a:gd name="connsiteY64438" fmla="*/ 1948528 h 2398711"/>
              <a:gd name="connsiteX64439" fmla="*/ 539650 w 2119654"/>
              <a:gd name="connsiteY64439" fmla="*/ 1948641 h 2398711"/>
              <a:gd name="connsiteX64440" fmla="*/ 540024 w 2119654"/>
              <a:gd name="connsiteY64440" fmla="*/ 1948654 h 2398711"/>
              <a:gd name="connsiteX64441" fmla="*/ 539925 w 2119654"/>
              <a:gd name="connsiteY64441" fmla="*/ 1947964 h 2398711"/>
              <a:gd name="connsiteX64442" fmla="*/ 542040 w 2119654"/>
              <a:gd name="connsiteY64442" fmla="*/ 1948727 h 2398711"/>
              <a:gd name="connsiteX64443" fmla="*/ 544068 w 2119654"/>
              <a:gd name="connsiteY64443" fmla="*/ 1948799 h 2398711"/>
              <a:gd name="connsiteX64444" fmla="*/ 541542 w 2119654"/>
              <a:gd name="connsiteY64444" fmla="*/ 1947682 h 2398711"/>
              <a:gd name="connsiteX64445" fmla="*/ 524226 w 2119654"/>
              <a:gd name="connsiteY64445" fmla="*/ 1982821 h 2398711"/>
              <a:gd name="connsiteX64446" fmla="*/ 528063 w 2119654"/>
              <a:gd name="connsiteY64446" fmla="*/ 1983058 h 2398711"/>
              <a:gd name="connsiteX64447" fmla="*/ 528023 w 2119654"/>
              <a:gd name="connsiteY64447" fmla="*/ 1981989 h 2398711"/>
              <a:gd name="connsiteX64448" fmla="*/ 1190701 w 2119654"/>
              <a:gd name="connsiteY64448" fmla="*/ 490384 h 2398711"/>
              <a:gd name="connsiteX64449" fmla="*/ 1193167 w 2119654"/>
              <a:gd name="connsiteY64449" fmla="*/ 495832 h 2398711"/>
              <a:gd name="connsiteX64450" fmla="*/ 1196063 w 2119654"/>
              <a:gd name="connsiteY64450" fmla="*/ 490486 h 2398711"/>
              <a:gd name="connsiteX64451" fmla="*/ 1195008 w 2119654"/>
              <a:gd name="connsiteY64451" fmla="*/ 488461 h 2398711"/>
              <a:gd name="connsiteX64452" fmla="*/ 1193549 w 2119654"/>
              <a:gd name="connsiteY64452" fmla="*/ 485925 h 2398711"/>
              <a:gd name="connsiteX64453" fmla="*/ 528012 w 2119654"/>
              <a:gd name="connsiteY64453" fmla="*/ 1974240 h 2398711"/>
              <a:gd name="connsiteX64454" fmla="*/ 528021 w 2119654"/>
              <a:gd name="connsiteY64454" fmla="*/ 1974478 h 2398711"/>
              <a:gd name="connsiteX64455" fmla="*/ 530363 w 2119654"/>
              <a:gd name="connsiteY64455" fmla="*/ 1975492 h 2398711"/>
              <a:gd name="connsiteX64456" fmla="*/ 530796 w 2119654"/>
              <a:gd name="connsiteY64456" fmla="*/ 1975439 h 2398711"/>
              <a:gd name="connsiteX64457" fmla="*/ 525139 w 2119654"/>
              <a:gd name="connsiteY64457" fmla="*/ 1980237 h 2398711"/>
              <a:gd name="connsiteX64458" fmla="*/ 527939 w 2119654"/>
              <a:gd name="connsiteY64458" fmla="*/ 1979774 h 2398711"/>
              <a:gd name="connsiteX64459" fmla="*/ 527906 w 2119654"/>
              <a:gd name="connsiteY64459" fmla="*/ 1978876 h 2398711"/>
              <a:gd name="connsiteX64460" fmla="*/ 541836 w 2119654"/>
              <a:gd name="connsiteY64460" fmla="*/ 1942419 h 2398711"/>
              <a:gd name="connsiteX64461" fmla="*/ 549493 w 2119654"/>
              <a:gd name="connsiteY64461" fmla="*/ 1940113 h 2398711"/>
              <a:gd name="connsiteX64462" fmla="*/ 547442 w 2119654"/>
              <a:gd name="connsiteY64462" fmla="*/ 1938797 h 2398711"/>
              <a:gd name="connsiteX64463" fmla="*/ 544119 w 2119654"/>
              <a:gd name="connsiteY64463" fmla="*/ 1938582 h 2398711"/>
              <a:gd name="connsiteX64464" fmla="*/ 516236 w 2119654"/>
              <a:gd name="connsiteY64464" fmla="*/ 1999495 h 2398711"/>
              <a:gd name="connsiteX64465" fmla="*/ 516428 w 2119654"/>
              <a:gd name="connsiteY64465" fmla="*/ 2000946 h 2398711"/>
              <a:gd name="connsiteX64466" fmla="*/ 516707 w 2119654"/>
              <a:gd name="connsiteY64466" fmla="*/ 2001035 h 2398711"/>
              <a:gd name="connsiteX64467" fmla="*/ 516267 w 2119654"/>
              <a:gd name="connsiteY64467" fmla="*/ 1999498 h 2398711"/>
              <a:gd name="connsiteX64468" fmla="*/ 1170337 w 2119654"/>
              <a:gd name="connsiteY64468" fmla="*/ 534788 h 2398711"/>
              <a:gd name="connsiteX64469" fmla="*/ 1171078 w 2119654"/>
              <a:gd name="connsiteY64469" fmla="*/ 535571 h 2398711"/>
              <a:gd name="connsiteX64470" fmla="*/ 1170679 w 2119654"/>
              <a:gd name="connsiteY64470" fmla="*/ 534361 h 2398711"/>
              <a:gd name="connsiteX64471" fmla="*/ 1222818 w 2119654"/>
              <a:gd name="connsiteY64471" fmla="*/ 416667 h 2398711"/>
              <a:gd name="connsiteX64472" fmla="*/ 1223582 w 2119654"/>
              <a:gd name="connsiteY64472" fmla="*/ 417521 h 2398711"/>
              <a:gd name="connsiteX64473" fmla="*/ 1224221 w 2119654"/>
              <a:gd name="connsiteY64473" fmla="*/ 415596 h 2398711"/>
              <a:gd name="connsiteX64474" fmla="*/ 1187998 w 2119654"/>
              <a:gd name="connsiteY64474" fmla="*/ 494614 h 2398711"/>
              <a:gd name="connsiteX64475" fmla="*/ 1189311 w 2119654"/>
              <a:gd name="connsiteY64475" fmla="*/ 499683 h 2398711"/>
              <a:gd name="connsiteX64476" fmla="*/ 1189568 w 2119654"/>
              <a:gd name="connsiteY64476" fmla="*/ 499778 h 2398711"/>
              <a:gd name="connsiteX64477" fmla="*/ 1190343 w 2119654"/>
              <a:gd name="connsiteY64477" fmla="*/ 501043 h 2398711"/>
              <a:gd name="connsiteX64478" fmla="*/ 1190482 w 2119654"/>
              <a:gd name="connsiteY64478" fmla="*/ 500788 h 2398711"/>
              <a:gd name="connsiteX64479" fmla="*/ 1189132 w 2119654"/>
              <a:gd name="connsiteY64479" fmla="*/ 494927 h 2398711"/>
              <a:gd name="connsiteX64480" fmla="*/ 1188621 w 2119654"/>
              <a:gd name="connsiteY64480" fmla="*/ 493640 h 2398711"/>
              <a:gd name="connsiteX64481" fmla="*/ 519390 w 2119654"/>
              <a:gd name="connsiteY64481" fmla="*/ 1991506 h 2398711"/>
              <a:gd name="connsiteX64482" fmla="*/ 519973 w 2119654"/>
              <a:gd name="connsiteY64482" fmla="*/ 1993147 h 2398711"/>
              <a:gd name="connsiteX64483" fmla="*/ 520568 w 2119654"/>
              <a:gd name="connsiteY64483" fmla="*/ 1993194 h 2398711"/>
              <a:gd name="connsiteX64484" fmla="*/ 528348 w 2119654"/>
              <a:gd name="connsiteY64484" fmla="*/ 1990602 h 2398711"/>
              <a:gd name="connsiteX64485" fmla="*/ 528254 w 2119654"/>
              <a:gd name="connsiteY64485" fmla="*/ 1988119 h 2398711"/>
              <a:gd name="connsiteX64486" fmla="*/ 1187172 w 2119654"/>
              <a:gd name="connsiteY64486" fmla="*/ 495908 h 2398711"/>
              <a:gd name="connsiteX64487" fmla="*/ 1188228 w 2119654"/>
              <a:gd name="connsiteY64487" fmla="*/ 499695 h 2398711"/>
              <a:gd name="connsiteX64488" fmla="*/ 1188710 w 2119654"/>
              <a:gd name="connsiteY64488" fmla="*/ 500293 h 2398711"/>
              <a:gd name="connsiteX64489" fmla="*/ 1187518 w 2119654"/>
              <a:gd name="connsiteY64489" fmla="*/ 495367 h 2398711"/>
              <a:gd name="connsiteX64490" fmla="*/ 527929 w 2119654"/>
              <a:gd name="connsiteY64490" fmla="*/ 1972044 h 2398711"/>
              <a:gd name="connsiteX64491" fmla="*/ 527959 w 2119654"/>
              <a:gd name="connsiteY64491" fmla="*/ 1972822 h 2398711"/>
              <a:gd name="connsiteX64492" fmla="*/ 533319 w 2119654"/>
              <a:gd name="connsiteY64492" fmla="*/ 1975130 h 2398711"/>
              <a:gd name="connsiteX64493" fmla="*/ 534733 w 2119654"/>
              <a:gd name="connsiteY64493" fmla="*/ 1974957 h 2398711"/>
              <a:gd name="connsiteX64494" fmla="*/ 538263 w 2119654"/>
              <a:gd name="connsiteY64494" fmla="*/ 1973221 h 2398711"/>
              <a:gd name="connsiteX64495" fmla="*/ 535344 w 2119654"/>
              <a:gd name="connsiteY64495" fmla="*/ 1971905 h 2398711"/>
              <a:gd name="connsiteX64496" fmla="*/ 535218 w 2119654"/>
              <a:gd name="connsiteY64496" fmla="*/ 1971666 h 2398711"/>
              <a:gd name="connsiteX64497" fmla="*/ 538457 w 2119654"/>
              <a:gd name="connsiteY64497" fmla="*/ 1973126 h 2398711"/>
              <a:gd name="connsiteX64498" fmla="*/ 544869 w 2119654"/>
              <a:gd name="connsiteY64498" fmla="*/ 1969972 h 2398711"/>
              <a:gd name="connsiteX64499" fmla="*/ 538845 w 2119654"/>
              <a:gd name="connsiteY64499" fmla="*/ 1969590 h 2398711"/>
              <a:gd name="connsiteX64500" fmla="*/ 534489 w 2119654"/>
              <a:gd name="connsiteY64500" fmla="*/ 1970569 h 2398711"/>
              <a:gd name="connsiteX64501" fmla="*/ 534390 w 2119654"/>
              <a:gd name="connsiteY64501" fmla="*/ 1971033 h 2398711"/>
              <a:gd name="connsiteX64502" fmla="*/ 534335 w 2119654"/>
              <a:gd name="connsiteY64502" fmla="*/ 1970920 h 2398711"/>
              <a:gd name="connsiteX64503" fmla="*/ 534406 w 2119654"/>
              <a:gd name="connsiteY64503" fmla="*/ 1970588 h 2398711"/>
              <a:gd name="connsiteX64504" fmla="*/ 1172830 w 2119654"/>
              <a:gd name="connsiteY64504" fmla="*/ 527967 h 2398711"/>
              <a:gd name="connsiteX64505" fmla="*/ 1172538 w 2119654"/>
              <a:gd name="connsiteY64505" fmla="*/ 528646 h 2398711"/>
              <a:gd name="connsiteX64506" fmla="*/ 1172803 w 2119654"/>
              <a:gd name="connsiteY64506" fmla="*/ 528868 h 2398711"/>
              <a:gd name="connsiteX64507" fmla="*/ 1186855 w 2119654"/>
              <a:gd name="connsiteY64507" fmla="*/ 496403 h 2398711"/>
              <a:gd name="connsiteX64508" fmla="*/ 1187508 w 2119654"/>
              <a:gd name="connsiteY64508" fmla="*/ 498802 h 2398711"/>
              <a:gd name="connsiteX64509" fmla="*/ 1187655 w 2119654"/>
              <a:gd name="connsiteY64509" fmla="*/ 498984 h 2398711"/>
              <a:gd name="connsiteX64510" fmla="*/ 1186911 w 2119654"/>
              <a:gd name="connsiteY64510" fmla="*/ 496315 h 2398711"/>
              <a:gd name="connsiteX64511" fmla="*/ 516421 w 2119654"/>
              <a:gd name="connsiteY64511" fmla="*/ 1997410 h 2398711"/>
              <a:gd name="connsiteX64512" fmla="*/ 516867 w 2119654"/>
              <a:gd name="connsiteY64512" fmla="*/ 1998969 h 2398711"/>
              <a:gd name="connsiteX64513" fmla="*/ 517447 w 2119654"/>
              <a:gd name="connsiteY64513" fmla="*/ 1999130 h 2398711"/>
              <a:gd name="connsiteX64514" fmla="*/ 521691 w 2119654"/>
              <a:gd name="connsiteY64514" fmla="*/ 1999468 h 2398711"/>
              <a:gd name="connsiteX64515" fmla="*/ 521587 w 2119654"/>
              <a:gd name="connsiteY64515" fmla="*/ 1999186 h 2398711"/>
              <a:gd name="connsiteX64516" fmla="*/ 520732 w 2119654"/>
              <a:gd name="connsiteY64516" fmla="*/ 1996778 h 2398711"/>
              <a:gd name="connsiteX64517" fmla="*/ 1184286 w 2119654"/>
              <a:gd name="connsiteY64517" fmla="*/ 501906 h 2398711"/>
              <a:gd name="connsiteX64518" fmla="*/ 1184828 w 2119654"/>
              <a:gd name="connsiteY64518" fmla="*/ 508022 h 2398711"/>
              <a:gd name="connsiteX64519" fmla="*/ 1186694 w 2119654"/>
              <a:gd name="connsiteY64519" fmla="*/ 509719 h 2398711"/>
              <a:gd name="connsiteX64520" fmla="*/ 1187413 w 2119654"/>
              <a:gd name="connsiteY64520" fmla="*/ 507904 h 2398711"/>
              <a:gd name="connsiteX64521" fmla="*/ 538169 w 2119654"/>
              <a:gd name="connsiteY64521" fmla="*/ 1948588 h 2398711"/>
              <a:gd name="connsiteX64522" fmla="*/ 539334 w 2119654"/>
              <a:gd name="connsiteY64522" fmla="*/ 1948629 h 2398711"/>
              <a:gd name="connsiteX64523" fmla="*/ 539386 w 2119654"/>
              <a:gd name="connsiteY64523" fmla="*/ 1948422 h 2398711"/>
              <a:gd name="connsiteX64524" fmla="*/ 538709 w 2119654"/>
              <a:gd name="connsiteY64524" fmla="*/ 1948176 h 2398711"/>
              <a:gd name="connsiteX64525" fmla="*/ 538380 w 2119654"/>
              <a:gd name="connsiteY64525" fmla="*/ 1948233 h 2398711"/>
              <a:gd name="connsiteX64526" fmla="*/ 536277 w 2119654"/>
              <a:gd name="connsiteY64526" fmla="*/ 1952823 h 2398711"/>
              <a:gd name="connsiteX64527" fmla="*/ 538272 w 2119654"/>
              <a:gd name="connsiteY64527" fmla="*/ 1952914 h 2398711"/>
              <a:gd name="connsiteX64528" fmla="*/ 538406 w 2119654"/>
              <a:gd name="connsiteY64528" fmla="*/ 1952374 h 2398711"/>
              <a:gd name="connsiteX64529" fmla="*/ 1186288 w 2119654"/>
              <a:gd name="connsiteY64529" fmla="*/ 497291 h 2398711"/>
              <a:gd name="connsiteX64530" fmla="*/ 1187115 w 2119654"/>
              <a:gd name="connsiteY64530" fmla="*/ 498317 h 2398711"/>
              <a:gd name="connsiteX64531" fmla="*/ 1186672 w 2119654"/>
              <a:gd name="connsiteY64531" fmla="*/ 496690 h 2398711"/>
              <a:gd name="connsiteX64532" fmla="*/ 537860 w 2119654"/>
              <a:gd name="connsiteY64532" fmla="*/ 1949108 h 2398711"/>
              <a:gd name="connsiteX64533" fmla="*/ 539134 w 2119654"/>
              <a:gd name="connsiteY64533" fmla="*/ 1949439 h 2398711"/>
              <a:gd name="connsiteX64534" fmla="*/ 539273 w 2119654"/>
              <a:gd name="connsiteY64534" fmla="*/ 1948875 h 2398711"/>
              <a:gd name="connsiteX64535" fmla="*/ 538024 w 2119654"/>
              <a:gd name="connsiteY64535" fmla="*/ 1948831 h 2398711"/>
              <a:gd name="connsiteX64536" fmla="*/ 1197270 w 2119654"/>
              <a:gd name="connsiteY64536" fmla="*/ 472480 h 2398711"/>
              <a:gd name="connsiteX64537" fmla="*/ 1197451 w 2119654"/>
              <a:gd name="connsiteY64537" fmla="*/ 473540 h 2398711"/>
              <a:gd name="connsiteX64538" fmla="*/ 1197755 w 2119654"/>
              <a:gd name="connsiteY64538" fmla="*/ 473064 h 2398711"/>
              <a:gd name="connsiteX64539" fmla="*/ 537507 w 2119654"/>
              <a:gd name="connsiteY64539" fmla="*/ 1949701 h 2398711"/>
              <a:gd name="connsiteX64540" fmla="*/ 538914 w 2119654"/>
              <a:gd name="connsiteY64540" fmla="*/ 1950326 h 2398711"/>
              <a:gd name="connsiteX64541" fmla="*/ 539016 w 2119654"/>
              <a:gd name="connsiteY64541" fmla="*/ 1949912 h 2398711"/>
              <a:gd name="connsiteX64542" fmla="*/ 537600 w 2119654"/>
              <a:gd name="connsiteY64542" fmla="*/ 1949544 h 2398711"/>
              <a:gd name="connsiteX64543" fmla="*/ 1185143 w 2119654"/>
              <a:gd name="connsiteY64543" fmla="*/ 499403 h 2398711"/>
              <a:gd name="connsiteX64544" fmla="*/ 1188437 w 2119654"/>
              <a:gd name="connsiteY64544" fmla="*/ 505315 h 2398711"/>
              <a:gd name="connsiteX64545" fmla="*/ 1188781 w 2119654"/>
              <a:gd name="connsiteY64545" fmla="*/ 504444 h 2398711"/>
              <a:gd name="connsiteX64546" fmla="*/ 1188546 w 2119654"/>
              <a:gd name="connsiteY64546" fmla="*/ 503579 h 2398711"/>
              <a:gd name="connsiteX64547" fmla="*/ 1185155 w 2119654"/>
              <a:gd name="connsiteY64547" fmla="*/ 499377 h 2398711"/>
              <a:gd name="connsiteX64548" fmla="*/ 1201498 w 2119654"/>
              <a:gd name="connsiteY64548" fmla="*/ 462674 h 2398711"/>
              <a:gd name="connsiteX64549" fmla="*/ 1202300 w 2119654"/>
              <a:gd name="connsiteY64549" fmla="*/ 465304 h 2398711"/>
              <a:gd name="connsiteX64550" fmla="*/ 1203349 w 2119654"/>
              <a:gd name="connsiteY64550" fmla="*/ 464428 h 2398711"/>
              <a:gd name="connsiteX64551" fmla="*/ 1198039 w 2119654"/>
              <a:gd name="connsiteY64551" fmla="*/ 470292 h 2398711"/>
              <a:gd name="connsiteX64552" fmla="*/ 1198941 w 2119654"/>
              <a:gd name="connsiteY64552" fmla="*/ 471208 h 2398711"/>
              <a:gd name="connsiteX64553" fmla="*/ 1200025 w 2119654"/>
              <a:gd name="connsiteY64553" fmla="*/ 469512 h 2398711"/>
              <a:gd name="connsiteX64554" fmla="*/ 1200159 w 2119654"/>
              <a:gd name="connsiteY64554" fmla="*/ 469345 h 2398711"/>
              <a:gd name="connsiteX64555" fmla="*/ 1200131 w 2119654"/>
              <a:gd name="connsiteY64555" fmla="*/ 469281 h 2398711"/>
              <a:gd name="connsiteX64556" fmla="*/ 1199715 w 2119654"/>
              <a:gd name="connsiteY64556" fmla="*/ 468775 h 2398711"/>
              <a:gd name="connsiteX64557" fmla="*/ 542176 w 2119654"/>
              <a:gd name="connsiteY64557" fmla="*/ 1938456 h 2398711"/>
              <a:gd name="connsiteX64558" fmla="*/ 541141 w 2119654"/>
              <a:gd name="connsiteY64558" fmla="*/ 1942629 h 2398711"/>
              <a:gd name="connsiteX64559" fmla="*/ 541304 w 2119654"/>
              <a:gd name="connsiteY64559" fmla="*/ 1942580 h 2398711"/>
              <a:gd name="connsiteX64560" fmla="*/ 543698 w 2119654"/>
              <a:gd name="connsiteY64560" fmla="*/ 1938554 h 2398711"/>
              <a:gd name="connsiteX64561" fmla="*/ 535715 w 2119654"/>
              <a:gd name="connsiteY64561" fmla="*/ 1952715 h 2398711"/>
              <a:gd name="connsiteX64562" fmla="*/ 538465 w 2119654"/>
              <a:gd name="connsiteY64562" fmla="*/ 1952135 h 2398711"/>
              <a:gd name="connsiteX64563" fmla="*/ 538592 w 2119654"/>
              <a:gd name="connsiteY64563" fmla="*/ 1951621 h 2398711"/>
              <a:gd name="connsiteX64564" fmla="*/ 538185 w 2119654"/>
              <a:gd name="connsiteY64564" fmla="*/ 1951801 h 2398711"/>
              <a:gd name="connsiteX64565" fmla="*/ 537983 w 2119654"/>
              <a:gd name="connsiteY64565" fmla="*/ 1951728 h 2398711"/>
              <a:gd name="connsiteX64566" fmla="*/ 538638 w 2119654"/>
              <a:gd name="connsiteY64566" fmla="*/ 1951438 h 2398711"/>
              <a:gd name="connsiteX64567" fmla="*/ 538769 w 2119654"/>
              <a:gd name="connsiteY64567" fmla="*/ 1950910 h 2398711"/>
              <a:gd name="connsiteX64568" fmla="*/ 537202 w 2119654"/>
              <a:gd name="connsiteY64568" fmla="*/ 1950214 h 2398711"/>
              <a:gd name="connsiteX64569" fmla="*/ 526760 w 2119654"/>
              <a:gd name="connsiteY64569" fmla="*/ 1972306 h 2398711"/>
              <a:gd name="connsiteX64570" fmla="*/ 527672 w 2119654"/>
              <a:gd name="connsiteY64570" fmla="*/ 1972699 h 2398711"/>
              <a:gd name="connsiteX64571" fmla="*/ 527650 w 2119654"/>
              <a:gd name="connsiteY64571" fmla="*/ 1972106 h 2398711"/>
              <a:gd name="connsiteX64572" fmla="*/ 1197175 w 2119654"/>
              <a:gd name="connsiteY64572" fmla="*/ 471074 h 2398711"/>
              <a:gd name="connsiteX64573" fmla="*/ 1198222 w 2119654"/>
              <a:gd name="connsiteY64573" fmla="*/ 472334 h 2398711"/>
              <a:gd name="connsiteX64574" fmla="*/ 1198446 w 2119654"/>
              <a:gd name="connsiteY64574" fmla="*/ 471984 h 2398711"/>
              <a:gd name="connsiteX64575" fmla="*/ 1197372 w 2119654"/>
              <a:gd name="connsiteY64575" fmla="*/ 470895 h 2398711"/>
              <a:gd name="connsiteX64576" fmla="*/ 534796 w 2119654"/>
              <a:gd name="connsiteY64576" fmla="*/ 1954260 h 2398711"/>
              <a:gd name="connsiteX64577" fmla="*/ 537871 w 2119654"/>
              <a:gd name="connsiteY64577" fmla="*/ 1954527 h 2398711"/>
              <a:gd name="connsiteX64578" fmla="*/ 538017 w 2119654"/>
              <a:gd name="connsiteY64578" fmla="*/ 1953940 h 2398711"/>
              <a:gd name="connsiteX64579" fmla="*/ 534984 w 2119654"/>
              <a:gd name="connsiteY64579" fmla="*/ 1953944 h 2398711"/>
              <a:gd name="connsiteX64580" fmla="*/ 542780 w 2119654"/>
              <a:gd name="connsiteY64580" fmla="*/ 1936022 h 2398711"/>
              <a:gd name="connsiteX64581" fmla="*/ 542658 w 2119654"/>
              <a:gd name="connsiteY64581" fmla="*/ 1936513 h 2398711"/>
              <a:gd name="connsiteX64582" fmla="*/ 544137 w 2119654"/>
              <a:gd name="connsiteY64582" fmla="*/ 1936609 h 2398711"/>
              <a:gd name="connsiteX64583" fmla="*/ 544073 w 2119654"/>
              <a:gd name="connsiteY64583" fmla="*/ 1936425 h 2398711"/>
              <a:gd name="connsiteX64584" fmla="*/ 544385 w 2119654"/>
              <a:gd name="connsiteY64584" fmla="*/ 1936624 h 2398711"/>
              <a:gd name="connsiteX64585" fmla="*/ 544495 w 2119654"/>
              <a:gd name="connsiteY64585" fmla="*/ 1936632 h 2398711"/>
              <a:gd name="connsiteX64586" fmla="*/ 543211 w 2119654"/>
              <a:gd name="connsiteY64586" fmla="*/ 1935812 h 2398711"/>
              <a:gd name="connsiteX64587" fmla="*/ 1220485 w 2119654"/>
              <a:gd name="connsiteY64587" fmla="*/ 418446 h 2398711"/>
              <a:gd name="connsiteX64588" fmla="*/ 1222052 w 2119654"/>
              <a:gd name="connsiteY64588" fmla="*/ 422124 h 2398711"/>
              <a:gd name="connsiteX64589" fmla="*/ 1223492 w 2119654"/>
              <a:gd name="connsiteY64589" fmla="*/ 417793 h 2398711"/>
              <a:gd name="connsiteX64590" fmla="*/ 1222620 w 2119654"/>
              <a:gd name="connsiteY64590" fmla="*/ 416817 h 2398711"/>
              <a:gd name="connsiteX64591" fmla="*/ 1224734 w 2119654"/>
              <a:gd name="connsiteY64591" fmla="*/ 408306 h 2398711"/>
              <a:gd name="connsiteX64592" fmla="*/ 1225746 w 2119654"/>
              <a:gd name="connsiteY64592" fmla="*/ 411013 h 2398711"/>
              <a:gd name="connsiteX64593" fmla="*/ 1226048 w 2119654"/>
              <a:gd name="connsiteY64593" fmla="*/ 410105 h 2398711"/>
              <a:gd name="connsiteX64594" fmla="*/ 536522 w 2119654"/>
              <a:gd name="connsiteY64594" fmla="*/ 1949263 h 2398711"/>
              <a:gd name="connsiteX64595" fmla="*/ 537179 w 2119654"/>
              <a:gd name="connsiteY64595" fmla="*/ 1949555 h 2398711"/>
              <a:gd name="connsiteX64596" fmla="*/ 537240 w 2119654"/>
              <a:gd name="connsiteY64596" fmla="*/ 1949450 h 2398711"/>
              <a:gd name="connsiteX64597" fmla="*/ 536825 w 2119654"/>
              <a:gd name="connsiteY64597" fmla="*/ 1948539 h 2398711"/>
              <a:gd name="connsiteX64598" fmla="*/ 537746 w 2119654"/>
              <a:gd name="connsiteY64598" fmla="*/ 1948572 h 2398711"/>
              <a:gd name="connsiteX64599" fmla="*/ 537892 w 2119654"/>
              <a:gd name="connsiteY64599" fmla="*/ 1948318 h 2398711"/>
              <a:gd name="connsiteX64600" fmla="*/ 537071 w 2119654"/>
              <a:gd name="connsiteY64600" fmla="*/ 1948462 h 2398711"/>
              <a:gd name="connsiteX64601" fmla="*/ 532299 w 2119654"/>
              <a:gd name="connsiteY64601" fmla="*/ 1958458 h 2398711"/>
              <a:gd name="connsiteX64602" fmla="*/ 532351 w 2119654"/>
              <a:gd name="connsiteY64602" fmla="*/ 1958450 h 2398711"/>
              <a:gd name="connsiteX64603" fmla="*/ 532307 w 2119654"/>
              <a:gd name="connsiteY64603" fmla="*/ 1958446 h 2398711"/>
              <a:gd name="connsiteX64604" fmla="*/ 536597 w 2119654"/>
              <a:gd name="connsiteY64604" fmla="*/ 1948780 h 2398711"/>
              <a:gd name="connsiteX64605" fmla="*/ 537492 w 2119654"/>
              <a:gd name="connsiteY64605" fmla="*/ 1949013 h 2398711"/>
              <a:gd name="connsiteX64606" fmla="*/ 537605 w 2119654"/>
              <a:gd name="connsiteY64606" fmla="*/ 1948816 h 2398711"/>
              <a:gd name="connsiteX64607" fmla="*/ 1228993 w 2119654"/>
              <a:gd name="connsiteY64607" fmla="*/ 398121 h 2398711"/>
              <a:gd name="connsiteX64608" fmla="*/ 1229014 w 2119654"/>
              <a:gd name="connsiteY64608" fmla="*/ 400519 h 2398711"/>
              <a:gd name="connsiteX64609" fmla="*/ 1229180 w 2119654"/>
              <a:gd name="connsiteY64609" fmla="*/ 400684 h 2398711"/>
              <a:gd name="connsiteX64610" fmla="*/ 1229519 w 2119654"/>
              <a:gd name="connsiteY64610" fmla="*/ 399665 h 2398711"/>
              <a:gd name="connsiteX64611" fmla="*/ 515761 w 2119654"/>
              <a:gd name="connsiteY64611" fmla="*/ 1995103 h 2398711"/>
              <a:gd name="connsiteX64612" fmla="*/ 516265 w 2119654"/>
              <a:gd name="connsiteY64612" fmla="*/ 1996869 h 2398711"/>
              <a:gd name="connsiteX64613" fmla="*/ 520442 w 2119654"/>
              <a:gd name="connsiteY64613" fmla="*/ 1995962 h 2398711"/>
              <a:gd name="connsiteX64614" fmla="*/ 519675 w 2119654"/>
              <a:gd name="connsiteY64614" fmla="*/ 1993800 h 2398711"/>
              <a:gd name="connsiteX64615" fmla="*/ 1264238 w 2119654"/>
              <a:gd name="connsiteY64615" fmla="*/ 319031 h 2398711"/>
              <a:gd name="connsiteX64616" fmla="*/ 1266462 w 2119654"/>
              <a:gd name="connsiteY64616" fmla="*/ 322079 h 2398711"/>
              <a:gd name="connsiteX64617" fmla="*/ 1269650 w 2119654"/>
              <a:gd name="connsiteY64617" fmla="*/ 315992 h 2398711"/>
              <a:gd name="connsiteX64618" fmla="*/ 1275183 w 2119654"/>
              <a:gd name="connsiteY64618" fmla="*/ 307948 h 2398711"/>
              <a:gd name="connsiteX64619" fmla="*/ 1275171 w 2119654"/>
              <a:gd name="connsiteY64619" fmla="*/ 306502 h 2398711"/>
              <a:gd name="connsiteX64620" fmla="*/ 541877 w 2119654"/>
              <a:gd name="connsiteY64620" fmla="*/ 1936462 h 2398711"/>
              <a:gd name="connsiteX64621" fmla="*/ 542345 w 2119654"/>
              <a:gd name="connsiteY64621" fmla="*/ 1936493 h 2398711"/>
              <a:gd name="connsiteX64622" fmla="*/ 542417 w 2119654"/>
              <a:gd name="connsiteY64622" fmla="*/ 1936199 h 2398711"/>
              <a:gd name="connsiteX64623" fmla="*/ 518453 w 2119654"/>
              <a:gd name="connsiteY64623" fmla="*/ 1988865 h 2398711"/>
              <a:gd name="connsiteX64624" fmla="*/ 519347 w 2119654"/>
              <a:gd name="connsiteY64624" fmla="*/ 1991384 h 2398711"/>
              <a:gd name="connsiteX64625" fmla="*/ 526583 w 2119654"/>
              <a:gd name="connsiteY64625" fmla="*/ 1988619 h 2398711"/>
              <a:gd name="connsiteX64626" fmla="*/ 528247 w 2119654"/>
              <a:gd name="connsiteY64626" fmla="*/ 1987940 h 2398711"/>
              <a:gd name="connsiteX64627" fmla="*/ 528213 w 2119654"/>
              <a:gd name="connsiteY64627" fmla="*/ 1987046 h 2398711"/>
              <a:gd name="connsiteX64628" fmla="*/ 526497 w 2119654"/>
              <a:gd name="connsiteY64628" fmla="*/ 1986453 h 2398711"/>
              <a:gd name="connsiteX64629" fmla="*/ 530558 w 2119654"/>
              <a:gd name="connsiteY64629" fmla="*/ 1961386 h 2398711"/>
              <a:gd name="connsiteX64630" fmla="*/ 536343 w 2119654"/>
              <a:gd name="connsiteY64630" fmla="*/ 1961504 h 2398711"/>
              <a:gd name="connsiteX64631" fmla="*/ 536899 w 2119654"/>
              <a:gd name="connsiteY64631" fmla="*/ 1958897 h 2398711"/>
              <a:gd name="connsiteX64632" fmla="*/ 535122 w 2119654"/>
              <a:gd name="connsiteY64632" fmla="*/ 1958723 h 2398711"/>
              <a:gd name="connsiteX64633" fmla="*/ 531851 w 2119654"/>
              <a:gd name="connsiteY64633" fmla="*/ 1959212 h 2398711"/>
              <a:gd name="connsiteX64634" fmla="*/ 530567 w 2119654"/>
              <a:gd name="connsiteY64634" fmla="*/ 1961371 h 2398711"/>
              <a:gd name="connsiteX64635" fmla="*/ 515921 w 2119654"/>
              <a:gd name="connsiteY64635" fmla="*/ 1992832 h 2398711"/>
              <a:gd name="connsiteX64636" fmla="*/ 519429 w 2119654"/>
              <a:gd name="connsiteY64636" fmla="*/ 1993105 h 2398711"/>
              <a:gd name="connsiteX64637" fmla="*/ 518925 w 2119654"/>
              <a:gd name="connsiteY64637" fmla="*/ 1991684 h 2398711"/>
              <a:gd name="connsiteX64638" fmla="*/ 527777 w 2119654"/>
              <a:gd name="connsiteY64638" fmla="*/ 1966213 h 2398711"/>
              <a:gd name="connsiteX64639" fmla="*/ 527792 w 2119654"/>
              <a:gd name="connsiteY64639" fmla="*/ 1966819 h 2398711"/>
              <a:gd name="connsiteX64640" fmla="*/ 534993 w 2119654"/>
              <a:gd name="connsiteY64640" fmla="*/ 1966665 h 2398711"/>
              <a:gd name="connsiteX64641" fmla="*/ 535255 w 2119654"/>
              <a:gd name="connsiteY64641" fmla="*/ 1966607 h 2398711"/>
              <a:gd name="connsiteX64642" fmla="*/ 536231 w 2119654"/>
              <a:gd name="connsiteY64642" fmla="*/ 1962031 h 2398711"/>
              <a:gd name="connsiteX64643" fmla="*/ 530302 w 2119654"/>
              <a:gd name="connsiteY64643" fmla="*/ 1961830 h 2398711"/>
              <a:gd name="connsiteX64644" fmla="*/ 1209074 w 2119654"/>
              <a:gd name="connsiteY64644" fmla="*/ 440590 h 2398711"/>
              <a:gd name="connsiteX64645" fmla="*/ 1211061 w 2119654"/>
              <a:gd name="connsiteY64645" fmla="*/ 446124 h 2398711"/>
              <a:gd name="connsiteX64646" fmla="*/ 1213773 w 2119654"/>
              <a:gd name="connsiteY64646" fmla="*/ 448464 h 2398711"/>
              <a:gd name="connsiteX64647" fmla="*/ 1214135 w 2119654"/>
              <a:gd name="connsiteY64647" fmla="*/ 446402 h 2398711"/>
              <a:gd name="connsiteX64648" fmla="*/ 513499 w 2119654"/>
              <a:gd name="connsiteY64648" fmla="*/ 1998041 h 2398711"/>
              <a:gd name="connsiteX64649" fmla="*/ 515429 w 2119654"/>
              <a:gd name="connsiteY64649" fmla="*/ 1998573 h 2398711"/>
              <a:gd name="connsiteX64650" fmla="*/ 515307 w 2119654"/>
              <a:gd name="connsiteY64650" fmla="*/ 1997648 h 2398711"/>
              <a:gd name="connsiteX64651" fmla="*/ 527424 w 2119654"/>
              <a:gd name="connsiteY64651" fmla="*/ 1966827 h 2398711"/>
              <a:gd name="connsiteX64652" fmla="*/ 527451 w 2119654"/>
              <a:gd name="connsiteY64652" fmla="*/ 1966826 h 2398711"/>
              <a:gd name="connsiteX64653" fmla="*/ 527449 w 2119654"/>
              <a:gd name="connsiteY64653" fmla="*/ 1966783 h 2398711"/>
              <a:gd name="connsiteX64654" fmla="*/ 520368 w 2119654"/>
              <a:gd name="connsiteY64654" fmla="*/ 1982583 h 2398711"/>
              <a:gd name="connsiteX64655" fmla="*/ 521966 w 2119654"/>
              <a:gd name="connsiteY64655" fmla="*/ 1982681 h 2398711"/>
              <a:gd name="connsiteX64656" fmla="*/ 527999 w 2119654"/>
              <a:gd name="connsiteY64656" fmla="*/ 1981360 h 2398711"/>
              <a:gd name="connsiteX64657" fmla="*/ 527991 w 2119654"/>
              <a:gd name="connsiteY64657" fmla="*/ 1981142 h 2398711"/>
              <a:gd name="connsiteX64658" fmla="*/ 523548 w 2119654"/>
              <a:gd name="connsiteY64658" fmla="*/ 1981019 h 2398711"/>
              <a:gd name="connsiteX64659" fmla="*/ 492529 w 2119654"/>
              <a:gd name="connsiteY64659" fmla="*/ 2044685 h 2398711"/>
              <a:gd name="connsiteX64660" fmla="*/ 503192 w 2119654"/>
              <a:gd name="connsiteY64660" fmla="*/ 2044617 h 2398711"/>
              <a:gd name="connsiteX64661" fmla="*/ 507800 w 2119654"/>
              <a:gd name="connsiteY64661" fmla="*/ 2043217 h 2398711"/>
              <a:gd name="connsiteX64662" fmla="*/ 511468 w 2119654"/>
              <a:gd name="connsiteY64662" fmla="*/ 2042062 h 2398711"/>
              <a:gd name="connsiteX64663" fmla="*/ 503419 w 2119654"/>
              <a:gd name="connsiteY64663" fmla="*/ 2041320 h 2398711"/>
              <a:gd name="connsiteX64664" fmla="*/ 515417 w 2119654"/>
              <a:gd name="connsiteY64664" fmla="*/ 1993304 h 2398711"/>
              <a:gd name="connsiteX64665" fmla="*/ 515564 w 2119654"/>
              <a:gd name="connsiteY64665" fmla="*/ 1994418 h 2398711"/>
              <a:gd name="connsiteX64666" fmla="*/ 515680 w 2119654"/>
              <a:gd name="connsiteY64666" fmla="*/ 1994822 h 2398711"/>
              <a:gd name="connsiteX64667" fmla="*/ 519322 w 2119654"/>
              <a:gd name="connsiteY64667" fmla="*/ 1993609 h 2398711"/>
              <a:gd name="connsiteX64668" fmla="*/ 524287 w 2119654"/>
              <a:gd name="connsiteY64668" fmla="*/ 1972862 h 2398711"/>
              <a:gd name="connsiteX64669" fmla="*/ 527735 w 2119654"/>
              <a:gd name="connsiteY64669" fmla="*/ 1974354 h 2398711"/>
              <a:gd name="connsiteX64670" fmla="*/ 527726 w 2119654"/>
              <a:gd name="connsiteY64670" fmla="*/ 1974117 h 2398711"/>
              <a:gd name="connsiteX64671" fmla="*/ 524632 w 2119654"/>
              <a:gd name="connsiteY64671" fmla="*/ 1972785 h 2398711"/>
              <a:gd name="connsiteX64672" fmla="*/ 1199447 w 2119654"/>
              <a:gd name="connsiteY64672" fmla="*/ 460731 h 2398711"/>
              <a:gd name="connsiteX64673" fmla="*/ 1201951 w 2119654"/>
              <a:gd name="connsiteY64673" fmla="*/ 465596 h 2398711"/>
              <a:gd name="connsiteX64674" fmla="*/ 1202146 w 2119654"/>
              <a:gd name="connsiteY64674" fmla="*/ 465433 h 2398711"/>
              <a:gd name="connsiteX64675" fmla="*/ 1201226 w 2119654"/>
              <a:gd name="connsiteY64675" fmla="*/ 462416 h 2398711"/>
              <a:gd name="connsiteX64676" fmla="*/ 1243355 w 2119654"/>
              <a:gd name="connsiteY64676" fmla="*/ 362326 h 2398711"/>
              <a:gd name="connsiteX64677" fmla="*/ 1243876 w 2119654"/>
              <a:gd name="connsiteY64677" fmla="*/ 365194 h 2398711"/>
              <a:gd name="connsiteX64678" fmla="*/ 1244688 w 2119654"/>
              <a:gd name="connsiteY64678" fmla="*/ 363642 h 2398711"/>
              <a:gd name="connsiteX64679" fmla="*/ 1216672 w 2119654"/>
              <a:gd name="connsiteY64679" fmla="*/ 421355 h 2398711"/>
              <a:gd name="connsiteX64680" fmla="*/ 1219475 w 2119654"/>
              <a:gd name="connsiteY64680" fmla="*/ 429873 h 2398711"/>
              <a:gd name="connsiteX64681" fmla="*/ 1220045 w 2119654"/>
              <a:gd name="connsiteY64681" fmla="*/ 428158 h 2398711"/>
              <a:gd name="connsiteX64682" fmla="*/ 1218796 w 2119654"/>
              <a:gd name="connsiteY64682" fmla="*/ 426150 h 2398711"/>
              <a:gd name="connsiteX64683" fmla="*/ 1219253 w 2119654"/>
              <a:gd name="connsiteY64683" fmla="*/ 426316 h 2398711"/>
              <a:gd name="connsiteX64684" fmla="*/ 1220168 w 2119654"/>
              <a:gd name="connsiteY64684" fmla="*/ 427787 h 2398711"/>
              <a:gd name="connsiteX64685" fmla="*/ 1220920 w 2119654"/>
              <a:gd name="connsiteY64685" fmla="*/ 425525 h 2398711"/>
              <a:gd name="connsiteX64686" fmla="*/ 1218911 w 2119654"/>
              <a:gd name="connsiteY64686" fmla="*/ 419648 h 2398711"/>
              <a:gd name="connsiteX64687" fmla="*/ 1223638 w 2119654"/>
              <a:gd name="connsiteY64687" fmla="*/ 405375 h 2398711"/>
              <a:gd name="connsiteX64688" fmla="*/ 1224358 w 2119654"/>
              <a:gd name="connsiteY64688" fmla="*/ 407301 h 2398711"/>
              <a:gd name="connsiteX64689" fmla="*/ 1225279 w 2119654"/>
              <a:gd name="connsiteY64689" fmla="*/ 408563 h 2398711"/>
              <a:gd name="connsiteX64690" fmla="*/ 1186427 w 2119654"/>
              <a:gd name="connsiteY64690" fmla="*/ 488546 h 2398711"/>
              <a:gd name="connsiteX64691" fmla="*/ 1186841 w 2119654"/>
              <a:gd name="connsiteY64691" fmla="*/ 490146 h 2398711"/>
              <a:gd name="connsiteX64692" fmla="*/ 1187023 w 2119654"/>
              <a:gd name="connsiteY64692" fmla="*/ 489861 h 2398711"/>
              <a:gd name="connsiteX64693" fmla="*/ 521766 w 2119654"/>
              <a:gd name="connsiteY64693" fmla="*/ 1976648 h 2398711"/>
              <a:gd name="connsiteX64694" fmla="*/ 527829 w 2119654"/>
              <a:gd name="connsiteY64694" fmla="*/ 1976863 h 2398711"/>
              <a:gd name="connsiteX64695" fmla="*/ 527795 w 2119654"/>
              <a:gd name="connsiteY64695" fmla="*/ 1975953 h 2398711"/>
              <a:gd name="connsiteX64696" fmla="*/ 526657 w 2119654"/>
              <a:gd name="connsiteY64696" fmla="*/ 1976092 h 2398711"/>
              <a:gd name="connsiteX64697" fmla="*/ 526457 w 2119654"/>
              <a:gd name="connsiteY64697" fmla="*/ 1975970 h 2398711"/>
              <a:gd name="connsiteX64698" fmla="*/ 527790 w 2119654"/>
              <a:gd name="connsiteY64698" fmla="*/ 1975806 h 2398711"/>
              <a:gd name="connsiteX64699" fmla="*/ 527783 w 2119654"/>
              <a:gd name="connsiteY64699" fmla="*/ 1975635 h 2398711"/>
              <a:gd name="connsiteX64700" fmla="*/ 523433 w 2119654"/>
              <a:gd name="connsiteY64700" fmla="*/ 1973753 h 2398711"/>
              <a:gd name="connsiteX64701" fmla="*/ 521411 w 2119654"/>
              <a:gd name="connsiteY64701" fmla="*/ 1977263 h 2398711"/>
              <a:gd name="connsiteX64702" fmla="*/ 527868 w 2119654"/>
              <a:gd name="connsiteY64702" fmla="*/ 1977884 h 2398711"/>
              <a:gd name="connsiteX64703" fmla="*/ 527839 w 2119654"/>
              <a:gd name="connsiteY64703" fmla="*/ 1977113 h 2398711"/>
              <a:gd name="connsiteX64704" fmla="*/ 521624 w 2119654"/>
              <a:gd name="connsiteY64704" fmla="*/ 1976894 h 2398711"/>
              <a:gd name="connsiteX64705" fmla="*/ 1195144 w 2119654"/>
              <a:gd name="connsiteY64705" fmla="*/ 468633 h 2398711"/>
              <a:gd name="connsiteX64706" fmla="*/ 1196501 w 2119654"/>
              <a:gd name="connsiteY64706" fmla="*/ 470264 h 2398711"/>
              <a:gd name="connsiteX64707" fmla="*/ 1196507 w 2119654"/>
              <a:gd name="connsiteY64707" fmla="*/ 470256 h 2398711"/>
              <a:gd name="connsiteX64708" fmla="*/ 1196458 w 2119654"/>
              <a:gd name="connsiteY64708" fmla="*/ 469967 h 2398711"/>
              <a:gd name="connsiteX64709" fmla="*/ 1249307 w 2119654"/>
              <a:gd name="connsiteY64709" fmla="*/ 346937 h 2398711"/>
              <a:gd name="connsiteX64710" fmla="*/ 1251029 w 2119654"/>
              <a:gd name="connsiteY64710" fmla="*/ 351538 h 2398711"/>
              <a:gd name="connsiteX64711" fmla="*/ 1265065 w 2119654"/>
              <a:gd name="connsiteY64711" fmla="*/ 324745 h 2398711"/>
              <a:gd name="connsiteX64712" fmla="*/ 1255891 w 2119654"/>
              <a:gd name="connsiteY64712" fmla="*/ 337511 h 2398711"/>
              <a:gd name="connsiteX64713" fmla="*/ 1248515 w 2119654"/>
              <a:gd name="connsiteY64713" fmla="*/ 348070 h 2398711"/>
              <a:gd name="connsiteX64714" fmla="*/ 1249532 w 2119654"/>
              <a:gd name="connsiteY64714" fmla="*/ 350102 h 2398711"/>
              <a:gd name="connsiteX64715" fmla="*/ 1248683 w 2119654"/>
              <a:gd name="connsiteY64715" fmla="*/ 347830 h 2398711"/>
              <a:gd name="connsiteX64716" fmla="*/ 531224 w 2119654"/>
              <a:gd name="connsiteY64716" fmla="*/ 1953949 h 2398711"/>
              <a:gd name="connsiteX64717" fmla="*/ 534485 w 2119654"/>
              <a:gd name="connsiteY64717" fmla="*/ 1954232 h 2398711"/>
              <a:gd name="connsiteX64718" fmla="*/ 534650 w 2119654"/>
              <a:gd name="connsiteY64718" fmla="*/ 1953944 h 2398711"/>
              <a:gd name="connsiteX64719" fmla="*/ 527670 w 2119654"/>
              <a:gd name="connsiteY64719" fmla="*/ 1961741 h 2398711"/>
              <a:gd name="connsiteX64720" fmla="*/ 527769 w 2119654"/>
              <a:gd name="connsiteY64720" fmla="*/ 1965888 h 2398711"/>
              <a:gd name="connsiteX64721" fmla="*/ 530111 w 2119654"/>
              <a:gd name="connsiteY64721" fmla="*/ 1961823 h 2398711"/>
              <a:gd name="connsiteX64722" fmla="*/ 514967 w 2119654"/>
              <a:gd name="connsiteY64722" fmla="*/ 1989910 h 2398711"/>
              <a:gd name="connsiteX64723" fmla="*/ 515348 w 2119654"/>
              <a:gd name="connsiteY64723" fmla="*/ 1992787 h 2398711"/>
              <a:gd name="connsiteX64724" fmla="*/ 515618 w 2119654"/>
              <a:gd name="connsiteY64724" fmla="*/ 1992808 h 2398711"/>
              <a:gd name="connsiteX64725" fmla="*/ 518881 w 2119654"/>
              <a:gd name="connsiteY64725" fmla="*/ 1991562 h 2398711"/>
              <a:gd name="connsiteX64726" fmla="*/ 517975 w 2119654"/>
              <a:gd name="connsiteY64726" fmla="*/ 1989009 h 2398711"/>
              <a:gd name="connsiteX64727" fmla="*/ 1195946 w 2119654"/>
              <a:gd name="connsiteY64727" fmla="*/ 464734 h 2398711"/>
              <a:gd name="connsiteX64728" fmla="*/ 1196657 w 2119654"/>
              <a:gd name="connsiteY64728" fmla="*/ 468889 h 2398711"/>
              <a:gd name="connsiteX64729" fmla="*/ 1197298 w 2119654"/>
              <a:gd name="connsiteY64729" fmla="*/ 469540 h 2398711"/>
              <a:gd name="connsiteX64730" fmla="*/ 1198167 w 2119654"/>
              <a:gd name="connsiteY64730" fmla="*/ 468753 h 2398711"/>
              <a:gd name="connsiteX64731" fmla="*/ 1199075 w 2119654"/>
              <a:gd name="connsiteY64731" fmla="*/ 467996 h 2398711"/>
              <a:gd name="connsiteX64732" fmla="*/ 1197038 w 2119654"/>
              <a:gd name="connsiteY64732" fmla="*/ 465517 h 2398711"/>
              <a:gd name="connsiteX64733" fmla="*/ 1190325 w 2119654"/>
              <a:gd name="connsiteY64733" fmla="*/ 477270 h 2398711"/>
              <a:gd name="connsiteX64734" fmla="*/ 1190971 w 2119654"/>
              <a:gd name="connsiteY64734" fmla="*/ 478430 h 2398711"/>
              <a:gd name="connsiteX64735" fmla="*/ 1194642 w 2119654"/>
              <a:gd name="connsiteY64735" fmla="*/ 474336 h 2398711"/>
              <a:gd name="connsiteX64736" fmla="*/ 1195009 w 2119654"/>
              <a:gd name="connsiteY64736" fmla="*/ 474271 h 2398711"/>
              <a:gd name="connsiteX64737" fmla="*/ 1191089 w 2119654"/>
              <a:gd name="connsiteY64737" fmla="*/ 478641 h 2398711"/>
              <a:gd name="connsiteX64738" fmla="*/ 1192534 w 2119654"/>
              <a:gd name="connsiteY64738" fmla="*/ 481235 h 2398711"/>
              <a:gd name="connsiteX64739" fmla="*/ 1197149 w 2119654"/>
              <a:gd name="connsiteY64739" fmla="*/ 474012 h 2398711"/>
              <a:gd name="connsiteX64740" fmla="*/ 1196788 w 2119654"/>
              <a:gd name="connsiteY64740" fmla="*/ 471903 h 2398711"/>
              <a:gd name="connsiteX64741" fmla="*/ 1196561 w 2119654"/>
              <a:gd name="connsiteY64741" fmla="*/ 471628 h 2398711"/>
              <a:gd name="connsiteX64742" fmla="*/ 510893 w 2119654"/>
              <a:gd name="connsiteY64742" fmla="*/ 1998607 h 2398711"/>
              <a:gd name="connsiteX64743" fmla="*/ 514176 w 2119654"/>
              <a:gd name="connsiteY64743" fmla="*/ 1998869 h 2398711"/>
              <a:gd name="connsiteX64744" fmla="*/ 512198 w 2119654"/>
              <a:gd name="connsiteY64744" fmla="*/ 1998323 h 2398711"/>
              <a:gd name="connsiteX64745" fmla="*/ 516979 w 2119654"/>
              <a:gd name="connsiteY64745" fmla="*/ 1984713 h 2398711"/>
              <a:gd name="connsiteX64746" fmla="*/ 517991 w 2119654"/>
              <a:gd name="connsiteY64746" fmla="*/ 1987565 h 2398711"/>
              <a:gd name="connsiteX64747" fmla="*/ 524265 w 2119654"/>
              <a:gd name="connsiteY64747" fmla="*/ 1985683 h 2398711"/>
              <a:gd name="connsiteX64748" fmla="*/ 522427 w 2119654"/>
              <a:gd name="connsiteY64748" fmla="*/ 1985049 h 2398711"/>
              <a:gd name="connsiteX64749" fmla="*/ 510388 w 2119654"/>
              <a:gd name="connsiteY64749" fmla="*/ 1999029 h 2398711"/>
              <a:gd name="connsiteX64750" fmla="*/ 515713 w 2119654"/>
              <a:gd name="connsiteY64750" fmla="*/ 2000719 h 2398711"/>
              <a:gd name="connsiteX64751" fmla="*/ 515544 w 2119654"/>
              <a:gd name="connsiteY64751" fmla="*/ 1999440 h 2398711"/>
              <a:gd name="connsiteX64752" fmla="*/ 1187299 w 2119654"/>
              <a:gd name="connsiteY64752" fmla="*/ 482869 h 2398711"/>
              <a:gd name="connsiteX64753" fmla="*/ 1189037 w 2119654"/>
              <a:gd name="connsiteY64753" fmla="*/ 486708 h 2398711"/>
              <a:gd name="connsiteX64754" fmla="*/ 1191649 w 2119654"/>
              <a:gd name="connsiteY64754" fmla="*/ 482621 h 2398711"/>
              <a:gd name="connsiteX64755" fmla="*/ 1190037 w 2119654"/>
              <a:gd name="connsiteY64755" fmla="*/ 479816 h 2398711"/>
              <a:gd name="connsiteX64756" fmla="*/ 527625 w 2119654"/>
              <a:gd name="connsiteY64756" fmla="*/ 1959844 h 2398711"/>
              <a:gd name="connsiteX64757" fmla="*/ 527660 w 2119654"/>
              <a:gd name="connsiteY64757" fmla="*/ 1961327 h 2398711"/>
              <a:gd name="connsiteX64758" fmla="*/ 530365 w 2119654"/>
              <a:gd name="connsiteY64758" fmla="*/ 1961382 h 2398711"/>
              <a:gd name="connsiteX64759" fmla="*/ 531593 w 2119654"/>
              <a:gd name="connsiteY64759" fmla="*/ 1959250 h 2398711"/>
              <a:gd name="connsiteX64760" fmla="*/ 1228916 w 2119654"/>
              <a:gd name="connsiteY64760" fmla="*/ 389334 h 2398711"/>
              <a:gd name="connsiteX64761" fmla="*/ 1228987 w 2119654"/>
              <a:gd name="connsiteY64761" fmla="*/ 397315 h 2398711"/>
              <a:gd name="connsiteX64762" fmla="*/ 1229652 w 2119654"/>
              <a:gd name="connsiteY64762" fmla="*/ 399266 h 2398711"/>
              <a:gd name="connsiteX64763" fmla="*/ 1234183 w 2119654"/>
              <a:gd name="connsiteY64763" fmla="*/ 385638 h 2398711"/>
              <a:gd name="connsiteX64764" fmla="*/ 1184460 w 2119654"/>
              <a:gd name="connsiteY64764" fmla="*/ 488548 h 2398711"/>
              <a:gd name="connsiteX64765" fmla="*/ 1184287 w 2119654"/>
              <a:gd name="connsiteY64765" fmla="*/ 494144 h 2398711"/>
              <a:gd name="connsiteX64766" fmla="*/ 1185476 w 2119654"/>
              <a:gd name="connsiteY64766" fmla="*/ 492283 h 2398711"/>
              <a:gd name="connsiteX64767" fmla="*/ 1184488 w 2119654"/>
              <a:gd name="connsiteY64767" fmla="*/ 487621 h 2398711"/>
              <a:gd name="connsiteX64768" fmla="*/ 1184486 w 2119654"/>
              <a:gd name="connsiteY64768" fmla="*/ 487695 h 2398711"/>
              <a:gd name="connsiteX64769" fmla="*/ 1185657 w 2119654"/>
              <a:gd name="connsiteY64769" fmla="*/ 492001 h 2398711"/>
              <a:gd name="connsiteX64770" fmla="*/ 1185693 w 2119654"/>
              <a:gd name="connsiteY64770" fmla="*/ 491944 h 2398711"/>
              <a:gd name="connsiteX64771" fmla="*/ 475302 w 2119654"/>
              <a:gd name="connsiteY64771" fmla="*/ 2075367 h 2398711"/>
              <a:gd name="connsiteX64772" fmla="*/ 487487 w 2119654"/>
              <a:gd name="connsiteY64772" fmla="*/ 2075219 h 2398711"/>
              <a:gd name="connsiteX64773" fmla="*/ 525256 w 2119654"/>
              <a:gd name="connsiteY64773" fmla="*/ 2071984 h 2398711"/>
              <a:gd name="connsiteX64774" fmla="*/ 524202 w 2119654"/>
              <a:gd name="connsiteY64774" fmla="*/ 2064788 h 2398711"/>
              <a:gd name="connsiteX64775" fmla="*/ 523952 w 2119654"/>
              <a:gd name="connsiteY64775" fmla="*/ 2062904 h 2398711"/>
              <a:gd name="connsiteX64776" fmla="*/ 487838 w 2119654"/>
              <a:gd name="connsiteY64776" fmla="*/ 2072550 h 2398711"/>
              <a:gd name="connsiteX64777" fmla="*/ 527580 w 2119654"/>
              <a:gd name="connsiteY64777" fmla="*/ 1957982 h 2398711"/>
              <a:gd name="connsiteX64778" fmla="*/ 527609 w 2119654"/>
              <a:gd name="connsiteY64778" fmla="*/ 1959160 h 2398711"/>
              <a:gd name="connsiteX64779" fmla="*/ 532026 w 2119654"/>
              <a:gd name="connsiteY64779" fmla="*/ 1958499 h 2398711"/>
              <a:gd name="connsiteX64780" fmla="*/ 532071 w 2119654"/>
              <a:gd name="connsiteY64780" fmla="*/ 1958422 h 2398711"/>
              <a:gd name="connsiteX64781" fmla="*/ 1243057 w 2119654"/>
              <a:gd name="connsiteY64781" fmla="*/ 355885 h 2398711"/>
              <a:gd name="connsiteX64782" fmla="*/ 1246323 w 2119654"/>
              <a:gd name="connsiteY64782" fmla="*/ 360522 h 2398711"/>
              <a:gd name="connsiteX64783" fmla="*/ 1248095 w 2119654"/>
              <a:gd name="connsiteY64783" fmla="*/ 357137 h 2398711"/>
              <a:gd name="connsiteX64784" fmla="*/ 1246820 w 2119654"/>
              <a:gd name="connsiteY64784" fmla="*/ 351146 h 2398711"/>
              <a:gd name="connsiteX64785" fmla="*/ 1247098 w 2119654"/>
              <a:gd name="connsiteY64785" fmla="*/ 351375 h 2398711"/>
              <a:gd name="connsiteX64786" fmla="*/ 1248258 w 2119654"/>
              <a:gd name="connsiteY64786" fmla="*/ 356826 h 2398711"/>
              <a:gd name="connsiteX64787" fmla="*/ 1250341 w 2119654"/>
              <a:gd name="connsiteY64787" fmla="*/ 352851 h 2398711"/>
              <a:gd name="connsiteX64788" fmla="*/ 1249477 w 2119654"/>
              <a:gd name="connsiteY64788" fmla="*/ 350864 h 2398711"/>
              <a:gd name="connsiteX64789" fmla="*/ 1248259 w 2119654"/>
              <a:gd name="connsiteY64789" fmla="*/ 348437 h 2398711"/>
              <a:gd name="connsiteX64790" fmla="*/ 1162064 w 2119654"/>
              <a:gd name="connsiteY64790" fmla="*/ 536985 h 2398711"/>
              <a:gd name="connsiteX64791" fmla="*/ 1162716 w 2119654"/>
              <a:gd name="connsiteY64791" fmla="*/ 537790 h 2398711"/>
              <a:gd name="connsiteX64792" fmla="*/ 1162821 w 2119654"/>
              <a:gd name="connsiteY64792" fmla="*/ 537546 h 2398711"/>
              <a:gd name="connsiteX64793" fmla="*/ 509912 w 2119654"/>
              <a:gd name="connsiteY64793" fmla="*/ 1997052 h 2398711"/>
              <a:gd name="connsiteX64794" fmla="*/ 511865 w 2119654"/>
              <a:gd name="connsiteY64794" fmla="*/ 1997590 h 2398711"/>
              <a:gd name="connsiteX64795" fmla="*/ 515187 w 2119654"/>
              <a:gd name="connsiteY64795" fmla="*/ 1997103 h 2398711"/>
              <a:gd name="connsiteX64796" fmla="*/ 515233 w 2119654"/>
              <a:gd name="connsiteY64796" fmla="*/ 1997093 h 2398711"/>
              <a:gd name="connsiteX64797" fmla="*/ 515003 w 2119654"/>
              <a:gd name="connsiteY64797" fmla="*/ 1995356 h 2398711"/>
              <a:gd name="connsiteX64798" fmla="*/ 1242366 w 2119654"/>
              <a:gd name="connsiteY64798" fmla="*/ 356874 h 2398711"/>
              <a:gd name="connsiteX64799" fmla="*/ 1243077 w 2119654"/>
              <a:gd name="connsiteY64799" fmla="*/ 360790 h 2398711"/>
              <a:gd name="connsiteX64800" fmla="*/ 1245123 w 2119654"/>
              <a:gd name="connsiteY64800" fmla="*/ 362812 h 2398711"/>
              <a:gd name="connsiteX64801" fmla="*/ 1246023 w 2119654"/>
              <a:gd name="connsiteY64801" fmla="*/ 361094 h 2398711"/>
              <a:gd name="connsiteX64802" fmla="*/ 1242754 w 2119654"/>
              <a:gd name="connsiteY64802" fmla="*/ 356318 h 2398711"/>
              <a:gd name="connsiteX64803" fmla="*/ 1184540 w 2119654"/>
              <a:gd name="connsiteY64803" fmla="*/ 485947 h 2398711"/>
              <a:gd name="connsiteX64804" fmla="*/ 1184517 w 2119654"/>
              <a:gd name="connsiteY64804" fmla="*/ 486663 h 2398711"/>
              <a:gd name="connsiteX64805" fmla="*/ 1185520 w 2119654"/>
              <a:gd name="connsiteY64805" fmla="*/ 489980 h 2398711"/>
              <a:gd name="connsiteX64806" fmla="*/ 1185954 w 2119654"/>
              <a:gd name="connsiteY64806" fmla="*/ 491536 h 2398711"/>
              <a:gd name="connsiteX64807" fmla="*/ 1186414 w 2119654"/>
              <a:gd name="connsiteY64807" fmla="*/ 490814 h 2398711"/>
              <a:gd name="connsiteX64808" fmla="*/ 1185308 w 2119654"/>
              <a:gd name="connsiteY64808" fmla="*/ 486244 h 2398711"/>
              <a:gd name="connsiteX64809" fmla="*/ 1184925 w 2119654"/>
              <a:gd name="connsiteY64809" fmla="*/ 485516 h 2398711"/>
              <a:gd name="connsiteX64810" fmla="*/ 1172785 w 2119654"/>
              <a:gd name="connsiteY64810" fmla="*/ 512171 h 2398711"/>
              <a:gd name="connsiteX64811" fmla="*/ 1172883 w 2119654"/>
              <a:gd name="connsiteY64811" fmla="*/ 512473 h 2398711"/>
              <a:gd name="connsiteX64812" fmla="*/ 1172873 w 2119654"/>
              <a:gd name="connsiteY64812" fmla="*/ 512287 h 2398711"/>
              <a:gd name="connsiteX64813" fmla="*/ 1184755 w 2119654"/>
              <a:gd name="connsiteY64813" fmla="*/ 485193 h 2398711"/>
              <a:gd name="connsiteX64814" fmla="*/ 1184670 w 2119654"/>
              <a:gd name="connsiteY64814" fmla="*/ 485457 h 2398711"/>
              <a:gd name="connsiteX64815" fmla="*/ 1184811 w 2119654"/>
              <a:gd name="connsiteY64815" fmla="*/ 485300 h 2398711"/>
              <a:gd name="connsiteX64816" fmla="*/ 516171 w 2119654"/>
              <a:gd name="connsiteY64816" fmla="*/ 1982137 h 2398711"/>
              <a:gd name="connsiteX64817" fmla="*/ 516831 w 2119654"/>
              <a:gd name="connsiteY64817" fmla="*/ 1982365 h 2398711"/>
              <a:gd name="connsiteX64818" fmla="*/ 519357 w 2119654"/>
              <a:gd name="connsiteY64818" fmla="*/ 1982521 h 2398711"/>
              <a:gd name="connsiteX64819" fmla="*/ 522143 w 2119654"/>
              <a:gd name="connsiteY64819" fmla="*/ 1981151 h 2398711"/>
              <a:gd name="connsiteX64820" fmla="*/ 1163498 w 2119654"/>
              <a:gd name="connsiteY64820" fmla="*/ 532571 h 2398711"/>
              <a:gd name="connsiteX64821" fmla="*/ 1163442 w 2119654"/>
              <a:gd name="connsiteY64821" fmla="*/ 532727 h 2398711"/>
              <a:gd name="connsiteX64822" fmla="*/ 1164133 w 2119654"/>
              <a:gd name="connsiteY64822" fmla="*/ 533240 h 2398711"/>
              <a:gd name="connsiteX64823" fmla="*/ 1211265 w 2119654"/>
              <a:gd name="connsiteY64823" fmla="*/ 425481 h 2398711"/>
              <a:gd name="connsiteX64824" fmla="*/ 1218256 w 2119654"/>
              <a:gd name="connsiteY64824" fmla="*/ 433540 h 2398711"/>
              <a:gd name="connsiteX64825" fmla="*/ 1218931 w 2119654"/>
              <a:gd name="connsiteY64825" fmla="*/ 431508 h 2398711"/>
              <a:gd name="connsiteX64826" fmla="*/ 1215807 w 2119654"/>
              <a:gd name="connsiteY64826" fmla="*/ 422016 h 2398711"/>
              <a:gd name="connsiteX64827" fmla="*/ 1241037 w 2119654"/>
              <a:gd name="connsiteY64827" fmla="*/ 358777 h 2398711"/>
              <a:gd name="connsiteX64828" fmla="*/ 1242859 w 2119654"/>
              <a:gd name="connsiteY64828" fmla="*/ 360576 h 2398711"/>
              <a:gd name="connsiteX64829" fmla="*/ 1242224 w 2119654"/>
              <a:gd name="connsiteY64829" fmla="*/ 357077 h 2398711"/>
              <a:gd name="connsiteX64830" fmla="*/ 1226562 w 2119654"/>
              <a:gd name="connsiteY64830" fmla="*/ 390984 h 2398711"/>
              <a:gd name="connsiteX64831" fmla="*/ 1228081 w 2119654"/>
              <a:gd name="connsiteY64831" fmla="*/ 399355 h 2398711"/>
              <a:gd name="connsiteX64832" fmla="*/ 1228344 w 2119654"/>
              <a:gd name="connsiteY64832" fmla="*/ 399807 h 2398711"/>
              <a:gd name="connsiteX64833" fmla="*/ 1228446 w 2119654"/>
              <a:gd name="connsiteY64833" fmla="*/ 396521 h 2398711"/>
              <a:gd name="connsiteX64834" fmla="*/ 1228355 w 2119654"/>
              <a:gd name="connsiteY64834" fmla="*/ 396248 h 2398711"/>
              <a:gd name="connsiteX64835" fmla="*/ 1228453 w 2119654"/>
              <a:gd name="connsiteY64835" fmla="*/ 396302 h 2398711"/>
              <a:gd name="connsiteX64836" fmla="*/ 1228558 w 2119654"/>
              <a:gd name="connsiteY64836" fmla="*/ 392965 h 2398711"/>
              <a:gd name="connsiteX64837" fmla="*/ 1228530 w 2119654"/>
              <a:gd name="connsiteY64837" fmla="*/ 389604 h 2398711"/>
              <a:gd name="connsiteX64838" fmla="*/ 1186429 w 2119654"/>
              <a:gd name="connsiteY64838" fmla="*/ 480795 h 2398711"/>
              <a:gd name="connsiteX64839" fmla="*/ 1186533 w 2119654"/>
              <a:gd name="connsiteY64839" fmla="*/ 481176 h 2398711"/>
              <a:gd name="connsiteX64840" fmla="*/ 1187196 w 2119654"/>
              <a:gd name="connsiteY64840" fmla="*/ 482641 h 2398711"/>
              <a:gd name="connsiteX64841" fmla="*/ 1189915 w 2119654"/>
              <a:gd name="connsiteY64841" fmla="*/ 479607 h 2398711"/>
              <a:gd name="connsiteX64842" fmla="*/ 1189171 w 2119654"/>
              <a:gd name="connsiteY64842" fmla="*/ 478314 h 2398711"/>
              <a:gd name="connsiteX64843" fmla="*/ 514379 w 2119654"/>
              <a:gd name="connsiteY64843" fmla="*/ 1985471 h 2398711"/>
              <a:gd name="connsiteX64844" fmla="*/ 514784 w 2119654"/>
              <a:gd name="connsiteY64844" fmla="*/ 1988527 h 2398711"/>
              <a:gd name="connsiteX64845" fmla="*/ 517513 w 2119654"/>
              <a:gd name="connsiteY64845" fmla="*/ 1987708 h 2398711"/>
              <a:gd name="connsiteX64846" fmla="*/ 516439 w 2119654"/>
              <a:gd name="connsiteY64846" fmla="*/ 1984680 h 2398711"/>
              <a:gd name="connsiteX64847" fmla="*/ 516091 w 2119654"/>
              <a:gd name="connsiteY64847" fmla="*/ 1984659 h 2398711"/>
              <a:gd name="connsiteX64848" fmla="*/ 1166735 w 2119654"/>
              <a:gd name="connsiteY64848" fmla="*/ 524658 h 2398711"/>
              <a:gd name="connsiteX64849" fmla="*/ 1167273 w 2119654"/>
              <a:gd name="connsiteY64849" fmla="*/ 526273 h 2398711"/>
              <a:gd name="connsiteX64850" fmla="*/ 1167561 w 2119654"/>
              <a:gd name="connsiteY64850" fmla="*/ 526550 h 2398711"/>
              <a:gd name="connsiteX64851" fmla="*/ 1167732 w 2119654"/>
              <a:gd name="connsiteY64851" fmla="*/ 526154 h 2398711"/>
              <a:gd name="connsiteX64852" fmla="*/ 1195264 w 2119654"/>
              <a:gd name="connsiteY64852" fmla="*/ 460741 h 2398711"/>
              <a:gd name="connsiteX64853" fmla="*/ 1195588 w 2119654"/>
              <a:gd name="connsiteY64853" fmla="*/ 462637 h 2398711"/>
              <a:gd name="connsiteX64854" fmla="*/ 1195757 w 2119654"/>
              <a:gd name="connsiteY64854" fmla="*/ 462838 h 2398711"/>
              <a:gd name="connsiteX64855" fmla="*/ 1197557 w 2119654"/>
              <a:gd name="connsiteY64855" fmla="*/ 465066 h 2398711"/>
              <a:gd name="connsiteX64856" fmla="*/ 1198542 w 2119654"/>
              <a:gd name="connsiteY64856" fmla="*/ 465770 h 2398711"/>
              <a:gd name="connsiteX64857" fmla="*/ 1197431 w 2119654"/>
              <a:gd name="connsiteY64857" fmla="*/ 463318 h 2398711"/>
              <a:gd name="connsiteX64858" fmla="*/ 1167633 w 2119654"/>
              <a:gd name="connsiteY64858" fmla="*/ 522595 h 2398711"/>
              <a:gd name="connsiteX64859" fmla="*/ 1168388 w 2119654"/>
              <a:gd name="connsiteY64859" fmla="*/ 524630 h 2398711"/>
              <a:gd name="connsiteX64860" fmla="*/ 1168904 w 2119654"/>
              <a:gd name="connsiteY64860" fmla="*/ 523432 h 2398711"/>
              <a:gd name="connsiteX64861" fmla="*/ 1168933 w 2119654"/>
              <a:gd name="connsiteY64861" fmla="*/ 523163 h 2398711"/>
              <a:gd name="connsiteX64862" fmla="*/ 1168288 w 2119654"/>
              <a:gd name="connsiteY64862" fmla="*/ 521256 h 2398711"/>
              <a:gd name="connsiteX64863" fmla="*/ 1240319 w 2119654"/>
              <a:gd name="connsiteY64863" fmla="*/ 359805 h 2398711"/>
              <a:gd name="connsiteX64864" fmla="*/ 1243181 w 2119654"/>
              <a:gd name="connsiteY64864" fmla="*/ 366519 h 2398711"/>
              <a:gd name="connsiteX64865" fmla="*/ 1243698 w 2119654"/>
              <a:gd name="connsiteY64865" fmla="*/ 365533 h 2398711"/>
              <a:gd name="connsiteX64866" fmla="*/ 1243122 w 2119654"/>
              <a:gd name="connsiteY64866" fmla="*/ 362095 h 2398711"/>
              <a:gd name="connsiteX64867" fmla="*/ 1240516 w 2119654"/>
              <a:gd name="connsiteY64867" fmla="*/ 359524 h 2398711"/>
              <a:gd name="connsiteX64868" fmla="*/ 1169803 w 2119654"/>
              <a:gd name="connsiteY64868" fmla="*/ 517688 h 2398711"/>
              <a:gd name="connsiteX64869" fmla="*/ 1169560 w 2119654"/>
              <a:gd name="connsiteY64869" fmla="*/ 519952 h 2398711"/>
              <a:gd name="connsiteX64870" fmla="*/ 1170059 w 2119654"/>
              <a:gd name="connsiteY64870" fmla="*/ 520753 h 2398711"/>
              <a:gd name="connsiteX64871" fmla="*/ 1171006 w 2119654"/>
              <a:gd name="connsiteY64871" fmla="*/ 518557 h 2398711"/>
              <a:gd name="connsiteX64872" fmla="*/ 1166966 w 2119654"/>
              <a:gd name="connsiteY64872" fmla="*/ 523960 h 2398711"/>
              <a:gd name="connsiteX64873" fmla="*/ 1167120 w 2119654"/>
              <a:gd name="connsiteY64873" fmla="*/ 524089 h 2398711"/>
              <a:gd name="connsiteX64874" fmla="*/ 1166991 w 2119654"/>
              <a:gd name="connsiteY64874" fmla="*/ 523910 h 2398711"/>
              <a:gd name="connsiteX64875" fmla="*/ 514315 w 2119654"/>
              <a:gd name="connsiteY64875" fmla="*/ 1984992 h 2398711"/>
              <a:gd name="connsiteX64876" fmla="*/ 514316 w 2119654"/>
              <a:gd name="connsiteY64876" fmla="*/ 1985000 h 2398711"/>
              <a:gd name="connsiteX64877" fmla="*/ 514345 w 2119654"/>
              <a:gd name="connsiteY64877" fmla="*/ 1984986 h 2398711"/>
              <a:gd name="connsiteX64878" fmla="*/ 1242089 w 2119654"/>
              <a:gd name="connsiteY64878" fmla="*/ 355346 h 2398711"/>
              <a:gd name="connsiteX64879" fmla="*/ 1242285 w 2119654"/>
              <a:gd name="connsiteY64879" fmla="*/ 356425 h 2398711"/>
              <a:gd name="connsiteX64880" fmla="*/ 1242558 w 2119654"/>
              <a:gd name="connsiteY64880" fmla="*/ 356033 h 2398711"/>
              <a:gd name="connsiteX64881" fmla="*/ 1166741 w 2119654"/>
              <a:gd name="connsiteY64881" fmla="*/ 523567 h 2398711"/>
              <a:gd name="connsiteX64882" fmla="*/ 1166685 w 2119654"/>
              <a:gd name="connsiteY64882" fmla="*/ 523722 h 2398711"/>
              <a:gd name="connsiteX64883" fmla="*/ 1166861 w 2119654"/>
              <a:gd name="connsiteY64883" fmla="*/ 523870 h 2398711"/>
              <a:gd name="connsiteX64884" fmla="*/ 1166902 w 2119654"/>
              <a:gd name="connsiteY64884" fmla="*/ 523788 h 2398711"/>
              <a:gd name="connsiteX64885" fmla="*/ 1166930 w 2119654"/>
              <a:gd name="connsiteY64885" fmla="*/ 523045 h 2398711"/>
              <a:gd name="connsiteX64886" fmla="*/ 1166883 w 2119654"/>
              <a:gd name="connsiteY64886" fmla="*/ 523174 h 2398711"/>
              <a:gd name="connsiteX64887" fmla="*/ 1167074 w 2119654"/>
              <a:gd name="connsiteY64887" fmla="*/ 523436 h 2398711"/>
              <a:gd name="connsiteX64888" fmla="*/ 1166973 w 2119654"/>
              <a:gd name="connsiteY64888" fmla="*/ 523128 h 2398711"/>
              <a:gd name="connsiteX64889" fmla="*/ 1239971 w 2119654"/>
              <a:gd name="connsiteY64889" fmla="*/ 358987 h 2398711"/>
              <a:gd name="connsiteX64890" fmla="*/ 1240170 w 2119654"/>
              <a:gd name="connsiteY64890" fmla="*/ 359453 h 2398711"/>
              <a:gd name="connsiteX64891" fmla="*/ 1240281 w 2119654"/>
              <a:gd name="connsiteY64891" fmla="*/ 359293 h 2398711"/>
              <a:gd name="connsiteX64892" fmla="*/ 1187769 w 2119654"/>
              <a:gd name="connsiteY64892" fmla="*/ 475874 h 2398711"/>
              <a:gd name="connsiteX64893" fmla="*/ 1186722 w 2119654"/>
              <a:gd name="connsiteY64893" fmla="*/ 479109 h 2398711"/>
              <a:gd name="connsiteX64894" fmla="*/ 1188635 w 2119654"/>
              <a:gd name="connsiteY64894" fmla="*/ 477379 h 2398711"/>
              <a:gd name="connsiteX64895" fmla="*/ 1167886 w 2119654"/>
              <a:gd name="connsiteY64895" fmla="*/ 520387 h 2398711"/>
              <a:gd name="connsiteX64896" fmla="*/ 1167358 w 2119654"/>
              <a:gd name="connsiteY64896" fmla="*/ 521853 h 2398711"/>
              <a:gd name="connsiteX64897" fmla="*/ 1167569 w 2119654"/>
              <a:gd name="connsiteY64897" fmla="*/ 522422 h 2398711"/>
              <a:gd name="connsiteX64898" fmla="*/ 1168218 w 2119654"/>
              <a:gd name="connsiteY64898" fmla="*/ 521094 h 2398711"/>
              <a:gd name="connsiteX64899" fmla="*/ 515590 w 2119654"/>
              <a:gd name="connsiteY64899" fmla="*/ 1980799 h 2398711"/>
              <a:gd name="connsiteX64900" fmla="*/ 515931 w 2119654"/>
              <a:gd name="connsiteY64900" fmla="*/ 1981757 h 2398711"/>
              <a:gd name="connsiteX64901" fmla="*/ 520852 w 2119654"/>
              <a:gd name="connsiteY64901" fmla="*/ 1980945 h 2398711"/>
              <a:gd name="connsiteX64902" fmla="*/ 513168 w 2119654"/>
              <a:gd name="connsiteY64902" fmla="*/ 1986047 h 2398711"/>
              <a:gd name="connsiteX64903" fmla="*/ 513949 w 2119654"/>
              <a:gd name="connsiteY64903" fmla="*/ 1988777 h 2398711"/>
              <a:gd name="connsiteX64904" fmla="*/ 514124 w 2119654"/>
              <a:gd name="connsiteY64904" fmla="*/ 1988724 h 2398711"/>
              <a:gd name="connsiteX64905" fmla="*/ 513734 w 2119654"/>
              <a:gd name="connsiteY64905" fmla="*/ 1985778 h 2398711"/>
              <a:gd name="connsiteX64906" fmla="*/ 1194993 w 2119654"/>
              <a:gd name="connsiteY64906" fmla="*/ 459158 h 2398711"/>
              <a:gd name="connsiteX64907" fmla="*/ 1195181 w 2119654"/>
              <a:gd name="connsiteY64907" fmla="*/ 460255 h 2398711"/>
              <a:gd name="connsiteX64908" fmla="*/ 1197051 w 2119654"/>
              <a:gd name="connsiteY64908" fmla="*/ 462478 h 2398711"/>
              <a:gd name="connsiteX64909" fmla="*/ 1196990 w 2119654"/>
              <a:gd name="connsiteY64909" fmla="*/ 462344 h 2398711"/>
              <a:gd name="connsiteX64910" fmla="*/ 1169053 w 2119654"/>
              <a:gd name="connsiteY64910" fmla="*/ 517147 h 2398711"/>
              <a:gd name="connsiteX64911" fmla="*/ 1168676 w 2119654"/>
              <a:gd name="connsiteY64911" fmla="*/ 518195 h 2398711"/>
              <a:gd name="connsiteX64912" fmla="*/ 1168926 w 2119654"/>
              <a:gd name="connsiteY64912" fmla="*/ 518933 h 2398711"/>
              <a:gd name="connsiteX64913" fmla="*/ 1169320 w 2119654"/>
              <a:gd name="connsiteY64913" fmla="*/ 519565 h 2398711"/>
              <a:gd name="connsiteX64914" fmla="*/ 1169542 w 2119654"/>
              <a:gd name="connsiteY64914" fmla="*/ 517498 h 2398711"/>
              <a:gd name="connsiteX64915" fmla="*/ 1169647 w 2119654"/>
              <a:gd name="connsiteY64915" fmla="*/ 515499 h 2398711"/>
              <a:gd name="connsiteX64916" fmla="*/ 1169597 w 2119654"/>
              <a:gd name="connsiteY64916" fmla="*/ 515636 h 2398711"/>
              <a:gd name="connsiteX64917" fmla="*/ 1169733 w 2119654"/>
              <a:gd name="connsiteY64917" fmla="*/ 515724 h 2398711"/>
              <a:gd name="connsiteX64918" fmla="*/ 1169738 w 2119654"/>
              <a:gd name="connsiteY64918" fmla="*/ 515673 h 2398711"/>
              <a:gd name="connsiteX64919" fmla="*/ 1236928 w 2119654"/>
              <a:gd name="connsiteY64919" fmla="*/ 364660 h 2398711"/>
              <a:gd name="connsiteX64920" fmla="*/ 1240497 w 2119654"/>
              <a:gd name="connsiteY64920" fmla="*/ 371644 h 2398711"/>
              <a:gd name="connsiteX64921" fmla="*/ 1242354 w 2119654"/>
              <a:gd name="connsiteY64921" fmla="*/ 368097 h 2398711"/>
              <a:gd name="connsiteX64922" fmla="*/ 1239388 w 2119654"/>
              <a:gd name="connsiteY64922" fmla="*/ 361137 h 2398711"/>
              <a:gd name="connsiteX64923" fmla="*/ 527463 w 2119654"/>
              <a:gd name="connsiteY64923" fmla="*/ 1953088 h 2398711"/>
              <a:gd name="connsiteX64924" fmla="*/ 527467 w 2119654"/>
              <a:gd name="connsiteY64924" fmla="*/ 1953234 h 2398711"/>
              <a:gd name="connsiteX64925" fmla="*/ 530589 w 2119654"/>
              <a:gd name="connsiteY64925" fmla="*/ 1953229 h 2398711"/>
              <a:gd name="connsiteX64926" fmla="*/ 512951 w 2119654"/>
              <a:gd name="connsiteY64926" fmla="*/ 1985292 h 2398711"/>
              <a:gd name="connsiteX64927" fmla="*/ 513047 w 2119654"/>
              <a:gd name="connsiteY64927" fmla="*/ 1985624 h 2398711"/>
              <a:gd name="connsiteX64928" fmla="*/ 513672 w 2119654"/>
              <a:gd name="connsiteY64928" fmla="*/ 1985317 h 2398711"/>
              <a:gd name="connsiteX64929" fmla="*/ 513649 w 2119654"/>
              <a:gd name="connsiteY64929" fmla="*/ 1985138 h 2398711"/>
              <a:gd name="connsiteX64930" fmla="*/ 1224171 w 2119654"/>
              <a:gd name="connsiteY64930" fmla="*/ 392663 h 2398711"/>
              <a:gd name="connsiteX64931" fmla="*/ 1227635 w 2119654"/>
              <a:gd name="connsiteY64931" fmla="*/ 398596 h 2398711"/>
              <a:gd name="connsiteX64932" fmla="*/ 1226289 w 2119654"/>
              <a:gd name="connsiteY64932" fmla="*/ 391177 h 2398711"/>
              <a:gd name="connsiteX64933" fmla="*/ 1171468 w 2119654"/>
              <a:gd name="connsiteY64933" fmla="*/ 510445 h 2398711"/>
              <a:gd name="connsiteX64934" fmla="*/ 1171306 w 2119654"/>
              <a:gd name="connsiteY64934" fmla="*/ 510892 h 2398711"/>
              <a:gd name="connsiteX64935" fmla="*/ 1172652 w 2119654"/>
              <a:gd name="connsiteY64935" fmla="*/ 513784 h 2398711"/>
              <a:gd name="connsiteX64936" fmla="*/ 1171646 w 2119654"/>
              <a:gd name="connsiteY64936" fmla="*/ 510680 h 2398711"/>
              <a:gd name="connsiteX64937" fmla="*/ 519920 w 2119654"/>
              <a:gd name="connsiteY64937" fmla="*/ 1969361 h 2398711"/>
              <a:gd name="connsiteX64938" fmla="*/ 520976 w 2119654"/>
              <a:gd name="connsiteY64938" fmla="*/ 1969815 h 2398711"/>
              <a:gd name="connsiteX64939" fmla="*/ 523324 w 2119654"/>
              <a:gd name="connsiteY64939" fmla="*/ 1969288 h 2398711"/>
              <a:gd name="connsiteX64940" fmla="*/ 507105 w 2119654"/>
              <a:gd name="connsiteY64940" fmla="*/ 1997987 h 2398711"/>
              <a:gd name="connsiteX64941" fmla="*/ 507753 w 2119654"/>
              <a:gd name="connsiteY64941" fmla="*/ 1998193 h 2398711"/>
              <a:gd name="connsiteX64942" fmla="*/ 510347 w 2119654"/>
              <a:gd name="connsiteY64942" fmla="*/ 1997813 h 2398711"/>
              <a:gd name="connsiteX64943" fmla="*/ 508859 w 2119654"/>
              <a:gd name="connsiteY64943" fmla="*/ 1997402 h 2398711"/>
              <a:gd name="connsiteX64944" fmla="*/ 1235688 w 2119654"/>
              <a:gd name="connsiteY64944" fmla="*/ 366435 h 2398711"/>
              <a:gd name="connsiteX64945" fmla="*/ 1240075 w 2119654"/>
              <a:gd name="connsiteY64945" fmla="*/ 372448 h 2398711"/>
              <a:gd name="connsiteX64946" fmla="*/ 1240398 w 2119654"/>
              <a:gd name="connsiteY64946" fmla="*/ 371832 h 2398711"/>
              <a:gd name="connsiteX64947" fmla="*/ 1236815 w 2119654"/>
              <a:gd name="connsiteY64947" fmla="*/ 364821 h 2398711"/>
              <a:gd name="connsiteX64948" fmla="*/ 1172618 w 2119654"/>
              <a:gd name="connsiteY64948" fmla="*/ 507248 h 2398711"/>
              <a:gd name="connsiteX64949" fmla="*/ 1171867 w 2119654"/>
              <a:gd name="connsiteY64949" fmla="*/ 509336 h 2398711"/>
              <a:gd name="connsiteX64950" fmla="*/ 1171908 w 2119654"/>
              <a:gd name="connsiteY64950" fmla="*/ 509465 h 2398711"/>
              <a:gd name="connsiteX64951" fmla="*/ 1172789 w 2119654"/>
              <a:gd name="connsiteY64951" fmla="*/ 510618 h 2398711"/>
              <a:gd name="connsiteX64952" fmla="*/ 1191218 w 2119654"/>
              <a:gd name="connsiteY64952" fmla="*/ 465206 h 2398711"/>
              <a:gd name="connsiteX64953" fmla="*/ 1188422 w 2119654"/>
              <a:gd name="connsiteY64953" fmla="*/ 473853 h 2398711"/>
              <a:gd name="connsiteX64954" fmla="*/ 1189799 w 2119654"/>
              <a:gd name="connsiteY64954" fmla="*/ 476325 h 2398711"/>
              <a:gd name="connsiteX64955" fmla="*/ 1195886 w 2119654"/>
              <a:gd name="connsiteY64955" fmla="*/ 470817 h 2398711"/>
              <a:gd name="connsiteX64956" fmla="*/ 527426 w 2119654"/>
              <a:gd name="connsiteY64956" fmla="*/ 1951512 h 2398711"/>
              <a:gd name="connsiteX64957" fmla="*/ 527447 w 2119654"/>
              <a:gd name="connsiteY64957" fmla="*/ 1952424 h 2398711"/>
              <a:gd name="connsiteX64958" fmla="*/ 535321 w 2119654"/>
              <a:gd name="connsiteY64958" fmla="*/ 1952781 h 2398711"/>
              <a:gd name="connsiteX64959" fmla="*/ 536882 w 2119654"/>
              <a:gd name="connsiteY64959" fmla="*/ 1950071 h 2398711"/>
              <a:gd name="connsiteX64960" fmla="*/ 534843 w 2119654"/>
              <a:gd name="connsiteY64960" fmla="*/ 1949166 h 2398711"/>
              <a:gd name="connsiteX64961" fmla="*/ 512710 w 2119654"/>
              <a:gd name="connsiteY64961" fmla="*/ 1984450 h 2398711"/>
              <a:gd name="connsiteX64962" fmla="*/ 512780 w 2119654"/>
              <a:gd name="connsiteY64962" fmla="*/ 1984694 h 2398711"/>
              <a:gd name="connsiteX64963" fmla="*/ 513567 w 2119654"/>
              <a:gd name="connsiteY64963" fmla="*/ 1984522 h 2398711"/>
              <a:gd name="connsiteX64964" fmla="*/ 513564 w 2119654"/>
              <a:gd name="connsiteY64964" fmla="*/ 1984503 h 2398711"/>
              <a:gd name="connsiteX64965" fmla="*/ 1173548 w 2119654"/>
              <a:gd name="connsiteY64965" fmla="*/ 504669 h 2398711"/>
              <a:gd name="connsiteX64966" fmla="*/ 1173364 w 2119654"/>
              <a:gd name="connsiteY64966" fmla="*/ 505179 h 2398711"/>
              <a:gd name="connsiteX64967" fmla="*/ 1173413 w 2119654"/>
              <a:gd name="connsiteY64967" fmla="*/ 506165 h 2398711"/>
              <a:gd name="connsiteX64968" fmla="*/ 1173498 w 2119654"/>
              <a:gd name="connsiteY64968" fmla="*/ 506271 h 2398711"/>
              <a:gd name="connsiteX64969" fmla="*/ 1192230 w 2119654"/>
              <a:gd name="connsiteY64969" fmla="*/ 462075 h 2398711"/>
              <a:gd name="connsiteX64970" fmla="*/ 1191665 w 2119654"/>
              <a:gd name="connsiteY64970" fmla="*/ 463823 h 2398711"/>
              <a:gd name="connsiteX64971" fmla="*/ 1196193 w 2119654"/>
              <a:gd name="connsiteY64971" fmla="*/ 468419 h 2398711"/>
              <a:gd name="connsiteX64972" fmla="*/ 1195510 w 2119654"/>
              <a:gd name="connsiteY64972" fmla="*/ 464422 h 2398711"/>
              <a:gd name="connsiteX64973" fmla="*/ 1192790 w 2119654"/>
              <a:gd name="connsiteY64973" fmla="*/ 460345 h 2398711"/>
              <a:gd name="connsiteX64974" fmla="*/ 1192447 w 2119654"/>
              <a:gd name="connsiteY64974" fmla="*/ 461405 h 2398711"/>
              <a:gd name="connsiteX64975" fmla="*/ 1195350 w 2119654"/>
              <a:gd name="connsiteY64975" fmla="*/ 463484 h 2398711"/>
              <a:gd name="connsiteX64976" fmla="*/ 1195345 w 2119654"/>
              <a:gd name="connsiteY64976" fmla="*/ 463455 h 2398711"/>
              <a:gd name="connsiteX64977" fmla="*/ 513753 w 2119654"/>
              <a:gd name="connsiteY64977" fmla="*/ 1980748 h 2398711"/>
              <a:gd name="connsiteX64978" fmla="*/ 513830 w 2119654"/>
              <a:gd name="connsiteY64978" fmla="*/ 1981330 h 2398711"/>
              <a:gd name="connsiteX64979" fmla="*/ 515348 w 2119654"/>
              <a:gd name="connsiteY64979" fmla="*/ 1981853 h 2398711"/>
              <a:gd name="connsiteX64980" fmla="*/ 515430 w 2119654"/>
              <a:gd name="connsiteY64980" fmla="*/ 1981840 h 2398711"/>
              <a:gd name="connsiteX64981" fmla="*/ 515056 w 2119654"/>
              <a:gd name="connsiteY64981" fmla="*/ 1980784 h 2398711"/>
              <a:gd name="connsiteX64982" fmla="*/ 527393 w 2119654"/>
              <a:gd name="connsiteY64982" fmla="*/ 1950148 h 2398711"/>
              <a:gd name="connsiteX64983" fmla="*/ 527412 w 2119654"/>
              <a:gd name="connsiteY64983" fmla="*/ 1950955 h 2398711"/>
              <a:gd name="connsiteX64984" fmla="*/ 533116 w 2119654"/>
              <a:gd name="connsiteY64984" fmla="*/ 1949151 h 2398711"/>
              <a:gd name="connsiteX64985" fmla="*/ 1222348 w 2119654"/>
              <a:gd name="connsiteY64985" fmla="*/ 393942 h 2398711"/>
              <a:gd name="connsiteX64986" fmla="*/ 1226691 w 2119654"/>
              <a:gd name="connsiteY64986" fmla="*/ 398229 h 2398711"/>
              <a:gd name="connsiteX64987" fmla="*/ 1223719 w 2119654"/>
              <a:gd name="connsiteY64987" fmla="*/ 392979 h 2398711"/>
              <a:gd name="connsiteX64988" fmla="*/ 531006 w 2119654"/>
              <a:gd name="connsiteY64988" fmla="*/ 1941759 h 2398711"/>
              <a:gd name="connsiteX64989" fmla="*/ 537968 w 2119654"/>
              <a:gd name="connsiteY64989" fmla="*/ 1943585 h 2398711"/>
              <a:gd name="connsiteX64990" fmla="*/ 540797 w 2119654"/>
              <a:gd name="connsiteY64990" fmla="*/ 1942733 h 2398711"/>
              <a:gd name="connsiteX64991" fmla="*/ 541863 w 2119654"/>
              <a:gd name="connsiteY64991" fmla="*/ 1938436 h 2398711"/>
              <a:gd name="connsiteX64992" fmla="*/ 538300 w 2119654"/>
              <a:gd name="connsiteY64992" fmla="*/ 1938205 h 2398711"/>
              <a:gd name="connsiteX64993" fmla="*/ 1193385 w 2119654"/>
              <a:gd name="connsiteY64993" fmla="*/ 458508 h 2398711"/>
              <a:gd name="connsiteX64994" fmla="*/ 1193035 w 2119654"/>
              <a:gd name="connsiteY64994" fmla="*/ 459591 h 2398711"/>
              <a:gd name="connsiteX64995" fmla="*/ 1195107 w 2119654"/>
              <a:gd name="connsiteY64995" fmla="*/ 462064 h 2398711"/>
              <a:gd name="connsiteX64996" fmla="*/ 1194783 w 2119654"/>
              <a:gd name="connsiteY64996" fmla="*/ 460170 h 2398711"/>
              <a:gd name="connsiteX64997" fmla="*/ 1246440 w 2119654"/>
              <a:gd name="connsiteY64997" fmla="*/ 339426 h 2398711"/>
              <a:gd name="connsiteX64998" fmla="*/ 1247913 w 2119654"/>
              <a:gd name="connsiteY64998" fmla="*/ 343210 h 2398711"/>
              <a:gd name="connsiteX64999" fmla="*/ 1249181 w 2119654"/>
              <a:gd name="connsiteY64999" fmla="*/ 346597 h 2398711"/>
              <a:gd name="connsiteX65000" fmla="*/ 1265130 w 2119654"/>
              <a:gd name="connsiteY65000" fmla="*/ 324404 h 2398711"/>
              <a:gd name="connsiteX65001" fmla="*/ 1265263 w 2119654"/>
              <a:gd name="connsiteY65001" fmla="*/ 324367 h 2398711"/>
              <a:gd name="connsiteX65002" fmla="*/ 1266116 w 2119654"/>
              <a:gd name="connsiteY65002" fmla="*/ 322737 h 2398711"/>
              <a:gd name="connsiteX65003" fmla="*/ 1263788 w 2119654"/>
              <a:gd name="connsiteY65003" fmla="*/ 319545 h 2398711"/>
              <a:gd name="connsiteX65004" fmla="*/ 1193793 w 2119654"/>
              <a:gd name="connsiteY65004" fmla="*/ 457244 h 2398711"/>
              <a:gd name="connsiteX65005" fmla="*/ 1193475 w 2119654"/>
              <a:gd name="connsiteY65005" fmla="*/ 458228 h 2398711"/>
              <a:gd name="connsiteX65006" fmla="*/ 1194701 w 2119654"/>
              <a:gd name="connsiteY65006" fmla="*/ 459685 h 2398711"/>
              <a:gd name="connsiteX65007" fmla="*/ 1194467 w 2119654"/>
              <a:gd name="connsiteY65007" fmla="*/ 458321 h 2398711"/>
              <a:gd name="connsiteX65008" fmla="*/ 515219 w 2119654"/>
              <a:gd name="connsiteY65008" fmla="*/ 1976667 h 2398711"/>
              <a:gd name="connsiteX65009" fmla="*/ 521408 w 2119654"/>
              <a:gd name="connsiteY65009" fmla="*/ 1977262 h 2398711"/>
              <a:gd name="connsiteX65010" fmla="*/ 521352 w 2119654"/>
              <a:gd name="connsiteY65010" fmla="*/ 1977027 h 2398711"/>
              <a:gd name="connsiteX65011" fmla="*/ 521433 w 2119654"/>
              <a:gd name="connsiteY65011" fmla="*/ 1976887 h 2398711"/>
              <a:gd name="connsiteX65012" fmla="*/ 1231726 w 2119654"/>
              <a:gd name="connsiteY65012" fmla="*/ 372109 h 2398711"/>
              <a:gd name="connsiteX65013" fmla="*/ 1235239 w 2119654"/>
              <a:gd name="connsiteY65013" fmla="*/ 382464 h 2398711"/>
              <a:gd name="connsiteX65014" fmla="*/ 1235952 w 2119654"/>
              <a:gd name="connsiteY65014" fmla="*/ 380320 h 2398711"/>
              <a:gd name="connsiteX65015" fmla="*/ 1239818 w 2119654"/>
              <a:gd name="connsiteY65015" fmla="*/ 372939 h 2398711"/>
              <a:gd name="connsiteX65016" fmla="*/ 1235387 w 2119654"/>
              <a:gd name="connsiteY65016" fmla="*/ 366867 h 2398711"/>
              <a:gd name="connsiteX65017" fmla="*/ 530485 w 2119654"/>
              <a:gd name="connsiteY65017" fmla="*/ 1942076 h 2398711"/>
              <a:gd name="connsiteX65018" fmla="*/ 535547 w 2119654"/>
              <a:gd name="connsiteY65018" fmla="*/ 1944314 h 2398711"/>
              <a:gd name="connsiteX65019" fmla="*/ 537162 w 2119654"/>
              <a:gd name="connsiteY65019" fmla="*/ 1943828 h 2398711"/>
              <a:gd name="connsiteX65020" fmla="*/ 1220434 w 2119654"/>
              <a:gd name="connsiteY65020" fmla="*/ 396809 h 2398711"/>
              <a:gd name="connsiteX65021" fmla="*/ 1222199 w 2119654"/>
              <a:gd name="connsiteY65021" fmla="*/ 401528 h 2398711"/>
              <a:gd name="connsiteX65022" fmla="*/ 1226270 w 2119654"/>
              <a:gd name="connsiteY65022" fmla="*/ 409435 h 2398711"/>
              <a:gd name="connsiteX65023" fmla="*/ 1227187 w 2119654"/>
              <a:gd name="connsiteY65023" fmla="*/ 406679 h 2398711"/>
              <a:gd name="connsiteX65024" fmla="*/ 1205288 w 2119654"/>
              <a:gd name="connsiteY65024" fmla="*/ 430041 h 2398711"/>
              <a:gd name="connsiteX65025" fmla="*/ 1208755 w 2119654"/>
              <a:gd name="connsiteY65025" fmla="*/ 439702 h 2398711"/>
              <a:gd name="connsiteX65026" fmla="*/ 1212258 w 2119654"/>
              <a:gd name="connsiteY65026" fmla="*/ 443616 h 2398711"/>
              <a:gd name="connsiteX65027" fmla="*/ 1214227 w 2119654"/>
              <a:gd name="connsiteY65027" fmla="*/ 445879 h 2398711"/>
              <a:gd name="connsiteX65028" fmla="*/ 1214309 w 2119654"/>
              <a:gd name="connsiteY65028" fmla="*/ 445409 h 2398711"/>
              <a:gd name="connsiteX65029" fmla="*/ 1218031 w 2119654"/>
              <a:gd name="connsiteY65029" fmla="*/ 434215 h 2398711"/>
              <a:gd name="connsiteX65030" fmla="*/ 1210778 w 2119654"/>
              <a:gd name="connsiteY65030" fmla="*/ 425853 h 2398711"/>
              <a:gd name="connsiteX65031" fmla="*/ 1245007 w 2119654"/>
              <a:gd name="connsiteY65031" fmla="*/ 341067 h 2398711"/>
              <a:gd name="connsiteX65032" fmla="*/ 1248354 w 2119654"/>
              <a:gd name="connsiteY65032" fmla="*/ 347748 h 2398711"/>
              <a:gd name="connsiteX65033" fmla="*/ 1248550 w 2119654"/>
              <a:gd name="connsiteY65033" fmla="*/ 347475 h 2398711"/>
              <a:gd name="connsiteX65034" fmla="*/ 1245809 w 2119654"/>
              <a:gd name="connsiteY65034" fmla="*/ 340149 h 2398711"/>
              <a:gd name="connsiteX65035" fmla="*/ 1195742 w 2119654"/>
              <a:gd name="connsiteY65035" fmla="*/ 451294 h 2398711"/>
              <a:gd name="connsiteX65036" fmla="*/ 1195308 w 2119654"/>
              <a:gd name="connsiteY65036" fmla="*/ 452595 h 2398711"/>
              <a:gd name="connsiteX65037" fmla="*/ 1198531 w 2119654"/>
              <a:gd name="connsiteY65037" fmla="*/ 455376 h 2398711"/>
              <a:gd name="connsiteX65038" fmla="*/ 514248 w 2119654"/>
              <a:gd name="connsiteY65038" fmla="*/ 1977017 h 2398711"/>
              <a:gd name="connsiteX65039" fmla="*/ 515410 w 2119654"/>
              <a:gd name="connsiteY65039" fmla="*/ 1980293 h 2398711"/>
              <a:gd name="connsiteX65040" fmla="*/ 523435 w 2119654"/>
              <a:gd name="connsiteY65040" fmla="*/ 1980515 h 2398711"/>
              <a:gd name="connsiteX65041" fmla="*/ 527834 w 2119654"/>
              <a:gd name="connsiteY65041" fmla="*/ 1978351 h 2398711"/>
              <a:gd name="connsiteX65042" fmla="*/ 507428 w 2119654"/>
              <a:gd name="connsiteY65042" fmla="*/ 1992170 h 2398711"/>
              <a:gd name="connsiteX65043" fmla="*/ 514324 w 2119654"/>
              <a:gd name="connsiteY65043" fmla="*/ 1992707 h 2398711"/>
              <a:gd name="connsiteX65044" fmla="*/ 513637 w 2119654"/>
              <a:gd name="connsiteY65044" fmla="*/ 1990309 h 2398711"/>
              <a:gd name="connsiteX65045" fmla="*/ 1274846 w 2119654"/>
              <a:gd name="connsiteY65045" fmla="*/ 273719 h 2398711"/>
              <a:gd name="connsiteX65046" fmla="*/ 1275550 w 2119654"/>
              <a:gd name="connsiteY65046" fmla="*/ 305526 h 2398711"/>
              <a:gd name="connsiteX65047" fmla="*/ 1281133 w 2119654"/>
              <a:gd name="connsiteY65047" fmla="*/ 299299 h 2398711"/>
              <a:gd name="connsiteX65048" fmla="*/ 1286223 w 2119654"/>
              <a:gd name="connsiteY65048" fmla="*/ 291898 h 2398711"/>
              <a:gd name="connsiteX65049" fmla="*/ 1276243 w 2119654"/>
              <a:gd name="connsiteY65049" fmla="*/ 271977 h 2398711"/>
              <a:gd name="connsiteX65050" fmla="*/ 1213349 w 2119654"/>
              <a:gd name="connsiteY65050" fmla="*/ 411261 h 2398711"/>
              <a:gd name="connsiteX65051" fmla="*/ 1216221 w 2119654"/>
              <a:gd name="connsiteY65051" fmla="*/ 419987 h 2398711"/>
              <a:gd name="connsiteX65052" fmla="*/ 1218483 w 2119654"/>
              <a:gd name="connsiteY65052" fmla="*/ 418400 h 2398711"/>
              <a:gd name="connsiteX65053" fmla="*/ 1218422 w 2119654"/>
              <a:gd name="connsiteY65053" fmla="*/ 418222 h 2398711"/>
              <a:gd name="connsiteX65054" fmla="*/ 1220278 w 2119654"/>
              <a:gd name="connsiteY65054" fmla="*/ 395395 h 2398711"/>
              <a:gd name="connsiteX65055" fmla="*/ 1227453 w 2119654"/>
              <a:gd name="connsiteY65055" fmla="*/ 405878 h 2398711"/>
              <a:gd name="connsiteX65056" fmla="*/ 1228227 w 2119654"/>
              <a:gd name="connsiteY65056" fmla="*/ 403552 h 2398711"/>
              <a:gd name="connsiteX65057" fmla="*/ 1228272 w 2119654"/>
              <a:gd name="connsiteY65057" fmla="*/ 402101 h 2398711"/>
              <a:gd name="connsiteX65058" fmla="*/ 1228120 w 2119654"/>
              <a:gd name="connsiteY65058" fmla="*/ 401265 h 2398711"/>
              <a:gd name="connsiteX65059" fmla="*/ 1221698 w 2119654"/>
              <a:gd name="connsiteY65059" fmla="*/ 394399 h 2398711"/>
              <a:gd name="connsiteX65060" fmla="*/ 1228803 w 2119654"/>
              <a:gd name="connsiteY65060" fmla="*/ 376291 h 2398711"/>
              <a:gd name="connsiteX65061" fmla="*/ 1228912 w 2119654"/>
              <a:gd name="connsiteY65061" fmla="*/ 388656 h 2398711"/>
              <a:gd name="connsiteX65062" fmla="*/ 1234479 w 2119654"/>
              <a:gd name="connsiteY65062" fmla="*/ 384750 h 2398711"/>
              <a:gd name="connsiteX65063" fmla="*/ 1235042 w 2119654"/>
              <a:gd name="connsiteY65063" fmla="*/ 383057 h 2398711"/>
              <a:gd name="connsiteX65064" fmla="*/ 1231458 w 2119654"/>
              <a:gd name="connsiteY65064" fmla="*/ 372492 h 2398711"/>
              <a:gd name="connsiteX65065" fmla="*/ 524909 w 2119654"/>
              <a:gd name="connsiteY65065" fmla="*/ 1952308 h 2398711"/>
              <a:gd name="connsiteX65066" fmla="*/ 526907 w 2119654"/>
              <a:gd name="connsiteY65066" fmla="*/ 1952399 h 2398711"/>
              <a:gd name="connsiteX65067" fmla="*/ 526880 w 2119654"/>
              <a:gd name="connsiteY65067" fmla="*/ 1951684 h 2398711"/>
              <a:gd name="connsiteX65068" fmla="*/ 511855 w 2119654"/>
              <a:gd name="connsiteY65068" fmla="*/ 1981404 h 2398711"/>
              <a:gd name="connsiteX65069" fmla="*/ 511949 w 2119654"/>
              <a:gd name="connsiteY65069" fmla="*/ 1981788 h 2398711"/>
              <a:gd name="connsiteX65070" fmla="*/ 512029 w 2119654"/>
              <a:gd name="connsiteY65070" fmla="*/ 1982068 h 2398711"/>
              <a:gd name="connsiteX65071" fmla="*/ 513252 w 2119654"/>
              <a:gd name="connsiteY65071" fmla="*/ 1982143 h 2398711"/>
              <a:gd name="connsiteX65072" fmla="*/ 513216 w 2119654"/>
              <a:gd name="connsiteY65072" fmla="*/ 1981873 h 2398711"/>
              <a:gd name="connsiteX65073" fmla="*/ 1193412 w 2119654"/>
              <a:gd name="connsiteY65073" fmla="*/ 455105 h 2398711"/>
              <a:gd name="connsiteX65074" fmla="*/ 1193909 w 2119654"/>
              <a:gd name="connsiteY65074" fmla="*/ 455828 h 2398711"/>
              <a:gd name="connsiteX65075" fmla="*/ 1193966 w 2119654"/>
              <a:gd name="connsiteY65075" fmla="*/ 455661 h 2398711"/>
              <a:gd name="connsiteX65076" fmla="*/ 1193906 w 2119654"/>
              <a:gd name="connsiteY65076" fmla="*/ 455530 h 2398711"/>
              <a:gd name="connsiteX65077" fmla="*/ 512002 w 2119654"/>
              <a:gd name="connsiteY65077" fmla="*/ 1980700 h 2398711"/>
              <a:gd name="connsiteX65078" fmla="*/ 513112 w 2119654"/>
              <a:gd name="connsiteY65078" fmla="*/ 1981082 h 2398711"/>
              <a:gd name="connsiteX65079" fmla="*/ 513065 w 2119654"/>
              <a:gd name="connsiteY65079" fmla="*/ 1980729 h 2398711"/>
              <a:gd name="connsiteX65080" fmla="*/ 1197900 w 2119654"/>
              <a:gd name="connsiteY65080" fmla="*/ 444840 h 2398711"/>
              <a:gd name="connsiteX65081" fmla="*/ 1195903 w 2119654"/>
              <a:gd name="connsiteY65081" fmla="*/ 450814 h 2398711"/>
              <a:gd name="connsiteX65082" fmla="*/ 1199131 w 2119654"/>
              <a:gd name="connsiteY65082" fmla="*/ 455538 h 2398711"/>
              <a:gd name="connsiteX65083" fmla="*/ 1198064 w 2119654"/>
              <a:gd name="connsiteY65083" fmla="*/ 452036 h 2398711"/>
              <a:gd name="connsiteX65084" fmla="*/ 1198309 w 2119654"/>
              <a:gd name="connsiteY65084" fmla="*/ 452208 h 2398711"/>
              <a:gd name="connsiteX65085" fmla="*/ 1199479 w 2119654"/>
              <a:gd name="connsiteY65085" fmla="*/ 456047 h 2398711"/>
              <a:gd name="connsiteX65086" fmla="*/ 1199723 w 2119654"/>
              <a:gd name="connsiteY65086" fmla="*/ 456403 h 2398711"/>
              <a:gd name="connsiteX65087" fmla="*/ 1205350 w 2119654"/>
              <a:gd name="connsiteY65087" fmla="*/ 461257 h 2398711"/>
              <a:gd name="connsiteX65088" fmla="*/ 1204892 w 2119654"/>
              <a:gd name="connsiteY65088" fmla="*/ 460139 h 2398711"/>
              <a:gd name="connsiteX65089" fmla="*/ 1185586 w 2119654"/>
              <a:gd name="connsiteY65089" fmla="*/ 472079 h 2398711"/>
              <a:gd name="connsiteX65090" fmla="*/ 1184986 w 2119654"/>
              <a:gd name="connsiteY65090" fmla="*/ 475501 h 2398711"/>
              <a:gd name="connsiteX65091" fmla="*/ 1186039 w 2119654"/>
              <a:gd name="connsiteY65091" fmla="*/ 479363 h 2398711"/>
              <a:gd name="connsiteX65092" fmla="*/ 1187413 w 2119654"/>
              <a:gd name="connsiteY65092" fmla="*/ 475254 h 2398711"/>
              <a:gd name="connsiteX65093" fmla="*/ 527289 w 2119654"/>
              <a:gd name="connsiteY65093" fmla="*/ 1945811 h 2398711"/>
              <a:gd name="connsiteX65094" fmla="*/ 527293 w 2119654"/>
              <a:gd name="connsiteY65094" fmla="*/ 1945948 h 2398711"/>
              <a:gd name="connsiteX65095" fmla="*/ 527659 w 2119654"/>
              <a:gd name="connsiteY65095" fmla="*/ 1945975 h 2398711"/>
              <a:gd name="connsiteX65096" fmla="*/ 1219370 w 2119654"/>
              <a:gd name="connsiteY65096" fmla="*/ 396033 h 2398711"/>
              <a:gd name="connsiteX65097" fmla="*/ 1219581 w 2119654"/>
              <a:gd name="connsiteY65097" fmla="*/ 396442 h 2398711"/>
              <a:gd name="connsiteX65098" fmla="*/ 1219416 w 2119654"/>
              <a:gd name="connsiteY65098" fmla="*/ 396001 h 2398711"/>
              <a:gd name="connsiteX65099" fmla="*/ 513334 w 2119654"/>
              <a:gd name="connsiteY65099" fmla="*/ 1976928 h 2398711"/>
              <a:gd name="connsiteX65100" fmla="*/ 513529 w 2119654"/>
              <a:gd name="connsiteY65100" fmla="*/ 1979061 h 2398711"/>
              <a:gd name="connsiteX65101" fmla="*/ 513686 w 2119654"/>
              <a:gd name="connsiteY65101" fmla="*/ 1980245 h 2398711"/>
              <a:gd name="connsiteX65102" fmla="*/ 514876 w 2119654"/>
              <a:gd name="connsiteY65102" fmla="*/ 1980278 h 2398711"/>
              <a:gd name="connsiteX65103" fmla="*/ 513700 w 2119654"/>
              <a:gd name="connsiteY65103" fmla="*/ 1976964 h 2398711"/>
              <a:gd name="connsiteX65104" fmla="*/ 1199072 w 2119654"/>
              <a:gd name="connsiteY65104" fmla="*/ 441338 h 2398711"/>
              <a:gd name="connsiteX65105" fmla="*/ 1198143 w 2119654"/>
              <a:gd name="connsiteY65105" fmla="*/ 444114 h 2398711"/>
              <a:gd name="connsiteX65106" fmla="*/ 1206225 w 2119654"/>
              <a:gd name="connsiteY65106" fmla="*/ 461798 h 2398711"/>
              <a:gd name="connsiteX65107" fmla="*/ 1211256 w 2119654"/>
              <a:gd name="connsiteY65107" fmla="*/ 455538 h 2398711"/>
              <a:gd name="connsiteX65108" fmla="*/ 1208039 w 2119654"/>
              <a:gd name="connsiteY65108" fmla="*/ 449515 h 2398711"/>
              <a:gd name="connsiteX65109" fmla="*/ 1208255 w 2119654"/>
              <a:gd name="connsiteY65109" fmla="*/ 449610 h 2398711"/>
              <a:gd name="connsiteX65110" fmla="*/ 1211356 w 2119654"/>
              <a:gd name="connsiteY65110" fmla="*/ 455413 h 2398711"/>
              <a:gd name="connsiteX65111" fmla="*/ 1212889 w 2119654"/>
              <a:gd name="connsiteY65111" fmla="*/ 453506 h 2398711"/>
              <a:gd name="connsiteX65112" fmla="*/ 1212927 w 2119654"/>
              <a:gd name="connsiteY65112" fmla="*/ 453287 h 2398711"/>
              <a:gd name="connsiteX65113" fmla="*/ 516370 w 2119654"/>
              <a:gd name="connsiteY65113" fmla="*/ 1969436 h 2398711"/>
              <a:gd name="connsiteX65114" fmla="*/ 518521 w 2119654"/>
              <a:gd name="connsiteY65114" fmla="*/ 1970367 h 2398711"/>
              <a:gd name="connsiteX65115" fmla="*/ 518847 w 2119654"/>
              <a:gd name="connsiteY65115" fmla="*/ 1970294 h 2398711"/>
              <a:gd name="connsiteX65116" fmla="*/ 516833 w 2119654"/>
              <a:gd name="connsiteY65116" fmla="*/ 1969426 h 2398711"/>
              <a:gd name="connsiteX65117" fmla="*/ 513211 w 2119654"/>
              <a:gd name="connsiteY65117" fmla="*/ 1975585 h 2398711"/>
              <a:gd name="connsiteX65118" fmla="*/ 513281 w 2119654"/>
              <a:gd name="connsiteY65118" fmla="*/ 1976346 h 2398711"/>
              <a:gd name="connsiteX65119" fmla="*/ 513483 w 2119654"/>
              <a:gd name="connsiteY65119" fmla="*/ 1976354 h 2398711"/>
              <a:gd name="connsiteX65120" fmla="*/ 527247 w 2119654"/>
              <a:gd name="connsiteY65120" fmla="*/ 1944021 h 2398711"/>
              <a:gd name="connsiteX65121" fmla="*/ 527273 w 2119654"/>
              <a:gd name="connsiteY65121" fmla="*/ 1945155 h 2398711"/>
              <a:gd name="connsiteX65122" fmla="*/ 529334 w 2119654"/>
              <a:gd name="connsiteY65122" fmla="*/ 1946071 h 2398711"/>
              <a:gd name="connsiteX65123" fmla="*/ 529663 w 2119654"/>
              <a:gd name="connsiteY65123" fmla="*/ 1946086 h 2398711"/>
              <a:gd name="connsiteX65124" fmla="*/ 531454 w 2119654"/>
              <a:gd name="connsiteY65124" fmla="*/ 1945547 h 2398711"/>
              <a:gd name="connsiteX65125" fmla="*/ 527475 w 2119654"/>
              <a:gd name="connsiteY65125" fmla="*/ 1943480 h 2398711"/>
              <a:gd name="connsiteX65126" fmla="*/ 532413 w 2119654"/>
              <a:gd name="connsiteY65126" fmla="*/ 1945258 h 2398711"/>
              <a:gd name="connsiteX65127" fmla="*/ 534581 w 2119654"/>
              <a:gd name="connsiteY65127" fmla="*/ 1944605 h 2398711"/>
              <a:gd name="connsiteX65128" fmla="*/ 529644 w 2119654"/>
              <a:gd name="connsiteY65128" fmla="*/ 1942423 h 2398711"/>
              <a:gd name="connsiteX65129" fmla="*/ 1224807 w 2119654"/>
              <a:gd name="connsiteY65129" fmla="*/ 382015 h 2398711"/>
              <a:gd name="connsiteX65130" fmla="*/ 1224959 w 2119654"/>
              <a:gd name="connsiteY65130" fmla="*/ 382147 h 2398711"/>
              <a:gd name="connsiteX65131" fmla="*/ 1226453 w 2119654"/>
              <a:gd name="connsiteY65131" fmla="*/ 390382 h 2398711"/>
              <a:gd name="connsiteX65132" fmla="*/ 1228523 w 2119654"/>
              <a:gd name="connsiteY65132" fmla="*/ 388930 h 2398711"/>
              <a:gd name="connsiteX65133" fmla="*/ 1228419 w 2119654"/>
              <a:gd name="connsiteY65133" fmla="*/ 376845 h 2398711"/>
              <a:gd name="connsiteX65134" fmla="*/ 1202212 w 2119654"/>
              <a:gd name="connsiteY65134" fmla="*/ 432388 h 2398711"/>
              <a:gd name="connsiteX65135" fmla="*/ 1207901 w 2119654"/>
              <a:gd name="connsiteY65135" fmla="*/ 438746 h 2398711"/>
              <a:gd name="connsiteX65136" fmla="*/ 1204886 w 2119654"/>
              <a:gd name="connsiteY65136" fmla="*/ 430348 h 2398711"/>
              <a:gd name="connsiteX65137" fmla="*/ 513407 w 2119654"/>
              <a:gd name="connsiteY65137" fmla="*/ 1974646 h 2398711"/>
              <a:gd name="connsiteX65138" fmla="*/ 514019 w 2119654"/>
              <a:gd name="connsiteY65138" fmla="*/ 1976372 h 2398711"/>
              <a:gd name="connsiteX65139" fmla="*/ 521575 w 2119654"/>
              <a:gd name="connsiteY65139" fmla="*/ 1976641 h 2398711"/>
              <a:gd name="connsiteX65140" fmla="*/ 523277 w 2119654"/>
              <a:gd name="connsiteY65140" fmla="*/ 1973686 h 2398711"/>
              <a:gd name="connsiteX65141" fmla="*/ 522862 w 2119654"/>
              <a:gd name="connsiteY65141" fmla="*/ 1973506 h 2398711"/>
              <a:gd name="connsiteX65142" fmla="*/ 522404 w 2119654"/>
              <a:gd name="connsiteY65142" fmla="*/ 1973285 h 2398711"/>
              <a:gd name="connsiteX65143" fmla="*/ 522191 w 2119654"/>
              <a:gd name="connsiteY65143" fmla="*/ 1973333 h 2398711"/>
              <a:gd name="connsiteX65144" fmla="*/ 1202014 w 2119654"/>
              <a:gd name="connsiteY65144" fmla="*/ 432540 h 2398711"/>
              <a:gd name="connsiteX65145" fmla="*/ 1200355 w 2119654"/>
              <a:gd name="connsiteY65145" fmla="*/ 437502 h 2398711"/>
              <a:gd name="connsiteX65146" fmla="*/ 1207613 w 2119654"/>
              <a:gd name="connsiteY65146" fmla="*/ 443151 h 2398711"/>
              <a:gd name="connsiteX65147" fmla="*/ 1210319 w 2119654"/>
              <a:gd name="connsiteY65147" fmla="*/ 445484 h 2398711"/>
              <a:gd name="connsiteX65148" fmla="*/ 1208203 w 2119654"/>
              <a:gd name="connsiteY65148" fmla="*/ 439590 h 2398711"/>
              <a:gd name="connsiteX65149" fmla="*/ 1202045 w 2119654"/>
              <a:gd name="connsiteY65149" fmla="*/ 432517 h 2398711"/>
              <a:gd name="connsiteX65150" fmla="*/ 1240447 w 2119654"/>
              <a:gd name="connsiteY65150" fmla="*/ 346293 h 2398711"/>
              <a:gd name="connsiteX65151" fmla="*/ 1241885 w 2119654"/>
              <a:gd name="connsiteY65151" fmla="*/ 354219 h 2398711"/>
              <a:gd name="connsiteX65152" fmla="*/ 1242859 w 2119654"/>
              <a:gd name="connsiteY65152" fmla="*/ 355603 h 2398711"/>
              <a:gd name="connsiteX65153" fmla="*/ 1248027 w 2119654"/>
              <a:gd name="connsiteY65153" fmla="*/ 348204 h 2398711"/>
              <a:gd name="connsiteX65154" fmla="*/ 1248096 w 2119654"/>
              <a:gd name="connsiteY65154" fmla="*/ 348108 h 2398711"/>
              <a:gd name="connsiteX65155" fmla="*/ 1244729 w 2119654"/>
              <a:gd name="connsiteY65155" fmla="*/ 341386 h 2398711"/>
              <a:gd name="connsiteX65156" fmla="*/ 533033 w 2119654"/>
              <a:gd name="connsiteY65156" fmla="*/ 1930051 h 2398711"/>
              <a:gd name="connsiteX65157" fmla="*/ 534226 w 2119654"/>
              <a:gd name="connsiteY65157" fmla="*/ 1930075 h 2398711"/>
              <a:gd name="connsiteX65158" fmla="*/ 533722 w 2119654"/>
              <a:gd name="connsiteY65158" fmla="*/ 1929753 h 2398711"/>
              <a:gd name="connsiteX65159" fmla="*/ 500218 w 2119654"/>
              <a:gd name="connsiteY65159" fmla="*/ 2003517 h 2398711"/>
              <a:gd name="connsiteX65160" fmla="*/ 517272 w 2119654"/>
              <a:gd name="connsiteY65160" fmla="*/ 2012483 h 2398711"/>
              <a:gd name="connsiteX65161" fmla="*/ 516874 w 2119654"/>
              <a:gd name="connsiteY65161" fmla="*/ 2009484 h 2398711"/>
              <a:gd name="connsiteX65162" fmla="*/ 515776 w 2119654"/>
              <a:gd name="connsiteY65162" fmla="*/ 2009773 h 2398711"/>
              <a:gd name="connsiteX65163" fmla="*/ 515521 w 2119654"/>
              <a:gd name="connsiteY65163" fmla="*/ 2009633 h 2398711"/>
              <a:gd name="connsiteX65164" fmla="*/ 516848 w 2119654"/>
              <a:gd name="connsiteY65164" fmla="*/ 2009284 h 2398711"/>
              <a:gd name="connsiteX65165" fmla="*/ 516255 w 2119654"/>
              <a:gd name="connsiteY65165" fmla="*/ 2004811 h 2398711"/>
              <a:gd name="connsiteX65166" fmla="*/ 509762 w 2119654"/>
              <a:gd name="connsiteY65166" fmla="*/ 2002751 h 2398711"/>
              <a:gd name="connsiteX65167" fmla="*/ 1274741 w 2119654"/>
              <a:gd name="connsiteY65167" fmla="*/ 268981 h 2398711"/>
              <a:gd name="connsiteX65168" fmla="*/ 1274811 w 2119654"/>
              <a:gd name="connsiteY65168" fmla="*/ 272121 h 2398711"/>
              <a:gd name="connsiteX65169" fmla="*/ 1275736 w 2119654"/>
              <a:gd name="connsiteY65169" fmla="*/ 270966 h 2398711"/>
              <a:gd name="connsiteX65170" fmla="*/ 1217231 w 2119654"/>
              <a:gd name="connsiteY65170" fmla="*/ 397532 h 2398711"/>
              <a:gd name="connsiteX65171" fmla="*/ 1222890 w 2119654"/>
              <a:gd name="connsiteY65171" fmla="*/ 405289 h 2398711"/>
              <a:gd name="connsiteX65172" fmla="*/ 1221022 w 2119654"/>
              <a:gd name="connsiteY65172" fmla="*/ 400292 h 2398711"/>
              <a:gd name="connsiteX65173" fmla="*/ 1218972 w 2119654"/>
              <a:gd name="connsiteY65173" fmla="*/ 396311 h 2398711"/>
              <a:gd name="connsiteX65174" fmla="*/ 518909 w 2119654"/>
              <a:gd name="connsiteY65174" fmla="*/ 1961148 h 2398711"/>
              <a:gd name="connsiteX65175" fmla="*/ 527243 w 2119654"/>
              <a:gd name="connsiteY65175" fmla="*/ 1961319 h 2398711"/>
              <a:gd name="connsiteX65176" fmla="*/ 527190 w 2119654"/>
              <a:gd name="connsiteY65176" fmla="*/ 1959909 h 2398711"/>
              <a:gd name="connsiteX65177" fmla="*/ 1203778 w 2119654"/>
              <a:gd name="connsiteY65177" fmla="*/ 427262 h 2398711"/>
              <a:gd name="connsiteX65178" fmla="*/ 1203122 w 2119654"/>
              <a:gd name="connsiteY65178" fmla="*/ 429224 h 2398711"/>
              <a:gd name="connsiteX65179" fmla="*/ 1203894 w 2119654"/>
              <a:gd name="connsiteY65179" fmla="*/ 428635 h 2398711"/>
              <a:gd name="connsiteX65180" fmla="*/ 1204196 w 2119654"/>
              <a:gd name="connsiteY65180" fmla="*/ 428423 h 2398711"/>
              <a:gd name="connsiteX65181" fmla="*/ 522211 w 2119654"/>
              <a:gd name="connsiteY65181" fmla="*/ 1953161 h 2398711"/>
              <a:gd name="connsiteX65182" fmla="*/ 522213 w 2119654"/>
              <a:gd name="connsiteY65182" fmla="*/ 1953166 h 2398711"/>
              <a:gd name="connsiteX65183" fmla="*/ 523070 w 2119654"/>
              <a:gd name="connsiteY65183" fmla="*/ 1953241 h 2398711"/>
              <a:gd name="connsiteX65184" fmla="*/ 526938 w 2119654"/>
              <a:gd name="connsiteY65184" fmla="*/ 1953235 h 2398711"/>
              <a:gd name="connsiteX65185" fmla="*/ 526932 w 2119654"/>
              <a:gd name="connsiteY65185" fmla="*/ 1953064 h 2398711"/>
              <a:gd name="connsiteX65186" fmla="*/ 523073 w 2119654"/>
              <a:gd name="connsiteY65186" fmla="*/ 1952889 h 2398711"/>
              <a:gd name="connsiteX65187" fmla="*/ 1221197 w 2119654"/>
              <a:gd name="connsiteY65187" fmla="*/ 387571 h 2398711"/>
              <a:gd name="connsiteX65188" fmla="*/ 1223889 w 2119654"/>
              <a:gd name="connsiteY65188" fmla="*/ 392181 h 2398711"/>
              <a:gd name="connsiteX65189" fmla="*/ 1226181 w 2119654"/>
              <a:gd name="connsiteY65189" fmla="*/ 390574 h 2398711"/>
              <a:gd name="connsiteX65190" fmla="*/ 1224666 w 2119654"/>
              <a:gd name="connsiteY65190" fmla="*/ 382216 h 2398711"/>
              <a:gd name="connsiteX65191" fmla="*/ 1224206 w 2119654"/>
              <a:gd name="connsiteY65191" fmla="*/ 382873 h 2398711"/>
              <a:gd name="connsiteX65192" fmla="*/ 527182 w 2119654"/>
              <a:gd name="connsiteY65192" fmla="*/ 1941335 h 2398711"/>
              <a:gd name="connsiteX65193" fmla="*/ 527223 w 2119654"/>
              <a:gd name="connsiteY65193" fmla="*/ 1943043 h 2398711"/>
              <a:gd name="connsiteX65194" fmla="*/ 529040 w 2119654"/>
              <a:gd name="connsiteY65194" fmla="*/ 1942157 h 2398711"/>
              <a:gd name="connsiteX65195" fmla="*/ 1238206 w 2119654"/>
              <a:gd name="connsiteY65195" fmla="*/ 348995 h 2398711"/>
              <a:gd name="connsiteX65196" fmla="*/ 1241644 w 2119654"/>
              <a:gd name="connsiteY65196" fmla="*/ 353877 h 2398711"/>
              <a:gd name="connsiteX65197" fmla="*/ 1240298 w 2119654"/>
              <a:gd name="connsiteY65197" fmla="*/ 346463 h 2398711"/>
              <a:gd name="connsiteX65198" fmla="*/ 1239585 w 2119654"/>
              <a:gd name="connsiteY65198" fmla="*/ 347281 h 2398711"/>
              <a:gd name="connsiteX65199" fmla="*/ 525580 w 2119654"/>
              <a:gd name="connsiteY65199" fmla="*/ 1944403 h 2398711"/>
              <a:gd name="connsiteX65200" fmla="*/ 526641 w 2119654"/>
              <a:gd name="connsiteY65200" fmla="*/ 1944874 h 2398711"/>
              <a:gd name="connsiteX65201" fmla="*/ 526618 w 2119654"/>
              <a:gd name="connsiteY65201" fmla="*/ 1943897 h 2398711"/>
              <a:gd name="connsiteX65202" fmla="*/ 531470 w 2119654"/>
              <a:gd name="connsiteY65202" fmla="*/ 1930728 h 2398711"/>
              <a:gd name="connsiteX65203" fmla="*/ 536693 w 2119654"/>
              <a:gd name="connsiteY65203" fmla="*/ 1931650 h 2398711"/>
              <a:gd name="connsiteX65204" fmla="*/ 535227 w 2119654"/>
              <a:gd name="connsiteY65204" fmla="*/ 1930713 h 2398711"/>
              <a:gd name="connsiteX65205" fmla="*/ 531669 w 2119654"/>
              <a:gd name="connsiteY65205" fmla="*/ 1930642 h 2398711"/>
              <a:gd name="connsiteX65206" fmla="*/ 1220864 w 2119654"/>
              <a:gd name="connsiteY65206" fmla="*/ 387003 h 2398711"/>
              <a:gd name="connsiteX65207" fmla="*/ 1220892 w 2119654"/>
              <a:gd name="connsiteY65207" fmla="*/ 387053 h 2398711"/>
              <a:gd name="connsiteX65208" fmla="*/ 1228414 w 2119654"/>
              <a:gd name="connsiteY65208" fmla="*/ 376284 h 2398711"/>
              <a:gd name="connsiteX65209" fmla="*/ 1228403 w 2119654"/>
              <a:gd name="connsiteY65209" fmla="*/ 375138 h 2398711"/>
              <a:gd name="connsiteX65210" fmla="*/ 1219142 w 2119654"/>
              <a:gd name="connsiteY65210" fmla="*/ 390779 h 2398711"/>
              <a:gd name="connsiteX65211" fmla="*/ 1221945 w 2119654"/>
              <a:gd name="connsiteY65211" fmla="*/ 393546 h 2398711"/>
              <a:gd name="connsiteX65212" fmla="*/ 1223444 w 2119654"/>
              <a:gd name="connsiteY65212" fmla="*/ 392494 h 2398711"/>
              <a:gd name="connsiteX65213" fmla="*/ 1220909 w 2119654"/>
              <a:gd name="connsiteY65213" fmla="*/ 388020 h 2398711"/>
              <a:gd name="connsiteX65214" fmla="*/ 1220240 w 2119654"/>
              <a:gd name="connsiteY65214" fmla="*/ 387985 h 2398711"/>
              <a:gd name="connsiteX65215" fmla="*/ 1220599 w 2119654"/>
              <a:gd name="connsiteY65215" fmla="*/ 387471 h 2398711"/>
              <a:gd name="connsiteX65216" fmla="*/ 1220584 w 2119654"/>
              <a:gd name="connsiteY65216" fmla="*/ 387443 h 2398711"/>
              <a:gd name="connsiteX65217" fmla="*/ 1218534 w 2119654"/>
              <a:gd name="connsiteY65217" fmla="*/ 391728 h 2398711"/>
              <a:gd name="connsiteX65218" fmla="*/ 1219455 w 2119654"/>
              <a:gd name="connsiteY65218" fmla="*/ 394189 h 2398711"/>
              <a:gd name="connsiteX65219" fmla="*/ 1219964 w 2119654"/>
              <a:gd name="connsiteY65219" fmla="*/ 394936 h 2398711"/>
              <a:gd name="connsiteX65220" fmla="*/ 1221314 w 2119654"/>
              <a:gd name="connsiteY65220" fmla="*/ 393988 h 2398711"/>
              <a:gd name="connsiteX65221" fmla="*/ 1219761 w 2119654"/>
              <a:gd name="connsiteY65221" fmla="*/ 392329 h 2398711"/>
              <a:gd name="connsiteX65222" fmla="*/ 1218773 w 2119654"/>
              <a:gd name="connsiteY65222" fmla="*/ 391354 h 2398711"/>
              <a:gd name="connsiteX65223" fmla="*/ 510705 w 2119654"/>
              <a:gd name="connsiteY65223" fmla="*/ 1976669 h 2398711"/>
              <a:gd name="connsiteX65224" fmla="*/ 511560 w 2119654"/>
              <a:gd name="connsiteY65224" fmla="*/ 1980187 h 2398711"/>
              <a:gd name="connsiteX65225" fmla="*/ 512998 w 2119654"/>
              <a:gd name="connsiteY65225" fmla="*/ 1980226 h 2398711"/>
              <a:gd name="connsiteX65226" fmla="*/ 512551 w 2119654"/>
              <a:gd name="connsiteY65226" fmla="*/ 1976851 h 2398711"/>
              <a:gd name="connsiteX65227" fmla="*/ 1187543 w 2119654"/>
              <a:gd name="connsiteY65227" fmla="*/ 460918 h 2398711"/>
              <a:gd name="connsiteX65228" fmla="*/ 1186029 w 2119654"/>
              <a:gd name="connsiteY65228" fmla="*/ 469555 h 2398711"/>
              <a:gd name="connsiteX65229" fmla="*/ 1188084 w 2119654"/>
              <a:gd name="connsiteY65229" fmla="*/ 473246 h 2398711"/>
              <a:gd name="connsiteX65230" fmla="*/ 1190900 w 2119654"/>
              <a:gd name="connsiteY65230" fmla="*/ 464823 h 2398711"/>
              <a:gd name="connsiteX65231" fmla="*/ 1188239 w 2119654"/>
              <a:gd name="connsiteY65231" fmla="*/ 461624 h 2398711"/>
              <a:gd name="connsiteX65232" fmla="*/ 1236576 w 2119654"/>
              <a:gd name="connsiteY65232" fmla="*/ 351021 h 2398711"/>
              <a:gd name="connsiteX65233" fmla="*/ 1239043 w 2119654"/>
              <a:gd name="connsiteY65233" fmla="*/ 356810 h 2398711"/>
              <a:gd name="connsiteX65234" fmla="*/ 1240803 w 2119654"/>
              <a:gd name="connsiteY65234" fmla="*/ 358546 h 2398711"/>
              <a:gd name="connsiteX65235" fmla="*/ 1242143 w 2119654"/>
              <a:gd name="connsiteY65235" fmla="*/ 356628 h 2398711"/>
              <a:gd name="connsiteX65236" fmla="*/ 1241845 w 2119654"/>
              <a:gd name="connsiteY65236" fmla="*/ 354990 h 2398711"/>
              <a:gd name="connsiteX65237" fmla="*/ 1238821 w 2119654"/>
              <a:gd name="connsiteY65237" fmla="*/ 350571 h 2398711"/>
              <a:gd name="connsiteX65238" fmla="*/ 1237942 w 2119654"/>
              <a:gd name="connsiteY65238" fmla="*/ 349322 h 2398711"/>
              <a:gd name="connsiteX65239" fmla="*/ 1217769 w 2119654"/>
              <a:gd name="connsiteY65239" fmla="*/ 392921 h 2398711"/>
              <a:gd name="connsiteX65240" fmla="*/ 1219113 w 2119654"/>
              <a:gd name="connsiteY65240" fmla="*/ 395532 h 2398711"/>
              <a:gd name="connsiteX65241" fmla="*/ 1219216 w 2119654"/>
              <a:gd name="connsiteY65241" fmla="*/ 395461 h 2398711"/>
              <a:gd name="connsiteX65242" fmla="*/ 1218858 w 2119654"/>
              <a:gd name="connsiteY65242" fmla="*/ 394504 h 2398711"/>
              <a:gd name="connsiteX65243" fmla="*/ 1217771 w 2119654"/>
              <a:gd name="connsiteY65243" fmla="*/ 392918 h 2398711"/>
              <a:gd name="connsiteX65244" fmla="*/ 499528 w 2119654"/>
              <a:gd name="connsiteY65244" fmla="*/ 2000503 h 2398711"/>
              <a:gd name="connsiteX65245" fmla="*/ 499814 w 2119654"/>
              <a:gd name="connsiteY65245" fmla="*/ 2000441 h 2398711"/>
              <a:gd name="connsiteX65246" fmla="*/ 499745 w 2119654"/>
              <a:gd name="connsiteY65246" fmla="*/ 2000434 h 2398711"/>
              <a:gd name="connsiteX65247" fmla="*/ 1187887 w 2119654"/>
              <a:gd name="connsiteY65247" fmla="*/ 458961 h 2398711"/>
              <a:gd name="connsiteX65248" fmla="*/ 1187743 w 2119654"/>
              <a:gd name="connsiteY65248" fmla="*/ 459778 h 2398711"/>
              <a:gd name="connsiteX65249" fmla="*/ 1188159 w 2119654"/>
              <a:gd name="connsiteY65249" fmla="*/ 460263 h 2398711"/>
              <a:gd name="connsiteX65250" fmla="*/ 1191344 w 2119654"/>
              <a:gd name="connsiteY65250" fmla="*/ 463497 h 2398711"/>
              <a:gd name="connsiteX65251" fmla="*/ 1191899 w 2119654"/>
              <a:gd name="connsiteY65251" fmla="*/ 461835 h 2398711"/>
              <a:gd name="connsiteX65252" fmla="*/ 1215945 w 2119654"/>
              <a:gd name="connsiteY65252" fmla="*/ 395769 h 2398711"/>
              <a:gd name="connsiteX65253" fmla="*/ 1216903 w 2119654"/>
              <a:gd name="connsiteY65253" fmla="*/ 397084 h 2398711"/>
              <a:gd name="connsiteX65254" fmla="*/ 1218715 w 2119654"/>
              <a:gd name="connsiteY65254" fmla="*/ 395812 h 2398711"/>
              <a:gd name="connsiteX65255" fmla="*/ 1217469 w 2119654"/>
              <a:gd name="connsiteY65255" fmla="*/ 393391 h 2398711"/>
              <a:gd name="connsiteX65256" fmla="*/ 1235072 w 2119654"/>
              <a:gd name="connsiteY65256" fmla="*/ 352890 h 2398711"/>
              <a:gd name="connsiteX65257" fmla="*/ 1236458 w 2119654"/>
              <a:gd name="connsiteY65257" fmla="*/ 354259 h 2398711"/>
              <a:gd name="connsiteX65258" fmla="*/ 1235597 w 2119654"/>
              <a:gd name="connsiteY65258" fmla="*/ 352238 h 2398711"/>
              <a:gd name="connsiteX65259" fmla="*/ 521253 w 2119654"/>
              <a:gd name="connsiteY65259" fmla="*/ 1951219 h 2398711"/>
              <a:gd name="connsiteX65260" fmla="*/ 521719 w 2119654"/>
              <a:gd name="connsiteY65260" fmla="*/ 1952163 h 2398711"/>
              <a:gd name="connsiteX65261" fmla="*/ 523357 w 2119654"/>
              <a:gd name="connsiteY65261" fmla="*/ 1952238 h 2398711"/>
              <a:gd name="connsiteX65262" fmla="*/ 526859 w 2119654"/>
              <a:gd name="connsiteY65262" fmla="*/ 1951130 h 2398711"/>
              <a:gd name="connsiteX65263" fmla="*/ 526826 w 2119654"/>
              <a:gd name="connsiteY65263" fmla="*/ 1950247 h 2398711"/>
              <a:gd name="connsiteX65264" fmla="*/ 1197957 w 2119654"/>
              <a:gd name="connsiteY65264" fmla="*/ 435636 h 2398711"/>
              <a:gd name="connsiteX65265" fmla="*/ 1200103 w 2119654"/>
              <a:gd name="connsiteY65265" fmla="*/ 437307 h 2398711"/>
              <a:gd name="connsiteX65266" fmla="*/ 1201589 w 2119654"/>
              <a:gd name="connsiteY65266" fmla="*/ 432864 h 2398711"/>
              <a:gd name="connsiteX65267" fmla="*/ 527094 w 2119654"/>
              <a:gd name="connsiteY65267" fmla="*/ 1937634 h 2398711"/>
              <a:gd name="connsiteX65268" fmla="*/ 527165 w 2119654"/>
              <a:gd name="connsiteY65268" fmla="*/ 1940609 h 2398711"/>
              <a:gd name="connsiteX65269" fmla="*/ 527959 w 2119654"/>
              <a:gd name="connsiteY65269" fmla="*/ 1940960 h 2398711"/>
              <a:gd name="connsiteX65270" fmla="*/ 530259 w 2119654"/>
              <a:gd name="connsiteY65270" fmla="*/ 1941563 h 2398711"/>
              <a:gd name="connsiteX65271" fmla="*/ 537286 w 2119654"/>
              <a:gd name="connsiteY65271" fmla="*/ 1938139 h 2398711"/>
              <a:gd name="connsiteX65272" fmla="*/ 531173 w 2119654"/>
              <a:gd name="connsiteY65272" fmla="*/ 1937743 h 2398711"/>
              <a:gd name="connsiteX65273" fmla="*/ 510326 w 2119654"/>
              <a:gd name="connsiteY65273" fmla="*/ 1975106 h 2398711"/>
              <a:gd name="connsiteX65274" fmla="*/ 510596 w 2119654"/>
              <a:gd name="connsiteY65274" fmla="*/ 1976222 h 2398711"/>
              <a:gd name="connsiteX65275" fmla="*/ 511089 w 2119654"/>
              <a:gd name="connsiteY65275" fmla="*/ 1976269 h 2398711"/>
              <a:gd name="connsiteX65276" fmla="*/ 512481 w 2119654"/>
              <a:gd name="connsiteY65276" fmla="*/ 1976318 h 2398711"/>
              <a:gd name="connsiteX65277" fmla="*/ 512281 w 2119654"/>
              <a:gd name="connsiteY65277" fmla="*/ 1974814 h 2398711"/>
              <a:gd name="connsiteX65278" fmla="*/ 523560 w 2119654"/>
              <a:gd name="connsiteY65278" fmla="*/ 1945387 h 2398711"/>
              <a:gd name="connsiteX65279" fmla="*/ 525085 w 2119654"/>
              <a:gd name="connsiteY65279" fmla="*/ 1945783 h 2398711"/>
              <a:gd name="connsiteX65280" fmla="*/ 526666 w 2119654"/>
              <a:gd name="connsiteY65280" fmla="*/ 1945901 h 2398711"/>
              <a:gd name="connsiteX65281" fmla="*/ 526657 w 2119654"/>
              <a:gd name="connsiteY65281" fmla="*/ 1945530 h 2398711"/>
              <a:gd name="connsiteX65282" fmla="*/ 524884 w 2119654"/>
              <a:gd name="connsiteY65282" fmla="*/ 1944742 h 2398711"/>
              <a:gd name="connsiteX65283" fmla="*/ 512656 w 2119654"/>
              <a:gd name="connsiteY65283" fmla="*/ 1969514 h 2398711"/>
              <a:gd name="connsiteX65284" fmla="*/ 512851 w 2119654"/>
              <a:gd name="connsiteY65284" fmla="*/ 1971641 h 2398711"/>
              <a:gd name="connsiteX65285" fmla="*/ 517032 w 2119654"/>
              <a:gd name="connsiteY65285" fmla="*/ 1970702 h 2398711"/>
              <a:gd name="connsiteX65286" fmla="*/ 514485 w 2119654"/>
              <a:gd name="connsiteY65286" fmla="*/ 1969476 h 2398711"/>
              <a:gd name="connsiteX65287" fmla="*/ 1213632 w 2119654"/>
              <a:gd name="connsiteY65287" fmla="*/ 399380 h 2398711"/>
              <a:gd name="connsiteX65288" fmla="*/ 1216667 w 2119654"/>
              <a:gd name="connsiteY65288" fmla="*/ 397250 h 2398711"/>
              <a:gd name="connsiteX65289" fmla="*/ 1215777 w 2119654"/>
              <a:gd name="connsiteY65289" fmla="*/ 396031 h 2398711"/>
              <a:gd name="connsiteX65290" fmla="*/ 1188548 w 2119654"/>
              <a:gd name="connsiteY65290" fmla="*/ 455181 h 2398711"/>
              <a:gd name="connsiteX65291" fmla="*/ 1188014 w 2119654"/>
              <a:gd name="connsiteY65291" fmla="*/ 458230 h 2398711"/>
              <a:gd name="connsiteX65292" fmla="*/ 1192122 w 2119654"/>
              <a:gd name="connsiteY65292" fmla="*/ 461172 h 2398711"/>
              <a:gd name="connsiteX65293" fmla="*/ 1192512 w 2119654"/>
              <a:gd name="connsiteY65293" fmla="*/ 460005 h 2398711"/>
              <a:gd name="connsiteX65294" fmla="*/ 1212875 w 2119654"/>
              <a:gd name="connsiteY65294" fmla="*/ 400589 h 2398711"/>
              <a:gd name="connsiteX65295" fmla="*/ 1220009 w 2119654"/>
              <a:gd name="connsiteY65295" fmla="*/ 417329 h 2398711"/>
              <a:gd name="connsiteX65296" fmla="*/ 1221892 w 2119654"/>
              <a:gd name="connsiteY65296" fmla="*/ 416007 h 2398711"/>
              <a:gd name="connsiteX65297" fmla="*/ 1220270 w 2119654"/>
              <a:gd name="connsiteY65297" fmla="*/ 414193 h 2398711"/>
              <a:gd name="connsiteX65298" fmla="*/ 1220667 w 2119654"/>
              <a:gd name="connsiteY65298" fmla="*/ 414261 h 2398711"/>
              <a:gd name="connsiteX65299" fmla="*/ 1222098 w 2119654"/>
              <a:gd name="connsiteY65299" fmla="*/ 415862 h 2398711"/>
              <a:gd name="connsiteX65300" fmla="*/ 1224752 w 2119654"/>
              <a:gd name="connsiteY65300" fmla="*/ 414000 h 2398711"/>
              <a:gd name="connsiteX65301" fmla="*/ 1225410 w 2119654"/>
              <a:gd name="connsiteY65301" fmla="*/ 412024 h 2398711"/>
              <a:gd name="connsiteX65302" fmla="*/ 1223267 w 2119654"/>
              <a:gd name="connsiteY65302" fmla="*/ 406294 h 2398711"/>
              <a:gd name="connsiteX65303" fmla="*/ 1216994 w 2119654"/>
              <a:gd name="connsiteY65303" fmla="*/ 397700 h 2398711"/>
              <a:gd name="connsiteX65304" fmla="*/ 529851 w 2119654"/>
              <a:gd name="connsiteY65304" fmla="*/ 1929986 h 2398711"/>
              <a:gd name="connsiteX65305" fmla="*/ 532095 w 2119654"/>
              <a:gd name="connsiteY65305" fmla="*/ 1930032 h 2398711"/>
              <a:gd name="connsiteX65306" fmla="*/ 533324 w 2119654"/>
              <a:gd name="connsiteY65306" fmla="*/ 1929499 h 2398711"/>
              <a:gd name="connsiteX65307" fmla="*/ 533202 w 2119654"/>
              <a:gd name="connsiteY65307" fmla="*/ 1929420 h 2398711"/>
              <a:gd name="connsiteX65308" fmla="*/ 1228701 w 2119654"/>
              <a:gd name="connsiteY65308" fmla="*/ 364366 h 2398711"/>
              <a:gd name="connsiteX65309" fmla="*/ 1228784 w 2119654"/>
              <a:gd name="connsiteY65309" fmla="*/ 373915 h 2398711"/>
              <a:gd name="connsiteX65310" fmla="*/ 1228868 w 2119654"/>
              <a:gd name="connsiteY65310" fmla="*/ 373782 h 2398711"/>
              <a:gd name="connsiteX65311" fmla="*/ 1229380 w 2119654"/>
              <a:gd name="connsiteY65311" fmla="*/ 373601 h 2398711"/>
              <a:gd name="connsiteX65312" fmla="*/ 1228789 w 2119654"/>
              <a:gd name="connsiteY65312" fmla="*/ 374532 h 2398711"/>
              <a:gd name="connsiteX65313" fmla="*/ 1228799 w 2119654"/>
              <a:gd name="connsiteY65313" fmla="*/ 375732 h 2398711"/>
              <a:gd name="connsiteX65314" fmla="*/ 1231328 w 2119654"/>
              <a:gd name="connsiteY65314" fmla="*/ 372111 h 2398711"/>
              <a:gd name="connsiteX65315" fmla="*/ 1188900 w 2119654"/>
              <a:gd name="connsiteY65315" fmla="*/ 453178 h 2398711"/>
              <a:gd name="connsiteX65316" fmla="*/ 1188685 w 2119654"/>
              <a:gd name="connsiteY65316" fmla="*/ 454404 h 2398711"/>
              <a:gd name="connsiteX65317" fmla="*/ 1192760 w 2119654"/>
              <a:gd name="connsiteY65317" fmla="*/ 459265 h 2398711"/>
              <a:gd name="connsiteX65318" fmla="*/ 1193119 w 2119654"/>
              <a:gd name="connsiteY65318" fmla="*/ 458192 h 2398711"/>
              <a:gd name="connsiteX65319" fmla="*/ 1210862 w 2119654"/>
              <a:gd name="connsiteY65319" fmla="*/ 403703 h 2398711"/>
              <a:gd name="connsiteX65320" fmla="*/ 1213045 w 2119654"/>
              <a:gd name="connsiteY65320" fmla="*/ 410335 h 2398711"/>
              <a:gd name="connsiteX65321" fmla="*/ 1218095 w 2119654"/>
              <a:gd name="connsiteY65321" fmla="*/ 417265 h 2398711"/>
              <a:gd name="connsiteX65322" fmla="*/ 1214961 w 2119654"/>
              <a:gd name="connsiteY65322" fmla="*/ 408105 h 2398711"/>
              <a:gd name="connsiteX65323" fmla="*/ 1212197 w 2119654"/>
              <a:gd name="connsiteY65323" fmla="*/ 401619 h 2398711"/>
              <a:gd name="connsiteX65324" fmla="*/ 1195445 w 2119654"/>
              <a:gd name="connsiteY65324" fmla="*/ 438211 h 2398711"/>
              <a:gd name="connsiteX65325" fmla="*/ 1197960 w 2119654"/>
              <a:gd name="connsiteY65325" fmla="*/ 443715 h 2398711"/>
              <a:gd name="connsiteX65326" fmla="*/ 1198825 w 2119654"/>
              <a:gd name="connsiteY65326" fmla="*/ 441126 h 2398711"/>
              <a:gd name="connsiteX65327" fmla="*/ 1189199 w 2119654"/>
              <a:gd name="connsiteY65327" fmla="*/ 451469 h 2398711"/>
              <a:gd name="connsiteX65328" fmla="*/ 1188956 w 2119654"/>
              <a:gd name="connsiteY65328" fmla="*/ 452857 h 2398711"/>
              <a:gd name="connsiteX65329" fmla="*/ 1193211 w 2119654"/>
              <a:gd name="connsiteY65329" fmla="*/ 457914 h 2398711"/>
              <a:gd name="connsiteX65330" fmla="*/ 1193560 w 2119654"/>
              <a:gd name="connsiteY65330" fmla="*/ 456874 h 2398711"/>
              <a:gd name="connsiteX65331" fmla="*/ 1191317 w 2119654"/>
              <a:gd name="connsiteY65331" fmla="*/ 453296 h 2398711"/>
              <a:gd name="connsiteX65332" fmla="*/ 500139 w 2119654"/>
              <a:gd name="connsiteY65332" fmla="*/ 1994356 h 2398711"/>
              <a:gd name="connsiteX65333" fmla="*/ 509406 w 2119654"/>
              <a:gd name="connsiteY65333" fmla="*/ 1996912 h 2398711"/>
              <a:gd name="connsiteX65334" fmla="*/ 514964 w 2119654"/>
              <a:gd name="connsiteY65334" fmla="*/ 1995060 h 2398711"/>
              <a:gd name="connsiteX65335" fmla="*/ 514934 w 2119654"/>
              <a:gd name="connsiteY65335" fmla="*/ 1994840 h 2398711"/>
              <a:gd name="connsiteX65336" fmla="*/ 514513 w 2119654"/>
              <a:gd name="connsiteY65336" fmla="*/ 1993370 h 2398711"/>
              <a:gd name="connsiteX65337" fmla="*/ 513259 w 2119654"/>
              <a:gd name="connsiteY65337" fmla="*/ 1993849 h 2398711"/>
              <a:gd name="connsiteX65338" fmla="*/ 513058 w 2119654"/>
              <a:gd name="connsiteY65338" fmla="*/ 1993786 h 2398711"/>
              <a:gd name="connsiteX65339" fmla="*/ 514478 w 2119654"/>
              <a:gd name="connsiteY65339" fmla="*/ 1993244 h 2398711"/>
              <a:gd name="connsiteX65340" fmla="*/ 514474 w 2119654"/>
              <a:gd name="connsiteY65340" fmla="*/ 1993231 h 2398711"/>
              <a:gd name="connsiteX65341" fmla="*/ 506074 w 2119654"/>
              <a:gd name="connsiteY65341" fmla="*/ 1992577 h 2398711"/>
              <a:gd name="connsiteX65342" fmla="*/ 540571 w 2119654"/>
              <a:gd name="connsiteY65342" fmla="*/ 1903807 h 2398711"/>
              <a:gd name="connsiteX65343" fmla="*/ 540857 w 2119654"/>
              <a:gd name="connsiteY65343" fmla="*/ 1904588 h 2398711"/>
              <a:gd name="connsiteX65344" fmla="*/ 543168 w 2119654"/>
              <a:gd name="connsiteY65344" fmla="*/ 1904893 h 2398711"/>
              <a:gd name="connsiteX65345" fmla="*/ 541770 w 2119654"/>
              <a:gd name="connsiteY65345" fmla="*/ 1904017 h 2398711"/>
              <a:gd name="connsiteX65346" fmla="*/ 1209622 w 2119654"/>
              <a:gd name="connsiteY65346" fmla="*/ 405638 h 2398711"/>
              <a:gd name="connsiteX65347" fmla="*/ 1211070 w 2119654"/>
              <a:gd name="connsiteY65347" fmla="*/ 407627 h 2398711"/>
              <a:gd name="connsiteX65348" fmla="*/ 1210147 w 2119654"/>
              <a:gd name="connsiteY65348" fmla="*/ 404819 h 2398711"/>
              <a:gd name="connsiteX65349" fmla="*/ 501279 w 2119654"/>
              <a:gd name="connsiteY65349" fmla="*/ 1991692 h 2398711"/>
              <a:gd name="connsiteX65350" fmla="*/ 503618 w 2119654"/>
              <a:gd name="connsiteY65350" fmla="*/ 1991874 h 2398711"/>
              <a:gd name="connsiteX65351" fmla="*/ 513258 w 2119654"/>
              <a:gd name="connsiteY65351" fmla="*/ 1988984 h 2398711"/>
              <a:gd name="connsiteX65352" fmla="*/ 512507 w 2119654"/>
              <a:gd name="connsiteY65352" fmla="*/ 1986360 h 2398711"/>
              <a:gd name="connsiteX65353" fmla="*/ 496626 w 2119654"/>
              <a:gd name="connsiteY65353" fmla="*/ 2001628 h 2398711"/>
              <a:gd name="connsiteX65354" fmla="*/ 499582 w 2119654"/>
              <a:gd name="connsiteY65354" fmla="*/ 2003182 h 2398711"/>
              <a:gd name="connsiteX65355" fmla="*/ 507944 w 2119654"/>
              <a:gd name="connsiteY65355" fmla="*/ 2002173 h 2398711"/>
              <a:gd name="connsiteX65356" fmla="*/ 503680 w 2119654"/>
              <a:gd name="connsiteY65356" fmla="*/ 2000820 h 2398711"/>
              <a:gd name="connsiteX65357" fmla="*/ 501613 w 2119654"/>
              <a:gd name="connsiteY65357" fmla="*/ 2000617 h 2398711"/>
              <a:gd name="connsiteX65358" fmla="*/ 1230211 w 2119654"/>
              <a:gd name="connsiteY65358" fmla="*/ 358931 h 2398711"/>
              <a:gd name="connsiteX65359" fmla="*/ 1235486 w 2119654"/>
              <a:gd name="connsiteY65359" fmla="*/ 366158 h 2398711"/>
              <a:gd name="connsiteX65360" fmla="*/ 1236647 w 2119654"/>
              <a:gd name="connsiteY65360" fmla="*/ 364495 h 2398711"/>
              <a:gd name="connsiteX65361" fmla="*/ 1233024 w 2119654"/>
              <a:gd name="connsiteY65361" fmla="*/ 357403 h 2398711"/>
              <a:gd name="connsiteX65362" fmla="*/ 1233280 w 2119654"/>
              <a:gd name="connsiteY65362" fmla="*/ 357521 h 2398711"/>
              <a:gd name="connsiteX65363" fmla="*/ 1236761 w 2119654"/>
              <a:gd name="connsiteY65363" fmla="*/ 364333 h 2398711"/>
              <a:gd name="connsiteX65364" fmla="*/ 1239239 w 2119654"/>
              <a:gd name="connsiteY65364" fmla="*/ 360785 h 2398711"/>
              <a:gd name="connsiteX65365" fmla="*/ 1237386 w 2119654"/>
              <a:gd name="connsiteY65365" fmla="*/ 356434 h 2398711"/>
              <a:gd name="connsiteX65366" fmla="*/ 1234506 w 2119654"/>
              <a:gd name="connsiteY65366" fmla="*/ 353593 h 2398711"/>
              <a:gd name="connsiteX65367" fmla="*/ 518444 w 2119654"/>
              <a:gd name="connsiteY65367" fmla="*/ 1952679 h 2398711"/>
              <a:gd name="connsiteX65368" fmla="*/ 518447 w 2119654"/>
              <a:gd name="connsiteY65368" fmla="*/ 1952759 h 2398711"/>
              <a:gd name="connsiteX65369" fmla="*/ 519453 w 2119654"/>
              <a:gd name="connsiteY65369" fmla="*/ 1952927 h 2398711"/>
              <a:gd name="connsiteX65370" fmla="*/ 520806 w 2119654"/>
              <a:gd name="connsiteY65370" fmla="*/ 1953044 h 2398711"/>
              <a:gd name="connsiteX65371" fmla="*/ 521521 w 2119654"/>
              <a:gd name="connsiteY65371" fmla="*/ 1952819 h 2398711"/>
              <a:gd name="connsiteX65372" fmla="*/ 539622 w 2119654"/>
              <a:gd name="connsiteY65372" fmla="*/ 1904980 h 2398711"/>
              <a:gd name="connsiteX65373" fmla="*/ 542188 w 2119654"/>
              <a:gd name="connsiteY65373" fmla="*/ 1905824 h 2398711"/>
              <a:gd name="connsiteX65374" fmla="*/ 542243 w 2119654"/>
              <a:gd name="connsiteY65374" fmla="*/ 1905839 h 2398711"/>
              <a:gd name="connsiteX65375" fmla="*/ 546482 w 2119654"/>
              <a:gd name="connsiteY65375" fmla="*/ 1906969 h 2398711"/>
              <a:gd name="connsiteX65376" fmla="*/ 544292 w 2119654"/>
              <a:gd name="connsiteY65376" fmla="*/ 1905597 h 2398711"/>
              <a:gd name="connsiteX65377" fmla="*/ 541070 w 2119654"/>
              <a:gd name="connsiteY65377" fmla="*/ 1905172 h 2398711"/>
              <a:gd name="connsiteX65378" fmla="*/ 541167 w 2119654"/>
              <a:gd name="connsiteY65378" fmla="*/ 1905436 h 2398711"/>
              <a:gd name="connsiteX65379" fmla="*/ 540862 w 2119654"/>
              <a:gd name="connsiteY65379" fmla="*/ 1905248 h 2398711"/>
              <a:gd name="connsiteX65380" fmla="*/ 540823 w 2119654"/>
              <a:gd name="connsiteY65380" fmla="*/ 1905139 h 2398711"/>
              <a:gd name="connsiteX65381" fmla="*/ 540314 w 2119654"/>
              <a:gd name="connsiteY65381" fmla="*/ 1903105 h 2398711"/>
              <a:gd name="connsiteX65382" fmla="*/ 540395 w 2119654"/>
              <a:gd name="connsiteY65382" fmla="*/ 1903324 h 2398711"/>
              <a:gd name="connsiteX65383" fmla="*/ 540625 w 2119654"/>
              <a:gd name="connsiteY65383" fmla="*/ 1903299 h 2398711"/>
              <a:gd name="connsiteX65384" fmla="*/ 526975 w 2119654"/>
              <a:gd name="connsiteY65384" fmla="*/ 1932675 h 2398711"/>
              <a:gd name="connsiteX65385" fmla="*/ 527043 w 2119654"/>
              <a:gd name="connsiteY65385" fmla="*/ 1935502 h 2398711"/>
              <a:gd name="connsiteX65386" fmla="*/ 540862 w 2119654"/>
              <a:gd name="connsiteY65386" fmla="*/ 1936397 h 2398711"/>
              <a:gd name="connsiteX65387" fmla="*/ 542576 w 2119654"/>
              <a:gd name="connsiteY65387" fmla="*/ 1935561 h 2398711"/>
              <a:gd name="connsiteX65388" fmla="*/ 542609 w 2119654"/>
              <a:gd name="connsiteY65388" fmla="*/ 1935427 h 2398711"/>
              <a:gd name="connsiteX65389" fmla="*/ 537866 w 2119654"/>
              <a:gd name="connsiteY65389" fmla="*/ 1932398 h 2398711"/>
              <a:gd name="connsiteX65390" fmla="*/ 530582 w 2119654"/>
              <a:gd name="connsiteY65390" fmla="*/ 1931112 h 2398711"/>
              <a:gd name="connsiteX65391" fmla="*/ 1210406 w 2119654"/>
              <a:gd name="connsiteY65391" fmla="*/ 402321 h 2398711"/>
              <a:gd name="connsiteX65392" fmla="*/ 1210518 w 2119654"/>
              <a:gd name="connsiteY65392" fmla="*/ 402658 h 2398711"/>
              <a:gd name="connsiteX65393" fmla="*/ 1210821 w 2119654"/>
              <a:gd name="connsiteY65393" fmla="*/ 402184 h 2398711"/>
              <a:gd name="connsiteX65394" fmla="*/ 1210998 w 2119654"/>
              <a:gd name="connsiteY65394" fmla="*/ 401906 h 2398711"/>
              <a:gd name="connsiteX65395" fmla="*/ 518406 w 2119654"/>
              <a:gd name="connsiteY65395" fmla="*/ 1951715 h 2398711"/>
              <a:gd name="connsiteX65396" fmla="*/ 518418 w 2119654"/>
              <a:gd name="connsiteY65396" fmla="*/ 1952014 h 2398711"/>
              <a:gd name="connsiteX65397" fmla="*/ 521445 w 2119654"/>
              <a:gd name="connsiteY65397" fmla="*/ 1952151 h 2398711"/>
              <a:gd name="connsiteX65398" fmla="*/ 521007 w 2119654"/>
              <a:gd name="connsiteY65398" fmla="*/ 1951262 h 2398711"/>
              <a:gd name="connsiteX65399" fmla="*/ 1228670 w 2119654"/>
              <a:gd name="connsiteY65399" fmla="*/ 360847 h 2398711"/>
              <a:gd name="connsiteX65400" fmla="*/ 1228690 w 2119654"/>
              <a:gd name="connsiteY65400" fmla="*/ 363161 h 2398711"/>
              <a:gd name="connsiteX65401" fmla="*/ 1231596 w 2119654"/>
              <a:gd name="connsiteY65401" fmla="*/ 371727 h 2398711"/>
              <a:gd name="connsiteX65402" fmla="*/ 1235185 w 2119654"/>
              <a:gd name="connsiteY65402" fmla="*/ 366589 h 2398711"/>
              <a:gd name="connsiteX65403" fmla="*/ 1229889 w 2119654"/>
              <a:gd name="connsiteY65403" fmla="*/ 359332 h 2398711"/>
              <a:gd name="connsiteX65404" fmla="*/ 517787 w 2119654"/>
              <a:gd name="connsiteY65404" fmla="*/ 1952649 h 2398711"/>
              <a:gd name="connsiteX65405" fmla="*/ 518191 w 2119654"/>
              <a:gd name="connsiteY65405" fmla="*/ 1952716 h 2398711"/>
              <a:gd name="connsiteX65406" fmla="*/ 518188 w 2119654"/>
              <a:gd name="connsiteY65406" fmla="*/ 1952668 h 2398711"/>
              <a:gd name="connsiteX65407" fmla="*/ 519754 w 2119654"/>
              <a:gd name="connsiteY65407" fmla="*/ 1948179 h 2398711"/>
              <a:gd name="connsiteX65408" fmla="*/ 519787 w 2119654"/>
              <a:gd name="connsiteY65408" fmla="*/ 1948246 h 2398711"/>
              <a:gd name="connsiteX65409" fmla="*/ 520068 w 2119654"/>
              <a:gd name="connsiteY65409" fmla="*/ 1948190 h 2398711"/>
              <a:gd name="connsiteX65410" fmla="*/ 528332 w 2119654"/>
              <a:gd name="connsiteY65410" fmla="*/ 1928913 h 2398711"/>
              <a:gd name="connsiteX65411" fmla="*/ 528647 w 2119654"/>
              <a:gd name="connsiteY65411" fmla="*/ 1929701 h 2398711"/>
              <a:gd name="connsiteX65412" fmla="*/ 532598 w 2119654"/>
              <a:gd name="connsiteY65412" fmla="*/ 1929035 h 2398711"/>
              <a:gd name="connsiteX65413" fmla="*/ 531650 w 2119654"/>
              <a:gd name="connsiteY65413" fmla="*/ 1928430 h 2398711"/>
              <a:gd name="connsiteX65414" fmla="*/ 530917 w 2119654"/>
              <a:gd name="connsiteY65414" fmla="*/ 1928331 h 2398711"/>
              <a:gd name="connsiteX65415" fmla="*/ 1189917 w 2119654"/>
              <a:gd name="connsiteY65415" fmla="*/ 447378 h 2398711"/>
              <a:gd name="connsiteX65416" fmla="*/ 1189830 w 2119654"/>
              <a:gd name="connsiteY65416" fmla="*/ 447873 h 2398711"/>
              <a:gd name="connsiteX65417" fmla="*/ 1190444 w 2119654"/>
              <a:gd name="connsiteY65417" fmla="*/ 448402 h 2398711"/>
              <a:gd name="connsiteX65418" fmla="*/ 1228132 w 2119654"/>
              <a:gd name="connsiteY65418" fmla="*/ 361515 h 2398711"/>
              <a:gd name="connsiteX65419" fmla="*/ 1228289 w 2119654"/>
              <a:gd name="connsiteY65419" fmla="*/ 361980 h 2398711"/>
              <a:gd name="connsiteX65420" fmla="*/ 1228284 w 2119654"/>
              <a:gd name="connsiteY65420" fmla="*/ 361327 h 2398711"/>
              <a:gd name="connsiteX65421" fmla="*/ 526924 w 2119654"/>
              <a:gd name="connsiteY65421" fmla="*/ 1930547 h 2398711"/>
              <a:gd name="connsiteX65422" fmla="*/ 526965 w 2119654"/>
              <a:gd name="connsiteY65422" fmla="*/ 1932253 h 2398711"/>
              <a:gd name="connsiteX65423" fmla="*/ 529884 w 2119654"/>
              <a:gd name="connsiteY65423" fmla="*/ 1930989 h 2398711"/>
              <a:gd name="connsiteX65424" fmla="*/ 527435 w 2119654"/>
              <a:gd name="connsiteY65424" fmla="*/ 1930557 h 2398711"/>
              <a:gd name="connsiteX65425" fmla="*/ 519382 w 2119654"/>
              <a:gd name="connsiteY65425" fmla="*/ 1947423 h 2398711"/>
              <a:gd name="connsiteX65426" fmla="*/ 519629 w 2119654"/>
              <a:gd name="connsiteY65426" fmla="*/ 1947925 h 2398711"/>
              <a:gd name="connsiteX65427" fmla="*/ 521127 w 2119654"/>
              <a:gd name="connsiteY65427" fmla="*/ 1947979 h 2398711"/>
              <a:gd name="connsiteX65428" fmla="*/ 526698 w 2119654"/>
              <a:gd name="connsiteY65428" fmla="*/ 1946872 h 2398711"/>
              <a:gd name="connsiteX65429" fmla="*/ 526691 w 2119654"/>
              <a:gd name="connsiteY65429" fmla="*/ 1946674 h 2398711"/>
              <a:gd name="connsiteX65430" fmla="*/ 526125 w 2119654"/>
              <a:gd name="connsiteY65430" fmla="*/ 1946519 h 2398711"/>
              <a:gd name="connsiteX65431" fmla="*/ 521669 w 2119654"/>
              <a:gd name="connsiteY65431" fmla="*/ 1946308 h 2398711"/>
              <a:gd name="connsiteX65432" fmla="*/ 527939 w 2119654"/>
              <a:gd name="connsiteY65432" fmla="*/ 1927931 h 2398711"/>
              <a:gd name="connsiteX65433" fmla="*/ 528143 w 2119654"/>
              <a:gd name="connsiteY65433" fmla="*/ 1928441 h 2398711"/>
              <a:gd name="connsiteX65434" fmla="*/ 529485 w 2119654"/>
              <a:gd name="connsiteY65434" fmla="*/ 1928139 h 2398711"/>
              <a:gd name="connsiteX65435" fmla="*/ 1165932 w 2119654"/>
              <a:gd name="connsiteY65435" fmla="*/ 499341 h 2398711"/>
              <a:gd name="connsiteX65436" fmla="*/ 1166198 w 2119654"/>
              <a:gd name="connsiteY65436" fmla="*/ 499915 h 2398711"/>
              <a:gd name="connsiteX65437" fmla="*/ 1166408 w 2119654"/>
              <a:gd name="connsiteY65437" fmla="*/ 499333 h 2398711"/>
              <a:gd name="connsiteX65438" fmla="*/ 1166212 w 2119654"/>
              <a:gd name="connsiteY65438" fmla="*/ 499087 h 2398711"/>
              <a:gd name="connsiteX65439" fmla="*/ 510602 w 2119654"/>
              <a:gd name="connsiteY65439" fmla="*/ 1966744 h 2398711"/>
              <a:gd name="connsiteX65440" fmla="*/ 510684 w 2119654"/>
              <a:gd name="connsiteY65440" fmla="*/ 1966975 h 2398711"/>
              <a:gd name="connsiteX65441" fmla="*/ 511144 w 2119654"/>
              <a:gd name="connsiteY65441" fmla="*/ 1967174 h 2398711"/>
              <a:gd name="connsiteX65442" fmla="*/ 511269 w 2119654"/>
              <a:gd name="connsiteY65442" fmla="*/ 1967172 h 2398711"/>
              <a:gd name="connsiteX65443" fmla="*/ 511249 w 2119654"/>
              <a:gd name="connsiteY65443" fmla="*/ 1967022 h 2398711"/>
              <a:gd name="connsiteX65444" fmla="*/ 1253105 w 2119654"/>
              <a:gd name="connsiteY65444" fmla="*/ 304010 h 2398711"/>
              <a:gd name="connsiteX65445" fmla="*/ 1259283 w 2119654"/>
              <a:gd name="connsiteY65445" fmla="*/ 312242 h 2398711"/>
              <a:gd name="connsiteX65446" fmla="*/ 1263996 w 2119654"/>
              <a:gd name="connsiteY65446" fmla="*/ 318699 h 2398711"/>
              <a:gd name="connsiteX65447" fmla="*/ 1273397 w 2119654"/>
              <a:gd name="connsiteY65447" fmla="*/ 307925 h 2398711"/>
              <a:gd name="connsiteX65448" fmla="*/ 1275166 w 2119654"/>
              <a:gd name="connsiteY65448" fmla="*/ 305954 h 2398711"/>
              <a:gd name="connsiteX65449" fmla="*/ 1275065 w 2119654"/>
              <a:gd name="connsiteY65449" fmla="*/ 294259 h 2398711"/>
              <a:gd name="connsiteX65450" fmla="*/ 1274617 w 2119654"/>
              <a:gd name="connsiteY65450" fmla="*/ 274006 h 2398711"/>
              <a:gd name="connsiteX65451" fmla="*/ 1268462 w 2119654"/>
              <a:gd name="connsiteY65451" fmla="*/ 281684 h 2398711"/>
              <a:gd name="connsiteX65452" fmla="*/ 497838 w 2119654"/>
              <a:gd name="connsiteY65452" fmla="*/ 1995046 h 2398711"/>
              <a:gd name="connsiteX65453" fmla="*/ 506631 w 2119654"/>
              <a:gd name="connsiteY65453" fmla="*/ 1997837 h 2398711"/>
              <a:gd name="connsiteX65454" fmla="*/ 508353 w 2119654"/>
              <a:gd name="connsiteY65454" fmla="*/ 1997263 h 2398711"/>
              <a:gd name="connsiteX65455" fmla="*/ 499025 w 2119654"/>
              <a:gd name="connsiteY65455" fmla="*/ 1994690 h 2398711"/>
              <a:gd name="connsiteX65456" fmla="*/ 1203008 w 2119654"/>
              <a:gd name="connsiteY65456" fmla="*/ 415962 h 2398711"/>
              <a:gd name="connsiteX65457" fmla="*/ 1210177 w 2119654"/>
              <a:gd name="connsiteY65457" fmla="*/ 424227 h 2398711"/>
              <a:gd name="connsiteX65458" fmla="*/ 1215342 w 2119654"/>
              <a:gd name="connsiteY65458" fmla="*/ 420603 h 2398711"/>
              <a:gd name="connsiteX65459" fmla="*/ 1211375 w 2119654"/>
              <a:gd name="connsiteY65459" fmla="*/ 408552 h 2398711"/>
              <a:gd name="connsiteX65460" fmla="*/ 1209449 w 2119654"/>
              <a:gd name="connsiteY65460" fmla="*/ 405908 h 2398711"/>
              <a:gd name="connsiteX65461" fmla="*/ 517048 w 2119654"/>
              <a:gd name="connsiteY65461" fmla="*/ 1951952 h 2398711"/>
              <a:gd name="connsiteX65462" fmla="*/ 518163 w 2119654"/>
              <a:gd name="connsiteY65462" fmla="*/ 1952002 h 2398711"/>
              <a:gd name="connsiteX65463" fmla="*/ 518153 w 2119654"/>
              <a:gd name="connsiteY65463" fmla="*/ 1951759 h 2398711"/>
              <a:gd name="connsiteX65464" fmla="*/ 1208288 w 2119654"/>
              <a:gd name="connsiteY65464" fmla="*/ 403809 h 2398711"/>
              <a:gd name="connsiteX65465" fmla="*/ 1209082 w 2119654"/>
              <a:gd name="connsiteY65465" fmla="*/ 404899 h 2398711"/>
              <a:gd name="connsiteX65466" fmla="*/ 1209802 w 2119654"/>
              <a:gd name="connsiteY65466" fmla="*/ 403774 h 2398711"/>
              <a:gd name="connsiteX65467" fmla="*/ 1209528 w 2119654"/>
              <a:gd name="connsiteY65467" fmla="*/ 402938 h 2398711"/>
              <a:gd name="connsiteX65468" fmla="*/ 508986 w 2119654"/>
              <a:gd name="connsiteY65468" fmla="*/ 1969593 h 2398711"/>
              <a:gd name="connsiteX65469" fmla="*/ 509658 w 2119654"/>
              <a:gd name="connsiteY65469" fmla="*/ 1972358 h 2398711"/>
              <a:gd name="connsiteX65470" fmla="*/ 511888 w 2119654"/>
              <a:gd name="connsiteY65470" fmla="*/ 1971858 h 2398711"/>
              <a:gd name="connsiteX65471" fmla="*/ 511069 w 2119654"/>
              <a:gd name="connsiteY65471" fmla="*/ 1969549 h 2398711"/>
              <a:gd name="connsiteX65472" fmla="*/ 526893 w 2119654"/>
              <a:gd name="connsiteY65472" fmla="*/ 1929237 h 2398711"/>
              <a:gd name="connsiteX65473" fmla="*/ 526909 w 2119654"/>
              <a:gd name="connsiteY65473" fmla="*/ 1929923 h 2398711"/>
              <a:gd name="connsiteX65474" fmla="*/ 526936 w 2119654"/>
              <a:gd name="connsiteY65474" fmla="*/ 1929928 h 2398711"/>
              <a:gd name="connsiteX65475" fmla="*/ 527267 w 2119654"/>
              <a:gd name="connsiteY65475" fmla="*/ 1929934 h 2398711"/>
              <a:gd name="connsiteX65476" fmla="*/ 528482 w 2119654"/>
              <a:gd name="connsiteY65476" fmla="*/ 1929729 h 2398711"/>
              <a:gd name="connsiteX65477" fmla="*/ 528170 w 2119654"/>
              <a:gd name="connsiteY65477" fmla="*/ 1928949 h 2398711"/>
              <a:gd name="connsiteX65478" fmla="*/ 1228642 w 2119654"/>
              <a:gd name="connsiteY65478" fmla="*/ 357623 h 2398711"/>
              <a:gd name="connsiteX65479" fmla="*/ 1228656 w 2119654"/>
              <a:gd name="connsiteY65479" fmla="*/ 359198 h 2398711"/>
              <a:gd name="connsiteX65480" fmla="*/ 1229274 w 2119654"/>
              <a:gd name="connsiteY65480" fmla="*/ 358489 h 2398711"/>
              <a:gd name="connsiteX65481" fmla="*/ 518439 w 2119654"/>
              <a:gd name="connsiteY65481" fmla="*/ 1947883 h 2398711"/>
              <a:gd name="connsiteX65482" fmla="*/ 519357 w 2119654"/>
              <a:gd name="connsiteY65482" fmla="*/ 1947916 h 2398711"/>
              <a:gd name="connsiteX65483" fmla="*/ 519166 w 2119654"/>
              <a:gd name="connsiteY65483" fmla="*/ 1947528 h 2398711"/>
              <a:gd name="connsiteX65484" fmla="*/ 511986 w 2119654"/>
              <a:gd name="connsiteY65484" fmla="*/ 1962185 h 2398711"/>
              <a:gd name="connsiteX65485" fmla="*/ 512343 w 2119654"/>
              <a:gd name="connsiteY65485" fmla="*/ 1966099 h 2398711"/>
              <a:gd name="connsiteX65486" fmla="*/ 514668 w 2119654"/>
              <a:gd name="connsiteY65486" fmla="*/ 1967099 h 2398711"/>
              <a:gd name="connsiteX65487" fmla="*/ 527226 w 2119654"/>
              <a:gd name="connsiteY65487" fmla="*/ 1966831 h 2398711"/>
              <a:gd name="connsiteX65488" fmla="*/ 527437 w 2119654"/>
              <a:gd name="connsiteY65488" fmla="*/ 1966465 h 2398711"/>
              <a:gd name="connsiteX65489" fmla="*/ 527259 w 2119654"/>
              <a:gd name="connsiteY65489" fmla="*/ 1961727 h 2398711"/>
              <a:gd name="connsiteX65490" fmla="*/ 517297 w 2119654"/>
              <a:gd name="connsiteY65490" fmla="*/ 1961390 h 2398711"/>
              <a:gd name="connsiteX65491" fmla="*/ 518264 w 2119654"/>
              <a:gd name="connsiteY65491" fmla="*/ 1948125 h 2398711"/>
              <a:gd name="connsiteX65492" fmla="*/ 518280 w 2119654"/>
              <a:gd name="connsiteY65492" fmla="*/ 1948545 h 2398711"/>
              <a:gd name="connsiteX65493" fmla="*/ 519543 w 2119654"/>
              <a:gd name="connsiteY65493" fmla="*/ 1948294 h 2398711"/>
              <a:gd name="connsiteX65494" fmla="*/ 519481 w 2119654"/>
              <a:gd name="connsiteY65494" fmla="*/ 1948169 h 2398711"/>
              <a:gd name="connsiteX65495" fmla="*/ 505891 w 2119654"/>
              <a:gd name="connsiteY65495" fmla="*/ 1975769 h 2398711"/>
              <a:gd name="connsiteX65496" fmla="*/ 509577 w 2119654"/>
              <a:gd name="connsiteY65496" fmla="*/ 1976123 h 2398711"/>
              <a:gd name="connsiteX65497" fmla="*/ 509328 w 2119654"/>
              <a:gd name="connsiteY65497" fmla="*/ 1975255 h 2398711"/>
              <a:gd name="connsiteX65498" fmla="*/ 1215090 w 2119654"/>
              <a:gd name="connsiteY65498" fmla="*/ 387719 h 2398711"/>
              <a:gd name="connsiteX65499" fmla="*/ 1215417 w 2119654"/>
              <a:gd name="connsiteY65499" fmla="*/ 388354 h 2398711"/>
              <a:gd name="connsiteX65500" fmla="*/ 1216988 w 2119654"/>
              <a:gd name="connsiteY65500" fmla="*/ 390583 h 2398711"/>
              <a:gd name="connsiteX65501" fmla="*/ 1217611 w 2119654"/>
              <a:gd name="connsiteY65501" fmla="*/ 391498 h 2398711"/>
              <a:gd name="connsiteX65502" fmla="*/ 1217688 w 2119654"/>
              <a:gd name="connsiteY65502" fmla="*/ 391377 h 2398711"/>
              <a:gd name="connsiteX65503" fmla="*/ 1217039 w 2119654"/>
              <a:gd name="connsiteY65503" fmla="*/ 389642 h 2398711"/>
              <a:gd name="connsiteX65504" fmla="*/ 1201133 w 2119654"/>
              <a:gd name="connsiteY65504" fmla="*/ 418888 h 2398711"/>
              <a:gd name="connsiteX65505" fmla="*/ 1203841 w 2119654"/>
              <a:gd name="connsiteY65505" fmla="*/ 426128 h 2398711"/>
              <a:gd name="connsiteX65506" fmla="*/ 1205193 w 2119654"/>
              <a:gd name="connsiteY65506" fmla="*/ 422085 h 2398711"/>
              <a:gd name="connsiteX65507" fmla="*/ 1205599 w 2119654"/>
              <a:gd name="connsiteY65507" fmla="*/ 421818 h 2398711"/>
              <a:gd name="connsiteX65508" fmla="*/ 1204008 w 2119654"/>
              <a:gd name="connsiteY65508" fmla="*/ 426575 h 2398711"/>
              <a:gd name="connsiteX65509" fmla="*/ 1204595 w 2119654"/>
              <a:gd name="connsiteY65509" fmla="*/ 428144 h 2398711"/>
              <a:gd name="connsiteX65510" fmla="*/ 1209674 w 2119654"/>
              <a:gd name="connsiteY65510" fmla="*/ 424579 h 2398711"/>
              <a:gd name="connsiteX65511" fmla="*/ 1202664 w 2119654"/>
              <a:gd name="connsiteY65511" fmla="*/ 416497 h 2398711"/>
              <a:gd name="connsiteX65512" fmla="*/ 527511 w 2119654"/>
              <a:gd name="connsiteY65512" fmla="*/ 1926861 h 2398711"/>
              <a:gd name="connsiteX65513" fmla="*/ 527742 w 2119654"/>
              <a:gd name="connsiteY65513" fmla="*/ 1927439 h 2398711"/>
              <a:gd name="connsiteX65514" fmla="*/ 530726 w 2119654"/>
              <a:gd name="connsiteY65514" fmla="*/ 1927840 h 2398711"/>
              <a:gd name="connsiteX65515" fmla="*/ 529203 w 2119654"/>
              <a:gd name="connsiteY65515" fmla="*/ 1926867 h 2398711"/>
              <a:gd name="connsiteX65516" fmla="*/ 1172156 w 2119654"/>
              <a:gd name="connsiteY65516" fmla="*/ 483266 h 2398711"/>
              <a:gd name="connsiteX65517" fmla="*/ 1172164 w 2119654"/>
              <a:gd name="connsiteY65517" fmla="*/ 483352 h 2398711"/>
              <a:gd name="connsiteX65518" fmla="*/ 1172183 w 2119654"/>
              <a:gd name="connsiteY65518" fmla="*/ 483299 h 2398711"/>
              <a:gd name="connsiteX65519" fmla="*/ 1161226 w 2119654"/>
              <a:gd name="connsiteY65519" fmla="*/ 507719 h 2398711"/>
              <a:gd name="connsiteX65520" fmla="*/ 1161118 w 2119654"/>
              <a:gd name="connsiteY65520" fmla="*/ 508378 h 2398711"/>
              <a:gd name="connsiteX65521" fmla="*/ 1161637 w 2119654"/>
              <a:gd name="connsiteY65521" fmla="*/ 509367 h 2398711"/>
              <a:gd name="connsiteX65522" fmla="*/ 1162082 w 2119654"/>
              <a:gd name="connsiteY65522" fmla="*/ 510699 h 2398711"/>
              <a:gd name="connsiteX65523" fmla="*/ 1162478 w 2119654"/>
              <a:gd name="connsiteY65523" fmla="*/ 510246 h 2398711"/>
              <a:gd name="connsiteX65524" fmla="*/ 1162596 w 2119654"/>
              <a:gd name="connsiteY65524" fmla="*/ 509918 h 2398711"/>
              <a:gd name="connsiteX65525" fmla="*/ 1191052 w 2119654"/>
              <a:gd name="connsiteY65525" fmla="*/ 440903 h 2398711"/>
              <a:gd name="connsiteX65526" fmla="*/ 1190592 w 2119654"/>
              <a:gd name="connsiteY65526" fmla="*/ 443526 h 2398711"/>
              <a:gd name="connsiteX65527" fmla="*/ 1195097 w 2119654"/>
              <a:gd name="connsiteY65527" fmla="*/ 452277 h 2398711"/>
              <a:gd name="connsiteX65528" fmla="*/ 1195529 w 2119654"/>
              <a:gd name="connsiteY65528" fmla="*/ 450982 h 2398711"/>
              <a:gd name="connsiteX65529" fmla="*/ 1193949 w 2119654"/>
              <a:gd name="connsiteY65529" fmla="*/ 448670 h 2398711"/>
              <a:gd name="connsiteX65530" fmla="*/ 1194571 w 2119654"/>
              <a:gd name="connsiteY65530" fmla="*/ 448865 h 2398711"/>
              <a:gd name="connsiteX65531" fmla="*/ 1195690 w 2119654"/>
              <a:gd name="connsiteY65531" fmla="*/ 450502 h 2398711"/>
              <a:gd name="connsiteX65532" fmla="*/ 1197717 w 2119654"/>
              <a:gd name="connsiteY65532" fmla="*/ 444441 h 2398711"/>
              <a:gd name="connsiteX65533" fmla="*/ 1194796 w 2119654"/>
              <a:gd name="connsiteY65533" fmla="*/ 438048 h 2398711"/>
              <a:gd name="connsiteX65534" fmla="*/ 518765 w 2119654"/>
              <a:gd name="connsiteY65534" fmla="*/ 1946171 h 2398711"/>
              <a:gd name="connsiteX65535" fmla="*/ 519159 w 2119654"/>
              <a:gd name="connsiteY65535" fmla="*/ 1946972 h 2398711"/>
              <a:gd name="connsiteX65536" fmla="*/ 520622 w 2119654"/>
              <a:gd name="connsiteY65536" fmla="*/ 1946259 h 2398711"/>
              <a:gd name="connsiteX65537" fmla="*/ 494413 w 2119654"/>
              <a:gd name="connsiteY65537" fmla="*/ 2000464 h 2398711"/>
              <a:gd name="connsiteX65538" fmla="*/ 495959 w 2119654"/>
              <a:gd name="connsiteY65538" fmla="*/ 2001277 h 2398711"/>
              <a:gd name="connsiteX65539" fmla="*/ 496943 w 2119654"/>
              <a:gd name="connsiteY65539" fmla="*/ 2001064 h 2398711"/>
              <a:gd name="connsiteX65540" fmla="*/ 499042 w 2119654"/>
              <a:gd name="connsiteY65540" fmla="*/ 2000365 h 2398711"/>
              <a:gd name="connsiteX65541" fmla="*/ 496904 w 2119654"/>
              <a:gd name="connsiteY65541" fmla="*/ 2000155 h 2398711"/>
              <a:gd name="connsiteX65542" fmla="*/ 526858 w 2119654"/>
              <a:gd name="connsiteY65542" fmla="*/ 1927773 h 2398711"/>
              <a:gd name="connsiteX65543" fmla="*/ 526881 w 2119654"/>
              <a:gd name="connsiteY65543" fmla="*/ 1928725 h 2398711"/>
              <a:gd name="connsiteX65544" fmla="*/ 527981 w 2119654"/>
              <a:gd name="connsiteY65544" fmla="*/ 1928478 h 2398711"/>
              <a:gd name="connsiteX65545" fmla="*/ 527752 w 2119654"/>
              <a:gd name="connsiteY65545" fmla="*/ 1927906 h 2398711"/>
              <a:gd name="connsiteX65546" fmla="*/ 527721 w 2119654"/>
              <a:gd name="connsiteY65546" fmla="*/ 1927902 h 2398711"/>
              <a:gd name="connsiteX65547" fmla="*/ 511896 w 2119654"/>
              <a:gd name="connsiteY65547" fmla="*/ 1961206 h 2398711"/>
              <a:gd name="connsiteX65548" fmla="*/ 511923 w 2119654"/>
              <a:gd name="connsiteY65548" fmla="*/ 1961507 h 2398711"/>
              <a:gd name="connsiteX65549" fmla="*/ 513554 w 2119654"/>
              <a:gd name="connsiteY65549" fmla="*/ 1961263 h 2398711"/>
              <a:gd name="connsiteX65550" fmla="*/ 1161394 w 2119654"/>
              <a:gd name="connsiteY65550" fmla="*/ 506704 h 2398711"/>
              <a:gd name="connsiteX65551" fmla="*/ 1161378 w 2119654"/>
              <a:gd name="connsiteY65551" fmla="*/ 506804 h 2398711"/>
              <a:gd name="connsiteX65552" fmla="*/ 1161672 w 2119654"/>
              <a:gd name="connsiteY65552" fmla="*/ 507277 h 2398711"/>
              <a:gd name="connsiteX65553" fmla="*/ 537292 w 2119654"/>
              <a:gd name="connsiteY65553" fmla="*/ 1904117 h 2398711"/>
              <a:gd name="connsiteX65554" fmla="*/ 540610 w 2119654"/>
              <a:gd name="connsiteY65554" fmla="*/ 1904555 h 2398711"/>
              <a:gd name="connsiteX65555" fmla="*/ 540327 w 2119654"/>
              <a:gd name="connsiteY65555" fmla="*/ 1903782 h 2398711"/>
              <a:gd name="connsiteX65556" fmla="*/ 497311 w 2119654"/>
              <a:gd name="connsiteY65556" fmla="*/ 1993576 h 2398711"/>
              <a:gd name="connsiteX65557" fmla="*/ 497640 w 2119654"/>
              <a:gd name="connsiteY65557" fmla="*/ 1993666 h 2398711"/>
              <a:gd name="connsiteX65558" fmla="*/ 502264 w 2119654"/>
              <a:gd name="connsiteY65558" fmla="*/ 1992280 h 2398711"/>
              <a:gd name="connsiteX65559" fmla="*/ 500354 w 2119654"/>
              <a:gd name="connsiteY65559" fmla="*/ 1992131 h 2398711"/>
              <a:gd name="connsiteX65560" fmla="*/ 1165259 w 2119654"/>
              <a:gd name="connsiteY65560" fmla="*/ 497896 h 2398711"/>
              <a:gd name="connsiteX65561" fmla="*/ 1165466 w 2119654"/>
              <a:gd name="connsiteY65561" fmla="*/ 498340 h 2398711"/>
              <a:gd name="connsiteX65562" fmla="*/ 1165552 w 2119654"/>
              <a:gd name="connsiteY65562" fmla="*/ 498263 h 2398711"/>
              <a:gd name="connsiteX65563" fmla="*/ 1166849 w 2119654"/>
              <a:gd name="connsiteY65563" fmla="*/ 493847 h 2398711"/>
              <a:gd name="connsiteX65564" fmla="*/ 1167576 w 2119654"/>
              <a:gd name="connsiteY65564" fmla="*/ 496091 h 2398711"/>
              <a:gd name="connsiteX65565" fmla="*/ 1167963 w 2119654"/>
              <a:gd name="connsiteY65565" fmla="*/ 495017 h 2398711"/>
              <a:gd name="connsiteX65566" fmla="*/ 526836 w 2119654"/>
              <a:gd name="connsiteY65566" fmla="*/ 1926859 h 2398711"/>
              <a:gd name="connsiteX65567" fmla="*/ 526847 w 2119654"/>
              <a:gd name="connsiteY65567" fmla="*/ 1927318 h 2398711"/>
              <a:gd name="connsiteX65568" fmla="*/ 527555 w 2119654"/>
              <a:gd name="connsiteY65568" fmla="*/ 1927414 h 2398711"/>
              <a:gd name="connsiteX65569" fmla="*/ 527334 w 2119654"/>
              <a:gd name="connsiteY65569" fmla="*/ 1926860 h 2398711"/>
              <a:gd name="connsiteX65570" fmla="*/ 518185 w 2119654"/>
              <a:gd name="connsiteY65570" fmla="*/ 1946144 h 2398711"/>
              <a:gd name="connsiteX65571" fmla="*/ 518236 w 2119654"/>
              <a:gd name="connsiteY65571" fmla="*/ 1947422 h 2398711"/>
              <a:gd name="connsiteX65572" fmla="*/ 518943 w 2119654"/>
              <a:gd name="connsiteY65572" fmla="*/ 1947077 h 2398711"/>
              <a:gd name="connsiteX65573" fmla="*/ 518490 w 2119654"/>
              <a:gd name="connsiteY65573" fmla="*/ 1946159 h 2398711"/>
              <a:gd name="connsiteX65574" fmla="*/ 518440 w 2119654"/>
              <a:gd name="connsiteY65574" fmla="*/ 1945514 h 2398711"/>
              <a:gd name="connsiteX65575" fmla="*/ 518462 w 2119654"/>
              <a:gd name="connsiteY65575" fmla="*/ 1945558 h 2398711"/>
              <a:gd name="connsiteX65576" fmla="*/ 520029 w 2119654"/>
              <a:gd name="connsiteY65576" fmla="*/ 1945632 h 2398711"/>
              <a:gd name="connsiteX65577" fmla="*/ 518160 w 2119654"/>
              <a:gd name="connsiteY65577" fmla="*/ 1945492 h 2398711"/>
              <a:gd name="connsiteX65578" fmla="*/ 518162 w 2119654"/>
              <a:gd name="connsiteY65578" fmla="*/ 1945544 h 2398711"/>
              <a:gd name="connsiteX65579" fmla="*/ 518188 w 2119654"/>
              <a:gd name="connsiteY65579" fmla="*/ 1945544 h 2398711"/>
              <a:gd name="connsiteX65580" fmla="*/ 518162 w 2119654"/>
              <a:gd name="connsiteY65580" fmla="*/ 1945493 h 2398711"/>
              <a:gd name="connsiteX65581" fmla="*/ 525191 w 2119654"/>
              <a:gd name="connsiteY65581" fmla="*/ 1929620 h 2398711"/>
              <a:gd name="connsiteX65582" fmla="*/ 526281 w 2119654"/>
              <a:gd name="connsiteY65582" fmla="*/ 1929812 h 2398711"/>
              <a:gd name="connsiteX65583" fmla="*/ 526271 w 2119654"/>
              <a:gd name="connsiteY65583" fmla="*/ 1929377 h 2398711"/>
              <a:gd name="connsiteX65584" fmla="*/ 1162167 w 2119654"/>
              <a:gd name="connsiteY65584" fmla="*/ 503182 h 2398711"/>
              <a:gd name="connsiteX65585" fmla="*/ 1161726 w 2119654"/>
              <a:gd name="connsiteY65585" fmla="*/ 504693 h 2398711"/>
              <a:gd name="connsiteX65586" fmla="*/ 1161499 w 2119654"/>
              <a:gd name="connsiteY65586" fmla="*/ 506066 h 2398711"/>
              <a:gd name="connsiteX65587" fmla="*/ 1162101 w 2119654"/>
              <a:gd name="connsiteY65587" fmla="*/ 507690 h 2398711"/>
              <a:gd name="connsiteX65588" fmla="*/ 1162711 w 2119654"/>
              <a:gd name="connsiteY65588" fmla="*/ 508947 h 2398711"/>
              <a:gd name="connsiteX65589" fmla="*/ 1162859 w 2119654"/>
              <a:gd name="connsiteY65589" fmla="*/ 509186 h 2398711"/>
              <a:gd name="connsiteX65590" fmla="*/ 1163550 w 2119654"/>
              <a:gd name="connsiteY65590" fmla="*/ 507268 h 2398711"/>
              <a:gd name="connsiteX65591" fmla="*/ 1196543 w 2119654"/>
              <a:gd name="connsiteY65591" fmla="*/ 426053 h 2398711"/>
              <a:gd name="connsiteX65592" fmla="*/ 1200899 w 2119654"/>
              <a:gd name="connsiteY65592" fmla="*/ 430921 h 2398711"/>
              <a:gd name="connsiteX65593" fmla="*/ 1202697 w 2119654"/>
              <a:gd name="connsiteY65593" fmla="*/ 429549 h 2398711"/>
              <a:gd name="connsiteX65594" fmla="*/ 1203615 w 2119654"/>
              <a:gd name="connsiteY65594" fmla="*/ 426805 h 2398711"/>
              <a:gd name="connsiteX65595" fmla="*/ 1200903 w 2119654"/>
              <a:gd name="connsiteY65595" fmla="*/ 419247 h 2398711"/>
              <a:gd name="connsiteX65596" fmla="*/ 526933 w 2119654"/>
              <a:gd name="connsiteY65596" fmla="*/ 1925418 h 2398711"/>
              <a:gd name="connsiteX65597" fmla="*/ 527362 w 2119654"/>
              <a:gd name="connsiteY65597" fmla="*/ 1926490 h 2398711"/>
              <a:gd name="connsiteX65598" fmla="*/ 528619 w 2119654"/>
              <a:gd name="connsiteY65598" fmla="*/ 1926494 h 2398711"/>
              <a:gd name="connsiteX65599" fmla="*/ 496230 w 2119654"/>
              <a:gd name="connsiteY65599" fmla="*/ 1994089 h 2398711"/>
              <a:gd name="connsiteX65600" fmla="*/ 496525 w 2119654"/>
              <a:gd name="connsiteY65600" fmla="*/ 1994001 h 2398711"/>
              <a:gd name="connsiteX65601" fmla="*/ 496457 w 2119654"/>
              <a:gd name="connsiteY65601" fmla="*/ 1993982 h 2398711"/>
              <a:gd name="connsiteX65602" fmla="*/ 526805 w 2119654"/>
              <a:gd name="connsiteY65602" fmla="*/ 1925538 h 2398711"/>
              <a:gd name="connsiteX65603" fmla="*/ 526827 w 2119654"/>
              <a:gd name="connsiteY65603" fmla="*/ 1926488 h 2398711"/>
              <a:gd name="connsiteX65604" fmla="*/ 527185 w 2119654"/>
              <a:gd name="connsiteY65604" fmla="*/ 1926490 h 2398711"/>
              <a:gd name="connsiteX65605" fmla="*/ 516253 w 2119654"/>
              <a:gd name="connsiteY65605" fmla="*/ 1948948 h 2398711"/>
              <a:gd name="connsiteX65606" fmla="*/ 518028 w 2119654"/>
              <a:gd name="connsiteY65606" fmla="*/ 1948596 h 2398711"/>
              <a:gd name="connsiteX65607" fmla="*/ 518008 w 2119654"/>
              <a:gd name="connsiteY65607" fmla="*/ 1948116 h 2398711"/>
              <a:gd name="connsiteX65608" fmla="*/ 517964 w 2119654"/>
              <a:gd name="connsiteY65608" fmla="*/ 1948114 h 2398711"/>
              <a:gd name="connsiteX65609" fmla="*/ 508227 w 2119654"/>
              <a:gd name="connsiteY65609" fmla="*/ 1966465 h 2398711"/>
              <a:gd name="connsiteX65610" fmla="*/ 508413 w 2119654"/>
              <a:gd name="connsiteY65610" fmla="*/ 1967231 h 2398711"/>
              <a:gd name="connsiteX65611" fmla="*/ 509761 w 2119654"/>
              <a:gd name="connsiteY65611" fmla="*/ 1967203 h 2398711"/>
              <a:gd name="connsiteX65612" fmla="*/ 1192039 w 2119654"/>
              <a:gd name="connsiteY65612" fmla="*/ 435275 h 2398711"/>
              <a:gd name="connsiteX65613" fmla="*/ 1191552 w 2119654"/>
              <a:gd name="connsiteY65613" fmla="*/ 438053 h 2398711"/>
              <a:gd name="connsiteX65614" fmla="*/ 1193520 w 2119654"/>
              <a:gd name="connsiteY65614" fmla="*/ 436551 h 2398711"/>
              <a:gd name="connsiteX65615" fmla="*/ 518113 w 2119654"/>
              <a:gd name="connsiteY65615" fmla="*/ 1944319 h 2398711"/>
              <a:gd name="connsiteX65616" fmla="*/ 518136 w 2119654"/>
              <a:gd name="connsiteY65616" fmla="*/ 1944896 h 2398711"/>
              <a:gd name="connsiteX65617" fmla="*/ 518325 w 2119654"/>
              <a:gd name="connsiteY65617" fmla="*/ 1945281 h 2398711"/>
              <a:gd name="connsiteX65618" fmla="*/ 522060 w 2119654"/>
              <a:gd name="connsiteY65618" fmla="*/ 1945559 h 2398711"/>
              <a:gd name="connsiteX65619" fmla="*/ 522265 w 2119654"/>
              <a:gd name="connsiteY65619" fmla="*/ 1945459 h 2398711"/>
              <a:gd name="connsiteX65620" fmla="*/ 493118 w 2119654"/>
              <a:gd name="connsiteY65620" fmla="*/ 1999783 h 2398711"/>
              <a:gd name="connsiteX65621" fmla="*/ 493944 w 2119654"/>
              <a:gd name="connsiteY65621" fmla="*/ 2000218 h 2398711"/>
              <a:gd name="connsiteX65622" fmla="*/ 495388 w 2119654"/>
              <a:gd name="connsiteY65622" fmla="*/ 2000006 h 2398711"/>
              <a:gd name="connsiteX65623" fmla="*/ 1193209 w 2119654"/>
              <a:gd name="connsiteY65623" fmla="*/ 431940 h 2398711"/>
              <a:gd name="connsiteX65624" fmla="*/ 1196355 w 2119654"/>
              <a:gd name="connsiteY65624" fmla="*/ 434387 h 2398711"/>
              <a:gd name="connsiteX65625" fmla="*/ 1200752 w 2119654"/>
              <a:gd name="connsiteY65625" fmla="*/ 431033 h 2398711"/>
              <a:gd name="connsiteX65626" fmla="*/ 1196439 w 2119654"/>
              <a:gd name="connsiteY65626" fmla="*/ 426215 h 2398711"/>
              <a:gd name="connsiteX65627" fmla="*/ 1195607 w 2119654"/>
              <a:gd name="connsiteY65627" fmla="*/ 427516 h 2398711"/>
              <a:gd name="connsiteX65628" fmla="*/ 517810 w 2119654"/>
              <a:gd name="connsiteY65628" fmla="*/ 1944235 h 2398711"/>
              <a:gd name="connsiteX65629" fmla="*/ 517859 w 2119654"/>
              <a:gd name="connsiteY65629" fmla="*/ 1944336 h 2398711"/>
              <a:gd name="connsiteX65630" fmla="*/ 517856 w 2119654"/>
              <a:gd name="connsiteY65630" fmla="*/ 1944248 h 2398711"/>
              <a:gd name="connsiteX65631" fmla="*/ 1163903 w 2119654"/>
              <a:gd name="connsiteY65631" fmla="*/ 497224 h 2398711"/>
              <a:gd name="connsiteX65632" fmla="*/ 1163760 w 2119654"/>
              <a:gd name="connsiteY65632" fmla="*/ 497716 h 2398711"/>
              <a:gd name="connsiteX65633" fmla="*/ 1164665 w 2119654"/>
              <a:gd name="connsiteY65633" fmla="*/ 499065 h 2398711"/>
              <a:gd name="connsiteX65634" fmla="*/ 1164732 w 2119654"/>
              <a:gd name="connsiteY65634" fmla="*/ 499005 h 2398711"/>
              <a:gd name="connsiteX65635" fmla="*/ 508025 w 2119654"/>
              <a:gd name="connsiteY65635" fmla="*/ 1965634 h 2398711"/>
              <a:gd name="connsiteX65636" fmla="*/ 508076 w 2119654"/>
              <a:gd name="connsiteY65636" fmla="*/ 1965847 h 2398711"/>
              <a:gd name="connsiteX65637" fmla="*/ 510060 w 2119654"/>
              <a:gd name="connsiteY65637" fmla="*/ 1966705 h 2398711"/>
              <a:gd name="connsiteX65638" fmla="*/ 509978 w 2119654"/>
              <a:gd name="connsiteY65638" fmla="*/ 1966475 h 2398711"/>
              <a:gd name="connsiteX65639" fmla="*/ 536138 w 2119654"/>
              <a:gd name="connsiteY65639" fmla="*/ 1902622 h 2398711"/>
              <a:gd name="connsiteX65640" fmla="*/ 540161 w 2119654"/>
              <a:gd name="connsiteY65640" fmla="*/ 1903329 h 2398711"/>
              <a:gd name="connsiteX65641" fmla="*/ 540010 w 2119654"/>
              <a:gd name="connsiteY65641" fmla="*/ 1902913 h 2398711"/>
              <a:gd name="connsiteX65642" fmla="*/ 539268 w 2119654"/>
              <a:gd name="connsiteY65642" fmla="*/ 1902448 h 2398711"/>
              <a:gd name="connsiteX65643" fmla="*/ 539177 w 2119654"/>
              <a:gd name="connsiteY65643" fmla="*/ 1902416 h 2398711"/>
              <a:gd name="connsiteX65644" fmla="*/ 509135 w 2119654"/>
              <a:gd name="connsiteY65644" fmla="*/ 1962611 h 2398711"/>
              <a:gd name="connsiteX65645" fmla="*/ 510017 w 2119654"/>
              <a:gd name="connsiteY65645" fmla="*/ 1965096 h 2398711"/>
              <a:gd name="connsiteX65646" fmla="*/ 511053 w 2119654"/>
              <a:gd name="connsiteY65646" fmla="*/ 1965542 h 2398711"/>
              <a:gd name="connsiteX65647" fmla="*/ 510635 w 2119654"/>
              <a:gd name="connsiteY65647" fmla="*/ 1962386 h 2398711"/>
              <a:gd name="connsiteX65648" fmla="*/ 521305 w 2119654"/>
              <a:gd name="connsiteY65648" fmla="*/ 1935130 h 2398711"/>
              <a:gd name="connsiteX65649" fmla="*/ 526417 w 2119654"/>
              <a:gd name="connsiteY65649" fmla="*/ 1935461 h 2398711"/>
              <a:gd name="connsiteX65650" fmla="*/ 526356 w 2119654"/>
              <a:gd name="connsiteY65650" fmla="*/ 1932942 h 2398711"/>
              <a:gd name="connsiteX65651" fmla="*/ 1159788 w 2119654"/>
              <a:gd name="connsiteY65651" fmla="*/ 505408 h 2398711"/>
              <a:gd name="connsiteX65652" fmla="*/ 1159780 w 2119654"/>
              <a:gd name="connsiteY65652" fmla="*/ 505565 h 2398711"/>
              <a:gd name="connsiteX65653" fmla="*/ 1159814 w 2119654"/>
              <a:gd name="connsiteY65653" fmla="*/ 505449 h 2398711"/>
              <a:gd name="connsiteX65654" fmla="*/ 1171727 w 2119654"/>
              <a:gd name="connsiteY65654" fmla="*/ 478523 h 2398711"/>
              <a:gd name="connsiteX65655" fmla="*/ 1171822 w 2119654"/>
              <a:gd name="connsiteY65655" fmla="*/ 479573 h 2398711"/>
              <a:gd name="connsiteX65656" fmla="*/ 1172948 w 2119654"/>
              <a:gd name="connsiteY65656" fmla="*/ 480777 h 2398711"/>
              <a:gd name="connsiteX65657" fmla="*/ 520009 w 2119654"/>
              <a:gd name="connsiteY65657" fmla="*/ 1937446 h 2398711"/>
              <a:gd name="connsiteX65658" fmla="*/ 526533 w 2119654"/>
              <a:gd name="connsiteY65658" fmla="*/ 1940329 h 2398711"/>
              <a:gd name="connsiteX65659" fmla="*/ 526468 w 2119654"/>
              <a:gd name="connsiteY65659" fmla="*/ 1937618 h 2398711"/>
              <a:gd name="connsiteX65660" fmla="*/ 511471 w 2119654"/>
              <a:gd name="connsiteY65660" fmla="*/ 1956558 h 2398711"/>
              <a:gd name="connsiteX65661" fmla="*/ 511871 w 2119654"/>
              <a:gd name="connsiteY65661" fmla="*/ 1960931 h 2398711"/>
              <a:gd name="connsiteX65662" fmla="*/ 515051 w 2119654"/>
              <a:gd name="connsiteY65662" fmla="*/ 1961039 h 2398711"/>
              <a:gd name="connsiteX65663" fmla="*/ 527164 w 2119654"/>
              <a:gd name="connsiteY65663" fmla="*/ 1959227 h 2398711"/>
              <a:gd name="connsiteX65664" fmla="*/ 527116 w 2119654"/>
              <a:gd name="connsiteY65664" fmla="*/ 1957936 h 2398711"/>
              <a:gd name="connsiteX65665" fmla="*/ 526904 w 2119654"/>
              <a:gd name="connsiteY65665" fmla="*/ 1957915 h 2398711"/>
              <a:gd name="connsiteX65666" fmla="*/ 512348 w 2119654"/>
              <a:gd name="connsiteY65666" fmla="*/ 1960472 h 2398711"/>
              <a:gd name="connsiteX65667" fmla="*/ 512126 w 2119654"/>
              <a:gd name="connsiteY65667" fmla="*/ 1960324 h 2398711"/>
              <a:gd name="connsiteX65668" fmla="*/ 526222 w 2119654"/>
              <a:gd name="connsiteY65668" fmla="*/ 1957848 h 2398711"/>
              <a:gd name="connsiteX65669" fmla="*/ 518619 w 2119654"/>
              <a:gd name="connsiteY65669" fmla="*/ 1957101 h 2398711"/>
              <a:gd name="connsiteX65670" fmla="*/ 518620 w 2119654"/>
              <a:gd name="connsiteY65670" fmla="*/ 1957145 h 2398711"/>
              <a:gd name="connsiteX65671" fmla="*/ 518571 w 2119654"/>
              <a:gd name="connsiteY65671" fmla="*/ 1957097 h 2398711"/>
              <a:gd name="connsiteX65672" fmla="*/ 511854 w 2119654"/>
              <a:gd name="connsiteY65672" fmla="*/ 1956437 h 2398711"/>
              <a:gd name="connsiteX65673" fmla="*/ 1165338 w 2119654"/>
              <a:gd name="connsiteY65673" fmla="*/ 492300 h 2398711"/>
              <a:gd name="connsiteX65674" fmla="*/ 1164533 w 2119654"/>
              <a:gd name="connsiteY65674" fmla="*/ 495063 h 2398711"/>
              <a:gd name="connsiteX65675" fmla="*/ 1166445 w 2119654"/>
              <a:gd name="connsiteY65675" fmla="*/ 497455 h 2398711"/>
              <a:gd name="connsiteX65676" fmla="*/ 1167154 w 2119654"/>
              <a:gd name="connsiteY65676" fmla="*/ 496813 h 2398711"/>
              <a:gd name="connsiteX65677" fmla="*/ 1165855 w 2119654"/>
              <a:gd name="connsiteY65677" fmla="*/ 492802 h 2398711"/>
              <a:gd name="connsiteX65678" fmla="*/ 1165615 w 2119654"/>
              <a:gd name="connsiteY65678" fmla="*/ 492551 h 2398711"/>
              <a:gd name="connsiteX65679" fmla="*/ 518009 w 2119654"/>
              <a:gd name="connsiteY65679" fmla="*/ 1941687 h 2398711"/>
              <a:gd name="connsiteX65680" fmla="*/ 518099 w 2119654"/>
              <a:gd name="connsiteY65680" fmla="*/ 1943965 h 2398711"/>
              <a:gd name="connsiteX65681" fmla="*/ 522812 w 2119654"/>
              <a:gd name="connsiteY65681" fmla="*/ 1945192 h 2398711"/>
              <a:gd name="connsiteX65682" fmla="*/ 524283 w 2119654"/>
              <a:gd name="connsiteY65682" fmla="*/ 1944475 h 2398711"/>
              <a:gd name="connsiteX65683" fmla="*/ 536060 w 2119654"/>
              <a:gd name="connsiteY65683" fmla="*/ 1900883 h 2398711"/>
              <a:gd name="connsiteX65684" fmla="*/ 537692 w 2119654"/>
              <a:gd name="connsiteY65684" fmla="*/ 1901462 h 2398711"/>
              <a:gd name="connsiteX65685" fmla="*/ 536541 w 2119654"/>
              <a:gd name="connsiteY65685" fmla="*/ 1900740 h 2398711"/>
              <a:gd name="connsiteX65686" fmla="*/ 1232288 w 2119654"/>
              <a:gd name="connsiteY65686" fmla="*/ 341290 h 2398711"/>
              <a:gd name="connsiteX65687" fmla="*/ 1233705 w 2119654"/>
              <a:gd name="connsiteY65687" fmla="*/ 344282 h 2398711"/>
              <a:gd name="connsiteX65688" fmla="*/ 1236319 w 2119654"/>
              <a:gd name="connsiteY65688" fmla="*/ 350416 h 2398711"/>
              <a:gd name="connsiteX65689" fmla="*/ 1237644 w 2119654"/>
              <a:gd name="connsiteY65689" fmla="*/ 348898 h 2398711"/>
              <a:gd name="connsiteX65690" fmla="*/ 517965 w 2119654"/>
              <a:gd name="connsiteY65690" fmla="*/ 1940564 h 2398711"/>
              <a:gd name="connsiteX65691" fmla="*/ 517983 w 2119654"/>
              <a:gd name="connsiteY65691" fmla="*/ 1941027 h 2398711"/>
              <a:gd name="connsiteX65692" fmla="*/ 524979 w 2119654"/>
              <a:gd name="connsiteY65692" fmla="*/ 1944136 h 2398711"/>
              <a:gd name="connsiteX65693" fmla="*/ 526080 w 2119654"/>
              <a:gd name="connsiteY65693" fmla="*/ 1943599 h 2398711"/>
              <a:gd name="connsiteX65694" fmla="*/ 523880 w 2119654"/>
              <a:gd name="connsiteY65694" fmla="*/ 1942801 h 2398711"/>
              <a:gd name="connsiteX65695" fmla="*/ 508597 w 2119654"/>
              <a:gd name="connsiteY65695" fmla="*/ 1961095 h 2398711"/>
              <a:gd name="connsiteX65696" fmla="*/ 508903 w 2119654"/>
              <a:gd name="connsiteY65696" fmla="*/ 1961959 h 2398711"/>
              <a:gd name="connsiteX65697" fmla="*/ 510546 w 2119654"/>
              <a:gd name="connsiteY65697" fmla="*/ 1961713 h 2398711"/>
              <a:gd name="connsiteX65698" fmla="*/ 510472 w 2119654"/>
              <a:gd name="connsiteY65698" fmla="*/ 1961159 h 2398711"/>
              <a:gd name="connsiteX65699" fmla="*/ 1240043 w 2119654"/>
              <a:gd name="connsiteY65699" fmla="*/ 322999 h 2398711"/>
              <a:gd name="connsiteX65700" fmla="*/ 1246276 w 2119654"/>
              <a:gd name="connsiteY65700" fmla="*/ 339005 h 2398711"/>
              <a:gd name="connsiteX65701" fmla="*/ 1263547 w 2119654"/>
              <a:gd name="connsiteY65701" fmla="*/ 319215 h 2398711"/>
              <a:gd name="connsiteX65702" fmla="*/ 1252788 w 2119654"/>
              <a:gd name="connsiteY65702" fmla="*/ 304471 h 2398711"/>
              <a:gd name="connsiteX65703" fmla="*/ 507355 w 2119654"/>
              <a:gd name="connsiteY65703" fmla="*/ 1962878 h 2398711"/>
              <a:gd name="connsiteX65704" fmla="*/ 507647 w 2119654"/>
              <a:gd name="connsiteY65704" fmla="*/ 1964075 h 2398711"/>
              <a:gd name="connsiteX65705" fmla="*/ 509394 w 2119654"/>
              <a:gd name="connsiteY65705" fmla="*/ 1964828 h 2398711"/>
              <a:gd name="connsiteX65706" fmla="*/ 508634 w 2119654"/>
              <a:gd name="connsiteY65706" fmla="*/ 1962686 h 2398711"/>
              <a:gd name="connsiteX65707" fmla="*/ 1194511 w 2119654"/>
              <a:gd name="connsiteY65707" fmla="*/ 424056 h 2398711"/>
              <a:gd name="connsiteX65708" fmla="*/ 1193443 w 2119654"/>
              <a:gd name="connsiteY65708" fmla="*/ 427265 h 2398711"/>
              <a:gd name="connsiteX65709" fmla="*/ 1192951 w 2119654"/>
              <a:gd name="connsiteY65709" fmla="*/ 430080 h 2398711"/>
              <a:gd name="connsiteX65710" fmla="*/ 1195849 w 2119654"/>
              <a:gd name="connsiteY65710" fmla="*/ 425552 h 2398711"/>
              <a:gd name="connsiteX65711" fmla="*/ 1215294 w 2119654"/>
              <a:gd name="connsiteY65711" fmla="*/ 377468 h 2398711"/>
              <a:gd name="connsiteX65712" fmla="*/ 1220674 w 2119654"/>
              <a:gd name="connsiteY65712" fmla="*/ 386678 h 2398711"/>
              <a:gd name="connsiteX65713" fmla="*/ 1228399 w 2119654"/>
              <a:gd name="connsiteY65713" fmla="*/ 374520 h 2398711"/>
              <a:gd name="connsiteX65714" fmla="*/ 1228300 w 2119654"/>
              <a:gd name="connsiteY65714" fmla="*/ 363185 h 2398711"/>
              <a:gd name="connsiteX65715" fmla="*/ 1227852 w 2119654"/>
              <a:gd name="connsiteY65715" fmla="*/ 361862 h 2398711"/>
              <a:gd name="connsiteX65716" fmla="*/ 523339 w 2119654"/>
              <a:gd name="connsiteY65716" fmla="*/ 1926847 h 2398711"/>
              <a:gd name="connsiteX65717" fmla="*/ 526220 w 2119654"/>
              <a:gd name="connsiteY65717" fmla="*/ 1927234 h 2398711"/>
              <a:gd name="connsiteX65718" fmla="*/ 526211 w 2119654"/>
              <a:gd name="connsiteY65718" fmla="*/ 1926857 h 2398711"/>
              <a:gd name="connsiteX65719" fmla="*/ 1160730 w 2119654"/>
              <a:gd name="connsiteY65719" fmla="*/ 499606 h 2398711"/>
              <a:gd name="connsiteX65720" fmla="*/ 1160005 w 2119654"/>
              <a:gd name="connsiteY65720" fmla="*/ 501440 h 2398711"/>
              <a:gd name="connsiteX65721" fmla="*/ 1159978 w 2119654"/>
              <a:gd name="connsiteY65721" fmla="*/ 501935 h 2398711"/>
              <a:gd name="connsiteX65722" fmla="*/ 1160071 w 2119654"/>
              <a:gd name="connsiteY65722" fmla="*/ 502217 h 2398711"/>
              <a:gd name="connsiteX65723" fmla="*/ 1159977 w 2119654"/>
              <a:gd name="connsiteY65723" fmla="*/ 501962 h 2398711"/>
              <a:gd name="connsiteX65724" fmla="*/ 1159911 w 2119654"/>
              <a:gd name="connsiteY65724" fmla="*/ 503169 h 2398711"/>
              <a:gd name="connsiteX65725" fmla="*/ 1159978 w 2119654"/>
              <a:gd name="connsiteY65725" fmla="*/ 503306 h 2398711"/>
              <a:gd name="connsiteX65726" fmla="*/ 1160326 w 2119654"/>
              <a:gd name="connsiteY65726" fmla="*/ 502991 h 2398711"/>
              <a:gd name="connsiteX65727" fmla="*/ 1160071 w 2119654"/>
              <a:gd name="connsiteY65727" fmla="*/ 502217 h 2398711"/>
              <a:gd name="connsiteX65728" fmla="*/ 1160349 w 2119654"/>
              <a:gd name="connsiteY65728" fmla="*/ 502969 h 2398711"/>
              <a:gd name="connsiteX65729" fmla="*/ 1160604 w 2119654"/>
              <a:gd name="connsiteY65729" fmla="*/ 502739 h 2398711"/>
              <a:gd name="connsiteX65730" fmla="*/ 1161253 w 2119654"/>
              <a:gd name="connsiteY65730" fmla="*/ 500512 h 2398711"/>
              <a:gd name="connsiteX65731" fmla="*/ 1167875 w 2119654"/>
              <a:gd name="connsiteY65731" fmla="*/ 483598 h 2398711"/>
              <a:gd name="connsiteX65732" fmla="*/ 1165867 w 2119654"/>
              <a:gd name="connsiteY65732" fmla="*/ 490486 h 2398711"/>
              <a:gd name="connsiteX65733" fmla="*/ 1168677 w 2119654"/>
              <a:gd name="connsiteY65733" fmla="*/ 493035 h 2398711"/>
              <a:gd name="connsiteX65734" fmla="*/ 1170175 w 2119654"/>
              <a:gd name="connsiteY65734" fmla="*/ 488873 h 2398711"/>
              <a:gd name="connsiteX65735" fmla="*/ 1228556 w 2119654"/>
              <a:gd name="connsiteY65735" fmla="*/ 347721 h 2398711"/>
              <a:gd name="connsiteX65736" fmla="*/ 1228635 w 2119654"/>
              <a:gd name="connsiteY65736" fmla="*/ 356771 h 2398711"/>
              <a:gd name="connsiteX65737" fmla="*/ 1229609 w 2119654"/>
              <a:gd name="connsiteY65737" fmla="*/ 358106 h 2398711"/>
              <a:gd name="connsiteX65738" fmla="*/ 1233991 w 2119654"/>
              <a:gd name="connsiteY65738" fmla="*/ 353085 h 2398711"/>
              <a:gd name="connsiteX65739" fmla="*/ 517888 w 2119654"/>
              <a:gd name="connsiteY65739" fmla="*/ 1938636 h 2398711"/>
              <a:gd name="connsiteX65740" fmla="*/ 517943 w 2119654"/>
              <a:gd name="connsiteY65740" fmla="*/ 1940046 h 2398711"/>
              <a:gd name="connsiteX65741" fmla="*/ 526601 w 2119654"/>
              <a:gd name="connsiteY65741" fmla="*/ 1943164 h 2398711"/>
              <a:gd name="connsiteX65742" fmla="*/ 526550 w 2119654"/>
              <a:gd name="connsiteY65742" fmla="*/ 1941056 h 2398711"/>
              <a:gd name="connsiteX65743" fmla="*/ 526414 w 2119654"/>
              <a:gd name="connsiteY65743" fmla="*/ 1940995 h 2398711"/>
              <a:gd name="connsiteX65744" fmla="*/ 1162681 w 2119654"/>
              <a:gd name="connsiteY65744" fmla="*/ 494674 h 2398711"/>
              <a:gd name="connsiteX65745" fmla="*/ 1162324 w 2119654"/>
              <a:gd name="connsiteY65745" fmla="*/ 495579 h 2398711"/>
              <a:gd name="connsiteX65746" fmla="*/ 1162580 w 2119654"/>
              <a:gd name="connsiteY65746" fmla="*/ 495960 h 2398711"/>
              <a:gd name="connsiteX65747" fmla="*/ 1162863 w 2119654"/>
              <a:gd name="connsiteY65747" fmla="*/ 494988 h 2398711"/>
              <a:gd name="connsiteX65748" fmla="*/ 1162765 w 2119654"/>
              <a:gd name="connsiteY65748" fmla="*/ 494778 h 2398711"/>
              <a:gd name="connsiteX65749" fmla="*/ 1163721 w 2119654"/>
              <a:gd name="connsiteY65749" fmla="*/ 492046 h 2398711"/>
              <a:gd name="connsiteX65750" fmla="*/ 1163191 w 2119654"/>
              <a:gd name="connsiteY65750" fmla="*/ 493385 h 2398711"/>
              <a:gd name="connsiteX65751" fmla="*/ 1163293 w 2119654"/>
              <a:gd name="connsiteY65751" fmla="*/ 493513 h 2398711"/>
              <a:gd name="connsiteX65752" fmla="*/ 1237678 w 2119654"/>
              <a:gd name="connsiteY65752" fmla="*/ 326437 h 2398711"/>
              <a:gd name="connsiteX65753" fmla="*/ 1244814 w 2119654"/>
              <a:gd name="connsiteY65753" fmla="*/ 340681 h 2398711"/>
              <a:gd name="connsiteX65754" fmla="*/ 1245651 w 2119654"/>
              <a:gd name="connsiteY65754" fmla="*/ 339722 h 2398711"/>
              <a:gd name="connsiteX65755" fmla="*/ 1239623 w 2119654"/>
              <a:gd name="connsiteY65755" fmla="*/ 323610 h 2398711"/>
              <a:gd name="connsiteX65756" fmla="*/ 1213865 w 2119654"/>
              <a:gd name="connsiteY65756" fmla="*/ 379245 h 2398711"/>
              <a:gd name="connsiteX65757" fmla="*/ 1217614 w 2119654"/>
              <a:gd name="connsiteY65757" fmla="*/ 389270 h 2398711"/>
              <a:gd name="connsiteX65758" fmla="*/ 1218483 w 2119654"/>
              <a:gd name="connsiteY65758" fmla="*/ 390126 h 2398711"/>
              <a:gd name="connsiteX65759" fmla="*/ 1220397 w 2119654"/>
              <a:gd name="connsiteY65759" fmla="*/ 387114 h 2398711"/>
              <a:gd name="connsiteX65760" fmla="*/ 1215083 w 2119654"/>
              <a:gd name="connsiteY65760" fmla="*/ 377731 h 2398711"/>
              <a:gd name="connsiteX65761" fmla="*/ 1169082 w 2119654"/>
              <a:gd name="connsiteY65761" fmla="*/ 479454 h 2398711"/>
              <a:gd name="connsiteX65762" fmla="*/ 1168330 w 2119654"/>
              <a:gd name="connsiteY65762" fmla="*/ 482035 h 2398711"/>
              <a:gd name="connsiteX65763" fmla="*/ 1170277 w 2119654"/>
              <a:gd name="connsiteY65763" fmla="*/ 485730 h 2398711"/>
              <a:gd name="connsiteX65764" fmla="*/ 1170841 w 2119654"/>
              <a:gd name="connsiteY65764" fmla="*/ 487024 h 2398711"/>
              <a:gd name="connsiteX65765" fmla="*/ 1171504 w 2119654"/>
              <a:gd name="connsiteY65765" fmla="*/ 485184 h 2398711"/>
              <a:gd name="connsiteX65766" fmla="*/ 1171357 w 2119654"/>
              <a:gd name="connsiteY65766" fmla="*/ 482275 h 2398711"/>
              <a:gd name="connsiteX65767" fmla="*/ 488149 w 2119654"/>
              <a:gd name="connsiteY65767" fmla="*/ 2004124 h 2398711"/>
              <a:gd name="connsiteX65768" fmla="*/ 496391 w 2119654"/>
              <a:gd name="connsiteY65768" fmla="*/ 2003463 h 2398711"/>
              <a:gd name="connsiteX65769" fmla="*/ 494202 w 2119654"/>
              <a:gd name="connsiteY65769" fmla="*/ 2002198 h 2398711"/>
              <a:gd name="connsiteX65770" fmla="*/ 491202 w 2119654"/>
              <a:gd name="connsiteY65770" fmla="*/ 1997036 h 2398711"/>
              <a:gd name="connsiteX65771" fmla="*/ 491941 w 2119654"/>
              <a:gd name="connsiteY65771" fmla="*/ 1997095 h 2398711"/>
              <a:gd name="connsiteX65772" fmla="*/ 491487 w 2119654"/>
              <a:gd name="connsiteY65772" fmla="*/ 1996951 h 2398711"/>
              <a:gd name="connsiteX65773" fmla="*/ 517838 w 2119654"/>
              <a:gd name="connsiteY65773" fmla="*/ 1937389 h 2398711"/>
              <a:gd name="connsiteX65774" fmla="*/ 517875 w 2119654"/>
              <a:gd name="connsiteY65774" fmla="*/ 1938315 h 2398711"/>
              <a:gd name="connsiteX65775" fmla="*/ 523962 w 2119654"/>
              <a:gd name="connsiteY65775" fmla="*/ 1939912 h 2398711"/>
              <a:gd name="connsiteX65776" fmla="*/ 518280 w 2119654"/>
              <a:gd name="connsiteY65776" fmla="*/ 1937401 h 2398711"/>
              <a:gd name="connsiteX65777" fmla="*/ 517831 w 2119654"/>
              <a:gd name="connsiteY65777" fmla="*/ 1937202 h 2398711"/>
              <a:gd name="connsiteX65778" fmla="*/ 517831 w 2119654"/>
              <a:gd name="connsiteY65778" fmla="*/ 1937211 h 2398711"/>
              <a:gd name="connsiteX65779" fmla="*/ 517853 w 2119654"/>
              <a:gd name="connsiteY65779" fmla="*/ 1937212 h 2398711"/>
              <a:gd name="connsiteX65780" fmla="*/ 518072 w 2119654"/>
              <a:gd name="connsiteY65780" fmla="*/ 1936590 h 2398711"/>
              <a:gd name="connsiteX65781" fmla="*/ 519583 w 2119654"/>
              <a:gd name="connsiteY65781" fmla="*/ 1937257 h 2398711"/>
              <a:gd name="connsiteX65782" fmla="*/ 526464 w 2119654"/>
              <a:gd name="connsiteY65782" fmla="*/ 1937441 h 2398711"/>
              <a:gd name="connsiteX65783" fmla="*/ 526464 w 2119654"/>
              <a:gd name="connsiteY65783" fmla="*/ 1937438 h 2398711"/>
              <a:gd name="connsiteX65784" fmla="*/ 525544 w 2119654"/>
              <a:gd name="connsiteY65784" fmla="*/ 1937379 h 2398711"/>
              <a:gd name="connsiteX65785" fmla="*/ 500181 w 2119654"/>
              <a:gd name="connsiteY65785" fmla="*/ 1976622 h 2398711"/>
              <a:gd name="connsiteX65786" fmla="*/ 510422 w 2119654"/>
              <a:gd name="connsiteY65786" fmla="*/ 1980155 h 2398711"/>
              <a:gd name="connsiteX65787" fmla="*/ 510733 w 2119654"/>
              <a:gd name="connsiteY65787" fmla="*/ 1980163 h 2398711"/>
              <a:gd name="connsiteX65788" fmla="*/ 509705 w 2119654"/>
              <a:gd name="connsiteY65788" fmla="*/ 1976572 h 2398711"/>
              <a:gd name="connsiteX65789" fmla="*/ 508106 w 2119654"/>
              <a:gd name="connsiteY65789" fmla="*/ 1976414 h 2398711"/>
              <a:gd name="connsiteX65790" fmla="*/ 504032 w 2119654"/>
              <a:gd name="connsiteY65790" fmla="*/ 1976270 h 2398711"/>
              <a:gd name="connsiteX65791" fmla="*/ 503808 w 2119654"/>
              <a:gd name="connsiteY65791" fmla="*/ 1976080 h 2398711"/>
              <a:gd name="connsiteX65792" fmla="*/ 516145 w 2119654"/>
              <a:gd name="connsiteY65792" fmla="*/ 1940860 h 2398711"/>
              <a:gd name="connsiteX65793" fmla="*/ 517614 w 2119654"/>
              <a:gd name="connsiteY65793" fmla="*/ 1943839 h 2398711"/>
              <a:gd name="connsiteX65794" fmla="*/ 517842 w 2119654"/>
              <a:gd name="connsiteY65794" fmla="*/ 1943899 h 2398711"/>
              <a:gd name="connsiteX65795" fmla="*/ 517750 w 2119654"/>
              <a:gd name="connsiteY65795" fmla="*/ 1941572 h 2398711"/>
              <a:gd name="connsiteX65796" fmla="*/ 533073 w 2119654"/>
              <a:gd name="connsiteY65796" fmla="*/ 1902829 h 2398711"/>
              <a:gd name="connsiteX65797" fmla="*/ 536046 w 2119654"/>
              <a:gd name="connsiteY65797" fmla="*/ 1903806 h 2398711"/>
              <a:gd name="connsiteX65798" fmla="*/ 538821 w 2119654"/>
              <a:gd name="connsiteY65798" fmla="*/ 1903498 h 2398711"/>
              <a:gd name="connsiteX65799" fmla="*/ 534473 w 2119654"/>
              <a:gd name="connsiteY65799" fmla="*/ 1902735 h 2398711"/>
              <a:gd name="connsiteX65800" fmla="*/ 506908 w 2119654"/>
              <a:gd name="connsiteY65800" fmla="*/ 1961039 h 2398711"/>
              <a:gd name="connsiteX65801" fmla="*/ 507194 w 2119654"/>
              <a:gd name="connsiteY65801" fmla="*/ 1962215 h 2398711"/>
              <a:gd name="connsiteX65802" fmla="*/ 508402 w 2119654"/>
              <a:gd name="connsiteY65802" fmla="*/ 1962034 h 2398711"/>
              <a:gd name="connsiteX65803" fmla="*/ 508062 w 2119654"/>
              <a:gd name="connsiteY65803" fmla="*/ 1961077 h 2398711"/>
              <a:gd name="connsiteX65804" fmla="*/ 1170192 w 2119654"/>
              <a:gd name="connsiteY65804" fmla="*/ 475688 h 2398711"/>
              <a:gd name="connsiteX65805" fmla="*/ 1170150 w 2119654"/>
              <a:gd name="connsiteY65805" fmla="*/ 475793 h 2398711"/>
              <a:gd name="connsiteX65806" fmla="*/ 1169707 w 2119654"/>
              <a:gd name="connsiteY65806" fmla="*/ 477311 h 2398711"/>
              <a:gd name="connsiteX65807" fmla="*/ 1171187 w 2119654"/>
              <a:gd name="connsiteY65807" fmla="*/ 478893 h 2398711"/>
              <a:gd name="connsiteX65808" fmla="*/ 1171111 w 2119654"/>
              <a:gd name="connsiteY65808" fmla="*/ 477386 h 2398711"/>
              <a:gd name="connsiteX65809" fmla="*/ 1198414 w 2119654"/>
              <a:gd name="connsiteY65809" fmla="*/ 412315 h 2398711"/>
              <a:gd name="connsiteX65810" fmla="*/ 1194577 w 2119654"/>
              <a:gd name="connsiteY65810" fmla="*/ 423855 h 2398711"/>
              <a:gd name="connsiteX65811" fmla="*/ 1195953 w 2119654"/>
              <a:gd name="connsiteY65811" fmla="*/ 425391 h 2398711"/>
              <a:gd name="connsiteX65812" fmla="*/ 1200539 w 2119654"/>
              <a:gd name="connsiteY65812" fmla="*/ 418233 h 2398711"/>
              <a:gd name="connsiteX65813" fmla="*/ 1170931 w 2119654"/>
              <a:gd name="connsiteY65813" fmla="*/ 473817 h 2398711"/>
              <a:gd name="connsiteX65814" fmla="*/ 1170914 w 2119654"/>
              <a:gd name="connsiteY65814" fmla="*/ 473858 h 2398711"/>
              <a:gd name="connsiteX65815" fmla="*/ 1170934 w 2119654"/>
              <a:gd name="connsiteY65815" fmla="*/ 473894 h 2398711"/>
              <a:gd name="connsiteX65816" fmla="*/ 1198587 w 2119654"/>
              <a:gd name="connsiteY65816" fmla="*/ 411796 h 2398711"/>
              <a:gd name="connsiteX65817" fmla="*/ 1198536 w 2119654"/>
              <a:gd name="connsiteY65817" fmla="*/ 411948 h 2398711"/>
              <a:gd name="connsiteX65818" fmla="*/ 1200759 w 2119654"/>
              <a:gd name="connsiteY65818" fmla="*/ 417890 h 2398711"/>
              <a:gd name="connsiteX65819" fmla="*/ 1202081 w 2119654"/>
              <a:gd name="connsiteY65819" fmla="*/ 415826 h 2398711"/>
              <a:gd name="connsiteX65820" fmla="*/ 1172053 w 2119654"/>
              <a:gd name="connsiteY65820" fmla="*/ 470978 h 2398711"/>
              <a:gd name="connsiteX65821" fmla="*/ 1171232 w 2119654"/>
              <a:gd name="connsiteY65821" fmla="*/ 473056 h 2398711"/>
              <a:gd name="connsiteX65822" fmla="*/ 1171380 w 2119654"/>
              <a:gd name="connsiteY65822" fmla="*/ 474693 h 2398711"/>
              <a:gd name="connsiteX65823" fmla="*/ 1173683 w 2119654"/>
              <a:gd name="connsiteY65823" fmla="*/ 478828 h 2398711"/>
              <a:gd name="connsiteX65824" fmla="*/ 1172856 w 2119654"/>
              <a:gd name="connsiteY65824" fmla="*/ 469497 h 2398711"/>
              <a:gd name="connsiteX65825" fmla="*/ 1211920 w 2119654"/>
              <a:gd name="connsiteY65825" fmla="*/ 381662 h 2398711"/>
              <a:gd name="connsiteX65826" fmla="*/ 1213557 w 2119654"/>
              <a:gd name="connsiteY65826" fmla="*/ 384741 h 2398711"/>
              <a:gd name="connsiteX65827" fmla="*/ 1214108 w 2119654"/>
              <a:gd name="connsiteY65827" fmla="*/ 385810 h 2398711"/>
              <a:gd name="connsiteX65828" fmla="*/ 1216480 w 2119654"/>
              <a:gd name="connsiteY65828" fmla="*/ 388152 h 2398711"/>
              <a:gd name="connsiteX65829" fmla="*/ 1213377 w 2119654"/>
              <a:gd name="connsiteY65829" fmla="*/ 379851 h 2398711"/>
              <a:gd name="connsiteX65830" fmla="*/ 1199099 w 2119654"/>
              <a:gd name="connsiteY65830" fmla="*/ 410255 h 2398711"/>
              <a:gd name="connsiteX65831" fmla="*/ 1198810 w 2119654"/>
              <a:gd name="connsiteY65831" fmla="*/ 411123 h 2398711"/>
              <a:gd name="connsiteX65832" fmla="*/ 1202425 w 2119654"/>
              <a:gd name="connsiteY65832" fmla="*/ 415290 h 2398711"/>
              <a:gd name="connsiteX65833" fmla="*/ 1208909 w 2119654"/>
              <a:gd name="connsiteY65833" fmla="*/ 405169 h 2398711"/>
              <a:gd name="connsiteX65834" fmla="*/ 1208043 w 2119654"/>
              <a:gd name="connsiteY65834" fmla="*/ 403980 h 2398711"/>
              <a:gd name="connsiteX65835" fmla="*/ 505507 w 2119654"/>
              <a:gd name="connsiteY65835" fmla="*/ 1963154 h 2398711"/>
              <a:gd name="connsiteX65836" fmla="*/ 505915 w 2119654"/>
              <a:gd name="connsiteY65836" fmla="*/ 1963329 h 2398711"/>
              <a:gd name="connsiteX65837" fmla="*/ 505850 w 2119654"/>
              <a:gd name="connsiteY65837" fmla="*/ 1963103 h 2398711"/>
              <a:gd name="connsiteX65838" fmla="*/ 1145069 w 2119654"/>
              <a:gd name="connsiteY65838" fmla="*/ 530972 h 2398711"/>
              <a:gd name="connsiteX65839" fmla="*/ 1145136 w 2119654"/>
              <a:gd name="connsiteY65839" fmla="*/ 531130 h 2398711"/>
              <a:gd name="connsiteX65840" fmla="*/ 1145811 w 2119654"/>
              <a:gd name="connsiteY65840" fmla="*/ 531902 h 2398711"/>
              <a:gd name="connsiteX65841" fmla="*/ 1146194 w 2119654"/>
              <a:gd name="connsiteY65841" fmla="*/ 530151 h 2398711"/>
              <a:gd name="connsiteX65842" fmla="*/ 1146102 w 2119654"/>
              <a:gd name="connsiteY65842" fmla="*/ 529790 h 2398711"/>
              <a:gd name="connsiteX65843" fmla="*/ 1211271 w 2119654"/>
              <a:gd name="connsiteY65843" fmla="*/ 382468 h 2398711"/>
              <a:gd name="connsiteX65844" fmla="*/ 1212521 w 2119654"/>
              <a:gd name="connsiteY65844" fmla="*/ 384245 h 2398711"/>
              <a:gd name="connsiteX65845" fmla="*/ 1213006 w 2119654"/>
              <a:gd name="connsiteY65845" fmla="*/ 384723 h 2398711"/>
              <a:gd name="connsiteX65846" fmla="*/ 1211621 w 2119654"/>
              <a:gd name="connsiteY65846" fmla="*/ 382033 h 2398711"/>
              <a:gd name="connsiteX65847" fmla="*/ 1230816 w 2119654"/>
              <a:gd name="connsiteY65847" fmla="*/ 338188 h 2398711"/>
              <a:gd name="connsiteX65848" fmla="*/ 1231270 w 2119654"/>
              <a:gd name="connsiteY65848" fmla="*/ 339146 h 2398711"/>
              <a:gd name="connsiteX65849" fmla="*/ 1237917 w 2119654"/>
              <a:gd name="connsiteY65849" fmla="*/ 348585 h 2398711"/>
              <a:gd name="connsiteX65850" fmla="*/ 1240207 w 2119654"/>
              <a:gd name="connsiteY65850" fmla="*/ 345960 h 2398711"/>
              <a:gd name="connsiteX65851" fmla="*/ 1239476 w 2119654"/>
              <a:gd name="connsiteY65851" fmla="*/ 341933 h 2398711"/>
              <a:gd name="connsiteX65852" fmla="*/ 1239690 w 2119654"/>
              <a:gd name="connsiteY65852" fmla="*/ 342121 h 2398711"/>
              <a:gd name="connsiteX65853" fmla="*/ 1240356 w 2119654"/>
              <a:gd name="connsiteY65853" fmla="*/ 345790 h 2398711"/>
              <a:gd name="connsiteX65854" fmla="*/ 1244535 w 2119654"/>
              <a:gd name="connsiteY65854" fmla="*/ 341000 h 2398711"/>
              <a:gd name="connsiteX65855" fmla="*/ 1237424 w 2119654"/>
              <a:gd name="connsiteY65855" fmla="*/ 326807 h 2398711"/>
              <a:gd name="connsiteX65856" fmla="*/ 1234721 w 2119654"/>
              <a:gd name="connsiteY65856" fmla="*/ 330735 h 2398711"/>
              <a:gd name="connsiteX65857" fmla="*/ 507440 w 2119654"/>
              <a:gd name="connsiteY65857" fmla="*/ 1957834 h 2398711"/>
              <a:gd name="connsiteX65858" fmla="*/ 508498 w 2119654"/>
              <a:gd name="connsiteY65858" fmla="*/ 1960817 h 2398711"/>
              <a:gd name="connsiteX65859" fmla="*/ 510436 w 2119654"/>
              <a:gd name="connsiteY65859" fmla="*/ 1960883 h 2398711"/>
              <a:gd name="connsiteX65860" fmla="*/ 509927 w 2119654"/>
              <a:gd name="connsiteY65860" fmla="*/ 1957047 h 2398711"/>
              <a:gd name="connsiteX65861" fmla="*/ 515549 w 2119654"/>
              <a:gd name="connsiteY65861" fmla="*/ 1939651 h 2398711"/>
              <a:gd name="connsiteX65862" fmla="*/ 515735 w 2119654"/>
              <a:gd name="connsiteY65862" fmla="*/ 1940028 h 2398711"/>
              <a:gd name="connsiteX65863" fmla="*/ 517724 w 2119654"/>
              <a:gd name="connsiteY65863" fmla="*/ 1940912 h 2398711"/>
              <a:gd name="connsiteX65864" fmla="*/ 517706 w 2119654"/>
              <a:gd name="connsiteY65864" fmla="*/ 1940466 h 2398711"/>
              <a:gd name="connsiteX65865" fmla="*/ 516578 w 2119654"/>
              <a:gd name="connsiteY65865" fmla="*/ 1937178 h 2398711"/>
              <a:gd name="connsiteX65866" fmla="*/ 517577 w 2119654"/>
              <a:gd name="connsiteY65866" fmla="*/ 1937204 h 2398711"/>
              <a:gd name="connsiteX65867" fmla="*/ 517573 w 2119654"/>
              <a:gd name="connsiteY65867" fmla="*/ 1937087 h 2398711"/>
              <a:gd name="connsiteX65868" fmla="*/ 517183 w 2119654"/>
              <a:gd name="connsiteY65868" fmla="*/ 1936915 h 2398711"/>
              <a:gd name="connsiteX65869" fmla="*/ 530949 w 2119654"/>
              <a:gd name="connsiteY65869" fmla="*/ 1904819 h 2398711"/>
              <a:gd name="connsiteX65870" fmla="*/ 543535 w 2119654"/>
              <a:gd name="connsiteY65870" fmla="*/ 1907734 h 2398711"/>
              <a:gd name="connsiteX65871" fmla="*/ 535535 w 2119654"/>
              <a:gd name="connsiteY65871" fmla="*/ 1904441 h 2398711"/>
              <a:gd name="connsiteX65872" fmla="*/ 535002 w 2119654"/>
              <a:gd name="connsiteY65872" fmla="*/ 1904371 h 2398711"/>
              <a:gd name="connsiteX65873" fmla="*/ 1143746 w 2119654"/>
              <a:gd name="connsiteY65873" fmla="*/ 532491 h 2398711"/>
              <a:gd name="connsiteX65874" fmla="*/ 1144523 w 2119654"/>
              <a:gd name="connsiteY65874" fmla="*/ 532653 h 2398711"/>
              <a:gd name="connsiteX65875" fmla="*/ 1144063 w 2119654"/>
              <a:gd name="connsiteY65875" fmla="*/ 532127 h 2398711"/>
              <a:gd name="connsiteX65876" fmla="*/ 1228511 w 2119654"/>
              <a:gd name="connsiteY65876" fmla="*/ 342589 h 2398711"/>
              <a:gd name="connsiteX65877" fmla="*/ 1228545 w 2119654"/>
              <a:gd name="connsiteY65877" fmla="*/ 346448 h 2398711"/>
              <a:gd name="connsiteX65878" fmla="*/ 1234582 w 2119654"/>
              <a:gd name="connsiteY65878" fmla="*/ 352407 h 2398711"/>
              <a:gd name="connsiteX65879" fmla="*/ 1235312 w 2119654"/>
              <a:gd name="connsiteY65879" fmla="*/ 351570 h 2398711"/>
              <a:gd name="connsiteX65880" fmla="*/ 1230151 w 2119654"/>
              <a:gd name="connsiteY65880" fmla="*/ 339458 h 2398711"/>
              <a:gd name="connsiteX65881" fmla="*/ 1227190 w 2119654"/>
              <a:gd name="connsiteY65881" fmla="*/ 345111 h 2398711"/>
              <a:gd name="connsiteX65882" fmla="*/ 1228152 w 2119654"/>
              <a:gd name="connsiteY65882" fmla="*/ 346061 h 2398711"/>
              <a:gd name="connsiteX65883" fmla="*/ 1228128 w 2119654"/>
              <a:gd name="connsiteY65883" fmla="*/ 343320 h 2398711"/>
              <a:gd name="connsiteX65884" fmla="*/ 489095 w 2119654"/>
              <a:gd name="connsiteY65884" fmla="*/ 1997668 h 2398711"/>
              <a:gd name="connsiteX65885" fmla="*/ 491009 w 2119654"/>
              <a:gd name="connsiteY65885" fmla="*/ 1998675 h 2398711"/>
              <a:gd name="connsiteX65886" fmla="*/ 499070 w 2119654"/>
              <a:gd name="connsiteY65886" fmla="*/ 1999466 h 2398711"/>
              <a:gd name="connsiteX65887" fmla="*/ 499304 w 2119654"/>
              <a:gd name="connsiteY65887" fmla="*/ 1999432 h 2398711"/>
              <a:gd name="connsiteX65888" fmla="*/ 493886 w 2119654"/>
              <a:gd name="connsiteY65888" fmla="*/ 1997712 h 2398711"/>
              <a:gd name="connsiteX65889" fmla="*/ 491360 w 2119654"/>
              <a:gd name="connsiteY65889" fmla="*/ 1997511 h 2398711"/>
              <a:gd name="connsiteX65890" fmla="*/ 490096 w 2119654"/>
              <a:gd name="connsiteY65890" fmla="*/ 1997368 h 2398711"/>
              <a:gd name="connsiteX65891" fmla="*/ 1208603 w 2119654"/>
              <a:gd name="connsiteY65891" fmla="*/ 385784 h 2398711"/>
              <a:gd name="connsiteX65892" fmla="*/ 1210597 w 2119654"/>
              <a:gd name="connsiteY65892" fmla="*/ 388441 h 2398711"/>
              <a:gd name="connsiteX65893" fmla="*/ 1215384 w 2119654"/>
              <a:gd name="connsiteY65893" fmla="*/ 395002 h 2398711"/>
              <a:gd name="connsiteX65894" fmla="*/ 1216994 w 2119654"/>
              <a:gd name="connsiteY65894" fmla="*/ 392470 h 2398711"/>
              <a:gd name="connsiteX65895" fmla="*/ 1215563 w 2119654"/>
              <a:gd name="connsiteY65895" fmla="*/ 389690 h 2398711"/>
              <a:gd name="connsiteX65896" fmla="*/ 1212393 w 2119654"/>
              <a:gd name="connsiteY65896" fmla="*/ 385058 h 2398711"/>
              <a:gd name="connsiteX65897" fmla="*/ 1210607 w 2119654"/>
              <a:gd name="connsiteY65897" fmla="*/ 383294 h 2398711"/>
              <a:gd name="connsiteX65898" fmla="*/ 1224239 w 2119654"/>
              <a:gd name="connsiteY65898" fmla="*/ 350745 h 2398711"/>
              <a:gd name="connsiteX65899" fmla="*/ 1228240 w 2119654"/>
              <a:gd name="connsiteY65899" fmla="*/ 356230 h 2398711"/>
              <a:gd name="connsiteX65900" fmla="*/ 1228163 w 2119654"/>
              <a:gd name="connsiteY65900" fmla="*/ 347332 h 2398711"/>
              <a:gd name="connsiteX65901" fmla="*/ 1226755 w 2119654"/>
              <a:gd name="connsiteY65901" fmla="*/ 345942 h 2398711"/>
              <a:gd name="connsiteX65902" fmla="*/ 1151047 w 2119654"/>
              <a:gd name="connsiteY65902" fmla="*/ 514442 h 2398711"/>
              <a:gd name="connsiteX65903" fmla="*/ 1151175 w 2119654"/>
              <a:gd name="connsiteY65903" fmla="*/ 514577 h 2398711"/>
              <a:gd name="connsiteX65904" fmla="*/ 1151240 w 2119654"/>
              <a:gd name="connsiteY65904" fmla="*/ 514413 h 2398711"/>
              <a:gd name="connsiteX65905" fmla="*/ 1151288 w 2119654"/>
              <a:gd name="connsiteY65905" fmla="*/ 514191 h 2398711"/>
              <a:gd name="connsiteX65906" fmla="*/ 515433 w 2119654"/>
              <a:gd name="connsiteY65906" fmla="*/ 1937675 h 2398711"/>
              <a:gd name="connsiteX65907" fmla="*/ 517618 w 2119654"/>
              <a:gd name="connsiteY65907" fmla="*/ 1938248 h 2398711"/>
              <a:gd name="connsiteX65908" fmla="*/ 517584 w 2119654"/>
              <a:gd name="connsiteY65908" fmla="*/ 1937382 h 2398711"/>
              <a:gd name="connsiteX65909" fmla="*/ 516194 w 2119654"/>
              <a:gd name="connsiteY65909" fmla="*/ 1937345 h 2398711"/>
              <a:gd name="connsiteX65910" fmla="*/ 506224 w 2119654"/>
              <a:gd name="connsiteY65910" fmla="*/ 1958218 h 2398711"/>
              <a:gd name="connsiteX65911" fmla="*/ 506841 w 2119654"/>
              <a:gd name="connsiteY65911" fmla="*/ 1960761 h 2398711"/>
              <a:gd name="connsiteX65912" fmla="*/ 507963 w 2119654"/>
              <a:gd name="connsiteY65912" fmla="*/ 1960799 h 2398711"/>
              <a:gd name="connsiteX65913" fmla="*/ 506965 w 2119654"/>
              <a:gd name="connsiteY65913" fmla="*/ 1957984 h 2398711"/>
              <a:gd name="connsiteX65914" fmla="*/ 1178676 w 2119654"/>
              <a:gd name="connsiteY65914" fmla="*/ 452366 h 2398711"/>
              <a:gd name="connsiteX65915" fmla="*/ 1178880 w 2119654"/>
              <a:gd name="connsiteY65915" fmla="*/ 453113 h 2398711"/>
              <a:gd name="connsiteX65916" fmla="*/ 1179138 w 2119654"/>
              <a:gd name="connsiteY65916" fmla="*/ 452696 h 2398711"/>
              <a:gd name="connsiteX65917" fmla="*/ 517627 w 2119654"/>
              <a:gd name="connsiteY65917" fmla="*/ 1932051 h 2398711"/>
              <a:gd name="connsiteX65918" fmla="*/ 517740 w 2119654"/>
              <a:gd name="connsiteY65918" fmla="*/ 1934899 h 2398711"/>
              <a:gd name="connsiteX65919" fmla="*/ 520451 w 2119654"/>
              <a:gd name="connsiteY65919" fmla="*/ 1935075 h 2398711"/>
              <a:gd name="connsiteX65920" fmla="*/ 526346 w 2119654"/>
              <a:gd name="connsiteY65920" fmla="*/ 1932522 h 2398711"/>
              <a:gd name="connsiteX65921" fmla="*/ 526300 w 2119654"/>
              <a:gd name="connsiteY65921" fmla="*/ 1930587 h 2398711"/>
              <a:gd name="connsiteX65922" fmla="*/ 530842 w 2119654"/>
              <a:gd name="connsiteY65922" fmla="*/ 1902096 h 2398711"/>
              <a:gd name="connsiteX65923" fmla="*/ 532254 w 2119654"/>
              <a:gd name="connsiteY65923" fmla="*/ 1902560 h 2398711"/>
              <a:gd name="connsiteX65924" fmla="*/ 533141 w 2119654"/>
              <a:gd name="connsiteY65924" fmla="*/ 1902500 h 2398711"/>
              <a:gd name="connsiteX65925" fmla="*/ 1207271 w 2119654"/>
              <a:gd name="connsiteY65925" fmla="*/ 387439 h 2398711"/>
              <a:gd name="connsiteX65926" fmla="*/ 1212458 w 2119654"/>
              <a:gd name="connsiteY65926" fmla="*/ 399609 h 2398711"/>
              <a:gd name="connsiteX65927" fmla="*/ 1215218 w 2119654"/>
              <a:gd name="connsiteY65927" fmla="*/ 395265 h 2398711"/>
              <a:gd name="connsiteX65928" fmla="*/ 1208444 w 2119654"/>
              <a:gd name="connsiteY65928" fmla="*/ 385982 h 2398711"/>
              <a:gd name="connsiteX65929" fmla="*/ 506767 w 2119654"/>
              <a:gd name="connsiteY65929" fmla="*/ 1955938 h 2398711"/>
              <a:gd name="connsiteX65930" fmla="*/ 507261 w 2119654"/>
              <a:gd name="connsiteY65930" fmla="*/ 1957329 h 2398711"/>
              <a:gd name="connsiteX65931" fmla="*/ 509856 w 2119654"/>
              <a:gd name="connsiteY65931" fmla="*/ 1956508 h 2398711"/>
              <a:gd name="connsiteX65932" fmla="*/ 509820 w 2119654"/>
              <a:gd name="connsiteY65932" fmla="*/ 1956238 h 2398711"/>
              <a:gd name="connsiteX65933" fmla="*/ 514725 w 2119654"/>
              <a:gd name="connsiteY65933" fmla="*/ 1937980 h 2398711"/>
              <a:gd name="connsiteX65934" fmla="*/ 515268 w 2119654"/>
              <a:gd name="connsiteY65934" fmla="*/ 1939082 h 2398711"/>
              <a:gd name="connsiteX65935" fmla="*/ 517686 w 2119654"/>
              <a:gd name="connsiteY65935" fmla="*/ 1939953 h 2398711"/>
              <a:gd name="connsiteX65936" fmla="*/ 517631 w 2119654"/>
              <a:gd name="connsiteY65936" fmla="*/ 1938566 h 2398711"/>
              <a:gd name="connsiteX65937" fmla="*/ 515034 w 2119654"/>
              <a:gd name="connsiteY65937" fmla="*/ 1937847 h 2398711"/>
              <a:gd name="connsiteX65938" fmla="*/ 1179285 w 2119654"/>
              <a:gd name="connsiteY65938" fmla="*/ 449881 h 2398711"/>
              <a:gd name="connsiteX65939" fmla="*/ 1180207 w 2119654"/>
              <a:gd name="connsiteY65939" fmla="*/ 450961 h 2398711"/>
              <a:gd name="connsiteX65940" fmla="*/ 1180481 w 2119654"/>
              <a:gd name="connsiteY65940" fmla="*/ 450518 h 2398711"/>
              <a:gd name="connsiteX65941" fmla="*/ 1180847 w 2119654"/>
              <a:gd name="connsiteY65941" fmla="*/ 448689 h 2398711"/>
              <a:gd name="connsiteX65942" fmla="*/ 517598 w 2119654"/>
              <a:gd name="connsiteY65942" fmla="*/ 1931328 h 2398711"/>
              <a:gd name="connsiteX65943" fmla="*/ 517608 w 2119654"/>
              <a:gd name="connsiteY65943" fmla="*/ 1931566 h 2398711"/>
              <a:gd name="connsiteX65944" fmla="*/ 523993 w 2119654"/>
              <a:gd name="connsiteY65944" fmla="*/ 1930487 h 2398711"/>
              <a:gd name="connsiteX65945" fmla="*/ 521555 w 2119654"/>
              <a:gd name="connsiteY65945" fmla="*/ 1930438 h 2398711"/>
              <a:gd name="connsiteX65946" fmla="*/ 1205550 w 2119654"/>
              <a:gd name="connsiteY65946" fmla="*/ 390854 h 2398711"/>
              <a:gd name="connsiteX65947" fmla="*/ 1199394 w 2119654"/>
              <a:gd name="connsiteY65947" fmla="*/ 409369 h 2398711"/>
              <a:gd name="connsiteX65948" fmla="*/ 1207715 w 2119654"/>
              <a:gd name="connsiteY65948" fmla="*/ 403531 h 2398711"/>
              <a:gd name="connsiteX65949" fmla="*/ 1204386 w 2119654"/>
              <a:gd name="connsiteY65949" fmla="*/ 398962 h 2398711"/>
              <a:gd name="connsiteX65950" fmla="*/ 1204851 w 2119654"/>
              <a:gd name="connsiteY65950" fmla="*/ 399093 h 2398711"/>
              <a:gd name="connsiteX65951" fmla="*/ 1207960 w 2119654"/>
              <a:gd name="connsiteY65951" fmla="*/ 403359 h 2398711"/>
              <a:gd name="connsiteX65952" fmla="*/ 1209346 w 2119654"/>
              <a:gd name="connsiteY65952" fmla="*/ 402386 h 2398711"/>
              <a:gd name="connsiteX65953" fmla="*/ 484558 w 2119654"/>
              <a:gd name="connsiteY65953" fmla="*/ 2005267 h 2398711"/>
              <a:gd name="connsiteX65954" fmla="*/ 517787 w 2119654"/>
              <a:gd name="connsiteY65954" fmla="*/ 2016370 h 2398711"/>
              <a:gd name="connsiteX65955" fmla="*/ 517574 w 2119654"/>
              <a:gd name="connsiteY65955" fmla="*/ 2014766 h 2398711"/>
              <a:gd name="connsiteX65956" fmla="*/ 499568 w 2119654"/>
              <a:gd name="connsiteY65956" fmla="*/ 2005298 h 2398711"/>
              <a:gd name="connsiteX65957" fmla="*/ 496940 w 2119654"/>
              <a:gd name="connsiteY65957" fmla="*/ 2003779 h 2398711"/>
              <a:gd name="connsiteX65958" fmla="*/ 486631 w 2119654"/>
              <a:gd name="connsiteY65958" fmla="*/ 2004607 h 2398711"/>
              <a:gd name="connsiteX65959" fmla="*/ 519791 w 2119654"/>
              <a:gd name="connsiteY65959" fmla="*/ 1926370 h 2398711"/>
              <a:gd name="connsiteX65960" fmla="*/ 520507 w 2119654"/>
              <a:gd name="connsiteY65960" fmla="*/ 1926466 h 2398711"/>
              <a:gd name="connsiteX65961" fmla="*/ 526202 w 2119654"/>
              <a:gd name="connsiteY65961" fmla="*/ 1926486 h 2398711"/>
              <a:gd name="connsiteX65962" fmla="*/ 526168 w 2119654"/>
              <a:gd name="connsiteY65962" fmla="*/ 1925085 h 2398711"/>
              <a:gd name="connsiteX65963" fmla="*/ 503133 w 2119654"/>
              <a:gd name="connsiteY65963" fmla="*/ 1963528 h 2398711"/>
              <a:gd name="connsiteX65964" fmla="*/ 506424 w 2119654"/>
              <a:gd name="connsiteY65964" fmla="*/ 1965111 h 2398711"/>
              <a:gd name="connsiteX65965" fmla="*/ 506370 w 2119654"/>
              <a:gd name="connsiteY65965" fmla="*/ 1964921 h 2398711"/>
              <a:gd name="connsiteX65966" fmla="*/ 1206274 w 2119654"/>
              <a:gd name="connsiteY65966" fmla="*/ 388679 h 2398711"/>
              <a:gd name="connsiteX65967" fmla="*/ 1206045 w 2119654"/>
              <a:gd name="connsiteY65967" fmla="*/ 389364 h 2398711"/>
              <a:gd name="connsiteX65968" fmla="*/ 1206846 w 2119654"/>
              <a:gd name="connsiteY65968" fmla="*/ 391504 h 2398711"/>
              <a:gd name="connsiteX65969" fmla="*/ 1210225 w 2119654"/>
              <a:gd name="connsiteY65969" fmla="*/ 401770 h 2398711"/>
              <a:gd name="connsiteX65970" fmla="*/ 1211777 w 2119654"/>
              <a:gd name="connsiteY65970" fmla="*/ 400680 h 2398711"/>
              <a:gd name="connsiteX65971" fmla="*/ 1211789 w 2119654"/>
              <a:gd name="connsiteY65971" fmla="*/ 400662 h 2398711"/>
              <a:gd name="connsiteX65972" fmla="*/ 1206541 w 2119654"/>
              <a:gd name="connsiteY65972" fmla="*/ 388346 h 2398711"/>
              <a:gd name="connsiteX65973" fmla="*/ 487333 w 2119654"/>
              <a:gd name="connsiteY65973" fmla="*/ 1998314 h 2398711"/>
              <a:gd name="connsiteX65974" fmla="*/ 487512 w 2119654"/>
              <a:gd name="connsiteY65974" fmla="*/ 1998331 h 2398711"/>
              <a:gd name="connsiteX65975" fmla="*/ 487415 w 2119654"/>
              <a:gd name="connsiteY65975" fmla="*/ 1998275 h 2398711"/>
              <a:gd name="connsiteX65976" fmla="*/ 1178512 w 2119654"/>
              <a:gd name="connsiteY65976" fmla="*/ 450471 h 2398711"/>
              <a:gd name="connsiteX65977" fmla="*/ 1179740 w 2119654"/>
              <a:gd name="connsiteY65977" fmla="*/ 451719 h 2398711"/>
              <a:gd name="connsiteX65978" fmla="*/ 1179851 w 2119654"/>
              <a:gd name="connsiteY65978" fmla="*/ 451539 h 2398711"/>
              <a:gd name="connsiteX65979" fmla="*/ 1178787 w 2119654"/>
              <a:gd name="connsiteY65979" fmla="*/ 450261 h 2398711"/>
              <a:gd name="connsiteX65980" fmla="*/ 517559 w 2119654"/>
              <a:gd name="connsiteY65980" fmla="*/ 1930358 h 2398711"/>
              <a:gd name="connsiteX65981" fmla="*/ 517578 w 2119654"/>
              <a:gd name="connsiteY65981" fmla="*/ 1930819 h 2398711"/>
              <a:gd name="connsiteX65982" fmla="*/ 519458 w 2119654"/>
              <a:gd name="connsiteY65982" fmla="*/ 1930396 h 2398711"/>
              <a:gd name="connsiteX65983" fmla="*/ 1170747 w 2119654"/>
              <a:gd name="connsiteY65983" fmla="*/ 467722 h 2398711"/>
              <a:gd name="connsiteX65984" fmla="*/ 1170846 w 2119654"/>
              <a:gd name="connsiteY65984" fmla="*/ 468806 h 2398711"/>
              <a:gd name="connsiteX65985" fmla="*/ 1172018 w 2119654"/>
              <a:gd name="connsiteY65985" fmla="*/ 465662 h 2398711"/>
              <a:gd name="connsiteX65986" fmla="*/ 514388 w 2119654"/>
              <a:gd name="connsiteY65986" fmla="*/ 1937297 h 2398711"/>
              <a:gd name="connsiteX65987" fmla="*/ 514447 w 2119654"/>
              <a:gd name="connsiteY65987" fmla="*/ 1937416 h 2398711"/>
              <a:gd name="connsiteX65988" fmla="*/ 514820 w 2119654"/>
              <a:gd name="connsiteY65988" fmla="*/ 1937514 h 2398711"/>
              <a:gd name="connsiteX65989" fmla="*/ 515268 w 2119654"/>
              <a:gd name="connsiteY65989" fmla="*/ 1937320 h 2398711"/>
              <a:gd name="connsiteX65990" fmla="*/ 1160622 w 2119654"/>
              <a:gd name="connsiteY65990" fmla="*/ 490169 h 2398711"/>
              <a:gd name="connsiteX65991" fmla="*/ 1160621 w 2119654"/>
              <a:gd name="connsiteY65991" fmla="*/ 490171 h 2398711"/>
              <a:gd name="connsiteX65992" fmla="*/ 1160623 w 2119654"/>
              <a:gd name="connsiteY65992" fmla="*/ 490175 h 2398711"/>
              <a:gd name="connsiteX65993" fmla="*/ 510485 w 2119654"/>
              <a:gd name="connsiteY65993" fmla="*/ 1945781 h 2398711"/>
              <a:gd name="connsiteX65994" fmla="*/ 510873 w 2119654"/>
              <a:gd name="connsiteY65994" fmla="*/ 1950017 h 2398711"/>
              <a:gd name="connsiteX65995" fmla="*/ 514311 w 2119654"/>
              <a:gd name="connsiteY65995" fmla="*/ 1949334 h 2398711"/>
              <a:gd name="connsiteX65996" fmla="*/ 517062 w 2119654"/>
              <a:gd name="connsiteY65996" fmla="*/ 1947994 h 2398711"/>
              <a:gd name="connsiteX65997" fmla="*/ 516864 w 2119654"/>
              <a:gd name="connsiteY65997" fmla="*/ 1947827 h 2398711"/>
              <a:gd name="connsiteX65998" fmla="*/ 517368 w 2119654"/>
              <a:gd name="connsiteY65998" fmla="*/ 1947845 h 2398711"/>
              <a:gd name="connsiteX65999" fmla="*/ 517986 w 2119654"/>
              <a:gd name="connsiteY65999" fmla="*/ 1947543 h 2398711"/>
              <a:gd name="connsiteX66000" fmla="*/ 517930 w 2119654"/>
              <a:gd name="connsiteY66000" fmla="*/ 1946132 h 2398711"/>
              <a:gd name="connsiteX66001" fmla="*/ 1207569 w 2119654"/>
              <a:gd name="connsiteY66001" fmla="*/ 384782 h 2398711"/>
              <a:gd name="connsiteX66002" fmla="*/ 1207224 w 2119654"/>
              <a:gd name="connsiteY66002" fmla="*/ 385817 h 2398711"/>
              <a:gd name="connsiteX66003" fmla="*/ 1207801 w 2119654"/>
              <a:gd name="connsiteY66003" fmla="*/ 385100 h 2398711"/>
              <a:gd name="connsiteX66004" fmla="*/ 529410 w 2119654"/>
              <a:gd name="connsiteY66004" fmla="*/ 1903076 h 2398711"/>
              <a:gd name="connsiteX66005" fmla="*/ 533144 w 2119654"/>
              <a:gd name="connsiteY66005" fmla="*/ 1903570 h 2398711"/>
              <a:gd name="connsiteX66006" fmla="*/ 531010 w 2119654"/>
              <a:gd name="connsiteY66006" fmla="*/ 1902968 h 2398711"/>
              <a:gd name="connsiteX66007" fmla="*/ 513585 w 2119654"/>
              <a:gd name="connsiteY66007" fmla="*/ 1938475 h 2398711"/>
              <a:gd name="connsiteX66008" fmla="*/ 514943 w 2119654"/>
              <a:gd name="connsiteY66008" fmla="*/ 1938964 h 2398711"/>
              <a:gd name="connsiteX66009" fmla="*/ 514504 w 2119654"/>
              <a:gd name="connsiteY66009" fmla="*/ 1938076 h 2398711"/>
              <a:gd name="connsiteX66010" fmla="*/ 1180425 w 2119654"/>
              <a:gd name="connsiteY66010" fmla="*/ 445290 h 2398711"/>
              <a:gd name="connsiteX66011" fmla="*/ 1179772 w 2119654"/>
              <a:gd name="connsiteY66011" fmla="*/ 447040 h 2398711"/>
              <a:gd name="connsiteX66012" fmla="*/ 1181057 w 2119654"/>
              <a:gd name="connsiteY66012" fmla="*/ 446060 h 2398711"/>
              <a:gd name="connsiteX66013" fmla="*/ 1145093 w 2119654"/>
              <a:gd name="connsiteY66013" fmla="*/ 524387 h 2398711"/>
              <a:gd name="connsiteX66014" fmla="*/ 1146186 w 2119654"/>
              <a:gd name="connsiteY66014" fmla="*/ 528667 h 2398711"/>
              <a:gd name="connsiteX66015" fmla="*/ 1146009 w 2119654"/>
              <a:gd name="connsiteY66015" fmla="*/ 525067 h 2398711"/>
              <a:gd name="connsiteX66016" fmla="*/ 1180816 w 2119654"/>
              <a:gd name="connsiteY66016" fmla="*/ 444240 h 2398711"/>
              <a:gd name="connsiteX66017" fmla="*/ 1180615 w 2119654"/>
              <a:gd name="connsiteY66017" fmla="*/ 444777 h 2398711"/>
              <a:gd name="connsiteX66018" fmla="*/ 1181437 w 2119654"/>
              <a:gd name="connsiteY66018" fmla="*/ 445756 h 2398711"/>
              <a:gd name="connsiteX66019" fmla="*/ 1181605 w 2119654"/>
              <a:gd name="connsiteY66019" fmla="*/ 444922 h 2398711"/>
              <a:gd name="connsiteX66020" fmla="*/ 1212629 w 2119654"/>
              <a:gd name="connsiteY66020" fmla="*/ 372905 h 2398711"/>
              <a:gd name="connsiteX66021" fmla="*/ 1214726 w 2119654"/>
              <a:gd name="connsiteY66021" fmla="*/ 376494 h 2398711"/>
              <a:gd name="connsiteX66022" fmla="*/ 1227451 w 2119654"/>
              <a:gd name="connsiteY66022" fmla="*/ 360680 h 2398711"/>
              <a:gd name="connsiteX66023" fmla="*/ 1226322 w 2119654"/>
              <a:gd name="connsiteY66023" fmla="*/ 357354 h 2398711"/>
              <a:gd name="connsiteX66024" fmla="*/ 1226806 w 2119654"/>
              <a:gd name="connsiteY66024" fmla="*/ 357607 h 2398711"/>
              <a:gd name="connsiteX66025" fmla="*/ 1227731 w 2119654"/>
              <a:gd name="connsiteY66025" fmla="*/ 360333 h 2398711"/>
              <a:gd name="connsiteX66026" fmla="*/ 1228270 w 2119654"/>
              <a:gd name="connsiteY66026" fmla="*/ 359664 h 2398711"/>
              <a:gd name="connsiteX66027" fmla="*/ 1228247 w 2119654"/>
              <a:gd name="connsiteY66027" fmla="*/ 357081 h 2398711"/>
              <a:gd name="connsiteX66028" fmla="*/ 1223982 w 2119654"/>
              <a:gd name="connsiteY66028" fmla="*/ 351237 h 2398711"/>
              <a:gd name="connsiteX66029" fmla="*/ 531042 w 2119654"/>
              <a:gd name="connsiteY66029" fmla="*/ 1899105 h 2398711"/>
              <a:gd name="connsiteX66030" fmla="*/ 535737 w 2119654"/>
              <a:gd name="connsiteY66030" fmla="*/ 1900768 h 2398711"/>
              <a:gd name="connsiteX66031" fmla="*/ 536314 w 2119654"/>
              <a:gd name="connsiteY66031" fmla="*/ 1900598 h 2398711"/>
              <a:gd name="connsiteX66032" fmla="*/ 534569 w 2119654"/>
              <a:gd name="connsiteY66032" fmla="*/ 1899503 h 2398711"/>
              <a:gd name="connsiteX66033" fmla="*/ 1169040 w 2119654"/>
              <a:gd name="connsiteY66033" fmla="*/ 470491 h 2398711"/>
              <a:gd name="connsiteX66034" fmla="*/ 1169653 w 2119654"/>
              <a:gd name="connsiteY66034" fmla="*/ 471589 h 2398711"/>
              <a:gd name="connsiteX66035" fmla="*/ 1170151 w 2119654"/>
              <a:gd name="connsiteY66035" fmla="*/ 470670 h 2398711"/>
              <a:gd name="connsiteX66036" fmla="*/ 1170585 w 2119654"/>
              <a:gd name="connsiteY66036" fmla="*/ 469504 h 2398711"/>
              <a:gd name="connsiteX66037" fmla="*/ 1170466 w 2119654"/>
              <a:gd name="connsiteY66037" fmla="*/ 468178 h 2398711"/>
              <a:gd name="connsiteX66038" fmla="*/ 513946 w 2119654"/>
              <a:gd name="connsiteY66038" fmla="*/ 1937285 h 2398711"/>
              <a:gd name="connsiteX66039" fmla="*/ 514140 w 2119654"/>
              <a:gd name="connsiteY66039" fmla="*/ 1937336 h 2398711"/>
              <a:gd name="connsiteX66040" fmla="*/ 514117 w 2119654"/>
              <a:gd name="connsiteY66040" fmla="*/ 1937289 h 2398711"/>
              <a:gd name="connsiteX66041" fmla="*/ 505643 w 2119654"/>
              <a:gd name="connsiteY66041" fmla="*/ 1955828 h 2398711"/>
              <a:gd name="connsiteX66042" fmla="*/ 506097 w 2119654"/>
              <a:gd name="connsiteY66042" fmla="*/ 1957697 h 2398711"/>
              <a:gd name="connsiteX66043" fmla="*/ 506786 w 2119654"/>
              <a:gd name="connsiteY66043" fmla="*/ 1957479 h 2398711"/>
              <a:gd name="connsiteX66044" fmla="*/ 506219 w 2119654"/>
              <a:gd name="connsiteY66044" fmla="*/ 1955884 h 2398711"/>
              <a:gd name="connsiteX66045" fmla="*/ 1211966 w 2119654"/>
              <a:gd name="connsiteY66045" fmla="*/ 374172 h 2398711"/>
              <a:gd name="connsiteX66046" fmla="*/ 1213435 w 2119654"/>
              <a:gd name="connsiteY66046" fmla="*/ 378098 h 2398711"/>
              <a:gd name="connsiteX66047" fmla="*/ 1214524 w 2119654"/>
              <a:gd name="connsiteY66047" fmla="*/ 376745 h 2398711"/>
              <a:gd name="connsiteX66048" fmla="*/ 1212464 w 2119654"/>
              <a:gd name="connsiteY66048" fmla="*/ 373221 h 2398711"/>
              <a:gd name="connsiteX66049" fmla="*/ 1208691 w 2119654"/>
              <a:gd name="connsiteY66049" fmla="*/ 381405 h 2398711"/>
              <a:gd name="connsiteX66050" fmla="*/ 1207656 w 2119654"/>
              <a:gd name="connsiteY66050" fmla="*/ 384522 h 2398711"/>
              <a:gd name="connsiteX66051" fmla="*/ 1207951 w 2119654"/>
              <a:gd name="connsiteY66051" fmla="*/ 384915 h 2398711"/>
              <a:gd name="connsiteX66052" fmla="*/ 1209853 w 2119654"/>
              <a:gd name="connsiteY66052" fmla="*/ 382551 h 2398711"/>
              <a:gd name="connsiteX66053" fmla="*/ 1142279 w 2119654"/>
              <a:gd name="connsiteY66053" fmla="*/ 530089 h 2398711"/>
              <a:gd name="connsiteX66054" fmla="*/ 1143190 w 2119654"/>
              <a:gd name="connsiteY66054" fmla="*/ 532349 h 2398711"/>
              <a:gd name="connsiteX66055" fmla="*/ 1143722 w 2119654"/>
              <a:gd name="connsiteY66055" fmla="*/ 531739 h 2398711"/>
              <a:gd name="connsiteX66056" fmla="*/ 517509 w 2119654"/>
              <a:gd name="connsiteY66056" fmla="*/ 1928804 h 2398711"/>
              <a:gd name="connsiteX66057" fmla="*/ 517530 w 2119654"/>
              <a:gd name="connsiteY66057" fmla="*/ 1929618 h 2398711"/>
              <a:gd name="connsiteX66058" fmla="*/ 517535 w 2119654"/>
              <a:gd name="connsiteY66058" fmla="*/ 1929739 h 2398711"/>
              <a:gd name="connsiteX66059" fmla="*/ 521982 w 2119654"/>
              <a:gd name="connsiteY66059" fmla="*/ 1929828 h 2398711"/>
              <a:gd name="connsiteX66060" fmla="*/ 522565 w 2119654"/>
              <a:gd name="connsiteY66060" fmla="*/ 1929697 h 2398711"/>
              <a:gd name="connsiteX66061" fmla="*/ 1209084 w 2119654"/>
              <a:gd name="connsiteY66061" fmla="*/ 380223 h 2398711"/>
              <a:gd name="connsiteX66062" fmla="*/ 1208928 w 2119654"/>
              <a:gd name="connsiteY66062" fmla="*/ 380695 h 2398711"/>
              <a:gd name="connsiteX66063" fmla="*/ 1210276 w 2119654"/>
              <a:gd name="connsiteY66063" fmla="*/ 382026 h 2398711"/>
              <a:gd name="connsiteX66064" fmla="*/ 1210299 w 2119654"/>
              <a:gd name="connsiteY66064" fmla="*/ 381997 h 2398711"/>
              <a:gd name="connsiteX66065" fmla="*/ 1182469 w 2119654"/>
              <a:gd name="connsiteY66065" fmla="*/ 439804 h 2398711"/>
              <a:gd name="connsiteX66066" fmla="*/ 1181984 w 2119654"/>
              <a:gd name="connsiteY66066" fmla="*/ 441106 h 2398711"/>
              <a:gd name="connsiteX66067" fmla="*/ 1182264 w 2119654"/>
              <a:gd name="connsiteY66067" fmla="*/ 441348 h 2398711"/>
              <a:gd name="connsiteX66068" fmla="*/ 1182522 w 2119654"/>
              <a:gd name="connsiteY66068" fmla="*/ 439879 h 2398711"/>
              <a:gd name="connsiteX66069" fmla="*/ 483453 w 2119654"/>
              <a:gd name="connsiteY66069" fmla="*/ 2004863 h 2398711"/>
              <a:gd name="connsiteX66070" fmla="*/ 484228 w 2119654"/>
              <a:gd name="connsiteY66070" fmla="*/ 2005157 h 2398711"/>
              <a:gd name="connsiteX66071" fmla="*/ 484347 w 2119654"/>
              <a:gd name="connsiteY66071" fmla="*/ 2005196 h 2398711"/>
              <a:gd name="connsiteX66072" fmla="*/ 486051 w 2119654"/>
              <a:gd name="connsiteY66072" fmla="*/ 2004654 h 2398711"/>
              <a:gd name="connsiteX66073" fmla="*/ 1209966 w 2119654"/>
              <a:gd name="connsiteY66073" fmla="*/ 377989 h 2398711"/>
              <a:gd name="connsiteX66074" fmla="*/ 1211382 w 2119654"/>
              <a:gd name="connsiteY66074" fmla="*/ 380650 h 2398711"/>
              <a:gd name="connsiteX66075" fmla="*/ 1212948 w 2119654"/>
              <a:gd name="connsiteY66075" fmla="*/ 378704 h 2398711"/>
              <a:gd name="connsiteX66076" fmla="*/ 1211550 w 2119654"/>
              <a:gd name="connsiteY66076" fmla="*/ 374967 h 2398711"/>
              <a:gd name="connsiteX66077" fmla="*/ 512903 w 2119654"/>
              <a:gd name="connsiteY66077" fmla="*/ 1938770 h 2398711"/>
              <a:gd name="connsiteX66078" fmla="*/ 515392 w 2119654"/>
              <a:gd name="connsiteY66078" fmla="*/ 1939876 h 2398711"/>
              <a:gd name="connsiteX66079" fmla="*/ 515220 w 2119654"/>
              <a:gd name="connsiteY66079" fmla="*/ 1939526 h 2398711"/>
              <a:gd name="connsiteX66080" fmla="*/ 513051 w 2119654"/>
              <a:gd name="connsiteY66080" fmla="*/ 1938706 h 2398711"/>
              <a:gd name="connsiteX66081" fmla="*/ 1160732 w 2119654"/>
              <a:gd name="connsiteY66081" fmla="*/ 488121 h 2398711"/>
              <a:gd name="connsiteX66082" fmla="*/ 1160730 w 2119654"/>
              <a:gd name="connsiteY66082" fmla="*/ 488161 h 2398711"/>
              <a:gd name="connsiteX66083" fmla="*/ 1161213 w 2119654"/>
              <a:gd name="connsiteY66083" fmla="*/ 489199 h 2398711"/>
              <a:gd name="connsiteX66084" fmla="*/ 1161400 w 2119654"/>
              <a:gd name="connsiteY66084" fmla="*/ 488726 h 2398711"/>
              <a:gd name="connsiteX66085" fmla="*/ 1209585 w 2119654"/>
              <a:gd name="connsiteY66085" fmla="*/ 378716 h 2398711"/>
              <a:gd name="connsiteX66086" fmla="*/ 1209279 w 2119654"/>
              <a:gd name="connsiteY66086" fmla="*/ 379639 h 2398711"/>
              <a:gd name="connsiteX66087" fmla="*/ 1210641 w 2119654"/>
              <a:gd name="connsiteY66087" fmla="*/ 381572 h 2398711"/>
              <a:gd name="connsiteX66088" fmla="*/ 1211094 w 2119654"/>
              <a:gd name="connsiteY66088" fmla="*/ 381008 h 2398711"/>
              <a:gd name="connsiteX66089" fmla="*/ 1209751 w 2119654"/>
              <a:gd name="connsiteY66089" fmla="*/ 378400 h 2398711"/>
              <a:gd name="connsiteX66090" fmla="*/ 1166770 w 2119654"/>
              <a:gd name="connsiteY66090" fmla="*/ 474173 h 2398711"/>
              <a:gd name="connsiteX66091" fmla="*/ 1167708 w 2119654"/>
              <a:gd name="connsiteY66091" fmla="*/ 475177 h 2398711"/>
              <a:gd name="connsiteX66092" fmla="*/ 1168811 w 2119654"/>
              <a:gd name="connsiteY66092" fmla="*/ 473142 h 2398711"/>
              <a:gd name="connsiteX66093" fmla="*/ 1168154 w 2119654"/>
              <a:gd name="connsiteY66093" fmla="*/ 471928 h 2398711"/>
              <a:gd name="connsiteX66094" fmla="*/ 513818 w 2119654"/>
              <a:gd name="connsiteY66094" fmla="*/ 1936141 h 2398711"/>
              <a:gd name="connsiteX66095" fmla="*/ 514300 w 2119654"/>
              <a:gd name="connsiteY66095" fmla="*/ 1937117 h 2398711"/>
              <a:gd name="connsiteX66096" fmla="*/ 515653 w 2119654"/>
              <a:gd name="connsiteY66096" fmla="*/ 1937153 h 2398711"/>
              <a:gd name="connsiteX66097" fmla="*/ 516697 w 2119654"/>
              <a:gd name="connsiteY66097" fmla="*/ 1936700 h 2398711"/>
              <a:gd name="connsiteX66098" fmla="*/ 515937 w 2119654"/>
              <a:gd name="connsiteY66098" fmla="*/ 1936365 h 2398711"/>
              <a:gd name="connsiteX66099" fmla="*/ 461126 w 2119654"/>
              <a:gd name="connsiteY66099" fmla="*/ 2054078 h 2398711"/>
              <a:gd name="connsiteX66100" fmla="*/ 474671 w 2119654"/>
              <a:gd name="connsiteY66100" fmla="*/ 2053285 h 2398711"/>
              <a:gd name="connsiteX66101" fmla="*/ 501326 w 2119654"/>
              <a:gd name="connsiteY66101" fmla="*/ 2045184 h 2398711"/>
              <a:gd name="connsiteX66102" fmla="*/ 490697 w 2119654"/>
              <a:gd name="connsiteY66102" fmla="*/ 2045252 h 2398711"/>
              <a:gd name="connsiteX66103" fmla="*/ 481991 w 2119654"/>
              <a:gd name="connsiteY66103" fmla="*/ 2047943 h 2398711"/>
              <a:gd name="connsiteX66104" fmla="*/ 1228364 w 2119654"/>
              <a:gd name="connsiteY66104" fmla="*/ 335721 h 2398711"/>
              <a:gd name="connsiteX66105" fmla="*/ 1228373 w 2119654"/>
              <a:gd name="connsiteY66105" fmla="*/ 336098 h 2398711"/>
              <a:gd name="connsiteX66106" fmla="*/ 1228499 w 2119654"/>
              <a:gd name="connsiteY66106" fmla="*/ 335914 h 2398711"/>
              <a:gd name="connsiteX66107" fmla="*/ 1165379 w 2119654"/>
              <a:gd name="connsiteY66107" fmla="*/ 476427 h 2398711"/>
              <a:gd name="connsiteX66108" fmla="*/ 1166193 w 2119654"/>
              <a:gd name="connsiteY66108" fmla="*/ 477974 h 2398711"/>
              <a:gd name="connsiteX66109" fmla="*/ 1166873 w 2119654"/>
              <a:gd name="connsiteY66109" fmla="*/ 476718 h 2398711"/>
              <a:gd name="connsiteX66110" fmla="*/ 1165925 w 2119654"/>
              <a:gd name="connsiteY66110" fmla="*/ 475542 h 2398711"/>
              <a:gd name="connsiteX66111" fmla="*/ 488815 w 2119654"/>
              <a:gd name="connsiteY66111" fmla="*/ 1991232 h 2398711"/>
              <a:gd name="connsiteX66112" fmla="*/ 496977 w 2119654"/>
              <a:gd name="connsiteY66112" fmla="*/ 1993484 h 2398711"/>
              <a:gd name="connsiteX66113" fmla="*/ 499577 w 2119654"/>
              <a:gd name="connsiteY66113" fmla="*/ 1992249 h 2398711"/>
              <a:gd name="connsiteX66114" fmla="*/ 499891 w 2119654"/>
              <a:gd name="connsiteY66114" fmla="*/ 1992095 h 2398711"/>
              <a:gd name="connsiteX66115" fmla="*/ 1237128 w 2119654"/>
              <a:gd name="connsiteY66115" fmla="*/ 315511 h 2398711"/>
              <a:gd name="connsiteX66116" fmla="*/ 1239082 w 2119654"/>
              <a:gd name="connsiteY66116" fmla="*/ 320530 h 2398711"/>
              <a:gd name="connsiteX66117" fmla="*/ 1251419 w 2119654"/>
              <a:gd name="connsiteY66117" fmla="*/ 302594 h 2398711"/>
              <a:gd name="connsiteX66118" fmla="*/ 1249106 w 2119654"/>
              <a:gd name="connsiteY66118" fmla="*/ 299424 h 2398711"/>
              <a:gd name="connsiteX66119" fmla="*/ 517459 w 2119654"/>
              <a:gd name="connsiteY66119" fmla="*/ 1926840 h 2398711"/>
              <a:gd name="connsiteX66120" fmla="*/ 517496 w 2119654"/>
              <a:gd name="connsiteY66120" fmla="*/ 1928260 h 2398711"/>
              <a:gd name="connsiteX66121" fmla="*/ 523911 w 2119654"/>
              <a:gd name="connsiteY66121" fmla="*/ 1929393 h 2398711"/>
              <a:gd name="connsiteX66122" fmla="*/ 526259 w 2119654"/>
              <a:gd name="connsiteY66122" fmla="*/ 1928865 h 2398711"/>
              <a:gd name="connsiteX66123" fmla="*/ 526231 w 2119654"/>
              <a:gd name="connsiteY66123" fmla="*/ 1927680 h 2398711"/>
              <a:gd name="connsiteX66124" fmla="*/ 520548 w 2119654"/>
              <a:gd name="connsiteY66124" fmla="*/ 1926837 h 2398711"/>
              <a:gd name="connsiteX66125" fmla="*/ 519654 w 2119654"/>
              <a:gd name="connsiteY66125" fmla="*/ 1926834 h 2398711"/>
              <a:gd name="connsiteX66126" fmla="*/ 519452 w 2119654"/>
              <a:gd name="connsiteY66126" fmla="*/ 1926674 h 2398711"/>
              <a:gd name="connsiteX66127" fmla="*/ 518778 w 2119654"/>
              <a:gd name="connsiteY66127" fmla="*/ 1926574 h 2398711"/>
              <a:gd name="connsiteX66128" fmla="*/ 1145634 w 2119654"/>
              <a:gd name="connsiteY66128" fmla="*/ 520114 h 2398711"/>
              <a:gd name="connsiteX66129" fmla="*/ 1145769 w 2119654"/>
              <a:gd name="connsiteY66129" fmla="*/ 520201 h 2398711"/>
              <a:gd name="connsiteX66130" fmla="*/ 1145758 w 2119654"/>
              <a:gd name="connsiteY66130" fmla="*/ 519983 h 2398711"/>
              <a:gd name="connsiteX66131" fmla="*/ 1151874 w 2119654"/>
              <a:gd name="connsiteY66131" fmla="*/ 505884 h 2398711"/>
              <a:gd name="connsiteX66132" fmla="*/ 1152017 w 2119654"/>
              <a:gd name="connsiteY66132" fmla="*/ 506223 h 2398711"/>
              <a:gd name="connsiteX66133" fmla="*/ 1152029 w 2119654"/>
              <a:gd name="connsiteY66133" fmla="*/ 505986 h 2398711"/>
              <a:gd name="connsiteX66134" fmla="*/ 495738 w 2119654"/>
              <a:gd name="connsiteY66134" fmla="*/ 1975090 h 2398711"/>
              <a:gd name="connsiteX66135" fmla="*/ 496434 w 2119654"/>
              <a:gd name="connsiteY66135" fmla="*/ 1975330 h 2398711"/>
              <a:gd name="connsiteX66136" fmla="*/ 496915 w 2119654"/>
              <a:gd name="connsiteY66136" fmla="*/ 1975222 h 2398711"/>
              <a:gd name="connsiteX66137" fmla="*/ 517447 w 2119654"/>
              <a:gd name="connsiteY66137" fmla="*/ 1926376 h 2398711"/>
              <a:gd name="connsiteX66138" fmla="*/ 517453 w 2119654"/>
              <a:gd name="connsiteY66138" fmla="*/ 1926614 h 2398711"/>
              <a:gd name="connsiteX66139" fmla="*/ 518129 w 2119654"/>
              <a:gd name="connsiteY66139" fmla="*/ 1926478 h 2398711"/>
              <a:gd name="connsiteX66140" fmla="*/ 482483 w 2119654"/>
              <a:gd name="connsiteY66140" fmla="*/ 2004495 h 2398711"/>
              <a:gd name="connsiteX66141" fmla="*/ 482667 w 2119654"/>
              <a:gd name="connsiteY66141" fmla="*/ 2004564 h 2398711"/>
              <a:gd name="connsiteX66142" fmla="*/ 487570 w 2119654"/>
              <a:gd name="connsiteY66142" fmla="*/ 2004171 h 2398711"/>
              <a:gd name="connsiteX66143" fmla="*/ 488641 w 2119654"/>
              <a:gd name="connsiteY66143" fmla="*/ 2003830 h 2398711"/>
              <a:gd name="connsiteX66144" fmla="*/ 493109 w 2119654"/>
              <a:gd name="connsiteY66144" fmla="*/ 2002341 h 2398711"/>
              <a:gd name="connsiteX66145" fmla="*/ 529700 w 2119654"/>
              <a:gd name="connsiteY66145" fmla="*/ 1898629 h 2398711"/>
              <a:gd name="connsiteX66146" fmla="*/ 530161 w 2119654"/>
              <a:gd name="connsiteY66146" fmla="*/ 1898793 h 2398711"/>
              <a:gd name="connsiteX66147" fmla="*/ 534051 w 2119654"/>
              <a:gd name="connsiteY66147" fmla="*/ 1899180 h 2398711"/>
              <a:gd name="connsiteX66148" fmla="*/ 532932 w 2119654"/>
              <a:gd name="connsiteY66148" fmla="*/ 1898478 h 2398711"/>
              <a:gd name="connsiteX66149" fmla="*/ 510152 w 2119654"/>
              <a:gd name="connsiteY66149" fmla="*/ 1942132 h 2398711"/>
              <a:gd name="connsiteX66150" fmla="*/ 510430 w 2119654"/>
              <a:gd name="connsiteY66150" fmla="*/ 1945178 h 2398711"/>
              <a:gd name="connsiteX66151" fmla="*/ 517906 w 2119654"/>
              <a:gd name="connsiteY66151" fmla="*/ 1945531 h 2398711"/>
              <a:gd name="connsiteX66152" fmla="*/ 517904 w 2119654"/>
              <a:gd name="connsiteY66152" fmla="*/ 1945473 h 2398711"/>
              <a:gd name="connsiteX66153" fmla="*/ 516439 w 2119654"/>
              <a:gd name="connsiteY66153" fmla="*/ 1945365 h 2398711"/>
              <a:gd name="connsiteX66154" fmla="*/ 516172 w 2119654"/>
              <a:gd name="connsiteY66154" fmla="*/ 1945121 h 2398711"/>
              <a:gd name="connsiteX66155" fmla="*/ 517895 w 2119654"/>
              <a:gd name="connsiteY66155" fmla="*/ 1945249 h 2398711"/>
              <a:gd name="connsiteX66156" fmla="*/ 517882 w 2119654"/>
              <a:gd name="connsiteY66156" fmla="*/ 1944927 h 2398711"/>
              <a:gd name="connsiteX66157" fmla="*/ 517499 w 2119654"/>
              <a:gd name="connsiteY66157" fmla="*/ 1944150 h 2398711"/>
              <a:gd name="connsiteX66158" fmla="*/ 1162643 w 2119654"/>
              <a:gd name="connsiteY66158" fmla="*/ 480864 h 2398711"/>
              <a:gd name="connsiteX66159" fmla="*/ 1163483 w 2119654"/>
              <a:gd name="connsiteY66159" fmla="*/ 483457 h 2398711"/>
              <a:gd name="connsiteX66160" fmla="*/ 1164190 w 2119654"/>
              <a:gd name="connsiteY66160" fmla="*/ 481671 h 2398711"/>
              <a:gd name="connsiteX66161" fmla="*/ 1165765 w 2119654"/>
              <a:gd name="connsiteY66161" fmla="*/ 478763 h 2398711"/>
              <a:gd name="connsiteX66162" fmla="*/ 1165144 w 2119654"/>
              <a:gd name="connsiteY66162" fmla="*/ 477338 h 2398711"/>
              <a:gd name="connsiteX66163" fmla="*/ 1164994 w 2119654"/>
              <a:gd name="connsiteY66163" fmla="*/ 477052 h 2398711"/>
              <a:gd name="connsiteX66164" fmla="*/ 488334 w 2119654"/>
              <a:gd name="connsiteY66164" fmla="*/ 1990684 h 2398711"/>
              <a:gd name="connsiteX66165" fmla="*/ 500789 w 2119654"/>
              <a:gd name="connsiteY66165" fmla="*/ 1991654 h 2398711"/>
              <a:gd name="connsiteX66166" fmla="*/ 512389 w 2119654"/>
              <a:gd name="connsiteY66166" fmla="*/ 1985948 h 2398711"/>
              <a:gd name="connsiteX66167" fmla="*/ 512245 w 2119654"/>
              <a:gd name="connsiteY66167" fmla="*/ 1985446 h 2398711"/>
              <a:gd name="connsiteX66168" fmla="*/ 517403 w 2119654"/>
              <a:gd name="connsiteY66168" fmla="*/ 1924694 h 2398711"/>
              <a:gd name="connsiteX66169" fmla="*/ 517438 w 2119654"/>
              <a:gd name="connsiteY66169" fmla="*/ 1926053 h 2398711"/>
              <a:gd name="connsiteX66170" fmla="*/ 519116 w 2119654"/>
              <a:gd name="connsiteY66170" fmla="*/ 1926279 h 2398711"/>
              <a:gd name="connsiteX66171" fmla="*/ 522079 w 2119654"/>
              <a:gd name="connsiteY66171" fmla="*/ 1925682 h 2398711"/>
              <a:gd name="connsiteX66172" fmla="*/ 526016 w 2119654"/>
              <a:gd name="connsiteY66172" fmla="*/ 1924833 h 2398711"/>
              <a:gd name="connsiteX66173" fmla="*/ 524854 w 2119654"/>
              <a:gd name="connsiteY66173" fmla="*/ 1924090 h 2398711"/>
              <a:gd name="connsiteX66174" fmla="*/ 522715 w 2119654"/>
              <a:gd name="connsiteY66174" fmla="*/ 1923955 h 2398711"/>
              <a:gd name="connsiteX66175" fmla="*/ 1234184 w 2119654"/>
              <a:gd name="connsiteY66175" fmla="*/ 319464 h 2398711"/>
              <a:gd name="connsiteX66176" fmla="*/ 1236557 w 2119654"/>
              <a:gd name="connsiteY66176" fmla="*/ 324200 h 2398711"/>
              <a:gd name="connsiteX66177" fmla="*/ 1238687 w 2119654"/>
              <a:gd name="connsiteY66177" fmla="*/ 321104 h 2398711"/>
              <a:gd name="connsiteX66178" fmla="*/ 1236773 w 2119654"/>
              <a:gd name="connsiteY66178" fmla="*/ 315988 h 2398711"/>
              <a:gd name="connsiteX66179" fmla="*/ 1160541 w 2119654"/>
              <a:gd name="connsiteY66179" fmla="*/ 484272 h 2398711"/>
              <a:gd name="connsiteX66180" fmla="*/ 1160674 w 2119654"/>
              <a:gd name="connsiteY66180" fmla="*/ 485772 h 2398711"/>
              <a:gd name="connsiteX66181" fmla="*/ 1162068 w 2119654"/>
              <a:gd name="connsiteY66181" fmla="*/ 487036 h 2398711"/>
              <a:gd name="connsiteX66182" fmla="*/ 1163123 w 2119654"/>
              <a:gd name="connsiteY66182" fmla="*/ 484368 h 2398711"/>
              <a:gd name="connsiteX66183" fmla="*/ 1162214 w 2119654"/>
              <a:gd name="connsiteY66183" fmla="*/ 481561 h 2398711"/>
              <a:gd name="connsiteX66184" fmla="*/ 511083 w 2119654"/>
              <a:gd name="connsiteY66184" fmla="*/ 1937961 h 2398711"/>
              <a:gd name="connsiteX66185" fmla="*/ 512418 w 2119654"/>
              <a:gd name="connsiteY66185" fmla="*/ 1938554 h 2398711"/>
              <a:gd name="connsiteX66186" fmla="*/ 512526 w 2119654"/>
              <a:gd name="connsiteY66186" fmla="*/ 1938508 h 2398711"/>
              <a:gd name="connsiteX66187" fmla="*/ 1148512 w 2119654"/>
              <a:gd name="connsiteY66187" fmla="*/ 510214 h 2398711"/>
              <a:gd name="connsiteX66188" fmla="*/ 1149596 w 2119654"/>
              <a:gd name="connsiteY66188" fmla="*/ 512711 h 2398711"/>
              <a:gd name="connsiteX66189" fmla="*/ 1149672 w 2119654"/>
              <a:gd name="connsiteY66189" fmla="*/ 512632 h 2398711"/>
              <a:gd name="connsiteX66190" fmla="*/ 1150367 w 2119654"/>
              <a:gd name="connsiteY66190" fmla="*/ 512003 h 2398711"/>
              <a:gd name="connsiteX66191" fmla="*/ 509960 w 2119654"/>
              <a:gd name="connsiteY66191" fmla="*/ 1940044 h 2398711"/>
              <a:gd name="connsiteX66192" fmla="*/ 510130 w 2119654"/>
              <a:gd name="connsiteY66192" fmla="*/ 1941891 h 2398711"/>
              <a:gd name="connsiteX66193" fmla="*/ 517307 w 2119654"/>
              <a:gd name="connsiteY66193" fmla="*/ 1943759 h 2398711"/>
              <a:gd name="connsiteX66194" fmla="*/ 515802 w 2119654"/>
              <a:gd name="connsiteY66194" fmla="*/ 1940706 h 2398711"/>
              <a:gd name="connsiteX66195" fmla="*/ 512164 w 2119654"/>
              <a:gd name="connsiteY66195" fmla="*/ 1939090 h 2398711"/>
              <a:gd name="connsiteX66196" fmla="*/ 513347 w 2119654"/>
              <a:gd name="connsiteY66196" fmla="*/ 1932285 h 2398711"/>
              <a:gd name="connsiteX66197" fmla="*/ 517355 w 2119654"/>
              <a:gd name="connsiteY66197" fmla="*/ 1931609 h 2398711"/>
              <a:gd name="connsiteX66198" fmla="*/ 517346 w 2119654"/>
              <a:gd name="connsiteY66198" fmla="*/ 1931385 h 2398711"/>
              <a:gd name="connsiteX66199" fmla="*/ 526273 w 2119654"/>
              <a:gd name="connsiteY66199" fmla="*/ 1903289 h 2398711"/>
              <a:gd name="connsiteX66200" fmla="*/ 526283 w 2119654"/>
              <a:gd name="connsiteY66200" fmla="*/ 1903739 h 2398711"/>
              <a:gd name="connsiteX66201" fmla="*/ 529636 w 2119654"/>
              <a:gd name="connsiteY66201" fmla="*/ 1904515 h 2398711"/>
              <a:gd name="connsiteX66202" fmla="*/ 533150 w 2119654"/>
              <a:gd name="connsiteY66202" fmla="*/ 1904126 h 2398711"/>
              <a:gd name="connsiteX66203" fmla="*/ 526627 w 2119654"/>
              <a:gd name="connsiteY66203" fmla="*/ 1903265 h 2398711"/>
              <a:gd name="connsiteX66204" fmla="*/ 1142065 w 2119654"/>
              <a:gd name="connsiteY66204" fmla="*/ 523851 h 2398711"/>
              <a:gd name="connsiteX66205" fmla="*/ 1144849 w 2119654"/>
              <a:gd name="connsiteY66205" fmla="*/ 530448 h 2398711"/>
              <a:gd name="connsiteX66206" fmla="*/ 1145949 w 2119654"/>
              <a:gd name="connsiteY66206" fmla="*/ 529188 h 2398711"/>
              <a:gd name="connsiteX66207" fmla="*/ 1144636 w 2119654"/>
              <a:gd name="connsiteY66207" fmla="*/ 524049 h 2398711"/>
              <a:gd name="connsiteX66208" fmla="*/ 1143022 w 2119654"/>
              <a:gd name="connsiteY66208" fmla="*/ 522849 h 2398711"/>
              <a:gd name="connsiteX66209" fmla="*/ 1145160 w 2119654"/>
              <a:gd name="connsiteY66209" fmla="*/ 516914 h 2398711"/>
              <a:gd name="connsiteX66210" fmla="*/ 1145281 w 2119654"/>
              <a:gd name="connsiteY66210" fmla="*/ 517230 h 2398711"/>
              <a:gd name="connsiteX66211" fmla="*/ 1145422 w 2119654"/>
              <a:gd name="connsiteY66211" fmla="*/ 517084 h 2398711"/>
              <a:gd name="connsiteX66212" fmla="*/ 1178468 w 2119654"/>
              <a:gd name="connsiteY66212" fmla="*/ 442216 h 2398711"/>
              <a:gd name="connsiteX66213" fmla="*/ 1180052 w 2119654"/>
              <a:gd name="connsiteY66213" fmla="*/ 444105 h 2398711"/>
              <a:gd name="connsiteX66214" fmla="*/ 1180200 w 2119654"/>
              <a:gd name="connsiteY66214" fmla="*/ 443710 h 2398711"/>
              <a:gd name="connsiteX66215" fmla="*/ 504836 w 2119654"/>
              <a:gd name="connsiteY66215" fmla="*/ 1950498 h 2398711"/>
              <a:gd name="connsiteX66216" fmla="*/ 505037 w 2119654"/>
              <a:gd name="connsiteY66216" fmla="*/ 1951063 h 2398711"/>
              <a:gd name="connsiteX66217" fmla="*/ 506406 w 2119654"/>
              <a:gd name="connsiteY66217" fmla="*/ 1950825 h 2398711"/>
              <a:gd name="connsiteX66218" fmla="*/ 500054 w 2119654"/>
              <a:gd name="connsiteY66218" fmla="*/ 1960806 h 2398711"/>
              <a:gd name="connsiteX66219" fmla="*/ 504323 w 2119654"/>
              <a:gd name="connsiteY66219" fmla="*/ 1962644 h 2398711"/>
              <a:gd name="connsiteX66220" fmla="*/ 505661 w 2119654"/>
              <a:gd name="connsiteY66220" fmla="*/ 1962444 h 2398711"/>
              <a:gd name="connsiteX66221" fmla="*/ 505242 w 2119654"/>
              <a:gd name="connsiteY66221" fmla="*/ 1960982 h 2398711"/>
              <a:gd name="connsiteX66222" fmla="*/ 1141506 w 2119654"/>
              <a:gd name="connsiteY66222" fmla="*/ 524438 h 2398711"/>
              <a:gd name="connsiteX66223" fmla="*/ 1143838 w 2119654"/>
              <a:gd name="connsiteY66223" fmla="*/ 529646 h 2398711"/>
              <a:gd name="connsiteX66224" fmla="*/ 1144052 w 2119654"/>
              <a:gd name="connsiteY66224" fmla="*/ 529892 h 2398711"/>
              <a:gd name="connsiteX66225" fmla="*/ 1141675 w 2119654"/>
              <a:gd name="connsiteY66225" fmla="*/ 524261 h 2398711"/>
              <a:gd name="connsiteX66226" fmla="*/ 504436 w 2119654"/>
              <a:gd name="connsiteY66226" fmla="*/ 1950860 h 2398711"/>
              <a:gd name="connsiteX66227" fmla="*/ 504508 w 2119654"/>
              <a:gd name="connsiteY66227" fmla="*/ 1951155 h 2398711"/>
              <a:gd name="connsiteX66228" fmla="*/ 504539 w 2119654"/>
              <a:gd name="connsiteY66228" fmla="*/ 1951150 h 2398711"/>
              <a:gd name="connsiteX66229" fmla="*/ 512250 w 2119654"/>
              <a:gd name="connsiteY66229" fmla="*/ 1932959 h 2398711"/>
              <a:gd name="connsiteX66230" fmla="*/ 512915 w 2119654"/>
              <a:gd name="connsiteY66230" fmla="*/ 1934310 h 2398711"/>
              <a:gd name="connsiteX66231" fmla="*/ 513649 w 2119654"/>
              <a:gd name="connsiteY66231" fmla="*/ 1934634 h 2398711"/>
              <a:gd name="connsiteX66232" fmla="*/ 517485 w 2119654"/>
              <a:gd name="connsiteY66232" fmla="*/ 1934883 h 2398711"/>
              <a:gd name="connsiteX66233" fmla="*/ 517375 w 2119654"/>
              <a:gd name="connsiteY66233" fmla="*/ 1932094 h 2398711"/>
              <a:gd name="connsiteX66234" fmla="*/ 526232 w 2119654"/>
              <a:gd name="connsiteY66234" fmla="*/ 1901624 h 2398711"/>
              <a:gd name="connsiteX66235" fmla="*/ 526257 w 2119654"/>
              <a:gd name="connsiteY66235" fmla="*/ 1902660 h 2398711"/>
              <a:gd name="connsiteX66236" fmla="*/ 527786 w 2119654"/>
              <a:gd name="connsiteY66236" fmla="*/ 1902862 h 2398711"/>
              <a:gd name="connsiteX66237" fmla="*/ 530081 w 2119654"/>
              <a:gd name="connsiteY66237" fmla="*/ 1902707 h 2398711"/>
              <a:gd name="connsiteX66238" fmla="*/ 526225 w 2119654"/>
              <a:gd name="connsiteY66238" fmla="*/ 1901285 h 2398711"/>
              <a:gd name="connsiteX66239" fmla="*/ 526225 w 2119654"/>
              <a:gd name="connsiteY66239" fmla="*/ 1901330 h 2398711"/>
              <a:gd name="connsiteX66240" fmla="*/ 530917 w 2119654"/>
              <a:gd name="connsiteY66240" fmla="*/ 1902651 h 2398711"/>
              <a:gd name="connsiteX66241" fmla="*/ 531147 w 2119654"/>
              <a:gd name="connsiteY66241" fmla="*/ 1902635 h 2398711"/>
              <a:gd name="connsiteX66242" fmla="*/ 529090 w 2119654"/>
              <a:gd name="connsiteY66242" fmla="*/ 1901788 h 2398711"/>
              <a:gd name="connsiteX66243" fmla="*/ 509776 w 2119654"/>
              <a:gd name="connsiteY66243" fmla="*/ 1938030 h 2398711"/>
              <a:gd name="connsiteX66244" fmla="*/ 509923 w 2119654"/>
              <a:gd name="connsiteY66244" fmla="*/ 1939635 h 2398711"/>
              <a:gd name="connsiteX66245" fmla="*/ 511678 w 2119654"/>
              <a:gd name="connsiteY66245" fmla="*/ 1938875 h 2398711"/>
              <a:gd name="connsiteX66246" fmla="*/ 1140498 w 2119654"/>
              <a:gd name="connsiteY66246" fmla="*/ 525494 h 2398711"/>
              <a:gd name="connsiteX66247" fmla="*/ 1140465 w 2119654"/>
              <a:gd name="connsiteY66247" fmla="*/ 525590 h 2398711"/>
              <a:gd name="connsiteX66248" fmla="*/ 1140764 w 2119654"/>
              <a:gd name="connsiteY66248" fmla="*/ 526331 h 2398711"/>
              <a:gd name="connsiteX66249" fmla="*/ 1143014 w 2119654"/>
              <a:gd name="connsiteY66249" fmla="*/ 528705 h 2398711"/>
              <a:gd name="connsiteX66250" fmla="*/ 1143216 w 2119654"/>
              <a:gd name="connsiteY66250" fmla="*/ 528935 h 2398711"/>
              <a:gd name="connsiteX66251" fmla="*/ 1141299 w 2119654"/>
              <a:gd name="connsiteY66251" fmla="*/ 524654 h 2398711"/>
              <a:gd name="connsiteX66252" fmla="*/ 485824 w 2119654"/>
              <a:gd name="connsiteY66252" fmla="*/ 1991233 h 2398711"/>
              <a:gd name="connsiteX66253" fmla="*/ 495350 w 2119654"/>
              <a:gd name="connsiteY66253" fmla="*/ 1994257 h 2398711"/>
              <a:gd name="connsiteX66254" fmla="*/ 496123 w 2119654"/>
              <a:gd name="connsiteY66254" fmla="*/ 1993889 h 2398711"/>
              <a:gd name="connsiteX66255" fmla="*/ 486196 w 2119654"/>
              <a:gd name="connsiteY66255" fmla="*/ 1991152 h 2398711"/>
              <a:gd name="connsiteX66256" fmla="*/ 526208 w 2119654"/>
              <a:gd name="connsiteY66256" fmla="*/ 1900602 h 2398711"/>
              <a:gd name="connsiteX66257" fmla="*/ 526215 w 2119654"/>
              <a:gd name="connsiteY66257" fmla="*/ 1900878 h 2398711"/>
              <a:gd name="connsiteX66258" fmla="*/ 527374 w 2119654"/>
              <a:gd name="connsiteY66258" fmla="*/ 1901081 h 2398711"/>
              <a:gd name="connsiteX66259" fmla="*/ 517290 w 2119654"/>
              <a:gd name="connsiteY66259" fmla="*/ 1920297 h 2398711"/>
              <a:gd name="connsiteX66260" fmla="*/ 517321 w 2119654"/>
              <a:gd name="connsiteY66260" fmla="*/ 1921487 h 2398711"/>
              <a:gd name="connsiteX66261" fmla="*/ 521081 w 2119654"/>
              <a:gd name="connsiteY66261" fmla="*/ 1921681 h 2398711"/>
              <a:gd name="connsiteX66262" fmla="*/ 518600 w 2119654"/>
              <a:gd name="connsiteY66262" fmla="*/ 1920097 h 2398711"/>
              <a:gd name="connsiteX66263" fmla="*/ 524779 w 2119654"/>
              <a:gd name="connsiteY66263" fmla="*/ 1903390 h 2398711"/>
              <a:gd name="connsiteX66264" fmla="*/ 525654 w 2119654"/>
              <a:gd name="connsiteY66264" fmla="*/ 1903593 h 2398711"/>
              <a:gd name="connsiteX66265" fmla="*/ 525648 w 2119654"/>
              <a:gd name="connsiteY66265" fmla="*/ 1903331 h 2398711"/>
              <a:gd name="connsiteX66266" fmla="*/ 1193730 w 2119654"/>
              <a:gd name="connsiteY66266" fmla="*/ 405265 h 2398711"/>
              <a:gd name="connsiteX66267" fmla="*/ 1193856 w 2119654"/>
              <a:gd name="connsiteY66267" fmla="*/ 405410 h 2398711"/>
              <a:gd name="connsiteX66268" fmla="*/ 1194067 w 2119654"/>
              <a:gd name="connsiteY66268" fmla="*/ 404775 h 2398711"/>
              <a:gd name="connsiteX66269" fmla="*/ 499190 w 2119654"/>
              <a:gd name="connsiteY66269" fmla="*/ 1960434 h 2398711"/>
              <a:gd name="connsiteX66270" fmla="*/ 499360 w 2119654"/>
              <a:gd name="connsiteY66270" fmla="*/ 1960507 h 2398711"/>
              <a:gd name="connsiteX66271" fmla="*/ 505163 w 2119654"/>
              <a:gd name="connsiteY66271" fmla="*/ 1960704 h 2398711"/>
              <a:gd name="connsiteX66272" fmla="*/ 504599 w 2119654"/>
              <a:gd name="connsiteY66272" fmla="*/ 1958732 h 2398711"/>
              <a:gd name="connsiteX66273" fmla="*/ 499757 w 2119654"/>
              <a:gd name="connsiteY66273" fmla="*/ 1960263 h 2398711"/>
              <a:gd name="connsiteX66274" fmla="*/ 1143673 w 2119654"/>
              <a:gd name="connsiteY66274" fmla="*/ 517175 h 2398711"/>
              <a:gd name="connsiteX66275" fmla="*/ 1143418 w 2119654"/>
              <a:gd name="connsiteY66275" fmla="*/ 517834 h 2398711"/>
              <a:gd name="connsiteX66276" fmla="*/ 1143432 w 2119654"/>
              <a:gd name="connsiteY66276" fmla="*/ 517886 h 2398711"/>
              <a:gd name="connsiteX66277" fmla="*/ 1144006 w 2119654"/>
              <a:gd name="connsiteY66277" fmla="*/ 518566 h 2398711"/>
              <a:gd name="connsiteX66278" fmla="*/ 1144571 w 2119654"/>
              <a:gd name="connsiteY66278" fmla="*/ 517974 h 2398711"/>
              <a:gd name="connsiteX66279" fmla="*/ 1144051 w 2119654"/>
              <a:gd name="connsiteY66279" fmla="*/ 516194 h 2398711"/>
              <a:gd name="connsiteX66280" fmla="*/ 1143959 w 2119654"/>
              <a:gd name="connsiteY66280" fmla="*/ 516432 h 2398711"/>
              <a:gd name="connsiteX66281" fmla="*/ 1144941 w 2119654"/>
              <a:gd name="connsiteY66281" fmla="*/ 517306 h 2398711"/>
              <a:gd name="connsiteX66282" fmla="*/ 1144684 w 2119654"/>
              <a:gd name="connsiteY66282" fmla="*/ 516605 h 2398711"/>
              <a:gd name="connsiteX66283" fmla="*/ 513717 w 2119654"/>
              <a:gd name="connsiteY66283" fmla="*/ 1927594 h 2398711"/>
              <a:gd name="connsiteX66284" fmla="*/ 517221 w 2119654"/>
              <a:gd name="connsiteY66284" fmla="*/ 1928212 h 2398711"/>
              <a:gd name="connsiteX66285" fmla="*/ 517169 w 2119654"/>
              <a:gd name="connsiteY66285" fmla="*/ 1926898 h 2398711"/>
              <a:gd name="connsiteX66286" fmla="*/ 527019 w 2119654"/>
              <a:gd name="connsiteY66286" fmla="*/ 1897678 h 2398711"/>
              <a:gd name="connsiteX66287" fmla="*/ 529082 w 2119654"/>
              <a:gd name="connsiteY66287" fmla="*/ 1898410 h 2398711"/>
              <a:gd name="connsiteX66288" fmla="*/ 532562 w 2119654"/>
              <a:gd name="connsiteY66288" fmla="*/ 1898246 h 2398711"/>
              <a:gd name="connsiteX66289" fmla="*/ 531458 w 2119654"/>
              <a:gd name="connsiteY66289" fmla="*/ 1897555 h 2398711"/>
              <a:gd name="connsiteX66290" fmla="*/ 1228183 w 2119654"/>
              <a:gd name="connsiteY66290" fmla="*/ 327525 h 2398711"/>
              <a:gd name="connsiteX66291" fmla="*/ 1228301 w 2119654"/>
              <a:gd name="connsiteY66291" fmla="*/ 332883 h 2398711"/>
              <a:gd name="connsiteX66292" fmla="*/ 1229233 w 2119654"/>
              <a:gd name="connsiteY66292" fmla="*/ 334848 h 2398711"/>
              <a:gd name="connsiteX66293" fmla="*/ 1236304 w 2119654"/>
              <a:gd name="connsiteY66293" fmla="*/ 324568 h 2398711"/>
              <a:gd name="connsiteX66294" fmla="*/ 1233922 w 2119654"/>
              <a:gd name="connsiteY66294" fmla="*/ 319816 h 2398711"/>
              <a:gd name="connsiteX66295" fmla="*/ 1145185 w 2119654"/>
              <a:gd name="connsiteY66295" fmla="*/ 513256 h 2398711"/>
              <a:gd name="connsiteX66296" fmla="*/ 1144774 w 2119654"/>
              <a:gd name="connsiteY66296" fmla="*/ 514321 h 2398711"/>
              <a:gd name="connsiteX66297" fmla="*/ 1145504 w 2119654"/>
              <a:gd name="connsiteY66297" fmla="*/ 514794 h 2398711"/>
              <a:gd name="connsiteX66298" fmla="*/ 1145441 w 2119654"/>
              <a:gd name="connsiteY66298" fmla="*/ 513524 h 2398711"/>
              <a:gd name="connsiteX66299" fmla="*/ 517263 w 2119654"/>
              <a:gd name="connsiteY66299" fmla="*/ 1919243 h 2398711"/>
              <a:gd name="connsiteX66300" fmla="*/ 517283 w 2119654"/>
              <a:gd name="connsiteY66300" fmla="*/ 1920014 h 2398711"/>
              <a:gd name="connsiteX66301" fmla="*/ 518224 w 2119654"/>
              <a:gd name="connsiteY66301" fmla="*/ 1919857 h 2398711"/>
              <a:gd name="connsiteX66302" fmla="*/ 509623 w 2119654"/>
              <a:gd name="connsiteY66302" fmla="*/ 1936349 h 2398711"/>
              <a:gd name="connsiteX66303" fmla="*/ 509689 w 2119654"/>
              <a:gd name="connsiteY66303" fmla="*/ 1937071 h 2398711"/>
              <a:gd name="connsiteX66304" fmla="*/ 513048 w 2119654"/>
              <a:gd name="connsiteY66304" fmla="*/ 1938281 h 2398711"/>
              <a:gd name="connsiteX66305" fmla="*/ 514332 w 2119654"/>
              <a:gd name="connsiteY66305" fmla="*/ 1937725 h 2398711"/>
              <a:gd name="connsiteX66306" fmla="*/ 514290 w 2119654"/>
              <a:gd name="connsiteY66306" fmla="*/ 1937641 h 2398711"/>
              <a:gd name="connsiteX66307" fmla="*/ 1170434 w 2119654"/>
              <a:gd name="connsiteY66307" fmla="*/ 456634 h 2398711"/>
              <a:gd name="connsiteX66308" fmla="*/ 1171948 w 2119654"/>
              <a:gd name="connsiteY66308" fmla="*/ 459252 h 2398711"/>
              <a:gd name="connsiteX66309" fmla="*/ 1171652 w 2119654"/>
              <a:gd name="connsiteY66309" fmla="*/ 455910 h 2398711"/>
              <a:gd name="connsiteX66310" fmla="*/ 1171583 w 2119654"/>
              <a:gd name="connsiteY66310" fmla="*/ 455758 h 2398711"/>
              <a:gd name="connsiteX66311" fmla="*/ 507407 w 2119654"/>
              <a:gd name="connsiteY66311" fmla="*/ 1941151 h 2398711"/>
              <a:gd name="connsiteX66312" fmla="*/ 508301 w 2119654"/>
              <a:gd name="connsiteY66312" fmla="*/ 1941396 h 2398711"/>
              <a:gd name="connsiteX66313" fmla="*/ 508245 w 2119654"/>
              <a:gd name="connsiteY66313" fmla="*/ 1940787 h 2398711"/>
              <a:gd name="connsiteX66314" fmla="*/ 526165 w 2119654"/>
              <a:gd name="connsiteY66314" fmla="*/ 1898794 h 2398711"/>
              <a:gd name="connsiteX66315" fmla="*/ 526208 w 2119654"/>
              <a:gd name="connsiteY66315" fmla="*/ 1900574 h 2398711"/>
              <a:gd name="connsiteX66316" fmla="*/ 528190 w 2119654"/>
              <a:gd name="connsiteY66316" fmla="*/ 1901225 h 2398711"/>
              <a:gd name="connsiteX66317" fmla="*/ 534807 w 2119654"/>
              <a:gd name="connsiteY66317" fmla="*/ 1902388 h 2398711"/>
              <a:gd name="connsiteX66318" fmla="*/ 538410 w 2119654"/>
              <a:gd name="connsiteY66318" fmla="*/ 1902145 h 2398711"/>
              <a:gd name="connsiteX66319" fmla="*/ 535401 w 2119654"/>
              <a:gd name="connsiteY66319" fmla="*/ 1901078 h 2398711"/>
              <a:gd name="connsiteX66320" fmla="*/ 532754 w 2119654"/>
              <a:gd name="connsiteY66320" fmla="*/ 1901863 h 2398711"/>
              <a:gd name="connsiteX66321" fmla="*/ 532494 w 2119654"/>
              <a:gd name="connsiteY66321" fmla="*/ 1901731 h 2398711"/>
              <a:gd name="connsiteX66322" fmla="*/ 535079 w 2119654"/>
              <a:gd name="connsiteY66322" fmla="*/ 1900964 h 2398711"/>
              <a:gd name="connsiteX66323" fmla="*/ 529267 w 2119654"/>
              <a:gd name="connsiteY66323" fmla="*/ 1898904 h 2398711"/>
              <a:gd name="connsiteX66324" fmla="*/ 527674 w 2119654"/>
              <a:gd name="connsiteY66324" fmla="*/ 1898724 h 2398711"/>
              <a:gd name="connsiteX66325" fmla="*/ 509563 w 2119654"/>
              <a:gd name="connsiteY66325" fmla="*/ 1935691 h 2398711"/>
              <a:gd name="connsiteX66326" fmla="*/ 509603 w 2119654"/>
              <a:gd name="connsiteY66326" fmla="*/ 1936139 h 2398711"/>
              <a:gd name="connsiteX66327" fmla="*/ 510081 w 2119654"/>
              <a:gd name="connsiteY66327" fmla="*/ 1936271 h 2398711"/>
              <a:gd name="connsiteX66328" fmla="*/ 513194 w 2119654"/>
              <a:gd name="connsiteY66328" fmla="*/ 1937088 h 2398711"/>
              <a:gd name="connsiteX66329" fmla="*/ 514028 w 2119654"/>
              <a:gd name="connsiteY66329" fmla="*/ 1937110 h 2398711"/>
              <a:gd name="connsiteX66330" fmla="*/ 513536 w 2119654"/>
              <a:gd name="connsiteY66330" fmla="*/ 1936111 h 2398711"/>
              <a:gd name="connsiteX66331" fmla="*/ 1150321 w 2119654"/>
              <a:gd name="connsiteY66331" fmla="*/ 500845 h 2398711"/>
              <a:gd name="connsiteX66332" fmla="*/ 1152142 w 2119654"/>
              <a:gd name="connsiteY66332" fmla="*/ 503282 h 2398711"/>
              <a:gd name="connsiteX66333" fmla="*/ 1152247 w 2119654"/>
              <a:gd name="connsiteY66333" fmla="*/ 498642 h 2398711"/>
              <a:gd name="connsiteX66334" fmla="*/ 1152203 w 2119654"/>
              <a:gd name="connsiteY66334" fmla="*/ 497792 h 2398711"/>
              <a:gd name="connsiteX66335" fmla="*/ 1148917 w 2119654"/>
              <a:gd name="connsiteY66335" fmla="*/ 503968 h 2398711"/>
              <a:gd name="connsiteX66336" fmla="*/ 1150497 w 2119654"/>
              <a:gd name="connsiteY66336" fmla="*/ 510119 h 2398711"/>
              <a:gd name="connsiteX66337" fmla="*/ 1151510 w 2119654"/>
              <a:gd name="connsiteY66337" fmla="*/ 510969 h 2398711"/>
              <a:gd name="connsiteX66338" fmla="*/ 1151770 w 2119654"/>
              <a:gd name="connsiteY66338" fmla="*/ 510733 h 2398711"/>
              <a:gd name="connsiteX66339" fmla="*/ 1151836 w 2119654"/>
              <a:gd name="connsiteY66339" fmla="*/ 509534 h 2398711"/>
              <a:gd name="connsiteX66340" fmla="*/ 1149697 w 2119654"/>
              <a:gd name="connsiteY66340" fmla="*/ 504473 h 2398711"/>
              <a:gd name="connsiteX66341" fmla="*/ 1150187 w 2119654"/>
              <a:gd name="connsiteY66341" fmla="*/ 501061 h 2398711"/>
              <a:gd name="connsiteX66342" fmla="*/ 1152131 w 2119654"/>
              <a:gd name="connsiteY66342" fmla="*/ 503739 h 2398711"/>
              <a:gd name="connsiteX66343" fmla="*/ 1152136 w 2119654"/>
              <a:gd name="connsiteY66343" fmla="*/ 503535 h 2398711"/>
              <a:gd name="connsiteX66344" fmla="*/ 1150233 w 2119654"/>
              <a:gd name="connsiteY66344" fmla="*/ 500988 h 2398711"/>
              <a:gd name="connsiteX66345" fmla="*/ 1169787 w 2119654"/>
              <a:gd name="connsiteY66345" fmla="*/ 457129 h 2398711"/>
              <a:gd name="connsiteX66346" fmla="*/ 1170635 w 2119654"/>
              <a:gd name="connsiteY66346" fmla="*/ 466482 h 2398711"/>
              <a:gd name="connsiteX66347" fmla="*/ 1172344 w 2119654"/>
              <a:gd name="connsiteY66347" fmla="*/ 463713 h 2398711"/>
              <a:gd name="connsiteX66348" fmla="*/ 1172120 w 2119654"/>
              <a:gd name="connsiteY66348" fmla="*/ 461192 h 2398711"/>
              <a:gd name="connsiteX66349" fmla="*/ 1169926 w 2119654"/>
              <a:gd name="connsiteY66349" fmla="*/ 457023 h 2398711"/>
              <a:gd name="connsiteX66350" fmla="*/ 1149979 w 2119654"/>
              <a:gd name="connsiteY66350" fmla="*/ 501399 h 2398711"/>
              <a:gd name="connsiteX66351" fmla="*/ 1150860 w 2119654"/>
              <a:gd name="connsiteY66351" fmla="*/ 503483 h 2398711"/>
              <a:gd name="connsiteX66352" fmla="*/ 1152119 w 2119654"/>
              <a:gd name="connsiteY66352" fmla="*/ 504301 h 2398711"/>
              <a:gd name="connsiteX66353" fmla="*/ 1152122 w 2119654"/>
              <a:gd name="connsiteY66353" fmla="*/ 504165 h 2398711"/>
              <a:gd name="connsiteX66354" fmla="*/ 1150040 w 2119654"/>
              <a:gd name="connsiteY66354" fmla="*/ 501299 h 2398711"/>
              <a:gd name="connsiteX66355" fmla="*/ 510520 w 2119654"/>
              <a:gd name="connsiteY66355" fmla="*/ 1933251 h 2398711"/>
              <a:gd name="connsiteX66356" fmla="*/ 512573 w 2119654"/>
              <a:gd name="connsiteY66356" fmla="*/ 1934159 h 2398711"/>
              <a:gd name="connsiteX66357" fmla="*/ 512002 w 2119654"/>
              <a:gd name="connsiteY66357" fmla="*/ 1933001 h 2398711"/>
              <a:gd name="connsiteX66358" fmla="*/ 1204137 w 2119654"/>
              <a:gd name="connsiteY66358" fmla="*/ 380080 h 2398711"/>
              <a:gd name="connsiteX66359" fmla="*/ 1204200 w 2119654"/>
              <a:gd name="connsiteY66359" fmla="*/ 380226 h 2398711"/>
              <a:gd name="connsiteX66360" fmla="*/ 1204218 w 2119654"/>
              <a:gd name="connsiteY66360" fmla="*/ 380191 h 2398711"/>
              <a:gd name="connsiteX66361" fmla="*/ 1143126 w 2119654"/>
              <a:gd name="connsiteY66361" fmla="*/ 516687 h 2398711"/>
              <a:gd name="connsiteX66362" fmla="*/ 1143292 w 2119654"/>
              <a:gd name="connsiteY66362" fmla="*/ 517335 h 2398711"/>
              <a:gd name="connsiteX66363" fmla="*/ 1143435 w 2119654"/>
              <a:gd name="connsiteY66363" fmla="*/ 516962 h 2398711"/>
              <a:gd name="connsiteX66364" fmla="*/ 1226704 w 2119654"/>
              <a:gd name="connsiteY66364" fmla="*/ 329511 h 2398711"/>
              <a:gd name="connsiteX66365" fmla="*/ 1228032 w 2119654"/>
              <a:gd name="connsiteY66365" fmla="*/ 332317 h 2398711"/>
              <a:gd name="connsiteX66366" fmla="*/ 1227994 w 2119654"/>
              <a:gd name="connsiteY66366" fmla="*/ 327779 h 2398711"/>
              <a:gd name="connsiteX66367" fmla="*/ 1141015 w 2119654"/>
              <a:gd name="connsiteY66367" fmla="*/ 521359 h 2398711"/>
              <a:gd name="connsiteX66368" fmla="*/ 1141114 w 2119654"/>
              <a:gd name="connsiteY66368" fmla="*/ 521595 h 2398711"/>
              <a:gd name="connsiteX66369" fmla="*/ 1141205 w 2119654"/>
              <a:gd name="connsiteY66369" fmla="*/ 521500 h 2398711"/>
              <a:gd name="connsiteX66370" fmla="*/ 1148713 w 2119654"/>
              <a:gd name="connsiteY66370" fmla="*/ 504111 h 2398711"/>
              <a:gd name="connsiteX66371" fmla="*/ 1147443 w 2119654"/>
              <a:gd name="connsiteY66371" fmla="*/ 507404 h 2398711"/>
              <a:gd name="connsiteX66372" fmla="*/ 1150188 w 2119654"/>
              <a:gd name="connsiteY66372" fmla="*/ 509846 h 2398711"/>
              <a:gd name="connsiteX66373" fmla="*/ 1163015 w 2119654"/>
              <a:gd name="connsiteY66373" fmla="*/ 471938 h 2398711"/>
              <a:gd name="connsiteX66374" fmla="*/ 1164976 w 2119654"/>
              <a:gd name="connsiteY66374" fmla="*/ 475660 h 2398711"/>
              <a:gd name="connsiteX66375" fmla="*/ 1165428 w 2119654"/>
              <a:gd name="connsiteY66375" fmla="*/ 474927 h 2398711"/>
              <a:gd name="connsiteX66376" fmla="*/ 526140 w 2119654"/>
              <a:gd name="connsiteY66376" fmla="*/ 1897763 h 2398711"/>
              <a:gd name="connsiteX66377" fmla="*/ 526156 w 2119654"/>
              <a:gd name="connsiteY66377" fmla="*/ 1898394 h 2398711"/>
              <a:gd name="connsiteX66378" fmla="*/ 527197 w 2119654"/>
              <a:gd name="connsiteY66378" fmla="*/ 1898498 h 2398711"/>
              <a:gd name="connsiteX66379" fmla="*/ 528023 w 2119654"/>
              <a:gd name="connsiteY66379" fmla="*/ 1898459 h 2398711"/>
              <a:gd name="connsiteX66380" fmla="*/ 1190590 w 2119654"/>
              <a:gd name="connsiteY66380" fmla="*/ 409810 h 2398711"/>
              <a:gd name="connsiteX66381" fmla="*/ 1190373 w 2119654"/>
              <a:gd name="connsiteY66381" fmla="*/ 415698 h 2398711"/>
              <a:gd name="connsiteX66382" fmla="*/ 1190455 w 2119654"/>
              <a:gd name="connsiteY66382" fmla="*/ 415640 h 2398711"/>
              <a:gd name="connsiteX66383" fmla="*/ 1193633 w 2119654"/>
              <a:gd name="connsiteY66383" fmla="*/ 406084 h 2398711"/>
              <a:gd name="connsiteX66384" fmla="*/ 1193371 w 2119654"/>
              <a:gd name="connsiteY66384" fmla="*/ 405783 h 2398711"/>
              <a:gd name="connsiteX66385" fmla="*/ 1225564 w 2119654"/>
              <a:gd name="connsiteY66385" fmla="*/ 331042 h 2398711"/>
              <a:gd name="connsiteX66386" fmla="*/ 1228053 w 2119654"/>
              <a:gd name="connsiteY66386" fmla="*/ 334577 h 2398711"/>
              <a:gd name="connsiteX66387" fmla="*/ 1228052 w 2119654"/>
              <a:gd name="connsiteY66387" fmla="*/ 334529 h 2398711"/>
              <a:gd name="connsiteX66388" fmla="*/ 1226202 w 2119654"/>
              <a:gd name="connsiteY66388" fmla="*/ 330185 h 2398711"/>
              <a:gd name="connsiteX66389" fmla="*/ 1151822 w 2119654"/>
              <a:gd name="connsiteY66389" fmla="*/ 496057 h 2398711"/>
              <a:gd name="connsiteX66390" fmla="*/ 1150858 w 2119654"/>
              <a:gd name="connsiteY66390" fmla="*/ 498552 h 2398711"/>
              <a:gd name="connsiteX66391" fmla="*/ 1152086 w 2119654"/>
              <a:gd name="connsiteY66391" fmla="*/ 496562 h 2398711"/>
              <a:gd name="connsiteX66392" fmla="*/ 479155 w 2119654"/>
              <a:gd name="connsiteY66392" fmla="*/ 2002197 h 2398711"/>
              <a:gd name="connsiteX66393" fmla="*/ 487591 w 2119654"/>
              <a:gd name="connsiteY66393" fmla="*/ 2001149 h 2398711"/>
              <a:gd name="connsiteX66394" fmla="*/ 491417 w 2119654"/>
              <a:gd name="connsiteY66394" fmla="*/ 2000589 h 2398711"/>
              <a:gd name="connsiteX66395" fmla="*/ 489391 w 2119654"/>
              <a:gd name="connsiteY66395" fmla="*/ 1999417 h 2398711"/>
              <a:gd name="connsiteX66396" fmla="*/ 485760 w 2119654"/>
              <a:gd name="connsiteY66396" fmla="*/ 1999061 h 2398711"/>
              <a:gd name="connsiteX66397" fmla="*/ 1147155 w 2119654"/>
              <a:gd name="connsiteY66397" fmla="*/ 505978 h 2398711"/>
              <a:gd name="connsiteX66398" fmla="*/ 1147307 w 2119654"/>
              <a:gd name="connsiteY66398" fmla="*/ 506930 h 2398711"/>
              <a:gd name="connsiteX66399" fmla="*/ 1148540 w 2119654"/>
              <a:gd name="connsiteY66399" fmla="*/ 503732 h 2398711"/>
              <a:gd name="connsiteX66400" fmla="*/ 1142791 w 2119654"/>
              <a:gd name="connsiteY66400" fmla="*/ 515378 h 2398711"/>
              <a:gd name="connsiteX66401" fmla="*/ 1142796 w 2119654"/>
              <a:gd name="connsiteY66401" fmla="*/ 515397 h 2398711"/>
              <a:gd name="connsiteX66402" fmla="*/ 1143721 w 2119654"/>
              <a:gd name="connsiteY66402" fmla="*/ 516220 h 2398711"/>
              <a:gd name="connsiteX66403" fmla="*/ 1143795 w 2119654"/>
              <a:gd name="connsiteY66403" fmla="*/ 516029 h 2398711"/>
              <a:gd name="connsiteX66404" fmla="*/ 510901 w 2119654"/>
              <a:gd name="connsiteY66404" fmla="*/ 1930224 h 2398711"/>
              <a:gd name="connsiteX66405" fmla="*/ 511832 w 2119654"/>
              <a:gd name="connsiteY66405" fmla="*/ 1932111 h 2398711"/>
              <a:gd name="connsiteX66406" fmla="*/ 517326 w 2119654"/>
              <a:gd name="connsiteY66406" fmla="*/ 1930876 h 2398711"/>
              <a:gd name="connsiteX66407" fmla="*/ 517306 w 2119654"/>
              <a:gd name="connsiteY66407" fmla="*/ 1930353 h 2398711"/>
              <a:gd name="connsiteX66408" fmla="*/ 509358 w 2119654"/>
              <a:gd name="connsiteY66408" fmla="*/ 1933457 h 2398711"/>
              <a:gd name="connsiteX66409" fmla="*/ 509441 w 2119654"/>
              <a:gd name="connsiteY66409" fmla="*/ 1934362 h 2398711"/>
              <a:gd name="connsiteX66410" fmla="*/ 511744 w 2119654"/>
              <a:gd name="connsiteY66410" fmla="*/ 1934511 h 2398711"/>
              <a:gd name="connsiteX66411" fmla="*/ 526087 w 2119654"/>
              <a:gd name="connsiteY66411" fmla="*/ 1895509 h 2398711"/>
              <a:gd name="connsiteX66412" fmla="*/ 526094 w 2119654"/>
              <a:gd name="connsiteY66412" fmla="*/ 1895818 h 2398711"/>
              <a:gd name="connsiteX66413" fmla="*/ 527647 w 2119654"/>
              <a:gd name="connsiteY66413" fmla="*/ 1895774 h 2398711"/>
              <a:gd name="connsiteX66414" fmla="*/ 1149248 w 2119654"/>
              <a:gd name="connsiteY66414" fmla="*/ 499667 h 2398711"/>
              <a:gd name="connsiteX66415" fmla="*/ 1149351 w 2119654"/>
              <a:gd name="connsiteY66415" fmla="*/ 499909 h 2398711"/>
              <a:gd name="connsiteX66416" fmla="*/ 1149714 w 2119654"/>
              <a:gd name="connsiteY66416" fmla="*/ 500410 h 2398711"/>
              <a:gd name="connsiteX66417" fmla="*/ 1149754 w 2119654"/>
              <a:gd name="connsiteY66417" fmla="*/ 500344 h 2398711"/>
              <a:gd name="connsiteX66418" fmla="*/ 477943 w 2119654"/>
              <a:gd name="connsiteY66418" fmla="*/ 2002772 h 2398711"/>
              <a:gd name="connsiteX66419" fmla="*/ 481994 w 2119654"/>
              <a:gd name="connsiteY66419" fmla="*/ 2004309 h 2398711"/>
              <a:gd name="connsiteX66420" fmla="*/ 493525 w 2119654"/>
              <a:gd name="connsiteY66420" fmla="*/ 2001806 h 2398711"/>
              <a:gd name="connsiteX66421" fmla="*/ 491770 w 2119654"/>
              <a:gd name="connsiteY66421" fmla="*/ 2000792 h 2398711"/>
              <a:gd name="connsiteX66422" fmla="*/ 478694 w 2119654"/>
              <a:gd name="connsiteY66422" fmla="*/ 2002415 h 2398711"/>
              <a:gd name="connsiteX66423" fmla="*/ 512448 w 2119654"/>
              <a:gd name="connsiteY66423" fmla="*/ 1925382 h 2398711"/>
              <a:gd name="connsiteX66424" fmla="*/ 517134 w 2119654"/>
              <a:gd name="connsiteY66424" fmla="*/ 1926012 h 2398711"/>
              <a:gd name="connsiteX66425" fmla="*/ 517084 w 2119654"/>
              <a:gd name="connsiteY66425" fmla="*/ 1924738 h 2398711"/>
              <a:gd name="connsiteX66426" fmla="*/ 1181800 w 2119654"/>
              <a:gd name="connsiteY66426" fmla="*/ 426444 h 2398711"/>
              <a:gd name="connsiteX66427" fmla="*/ 1184330 w 2119654"/>
              <a:gd name="connsiteY66427" fmla="*/ 431360 h 2398711"/>
              <a:gd name="connsiteX66428" fmla="*/ 1184798 w 2119654"/>
              <a:gd name="connsiteY66428" fmla="*/ 429029 h 2398711"/>
              <a:gd name="connsiteX66429" fmla="*/ 1160041 w 2119654"/>
              <a:gd name="connsiteY66429" fmla="*/ 474853 h 2398711"/>
              <a:gd name="connsiteX66430" fmla="*/ 1159767 w 2119654"/>
              <a:gd name="connsiteY66430" fmla="*/ 475533 h 2398711"/>
              <a:gd name="connsiteX66431" fmla="*/ 1160431 w 2119654"/>
              <a:gd name="connsiteY66431" fmla="*/ 483029 h 2398711"/>
              <a:gd name="connsiteX66432" fmla="*/ 1161912 w 2119654"/>
              <a:gd name="connsiteY66432" fmla="*/ 480630 h 2398711"/>
              <a:gd name="connsiteX66433" fmla="*/ 1143341 w 2119654"/>
              <a:gd name="connsiteY66433" fmla="*/ 512164 h 2398711"/>
              <a:gd name="connsiteX66434" fmla="*/ 1143968 w 2119654"/>
              <a:gd name="connsiteY66434" fmla="*/ 513799 h 2398711"/>
              <a:gd name="connsiteX66435" fmla="*/ 1144519 w 2119654"/>
              <a:gd name="connsiteY66435" fmla="*/ 514156 h 2398711"/>
              <a:gd name="connsiteX66436" fmla="*/ 1144959 w 2119654"/>
              <a:gd name="connsiteY66436" fmla="*/ 513015 h 2398711"/>
              <a:gd name="connsiteX66437" fmla="*/ 1143660 w 2119654"/>
              <a:gd name="connsiteY66437" fmla="*/ 511646 h 2398711"/>
              <a:gd name="connsiteX66438" fmla="*/ 1175651 w 2119654"/>
              <a:gd name="connsiteY66438" fmla="*/ 439786 h 2398711"/>
              <a:gd name="connsiteX66439" fmla="*/ 1177604 w 2119654"/>
              <a:gd name="connsiteY66439" fmla="*/ 447916 h 2398711"/>
              <a:gd name="connsiteX66440" fmla="*/ 1178006 w 2119654"/>
              <a:gd name="connsiteY66440" fmla="*/ 448387 h 2398711"/>
              <a:gd name="connsiteX66441" fmla="*/ 1178635 w 2119654"/>
              <a:gd name="connsiteY66441" fmla="*/ 447907 h 2398711"/>
              <a:gd name="connsiteX66442" fmla="*/ 1179865 w 2119654"/>
              <a:gd name="connsiteY66442" fmla="*/ 444608 h 2398711"/>
              <a:gd name="connsiteX66443" fmla="*/ 1176517 w 2119654"/>
              <a:gd name="connsiteY66443" fmla="*/ 440533 h 2398711"/>
              <a:gd name="connsiteX66444" fmla="*/ 526054 w 2119654"/>
              <a:gd name="connsiteY66444" fmla="*/ 1894167 h 2398711"/>
              <a:gd name="connsiteX66445" fmla="*/ 526075 w 2119654"/>
              <a:gd name="connsiteY66445" fmla="*/ 1895042 h 2398711"/>
              <a:gd name="connsiteX66446" fmla="*/ 527962 w 2119654"/>
              <a:gd name="connsiteY66446" fmla="*/ 1895363 h 2398711"/>
              <a:gd name="connsiteX66447" fmla="*/ 503118 w 2119654"/>
              <a:gd name="connsiteY66447" fmla="*/ 1945433 h 2398711"/>
              <a:gd name="connsiteX66448" fmla="*/ 503290 w 2119654"/>
              <a:gd name="connsiteY66448" fmla="*/ 1946140 h 2398711"/>
              <a:gd name="connsiteX66449" fmla="*/ 504682 w 2119654"/>
              <a:gd name="connsiteY66449" fmla="*/ 1950064 h 2398711"/>
              <a:gd name="connsiteX66450" fmla="*/ 507459 w 2119654"/>
              <a:gd name="connsiteY66450" fmla="*/ 1950641 h 2398711"/>
              <a:gd name="connsiteX66451" fmla="*/ 509120 w 2119654"/>
              <a:gd name="connsiteY66451" fmla="*/ 1950352 h 2398711"/>
              <a:gd name="connsiteX66452" fmla="*/ 508694 w 2119654"/>
              <a:gd name="connsiteY66452" fmla="*/ 1945696 h 2398711"/>
              <a:gd name="connsiteX66453" fmla="*/ 1161683 w 2119654"/>
              <a:gd name="connsiteY66453" fmla="*/ 470761 h 2398711"/>
              <a:gd name="connsiteX66454" fmla="*/ 1160403 w 2119654"/>
              <a:gd name="connsiteY66454" fmla="*/ 473950 h 2398711"/>
              <a:gd name="connsiteX66455" fmla="*/ 1162342 w 2119654"/>
              <a:gd name="connsiteY66455" fmla="*/ 479932 h 2398711"/>
              <a:gd name="connsiteX66456" fmla="*/ 1164590 w 2119654"/>
              <a:gd name="connsiteY66456" fmla="*/ 476286 h 2398711"/>
              <a:gd name="connsiteX66457" fmla="*/ 1142799 w 2119654"/>
              <a:gd name="connsiteY66457" fmla="*/ 513042 h 2398711"/>
              <a:gd name="connsiteX66458" fmla="*/ 1143553 w 2119654"/>
              <a:gd name="connsiteY66458" fmla="*/ 513530 h 2398711"/>
              <a:gd name="connsiteX66459" fmla="*/ 1143159 w 2119654"/>
              <a:gd name="connsiteY66459" fmla="*/ 512458 h 2398711"/>
              <a:gd name="connsiteX66460" fmla="*/ 1185701 w 2119654"/>
              <a:gd name="connsiteY66460" fmla="*/ 416890 h 2398711"/>
              <a:gd name="connsiteX66461" fmla="*/ 1186239 w 2119654"/>
              <a:gd name="connsiteY66461" fmla="*/ 418065 h 2398711"/>
              <a:gd name="connsiteX66462" fmla="*/ 1186314 w 2119654"/>
              <a:gd name="connsiteY66462" fmla="*/ 416001 h 2398711"/>
              <a:gd name="connsiteX66463" fmla="*/ 477418 w 2119654"/>
              <a:gd name="connsiteY66463" fmla="*/ 2002574 h 2398711"/>
              <a:gd name="connsiteX66464" fmla="*/ 477649 w 2119654"/>
              <a:gd name="connsiteY66464" fmla="*/ 2002662 h 2398711"/>
              <a:gd name="connsiteX66465" fmla="*/ 477981 w 2119654"/>
              <a:gd name="connsiteY66465" fmla="*/ 2002504 h 2398711"/>
              <a:gd name="connsiteX66466" fmla="*/ 1164167 w 2119654"/>
              <a:gd name="connsiteY66466" fmla="*/ 464570 h 2398711"/>
              <a:gd name="connsiteX66467" fmla="*/ 1162252 w 2119654"/>
              <a:gd name="connsiteY66467" fmla="*/ 469343 h 2398711"/>
              <a:gd name="connsiteX66468" fmla="*/ 1166241 w 2119654"/>
              <a:gd name="connsiteY66468" fmla="*/ 473609 h 2398711"/>
              <a:gd name="connsiteX66469" fmla="*/ 1167744 w 2119654"/>
              <a:gd name="connsiteY66469" fmla="*/ 471172 h 2398711"/>
              <a:gd name="connsiteX66470" fmla="*/ 1141405 w 2119654"/>
              <a:gd name="connsiteY66470" fmla="*/ 515482 h 2398711"/>
              <a:gd name="connsiteX66471" fmla="*/ 1142900 w 2119654"/>
              <a:gd name="connsiteY66471" fmla="*/ 517255 h 2398711"/>
              <a:gd name="connsiteX66472" fmla="*/ 1142645 w 2119654"/>
              <a:gd name="connsiteY66472" fmla="*/ 516260 h 2398711"/>
              <a:gd name="connsiteX66473" fmla="*/ 1141527 w 2119654"/>
              <a:gd name="connsiteY66473" fmla="*/ 515265 h 2398711"/>
              <a:gd name="connsiteX66474" fmla="*/ 481289 w 2119654"/>
              <a:gd name="connsiteY66474" fmla="*/ 1993563 h 2398711"/>
              <a:gd name="connsiteX66475" fmla="*/ 487302 w 2119654"/>
              <a:gd name="connsiteY66475" fmla="*/ 1996725 h 2398711"/>
              <a:gd name="connsiteX66476" fmla="*/ 487411 w 2119654"/>
              <a:gd name="connsiteY66476" fmla="*/ 1996734 h 2398711"/>
              <a:gd name="connsiteX66477" fmla="*/ 489156 w 2119654"/>
              <a:gd name="connsiteY66477" fmla="*/ 1996211 h 2398711"/>
              <a:gd name="connsiteX66478" fmla="*/ 483114 w 2119654"/>
              <a:gd name="connsiteY66478" fmla="*/ 1994293 h 2398711"/>
              <a:gd name="connsiteX66479" fmla="*/ 1148037 w 2119654"/>
              <a:gd name="connsiteY66479" fmla="*/ 500545 h 2398711"/>
              <a:gd name="connsiteX66480" fmla="*/ 1148379 w 2119654"/>
              <a:gd name="connsiteY66480" fmla="*/ 501872 h 2398711"/>
              <a:gd name="connsiteX66481" fmla="*/ 1148682 w 2119654"/>
              <a:gd name="connsiteY66481" fmla="*/ 502069 h 2398711"/>
              <a:gd name="connsiteX66482" fmla="*/ 1140633 w 2119654"/>
              <a:gd name="connsiteY66482" fmla="*/ 516855 h 2398711"/>
              <a:gd name="connsiteX66483" fmla="*/ 1142906 w 2119654"/>
              <a:gd name="connsiteY66483" fmla="*/ 518336 h 2398711"/>
              <a:gd name="connsiteX66484" fmla="*/ 1142914 w 2119654"/>
              <a:gd name="connsiteY66484" fmla="*/ 518313 h 2398711"/>
              <a:gd name="connsiteX66485" fmla="*/ 1141054 w 2119654"/>
              <a:gd name="connsiteY66485" fmla="*/ 516107 h 2398711"/>
              <a:gd name="connsiteX66486" fmla="*/ 507016 w 2119654"/>
              <a:gd name="connsiteY66486" fmla="*/ 1935422 h 2398711"/>
              <a:gd name="connsiteX66487" fmla="*/ 507773 w 2119654"/>
              <a:gd name="connsiteY66487" fmla="*/ 1935632 h 2398711"/>
              <a:gd name="connsiteX66488" fmla="*/ 507762 w 2119654"/>
              <a:gd name="connsiteY66488" fmla="*/ 1935501 h 2398711"/>
              <a:gd name="connsiteX66489" fmla="*/ 1220214 w 2119654"/>
              <a:gd name="connsiteY66489" fmla="*/ 338228 h 2398711"/>
              <a:gd name="connsiteX66490" fmla="*/ 1224201 w 2119654"/>
              <a:gd name="connsiteY66490" fmla="*/ 342163 h 2398711"/>
              <a:gd name="connsiteX66491" fmla="*/ 1228070 w 2119654"/>
              <a:gd name="connsiteY66491" fmla="*/ 336539 h 2398711"/>
              <a:gd name="connsiteX66492" fmla="*/ 1228059 w 2119654"/>
              <a:gd name="connsiteY66492" fmla="*/ 335288 h 2398711"/>
              <a:gd name="connsiteX66493" fmla="*/ 1225310 w 2119654"/>
              <a:gd name="connsiteY66493" fmla="*/ 331383 h 2398711"/>
              <a:gd name="connsiteX66494" fmla="*/ 510003 w 2119654"/>
              <a:gd name="connsiteY66494" fmla="*/ 1928342 h 2398711"/>
              <a:gd name="connsiteX66495" fmla="*/ 510602 w 2119654"/>
              <a:gd name="connsiteY66495" fmla="*/ 1929600 h 2398711"/>
              <a:gd name="connsiteX66496" fmla="*/ 517282 w 2119654"/>
              <a:gd name="connsiteY66496" fmla="*/ 1929733 h 2398711"/>
              <a:gd name="connsiteX66497" fmla="*/ 517243 w 2119654"/>
              <a:gd name="connsiteY66497" fmla="*/ 1928757 h 2398711"/>
              <a:gd name="connsiteX66498" fmla="*/ 512286 w 2119654"/>
              <a:gd name="connsiteY66498" fmla="*/ 1927882 h 2398711"/>
              <a:gd name="connsiteX66499" fmla="*/ 509059 w 2119654"/>
              <a:gd name="connsiteY66499" fmla="*/ 1930187 h 2398711"/>
              <a:gd name="connsiteX66500" fmla="*/ 509287 w 2119654"/>
              <a:gd name="connsiteY66500" fmla="*/ 1932685 h 2398711"/>
              <a:gd name="connsiteX66501" fmla="*/ 511591 w 2119654"/>
              <a:gd name="connsiteY66501" fmla="*/ 1932166 h 2398711"/>
              <a:gd name="connsiteX66502" fmla="*/ 510631 w 2119654"/>
              <a:gd name="connsiteY66502" fmla="*/ 1930219 h 2398711"/>
              <a:gd name="connsiteX66503" fmla="*/ 1159581 w 2119654"/>
              <a:gd name="connsiteY66503" fmla="*/ 473440 h 2398711"/>
              <a:gd name="connsiteX66504" fmla="*/ 1159741 w 2119654"/>
              <a:gd name="connsiteY66504" fmla="*/ 475238 h 2398711"/>
              <a:gd name="connsiteX66505" fmla="*/ 1159975 w 2119654"/>
              <a:gd name="connsiteY66505" fmla="*/ 474654 h 2398711"/>
              <a:gd name="connsiteX66506" fmla="*/ 1138483 w 2119654"/>
              <a:gd name="connsiteY66506" fmla="*/ 520673 h 2398711"/>
              <a:gd name="connsiteX66507" fmla="*/ 1139525 w 2119654"/>
              <a:gd name="connsiteY66507" fmla="*/ 523259 h 2398711"/>
              <a:gd name="connsiteX66508" fmla="*/ 1140724 w 2119654"/>
              <a:gd name="connsiteY66508" fmla="*/ 522004 h 2398711"/>
              <a:gd name="connsiteX66509" fmla="*/ 1140196 w 2119654"/>
              <a:gd name="connsiteY66509" fmla="*/ 520753 h 2398711"/>
              <a:gd name="connsiteX66510" fmla="*/ 1138957 w 2119654"/>
              <a:gd name="connsiteY66510" fmla="*/ 519832 h 2398711"/>
              <a:gd name="connsiteX66511" fmla="*/ 1146596 w 2119654"/>
              <a:gd name="connsiteY66511" fmla="*/ 502463 h 2398711"/>
              <a:gd name="connsiteX66512" fmla="*/ 1146975 w 2119654"/>
              <a:gd name="connsiteY66512" fmla="*/ 504851 h 2398711"/>
              <a:gd name="connsiteX66513" fmla="*/ 1147919 w 2119654"/>
              <a:gd name="connsiteY66513" fmla="*/ 503320 h 2398711"/>
              <a:gd name="connsiteX66514" fmla="*/ 1142054 w 2119654"/>
              <a:gd name="connsiteY66514" fmla="*/ 512494 h 2398711"/>
              <a:gd name="connsiteX66515" fmla="*/ 1142074 w 2119654"/>
              <a:gd name="connsiteY66515" fmla="*/ 512573 h 2398711"/>
              <a:gd name="connsiteX66516" fmla="*/ 1142170 w 2119654"/>
              <a:gd name="connsiteY66516" fmla="*/ 512634 h 2398711"/>
              <a:gd name="connsiteX66517" fmla="*/ 1182904 w 2119654"/>
              <a:gd name="connsiteY66517" fmla="*/ 420940 h 2398711"/>
              <a:gd name="connsiteX66518" fmla="*/ 1185988 w 2119654"/>
              <a:gd name="connsiteY66518" fmla="*/ 418776 h 2398711"/>
              <a:gd name="connsiteX66519" fmla="*/ 1185355 w 2119654"/>
              <a:gd name="connsiteY66519" fmla="*/ 417391 h 2398711"/>
              <a:gd name="connsiteX66520" fmla="*/ 1142793 w 2119654"/>
              <a:gd name="connsiteY66520" fmla="*/ 510732 h 2398711"/>
              <a:gd name="connsiteX66521" fmla="*/ 1143006 w 2119654"/>
              <a:gd name="connsiteY66521" fmla="*/ 511287 h 2398711"/>
              <a:gd name="connsiteX66522" fmla="*/ 1143129 w 2119654"/>
              <a:gd name="connsiteY66522" fmla="*/ 511086 h 2398711"/>
              <a:gd name="connsiteX66523" fmla="*/ 1181847 w 2119654"/>
              <a:gd name="connsiteY66523" fmla="*/ 423096 h 2398711"/>
              <a:gd name="connsiteX66524" fmla="*/ 1185430 w 2119654"/>
              <a:gd name="connsiteY66524" fmla="*/ 425885 h 2398711"/>
              <a:gd name="connsiteX66525" fmla="*/ 1186068 w 2119654"/>
              <a:gd name="connsiteY66525" fmla="*/ 422713 h 2398711"/>
              <a:gd name="connsiteX66526" fmla="*/ 1186176 w 2119654"/>
              <a:gd name="connsiteY66526" fmla="*/ 419794 h 2398711"/>
              <a:gd name="connsiteX66527" fmla="*/ 1190845 w 2119654"/>
              <a:gd name="connsiteY66527" fmla="*/ 402872 h 2398711"/>
              <a:gd name="connsiteX66528" fmla="*/ 1190718 w 2119654"/>
              <a:gd name="connsiteY66528" fmla="*/ 406331 h 2398711"/>
              <a:gd name="connsiteX66529" fmla="*/ 1192223 w 2119654"/>
              <a:gd name="connsiteY66529" fmla="*/ 404461 h 2398711"/>
              <a:gd name="connsiteX66530" fmla="*/ 521077 w 2119654"/>
              <a:gd name="connsiteY66530" fmla="*/ 1902532 h 2398711"/>
              <a:gd name="connsiteX66531" fmla="*/ 523695 w 2119654"/>
              <a:gd name="connsiteY66531" fmla="*/ 1903138 h 2398711"/>
              <a:gd name="connsiteX66532" fmla="*/ 525002 w 2119654"/>
              <a:gd name="connsiteY66532" fmla="*/ 1903050 h 2398711"/>
              <a:gd name="connsiteX66533" fmla="*/ 502585 w 2119654"/>
              <a:gd name="connsiteY66533" fmla="*/ 1943240 h 2398711"/>
              <a:gd name="connsiteX66534" fmla="*/ 502971 w 2119654"/>
              <a:gd name="connsiteY66534" fmla="*/ 1944826 h 2398711"/>
              <a:gd name="connsiteX66535" fmla="*/ 508639 w 2119654"/>
              <a:gd name="connsiteY66535" fmla="*/ 1945093 h 2398711"/>
              <a:gd name="connsiteX66536" fmla="*/ 508322 w 2119654"/>
              <a:gd name="connsiteY66536" fmla="*/ 1941629 h 2398711"/>
              <a:gd name="connsiteX66537" fmla="*/ 507086 w 2119654"/>
              <a:gd name="connsiteY66537" fmla="*/ 1941290 h 2398711"/>
              <a:gd name="connsiteX66538" fmla="*/ 1217722 w 2119654"/>
              <a:gd name="connsiteY66538" fmla="*/ 341815 h 2398711"/>
              <a:gd name="connsiteX66539" fmla="*/ 1221564 w 2119654"/>
              <a:gd name="connsiteY66539" fmla="*/ 347078 h 2398711"/>
              <a:gd name="connsiteX66540" fmla="*/ 1223726 w 2119654"/>
              <a:gd name="connsiteY66540" fmla="*/ 342953 h 2398711"/>
              <a:gd name="connsiteX66541" fmla="*/ 1219677 w 2119654"/>
              <a:gd name="connsiteY66541" fmla="*/ 338957 h 2398711"/>
              <a:gd name="connsiteX66542" fmla="*/ 1169181 w 2119654"/>
              <a:gd name="connsiteY66542" fmla="*/ 450453 h 2398711"/>
              <a:gd name="connsiteX66543" fmla="*/ 1169577 w 2119654"/>
              <a:gd name="connsiteY66543" fmla="*/ 454819 h 2398711"/>
              <a:gd name="connsiteX66544" fmla="*/ 1170752 w 2119654"/>
              <a:gd name="connsiteY66544" fmla="*/ 453922 h 2398711"/>
              <a:gd name="connsiteX66545" fmla="*/ 522263 w 2119654"/>
              <a:gd name="connsiteY66545" fmla="*/ 1898978 h 2398711"/>
              <a:gd name="connsiteX66546" fmla="*/ 525576 w 2119654"/>
              <a:gd name="connsiteY66546" fmla="*/ 1900342 h 2398711"/>
              <a:gd name="connsiteX66547" fmla="*/ 525540 w 2119654"/>
              <a:gd name="connsiteY66547" fmla="*/ 1898824 h 2398711"/>
              <a:gd name="connsiteX66548" fmla="*/ 509553 w 2119654"/>
              <a:gd name="connsiteY66548" fmla="*/ 1927400 h 2398711"/>
              <a:gd name="connsiteX66549" fmla="*/ 509903 w 2119654"/>
              <a:gd name="connsiteY66549" fmla="*/ 1928136 h 2398711"/>
              <a:gd name="connsiteX66550" fmla="*/ 511687 w 2119654"/>
              <a:gd name="connsiteY66550" fmla="*/ 1927776 h 2398711"/>
              <a:gd name="connsiteX66551" fmla="*/ 495467 w 2119654"/>
              <a:gd name="connsiteY66551" fmla="*/ 1958831 h 2398711"/>
              <a:gd name="connsiteX66552" fmla="*/ 498449 w 2119654"/>
              <a:gd name="connsiteY66552" fmla="*/ 1960115 h 2398711"/>
              <a:gd name="connsiteX66553" fmla="*/ 504451 w 2119654"/>
              <a:gd name="connsiteY66553" fmla="*/ 1958217 h 2398711"/>
              <a:gd name="connsiteX66554" fmla="*/ 503713 w 2119654"/>
              <a:gd name="connsiteY66554" fmla="*/ 1955638 h 2398711"/>
              <a:gd name="connsiteX66555" fmla="*/ 502509 w 2119654"/>
              <a:gd name="connsiteY66555" fmla="*/ 1955520 h 2398711"/>
              <a:gd name="connsiteX66556" fmla="*/ 508910 w 2119654"/>
              <a:gd name="connsiteY66556" fmla="*/ 1928561 h 2398711"/>
              <a:gd name="connsiteX66557" fmla="*/ 509002 w 2119654"/>
              <a:gd name="connsiteY66557" fmla="*/ 1929567 h 2398711"/>
              <a:gd name="connsiteX66558" fmla="*/ 510322 w 2119654"/>
              <a:gd name="connsiteY66558" fmla="*/ 1929593 h 2398711"/>
              <a:gd name="connsiteX66559" fmla="*/ 509732 w 2119654"/>
              <a:gd name="connsiteY66559" fmla="*/ 1928397 h 2398711"/>
              <a:gd name="connsiteX66560" fmla="*/ 1164039 w 2119654"/>
              <a:gd name="connsiteY66560" fmla="*/ 461514 h 2398711"/>
              <a:gd name="connsiteX66561" fmla="*/ 1168625 w 2119654"/>
              <a:gd name="connsiteY66561" fmla="*/ 469744 h 2398711"/>
              <a:gd name="connsiteX66562" fmla="*/ 1170353 w 2119654"/>
              <a:gd name="connsiteY66562" fmla="*/ 466940 h 2398711"/>
              <a:gd name="connsiteX66563" fmla="*/ 1169485 w 2119654"/>
              <a:gd name="connsiteY66563" fmla="*/ 457359 h 2398711"/>
              <a:gd name="connsiteX66564" fmla="*/ 481384 w 2119654"/>
              <a:gd name="connsiteY66564" fmla="*/ 1989824 h 2398711"/>
              <a:gd name="connsiteX66565" fmla="*/ 482711 w 2119654"/>
              <a:gd name="connsiteY66565" fmla="*/ 1990246 h 2398711"/>
              <a:gd name="connsiteX66566" fmla="*/ 482990 w 2119654"/>
              <a:gd name="connsiteY66566" fmla="*/ 1990267 h 2398711"/>
              <a:gd name="connsiteX66567" fmla="*/ 1140306 w 2119654"/>
              <a:gd name="connsiteY66567" fmla="*/ 514178 h 2398711"/>
              <a:gd name="connsiteX66568" fmla="*/ 1140836 w 2119654"/>
              <a:gd name="connsiteY66568" fmla="*/ 514805 h 2398711"/>
              <a:gd name="connsiteX66569" fmla="*/ 1140898 w 2119654"/>
              <a:gd name="connsiteY66569" fmla="*/ 514704 h 2398711"/>
              <a:gd name="connsiteX66570" fmla="*/ 1143654 w 2119654"/>
              <a:gd name="connsiteY66570" fmla="*/ 506677 h 2398711"/>
              <a:gd name="connsiteX66571" fmla="*/ 1143871 w 2119654"/>
              <a:gd name="connsiteY66571" fmla="*/ 506873 h 2398711"/>
              <a:gd name="connsiteX66572" fmla="*/ 1144574 w 2119654"/>
              <a:gd name="connsiteY66572" fmla="*/ 507615 h 2398711"/>
              <a:gd name="connsiteX66573" fmla="*/ 1144022 w 2119654"/>
              <a:gd name="connsiteY66573" fmla="*/ 505984 h 2398711"/>
              <a:gd name="connsiteX66574" fmla="*/ 1141570 w 2119654"/>
              <a:gd name="connsiteY66574" fmla="*/ 510595 h 2398711"/>
              <a:gd name="connsiteX66575" fmla="*/ 1141963 w 2119654"/>
              <a:gd name="connsiteY66575" fmla="*/ 512133 h 2398711"/>
              <a:gd name="connsiteX66576" fmla="*/ 1142258 w 2119654"/>
              <a:gd name="connsiteY66576" fmla="*/ 512498 h 2398711"/>
              <a:gd name="connsiteX66577" fmla="*/ 1142832 w 2119654"/>
              <a:gd name="connsiteY66577" fmla="*/ 511567 h 2398711"/>
              <a:gd name="connsiteX66578" fmla="*/ 1142507 w 2119654"/>
              <a:gd name="connsiteY66578" fmla="*/ 510683 h 2398711"/>
              <a:gd name="connsiteX66579" fmla="*/ 1142343 w 2119654"/>
              <a:gd name="connsiteY66579" fmla="*/ 510258 h 2398711"/>
              <a:gd name="connsiteX66580" fmla="*/ 1141963 w 2119654"/>
              <a:gd name="connsiteY66580" fmla="*/ 509856 h 2398711"/>
              <a:gd name="connsiteX66581" fmla="*/ 1137796 w 2119654"/>
              <a:gd name="connsiteY66581" fmla="*/ 518970 h 2398711"/>
              <a:gd name="connsiteX66582" fmla="*/ 1137983 w 2119654"/>
              <a:gd name="connsiteY66582" fmla="*/ 519432 h 2398711"/>
              <a:gd name="connsiteX66583" fmla="*/ 1138119 w 2119654"/>
              <a:gd name="connsiteY66583" fmla="*/ 519211 h 2398711"/>
              <a:gd name="connsiteX66584" fmla="*/ 1141232 w 2119654"/>
              <a:gd name="connsiteY66584" fmla="*/ 511231 h 2398711"/>
              <a:gd name="connsiteX66585" fmla="*/ 1141420 w 2119654"/>
              <a:gd name="connsiteY66585" fmla="*/ 511462 h 2398711"/>
              <a:gd name="connsiteX66586" fmla="*/ 1141319 w 2119654"/>
              <a:gd name="connsiteY66586" fmla="*/ 511068 h 2398711"/>
              <a:gd name="connsiteX66587" fmla="*/ 1140918 w 2119654"/>
              <a:gd name="connsiteY66587" fmla="*/ 511822 h 2398711"/>
              <a:gd name="connsiteX66588" fmla="*/ 1141630 w 2119654"/>
              <a:gd name="connsiteY66588" fmla="*/ 512283 h 2398711"/>
              <a:gd name="connsiteX66589" fmla="*/ 1141516 w 2119654"/>
              <a:gd name="connsiteY66589" fmla="*/ 511837 h 2398711"/>
              <a:gd name="connsiteX66590" fmla="*/ 1141148 w 2119654"/>
              <a:gd name="connsiteY66590" fmla="*/ 511389 h 2398711"/>
              <a:gd name="connsiteX66591" fmla="*/ 508791 w 2119654"/>
              <a:gd name="connsiteY66591" fmla="*/ 1927265 h 2398711"/>
              <a:gd name="connsiteX66592" fmla="*/ 508890 w 2119654"/>
              <a:gd name="connsiteY66592" fmla="*/ 1928340 h 2398711"/>
              <a:gd name="connsiteX66593" fmla="*/ 509631 w 2119654"/>
              <a:gd name="connsiteY66593" fmla="*/ 1928191 h 2398711"/>
              <a:gd name="connsiteX66594" fmla="*/ 509211 w 2119654"/>
              <a:gd name="connsiteY66594" fmla="*/ 1927339 h 2398711"/>
              <a:gd name="connsiteX66595" fmla="*/ 511487 w 2119654"/>
              <a:gd name="connsiteY66595" fmla="*/ 1921186 h 2398711"/>
              <a:gd name="connsiteX66596" fmla="*/ 516954 w 2119654"/>
              <a:gd name="connsiteY66596" fmla="*/ 1921468 h 2398711"/>
              <a:gd name="connsiteX66597" fmla="*/ 516910 w 2119654"/>
              <a:gd name="connsiteY66597" fmla="*/ 1920355 h 2398711"/>
              <a:gd name="connsiteX66598" fmla="*/ 1146959 w 2119654"/>
              <a:gd name="connsiteY66598" fmla="*/ 497991 h 2398711"/>
              <a:gd name="connsiteX66599" fmla="*/ 1146214 w 2119654"/>
              <a:gd name="connsiteY66599" fmla="*/ 500060 h 2398711"/>
              <a:gd name="connsiteX66600" fmla="*/ 1146286 w 2119654"/>
              <a:gd name="connsiteY66600" fmla="*/ 500515 h 2398711"/>
              <a:gd name="connsiteX66601" fmla="*/ 1148091 w 2119654"/>
              <a:gd name="connsiteY66601" fmla="*/ 501687 h 2398711"/>
              <a:gd name="connsiteX66602" fmla="*/ 1147426 w 2119654"/>
              <a:gd name="connsiteY66602" fmla="*/ 499099 h 2398711"/>
              <a:gd name="connsiteX66603" fmla="*/ 475349 w 2119654"/>
              <a:gd name="connsiteY66603" fmla="*/ 2001789 h 2398711"/>
              <a:gd name="connsiteX66604" fmla="*/ 477098 w 2119654"/>
              <a:gd name="connsiteY66604" fmla="*/ 2002452 h 2398711"/>
              <a:gd name="connsiteX66605" fmla="*/ 478442 w 2119654"/>
              <a:gd name="connsiteY66605" fmla="*/ 2002285 h 2398711"/>
              <a:gd name="connsiteX66606" fmla="*/ 485323 w 2119654"/>
              <a:gd name="connsiteY66606" fmla="*/ 1999018 h 2398711"/>
              <a:gd name="connsiteX66607" fmla="*/ 484771 w 2119654"/>
              <a:gd name="connsiteY66607" fmla="*/ 1998964 h 2398711"/>
              <a:gd name="connsiteX66608" fmla="*/ 505466 w 2119654"/>
              <a:gd name="connsiteY66608" fmla="*/ 1934105 h 2398711"/>
              <a:gd name="connsiteX66609" fmla="*/ 507647 w 2119654"/>
              <a:gd name="connsiteY66609" fmla="*/ 1934246 h 2398711"/>
              <a:gd name="connsiteX66610" fmla="*/ 507601 w 2119654"/>
              <a:gd name="connsiteY66610" fmla="*/ 1933744 h 2398711"/>
              <a:gd name="connsiteX66611" fmla="*/ 1152232 w 2119654"/>
              <a:gd name="connsiteY66611" fmla="*/ 485805 h 2398711"/>
              <a:gd name="connsiteX66612" fmla="*/ 1152547 w 2119654"/>
              <a:gd name="connsiteY66612" fmla="*/ 492049 h 2398711"/>
              <a:gd name="connsiteX66613" fmla="*/ 1152767 w 2119654"/>
              <a:gd name="connsiteY66613" fmla="*/ 492464 h 2398711"/>
              <a:gd name="connsiteX66614" fmla="*/ 1153077 w 2119654"/>
              <a:gd name="connsiteY66614" fmla="*/ 486795 h 2398711"/>
              <a:gd name="connsiteX66615" fmla="*/ 1138857 w 2119654"/>
              <a:gd name="connsiteY66615" fmla="*/ 515700 h 2398711"/>
              <a:gd name="connsiteX66616" fmla="*/ 1139875 w 2119654"/>
              <a:gd name="connsiteY66616" fmla="*/ 516362 h 2398711"/>
              <a:gd name="connsiteX66617" fmla="*/ 1140465 w 2119654"/>
              <a:gd name="connsiteY66617" fmla="*/ 515407 h 2398711"/>
              <a:gd name="connsiteX66618" fmla="*/ 1139574 w 2119654"/>
              <a:gd name="connsiteY66618" fmla="*/ 514350 h 2398711"/>
              <a:gd name="connsiteX66619" fmla="*/ 1201804 w 2119654"/>
              <a:gd name="connsiteY66619" fmla="*/ 374609 h 2398711"/>
              <a:gd name="connsiteX66620" fmla="*/ 1203895 w 2119654"/>
              <a:gd name="connsiteY66620" fmla="*/ 379512 h 2398711"/>
              <a:gd name="connsiteX66621" fmla="*/ 1204295 w 2119654"/>
              <a:gd name="connsiteY66621" fmla="*/ 380045 h 2398711"/>
              <a:gd name="connsiteX66622" fmla="*/ 1205324 w 2119654"/>
              <a:gd name="connsiteY66622" fmla="*/ 378081 h 2398711"/>
              <a:gd name="connsiteX66623" fmla="*/ 504855 w 2119654"/>
              <a:gd name="connsiteY66623" fmla="*/ 1935195 h 2398711"/>
              <a:gd name="connsiteX66624" fmla="*/ 506468 w 2119654"/>
              <a:gd name="connsiteY66624" fmla="*/ 1935911 h 2398711"/>
              <a:gd name="connsiteX66625" fmla="*/ 507845 w 2119654"/>
              <a:gd name="connsiteY66625" fmla="*/ 1936407 h 2398711"/>
              <a:gd name="connsiteX66626" fmla="*/ 507793 w 2119654"/>
              <a:gd name="connsiteY66626" fmla="*/ 1935843 h 2398711"/>
              <a:gd name="connsiteX66627" fmla="*/ 505818 w 2119654"/>
              <a:gd name="connsiteY66627" fmla="*/ 1935297 h 2398711"/>
              <a:gd name="connsiteX66628" fmla="*/ 508704 w 2119654"/>
              <a:gd name="connsiteY66628" fmla="*/ 1926312 h 2398711"/>
              <a:gd name="connsiteX66629" fmla="*/ 508741 w 2119654"/>
              <a:gd name="connsiteY66629" fmla="*/ 1926715 h 2398711"/>
              <a:gd name="connsiteX66630" fmla="*/ 508919 w 2119654"/>
              <a:gd name="connsiteY66630" fmla="*/ 1926747 h 2398711"/>
              <a:gd name="connsiteX66631" fmla="*/ 508832 w 2119654"/>
              <a:gd name="connsiteY66631" fmla="*/ 1925885 h 2398711"/>
              <a:gd name="connsiteX66632" fmla="*/ 509272 w 2119654"/>
              <a:gd name="connsiteY66632" fmla="*/ 1926809 h 2398711"/>
              <a:gd name="connsiteX66633" fmla="*/ 513117 w 2119654"/>
              <a:gd name="connsiteY66633" fmla="*/ 1927488 h 2398711"/>
              <a:gd name="connsiteX66634" fmla="*/ 517160 w 2119654"/>
              <a:gd name="connsiteY66634" fmla="*/ 1926673 h 2398711"/>
              <a:gd name="connsiteX66635" fmla="*/ 517146 w 2119654"/>
              <a:gd name="connsiteY66635" fmla="*/ 1926332 h 2398711"/>
              <a:gd name="connsiteX66636" fmla="*/ 511573 w 2119654"/>
              <a:gd name="connsiteY66636" fmla="*/ 1925505 h 2398711"/>
              <a:gd name="connsiteX66637" fmla="*/ 1200997 w 2119654"/>
              <a:gd name="connsiteY66637" fmla="*/ 375868 h 2398711"/>
              <a:gd name="connsiteX66638" fmla="*/ 1203282 w 2119654"/>
              <a:gd name="connsiteY66638" fmla="*/ 381977 h 2398711"/>
              <a:gd name="connsiteX66639" fmla="*/ 1203582 w 2119654"/>
              <a:gd name="connsiteY66639" fmla="*/ 381404 h 2398711"/>
              <a:gd name="connsiteX66640" fmla="*/ 1201522 w 2119654"/>
              <a:gd name="connsiteY66640" fmla="*/ 376568 h 2398711"/>
              <a:gd name="connsiteX66641" fmla="*/ 1149351 w 2119654"/>
              <a:gd name="connsiteY66641" fmla="*/ 491349 h 2398711"/>
              <a:gd name="connsiteX66642" fmla="*/ 1147687 w 2119654"/>
              <a:gd name="connsiteY66642" fmla="*/ 495970 h 2398711"/>
              <a:gd name="connsiteX66643" fmla="*/ 1148997 w 2119654"/>
              <a:gd name="connsiteY66643" fmla="*/ 499071 h 2398711"/>
              <a:gd name="connsiteX66644" fmla="*/ 1149841 w 2119654"/>
              <a:gd name="connsiteY66644" fmla="*/ 500203 h 2398711"/>
              <a:gd name="connsiteX66645" fmla="*/ 1150005 w 2119654"/>
              <a:gd name="connsiteY66645" fmla="*/ 499937 h 2398711"/>
              <a:gd name="connsiteX66646" fmla="*/ 1151638 w 2119654"/>
              <a:gd name="connsiteY66646" fmla="*/ 495705 h 2398711"/>
              <a:gd name="connsiteX66647" fmla="*/ 1152189 w 2119654"/>
              <a:gd name="connsiteY66647" fmla="*/ 484940 h 2398711"/>
              <a:gd name="connsiteX66648" fmla="*/ 1152202 w 2119654"/>
              <a:gd name="connsiteY66648" fmla="*/ 485217 h 2398711"/>
              <a:gd name="connsiteX66649" fmla="*/ 1152697 w 2119654"/>
              <a:gd name="connsiteY66649" fmla="*/ 485797 h 2398711"/>
              <a:gd name="connsiteX66650" fmla="*/ 521178 w 2119654"/>
              <a:gd name="connsiteY66650" fmla="*/ 1897842 h 2398711"/>
              <a:gd name="connsiteX66651" fmla="*/ 525400 w 2119654"/>
              <a:gd name="connsiteY66651" fmla="*/ 1898319 h 2398711"/>
              <a:gd name="connsiteX66652" fmla="*/ 525528 w 2119654"/>
              <a:gd name="connsiteY66652" fmla="*/ 1898331 h 2398711"/>
              <a:gd name="connsiteX66653" fmla="*/ 525514 w 2119654"/>
              <a:gd name="connsiteY66653" fmla="*/ 1897720 h 2398711"/>
              <a:gd name="connsiteX66654" fmla="*/ 1176440 w 2119654"/>
              <a:gd name="connsiteY66654" fmla="*/ 430300 h 2398711"/>
              <a:gd name="connsiteX66655" fmla="*/ 1182110 w 2119654"/>
              <a:gd name="connsiteY66655" fmla="*/ 438585 h 2398711"/>
              <a:gd name="connsiteX66656" fmla="*/ 1183488 w 2119654"/>
              <a:gd name="connsiteY66656" fmla="*/ 434889 h 2398711"/>
              <a:gd name="connsiteX66657" fmla="*/ 1179124 w 2119654"/>
              <a:gd name="connsiteY66657" fmla="*/ 426412 h 2398711"/>
              <a:gd name="connsiteX66658" fmla="*/ 1152138 w 2119654"/>
              <a:gd name="connsiteY66658" fmla="*/ 483935 h 2398711"/>
              <a:gd name="connsiteX66659" fmla="*/ 1152167 w 2119654"/>
              <a:gd name="connsiteY66659" fmla="*/ 484501 h 2398711"/>
              <a:gd name="connsiteX66660" fmla="*/ 1153115 w 2119654"/>
              <a:gd name="connsiteY66660" fmla="*/ 486097 h 2398711"/>
              <a:gd name="connsiteX66661" fmla="*/ 1153150 w 2119654"/>
              <a:gd name="connsiteY66661" fmla="*/ 485441 h 2398711"/>
              <a:gd name="connsiteX66662" fmla="*/ 1151568 w 2119654"/>
              <a:gd name="connsiteY66662" fmla="*/ 485194 h 2398711"/>
              <a:gd name="connsiteX66663" fmla="*/ 1150503 w 2119654"/>
              <a:gd name="connsiteY66663" fmla="*/ 488150 h 2398711"/>
              <a:gd name="connsiteX66664" fmla="*/ 1151847 w 2119654"/>
              <a:gd name="connsiteY66664" fmla="*/ 490712 h 2398711"/>
              <a:gd name="connsiteX66665" fmla="*/ 501756 w 2119654"/>
              <a:gd name="connsiteY66665" fmla="*/ 1939825 h 2398711"/>
              <a:gd name="connsiteX66666" fmla="*/ 502492 w 2119654"/>
              <a:gd name="connsiteY66666" fmla="*/ 1942854 h 2398711"/>
              <a:gd name="connsiteX66667" fmla="*/ 506485 w 2119654"/>
              <a:gd name="connsiteY66667" fmla="*/ 1941124 h 2398711"/>
              <a:gd name="connsiteX66668" fmla="*/ 1153111 w 2119654"/>
              <a:gd name="connsiteY66668" fmla="*/ 481203 h 2398711"/>
              <a:gd name="connsiteX66669" fmla="*/ 1153366 w 2119654"/>
              <a:gd name="connsiteY66669" fmla="*/ 481497 h 2398711"/>
              <a:gd name="connsiteX66670" fmla="*/ 1153369 w 2119654"/>
              <a:gd name="connsiteY66670" fmla="*/ 481437 h 2398711"/>
              <a:gd name="connsiteX66671" fmla="*/ 1168959 w 2119654"/>
              <a:gd name="connsiteY66671" fmla="*/ 445408 h 2398711"/>
              <a:gd name="connsiteX66672" fmla="*/ 1171088 w 2119654"/>
              <a:gd name="connsiteY66672" fmla="*/ 449546 h 2398711"/>
              <a:gd name="connsiteX66673" fmla="*/ 1170936 w 2119654"/>
              <a:gd name="connsiteY66673" fmla="*/ 447826 h 2398711"/>
              <a:gd name="connsiteX66674" fmla="*/ 1170645 w 2119654"/>
              <a:gd name="connsiteY66674" fmla="*/ 446615 h 2398711"/>
              <a:gd name="connsiteX66675" fmla="*/ 1174350 w 2119654"/>
              <a:gd name="connsiteY66675" fmla="*/ 433325 h 2398711"/>
              <a:gd name="connsiteX66676" fmla="*/ 1174528 w 2119654"/>
              <a:gd name="connsiteY66676" fmla="*/ 434940 h 2398711"/>
              <a:gd name="connsiteX66677" fmla="*/ 1177670 w 2119654"/>
              <a:gd name="connsiteY66677" fmla="*/ 437385 h 2398711"/>
              <a:gd name="connsiteX66678" fmla="*/ 1181368 w 2119654"/>
              <a:gd name="connsiteY66678" fmla="*/ 440575 h 2398711"/>
              <a:gd name="connsiteX66679" fmla="*/ 1181944 w 2119654"/>
              <a:gd name="connsiteY66679" fmla="*/ 439033 h 2398711"/>
              <a:gd name="connsiteX66680" fmla="*/ 1176203 w 2119654"/>
              <a:gd name="connsiteY66680" fmla="*/ 430643 h 2398711"/>
              <a:gd name="connsiteX66681" fmla="*/ 492404 w 2119654"/>
              <a:gd name="connsiteY66681" fmla="*/ 1960272 h 2398711"/>
              <a:gd name="connsiteX66682" fmla="*/ 495577 w 2119654"/>
              <a:gd name="connsiteY66682" fmla="*/ 1960380 h 2398711"/>
              <a:gd name="connsiteX66683" fmla="*/ 493895 w 2119654"/>
              <a:gd name="connsiteY66683" fmla="*/ 1959571 h 2398711"/>
              <a:gd name="connsiteX66684" fmla="*/ 1159049 w 2119654"/>
              <a:gd name="connsiteY66684" fmla="*/ 467424 h 2398711"/>
              <a:gd name="connsiteX66685" fmla="*/ 1159335 w 2119654"/>
              <a:gd name="connsiteY66685" fmla="*/ 470650 h 2398711"/>
              <a:gd name="connsiteX66686" fmla="*/ 1160338 w 2119654"/>
              <a:gd name="connsiteY66686" fmla="*/ 473750 h 2398711"/>
              <a:gd name="connsiteX66687" fmla="*/ 1161600 w 2119654"/>
              <a:gd name="connsiteY66687" fmla="*/ 470606 h 2398711"/>
              <a:gd name="connsiteX66688" fmla="*/ 1161053 w 2119654"/>
              <a:gd name="connsiteY66688" fmla="*/ 469565 h 2398711"/>
              <a:gd name="connsiteX66689" fmla="*/ 499212 w 2119654"/>
              <a:gd name="connsiteY66689" fmla="*/ 1944649 h 2398711"/>
              <a:gd name="connsiteX66690" fmla="*/ 501007 w 2119654"/>
              <a:gd name="connsiteY66690" fmla="*/ 1944734 h 2398711"/>
              <a:gd name="connsiteX66691" fmla="*/ 500824 w 2119654"/>
              <a:gd name="connsiteY66691" fmla="*/ 1943976 h 2398711"/>
              <a:gd name="connsiteX66692" fmla="*/ 508406 w 2119654"/>
              <a:gd name="connsiteY66692" fmla="*/ 1923056 h 2398711"/>
              <a:gd name="connsiteX66693" fmla="*/ 508570 w 2119654"/>
              <a:gd name="connsiteY66693" fmla="*/ 1924848 h 2398711"/>
              <a:gd name="connsiteX66694" fmla="*/ 509058 w 2119654"/>
              <a:gd name="connsiteY66694" fmla="*/ 1924920 h 2398711"/>
              <a:gd name="connsiteX66695" fmla="*/ 511566 w 2119654"/>
              <a:gd name="connsiteY66695" fmla="*/ 1924566 h 2398711"/>
              <a:gd name="connsiteX66696" fmla="*/ 516708 w 2119654"/>
              <a:gd name="connsiteY66696" fmla="*/ 1923578 h 2398711"/>
              <a:gd name="connsiteX66697" fmla="*/ 519609 w 2119654"/>
              <a:gd name="connsiteY66697" fmla="*/ 1897885 h 2398711"/>
              <a:gd name="connsiteX66698" fmla="*/ 521721 w 2119654"/>
              <a:gd name="connsiteY66698" fmla="*/ 1898754 h 2398711"/>
              <a:gd name="connsiteX66699" fmla="*/ 525534 w 2119654"/>
              <a:gd name="connsiteY66699" fmla="*/ 1898576 h 2398711"/>
              <a:gd name="connsiteX66700" fmla="*/ 525532 w 2119654"/>
              <a:gd name="connsiteY66700" fmla="*/ 1898481 h 2398711"/>
              <a:gd name="connsiteX66701" fmla="*/ 520127 w 2119654"/>
              <a:gd name="connsiteY66701" fmla="*/ 1897871 h 2398711"/>
              <a:gd name="connsiteX66702" fmla="*/ 1159394 w 2119654"/>
              <a:gd name="connsiteY66702" fmla="*/ 465058 h 2398711"/>
              <a:gd name="connsiteX66703" fmla="*/ 1160877 w 2119654"/>
              <a:gd name="connsiteY66703" fmla="*/ 467874 h 2398711"/>
              <a:gd name="connsiteX66704" fmla="*/ 1162150 w 2119654"/>
              <a:gd name="connsiteY66704" fmla="*/ 469235 h 2398711"/>
              <a:gd name="connsiteX66705" fmla="*/ 1164084 w 2119654"/>
              <a:gd name="connsiteY66705" fmla="*/ 464417 h 2398711"/>
              <a:gd name="connsiteX66706" fmla="*/ 1162958 w 2119654"/>
              <a:gd name="connsiteY66706" fmla="*/ 462339 h 2398711"/>
              <a:gd name="connsiteX66707" fmla="*/ 1158874 w 2119654"/>
              <a:gd name="connsiteY66707" fmla="*/ 465455 h 2398711"/>
              <a:gd name="connsiteX66708" fmla="*/ 1158902 w 2119654"/>
              <a:gd name="connsiteY66708" fmla="*/ 465761 h 2398711"/>
              <a:gd name="connsiteX66709" fmla="*/ 1159240 w 2119654"/>
              <a:gd name="connsiteY66709" fmla="*/ 466126 h 2398711"/>
              <a:gd name="connsiteX66710" fmla="*/ 1158884 w 2119654"/>
              <a:gd name="connsiteY66710" fmla="*/ 465447 h 2398711"/>
              <a:gd name="connsiteX66711" fmla="*/ 1191209 w 2119654"/>
              <a:gd name="connsiteY66711" fmla="*/ 392984 h 2398711"/>
              <a:gd name="connsiteX66712" fmla="*/ 1190878 w 2119654"/>
              <a:gd name="connsiteY66712" fmla="*/ 401977 h 2398711"/>
              <a:gd name="connsiteX66713" fmla="*/ 1192613 w 2119654"/>
              <a:gd name="connsiteY66713" fmla="*/ 403975 h 2398711"/>
              <a:gd name="connsiteX66714" fmla="*/ 1194462 w 2119654"/>
              <a:gd name="connsiteY66714" fmla="*/ 401679 h 2398711"/>
              <a:gd name="connsiteX66715" fmla="*/ 506153 w 2119654"/>
              <a:gd name="connsiteY66715" fmla="*/ 1926258 h 2398711"/>
              <a:gd name="connsiteX66716" fmla="*/ 506928 w 2119654"/>
              <a:gd name="connsiteY66716" fmla="*/ 1926395 h 2398711"/>
              <a:gd name="connsiteX66717" fmla="*/ 506907 w 2119654"/>
              <a:gd name="connsiteY66717" fmla="*/ 1926153 h 2398711"/>
              <a:gd name="connsiteX66718" fmla="*/ 1206135 w 2119654"/>
              <a:gd name="connsiteY66718" fmla="*/ 358748 h 2398711"/>
              <a:gd name="connsiteX66719" fmla="*/ 1207729 w 2119654"/>
              <a:gd name="connsiteY66719" fmla="*/ 362841 h 2398711"/>
              <a:gd name="connsiteX66720" fmla="*/ 1209474 w 2119654"/>
              <a:gd name="connsiteY66720" fmla="*/ 367505 h 2398711"/>
              <a:gd name="connsiteX66721" fmla="*/ 1210206 w 2119654"/>
              <a:gd name="connsiteY66721" fmla="*/ 368759 h 2398711"/>
              <a:gd name="connsiteX66722" fmla="*/ 1221307 w 2119654"/>
              <a:gd name="connsiteY66722" fmla="*/ 347570 h 2398711"/>
              <a:gd name="connsiteX66723" fmla="*/ 1217424 w 2119654"/>
              <a:gd name="connsiteY66723" fmla="*/ 342249 h 2398711"/>
              <a:gd name="connsiteX66724" fmla="*/ 1175056 w 2119654"/>
              <a:gd name="connsiteY66724" fmla="*/ 428278 h 2398711"/>
              <a:gd name="connsiteX66725" fmla="*/ 1175082 w 2119654"/>
              <a:gd name="connsiteY66725" fmla="*/ 428316 h 2398711"/>
              <a:gd name="connsiteX66726" fmla="*/ 1175166 w 2119654"/>
              <a:gd name="connsiteY66726" fmla="*/ 428194 h 2398711"/>
              <a:gd name="connsiteX66727" fmla="*/ 482354 w 2119654"/>
              <a:gd name="connsiteY66727" fmla="*/ 1979287 h 2398711"/>
              <a:gd name="connsiteX66728" fmla="*/ 489075 w 2119654"/>
              <a:gd name="connsiteY66728" fmla="*/ 1979564 h 2398711"/>
              <a:gd name="connsiteX66729" fmla="*/ 508042 w 2119654"/>
              <a:gd name="connsiteY66729" fmla="*/ 1980088 h 2398711"/>
              <a:gd name="connsiteX66730" fmla="*/ 498654 w 2119654"/>
              <a:gd name="connsiteY66730" fmla="*/ 1976851 h 2398711"/>
              <a:gd name="connsiteX66731" fmla="*/ 1199778 w 2119654"/>
              <a:gd name="connsiteY66731" fmla="*/ 372605 h 2398711"/>
              <a:gd name="connsiteX66732" fmla="*/ 1200836 w 2119654"/>
              <a:gd name="connsiteY66732" fmla="*/ 375437 h 2398711"/>
              <a:gd name="connsiteX66733" fmla="*/ 1201309 w 2119654"/>
              <a:gd name="connsiteY66733" fmla="*/ 376065 h 2398711"/>
              <a:gd name="connsiteX66734" fmla="*/ 1199877 w 2119654"/>
              <a:gd name="connsiteY66734" fmla="*/ 372705 h 2398711"/>
              <a:gd name="connsiteX66735" fmla="*/ 510361 w 2119654"/>
              <a:gd name="connsiteY66735" fmla="*/ 1916094 h 2398711"/>
              <a:gd name="connsiteX66736" fmla="*/ 511587 w 2119654"/>
              <a:gd name="connsiteY66736" fmla="*/ 1916383 h 2398711"/>
              <a:gd name="connsiteX66737" fmla="*/ 513182 w 2119654"/>
              <a:gd name="connsiteY66737" fmla="*/ 1916637 h 2398711"/>
              <a:gd name="connsiteX66738" fmla="*/ 512199 w 2119654"/>
              <a:gd name="connsiteY66738" fmla="*/ 1916010 h 2398711"/>
              <a:gd name="connsiteX66739" fmla="*/ 504380 w 2119654"/>
              <a:gd name="connsiteY66739" fmla="*/ 1929474 h 2398711"/>
              <a:gd name="connsiteX66740" fmla="*/ 507215 w 2119654"/>
              <a:gd name="connsiteY66740" fmla="*/ 1929531 h 2398711"/>
              <a:gd name="connsiteX66741" fmla="*/ 507159 w 2119654"/>
              <a:gd name="connsiteY66741" fmla="*/ 1928915 h 2398711"/>
              <a:gd name="connsiteX66742" fmla="*/ 1205177 w 2119654"/>
              <a:gd name="connsiteY66742" fmla="*/ 360149 h 2398711"/>
              <a:gd name="connsiteX66743" fmla="*/ 1207485 w 2119654"/>
              <a:gd name="connsiteY66743" fmla="*/ 364099 h 2398711"/>
              <a:gd name="connsiteX66744" fmla="*/ 1205714 w 2119654"/>
              <a:gd name="connsiteY66744" fmla="*/ 359364 h 2398711"/>
              <a:gd name="connsiteX66745" fmla="*/ 1168440 w 2119654"/>
              <a:gd name="connsiteY66745" fmla="*/ 442262 h 2398711"/>
              <a:gd name="connsiteX66746" fmla="*/ 1168629 w 2119654"/>
              <a:gd name="connsiteY66746" fmla="*/ 444348 h 2398711"/>
              <a:gd name="connsiteX66747" fmla="*/ 1170347 w 2119654"/>
              <a:gd name="connsiteY66747" fmla="*/ 445577 h 2398711"/>
              <a:gd name="connsiteX66748" fmla="*/ 1173892 w 2119654"/>
              <a:gd name="connsiteY66748" fmla="*/ 429165 h 2398711"/>
              <a:gd name="connsiteX66749" fmla="*/ 1173975 w 2119654"/>
              <a:gd name="connsiteY66749" fmla="*/ 429919 h 2398711"/>
              <a:gd name="connsiteX66750" fmla="*/ 1174845 w 2119654"/>
              <a:gd name="connsiteY66750" fmla="*/ 428659 h 2398711"/>
              <a:gd name="connsiteX66751" fmla="*/ 1174746 w 2119654"/>
              <a:gd name="connsiteY66751" fmla="*/ 428514 h 2398711"/>
              <a:gd name="connsiteX66752" fmla="*/ 1167698 w 2119654"/>
              <a:gd name="connsiteY66752" fmla="*/ 442957 h 2398711"/>
              <a:gd name="connsiteX66753" fmla="*/ 1168283 w 2119654"/>
              <a:gd name="connsiteY66753" fmla="*/ 444096 h 2398711"/>
              <a:gd name="connsiteX66754" fmla="*/ 1168124 w 2119654"/>
              <a:gd name="connsiteY66754" fmla="*/ 442340 h 2398711"/>
              <a:gd name="connsiteX66755" fmla="*/ 516779 w 2119654"/>
              <a:gd name="connsiteY66755" fmla="*/ 1900481 h 2398711"/>
              <a:gd name="connsiteX66756" fmla="*/ 516803 w 2119654"/>
              <a:gd name="connsiteY66756" fmla="*/ 1901412 h 2398711"/>
              <a:gd name="connsiteX66757" fmla="*/ 517170 w 2119654"/>
              <a:gd name="connsiteY66757" fmla="*/ 1901460 h 2398711"/>
              <a:gd name="connsiteX66758" fmla="*/ 503326 w 2119654"/>
              <a:gd name="connsiteY66758" fmla="*/ 1930072 h 2398711"/>
              <a:gd name="connsiteX66759" fmla="*/ 507431 w 2119654"/>
              <a:gd name="connsiteY66759" fmla="*/ 1931886 h 2398711"/>
              <a:gd name="connsiteX66760" fmla="*/ 507272 w 2119654"/>
              <a:gd name="connsiteY66760" fmla="*/ 1930151 h 2398711"/>
              <a:gd name="connsiteX66761" fmla="*/ 516831 w 2119654"/>
              <a:gd name="connsiteY66761" fmla="*/ 1899633 h 2398711"/>
              <a:gd name="connsiteX66762" fmla="*/ 517553 w 2119654"/>
              <a:gd name="connsiteY66762" fmla="*/ 1901511 h 2398711"/>
              <a:gd name="connsiteX66763" fmla="*/ 525630 w 2119654"/>
              <a:gd name="connsiteY66763" fmla="*/ 1902577 h 2398711"/>
              <a:gd name="connsiteX66764" fmla="*/ 525602 w 2119654"/>
              <a:gd name="connsiteY66764" fmla="*/ 1901446 h 2398711"/>
              <a:gd name="connsiteX66765" fmla="*/ 523040 w 2119654"/>
              <a:gd name="connsiteY66765" fmla="*/ 1900725 h 2398711"/>
              <a:gd name="connsiteX66766" fmla="*/ 1202532 w 2119654"/>
              <a:gd name="connsiteY66766" fmla="*/ 364014 h 2398711"/>
              <a:gd name="connsiteX66767" fmla="*/ 1207651 w 2119654"/>
              <a:gd name="connsiteY66767" fmla="*/ 373637 h 2398711"/>
              <a:gd name="connsiteX66768" fmla="*/ 1209635 w 2119654"/>
              <a:gd name="connsiteY66768" fmla="*/ 369849 h 2398711"/>
              <a:gd name="connsiteX66769" fmla="*/ 1208105 w 2119654"/>
              <a:gd name="connsiteY66769" fmla="*/ 365759 h 2398711"/>
              <a:gd name="connsiteX66770" fmla="*/ 1204989 w 2119654"/>
              <a:gd name="connsiteY66770" fmla="*/ 360423 h 2398711"/>
              <a:gd name="connsiteX66771" fmla="*/ 1227739 w 2119654"/>
              <a:gd name="connsiteY66771" fmla="*/ 307474 h 2398711"/>
              <a:gd name="connsiteX66772" fmla="*/ 1228172 w 2119654"/>
              <a:gd name="connsiteY66772" fmla="*/ 327001 h 2398711"/>
              <a:gd name="connsiteX66773" fmla="*/ 1233761 w 2119654"/>
              <a:gd name="connsiteY66773" fmla="*/ 319494 h 2398711"/>
              <a:gd name="connsiteX66774" fmla="*/ 480872 w 2119654"/>
              <a:gd name="connsiteY66774" fmla="*/ 1979508 h 2398711"/>
              <a:gd name="connsiteX66775" fmla="*/ 489482 w 2119654"/>
              <a:gd name="connsiteY66775" fmla="*/ 1980676 h 2398711"/>
              <a:gd name="connsiteX66776" fmla="*/ 511265 w 2119654"/>
              <a:gd name="connsiteY66776" fmla="*/ 1982021 h 2398711"/>
              <a:gd name="connsiteX66777" fmla="*/ 511004 w 2119654"/>
              <a:gd name="connsiteY66777" fmla="*/ 1981110 h 2398711"/>
              <a:gd name="connsiteX66778" fmla="*/ 509622 w 2119654"/>
              <a:gd name="connsiteY66778" fmla="*/ 1980633 h 2398711"/>
              <a:gd name="connsiteX66779" fmla="*/ 509576 w 2119654"/>
              <a:gd name="connsiteY66779" fmla="*/ 1980632 h 2398711"/>
              <a:gd name="connsiteX66780" fmla="*/ 481171 w 2119654"/>
              <a:gd name="connsiteY66780" fmla="*/ 1979464 h 2398711"/>
              <a:gd name="connsiteX66781" fmla="*/ 500620 w 2119654"/>
              <a:gd name="connsiteY66781" fmla="*/ 1935149 h 2398711"/>
              <a:gd name="connsiteX66782" fmla="*/ 501697 w 2119654"/>
              <a:gd name="connsiteY66782" fmla="*/ 1939582 h 2398711"/>
              <a:gd name="connsiteX66783" fmla="*/ 506806 w 2119654"/>
              <a:gd name="connsiteY66783" fmla="*/ 1940985 h 2398711"/>
              <a:gd name="connsiteX66784" fmla="*/ 508208 w 2119654"/>
              <a:gd name="connsiteY66784" fmla="*/ 1940378 h 2398711"/>
              <a:gd name="connsiteX66785" fmla="*/ 507917 w 2119654"/>
              <a:gd name="connsiteY66785" fmla="*/ 1937204 h 2398711"/>
              <a:gd name="connsiteX66786" fmla="*/ 502940 w 2119654"/>
              <a:gd name="connsiteY66786" fmla="*/ 1934993 h 2398711"/>
              <a:gd name="connsiteX66787" fmla="*/ 501835 w 2119654"/>
              <a:gd name="connsiteY66787" fmla="*/ 1934876 h 2398711"/>
              <a:gd name="connsiteX66788" fmla="*/ 516739 w 2119654"/>
              <a:gd name="connsiteY66788" fmla="*/ 1898951 h 2398711"/>
              <a:gd name="connsiteX66789" fmla="*/ 516746 w 2119654"/>
              <a:gd name="connsiteY66789" fmla="*/ 1899213 h 2398711"/>
              <a:gd name="connsiteX66790" fmla="*/ 519209 w 2119654"/>
              <a:gd name="connsiteY66790" fmla="*/ 1899646 h 2398711"/>
              <a:gd name="connsiteX66791" fmla="*/ 469887 w 2119654"/>
              <a:gd name="connsiteY66791" fmla="*/ 2003347 h 2398711"/>
              <a:gd name="connsiteX66792" fmla="*/ 475973 w 2119654"/>
              <a:gd name="connsiteY66792" fmla="*/ 2002592 h 2398711"/>
              <a:gd name="connsiteX66793" fmla="*/ 474515 w 2119654"/>
              <a:gd name="connsiteY66793" fmla="*/ 2002040 h 2398711"/>
              <a:gd name="connsiteX66794" fmla="*/ 471725 w 2119654"/>
              <a:gd name="connsiteY66794" fmla="*/ 2002876 h 2398711"/>
              <a:gd name="connsiteX66795" fmla="*/ 1164881 w 2119654"/>
              <a:gd name="connsiteY66795" fmla="*/ 447036 h 2398711"/>
              <a:gd name="connsiteX66796" fmla="*/ 1169231 w 2119654"/>
              <a:gd name="connsiteY66796" fmla="*/ 454556 h 2398711"/>
              <a:gd name="connsiteX66797" fmla="*/ 1168778 w 2119654"/>
              <a:gd name="connsiteY66797" fmla="*/ 449562 h 2398711"/>
              <a:gd name="connsiteX66798" fmla="*/ 1166545 w 2119654"/>
              <a:gd name="connsiteY66798" fmla="*/ 444626 h 2398711"/>
              <a:gd name="connsiteX66799" fmla="*/ 1200434 w 2119654"/>
              <a:gd name="connsiteY66799" fmla="*/ 367080 h 2398711"/>
              <a:gd name="connsiteX66800" fmla="*/ 1206542 w 2119654"/>
              <a:gd name="connsiteY66800" fmla="*/ 375754 h 2398711"/>
              <a:gd name="connsiteX66801" fmla="*/ 1207473 w 2119654"/>
              <a:gd name="connsiteY66801" fmla="*/ 373976 h 2398711"/>
              <a:gd name="connsiteX66802" fmla="*/ 1204105 w 2119654"/>
              <a:gd name="connsiteY66802" fmla="*/ 367433 h 2398711"/>
              <a:gd name="connsiteX66803" fmla="*/ 1202393 w 2119654"/>
              <a:gd name="connsiteY66803" fmla="*/ 364217 h 2398711"/>
              <a:gd name="connsiteX66804" fmla="*/ 516713 w 2119654"/>
              <a:gd name="connsiteY66804" fmla="*/ 1897967 h 2398711"/>
              <a:gd name="connsiteX66805" fmla="*/ 516732 w 2119654"/>
              <a:gd name="connsiteY66805" fmla="*/ 1898657 h 2398711"/>
              <a:gd name="connsiteX66806" fmla="*/ 521968 w 2119654"/>
              <a:gd name="connsiteY66806" fmla="*/ 1900132 h 2398711"/>
              <a:gd name="connsiteX66807" fmla="*/ 525586 w 2119654"/>
              <a:gd name="connsiteY66807" fmla="*/ 1900767 h 2398711"/>
              <a:gd name="connsiteX66808" fmla="*/ 525577 w 2119654"/>
              <a:gd name="connsiteY66808" fmla="*/ 1900367 h 2398711"/>
              <a:gd name="connsiteX66809" fmla="*/ 523148 w 2119654"/>
              <a:gd name="connsiteY66809" fmla="*/ 1899569 h 2398711"/>
              <a:gd name="connsiteX66810" fmla="*/ 521805 w 2119654"/>
              <a:gd name="connsiteY66810" fmla="*/ 1898999 h 2398711"/>
              <a:gd name="connsiteX66811" fmla="*/ 520573 w 2119654"/>
              <a:gd name="connsiteY66811" fmla="*/ 1899057 h 2398711"/>
              <a:gd name="connsiteX66812" fmla="*/ 520299 w 2119654"/>
              <a:gd name="connsiteY66812" fmla="*/ 1898821 h 2398711"/>
              <a:gd name="connsiteX66813" fmla="*/ 521278 w 2119654"/>
              <a:gd name="connsiteY66813" fmla="*/ 1898775 h 2398711"/>
              <a:gd name="connsiteX66814" fmla="*/ 519207 w 2119654"/>
              <a:gd name="connsiteY66814" fmla="*/ 1897897 h 2398711"/>
              <a:gd name="connsiteX66815" fmla="*/ 1173642 w 2119654"/>
              <a:gd name="connsiteY66815" fmla="*/ 426902 h 2398711"/>
              <a:gd name="connsiteX66816" fmla="*/ 1173704 w 2119654"/>
              <a:gd name="connsiteY66816" fmla="*/ 427466 h 2398711"/>
              <a:gd name="connsiteX66817" fmla="*/ 1173917 w 2119654"/>
              <a:gd name="connsiteY66817" fmla="*/ 427303 h 2398711"/>
              <a:gd name="connsiteX66818" fmla="*/ 490314 w 2119654"/>
              <a:gd name="connsiteY66818" fmla="*/ 1956613 h 2398711"/>
              <a:gd name="connsiteX66819" fmla="*/ 495124 w 2119654"/>
              <a:gd name="connsiteY66819" fmla="*/ 1958683 h 2398711"/>
              <a:gd name="connsiteX66820" fmla="*/ 501766 w 2119654"/>
              <a:gd name="connsiteY66820" fmla="*/ 1955447 h 2398711"/>
              <a:gd name="connsiteX66821" fmla="*/ 498718 w 2119654"/>
              <a:gd name="connsiteY66821" fmla="*/ 1955147 h 2398711"/>
              <a:gd name="connsiteX66822" fmla="*/ 1199302 w 2119654"/>
              <a:gd name="connsiteY66822" fmla="*/ 368734 h 2398711"/>
              <a:gd name="connsiteX66823" fmla="*/ 1201114 w 2119654"/>
              <a:gd name="connsiteY66823" fmla="*/ 372985 h 2398711"/>
              <a:gd name="connsiteX66824" fmla="*/ 1205648 w 2119654"/>
              <a:gd name="connsiteY66824" fmla="*/ 377461 h 2398711"/>
              <a:gd name="connsiteX66825" fmla="*/ 1206319 w 2119654"/>
              <a:gd name="connsiteY66825" fmla="*/ 376181 h 2398711"/>
              <a:gd name="connsiteX66826" fmla="*/ 1200948 w 2119654"/>
              <a:gd name="connsiteY66826" fmla="*/ 368332 h 2398711"/>
              <a:gd name="connsiteX66827" fmla="*/ 1200252 w 2119654"/>
              <a:gd name="connsiteY66827" fmla="*/ 367344 h 2398711"/>
              <a:gd name="connsiteX66828" fmla="*/ 1186552 w 2119654"/>
              <a:gd name="connsiteY66828" fmla="*/ 397081 h 2398711"/>
              <a:gd name="connsiteX66829" fmla="*/ 1186992 w 2119654"/>
              <a:gd name="connsiteY66829" fmla="*/ 397575 h 2398711"/>
              <a:gd name="connsiteX66830" fmla="*/ 1187038 w 2119654"/>
              <a:gd name="connsiteY66830" fmla="*/ 396315 h 2398711"/>
              <a:gd name="connsiteX66831" fmla="*/ 1160438 w 2119654"/>
              <a:gd name="connsiteY66831" fmla="*/ 455049 h 2398711"/>
              <a:gd name="connsiteX66832" fmla="*/ 1160446 w 2119654"/>
              <a:gd name="connsiteY66832" fmla="*/ 455061 h 2398711"/>
              <a:gd name="connsiteX66833" fmla="*/ 1160581 w 2119654"/>
              <a:gd name="connsiteY66833" fmla="*/ 455289 h 2398711"/>
              <a:gd name="connsiteX66834" fmla="*/ 1160885 w 2119654"/>
              <a:gd name="connsiteY66834" fmla="*/ 455851 h 2398711"/>
              <a:gd name="connsiteX66835" fmla="*/ 1163074 w 2119654"/>
              <a:gd name="connsiteY66835" fmla="*/ 459782 h 2398711"/>
              <a:gd name="connsiteX66836" fmla="*/ 1168998 w 2119654"/>
              <a:gd name="connsiteY66836" fmla="*/ 455261 h 2398711"/>
              <a:gd name="connsiteX66837" fmla="*/ 1166278 w 2119654"/>
              <a:gd name="connsiteY66837" fmla="*/ 450093 h 2398711"/>
              <a:gd name="connsiteX66838" fmla="*/ 1164679 w 2119654"/>
              <a:gd name="connsiteY66838" fmla="*/ 447328 h 2398711"/>
              <a:gd name="connsiteX66839" fmla="*/ 1163932 w 2119654"/>
              <a:gd name="connsiteY66839" fmla="*/ 448410 h 2398711"/>
              <a:gd name="connsiteX66840" fmla="*/ 1198296 w 2119654"/>
              <a:gd name="connsiteY66840" fmla="*/ 370205 h 2398711"/>
              <a:gd name="connsiteX66841" fmla="*/ 1198561 w 2119654"/>
              <a:gd name="connsiteY66841" fmla="*/ 370467 h 2398711"/>
              <a:gd name="connsiteX66842" fmla="*/ 1198404 w 2119654"/>
              <a:gd name="connsiteY66842" fmla="*/ 370047 h 2398711"/>
              <a:gd name="connsiteX66843" fmla="*/ 507780 w 2119654"/>
              <a:gd name="connsiteY66843" fmla="*/ 1916213 h 2398711"/>
              <a:gd name="connsiteX66844" fmla="*/ 508220 w 2119654"/>
              <a:gd name="connsiteY66844" fmla="*/ 1921017 h 2398711"/>
              <a:gd name="connsiteX66845" fmla="*/ 510524 w 2119654"/>
              <a:gd name="connsiteY66845" fmla="*/ 1921137 h 2398711"/>
              <a:gd name="connsiteX66846" fmla="*/ 510901 w 2119654"/>
              <a:gd name="connsiteY66846" fmla="*/ 1921079 h 2398711"/>
              <a:gd name="connsiteX66847" fmla="*/ 516899 w 2119654"/>
              <a:gd name="connsiteY66847" fmla="*/ 1920078 h 2398711"/>
              <a:gd name="connsiteX66848" fmla="*/ 516855 w 2119654"/>
              <a:gd name="connsiteY66848" fmla="*/ 1918983 h 2398711"/>
              <a:gd name="connsiteX66849" fmla="*/ 515173 w 2119654"/>
              <a:gd name="connsiteY66849" fmla="*/ 1917908 h 2398711"/>
              <a:gd name="connsiteX66850" fmla="*/ 508454 w 2119654"/>
              <a:gd name="connsiteY66850" fmla="*/ 1916182 h 2398711"/>
              <a:gd name="connsiteX66851" fmla="*/ 1159575 w 2119654"/>
              <a:gd name="connsiteY66851" fmla="*/ 456689 h 2398711"/>
              <a:gd name="connsiteX66852" fmla="*/ 1158550 w 2119654"/>
              <a:gd name="connsiteY66852" fmla="*/ 461790 h 2398711"/>
              <a:gd name="connsiteX66853" fmla="*/ 1158669 w 2119654"/>
              <a:gd name="connsiteY66853" fmla="*/ 463142 h 2398711"/>
              <a:gd name="connsiteX66854" fmla="*/ 1162011 w 2119654"/>
              <a:gd name="connsiteY66854" fmla="*/ 460593 h 2398711"/>
              <a:gd name="connsiteX66855" fmla="*/ 1159733 w 2119654"/>
              <a:gd name="connsiteY66855" fmla="*/ 456388 h 2398711"/>
              <a:gd name="connsiteX66856" fmla="*/ 1197635 w 2119654"/>
              <a:gd name="connsiteY66856" fmla="*/ 371171 h 2398711"/>
              <a:gd name="connsiteX66857" fmla="*/ 1200006 w 2119654"/>
              <a:gd name="connsiteY66857" fmla="*/ 374330 h 2398711"/>
              <a:gd name="connsiteX66858" fmla="*/ 1199118 w 2119654"/>
              <a:gd name="connsiteY66858" fmla="*/ 371955 h 2398711"/>
              <a:gd name="connsiteX66859" fmla="*/ 1197912 w 2119654"/>
              <a:gd name="connsiteY66859" fmla="*/ 370765 h 2398711"/>
              <a:gd name="connsiteX66860" fmla="*/ 516657 w 2119654"/>
              <a:gd name="connsiteY66860" fmla="*/ 1895766 h 2398711"/>
              <a:gd name="connsiteX66861" fmla="*/ 516666 w 2119654"/>
              <a:gd name="connsiteY66861" fmla="*/ 1896081 h 2398711"/>
              <a:gd name="connsiteX66862" fmla="*/ 519719 w 2119654"/>
              <a:gd name="connsiteY66862" fmla="*/ 1895996 h 2398711"/>
              <a:gd name="connsiteX66863" fmla="*/ 1167988 w 2119654"/>
              <a:gd name="connsiteY66863" fmla="*/ 437278 h 2398711"/>
              <a:gd name="connsiteX66864" fmla="*/ 1168055 w 2119654"/>
              <a:gd name="connsiteY66864" fmla="*/ 438019 h 2398711"/>
              <a:gd name="connsiteX66865" fmla="*/ 1168208 w 2119654"/>
              <a:gd name="connsiteY66865" fmla="*/ 438270 h 2398711"/>
              <a:gd name="connsiteX66866" fmla="*/ 1168482 w 2119654"/>
              <a:gd name="connsiteY66866" fmla="*/ 437872 h 2398711"/>
              <a:gd name="connsiteX66867" fmla="*/ 507617 w 2119654"/>
              <a:gd name="connsiteY66867" fmla="*/ 1914431 h 2398711"/>
              <a:gd name="connsiteX66868" fmla="*/ 507712 w 2119654"/>
              <a:gd name="connsiteY66868" fmla="*/ 1915471 h 2398711"/>
              <a:gd name="connsiteX66869" fmla="*/ 508195 w 2119654"/>
              <a:gd name="connsiteY66869" fmla="*/ 1915585 h 2398711"/>
              <a:gd name="connsiteX66870" fmla="*/ 511249 w 2119654"/>
              <a:gd name="connsiteY66870" fmla="*/ 1915403 h 2398711"/>
              <a:gd name="connsiteX66871" fmla="*/ 510925 w 2119654"/>
              <a:gd name="connsiteY66871" fmla="*/ 1915197 h 2398711"/>
              <a:gd name="connsiteX66872" fmla="*/ 516618 w 2119654"/>
              <a:gd name="connsiteY66872" fmla="*/ 1894244 h 2398711"/>
              <a:gd name="connsiteX66873" fmla="*/ 516644 w 2119654"/>
              <a:gd name="connsiteY66873" fmla="*/ 1895266 h 2398711"/>
              <a:gd name="connsiteX66874" fmla="*/ 520079 w 2119654"/>
              <a:gd name="connsiteY66874" fmla="*/ 1895523 h 2398711"/>
              <a:gd name="connsiteX66875" fmla="*/ 516609 w 2119654"/>
              <a:gd name="connsiteY66875" fmla="*/ 1893896 h 2398711"/>
              <a:gd name="connsiteX66876" fmla="*/ 516611 w 2119654"/>
              <a:gd name="connsiteY66876" fmla="*/ 1893990 h 2398711"/>
              <a:gd name="connsiteX66877" fmla="*/ 521168 w 2119654"/>
              <a:gd name="connsiteY66877" fmla="*/ 1895605 h 2398711"/>
              <a:gd name="connsiteX66878" fmla="*/ 524575 w 2119654"/>
              <a:gd name="connsiteY66878" fmla="*/ 1895860 h 2398711"/>
              <a:gd name="connsiteX66879" fmla="*/ 525468 w 2119654"/>
              <a:gd name="connsiteY66879" fmla="*/ 1895835 h 2398711"/>
              <a:gd name="connsiteX66880" fmla="*/ 525458 w 2119654"/>
              <a:gd name="connsiteY66880" fmla="*/ 1895403 h 2398711"/>
              <a:gd name="connsiteX66881" fmla="*/ 1167836 w 2119654"/>
              <a:gd name="connsiteY66881" fmla="*/ 435597 h 2398711"/>
              <a:gd name="connsiteX66882" fmla="*/ 1167926 w 2119654"/>
              <a:gd name="connsiteY66882" fmla="*/ 436595 h 2398711"/>
              <a:gd name="connsiteX66883" fmla="*/ 1168359 w 2119654"/>
              <a:gd name="connsiteY66883" fmla="*/ 437100 h 2398711"/>
              <a:gd name="connsiteX66884" fmla="*/ 1168245 w 2119654"/>
              <a:gd name="connsiteY66884" fmla="*/ 436625 h 2398711"/>
              <a:gd name="connsiteX66885" fmla="*/ 1180791 w 2119654"/>
              <a:gd name="connsiteY66885" fmla="*/ 406147 h 2398711"/>
              <a:gd name="connsiteX66886" fmla="*/ 1184614 w 2119654"/>
              <a:gd name="connsiteY66886" fmla="*/ 414512 h 2398711"/>
              <a:gd name="connsiteX66887" fmla="*/ 1186468 w 2119654"/>
              <a:gd name="connsiteY66887" fmla="*/ 411829 h 2398711"/>
              <a:gd name="connsiteX66888" fmla="*/ 1186962 w 2119654"/>
              <a:gd name="connsiteY66888" fmla="*/ 398396 h 2398711"/>
              <a:gd name="connsiteX66889" fmla="*/ 1186243 w 2119654"/>
              <a:gd name="connsiteY66889" fmla="*/ 397567 h 2398711"/>
              <a:gd name="connsiteX66890" fmla="*/ 492371 w 2119654"/>
              <a:gd name="connsiteY66890" fmla="*/ 1947503 h 2398711"/>
              <a:gd name="connsiteX66891" fmla="*/ 502175 w 2119654"/>
              <a:gd name="connsiteY66891" fmla="*/ 1949542 h 2398711"/>
              <a:gd name="connsiteX66892" fmla="*/ 501155 w 2119654"/>
              <a:gd name="connsiteY66892" fmla="*/ 1945340 h 2398711"/>
              <a:gd name="connsiteX66893" fmla="*/ 497921 w 2119654"/>
              <a:gd name="connsiteY66893" fmla="*/ 1945188 h 2398711"/>
              <a:gd name="connsiteX66894" fmla="*/ 1139571 w 2119654"/>
              <a:gd name="connsiteY66894" fmla="*/ 497907 h 2398711"/>
              <a:gd name="connsiteX66895" fmla="*/ 1139566 w 2119654"/>
              <a:gd name="connsiteY66895" fmla="*/ 497925 h 2398711"/>
              <a:gd name="connsiteX66896" fmla="*/ 1139574 w 2119654"/>
              <a:gd name="connsiteY66896" fmla="*/ 497910 h 2398711"/>
              <a:gd name="connsiteX66897" fmla="*/ 515305 w 2119654"/>
              <a:gd name="connsiteY66897" fmla="*/ 1895665 h 2398711"/>
              <a:gd name="connsiteX66898" fmla="*/ 515477 w 2119654"/>
              <a:gd name="connsiteY66898" fmla="*/ 1896114 h 2398711"/>
              <a:gd name="connsiteX66899" fmla="*/ 516102 w 2119654"/>
              <a:gd name="connsiteY66899" fmla="*/ 1896097 h 2398711"/>
              <a:gd name="connsiteX66900" fmla="*/ 516092 w 2119654"/>
              <a:gd name="connsiteY66900" fmla="*/ 1895724 h 2398711"/>
              <a:gd name="connsiteX66901" fmla="*/ 1167737 w 2119654"/>
              <a:gd name="connsiteY66901" fmla="*/ 434514 h 2398711"/>
              <a:gd name="connsiteX66902" fmla="*/ 1167798 w 2119654"/>
              <a:gd name="connsiteY66902" fmla="*/ 435176 h 2398711"/>
              <a:gd name="connsiteX66903" fmla="*/ 1168048 w 2119654"/>
              <a:gd name="connsiteY66903" fmla="*/ 435807 h 2398711"/>
              <a:gd name="connsiteX66904" fmla="*/ 514171 w 2119654"/>
              <a:gd name="connsiteY66904" fmla="*/ 1897936 h 2398711"/>
              <a:gd name="connsiteX66905" fmla="*/ 515984 w 2119654"/>
              <a:gd name="connsiteY66905" fmla="*/ 1898447 h 2398711"/>
              <a:gd name="connsiteX66906" fmla="*/ 515795 w 2119654"/>
              <a:gd name="connsiteY66906" fmla="*/ 1897957 h 2398711"/>
              <a:gd name="connsiteX66907" fmla="*/ 499482 w 2119654"/>
              <a:gd name="connsiteY66907" fmla="*/ 1930461 h 2398711"/>
              <a:gd name="connsiteX66908" fmla="*/ 500121 w 2119654"/>
              <a:gd name="connsiteY66908" fmla="*/ 1933092 h 2398711"/>
              <a:gd name="connsiteX66909" fmla="*/ 501878 w 2119654"/>
              <a:gd name="connsiteY66909" fmla="*/ 1933872 h 2398711"/>
              <a:gd name="connsiteX66910" fmla="*/ 503373 w 2119654"/>
              <a:gd name="connsiteY66910" fmla="*/ 1933969 h 2398711"/>
              <a:gd name="connsiteX66911" fmla="*/ 504197 w 2119654"/>
              <a:gd name="connsiteY66911" fmla="*/ 1933830 h 2398711"/>
              <a:gd name="connsiteX66912" fmla="*/ 507540 w 2119654"/>
              <a:gd name="connsiteY66912" fmla="*/ 1933078 h 2398711"/>
              <a:gd name="connsiteX66913" fmla="*/ 507500 w 2119654"/>
              <a:gd name="connsiteY66913" fmla="*/ 1932634 h 2398711"/>
              <a:gd name="connsiteX66914" fmla="*/ 501625 w 2119654"/>
              <a:gd name="connsiteY66914" fmla="*/ 1930037 h 2398711"/>
              <a:gd name="connsiteX66915" fmla="*/ 501586 w 2119654"/>
              <a:gd name="connsiteY66915" fmla="*/ 1930037 h 2398711"/>
              <a:gd name="connsiteX66916" fmla="*/ 1139997 w 2119654"/>
              <a:gd name="connsiteY66916" fmla="*/ 496205 h 2398711"/>
              <a:gd name="connsiteX66917" fmla="*/ 1139946 w 2119654"/>
              <a:gd name="connsiteY66917" fmla="*/ 496406 h 2398711"/>
              <a:gd name="connsiteX66918" fmla="*/ 1140133 w 2119654"/>
              <a:gd name="connsiteY66918" fmla="*/ 496526 h 2398711"/>
              <a:gd name="connsiteX66919" fmla="*/ 1171970 w 2119654"/>
              <a:gd name="connsiteY66919" fmla="*/ 424459 h 2398711"/>
              <a:gd name="connsiteX66920" fmla="*/ 1172695 w 2119654"/>
              <a:gd name="connsiteY66920" fmla="*/ 427475 h 2398711"/>
              <a:gd name="connsiteX66921" fmla="*/ 1172497 w 2119654"/>
              <a:gd name="connsiteY66921" fmla="*/ 425229 h 2398711"/>
              <a:gd name="connsiteX66922" fmla="*/ 516554 w 2119654"/>
              <a:gd name="connsiteY66922" fmla="*/ 1891751 h 2398711"/>
              <a:gd name="connsiteX66923" fmla="*/ 516598 w 2119654"/>
              <a:gd name="connsiteY66923" fmla="*/ 1893429 h 2398711"/>
              <a:gd name="connsiteX66924" fmla="*/ 525447 w 2119654"/>
              <a:gd name="connsiteY66924" fmla="*/ 1894935 h 2398711"/>
              <a:gd name="connsiteX66925" fmla="*/ 525419 w 2119654"/>
              <a:gd name="connsiteY66925" fmla="*/ 1893769 h 2398711"/>
              <a:gd name="connsiteX66926" fmla="*/ 520983 w 2119654"/>
              <a:gd name="connsiteY66926" fmla="*/ 1890989 h 2398711"/>
              <a:gd name="connsiteX66927" fmla="*/ 517863 w 2119654"/>
              <a:gd name="connsiteY66927" fmla="*/ 1891541 h 2398711"/>
              <a:gd name="connsiteX66928" fmla="*/ 518390 w 2119654"/>
              <a:gd name="connsiteY66928" fmla="*/ 1892848 h 2398711"/>
              <a:gd name="connsiteX66929" fmla="*/ 518182 w 2119654"/>
              <a:gd name="connsiteY66929" fmla="*/ 1892729 h 2398711"/>
              <a:gd name="connsiteX66930" fmla="*/ 517715 w 2119654"/>
              <a:gd name="connsiteY66930" fmla="*/ 1891567 h 2398711"/>
              <a:gd name="connsiteX66931" fmla="*/ 517058 w 2119654"/>
              <a:gd name="connsiteY66931" fmla="*/ 1891683 h 2398711"/>
              <a:gd name="connsiteX66932" fmla="*/ 499368 w 2119654"/>
              <a:gd name="connsiteY66932" fmla="*/ 1929992 h 2398711"/>
              <a:gd name="connsiteX66933" fmla="*/ 499429 w 2119654"/>
              <a:gd name="connsiteY66933" fmla="*/ 1930246 h 2398711"/>
              <a:gd name="connsiteX66934" fmla="*/ 500569 w 2119654"/>
              <a:gd name="connsiteY66934" fmla="*/ 1930016 h 2398711"/>
              <a:gd name="connsiteX66935" fmla="*/ 1144018 w 2119654"/>
              <a:gd name="connsiteY66935" fmla="*/ 486252 h 2398711"/>
              <a:gd name="connsiteX66936" fmla="*/ 1144143 w 2119654"/>
              <a:gd name="connsiteY66936" fmla="*/ 487041 h 2398711"/>
              <a:gd name="connsiteX66937" fmla="*/ 1145318 w 2119654"/>
              <a:gd name="connsiteY66937" fmla="*/ 483781 h 2398711"/>
              <a:gd name="connsiteX66938" fmla="*/ 1191203 w 2119654"/>
              <a:gd name="connsiteY66938" fmla="*/ 380571 h 2398711"/>
              <a:gd name="connsiteX66939" fmla="*/ 1191523 w 2119654"/>
              <a:gd name="connsiteY66939" fmla="*/ 384423 h 2398711"/>
              <a:gd name="connsiteX66940" fmla="*/ 1191353 w 2119654"/>
              <a:gd name="connsiteY66940" fmla="*/ 389060 h 2398711"/>
              <a:gd name="connsiteX66941" fmla="*/ 1193524 w 2119654"/>
              <a:gd name="connsiteY66941" fmla="*/ 385643 h 2398711"/>
              <a:gd name="connsiteX66942" fmla="*/ 1193905 w 2119654"/>
              <a:gd name="connsiteY66942" fmla="*/ 385508 h 2398711"/>
              <a:gd name="connsiteX66943" fmla="*/ 1191335 w 2119654"/>
              <a:gd name="connsiteY66943" fmla="*/ 389553 h 2398711"/>
              <a:gd name="connsiteX66944" fmla="*/ 1191230 w 2119654"/>
              <a:gd name="connsiteY66944" fmla="*/ 392419 h 2398711"/>
              <a:gd name="connsiteX66945" fmla="*/ 1194620 w 2119654"/>
              <a:gd name="connsiteY66945" fmla="*/ 401482 h 2398711"/>
              <a:gd name="connsiteX66946" fmla="*/ 1195544 w 2119654"/>
              <a:gd name="connsiteY66946" fmla="*/ 400333 h 2398711"/>
              <a:gd name="connsiteX66947" fmla="*/ 1198808 w 2119654"/>
              <a:gd name="connsiteY66947" fmla="*/ 390520 h 2398711"/>
              <a:gd name="connsiteX66948" fmla="*/ 1202881 w 2119654"/>
              <a:gd name="connsiteY66948" fmla="*/ 382744 h 2398711"/>
              <a:gd name="connsiteX66949" fmla="*/ 1200881 w 2119654"/>
              <a:gd name="connsiteY66949" fmla="*/ 376673 h 2398711"/>
              <a:gd name="connsiteX66950" fmla="*/ 1200167 w 2119654"/>
              <a:gd name="connsiteY66950" fmla="*/ 374761 h 2398711"/>
              <a:gd name="connsiteX66951" fmla="*/ 1197557 w 2119654"/>
              <a:gd name="connsiteY66951" fmla="*/ 371284 h 2398711"/>
              <a:gd name="connsiteX66952" fmla="*/ 1166604 w 2119654"/>
              <a:gd name="connsiteY66952" fmla="*/ 435620 h 2398711"/>
              <a:gd name="connsiteX66953" fmla="*/ 1167675 w 2119654"/>
              <a:gd name="connsiteY66953" fmla="*/ 437390 h 2398711"/>
              <a:gd name="connsiteX66954" fmla="*/ 1167625 w 2119654"/>
              <a:gd name="connsiteY66954" fmla="*/ 436841 h 2398711"/>
              <a:gd name="connsiteX66955" fmla="*/ 1166767 w 2119654"/>
              <a:gd name="connsiteY66955" fmla="*/ 435810 h 2398711"/>
              <a:gd name="connsiteX66956" fmla="*/ 1165345 w 2119654"/>
              <a:gd name="connsiteY66956" fmla="*/ 438386 h 2398711"/>
              <a:gd name="connsiteX66957" fmla="*/ 1166533 w 2119654"/>
              <a:gd name="connsiteY66957" fmla="*/ 440695 h 2398711"/>
              <a:gd name="connsiteX66958" fmla="*/ 1166981 w 2119654"/>
              <a:gd name="connsiteY66958" fmla="*/ 440046 h 2398711"/>
              <a:gd name="connsiteX66959" fmla="*/ 1142065 w 2119654"/>
              <a:gd name="connsiteY66959" fmla="*/ 489963 h 2398711"/>
              <a:gd name="connsiteX66960" fmla="*/ 1142757 w 2119654"/>
              <a:gd name="connsiteY66960" fmla="*/ 490891 h 2398711"/>
              <a:gd name="connsiteX66961" fmla="*/ 1142768 w 2119654"/>
              <a:gd name="connsiteY66961" fmla="*/ 490861 h 2398711"/>
              <a:gd name="connsiteX66962" fmla="*/ 1142495 w 2119654"/>
              <a:gd name="connsiteY66962" fmla="*/ 489145 h 2398711"/>
              <a:gd name="connsiteX66963" fmla="*/ 1141101 w 2119654"/>
              <a:gd name="connsiteY66963" fmla="*/ 491794 h 2398711"/>
              <a:gd name="connsiteX66964" fmla="*/ 1140888 w 2119654"/>
              <a:gd name="connsiteY66964" fmla="*/ 492647 h 2398711"/>
              <a:gd name="connsiteX66965" fmla="*/ 1141554 w 2119654"/>
              <a:gd name="connsiteY66965" fmla="*/ 494183 h 2398711"/>
              <a:gd name="connsiteX66966" fmla="*/ 1141608 w 2119654"/>
              <a:gd name="connsiteY66966" fmla="*/ 494082 h 2398711"/>
              <a:gd name="connsiteX66967" fmla="*/ 1142666 w 2119654"/>
              <a:gd name="connsiteY66967" fmla="*/ 491144 h 2398711"/>
              <a:gd name="connsiteX66968" fmla="*/ 1141957 w 2119654"/>
              <a:gd name="connsiteY66968" fmla="*/ 490167 h 2398711"/>
              <a:gd name="connsiteX66969" fmla="*/ 1175623 w 2119654"/>
              <a:gd name="connsiteY66969" fmla="*/ 414441 h 2398711"/>
              <a:gd name="connsiteX66970" fmla="*/ 1178896 w 2119654"/>
              <a:gd name="connsiteY66970" fmla="*/ 420799 h 2398711"/>
              <a:gd name="connsiteX66971" fmla="*/ 1179792 w 2119654"/>
              <a:gd name="connsiteY66971" fmla="*/ 421496 h 2398711"/>
              <a:gd name="connsiteX66972" fmla="*/ 1184269 w 2119654"/>
              <a:gd name="connsiteY66972" fmla="*/ 415013 h 2398711"/>
              <a:gd name="connsiteX66973" fmla="*/ 1180457 w 2119654"/>
              <a:gd name="connsiteY66973" fmla="*/ 406673 h 2398711"/>
              <a:gd name="connsiteX66974" fmla="*/ 1178979 w 2119654"/>
              <a:gd name="connsiteY66974" fmla="*/ 408999 h 2398711"/>
              <a:gd name="connsiteX66975" fmla="*/ 1166438 w 2119654"/>
              <a:gd name="connsiteY66975" fmla="*/ 434854 h 2398711"/>
              <a:gd name="connsiteX66976" fmla="*/ 1167564 w 2119654"/>
              <a:gd name="connsiteY66976" fmla="*/ 436171 h 2398711"/>
              <a:gd name="connsiteX66977" fmla="*/ 1167417 w 2119654"/>
              <a:gd name="connsiteY66977" fmla="*/ 434545 h 2398711"/>
              <a:gd name="connsiteX66978" fmla="*/ 1167283 w 2119654"/>
              <a:gd name="connsiteY66978" fmla="*/ 434209 h 2398711"/>
              <a:gd name="connsiteX66979" fmla="*/ 499108 w 2119654"/>
              <a:gd name="connsiteY66979" fmla="*/ 1928925 h 2398711"/>
              <a:gd name="connsiteX66980" fmla="*/ 499217 w 2119654"/>
              <a:gd name="connsiteY66980" fmla="*/ 1929371 h 2398711"/>
              <a:gd name="connsiteX66981" fmla="*/ 500158 w 2119654"/>
              <a:gd name="connsiteY66981" fmla="*/ 1929389 h 2398711"/>
              <a:gd name="connsiteX66982" fmla="*/ 513973 w 2119654"/>
              <a:gd name="connsiteY66982" fmla="*/ 1895565 h 2398711"/>
              <a:gd name="connsiteX66983" fmla="*/ 515045 w 2119654"/>
              <a:gd name="connsiteY66983" fmla="*/ 1896007 h 2398711"/>
              <a:gd name="connsiteX66984" fmla="*/ 514902 w 2119654"/>
              <a:gd name="connsiteY66984" fmla="*/ 1895635 h 2398711"/>
              <a:gd name="connsiteX66985" fmla="*/ 1174035 w 2119654"/>
              <a:gd name="connsiteY66985" fmla="*/ 417017 h 2398711"/>
              <a:gd name="connsiteX66986" fmla="*/ 1174459 w 2119654"/>
              <a:gd name="connsiteY66986" fmla="*/ 417345 h 2398711"/>
              <a:gd name="connsiteX66987" fmla="*/ 1174173 w 2119654"/>
              <a:gd name="connsiteY66987" fmla="*/ 416793 h 2398711"/>
              <a:gd name="connsiteX66988" fmla="*/ 1195670 w 2119654"/>
              <a:gd name="connsiteY66988" fmla="*/ 368553 h 2398711"/>
              <a:gd name="connsiteX66989" fmla="*/ 1197097 w 2119654"/>
              <a:gd name="connsiteY66989" fmla="*/ 370454 h 2398711"/>
              <a:gd name="connsiteX66990" fmla="*/ 1197298 w 2119654"/>
              <a:gd name="connsiteY66990" fmla="*/ 370160 h 2398711"/>
              <a:gd name="connsiteX66991" fmla="*/ 1162287 w 2119654"/>
              <a:gd name="connsiteY66991" fmla="*/ 443195 h 2398711"/>
              <a:gd name="connsiteX66992" fmla="*/ 1161253 w 2119654"/>
              <a:gd name="connsiteY66992" fmla="*/ 448339 h 2398711"/>
              <a:gd name="connsiteX66993" fmla="*/ 1163435 w 2119654"/>
              <a:gd name="connsiteY66993" fmla="*/ 445179 h 2398711"/>
              <a:gd name="connsiteX66994" fmla="*/ 504300 w 2119654"/>
              <a:gd name="connsiteY66994" fmla="*/ 1916373 h 2398711"/>
              <a:gd name="connsiteX66995" fmla="*/ 506419 w 2119654"/>
              <a:gd name="connsiteY66995" fmla="*/ 1920820 h 2398711"/>
              <a:gd name="connsiteX66996" fmla="*/ 506005 w 2119654"/>
              <a:gd name="connsiteY66996" fmla="*/ 1916295 h 2398711"/>
              <a:gd name="connsiteX66997" fmla="*/ 514482 w 2119654"/>
              <a:gd name="connsiteY66997" fmla="*/ 1893527 h 2398711"/>
              <a:gd name="connsiteX66998" fmla="*/ 515107 w 2119654"/>
              <a:gd name="connsiteY66998" fmla="*/ 1895150 h 2398711"/>
              <a:gd name="connsiteX66999" fmla="*/ 516079 w 2119654"/>
              <a:gd name="connsiteY66999" fmla="*/ 1895224 h 2398711"/>
              <a:gd name="connsiteX67000" fmla="*/ 516049 w 2119654"/>
              <a:gd name="connsiteY67000" fmla="*/ 1894033 h 2398711"/>
              <a:gd name="connsiteX67001" fmla="*/ 514871 w 2119654"/>
              <a:gd name="connsiteY67001" fmla="*/ 1893598 h 2398711"/>
              <a:gd name="connsiteX67002" fmla="*/ 1172776 w 2119654"/>
              <a:gd name="connsiteY67002" fmla="*/ 419057 h 2398711"/>
              <a:gd name="connsiteX67003" fmla="*/ 1173551 w 2119654"/>
              <a:gd name="connsiteY67003" fmla="*/ 426079 h 2398711"/>
              <a:gd name="connsiteX67004" fmla="*/ 1174228 w 2119654"/>
              <a:gd name="connsiteY67004" fmla="*/ 427068 h 2398711"/>
              <a:gd name="connsiteX67005" fmla="*/ 1174896 w 2119654"/>
              <a:gd name="connsiteY67005" fmla="*/ 426557 h 2398711"/>
              <a:gd name="connsiteX67006" fmla="*/ 1177611 w 2119654"/>
              <a:gd name="connsiteY67006" fmla="*/ 424653 h 2398711"/>
              <a:gd name="connsiteX67007" fmla="*/ 1177959 w 2119654"/>
              <a:gd name="connsiteY67007" fmla="*/ 424149 h 2398711"/>
              <a:gd name="connsiteX67008" fmla="*/ 1177031 w 2119654"/>
              <a:gd name="connsiteY67008" fmla="*/ 422346 h 2398711"/>
              <a:gd name="connsiteX67009" fmla="*/ 1172786 w 2119654"/>
              <a:gd name="connsiteY67009" fmla="*/ 419042 h 2398711"/>
              <a:gd name="connsiteX67010" fmla="*/ 1162738 w 2119654"/>
              <a:gd name="connsiteY67010" fmla="*/ 440952 h 2398711"/>
              <a:gd name="connsiteX67011" fmla="*/ 1162383 w 2119654"/>
              <a:gd name="connsiteY67011" fmla="*/ 442717 h 2398711"/>
              <a:gd name="connsiteX67012" fmla="*/ 1163637 w 2119654"/>
              <a:gd name="connsiteY67012" fmla="*/ 444886 h 2398711"/>
              <a:gd name="connsiteX67013" fmla="*/ 1165158 w 2119654"/>
              <a:gd name="connsiteY67013" fmla="*/ 442685 h 2398711"/>
              <a:gd name="connsiteX67014" fmla="*/ 468735 w 2119654"/>
              <a:gd name="connsiteY67014" fmla="*/ 1994837 h 2398711"/>
              <a:gd name="connsiteX67015" fmla="*/ 480956 w 2119654"/>
              <a:gd name="connsiteY67015" fmla="*/ 1996219 h 2398711"/>
              <a:gd name="connsiteX67016" fmla="*/ 484321 w 2119654"/>
              <a:gd name="connsiteY67016" fmla="*/ 1996487 h 2398711"/>
              <a:gd name="connsiteX67017" fmla="*/ 478136 w 2119654"/>
              <a:gd name="connsiteY67017" fmla="*/ 1992913 h 2398711"/>
              <a:gd name="connsiteX67018" fmla="*/ 1171262 w 2119654"/>
              <a:gd name="connsiteY67018" fmla="*/ 421513 h 2398711"/>
              <a:gd name="connsiteX67019" fmla="*/ 1171715 w 2119654"/>
              <a:gd name="connsiteY67019" fmla="*/ 423395 h 2398711"/>
              <a:gd name="connsiteX67020" fmla="*/ 1172427 w 2119654"/>
              <a:gd name="connsiteY67020" fmla="*/ 424437 h 2398711"/>
              <a:gd name="connsiteX67021" fmla="*/ 1172057 w 2119654"/>
              <a:gd name="connsiteY67021" fmla="*/ 420225 h 2398711"/>
              <a:gd name="connsiteX67022" fmla="*/ 498712 w 2119654"/>
              <a:gd name="connsiteY67022" fmla="*/ 1927293 h 2398711"/>
              <a:gd name="connsiteX67023" fmla="*/ 498913 w 2119654"/>
              <a:gd name="connsiteY67023" fmla="*/ 1928121 h 2398711"/>
              <a:gd name="connsiteX67024" fmla="*/ 501860 w 2119654"/>
              <a:gd name="connsiteY67024" fmla="*/ 1929424 h 2398711"/>
              <a:gd name="connsiteX67025" fmla="*/ 503361 w 2119654"/>
              <a:gd name="connsiteY67025" fmla="*/ 1929454 h 2398711"/>
              <a:gd name="connsiteX67026" fmla="*/ 507139 w 2119654"/>
              <a:gd name="connsiteY67026" fmla="*/ 1928693 h 2398711"/>
              <a:gd name="connsiteX67027" fmla="*/ 506979 w 2119654"/>
              <a:gd name="connsiteY67027" fmla="*/ 1926945 h 2398711"/>
              <a:gd name="connsiteX67028" fmla="*/ 504439 w 2119654"/>
              <a:gd name="connsiteY67028" fmla="*/ 1926496 h 2398711"/>
              <a:gd name="connsiteX67029" fmla="*/ 1164547 w 2119654"/>
              <a:gd name="connsiteY67029" fmla="*/ 436296 h 2398711"/>
              <a:gd name="connsiteX67030" fmla="*/ 1165657 w 2119654"/>
              <a:gd name="connsiteY67030" fmla="*/ 437422 h 2398711"/>
              <a:gd name="connsiteX67031" fmla="*/ 1164868 w 2119654"/>
              <a:gd name="connsiteY67031" fmla="*/ 436051 h 2398711"/>
              <a:gd name="connsiteX67032" fmla="*/ 1166488 w 2119654"/>
              <a:gd name="connsiteY67032" fmla="*/ 431884 h 2398711"/>
              <a:gd name="connsiteX67033" fmla="*/ 1166820 w 2119654"/>
              <a:gd name="connsiteY67033" fmla="*/ 432720 h 2398711"/>
              <a:gd name="connsiteX67034" fmla="*/ 1167158 w 2119654"/>
              <a:gd name="connsiteY67034" fmla="*/ 432462 h 2398711"/>
              <a:gd name="connsiteX67035" fmla="*/ 1183444 w 2119654"/>
              <a:gd name="connsiteY67035" fmla="*/ 393594 h 2398711"/>
              <a:gd name="connsiteX67036" fmla="*/ 1186379 w 2119654"/>
              <a:gd name="connsiteY67036" fmla="*/ 396887 h 2398711"/>
              <a:gd name="connsiteX67037" fmla="*/ 1187056 w 2119654"/>
              <a:gd name="connsiteY67037" fmla="*/ 395822 h 2398711"/>
              <a:gd name="connsiteX67038" fmla="*/ 1187387 w 2119654"/>
              <a:gd name="connsiteY67038" fmla="*/ 386817 h 2398711"/>
              <a:gd name="connsiteX67039" fmla="*/ 1163283 w 2119654"/>
              <a:gd name="connsiteY67039" fmla="*/ 438234 h 2398711"/>
              <a:gd name="connsiteX67040" fmla="*/ 1162882 w 2119654"/>
              <a:gd name="connsiteY67040" fmla="*/ 440231 h 2398711"/>
              <a:gd name="connsiteX67041" fmla="*/ 1165147 w 2119654"/>
              <a:gd name="connsiteY67041" fmla="*/ 441853 h 2398711"/>
              <a:gd name="connsiteX67042" fmla="*/ 513936 w 2119654"/>
              <a:gd name="connsiteY67042" fmla="*/ 1892105 h 2398711"/>
              <a:gd name="connsiteX67043" fmla="*/ 514294 w 2119654"/>
              <a:gd name="connsiteY67043" fmla="*/ 1893037 h 2398711"/>
              <a:gd name="connsiteX67044" fmla="*/ 516031 w 2119654"/>
              <a:gd name="connsiteY67044" fmla="*/ 1893332 h 2398711"/>
              <a:gd name="connsiteX67045" fmla="*/ 515992 w 2119654"/>
              <a:gd name="connsiteY67045" fmla="*/ 1891827 h 2398711"/>
              <a:gd name="connsiteX67046" fmla="*/ 481003 w 2119654"/>
              <a:gd name="connsiteY67046" fmla="*/ 1965634 h 2398711"/>
              <a:gd name="connsiteX67047" fmla="*/ 496386 w 2119654"/>
              <a:gd name="connsiteY67047" fmla="*/ 1960769 h 2398711"/>
              <a:gd name="connsiteX67048" fmla="*/ 496193 w 2119654"/>
              <a:gd name="connsiteY67048" fmla="*/ 1960676 h 2398711"/>
              <a:gd name="connsiteX67049" fmla="*/ 491858 w 2119654"/>
              <a:gd name="connsiteY67049" fmla="*/ 1960529 h 2398711"/>
              <a:gd name="connsiteX67050" fmla="*/ 503617 w 2119654"/>
              <a:gd name="connsiteY67050" fmla="*/ 1914940 h 2398711"/>
              <a:gd name="connsiteX67051" fmla="*/ 504043 w 2119654"/>
              <a:gd name="connsiteY67051" fmla="*/ 1915832 h 2398711"/>
              <a:gd name="connsiteX67052" fmla="*/ 505952 w 2119654"/>
              <a:gd name="connsiteY67052" fmla="*/ 1915719 h 2398711"/>
              <a:gd name="connsiteX67053" fmla="*/ 505935 w 2119654"/>
              <a:gd name="connsiteY67053" fmla="*/ 1915535 h 2398711"/>
              <a:gd name="connsiteX67054" fmla="*/ 488293 w 2119654"/>
              <a:gd name="connsiteY67054" fmla="*/ 1949205 h 2398711"/>
              <a:gd name="connsiteX67055" fmla="*/ 488405 w 2119654"/>
              <a:gd name="connsiteY67055" fmla="*/ 1950230 h 2398711"/>
              <a:gd name="connsiteX67056" fmla="*/ 498611 w 2119654"/>
              <a:gd name="connsiteY67056" fmla="*/ 1951116 h 2398711"/>
              <a:gd name="connsiteX67057" fmla="*/ 502602 w 2119654"/>
              <a:gd name="connsiteY67057" fmla="*/ 1951297 h 2398711"/>
              <a:gd name="connsiteX67058" fmla="*/ 502279 w 2119654"/>
              <a:gd name="connsiteY67058" fmla="*/ 1949966 h 2398711"/>
              <a:gd name="connsiteX67059" fmla="*/ 491727 w 2119654"/>
              <a:gd name="connsiteY67059" fmla="*/ 1947772 h 2398711"/>
              <a:gd name="connsiteX67060" fmla="*/ 478728 w 2119654"/>
              <a:gd name="connsiteY67060" fmla="*/ 1969224 h 2398711"/>
              <a:gd name="connsiteX67061" fmla="*/ 494539 w 2119654"/>
              <a:gd name="connsiteY67061" fmla="*/ 1974677 h 2398711"/>
              <a:gd name="connsiteX67062" fmla="*/ 497901 w 2119654"/>
              <a:gd name="connsiteY67062" fmla="*/ 1975000 h 2398711"/>
              <a:gd name="connsiteX67063" fmla="*/ 508569 w 2119654"/>
              <a:gd name="connsiteY67063" fmla="*/ 1972603 h 2398711"/>
              <a:gd name="connsiteX67064" fmla="*/ 507715 w 2119654"/>
              <a:gd name="connsiteY67064" fmla="*/ 1969620 h 2398711"/>
              <a:gd name="connsiteX67065" fmla="*/ 503775 w 2119654"/>
              <a:gd name="connsiteY67065" fmla="*/ 1969704 h 2398711"/>
              <a:gd name="connsiteX67066" fmla="*/ 1178746 w 2119654"/>
              <a:gd name="connsiteY67066" fmla="*/ 401670 h 2398711"/>
              <a:gd name="connsiteX67067" fmla="*/ 1180668 w 2119654"/>
              <a:gd name="connsiteY67067" fmla="*/ 405876 h 2398711"/>
              <a:gd name="connsiteX67068" fmla="*/ 1186072 w 2119654"/>
              <a:gd name="connsiteY67068" fmla="*/ 397371 h 2398711"/>
              <a:gd name="connsiteX67069" fmla="*/ 1183184 w 2119654"/>
              <a:gd name="connsiteY67069" fmla="*/ 394041 h 2398711"/>
              <a:gd name="connsiteX67070" fmla="*/ 1164019 w 2119654"/>
              <a:gd name="connsiteY67070" fmla="*/ 434573 h 2398711"/>
              <a:gd name="connsiteX67071" fmla="*/ 1163950 w 2119654"/>
              <a:gd name="connsiteY67071" fmla="*/ 434910 h 2398711"/>
              <a:gd name="connsiteX67072" fmla="*/ 1164133 w 2119654"/>
              <a:gd name="connsiteY67072" fmla="*/ 434770 h 2398711"/>
              <a:gd name="connsiteX67073" fmla="*/ 498243 w 2119654"/>
              <a:gd name="connsiteY67073" fmla="*/ 1925360 h 2398711"/>
              <a:gd name="connsiteX67074" fmla="*/ 498497 w 2119654"/>
              <a:gd name="connsiteY67074" fmla="*/ 1926409 h 2398711"/>
              <a:gd name="connsiteX67075" fmla="*/ 501528 w 2119654"/>
              <a:gd name="connsiteY67075" fmla="*/ 1925982 h 2398711"/>
              <a:gd name="connsiteX67076" fmla="*/ 501254 w 2119654"/>
              <a:gd name="connsiteY67076" fmla="*/ 1925934 h 2398711"/>
              <a:gd name="connsiteX67077" fmla="*/ 479545 w 2119654"/>
              <a:gd name="connsiteY67077" fmla="*/ 1966351 h 2398711"/>
              <a:gd name="connsiteX67078" fmla="*/ 501242 w 2119654"/>
              <a:gd name="connsiteY67078" fmla="*/ 1963105 h 2398711"/>
              <a:gd name="connsiteX67079" fmla="*/ 497038 w 2119654"/>
              <a:gd name="connsiteY67079" fmla="*/ 1961082 h 2398711"/>
              <a:gd name="connsiteX67080" fmla="*/ 1164603 w 2119654"/>
              <a:gd name="connsiteY67080" fmla="*/ 432311 h 2398711"/>
              <a:gd name="connsiteX67081" fmla="*/ 1165421 w 2119654"/>
              <a:gd name="connsiteY67081" fmla="*/ 433663 h 2398711"/>
              <a:gd name="connsiteX67082" fmla="*/ 1165485 w 2119654"/>
              <a:gd name="connsiteY67082" fmla="*/ 433739 h 2398711"/>
              <a:gd name="connsiteX67083" fmla="*/ 1166721 w 2119654"/>
              <a:gd name="connsiteY67083" fmla="*/ 432795 h 2398711"/>
              <a:gd name="connsiteX67084" fmla="*/ 1166291 w 2119654"/>
              <a:gd name="connsiteY67084" fmla="*/ 431715 h 2398711"/>
              <a:gd name="connsiteX67085" fmla="*/ 1165428 w 2119654"/>
              <a:gd name="connsiteY67085" fmla="*/ 430973 h 2398711"/>
              <a:gd name="connsiteX67086" fmla="*/ 488053 w 2119654"/>
              <a:gd name="connsiteY67086" fmla="*/ 1947007 h 2398711"/>
              <a:gd name="connsiteX67087" fmla="*/ 488272 w 2119654"/>
              <a:gd name="connsiteY67087" fmla="*/ 1949013 h 2398711"/>
              <a:gd name="connsiteX67088" fmla="*/ 491329 w 2119654"/>
              <a:gd name="connsiteY67088" fmla="*/ 1947689 h 2398711"/>
              <a:gd name="connsiteX67089" fmla="*/ 1196074 w 2119654"/>
              <a:gd name="connsiteY67089" fmla="*/ 361409 h 2398711"/>
              <a:gd name="connsiteX67090" fmla="*/ 1197131 w 2119654"/>
              <a:gd name="connsiteY67090" fmla="*/ 363640 h 2398711"/>
              <a:gd name="connsiteX67091" fmla="*/ 1198908 w 2119654"/>
              <a:gd name="connsiteY67091" fmla="*/ 367807 h 2398711"/>
              <a:gd name="connsiteX67092" fmla="*/ 1199731 w 2119654"/>
              <a:gd name="connsiteY67092" fmla="*/ 366604 h 2398711"/>
              <a:gd name="connsiteX67093" fmla="*/ 492340 w 2119654"/>
              <a:gd name="connsiteY67093" fmla="*/ 1937013 h 2398711"/>
              <a:gd name="connsiteX67094" fmla="*/ 499618 w 2119654"/>
              <a:gd name="connsiteY67094" fmla="*/ 1939011 h 2398711"/>
              <a:gd name="connsiteX67095" fmla="*/ 498780 w 2119654"/>
              <a:gd name="connsiteY67095" fmla="*/ 1935563 h 2398711"/>
              <a:gd name="connsiteX67096" fmla="*/ 512047 w 2119654"/>
              <a:gd name="connsiteY67096" fmla="*/ 1892361 h 2398711"/>
              <a:gd name="connsiteX67097" fmla="*/ 512808 w 2119654"/>
              <a:gd name="connsiteY67097" fmla="*/ 1892642 h 2398711"/>
              <a:gd name="connsiteX67098" fmla="*/ 513582 w 2119654"/>
              <a:gd name="connsiteY67098" fmla="*/ 1892916 h 2398711"/>
              <a:gd name="connsiteX67099" fmla="*/ 513876 w 2119654"/>
              <a:gd name="connsiteY67099" fmla="*/ 1892966 h 2398711"/>
              <a:gd name="connsiteX67100" fmla="*/ 513564 w 2119654"/>
              <a:gd name="connsiteY67100" fmla="*/ 1892156 h 2398711"/>
              <a:gd name="connsiteX67101" fmla="*/ 486278 w 2119654"/>
              <a:gd name="connsiteY67101" fmla="*/ 1950045 h 2398711"/>
              <a:gd name="connsiteX67102" fmla="*/ 488263 w 2119654"/>
              <a:gd name="connsiteY67102" fmla="*/ 1950217 h 2398711"/>
              <a:gd name="connsiteX67103" fmla="*/ 488158 w 2119654"/>
              <a:gd name="connsiteY67103" fmla="*/ 1949261 h 2398711"/>
              <a:gd name="connsiteX67104" fmla="*/ 1173602 w 2119654"/>
              <a:gd name="connsiteY67104" fmla="*/ 410513 h 2398711"/>
              <a:gd name="connsiteX67105" fmla="*/ 1175445 w 2119654"/>
              <a:gd name="connsiteY67105" fmla="*/ 414095 h 2398711"/>
              <a:gd name="connsiteX67106" fmla="*/ 1180333 w 2119654"/>
              <a:gd name="connsiteY67106" fmla="*/ 406402 h 2398711"/>
              <a:gd name="connsiteX67107" fmla="*/ 1178424 w 2119654"/>
              <a:gd name="connsiteY67107" fmla="*/ 402224 h 2398711"/>
              <a:gd name="connsiteX67108" fmla="*/ 497909 w 2119654"/>
              <a:gd name="connsiteY67108" fmla="*/ 1923266 h 2398711"/>
              <a:gd name="connsiteX67109" fmla="*/ 506763 w 2119654"/>
              <a:gd name="connsiteY67109" fmla="*/ 1924580 h 2398711"/>
              <a:gd name="connsiteX67110" fmla="*/ 506613 w 2119654"/>
              <a:gd name="connsiteY67110" fmla="*/ 1922943 h 2398711"/>
              <a:gd name="connsiteX67111" fmla="*/ 504443 w 2119654"/>
              <a:gd name="connsiteY67111" fmla="*/ 1922807 h 2398711"/>
              <a:gd name="connsiteX67112" fmla="*/ 502333 w 2119654"/>
              <a:gd name="connsiteY67112" fmla="*/ 1922588 h 2398711"/>
              <a:gd name="connsiteX67113" fmla="*/ 497780 w 2119654"/>
              <a:gd name="connsiteY67113" fmla="*/ 1923457 h 2398711"/>
              <a:gd name="connsiteX67114" fmla="*/ 498116 w 2119654"/>
              <a:gd name="connsiteY67114" fmla="*/ 1924839 h 2398711"/>
              <a:gd name="connsiteX67115" fmla="*/ 503229 w 2119654"/>
              <a:gd name="connsiteY67115" fmla="*/ 1925743 h 2398711"/>
              <a:gd name="connsiteX67116" fmla="*/ 506823 w 2119654"/>
              <a:gd name="connsiteY67116" fmla="*/ 1925236 h 2398711"/>
              <a:gd name="connsiteX67117" fmla="*/ 506782 w 2119654"/>
              <a:gd name="connsiteY67117" fmla="*/ 1924793 h 2398711"/>
              <a:gd name="connsiteX67118" fmla="*/ 484132 w 2119654"/>
              <a:gd name="connsiteY67118" fmla="*/ 1953950 h 2398711"/>
              <a:gd name="connsiteX67119" fmla="*/ 485383 w 2119654"/>
              <a:gd name="connsiteY67119" fmla="*/ 1954490 h 2398711"/>
              <a:gd name="connsiteX67120" fmla="*/ 487776 w 2119654"/>
              <a:gd name="connsiteY67120" fmla="*/ 1954072 h 2398711"/>
              <a:gd name="connsiteX67121" fmla="*/ 486875 w 2119654"/>
              <a:gd name="connsiteY67121" fmla="*/ 1953984 h 2398711"/>
              <a:gd name="connsiteX67122" fmla="*/ 502526 w 2119654"/>
              <a:gd name="connsiteY67122" fmla="*/ 1912649 h 2398711"/>
              <a:gd name="connsiteX67123" fmla="*/ 503385 w 2119654"/>
              <a:gd name="connsiteY67123" fmla="*/ 1914453 h 2398711"/>
              <a:gd name="connsiteX67124" fmla="*/ 505890 w 2119654"/>
              <a:gd name="connsiteY67124" fmla="*/ 1915043 h 2398711"/>
              <a:gd name="connsiteX67125" fmla="*/ 505789 w 2119654"/>
              <a:gd name="connsiteY67125" fmla="*/ 1913934 h 2398711"/>
              <a:gd name="connsiteX67126" fmla="*/ 509115 w 2119654"/>
              <a:gd name="connsiteY67126" fmla="*/ 1897873 h 2398711"/>
              <a:gd name="connsiteX67127" fmla="*/ 516180 w 2119654"/>
              <a:gd name="connsiteY67127" fmla="*/ 1899114 h 2398711"/>
              <a:gd name="connsiteX67128" fmla="*/ 516175 w 2119654"/>
              <a:gd name="connsiteY67128" fmla="*/ 1898944 h 2398711"/>
              <a:gd name="connsiteX67129" fmla="*/ 516110 w 2119654"/>
              <a:gd name="connsiteY67129" fmla="*/ 1898774 h 2398711"/>
              <a:gd name="connsiteX67130" fmla="*/ 513163 w 2119654"/>
              <a:gd name="connsiteY67130" fmla="*/ 1897945 h 2398711"/>
              <a:gd name="connsiteX67131" fmla="*/ 513151 w 2119654"/>
              <a:gd name="connsiteY67131" fmla="*/ 1897923 h 2398711"/>
              <a:gd name="connsiteX67132" fmla="*/ 1210077 w 2119654"/>
              <a:gd name="connsiteY67132" fmla="*/ 328222 h 2398711"/>
              <a:gd name="connsiteX67133" fmla="*/ 1219983 w 2119654"/>
              <a:gd name="connsiteY67133" fmla="*/ 337998 h 2398711"/>
              <a:gd name="connsiteX67134" fmla="*/ 1225115 w 2119654"/>
              <a:gd name="connsiteY67134" fmla="*/ 331105 h 2398711"/>
              <a:gd name="connsiteX67135" fmla="*/ 1216838 w 2119654"/>
              <a:gd name="connsiteY67135" fmla="*/ 319350 h 2398711"/>
              <a:gd name="connsiteX67136" fmla="*/ 1211216 w 2119654"/>
              <a:gd name="connsiteY67136" fmla="*/ 326694 h 2398711"/>
              <a:gd name="connsiteX67137" fmla="*/ 1172116 w 2119654"/>
              <a:gd name="connsiteY67137" fmla="*/ 413066 h 2398711"/>
              <a:gd name="connsiteX67138" fmla="*/ 1172414 w 2119654"/>
              <a:gd name="connsiteY67138" fmla="*/ 415753 h 2398711"/>
              <a:gd name="connsiteX67139" fmla="*/ 1173736 w 2119654"/>
              <a:gd name="connsiteY67139" fmla="*/ 416784 h 2398711"/>
              <a:gd name="connsiteX67140" fmla="*/ 1173975 w 2119654"/>
              <a:gd name="connsiteY67140" fmla="*/ 416408 h 2398711"/>
              <a:gd name="connsiteX67141" fmla="*/ 1172190 w 2119654"/>
              <a:gd name="connsiteY67141" fmla="*/ 412939 h 2398711"/>
              <a:gd name="connsiteX67142" fmla="*/ 1170181 w 2119654"/>
              <a:gd name="connsiteY67142" fmla="*/ 417014 h 2398711"/>
              <a:gd name="connsiteX67143" fmla="*/ 1171117 w 2119654"/>
              <a:gd name="connsiteY67143" fmla="*/ 420907 h 2398711"/>
              <a:gd name="connsiteX67144" fmla="*/ 1171995 w 2119654"/>
              <a:gd name="connsiteY67144" fmla="*/ 419525 h 2398711"/>
              <a:gd name="connsiteX67145" fmla="*/ 1171891 w 2119654"/>
              <a:gd name="connsiteY67145" fmla="*/ 418344 h 2398711"/>
              <a:gd name="connsiteX67146" fmla="*/ 1164328 w 2119654"/>
              <a:gd name="connsiteY67146" fmla="*/ 430022 h 2398711"/>
              <a:gd name="connsiteX67147" fmla="*/ 1164265 w 2119654"/>
              <a:gd name="connsiteY67147" fmla="*/ 431753 h 2398711"/>
              <a:gd name="connsiteX67148" fmla="*/ 1164280 w 2119654"/>
              <a:gd name="connsiteY67148" fmla="*/ 431776 h 2398711"/>
              <a:gd name="connsiteX67149" fmla="*/ 1165003 w 2119654"/>
              <a:gd name="connsiteY67149" fmla="*/ 430604 h 2398711"/>
              <a:gd name="connsiteX67150" fmla="*/ 1171132 w 2119654"/>
              <a:gd name="connsiteY67150" fmla="*/ 414758 h 2398711"/>
              <a:gd name="connsiteX67151" fmla="*/ 1171606 w 2119654"/>
              <a:gd name="connsiteY67151" fmla="*/ 415127 h 2398711"/>
              <a:gd name="connsiteX67152" fmla="*/ 1171516 w 2119654"/>
              <a:gd name="connsiteY67152" fmla="*/ 414096 h 2398711"/>
              <a:gd name="connsiteX67153" fmla="*/ 487801 w 2119654"/>
              <a:gd name="connsiteY67153" fmla="*/ 1944709 h 2398711"/>
              <a:gd name="connsiteX67154" fmla="*/ 488008 w 2119654"/>
              <a:gd name="connsiteY67154" fmla="*/ 1946596 h 2398711"/>
              <a:gd name="connsiteX67155" fmla="*/ 491957 w 2119654"/>
              <a:gd name="connsiteY67155" fmla="*/ 1947417 h 2398711"/>
              <a:gd name="connsiteX67156" fmla="*/ 497185 w 2119654"/>
              <a:gd name="connsiteY67156" fmla="*/ 1945152 h 2398711"/>
              <a:gd name="connsiteX67157" fmla="*/ 511085 w 2119654"/>
              <a:gd name="connsiteY67157" fmla="*/ 1892491 h 2398711"/>
              <a:gd name="connsiteX67158" fmla="*/ 512551 w 2119654"/>
              <a:gd name="connsiteY67158" fmla="*/ 1892741 h 2398711"/>
              <a:gd name="connsiteX67159" fmla="*/ 511664 w 2119654"/>
              <a:gd name="connsiteY67159" fmla="*/ 1892413 h 2398711"/>
              <a:gd name="connsiteX67160" fmla="*/ 1208825 w 2119654"/>
              <a:gd name="connsiteY67160" fmla="*/ 329904 h 2398711"/>
              <a:gd name="connsiteX67161" fmla="*/ 1216210 w 2119654"/>
              <a:gd name="connsiteY67161" fmla="*/ 339743 h 2398711"/>
              <a:gd name="connsiteX67162" fmla="*/ 1217434 w 2119654"/>
              <a:gd name="connsiteY67162" fmla="*/ 341422 h 2398711"/>
              <a:gd name="connsiteX67163" fmla="*/ 1219441 w 2119654"/>
              <a:gd name="connsiteY67163" fmla="*/ 338726 h 2398711"/>
              <a:gd name="connsiteX67164" fmla="*/ 1209536 w 2119654"/>
              <a:gd name="connsiteY67164" fmla="*/ 328950 h 2398711"/>
              <a:gd name="connsiteX67165" fmla="*/ 1122589 w 2119654"/>
              <a:gd name="connsiteY67165" fmla="*/ 522777 h 2398711"/>
              <a:gd name="connsiteX67166" fmla="*/ 1122592 w 2119654"/>
              <a:gd name="connsiteY67166" fmla="*/ 522844 h 2398711"/>
              <a:gd name="connsiteX67167" fmla="*/ 1122605 w 2119654"/>
              <a:gd name="connsiteY67167" fmla="*/ 522804 h 2398711"/>
              <a:gd name="connsiteX67168" fmla="*/ 1147146 w 2119654"/>
              <a:gd name="connsiteY67168" fmla="*/ 467656 h 2398711"/>
              <a:gd name="connsiteX67169" fmla="*/ 1146959 w 2119654"/>
              <a:gd name="connsiteY67169" fmla="*/ 468401 h 2398711"/>
              <a:gd name="connsiteX67170" fmla="*/ 1147099 w 2119654"/>
              <a:gd name="connsiteY67170" fmla="*/ 468353 h 2398711"/>
              <a:gd name="connsiteX67171" fmla="*/ 1146890 w 2119654"/>
              <a:gd name="connsiteY67171" fmla="*/ 468677 h 2398711"/>
              <a:gd name="connsiteX67172" fmla="*/ 1146171 w 2119654"/>
              <a:gd name="connsiteY67172" fmla="*/ 471549 h 2398711"/>
              <a:gd name="connsiteX67173" fmla="*/ 1146661 w 2119654"/>
              <a:gd name="connsiteY67173" fmla="*/ 472275 h 2398711"/>
              <a:gd name="connsiteX67174" fmla="*/ 1147978 w 2119654"/>
              <a:gd name="connsiteY67174" fmla="*/ 469772 h 2398711"/>
              <a:gd name="connsiteX67175" fmla="*/ 1147346 w 2119654"/>
              <a:gd name="connsiteY67175" fmla="*/ 466859 h 2398711"/>
              <a:gd name="connsiteX67176" fmla="*/ 1147186 w 2119654"/>
              <a:gd name="connsiteY67176" fmla="*/ 467495 h 2398711"/>
              <a:gd name="connsiteX67177" fmla="*/ 1148009 w 2119654"/>
              <a:gd name="connsiteY67177" fmla="*/ 469713 h 2398711"/>
              <a:gd name="connsiteX67178" fmla="*/ 1148310 w 2119654"/>
              <a:gd name="connsiteY67178" fmla="*/ 469142 h 2398711"/>
              <a:gd name="connsiteX67179" fmla="*/ 497446 w 2119654"/>
              <a:gd name="connsiteY67179" fmla="*/ 1922082 h 2398711"/>
              <a:gd name="connsiteX67180" fmla="*/ 497694 w 2119654"/>
              <a:gd name="connsiteY67180" fmla="*/ 1923101 h 2398711"/>
              <a:gd name="connsiteX67181" fmla="*/ 501565 w 2119654"/>
              <a:gd name="connsiteY67181" fmla="*/ 1922508 h 2398711"/>
              <a:gd name="connsiteX67182" fmla="*/ 490781 w 2119654"/>
              <a:gd name="connsiteY67182" fmla="*/ 1936584 h 2398711"/>
              <a:gd name="connsiteX67183" fmla="*/ 491310 w 2119654"/>
              <a:gd name="connsiteY67183" fmla="*/ 1936730 h 2398711"/>
              <a:gd name="connsiteX67184" fmla="*/ 495489 w 2119654"/>
              <a:gd name="connsiteY67184" fmla="*/ 1935789 h 2398711"/>
              <a:gd name="connsiteX67185" fmla="*/ 1148418 w 2119654"/>
              <a:gd name="connsiteY67185" fmla="*/ 463943 h 2398711"/>
              <a:gd name="connsiteX67186" fmla="*/ 1147601 w 2119654"/>
              <a:gd name="connsiteY67186" fmla="*/ 465842 h 2398711"/>
              <a:gd name="connsiteX67187" fmla="*/ 1147540 w 2119654"/>
              <a:gd name="connsiteY67187" fmla="*/ 466083 h 2398711"/>
              <a:gd name="connsiteX67188" fmla="*/ 1148663 w 2119654"/>
              <a:gd name="connsiteY67188" fmla="*/ 468471 h 2398711"/>
              <a:gd name="connsiteX67189" fmla="*/ 1149651 w 2119654"/>
              <a:gd name="connsiteY67189" fmla="*/ 466593 h 2398711"/>
              <a:gd name="connsiteX67190" fmla="*/ 1150277 w 2119654"/>
              <a:gd name="connsiteY67190" fmla="*/ 459631 h 2398711"/>
              <a:gd name="connsiteX67191" fmla="*/ 1148755 w 2119654"/>
              <a:gd name="connsiteY67191" fmla="*/ 463162 h 2398711"/>
              <a:gd name="connsiteX67192" fmla="*/ 1150091 w 2119654"/>
              <a:gd name="connsiteY67192" fmla="*/ 465757 h 2398711"/>
              <a:gd name="connsiteX67193" fmla="*/ 1150542 w 2119654"/>
              <a:gd name="connsiteY67193" fmla="*/ 464899 h 2398711"/>
              <a:gd name="connsiteX67194" fmla="*/ 1150744 w 2119654"/>
              <a:gd name="connsiteY67194" fmla="*/ 458547 h 2398711"/>
              <a:gd name="connsiteX67195" fmla="*/ 1150484 w 2119654"/>
              <a:gd name="connsiteY67195" fmla="*/ 459151 h 2398711"/>
              <a:gd name="connsiteX67196" fmla="*/ 1150937 w 2119654"/>
              <a:gd name="connsiteY67196" fmla="*/ 464149 h 2398711"/>
              <a:gd name="connsiteX67197" fmla="*/ 1152168 w 2119654"/>
              <a:gd name="connsiteY67197" fmla="*/ 461810 h 2398711"/>
              <a:gd name="connsiteX67198" fmla="*/ 1151998 w 2119654"/>
              <a:gd name="connsiteY67198" fmla="*/ 459886 h 2398711"/>
              <a:gd name="connsiteX67199" fmla="*/ 1151686 w 2119654"/>
              <a:gd name="connsiteY67199" fmla="*/ 456364 h 2398711"/>
              <a:gd name="connsiteX67200" fmla="*/ 1151188 w 2119654"/>
              <a:gd name="connsiteY67200" fmla="*/ 457517 h 2398711"/>
              <a:gd name="connsiteX67201" fmla="*/ 1151851 w 2119654"/>
              <a:gd name="connsiteY67201" fmla="*/ 458226 h 2398711"/>
              <a:gd name="connsiteX67202" fmla="*/ 1156407 w 2119654"/>
              <a:gd name="connsiteY67202" fmla="*/ 445602 h 2398711"/>
              <a:gd name="connsiteX67203" fmla="*/ 1156667 w 2119654"/>
              <a:gd name="connsiteY67203" fmla="*/ 446684 h 2398711"/>
              <a:gd name="connsiteX67204" fmla="*/ 1157116 w 2119654"/>
              <a:gd name="connsiteY67204" fmla="*/ 444453 h 2398711"/>
              <a:gd name="connsiteX67205" fmla="*/ 1164438 w 2119654"/>
              <a:gd name="connsiteY67205" fmla="*/ 427057 h 2398711"/>
              <a:gd name="connsiteX67206" fmla="*/ 1164436 w 2119654"/>
              <a:gd name="connsiteY67206" fmla="*/ 427087 h 2398711"/>
              <a:gd name="connsiteX67207" fmla="*/ 1164455 w 2119654"/>
              <a:gd name="connsiteY67207" fmla="*/ 427101 h 2398711"/>
              <a:gd name="connsiteX67208" fmla="*/ 1164643 w 2119654"/>
              <a:gd name="connsiteY67208" fmla="*/ 426301 h 2398711"/>
              <a:gd name="connsiteX67209" fmla="*/ 1164449 w 2119654"/>
              <a:gd name="connsiteY67209" fmla="*/ 426750 h 2398711"/>
              <a:gd name="connsiteX67210" fmla="*/ 1164449 w 2119654"/>
              <a:gd name="connsiteY67210" fmla="*/ 426759 h 2398711"/>
              <a:gd name="connsiteX67211" fmla="*/ 1164643 w 2119654"/>
              <a:gd name="connsiteY67211" fmla="*/ 427247 h 2398711"/>
              <a:gd name="connsiteX67212" fmla="*/ 1166284 w 2119654"/>
              <a:gd name="connsiteY67212" fmla="*/ 428524 h 2398711"/>
              <a:gd name="connsiteX67213" fmla="*/ 1166295 w 2119654"/>
              <a:gd name="connsiteY67213" fmla="*/ 428508 h 2398711"/>
              <a:gd name="connsiteX67214" fmla="*/ 1166215 w 2119654"/>
              <a:gd name="connsiteY67214" fmla="*/ 428176 h 2398711"/>
              <a:gd name="connsiteX67215" fmla="*/ 1165292 w 2119654"/>
              <a:gd name="connsiteY67215" fmla="*/ 424796 h 2398711"/>
              <a:gd name="connsiteX67216" fmla="*/ 1164807 w 2119654"/>
              <a:gd name="connsiteY67216" fmla="*/ 425919 h 2398711"/>
              <a:gd name="connsiteX67217" fmla="*/ 1166020 w 2119654"/>
              <a:gd name="connsiteY67217" fmla="*/ 427365 h 2398711"/>
              <a:gd name="connsiteX67218" fmla="*/ 1165370 w 2119654"/>
              <a:gd name="connsiteY67218" fmla="*/ 424661 h 2398711"/>
              <a:gd name="connsiteX67219" fmla="*/ 476142 w 2119654"/>
              <a:gd name="connsiteY67219" fmla="*/ 1967920 h 2398711"/>
              <a:gd name="connsiteX67220" fmla="*/ 507040 w 2119654"/>
              <a:gd name="connsiteY67220" fmla="*/ 1967261 h 2398711"/>
              <a:gd name="connsiteX67221" fmla="*/ 506586 w 2119654"/>
              <a:gd name="connsiteY67221" fmla="*/ 1965676 h 2398711"/>
              <a:gd name="connsiteX67222" fmla="*/ 502332 w 2119654"/>
              <a:gd name="connsiteY67222" fmla="*/ 1963629 h 2398711"/>
              <a:gd name="connsiteX67223" fmla="*/ 497591 w 2119654"/>
              <a:gd name="connsiteY67223" fmla="*/ 1964338 h 2398711"/>
              <a:gd name="connsiteX67224" fmla="*/ 478155 w 2119654"/>
              <a:gd name="connsiteY67224" fmla="*/ 1966974 h 2398711"/>
              <a:gd name="connsiteX67225" fmla="*/ 1134124 w 2119654"/>
              <a:gd name="connsiteY67225" fmla="*/ 494374 h 2398711"/>
              <a:gd name="connsiteX67226" fmla="*/ 1134086 w 2119654"/>
              <a:gd name="connsiteY67226" fmla="*/ 494527 h 2398711"/>
              <a:gd name="connsiteX67227" fmla="*/ 1134180 w 2119654"/>
              <a:gd name="connsiteY67227" fmla="*/ 495595 h 2398711"/>
              <a:gd name="connsiteX67228" fmla="*/ 1134323 w 2119654"/>
              <a:gd name="connsiteY67228" fmla="*/ 495721 h 2398711"/>
              <a:gd name="connsiteX67229" fmla="*/ 1134801 w 2119654"/>
              <a:gd name="connsiteY67229" fmla="*/ 494814 h 2398711"/>
              <a:gd name="connsiteX67230" fmla="*/ 492849 w 2119654"/>
              <a:gd name="connsiteY67230" fmla="*/ 1929861 h 2398711"/>
              <a:gd name="connsiteX67231" fmla="*/ 497757 w 2119654"/>
              <a:gd name="connsiteY67231" fmla="*/ 1932042 h 2398711"/>
              <a:gd name="connsiteX67232" fmla="*/ 497013 w 2119654"/>
              <a:gd name="connsiteY67232" fmla="*/ 1929945 h 2398711"/>
              <a:gd name="connsiteX67233" fmla="*/ 463284 w 2119654"/>
              <a:gd name="connsiteY67233" fmla="*/ 1995952 h 2398711"/>
              <a:gd name="connsiteX67234" fmla="*/ 483423 w 2119654"/>
              <a:gd name="connsiteY67234" fmla="*/ 1997929 h 2398711"/>
              <a:gd name="connsiteX67235" fmla="*/ 485657 w 2119654"/>
              <a:gd name="connsiteY67235" fmla="*/ 1997259 h 2398711"/>
              <a:gd name="connsiteX67236" fmla="*/ 484811 w 2119654"/>
              <a:gd name="connsiteY67236" fmla="*/ 1996770 h 2398711"/>
              <a:gd name="connsiteX67237" fmla="*/ 468370 w 2119654"/>
              <a:gd name="connsiteY67237" fmla="*/ 1994912 h 2398711"/>
              <a:gd name="connsiteX67238" fmla="*/ 1134960 w 2119654"/>
              <a:gd name="connsiteY67238" fmla="*/ 490973 h 2398711"/>
              <a:gd name="connsiteX67239" fmla="*/ 1134494 w 2119654"/>
              <a:gd name="connsiteY67239" fmla="*/ 492868 h 2398711"/>
              <a:gd name="connsiteX67240" fmla="*/ 1135186 w 2119654"/>
              <a:gd name="connsiteY67240" fmla="*/ 493316 h 2398711"/>
              <a:gd name="connsiteX67241" fmla="*/ 1135452 w 2119654"/>
              <a:gd name="connsiteY67241" fmla="*/ 492259 h 2398711"/>
              <a:gd name="connsiteX67242" fmla="*/ 520261 w 2119654"/>
              <a:gd name="connsiteY67242" fmla="*/ 1866313 h 2398711"/>
              <a:gd name="connsiteX67243" fmla="*/ 520789 w 2119654"/>
              <a:gd name="connsiteY67243" fmla="*/ 1866459 h 2398711"/>
              <a:gd name="connsiteX67244" fmla="*/ 520596 w 2119654"/>
              <a:gd name="connsiteY67244" fmla="*/ 1866197 h 2398711"/>
              <a:gd name="connsiteX67245" fmla="*/ 1135561 w 2119654"/>
              <a:gd name="connsiteY67245" fmla="*/ 488529 h 2398711"/>
              <a:gd name="connsiteX67246" fmla="*/ 1135065 w 2119654"/>
              <a:gd name="connsiteY67246" fmla="*/ 490548 h 2398711"/>
              <a:gd name="connsiteX67247" fmla="*/ 1135558 w 2119654"/>
              <a:gd name="connsiteY67247" fmla="*/ 491836 h 2398711"/>
              <a:gd name="connsiteX67248" fmla="*/ 1135977 w 2119654"/>
              <a:gd name="connsiteY67248" fmla="*/ 490158 h 2398711"/>
              <a:gd name="connsiteX67249" fmla="*/ 462003 w 2119654"/>
              <a:gd name="connsiteY67249" fmla="*/ 1996729 h 2398711"/>
              <a:gd name="connsiteX67250" fmla="*/ 473230 w 2119654"/>
              <a:gd name="connsiteY67250" fmla="*/ 2000986 h 2398711"/>
              <a:gd name="connsiteX67251" fmla="*/ 481157 w 2119654"/>
              <a:gd name="connsiteY67251" fmla="*/ 1998609 h 2398711"/>
              <a:gd name="connsiteX67252" fmla="*/ 495396 w 2119654"/>
              <a:gd name="connsiteY67252" fmla="*/ 1921869 h 2398711"/>
              <a:gd name="connsiteX67253" fmla="*/ 495662 w 2119654"/>
              <a:gd name="connsiteY67253" fmla="*/ 1922727 h 2398711"/>
              <a:gd name="connsiteX67254" fmla="*/ 495455 w 2119654"/>
              <a:gd name="connsiteY67254" fmla="*/ 1921875 h 2398711"/>
              <a:gd name="connsiteX67255" fmla="*/ 506099 w 2119654"/>
              <a:gd name="connsiteY67255" fmla="*/ 1897834 h 2398711"/>
              <a:gd name="connsiteX67256" fmla="*/ 506214 w 2119654"/>
              <a:gd name="connsiteY67256" fmla="*/ 1899090 h 2398711"/>
              <a:gd name="connsiteX67257" fmla="*/ 515496 w 2119654"/>
              <a:gd name="connsiteY67257" fmla="*/ 1901239 h 2398711"/>
              <a:gd name="connsiteX67258" fmla="*/ 516237 w 2119654"/>
              <a:gd name="connsiteY67258" fmla="*/ 1901337 h 2398711"/>
              <a:gd name="connsiteX67259" fmla="*/ 516190 w 2119654"/>
              <a:gd name="connsiteY67259" fmla="*/ 1899521 h 2398711"/>
              <a:gd name="connsiteX67260" fmla="*/ 506634 w 2119654"/>
              <a:gd name="connsiteY67260" fmla="*/ 1897841 h 2398711"/>
              <a:gd name="connsiteX67261" fmla="*/ 508984 w 2119654"/>
              <a:gd name="connsiteY67261" fmla="*/ 1891229 h 2398711"/>
              <a:gd name="connsiteX67262" fmla="*/ 509127 w 2119654"/>
              <a:gd name="connsiteY67262" fmla="*/ 1891282 h 2398711"/>
              <a:gd name="connsiteX67263" fmla="*/ 512175 w 2119654"/>
              <a:gd name="connsiteY67263" fmla="*/ 1890742 h 2398711"/>
              <a:gd name="connsiteX67264" fmla="*/ 474662 w 2119654"/>
              <a:gd name="connsiteY67264" fmla="*/ 1967821 h 2398711"/>
              <a:gd name="connsiteX67265" fmla="*/ 475017 w 2119654"/>
              <a:gd name="connsiteY67265" fmla="*/ 1967944 h 2398711"/>
              <a:gd name="connsiteX67266" fmla="*/ 475583 w 2119654"/>
              <a:gd name="connsiteY67266" fmla="*/ 1967932 h 2398711"/>
              <a:gd name="connsiteX67267" fmla="*/ 477405 w 2119654"/>
              <a:gd name="connsiteY67267" fmla="*/ 1967075 h 2398711"/>
              <a:gd name="connsiteX67268" fmla="*/ 476924 w 2119654"/>
              <a:gd name="connsiteY67268" fmla="*/ 1967140 h 2398711"/>
              <a:gd name="connsiteX67269" fmla="*/ 1135999 w 2119654"/>
              <a:gd name="connsiteY67269" fmla="*/ 486744 h 2398711"/>
              <a:gd name="connsiteX67270" fmla="*/ 1135743 w 2119654"/>
              <a:gd name="connsiteY67270" fmla="*/ 487788 h 2398711"/>
              <a:gd name="connsiteX67271" fmla="*/ 1136161 w 2119654"/>
              <a:gd name="connsiteY67271" fmla="*/ 489426 h 2398711"/>
              <a:gd name="connsiteX67272" fmla="*/ 1136523 w 2119654"/>
              <a:gd name="connsiteY67272" fmla="*/ 487982 h 2398711"/>
              <a:gd name="connsiteX67273" fmla="*/ 457183 w 2119654"/>
              <a:gd name="connsiteY67273" fmla="*/ 2006611 h 2398711"/>
              <a:gd name="connsiteX67274" fmla="*/ 479695 w 2119654"/>
              <a:gd name="connsiteY67274" fmla="*/ 2004803 h 2398711"/>
              <a:gd name="connsiteX67275" fmla="*/ 480053 w 2119654"/>
              <a:gd name="connsiteY67275" fmla="*/ 2004731 h 2398711"/>
              <a:gd name="connsiteX67276" fmla="*/ 481045 w 2119654"/>
              <a:gd name="connsiteY67276" fmla="*/ 2004516 h 2398711"/>
              <a:gd name="connsiteX67277" fmla="*/ 476294 w 2119654"/>
              <a:gd name="connsiteY67277" fmla="*/ 2002714 h 2398711"/>
              <a:gd name="connsiteX67278" fmla="*/ 470089 w 2119654"/>
              <a:gd name="connsiteY67278" fmla="*/ 2003484 h 2398711"/>
              <a:gd name="connsiteX67279" fmla="*/ 469870 w 2119654"/>
              <a:gd name="connsiteY67279" fmla="*/ 2003352 h 2398711"/>
              <a:gd name="connsiteX67280" fmla="*/ 519698 w 2119654"/>
              <a:gd name="connsiteY67280" fmla="*/ 1866588 h 2398711"/>
              <a:gd name="connsiteX67281" fmla="*/ 519885 w 2119654"/>
              <a:gd name="connsiteY67281" fmla="*/ 1866769 h 2398711"/>
              <a:gd name="connsiteX67282" fmla="*/ 520461 w 2119654"/>
              <a:gd name="connsiteY67282" fmla="*/ 1866800 h 2398711"/>
              <a:gd name="connsiteX67283" fmla="*/ 1137301 w 2119654"/>
              <a:gd name="connsiteY67283" fmla="*/ 483584 h 2398711"/>
              <a:gd name="connsiteX67284" fmla="*/ 1137544 w 2119654"/>
              <a:gd name="connsiteY67284" fmla="*/ 483908 h 2398711"/>
              <a:gd name="connsiteX67285" fmla="*/ 1137831 w 2119654"/>
              <a:gd name="connsiteY67285" fmla="*/ 482760 h 2398711"/>
              <a:gd name="connsiteX67286" fmla="*/ 1136785 w 2119654"/>
              <a:gd name="connsiteY67286" fmla="*/ 484385 h 2398711"/>
              <a:gd name="connsiteX67287" fmla="*/ 1137217 w 2119654"/>
              <a:gd name="connsiteY67287" fmla="*/ 485210 h 2398711"/>
              <a:gd name="connsiteX67288" fmla="*/ 1137507 w 2119654"/>
              <a:gd name="connsiteY67288" fmla="*/ 484053 h 2398711"/>
              <a:gd name="connsiteX67289" fmla="*/ 1137233 w 2119654"/>
              <a:gd name="connsiteY67289" fmla="*/ 483688 h 2398711"/>
              <a:gd name="connsiteX67290" fmla="*/ 507638 w 2119654"/>
              <a:gd name="connsiteY67290" fmla="*/ 1892957 h 2398711"/>
              <a:gd name="connsiteX67291" fmla="*/ 512489 w 2119654"/>
              <a:gd name="connsiteY67291" fmla="*/ 1894954 h 2398711"/>
              <a:gd name="connsiteX67292" fmla="*/ 514705 w 2119654"/>
              <a:gd name="connsiteY67292" fmla="*/ 1895120 h 2398711"/>
              <a:gd name="connsiteX67293" fmla="*/ 514062 w 2119654"/>
              <a:gd name="connsiteY67293" fmla="*/ 1893449 h 2398711"/>
              <a:gd name="connsiteX67294" fmla="*/ 509801 w 2119654"/>
              <a:gd name="connsiteY67294" fmla="*/ 1892665 h 2398711"/>
              <a:gd name="connsiteX67295" fmla="*/ 1164638 w 2119654"/>
              <a:gd name="connsiteY67295" fmla="*/ 421613 h 2398711"/>
              <a:gd name="connsiteX67296" fmla="*/ 1164610 w 2119654"/>
              <a:gd name="connsiteY67296" fmla="*/ 422371 h 2398711"/>
              <a:gd name="connsiteX67297" fmla="*/ 1164758 w 2119654"/>
              <a:gd name="connsiteY67297" fmla="*/ 422115 h 2398711"/>
              <a:gd name="connsiteX67298" fmla="*/ 519072 w 2119654"/>
              <a:gd name="connsiteY67298" fmla="*/ 1866725 h 2398711"/>
              <a:gd name="connsiteX67299" fmla="*/ 519129 w 2119654"/>
              <a:gd name="connsiteY67299" fmla="*/ 1866728 h 2398711"/>
              <a:gd name="connsiteX67300" fmla="*/ 519111 w 2119654"/>
              <a:gd name="connsiteY67300" fmla="*/ 1866712 h 2398711"/>
              <a:gd name="connsiteX67301" fmla="*/ 487127 w 2119654"/>
              <a:gd name="connsiteY67301" fmla="*/ 1938186 h 2398711"/>
              <a:gd name="connsiteX67302" fmla="*/ 487399 w 2119654"/>
              <a:gd name="connsiteY67302" fmla="*/ 1941023 h 2398711"/>
              <a:gd name="connsiteX67303" fmla="*/ 487736 w 2119654"/>
              <a:gd name="connsiteY67303" fmla="*/ 1944107 h 2398711"/>
              <a:gd name="connsiteX67304" fmla="*/ 498433 w 2119654"/>
              <a:gd name="connsiteY67304" fmla="*/ 1944612 h 2398711"/>
              <a:gd name="connsiteX67305" fmla="*/ 500736 w 2119654"/>
              <a:gd name="connsiteY67305" fmla="*/ 1943615 h 2398711"/>
              <a:gd name="connsiteX67306" fmla="*/ 499677 w 2119654"/>
              <a:gd name="connsiteY67306" fmla="*/ 1939254 h 2398711"/>
              <a:gd name="connsiteX67307" fmla="*/ 491886 w 2119654"/>
              <a:gd name="connsiteY67307" fmla="*/ 1937115 h 2398711"/>
              <a:gd name="connsiteX67308" fmla="*/ 1136871 w 2119654"/>
              <a:gd name="connsiteY67308" fmla="*/ 483202 h 2398711"/>
              <a:gd name="connsiteX67309" fmla="*/ 1136645 w 2119654"/>
              <a:gd name="connsiteY67309" fmla="*/ 484119 h 2398711"/>
              <a:gd name="connsiteX67310" fmla="*/ 1136691 w 2119654"/>
              <a:gd name="connsiteY67310" fmla="*/ 484206 h 2398711"/>
              <a:gd name="connsiteX67311" fmla="*/ 1137121 w 2119654"/>
              <a:gd name="connsiteY67311" fmla="*/ 483537 h 2398711"/>
              <a:gd name="connsiteX67312" fmla="*/ 473881 w 2119654"/>
              <a:gd name="connsiteY67312" fmla="*/ 1967553 h 2398711"/>
              <a:gd name="connsiteX67313" fmla="*/ 474272 w 2119654"/>
              <a:gd name="connsiteY67313" fmla="*/ 1967687 h 2398711"/>
              <a:gd name="connsiteX67314" fmla="*/ 475404 w 2119654"/>
              <a:gd name="connsiteY67314" fmla="*/ 1967346 h 2398711"/>
              <a:gd name="connsiteX67315" fmla="*/ 1199684 w 2119654"/>
              <a:gd name="connsiteY67315" fmla="*/ 342180 h 2398711"/>
              <a:gd name="connsiteX67316" fmla="*/ 1205762 w 2119654"/>
              <a:gd name="connsiteY67316" fmla="*/ 357790 h 2398711"/>
              <a:gd name="connsiteX67317" fmla="*/ 1211614 w 2119654"/>
              <a:gd name="connsiteY67317" fmla="*/ 349237 h 2398711"/>
              <a:gd name="connsiteX67318" fmla="*/ 1217124 w 2119654"/>
              <a:gd name="connsiteY67318" fmla="*/ 341837 h 2398711"/>
              <a:gd name="connsiteX67319" fmla="*/ 1208618 w 2119654"/>
              <a:gd name="connsiteY67319" fmla="*/ 330181 h 2398711"/>
              <a:gd name="connsiteX67320" fmla="*/ 493247 w 2119654"/>
              <a:gd name="connsiteY67320" fmla="*/ 1923980 h 2398711"/>
              <a:gd name="connsiteX67321" fmla="*/ 495007 w 2119654"/>
              <a:gd name="connsiteY67321" fmla="*/ 1924290 h 2398711"/>
              <a:gd name="connsiteX67322" fmla="*/ 494812 w 2119654"/>
              <a:gd name="connsiteY67322" fmla="*/ 1923740 h 2398711"/>
              <a:gd name="connsiteX67323" fmla="*/ 1137160 w 2119654"/>
              <a:gd name="connsiteY67323" fmla="*/ 482023 h 2398711"/>
              <a:gd name="connsiteX67324" fmla="*/ 1136907 w 2119654"/>
              <a:gd name="connsiteY67324" fmla="*/ 483054 h 2398711"/>
              <a:gd name="connsiteX67325" fmla="*/ 1137188 w 2119654"/>
              <a:gd name="connsiteY67325" fmla="*/ 483433 h 2398711"/>
              <a:gd name="connsiteX67326" fmla="*/ 1137964 w 2119654"/>
              <a:gd name="connsiteY67326" fmla="*/ 482228 h 2398711"/>
              <a:gd name="connsiteX67327" fmla="*/ 1138217 w 2119654"/>
              <a:gd name="connsiteY67327" fmla="*/ 481216 h 2398711"/>
              <a:gd name="connsiteX67328" fmla="*/ 487035 w 2119654"/>
              <a:gd name="connsiteY67328" fmla="*/ 1937217 h 2398711"/>
              <a:gd name="connsiteX67329" fmla="*/ 487079 w 2119654"/>
              <a:gd name="connsiteY67329" fmla="*/ 1937682 h 2398711"/>
              <a:gd name="connsiteX67330" fmla="*/ 490857 w 2119654"/>
              <a:gd name="connsiteY67330" fmla="*/ 1936832 h 2398711"/>
              <a:gd name="connsiteX67331" fmla="*/ 490270 w 2119654"/>
              <a:gd name="connsiteY67331" fmla="*/ 1936671 h 2398711"/>
              <a:gd name="connsiteX67332" fmla="*/ 496151 w 2119654"/>
              <a:gd name="connsiteY67332" fmla="*/ 1916749 h 2398711"/>
              <a:gd name="connsiteX67333" fmla="*/ 497048 w 2119654"/>
              <a:gd name="connsiteY67333" fmla="*/ 1920441 h 2398711"/>
              <a:gd name="connsiteX67334" fmla="*/ 506039 w 2119654"/>
              <a:gd name="connsiteY67334" fmla="*/ 1920905 h 2398711"/>
              <a:gd name="connsiteX67335" fmla="*/ 503814 w 2119654"/>
              <a:gd name="connsiteY67335" fmla="*/ 1916396 h 2398711"/>
              <a:gd name="connsiteX67336" fmla="*/ 505836 w 2119654"/>
              <a:gd name="connsiteY67336" fmla="*/ 1894955 h 2398711"/>
              <a:gd name="connsiteX67337" fmla="*/ 505966 w 2119654"/>
              <a:gd name="connsiteY67337" fmla="*/ 1896380 h 2398711"/>
              <a:gd name="connsiteX67338" fmla="*/ 515038 w 2119654"/>
              <a:gd name="connsiteY67338" fmla="*/ 1896127 h 2398711"/>
              <a:gd name="connsiteX67339" fmla="*/ 513659 w 2119654"/>
              <a:gd name="connsiteY67339" fmla="*/ 1895542 h 2398711"/>
              <a:gd name="connsiteX67340" fmla="*/ 490206 w 2119654"/>
              <a:gd name="connsiteY67340" fmla="*/ 1929807 h 2398711"/>
              <a:gd name="connsiteX67341" fmla="*/ 497812 w 2119654"/>
              <a:gd name="connsiteY67341" fmla="*/ 1932684 h 2398711"/>
              <a:gd name="connsiteX67342" fmla="*/ 491626 w 2119654"/>
              <a:gd name="connsiteY67342" fmla="*/ 1929836 h 2398711"/>
              <a:gd name="connsiteX67343" fmla="*/ 1143050 w 2119654"/>
              <a:gd name="connsiteY67343" fmla="*/ 467262 h 2398711"/>
              <a:gd name="connsiteX67344" fmla="*/ 1143229 w 2119654"/>
              <a:gd name="connsiteY67344" fmla="*/ 467496 h 2398711"/>
              <a:gd name="connsiteX67345" fmla="*/ 1143982 w 2119654"/>
              <a:gd name="connsiteY67345" fmla="*/ 465750 h 2398711"/>
              <a:gd name="connsiteX67346" fmla="*/ 1189710 w 2119654"/>
              <a:gd name="connsiteY67346" fmla="*/ 362670 h 2398711"/>
              <a:gd name="connsiteX67347" fmla="*/ 1191091 w 2119654"/>
              <a:gd name="connsiteY67347" fmla="*/ 379231 h 2398711"/>
              <a:gd name="connsiteX67348" fmla="*/ 1197020 w 2119654"/>
              <a:gd name="connsiteY67348" fmla="*/ 370567 h 2398711"/>
              <a:gd name="connsiteX67349" fmla="*/ 1195041 w 2119654"/>
              <a:gd name="connsiteY67349" fmla="*/ 367930 h 2398711"/>
              <a:gd name="connsiteX67350" fmla="*/ 1206612 w 2119654"/>
              <a:gd name="connsiteY67350" fmla="*/ 324802 h 2398711"/>
              <a:gd name="connsiteX67351" fmla="*/ 1209981 w 2119654"/>
              <a:gd name="connsiteY67351" fmla="*/ 328128 h 2398711"/>
              <a:gd name="connsiteX67352" fmla="*/ 1216773 w 2119654"/>
              <a:gd name="connsiteY67352" fmla="*/ 319259 h 2398711"/>
              <a:gd name="connsiteX67353" fmla="*/ 1212952 w 2119654"/>
              <a:gd name="connsiteY67353" fmla="*/ 313829 h 2398711"/>
              <a:gd name="connsiteX67354" fmla="*/ 1213574 w 2119654"/>
              <a:gd name="connsiteY67354" fmla="*/ 314018 h 2398711"/>
              <a:gd name="connsiteX67355" fmla="*/ 1217029 w 2119654"/>
              <a:gd name="connsiteY67355" fmla="*/ 318923 h 2398711"/>
              <a:gd name="connsiteX67356" fmla="*/ 1218355 w 2119654"/>
              <a:gd name="connsiteY67356" fmla="*/ 317191 h 2398711"/>
              <a:gd name="connsiteX67357" fmla="*/ 1218525 w 2119654"/>
              <a:gd name="connsiteY67357" fmla="*/ 317148 h 2398711"/>
              <a:gd name="connsiteX67358" fmla="*/ 1217094 w 2119654"/>
              <a:gd name="connsiteY67358" fmla="*/ 319016 h 2398711"/>
              <a:gd name="connsiteX67359" fmla="*/ 1225368 w 2119654"/>
              <a:gd name="connsiteY67359" fmla="*/ 330765 h 2398711"/>
              <a:gd name="connsiteX67360" fmla="*/ 1226055 w 2119654"/>
              <a:gd name="connsiteY67360" fmla="*/ 329842 h 2398711"/>
              <a:gd name="connsiteX67361" fmla="*/ 1224053 w 2119654"/>
              <a:gd name="connsiteY67361" fmla="*/ 325146 h 2398711"/>
              <a:gd name="connsiteX67362" fmla="*/ 1215670 w 2119654"/>
              <a:gd name="connsiteY67362" fmla="*/ 307463 h 2398711"/>
              <a:gd name="connsiteX67363" fmla="*/ 1210747 w 2119654"/>
              <a:gd name="connsiteY67363" fmla="*/ 316746 h 2398711"/>
              <a:gd name="connsiteX67364" fmla="*/ 1205956 w 2119654"/>
              <a:gd name="connsiteY67364" fmla="*/ 326081 h 2398711"/>
              <a:gd name="connsiteX67365" fmla="*/ 1208724 w 2119654"/>
              <a:gd name="connsiteY67365" fmla="*/ 329769 h 2398711"/>
              <a:gd name="connsiteX67366" fmla="*/ 1209431 w 2119654"/>
              <a:gd name="connsiteY67366" fmla="*/ 328847 h 2398711"/>
              <a:gd name="connsiteX67367" fmla="*/ 1206182 w 2119654"/>
              <a:gd name="connsiteY67367" fmla="*/ 325641 h 2398711"/>
              <a:gd name="connsiteX67368" fmla="*/ 1138284 w 2119654"/>
              <a:gd name="connsiteY67368" fmla="*/ 477454 h 2398711"/>
              <a:gd name="connsiteX67369" fmla="*/ 1137908 w 2119654"/>
              <a:gd name="connsiteY67369" fmla="*/ 478982 h 2398711"/>
              <a:gd name="connsiteX67370" fmla="*/ 1138681 w 2119654"/>
              <a:gd name="connsiteY67370" fmla="*/ 478392 h 2398711"/>
              <a:gd name="connsiteX67371" fmla="*/ 486894 w 2119654"/>
              <a:gd name="connsiteY67371" fmla="*/ 1935743 h 2398711"/>
              <a:gd name="connsiteX67372" fmla="*/ 486989 w 2119654"/>
              <a:gd name="connsiteY67372" fmla="*/ 1936736 h 2398711"/>
              <a:gd name="connsiteX67373" fmla="*/ 489169 w 2119654"/>
              <a:gd name="connsiteY67373" fmla="*/ 1936368 h 2398711"/>
              <a:gd name="connsiteX67374" fmla="*/ 1129408 w 2119654"/>
              <a:gd name="connsiteY67374" fmla="*/ 496615 h 2398711"/>
              <a:gd name="connsiteX67375" fmla="*/ 1129644 w 2119654"/>
              <a:gd name="connsiteY67375" fmla="*/ 496906 h 2398711"/>
              <a:gd name="connsiteX67376" fmla="*/ 1129652 w 2119654"/>
              <a:gd name="connsiteY67376" fmla="*/ 496872 h 2398711"/>
              <a:gd name="connsiteX67377" fmla="*/ 505677 w 2119654"/>
              <a:gd name="connsiteY67377" fmla="*/ 1893222 h 2398711"/>
              <a:gd name="connsiteX67378" fmla="*/ 505790 w 2119654"/>
              <a:gd name="connsiteY67378" fmla="*/ 1894452 h 2398711"/>
              <a:gd name="connsiteX67379" fmla="*/ 512230 w 2119654"/>
              <a:gd name="connsiteY67379" fmla="*/ 1894935 h 2398711"/>
              <a:gd name="connsiteX67380" fmla="*/ 507588 w 2119654"/>
              <a:gd name="connsiteY67380" fmla="*/ 1892964 h 2398711"/>
              <a:gd name="connsiteX67381" fmla="*/ 1140865 w 2119654"/>
              <a:gd name="connsiteY67381" fmla="*/ 470803 h 2398711"/>
              <a:gd name="connsiteX67382" fmla="*/ 1141186 w 2119654"/>
              <a:gd name="connsiteY67382" fmla="*/ 472238 h 2398711"/>
              <a:gd name="connsiteX67383" fmla="*/ 1141762 w 2119654"/>
              <a:gd name="connsiteY67383" fmla="*/ 470902 h 2398711"/>
              <a:gd name="connsiteX67384" fmla="*/ 1141148 w 2119654"/>
              <a:gd name="connsiteY67384" fmla="*/ 470346 h 2398711"/>
              <a:gd name="connsiteX67385" fmla="*/ 489843 w 2119654"/>
              <a:gd name="connsiteY67385" fmla="*/ 1928526 h 2398711"/>
              <a:gd name="connsiteX67386" fmla="*/ 491389 w 2119654"/>
              <a:gd name="connsiteY67386" fmla="*/ 1929213 h 2398711"/>
              <a:gd name="connsiteX67387" fmla="*/ 496792 w 2119654"/>
              <a:gd name="connsiteY67387" fmla="*/ 1929322 h 2398711"/>
              <a:gd name="connsiteX67388" fmla="*/ 496196 w 2119654"/>
              <a:gd name="connsiteY67388" fmla="*/ 1927643 h 2398711"/>
              <a:gd name="connsiteX67389" fmla="*/ 1129162 w 2119654"/>
              <a:gd name="connsiteY67389" fmla="*/ 496797 h 2398711"/>
              <a:gd name="connsiteX67390" fmla="*/ 1129472 w 2119654"/>
              <a:gd name="connsiteY67390" fmla="*/ 497606 h 2398711"/>
              <a:gd name="connsiteX67391" fmla="*/ 1129554 w 2119654"/>
              <a:gd name="connsiteY67391" fmla="*/ 497275 h 2398711"/>
              <a:gd name="connsiteX67392" fmla="*/ 1139702 w 2119654"/>
              <a:gd name="connsiteY67392" fmla="*/ 473134 h 2398711"/>
              <a:gd name="connsiteX67393" fmla="*/ 1138917 w 2119654"/>
              <a:gd name="connsiteY67393" fmla="*/ 475212 h 2398711"/>
              <a:gd name="connsiteX67394" fmla="*/ 1139422 w 2119654"/>
              <a:gd name="connsiteY67394" fmla="*/ 476408 h 2398711"/>
              <a:gd name="connsiteX67395" fmla="*/ 1139467 w 2119654"/>
              <a:gd name="connsiteY67395" fmla="*/ 476226 h 2398711"/>
              <a:gd name="connsiteX67396" fmla="*/ 1140178 w 2119654"/>
              <a:gd name="connsiteY67396" fmla="*/ 474577 h 2398711"/>
              <a:gd name="connsiteX67397" fmla="*/ 1140035 w 2119654"/>
              <a:gd name="connsiteY67397" fmla="*/ 473669 h 2398711"/>
              <a:gd name="connsiteX67398" fmla="*/ 506178 w 2119654"/>
              <a:gd name="connsiteY67398" fmla="*/ 1891656 h 2398711"/>
              <a:gd name="connsiteX67399" fmla="*/ 506601 w 2119654"/>
              <a:gd name="connsiteY67399" fmla="*/ 1891728 h 2398711"/>
              <a:gd name="connsiteX67400" fmla="*/ 508772 w 2119654"/>
              <a:gd name="connsiteY67400" fmla="*/ 1891344 h 2398711"/>
              <a:gd name="connsiteX67401" fmla="*/ 508613 w 2119654"/>
              <a:gd name="connsiteY67401" fmla="*/ 1891285 h 2398711"/>
              <a:gd name="connsiteX67402" fmla="*/ 1159862 w 2119654"/>
              <a:gd name="connsiteY67402" fmla="*/ 427732 h 2398711"/>
              <a:gd name="connsiteX67403" fmla="*/ 1160303 w 2119654"/>
              <a:gd name="connsiteY67403" fmla="*/ 428589 h 2398711"/>
              <a:gd name="connsiteX67404" fmla="*/ 1160359 w 2119654"/>
              <a:gd name="connsiteY67404" fmla="*/ 428313 h 2398711"/>
              <a:gd name="connsiteX67405" fmla="*/ 478463 w 2119654"/>
              <a:gd name="connsiteY67405" fmla="*/ 1953306 h 2398711"/>
              <a:gd name="connsiteX67406" fmla="*/ 480866 w 2119654"/>
              <a:gd name="connsiteY67406" fmla="*/ 1953303 h 2398711"/>
              <a:gd name="connsiteX67407" fmla="*/ 480480 w 2119654"/>
              <a:gd name="connsiteY67407" fmla="*/ 1953117 h 2398711"/>
              <a:gd name="connsiteX67408" fmla="*/ 479373 w 2119654"/>
              <a:gd name="connsiteY67408" fmla="*/ 1952926 h 2398711"/>
              <a:gd name="connsiteX67409" fmla="*/ 1198825 w 2119654"/>
              <a:gd name="connsiteY67409" fmla="*/ 339977 h 2398711"/>
              <a:gd name="connsiteX67410" fmla="*/ 1199581 w 2119654"/>
              <a:gd name="connsiteY67410" fmla="*/ 341918 h 2398711"/>
              <a:gd name="connsiteX67411" fmla="*/ 1205148 w 2119654"/>
              <a:gd name="connsiteY67411" fmla="*/ 334441 h 2398711"/>
              <a:gd name="connsiteX67412" fmla="*/ 1208515 w 2119654"/>
              <a:gd name="connsiteY67412" fmla="*/ 330042 h 2398711"/>
              <a:gd name="connsiteX67413" fmla="*/ 1205820 w 2119654"/>
              <a:gd name="connsiteY67413" fmla="*/ 326345 h 2398711"/>
              <a:gd name="connsiteX67414" fmla="*/ 1194571 w 2119654"/>
              <a:gd name="connsiteY67414" fmla="*/ 349047 h 2398711"/>
              <a:gd name="connsiteX67415" fmla="*/ 1202082 w 2119654"/>
              <a:gd name="connsiteY67415" fmla="*/ 363168 h 2398711"/>
              <a:gd name="connsiteX67416" fmla="*/ 1204515 w 2119654"/>
              <a:gd name="connsiteY67416" fmla="*/ 359613 h 2398711"/>
              <a:gd name="connsiteX67417" fmla="*/ 1197682 w 2119654"/>
              <a:gd name="connsiteY67417" fmla="*/ 347914 h 2398711"/>
              <a:gd name="connsiteX67418" fmla="*/ 1198133 w 2119654"/>
              <a:gd name="connsiteY67418" fmla="*/ 348093 h 2398711"/>
              <a:gd name="connsiteX67419" fmla="*/ 1204703 w 2119654"/>
              <a:gd name="connsiteY67419" fmla="*/ 359337 h 2398711"/>
              <a:gd name="connsiteX67420" fmla="*/ 1205351 w 2119654"/>
              <a:gd name="connsiteY67420" fmla="*/ 358391 h 2398711"/>
              <a:gd name="connsiteX67421" fmla="*/ 1199420 w 2119654"/>
              <a:gd name="connsiteY67421" fmla="*/ 342535 h 2398711"/>
              <a:gd name="connsiteX67422" fmla="*/ 505555 w 2119654"/>
              <a:gd name="connsiteY67422" fmla="*/ 1891883 h 2398711"/>
              <a:gd name="connsiteX67423" fmla="*/ 505557 w 2119654"/>
              <a:gd name="connsiteY67423" fmla="*/ 1891912 h 2398711"/>
              <a:gd name="connsiteX67424" fmla="*/ 505636 w 2119654"/>
              <a:gd name="connsiteY67424" fmla="*/ 1891899 h 2398711"/>
              <a:gd name="connsiteX67425" fmla="*/ 1144403 w 2119654"/>
              <a:gd name="connsiteY67425" fmla="*/ 460685 h 2398711"/>
              <a:gd name="connsiteX67426" fmla="*/ 1142293 w 2119654"/>
              <a:gd name="connsiteY67426" fmla="*/ 466274 h 2398711"/>
              <a:gd name="connsiteX67427" fmla="*/ 1142688 w 2119654"/>
              <a:gd name="connsiteY67427" fmla="*/ 466789 h 2398711"/>
              <a:gd name="connsiteX67428" fmla="*/ 1145201 w 2119654"/>
              <a:gd name="connsiteY67428" fmla="*/ 462714 h 2398711"/>
              <a:gd name="connsiteX67429" fmla="*/ 1144551 w 2119654"/>
              <a:gd name="connsiteY67429" fmla="*/ 460292 h 2398711"/>
              <a:gd name="connsiteX67430" fmla="*/ 1144532 w 2119654"/>
              <a:gd name="connsiteY67430" fmla="*/ 460342 h 2398711"/>
              <a:gd name="connsiteX67431" fmla="*/ 1145333 w 2119654"/>
              <a:gd name="connsiteY67431" fmla="*/ 462501 h 2398711"/>
              <a:gd name="connsiteX67432" fmla="*/ 1145435 w 2119654"/>
              <a:gd name="connsiteY67432" fmla="*/ 462335 h 2398711"/>
              <a:gd name="connsiteX67433" fmla="*/ 1144754 w 2119654"/>
              <a:gd name="connsiteY67433" fmla="*/ 460723 h 2398711"/>
              <a:gd name="connsiteX67434" fmla="*/ 1194366 w 2119654"/>
              <a:gd name="connsiteY67434" fmla="*/ 348663 h 2398711"/>
              <a:gd name="connsiteX67435" fmla="*/ 1194446 w 2119654"/>
              <a:gd name="connsiteY67435" fmla="*/ 348813 h 2398711"/>
              <a:gd name="connsiteX67436" fmla="*/ 1199319 w 2119654"/>
              <a:gd name="connsiteY67436" fmla="*/ 342268 h 2398711"/>
              <a:gd name="connsiteX67437" fmla="*/ 1198615 w 2119654"/>
              <a:gd name="connsiteY67437" fmla="*/ 340384 h 2398711"/>
              <a:gd name="connsiteX67438" fmla="*/ 486657 w 2119654"/>
              <a:gd name="connsiteY67438" fmla="*/ 1933274 h 2398711"/>
              <a:gd name="connsiteX67439" fmla="*/ 486871 w 2119654"/>
              <a:gd name="connsiteY67439" fmla="*/ 1935510 h 2398711"/>
              <a:gd name="connsiteX67440" fmla="*/ 489680 w 2119654"/>
              <a:gd name="connsiteY67440" fmla="*/ 1936281 h 2398711"/>
              <a:gd name="connsiteX67441" fmla="*/ 498589 w 2119654"/>
              <a:gd name="connsiteY67441" fmla="*/ 1934777 h 2398711"/>
              <a:gd name="connsiteX67442" fmla="*/ 498528 w 2119654"/>
              <a:gd name="connsiteY67442" fmla="*/ 1934527 h 2398711"/>
              <a:gd name="connsiteX67443" fmla="*/ 1193942 w 2119654"/>
              <a:gd name="connsiteY67443" fmla="*/ 349489 h 2398711"/>
              <a:gd name="connsiteX67444" fmla="*/ 1194302 w 2119654"/>
              <a:gd name="connsiteY67444" fmla="*/ 349006 h 2398711"/>
              <a:gd name="connsiteX67445" fmla="*/ 1194246 w 2119654"/>
              <a:gd name="connsiteY67445" fmla="*/ 348898 h 2398711"/>
              <a:gd name="connsiteX67446" fmla="*/ 1145523 w 2119654"/>
              <a:gd name="connsiteY67446" fmla="*/ 457719 h 2398711"/>
              <a:gd name="connsiteX67447" fmla="*/ 1144669 w 2119654"/>
              <a:gd name="connsiteY67447" fmla="*/ 459980 h 2398711"/>
              <a:gd name="connsiteX67448" fmla="*/ 1145609 w 2119654"/>
              <a:gd name="connsiteY67448" fmla="*/ 461976 h 2398711"/>
              <a:gd name="connsiteX67449" fmla="*/ 1146520 w 2119654"/>
              <a:gd name="connsiteY67449" fmla="*/ 459862 h 2398711"/>
              <a:gd name="connsiteX67450" fmla="*/ 490498 w 2119654"/>
              <a:gd name="connsiteY67450" fmla="*/ 1924401 h 2398711"/>
              <a:gd name="connsiteX67451" fmla="*/ 495878 w 2119654"/>
              <a:gd name="connsiteY67451" fmla="*/ 1926779 h 2398711"/>
              <a:gd name="connsiteX67452" fmla="*/ 495889 w 2119654"/>
              <a:gd name="connsiteY67452" fmla="*/ 1926777 h 2398711"/>
              <a:gd name="connsiteX67453" fmla="*/ 495179 w 2119654"/>
              <a:gd name="connsiteY67453" fmla="*/ 1924778 h 2398711"/>
              <a:gd name="connsiteX67454" fmla="*/ 491997 w 2119654"/>
              <a:gd name="connsiteY67454" fmla="*/ 1924171 h 2398711"/>
              <a:gd name="connsiteX67455" fmla="*/ 493839 w 2119654"/>
              <a:gd name="connsiteY67455" fmla="*/ 1916855 h 2398711"/>
              <a:gd name="connsiteX67456" fmla="*/ 494918 w 2119654"/>
              <a:gd name="connsiteY67456" fmla="*/ 1920331 h 2398711"/>
              <a:gd name="connsiteX67457" fmla="*/ 495082 w 2119654"/>
              <a:gd name="connsiteY67457" fmla="*/ 1920340 h 2398711"/>
              <a:gd name="connsiteX67458" fmla="*/ 494232 w 2119654"/>
              <a:gd name="connsiteY67458" fmla="*/ 1916838 h 2398711"/>
              <a:gd name="connsiteX67459" fmla="*/ 1192316 w 2119654"/>
              <a:gd name="connsiteY67459" fmla="*/ 352658 h 2398711"/>
              <a:gd name="connsiteX67460" fmla="*/ 1193781 w 2119654"/>
              <a:gd name="connsiteY67460" fmla="*/ 356573 h 2398711"/>
              <a:gd name="connsiteX67461" fmla="*/ 1195315 w 2119654"/>
              <a:gd name="connsiteY67461" fmla="*/ 359809 h 2398711"/>
              <a:gd name="connsiteX67462" fmla="*/ 1199913 w 2119654"/>
              <a:gd name="connsiteY67462" fmla="*/ 366338 h 2398711"/>
              <a:gd name="connsiteX67463" fmla="*/ 1201944 w 2119654"/>
              <a:gd name="connsiteY67463" fmla="*/ 363370 h 2398711"/>
              <a:gd name="connsiteX67464" fmla="*/ 1194427 w 2119654"/>
              <a:gd name="connsiteY67464" fmla="*/ 349241 h 2398711"/>
              <a:gd name="connsiteX67465" fmla="*/ 1193278 w 2119654"/>
              <a:gd name="connsiteY67465" fmla="*/ 350784 h 2398711"/>
              <a:gd name="connsiteX67466" fmla="*/ 1149938 w 2119654"/>
              <a:gd name="connsiteY67466" fmla="*/ 447443 h 2398711"/>
              <a:gd name="connsiteX67467" fmla="*/ 1151047 w 2119654"/>
              <a:gd name="connsiteY67467" fmla="*/ 449359 h 2398711"/>
              <a:gd name="connsiteX67468" fmla="*/ 1151061 w 2119654"/>
              <a:gd name="connsiteY67468" fmla="*/ 449326 h 2398711"/>
              <a:gd name="connsiteX67469" fmla="*/ 1150834 w 2119654"/>
              <a:gd name="connsiteY67469" fmla="*/ 446760 h 2398711"/>
              <a:gd name="connsiteX67470" fmla="*/ 1146802 w 2119654"/>
              <a:gd name="connsiteY67470" fmla="*/ 454334 h 2398711"/>
              <a:gd name="connsiteX67471" fmla="*/ 1145705 w 2119654"/>
              <a:gd name="connsiteY67471" fmla="*/ 457238 h 2398711"/>
              <a:gd name="connsiteX67472" fmla="*/ 1146765 w 2119654"/>
              <a:gd name="connsiteY67472" fmla="*/ 459295 h 2398711"/>
              <a:gd name="connsiteX67473" fmla="*/ 1148240 w 2119654"/>
              <a:gd name="connsiteY67473" fmla="*/ 455871 h 2398711"/>
              <a:gd name="connsiteX67474" fmla="*/ 1191457 w 2119654"/>
              <a:gd name="connsiteY67474" fmla="*/ 354332 h 2398711"/>
              <a:gd name="connsiteX67475" fmla="*/ 1192952 w 2119654"/>
              <a:gd name="connsiteY67475" fmla="*/ 356454 h 2398711"/>
              <a:gd name="connsiteX67476" fmla="*/ 1191780 w 2119654"/>
              <a:gd name="connsiteY67476" fmla="*/ 353703 h 2398711"/>
              <a:gd name="connsiteX67477" fmla="*/ 1132756 w 2119654"/>
              <a:gd name="connsiteY67477" fmla="*/ 485384 h 2398711"/>
              <a:gd name="connsiteX67478" fmla="*/ 1132804 w 2119654"/>
              <a:gd name="connsiteY67478" fmla="*/ 485691 h 2398711"/>
              <a:gd name="connsiteX67479" fmla="*/ 1132870 w 2119654"/>
              <a:gd name="connsiteY67479" fmla="*/ 485518 h 2398711"/>
              <a:gd name="connsiteX67480" fmla="*/ 1132804 w 2119654"/>
              <a:gd name="connsiteY67480" fmla="*/ 485346 h 2398711"/>
              <a:gd name="connsiteX67481" fmla="*/ 501977 w 2119654"/>
              <a:gd name="connsiteY67481" fmla="*/ 1897783 h 2398711"/>
              <a:gd name="connsiteX67482" fmla="*/ 502853 w 2119654"/>
              <a:gd name="connsiteY67482" fmla="*/ 1898311 h 2398711"/>
              <a:gd name="connsiteX67483" fmla="*/ 504393 w 2119654"/>
              <a:gd name="connsiteY67483" fmla="*/ 1898668 h 2398711"/>
              <a:gd name="connsiteX67484" fmla="*/ 504314 w 2119654"/>
              <a:gd name="connsiteY67484" fmla="*/ 1897812 h 2398711"/>
              <a:gd name="connsiteX67485" fmla="*/ 1149456 w 2119654"/>
              <a:gd name="connsiteY67485" fmla="*/ 447811 h 2398711"/>
              <a:gd name="connsiteX67486" fmla="*/ 1149848 w 2119654"/>
              <a:gd name="connsiteY67486" fmla="*/ 452140 h 2398711"/>
              <a:gd name="connsiteX67487" fmla="*/ 1150762 w 2119654"/>
              <a:gd name="connsiteY67487" fmla="*/ 450018 h 2398711"/>
              <a:gd name="connsiteX67488" fmla="*/ 1149560 w 2119654"/>
              <a:gd name="connsiteY67488" fmla="*/ 447731 h 2398711"/>
              <a:gd name="connsiteX67489" fmla="*/ 1189356 w 2119654"/>
              <a:gd name="connsiteY67489" fmla="*/ 358427 h 2398711"/>
              <a:gd name="connsiteX67490" fmla="*/ 1189624 w 2119654"/>
              <a:gd name="connsiteY67490" fmla="*/ 361647 h 2398711"/>
              <a:gd name="connsiteX67491" fmla="*/ 1197682 w 2119654"/>
              <a:gd name="connsiteY67491" fmla="*/ 369599 h 2398711"/>
              <a:gd name="connsiteX67492" fmla="*/ 1198040 w 2119654"/>
              <a:gd name="connsiteY67492" fmla="*/ 369076 h 2398711"/>
              <a:gd name="connsiteX67493" fmla="*/ 1195965 w 2119654"/>
              <a:gd name="connsiteY67493" fmla="*/ 363525 h 2398711"/>
              <a:gd name="connsiteX67494" fmla="*/ 1193516 w 2119654"/>
              <a:gd name="connsiteY67494" fmla="*/ 357778 h 2398711"/>
              <a:gd name="connsiteX67495" fmla="*/ 1191302 w 2119654"/>
              <a:gd name="connsiteY67495" fmla="*/ 354634 h 2398711"/>
              <a:gd name="connsiteX67496" fmla="*/ 495185 w 2119654"/>
              <a:gd name="connsiteY67496" fmla="*/ 1912773 h 2398711"/>
              <a:gd name="connsiteX67497" fmla="*/ 496043 w 2119654"/>
              <a:gd name="connsiteY67497" fmla="*/ 1916309 h 2398711"/>
              <a:gd name="connsiteX67498" fmla="*/ 503551 w 2119654"/>
              <a:gd name="connsiteY67498" fmla="*/ 1915862 h 2398711"/>
              <a:gd name="connsiteX67499" fmla="*/ 503021 w 2119654"/>
              <a:gd name="connsiteY67499" fmla="*/ 1914787 h 2398711"/>
              <a:gd name="connsiteX67500" fmla="*/ 1149189 w 2119654"/>
              <a:gd name="connsiteY67500" fmla="*/ 448013 h 2398711"/>
              <a:gd name="connsiteX67501" fmla="*/ 1147207 w 2119654"/>
              <a:gd name="connsiteY67501" fmla="*/ 453261 h 2398711"/>
              <a:gd name="connsiteX67502" fmla="*/ 1148685 w 2119654"/>
              <a:gd name="connsiteY67502" fmla="*/ 454839 h 2398711"/>
              <a:gd name="connsiteX67503" fmla="*/ 1149649 w 2119654"/>
              <a:gd name="connsiteY67503" fmla="*/ 452602 h 2398711"/>
              <a:gd name="connsiteX67504" fmla="*/ 1149231 w 2119654"/>
              <a:gd name="connsiteY67504" fmla="*/ 447981 h 2398711"/>
              <a:gd name="connsiteX67505" fmla="*/ 470243 w 2119654"/>
              <a:gd name="connsiteY67505" fmla="*/ 1968047 h 2398711"/>
              <a:gd name="connsiteX67506" fmla="*/ 472955 w 2119654"/>
              <a:gd name="connsiteY67506" fmla="*/ 1967988 h 2398711"/>
              <a:gd name="connsiteX67507" fmla="*/ 472311 w 2119654"/>
              <a:gd name="connsiteY67507" fmla="*/ 1967766 h 2398711"/>
              <a:gd name="connsiteX67508" fmla="*/ 1150349 w 2119654"/>
              <a:gd name="connsiteY67508" fmla="*/ 444938 h 2398711"/>
              <a:gd name="connsiteX67509" fmla="*/ 1150165 w 2119654"/>
              <a:gd name="connsiteY67509" fmla="*/ 445428 h 2398711"/>
              <a:gd name="connsiteX67510" fmla="*/ 1150440 w 2119654"/>
              <a:gd name="connsiteY67510" fmla="*/ 445219 h 2398711"/>
              <a:gd name="connsiteX67511" fmla="*/ 1191059 w 2119654"/>
              <a:gd name="connsiteY67511" fmla="*/ 353765 h 2398711"/>
              <a:gd name="connsiteX67512" fmla="*/ 1191224 w 2119654"/>
              <a:gd name="connsiteY67512" fmla="*/ 354000 h 2398711"/>
              <a:gd name="connsiteX67513" fmla="*/ 1191597 w 2119654"/>
              <a:gd name="connsiteY67513" fmla="*/ 353272 h 2398711"/>
              <a:gd name="connsiteX67514" fmla="*/ 1191535 w 2119654"/>
              <a:gd name="connsiteY67514" fmla="*/ 353126 h 2398711"/>
              <a:gd name="connsiteX67515" fmla="*/ 487631 w 2119654"/>
              <a:gd name="connsiteY67515" fmla="*/ 1928833 h 2398711"/>
              <a:gd name="connsiteX67516" fmla="*/ 488479 w 2119654"/>
              <a:gd name="connsiteY67516" fmla="*/ 1929154 h 2398711"/>
              <a:gd name="connsiteX67517" fmla="*/ 490221 w 2119654"/>
              <a:gd name="connsiteY67517" fmla="*/ 1929189 h 2398711"/>
              <a:gd name="connsiteX67518" fmla="*/ 489027 w 2119654"/>
              <a:gd name="connsiteY67518" fmla="*/ 1928639 h 2398711"/>
              <a:gd name="connsiteX67519" fmla="*/ 515877 w 2119654"/>
              <a:gd name="connsiteY67519" fmla="*/ 1865526 h 2398711"/>
              <a:gd name="connsiteX67520" fmla="*/ 515879 w 2119654"/>
              <a:gd name="connsiteY67520" fmla="*/ 1865598 h 2398711"/>
              <a:gd name="connsiteX67521" fmla="*/ 515971 w 2119654"/>
              <a:gd name="connsiteY67521" fmla="*/ 1865553 h 2398711"/>
              <a:gd name="connsiteX67522" fmla="*/ 1134506 w 2119654"/>
              <a:gd name="connsiteY67522" fmla="*/ 480034 h 2398711"/>
              <a:gd name="connsiteX67523" fmla="*/ 1134512 w 2119654"/>
              <a:gd name="connsiteY67523" fmla="*/ 480046 h 2398711"/>
              <a:gd name="connsiteX67524" fmla="*/ 1134513 w 2119654"/>
              <a:gd name="connsiteY67524" fmla="*/ 480044 h 2398711"/>
              <a:gd name="connsiteX67525" fmla="*/ 515865 w 2119654"/>
              <a:gd name="connsiteY67525" fmla="*/ 1865060 h 2398711"/>
              <a:gd name="connsiteX67526" fmla="*/ 515866 w 2119654"/>
              <a:gd name="connsiteY67526" fmla="*/ 1865091 h 2398711"/>
              <a:gd name="connsiteX67527" fmla="*/ 516536 w 2119654"/>
              <a:gd name="connsiteY67527" fmla="*/ 1865277 h 2398711"/>
              <a:gd name="connsiteX67528" fmla="*/ 517264 w 2119654"/>
              <a:gd name="connsiteY67528" fmla="*/ 1864921 h 2398711"/>
              <a:gd name="connsiteX67529" fmla="*/ 517153 w 2119654"/>
              <a:gd name="connsiteY67529" fmla="*/ 1864813 h 2398711"/>
              <a:gd name="connsiteX67530" fmla="*/ 1129275 w 2119654"/>
              <a:gd name="connsiteY67530" fmla="*/ 491227 h 2398711"/>
              <a:gd name="connsiteX67531" fmla="*/ 1130724 w 2119654"/>
              <a:gd name="connsiteY67531" fmla="*/ 492517 h 2398711"/>
              <a:gd name="connsiteX67532" fmla="*/ 1130797 w 2119654"/>
              <a:gd name="connsiteY67532" fmla="*/ 492217 h 2398711"/>
              <a:gd name="connsiteX67533" fmla="*/ 1204032 w 2119654"/>
              <a:gd name="connsiteY67533" fmla="*/ 323518 h 2398711"/>
              <a:gd name="connsiteX67534" fmla="*/ 1205756 w 2119654"/>
              <a:gd name="connsiteY67534" fmla="*/ 325814 h 2398711"/>
              <a:gd name="connsiteX67535" fmla="*/ 1205962 w 2119654"/>
              <a:gd name="connsiteY67535" fmla="*/ 325423 h 2398711"/>
              <a:gd name="connsiteX67536" fmla="*/ 1139956 w 2119654"/>
              <a:gd name="connsiteY67536" fmla="*/ 466732 h 2398711"/>
              <a:gd name="connsiteX67537" fmla="*/ 1139959 w 2119654"/>
              <a:gd name="connsiteY67537" fmla="*/ 466747 h 2398711"/>
              <a:gd name="connsiteX67538" fmla="*/ 1139962 w 2119654"/>
              <a:gd name="connsiteY67538" fmla="*/ 466740 h 2398711"/>
              <a:gd name="connsiteX67539" fmla="*/ 1154172 w 2119654"/>
              <a:gd name="connsiteY67539" fmla="*/ 434817 h 2398711"/>
              <a:gd name="connsiteX67540" fmla="*/ 1153955 w 2119654"/>
              <a:gd name="connsiteY67540" fmla="*/ 435393 h 2398711"/>
              <a:gd name="connsiteX67541" fmla="*/ 1155068 w 2119654"/>
              <a:gd name="connsiteY67541" fmla="*/ 440028 h 2398711"/>
              <a:gd name="connsiteX67542" fmla="*/ 1156573 w 2119654"/>
              <a:gd name="connsiteY67542" fmla="*/ 436536 h 2398711"/>
              <a:gd name="connsiteX67543" fmla="*/ 1176187 w 2119654"/>
              <a:gd name="connsiteY67543" fmla="*/ 385451 h 2398711"/>
              <a:gd name="connsiteX67544" fmla="*/ 1182210 w 2119654"/>
              <a:gd name="connsiteY67544" fmla="*/ 392210 h 2398711"/>
              <a:gd name="connsiteX67545" fmla="*/ 1187472 w 2119654"/>
              <a:gd name="connsiteY67545" fmla="*/ 384519 h 2398711"/>
              <a:gd name="connsiteX67546" fmla="*/ 1188046 w 2119654"/>
              <a:gd name="connsiteY67546" fmla="*/ 368922 h 2398711"/>
              <a:gd name="connsiteX67547" fmla="*/ 1187476 w 2119654"/>
              <a:gd name="connsiteY67547" fmla="*/ 362090 h 2398711"/>
              <a:gd name="connsiteX67548" fmla="*/ 1182752 w 2119654"/>
              <a:gd name="connsiteY67548" fmla="*/ 371294 h 2398711"/>
              <a:gd name="connsiteX67549" fmla="*/ 1189177 w 2119654"/>
              <a:gd name="connsiteY67549" fmla="*/ 356292 h 2398711"/>
              <a:gd name="connsiteX67550" fmla="*/ 1189300 w 2119654"/>
              <a:gd name="connsiteY67550" fmla="*/ 357749 h 2398711"/>
              <a:gd name="connsiteX67551" fmla="*/ 1191069 w 2119654"/>
              <a:gd name="connsiteY67551" fmla="*/ 354302 h 2398711"/>
              <a:gd name="connsiteX67552" fmla="*/ 1190869 w 2119654"/>
              <a:gd name="connsiteY67552" fmla="*/ 354019 h 2398711"/>
              <a:gd name="connsiteX67553" fmla="*/ 1173682 w 2119654"/>
              <a:gd name="connsiteY67553" fmla="*/ 390851 h 2398711"/>
              <a:gd name="connsiteX67554" fmla="*/ 1177138 w 2119654"/>
              <a:gd name="connsiteY67554" fmla="*/ 398152 h 2398711"/>
              <a:gd name="connsiteX67555" fmla="*/ 1177825 w 2119654"/>
              <a:gd name="connsiteY67555" fmla="*/ 399657 h 2398711"/>
              <a:gd name="connsiteX67556" fmla="*/ 1181861 w 2119654"/>
              <a:gd name="connsiteY67556" fmla="*/ 392719 h 2398711"/>
              <a:gd name="connsiteX67557" fmla="*/ 1181940 w 2119654"/>
              <a:gd name="connsiteY67557" fmla="*/ 392606 h 2398711"/>
              <a:gd name="connsiteX67558" fmla="*/ 1176028 w 2119654"/>
              <a:gd name="connsiteY67558" fmla="*/ 385791 h 2398711"/>
              <a:gd name="connsiteX67559" fmla="*/ 1158416 w 2119654"/>
              <a:gd name="connsiteY67559" fmla="*/ 424923 h 2398711"/>
              <a:gd name="connsiteX67560" fmla="*/ 1159122 w 2119654"/>
              <a:gd name="connsiteY67560" fmla="*/ 426294 h 2398711"/>
              <a:gd name="connsiteX67561" fmla="*/ 1159534 w 2119654"/>
              <a:gd name="connsiteY67561" fmla="*/ 426777 h 2398711"/>
              <a:gd name="connsiteX67562" fmla="*/ 1158520 w 2119654"/>
              <a:gd name="connsiteY67562" fmla="*/ 425015 h 2398711"/>
              <a:gd name="connsiteX67563" fmla="*/ 1155463 w 2119654"/>
              <a:gd name="connsiteY67563" fmla="*/ 431398 h 2398711"/>
              <a:gd name="connsiteX67564" fmla="*/ 1154417 w 2119654"/>
              <a:gd name="connsiteY67564" fmla="*/ 434170 h 2398711"/>
              <a:gd name="connsiteX67565" fmla="*/ 1156844 w 2119654"/>
              <a:gd name="connsiteY67565" fmla="*/ 435908 h 2398711"/>
              <a:gd name="connsiteX67566" fmla="*/ 1157157 w 2119654"/>
              <a:gd name="connsiteY67566" fmla="*/ 435181 h 2398711"/>
              <a:gd name="connsiteX67567" fmla="*/ 1157406 w 2119654"/>
              <a:gd name="connsiteY67567" fmla="*/ 434756 h 2398711"/>
              <a:gd name="connsiteX67568" fmla="*/ 486318 w 2119654"/>
              <a:gd name="connsiteY67568" fmla="*/ 1929730 h 2398711"/>
              <a:gd name="connsiteX67569" fmla="*/ 486584 w 2119654"/>
              <a:gd name="connsiteY67569" fmla="*/ 1932510 h 2398711"/>
              <a:gd name="connsiteX67570" fmla="*/ 495733 w 2119654"/>
              <a:gd name="connsiteY67570" fmla="*/ 1933475 h 2398711"/>
              <a:gd name="connsiteX67571" fmla="*/ 498313 w 2119654"/>
              <a:gd name="connsiteY67571" fmla="*/ 1933641 h 2398711"/>
              <a:gd name="connsiteX67572" fmla="*/ 498287 w 2119654"/>
              <a:gd name="connsiteY67572" fmla="*/ 1933533 h 2398711"/>
              <a:gd name="connsiteX67573" fmla="*/ 498161 w 2119654"/>
              <a:gd name="connsiteY67573" fmla="*/ 1933178 h 2398711"/>
              <a:gd name="connsiteX67574" fmla="*/ 489084 w 2119654"/>
              <a:gd name="connsiteY67574" fmla="*/ 1930667 h 2398711"/>
              <a:gd name="connsiteX67575" fmla="*/ 488896 w 2119654"/>
              <a:gd name="connsiteY67575" fmla="*/ 1930410 h 2398711"/>
              <a:gd name="connsiteX67576" fmla="*/ 497160 w 2119654"/>
              <a:gd name="connsiteY67576" fmla="*/ 1932696 h 2398711"/>
              <a:gd name="connsiteX67577" fmla="*/ 489484 w 2119654"/>
              <a:gd name="connsiteY67577" fmla="*/ 1929793 h 2398711"/>
              <a:gd name="connsiteX67578" fmla="*/ 1170439 w 2119654"/>
              <a:gd name="connsiteY67578" fmla="*/ 397844 h 2398711"/>
              <a:gd name="connsiteX67579" fmla="*/ 1171354 w 2119654"/>
              <a:gd name="connsiteY67579" fmla="*/ 406146 h 2398711"/>
              <a:gd name="connsiteX67580" fmla="*/ 1172619 w 2119654"/>
              <a:gd name="connsiteY67580" fmla="*/ 408605 h 2398711"/>
              <a:gd name="connsiteX67581" fmla="*/ 1177503 w 2119654"/>
              <a:gd name="connsiteY67581" fmla="*/ 400209 h 2398711"/>
              <a:gd name="connsiteX67582" fmla="*/ 1173452 w 2119654"/>
              <a:gd name="connsiteY67582" fmla="*/ 391346 h 2398711"/>
              <a:gd name="connsiteX67583" fmla="*/ 1168847 w 2119654"/>
              <a:gd name="connsiteY67583" fmla="*/ 401275 h 2398711"/>
              <a:gd name="connsiteX67584" fmla="*/ 1170618 w 2119654"/>
              <a:gd name="connsiteY67584" fmla="*/ 404718 h 2398711"/>
              <a:gd name="connsiteX67585" fmla="*/ 1169959 w 2119654"/>
              <a:gd name="connsiteY67585" fmla="*/ 398878 h 2398711"/>
              <a:gd name="connsiteX67586" fmla="*/ 1166648 w 2119654"/>
              <a:gd name="connsiteY67586" fmla="*/ 406017 h 2398711"/>
              <a:gd name="connsiteX67587" fmla="*/ 1168735 w 2119654"/>
              <a:gd name="connsiteY67587" fmla="*/ 410990 h 2398711"/>
              <a:gd name="connsiteX67588" fmla="*/ 1169296 w 2119654"/>
              <a:gd name="connsiteY67588" fmla="*/ 413327 h 2398711"/>
              <a:gd name="connsiteX67589" fmla="*/ 1169693 w 2119654"/>
              <a:gd name="connsiteY67589" fmla="*/ 413636 h 2398711"/>
              <a:gd name="connsiteX67590" fmla="*/ 1171209 w 2119654"/>
              <a:gd name="connsiteY67590" fmla="*/ 411029 h 2398711"/>
              <a:gd name="connsiteX67591" fmla="*/ 1167587 w 2119654"/>
              <a:gd name="connsiteY67591" fmla="*/ 403993 h 2398711"/>
              <a:gd name="connsiteX67592" fmla="*/ 1156294 w 2119654"/>
              <a:gd name="connsiteY67592" fmla="*/ 429199 h 2398711"/>
              <a:gd name="connsiteX67593" fmla="*/ 1155610 w 2119654"/>
              <a:gd name="connsiteY67593" fmla="*/ 431010 h 2398711"/>
              <a:gd name="connsiteX67594" fmla="*/ 1157591 w 2119654"/>
              <a:gd name="connsiteY67594" fmla="*/ 434436 h 2398711"/>
              <a:gd name="connsiteX67595" fmla="*/ 1159025 w 2119654"/>
              <a:gd name="connsiteY67595" fmla="*/ 431971 h 2398711"/>
              <a:gd name="connsiteX67596" fmla="*/ 1129325 w 2119654"/>
              <a:gd name="connsiteY67596" fmla="*/ 489517 h 2398711"/>
              <a:gd name="connsiteX67597" fmla="*/ 1131168 w 2119654"/>
              <a:gd name="connsiteY67597" fmla="*/ 490709 h 2398711"/>
              <a:gd name="connsiteX67598" fmla="*/ 1131309 w 2119654"/>
              <a:gd name="connsiteY67598" fmla="*/ 490134 h 2398711"/>
              <a:gd name="connsiteX67599" fmla="*/ 1131143 w 2119654"/>
              <a:gd name="connsiteY67599" fmla="*/ 486762 h 2398711"/>
              <a:gd name="connsiteX67600" fmla="*/ 1130883 w 2119654"/>
              <a:gd name="connsiteY67600" fmla="*/ 486993 h 2398711"/>
              <a:gd name="connsiteX67601" fmla="*/ 1114397 w 2119654"/>
              <a:gd name="connsiteY67601" fmla="*/ 522930 h 2398711"/>
              <a:gd name="connsiteX67602" fmla="*/ 1114326 w 2119654"/>
              <a:gd name="connsiteY67602" fmla="*/ 523231 h 2398711"/>
              <a:gd name="connsiteX67603" fmla="*/ 1115450 w 2119654"/>
              <a:gd name="connsiteY67603" fmla="*/ 523831 h 2398711"/>
              <a:gd name="connsiteX67604" fmla="*/ 1115425 w 2119654"/>
              <a:gd name="connsiteY67604" fmla="*/ 523755 h 2398711"/>
              <a:gd name="connsiteX67605" fmla="*/ 494626 w 2119654"/>
              <a:gd name="connsiteY67605" fmla="*/ 1910471 h 2398711"/>
              <a:gd name="connsiteX67606" fmla="*/ 495121 w 2119654"/>
              <a:gd name="connsiteY67606" fmla="*/ 1912508 h 2398711"/>
              <a:gd name="connsiteX67607" fmla="*/ 502787 w 2119654"/>
              <a:gd name="connsiteY67607" fmla="*/ 1914312 h 2398711"/>
              <a:gd name="connsiteX67608" fmla="*/ 501832 w 2119654"/>
              <a:gd name="connsiteY67608" fmla="*/ 1912376 h 2398711"/>
              <a:gd name="connsiteX67609" fmla="*/ 499075 w 2119654"/>
              <a:gd name="connsiteY67609" fmla="*/ 1911290 h 2398711"/>
              <a:gd name="connsiteX67610" fmla="*/ 1128132 w 2119654"/>
              <a:gd name="connsiteY67610" fmla="*/ 491917 h 2398711"/>
              <a:gd name="connsiteX67611" fmla="*/ 1128582 w 2119654"/>
              <a:gd name="connsiteY67611" fmla="*/ 492945 h 2398711"/>
              <a:gd name="connsiteX67612" fmla="*/ 1130150 w 2119654"/>
              <a:gd name="connsiteY67612" fmla="*/ 494372 h 2398711"/>
              <a:gd name="connsiteX67613" fmla="*/ 1130340 w 2119654"/>
              <a:gd name="connsiteY67613" fmla="*/ 494078 h 2398711"/>
              <a:gd name="connsiteX67614" fmla="*/ 1130402 w 2119654"/>
              <a:gd name="connsiteY67614" fmla="*/ 493825 h 2398711"/>
              <a:gd name="connsiteX67615" fmla="*/ 1157284 w 2119654"/>
              <a:gd name="connsiteY67615" fmla="*/ 426577 h 2398711"/>
              <a:gd name="connsiteX67616" fmla="*/ 1156597 w 2119654"/>
              <a:gd name="connsiteY67616" fmla="*/ 428396 h 2398711"/>
              <a:gd name="connsiteX67617" fmla="*/ 1159460 w 2119654"/>
              <a:gd name="connsiteY67617" fmla="*/ 431225 h 2398711"/>
              <a:gd name="connsiteX67618" fmla="*/ 1159574 w 2119654"/>
              <a:gd name="connsiteY67618" fmla="*/ 431028 h 2398711"/>
              <a:gd name="connsiteX67619" fmla="*/ 486251 w 2119654"/>
              <a:gd name="connsiteY67619" fmla="*/ 1929026 h 2398711"/>
              <a:gd name="connsiteX67620" fmla="*/ 486259 w 2119654"/>
              <a:gd name="connsiteY67620" fmla="*/ 1929110 h 2398711"/>
              <a:gd name="connsiteX67621" fmla="*/ 487757 w 2119654"/>
              <a:gd name="connsiteY67621" fmla="*/ 1929140 h 2398711"/>
              <a:gd name="connsiteX67622" fmla="*/ 487131 w 2119654"/>
              <a:gd name="connsiteY67622" fmla="*/ 1928903 h 2398711"/>
              <a:gd name="connsiteX67623" fmla="*/ 1160050 w 2119654"/>
              <a:gd name="connsiteY67623" fmla="*/ 420244 h 2398711"/>
              <a:gd name="connsiteX67624" fmla="*/ 1161602 w 2119654"/>
              <a:gd name="connsiteY67624" fmla="*/ 422094 h 2398711"/>
              <a:gd name="connsiteX67625" fmla="*/ 1161809 w 2119654"/>
              <a:gd name="connsiteY67625" fmla="*/ 416451 h 2398711"/>
              <a:gd name="connsiteX67626" fmla="*/ 1128242 w 2119654"/>
              <a:gd name="connsiteY67626" fmla="*/ 491413 h 2398711"/>
              <a:gd name="connsiteX67627" fmla="*/ 1130524 w 2119654"/>
              <a:gd name="connsiteY67627" fmla="*/ 493329 h 2398711"/>
              <a:gd name="connsiteX67628" fmla="*/ 1130573 w 2119654"/>
              <a:gd name="connsiteY67628" fmla="*/ 493128 h 2398711"/>
              <a:gd name="connsiteX67629" fmla="*/ 1128378 w 2119654"/>
              <a:gd name="connsiteY67629" fmla="*/ 491174 h 2398711"/>
              <a:gd name="connsiteX67630" fmla="*/ 1158882 w 2119654"/>
              <a:gd name="connsiteY67630" fmla="*/ 422761 h 2398711"/>
              <a:gd name="connsiteX67631" fmla="*/ 1161125 w 2119654"/>
              <a:gd name="connsiteY67631" fmla="*/ 424505 h 2398711"/>
              <a:gd name="connsiteX67632" fmla="*/ 1161514 w 2119654"/>
              <a:gd name="connsiteY67632" fmla="*/ 422568 h 2398711"/>
              <a:gd name="connsiteX67633" fmla="*/ 1159877 w 2119654"/>
              <a:gd name="connsiteY67633" fmla="*/ 420616 h 2398711"/>
              <a:gd name="connsiteX67634" fmla="*/ 514659 w 2119654"/>
              <a:gd name="connsiteY67634" fmla="*/ 1865291 h 2398711"/>
              <a:gd name="connsiteX67635" fmla="*/ 515317 w 2119654"/>
              <a:gd name="connsiteY67635" fmla="*/ 1865680 h 2398711"/>
              <a:gd name="connsiteX67636" fmla="*/ 515309 w 2119654"/>
              <a:gd name="connsiteY67636" fmla="*/ 1865369 h 2398711"/>
              <a:gd name="connsiteX67637" fmla="*/ 514880 w 2119654"/>
              <a:gd name="connsiteY67637" fmla="*/ 1865249 h 2398711"/>
              <a:gd name="connsiteX67638" fmla="*/ 1127788 w 2119654"/>
              <a:gd name="connsiteY67638" fmla="*/ 492221 h 2398711"/>
              <a:gd name="connsiteX67639" fmla="*/ 1128157 w 2119654"/>
              <a:gd name="connsiteY67639" fmla="*/ 492558 h 2398711"/>
              <a:gd name="connsiteX67640" fmla="*/ 1127913 w 2119654"/>
              <a:gd name="connsiteY67640" fmla="*/ 492000 h 2398711"/>
              <a:gd name="connsiteX67641" fmla="*/ 1139646 w 2119654"/>
              <a:gd name="connsiteY67641" fmla="*/ 465352 h 2398711"/>
              <a:gd name="connsiteX67642" fmla="*/ 1139745 w 2119654"/>
              <a:gd name="connsiteY67642" fmla="*/ 465795 h 2398711"/>
              <a:gd name="connsiteX67643" fmla="*/ 1140145 w 2119654"/>
              <a:gd name="connsiteY67643" fmla="*/ 466255 h 2398711"/>
              <a:gd name="connsiteX67644" fmla="*/ 1140184 w 2119654"/>
              <a:gd name="connsiteY67644" fmla="*/ 466152 h 2398711"/>
              <a:gd name="connsiteX67645" fmla="*/ 488449 w 2119654"/>
              <a:gd name="connsiteY67645" fmla="*/ 1923495 h 2398711"/>
              <a:gd name="connsiteX67646" fmla="*/ 490165 w 2119654"/>
              <a:gd name="connsiteY67646" fmla="*/ 1924254 h 2398711"/>
              <a:gd name="connsiteX67647" fmla="*/ 491421 w 2119654"/>
              <a:gd name="connsiteY67647" fmla="*/ 1924061 h 2398711"/>
              <a:gd name="connsiteX67648" fmla="*/ 1187068 w 2119654"/>
              <a:gd name="connsiteY67648" fmla="*/ 359125 h 2398711"/>
              <a:gd name="connsiteX67649" fmla="*/ 1187242 w 2119654"/>
              <a:gd name="connsiteY67649" fmla="*/ 359296 h 2398711"/>
              <a:gd name="connsiteX67650" fmla="*/ 1187212 w 2119654"/>
              <a:gd name="connsiteY67650" fmla="*/ 358932 h 2398711"/>
              <a:gd name="connsiteX67651" fmla="*/ 485722 w 2119654"/>
              <a:gd name="connsiteY67651" fmla="*/ 1929099 h 2398711"/>
              <a:gd name="connsiteX67652" fmla="*/ 485955 w 2119654"/>
              <a:gd name="connsiteY67652" fmla="*/ 1929104 h 2398711"/>
              <a:gd name="connsiteX67653" fmla="*/ 485952 w 2119654"/>
              <a:gd name="connsiteY67653" fmla="*/ 1929067 h 2398711"/>
              <a:gd name="connsiteX67654" fmla="*/ 494376 w 2119654"/>
              <a:gd name="connsiteY67654" fmla="*/ 1909440 h 2398711"/>
              <a:gd name="connsiteX67655" fmla="*/ 494412 w 2119654"/>
              <a:gd name="connsiteY67655" fmla="*/ 1909592 h 2398711"/>
              <a:gd name="connsiteX67656" fmla="*/ 495069 w 2119654"/>
              <a:gd name="connsiteY67656" fmla="*/ 1909713 h 2398711"/>
              <a:gd name="connsiteX67657" fmla="*/ 1128580 w 2119654"/>
              <a:gd name="connsiteY67657" fmla="*/ 489031 h 2398711"/>
              <a:gd name="connsiteX67658" fmla="*/ 1128859 w 2119654"/>
              <a:gd name="connsiteY67658" fmla="*/ 489213 h 2398711"/>
              <a:gd name="connsiteX67659" fmla="*/ 1129441 w 2119654"/>
              <a:gd name="connsiteY67659" fmla="*/ 488270 h 2398711"/>
              <a:gd name="connsiteX67660" fmla="*/ 486084 w 2119654"/>
              <a:gd name="connsiteY67660" fmla="*/ 1927285 h 2398711"/>
              <a:gd name="connsiteX67661" fmla="*/ 486168 w 2119654"/>
              <a:gd name="connsiteY67661" fmla="*/ 1928149 h 2398711"/>
              <a:gd name="connsiteX67662" fmla="*/ 487541 w 2119654"/>
              <a:gd name="connsiteY67662" fmla="*/ 1927955 h 2398711"/>
              <a:gd name="connsiteX67663" fmla="*/ 461402 w 2119654"/>
              <a:gd name="connsiteY67663" fmla="*/ 1982418 h 2398711"/>
              <a:gd name="connsiteX67664" fmla="*/ 465488 w 2119654"/>
              <a:gd name="connsiteY67664" fmla="*/ 1984780 h 2398711"/>
              <a:gd name="connsiteX67665" fmla="*/ 465946 w 2119654"/>
              <a:gd name="connsiteY67665" fmla="*/ 1984925 h 2398711"/>
              <a:gd name="connsiteX67666" fmla="*/ 486211 w 2119654"/>
              <a:gd name="connsiteY67666" fmla="*/ 1990514 h 2398711"/>
              <a:gd name="connsiteX67667" fmla="*/ 512075 w 2119654"/>
              <a:gd name="connsiteY67667" fmla="*/ 1984849 h 2398711"/>
              <a:gd name="connsiteX67668" fmla="*/ 511947 w 2119654"/>
              <a:gd name="connsiteY67668" fmla="*/ 1984403 h 2398711"/>
              <a:gd name="connsiteX67669" fmla="*/ 506179 w 2119654"/>
              <a:gd name="connsiteY67669" fmla="*/ 1984047 h 2398711"/>
              <a:gd name="connsiteX67670" fmla="*/ 504995 w 2119654"/>
              <a:gd name="connsiteY67670" fmla="*/ 1983886 h 2398711"/>
              <a:gd name="connsiteX67671" fmla="*/ 487257 w 2119654"/>
              <a:gd name="connsiteY67671" fmla="*/ 1986219 h 2398711"/>
              <a:gd name="connsiteX67672" fmla="*/ 487114 w 2119654"/>
              <a:gd name="connsiteY67672" fmla="*/ 1986134 h 2398711"/>
              <a:gd name="connsiteX67673" fmla="*/ 498523 w 2119654"/>
              <a:gd name="connsiteY67673" fmla="*/ 1984633 h 2398711"/>
              <a:gd name="connsiteX67674" fmla="*/ 503925 w 2119654"/>
              <a:gd name="connsiteY67674" fmla="*/ 1983741 h 2398711"/>
              <a:gd name="connsiteX67675" fmla="*/ 476996 w 2119654"/>
              <a:gd name="connsiteY67675" fmla="*/ 1980087 h 2398711"/>
              <a:gd name="connsiteX67676" fmla="*/ 1145169 w 2119654"/>
              <a:gd name="connsiteY67676" fmla="*/ 451081 h 2398711"/>
              <a:gd name="connsiteX67677" fmla="*/ 1145672 w 2119654"/>
              <a:gd name="connsiteY67677" fmla="*/ 451619 h 2398711"/>
              <a:gd name="connsiteX67678" fmla="*/ 1146161 w 2119654"/>
              <a:gd name="connsiteY67678" fmla="*/ 450324 h 2398711"/>
              <a:gd name="connsiteX67679" fmla="*/ 1132703 w 2119654"/>
              <a:gd name="connsiteY67679" fmla="*/ 478939 h 2398711"/>
              <a:gd name="connsiteX67680" fmla="*/ 1133017 w 2119654"/>
              <a:gd name="connsiteY67680" fmla="*/ 482472 h 2398711"/>
              <a:gd name="connsiteX67681" fmla="*/ 1133716 w 2119654"/>
              <a:gd name="connsiteY67681" fmla="*/ 481337 h 2398711"/>
              <a:gd name="connsiteX67682" fmla="*/ 1148947 w 2119654"/>
              <a:gd name="connsiteY67682" fmla="*/ 442193 h 2398711"/>
              <a:gd name="connsiteX67683" fmla="*/ 1149002 w 2119654"/>
              <a:gd name="connsiteY67683" fmla="*/ 442801 h 2398711"/>
              <a:gd name="connsiteX67684" fmla="*/ 1149354 w 2119654"/>
              <a:gd name="connsiteY67684" fmla="*/ 441868 h 2398711"/>
              <a:gd name="connsiteX67685" fmla="*/ 1149353 w 2119654"/>
              <a:gd name="connsiteY67685" fmla="*/ 441863 h 2398711"/>
              <a:gd name="connsiteX67686" fmla="*/ 1127439 w 2119654"/>
              <a:gd name="connsiteY67686" fmla="*/ 490337 h 2398711"/>
              <a:gd name="connsiteX67687" fmla="*/ 1127717 w 2119654"/>
              <a:gd name="connsiteY67687" fmla="*/ 490972 h 2398711"/>
              <a:gd name="connsiteX67688" fmla="*/ 1127755 w 2119654"/>
              <a:gd name="connsiteY67688" fmla="*/ 491004 h 2398711"/>
              <a:gd name="connsiteX67689" fmla="*/ 1127908 w 2119654"/>
              <a:gd name="connsiteY67689" fmla="*/ 490755 h 2398711"/>
              <a:gd name="connsiteX67690" fmla="*/ 1127042 w 2119654"/>
              <a:gd name="connsiteY67690" fmla="*/ 491003 h 2398711"/>
              <a:gd name="connsiteX67691" fmla="*/ 1127092 w 2119654"/>
              <a:gd name="connsiteY67691" fmla="*/ 491414 h 2398711"/>
              <a:gd name="connsiteX67692" fmla="*/ 1127195 w 2119654"/>
              <a:gd name="connsiteY67692" fmla="*/ 491681 h 2398711"/>
              <a:gd name="connsiteX67693" fmla="*/ 1127286 w 2119654"/>
              <a:gd name="connsiteY67693" fmla="*/ 491764 h 2398711"/>
              <a:gd name="connsiteX67694" fmla="*/ 1127512 w 2119654"/>
              <a:gd name="connsiteY67694" fmla="*/ 491398 h 2398711"/>
              <a:gd name="connsiteX67695" fmla="*/ 492345 w 2119654"/>
              <a:gd name="connsiteY67695" fmla="*/ 1912043 h 2398711"/>
              <a:gd name="connsiteX67696" fmla="*/ 493712 w 2119654"/>
              <a:gd name="connsiteY67696" fmla="*/ 1916448 h 2398711"/>
              <a:gd name="connsiteX67697" fmla="*/ 494131 w 2119654"/>
              <a:gd name="connsiteY67697" fmla="*/ 1916422 h 2398711"/>
              <a:gd name="connsiteX67698" fmla="*/ 493115 w 2119654"/>
              <a:gd name="connsiteY67698" fmla="*/ 1912242 h 2398711"/>
              <a:gd name="connsiteX67699" fmla="*/ 1137585 w 2119654"/>
              <a:gd name="connsiteY67699" fmla="*/ 467112 h 2398711"/>
              <a:gd name="connsiteX67700" fmla="*/ 1139017 w 2119654"/>
              <a:gd name="connsiteY67700" fmla="*/ 469242 h 2398711"/>
              <a:gd name="connsiteX67701" fmla="*/ 1139223 w 2119654"/>
              <a:gd name="connsiteY67701" fmla="*/ 468697 h 2398711"/>
              <a:gd name="connsiteX67702" fmla="*/ 1139194 w 2119654"/>
              <a:gd name="connsiteY67702" fmla="*/ 468572 h 2398711"/>
              <a:gd name="connsiteX67703" fmla="*/ 1127036 w 2119654"/>
              <a:gd name="connsiteY67703" fmla="*/ 490399 h 2398711"/>
              <a:gd name="connsiteX67704" fmla="*/ 1127314 w 2119654"/>
              <a:gd name="connsiteY67704" fmla="*/ 490633 h 2398711"/>
              <a:gd name="connsiteX67705" fmla="*/ 1127163 w 2119654"/>
              <a:gd name="connsiteY67705" fmla="*/ 490287 h 2398711"/>
              <a:gd name="connsiteX67706" fmla="*/ 504778 w 2119654"/>
              <a:gd name="connsiteY67706" fmla="*/ 1883389 h 2398711"/>
              <a:gd name="connsiteX67707" fmla="*/ 504913 w 2119654"/>
              <a:gd name="connsiteY67707" fmla="*/ 1884872 h 2398711"/>
              <a:gd name="connsiteX67708" fmla="*/ 508086 w 2119654"/>
              <a:gd name="connsiteY67708" fmla="*/ 1884211 h 2398711"/>
              <a:gd name="connsiteX67709" fmla="*/ 507224 w 2119654"/>
              <a:gd name="connsiteY67709" fmla="*/ 1883878 h 2398711"/>
              <a:gd name="connsiteX67710" fmla="*/ 499870 w 2119654"/>
              <a:gd name="connsiteY67710" fmla="*/ 1894008 h 2398711"/>
              <a:gd name="connsiteX67711" fmla="*/ 503995 w 2119654"/>
              <a:gd name="connsiteY67711" fmla="*/ 1894317 h 2398711"/>
              <a:gd name="connsiteX67712" fmla="*/ 503916 w 2119654"/>
              <a:gd name="connsiteY67712" fmla="*/ 1893461 h 2398711"/>
              <a:gd name="connsiteX67713" fmla="*/ 504734 w 2119654"/>
              <a:gd name="connsiteY67713" fmla="*/ 1882916 h 2398711"/>
              <a:gd name="connsiteX67714" fmla="*/ 504746 w 2119654"/>
              <a:gd name="connsiteY67714" fmla="*/ 1883040 h 2398711"/>
              <a:gd name="connsiteX67715" fmla="*/ 505387 w 2119654"/>
              <a:gd name="connsiteY67715" fmla="*/ 1883169 h 2398711"/>
              <a:gd name="connsiteX67716" fmla="*/ 514318 w 2119654"/>
              <a:gd name="connsiteY67716" fmla="*/ 1861375 h 2398711"/>
              <a:gd name="connsiteX67717" fmla="*/ 514388 w 2119654"/>
              <a:gd name="connsiteY67717" fmla="*/ 1861442 h 2398711"/>
              <a:gd name="connsiteX67718" fmla="*/ 514437 w 2119654"/>
              <a:gd name="connsiteY67718" fmla="*/ 1861433 h 2398711"/>
              <a:gd name="connsiteX67719" fmla="*/ 501381 w 2119654"/>
              <a:gd name="connsiteY67719" fmla="*/ 1890329 h 2398711"/>
              <a:gd name="connsiteX67720" fmla="*/ 502115 w 2119654"/>
              <a:gd name="connsiteY67720" fmla="*/ 1890641 h 2398711"/>
              <a:gd name="connsiteX67721" fmla="*/ 503632 w 2119654"/>
              <a:gd name="connsiteY67721" fmla="*/ 1890348 h 2398711"/>
              <a:gd name="connsiteX67722" fmla="*/ 503624 w 2119654"/>
              <a:gd name="connsiteY67722" fmla="*/ 1890257 h 2398711"/>
              <a:gd name="connsiteX67723" fmla="*/ 1147556 w 2119654"/>
              <a:gd name="connsiteY67723" fmla="*/ 443323 h 2398711"/>
              <a:gd name="connsiteX67724" fmla="*/ 1148311 w 2119654"/>
              <a:gd name="connsiteY67724" fmla="*/ 444630 h 2398711"/>
              <a:gd name="connsiteX67725" fmla="*/ 1148808 w 2119654"/>
              <a:gd name="connsiteY67725" fmla="*/ 443314 h 2398711"/>
              <a:gd name="connsiteX67726" fmla="*/ 1148723 w 2119654"/>
              <a:gd name="connsiteY67726" fmla="*/ 442375 h 2398711"/>
              <a:gd name="connsiteX67727" fmla="*/ 1188735 w 2119654"/>
              <a:gd name="connsiteY67727" fmla="*/ 350987 h 2398711"/>
              <a:gd name="connsiteX67728" fmla="*/ 1189148 w 2119654"/>
              <a:gd name="connsiteY67728" fmla="*/ 355931 h 2398711"/>
              <a:gd name="connsiteX67729" fmla="*/ 1190724 w 2119654"/>
              <a:gd name="connsiteY67729" fmla="*/ 353813 h 2398711"/>
              <a:gd name="connsiteX67730" fmla="*/ 1143277 w 2119654"/>
              <a:gd name="connsiteY67730" fmla="*/ 452524 h 2398711"/>
              <a:gd name="connsiteX67731" fmla="*/ 1144462 w 2119654"/>
              <a:gd name="connsiteY67731" fmla="*/ 454824 h 2398711"/>
              <a:gd name="connsiteX67732" fmla="*/ 1145266 w 2119654"/>
              <a:gd name="connsiteY67732" fmla="*/ 452693 h 2398711"/>
              <a:gd name="connsiteX67733" fmla="*/ 1144346 w 2119654"/>
              <a:gd name="connsiteY67733" fmla="*/ 451709 h 2398711"/>
              <a:gd name="connsiteX67734" fmla="*/ 1148748 w 2119654"/>
              <a:gd name="connsiteY67734" fmla="*/ 439994 h 2398711"/>
              <a:gd name="connsiteX67735" fmla="*/ 1148932 w 2119654"/>
              <a:gd name="connsiteY67735" fmla="*/ 442032 h 2398711"/>
              <a:gd name="connsiteX67736" fmla="*/ 1149309 w 2119654"/>
              <a:gd name="connsiteY67736" fmla="*/ 441726 h 2398711"/>
              <a:gd name="connsiteX67737" fmla="*/ 418001 w 2119654"/>
              <a:gd name="connsiteY67737" fmla="*/ 2075852 h 2398711"/>
              <a:gd name="connsiteX67738" fmla="*/ 424925 w 2119654"/>
              <a:gd name="connsiteY67738" fmla="*/ 2075984 h 2398711"/>
              <a:gd name="connsiteX67739" fmla="*/ 423428 w 2119654"/>
              <a:gd name="connsiteY67739" fmla="*/ 2076003 h 2398711"/>
              <a:gd name="connsiteX67740" fmla="*/ 514137 w 2119654"/>
              <a:gd name="connsiteY67740" fmla="*/ 1860433 h 2398711"/>
              <a:gd name="connsiteX67741" fmla="*/ 514150 w 2119654"/>
              <a:gd name="connsiteY67741" fmla="*/ 1860438 h 2398711"/>
              <a:gd name="connsiteX67742" fmla="*/ 514445 w 2119654"/>
              <a:gd name="connsiteY67742" fmla="*/ 1860469 h 2398711"/>
              <a:gd name="connsiteX67743" fmla="*/ 514355 w 2119654"/>
              <a:gd name="connsiteY67743" fmla="*/ 1860421 h 2398711"/>
              <a:gd name="connsiteX67744" fmla="*/ 1153777 w 2119654"/>
              <a:gd name="connsiteY67744" fmla="*/ 427842 h 2398711"/>
              <a:gd name="connsiteX67745" fmla="*/ 1154724 w 2119654"/>
              <a:gd name="connsiteY67745" fmla="*/ 429479 h 2398711"/>
              <a:gd name="connsiteX67746" fmla="*/ 1155315 w 2119654"/>
              <a:gd name="connsiteY67746" fmla="*/ 428205 h 2398711"/>
              <a:gd name="connsiteX67747" fmla="*/ 1154244 w 2119654"/>
              <a:gd name="connsiteY67747" fmla="*/ 427116 h 2398711"/>
              <a:gd name="connsiteX67748" fmla="*/ 504596 w 2119654"/>
              <a:gd name="connsiteY67748" fmla="*/ 1881406 h 2398711"/>
              <a:gd name="connsiteX67749" fmla="*/ 504666 w 2119654"/>
              <a:gd name="connsiteY67749" fmla="*/ 1882164 h 2398711"/>
              <a:gd name="connsiteX67750" fmla="*/ 509287 w 2119654"/>
              <a:gd name="connsiteY67750" fmla="*/ 1883949 h 2398711"/>
              <a:gd name="connsiteX67751" fmla="*/ 509317 w 2119654"/>
              <a:gd name="connsiteY67751" fmla="*/ 1883954 h 2398711"/>
              <a:gd name="connsiteX67752" fmla="*/ 509648 w 2119654"/>
              <a:gd name="connsiteY67752" fmla="*/ 1883885 h 2398711"/>
              <a:gd name="connsiteX67753" fmla="*/ 507637 w 2119654"/>
              <a:gd name="connsiteY67753" fmla="*/ 1882625 h 2398711"/>
              <a:gd name="connsiteX67754" fmla="*/ 491685 w 2119654"/>
              <a:gd name="connsiteY67754" fmla="*/ 1909920 h 2398711"/>
              <a:gd name="connsiteX67755" fmla="*/ 492281 w 2119654"/>
              <a:gd name="connsiteY67755" fmla="*/ 1911840 h 2398711"/>
              <a:gd name="connsiteX67756" fmla="*/ 493063 w 2119654"/>
              <a:gd name="connsiteY67756" fmla="*/ 1912024 h 2398711"/>
              <a:gd name="connsiteX67757" fmla="*/ 492595 w 2119654"/>
              <a:gd name="connsiteY67757" fmla="*/ 1910098 h 2398711"/>
              <a:gd name="connsiteX67758" fmla="*/ 492486 w 2119654"/>
              <a:gd name="connsiteY67758" fmla="*/ 1910078 h 2398711"/>
              <a:gd name="connsiteX67759" fmla="*/ 447342 w 2119654"/>
              <a:gd name="connsiteY67759" fmla="*/ 2009138 h 2398711"/>
              <a:gd name="connsiteX67760" fmla="*/ 446713 w 2119654"/>
              <a:gd name="connsiteY67760" fmla="*/ 2032992 h 2398711"/>
              <a:gd name="connsiteX67761" fmla="*/ 464980 w 2119654"/>
              <a:gd name="connsiteY67761" fmla="*/ 2036036 h 2398711"/>
              <a:gd name="connsiteX67762" fmla="*/ 505996 w 2119654"/>
              <a:gd name="connsiteY67762" fmla="*/ 2039819 h 2398711"/>
              <a:gd name="connsiteX67763" fmla="*/ 520307 w 2119654"/>
              <a:gd name="connsiteY67763" fmla="*/ 2035396 h 2398711"/>
              <a:gd name="connsiteX67764" fmla="*/ 520169 w 2119654"/>
              <a:gd name="connsiteY67764" fmla="*/ 2034348 h 2398711"/>
              <a:gd name="connsiteX67765" fmla="*/ 504858 w 2119654"/>
              <a:gd name="connsiteY67765" fmla="*/ 2038714 h 2398711"/>
              <a:gd name="connsiteX67766" fmla="*/ 504712 w 2119654"/>
              <a:gd name="connsiteY67766" fmla="*/ 2038655 h 2398711"/>
              <a:gd name="connsiteX67767" fmla="*/ 515132 w 2119654"/>
              <a:gd name="connsiteY67767" fmla="*/ 2035683 h 2398711"/>
              <a:gd name="connsiteX67768" fmla="*/ 520141 w 2119654"/>
              <a:gd name="connsiteY67768" fmla="*/ 2034134 h 2398711"/>
              <a:gd name="connsiteX67769" fmla="*/ 519617 w 2119654"/>
              <a:gd name="connsiteY67769" fmla="*/ 2030185 h 2398711"/>
              <a:gd name="connsiteX67770" fmla="*/ 490274 w 2119654"/>
              <a:gd name="connsiteY67770" fmla="*/ 2023474 h 2398711"/>
              <a:gd name="connsiteX67771" fmla="*/ 490028 w 2119654"/>
              <a:gd name="connsiteY67771" fmla="*/ 2023104 h 2398711"/>
              <a:gd name="connsiteX67772" fmla="*/ 519575 w 2119654"/>
              <a:gd name="connsiteY67772" fmla="*/ 2029863 h 2398711"/>
              <a:gd name="connsiteX67773" fmla="*/ 518604 w 2119654"/>
              <a:gd name="connsiteY67773" fmla="*/ 2022537 h 2398711"/>
              <a:gd name="connsiteX67774" fmla="*/ 516107 w 2119654"/>
              <a:gd name="connsiteY67774" fmla="*/ 2023201 h 2398711"/>
              <a:gd name="connsiteX67775" fmla="*/ 515824 w 2119654"/>
              <a:gd name="connsiteY67775" fmla="*/ 2023047 h 2398711"/>
              <a:gd name="connsiteX67776" fmla="*/ 518574 w 2119654"/>
              <a:gd name="connsiteY67776" fmla="*/ 2022316 h 2398711"/>
              <a:gd name="connsiteX67777" fmla="*/ 517990 w 2119654"/>
              <a:gd name="connsiteY67777" fmla="*/ 2017906 h 2398711"/>
              <a:gd name="connsiteX67778" fmla="*/ 504293 w 2119654"/>
              <a:gd name="connsiteY67778" fmla="*/ 2013329 h 2398711"/>
              <a:gd name="connsiteX67779" fmla="*/ 483727 w 2119654"/>
              <a:gd name="connsiteY67779" fmla="*/ 2005531 h 2398711"/>
              <a:gd name="connsiteX67780" fmla="*/ 474911 w 2119654"/>
              <a:gd name="connsiteY67780" fmla="*/ 2008338 h 2398711"/>
              <a:gd name="connsiteX67781" fmla="*/ 474713 w 2119654"/>
              <a:gd name="connsiteY67781" fmla="*/ 2008263 h 2398711"/>
              <a:gd name="connsiteX67782" fmla="*/ 483529 w 2119654"/>
              <a:gd name="connsiteY67782" fmla="*/ 2005457 h 2398711"/>
              <a:gd name="connsiteX67783" fmla="*/ 482222 w 2119654"/>
              <a:gd name="connsiteY67783" fmla="*/ 2004961 h 2398711"/>
              <a:gd name="connsiteX67784" fmla="*/ 478843 w 2119654"/>
              <a:gd name="connsiteY67784" fmla="*/ 2005233 h 2398711"/>
              <a:gd name="connsiteX67785" fmla="*/ 453619 w 2119654"/>
              <a:gd name="connsiteY67785" fmla="*/ 2010345 h 2398711"/>
              <a:gd name="connsiteX67786" fmla="*/ 453309 w 2119654"/>
              <a:gd name="connsiteY67786" fmla="*/ 2010152 h 2398711"/>
              <a:gd name="connsiteX67787" fmla="*/ 476744 w 2119654"/>
              <a:gd name="connsiteY67787" fmla="*/ 2005401 h 2398711"/>
              <a:gd name="connsiteX67788" fmla="*/ 455137 w 2119654"/>
              <a:gd name="connsiteY67788" fmla="*/ 2007136 h 2398711"/>
              <a:gd name="connsiteX67789" fmla="*/ 459122 w 2119654"/>
              <a:gd name="connsiteY67789" fmla="*/ 1982759 h 2398711"/>
              <a:gd name="connsiteX67790" fmla="*/ 462324 w 2119654"/>
              <a:gd name="connsiteY67790" fmla="*/ 1983775 h 2398711"/>
              <a:gd name="connsiteX67791" fmla="*/ 460269 w 2119654"/>
              <a:gd name="connsiteY67791" fmla="*/ 1982588 h 2398711"/>
              <a:gd name="connsiteX67792" fmla="*/ 476339 w 2119654"/>
              <a:gd name="connsiteY67792" fmla="*/ 1944168 h 2398711"/>
              <a:gd name="connsiteX67793" fmla="*/ 487864 w 2119654"/>
              <a:gd name="connsiteY67793" fmla="*/ 1946565 h 2398711"/>
              <a:gd name="connsiteX67794" fmla="*/ 487660 w 2119654"/>
              <a:gd name="connsiteY67794" fmla="*/ 1944703 h 2398711"/>
              <a:gd name="connsiteX67795" fmla="*/ 1152785 w 2119654"/>
              <a:gd name="connsiteY67795" fmla="*/ 429383 h 2398711"/>
              <a:gd name="connsiteX67796" fmla="*/ 1153018 w 2119654"/>
              <a:gd name="connsiteY67796" fmla="*/ 431498 h 2398711"/>
              <a:gd name="connsiteX67797" fmla="*/ 1153281 w 2119654"/>
              <a:gd name="connsiteY67797" fmla="*/ 432592 h 2398711"/>
              <a:gd name="connsiteX67798" fmla="*/ 1154559 w 2119654"/>
              <a:gd name="connsiteY67798" fmla="*/ 429835 h 2398711"/>
              <a:gd name="connsiteX67799" fmla="*/ 1153581 w 2119654"/>
              <a:gd name="connsiteY67799" fmla="*/ 428146 h 2398711"/>
              <a:gd name="connsiteX67800" fmla="*/ 485673 w 2119654"/>
              <a:gd name="connsiteY67800" fmla="*/ 1922986 h 2398711"/>
              <a:gd name="connsiteX67801" fmla="*/ 486042 w 2119654"/>
              <a:gd name="connsiteY67801" fmla="*/ 1926836 h 2398711"/>
              <a:gd name="connsiteX67802" fmla="*/ 488314 w 2119654"/>
              <a:gd name="connsiteY67802" fmla="*/ 1927846 h 2398711"/>
              <a:gd name="connsiteX67803" fmla="*/ 494646 w 2119654"/>
              <a:gd name="connsiteY67803" fmla="*/ 1926953 h 2398711"/>
              <a:gd name="connsiteX67804" fmla="*/ 1141825 w 2119654"/>
              <a:gd name="connsiteY67804" fmla="*/ 453633 h 2398711"/>
              <a:gd name="connsiteX67805" fmla="*/ 1142769 w 2119654"/>
              <a:gd name="connsiteY67805" fmla="*/ 455941 h 2398711"/>
              <a:gd name="connsiteX67806" fmla="*/ 1143474 w 2119654"/>
              <a:gd name="connsiteY67806" fmla="*/ 457438 h 2398711"/>
              <a:gd name="connsiteX67807" fmla="*/ 1144291 w 2119654"/>
              <a:gd name="connsiteY67807" fmla="*/ 455277 h 2398711"/>
              <a:gd name="connsiteX67808" fmla="*/ 1142987 w 2119654"/>
              <a:gd name="connsiteY67808" fmla="*/ 452746 h 2398711"/>
              <a:gd name="connsiteX67809" fmla="*/ 491707 w 2119654"/>
              <a:gd name="connsiteY67809" fmla="*/ 1909094 h 2398711"/>
              <a:gd name="connsiteX67810" fmla="*/ 492381 w 2119654"/>
              <a:gd name="connsiteY67810" fmla="*/ 1909218 h 2398711"/>
              <a:gd name="connsiteX67811" fmla="*/ 492336 w 2119654"/>
              <a:gd name="connsiteY67811" fmla="*/ 1909034 h 2398711"/>
              <a:gd name="connsiteX67812" fmla="*/ 447463 w 2119654"/>
              <a:gd name="connsiteY67812" fmla="*/ 2007686 h 2398711"/>
              <a:gd name="connsiteX67813" fmla="*/ 447367 w 2119654"/>
              <a:gd name="connsiteY67813" fmla="*/ 2008237 h 2398711"/>
              <a:gd name="connsiteX67814" fmla="*/ 447363 w 2119654"/>
              <a:gd name="connsiteY67814" fmla="*/ 2008354 h 2398711"/>
              <a:gd name="connsiteX67815" fmla="*/ 447356 w 2119654"/>
              <a:gd name="connsiteY67815" fmla="*/ 2008594 h 2398711"/>
              <a:gd name="connsiteX67816" fmla="*/ 450842 w 2119654"/>
              <a:gd name="connsiteY67816" fmla="*/ 2007698 h 2398711"/>
              <a:gd name="connsiteX67817" fmla="*/ 451866 w 2119654"/>
              <a:gd name="connsiteY67817" fmla="*/ 2007392 h 2398711"/>
              <a:gd name="connsiteX67818" fmla="*/ 1165439 w 2119654"/>
              <a:gd name="connsiteY67818" fmla="*/ 399820 h 2398711"/>
              <a:gd name="connsiteX67819" fmla="*/ 1165327 w 2119654"/>
              <a:gd name="connsiteY67819" fmla="*/ 402870 h 2398711"/>
              <a:gd name="connsiteX67820" fmla="*/ 1166153 w 2119654"/>
              <a:gd name="connsiteY67820" fmla="*/ 404836 h 2398711"/>
              <a:gd name="connsiteX67821" fmla="*/ 1167039 w 2119654"/>
              <a:gd name="connsiteY67821" fmla="*/ 402927 h 2398711"/>
              <a:gd name="connsiteX67822" fmla="*/ 1131236 w 2119654"/>
              <a:gd name="connsiteY67822" fmla="*/ 475821 h 2398711"/>
              <a:gd name="connsiteX67823" fmla="*/ 1132405 w 2119654"/>
              <a:gd name="connsiteY67823" fmla="*/ 483181 h 2398711"/>
              <a:gd name="connsiteX67824" fmla="*/ 1132701 w 2119654"/>
              <a:gd name="connsiteY67824" fmla="*/ 482955 h 2398711"/>
              <a:gd name="connsiteX67825" fmla="*/ 1132249 w 2119654"/>
              <a:gd name="connsiteY67825" fmla="*/ 477863 h 2398711"/>
              <a:gd name="connsiteX67826" fmla="*/ 1132009 w 2119654"/>
              <a:gd name="connsiteY67826" fmla="*/ 477295 h 2398711"/>
              <a:gd name="connsiteX67827" fmla="*/ 1148451 w 2119654"/>
              <a:gd name="connsiteY67827" fmla="*/ 436722 h 2398711"/>
              <a:gd name="connsiteX67828" fmla="*/ 1148550 w 2119654"/>
              <a:gd name="connsiteY67828" fmla="*/ 437812 h 2398711"/>
              <a:gd name="connsiteX67829" fmla="*/ 1149655 w 2119654"/>
              <a:gd name="connsiteY67829" fmla="*/ 441071 h 2398711"/>
              <a:gd name="connsiteX67830" fmla="*/ 1150086 w 2119654"/>
              <a:gd name="connsiteY67830" fmla="*/ 439930 h 2398711"/>
              <a:gd name="connsiteX67831" fmla="*/ 1149935 w 2119654"/>
              <a:gd name="connsiteY67831" fmla="*/ 439304 h 2398711"/>
              <a:gd name="connsiteX67832" fmla="*/ 491140 w 2119654"/>
              <a:gd name="connsiteY67832" fmla="*/ 1908167 h 2398711"/>
              <a:gd name="connsiteX67833" fmla="*/ 491323 w 2119654"/>
              <a:gd name="connsiteY67833" fmla="*/ 1908753 h 2398711"/>
              <a:gd name="connsiteX67834" fmla="*/ 492243 w 2119654"/>
              <a:gd name="connsiteY67834" fmla="*/ 1908651 h 2398711"/>
              <a:gd name="connsiteX67835" fmla="*/ 492229 w 2119654"/>
              <a:gd name="connsiteY67835" fmla="*/ 1908596 h 2398711"/>
              <a:gd name="connsiteX67836" fmla="*/ 485468 w 2119654"/>
              <a:gd name="connsiteY67836" fmla="*/ 1920840 h 2398711"/>
              <a:gd name="connsiteX67837" fmla="*/ 485602 w 2119654"/>
              <a:gd name="connsiteY67837" fmla="*/ 1922236 h 2398711"/>
              <a:gd name="connsiteX67838" fmla="*/ 487084 w 2119654"/>
              <a:gd name="connsiteY67838" fmla="*/ 1922892 h 2398711"/>
              <a:gd name="connsiteX67839" fmla="*/ 492647 w 2119654"/>
              <a:gd name="connsiteY67839" fmla="*/ 1923874 h 2398711"/>
              <a:gd name="connsiteX67840" fmla="*/ 494744 w 2119654"/>
              <a:gd name="connsiteY67840" fmla="*/ 1923553 h 2398711"/>
              <a:gd name="connsiteX67841" fmla="*/ 494540 w 2119654"/>
              <a:gd name="connsiteY67841" fmla="*/ 1922976 h 2398711"/>
              <a:gd name="connsiteX67842" fmla="*/ 487411 w 2119654"/>
              <a:gd name="connsiteY67842" fmla="*/ 1921918 h 2398711"/>
              <a:gd name="connsiteX67843" fmla="*/ 487225 w 2119654"/>
              <a:gd name="connsiteY67843" fmla="*/ 1921680 h 2398711"/>
              <a:gd name="connsiteX67844" fmla="*/ 494461 w 2119654"/>
              <a:gd name="connsiteY67844" fmla="*/ 1922753 h 2398711"/>
              <a:gd name="connsiteX67845" fmla="*/ 494100 w 2119654"/>
              <a:gd name="connsiteY67845" fmla="*/ 1921734 h 2398711"/>
              <a:gd name="connsiteX67846" fmla="*/ 1148140 w 2119654"/>
              <a:gd name="connsiteY67846" fmla="*/ 436604 h 2398711"/>
              <a:gd name="connsiteX67847" fmla="*/ 1148222 w 2119654"/>
              <a:gd name="connsiteY67847" fmla="*/ 436846 h 2398711"/>
              <a:gd name="connsiteX67848" fmla="*/ 1148192 w 2119654"/>
              <a:gd name="connsiteY67848" fmla="*/ 436521 h 2398711"/>
              <a:gd name="connsiteX67849" fmla="*/ 498862 w 2119654"/>
              <a:gd name="connsiteY67849" fmla="*/ 1890410 h 2398711"/>
              <a:gd name="connsiteX67850" fmla="*/ 501226 w 2119654"/>
              <a:gd name="connsiteY67850" fmla="*/ 1890812 h 2398711"/>
              <a:gd name="connsiteX67851" fmla="*/ 502044 w 2119654"/>
              <a:gd name="connsiteY67851" fmla="*/ 1890655 h 2398711"/>
              <a:gd name="connsiteX67852" fmla="*/ 501263 w 2119654"/>
              <a:gd name="connsiteY67852" fmla="*/ 1890333 h 2398711"/>
              <a:gd name="connsiteX67853" fmla="*/ 1117147 w 2119654"/>
              <a:gd name="connsiteY67853" fmla="*/ 505501 h 2398711"/>
              <a:gd name="connsiteX67854" fmla="*/ 1117062 w 2119654"/>
              <a:gd name="connsiteY67854" fmla="*/ 506760 h 2398711"/>
              <a:gd name="connsiteX67855" fmla="*/ 1117404 w 2119654"/>
              <a:gd name="connsiteY67855" fmla="*/ 507790 h 2398711"/>
              <a:gd name="connsiteX67856" fmla="*/ 1117754 w 2119654"/>
              <a:gd name="connsiteY67856" fmla="*/ 507222 h 2398711"/>
              <a:gd name="connsiteX67857" fmla="*/ 1117765 w 2119654"/>
              <a:gd name="connsiteY67857" fmla="*/ 507099 h 2398711"/>
              <a:gd name="connsiteX67858" fmla="*/ 1188315 w 2119654"/>
              <a:gd name="connsiteY67858" fmla="*/ 345957 h 2398711"/>
              <a:gd name="connsiteX67859" fmla="*/ 1188686 w 2119654"/>
              <a:gd name="connsiteY67859" fmla="*/ 350394 h 2398711"/>
              <a:gd name="connsiteX67860" fmla="*/ 1190913 w 2119654"/>
              <a:gd name="connsiteY67860" fmla="*/ 353558 h 2398711"/>
              <a:gd name="connsiteX67861" fmla="*/ 1191425 w 2119654"/>
              <a:gd name="connsiteY67861" fmla="*/ 352871 h 2398711"/>
              <a:gd name="connsiteX67862" fmla="*/ 1189932 w 2119654"/>
              <a:gd name="connsiteY67862" fmla="*/ 349366 h 2398711"/>
              <a:gd name="connsiteX67863" fmla="*/ 1152429 w 2119654"/>
              <a:gd name="connsiteY67863" fmla="*/ 426154 h 2398711"/>
              <a:gd name="connsiteX67864" fmla="*/ 1152733 w 2119654"/>
              <a:gd name="connsiteY67864" fmla="*/ 428908 h 2398711"/>
              <a:gd name="connsiteX67865" fmla="*/ 1153412 w 2119654"/>
              <a:gd name="connsiteY67865" fmla="*/ 427853 h 2398711"/>
              <a:gd name="connsiteX67866" fmla="*/ 1117405 w 2119654"/>
              <a:gd name="connsiteY67866" fmla="*/ 504324 h 2398711"/>
              <a:gd name="connsiteX67867" fmla="*/ 1117542 w 2119654"/>
              <a:gd name="connsiteY67867" fmla="*/ 504640 h 2398711"/>
              <a:gd name="connsiteX67868" fmla="*/ 1117950 w 2119654"/>
              <a:gd name="connsiteY67868" fmla="*/ 505221 h 2398711"/>
              <a:gd name="connsiteX67869" fmla="*/ 1118000 w 2119654"/>
              <a:gd name="connsiteY67869" fmla="*/ 504711 h 2398711"/>
              <a:gd name="connsiteX67870" fmla="*/ 496479 w 2119654"/>
              <a:gd name="connsiteY67870" fmla="*/ 1894467 h 2398711"/>
              <a:gd name="connsiteX67871" fmla="*/ 499252 w 2119654"/>
              <a:gd name="connsiteY67871" fmla="*/ 1896139 h 2398711"/>
              <a:gd name="connsiteX67872" fmla="*/ 501352 w 2119654"/>
              <a:gd name="connsiteY67872" fmla="*/ 1896508 h 2398711"/>
              <a:gd name="connsiteX67873" fmla="*/ 504188 w 2119654"/>
              <a:gd name="connsiteY67873" fmla="*/ 1896429 h 2398711"/>
              <a:gd name="connsiteX67874" fmla="*/ 504041 w 2119654"/>
              <a:gd name="connsiteY67874" fmla="*/ 1894820 h 2398711"/>
              <a:gd name="connsiteX67875" fmla="*/ 497495 w 2119654"/>
              <a:gd name="connsiteY67875" fmla="*/ 1894329 h 2398711"/>
              <a:gd name="connsiteX67876" fmla="*/ 1145785 w 2119654"/>
              <a:gd name="connsiteY67876" fmla="*/ 440263 h 2398711"/>
              <a:gd name="connsiteX67877" fmla="*/ 1147487 w 2119654"/>
              <a:gd name="connsiteY67877" fmla="*/ 443206 h 2398711"/>
              <a:gd name="connsiteX67878" fmla="*/ 1148708 w 2119654"/>
              <a:gd name="connsiteY67878" fmla="*/ 442215 h 2398711"/>
              <a:gd name="connsiteX67879" fmla="*/ 1148414 w 2119654"/>
              <a:gd name="connsiteY67879" fmla="*/ 438964 h 2398711"/>
              <a:gd name="connsiteX67880" fmla="*/ 1147813 w 2119654"/>
              <a:gd name="connsiteY67880" fmla="*/ 437111 h 2398711"/>
              <a:gd name="connsiteX67881" fmla="*/ 1147788 w 2119654"/>
              <a:gd name="connsiteY67881" fmla="*/ 435568 h 2398711"/>
              <a:gd name="connsiteX67882" fmla="*/ 1148017 w 2119654"/>
              <a:gd name="connsiteY67882" fmla="*/ 436238 h 2398711"/>
              <a:gd name="connsiteX67883" fmla="*/ 1148100 w 2119654"/>
              <a:gd name="connsiteY67883" fmla="*/ 436109 h 2398711"/>
              <a:gd name="connsiteX67884" fmla="*/ 1172137 w 2119654"/>
              <a:gd name="connsiteY67884" fmla="*/ 380905 h 2398711"/>
              <a:gd name="connsiteX67885" fmla="*/ 1175500 w 2119654"/>
              <a:gd name="connsiteY67885" fmla="*/ 384680 h 2398711"/>
              <a:gd name="connsiteX67886" fmla="*/ 1175718 w 2119654"/>
              <a:gd name="connsiteY67886" fmla="*/ 384212 h 2398711"/>
              <a:gd name="connsiteX67887" fmla="*/ 1187419 w 2119654"/>
              <a:gd name="connsiteY67887" fmla="*/ 361413 h 2398711"/>
              <a:gd name="connsiteX67888" fmla="*/ 1187328 w 2119654"/>
              <a:gd name="connsiteY67888" fmla="*/ 360319 h 2398711"/>
              <a:gd name="connsiteX67889" fmla="*/ 1186668 w 2119654"/>
              <a:gd name="connsiteY67889" fmla="*/ 359669 h 2398711"/>
              <a:gd name="connsiteX67890" fmla="*/ 1152320 w 2119654"/>
              <a:gd name="connsiteY67890" fmla="*/ 425164 h 2398711"/>
              <a:gd name="connsiteX67891" fmla="*/ 1152342 w 2119654"/>
              <a:gd name="connsiteY67891" fmla="*/ 425361 h 2398711"/>
              <a:gd name="connsiteX67892" fmla="*/ 1153607 w 2119654"/>
              <a:gd name="connsiteY67892" fmla="*/ 427549 h 2398711"/>
              <a:gd name="connsiteX67893" fmla="*/ 1154027 w 2119654"/>
              <a:gd name="connsiteY67893" fmla="*/ 426897 h 2398711"/>
              <a:gd name="connsiteX67894" fmla="*/ 1142074 w 2119654"/>
              <a:gd name="connsiteY67894" fmla="*/ 447774 h 2398711"/>
              <a:gd name="connsiteX67895" fmla="*/ 1144164 w 2119654"/>
              <a:gd name="connsiteY67895" fmla="*/ 450007 h 2398711"/>
              <a:gd name="connsiteX67896" fmla="*/ 1147138 w 2119654"/>
              <a:gd name="connsiteY67896" fmla="*/ 447737 h 2398711"/>
              <a:gd name="connsiteX67897" fmla="*/ 1148151 w 2119654"/>
              <a:gd name="connsiteY67897" fmla="*/ 445055 h 2398711"/>
              <a:gd name="connsiteX67898" fmla="*/ 1147335 w 2119654"/>
              <a:gd name="connsiteY67898" fmla="*/ 443502 h 2398711"/>
              <a:gd name="connsiteX67899" fmla="*/ 1134202 w 2119654"/>
              <a:gd name="connsiteY67899" fmla="*/ 464696 h 2398711"/>
              <a:gd name="connsiteX67900" fmla="*/ 1136870 w 2119654"/>
              <a:gd name="connsiteY67900" fmla="*/ 470368 h 2398711"/>
              <a:gd name="connsiteX67901" fmla="*/ 1137779 w 2119654"/>
              <a:gd name="connsiteY67901" fmla="*/ 472520 h 2398711"/>
              <a:gd name="connsiteX67902" fmla="*/ 1138361 w 2119654"/>
              <a:gd name="connsiteY67902" fmla="*/ 470979 h 2398711"/>
              <a:gd name="connsiteX67903" fmla="*/ 1137547 w 2119654"/>
              <a:gd name="connsiteY67903" fmla="*/ 469673 h 2398711"/>
              <a:gd name="connsiteX67904" fmla="*/ 1137726 w 2119654"/>
              <a:gd name="connsiteY67904" fmla="*/ 456760 h 2398711"/>
              <a:gd name="connsiteX67905" fmla="*/ 1138849 w 2119654"/>
              <a:gd name="connsiteY67905" fmla="*/ 461780 h 2398711"/>
              <a:gd name="connsiteX67906" fmla="*/ 1140849 w 2119654"/>
              <a:gd name="connsiteY67906" fmla="*/ 464390 h 2398711"/>
              <a:gd name="connsiteX67907" fmla="*/ 1143303 w 2119654"/>
              <a:gd name="connsiteY67907" fmla="*/ 457892 h 2398711"/>
              <a:gd name="connsiteX67908" fmla="*/ 1142698 w 2119654"/>
              <a:gd name="connsiteY67908" fmla="*/ 456353 h 2398711"/>
              <a:gd name="connsiteX67909" fmla="*/ 1141526 w 2119654"/>
              <a:gd name="connsiteY67909" fmla="*/ 453861 h 2398711"/>
              <a:gd name="connsiteX67910" fmla="*/ 449007 w 2119654"/>
              <a:gd name="connsiteY67910" fmla="*/ 1998874 h 2398711"/>
              <a:gd name="connsiteX67911" fmla="*/ 447516 w 2119654"/>
              <a:gd name="connsiteY67911" fmla="*/ 2007387 h 2398711"/>
              <a:gd name="connsiteX67912" fmla="*/ 453480 w 2119654"/>
              <a:gd name="connsiteY67912" fmla="*/ 2006908 h 2398711"/>
              <a:gd name="connsiteX67913" fmla="*/ 472397 w 2119654"/>
              <a:gd name="connsiteY67913" fmla="*/ 2001236 h 2398711"/>
              <a:gd name="connsiteX67914" fmla="*/ 460152 w 2119654"/>
              <a:gd name="connsiteY67914" fmla="*/ 1996593 h 2398711"/>
              <a:gd name="connsiteX67915" fmla="*/ 1170267 w 2119654"/>
              <a:gd name="connsiteY67915" fmla="*/ 383637 h 2398711"/>
              <a:gd name="connsiteX67916" fmla="*/ 1173155 w 2119654"/>
              <a:gd name="connsiteY67916" fmla="*/ 389738 h 2398711"/>
              <a:gd name="connsiteX67917" fmla="*/ 1175349 w 2119654"/>
              <a:gd name="connsiteY67917" fmla="*/ 385008 h 2398711"/>
              <a:gd name="connsiteX67918" fmla="*/ 1172641 w 2119654"/>
              <a:gd name="connsiteY67918" fmla="*/ 381885 h 2398711"/>
              <a:gd name="connsiteX67919" fmla="*/ 1171976 w 2119654"/>
              <a:gd name="connsiteY67919" fmla="*/ 381140 h 2398711"/>
              <a:gd name="connsiteX67920" fmla="*/ 1141198 w 2119654"/>
              <a:gd name="connsiteY67920" fmla="*/ 448485 h 2398711"/>
              <a:gd name="connsiteX67921" fmla="*/ 1142597 w 2119654"/>
              <a:gd name="connsiteY67921" fmla="*/ 451202 h 2398711"/>
              <a:gd name="connsiteX67922" fmla="*/ 1143341 w 2119654"/>
              <a:gd name="connsiteY67922" fmla="*/ 450634 h 2398711"/>
              <a:gd name="connsiteX67923" fmla="*/ 1141274 w 2119654"/>
              <a:gd name="connsiteY67923" fmla="*/ 448424 h 2398711"/>
              <a:gd name="connsiteX67924" fmla="*/ 485125 w 2119654"/>
              <a:gd name="connsiteY67924" fmla="*/ 1917257 h 2398711"/>
              <a:gd name="connsiteX67925" fmla="*/ 485357 w 2119654"/>
              <a:gd name="connsiteY67925" fmla="*/ 1919681 h 2398711"/>
              <a:gd name="connsiteX67926" fmla="*/ 488497 w 2119654"/>
              <a:gd name="connsiteY67926" fmla="*/ 1920000 h 2398711"/>
              <a:gd name="connsiteX67927" fmla="*/ 493577 w 2119654"/>
              <a:gd name="connsiteY67927" fmla="*/ 1920262 h 2398711"/>
              <a:gd name="connsiteX67928" fmla="*/ 493145 w 2119654"/>
              <a:gd name="connsiteY67928" fmla="*/ 1919045 h 2398711"/>
              <a:gd name="connsiteX67929" fmla="*/ 492484 w 2119654"/>
              <a:gd name="connsiteY67929" fmla="*/ 1916917 h 2398711"/>
              <a:gd name="connsiteX67930" fmla="*/ 1141037 w 2119654"/>
              <a:gd name="connsiteY67930" fmla="*/ 448171 h 2398711"/>
              <a:gd name="connsiteX67931" fmla="*/ 1141136 w 2119654"/>
              <a:gd name="connsiteY67931" fmla="*/ 448363 h 2398711"/>
              <a:gd name="connsiteX67932" fmla="*/ 1141182 w 2119654"/>
              <a:gd name="connsiteY67932" fmla="*/ 448326 h 2398711"/>
              <a:gd name="connsiteX67933" fmla="*/ 1169065 w 2119654"/>
              <a:gd name="connsiteY67933" fmla="*/ 385394 h 2398711"/>
              <a:gd name="connsiteX67934" fmla="*/ 1170238 w 2119654"/>
              <a:gd name="connsiteY67934" fmla="*/ 396028 h 2398711"/>
              <a:gd name="connsiteX67935" fmla="*/ 1172935 w 2119654"/>
              <a:gd name="connsiteY67935" fmla="*/ 390214 h 2398711"/>
              <a:gd name="connsiteX67936" fmla="*/ 1170065 w 2119654"/>
              <a:gd name="connsiteY67936" fmla="*/ 383933 h 2398711"/>
              <a:gd name="connsiteX67937" fmla="*/ 1141409 w 2119654"/>
              <a:gd name="connsiteY67937" fmla="*/ 447064 h 2398711"/>
              <a:gd name="connsiteX67938" fmla="*/ 1141982 w 2119654"/>
              <a:gd name="connsiteY67938" fmla="*/ 447676 h 2398711"/>
              <a:gd name="connsiteX67939" fmla="*/ 1147271 w 2119654"/>
              <a:gd name="connsiteY67939" fmla="*/ 443382 h 2398711"/>
              <a:gd name="connsiteX67940" fmla="*/ 1146839 w 2119654"/>
              <a:gd name="connsiteY67940" fmla="*/ 442561 h 2398711"/>
              <a:gd name="connsiteX67941" fmla="*/ 1145639 w 2119654"/>
              <a:gd name="connsiteY67941" fmla="*/ 440488 h 2398711"/>
              <a:gd name="connsiteX67942" fmla="*/ 1188005 w 2119654"/>
              <a:gd name="connsiteY67942" fmla="*/ 342244 h 2398711"/>
              <a:gd name="connsiteX67943" fmla="*/ 1188223 w 2119654"/>
              <a:gd name="connsiteY67943" fmla="*/ 344850 h 2398711"/>
              <a:gd name="connsiteX67944" fmla="*/ 1191792 w 2119654"/>
              <a:gd name="connsiteY67944" fmla="*/ 352378 h 2398711"/>
              <a:gd name="connsiteX67945" fmla="*/ 1191795 w 2119654"/>
              <a:gd name="connsiteY67945" fmla="*/ 352373 h 2398711"/>
              <a:gd name="connsiteX67946" fmla="*/ 1140088 w 2119654"/>
              <a:gd name="connsiteY67946" fmla="*/ 449387 h 2398711"/>
              <a:gd name="connsiteX67947" fmla="*/ 1141251 w 2119654"/>
              <a:gd name="connsiteY67947" fmla="*/ 452229 h 2398711"/>
              <a:gd name="connsiteX67948" fmla="*/ 1142308 w 2119654"/>
              <a:gd name="connsiteY67948" fmla="*/ 451423 h 2398711"/>
              <a:gd name="connsiteX67949" fmla="*/ 1140914 w 2119654"/>
              <a:gd name="connsiteY67949" fmla="*/ 448716 h 2398711"/>
              <a:gd name="connsiteX67950" fmla="*/ 449596 w 2119654"/>
              <a:gd name="connsiteY67950" fmla="*/ 1995511 h 2398711"/>
              <a:gd name="connsiteX67951" fmla="*/ 449058 w 2119654"/>
              <a:gd name="connsiteY67951" fmla="*/ 1998579 h 2398711"/>
              <a:gd name="connsiteX67952" fmla="*/ 454173 w 2119654"/>
              <a:gd name="connsiteY67952" fmla="*/ 1997533 h 2398711"/>
              <a:gd name="connsiteX67953" fmla="*/ 459130 w 2119654"/>
              <a:gd name="connsiteY67953" fmla="*/ 1996447 h 2398711"/>
              <a:gd name="connsiteX67954" fmla="*/ 1151243 w 2119654"/>
              <a:gd name="connsiteY67954" fmla="*/ 424103 h 2398711"/>
              <a:gd name="connsiteX67955" fmla="*/ 1151625 w 2119654"/>
              <a:gd name="connsiteY67955" fmla="*/ 425693 h 2398711"/>
              <a:gd name="connsiteX67956" fmla="*/ 1151529 w 2119654"/>
              <a:gd name="connsiteY67956" fmla="*/ 424597 h 2398711"/>
              <a:gd name="connsiteX67957" fmla="*/ 1140020 w 2119654"/>
              <a:gd name="connsiteY67957" fmla="*/ 449223 h 2398711"/>
              <a:gd name="connsiteX67958" fmla="*/ 1140034 w 2119654"/>
              <a:gd name="connsiteY67958" fmla="*/ 449258 h 2398711"/>
              <a:gd name="connsiteX67959" fmla="*/ 1140851 w 2119654"/>
              <a:gd name="connsiteY67959" fmla="*/ 448595 h 2398711"/>
              <a:gd name="connsiteX67960" fmla="*/ 1140661 w 2119654"/>
              <a:gd name="connsiteY67960" fmla="*/ 448227 h 2398711"/>
              <a:gd name="connsiteX67961" fmla="*/ 1139797 w 2119654"/>
              <a:gd name="connsiteY67961" fmla="*/ 449623 h 2398711"/>
              <a:gd name="connsiteX67962" fmla="*/ 1141084 w 2119654"/>
              <a:gd name="connsiteY67962" fmla="*/ 452356 h 2398711"/>
              <a:gd name="connsiteX67963" fmla="*/ 1141116 w 2119654"/>
              <a:gd name="connsiteY67963" fmla="*/ 452332 h 2398711"/>
              <a:gd name="connsiteX67964" fmla="*/ 1139989 w 2119654"/>
              <a:gd name="connsiteY67964" fmla="*/ 449467 h 2398711"/>
              <a:gd name="connsiteX67965" fmla="*/ 1136006 w 2119654"/>
              <a:gd name="connsiteY67965" fmla="*/ 458073 h 2398711"/>
              <a:gd name="connsiteX67966" fmla="*/ 1137194 w 2119654"/>
              <a:gd name="connsiteY67966" fmla="*/ 459621 h 2398711"/>
              <a:gd name="connsiteX67967" fmla="*/ 1136724 w 2119654"/>
              <a:gd name="connsiteY67967" fmla="*/ 457525 h 2398711"/>
              <a:gd name="connsiteX67968" fmla="*/ 509546 w 2119654"/>
              <a:gd name="connsiteY67968" fmla="*/ 1860793 h 2398711"/>
              <a:gd name="connsiteX67969" fmla="*/ 509247 w 2119654"/>
              <a:gd name="connsiteY67969" fmla="*/ 1862105 h 2398711"/>
              <a:gd name="connsiteX67970" fmla="*/ 509660 w 2119654"/>
              <a:gd name="connsiteY67970" fmla="*/ 1862349 h 2398711"/>
              <a:gd name="connsiteX67971" fmla="*/ 513791 w 2119654"/>
              <a:gd name="connsiteY67971" fmla="*/ 1861557 h 2398711"/>
              <a:gd name="connsiteX67972" fmla="*/ 513432 w 2119654"/>
              <a:gd name="connsiteY67972" fmla="*/ 1861208 h 2398711"/>
              <a:gd name="connsiteX67973" fmla="*/ 447732 w 2119654"/>
              <a:gd name="connsiteY67973" fmla="*/ 1999135 h 2398711"/>
              <a:gd name="connsiteX67974" fmla="*/ 447436 w 2119654"/>
              <a:gd name="connsiteY67974" fmla="*/ 2006531 h 2398711"/>
              <a:gd name="connsiteX67975" fmla="*/ 448768 w 2119654"/>
              <a:gd name="connsiteY67975" fmla="*/ 1998923 h 2398711"/>
              <a:gd name="connsiteX67976" fmla="*/ 1117582 w 2119654"/>
              <a:gd name="connsiteY67976" fmla="*/ 499025 h 2398711"/>
              <a:gd name="connsiteX67977" fmla="*/ 1117564 w 2119654"/>
              <a:gd name="connsiteY67977" fmla="*/ 499292 h 2398711"/>
              <a:gd name="connsiteX67978" fmla="*/ 1118402 w 2119654"/>
              <a:gd name="connsiteY67978" fmla="*/ 500625 h 2398711"/>
              <a:gd name="connsiteX67979" fmla="*/ 1118501 w 2119654"/>
              <a:gd name="connsiteY67979" fmla="*/ 499620 h 2398711"/>
              <a:gd name="connsiteX67980" fmla="*/ 1147927 w 2119654"/>
              <a:gd name="connsiteY67980" fmla="*/ 430944 h 2398711"/>
              <a:gd name="connsiteX67981" fmla="*/ 1148164 w 2119654"/>
              <a:gd name="connsiteY67981" fmla="*/ 433557 h 2398711"/>
              <a:gd name="connsiteX67982" fmla="*/ 1148813 w 2119654"/>
              <a:gd name="connsiteY67982" fmla="*/ 434629 h 2398711"/>
              <a:gd name="connsiteX67983" fmla="*/ 510334 w 2119654"/>
              <a:gd name="connsiteY67983" fmla="*/ 1858592 h 2398711"/>
              <a:gd name="connsiteX67984" fmla="*/ 511093 w 2119654"/>
              <a:gd name="connsiteY67984" fmla="*/ 1858959 h 2398711"/>
              <a:gd name="connsiteX67985" fmla="*/ 511111 w 2119654"/>
              <a:gd name="connsiteY67985" fmla="*/ 1858959 h 2398711"/>
              <a:gd name="connsiteX67986" fmla="*/ 510698 w 2119654"/>
              <a:gd name="connsiteY67986" fmla="*/ 1858558 h 2398711"/>
              <a:gd name="connsiteX67987" fmla="*/ 494715 w 2119654"/>
              <a:gd name="connsiteY67987" fmla="*/ 1893402 h 2398711"/>
              <a:gd name="connsiteX67988" fmla="*/ 495130 w 2119654"/>
              <a:gd name="connsiteY67988" fmla="*/ 1893652 h 2398711"/>
              <a:gd name="connsiteX67989" fmla="*/ 495541 w 2119654"/>
              <a:gd name="connsiteY67989" fmla="*/ 1893683 h 2398711"/>
              <a:gd name="connsiteX67990" fmla="*/ 503803 w 2119654"/>
              <a:gd name="connsiteY67990" fmla="*/ 1892222 h 2398711"/>
              <a:gd name="connsiteX67991" fmla="*/ 503784 w 2119654"/>
              <a:gd name="connsiteY67991" fmla="*/ 1892021 h 2398711"/>
              <a:gd name="connsiteX67992" fmla="*/ 450104 w 2119654"/>
              <a:gd name="connsiteY67992" fmla="*/ 1992783 h 2398711"/>
              <a:gd name="connsiteX67993" fmla="*/ 449755 w 2119654"/>
              <a:gd name="connsiteY67993" fmla="*/ 1994624 h 2398711"/>
              <a:gd name="connsiteX67994" fmla="*/ 456776 w 2119654"/>
              <a:gd name="connsiteY67994" fmla="*/ 1995313 h 2398711"/>
              <a:gd name="connsiteX67995" fmla="*/ 510144 w 2119654"/>
              <a:gd name="connsiteY67995" fmla="*/ 1858160 h 2398711"/>
              <a:gd name="connsiteX67996" fmla="*/ 510092 w 2119654"/>
              <a:gd name="connsiteY67996" fmla="*/ 1858388 h 2398711"/>
              <a:gd name="connsiteX67997" fmla="*/ 510484 w 2119654"/>
              <a:gd name="connsiteY67997" fmla="*/ 1858351 h 2398711"/>
              <a:gd name="connsiteX67998" fmla="*/ 510464 w 2119654"/>
              <a:gd name="connsiteY67998" fmla="*/ 1858332 h 2398711"/>
              <a:gd name="connsiteX67999" fmla="*/ 1165430 w 2119654"/>
              <a:gd name="connsiteY67999" fmla="*/ 390707 h 2398711"/>
              <a:gd name="connsiteX68000" fmla="*/ 1165668 w 2119654"/>
              <a:gd name="connsiteY68000" fmla="*/ 393581 h 2398711"/>
              <a:gd name="connsiteX68001" fmla="*/ 1165617 w 2119654"/>
              <a:gd name="connsiteY68001" fmla="*/ 394998 h 2398711"/>
              <a:gd name="connsiteX68002" fmla="*/ 1168299 w 2119654"/>
              <a:gd name="connsiteY68002" fmla="*/ 400210 h 2398711"/>
              <a:gd name="connsiteX68003" fmla="*/ 1169755 w 2119654"/>
              <a:gd name="connsiteY68003" fmla="*/ 397069 h 2398711"/>
              <a:gd name="connsiteX68004" fmla="*/ 1168526 w 2119654"/>
              <a:gd name="connsiteY68004" fmla="*/ 386182 h 2398711"/>
              <a:gd name="connsiteX68005" fmla="*/ 1137068 w 2119654"/>
              <a:gd name="connsiteY68005" fmla="*/ 453811 h 2398711"/>
              <a:gd name="connsiteX68006" fmla="*/ 1137375 w 2119654"/>
              <a:gd name="connsiteY68006" fmla="*/ 455187 h 2398711"/>
              <a:gd name="connsiteX68007" fmla="*/ 1140889 w 2119654"/>
              <a:gd name="connsiteY68007" fmla="*/ 452506 h 2398711"/>
              <a:gd name="connsiteX68008" fmla="*/ 1139629 w 2119654"/>
              <a:gd name="connsiteY68008" fmla="*/ 449829 h 2398711"/>
              <a:gd name="connsiteX68009" fmla="*/ 1134226 w 2119654"/>
              <a:gd name="connsiteY68009" fmla="*/ 459430 h 2398711"/>
              <a:gd name="connsiteX68010" fmla="*/ 1138167 w 2119654"/>
              <a:gd name="connsiteY68010" fmla="*/ 463974 h 2398711"/>
              <a:gd name="connsiteX68011" fmla="*/ 1137891 w 2119654"/>
              <a:gd name="connsiteY68011" fmla="*/ 462737 h 2398711"/>
              <a:gd name="connsiteX68012" fmla="*/ 1136099 w 2119654"/>
              <a:gd name="connsiteY68012" fmla="*/ 460074 h 2398711"/>
              <a:gd name="connsiteX68013" fmla="*/ 1135097 w 2119654"/>
              <a:gd name="connsiteY68013" fmla="*/ 458767 h 2398711"/>
              <a:gd name="connsiteX68014" fmla="*/ 1135136 w 2119654"/>
              <a:gd name="connsiteY68014" fmla="*/ 456895 h 2398711"/>
              <a:gd name="connsiteX68015" fmla="*/ 1136373 w 2119654"/>
              <a:gd name="connsiteY68015" fmla="*/ 455952 h 2398711"/>
              <a:gd name="connsiteX68016" fmla="*/ 1136202 w 2119654"/>
              <a:gd name="connsiteY68016" fmla="*/ 455188 h 2398711"/>
              <a:gd name="connsiteX68017" fmla="*/ 481513 w 2119654"/>
              <a:gd name="connsiteY68017" fmla="*/ 1920429 h 2398711"/>
              <a:gd name="connsiteX68018" fmla="*/ 485275 w 2119654"/>
              <a:gd name="connsiteY68018" fmla="*/ 1922092 h 2398711"/>
              <a:gd name="connsiteX68019" fmla="*/ 485152 w 2119654"/>
              <a:gd name="connsiteY68019" fmla="*/ 1920807 h 2398711"/>
              <a:gd name="connsiteX68020" fmla="*/ 1162348 w 2119654"/>
              <a:gd name="connsiteY68020" fmla="*/ 395771 h 2398711"/>
              <a:gd name="connsiteX68021" fmla="*/ 1162551 w 2119654"/>
              <a:gd name="connsiteY68021" fmla="*/ 396253 h 2398711"/>
              <a:gd name="connsiteX68022" fmla="*/ 1162566 w 2119654"/>
              <a:gd name="connsiteY68022" fmla="*/ 395841 h 2398711"/>
              <a:gd name="connsiteX68023" fmla="*/ 1162484 w 2119654"/>
              <a:gd name="connsiteY68023" fmla="*/ 395538 h 2398711"/>
              <a:gd name="connsiteX68024" fmla="*/ 1128722 w 2119654"/>
              <a:gd name="connsiteY68024" fmla="*/ 471024 h 2398711"/>
              <a:gd name="connsiteX68025" fmla="*/ 1125444 w 2119654"/>
              <a:gd name="connsiteY68025" fmla="*/ 484111 h 2398711"/>
              <a:gd name="connsiteX68026" fmla="*/ 1126476 w 2119654"/>
              <a:gd name="connsiteY68026" fmla="*/ 487665 h 2398711"/>
              <a:gd name="connsiteX68027" fmla="*/ 1126504 w 2119654"/>
              <a:gd name="connsiteY68027" fmla="*/ 487684 h 2398711"/>
              <a:gd name="connsiteX68028" fmla="*/ 1131019 w 2119654"/>
              <a:gd name="connsiteY68028" fmla="*/ 484239 h 2398711"/>
              <a:gd name="connsiteX68029" fmla="*/ 1130984 w 2119654"/>
              <a:gd name="connsiteY68029" fmla="*/ 483549 h 2398711"/>
              <a:gd name="connsiteX68030" fmla="*/ 1129111 w 2119654"/>
              <a:gd name="connsiteY68030" fmla="*/ 471765 h 2398711"/>
              <a:gd name="connsiteX68031" fmla="*/ 447885 w 2119654"/>
              <a:gd name="connsiteY68031" fmla="*/ 1995343 h 2398711"/>
              <a:gd name="connsiteX68032" fmla="*/ 447744 w 2119654"/>
              <a:gd name="connsiteY68032" fmla="*/ 1998849 h 2398711"/>
              <a:gd name="connsiteX68033" fmla="*/ 448820 w 2119654"/>
              <a:gd name="connsiteY68033" fmla="*/ 1998628 h 2398711"/>
              <a:gd name="connsiteX68034" fmla="*/ 449370 w 2119654"/>
              <a:gd name="connsiteY68034" fmla="*/ 1995489 h 2398711"/>
              <a:gd name="connsiteX68035" fmla="*/ 1151683 w 2119654"/>
              <a:gd name="connsiteY68035" fmla="*/ 419395 h 2398711"/>
              <a:gd name="connsiteX68036" fmla="*/ 1152197 w 2119654"/>
              <a:gd name="connsiteY68036" fmla="*/ 424049 h 2398711"/>
              <a:gd name="connsiteX68037" fmla="*/ 1154436 w 2119654"/>
              <a:gd name="connsiteY68037" fmla="*/ 426260 h 2398711"/>
              <a:gd name="connsiteX68038" fmla="*/ 1154552 w 2119654"/>
              <a:gd name="connsiteY68038" fmla="*/ 426080 h 2398711"/>
              <a:gd name="connsiteX68039" fmla="*/ 1155012 w 2119654"/>
              <a:gd name="connsiteY68039" fmla="*/ 425922 h 2398711"/>
              <a:gd name="connsiteX68040" fmla="*/ 1154655 w 2119654"/>
              <a:gd name="connsiteY68040" fmla="*/ 426478 h 2398711"/>
              <a:gd name="connsiteX68041" fmla="*/ 1155657 w 2119654"/>
              <a:gd name="connsiteY68041" fmla="*/ 427468 h 2398711"/>
              <a:gd name="connsiteX68042" fmla="*/ 1156645 w 2119654"/>
              <a:gd name="connsiteY68042" fmla="*/ 425337 h 2398711"/>
              <a:gd name="connsiteX68043" fmla="*/ 1154874 w 2119654"/>
              <a:gd name="connsiteY68043" fmla="*/ 421897 h 2398711"/>
              <a:gd name="connsiteX68044" fmla="*/ 1154828 w 2119654"/>
              <a:gd name="connsiteY68044" fmla="*/ 421844 h 2398711"/>
              <a:gd name="connsiteX68045" fmla="*/ 451053 w 2119654"/>
              <a:gd name="connsiteY68045" fmla="*/ 1987771 h 2398711"/>
              <a:gd name="connsiteX68046" fmla="*/ 450203 w 2119654"/>
              <a:gd name="connsiteY68046" fmla="*/ 1992256 h 2398711"/>
              <a:gd name="connsiteX68047" fmla="*/ 458791 w 2119654"/>
              <a:gd name="connsiteY68047" fmla="*/ 1995511 h 2398711"/>
              <a:gd name="connsiteX68048" fmla="*/ 461974 w 2119654"/>
              <a:gd name="connsiteY68048" fmla="*/ 1995824 h 2398711"/>
              <a:gd name="connsiteX68049" fmla="*/ 477347 w 2119654"/>
              <a:gd name="connsiteY68049" fmla="*/ 1992457 h 2398711"/>
              <a:gd name="connsiteX68050" fmla="*/ 474707 w 2119654"/>
              <a:gd name="connsiteY68050" fmla="*/ 1990931 h 2398711"/>
              <a:gd name="connsiteX68051" fmla="*/ 472231 w 2119654"/>
              <a:gd name="connsiteY68051" fmla="*/ 1989941 h 2398711"/>
              <a:gd name="connsiteX68052" fmla="*/ 466688 w 2119654"/>
              <a:gd name="connsiteY68052" fmla="*/ 1989509 h 2398711"/>
              <a:gd name="connsiteX68053" fmla="*/ 1136699 w 2119654"/>
              <a:gd name="connsiteY68053" fmla="*/ 452167 h 2398711"/>
              <a:gd name="connsiteX68054" fmla="*/ 1136975 w 2119654"/>
              <a:gd name="connsiteY68054" fmla="*/ 453398 h 2398711"/>
              <a:gd name="connsiteX68055" fmla="*/ 1138975 w 2119654"/>
              <a:gd name="connsiteY68055" fmla="*/ 450290 h 2398711"/>
              <a:gd name="connsiteX68056" fmla="*/ 1137953 w 2119654"/>
              <a:gd name="connsiteY68056" fmla="*/ 451120 h 2398711"/>
              <a:gd name="connsiteX68057" fmla="*/ 1133034 w 2119654"/>
              <a:gd name="connsiteY68057" fmla="*/ 460340 h 2398711"/>
              <a:gd name="connsiteX68058" fmla="*/ 1133631 w 2119654"/>
              <a:gd name="connsiteY68058" fmla="*/ 461228 h 2398711"/>
              <a:gd name="connsiteX68059" fmla="*/ 1138550 w 2119654"/>
              <a:gd name="connsiteY68059" fmla="*/ 465692 h 2398711"/>
              <a:gd name="connsiteX68060" fmla="*/ 1138376 w 2119654"/>
              <a:gd name="connsiteY68060" fmla="*/ 464912 h 2398711"/>
              <a:gd name="connsiteX68061" fmla="*/ 1133862 w 2119654"/>
              <a:gd name="connsiteY68061" fmla="*/ 459708 h 2398711"/>
              <a:gd name="connsiteX68062" fmla="*/ 1168535 w 2119654"/>
              <a:gd name="connsiteY68062" fmla="*/ 380586 h 2398711"/>
              <a:gd name="connsiteX68063" fmla="*/ 1168959 w 2119654"/>
              <a:gd name="connsiteY68063" fmla="*/ 384429 h 2398711"/>
              <a:gd name="connsiteX68064" fmla="*/ 1169758 w 2119654"/>
              <a:gd name="connsiteY68064" fmla="*/ 383261 h 2398711"/>
              <a:gd name="connsiteX68065" fmla="*/ 508755 w 2119654"/>
              <a:gd name="connsiteY68065" fmla="*/ 1857828 h 2398711"/>
              <a:gd name="connsiteX68066" fmla="*/ 509880 w 2119654"/>
              <a:gd name="connsiteY68066" fmla="*/ 1858373 h 2398711"/>
              <a:gd name="connsiteX68067" fmla="*/ 509948 w 2119654"/>
              <a:gd name="connsiteY68067" fmla="*/ 1858055 h 2398711"/>
              <a:gd name="connsiteX68068" fmla="*/ 509810 w 2119654"/>
              <a:gd name="connsiteY68068" fmla="*/ 1857981 h 2398711"/>
              <a:gd name="connsiteX68069" fmla="*/ 1129845 w 2119654"/>
              <a:gd name="connsiteY68069" fmla="*/ 466538 h 2398711"/>
              <a:gd name="connsiteX68070" fmla="*/ 1129792 w 2119654"/>
              <a:gd name="connsiteY68070" fmla="*/ 466749 h 2398711"/>
              <a:gd name="connsiteX68071" fmla="*/ 1130433 w 2119654"/>
              <a:gd name="connsiteY68071" fmla="*/ 470771 h 2398711"/>
              <a:gd name="connsiteX68072" fmla="*/ 1131930 w 2119654"/>
              <a:gd name="connsiteY68072" fmla="*/ 474318 h 2398711"/>
              <a:gd name="connsiteX68073" fmla="*/ 1131691 w 2119654"/>
              <a:gd name="connsiteY68073" fmla="*/ 473380 h 2398711"/>
              <a:gd name="connsiteX68074" fmla="*/ 1157956 w 2119654"/>
              <a:gd name="connsiteY68074" fmla="*/ 403321 h 2398711"/>
              <a:gd name="connsiteX68075" fmla="*/ 1158801 w 2119654"/>
              <a:gd name="connsiteY68075" fmla="*/ 404522 h 2398711"/>
              <a:gd name="connsiteX68076" fmla="*/ 1159734 w 2119654"/>
              <a:gd name="connsiteY68076" fmla="*/ 405886 h 2398711"/>
              <a:gd name="connsiteX68077" fmla="*/ 1161119 w 2119654"/>
              <a:gd name="connsiteY68077" fmla="*/ 406963 h 2398711"/>
              <a:gd name="connsiteX68078" fmla="*/ 1159576 w 2119654"/>
              <a:gd name="connsiteY68078" fmla="*/ 400537 h 2398711"/>
              <a:gd name="connsiteX68079" fmla="*/ 507036 w 2119654"/>
              <a:gd name="connsiteY68079" fmla="*/ 1860804 h 2398711"/>
              <a:gd name="connsiteX68080" fmla="*/ 509102 w 2119654"/>
              <a:gd name="connsiteY68080" fmla="*/ 1862020 h 2398711"/>
              <a:gd name="connsiteX68081" fmla="*/ 509368 w 2119654"/>
              <a:gd name="connsiteY68081" fmla="*/ 1860774 h 2398711"/>
              <a:gd name="connsiteX68082" fmla="*/ 508790 w 2119654"/>
              <a:gd name="connsiteY68082" fmla="*/ 1860712 h 2398711"/>
              <a:gd name="connsiteX68083" fmla="*/ 1131119 w 2119654"/>
              <a:gd name="connsiteY68083" fmla="*/ 463327 h 2398711"/>
              <a:gd name="connsiteX68084" fmla="*/ 1132324 w 2119654"/>
              <a:gd name="connsiteY68084" fmla="*/ 475103 h 2398711"/>
              <a:gd name="connsiteX68085" fmla="*/ 1132433 w 2119654"/>
              <a:gd name="connsiteY68085" fmla="*/ 475509 h 2398711"/>
              <a:gd name="connsiteX68086" fmla="*/ 1133679 w 2119654"/>
              <a:gd name="connsiteY68086" fmla="*/ 478457 h 2398711"/>
              <a:gd name="connsiteX68087" fmla="*/ 1134168 w 2119654"/>
              <a:gd name="connsiteY68087" fmla="*/ 479390 h 2398711"/>
              <a:gd name="connsiteX68088" fmla="*/ 1134578 w 2119654"/>
              <a:gd name="connsiteY68088" fmla="*/ 479940 h 2398711"/>
              <a:gd name="connsiteX68089" fmla="*/ 1135607 w 2119654"/>
              <a:gd name="connsiteY68089" fmla="*/ 478270 h 2398711"/>
              <a:gd name="connsiteX68090" fmla="*/ 1137033 w 2119654"/>
              <a:gd name="connsiteY68090" fmla="*/ 474493 h 2398711"/>
              <a:gd name="connsiteX68091" fmla="*/ 1131833 w 2119654"/>
              <a:gd name="connsiteY68091" fmla="*/ 462186 h 2398711"/>
              <a:gd name="connsiteX68092" fmla="*/ 1157484 w 2119654"/>
              <a:gd name="connsiteY68092" fmla="*/ 404133 h 2398711"/>
              <a:gd name="connsiteX68093" fmla="*/ 1158723 w 2119654"/>
              <a:gd name="connsiteY68093" fmla="*/ 405099 h 2398711"/>
              <a:gd name="connsiteX68094" fmla="*/ 1157749 w 2119654"/>
              <a:gd name="connsiteY68094" fmla="*/ 403676 h 2398711"/>
              <a:gd name="connsiteX68095" fmla="*/ 1130335 w 2119654"/>
              <a:gd name="connsiteY68095" fmla="*/ 464583 h 2398711"/>
              <a:gd name="connsiteX68096" fmla="*/ 1129926 w 2119654"/>
              <a:gd name="connsiteY68096" fmla="*/ 466216 h 2398711"/>
              <a:gd name="connsiteX68097" fmla="*/ 1131847 w 2119654"/>
              <a:gd name="connsiteY68097" fmla="*/ 473336 h 2398711"/>
              <a:gd name="connsiteX68098" fmla="*/ 1130979 w 2119654"/>
              <a:gd name="connsiteY68098" fmla="*/ 463552 h 2398711"/>
              <a:gd name="connsiteX68099" fmla="*/ 451795 w 2119654"/>
              <a:gd name="connsiteY68099" fmla="*/ 1983854 h 2398711"/>
              <a:gd name="connsiteX68100" fmla="*/ 451077 w 2119654"/>
              <a:gd name="connsiteY68100" fmla="*/ 1987645 h 2398711"/>
              <a:gd name="connsiteX68101" fmla="*/ 455157 w 2119654"/>
              <a:gd name="connsiteY68101" fmla="*/ 1988099 h 2398711"/>
              <a:gd name="connsiteX68102" fmla="*/ 470641 w 2119654"/>
              <a:gd name="connsiteY68102" fmla="*/ 1989305 h 2398711"/>
              <a:gd name="connsiteX68103" fmla="*/ 455593 w 2119654"/>
              <a:gd name="connsiteY68103" fmla="*/ 1983287 h 2398711"/>
              <a:gd name="connsiteX68104" fmla="*/ 448019 w 2119654"/>
              <a:gd name="connsiteY68104" fmla="*/ 1991993 h 2398711"/>
              <a:gd name="connsiteX68105" fmla="*/ 447921 w 2119654"/>
              <a:gd name="connsiteY68105" fmla="*/ 1994444 h 2398711"/>
              <a:gd name="connsiteX68106" fmla="*/ 449525 w 2119654"/>
              <a:gd name="connsiteY68106" fmla="*/ 1994601 h 2398711"/>
              <a:gd name="connsiteX68107" fmla="*/ 449860 w 2119654"/>
              <a:gd name="connsiteY68107" fmla="*/ 1992691 h 2398711"/>
              <a:gd name="connsiteX68108" fmla="*/ 484432 w 2119654"/>
              <a:gd name="connsiteY68108" fmla="*/ 1910011 h 2398711"/>
              <a:gd name="connsiteX68109" fmla="*/ 485097 w 2119654"/>
              <a:gd name="connsiteY68109" fmla="*/ 1916957 h 2398711"/>
              <a:gd name="connsiteX68110" fmla="*/ 485369 w 2119654"/>
              <a:gd name="connsiteY68110" fmla="*/ 1916944 h 2398711"/>
              <a:gd name="connsiteX68111" fmla="*/ 492363 w 2119654"/>
              <a:gd name="connsiteY68111" fmla="*/ 1916528 h 2398711"/>
              <a:gd name="connsiteX68112" fmla="*/ 490851 w 2119654"/>
              <a:gd name="connsiteY68112" fmla="*/ 1911660 h 2398711"/>
              <a:gd name="connsiteX68113" fmla="*/ 1130868 w 2119654"/>
              <a:gd name="connsiteY68113" fmla="*/ 462452 h 2398711"/>
              <a:gd name="connsiteX68114" fmla="*/ 1130688 w 2119654"/>
              <a:gd name="connsiteY68114" fmla="*/ 463169 h 2398711"/>
              <a:gd name="connsiteX68115" fmla="*/ 1130907 w 2119654"/>
              <a:gd name="connsiteY68115" fmla="*/ 462829 h 2398711"/>
              <a:gd name="connsiteX68116" fmla="*/ 1138463 w 2119654"/>
              <a:gd name="connsiteY68116" fmla="*/ 445418 h 2398711"/>
              <a:gd name="connsiteX68117" fmla="*/ 1139881 w 2119654"/>
              <a:gd name="connsiteY68117" fmla="*/ 448882 h 2398711"/>
              <a:gd name="connsiteX68118" fmla="*/ 1140502 w 2119654"/>
              <a:gd name="connsiteY68118" fmla="*/ 447917 h 2398711"/>
              <a:gd name="connsiteX68119" fmla="*/ 1140136 w 2119654"/>
              <a:gd name="connsiteY68119" fmla="*/ 447206 h 2398711"/>
              <a:gd name="connsiteX68120" fmla="*/ 484411 w 2119654"/>
              <a:gd name="connsiteY68120" fmla="*/ 1909800 h 2398711"/>
              <a:gd name="connsiteX68121" fmla="*/ 484430 w 2119654"/>
              <a:gd name="connsiteY68121" fmla="*/ 1909993 h 2398711"/>
              <a:gd name="connsiteX68122" fmla="*/ 490799 w 2119654"/>
              <a:gd name="connsiteY68122" fmla="*/ 1911492 h 2398711"/>
              <a:gd name="connsiteX68123" fmla="*/ 490221 w 2119654"/>
              <a:gd name="connsiteY68123" fmla="*/ 1909630 h 2398711"/>
              <a:gd name="connsiteX68124" fmla="*/ 488893 w 2119654"/>
              <a:gd name="connsiteY68124" fmla="*/ 1909366 h 2398711"/>
              <a:gd name="connsiteX68125" fmla="*/ 1131010 w 2119654"/>
              <a:gd name="connsiteY68125" fmla="*/ 461886 h 2398711"/>
              <a:gd name="connsiteX68126" fmla="*/ 1130983 w 2119654"/>
              <a:gd name="connsiteY68126" fmla="*/ 461994 h 2398711"/>
              <a:gd name="connsiteX68127" fmla="*/ 1131046 w 2119654"/>
              <a:gd name="connsiteY68127" fmla="*/ 462613 h 2398711"/>
              <a:gd name="connsiteX68128" fmla="*/ 1131629 w 2119654"/>
              <a:gd name="connsiteY68128" fmla="*/ 461706 h 2398711"/>
              <a:gd name="connsiteX68129" fmla="*/ 1131454 w 2119654"/>
              <a:gd name="connsiteY68129" fmla="*/ 461547 h 2398711"/>
              <a:gd name="connsiteX68130" fmla="*/ 452163 w 2119654"/>
              <a:gd name="connsiteY68130" fmla="*/ 1981914 h 2398711"/>
              <a:gd name="connsiteX68131" fmla="*/ 452142 w 2119654"/>
              <a:gd name="connsiteY68131" fmla="*/ 1982024 h 2398711"/>
              <a:gd name="connsiteX68132" fmla="*/ 452356 w 2119654"/>
              <a:gd name="connsiteY68132" fmla="*/ 1981992 h 2398711"/>
              <a:gd name="connsiteX68133" fmla="*/ 1153002 w 2119654"/>
              <a:gd name="connsiteY68133" fmla="*/ 411836 h 2398711"/>
              <a:gd name="connsiteX68134" fmla="*/ 1159379 w 2119654"/>
              <a:gd name="connsiteY68134" fmla="*/ 419442 h 2398711"/>
              <a:gd name="connsiteX68135" fmla="*/ 1161898 w 2119654"/>
              <a:gd name="connsiteY68135" fmla="*/ 414010 h 2398711"/>
              <a:gd name="connsiteX68136" fmla="*/ 1162020 w 2119654"/>
              <a:gd name="connsiteY68136" fmla="*/ 410711 h 2398711"/>
              <a:gd name="connsiteX68137" fmla="*/ 1162005 w 2119654"/>
              <a:gd name="connsiteY68137" fmla="*/ 410649 h 2398711"/>
              <a:gd name="connsiteX68138" fmla="*/ 1156283 w 2119654"/>
              <a:gd name="connsiteY68138" fmla="*/ 406196 h 2398711"/>
              <a:gd name="connsiteX68139" fmla="*/ 1152619 w 2119654"/>
              <a:gd name="connsiteY68139" fmla="*/ 412493 h 2398711"/>
              <a:gd name="connsiteX68140" fmla="*/ 1158268 w 2119654"/>
              <a:gd name="connsiteY68140" fmla="*/ 421837 h 2398711"/>
              <a:gd name="connsiteX68141" fmla="*/ 1159206 w 2119654"/>
              <a:gd name="connsiteY68141" fmla="*/ 419814 h 2398711"/>
              <a:gd name="connsiteX68142" fmla="*/ 1152804 w 2119654"/>
              <a:gd name="connsiteY68142" fmla="*/ 412176 h 2398711"/>
              <a:gd name="connsiteX68143" fmla="*/ 1145404 w 2119654"/>
              <a:gd name="connsiteY68143" fmla="*/ 428541 h 2398711"/>
              <a:gd name="connsiteX68144" fmla="*/ 1145755 w 2119654"/>
              <a:gd name="connsiteY68144" fmla="*/ 429575 h 2398711"/>
              <a:gd name="connsiteX68145" fmla="*/ 1147881 w 2119654"/>
              <a:gd name="connsiteY68145" fmla="*/ 433088 h 2398711"/>
              <a:gd name="connsiteX68146" fmla="*/ 1147612 w 2119654"/>
              <a:gd name="connsiteY68146" fmla="*/ 430120 h 2398711"/>
              <a:gd name="connsiteX68147" fmla="*/ 483842 w 2119654"/>
              <a:gd name="connsiteY68147" fmla="*/ 1909855 h 2398711"/>
              <a:gd name="connsiteX68148" fmla="*/ 484110 w 2119654"/>
              <a:gd name="connsiteY68148" fmla="*/ 1909918 h 2398711"/>
              <a:gd name="connsiteX68149" fmla="*/ 484102 w 2119654"/>
              <a:gd name="connsiteY68149" fmla="*/ 1909830 h 2398711"/>
              <a:gd name="connsiteX68150" fmla="*/ 1133516 w 2119654"/>
              <a:gd name="connsiteY68150" fmla="*/ 454824 h 2398711"/>
              <a:gd name="connsiteX68151" fmla="*/ 1134899 w 2119654"/>
              <a:gd name="connsiteY68151" fmla="*/ 456627 h 2398711"/>
              <a:gd name="connsiteX68152" fmla="*/ 1136104 w 2119654"/>
              <a:gd name="connsiteY68152" fmla="*/ 454752 h 2398711"/>
              <a:gd name="connsiteX68153" fmla="*/ 1135711 w 2119654"/>
              <a:gd name="connsiteY68153" fmla="*/ 452991 h 2398711"/>
              <a:gd name="connsiteX68154" fmla="*/ 484283 w 2119654"/>
              <a:gd name="connsiteY68154" fmla="*/ 1908455 h 2398711"/>
              <a:gd name="connsiteX68155" fmla="*/ 484385 w 2119654"/>
              <a:gd name="connsiteY68155" fmla="*/ 1909521 h 2398711"/>
              <a:gd name="connsiteX68156" fmla="*/ 487776 w 2119654"/>
              <a:gd name="connsiteY68156" fmla="*/ 1909146 h 2398711"/>
              <a:gd name="connsiteX68157" fmla="*/ 1151193 w 2119654"/>
              <a:gd name="connsiteY68157" fmla="*/ 414943 h 2398711"/>
              <a:gd name="connsiteX68158" fmla="*/ 1151415 w 2119654"/>
              <a:gd name="connsiteY68158" fmla="*/ 416949 h 2398711"/>
              <a:gd name="connsiteX68159" fmla="*/ 1152940 w 2119654"/>
              <a:gd name="connsiteY68159" fmla="*/ 418138 h 2398711"/>
              <a:gd name="connsiteX68160" fmla="*/ 1151248 w 2119654"/>
              <a:gd name="connsiteY68160" fmla="*/ 414850 h 2398711"/>
              <a:gd name="connsiteX68161" fmla="*/ 1132073 w 2119654"/>
              <a:gd name="connsiteY68161" fmla="*/ 457644 h 2398711"/>
              <a:gd name="connsiteX68162" fmla="*/ 1131841 w 2119654"/>
              <a:gd name="connsiteY68162" fmla="*/ 458567 h 2398711"/>
              <a:gd name="connsiteX68163" fmla="*/ 1132216 w 2119654"/>
              <a:gd name="connsiteY68163" fmla="*/ 459122 h 2398711"/>
              <a:gd name="connsiteX68164" fmla="*/ 1132902 w 2119654"/>
              <a:gd name="connsiteY68164" fmla="*/ 458599 h 2398711"/>
              <a:gd name="connsiteX68165" fmla="*/ 1168119 w 2119654"/>
              <a:gd name="connsiteY68165" fmla="*/ 376812 h 2398711"/>
              <a:gd name="connsiteX68166" fmla="*/ 1168448 w 2119654"/>
              <a:gd name="connsiteY68166" fmla="*/ 379795 h 2398711"/>
              <a:gd name="connsiteX68167" fmla="*/ 1169954 w 2119654"/>
              <a:gd name="connsiteY68167" fmla="*/ 382975 h 2398711"/>
              <a:gd name="connsiteX68168" fmla="*/ 1171542 w 2119654"/>
              <a:gd name="connsiteY68168" fmla="*/ 380653 h 2398711"/>
              <a:gd name="connsiteX68169" fmla="*/ 1149750 w 2119654"/>
              <a:gd name="connsiteY68169" fmla="*/ 417890 h 2398711"/>
              <a:gd name="connsiteX68170" fmla="*/ 1150929 w 2119654"/>
              <a:gd name="connsiteY68170" fmla="*/ 422795 h 2398711"/>
              <a:gd name="connsiteX68171" fmla="*/ 1151412 w 2119654"/>
              <a:gd name="connsiteY68171" fmla="*/ 423273 h 2398711"/>
              <a:gd name="connsiteX68172" fmla="*/ 1151025 w 2119654"/>
              <a:gd name="connsiteY68172" fmla="*/ 418882 h 2398711"/>
              <a:gd name="connsiteX68173" fmla="*/ 492035 w 2119654"/>
              <a:gd name="connsiteY68173" fmla="*/ 1890630 h 2398711"/>
              <a:gd name="connsiteX68174" fmla="*/ 492807 w 2119654"/>
              <a:gd name="connsiteY68174" fmla="*/ 1892252 h 2398711"/>
              <a:gd name="connsiteX68175" fmla="*/ 493045 w 2119654"/>
              <a:gd name="connsiteY68175" fmla="*/ 1892395 h 2398711"/>
              <a:gd name="connsiteX68176" fmla="*/ 500501 w 2119654"/>
              <a:gd name="connsiteY68176" fmla="*/ 1890953 h 2398711"/>
              <a:gd name="connsiteX68177" fmla="*/ 497749 w 2119654"/>
              <a:gd name="connsiteY68177" fmla="*/ 1890446 h 2398711"/>
              <a:gd name="connsiteX68178" fmla="*/ 1150475 w 2119654"/>
              <a:gd name="connsiteY68178" fmla="*/ 416179 h 2398711"/>
              <a:gd name="connsiteX68179" fmla="*/ 1150578 w 2119654"/>
              <a:gd name="connsiteY68179" fmla="*/ 416298 h 2398711"/>
              <a:gd name="connsiteX68180" fmla="*/ 1150813 w 2119654"/>
              <a:gd name="connsiteY68180" fmla="*/ 416482 h 2398711"/>
              <a:gd name="connsiteX68181" fmla="*/ 1150746 w 2119654"/>
              <a:gd name="connsiteY68181" fmla="*/ 415713 h 2398711"/>
              <a:gd name="connsiteX68182" fmla="*/ 452848 w 2119654"/>
              <a:gd name="connsiteY68182" fmla="*/ 1978299 h 2398711"/>
              <a:gd name="connsiteX68183" fmla="*/ 452495 w 2119654"/>
              <a:gd name="connsiteY68183" fmla="*/ 1980159 h 2398711"/>
              <a:gd name="connsiteX68184" fmla="*/ 455793 w 2119654"/>
              <a:gd name="connsiteY68184" fmla="*/ 1981478 h 2398711"/>
              <a:gd name="connsiteX68185" fmla="*/ 457824 w 2119654"/>
              <a:gd name="connsiteY68185" fmla="*/ 1981175 h 2398711"/>
              <a:gd name="connsiteX68186" fmla="*/ 1183172 w 2119654"/>
              <a:gd name="connsiteY68186" fmla="*/ 342565 h 2398711"/>
              <a:gd name="connsiteX68187" fmla="*/ 1186206 w 2119654"/>
              <a:gd name="connsiteY68187" fmla="*/ 346874 h 2398711"/>
              <a:gd name="connsiteX68188" fmla="*/ 1185663 w 2119654"/>
              <a:gd name="connsiteY68188" fmla="*/ 340361 h 2398711"/>
              <a:gd name="connsiteX68189" fmla="*/ 1185485 w 2119654"/>
              <a:gd name="connsiteY68189" fmla="*/ 339985 h 2398711"/>
              <a:gd name="connsiteX68190" fmla="*/ 1144920 w 2119654"/>
              <a:gd name="connsiteY68190" fmla="*/ 428194 h 2398711"/>
              <a:gd name="connsiteX68191" fmla="*/ 1144931 w 2119654"/>
              <a:gd name="connsiteY68191" fmla="*/ 428212 h 2398711"/>
              <a:gd name="connsiteX68192" fmla="*/ 1144927 w 2119654"/>
              <a:gd name="connsiteY68192" fmla="*/ 428199 h 2398711"/>
              <a:gd name="connsiteX68193" fmla="*/ 1132584 w 2119654"/>
              <a:gd name="connsiteY68193" fmla="*/ 455601 h 2398711"/>
              <a:gd name="connsiteX68194" fmla="*/ 1132208 w 2119654"/>
              <a:gd name="connsiteY68194" fmla="*/ 457104 h 2398711"/>
              <a:gd name="connsiteX68195" fmla="*/ 1133265 w 2119654"/>
              <a:gd name="connsiteY68195" fmla="*/ 458323 h 2398711"/>
              <a:gd name="connsiteX68196" fmla="*/ 1134206 w 2119654"/>
              <a:gd name="connsiteY68196" fmla="*/ 457605 h 2398711"/>
              <a:gd name="connsiteX68197" fmla="*/ 1132637 w 2119654"/>
              <a:gd name="connsiteY68197" fmla="*/ 455557 h 2398711"/>
              <a:gd name="connsiteX68198" fmla="*/ 453123 w 2119654"/>
              <a:gd name="connsiteY68198" fmla="*/ 1976849 h 2398711"/>
              <a:gd name="connsiteX68199" fmla="*/ 452988 w 2119654"/>
              <a:gd name="connsiteY68199" fmla="*/ 1977556 h 2398711"/>
              <a:gd name="connsiteX68200" fmla="*/ 458957 w 2119654"/>
              <a:gd name="connsiteY68200" fmla="*/ 1981005 h 2398711"/>
              <a:gd name="connsiteX68201" fmla="*/ 470759 w 2119654"/>
              <a:gd name="connsiteY68201" fmla="*/ 1979241 h 2398711"/>
              <a:gd name="connsiteX68202" fmla="*/ 468580 w 2119654"/>
              <a:gd name="connsiteY68202" fmla="*/ 1978946 h 2398711"/>
              <a:gd name="connsiteX68203" fmla="*/ 464289 w 2119654"/>
              <a:gd name="connsiteY68203" fmla="*/ 1978769 h 2398711"/>
              <a:gd name="connsiteX68204" fmla="*/ 464013 w 2119654"/>
              <a:gd name="connsiteY68204" fmla="*/ 1978533 h 2398711"/>
              <a:gd name="connsiteX68205" fmla="*/ 466196 w 2119654"/>
              <a:gd name="connsiteY68205" fmla="*/ 1978622 h 2398711"/>
              <a:gd name="connsiteX68206" fmla="*/ 448202 w 2119654"/>
              <a:gd name="connsiteY68206" fmla="*/ 1987455 h 2398711"/>
              <a:gd name="connsiteX68207" fmla="*/ 448042 w 2119654"/>
              <a:gd name="connsiteY68207" fmla="*/ 1991436 h 2398711"/>
              <a:gd name="connsiteX68208" fmla="*/ 449953 w 2119654"/>
              <a:gd name="connsiteY68208" fmla="*/ 1992161 h 2398711"/>
              <a:gd name="connsiteX68209" fmla="*/ 450728 w 2119654"/>
              <a:gd name="connsiteY68209" fmla="*/ 1987735 h 2398711"/>
              <a:gd name="connsiteX68210" fmla="*/ 1123128 w 2119654"/>
              <a:gd name="connsiteY68210" fmla="*/ 476122 h 2398711"/>
              <a:gd name="connsiteX68211" fmla="*/ 1123230 w 2119654"/>
              <a:gd name="connsiteY68211" fmla="*/ 476473 h 2398711"/>
              <a:gd name="connsiteX68212" fmla="*/ 1123445 w 2119654"/>
              <a:gd name="connsiteY68212" fmla="*/ 475614 h 2398711"/>
              <a:gd name="connsiteX68213" fmla="*/ 1134948 w 2119654"/>
              <a:gd name="connsiteY68213" fmla="*/ 449575 h 2398711"/>
              <a:gd name="connsiteX68214" fmla="*/ 1132985 w 2119654"/>
              <a:gd name="connsiteY68214" fmla="*/ 454131 h 2398711"/>
              <a:gd name="connsiteX68215" fmla="*/ 1133388 w 2119654"/>
              <a:gd name="connsiteY68215" fmla="*/ 454656 h 2398711"/>
              <a:gd name="connsiteX68216" fmla="*/ 1135669 w 2119654"/>
              <a:gd name="connsiteY68216" fmla="*/ 452803 h 2398711"/>
              <a:gd name="connsiteX68217" fmla="*/ 1137129 w 2119654"/>
              <a:gd name="connsiteY68217" fmla="*/ 444513 h 2398711"/>
              <a:gd name="connsiteX68218" fmla="*/ 1135720 w 2119654"/>
              <a:gd name="connsiteY68218" fmla="*/ 447783 h 2398711"/>
              <a:gd name="connsiteX68219" fmla="*/ 1136662 w 2119654"/>
              <a:gd name="connsiteY68219" fmla="*/ 451997 h 2398711"/>
              <a:gd name="connsiteX68220" fmla="*/ 1139206 w 2119654"/>
              <a:gd name="connsiteY68220" fmla="*/ 449930 h 2398711"/>
              <a:gd name="connsiteX68221" fmla="*/ 1139479 w 2119654"/>
              <a:gd name="connsiteY68221" fmla="*/ 449506 h 2398711"/>
              <a:gd name="connsiteX68222" fmla="*/ 1137283 w 2119654"/>
              <a:gd name="connsiteY68222" fmla="*/ 444156 h 2398711"/>
              <a:gd name="connsiteX68223" fmla="*/ 1137256 w 2119654"/>
              <a:gd name="connsiteY68223" fmla="*/ 444220 h 2398711"/>
              <a:gd name="connsiteX68224" fmla="*/ 1139633 w 2119654"/>
              <a:gd name="connsiteY68224" fmla="*/ 449268 h 2398711"/>
              <a:gd name="connsiteX68225" fmla="*/ 1139802 w 2119654"/>
              <a:gd name="connsiteY68225" fmla="*/ 449005 h 2398711"/>
              <a:gd name="connsiteX68226" fmla="*/ 1138234 w 2119654"/>
              <a:gd name="connsiteY68226" fmla="*/ 445173 h 2398711"/>
              <a:gd name="connsiteX68227" fmla="*/ 1137868 w 2119654"/>
              <a:gd name="connsiteY68227" fmla="*/ 442800 h 2398711"/>
              <a:gd name="connsiteX68228" fmla="*/ 1137727 w 2119654"/>
              <a:gd name="connsiteY68228" fmla="*/ 443127 h 2398711"/>
              <a:gd name="connsiteX68229" fmla="*/ 1138413 w 2119654"/>
              <a:gd name="connsiteY68229" fmla="*/ 443859 h 2398711"/>
              <a:gd name="connsiteX68230" fmla="*/ 1141756 w 2119654"/>
              <a:gd name="connsiteY68230" fmla="*/ 433778 h 2398711"/>
              <a:gd name="connsiteX68231" fmla="*/ 1138052 w 2119654"/>
              <a:gd name="connsiteY68231" fmla="*/ 442373 h 2398711"/>
              <a:gd name="connsiteX68232" fmla="*/ 1139312 w 2119654"/>
              <a:gd name="connsiteY68232" fmla="*/ 444821 h 2398711"/>
              <a:gd name="connsiteX68233" fmla="*/ 1141197 w 2119654"/>
              <a:gd name="connsiteY68233" fmla="*/ 446835 h 2398711"/>
              <a:gd name="connsiteX68234" fmla="*/ 1145470 w 2119654"/>
              <a:gd name="connsiteY68234" fmla="*/ 440196 h 2398711"/>
              <a:gd name="connsiteX68235" fmla="*/ 1143899 w 2119654"/>
              <a:gd name="connsiteY68235" fmla="*/ 428807 h 2398711"/>
              <a:gd name="connsiteX68236" fmla="*/ 1141875 w 2119654"/>
              <a:gd name="connsiteY68236" fmla="*/ 433504 h 2398711"/>
              <a:gd name="connsiteX68237" fmla="*/ 1145615 w 2119654"/>
              <a:gd name="connsiteY68237" fmla="*/ 439970 h 2398711"/>
              <a:gd name="connsiteX68238" fmla="*/ 1147694 w 2119654"/>
              <a:gd name="connsiteY68238" fmla="*/ 436740 h 2398711"/>
              <a:gd name="connsiteX68239" fmla="*/ 1146702 w 2119654"/>
              <a:gd name="connsiteY68239" fmla="*/ 433680 h 2398711"/>
              <a:gd name="connsiteX68240" fmla="*/ 1144598 w 2119654"/>
              <a:gd name="connsiteY68240" fmla="*/ 427185 h 2398711"/>
              <a:gd name="connsiteX68241" fmla="*/ 1144557 w 2119654"/>
              <a:gd name="connsiteY68241" fmla="*/ 427279 h 2398711"/>
              <a:gd name="connsiteX68242" fmla="*/ 1144649 w 2119654"/>
              <a:gd name="connsiteY68242" fmla="*/ 427343 h 2398711"/>
              <a:gd name="connsiteX68243" fmla="*/ 505095 w 2119654"/>
              <a:gd name="connsiteY68243" fmla="*/ 1859086 h 2398711"/>
              <a:gd name="connsiteX68244" fmla="*/ 505167 w 2119654"/>
              <a:gd name="connsiteY68244" fmla="*/ 1859269 h 2398711"/>
              <a:gd name="connsiteX68245" fmla="*/ 509518 w 2119654"/>
              <a:gd name="connsiteY68245" fmla="*/ 1859042 h 2398711"/>
              <a:gd name="connsiteX68246" fmla="*/ 508878 w 2119654"/>
              <a:gd name="connsiteY68246" fmla="*/ 1858730 h 2398711"/>
              <a:gd name="connsiteX68247" fmla="*/ 1109324 w 2119654"/>
              <a:gd name="connsiteY68247" fmla="*/ 506089 h 2398711"/>
              <a:gd name="connsiteX68248" fmla="*/ 1109352 w 2119654"/>
              <a:gd name="connsiteY68248" fmla="*/ 506134 h 2398711"/>
              <a:gd name="connsiteX68249" fmla="*/ 1109372 w 2119654"/>
              <a:gd name="connsiteY68249" fmla="*/ 506046 h 2398711"/>
              <a:gd name="connsiteX68250" fmla="*/ 1146102 w 2119654"/>
              <a:gd name="connsiteY68250" fmla="*/ 423695 h 2398711"/>
              <a:gd name="connsiteX68251" fmla="*/ 1144792 w 2119654"/>
              <a:gd name="connsiteY68251" fmla="*/ 426735 h 2398711"/>
              <a:gd name="connsiteX68252" fmla="*/ 1145106 w 2119654"/>
              <a:gd name="connsiteY68252" fmla="*/ 427661 h 2398711"/>
              <a:gd name="connsiteX68253" fmla="*/ 1147542 w 2119654"/>
              <a:gd name="connsiteY68253" fmla="*/ 429357 h 2398711"/>
              <a:gd name="connsiteX68254" fmla="*/ 1147540 w 2119654"/>
              <a:gd name="connsiteY68254" fmla="*/ 429330 h 2398711"/>
              <a:gd name="connsiteX68255" fmla="*/ 1146161 w 2119654"/>
              <a:gd name="connsiteY68255" fmla="*/ 423593 h 2398711"/>
              <a:gd name="connsiteX68256" fmla="*/ 484022 w 2119654"/>
              <a:gd name="connsiteY68256" fmla="*/ 1905723 h 2398711"/>
              <a:gd name="connsiteX68257" fmla="*/ 484212 w 2119654"/>
              <a:gd name="connsiteY68257" fmla="*/ 1907715 h 2398711"/>
              <a:gd name="connsiteX68258" fmla="*/ 489955 w 2119654"/>
              <a:gd name="connsiteY68258" fmla="*/ 1908771 h 2398711"/>
              <a:gd name="connsiteX68259" fmla="*/ 489575 w 2119654"/>
              <a:gd name="connsiteY68259" fmla="*/ 1907551 h 2398711"/>
              <a:gd name="connsiteX68260" fmla="*/ 484860 w 2119654"/>
              <a:gd name="connsiteY68260" fmla="*/ 1905694 h 2398711"/>
              <a:gd name="connsiteX68261" fmla="*/ 508436 w 2119654"/>
              <a:gd name="connsiteY68261" fmla="*/ 1850862 h 2398711"/>
              <a:gd name="connsiteX68262" fmla="*/ 508997 w 2119654"/>
              <a:gd name="connsiteY68262" fmla="*/ 1851086 h 2398711"/>
              <a:gd name="connsiteX68263" fmla="*/ 509039 w 2119654"/>
              <a:gd name="connsiteY68263" fmla="*/ 1851077 h 2398711"/>
              <a:gd name="connsiteX68264" fmla="*/ 508493 w 2119654"/>
              <a:gd name="connsiteY68264" fmla="*/ 1850741 h 2398711"/>
              <a:gd name="connsiteX68265" fmla="*/ 1108244 w 2119654"/>
              <a:gd name="connsiteY68265" fmla="*/ 507772 h 2398711"/>
              <a:gd name="connsiteX68266" fmla="*/ 1108552 w 2119654"/>
              <a:gd name="connsiteY68266" fmla="*/ 508858 h 2398711"/>
              <a:gd name="connsiteX68267" fmla="*/ 1108681 w 2119654"/>
              <a:gd name="connsiteY68267" fmla="*/ 509015 h 2398711"/>
              <a:gd name="connsiteX68268" fmla="*/ 1108778 w 2119654"/>
              <a:gd name="connsiteY68268" fmla="*/ 508600 h 2398711"/>
              <a:gd name="connsiteX68269" fmla="*/ 508258 w 2119654"/>
              <a:gd name="connsiteY68269" fmla="*/ 1851245 h 2398711"/>
              <a:gd name="connsiteX68270" fmla="*/ 508485 w 2119654"/>
              <a:gd name="connsiteY68270" fmla="*/ 1851196 h 2398711"/>
              <a:gd name="connsiteX68271" fmla="*/ 508313 w 2119654"/>
              <a:gd name="connsiteY68271" fmla="*/ 1851128 h 2398711"/>
              <a:gd name="connsiteX68272" fmla="*/ 467496 w 2119654"/>
              <a:gd name="connsiteY68272" fmla="*/ 1942329 h 2398711"/>
              <a:gd name="connsiteX68273" fmla="*/ 472613 w 2119654"/>
              <a:gd name="connsiteY68273" fmla="*/ 1943393 h 2398711"/>
              <a:gd name="connsiteX68274" fmla="*/ 487595 w 2119654"/>
              <a:gd name="connsiteY68274" fmla="*/ 1944100 h 2398711"/>
              <a:gd name="connsiteX68275" fmla="*/ 486952 w 2119654"/>
              <a:gd name="connsiteY68275" fmla="*/ 1938226 h 2398711"/>
              <a:gd name="connsiteX68276" fmla="*/ 486882 w 2119654"/>
              <a:gd name="connsiteY68276" fmla="*/ 1938241 h 2398711"/>
              <a:gd name="connsiteX68277" fmla="*/ 483986 w 2119654"/>
              <a:gd name="connsiteY68277" fmla="*/ 1905350 h 2398711"/>
              <a:gd name="connsiteX68278" fmla="*/ 484014 w 2119654"/>
              <a:gd name="connsiteY68278" fmla="*/ 1905643 h 2398711"/>
              <a:gd name="connsiteX68279" fmla="*/ 484672 w 2119654"/>
              <a:gd name="connsiteY68279" fmla="*/ 1905620 h 2398711"/>
              <a:gd name="connsiteX68280" fmla="*/ 504878 w 2119654"/>
              <a:gd name="connsiteY68280" fmla="*/ 1858523 h 2398711"/>
              <a:gd name="connsiteX68281" fmla="*/ 505011 w 2119654"/>
              <a:gd name="connsiteY68281" fmla="*/ 1858867 h 2398711"/>
              <a:gd name="connsiteX68282" fmla="*/ 508486 w 2119654"/>
              <a:gd name="connsiteY68282" fmla="*/ 1858539 h 2398711"/>
              <a:gd name="connsiteX68283" fmla="*/ 506292 w 2119654"/>
              <a:gd name="connsiteY68283" fmla="*/ 1857473 h 2398711"/>
              <a:gd name="connsiteX68284" fmla="*/ 505424 w 2119654"/>
              <a:gd name="connsiteY68284" fmla="*/ 1857348 h 2398711"/>
              <a:gd name="connsiteX68285" fmla="*/ 504515 w 2119654"/>
              <a:gd name="connsiteY68285" fmla="*/ 1859304 h 2398711"/>
              <a:gd name="connsiteX68286" fmla="*/ 504820 w 2119654"/>
              <a:gd name="connsiteY68286" fmla="*/ 1859288 h 2398711"/>
              <a:gd name="connsiteX68287" fmla="*/ 504755 w 2119654"/>
              <a:gd name="connsiteY68287" fmla="*/ 1859119 h 2398711"/>
              <a:gd name="connsiteX68288" fmla="*/ 504594 w 2119654"/>
              <a:gd name="connsiteY68288" fmla="*/ 1859134 h 2398711"/>
              <a:gd name="connsiteX68289" fmla="*/ 1151450 w 2119654"/>
              <a:gd name="connsiteY68289" fmla="*/ 410561 h 2398711"/>
              <a:gd name="connsiteX68290" fmla="*/ 1151824 w 2119654"/>
              <a:gd name="connsiteY68290" fmla="*/ 411179 h 2398711"/>
              <a:gd name="connsiteX68291" fmla="*/ 1151883 w 2119654"/>
              <a:gd name="connsiteY68291" fmla="*/ 411078 h 2398711"/>
              <a:gd name="connsiteX68292" fmla="*/ 490262 w 2119654"/>
              <a:gd name="connsiteY68292" fmla="*/ 1890716 h 2398711"/>
              <a:gd name="connsiteX68293" fmla="*/ 491977 w 2119654"/>
              <a:gd name="connsiteY68293" fmla="*/ 1891750 h 2398711"/>
              <a:gd name="connsiteX68294" fmla="*/ 491452 w 2119654"/>
              <a:gd name="connsiteY68294" fmla="*/ 1890650 h 2398711"/>
              <a:gd name="connsiteX68295" fmla="*/ 491133 w 2119654"/>
              <a:gd name="connsiteY68295" fmla="*/ 1890660 h 2398711"/>
              <a:gd name="connsiteX68296" fmla="*/ 448326 w 2119654"/>
              <a:gd name="connsiteY68296" fmla="*/ 1984373 h 2398711"/>
              <a:gd name="connsiteX68297" fmla="*/ 448207 w 2119654"/>
              <a:gd name="connsiteY68297" fmla="*/ 1987327 h 2398711"/>
              <a:gd name="connsiteX68298" fmla="*/ 450750 w 2119654"/>
              <a:gd name="connsiteY68298" fmla="*/ 1987609 h 2398711"/>
              <a:gd name="connsiteX68299" fmla="*/ 451398 w 2119654"/>
              <a:gd name="connsiteY68299" fmla="*/ 1983914 h 2398711"/>
              <a:gd name="connsiteX68300" fmla="*/ 495533 w 2119654"/>
              <a:gd name="connsiteY68300" fmla="*/ 1878639 h 2398711"/>
              <a:gd name="connsiteX68301" fmla="*/ 502818 w 2119654"/>
              <a:gd name="connsiteY68301" fmla="*/ 1881451 h 2398711"/>
              <a:gd name="connsiteX68302" fmla="*/ 502746 w 2119654"/>
              <a:gd name="connsiteY68302" fmla="*/ 1880664 h 2398711"/>
              <a:gd name="connsiteX68303" fmla="*/ 495872 w 2119654"/>
              <a:gd name="connsiteY68303" fmla="*/ 1877910 h 2398711"/>
              <a:gd name="connsiteX68304" fmla="*/ 472153 w 2119654"/>
              <a:gd name="connsiteY68304" fmla="*/ 1930986 h 2398711"/>
              <a:gd name="connsiteX68305" fmla="*/ 486325 w 2119654"/>
              <a:gd name="connsiteY68305" fmla="*/ 1932482 h 2398711"/>
              <a:gd name="connsiteX68306" fmla="*/ 486024 w 2119654"/>
              <a:gd name="connsiteY68306" fmla="*/ 1929723 h 2398711"/>
              <a:gd name="connsiteX68307" fmla="*/ 481835 w 2119654"/>
              <a:gd name="connsiteY68307" fmla="*/ 1929639 h 2398711"/>
              <a:gd name="connsiteX68308" fmla="*/ 1149087 w 2119654"/>
              <a:gd name="connsiteY68308" fmla="*/ 415127 h 2398711"/>
              <a:gd name="connsiteX68309" fmla="*/ 1149090 w 2119654"/>
              <a:gd name="connsiteY68309" fmla="*/ 415140 h 2398711"/>
              <a:gd name="connsiteX68310" fmla="*/ 1149115 w 2119654"/>
              <a:gd name="connsiteY68310" fmla="*/ 415159 h 2398711"/>
              <a:gd name="connsiteX68311" fmla="*/ 494445 w 2119654"/>
              <a:gd name="connsiteY68311" fmla="*/ 1880981 h 2398711"/>
              <a:gd name="connsiteX68312" fmla="*/ 502930 w 2119654"/>
              <a:gd name="connsiteY68312" fmla="*/ 1882677 h 2398711"/>
              <a:gd name="connsiteX68313" fmla="*/ 502887 w 2119654"/>
              <a:gd name="connsiteY68313" fmla="*/ 1882204 h 2398711"/>
              <a:gd name="connsiteX68314" fmla="*/ 501508 w 2119654"/>
              <a:gd name="connsiteY68314" fmla="*/ 1881672 h 2398711"/>
              <a:gd name="connsiteX68315" fmla="*/ 495286 w 2119654"/>
              <a:gd name="connsiteY68315" fmla="*/ 1879170 h 2398711"/>
              <a:gd name="connsiteX68316" fmla="*/ 492355 w 2119654"/>
              <a:gd name="connsiteY68316" fmla="*/ 1885480 h 2398711"/>
              <a:gd name="connsiteX68317" fmla="*/ 503155 w 2119654"/>
              <a:gd name="connsiteY68317" fmla="*/ 1885132 h 2398711"/>
              <a:gd name="connsiteX68318" fmla="*/ 502962 w 2119654"/>
              <a:gd name="connsiteY68318" fmla="*/ 1883026 h 2398711"/>
              <a:gd name="connsiteX68319" fmla="*/ 494299 w 2119654"/>
              <a:gd name="connsiteY68319" fmla="*/ 1881294 h 2398711"/>
              <a:gd name="connsiteX68320" fmla="*/ 454383 w 2119654"/>
              <a:gd name="connsiteY68320" fmla="*/ 1970197 h 2398711"/>
              <a:gd name="connsiteX68321" fmla="*/ 453327 w 2119654"/>
              <a:gd name="connsiteY68321" fmla="*/ 1975772 h 2398711"/>
              <a:gd name="connsiteX68322" fmla="*/ 474636 w 2119654"/>
              <a:gd name="connsiteY68322" fmla="*/ 1978662 h 2398711"/>
              <a:gd name="connsiteX68323" fmla="*/ 495057 w 2119654"/>
              <a:gd name="connsiteY68323" fmla="*/ 1975610 h 2398711"/>
              <a:gd name="connsiteX68324" fmla="*/ 492499 w 2119654"/>
              <a:gd name="connsiteY68324" fmla="*/ 1974728 h 2398711"/>
              <a:gd name="connsiteX68325" fmla="*/ 468746 w 2119654"/>
              <a:gd name="connsiteY68325" fmla="*/ 1972073 h 2398711"/>
              <a:gd name="connsiteX68326" fmla="*/ 468544 w 2119654"/>
              <a:gd name="connsiteY68326" fmla="*/ 1971874 h 2398711"/>
              <a:gd name="connsiteX68327" fmla="*/ 487955 w 2119654"/>
              <a:gd name="connsiteY68327" fmla="*/ 1974043 h 2398711"/>
              <a:gd name="connsiteX68328" fmla="*/ 491502 w 2119654"/>
              <a:gd name="connsiteY68328" fmla="*/ 1974384 h 2398711"/>
              <a:gd name="connsiteX68329" fmla="*/ 476410 w 2119654"/>
              <a:gd name="connsiteY68329" fmla="*/ 1969180 h 2398711"/>
              <a:gd name="connsiteX68330" fmla="*/ 473580 w 2119654"/>
              <a:gd name="connsiteY68330" fmla="*/ 1969125 h 2398711"/>
              <a:gd name="connsiteX68331" fmla="*/ 469693 w 2119654"/>
              <a:gd name="connsiteY68331" fmla="*/ 1970953 h 2398711"/>
              <a:gd name="connsiteX68332" fmla="*/ 469381 w 2119654"/>
              <a:gd name="connsiteY68332" fmla="*/ 1970850 h 2398711"/>
              <a:gd name="connsiteX68333" fmla="*/ 473067 w 2119654"/>
              <a:gd name="connsiteY68333" fmla="*/ 1969116 h 2398711"/>
              <a:gd name="connsiteX68334" fmla="*/ 470528 w 2119654"/>
              <a:gd name="connsiteY68334" fmla="*/ 1969067 h 2398711"/>
              <a:gd name="connsiteX68335" fmla="*/ 454566 w 2119654"/>
              <a:gd name="connsiteY68335" fmla="*/ 1973875 h 2398711"/>
              <a:gd name="connsiteX68336" fmla="*/ 454254 w 2119654"/>
              <a:gd name="connsiteY68336" fmla="*/ 1973716 h 2398711"/>
              <a:gd name="connsiteX68337" fmla="*/ 469742 w 2119654"/>
              <a:gd name="connsiteY68337" fmla="*/ 1969052 h 2398711"/>
              <a:gd name="connsiteX68338" fmla="*/ 463682 w 2119654"/>
              <a:gd name="connsiteY68338" fmla="*/ 1968936 h 2398711"/>
              <a:gd name="connsiteX68339" fmla="*/ 481091 w 2119654"/>
              <a:gd name="connsiteY68339" fmla="*/ 1910121 h 2398711"/>
              <a:gd name="connsiteX68340" fmla="*/ 477897 w 2119654"/>
              <a:gd name="connsiteY68340" fmla="*/ 1917288 h 2398711"/>
              <a:gd name="connsiteX68341" fmla="*/ 484785 w 2119654"/>
              <a:gd name="connsiteY68341" fmla="*/ 1916972 h 2398711"/>
              <a:gd name="connsiteX68342" fmla="*/ 484111 w 2119654"/>
              <a:gd name="connsiteY68342" fmla="*/ 1909929 h 2398711"/>
              <a:gd name="connsiteX68343" fmla="*/ 483830 w 2119654"/>
              <a:gd name="connsiteY68343" fmla="*/ 1909856 h 2398711"/>
              <a:gd name="connsiteX68344" fmla="*/ 481458 w 2119654"/>
              <a:gd name="connsiteY68344" fmla="*/ 1909295 h 2398711"/>
              <a:gd name="connsiteX68345" fmla="*/ 481201 w 2119654"/>
              <a:gd name="connsiteY68345" fmla="*/ 1909873 h 2398711"/>
              <a:gd name="connsiteX68346" fmla="*/ 483049 w 2119654"/>
              <a:gd name="connsiteY68346" fmla="*/ 1909669 h 2398711"/>
              <a:gd name="connsiteX68347" fmla="*/ 482031 w 2119654"/>
              <a:gd name="connsiteY68347" fmla="*/ 1908009 h 2398711"/>
              <a:gd name="connsiteX68348" fmla="*/ 481478 w 2119654"/>
              <a:gd name="connsiteY68348" fmla="*/ 1909252 h 2398711"/>
              <a:gd name="connsiteX68349" fmla="*/ 483084 w 2119654"/>
              <a:gd name="connsiteY68349" fmla="*/ 1909665 h 2398711"/>
              <a:gd name="connsiteX68350" fmla="*/ 484076 w 2119654"/>
              <a:gd name="connsiteY68350" fmla="*/ 1909555 h 2398711"/>
              <a:gd name="connsiteX68351" fmla="*/ 483964 w 2119654"/>
              <a:gd name="connsiteY68351" fmla="*/ 1908391 h 2398711"/>
              <a:gd name="connsiteX68352" fmla="*/ 483035 w 2119654"/>
              <a:gd name="connsiteY68352" fmla="*/ 1905757 h 2398711"/>
              <a:gd name="connsiteX68353" fmla="*/ 482317 w 2119654"/>
              <a:gd name="connsiteY68353" fmla="*/ 1907367 h 2398711"/>
              <a:gd name="connsiteX68354" fmla="*/ 483894 w 2119654"/>
              <a:gd name="connsiteY68354" fmla="*/ 1907657 h 2398711"/>
              <a:gd name="connsiteX68355" fmla="*/ 483710 w 2119654"/>
              <a:gd name="connsiteY68355" fmla="*/ 1905734 h 2398711"/>
              <a:gd name="connsiteX68356" fmla="*/ 483331 w 2119654"/>
              <a:gd name="connsiteY68356" fmla="*/ 1905093 h 2398711"/>
              <a:gd name="connsiteX68357" fmla="*/ 483071 w 2119654"/>
              <a:gd name="connsiteY68357" fmla="*/ 1905676 h 2398711"/>
              <a:gd name="connsiteX68358" fmla="*/ 483702 w 2119654"/>
              <a:gd name="connsiteY68358" fmla="*/ 1905654 h 2398711"/>
              <a:gd name="connsiteX68359" fmla="*/ 483661 w 2119654"/>
              <a:gd name="connsiteY68359" fmla="*/ 1905223 h 2398711"/>
              <a:gd name="connsiteX68360" fmla="*/ 451349 w 2119654"/>
              <a:gd name="connsiteY68360" fmla="*/ 1976608 h 2398711"/>
              <a:gd name="connsiteX68361" fmla="*/ 452556 w 2119654"/>
              <a:gd name="connsiteY68361" fmla="*/ 1977305 h 2398711"/>
              <a:gd name="connsiteX68362" fmla="*/ 452646 w 2119654"/>
              <a:gd name="connsiteY68362" fmla="*/ 1976784 h 2398711"/>
              <a:gd name="connsiteX68363" fmla="*/ 454655 w 2119654"/>
              <a:gd name="connsiteY68363" fmla="*/ 1968762 h 2398711"/>
              <a:gd name="connsiteX68364" fmla="*/ 454443 w 2119654"/>
              <a:gd name="connsiteY68364" fmla="*/ 1969879 h 2398711"/>
              <a:gd name="connsiteX68365" fmla="*/ 461682 w 2119654"/>
              <a:gd name="connsiteY68365" fmla="*/ 1968897 h 2398711"/>
              <a:gd name="connsiteX68366" fmla="*/ 504364 w 2119654"/>
              <a:gd name="connsiteY68366" fmla="*/ 1857194 h 2398711"/>
              <a:gd name="connsiteX68367" fmla="*/ 504629 w 2119654"/>
              <a:gd name="connsiteY68367" fmla="*/ 1857880 h 2398711"/>
              <a:gd name="connsiteX68368" fmla="*/ 504909 w 2119654"/>
              <a:gd name="connsiteY68368" fmla="*/ 1857273 h 2398711"/>
              <a:gd name="connsiteX68369" fmla="*/ 506934 w 2119654"/>
              <a:gd name="connsiteY68369" fmla="*/ 1850263 h 2398711"/>
              <a:gd name="connsiteX68370" fmla="*/ 507959 w 2119654"/>
              <a:gd name="connsiteY68370" fmla="*/ 1850672 h 2398711"/>
              <a:gd name="connsiteX68371" fmla="*/ 508053 w 2119654"/>
              <a:gd name="connsiteY68371" fmla="*/ 1850471 h 2398711"/>
              <a:gd name="connsiteX68372" fmla="*/ 507453 w 2119654"/>
              <a:gd name="connsiteY68372" fmla="*/ 1850102 h 2398711"/>
              <a:gd name="connsiteX68373" fmla="*/ 1177125 w 2119654"/>
              <a:gd name="connsiteY68373" fmla="*/ 349310 h 2398711"/>
              <a:gd name="connsiteX68374" fmla="*/ 1186896 w 2119654"/>
              <a:gd name="connsiteY68374" fmla="*/ 358954 h 2398711"/>
              <a:gd name="connsiteX68375" fmla="*/ 1187182 w 2119654"/>
              <a:gd name="connsiteY68375" fmla="*/ 358571 h 2398711"/>
              <a:gd name="connsiteX68376" fmla="*/ 1186256 w 2119654"/>
              <a:gd name="connsiteY68376" fmla="*/ 347465 h 2398711"/>
              <a:gd name="connsiteX68377" fmla="*/ 1182967 w 2119654"/>
              <a:gd name="connsiteY68377" fmla="*/ 342794 h 2398711"/>
              <a:gd name="connsiteX68378" fmla="*/ 1177148 w 2119654"/>
              <a:gd name="connsiteY68378" fmla="*/ 349284 h 2398711"/>
              <a:gd name="connsiteX68379" fmla="*/ 1165810 w 2119654"/>
              <a:gd name="connsiteY68379" fmla="*/ 374221 h 2398711"/>
              <a:gd name="connsiteX68380" fmla="*/ 1167603 w 2119654"/>
              <a:gd name="connsiteY68380" fmla="*/ 378011 h 2398711"/>
              <a:gd name="connsiteX68381" fmla="*/ 1167374 w 2119654"/>
              <a:gd name="connsiteY68381" fmla="*/ 375977 h 2398711"/>
              <a:gd name="connsiteX68382" fmla="*/ 448483 w 2119654"/>
              <a:gd name="connsiteY68382" fmla="*/ 1980444 h 2398711"/>
              <a:gd name="connsiteX68383" fmla="*/ 448397 w 2119654"/>
              <a:gd name="connsiteY68383" fmla="*/ 1982584 h 2398711"/>
              <a:gd name="connsiteX68384" fmla="*/ 451718 w 2119654"/>
              <a:gd name="connsiteY68384" fmla="*/ 1982087 h 2398711"/>
              <a:gd name="connsiteX68385" fmla="*/ 451775 w 2119654"/>
              <a:gd name="connsiteY68385" fmla="*/ 1981760 h 2398711"/>
              <a:gd name="connsiteX68386" fmla="*/ 448493 w 2119654"/>
              <a:gd name="connsiteY68386" fmla="*/ 1980447 h 2398711"/>
              <a:gd name="connsiteX68387" fmla="*/ 456861 w 2119654"/>
              <a:gd name="connsiteY68387" fmla="*/ 1961683 h 2398711"/>
              <a:gd name="connsiteX68388" fmla="*/ 473165 w 2119654"/>
              <a:gd name="connsiteY68388" fmla="*/ 1967306 h 2398711"/>
              <a:gd name="connsiteX68389" fmla="*/ 477882 w 2119654"/>
              <a:gd name="connsiteY68389" fmla="*/ 1966600 h 2398711"/>
              <a:gd name="connsiteX68390" fmla="*/ 479263 w 2119654"/>
              <a:gd name="connsiteY68390" fmla="*/ 1966184 h 2398711"/>
              <a:gd name="connsiteX68391" fmla="*/ 479376 w 2119654"/>
              <a:gd name="connsiteY68391" fmla="*/ 1966149 h 2398711"/>
              <a:gd name="connsiteX68392" fmla="*/ 491361 w 2119654"/>
              <a:gd name="connsiteY68392" fmla="*/ 1960512 h 2398711"/>
              <a:gd name="connsiteX68393" fmla="*/ 487063 w 2119654"/>
              <a:gd name="connsiteY68393" fmla="*/ 1960367 h 2398711"/>
              <a:gd name="connsiteX68394" fmla="*/ 486723 w 2119654"/>
              <a:gd name="connsiteY68394" fmla="*/ 1960080 h 2398711"/>
              <a:gd name="connsiteX68395" fmla="*/ 491899 w 2119654"/>
              <a:gd name="connsiteY68395" fmla="*/ 1960255 h 2398711"/>
              <a:gd name="connsiteX68396" fmla="*/ 493598 w 2119654"/>
              <a:gd name="connsiteY68396" fmla="*/ 1959427 h 2398711"/>
              <a:gd name="connsiteX68397" fmla="*/ 488429 w 2119654"/>
              <a:gd name="connsiteY68397" fmla="*/ 1956941 h 2398711"/>
              <a:gd name="connsiteX68398" fmla="*/ 467060 w 2119654"/>
              <a:gd name="connsiteY68398" fmla="*/ 1960666 h 2398711"/>
              <a:gd name="connsiteX68399" fmla="*/ 506398 w 2119654"/>
              <a:gd name="connsiteY68399" fmla="*/ 1850429 h 2398711"/>
              <a:gd name="connsiteX68400" fmla="*/ 507740 w 2119654"/>
              <a:gd name="connsiteY68400" fmla="*/ 1851146 h 2398711"/>
              <a:gd name="connsiteX68401" fmla="*/ 507837 w 2119654"/>
              <a:gd name="connsiteY68401" fmla="*/ 1850938 h 2398711"/>
              <a:gd name="connsiteX68402" fmla="*/ 506490 w 2119654"/>
              <a:gd name="connsiteY68402" fmla="*/ 1850400 h 2398711"/>
              <a:gd name="connsiteX68403" fmla="*/ 1127966 w 2119654"/>
              <a:gd name="connsiteY68403" fmla="*/ 458382 h 2398711"/>
              <a:gd name="connsiteX68404" fmla="*/ 1128095 w 2119654"/>
              <a:gd name="connsiteY68404" fmla="*/ 458959 h 2398711"/>
              <a:gd name="connsiteX68405" fmla="*/ 1128220 w 2119654"/>
              <a:gd name="connsiteY68405" fmla="*/ 458855 h 2398711"/>
              <a:gd name="connsiteX68406" fmla="*/ 1128295 w 2119654"/>
              <a:gd name="connsiteY68406" fmla="*/ 458681 h 2398711"/>
              <a:gd name="connsiteX68407" fmla="*/ 503311 w 2119654"/>
              <a:gd name="connsiteY68407" fmla="*/ 1857043 h 2398711"/>
              <a:gd name="connsiteX68408" fmla="*/ 503340 w 2119654"/>
              <a:gd name="connsiteY68408" fmla="*/ 1858628 h 2398711"/>
              <a:gd name="connsiteX68409" fmla="*/ 503921 w 2119654"/>
              <a:gd name="connsiteY68409" fmla="*/ 1858970 h 2398711"/>
              <a:gd name="connsiteX68410" fmla="*/ 504135 w 2119654"/>
              <a:gd name="connsiteY68410" fmla="*/ 1858950 h 2398711"/>
              <a:gd name="connsiteX68411" fmla="*/ 504437 w 2119654"/>
              <a:gd name="connsiteY68411" fmla="*/ 1858295 h 2398711"/>
              <a:gd name="connsiteX68412" fmla="*/ 503991 w 2119654"/>
              <a:gd name="connsiteY68412" fmla="*/ 1857141 h 2398711"/>
              <a:gd name="connsiteX68413" fmla="*/ 493877 w 2119654"/>
              <a:gd name="connsiteY68413" fmla="*/ 1877999 h 2398711"/>
              <a:gd name="connsiteX68414" fmla="*/ 495112 w 2119654"/>
              <a:gd name="connsiteY68414" fmla="*/ 1878476 h 2398711"/>
              <a:gd name="connsiteX68415" fmla="*/ 495441 w 2119654"/>
              <a:gd name="connsiteY68415" fmla="*/ 1877764 h 2398711"/>
              <a:gd name="connsiteX68416" fmla="*/ 1129478 w 2119654"/>
              <a:gd name="connsiteY68416" fmla="*/ 454653 h 2398711"/>
              <a:gd name="connsiteX68417" fmla="*/ 1129766 w 2119654"/>
              <a:gd name="connsiteY68417" fmla="*/ 455266 h 2398711"/>
              <a:gd name="connsiteX68418" fmla="*/ 1129847 w 2119654"/>
              <a:gd name="connsiteY68418" fmla="*/ 455079 h 2398711"/>
              <a:gd name="connsiteX68419" fmla="*/ 455959 w 2119654"/>
              <a:gd name="connsiteY68419" fmla="*/ 1961879 h 2398711"/>
              <a:gd name="connsiteX68420" fmla="*/ 454826 w 2119654"/>
              <a:gd name="connsiteY68420" fmla="*/ 1967857 h 2398711"/>
              <a:gd name="connsiteX68421" fmla="*/ 467551 w 2119654"/>
              <a:gd name="connsiteY68421" fmla="*/ 1968101 h 2398711"/>
              <a:gd name="connsiteX68422" fmla="*/ 470698 w 2119654"/>
              <a:gd name="connsiteY68422" fmla="*/ 1967675 h 2398711"/>
              <a:gd name="connsiteX68423" fmla="*/ 471659 w 2119654"/>
              <a:gd name="connsiteY68423" fmla="*/ 1967531 h 2398711"/>
              <a:gd name="connsiteX68424" fmla="*/ 1126255 w 2119654"/>
              <a:gd name="connsiteY68424" fmla="*/ 460883 h 2398711"/>
              <a:gd name="connsiteX68425" fmla="*/ 1126807 w 2119654"/>
              <a:gd name="connsiteY68425" fmla="*/ 462191 h 2398711"/>
              <a:gd name="connsiteX68426" fmla="*/ 1126841 w 2119654"/>
              <a:gd name="connsiteY68426" fmla="*/ 462055 h 2398711"/>
              <a:gd name="connsiteX68427" fmla="*/ 1127372 w 2119654"/>
              <a:gd name="connsiteY68427" fmla="*/ 460826 h 2398711"/>
              <a:gd name="connsiteX68428" fmla="*/ 1127249 w 2119654"/>
              <a:gd name="connsiteY68428" fmla="*/ 460055 h 2398711"/>
              <a:gd name="connsiteX68429" fmla="*/ 464310 w 2119654"/>
              <a:gd name="connsiteY68429" fmla="*/ 1943001 h 2398711"/>
              <a:gd name="connsiteX68430" fmla="*/ 470107 w 2119654"/>
              <a:gd name="connsiteY68430" fmla="*/ 1943275 h 2398711"/>
              <a:gd name="connsiteX68431" fmla="*/ 466534 w 2119654"/>
              <a:gd name="connsiteY68431" fmla="*/ 1942532 h 2398711"/>
              <a:gd name="connsiteX68432" fmla="*/ 1129967 w 2119654"/>
              <a:gd name="connsiteY68432" fmla="*/ 452074 h 2398711"/>
              <a:gd name="connsiteX68433" fmla="*/ 1130193 w 2119654"/>
              <a:gd name="connsiteY68433" fmla="*/ 454277 h 2398711"/>
              <a:gd name="connsiteX68434" fmla="*/ 1130719 w 2119654"/>
              <a:gd name="connsiteY68434" fmla="*/ 453055 h 2398711"/>
              <a:gd name="connsiteX68435" fmla="*/ 475353 w 2119654"/>
              <a:gd name="connsiteY68435" fmla="*/ 1917707 h 2398711"/>
              <a:gd name="connsiteX68436" fmla="*/ 478165 w 2119654"/>
              <a:gd name="connsiteY68436" fmla="*/ 1918950 h 2398711"/>
              <a:gd name="connsiteX68437" fmla="*/ 485041 w 2119654"/>
              <a:gd name="connsiteY68437" fmla="*/ 1919649 h 2398711"/>
              <a:gd name="connsiteX68438" fmla="*/ 484814 w 2119654"/>
              <a:gd name="connsiteY68438" fmla="*/ 1917271 h 2398711"/>
              <a:gd name="connsiteX68439" fmla="*/ 477760 w 2119654"/>
              <a:gd name="connsiteY68439" fmla="*/ 1917596 h 2398711"/>
              <a:gd name="connsiteX68440" fmla="*/ 477330 w 2119654"/>
              <a:gd name="connsiteY68440" fmla="*/ 1918562 h 2398711"/>
              <a:gd name="connsiteX68441" fmla="*/ 477242 w 2119654"/>
              <a:gd name="connsiteY68441" fmla="*/ 1918314 h 2398711"/>
              <a:gd name="connsiteX68442" fmla="*/ 477558 w 2119654"/>
              <a:gd name="connsiteY68442" fmla="*/ 1917605 h 2398711"/>
              <a:gd name="connsiteX68443" fmla="*/ 489607 w 2119654"/>
              <a:gd name="connsiteY68443" fmla="*/ 1885535 h 2398711"/>
              <a:gd name="connsiteX68444" fmla="*/ 489623 w 2119654"/>
              <a:gd name="connsiteY68444" fmla="*/ 1885567 h 2398711"/>
              <a:gd name="connsiteX68445" fmla="*/ 489682 w 2119654"/>
              <a:gd name="connsiteY68445" fmla="*/ 1885566 h 2398711"/>
              <a:gd name="connsiteX68446" fmla="*/ 1108134 w 2119654"/>
              <a:gd name="connsiteY68446" fmla="*/ 500129 h 2398711"/>
              <a:gd name="connsiteX68447" fmla="*/ 1108577 w 2119654"/>
              <a:gd name="connsiteY68447" fmla="*/ 501362 h 2398711"/>
              <a:gd name="connsiteX68448" fmla="*/ 1108921 w 2119654"/>
              <a:gd name="connsiteY68448" fmla="*/ 501099 h 2398711"/>
              <a:gd name="connsiteX68449" fmla="*/ 1108880 w 2119654"/>
              <a:gd name="connsiteY68449" fmla="*/ 500976 h 2398711"/>
              <a:gd name="connsiteX68450" fmla="*/ 1108241 w 2119654"/>
              <a:gd name="connsiteY68450" fmla="*/ 499958 h 2398711"/>
              <a:gd name="connsiteX68451" fmla="*/ 1165027 w 2119654"/>
              <a:gd name="connsiteY68451" fmla="*/ 372567 h 2398711"/>
              <a:gd name="connsiteX68452" fmla="*/ 1165390 w 2119654"/>
              <a:gd name="connsiteY68452" fmla="*/ 373335 h 2398711"/>
              <a:gd name="connsiteX68453" fmla="*/ 1167320 w 2119654"/>
              <a:gd name="connsiteY68453" fmla="*/ 375501 h 2398711"/>
              <a:gd name="connsiteX68454" fmla="*/ 1166800 w 2119654"/>
              <a:gd name="connsiteY68454" fmla="*/ 370895 h 2398711"/>
              <a:gd name="connsiteX68455" fmla="*/ 1125013 w 2119654"/>
              <a:gd name="connsiteY68455" fmla="*/ 461920 h 2398711"/>
              <a:gd name="connsiteX68456" fmla="*/ 1126023 w 2119654"/>
              <a:gd name="connsiteY68456" fmla="*/ 463848 h 2398711"/>
              <a:gd name="connsiteX68457" fmla="*/ 1126253 w 2119654"/>
              <a:gd name="connsiteY68457" fmla="*/ 463672 h 2398711"/>
              <a:gd name="connsiteX68458" fmla="*/ 1125383 w 2119654"/>
              <a:gd name="connsiteY68458" fmla="*/ 461611 h 2398711"/>
              <a:gd name="connsiteX68459" fmla="*/ 1135552 w 2119654"/>
              <a:gd name="connsiteY68459" fmla="*/ 438301 h 2398711"/>
              <a:gd name="connsiteX68460" fmla="*/ 1136295 w 2119654"/>
              <a:gd name="connsiteY68460" fmla="*/ 440120 h 2398711"/>
              <a:gd name="connsiteX68461" fmla="*/ 1136383 w 2119654"/>
              <a:gd name="connsiteY68461" fmla="*/ 439916 h 2398711"/>
              <a:gd name="connsiteX68462" fmla="*/ 448652 w 2119654"/>
              <a:gd name="connsiteY68462" fmla="*/ 1976243 h 2398711"/>
              <a:gd name="connsiteX68463" fmla="*/ 448558 w 2119654"/>
              <a:gd name="connsiteY68463" fmla="*/ 1978585 h 2398711"/>
              <a:gd name="connsiteX68464" fmla="*/ 452084 w 2119654"/>
              <a:gd name="connsiteY68464" fmla="*/ 1979995 h 2398711"/>
              <a:gd name="connsiteX68465" fmla="*/ 452424 w 2119654"/>
              <a:gd name="connsiteY68465" fmla="*/ 1978054 h 2398711"/>
              <a:gd name="connsiteX68466" fmla="*/ 449484 w 2119654"/>
              <a:gd name="connsiteY68466" fmla="*/ 1976356 h 2398711"/>
              <a:gd name="connsiteX68467" fmla="*/ 1106945 w 2119654"/>
              <a:gd name="connsiteY68467" fmla="*/ 502033 h 2398711"/>
              <a:gd name="connsiteX68468" fmla="*/ 1106882 w 2119654"/>
              <a:gd name="connsiteY68468" fmla="*/ 502304 h 2398711"/>
              <a:gd name="connsiteX68469" fmla="*/ 1107034 w 2119654"/>
              <a:gd name="connsiteY68469" fmla="*/ 502539 h 2398711"/>
              <a:gd name="connsiteX68470" fmla="*/ 1108277 w 2119654"/>
              <a:gd name="connsiteY68470" fmla="*/ 501591 h 2398711"/>
              <a:gd name="connsiteX68471" fmla="*/ 1107892 w 2119654"/>
              <a:gd name="connsiteY68471" fmla="*/ 500516 h 2398711"/>
              <a:gd name="connsiteX68472" fmla="*/ 1121186 w 2119654"/>
              <a:gd name="connsiteY68472" fmla="*/ 469423 h 2398711"/>
              <a:gd name="connsiteX68473" fmla="*/ 1122888 w 2119654"/>
              <a:gd name="connsiteY68473" fmla="*/ 475293 h 2398711"/>
              <a:gd name="connsiteX68474" fmla="*/ 1123931 w 2119654"/>
              <a:gd name="connsiteY68474" fmla="*/ 473671 h 2398711"/>
              <a:gd name="connsiteX68475" fmla="*/ 1125909 w 2119654"/>
              <a:gd name="connsiteY68475" fmla="*/ 465776 h 2398711"/>
              <a:gd name="connsiteX68476" fmla="*/ 1121529 w 2119654"/>
              <a:gd name="connsiteY68476" fmla="*/ 469119 h 2398711"/>
              <a:gd name="connsiteX68477" fmla="*/ 1163997 w 2119654"/>
              <a:gd name="connsiteY68477" fmla="*/ 373538 h 2398711"/>
              <a:gd name="connsiteX68478" fmla="*/ 1165347 w 2119654"/>
              <a:gd name="connsiteY68478" fmla="*/ 389709 h 2398711"/>
              <a:gd name="connsiteX68479" fmla="*/ 1168417 w 2119654"/>
              <a:gd name="connsiteY68479" fmla="*/ 385220 h 2398711"/>
              <a:gd name="connsiteX68480" fmla="*/ 1167685 w 2119654"/>
              <a:gd name="connsiteY68480" fmla="*/ 378731 h 2398711"/>
              <a:gd name="connsiteX68481" fmla="*/ 1165256 w 2119654"/>
              <a:gd name="connsiteY68481" fmla="*/ 373599 h 2398711"/>
              <a:gd name="connsiteX68482" fmla="*/ 1164651 w 2119654"/>
              <a:gd name="connsiteY68482" fmla="*/ 372922 h 2398711"/>
              <a:gd name="connsiteX68483" fmla="*/ 1133913 w 2119654"/>
              <a:gd name="connsiteY68483" fmla="*/ 440554 h 2398711"/>
              <a:gd name="connsiteX68484" fmla="*/ 1134779 w 2119654"/>
              <a:gd name="connsiteY68484" fmla="*/ 443639 h 2398711"/>
              <a:gd name="connsiteX68485" fmla="*/ 1135416 w 2119654"/>
              <a:gd name="connsiteY68485" fmla="*/ 442161 h 2398711"/>
              <a:gd name="connsiteX68486" fmla="*/ 1107531 w 2119654"/>
              <a:gd name="connsiteY68486" fmla="*/ 499512 h 2398711"/>
              <a:gd name="connsiteX68487" fmla="*/ 1107413 w 2119654"/>
              <a:gd name="connsiteY68487" fmla="*/ 500019 h 2398711"/>
              <a:gd name="connsiteX68488" fmla="*/ 1107604 w 2119654"/>
              <a:gd name="connsiteY68488" fmla="*/ 499714 h 2398711"/>
              <a:gd name="connsiteX68489" fmla="*/ 1110885 w 2119654"/>
              <a:gd name="connsiteY68489" fmla="*/ 491425 h 2398711"/>
              <a:gd name="connsiteX68490" fmla="*/ 1110817 w 2119654"/>
              <a:gd name="connsiteY68490" fmla="*/ 491586 h 2398711"/>
              <a:gd name="connsiteX68491" fmla="*/ 1111666 w 2119654"/>
              <a:gd name="connsiteY68491" fmla="*/ 493209 h 2398711"/>
              <a:gd name="connsiteX68492" fmla="*/ 1111836 w 2119654"/>
              <a:gd name="connsiteY68492" fmla="*/ 492937 h 2398711"/>
              <a:gd name="connsiteX68493" fmla="*/ 488454 w 2119654"/>
              <a:gd name="connsiteY68493" fmla="*/ 1885060 h 2398711"/>
              <a:gd name="connsiteX68494" fmla="*/ 488585 w 2119654"/>
              <a:gd name="connsiteY68494" fmla="*/ 1885601 h 2398711"/>
              <a:gd name="connsiteX68495" fmla="*/ 489040 w 2119654"/>
              <a:gd name="connsiteY68495" fmla="*/ 1885586 h 2398711"/>
              <a:gd name="connsiteX68496" fmla="*/ 488871 w 2119654"/>
              <a:gd name="connsiteY68496" fmla="*/ 1885232 h 2398711"/>
              <a:gd name="connsiteX68497" fmla="*/ 1111939 w 2119654"/>
              <a:gd name="connsiteY68497" fmla="*/ 488924 h 2398711"/>
              <a:gd name="connsiteX68498" fmla="*/ 1111580 w 2119654"/>
              <a:gd name="connsiteY68498" fmla="*/ 489775 h 2398711"/>
              <a:gd name="connsiteX68499" fmla="*/ 1112622 w 2119654"/>
              <a:gd name="connsiteY68499" fmla="*/ 491432 h 2398711"/>
              <a:gd name="connsiteX68500" fmla="*/ 1112742 w 2119654"/>
              <a:gd name="connsiteY68500" fmla="*/ 489639 h 2398711"/>
              <a:gd name="connsiteX68501" fmla="*/ 1112951 w 2119654"/>
              <a:gd name="connsiteY68501" fmla="*/ 486520 h 2398711"/>
              <a:gd name="connsiteX68502" fmla="*/ 1112244 w 2119654"/>
              <a:gd name="connsiteY68502" fmla="*/ 488199 h 2398711"/>
              <a:gd name="connsiteX68503" fmla="*/ 1112805 w 2119654"/>
              <a:gd name="connsiteY68503" fmla="*/ 488698 h 2398711"/>
              <a:gd name="connsiteX68504" fmla="*/ 462170 w 2119654"/>
              <a:gd name="connsiteY68504" fmla="*/ 1943453 h 2398711"/>
              <a:gd name="connsiteX68505" fmla="*/ 471326 w 2119654"/>
              <a:gd name="connsiteY68505" fmla="*/ 1947837 h 2398711"/>
              <a:gd name="connsiteX68506" fmla="*/ 483635 w 2119654"/>
              <a:gd name="connsiteY68506" fmla="*/ 1949815 h 2398711"/>
              <a:gd name="connsiteX68507" fmla="*/ 485901 w 2119654"/>
              <a:gd name="connsiteY68507" fmla="*/ 1950012 h 2398711"/>
              <a:gd name="connsiteX68508" fmla="*/ 487615 w 2119654"/>
              <a:gd name="connsiteY68508" fmla="*/ 1949298 h 2398711"/>
              <a:gd name="connsiteX68509" fmla="*/ 488138 w 2119654"/>
              <a:gd name="connsiteY68509" fmla="*/ 1949072 h 2398711"/>
              <a:gd name="connsiteX68510" fmla="*/ 487909 w 2119654"/>
              <a:gd name="connsiteY68510" fmla="*/ 1946978 h 2398711"/>
              <a:gd name="connsiteX68511" fmla="*/ 473833 w 2119654"/>
              <a:gd name="connsiteY68511" fmla="*/ 1944050 h 2398711"/>
              <a:gd name="connsiteX68512" fmla="*/ 469525 w 2119654"/>
              <a:gd name="connsiteY68512" fmla="*/ 1943847 h 2398711"/>
              <a:gd name="connsiteX68513" fmla="*/ 462370 w 2119654"/>
              <a:gd name="connsiteY68513" fmla="*/ 1943411 h 2398711"/>
              <a:gd name="connsiteX68514" fmla="*/ 1163873 w 2119654"/>
              <a:gd name="connsiteY68514" fmla="*/ 372048 h 2398711"/>
              <a:gd name="connsiteX68515" fmla="*/ 1163961 w 2119654"/>
              <a:gd name="connsiteY68515" fmla="*/ 373111 h 2398711"/>
              <a:gd name="connsiteX68516" fmla="*/ 1164428 w 2119654"/>
              <a:gd name="connsiteY68516" fmla="*/ 372671 h 2398711"/>
              <a:gd name="connsiteX68517" fmla="*/ 457523 w 2119654"/>
              <a:gd name="connsiteY68517" fmla="*/ 1953623 h 2398711"/>
              <a:gd name="connsiteX68518" fmla="*/ 456402 w 2119654"/>
              <a:gd name="connsiteY68518" fmla="*/ 1959541 h 2398711"/>
              <a:gd name="connsiteX68519" fmla="*/ 483879 w 2119654"/>
              <a:gd name="connsiteY68519" fmla="*/ 1954752 h 2398711"/>
              <a:gd name="connsiteX68520" fmla="*/ 482162 w 2119654"/>
              <a:gd name="connsiteY68520" fmla="*/ 1953926 h 2398711"/>
              <a:gd name="connsiteX68521" fmla="*/ 477125 w 2119654"/>
              <a:gd name="connsiteY68521" fmla="*/ 1953864 h 2398711"/>
              <a:gd name="connsiteX68522" fmla="*/ 469861 w 2119654"/>
              <a:gd name="connsiteY68522" fmla="*/ 1956895 h 2398711"/>
              <a:gd name="connsiteX68523" fmla="*/ 469589 w 2119654"/>
              <a:gd name="connsiteY68523" fmla="*/ 1956819 h 2398711"/>
              <a:gd name="connsiteX68524" fmla="*/ 476683 w 2119654"/>
              <a:gd name="connsiteY68524" fmla="*/ 1953859 h 2398711"/>
              <a:gd name="connsiteX68525" fmla="*/ 1157907 w 2119654"/>
              <a:gd name="connsiteY68525" fmla="*/ 385185 h 2398711"/>
              <a:gd name="connsiteX68526" fmla="*/ 1161911 w 2119654"/>
              <a:gd name="connsiteY68526" fmla="*/ 394729 h 2398711"/>
              <a:gd name="connsiteX68527" fmla="*/ 1162163 w 2119654"/>
              <a:gd name="connsiteY68527" fmla="*/ 394360 h 2398711"/>
              <a:gd name="connsiteX68528" fmla="*/ 1161638 w 2119654"/>
              <a:gd name="connsiteY68528" fmla="*/ 392434 h 2398711"/>
              <a:gd name="connsiteX68529" fmla="*/ 1126975 w 2119654"/>
              <a:gd name="connsiteY68529" fmla="*/ 453944 h 2398711"/>
              <a:gd name="connsiteX68530" fmla="*/ 1127323 w 2119654"/>
              <a:gd name="connsiteY68530" fmla="*/ 455503 h 2398711"/>
              <a:gd name="connsiteX68531" fmla="*/ 1129006 w 2119654"/>
              <a:gd name="connsiteY68531" fmla="*/ 457031 h 2398711"/>
              <a:gd name="connsiteX68532" fmla="*/ 1129023 w 2119654"/>
              <a:gd name="connsiteY68532" fmla="*/ 456992 h 2398711"/>
              <a:gd name="connsiteX68533" fmla="*/ 500283 w 2119654"/>
              <a:gd name="connsiteY68533" fmla="*/ 1856606 h 2398711"/>
              <a:gd name="connsiteX68534" fmla="*/ 500393 w 2119654"/>
              <a:gd name="connsiteY68534" fmla="*/ 1856894 h 2398711"/>
              <a:gd name="connsiteX68535" fmla="*/ 500582 w 2119654"/>
              <a:gd name="connsiteY68535" fmla="*/ 1857005 h 2398711"/>
              <a:gd name="connsiteX68536" fmla="*/ 500549 w 2119654"/>
              <a:gd name="connsiteY68536" fmla="*/ 1856644 h 2398711"/>
              <a:gd name="connsiteX68537" fmla="*/ 488104 w 2119654"/>
              <a:gd name="connsiteY68537" fmla="*/ 1883624 h 2398711"/>
              <a:gd name="connsiteX68538" fmla="*/ 488395 w 2119654"/>
              <a:gd name="connsiteY68538" fmla="*/ 1884817 h 2398711"/>
              <a:gd name="connsiteX68539" fmla="*/ 488744 w 2119654"/>
              <a:gd name="connsiteY68539" fmla="*/ 1884966 h 2398711"/>
              <a:gd name="connsiteX68540" fmla="*/ 462330 w 2119654"/>
              <a:gd name="connsiteY68540" fmla="*/ 1941254 h 2398711"/>
              <a:gd name="connsiteX68541" fmla="*/ 466941 w 2119654"/>
              <a:gd name="connsiteY68541" fmla="*/ 1942213 h 2398711"/>
              <a:gd name="connsiteX68542" fmla="*/ 486898 w 2119654"/>
              <a:gd name="connsiteY68542" fmla="*/ 1937723 h 2398711"/>
              <a:gd name="connsiteX68543" fmla="*/ 486846 w 2119654"/>
              <a:gd name="connsiteY68543" fmla="*/ 1937249 h 2398711"/>
              <a:gd name="connsiteX68544" fmla="*/ 472034 w 2119654"/>
              <a:gd name="connsiteY68544" fmla="*/ 1939750 h 2398711"/>
              <a:gd name="connsiteX68545" fmla="*/ 1163734 w 2119654"/>
              <a:gd name="connsiteY68545" fmla="*/ 370386 h 2398711"/>
              <a:gd name="connsiteX68546" fmla="*/ 1163835 w 2119654"/>
              <a:gd name="connsiteY68546" fmla="*/ 371589 h 2398711"/>
              <a:gd name="connsiteX68547" fmla="*/ 1164629 w 2119654"/>
              <a:gd name="connsiteY68547" fmla="*/ 372482 h 2398711"/>
              <a:gd name="connsiteX68548" fmla="*/ 1164697 w 2119654"/>
              <a:gd name="connsiteY68548" fmla="*/ 372418 h 2398711"/>
              <a:gd name="connsiteX68549" fmla="*/ 448865 w 2119654"/>
              <a:gd name="connsiteY68549" fmla="*/ 1970945 h 2398711"/>
              <a:gd name="connsiteX68550" fmla="*/ 448699 w 2119654"/>
              <a:gd name="connsiteY68550" fmla="*/ 1975077 h 2398711"/>
              <a:gd name="connsiteX68551" fmla="*/ 448850 w 2119654"/>
              <a:gd name="connsiteY68551" fmla="*/ 1975165 h 2398711"/>
              <a:gd name="connsiteX68552" fmla="*/ 452836 w 2119654"/>
              <a:gd name="connsiteY68552" fmla="*/ 1975705 h 2398711"/>
              <a:gd name="connsiteX68553" fmla="*/ 452947 w 2119654"/>
              <a:gd name="connsiteY68553" fmla="*/ 1975070 h 2398711"/>
              <a:gd name="connsiteX68554" fmla="*/ 453857 w 2119654"/>
              <a:gd name="connsiteY68554" fmla="*/ 1970268 h 2398711"/>
              <a:gd name="connsiteX68555" fmla="*/ 471469 w 2119654"/>
              <a:gd name="connsiteY68555" fmla="*/ 1920262 h 2398711"/>
              <a:gd name="connsiteX68556" fmla="*/ 477718 w 2119654"/>
              <a:gd name="connsiteY68556" fmla="*/ 1923139 h 2398711"/>
              <a:gd name="connsiteX68557" fmla="*/ 485715 w 2119654"/>
              <a:gd name="connsiteY68557" fmla="*/ 1926691 h 2398711"/>
              <a:gd name="connsiteX68558" fmla="*/ 485353 w 2119654"/>
              <a:gd name="connsiteY68558" fmla="*/ 1922905 h 2398711"/>
              <a:gd name="connsiteX68559" fmla="*/ 458235 w 2119654"/>
              <a:gd name="connsiteY68559" fmla="*/ 1949860 h 2398711"/>
              <a:gd name="connsiteX68560" fmla="*/ 457583 w 2119654"/>
              <a:gd name="connsiteY68560" fmla="*/ 1953301 h 2398711"/>
              <a:gd name="connsiteX68561" fmla="*/ 460228 w 2119654"/>
              <a:gd name="connsiteY68561" fmla="*/ 1953333 h 2398711"/>
              <a:gd name="connsiteX68562" fmla="*/ 478006 w 2119654"/>
              <a:gd name="connsiteY68562" fmla="*/ 1953306 h 2398711"/>
              <a:gd name="connsiteX68563" fmla="*/ 479051 w 2119654"/>
              <a:gd name="connsiteY68563" fmla="*/ 1952871 h 2398711"/>
              <a:gd name="connsiteX68564" fmla="*/ 463319 w 2119654"/>
              <a:gd name="connsiteY68564" fmla="*/ 1950161 h 2398711"/>
              <a:gd name="connsiteX68565" fmla="*/ 499781 w 2119654"/>
              <a:gd name="connsiteY68565" fmla="*/ 1856533 h 2398711"/>
              <a:gd name="connsiteX68566" fmla="*/ 499889 w 2119654"/>
              <a:gd name="connsiteY68566" fmla="*/ 1856597 h 2398711"/>
              <a:gd name="connsiteX68567" fmla="*/ 499870 w 2119654"/>
              <a:gd name="connsiteY68567" fmla="*/ 1856546 h 2398711"/>
              <a:gd name="connsiteX68568" fmla="*/ 1109980 w 2119654"/>
              <a:gd name="connsiteY68568" fmla="*/ 489984 h 2398711"/>
              <a:gd name="connsiteX68569" fmla="*/ 1110685 w 2119654"/>
              <a:gd name="connsiteY68569" fmla="*/ 491332 h 2398711"/>
              <a:gd name="connsiteX68570" fmla="*/ 1110742 w 2119654"/>
              <a:gd name="connsiteY68570" fmla="*/ 491195 h 2398711"/>
              <a:gd name="connsiteX68571" fmla="*/ 1149661 w 2119654"/>
              <a:gd name="connsiteY68571" fmla="*/ 401041 h 2398711"/>
              <a:gd name="connsiteX68572" fmla="*/ 1150525 w 2119654"/>
              <a:gd name="connsiteY68572" fmla="*/ 408879 h 2398711"/>
              <a:gd name="connsiteX68573" fmla="*/ 1152081 w 2119654"/>
              <a:gd name="connsiteY68573" fmla="*/ 410737 h 2398711"/>
              <a:gd name="connsiteX68574" fmla="*/ 1155209 w 2119654"/>
              <a:gd name="connsiteY68574" fmla="*/ 405360 h 2398711"/>
              <a:gd name="connsiteX68575" fmla="*/ 490431 w 2119654"/>
              <a:gd name="connsiteY68575" fmla="*/ 1876669 h 2398711"/>
              <a:gd name="connsiteX68576" fmla="*/ 493424 w 2119654"/>
              <a:gd name="connsiteY68576" fmla="*/ 1877824 h 2398711"/>
              <a:gd name="connsiteX68577" fmla="*/ 495049 w 2119654"/>
              <a:gd name="connsiteY68577" fmla="*/ 1877580 h 2398711"/>
              <a:gd name="connsiteX68578" fmla="*/ 491992 w 2119654"/>
              <a:gd name="connsiteY68578" fmla="*/ 1876355 h 2398711"/>
              <a:gd name="connsiteX68579" fmla="*/ 491723 w 2119654"/>
              <a:gd name="connsiteY68579" fmla="*/ 1876220 h 2398711"/>
              <a:gd name="connsiteX68580" fmla="*/ 499949 w 2119654"/>
              <a:gd name="connsiteY68580" fmla="*/ 1855105 h 2398711"/>
              <a:gd name="connsiteX68581" fmla="*/ 500414 w 2119654"/>
              <a:gd name="connsiteY68581" fmla="*/ 1855172 h 2398711"/>
              <a:gd name="connsiteX68582" fmla="*/ 500395 w 2119654"/>
              <a:gd name="connsiteY68582" fmla="*/ 1854964 h 2398711"/>
              <a:gd name="connsiteX68583" fmla="*/ 1120181 w 2119654"/>
              <a:gd name="connsiteY68583" fmla="*/ 465953 h 2398711"/>
              <a:gd name="connsiteX68584" fmla="*/ 1120739 w 2119654"/>
              <a:gd name="connsiteY68584" fmla="*/ 467879 h 2398711"/>
              <a:gd name="connsiteX68585" fmla="*/ 1120895 w 2119654"/>
              <a:gd name="connsiteY68585" fmla="*/ 467761 h 2398711"/>
              <a:gd name="connsiteX68586" fmla="*/ 1121082 w 2119654"/>
              <a:gd name="connsiteY68586" fmla="*/ 467332 h 2398711"/>
              <a:gd name="connsiteX68587" fmla="*/ 1121223 w 2119654"/>
              <a:gd name="connsiteY68587" fmla="*/ 467258 h 2398711"/>
              <a:gd name="connsiteX68588" fmla="*/ 1121058 w 2119654"/>
              <a:gd name="connsiteY68588" fmla="*/ 467636 h 2398711"/>
              <a:gd name="connsiteX68589" fmla="*/ 1125265 w 2119654"/>
              <a:gd name="connsiteY68589" fmla="*/ 464426 h 2398711"/>
              <a:gd name="connsiteX68590" fmla="*/ 1124275 w 2119654"/>
              <a:gd name="connsiteY68590" fmla="*/ 462536 h 2398711"/>
              <a:gd name="connsiteX68591" fmla="*/ 448957 w 2119654"/>
              <a:gd name="connsiteY68591" fmla="*/ 1968653 h 2398711"/>
              <a:gd name="connsiteX68592" fmla="*/ 448877 w 2119654"/>
              <a:gd name="connsiteY68592" fmla="*/ 1970634 h 2398711"/>
              <a:gd name="connsiteX68593" fmla="*/ 453917 w 2119654"/>
              <a:gd name="connsiteY68593" fmla="*/ 1969951 h 2398711"/>
              <a:gd name="connsiteX68594" fmla="*/ 454144 w 2119654"/>
              <a:gd name="connsiteY68594" fmla="*/ 1968752 h 2398711"/>
              <a:gd name="connsiteX68595" fmla="*/ 1095724 w 2119654"/>
              <a:gd name="connsiteY68595" fmla="*/ 519999 h 2398711"/>
              <a:gd name="connsiteX68596" fmla="*/ 1095897 w 2119654"/>
              <a:gd name="connsiteY68596" fmla="*/ 520810 h 2398711"/>
              <a:gd name="connsiteX68597" fmla="*/ 1096164 w 2119654"/>
              <a:gd name="connsiteY68597" fmla="*/ 519663 h 2398711"/>
              <a:gd name="connsiteX68598" fmla="*/ 1096071 w 2119654"/>
              <a:gd name="connsiteY68598" fmla="*/ 519443 h 2398711"/>
              <a:gd name="connsiteX68599" fmla="*/ 1166437 w 2119654"/>
              <a:gd name="connsiteY68599" fmla="*/ 361558 h 2398711"/>
              <a:gd name="connsiteX68600" fmla="*/ 1167358 w 2119654"/>
              <a:gd name="connsiteY68600" fmla="*/ 369910 h 2398711"/>
              <a:gd name="connsiteX68601" fmla="*/ 1173083 w 2119654"/>
              <a:gd name="connsiteY68601" fmla="*/ 364514 h 2398711"/>
              <a:gd name="connsiteX68602" fmla="*/ 1173622 w 2119654"/>
              <a:gd name="connsiteY68602" fmla="*/ 364467 h 2398711"/>
              <a:gd name="connsiteX68603" fmla="*/ 1167404 w 2119654"/>
              <a:gd name="connsiteY68603" fmla="*/ 370328 h 2398711"/>
              <a:gd name="connsiteX68604" fmla="*/ 1168066 w 2119654"/>
              <a:gd name="connsiteY68604" fmla="*/ 376339 h 2398711"/>
              <a:gd name="connsiteX68605" fmla="*/ 1171703 w 2119654"/>
              <a:gd name="connsiteY68605" fmla="*/ 380418 h 2398711"/>
              <a:gd name="connsiteX68606" fmla="*/ 1180654 w 2119654"/>
              <a:gd name="connsiteY68606" fmla="*/ 367336 h 2398711"/>
              <a:gd name="connsiteX68607" fmla="*/ 1186493 w 2119654"/>
              <a:gd name="connsiteY68607" fmla="*/ 359494 h 2398711"/>
              <a:gd name="connsiteX68608" fmla="*/ 1176684 w 2119654"/>
              <a:gd name="connsiteY68608" fmla="*/ 349815 h 2398711"/>
              <a:gd name="connsiteX68609" fmla="*/ 499526 w 2119654"/>
              <a:gd name="connsiteY68609" fmla="*/ 1854534 h 2398711"/>
              <a:gd name="connsiteX68610" fmla="*/ 499577 w 2119654"/>
              <a:gd name="connsiteY68610" fmla="*/ 1854685 h 2398711"/>
              <a:gd name="connsiteX68611" fmla="*/ 499790 w 2119654"/>
              <a:gd name="connsiteY68611" fmla="*/ 1854618 h 2398711"/>
              <a:gd name="connsiteX68612" fmla="*/ 1126320 w 2119654"/>
              <a:gd name="connsiteY68612" fmla="*/ 451012 h 2398711"/>
              <a:gd name="connsiteX68613" fmla="*/ 1126380 w 2119654"/>
              <a:gd name="connsiteY68613" fmla="*/ 451280 h 2398711"/>
              <a:gd name="connsiteX68614" fmla="*/ 1128262 w 2119654"/>
              <a:gd name="connsiteY68614" fmla="*/ 453736 h 2398711"/>
              <a:gd name="connsiteX68615" fmla="*/ 1127863 w 2119654"/>
              <a:gd name="connsiteY68615" fmla="*/ 452791 h 2398711"/>
              <a:gd name="connsiteX68616" fmla="*/ 1094379 w 2119654"/>
              <a:gd name="connsiteY68616" fmla="*/ 522152 h 2398711"/>
              <a:gd name="connsiteX68617" fmla="*/ 1095528 w 2119654"/>
              <a:gd name="connsiteY68617" fmla="*/ 522393 h 2398711"/>
              <a:gd name="connsiteX68618" fmla="*/ 1095804 w 2119654"/>
              <a:gd name="connsiteY68618" fmla="*/ 521207 h 2398711"/>
              <a:gd name="connsiteX68619" fmla="*/ 1095603 w 2119654"/>
              <a:gd name="connsiteY68619" fmla="*/ 520193 h 2398711"/>
              <a:gd name="connsiteX68620" fmla="*/ 1109972 w 2119654"/>
              <a:gd name="connsiteY68620" fmla="*/ 487174 h 2398711"/>
              <a:gd name="connsiteX68621" fmla="*/ 1109971 w 2119654"/>
              <a:gd name="connsiteY68621" fmla="*/ 487187 h 2398711"/>
              <a:gd name="connsiteX68622" fmla="*/ 1110014 w 2119654"/>
              <a:gd name="connsiteY68622" fmla="*/ 487284 h 2398711"/>
              <a:gd name="connsiteX68623" fmla="*/ 1111436 w 2119654"/>
              <a:gd name="connsiteY68623" fmla="*/ 489546 h 2398711"/>
              <a:gd name="connsiteX68624" fmla="*/ 1111763 w 2119654"/>
              <a:gd name="connsiteY68624" fmla="*/ 488769 h 2398711"/>
              <a:gd name="connsiteX68625" fmla="*/ 1158327 w 2119654"/>
              <a:gd name="connsiteY68625" fmla="*/ 378881 h 2398711"/>
              <a:gd name="connsiteX68626" fmla="*/ 1159599 w 2119654"/>
              <a:gd name="connsiteY68626" fmla="*/ 383310 h 2398711"/>
              <a:gd name="connsiteX68627" fmla="*/ 1162799 w 2119654"/>
              <a:gd name="connsiteY68627" fmla="*/ 389525 h 2398711"/>
              <a:gd name="connsiteX68628" fmla="*/ 1163075 w 2119654"/>
              <a:gd name="connsiteY68628" fmla="*/ 382018 h 2398711"/>
              <a:gd name="connsiteX68629" fmla="*/ 1162486 w 2119654"/>
              <a:gd name="connsiteY68629" fmla="*/ 374962 h 2398711"/>
              <a:gd name="connsiteX68630" fmla="*/ 459336 w 2119654"/>
              <a:gd name="connsiteY68630" fmla="*/ 1944050 h 2398711"/>
              <a:gd name="connsiteX68631" fmla="*/ 458994 w 2119654"/>
              <a:gd name="connsiteY68631" fmla="*/ 1945855 h 2398711"/>
              <a:gd name="connsiteX68632" fmla="*/ 468590 w 2119654"/>
              <a:gd name="connsiteY68632" fmla="*/ 1947397 h 2398711"/>
              <a:gd name="connsiteX68633" fmla="*/ 460933 w 2119654"/>
              <a:gd name="connsiteY68633" fmla="*/ 1943714 h 2398711"/>
              <a:gd name="connsiteX68634" fmla="*/ 459490 w 2119654"/>
              <a:gd name="connsiteY68634" fmla="*/ 1943234 h 2398711"/>
              <a:gd name="connsiteX68635" fmla="*/ 459381 w 2119654"/>
              <a:gd name="connsiteY68635" fmla="*/ 1943810 h 2398711"/>
              <a:gd name="connsiteX68636" fmla="*/ 460600 w 2119654"/>
              <a:gd name="connsiteY68636" fmla="*/ 1943553 h 2398711"/>
              <a:gd name="connsiteX68637" fmla="*/ 460002 w 2119654"/>
              <a:gd name="connsiteY68637" fmla="*/ 1943266 h 2398711"/>
              <a:gd name="connsiteX68638" fmla="*/ 1157649 w 2119654"/>
              <a:gd name="connsiteY68638" fmla="*/ 379520 h 2398711"/>
              <a:gd name="connsiteX68639" fmla="*/ 1158641 w 2119654"/>
              <a:gd name="connsiteY68639" fmla="*/ 381448 h 2398711"/>
              <a:gd name="connsiteX68640" fmla="*/ 1158020 w 2119654"/>
              <a:gd name="connsiteY68640" fmla="*/ 379171 h 2398711"/>
              <a:gd name="connsiteX68641" fmla="*/ 1095391 w 2119654"/>
              <a:gd name="connsiteY68641" fmla="*/ 518433 h 2398711"/>
              <a:gd name="connsiteX68642" fmla="*/ 1095523 w 2119654"/>
              <a:gd name="connsiteY68642" fmla="*/ 519055 h 2398711"/>
              <a:gd name="connsiteX68643" fmla="*/ 1095754 w 2119654"/>
              <a:gd name="connsiteY68643" fmla="*/ 518686 h 2398711"/>
              <a:gd name="connsiteX68644" fmla="*/ 1095578 w 2119654"/>
              <a:gd name="connsiteY68644" fmla="*/ 518268 h 2398711"/>
              <a:gd name="connsiteX68645" fmla="*/ 459791 w 2119654"/>
              <a:gd name="connsiteY68645" fmla="*/ 1941649 h 2398711"/>
              <a:gd name="connsiteX68646" fmla="*/ 459676 w 2119654"/>
              <a:gd name="connsiteY68646" fmla="*/ 1942258 h 2398711"/>
              <a:gd name="connsiteX68647" fmla="*/ 460889 w 2119654"/>
              <a:gd name="connsiteY68647" fmla="*/ 1942839 h 2398711"/>
              <a:gd name="connsiteX68648" fmla="*/ 463419 w 2119654"/>
              <a:gd name="connsiteY68648" fmla="*/ 1942959 h 2398711"/>
              <a:gd name="connsiteX68649" fmla="*/ 465985 w 2119654"/>
              <a:gd name="connsiteY68649" fmla="*/ 1942418 h 2398711"/>
              <a:gd name="connsiteX68650" fmla="*/ 464190 w 2119654"/>
              <a:gd name="connsiteY68650" fmla="*/ 1942044 h 2398711"/>
              <a:gd name="connsiteX68651" fmla="*/ 461331 w 2119654"/>
              <a:gd name="connsiteY68651" fmla="*/ 1941410 h 2398711"/>
              <a:gd name="connsiteX68652" fmla="*/ 459897 w 2119654"/>
              <a:gd name="connsiteY68652" fmla="*/ 1941091 h 2398711"/>
              <a:gd name="connsiteX68653" fmla="*/ 459853 w 2119654"/>
              <a:gd name="connsiteY68653" fmla="*/ 1941319 h 2398711"/>
              <a:gd name="connsiteX68654" fmla="*/ 460462 w 2119654"/>
              <a:gd name="connsiteY68654" fmla="*/ 1941216 h 2398711"/>
              <a:gd name="connsiteX68655" fmla="*/ 487194 w 2119654"/>
              <a:gd name="connsiteY68655" fmla="*/ 1879874 h 2398711"/>
              <a:gd name="connsiteX68656" fmla="*/ 487489 w 2119654"/>
              <a:gd name="connsiteY68656" fmla="*/ 1881089 h 2398711"/>
              <a:gd name="connsiteX68657" fmla="*/ 489486 w 2119654"/>
              <a:gd name="connsiteY68657" fmla="*/ 1885281 h 2398711"/>
              <a:gd name="connsiteX68658" fmla="*/ 490123 w 2119654"/>
              <a:gd name="connsiteY68658" fmla="*/ 1885551 h 2398711"/>
              <a:gd name="connsiteX68659" fmla="*/ 491868 w 2119654"/>
              <a:gd name="connsiteY68659" fmla="*/ 1885495 h 2398711"/>
              <a:gd name="connsiteX68660" fmla="*/ 493851 w 2119654"/>
              <a:gd name="connsiteY68660" fmla="*/ 1881205 h 2398711"/>
              <a:gd name="connsiteX68661" fmla="*/ 1163298 w 2119654"/>
              <a:gd name="connsiteY68661" fmla="*/ 365155 h 2398711"/>
              <a:gd name="connsiteX68662" fmla="*/ 1163679 w 2119654"/>
              <a:gd name="connsiteY68662" fmla="*/ 369719 h 2398711"/>
              <a:gd name="connsiteX68663" fmla="*/ 1164876 w 2119654"/>
              <a:gd name="connsiteY68663" fmla="*/ 372248 h 2398711"/>
              <a:gd name="connsiteX68664" fmla="*/ 1166755 w 2119654"/>
              <a:gd name="connsiteY68664" fmla="*/ 370478 h 2398711"/>
              <a:gd name="connsiteX68665" fmla="*/ 1165826 w 2119654"/>
              <a:gd name="connsiteY68665" fmla="*/ 362258 h 2398711"/>
              <a:gd name="connsiteX68666" fmla="*/ 486990 w 2119654"/>
              <a:gd name="connsiteY68666" fmla="*/ 1879035 h 2398711"/>
              <a:gd name="connsiteX68667" fmla="*/ 487107 w 2119654"/>
              <a:gd name="connsiteY68667" fmla="*/ 1879515 h 2398711"/>
              <a:gd name="connsiteX68668" fmla="*/ 493995 w 2119654"/>
              <a:gd name="connsiteY68668" fmla="*/ 1880891 h 2398711"/>
              <a:gd name="connsiteX68669" fmla="*/ 494869 w 2119654"/>
              <a:gd name="connsiteY68669" fmla="*/ 1879002 h 2398711"/>
              <a:gd name="connsiteX68670" fmla="*/ 492783 w 2119654"/>
              <a:gd name="connsiteY68670" fmla="*/ 1878163 h 2398711"/>
              <a:gd name="connsiteX68671" fmla="*/ 503052 w 2119654"/>
              <a:gd name="connsiteY68671" fmla="*/ 1843040 h 2398711"/>
              <a:gd name="connsiteX68672" fmla="*/ 503065 w 2119654"/>
              <a:gd name="connsiteY68672" fmla="*/ 1843768 h 2398711"/>
              <a:gd name="connsiteX68673" fmla="*/ 504969 w 2119654"/>
              <a:gd name="connsiteY68673" fmla="*/ 1844937 h 2398711"/>
              <a:gd name="connsiteX68674" fmla="*/ 504969 w 2119654"/>
              <a:gd name="connsiteY68674" fmla="*/ 1844938 h 2398711"/>
              <a:gd name="connsiteX68675" fmla="*/ 505018 w 2119654"/>
              <a:gd name="connsiteY68675" fmla="*/ 1844940 h 2398711"/>
              <a:gd name="connsiteX68676" fmla="*/ 503651 w 2119654"/>
              <a:gd name="connsiteY68676" fmla="*/ 1843075 h 2398711"/>
              <a:gd name="connsiteX68677" fmla="*/ 469023 w 2119654"/>
              <a:gd name="connsiteY68677" fmla="*/ 1919135 h 2398711"/>
              <a:gd name="connsiteX68678" fmla="*/ 470566 w 2119654"/>
              <a:gd name="connsiteY68678" fmla="*/ 1919846 h 2398711"/>
              <a:gd name="connsiteX68679" fmla="*/ 479882 w 2119654"/>
              <a:gd name="connsiteY68679" fmla="*/ 1921620 h 2398711"/>
              <a:gd name="connsiteX68680" fmla="*/ 484377 w 2119654"/>
              <a:gd name="connsiteY68680" fmla="*/ 1922414 h 2398711"/>
              <a:gd name="connsiteX68681" fmla="*/ 479392 w 2119654"/>
              <a:gd name="connsiteY68681" fmla="*/ 1920210 h 2398711"/>
              <a:gd name="connsiteX68682" fmla="*/ 1113163 w 2119654"/>
              <a:gd name="connsiteY68682" fmla="*/ 476530 h 2398711"/>
              <a:gd name="connsiteX68683" fmla="*/ 1113587 w 2119654"/>
              <a:gd name="connsiteY68683" fmla="*/ 477053 h 2398711"/>
              <a:gd name="connsiteX68684" fmla="*/ 1113651 w 2119654"/>
              <a:gd name="connsiteY68684" fmla="*/ 476097 h 2398711"/>
              <a:gd name="connsiteX68685" fmla="*/ 1123195 w 2119654"/>
              <a:gd name="connsiteY68685" fmla="*/ 454053 h 2398711"/>
              <a:gd name="connsiteX68686" fmla="*/ 1124904 w 2119654"/>
              <a:gd name="connsiteY68686" fmla="*/ 457686 h 2398711"/>
              <a:gd name="connsiteX68687" fmla="*/ 1126133 w 2119654"/>
              <a:gd name="connsiteY68687" fmla="*/ 460597 h 2398711"/>
              <a:gd name="connsiteX68688" fmla="*/ 1127194 w 2119654"/>
              <a:gd name="connsiteY68688" fmla="*/ 459711 h 2398711"/>
              <a:gd name="connsiteX68689" fmla="*/ 1126817 w 2119654"/>
              <a:gd name="connsiteY68689" fmla="*/ 457339 h 2398711"/>
              <a:gd name="connsiteX68690" fmla="*/ 458741 w 2119654"/>
              <a:gd name="connsiteY68690" fmla="*/ 1941811 h 2398711"/>
              <a:gd name="connsiteX68691" fmla="*/ 459206 w 2119654"/>
              <a:gd name="connsiteY68691" fmla="*/ 1942033 h 2398711"/>
              <a:gd name="connsiteX68692" fmla="*/ 459263 w 2119654"/>
              <a:gd name="connsiteY68692" fmla="*/ 1941730 h 2398711"/>
              <a:gd name="connsiteX68693" fmla="*/ 1125062 w 2119654"/>
              <a:gd name="connsiteY68693" fmla="*/ 449562 h 2398711"/>
              <a:gd name="connsiteX68694" fmla="*/ 1125145 w 2119654"/>
              <a:gd name="connsiteY68694" fmla="*/ 449670 h 2398711"/>
              <a:gd name="connsiteX68695" fmla="*/ 1125141 w 2119654"/>
              <a:gd name="connsiteY68695" fmla="*/ 449653 h 2398711"/>
              <a:gd name="connsiteX68696" fmla="*/ 449206 w 2119654"/>
              <a:gd name="connsiteY68696" fmla="*/ 1962446 h 2398711"/>
              <a:gd name="connsiteX68697" fmla="*/ 448993 w 2119654"/>
              <a:gd name="connsiteY68697" fmla="*/ 1967746 h 2398711"/>
              <a:gd name="connsiteX68698" fmla="*/ 454315 w 2119654"/>
              <a:gd name="connsiteY68698" fmla="*/ 1967848 h 2398711"/>
              <a:gd name="connsiteX68699" fmla="*/ 455456 w 2119654"/>
              <a:gd name="connsiteY68699" fmla="*/ 1961822 h 2398711"/>
              <a:gd name="connsiteX68700" fmla="*/ 1093133 w 2119654"/>
              <a:gd name="connsiteY68700" fmla="*/ 520433 h 2398711"/>
              <a:gd name="connsiteX68701" fmla="*/ 1093392 w 2119654"/>
              <a:gd name="connsiteY68701" fmla="*/ 521946 h 2398711"/>
              <a:gd name="connsiteX68702" fmla="*/ 1093680 w 2119654"/>
              <a:gd name="connsiteY68702" fmla="*/ 522007 h 2398711"/>
              <a:gd name="connsiteX68703" fmla="*/ 1095412 w 2119654"/>
              <a:gd name="connsiteY68703" fmla="*/ 519232 h 2398711"/>
              <a:gd name="connsiteX68704" fmla="*/ 1095274 w 2119654"/>
              <a:gd name="connsiteY68704" fmla="*/ 518536 h 2398711"/>
              <a:gd name="connsiteX68705" fmla="*/ 1125565 w 2119654"/>
              <a:gd name="connsiteY68705" fmla="*/ 447633 h 2398711"/>
              <a:gd name="connsiteX68706" fmla="*/ 1126111 w 2119654"/>
              <a:gd name="connsiteY68706" fmla="*/ 450074 h 2398711"/>
              <a:gd name="connsiteX68707" fmla="*/ 1127290 w 2119654"/>
              <a:gd name="connsiteY68707" fmla="*/ 451434 h 2398711"/>
              <a:gd name="connsiteX68708" fmla="*/ 1126738 w 2119654"/>
              <a:gd name="connsiteY68708" fmla="*/ 450128 h 2398711"/>
              <a:gd name="connsiteX68709" fmla="*/ 1131907 w 2119654"/>
              <a:gd name="connsiteY68709" fmla="*/ 433408 h 2398711"/>
              <a:gd name="connsiteX68710" fmla="*/ 1133309 w 2119654"/>
              <a:gd name="connsiteY68710" fmla="*/ 438403 h 2398711"/>
              <a:gd name="connsiteX68711" fmla="*/ 1135215 w 2119654"/>
              <a:gd name="connsiteY68711" fmla="*/ 440440 h 2398711"/>
              <a:gd name="connsiteX68712" fmla="*/ 468874 w 2119654"/>
              <a:gd name="connsiteY68712" fmla="*/ 1918005 h 2398711"/>
              <a:gd name="connsiteX68713" fmla="*/ 476056 w 2119654"/>
              <a:gd name="connsiteY68713" fmla="*/ 1918735 h 2398711"/>
              <a:gd name="connsiteX68714" fmla="*/ 475741 w 2119654"/>
              <a:gd name="connsiteY68714" fmla="*/ 1918597 h 2398711"/>
              <a:gd name="connsiteX68715" fmla="*/ 473942 w 2119654"/>
              <a:gd name="connsiteY68715" fmla="*/ 1917772 h 2398711"/>
              <a:gd name="connsiteX68716" fmla="*/ 486727 w 2119654"/>
              <a:gd name="connsiteY68716" fmla="*/ 1877955 h 2398711"/>
              <a:gd name="connsiteX68717" fmla="*/ 486933 w 2119654"/>
              <a:gd name="connsiteY68717" fmla="*/ 1878801 h 2398711"/>
              <a:gd name="connsiteX68718" fmla="*/ 492343 w 2119654"/>
              <a:gd name="connsiteY68718" fmla="*/ 1877987 h 2398711"/>
              <a:gd name="connsiteX68719" fmla="*/ 489698 w 2119654"/>
              <a:gd name="connsiteY68719" fmla="*/ 1876924 h 2398711"/>
              <a:gd name="connsiteX68720" fmla="*/ 1112122 w 2119654"/>
              <a:gd name="connsiteY68720" fmla="*/ 477451 h 2398711"/>
              <a:gd name="connsiteX68721" fmla="*/ 1112541 w 2119654"/>
              <a:gd name="connsiteY68721" fmla="*/ 478332 h 2398711"/>
              <a:gd name="connsiteX68722" fmla="*/ 1113446 w 2119654"/>
              <a:gd name="connsiteY68722" fmla="*/ 479155 h 2398711"/>
              <a:gd name="connsiteX68723" fmla="*/ 1113527 w 2119654"/>
              <a:gd name="connsiteY68723" fmla="*/ 477953 h 2398711"/>
              <a:gd name="connsiteX68724" fmla="*/ 1112544 w 2119654"/>
              <a:gd name="connsiteY68724" fmla="*/ 477077 h 2398711"/>
              <a:gd name="connsiteX68725" fmla="*/ 1092461 w 2119654"/>
              <a:gd name="connsiteY68725" fmla="*/ 521028 h 2398711"/>
              <a:gd name="connsiteX68726" fmla="*/ 1092872 w 2119654"/>
              <a:gd name="connsiteY68726" fmla="*/ 521614 h 2398711"/>
              <a:gd name="connsiteX68727" fmla="*/ 1092742 w 2119654"/>
              <a:gd name="connsiteY68727" fmla="*/ 520780 h 2398711"/>
              <a:gd name="connsiteX68728" fmla="*/ 1160726 w 2119654"/>
              <a:gd name="connsiteY68728" fmla="*/ 368102 h 2398711"/>
              <a:gd name="connsiteX68729" fmla="*/ 1162035 w 2119654"/>
              <a:gd name="connsiteY68729" fmla="*/ 369571 h 2398711"/>
              <a:gd name="connsiteX68730" fmla="*/ 1161810 w 2119654"/>
              <a:gd name="connsiteY68730" fmla="*/ 366860 h 2398711"/>
              <a:gd name="connsiteX68731" fmla="*/ 1110939 w 2119654"/>
              <a:gd name="connsiteY68731" fmla="*/ 479333 h 2398711"/>
              <a:gd name="connsiteX68732" fmla="*/ 1113250 w 2119654"/>
              <a:gd name="connsiteY68732" fmla="*/ 482075 h 2398711"/>
              <a:gd name="connsiteX68733" fmla="*/ 1113270 w 2119654"/>
              <a:gd name="connsiteY68733" fmla="*/ 481779 h 2398711"/>
              <a:gd name="connsiteX68734" fmla="*/ 1112761 w 2119654"/>
              <a:gd name="connsiteY68734" fmla="*/ 480712 h 2398711"/>
              <a:gd name="connsiteX68735" fmla="*/ 1112011 w 2119654"/>
              <a:gd name="connsiteY68735" fmla="*/ 480028 h 2398711"/>
              <a:gd name="connsiteX68736" fmla="*/ 496687 w 2119654"/>
              <a:gd name="connsiteY68736" fmla="*/ 1854595 h 2398711"/>
              <a:gd name="connsiteX68737" fmla="*/ 496750 w 2119654"/>
              <a:gd name="connsiteY68737" fmla="*/ 1854643 h 2398711"/>
              <a:gd name="connsiteX68738" fmla="*/ 498778 w 2119654"/>
              <a:gd name="connsiteY68738" fmla="*/ 1854936 h 2398711"/>
              <a:gd name="connsiteX68739" fmla="*/ 499199 w 2119654"/>
              <a:gd name="connsiteY68739" fmla="*/ 1854803 h 2398711"/>
              <a:gd name="connsiteX68740" fmla="*/ 499036 w 2119654"/>
              <a:gd name="connsiteY68740" fmla="*/ 1854379 h 2398711"/>
              <a:gd name="connsiteX68741" fmla="*/ 499030 w 2119654"/>
              <a:gd name="connsiteY68741" fmla="*/ 1854377 h 2398711"/>
              <a:gd name="connsiteX68742" fmla="*/ 1125561 w 2119654"/>
              <a:gd name="connsiteY68742" fmla="*/ 446323 h 2398711"/>
              <a:gd name="connsiteX68743" fmla="*/ 1128763 w 2119654"/>
              <a:gd name="connsiteY68743" fmla="*/ 453132 h 2398711"/>
              <a:gd name="connsiteX68744" fmla="*/ 1130048 w 2119654"/>
              <a:gd name="connsiteY68744" fmla="*/ 454614 h 2398711"/>
              <a:gd name="connsiteX68745" fmla="*/ 1130063 w 2119654"/>
              <a:gd name="connsiteY68745" fmla="*/ 454579 h 2398711"/>
              <a:gd name="connsiteX68746" fmla="*/ 1129782 w 2119654"/>
              <a:gd name="connsiteY68746" fmla="*/ 451832 h 2398711"/>
              <a:gd name="connsiteX68747" fmla="*/ 498961 w 2119654"/>
              <a:gd name="connsiteY68747" fmla="*/ 1849358 h 2398711"/>
              <a:gd name="connsiteX68748" fmla="*/ 499455 w 2119654"/>
              <a:gd name="connsiteY68748" fmla="*/ 1849623 h 2398711"/>
              <a:gd name="connsiteX68749" fmla="*/ 499920 w 2119654"/>
              <a:gd name="connsiteY68749" fmla="*/ 1849775 h 2398711"/>
              <a:gd name="connsiteX68750" fmla="*/ 499917 w 2119654"/>
              <a:gd name="connsiteY68750" fmla="*/ 1849743 h 2398711"/>
              <a:gd name="connsiteX68751" fmla="*/ 499340 w 2119654"/>
              <a:gd name="connsiteY68751" fmla="*/ 1849378 h 2398711"/>
              <a:gd name="connsiteX68752" fmla="*/ 1110466 w 2119654"/>
              <a:gd name="connsiteY68752" fmla="*/ 479814 h 2398711"/>
              <a:gd name="connsiteX68753" fmla="*/ 1110035 w 2119654"/>
              <a:gd name="connsiteY68753" fmla="*/ 486233 h 2398711"/>
              <a:gd name="connsiteX68754" fmla="*/ 1112069 w 2119654"/>
              <a:gd name="connsiteY68754" fmla="*/ 488043 h 2398711"/>
              <a:gd name="connsiteX68755" fmla="*/ 1112996 w 2119654"/>
              <a:gd name="connsiteY68755" fmla="*/ 485840 h 2398711"/>
              <a:gd name="connsiteX68756" fmla="*/ 1113185 w 2119654"/>
              <a:gd name="connsiteY68756" fmla="*/ 483038 h 2398711"/>
              <a:gd name="connsiteX68757" fmla="*/ 461531 w 2119654"/>
              <a:gd name="connsiteY68757" fmla="*/ 1932463 h 2398711"/>
              <a:gd name="connsiteX68758" fmla="*/ 459959 w 2119654"/>
              <a:gd name="connsiteY68758" fmla="*/ 1940761 h 2398711"/>
              <a:gd name="connsiteX68759" fmla="*/ 461391 w 2119654"/>
              <a:gd name="connsiteY68759" fmla="*/ 1941059 h 2398711"/>
              <a:gd name="connsiteX68760" fmla="*/ 486793 w 2119654"/>
              <a:gd name="connsiteY68760" fmla="*/ 1936769 h 2398711"/>
              <a:gd name="connsiteX68761" fmla="*/ 486675 w 2119654"/>
              <a:gd name="connsiteY68761" fmla="*/ 1935683 h 2398711"/>
              <a:gd name="connsiteX68762" fmla="*/ 486366 w 2119654"/>
              <a:gd name="connsiteY68762" fmla="*/ 1935598 h 2398711"/>
              <a:gd name="connsiteX68763" fmla="*/ 486156 w 2119654"/>
              <a:gd name="connsiteY68763" fmla="*/ 1935314 h 2398711"/>
              <a:gd name="connsiteX68764" fmla="*/ 486649 w 2119654"/>
              <a:gd name="connsiteY68764" fmla="*/ 1935449 h 2398711"/>
              <a:gd name="connsiteX68765" fmla="*/ 486408 w 2119654"/>
              <a:gd name="connsiteY68765" fmla="*/ 1933248 h 2398711"/>
              <a:gd name="connsiteX68766" fmla="*/ 469057 w 2119654"/>
              <a:gd name="connsiteY68766" fmla="*/ 1931417 h 2398711"/>
              <a:gd name="connsiteX68767" fmla="*/ 449325 w 2119654"/>
              <a:gd name="connsiteY68767" fmla="*/ 1959491 h 2398711"/>
              <a:gd name="connsiteX68768" fmla="*/ 449273 w 2119654"/>
              <a:gd name="connsiteY68768" fmla="*/ 1960784 h 2398711"/>
              <a:gd name="connsiteX68769" fmla="*/ 451728 w 2119654"/>
              <a:gd name="connsiteY68769" fmla="*/ 1960356 h 2398711"/>
              <a:gd name="connsiteX68770" fmla="*/ 1140026 w 2119654"/>
              <a:gd name="connsiteY68770" fmla="*/ 412685 h 2398711"/>
              <a:gd name="connsiteX68771" fmla="*/ 1144049 w 2119654"/>
              <a:gd name="connsiteY68771" fmla="*/ 424544 h 2398711"/>
              <a:gd name="connsiteX68772" fmla="*/ 1145705 w 2119654"/>
              <a:gd name="connsiteY68772" fmla="*/ 421694 h 2398711"/>
              <a:gd name="connsiteX68773" fmla="*/ 1144675 w 2119654"/>
              <a:gd name="connsiteY68773" fmla="*/ 417405 h 2398711"/>
              <a:gd name="connsiteX68774" fmla="*/ 483307 w 2119654"/>
              <a:gd name="connsiteY68774" fmla="*/ 1882942 h 2398711"/>
              <a:gd name="connsiteX68775" fmla="*/ 484177 w 2119654"/>
              <a:gd name="connsiteY68775" fmla="*/ 1885743 h 2398711"/>
              <a:gd name="connsiteX68776" fmla="*/ 486659 w 2119654"/>
              <a:gd name="connsiteY68776" fmla="*/ 1885663 h 2398711"/>
              <a:gd name="connsiteX68777" fmla="*/ 486296 w 2119654"/>
              <a:gd name="connsiteY68777" fmla="*/ 1884173 h 2398711"/>
              <a:gd name="connsiteX68778" fmla="*/ 461873 w 2119654"/>
              <a:gd name="connsiteY68778" fmla="*/ 1930658 h 2398711"/>
              <a:gd name="connsiteX68779" fmla="*/ 461694 w 2119654"/>
              <a:gd name="connsiteY68779" fmla="*/ 1931602 h 2398711"/>
              <a:gd name="connsiteX68780" fmla="*/ 465599 w 2119654"/>
              <a:gd name="connsiteY68780" fmla="*/ 1931051 h 2398711"/>
              <a:gd name="connsiteX68781" fmla="*/ 1120515 w 2119654"/>
              <a:gd name="connsiteY68781" fmla="*/ 455361 h 2398711"/>
              <a:gd name="connsiteX68782" fmla="*/ 1119874 w 2119654"/>
              <a:gd name="connsiteY68782" fmla="*/ 464895 h 2398711"/>
              <a:gd name="connsiteX68783" fmla="*/ 1120090 w 2119654"/>
              <a:gd name="connsiteY68783" fmla="*/ 465641 h 2398711"/>
              <a:gd name="connsiteX68784" fmla="*/ 1124133 w 2119654"/>
              <a:gd name="connsiteY68784" fmla="*/ 462266 h 2398711"/>
              <a:gd name="connsiteX68785" fmla="*/ 462141 w 2119654"/>
              <a:gd name="connsiteY68785" fmla="*/ 1929243 h 2398711"/>
              <a:gd name="connsiteX68786" fmla="*/ 462014 w 2119654"/>
              <a:gd name="connsiteY68786" fmla="*/ 1929916 h 2398711"/>
              <a:gd name="connsiteX68787" fmla="*/ 468668 w 2119654"/>
              <a:gd name="connsiteY68787" fmla="*/ 1930618 h 2398711"/>
              <a:gd name="connsiteX68788" fmla="*/ 476381 w 2119654"/>
              <a:gd name="connsiteY68788" fmla="*/ 1929530 h 2398711"/>
              <a:gd name="connsiteX68789" fmla="*/ 486128 w 2119654"/>
              <a:gd name="connsiteY68789" fmla="*/ 1875489 h 2398711"/>
              <a:gd name="connsiteX68790" fmla="*/ 486342 w 2119654"/>
              <a:gd name="connsiteY68790" fmla="*/ 1876369 h 2398711"/>
              <a:gd name="connsiteX68791" fmla="*/ 487403 w 2119654"/>
              <a:gd name="connsiteY68791" fmla="*/ 1876001 h 2398711"/>
              <a:gd name="connsiteX68792" fmla="*/ 442937 w 2119654"/>
              <a:gd name="connsiteY68792" fmla="*/ 1971748 h 2398711"/>
              <a:gd name="connsiteX68793" fmla="*/ 448176 w 2119654"/>
              <a:gd name="connsiteY68793" fmla="*/ 1974775 h 2398711"/>
              <a:gd name="connsiteX68794" fmla="*/ 448326 w 2119654"/>
              <a:gd name="connsiteY68794" fmla="*/ 1971018 h 2398711"/>
              <a:gd name="connsiteX68795" fmla="*/ 482076 w 2119654"/>
              <a:gd name="connsiteY68795" fmla="*/ 1883401 h 2398711"/>
              <a:gd name="connsiteX68796" fmla="*/ 482210 w 2119654"/>
              <a:gd name="connsiteY68796" fmla="*/ 1885806 h 2398711"/>
              <a:gd name="connsiteX68797" fmla="*/ 482817 w 2119654"/>
              <a:gd name="connsiteY68797" fmla="*/ 1885787 h 2398711"/>
              <a:gd name="connsiteX68798" fmla="*/ 484016 w 2119654"/>
              <a:gd name="connsiteY68798" fmla="*/ 1878897 h 2398711"/>
              <a:gd name="connsiteX68799" fmla="*/ 485067 w 2119654"/>
              <a:gd name="connsiteY68799" fmla="*/ 1879107 h 2398711"/>
              <a:gd name="connsiteX68800" fmla="*/ 484938 w 2119654"/>
              <a:gd name="connsiteY68800" fmla="*/ 1878577 h 2398711"/>
              <a:gd name="connsiteX68801" fmla="*/ 1156592 w 2119654"/>
              <a:gd name="connsiteY68801" fmla="*/ 372840 h 2398711"/>
              <a:gd name="connsiteX68802" fmla="*/ 1158223 w 2119654"/>
              <a:gd name="connsiteY68802" fmla="*/ 378518 h 2398711"/>
              <a:gd name="connsiteX68803" fmla="*/ 1162450 w 2119654"/>
              <a:gd name="connsiteY68803" fmla="*/ 374536 h 2398711"/>
              <a:gd name="connsiteX68804" fmla="*/ 1162074 w 2119654"/>
              <a:gd name="connsiteY68804" fmla="*/ 370030 h 2398711"/>
              <a:gd name="connsiteX68805" fmla="*/ 1160544 w 2119654"/>
              <a:gd name="connsiteY68805" fmla="*/ 368312 h 2398711"/>
              <a:gd name="connsiteX68806" fmla="*/ 454332 w 2119654"/>
              <a:gd name="connsiteY68806" fmla="*/ 1945106 h 2398711"/>
              <a:gd name="connsiteX68807" fmla="*/ 458497 w 2119654"/>
              <a:gd name="connsiteY68807" fmla="*/ 1945775 h 2398711"/>
              <a:gd name="connsiteX68808" fmla="*/ 458802 w 2119654"/>
              <a:gd name="connsiteY68808" fmla="*/ 1944163 h 2398711"/>
              <a:gd name="connsiteX68809" fmla="*/ 1110826 w 2119654"/>
              <a:gd name="connsiteY68809" fmla="*/ 474475 h 2398711"/>
              <a:gd name="connsiteX68810" fmla="*/ 1110810 w 2119654"/>
              <a:gd name="connsiteY68810" fmla="*/ 474710 h 2398711"/>
              <a:gd name="connsiteX68811" fmla="*/ 1110880 w 2119654"/>
              <a:gd name="connsiteY68811" fmla="*/ 474853 h 2398711"/>
              <a:gd name="connsiteX68812" fmla="*/ 1111212 w 2119654"/>
              <a:gd name="connsiteY68812" fmla="*/ 475149 h 2398711"/>
              <a:gd name="connsiteX68813" fmla="*/ 1111315 w 2119654"/>
              <a:gd name="connsiteY68813" fmla="*/ 475070 h 2398711"/>
              <a:gd name="connsiteX68814" fmla="*/ 1148458 w 2119654"/>
              <a:gd name="connsiteY68814" fmla="*/ 390139 h 2398711"/>
              <a:gd name="connsiteX68815" fmla="*/ 1149299 w 2119654"/>
              <a:gd name="connsiteY68815" fmla="*/ 397763 h 2398711"/>
              <a:gd name="connsiteX68816" fmla="*/ 1156409 w 2119654"/>
              <a:gd name="connsiteY68816" fmla="*/ 403297 h 2398711"/>
              <a:gd name="connsiteX68817" fmla="*/ 1156906 w 2119654"/>
              <a:gd name="connsiteY68817" fmla="*/ 402444 h 2398711"/>
              <a:gd name="connsiteX68818" fmla="*/ 1149454 w 2119654"/>
              <a:gd name="connsiteY68818" fmla="*/ 391553 h 2398711"/>
              <a:gd name="connsiteX68819" fmla="*/ 485771 w 2119654"/>
              <a:gd name="connsiteY68819" fmla="*/ 1874020 h 2398711"/>
              <a:gd name="connsiteX68820" fmla="*/ 485999 w 2119654"/>
              <a:gd name="connsiteY68820" fmla="*/ 1874958 h 2398711"/>
              <a:gd name="connsiteX68821" fmla="*/ 488087 w 2119654"/>
              <a:gd name="connsiteY68821" fmla="*/ 1875764 h 2398711"/>
              <a:gd name="connsiteX68822" fmla="*/ 489697 w 2119654"/>
              <a:gd name="connsiteY68822" fmla="*/ 1875204 h 2398711"/>
              <a:gd name="connsiteX68823" fmla="*/ 487456 w 2119654"/>
              <a:gd name="connsiteY68823" fmla="*/ 1874081 h 2398711"/>
              <a:gd name="connsiteX68824" fmla="*/ 1120751 w 2119654"/>
              <a:gd name="connsiteY68824" fmla="*/ 451834 h 2398711"/>
              <a:gd name="connsiteX68825" fmla="*/ 1120635 w 2119654"/>
              <a:gd name="connsiteY68825" fmla="*/ 453565 h 2398711"/>
              <a:gd name="connsiteX68826" fmla="*/ 1124872 w 2119654"/>
              <a:gd name="connsiteY68826" fmla="*/ 461650 h 2398711"/>
              <a:gd name="connsiteX68827" fmla="*/ 1125261 w 2119654"/>
              <a:gd name="connsiteY68827" fmla="*/ 461325 h 2398711"/>
              <a:gd name="connsiteX68828" fmla="*/ 1121565 w 2119654"/>
              <a:gd name="connsiteY68828" fmla="*/ 452572 h 2398711"/>
              <a:gd name="connsiteX68829" fmla="*/ 1110882 w 2119654"/>
              <a:gd name="connsiteY68829" fmla="*/ 473714 h 2398711"/>
              <a:gd name="connsiteX68830" fmla="*/ 1110983 w 2119654"/>
              <a:gd name="connsiteY68830" fmla="*/ 473835 h 2398711"/>
              <a:gd name="connsiteX68831" fmla="*/ 1111728 w 2119654"/>
              <a:gd name="connsiteY68831" fmla="*/ 474755 h 2398711"/>
              <a:gd name="connsiteX68832" fmla="*/ 1113311 w 2119654"/>
              <a:gd name="connsiteY68832" fmla="*/ 473547 h 2398711"/>
              <a:gd name="connsiteX68833" fmla="*/ 1112770 w 2119654"/>
              <a:gd name="connsiteY68833" fmla="*/ 472139 h 2398711"/>
              <a:gd name="connsiteX68834" fmla="*/ 1155094 w 2119654"/>
              <a:gd name="connsiteY68834" fmla="*/ 374557 h 2398711"/>
              <a:gd name="connsiteX68835" fmla="*/ 1157489 w 2119654"/>
              <a:gd name="connsiteY68835" fmla="*/ 379210 h 2398711"/>
              <a:gd name="connsiteX68836" fmla="*/ 1157919 w 2119654"/>
              <a:gd name="connsiteY68836" fmla="*/ 378804 h 2398711"/>
              <a:gd name="connsiteX68837" fmla="*/ 1156570 w 2119654"/>
              <a:gd name="connsiteY68837" fmla="*/ 373854 h 2398711"/>
              <a:gd name="connsiteX68838" fmla="*/ 1156356 w 2119654"/>
              <a:gd name="connsiteY68838" fmla="*/ 373111 h 2398711"/>
              <a:gd name="connsiteX68839" fmla="*/ 1134475 w 2119654"/>
              <a:gd name="connsiteY68839" fmla="*/ 420714 h 2398711"/>
              <a:gd name="connsiteX68840" fmla="*/ 1140359 w 2119654"/>
              <a:gd name="connsiteY68840" fmla="*/ 430884 h 2398711"/>
              <a:gd name="connsiteX68841" fmla="*/ 1142741 w 2119654"/>
              <a:gd name="connsiteY68841" fmla="*/ 426791 h 2398711"/>
              <a:gd name="connsiteX68842" fmla="*/ 1142586 w 2119654"/>
              <a:gd name="connsiteY68842" fmla="*/ 426522 h 2398711"/>
              <a:gd name="connsiteX68843" fmla="*/ 1094903 w 2119654"/>
              <a:gd name="connsiteY68843" fmla="*/ 508726 h 2398711"/>
              <a:gd name="connsiteX68844" fmla="*/ 1093892 w 2119654"/>
              <a:gd name="connsiteY68844" fmla="*/ 511259 h 2398711"/>
              <a:gd name="connsiteX68845" fmla="*/ 1094171 w 2119654"/>
              <a:gd name="connsiteY68845" fmla="*/ 511856 h 2398711"/>
              <a:gd name="connsiteX68846" fmla="*/ 1095332 w 2119654"/>
              <a:gd name="connsiteY68846" fmla="*/ 512892 h 2398711"/>
              <a:gd name="connsiteX68847" fmla="*/ 1095935 w 2119654"/>
              <a:gd name="connsiteY68847" fmla="*/ 512358 h 2398711"/>
              <a:gd name="connsiteX68848" fmla="*/ 449565 w 2119654"/>
              <a:gd name="connsiteY68848" fmla="*/ 1953526 h 2398711"/>
              <a:gd name="connsiteX68849" fmla="*/ 449341 w 2119654"/>
              <a:gd name="connsiteY68849" fmla="*/ 1959089 h 2398711"/>
              <a:gd name="connsiteX68850" fmla="*/ 452582 w 2119654"/>
              <a:gd name="connsiteY68850" fmla="*/ 1960207 h 2398711"/>
              <a:gd name="connsiteX68851" fmla="*/ 455871 w 2119654"/>
              <a:gd name="connsiteY68851" fmla="*/ 1959633 h 2398711"/>
              <a:gd name="connsiteX68852" fmla="*/ 457011 w 2119654"/>
              <a:gd name="connsiteY68852" fmla="*/ 1953617 h 2398711"/>
              <a:gd name="connsiteX68853" fmla="*/ 1130557 w 2119654"/>
              <a:gd name="connsiteY68853" fmla="*/ 428600 h 2398711"/>
              <a:gd name="connsiteX68854" fmla="*/ 1131523 w 2119654"/>
              <a:gd name="connsiteY68854" fmla="*/ 432040 h 2398711"/>
              <a:gd name="connsiteX68855" fmla="*/ 1131701 w 2119654"/>
              <a:gd name="connsiteY68855" fmla="*/ 432407 h 2398711"/>
              <a:gd name="connsiteX68856" fmla="*/ 1135748 w 2119654"/>
              <a:gd name="connsiteY68856" fmla="*/ 441010 h 2398711"/>
              <a:gd name="connsiteX68857" fmla="*/ 1135860 w 2119654"/>
              <a:gd name="connsiteY68857" fmla="*/ 441131 h 2398711"/>
              <a:gd name="connsiteX68858" fmla="*/ 1136230 w 2119654"/>
              <a:gd name="connsiteY68858" fmla="*/ 440272 h 2398711"/>
              <a:gd name="connsiteX68859" fmla="*/ 1134923 w 2119654"/>
              <a:gd name="connsiteY68859" fmla="*/ 437080 h 2398711"/>
              <a:gd name="connsiteX68860" fmla="*/ 434761 w 2119654"/>
              <a:gd name="connsiteY68860" fmla="*/ 1986400 h 2398711"/>
              <a:gd name="connsiteX68861" fmla="*/ 447572 w 2119654"/>
              <a:gd name="connsiteY68861" fmla="*/ 1991257 h 2398711"/>
              <a:gd name="connsiteX68862" fmla="*/ 447674 w 2119654"/>
              <a:gd name="connsiteY68862" fmla="*/ 1987396 h 2398711"/>
              <a:gd name="connsiteX68863" fmla="*/ 441196 w 2119654"/>
              <a:gd name="connsiteY68863" fmla="*/ 1986676 h 2398711"/>
              <a:gd name="connsiteX68864" fmla="*/ 441048 w 2119654"/>
              <a:gd name="connsiteY68864" fmla="*/ 1986531 h 2398711"/>
              <a:gd name="connsiteX68865" fmla="*/ 447677 w 2119654"/>
              <a:gd name="connsiteY68865" fmla="*/ 1987267 h 2398711"/>
              <a:gd name="connsiteX68866" fmla="*/ 447683 w 2119654"/>
              <a:gd name="connsiteY68866" fmla="*/ 1987025 h 2398711"/>
              <a:gd name="connsiteX68867" fmla="*/ 447787 w 2119654"/>
              <a:gd name="connsiteY68867" fmla="*/ 1984453 h 2398711"/>
              <a:gd name="connsiteX68868" fmla="*/ 1138936 w 2119654"/>
              <a:gd name="connsiteY68868" fmla="*/ 409472 h 2398711"/>
              <a:gd name="connsiteX68869" fmla="*/ 1139687 w 2119654"/>
              <a:gd name="connsiteY68869" fmla="*/ 411688 h 2398711"/>
              <a:gd name="connsiteX68870" fmla="*/ 1144427 w 2119654"/>
              <a:gd name="connsiteY68870" fmla="*/ 416371 h 2398711"/>
              <a:gd name="connsiteX68871" fmla="*/ 1143652 w 2119654"/>
              <a:gd name="connsiteY68871" fmla="*/ 413142 h 2398711"/>
              <a:gd name="connsiteX68872" fmla="*/ 1148263 w 2119654"/>
              <a:gd name="connsiteY68872" fmla="*/ 388365 h 2398711"/>
              <a:gd name="connsiteX68873" fmla="*/ 1148419 w 2119654"/>
              <a:gd name="connsiteY68873" fmla="*/ 389778 h 2398711"/>
              <a:gd name="connsiteX68874" fmla="*/ 1157101 w 2119654"/>
              <a:gd name="connsiteY68874" fmla="*/ 402108 h 2398711"/>
              <a:gd name="connsiteX68875" fmla="*/ 1158462 w 2119654"/>
              <a:gd name="connsiteY68875" fmla="*/ 399770 h 2398711"/>
              <a:gd name="connsiteX68876" fmla="*/ 1159150 w 2119654"/>
              <a:gd name="connsiteY68876" fmla="*/ 398764 h 2398711"/>
              <a:gd name="connsiteX68877" fmla="*/ 1159060 w 2119654"/>
              <a:gd name="connsiteY68877" fmla="*/ 398388 h 2398711"/>
              <a:gd name="connsiteX68878" fmla="*/ 1152986 w 2119654"/>
              <a:gd name="connsiteY68878" fmla="*/ 383913 h 2398711"/>
              <a:gd name="connsiteX68879" fmla="*/ 439649 w 2119654"/>
              <a:gd name="connsiteY68879" fmla="*/ 1975021 h 2398711"/>
              <a:gd name="connsiteX68880" fmla="*/ 448031 w 2119654"/>
              <a:gd name="connsiteY68880" fmla="*/ 1978374 h 2398711"/>
              <a:gd name="connsiteX68881" fmla="*/ 448119 w 2119654"/>
              <a:gd name="connsiteY68881" fmla="*/ 1976170 h 2398711"/>
              <a:gd name="connsiteX68882" fmla="*/ 454160 w 2119654"/>
              <a:gd name="connsiteY68882" fmla="*/ 1942522 h 2398711"/>
              <a:gd name="connsiteX68883" fmla="*/ 458923 w 2119654"/>
              <a:gd name="connsiteY68883" fmla="*/ 1942747 h 2398711"/>
              <a:gd name="connsiteX68884" fmla="*/ 457408 w 2119654"/>
              <a:gd name="connsiteY68884" fmla="*/ 1942018 h 2398711"/>
              <a:gd name="connsiteX68885" fmla="*/ 1185765 w 2119654"/>
              <a:gd name="connsiteY68885" fmla="*/ 304228 h 2398711"/>
              <a:gd name="connsiteX68886" fmla="*/ 1199311 w 2119654"/>
              <a:gd name="connsiteY68886" fmla="*/ 317597 h 2398711"/>
              <a:gd name="connsiteX68887" fmla="*/ 1188914 w 2119654"/>
              <a:gd name="connsiteY68887" fmla="*/ 303745 h 2398711"/>
              <a:gd name="connsiteX68888" fmla="*/ 1189262 w 2119654"/>
              <a:gd name="connsiteY68888" fmla="*/ 303839 h 2398711"/>
              <a:gd name="connsiteX68889" fmla="*/ 1200378 w 2119654"/>
              <a:gd name="connsiteY68889" fmla="*/ 318651 h 2398711"/>
              <a:gd name="connsiteX68890" fmla="*/ 1206401 w 2119654"/>
              <a:gd name="connsiteY68890" fmla="*/ 324595 h 2398711"/>
              <a:gd name="connsiteX68891" fmla="*/ 1215584 w 2119654"/>
              <a:gd name="connsiteY68891" fmla="*/ 307281 h 2398711"/>
              <a:gd name="connsiteX68892" fmla="*/ 1200381 w 2119654"/>
              <a:gd name="connsiteY68892" fmla="*/ 275213 h 2398711"/>
              <a:gd name="connsiteX68893" fmla="*/ 482241 w 2119654"/>
              <a:gd name="connsiteY68893" fmla="*/ 1879513 h 2398711"/>
              <a:gd name="connsiteX68894" fmla="*/ 483205 w 2119654"/>
              <a:gd name="connsiteY68894" fmla="*/ 1882614 h 2398711"/>
              <a:gd name="connsiteX68895" fmla="*/ 486231 w 2119654"/>
              <a:gd name="connsiteY68895" fmla="*/ 1883899 h 2398711"/>
              <a:gd name="connsiteX68896" fmla="*/ 485154 w 2119654"/>
              <a:gd name="connsiteY68896" fmla="*/ 1879467 h 2398711"/>
              <a:gd name="connsiteX68897" fmla="*/ 483389 w 2119654"/>
              <a:gd name="connsiteY68897" fmla="*/ 1879114 h 2398711"/>
              <a:gd name="connsiteX68898" fmla="*/ 1120936 w 2119654"/>
              <a:gd name="connsiteY68898" fmla="*/ 449090 h 2398711"/>
              <a:gd name="connsiteX68899" fmla="*/ 1120926 w 2119654"/>
              <a:gd name="connsiteY68899" fmla="*/ 449231 h 2398711"/>
              <a:gd name="connsiteX68900" fmla="*/ 1121408 w 2119654"/>
              <a:gd name="connsiteY68900" fmla="*/ 450254 h 2398711"/>
              <a:gd name="connsiteX68901" fmla="*/ 1123111 w 2119654"/>
              <a:gd name="connsiteY68901" fmla="*/ 451680 h 2398711"/>
              <a:gd name="connsiteX68902" fmla="*/ 1123254 w 2119654"/>
              <a:gd name="connsiteY68902" fmla="*/ 451810 h 2398711"/>
              <a:gd name="connsiteX68903" fmla="*/ 1183856 w 2119654"/>
              <a:gd name="connsiteY68903" fmla="*/ 308019 h 2398711"/>
              <a:gd name="connsiteX68904" fmla="*/ 1186606 w 2119654"/>
              <a:gd name="connsiteY68904" fmla="*/ 325464 h 2398711"/>
              <a:gd name="connsiteX68905" fmla="*/ 1187886 w 2119654"/>
              <a:gd name="connsiteY68905" fmla="*/ 340812 h 2398711"/>
              <a:gd name="connsiteX68906" fmla="*/ 1192072 w 2119654"/>
              <a:gd name="connsiteY68906" fmla="*/ 352002 h 2398711"/>
              <a:gd name="connsiteX68907" fmla="*/ 1192642 w 2119654"/>
              <a:gd name="connsiteY68907" fmla="*/ 351237 h 2398711"/>
              <a:gd name="connsiteX68908" fmla="*/ 1194040 w 2119654"/>
              <a:gd name="connsiteY68908" fmla="*/ 348512 h 2398711"/>
              <a:gd name="connsiteX68909" fmla="*/ 1192790 w 2119654"/>
              <a:gd name="connsiteY68909" fmla="*/ 346161 h 2398711"/>
              <a:gd name="connsiteX68910" fmla="*/ 1193110 w 2119654"/>
              <a:gd name="connsiteY68910" fmla="*/ 346302 h 2398711"/>
              <a:gd name="connsiteX68911" fmla="*/ 1194161 w 2119654"/>
              <a:gd name="connsiteY68911" fmla="*/ 348277 h 2398711"/>
              <a:gd name="connsiteX68912" fmla="*/ 1198445 w 2119654"/>
              <a:gd name="connsiteY68912" fmla="*/ 339929 h 2398711"/>
              <a:gd name="connsiteX68913" fmla="*/ 1197495 w 2119654"/>
              <a:gd name="connsiteY68913" fmla="*/ 337390 h 2398711"/>
              <a:gd name="connsiteX68914" fmla="*/ 1185332 w 2119654"/>
              <a:gd name="connsiteY68914" fmla="*/ 306157 h 2398711"/>
              <a:gd name="connsiteX68915" fmla="*/ 1185752 w 2119654"/>
              <a:gd name="connsiteY68915" fmla="*/ 306405 h 2398711"/>
              <a:gd name="connsiteX68916" fmla="*/ 1198650 w 2119654"/>
              <a:gd name="connsiteY68916" fmla="*/ 339529 h 2398711"/>
              <a:gd name="connsiteX68917" fmla="*/ 1203714 w 2119654"/>
              <a:gd name="connsiteY68917" fmla="*/ 329664 h 2398711"/>
              <a:gd name="connsiteX68918" fmla="*/ 1205619 w 2119654"/>
              <a:gd name="connsiteY68918" fmla="*/ 326070 h 2398711"/>
              <a:gd name="connsiteX68919" fmla="*/ 1203827 w 2119654"/>
              <a:gd name="connsiteY68919" fmla="*/ 323614 h 2398711"/>
              <a:gd name="connsiteX68920" fmla="*/ 1202966 w 2119654"/>
              <a:gd name="connsiteY68920" fmla="*/ 322465 h 2398711"/>
              <a:gd name="connsiteX68921" fmla="*/ 1185340 w 2119654"/>
              <a:gd name="connsiteY68921" fmla="*/ 305071 h 2398711"/>
              <a:gd name="connsiteX68922" fmla="*/ 1147758 w 2119654"/>
              <a:gd name="connsiteY68922" fmla="*/ 388841 h 2398711"/>
              <a:gd name="connsiteX68923" fmla="*/ 1147846 w 2119654"/>
              <a:gd name="connsiteY68923" fmla="*/ 388966 h 2398711"/>
              <a:gd name="connsiteX68924" fmla="*/ 1147824 w 2119654"/>
              <a:gd name="connsiteY68924" fmla="*/ 388779 h 2398711"/>
              <a:gd name="connsiteX68925" fmla="*/ 454934 w 2119654"/>
              <a:gd name="connsiteY68925" fmla="*/ 1939989 h 2398711"/>
              <a:gd name="connsiteX68926" fmla="*/ 458271 w 2119654"/>
              <a:gd name="connsiteY68926" fmla="*/ 1941587 h 2398711"/>
              <a:gd name="connsiteX68927" fmla="*/ 459324 w 2119654"/>
              <a:gd name="connsiteY68927" fmla="*/ 1941409 h 2398711"/>
              <a:gd name="connsiteX68928" fmla="*/ 459405 w 2119654"/>
              <a:gd name="connsiteY68928" fmla="*/ 1940981 h 2398711"/>
              <a:gd name="connsiteX68929" fmla="*/ 1094467 w 2119654"/>
              <a:gd name="connsiteY68929" fmla="*/ 507697 h 2398711"/>
              <a:gd name="connsiteX68930" fmla="*/ 1094078 w 2119654"/>
              <a:gd name="connsiteY68930" fmla="*/ 509981 h 2398711"/>
              <a:gd name="connsiteX68931" fmla="*/ 1094768 w 2119654"/>
              <a:gd name="connsiteY68931" fmla="*/ 508250 h 2398711"/>
              <a:gd name="connsiteX68932" fmla="*/ 1094640 w 2119654"/>
              <a:gd name="connsiteY68932" fmla="*/ 507801 h 2398711"/>
              <a:gd name="connsiteX68933" fmla="*/ 1140344 w 2119654"/>
              <a:gd name="connsiteY68933" fmla="*/ 404898 h 2398711"/>
              <a:gd name="connsiteX68934" fmla="*/ 1142566 w 2119654"/>
              <a:gd name="connsiteY68934" fmla="*/ 408623 h 2398711"/>
              <a:gd name="connsiteX68935" fmla="*/ 1142191 w 2119654"/>
              <a:gd name="connsiteY68935" fmla="*/ 407058 h 2398711"/>
              <a:gd name="connsiteX68936" fmla="*/ 1091362 w 2119654"/>
              <a:gd name="connsiteY68936" fmla="*/ 514487 h 2398711"/>
              <a:gd name="connsiteX68937" fmla="*/ 1091600 w 2119654"/>
              <a:gd name="connsiteY68937" fmla="*/ 516188 h 2398711"/>
              <a:gd name="connsiteX68938" fmla="*/ 1091902 w 2119654"/>
              <a:gd name="connsiteY68938" fmla="*/ 515429 h 2398711"/>
              <a:gd name="connsiteX68939" fmla="*/ 1091791 w 2119654"/>
              <a:gd name="connsiteY68939" fmla="*/ 514716 h 2398711"/>
              <a:gd name="connsiteX68940" fmla="*/ 464220 w 2119654"/>
              <a:gd name="connsiteY68940" fmla="*/ 1918637 h 2398711"/>
              <a:gd name="connsiteX68941" fmla="*/ 469480 w 2119654"/>
              <a:gd name="connsiteY68941" fmla="*/ 1919639 h 2398711"/>
              <a:gd name="connsiteX68942" fmla="*/ 468201 w 2119654"/>
              <a:gd name="connsiteY68942" fmla="*/ 1919050 h 2398711"/>
              <a:gd name="connsiteX68943" fmla="*/ 464108 w 2119654"/>
              <a:gd name="connsiteY68943" fmla="*/ 1918860 h 2398711"/>
              <a:gd name="connsiteX68944" fmla="*/ 462258 w 2119654"/>
              <a:gd name="connsiteY68944" fmla="*/ 1928627 h 2398711"/>
              <a:gd name="connsiteX68945" fmla="*/ 480219 w 2119654"/>
              <a:gd name="connsiteY68945" fmla="*/ 1928988 h 2398711"/>
              <a:gd name="connsiteX68946" fmla="*/ 485417 w 2119654"/>
              <a:gd name="connsiteY68946" fmla="*/ 1928255 h 2398711"/>
              <a:gd name="connsiteX68947" fmla="*/ 479462 w 2119654"/>
              <a:gd name="connsiteY68947" fmla="*/ 1926003 h 2398711"/>
              <a:gd name="connsiteX68948" fmla="*/ 479308 w 2119654"/>
              <a:gd name="connsiteY68948" fmla="*/ 1925685 h 2398711"/>
              <a:gd name="connsiteX68949" fmla="*/ 485856 w 2119654"/>
              <a:gd name="connsiteY68949" fmla="*/ 1928162 h 2398711"/>
              <a:gd name="connsiteX68950" fmla="*/ 485757 w 2119654"/>
              <a:gd name="connsiteY68950" fmla="*/ 1927134 h 2398711"/>
              <a:gd name="connsiteX68951" fmla="*/ 470382 w 2119654"/>
              <a:gd name="connsiteY68951" fmla="*/ 1920055 h 2398711"/>
              <a:gd name="connsiteX68952" fmla="*/ 1179028 w 2119654"/>
              <a:gd name="connsiteY68952" fmla="*/ 317602 h 2398711"/>
              <a:gd name="connsiteX68953" fmla="*/ 1183502 w 2119654"/>
              <a:gd name="connsiteY68953" fmla="*/ 329089 h 2398711"/>
              <a:gd name="connsiteX68954" fmla="*/ 1185073 w 2119654"/>
              <a:gd name="connsiteY68954" fmla="*/ 333288 h 2398711"/>
              <a:gd name="connsiteX68955" fmla="*/ 1183127 w 2119654"/>
              <a:gd name="connsiteY68955" fmla="*/ 309963 h 2398711"/>
              <a:gd name="connsiteX68956" fmla="*/ 1183067 w 2119654"/>
              <a:gd name="connsiteY68956" fmla="*/ 309584 h 2398711"/>
              <a:gd name="connsiteX68957" fmla="*/ 1143760 w 2119654"/>
              <a:gd name="connsiteY68957" fmla="*/ 396450 h 2398711"/>
              <a:gd name="connsiteX68958" fmla="*/ 1148585 w 2119654"/>
              <a:gd name="connsiteY68958" fmla="*/ 405822 h 2398711"/>
              <a:gd name="connsiteX68959" fmla="*/ 1150016 w 2119654"/>
              <a:gd name="connsiteY68959" fmla="*/ 408189 h 2398711"/>
              <a:gd name="connsiteX68960" fmla="*/ 1149166 w 2119654"/>
              <a:gd name="connsiteY68960" fmla="*/ 400657 h 2398711"/>
              <a:gd name="connsiteX68961" fmla="*/ 464403 w 2119654"/>
              <a:gd name="connsiteY68961" fmla="*/ 1917302 h 2398711"/>
              <a:gd name="connsiteX68962" fmla="*/ 464357 w 2119654"/>
              <a:gd name="connsiteY68962" fmla="*/ 1917546 h 2398711"/>
              <a:gd name="connsiteX68963" fmla="*/ 465099 w 2119654"/>
              <a:gd name="connsiteY68963" fmla="*/ 1917622 h 2398711"/>
              <a:gd name="connsiteX68964" fmla="*/ 1177111 w 2119654"/>
              <a:gd name="connsiteY68964" fmla="*/ 321409 h 2398711"/>
              <a:gd name="connsiteX68965" fmla="*/ 1185571 w 2119654"/>
              <a:gd name="connsiteY68965" fmla="*/ 339254 h 2398711"/>
              <a:gd name="connsiteX68966" fmla="*/ 1185192 w 2119654"/>
              <a:gd name="connsiteY68966" fmla="*/ 334722 h 2398711"/>
              <a:gd name="connsiteX68967" fmla="*/ 1178890 w 2119654"/>
              <a:gd name="connsiteY68967" fmla="*/ 317876 h 2398711"/>
              <a:gd name="connsiteX68968" fmla="*/ 1111228 w 2119654"/>
              <a:gd name="connsiteY68968" fmla="*/ 468472 h 2398711"/>
              <a:gd name="connsiteX68969" fmla="*/ 1110904 w 2119654"/>
              <a:gd name="connsiteY68969" fmla="*/ 473308 h 2398711"/>
              <a:gd name="connsiteX68970" fmla="*/ 1112657 w 2119654"/>
              <a:gd name="connsiteY68970" fmla="*/ 471845 h 2398711"/>
              <a:gd name="connsiteX68971" fmla="*/ 1111794 w 2119654"/>
              <a:gd name="connsiteY68971" fmla="*/ 469598 h 2398711"/>
              <a:gd name="connsiteX68972" fmla="*/ 449732 w 2119654"/>
              <a:gd name="connsiteY68972" fmla="*/ 1949357 h 2398711"/>
              <a:gd name="connsiteX68973" fmla="*/ 449577 w 2119654"/>
              <a:gd name="connsiteY68973" fmla="*/ 1953201 h 2398711"/>
              <a:gd name="connsiteX68974" fmla="*/ 457072 w 2119654"/>
              <a:gd name="connsiteY68974" fmla="*/ 1953294 h 2398711"/>
              <a:gd name="connsiteX68975" fmla="*/ 457728 w 2119654"/>
              <a:gd name="connsiteY68975" fmla="*/ 1949831 h 2398711"/>
              <a:gd name="connsiteX68976" fmla="*/ 1121152 w 2119654"/>
              <a:gd name="connsiteY68976" fmla="*/ 445864 h 2398711"/>
              <a:gd name="connsiteX68977" fmla="*/ 1120971 w 2119654"/>
              <a:gd name="connsiteY68977" fmla="*/ 448574 h 2398711"/>
              <a:gd name="connsiteX68978" fmla="*/ 1125352 w 2119654"/>
              <a:gd name="connsiteY68978" fmla="*/ 453715 h 2398711"/>
              <a:gd name="connsiteX68979" fmla="*/ 1126226 w 2119654"/>
              <a:gd name="connsiteY68979" fmla="*/ 454507 h 2398711"/>
              <a:gd name="connsiteX68980" fmla="*/ 1125665 w 2119654"/>
              <a:gd name="connsiteY68980" fmla="*/ 451994 h 2398711"/>
              <a:gd name="connsiteX68981" fmla="*/ 1124328 w 2119654"/>
              <a:gd name="connsiteY68981" fmla="*/ 450008 h 2398711"/>
              <a:gd name="connsiteX68982" fmla="*/ 497901 w 2119654"/>
              <a:gd name="connsiteY68982" fmla="*/ 1840483 h 2398711"/>
              <a:gd name="connsiteX68983" fmla="*/ 497958 w 2119654"/>
              <a:gd name="connsiteY68983" fmla="*/ 1840633 h 2398711"/>
              <a:gd name="connsiteX68984" fmla="*/ 498579 w 2119654"/>
              <a:gd name="connsiteY68984" fmla="*/ 1841014 h 2398711"/>
              <a:gd name="connsiteX68985" fmla="*/ 499279 w 2119654"/>
              <a:gd name="connsiteY68985" fmla="*/ 1841054 h 2398711"/>
              <a:gd name="connsiteX68986" fmla="*/ 499271 w 2119654"/>
              <a:gd name="connsiteY68986" fmla="*/ 1840592 h 2398711"/>
              <a:gd name="connsiteX68987" fmla="*/ 1102921 w 2119654"/>
              <a:gd name="connsiteY68987" fmla="*/ 485602 h 2398711"/>
              <a:gd name="connsiteX68988" fmla="*/ 1103383 w 2119654"/>
              <a:gd name="connsiteY68988" fmla="*/ 486889 h 2398711"/>
              <a:gd name="connsiteX68989" fmla="*/ 1103710 w 2119654"/>
              <a:gd name="connsiteY68989" fmla="*/ 487234 h 2398711"/>
              <a:gd name="connsiteX68990" fmla="*/ 1103905 w 2119654"/>
              <a:gd name="connsiteY68990" fmla="*/ 486394 h 2398711"/>
              <a:gd name="connsiteX68991" fmla="*/ 1103311 w 2119654"/>
              <a:gd name="connsiteY68991" fmla="*/ 485257 h 2398711"/>
              <a:gd name="connsiteX68992" fmla="*/ 496087 w 2119654"/>
              <a:gd name="connsiteY68992" fmla="*/ 1844400 h 2398711"/>
              <a:gd name="connsiteX68993" fmla="*/ 496113 w 2119654"/>
              <a:gd name="connsiteY68993" fmla="*/ 1844477 h 2398711"/>
              <a:gd name="connsiteX68994" fmla="*/ 496168 w 2119654"/>
              <a:gd name="connsiteY68994" fmla="*/ 1844480 h 2398711"/>
              <a:gd name="connsiteX68995" fmla="*/ 465083 w 2119654"/>
              <a:gd name="connsiteY68995" fmla="*/ 1913713 h 2398711"/>
              <a:gd name="connsiteX68996" fmla="*/ 464455 w 2119654"/>
              <a:gd name="connsiteY68996" fmla="*/ 1917031 h 2398711"/>
              <a:gd name="connsiteX68997" fmla="*/ 465917 w 2119654"/>
              <a:gd name="connsiteY68997" fmla="*/ 1917705 h 2398711"/>
              <a:gd name="connsiteX68998" fmla="*/ 466832 w 2119654"/>
              <a:gd name="connsiteY68998" fmla="*/ 1917798 h 2398711"/>
              <a:gd name="connsiteX68999" fmla="*/ 473344 w 2119654"/>
              <a:gd name="connsiteY68999" fmla="*/ 1917498 h 2398711"/>
              <a:gd name="connsiteX69000" fmla="*/ 449793 w 2119654"/>
              <a:gd name="connsiteY69000" fmla="*/ 1947831 h 2398711"/>
              <a:gd name="connsiteX69001" fmla="*/ 449750 w 2119654"/>
              <a:gd name="connsiteY69001" fmla="*/ 1948901 h 2398711"/>
              <a:gd name="connsiteX69002" fmla="*/ 457835 w 2119654"/>
              <a:gd name="connsiteY69002" fmla="*/ 1949268 h 2398711"/>
              <a:gd name="connsiteX69003" fmla="*/ 457844 w 2119654"/>
              <a:gd name="connsiteY69003" fmla="*/ 1949218 h 2398711"/>
              <a:gd name="connsiteX69004" fmla="*/ 1121262 w 2119654"/>
              <a:gd name="connsiteY69004" fmla="*/ 444230 h 2398711"/>
              <a:gd name="connsiteX69005" fmla="*/ 1121246 w 2119654"/>
              <a:gd name="connsiteY69005" fmla="*/ 444466 h 2398711"/>
              <a:gd name="connsiteX69006" fmla="*/ 1121889 w 2119654"/>
              <a:gd name="connsiteY69006" fmla="*/ 445208 h 2398711"/>
              <a:gd name="connsiteX69007" fmla="*/ 1167728 w 2119654"/>
              <a:gd name="connsiteY69007" fmla="*/ 340036 h 2398711"/>
              <a:gd name="connsiteX69008" fmla="*/ 1177029 w 2119654"/>
              <a:gd name="connsiteY69008" fmla="*/ 349216 h 2398711"/>
              <a:gd name="connsiteX69009" fmla="*/ 1182888 w 2119654"/>
              <a:gd name="connsiteY69009" fmla="*/ 342682 h 2398711"/>
              <a:gd name="connsiteX69010" fmla="*/ 1181652 w 2119654"/>
              <a:gd name="connsiteY69010" fmla="*/ 340926 h 2398711"/>
              <a:gd name="connsiteX69011" fmla="*/ 1182116 w 2119654"/>
              <a:gd name="connsiteY69011" fmla="*/ 341067 h 2398711"/>
              <a:gd name="connsiteX69012" fmla="*/ 1183093 w 2119654"/>
              <a:gd name="connsiteY69012" fmla="*/ 342453 h 2398711"/>
              <a:gd name="connsiteX69013" fmla="*/ 1185423 w 2119654"/>
              <a:gd name="connsiteY69013" fmla="*/ 339854 h 2398711"/>
              <a:gd name="connsiteX69014" fmla="*/ 1176888 w 2119654"/>
              <a:gd name="connsiteY69014" fmla="*/ 321852 h 2398711"/>
              <a:gd name="connsiteX69015" fmla="*/ 1149304 w 2119654"/>
              <a:gd name="connsiteY69015" fmla="*/ 381191 h 2398711"/>
              <a:gd name="connsiteX69016" fmla="*/ 1151123 w 2119654"/>
              <a:gd name="connsiteY69016" fmla="*/ 379477 h 2398711"/>
              <a:gd name="connsiteX69017" fmla="*/ 1151019 w 2119654"/>
              <a:gd name="connsiteY69017" fmla="*/ 379227 h 2398711"/>
              <a:gd name="connsiteX69018" fmla="*/ 1102509 w 2119654"/>
              <a:gd name="connsiteY69018" fmla="*/ 485967 h 2398711"/>
              <a:gd name="connsiteX69019" fmla="*/ 1102768 w 2119654"/>
              <a:gd name="connsiteY69019" fmla="*/ 486239 h 2398711"/>
              <a:gd name="connsiteX69020" fmla="*/ 1102631 w 2119654"/>
              <a:gd name="connsiteY69020" fmla="*/ 485859 h 2398711"/>
              <a:gd name="connsiteX69021" fmla="*/ 1089583 w 2119654"/>
              <a:gd name="connsiteY69021" fmla="*/ 514906 h 2398711"/>
              <a:gd name="connsiteX69022" fmla="*/ 1089324 w 2119654"/>
              <a:gd name="connsiteY69022" fmla="*/ 516538 h 2398711"/>
              <a:gd name="connsiteX69023" fmla="*/ 1089932 w 2119654"/>
              <a:gd name="connsiteY69023" fmla="*/ 517408 h 2398711"/>
              <a:gd name="connsiteX69024" fmla="*/ 1102175 w 2119654"/>
              <a:gd name="connsiteY69024" fmla="*/ 486425 h 2398711"/>
              <a:gd name="connsiteX69025" fmla="*/ 1102571 w 2119654"/>
              <a:gd name="connsiteY69025" fmla="*/ 487816 h 2398711"/>
              <a:gd name="connsiteX69026" fmla="*/ 1103453 w 2119654"/>
              <a:gd name="connsiteY69026" fmla="*/ 488340 h 2398711"/>
              <a:gd name="connsiteX69027" fmla="*/ 1103480 w 2119654"/>
              <a:gd name="connsiteY69027" fmla="*/ 488224 h 2398711"/>
              <a:gd name="connsiteX69028" fmla="*/ 1103236 w 2119654"/>
              <a:gd name="connsiteY69028" fmla="*/ 487544 h 2398711"/>
              <a:gd name="connsiteX69029" fmla="*/ 1164722 w 2119654"/>
              <a:gd name="connsiteY69029" fmla="*/ 346003 h 2398711"/>
              <a:gd name="connsiteX69030" fmla="*/ 1166393 w 2119654"/>
              <a:gd name="connsiteY69030" fmla="*/ 361156 h 2398711"/>
              <a:gd name="connsiteX69031" fmla="*/ 1168894 w 2119654"/>
              <a:gd name="connsiteY69031" fmla="*/ 358289 h 2398711"/>
              <a:gd name="connsiteX69032" fmla="*/ 1176582 w 2119654"/>
              <a:gd name="connsiteY69032" fmla="*/ 349715 h 2398711"/>
              <a:gd name="connsiteX69033" fmla="*/ 1167411 w 2119654"/>
              <a:gd name="connsiteY69033" fmla="*/ 340665 h 2398711"/>
              <a:gd name="connsiteX69034" fmla="*/ 1092907 w 2119654"/>
              <a:gd name="connsiteY69034" fmla="*/ 506767 h 2398711"/>
              <a:gd name="connsiteX69035" fmla="*/ 1093478 w 2119654"/>
              <a:gd name="connsiteY69035" fmla="*/ 509446 h 2398711"/>
              <a:gd name="connsiteX69036" fmla="*/ 1093918 w 2119654"/>
              <a:gd name="connsiteY69036" fmla="*/ 507370 h 2398711"/>
              <a:gd name="connsiteX69037" fmla="*/ 465504 w 2119654"/>
              <a:gd name="connsiteY69037" fmla="*/ 1911628 h 2398711"/>
              <a:gd name="connsiteX69038" fmla="*/ 465361 w 2119654"/>
              <a:gd name="connsiteY69038" fmla="*/ 1912249 h 2398711"/>
              <a:gd name="connsiteX69039" fmla="*/ 465179 w 2119654"/>
              <a:gd name="connsiteY69039" fmla="*/ 1913210 h 2398711"/>
              <a:gd name="connsiteX69040" fmla="*/ 474735 w 2119654"/>
              <a:gd name="connsiteY69040" fmla="*/ 1917434 h 2398711"/>
              <a:gd name="connsiteX69041" fmla="*/ 477695 w 2119654"/>
              <a:gd name="connsiteY69041" fmla="*/ 1917297 h 2398711"/>
              <a:gd name="connsiteX69042" fmla="*/ 480883 w 2119654"/>
              <a:gd name="connsiteY69042" fmla="*/ 1910142 h 2398711"/>
              <a:gd name="connsiteX69043" fmla="*/ 493419 w 2119654"/>
              <a:gd name="connsiteY69043" fmla="*/ 1849070 h 2398711"/>
              <a:gd name="connsiteX69044" fmla="*/ 494918 w 2119654"/>
              <a:gd name="connsiteY69044" fmla="*/ 1849411 h 2398711"/>
              <a:gd name="connsiteX69045" fmla="*/ 494134 w 2119654"/>
              <a:gd name="connsiteY69045" fmla="*/ 1849107 h 2398711"/>
              <a:gd name="connsiteX69046" fmla="*/ 1162129 w 2119654"/>
              <a:gd name="connsiteY69046" fmla="*/ 351150 h 2398711"/>
              <a:gd name="connsiteX69047" fmla="*/ 1163264 w 2119654"/>
              <a:gd name="connsiteY69047" fmla="*/ 364741 h 2398711"/>
              <a:gd name="connsiteX69048" fmla="*/ 1165781 w 2119654"/>
              <a:gd name="connsiteY69048" fmla="*/ 361857 h 2398711"/>
              <a:gd name="connsiteX69049" fmla="*/ 1164124 w 2119654"/>
              <a:gd name="connsiteY69049" fmla="*/ 347190 h 2398711"/>
              <a:gd name="connsiteX69050" fmla="*/ 1143316 w 2119654"/>
              <a:gd name="connsiteY69050" fmla="*/ 393107 h 2398711"/>
              <a:gd name="connsiteX69051" fmla="*/ 1148795 w 2119654"/>
              <a:gd name="connsiteY69051" fmla="*/ 397371 h 2398711"/>
              <a:gd name="connsiteX69052" fmla="*/ 1147887 w 2119654"/>
              <a:gd name="connsiteY69052" fmla="*/ 389327 h 2398711"/>
              <a:gd name="connsiteX69053" fmla="*/ 1147630 w 2119654"/>
              <a:gd name="connsiteY69053" fmla="*/ 388961 h 2398711"/>
              <a:gd name="connsiteX69054" fmla="*/ 1146468 w 2119654"/>
              <a:gd name="connsiteY69054" fmla="*/ 390056 h 2398711"/>
              <a:gd name="connsiteX69055" fmla="*/ 495657 w 2119654"/>
              <a:gd name="connsiteY69055" fmla="*/ 1843135 h 2398711"/>
              <a:gd name="connsiteX69056" fmla="*/ 495737 w 2119654"/>
              <a:gd name="connsiteY69056" fmla="*/ 1843370 h 2398711"/>
              <a:gd name="connsiteX69057" fmla="*/ 496923 w 2119654"/>
              <a:gd name="connsiteY69057" fmla="*/ 1844519 h 2398711"/>
              <a:gd name="connsiteX69058" fmla="*/ 498491 w 2119654"/>
              <a:gd name="connsiteY69058" fmla="*/ 1844600 h 2398711"/>
              <a:gd name="connsiteX69059" fmla="*/ 496066 w 2119654"/>
              <a:gd name="connsiteY69059" fmla="*/ 1843112 h 2398711"/>
              <a:gd name="connsiteX69060" fmla="*/ 1147679 w 2119654"/>
              <a:gd name="connsiteY69060" fmla="*/ 383066 h 2398711"/>
              <a:gd name="connsiteX69061" fmla="*/ 1148217 w 2119654"/>
              <a:gd name="connsiteY69061" fmla="*/ 387948 h 2398711"/>
              <a:gd name="connsiteX69062" fmla="*/ 1152847 w 2119654"/>
              <a:gd name="connsiteY69062" fmla="*/ 383585 h 2398711"/>
              <a:gd name="connsiteX69063" fmla="*/ 1151227 w 2119654"/>
              <a:gd name="connsiteY69063" fmla="*/ 379723 h 2398711"/>
              <a:gd name="connsiteX69064" fmla="*/ 1090784 w 2119654"/>
              <a:gd name="connsiteY69064" fmla="*/ 510360 h 2398711"/>
              <a:gd name="connsiteX69065" fmla="*/ 1090826 w 2119654"/>
              <a:gd name="connsiteY69065" fmla="*/ 510660 h 2398711"/>
              <a:gd name="connsiteX69066" fmla="*/ 1091185 w 2119654"/>
              <a:gd name="connsiteY69066" fmla="*/ 510852 h 2398711"/>
              <a:gd name="connsiteX69067" fmla="*/ 1091166 w 2119654"/>
              <a:gd name="connsiteY69067" fmla="*/ 510729 h 2398711"/>
              <a:gd name="connsiteX69068" fmla="*/ 497371 w 2119654"/>
              <a:gd name="connsiteY69068" fmla="*/ 1839114 h 2398711"/>
              <a:gd name="connsiteX69069" fmla="*/ 497660 w 2119654"/>
              <a:gd name="connsiteY69069" fmla="*/ 1839861 h 2398711"/>
              <a:gd name="connsiteX69070" fmla="*/ 499256 w 2119654"/>
              <a:gd name="connsiteY69070" fmla="*/ 1839839 h 2398711"/>
              <a:gd name="connsiteX69071" fmla="*/ 499247 w 2119654"/>
              <a:gd name="connsiteY69071" fmla="*/ 1839301 h 2398711"/>
              <a:gd name="connsiteX69072" fmla="*/ 1104884 w 2119654"/>
              <a:gd name="connsiteY69072" fmla="*/ 478720 h 2398711"/>
              <a:gd name="connsiteX69073" fmla="*/ 1105294 w 2119654"/>
              <a:gd name="connsiteY69073" fmla="*/ 479664 h 2398711"/>
              <a:gd name="connsiteX69074" fmla="*/ 1105509 w 2119654"/>
              <a:gd name="connsiteY69074" fmla="*/ 479500 h 2398711"/>
              <a:gd name="connsiteX69075" fmla="*/ 1105690 w 2119654"/>
              <a:gd name="connsiteY69075" fmla="*/ 478720 h 2398711"/>
              <a:gd name="connsiteX69076" fmla="*/ 1105476 w 2119654"/>
              <a:gd name="connsiteY69076" fmla="*/ 478227 h 2398711"/>
              <a:gd name="connsiteX69077" fmla="*/ 1158399 w 2119654"/>
              <a:gd name="connsiteY69077" fmla="*/ 358566 h 2398711"/>
              <a:gd name="connsiteX69078" fmla="*/ 1161699 w 2119654"/>
              <a:gd name="connsiteY69078" fmla="*/ 365537 h 2398711"/>
              <a:gd name="connsiteX69079" fmla="*/ 1160731 w 2119654"/>
              <a:gd name="connsiteY69079" fmla="*/ 353928 h 2398711"/>
              <a:gd name="connsiteX69080" fmla="*/ 1158440 w 2119654"/>
              <a:gd name="connsiteY69080" fmla="*/ 358477 h 2398711"/>
              <a:gd name="connsiteX69081" fmla="*/ 481562 w 2119654"/>
              <a:gd name="connsiteY69081" fmla="*/ 1874133 h 2398711"/>
              <a:gd name="connsiteX69082" fmla="*/ 481774 w 2119654"/>
              <a:gd name="connsiteY69082" fmla="*/ 1877955 h 2398711"/>
              <a:gd name="connsiteX69083" fmla="*/ 484552 w 2119654"/>
              <a:gd name="connsiteY69083" fmla="*/ 1876991 h 2398711"/>
              <a:gd name="connsiteX69084" fmla="*/ 484145 w 2119654"/>
              <a:gd name="connsiteY69084" fmla="*/ 1875314 h 2398711"/>
              <a:gd name="connsiteX69085" fmla="*/ 483778 w 2119654"/>
              <a:gd name="connsiteY69085" fmla="*/ 1874544 h 2398711"/>
              <a:gd name="connsiteX69086" fmla="*/ 482589 w 2119654"/>
              <a:gd name="connsiteY69086" fmla="*/ 1874067 h 2398711"/>
              <a:gd name="connsiteX69087" fmla="*/ 495539 w 2119654"/>
              <a:gd name="connsiteY69087" fmla="*/ 1842788 h 2398711"/>
              <a:gd name="connsiteX69088" fmla="*/ 495577 w 2119654"/>
              <a:gd name="connsiteY69088" fmla="*/ 1842899 h 2398711"/>
              <a:gd name="connsiteX69089" fmla="*/ 495708 w 2119654"/>
              <a:gd name="connsiteY69089" fmla="*/ 1842892 h 2398711"/>
              <a:gd name="connsiteX69090" fmla="*/ 1156314 w 2119654"/>
              <a:gd name="connsiteY69090" fmla="*/ 363151 h 2398711"/>
              <a:gd name="connsiteX69091" fmla="*/ 1160526 w 2119654"/>
              <a:gd name="connsiteY69091" fmla="*/ 367878 h 2398711"/>
              <a:gd name="connsiteX69092" fmla="*/ 1161775 w 2119654"/>
              <a:gd name="connsiteY69092" fmla="*/ 366447 h 2398711"/>
              <a:gd name="connsiteX69093" fmla="*/ 1161755 w 2119654"/>
              <a:gd name="connsiteY69093" fmla="*/ 366204 h 2398711"/>
              <a:gd name="connsiteX69094" fmla="*/ 1158272 w 2119654"/>
              <a:gd name="connsiteY69094" fmla="*/ 358846 h 2398711"/>
              <a:gd name="connsiteX69095" fmla="*/ 1154779 w 2119654"/>
              <a:gd name="connsiteY69095" fmla="*/ 366529 h 2398711"/>
              <a:gd name="connsiteX69096" fmla="*/ 1156494 w 2119654"/>
              <a:gd name="connsiteY69096" fmla="*/ 372499 h 2398711"/>
              <a:gd name="connsiteX69097" fmla="*/ 1160344 w 2119654"/>
              <a:gd name="connsiteY69097" fmla="*/ 368088 h 2398711"/>
              <a:gd name="connsiteX69098" fmla="*/ 1156189 w 2119654"/>
              <a:gd name="connsiteY69098" fmla="*/ 363426 h 2398711"/>
              <a:gd name="connsiteX69099" fmla="*/ 1152989 w 2119654"/>
              <a:gd name="connsiteY69099" fmla="*/ 370466 h 2398711"/>
              <a:gd name="connsiteX69100" fmla="*/ 1154948 w 2119654"/>
              <a:gd name="connsiteY69100" fmla="*/ 374271 h 2398711"/>
              <a:gd name="connsiteX69101" fmla="*/ 1156258 w 2119654"/>
              <a:gd name="connsiteY69101" fmla="*/ 372769 h 2398711"/>
              <a:gd name="connsiteX69102" fmla="*/ 1154587 w 2119654"/>
              <a:gd name="connsiteY69102" fmla="*/ 366950 h 2398711"/>
              <a:gd name="connsiteX69103" fmla="*/ 1121479 w 2119654"/>
              <a:gd name="connsiteY69103" fmla="*/ 441000 h 2398711"/>
              <a:gd name="connsiteX69104" fmla="*/ 1121293 w 2119654"/>
              <a:gd name="connsiteY69104" fmla="*/ 443767 h 2398711"/>
              <a:gd name="connsiteX69105" fmla="*/ 1123142 w 2119654"/>
              <a:gd name="connsiteY69105" fmla="*/ 446652 h 2398711"/>
              <a:gd name="connsiteX69106" fmla="*/ 1124932 w 2119654"/>
              <a:gd name="connsiteY69106" fmla="*/ 448715 h 2398711"/>
              <a:gd name="connsiteX69107" fmla="*/ 1123918 w 2119654"/>
              <a:gd name="connsiteY69107" fmla="*/ 444183 h 2398711"/>
              <a:gd name="connsiteX69108" fmla="*/ 481547 w 2119654"/>
              <a:gd name="connsiteY69108" fmla="*/ 1873868 h 2398711"/>
              <a:gd name="connsiteX69109" fmla="*/ 481550 w 2119654"/>
              <a:gd name="connsiteY69109" fmla="*/ 1873928 h 2398711"/>
              <a:gd name="connsiteX69110" fmla="*/ 482075 w 2119654"/>
              <a:gd name="connsiteY69110" fmla="*/ 1873887 h 2398711"/>
              <a:gd name="connsiteX69111" fmla="*/ 1092636 w 2119654"/>
              <a:gd name="connsiteY69111" fmla="*/ 505497 h 2398711"/>
              <a:gd name="connsiteX69112" fmla="*/ 1092733 w 2119654"/>
              <a:gd name="connsiteY69112" fmla="*/ 505947 h 2398711"/>
              <a:gd name="connsiteX69113" fmla="*/ 1094053 w 2119654"/>
              <a:gd name="connsiteY69113" fmla="*/ 506734 h 2398711"/>
              <a:gd name="connsiteX69114" fmla="*/ 1094072 w 2119654"/>
              <a:gd name="connsiteY69114" fmla="*/ 506648 h 2398711"/>
              <a:gd name="connsiteX69115" fmla="*/ 1147597 w 2119654"/>
              <a:gd name="connsiteY69115" fmla="*/ 382326 h 2398711"/>
              <a:gd name="connsiteX69116" fmla="*/ 1147633 w 2119654"/>
              <a:gd name="connsiteY69116" fmla="*/ 382653 h 2398711"/>
              <a:gd name="connsiteX69117" fmla="*/ 1150890 w 2119654"/>
              <a:gd name="connsiteY69117" fmla="*/ 378921 h 2398711"/>
              <a:gd name="connsiteX69118" fmla="*/ 1150053 w 2119654"/>
              <a:gd name="connsiteY69118" fmla="*/ 376925 h 2398711"/>
              <a:gd name="connsiteX69119" fmla="*/ 1145861 w 2119654"/>
              <a:gd name="connsiteY69119" fmla="*/ 386145 h 2398711"/>
              <a:gd name="connsiteX69120" fmla="*/ 1147564 w 2119654"/>
              <a:gd name="connsiteY69120" fmla="*/ 388564 h 2398711"/>
              <a:gd name="connsiteX69121" fmla="*/ 1147778 w 2119654"/>
              <a:gd name="connsiteY69121" fmla="*/ 388362 h 2398711"/>
              <a:gd name="connsiteX69122" fmla="*/ 1147236 w 2119654"/>
              <a:gd name="connsiteY69122" fmla="*/ 383561 h 2398711"/>
              <a:gd name="connsiteX69123" fmla="*/ 1146817 w 2119654"/>
              <a:gd name="connsiteY69123" fmla="*/ 384041 h 2398711"/>
              <a:gd name="connsiteX69124" fmla="*/ 1091334 w 2119654"/>
              <a:gd name="connsiteY69124" fmla="*/ 508168 h 2398711"/>
              <a:gd name="connsiteX69125" fmla="*/ 1091127 w 2119654"/>
              <a:gd name="connsiteY69125" fmla="*/ 508692 h 2398711"/>
              <a:gd name="connsiteX69126" fmla="*/ 1091216 w 2119654"/>
              <a:gd name="connsiteY69126" fmla="*/ 509213 h 2398711"/>
              <a:gd name="connsiteX69127" fmla="*/ 1092108 w 2119654"/>
              <a:gd name="connsiteY69127" fmla="*/ 510010 h 2398711"/>
              <a:gd name="connsiteX69128" fmla="*/ 1142858 w 2119654"/>
              <a:gd name="connsiteY69128" fmla="*/ 392749 h 2398711"/>
              <a:gd name="connsiteX69129" fmla="*/ 1143002 w 2119654"/>
              <a:gd name="connsiteY69129" fmla="*/ 392863 h 2398711"/>
              <a:gd name="connsiteX69130" fmla="*/ 1147435 w 2119654"/>
              <a:gd name="connsiteY69130" fmla="*/ 388685 h 2398711"/>
              <a:gd name="connsiteX69131" fmla="*/ 1145777 w 2119654"/>
              <a:gd name="connsiteY69131" fmla="*/ 386329 h 2398711"/>
              <a:gd name="connsiteX69132" fmla="*/ 1183030 w 2119654"/>
              <a:gd name="connsiteY69132" fmla="*/ 302791 h 2398711"/>
              <a:gd name="connsiteX69133" fmla="*/ 1183616 w 2119654"/>
              <a:gd name="connsiteY69133" fmla="*/ 306499 h 2398711"/>
              <a:gd name="connsiteX69134" fmla="*/ 1184669 w 2119654"/>
              <a:gd name="connsiteY69134" fmla="*/ 304409 h 2398711"/>
              <a:gd name="connsiteX69135" fmla="*/ 1141376 w 2119654"/>
              <a:gd name="connsiteY69135" fmla="*/ 396011 h 2398711"/>
              <a:gd name="connsiteX69136" fmla="*/ 1148671 w 2119654"/>
              <a:gd name="connsiteY69136" fmla="*/ 413396 h 2398711"/>
              <a:gd name="connsiteX69137" fmla="*/ 1148896 w 2119654"/>
              <a:gd name="connsiteY69137" fmla="*/ 414331 h 2398711"/>
              <a:gd name="connsiteX69138" fmla="*/ 1149547 w 2119654"/>
              <a:gd name="connsiteY69138" fmla="*/ 415093 h 2398711"/>
              <a:gd name="connsiteX69139" fmla="*/ 1150517 w 2119654"/>
              <a:gd name="connsiteY69139" fmla="*/ 413426 h 2398711"/>
              <a:gd name="connsiteX69140" fmla="*/ 1141459 w 2119654"/>
              <a:gd name="connsiteY69140" fmla="*/ 395829 h 2398711"/>
              <a:gd name="connsiteX69141" fmla="*/ 478359 w 2119654"/>
              <a:gd name="connsiteY69141" fmla="*/ 1880557 h 2398711"/>
              <a:gd name="connsiteX69142" fmla="*/ 481426 w 2119654"/>
              <a:gd name="connsiteY69142" fmla="*/ 1881859 h 2398711"/>
              <a:gd name="connsiteX69143" fmla="*/ 481350 w 2119654"/>
              <a:gd name="connsiteY69143" fmla="*/ 1881061 h 2398711"/>
              <a:gd name="connsiteX69144" fmla="*/ 480976 w 2119654"/>
              <a:gd name="connsiteY69144" fmla="*/ 1879858 h 2398711"/>
              <a:gd name="connsiteX69145" fmla="*/ 1138636 w 2119654"/>
              <a:gd name="connsiteY69145" fmla="*/ 402036 h 2398711"/>
              <a:gd name="connsiteX69146" fmla="*/ 1140054 w 2119654"/>
              <a:gd name="connsiteY69146" fmla="*/ 404413 h 2398711"/>
              <a:gd name="connsiteX69147" fmla="*/ 1140492 w 2119654"/>
              <a:gd name="connsiteY69147" fmla="*/ 404500 h 2398711"/>
              <a:gd name="connsiteX69148" fmla="*/ 1141999 w 2119654"/>
              <a:gd name="connsiteY69148" fmla="*/ 406263 h 2398711"/>
              <a:gd name="connsiteX69149" fmla="*/ 1141455 w 2119654"/>
              <a:gd name="connsiteY69149" fmla="*/ 403997 h 2398711"/>
              <a:gd name="connsiteX69150" fmla="*/ 1139674 w 2119654"/>
              <a:gd name="connsiteY69150" fmla="*/ 399753 h 2398711"/>
              <a:gd name="connsiteX69151" fmla="*/ 1092081 w 2119654"/>
              <a:gd name="connsiteY69151" fmla="*/ 506276 h 2398711"/>
              <a:gd name="connsiteX69152" fmla="*/ 1091842 w 2119654"/>
              <a:gd name="connsiteY69152" fmla="*/ 506881 h 2398711"/>
              <a:gd name="connsiteX69153" fmla="*/ 1093342 w 2119654"/>
              <a:gd name="connsiteY69153" fmla="*/ 510084 h 2398711"/>
              <a:gd name="connsiteX69154" fmla="*/ 1093412 w 2119654"/>
              <a:gd name="connsiteY69154" fmla="*/ 509759 h 2398711"/>
              <a:gd name="connsiteX69155" fmla="*/ 1092755 w 2119654"/>
              <a:gd name="connsiteY69155" fmla="*/ 506677 h 2398711"/>
              <a:gd name="connsiteX69156" fmla="*/ 1137363 w 2119654"/>
              <a:gd name="connsiteY69156" fmla="*/ 404836 h 2398711"/>
              <a:gd name="connsiteX69157" fmla="*/ 1137905 w 2119654"/>
              <a:gd name="connsiteY69157" fmla="*/ 406433 h 2398711"/>
              <a:gd name="connsiteX69158" fmla="*/ 1142991 w 2119654"/>
              <a:gd name="connsiteY69158" fmla="*/ 410392 h 2398711"/>
              <a:gd name="connsiteX69159" fmla="*/ 1142764 w 2119654"/>
              <a:gd name="connsiteY69159" fmla="*/ 409446 h 2398711"/>
              <a:gd name="connsiteX69160" fmla="*/ 1138743 w 2119654"/>
              <a:gd name="connsiteY69160" fmla="*/ 402496 h 2398711"/>
              <a:gd name="connsiteX69161" fmla="*/ 1138563 w 2119654"/>
              <a:gd name="connsiteY69161" fmla="*/ 402196 h 2398711"/>
              <a:gd name="connsiteX69162" fmla="*/ 1136968 w 2119654"/>
              <a:gd name="connsiteY69162" fmla="*/ 405705 h 2398711"/>
              <a:gd name="connsiteX69163" fmla="*/ 1137501 w 2119654"/>
              <a:gd name="connsiteY69163" fmla="*/ 406119 h 2398711"/>
              <a:gd name="connsiteX69164" fmla="*/ 1137193 w 2119654"/>
              <a:gd name="connsiteY69164" fmla="*/ 405211 h 2398711"/>
              <a:gd name="connsiteX69165" fmla="*/ 1135933 w 2119654"/>
              <a:gd name="connsiteY69165" fmla="*/ 407980 h 2398711"/>
              <a:gd name="connsiteX69166" fmla="*/ 1139240 w 2119654"/>
              <a:gd name="connsiteY69166" fmla="*/ 411246 h 2398711"/>
              <a:gd name="connsiteX69167" fmla="*/ 1138531 w 2119654"/>
              <a:gd name="connsiteY69167" fmla="*/ 409158 h 2398711"/>
              <a:gd name="connsiteX69168" fmla="*/ 1136217 w 2119654"/>
              <a:gd name="connsiteY69168" fmla="*/ 407356 h 2398711"/>
              <a:gd name="connsiteX69169" fmla="*/ 1092449 w 2119654"/>
              <a:gd name="connsiteY69169" fmla="*/ 505347 h 2398711"/>
              <a:gd name="connsiteX69170" fmla="*/ 1092311 w 2119654"/>
              <a:gd name="connsiteY69170" fmla="*/ 505696 h 2398711"/>
              <a:gd name="connsiteX69171" fmla="*/ 1092581 w 2119654"/>
              <a:gd name="connsiteY69171" fmla="*/ 505857 h 2398711"/>
              <a:gd name="connsiteX69172" fmla="*/ 1092477 w 2119654"/>
              <a:gd name="connsiteY69172" fmla="*/ 505369 h 2398711"/>
              <a:gd name="connsiteX69173" fmla="*/ 1134544 w 2119654"/>
              <a:gd name="connsiteY69173" fmla="*/ 411036 h 2398711"/>
              <a:gd name="connsiteX69174" fmla="*/ 1143393 w 2119654"/>
              <a:gd name="connsiteY69174" fmla="*/ 425669 h 2398711"/>
              <a:gd name="connsiteX69175" fmla="*/ 1143852 w 2119654"/>
              <a:gd name="connsiteY69175" fmla="*/ 424882 h 2398711"/>
              <a:gd name="connsiteX69176" fmla="*/ 1143557 w 2119654"/>
              <a:gd name="connsiteY69176" fmla="*/ 423969 h 2398711"/>
              <a:gd name="connsiteX69177" fmla="*/ 1139572 w 2119654"/>
              <a:gd name="connsiteY69177" fmla="*/ 412225 h 2398711"/>
              <a:gd name="connsiteX69178" fmla="*/ 1136484 w 2119654"/>
              <a:gd name="connsiteY69178" fmla="*/ 409090 h 2398711"/>
              <a:gd name="connsiteX69179" fmla="*/ 1135755 w 2119654"/>
              <a:gd name="connsiteY69179" fmla="*/ 408371 h 2398711"/>
              <a:gd name="connsiteX69180" fmla="*/ 1132051 w 2119654"/>
              <a:gd name="connsiteY69180" fmla="*/ 416521 h 2398711"/>
              <a:gd name="connsiteX69181" fmla="*/ 1134039 w 2119654"/>
              <a:gd name="connsiteY69181" fmla="*/ 419960 h 2398711"/>
              <a:gd name="connsiteX69182" fmla="*/ 1141996 w 2119654"/>
              <a:gd name="connsiteY69182" fmla="*/ 425497 h 2398711"/>
              <a:gd name="connsiteX69183" fmla="*/ 1134163 w 2119654"/>
              <a:gd name="connsiteY69183" fmla="*/ 411875 h 2398711"/>
              <a:gd name="connsiteX69184" fmla="*/ 1131342 w 2119654"/>
              <a:gd name="connsiteY69184" fmla="*/ 418081 h 2398711"/>
              <a:gd name="connsiteX69185" fmla="*/ 1133576 w 2119654"/>
              <a:gd name="connsiteY69185" fmla="*/ 419638 h 2398711"/>
              <a:gd name="connsiteX69186" fmla="*/ 1131928 w 2119654"/>
              <a:gd name="connsiteY69186" fmla="*/ 416790 h 2398711"/>
              <a:gd name="connsiteX69187" fmla="*/ 1129031 w 2119654"/>
              <a:gd name="connsiteY69187" fmla="*/ 423163 h 2398711"/>
              <a:gd name="connsiteX69188" fmla="*/ 1130072 w 2119654"/>
              <a:gd name="connsiteY69188" fmla="*/ 426873 h 2398711"/>
              <a:gd name="connsiteX69189" fmla="*/ 1136567 w 2119654"/>
              <a:gd name="connsiteY69189" fmla="*/ 439489 h 2398711"/>
              <a:gd name="connsiteX69190" fmla="*/ 1140036 w 2119654"/>
              <a:gd name="connsiteY69190" fmla="*/ 431440 h 2398711"/>
              <a:gd name="connsiteX69191" fmla="*/ 1140221 w 2119654"/>
              <a:gd name="connsiteY69191" fmla="*/ 431122 h 2398711"/>
              <a:gd name="connsiteX69192" fmla="*/ 1134003 w 2119654"/>
              <a:gd name="connsiteY69192" fmla="*/ 420376 h 2398711"/>
              <a:gd name="connsiteX69193" fmla="*/ 1131208 w 2119654"/>
              <a:gd name="connsiteY69193" fmla="*/ 418375 h 2398711"/>
              <a:gd name="connsiteX69194" fmla="*/ 1128624 w 2119654"/>
              <a:gd name="connsiteY69194" fmla="*/ 424059 h 2398711"/>
              <a:gd name="connsiteX69195" fmla="*/ 1129077 w 2119654"/>
              <a:gd name="connsiteY69195" fmla="*/ 424939 h 2398711"/>
              <a:gd name="connsiteX69196" fmla="*/ 1128752 w 2119654"/>
              <a:gd name="connsiteY69196" fmla="*/ 423779 h 2398711"/>
              <a:gd name="connsiteX69197" fmla="*/ 1128147 w 2119654"/>
              <a:gd name="connsiteY69197" fmla="*/ 425108 h 2398711"/>
              <a:gd name="connsiteX69198" fmla="*/ 1130453 w 2119654"/>
              <a:gd name="connsiteY69198" fmla="*/ 429842 h 2398711"/>
              <a:gd name="connsiteX69199" fmla="*/ 1129562 w 2119654"/>
              <a:gd name="connsiteY69199" fmla="*/ 426666 h 2398711"/>
              <a:gd name="connsiteX69200" fmla="*/ 1128435 w 2119654"/>
              <a:gd name="connsiteY69200" fmla="*/ 424476 h 2398711"/>
              <a:gd name="connsiteX69201" fmla="*/ 466842 w 2119654"/>
              <a:gd name="connsiteY69201" fmla="*/ 1905856 h 2398711"/>
              <a:gd name="connsiteX69202" fmla="*/ 465553 w 2119654"/>
              <a:gd name="connsiteY69202" fmla="*/ 1911421 h 2398711"/>
              <a:gd name="connsiteX69203" fmla="*/ 478650 w 2119654"/>
              <a:gd name="connsiteY69203" fmla="*/ 1910155 h 2398711"/>
              <a:gd name="connsiteX69204" fmla="*/ 480992 w 2119654"/>
              <a:gd name="connsiteY69204" fmla="*/ 1909896 h 2398711"/>
              <a:gd name="connsiteX69205" fmla="*/ 481279 w 2119654"/>
              <a:gd name="connsiteY69205" fmla="*/ 1909252 h 2398711"/>
              <a:gd name="connsiteX69206" fmla="*/ 1125672 w 2119654"/>
              <a:gd name="connsiteY69206" fmla="*/ 430551 h 2398711"/>
              <a:gd name="connsiteX69207" fmla="*/ 1129450 w 2119654"/>
              <a:gd name="connsiteY69207" fmla="*/ 434280 h 2398711"/>
              <a:gd name="connsiteX69208" fmla="*/ 1132181 w 2119654"/>
              <a:gd name="connsiteY69208" fmla="*/ 437198 h 2398711"/>
              <a:gd name="connsiteX69209" fmla="*/ 1130867 w 2119654"/>
              <a:gd name="connsiteY69209" fmla="*/ 431319 h 2398711"/>
              <a:gd name="connsiteX69210" fmla="*/ 1130783 w 2119654"/>
              <a:gd name="connsiteY69210" fmla="*/ 431020 h 2398711"/>
              <a:gd name="connsiteX69211" fmla="*/ 1128075 w 2119654"/>
              <a:gd name="connsiteY69211" fmla="*/ 425266 h 2398711"/>
              <a:gd name="connsiteX69212" fmla="*/ 1122984 w 2119654"/>
              <a:gd name="connsiteY69212" fmla="*/ 436466 h 2398711"/>
              <a:gd name="connsiteX69213" fmla="*/ 1123397 w 2119654"/>
              <a:gd name="connsiteY69213" fmla="*/ 437940 h 2398711"/>
              <a:gd name="connsiteX69214" fmla="*/ 1124560 w 2119654"/>
              <a:gd name="connsiteY69214" fmla="*/ 443137 h 2398711"/>
              <a:gd name="connsiteX69215" fmla="*/ 1129560 w 2119654"/>
              <a:gd name="connsiteY69215" fmla="*/ 449662 h 2398711"/>
              <a:gd name="connsiteX69216" fmla="*/ 1129148 w 2119654"/>
              <a:gd name="connsiteY69216" fmla="*/ 445635 h 2398711"/>
              <a:gd name="connsiteX69217" fmla="*/ 1129327 w 2119654"/>
              <a:gd name="connsiteY69217" fmla="*/ 445822 h 2398711"/>
              <a:gd name="connsiteX69218" fmla="*/ 1129745 w 2119654"/>
              <a:gd name="connsiteY69218" fmla="*/ 449904 h 2398711"/>
              <a:gd name="connsiteX69219" fmla="*/ 1131238 w 2119654"/>
              <a:gd name="connsiteY69219" fmla="*/ 451852 h 2398711"/>
              <a:gd name="connsiteX69220" fmla="*/ 1134017 w 2119654"/>
              <a:gd name="connsiteY69220" fmla="*/ 445407 h 2398711"/>
              <a:gd name="connsiteX69221" fmla="*/ 1132624 w 2119654"/>
              <a:gd name="connsiteY69221" fmla="*/ 439174 h 2398711"/>
              <a:gd name="connsiteX69222" fmla="*/ 1125308 w 2119654"/>
              <a:gd name="connsiteY69222" fmla="*/ 431354 h 2398711"/>
              <a:gd name="connsiteX69223" fmla="*/ 1121971 w 2119654"/>
              <a:gd name="connsiteY69223" fmla="*/ 438693 h 2398711"/>
              <a:gd name="connsiteX69224" fmla="*/ 1123271 w 2119654"/>
              <a:gd name="connsiteY69224" fmla="*/ 441456 h 2398711"/>
              <a:gd name="connsiteX69225" fmla="*/ 1123325 w 2119654"/>
              <a:gd name="connsiteY69225" fmla="*/ 441527 h 2398711"/>
              <a:gd name="connsiteX69226" fmla="*/ 1122454 w 2119654"/>
              <a:gd name="connsiteY69226" fmla="*/ 437631 h 2398711"/>
              <a:gd name="connsiteX69227" fmla="*/ 1121666 w 2119654"/>
              <a:gd name="connsiteY69227" fmla="*/ 439363 h 2398711"/>
              <a:gd name="connsiteX69228" fmla="*/ 1121692 w 2119654"/>
              <a:gd name="connsiteY69228" fmla="*/ 439395 h 2398711"/>
              <a:gd name="connsiteX69229" fmla="*/ 1121672 w 2119654"/>
              <a:gd name="connsiteY69229" fmla="*/ 439352 h 2398711"/>
              <a:gd name="connsiteX69230" fmla="*/ 467031 w 2119654"/>
              <a:gd name="connsiteY69230" fmla="*/ 1905039 h 2398711"/>
              <a:gd name="connsiteX69231" fmla="*/ 466922 w 2119654"/>
              <a:gd name="connsiteY69231" fmla="*/ 1905513 h 2398711"/>
              <a:gd name="connsiteX69232" fmla="*/ 481300 w 2119654"/>
              <a:gd name="connsiteY69232" fmla="*/ 1909206 h 2398711"/>
              <a:gd name="connsiteX69233" fmla="*/ 481849 w 2119654"/>
              <a:gd name="connsiteY69233" fmla="*/ 1907973 h 2398711"/>
              <a:gd name="connsiteX69234" fmla="*/ 449981 w 2119654"/>
              <a:gd name="connsiteY69234" fmla="*/ 1943170 h 2398711"/>
              <a:gd name="connsiteX69235" fmla="*/ 449931 w 2119654"/>
              <a:gd name="connsiteY69235" fmla="*/ 1944399 h 2398711"/>
              <a:gd name="connsiteX69236" fmla="*/ 453713 w 2119654"/>
              <a:gd name="connsiteY69236" fmla="*/ 1945006 h 2398711"/>
              <a:gd name="connsiteX69237" fmla="*/ 458847 w 2119654"/>
              <a:gd name="connsiteY69237" fmla="*/ 1943923 h 2398711"/>
              <a:gd name="connsiteX69238" fmla="*/ 458984 w 2119654"/>
              <a:gd name="connsiteY69238" fmla="*/ 1943204 h 2398711"/>
              <a:gd name="connsiteX69239" fmla="*/ 452366 w 2119654"/>
              <a:gd name="connsiteY69239" fmla="*/ 1942800 h 2398711"/>
              <a:gd name="connsiteX69240" fmla="*/ 1106467 w 2119654"/>
              <a:gd name="connsiteY69240" fmla="*/ 472797 h 2398711"/>
              <a:gd name="connsiteX69241" fmla="*/ 1106835 w 2119654"/>
              <a:gd name="connsiteY69241" fmla="*/ 473132 h 2398711"/>
              <a:gd name="connsiteX69242" fmla="*/ 1106907 w 2119654"/>
              <a:gd name="connsiteY69242" fmla="*/ 472060 h 2398711"/>
              <a:gd name="connsiteX69243" fmla="*/ 1106832 w 2119654"/>
              <a:gd name="connsiteY69243" fmla="*/ 471994 h 2398711"/>
              <a:gd name="connsiteX69244" fmla="*/ 1105700 w 2119654"/>
              <a:gd name="connsiteY69244" fmla="*/ 474485 h 2398711"/>
              <a:gd name="connsiteX69245" fmla="*/ 1106251 w 2119654"/>
              <a:gd name="connsiteY69245" fmla="*/ 474813 h 2398711"/>
              <a:gd name="connsiteX69246" fmla="*/ 1106138 w 2119654"/>
              <a:gd name="connsiteY69246" fmla="*/ 474678 h 2398711"/>
              <a:gd name="connsiteX69247" fmla="*/ 1105765 w 2119654"/>
              <a:gd name="connsiteY69247" fmla="*/ 474339 h 2398711"/>
              <a:gd name="connsiteX69248" fmla="*/ 1105066 w 2119654"/>
              <a:gd name="connsiteY69248" fmla="*/ 475878 h 2398711"/>
              <a:gd name="connsiteX69249" fmla="*/ 1105798 w 2119654"/>
              <a:gd name="connsiteY69249" fmla="*/ 477570 h 2398711"/>
              <a:gd name="connsiteX69250" fmla="*/ 1105997 w 2119654"/>
              <a:gd name="connsiteY69250" fmla="*/ 477404 h 2398711"/>
              <a:gd name="connsiteX69251" fmla="*/ 1106255 w 2119654"/>
              <a:gd name="connsiteY69251" fmla="*/ 476295 h 2398711"/>
              <a:gd name="connsiteX69252" fmla="*/ 1105190 w 2119654"/>
              <a:gd name="connsiteY69252" fmla="*/ 475604 h 2398711"/>
              <a:gd name="connsiteX69253" fmla="*/ 480591 w 2119654"/>
              <a:gd name="connsiteY69253" fmla="*/ 1874196 h 2398711"/>
              <a:gd name="connsiteX69254" fmla="*/ 480777 w 2119654"/>
              <a:gd name="connsiteY69254" fmla="*/ 1874797 h 2398711"/>
              <a:gd name="connsiteX69255" fmla="*/ 480743 w 2119654"/>
              <a:gd name="connsiteY69255" fmla="*/ 1874186 h 2398711"/>
              <a:gd name="connsiteX69256" fmla="*/ 1104342 w 2119654"/>
              <a:gd name="connsiteY69256" fmla="*/ 477471 h 2398711"/>
              <a:gd name="connsiteX69257" fmla="*/ 1104760 w 2119654"/>
              <a:gd name="connsiteY69257" fmla="*/ 478436 h 2398711"/>
              <a:gd name="connsiteX69258" fmla="*/ 1105353 w 2119654"/>
              <a:gd name="connsiteY69258" fmla="*/ 477941 h 2398711"/>
              <a:gd name="connsiteX69259" fmla="*/ 1104755 w 2119654"/>
              <a:gd name="connsiteY69259" fmla="*/ 476563 h 2398711"/>
              <a:gd name="connsiteX69260" fmla="*/ 450001 w 2119654"/>
              <a:gd name="connsiteY69260" fmla="*/ 1942655 h 2398711"/>
              <a:gd name="connsiteX69261" fmla="*/ 449990 w 2119654"/>
              <a:gd name="connsiteY69261" fmla="*/ 1942949 h 2398711"/>
              <a:gd name="connsiteX69262" fmla="*/ 451353 w 2119654"/>
              <a:gd name="connsiteY69262" fmla="*/ 1942738 h 2398711"/>
              <a:gd name="connsiteX69263" fmla="*/ 480477 w 2119654"/>
              <a:gd name="connsiteY69263" fmla="*/ 1873829 h 2398711"/>
              <a:gd name="connsiteX69264" fmla="*/ 480532 w 2119654"/>
              <a:gd name="connsiteY69264" fmla="*/ 1874008 h 2398711"/>
              <a:gd name="connsiteX69265" fmla="*/ 480732 w 2119654"/>
              <a:gd name="connsiteY69265" fmla="*/ 1873992 h 2398711"/>
              <a:gd name="connsiteX69266" fmla="*/ 480724 w 2119654"/>
              <a:gd name="connsiteY69266" fmla="*/ 1873839 h 2398711"/>
              <a:gd name="connsiteX69267" fmla="*/ 468383 w 2119654"/>
              <a:gd name="connsiteY69267" fmla="*/ 1899208 h 2398711"/>
              <a:gd name="connsiteX69268" fmla="*/ 467139 w 2119654"/>
              <a:gd name="connsiteY69268" fmla="*/ 1904574 h 2398711"/>
              <a:gd name="connsiteX69269" fmla="*/ 482134 w 2119654"/>
              <a:gd name="connsiteY69269" fmla="*/ 1907333 h 2398711"/>
              <a:gd name="connsiteX69270" fmla="*/ 482833 w 2119654"/>
              <a:gd name="connsiteY69270" fmla="*/ 1905764 h 2398711"/>
              <a:gd name="connsiteX69271" fmla="*/ 480497 w 2119654"/>
              <a:gd name="connsiteY69271" fmla="*/ 1905845 h 2398711"/>
              <a:gd name="connsiteX69272" fmla="*/ 480391 w 2119654"/>
              <a:gd name="connsiteY69272" fmla="*/ 1905768 h 2398711"/>
              <a:gd name="connsiteX69273" fmla="*/ 482869 w 2119654"/>
              <a:gd name="connsiteY69273" fmla="*/ 1905682 h 2398711"/>
              <a:gd name="connsiteX69274" fmla="*/ 483162 w 2119654"/>
              <a:gd name="connsiteY69274" fmla="*/ 1905026 h 2398711"/>
              <a:gd name="connsiteX69275" fmla="*/ 495120 w 2119654"/>
              <a:gd name="connsiteY69275" fmla="*/ 1838891 h 2398711"/>
              <a:gd name="connsiteX69276" fmla="*/ 496722 w 2119654"/>
              <a:gd name="connsiteY69276" fmla="*/ 1839874 h 2398711"/>
              <a:gd name="connsiteX69277" fmla="*/ 497309 w 2119654"/>
              <a:gd name="connsiteY69277" fmla="*/ 1839866 h 2398711"/>
              <a:gd name="connsiteX69278" fmla="*/ 497005 w 2119654"/>
              <a:gd name="connsiteY69278" fmla="*/ 1839078 h 2398711"/>
              <a:gd name="connsiteX69279" fmla="*/ 437192 w 2119654"/>
              <a:gd name="connsiteY69279" fmla="*/ 1968428 h 2398711"/>
              <a:gd name="connsiteX69280" fmla="*/ 442504 w 2119654"/>
              <a:gd name="connsiteY69280" fmla="*/ 1971498 h 2398711"/>
              <a:gd name="connsiteX69281" fmla="*/ 448339 w 2119654"/>
              <a:gd name="connsiteY69281" fmla="*/ 1970706 h 2398711"/>
              <a:gd name="connsiteX69282" fmla="*/ 448422 w 2119654"/>
              <a:gd name="connsiteY69282" fmla="*/ 1968643 h 2398711"/>
              <a:gd name="connsiteX69283" fmla="*/ 462302 w 2119654"/>
              <a:gd name="connsiteY69283" fmla="*/ 1911938 h 2398711"/>
              <a:gd name="connsiteX69284" fmla="*/ 464705 w 2119654"/>
              <a:gd name="connsiteY69284" fmla="*/ 1913000 h 2398711"/>
              <a:gd name="connsiteX69285" fmla="*/ 464955 w 2119654"/>
              <a:gd name="connsiteY69285" fmla="*/ 1911682 h 2398711"/>
              <a:gd name="connsiteX69286" fmla="*/ 450151 w 2119654"/>
              <a:gd name="connsiteY69286" fmla="*/ 1938926 h 2398711"/>
              <a:gd name="connsiteX69287" fmla="*/ 450014 w 2119654"/>
              <a:gd name="connsiteY69287" fmla="*/ 1942326 h 2398711"/>
              <a:gd name="connsiteX69288" fmla="*/ 453042 w 2119654"/>
              <a:gd name="connsiteY69288" fmla="*/ 1942469 h 2398711"/>
              <a:gd name="connsiteX69289" fmla="*/ 456967 w 2119654"/>
              <a:gd name="connsiteY69289" fmla="*/ 1941806 h 2398711"/>
              <a:gd name="connsiteX69290" fmla="*/ 455284 w 2119654"/>
              <a:gd name="connsiteY69290" fmla="*/ 1940996 h 2398711"/>
              <a:gd name="connsiteX69291" fmla="*/ 451912 w 2119654"/>
              <a:gd name="connsiteY69291" fmla="*/ 1939317 h 2398711"/>
              <a:gd name="connsiteX69292" fmla="*/ 450170 w 2119654"/>
              <a:gd name="connsiteY69292" fmla="*/ 1938450 h 2398711"/>
              <a:gd name="connsiteX69293" fmla="*/ 450159 w 2119654"/>
              <a:gd name="connsiteY69293" fmla="*/ 1938723 h 2398711"/>
              <a:gd name="connsiteX69294" fmla="*/ 451118 w 2119654"/>
              <a:gd name="connsiteY69294" fmla="*/ 1938922 h 2398711"/>
              <a:gd name="connsiteX69295" fmla="*/ 475467 w 2119654"/>
              <a:gd name="connsiteY69295" fmla="*/ 1881330 h 2398711"/>
              <a:gd name="connsiteX69296" fmla="*/ 479955 w 2119654"/>
              <a:gd name="connsiteY69296" fmla="*/ 1884498 h 2398711"/>
              <a:gd name="connsiteX69297" fmla="*/ 481784 w 2119654"/>
              <a:gd name="connsiteY69297" fmla="*/ 1885602 h 2398711"/>
              <a:gd name="connsiteX69298" fmla="*/ 481457 w 2119654"/>
              <a:gd name="connsiteY69298" fmla="*/ 1882180 h 2398711"/>
              <a:gd name="connsiteX69299" fmla="*/ 480635 w 2119654"/>
              <a:gd name="connsiteY69299" fmla="*/ 1881842 h 2398711"/>
              <a:gd name="connsiteX69300" fmla="*/ 477998 w 2119654"/>
              <a:gd name="connsiteY69300" fmla="*/ 1880653 h 2398711"/>
              <a:gd name="connsiteX69301" fmla="*/ 1140962 w 2119654"/>
              <a:gd name="connsiteY69301" fmla="*/ 391013 h 2398711"/>
              <a:gd name="connsiteX69302" fmla="*/ 1141009 w 2119654"/>
              <a:gd name="connsiteY69302" fmla="*/ 391104 h 2398711"/>
              <a:gd name="connsiteX69303" fmla="*/ 1141099 w 2119654"/>
              <a:gd name="connsiteY69303" fmla="*/ 390907 h 2398711"/>
              <a:gd name="connsiteX69304" fmla="*/ 1141183 w 2119654"/>
              <a:gd name="connsiteY69304" fmla="*/ 390739 h 2398711"/>
              <a:gd name="connsiteX69305" fmla="*/ 453969 w 2119654"/>
              <a:gd name="connsiteY69305" fmla="*/ 1929067 h 2398711"/>
              <a:gd name="connsiteX69306" fmla="*/ 461511 w 2119654"/>
              <a:gd name="connsiteY69306" fmla="*/ 1929863 h 2398711"/>
              <a:gd name="connsiteX69307" fmla="*/ 461630 w 2119654"/>
              <a:gd name="connsiteY69307" fmla="*/ 1929233 h 2398711"/>
              <a:gd name="connsiteX69308" fmla="*/ 454896 w 2119654"/>
              <a:gd name="connsiteY69308" fmla="*/ 1929098 h 2398711"/>
              <a:gd name="connsiteX69309" fmla="*/ 1136973 w 2119654"/>
              <a:gd name="connsiteY69309" fmla="*/ 399248 h 2398711"/>
              <a:gd name="connsiteX69310" fmla="*/ 1137163 w 2119654"/>
              <a:gd name="connsiteY69310" fmla="*/ 399564 h 2398711"/>
              <a:gd name="connsiteX69311" fmla="*/ 1137568 w 2119654"/>
              <a:gd name="connsiteY69311" fmla="*/ 398671 h 2398711"/>
              <a:gd name="connsiteX69312" fmla="*/ 1135839 w 2119654"/>
              <a:gd name="connsiteY69312" fmla="*/ 400346 h 2398711"/>
              <a:gd name="connsiteX69313" fmla="*/ 1136253 w 2119654"/>
              <a:gd name="connsiteY69313" fmla="*/ 401563 h 2398711"/>
              <a:gd name="connsiteX69314" fmla="*/ 1137089 w 2119654"/>
              <a:gd name="connsiteY69314" fmla="*/ 399725 h 2398711"/>
              <a:gd name="connsiteX69315" fmla="*/ 1136866 w 2119654"/>
              <a:gd name="connsiteY69315" fmla="*/ 399351 h 2398711"/>
              <a:gd name="connsiteX69316" fmla="*/ 1102884 w 2119654"/>
              <a:gd name="connsiteY69316" fmla="*/ 474111 h 2398711"/>
              <a:gd name="connsiteX69317" fmla="*/ 1103073 w 2119654"/>
              <a:gd name="connsiteY69317" fmla="*/ 474547 h 2398711"/>
              <a:gd name="connsiteX69318" fmla="*/ 1103183 w 2119654"/>
              <a:gd name="connsiteY69318" fmla="*/ 474306 h 2398711"/>
              <a:gd name="connsiteX69319" fmla="*/ 1140402 w 2119654"/>
              <a:gd name="connsiteY69319" fmla="*/ 389925 h 2398711"/>
              <a:gd name="connsiteX69320" fmla="*/ 1140730 w 2119654"/>
              <a:gd name="connsiteY69320" fmla="*/ 390563 h 2398711"/>
              <a:gd name="connsiteX69321" fmla="*/ 1142011 w 2119654"/>
              <a:gd name="connsiteY69321" fmla="*/ 389095 h 2398711"/>
              <a:gd name="connsiteX69322" fmla="*/ 1142670 w 2119654"/>
              <a:gd name="connsiteY69322" fmla="*/ 387787 h 2398711"/>
              <a:gd name="connsiteX69323" fmla="*/ 1103503 w 2119654"/>
              <a:gd name="connsiteY69323" fmla="*/ 472278 h 2398711"/>
              <a:gd name="connsiteX69324" fmla="*/ 1103797 w 2119654"/>
              <a:gd name="connsiteY69324" fmla="*/ 472955 h 2398711"/>
              <a:gd name="connsiteX69325" fmla="*/ 1103928 w 2119654"/>
              <a:gd name="connsiteY69325" fmla="*/ 472666 h 2398711"/>
              <a:gd name="connsiteX69326" fmla="*/ 479283 w 2119654"/>
              <a:gd name="connsiteY69326" fmla="*/ 1869984 h 2398711"/>
              <a:gd name="connsiteX69327" fmla="*/ 479296 w 2119654"/>
              <a:gd name="connsiteY69327" fmla="*/ 1870026 h 2398711"/>
              <a:gd name="connsiteX69328" fmla="*/ 479373 w 2119654"/>
              <a:gd name="connsiteY69328" fmla="*/ 1870029 h 2398711"/>
              <a:gd name="connsiteX69329" fmla="*/ 1100251 w 2119654"/>
              <a:gd name="connsiteY69329" fmla="*/ 479398 h 2398711"/>
              <a:gd name="connsiteX69330" fmla="*/ 1100245 w 2119654"/>
              <a:gd name="connsiteY69330" fmla="*/ 479427 h 2398711"/>
              <a:gd name="connsiteX69331" fmla="*/ 1100442 w 2119654"/>
              <a:gd name="connsiteY69331" fmla="*/ 480319 h 2398711"/>
              <a:gd name="connsiteX69332" fmla="*/ 1100446 w 2119654"/>
              <a:gd name="connsiteY69332" fmla="*/ 480325 h 2398711"/>
              <a:gd name="connsiteX69333" fmla="*/ 1100558 w 2119654"/>
              <a:gd name="connsiteY69333" fmla="*/ 480080 h 2398711"/>
              <a:gd name="connsiteX69334" fmla="*/ 1100448 w 2119654"/>
              <a:gd name="connsiteY69334" fmla="*/ 479775 h 2398711"/>
              <a:gd name="connsiteX69335" fmla="*/ 1163733 w 2119654"/>
              <a:gd name="connsiteY69335" fmla="*/ 337035 h 2398711"/>
              <a:gd name="connsiteX69336" fmla="*/ 1164541 w 2119654"/>
              <a:gd name="connsiteY69336" fmla="*/ 344366 h 2398711"/>
              <a:gd name="connsiteX69337" fmla="*/ 1166739 w 2119654"/>
              <a:gd name="connsiteY69337" fmla="*/ 340002 h 2398711"/>
              <a:gd name="connsiteX69338" fmla="*/ 446063 w 2119654"/>
              <a:gd name="connsiteY69338" fmla="*/ 1943777 h 2398711"/>
              <a:gd name="connsiteX69339" fmla="*/ 449399 w 2119654"/>
              <a:gd name="connsiteY69339" fmla="*/ 1944313 h 2398711"/>
              <a:gd name="connsiteX69340" fmla="*/ 449442 w 2119654"/>
              <a:gd name="connsiteY69340" fmla="*/ 1943253 h 2398711"/>
              <a:gd name="connsiteX69341" fmla="*/ 491297 w 2119654"/>
              <a:gd name="connsiteY69341" fmla="*/ 1842358 h 2398711"/>
              <a:gd name="connsiteX69342" fmla="*/ 495169 w 2119654"/>
              <a:gd name="connsiteY69342" fmla="*/ 1844428 h 2398711"/>
              <a:gd name="connsiteX69343" fmla="*/ 495210 w 2119654"/>
              <a:gd name="connsiteY69343" fmla="*/ 1844430 h 2398711"/>
              <a:gd name="connsiteX69344" fmla="*/ 494732 w 2119654"/>
              <a:gd name="connsiteY69344" fmla="*/ 1843188 h 2398711"/>
              <a:gd name="connsiteX69345" fmla="*/ 494116 w 2119654"/>
              <a:gd name="connsiteY69345" fmla="*/ 1843223 h 2398711"/>
              <a:gd name="connsiteX69346" fmla="*/ 493799 w 2119654"/>
              <a:gd name="connsiteY69346" fmla="*/ 1843001 h 2398711"/>
              <a:gd name="connsiteX69347" fmla="*/ 494595 w 2119654"/>
              <a:gd name="connsiteY69347" fmla="*/ 1842955 h 2398711"/>
              <a:gd name="connsiteX69348" fmla="*/ 494150 w 2119654"/>
              <a:gd name="connsiteY69348" fmla="*/ 1842524 h 2398711"/>
              <a:gd name="connsiteX69349" fmla="*/ 450348 w 2119654"/>
              <a:gd name="connsiteY69349" fmla="*/ 1934018 h 2398711"/>
              <a:gd name="connsiteX69350" fmla="*/ 450199 w 2119654"/>
              <a:gd name="connsiteY69350" fmla="*/ 1937723 h 2398711"/>
              <a:gd name="connsiteX69351" fmla="*/ 453927 w 2119654"/>
              <a:gd name="connsiteY69351" fmla="*/ 1939507 h 2398711"/>
              <a:gd name="connsiteX69352" fmla="*/ 459466 w 2119654"/>
              <a:gd name="connsiteY69352" fmla="*/ 1940659 h 2398711"/>
              <a:gd name="connsiteX69353" fmla="*/ 461005 w 2119654"/>
              <a:gd name="connsiteY69353" fmla="*/ 1932536 h 2398711"/>
              <a:gd name="connsiteX69354" fmla="*/ 1114483 w 2119654"/>
              <a:gd name="connsiteY69354" fmla="*/ 446304 h 2398711"/>
              <a:gd name="connsiteX69355" fmla="*/ 1115041 w 2119654"/>
              <a:gd name="connsiteY69355" fmla="*/ 448224 h 2398711"/>
              <a:gd name="connsiteX69356" fmla="*/ 1115519 w 2119654"/>
              <a:gd name="connsiteY69356" fmla="*/ 447172 h 2398711"/>
              <a:gd name="connsiteX69357" fmla="*/ 471465 w 2119654"/>
              <a:gd name="connsiteY69357" fmla="*/ 1885905 h 2398711"/>
              <a:gd name="connsiteX69358" fmla="*/ 471408 w 2119654"/>
              <a:gd name="connsiteY69358" fmla="*/ 1886155 h 2398711"/>
              <a:gd name="connsiteX69359" fmla="*/ 471783 w 2119654"/>
              <a:gd name="connsiteY69359" fmla="*/ 1886143 h 2398711"/>
              <a:gd name="connsiteX69360" fmla="*/ 1120953 w 2119654"/>
              <a:gd name="connsiteY69360" fmla="*/ 430916 h 2398711"/>
              <a:gd name="connsiteX69361" fmla="*/ 1121157 w 2119654"/>
              <a:gd name="connsiteY69361" fmla="*/ 434770 h 2398711"/>
              <a:gd name="connsiteX69362" fmla="*/ 1121598 w 2119654"/>
              <a:gd name="connsiteY69362" fmla="*/ 433800 h 2398711"/>
              <a:gd name="connsiteX69363" fmla="*/ 1152793 w 2119654"/>
              <a:gd name="connsiteY69363" fmla="*/ 359616 h 2398711"/>
              <a:gd name="connsiteX69364" fmla="*/ 1154270 w 2119654"/>
              <a:gd name="connsiteY69364" fmla="*/ 364756 h 2398711"/>
              <a:gd name="connsiteX69365" fmla="*/ 1155392 w 2119654"/>
              <a:gd name="connsiteY69365" fmla="*/ 362531 h 2398711"/>
              <a:gd name="connsiteX69366" fmla="*/ 1135851 w 2119654"/>
              <a:gd name="connsiteY69366" fmla="*/ 397365 h 2398711"/>
              <a:gd name="connsiteX69367" fmla="*/ 1136704 w 2119654"/>
              <a:gd name="connsiteY69367" fmla="*/ 398797 h 2398711"/>
              <a:gd name="connsiteX69368" fmla="*/ 1138116 w 2119654"/>
              <a:gd name="connsiteY69368" fmla="*/ 397466 h 2398711"/>
              <a:gd name="connsiteX69369" fmla="*/ 1138427 w 2119654"/>
              <a:gd name="connsiteY69369" fmla="*/ 396783 h 2398711"/>
              <a:gd name="connsiteX69370" fmla="*/ 1137704 w 2119654"/>
              <a:gd name="connsiteY69370" fmla="*/ 395062 h 2398711"/>
              <a:gd name="connsiteX69371" fmla="*/ 1133273 w 2119654"/>
              <a:gd name="connsiteY69371" fmla="*/ 402829 h 2398711"/>
              <a:gd name="connsiteX69372" fmla="*/ 1135049 w 2119654"/>
              <a:gd name="connsiteY69372" fmla="*/ 404212 h 2398711"/>
              <a:gd name="connsiteX69373" fmla="*/ 1136083 w 2119654"/>
              <a:gd name="connsiteY69373" fmla="*/ 401939 h 2398711"/>
              <a:gd name="connsiteX69374" fmla="*/ 1135616 w 2119654"/>
              <a:gd name="connsiteY69374" fmla="*/ 400562 h 2398711"/>
              <a:gd name="connsiteX69375" fmla="*/ 1135131 w 2119654"/>
              <a:gd name="connsiteY69375" fmla="*/ 398259 h 2398711"/>
              <a:gd name="connsiteX69376" fmla="*/ 1135651 w 2119654"/>
              <a:gd name="connsiteY69376" fmla="*/ 399789 h 2398711"/>
              <a:gd name="connsiteX69377" fmla="*/ 1136595 w 2119654"/>
              <a:gd name="connsiteY69377" fmla="*/ 398898 h 2398711"/>
              <a:gd name="connsiteX69378" fmla="*/ 1135753 w 2119654"/>
              <a:gd name="connsiteY69378" fmla="*/ 397486 h 2398711"/>
              <a:gd name="connsiteX69379" fmla="*/ 1101556 w 2119654"/>
              <a:gd name="connsiteY69379" fmla="*/ 473248 h 2398711"/>
              <a:gd name="connsiteX69380" fmla="*/ 1101464 w 2119654"/>
              <a:gd name="connsiteY69380" fmla="*/ 473682 h 2398711"/>
              <a:gd name="connsiteX69381" fmla="*/ 1101926 w 2119654"/>
              <a:gd name="connsiteY69381" fmla="*/ 474567 h 2398711"/>
              <a:gd name="connsiteX69382" fmla="*/ 1102610 w 2119654"/>
              <a:gd name="connsiteY69382" fmla="*/ 475565 h 2398711"/>
              <a:gd name="connsiteX69383" fmla="*/ 1102893 w 2119654"/>
              <a:gd name="connsiteY69383" fmla="*/ 474944 h 2398711"/>
              <a:gd name="connsiteX69384" fmla="*/ 1102392 w 2119654"/>
              <a:gd name="connsiteY69384" fmla="*/ 473792 h 2398711"/>
              <a:gd name="connsiteX69385" fmla="*/ 1114095 w 2119654"/>
              <a:gd name="connsiteY69385" fmla="*/ 444963 h 2398711"/>
              <a:gd name="connsiteX69386" fmla="*/ 1114207 w 2119654"/>
              <a:gd name="connsiteY69386" fmla="*/ 445353 h 2398711"/>
              <a:gd name="connsiteX69387" fmla="*/ 1115637 w 2119654"/>
              <a:gd name="connsiteY69387" fmla="*/ 446549 h 2398711"/>
              <a:gd name="connsiteX69388" fmla="*/ 1115649 w 2119654"/>
              <a:gd name="connsiteY69388" fmla="*/ 446373 h 2398711"/>
              <a:gd name="connsiteX69389" fmla="*/ 1181588 w 2119654"/>
              <a:gd name="connsiteY69389" fmla="*/ 293637 h 2398711"/>
              <a:gd name="connsiteX69390" fmla="*/ 1182795 w 2119654"/>
              <a:gd name="connsiteY69390" fmla="*/ 301296 h 2398711"/>
              <a:gd name="connsiteX69391" fmla="*/ 1185094 w 2119654"/>
              <a:gd name="connsiteY69391" fmla="*/ 303565 h 2398711"/>
              <a:gd name="connsiteX69392" fmla="*/ 1199893 w 2119654"/>
              <a:gd name="connsiteY69392" fmla="*/ 274185 h 2398711"/>
              <a:gd name="connsiteX69393" fmla="*/ 1195822 w 2119654"/>
              <a:gd name="connsiteY69393" fmla="*/ 265598 h 2398711"/>
              <a:gd name="connsiteX69394" fmla="*/ 1192431 w 2119654"/>
              <a:gd name="connsiteY69394" fmla="*/ 272108 h 2398711"/>
              <a:gd name="connsiteX69395" fmla="*/ 1179390 w 2119654"/>
              <a:gd name="connsiteY69395" fmla="*/ 297999 h 2398711"/>
              <a:gd name="connsiteX69396" fmla="*/ 1181571 w 2119654"/>
              <a:gd name="connsiteY69396" fmla="*/ 300094 h 2398711"/>
              <a:gd name="connsiteX69397" fmla="*/ 1180799 w 2119654"/>
              <a:gd name="connsiteY69397" fmla="*/ 295200 h 2398711"/>
              <a:gd name="connsiteX69398" fmla="*/ 1131985 w 2119654"/>
              <a:gd name="connsiteY69398" fmla="*/ 404077 h 2398711"/>
              <a:gd name="connsiteX69399" fmla="*/ 1134141 w 2119654"/>
              <a:gd name="connsiteY69399" fmla="*/ 406208 h 2398711"/>
              <a:gd name="connsiteX69400" fmla="*/ 1134298 w 2119654"/>
              <a:gd name="connsiteY69400" fmla="*/ 405863 h 2398711"/>
              <a:gd name="connsiteX69401" fmla="*/ 1131993 w 2119654"/>
              <a:gd name="connsiteY69401" fmla="*/ 404069 h 2398711"/>
              <a:gd name="connsiteX69402" fmla="*/ 1102043 w 2119654"/>
              <a:gd name="connsiteY69402" fmla="*/ 470948 h 2398711"/>
              <a:gd name="connsiteX69403" fmla="*/ 1101869 w 2119654"/>
              <a:gd name="connsiteY69403" fmla="*/ 471770 h 2398711"/>
              <a:gd name="connsiteX69404" fmla="*/ 1102127 w 2119654"/>
              <a:gd name="connsiteY69404" fmla="*/ 472366 h 2398711"/>
              <a:gd name="connsiteX69405" fmla="*/ 1103214 w 2119654"/>
              <a:gd name="connsiteY69405" fmla="*/ 473011 h 2398711"/>
              <a:gd name="connsiteX69406" fmla="*/ 1102499 w 2119654"/>
              <a:gd name="connsiteY69406" fmla="*/ 471364 h 2398711"/>
              <a:gd name="connsiteX69407" fmla="*/ 1126825 w 2119654"/>
              <a:gd name="connsiteY69407" fmla="*/ 415305 h 2398711"/>
              <a:gd name="connsiteX69408" fmla="*/ 1128039 w 2119654"/>
              <a:gd name="connsiteY69408" fmla="*/ 419631 h 2398711"/>
              <a:gd name="connsiteX69409" fmla="*/ 1129241 w 2119654"/>
              <a:gd name="connsiteY69409" fmla="*/ 416988 h 2398711"/>
              <a:gd name="connsiteX69410" fmla="*/ 1101073 w 2119654"/>
              <a:gd name="connsiteY69410" fmla="*/ 472937 h 2398711"/>
              <a:gd name="connsiteX69411" fmla="*/ 1101180 w 2119654"/>
              <a:gd name="connsiteY69411" fmla="*/ 473139 h 2398711"/>
              <a:gd name="connsiteX69412" fmla="*/ 1101205 w 2119654"/>
              <a:gd name="connsiteY69412" fmla="*/ 473021 h 2398711"/>
              <a:gd name="connsiteX69413" fmla="*/ 450531 w 2119654"/>
              <a:gd name="connsiteY69413" fmla="*/ 1929461 h 2398711"/>
              <a:gd name="connsiteX69414" fmla="*/ 450381 w 2119654"/>
              <a:gd name="connsiteY69414" fmla="*/ 1933198 h 2398711"/>
              <a:gd name="connsiteX69415" fmla="*/ 461167 w 2119654"/>
              <a:gd name="connsiteY69415" fmla="*/ 1931677 h 2398711"/>
              <a:gd name="connsiteX69416" fmla="*/ 461370 w 2119654"/>
              <a:gd name="connsiteY69416" fmla="*/ 1930605 h 2398711"/>
              <a:gd name="connsiteX69417" fmla="*/ 479542 w 2119654"/>
              <a:gd name="connsiteY69417" fmla="*/ 1864411 h 2398711"/>
              <a:gd name="connsiteX69418" fmla="*/ 479846 w 2119654"/>
              <a:gd name="connsiteY69418" fmla="*/ 1865050 h 2398711"/>
              <a:gd name="connsiteX69419" fmla="*/ 480245 w 2119654"/>
              <a:gd name="connsiteY69419" fmla="*/ 1865210 h 2398711"/>
              <a:gd name="connsiteX69420" fmla="*/ 480233 w 2119654"/>
              <a:gd name="connsiteY69420" fmla="*/ 1864991 h 2398711"/>
              <a:gd name="connsiteX69421" fmla="*/ 473185 w 2119654"/>
              <a:gd name="connsiteY69421" fmla="*/ 1878484 h 2398711"/>
              <a:gd name="connsiteX69422" fmla="*/ 472939 w 2119654"/>
              <a:gd name="connsiteY69422" fmla="*/ 1879545 h 2398711"/>
              <a:gd name="connsiteX69423" fmla="*/ 474342 w 2119654"/>
              <a:gd name="connsiteY69423" fmla="*/ 1880535 h 2398711"/>
              <a:gd name="connsiteX69424" fmla="*/ 476259 w 2119654"/>
              <a:gd name="connsiteY69424" fmla="*/ 1879870 h 2398711"/>
              <a:gd name="connsiteX69425" fmla="*/ 1174880 w 2119654"/>
              <a:gd name="connsiteY69425" fmla="*/ 306951 h 2398711"/>
              <a:gd name="connsiteX69426" fmla="*/ 1178590 w 2119654"/>
              <a:gd name="connsiteY69426" fmla="*/ 316476 h 2398711"/>
              <a:gd name="connsiteX69427" fmla="*/ 1182827 w 2119654"/>
              <a:gd name="connsiteY69427" fmla="*/ 308063 h 2398711"/>
              <a:gd name="connsiteX69428" fmla="*/ 1181806 w 2119654"/>
              <a:gd name="connsiteY69428" fmla="*/ 301582 h 2398711"/>
              <a:gd name="connsiteX69429" fmla="*/ 1178986 w 2119654"/>
              <a:gd name="connsiteY69429" fmla="*/ 298800 h 2398711"/>
              <a:gd name="connsiteX69430" fmla="*/ 1130945 w 2119654"/>
              <a:gd name="connsiteY69430" fmla="*/ 405084 h 2398711"/>
              <a:gd name="connsiteX69431" fmla="*/ 1133062 w 2119654"/>
              <a:gd name="connsiteY69431" fmla="*/ 408583 h 2398711"/>
              <a:gd name="connsiteX69432" fmla="*/ 1133963 w 2119654"/>
              <a:gd name="connsiteY69432" fmla="*/ 406600 h 2398711"/>
              <a:gd name="connsiteX69433" fmla="*/ 1131695 w 2119654"/>
              <a:gd name="connsiteY69433" fmla="*/ 404358 h 2398711"/>
              <a:gd name="connsiteX69434" fmla="*/ 1102617 w 2119654"/>
              <a:gd name="connsiteY69434" fmla="*/ 468242 h 2398711"/>
              <a:gd name="connsiteX69435" fmla="*/ 1102431 w 2119654"/>
              <a:gd name="connsiteY69435" fmla="*/ 469121 h 2398711"/>
              <a:gd name="connsiteX69436" fmla="*/ 1104630 w 2119654"/>
              <a:gd name="connsiteY69436" fmla="*/ 471123 h 2398711"/>
              <a:gd name="connsiteX69437" fmla="*/ 1104982 w 2119654"/>
              <a:gd name="connsiteY69437" fmla="*/ 470347 h 2398711"/>
              <a:gd name="connsiteX69438" fmla="*/ 1172498 w 2119654"/>
              <a:gd name="connsiteY69438" fmla="*/ 311681 h 2398711"/>
              <a:gd name="connsiteX69439" fmla="*/ 1176623 w 2119654"/>
              <a:gd name="connsiteY69439" fmla="*/ 320381 h 2398711"/>
              <a:gd name="connsiteX69440" fmla="*/ 1178462 w 2119654"/>
              <a:gd name="connsiteY69440" fmla="*/ 316730 h 2398711"/>
              <a:gd name="connsiteX69441" fmla="*/ 1177538 w 2119654"/>
              <a:gd name="connsiteY69441" fmla="*/ 314258 h 2398711"/>
              <a:gd name="connsiteX69442" fmla="*/ 1174775 w 2119654"/>
              <a:gd name="connsiteY69442" fmla="*/ 307160 h 2398711"/>
              <a:gd name="connsiteX69443" fmla="*/ 1132155 w 2119654"/>
              <a:gd name="connsiteY69443" fmla="*/ 401958 h 2398711"/>
              <a:gd name="connsiteX69444" fmla="*/ 1132809 w 2119654"/>
              <a:gd name="connsiteY69444" fmla="*/ 402467 h 2398711"/>
              <a:gd name="connsiteX69445" fmla="*/ 1135426 w 2119654"/>
              <a:gd name="connsiteY69445" fmla="*/ 400001 h 2398711"/>
              <a:gd name="connsiteX69446" fmla="*/ 1134922 w 2119654"/>
              <a:gd name="connsiteY69446" fmla="*/ 398518 h 2398711"/>
              <a:gd name="connsiteX69447" fmla="*/ 474081 w 2119654"/>
              <a:gd name="connsiteY69447" fmla="*/ 1874619 h 2398711"/>
              <a:gd name="connsiteX69448" fmla="*/ 473211 w 2119654"/>
              <a:gd name="connsiteY69448" fmla="*/ 1878373 h 2398711"/>
              <a:gd name="connsiteX69449" fmla="*/ 476523 w 2119654"/>
              <a:gd name="connsiteY69449" fmla="*/ 1879778 h 2398711"/>
              <a:gd name="connsiteX69450" fmla="*/ 480520 w 2119654"/>
              <a:gd name="connsiteY69450" fmla="*/ 1878391 h 2398711"/>
              <a:gd name="connsiteX69451" fmla="*/ 479245 w 2119654"/>
              <a:gd name="connsiteY69451" fmla="*/ 1874283 h 2398711"/>
              <a:gd name="connsiteX69452" fmla="*/ 1134646 w 2119654"/>
              <a:gd name="connsiteY69452" fmla="*/ 395348 h 2398711"/>
              <a:gd name="connsiteX69453" fmla="*/ 1135421 w 2119654"/>
              <a:gd name="connsiteY69453" fmla="*/ 396646 h 2398711"/>
              <a:gd name="connsiteX69454" fmla="*/ 1137412 w 2119654"/>
              <a:gd name="connsiteY69454" fmla="*/ 394365 h 2398711"/>
              <a:gd name="connsiteX69455" fmla="*/ 1136924 w 2119654"/>
              <a:gd name="connsiteY69455" fmla="*/ 393202 h 2398711"/>
              <a:gd name="connsiteX69456" fmla="*/ 1120717 w 2119654"/>
              <a:gd name="connsiteY69456" fmla="*/ 426444 h 2398711"/>
              <a:gd name="connsiteX69457" fmla="*/ 1120844 w 2119654"/>
              <a:gd name="connsiteY69457" fmla="*/ 428836 h 2398711"/>
              <a:gd name="connsiteX69458" fmla="*/ 1121992 w 2119654"/>
              <a:gd name="connsiteY69458" fmla="*/ 432932 h 2398711"/>
              <a:gd name="connsiteX69459" fmla="*/ 1123559 w 2119654"/>
              <a:gd name="connsiteY69459" fmla="*/ 429484 h 2398711"/>
              <a:gd name="connsiteX69460" fmla="*/ 1101164 w 2119654"/>
              <a:gd name="connsiteY69460" fmla="*/ 470147 h 2398711"/>
              <a:gd name="connsiteX69461" fmla="*/ 1101601 w 2119654"/>
              <a:gd name="connsiteY69461" fmla="*/ 471154 h 2398711"/>
              <a:gd name="connsiteX69462" fmla="*/ 1101709 w 2119654"/>
              <a:gd name="connsiteY69462" fmla="*/ 470644 h 2398711"/>
              <a:gd name="connsiteX69463" fmla="*/ 1114070 w 2119654"/>
              <a:gd name="connsiteY69463" fmla="*/ 441034 h 2398711"/>
              <a:gd name="connsiteX69464" fmla="*/ 1115787 w 2119654"/>
              <a:gd name="connsiteY69464" fmla="*/ 444313 h 2398711"/>
              <a:gd name="connsiteX69465" fmla="*/ 1115866 w 2119654"/>
              <a:gd name="connsiteY69465" fmla="*/ 443142 h 2398711"/>
              <a:gd name="connsiteX69466" fmla="*/ 1103251 w 2119654"/>
              <a:gd name="connsiteY69466" fmla="*/ 465254 h 2398711"/>
              <a:gd name="connsiteX69467" fmla="*/ 1102750 w 2119654"/>
              <a:gd name="connsiteY69467" fmla="*/ 467615 h 2398711"/>
              <a:gd name="connsiteX69468" fmla="*/ 1105223 w 2119654"/>
              <a:gd name="connsiteY69468" fmla="*/ 469818 h 2398711"/>
              <a:gd name="connsiteX69469" fmla="*/ 1105856 w 2119654"/>
              <a:gd name="connsiteY69469" fmla="*/ 468426 h 2398711"/>
              <a:gd name="connsiteX69470" fmla="*/ 474359 w 2119654"/>
              <a:gd name="connsiteY69470" fmla="*/ 1873420 h 2398711"/>
              <a:gd name="connsiteX69471" fmla="*/ 474107 w 2119654"/>
              <a:gd name="connsiteY69471" fmla="*/ 1874507 h 2398711"/>
              <a:gd name="connsiteX69472" fmla="*/ 474409 w 2119654"/>
              <a:gd name="connsiteY69472" fmla="*/ 1874488 h 2398711"/>
              <a:gd name="connsiteX69473" fmla="*/ 479192 w 2119654"/>
              <a:gd name="connsiteY69473" fmla="*/ 1874113 h 2398711"/>
              <a:gd name="connsiteX69474" fmla="*/ 479088 w 2119654"/>
              <a:gd name="connsiteY69474" fmla="*/ 1873779 h 2398711"/>
              <a:gd name="connsiteX69475" fmla="*/ 475683 w 2119654"/>
              <a:gd name="connsiteY69475" fmla="*/ 1873656 h 2398711"/>
              <a:gd name="connsiteX69476" fmla="*/ 1134265 w 2119654"/>
              <a:gd name="connsiteY69476" fmla="*/ 395707 h 2398711"/>
              <a:gd name="connsiteX69477" fmla="*/ 1134833 w 2119654"/>
              <a:gd name="connsiteY69477" fmla="*/ 397377 h 2398711"/>
              <a:gd name="connsiteX69478" fmla="*/ 1135324 w 2119654"/>
              <a:gd name="connsiteY69478" fmla="*/ 396767 h 2398711"/>
              <a:gd name="connsiteX69479" fmla="*/ 1134539 w 2119654"/>
              <a:gd name="connsiteY69479" fmla="*/ 395450 h 2398711"/>
              <a:gd name="connsiteX69480" fmla="*/ 1130385 w 2119654"/>
              <a:gd name="connsiteY69480" fmla="*/ 404158 h 2398711"/>
              <a:gd name="connsiteX69481" fmla="*/ 1130614 w 2119654"/>
              <a:gd name="connsiteY69481" fmla="*/ 404536 h 2398711"/>
              <a:gd name="connsiteX69482" fmla="*/ 1131259 w 2119654"/>
              <a:gd name="connsiteY69482" fmla="*/ 403927 h 2398711"/>
              <a:gd name="connsiteX69483" fmla="*/ 1130875 w 2119654"/>
              <a:gd name="connsiteY69483" fmla="*/ 403548 h 2398711"/>
              <a:gd name="connsiteX69484" fmla="*/ 445970 w 2119654"/>
              <a:gd name="connsiteY69484" fmla="*/ 1936360 h 2398711"/>
              <a:gd name="connsiteX69485" fmla="*/ 446181 w 2119654"/>
              <a:gd name="connsiteY69485" fmla="*/ 1937864 h 2398711"/>
              <a:gd name="connsiteX69486" fmla="*/ 448453 w 2119654"/>
              <a:gd name="connsiteY69486" fmla="*/ 1938368 h 2398711"/>
              <a:gd name="connsiteX69487" fmla="*/ 449628 w 2119654"/>
              <a:gd name="connsiteY69487" fmla="*/ 1938612 h 2398711"/>
              <a:gd name="connsiteX69488" fmla="*/ 449645 w 2119654"/>
              <a:gd name="connsiteY69488" fmla="*/ 1938189 h 2398711"/>
              <a:gd name="connsiteX69489" fmla="*/ 1163014 w 2119654"/>
              <a:gd name="connsiteY69489" fmla="*/ 330509 h 2398711"/>
              <a:gd name="connsiteX69490" fmla="*/ 1163617 w 2119654"/>
              <a:gd name="connsiteY69490" fmla="*/ 335978 h 2398711"/>
              <a:gd name="connsiteX69491" fmla="*/ 1167057 w 2119654"/>
              <a:gd name="connsiteY69491" fmla="*/ 339373 h 2398711"/>
              <a:gd name="connsiteX69492" fmla="*/ 1176400 w 2119654"/>
              <a:gd name="connsiteY69492" fmla="*/ 320824 h 2398711"/>
              <a:gd name="connsiteX69493" fmla="*/ 1172276 w 2119654"/>
              <a:gd name="connsiteY69493" fmla="*/ 312124 h 2398711"/>
              <a:gd name="connsiteX69494" fmla="*/ 1161374 w 2119654"/>
              <a:gd name="connsiteY69494" fmla="*/ 333765 h 2398711"/>
              <a:gd name="connsiteX69495" fmla="*/ 1162766 w 2119654"/>
              <a:gd name="connsiteY69495" fmla="*/ 335138 h 2398711"/>
              <a:gd name="connsiteX69496" fmla="*/ 1162384 w 2119654"/>
              <a:gd name="connsiteY69496" fmla="*/ 331760 h 2398711"/>
              <a:gd name="connsiteX69497" fmla="*/ 1103910 w 2119654"/>
              <a:gd name="connsiteY69497" fmla="*/ 462144 h 2398711"/>
              <a:gd name="connsiteX69498" fmla="*/ 1103359 w 2119654"/>
              <a:gd name="connsiteY69498" fmla="*/ 464740 h 2398711"/>
              <a:gd name="connsiteX69499" fmla="*/ 1106065 w 2119654"/>
              <a:gd name="connsiteY69499" fmla="*/ 467966 h 2398711"/>
              <a:gd name="connsiteX69500" fmla="*/ 1106368 w 2119654"/>
              <a:gd name="connsiteY69500" fmla="*/ 467299 h 2398711"/>
              <a:gd name="connsiteX69501" fmla="*/ 1159949 w 2119654"/>
              <a:gd name="connsiteY69501" fmla="*/ 336592 h 2398711"/>
              <a:gd name="connsiteX69502" fmla="*/ 1161977 w 2119654"/>
              <a:gd name="connsiteY69502" fmla="*/ 349457 h 2398711"/>
              <a:gd name="connsiteX69503" fmla="*/ 1163942 w 2119654"/>
              <a:gd name="connsiteY69503" fmla="*/ 345557 h 2398711"/>
              <a:gd name="connsiteX69504" fmla="*/ 1162885 w 2119654"/>
              <a:gd name="connsiteY69504" fmla="*/ 336198 h 2398711"/>
              <a:gd name="connsiteX69505" fmla="*/ 1161057 w 2119654"/>
              <a:gd name="connsiteY69505" fmla="*/ 334395 h 2398711"/>
              <a:gd name="connsiteX69506" fmla="*/ 475254 w 2119654"/>
              <a:gd name="connsiteY69506" fmla="*/ 1869556 h 2398711"/>
              <a:gd name="connsiteX69507" fmla="*/ 475180 w 2119654"/>
              <a:gd name="connsiteY69507" fmla="*/ 1869878 h 2398711"/>
              <a:gd name="connsiteX69508" fmla="*/ 477907 w 2119654"/>
              <a:gd name="connsiteY69508" fmla="*/ 1869977 h 2398711"/>
              <a:gd name="connsiteX69509" fmla="*/ 477755 w 2119654"/>
              <a:gd name="connsiteY69509" fmla="*/ 1869487 h 2398711"/>
              <a:gd name="connsiteX69510" fmla="*/ 1113064 w 2119654"/>
              <a:gd name="connsiteY69510" fmla="*/ 441141 h 2398711"/>
              <a:gd name="connsiteX69511" fmla="*/ 1113049 w 2119654"/>
              <a:gd name="connsiteY69511" fmla="*/ 441357 h 2398711"/>
              <a:gd name="connsiteX69512" fmla="*/ 1113777 w 2119654"/>
              <a:gd name="connsiteY69512" fmla="*/ 443864 h 2398711"/>
              <a:gd name="connsiteX69513" fmla="*/ 1115048 w 2119654"/>
              <a:gd name="connsiteY69513" fmla="*/ 444929 h 2398711"/>
              <a:gd name="connsiteX69514" fmla="*/ 1128406 w 2119654"/>
              <a:gd name="connsiteY69514" fmla="*/ 406617 h 2398711"/>
              <a:gd name="connsiteX69515" fmla="*/ 1130118 w 2119654"/>
              <a:gd name="connsiteY69515" fmla="*/ 405004 h 2398711"/>
              <a:gd name="connsiteX69516" fmla="*/ 1129942 w 2119654"/>
              <a:gd name="connsiteY69516" fmla="*/ 404708 h 2398711"/>
              <a:gd name="connsiteX69517" fmla="*/ 1145914 w 2119654"/>
              <a:gd name="connsiteY69517" fmla="*/ 367067 h 2398711"/>
              <a:gd name="connsiteX69518" fmla="*/ 1147206 w 2119654"/>
              <a:gd name="connsiteY69518" fmla="*/ 378782 h 2398711"/>
              <a:gd name="connsiteX69519" fmla="*/ 1149183 w 2119654"/>
              <a:gd name="connsiteY69519" fmla="*/ 374856 h 2398711"/>
              <a:gd name="connsiteX69520" fmla="*/ 1127333 w 2119654"/>
              <a:gd name="connsiteY69520" fmla="*/ 408581 h 2398711"/>
              <a:gd name="connsiteX69521" fmla="*/ 1130585 w 2119654"/>
              <a:gd name="connsiteY69521" fmla="*/ 414032 h 2398711"/>
              <a:gd name="connsiteX69522" fmla="*/ 1132708 w 2119654"/>
              <a:gd name="connsiteY69522" fmla="*/ 409361 h 2398711"/>
              <a:gd name="connsiteX69523" fmla="*/ 1130450 w 2119654"/>
              <a:gd name="connsiteY69523" fmla="*/ 405563 h 2398711"/>
              <a:gd name="connsiteX69524" fmla="*/ 472543 w 2119654"/>
              <a:gd name="connsiteY69524" fmla="*/ 1874718 h 2398711"/>
              <a:gd name="connsiteX69525" fmla="*/ 472543 w 2119654"/>
              <a:gd name="connsiteY69525" fmla="*/ 1874744 h 2398711"/>
              <a:gd name="connsiteX69526" fmla="*/ 472562 w 2119654"/>
              <a:gd name="connsiteY69526" fmla="*/ 1875344 h 2398711"/>
              <a:gd name="connsiteX69527" fmla="*/ 472709 w 2119654"/>
              <a:gd name="connsiteY69527" fmla="*/ 1874707 h 2398711"/>
              <a:gd name="connsiteX69528" fmla="*/ 1101205 w 2119654"/>
              <a:gd name="connsiteY69528" fmla="*/ 466985 h 2398711"/>
              <a:gd name="connsiteX69529" fmla="*/ 1101922 w 2119654"/>
              <a:gd name="connsiteY69529" fmla="*/ 468635 h 2398711"/>
              <a:gd name="connsiteX69530" fmla="*/ 1101998 w 2119654"/>
              <a:gd name="connsiteY69530" fmla="*/ 468725 h 2398711"/>
              <a:gd name="connsiteX69531" fmla="*/ 1102097 w 2119654"/>
              <a:gd name="connsiteY69531" fmla="*/ 468816 h 2398711"/>
              <a:gd name="connsiteX69532" fmla="*/ 1102282 w 2119654"/>
              <a:gd name="connsiteY69532" fmla="*/ 467942 h 2398711"/>
              <a:gd name="connsiteX69533" fmla="*/ 445732 w 2119654"/>
              <a:gd name="connsiteY69533" fmla="*/ 1934661 h 2398711"/>
              <a:gd name="connsiteX69534" fmla="*/ 445870 w 2119654"/>
              <a:gd name="connsiteY69534" fmla="*/ 1935650 h 2398711"/>
              <a:gd name="connsiteX69535" fmla="*/ 449674 w 2119654"/>
              <a:gd name="connsiteY69535" fmla="*/ 1937471 h 2398711"/>
              <a:gd name="connsiteX69536" fmla="*/ 449809 w 2119654"/>
              <a:gd name="connsiteY69536" fmla="*/ 1934093 h 2398711"/>
              <a:gd name="connsiteX69537" fmla="*/ 486857 w 2119654"/>
              <a:gd name="connsiteY69537" fmla="*/ 1842565 h 2398711"/>
              <a:gd name="connsiteX69538" fmla="*/ 489313 w 2119654"/>
              <a:gd name="connsiteY69538" fmla="*/ 1844124 h 2398711"/>
              <a:gd name="connsiteX69539" fmla="*/ 490981 w 2119654"/>
              <a:gd name="connsiteY69539" fmla="*/ 1844211 h 2398711"/>
              <a:gd name="connsiteX69540" fmla="*/ 477298 w 2119654"/>
              <a:gd name="connsiteY69540" fmla="*/ 1863593 h 2398711"/>
              <a:gd name="connsiteX69541" fmla="*/ 477452 w 2119654"/>
              <a:gd name="connsiteY69541" fmla="*/ 1864091 h 2398711"/>
              <a:gd name="connsiteX69542" fmla="*/ 479116 w 2119654"/>
              <a:gd name="connsiteY69542" fmla="*/ 1864757 h 2398711"/>
              <a:gd name="connsiteX69543" fmla="*/ 478708 w 2119654"/>
              <a:gd name="connsiteY69543" fmla="*/ 1863901 h 2398711"/>
              <a:gd name="connsiteX69544" fmla="*/ 1151180 w 2119654"/>
              <a:gd name="connsiteY69544" fmla="*/ 354001 h 2398711"/>
              <a:gd name="connsiteX69545" fmla="*/ 1152638 w 2119654"/>
              <a:gd name="connsiteY69545" fmla="*/ 359075 h 2398711"/>
              <a:gd name="connsiteX69546" fmla="*/ 1152689 w 2119654"/>
              <a:gd name="connsiteY69546" fmla="*/ 359083 h 2398711"/>
              <a:gd name="connsiteX69547" fmla="*/ 1155525 w 2119654"/>
              <a:gd name="connsiteY69547" fmla="*/ 362265 h 2398711"/>
              <a:gd name="connsiteX69548" fmla="*/ 1157776 w 2119654"/>
              <a:gd name="connsiteY69548" fmla="*/ 357798 h 2398711"/>
              <a:gd name="connsiteX69549" fmla="*/ 1156551 w 2119654"/>
              <a:gd name="connsiteY69549" fmla="*/ 355213 h 2398711"/>
              <a:gd name="connsiteX69550" fmla="*/ 1156892 w 2119654"/>
              <a:gd name="connsiteY69550" fmla="*/ 355381 h 2398711"/>
              <a:gd name="connsiteX69551" fmla="*/ 1157909 w 2119654"/>
              <a:gd name="connsiteY69551" fmla="*/ 357532 h 2398711"/>
              <a:gd name="connsiteX69552" fmla="*/ 1160588 w 2119654"/>
              <a:gd name="connsiteY69552" fmla="*/ 352215 h 2398711"/>
              <a:gd name="connsiteX69553" fmla="*/ 1159405 w 2119654"/>
              <a:gd name="connsiteY69553" fmla="*/ 338043 h 2398711"/>
              <a:gd name="connsiteX69554" fmla="*/ 1159361 w 2119654"/>
              <a:gd name="connsiteY69554" fmla="*/ 337761 h 2398711"/>
              <a:gd name="connsiteX69555" fmla="*/ 1106066 w 2119654"/>
              <a:gd name="connsiteY69555" fmla="*/ 454990 h 2398711"/>
              <a:gd name="connsiteX69556" fmla="*/ 1106438 w 2119654"/>
              <a:gd name="connsiteY69556" fmla="*/ 455667 h 2398711"/>
              <a:gd name="connsiteX69557" fmla="*/ 1106139 w 2119654"/>
              <a:gd name="connsiteY69557" fmla="*/ 454892 h 2398711"/>
              <a:gd name="connsiteX69558" fmla="*/ 472545 w 2119654"/>
              <a:gd name="connsiteY69558" fmla="*/ 1873097 h 2398711"/>
              <a:gd name="connsiteX69559" fmla="*/ 472543 w 2119654"/>
              <a:gd name="connsiteY69559" fmla="*/ 1874609 h 2398711"/>
              <a:gd name="connsiteX69560" fmla="*/ 472735 w 2119654"/>
              <a:gd name="connsiteY69560" fmla="*/ 1874596 h 2398711"/>
              <a:gd name="connsiteX69561" fmla="*/ 473061 w 2119654"/>
              <a:gd name="connsiteY69561" fmla="*/ 1873189 h 2398711"/>
              <a:gd name="connsiteX69562" fmla="*/ 1105125 w 2119654"/>
              <a:gd name="connsiteY69562" fmla="*/ 456419 h 2398711"/>
              <a:gd name="connsiteX69563" fmla="*/ 1104121 w 2119654"/>
              <a:gd name="connsiteY69563" fmla="*/ 461151 h 2398711"/>
              <a:gd name="connsiteX69564" fmla="*/ 1106745 w 2119654"/>
              <a:gd name="connsiteY69564" fmla="*/ 466470 h 2398711"/>
              <a:gd name="connsiteX69565" fmla="*/ 1107375 w 2119654"/>
              <a:gd name="connsiteY69565" fmla="*/ 465084 h 2398711"/>
              <a:gd name="connsiteX69566" fmla="*/ 1107630 w 2119654"/>
              <a:gd name="connsiteY69566" fmla="*/ 461305 h 2398711"/>
              <a:gd name="connsiteX69567" fmla="*/ 1105383 w 2119654"/>
              <a:gd name="connsiteY69567" fmla="*/ 456831 h 2398711"/>
              <a:gd name="connsiteX69568" fmla="*/ 1147884 w 2119654"/>
              <a:gd name="connsiteY69568" fmla="*/ 360546 h 2398711"/>
              <a:gd name="connsiteX69569" fmla="*/ 1152183 w 2119654"/>
              <a:gd name="connsiteY69569" fmla="*/ 368900 h 2398711"/>
              <a:gd name="connsiteX69570" fmla="*/ 1154071 w 2119654"/>
              <a:gd name="connsiteY69570" fmla="*/ 365152 h 2398711"/>
              <a:gd name="connsiteX69571" fmla="*/ 1152332 w 2119654"/>
              <a:gd name="connsiteY69571" fmla="*/ 359098 h 2398711"/>
              <a:gd name="connsiteX69572" fmla="*/ 1152250 w 2119654"/>
              <a:gd name="connsiteY69572" fmla="*/ 359006 h 2398711"/>
              <a:gd name="connsiteX69573" fmla="*/ 1152309 w 2119654"/>
              <a:gd name="connsiteY69573" fmla="*/ 359016 h 2398711"/>
              <a:gd name="connsiteX69574" fmla="*/ 1150981 w 2119654"/>
              <a:gd name="connsiteY69574" fmla="*/ 354396 h 2398711"/>
              <a:gd name="connsiteX69575" fmla="*/ 486187 w 2119654"/>
              <a:gd name="connsiteY69575" fmla="*/ 1841982 h 2398711"/>
              <a:gd name="connsiteX69576" fmla="*/ 490146 w 2119654"/>
              <a:gd name="connsiteY69576" fmla="*/ 1843562 h 2398711"/>
              <a:gd name="connsiteX69577" fmla="*/ 487916 w 2119654"/>
              <a:gd name="connsiteY69577" fmla="*/ 1842153 h 2398711"/>
              <a:gd name="connsiteX69578" fmla="*/ 1125449 w 2119654"/>
              <a:gd name="connsiteY69578" fmla="*/ 410404 h 2398711"/>
              <a:gd name="connsiteX69579" fmla="*/ 1126697 w 2119654"/>
              <a:gd name="connsiteY69579" fmla="*/ 414848 h 2398711"/>
              <a:gd name="connsiteX69580" fmla="*/ 1129368 w 2119654"/>
              <a:gd name="connsiteY69580" fmla="*/ 416708 h 2398711"/>
              <a:gd name="connsiteX69581" fmla="*/ 1130475 w 2119654"/>
              <a:gd name="connsiteY69581" fmla="*/ 414275 h 2398711"/>
              <a:gd name="connsiteX69582" fmla="*/ 1127235 w 2119654"/>
              <a:gd name="connsiteY69582" fmla="*/ 408675 h 2398711"/>
              <a:gd name="connsiteX69583" fmla="*/ 458531 w 2119654"/>
              <a:gd name="connsiteY69583" fmla="*/ 1903357 h 2398711"/>
              <a:gd name="connsiteX69584" fmla="*/ 466161 w 2119654"/>
              <a:gd name="connsiteY69584" fmla="*/ 1905317 h 2398711"/>
              <a:gd name="connsiteX69585" fmla="*/ 466243 w 2119654"/>
              <a:gd name="connsiteY69585" fmla="*/ 1904883 h 2398711"/>
              <a:gd name="connsiteX69586" fmla="*/ 1129712 w 2119654"/>
              <a:gd name="connsiteY69586" fmla="*/ 400057 h 2398711"/>
              <a:gd name="connsiteX69587" fmla="*/ 1131535 w 2119654"/>
              <a:gd name="connsiteY69587" fmla="*/ 401476 h 2398711"/>
              <a:gd name="connsiteX69588" fmla="*/ 1134624 w 2119654"/>
              <a:gd name="connsiteY69588" fmla="*/ 397636 h 2398711"/>
              <a:gd name="connsiteX69589" fmla="*/ 1134041 w 2119654"/>
              <a:gd name="connsiteY69589" fmla="*/ 395918 h 2398711"/>
              <a:gd name="connsiteX69590" fmla="*/ 1132062 w 2119654"/>
              <a:gd name="connsiteY69590" fmla="*/ 397784 h 2398711"/>
              <a:gd name="connsiteX69591" fmla="*/ 444238 w 2119654"/>
              <a:gd name="connsiteY69591" fmla="*/ 1934868 h 2398711"/>
              <a:gd name="connsiteX69592" fmla="*/ 445758 w 2119654"/>
              <a:gd name="connsiteY69592" fmla="*/ 1935596 h 2398711"/>
              <a:gd name="connsiteX69593" fmla="*/ 445629 w 2119654"/>
              <a:gd name="connsiteY69593" fmla="*/ 1934674 h 2398711"/>
              <a:gd name="connsiteX69594" fmla="*/ 1105694 w 2119654"/>
              <a:gd name="connsiteY69594" fmla="*/ 453735 h 2398711"/>
              <a:gd name="connsiteX69595" fmla="*/ 1105605 w 2119654"/>
              <a:gd name="connsiteY69595" fmla="*/ 454155 h 2398711"/>
              <a:gd name="connsiteX69596" fmla="*/ 1105902 w 2119654"/>
              <a:gd name="connsiteY69596" fmla="*/ 454695 h 2398711"/>
              <a:gd name="connsiteX69597" fmla="*/ 1106009 w 2119654"/>
              <a:gd name="connsiteY69597" fmla="*/ 454551 h 2398711"/>
              <a:gd name="connsiteX69598" fmla="*/ 1128854 w 2119654"/>
              <a:gd name="connsiteY69598" fmla="*/ 401626 h 2398711"/>
              <a:gd name="connsiteX69599" fmla="*/ 1129953 w 2119654"/>
              <a:gd name="connsiteY69599" fmla="*/ 403443 h 2398711"/>
              <a:gd name="connsiteX69600" fmla="*/ 1130314 w 2119654"/>
              <a:gd name="connsiteY69600" fmla="*/ 402994 h 2398711"/>
              <a:gd name="connsiteX69601" fmla="*/ 1129210 w 2119654"/>
              <a:gd name="connsiteY69601" fmla="*/ 401903 h 2398711"/>
              <a:gd name="connsiteX69602" fmla="*/ 1113402 w 2119654"/>
              <a:gd name="connsiteY69602" fmla="*/ 436117 h 2398711"/>
              <a:gd name="connsiteX69603" fmla="*/ 1113184 w 2119654"/>
              <a:gd name="connsiteY69603" fmla="*/ 439347 h 2398711"/>
              <a:gd name="connsiteX69604" fmla="*/ 1113736 w 2119654"/>
              <a:gd name="connsiteY69604" fmla="*/ 440399 h 2398711"/>
              <a:gd name="connsiteX69605" fmla="*/ 1115888 w 2119654"/>
              <a:gd name="connsiteY69605" fmla="*/ 442813 h 2398711"/>
              <a:gd name="connsiteX69606" fmla="*/ 1116083 w 2119654"/>
              <a:gd name="connsiteY69606" fmla="*/ 439902 h 2398711"/>
              <a:gd name="connsiteX69607" fmla="*/ 1115372 w 2119654"/>
              <a:gd name="connsiteY69607" fmla="*/ 438389 h 2398711"/>
              <a:gd name="connsiteX69608" fmla="*/ 1139609 w 2119654"/>
              <a:gd name="connsiteY69608" fmla="*/ 377269 h 2398711"/>
              <a:gd name="connsiteX69609" fmla="*/ 1144482 w 2119654"/>
              <a:gd name="connsiteY69609" fmla="*/ 384189 h 2398711"/>
              <a:gd name="connsiteX69610" fmla="*/ 1146790 w 2119654"/>
              <a:gd name="connsiteY69610" fmla="*/ 379607 h 2398711"/>
              <a:gd name="connsiteX69611" fmla="*/ 1145233 w 2119654"/>
              <a:gd name="connsiteY69611" fmla="*/ 365809 h 2398711"/>
              <a:gd name="connsiteX69612" fmla="*/ 1140992 w 2119654"/>
              <a:gd name="connsiteY69612" fmla="*/ 374228 h 2398711"/>
              <a:gd name="connsiteX69613" fmla="*/ 1103069 w 2119654"/>
              <a:gd name="connsiteY69613" fmla="*/ 459018 h 2398711"/>
              <a:gd name="connsiteX69614" fmla="*/ 1103842 w 2119654"/>
              <a:gd name="connsiteY69614" fmla="*/ 460586 h 2398711"/>
              <a:gd name="connsiteX69615" fmla="*/ 1104616 w 2119654"/>
              <a:gd name="connsiteY69615" fmla="*/ 456939 h 2398711"/>
              <a:gd name="connsiteX69616" fmla="*/ 1136926 w 2119654"/>
              <a:gd name="connsiteY69616" fmla="*/ 383171 h 2398711"/>
              <a:gd name="connsiteX69617" fmla="*/ 1140282 w 2119654"/>
              <a:gd name="connsiteY69617" fmla="*/ 389693 h 2398711"/>
              <a:gd name="connsiteX69618" fmla="*/ 1142999 w 2119654"/>
              <a:gd name="connsiteY69618" fmla="*/ 387132 h 2398711"/>
              <a:gd name="connsiteX69619" fmla="*/ 1144393 w 2119654"/>
              <a:gd name="connsiteY69619" fmla="*/ 384365 h 2398711"/>
              <a:gd name="connsiteX69620" fmla="*/ 1139526 w 2119654"/>
              <a:gd name="connsiteY69620" fmla="*/ 377453 h 2398711"/>
              <a:gd name="connsiteX69621" fmla="*/ 1132799 w 2119654"/>
              <a:gd name="connsiteY69621" fmla="*/ 392250 h 2398711"/>
              <a:gd name="connsiteX69622" fmla="*/ 1134515 w 2119654"/>
              <a:gd name="connsiteY69622" fmla="*/ 395128 h 2398711"/>
              <a:gd name="connsiteX69623" fmla="*/ 1136821 w 2119654"/>
              <a:gd name="connsiteY69623" fmla="*/ 392956 h 2398711"/>
              <a:gd name="connsiteX69624" fmla="*/ 1135632 w 2119654"/>
              <a:gd name="connsiteY69624" fmla="*/ 390123 h 2398711"/>
              <a:gd name="connsiteX69625" fmla="*/ 1134253 w 2119654"/>
              <a:gd name="connsiteY69625" fmla="*/ 389051 h 2398711"/>
              <a:gd name="connsiteX69626" fmla="*/ 1129370 w 2119654"/>
              <a:gd name="connsiteY69626" fmla="*/ 399792 h 2398711"/>
              <a:gd name="connsiteX69627" fmla="*/ 1129476 w 2119654"/>
              <a:gd name="connsiteY69627" fmla="*/ 399876 h 2398711"/>
              <a:gd name="connsiteX69628" fmla="*/ 1133953 w 2119654"/>
              <a:gd name="connsiteY69628" fmla="*/ 395658 h 2398711"/>
              <a:gd name="connsiteX69629" fmla="*/ 1133782 w 2119654"/>
              <a:gd name="connsiteY69629" fmla="*/ 395156 h 2398711"/>
              <a:gd name="connsiteX69630" fmla="*/ 1134143 w 2119654"/>
              <a:gd name="connsiteY69630" fmla="*/ 395343 h 2398711"/>
              <a:gd name="connsiteX69631" fmla="*/ 1134178 w 2119654"/>
              <a:gd name="connsiteY69631" fmla="*/ 395446 h 2398711"/>
              <a:gd name="connsiteX69632" fmla="*/ 1134408 w 2119654"/>
              <a:gd name="connsiteY69632" fmla="*/ 395229 h 2398711"/>
              <a:gd name="connsiteX69633" fmla="*/ 1132726 w 2119654"/>
              <a:gd name="connsiteY69633" fmla="*/ 392411 h 2398711"/>
              <a:gd name="connsiteX69634" fmla="*/ 1159334 w 2119654"/>
              <a:gd name="connsiteY69634" fmla="*/ 332693 h 2398711"/>
              <a:gd name="connsiteX69635" fmla="*/ 1159771 w 2119654"/>
              <a:gd name="connsiteY69635" fmla="*/ 335459 h 2398711"/>
              <a:gd name="connsiteX69636" fmla="*/ 1160556 w 2119654"/>
              <a:gd name="connsiteY69636" fmla="*/ 333899 h 2398711"/>
              <a:gd name="connsiteX69637" fmla="*/ 1126221 w 2119654"/>
              <a:gd name="connsiteY69637" fmla="*/ 406718 h 2398711"/>
              <a:gd name="connsiteX69638" fmla="*/ 1126687 w 2119654"/>
              <a:gd name="connsiteY69638" fmla="*/ 407501 h 2398711"/>
              <a:gd name="connsiteX69639" fmla="*/ 1129514 w 2119654"/>
              <a:gd name="connsiteY69639" fmla="*/ 403988 h 2398711"/>
              <a:gd name="connsiteX69640" fmla="*/ 1128351 w 2119654"/>
              <a:gd name="connsiteY69640" fmla="*/ 402034 h 2398711"/>
              <a:gd name="connsiteX69641" fmla="*/ 1125104 w 2119654"/>
              <a:gd name="connsiteY69641" fmla="*/ 409175 h 2398711"/>
              <a:gd name="connsiteX69642" fmla="*/ 1125165 w 2119654"/>
              <a:gd name="connsiteY69642" fmla="*/ 409392 h 2398711"/>
              <a:gd name="connsiteX69643" fmla="*/ 1126611 w 2119654"/>
              <a:gd name="connsiteY69643" fmla="*/ 407595 h 2398711"/>
              <a:gd name="connsiteX69644" fmla="*/ 1126301 w 2119654"/>
              <a:gd name="connsiteY69644" fmla="*/ 407060 h 2398711"/>
              <a:gd name="connsiteX69645" fmla="*/ 1126167 w 2119654"/>
              <a:gd name="connsiteY69645" fmla="*/ 406837 h 2398711"/>
              <a:gd name="connsiteX69646" fmla="*/ 1123547 w 2119654"/>
              <a:gd name="connsiteY69646" fmla="*/ 412656 h 2398711"/>
              <a:gd name="connsiteX69647" fmla="*/ 1126135 w 2119654"/>
              <a:gd name="connsiteY69647" fmla="*/ 414458 h 2398711"/>
              <a:gd name="connsiteX69648" fmla="*/ 1125094 w 2119654"/>
              <a:gd name="connsiteY69648" fmla="*/ 410748 h 2398711"/>
              <a:gd name="connsiteX69649" fmla="*/ 1125038 w 2119654"/>
              <a:gd name="connsiteY69649" fmla="*/ 410802 h 2398711"/>
              <a:gd name="connsiteX69650" fmla="*/ 1124797 w 2119654"/>
              <a:gd name="connsiteY69650" fmla="*/ 409850 h 2398711"/>
              <a:gd name="connsiteX69651" fmla="*/ 1124829 w 2119654"/>
              <a:gd name="connsiteY69651" fmla="*/ 409809 h 2398711"/>
              <a:gd name="connsiteX69652" fmla="*/ 1124824 w 2119654"/>
              <a:gd name="connsiteY69652" fmla="*/ 409790 h 2398711"/>
              <a:gd name="connsiteX69653" fmla="*/ 1123144 w 2119654"/>
              <a:gd name="connsiteY69653" fmla="*/ 413484 h 2398711"/>
              <a:gd name="connsiteX69654" fmla="*/ 1124261 w 2119654"/>
              <a:gd name="connsiteY69654" fmla="*/ 415583 h 2398711"/>
              <a:gd name="connsiteX69655" fmla="*/ 1127244 w 2119654"/>
              <a:gd name="connsiteY69655" fmla="*/ 421380 h 2398711"/>
              <a:gd name="connsiteX69656" fmla="*/ 1127760 w 2119654"/>
              <a:gd name="connsiteY69656" fmla="*/ 420247 h 2398711"/>
              <a:gd name="connsiteX69657" fmla="*/ 1126263 w 2119654"/>
              <a:gd name="connsiteY69657" fmla="*/ 414914 h 2398711"/>
              <a:gd name="connsiteX69658" fmla="*/ 1123401 w 2119654"/>
              <a:gd name="connsiteY69658" fmla="*/ 412921 h 2398711"/>
              <a:gd name="connsiteX69659" fmla="*/ 1122828 w 2119654"/>
              <a:gd name="connsiteY69659" fmla="*/ 414180 h 2398711"/>
              <a:gd name="connsiteX69660" fmla="*/ 1126805 w 2119654"/>
              <a:gd name="connsiteY69660" fmla="*/ 422348 h 2398711"/>
              <a:gd name="connsiteX69661" fmla="*/ 1127055 w 2119654"/>
              <a:gd name="connsiteY69661" fmla="*/ 421796 h 2398711"/>
              <a:gd name="connsiteX69662" fmla="*/ 1122972 w 2119654"/>
              <a:gd name="connsiteY69662" fmla="*/ 413865 h 2398711"/>
              <a:gd name="connsiteX69663" fmla="*/ 1120355 w 2119654"/>
              <a:gd name="connsiteY69663" fmla="*/ 419621 h 2398711"/>
              <a:gd name="connsiteX69664" fmla="*/ 1120673 w 2119654"/>
              <a:gd name="connsiteY69664" fmla="*/ 425617 h 2398711"/>
              <a:gd name="connsiteX69665" fmla="*/ 1123879 w 2119654"/>
              <a:gd name="connsiteY69665" fmla="*/ 428782 h 2398711"/>
              <a:gd name="connsiteX69666" fmla="*/ 1126746 w 2119654"/>
              <a:gd name="connsiteY69666" fmla="*/ 422476 h 2398711"/>
              <a:gd name="connsiteX69667" fmla="*/ 1122770 w 2119654"/>
              <a:gd name="connsiteY69667" fmla="*/ 414309 h 2398711"/>
              <a:gd name="connsiteX69668" fmla="*/ 486198 w 2119654"/>
              <a:gd name="connsiteY69668" fmla="*/ 1839549 h 2398711"/>
              <a:gd name="connsiteX69669" fmla="*/ 487060 w 2119654"/>
              <a:gd name="connsiteY69669" fmla="*/ 1840094 h 2398711"/>
              <a:gd name="connsiteX69670" fmla="*/ 487588 w 2119654"/>
              <a:gd name="connsiteY69670" fmla="*/ 1840376 h 2398711"/>
              <a:gd name="connsiteX69671" fmla="*/ 492031 w 2119654"/>
              <a:gd name="connsiteY69671" fmla="*/ 1840634 h 2398711"/>
              <a:gd name="connsiteX69672" fmla="*/ 490872 w 2119654"/>
              <a:gd name="connsiteY69672" fmla="*/ 1839922 h 2398711"/>
              <a:gd name="connsiteX69673" fmla="*/ 1116741 w 2119654"/>
              <a:gd name="connsiteY69673" fmla="*/ 427572 h 2398711"/>
              <a:gd name="connsiteX69674" fmla="*/ 1116889 w 2119654"/>
              <a:gd name="connsiteY69674" fmla="*/ 427888 h 2398711"/>
              <a:gd name="connsiteX69675" fmla="*/ 1116940 w 2119654"/>
              <a:gd name="connsiteY69675" fmla="*/ 427134 h 2398711"/>
              <a:gd name="connsiteX69676" fmla="*/ 1114955 w 2119654"/>
              <a:gd name="connsiteY69676" fmla="*/ 431499 h 2398711"/>
              <a:gd name="connsiteX69677" fmla="*/ 1116524 w 2119654"/>
              <a:gd name="connsiteY69677" fmla="*/ 433330 h 2398711"/>
              <a:gd name="connsiteX69678" fmla="*/ 1116813 w 2119654"/>
              <a:gd name="connsiteY69678" fmla="*/ 429024 h 2398711"/>
              <a:gd name="connsiteX69679" fmla="*/ 1116440 w 2119654"/>
              <a:gd name="connsiteY69679" fmla="*/ 428232 h 2398711"/>
              <a:gd name="connsiteX69680" fmla="*/ 1113791 w 2119654"/>
              <a:gd name="connsiteY69680" fmla="*/ 434059 h 2398711"/>
              <a:gd name="connsiteX69681" fmla="*/ 1114761 w 2119654"/>
              <a:gd name="connsiteY69681" fmla="*/ 436121 h 2398711"/>
              <a:gd name="connsiteX69682" fmla="*/ 1116210 w 2119654"/>
              <a:gd name="connsiteY69682" fmla="*/ 438012 h 2398711"/>
              <a:gd name="connsiteX69683" fmla="*/ 1116450 w 2119654"/>
              <a:gd name="connsiteY69683" fmla="*/ 434437 h 2398711"/>
              <a:gd name="connsiteX69684" fmla="*/ 1114673 w 2119654"/>
              <a:gd name="connsiteY69684" fmla="*/ 432120 h 2398711"/>
              <a:gd name="connsiteX69685" fmla="*/ 1113563 w 2119654"/>
              <a:gd name="connsiteY69685" fmla="*/ 434560 h 2398711"/>
              <a:gd name="connsiteX69686" fmla="*/ 1113583 w 2119654"/>
              <a:gd name="connsiteY69686" fmla="*/ 434584 h 2398711"/>
              <a:gd name="connsiteX69687" fmla="*/ 1113568 w 2119654"/>
              <a:gd name="connsiteY69687" fmla="*/ 434552 h 2398711"/>
              <a:gd name="connsiteX69688" fmla="*/ 472551 w 2119654"/>
              <a:gd name="connsiteY69688" fmla="*/ 1869632 h 2398711"/>
              <a:gd name="connsiteX69689" fmla="*/ 472551 w 2119654"/>
              <a:gd name="connsiteY69689" fmla="*/ 1869702 h 2398711"/>
              <a:gd name="connsiteX69690" fmla="*/ 472771 w 2119654"/>
              <a:gd name="connsiteY69690" fmla="*/ 1869791 h 2398711"/>
              <a:gd name="connsiteX69691" fmla="*/ 473840 w 2119654"/>
              <a:gd name="connsiteY69691" fmla="*/ 1869829 h 2398711"/>
              <a:gd name="connsiteX69692" fmla="*/ 473894 w 2119654"/>
              <a:gd name="connsiteY69692" fmla="*/ 1869595 h 2398711"/>
              <a:gd name="connsiteX69693" fmla="*/ 1105084 w 2119654"/>
              <a:gd name="connsiteY69693" fmla="*/ 453210 h 2398711"/>
              <a:gd name="connsiteX69694" fmla="*/ 1105317 w 2119654"/>
              <a:gd name="connsiteY69694" fmla="*/ 453633 h 2398711"/>
              <a:gd name="connsiteX69695" fmla="*/ 1105437 w 2119654"/>
              <a:gd name="connsiteY69695" fmla="*/ 453066 h 2398711"/>
              <a:gd name="connsiteX69696" fmla="*/ 1105306 w 2119654"/>
              <a:gd name="connsiteY69696" fmla="*/ 452723 h 2398711"/>
              <a:gd name="connsiteX69697" fmla="*/ 1098567 w 2119654"/>
              <a:gd name="connsiteY69697" fmla="*/ 467782 h 2398711"/>
              <a:gd name="connsiteX69698" fmla="*/ 1099482 w 2119654"/>
              <a:gd name="connsiteY69698" fmla="*/ 469889 h 2398711"/>
              <a:gd name="connsiteX69699" fmla="*/ 1100168 w 2119654"/>
              <a:gd name="connsiteY69699" fmla="*/ 471203 h 2398711"/>
              <a:gd name="connsiteX69700" fmla="*/ 1101432 w 2119654"/>
              <a:gd name="connsiteY69700" fmla="*/ 471952 h 2398711"/>
              <a:gd name="connsiteX69701" fmla="*/ 1101485 w 2119654"/>
              <a:gd name="connsiteY69701" fmla="*/ 471701 h 2398711"/>
              <a:gd name="connsiteX69702" fmla="*/ 1100580 w 2119654"/>
              <a:gd name="connsiteY69702" fmla="*/ 469615 h 2398711"/>
              <a:gd name="connsiteX69703" fmla="*/ 1102744 w 2119654"/>
              <a:gd name="connsiteY69703" fmla="*/ 458359 h 2398711"/>
              <a:gd name="connsiteX69704" fmla="*/ 1102916 w 2119654"/>
              <a:gd name="connsiteY69704" fmla="*/ 458708 h 2398711"/>
              <a:gd name="connsiteX69705" fmla="*/ 1104769 w 2119654"/>
              <a:gd name="connsiteY69705" fmla="*/ 456217 h 2398711"/>
              <a:gd name="connsiteX69706" fmla="*/ 1104827 w 2119654"/>
              <a:gd name="connsiteY69706" fmla="*/ 455944 h 2398711"/>
              <a:gd name="connsiteX69707" fmla="*/ 1104256 w 2119654"/>
              <a:gd name="connsiteY69707" fmla="*/ 455033 h 2398711"/>
              <a:gd name="connsiteX69708" fmla="*/ 1102068 w 2119654"/>
              <a:gd name="connsiteY69708" fmla="*/ 459844 h 2398711"/>
              <a:gd name="connsiteX69709" fmla="*/ 1102523 w 2119654"/>
              <a:gd name="connsiteY69709" fmla="*/ 459234 h 2398711"/>
              <a:gd name="connsiteX69710" fmla="*/ 1102433 w 2119654"/>
              <a:gd name="connsiteY69710" fmla="*/ 459043 h 2398711"/>
              <a:gd name="connsiteX69711" fmla="*/ 1101080 w 2119654"/>
              <a:gd name="connsiteY69711" fmla="*/ 462019 h 2398711"/>
              <a:gd name="connsiteX69712" fmla="*/ 1103042 w 2119654"/>
              <a:gd name="connsiteY69712" fmla="*/ 464361 h 2398711"/>
              <a:gd name="connsiteX69713" fmla="*/ 1103634 w 2119654"/>
              <a:gd name="connsiteY69713" fmla="*/ 461566 h 2398711"/>
              <a:gd name="connsiteX69714" fmla="*/ 1102674 w 2119654"/>
              <a:gd name="connsiteY69714" fmla="*/ 459550 h 2398711"/>
              <a:gd name="connsiteX69715" fmla="*/ 1101462 w 2119654"/>
              <a:gd name="connsiteY69715" fmla="*/ 461178 h 2398711"/>
              <a:gd name="connsiteX69716" fmla="*/ 1100041 w 2119654"/>
              <a:gd name="connsiteY69716" fmla="*/ 464302 h 2398711"/>
              <a:gd name="connsiteX69717" fmla="*/ 1100681 w 2119654"/>
              <a:gd name="connsiteY69717" fmla="*/ 465772 h 2398711"/>
              <a:gd name="connsiteX69718" fmla="*/ 1102415 w 2119654"/>
              <a:gd name="connsiteY69718" fmla="*/ 467316 h 2398711"/>
              <a:gd name="connsiteX69719" fmla="*/ 1102934 w 2119654"/>
              <a:gd name="connsiteY69719" fmla="*/ 464868 h 2398711"/>
              <a:gd name="connsiteX69720" fmla="*/ 1100906 w 2119654"/>
              <a:gd name="connsiteY69720" fmla="*/ 462400 h 2398711"/>
              <a:gd name="connsiteX69721" fmla="*/ 430133 w 2119654"/>
              <a:gd name="connsiteY69721" fmla="*/ 1964348 h 2398711"/>
              <a:gd name="connsiteX69722" fmla="*/ 435566 w 2119654"/>
              <a:gd name="connsiteY69722" fmla="*/ 1967489 h 2398711"/>
              <a:gd name="connsiteX69723" fmla="*/ 448458 w 2119654"/>
              <a:gd name="connsiteY69723" fmla="*/ 1967735 h 2398711"/>
              <a:gd name="connsiteX69724" fmla="*/ 448669 w 2119654"/>
              <a:gd name="connsiteY69724" fmla="*/ 1962499 h 2398711"/>
              <a:gd name="connsiteX69725" fmla="*/ 1099421 w 2119654"/>
              <a:gd name="connsiteY69725" fmla="*/ 465667 h 2398711"/>
              <a:gd name="connsiteX69726" fmla="*/ 1100674 w 2119654"/>
              <a:gd name="connsiteY69726" fmla="*/ 467153 h 2398711"/>
              <a:gd name="connsiteX69727" fmla="*/ 1100219 w 2119654"/>
              <a:gd name="connsiteY69727" fmla="*/ 466105 h 2398711"/>
              <a:gd name="connsiteX69728" fmla="*/ 1099509 w 2119654"/>
              <a:gd name="connsiteY69728" fmla="*/ 465475 h 2398711"/>
              <a:gd name="connsiteX69729" fmla="*/ 451095 w 2119654"/>
              <a:gd name="connsiteY69729" fmla="*/ 1917277 h 2398711"/>
              <a:gd name="connsiteX69730" fmla="*/ 450948 w 2119654"/>
              <a:gd name="connsiteY69730" fmla="*/ 1919096 h 2398711"/>
              <a:gd name="connsiteX69731" fmla="*/ 450574 w 2119654"/>
              <a:gd name="connsiteY69731" fmla="*/ 1928392 h 2398711"/>
              <a:gd name="connsiteX69732" fmla="*/ 461747 w 2119654"/>
              <a:gd name="connsiteY69732" fmla="*/ 1928617 h 2398711"/>
              <a:gd name="connsiteX69733" fmla="*/ 463613 w 2119654"/>
              <a:gd name="connsiteY69733" fmla="*/ 1918766 h 2398711"/>
              <a:gd name="connsiteX69734" fmla="*/ 461425 w 2119654"/>
              <a:gd name="connsiteY69734" fmla="*/ 1918349 h 2398711"/>
              <a:gd name="connsiteX69735" fmla="*/ 452283 w 2119654"/>
              <a:gd name="connsiteY69735" fmla="*/ 1918770 h 2398711"/>
              <a:gd name="connsiteX69736" fmla="*/ 451886 w 2119654"/>
              <a:gd name="connsiteY69736" fmla="*/ 1918487 h 2398711"/>
              <a:gd name="connsiteX69737" fmla="*/ 459421 w 2119654"/>
              <a:gd name="connsiteY69737" fmla="*/ 1918140 h 2398711"/>
              <a:gd name="connsiteX69738" fmla="*/ 474909 w 2119654"/>
              <a:gd name="connsiteY69738" fmla="*/ 1863071 h 2398711"/>
              <a:gd name="connsiteX69739" fmla="*/ 475364 w 2119654"/>
              <a:gd name="connsiteY69739" fmla="*/ 1863253 h 2398711"/>
              <a:gd name="connsiteX69740" fmla="*/ 475382 w 2119654"/>
              <a:gd name="connsiteY69740" fmla="*/ 1863174 h 2398711"/>
              <a:gd name="connsiteX69741" fmla="*/ 458397 w 2119654"/>
              <a:gd name="connsiteY69741" fmla="*/ 1898933 h 2398711"/>
              <a:gd name="connsiteX69742" fmla="*/ 465309 w 2119654"/>
              <a:gd name="connsiteY69742" fmla="*/ 1897998 h 2398711"/>
              <a:gd name="connsiteX69743" fmla="*/ 465094 w 2119654"/>
              <a:gd name="connsiteY69743" fmla="*/ 1897914 h 2398711"/>
              <a:gd name="connsiteX69744" fmla="*/ 444924 w 2119654"/>
              <a:gd name="connsiteY69744" fmla="*/ 1928868 h 2398711"/>
              <a:gd name="connsiteX69745" fmla="*/ 444934 w 2119654"/>
              <a:gd name="connsiteY69745" fmla="*/ 1928961 h 2398711"/>
              <a:gd name="connsiteX69746" fmla="*/ 445621 w 2119654"/>
              <a:gd name="connsiteY69746" fmla="*/ 1933870 h 2398711"/>
              <a:gd name="connsiteX69747" fmla="*/ 449842 w 2119654"/>
              <a:gd name="connsiteY69747" fmla="*/ 1933274 h 2398711"/>
              <a:gd name="connsiteX69748" fmla="*/ 449998 w 2119654"/>
              <a:gd name="connsiteY69748" fmla="*/ 1929404 h 2398711"/>
              <a:gd name="connsiteX69749" fmla="*/ 468349 w 2119654"/>
              <a:gd name="connsiteY69749" fmla="*/ 1876304 h 2398711"/>
              <a:gd name="connsiteX69750" fmla="*/ 471778 w 2119654"/>
              <a:gd name="connsiteY69750" fmla="*/ 1878725 h 2398711"/>
              <a:gd name="connsiteX69751" fmla="*/ 471962 w 2119654"/>
              <a:gd name="connsiteY69751" fmla="*/ 1877933 h 2398711"/>
              <a:gd name="connsiteX69752" fmla="*/ 472556 w 2119654"/>
              <a:gd name="connsiteY69752" fmla="*/ 1866611 h 2398711"/>
              <a:gd name="connsiteX69753" fmla="*/ 472555 w 2119654"/>
              <a:gd name="connsiteY69753" fmla="*/ 1867233 h 2398711"/>
              <a:gd name="connsiteX69754" fmla="*/ 473731 w 2119654"/>
              <a:gd name="connsiteY69754" fmla="*/ 1867200 h 2398711"/>
              <a:gd name="connsiteX69755" fmla="*/ 459445 w 2119654"/>
              <a:gd name="connsiteY69755" fmla="*/ 1895690 h 2398711"/>
              <a:gd name="connsiteX69756" fmla="*/ 459205 w 2119654"/>
              <a:gd name="connsiteY69756" fmla="*/ 1896523 h 2398711"/>
              <a:gd name="connsiteX69757" fmla="*/ 461639 w 2119654"/>
              <a:gd name="connsiteY69757" fmla="*/ 1896553 h 2398711"/>
              <a:gd name="connsiteX69758" fmla="*/ 1120140 w 2119654"/>
              <a:gd name="connsiteY69758" fmla="*/ 415544 h 2398711"/>
              <a:gd name="connsiteX69759" fmla="*/ 1120145 w 2119654"/>
              <a:gd name="connsiteY69759" fmla="*/ 415632 h 2398711"/>
              <a:gd name="connsiteX69760" fmla="*/ 1120344 w 2119654"/>
              <a:gd name="connsiteY69760" fmla="*/ 415384 h 2398711"/>
              <a:gd name="connsiteX69761" fmla="*/ 1120374 w 2119654"/>
              <a:gd name="connsiteY69761" fmla="*/ 415318 h 2398711"/>
              <a:gd name="connsiteX69762" fmla="*/ 1124981 w 2119654"/>
              <a:gd name="connsiteY69762" fmla="*/ 404637 h 2398711"/>
              <a:gd name="connsiteX69763" fmla="*/ 1125122 w 2119654"/>
              <a:gd name="connsiteY69763" fmla="*/ 404874 h 2398711"/>
              <a:gd name="connsiteX69764" fmla="*/ 1125423 w 2119654"/>
              <a:gd name="connsiteY69764" fmla="*/ 404209 h 2398711"/>
              <a:gd name="connsiteX69765" fmla="*/ 433135 w 2119654"/>
              <a:gd name="connsiteY69765" fmla="*/ 1953323 h 2398711"/>
              <a:gd name="connsiteX69766" fmla="*/ 444916 w 2119654"/>
              <a:gd name="connsiteY69766" fmla="*/ 1957563 h 2398711"/>
              <a:gd name="connsiteX69767" fmla="*/ 448813 w 2119654"/>
              <a:gd name="connsiteY69767" fmla="*/ 1958907 h 2398711"/>
              <a:gd name="connsiteX69768" fmla="*/ 449029 w 2119654"/>
              <a:gd name="connsiteY69768" fmla="*/ 1953518 h 2398711"/>
              <a:gd name="connsiteX69769" fmla="*/ 1108359 w 2119654"/>
              <a:gd name="connsiteY69769" fmla="*/ 441177 h 2398711"/>
              <a:gd name="connsiteX69770" fmla="*/ 1108152 w 2119654"/>
              <a:gd name="connsiteY69770" fmla="*/ 442147 h 2398711"/>
              <a:gd name="connsiteX69771" fmla="*/ 1108164 w 2119654"/>
              <a:gd name="connsiteY69771" fmla="*/ 442175 h 2398711"/>
              <a:gd name="connsiteX69772" fmla="*/ 1108546 w 2119654"/>
              <a:gd name="connsiteY69772" fmla="*/ 441334 h 2398711"/>
              <a:gd name="connsiteX69773" fmla="*/ 1113129 w 2119654"/>
              <a:gd name="connsiteY69773" fmla="*/ 430106 h 2398711"/>
              <a:gd name="connsiteX69774" fmla="*/ 1113183 w 2119654"/>
              <a:gd name="connsiteY69774" fmla="*/ 431132 h 2398711"/>
              <a:gd name="connsiteX69775" fmla="*/ 1113457 w 2119654"/>
              <a:gd name="connsiteY69775" fmla="*/ 430532 h 2398711"/>
              <a:gd name="connsiteX69776" fmla="*/ 1108527 w 2119654"/>
              <a:gd name="connsiteY69776" fmla="*/ 440380 h 2398711"/>
              <a:gd name="connsiteX69777" fmla="*/ 1108488 w 2119654"/>
              <a:gd name="connsiteY69777" fmla="*/ 440567 h 2398711"/>
              <a:gd name="connsiteX69778" fmla="*/ 1108610 w 2119654"/>
              <a:gd name="connsiteY69778" fmla="*/ 440667 h 2398711"/>
              <a:gd name="connsiteX69779" fmla="*/ 470208 w 2119654"/>
              <a:gd name="connsiteY69779" fmla="*/ 1869698 h 2398711"/>
              <a:gd name="connsiteX69780" fmla="*/ 471873 w 2119654"/>
              <a:gd name="connsiteY69780" fmla="*/ 1869758 h 2398711"/>
              <a:gd name="connsiteX69781" fmla="*/ 471624 w 2119654"/>
              <a:gd name="connsiteY69781" fmla="*/ 1869659 h 2398711"/>
              <a:gd name="connsiteX69782" fmla="*/ 451570 w 2119654"/>
              <a:gd name="connsiteY69782" fmla="*/ 1911392 h 2398711"/>
              <a:gd name="connsiteX69783" fmla="*/ 451181 w 2119654"/>
              <a:gd name="connsiteY69783" fmla="*/ 1916207 h 2398711"/>
              <a:gd name="connsiteX69784" fmla="*/ 463854 w 2119654"/>
              <a:gd name="connsiteY69784" fmla="*/ 1917495 h 2398711"/>
              <a:gd name="connsiteX69785" fmla="*/ 463932 w 2119654"/>
              <a:gd name="connsiteY69785" fmla="*/ 1917084 h 2398711"/>
              <a:gd name="connsiteX69786" fmla="*/ 1124077 w 2119654"/>
              <a:gd name="connsiteY69786" fmla="*/ 405514 h 2398711"/>
              <a:gd name="connsiteX69787" fmla="*/ 1124364 w 2119654"/>
              <a:gd name="connsiteY69787" fmla="*/ 406539 h 2398711"/>
              <a:gd name="connsiteX69788" fmla="*/ 1125066 w 2119654"/>
              <a:gd name="connsiteY69788" fmla="*/ 404995 h 2398711"/>
              <a:gd name="connsiteX69789" fmla="*/ 1124900 w 2119654"/>
              <a:gd name="connsiteY69789" fmla="*/ 404716 h 2398711"/>
              <a:gd name="connsiteX69790" fmla="*/ 1078232 w 2119654"/>
              <a:gd name="connsiteY69790" fmla="*/ 507474 h 2398711"/>
              <a:gd name="connsiteX69791" fmla="*/ 1078613 w 2119654"/>
              <a:gd name="connsiteY69791" fmla="*/ 507981 h 2398711"/>
              <a:gd name="connsiteX69792" fmla="*/ 1078659 w 2119654"/>
              <a:gd name="connsiteY69792" fmla="*/ 507692 h 2398711"/>
              <a:gd name="connsiteX69793" fmla="*/ 1078239 w 2119654"/>
              <a:gd name="connsiteY69793" fmla="*/ 507468 h 2398711"/>
              <a:gd name="connsiteX69794" fmla="*/ 1116462 w 2119654"/>
              <a:gd name="connsiteY69794" fmla="*/ 421461 h 2398711"/>
              <a:gd name="connsiteX69795" fmla="*/ 1117235 w 2119654"/>
              <a:gd name="connsiteY69795" fmla="*/ 422223 h 2398711"/>
              <a:gd name="connsiteX69796" fmla="*/ 1117275 w 2119654"/>
              <a:gd name="connsiteY69796" fmla="*/ 422133 h 2398711"/>
              <a:gd name="connsiteX69797" fmla="*/ 1117399 w 2119654"/>
              <a:gd name="connsiteY69797" fmla="*/ 420297 h 2398711"/>
              <a:gd name="connsiteX69798" fmla="*/ 483688 w 2119654"/>
              <a:gd name="connsiteY69798" fmla="*/ 1837962 h 2398711"/>
              <a:gd name="connsiteX69799" fmla="*/ 485576 w 2119654"/>
              <a:gd name="connsiteY69799" fmla="*/ 1839155 h 2398711"/>
              <a:gd name="connsiteX69800" fmla="*/ 490227 w 2119654"/>
              <a:gd name="connsiteY69800" fmla="*/ 1839526 h 2398711"/>
              <a:gd name="connsiteX69801" fmla="*/ 488046 w 2119654"/>
              <a:gd name="connsiteY69801" fmla="*/ 1838187 h 2398711"/>
              <a:gd name="connsiteX69802" fmla="*/ 487544 w 2119654"/>
              <a:gd name="connsiteY69802" fmla="*/ 1838138 h 2398711"/>
              <a:gd name="connsiteX69803" fmla="*/ 485091 w 2119654"/>
              <a:gd name="connsiteY69803" fmla="*/ 1837591 h 2398711"/>
              <a:gd name="connsiteX69804" fmla="*/ 462602 w 2119654"/>
              <a:gd name="connsiteY69804" fmla="*/ 1884766 h 2398711"/>
              <a:gd name="connsiteX69805" fmla="*/ 462538 w 2119654"/>
              <a:gd name="connsiteY69805" fmla="*/ 1884987 h 2398711"/>
              <a:gd name="connsiteX69806" fmla="*/ 465951 w 2119654"/>
              <a:gd name="connsiteY69806" fmla="*/ 1886330 h 2398711"/>
              <a:gd name="connsiteX69807" fmla="*/ 470046 w 2119654"/>
              <a:gd name="connsiteY69807" fmla="*/ 1886199 h 2398711"/>
              <a:gd name="connsiteX69808" fmla="*/ 470313 w 2119654"/>
              <a:gd name="connsiteY69808" fmla="*/ 1885044 h 2398711"/>
              <a:gd name="connsiteX69809" fmla="*/ 470248 w 2119654"/>
              <a:gd name="connsiteY69809" fmla="*/ 1884996 h 2398711"/>
              <a:gd name="connsiteX69810" fmla="*/ 467868 w 2119654"/>
              <a:gd name="connsiteY69810" fmla="*/ 1883359 h 2398711"/>
              <a:gd name="connsiteX69811" fmla="*/ 481745 w 2119654"/>
              <a:gd name="connsiteY69811" fmla="*/ 1841547 h 2398711"/>
              <a:gd name="connsiteX69812" fmla="*/ 481742 w 2119654"/>
              <a:gd name="connsiteY69812" fmla="*/ 1841563 h 2398711"/>
              <a:gd name="connsiteX69813" fmla="*/ 484338 w 2119654"/>
              <a:gd name="connsiteY69813" fmla="*/ 1843865 h 2398711"/>
              <a:gd name="connsiteX69814" fmla="*/ 486962 w 2119654"/>
              <a:gd name="connsiteY69814" fmla="*/ 1844001 h 2398711"/>
              <a:gd name="connsiteX69815" fmla="*/ 483343 w 2119654"/>
              <a:gd name="connsiteY69815" fmla="*/ 1841704 h 2398711"/>
              <a:gd name="connsiteX69816" fmla="*/ 487186 w 2119654"/>
              <a:gd name="connsiteY69816" fmla="*/ 1829318 h 2398711"/>
              <a:gd name="connsiteX69817" fmla="*/ 489728 w 2119654"/>
              <a:gd name="connsiteY69817" fmla="*/ 1829648 h 2398711"/>
              <a:gd name="connsiteX69818" fmla="*/ 488370 w 2119654"/>
              <a:gd name="connsiteY69818" fmla="*/ 1829061 h 2398711"/>
              <a:gd name="connsiteX69819" fmla="*/ 466644 w 2119654"/>
              <a:gd name="connsiteY69819" fmla="*/ 1875101 h 2398711"/>
              <a:gd name="connsiteX69820" fmla="*/ 467930 w 2119654"/>
              <a:gd name="connsiteY69820" fmla="*/ 1876008 h 2398711"/>
              <a:gd name="connsiteX69821" fmla="*/ 471984 w 2119654"/>
              <a:gd name="connsiteY69821" fmla="*/ 1877835 h 2398711"/>
              <a:gd name="connsiteX69822" fmla="*/ 472477 w 2119654"/>
              <a:gd name="connsiteY69822" fmla="*/ 1875709 h 2398711"/>
              <a:gd name="connsiteX69823" fmla="*/ 472446 w 2119654"/>
              <a:gd name="connsiteY69823" fmla="*/ 1874725 h 2398711"/>
              <a:gd name="connsiteX69824" fmla="*/ 462230 w 2119654"/>
              <a:gd name="connsiteY69824" fmla="*/ 1884866 h 2398711"/>
              <a:gd name="connsiteX69825" fmla="*/ 462343 w 2119654"/>
              <a:gd name="connsiteY69825" fmla="*/ 1884909 h 2398711"/>
              <a:gd name="connsiteX69826" fmla="*/ 462366 w 2119654"/>
              <a:gd name="connsiteY69826" fmla="*/ 1884829 h 2398711"/>
              <a:gd name="connsiteX69827" fmla="*/ 1114825 w 2119654"/>
              <a:gd name="connsiteY69827" fmla="*/ 423496 h 2398711"/>
              <a:gd name="connsiteX69828" fmla="*/ 1115755 w 2119654"/>
              <a:gd name="connsiteY69828" fmla="*/ 425476 h 2398711"/>
              <a:gd name="connsiteX69829" fmla="*/ 1117063 w 2119654"/>
              <a:gd name="connsiteY69829" fmla="*/ 422600 h 2398711"/>
              <a:gd name="connsiteX69830" fmla="*/ 1116217 w 2119654"/>
              <a:gd name="connsiteY69830" fmla="*/ 421766 h 2398711"/>
              <a:gd name="connsiteX69831" fmla="*/ 451872 w 2119654"/>
              <a:gd name="connsiteY69831" fmla="*/ 1907660 h 2398711"/>
              <a:gd name="connsiteX69832" fmla="*/ 451593 w 2119654"/>
              <a:gd name="connsiteY69832" fmla="*/ 1911109 h 2398711"/>
              <a:gd name="connsiteX69833" fmla="*/ 463983 w 2119654"/>
              <a:gd name="connsiteY69833" fmla="*/ 1916814 h 2398711"/>
              <a:gd name="connsiteX69834" fmla="*/ 464611 w 2119654"/>
              <a:gd name="connsiteY69834" fmla="*/ 1913497 h 2398711"/>
              <a:gd name="connsiteX69835" fmla="*/ 461400 w 2119654"/>
              <a:gd name="connsiteY69835" fmla="*/ 1912025 h 2398711"/>
              <a:gd name="connsiteX69836" fmla="*/ 457157 w 2119654"/>
              <a:gd name="connsiteY69836" fmla="*/ 1912435 h 2398711"/>
              <a:gd name="connsiteX69837" fmla="*/ 456928 w 2119654"/>
              <a:gd name="connsiteY69837" fmla="*/ 1912255 h 2398711"/>
              <a:gd name="connsiteX69838" fmla="*/ 461034 w 2119654"/>
              <a:gd name="connsiteY69838" fmla="*/ 1911858 h 2398711"/>
              <a:gd name="connsiteX69839" fmla="*/ 1096715 w 2119654"/>
              <a:gd name="connsiteY69839" fmla="*/ 463499 h 2398711"/>
              <a:gd name="connsiteX69840" fmla="*/ 1096721 w 2119654"/>
              <a:gd name="connsiteY69840" fmla="*/ 463526 h 2398711"/>
              <a:gd name="connsiteX69841" fmla="*/ 1097003 w 2119654"/>
              <a:gd name="connsiteY69841" fmla="*/ 464174 h 2398711"/>
              <a:gd name="connsiteX69842" fmla="*/ 1097823 w 2119654"/>
              <a:gd name="connsiteY69842" fmla="*/ 464922 h 2398711"/>
              <a:gd name="connsiteX69843" fmla="*/ 1097855 w 2119654"/>
              <a:gd name="connsiteY69843" fmla="*/ 464851 h 2398711"/>
              <a:gd name="connsiteX69844" fmla="*/ 482281 w 2119654"/>
              <a:gd name="connsiteY69844" fmla="*/ 1839236 h 2398711"/>
              <a:gd name="connsiteX69845" fmla="*/ 482196 w 2119654"/>
              <a:gd name="connsiteY69845" fmla="*/ 1839604 h 2398711"/>
              <a:gd name="connsiteX69846" fmla="*/ 482991 w 2119654"/>
              <a:gd name="connsiteY69846" fmla="*/ 1840109 h 2398711"/>
              <a:gd name="connsiteX69847" fmla="*/ 484857 w 2119654"/>
              <a:gd name="connsiteY69847" fmla="*/ 1840218 h 2398711"/>
              <a:gd name="connsiteX69848" fmla="*/ 483453 w 2119654"/>
              <a:gd name="connsiteY69848" fmla="*/ 1839330 h 2398711"/>
              <a:gd name="connsiteX69849" fmla="*/ 463814 w 2119654"/>
              <a:gd name="connsiteY69849" fmla="*/ 1880572 h 2398711"/>
              <a:gd name="connsiteX69850" fmla="*/ 462848 w 2119654"/>
              <a:gd name="connsiteY69850" fmla="*/ 1883911 h 2398711"/>
              <a:gd name="connsiteX69851" fmla="*/ 467042 w 2119654"/>
              <a:gd name="connsiteY69851" fmla="*/ 1882792 h 2398711"/>
              <a:gd name="connsiteX69852" fmla="*/ 1107083 w 2119654"/>
              <a:gd name="connsiteY69852" fmla="*/ 440109 h 2398711"/>
              <a:gd name="connsiteX69853" fmla="*/ 1107981 w 2119654"/>
              <a:gd name="connsiteY69853" fmla="*/ 441803 h 2398711"/>
              <a:gd name="connsiteX69854" fmla="*/ 1108161 w 2119654"/>
              <a:gd name="connsiteY69854" fmla="*/ 441010 h 2398711"/>
              <a:gd name="connsiteX69855" fmla="*/ 482412 w 2119654"/>
              <a:gd name="connsiteY69855" fmla="*/ 1838671 h 2398711"/>
              <a:gd name="connsiteX69856" fmla="*/ 482359 w 2119654"/>
              <a:gd name="connsiteY69856" fmla="*/ 1838899 h 2398711"/>
              <a:gd name="connsiteX69857" fmla="*/ 482831 w 2119654"/>
              <a:gd name="connsiteY69857" fmla="*/ 1838937 h 2398711"/>
              <a:gd name="connsiteX69858" fmla="*/ 1120663 w 2119654"/>
              <a:gd name="connsiteY69858" fmla="*/ 408819 h 2398711"/>
              <a:gd name="connsiteX69859" fmla="*/ 1122099 w 2119654"/>
              <a:gd name="connsiteY69859" fmla="*/ 411520 h 2398711"/>
              <a:gd name="connsiteX69860" fmla="*/ 1124085 w 2119654"/>
              <a:gd name="connsiteY69860" fmla="*/ 407154 h 2398711"/>
              <a:gd name="connsiteX69861" fmla="*/ 1123721 w 2119654"/>
              <a:gd name="connsiteY69861" fmla="*/ 405858 h 2398711"/>
              <a:gd name="connsiteX69862" fmla="*/ 482781 w 2119654"/>
              <a:gd name="connsiteY69862" fmla="*/ 1837077 h 2398711"/>
              <a:gd name="connsiteX69863" fmla="*/ 482718 w 2119654"/>
              <a:gd name="connsiteY69863" fmla="*/ 1837349 h 2398711"/>
              <a:gd name="connsiteX69864" fmla="*/ 483340 w 2119654"/>
              <a:gd name="connsiteY69864" fmla="*/ 1837742 h 2398711"/>
              <a:gd name="connsiteX69865" fmla="*/ 484417 w 2119654"/>
              <a:gd name="connsiteY69865" fmla="*/ 1837441 h 2398711"/>
              <a:gd name="connsiteX69866" fmla="*/ 1119870 w 2119654"/>
              <a:gd name="connsiteY69866" fmla="*/ 410465 h 2398711"/>
              <a:gd name="connsiteX69867" fmla="*/ 1120087 w 2119654"/>
              <a:gd name="connsiteY69867" fmla="*/ 414557 h 2398711"/>
              <a:gd name="connsiteX69868" fmla="*/ 1121216 w 2119654"/>
              <a:gd name="connsiteY69868" fmla="*/ 413464 h 2398711"/>
              <a:gd name="connsiteX69869" fmla="*/ 1121929 w 2119654"/>
              <a:gd name="connsiteY69869" fmla="*/ 411897 h 2398711"/>
              <a:gd name="connsiteX69870" fmla="*/ 1112908 w 2119654"/>
              <a:gd name="connsiteY69870" fmla="*/ 425916 h 2398711"/>
              <a:gd name="connsiteX69871" fmla="*/ 1113088 w 2119654"/>
              <a:gd name="connsiteY69871" fmla="*/ 429314 h 2398711"/>
              <a:gd name="connsiteX69872" fmla="*/ 1113690 w 2119654"/>
              <a:gd name="connsiteY69872" fmla="*/ 430019 h 2398711"/>
              <a:gd name="connsiteX69873" fmla="*/ 1115455 w 2119654"/>
              <a:gd name="connsiteY69873" fmla="*/ 426137 h 2398711"/>
              <a:gd name="connsiteX69874" fmla="*/ 1114438 w 2119654"/>
              <a:gd name="connsiteY69874" fmla="*/ 423976 h 2398711"/>
              <a:gd name="connsiteX69875" fmla="*/ 1113093 w 2119654"/>
              <a:gd name="connsiteY69875" fmla="*/ 425648 h 2398711"/>
              <a:gd name="connsiteX69876" fmla="*/ 1078861 w 2119654"/>
              <a:gd name="connsiteY69876" fmla="*/ 501844 h 2398711"/>
              <a:gd name="connsiteX69877" fmla="*/ 1079276 w 2119654"/>
              <a:gd name="connsiteY69877" fmla="*/ 502377 h 2398711"/>
              <a:gd name="connsiteX69878" fmla="*/ 1079538 w 2119654"/>
              <a:gd name="connsiteY69878" fmla="*/ 502147 h 2398711"/>
              <a:gd name="connsiteX69879" fmla="*/ 1079707 w 2119654"/>
              <a:gd name="connsiteY69879" fmla="*/ 501080 h 2398711"/>
              <a:gd name="connsiteX69880" fmla="*/ 1115257 w 2119654"/>
              <a:gd name="connsiteY69880" fmla="*/ 420272 h 2398711"/>
              <a:gd name="connsiteX69881" fmla="*/ 1115900 w 2119654"/>
              <a:gd name="connsiteY69881" fmla="*/ 420906 h 2398711"/>
              <a:gd name="connsiteX69882" fmla="*/ 1117383 w 2119654"/>
              <a:gd name="connsiteY69882" fmla="*/ 419064 h 2398711"/>
              <a:gd name="connsiteX69883" fmla="*/ 1117340 w 2119654"/>
              <a:gd name="connsiteY69883" fmla="*/ 418255 h 2398711"/>
              <a:gd name="connsiteX69884" fmla="*/ 1119826 w 2119654"/>
              <a:gd name="connsiteY69884" fmla="*/ 409629 h 2398711"/>
              <a:gd name="connsiteX69885" fmla="*/ 1119850 w 2119654"/>
              <a:gd name="connsiteY69885" fmla="*/ 410084 h 2398711"/>
              <a:gd name="connsiteX69886" fmla="*/ 1121683 w 2119654"/>
              <a:gd name="connsiteY69886" fmla="*/ 411360 h 2398711"/>
              <a:gd name="connsiteX69887" fmla="*/ 1120470 w 2119654"/>
              <a:gd name="connsiteY69887" fmla="*/ 409004 h 2398711"/>
              <a:gd name="connsiteX69888" fmla="*/ 472569 w 2119654"/>
              <a:gd name="connsiteY69888" fmla="*/ 1858553 h 2398711"/>
              <a:gd name="connsiteX69889" fmla="*/ 472567 w 2119654"/>
              <a:gd name="connsiteY69889" fmla="*/ 1859605 h 2398711"/>
              <a:gd name="connsiteX69890" fmla="*/ 473854 w 2119654"/>
              <a:gd name="connsiteY69890" fmla="*/ 1859632 h 2398711"/>
              <a:gd name="connsiteX69891" fmla="*/ 1109600 w 2119654"/>
              <a:gd name="connsiteY69891" fmla="*/ 431735 h 2398711"/>
              <a:gd name="connsiteX69892" fmla="*/ 1109613 w 2119654"/>
              <a:gd name="connsiteY69892" fmla="*/ 431765 h 2398711"/>
              <a:gd name="connsiteX69893" fmla="*/ 1109614 w 2119654"/>
              <a:gd name="connsiteY69893" fmla="*/ 431751 h 2398711"/>
              <a:gd name="connsiteX69894" fmla="*/ 1079614 w 2119654"/>
              <a:gd name="connsiteY69894" fmla="*/ 498846 h 2398711"/>
              <a:gd name="connsiteX69895" fmla="*/ 1080006 w 2119654"/>
              <a:gd name="connsiteY69895" fmla="*/ 499195 h 2398711"/>
              <a:gd name="connsiteX69896" fmla="*/ 1080022 w 2119654"/>
              <a:gd name="connsiteY69896" fmla="*/ 499090 h 2398711"/>
              <a:gd name="connsiteX69897" fmla="*/ 466336 w 2119654"/>
              <a:gd name="connsiteY69897" fmla="*/ 1871989 h 2398711"/>
              <a:gd name="connsiteX69898" fmla="*/ 465613 w 2119654"/>
              <a:gd name="connsiteY69898" fmla="*/ 1874372 h 2398711"/>
              <a:gd name="connsiteX69899" fmla="*/ 466502 w 2119654"/>
              <a:gd name="connsiteY69899" fmla="*/ 1875001 h 2398711"/>
              <a:gd name="connsiteX69900" fmla="*/ 472442 w 2119654"/>
              <a:gd name="connsiteY69900" fmla="*/ 1874616 h 2398711"/>
              <a:gd name="connsiteX69901" fmla="*/ 472395 w 2119654"/>
              <a:gd name="connsiteY69901" fmla="*/ 1873070 h 2398711"/>
              <a:gd name="connsiteX69902" fmla="*/ 1113917 w 2119654"/>
              <a:gd name="connsiteY69902" fmla="*/ 421568 h 2398711"/>
              <a:gd name="connsiteX69903" fmla="*/ 1114452 w 2119654"/>
              <a:gd name="connsiteY69903" fmla="*/ 422706 h 2398711"/>
              <a:gd name="connsiteX69904" fmla="*/ 1115654 w 2119654"/>
              <a:gd name="connsiteY69904" fmla="*/ 421212 h 2398711"/>
              <a:gd name="connsiteX69905" fmla="*/ 1114977 w 2119654"/>
              <a:gd name="connsiteY69905" fmla="*/ 420543 h 2398711"/>
              <a:gd name="connsiteX69906" fmla="*/ 1122921 w 2119654"/>
              <a:gd name="connsiteY69906" fmla="*/ 401399 h 2398711"/>
              <a:gd name="connsiteX69907" fmla="*/ 1123955 w 2119654"/>
              <a:gd name="connsiteY69907" fmla="*/ 405079 h 2398711"/>
              <a:gd name="connsiteX69908" fmla="*/ 1124699 w 2119654"/>
              <a:gd name="connsiteY69908" fmla="*/ 404378 h 2398711"/>
              <a:gd name="connsiteX69909" fmla="*/ 480806 w 2119654"/>
              <a:gd name="connsiteY69909" fmla="*/ 1838722 h 2398711"/>
              <a:gd name="connsiteX69910" fmla="*/ 480902 w 2119654"/>
              <a:gd name="connsiteY69910" fmla="*/ 1838783 h 2398711"/>
              <a:gd name="connsiteX69911" fmla="*/ 481032 w 2119654"/>
              <a:gd name="connsiteY69911" fmla="*/ 1838793 h 2398711"/>
              <a:gd name="connsiteX69912" fmla="*/ 481065 w 2119654"/>
              <a:gd name="connsiteY69912" fmla="*/ 1838654 h 2398711"/>
              <a:gd name="connsiteX69913" fmla="*/ 1109471 w 2119654"/>
              <a:gd name="connsiteY69913" fmla="*/ 430892 h 2398711"/>
              <a:gd name="connsiteX69914" fmla="*/ 1109658 w 2119654"/>
              <a:gd name="connsiteY69914" fmla="*/ 431106 h 2398711"/>
              <a:gd name="connsiteX69915" fmla="*/ 1109673 w 2119654"/>
              <a:gd name="connsiteY69915" fmla="*/ 430885 h 2398711"/>
              <a:gd name="connsiteX69916" fmla="*/ 1109569 w 2119654"/>
              <a:gd name="connsiteY69916" fmla="*/ 430750 h 2398711"/>
              <a:gd name="connsiteX69917" fmla="*/ 1097325 w 2119654"/>
              <a:gd name="connsiteY69917" fmla="*/ 458039 h 2398711"/>
              <a:gd name="connsiteX69918" fmla="*/ 1099096 w 2119654"/>
              <a:gd name="connsiteY69918" fmla="*/ 462120 h 2398711"/>
              <a:gd name="connsiteX69919" fmla="*/ 1099660 w 2119654"/>
              <a:gd name="connsiteY69919" fmla="*/ 460881 h 2398711"/>
              <a:gd name="connsiteX69920" fmla="*/ 484971 w 2119654"/>
              <a:gd name="connsiteY69920" fmla="*/ 1829015 h 2398711"/>
              <a:gd name="connsiteX69921" fmla="*/ 484967 w 2119654"/>
              <a:gd name="connsiteY69921" fmla="*/ 1829029 h 2398711"/>
              <a:gd name="connsiteX69922" fmla="*/ 485959 w 2119654"/>
              <a:gd name="connsiteY69922" fmla="*/ 1829158 h 2398711"/>
              <a:gd name="connsiteX69923" fmla="*/ 487224 w 2119654"/>
              <a:gd name="connsiteY69923" fmla="*/ 1828884 h 2398711"/>
              <a:gd name="connsiteX69924" fmla="*/ 452319 w 2119654"/>
              <a:gd name="connsiteY69924" fmla="*/ 1902127 h 2398711"/>
              <a:gd name="connsiteX69925" fmla="*/ 451898 w 2119654"/>
              <a:gd name="connsiteY69925" fmla="*/ 1907339 h 2398711"/>
              <a:gd name="connsiteX69926" fmla="*/ 461926 w 2119654"/>
              <a:gd name="connsiteY69926" fmla="*/ 1911772 h 2398711"/>
              <a:gd name="connsiteX69927" fmla="*/ 464994 w 2119654"/>
              <a:gd name="connsiteY69927" fmla="*/ 1911475 h 2398711"/>
              <a:gd name="connsiteX69928" fmla="*/ 466092 w 2119654"/>
              <a:gd name="connsiteY69928" fmla="*/ 1905679 h 2398711"/>
              <a:gd name="connsiteX69929" fmla="*/ 459807 w 2119654"/>
              <a:gd name="connsiteY69929" fmla="*/ 1904200 h 2398711"/>
              <a:gd name="connsiteX69930" fmla="*/ 452412 w 2119654"/>
              <a:gd name="connsiteY69930" fmla="*/ 1902146 h 2398711"/>
              <a:gd name="connsiteX69931" fmla="*/ 1119716 w 2119654"/>
              <a:gd name="connsiteY69931" fmla="*/ 407538 h 2398711"/>
              <a:gd name="connsiteX69932" fmla="*/ 1119793 w 2119654"/>
              <a:gd name="connsiteY69932" fmla="*/ 409002 h 2398711"/>
              <a:gd name="connsiteX69933" fmla="*/ 1120248 w 2119654"/>
              <a:gd name="connsiteY69933" fmla="*/ 408573 h 2398711"/>
              <a:gd name="connsiteX69934" fmla="*/ 437137 w 2119654"/>
              <a:gd name="connsiteY69934" fmla="*/ 1935855 h 2398711"/>
              <a:gd name="connsiteX69935" fmla="*/ 446072 w 2119654"/>
              <a:gd name="connsiteY69935" fmla="*/ 1937840 h 2398711"/>
              <a:gd name="connsiteX69936" fmla="*/ 445858 w 2119654"/>
              <a:gd name="connsiteY69936" fmla="*/ 1936304 h 2398711"/>
              <a:gd name="connsiteX69937" fmla="*/ 443249 w 2119654"/>
              <a:gd name="connsiteY69937" fmla="*/ 1935006 h 2398711"/>
              <a:gd name="connsiteX69938" fmla="*/ 485311 w 2119654"/>
              <a:gd name="connsiteY69938" fmla="*/ 1827919 h 2398711"/>
              <a:gd name="connsiteX69939" fmla="*/ 485011 w 2119654"/>
              <a:gd name="connsiteY69939" fmla="*/ 1828887 h 2398711"/>
              <a:gd name="connsiteX69940" fmla="*/ 487557 w 2119654"/>
              <a:gd name="connsiteY69940" fmla="*/ 1828710 h 2398711"/>
              <a:gd name="connsiteX69941" fmla="*/ 485801 w 2119654"/>
              <a:gd name="connsiteY69941" fmla="*/ 1827949 h 2398711"/>
              <a:gd name="connsiteX69942" fmla="*/ 1112738 w 2119654"/>
              <a:gd name="connsiteY69942" fmla="*/ 422710 h 2398711"/>
              <a:gd name="connsiteX69943" fmla="*/ 1112843 w 2119654"/>
              <a:gd name="connsiteY69943" fmla="*/ 424706 h 2398711"/>
              <a:gd name="connsiteX69944" fmla="*/ 1114067 w 2119654"/>
              <a:gd name="connsiteY69944" fmla="*/ 423186 h 2398711"/>
              <a:gd name="connsiteX69945" fmla="*/ 1113497 w 2119654"/>
              <a:gd name="connsiteY69945" fmla="*/ 421975 h 2398711"/>
              <a:gd name="connsiteX69946" fmla="*/ 422456 w 2119654"/>
              <a:gd name="connsiteY69946" fmla="*/ 1968144 h 2398711"/>
              <a:gd name="connsiteX69947" fmla="*/ 435468 w 2119654"/>
              <a:gd name="connsiteY69947" fmla="*/ 1973349 h 2398711"/>
              <a:gd name="connsiteX69948" fmla="*/ 446986 w 2119654"/>
              <a:gd name="connsiteY69948" fmla="*/ 1974912 h 2398711"/>
              <a:gd name="connsiteX69949" fmla="*/ 441783 w 2119654"/>
              <a:gd name="connsiteY69949" fmla="*/ 1971905 h 2398711"/>
              <a:gd name="connsiteX69950" fmla="*/ 438182 w 2119654"/>
              <a:gd name="connsiteY69950" fmla="*/ 1972393 h 2398711"/>
              <a:gd name="connsiteX69951" fmla="*/ 437821 w 2119654"/>
              <a:gd name="connsiteY69951" fmla="*/ 1972133 h 2398711"/>
              <a:gd name="connsiteX69952" fmla="*/ 441350 w 2119654"/>
              <a:gd name="connsiteY69952" fmla="*/ 1971655 h 2398711"/>
              <a:gd name="connsiteX69953" fmla="*/ 435717 w 2119654"/>
              <a:gd name="connsiteY69953" fmla="*/ 1968399 h 2398711"/>
              <a:gd name="connsiteX69954" fmla="*/ 468467 w 2119654"/>
              <a:gd name="connsiteY69954" fmla="*/ 1864979 h 2398711"/>
              <a:gd name="connsiteX69955" fmla="*/ 467741 w 2119654"/>
              <a:gd name="connsiteY69955" fmla="*/ 1867368 h 2398711"/>
              <a:gd name="connsiteX69956" fmla="*/ 472212 w 2119654"/>
              <a:gd name="connsiteY69956" fmla="*/ 1867243 h 2398711"/>
              <a:gd name="connsiteX69957" fmla="*/ 472186 w 2119654"/>
              <a:gd name="connsiteY69957" fmla="*/ 1866427 h 2398711"/>
              <a:gd name="connsiteX69958" fmla="*/ 468986 w 2119654"/>
              <a:gd name="connsiteY69958" fmla="*/ 1864822 h 2398711"/>
              <a:gd name="connsiteX69959" fmla="*/ 1105835 w 2119654"/>
              <a:gd name="connsiteY69959" fmla="*/ 437753 h 2398711"/>
              <a:gd name="connsiteX69960" fmla="*/ 1106397 w 2119654"/>
              <a:gd name="connsiteY69960" fmla="*/ 438815 h 2398711"/>
              <a:gd name="connsiteX69961" fmla="*/ 1108297 w 2119654"/>
              <a:gd name="connsiteY69961" fmla="*/ 440406 h 2398711"/>
              <a:gd name="connsiteX69962" fmla="*/ 1108401 w 2119654"/>
              <a:gd name="connsiteY69962" fmla="*/ 439946 h 2398711"/>
              <a:gd name="connsiteX69963" fmla="*/ 1108384 w 2119654"/>
              <a:gd name="connsiteY69963" fmla="*/ 439887 h 2398711"/>
              <a:gd name="connsiteX69964" fmla="*/ 479646 w 2119654"/>
              <a:gd name="connsiteY69964" fmla="*/ 1839620 h 2398711"/>
              <a:gd name="connsiteX69965" fmla="*/ 479650 w 2119654"/>
              <a:gd name="connsiteY69965" fmla="*/ 1839708 h 2398711"/>
              <a:gd name="connsiteX69966" fmla="*/ 479901 w 2119654"/>
              <a:gd name="connsiteY69966" fmla="*/ 1839930 h 2398711"/>
              <a:gd name="connsiteX69967" fmla="*/ 480475 w 2119654"/>
              <a:gd name="connsiteY69967" fmla="*/ 1839964 h 2398711"/>
              <a:gd name="connsiteX69968" fmla="*/ 452457 w 2119654"/>
              <a:gd name="connsiteY69968" fmla="*/ 1900422 h 2398711"/>
              <a:gd name="connsiteX69969" fmla="*/ 452349 w 2119654"/>
              <a:gd name="connsiteY69969" fmla="*/ 1901754 h 2398711"/>
              <a:gd name="connsiteX69970" fmla="*/ 459367 w 2119654"/>
              <a:gd name="connsiteY69970" fmla="*/ 1903144 h 2398711"/>
              <a:gd name="connsiteX69971" fmla="*/ 466330 w 2119654"/>
              <a:gd name="connsiteY69971" fmla="*/ 1904426 h 2398711"/>
              <a:gd name="connsiteX69972" fmla="*/ 467392 w 2119654"/>
              <a:gd name="connsiteY69972" fmla="*/ 1898818 h 2398711"/>
              <a:gd name="connsiteX69973" fmla="*/ 466605 w 2119654"/>
              <a:gd name="connsiteY69973" fmla="*/ 1898508 h 2398711"/>
              <a:gd name="connsiteX69974" fmla="*/ 1072101 w 2119654"/>
              <a:gd name="connsiteY69974" fmla="*/ 512905 h 2398711"/>
              <a:gd name="connsiteX69975" fmla="*/ 1075205 w 2119654"/>
              <a:gd name="connsiteY69975" fmla="*/ 517149 h 2398711"/>
              <a:gd name="connsiteX69976" fmla="*/ 1076226 w 2119654"/>
              <a:gd name="connsiteY69976" fmla="*/ 514566 h 2398711"/>
              <a:gd name="connsiteX69977" fmla="*/ 1073488 w 2119654"/>
              <a:gd name="connsiteY69977" fmla="*/ 511676 h 2398711"/>
              <a:gd name="connsiteX69978" fmla="*/ 479630 w 2119654"/>
              <a:gd name="connsiteY69978" fmla="*/ 1839345 h 2398711"/>
              <a:gd name="connsiteX69979" fmla="*/ 479631 w 2119654"/>
              <a:gd name="connsiteY69979" fmla="*/ 1839366 h 2398711"/>
              <a:gd name="connsiteX69980" fmla="*/ 479718 w 2119654"/>
              <a:gd name="connsiteY69980" fmla="*/ 1839401 h 2398711"/>
              <a:gd name="connsiteX69981" fmla="*/ 486821 w 2119654"/>
              <a:gd name="connsiteY69981" fmla="*/ 1823042 h 2398711"/>
              <a:gd name="connsiteX69982" fmla="*/ 486803 w 2119654"/>
              <a:gd name="connsiteY69982" fmla="*/ 1823103 h 2398711"/>
              <a:gd name="connsiteX69983" fmla="*/ 487873 w 2119654"/>
              <a:gd name="connsiteY69983" fmla="*/ 1823640 h 2398711"/>
              <a:gd name="connsiteX69984" fmla="*/ 1112923 w 2119654"/>
              <a:gd name="connsiteY69984" fmla="*/ 420754 h 2398711"/>
              <a:gd name="connsiteX69985" fmla="*/ 1112709 w 2119654"/>
              <a:gd name="connsiteY69985" fmla="*/ 421701 h 2398711"/>
              <a:gd name="connsiteX69986" fmla="*/ 1113162 w 2119654"/>
              <a:gd name="connsiteY69986" fmla="*/ 421262 h 2398711"/>
              <a:gd name="connsiteX69987" fmla="*/ 1116385 w 2119654"/>
              <a:gd name="connsiteY69987" fmla="*/ 412960 h 2398711"/>
              <a:gd name="connsiteX69988" fmla="*/ 1117217 w 2119654"/>
              <a:gd name="connsiteY69988" fmla="*/ 415923 h 2398711"/>
              <a:gd name="connsiteX69989" fmla="*/ 1117027 w 2119654"/>
              <a:gd name="connsiteY69989" fmla="*/ 412338 h 2398711"/>
              <a:gd name="connsiteX69990" fmla="*/ 487299 w 2119654"/>
              <a:gd name="connsiteY69990" fmla="*/ 1821498 h 2398711"/>
              <a:gd name="connsiteX69991" fmla="*/ 487244 w 2119654"/>
              <a:gd name="connsiteY69991" fmla="*/ 1821680 h 2398711"/>
              <a:gd name="connsiteX69992" fmla="*/ 487390 w 2119654"/>
              <a:gd name="connsiteY69992" fmla="*/ 1821763 h 2398711"/>
              <a:gd name="connsiteX69993" fmla="*/ 1108698 w 2119654"/>
              <a:gd name="connsiteY69993" fmla="*/ 429615 h 2398711"/>
              <a:gd name="connsiteX69994" fmla="*/ 1108766 w 2119654"/>
              <a:gd name="connsiteY69994" fmla="*/ 429774 h 2398711"/>
              <a:gd name="connsiteX69995" fmla="*/ 1108793 w 2119654"/>
              <a:gd name="connsiteY69995" fmla="*/ 429739 h 2398711"/>
              <a:gd name="connsiteX69996" fmla="*/ 1069598 w 2119654"/>
              <a:gd name="connsiteY69996" fmla="*/ 517074 h 2398711"/>
              <a:gd name="connsiteX69997" fmla="*/ 1069874 w 2119654"/>
              <a:gd name="connsiteY69997" fmla="*/ 518625 h 2398711"/>
              <a:gd name="connsiteX69998" fmla="*/ 1069934 w 2119654"/>
              <a:gd name="connsiteY69998" fmla="*/ 518805 h 2398711"/>
              <a:gd name="connsiteX69999" fmla="*/ 1072219 w 2119654"/>
              <a:gd name="connsiteY69999" fmla="*/ 519019 h 2398711"/>
              <a:gd name="connsiteX70000" fmla="*/ 1105373 w 2119654"/>
              <a:gd name="connsiteY70000" fmla="*/ 436827 h 2398711"/>
              <a:gd name="connsiteX70001" fmla="*/ 1108178 w 2119654"/>
              <a:gd name="connsiteY70001" fmla="*/ 439176 h 2398711"/>
              <a:gd name="connsiteX70002" fmla="*/ 1106869 w 2119654"/>
              <a:gd name="connsiteY70002" fmla="*/ 434660 h 2398711"/>
              <a:gd name="connsiteX70003" fmla="*/ 1113337 w 2119654"/>
              <a:gd name="connsiteY70003" fmla="*/ 418925 h 2398711"/>
              <a:gd name="connsiteX70004" fmla="*/ 1113121 w 2119654"/>
              <a:gd name="connsiteY70004" fmla="*/ 419877 h 2398711"/>
              <a:gd name="connsiteX70005" fmla="*/ 1113581 w 2119654"/>
              <a:gd name="connsiteY70005" fmla="*/ 420855 h 2398711"/>
              <a:gd name="connsiteX70006" fmla="*/ 1114446 w 2119654"/>
              <a:gd name="connsiteY70006" fmla="*/ 420019 h 2398711"/>
              <a:gd name="connsiteX70007" fmla="*/ 1070790 w 2119654"/>
              <a:gd name="connsiteY70007" fmla="*/ 514067 h 2398711"/>
              <a:gd name="connsiteX70008" fmla="*/ 1071480 w 2119654"/>
              <a:gd name="connsiteY70008" fmla="*/ 515175 h 2398711"/>
              <a:gd name="connsiteX70009" fmla="*/ 1075063 w 2119654"/>
              <a:gd name="connsiteY70009" fmla="*/ 517509 h 2398711"/>
              <a:gd name="connsiteX70010" fmla="*/ 1075106 w 2119654"/>
              <a:gd name="connsiteY70010" fmla="*/ 517399 h 2398711"/>
              <a:gd name="connsiteX70011" fmla="*/ 1071984 w 2119654"/>
              <a:gd name="connsiteY70011" fmla="*/ 513009 h 2398711"/>
              <a:gd name="connsiteX70012" fmla="*/ 470857 w 2119654"/>
              <a:gd name="connsiteY70012" fmla="*/ 1857114 h 2398711"/>
              <a:gd name="connsiteX70013" fmla="*/ 470191 w 2119654"/>
              <a:gd name="connsiteY70013" fmla="*/ 1859306 h 2398711"/>
              <a:gd name="connsiteX70014" fmla="*/ 471451 w 2119654"/>
              <a:gd name="connsiteY70014" fmla="*/ 1859582 h 2398711"/>
              <a:gd name="connsiteX70015" fmla="*/ 472185 w 2119654"/>
              <a:gd name="connsiteY70015" fmla="*/ 1859597 h 2398711"/>
              <a:gd name="connsiteX70016" fmla="*/ 472187 w 2119654"/>
              <a:gd name="connsiteY70016" fmla="*/ 1858231 h 2398711"/>
              <a:gd name="connsiteX70017" fmla="*/ 1112597 w 2119654"/>
              <a:gd name="connsiteY70017" fmla="*/ 420061 h 2398711"/>
              <a:gd name="connsiteX70018" fmla="*/ 1112655 w 2119654"/>
              <a:gd name="connsiteY70018" fmla="*/ 421145 h 2398711"/>
              <a:gd name="connsiteX70019" fmla="*/ 1112802 w 2119654"/>
              <a:gd name="connsiteY70019" fmla="*/ 420495 h 2398711"/>
              <a:gd name="connsiteX70020" fmla="*/ 452720 w 2119654"/>
              <a:gd name="connsiteY70020" fmla="*/ 1897163 h 2398711"/>
              <a:gd name="connsiteX70021" fmla="*/ 452579 w 2119654"/>
              <a:gd name="connsiteY70021" fmla="*/ 1898912 h 2398711"/>
              <a:gd name="connsiteX70022" fmla="*/ 463196 w 2119654"/>
              <a:gd name="connsiteY70022" fmla="*/ 1897295 h 2398711"/>
              <a:gd name="connsiteX70023" fmla="*/ 1109838 w 2119654"/>
              <a:gd name="connsiteY70023" fmla="*/ 425518 h 2398711"/>
              <a:gd name="connsiteX70024" fmla="*/ 1110019 w 2119654"/>
              <a:gd name="connsiteY70024" fmla="*/ 425728 h 2398711"/>
              <a:gd name="connsiteX70025" fmla="*/ 1110046 w 2119654"/>
              <a:gd name="connsiteY70025" fmla="*/ 425317 h 2398711"/>
              <a:gd name="connsiteX70026" fmla="*/ 479524 w 2119654"/>
              <a:gd name="connsiteY70026" fmla="*/ 1836845 h 2398711"/>
              <a:gd name="connsiteX70027" fmla="*/ 479516 w 2119654"/>
              <a:gd name="connsiteY70027" fmla="*/ 1837287 h 2398711"/>
              <a:gd name="connsiteX70028" fmla="*/ 479551 w 2119654"/>
              <a:gd name="connsiteY70028" fmla="*/ 1837925 h 2398711"/>
              <a:gd name="connsiteX70029" fmla="*/ 480507 w 2119654"/>
              <a:gd name="connsiteY70029" fmla="*/ 1838531 h 2398711"/>
              <a:gd name="connsiteX70030" fmla="*/ 481134 w 2119654"/>
              <a:gd name="connsiteY70030" fmla="*/ 1838356 h 2398711"/>
              <a:gd name="connsiteX70031" fmla="*/ 481233 w 2119654"/>
              <a:gd name="connsiteY70031" fmla="*/ 1837926 h 2398711"/>
              <a:gd name="connsiteX70032" fmla="*/ 1075440 w 2119654"/>
              <a:gd name="connsiteY70032" fmla="*/ 502153 h 2398711"/>
              <a:gd name="connsiteX70033" fmla="*/ 1075522 w 2119654"/>
              <a:gd name="connsiteY70033" fmla="*/ 502473 h 2398711"/>
              <a:gd name="connsiteX70034" fmla="*/ 1075748 w 2119654"/>
              <a:gd name="connsiteY70034" fmla="*/ 502593 h 2398711"/>
              <a:gd name="connsiteX70035" fmla="*/ 443606 w 2119654"/>
              <a:gd name="connsiteY70035" fmla="*/ 1916501 h 2398711"/>
              <a:gd name="connsiteX70036" fmla="*/ 444842 w 2119654"/>
              <a:gd name="connsiteY70036" fmla="*/ 1928104 h 2398711"/>
              <a:gd name="connsiteX70037" fmla="*/ 446871 w 2119654"/>
              <a:gd name="connsiteY70037" fmla="*/ 1928317 h 2398711"/>
              <a:gd name="connsiteX70038" fmla="*/ 450039 w 2119654"/>
              <a:gd name="connsiteY70038" fmla="*/ 1928381 h 2398711"/>
              <a:gd name="connsiteX70039" fmla="*/ 450487 w 2119654"/>
              <a:gd name="connsiteY70039" fmla="*/ 1917215 h 2398711"/>
              <a:gd name="connsiteX70040" fmla="*/ 432399 w 2119654"/>
              <a:gd name="connsiteY70040" fmla="*/ 1941581 h 2398711"/>
              <a:gd name="connsiteX70041" fmla="*/ 445370 w 2119654"/>
              <a:gd name="connsiteY70041" fmla="*/ 1943666 h 2398711"/>
              <a:gd name="connsiteX70042" fmla="*/ 449450 w 2119654"/>
              <a:gd name="connsiteY70042" fmla="*/ 1943034 h 2398711"/>
              <a:gd name="connsiteX70043" fmla="*/ 449467 w 2119654"/>
              <a:gd name="connsiteY70043" fmla="*/ 1942623 h 2398711"/>
              <a:gd name="connsiteX70044" fmla="*/ 1072853 w 2119654"/>
              <a:gd name="connsiteY70044" fmla="*/ 507281 h 2398711"/>
              <a:gd name="connsiteX70045" fmla="*/ 1073258 w 2119654"/>
              <a:gd name="connsiteY70045" fmla="*/ 507709 h 2398711"/>
              <a:gd name="connsiteX70046" fmla="*/ 1073419 w 2119654"/>
              <a:gd name="connsiteY70046" fmla="*/ 507567 h 2398711"/>
              <a:gd name="connsiteX70047" fmla="*/ 1073304 w 2119654"/>
              <a:gd name="connsiteY70047" fmla="*/ 507303 h 2398711"/>
              <a:gd name="connsiteX70048" fmla="*/ 1073118 w 2119654"/>
              <a:gd name="connsiteY70048" fmla="*/ 507041 h 2398711"/>
              <a:gd name="connsiteX70049" fmla="*/ 1112493 w 2119654"/>
              <a:gd name="connsiteY70049" fmla="*/ 418091 h 2398711"/>
              <a:gd name="connsiteX70050" fmla="*/ 1112520 w 2119654"/>
              <a:gd name="connsiteY70050" fmla="*/ 418598 h 2398711"/>
              <a:gd name="connsiteX70051" fmla="*/ 1112999 w 2119654"/>
              <a:gd name="connsiteY70051" fmla="*/ 419620 h 2398711"/>
              <a:gd name="connsiteX70052" fmla="*/ 1113190 w 2119654"/>
              <a:gd name="connsiteY70052" fmla="*/ 418778 h 2398711"/>
              <a:gd name="connsiteX70053" fmla="*/ 1094046 w 2119654"/>
              <a:gd name="connsiteY70053" fmla="*/ 459229 h 2398711"/>
              <a:gd name="connsiteX70054" fmla="*/ 1094044 w 2119654"/>
              <a:gd name="connsiteY70054" fmla="*/ 459308 h 2398711"/>
              <a:gd name="connsiteX70055" fmla="*/ 1094116 w 2119654"/>
              <a:gd name="connsiteY70055" fmla="*/ 459390 h 2398711"/>
              <a:gd name="connsiteX70056" fmla="*/ 1107797 w 2119654"/>
              <a:gd name="connsiteY70056" fmla="*/ 427494 h 2398711"/>
              <a:gd name="connsiteX70057" fmla="*/ 1108058 w 2119654"/>
              <a:gd name="connsiteY70057" fmla="*/ 428109 h 2398711"/>
              <a:gd name="connsiteX70058" fmla="*/ 1109113 w 2119654"/>
              <a:gd name="connsiteY70058" fmla="*/ 429343 h 2398711"/>
              <a:gd name="connsiteX70059" fmla="*/ 1109836 w 2119654"/>
              <a:gd name="connsiteY70059" fmla="*/ 428443 h 2398711"/>
              <a:gd name="connsiteX70060" fmla="*/ 1109943 w 2119654"/>
              <a:gd name="connsiteY70060" fmla="*/ 426850 h 2398711"/>
              <a:gd name="connsiteX70061" fmla="*/ 1109480 w 2119654"/>
              <a:gd name="connsiteY70061" fmla="*/ 425864 h 2398711"/>
              <a:gd name="connsiteX70062" fmla="*/ 1100193 w 2119654"/>
              <a:gd name="connsiteY70062" fmla="*/ 444326 h 2398711"/>
              <a:gd name="connsiteX70063" fmla="*/ 1104023 w 2119654"/>
              <a:gd name="connsiteY70063" fmla="*/ 451282 h 2398711"/>
              <a:gd name="connsiteX70064" fmla="*/ 1104419 w 2119654"/>
              <a:gd name="connsiteY70064" fmla="*/ 450413 h 2398711"/>
              <a:gd name="connsiteX70065" fmla="*/ 1101404 w 2119654"/>
              <a:gd name="connsiteY70065" fmla="*/ 442572 h 2398711"/>
              <a:gd name="connsiteX70066" fmla="*/ 1079062 w 2119654"/>
              <a:gd name="connsiteY70066" fmla="*/ 491591 h 2398711"/>
              <a:gd name="connsiteX70067" fmla="*/ 1080968 w 2119654"/>
              <a:gd name="connsiteY70067" fmla="*/ 493118 h 2398711"/>
              <a:gd name="connsiteX70068" fmla="*/ 1081501 w 2119654"/>
              <a:gd name="connsiteY70068" fmla="*/ 489752 h 2398711"/>
              <a:gd name="connsiteX70069" fmla="*/ 1081322 w 2119654"/>
              <a:gd name="connsiteY70069" fmla="*/ 488468 h 2398711"/>
              <a:gd name="connsiteX70070" fmla="*/ 1112425 w 2119654"/>
              <a:gd name="connsiteY70070" fmla="*/ 416794 h 2398711"/>
              <a:gd name="connsiteX70071" fmla="*/ 1112463 w 2119654"/>
              <a:gd name="connsiteY70071" fmla="*/ 417514 h 2398711"/>
              <a:gd name="connsiteX70072" fmla="*/ 1113290 w 2119654"/>
              <a:gd name="connsiteY70072" fmla="*/ 418332 h 2398711"/>
              <a:gd name="connsiteX70073" fmla="*/ 1113293 w 2119654"/>
              <a:gd name="connsiteY70073" fmla="*/ 418326 h 2398711"/>
              <a:gd name="connsiteX70074" fmla="*/ 1113512 w 2119654"/>
              <a:gd name="connsiteY70074" fmla="*/ 418149 h 2398711"/>
              <a:gd name="connsiteX70075" fmla="*/ 1113437 w 2119654"/>
              <a:gd name="connsiteY70075" fmla="*/ 418477 h 2398711"/>
              <a:gd name="connsiteX70076" fmla="*/ 1114726 w 2119654"/>
              <a:gd name="connsiteY70076" fmla="*/ 419748 h 2398711"/>
              <a:gd name="connsiteX70077" fmla="*/ 1117263 w 2119654"/>
              <a:gd name="connsiteY70077" fmla="*/ 417291 h 2398711"/>
              <a:gd name="connsiteX70078" fmla="*/ 1116120 w 2119654"/>
              <a:gd name="connsiteY70078" fmla="*/ 413218 h 2398711"/>
              <a:gd name="connsiteX70079" fmla="*/ 453037 w 2119654"/>
              <a:gd name="connsiteY70079" fmla="*/ 1893240 h 2398711"/>
              <a:gd name="connsiteX70080" fmla="*/ 452778 w 2119654"/>
              <a:gd name="connsiteY70080" fmla="*/ 1896442 h 2398711"/>
              <a:gd name="connsiteX70081" fmla="*/ 459097 w 2119654"/>
              <a:gd name="connsiteY70081" fmla="*/ 1896521 h 2398711"/>
              <a:gd name="connsiteX70082" fmla="*/ 459027 w 2119654"/>
              <a:gd name="connsiteY70082" fmla="*/ 1896386 h 2398711"/>
              <a:gd name="connsiteX70083" fmla="*/ 459250 w 2119654"/>
              <a:gd name="connsiteY70083" fmla="*/ 1895613 h 2398711"/>
              <a:gd name="connsiteX70084" fmla="*/ 453329 w 2119654"/>
              <a:gd name="connsiteY70084" fmla="*/ 1893282 h 2398711"/>
              <a:gd name="connsiteX70085" fmla="*/ 1094770 w 2119654"/>
              <a:gd name="connsiteY70085" fmla="*/ 456222 h 2398711"/>
              <a:gd name="connsiteX70086" fmla="*/ 1096360 w 2119654"/>
              <a:gd name="connsiteY70086" fmla="*/ 461927 h 2398711"/>
              <a:gd name="connsiteX70087" fmla="*/ 1097801 w 2119654"/>
              <a:gd name="connsiteY70087" fmla="*/ 463210 h 2398711"/>
              <a:gd name="connsiteX70088" fmla="*/ 1074633 w 2119654"/>
              <a:gd name="connsiteY70088" fmla="*/ 500998 h 2398711"/>
              <a:gd name="connsiteX70089" fmla="*/ 1075174 w 2119654"/>
              <a:gd name="connsiteY70089" fmla="*/ 502286 h 2398711"/>
              <a:gd name="connsiteX70090" fmla="*/ 1075315 w 2119654"/>
              <a:gd name="connsiteY70090" fmla="*/ 502362 h 2398711"/>
              <a:gd name="connsiteX70091" fmla="*/ 1075158 w 2119654"/>
              <a:gd name="connsiteY70091" fmla="*/ 501748 h 2398711"/>
              <a:gd name="connsiteX70092" fmla="*/ 1121344 w 2119654"/>
              <a:gd name="connsiteY70092" fmla="*/ 395781 h 2398711"/>
              <a:gd name="connsiteX70093" fmla="*/ 1122810 w 2119654"/>
              <a:gd name="connsiteY70093" fmla="*/ 400999 h 2398711"/>
              <a:gd name="connsiteX70094" fmla="*/ 1124780 w 2119654"/>
              <a:gd name="connsiteY70094" fmla="*/ 404303 h 2398711"/>
              <a:gd name="connsiteX70095" fmla="*/ 1125834 w 2119654"/>
              <a:gd name="connsiteY70095" fmla="*/ 403310 h 2398711"/>
              <a:gd name="connsiteX70096" fmla="*/ 1127188 w 2119654"/>
              <a:gd name="connsiteY70096" fmla="*/ 400331 h 2398711"/>
              <a:gd name="connsiteX70097" fmla="*/ 1070431 w 2119654"/>
              <a:gd name="connsiteY70097" fmla="*/ 509473 h 2398711"/>
              <a:gd name="connsiteX70098" fmla="*/ 1070231 w 2119654"/>
              <a:gd name="connsiteY70098" fmla="*/ 510350 h 2398711"/>
              <a:gd name="connsiteX70099" fmla="*/ 1070248 w 2119654"/>
              <a:gd name="connsiteY70099" fmla="*/ 510374 h 2398711"/>
              <a:gd name="connsiteX70100" fmla="*/ 1071338 w 2119654"/>
              <a:gd name="connsiteY70100" fmla="*/ 509409 h 2398711"/>
              <a:gd name="connsiteX70101" fmla="*/ 1070952 w 2119654"/>
              <a:gd name="connsiteY70101" fmla="*/ 509001 h 2398711"/>
              <a:gd name="connsiteX70102" fmla="*/ 484279 w 2119654"/>
              <a:gd name="connsiteY70102" fmla="*/ 1821836 h 2398711"/>
              <a:gd name="connsiteX70103" fmla="*/ 484890 w 2119654"/>
              <a:gd name="connsiteY70103" fmla="*/ 1822143 h 2398711"/>
              <a:gd name="connsiteX70104" fmla="*/ 484932 w 2119654"/>
              <a:gd name="connsiteY70104" fmla="*/ 1821966 h 2398711"/>
              <a:gd name="connsiteX70105" fmla="*/ 484556 w 2119654"/>
              <a:gd name="connsiteY70105" fmla="*/ 1821754 h 2398711"/>
              <a:gd name="connsiteX70106" fmla="*/ 448953 w 2119654"/>
              <a:gd name="connsiteY70106" fmla="*/ 1900896 h 2398711"/>
              <a:gd name="connsiteX70107" fmla="*/ 451120 w 2119654"/>
              <a:gd name="connsiteY70107" fmla="*/ 1901453 h 2398711"/>
              <a:gd name="connsiteX70108" fmla="*/ 451155 w 2119654"/>
              <a:gd name="connsiteY70108" fmla="*/ 1900599 h 2398711"/>
              <a:gd name="connsiteX70109" fmla="*/ 1097644 w 2119654"/>
              <a:gd name="connsiteY70109" fmla="*/ 448018 h 2398711"/>
              <a:gd name="connsiteX70110" fmla="*/ 1101736 w 2119654"/>
              <a:gd name="connsiteY70110" fmla="*/ 456315 h 2398711"/>
              <a:gd name="connsiteX70111" fmla="*/ 1103132 w 2119654"/>
              <a:gd name="connsiteY70111" fmla="*/ 453243 h 2398711"/>
              <a:gd name="connsiteX70112" fmla="*/ 1098802 w 2119654"/>
              <a:gd name="connsiteY70112" fmla="*/ 446340 h 2398711"/>
              <a:gd name="connsiteX70113" fmla="*/ 417401 w 2119654"/>
              <a:gd name="connsiteY70113" fmla="*/ 1971130 h 2398711"/>
              <a:gd name="connsiteX70114" fmla="*/ 445336 w 2119654"/>
              <a:gd name="connsiteY70114" fmla="*/ 1979240 h 2398711"/>
              <a:gd name="connsiteX70115" fmla="*/ 445792 w 2119654"/>
              <a:gd name="connsiteY70115" fmla="*/ 1979366 h 2398711"/>
              <a:gd name="connsiteX70116" fmla="*/ 431361 w 2119654"/>
              <a:gd name="connsiteY70116" fmla="*/ 1973594 h 2398711"/>
              <a:gd name="connsiteX70117" fmla="*/ 1066234 w 2119654"/>
              <a:gd name="connsiteY70117" fmla="*/ 518102 h 2398711"/>
              <a:gd name="connsiteX70118" fmla="*/ 1066353 w 2119654"/>
              <a:gd name="connsiteY70118" fmla="*/ 518256 h 2398711"/>
              <a:gd name="connsiteX70119" fmla="*/ 1066323 w 2119654"/>
              <a:gd name="connsiteY70119" fmla="*/ 518023 h 2398711"/>
              <a:gd name="connsiteX70120" fmla="*/ 464102 w 2119654"/>
              <a:gd name="connsiteY70120" fmla="*/ 1866306 h 2398711"/>
              <a:gd name="connsiteX70121" fmla="*/ 466810 w 2119654"/>
              <a:gd name="connsiteY70121" fmla="*/ 1867395 h 2398711"/>
              <a:gd name="connsiteX70122" fmla="*/ 467407 w 2119654"/>
              <a:gd name="connsiteY70122" fmla="*/ 1867378 h 2398711"/>
              <a:gd name="connsiteX70123" fmla="*/ 468065 w 2119654"/>
              <a:gd name="connsiteY70123" fmla="*/ 1865102 h 2398711"/>
              <a:gd name="connsiteX70124" fmla="*/ 1076091 w 2119654"/>
              <a:gd name="connsiteY70124" fmla="*/ 495699 h 2398711"/>
              <a:gd name="connsiteX70125" fmla="*/ 1077208 w 2119654"/>
              <a:gd name="connsiteY70125" fmla="*/ 496697 h 2398711"/>
              <a:gd name="connsiteX70126" fmla="*/ 1080126 w 2119654"/>
              <a:gd name="connsiteY70126" fmla="*/ 498435 h 2398711"/>
              <a:gd name="connsiteX70127" fmla="*/ 1080542 w 2119654"/>
              <a:gd name="connsiteY70127" fmla="*/ 495807 h 2398711"/>
              <a:gd name="connsiteX70128" fmla="*/ 1077674 w 2119654"/>
              <a:gd name="connsiteY70128" fmla="*/ 493510 h 2398711"/>
              <a:gd name="connsiteX70129" fmla="*/ 1094336 w 2119654"/>
              <a:gd name="connsiteY70129" fmla="*/ 454405 h 2398711"/>
              <a:gd name="connsiteX70130" fmla="*/ 1098374 w 2119654"/>
              <a:gd name="connsiteY70130" fmla="*/ 463710 h 2398711"/>
              <a:gd name="connsiteX70131" fmla="*/ 1098786 w 2119654"/>
              <a:gd name="connsiteY70131" fmla="*/ 462803 h 2398711"/>
              <a:gd name="connsiteX70132" fmla="*/ 1096043 w 2119654"/>
              <a:gd name="connsiteY70132" fmla="*/ 456479 h 2398711"/>
              <a:gd name="connsiteX70133" fmla="*/ 1094559 w 2119654"/>
              <a:gd name="connsiteY70133" fmla="*/ 454672 h 2398711"/>
              <a:gd name="connsiteX70134" fmla="*/ 1075125 w 2119654"/>
              <a:gd name="connsiteY70134" fmla="*/ 497033 h 2398711"/>
              <a:gd name="connsiteX70135" fmla="*/ 1078379 w 2119654"/>
              <a:gd name="connsiteY70135" fmla="*/ 501222 h 2398711"/>
              <a:gd name="connsiteX70136" fmla="*/ 1079697 w 2119654"/>
              <a:gd name="connsiteY70136" fmla="*/ 500030 h 2398711"/>
              <a:gd name="connsiteX70137" fmla="*/ 1075890 w 2119654"/>
              <a:gd name="connsiteY70137" fmla="*/ 496627 h 2398711"/>
              <a:gd name="connsiteX70138" fmla="*/ 1075561 w 2119654"/>
              <a:gd name="connsiteY70138" fmla="*/ 496431 h 2398711"/>
              <a:gd name="connsiteX70139" fmla="*/ 1104811 w 2119654"/>
              <a:gd name="connsiteY70139" fmla="*/ 430384 h 2398711"/>
              <a:gd name="connsiteX70140" fmla="*/ 1106024 w 2119654"/>
              <a:gd name="connsiteY70140" fmla="*/ 431746 h 2398711"/>
              <a:gd name="connsiteX70141" fmla="*/ 1105450 w 2119654"/>
              <a:gd name="connsiteY70141" fmla="*/ 429765 h 2398711"/>
              <a:gd name="connsiteX70142" fmla="*/ 1068832 w 2119654"/>
              <a:gd name="connsiteY70142" fmla="*/ 510920 h 2398711"/>
              <a:gd name="connsiteX70143" fmla="*/ 1069117 w 2119654"/>
              <a:gd name="connsiteY70143" fmla="*/ 511377 h 2398711"/>
              <a:gd name="connsiteX70144" fmla="*/ 1069426 w 2119654"/>
              <a:gd name="connsiteY70144" fmla="*/ 511102 h 2398711"/>
              <a:gd name="connsiteX70145" fmla="*/ 1069634 w 2119654"/>
              <a:gd name="connsiteY70145" fmla="*/ 510194 h 2398711"/>
              <a:gd name="connsiteX70146" fmla="*/ 1071510 w 2119654"/>
              <a:gd name="connsiteY70146" fmla="*/ 504769 h 2398711"/>
              <a:gd name="connsiteX70147" fmla="*/ 1071281 w 2119654"/>
              <a:gd name="connsiteY70147" fmla="*/ 505766 h 2398711"/>
              <a:gd name="connsiteX70148" fmla="*/ 1072282 w 2119654"/>
              <a:gd name="connsiteY70148" fmla="*/ 506679 h 2398711"/>
              <a:gd name="connsiteX70149" fmla="*/ 1072313 w 2119654"/>
              <a:gd name="connsiteY70149" fmla="*/ 506711 h 2398711"/>
              <a:gd name="connsiteX70150" fmla="*/ 1072662 w 2119654"/>
              <a:gd name="connsiteY70150" fmla="*/ 506395 h 2398711"/>
              <a:gd name="connsiteX70151" fmla="*/ 461194 w 2119654"/>
              <a:gd name="connsiteY70151" fmla="*/ 1871253 h 2398711"/>
              <a:gd name="connsiteX70152" fmla="*/ 465425 w 2119654"/>
              <a:gd name="connsiteY70152" fmla="*/ 1874240 h 2398711"/>
              <a:gd name="connsiteX70153" fmla="*/ 466088 w 2119654"/>
              <a:gd name="connsiteY70153" fmla="*/ 1871945 h 2398711"/>
              <a:gd name="connsiteX70154" fmla="*/ 462177 w 2119654"/>
              <a:gd name="connsiteY70154" fmla="*/ 1871247 h 2398711"/>
              <a:gd name="connsiteX70155" fmla="*/ 1071690 w 2119654"/>
              <a:gd name="connsiteY70155" fmla="*/ 503981 h 2398711"/>
              <a:gd name="connsiteX70156" fmla="*/ 1071658 w 2119654"/>
              <a:gd name="connsiteY70156" fmla="*/ 504121 h 2398711"/>
              <a:gd name="connsiteX70157" fmla="*/ 1072342 w 2119654"/>
              <a:gd name="connsiteY70157" fmla="*/ 505087 h 2398711"/>
              <a:gd name="connsiteX70158" fmla="*/ 1072095 w 2119654"/>
              <a:gd name="connsiteY70158" fmla="*/ 504519 h 2398711"/>
              <a:gd name="connsiteX70159" fmla="*/ 1094777 w 2119654"/>
              <a:gd name="connsiteY70159" fmla="*/ 452168 h 2398711"/>
              <a:gd name="connsiteX70160" fmla="*/ 1096877 w 2119654"/>
              <a:gd name="connsiteY70160" fmla="*/ 457006 h 2398711"/>
              <a:gd name="connsiteX70161" fmla="*/ 1099823 w 2119654"/>
              <a:gd name="connsiteY70161" fmla="*/ 460522 h 2398711"/>
              <a:gd name="connsiteX70162" fmla="*/ 1101440 w 2119654"/>
              <a:gd name="connsiteY70162" fmla="*/ 456964 h 2398711"/>
              <a:gd name="connsiteX70163" fmla="*/ 1097367 w 2119654"/>
              <a:gd name="connsiteY70163" fmla="*/ 448417 h 2398711"/>
              <a:gd name="connsiteX70164" fmla="*/ 1094154 w 2119654"/>
              <a:gd name="connsiteY70164" fmla="*/ 453071 h 2398711"/>
              <a:gd name="connsiteX70165" fmla="*/ 1094141 w 2119654"/>
              <a:gd name="connsiteY70165" fmla="*/ 453744 h 2398711"/>
              <a:gd name="connsiteX70166" fmla="*/ 1095622 w 2119654"/>
              <a:gd name="connsiteY70166" fmla="*/ 455510 h 2398711"/>
              <a:gd name="connsiteX70167" fmla="*/ 1094406 w 2119654"/>
              <a:gd name="connsiteY70167" fmla="*/ 452706 h 2398711"/>
              <a:gd name="connsiteX70168" fmla="*/ 392942 w 2119654"/>
              <a:gd name="connsiteY70168" fmla="*/ 2023109 h 2398711"/>
              <a:gd name="connsiteX70169" fmla="*/ 415235 w 2119654"/>
              <a:gd name="connsiteY70169" fmla="*/ 2027746 h 2398711"/>
              <a:gd name="connsiteX70170" fmla="*/ 446472 w 2119654"/>
              <a:gd name="connsiteY70170" fmla="*/ 2032952 h 2398711"/>
              <a:gd name="connsiteX70171" fmla="*/ 447081 w 2119654"/>
              <a:gd name="connsiteY70171" fmla="*/ 2009868 h 2398711"/>
              <a:gd name="connsiteX70172" fmla="*/ 445460 w 2119654"/>
              <a:gd name="connsiteY70172" fmla="*/ 2019117 h 2398711"/>
              <a:gd name="connsiteX70173" fmla="*/ 445278 w 2119654"/>
              <a:gd name="connsiteY70173" fmla="*/ 2018841 h 2398711"/>
              <a:gd name="connsiteX70174" fmla="*/ 446961 w 2119654"/>
              <a:gd name="connsiteY70174" fmla="*/ 2009236 h 2398711"/>
              <a:gd name="connsiteX70175" fmla="*/ 1114668 w 2119654"/>
              <a:gd name="connsiteY70175" fmla="*/ 406845 h 2398711"/>
              <a:gd name="connsiteX70176" fmla="*/ 1116220 w 2119654"/>
              <a:gd name="connsiteY70176" fmla="*/ 412369 h 2398711"/>
              <a:gd name="connsiteX70177" fmla="*/ 1116990 w 2119654"/>
              <a:gd name="connsiteY70177" fmla="*/ 411644 h 2398711"/>
              <a:gd name="connsiteX70178" fmla="*/ 1116815 w 2119654"/>
              <a:gd name="connsiteY70178" fmla="*/ 408339 h 2398711"/>
              <a:gd name="connsiteX70179" fmla="*/ 1073078 w 2119654"/>
              <a:gd name="connsiteY70179" fmla="*/ 499862 h 2398711"/>
              <a:gd name="connsiteX70180" fmla="*/ 1073625 w 2119654"/>
              <a:gd name="connsiteY70180" fmla="*/ 500779 h 2398711"/>
              <a:gd name="connsiteX70181" fmla="*/ 1073241 w 2119654"/>
              <a:gd name="connsiteY70181" fmla="*/ 499637 h 2398711"/>
              <a:gd name="connsiteX70182" fmla="*/ 483650 w 2119654"/>
              <a:gd name="connsiteY70182" fmla="*/ 1819636 h 2398711"/>
              <a:gd name="connsiteX70183" fmla="*/ 483860 w 2119654"/>
              <a:gd name="connsiteY70183" fmla="*/ 1819755 h 2398711"/>
              <a:gd name="connsiteX70184" fmla="*/ 484134 w 2119654"/>
              <a:gd name="connsiteY70184" fmla="*/ 1819650 h 2398711"/>
              <a:gd name="connsiteX70185" fmla="*/ 483752 w 2119654"/>
              <a:gd name="connsiteY70185" fmla="*/ 1819528 h 2398711"/>
              <a:gd name="connsiteX70186" fmla="*/ 479832 w 2119654"/>
              <a:gd name="connsiteY70186" fmla="*/ 1827580 h 2398711"/>
              <a:gd name="connsiteX70187" fmla="*/ 479744 w 2119654"/>
              <a:gd name="connsiteY70187" fmla="*/ 1827873 h 2398711"/>
              <a:gd name="connsiteX70188" fmla="*/ 480313 w 2119654"/>
              <a:gd name="connsiteY70188" fmla="*/ 1828424 h 2398711"/>
              <a:gd name="connsiteX70189" fmla="*/ 483343 w 2119654"/>
              <a:gd name="connsiteY70189" fmla="*/ 1828819 h 2398711"/>
              <a:gd name="connsiteX70190" fmla="*/ 483577 w 2119654"/>
              <a:gd name="connsiteY70190" fmla="*/ 1827811 h 2398711"/>
              <a:gd name="connsiteX70191" fmla="*/ 1102909 w 2119654"/>
              <a:gd name="connsiteY70191" fmla="*/ 432226 h 2398711"/>
              <a:gd name="connsiteX70192" fmla="*/ 1104475 w 2119654"/>
              <a:gd name="connsiteY70192" fmla="*/ 435181 h 2398711"/>
              <a:gd name="connsiteX70193" fmla="*/ 1104841 w 2119654"/>
              <a:gd name="connsiteY70193" fmla="*/ 434650 h 2398711"/>
              <a:gd name="connsiteX70194" fmla="*/ 1106330 w 2119654"/>
              <a:gd name="connsiteY70194" fmla="*/ 432798 h 2398711"/>
              <a:gd name="connsiteX70195" fmla="*/ 1106101 w 2119654"/>
              <a:gd name="connsiteY70195" fmla="*/ 432011 h 2398711"/>
              <a:gd name="connsiteX70196" fmla="*/ 1104726 w 2119654"/>
              <a:gd name="connsiteY70196" fmla="*/ 430466 h 2398711"/>
              <a:gd name="connsiteX70197" fmla="*/ 1107783 w 2119654"/>
              <a:gd name="connsiteY70197" fmla="*/ 421287 h 2398711"/>
              <a:gd name="connsiteX70198" fmla="*/ 1109458 w 2119654"/>
              <a:gd name="connsiteY70198" fmla="*/ 424847 h 2398711"/>
              <a:gd name="connsiteX70199" fmla="*/ 1110121 w 2119654"/>
              <a:gd name="connsiteY70199" fmla="*/ 424205 h 2398711"/>
              <a:gd name="connsiteX70200" fmla="*/ 1110401 w 2119654"/>
              <a:gd name="connsiteY70200" fmla="*/ 420031 h 2398711"/>
              <a:gd name="connsiteX70201" fmla="*/ 1110336 w 2119654"/>
              <a:gd name="connsiteY70201" fmla="*/ 418816 h 2398711"/>
              <a:gd name="connsiteX70202" fmla="*/ 1082810 w 2119654"/>
              <a:gd name="connsiteY70202" fmla="*/ 476958 h 2398711"/>
              <a:gd name="connsiteX70203" fmla="*/ 1083208 w 2119654"/>
              <a:gd name="connsiteY70203" fmla="*/ 477782 h 2398711"/>
              <a:gd name="connsiteX70204" fmla="*/ 1083368 w 2119654"/>
              <a:gd name="connsiteY70204" fmla="*/ 477977 h 2398711"/>
              <a:gd name="connsiteX70205" fmla="*/ 1083467 w 2119654"/>
              <a:gd name="connsiteY70205" fmla="*/ 477349 h 2398711"/>
              <a:gd name="connsiteX70206" fmla="*/ 480427 w 2119654"/>
              <a:gd name="connsiteY70206" fmla="*/ 1825623 h 2398711"/>
              <a:gd name="connsiteX70207" fmla="*/ 480353 w 2119654"/>
              <a:gd name="connsiteY70207" fmla="*/ 1825868 h 2398711"/>
              <a:gd name="connsiteX70208" fmla="*/ 481099 w 2119654"/>
              <a:gd name="connsiteY70208" fmla="*/ 1825914 h 2398711"/>
              <a:gd name="connsiteX70209" fmla="*/ 1072902 w 2119654"/>
              <a:gd name="connsiteY70209" fmla="*/ 498688 h 2398711"/>
              <a:gd name="connsiteX70210" fmla="*/ 1072784 w 2119654"/>
              <a:gd name="connsiteY70210" fmla="*/ 499200 h 2398711"/>
              <a:gd name="connsiteX70211" fmla="*/ 1072997 w 2119654"/>
              <a:gd name="connsiteY70211" fmla="*/ 498915 h 2398711"/>
              <a:gd name="connsiteX70212" fmla="*/ 483081 w 2119654"/>
              <a:gd name="connsiteY70212" fmla="*/ 1819312 h 2398711"/>
              <a:gd name="connsiteX70213" fmla="*/ 483403 w 2119654"/>
              <a:gd name="connsiteY70213" fmla="*/ 1819495 h 2398711"/>
              <a:gd name="connsiteX70214" fmla="*/ 483460 w 2119654"/>
              <a:gd name="connsiteY70214" fmla="*/ 1819433 h 2398711"/>
              <a:gd name="connsiteX70215" fmla="*/ 1080933 w 2119654"/>
              <a:gd name="connsiteY70215" fmla="*/ 480569 h 2398711"/>
              <a:gd name="connsiteX70216" fmla="*/ 1081904 w 2119654"/>
              <a:gd name="connsiteY70216" fmla="*/ 485078 h 2398711"/>
              <a:gd name="connsiteX70217" fmla="*/ 1082189 w 2119654"/>
              <a:gd name="connsiteY70217" fmla="*/ 485413 h 2398711"/>
              <a:gd name="connsiteX70218" fmla="*/ 1082767 w 2119654"/>
              <a:gd name="connsiteY70218" fmla="*/ 481765 h 2398711"/>
              <a:gd name="connsiteX70219" fmla="*/ 480889 w 2119654"/>
              <a:gd name="connsiteY70219" fmla="*/ 1824102 h 2398711"/>
              <a:gd name="connsiteX70220" fmla="*/ 480679 w 2119654"/>
              <a:gd name="connsiteY70220" fmla="*/ 1824793 h 2398711"/>
              <a:gd name="connsiteX70221" fmla="*/ 483525 w 2119654"/>
              <a:gd name="connsiteY70221" fmla="*/ 1826024 h 2398711"/>
              <a:gd name="connsiteX70222" fmla="*/ 483992 w 2119654"/>
              <a:gd name="connsiteY70222" fmla="*/ 1826000 h 2398711"/>
              <a:gd name="connsiteX70223" fmla="*/ 1106928 w 2119654"/>
              <a:gd name="connsiteY70223" fmla="*/ 422115 h 2398711"/>
              <a:gd name="connsiteX70224" fmla="*/ 1108680 w 2119654"/>
              <a:gd name="connsiteY70224" fmla="*/ 424163 h 2398711"/>
              <a:gd name="connsiteX70225" fmla="*/ 1107470 w 2119654"/>
              <a:gd name="connsiteY70225" fmla="*/ 421590 h 2398711"/>
              <a:gd name="connsiteX70226" fmla="*/ 1073880 w 2119654"/>
              <a:gd name="connsiteY70226" fmla="*/ 495429 h 2398711"/>
              <a:gd name="connsiteX70227" fmla="*/ 1074753 w 2119654"/>
              <a:gd name="connsiteY70227" fmla="*/ 496554 h 2398711"/>
              <a:gd name="connsiteX70228" fmla="*/ 1075065 w 2119654"/>
              <a:gd name="connsiteY70228" fmla="*/ 496135 h 2398711"/>
              <a:gd name="connsiteX70229" fmla="*/ 1069790 w 2119654"/>
              <a:gd name="connsiteY70229" fmla="*/ 504408 h 2398711"/>
              <a:gd name="connsiteX70230" fmla="*/ 1070758 w 2119654"/>
              <a:gd name="connsiteY70230" fmla="*/ 505289 h 2398711"/>
              <a:gd name="connsiteX70231" fmla="*/ 1071031 w 2119654"/>
              <a:gd name="connsiteY70231" fmla="*/ 504094 h 2398711"/>
              <a:gd name="connsiteX70232" fmla="*/ 1070529 w 2119654"/>
              <a:gd name="connsiteY70232" fmla="*/ 503386 h 2398711"/>
              <a:gd name="connsiteX70233" fmla="*/ 482038 w 2119654"/>
              <a:gd name="connsiteY70233" fmla="*/ 1820320 h 2398711"/>
              <a:gd name="connsiteX70234" fmla="*/ 481994 w 2119654"/>
              <a:gd name="connsiteY70234" fmla="*/ 1820468 h 2398711"/>
              <a:gd name="connsiteX70235" fmla="*/ 482174 w 2119654"/>
              <a:gd name="connsiteY70235" fmla="*/ 1820399 h 2398711"/>
              <a:gd name="connsiteX70236" fmla="*/ 1118995 w 2119654"/>
              <a:gd name="connsiteY70236" fmla="*/ 393955 h 2398711"/>
              <a:gd name="connsiteX70237" fmla="*/ 1119686 w 2119654"/>
              <a:gd name="connsiteY70237" fmla="*/ 406982 h 2398711"/>
              <a:gd name="connsiteX70238" fmla="*/ 1120438 w 2119654"/>
              <a:gd name="connsiteY70238" fmla="*/ 408395 h 2398711"/>
              <a:gd name="connsiteX70239" fmla="*/ 1123597 w 2119654"/>
              <a:gd name="connsiteY70239" fmla="*/ 405417 h 2398711"/>
              <a:gd name="connsiteX70240" fmla="*/ 1122065 w 2119654"/>
              <a:gd name="connsiteY70240" fmla="*/ 399964 h 2398711"/>
              <a:gd name="connsiteX70241" fmla="*/ 1120141 w 2119654"/>
              <a:gd name="connsiteY70241" fmla="*/ 396737 h 2398711"/>
              <a:gd name="connsiteX70242" fmla="*/ 1120303 w 2119654"/>
              <a:gd name="connsiteY70242" fmla="*/ 396799 h 2398711"/>
              <a:gd name="connsiteX70243" fmla="*/ 1121954 w 2119654"/>
              <a:gd name="connsiteY70243" fmla="*/ 399566 h 2398711"/>
              <a:gd name="connsiteX70244" fmla="*/ 1120765 w 2119654"/>
              <a:gd name="connsiteY70244" fmla="*/ 395331 h 2398711"/>
              <a:gd name="connsiteX70245" fmla="*/ 479728 w 2119654"/>
              <a:gd name="connsiteY70245" fmla="*/ 1825320 h 2398711"/>
              <a:gd name="connsiteX70246" fmla="*/ 479719 w 2119654"/>
              <a:gd name="connsiteY70246" fmla="*/ 1825798 h 2398711"/>
              <a:gd name="connsiteX70247" fmla="*/ 479881 w 2119654"/>
              <a:gd name="connsiteY70247" fmla="*/ 1825827 h 2398711"/>
              <a:gd name="connsiteX70248" fmla="*/ 479999 w 2119654"/>
              <a:gd name="connsiteY70248" fmla="*/ 1825438 h 2398711"/>
              <a:gd name="connsiteX70249" fmla="*/ 406018 w 2119654"/>
              <a:gd name="connsiteY70249" fmla="*/ 1990331 h 2398711"/>
              <a:gd name="connsiteX70250" fmla="*/ 447489 w 2119654"/>
              <a:gd name="connsiteY70250" fmla="*/ 1994402 h 2398711"/>
              <a:gd name="connsiteX70251" fmla="*/ 447557 w 2119654"/>
              <a:gd name="connsiteY70251" fmla="*/ 1991817 h 2398711"/>
              <a:gd name="connsiteX70252" fmla="*/ 433690 w 2119654"/>
              <a:gd name="connsiteY70252" fmla="*/ 1986560 h 2398711"/>
              <a:gd name="connsiteX70253" fmla="*/ 414879 w 2119654"/>
              <a:gd name="connsiteY70253" fmla="*/ 1989371 h 2398711"/>
              <a:gd name="connsiteX70254" fmla="*/ 1105923 w 2119654"/>
              <a:gd name="connsiteY70254" fmla="*/ 423088 h 2398711"/>
              <a:gd name="connsiteX70255" fmla="*/ 1107484 w 2119654"/>
              <a:gd name="connsiteY70255" fmla="*/ 426758 h 2398711"/>
              <a:gd name="connsiteX70256" fmla="*/ 1109040 w 2119654"/>
              <a:gd name="connsiteY70256" fmla="*/ 425252 h 2398711"/>
              <a:gd name="connsiteX70257" fmla="*/ 1106614 w 2119654"/>
              <a:gd name="connsiteY70257" fmla="*/ 422419 h 2398711"/>
              <a:gd name="connsiteX70258" fmla="*/ 1125469 w 2119654"/>
              <a:gd name="connsiteY70258" fmla="*/ 379216 h 2398711"/>
              <a:gd name="connsiteX70259" fmla="*/ 1133763 w 2119654"/>
              <a:gd name="connsiteY70259" fmla="*/ 385671 h 2398711"/>
              <a:gd name="connsiteX70260" fmla="*/ 1129416 w 2119654"/>
              <a:gd name="connsiteY70260" fmla="*/ 375313 h 2398711"/>
              <a:gd name="connsiteX70261" fmla="*/ 1128392 w 2119654"/>
              <a:gd name="connsiteY70261" fmla="*/ 373628 h 2398711"/>
              <a:gd name="connsiteX70262" fmla="*/ 1079128 w 2119654"/>
              <a:gd name="connsiteY70262" fmla="*/ 482686 h 2398711"/>
              <a:gd name="connsiteX70263" fmla="*/ 1080686 w 2119654"/>
              <a:gd name="connsiteY70263" fmla="*/ 484859 h 2398711"/>
              <a:gd name="connsiteX70264" fmla="*/ 1080598 w 2119654"/>
              <a:gd name="connsiteY70264" fmla="*/ 484453 h 2398711"/>
              <a:gd name="connsiteX70265" fmla="*/ 1064704 w 2119654"/>
              <a:gd name="connsiteY70265" fmla="*/ 514655 h 2398711"/>
              <a:gd name="connsiteX70266" fmla="*/ 1064676 w 2119654"/>
              <a:gd name="connsiteY70266" fmla="*/ 515311 h 2398711"/>
              <a:gd name="connsiteX70267" fmla="*/ 1065837 w 2119654"/>
              <a:gd name="connsiteY70267" fmla="*/ 514282 h 2398711"/>
              <a:gd name="connsiteX70268" fmla="*/ 1065441 w 2119654"/>
              <a:gd name="connsiteY70268" fmla="*/ 513988 h 2398711"/>
              <a:gd name="connsiteX70269" fmla="*/ 1067868 w 2119654"/>
              <a:gd name="connsiteY70269" fmla="*/ 507348 h 2398711"/>
              <a:gd name="connsiteX70270" fmla="*/ 1068372 w 2119654"/>
              <a:gd name="connsiteY70270" fmla="*/ 510181 h 2398711"/>
              <a:gd name="connsiteX70271" fmla="*/ 1068410 w 2119654"/>
              <a:gd name="connsiteY70271" fmla="*/ 510242 h 2398711"/>
              <a:gd name="connsiteX70272" fmla="*/ 1069358 w 2119654"/>
              <a:gd name="connsiteY70272" fmla="*/ 509385 h 2398711"/>
              <a:gd name="connsiteX70273" fmla="*/ 1067847 w 2119654"/>
              <a:gd name="connsiteY70273" fmla="*/ 507094 h 2398711"/>
              <a:gd name="connsiteX70274" fmla="*/ 1069457 w 2119654"/>
              <a:gd name="connsiteY70274" fmla="*/ 509294 h 2398711"/>
              <a:gd name="connsiteX70275" fmla="*/ 1069939 w 2119654"/>
              <a:gd name="connsiteY70275" fmla="*/ 508858 h 2398711"/>
              <a:gd name="connsiteX70276" fmla="*/ 1070110 w 2119654"/>
              <a:gd name="connsiteY70276" fmla="*/ 508114 h 2398711"/>
              <a:gd name="connsiteX70277" fmla="*/ 1068408 w 2119654"/>
              <a:gd name="connsiteY70277" fmla="*/ 506319 h 2398711"/>
              <a:gd name="connsiteX70278" fmla="*/ 483486 w 2119654"/>
              <a:gd name="connsiteY70278" fmla="*/ 1815559 h 2398711"/>
              <a:gd name="connsiteX70279" fmla="*/ 483369 w 2119654"/>
              <a:gd name="connsiteY70279" fmla="*/ 1815942 h 2398711"/>
              <a:gd name="connsiteX70280" fmla="*/ 483832 w 2119654"/>
              <a:gd name="connsiteY70280" fmla="*/ 1816031 h 2398711"/>
              <a:gd name="connsiteX70281" fmla="*/ 1082009 w 2119654"/>
              <a:gd name="connsiteY70281" fmla="*/ 475301 h 2398711"/>
              <a:gd name="connsiteX70282" fmla="*/ 1082222 w 2119654"/>
              <a:gd name="connsiteY70282" fmla="*/ 475743 h 2398711"/>
              <a:gd name="connsiteX70283" fmla="*/ 1082428 w 2119654"/>
              <a:gd name="connsiteY70283" fmla="*/ 475865 h 2398711"/>
              <a:gd name="connsiteX70284" fmla="*/ 416391 w 2119654"/>
              <a:gd name="connsiteY70284" fmla="*/ 1965719 h 2398711"/>
              <a:gd name="connsiteX70285" fmla="*/ 420071 w 2119654"/>
              <a:gd name="connsiteY70285" fmla="*/ 1967191 h 2398711"/>
              <a:gd name="connsiteX70286" fmla="*/ 434091 w 2119654"/>
              <a:gd name="connsiteY70286" fmla="*/ 1967460 h 2398711"/>
              <a:gd name="connsiteX70287" fmla="*/ 428917 w 2119654"/>
              <a:gd name="connsiteY70287" fmla="*/ 1964469 h 2398711"/>
              <a:gd name="connsiteX70288" fmla="*/ 479754 w 2119654"/>
              <a:gd name="connsiteY70288" fmla="*/ 1823803 h 2398711"/>
              <a:gd name="connsiteX70289" fmla="*/ 479744 w 2119654"/>
              <a:gd name="connsiteY70289" fmla="*/ 1824388 h 2398711"/>
              <a:gd name="connsiteX70290" fmla="*/ 480251 w 2119654"/>
              <a:gd name="connsiteY70290" fmla="*/ 1824607 h 2398711"/>
              <a:gd name="connsiteX70291" fmla="*/ 480481 w 2119654"/>
              <a:gd name="connsiteY70291" fmla="*/ 1823852 h 2398711"/>
              <a:gd name="connsiteX70292" fmla="*/ 479989 w 2119654"/>
              <a:gd name="connsiteY70292" fmla="*/ 1823552 h 2398711"/>
              <a:gd name="connsiteX70293" fmla="*/ 1120754 w 2119654"/>
              <a:gd name="connsiteY70293" fmla="*/ 388231 h 2398711"/>
              <a:gd name="connsiteX70294" fmla="*/ 1126300 w 2119654"/>
              <a:gd name="connsiteY70294" fmla="*/ 397404 h 2398711"/>
              <a:gd name="connsiteX70295" fmla="*/ 1127939 w 2119654"/>
              <a:gd name="connsiteY70295" fmla="*/ 398677 h 2398711"/>
              <a:gd name="connsiteX70296" fmla="*/ 1128058 w 2119654"/>
              <a:gd name="connsiteY70296" fmla="*/ 398417 h 2398711"/>
              <a:gd name="connsiteX70297" fmla="*/ 1131835 w 2119654"/>
              <a:gd name="connsiteY70297" fmla="*/ 390918 h 2398711"/>
              <a:gd name="connsiteX70298" fmla="*/ 1130485 w 2119654"/>
              <a:gd name="connsiteY70298" fmla="*/ 388654 h 2398711"/>
              <a:gd name="connsiteX70299" fmla="*/ 1130702 w 2119654"/>
              <a:gd name="connsiteY70299" fmla="*/ 388738 h 2398711"/>
              <a:gd name="connsiteX70300" fmla="*/ 1131912 w 2119654"/>
              <a:gd name="connsiteY70300" fmla="*/ 390766 h 2398711"/>
              <a:gd name="connsiteX70301" fmla="*/ 1133192 w 2119654"/>
              <a:gd name="connsiteY70301" fmla="*/ 388224 h 2398711"/>
              <a:gd name="connsiteX70302" fmla="*/ 1124355 w 2119654"/>
              <a:gd name="connsiteY70302" fmla="*/ 381347 h 2398711"/>
              <a:gd name="connsiteX70303" fmla="*/ 1064767 w 2119654"/>
              <a:gd name="connsiteY70303" fmla="*/ 513488 h 2398711"/>
              <a:gd name="connsiteX70304" fmla="*/ 1064752 w 2119654"/>
              <a:gd name="connsiteY70304" fmla="*/ 513524 h 2398711"/>
              <a:gd name="connsiteX70305" fmla="*/ 1064751 w 2119654"/>
              <a:gd name="connsiteY70305" fmla="*/ 513552 h 2398711"/>
              <a:gd name="connsiteX70306" fmla="*/ 1064797 w 2119654"/>
              <a:gd name="connsiteY70306" fmla="*/ 513511 h 2398711"/>
              <a:gd name="connsiteX70307" fmla="*/ 479762 w 2119654"/>
              <a:gd name="connsiteY70307" fmla="*/ 1823413 h 2398711"/>
              <a:gd name="connsiteX70308" fmla="*/ 479760 w 2119654"/>
              <a:gd name="connsiteY70308" fmla="*/ 1823501 h 2398711"/>
              <a:gd name="connsiteX70309" fmla="*/ 479812 w 2119654"/>
              <a:gd name="connsiteY70309" fmla="*/ 1823444 h 2398711"/>
              <a:gd name="connsiteX70310" fmla="*/ 1119770 w 2119654"/>
              <a:gd name="connsiteY70310" fmla="*/ 390173 h 2398711"/>
              <a:gd name="connsiteX70311" fmla="*/ 1120483 w 2119654"/>
              <a:gd name="connsiteY70311" fmla="*/ 392712 h 2398711"/>
              <a:gd name="connsiteX70312" fmla="*/ 1121254 w 2119654"/>
              <a:gd name="connsiteY70312" fmla="*/ 393473 h 2398711"/>
              <a:gd name="connsiteX70313" fmla="*/ 1124991 w 2119654"/>
              <a:gd name="connsiteY70313" fmla="*/ 396384 h 2398711"/>
              <a:gd name="connsiteX70314" fmla="*/ 1120473 w 2119654"/>
              <a:gd name="connsiteY70314" fmla="*/ 388784 h 2398711"/>
              <a:gd name="connsiteX70315" fmla="*/ 1074644 w 2119654"/>
              <a:gd name="connsiteY70315" fmla="*/ 491083 h 2398711"/>
              <a:gd name="connsiteX70316" fmla="*/ 1074013 w 2119654"/>
              <a:gd name="connsiteY70316" fmla="*/ 493840 h 2398711"/>
              <a:gd name="connsiteX70317" fmla="*/ 1075670 w 2119654"/>
              <a:gd name="connsiteY70317" fmla="*/ 495321 h 2398711"/>
              <a:gd name="connsiteX70318" fmla="*/ 1077263 w 2119654"/>
              <a:gd name="connsiteY70318" fmla="*/ 493181 h 2398711"/>
              <a:gd name="connsiteX70319" fmla="*/ 1119151 w 2119654"/>
              <a:gd name="connsiteY70319" fmla="*/ 391396 h 2398711"/>
              <a:gd name="connsiteX70320" fmla="*/ 1119856 w 2119654"/>
              <a:gd name="connsiteY70320" fmla="*/ 392092 h 2398711"/>
              <a:gd name="connsiteX70321" fmla="*/ 1119479 w 2119654"/>
              <a:gd name="connsiteY70321" fmla="*/ 390749 h 2398711"/>
              <a:gd name="connsiteX70322" fmla="*/ 459883 w 2119654"/>
              <a:gd name="connsiteY70322" fmla="*/ 1867589 h 2398711"/>
              <a:gd name="connsiteX70323" fmla="*/ 466044 w 2119654"/>
              <a:gd name="connsiteY70323" fmla="*/ 1867416 h 2398711"/>
              <a:gd name="connsiteX70324" fmla="*/ 463636 w 2119654"/>
              <a:gd name="connsiteY70324" fmla="*/ 1866448 h 2398711"/>
              <a:gd name="connsiteX70325" fmla="*/ 1067861 w 2119654"/>
              <a:gd name="connsiteY70325" fmla="*/ 505742 h 2398711"/>
              <a:gd name="connsiteX70326" fmla="*/ 1067713 w 2119654"/>
              <a:gd name="connsiteY70326" fmla="*/ 506111 h 2398711"/>
              <a:gd name="connsiteX70327" fmla="*/ 1067928 w 2119654"/>
              <a:gd name="connsiteY70327" fmla="*/ 505813 h 2398711"/>
              <a:gd name="connsiteX70328" fmla="*/ 477585 w 2119654"/>
              <a:gd name="connsiteY70328" fmla="*/ 1827442 h 2398711"/>
              <a:gd name="connsiteX70329" fmla="*/ 477693 w 2119654"/>
              <a:gd name="connsiteY70329" fmla="*/ 1828083 h 2398711"/>
              <a:gd name="connsiteX70330" fmla="*/ 478188 w 2119654"/>
              <a:gd name="connsiteY70330" fmla="*/ 1828147 h 2398711"/>
              <a:gd name="connsiteX70331" fmla="*/ 478151 w 2119654"/>
              <a:gd name="connsiteY70331" fmla="*/ 1827477 h 2398711"/>
              <a:gd name="connsiteX70332" fmla="*/ 1069119 w 2119654"/>
              <a:gd name="connsiteY70332" fmla="*/ 502587 h 2398711"/>
              <a:gd name="connsiteX70333" fmla="*/ 1068765 w 2119654"/>
              <a:gd name="connsiteY70333" fmla="*/ 503474 h 2398711"/>
              <a:gd name="connsiteX70334" fmla="*/ 1069280 w 2119654"/>
              <a:gd name="connsiteY70334" fmla="*/ 503943 h 2398711"/>
              <a:gd name="connsiteX70335" fmla="*/ 1069942 w 2119654"/>
              <a:gd name="connsiteY70335" fmla="*/ 503028 h 2398711"/>
              <a:gd name="connsiteX70336" fmla="*/ 1071421 w 2119654"/>
              <a:gd name="connsiteY70336" fmla="*/ 497397 h 2398711"/>
              <a:gd name="connsiteX70337" fmla="*/ 1072274 w 2119654"/>
              <a:gd name="connsiteY70337" fmla="*/ 498664 h 2398711"/>
              <a:gd name="connsiteX70338" fmla="*/ 1072380 w 2119654"/>
              <a:gd name="connsiteY70338" fmla="*/ 498200 h 2398711"/>
              <a:gd name="connsiteX70339" fmla="*/ 1115369 w 2119654"/>
              <a:gd name="connsiteY70339" fmla="*/ 398867 h 2398711"/>
              <a:gd name="connsiteX70340" fmla="*/ 1116418 w 2119654"/>
              <a:gd name="connsiteY70340" fmla="*/ 400838 h 2398711"/>
              <a:gd name="connsiteX70341" fmla="*/ 1116224 w 2119654"/>
              <a:gd name="connsiteY70341" fmla="*/ 397179 h 2398711"/>
              <a:gd name="connsiteX70342" fmla="*/ 477962 w 2119654"/>
              <a:gd name="connsiteY70342" fmla="*/ 1825720 h 2398711"/>
              <a:gd name="connsiteX70343" fmla="*/ 478053 w 2119654"/>
              <a:gd name="connsiteY70343" fmla="*/ 1825726 h 2398711"/>
              <a:gd name="connsiteX70344" fmla="*/ 478048 w 2119654"/>
              <a:gd name="connsiteY70344" fmla="*/ 1825639 h 2398711"/>
              <a:gd name="connsiteX70345" fmla="*/ 478040 w 2119654"/>
              <a:gd name="connsiteY70345" fmla="*/ 1825637 h 2398711"/>
              <a:gd name="connsiteX70346" fmla="*/ 1113478 w 2119654"/>
              <a:gd name="connsiteY70346" fmla="*/ 402605 h 2398711"/>
              <a:gd name="connsiteX70347" fmla="*/ 1114541 w 2119654"/>
              <a:gd name="connsiteY70347" fmla="*/ 406389 h 2398711"/>
              <a:gd name="connsiteX70348" fmla="*/ 1116795 w 2119654"/>
              <a:gd name="connsiteY70348" fmla="*/ 407959 h 2398711"/>
              <a:gd name="connsiteX70349" fmla="*/ 1116438 w 2119654"/>
              <a:gd name="connsiteY70349" fmla="*/ 401219 h 2398711"/>
              <a:gd name="connsiteX70350" fmla="*/ 1115281 w 2119654"/>
              <a:gd name="connsiteY70350" fmla="*/ 399043 h 2398711"/>
              <a:gd name="connsiteX70351" fmla="*/ 1065037 w 2119654"/>
              <a:gd name="connsiteY70351" fmla="*/ 510978 h 2398711"/>
              <a:gd name="connsiteX70352" fmla="*/ 1065368 w 2119654"/>
              <a:gd name="connsiteY70352" fmla="*/ 511195 h 2398711"/>
              <a:gd name="connsiteX70353" fmla="*/ 1065271 w 2119654"/>
              <a:gd name="connsiteY70353" fmla="*/ 510655 h 2398711"/>
              <a:gd name="connsiteX70354" fmla="*/ 1067519 w 2119654"/>
              <a:gd name="connsiteY70354" fmla="*/ 505381 h 2398711"/>
              <a:gd name="connsiteX70355" fmla="*/ 1067610 w 2119654"/>
              <a:gd name="connsiteY70355" fmla="*/ 505896 h 2398711"/>
              <a:gd name="connsiteX70356" fmla="*/ 1067728 w 2119654"/>
              <a:gd name="connsiteY70356" fmla="*/ 505601 h 2398711"/>
              <a:gd name="connsiteX70357" fmla="*/ 1081435 w 2119654"/>
              <a:gd name="connsiteY70357" fmla="*/ 474115 h 2398711"/>
              <a:gd name="connsiteX70358" fmla="*/ 1081609 w 2119654"/>
              <a:gd name="connsiteY70358" fmla="*/ 474474 h 2398711"/>
              <a:gd name="connsiteX70359" fmla="*/ 1082813 w 2119654"/>
              <a:gd name="connsiteY70359" fmla="*/ 476093 h 2398711"/>
              <a:gd name="connsiteX70360" fmla="*/ 1083592 w 2119654"/>
              <a:gd name="connsiteY70360" fmla="*/ 476556 h 2398711"/>
              <a:gd name="connsiteX70361" fmla="*/ 1083859 w 2119654"/>
              <a:gd name="connsiteY70361" fmla="*/ 474869 h 2398711"/>
              <a:gd name="connsiteX70362" fmla="*/ 1082571 w 2119654"/>
              <a:gd name="connsiteY70362" fmla="*/ 471956 h 2398711"/>
              <a:gd name="connsiteX70363" fmla="*/ 1112339 w 2119654"/>
              <a:gd name="connsiteY70363" fmla="*/ 404857 h 2398711"/>
              <a:gd name="connsiteX70364" fmla="*/ 1114122 w 2119654"/>
              <a:gd name="connsiteY70364" fmla="*/ 406097 h 2398711"/>
              <a:gd name="connsiteX70365" fmla="*/ 1113261 w 2119654"/>
              <a:gd name="connsiteY70365" fmla="*/ 403034 h 2398711"/>
              <a:gd name="connsiteX70366" fmla="*/ 1080970 w 2119654"/>
              <a:gd name="connsiteY70366" fmla="*/ 474998 h 2398711"/>
              <a:gd name="connsiteX70367" fmla="*/ 1081611 w 2119654"/>
              <a:gd name="connsiteY70367" fmla="*/ 475380 h 2398711"/>
              <a:gd name="connsiteX70368" fmla="*/ 1081208 w 2119654"/>
              <a:gd name="connsiteY70368" fmla="*/ 474546 h 2398711"/>
              <a:gd name="connsiteX70369" fmla="*/ 1111844 w 2119654"/>
              <a:gd name="connsiteY70369" fmla="*/ 405835 h 2398711"/>
              <a:gd name="connsiteX70370" fmla="*/ 1112385 w 2119654"/>
              <a:gd name="connsiteY70370" fmla="*/ 416058 h 2398711"/>
              <a:gd name="connsiteX70371" fmla="*/ 1115316 w 2119654"/>
              <a:gd name="connsiteY70371" fmla="*/ 413221 h 2398711"/>
              <a:gd name="connsiteX70372" fmla="*/ 1115953 w 2119654"/>
              <a:gd name="connsiteY70372" fmla="*/ 412622 h 2398711"/>
              <a:gd name="connsiteX70373" fmla="*/ 1114249 w 2119654"/>
              <a:gd name="connsiteY70373" fmla="*/ 406552 h 2398711"/>
              <a:gd name="connsiteX70374" fmla="*/ 1112201 w 2119654"/>
              <a:gd name="connsiteY70374" fmla="*/ 405128 h 2398711"/>
              <a:gd name="connsiteX70375" fmla="*/ 472604 w 2119654"/>
              <a:gd name="connsiteY70375" fmla="*/ 1837095 h 2398711"/>
              <a:gd name="connsiteX70376" fmla="*/ 472604 w 2119654"/>
              <a:gd name="connsiteY70376" fmla="*/ 1837207 h 2398711"/>
              <a:gd name="connsiteX70377" fmla="*/ 473361 w 2119654"/>
              <a:gd name="connsiteY70377" fmla="*/ 1837770 h 2398711"/>
              <a:gd name="connsiteX70378" fmla="*/ 1080092 w 2119654"/>
              <a:gd name="connsiteY70378" fmla="*/ 476665 h 2398711"/>
              <a:gd name="connsiteX70379" fmla="*/ 1080283 w 2119654"/>
              <a:gd name="connsiteY70379" fmla="*/ 477551 h 2398711"/>
              <a:gd name="connsiteX70380" fmla="*/ 1083140 w 2119654"/>
              <a:gd name="connsiteY70380" fmla="*/ 479411 h 2398711"/>
              <a:gd name="connsiteX70381" fmla="*/ 1083244 w 2119654"/>
              <a:gd name="connsiteY70381" fmla="*/ 478757 h 2398711"/>
              <a:gd name="connsiteX70382" fmla="*/ 1082812 w 2119654"/>
              <a:gd name="connsiteY70382" fmla="*/ 477863 h 2398711"/>
              <a:gd name="connsiteX70383" fmla="*/ 1081383 w 2119654"/>
              <a:gd name="connsiteY70383" fmla="*/ 476111 h 2398711"/>
              <a:gd name="connsiteX70384" fmla="*/ 1080621 w 2119654"/>
              <a:gd name="connsiteY70384" fmla="*/ 475660 h 2398711"/>
              <a:gd name="connsiteX70385" fmla="*/ 1078912 w 2119654"/>
              <a:gd name="connsiteY70385" fmla="*/ 479253 h 2398711"/>
              <a:gd name="connsiteX70386" fmla="*/ 1079960 w 2119654"/>
              <a:gd name="connsiteY70386" fmla="*/ 481493 h 2398711"/>
              <a:gd name="connsiteX70387" fmla="*/ 1079571 w 2119654"/>
              <a:gd name="connsiteY70387" fmla="*/ 479683 h 2398711"/>
              <a:gd name="connsiteX70388" fmla="*/ 460156 w 2119654"/>
              <a:gd name="connsiteY70388" fmla="*/ 1864720 h 2398711"/>
              <a:gd name="connsiteX70389" fmla="*/ 463469 w 2119654"/>
              <a:gd name="connsiteY70389" fmla="*/ 1866052 h 2398711"/>
              <a:gd name="connsiteX70390" fmla="*/ 468223 w 2119654"/>
              <a:gd name="connsiteY70390" fmla="*/ 1864555 h 2398711"/>
              <a:gd name="connsiteX70391" fmla="*/ 468252 w 2119654"/>
              <a:gd name="connsiteY70391" fmla="*/ 1864454 h 2398711"/>
              <a:gd name="connsiteX70392" fmla="*/ 465492 w 2119654"/>
              <a:gd name="connsiteY70392" fmla="*/ 1863071 h 2398711"/>
              <a:gd name="connsiteX70393" fmla="*/ 1109082 w 2119654"/>
              <a:gd name="connsiteY70393" fmla="*/ 411291 h 2398711"/>
              <a:gd name="connsiteX70394" fmla="*/ 1110047 w 2119654"/>
              <a:gd name="connsiteY70394" fmla="*/ 413341 h 2398711"/>
              <a:gd name="connsiteX70395" fmla="*/ 1109857 w 2119654"/>
              <a:gd name="connsiteY70395" fmla="*/ 409760 h 2398711"/>
              <a:gd name="connsiteX70396" fmla="*/ 1072361 w 2119654"/>
              <a:gd name="connsiteY70396" fmla="*/ 493472 h 2398711"/>
              <a:gd name="connsiteX70397" fmla="*/ 1072842 w 2119654"/>
              <a:gd name="connsiteY70397" fmla="*/ 494092 h 2398711"/>
              <a:gd name="connsiteX70398" fmla="*/ 1073265 w 2119654"/>
              <a:gd name="connsiteY70398" fmla="*/ 494345 h 2398711"/>
              <a:gd name="connsiteX70399" fmla="*/ 1073276 w 2119654"/>
              <a:gd name="connsiteY70399" fmla="*/ 494291 h 2398711"/>
              <a:gd name="connsiteX70400" fmla="*/ 1078043 w 2119654"/>
              <a:gd name="connsiteY70400" fmla="*/ 480561 h 2398711"/>
              <a:gd name="connsiteX70401" fmla="*/ 1079822 w 2119654"/>
              <a:gd name="connsiteY70401" fmla="*/ 482642 h 2398711"/>
              <a:gd name="connsiteX70402" fmla="*/ 1078469 w 2119654"/>
              <a:gd name="connsiteY70402" fmla="*/ 479751 h 2398711"/>
              <a:gd name="connsiteX70403" fmla="*/ 1108108 w 2119654"/>
              <a:gd name="connsiteY70403" fmla="*/ 413216 h 2398711"/>
              <a:gd name="connsiteX70404" fmla="*/ 1110147 w 2119654"/>
              <a:gd name="connsiteY70404" fmla="*/ 415229 h 2398711"/>
              <a:gd name="connsiteX70405" fmla="*/ 1110124 w 2119654"/>
              <a:gd name="connsiteY70405" fmla="*/ 414803 h 2398711"/>
              <a:gd name="connsiteX70406" fmla="*/ 1108765 w 2119654"/>
              <a:gd name="connsiteY70406" fmla="*/ 411917 h 2398711"/>
              <a:gd name="connsiteX70407" fmla="*/ 1077632 w 2119654"/>
              <a:gd name="connsiteY70407" fmla="*/ 481340 h 2398711"/>
              <a:gd name="connsiteX70408" fmla="*/ 1080845 w 2119654"/>
              <a:gd name="connsiteY70408" fmla="*/ 485602 h 2398711"/>
              <a:gd name="connsiteX70409" fmla="*/ 1080756 w 2119654"/>
              <a:gd name="connsiteY70409" fmla="*/ 485187 h 2398711"/>
              <a:gd name="connsiteX70410" fmla="*/ 1077946 w 2119654"/>
              <a:gd name="connsiteY70410" fmla="*/ 481266 h 2398711"/>
              <a:gd name="connsiteX70411" fmla="*/ 1077778 w 2119654"/>
              <a:gd name="connsiteY70411" fmla="*/ 481064 h 2398711"/>
              <a:gd name="connsiteX70412" fmla="*/ 477300 w 2119654"/>
              <a:gd name="connsiteY70412" fmla="*/ 1825504 h 2398711"/>
              <a:gd name="connsiteX70413" fmla="*/ 477493 w 2119654"/>
              <a:gd name="connsiteY70413" fmla="*/ 1825691 h 2398711"/>
              <a:gd name="connsiteX70414" fmla="*/ 477754 w 2119654"/>
              <a:gd name="connsiteY70414" fmla="*/ 1825707 h 2398711"/>
              <a:gd name="connsiteX70415" fmla="*/ 477849 w 2119654"/>
              <a:gd name="connsiteY70415" fmla="*/ 1825603 h 2398711"/>
              <a:gd name="connsiteX70416" fmla="*/ 1105972 w 2119654"/>
              <a:gd name="connsiteY70416" fmla="*/ 417437 h 2398711"/>
              <a:gd name="connsiteX70417" fmla="*/ 1107532 w 2119654"/>
              <a:gd name="connsiteY70417" fmla="*/ 420756 h 2398711"/>
              <a:gd name="connsiteX70418" fmla="*/ 1110298 w 2119654"/>
              <a:gd name="connsiteY70418" fmla="*/ 418079 h 2398711"/>
              <a:gd name="connsiteX70419" fmla="*/ 1110177 w 2119654"/>
              <a:gd name="connsiteY70419" fmla="*/ 415806 h 2398711"/>
              <a:gd name="connsiteX70420" fmla="*/ 1107923 w 2119654"/>
              <a:gd name="connsiteY70420" fmla="*/ 413582 h 2398711"/>
              <a:gd name="connsiteX70421" fmla="*/ 1076292 w 2119654"/>
              <a:gd name="connsiteY70421" fmla="*/ 483887 h 2398711"/>
              <a:gd name="connsiteX70422" fmla="*/ 1075230 w 2119654"/>
              <a:gd name="connsiteY70422" fmla="*/ 488523 h 2398711"/>
              <a:gd name="connsiteX70423" fmla="*/ 1078676 w 2119654"/>
              <a:gd name="connsiteY70423" fmla="*/ 491283 h 2398711"/>
              <a:gd name="connsiteX70424" fmla="*/ 1081170 w 2119654"/>
              <a:gd name="connsiteY70424" fmla="*/ 487931 h 2398711"/>
              <a:gd name="connsiteX70425" fmla="*/ 1077044 w 2119654"/>
              <a:gd name="connsiteY70425" fmla="*/ 482459 h 2398711"/>
              <a:gd name="connsiteX70426" fmla="*/ 462814 w 2119654"/>
              <a:gd name="connsiteY70426" fmla="*/ 1857471 h 2398711"/>
              <a:gd name="connsiteX70427" fmla="*/ 464523 w 2119654"/>
              <a:gd name="connsiteY70427" fmla="*/ 1858066 h 2398711"/>
              <a:gd name="connsiteX70428" fmla="*/ 469766 w 2119654"/>
              <a:gd name="connsiteY70428" fmla="*/ 1859213 h 2398711"/>
              <a:gd name="connsiteX70429" fmla="*/ 470375 w 2119654"/>
              <a:gd name="connsiteY70429" fmla="*/ 1857105 h 2398711"/>
              <a:gd name="connsiteX70430" fmla="*/ 470395 w 2119654"/>
              <a:gd name="connsiteY70430" fmla="*/ 1857039 h 2398711"/>
              <a:gd name="connsiteX70431" fmla="*/ 466537 w 2119654"/>
              <a:gd name="connsiteY70431" fmla="*/ 1857398 h 2398711"/>
              <a:gd name="connsiteX70432" fmla="*/ 1104672 w 2119654"/>
              <a:gd name="connsiteY70432" fmla="*/ 420150 h 2398711"/>
              <a:gd name="connsiteX70433" fmla="*/ 1105689 w 2119654"/>
              <a:gd name="connsiteY70433" fmla="*/ 422541 h 2398711"/>
              <a:gd name="connsiteX70434" fmla="*/ 1106252 w 2119654"/>
              <a:gd name="connsiteY70434" fmla="*/ 421996 h 2398711"/>
              <a:gd name="connsiteX70435" fmla="*/ 1096469 w 2119654"/>
              <a:gd name="connsiteY70435" fmla="*/ 438460 h 2398711"/>
              <a:gd name="connsiteX70436" fmla="*/ 1099252 w 2119654"/>
              <a:gd name="connsiteY70436" fmla="*/ 442742 h 2398711"/>
              <a:gd name="connsiteX70437" fmla="*/ 1100676 w 2119654"/>
              <a:gd name="connsiteY70437" fmla="*/ 440680 h 2398711"/>
              <a:gd name="connsiteX70438" fmla="*/ 1098913 w 2119654"/>
              <a:gd name="connsiteY70438" fmla="*/ 436094 h 2398711"/>
              <a:gd name="connsiteX70439" fmla="*/ 1104840 w 2119654"/>
              <a:gd name="connsiteY70439" fmla="*/ 419674 h 2398711"/>
              <a:gd name="connsiteX70440" fmla="*/ 1106566 w 2119654"/>
              <a:gd name="connsiteY70440" fmla="*/ 421692 h 2398711"/>
              <a:gd name="connsiteX70441" fmla="*/ 1107220 w 2119654"/>
              <a:gd name="connsiteY70441" fmla="*/ 421059 h 2398711"/>
              <a:gd name="connsiteX70442" fmla="*/ 1105735 w 2119654"/>
              <a:gd name="connsiteY70442" fmla="*/ 417904 h 2398711"/>
              <a:gd name="connsiteX70443" fmla="*/ 479838 w 2119654"/>
              <a:gd name="connsiteY70443" fmla="*/ 1819070 h 2398711"/>
              <a:gd name="connsiteX70444" fmla="*/ 479832 w 2119654"/>
              <a:gd name="connsiteY70444" fmla="*/ 1819426 h 2398711"/>
              <a:gd name="connsiteX70445" fmla="*/ 481452 w 2119654"/>
              <a:gd name="connsiteY70445" fmla="*/ 1820417 h 2398711"/>
              <a:gd name="connsiteX70446" fmla="*/ 481515 w 2119654"/>
              <a:gd name="connsiteY70446" fmla="*/ 1820448 h 2398711"/>
              <a:gd name="connsiteX70447" fmla="*/ 481625 w 2119654"/>
              <a:gd name="connsiteY70447" fmla="*/ 1820086 h 2398711"/>
              <a:gd name="connsiteX70448" fmla="*/ 1064954 w 2119654"/>
              <a:gd name="connsiteY70448" fmla="*/ 508876 h 2398711"/>
              <a:gd name="connsiteX70449" fmla="*/ 1064906 w 2119654"/>
              <a:gd name="connsiteY70449" fmla="*/ 509988 h 2398711"/>
              <a:gd name="connsiteX70450" fmla="*/ 1065104 w 2119654"/>
              <a:gd name="connsiteY70450" fmla="*/ 509715 h 2398711"/>
              <a:gd name="connsiteX70451" fmla="*/ 442191 w 2119654"/>
              <a:gd name="connsiteY70451" fmla="*/ 1903224 h 2398711"/>
              <a:gd name="connsiteX70452" fmla="*/ 443491 w 2119654"/>
              <a:gd name="connsiteY70452" fmla="*/ 1915426 h 2398711"/>
              <a:gd name="connsiteX70453" fmla="*/ 450531 w 2119654"/>
              <a:gd name="connsiteY70453" fmla="*/ 1916141 h 2398711"/>
              <a:gd name="connsiteX70454" fmla="*/ 450889 w 2119654"/>
              <a:gd name="connsiteY70454" fmla="*/ 1907209 h 2398711"/>
              <a:gd name="connsiteX70455" fmla="*/ 1074262 w 2119654"/>
              <a:gd name="connsiteY70455" fmla="*/ 487747 h 2398711"/>
              <a:gd name="connsiteX70456" fmla="*/ 1074697 w 2119654"/>
              <a:gd name="connsiteY70456" fmla="*/ 488094 h 2398711"/>
              <a:gd name="connsiteX70457" fmla="*/ 1075173 w 2119654"/>
              <a:gd name="connsiteY70457" fmla="*/ 486016 h 2398711"/>
              <a:gd name="connsiteX70458" fmla="*/ 1102928 w 2119654"/>
              <a:gd name="connsiteY70458" fmla="*/ 423452 h 2398711"/>
              <a:gd name="connsiteX70459" fmla="*/ 1103771 w 2119654"/>
              <a:gd name="connsiteY70459" fmla="*/ 424398 h 2398711"/>
              <a:gd name="connsiteX70460" fmla="*/ 1103867 w 2119654"/>
              <a:gd name="connsiteY70460" fmla="*/ 424305 h 2398711"/>
              <a:gd name="connsiteX70461" fmla="*/ 1103606 w 2119654"/>
              <a:gd name="connsiteY70461" fmla="*/ 423403 h 2398711"/>
              <a:gd name="connsiteX70462" fmla="*/ 1103196 w 2119654"/>
              <a:gd name="connsiteY70462" fmla="*/ 422924 h 2398711"/>
              <a:gd name="connsiteX70463" fmla="*/ 1100731 w 2119654"/>
              <a:gd name="connsiteY70463" fmla="*/ 428114 h 2398711"/>
              <a:gd name="connsiteX70464" fmla="*/ 1102545 w 2119654"/>
              <a:gd name="connsiteY70464" fmla="*/ 431540 h 2398711"/>
              <a:gd name="connsiteX70465" fmla="*/ 1104229 w 2119654"/>
              <a:gd name="connsiteY70465" fmla="*/ 429911 h 2398711"/>
              <a:gd name="connsiteX70466" fmla="*/ 1103628 w 2119654"/>
              <a:gd name="connsiteY70466" fmla="*/ 429235 h 2398711"/>
              <a:gd name="connsiteX70467" fmla="*/ 1103819 w 2119654"/>
              <a:gd name="connsiteY70467" fmla="*/ 429271 h 2398711"/>
              <a:gd name="connsiteX70468" fmla="*/ 1104314 w 2119654"/>
              <a:gd name="connsiteY70468" fmla="*/ 429827 h 2398711"/>
              <a:gd name="connsiteX70469" fmla="*/ 1105215 w 2119654"/>
              <a:gd name="connsiteY70469" fmla="*/ 428955 h 2398711"/>
              <a:gd name="connsiteX70470" fmla="*/ 1104224 w 2119654"/>
              <a:gd name="connsiteY70470" fmla="*/ 425537 h 2398711"/>
              <a:gd name="connsiteX70471" fmla="*/ 1103845 w 2119654"/>
              <a:gd name="connsiteY70471" fmla="*/ 425100 h 2398711"/>
              <a:gd name="connsiteX70472" fmla="*/ 1118674 w 2119654"/>
              <a:gd name="connsiteY70472" fmla="*/ 387882 h 2398711"/>
              <a:gd name="connsiteX70473" fmla="*/ 1118844 w 2119654"/>
              <a:gd name="connsiteY70473" fmla="*/ 391092 h 2398711"/>
              <a:gd name="connsiteX70474" fmla="*/ 1118887 w 2119654"/>
              <a:gd name="connsiteY70474" fmla="*/ 391134 h 2398711"/>
              <a:gd name="connsiteX70475" fmla="*/ 1119342 w 2119654"/>
              <a:gd name="connsiteY70475" fmla="*/ 390263 h 2398711"/>
              <a:gd name="connsiteX70476" fmla="*/ 1101180 w 2119654"/>
              <a:gd name="connsiteY70476" fmla="*/ 426906 h 2398711"/>
              <a:gd name="connsiteX70477" fmla="*/ 1103480 w 2119654"/>
              <a:gd name="connsiteY70477" fmla="*/ 424680 h 2398711"/>
              <a:gd name="connsiteX70478" fmla="*/ 1102739 w 2119654"/>
              <a:gd name="connsiteY70478" fmla="*/ 423825 h 2398711"/>
              <a:gd name="connsiteX70479" fmla="*/ 1094346 w 2119654"/>
              <a:gd name="connsiteY70479" fmla="*/ 442173 h 2398711"/>
              <a:gd name="connsiteX70480" fmla="*/ 1094207 w 2119654"/>
              <a:gd name="connsiteY70480" fmla="*/ 450048 h 2398711"/>
              <a:gd name="connsiteX70481" fmla="*/ 1096536 w 2119654"/>
              <a:gd name="connsiteY70481" fmla="*/ 446675 h 2398711"/>
              <a:gd name="connsiteX70482" fmla="*/ 1095680 w 2119654"/>
              <a:gd name="connsiteY70482" fmla="*/ 444878 h 2398711"/>
              <a:gd name="connsiteX70483" fmla="*/ 1072000 w 2119654"/>
              <a:gd name="connsiteY70483" fmla="*/ 492043 h 2398711"/>
              <a:gd name="connsiteX70484" fmla="*/ 1073487 w 2119654"/>
              <a:gd name="connsiteY70484" fmla="*/ 493371 h 2398711"/>
              <a:gd name="connsiteX70485" fmla="*/ 1074110 w 2119654"/>
              <a:gd name="connsiteY70485" fmla="*/ 490655 h 2398711"/>
              <a:gd name="connsiteX70486" fmla="*/ 1073140 w 2119654"/>
              <a:gd name="connsiteY70486" fmla="*/ 489878 h 2398711"/>
              <a:gd name="connsiteX70487" fmla="*/ 477037 w 2119654"/>
              <a:gd name="connsiteY70487" fmla="*/ 1824156 h 2398711"/>
              <a:gd name="connsiteX70488" fmla="*/ 477236 w 2119654"/>
              <a:gd name="connsiteY70488" fmla="*/ 1825351 h 2398711"/>
              <a:gd name="connsiteX70489" fmla="*/ 477960 w 2119654"/>
              <a:gd name="connsiteY70489" fmla="*/ 1825481 h 2398711"/>
              <a:gd name="connsiteX70490" fmla="*/ 478035 w 2119654"/>
              <a:gd name="connsiteY70490" fmla="*/ 1825398 h 2398711"/>
              <a:gd name="connsiteX70491" fmla="*/ 477992 w 2119654"/>
              <a:gd name="connsiteY70491" fmla="*/ 1824631 h 2398711"/>
              <a:gd name="connsiteX70492" fmla="*/ 477993 w 2119654"/>
              <a:gd name="connsiteY70492" fmla="*/ 1824570 h 2398711"/>
              <a:gd name="connsiteX70493" fmla="*/ 430472 w 2119654"/>
              <a:gd name="connsiteY70493" fmla="*/ 1928277 h 2398711"/>
              <a:gd name="connsiteX70494" fmla="*/ 442943 w 2119654"/>
              <a:gd name="connsiteY70494" fmla="*/ 1934248 h 2398711"/>
              <a:gd name="connsiteX70495" fmla="*/ 445519 w 2119654"/>
              <a:gd name="connsiteY70495" fmla="*/ 1933885 h 2398711"/>
              <a:gd name="connsiteX70496" fmla="*/ 444815 w 2119654"/>
              <a:gd name="connsiteY70496" fmla="*/ 1928857 h 2398711"/>
              <a:gd name="connsiteX70497" fmla="*/ 443442 w 2119654"/>
              <a:gd name="connsiteY70497" fmla="*/ 1928713 h 2398711"/>
              <a:gd name="connsiteX70498" fmla="*/ 454574 w 2119654"/>
              <a:gd name="connsiteY70498" fmla="*/ 1874219 h 2398711"/>
              <a:gd name="connsiteX70499" fmla="*/ 453976 w 2119654"/>
              <a:gd name="connsiteY70499" fmla="*/ 1881617 h 2398711"/>
              <a:gd name="connsiteX70500" fmla="*/ 461036 w 2119654"/>
              <a:gd name="connsiteY70500" fmla="*/ 1884395 h 2398711"/>
              <a:gd name="connsiteX70501" fmla="*/ 462613 w 2119654"/>
              <a:gd name="connsiteY70501" fmla="*/ 1883974 h 2398711"/>
              <a:gd name="connsiteX70502" fmla="*/ 463632 w 2119654"/>
              <a:gd name="connsiteY70502" fmla="*/ 1880447 h 2398711"/>
              <a:gd name="connsiteX70503" fmla="*/ 1070165 w 2119654"/>
              <a:gd name="connsiteY70503" fmla="*/ 495532 h 2398711"/>
              <a:gd name="connsiteX70504" fmla="*/ 1071193 w 2119654"/>
              <a:gd name="connsiteY70504" fmla="*/ 497058 h 2398711"/>
              <a:gd name="connsiteX70505" fmla="*/ 1072414 w 2119654"/>
              <a:gd name="connsiteY70505" fmla="*/ 498054 h 2398711"/>
              <a:gd name="connsiteX70506" fmla="*/ 1072453 w 2119654"/>
              <a:gd name="connsiteY70506" fmla="*/ 497882 h 2398711"/>
              <a:gd name="connsiteX70507" fmla="*/ 1070442 w 2119654"/>
              <a:gd name="connsiteY70507" fmla="*/ 495004 h 2398711"/>
              <a:gd name="connsiteX70508" fmla="*/ 442042 w 2119654"/>
              <a:gd name="connsiteY70508" fmla="*/ 1901831 h 2398711"/>
              <a:gd name="connsiteX70509" fmla="*/ 442155 w 2119654"/>
              <a:gd name="connsiteY70509" fmla="*/ 1902883 h 2398711"/>
              <a:gd name="connsiteX70510" fmla="*/ 450902 w 2119654"/>
              <a:gd name="connsiteY70510" fmla="*/ 1906890 h 2398711"/>
              <a:gd name="connsiteX70511" fmla="*/ 451103 w 2119654"/>
              <a:gd name="connsiteY70511" fmla="*/ 1901887 h 2398711"/>
              <a:gd name="connsiteX70512" fmla="*/ 447259 w 2119654"/>
              <a:gd name="connsiteY70512" fmla="*/ 1901126 h 2398711"/>
              <a:gd name="connsiteX70513" fmla="*/ 1067326 w 2119654"/>
              <a:gd name="connsiteY70513" fmla="*/ 501629 h 2398711"/>
              <a:gd name="connsiteX70514" fmla="*/ 1067189 w 2119654"/>
              <a:gd name="connsiteY70514" fmla="*/ 502040 h 2398711"/>
              <a:gd name="connsiteX70515" fmla="*/ 1068627 w 2119654"/>
              <a:gd name="connsiteY70515" fmla="*/ 503348 h 2398711"/>
              <a:gd name="connsiteX70516" fmla="*/ 1068964 w 2119654"/>
              <a:gd name="connsiteY70516" fmla="*/ 502504 h 2398711"/>
              <a:gd name="connsiteX70517" fmla="*/ 1095830 w 2119654"/>
              <a:gd name="connsiteY70517" fmla="*/ 437478 h 2398711"/>
              <a:gd name="connsiteX70518" fmla="*/ 1096054 w 2119654"/>
              <a:gd name="connsiteY70518" fmla="*/ 437823 h 2398711"/>
              <a:gd name="connsiteX70519" fmla="*/ 1098622 w 2119654"/>
              <a:gd name="connsiteY70519" fmla="*/ 435337 h 2398711"/>
              <a:gd name="connsiteX70520" fmla="*/ 1097884 w 2119654"/>
              <a:gd name="connsiteY70520" fmla="*/ 433418 h 2398711"/>
              <a:gd name="connsiteX70521" fmla="*/ 1094376 w 2119654"/>
              <a:gd name="connsiteY70521" fmla="*/ 440487 h 2398711"/>
              <a:gd name="connsiteX70522" fmla="*/ 1094360 w 2119654"/>
              <a:gd name="connsiteY70522" fmla="*/ 441363 h 2398711"/>
              <a:gd name="connsiteX70523" fmla="*/ 1096795 w 2119654"/>
              <a:gd name="connsiteY70523" fmla="*/ 446300 h 2398711"/>
              <a:gd name="connsiteX70524" fmla="*/ 1097834 w 2119654"/>
              <a:gd name="connsiteY70524" fmla="*/ 444796 h 2398711"/>
              <a:gd name="connsiteX70525" fmla="*/ 1094846 w 2119654"/>
              <a:gd name="connsiteY70525" fmla="*/ 440031 h 2398711"/>
              <a:gd name="connsiteX70526" fmla="*/ 471053 w 2119654"/>
              <a:gd name="connsiteY70526" fmla="*/ 1836057 h 2398711"/>
              <a:gd name="connsiteX70527" fmla="*/ 471586 w 2119654"/>
              <a:gd name="connsiteY70527" fmla="*/ 1836453 h 2398711"/>
              <a:gd name="connsiteX70528" fmla="*/ 471864 w 2119654"/>
              <a:gd name="connsiteY70528" fmla="*/ 1836437 h 2398711"/>
              <a:gd name="connsiteX70529" fmla="*/ 471770 w 2119654"/>
              <a:gd name="connsiteY70529" fmla="*/ 1836353 h 2398711"/>
              <a:gd name="connsiteX70530" fmla="*/ 1118550 w 2119654"/>
              <a:gd name="connsiteY70530" fmla="*/ 385552 h 2398711"/>
              <a:gd name="connsiteX70531" fmla="*/ 1118568 w 2119654"/>
              <a:gd name="connsiteY70531" fmla="*/ 385895 h 2398711"/>
              <a:gd name="connsiteX70532" fmla="*/ 1119637 w 2119654"/>
              <a:gd name="connsiteY70532" fmla="*/ 389701 h 2398711"/>
              <a:gd name="connsiteX70533" fmla="*/ 1120283 w 2119654"/>
              <a:gd name="connsiteY70533" fmla="*/ 388466 h 2398711"/>
              <a:gd name="connsiteX70534" fmla="*/ 441853 w 2119654"/>
              <a:gd name="connsiteY70534" fmla="*/ 1900055 h 2398711"/>
              <a:gd name="connsiteX70535" fmla="*/ 441905 w 2119654"/>
              <a:gd name="connsiteY70535" fmla="*/ 1900537 h 2398711"/>
              <a:gd name="connsiteX70536" fmla="*/ 443250 w 2119654"/>
              <a:gd name="connsiteY70536" fmla="*/ 1900332 h 2398711"/>
              <a:gd name="connsiteX70537" fmla="*/ 1081089 w 2119654"/>
              <a:gd name="connsiteY70537" fmla="*/ 468605 h 2398711"/>
              <a:gd name="connsiteX70538" fmla="*/ 1080578 w 2119654"/>
              <a:gd name="connsiteY70538" fmla="*/ 469780 h 2398711"/>
              <a:gd name="connsiteX70539" fmla="*/ 1081207 w 2119654"/>
              <a:gd name="connsiteY70539" fmla="*/ 468871 h 2398711"/>
              <a:gd name="connsiteX70540" fmla="*/ 472051 w 2119654"/>
              <a:gd name="connsiteY70540" fmla="*/ 1832177 h 2398711"/>
              <a:gd name="connsiteX70541" fmla="*/ 472121 w 2119654"/>
              <a:gd name="connsiteY70541" fmla="*/ 1832162 h 2398711"/>
              <a:gd name="connsiteX70542" fmla="*/ 472086 w 2119654"/>
              <a:gd name="connsiteY70542" fmla="*/ 1832140 h 2398711"/>
              <a:gd name="connsiteX70543" fmla="*/ 479922 w 2119654"/>
              <a:gd name="connsiteY70543" fmla="*/ 1814373 h 2398711"/>
              <a:gd name="connsiteX70544" fmla="*/ 479906 w 2119654"/>
              <a:gd name="connsiteY70544" fmla="*/ 1815272 h 2398711"/>
              <a:gd name="connsiteX70545" fmla="*/ 482911 w 2119654"/>
              <a:gd name="connsiteY70545" fmla="*/ 1815854 h 2398711"/>
              <a:gd name="connsiteX70546" fmla="*/ 483084 w 2119654"/>
              <a:gd name="connsiteY70546" fmla="*/ 1815286 h 2398711"/>
              <a:gd name="connsiteX70547" fmla="*/ 480167 w 2119654"/>
              <a:gd name="connsiteY70547" fmla="*/ 1814368 h 2398711"/>
              <a:gd name="connsiteX70548" fmla="*/ 476588 w 2119654"/>
              <a:gd name="connsiteY70548" fmla="*/ 1821472 h 2398711"/>
              <a:gd name="connsiteX70549" fmla="*/ 476754 w 2119654"/>
              <a:gd name="connsiteY70549" fmla="*/ 1822467 h 2398711"/>
              <a:gd name="connsiteX70550" fmla="*/ 477653 w 2119654"/>
              <a:gd name="connsiteY70550" fmla="*/ 1822124 h 2398711"/>
              <a:gd name="connsiteX70551" fmla="*/ 470445 w 2119654"/>
              <a:gd name="connsiteY70551" fmla="*/ 1835175 h 2398711"/>
              <a:gd name="connsiteX70552" fmla="*/ 470566 w 2119654"/>
              <a:gd name="connsiteY70552" fmla="*/ 1835695 h 2398711"/>
              <a:gd name="connsiteX70553" fmla="*/ 470619 w 2119654"/>
              <a:gd name="connsiteY70553" fmla="*/ 1835734 h 2398711"/>
              <a:gd name="connsiteX70554" fmla="*/ 471470 w 2119654"/>
              <a:gd name="connsiteY70554" fmla="*/ 1836087 h 2398711"/>
              <a:gd name="connsiteX70555" fmla="*/ 477948 w 2119654"/>
              <a:gd name="connsiteY70555" fmla="*/ 1818275 h 2398711"/>
              <a:gd name="connsiteX70556" fmla="*/ 478103 w 2119654"/>
              <a:gd name="connsiteY70556" fmla="*/ 1818369 h 2398711"/>
              <a:gd name="connsiteX70557" fmla="*/ 478105 w 2119654"/>
              <a:gd name="connsiteY70557" fmla="*/ 1818255 h 2398711"/>
              <a:gd name="connsiteX70558" fmla="*/ 441761 w 2119654"/>
              <a:gd name="connsiteY70558" fmla="*/ 1899186 h 2398711"/>
              <a:gd name="connsiteX70559" fmla="*/ 441812 w 2119654"/>
              <a:gd name="connsiteY70559" fmla="*/ 1899669 h 2398711"/>
              <a:gd name="connsiteX70560" fmla="*/ 444331 w 2119654"/>
              <a:gd name="connsiteY70560" fmla="*/ 1900167 h 2398711"/>
              <a:gd name="connsiteX70561" fmla="*/ 444952 w 2119654"/>
              <a:gd name="connsiteY70561" fmla="*/ 1900073 h 2398711"/>
              <a:gd name="connsiteX70562" fmla="*/ 440358 w 2119654"/>
              <a:gd name="connsiteY70562" fmla="*/ 1902059 h 2398711"/>
              <a:gd name="connsiteX70563" fmla="*/ 441716 w 2119654"/>
              <a:gd name="connsiteY70563" fmla="*/ 1902682 h 2398711"/>
              <a:gd name="connsiteX70564" fmla="*/ 441631 w 2119654"/>
              <a:gd name="connsiteY70564" fmla="*/ 1901887 h 2398711"/>
              <a:gd name="connsiteX70565" fmla="*/ 1079324 w 2119654"/>
              <a:gd name="connsiteY70565" fmla="*/ 470649 h 2398711"/>
              <a:gd name="connsiteX70566" fmla="*/ 1079052 w 2119654"/>
              <a:gd name="connsiteY70566" fmla="*/ 471836 h 2398711"/>
              <a:gd name="connsiteX70567" fmla="*/ 1079077 w 2119654"/>
              <a:gd name="connsiteY70567" fmla="*/ 471954 h 2398711"/>
              <a:gd name="connsiteX70568" fmla="*/ 1079593 w 2119654"/>
              <a:gd name="connsiteY70568" fmla="*/ 471206 h 2398711"/>
              <a:gd name="connsiteX70569" fmla="*/ 1079557 w 2119654"/>
              <a:gd name="connsiteY70569" fmla="*/ 469634 h 2398711"/>
              <a:gd name="connsiteX70570" fmla="*/ 1079464 w 2119654"/>
              <a:gd name="connsiteY70570" fmla="*/ 470038 h 2398711"/>
              <a:gd name="connsiteX70571" fmla="*/ 1079850 w 2119654"/>
              <a:gd name="connsiteY70571" fmla="*/ 470835 h 2398711"/>
              <a:gd name="connsiteX70572" fmla="*/ 1079923 w 2119654"/>
              <a:gd name="connsiteY70572" fmla="*/ 470729 h 2398711"/>
              <a:gd name="connsiteX70573" fmla="*/ 1080967 w 2119654"/>
              <a:gd name="connsiteY70573" fmla="*/ 468328 h 2398711"/>
              <a:gd name="connsiteX70574" fmla="*/ 1080617 w 2119654"/>
              <a:gd name="connsiteY70574" fmla="*/ 467538 h 2398711"/>
              <a:gd name="connsiteX70575" fmla="*/ 1077794 w 2119654"/>
              <a:gd name="connsiteY70575" fmla="*/ 473116 h 2398711"/>
              <a:gd name="connsiteX70576" fmla="*/ 1078088 w 2119654"/>
              <a:gd name="connsiteY70576" fmla="*/ 473290 h 2398711"/>
              <a:gd name="connsiteX70577" fmla="*/ 1078142 w 2119654"/>
              <a:gd name="connsiteY70577" fmla="*/ 473049 h 2398711"/>
              <a:gd name="connsiteX70578" fmla="*/ 1078049 w 2119654"/>
              <a:gd name="connsiteY70578" fmla="*/ 472613 h 2398711"/>
              <a:gd name="connsiteX70579" fmla="*/ 1076882 w 2119654"/>
              <a:gd name="connsiteY70579" fmla="*/ 474918 h 2398711"/>
              <a:gd name="connsiteX70580" fmla="*/ 1077165 w 2119654"/>
              <a:gd name="connsiteY70580" fmla="*/ 475519 h 2398711"/>
              <a:gd name="connsiteX70581" fmla="*/ 1077178 w 2119654"/>
              <a:gd name="connsiteY70581" fmla="*/ 475527 h 2398711"/>
              <a:gd name="connsiteX70582" fmla="*/ 1077881 w 2119654"/>
              <a:gd name="connsiteY70582" fmla="*/ 474190 h 2398711"/>
              <a:gd name="connsiteX70583" fmla="*/ 1077913 w 2119654"/>
              <a:gd name="connsiteY70583" fmla="*/ 474053 h 2398711"/>
              <a:gd name="connsiteX70584" fmla="*/ 1077457 w 2119654"/>
              <a:gd name="connsiteY70584" fmla="*/ 473783 h 2398711"/>
              <a:gd name="connsiteX70585" fmla="*/ 1075521 w 2119654"/>
              <a:gd name="connsiteY70585" fmla="*/ 477610 h 2398711"/>
              <a:gd name="connsiteX70586" fmla="*/ 1075868 w 2119654"/>
              <a:gd name="connsiteY70586" fmla="*/ 478017 h 2398711"/>
              <a:gd name="connsiteX70587" fmla="*/ 1076160 w 2119654"/>
              <a:gd name="connsiteY70587" fmla="*/ 477462 h 2398711"/>
              <a:gd name="connsiteX70588" fmla="*/ 1075736 w 2119654"/>
              <a:gd name="connsiteY70588" fmla="*/ 477185 h 2398711"/>
              <a:gd name="connsiteX70589" fmla="*/ 1075239 w 2119654"/>
              <a:gd name="connsiteY70589" fmla="*/ 478166 h 2398711"/>
              <a:gd name="connsiteX70590" fmla="*/ 1075563 w 2119654"/>
              <a:gd name="connsiteY70590" fmla="*/ 478596 h 2398711"/>
              <a:gd name="connsiteX70591" fmla="*/ 1075626 w 2119654"/>
              <a:gd name="connsiteY70591" fmla="*/ 478476 h 2398711"/>
              <a:gd name="connsiteX70592" fmla="*/ 1075288 w 2119654"/>
              <a:gd name="connsiteY70592" fmla="*/ 478070 h 2398711"/>
              <a:gd name="connsiteX70593" fmla="*/ 441530 w 2119654"/>
              <a:gd name="connsiteY70593" fmla="*/ 1897021 h 2398711"/>
              <a:gd name="connsiteX70594" fmla="*/ 441746 w 2119654"/>
              <a:gd name="connsiteY70594" fmla="*/ 1899045 h 2398711"/>
              <a:gd name="connsiteX70595" fmla="*/ 445453 w 2119654"/>
              <a:gd name="connsiteY70595" fmla="*/ 1899997 h 2398711"/>
              <a:gd name="connsiteX70596" fmla="*/ 451214 w 2119654"/>
              <a:gd name="connsiteY70596" fmla="*/ 1899119 h 2398711"/>
              <a:gd name="connsiteX70597" fmla="*/ 451268 w 2119654"/>
              <a:gd name="connsiteY70597" fmla="*/ 1897766 h 2398711"/>
              <a:gd name="connsiteX70598" fmla="*/ 451319 w 2119654"/>
              <a:gd name="connsiteY70598" fmla="*/ 1897144 h 2398711"/>
              <a:gd name="connsiteX70599" fmla="*/ 455219 w 2119654"/>
              <a:gd name="connsiteY70599" fmla="*/ 1866246 h 2398711"/>
              <a:gd name="connsiteX70600" fmla="*/ 455158 w 2119654"/>
              <a:gd name="connsiteY70600" fmla="*/ 1866992 h 2398711"/>
              <a:gd name="connsiteX70601" fmla="*/ 456152 w 2119654"/>
              <a:gd name="connsiteY70601" fmla="*/ 1867693 h 2398711"/>
              <a:gd name="connsiteX70602" fmla="*/ 458461 w 2119654"/>
              <a:gd name="connsiteY70602" fmla="*/ 1867628 h 2398711"/>
              <a:gd name="connsiteX70603" fmla="*/ 463010 w 2119654"/>
              <a:gd name="connsiteY70603" fmla="*/ 1866196 h 2398711"/>
              <a:gd name="connsiteX70604" fmla="*/ 459694 w 2119654"/>
              <a:gd name="connsiteY70604" fmla="*/ 1864863 h 2398711"/>
              <a:gd name="connsiteX70605" fmla="*/ 1080235 w 2119654"/>
              <a:gd name="connsiteY70605" fmla="*/ 466674 h 2398711"/>
              <a:gd name="connsiteX70606" fmla="*/ 1080192 w 2119654"/>
              <a:gd name="connsiteY70606" fmla="*/ 466859 h 2398711"/>
              <a:gd name="connsiteX70607" fmla="*/ 1080259 w 2119654"/>
              <a:gd name="connsiteY70607" fmla="*/ 466727 h 2398711"/>
              <a:gd name="connsiteX70608" fmla="*/ 427973 w 2119654"/>
              <a:gd name="connsiteY70608" fmla="*/ 1927080 h 2398711"/>
              <a:gd name="connsiteX70609" fmla="*/ 429841 w 2119654"/>
              <a:gd name="connsiteY70609" fmla="*/ 1927975 h 2398711"/>
              <a:gd name="connsiteX70610" fmla="*/ 438004 w 2119654"/>
              <a:gd name="connsiteY70610" fmla="*/ 1928138 h 2398711"/>
              <a:gd name="connsiteX70611" fmla="*/ 470552 w 2119654"/>
              <a:gd name="connsiteY70611" fmla="*/ 1831639 h 2398711"/>
              <a:gd name="connsiteX70612" fmla="*/ 471040 w 2119654"/>
              <a:gd name="connsiteY70612" fmla="*/ 1832072 h 2398711"/>
              <a:gd name="connsiteX70613" fmla="*/ 471581 w 2119654"/>
              <a:gd name="connsiteY70613" fmla="*/ 1832192 h 2398711"/>
              <a:gd name="connsiteX70614" fmla="*/ 471833 w 2119654"/>
              <a:gd name="connsiteY70614" fmla="*/ 1832217 h 2398711"/>
              <a:gd name="connsiteX70615" fmla="*/ 471970 w 2119654"/>
              <a:gd name="connsiteY70615" fmla="*/ 1832067 h 2398711"/>
              <a:gd name="connsiteX70616" fmla="*/ 471229 w 2119654"/>
              <a:gd name="connsiteY70616" fmla="*/ 1831599 h 2398711"/>
              <a:gd name="connsiteX70617" fmla="*/ 1071492 w 2119654"/>
              <a:gd name="connsiteY70617" fmla="*/ 485569 h 2398711"/>
              <a:gd name="connsiteX70618" fmla="*/ 1071780 w 2119654"/>
              <a:gd name="connsiteY70618" fmla="*/ 485782 h 2398711"/>
              <a:gd name="connsiteX70619" fmla="*/ 1074974 w 2119654"/>
              <a:gd name="connsiteY70619" fmla="*/ 479714 h 2398711"/>
              <a:gd name="connsiteX70620" fmla="*/ 1074663 w 2119654"/>
              <a:gd name="connsiteY70620" fmla="*/ 479303 h 2398711"/>
              <a:gd name="connsiteX70621" fmla="*/ 1111331 w 2119654"/>
              <a:gd name="connsiteY70621" fmla="*/ 396161 h 2398711"/>
              <a:gd name="connsiteX70622" fmla="*/ 1111771 w 2119654"/>
              <a:gd name="connsiteY70622" fmla="*/ 404462 h 2398711"/>
              <a:gd name="connsiteX70623" fmla="*/ 1111877 w 2119654"/>
              <a:gd name="connsiteY70623" fmla="*/ 404536 h 2398711"/>
              <a:gd name="connsiteX70624" fmla="*/ 1113052 w 2119654"/>
              <a:gd name="connsiteY70624" fmla="*/ 402289 h 2398711"/>
              <a:gd name="connsiteX70625" fmla="*/ 1069665 w 2119654"/>
              <a:gd name="connsiteY70625" fmla="*/ 489179 h 2398711"/>
              <a:gd name="connsiteX70626" fmla="*/ 1069811 w 2119654"/>
              <a:gd name="connsiteY70626" fmla="*/ 489524 h 2398711"/>
              <a:gd name="connsiteX70627" fmla="*/ 1070667 w 2119654"/>
              <a:gd name="connsiteY70627" fmla="*/ 487897 h 2398711"/>
              <a:gd name="connsiteX70628" fmla="*/ 1070416 w 2119654"/>
              <a:gd name="connsiteY70628" fmla="*/ 487695 h 2398711"/>
              <a:gd name="connsiteX70629" fmla="*/ 1093988 w 2119654"/>
              <a:gd name="connsiteY70629" fmla="*/ 434644 h 2398711"/>
              <a:gd name="connsiteX70630" fmla="*/ 1095397 w 2119654"/>
              <a:gd name="connsiteY70630" fmla="*/ 436813 h 2398711"/>
              <a:gd name="connsiteX70631" fmla="*/ 1097552 w 2119654"/>
              <a:gd name="connsiteY70631" fmla="*/ 432555 h 2398711"/>
              <a:gd name="connsiteX70632" fmla="*/ 1097311 w 2119654"/>
              <a:gd name="connsiteY70632" fmla="*/ 431927 h 2398711"/>
              <a:gd name="connsiteX70633" fmla="*/ 1097033 w 2119654"/>
              <a:gd name="connsiteY70633" fmla="*/ 431694 h 2398711"/>
              <a:gd name="connsiteX70634" fmla="*/ 472901 w 2119654"/>
              <a:gd name="connsiteY70634" fmla="*/ 1825248 h 2398711"/>
              <a:gd name="connsiteX70635" fmla="*/ 473190 w 2119654"/>
              <a:gd name="connsiteY70635" fmla="*/ 1825426 h 2398711"/>
              <a:gd name="connsiteX70636" fmla="*/ 473228 w 2119654"/>
              <a:gd name="connsiteY70636" fmla="*/ 1825428 h 2398711"/>
              <a:gd name="connsiteX70637" fmla="*/ 473184 w 2119654"/>
              <a:gd name="connsiteY70637" fmla="*/ 1825163 h 2398711"/>
              <a:gd name="connsiteX70638" fmla="*/ 459248 w 2119654"/>
              <a:gd name="connsiteY70638" fmla="*/ 1855762 h 2398711"/>
              <a:gd name="connsiteX70639" fmla="*/ 459757 w 2119654"/>
              <a:gd name="connsiteY70639" fmla="*/ 1856016 h 2398711"/>
              <a:gd name="connsiteX70640" fmla="*/ 462081 w 2119654"/>
              <a:gd name="connsiteY70640" fmla="*/ 1855801 h 2398711"/>
              <a:gd name="connsiteX70641" fmla="*/ 1068168 w 2119654"/>
              <a:gd name="connsiteY70641" fmla="*/ 492139 h 2398711"/>
              <a:gd name="connsiteX70642" fmla="*/ 1068301 w 2119654"/>
              <a:gd name="connsiteY70642" fmla="*/ 492393 h 2398711"/>
              <a:gd name="connsiteX70643" fmla="*/ 1068417 w 2119654"/>
              <a:gd name="connsiteY70643" fmla="*/ 492173 h 2398711"/>
              <a:gd name="connsiteX70644" fmla="*/ 1068212 w 2119654"/>
              <a:gd name="connsiteY70644" fmla="*/ 492051 h 2398711"/>
              <a:gd name="connsiteX70645" fmla="*/ 1078373 w 2119654"/>
              <a:gd name="connsiteY70645" fmla="*/ 468681 h 2398711"/>
              <a:gd name="connsiteX70646" fmla="*/ 1078641 w 2119654"/>
              <a:gd name="connsiteY70646" fmla="*/ 469924 h 2398711"/>
              <a:gd name="connsiteX70647" fmla="*/ 1078811 w 2119654"/>
              <a:gd name="connsiteY70647" fmla="*/ 469588 h 2398711"/>
              <a:gd name="connsiteX70648" fmla="*/ 455468 w 2119654"/>
              <a:gd name="connsiteY70648" fmla="*/ 1863165 h 2398711"/>
              <a:gd name="connsiteX70649" fmla="*/ 455263 w 2119654"/>
              <a:gd name="connsiteY70649" fmla="*/ 1865708 h 2398711"/>
              <a:gd name="connsiteX70650" fmla="*/ 458956 w 2119654"/>
              <a:gd name="connsiteY70650" fmla="*/ 1864566 h 2398711"/>
              <a:gd name="connsiteX70651" fmla="*/ 1095920 w 2119654"/>
              <a:gd name="connsiteY70651" fmla="*/ 428914 h 2398711"/>
              <a:gd name="connsiteX70652" fmla="*/ 1096263 w 2119654"/>
              <a:gd name="connsiteY70652" fmla="*/ 429201 h 2398711"/>
              <a:gd name="connsiteX70653" fmla="*/ 1096083 w 2119654"/>
              <a:gd name="connsiteY70653" fmla="*/ 428732 h 2398711"/>
              <a:gd name="connsiteX70654" fmla="*/ 477046 w 2119654"/>
              <a:gd name="connsiteY70654" fmla="*/ 1814435 h 2398711"/>
              <a:gd name="connsiteX70655" fmla="*/ 478166 w 2119654"/>
              <a:gd name="connsiteY70655" fmla="*/ 1814795 h 2398711"/>
              <a:gd name="connsiteX70656" fmla="*/ 478173 w 2119654"/>
              <a:gd name="connsiteY70656" fmla="*/ 1814411 h 2398711"/>
              <a:gd name="connsiteX70657" fmla="*/ 475838 w 2119654"/>
              <a:gd name="connsiteY70657" fmla="*/ 1816984 h 2398711"/>
              <a:gd name="connsiteX70658" fmla="*/ 475840 w 2119654"/>
              <a:gd name="connsiteY70658" fmla="*/ 1816985 h 2398711"/>
              <a:gd name="connsiteX70659" fmla="*/ 477780 w 2119654"/>
              <a:gd name="connsiteY70659" fmla="*/ 1818172 h 2398711"/>
              <a:gd name="connsiteX70660" fmla="*/ 478107 w 2119654"/>
              <a:gd name="connsiteY70660" fmla="*/ 1818125 h 2398711"/>
              <a:gd name="connsiteX70661" fmla="*/ 478108 w 2119654"/>
              <a:gd name="connsiteY70661" fmla="*/ 1818085 h 2398711"/>
              <a:gd name="connsiteX70662" fmla="*/ 476607 w 2119654"/>
              <a:gd name="connsiteY70662" fmla="*/ 1817231 h 2398711"/>
              <a:gd name="connsiteX70663" fmla="*/ 475840 w 2119654"/>
              <a:gd name="connsiteY70663" fmla="*/ 1816985 h 2398711"/>
              <a:gd name="connsiteX70664" fmla="*/ 475838 w 2119654"/>
              <a:gd name="connsiteY70664" fmla="*/ 1816984 h 2398711"/>
              <a:gd name="connsiteX70665" fmla="*/ 1095342 w 2119654"/>
              <a:gd name="connsiteY70665" fmla="*/ 429558 h 2398711"/>
              <a:gd name="connsiteX70666" fmla="*/ 1096904 w 2119654"/>
              <a:gd name="connsiteY70666" fmla="*/ 430867 h 2398711"/>
              <a:gd name="connsiteX70667" fmla="*/ 1096569 w 2119654"/>
              <a:gd name="connsiteY70667" fmla="*/ 429993 h 2398711"/>
              <a:gd name="connsiteX70668" fmla="*/ 1095645 w 2119654"/>
              <a:gd name="connsiteY70668" fmla="*/ 429220 h 2398711"/>
              <a:gd name="connsiteX70669" fmla="*/ 1074431 w 2119654"/>
              <a:gd name="connsiteY70669" fmla="*/ 476336 h 2398711"/>
              <a:gd name="connsiteX70670" fmla="*/ 1075037 w 2119654"/>
              <a:gd name="connsiteY70670" fmla="*/ 477045 h 2398711"/>
              <a:gd name="connsiteX70671" fmla="*/ 1075157 w 2119654"/>
              <a:gd name="connsiteY70671" fmla="*/ 476809 h 2398711"/>
              <a:gd name="connsiteX70672" fmla="*/ 1075927 w 2119654"/>
              <a:gd name="connsiteY70672" fmla="*/ 472875 h 2398711"/>
              <a:gd name="connsiteX70673" fmla="*/ 1076514 w 2119654"/>
              <a:gd name="connsiteY70673" fmla="*/ 474128 h 2398711"/>
              <a:gd name="connsiteX70674" fmla="*/ 1076865 w 2119654"/>
              <a:gd name="connsiteY70674" fmla="*/ 473432 h 2398711"/>
              <a:gd name="connsiteX70675" fmla="*/ 469484 w 2119654"/>
              <a:gd name="connsiteY70675" fmla="*/ 1830691 h 2398711"/>
              <a:gd name="connsiteX70676" fmla="*/ 469895 w 2119654"/>
              <a:gd name="connsiteY70676" fmla="*/ 1831057 h 2398711"/>
              <a:gd name="connsiteX70677" fmla="*/ 470332 w 2119654"/>
              <a:gd name="connsiteY70677" fmla="*/ 1831031 h 2398711"/>
              <a:gd name="connsiteX70678" fmla="*/ 470072 w 2119654"/>
              <a:gd name="connsiteY70678" fmla="*/ 1830867 h 2398711"/>
              <a:gd name="connsiteX70679" fmla="*/ 441198 w 2119654"/>
              <a:gd name="connsiteY70679" fmla="*/ 1893906 h 2398711"/>
              <a:gd name="connsiteX70680" fmla="*/ 441453 w 2119654"/>
              <a:gd name="connsiteY70680" fmla="*/ 1896299 h 2398711"/>
              <a:gd name="connsiteX70681" fmla="*/ 451377 w 2119654"/>
              <a:gd name="connsiteY70681" fmla="*/ 1896424 h 2398711"/>
              <a:gd name="connsiteX70682" fmla="*/ 451636 w 2119654"/>
              <a:gd name="connsiteY70682" fmla="*/ 1893227 h 2398711"/>
              <a:gd name="connsiteX70683" fmla="*/ 1073983 w 2119654"/>
              <a:gd name="connsiteY70683" fmla="*/ 476501 h 2398711"/>
              <a:gd name="connsiteX70684" fmla="*/ 1074779 w 2119654"/>
              <a:gd name="connsiteY70684" fmla="*/ 477556 h 2398711"/>
              <a:gd name="connsiteX70685" fmla="*/ 1074810 w 2119654"/>
              <a:gd name="connsiteY70685" fmla="*/ 477494 h 2398711"/>
              <a:gd name="connsiteX70686" fmla="*/ 456097 w 2119654"/>
              <a:gd name="connsiteY70686" fmla="*/ 1860026 h 2398711"/>
              <a:gd name="connsiteX70687" fmla="*/ 455574 w 2119654"/>
              <a:gd name="connsiteY70687" fmla="*/ 1861847 h 2398711"/>
              <a:gd name="connsiteX70688" fmla="*/ 455494 w 2119654"/>
              <a:gd name="connsiteY70688" fmla="*/ 1862845 h 2398711"/>
              <a:gd name="connsiteX70689" fmla="*/ 459419 w 2119654"/>
              <a:gd name="connsiteY70689" fmla="*/ 1864423 h 2398711"/>
              <a:gd name="connsiteX70690" fmla="*/ 464844 w 2119654"/>
              <a:gd name="connsiteY70690" fmla="*/ 1862746 h 2398711"/>
              <a:gd name="connsiteX70691" fmla="*/ 459561 w 2119654"/>
              <a:gd name="connsiteY70691" fmla="*/ 1860098 h 2398711"/>
              <a:gd name="connsiteX70692" fmla="*/ 456515 w 2119654"/>
              <a:gd name="connsiteY70692" fmla="*/ 1858571 h 2398711"/>
              <a:gd name="connsiteX70693" fmla="*/ 456315 w 2119654"/>
              <a:gd name="connsiteY70693" fmla="*/ 1859266 h 2398711"/>
              <a:gd name="connsiteX70694" fmla="*/ 457970 w 2119654"/>
              <a:gd name="connsiteY70694" fmla="*/ 1859300 h 2398711"/>
              <a:gd name="connsiteX70695" fmla="*/ 1067359 w 2119654"/>
              <a:gd name="connsiteY70695" fmla="*/ 490596 h 2398711"/>
              <a:gd name="connsiteX70696" fmla="*/ 1067576 w 2119654"/>
              <a:gd name="connsiteY70696" fmla="*/ 491009 h 2398711"/>
              <a:gd name="connsiteX70697" fmla="*/ 1067698 w 2119654"/>
              <a:gd name="connsiteY70697" fmla="*/ 491079 h 2398711"/>
              <a:gd name="connsiteX70698" fmla="*/ 472628 w 2119654"/>
              <a:gd name="connsiteY70698" fmla="*/ 1822248 h 2398711"/>
              <a:gd name="connsiteX70699" fmla="*/ 472625 w 2119654"/>
              <a:gd name="connsiteY70699" fmla="*/ 1824042 h 2398711"/>
              <a:gd name="connsiteX70700" fmla="*/ 472974 w 2119654"/>
              <a:gd name="connsiteY70700" fmla="*/ 1823909 h 2398711"/>
              <a:gd name="connsiteX70701" fmla="*/ 472702 w 2119654"/>
              <a:gd name="connsiteY70701" fmla="*/ 1822280 h 2398711"/>
              <a:gd name="connsiteX70702" fmla="*/ 455722 w 2119654"/>
              <a:gd name="connsiteY70702" fmla="*/ 1860018 h 2398711"/>
              <a:gd name="connsiteX70703" fmla="*/ 455651 w 2119654"/>
              <a:gd name="connsiteY70703" fmla="*/ 1860897 h 2398711"/>
              <a:gd name="connsiteX70704" fmla="*/ 455902 w 2119654"/>
              <a:gd name="connsiteY70704" fmla="*/ 1860021 h 2398711"/>
              <a:gd name="connsiteX70705" fmla="*/ 416692 w 2119654"/>
              <a:gd name="connsiteY70705" fmla="*/ 1947403 h 2398711"/>
              <a:gd name="connsiteX70706" fmla="*/ 432205 w 2119654"/>
              <a:gd name="connsiteY70706" fmla="*/ 1952988 h 2398711"/>
              <a:gd name="connsiteX70707" fmla="*/ 449042 w 2119654"/>
              <a:gd name="connsiteY70707" fmla="*/ 1953195 h 2398711"/>
              <a:gd name="connsiteX70708" fmla="*/ 449198 w 2119654"/>
              <a:gd name="connsiteY70708" fmla="*/ 1949326 h 2398711"/>
              <a:gd name="connsiteX70709" fmla="*/ 1093523 w 2119654"/>
              <a:gd name="connsiteY70709" fmla="*/ 431586 h 2398711"/>
              <a:gd name="connsiteX70710" fmla="*/ 1093828 w 2119654"/>
              <a:gd name="connsiteY70710" fmla="*/ 434023 h 2398711"/>
              <a:gd name="connsiteX70711" fmla="*/ 1096604 w 2119654"/>
              <a:gd name="connsiteY70711" fmla="*/ 431334 h 2398711"/>
              <a:gd name="connsiteX70712" fmla="*/ 1094973 w 2119654"/>
              <a:gd name="connsiteY70712" fmla="*/ 429969 h 2398711"/>
              <a:gd name="connsiteX70713" fmla="*/ 1118068 w 2119654"/>
              <a:gd name="connsiteY70713" fmla="*/ 376453 h 2398711"/>
              <a:gd name="connsiteX70714" fmla="*/ 1118494 w 2119654"/>
              <a:gd name="connsiteY70714" fmla="*/ 384495 h 2398711"/>
              <a:gd name="connsiteX70715" fmla="*/ 1120566 w 2119654"/>
              <a:gd name="connsiteY70715" fmla="*/ 387923 h 2398711"/>
              <a:gd name="connsiteX70716" fmla="*/ 1124108 w 2119654"/>
              <a:gd name="connsiteY70716" fmla="*/ 381154 h 2398711"/>
              <a:gd name="connsiteX70717" fmla="*/ 455866 w 2119654"/>
              <a:gd name="connsiteY70717" fmla="*/ 1858246 h 2398711"/>
              <a:gd name="connsiteX70718" fmla="*/ 455784 w 2119654"/>
              <a:gd name="connsiteY70718" fmla="*/ 1859254 h 2398711"/>
              <a:gd name="connsiteX70719" fmla="*/ 456120 w 2119654"/>
              <a:gd name="connsiteY70719" fmla="*/ 1859262 h 2398711"/>
              <a:gd name="connsiteX70720" fmla="*/ 456343 w 2119654"/>
              <a:gd name="connsiteY70720" fmla="*/ 1858485 h 2398711"/>
              <a:gd name="connsiteX70721" fmla="*/ 1111065 w 2119654"/>
              <a:gd name="connsiteY70721" fmla="*/ 391118 h 2398711"/>
              <a:gd name="connsiteX70722" fmla="*/ 1111253 w 2119654"/>
              <a:gd name="connsiteY70722" fmla="*/ 394677 h 2398711"/>
              <a:gd name="connsiteX70723" fmla="*/ 1113272 w 2119654"/>
              <a:gd name="connsiteY70723" fmla="*/ 401869 h 2398711"/>
              <a:gd name="connsiteX70724" fmla="*/ 1115013 w 2119654"/>
              <a:gd name="connsiteY70724" fmla="*/ 398540 h 2398711"/>
              <a:gd name="connsiteX70725" fmla="*/ 440939 w 2119654"/>
              <a:gd name="connsiteY70725" fmla="*/ 1891472 h 2398711"/>
              <a:gd name="connsiteX70726" fmla="*/ 441136 w 2119654"/>
              <a:gd name="connsiteY70726" fmla="*/ 1893323 h 2398711"/>
              <a:gd name="connsiteX70727" fmla="*/ 449000 w 2119654"/>
              <a:gd name="connsiteY70727" fmla="*/ 1892649 h 2398711"/>
              <a:gd name="connsiteX70728" fmla="*/ 1068346 w 2119654"/>
              <a:gd name="connsiteY70728" fmla="*/ 486037 h 2398711"/>
              <a:gd name="connsiteX70729" fmla="*/ 1069317 w 2119654"/>
              <a:gd name="connsiteY70729" fmla="*/ 488348 h 2398711"/>
              <a:gd name="connsiteX70730" fmla="*/ 1069869 w 2119654"/>
              <a:gd name="connsiteY70730" fmla="*/ 487257 h 2398711"/>
              <a:gd name="connsiteX70731" fmla="*/ 458706 w 2119654"/>
              <a:gd name="connsiteY70731" fmla="*/ 1850933 h 2398711"/>
              <a:gd name="connsiteX70732" fmla="*/ 457675 w 2119654"/>
              <a:gd name="connsiteY70732" fmla="*/ 1854525 h 2398711"/>
              <a:gd name="connsiteX70733" fmla="*/ 463086 w 2119654"/>
              <a:gd name="connsiteY70733" fmla="*/ 1855092 h 2398711"/>
              <a:gd name="connsiteX70734" fmla="*/ 468034 w 2119654"/>
              <a:gd name="connsiteY70734" fmla="*/ 1854743 h 2398711"/>
              <a:gd name="connsiteX70735" fmla="*/ 466664 w 2119654"/>
              <a:gd name="connsiteY70735" fmla="*/ 1853593 h 2398711"/>
              <a:gd name="connsiteX70736" fmla="*/ 440843 w 2119654"/>
              <a:gd name="connsiteY70736" fmla="*/ 1890578 h 2398711"/>
              <a:gd name="connsiteX70737" fmla="*/ 440912 w 2119654"/>
              <a:gd name="connsiteY70737" fmla="*/ 1891217 h 2398711"/>
              <a:gd name="connsiteX70738" fmla="*/ 450081 w 2119654"/>
              <a:gd name="connsiteY70738" fmla="*/ 1892557 h 2398711"/>
              <a:gd name="connsiteX70739" fmla="*/ 451235 w 2119654"/>
              <a:gd name="connsiteY70739" fmla="*/ 1892458 h 2398711"/>
              <a:gd name="connsiteX70740" fmla="*/ 446279 w 2119654"/>
              <a:gd name="connsiteY70740" fmla="*/ 1890507 h 2398711"/>
              <a:gd name="connsiteX70741" fmla="*/ 444628 w 2119654"/>
              <a:gd name="connsiteY70741" fmla="*/ 1890041 h 2398711"/>
              <a:gd name="connsiteX70742" fmla="*/ 443294 w 2119654"/>
              <a:gd name="connsiteY70742" fmla="*/ 1889923 h 2398711"/>
              <a:gd name="connsiteX70743" fmla="*/ 459183 w 2119654"/>
              <a:gd name="connsiteY70743" fmla="*/ 1849270 h 2398711"/>
              <a:gd name="connsiteX70744" fmla="*/ 458992 w 2119654"/>
              <a:gd name="connsiteY70744" fmla="*/ 1849933 h 2398711"/>
              <a:gd name="connsiteX70745" fmla="*/ 464499 w 2119654"/>
              <a:gd name="connsiteY70745" fmla="*/ 1851773 h 2398711"/>
              <a:gd name="connsiteX70746" fmla="*/ 464457 w 2119654"/>
              <a:gd name="connsiteY70746" fmla="*/ 1851738 h 2398711"/>
              <a:gd name="connsiteX70747" fmla="*/ 460366 w 2119654"/>
              <a:gd name="connsiteY70747" fmla="*/ 1849586 h 2398711"/>
              <a:gd name="connsiteX70748" fmla="*/ 459796 w 2119654"/>
              <a:gd name="connsiteY70748" fmla="*/ 1849420 h 2398711"/>
              <a:gd name="connsiteX70749" fmla="*/ 459763 w 2119654"/>
              <a:gd name="connsiteY70749" fmla="*/ 1849373 h 2398711"/>
              <a:gd name="connsiteX70750" fmla="*/ 459259 w 2119654"/>
              <a:gd name="connsiteY70750" fmla="*/ 1849005 h 2398711"/>
              <a:gd name="connsiteX70751" fmla="*/ 459221 w 2119654"/>
              <a:gd name="connsiteY70751" fmla="*/ 1849134 h 2398711"/>
              <a:gd name="connsiteX70752" fmla="*/ 459634 w 2119654"/>
              <a:gd name="connsiteY70752" fmla="*/ 1849202 h 2398711"/>
              <a:gd name="connsiteX70753" fmla="*/ 440750 w 2119654"/>
              <a:gd name="connsiteY70753" fmla="*/ 1889698 h 2398711"/>
              <a:gd name="connsiteX70754" fmla="*/ 440762 w 2119654"/>
              <a:gd name="connsiteY70754" fmla="*/ 1889811 h 2398711"/>
              <a:gd name="connsiteX70755" fmla="*/ 441076 w 2119654"/>
              <a:gd name="connsiteY70755" fmla="*/ 1889727 h 2398711"/>
              <a:gd name="connsiteX70756" fmla="*/ 471351 w 2119654"/>
              <a:gd name="connsiteY70756" fmla="*/ 1820755 h 2398711"/>
              <a:gd name="connsiteX70757" fmla="*/ 472248 w 2119654"/>
              <a:gd name="connsiteY70757" fmla="*/ 1821144 h 2398711"/>
              <a:gd name="connsiteX70758" fmla="*/ 472248 w 2119654"/>
              <a:gd name="connsiteY70758" fmla="*/ 1821033 h 2398711"/>
              <a:gd name="connsiteX70759" fmla="*/ 471991 w 2119654"/>
              <a:gd name="connsiteY70759" fmla="*/ 1820778 h 2398711"/>
              <a:gd name="connsiteX70760" fmla="*/ 448929 w 2119654"/>
              <a:gd name="connsiteY70760" fmla="*/ 1870917 h 2398711"/>
              <a:gd name="connsiteX70761" fmla="*/ 449916 w 2119654"/>
              <a:gd name="connsiteY70761" fmla="*/ 1870911 h 2398711"/>
              <a:gd name="connsiteX70762" fmla="*/ 449642 w 2119654"/>
              <a:gd name="connsiteY70762" fmla="*/ 1870701 h 2398711"/>
              <a:gd name="connsiteX70763" fmla="*/ 1093126 w 2119654"/>
              <a:gd name="connsiteY70763" fmla="*/ 428422 h 2398711"/>
              <a:gd name="connsiteX70764" fmla="*/ 1093493 w 2119654"/>
              <a:gd name="connsiteY70764" fmla="*/ 431350 h 2398711"/>
              <a:gd name="connsiteX70765" fmla="*/ 1094836 w 2119654"/>
              <a:gd name="connsiteY70765" fmla="*/ 429854 h 2398711"/>
              <a:gd name="connsiteX70766" fmla="*/ 440667 w 2119654"/>
              <a:gd name="connsiteY70766" fmla="*/ 1888923 h 2398711"/>
              <a:gd name="connsiteX70767" fmla="*/ 440725 w 2119654"/>
              <a:gd name="connsiteY70767" fmla="*/ 1889470 h 2398711"/>
              <a:gd name="connsiteX70768" fmla="*/ 441709 w 2119654"/>
              <a:gd name="connsiteY70768" fmla="*/ 1889557 h 2398711"/>
              <a:gd name="connsiteX70769" fmla="*/ 442328 w 2119654"/>
              <a:gd name="connsiteY70769" fmla="*/ 1889392 h 2398711"/>
              <a:gd name="connsiteX70770" fmla="*/ 1110880 w 2119654"/>
              <a:gd name="connsiteY70770" fmla="*/ 387637 h 2398711"/>
              <a:gd name="connsiteX70771" fmla="*/ 1111044 w 2119654"/>
              <a:gd name="connsiteY70771" fmla="*/ 390737 h 2398711"/>
              <a:gd name="connsiteX70772" fmla="*/ 1115104 w 2119654"/>
              <a:gd name="connsiteY70772" fmla="*/ 398367 h 2398711"/>
              <a:gd name="connsiteX70773" fmla="*/ 1116178 w 2119654"/>
              <a:gd name="connsiteY70773" fmla="*/ 396313 h 2398711"/>
              <a:gd name="connsiteX70774" fmla="*/ 1115927 w 2119654"/>
              <a:gd name="connsiteY70774" fmla="*/ 391566 h 2398711"/>
              <a:gd name="connsiteX70775" fmla="*/ 1122197 w 2119654"/>
              <a:gd name="connsiteY70775" fmla="*/ 362187 h 2398711"/>
              <a:gd name="connsiteX70776" fmla="*/ 1127790 w 2119654"/>
              <a:gd name="connsiteY70776" fmla="*/ 371435 h 2398711"/>
              <a:gd name="connsiteX70777" fmla="*/ 1125918 w 2119654"/>
              <a:gd name="connsiteY70777" fmla="*/ 366976 h 2398711"/>
              <a:gd name="connsiteX70778" fmla="*/ 1122664 w 2119654"/>
              <a:gd name="connsiteY70778" fmla="*/ 361257 h 2398711"/>
              <a:gd name="connsiteX70779" fmla="*/ 439319 w 2119654"/>
              <a:gd name="connsiteY70779" fmla="*/ 1890985 h 2398711"/>
              <a:gd name="connsiteX70780" fmla="*/ 440488 w 2119654"/>
              <a:gd name="connsiteY70780" fmla="*/ 1891155 h 2398711"/>
              <a:gd name="connsiteX70781" fmla="*/ 440438 w 2119654"/>
              <a:gd name="connsiteY70781" fmla="*/ 1890686 h 2398711"/>
              <a:gd name="connsiteX70782" fmla="*/ 1085468 w 2119654"/>
              <a:gd name="connsiteY70782" fmla="*/ 443828 h 2398711"/>
              <a:gd name="connsiteX70783" fmla="*/ 1085187 w 2119654"/>
              <a:gd name="connsiteY70783" fmla="*/ 445057 h 2398711"/>
              <a:gd name="connsiteX70784" fmla="*/ 1085929 w 2119654"/>
              <a:gd name="connsiteY70784" fmla="*/ 446166 h 2398711"/>
              <a:gd name="connsiteX70785" fmla="*/ 1085960 w 2119654"/>
              <a:gd name="connsiteY70785" fmla="*/ 444416 h 2398711"/>
              <a:gd name="connsiteX70786" fmla="*/ 1092942 w 2119654"/>
              <a:gd name="connsiteY70786" fmla="*/ 426956 h 2398711"/>
              <a:gd name="connsiteX70787" fmla="*/ 1093024 w 2119654"/>
              <a:gd name="connsiteY70787" fmla="*/ 427617 h 2398711"/>
              <a:gd name="connsiteX70788" fmla="*/ 1095205 w 2119654"/>
              <a:gd name="connsiteY70788" fmla="*/ 429443 h 2398711"/>
              <a:gd name="connsiteX70789" fmla="*/ 1095508 w 2119654"/>
              <a:gd name="connsiteY70789" fmla="*/ 429105 h 2398711"/>
              <a:gd name="connsiteX70790" fmla="*/ 1117790 w 2119654"/>
              <a:gd name="connsiteY70790" fmla="*/ 371182 h 2398711"/>
              <a:gd name="connsiteX70791" fmla="*/ 1117904 w 2119654"/>
              <a:gd name="connsiteY70791" fmla="*/ 373326 h 2398711"/>
              <a:gd name="connsiteX70792" fmla="*/ 1125222 w 2119654"/>
              <a:gd name="connsiteY70792" fmla="*/ 379023 h 2398711"/>
              <a:gd name="connsiteX70793" fmla="*/ 1128205 w 2119654"/>
              <a:gd name="connsiteY70793" fmla="*/ 373321 h 2398711"/>
              <a:gd name="connsiteX70794" fmla="*/ 1121851 w 2119654"/>
              <a:gd name="connsiteY70794" fmla="*/ 362876 h 2398711"/>
              <a:gd name="connsiteX70795" fmla="*/ 1121103 w 2119654"/>
              <a:gd name="connsiteY70795" fmla="*/ 364364 h 2398711"/>
              <a:gd name="connsiteX70796" fmla="*/ 1077015 w 2119654"/>
              <a:gd name="connsiteY70796" fmla="*/ 462374 h 2398711"/>
              <a:gd name="connsiteX70797" fmla="*/ 1078023 w 2119654"/>
              <a:gd name="connsiteY70797" fmla="*/ 467057 h 2398711"/>
              <a:gd name="connsiteX70798" fmla="*/ 1079034 w 2119654"/>
              <a:gd name="connsiteY70798" fmla="*/ 469148 h 2398711"/>
              <a:gd name="connsiteX70799" fmla="*/ 1079037 w 2119654"/>
              <a:gd name="connsiteY70799" fmla="*/ 469142 h 2398711"/>
              <a:gd name="connsiteX70800" fmla="*/ 1079755 w 2119654"/>
              <a:gd name="connsiteY70800" fmla="*/ 466007 h 2398711"/>
              <a:gd name="connsiteX70801" fmla="*/ 1085744 w 2119654"/>
              <a:gd name="connsiteY70801" fmla="*/ 442624 h 2398711"/>
              <a:gd name="connsiteX70802" fmla="*/ 1085545 w 2119654"/>
              <a:gd name="connsiteY70802" fmla="*/ 443489 h 2398711"/>
              <a:gd name="connsiteX70803" fmla="*/ 1085968 w 2119654"/>
              <a:gd name="connsiteY70803" fmla="*/ 443992 h 2398711"/>
              <a:gd name="connsiteX70804" fmla="*/ 1085995 w 2119654"/>
              <a:gd name="connsiteY70804" fmla="*/ 442380 h 2398711"/>
              <a:gd name="connsiteX70805" fmla="*/ 1114517 w 2119654"/>
              <a:gd name="connsiteY70805" fmla="*/ 377918 h 2398711"/>
              <a:gd name="connsiteX70806" fmla="*/ 1115270 w 2119654"/>
              <a:gd name="connsiteY70806" fmla="*/ 379164 h 2398711"/>
              <a:gd name="connsiteX70807" fmla="*/ 1115136 w 2119654"/>
              <a:gd name="connsiteY70807" fmla="*/ 376642 h 2398711"/>
              <a:gd name="connsiteX70808" fmla="*/ 470747 w 2119654"/>
              <a:gd name="connsiteY70808" fmla="*/ 1819155 h 2398711"/>
              <a:gd name="connsiteX70809" fmla="*/ 472193 w 2119654"/>
              <a:gd name="connsiteY70809" fmla="*/ 1820556 h 2398711"/>
              <a:gd name="connsiteX70810" fmla="*/ 472249 w 2119654"/>
              <a:gd name="connsiteY70810" fmla="*/ 1820558 h 2398711"/>
              <a:gd name="connsiteX70811" fmla="*/ 472251 w 2119654"/>
              <a:gd name="connsiteY70811" fmla="*/ 1819581 h 2398711"/>
              <a:gd name="connsiteX70812" fmla="*/ 472151 w 2119654"/>
              <a:gd name="connsiteY70812" fmla="*/ 1818984 h 2398711"/>
              <a:gd name="connsiteX70813" fmla="*/ 1086012 w 2119654"/>
              <a:gd name="connsiteY70813" fmla="*/ 441452 h 2398711"/>
              <a:gd name="connsiteX70814" fmla="*/ 1085972 w 2119654"/>
              <a:gd name="connsiteY70814" fmla="*/ 441629 h 2398711"/>
              <a:gd name="connsiteX70815" fmla="*/ 1086010 w 2119654"/>
              <a:gd name="connsiteY70815" fmla="*/ 441593 h 2398711"/>
              <a:gd name="connsiteX70816" fmla="*/ 1111595 w 2119654"/>
              <a:gd name="connsiteY70816" fmla="*/ 383930 h 2398711"/>
              <a:gd name="connsiteX70817" fmla="*/ 1115739 w 2119654"/>
              <a:gd name="connsiteY70817" fmla="*/ 388025 h 2398711"/>
              <a:gd name="connsiteX70818" fmla="*/ 1115323 w 2119654"/>
              <a:gd name="connsiteY70818" fmla="*/ 380177 h 2398711"/>
              <a:gd name="connsiteX70819" fmla="*/ 1114265 w 2119654"/>
              <a:gd name="connsiteY70819" fmla="*/ 378436 h 2398711"/>
              <a:gd name="connsiteX70820" fmla="*/ 404609 w 2119654"/>
              <a:gd name="connsiteY70820" fmla="*/ 1966894 h 2398711"/>
              <a:gd name="connsiteX70821" fmla="*/ 415113 w 2119654"/>
              <a:gd name="connsiteY70821" fmla="*/ 1967096 h 2398711"/>
              <a:gd name="connsiteX70822" fmla="*/ 412613 w 2119654"/>
              <a:gd name="connsiteY70822" fmla="*/ 1966096 h 2398711"/>
              <a:gd name="connsiteX70823" fmla="*/ 1110880 w 2119654"/>
              <a:gd name="connsiteY70823" fmla="*/ 385399 h 2398711"/>
              <a:gd name="connsiteX70824" fmla="*/ 1115803 w 2119654"/>
              <a:gd name="connsiteY70824" fmla="*/ 389233 h 2398711"/>
              <a:gd name="connsiteX70825" fmla="*/ 1115771 w 2119654"/>
              <a:gd name="connsiteY70825" fmla="*/ 388624 h 2398711"/>
              <a:gd name="connsiteX70826" fmla="*/ 1111409 w 2119654"/>
              <a:gd name="connsiteY70826" fmla="*/ 384313 h 2398711"/>
              <a:gd name="connsiteX70827" fmla="*/ 456516 w 2119654"/>
              <a:gd name="connsiteY70827" fmla="*/ 1850201 h 2398711"/>
              <a:gd name="connsiteX70828" fmla="*/ 456190 w 2119654"/>
              <a:gd name="connsiteY70828" fmla="*/ 1854228 h 2398711"/>
              <a:gd name="connsiteX70829" fmla="*/ 456544 w 2119654"/>
              <a:gd name="connsiteY70829" fmla="*/ 1854407 h 2398711"/>
              <a:gd name="connsiteX70830" fmla="*/ 457485 w 2119654"/>
              <a:gd name="connsiteY70830" fmla="*/ 1854505 h 2398711"/>
              <a:gd name="connsiteX70831" fmla="*/ 458526 w 2119654"/>
              <a:gd name="connsiteY70831" fmla="*/ 1850873 h 2398711"/>
              <a:gd name="connsiteX70832" fmla="*/ 1084540 w 2119654"/>
              <a:gd name="connsiteY70832" fmla="*/ 443789 h 2398711"/>
              <a:gd name="connsiteX70833" fmla="*/ 1084859 w 2119654"/>
              <a:gd name="connsiteY70833" fmla="*/ 444512 h 2398711"/>
              <a:gd name="connsiteX70834" fmla="*/ 1085125 w 2119654"/>
              <a:gd name="connsiteY70834" fmla="*/ 443418 h 2398711"/>
              <a:gd name="connsiteX70835" fmla="*/ 1085034 w 2119654"/>
              <a:gd name="connsiteY70835" fmla="*/ 443311 h 2398711"/>
              <a:gd name="connsiteX70836" fmla="*/ 1100898 w 2119654"/>
              <a:gd name="connsiteY70836" fmla="*/ 406648 h 2398711"/>
              <a:gd name="connsiteX70837" fmla="*/ 1105602 w 2119654"/>
              <a:gd name="connsiteY70837" fmla="*/ 416650 h 2398711"/>
              <a:gd name="connsiteX70838" fmla="*/ 1107411 w 2119654"/>
              <a:gd name="connsiteY70838" fmla="*/ 413076 h 2398711"/>
              <a:gd name="connsiteX70839" fmla="*/ 1104183 w 2119654"/>
              <a:gd name="connsiteY70839" fmla="*/ 399180 h 2398711"/>
              <a:gd name="connsiteX70840" fmla="*/ 1109492 w 2119654"/>
              <a:gd name="connsiteY70840" fmla="*/ 402876 h 2398711"/>
              <a:gd name="connsiteX70841" fmla="*/ 1108794 w 2119654"/>
              <a:gd name="connsiteY70841" fmla="*/ 389693 h 2398711"/>
              <a:gd name="connsiteX70842" fmla="*/ 1103778 w 2119654"/>
              <a:gd name="connsiteY70842" fmla="*/ 400013 h 2398711"/>
              <a:gd name="connsiteX70843" fmla="*/ 1108733 w 2119654"/>
              <a:gd name="connsiteY70843" fmla="*/ 410546 h 2398711"/>
              <a:gd name="connsiteX70844" fmla="*/ 1109791 w 2119654"/>
              <a:gd name="connsiteY70844" fmla="*/ 408523 h 2398711"/>
              <a:gd name="connsiteX70845" fmla="*/ 1109512 w 2119654"/>
              <a:gd name="connsiteY70845" fmla="*/ 403256 h 2398711"/>
              <a:gd name="connsiteX70846" fmla="*/ 1104051 w 2119654"/>
              <a:gd name="connsiteY70846" fmla="*/ 399454 h 2398711"/>
              <a:gd name="connsiteX70847" fmla="*/ 1066015 w 2119654"/>
              <a:gd name="connsiteY70847" fmla="*/ 484354 h 2398711"/>
              <a:gd name="connsiteX70848" fmla="*/ 1065976 w 2119654"/>
              <a:gd name="connsiteY70848" fmla="*/ 485253 h 2398711"/>
              <a:gd name="connsiteX70849" fmla="*/ 1068762 w 2119654"/>
              <a:gd name="connsiteY70849" fmla="*/ 488841 h 2398711"/>
              <a:gd name="connsiteX70850" fmla="*/ 1067198 w 2119654"/>
              <a:gd name="connsiteY70850" fmla="*/ 485117 h 2398711"/>
              <a:gd name="connsiteX70851" fmla="*/ 1066084 w 2119654"/>
              <a:gd name="connsiteY70851" fmla="*/ 484224 h 2398711"/>
              <a:gd name="connsiteX70852" fmla="*/ 1113959 w 2119654"/>
              <a:gd name="connsiteY70852" fmla="*/ 376995 h 2398711"/>
              <a:gd name="connsiteX70853" fmla="*/ 1114273 w 2119654"/>
              <a:gd name="connsiteY70853" fmla="*/ 377515 h 2398711"/>
              <a:gd name="connsiteX70854" fmla="*/ 1115096 w 2119654"/>
              <a:gd name="connsiteY70854" fmla="*/ 375879 h 2398711"/>
              <a:gd name="connsiteX70855" fmla="*/ 1115048 w 2119654"/>
              <a:gd name="connsiteY70855" fmla="*/ 374964 h 2398711"/>
              <a:gd name="connsiteX70856" fmla="*/ 1115024 w 2119654"/>
              <a:gd name="connsiteY70856" fmla="*/ 374877 h 2398711"/>
              <a:gd name="connsiteX70857" fmla="*/ 456628 w 2119654"/>
              <a:gd name="connsiteY70857" fmla="*/ 1848814 h 2398711"/>
              <a:gd name="connsiteX70858" fmla="*/ 456602 w 2119654"/>
              <a:gd name="connsiteY70858" fmla="*/ 1849134 h 2398711"/>
              <a:gd name="connsiteX70859" fmla="*/ 458813 w 2119654"/>
              <a:gd name="connsiteY70859" fmla="*/ 1849874 h 2398711"/>
              <a:gd name="connsiteX70860" fmla="*/ 458996 w 2119654"/>
              <a:gd name="connsiteY70860" fmla="*/ 1849236 h 2398711"/>
              <a:gd name="connsiteX70861" fmla="*/ 464817 w 2119654"/>
              <a:gd name="connsiteY70861" fmla="*/ 1830289 h 2398711"/>
              <a:gd name="connsiteX70862" fmla="*/ 464704 w 2119654"/>
              <a:gd name="connsiteY70862" fmla="*/ 1830661 h 2398711"/>
              <a:gd name="connsiteX70863" fmla="*/ 465601 w 2119654"/>
              <a:gd name="connsiteY70863" fmla="*/ 1830862 h 2398711"/>
              <a:gd name="connsiteX70864" fmla="*/ 464948 w 2119654"/>
              <a:gd name="connsiteY70864" fmla="*/ 1830280 h 2398711"/>
              <a:gd name="connsiteX70865" fmla="*/ 464846 w 2119654"/>
              <a:gd name="connsiteY70865" fmla="*/ 1830190 h 2398711"/>
              <a:gd name="connsiteX70866" fmla="*/ 464845 w 2119654"/>
              <a:gd name="connsiteY70866" fmla="*/ 1830193 h 2398711"/>
              <a:gd name="connsiteX70867" fmla="*/ 464849 w 2119654"/>
              <a:gd name="connsiteY70867" fmla="*/ 1830193 h 2398711"/>
              <a:gd name="connsiteX70868" fmla="*/ 1100845 w 2119654"/>
              <a:gd name="connsiteY70868" fmla="*/ 406050 h 2398711"/>
              <a:gd name="connsiteX70869" fmla="*/ 1107599 w 2119654"/>
              <a:gd name="connsiteY70869" fmla="*/ 412714 h 2398711"/>
              <a:gd name="connsiteX70870" fmla="*/ 1108410 w 2119654"/>
              <a:gd name="connsiteY70870" fmla="*/ 411162 h 2398711"/>
              <a:gd name="connsiteX70871" fmla="*/ 1103467 w 2119654"/>
              <a:gd name="connsiteY70871" fmla="*/ 400653 h 2398711"/>
              <a:gd name="connsiteX70872" fmla="*/ 1099688 w 2119654"/>
              <a:gd name="connsiteY70872" fmla="*/ 408430 h 2398711"/>
              <a:gd name="connsiteX70873" fmla="*/ 1104105 w 2119654"/>
              <a:gd name="connsiteY70873" fmla="*/ 418816 h 2398711"/>
              <a:gd name="connsiteX70874" fmla="*/ 1104356 w 2119654"/>
              <a:gd name="connsiteY70874" fmla="*/ 419110 h 2398711"/>
              <a:gd name="connsiteX70875" fmla="*/ 1105365 w 2119654"/>
              <a:gd name="connsiteY70875" fmla="*/ 417117 h 2398711"/>
              <a:gd name="connsiteX70876" fmla="*/ 1100497 w 2119654"/>
              <a:gd name="connsiteY70876" fmla="*/ 406766 h 2398711"/>
              <a:gd name="connsiteX70877" fmla="*/ 1110897 w 2119654"/>
              <a:gd name="connsiteY70877" fmla="*/ 383240 h 2398711"/>
              <a:gd name="connsiteX70878" fmla="*/ 1111268 w 2119654"/>
              <a:gd name="connsiteY70878" fmla="*/ 383607 h 2398711"/>
              <a:gd name="connsiteX70879" fmla="*/ 1112935 w 2119654"/>
              <a:gd name="connsiteY70879" fmla="*/ 380177 h 2398711"/>
              <a:gd name="connsiteX70880" fmla="*/ 1114016 w 2119654"/>
              <a:gd name="connsiteY70880" fmla="*/ 378026 h 2398711"/>
              <a:gd name="connsiteX70881" fmla="*/ 1113701 w 2119654"/>
              <a:gd name="connsiteY70881" fmla="*/ 377510 h 2398711"/>
              <a:gd name="connsiteX70882" fmla="*/ 1113144 w 2119654"/>
              <a:gd name="connsiteY70882" fmla="*/ 378619 h 2398711"/>
              <a:gd name="connsiteX70883" fmla="*/ 1110672 w 2119654"/>
              <a:gd name="connsiteY70883" fmla="*/ 383705 h 2398711"/>
              <a:gd name="connsiteX70884" fmla="*/ 1110726 w 2119654"/>
              <a:gd name="connsiteY70884" fmla="*/ 384722 h 2398711"/>
              <a:gd name="connsiteX70885" fmla="*/ 1111082 w 2119654"/>
              <a:gd name="connsiteY70885" fmla="*/ 383990 h 2398711"/>
              <a:gd name="connsiteX70886" fmla="*/ 1110711 w 2119654"/>
              <a:gd name="connsiteY70886" fmla="*/ 383624 h 2398711"/>
              <a:gd name="connsiteX70887" fmla="*/ 1098069 w 2119654"/>
              <a:gd name="connsiteY70887" fmla="*/ 411761 h 2398711"/>
              <a:gd name="connsiteX70888" fmla="*/ 1099369 w 2119654"/>
              <a:gd name="connsiteY70888" fmla="*/ 413281 h 2398711"/>
              <a:gd name="connsiteX70889" fmla="*/ 1098418 w 2119654"/>
              <a:gd name="connsiteY70889" fmla="*/ 411044 h 2398711"/>
              <a:gd name="connsiteX70890" fmla="*/ 1097737 w 2119654"/>
              <a:gd name="connsiteY70890" fmla="*/ 412445 h 2398711"/>
              <a:gd name="connsiteX70891" fmla="*/ 1102623 w 2119654"/>
              <a:gd name="connsiteY70891" fmla="*/ 420928 h 2398711"/>
              <a:gd name="connsiteX70892" fmla="*/ 1099938 w 2119654"/>
              <a:gd name="connsiteY70892" fmla="*/ 414617 h 2398711"/>
              <a:gd name="connsiteX70893" fmla="*/ 1097861 w 2119654"/>
              <a:gd name="connsiteY70893" fmla="*/ 412190 h 2398711"/>
              <a:gd name="connsiteX70894" fmla="*/ 456720 w 2119654"/>
              <a:gd name="connsiteY70894" fmla="*/ 1847670 h 2398711"/>
              <a:gd name="connsiteX70895" fmla="*/ 456638 w 2119654"/>
              <a:gd name="connsiteY70895" fmla="*/ 1848679 h 2398711"/>
              <a:gd name="connsiteX70896" fmla="*/ 458761 w 2119654"/>
              <a:gd name="connsiteY70896" fmla="*/ 1849058 h 2398711"/>
              <a:gd name="connsiteX70897" fmla="*/ 459034 w 2119654"/>
              <a:gd name="connsiteY70897" fmla="*/ 1849103 h 2398711"/>
              <a:gd name="connsiteX70898" fmla="*/ 459088 w 2119654"/>
              <a:gd name="connsiteY70898" fmla="*/ 1848915 h 2398711"/>
              <a:gd name="connsiteX70899" fmla="*/ 1096622 w 2119654"/>
              <a:gd name="connsiteY70899" fmla="*/ 414740 h 2398711"/>
              <a:gd name="connsiteX70900" fmla="*/ 1102825 w 2119654"/>
              <a:gd name="connsiteY70900" fmla="*/ 421991 h 2398711"/>
              <a:gd name="connsiteX70901" fmla="*/ 1097549 w 2119654"/>
              <a:gd name="connsiteY70901" fmla="*/ 412832 h 2398711"/>
              <a:gd name="connsiteX70902" fmla="*/ 1096108 w 2119654"/>
              <a:gd name="connsiteY70902" fmla="*/ 415797 h 2398711"/>
              <a:gd name="connsiteX70903" fmla="*/ 1102438 w 2119654"/>
              <a:gd name="connsiteY70903" fmla="*/ 422902 h 2398711"/>
              <a:gd name="connsiteX70904" fmla="*/ 1102712 w 2119654"/>
              <a:gd name="connsiteY70904" fmla="*/ 422360 h 2398711"/>
              <a:gd name="connsiteX70905" fmla="*/ 1096466 w 2119654"/>
              <a:gd name="connsiteY70905" fmla="*/ 415060 h 2398711"/>
              <a:gd name="connsiteX70906" fmla="*/ 1156791 w 2119654"/>
              <a:gd name="connsiteY70906" fmla="*/ 279796 h 2398711"/>
              <a:gd name="connsiteX70907" fmla="*/ 1162878 w 2119654"/>
              <a:gd name="connsiteY70907" fmla="*/ 329290 h 2398711"/>
              <a:gd name="connsiteX70908" fmla="*/ 1171911 w 2119654"/>
              <a:gd name="connsiteY70908" fmla="*/ 311356 h 2398711"/>
              <a:gd name="connsiteX70909" fmla="*/ 1161384 w 2119654"/>
              <a:gd name="connsiteY70909" fmla="*/ 289155 h 2398711"/>
              <a:gd name="connsiteX70910" fmla="*/ 1095200 w 2119654"/>
              <a:gd name="connsiteY70910" fmla="*/ 417667 h 2398711"/>
              <a:gd name="connsiteX70911" fmla="*/ 1100255 w 2119654"/>
              <a:gd name="connsiteY70911" fmla="*/ 427216 h 2398711"/>
              <a:gd name="connsiteX70912" fmla="*/ 1102255 w 2119654"/>
              <a:gd name="connsiteY70912" fmla="*/ 423266 h 2398711"/>
              <a:gd name="connsiteX70913" fmla="*/ 1095988 w 2119654"/>
              <a:gd name="connsiteY70913" fmla="*/ 416043 h 2398711"/>
              <a:gd name="connsiteX70914" fmla="*/ 1084256 w 2119654"/>
              <a:gd name="connsiteY70914" fmla="*/ 441951 h 2398711"/>
              <a:gd name="connsiteX70915" fmla="*/ 1084875 w 2119654"/>
              <a:gd name="connsiteY70915" fmla="*/ 442690 h 2398711"/>
              <a:gd name="connsiteX70916" fmla="*/ 1085434 w 2119654"/>
              <a:gd name="connsiteY70916" fmla="*/ 442150 h 2398711"/>
              <a:gd name="connsiteX70917" fmla="*/ 1085865 w 2119654"/>
              <a:gd name="connsiteY70917" fmla="*/ 440374 h 2398711"/>
              <a:gd name="connsiteX70918" fmla="*/ 1085791 w 2119654"/>
              <a:gd name="connsiteY70918" fmla="*/ 440201 h 2398711"/>
              <a:gd name="connsiteX70919" fmla="*/ 1085535 w 2119654"/>
              <a:gd name="connsiteY70919" fmla="*/ 440486 h 2398711"/>
              <a:gd name="connsiteX70920" fmla="*/ 1070112 w 2119654"/>
              <a:gd name="connsiteY70920" fmla="*/ 473523 h 2398711"/>
              <a:gd name="connsiteX70921" fmla="*/ 1066528 w 2119654"/>
              <a:gd name="connsiteY70921" fmla="*/ 481713 h 2398711"/>
              <a:gd name="connsiteX70922" fmla="*/ 1066648 w 2119654"/>
              <a:gd name="connsiteY70922" fmla="*/ 481996 h 2398711"/>
              <a:gd name="connsiteX70923" fmla="*/ 1066960 w 2119654"/>
              <a:gd name="connsiteY70923" fmla="*/ 482228 h 2398711"/>
              <a:gd name="connsiteX70924" fmla="*/ 1070529 w 2119654"/>
              <a:gd name="connsiteY70924" fmla="*/ 475497 h 2398711"/>
              <a:gd name="connsiteX70925" fmla="*/ 1070768 w 2119654"/>
              <a:gd name="connsiteY70925" fmla="*/ 475391 h 2398711"/>
              <a:gd name="connsiteX70926" fmla="*/ 1067091 w 2119654"/>
              <a:gd name="connsiteY70926" fmla="*/ 482323 h 2398711"/>
              <a:gd name="connsiteX70927" fmla="*/ 1070932 w 2119654"/>
              <a:gd name="connsiteY70927" fmla="*/ 485157 h 2398711"/>
              <a:gd name="connsiteX70928" fmla="*/ 1074203 w 2119654"/>
              <a:gd name="connsiteY70928" fmla="*/ 478692 h 2398711"/>
              <a:gd name="connsiteX70929" fmla="*/ 1070493 w 2119654"/>
              <a:gd name="connsiteY70929" fmla="*/ 473771 h 2398711"/>
              <a:gd name="connsiteX70930" fmla="*/ 464147 w 2119654"/>
              <a:gd name="connsiteY70930" fmla="*/ 1830335 h 2398711"/>
              <a:gd name="connsiteX70931" fmla="*/ 464243 w 2119654"/>
              <a:gd name="connsiteY70931" fmla="*/ 1830559 h 2398711"/>
              <a:gd name="connsiteX70932" fmla="*/ 464347 w 2119654"/>
              <a:gd name="connsiteY70932" fmla="*/ 1830582 h 2398711"/>
              <a:gd name="connsiteX70933" fmla="*/ 464423 w 2119654"/>
              <a:gd name="connsiteY70933" fmla="*/ 1830316 h 2398711"/>
              <a:gd name="connsiteX70934" fmla="*/ 1071535 w 2119654"/>
              <a:gd name="connsiteY70934" fmla="*/ 470270 h 2398711"/>
              <a:gd name="connsiteX70935" fmla="*/ 1070996 w 2119654"/>
              <a:gd name="connsiteY70935" fmla="*/ 471501 h 2398711"/>
              <a:gd name="connsiteX70936" fmla="*/ 1076146 w 2119654"/>
              <a:gd name="connsiteY70936" fmla="*/ 474854 h 2398711"/>
              <a:gd name="connsiteX70937" fmla="*/ 1076162 w 2119654"/>
              <a:gd name="connsiteY70937" fmla="*/ 474822 h 2398711"/>
              <a:gd name="connsiteX70938" fmla="*/ 1074991 w 2119654"/>
              <a:gd name="connsiteY70938" fmla="*/ 472320 h 2398711"/>
              <a:gd name="connsiteX70939" fmla="*/ 1072741 w 2119654"/>
              <a:gd name="connsiteY70939" fmla="*/ 467513 h 2398711"/>
              <a:gd name="connsiteX70940" fmla="*/ 1071836 w 2119654"/>
              <a:gd name="connsiteY70940" fmla="*/ 469581 h 2398711"/>
              <a:gd name="connsiteX70941" fmla="*/ 1074429 w 2119654"/>
              <a:gd name="connsiteY70941" fmla="*/ 471120 h 2398711"/>
              <a:gd name="connsiteX70942" fmla="*/ 1073309 w 2119654"/>
              <a:gd name="connsiteY70942" fmla="*/ 466215 h 2398711"/>
              <a:gd name="connsiteX70943" fmla="*/ 1073067 w 2119654"/>
              <a:gd name="connsiteY70943" fmla="*/ 466767 h 2398711"/>
              <a:gd name="connsiteX70944" fmla="*/ 1075365 w 2119654"/>
              <a:gd name="connsiteY70944" fmla="*/ 471675 h 2398711"/>
              <a:gd name="connsiteX70945" fmla="*/ 1077203 w 2119654"/>
              <a:gd name="connsiteY70945" fmla="*/ 472765 h 2398711"/>
              <a:gd name="connsiteX70946" fmla="*/ 1077758 w 2119654"/>
              <a:gd name="connsiteY70946" fmla="*/ 471669 h 2398711"/>
              <a:gd name="connsiteX70947" fmla="*/ 1092479 w 2119654"/>
              <a:gd name="connsiteY70947" fmla="*/ 423265 h 2398711"/>
              <a:gd name="connsiteX70948" fmla="*/ 1092867 w 2119654"/>
              <a:gd name="connsiteY70948" fmla="*/ 426358 h 2398711"/>
              <a:gd name="connsiteX70949" fmla="*/ 1095784 w 2119654"/>
              <a:gd name="connsiteY70949" fmla="*/ 428798 h 2398711"/>
              <a:gd name="connsiteX70950" fmla="*/ 1096012 w 2119654"/>
              <a:gd name="connsiteY70950" fmla="*/ 428544 h 2398711"/>
              <a:gd name="connsiteX70951" fmla="*/ 1094116 w 2119654"/>
              <a:gd name="connsiteY70951" fmla="*/ 423617 h 2398711"/>
              <a:gd name="connsiteX70952" fmla="*/ 1093174 w 2119654"/>
              <a:gd name="connsiteY70952" fmla="*/ 421836 h 2398711"/>
              <a:gd name="connsiteX70953" fmla="*/ 1075148 w 2119654"/>
              <a:gd name="connsiteY70953" fmla="*/ 462011 h 2398711"/>
              <a:gd name="connsiteX70954" fmla="*/ 1073470 w 2119654"/>
              <a:gd name="connsiteY70954" fmla="*/ 465846 h 2398711"/>
              <a:gd name="connsiteX70955" fmla="*/ 1073587 w 2119654"/>
              <a:gd name="connsiteY70955" fmla="*/ 465986 h 2398711"/>
              <a:gd name="connsiteX70956" fmla="*/ 1077711 w 2119654"/>
              <a:gd name="connsiteY70956" fmla="*/ 471042 h 2398711"/>
              <a:gd name="connsiteX70957" fmla="*/ 1076264 w 2119654"/>
              <a:gd name="connsiteY70957" fmla="*/ 464319 h 2398711"/>
              <a:gd name="connsiteX70958" fmla="*/ 1075563 w 2119654"/>
              <a:gd name="connsiteY70958" fmla="*/ 461062 h 2398711"/>
              <a:gd name="connsiteX70959" fmla="*/ 1075355 w 2119654"/>
              <a:gd name="connsiteY70959" fmla="*/ 461538 h 2398711"/>
              <a:gd name="connsiteX70960" fmla="*/ 1075914 w 2119654"/>
              <a:gd name="connsiteY70960" fmla="*/ 462695 h 2398711"/>
              <a:gd name="connsiteX70961" fmla="*/ 1076376 w 2119654"/>
              <a:gd name="connsiteY70961" fmla="*/ 459203 h 2398711"/>
              <a:gd name="connsiteX70962" fmla="*/ 1076346 w 2119654"/>
              <a:gd name="connsiteY70962" fmla="*/ 459272 h 2398711"/>
              <a:gd name="connsiteX70963" fmla="*/ 1076587 w 2119654"/>
              <a:gd name="connsiteY70963" fmla="*/ 460390 h 2398711"/>
              <a:gd name="connsiteX70964" fmla="*/ 1078687 w 2119654"/>
              <a:gd name="connsiteY70964" fmla="*/ 463174 h 2398711"/>
              <a:gd name="connsiteX70965" fmla="*/ 1077416 w 2119654"/>
              <a:gd name="connsiteY70965" fmla="*/ 460300 h 2398711"/>
              <a:gd name="connsiteX70966" fmla="*/ 1076652 w 2119654"/>
              <a:gd name="connsiteY70966" fmla="*/ 458574 h 2398711"/>
              <a:gd name="connsiteX70967" fmla="*/ 1076609 w 2119654"/>
              <a:gd name="connsiteY70967" fmla="*/ 458671 h 2398711"/>
              <a:gd name="connsiteX70968" fmla="*/ 1076765 w 2119654"/>
              <a:gd name="connsiteY70968" fmla="*/ 458829 h 2398711"/>
              <a:gd name="connsiteX70969" fmla="*/ 1103412 w 2119654"/>
              <a:gd name="connsiteY70969" fmla="*/ 398644 h 2398711"/>
              <a:gd name="connsiteX70970" fmla="*/ 1103822 w 2119654"/>
              <a:gd name="connsiteY70970" fmla="*/ 398930 h 2398711"/>
              <a:gd name="connsiteX70971" fmla="*/ 1108747 w 2119654"/>
              <a:gd name="connsiteY70971" fmla="*/ 388796 h 2398711"/>
              <a:gd name="connsiteX70972" fmla="*/ 1108693 w 2119654"/>
              <a:gd name="connsiteY70972" fmla="*/ 387778 h 2398711"/>
              <a:gd name="connsiteX70973" fmla="*/ 1103271 w 2119654"/>
              <a:gd name="connsiteY70973" fmla="*/ 398935 h 2398711"/>
              <a:gd name="connsiteX70974" fmla="*/ 1103541 w 2119654"/>
              <a:gd name="connsiteY70974" fmla="*/ 399510 h 2398711"/>
              <a:gd name="connsiteX70975" fmla="*/ 1103690 w 2119654"/>
              <a:gd name="connsiteY70975" fmla="*/ 399203 h 2398711"/>
              <a:gd name="connsiteX70976" fmla="*/ 1103279 w 2119654"/>
              <a:gd name="connsiteY70976" fmla="*/ 398917 h 2398711"/>
              <a:gd name="connsiteX70977" fmla="*/ 1083778 w 2119654"/>
              <a:gd name="connsiteY70977" fmla="*/ 442497 h 2398711"/>
              <a:gd name="connsiteX70978" fmla="*/ 1084266 w 2119654"/>
              <a:gd name="connsiteY70978" fmla="*/ 443279 h 2398711"/>
              <a:gd name="connsiteX70979" fmla="*/ 1084676 w 2119654"/>
              <a:gd name="connsiteY70979" fmla="*/ 442884 h 2398711"/>
              <a:gd name="connsiteX70980" fmla="*/ 1084072 w 2119654"/>
              <a:gd name="connsiteY70980" fmla="*/ 442162 h 2398711"/>
              <a:gd name="connsiteX70981" fmla="*/ 415497 w 2119654"/>
              <a:gd name="connsiteY70981" fmla="*/ 1938865 h 2398711"/>
              <a:gd name="connsiteX70982" fmla="*/ 429687 w 2119654"/>
              <a:gd name="connsiteY70982" fmla="*/ 1941145 h 2398711"/>
              <a:gd name="connsiteX70983" fmla="*/ 445692 w 2119654"/>
              <a:gd name="connsiteY70983" fmla="*/ 1942122 h 2398711"/>
              <a:gd name="connsiteX70984" fmla="*/ 449480 w 2119654"/>
              <a:gd name="connsiteY70984" fmla="*/ 1942301 h 2398711"/>
              <a:gd name="connsiteX70985" fmla="*/ 449620 w 2119654"/>
              <a:gd name="connsiteY70985" fmla="*/ 1938809 h 2398711"/>
              <a:gd name="connsiteX70986" fmla="*/ 446207 w 2119654"/>
              <a:gd name="connsiteY70986" fmla="*/ 1938051 h 2398711"/>
              <a:gd name="connsiteX70987" fmla="*/ 446535 w 2119654"/>
              <a:gd name="connsiteY70987" fmla="*/ 1940395 h 2398711"/>
              <a:gd name="connsiteX70988" fmla="*/ 446414 w 2119654"/>
              <a:gd name="connsiteY70988" fmla="*/ 1940280 h 2398711"/>
              <a:gd name="connsiteX70989" fmla="*/ 446098 w 2119654"/>
              <a:gd name="connsiteY70989" fmla="*/ 1938027 h 2398711"/>
              <a:gd name="connsiteX70990" fmla="*/ 436634 w 2119654"/>
              <a:gd name="connsiteY70990" fmla="*/ 1935925 h 2398711"/>
              <a:gd name="connsiteX70991" fmla="*/ 1083914 w 2119654"/>
              <a:gd name="connsiteY70991" fmla="*/ 441974 h 2398711"/>
              <a:gd name="connsiteX70992" fmla="*/ 1083872 w 2119654"/>
              <a:gd name="connsiteY70992" fmla="*/ 442071 h 2398711"/>
              <a:gd name="connsiteX70993" fmla="*/ 1083935 w 2119654"/>
              <a:gd name="connsiteY70993" fmla="*/ 442000 h 2398711"/>
              <a:gd name="connsiteX70994" fmla="*/ 1085243 w 2119654"/>
              <a:gd name="connsiteY70994" fmla="*/ 438938 h 2398711"/>
              <a:gd name="connsiteX70995" fmla="*/ 1084038 w 2119654"/>
              <a:gd name="connsiteY70995" fmla="*/ 441691 h 2398711"/>
              <a:gd name="connsiteX70996" fmla="*/ 1084123 w 2119654"/>
              <a:gd name="connsiteY70996" fmla="*/ 441791 h 2398711"/>
              <a:gd name="connsiteX70997" fmla="*/ 1085712 w 2119654"/>
              <a:gd name="connsiteY70997" fmla="*/ 440021 h 2398711"/>
              <a:gd name="connsiteX70998" fmla="*/ 1086091 w 2119654"/>
              <a:gd name="connsiteY70998" fmla="*/ 437001 h 2398711"/>
              <a:gd name="connsiteX70999" fmla="*/ 1085629 w 2119654"/>
              <a:gd name="connsiteY70999" fmla="*/ 438055 h 2398711"/>
              <a:gd name="connsiteX71000" fmla="*/ 1086056 w 2119654"/>
              <a:gd name="connsiteY71000" fmla="*/ 439002 h 2398711"/>
              <a:gd name="connsiteX71001" fmla="*/ 1100222 w 2119654"/>
              <a:gd name="connsiteY71001" fmla="*/ 405209 h 2398711"/>
              <a:gd name="connsiteX71002" fmla="*/ 1100417 w 2119654"/>
              <a:gd name="connsiteY71002" fmla="*/ 405627 h 2398711"/>
              <a:gd name="connsiteX71003" fmla="*/ 1100519 w 2119654"/>
              <a:gd name="connsiteY71003" fmla="*/ 405728 h 2398711"/>
              <a:gd name="connsiteX71004" fmla="*/ 1103231 w 2119654"/>
              <a:gd name="connsiteY71004" fmla="*/ 400147 h 2398711"/>
              <a:gd name="connsiteX71005" fmla="*/ 1102960 w 2119654"/>
              <a:gd name="connsiteY71005" fmla="*/ 399573 h 2398711"/>
              <a:gd name="connsiteX71006" fmla="*/ 1099207 w 2119654"/>
              <a:gd name="connsiteY71006" fmla="*/ 407297 h 2398711"/>
              <a:gd name="connsiteX71007" fmla="*/ 1099463 w 2119654"/>
              <a:gd name="connsiteY71007" fmla="*/ 407901 h 2398711"/>
              <a:gd name="connsiteX71008" fmla="*/ 1100260 w 2119654"/>
              <a:gd name="connsiteY71008" fmla="*/ 406262 h 2398711"/>
              <a:gd name="connsiteX71009" fmla="*/ 1100046 w 2119654"/>
              <a:gd name="connsiteY71009" fmla="*/ 405808 h 2398711"/>
              <a:gd name="connsiteX71010" fmla="*/ 1099968 w 2119654"/>
              <a:gd name="connsiteY71010" fmla="*/ 405730 h 2398711"/>
              <a:gd name="connsiteX71011" fmla="*/ 456904 w 2119654"/>
              <a:gd name="connsiteY71011" fmla="*/ 1845394 h 2398711"/>
              <a:gd name="connsiteX71012" fmla="*/ 456843 w 2119654"/>
              <a:gd name="connsiteY71012" fmla="*/ 1846151 h 2398711"/>
              <a:gd name="connsiteX71013" fmla="*/ 457865 w 2119654"/>
              <a:gd name="connsiteY71013" fmla="*/ 1846688 h 2398711"/>
              <a:gd name="connsiteX71014" fmla="*/ 458679 w 2119654"/>
              <a:gd name="connsiteY71014" fmla="*/ 1846884 h 2398711"/>
              <a:gd name="connsiteX71015" fmla="*/ 1097412 w 2119654"/>
              <a:gd name="connsiteY71015" fmla="*/ 410991 h 2398711"/>
              <a:gd name="connsiteX71016" fmla="*/ 1097762 w 2119654"/>
              <a:gd name="connsiteY71016" fmla="*/ 411401 h 2398711"/>
              <a:gd name="connsiteX71017" fmla="*/ 1098193 w 2119654"/>
              <a:gd name="connsiteY71017" fmla="*/ 410514 h 2398711"/>
              <a:gd name="connsiteX71018" fmla="*/ 1097936 w 2119654"/>
              <a:gd name="connsiteY71018" fmla="*/ 409911 h 2398711"/>
              <a:gd name="connsiteX71019" fmla="*/ 1097178 w 2119654"/>
              <a:gd name="connsiteY71019" fmla="*/ 411473 h 2398711"/>
              <a:gd name="connsiteX71020" fmla="*/ 1097475 w 2119654"/>
              <a:gd name="connsiteY71020" fmla="*/ 411990 h 2398711"/>
              <a:gd name="connsiteX71021" fmla="*/ 1097553 w 2119654"/>
              <a:gd name="connsiteY71021" fmla="*/ 411830 h 2398711"/>
              <a:gd name="connsiteX71022" fmla="*/ 1097203 w 2119654"/>
              <a:gd name="connsiteY71022" fmla="*/ 411420 h 2398711"/>
              <a:gd name="connsiteX71023" fmla="*/ 468336 w 2119654"/>
              <a:gd name="connsiteY71023" fmla="*/ 1819450 h 2398711"/>
              <a:gd name="connsiteX71024" fmla="*/ 470822 w 2119654"/>
              <a:gd name="connsiteY71024" fmla="*/ 1820526 h 2398711"/>
              <a:gd name="connsiteX71025" fmla="*/ 471759 w 2119654"/>
              <a:gd name="connsiteY71025" fmla="*/ 1820547 h 2398711"/>
              <a:gd name="connsiteX71026" fmla="*/ 470403 w 2119654"/>
              <a:gd name="connsiteY71026" fmla="*/ 1819197 h 2398711"/>
              <a:gd name="connsiteX71027" fmla="*/ 1095964 w 2119654"/>
              <a:gd name="connsiteY71027" fmla="*/ 413971 h 2398711"/>
              <a:gd name="connsiteX71028" fmla="*/ 1096313 w 2119654"/>
              <a:gd name="connsiteY71028" fmla="*/ 414381 h 2398711"/>
              <a:gd name="connsiteX71029" fmla="*/ 1097287 w 2119654"/>
              <a:gd name="connsiteY71029" fmla="*/ 412378 h 2398711"/>
              <a:gd name="connsiteX71030" fmla="*/ 1096989 w 2119654"/>
              <a:gd name="connsiteY71030" fmla="*/ 411861 h 2398711"/>
              <a:gd name="connsiteX71031" fmla="*/ 467733 w 2119654"/>
              <a:gd name="connsiteY71031" fmla="*/ 1820626 h 2398711"/>
              <a:gd name="connsiteX71032" fmla="*/ 467415 w 2119654"/>
              <a:gd name="connsiteY71032" fmla="*/ 1821681 h 2398711"/>
              <a:gd name="connsiteX71033" fmla="*/ 467415 w 2119654"/>
              <a:gd name="connsiteY71033" fmla="*/ 1821879 h 2398711"/>
              <a:gd name="connsiteX71034" fmla="*/ 471346 w 2119654"/>
              <a:gd name="connsiteY71034" fmla="*/ 1824293 h 2398711"/>
              <a:gd name="connsiteX71035" fmla="*/ 471768 w 2119654"/>
              <a:gd name="connsiteY71035" fmla="*/ 1824369 h 2398711"/>
              <a:gd name="connsiteX71036" fmla="*/ 472243 w 2119654"/>
              <a:gd name="connsiteY71036" fmla="*/ 1824188 h 2398711"/>
              <a:gd name="connsiteX71037" fmla="*/ 472247 w 2119654"/>
              <a:gd name="connsiteY71037" fmla="*/ 1822082 h 2398711"/>
              <a:gd name="connsiteX71038" fmla="*/ 468985 w 2119654"/>
              <a:gd name="connsiteY71038" fmla="*/ 1820671 h 2398711"/>
              <a:gd name="connsiteX71039" fmla="*/ 1095440 w 2119654"/>
              <a:gd name="connsiteY71039" fmla="*/ 415049 h 2398711"/>
              <a:gd name="connsiteX71040" fmla="*/ 1095795 w 2119654"/>
              <a:gd name="connsiteY71040" fmla="*/ 415448 h 2398711"/>
              <a:gd name="connsiteX71041" fmla="*/ 1096158 w 2119654"/>
              <a:gd name="connsiteY71041" fmla="*/ 414701 h 2398711"/>
              <a:gd name="connsiteX71042" fmla="*/ 1095807 w 2119654"/>
              <a:gd name="connsiteY71042" fmla="*/ 414292 h 2398711"/>
              <a:gd name="connsiteX71043" fmla="*/ 467865 w 2119654"/>
              <a:gd name="connsiteY71043" fmla="*/ 1820186 h 2398711"/>
              <a:gd name="connsiteX71044" fmla="*/ 467789 w 2119654"/>
              <a:gd name="connsiteY71044" fmla="*/ 1820441 h 2398711"/>
              <a:gd name="connsiteX71045" fmla="*/ 468514 w 2119654"/>
              <a:gd name="connsiteY71045" fmla="*/ 1820467 h 2398711"/>
              <a:gd name="connsiteX71046" fmla="*/ 1094661 w 2119654"/>
              <a:gd name="connsiteY71046" fmla="*/ 416651 h 2398711"/>
              <a:gd name="connsiteX71047" fmla="*/ 1094948 w 2119654"/>
              <a:gd name="connsiteY71047" fmla="*/ 417192 h 2398711"/>
              <a:gd name="connsiteX71048" fmla="*/ 1095679 w 2119654"/>
              <a:gd name="connsiteY71048" fmla="*/ 415686 h 2398711"/>
              <a:gd name="connsiteX71049" fmla="*/ 1095327 w 2119654"/>
              <a:gd name="connsiteY71049" fmla="*/ 415280 h 2398711"/>
              <a:gd name="connsiteX71050" fmla="*/ 463664 w 2119654"/>
              <a:gd name="connsiteY71050" fmla="*/ 1829205 h 2398711"/>
              <a:gd name="connsiteX71051" fmla="*/ 464105 w 2119654"/>
              <a:gd name="connsiteY71051" fmla="*/ 1830236 h 2398711"/>
              <a:gd name="connsiteX71052" fmla="*/ 464452 w 2119654"/>
              <a:gd name="connsiteY71052" fmla="*/ 1830216 h 2398711"/>
              <a:gd name="connsiteX71053" fmla="*/ 464538 w 2119654"/>
              <a:gd name="connsiteY71053" fmla="*/ 1829916 h 2398711"/>
              <a:gd name="connsiteX71054" fmla="*/ 463933 w 2119654"/>
              <a:gd name="connsiteY71054" fmla="*/ 1829377 h 2398711"/>
              <a:gd name="connsiteX71055" fmla="*/ 1092266 w 2119654"/>
              <a:gd name="connsiteY71055" fmla="*/ 421579 h 2398711"/>
              <a:gd name="connsiteX71056" fmla="*/ 1092379 w 2119654"/>
              <a:gd name="connsiteY71056" fmla="*/ 422476 h 2398711"/>
              <a:gd name="connsiteX71057" fmla="*/ 1092921 w 2119654"/>
              <a:gd name="connsiteY71057" fmla="*/ 421361 h 2398711"/>
              <a:gd name="connsiteX71058" fmla="*/ 1092635 w 2119654"/>
              <a:gd name="connsiteY71058" fmla="*/ 420819 h 2398711"/>
              <a:gd name="connsiteX71059" fmla="*/ 1084794 w 2119654"/>
              <a:gd name="connsiteY71059" fmla="*/ 437904 h 2398711"/>
              <a:gd name="connsiteX71060" fmla="*/ 1083994 w 2119654"/>
              <a:gd name="connsiteY71060" fmla="*/ 439731 h 2398711"/>
              <a:gd name="connsiteX71061" fmla="*/ 1084835 w 2119654"/>
              <a:gd name="connsiteY71061" fmla="*/ 438001 h 2398711"/>
              <a:gd name="connsiteX71062" fmla="*/ 468682 w 2119654"/>
              <a:gd name="connsiteY71062" fmla="*/ 1817483 h 2398711"/>
              <a:gd name="connsiteX71063" fmla="*/ 468117 w 2119654"/>
              <a:gd name="connsiteY71063" fmla="*/ 1819355 h 2398711"/>
              <a:gd name="connsiteX71064" fmla="*/ 468139 w 2119654"/>
              <a:gd name="connsiteY71064" fmla="*/ 1819365 h 2398711"/>
              <a:gd name="connsiteX71065" fmla="*/ 470306 w 2119654"/>
              <a:gd name="connsiteY71065" fmla="*/ 1819100 h 2398711"/>
              <a:gd name="connsiteX71066" fmla="*/ 1085812 w 2119654"/>
              <a:gd name="connsiteY71066" fmla="*/ 435576 h 2398711"/>
              <a:gd name="connsiteX71067" fmla="*/ 1085173 w 2119654"/>
              <a:gd name="connsiteY71067" fmla="*/ 437039 h 2398711"/>
              <a:gd name="connsiteX71068" fmla="*/ 1085235 w 2119654"/>
              <a:gd name="connsiteY71068" fmla="*/ 437178 h 2398711"/>
              <a:gd name="connsiteX71069" fmla="*/ 1085907 w 2119654"/>
              <a:gd name="connsiteY71069" fmla="*/ 435795 h 2398711"/>
              <a:gd name="connsiteX71070" fmla="*/ 1086129 w 2119654"/>
              <a:gd name="connsiteY71070" fmla="*/ 434853 h 2398711"/>
              <a:gd name="connsiteX71071" fmla="*/ 1085973 w 2119654"/>
              <a:gd name="connsiteY71071" fmla="*/ 435209 h 2398711"/>
              <a:gd name="connsiteX71072" fmla="*/ 1086078 w 2119654"/>
              <a:gd name="connsiteY71072" fmla="*/ 435442 h 2398711"/>
              <a:gd name="connsiteX71073" fmla="*/ 1086120 w 2119654"/>
              <a:gd name="connsiteY71073" fmla="*/ 435357 h 2398711"/>
              <a:gd name="connsiteX71074" fmla="*/ 468897 w 2119654"/>
              <a:gd name="connsiteY71074" fmla="*/ 1816770 h 2398711"/>
              <a:gd name="connsiteX71075" fmla="*/ 468758 w 2119654"/>
              <a:gd name="connsiteY71075" fmla="*/ 1817228 h 2398711"/>
              <a:gd name="connsiteX71076" fmla="*/ 470648 w 2119654"/>
              <a:gd name="connsiteY71076" fmla="*/ 1819058 h 2398711"/>
              <a:gd name="connsiteX71077" fmla="*/ 472134 w 2119654"/>
              <a:gd name="connsiteY71077" fmla="*/ 1818877 h 2398711"/>
              <a:gd name="connsiteX71078" fmla="*/ 472110 w 2119654"/>
              <a:gd name="connsiteY71078" fmla="*/ 1818734 h 2398711"/>
              <a:gd name="connsiteX71079" fmla="*/ 467414 w 2119654"/>
              <a:gd name="connsiteY71079" fmla="*/ 1819991 h 2398711"/>
              <a:gd name="connsiteX71080" fmla="*/ 467414 w 2119654"/>
              <a:gd name="connsiteY71080" fmla="*/ 1820234 h 2398711"/>
              <a:gd name="connsiteX71081" fmla="*/ 467479 w 2119654"/>
              <a:gd name="connsiteY71081" fmla="*/ 1820019 h 2398711"/>
              <a:gd name="connsiteX71082" fmla="*/ 467065 w 2119654"/>
              <a:gd name="connsiteY71082" fmla="*/ 1820603 h 2398711"/>
              <a:gd name="connsiteX71083" fmla="*/ 467069 w 2119654"/>
              <a:gd name="connsiteY71083" fmla="*/ 1820621 h 2398711"/>
              <a:gd name="connsiteX71084" fmla="*/ 467069 w 2119654"/>
              <a:gd name="connsiteY71084" fmla="*/ 1820603 h 2398711"/>
              <a:gd name="connsiteX71085" fmla="*/ 454513 w 2119654"/>
              <a:gd name="connsiteY71085" fmla="*/ 1848437 h 2398711"/>
              <a:gd name="connsiteX71086" fmla="*/ 455236 w 2119654"/>
              <a:gd name="connsiteY71086" fmla="*/ 1848678 h 2398711"/>
              <a:gd name="connsiteX71087" fmla="*/ 455245 w 2119654"/>
              <a:gd name="connsiteY71087" fmla="*/ 1848568 h 2398711"/>
              <a:gd name="connsiteX71088" fmla="*/ 1156385 w 2119654"/>
              <a:gd name="connsiteY71088" fmla="*/ 276495 h 2398711"/>
              <a:gd name="connsiteX71089" fmla="*/ 1156726 w 2119654"/>
              <a:gd name="connsiteY71089" fmla="*/ 279263 h 2398711"/>
              <a:gd name="connsiteX71090" fmla="*/ 1168583 w 2119654"/>
              <a:gd name="connsiteY71090" fmla="*/ 303427 h 2398711"/>
              <a:gd name="connsiteX71091" fmla="*/ 1172133 w 2119654"/>
              <a:gd name="connsiteY71091" fmla="*/ 310915 h 2398711"/>
              <a:gd name="connsiteX71092" fmla="*/ 1174447 w 2119654"/>
              <a:gd name="connsiteY71092" fmla="*/ 306321 h 2398711"/>
              <a:gd name="connsiteX71093" fmla="*/ 1170450 w 2119654"/>
              <a:gd name="connsiteY71093" fmla="*/ 296055 h 2398711"/>
              <a:gd name="connsiteX71094" fmla="*/ 1170694 w 2119654"/>
              <a:gd name="connsiteY71094" fmla="*/ 296199 h 2398711"/>
              <a:gd name="connsiteX71095" fmla="*/ 1174554 w 2119654"/>
              <a:gd name="connsiteY71095" fmla="*/ 306110 h 2398711"/>
              <a:gd name="connsiteX71096" fmla="*/ 1178485 w 2119654"/>
              <a:gd name="connsiteY71096" fmla="*/ 298305 h 2398711"/>
              <a:gd name="connsiteX71097" fmla="*/ 466869 w 2119654"/>
              <a:gd name="connsiteY71097" fmla="*/ 1819755 h 2398711"/>
              <a:gd name="connsiteX71098" fmla="*/ 467021 w 2119654"/>
              <a:gd name="connsiteY71098" fmla="*/ 1820414 h 2398711"/>
              <a:gd name="connsiteX71099" fmla="*/ 467069 w 2119654"/>
              <a:gd name="connsiteY71099" fmla="*/ 1820416 h 2398711"/>
              <a:gd name="connsiteX71100" fmla="*/ 467069 w 2119654"/>
              <a:gd name="connsiteY71100" fmla="*/ 1819842 h 2398711"/>
              <a:gd name="connsiteX71101" fmla="*/ 1092027 w 2119654"/>
              <a:gd name="connsiteY71101" fmla="*/ 419669 h 2398711"/>
              <a:gd name="connsiteX71102" fmla="*/ 1092192 w 2119654"/>
              <a:gd name="connsiteY71102" fmla="*/ 420990 h 2398711"/>
              <a:gd name="connsiteX71103" fmla="*/ 1092448 w 2119654"/>
              <a:gd name="connsiteY71103" fmla="*/ 420464 h 2398711"/>
              <a:gd name="connsiteX71104" fmla="*/ 1139460 w 2119654"/>
              <a:gd name="connsiteY71104" fmla="*/ 313079 h 2398711"/>
              <a:gd name="connsiteX71105" fmla="*/ 1144310 w 2119654"/>
              <a:gd name="connsiteY71105" fmla="*/ 352521 h 2398711"/>
              <a:gd name="connsiteX71106" fmla="*/ 1144462 w 2119654"/>
              <a:gd name="connsiteY71106" fmla="*/ 353898 h 2398711"/>
              <a:gd name="connsiteX71107" fmla="*/ 1147505 w 2119654"/>
              <a:gd name="connsiteY71107" fmla="*/ 359809 h 2398711"/>
              <a:gd name="connsiteX71108" fmla="*/ 1150709 w 2119654"/>
              <a:gd name="connsiteY71108" fmla="*/ 353448 h 2398711"/>
              <a:gd name="connsiteX71109" fmla="*/ 1147317 w 2119654"/>
              <a:gd name="connsiteY71109" fmla="*/ 341637 h 2398711"/>
              <a:gd name="connsiteX71110" fmla="*/ 1147712 w 2119654"/>
              <a:gd name="connsiteY71110" fmla="*/ 341923 h 2398711"/>
              <a:gd name="connsiteX71111" fmla="*/ 1150909 w 2119654"/>
              <a:gd name="connsiteY71111" fmla="*/ 353051 h 2398711"/>
              <a:gd name="connsiteX71112" fmla="*/ 1159183 w 2119654"/>
              <a:gd name="connsiteY71112" fmla="*/ 336625 h 2398711"/>
              <a:gd name="connsiteX71113" fmla="*/ 1158420 w 2119654"/>
              <a:gd name="connsiteY71113" fmla="*/ 331792 h 2398711"/>
              <a:gd name="connsiteX71114" fmla="*/ 400499 w 2119654"/>
              <a:gd name="connsiteY71114" fmla="*/ 1967724 h 2398711"/>
              <a:gd name="connsiteX71115" fmla="*/ 422063 w 2119654"/>
              <a:gd name="connsiteY71115" fmla="*/ 1971531 h 2398711"/>
              <a:gd name="connsiteX71116" fmla="*/ 428325 w 2119654"/>
              <a:gd name="connsiteY71116" fmla="*/ 1972381 h 2398711"/>
              <a:gd name="connsiteX71117" fmla="*/ 417497 w 2119654"/>
              <a:gd name="connsiteY71117" fmla="*/ 1968050 h 2398711"/>
              <a:gd name="connsiteX71118" fmla="*/ 431521 w 2119654"/>
              <a:gd name="connsiteY71118" fmla="*/ 1898010 h 2398711"/>
              <a:gd name="connsiteX71119" fmla="*/ 438251 w 2119654"/>
              <a:gd name="connsiteY71119" fmla="*/ 1901094 h 2398711"/>
              <a:gd name="connsiteX71120" fmla="*/ 441495 w 2119654"/>
              <a:gd name="connsiteY71120" fmla="*/ 1900599 h 2398711"/>
              <a:gd name="connsiteX71121" fmla="*/ 441428 w 2119654"/>
              <a:gd name="connsiteY71121" fmla="*/ 1899971 h 2398711"/>
              <a:gd name="connsiteX71122" fmla="*/ 467939 w 2119654"/>
              <a:gd name="connsiteY71122" fmla="*/ 1816429 h 2398711"/>
              <a:gd name="connsiteX71123" fmla="*/ 468138 w 2119654"/>
              <a:gd name="connsiteY71123" fmla="*/ 1816627 h 2398711"/>
              <a:gd name="connsiteX71124" fmla="*/ 468421 w 2119654"/>
              <a:gd name="connsiteY71124" fmla="*/ 1816900 h 2398711"/>
              <a:gd name="connsiteX71125" fmla="*/ 468528 w 2119654"/>
              <a:gd name="connsiteY71125" fmla="*/ 1816544 h 2398711"/>
              <a:gd name="connsiteX71126" fmla="*/ 468232 w 2119654"/>
              <a:gd name="connsiteY71126" fmla="*/ 1816364 h 2398711"/>
              <a:gd name="connsiteX71127" fmla="*/ 1098510 w 2119654"/>
              <a:gd name="connsiteY71127" fmla="*/ 403743 h 2398711"/>
              <a:gd name="connsiteX71128" fmla="*/ 1099567 w 2119654"/>
              <a:gd name="connsiteY71128" fmla="*/ 404787 h 2398711"/>
              <a:gd name="connsiteX71129" fmla="*/ 1098851 w 2119654"/>
              <a:gd name="connsiteY71129" fmla="*/ 403269 h 2398711"/>
              <a:gd name="connsiteX71130" fmla="*/ 467413 w 2119654"/>
              <a:gd name="connsiteY71130" fmla="*/ 1816547 h 2398711"/>
              <a:gd name="connsiteX71131" fmla="*/ 467414 w 2119654"/>
              <a:gd name="connsiteY71131" fmla="*/ 1819051 h 2398711"/>
              <a:gd name="connsiteX71132" fmla="*/ 467730 w 2119654"/>
              <a:gd name="connsiteY71132" fmla="*/ 1819188 h 2398711"/>
              <a:gd name="connsiteX71133" fmla="*/ 468346 w 2119654"/>
              <a:gd name="connsiteY71133" fmla="*/ 1817148 h 2398711"/>
              <a:gd name="connsiteX71134" fmla="*/ 467681 w 2119654"/>
              <a:gd name="connsiteY71134" fmla="*/ 1816487 h 2398711"/>
              <a:gd name="connsiteX71135" fmla="*/ 1097998 w 2119654"/>
              <a:gd name="connsiteY71135" fmla="*/ 404456 h 2398711"/>
              <a:gd name="connsiteX71136" fmla="*/ 1099038 w 2119654"/>
              <a:gd name="connsiteY71136" fmla="*/ 406903 h 2398711"/>
              <a:gd name="connsiteX71137" fmla="*/ 1099725 w 2119654"/>
              <a:gd name="connsiteY71137" fmla="*/ 405491 h 2398711"/>
              <a:gd name="connsiteX71138" fmla="*/ 1098280 w 2119654"/>
              <a:gd name="connsiteY71138" fmla="*/ 404064 h 2398711"/>
              <a:gd name="connsiteX71139" fmla="*/ 1082091 w 2119654"/>
              <a:gd name="connsiteY71139" fmla="*/ 439799 h 2398711"/>
              <a:gd name="connsiteX71140" fmla="*/ 1082645 w 2119654"/>
              <a:gd name="connsiteY71140" fmla="*/ 440686 h 2398711"/>
              <a:gd name="connsiteX71141" fmla="*/ 1082710 w 2119654"/>
              <a:gd name="connsiteY71141" fmla="*/ 440538 h 2398711"/>
              <a:gd name="connsiteX71142" fmla="*/ 1098685 w 2119654"/>
              <a:gd name="connsiteY71142" fmla="*/ 401943 h 2398711"/>
              <a:gd name="connsiteX71143" fmla="*/ 1099005 w 2119654"/>
              <a:gd name="connsiteY71143" fmla="*/ 402625 h 2398711"/>
              <a:gd name="connsiteX71144" fmla="*/ 1099647 w 2119654"/>
              <a:gd name="connsiteY71144" fmla="*/ 401733 h 2398711"/>
              <a:gd name="connsiteX71145" fmla="*/ 1100036 w 2119654"/>
              <a:gd name="connsiteY71145" fmla="*/ 401621 h 2398711"/>
              <a:gd name="connsiteX71146" fmla="*/ 1099128 w 2119654"/>
              <a:gd name="connsiteY71146" fmla="*/ 402884 h 2398711"/>
              <a:gd name="connsiteX71147" fmla="*/ 1100044 w 2119654"/>
              <a:gd name="connsiteY71147" fmla="*/ 404834 h 2398711"/>
              <a:gd name="connsiteX71148" fmla="*/ 1102783 w 2119654"/>
              <a:gd name="connsiteY71148" fmla="*/ 399197 h 2398711"/>
              <a:gd name="connsiteX71149" fmla="*/ 1101943 w 2119654"/>
              <a:gd name="connsiteY71149" fmla="*/ 397411 h 2398711"/>
              <a:gd name="connsiteX71150" fmla="*/ 473411 w 2119654"/>
              <a:gd name="connsiteY71150" fmla="*/ 1801813 h 2398711"/>
              <a:gd name="connsiteX71151" fmla="*/ 473341 w 2119654"/>
              <a:gd name="connsiteY71151" fmla="*/ 1802046 h 2398711"/>
              <a:gd name="connsiteX71152" fmla="*/ 473463 w 2119654"/>
              <a:gd name="connsiteY71152" fmla="*/ 1802775 h 2398711"/>
              <a:gd name="connsiteX71153" fmla="*/ 474128 w 2119654"/>
              <a:gd name="connsiteY71153" fmla="*/ 1802790 h 2398711"/>
              <a:gd name="connsiteX71154" fmla="*/ 1071247 w 2119654"/>
              <a:gd name="connsiteY71154" fmla="*/ 462878 h 2398711"/>
              <a:gd name="connsiteX71155" fmla="*/ 1071583 w 2119654"/>
              <a:gd name="connsiteY71155" fmla="*/ 463595 h 2398711"/>
              <a:gd name="connsiteX71156" fmla="*/ 1072266 w 2119654"/>
              <a:gd name="connsiteY71156" fmla="*/ 464410 h 2398711"/>
              <a:gd name="connsiteX71157" fmla="*/ 1074177 w 2119654"/>
              <a:gd name="connsiteY71157" fmla="*/ 460041 h 2398711"/>
              <a:gd name="connsiteX71158" fmla="*/ 1073518 w 2119654"/>
              <a:gd name="connsiteY71158" fmla="*/ 457738 h 2398711"/>
              <a:gd name="connsiteX71159" fmla="*/ 1074144 w 2119654"/>
              <a:gd name="connsiteY71159" fmla="*/ 459035 h 2398711"/>
              <a:gd name="connsiteX71160" fmla="*/ 1074348 w 2119654"/>
              <a:gd name="connsiteY71160" fmla="*/ 458838 h 2398711"/>
              <a:gd name="connsiteX71161" fmla="*/ 461217 w 2119654"/>
              <a:gd name="connsiteY71161" fmla="*/ 1828751 h 2398711"/>
              <a:gd name="connsiteX71162" fmla="*/ 462367 w 2119654"/>
              <a:gd name="connsiteY71162" fmla="*/ 1829605 h 2398711"/>
              <a:gd name="connsiteX71163" fmla="*/ 461867 w 2119654"/>
              <a:gd name="connsiteY71163" fmla="*/ 1828556 h 2398711"/>
              <a:gd name="connsiteX71164" fmla="*/ 1097856 w 2119654"/>
              <a:gd name="connsiteY71164" fmla="*/ 403097 h 2398711"/>
              <a:gd name="connsiteX71165" fmla="*/ 1098330 w 2119654"/>
              <a:gd name="connsiteY71165" fmla="*/ 403565 h 2398711"/>
              <a:gd name="connsiteX71166" fmla="*/ 1098731 w 2119654"/>
              <a:gd name="connsiteY71166" fmla="*/ 403008 h 2398711"/>
              <a:gd name="connsiteX71167" fmla="*/ 1098411 w 2119654"/>
              <a:gd name="connsiteY71167" fmla="*/ 402326 h 2398711"/>
              <a:gd name="connsiteX71168" fmla="*/ 1097581 w 2119654"/>
              <a:gd name="connsiteY71168" fmla="*/ 403479 h 2398711"/>
              <a:gd name="connsiteX71169" fmla="*/ 1097883 w 2119654"/>
              <a:gd name="connsiteY71169" fmla="*/ 404186 h 2398711"/>
              <a:gd name="connsiteX71170" fmla="*/ 1098100 w 2119654"/>
              <a:gd name="connsiteY71170" fmla="*/ 403887 h 2398711"/>
              <a:gd name="connsiteX71171" fmla="*/ 1097625 w 2119654"/>
              <a:gd name="connsiteY71171" fmla="*/ 403418 h 2398711"/>
              <a:gd name="connsiteX71172" fmla="*/ 447171 w 2119654"/>
              <a:gd name="connsiteY71172" fmla="*/ 1859499 h 2398711"/>
              <a:gd name="connsiteX71173" fmla="*/ 454135 w 2119654"/>
              <a:gd name="connsiteY71173" fmla="*/ 1862299 h 2398711"/>
              <a:gd name="connsiteX71174" fmla="*/ 454327 w 2119654"/>
              <a:gd name="connsiteY71174" fmla="*/ 1859935 h 2398711"/>
              <a:gd name="connsiteX71175" fmla="*/ 1095298 w 2119654"/>
              <a:gd name="connsiteY71175" fmla="*/ 408212 h 2398711"/>
              <a:gd name="connsiteX71176" fmla="*/ 1095848 w 2119654"/>
              <a:gd name="connsiteY71176" fmla="*/ 409165 h 2398711"/>
              <a:gd name="connsiteX71177" fmla="*/ 1097182 w 2119654"/>
              <a:gd name="connsiteY71177" fmla="*/ 410723 h 2398711"/>
              <a:gd name="connsiteX71178" fmla="*/ 1097769 w 2119654"/>
              <a:gd name="connsiteY71178" fmla="*/ 409517 h 2398711"/>
              <a:gd name="connsiteX71179" fmla="*/ 1096501 w 2119654"/>
              <a:gd name="connsiteY71179" fmla="*/ 406539 h 2398711"/>
              <a:gd name="connsiteX71180" fmla="*/ 466188 w 2119654"/>
              <a:gd name="connsiteY71180" fmla="*/ 1816823 h 2398711"/>
              <a:gd name="connsiteX71181" fmla="*/ 466626 w 2119654"/>
              <a:gd name="connsiteY71181" fmla="*/ 1818709 h 2398711"/>
              <a:gd name="connsiteX71182" fmla="*/ 467069 w 2119654"/>
              <a:gd name="connsiteY71182" fmla="*/ 1818901 h 2398711"/>
              <a:gd name="connsiteX71183" fmla="*/ 467068 w 2119654"/>
              <a:gd name="connsiteY71183" fmla="*/ 1816625 h 2398711"/>
              <a:gd name="connsiteX71184" fmla="*/ 1092923 w 2119654"/>
              <a:gd name="connsiteY71184" fmla="*/ 412534 h 2398711"/>
              <a:gd name="connsiteX71185" fmla="*/ 1092783 w 2119654"/>
              <a:gd name="connsiteY71185" fmla="*/ 413105 h 2398711"/>
              <a:gd name="connsiteX71186" fmla="*/ 1094473 w 2119654"/>
              <a:gd name="connsiteY71186" fmla="*/ 416296 h 2398711"/>
              <a:gd name="connsiteX71187" fmla="*/ 1095096 w 2119654"/>
              <a:gd name="connsiteY71187" fmla="*/ 415015 h 2398711"/>
              <a:gd name="connsiteX71188" fmla="*/ 1093742 w 2119654"/>
              <a:gd name="connsiteY71188" fmla="*/ 413453 h 2398711"/>
              <a:gd name="connsiteX71189" fmla="*/ 1154424 w 2119654"/>
              <a:gd name="connsiteY71189" fmla="*/ 274575 h 2398711"/>
              <a:gd name="connsiteX71190" fmla="*/ 1156184 w 2119654"/>
              <a:gd name="connsiteY71190" fmla="*/ 278159 h 2398711"/>
              <a:gd name="connsiteX71191" fmla="*/ 1155924 w 2119654"/>
              <a:gd name="connsiteY71191" fmla="*/ 276039 h 2398711"/>
              <a:gd name="connsiteX71192" fmla="*/ 1154934 w 2119654"/>
              <a:gd name="connsiteY71192" fmla="*/ 275063 h 2398711"/>
              <a:gd name="connsiteX71193" fmla="*/ 1066583 w 2119654"/>
              <a:gd name="connsiteY71193" fmla="*/ 471226 h 2398711"/>
              <a:gd name="connsiteX71194" fmla="*/ 1066286 w 2119654"/>
              <a:gd name="connsiteY71194" fmla="*/ 478076 h 2398711"/>
              <a:gd name="connsiteX71195" fmla="*/ 1068685 w 2119654"/>
              <a:gd name="connsiteY71195" fmla="*/ 472594 h 2398711"/>
              <a:gd name="connsiteX71196" fmla="*/ 1107168 w 2119654"/>
              <a:gd name="connsiteY71196" fmla="*/ 380124 h 2398711"/>
              <a:gd name="connsiteX71197" fmla="*/ 1108025 w 2119654"/>
              <a:gd name="connsiteY71197" fmla="*/ 383178 h 2398711"/>
              <a:gd name="connsiteX71198" fmla="*/ 1108467 w 2119654"/>
              <a:gd name="connsiteY71198" fmla="*/ 383523 h 2398711"/>
              <a:gd name="connsiteX71199" fmla="*/ 1108349 w 2119654"/>
              <a:gd name="connsiteY71199" fmla="*/ 381290 h 2398711"/>
              <a:gd name="connsiteX71200" fmla="*/ 1093228 w 2119654"/>
              <a:gd name="connsiteY71200" fmla="*/ 411277 h 2398711"/>
              <a:gd name="connsiteX71201" fmla="*/ 1092982 w 2119654"/>
              <a:gd name="connsiteY71201" fmla="*/ 412291 h 2398711"/>
              <a:gd name="connsiteX71202" fmla="*/ 1095207 w 2119654"/>
              <a:gd name="connsiteY71202" fmla="*/ 414787 h 2398711"/>
              <a:gd name="connsiteX71203" fmla="*/ 1095578 w 2119654"/>
              <a:gd name="connsiteY71203" fmla="*/ 414023 h 2398711"/>
              <a:gd name="connsiteX71204" fmla="*/ 1093352 w 2119654"/>
              <a:gd name="connsiteY71204" fmla="*/ 410921 h 2398711"/>
              <a:gd name="connsiteX71205" fmla="*/ 1095734 w 2119654"/>
              <a:gd name="connsiteY71205" fmla="*/ 413703 h 2398711"/>
              <a:gd name="connsiteX71206" fmla="*/ 1096794 w 2119654"/>
              <a:gd name="connsiteY71206" fmla="*/ 411522 h 2398711"/>
              <a:gd name="connsiteX71207" fmla="*/ 1095773 w 2119654"/>
              <a:gd name="connsiteY71207" fmla="*/ 409749 h 2398711"/>
              <a:gd name="connsiteX71208" fmla="*/ 1094915 w 2119654"/>
              <a:gd name="connsiteY71208" fmla="*/ 408746 h 2398711"/>
              <a:gd name="connsiteX71209" fmla="*/ 1094801 w 2119654"/>
              <a:gd name="connsiteY71209" fmla="*/ 407347 h 2398711"/>
              <a:gd name="connsiteX71210" fmla="*/ 1095162 w 2119654"/>
              <a:gd name="connsiteY71210" fmla="*/ 407974 h 2398711"/>
              <a:gd name="connsiteX71211" fmla="*/ 1096387 w 2119654"/>
              <a:gd name="connsiteY71211" fmla="*/ 406269 h 2398711"/>
              <a:gd name="connsiteX71212" fmla="*/ 1096085 w 2119654"/>
              <a:gd name="connsiteY71212" fmla="*/ 405560 h 2398711"/>
              <a:gd name="connsiteX71213" fmla="*/ 1073132 w 2119654"/>
              <a:gd name="connsiteY71213" fmla="*/ 455809 h 2398711"/>
              <a:gd name="connsiteX71214" fmla="*/ 1074951 w 2119654"/>
              <a:gd name="connsiteY71214" fmla="*/ 458221 h 2398711"/>
              <a:gd name="connsiteX71215" fmla="*/ 1074806 w 2119654"/>
              <a:gd name="connsiteY71215" fmla="*/ 457545 h 2398711"/>
              <a:gd name="connsiteX71216" fmla="*/ 1073197 w 2119654"/>
              <a:gd name="connsiteY71216" fmla="*/ 455848 h 2398711"/>
              <a:gd name="connsiteX71217" fmla="*/ 1073880 w 2119654"/>
              <a:gd name="connsiteY71217" fmla="*/ 454108 h 2398711"/>
              <a:gd name="connsiteX71218" fmla="*/ 1074108 w 2119654"/>
              <a:gd name="connsiteY71218" fmla="*/ 454308 h 2398711"/>
              <a:gd name="connsiteX71219" fmla="*/ 1074033 w 2119654"/>
              <a:gd name="connsiteY71219" fmla="*/ 453961 h 2398711"/>
              <a:gd name="connsiteX71220" fmla="*/ 1094569 w 2119654"/>
              <a:gd name="connsiteY71220" fmla="*/ 407670 h 2398711"/>
              <a:gd name="connsiteX71221" fmla="*/ 1094590 w 2119654"/>
              <a:gd name="connsiteY71221" fmla="*/ 407695 h 2398711"/>
              <a:gd name="connsiteX71222" fmla="*/ 1094572 w 2119654"/>
              <a:gd name="connsiteY71222" fmla="*/ 407665 h 2398711"/>
              <a:gd name="connsiteX71223" fmla="*/ 1092642 w 2119654"/>
              <a:gd name="connsiteY71223" fmla="*/ 411910 h 2398711"/>
              <a:gd name="connsiteX71224" fmla="*/ 1092757 w 2119654"/>
              <a:gd name="connsiteY71224" fmla="*/ 412041 h 2398711"/>
              <a:gd name="connsiteX71225" fmla="*/ 1092864 w 2119654"/>
              <a:gd name="connsiteY71225" fmla="*/ 411601 h 2398711"/>
              <a:gd name="connsiteX71226" fmla="*/ 1092360 w 2119654"/>
              <a:gd name="connsiteY71226" fmla="*/ 412302 h 2398711"/>
              <a:gd name="connsiteX71227" fmla="*/ 1092588 w 2119654"/>
              <a:gd name="connsiteY71227" fmla="*/ 412735 h 2398711"/>
              <a:gd name="connsiteX71228" fmla="*/ 1092698 w 2119654"/>
              <a:gd name="connsiteY71228" fmla="*/ 412282 h 2398711"/>
              <a:gd name="connsiteX71229" fmla="*/ 1092519 w 2119654"/>
              <a:gd name="connsiteY71229" fmla="*/ 412081 h 2398711"/>
              <a:gd name="connsiteX71230" fmla="*/ 1067461 w 2119654"/>
              <a:gd name="connsiteY71230" fmla="*/ 467852 h 2398711"/>
              <a:gd name="connsiteX71231" fmla="*/ 1069456 w 2119654"/>
              <a:gd name="connsiteY71231" fmla="*/ 470498 h 2398711"/>
              <a:gd name="connsiteX71232" fmla="*/ 1069570 w 2119654"/>
              <a:gd name="connsiteY71232" fmla="*/ 470572 h 2398711"/>
              <a:gd name="connsiteX71233" fmla="*/ 1070080 w 2119654"/>
              <a:gd name="connsiteY71233" fmla="*/ 469406 h 2398711"/>
              <a:gd name="connsiteX71234" fmla="*/ 1093869 w 2119654"/>
              <a:gd name="connsiteY71234" fmla="*/ 408645 h 2398711"/>
              <a:gd name="connsiteX71235" fmla="*/ 1093454 w 2119654"/>
              <a:gd name="connsiteY71235" fmla="*/ 410350 h 2398711"/>
              <a:gd name="connsiteX71236" fmla="*/ 1094748 w 2119654"/>
              <a:gd name="connsiteY71236" fmla="*/ 408551 h 2398711"/>
              <a:gd name="connsiteX71237" fmla="*/ 1094308 w 2119654"/>
              <a:gd name="connsiteY71237" fmla="*/ 408035 h 2398711"/>
              <a:gd name="connsiteX71238" fmla="*/ 460009 w 2119654"/>
              <a:gd name="connsiteY71238" fmla="*/ 1827854 h 2398711"/>
              <a:gd name="connsiteX71239" fmla="*/ 460187 w 2119654"/>
              <a:gd name="connsiteY71239" fmla="*/ 1827987 h 2398711"/>
              <a:gd name="connsiteX71240" fmla="*/ 460319 w 2119654"/>
              <a:gd name="connsiteY71240" fmla="*/ 1827947 h 2398711"/>
              <a:gd name="connsiteX71241" fmla="*/ 1094082 w 2119654"/>
              <a:gd name="connsiteY71241" fmla="*/ 407770 h 2398711"/>
              <a:gd name="connsiteX71242" fmla="*/ 1094080 w 2119654"/>
              <a:gd name="connsiteY71242" fmla="*/ 407776 h 2398711"/>
              <a:gd name="connsiteX71243" fmla="*/ 1094083 w 2119654"/>
              <a:gd name="connsiteY71243" fmla="*/ 407772 h 2398711"/>
              <a:gd name="connsiteX71244" fmla="*/ 1072999 w 2119654"/>
              <a:gd name="connsiteY71244" fmla="*/ 454961 h 2398711"/>
              <a:gd name="connsiteX71245" fmla="*/ 1073280 w 2119654"/>
              <a:gd name="connsiteY71245" fmla="*/ 455252 h 2398711"/>
              <a:gd name="connsiteX71246" fmla="*/ 1074463 w 2119654"/>
              <a:gd name="connsiteY71246" fmla="*/ 455953 h 2398711"/>
              <a:gd name="connsiteX71247" fmla="*/ 1074358 w 2119654"/>
              <a:gd name="connsiteY71247" fmla="*/ 455469 h 2398711"/>
              <a:gd name="connsiteX71248" fmla="*/ 1073377 w 2119654"/>
              <a:gd name="connsiteY71248" fmla="*/ 454596 h 2398711"/>
              <a:gd name="connsiteX71249" fmla="*/ 429017 w 2119654"/>
              <a:gd name="connsiteY71249" fmla="*/ 1896863 h 2398711"/>
              <a:gd name="connsiteX71250" fmla="*/ 430067 w 2119654"/>
              <a:gd name="connsiteY71250" fmla="*/ 1897344 h 2398711"/>
              <a:gd name="connsiteX71251" fmla="*/ 441386 w 2119654"/>
              <a:gd name="connsiteY71251" fmla="*/ 1899585 h 2398711"/>
              <a:gd name="connsiteX71252" fmla="*/ 441331 w 2119654"/>
              <a:gd name="connsiteY71252" fmla="*/ 1899067 h 2398711"/>
              <a:gd name="connsiteX71253" fmla="*/ 435175 w 2119654"/>
              <a:gd name="connsiteY71253" fmla="*/ 1897356 h 2398711"/>
              <a:gd name="connsiteX71254" fmla="*/ 441317 w 2119654"/>
              <a:gd name="connsiteY71254" fmla="*/ 1898935 h 2398711"/>
              <a:gd name="connsiteX71255" fmla="*/ 441112 w 2119654"/>
              <a:gd name="connsiteY71255" fmla="*/ 1897015 h 2398711"/>
              <a:gd name="connsiteX71256" fmla="*/ 433607 w 2119654"/>
              <a:gd name="connsiteY71256" fmla="*/ 1896921 h 2398711"/>
              <a:gd name="connsiteX71257" fmla="*/ 435175 w 2119654"/>
              <a:gd name="connsiteY71257" fmla="*/ 1897356 h 2398711"/>
              <a:gd name="connsiteX71258" fmla="*/ 433472 w 2119654"/>
              <a:gd name="connsiteY71258" fmla="*/ 1896919 h 2398711"/>
              <a:gd name="connsiteX71259" fmla="*/ 1094245 w 2119654"/>
              <a:gd name="connsiteY71259" fmla="*/ 407098 h 2398711"/>
              <a:gd name="connsiteX71260" fmla="*/ 1094209 w 2119654"/>
              <a:gd name="connsiteY71260" fmla="*/ 407250 h 2398711"/>
              <a:gd name="connsiteX71261" fmla="*/ 1094344 w 2119654"/>
              <a:gd name="connsiteY71261" fmla="*/ 407409 h 2398711"/>
              <a:gd name="connsiteX71262" fmla="*/ 1094389 w 2119654"/>
              <a:gd name="connsiteY71262" fmla="*/ 407346 h 2398711"/>
              <a:gd name="connsiteX71263" fmla="*/ 1092745 w 2119654"/>
              <a:gd name="connsiteY71263" fmla="*/ 410209 h 2398711"/>
              <a:gd name="connsiteX71264" fmla="*/ 1093101 w 2119654"/>
              <a:gd name="connsiteY71264" fmla="*/ 410627 h 2398711"/>
              <a:gd name="connsiteX71265" fmla="*/ 1093437 w 2119654"/>
              <a:gd name="connsiteY71265" fmla="*/ 409246 h 2398711"/>
              <a:gd name="connsiteX71266" fmla="*/ 439068 w 2119654"/>
              <a:gd name="connsiteY71266" fmla="*/ 1873915 h 2398711"/>
              <a:gd name="connsiteX71267" fmla="*/ 439272 w 2119654"/>
              <a:gd name="connsiteY71267" fmla="*/ 1875828 h 2398711"/>
              <a:gd name="connsiteX71268" fmla="*/ 452617 w 2119654"/>
              <a:gd name="connsiteY71268" fmla="*/ 1881081 h 2398711"/>
              <a:gd name="connsiteX71269" fmla="*/ 453246 w 2119654"/>
              <a:gd name="connsiteY71269" fmla="*/ 1873305 h 2398711"/>
              <a:gd name="connsiteX71270" fmla="*/ 451246 w 2119654"/>
              <a:gd name="connsiteY71270" fmla="*/ 1871931 h 2398711"/>
              <a:gd name="connsiteX71271" fmla="*/ 450452 w 2119654"/>
              <a:gd name="connsiteY71271" fmla="*/ 1871322 h 2398711"/>
              <a:gd name="connsiteX71272" fmla="*/ 447539 w 2119654"/>
              <a:gd name="connsiteY71272" fmla="*/ 1871340 h 2398711"/>
              <a:gd name="connsiteX71273" fmla="*/ 1092022 w 2119654"/>
              <a:gd name="connsiteY71273" fmla="*/ 411215 h 2398711"/>
              <a:gd name="connsiteX71274" fmla="*/ 1092471 w 2119654"/>
              <a:gd name="connsiteY71274" fmla="*/ 411719 h 2398711"/>
              <a:gd name="connsiteX71275" fmla="*/ 1092989 w 2119654"/>
              <a:gd name="connsiteY71275" fmla="*/ 410998 h 2398711"/>
              <a:gd name="connsiteX71276" fmla="*/ 1092549 w 2119654"/>
              <a:gd name="connsiteY71276" fmla="*/ 410481 h 2398711"/>
              <a:gd name="connsiteX71277" fmla="*/ 1067177 w 2119654"/>
              <a:gd name="connsiteY71277" fmla="*/ 466818 h 2398711"/>
              <a:gd name="connsiteX71278" fmla="*/ 1070380 w 2119654"/>
              <a:gd name="connsiteY71278" fmla="*/ 468719 h 2398711"/>
              <a:gd name="connsiteX71279" fmla="*/ 1071793 w 2119654"/>
              <a:gd name="connsiteY71279" fmla="*/ 465490 h 2398711"/>
              <a:gd name="connsiteX71280" fmla="*/ 1070782 w 2119654"/>
              <a:gd name="connsiteY71280" fmla="*/ 463327 h 2398711"/>
              <a:gd name="connsiteX71281" fmla="*/ 1091885 w 2119654"/>
              <a:gd name="connsiteY71281" fmla="*/ 411406 h 2398711"/>
              <a:gd name="connsiteX71282" fmla="*/ 1092229 w 2119654"/>
              <a:gd name="connsiteY71282" fmla="*/ 412055 h 2398711"/>
              <a:gd name="connsiteX71283" fmla="*/ 1092348 w 2119654"/>
              <a:gd name="connsiteY71283" fmla="*/ 411890 h 2398711"/>
              <a:gd name="connsiteX71284" fmla="*/ 1091899 w 2119654"/>
              <a:gd name="connsiteY71284" fmla="*/ 411386 h 2398711"/>
              <a:gd name="connsiteX71285" fmla="*/ 439919 w 2119654"/>
              <a:gd name="connsiteY71285" fmla="*/ 1870975 h 2398711"/>
              <a:gd name="connsiteX71286" fmla="*/ 447872 w 2119654"/>
              <a:gd name="connsiteY71286" fmla="*/ 1870924 h 2398711"/>
              <a:gd name="connsiteX71287" fmla="*/ 449348 w 2119654"/>
              <a:gd name="connsiteY71287" fmla="*/ 1870476 h 2398711"/>
              <a:gd name="connsiteX71288" fmla="*/ 447104 w 2119654"/>
              <a:gd name="connsiteY71288" fmla="*/ 1868755 h 2398711"/>
              <a:gd name="connsiteX71289" fmla="*/ 1095153 w 2119654"/>
              <a:gd name="connsiteY71289" fmla="*/ 403366 h 2398711"/>
              <a:gd name="connsiteX71290" fmla="*/ 1094368 w 2119654"/>
              <a:gd name="connsiteY71290" fmla="*/ 406594 h 2398711"/>
              <a:gd name="connsiteX71291" fmla="*/ 1094617 w 2119654"/>
              <a:gd name="connsiteY71291" fmla="*/ 407028 h 2398711"/>
              <a:gd name="connsiteX71292" fmla="*/ 1095932 w 2119654"/>
              <a:gd name="connsiteY71292" fmla="*/ 405200 h 2398711"/>
              <a:gd name="connsiteX71293" fmla="*/ 1109574 w 2119654"/>
              <a:gd name="connsiteY71293" fmla="*/ 370725 h 2398711"/>
              <a:gd name="connsiteX71294" fmla="*/ 1110279 w 2119654"/>
              <a:gd name="connsiteY71294" fmla="*/ 376277 h 2398711"/>
              <a:gd name="connsiteX71295" fmla="*/ 1110633 w 2119654"/>
              <a:gd name="connsiteY71295" fmla="*/ 382979 h 2398711"/>
              <a:gd name="connsiteX71296" fmla="*/ 1110737 w 2119654"/>
              <a:gd name="connsiteY71296" fmla="*/ 383081 h 2398711"/>
              <a:gd name="connsiteX71297" fmla="*/ 1113612 w 2119654"/>
              <a:gd name="connsiteY71297" fmla="*/ 377362 h 2398711"/>
              <a:gd name="connsiteX71298" fmla="*/ 1109685 w 2119654"/>
              <a:gd name="connsiteY71298" fmla="*/ 369928 h 2398711"/>
              <a:gd name="connsiteX71299" fmla="*/ 1113870 w 2119654"/>
              <a:gd name="connsiteY71299" fmla="*/ 376848 h 2398711"/>
              <a:gd name="connsiteX71300" fmla="*/ 1114965 w 2119654"/>
              <a:gd name="connsiteY71300" fmla="*/ 374669 h 2398711"/>
              <a:gd name="connsiteX71301" fmla="*/ 1114739 w 2119654"/>
              <a:gd name="connsiteY71301" fmla="*/ 373859 h 2398711"/>
              <a:gd name="connsiteX71302" fmla="*/ 1086143 w 2119654"/>
              <a:gd name="connsiteY71302" fmla="*/ 422576 h 2398711"/>
              <a:gd name="connsiteX71303" fmla="*/ 1086339 w 2119654"/>
              <a:gd name="connsiteY71303" fmla="*/ 422878 h 2398711"/>
              <a:gd name="connsiteX71304" fmla="*/ 1086341 w 2119654"/>
              <a:gd name="connsiteY71304" fmla="*/ 422743 h 2398711"/>
              <a:gd name="connsiteX71305" fmla="*/ 444298 w 2119654"/>
              <a:gd name="connsiteY71305" fmla="*/ 1859325 h 2398711"/>
              <a:gd name="connsiteX71306" fmla="*/ 453832 w 2119654"/>
              <a:gd name="connsiteY71306" fmla="*/ 1866055 h 2398711"/>
              <a:gd name="connsiteX71307" fmla="*/ 454110 w 2119654"/>
              <a:gd name="connsiteY71307" fmla="*/ 1862618 h 2398711"/>
              <a:gd name="connsiteX71308" fmla="*/ 446203 w 2119654"/>
              <a:gd name="connsiteY71308" fmla="*/ 1859440 h 2398711"/>
              <a:gd name="connsiteX71309" fmla="*/ 427542 w 2119654"/>
              <a:gd name="connsiteY71309" fmla="*/ 1896844 h 2398711"/>
              <a:gd name="connsiteX71310" fmla="*/ 428819 w 2119654"/>
              <a:gd name="connsiteY71310" fmla="*/ 1897097 h 2398711"/>
              <a:gd name="connsiteX71311" fmla="*/ 428288 w 2119654"/>
              <a:gd name="connsiteY71311" fmla="*/ 1896854 h 2398711"/>
              <a:gd name="connsiteX71312" fmla="*/ 438800 w 2119654"/>
              <a:gd name="connsiteY71312" fmla="*/ 1871396 h 2398711"/>
              <a:gd name="connsiteX71313" fmla="*/ 439035 w 2119654"/>
              <a:gd name="connsiteY71313" fmla="*/ 1873610 h 2398711"/>
              <a:gd name="connsiteX71314" fmla="*/ 446481 w 2119654"/>
              <a:gd name="connsiteY71314" fmla="*/ 1871347 h 2398711"/>
              <a:gd name="connsiteX71315" fmla="*/ 1069409 w 2119654"/>
              <a:gd name="connsiteY71315" fmla="*/ 458950 h 2398711"/>
              <a:gd name="connsiteX71316" fmla="*/ 1070913 w 2119654"/>
              <a:gd name="connsiteY71316" fmla="*/ 462164 h 2398711"/>
              <a:gd name="connsiteX71317" fmla="*/ 1073848 w 2119654"/>
              <a:gd name="connsiteY71317" fmla="*/ 459323 h 2398711"/>
              <a:gd name="connsiteX71318" fmla="*/ 1072305 w 2119654"/>
              <a:gd name="connsiteY71318" fmla="*/ 456132 h 2398711"/>
              <a:gd name="connsiteX71319" fmla="*/ 1072103 w 2119654"/>
              <a:gd name="connsiteY71319" fmla="*/ 455864 h 2398711"/>
              <a:gd name="connsiteX71320" fmla="*/ 1116318 w 2119654"/>
              <a:gd name="connsiteY71320" fmla="*/ 353780 h 2398711"/>
              <a:gd name="connsiteX71321" fmla="*/ 1117263 w 2119654"/>
              <a:gd name="connsiteY71321" fmla="*/ 361225 h 2398711"/>
              <a:gd name="connsiteX71322" fmla="*/ 1117687 w 2119654"/>
              <a:gd name="connsiteY71322" fmla="*/ 369255 h 2398711"/>
              <a:gd name="connsiteX71323" fmla="*/ 1120214 w 2119654"/>
              <a:gd name="connsiteY71323" fmla="*/ 364229 h 2398711"/>
              <a:gd name="connsiteX71324" fmla="*/ 1120427 w 2119654"/>
              <a:gd name="connsiteY71324" fmla="*/ 364129 h 2398711"/>
              <a:gd name="connsiteX71325" fmla="*/ 1117703 w 2119654"/>
              <a:gd name="connsiteY71325" fmla="*/ 369548 h 2398711"/>
              <a:gd name="connsiteX71326" fmla="*/ 1117757 w 2119654"/>
              <a:gd name="connsiteY71326" fmla="*/ 370584 h 2398711"/>
              <a:gd name="connsiteX71327" fmla="*/ 1121731 w 2119654"/>
              <a:gd name="connsiteY71327" fmla="*/ 362679 h 2398711"/>
              <a:gd name="connsiteX71328" fmla="*/ 1086243 w 2119654"/>
              <a:gd name="connsiteY71328" fmla="*/ 420812 h 2398711"/>
              <a:gd name="connsiteX71329" fmla="*/ 1086375 w 2119654"/>
              <a:gd name="connsiteY71329" fmla="*/ 420921 h 2398711"/>
              <a:gd name="connsiteX71330" fmla="*/ 1086380 w 2119654"/>
              <a:gd name="connsiteY71330" fmla="*/ 420622 h 2398711"/>
              <a:gd name="connsiteX71331" fmla="*/ 1069244 w 2119654"/>
              <a:gd name="connsiteY71331" fmla="*/ 458598 h 2398711"/>
              <a:gd name="connsiteX71332" fmla="*/ 1069256 w 2119654"/>
              <a:gd name="connsiteY71332" fmla="*/ 458623 h 2398711"/>
              <a:gd name="connsiteX71333" fmla="*/ 1069442 w 2119654"/>
              <a:gd name="connsiteY71333" fmla="*/ 458406 h 2398711"/>
              <a:gd name="connsiteX71334" fmla="*/ 1085737 w 2119654"/>
              <a:gd name="connsiteY71334" fmla="*/ 421516 h 2398711"/>
              <a:gd name="connsiteX71335" fmla="*/ 1086355 w 2119654"/>
              <a:gd name="connsiteY71335" fmla="*/ 422032 h 2398711"/>
              <a:gd name="connsiteX71336" fmla="*/ 1086365 w 2119654"/>
              <a:gd name="connsiteY71336" fmla="*/ 421451 h 2398711"/>
              <a:gd name="connsiteX71337" fmla="*/ 1086003 w 2119654"/>
              <a:gd name="connsiteY71337" fmla="*/ 421147 h 2398711"/>
              <a:gd name="connsiteX71338" fmla="*/ 1068530 w 2119654"/>
              <a:gd name="connsiteY71338" fmla="*/ 459955 h 2398711"/>
              <a:gd name="connsiteX71339" fmla="*/ 1070054 w 2119654"/>
              <a:gd name="connsiteY71339" fmla="*/ 461771 h 2398711"/>
              <a:gd name="connsiteX71340" fmla="*/ 1068969 w 2119654"/>
              <a:gd name="connsiteY71340" fmla="*/ 459453 h 2398711"/>
              <a:gd name="connsiteX71341" fmla="*/ 460373 w 2119654"/>
              <a:gd name="connsiteY71341" fmla="*/ 1821524 h 2398711"/>
              <a:gd name="connsiteX71342" fmla="*/ 461123 w 2119654"/>
              <a:gd name="connsiteY71342" fmla="*/ 1823277 h 2398711"/>
              <a:gd name="connsiteX71343" fmla="*/ 461776 w 2119654"/>
              <a:gd name="connsiteY71343" fmla="*/ 1823856 h 2398711"/>
              <a:gd name="connsiteX71344" fmla="*/ 465186 w 2119654"/>
              <a:gd name="connsiteY71344" fmla="*/ 1824876 h 2398711"/>
              <a:gd name="connsiteX71345" fmla="*/ 465036 w 2119654"/>
              <a:gd name="connsiteY71345" fmla="*/ 1824231 h 2398711"/>
              <a:gd name="connsiteX71346" fmla="*/ 450689 w 2119654"/>
              <a:gd name="connsiteY71346" fmla="*/ 1842915 h 2398711"/>
              <a:gd name="connsiteX71347" fmla="*/ 455498 w 2119654"/>
              <a:gd name="connsiteY71347" fmla="*/ 1845443 h 2398711"/>
              <a:gd name="connsiteX71348" fmla="*/ 455591 w 2119654"/>
              <a:gd name="connsiteY71348" fmla="*/ 1844290 h 2398711"/>
              <a:gd name="connsiteX71349" fmla="*/ 455256 w 2119654"/>
              <a:gd name="connsiteY71349" fmla="*/ 1844009 h 2398711"/>
              <a:gd name="connsiteX71350" fmla="*/ 436440 w 2119654"/>
              <a:gd name="connsiteY71350" fmla="*/ 1874713 h 2398711"/>
              <a:gd name="connsiteX71351" fmla="*/ 438836 w 2119654"/>
              <a:gd name="connsiteY71351" fmla="*/ 1875656 h 2398711"/>
              <a:gd name="connsiteX71352" fmla="*/ 438663 w 2119654"/>
              <a:gd name="connsiteY71352" fmla="*/ 1874038 h 2398711"/>
              <a:gd name="connsiteX71353" fmla="*/ 1170385 w 2119654"/>
              <a:gd name="connsiteY71353" fmla="*/ 230921 h 2398711"/>
              <a:gd name="connsiteX71354" fmla="*/ 1176722 w 2119654"/>
              <a:gd name="connsiteY71354" fmla="*/ 262786 h 2398711"/>
              <a:gd name="connsiteX71355" fmla="*/ 1181423 w 2119654"/>
              <a:gd name="connsiteY71355" fmla="*/ 292597 h 2398711"/>
              <a:gd name="connsiteX71356" fmla="*/ 1195660 w 2119654"/>
              <a:gd name="connsiteY71356" fmla="*/ 265255 h 2398711"/>
              <a:gd name="connsiteX71357" fmla="*/ 1185779 w 2119654"/>
              <a:gd name="connsiteY71357" fmla="*/ 244418 h 2398711"/>
              <a:gd name="connsiteX71358" fmla="*/ 1175297 w 2119654"/>
              <a:gd name="connsiteY71358" fmla="*/ 223057 h 2398711"/>
              <a:gd name="connsiteX71359" fmla="*/ 1068222 w 2119654"/>
              <a:gd name="connsiteY71359" fmla="*/ 459586 h 2398711"/>
              <a:gd name="connsiteX71360" fmla="*/ 1068324 w 2119654"/>
              <a:gd name="connsiteY71360" fmla="*/ 459709 h 2398711"/>
              <a:gd name="connsiteX71361" fmla="*/ 1068819 w 2119654"/>
              <a:gd name="connsiteY71361" fmla="*/ 459132 h 2398711"/>
              <a:gd name="connsiteX71362" fmla="*/ 1068779 w 2119654"/>
              <a:gd name="connsiteY71362" fmla="*/ 459049 h 2398711"/>
              <a:gd name="connsiteX71363" fmla="*/ 460182 w 2119654"/>
              <a:gd name="connsiteY71363" fmla="*/ 1821080 h 2398711"/>
              <a:gd name="connsiteX71364" fmla="*/ 460220 w 2119654"/>
              <a:gd name="connsiteY71364" fmla="*/ 1821168 h 2398711"/>
              <a:gd name="connsiteX71365" fmla="*/ 462168 w 2119654"/>
              <a:gd name="connsiteY71365" fmla="*/ 1822299 h 2398711"/>
              <a:gd name="connsiteX71366" fmla="*/ 1067474 w 2119654"/>
              <a:gd name="connsiteY71366" fmla="*/ 461165 h 2398711"/>
              <a:gd name="connsiteX71367" fmla="*/ 1066878 w 2119654"/>
              <a:gd name="connsiteY71367" fmla="*/ 464386 h 2398711"/>
              <a:gd name="connsiteX71368" fmla="*/ 1066802 w 2119654"/>
              <a:gd name="connsiteY71368" fmla="*/ 466143 h 2398711"/>
              <a:gd name="connsiteX71369" fmla="*/ 1070405 w 2119654"/>
              <a:gd name="connsiteY71369" fmla="*/ 462654 h 2398711"/>
              <a:gd name="connsiteX71370" fmla="*/ 1068362 w 2119654"/>
              <a:gd name="connsiteY71370" fmla="*/ 460148 h 2398711"/>
              <a:gd name="connsiteX71371" fmla="*/ 1085546 w 2119654"/>
              <a:gd name="connsiteY71371" fmla="*/ 420226 h 2398711"/>
              <a:gd name="connsiteX71372" fmla="*/ 1086052 w 2119654"/>
              <a:gd name="connsiteY71372" fmla="*/ 420651 h 2398711"/>
              <a:gd name="connsiteX71373" fmla="*/ 1086387 w 2119654"/>
              <a:gd name="connsiteY71373" fmla="*/ 420184 h 2398711"/>
              <a:gd name="connsiteX71374" fmla="*/ 1086408 w 2119654"/>
              <a:gd name="connsiteY71374" fmla="*/ 419027 h 2398711"/>
              <a:gd name="connsiteX71375" fmla="*/ 1067667 w 2119654"/>
              <a:gd name="connsiteY71375" fmla="*/ 460125 h 2398711"/>
              <a:gd name="connsiteX71376" fmla="*/ 1067584 w 2119654"/>
              <a:gd name="connsiteY71376" fmla="*/ 460571 h 2398711"/>
              <a:gd name="connsiteX71377" fmla="*/ 1068159 w 2119654"/>
              <a:gd name="connsiteY71377" fmla="*/ 459901 h 2398711"/>
              <a:gd name="connsiteX71378" fmla="*/ 1068045 w 2119654"/>
              <a:gd name="connsiteY71378" fmla="*/ 459759 h 2398711"/>
              <a:gd name="connsiteX71379" fmla="*/ 1046249 w 2119654"/>
              <a:gd name="connsiteY71379" fmla="*/ 507833 h 2398711"/>
              <a:gd name="connsiteX71380" fmla="*/ 1046273 w 2119654"/>
              <a:gd name="connsiteY71380" fmla="*/ 508075 h 2398711"/>
              <a:gd name="connsiteX71381" fmla="*/ 1046326 w 2119654"/>
              <a:gd name="connsiteY71381" fmla="*/ 507925 h 2398711"/>
              <a:gd name="connsiteX71382" fmla="*/ 1085057 w 2119654"/>
              <a:gd name="connsiteY71382" fmla="*/ 420905 h 2398711"/>
              <a:gd name="connsiteX71383" fmla="*/ 1085116 w 2119654"/>
              <a:gd name="connsiteY71383" fmla="*/ 420995 h 2398711"/>
              <a:gd name="connsiteX71384" fmla="*/ 1085545 w 2119654"/>
              <a:gd name="connsiteY71384" fmla="*/ 421355 h 2398711"/>
              <a:gd name="connsiteX71385" fmla="*/ 1085810 w 2119654"/>
              <a:gd name="connsiteY71385" fmla="*/ 420986 h 2398711"/>
              <a:gd name="connsiteX71386" fmla="*/ 1085304 w 2119654"/>
              <a:gd name="connsiteY71386" fmla="*/ 420562 h 2398711"/>
              <a:gd name="connsiteX71387" fmla="*/ 1070955 w 2119654"/>
              <a:gd name="connsiteY71387" fmla="*/ 452439 h 2398711"/>
              <a:gd name="connsiteX71388" fmla="*/ 1071363 w 2119654"/>
              <a:gd name="connsiteY71388" fmla="*/ 453282 h 2398711"/>
              <a:gd name="connsiteX71389" fmla="*/ 1072611 w 2119654"/>
              <a:gd name="connsiteY71389" fmla="*/ 454564 h 2398711"/>
              <a:gd name="connsiteX71390" fmla="*/ 1072961 w 2119654"/>
              <a:gd name="connsiteY71390" fmla="*/ 454225 h 2398711"/>
              <a:gd name="connsiteX71391" fmla="*/ 1082989 w 2119654"/>
              <a:gd name="connsiteY71391" fmla="*/ 425373 h 2398711"/>
              <a:gd name="connsiteX71392" fmla="*/ 1086171 w 2119654"/>
              <a:gd name="connsiteY71392" fmla="*/ 432444 h 2398711"/>
              <a:gd name="connsiteX71393" fmla="*/ 1086258 w 2119654"/>
              <a:gd name="connsiteY71393" fmla="*/ 427479 h 2398711"/>
              <a:gd name="connsiteX71394" fmla="*/ 1085687 w 2119654"/>
              <a:gd name="connsiteY71394" fmla="*/ 425430 h 2398711"/>
              <a:gd name="connsiteX71395" fmla="*/ 1084400 w 2119654"/>
              <a:gd name="connsiteY71395" fmla="*/ 423377 h 2398711"/>
              <a:gd name="connsiteX71396" fmla="*/ 1083795 w 2119654"/>
              <a:gd name="connsiteY71396" fmla="*/ 424219 h 2398711"/>
              <a:gd name="connsiteX71397" fmla="*/ 1090586 w 2119654"/>
              <a:gd name="connsiteY71397" fmla="*/ 408189 h 2398711"/>
              <a:gd name="connsiteX71398" fmla="*/ 1090712 w 2119654"/>
              <a:gd name="connsiteY71398" fmla="*/ 409194 h 2398711"/>
              <a:gd name="connsiteX71399" fmla="*/ 1091435 w 2119654"/>
              <a:gd name="connsiteY71399" fmla="*/ 410556 h 2398711"/>
              <a:gd name="connsiteX71400" fmla="*/ 1091793 w 2119654"/>
              <a:gd name="connsiteY71400" fmla="*/ 410958 h 2398711"/>
              <a:gd name="connsiteX71401" fmla="*/ 1092324 w 2119654"/>
              <a:gd name="connsiteY71401" fmla="*/ 410220 h 2398711"/>
              <a:gd name="connsiteX71402" fmla="*/ 427070 w 2119654"/>
              <a:gd name="connsiteY71402" fmla="*/ 1893860 h 2398711"/>
              <a:gd name="connsiteX71403" fmla="*/ 436158 w 2119654"/>
              <a:gd name="connsiteY71403" fmla="*/ 1893749 h 2398711"/>
              <a:gd name="connsiteX71404" fmla="*/ 440723 w 2119654"/>
              <a:gd name="connsiteY71404" fmla="*/ 1893358 h 2398711"/>
              <a:gd name="connsiteX71405" fmla="*/ 440515 w 2119654"/>
              <a:gd name="connsiteY71405" fmla="*/ 1891410 h 2398711"/>
              <a:gd name="connsiteX71406" fmla="*/ 438712 w 2119654"/>
              <a:gd name="connsiteY71406" fmla="*/ 1891147 h 2398711"/>
              <a:gd name="connsiteX71407" fmla="*/ 436420 w 2119654"/>
              <a:gd name="connsiteY71407" fmla="*/ 1891759 h 2398711"/>
              <a:gd name="connsiteX71408" fmla="*/ 460960 w 2119654"/>
              <a:gd name="connsiteY71408" fmla="*/ 1817917 h 2398711"/>
              <a:gd name="connsiteX71409" fmla="*/ 464005 w 2119654"/>
              <a:gd name="connsiteY71409" fmla="*/ 1819786 h 2398711"/>
              <a:gd name="connsiteX71410" fmla="*/ 463677 w 2119654"/>
              <a:gd name="connsiteY71410" fmla="*/ 1818373 h 2398711"/>
              <a:gd name="connsiteX71411" fmla="*/ 462544 w 2119654"/>
              <a:gd name="connsiteY71411" fmla="*/ 1817884 h 2398711"/>
              <a:gd name="connsiteX71412" fmla="*/ 462202 w 2119654"/>
              <a:gd name="connsiteY71412" fmla="*/ 1817719 h 2398711"/>
              <a:gd name="connsiteX71413" fmla="*/ 462043 w 2119654"/>
              <a:gd name="connsiteY71413" fmla="*/ 1817755 h 2398711"/>
              <a:gd name="connsiteX71414" fmla="*/ 1082113 w 2119654"/>
              <a:gd name="connsiteY71414" fmla="*/ 426628 h 2398711"/>
              <a:gd name="connsiteX71415" fmla="*/ 1085641 w 2119654"/>
              <a:gd name="connsiteY71415" fmla="*/ 434471 h 2398711"/>
              <a:gd name="connsiteX71416" fmla="*/ 1086092 w 2119654"/>
              <a:gd name="connsiteY71416" fmla="*/ 433543 h 2398711"/>
              <a:gd name="connsiteX71417" fmla="*/ 1082716 w 2119654"/>
              <a:gd name="connsiteY71417" fmla="*/ 425763 h 2398711"/>
              <a:gd name="connsiteX71418" fmla="*/ 1046273 w 2119654"/>
              <a:gd name="connsiteY71418" fmla="*/ 506866 h 2398711"/>
              <a:gd name="connsiteX71419" fmla="*/ 1046254 w 2119654"/>
              <a:gd name="connsiteY71419" fmla="*/ 507276 h 2398711"/>
              <a:gd name="connsiteX71420" fmla="*/ 1046467 w 2119654"/>
              <a:gd name="connsiteY71420" fmla="*/ 507522 h 2398711"/>
              <a:gd name="connsiteX71421" fmla="*/ 1046562 w 2119654"/>
              <a:gd name="connsiteY71421" fmla="*/ 507250 h 2398711"/>
              <a:gd name="connsiteX71422" fmla="*/ 1068123 w 2119654"/>
              <a:gd name="connsiteY71422" fmla="*/ 457648 h 2398711"/>
              <a:gd name="connsiteX71423" fmla="*/ 1067847 w 2119654"/>
              <a:gd name="connsiteY71423" fmla="*/ 459140 h 2398711"/>
              <a:gd name="connsiteX71424" fmla="*/ 1067864 w 2119654"/>
              <a:gd name="connsiteY71424" fmla="*/ 459159 h 2398711"/>
              <a:gd name="connsiteX71425" fmla="*/ 1068530 w 2119654"/>
              <a:gd name="connsiteY71425" fmla="*/ 458515 h 2398711"/>
              <a:gd name="connsiteX71426" fmla="*/ 426254 w 2119654"/>
              <a:gd name="connsiteY71426" fmla="*/ 1894878 h 2398711"/>
              <a:gd name="connsiteX71427" fmla="*/ 430890 w 2119654"/>
              <a:gd name="connsiteY71427" fmla="*/ 1896166 h 2398711"/>
              <a:gd name="connsiteX71428" fmla="*/ 441036 w 2119654"/>
              <a:gd name="connsiteY71428" fmla="*/ 1896293 h 2398711"/>
              <a:gd name="connsiteX71429" fmla="*/ 440784 w 2119654"/>
              <a:gd name="connsiteY71429" fmla="*/ 1893933 h 2398711"/>
              <a:gd name="connsiteX71430" fmla="*/ 438392 w 2119654"/>
              <a:gd name="connsiteY71430" fmla="*/ 1867575 h 2398711"/>
              <a:gd name="connsiteX71431" fmla="*/ 438738 w 2119654"/>
              <a:gd name="connsiteY71431" fmla="*/ 1870816 h 2398711"/>
              <a:gd name="connsiteX71432" fmla="*/ 446428 w 2119654"/>
              <a:gd name="connsiteY71432" fmla="*/ 1868438 h 2398711"/>
              <a:gd name="connsiteX71433" fmla="*/ 445010 w 2119654"/>
              <a:gd name="connsiteY71433" fmla="*/ 1868185 h 2398711"/>
              <a:gd name="connsiteX71434" fmla="*/ 1081124 w 2119654"/>
              <a:gd name="connsiteY71434" fmla="*/ 428043 h 2398711"/>
              <a:gd name="connsiteX71435" fmla="*/ 1083823 w 2119654"/>
              <a:gd name="connsiteY71435" fmla="*/ 434039 h 2398711"/>
              <a:gd name="connsiteX71436" fmla="*/ 1082714 w 2119654"/>
              <a:gd name="connsiteY71436" fmla="*/ 431077 h 2398711"/>
              <a:gd name="connsiteX71437" fmla="*/ 1082938 w 2119654"/>
              <a:gd name="connsiteY71437" fmla="*/ 431213 h 2398711"/>
              <a:gd name="connsiteX71438" fmla="*/ 1084803 w 2119654"/>
              <a:gd name="connsiteY71438" fmla="*/ 436196 h 2398711"/>
              <a:gd name="connsiteX71439" fmla="*/ 1085478 w 2119654"/>
              <a:gd name="connsiteY71439" fmla="*/ 434805 h 2398711"/>
              <a:gd name="connsiteX71440" fmla="*/ 1082000 w 2119654"/>
              <a:gd name="connsiteY71440" fmla="*/ 426789 h 2398711"/>
              <a:gd name="connsiteX71441" fmla="*/ 1084689 w 2119654"/>
              <a:gd name="connsiteY71441" fmla="*/ 420047 h 2398711"/>
              <a:gd name="connsiteX71442" fmla="*/ 1084830 w 2119654"/>
              <a:gd name="connsiteY71442" fmla="*/ 420555 h 2398711"/>
              <a:gd name="connsiteX71443" fmla="*/ 1084862 w 2119654"/>
              <a:gd name="connsiteY71443" fmla="*/ 420603 h 2398711"/>
              <a:gd name="connsiteX71444" fmla="*/ 1085045 w 2119654"/>
              <a:gd name="connsiteY71444" fmla="*/ 420347 h 2398711"/>
              <a:gd name="connsiteX71445" fmla="*/ 1082550 w 2119654"/>
              <a:gd name="connsiteY71445" fmla="*/ 424395 h 2398711"/>
              <a:gd name="connsiteX71446" fmla="*/ 1082862 w 2119654"/>
              <a:gd name="connsiteY71446" fmla="*/ 425088 h 2398711"/>
              <a:gd name="connsiteX71447" fmla="*/ 1084256 w 2119654"/>
              <a:gd name="connsiteY71447" fmla="*/ 423149 h 2398711"/>
              <a:gd name="connsiteX71448" fmla="*/ 1083878 w 2119654"/>
              <a:gd name="connsiteY71448" fmla="*/ 422546 h 2398711"/>
              <a:gd name="connsiteX71449" fmla="*/ 442242 w 2119654"/>
              <a:gd name="connsiteY71449" fmla="*/ 1857874 h 2398711"/>
              <a:gd name="connsiteX71450" fmla="*/ 443846 w 2119654"/>
              <a:gd name="connsiteY71450" fmla="*/ 1859005 h 2398711"/>
              <a:gd name="connsiteX71451" fmla="*/ 445913 w 2119654"/>
              <a:gd name="connsiteY71451" fmla="*/ 1859048 h 2398711"/>
              <a:gd name="connsiteX71452" fmla="*/ 445882 w 2119654"/>
              <a:gd name="connsiteY71452" fmla="*/ 1858982 h 2398711"/>
              <a:gd name="connsiteX71453" fmla="*/ 446056 w 2119654"/>
              <a:gd name="connsiteY71453" fmla="*/ 1859051 h 2398711"/>
              <a:gd name="connsiteX71454" fmla="*/ 454384 w 2119654"/>
              <a:gd name="connsiteY71454" fmla="*/ 1859225 h 2398711"/>
              <a:gd name="connsiteX71455" fmla="*/ 454512 w 2119654"/>
              <a:gd name="connsiteY71455" fmla="*/ 1857634 h 2398711"/>
              <a:gd name="connsiteX71456" fmla="*/ 1081664 w 2119654"/>
              <a:gd name="connsiteY71456" fmla="*/ 425631 h 2398711"/>
              <a:gd name="connsiteX71457" fmla="*/ 1081976 w 2119654"/>
              <a:gd name="connsiteY71457" fmla="*/ 426322 h 2398711"/>
              <a:gd name="connsiteX71458" fmla="*/ 1082589 w 2119654"/>
              <a:gd name="connsiteY71458" fmla="*/ 425469 h 2398711"/>
              <a:gd name="connsiteX71459" fmla="*/ 1082283 w 2119654"/>
              <a:gd name="connsiteY71459" fmla="*/ 424766 h 2398711"/>
              <a:gd name="connsiteX71460" fmla="*/ 1081755 w 2119654"/>
              <a:gd name="connsiteY71460" fmla="*/ 425501 h 2398711"/>
              <a:gd name="connsiteX71461" fmla="*/ 467410 w 2119654"/>
              <a:gd name="connsiteY71461" fmla="*/ 1801016 h 2398711"/>
              <a:gd name="connsiteX71462" fmla="*/ 467410 w 2119654"/>
              <a:gd name="connsiteY71462" fmla="*/ 1801099 h 2398711"/>
              <a:gd name="connsiteX71463" fmla="*/ 469320 w 2119654"/>
              <a:gd name="connsiteY71463" fmla="*/ 1802042 h 2398711"/>
              <a:gd name="connsiteX71464" fmla="*/ 469093 w 2119654"/>
              <a:gd name="connsiteY71464" fmla="*/ 1800686 h 2398711"/>
              <a:gd name="connsiteX71465" fmla="*/ 468884 w 2119654"/>
              <a:gd name="connsiteY71465" fmla="*/ 1800550 h 2398711"/>
              <a:gd name="connsiteX71466" fmla="*/ 1115720 w 2119654"/>
              <a:gd name="connsiteY71466" fmla="*/ 349052 h 2398711"/>
              <a:gd name="connsiteX71467" fmla="*/ 1116109 w 2119654"/>
              <a:gd name="connsiteY71467" fmla="*/ 352118 h 2398711"/>
              <a:gd name="connsiteX71468" fmla="*/ 1122078 w 2119654"/>
              <a:gd name="connsiteY71468" fmla="*/ 361989 h 2398711"/>
              <a:gd name="connsiteX71469" fmla="*/ 1122548 w 2119654"/>
              <a:gd name="connsiteY71469" fmla="*/ 361054 h 2398711"/>
              <a:gd name="connsiteX71470" fmla="*/ 1069848 w 2119654"/>
              <a:gd name="connsiteY71470" fmla="*/ 451455 h 2398711"/>
              <a:gd name="connsiteX71471" fmla="*/ 1070393 w 2119654"/>
              <a:gd name="connsiteY71471" fmla="*/ 452177 h 2398711"/>
              <a:gd name="connsiteX71472" fmla="*/ 1070192 w 2119654"/>
              <a:gd name="connsiteY71472" fmla="*/ 451760 h 2398711"/>
              <a:gd name="connsiteX71473" fmla="*/ 1080676 w 2119654"/>
              <a:gd name="connsiteY71473" fmla="*/ 427046 h 2398711"/>
              <a:gd name="connsiteX71474" fmla="*/ 1080976 w 2119654"/>
              <a:gd name="connsiteY71474" fmla="*/ 427714 h 2398711"/>
              <a:gd name="connsiteX71475" fmla="*/ 1081865 w 2119654"/>
              <a:gd name="connsiteY71475" fmla="*/ 426477 h 2398711"/>
              <a:gd name="connsiteX71476" fmla="*/ 1081562 w 2119654"/>
              <a:gd name="connsiteY71476" fmla="*/ 425777 h 2398711"/>
              <a:gd name="connsiteX71477" fmla="*/ 1068925 w 2119654"/>
              <a:gd name="connsiteY71477" fmla="*/ 453313 h 2398711"/>
              <a:gd name="connsiteX71478" fmla="*/ 1068315 w 2119654"/>
              <a:gd name="connsiteY71478" fmla="*/ 456613 h 2398711"/>
              <a:gd name="connsiteX71479" fmla="*/ 1068995 w 2119654"/>
              <a:gd name="connsiteY71479" fmla="*/ 458065 h 2398711"/>
              <a:gd name="connsiteX71480" fmla="*/ 1071752 w 2119654"/>
              <a:gd name="connsiteY71480" fmla="*/ 455396 h 2398711"/>
              <a:gd name="connsiteX71481" fmla="*/ 1071198 w 2119654"/>
              <a:gd name="connsiteY71481" fmla="*/ 454662 h 2398711"/>
              <a:gd name="connsiteX71482" fmla="*/ 467409 w 2119654"/>
              <a:gd name="connsiteY71482" fmla="*/ 1800203 h 2398711"/>
              <a:gd name="connsiteX71483" fmla="*/ 467409 w 2119654"/>
              <a:gd name="connsiteY71483" fmla="*/ 1800598 h 2398711"/>
              <a:gd name="connsiteX71484" fmla="*/ 468450 w 2119654"/>
              <a:gd name="connsiteY71484" fmla="*/ 1800269 h 2398711"/>
              <a:gd name="connsiteX71485" fmla="*/ 468150 w 2119654"/>
              <a:gd name="connsiteY71485" fmla="*/ 1800074 h 2398711"/>
              <a:gd name="connsiteX71486" fmla="*/ 424880 w 2119654"/>
              <a:gd name="connsiteY71486" fmla="*/ 1894967 h 2398711"/>
              <a:gd name="connsiteX71487" fmla="*/ 427401 w 2119654"/>
              <a:gd name="connsiteY71487" fmla="*/ 1896122 h 2398711"/>
              <a:gd name="connsiteX71488" fmla="*/ 430523 w 2119654"/>
              <a:gd name="connsiteY71488" fmla="*/ 1896162 h 2398711"/>
              <a:gd name="connsiteX71489" fmla="*/ 425674 w 2119654"/>
              <a:gd name="connsiteY71489" fmla="*/ 1894916 h 2398711"/>
              <a:gd name="connsiteX71490" fmla="*/ 1077754 w 2119654"/>
              <a:gd name="connsiteY71490" fmla="*/ 432867 h 2398711"/>
              <a:gd name="connsiteX71491" fmla="*/ 1081028 w 2119654"/>
              <a:gd name="connsiteY71491" fmla="*/ 438101 h 2398711"/>
              <a:gd name="connsiteX71492" fmla="*/ 1082834 w 2119654"/>
              <a:gd name="connsiteY71492" fmla="*/ 440255 h 2398711"/>
              <a:gd name="connsiteX71493" fmla="*/ 1082867 w 2119654"/>
              <a:gd name="connsiteY71493" fmla="*/ 440179 h 2398711"/>
              <a:gd name="connsiteX71494" fmla="*/ 1084407 w 2119654"/>
              <a:gd name="connsiteY71494" fmla="*/ 437012 h 2398711"/>
              <a:gd name="connsiteX71495" fmla="*/ 1080749 w 2119654"/>
              <a:gd name="connsiteY71495" fmla="*/ 428579 h 2398711"/>
              <a:gd name="connsiteX71496" fmla="*/ 1069173 w 2119654"/>
              <a:gd name="connsiteY71496" fmla="*/ 451974 h 2398711"/>
              <a:gd name="connsiteX71497" fmla="*/ 1069033 w 2119654"/>
              <a:gd name="connsiteY71497" fmla="*/ 452729 h 2398711"/>
              <a:gd name="connsiteX71498" fmla="*/ 1070316 w 2119654"/>
              <a:gd name="connsiteY71498" fmla="*/ 453490 h 2398711"/>
              <a:gd name="connsiteX71499" fmla="*/ 463923 w 2119654"/>
              <a:gd name="connsiteY71499" fmla="*/ 1807056 h 2398711"/>
              <a:gd name="connsiteX71500" fmla="*/ 463932 w 2119654"/>
              <a:gd name="connsiteY71500" fmla="*/ 1807094 h 2398711"/>
              <a:gd name="connsiteX71501" fmla="*/ 463986 w 2119654"/>
              <a:gd name="connsiteY71501" fmla="*/ 1807078 h 2398711"/>
              <a:gd name="connsiteX71502" fmla="*/ 1069483 w 2119654"/>
              <a:gd name="connsiteY71502" fmla="*/ 450294 h 2398711"/>
              <a:gd name="connsiteX71503" fmla="*/ 1069482 w 2119654"/>
              <a:gd name="connsiteY71503" fmla="*/ 450299 h 2398711"/>
              <a:gd name="connsiteX71504" fmla="*/ 1069488 w 2119654"/>
              <a:gd name="connsiteY71504" fmla="*/ 450304 h 2398711"/>
              <a:gd name="connsiteX71505" fmla="*/ 1077214 w 2119654"/>
              <a:gd name="connsiteY71505" fmla="*/ 432002 h 2398711"/>
              <a:gd name="connsiteX71506" fmla="*/ 1077530 w 2119654"/>
              <a:gd name="connsiteY71506" fmla="*/ 432507 h 2398711"/>
              <a:gd name="connsiteX71507" fmla="*/ 1080600 w 2119654"/>
              <a:gd name="connsiteY71507" fmla="*/ 428236 h 2398711"/>
              <a:gd name="connsiteX71508" fmla="*/ 1080310 w 2119654"/>
              <a:gd name="connsiteY71508" fmla="*/ 427569 h 2398711"/>
              <a:gd name="connsiteX71509" fmla="*/ 466065 w 2119654"/>
              <a:gd name="connsiteY71509" fmla="*/ 1800437 h 2398711"/>
              <a:gd name="connsiteX71510" fmla="*/ 466789 w 2119654"/>
              <a:gd name="connsiteY71510" fmla="*/ 1800794 h 2398711"/>
              <a:gd name="connsiteX71511" fmla="*/ 467065 w 2119654"/>
              <a:gd name="connsiteY71511" fmla="*/ 1800707 h 2398711"/>
              <a:gd name="connsiteX71512" fmla="*/ 467065 w 2119654"/>
              <a:gd name="connsiteY71512" fmla="*/ 1800263 h 2398711"/>
              <a:gd name="connsiteX71513" fmla="*/ 467409 w 2119654"/>
              <a:gd name="connsiteY71513" fmla="*/ 1796863 h 2398711"/>
              <a:gd name="connsiteX71514" fmla="*/ 467409 w 2119654"/>
              <a:gd name="connsiteY71514" fmla="*/ 1797051 h 2398711"/>
              <a:gd name="connsiteX71515" fmla="*/ 468458 w 2119654"/>
              <a:gd name="connsiteY71515" fmla="*/ 1796883 h 2398711"/>
              <a:gd name="connsiteX71516" fmla="*/ 468418 w 2119654"/>
              <a:gd name="connsiteY71516" fmla="*/ 1796648 h 2398711"/>
              <a:gd name="connsiteX71517" fmla="*/ 1089924 w 2119654"/>
              <a:gd name="connsiteY71517" fmla="*/ 402913 h 2398711"/>
              <a:gd name="connsiteX71518" fmla="*/ 1090513 w 2119654"/>
              <a:gd name="connsiteY71518" fmla="*/ 407602 h 2398711"/>
              <a:gd name="connsiteX71519" fmla="*/ 1092520 w 2119654"/>
              <a:gd name="connsiteY71519" fmla="*/ 409948 h 2398711"/>
              <a:gd name="connsiteX71520" fmla="*/ 1093648 w 2119654"/>
              <a:gd name="connsiteY71520" fmla="*/ 408377 h 2398711"/>
              <a:gd name="connsiteX71521" fmla="*/ 1093859 w 2119654"/>
              <a:gd name="connsiteY71521" fmla="*/ 407511 h 2398711"/>
              <a:gd name="connsiteX71522" fmla="*/ 1074198 w 2119654"/>
              <a:gd name="connsiteY71522" fmla="*/ 437959 h 2398711"/>
              <a:gd name="connsiteX71523" fmla="*/ 1077457 w 2119654"/>
              <a:gd name="connsiteY71523" fmla="*/ 443168 h 2398711"/>
              <a:gd name="connsiteX71524" fmla="*/ 1075150 w 2119654"/>
              <a:gd name="connsiteY71524" fmla="*/ 437951 h 2398711"/>
              <a:gd name="connsiteX71525" fmla="*/ 1074625 w 2119654"/>
              <a:gd name="connsiteY71525" fmla="*/ 437346 h 2398711"/>
              <a:gd name="connsiteX71526" fmla="*/ 456828 w 2119654"/>
              <a:gd name="connsiteY71526" fmla="*/ 1819467 h 2398711"/>
              <a:gd name="connsiteX71527" fmla="*/ 457517 w 2119654"/>
              <a:gd name="connsiteY71527" fmla="*/ 1820078 h 2398711"/>
              <a:gd name="connsiteX71528" fmla="*/ 457548 w 2119654"/>
              <a:gd name="connsiteY71528" fmla="*/ 1820079 h 2398711"/>
              <a:gd name="connsiteX71529" fmla="*/ 457563 w 2119654"/>
              <a:gd name="connsiteY71529" fmla="*/ 1819893 h 2398711"/>
              <a:gd name="connsiteX71530" fmla="*/ 467931 w 2119654"/>
              <a:gd name="connsiteY71530" fmla="*/ 1794540 h 2398711"/>
              <a:gd name="connsiteX71531" fmla="*/ 468065 w 2119654"/>
              <a:gd name="connsiteY71531" fmla="*/ 1794533 h 2398711"/>
              <a:gd name="connsiteX71532" fmla="*/ 468061 w 2119654"/>
              <a:gd name="connsiteY71532" fmla="*/ 1794512 h 2398711"/>
              <a:gd name="connsiteX71533" fmla="*/ 468042 w 2119654"/>
              <a:gd name="connsiteY71533" fmla="*/ 1794485 h 2398711"/>
              <a:gd name="connsiteX71534" fmla="*/ 467408 w 2119654"/>
              <a:gd name="connsiteY71534" fmla="*/ 1795710 h 2398711"/>
              <a:gd name="connsiteX71535" fmla="*/ 467409 w 2119654"/>
              <a:gd name="connsiteY71535" fmla="*/ 1796435 h 2398711"/>
              <a:gd name="connsiteX71536" fmla="*/ 468349 w 2119654"/>
              <a:gd name="connsiteY71536" fmla="*/ 1796235 h 2398711"/>
              <a:gd name="connsiteX71537" fmla="*/ 468254 w 2119654"/>
              <a:gd name="connsiteY71537" fmla="*/ 1795670 h 2398711"/>
              <a:gd name="connsiteX71538" fmla="*/ 1070584 w 2119654"/>
              <a:gd name="connsiteY71538" fmla="*/ 444856 h 2398711"/>
              <a:gd name="connsiteX71539" fmla="*/ 1070403 w 2119654"/>
              <a:gd name="connsiteY71539" fmla="*/ 445313 h 2398711"/>
              <a:gd name="connsiteX71540" fmla="*/ 1069603 w 2119654"/>
              <a:gd name="connsiteY71540" fmla="*/ 449643 h 2398711"/>
              <a:gd name="connsiteX71541" fmla="*/ 1070236 w 2119654"/>
              <a:gd name="connsiteY71541" fmla="*/ 450953 h 2398711"/>
              <a:gd name="connsiteX71542" fmla="*/ 1073450 w 2119654"/>
              <a:gd name="connsiteY71542" fmla="*/ 453738 h 2398711"/>
              <a:gd name="connsiteX71543" fmla="*/ 1073878 w 2119654"/>
              <a:gd name="connsiteY71543" fmla="*/ 453238 h 2398711"/>
              <a:gd name="connsiteX71544" fmla="*/ 1073484 w 2119654"/>
              <a:gd name="connsiteY71544" fmla="*/ 451414 h 2398711"/>
              <a:gd name="connsiteX71545" fmla="*/ 432650 w 2119654"/>
              <a:gd name="connsiteY71545" fmla="*/ 1873222 h 2398711"/>
              <a:gd name="connsiteX71546" fmla="*/ 435989 w 2119654"/>
              <a:gd name="connsiteY71546" fmla="*/ 1874536 h 2398711"/>
              <a:gd name="connsiteX71547" fmla="*/ 438631 w 2119654"/>
              <a:gd name="connsiteY71547" fmla="*/ 1873733 h 2398711"/>
              <a:gd name="connsiteX71548" fmla="*/ 438388 w 2119654"/>
              <a:gd name="connsiteY71548" fmla="*/ 1871449 h 2398711"/>
              <a:gd name="connsiteX71549" fmla="*/ 437754 w 2119654"/>
              <a:gd name="connsiteY71549" fmla="*/ 1861588 h 2398711"/>
              <a:gd name="connsiteX71550" fmla="*/ 438193 w 2119654"/>
              <a:gd name="connsiteY71550" fmla="*/ 1865711 h 2398711"/>
              <a:gd name="connsiteX71551" fmla="*/ 444408 w 2119654"/>
              <a:gd name="connsiteY71551" fmla="*/ 1866688 h 2398711"/>
              <a:gd name="connsiteX71552" fmla="*/ 466537 w 2119654"/>
              <a:gd name="connsiteY71552" fmla="*/ 1797049 h 2398711"/>
              <a:gd name="connsiteX71553" fmla="*/ 466771 w 2119654"/>
              <a:gd name="connsiteY71553" fmla="*/ 1797153 h 2398711"/>
              <a:gd name="connsiteX71554" fmla="*/ 467064 w 2119654"/>
              <a:gd name="connsiteY71554" fmla="*/ 1797106 h 2398711"/>
              <a:gd name="connsiteX71555" fmla="*/ 467064 w 2119654"/>
              <a:gd name="connsiteY71555" fmla="*/ 1796937 h 2398711"/>
              <a:gd name="connsiteX71556" fmla="*/ 1074170 w 2119654"/>
              <a:gd name="connsiteY71556" fmla="*/ 436359 h 2398711"/>
              <a:gd name="connsiteX71557" fmla="*/ 1074494 w 2119654"/>
              <a:gd name="connsiteY71557" fmla="*/ 436732 h 2398711"/>
              <a:gd name="connsiteX71558" fmla="*/ 1074566 w 2119654"/>
              <a:gd name="connsiteY71558" fmla="*/ 436632 h 2398711"/>
              <a:gd name="connsiteX71559" fmla="*/ 1074339 w 2119654"/>
              <a:gd name="connsiteY71559" fmla="*/ 436118 h 2398711"/>
              <a:gd name="connsiteX71560" fmla="*/ 1113597 w 2119654"/>
              <a:gd name="connsiteY71560" fmla="*/ 347969 h 2398711"/>
              <a:gd name="connsiteX71561" fmla="*/ 1113620 w 2119654"/>
              <a:gd name="connsiteY71561" fmla="*/ 348005 h 2398711"/>
              <a:gd name="connsiteX71562" fmla="*/ 1113616 w 2119654"/>
              <a:gd name="connsiteY71562" fmla="*/ 347940 h 2398711"/>
              <a:gd name="connsiteX71563" fmla="*/ 1073657 w 2119654"/>
              <a:gd name="connsiteY71563" fmla="*/ 437094 h 2398711"/>
              <a:gd name="connsiteX71564" fmla="*/ 1073926 w 2119654"/>
              <a:gd name="connsiteY71564" fmla="*/ 437524 h 2398711"/>
              <a:gd name="connsiteX71565" fmla="*/ 1074313 w 2119654"/>
              <a:gd name="connsiteY71565" fmla="*/ 436986 h 2398711"/>
              <a:gd name="connsiteX71566" fmla="*/ 1073992 w 2119654"/>
              <a:gd name="connsiteY71566" fmla="*/ 436614 h 2398711"/>
              <a:gd name="connsiteX71567" fmla="*/ 1154007 w 2119654"/>
              <a:gd name="connsiteY71567" fmla="*/ 257144 h 2398711"/>
              <a:gd name="connsiteX71568" fmla="*/ 1156303 w 2119654"/>
              <a:gd name="connsiteY71568" fmla="*/ 275817 h 2398711"/>
              <a:gd name="connsiteX71569" fmla="*/ 1178884 w 2119654"/>
              <a:gd name="connsiteY71569" fmla="*/ 297513 h 2398711"/>
              <a:gd name="connsiteX71570" fmla="*/ 1179497 w 2119654"/>
              <a:gd name="connsiteY71570" fmla="*/ 296298 h 2398711"/>
              <a:gd name="connsiteX71571" fmla="*/ 1180629 w 2119654"/>
              <a:gd name="connsiteY71571" fmla="*/ 294122 h 2398711"/>
              <a:gd name="connsiteX71572" fmla="*/ 1173244 w 2119654"/>
              <a:gd name="connsiteY71572" fmla="*/ 247286 h 2398711"/>
              <a:gd name="connsiteX71573" fmla="*/ 1170085 w 2119654"/>
              <a:gd name="connsiteY71573" fmla="*/ 231402 h 2398711"/>
              <a:gd name="connsiteX71574" fmla="*/ 467408 w 2119654"/>
              <a:gd name="connsiteY71574" fmla="*/ 1794226 h 2398711"/>
              <a:gd name="connsiteX71575" fmla="*/ 467408 w 2119654"/>
              <a:gd name="connsiteY71575" fmla="*/ 1794377 h 2398711"/>
              <a:gd name="connsiteX71576" fmla="*/ 467610 w 2119654"/>
              <a:gd name="connsiteY71576" fmla="*/ 1794278 h 2398711"/>
              <a:gd name="connsiteX71577" fmla="*/ 1078796 w 2119654"/>
              <a:gd name="connsiteY71577" fmla="*/ 424082 h 2398711"/>
              <a:gd name="connsiteX71578" fmla="*/ 1076265 w 2119654"/>
              <a:gd name="connsiteY71578" fmla="*/ 430486 h 2398711"/>
              <a:gd name="connsiteX71579" fmla="*/ 1076960 w 2119654"/>
              <a:gd name="connsiteY71579" fmla="*/ 431598 h 2398711"/>
              <a:gd name="connsiteX71580" fmla="*/ 1080139 w 2119654"/>
              <a:gd name="connsiteY71580" fmla="*/ 427175 h 2398711"/>
              <a:gd name="connsiteX71581" fmla="*/ 455928 w 2119654"/>
              <a:gd name="connsiteY71581" fmla="*/ 1818668 h 2398711"/>
              <a:gd name="connsiteX71582" fmla="*/ 455957 w 2119654"/>
              <a:gd name="connsiteY71582" fmla="*/ 1818694 h 2398711"/>
              <a:gd name="connsiteX71583" fmla="*/ 457584 w 2119654"/>
              <a:gd name="connsiteY71583" fmla="*/ 1819638 h 2398711"/>
              <a:gd name="connsiteX71584" fmla="*/ 457595 w 2119654"/>
              <a:gd name="connsiteY71584" fmla="*/ 1819492 h 2398711"/>
              <a:gd name="connsiteX71585" fmla="*/ 456191 w 2119654"/>
              <a:gd name="connsiteY71585" fmla="*/ 1818629 h 2398711"/>
              <a:gd name="connsiteX71586" fmla="*/ 1079736 w 2119654"/>
              <a:gd name="connsiteY71586" fmla="*/ 421704 h 2398711"/>
              <a:gd name="connsiteX71587" fmla="*/ 1079052 w 2119654"/>
              <a:gd name="connsiteY71587" fmla="*/ 423436 h 2398711"/>
              <a:gd name="connsiteX71588" fmla="*/ 1080504 w 2119654"/>
              <a:gd name="connsiteY71588" fmla="*/ 426666 h 2398711"/>
              <a:gd name="connsiteX71589" fmla="*/ 1081404 w 2119654"/>
              <a:gd name="connsiteY71589" fmla="*/ 425413 h 2398711"/>
              <a:gd name="connsiteX71590" fmla="*/ 1081362 w 2119654"/>
              <a:gd name="connsiteY71590" fmla="*/ 425318 h 2398711"/>
              <a:gd name="connsiteX71591" fmla="*/ 1080318 w 2119654"/>
              <a:gd name="connsiteY71591" fmla="*/ 420233 h 2398711"/>
              <a:gd name="connsiteX71592" fmla="*/ 1079812 w 2119654"/>
              <a:gd name="connsiteY71592" fmla="*/ 421514 h 2398711"/>
              <a:gd name="connsiteX71593" fmla="*/ 1081504 w 2119654"/>
              <a:gd name="connsiteY71593" fmla="*/ 425275 h 2398711"/>
              <a:gd name="connsiteX71594" fmla="*/ 1082128 w 2119654"/>
              <a:gd name="connsiteY71594" fmla="*/ 424407 h 2398711"/>
              <a:gd name="connsiteX71595" fmla="*/ 465263 w 2119654"/>
              <a:gd name="connsiteY71595" fmla="*/ 1797320 h 2398711"/>
              <a:gd name="connsiteX71596" fmla="*/ 465615 w 2119654"/>
              <a:gd name="connsiteY71596" fmla="*/ 1797337 h 2398711"/>
              <a:gd name="connsiteX71597" fmla="*/ 465970 w 2119654"/>
              <a:gd name="connsiteY71597" fmla="*/ 1797280 h 2398711"/>
              <a:gd name="connsiteX71598" fmla="*/ 465801 w 2119654"/>
              <a:gd name="connsiteY71598" fmla="*/ 1797206 h 2398711"/>
              <a:gd name="connsiteX71599" fmla="*/ 1081071 w 2119654"/>
              <a:gd name="connsiteY71599" fmla="*/ 418329 h 2398711"/>
              <a:gd name="connsiteX71600" fmla="*/ 1080486 w 2119654"/>
              <a:gd name="connsiteY71600" fmla="*/ 419809 h 2398711"/>
              <a:gd name="connsiteX71601" fmla="*/ 1082391 w 2119654"/>
              <a:gd name="connsiteY71601" fmla="*/ 424041 h 2398711"/>
              <a:gd name="connsiteX71602" fmla="*/ 1083686 w 2119654"/>
              <a:gd name="connsiteY71602" fmla="*/ 422239 h 2398711"/>
              <a:gd name="connsiteX71603" fmla="*/ 1081412 w 2119654"/>
              <a:gd name="connsiteY71603" fmla="*/ 418615 h 2398711"/>
              <a:gd name="connsiteX71604" fmla="*/ 1109493 w 2119654"/>
              <a:gd name="connsiteY71604" fmla="*/ 354480 h 2398711"/>
              <a:gd name="connsiteX71605" fmla="*/ 1112770 w 2119654"/>
              <a:gd name="connsiteY71605" fmla="*/ 365235 h 2398711"/>
              <a:gd name="connsiteX71606" fmla="*/ 1114241 w 2119654"/>
              <a:gd name="connsiteY71606" fmla="*/ 370475 h 2398711"/>
              <a:gd name="connsiteX71607" fmla="*/ 1114835 w 2119654"/>
              <a:gd name="connsiteY71607" fmla="*/ 370938 h 2398711"/>
              <a:gd name="connsiteX71608" fmla="*/ 1113698 w 2119654"/>
              <a:gd name="connsiteY71608" fmla="*/ 349469 h 2398711"/>
              <a:gd name="connsiteX71609" fmla="*/ 1113179 w 2119654"/>
              <a:gd name="connsiteY71609" fmla="*/ 348616 h 2398711"/>
              <a:gd name="connsiteX71610" fmla="*/ 1112845 w 2119654"/>
              <a:gd name="connsiteY71610" fmla="*/ 349133 h 2398711"/>
              <a:gd name="connsiteX71611" fmla="*/ 1082618 w 2119654"/>
              <a:gd name="connsiteY71611" fmla="*/ 414417 h 2398711"/>
              <a:gd name="connsiteX71612" fmla="*/ 1081946 w 2119654"/>
              <a:gd name="connsiteY71612" fmla="*/ 416118 h 2398711"/>
              <a:gd name="connsiteX71613" fmla="*/ 1083506 w 2119654"/>
              <a:gd name="connsiteY71613" fmla="*/ 418518 h 2398711"/>
              <a:gd name="connsiteX71614" fmla="*/ 1083839 w 2119654"/>
              <a:gd name="connsiteY71614" fmla="*/ 418797 h 2398711"/>
              <a:gd name="connsiteX71615" fmla="*/ 438858 w 2119654"/>
              <a:gd name="connsiteY71615" fmla="*/ 1855484 h 2398711"/>
              <a:gd name="connsiteX71616" fmla="*/ 440947 w 2119654"/>
              <a:gd name="connsiteY71616" fmla="*/ 1856959 h 2398711"/>
              <a:gd name="connsiteX71617" fmla="*/ 451934 w 2119654"/>
              <a:gd name="connsiteY71617" fmla="*/ 1856744 h 2398711"/>
              <a:gd name="connsiteX71618" fmla="*/ 452724 w 2119654"/>
              <a:gd name="connsiteY71618" fmla="*/ 1856670 h 2398711"/>
              <a:gd name="connsiteX71619" fmla="*/ 450678 w 2119654"/>
              <a:gd name="connsiteY71619" fmla="*/ 1855645 h 2398711"/>
              <a:gd name="connsiteX71620" fmla="*/ 1147724 w 2119654"/>
              <a:gd name="connsiteY71620" fmla="*/ 268137 h 2398711"/>
              <a:gd name="connsiteX71621" fmla="*/ 1154629 w 2119654"/>
              <a:gd name="connsiteY71621" fmla="*/ 302854 h 2398711"/>
              <a:gd name="connsiteX71622" fmla="*/ 1159159 w 2119654"/>
              <a:gd name="connsiteY71622" fmla="*/ 331577 h 2398711"/>
              <a:gd name="connsiteX71623" fmla="*/ 1160873 w 2119654"/>
              <a:gd name="connsiteY71623" fmla="*/ 333270 h 2398711"/>
              <a:gd name="connsiteX71624" fmla="*/ 1162247 w 2119654"/>
              <a:gd name="connsiteY71624" fmla="*/ 330543 h 2398711"/>
              <a:gd name="connsiteX71625" fmla="*/ 1158001 w 2119654"/>
              <a:gd name="connsiteY71625" fmla="*/ 292925 h 2398711"/>
              <a:gd name="connsiteX71626" fmla="*/ 1156249 w 2119654"/>
              <a:gd name="connsiteY71626" fmla="*/ 278692 h 2398711"/>
              <a:gd name="connsiteX71627" fmla="*/ 1154055 w 2119654"/>
              <a:gd name="connsiteY71627" fmla="*/ 274218 h 2398711"/>
              <a:gd name="connsiteX71628" fmla="*/ 1089393 w 2119654"/>
              <a:gd name="connsiteY71628" fmla="*/ 398674 h 2398711"/>
              <a:gd name="connsiteX71629" fmla="*/ 1089827 w 2119654"/>
              <a:gd name="connsiteY71629" fmla="*/ 402126 h 2398711"/>
              <a:gd name="connsiteX71630" fmla="*/ 1093986 w 2119654"/>
              <a:gd name="connsiteY71630" fmla="*/ 406990 h 2398711"/>
              <a:gd name="connsiteX71631" fmla="*/ 1094045 w 2119654"/>
              <a:gd name="connsiteY71631" fmla="*/ 406749 h 2398711"/>
              <a:gd name="connsiteX71632" fmla="*/ 1085085 w 2119654"/>
              <a:gd name="connsiteY71632" fmla="*/ 408175 h 2398711"/>
              <a:gd name="connsiteX71633" fmla="*/ 1082912 w 2119654"/>
              <a:gd name="connsiteY71633" fmla="*/ 413673 h 2398711"/>
              <a:gd name="connsiteX71634" fmla="*/ 1084492 w 2119654"/>
              <a:gd name="connsiteY71634" fmla="*/ 419345 h 2398711"/>
              <a:gd name="connsiteX71635" fmla="*/ 1085287 w 2119654"/>
              <a:gd name="connsiteY71635" fmla="*/ 420010 h 2398711"/>
              <a:gd name="connsiteX71636" fmla="*/ 1086379 w 2119654"/>
              <a:gd name="connsiteY71636" fmla="*/ 418491 h 2398711"/>
              <a:gd name="connsiteX71637" fmla="*/ 1107848 w 2119654"/>
              <a:gd name="connsiteY71637" fmla="*/ 357101 h 2398711"/>
              <a:gd name="connsiteX71638" fmla="*/ 1109030 w 2119654"/>
              <a:gd name="connsiteY71638" fmla="*/ 366420 h 2398711"/>
              <a:gd name="connsiteX71639" fmla="*/ 1113661 w 2119654"/>
              <a:gd name="connsiteY71639" fmla="*/ 370026 h 2398711"/>
              <a:gd name="connsiteX71640" fmla="*/ 1109358 w 2119654"/>
              <a:gd name="connsiteY71640" fmla="*/ 354694 h 2398711"/>
              <a:gd name="connsiteX71641" fmla="*/ 388126 w 2119654"/>
              <a:gd name="connsiteY71641" fmla="*/ 1968538 h 2398711"/>
              <a:gd name="connsiteX71642" fmla="*/ 399781 w 2119654"/>
              <a:gd name="connsiteY71642" fmla="*/ 1973137 h 2398711"/>
              <a:gd name="connsiteX71643" fmla="*/ 431397 w 2119654"/>
              <a:gd name="connsiteY71643" fmla="*/ 1985125 h 2398711"/>
              <a:gd name="connsiteX71644" fmla="*/ 447859 w 2119654"/>
              <a:gd name="connsiteY71644" fmla="*/ 1982664 h 2398711"/>
              <a:gd name="connsiteX71645" fmla="*/ 447954 w 2119654"/>
              <a:gd name="connsiteY71645" fmla="*/ 1980290 h 2398711"/>
              <a:gd name="connsiteX71646" fmla="*/ 415883 w 2119654"/>
              <a:gd name="connsiteY71646" fmla="*/ 1970978 h 2398711"/>
              <a:gd name="connsiteX71647" fmla="*/ 415788 w 2119654"/>
              <a:gd name="connsiteY71647" fmla="*/ 1970845 h 2398711"/>
              <a:gd name="connsiteX71648" fmla="*/ 397815 w 2119654"/>
              <a:gd name="connsiteY71648" fmla="*/ 1967672 h 2398711"/>
              <a:gd name="connsiteX71649" fmla="*/ 396972 w 2119654"/>
              <a:gd name="connsiteY71649" fmla="*/ 1967656 h 2398711"/>
              <a:gd name="connsiteX71650" fmla="*/ 1147628 w 2119654"/>
              <a:gd name="connsiteY71650" fmla="*/ 267482 h 2398711"/>
              <a:gd name="connsiteX71651" fmla="*/ 1153533 w 2119654"/>
              <a:gd name="connsiteY71651" fmla="*/ 273157 h 2398711"/>
              <a:gd name="connsiteX71652" fmla="*/ 1152779 w 2119654"/>
              <a:gd name="connsiteY71652" fmla="*/ 271619 h 2398711"/>
              <a:gd name="connsiteX71653" fmla="*/ 1153034 w 2119654"/>
              <a:gd name="connsiteY71653" fmla="*/ 271742 h 2398711"/>
              <a:gd name="connsiteX71654" fmla="*/ 1153904 w 2119654"/>
              <a:gd name="connsiteY71654" fmla="*/ 273512 h 2398711"/>
              <a:gd name="connsiteX71655" fmla="*/ 1155842 w 2119654"/>
              <a:gd name="connsiteY71655" fmla="*/ 275374 h 2398711"/>
              <a:gd name="connsiteX71656" fmla="*/ 1153668 w 2119654"/>
              <a:gd name="connsiteY71656" fmla="*/ 257687 h 2398711"/>
              <a:gd name="connsiteX71657" fmla="*/ 1148445 w 2119654"/>
              <a:gd name="connsiteY71657" fmla="*/ 266050 h 2398711"/>
              <a:gd name="connsiteX71658" fmla="*/ 1090083 w 2119654"/>
              <a:gd name="connsiteY71658" fmla="*/ 395975 h 2398711"/>
              <a:gd name="connsiteX71659" fmla="*/ 1089320 w 2119654"/>
              <a:gd name="connsiteY71659" fmla="*/ 397832 h 2398711"/>
              <a:gd name="connsiteX71660" fmla="*/ 1094167 w 2119654"/>
              <a:gd name="connsiteY71660" fmla="*/ 406247 h 2398711"/>
              <a:gd name="connsiteX71661" fmla="*/ 1094940 w 2119654"/>
              <a:gd name="connsiteY71661" fmla="*/ 403069 h 2398711"/>
              <a:gd name="connsiteX71662" fmla="*/ 1095004 w 2119654"/>
              <a:gd name="connsiteY71662" fmla="*/ 403019 h 2398711"/>
              <a:gd name="connsiteX71663" fmla="*/ 1093401 w 2119654"/>
              <a:gd name="connsiteY71663" fmla="*/ 399250 h 2398711"/>
              <a:gd name="connsiteX71664" fmla="*/ 1046946 w 2119654"/>
              <a:gd name="connsiteY71664" fmla="*/ 492427 h 2398711"/>
              <a:gd name="connsiteX71665" fmla="*/ 1046909 w 2119654"/>
              <a:gd name="connsiteY71665" fmla="*/ 493223 h 2398711"/>
              <a:gd name="connsiteX71666" fmla="*/ 1047811 w 2119654"/>
              <a:gd name="connsiteY71666" fmla="*/ 494384 h 2398711"/>
              <a:gd name="connsiteX71667" fmla="*/ 1047894 w 2119654"/>
              <a:gd name="connsiteY71667" fmla="*/ 493940 h 2398711"/>
              <a:gd name="connsiteX71668" fmla="*/ 1091029 w 2119654"/>
              <a:gd name="connsiteY71668" fmla="*/ 393672 h 2398711"/>
              <a:gd name="connsiteX71669" fmla="*/ 1090243 w 2119654"/>
              <a:gd name="connsiteY71669" fmla="*/ 395583 h 2398711"/>
              <a:gd name="connsiteX71670" fmla="*/ 1093000 w 2119654"/>
              <a:gd name="connsiteY71670" fmla="*/ 398305 h 2398711"/>
              <a:gd name="connsiteX71671" fmla="*/ 464572 w 2119654"/>
              <a:gd name="connsiteY71671" fmla="*/ 1796176 h 2398711"/>
              <a:gd name="connsiteX71672" fmla="*/ 465887 w 2119654"/>
              <a:gd name="connsiteY71672" fmla="*/ 1796760 h 2398711"/>
              <a:gd name="connsiteX71673" fmla="*/ 467064 w 2119654"/>
              <a:gd name="connsiteY71673" fmla="*/ 1796510 h 2398711"/>
              <a:gd name="connsiteX71674" fmla="*/ 467064 w 2119654"/>
              <a:gd name="connsiteY71674" fmla="*/ 1795727 h 2398711"/>
              <a:gd name="connsiteX71675" fmla="*/ 465323 w 2119654"/>
              <a:gd name="connsiteY71675" fmla="*/ 1795810 h 2398711"/>
              <a:gd name="connsiteX71676" fmla="*/ 1092573 w 2119654"/>
              <a:gd name="connsiteY71676" fmla="*/ 389916 h 2398711"/>
              <a:gd name="connsiteX71677" fmla="*/ 1092198 w 2119654"/>
              <a:gd name="connsiteY71677" fmla="*/ 390825 h 2398711"/>
              <a:gd name="connsiteX71678" fmla="*/ 1097103 w 2119654"/>
              <a:gd name="connsiteY71678" fmla="*/ 402355 h 2398711"/>
              <a:gd name="connsiteX71679" fmla="*/ 1097615 w 2119654"/>
              <a:gd name="connsiteY71679" fmla="*/ 402858 h 2398711"/>
              <a:gd name="connsiteX71680" fmla="*/ 1098247 w 2119654"/>
              <a:gd name="connsiteY71680" fmla="*/ 401979 h 2398711"/>
              <a:gd name="connsiteX71681" fmla="*/ 420234 w 2119654"/>
              <a:gd name="connsiteY71681" fmla="*/ 1895398 h 2398711"/>
              <a:gd name="connsiteX71682" fmla="*/ 423655 w 2119654"/>
              <a:gd name="connsiteY71682" fmla="*/ 1896075 h 2398711"/>
              <a:gd name="connsiteX71683" fmla="*/ 426672 w 2119654"/>
              <a:gd name="connsiteY71683" fmla="*/ 1896113 h 2398711"/>
              <a:gd name="connsiteX71684" fmla="*/ 424203 w 2119654"/>
              <a:gd name="connsiteY71684" fmla="*/ 1894981 h 2398711"/>
              <a:gd name="connsiteX71685" fmla="*/ 422248 w 2119654"/>
              <a:gd name="connsiteY71685" fmla="*/ 1894945 h 2398711"/>
              <a:gd name="connsiteX71686" fmla="*/ 1072359 w 2119654"/>
              <a:gd name="connsiteY71686" fmla="*/ 434730 h 2398711"/>
              <a:gd name="connsiteX71687" fmla="*/ 1072318 w 2119654"/>
              <a:gd name="connsiteY71687" fmla="*/ 434951 h 2398711"/>
              <a:gd name="connsiteX71688" fmla="*/ 1073356 w 2119654"/>
              <a:gd name="connsiteY71688" fmla="*/ 436613 h 2398711"/>
              <a:gd name="connsiteX71689" fmla="*/ 1073505 w 2119654"/>
              <a:gd name="connsiteY71689" fmla="*/ 436406 h 2398711"/>
              <a:gd name="connsiteX71690" fmla="*/ 1073601 w 2119654"/>
              <a:gd name="connsiteY71690" fmla="*/ 436163 h 2398711"/>
              <a:gd name="connsiteX71691" fmla="*/ 1104835 w 2119654"/>
              <a:gd name="connsiteY71691" fmla="*/ 361906 h 2398711"/>
              <a:gd name="connsiteX71692" fmla="*/ 1106262 w 2119654"/>
              <a:gd name="connsiteY71692" fmla="*/ 364267 h 2398711"/>
              <a:gd name="connsiteX71693" fmla="*/ 1107499 w 2119654"/>
              <a:gd name="connsiteY71693" fmla="*/ 365230 h 2398711"/>
              <a:gd name="connsiteX71694" fmla="*/ 1107253 w 2119654"/>
              <a:gd name="connsiteY71694" fmla="*/ 360581 h 2398711"/>
              <a:gd name="connsiteX71695" fmla="*/ 1106986 w 2119654"/>
              <a:gd name="connsiteY71695" fmla="*/ 358476 h 2398711"/>
              <a:gd name="connsiteX71696" fmla="*/ 1104308 w 2119654"/>
              <a:gd name="connsiteY71696" fmla="*/ 362746 h 2398711"/>
              <a:gd name="connsiteX71697" fmla="*/ 1105095 w 2119654"/>
              <a:gd name="connsiteY71697" fmla="*/ 363358 h 2398711"/>
              <a:gd name="connsiteX71698" fmla="*/ 1104518 w 2119654"/>
              <a:gd name="connsiteY71698" fmla="*/ 362410 h 2398711"/>
              <a:gd name="connsiteX71699" fmla="*/ 1047023 w 2119654"/>
              <a:gd name="connsiteY71699" fmla="*/ 490767 h 2398711"/>
              <a:gd name="connsiteX71700" fmla="*/ 1047014 w 2119654"/>
              <a:gd name="connsiteY71700" fmla="*/ 490970 h 2398711"/>
              <a:gd name="connsiteX71701" fmla="*/ 1048138 w 2119654"/>
              <a:gd name="connsiteY71701" fmla="*/ 492614 h 2398711"/>
              <a:gd name="connsiteX71702" fmla="*/ 1048192 w 2119654"/>
              <a:gd name="connsiteY71702" fmla="*/ 492325 h 2398711"/>
              <a:gd name="connsiteX71703" fmla="*/ 1048008 w 2119654"/>
              <a:gd name="connsiteY71703" fmla="*/ 491294 h 2398711"/>
              <a:gd name="connsiteX71704" fmla="*/ 1038239 w 2119654"/>
              <a:gd name="connsiteY71704" fmla="*/ 510391 h 2398711"/>
              <a:gd name="connsiteX71705" fmla="*/ 1038288 w 2119654"/>
              <a:gd name="connsiteY71705" fmla="*/ 510617 h 2398711"/>
              <a:gd name="connsiteX71706" fmla="*/ 1038283 w 2119654"/>
              <a:gd name="connsiteY71706" fmla="*/ 510458 h 2398711"/>
              <a:gd name="connsiteX71707" fmla="*/ 463805 w 2119654"/>
              <a:gd name="connsiteY71707" fmla="*/ 1796549 h 2398711"/>
              <a:gd name="connsiteX71708" fmla="*/ 464565 w 2119654"/>
              <a:gd name="connsiteY71708" fmla="*/ 1797042 h 2398711"/>
              <a:gd name="connsiteX71709" fmla="*/ 465151 w 2119654"/>
              <a:gd name="connsiteY71709" fmla="*/ 1796917 h 2398711"/>
              <a:gd name="connsiteX71710" fmla="*/ 464053 w 2119654"/>
              <a:gd name="connsiteY71710" fmla="*/ 1796428 h 2398711"/>
              <a:gd name="connsiteX71711" fmla="*/ 1072692 w 2119654"/>
              <a:gd name="connsiteY71711" fmla="*/ 432930 h 2398711"/>
              <a:gd name="connsiteX71712" fmla="*/ 1072429 w 2119654"/>
              <a:gd name="connsiteY71712" fmla="*/ 434350 h 2398711"/>
              <a:gd name="connsiteX71713" fmla="*/ 1073725 w 2119654"/>
              <a:gd name="connsiteY71713" fmla="*/ 435848 h 2398711"/>
              <a:gd name="connsiteX71714" fmla="*/ 1073959 w 2119654"/>
              <a:gd name="connsiteY71714" fmla="*/ 435258 h 2398711"/>
              <a:gd name="connsiteX71715" fmla="*/ 1073363 w 2119654"/>
              <a:gd name="connsiteY71715" fmla="*/ 433910 h 2398711"/>
              <a:gd name="connsiteX71716" fmla="*/ 463474 w 2119654"/>
              <a:gd name="connsiteY71716" fmla="*/ 1797040 h 2398711"/>
              <a:gd name="connsiteX71717" fmla="*/ 463456 w 2119654"/>
              <a:gd name="connsiteY71717" fmla="*/ 1797150 h 2398711"/>
              <a:gd name="connsiteX71718" fmla="*/ 463684 w 2119654"/>
              <a:gd name="connsiteY71718" fmla="*/ 1797230 h 2398711"/>
              <a:gd name="connsiteX71719" fmla="*/ 463745 w 2119654"/>
              <a:gd name="connsiteY71719" fmla="*/ 1797217 h 2398711"/>
              <a:gd name="connsiteX71720" fmla="*/ 463904 w 2119654"/>
              <a:gd name="connsiteY71720" fmla="*/ 1795878 h 2398711"/>
              <a:gd name="connsiteX71721" fmla="*/ 464124 w 2119654"/>
              <a:gd name="connsiteY71721" fmla="*/ 1795976 h 2398711"/>
              <a:gd name="connsiteX71722" fmla="*/ 464370 w 2119654"/>
              <a:gd name="connsiteY71722" fmla="*/ 1795856 h 2398711"/>
              <a:gd name="connsiteX71723" fmla="*/ 1049648 w 2119654"/>
              <a:gd name="connsiteY71723" fmla="*/ 484219 h 2398711"/>
              <a:gd name="connsiteX71724" fmla="*/ 1049671 w 2119654"/>
              <a:gd name="connsiteY71724" fmla="*/ 484321 h 2398711"/>
              <a:gd name="connsiteX71725" fmla="*/ 1049700 w 2119654"/>
              <a:gd name="connsiteY71725" fmla="*/ 484165 h 2398711"/>
              <a:gd name="connsiteX71726" fmla="*/ 1102682 w 2119654"/>
              <a:gd name="connsiteY71726" fmla="*/ 365338 h 2398711"/>
              <a:gd name="connsiteX71727" fmla="*/ 1106928 w 2119654"/>
              <a:gd name="connsiteY71727" fmla="*/ 379269 h 2398711"/>
              <a:gd name="connsiteX71728" fmla="*/ 1106947 w 2119654"/>
              <a:gd name="connsiteY71728" fmla="*/ 379338 h 2398711"/>
              <a:gd name="connsiteX71729" fmla="*/ 1108317 w 2119654"/>
              <a:gd name="connsiteY71729" fmla="*/ 380691 h 2398711"/>
              <a:gd name="connsiteX71730" fmla="*/ 1107664 w 2119654"/>
              <a:gd name="connsiteY71730" fmla="*/ 368354 h 2398711"/>
              <a:gd name="connsiteX71731" fmla="*/ 1103045 w 2119654"/>
              <a:gd name="connsiteY71731" fmla="*/ 364759 h 2398711"/>
              <a:gd name="connsiteX71732" fmla="*/ 463599 w 2119654"/>
              <a:gd name="connsiteY71732" fmla="*/ 1796228 h 2398711"/>
              <a:gd name="connsiteX71733" fmla="*/ 463598 w 2119654"/>
              <a:gd name="connsiteY71733" fmla="*/ 1796233 h 2398711"/>
              <a:gd name="connsiteX71734" fmla="*/ 463605 w 2119654"/>
              <a:gd name="connsiteY71734" fmla="*/ 1796230 h 2398711"/>
              <a:gd name="connsiteX71735" fmla="*/ 463883 w 2119654"/>
              <a:gd name="connsiteY71735" fmla="*/ 1794390 h 2398711"/>
              <a:gd name="connsiteX71736" fmla="*/ 463830 w 2119654"/>
              <a:gd name="connsiteY71736" fmla="*/ 1794736 h 2398711"/>
              <a:gd name="connsiteX71737" fmla="*/ 466979 w 2119654"/>
              <a:gd name="connsiteY71737" fmla="*/ 1794585 h 2398711"/>
              <a:gd name="connsiteX71738" fmla="*/ 467063 w 2119654"/>
              <a:gd name="connsiteY71738" fmla="*/ 1794544 h 2398711"/>
              <a:gd name="connsiteX71739" fmla="*/ 467063 w 2119654"/>
              <a:gd name="connsiteY71739" fmla="*/ 1794134 h 2398711"/>
              <a:gd name="connsiteX71740" fmla="*/ 467061 w 2119654"/>
              <a:gd name="connsiteY71740" fmla="*/ 1794134 h 2398711"/>
              <a:gd name="connsiteX71741" fmla="*/ 1088909 w 2119654"/>
              <a:gd name="connsiteY71741" fmla="*/ 394815 h 2398711"/>
              <a:gd name="connsiteX71742" fmla="*/ 1089250 w 2119654"/>
              <a:gd name="connsiteY71742" fmla="*/ 397540 h 2398711"/>
              <a:gd name="connsiteX71743" fmla="*/ 1089948 w 2119654"/>
              <a:gd name="connsiteY71743" fmla="*/ 395841 h 2398711"/>
              <a:gd name="connsiteX71744" fmla="*/ 1079064 w 2119654"/>
              <a:gd name="connsiteY71744" fmla="*/ 416650 h 2398711"/>
              <a:gd name="connsiteX71745" fmla="*/ 1080284 w 2119654"/>
              <a:gd name="connsiteY71745" fmla="*/ 419359 h 2398711"/>
              <a:gd name="connsiteX71746" fmla="*/ 1080800 w 2119654"/>
              <a:gd name="connsiteY71746" fmla="*/ 418103 h 2398711"/>
              <a:gd name="connsiteX71747" fmla="*/ 1102339 w 2119654"/>
              <a:gd name="connsiteY71747" fmla="*/ 364209 h 2398711"/>
              <a:gd name="connsiteX71748" fmla="*/ 1102536 w 2119654"/>
              <a:gd name="connsiteY71748" fmla="*/ 364857 h 2398711"/>
              <a:gd name="connsiteX71749" fmla="*/ 1102742 w 2119654"/>
              <a:gd name="connsiteY71749" fmla="*/ 364523 h 2398711"/>
              <a:gd name="connsiteX71750" fmla="*/ 1050184 w 2119654"/>
              <a:gd name="connsiteY71750" fmla="*/ 480960 h 2398711"/>
              <a:gd name="connsiteX71751" fmla="*/ 1050282 w 2119654"/>
              <a:gd name="connsiteY71751" fmla="*/ 481016 h 2398711"/>
              <a:gd name="connsiteX71752" fmla="*/ 1050321 w 2119654"/>
              <a:gd name="connsiteY71752" fmla="*/ 480802 h 2398711"/>
              <a:gd name="connsiteX71753" fmla="*/ 464049 w 2119654"/>
              <a:gd name="connsiteY71753" fmla="*/ 1793317 h 2398711"/>
              <a:gd name="connsiteX71754" fmla="*/ 463925 w 2119654"/>
              <a:gd name="connsiteY71754" fmla="*/ 1794117 h 2398711"/>
              <a:gd name="connsiteX71755" fmla="*/ 466275 w 2119654"/>
              <a:gd name="connsiteY71755" fmla="*/ 1793928 h 2398711"/>
              <a:gd name="connsiteX71756" fmla="*/ 465904 w 2119654"/>
              <a:gd name="connsiteY71756" fmla="*/ 1793831 h 2398711"/>
              <a:gd name="connsiteX71757" fmla="*/ 443322 w 2119654"/>
              <a:gd name="connsiteY71757" fmla="*/ 1839042 h 2398711"/>
              <a:gd name="connsiteX71758" fmla="*/ 448855 w 2119654"/>
              <a:gd name="connsiteY71758" fmla="*/ 1841951 h 2398711"/>
              <a:gd name="connsiteX71759" fmla="*/ 454382 w 2119654"/>
              <a:gd name="connsiteY71759" fmla="*/ 1843275 h 2398711"/>
              <a:gd name="connsiteX71760" fmla="*/ 452205 w 2119654"/>
              <a:gd name="connsiteY71760" fmla="*/ 1841445 h 2398711"/>
              <a:gd name="connsiteX71761" fmla="*/ 447013 w 2119654"/>
              <a:gd name="connsiteY71761" fmla="*/ 1840320 h 2398711"/>
              <a:gd name="connsiteX71762" fmla="*/ 1047208 w 2119654"/>
              <a:gd name="connsiteY71762" fmla="*/ 486798 h 2398711"/>
              <a:gd name="connsiteX71763" fmla="*/ 1047141 w 2119654"/>
              <a:gd name="connsiteY71763" fmla="*/ 488240 h 2398711"/>
              <a:gd name="connsiteX71764" fmla="*/ 1047493 w 2119654"/>
              <a:gd name="connsiteY71764" fmla="*/ 488395 h 2398711"/>
              <a:gd name="connsiteX71765" fmla="*/ 464222 w 2119654"/>
              <a:gd name="connsiteY71765" fmla="*/ 1792197 h 2398711"/>
              <a:gd name="connsiteX71766" fmla="*/ 464095 w 2119654"/>
              <a:gd name="connsiteY71766" fmla="*/ 1793017 h 2398711"/>
              <a:gd name="connsiteX71767" fmla="*/ 467063 w 2119654"/>
              <a:gd name="connsiteY71767" fmla="*/ 1793796 h 2398711"/>
              <a:gd name="connsiteX71768" fmla="*/ 467063 w 2119654"/>
              <a:gd name="connsiteY71768" fmla="*/ 1793625 h 2398711"/>
              <a:gd name="connsiteX71769" fmla="*/ 465462 w 2119654"/>
              <a:gd name="connsiteY71769" fmla="*/ 1792591 h 2398711"/>
              <a:gd name="connsiteX71770" fmla="*/ 1049165 w 2119654"/>
              <a:gd name="connsiteY71770" fmla="*/ 482126 h 2398711"/>
              <a:gd name="connsiteX71771" fmla="*/ 1049371 w 2119654"/>
              <a:gd name="connsiteY71771" fmla="*/ 483019 h 2398711"/>
              <a:gd name="connsiteX71772" fmla="*/ 1049946 w 2119654"/>
              <a:gd name="connsiteY71772" fmla="*/ 482461 h 2398711"/>
              <a:gd name="connsiteX71773" fmla="*/ 1049620 w 2119654"/>
              <a:gd name="connsiteY71773" fmla="*/ 481606 h 2398711"/>
              <a:gd name="connsiteX71774" fmla="*/ 1073931 w 2119654"/>
              <a:gd name="connsiteY71774" fmla="*/ 426383 h 2398711"/>
              <a:gd name="connsiteX71775" fmla="*/ 1073867 w 2119654"/>
              <a:gd name="connsiteY71775" fmla="*/ 426570 h 2398711"/>
              <a:gd name="connsiteX71776" fmla="*/ 1073855 w 2119654"/>
              <a:gd name="connsiteY71776" fmla="*/ 426633 h 2398711"/>
              <a:gd name="connsiteX71777" fmla="*/ 1074051 w 2119654"/>
              <a:gd name="connsiteY71777" fmla="*/ 426944 h 2398711"/>
              <a:gd name="connsiteX71778" fmla="*/ 417561 w 2119654"/>
              <a:gd name="connsiteY71778" fmla="*/ 1895998 h 2398711"/>
              <a:gd name="connsiteX71779" fmla="*/ 421613 w 2119654"/>
              <a:gd name="connsiteY71779" fmla="*/ 1896049 h 2398711"/>
              <a:gd name="connsiteX71780" fmla="*/ 419338 w 2119654"/>
              <a:gd name="connsiteY71780" fmla="*/ 1895599 h 2398711"/>
              <a:gd name="connsiteX71781" fmla="*/ 1036511 w 2119654"/>
              <a:gd name="connsiteY71781" fmla="*/ 510001 h 2398711"/>
              <a:gd name="connsiteX71782" fmla="*/ 1036917 w 2119654"/>
              <a:gd name="connsiteY71782" fmla="*/ 510812 h 2398711"/>
              <a:gd name="connsiteX71783" fmla="*/ 1036857 w 2119654"/>
              <a:gd name="connsiteY71783" fmla="*/ 510376 h 2398711"/>
              <a:gd name="connsiteX71784" fmla="*/ 436819 w 2119654"/>
              <a:gd name="connsiteY71784" fmla="*/ 1852819 h 2398711"/>
              <a:gd name="connsiteX71785" fmla="*/ 436960 w 2119654"/>
              <a:gd name="connsiteY71785" fmla="*/ 1854145 h 2398711"/>
              <a:gd name="connsiteX71786" fmla="*/ 438227 w 2119654"/>
              <a:gd name="connsiteY71786" fmla="*/ 1855039 h 2398711"/>
              <a:gd name="connsiteX71787" fmla="*/ 449784 w 2119654"/>
              <a:gd name="connsiteY71787" fmla="*/ 1855197 h 2398711"/>
              <a:gd name="connsiteX71788" fmla="*/ 447646 w 2119654"/>
              <a:gd name="connsiteY71788" fmla="*/ 1854125 h 2398711"/>
              <a:gd name="connsiteX71789" fmla="*/ 451401 w 2119654"/>
              <a:gd name="connsiteY71789" fmla="*/ 1820048 h 2398711"/>
              <a:gd name="connsiteX71790" fmla="*/ 453491 w 2119654"/>
              <a:gd name="connsiteY71790" fmla="*/ 1821375 h 2398711"/>
              <a:gd name="connsiteX71791" fmla="*/ 456350 w 2119654"/>
              <a:gd name="connsiteY71791" fmla="*/ 1822231 h 2398711"/>
              <a:gd name="connsiteX71792" fmla="*/ 456224 w 2119654"/>
              <a:gd name="connsiteY71792" fmla="*/ 1822108 h 2398711"/>
              <a:gd name="connsiteX71793" fmla="*/ 453058 w 2119654"/>
              <a:gd name="connsiteY71793" fmla="*/ 1820106 h 2398711"/>
              <a:gd name="connsiteX71794" fmla="*/ 1096916 w 2119654"/>
              <a:gd name="connsiteY71794" fmla="*/ 374532 h 2398711"/>
              <a:gd name="connsiteX71795" fmla="*/ 1107593 w 2119654"/>
              <a:gd name="connsiteY71795" fmla="*/ 382841 h 2398711"/>
              <a:gd name="connsiteX71796" fmla="*/ 1106700 w 2119654"/>
              <a:gd name="connsiteY71796" fmla="*/ 379662 h 2398711"/>
              <a:gd name="connsiteX71797" fmla="*/ 1104519 w 2119654"/>
              <a:gd name="connsiteY71797" fmla="*/ 377506 h 2398711"/>
              <a:gd name="connsiteX71798" fmla="*/ 1105168 w 2119654"/>
              <a:gd name="connsiteY71798" fmla="*/ 377579 h 2398711"/>
              <a:gd name="connsiteX71799" fmla="*/ 1106480 w 2119654"/>
              <a:gd name="connsiteY71799" fmla="*/ 378876 h 2398711"/>
              <a:gd name="connsiteX71800" fmla="*/ 1103957 w 2119654"/>
              <a:gd name="connsiteY71800" fmla="*/ 369889 h 2398711"/>
              <a:gd name="connsiteX71801" fmla="*/ 1102607 w 2119654"/>
              <a:gd name="connsiteY71801" fmla="*/ 365457 h 2398711"/>
              <a:gd name="connsiteX71802" fmla="*/ 428185 w 2119654"/>
              <a:gd name="connsiteY71802" fmla="*/ 1871464 h 2398711"/>
              <a:gd name="connsiteX71803" fmla="*/ 431904 w 2119654"/>
              <a:gd name="connsiteY71803" fmla="*/ 1872928 h 2398711"/>
              <a:gd name="connsiteX71804" fmla="*/ 436817 w 2119654"/>
              <a:gd name="connsiteY71804" fmla="*/ 1871409 h 2398711"/>
              <a:gd name="connsiteX71805" fmla="*/ 385324 w 2119654"/>
              <a:gd name="connsiteY71805" fmla="*/ 1967433 h 2398711"/>
              <a:gd name="connsiteX71806" fmla="*/ 385325 w 2119654"/>
              <a:gd name="connsiteY71806" fmla="*/ 1967433 h 2398711"/>
              <a:gd name="connsiteX71807" fmla="*/ 385328 w 2119654"/>
              <a:gd name="connsiteY71807" fmla="*/ 1967432 h 2398711"/>
              <a:gd name="connsiteX71808" fmla="*/ 1033431 w 2119654"/>
              <a:gd name="connsiteY71808" fmla="*/ 515250 h 2398711"/>
              <a:gd name="connsiteX71809" fmla="*/ 1033496 w 2119654"/>
              <a:gd name="connsiteY71809" fmla="*/ 515385 h 2398711"/>
              <a:gd name="connsiteX71810" fmla="*/ 1033566 w 2119654"/>
              <a:gd name="connsiteY71810" fmla="*/ 515392 h 2398711"/>
              <a:gd name="connsiteX71811" fmla="*/ 1076495 w 2119654"/>
              <a:gd name="connsiteY71811" fmla="*/ 418777 h 2398711"/>
              <a:gd name="connsiteX71812" fmla="*/ 1074321 w 2119654"/>
              <a:gd name="connsiteY71812" fmla="*/ 425224 h 2398711"/>
              <a:gd name="connsiteX71813" fmla="*/ 1075264 w 2119654"/>
              <a:gd name="connsiteY71813" fmla="*/ 428883 h 2398711"/>
              <a:gd name="connsiteX71814" fmla="*/ 1076008 w 2119654"/>
              <a:gd name="connsiteY71814" fmla="*/ 430073 h 2398711"/>
              <a:gd name="connsiteX71815" fmla="*/ 1078577 w 2119654"/>
              <a:gd name="connsiteY71815" fmla="*/ 423576 h 2398711"/>
              <a:gd name="connsiteX71816" fmla="*/ 1048786 w 2119654"/>
              <a:gd name="connsiteY71816" fmla="*/ 480479 h 2398711"/>
              <a:gd name="connsiteX71817" fmla="*/ 1049147 w 2119654"/>
              <a:gd name="connsiteY71817" fmla="*/ 482050 h 2398711"/>
              <a:gd name="connsiteX71818" fmla="*/ 1049592 w 2119654"/>
              <a:gd name="connsiteY71818" fmla="*/ 481532 h 2398711"/>
              <a:gd name="connsiteX71819" fmla="*/ 1049375 w 2119654"/>
              <a:gd name="connsiteY71819" fmla="*/ 480962 h 2398711"/>
              <a:gd name="connsiteX71820" fmla="*/ 1049243 w 2119654"/>
              <a:gd name="connsiteY71820" fmla="*/ 480751 h 2398711"/>
              <a:gd name="connsiteX71821" fmla="*/ 1093935 w 2119654"/>
              <a:gd name="connsiteY71821" fmla="*/ 379284 h 2398711"/>
              <a:gd name="connsiteX71822" fmla="*/ 1096712 w 2119654"/>
              <a:gd name="connsiteY71822" fmla="*/ 384987 h 2398711"/>
              <a:gd name="connsiteX71823" fmla="*/ 1102148 w 2119654"/>
              <a:gd name="connsiteY71823" fmla="*/ 396550 h 2398711"/>
              <a:gd name="connsiteX71824" fmla="*/ 1103009 w 2119654"/>
              <a:gd name="connsiteY71824" fmla="*/ 395353 h 2398711"/>
              <a:gd name="connsiteX71825" fmla="*/ 1103530 w 2119654"/>
              <a:gd name="connsiteY71825" fmla="*/ 395203 h 2398711"/>
              <a:gd name="connsiteX71826" fmla="*/ 1102312 w 2119654"/>
              <a:gd name="connsiteY71826" fmla="*/ 396897 h 2398711"/>
              <a:gd name="connsiteX71827" fmla="*/ 1103093 w 2119654"/>
              <a:gd name="connsiteY71827" fmla="*/ 398558 h 2398711"/>
              <a:gd name="connsiteX71828" fmla="*/ 1107051 w 2119654"/>
              <a:gd name="connsiteY71828" fmla="*/ 390414 h 2398711"/>
              <a:gd name="connsiteX71829" fmla="*/ 1108663 w 2119654"/>
              <a:gd name="connsiteY71829" fmla="*/ 387207 h 2398711"/>
              <a:gd name="connsiteX71830" fmla="*/ 1108628 w 2119654"/>
              <a:gd name="connsiteY71830" fmla="*/ 386524 h 2398711"/>
              <a:gd name="connsiteX71831" fmla="*/ 1108396 w 2119654"/>
              <a:gd name="connsiteY71831" fmla="*/ 385701 h 2398711"/>
              <a:gd name="connsiteX71832" fmla="*/ 1095974 w 2119654"/>
              <a:gd name="connsiteY71832" fmla="*/ 376034 h 2398711"/>
              <a:gd name="connsiteX71833" fmla="*/ 1078118 w 2119654"/>
              <a:gd name="connsiteY71833" fmla="*/ 414546 h 2398711"/>
              <a:gd name="connsiteX71834" fmla="*/ 1078545 w 2119654"/>
              <a:gd name="connsiteY71834" fmla="*/ 415493 h 2398711"/>
              <a:gd name="connsiteX71835" fmla="*/ 1080460 w 2119654"/>
              <a:gd name="connsiteY71835" fmla="*/ 417097 h 2398711"/>
              <a:gd name="connsiteX71836" fmla="*/ 1079680 w 2119654"/>
              <a:gd name="connsiteY71836" fmla="*/ 415853 h 2398711"/>
              <a:gd name="connsiteX71837" fmla="*/ 1077320 w 2119654"/>
              <a:gd name="connsiteY71837" fmla="*/ 416332 h 2398711"/>
              <a:gd name="connsiteX71838" fmla="*/ 1076693 w 2119654"/>
              <a:gd name="connsiteY71838" fmla="*/ 418192 h 2398711"/>
              <a:gd name="connsiteX71839" fmla="*/ 1078828 w 2119654"/>
              <a:gd name="connsiteY71839" fmla="*/ 422940 h 2398711"/>
              <a:gd name="connsiteX71840" fmla="*/ 1079226 w 2119654"/>
              <a:gd name="connsiteY71840" fmla="*/ 421932 h 2398711"/>
              <a:gd name="connsiteX71841" fmla="*/ 1079518 w 2119654"/>
              <a:gd name="connsiteY71841" fmla="*/ 421221 h 2398711"/>
              <a:gd name="connsiteX71842" fmla="*/ 1077620 w 2119654"/>
              <a:gd name="connsiteY71842" fmla="*/ 415440 h 2398711"/>
              <a:gd name="connsiteX71843" fmla="*/ 1077388 w 2119654"/>
              <a:gd name="connsiteY71843" fmla="*/ 416129 h 2398711"/>
              <a:gd name="connsiteX71844" fmla="*/ 1079596 w 2119654"/>
              <a:gd name="connsiteY71844" fmla="*/ 421034 h 2398711"/>
              <a:gd name="connsiteX71845" fmla="*/ 1080116 w 2119654"/>
              <a:gd name="connsiteY71845" fmla="*/ 419769 h 2398711"/>
              <a:gd name="connsiteX71846" fmla="*/ 1078590 w 2119654"/>
              <a:gd name="connsiteY71846" fmla="*/ 416252 h 2398711"/>
              <a:gd name="connsiteX71847" fmla="*/ 1049052 w 2119654"/>
              <a:gd name="connsiteY71847" fmla="*/ 479336 h 2398711"/>
              <a:gd name="connsiteX71848" fmla="*/ 1049105 w 2119654"/>
              <a:gd name="connsiteY71848" fmla="*/ 479476 h 2398711"/>
              <a:gd name="connsiteX71849" fmla="*/ 1049983 w 2119654"/>
              <a:gd name="connsiteY71849" fmla="*/ 480843 h 2398711"/>
              <a:gd name="connsiteX71850" fmla="*/ 1050116 w 2119654"/>
              <a:gd name="connsiteY71850" fmla="*/ 480921 h 2398711"/>
              <a:gd name="connsiteX71851" fmla="*/ 1050350 w 2119654"/>
              <a:gd name="connsiteY71851" fmla="*/ 480648 h 2398711"/>
              <a:gd name="connsiteX71852" fmla="*/ 1050962 w 2119654"/>
              <a:gd name="connsiteY71852" fmla="*/ 477333 h 2398711"/>
              <a:gd name="connsiteX71853" fmla="*/ 450505 w 2119654"/>
              <a:gd name="connsiteY71853" fmla="*/ 1819479 h 2398711"/>
              <a:gd name="connsiteX71854" fmla="*/ 451089 w 2119654"/>
              <a:gd name="connsiteY71854" fmla="*/ 1819849 h 2398711"/>
              <a:gd name="connsiteX71855" fmla="*/ 452744 w 2119654"/>
              <a:gd name="connsiteY71855" fmla="*/ 1819908 h 2398711"/>
              <a:gd name="connsiteX71856" fmla="*/ 451767 w 2119654"/>
              <a:gd name="connsiteY71856" fmla="*/ 1819290 h 2398711"/>
              <a:gd name="connsiteX71857" fmla="*/ 1077889 w 2119654"/>
              <a:gd name="connsiteY71857" fmla="*/ 414643 h 2398711"/>
              <a:gd name="connsiteX71858" fmla="*/ 1077810 w 2119654"/>
              <a:gd name="connsiteY71858" fmla="*/ 414878 h 2398711"/>
              <a:gd name="connsiteX71859" fmla="*/ 1078100 w 2119654"/>
              <a:gd name="connsiteY71859" fmla="*/ 415121 h 2398711"/>
              <a:gd name="connsiteX71860" fmla="*/ 1078008 w 2119654"/>
              <a:gd name="connsiteY71860" fmla="*/ 414908 h 2398711"/>
              <a:gd name="connsiteX71861" fmla="*/ 337011 w 2119654"/>
              <a:gd name="connsiteY71861" fmla="*/ 2073347 h 2398711"/>
              <a:gd name="connsiteX71862" fmla="*/ 356593 w 2119654"/>
              <a:gd name="connsiteY71862" fmla="*/ 2074153 h 2398711"/>
              <a:gd name="connsiteX71863" fmla="*/ 418001 w 2119654"/>
              <a:gd name="connsiteY71863" fmla="*/ 2075852 h 2398711"/>
              <a:gd name="connsiteX71864" fmla="*/ 372611 w 2119654"/>
              <a:gd name="connsiteY71864" fmla="*/ 2074988 h 2398711"/>
              <a:gd name="connsiteX71865" fmla="*/ 337227 w 2119654"/>
              <a:gd name="connsiteY71865" fmla="*/ 2073532 h 2398711"/>
              <a:gd name="connsiteX71866" fmla="*/ 1078250 w 2119654"/>
              <a:gd name="connsiteY71866" fmla="*/ 413572 h 2398711"/>
              <a:gd name="connsiteX71867" fmla="*/ 1078106 w 2119654"/>
              <a:gd name="connsiteY71867" fmla="*/ 413997 h 2398711"/>
              <a:gd name="connsiteX71868" fmla="*/ 1078970 w 2119654"/>
              <a:gd name="connsiteY71868" fmla="*/ 414721 h 2398711"/>
              <a:gd name="connsiteX71869" fmla="*/ 1048626 w 2119654"/>
              <a:gd name="connsiteY71869" fmla="*/ 479783 h 2398711"/>
              <a:gd name="connsiteX71870" fmla="*/ 1048700 w 2119654"/>
              <a:gd name="connsiteY71870" fmla="*/ 480102 h 2398711"/>
              <a:gd name="connsiteX71871" fmla="*/ 1048918 w 2119654"/>
              <a:gd name="connsiteY71871" fmla="*/ 480229 h 2398711"/>
              <a:gd name="connsiteX71872" fmla="*/ 1048635 w 2119654"/>
              <a:gd name="connsiteY71872" fmla="*/ 479774 h 2398711"/>
              <a:gd name="connsiteX71873" fmla="*/ 436732 w 2119654"/>
              <a:gd name="connsiteY71873" fmla="*/ 1849877 h 2398711"/>
              <a:gd name="connsiteX71874" fmla="*/ 436762 w 2119654"/>
              <a:gd name="connsiteY71874" fmla="*/ 1852281 h 2398711"/>
              <a:gd name="connsiteX71875" fmla="*/ 436768 w 2119654"/>
              <a:gd name="connsiteY71875" fmla="*/ 1852337 h 2398711"/>
              <a:gd name="connsiteX71876" fmla="*/ 446006 w 2119654"/>
              <a:gd name="connsiteY71876" fmla="*/ 1853304 h 2398711"/>
              <a:gd name="connsiteX71877" fmla="*/ 444911 w 2119654"/>
              <a:gd name="connsiteY71877" fmla="*/ 1852754 h 2398711"/>
              <a:gd name="connsiteX71878" fmla="*/ 436987 w 2119654"/>
              <a:gd name="connsiteY71878" fmla="*/ 1849993 h 2398711"/>
              <a:gd name="connsiteX71879" fmla="*/ 1128100 w 2119654"/>
              <a:gd name="connsiteY71879" fmla="*/ 301719 h 2398711"/>
              <a:gd name="connsiteX71880" fmla="*/ 1139054 w 2119654"/>
              <a:gd name="connsiteY71880" fmla="*/ 312244 h 2398711"/>
              <a:gd name="connsiteX71881" fmla="*/ 1136574 w 2119654"/>
              <a:gd name="connsiteY71881" fmla="*/ 292066 h 2398711"/>
              <a:gd name="connsiteX71882" fmla="*/ 1136920 w 2119654"/>
              <a:gd name="connsiteY71882" fmla="*/ 292409 h 2398711"/>
              <a:gd name="connsiteX71883" fmla="*/ 1139398 w 2119654"/>
              <a:gd name="connsiteY71883" fmla="*/ 312574 h 2398711"/>
              <a:gd name="connsiteX71884" fmla="*/ 1158244 w 2119654"/>
              <a:gd name="connsiteY71884" fmla="*/ 330682 h 2398711"/>
              <a:gd name="connsiteX71885" fmla="*/ 1152034 w 2119654"/>
              <a:gd name="connsiteY71885" fmla="*/ 291293 h 2398711"/>
              <a:gd name="connsiteX71886" fmla="*/ 1147384 w 2119654"/>
              <a:gd name="connsiteY71886" fmla="*/ 267909 h 2398711"/>
              <a:gd name="connsiteX71887" fmla="*/ 1079056 w 2119654"/>
              <a:gd name="connsiteY71887" fmla="*/ 411179 h 2398711"/>
              <a:gd name="connsiteX71888" fmla="*/ 1078947 w 2119654"/>
              <a:gd name="connsiteY71888" fmla="*/ 411505 h 2398711"/>
              <a:gd name="connsiteX71889" fmla="*/ 1080070 w 2119654"/>
              <a:gd name="connsiteY71889" fmla="*/ 413234 h 2398711"/>
              <a:gd name="connsiteX71890" fmla="*/ 1090473 w 2119654"/>
              <a:gd name="connsiteY71890" fmla="*/ 384806 h 2398711"/>
              <a:gd name="connsiteX71891" fmla="*/ 1092651 w 2119654"/>
              <a:gd name="connsiteY71891" fmla="*/ 389281 h 2398711"/>
              <a:gd name="connsiteX71892" fmla="*/ 1092889 w 2119654"/>
              <a:gd name="connsiteY71892" fmla="*/ 389146 h 2398711"/>
              <a:gd name="connsiteX71893" fmla="*/ 1092749 w 2119654"/>
              <a:gd name="connsiteY71893" fmla="*/ 389485 h 2398711"/>
              <a:gd name="connsiteX71894" fmla="*/ 1094951 w 2119654"/>
              <a:gd name="connsiteY71894" fmla="*/ 394001 h 2398711"/>
              <a:gd name="connsiteX71895" fmla="*/ 1098522 w 2119654"/>
              <a:gd name="connsiteY71895" fmla="*/ 401596 h 2398711"/>
              <a:gd name="connsiteX71896" fmla="*/ 1101780 w 2119654"/>
              <a:gd name="connsiteY71896" fmla="*/ 397062 h 2398711"/>
              <a:gd name="connsiteX71897" fmla="*/ 1093640 w 2119654"/>
              <a:gd name="connsiteY71897" fmla="*/ 379756 h 2398711"/>
              <a:gd name="connsiteX71898" fmla="*/ 1093412 w 2119654"/>
              <a:gd name="connsiteY71898" fmla="*/ 378210 h 2398711"/>
              <a:gd name="connsiteX71899" fmla="*/ 1093814 w 2119654"/>
              <a:gd name="connsiteY71899" fmla="*/ 379035 h 2398711"/>
              <a:gd name="connsiteX71900" fmla="*/ 1095762 w 2119654"/>
              <a:gd name="connsiteY71900" fmla="*/ 375868 h 2398711"/>
              <a:gd name="connsiteX71901" fmla="*/ 1095360 w 2119654"/>
              <a:gd name="connsiteY71901" fmla="*/ 375555 h 2398711"/>
              <a:gd name="connsiteX71902" fmla="*/ 1080513 w 2119654"/>
              <a:gd name="connsiteY71902" fmla="*/ 406862 h 2398711"/>
              <a:gd name="connsiteX71903" fmla="*/ 1079224 w 2119654"/>
              <a:gd name="connsiteY71903" fmla="*/ 410681 h 2398711"/>
              <a:gd name="connsiteX71904" fmla="*/ 1081748 w 2119654"/>
              <a:gd name="connsiteY71904" fmla="*/ 415796 h 2398711"/>
              <a:gd name="connsiteX71905" fmla="*/ 1082495 w 2119654"/>
              <a:gd name="connsiteY71905" fmla="*/ 413976 h 2398711"/>
              <a:gd name="connsiteX71906" fmla="*/ 1089976 w 2119654"/>
              <a:gd name="connsiteY71906" fmla="*/ 385598 h 2398711"/>
              <a:gd name="connsiteX71907" fmla="*/ 1092103 w 2119654"/>
              <a:gd name="connsiteY71907" fmla="*/ 390598 h 2398711"/>
              <a:gd name="connsiteX71908" fmla="*/ 1092471 w 2119654"/>
              <a:gd name="connsiteY71908" fmla="*/ 389701 h 2398711"/>
              <a:gd name="connsiteX71909" fmla="*/ 1090299 w 2119654"/>
              <a:gd name="connsiteY71909" fmla="*/ 385083 h 2398711"/>
              <a:gd name="connsiteX71910" fmla="*/ 434725 w 2119654"/>
              <a:gd name="connsiteY71910" fmla="*/ 1852567 h 2398711"/>
              <a:gd name="connsiteX71911" fmla="*/ 436510 w 2119654"/>
              <a:gd name="connsiteY71911" fmla="*/ 1853826 h 2398711"/>
              <a:gd name="connsiteX71912" fmla="*/ 436396 w 2119654"/>
              <a:gd name="connsiteY71912" fmla="*/ 1852768 h 2398711"/>
              <a:gd name="connsiteX71913" fmla="*/ 1088122 w 2119654"/>
              <a:gd name="connsiteY71913" fmla="*/ 388553 h 2398711"/>
              <a:gd name="connsiteX71914" fmla="*/ 1088830 w 2119654"/>
              <a:gd name="connsiteY71914" fmla="*/ 394188 h 2398711"/>
              <a:gd name="connsiteX71915" fmla="*/ 1090109 w 2119654"/>
              <a:gd name="connsiteY71915" fmla="*/ 395451 h 2398711"/>
              <a:gd name="connsiteX71916" fmla="*/ 1090932 w 2119654"/>
              <a:gd name="connsiteY71916" fmla="*/ 393446 h 2398711"/>
              <a:gd name="connsiteX71917" fmla="*/ 1088557 w 2119654"/>
              <a:gd name="connsiteY71917" fmla="*/ 387859 h 2398711"/>
              <a:gd name="connsiteX71918" fmla="*/ 1051605 w 2119654"/>
              <a:gd name="connsiteY71918" fmla="*/ 470305 h 2398711"/>
              <a:gd name="connsiteX71919" fmla="*/ 1051922 w 2119654"/>
              <a:gd name="connsiteY71919" fmla="*/ 471134 h 2398711"/>
              <a:gd name="connsiteX71920" fmla="*/ 1052085 w 2119654"/>
              <a:gd name="connsiteY71920" fmla="*/ 471255 h 2398711"/>
              <a:gd name="connsiteX71921" fmla="*/ 1052236 w 2119654"/>
              <a:gd name="connsiteY71921" fmla="*/ 470439 h 2398711"/>
              <a:gd name="connsiteX71922" fmla="*/ 1051854 w 2119654"/>
              <a:gd name="connsiteY71922" fmla="*/ 469949 h 2398711"/>
              <a:gd name="connsiteX71923" fmla="*/ 1082354 w 2119654"/>
              <a:gd name="connsiteY71923" fmla="*/ 401401 h 2398711"/>
              <a:gd name="connsiteX71924" fmla="*/ 1080787 w 2119654"/>
              <a:gd name="connsiteY71924" fmla="*/ 406048 h 2398711"/>
              <a:gd name="connsiteX71925" fmla="*/ 1082794 w 2119654"/>
              <a:gd name="connsiteY71925" fmla="*/ 413250 h 2398711"/>
              <a:gd name="connsiteX71926" fmla="*/ 1085037 w 2119654"/>
              <a:gd name="connsiteY71926" fmla="*/ 407793 h 2398711"/>
              <a:gd name="connsiteX71927" fmla="*/ 1084819 w 2119654"/>
              <a:gd name="connsiteY71927" fmla="*/ 406056 h 2398711"/>
              <a:gd name="connsiteX71928" fmla="*/ 1048168 w 2119654"/>
              <a:gd name="connsiteY71928" fmla="*/ 477791 h 2398711"/>
              <a:gd name="connsiteX71929" fmla="*/ 1048248 w 2119654"/>
              <a:gd name="connsiteY71929" fmla="*/ 478139 h 2398711"/>
              <a:gd name="connsiteX71930" fmla="*/ 1048252 w 2119654"/>
              <a:gd name="connsiteY71930" fmla="*/ 478145 h 2398711"/>
              <a:gd name="connsiteX71931" fmla="*/ 1048289 w 2119654"/>
              <a:gd name="connsiteY71931" fmla="*/ 478110 h 2398711"/>
              <a:gd name="connsiteX71932" fmla="*/ 461146 w 2119654"/>
              <a:gd name="connsiteY71932" fmla="*/ 1792244 h 2398711"/>
              <a:gd name="connsiteX71933" fmla="*/ 461236 w 2119654"/>
              <a:gd name="connsiteY71933" fmla="*/ 1792268 h 2398711"/>
              <a:gd name="connsiteX71934" fmla="*/ 461244 w 2119654"/>
              <a:gd name="connsiteY71934" fmla="*/ 1792217 h 2398711"/>
              <a:gd name="connsiteX71935" fmla="*/ 1051330 w 2119654"/>
              <a:gd name="connsiteY71935" fmla="*/ 470698 h 2398711"/>
              <a:gd name="connsiteX71936" fmla="*/ 1051390 w 2119654"/>
              <a:gd name="connsiteY71936" fmla="*/ 470742 h 2398711"/>
              <a:gd name="connsiteX71937" fmla="*/ 1051358 w 2119654"/>
              <a:gd name="connsiteY71937" fmla="*/ 470659 h 2398711"/>
              <a:gd name="connsiteX71938" fmla="*/ 1121502 w 2119654"/>
              <a:gd name="connsiteY71938" fmla="*/ 313287 h 2398711"/>
              <a:gd name="connsiteX71939" fmla="*/ 1143738 w 2119654"/>
              <a:gd name="connsiteY71939" fmla="*/ 352548 h 2398711"/>
              <a:gd name="connsiteX71940" fmla="*/ 1140664 w 2119654"/>
              <a:gd name="connsiteY71940" fmla="*/ 325333 h 2398711"/>
              <a:gd name="connsiteX71941" fmla="*/ 1139115 w 2119654"/>
              <a:gd name="connsiteY71941" fmla="*/ 312740 h 2398711"/>
              <a:gd name="connsiteX71942" fmla="*/ 1138377 w 2119654"/>
              <a:gd name="connsiteY71942" fmla="*/ 312010 h 2398711"/>
              <a:gd name="connsiteX71943" fmla="*/ 1127946 w 2119654"/>
              <a:gd name="connsiteY71943" fmla="*/ 301990 h 2398711"/>
              <a:gd name="connsiteX71944" fmla="*/ 1052769 w 2119654"/>
              <a:gd name="connsiteY71944" fmla="*/ 466999 h 2398711"/>
              <a:gd name="connsiteX71945" fmla="*/ 1052847 w 2119654"/>
              <a:gd name="connsiteY71945" fmla="*/ 467130 h 2398711"/>
              <a:gd name="connsiteX71946" fmla="*/ 1052909 w 2119654"/>
              <a:gd name="connsiteY71946" fmla="*/ 466799 h 2398711"/>
              <a:gd name="connsiteX71947" fmla="*/ 1052309 w 2119654"/>
              <a:gd name="connsiteY71947" fmla="*/ 467657 h 2398711"/>
              <a:gd name="connsiteX71948" fmla="*/ 1052555 w 2119654"/>
              <a:gd name="connsiteY71948" fmla="*/ 467974 h 2398711"/>
              <a:gd name="connsiteX71949" fmla="*/ 1052741 w 2119654"/>
              <a:gd name="connsiteY71949" fmla="*/ 467708 h 2398711"/>
              <a:gd name="connsiteX71950" fmla="*/ 1052748 w 2119654"/>
              <a:gd name="connsiteY71950" fmla="*/ 467668 h 2398711"/>
              <a:gd name="connsiteX71951" fmla="*/ 1052543 w 2119654"/>
              <a:gd name="connsiteY71951" fmla="*/ 467323 h 2398711"/>
              <a:gd name="connsiteX71952" fmla="*/ 460526 w 2119654"/>
              <a:gd name="connsiteY71952" fmla="*/ 1792412 h 2398711"/>
              <a:gd name="connsiteX71953" fmla="*/ 460939 w 2119654"/>
              <a:gd name="connsiteY71953" fmla="*/ 1794192 h 2398711"/>
              <a:gd name="connsiteX71954" fmla="*/ 461196 w 2119654"/>
              <a:gd name="connsiteY71954" fmla="*/ 1792529 h 2398711"/>
              <a:gd name="connsiteX71955" fmla="*/ 460653 w 2119654"/>
              <a:gd name="connsiteY71955" fmla="*/ 1792378 h 2398711"/>
              <a:gd name="connsiteX71956" fmla="*/ 1089714 w 2119654"/>
              <a:gd name="connsiteY71956" fmla="*/ 383248 h 2398711"/>
              <a:gd name="connsiteX71957" fmla="*/ 1090380 w 2119654"/>
              <a:gd name="connsiteY71957" fmla="*/ 384617 h 2398711"/>
              <a:gd name="connsiteX71958" fmla="*/ 1093523 w 2119654"/>
              <a:gd name="connsiteY71958" fmla="*/ 379508 h 2398711"/>
              <a:gd name="connsiteX71959" fmla="*/ 1093107 w 2119654"/>
              <a:gd name="connsiteY71959" fmla="*/ 378625 h 2398711"/>
              <a:gd name="connsiteX71960" fmla="*/ 1051200 w 2119654"/>
              <a:gd name="connsiteY71960" fmla="*/ 469245 h 2398711"/>
              <a:gd name="connsiteX71961" fmla="*/ 1051365 w 2119654"/>
              <a:gd name="connsiteY71961" fmla="*/ 469678 h 2398711"/>
              <a:gd name="connsiteX71962" fmla="*/ 1051497 w 2119654"/>
              <a:gd name="connsiteY71962" fmla="*/ 469489 h 2398711"/>
              <a:gd name="connsiteX71963" fmla="*/ 1051251 w 2119654"/>
              <a:gd name="connsiteY71963" fmla="*/ 469172 h 2398711"/>
              <a:gd name="connsiteX71964" fmla="*/ 439170 w 2119654"/>
              <a:gd name="connsiteY71964" fmla="*/ 1839631 h 2398711"/>
              <a:gd name="connsiteX71965" fmla="*/ 443606 w 2119654"/>
              <a:gd name="connsiteY71965" fmla="*/ 1840694 h 2398711"/>
              <a:gd name="connsiteX71966" fmla="*/ 441093 w 2119654"/>
              <a:gd name="connsiteY71966" fmla="*/ 1839241 h 2398711"/>
              <a:gd name="connsiteX71967" fmla="*/ 1089246 w 2119654"/>
              <a:gd name="connsiteY71967" fmla="*/ 383885 h 2398711"/>
              <a:gd name="connsiteX71968" fmla="*/ 1089894 w 2119654"/>
              <a:gd name="connsiteY71968" fmla="*/ 385407 h 2398711"/>
              <a:gd name="connsiteX71969" fmla="*/ 1090210 w 2119654"/>
              <a:gd name="connsiteY71969" fmla="*/ 384893 h 2398711"/>
              <a:gd name="connsiteX71970" fmla="*/ 1089544 w 2119654"/>
              <a:gd name="connsiteY71970" fmla="*/ 383479 h 2398711"/>
              <a:gd name="connsiteX71971" fmla="*/ 441872 w 2119654"/>
              <a:gd name="connsiteY71971" fmla="*/ 1833313 h 2398711"/>
              <a:gd name="connsiteX71972" fmla="*/ 442141 w 2119654"/>
              <a:gd name="connsiteY71972" fmla="*/ 1833398 h 2398711"/>
              <a:gd name="connsiteX71973" fmla="*/ 442497 w 2119654"/>
              <a:gd name="connsiteY71973" fmla="*/ 1833290 h 2398711"/>
              <a:gd name="connsiteX71974" fmla="*/ 442481 w 2119654"/>
              <a:gd name="connsiteY71974" fmla="*/ 1833277 h 2398711"/>
              <a:gd name="connsiteX71975" fmla="*/ 440666 w 2119654"/>
              <a:gd name="connsiteY71975" fmla="*/ 1835917 h 2398711"/>
              <a:gd name="connsiteX71976" fmla="*/ 441294 w 2119654"/>
              <a:gd name="connsiteY71976" fmla="*/ 1836054 h 2398711"/>
              <a:gd name="connsiteX71977" fmla="*/ 440932 w 2119654"/>
              <a:gd name="connsiteY71977" fmla="*/ 1835939 h 2398711"/>
              <a:gd name="connsiteX71978" fmla="*/ 1050574 w 2119654"/>
              <a:gd name="connsiteY71978" fmla="*/ 470142 h 2398711"/>
              <a:gd name="connsiteX71979" fmla="*/ 1050882 w 2119654"/>
              <a:gd name="connsiteY71979" fmla="*/ 470369 h 2398711"/>
              <a:gd name="connsiteX71980" fmla="*/ 1051118 w 2119654"/>
              <a:gd name="connsiteY71980" fmla="*/ 470032 h 2398711"/>
              <a:gd name="connsiteX71981" fmla="*/ 1050953 w 2119654"/>
              <a:gd name="connsiteY71981" fmla="*/ 469599 h 2398711"/>
              <a:gd name="connsiteX71982" fmla="*/ 1087817 w 2119654"/>
              <a:gd name="connsiteY71982" fmla="*/ 386119 h 2398711"/>
              <a:gd name="connsiteX71983" fmla="*/ 1088094 w 2119654"/>
              <a:gd name="connsiteY71983" fmla="*/ 388333 h 2398711"/>
              <a:gd name="connsiteX71984" fmla="*/ 1088487 w 2119654"/>
              <a:gd name="connsiteY71984" fmla="*/ 387694 h 2398711"/>
              <a:gd name="connsiteX71985" fmla="*/ 1047728 w 2119654"/>
              <a:gd name="connsiteY71985" fmla="*/ 475856 h 2398711"/>
              <a:gd name="connsiteX71986" fmla="*/ 1048506 w 2119654"/>
              <a:gd name="connsiteY71986" fmla="*/ 477900 h 2398711"/>
              <a:gd name="connsiteX71987" fmla="*/ 1050555 w 2119654"/>
              <a:gd name="connsiteY71987" fmla="*/ 475915 h 2398711"/>
              <a:gd name="connsiteX71988" fmla="*/ 1049067 w 2119654"/>
              <a:gd name="connsiteY71988" fmla="*/ 473939 h 2398711"/>
              <a:gd name="connsiteX71989" fmla="*/ 1113190 w 2119654"/>
              <a:gd name="connsiteY71989" fmla="*/ 329097 h 2398711"/>
              <a:gd name="connsiteX71990" fmla="*/ 1114984 w 2119654"/>
              <a:gd name="connsiteY71990" fmla="*/ 343246 h 2398711"/>
              <a:gd name="connsiteX71991" fmla="*/ 1115662 w 2119654"/>
              <a:gd name="connsiteY71991" fmla="*/ 344442 h 2398711"/>
              <a:gd name="connsiteX71992" fmla="*/ 1123428 w 2119654"/>
              <a:gd name="connsiteY71992" fmla="*/ 332422 h 2398711"/>
              <a:gd name="connsiteX71993" fmla="*/ 1123703 w 2119654"/>
              <a:gd name="connsiteY71993" fmla="*/ 332328 h 2398711"/>
              <a:gd name="connsiteX71994" fmla="*/ 1115762 w 2119654"/>
              <a:gd name="connsiteY71994" fmla="*/ 344618 h 2398711"/>
              <a:gd name="connsiteX71995" fmla="*/ 1123733 w 2119654"/>
              <a:gd name="connsiteY71995" fmla="*/ 358696 h 2398711"/>
              <a:gd name="connsiteX71996" fmla="*/ 1130584 w 2119654"/>
              <a:gd name="connsiteY71996" fmla="*/ 345070 h 2398711"/>
              <a:gd name="connsiteX71997" fmla="*/ 1130869 w 2119654"/>
              <a:gd name="connsiteY71997" fmla="*/ 344936 h 2398711"/>
              <a:gd name="connsiteX71998" fmla="*/ 1123849 w 2119654"/>
              <a:gd name="connsiteY71998" fmla="*/ 358900 h 2398711"/>
              <a:gd name="connsiteX71999" fmla="*/ 1130034 w 2119654"/>
              <a:gd name="connsiteY71999" fmla="*/ 369823 h 2398711"/>
              <a:gd name="connsiteX72000" fmla="*/ 1136186 w 2119654"/>
              <a:gd name="connsiteY72000" fmla="*/ 358064 h 2398711"/>
              <a:gd name="connsiteX72001" fmla="*/ 1136640 w 2119654"/>
              <a:gd name="connsiteY72001" fmla="*/ 357859 h 2398711"/>
              <a:gd name="connsiteX72002" fmla="*/ 1130215 w 2119654"/>
              <a:gd name="connsiteY72002" fmla="*/ 370141 h 2398711"/>
              <a:gd name="connsiteX72003" fmla="*/ 1130275 w 2119654"/>
              <a:gd name="connsiteY72003" fmla="*/ 370248 h 2398711"/>
              <a:gd name="connsiteX72004" fmla="*/ 1136325 w 2119654"/>
              <a:gd name="connsiteY72004" fmla="*/ 382003 h 2398711"/>
              <a:gd name="connsiteX72005" fmla="*/ 1138997 w 2119654"/>
              <a:gd name="connsiteY72005" fmla="*/ 376699 h 2398711"/>
              <a:gd name="connsiteX72006" fmla="*/ 1138208 w 2119654"/>
              <a:gd name="connsiteY72006" fmla="*/ 375580 h 2398711"/>
              <a:gd name="connsiteX72007" fmla="*/ 1138478 w 2119654"/>
              <a:gd name="connsiteY72007" fmla="*/ 375663 h 2398711"/>
              <a:gd name="connsiteX72008" fmla="*/ 1139085 w 2119654"/>
              <a:gd name="connsiteY72008" fmla="*/ 376524 h 2398711"/>
              <a:gd name="connsiteX72009" fmla="*/ 1144976 w 2119654"/>
              <a:gd name="connsiteY72009" fmla="*/ 364830 h 2398711"/>
              <a:gd name="connsiteX72010" fmla="*/ 1138230 w 2119654"/>
              <a:gd name="connsiteY72010" fmla="*/ 348755 h 2398711"/>
              <a:gd name="connsiteX72011" fmla="*/ 1119774 w 2119654"/>
              <a:gd name="connsiteY72011" fmla="*/ 316316 h 2398711"/>
              <a:gd name="connsiteX72012" fmla="*/ 1116810 w 2119654"/>
              <a:gd name="connsiteY72012" fmla="*/ 321513 h 2398711"/>
              <a:gd name="connsiteX72013" fmla="*/ 1036273 w 2119654"/>
              <a:gd name="connsiteY72013" fmla="*/ 501172 h 2398711"/>
              <a:gd name="connsiteX72014" fmla="*/ 1036498 w 2119654"/>
              <a:gd name="connsiteY72014" fmla="*/ 502228 h 2398711"/>
              <a:gd name="connsiteX72015" fmla="*/ 1037069 w 2119654"/>
              <a:gd name="connsiteY72015" fmla="*/ 503479 h 2398711"/>
              <a:gd name="connsiteX72016" fmla="*/ 1036278 w 2119654"/>
              <a:gd name="connsiteY72016" fmla="*/ 501182 h 2398711"/>
              <a:gd name="connsiteX72017" fmla="*/ 1110347 w 2119654"/>
              <a:gd name="connsiteY72017" fmla="*/ 335058 h 2398711"/>
              <a:gd name="connsiteX72018" fmla="*/ 1113194 w 2119654"/>
              <a:gd name="connsiteY72018" fmla="*/ 340084 h 2398711"/>
              <a:gd name="connsiteX72019" fmla="*/ 1112092 w 2119654"/>
              <a:gd name="connsiteY72019" fmla="*/ 331399 h 2398711"/>
              <a:gd name="connsiteX72020" fmla="*/ 1109922 w 2119654"/>
              <a:gd name="connsiteY72020" fmla="*/ 335948 h 2398711"/>
              <a:gd name="connsiteX72021" fmla="*/ 1110949 w 2119654"/>
              <a:gd name="connsiteY72021" fmla="*/ 337479 h 2398711"/>
              <a:gd name="connsiteX72022" fmla="*/ 1109996 w 2119654"/>
              <a:gd name="connsiteY72022" fmla="*/ 335794 h 2398711"/>
              <a:gd name="connsiteX72023" fmla="*/ 1106216 w 2119654"/>
              <a:gd name="connsiteY72023" fmla="*/ 344219 h 2398711"/>
              <a:gd name="connsiteX72024" fmla="*/ 1107789 w 2119654"/>
              <a:gd name="connsiteY72024" fmla="*/ 356628 h 2398711"/>
              <a:gd name="connsiteX72025" fmla="*/ 1109261 w 2119654"/>
              <a:gd name="connsiteY72025" fmla="*/ 354348 h 2398711"/>
              <a:gd name="connsiteX72026" fmla="*/ 1108787 w 2119654"/>
              <a:gd name="connsiteY72026" fmla="*/ 352660 h 2398711"/>
              <a:gd name="connsiteX72027" fmla="*/ 1108338 w 2119654"/>
              <a:gd name="connsiteY72027" fmla="*/ 339270 h 2398711"/>
              <a:gd name="connsiteX72028" fmla="*/ 1113495 w 2119654"/>
              <a:gd name="connsiteY72028" fmla="*/ 347797 h 2398711"/>
              <a:gd name="connsiteX72029" fmla="*/ 1113600 w 2119654"/>
              <a:gd name="connsiteY72029" fmla="*/ 347633 h 2398711"/>
              <a:gd name="connsiteX72030" fmla="*/ 1113465 w 2119654"/>
              <a:gd name="connsiteY72030" fmla="*/ 345091 h 2398711"/>
              <a:gd name="connsiteX72031" fmla="*/ 1109167 w 2119654"/>
              <a:gd name="connsiteY72031" fmla="*/ 337533 h 2398711"/>
              <a:gd name="connsiteX72032" fmla="*/ 1068530 w 2119654"/>
              <a:gd name="connsiteY72032" fmla="*/ 428401 h 2398711"/>
              <a:gd name="connsiteX72033" fmla="*/ 1068446 w 2119654"/>
              <a:gd name="connsiteY72033" fmla="*/ 428652 h 2398711"/>
              <a:gd name="connsiteX72034" fmla="*/ 1068430 w 2119654"/>
              <a:gd name="connsiteY72034" fmla="*/ 428736 h 2398711"/>
              <a:gd name="connsiteX72035" fmla="*/ 1068693 w 2119654"/>
              <a:gd name="connsiteY72035" fmla="*/ 429153 h 2398711"/>
              <a:gd name="connsiteX72036" fmla="*/ 436645 w 2119654"/>
              <a:gd name="connsiteY72036" fmla="*/ 1843018 h 2398711"/>
              <a:gd name="connsiteX72037" fmla="*/ 436663 w 2119654"/>
              <a:gd name="connsiteY72037" fmla="*/ 1844441 h 2398711"/>
              <a:gd name="connsiteX72038" fmla="*/ 454842 w 2119654"/>
              <a:gd name="connsiteY72038" fmla="*/ 1853553 h 2398711"/>
              <a:gd name="connsiteX72039" fmla="*/ 455150 w 2119654"/>
              <a:gd name="connsiteY72039" fmla="*/ 1849745 h 2398711"/>
              <a:gd name="connsiteX72040" fmla="*/ 448694 w 2119654"/>
              <a:gd name="connsiteY72040" fmla="*/ 1847586 h 2398711"/>
              <a:gd name="connsiteX72041" fmla="*/ 447753 w 2119654"/>
              <a:gd name="connsiteY72041" fmla="*/ 1847230 h 2398711"/>
              <a:gd name="connsiteX72042" fmla="*/ 444166 w 2119654"/>
              <a:gd name="connsiteY72042" fmla="*/ 1846589 h 2398711"/>
              <a:gd name="connsiteX72043" fmla="*/ 444022 w 2119654"/>
              <a:gd name="connsiteY72043" fmla="*/ 1846427 h 2398711"/>
              <a:gd name="connsiteX72044" fmla="*/ 447071 w 2119654"/>
              <a:gd name="connsiteY72044" fmla="*/ 1846971 h 2398711"/>
              <a:gd name="connsiteX72045" fmla="*/ 1106214 w 2119654"/>
              <a:gd name="connsiteY72045" fmla="*/ 343721 h 2398711"/>
              <a:gd name="connsiteX72046" fmla="*/ 1109391 w 2119654"/>
              <a:gd name="connsiteY72046" fmla="*/ 354148 h 2398711"/>
              <a:gd name="connsiteX72047" fmla="*/ 1113075 w 2119654"/>
              <a:gd name="connsiteY72047" fmla="*/ 348445 h 2398711"/>
              <a:gd name="connsiteX72048" fmla="*/ 1107967 w 2119654"/>
              <a:gd name="connsiteY72048" fmla="*/ 340047 h 2398711"/>
              <a:gd name="connsiteX72049" fmla="*/ 1069102 w 2119654"/>
              <a:gd name="connsiteY72049" fmla="*/ 426706 h 2398711"/>
              <a:gd name="connsiteX72050" fmla="*/ 1069100 w 2119654"/>
              <a:gd name="connsiteY72050" fmla="*/ 426711 h 2398711"/>
              <a:gd name="connsiteX72051" fmla="*/ 1069155 w 2119654"/>
              <a:gd name="connsiteY72051" fmla="*/ 426792 h 2398711"/>
              <a:gd name="connsiteX72052" fmla="*/ 1048130 w 2119654"/>
              <a:gd name="connsiteY72052" fmla="*/ 473641 h 2398711"/>
              <a:gd name="connsiteX72053" fmla="*/ 1047893 w 2119654"/>
              <a:gd name="connsiteY72053" fmla="*/ 474648 h 2398711"/>
              <a:gd name="connsiteX72054" fmla="*/ 1048714 w 2119654"/>
              <a:gd name="connsiteY72054" fmla="*/ 473471 h 2398711"/>
              <a:gd name="connsiteX72055" fmla="*/ 1048473 w 2119654"/>
              <a:gd name="connsiteY72055" fmla="*/ 473150 h 2398711"/>
              <a:gd name="connsiteX72056" fmla="*/ 457449 w 2119654"/>
              <a:gd name="connsiteY72056" fmla="*/ 1796189 h 2398711"/>
              <a:gd name="connsiteX72057" fmla="*/ 458401 w 2119654"/>
              <a:gd name="connsiteY72057" fmla="*/ 1796658 h 2398711"/>
              <a:gd name="connsiteX72058" fmla="*/ 458649 w 2119654"/>
              <a:gd name="connsiteY72058" fmla="*/ 1796697 h 2398711"/>
              <a:gd name="connsiteX72059" fmla="*/ 458532 w 2119654"/>
              <a:gd name="connsiteY72059" fmla="*/ 1796192 h 2398711"/>
              <a:gd name="connsiteX72060" fmla="*/ 458395 w 2119654"/>
              <a:gd name="connsiteY72060" fmla="*/ 1796144 h 2398711"/>
              <a:gd name="connsiteX72061" fmla="*/ 1088876 w 2119654"/>
              <a:gd name="connsiteY72061" fmla="*/ 382058 h 2398711"/>
              <a:gd name="connsiteX72062" fmla="*/ 1088697 w 2119654"/>
              <a:gd name="connsiteY72062" fmla="*/ 382591 h 2398711"/>
              <a:gd name="connsiteX72063" fmla="*/ 1089180 w 2119654"/>
              <a:gd name="connsiteY72063" fmla="*/ 383728 h 2398711"/>
              <a:gd name="connsiteX72064" fmla="*/ 1089474 w 2119654"/>
              <a:gd name="connsiteY72064" fmla="*/ 383329 h 2398711"/>
              <a:gd name="connsiteX72065" fmla="*/ 1100755 w 2119654"/>
              <a:gd name="connsiteY72065" fmla="*/ 355161 h 2398711"/>
              <a:gd name="connsiteX72066" fmla="*/ 1104614 w 2119654"/>
              <a:gd name="connsiteY72066" fmla="*/ 361541 h 2398711"/>
              <a:gd name="connsiteX72067" fmla="*/ 1106922 w 2119654"/>
              <a:gd name="connsiteY72067" fmla="*/ 357970 h 2398711"/>
              <a:gd name="connsiteX72068" fmla="*/ 1105347 w 2119654"/>
              <a:gd name="connsiteY72068" fmla="*/ 345539 h 2398711"/>
              <a:gd name="connsiteX72069" fmla="*/ 436633 w 2119654"/>
              <a:gd name="connsiteY72069" fmla="*/ 1842034 h 2398711"/>
              <a:gd name="connsiteX72070" fmla="*/ 436638 w 2119654"/>
              <a:gd name="connsiteY72070" fmla="*/ 1842464 h 2398711"/>
              <a:gd name="connsiteX72071" fmla="*/ 453635 w 2119654"/>
              <a:gd name="connsiteY72071" fmla="*/ 1848143 h 2398711"/>
              <a:gd name="connsiteX72072" fmla="*/ 455256 w 2119654"/>
              <a:gd name="connsiteY72072" fmla="*/ 1848432 h 2398711"/>
              <a:gd name="connsiteX72073" fmla="*/ 455375 w 2119654"/>
              <a:gd name="connsiteY72073" fmla="*/ 1846963 h 2398711"/>
              <a:gd name="connsiteX72074" fmla="*/ 453959 w 2119654"/>
              <a:gd name="connsiteY72074" fmla="*/ 1846218 h 2398711"/>
              <a:gd name="connsiteX72075" fmla="*/ 1099079 w 2119654"/>
              <a:gd name="connsiteY72075" fmla="*/ 358675 h 2398711"/>
              <a:gd name="connsiteX72076" fmla="*/ 1100994 w 2119654"/>
              <a:gd name="connsiteY72076" fmla="*/ 360167 h 2398711"/>
              <a:gd name="connsiteX72077" fmla="*/ 1100453 w 2119654"/>
              <a:gd name="connsiteY72077" fmla="*/ 358391 h 2398711"/>
              <a:gd name="connsiteX72078" fmla="*/ 1100596 w 2119654"/>
              <a:gd name="connsiteY72078" fmla="*/ 358491 h 2398711"/>
              <a:gd name="connsiteX72079" fmla="*/ 1101142 w 2119654"/>
              <a:gd name="connsiteY72079" fmla="*/ 360281 h 2398711"/>
              <a:gd name="connsiteX72080" fmla="*/ 1103995 w 2119654"/>
              <a:gd name="connsiteY72080" fmla="*/ 362501 h 2398711"/>
              <a:gd name="connsiteX72081" fmla="*/ 1104293 w 2119654"/>
              <a:gd name="connsiteY72081" fmla="*/ 362039 h 2398711"/>
              <a:gd name="connsiteX72082" fmla="*/ 1100472 w 2119654"/>
              <a:gd name="connsiteY72082" fmla="*/ 355756 h 2398711"/>
              <a:gd name="connsiteX72083" fmla="*/ 429365 w 2119654"/>
              <a:gd name="connsiteY72083" fmla="*/ 1858125 h 2398711"/>
              <a:gd name="connsiteX72084" fmla="*/ 433572 w 2119654"/>
              <a:gd name="connsiteY72084" fmla="*/ 1858381 h 2398711"/>
              <a:gd name="connsiteX72085" fmla="*/ 433142 w 2119654"/>
              <a:gd name="connsiteY72085" fmla="*/ 1858052 h 2398711"/>
              <a:gd name="connsiteX72086" fmla="*/ 1092975 w 2119654"/>
              <a:gd name="connsiteY72086" fmla="*/ 371467 h 2398711"/>
              <a:gd name="connsiteX72087" fmla="*/ 1093289 w 2119654"/>
              <a:gd name="connsiteY72087" fmla="*/ 371708 h 2398711"/>
              <a:gd name="connsiteX72088" fmla="*/ 1094013 w 2119654"/>
              <a:gd name="connsiteY72088" fmla="*/ 370764 h 2398711"/>
              <a:gd name="connsiteX72089" fmla="*/ 1094302 w 2119654"/>
              <a:gd name="connsiteY72089" fmla="*/ 370691 h 2398711"/>
              <a:gd name="connsiteX72090" fmla="*/ 1093435 w 2119654"/>
              <a:gd name="connsiteY72090" fmla="*/ 371823 h 2398711"/>
              <a:gd name="connsiteX72091" fmla="*/ 1096321 w 2119654"/>
              <a:gd name="connsiteY72091" fmla="*/ 374069 h 2398711"/>
              <a:gd name="connsiteX72092" fmla="*/ 1096484 w 2119654"/>
              <a:gd name="connsiteY72092" fmla="*/ 374024 h 2398711"/>
              <a:gd name="connsiteX72093" fmla="*/ 1096404 w 2119654"/>
              <a:gd name="connsiteY72093" fmla="*/ 374134 h 2398711"/>
              <a:gd name="connsiteX72094" fmla="*/ 1096691 w 2119654"/>
              <a:gd name="connsiteY72094" fmla="*/ 374358 h 2398711"/>
              <a:gd name="connsiteX72095" fmla="*/ 1102461 w 2119654"/>
              <a:gd name="connsiteY72095" fmla="*/ 364979 h 2398711"/>
              <a:gd name="connsiteX72096" fmla="*/ 1102192 w 2119654"/>
              <a:gd name="connsiteY72096" fmla="*/ 364094 h 2398711"/>
              <a:gd name="connsiteX72097" fmla="*/ 1098037 w 2119654"/>
              <a:gd name="connsiteY72097" fmla="*/ 360860 h 2398711"/>
              <a:gd name="connsiteX72098" fmla="*/ 1047881 w 2119654"/>
              <a:gd name="connsiteY72098" fmla="*/ 472364 h 2398711"/>
              <a:gd name="connsiteX72099" fmla="*/ 1047864 w 2119654"/>
              <a:gd name="connsiteY72099" fmla="*/ 472720 h 2398711"/>
              <a:gd name="connsiteX72100" fmla="*/ 1047985 w 2119654"/>
              <a:gd name="connsiteY72100" fmla="*/ 472547 h 2398711"/>
              <a:gd name="connsiteX72101" fmla="*/ 1047993 w 2119654"/>
              <a:gd name="connsiteY72101" fmla="*/ 472513 h 2398711"/>
              <a:gd name="connsiteX72102" fmla="*/ 1092150 w 2119654"/>
              <a:gd name="connsiteY72102" fmla="*/ 373198 h 2398711"/>
              <a:gd name="connsiteX72103" fmla="*/ 1092218 w 2119654"/>
              <a:gd name="connsiteY72103" fmla="*/ 373109 h 2398711"/>
              <a:gd name="connsiteX72104" fmla="*/ 1092198 w 2119654"/>
              <a:gd name="connsiteY72104" fmla="*/ 373096 h 2398711"/>
              <a:gd name="connsiteX72105" fmla="*/ 457197 w 2119654"/>
              <a:gd name="connsiteY72105" fmla="*/ 1794926 h 2398711"/>
              <a:gd name="connsiteX72106" fmla="*/ 457515 w 2119654"/>
              <a:gd name="connsiteY72106" fmla="*/ 1795040 h 2398711"/>
              <a:gd name="connsiteX72107" fmla="*/ 458256 w 2119654"/>
              <a:gd name="connsiteY72107" fmla="*/ 1795004 h 2398711"/>
              <a:gd name="connsiteX72108" fmla="*/ 458219 w 2119654"/>
              <a:gd name="connsiteY72108" fmla="*/ 1794844 h 2398711"/>
              <a:gd name="connsiteX72109" fmla="*/ 1091566 w 2119654"/>
              <a:gd name="connsiteY72109" fmla="*/ 374419 h 2398711"/>
              <a:gd name="connsiteX72110" fmla="*/ 1093339 w 2119654"/>
              <a:gd name="connsiteY72110" fmla="*/ 378062 h 2398711"/>
              <a:gd name="connsiteX72111" fmla="*/ 1095245 w 2119654"/>
              <a:gd name="connsiteY72111" fmla="*/ 375465 h 2398711"/>
              <a:gd name="connsiteX72112" fmla="*/ 1092363 w 2119654"/>
              <a:gd name="connsiteY72112" fmla="*/ 373224 h 2398711"/>
              <a:gd name="connsiteX72113" fmla="*/ 1091763 w 2119654"/>
              <a:gd name="connsiteY72113" fmla="*/ 374006 h 2398711"/>
              <a:gd name="connsiteX72114" fmla="*/ 1091173 w 2119654"/>
              <a:gd name="connsiteY72114" fmla="*/ 375243 h 2398711"/>
              <a:gd name="connsiteX72115" fmla="*/ 1088981 w 2119654"/>
              <a:gd name="connsiteY72115" fmla="*/ 381746 h 2398711"/>
              <a:gd name="connsiteX72116" fmla="*/ 1089640 w 2119654"/>
              <a:gd name="connsiteY72116" fmla="*/ 383101 h 2398711"/>
              <a:gd name="connsiteX72117" fmla="*/ 1093036 w 2119654"/>
              <a:gd name="connsiteY72117" fmla="*/ 378475 h 2398711"/>
              <a:gd name="connsiteX72118" fmla="*/ 1091346 w 2119654"/>
              <a:gd name="connsiteY72118" fmla="*/ 374881 h 2398711"/>
              <a:gd name="connsiteX72119" fmla="*/ 1072088 w 2119654"/>
              <a:gd name="connsiteY72119" fmla="*/ 417848 h 2398711"/>
              <a:gd name="connsiteX72120" fmla="*/ 1070784 w 2119654"/>
              <a:gd name="connsiteY72120" fmla="*/ 421719 h 2398711"/>
              <a:gd name="connsiteX72121" fmla="*/ 1071058 w 2119654"/>
              <a:gd name="connsiteY72121" fmla="*/ 422160 h 2398711"/>
              <a:gd name="connsiteX72122" fmla="*/ 1072257 w 2119654"/>
              <a:gd name="connsiteY72122" fmla="*/ 418607 h 2398711"/>
              <a:gd name="connsiteX72123" fmla="*/ 1072118 w 2119654"/>
              <a:gd name="connsiteY72123" fmla="*/ 417964 h 2398711"/>
              <a:gd name="connsiteX72124" fmla="*/ 1145013 w 2119654"/>
              <a:gd name="connsiteY72124" fmla="*/ 254502 h 2398711"/>
              <a:gd name="connsiteX72125" fmla="*/ 1147472 w 2119654"/>
              <a:gd name="connsiteY72125" fmla="*/ 266871 h 2398711"/>
              <a:gd name="connsiteX72126" fmla="*/ 1153592 w 2119654"/>
              <a:gd name="connsiteY72126" fmla="*/ 257072 h 2398711"/>
              <a:gd name="connsiteX72127" fmla="*/ 1152516 w 2119654"/>
              <a:gd name="connsiteY72127" fmla="*/ 248325 h 2398711"/>
              <a:gd name="connsiteX72128" fmla="*/ 1152979 w 2119654"/>
              <a:gd name="connsiteY72128" fmla="*/ 248785 h 2398711"/>
              <a:gd name="connsiteX72129" fmla="*/ 1153931 w 2119654"/>
              <a:gd name="connsiteY72129" fmla="*/ 256528 h 2398711"/>
              <a:gd name="connsiteX72130" fmla="*/ 1169973 w 2119654"/>
              <a:gd name="connsiteY72130" fmla="*/ 230843 h 2398711"/>
              <a:gd name="connsiteX72131" fmla="*/ 1167008 w 2119654"/>
              <a:gd name="connsiteY72131" fmla="*/ 215936 h 2398711"/>
              <a:gd name="connsiteX72132" fmla="*/ 1149251 w 2119654"/>
              <a:gd name="connsiteY72132" fmla="*/ 247071 h 2398711"/>
              <a:gd name="connsiteX72133" fmla="*/ 1156826 w 2119654"/>
              <a:gd name="connsiteY72133" fmla="*/ 238589 h 2398711"/>
              <a:gd name="connsiteX72134" fmla="*/ 1157306 w 2119654"/>
              <a:gd name="connsiteY72134" fmla="*/ 238505 h 2398711"/>
              <a:gd name="connsiteX72135" fmla="*/ 1148540 w 2119654"/>
              <a:gd name="connsiteY72135" fmla="*/ 248317 h 2398711"/>
              <a:gd name="connsiteX72136" fmla="*/ 1052351 w 2119654"/>
              <a:gd name="connsiteY72136" fmla="*/ 461955 h 2398711"/>
              <a:gd name="connsiteX72137" fmla="*/ 1053426 w 2119654"/>
              <a:gd name="connsiteY72137" fmla="*/ 464006 h 2398711"/>
              <a:gd name="connsiteX72138" fmla="*/ 1053648 w 2119654"/>
              <a:gd name="connsiteY72138" fmla="*/ 462800 h 2398711"/>
              <a:gd name="connsiteX72139" fmla="*/ 1029478 w 2119654"/>
              <a:gd name="connsiteY72139" fmla="*/ 513126 h 2398711"/>
              <a:gd name="connsiteX72140" fmla="*/ 1031104 w 2119654"/>
              <a:gd name="connsiteY72140" fmla="*/ 515161 h 2398711"/>
              <a:gd name="connsiteX72141" fmla="*/ 1032782 w 2119654"/>
              <a:gd name="connsiteY72141" fmla="*/ 515318 h 2398711"/>
              <a:gd name="connsiteX72142" fmla="*/ 1032510 w 2119654"/>
              <a:gd name="connsiteY72142" fmla="*/ 514749 h 2398711"/>
              <a:gd name="connsiteX72143" fmla="*/ 438930 w 2119654"/>
              <a:gd name="connsiteY72143" fmla="*/ 1835434 h 2398711"/>
              <a:gd name="connsiteX72144" fmla="*/ 439481 w 2119654"/>
              <a:gd name="connsiteY72144" fmla="*/ 1835478 h 2398711"/>
              <a:gd name="connsiteX72145" fmla="*/ 439142 w 2119654"/>
              <a:gd name="connsiteY72145" fmla="*/ 1835370 h 2398711"/>
              <a:gd name="connsiteX72146" fmla="*/ 1028717 w 2119654"/>
              <a:gd name="connsiteY72146" fmla="*/ 514757 h 2398711"/>
              <a:gd name="connsiteX72147" fmla="*/ 1028722 w 2119654"/>
              <a:gd name="connsiteY72147" fmla="*/ 514937 h 2398711"/>
              <a:gd name="connsiteX72148" fmla="*/ 1028872 w 2119654"/>
              <a:gd name="connsiteY72148" fmla="*/ 514951 h 2398711"/>
              <a:gd name="connsiteX72149" fmla="*/ 391332 w 2119654"/>
              <a:gd name="connsiteY72149" fmla="*/ 1941925 h 2398711"/>
              <a:gd name="connsiteX72150" fmla="*/ 428090 w 2119654"/>
              <a:gd name="connsiteY72150" fmla="*/ 1963167 h 2398711"/>
              <a:gd name="connsiteX72151" fmla="*/ 445641 w 2119654"/>
              <a:gd name="connsiteY72151" fmla="*/ 1961417 h 2398711"/>
              <a:gd name="connsiteX72152" fmla="*/ 448734 w 2119654"/>
              <a:gd name="connsiteY72152" fmla="*/ 1960879 h 2398711"/>
              <a:gd name="connsiteX72153" fmla="*/ 448797 w 2119654"/>
              <a:gd name="connsiteY72153" fmla="*/ 1959301 h 2398711"/>
              <a:gd name="connsiteX72154" fmla="*/ 432156 w 2119654"/>
              <a:gd name="connsiteY72154" fmla="*/ 1953311 h 2398711"/>
              <a:gd name="connsiteX72155" fmla="*/ 425332 w 2119654"/>
              <a:gd name="connsiteY72155" fmla="*/ 1953227 h 2398711"/>
              <a:gd name="connsiteX72156" fmla="*/ 424994 w 2119654"/>
              <a:gd name="connsiteY72156" fmla="*/ 1952899 h 2398711"/>
              <a:gd name="connsiteX72157" fmla="*/ 431225 w 2119654"/>
              <a:gd name="connsiteY72157" fmla="*/ 1952976 h 2398711"/>
              <a:gd name="connsiteX72158" fmla="*/ 415561 w 2119654"/>
              <a:gd name="connsiteY72158" fmla="*/ 1947337 h 2398711"/>
              <a:gd name="connsiteX72159" fmla="*/ 406240 w 2119654"/>
              <a:gd name="connsiteY72159" fmla="*/ 1946785 h 2398711"/>
              <a:gd name="connsiteX72160" fmla="*/ 405944 w 2119654"/>
              <a:gd name="connsiteY72160" fmla="*/ 1946468 h 2398711"/>
              <a:gd name="connsiteX72161" fmla="*/ 414565 w 2119654"/>
              <a:gd name="connsiteY72161" fmla="*/ 1946978 h 2398711"/>
              <a:gd name="connsiteX72162" fmla="*/ 411587 w 2119654"/>
              <a:gd name="connsiteY72162" fmla="*/ 1945906 h 2398711"/>
              <a:gd name="connsiteX72163" fmla="*/ 411313 w 2119654"/>
              <a:gd name="connsiteY72163" fmla="*/ 1945467 h 2398711"/>
              <a:gd name="connsiteX72164" fmla="*/ 415696 w 2119654"/>
              <a:gd name="connsiteY72164" fmla="*/ 1947045 h 2398711"/>
              <a:gd name="connsiteX72165" fmla="*/ 438308 w 2119654"/>
              <a:gd name="connsiteY72165" fmla="*/ 1948383 h 2398711"/>
              <a:gd name="connsiteX72166" fmla="*/ 449216 w 2119654"/>
              <a:gd name="connsiteY72166" fmla="*/ 1948877 h 2398711"/>
              <a:gd name="connsiteX72167" fmla="*/ 449261 w 2119654"/>
              <a:gd name="connsiteY72167" fmla="*/ 1947739 h 2398711"/>
              <a:gd name="connsiteX72168" fmla="*/ 445180 w 2119654"/>
              <a:gd name="connsiteY72168" fmla="*/ 1947036 h 2398711"/>
              <a:gd name="connsiteX72169" fmla="*/ 442533 w 2119654"/>
              <a:gd name="connsiteY72169" fmla="*/ 1947595 h 2398711"/>
              <a:gd name="connsiteX72170" fmla="*/ 442206 w 2119654"/>
              <a:gd name="connsiteY72170" fmla="*/ 1947434 h 2398711"/>
              <a:gd name="connsiteX72171" fmla="*/ 444579 w 2119654"/>
              <a:gd name="connsiteY72171" fmla="*/ 1946933 h 2398711"/>
              <a:gd name="connsiteX72172" fmla="*/ 435639 w 2119654"/>
              <a:gd name="connsiteY72172" fmla="*/ 1945393 h 2398711"/>
              <a:gd name="connsiteX72173" fmla="*/ 429008 w 2119654"/>
              <a:gd name="connsiteY72173" fmla="*/ 1946421 h 2398711"/>
              <a:gd name="connsiteX72174" fmla="*/ 428704 w 2119654"/>
              <a:gd name="connsiteY72174" fmla="*/ 1946250 h 2398711"/>
              <a:gd name="connsiteX72175" fmla="*/ 434971 w 2119654"/>
              <a:gd name="connsiteY72175" fmla="*/ 1945278 h 2398711"/>
              <a:gd name="connsiteX72176" fmla="*/ 405342 w 2119654"/>
              <a:gd name="connsiteY72176" fmla="*/ 1940174 h 2398711"/>
              <a:gd name="connsiteX72177" fmla="*/ 436609 w 2119654"/>
              <a:gd name="connsiteY72177" fmla="*/ 1840150 h 2398711"/>
              <a:gd name="connsiteX72178" fmla="*/ 436627 w 2119654"/>
              <a:gd name="connsiteY72178" fmla="*/ 1841559 h 2398711"/>
              <a:gd name="connsiteX72179" fmla="*/ 452293 w 2119654"/>
              <a:gd name="connsiteY72179" fmla="*/ 1845343 h 2398711"/>
              <a:gd name="connsiteX72180" fmla="*/ 445169 w 2119654"/>
              <a:gd name="connsiteY72180" fmla="*/ 1841596 h 2398711"/>
              <a:gd name="connsiteX72181" fmla="*/ 445159 w 2119654"/>
              <a:gd name="connsiteY72181" fmla="*/ 1841590 h 2398711"/>
              <a:gd name="connsiteX72182" fmla="*/ 437982 w 2119654"/>
              <a:gd name="connsiteY72182" fmla="*/ 1839872 h 2398711"/>
              <a:gd name="connsiteX72183" fmla="*/ 1074146 w 2119654"/>
              <a:gd name="connsiteY72183" fmla="*/ 412529 h 2398711"/>
              <a:gd name="connsiteX72184" fmla="*/ 1074237 w 2119654"/>
              <a:gd name="connsiteY72184" fmla="*/ 412732 h 2398711"/>
              <a:gd name="connsiteX72185" fmla="*/ 1074270 w 2119654"/>
              <a:gd name="connsiteY72185" fmla="*/ 412633 h 2398711"/>
              <a:gd name="connsiteX72186" fmla="*/ 1049660 w 2119654"/>
              <a:gd name="connsiteY72186" fmla="*/ 467124 h 2398711"/>
              <a:gd name="connsiteX72187" fmla="*/ 1049228 w 2119654"/>
              <a:gd name="connsiteY72187" fmla="*/ 468963 h 2398711"/>
              <a:gd name="connsiteX72188" fmla="*/ 1049541 w 2119654"/>
              <a:gd name="connsiteY72188" fmla="*/ 469379 h 2398711"/>
              <a:gd name="connsiteX72189" fmla="*/ 1049974 w 2119654"/>
              <a:gd name="connsiteY72189" fmla="*/ 469698 h 2398711"/>
              <a:gd name="connsiteX72190" fmla="*/ 1050631 w 2119654"/>
              <a:gd name="connsiteY72190" fmla="*/ 468757 h 2398711"/>
              <a:gd name="connsiteX72191" fmla="*/ 1050345 w 2119654"/>
              <a:gd name="connsiteY72191" fmla="*/ 468005 h 2398711"/>
              <a:gd name="connsiteX72192" fmla="*/ 1073838 w 2119654"/>
              <a:gd name="connsiteY72192" fmla="*/ 412661 h 2398711"/>
              <a:gd name="connsiteX72193" fmla="*/ 1072278 w 2119654"/>
              <a:gd name="connsiteY72193" fmla="*/ 417288 h 2398711"/>
              <a:gd name="connsiteX72194" fmla="*/ 1072461 w 2119654"/>
              <a:gd name="connsiteY72194" fmla="*/ 418000 h 2398711"/>
              <a:gd name="connsiteX72195" fmla="*/ 1074077 w 2119654"/>
              <a:gd name="connsiteY72195" fmla="*/ 413205 h 2398711"/>
              <a:gd name="connsiteX72196" fmla="*/ 1073996 w 2119654"/>
              <a:gd name="connsiteY72196" fmla="*/ 413016 h 2398711"/>
              <a:gd name="connsiteX72197" fmla="*/ 436602 w 2119654"/>
              <a:gd name="connsiteY72197" fmla="*/ 1839541 h 2398711"/>
              <a:gd name="connsiteX72198" fmla="*/ 436606 w 2119654"/>
              <a:gd name="connsiteY72198" fmla="*/ 1839872 h 2398711"/>
              <a:gd name="connsiteX72199" fmla="*/ 437330 w 2119654"/>
              <a:gd name="connsiteY72199" fmla="*/ 1839715 h 2398711"/>
              <a:gd name="connsiteX72200" fmla="*/ 1074285 w 2119654"/>
              <a:gd name="connsiteY72200" fmla="*/ 411336 h 2398711"/>
              <a:gd name="connsiteX72201" fmla="*/ 1074129 w 2119654"/>
              <a:gd name="connsiteY72201" fmla="*/ 411797 h 2398711"/>
              <a:gd name="connsiteX72202" fmla="*/ 1074459 w 2119654"/>
              <a:gd name="connsiteY72202" fmla="*/ 412073 h 2398711"/>
              <a:gd name="connsiteX72203" fmla="*/ 1074615 w 2119654"/>
              <a:gd name="connsiteY72203" fmla="*/ 411611 h 2398711"/>
              <a:gd name="connsiteX72204" fmla="*/ 1034630 w 2119654"/>
              <a:gd name="connsiteY72204" fmla="*/ 499966 h 2398711"/>
              <a:gd name="connsiteX72205" fmla="*/ 1034762 w 2119654"/>
              <a:gd name="connsiteY72205" fmla="*/ 500166 h 2398711"/>
              <a:gd name="connsiteX72206" fmla="*/ 1034703 w 2119654"/>
              <a:gd name="connsiteY72206" fmla="*/ 499890 h 2398711"/>
              <a:gd name="connsiteX72207" fmla="*/ 1074588 w 2119654"/>
              <a:gd name="connsiteY72207" fmla="*/ 410434 h 2398711"/>
              <a:gd name="connsiteX72208" fmla="*/ 1074426 w 2119654"/>
              <a:gd name="connsiteY72208" fmla="*/ 410916 h 2398711"/>
              <a:gd name="connsiteX72209" fmla="*/ 1074757 w 2119654"/>
              <a:gd name="connsiteY72209" fmla="*/ 411192 h 2398711"/>
              <a:gd name="connsiteX72210" fmla="*/ 1074864 w 2119654"/>
              <a:gd name="connsiteY72210" fmla="*/ 410874 h 2398711"/>
              <a:gd name="connsiteX72211" fmla="*/ 1074709 w 2119654"/>
              <a:gd name="connsiteY72211" fmla="*/ 410527 h 2398711"/>
              <a:gd name="connsiteX72212" fmla="*/ 1074916 w 2119654"/>
              <a:gd name="connsiteY72212" fmla="*/ 410638 h 2398711"/>
              <a:gd name="connsiteX72213" fmla="*/ 1074932 w 2119654"/>
              <a:gd name="connsiteY72213" fmla="*/ 410671 h 2398711"/>
              <a:gd name="connsiteX72214" fmla="*/ 1075434 w 2119654"/>
              <a:gd name="connsiteY72214" fmla="*/ 409185 h 2398711"/>
              <a:gd name="connsiteX72215" fmla="*/ 1075376 w 2119654"/>
              <a:gd name="connsiteY72215" fmla="*/ 409059 h 2398711"/>
              <a:gd name="connsiteX72216" fmla="*/ 436595 w 2119654"/>
              <a:gd name="connsiteY72216" fmla="*/ 1838989 h 2398711"/>
              <a:gd name="connsiteX72217" fmla="*/ 436595 w 2119654"/>
              <a:gd name="connsiteY72217" fmla="*/ 1839014 h 2398711"/>
              <a:gd name="connsiteX72218" fmla="*/ 438480 w 2119654"/>
              <a:gd name="connsiteY72218" fmla="*/ 1839466 h 2398711"/>
              <a:gd name="connsiteX72219" fmla="*/ 440662 w 2119654"/>
              <a:gd name="connsiteY72219" fmla="*/ 1838992 h 2398711"/>
              <a:gd name="connsiteX72220" fmla="*/ 440295 w 2119654"/>
              <a:gd name="connsiteY72220" fmla="*/ 1838780 h 2398711"/>
              <a:gd name="connsiteX72221" fmla="*/ 1141155 w 2119654"/>
              <a:gd name="connsiteY72221" fmla="*/ 261265 h 2398711"/>
              <a:gd name="connsiteX72222" fmla="*/ 1147221 w 2119654"/>
              <a:gd name="connsiteY72222" fmla="*/ 267092 h 2398711"/>
              <a:gd name="connsiteX72223" fmla="*/ 1144794 w 2119654"/>
              <a:gd name="connsiteY72223" fmla="*/ 254885 h 2398711"/>
              <a:gd name="connsiteX72224" fmla="*/ 451226 w 2119654"/>
              <a:gd name="connsiteY72224" fmla="*/ 1806135 h 2398711"/>
              <a:gd name="connsiteX72225" fmla="*/ 451809 w 2119654"/>
              <a:gd name="connsiteY72225" fmla="*/ 1806322 h 2398711"/>
              <a:gd name="connsiteX72226" fmla="*/ 451408 w 2119654"/>
              <a:gd name="connsiteY72226" fmla="*/ 1806077 h 2398711"/>
              <a:gd name="connsiteX72227" fmla="*/ 1075180 w 2119654"/>
              <a:gd name="connsiteY72227" fmla="*/ 408679 h 2398711"/>
              <a:gd name="connsiteX72228" fmla="*/ 1074699 w 2119654"/>
              <a:gd name="connsiteY72228" fmla="*/ 410107 h 2398711"/>
              <a:gd name="connsiteX72229" fmla="*/ 1075363 w 2119654"/>
              <a:gd name="connsiteY72229" fmla="*/ 409028 h 2398711"/>
              <a:gd name="connsiteX72230" fmla="*/ 1075270 w 2119654"/>
              <a:gd name="connsiteY72230" fmla="*/ 408823 h 2398711"/>
              <a:gd name="connsiteX72231" fmla="*/ 1050443 w 2119654"/>
              <a:gd name="connsiteY72231" fmla="*/ 463792 h 2398711"/>
              <a:gd name="connsiteX72232" fmla="*/ 1050179 w 2119654"/>
              <a:gd name="connsiteY72232" fmla="*/ 464916 h 2398711"/>
              <a:gd name="connsiteX72233" fmla="*/ 1051830 w 2119654"/>
              <a:gd name="connsiteY72233" fmla="*/ 467042 h 2398711"/>
              <a:gd name="connsiteX72234" fmla="*/ 1052125 w 2119654"/>
              <a:gd name="connsiteY72234" fmla="*/ 466620 h 2398711"/>
              <a:gd name="connsiteX72235" fmla="*/ 1030255 w 2119654"/>
              <a:gd name="connsiteY72235" fmla="*/ 508588 h 2398711"/>
              <a:gd name="connsiteX72236" fmla="*/ 1030555 w 2119654"/>
              <a:gd name="connsiteY72236" fmla="*/ 509215 h 2398711"/>
              <a:gd name="connsiteX72237" fmla="*/ 1032508 w 2119654"/>
              <a:gd name="connsiteY72237" fmla="*/ 511285 h 2398711"/>
              <a:gd name="connsiteX72238" fmla="*/ 1034003 w 2119654"/>
              <a:gd name="connsiteY72238" fmla="*/ 511949 h 2398711"/>
              <a:gd name="connsiteX72239" fmla="*/ 1033700 w 2119654"/>
              <a:gd name="connsiteY72239" fmla="*/ 511011 h 2398711"/>
              <a:gd name="connsiteX72240" fmla="*/ 436571 w 2119654"/>
              <a:gd name="connsiteY72240" fmla="*/ 1837111 h 2398711"/>
              <a:gd name="connsiteX72241" fmla="*/ 436587 w 2119654"/>
              <a:gd name="connsiteY72241" fmla="*/ 1838429 h 2398711"/>
              <a:gd name="connsiteX72242" fmla="*/ 439412 w 2119654"/>
              <a:gd name="connsiteY72242" fmla="*/ 1838270 h 2398711"/>
              <a:gd name="connsiteX72243" fmla="*/ 437579 w 2119654"/>
              <a:gd name="connsiteY72243" fmla="*/ 1837210 h 2398711"/>
              <a:gd name="connsiteX72244" fmla="*/ 1051071 w 2119654"/>
              <a:gd name="connsiteY72244" fmla="*/ 461120 h 2398711"/>
              <a:gd name="connsiteX72245" fmla="*/ 1050562 w 2119654"/>
              <a:gd name="connsiteY72245" fmla="*/ 463287 h 2398711"/>
              <a:gd name="connsiteX72246" fmla="*/ 1052351 w 2119654"/>
              <a:gd name="connsiteY72246" fmla="*/ 466296 h 2398711"/>
              <a:gd name="connsiteX72247" fmla="*/ 1053199 w 2119654"/>
              <a:gd name="connsiteY72247" fmla="*/ 465082 h 2398711"/>
              <a:gd name="connsiteX72248" fmla="*/ 1051149 w 2119654"/>
              <a:gd name="connsiteY72248" fmla="*/ 461171 h 2398711"/>
              <a:gd name="connsiteX72249" fmla="*/ 455211 w 2119654"/>
              <a:gd name="connsiteY72249" fmla="*/ 1795086 h 2398711"/>
              <a:gd name="connsiteX72250" fmla="*/ 455331 w 2119654"/>
              <a:gd name="connsiteY72250" fmla="*/ 1795145 h 2398711"/>
              <a:gd name="connsiteX72251" fmla="*/ 455552 w 2119654"/>
              <a:gd name="connsiteY72251" fmla="*/ 1795134 h 2398711"/>
              <a:gd name="connsiteX72252" fmla="*/ 455379 w 2119654"/>
              <a:gd name="connsiteY72252" fmla="*/ 1795073 h 2398711"/>
              <a:gd name="connsiteX72253" fmla="*/ 1032570 w 2119654"/>
              <a:gd name="connsiteY72253" fmla="*/ 502128 h 2398711"/>
              <a:gd name="connsiteX72254" fmla="*/ 1035485 w 2119654"/>
              <a:gd name="connsiteY72254" fmla="*/ 507952 h 2398711"/>
              <a:gd name="connsiteX72255" fmla="*/ 1036677 w 2119654"/>
              <a:gd name="connsiteY72255" fmla="*/ 509141 h 2398711"/>
              <a:gd name="connsiteX72256" fmla="*/ 1036320 w 2119654"/>
              <a:gd name="connsiteY72256" fmla="*/ 507466 h 2398711"/>
              <a:gd name="connsiteX72257" fmla="*/ 1032716 w 2119654"/>
              <a:gd name="connsiteY72257" fmla="*/ 501974 h 2398711"/>
              <a:gd name="connsiteX72258" fmla="*/ 1078703 w 2119654"/>
              <a:gd name="connsiteY72258" fmla="*/ 398569 h 2398711"/>
              <a:gd name="connsiteX72259" fmla="*/ 1078843 w 2119654"/>
              <a:gd name="connsiteY72259" fmla="*/ 399072 h 2398711"/>
              <a:gd name="connsiteX72260" fmla="*/ 1079291 w 2119654"/>
              <a:gd name="connsiteY72260" fmla="*/ 397745 h 2398711"/>
              <a:gd name="connsiteX72261" fmla="*/ 1078377 w 2119654"/>
              <a:gd name="connsiteY72261" fmla="*/ 399201 h 2398711"/>
              <a:gd name="connsiteX72262" fmla="*/ 1075839 w 2119654"/>
              <a:gd name="connsiteY72262" fmla="*/ 406725 h 2398711"/>
              <a:gd name="connsiteX72263" fmla="*/ 1076118 w 2119654"/>
              <a:gd name="connsiteY72263" fmla="*/ 407155 h 2398711"/>
              <a:gd name="connsiteX72264" fmla="*/ 1078568 w 2119654"/>
              <a:gd name="connsiteY72264" fmla="*/ 399887 h 2398711"/>
              <a:gd name="connsiteX72265" fmla="*/ 1051688 w 2119654"/>
              <a:gd name="connsiteY72265" fmla="*/ 458493 h 2398711"/>
              <a:gd name="connsiteX72266" fmla="*/ 1051600 w 2119654"/>
              <a:gd name="connsiteY72266" fmla="*/ 458869 h 2398711"/>
              <a:gd name="connsiteX72267" fmla="*/ 1054077 w 2119654"/>
              <a:gd name="connsiteY72267" fmla="*/ 460482 h 2398711"/>
              <a:gd name="connsiteX72268" fmla="*/ 1054171 w 2119654"/>
              <a:gd name="connsiteY72268" fmla="*/ 459968 h 2398711"/>
              <a:gd name="connsiteX72269" fmla="*/ 1079107 w 2119654"/>
              <a:gd name="connsiteY72269" fmla="*/ 397033 h 2398711"/>
              <a:gd name="connsiteX72270" fmla="*/ 1078845 w 2119654"/>
              <a:gd name="connsiteY72270" fmla="*/ 397809 h 2398711"/>
              <a:gd name="connsiteX72271" fmla="*/ 1078916 w 2119654"/>
              <a:gd name="connsiteY72271" fmla="*/ 397711 h 2398711"/>
              <a:gd name="connsiteX72272" fmla="*/ 1079275 w 2119654"/>
              <a:gd name="connsiteY72272" fmla="*/ 397222 h 2398711"/>
              <a:gd name="connsiteX72273" fmla="*/ 1079470 w 2119654"/>
              <a:gd name="connsiteY72273" fmla="*/ 395957 h 2398711"/>
              <a:gd name="connsiteX72274" fmla="*/ 1079183 w 2119654"/>
              <a:gd name="connsiteY72274" fmla="*/ 396809 h 2398711"/>
              <a:gd name="connsiteX72275" fmla="*/ 1079400 w 2119654"/>
              <a:gd name="connsiteY72275" fmla="*/ 397051 h 2398711"/>
              <a:gd name="connsiteX72276" fmla="*/ 1079629 w 2119654"/>
              <a:gd name="connsiteY72276" fmla="*/ 396740 h 2398711"/>
              <a:gd name="connsiteX72277" fmla="*/ 1079728 w 2119654"/>
              <a:gd name="connsiteY72277" fmla="*/ 396445 h 2398711"/>
              <a:gd name="connsiteX72278" fmla="*/ 454683 w 2119654"/>
              <a:gd name="connsiteY72278" fmla="*/ 1794825 h 2398711"/>
              <a:gd name="connsiteX72279" fmla="*/ 454741 w 2119654"/>
              <a:gd name="connsiteY72279" fmla="*/ 1794854 h 2398711"/>
              <a:gd name="connsiteX72280" fmla="*/ 454759 w 2119654"/>
              <a:gd name="connsiteY72280" fmla="*/ 1794853 h 2398711"/>
              <a:gd name="connsiteX72281" fmla="*/ 1031170 w 2119654"/>
              <a:gd name="connsiteY72281" fmla="*/ 503646 h 2398711"/>
              <a:gd name="connsiteX72282" fmla="*/ 1031392 w 2119654"/>
              <a:gd name="connsiteY72282" fmla="*/ 503868 h 2398711"/>
              <a:gd name="connsiteX72283" fmla="*/ 1031277 w 2119654"/>
              <a:gd name="connsiteY72283" fmla="*/ 503513 h 2398711"/>
              <a:gd name="connsiteX72284" fmla="*/ 1090143 w 2119654"/>
              <a:gd name="connsiteY72284" fmla="*/ 371495 h 2398711"/>
              <a:gd name="connsiteX72285" fmla="*/ 1090340 w 2119654"/>
              <a:gd name="connsiteY72285" fmla="*/ 371901 h 2398711"/>
              <a:gd name="connsiteX72286" fmla="*/ 1090427 w 2119654"/>
              <a:gd name="connsiteY72286" fmla="*/ 371718 h 2398711"/>
              <a:gd name="connsiteX72287" fmla="*/ 1048212 w 2119654"/>
              <a:gd name="connsiteY72287" fmla="*/ 465259 h 2398711"/>
              <a:gd name="connsiteX72288" fmla="*/ 1048108 w 2119654"/>
              <a:gd name="connsiteY72288" fmla="*/ 467487 h 2398711"/>
              <a:gd name="connsiteX72289" fmla="*/ 1048157 w 2119654"/>
              <a:gd name="connsiteY72289" fmla="*/ 467542 h 2398711"/>
              <a:gd name="connsiteX72290" fmla="*/ 1048922 w 2119654"/>
              <a:gd name="connsiteY72290" fmla="*/ 468556 h 2398711"/>
              <a:gd name="connsiteX72291" fmla="*/ 1049352 w 2119654"/>
              <a:gd name="connsiteY72291" fmla="*/ 466725 h 2398711"/>
              <a:gd name="connsiteX72292" fmla="*/ 1037841 w 2119654"/>
              <a:gd name="connsiteY72292" fmla="*/ 488373 h 2398711"/>
              <a:gd name="connsiteX72293" fmla="*/ 1037921 w 2119654"/>
              <a:gd name="connsiteY72293" fmla="*/ 488819 h 2398711"/>
              <a:gd name="connsiteX72294" fmla="*/ 1037949 w 2119654"/>
              <a:gd name="connsiteY72294" fmla="*/ 488856 h 2398711"/>
              <a:gd name="connsiteX72295" fmla="*/ 1038022 w 2119654"/>
              <a:gd name="connsiteY72295" fmla="*/ 488779 h 2398711"/>
              <a:gd name="connsiteX72296" fmla="*/ 1038084 w 2119654"/>
              <a:gd name="connsiteY72296" fmla="*/ 488690 h 2398711"/>
              <a:gd name="connsiteX72297" fmla="*/ 1038195 w 2119654"/>
              <a:gd name="connsiteY72297" fmla="*/ 487865 h 2398711"/>
              <a:gd name="connsiteX72298" fmla="*/ 436538 w 2119654"/>
              <a:gd name="connsiteY72298" fmla="*/ 1834544 h 2398711"/>
              <a:gd name="connsiteX72299" fmla="*/ 436545 w 2119654"/>
              <a:gd name="connsiteY72299" fmla="*/ 1835008 h 2398711"/>
              <a:gd name="connsiteX72300" fmla="*/ 436649 w 2119654"/>
              <a:gd name="connsiteY72300" fmla="*/ 1835045 h 2398711"/>
              <a:gd name="connsiteX72301" fmla="*/ 437404 w 2119654"/>
              <a:gd name="connsiteY72301" fmla="*/ 1834819 h 2398711"/>
              <a:gd name="connsiteX72302" fmla="*/ 433446 w 2119654"/>
              <a:gd name="connsiteY72302" fmla="*/ 1840791 h 2398711"/>
              <a:gd name="connsiteX72303" fmla="*/ 435327 w 2119654"/>
              <a:gd name="connsiteY72303" fmla="*/ 1841246 h 2398711"/>
              <a:gd name="connsiteX72304" fmla="*/ 435317 w 2119654"/>
              <a:gd name="connsiteY72304" fmla="*/ 1840412 h 2398711"/>
              <a:gd name="connsiteX72305" fmla="*/ 1090446 w 2119654"/>
              <a:gd name="connsiteY72305" fmla="*/ 369543 h 2398711"/>
              <a:gd name="connsiteX72306" fmla="*/ 1091206 w 2119654"/>
              <a:gd name="connsiteY72306" fmla="*/ 370088 h 2398711"/>
              <a:gd name="connsiteX72307" fmla="*/ 1093361 w 2119654"/>
              <a:gd name="connsiteY72307" fmla="*/ 365572 h 2398711"/>
              <a:gd name="connsiteX72308" fmla="*/ 1082116 w 2119654"/>
              <a:gd name="connsiteY72308" fmla="*/ 388111 h 2398711"/>
              <a:gd name="connsiteX72309" fmla="*/ 1081117 w 2119654"/>
              <a:gd name="connsiteY72309" fmla="*/ 391073 h 2398711"/>
              <a:gd name="connsiteX72310" fmla="*/ 1081376 w 2119654"/>
              <a:gd name="connsiteY72310" fmla="*/ 391562 h 2398711"/>
              <a:gd name="connsiteX72311" fmla="*/ 1082378 w 2119654"/>
              <a:gd name="connsiteY72311" fmla="*/ 388591 h 2398711"/>
              <a:gd name="connsiteX72312" fmla="*/ 1082450 w 2119654"/>
              <a:gd name="connsiteY72312" fmla="*/ 388440 h 2398711"/>
              <a:gd name="connsiteX72313" fmla="*/ 1029701 w 2119654"/>
              <a:gd name="connsiteY72313" fmla="*/ 505470 h 2398711"/>
              <a:gd name="connsiteX72314" fmla="*/ 1032807 w 2119654"/>
              <a:gd name="connsiteY72314" fmla="*/ 508245 h 2398711"/>
              <a:gd name="connsiteX72315" fmla="*/ 1031768 w 2119654"/>
              <a:gd name="connsiteY72315" fmla="*/ 505026 h 2398711"/>
              <a:gd name="connsiteX72316" fmla="*/ 1030820 w 2119654"/>
              <a:gd name="connsiteY72316" fmla="*/ 504081 h 2398711"/>
              <a:gd name="connsiteX72317" fmla="*/ 1028524 w 2119654"/>
              <a:gd name="connsiteY72317" fmla="*/ 507960 h 2398711"/>
              <a:gd name="connsiteX72318" fmla="*/ 1028529 w 2119654"/>
              <a:gd name="connsiteY72318" fmla="*/ 508123 h 2398711"/>
              <a:gd name="connsiteX72319" fmla="*/ 1029588 w 2119654"/>
              <a:gd name="connsiteY72319" fmla="*/ 509089 h 2398711"/>
              <a:gd name="connsiteX72320" fmla="*/ 1086744 w 2119654"/>
              <a:gd name="connsiteY72320" fmla="*/ 377574 h 2398711"/>
              <a:gd name="connsiteX72321" fmla="*/ 1086926 w 2119654"/>
              <a:gd name="connsiteY72321" fmla="*/ 379016 h 2398711"/>
              <a:gd name="connsiteX72322" fmla="*/ 1086936 w 2119654"/>
              <a:gd name="connsiteY72322" fmla="*/ 379036 h 2398711"/>
              <a:gd name="connsiteX72323" fmla="*/ 1087193 w 2119654"/>
              <a:gd name="connsiteY72323" fmla="*/ 378496 h 2398711"/>
              <a:gd name="connsiteX72324" fmla="*/ 1082444 w 2119654"/>
              <a:gd name="connsiteY72324" fmla="*/ 387137 h 2398711"/>
              <a:gd name="connsiteX72325" fmla="*/ 1082255 w 2119654"/>
              <a:gd name="connsiteY72325" fmla="*/ 387699 h 2398711"/>
              <a:gd name="connsiteX72326" fmla="*/ 1082551 w 2119654"/>
              <a:gd name="connsiteY72326" fmla="*/ 387994 h 2398711"/>
              <a:gd name="connsiteX72327" fmla="*/ 454194 w 2119654"/>
              <a:gd name="connsiteY72327" fmla="*/ 1793860 h 2398711"/>
              <a:gd name="connsiteX72328" fmla="*/ 456577 w 2119654"/>
              <a:gd name="connsiteY72328" fmla="*/ 1794707 h 2398711"/>
              <a:gd name="connsiteX72329" fmla="*/ 458158 w 2119654"/>
              <a:gd name="connsiteY72329" fmla="*/ 1794580 h 2398711"/>
              <a:gd name="connsiteX72330" fmla="*/ 457959 w 2119654"/>
              <a:gd name="connsiteY72330" fmla="*/ 1793721 h 2398711"/>
              <a:gd name="connsiteX72331" fmla="*/ 457099 w 2119654"/>
              <a:gd name="connsiteY72331" fmla="*/ 1793340 h 2398711"/>
              <a:gd name="connsiteX72332" fmla="*/ 455985 w 2119654"/>
              <a:gd name="connsiteY72332" fmla="*/ 1793642 h 2398711"/>
              <a:gd name="connsiteX72333" fmla="*/ 437181 w 2119654"/>
              <a:gd name="connsiteY72333" fmla="*/ 1831824 h 2398711"/>
              <a:gd name="connsiteX72334" fmla="*/ 439055 w 2119654"/>
              <a:gd name="connsiteY72334" fmla="*/ 1832418 h 2398711"/>
              <a:gd name="connsiteX72335" fmla="*/ 441545 w 2119654"/>
              <a:gd name="connsiteY72335" fmla="*/ 1832491 h 2398711"/>
              <a:gd name="connsiteX72336" fmla="*/ 440604 w 2119654"/>
              <a:gd name="connsiteY72336" fmla="*/ 1831700 h 2398711"/>
              <a:gd name="connsiteX72337" fmla="*/ 1029115 w 2119654"/>
              <a:gd name="connsiteY72337" fmla="*/ 506197 h 2398711"/>
              <a:gd name="connsiteX72338" fmla="*/ 1029810 w 2119654"/>
              <a:gd name="connsiteY72338" fmla="*/ 507655 h 2398711"/>
              <a:gd name="connsiteX72339" fmla="*/ 1032378 w 2119654"/>
              <a:gd name="connsiteY72339" fmla="*/ 509460 h 2398711"/>
              <a:gd name="connsiteX72340" fmla="*/ 1029137 w 2119654"/>
              <a:gd name="connsiteY72340" fmla="*/ 506170 h 2398711"/>
              <a:gd name="connsiteX72341" fmla="*/ 1053127 w 2119654"/>
              <a:gd name="connsiteY72341" fmla="*/ 452365 h 2398711"/>
              <a:gd name="connsiteX72342" fmla="*/ 1051866 w 2119654"/>
              <a:gd name="connsiteY72342" fmla="*/ 457733 h 2398711"/>
              <a:gd name="connsiteX72343" fmla="*/ 1054317 w 2119654"/>
              <a:gd name="connsiteY72343" fmla="*/ 459186 h 2398711"/>
              <a:gd name="connsiteX72344" fmla="*/ 1054883 w 2119654"/>
              <a:gd name="connsiteY72344" fmla="*/ 456117 h 2398711"/>
              <a:gd name="connsiteX72345" fmla="*/ 1053233 w 2119654"/>
              <a:gd name="connsiteY72345" fmla="*/ 451965 h 2398711"/>
              <a:gd name="connsiteX72346" fmla="*/ 1054966 w 2119654"/>
              <a:gd name="connsiteY72346" fmla="*/ 455667 h 2398711"/>
              <a:gd name="connsiteX72347" fmla="*/ 1055067 w 2119654"/>
              <a:gd name="connsiteY72347" fmla="*/ 455122 h 2398711"/>
              <a:gd name="connsiteX72348" fmla="*/ 1054748 w 2119654"/>
              <a:gd name="connsiteY72348" fmla="*/ 453737 h 2398711"/>
              <a:gd name="connsiteX72349" fmla="*/ 1028617 w 2119654"/>
              <a:gd name="connsiteY72349" fmla="*/ 506816 h 2398711"/>
              <a:gd name="connsiteX72350" fmla="*/ 1028785 w 2119654"/>
              <a:gd name="connsiteY72350" fmla="*/ 506933 h 2398711"/>
              <a:gd name="connsiteX72351" fmla="*/ 1028687 w 2119654"/>
              <a:gd name="connsiteY72351" fmla="*/ 506729 h 2398711"/>
              <a:gd name="connsiteX72352" fmla="*/ 1053418 w 2119654"/>
              <a:gd name="connsiteY72352" fmla="*/ 451132 h 2398711"/>
              <a:gd name="connsiteX72353" fmla="*/ 1053303 w 2119654"/>
              <a:gd name="connsiteY72353" fmla="*/ 451619 h 2398711"/>
              <a:gd name="connsiteX72354" fmla="*/ 1054614 w 2119654"/>
              <a:gd name="connsiteY72354" fmla="*/ 453153 h 2398711"/>
              <a:gd name="connsiteX72355" fmla="*/ 1054469 w 2119654"/>
              <a:gd name="connsiteY72355" fmla="*/ 452526 h 2398711"/>
              <a:gd name="connsiteX72356" fmla="*/ 1032818 w 2119654"/>
              <a:gd name="connsiteY72356" fmla="*/ 497202 h 2398711"/>
              <a:gd name="connsiteX72357" fmla="*/ 1033557 w 2119654"/>
              <a:gd name="connsiteY72357" fmla="*/ 498328 h 2398711"/>
              <a:gd name="connsiteX72358" fmla="*/ 1033928 w 2119654"/>
              <a:gd name="connsiteY72358" fmla="*/ 497969 h 2398711"/>
              <a:gd name="connsiteX72359" fmla="*/ 1033257 w 2119654"/>
              <a:gd name="connsiteY72359" fmla="*/ 496574 h 2398711"/>
              <a:gd name="connsiteX72360" fmla="*/ 1105086 w 2119654"/>
              <a:gd name="connsiteY72360" fmla="*/ 335312 h 2398711"/>
              <a:gd name="connsiteX72361" fmla="*/ 1105656 w 2119654"/>
              <a:gd name="connsiteY72361" fmla="*/ 339802 h 2398711"/>
              <a:gd name="connsiteX72362" fmla="*/ 1106607 w 2119654"/>
              <a:gd name="connsiteY72362" fmla="*/ 337810 h 2398711"/>
              <a:gd name="connsiteX72363" fmla="*/ 432575 w 2119654"/>
              <a:gd name="connsiteY72363" fmla="*/ 1841054 h 2398711"/>
              <a:gd name="connsiteX72364" fmla="*/ 433728 w 2119654"/>
              <a:gd name="connsiteY72364" fmla="*/ 1841491 h 2398711"/>
              <a:gd name="connsiteX72365" fmla="*/ 435337 w 2119654"/>
              <a:gd name="connsiteY72365" fmla="*/ 1842029 h 2398711"/>
              <a:gd name="connsiteX72366" fmla="*/ 435334 w 2119654"/>
              <a:gd name="connsiteY72366" fmla="*/ 1841720 h 2398711"/>
              <a:gd name="connsiteX72367" fmla="*/ 1138905 w 2119654"/>
              <a:gd name="connsiteY72367" fmla="*/ 259105 h 2398711"/>
              <a:gd name="connsiteX72368" fmla="*/ 1140130 w 2119654"/>
              <a:gd name="connsiteY72368" fmla="*/ 260281 h 2398711"/>
              <a:gd name="connsiteX72369" fmla="*/ 1144151 w 2119654"/>
              <a:gd name="connsiteY72369" fmla="*/ 253232 h 2398711"/>
              <a:gd name="connsiteX72370" fmla="*/ 1053787 w 2119654"/>
              <a:gd name="connsiteY72370" fmla="*/ 449560 h 2398711"/>
              <a:gd name="connsiteX72371" fmla="*/ 1053649 w 2119654"/>
              <a:gd name="connsiteY72371" fmla="*/ 450146 h 2398711"/>
              <a:gd name="connsiteX72372" fmla="*/ 1054028 w 2119654"/>
              <a:gd name="connsiteY72372" fmla="*/ 450609 h 2398711"/>
              <a:gd name="connsiteX72373" fmla="*/ 1059241 w 2119654"/>
              <a:gd name="connsiteY72373" fmla="*/ 437225 h 2398711"/>
              <a:gd name="connsiteX72374" fmla="*/ 1059564 w 2119654"/>
              <a:gd name="connsiteY72374" fmla="*/ 437915 h 2398711"/>
              <a:gd name="connsiteX72375" fmla="*/ 1060591 w 2119654"/>
              <a:gd name="connsiteY72375" fmla="*/ 434866 h 2398711"/>
              <a:gd name="connsiteX72376" fmla="*/ 1050019 w 2119654"/>
              <a:gd name="connsiteY72376" fmla="*/ 457502 h 2398711"/>
              <a:gd name="connsiteX72377" fmla="*/ 1050286 w 2119654"/>
              <a:gd name="connsiteY72377" fmla="*/ 458014 h 2398711"/>
              <a:gd name="connsiteX72378" fmla="*/ 1051251 w 2119654"/>
              <a:gd name="connsiteY72378" fmla="*/ 458642 h 2398711"/>
              <a:gd name="connsiteX72379" fmla="*/ 1051335 w 2119654"/>
              <a:gd name="connsiteY72379" fmla="*/ 458284 h 2398711"/>
              <a:gd name="connsiteX72380" fmla="*/ 1122119 w 2119654"/>
              <a:gd name="connsiteY72380" fmla="*/ 295974 h 2398711"/>
              <a:gd name="connsiteX72381" fmla="*/ 1127335 w 2119654"/>
              <a:gd name="connsiteY72381" fmla="*/ 300985 h 2398711"/>
              <a:gd name="connsiteX72382" fmla="*/ 1139648 w 2119654"/>
              <a:gd name="connsiteY72382" fmla="*/ 279398 h 2398711"/>
              <a:gd name="connsiteX72383" fmla="*/ 1147073 w 2119654"/>
              <a:gd name="connsiteY72383" fmla="*/ 267510 h 2398711"/>
              <a:gd name="connsiteX72384" fmla="*/ 1140948 w 2119654"/>
              <a:gd name="connsiteY72384" fmla="*/ 261627 h 2398711"/>
              <a:gd name="connsiteX72385" fmla="*/ 1126018 w 2119654"/>
              <a:gd name="connsiteY72385" fmla="*/ 287802 h 2398711"/>
              <a:gd name="connsiteX72386" fmla="*/ 1057940 w 2119654"/>
              <a:gd name="connsiteY72386" fmla="*/ 439495 h 2398711"/>
              <a:gd name="connsiteX72387" fmla="*/ 1058750 w 2119654"/>
              <a:gd name="connsiteY72387" fmla="*/ 440327 h 2398711"/>
              <a:gd name="connsiteX72388" fmla="*/ 1059256 w 2119654"/>
              <a:gd name="connsiteY72388" fmla="*/ 438827 h 2398711"/>
              <a:gd name="connsiteX72389" fmla="*/ 1058726 w 2119654"/>
              <a:gd name="connsiteY72389" fmla="*/ 438124 h 2398711"/>
              <a:gd name="connsiteX72390" fmla="*/ 1057632 w 2119654"/>
              <a:gd name="connsiteY72390" fmla="*/ 440033 h 2398711"/>
              <a:gd name="connsiteX72391" fmla="*/ 1058575 w 2119654"/>
              <a:gd name="connsiteY72391" fmla="*/ 440848 h 2398711"/>
              <a:gd name="connsiteX72392" fmla="*/ 1058660 w 2119654"/>
              <a:gd name="connsiteY72392" fmla="*/ 440594 h 2398711"/>
              <a:gd name="connsiteX72393" fmla="*/ 1057811 w 2119654"/>
              <a:gd name="connsiteY72393" fmla="*/ 439721 h 2398711"/>
              <a:gd name="connsiteX72394" fmla="*/ 1048438 w 2119654"/>
              <a:gd name="connsiteY72394" fmla="*/ 460419 h 2398711"/>
              <a:gd name="connsiteX72395" fmla="*/ 1048371 w 2119654"/>
              <a:gd name="connsiteY72395" fmla="*/ 461838 h 2398711"/>
              <a:gd name="connsiteX72396" fmla="*/ 1048935 w 2119654"/>
              <a:gd name="connsiteY72396" fmla="*/ 463313 h 2398711"/>
              <a:gd name="connsiteX72397" fmla="*/ 1049870 w 2119654"/>
              <a:gd name="connsiteY72397" fmla="*/ 464517 h 2398711"/>
              <a:gd name="connsiteX72398" fmla="*/ 1050155 w 2119654"/>
              <a:gd name="connsiteY72398" fmla="*/ 463306 h 2398711"/>
              <a:gd name="connsiteX72399" fmla="*/ 1117354 w 2119654"/>
              <a:gd name="connsiteY72399" fmla="*/ 305961 h 2398711"/>
              <a:gd name="connsiteX72400" fmla="*/ 1120912 w 2119654"/>
              <a:gd name="connsiteY72400" fmla="*/ 312246 h 2398711"/>
              <a:gd name="connsiteX72401" fmla="*/ 1127181 w 2119654"/>
              <a:gd name="connsiteY72401" fmla="*/ 301256 h 2398711"/>
              <a:gd name="connsiteX72402" fmla="*/ 1121982 w 2119654"/>
              <a:gd name="connsiteY72402" fmla="*/ 296261 h 2398711"/>
              <a:gd name="connsiteX72403" fmla="*/ 1086618 w 2119654"/>
              <a:gd name="connsiteY72403" fmla="*/ 374756 h 2398711"/>
              <a:gd name="connsiteX72404" fmla="*/ 1086452 w 2119654"/>
              <a:gd name="connsiteY72404" fmla="*/ 375249 h 2398711"/>
              <a:gd name="connsiteX72405" fmla="*/ 1086672 w 2119654"/>
              <a:gd name="connsiteY72405" fmla="*/ 377003 h 2398711"/>
              <a:gd name="connsiteX72406" fmla="*/ 1087295 w 2119654"/>
              <a:gd name="connsiteY72406" fmla="*/ 378282 h 2398711"/>
              <a:gd name="connsiteX72407" fmla="*/ 1090141 w 2119654"/>
              <a:gd name="connsiteY72407" fmla="*/ 372319 h 2398711"/>
              <a:gd name="connsiteX72408" fmla="*/ 1089528 w 2119654"/>
              <a:gd name="connsiteY72408" fmla="*/ 371017 h 2398711"/>
              <a:gd name="connsiteX72409" fmla="*/ 1089423 w 2119654"/>
              <a:gd name="connsiteY72409" fmla="*/ 370935 h 2398711"/>
              <a:gd name="connsiteX72410" fmla="*/ 1116785 w 2119654"/>
              <a:gd name="connsiteY72410" fmla="*/ 307155 h 2398711"/>
              <a:gd name="connsiteX72411" fmla="*/ 1118161 w 2119654"/>
              <a:gd name="connsiteY72411" fmla="*/ 309208 h 2398711"/>
              <a:gd name="connsiteX72412" fmla="*/ 1116884 w 2119654"/>
              <a:gd name="connsiteY72412" fmla="*/ 306948 h 2398711"/>
              <a:gd name="connsiteX72413" fmla="*/ 1029603 w 2119654"/>
              <a:gd name="connsiteY72413" fmla="*/ 501806 h 2398711"/>
              <a:gd name="connsiteX72414" fmla="*/ 1029556 w 2119654"/>
              <a:gd name="connsiteY72414" fmla="*/ 502034 h 2398711"/>
              <a:gd name="connsiteX72415" fmla="*/ 1029755 w 2119654"/>
              <a:gd name="connsiteY72415" fmla="*/ 502233 h 2398711"/>
              <a:gd name="connsiteX72416" fmla="*/ 1030384 w 2119654"/>
              <a:gd name="connsiteY72416" fmla="*/ 501574 h 2398711"/>
              <a:gd name="connsiteX72417" fmla="*/ 1030125 w 2119654"/>
              <a:gd name="connsiteY72417" fmla="*/ 501059 h 2398711"/>
              <a:gd name="connsiteX72418" fmla="*/ 1048484 w 2119654"/>
              <a:gd name="connsiteY72418" fmla="*/ 459436 h 2398711"/>
              <a:gd name="connsiteX72419" fmla="*/ 1048469 w 2119654"/>
              <a:gd name="connsiteY72419" fmla="*/ 459766 h 2398711"/>
              <a:gd name="connsiteX72420" fmla="*/ 1050273 w 2119654"/>
              <a:gd name="connsiteY72420" fmla="*/ 462802 h 2398711"/>
              <a:gd name="connsiteX72421" fmla="*/ 1050722 w 2119654"/>
              <a:gd name="connsiteY72421" fmla="*/ 460893 h 2398711"/>
              <a:gd name="connsiteX72422" fmla="*/ 1111747 w 2119654"/>
              <a:gd name="connsiteY72422" fmla="*/ 317714 h 2398711"/>
              <a:gd name="connsiteX72423" fmla="*/ 1112847 w 2119654"/>
              <a:gd name="connsiteY72423" fmla="*/ 326387 h 2398711"/>
              <a:gd name="connsiteX72424" fmla="*/ 1119183 w 2119654"/>
              <a:gd name="connsiteY72424" fmla="*/ 315278 h 2398711"/>
              <a:gd name="connsiteX72425" fmla="*/ 1115771 w 2119654"/>
              <a:gd name="connsiteY72425" fmla="*/ 309280 h 2398711"/>
              <a:gd name="connsiteX72426" fmla="*/ 1055277 w 2119654"/>
              <a:gd name="connsiteY72426" fmla="*/ 444145 h 2398711"/>
              <a:gd name="connsiteX72427" fmla="*/ 1055982 w 2119654"/>
              <a:gd name="connsiteY72427" fmla="*/ 444986 h 2398711"/>
              <a:gd name="connsiteX72428" fmla="*/ 1056980 w 2119654"/>
              <a:gd name="connsiteY72428" fmla="*/ 445577 h 2398711"/>
              <a:gd name="connsiteX72429" fmla="*/ 1058426 w 2119654"/>
              <a:gd name="connsiteY72429" fmla="*/ 441286 h 2398711"/>
              <a:gd name="connsiteX72430" fmla="*/ 1057425 w 2119654"/>
              <a:gd name="connsiteY72430" fmla="*/ 440394 h 2398711"/>
              <a:gd name="connsiteX72431" fmla="*/ 1054889 w 2119654"/>
              <a:gd name="connsiteY72431" fmla="*/ 444984 h 2398711"/>
              <a:gd name="connsiteX72432" fmla="*/ 1054706 w 2119654"/>
              <a:gd name="connsiteY72432" fmla="*/ 445694 h 2398711"/>
              <a:gd name="connsiteX72433" fmla="*/ 1055872 w 2119654"/>
              <a:gd name="connsiteY72433" fmla="*/ 450765 h 2398711"/>
              <a:gd name="connsiteX72434" fmla="*/ 1056652 w 2119654"/>
              <a:gd name="connsiteY72434" fmla="*/ 446547 h 2398711"/>
              <a:gd name="connsiteX72435" fmla="*/ 1056776 w 2119654"/>
              <a:gd name="connsiteY72435" fmla="*/ 446183 h 2398711"/>
              <a:gd name="connsiteX72436" fmla="*/ 1056645 w 2119654"/>
              <a:gd name="connsiteY72436" fmla="*/ 446026 h 2398711"/>
              <a:gd name="connsiteX72437" fmla="*/ 1055096 w 2119654"/>
              <a:gd name="connsiteY72437" fmla="*/ 444460 h 2398711"/>
              <a:gd name="connsiteX72438" fmla="*/ 1055564 w 2119654"/>
              <a:gd name="connsiteY72438" fmla="*/ 444738 h 2398711"/>
              <a:gd name="connsiteX72439" fmla="*/ 1055191 w 2119654"/>
              <a:gd name="connsiteY72439" fmla="*/ 444292 h 2398711"/>
              <a:gd name="connsiteX72440" fmla="*/ 1054615 w 2119654"/>
              <a:gd name="connsiteY72440" fmla="*/ 445299 h 2398711"/>
              <a:gd name="connsiteX72441" fmla="*/ 1054643 w 2119654"/>
              <a:gd name="connsiteY72441" fmla="*/ 445419 h 2398711"/>
              <a:gd name="connsiteX72442" fmla="*/ 1054721 w 2119654"/>
              <a:gd name="connsiteY72442" fmla="*/ 445114 h 2398711"/>
              <a:gd name="connsiteX72443" fmla="*/ 1088222 w 2119654"/>
              <a:gd name="connsiteY72443" fmla="*/ 370000 h 2398711"/>
              <a:gd name="connsiteX72444" fmla="*/ 1086824 w 2119654"/>
              <a:gd name="connsiteY72444" fmla="*/ 374146 h 2398711"/>
              <a:gd name="connsiteX72445" fmla="*/ 1089269 w 2119654"/>
              <a:gd name="connsiteY72445" fmla="*/ 370815 h 2398711"/>
              <a:gd name="connsiteX72446" fmla="*/ 376310 w 2119654"/>
              <a:gd name="connsiteY72446" fmla="*/ 1963875 h 2398711"/>
              <a:gd name="connsiteX72447" fmla="*/ 382906 w 2119654"/>
              <a:gd name="connsiteY72447" fmla="*/ 1966478 h 2398711"/>
              <a:gd name="connsiteX72448" fmla="*/ 392045 w 2119654"/>
              <a:gd name="connsiteY72448" fmla="*/ 1966653 h 2398711"/>
              <a:gd name="connsiteX72449" fmla="*/ 1106616 w 2119654"/>
              <a:gd name="connsiteY72449" fmla="*/ 328468 h 2398711"/>
              <a:gd name="connsiteX72450" fmla="*/ 1109129 w 2119654"/>
              <a:gd name="connsiteY72450" fmla="*/ 332904 h 2398711"/>
              <a:gd name="connsiteX72451" fmla="*/ 1111710 w 2119654"/>
              <a:gd name="connsiteY72451" fmla="*/ 328379 h 2398711"/>
              <a:gd name="connsiteX72452" fmla="*/ 1110649 w 2119654"/>
              <a:gd name="connsiteY72452" fmla="*/ 320015 h 2398711"/>
              <a:gd name="connsiteX72453" fmla="*/ 414307 w 2119654"/>
              <a:gd name="connsiteY72453" fmla="*/ 1878625 h 2398711"/>
              <a:gd name="connsiteX72454" fmla="*/ 422354 w 2119654"/>
              <a:gd name="connsiteY72454" fmla="*/ 1880850 h 2398711"/>
              <a:gd name="connsiteX72455" fmla="*/ 422761 w 2119654"/>
              <a:gd name="connsiteY72455" fmla="*/ 1880903 h 2398711"/>
              <a:gd name="connsiteX72456" fmla="*/ 420364 w 2119654"/>
              <a:gd name="connsiteY72456" fmla="*/ 1879600 h 2398711"/>
              <a:gd name="connsiteX72457" fmla="*/ 419694 w 2119654"/>
              <a:gd name="connsiteY72457" fmla="*/ 1879803 h 2398711"/>
              <a:gd name="connsiteX72458" fmla="*/ 419241 w 2119654"/>
              <a:gd name="connsiteY72458" fmla="*/ 1879626 h 2398711"/>
              <a:gd name="connsiteX72459" fmla="*/ 419992 w 2119654"/>
              <a:gd name="connsiteY72459" fmla="*/ 1879398 h 2398711"/>
              <a:gd name="connsiteX72460" fmla="*/ 417074 w 2119654"/>
              <a:gd name="connsiteY72460" fmla="*/ 1877811 h 2398711"/>
              <a:gd name="connsiteX72461" fmla="*/ 1105907 w 2119654"/>
              <a:gd name="connsiteY72461" fmla="*/ 329954 h 2398711"/>
              <a:gd name="connsiteX72462" fmla="*/ 1108557 w 2119654"/>
              <a:gd name="connsiteY72462" fmla="*/ 333907 h 2398711"/>
              <a:gd name="connsiteX72463" fmla="*/ 1108743 w 2119654"/>
              <a:gd name="connsiteY72463" fmla="*/ 333581 h 2398711"/>
              <a:gd name="connsiteX72464" fmla="*/ 1106264 w 2119654"/>
              <a:gd name="connsiteY72464" fmla="*/ 329206 h 2398711"/>
              <a:gd name="connsiteX72465" fmla="*/ 1104722 w 2119654"/>
              <a:gd name="connsiteY72465" fmla="*/ 332438 h 2398711"/>
              <a:gd name="connsiteX72466" fmla="*/ 1104860 w 2119654"/>
              <a:gd name="connsiteY72466" fmla="*/ 333519 h 2398711"/>
              <a:gd name="connsiteX72467" fmla="*/ 1106981 w 2119654"/>
              <a:gd name="connsiteY72467" fmla="*/ 337027 h 2398711"/>
              <a:gd name="connsiteX72468" fmla="*/ 1107846 w 2119654"/>
              <a:gd name="connsiteY72468" fmla="*/ 335213 h 2398711"/>
              <a:gd name="connsiteX72469" fmla="*/ 1105426 w 2119654"/>
              <a:gd name="connsiteY72469" fmla="*/ 330961 h 2398711"/>
              <a:gd name="connsiteX72470" fmla="*/ 1052583 w 2119654"/>
              <a:gd name="connsiteY72470" fmla="*/ 448846 h 2398711"/>
              <a:gd name="connsiteX72471" fmla="*/ 1053476 w 2119654"/>
              <a:gd name="connsiteY72471" fmla="*/ 449935 h 2398711"/>
              <a:gd name="connsiteX72472" fmla="*/ 1053686 w 2119654"/>
              <a:gd name="connsiteY72472" fmla="*/ 449124 h 2398711"/>
              <a:gd name="connsiteX72473" fmla="*/ 1053324 w 2119654"/>
              <a:gd name="connsiteY72473" fmla="*/ 447553 h 2398711"/>
              <a:gd name="connsiteX72474" fmla="*/ 450164 w 2119654"/>
              <a:gd name="connsiteY72474" fmla="*/ 1797693 h 2398711"/>
              <a:gd name="connsiteX72475" fmla="*/ 450349 w 2119654"/>
              <a:gd name="connsiteY72475" fmla="*/ 1798124 h 2398711"/>
              <a:gd name="connsiteX72476" fmla="*/ 454517 w 2119654"/>
              <a:gd name="connsiteY72476" fmla="*/ 1799108 h 2398711"/>
              <a:gd name="connsiteX72477" fmla="*/ 455938 w 2119654"/>
              <a:gd name="connsiteY72477" fmla="*/ 1798881 h 2398711"/>
              <a:gd name="connsiteX72478" fmla="*/ 456115 w 2119654"/>
              <a:gd name="connsiteY72478" fmla="*/ 1798843 h 2398711"/>
              <a:gd name="connsiteX72479" fmla="*/ 454267 w 2119654"/>
              <a:gd name="connsiteY72479" fmla="*/ 1797932 h 2398711"/>
              <a:gd name="connsiteX72480" fmla="*/ 452728 w 2119654"/>
              <a:gd name="connsiteY72480" fmla="*/ 1797764 h 2398711"/>
              <a:gd name="connsiteX72481" fmla="*/ 1052138 w 2119654"/>
              <a:gd name="connsiteY72481" fmla="*/ 449624 h 2398711"/>
              <a:gd name="connsiteX72482" fmla="*/ 1052792 w 2119654"/>
              <a:gd name="connsiteY72482" fmla="*/ 451022 h 2398711"/>
              <a:gd name="connsiteX72483" fmla="*/ 1053102 w 2119654"/>
              <a:gd name="connsiteY72483" fmla="*/ 451385 h 2398711"/>
              <a:gd name="connsiteX72484" fmla="*/ 1053231 w 2119654"/>
              <a:gd name="connsiteY72484" fmla="*/ 450884 h 2398711"/>
              <a:gd name="connsiteX72485" fmla="*/ 1052200 w 2119654"/>
              <a:gd name="connsiteY72485" fmla="*/ 449515 h 2398711"/>
              <a:gd name="connsiteX72486" fmla="*/ 436459 w 2119654"/>
              <a:gd name="connsiteY72486" fmla="*/ 1828218 h 2398711"/>
              <a:gd name="connsiteX72487" fmla="*/ 436502 w 2119654"/>
              <a:gd name="connsiteY72487" fmla="*/ 1831608 h 2398711"/>
              <a:gd name="connsiteX72488" fmla="*/ 436927 w 2119654"/>
              <a:gd name="connsiteY72488" fmla="*/ 1831743 h 2398711"/>
              <a:gd name="connsiteX72489" fmla="*/ 440500 w 2119654"/>
              <a:gd name="connsiteY72489" fmla="*/ 1831613 h 2398711"/>
              <a:gd name="connsiteX72490" fmla="*/ 430552 w 2119654"/>
              <a:gd name="connsiteY72490" fmla="*/ 1841378 h 2398711"/>
              <a:gd name="connsiteX72491" fmla="*/ 435444 w 2119654"/>
              <a:gd name="connsiteY72491" fmla="*/ 1843829 h 2398711"/>
              <a:gd name="connsiteX72492" fmla="*/ 435349 w 2119654"/>
              <a:gd name="connsiteY72492" fmla="*/ 1842938 h 2398711"/>
              <a:gd name="connsiteX72493" fmla="*/ 435344 w 2119654"/>
              <a:gd name="connsiteY72493" fmla="*/ 1842525 h 2398711"/>
              <a:gd name="connsiteX72494" fmla="*/ 431701 w 2119654"/>
              <a:gd name="connsiteY72494" fmla="*/ 1841144 h 2398711"/>
              <a:gd name="connsiteX72495" fmla="*/ 1051921 w 2119654"/>
              <a:gd name="connsiteY72495" fmla="*/ 450002 h 2398711"/>
              <a:gd name="connsiteX72496" fmla="*/ 1052144 w 2119654"/>
              <a:gd name="connsiteY72496" fmla="*/ 450264 h 2398711"/>
              <a:gd name="connsiteX72497" fmla="*/ 1051976 w 2119654"/>
              <a:gd name="connsiteY72497" fmla="*/ 449906 h 2398711"/>
              <a:gd name="connsiteX72498" fmla="*/ 446824 w 2119654"/>
              <a:gd name="connsiteY72498" fmla="*/ 1804720 h 2398711"/>
              <a:gd name="connsiteX72499" fmla="*/ 450569 w 2119654"/>
              <a:gd name="connsiteY72499" fmla="*/ 1805924 h 2398711"/>
              <a:gd name="connsiteX72500" fmla="*/ 450957 w 2119654"/>
              <a:gd name="connsiteY72500" fmla="*/ 1805801 h 2398711"/>
              <a:gd name="connsiteX72501" fmla="*/ 449045 w 2119654"/>
              <a:gd name="connsiteY72501" fmla="*/ 1804633 h 2398711"/>
              <a:gd name="connsiteX72502" fmla="*/ 447362 w 2119654"/>
              <a:gd name="connsiteY72502" fmla="*/ 1804468 h 2398711"/>
              <a:gd name="connsiteX72503" fmla="*/ 1096912 w 2119654"/>
              <a:gd name="connsiteY72503" fmla="*/ 348807 h 2398711"/>
              <a:gd name="connsiteX72504" fmla="*/ 1099399 w 2119654"/>
              <a:gd name="connsiteY72504" fmla="*/ 352916 h 2398711"/>
              <a:gd name="connsiteX72505" fmla="*/ 1104837 w 2119654"/>
              <a:gd name="connsiteY72505" fmla="*/ 341517 h 2398711"/>
              <a:gd name="connsiteX72506" fmla="*/ 1104442 w 2119654"/>
              <a:gd name="connsiteY72506" fmla="*/ 338394 h 2398711"/>
              <a:gd name="connsiteX72507" fmla="*/ 1104090 w 2119654"/>
              <a:gd name="connsiteY72507" fmla="*/ 337243 h 2398711"/>
              <a:gd name="connsiteX72508" fmla="*/ 1104281 w 2119654"/>
              <a:gd name="connsiteY72508" fmla="*/ 337376 h 2398711"/>
              <a:gd name="connsiteX72509" fmla="*/ 1104334 w 2119654"/>
              <a:gd name="connsiteY72509" fmla="*/ 337552 h 2398711"/>
              <a:gd name="connsiteX72510" fmla="*/ 1103903 w 2119654"/>
              <a:gd name="connsiteY72510" fmla="*/ 334154 h 2398711"/>
              <a:gd name="connsiteX72511" fmla="*/ 1056328 w 2119654"/>
              <a:gd name="connsiteY72511" fmla="*/ 439416 h 2398711"/>
              <a:gd name="connsiteX72512" fmla="*/ 1056082 w 2119654"/>
              <a:gd name="connsiteY72512" fmla="*/ 440368 h 2398711"/>
              <a:gd name="connsiteX72513" fmla="*/ 1056547 w 2119654"/>
              <a:gd name="connsiteY72513" fmla="*/ 439611 h 2398711"/>
              <a:gd name="connsiteX72514" fmla="*/ 1048613 w 2119654"/>
              <a:gd name="connsiteY72514" fmla="*/ 456669 h 2398711"/>
              <a:gd name="connsiteX72515" fmla="*/ 1048602 w 2119654"/>
              <a:gd name="connsiteY72515" fmla="*/ 456918 h 2398711"/>
              <a:gd name="connsiteX72516" fmla="*/ 1049085 w 2119654"/>
              <a:gd name="connsiteY72516" fmla="*/ 457232 h 2398711"/>
              <a:gd name="connsiteX72517" fmla="*/ 1048870 w 2119654"/>
              <a:gd name="connsiteY72517" fmla="*/ 456821 h 2398711"/>
              <a:gd name="connsiteX72518" fmla="*/ 1094065 w 2119654"/>
              <a:gd name="connsiteY72518" fmla="*/ 354773 h 2398711"/>
              <a:gd name="connsiteX72519" fmla="*/ 1094485 w 2119654"/>
              <a:gd name="connsiteY72519" fmla="*/ 355099 h 2398711"/>
              <a:gd name="connsiteX72520" fmla="*/ 1095454 w 2119654"/>
              <a:gd name="connsiteY72520" fmla="*/ 353833 h 2398711"/>
              <a:gd name="connsiteX72521" fmla="*/ 1095844 w 2119654"/>
              <a:gd name="connsiteY72521" fmla="*/ 353733 h 2398711"/>
              <a:gd name="connsiteX72522" fmla="*/ 1094681 w 2119654"/>
              <a:gd name="connsiteY72522" fmla="*/ 355253 h 2398711"/>
              <a:gd name="connsiteX72523" fmla="*/ 1097309 w 2119654"/>
              <a:gd name="connsiteY72523" fmla="*/ 357297 h 2398711"/>
              <a:gd name="connsiteX72524" fmla="*/ 1099111 w 2119654"/>
              <a:gd name="connsiteY72524" fmla="*/ 353520 h 2398711"/>
              <a:gd name="connsiteX72525" fmla="*/ 1096619 w 2119654"/>
              <a:gd name="connsiteY72525" fmla="*/ 349422 h 2398711"/>
              <a:gd name="connsiteX72526" fmla="*/ 444981 w 2119654"/>
              <a:gd name="connsiteY72526" fmla="*/ 1808106 h 2398711"/>
              <a:gd name="connsiteX72527" fmla="*/ 450182 w 2119654"/>
              <a:gd name="connsiteY72527" fmla="*/ 1811299 h 2398711"/>
              <a:gd name="connsiteX72528" fmla="*/ 453967 w 2119654"/>
              <a:gd name="connsiteY72528" fmla="*/ 1810143 h 2398711"/>
              <a:gd name="connsiteX72529" fmla="*/ 453874 w 2119654"/>
              <a:gd name="connsiteY72529" fmla="*/ 1809925 h 2398711"/>
              <a:gd name="connsiteX72530" fmla="*/ 449620 w 2119654"/>
              <a:gd name="connsiteY72530" fmla="*/ 1808558 h 2398711"/>
              <a:gd name="connsiteX72531" fmla="*/ 446938 w 2119654"/>
              <a:gd name="connsiteY72531" fmla="*/ 1808601 h 2398711"/>
              <a:gd name="connsiteX72532" fmla="*/ 446741 w 2119654"/>
              <a:gd name="connsiteY72532" fmla="*/ 1808420 h 2398711"/>
              <a:gd name="connsiteX72533" fmla="*/ 449074 w 2119654"/>
              <a:gd name="connsiteY72533" fmla="*/ 1808382 h 2398711"/>
              <a:gd name="connsiteX72534" fmla="*/ 446618 w 2119654"/>
              <a:gd name="connsiteY72534" fmla="*/ 1807592 h 2398711"/>
              <a:gd name="connsiteX72535" fmla="*/ 445310 w 2119654"/>
              <a:gd name="connsiteY72535" fmla="*/ 1808006 h 2398711"/>
              <a:gd name="connsiteX72536" fmla="*/ 1092957 w 2119654"/>
              <a:gd name="connsiteY72536" fmla="*/ 357095 h 2398711"/>
              <a:gd name="connsiteX72537" fmla="*/ 1093048 w 2119654"/>
              <a:gd name="connsiteY72537" fmla="*/ 356977 h 2398711"/>
              <a:gd name="connsiteX72538" fmla="*/ 1093023 w 2119654"/>
              <a:gd name="connsiteY72538" fmla="*/ 356958 h 2398711"/>
              <a:gd name="connsiteX72539" fmla="*/ 449885 w 2119654"/>
              <a:gd name="connsiteY72539" fmla="*/ 1797041 h 2398711"/>
              <a:gd name="connsiteX72540" fmla="*/ 449941 w 2119654"/>
              <a:gd name="connsiteY72540" fmla="*/ 1797173 h 2398711"/>
              <a:gd name="connsiteX72541" fmla="*/ 452893 w 2119654"/>
              <a:gd name="connsiteY72541" fmla="*/ 1797254 h 2398711"/>
              <a:gd name="connsiteX72542" fmla="*/ 452734 w 2119654"/>
              <a:gd name="connsiteY72542" fmla="*/ 1797176 h 2398711"/>
              <a:gd name="connsiteX72543" fmla="*/ 1056576 w 2119654"/>
              <a:gd name="connsiteY72543" fmla="*/ 438454 h 2398711"/>
              <a:gd name="connsiteX72544" fmla="*/ 1056436 w 2119654"/>
              <a:gd name="connsiteY72544" fmla="*/ 438996 h 2398711"/>
              <a:gd name="connsiteX72545" fmla="*/ 1056756 w 2119654"/>
              <a:gd name="connsiteY72545" fmla="*/ 439272 h 2398711"/>
              <a:gd name="connsiteX72546" fmla="*/ 1056995 w 2119654"/>
              <a:gd name="connsiteY72546" fmla="*/ 438884 h 2398711"/>
              <a:gd name="connsiteX72547" fmla="*/ 1091648 w 2119654"/>
              <a:gd name="connsiteY72547" fmla="*/ 359839 h 2398711"/>
              <a:gd name="connsiteX72548" fmla="*/ 1088779 w 2119654"/>
              <a:gd name="connsiteY72548" fmla="*/ 368350 h 2398711"/>
              <a:gd name="connsiteX72549" fmla="*/ 1090286 w 2119654"/>
              <a:gd name="connsiteY72549" fmla="*/ 369429 h 2398711"/>
              <a:gd name="connsiteX72550" fmla="*/ 1093812 w 2119654"/>
              <a:gd name="connsiteY72550" fmla="*/ 364627 h 2398711"/>
              <a:gd name="connsiteX72551" fmla="*/ 1096266 w 2119654"/>
              <a:gd name="connsiteY72551" fmla="*/ 359483 h 2398711"/>
              <a:gd name="connsiteX72552" fmla="*/ 1093243 w 2119654"/>
              <a:gd name="connsiteY72552" fmla="*/ 357131 h 2398711"/>
              <a:gd name="connsiteX72553" fmla="*/ 1092439 w 2119654"/>
              <a:gd name="connsiteY72553" fmla="*/ 358180 h 2398711"/>
              <a:gd name="connsiteX72554" fmla="*/ 433371 w 2119654"/>
              <a:gd name="connsiteY72554" fmla="*/ 1833809 h 2398711"/>
              <a:gd name="connsiteX72555" fmla="*/ 433933 w 2119654"/>
              <a:gd name="connsiteY72555" fmla="*/ 1834104 h 2398711"/>
              <a:gd name="connsiteX72556" fmla="*/ 435243 w 2119654"/>
              <a:gd name="connsiteY72556" fmla="*/ 1834558 h 2398711"/>
              <a:gd name="connsiteX72557" fmla="*/ 435238 w 2119654"/>
              <a:gd name="connsiteY72557" fmla="*/ 1834131 h 2398711"/>
              <a:gd name="connsiteX72558" fmla="*/ 434089 w 2119654"/>
              <a:gd name="connsiteY72558" fmla="*/ 1833767 h 2398711"/>
              <a:gd name="connsiteX72559" fmla="*/ 1066766 w 2119654"/>
              <a:gd name="connsiteY72559" fmla="*/ 415297 h 2398711"/>
              <a:gd name="connsiteX72560" fmla="*/ 1067041 w 2119654"/>
              <a:gd name="connsiteY72560" fmla="*/ 415736 h 2398711"/>
              <a:gd name="connsiteX72561" fmla="*/ 1067568 w 2119654"/>
              <a:gd name="connsiteY72561" fmla="*/ 414172 h 2398711"/>
              <a:gd name="connsiteX72562" fmla="*/ 1048867 w 2119654"/>
              <a:gd name="connsiteY72562" fmla="*/ 455333 h 2398711"/>
              <a:gd name="connsiteX72563" fmla="*/ 1049030 w 2119654"/>
              <a:gd name="connsiteY72563" fmla="*/ 455616 h 2398711"/>
              <a:gd name="connsiteX72564" fmla="*/ 1049358 w 2119654"/>
              <a:gd name="connsiteY72564" fmla="*/ 456244 h 2398711"/>
              <a:gd name="connsiteX72565" fmla="*/ 1051516 w 2119654"/>
              <a:gd name="connsiteY72565" fmla="*/ 457524 h 2398711"/>
              <a:gd name="connsiteX72566" fmla="*/ 1052948 w 2119654"/>
              <a:gd name="connsiteY72566" fmla="*/ 451981 h 2398711"/>
              <a:gd name="connsiteX72567" fmla="*/ 1052585 w 2119654"/>
              <a:gd name="connsiteY72567" fmla="*/ 451207 h 2398711"/>
              <a:gd name="connsiteX72568" fmla="*/ 1051774 w 2119654"/>
              <a:gd name="connsiteY72568" fmla="*/ 450259 h 2398711"/>
              <a:gd name="connsiteX72569" fmla="*/ 1054298 w 2119654"/>
              <a:gd name="connsiteY72569" fmla="*/ 442976 h 2398711"/>
              <a:gd name="connsiteX72570" fmla="*/ 1054402 w 2119654"/>
              <a:gd name="connsiteY72570" fmla="*/ 443099 h 2398711"/>
              <a:gd name="connsiteX72571" fmla="*/ 1054656 w 2119654"/>
              <a:gd name="connsiteY72571" fmla="*/ 442685 h 2398711"/>
              <a:gd name="connsiteX72572" fmla="*/ 1054114 w 2119654"/>
              <a:gd name="connsiteY72572" fmla="*/ 443125 h 2398711"/>
              <a:gd name="connsiteX72573" fmla="*/ 1054189 w 2119654"/>
              <a:gd name="connsiteY72573" fmla="*/ 443445 h 2398711"/>
              <a:gd name="connsiteX72574" fmla="*/ 1054313 w 2119654"/>
              <a:gd name="connsiteY72574" fmla="*/ 443244 h 2398711"/>
              <a:gd name="connsiteX72575" fmla="*/ 1054173 w 2119654"/>
              <a:gd name="connsiteY72575" fmla="*/ 443078 h 2398711"/>
              <a:gd name="connsiteX72576" fmla="*/ 449680 w 2119654"/>
              <a:gd name="connsiteY72576" fmla="*/ 1796562 h 2398711"/>
              <a:gd name="connsiteX72577" fmla="*/ 449690 w 2119654"/>
              <a:gd name="connsiteY72577" fmla="*/ 1796585 h 2398711"/>
              <a:gd name="connsiteX72578" fmla="*/ 451731 w 2119654"/>
              <a:gd name="connsiteY72578" fmla="*/ 1796682 h 2398711"/>
              <a:gd name="connsiteX72579" fmla="*/ 451329 w 2119654"/>
              <a:gd name="connsiteY72579" fmla="*/ 1796483 h 2398711"/>
              <a:gd name="connsiteX72580" fmla="*/ 1059838 w 2119654"/>
              <a:gd name="connsiteY72580" fmla="*/ 430222 h 2398711"/>
              <a:gd name="connsiteX72581" fmla="*/ 1060553 w 2119654"/>
              <a:gd name="connsiteY72581" fmla="*/ 431621 h 2398711"/>
              <a:gd name="connsiteX72582" fmla="*/ 1061153 w 2119654"/>
              <a:gd name="connsiteY72582" fmla="*/ 432126 h 2398711"/>
              <a:gd name="connsiteX72583" fmla="*/ 1061459 w 2119654"/>
              <a:gd name="connsiteY72583" fmla="*/ 431627 h 2398711"/>
              <a:gd name="connsiteX72584" fmla="*/ 431254 w 2119654"/>
              <a:gd name="connsiteY72584" fmla="*/ 1837735 h 2398711"/>
              <a:gd name="connsiteX72585" fmla="*/ 434618 w 2119654"/>
              <a:gd name="connsiteY72585" fmla="*/ 1838541 h 2398711"/>
              <a:gd name="connsiteX72586" fmla="*/ 435293 w 2119654"/>
              <a:gd name="connsiteY72586" fmla="*/ 1838503 h 2398711"/>
              <a:gd name="connsiteX72587" fmla="*/ 435274 w 2119654"/>
              <a:gd name="connsiteY72587" fmla="*/ 1836983 h 2398711"/>
              <a:gd name="connsiteX72588" fmla="*/ 435023 w 2119654"/>
              <a:gd name="connsiteY72588" fmla="*/ 1836959 h 2398711"/>
              <a:gd name="connsiteX72589" fmla="*/ 433583 w 2119654"/>
              <a:gd name="connsiteY72589" fmla="*/ 1837036 h 2398711"/>
              <a:gd name="connsiteX72590" fmla="*/ 1057162 w 2119654"/>
              <a:gd name="connsiteY72590" fmla="*/ 436188 h 2398711"/>
              <a:gd name="connsiteX72591" fmla="*/ 1056649 w 2119654"/>
              <a:gd name="connsiteY72591" fmla="*/ 438170 h 2398711"/>
              <a:gd name="connsiteX72592" fmla="*/ 1057130 w 2119654"/>
              <a:gd name="connsiteY72592" fmla="*/ 438664 h 2398711"/>
              <a:gd name="connsiteX72593" fmla="*/ 1058013 w 2119654"/>
              <a:gd name="connsiteY72593" fmla="*/ 437229 h 2398711"/>
              <a:gd name="connsiteX72594" fmla="*/ 1069773 w 2119654"/>
              <a:gd name="connsiteY72594" fmla="*/ 407557 h 2398711"/>
              <a:gd name="connsiteX72595" fmla="*/ 1069784 w 2119654"/>
              <a:gd name="connsiteY72595" fmla="*/ 407602 h 2398711"/>
              <a:gd name="connsiteX72596" fmla="*/ 1069793 w 2119654"/>
              <a:gd name="connsiteY72596" fmla="*/ 407574 h 2398711"/>
              <a:gd name="connsiteX72597" fmla="*/ 1057487 w 2119654"/>
              <a:gd name="connsiteY72597" fmla="*/ 434925 h 2398711"/>
              <a:gd name="connsiteX72598" fmla="*/ 1057261 w 2119654"/>
              <a:gd name="connsiteY72598" fmla="*/ 435800 h 2398711"/>
              <a:gd name="connsiteX72599" fmla="*/ 1058192 w 2119654"/>
              <a:gd name="connsiteY72599" fmla="*/ 436938 h 2398711"/>
              <a:gd name="connsiteX72600" fmla="*/ 1058327 w 2119654"/>
              <a:gd name="connsiteY72600" fmla="*/ 436719 h 2398711"/>
              <a:gd name="connsiteX72601" fmla="*/ 1031490 w 2119654"/>
              <a:gd name="connsiteY72601" fmla="*/ 492907 h 2398711"/>
              <a:gd name="connsiteX72602" fmla="*/ 1031312 w 2119654"/>
              <a:gd name="connsiteY72602" fmla="*/ 493534 h 2398711"/>
              <a:gd name="connsiteX72603" fmla="*/ 1031096 w 2119654"/>
              <a:gd name="connsiteY72603" fmla="*/ 494579 h 2398711"/>
              <a:gd name="connsiteX72604" fmla="*/ 1031665 w 2119654"/>
              <a:gd name="connsiteY72604" fmla="*/ 495445 h 2398711"/>
              <a:gd name="connsiteX72605" fmla="*/ 1032361 w 2119654"/>
              <a:gd name="connsiteY72605" fmla="*/ 494715 h 2398711"/>
              <a:gd name="connsiteX72606" fmla="*/ 1038273 w 2119654"/>
              <a:gd name="connsiteY72606" fmla="*/ 477322 h 2398711"/>
              <a:gd name="connsiteX72607" fmla="*/ 1038423 w 2119654"/>
              <a:gd name="connsiteY72607" fmla="*/ 477656 h 2398711"/>
              <a:gd name="connsiteX72608" fmla="*/ 1039331 w 2119654"/>
              <a:gd name="connsiteY72608" fmla="*/ 479393 h 2398711"/>
              <a:gd name="connsiteX72609" fmla="*/ 1039464 w 2119654"/>
              <a:gd name="connsiteY72609" fmla="*/ 478405 h 2398711"/>
              <a:gd name="connsiteX72610" fmla="*/ 448451 w 2119654"/>
              <a:gd name="connsiteY72610" fmla="*/ 1797646 h 2398711"/>
              <a:gd name="connsiteX72611" fmla="*/ 448633 w 2119654"/>
              <a:gd name="connsiteY72611" fmla="*/ 1797719 h 2398711"/>
              <a:gd name="connsiteX72612" fmla="*/ 448646 w 2119654"/>
              <a:gd name="connsiteY72612" fmla="*/ 1797721 h 2398711"/>
              <a:gd name="connsiteX72613" fmla="*/ 448616 w 2119654"/>
              <a:gd name="connsiteY72613" fmla="*/ 1797650 h 2398711"/>
              <a:gd name="connsiteX72614" fmla="*/ 445455 w 2119654"/>
              <a:gd name="connsiteY72614" fmla="*/ 1804280 h 2398711"/>
              <a:gd name="connsiteX72615" fmla="*/ 446435 w 2119654"/>
              <a:gd name="connsiteY72615" fmla="*/ 1804596 h 2398711"/>
              <a:gd name="connsiteX72616" fmla="*/ 446809 w 2119654"/>
              <a:gd name="connsiteY72616" fmla="*/ 1804413 h 2398711"/>
              <a:gd name="connsiteX72617" fmla="*/ 1063964 w 2119654"/>
              <a:gd name="connsiteY72617" fmla="*/ 419223 h 2398711"/>
              <a:gd name="connsiteX72618" fmla="*/ 1065239 w 2119654"/>
              <a:gd name="connsiteY72618" fmla="*/ 421081 h 2398711"/>
              <a:gd name="connsiteX72619" fmla="*/ 1065359 w 2119654"/>
              <a:gd name="connsiteY72619" fmla="*/ 420725 h 2398711"/>
              <a:gd name="connsiteX72620" fmla="*/ 1064207 w 2119654"/>
              <a:gd name="connsiteY72620" fmla="*/ 418882 h 2398711"/>
              <a:gd name="connsiteX72621" fmla="*/ 1063174 w 2119654"/>
              <a:gd name="connsiteY72621" fmla="*/ 420331 h 2398711"/>
              <a:gd name="connsiteX72622" fmla="*/ 1064680 w 2119654"/>
              <a:gd name="connsiteY72622" fmla="*/ 422739 h 2398711"/>
              <a:gd name="connsiteX72623" fmla="*/ 1065015 w 2119654"/>
              <a:gd name="connsiteY72623" fmla="*/ 421743 h 2398711"/>
              <a:gd name="connsiteX72624" fmla="*/ 1063620 w 2119654"/>
              <a:gd name="connsiteY72624" fmla="*/ 419706 h 2398711"/>
              <a:gd name="connsiteX72625" fmla="*/ 1038919 w 2119654"/>
              <a:gd name="connsiteY72625" fmla="*/ 474451 h 2398711"/>
              <a:gd name="connsiteX72626" fmla="*/ 1039916 w 2119654"/>
              <a:gd name="connsiteY72626" fmla="*/ 475028 h 2398711"/>
              <a:gd name="connsiteX72627" fmla="*/ 1040410 w 2119654"/>
              <a:gd name="connsiteY72627" fmla="*/ 471340 h 2398711"/>
              <a:gd name="connsiteX72628" fmla="*/ 1038308 w 2119654"/>
              <a:gd name="connsiteY72628" fmla="*/ 475727 h 2398711"/>
              <a:gd name="connsiteX72629" fmla="*/ 1039658 w 2119654"/>
              <a:gd name="connsiteY72629" fmla="*/ 476957 h 2398711"/>
              <a:gd name="connsiteX72630" fmla="*/ 1039876 w 2119654"/>
              <a:gd name="connsiteY72630" fmla="*/ 475325 h 2398711"/>
              <a:gd name="connsiteX72631" fmla="*/ 1038799 w 2119654"/>
              <a:gd name="connsiteY72631" fmla="*/ 474702 h 2398711"/>
              <a:gd name="connsiteX72632" fmla="*/ 1034444 w 2119654"/>
              <a:gd name="connsiteY72632" fmla="*/ 484202 h 2398711"/>
              <a:gd name="connsiteX72633" fmla="*/ 1037245 w 2119654"/>
              <a:gd name="connsiteY72633" fmla="*/ 487923 h 2398711"/>
              <a:gd name="connsiteX72634" fmla="*/ 1038379 w 2119654"/>
              <a:gd name="connsiteY72634" fmla="*/ 486300 h 2398711"/>
              <a:gd name="connsiteX72635" fmla="*/ 1038236 w 2119654"/>
              <a:gd name="connsiteY72635" fmla="*/ 486066 h 2398711"/>
              <a:gd name="connsiteX72636" fmla="*/ 1036261 w 2119654"/>
              <a:gd name="connsiteY72636" fmla="*/ 485008 h 2398711"/>
              <a:gd name="connsiteX72637" fmla="*/ 1071784 w 2119654"/>
              <a:gd name="connsiteY72637" fmla="*/ 400469 h 2398711"/>
              <a:gd name="connsiteX72638" fmla="*/ 1071812 w 2119654"/>
              <a:gd name="connsiteY72638" fmla="*/ 400531 h 2398711"/>
              <a:gd name="connsiteX72639" fmla="*/ 1072047 w 2119654"/>
              <a:gd name="connsiteY72639" fmla="*/ 400891 h 2398711"/>
              <a:gd name="connsiteX72640" fmla="*/ 1072524 w 2119654"/>
              <a:gd name="connsiteY72640" fmla="*/ 399475 h 2398711"/>
              <a:gd name="connsiteX72641" fmla="*/ 1034914 w 2119654"/>
              <a:gd name="connsiteY72641" fmla="*/ 482807 h 2398711"/>
              <a:gd name="connsiteX72642" fmla="*/ 1036308 w 2119654"/>
              <a:gd name="connsiteY72642" fmla="*/ 483427 h 2398711"/>
              <a:gd name="connsiteX72643" fmla="*/ 1035262 w 2119654"/>
              <a:gd name="connsiteY72643" fmla="*/ 482080 h 2398711"/>
              <a:gd name="connsiteX72644" fmla="*/ 1050150 w 2119654"/>
              <a:gd name="connsiteY72644" fmla="*/ 448358 h 2398711"/>
              <a:gd name="connsiteX72645" fmla="*/ 1049542 w 2119654"/>
              <a:gd name="connsiteY72645" fmla="*/ 451240 h 2398711"/>
              <a:gd name="connsiteX72646" fmla="*/ 1050671 w 2119654"/>
              <a:gd name="connsiteY72646" fmla="*/ 449162 h 2398711"/>
              <a:gd name="connsiteX72647" fmla="*/ 1050741 w 2119654"/>
              <a:gd name="connsiteY72647" fmla="*/ 449049 h 2398711"/>
              <a:gd name="connsiteX72648" fmla="*/ 1028222 w 2119654"/>
              <a:gd name="connsiteY72648" fmla="*/ 497256 h 2398711"/>
              <a:gd name="connsiteX72649" fmla="*/ 1028271 w 2119654"/>
              <a:gd name="connsiteY72649" fmla="*/ 499005 h 2398711"/>
              <a:gd name="connsiteX72650" fmla="*/ 1028813 w 2119654"/>
              <a:gd name="connsiteY72650" fmla="*/ 498437 h 2398711"/>
              <a:gd name="connsiteX72651" fmla="*/ 1030041 w 2119654"/>
              <a:gd name="connsiteY72651" fmla="*/ 492970 h 2398711"/>
              <a:gd name="connsiteX72652" fmla="*/ 1030354 w 2119654"/>
              <a:gd name="connsiteY72652" fmla="*/ 493447 h 2398711"/>
              <a:gd name="connsiteX72653" fmla="*/ 1030872 w 2119654"/>
              <a:gd name="connsiteY72653" fmla="*/ 491624 h 2398711"/>
              <a:gd name="connsiteX72654" fmla="*/ 1030778 w 2119654"/>
              <a:gd name="connsiteY72654" fmla="*/ 491431 h 2398711"/>
              <a:gd name="connsiteX72655" fmla="*/ 1050407 w 2119654"/>
              <a:gd name="connsiteY72655" fmla="*/ 447139 h 2398711"/>
              <a:gd name="connsiteX72656" fmla="*/ 1050222 w 2119654"/>
              <a:gd name="connsiteY72656" fmla="*/ 448016 h 2398711"/>
              <a:gd name="connsiteX72657" fmla="*/ 1050893 w 2119654"/>
              <a:gd name="connsiteY72657" fmla="*/ 448801 h 2398711"/>
              <a:gd name="connsiteX72658" fmla="*/ 1051215 w 2119654"/>
              <a:gd name="connsiteY72658" fmla="*/ 448278 h 2398711"/>
              <a:gd name="connsiteX72659" fmla="*/ 1051130 w 2119654"/>
              <a:gd name="connsiteY72659" fmla="*/ 448097 h 2398711"/>
              <a:gd name="connsiteX72660" fmla="*/ 410627 w 2119654"/>
              <a:gd name="connsiteY72660" fmla="*/ 1879706 h 2398711"/>
              <a:gd name="connsiteX72661" fmla="*/ 439629 w 2119654"/>
              <a:gd name="connsiteY72661" fmla="*/ 1887889 h 2398711"/>
              <a:gd name="connsiteX72662" fmla="*/ 433484 w 2119654"/>
              <a:gd name="connsiteY72662" fmla="*/ 1885470 h 2398711"/>
              <a:gd name="connsiteX72663" fmla="*/ 410729 w 2119654"/>
              <a:gd name="connsiteY72663" fmla="*/ 1879676 h 2398711"/>
              <a:gd name="connsiteX72664" fmla="*/ 431536 w 2119654"/>
              <a:gd name="connsiteY72664" fmla="*/ 1832843 h 2398711"/>
              <a:gd name="connsiteX72665" fmla="*/ 432311 w 2119654"/>
              <a:gd name="connsiteY72665" fmla="*/ 1833251 h 2398711"/>
              <a:gd name="connsiteX72666" fmla="*/ 432522 w 2119654"/>
              <a:gd name="connsiteY72666" fmla="*/ 1833238 h 2398711"/>
              <a:gd name="connsiteX72667" fmla="*/ 1069874 w 2119654"/>
              <a:gd name="connsiteY72667" fmla="*/ 403035 h 2398711"/>
              <a:gd name="connsiteX72668" fmla="*/ 1070703 w 2119654"/>
              <a:gd name="connsiteY72668" fmla="*/ 404877 h 2398711"/>
              <a:gd name="connsiteX72669" fmla="*/ 1071434 w 2119654"/>
              <a:gd name="connsiteY72669" fmla="*/ 402708 h 2398711"/>
              <a:gd name="connsiteX72670" fmla="*/ 1070832 w 2119654"/>
              <a:gd name="connsiteY72670" fmla="*/ 401748 h 2398711"/>
              <a:gd name="connsiteX72671" fmla="*/ 1075599 w 2119654"/>
              <a:gd name="connsiteY72671" fmla="*/ 390171 h 2398711"/>
              <a:gd name="connsiteX72672" fmla="*/ 1075644 w 2119654"/>
              <a:gd name="connsiteY72672" fmla="*/ 390223 h 2398711"/>
              <a:gd name="connsiteX72673" fmla="*/ 1075718 w 2119654"/>
              <a:gd name="connsiteY72673" fmla="*/ 390004 h 2398711"/>
              <a:gd name="connsiteX72674" fmla="*/ 428356 w 2119654"/>
              <a:gd name="connsiteY72674" fmla="*/ 1839454 h 2398711"/>
              <a:gd name="connsiteX72675" fmla="*/ 429136 w 2119654"/>
              <a:gd name="connsiteY72675" fmla="*/ 1839749 h 2398711"/>
              <a:gd name="connsiteX72676" fmla="*/ 432940 w 2119654"/>
              <a:gd name="connsiteY72676" fmla="*/ 1840668 h 2398711"/>
              <a:gd name="connsiteX72677" fmla="*/ 435314 w 2119654"/>
              <a:gd name="connsiteY72677" fmla="*/ 1840153 h 2398711"/>
              <a:gd name="connsiteX72678" fmla="*/ 435302 w 2119654"/>
              <a:gd name="connsiteY72678" fmla="*/ 1839230 h 2398711"/>
              <a:gd name="connsiteX72679" fmla="*/ 434735 w 2119654"/>
              <a:gd name="connsiteY72679" fmla="*/ 1839094 h 2398711"/>
              <a:gd name="connsiteX72680" fmla="*/ 447347 w 2119654"/>
              <a:gd name="connsiteY72680" fmla="*/ 1796922 h 2398711"/>
              <a:gd name="connsiteX72681" fmla="*/ 448239 w 2119654"/>
              <a:gd name="connsiteY72681" fmla="*/ 1797019 h 2398711"/>
              <a:gd name="connsiteX72682" fmla="*/ 448350 w 2119654"/>
              <a:gd name="connsiteY72682" fmla="*/ 1797030 h 2398711"/>
              <a:gd name="connsiteX72683" fmla="*/ 448323 w 2119654"/>
              <a:gd name="connsiteY72683" fmla="*/ 1796967 h 2398711"/>
              <a:gd name="connsiteX72684" fmla="*/ 1050663 w 2119654"/>
              <a:gd name="connsiteY72684" fmla="*/ 445927 h 2398711"/>
              <a:gd name="connsiteX72685" fmla="*/ 1050584 w 2119654"/>
              <a:gd name="connsiteY72685" fmla="*/ 446304 h 2398711"/>
              <a:gd name="connsiteX72686" fmla="*/ 1050692 w 2119654"/>
              <a:gd name="connsiteY72686" fmla="*/ 446535 h 2398711"/>
              <a:gd name="connsiteX72687" fmla="*/ 1051603 w 2119654"/>
              <a:gd name="connsiteY72687" fmla="*/ 447648 h 2398711"/>
              <a:gd name="connsiteX72688" fmla="*/ 1052871 w 2119654"/>
              <a:gd name="connsiteY72688" fmla="*/ 445587 h 2398711"/>
              <a:gd name="connsiteX72689" fmla="*/ 1052589 w 2119654"/>
              <a:gd name="connsiteY72689" fmla="*/ 444363 h 2398711"/>
              <a:gd name="connsiteX72690" fmla="*/ 396018 w 2119654"/>
              <a:gd name="connsiteY72690" fmla="*/ 1911569 h 2398711"/>
              <a:gd name="connsiteX72691" fmla="*/ 408832 w 2119654"/>
              <a:gd name="connsiteY72691" fmla="*/ 1917917 h 2398711"/>
              <a:gd name="connsiteX72692" fmla="*/ 419625 w 2119654"/>
              <a:gd name="connsiteY72692" fmla="*/ 1923084 h 2398711"/>
              <a:gd name="connsiteX72693" fmla="*/ 419589 w 2119654"/>
              <a:gd name="connsiteY72693" fmla="*/ 1923009 h 2398711"/>
              <a:gd name="connsiteX72694" fmla="*/ 422620 w 2119654"/>
              <a:gd name="connsiteY72694" fmla="*/ 1924517 h 2398711"/>
              <a:gd name="connsiteX72695" fmla="*/ 425943 w 2119654"/>
              <a:gd name="connsiteY72695" fmla="*/ 1926109 h 2398711"/>
              <a:gd name="connsiteX72696" fmla="*/ 444707 w 2119654"/>
              <a:gd name="connsiteY72696" fmla="*/ 1928090 h 2398711"/>
              <a:gd name="connsiteX72697" fmla="*/ 443521 w 2119654"/>
              <a:gd name="connsiteY72697" fmla="*/ 1919618 h 2398711"/>
              <a:gd name="connsiteX72698" fmla="*/ 443184 w 2119654"/>
              <a:gd name="connsiteY72698" fmla="*/ 1916458 h 2398711"/>
              <a:gd name="connsiteX72699" fmla="*/ 1059627 w 2119654"/>
              <a:gd name="connsiteY72699" fmla="*/ 425301 h 2398711"/>
              <a:gd name="connsiteX72700" fmla="*/ 1062128 w 2119654"/>
              <a:gd name="connsiteY72700" fmla="*/ 428948 h 2398711"/>
              <a:gd name="connsiteX72701" fmla="*/ 1059744 w 2119654"/>
              <a:gd name="connsiteY72701" fmla="*/ 425137 h 2398711"/>
              <a:gd name="connsiteX72702" fmla="*/ 442658 w 2119654"/>
              <a:gd name="connsiteY72702" fmla="*/ 1806680 h 2398711"/>
              <a:gd name="connsiteX72703" fmla="*/ 444536 w 2119654"/>
              <a:gd name="connsiteY72703" fmla="*/ 1807832 h 2398711"/>
              <a:gd name="connsiteX72704" fmla="*/ 445962 w 2119654"/>
              <a:gd name="connsiteY72704" fmla="*/ 1807381 h 2398711"/>
              <a:gd name="connsiteX72705" fmla="*/ 443114 w 2119654"/>
              <a:gd name="connsiteY72705" fmla="*/ 1806466 h 2398711"/>
              <a:gd name="connsiteX72706" fmla="*/ 1068933 w 2119654"/>
              <a:gd name="connsiteY72706" fmla="*/ 404298 h 2398711"/>
              <a:gd name="connsiteX72707" fmla="*/ 1069597 w 2119654"/>
              <a:gd name="connsiteY72707" fmla="*/ 406870 h 2398711"/>
              <a:gd name="connsiteX72708" fmla="*/ 1069935 w 2119654"/>
              <a:gd name="connsiteY72708" fmla="*/ 407154 h 2398711"/>
              <a:gd name="connsiteX72709" fmla="*/ 1070546 w 2119654"/>
              <a:gd name="connsiteY72709" fmla="*/ 405343 h 2398711"/>
              <a:gd name="connsiteX72710" fmla="*/ 1069645 w 2119654"/>
              <a:gd name="connsiteY72710" fmla="*/ 403343 h 2398711"/>
              <a:gd name="connsiteX72711" fmla="*/ 1067995 w 2119654"/>
              <a:gd name="connsiteY72711" fmla="*/ 405557 h 2398711"/>
              <a:gd name="connsiteX72712" fmla="*/ 1069151 w 2119654"/>
              <a:gd name="connsiteY72712" fmla="*/ 406499 h 2398711"/>
              <a:gd name="connsiteX72713" fmla="*/ 1069170 w 2119654"/>
              <a:gd name="connsiteY72713" fmla="*/ 406514 h 2398711"/>
              <a:gd name="connsiteX72714" fmla="*/ 1068685 w 2119654"/>
              <a:gd name="connsiteY72714" fmla="*/ 404632 h 2398711"/>
              <a:gd name="connsiteX72715" fmla="*/ 1051311 w 2119654"/>
              <a:gd name="connsiteY72715" fmla="*/ 442862 h 2398711"/>
              <a:gd name="connsiteX72716" fmla="*/ 1050765 w 2119654"/>
              <a:gd name="connsiteY72716" fmla="*/ 445448 h 2398711"/>
              <a:gd name="connsiteX72717" fmla="*/ 1052512 w 2119654"/>
              <a:gd name="connsiteY72717" fmla="*/ 444029 h 2398711"/>
              <a:gd name="connsiteX72718" fmla="*/ 1052391 w 2119654"/>
              <a:gd name="connsiteY72718" fmla="*/ 443503 h 2398711"/>
              <a:gd name="connsiteX72719" fmla="*/ 427427 w 2119654"/>
              <a:gd name="connsiteY72719" fmla="*/ 1839810 h 2398711"/>
              <a:gd name="connsiteX72720" fmla="*/ 430280 w 2119654"/>
              <a:gd name="connsiteY72720" fmla="*/ 1841241 h 2398711"/>
              <a:gd name="connsiteX72721" fmla="*/ 430613 w 2119654"/>
              <a:gd name="connsiteY72721" fmla="*/ 1841174 h 2398711"/>
              <a:gd name="connsiteX72722" fmla="*/ 431354 w 2119654"/>
              <a:gd name="connsiteY72722" fmla="*/ 1841013 h 2398711"/>
              <a:gd name="connsiteX72723" fmla="*/ 429509 w 2119654"/>
              <a:gd name="connsiteY72723" fmla="*/ 1840313 h 2398711"/>
              <a:gd name="connsiteX72724" fmla="*/ 1058284 w 2119654"/>
              <a:gd name="connsiteY72724" fmla="*/ 427183 h 2398711"/>
              <a:gd name="connsiteX72725" fmla="*/ 1059535 w 2119654"/>
              <a:gd name="connsiteY72725" fmla="*/ 429629 h 2398711"/>
              <a:gd name="connsiteX72726" fmla="*/ 1061592 w 2119654"/>
              <a:gd name="connsiteY72726" fmla="*/ 431412 h 2398711"/>
              <a:gd name="connsiteX72727" fmla="*/ 1061955 w 2119654"/>
              <a:gd name="connsiteY72727" fmla="*/ 430822 h 2398711"/>
              <a:gd name="connsiteX72728" fmla="*/ 1062138 w 2119654"/>
              <a:gd name="connsiteY72728" fmla="*/ 430280 h 2398711"/>
              <a:gd name="connsiteX72729" fmla="*/ 1059166 w 2119654"/>
              <a:gd name="connsiteY72729" fmla="*/ 425948 h 2398711"/>
              <a:gd name="connsiteX72730" fmla="*/ 1067491 w 2119654"/>
              <a:gd name="connsiteY72730" fmla="*/ 406236 h 2398711"/>
              <a:gd name="connsiteX72731" fmla="*/ 1069539 w 2119654"/>
              <a:gd name="connsiteY72731" fmla="*/ 407951 h 2398711"/>
              <a:gd name="connsiteX72732" fmla="*/ 1069346 w 2119654"/>
              <a:gd name="connsiteY72732" fmla="*/ 407200 h 2398711"/>
              <a:gd name="connsiteX72733" fmla="*/ 1067761 w 2119654"/>
              <a:gd name="connsiteY72733" fmla="*/ 405873 h 2398711"/>
              <a:gd name="connsiteX72734" fmla="*/ 1057683 w 2119654"/>
              <a:gd name="connsiteY72734" fmla="*/ 428026 h 2398711"/>
              <a:gd name="connsiteX72735" fmla="*/ 1059272 w 2119654"/>
              <a:gd name="connsiteY72735" fmla="*/ 429401 h 2398711"/>
              <a:gd name="connsiteX72736" fmla="*/ 1058199 w 2119654"/>
              <a:gd name="connsiteY72736" fmla="*/ 427302 h 2398711"/>
              <a:gd name="connsiteX72737" fmla="*/ 1103749 w 2119654"/>
              <a:gd name="connsiteY72737" fmla="*/ 324764 h 2398711"/>
              <a:gd name="connsiteX72738" fmla="*/ 1104039 w 2119654"/>
              <a:gd name="connsiteY72738" fmla="*/ 327048 h 2398711"/>
              <a:gd name="connsiteX72739" fmla="*/ 1104498 w 2119654"/>
              <a:gd name="connsiteY72739" fmla="*/ 326086 h 2398711"/>
              <a:gd name="connsiteX72740" fmla="*/ 1057155 w 2119654"/>
              <a:gd name="connsiteY72740" fmla="*/ 428765 h 2398711"/>
              <a:gd name="connsiteX72741" fmla="*/ 1060296 w 2119654"/>
              <a:gd name="connsiteY72741" fmla="*/ 431405 h 2398711"/>
              <a:gd name="connsiteX72742" fmla="*/ 1059575 w 2119654"/>
              <a:gd name="connsiteY72742" fmla="*/ 429995 h 2398711"/>
              <a:gd name="connsiteX72743" fmla="*/ 1057538 w 2119654"/>
              <a:gd name="connsiteY72743" fmla="*/ 428229 h 2398711"/>
              <a:gd name="connsiteX72744" fmla="*/ 1051757 w 2119654"/>
              <a:gd name="connsiteY72744" fmla="*/ 440751 h 2398711"/>
              <a:gd name="connsiteX72745" fmla="*/ 1051433 w 2119654"/>
              <a:gd name="connsiteY72745" fmla="*/ 442287 h 2398711"/>
              <a:gd name="connsiteX72746" fmla="*/ 1052218 w 2119654"/>
              <a:gd name="connsiteY72746" fmla="*/ 442754 h 2398711"/>
              <a:gd name="connsiteX72747" fmla="*/ 1036965 w 2119654"/>
              <a:gd name="connsiteY72747" fmla="*/ 473642 h 2398711"/>
              <a:gd name="connsiteX72748" fmla="*/ 1036962 w 2119654"/>
              <a:gd name="connsiteY72748" fmla="*/ 473656 h 2398711"/>
              <a:gd name="connsiteX72749" fmla="*/ 1037078 w 2119654"/>
              <a:gd name="connsiteY72749" fmla="*/ 474179 h 2398711"/>
              <a:gd name="connsiteX72750" fmla="*/ 1037272 w 2119654"/>
              <a:gd name="connsiteY72750" fmla="*/ 473820 h 2398711"/>
              <a:gd name="connsiteX72751" fmla="*/ 427161 w 2119654"/>
              <a:gd name="connsiteY72751" fmla="*/ 1838963 h 2398711"/>
              <a:gd name="connsiteX72752" fmla="*/ 432844 w 2119654"/>
              <a:gd name="connsiteY72752" fmla="*/ 1838641 h 2398711"/>
              <a:gd name="connsiteX72753" fmla="*/ 430280 w 2119654"/>
              <a:gd name="connsiteY72753" fmla="*/ 1838027 h 2398711"/>
              <a:gd name="connsiteX72754" fmla="*/ 1056023 w 2119654"/>
              <a:gd name="connsiteY72754" fmla="*/ 430352 h 2398711"/>
              <a:gd name="connsiteX72755" fmla="*/ 1057641 w 2119654"/>
              <a:gd name="connsiteY72755" fmla="*/ 433809 h 2398711"/>
              <a:gd name="connsiteX72756" fmla="*/ 1058031 w 2119654"/>
              <a:gd name="connsiteY72756" fmla="*/ 432299 h 2398711"/>
              <a:gd name="connsiteX72757" fmla="*/ 1058198 w 2119654"/>
              <a:gd name="connsiteY72757" fmla="*/ 432171 h 2398711"/>
              <a:gd name="connsiteX72758" fmla="*/ 1057728 w 2119654"/>
              <a:gd name="connsiteY72758" fmla="*/ 433993 h 2398711"/>
              <a:gd name="connsiteX72759" fmla="*/ 1058711 w 2119654"/>
              <a:gd name="connsiteY72759" fmla="*/ 436095 h 2398711"/>
              <a:gd name="connsiteX72760" fmla="*/ 1060534 w 2119654"/>
              <a:gd name="connsiteY72760" fmla="*/ 433132 h 2398711"/>
              <a:gd name="connsiteX72761" fmla="*/ 1056599 w 2119654"/>
              <a:gd name="connsiteY72761" fmla="*/ 429546 h 2398711"/>
              <a:gd name="connsiteX72762" fmla="*/ 441632 w 2119654"/>
              <a:gd name="connsiteY72762" fmla="*/ 1805990 h 2398711"/>
              <a:gd name="connsiteX72763" fmla="*/ 441852 w 2119654"/>
              <a:gd name="connsiteY72763" fmla="*/ 1806184 h 2398711"/>
              <a:gd name="connsiteX72764" fmla="*/ 442437 w 2119654"/>
              <a:gd name="connsiteY72764" fmla="*/ 1806543 h 2398711"/>
              <a:gd name="connsiteX72765" fmla="*/ 442802 w 2119654"/>
              <a:gd name="connsiteY72765" fmla="*/ 1806365 h 2398711"/>
              <a:gd name="connsiteX72766" fmla="*/ 446548 w 2119654"/>
              <a:gd name="connsiteY72766" fmla="*/ 1794795 h 2398711"/>
              <a:gd name="connsiteX72767" fmla="*/ 447453 w 2119654"/>
              <a:gd name="connsiteY72767" fmla="*/ 1794938 h 2398711"/>
              <a:gd name="connsiteX72768" fmla="*/ 447351 w 2119654"/>
              <a:gd name="connsiteY72768" fmla="*/ 1794698 h 2398711"/>
              <a:gd name="connsiteX72769" fmla="*/ 1070418 w 2119654"/>
              <a:gd name="connsiteY72769" fmla="*/ 397432 h 2398711"/>
              <a:gd name="connsiteX72770" fmla="*/ 1071594 w 2119654"/>
              <a:gd name="connsiteY72770" fmla="*/ 400042 h 2398711"/>
              <a:gd name="connsiteX72771" fmla="*/ 1072915 w 2119654"/>
              <a:gd name="connsiteY72771" fmla="*/ 398318 h 2398711"/>
              <a:gd name="connsiteX72772" fmla="*/ 1075522 w 2119654"/>
              <a:gd name="connsiteY72772" fmla="*/ 390583 h 2398711"/>
              <a:gd name="connsiteX72773" fmla="*/ 1075405 w 2119654"/>
              <a:gd name="connsiteY72773" fmla="*/ 390444 h 2398711"/>
              <a:gd name="connsiteX72774" fmla="*/ 1064710 w 2119654"/>
              <a:gd name="connsiteY72774" fmla="*/ 409971 h 2398711"/>
              <a:gd name="connsiteX72775" fmla="*/ 1065602 w 2119654"/>
              <a:gd name="connsiteY72775" fmla="*/ 413437 h 2398711"/>
              <a:gd name="connsiteX72776" fmla="*/ 1066580 w 2119654"/>
              <a:gd name="connsiteY72776" fmla="*/ 414999 h 2398711"/>
              <a:gd name="connsiteX72777" fmla="*/ 1067925 w 2119654"/>
              <a:gd name="connsiteY72777" fmla="*/ 413114 h 2398711"/>
              <a:gd name="connsiteX72778" fmla="*/ 1069448 w 2119654"/>
              <a:gd name="connsiteY72778" fmla="*/ 408597 h 2398711"/>
              <a:gd name="connsiteX72779" fmla="*/ 1067159 w 2119654"/>
              <a:gd name="connsiteY72779" fmla="*/ 406681 h 2398711"/>
              <a:gd name="connsiteX72780" fmla="*/ 408589 w 2119654"/>
              <a:gd name="connsiteY72780" fmla="*/ 1879132 h 2398711"/>
              <a:gd name="connsiteX72781" fmla="*/ 410219 w 2119654"/>
              <a:gd name="connsiteY72781" fmla="*/ 1879591 h 2398711"/>
              <a:gd name="connsiteX72782" fmla="*/ 410300 w 2119654"/>
              <a:gd name="connsiteY72782" fmla="*/ 1879567 h 2398711"/>
              <a:gd name="connsiteX72783" fmla="*/ 1070094 w 2119654"/>
              <a:gd name="connsiteY72783" fmla="*/ 397887 h 2398711"/>
              <a:gd name="connsiteX72784" fmla="*/ 1070923 w 2119654"/>
              <a:gd name="connsiteY72784" fmla="*/ 399162 h 2398711"/>
              <a:gd name="connsiteX72785" fmla="*/ 1070250 w 2119654"/>
              <a:gd name="connsiteY72785" fmla="*/ 397666 h 2398711"/>
              <a:gd name="connsiteX72786" fmla="*/ 1076743 w 2119654"/>
              <a:gd name="connsiteY72786" fmla="*/ 382809 h 2398711"/>
              <a:gd name="connsiteX72787" fmla="*/ 1077599 w 2119654"/>
              <a:gd name="connsiteY72787" fmla="*/ 384425 h 2398711"/>
              <a:gd name="connsiteX72788" fmla="*/ 1077794 w 2119654"/>
              <a:gd name="connsiteY72788" fmla="*/ 383847 h 2398711"/>
              <a:gd name="connsiteX72789" fmla="*/ 1054533 w 2119654"/>
              <a:gd name="connsiteY72789" fmla="*/ 432467 h 2398711"/>
              <a:gd name="connsiteX72790" fmla="*/ 1057159 w 2119654"/>
              <a:gd name="connsiteY72790" fmla="*/ 435675 h 2398711"/>
              <a:gd name="connsiteX72791" fmla="*/ 1057401 w 2119654"/>
              <a:gd name="connsiteY72791" fmla="*/ 434740 h 2398711"/>
              <a:gd name="connsiteX72792" fmla="*/ 1055614 w 2119654"/>
              <a:gd name="connsiteY72792" fmla="*/ 430925 h 2398711"/>
              <a:gd name="connsiteX72793" fmla="*/ 1054748 w 2119654"/>
              <a:gd name="connsiteY72793" fmla="*/ 432139 h 2398711"/>
              <a:gd name="connsiteX72794" fmla="*/ 1052715 w 2119654"/>
              <a:gd name="connsiteY72794" fmla="*/ 436214 h 2398711"/>
              <a:gd name="connsiteX72795" fmla="*/ 1052624 w 2119654"/>
              <a:gd name="connsiteY72795" fmla="*/ 436647 h 2398711"/>
              <a:gd name="connsiteX72796" fmla="*/ 1053998 w 2119654"/>
              <a:gd name="connsiteY72796" fmla="*/ 442618 h 2398711"/>
              <a:gd name="connsiteX72797" fmla="*/ 1054100 w 2119654"/>
              <a:gd name="connsiteY72797" fmla="*/ 442740 h 2398711"/>
              <a:gd name="connsiteX72798" fmla="*/ 1055144 w 2119654"/>
              <a:gd name="connsiteY72798" fmla="*/ 441892 h 2398711"/>
              <a:gd name="connsiteX72799" fmla="*/ 1055850 w 2119654"/>
              <a:gd name="connsiteY72799" fmla="*/ 440745 h 2398711"/>
              <a:gd name="connsiteX72800" fmla="*/ 1056218 w 2119654"/>
              <a:gd name="connsiteY72800" fmla="*/ 439320 h 2398711"/>
              <a:gd name="connsiteX72801" fmla="*/ 1053304 w 2119654"/>
              <a:gd name="connsiteY72801" fmla="*/ 436724 h 2398711"/>
              <a:gd name="connsiteX72802" fmla="*/ 1064016 w 2119654"/>
              <a:gd name="connsiteY72802" fmla="*/ 410901 h 2398711"/>
              <a:gd name="connsiteX72803" fmla="*/ 1064840 w 2119654"/>
              <a:gd name="connsiteY72803" fmla="*/ 412218 h 2398711"/>
              <a:gd name="connsiteX72804" fmla="*/ 1064376 w 2119654"/>
              <a:gd name="connsiteY72804" fmla="*/ 410418 h 2398711"/>
              <a:gd name="connsiteX72805" fmla="*/ 439222 w 2119654"/>
              <a:gd name="connsiteY72805" fmla="*/ 1809840 h 2398711"/>
              <a:gd name="connsiteX72806" fmla="*/ 443512 w 2119654"/>
              <a:gd name="connsiteY72806" fmla="*/ 1812553 h 2398711"/>
              <a:gd name="connsiteX72807" fmla="*/ 446142 w 2119654"/>
              <a:gd name="connsiteY72807" fmla="*/ 1812385 h 2398711"/>
              <a:gd name="connsiteX72808" fmla="*/ 445062 w 2119654"/>
              <a:gd name="connsiteY72808" fmla="*/ 1811343 h 2398711"/>
              <a:gd name="connsiteX72809" fmla="*/ 444264 w 2119654"/>
              <a:gd name="connsiteY72809" fmla="*/ 1810634 h 2398711"/>
              <a:gd name="connsiteX72810" fmla="*/ 441997 w 2119654"/>
              <a:gd name="connsiteY72810" fmla="*/ 1809004 h 2398711"/>
              <a:gd name="connsiteX72811" fmla="*/ 1053151 w 2119654"/>
              <a:gd name="connsiteY72811" fmla="*/ 434576 h 2398711"/>
              <a:gd name="connsiteX72812" fmla="*/ 1056543 w 2119654"/>
              <a:gd name="connsiteY72812" fmla="*/ 438061 h 2398711"/>
              <a:gd name="connsiteX72813" fmla="*/ 1057059 w 2119654"/>
              <a:gd name="connsiteY72813" fmla="*/ 436064 h 2398711"/>
              <a:gd name="connsiteX72814" fmla="*/ 1054346 w 2119654"/>
              <a:gd name="connsiteY72814" fmla="*/ 432753 h 2398711"/>
              <a:gd name="connsiteX72815" fmla="*/ 1068537 w 2119654"/>
              <a:gd name="connsiteY72815" fmla="*/ 400067 h 2398711"/>
              <a:gd name="connsiteX72816" fmla="*/ 1069680 w 2119654"/>
              <a:gd name="connsiteY72816" fmla="*/ 402605 h 2398711"/>
              <a:gd name="connsiteX72817" fmla="*/ 1070598 w 2119654"/>
              <a:gd name="connsiteY72817" fmla="*/ 401372 h 2398711"/>
              <a:gd name="connsiteX72818" fmla="*/ 1069198 w 2119654"/>
              <a:gd name="connsiteY72818" fmla="*/ 399141 h 2398711"/>
              <a:gd name="connsiteX72819" fmla="*/ 1053015 w 2119654"/>
              <a:gd name="connsiteY72819" fmla="*/ 434794 h 2398711"/>
              <a:gd name="connsiteX72820" fmla="*/ 1052794 w 2119654"/>
              <a:gd name="connsiteY72820" fmla="*/ 435839 h 2398711"/>
              <a:gd name="connsiteX72821" fmla="*/ 1056326 w 2119654"/>
              <a:gd name="connsiteY72821" fmla="*/ 438901 h 2398711"/>
              <a:gd name="connsiteX72822" fmla="*/ 1056470 w 2119654"/>
              <a:gd name="connsiteY72822" fmla="*/ 438344 h 2398711"/>
              <a:gd name="connsiteX72823" fmla="*/ 1039429 w 2119654"/>
              <a:gd name="connsiteY72823" fmla="*/ 464978 h 2398711"/>
              <a:gd name="connsiteX72824" fmla="*/ 1037044 w 2119654"/>
              <a:gd name="connsiteY72824" fmla="*/ 473369 h 2398711"/>
              <a:gd name="connsiteX72825" fmla="*/ 1037405 w 2119654"/>
              <a:gd name="connsiteY72825" fmla="*/ 473577 h 2398711"/>
              <a:gd name="connsiteX72826" fmla="*/ 1040843 w 2119654"/>
              <a:gd name="connsiteY72826" fmla="*/ 467250 h 2398711"/>
              <a:gd name="connsiteX72827" fmla="*/ 1040067 w 2119654"/>
              <a:gd name="connsiteY72827" fmla="*/ 463506 h 2398711"/>
              <a:gd name="connsiteX72828" fmla="*/ 1041312 w 2119654"/>
              <a:gd name="connsiteY72828" fmla="*/ 464618 h 2398711"/>
              <a:gd name="connsiteX72829" fmla="*/ 1041335 w 2119654"/>
              <a:gd name="connsiteY72829" fmla="*/ 464442 h 2398711"/>
              <a:gd name="connsiteX72830" fmla="*/ 1068028 w 2119654"/>
              <a:gd name="connsiteY72830" fmla="*/ 400781 h 2398711"/>
              <a:gd name="connsiteX72831" fmla="*/ 1068802 w 2119654"/>
              <a:gd name="connsiteY72831" fmla="*/ 403785 h 2398711"/>
              <a:gd name="connsiteX72832" fmla="*/ 1069451 w 2119654"/>
              <a:gd name="connsiteY72832" fmla="*/ 402912 h 2398711"/>
              <a:gd name="connsiteX72833" fmla="*/ 1068312 w 2119654"/>
              <a:gd name="connsiteY72833" fmla="*/ 400382 h 2398711"/>
              <a:gd name="connsiteX72834" fmla="*/ 1039640 w 2119654"/>
              <a:gd name="connsiteY72834" fmla="*/ 464232 h 2398711"/>
              <a:gd name="connsiteX72835" fmla="*/ 1039544 w 2119654"/>
              <a:gd name="connsiteY72835" fmla="*/ 464570 h 2398711"/>
              <a:gd name="connsiteX72836" fmla="*/ 1041012 w 2119654"/>
              <a:gd name="connsiteY72836" fmla="*/ 466857 h 2398711"/>
              <a:gd name="connsiteX72837" fmla="*/ 1041179 w 2119654"/>
              <a:gd name="connsiteY72837" fmla="*/ 465608 h 2398711"/>
              <a:gd name="connsiteX72838" fmla="*/ 1018238 w 2119654"/>
              <a:gd name="connsiteY72838" fmla="*/ 511647 h 2398711"/>
              <a:gd name="connsiteX72839" fmla="*/ 1018262 w 2119654"/>
              <a:gd name="connsiteY72839" fmla="*/ 511740 h 2398711"/>
              <a:gd name="connsiteX72840" fmla="*/ 1018370 w 2119654"/>
              <a:gd name="connsiteY72840" fmla="*/ 511509 h 2398711"/>
              <a:gd name="connsiteX72841" fmla="*/ 1040220 w 2119654"/>
              <a:gd name="connsiteY72841" fmla="*/ 462193 h 2398711"/>
              <a:gd name="connsiteX72842" fmla="*/ 1040147 w 2119654"/>
              <a:gd name="connsiteY72842" fmla="*/ 462449 h 2398711"/>
              <a:gd name="connsiteX72843" fmla="*/ 1040744 w 2119654"/>
              <a:gd name="connsiteY72843" fmla="*/ 462889 h 2398711"/>
              <a:gd name="connsiteX72844" fmla="*/ 1017943 w 2119654"/>
              <a:gd name="connsiteY72844" fmla="*/ 511957 h 2398711"/>
              <a:gd name="connsiteX72845" fmla="*/ 1018027 w 2119654"/>
              <a:gd name="connsiteY72845" fmla="*/ 512051 h 2398711"/>
              <a:gd name="connsiteX72846" fmla="*/ 1017990 w 2119654"/>
              <a:gd name="connsiteY72846" fmla="*/ 511908 h 2398711"/>
              <a:gd name="connsiteX72847" fmla="*/ 1017807 w 2119654"/>
              <a:gd name="connsiteY72847" fmla="*/ 512100 h 2398711"/>
              <a:gd name="connsiteX72848" fmla="*/ 1017973 w 2119654"/>
              <a:gd name="connsiteY72848" fmla="*/ 512364 h 2398711"/>
              <a:gd name="connsiteX72849" fmla="*/ 1018005 w 2119654"/>
              <a:gd name="connsiteY72849" fmla="*/ 512294 h 2398711"/>
              <a:gd name="connsiteX72850" fmla="*/ 1017819 w 2119654"/>
              <a:gd name="connsiteY72850" fmla="*/ 512087 h 2398711"/>
              <a:gd name="connsiteX72851" fmla="*/ 1053631 w 2119654"/>
              <a:gd name="connsiteY72851" fmla="*/ 431878 h 2398711"/>
              <a:gd name="connsiteX72852" fmla="*/ 1053250 w 2119654"/>
              <a:gd name="connsiteY72852" fmla="*/ 433680 h 2398711"/>
              <a:gd name="connsiteX72853" fmla="*/ 1054115 w 2119654"/>
              <a:gd name="connsiteY72853" fmla="*/ 432469 h 2398711"/>
              <a:gd name="connsiteX72854" fmla="*/ 1061017 w 2119654"/>
              <a:gd name="connsiteY72854" fmla="*/ 414929 h 2398711"/>
              <a:gd name="connsiteX72855" fmla="*/ 1063768 w 2119654"/>
              <a:gd name="connsiteY72855" fmla="*/ 418939 h 2398711"/>
              <a:gd name="connsiteX72856" fmla="*/ 1064021 w 2119654"/>
              <a:gd name="connsiteY72856" fmla="*/ 418586 h 2398711"/>
              <a:gd name="connsiteX72857" fmla="*/ 1061408 w 2119654"/>
              <a:gd name="connsiteY72857" fmla="*/ 414406 h 2398711"/>
              <a:gd name="connsiteX72858" fmla="*/ 1077561 w 2119654"/>
              <a:gd name="connsiteY72858" fmla="*/ 377666 h 2398711"/>
              <a:gd name="connsiteX72859" fmla="*/ 1079039 w 2119654"/>
              <a:gd name="connsiteY72859" fmla="*/ 380154 h 2398711"/>
              <a:gd name="connsiteX72860" fmla="*/ 1079856 w 2119654"/>
              <a:gd name="connsiteY72860" fmla="*/ 377733 h 2398711"/>
              <a:gd name="connsiteX72861" fmla="*/ 1080970 w 2119654"/>
              <a:gd name="connsiteY72861" fmla="*/ 375396 h 2398711"/>
              <a:gd name="connsiteX72862" fmla="*/ 1080729 w 2119654"/>
              <a:gd name="connsiteY72862" fmla="*/ 373473 h 2398711"/>
              <a:gd name="connsiteX72863" fmla="*/ 1079030 w 2119654"/>
              <a:gd name="connsiteY72863" fmla="*/ 375694 h 2398711"/>
              <a:gd name="connsiteX72864" fmla="*/ 1065861 w 2119654"/>
              <a:gd name="connsiteY72864" fmla="*/ 403818 h 2398711"/>
              <a:gd name="connsiteX72865" fmla="*/ 1067676 w 2119654"/>
              <a:gd name="connsiteY72865" fmla="*/ 405296 h 2398711"/>
              <a:gd name="connsiteX72866" fmla="*/ 1068553 w 2119654"/>
              <a:gd name="connsiteY72866" fmla="*/ 404118 h 2398711"/>
              <a:gd name="connsiteX72867" fmla="*/ 1067782 w 2119654"/>
              <a:gd name="connsiteY72867" fmla="*/ 401126 h 2398711"/>
              <a:gd name="connsiteX72868" fmla="*/ 1054938 w 2119654"/>
              <a:gd name="connsiteY72868" fmla="*/ 428033 h 2398711"/>
              <a:gd name="connsiteX72869" fmla="*/ 1055865 w 2119654"/>
              <a:gd name="connsiteY72869" fmla="*/ 430015 h 2398711"/>
              <a:gd name="connsiteX72870" fmla="*/ 1056358 w 2119654"/>
              <a:gd name="connsiteY72870" fmla="*/ 429326 h 2398711"/>
              <a:gd name="connsiteX72871" fmla="*/ 1060354 w 2119654"/>
              <a:gd name="connsiteY72871" fmla="*/ 415821 h 2398711"/>
              <a:gd name="connsiteX72872" fmla="*/ 1062989 w 2119654"/>
              <a:gd name="connsiteY72872" fmla="*/ 420034 h 2398711"/>
              <a:gd name="connsiteX72873" fmla="*/ 1063426 w 2119654"/>
              <a:gd name="connsiteY72873" fmla="*/ 419420 h 2398711"/>
              <a:gd name="connsiteX72874" fmla="*/ 1060666 w 2119654"/>
              <a:gd name="connsiteY72874" fmla="*/ 415402 h 2398711"/>
              <a:gd name="connsiteX72875" fmla="*/ 1065390 w 2119654"/>
              <a:gd name="connsiteY72875" fmla="*/ 404478 h 2398711"/>
              <a:gd name="connsiteX72876" fmla="*/ 1067174 w 2119654"/>
              <a:gd name="connsiteY72876" fmla="*/ 405970 h 2398711"/>
              <a:gd name="connsiteX72877" fmla="*/ 1067444 w 2119654"/>
              <a:gd name="connsiteY72877" fmla="*/ 405607 h 2398711"/>
              <a:gd name="connsiteX72878" fmla="*/ 1065654 w 2119654"/>
              <a:gd name="connsiteY72878" fmla="*/ 404109 h 2398711"/>
              <a:gd name="connsiteX72879" fmla="*/ 1041286 w 2119654"/>
              <a:gd name="connsiteY72879" fmla="*/ 458442 h 2398711"/>
              <a:gd name="connsiteX72880" fmla="*/ 1041019 w 2119654"/>
              <a:gd name="connsiteY72880" fmla="*/ 459381 h 2398711"/>
              <a:gd name="connsiteX72881" fmla="*/ 1041675 w 2119654"/>
              <a:gd name="connsiteY72881" fmla="*/ 460130 h 2398711"/>
              <a:gd name="connsiteX72882" fmla="*/ 1016848 w 2119654"/>
              <a:gd name="connsiteY72882" fmla="*/ 513105 h 2398711"/>
              <a:gd name="connsiteX72883" fmla="*/ 1017337 w 2119654"/>
              <a:gd name="connsiteY72883" fmla="*/ 513728 h 2398711"/>
              <a:gd name="connsiteX72884" fmla="*/ 1017712 w 2119654"/>
              <a:gd name="connsiteY72884" fmla="*/ 512924 h 2398711"/>
              <a:gd name="connsiteX72885" fmla="*/ 1017439 w 2119654"/>
              <a:gd name="connsiteY72885" fmla="*/ 512486 h 2398711"/>
              <a:gd name="connsiteX72886" fmla="*/ 422723 w 2119654"/>
              <a:gd name="connsiteY72886" fmla="*/ 1842964 h 2398711"/>
              <a:gd name="connsiteX72887" fmla="*/ 427654 w 2119654"/>
              <a:gd name="connsiteY72887" fmla="*/ 1845219 h 2398711"/>
              <a:gd name="connsiteX72888" fmla="*/ 434950 w 2119654"/>
              <a:gd name="connsiteY72888" fmla="*/ 1847762 h 2398711"/>
              <a:gd name="connsiteX72889" fmla="*/ 424614 w 2119654"/>
              <a:gd name="connsiteY72889" fmla="*/ 1842581 h 2398711"/>
              <a:gd name="connsiteX72890" fmla="*/ 449963 w 2119654"/>
              <a:gd name="connsiteY72890" fmla="*/ 1781797 h 2398711"/>
              <a:gd name="connsiteX72891" fmla="*/ 452699 w 2119654"/>
              <a:gd name="connsiteY72891" fmla="*/ 1783564 h 2398711"/>
              <a:gd name="connsiteX72892" fmla="*/ 453408 w 2119654"/>
              <a:gd name="connsiteY72892" fmla="*/ 1783619 h 2398711"/>
              <a:gd name="connsiteX72893" fmla="*/ 455004 w 2119654"/>
              <a:gd name="connsiteY72893" fmla="*/ 1783187 h 2398711"/>
              <a:gd name="connsiteX72894" fmla="*/ 437822 w 2119654"/>
              <a:gd name="connsiteY72894" fmla="*/ 1808954 h 2398711"/>
              <a:gd name="connsiteX72895" fmla="*/ 438878 w 2119654"/>
              <a:gd name="connsiteY72895" fmla="*/ 1809623 h 2398711"/>
              <a:gd name="connsiteX72896" fmla="*/ 441642 w 2119654"/>
              <a:gd name="connsiteY72896" fmla="*/ 1808748 h 2398711"/>
              <a:gd name="connsiteX72897" fmla="*/ 440305 w 2119654"/>
              <a:gd name="connsiteY72897" fmla="*/ 1807786 h 2398711"/>
              <a:gd name="connsiteX72898" fmla="*/ 1054387 w 2119654"/>
              <a:gd name="connsiteY72898" fmla="*/ 428300 h 2398711"/>
              <a:gd name="connsiteX72899" fmla="*/ 1053717 w 2119654"/>
              <a:gd name="connsiteY72899" fmla="*/ 431470 h 2398711"/>
              <a:gd name="connsiteX72900" fmla="*/ 1054310 w 2119654"/>
              <a:gd name="connsiteY72900" fmla="*/ 432194 h 2398711"/>
              <a:gd name="connsiteX72901" fmla="*/ 1055457 w 2119654"/>
              <a:gd name="connsiteY72901" fmla="*/ 430588 h 2398711"/>
              <a:gd name="connsiteX72902" fmla="*/ 381065 w 2119654"/>
              <a:gd name="connsiteY72902" fmla="*/ 1935993 h 2398711"/>
              <a:gd name="connsiteX72903" fmla="*/ 390780 w 2119654"/>
              <a:gd name="connsiteY72903" fmla="*/ 1941607 h 2398711"/>
              <a:gd name="connsiteX72904" fmla="*/ 403358 w 2119654"/>
              <a:gd name="connsiteY72904" fmla="*/ 1939832 h 2398711"/>
              <a:gd name="connsiteX72905" fmla="*/ 437030 w 2119654"/>
              <a:gd name="connsiteY72905" fmla="*/ 1810500 h 2398711"/>
              <a:gd name="connsiteX72906" fmla="*/ 437001 w 2119654"/>
              <a:gd name="connsiteY72906" fmla="*/ 1810769 h 2398711"/>
              <a:gd name="connsiteX72907" fmla="*/ 438238 w 2119654"/>
              <a:gd name="connsiteY72907" fmla="*/ 1811688 h 2398711"/>
              <a:gd name="connsiteX72908" fmla="*/ 439957 w 2119654"/>
              <a:gd name="connsiteY72908" fmla="*/ 1812780 h 2398711"/>
              <a:gd name="connsiteX72909" fmla="*/ 441335 w 2119654"/>
              <a:gd name="connsiteY72909" fmla="*/ 1812692 h 2398711"/>
              <a:gd name="connsiteX72910" fmla="*/ 437599 w 2119654"/>
              <a:gd name="connsiteY72910" fmla="*/ 1810329 h 2398711"/>
              <a:gd name="connsiteX72911" fmla="*/ 1063851 w 2119654"/>
              <a:gd name="connsiteY72911" fmla="*/ 406635 h 2398711"/>
              <a:gd name="connsiteX72912" fmla="*/ 1064577 w 2119654"/>
              <a:gd name="connsiteY72912" fmla="*/ 409458 h 2398711"/>
              <a:gd name="connsiteX72913" fmla="*/ 1066842 w 2119654"/>
              <a:gd name="connsiteY72913" fmla="*/ 406415 h 2398711"/>
              <a:gd name="connsiteX72914" fmla="*/ 1065067 w 2119654"/>
              <a:gd name="connsiteY72914" fmla="*/ 404930 h 2398711"/>
              <a:gd name="connsiteX72915" fmla="*/ 437083 w 2119654"/>
              <a:gd name="connsiteY72915" fmla="*/ 1810002 h 2398711"/>
              <a:gd name="connsiteX72916" fmla="*/ 437062 w 2119654"/>
              <a:gd name="connsiteY72916" fmla="*/ 1810197 h 2398711"/>
              <a:gd name="connsiteX72917" fmla="*/ 437281 w 2119654"/>
              <a:gd name="connsiteY72917" fmla="*/ 1810128 h 2398711"/>
              <a:gd name="connsiteX72918" fmla="*/ 1075490 w 2119654"/>
              <a:gd name="connsiteY72918" fmla="*/ 380447 h 2398711"/>
              <a:gd name="connsiteX72919" fmla="*/ 1076299 w 2119654"/>
              <a:gd name="connsiteY72919" fmla="*/ 381973 h 2398711"/>
              <a:gd name="connsiteX72920" fmla="*/ 1077907 w 2119654"/>
              <a:gd name="connsiteY72920" fmla="*/ 383516 h 2398711"/>
              <a:gd name="connsiteX72921" fmla="*/ 1078923 w 2119654"/>
              <a:gd name="connsiteY72921" fmla="*/ 380498 h 2398711"/>
              <a:gd name="connsiteX72922" fmla="*/ 1077410 w 2119654"/>
              <a:gd name="connsiteY72922" fmla="*/ 377869 h 2398711"/>
              <a:gd name="connsiteX72923" fmla="*/ 1067407 w 2119654"/>
              <a:gd name="connsiteY72923" fmla="*/ 398372 h 2398711"/>
              <a:gd name="connsiteX72924" fmla="*/ 1067887 w 2119654"/>
              <a:gd name="connsiteY72924" fmla="*/ 400231 h 2398711"/>
              <a:gd name="connsiteX72925" fmla="*/ 1068106 w 2119654"/>
              <a:gd name="connsiteY72925" fmla="*/ 399923 h 2398711"/>
              <a:gd name="connsiteX72926" fmla="*/ 426075 w 2119654"/>
              <a:gd name="connsiteY72926" fmla="*/ 1834235 h 2398711"/>
              <a:gd name="connsiteX72927" fmla="*/ 431077 w 2119654"/>
              <a:gd name="connsiteY72927" fmla="*/ 1834801 h 2398711"/>
              <a:gd name="connsiteX72928" fmla="*/ 428958 w 2119654"/>
              <a:gd name="connsiteY72928" fmla="*/ 1834067 h 2398711"/>
              <a:gd name="connsiteX72929" fmla="*/ 1054886 w 2119654"/>
              <a:gd name="connsiteY72929" fmla="*/ 425934 h 2398711"/>
              <a:gd name="connsiteX72930" fmla="*/ 1054720 w 2119654"/>
              <a:gd name="connsiteY72930" fmla="*/ 426719 h 2398711"/>
              <a:gd name="connsiteX72931" fmla="*/ 1056907 w 2119654"/>
              <a:gd name="connsiteY72931" fmla="*/ 428556 h 2398711"/>
              <a:gd name="connsiteX72932" fmla="*/ 1057292 w 2119654"/>
              <a:gd name="connsiteY72932" fmla="*/ 428017 h 2398711"/>
              <a:gd name="connsiteX72933" fmla="*/ 1062517 w 2119654"/>
              <a:gd name="connsiteY72933" fmla="*/ 408504 h 2398711"/>
              <a:gd name="connsiteX72934" fmla="*/ 1063782 w 2119654"/>
              <a:gd name="connsiteY72934" fmla="*/ 410525 h 2398711"/>
              <a:gd name="connsiteX72935" fmla="*/ 1064244 w 2119654"/>
              <a:gd name="connsiteY72935" fmla="*/ 409905 h 2398711"/>
              <a:gd name="connsiteX72936" fmla="*/ 1063521 w 2119654"/>
              <a:gd name="connsiteY72936" fmla="*/ 407097 h 2398711"/>
              <a:gd name="connsiteX72937" fmla="*/ 421481 w 2119654"/>
              <a:gd name="connsiteY72937" fmla="*/ 1843216 h 2398711"/>
              <a:gd name="connsiteX72938" fmla="*/ 433986 w 2119654"/>
              <a:gd name="connsiteY72938" fmla="*/ 1852045 h 2398711"/>
              <a:gd name="connsiteX72939" fmla="*/ 436346 w 2119654"/>
              <a:gd name="connsiteY72939" fmla="*/ 1852292 h 2398711"/>
              <a:gd name="connsiteX72940" fmla="*/ 436056 w 2119654"/>
              <a:gd name="connsiteY72940" fmla="*/ 1849567 h 2398711"/>
              <a:gd name="connsiteX72941" fmla="*/ 421954 w 2119654"/>
              <a:gd name="connsiteY72941" fmla="*/ 1843120 h 2398711"/>
              <a:gd name="connsiteX72942" fmla="*/ 1056591 w 2119654"/>
              <a:gd name="connsiteY72942" fmla="*/ 420875 h 2398711"/>
              <a:gd name="connsiteX72943" fmla="*/ 1059432 w 2119654"/>
              <a:gd name="connsiteY72943" fmla="*/ 425017 h 2398711"/>
              <a:gd name="connsiteX72944" fmla="*/ 1059559 w 2119654"/>
              <a:gd name="connsiteY72944" fmla="*/ 424841 h 2398711"/>
              <a:gd name="connsiteX72945" fmla="*/ 1056855 w 2119654"/>
              <a:gd name="connsiteY72945" fmla="*/ 420520 h 2398711"/>
              <a:gd name="connsiteX72946" fmla="*/ 442538 w 2119654"/>
              <a:gd name="connsiteY72946" fmla="*/ 1795285 h 2398711"/>
              <a:gd name="connsiteX72947" fmla="*/ 443599 w 2119654"/>
              <a:gd name="connsiteY72947" fmla="*/ 1795708 h 2398711"/>
              <a:gd name="connsiteX72948" fmla="*/ 444838 w 2119654"/>
              <a:gd name="connsiteY72948" fmla="*/ 1795649 h 2398711"/>
              <a:gd name="connsiteX72949" fmla="*/ 446486 w 2119654"/>
              <a:gd name="connsiteY72949" fmla="*/ 1795517 h 2398711"/>
              <a:gd name="connsiteX72950" fmla="*/ 443931 w 2119654"/>
              <a:gd name="connsiteY72950" fmla="*/ 1795115 h 2398711"/>
              <a:gd name="connsiteX72951" fmla="*/ 1055651 w 2119654"/>
              <a:gd name="connsiteY72951" fmla="*/ 422314 h 2398711"/>
              <a:gd name="connsiteX72952" fmla="*/ 1054945 w 2119654"/>
              <a:gd name="connsiteY72952" fmla="*/ 425654 h 2398711"/>
              <a:gd name="connsiteX72953" fmla="*/ 1057438 w 2119654"/>
              <a:gd name="connsiteY72953" fmla="*/ 427812 h 2398711"/>
              <a:gd name="connsiteX72954" fmla="*/ 1058033 w 2119654"/>
              <a:gd name="connsiteY72954" fmla="*/ 426977 h 2398711"/>
              <a:gd name="connsiteX72955" fmla="*/ 1055703 w 2119654"/>
              <a:gd name="connsiteY72955" fmla="*/ 422068 h 2398711"/>
              <a:gd name="connsiteX72956" fmla="*/ 1055693 w 2119654"/>
              <a:gd name="connsiteY72956" fmla="*/ 422112 h 2398711"/>
              <a:gd name="connsiteX72957" fmla="*/ 1058119 w 2119654"/>
              <a:gd name="connsiteY72957" fmla="*/ 426858 h 2398711"/>
              <a:gd name="connsiteX72958" fmla="*/ 1058971 w 2119654"/>
              <a:gd name="connsiteY72958" fmla="*/ 425663 h 2398711"/>
              <a:gd name="connsiteX72959" fmla="*/ 1056120 w 2119654"/>
              <a:gd name="connsiteY72959" fmla="*/ 421508 h 2398711"/>
              <a:gd name="connsiteX72960" fmla="*/ 423418 w 2119654"/>
              <a:gd name="connsiteY72960" fmla="*/ 1837582 h 2398711"/>
              <a:gd name="connsiteX72961" fmla="*/ 425525 w 2119654"/>
              <a:gd name="connsiteY72961" fmla="*/ 1838380 h 2398711"/>
              <a:gd name="connsiteX72962" fmla="*/ 428292 w 2119654"/>
              <a:gd name="connsiteY72962" fmla="*/ 1837551 h 2398711"/>
              <a:gd name="connsiteX72963" fmla="*/ 427505 w 2119654"/>
              <a:gd name="connsiteY72963" fmla="*/ 1837363 h 2398711"/>
              <a:gd name="connsiteX72964" fmla="*/ 437531 w 2119654"/>
              <a:gd name="connsiteY72964" fmla="*/ 1805850 h 2398711"/>
              <a:gd name="connsiteX72965" fmla="*/ 437236 w 2119654"/>
              <a:gd name="connsiteY72965" fmla="*/ 1808584 h 2398711"/>
              <a:gd name="connsiteX72966" fmla="*/ 437653 w 2119654"/>
              <a:gd name="connsiteY72966" fmla="*/ 1808848 h 2398711"/>
              <a:gd name="connsiteX72967" fmla="*/ 439253 w 2119654"/>
              <a:gd name="connsiteY72967" fmla="*/ 1808095 h 2398711"/>
              <a:gd name="connsiteX72968" fmla="*/ 440137 w 2119654"/>
              <a:gd name="connsiteY72968" fmla="*/ 1807665 h 2398711"/>
              <a:gd name="connsiteX72969" fmla="*/ 437781 w 2119654"/>
              <a:gd name="connsiteY72969" fmla="*/ 1805970 h 2398711"/>
              <a:gd name="connsiteX72970" fmla="*/ 1031040 w 2119654"/>
              <a:gd name="connsiteY72970" fmla="*/ 476645 h 2398711"/>
              <a:gd name="connsiteX72971" fmla="*/ 1032050 w 2119654"/>
              <a:gd name="connsiteY72971" fmla="*/ 481378 h 2398711"/>
              <a:gd name="connsiteX72972" fmla="*/ 1032275 w 2119654"/>
              <a:gd name="connsiteY72972" fmla="*/ 481637 h 2398711"/>
              <a:gd name="connsiteX72973" fmla="*/ 1032879 w 2119654"/>
              <a:gd name="connsiteY72973" fmla="*/ 481904 h 2398711"/>
              <a:gd name="connsiteX72974" fmla="*/ 1033804 w 2119654"/>
              <a:gd name="connsiteY72974" fmla="*/ 480203 h 2398711"/>
              <a:gd name="connsiteX72975" fmla="*/ 1071625 w 2119654"/>
              <a:gd name="connsiteY72975" fmla="*/ 385638 h 2398711"/>
              <a:gd name="connsiteX72976" fmla="*/ 1073823 w 2119654"/>
              <a:gd name="connsiteY72976" fmla="*/ 388094 h 2398711"/>
              <a:gd name="connsiteX72977" fmla="*/ 1075310 w 2119654"/>
              <a:gd name="connsiteY72977" fmla="*/ 389832 h 2398711"/>
              <a:gd name="connsiteX72978" fmla="*/ 1075640 w 2119654"/>
              <a:gd name="connsiteY72978" fmla="*/ 389382 h 2398711"/>
              <a:gd name="connsiteX72979" fmla="*/ 1075252 w 2119654"/>
              <a:gd name="connsiteY72979" fmla="*/ 387989 h 2398711"/>
              <a:gd name="connsiteX72980" fmla="*/ 1073017 w 2119654"/>
              <a:gd name="connsiteY72980" fmla="*/ 383768 h 2398711"/>
              <a:gd name="connsiteX72981" fmla="*/ 1059505 w 2119654"/>
              <a:gd name="connsiteY72981" fmla="*/ 412725 h 2398711"/>
              <a:gd name="connsiteX72982" fmla="*/ 1060771 w 2119654"/>
              <a:gd name="connsiteY72982" fmla="*/ 414570 h 2398711"/>
              <a:gd name="connsiteX72983" fmla="*/ 1061173 w 2119654"/>
              <a:gd name="connsiteY72983" fmla="*/ 414029 h 2398711"/>
              <a:gd name="connsiteX72984" fmla="*/ 1059960 w 2119654"/>
              <a:gd name="connsiteY72984" fmla="*/ 412088 h 2398711"/>
              <a:gd name="connsiteX72985" fmla="*/ 391179 w 2119654"/>
              <a:gd name="connsiteY72985" fmla="*/ 1909172 h 2398711"/>
              <a:gd name="connsiteX72986" fmla="*/ 393560 w 2119654"/>
              <a:gd name="connsiteY72986" fmla="*/ 1910351 h 2398711"/>
              <a:gd name="connsiteX72987" fmla="*/ 443070 w 2119654"/>
              <a:gd name="connsiteY72987" fmla="*/ 1915383 h 2398711"/>
              <a:gd name="connsiteX72988" fmla="*/ 441753 w 2119654"/>
              <a:gd name="connsiteY72988" fmla="*/ 1903023 h 2398711"/>
              <a:gd name="connsiteX72989" fmla="*/ 439811 w 2119654"/>
              <a:gd name="connsiteY72989" fmla="*/ 1902133 h 2398711"/>
              <a:gd name="connsiteX72990" fmla="*/ 418129 w 2119654"/>
              <a:gd name="connsiteY72990" fmla="*/ 1905067 h 2398711"/>
              <a:gd name="connsiteX72991" fmla="*/ 1042102 w 2119654"/>
              <a:gd name="connsiteY72991" fmla="*/ 451447 h 2398711"/>
              <a:gd name="connsiteX72992" fmla="*/ 1042187 w 2119654"/>
              <a:gd name="connsiteY72992" fmla="*/ 451812 h 2398711"/>
              <a:gd name="connsiteX72993" fmla="*/ 1042435 w 2119654"/>
              <a:gd name="connsiteY72993" fmla="*/ 450938 h 2398711"/>
              <a:gd name="connsiteX72994" fmla="*/ 1058926 w 2119654"/>
              <a:gd name="connsiteY72994" fmla="*/ 413537 h 2398711"/>
              <a:gd name="connsiteX72995" fmla="*/ 1060119 w 2119654"/>
              <a:gd name="connsiteY72995" fmla="*/ 415446 h 2398711"/>
              <a:gd name="connsiteX72996" fmla="*/ 1060420 w 2119654"/>
              <a:gd name="connsiteY72996" fmla="*/ 415041 h 2398711"/>
              <a:gd name="connsiteX72997" fmla="*/ 1059162 w 2119654"/>
              <a:gd name="connsiteY72997" fmla="*/ 413207 h 2398711"/>
              <a:gd name="connsiteX72998" fmla="*/ 1056238 w 2119654"/>
              <a:gd name="connsiteY72998" fmla="*/ 419533 h 2398711"/>
              <a:gd name="connsiteX72999" fmla="*/ 1056104 w 2119654"/>
              <a:gd name="connsiteY72999" fmla="*/ 420167 h 2398711"/>
              <a:gd name="connsiteX73000" fmla="*/ 1056344 w 2119654"/>
              <a:gd name="connsiteY73000" fmla="*/ 420516 h 2398711"/>
              <a:gd name="connsiteX73001" fmla="*/ 1056620 w 2119654"/>
              <a:gd name="connsiteY73001" fmla="*/ 420144 h 2398711"/>
              <a:gd name="connsiteX73002" fmla="*/ 1020359 w 2119654"/>
              <a:gd name="connsiteY73002" fmla="*/ 499313 h 2398711"/>
              <a:gd name="connsiteX73003" fmla="*/ 1021044 w 2119654"/>
              <a:gd name="connsiteY73003" fmla="*/ 501092 h 2398711"/>
              <a:gd name="connsiteX73004" fmla="*/ 1021253 w 2119654"/>
              <a:gd name="connsiteY73004" fmla="*/ 500258 h 2398711"/>
              <a:gd name="connsiteX73005" fmla="*/ 1016906 w 2119654"/>
              <a:gd name="connsiteY73005" fmla="*/ 506502 h 2398711"/>
              <a:gd name="connsiteX73006" fmla="*/ 1017806 w 2119654"/>
              <a:gd name="connsiteY73006" fmla="*/ 509978 h 2398711"/>
              <a:gd name="connsiteX73007" fmla="*/ 1019181 w 2119654"/>
              <a:gd name="connsiteY73007" fmla="*/ 508536 h 2398711"/>
              <a:gd name="connsiteX73008" fmla="*/ 1019187 w 2119654"/>
              <a:gd name="connsiteY73008" fmla="*/ 508514 h 2398711"/>
              <a:gd name="connsiteX73009" fmla="*/ 1017568 w 2119654"/>
              <a:gd name="connsiteY73009" fmla="*/ 507111 h 2398711"/>
              <a:gd name="connsiteX73010" fmla="*/ 1017803 w 2119654"/>
              <a:gd name="connsiteY73010" fmla="*/ 507121 h 2398711"/>
              <a:gd name="connsiteX73011" fmla="*/ 1019226 w 2119654"/>
              <a:gd name="connsiteY73011" fmla="*/ 508354 h 2398711"/>
              <a:gd name="connsiteX73012" fmla="*/ 1019384 w 2119654"/>
              <a:gd name="connsiteY73012" fmla="*/ 507725 h 2398711"/>
              <a:gd name="connsiteX73013" fmla="*/ 1018028 w 2119654"/>
              <a:gd name="connsiteY73013" fmla="*/ 506999 h 2398711"/>
              <a:gd name="connsiteX73014" fmla="*/ 1063543 w 2119654"/>
              <a:gd name="connsiteY73014" fmla="*/ 401930 h 2398711"/>
              <a:gd name="connsiteX73015" fmla="*/ 1065523 w 2119654"/>
              <a:gd name="connsiteY73015" fmla="*/ 403543 h 2398711"/>
              <a:gd name="connsiteX73016" fmla="*/ 1067641 w 2119654"/>
              <a:gd name="connsiteY73016" fmla="*/ 400575 h 2398711"/>
              <a:gd name="connsiteX73017" fmla="*/ 1066626 w 2119654"/>
              <a:gd name="connsiteY73017" fmla="*/ 396634 h 2398711"/>
              <a:gd name="connsiteX73018" fmla="*/ 1066481 w 2119654"/>
              <a:gd name="connsiteY73018" fmla="*/ 396312 h 2398711"/>
              <a:gd name="connsiteX73019" fmla="*/ 1062957 w 2119654"/>
              <a:gd name="connsiteY73019" fmla="*/ 403161 h 2398711"/>
              <a:gd name="connsiteX73020" fmla="*/ 1063709 w 2119654"/>
              <a:gd name="connsiteY73020" fmla="*/ 406085 h 2398711"/>
              <a:gd name="connsiteX73021" fmla="*/ 1064733 w 2119654"/>
              <a:gd name="connsiteY73021" fmla="*/ 404649 h 2398711"/>
              <a:gd name="connsiteX73022" fmla="*/ 423150 w 2119654"/>
              <a:gd name="connsiteY73022" fmla="*/ 1835794 h 2398711"/>
              <a:gd name="connsiteX73023" fmla="*/ 428029 w 2119654"/>
              <a:gd name="connsiteY73023" fmla="*/ 1836963 h 2398711"/>
              <a:gd name="connsiteX73024" fmla="*/ 430737 w 2119654"/>
              <a:gd name="connsiteY73024" fmla="*/ 1836817 h 2398711"/>
              <a:gd name="connsiteX73025" fmla="*/ 431437 w 2119654"/>
              <a:gd name="connsiteY73025" fmla="*/ 1836608 h 2398711"/>
              <a:gd name="connsiteX73026" fmla="*/ 420224 w 2119654"/>
              <a:gd name="connsiteY73026" fmla="*/ 1842329 h 2398711"/>
              <a:gd name="connsiteX73027" fmla="*/ 421270 w 2119654"/>
              <a:gd name="connsiteY73027" fmla="*/ 1843067 h 2398711"/>
              <a:gd name="connsiteX73028" fmla="*/ 421665 w 2119654"/>
              <a:gd name="connsiteY73028" fmla="*/ 1842987 h 2398711"/>
              <a:gd name="connsiteX73029" fmla="*/ 1063179 w 2119654"/>
              <a:gd name="connsiteY73029" fmla="*/ 402626 h 2398711"/>
              <a:gd name="connsiteX73030" fmla="*/ 1065055 w 2119654"/>
              <a:gd name="connsiteY73030" fmla="*/ 404199 h 2398711"/>
              <a:gd name="connsiteX73031" fmla="*/ 1065319 w 2119654"/>
              <a:gd name="connsiteY73031" fmla="*/ 403829 h 2398711"/>
              <a:gd name="connsiteX73032" fmla="*/ 1063393 w 2119654"/>
              <a:gd name="connsiteY73032" fmla="*/ 402217 h 2398711"/>
              <a:gd name="connsiteX73033" fmla="*/ 441142 w 2119654"/>
              <a:gd name="connsiteY73033" fmla="*/ 1795456 h 2398711"/>
              <a:gd name="connsiteX73034" fmla="*/ 441743 w 2119654"/>
              <a:gd name="connsiteY73034" fmla="*/ 1795797 h 2398711"/>
              <a:gd name="connsiteX73035" fmla="*/ 441979 w 2119654"/>
              <a:gd name="connsiteY73035" fmla="*/ 1795786 h 2398711"/>
              <a:gd name="connsiteX73036" fmla="*/ 441149 w 2119654"/>
              <a:gd name="connsiteY73036" fmla="*/ 1795455 h 2398711"/>
              <a:gd name="connsiteX73037" fmla="*/ 1031794 w 2119654"/>
              <a:gd name="connsiteY73037" fmla="*/ 472811 h 2398711"/>
              <a:gd name="connsiteX73038" fmla="*/ 1034446 w 2119654"/>
              <a:gd name="connsiteY73038" fmla="*/ 477178 h 2398711"/>
              <a:gd name="connsiteX73039" fmla="*/ 1034835 w 2119654"/>
              <a:gd name="connsiteY73039" fmla="*/ 477678 h 2398711"/>
              <a:gd name="connsiteX73040" fmla="*/ 1034860 w 2119654"/>
              <a:gd name="connsiteY73040" fmla="*/ 477593 h 2398711"/>
              <a:gd name="connsiteX73041" fmla="*/ 1015410 w 2119654"/>
              <a:gd name="connsiteY73041" fmla="*/ 509406 h 2398711"/>
              <a:gd name="connsiteX73042" fmla="*/ 1014904 w 2119654"/>
              <a:gd name="connsiteY73042" fmla="*/ 510622 h 2398711"/>
              <a:gd name="connsiteX73043" fmla="*/ 1015936 w 2119654"/>
              <a:gd name="connsiteY73043" fmla="*/ 511940 h 2398711"/>
              <a:gd name="connsiteX73044" fmla="*/ 1016640 w 2119654"/>
              <a:gd name="connsiteY73044" fmla="*/ 511202 h 2398711"/>
              <a:gd name="connsiteX73045" fmla="*/ 1015779 w 2119654"/>
              <a:gd name="connsiteY73045" fmla="*/ 509817 h 2398711"/>
              <a:gd name="connsiteX73046" fmla="*/ 1083144 w 2119654"/>
              <a:gd name="connsiteY73046" fmla="*/ 357689 h 2398711"/>
              <a:gd name="connsiteX73047" fmla="*/ 1085159 w 2119654"/>
              <a:gd name="connsiteY73047" fmla="*/ 365758 h 2398711"/>
              <a:gd name="connsiteX73048" fmla="*/ 1085465 w 2119654"/>
              <a:gd name="connsiteY73048" fmla="*/ 365976 h 2398711"/>
              <a:gd name="connsiteX73049" fmla="*/ 1086312 w 2119654"/>
              <a:gd name="connsiteY73049" fmla="*/ 364199 h 2398711"/>
              <a:gd name="connsiteX73050" fmla="*/ 1066499 w 2119654"/>
              <a:gd name="connsiteY73050" fmla="*/ 394837 h 2398711"/>
              <a:gd name="connsiteX73051" fmla="*/ 1066699 w 2119654"/>
              <a:gd name="connsiteY73051" fmla="*/ 395617 h 2398711"/>
              <a:gd name="connsiteX73052" fmla="*/ 1066889 w 2119654"/>
              <a:gd name="connsiteY73052" fmla="*/ 395531 h 2398711"/>
              <a:gd name="connsiteX73053" fmla="*/ 1066747 w 2119654"/>
              <a:gd name="connsiteY73053" fmla="*/ 395804 h 2398711"/>
              <a:gd name="connsiteX73054" fmla="*/ 1066918 w 2119654"/>
              <a:gd name="connsiteY73054" fmla="*/ 396467 h 2398711"/>
              <a:gd name="connsiteX73055" fmla="*/ 1068331 w 2119654"/>
              <a:gd name="connsiteY73055" fmla="*/ 399609 h 2398711"/>
              <a:gd name="connsiteX73056" fmla="*/ 1068948 w 2119654"/>
              <a:gd name="connsiteY73056" fmla="*/ 398744 h 2398711"/>
              <a:gd name="connsiteX73057" fmla="*/ 1016601 w 2119654"/>
              <a:gd name="connsiteY73057" fmla="*/ 506544 h 2398711"/>
              <a:gd name="connsiteX73058" fmla="*/ 1015699 w 2119654"/>
              <a:gd name="connsiteY73058" fmla="*/ 508711 h 2398711"/>
              <a:gd name="connsiteX73059" fmla="*/ 1017008 w 2119654"/>
              <a:gd name="connsiteY73059" fmla="*/ 510815 h 2398711"/>
              <a:gd name="connsiteX73060" fmla="*/ 1017558 w 2119654"/>
              <a:gd name="connsiteY73060" fmla="*/ 510239 h 2398711"/>
              <a:gd name="connsiteX73061" fmla="*/ 1061203 w 2119654"/>
              <a:gd name="connsiteY73061" fmla="*/ 406404 h 2398711"/>
              <a:gd name="connsiteX73062" fmla="*/ 1062267 w 2119654"/>
              <a:gd name="connsiteY73062" fmla="*/ 408106 h 2398711"/>
              <a:gd name="connsiteX73063" fmla="*/ 1063379 w 2119654"/>
              <a:gd name="connsiteY73063" fmla="*/ 406548 h 2398711"/>
              <a:gd name="connsiteX73064" fmla="*/ 1062637 w 2119654"/>
              <a:gd name="connsiteY73064" fmla="*/ 403663 h 2398711"/>
              <a:gd name="connsiteX73065" fmla="*/ 1018502 w 2119654"/>
              <a:gd name="connsiteY73065" fmla="*/ 501974 h 2398711"/>
              <a:gd name="connsiteX73066" fmla="*/ 1017418 w 2119654"/>
              <a:gd name="connsiteY73066" fmla="*/ 504580 h 2398711"/>
              <a:gd name="connsiteX73067" fmla="*/ 1019895 w 2119654"/>
              <a:gd name="connsiteY73067" fmla="*/ 505681 h 2398711"/>
              <a:gd name="connsiteX73068" fmla="*/ 1020269 w 2119654"/>
              <a:gd name="connsiteY73068" fmla="*/ 504185 h 2398711"/>
              <a:gd name="connsiteX73069" fmla="*/ 1019034 w 2119654"/>
              <a:gd name="connsiteY73069" fmla="*/ 500697 h 2398711"/>
              <a:gd name="connsiteX73070" fmla="*/ 1019024 w 2119654"/>
              <a:gd name="connsiteY73070" fmla="*/ 500722 h 2398711"/>
              <a:gd name="connsiteX73071" fmla="*/ 1020577 w 2119654"/>
              <a:gd name="connsiteY73071" fmla="*/ 502515 h 2398711"/>
              <a:gd name="connsiteX73072" fmla="*/ 1020191 w 2119654"/>
              <a:gd name="connsiteY73072" fmla="*/ 501510 h 2398711"/>
              <a:gd name="connsiteX73073" fmla="*/ 1038667 w 2119654"/>
              <a:gd name="connsiteY73073" fmla="*/ 456693 h 2398711"/>
              <a:gd name="connsiteX73074" fmla="*/ 1040277 w 2119654"/>
              <a:gd name="connsiteY73074" fmla="*/ 458533 h 2398711"/>
              <a:gd name="connsiteX73075" fmla="*/ 1040845 w 2119654"/>
              <a:gd name="connsiteY73075" fmla="*/ 456532 h 2398711"/>
              <a:gd name="connsiteX73076" fmla="*/ 1040598 w 2119654"/>
              <a:gd name="connsiteY73076" fmla="*/ 455457 h 2398711"/>
              <a:gd name="connsiteX73077" fmla="*/ 1039989 w 2119654"/>
              <a:gd name="connsiteY73077" fmla="*/ 454673 h 2398711"/>
              <a:gd name="connsiteX73078" fmla="*/ 1019473 w 2119654"/>
              <a:gd name="connsiteY73078" fmla="*/ 499643 h 2398711"/>
              <a:gd name="connsiteX73079" fmla="*/ 1019403 w 2119654"/>
              <a:gd name="connsiteY73079" fmla="*/ 499808 h 2398711"/>
              <a:gd name="connsiteX73080" fmla="*/ 1019608 w 2119654"/>
              <a:gd name="connsiteY73080" fmla="*/ 499995 h 2398711"/>
              <a:gd name="connsiteX73081" fmla="*/ 1020227 w 2119654"/>
              <a:gd name="connsiteY73081" fmla="*/ 497830 h 2398711"/>
              <a:gd name="connsiteX73082" fmla="*/ 1020098 w 2119654"/>
              <a:gd name="connsiteY73082" fmla="*/ 498141 h 2398711"/>
              <a:gd name="connsiteX73083" fmla="*/ 1021430 w 2119654"/>
              <a:gd name="connsiteY73083" fmla="*/ 499551 h 2398711"/>
              <a:gd name="connsiteX73084" fmla="*/ 1021561 w 2119654"/>
              <a:gd name="connsiteY73084" fmla="*/ 499024 h 2398711"/>
              <a:gd name="connsiteX73085" fmla="*/ 1021498 w 2119654"/>
              <a:gd name="connsiteY73085" fmla="*/ 494776 h 2398711"/>
              <a:gd name="connsiteX73086" fmla="*/ 1020712 w 2119654"/>
              <a:gd name="connsiteY73086" fmla="*/ 496665 h 2398711"/>
              <a:gd name="connsiteX73087" fmla="*/ 1021860 w 2119654"/>
              <a:gd name="connsiteY73087" fmla="*/ 497830 h 2398711"/>
              <a:gd name="connsiteX73088" fmla="*/ 1022169 w 2119654"/>
              <a:gd name="connsiteY73088" fmla="*/ 496596 h 2398711"/>
              <a:gd name="connsiteX73089" fmla="*/ 1022276 w 2119654"/>
              <a:gd name="connsiteY73089" fmla="*/ 495553 h 2398711"/>
              <a:gd name="connsiteX73090" fmla="*/ 1022194 w 2119654"/>
              <a:gd name="connsiteY73090" fmla="*/ 493105 h 2398711"/>
              <a:gd name="connsiteX73091" fmla="*/ 1021729 w 2119654"/>
              <a:gd name="connsiteY73091" fmla="*/ 494222 h 2398711"/>
              <a:gd name="connsiteX73092" fmla="*/ 1022350 w 2119654"/>
              <a:gd name="connsiteY73092" fmla="*/ 494841 h 2398711"/>
              <a:gd name="connsiteX73093" fmla="*/ 1022469 w 2119654"/>
              <a:gd name="connsiteY73093" fmla="*/ 493682 h 2398711"/>
              <a:gd name="connsiteX73094" fmla="*/ 1022636 w 2119654"/>
              <a:gd name="connsiteY73094" fmla="*/ 492046 h 2398711"/>
              <a:gd name="connsiteX73095" fmla="*/ 1022572 w 2119654"/>
              <a:gd name="connsiteY73095" fmla="*/ 492196 h 2398711"/>
              <a:gd name="connsiteX73096" fmla="*/ 1022484 w 2119654"/>
              <a:gd name="connsiteY73096" fmla="*/ 492408 h 2398711"/>
              <a:gd name="connsiteX73097" fmla="*/ 1022580 w 2119654"/>
              <a:gd name="connsiteY73097" fmla="*/ 492602 h 2398711"/>
              <a:gd name="connsiteX73098" fmla="*/ 1058592 w 2119654"/>
              <a:gd name="connsiteY73098" fmla="*/ 411394 h 2398711"/>
              <a:gd name="connsiteX73099" fmla="*/ 1059243 w 2119654"/>
              <a:gd name="connsiteY73099" fmla="*/ 412344 h 2398711"/>
              <a:gd name="connsiteX73100" fmla="*/ 1059710 w 2119654"/>
              <a:gd name="connsiteY73100" fmla="*/ 411690 h 2398711"/>
              <a:gd name="connsiteX73101" fmla="*/ 1059017 w 2119654"/>
              <a:gd name="connsiteY73101" fmla="*/ 410583 h 2398711"/>
              <a:gd name="connsiteX73102" fmla="*/ 1058133 w 2119654"/>
              <a:gd name="connsiteY73102" fmla="*/ 412272 h 2398711"/>
              <a:gd name="connsiteX73103" fmla="*/ 1058676 w 2119654"/>
              <a:gd name="connsiteY73103" fmla="*/ 413138 h 2398711"/>
              <a:gd name="connsiteX73104" fmla="*/ 1058900 w 2119654"/>
              <a:gd name="connsiteY73104" fmla="*/ 412826 h 2398711"/>
              <a:gd name="connsiteX73105" fmla="*/ 1058300 w 2119654"/>
              <a:gd name="connsiteY73105" fmla="*/ 411952 h 2398711"/>
              <a:gd name="connsiteX73106" fmla="*/ 1067565 w 2119654"/>
              <a:gd name="connsiteY73106" fmla="*/ 391091 h 2398711"/>
              <a:gd name="connsiteX73107" fmla="*/ 1070212 w 2119654"/>
              <a:gd name="connsiteY73107" fmla="*/ 396973 h 2398711"/>
              <a:gd name="connsiteX73108" fmla="*/ 1075113 w 2119654"/>
              <a:gd name="connsiteY73108" fmla="*/ 390103 h 2398711"/>
              <a:gd name="connsiteX73109" fmla="*/ 1071470 w 2119654"/>
              <a:gd name="connsiteY73109" fmla="*/ 385847 h 2398711"/>
              <a:gd name="connsiteX73110" fmla="*/ 1109219 w 2119654"/>
              <a:gd name="connsiteY73110" fmla="*/ 297765 h 2398711"/>
              <a:gd name="connsiteX73111" fmla="*/ 1111064 w 2119654"/>
              <a:gd name="connsiteY73111" fmla="*/ 312322 h 2398711"/>
              <a:gd name="connsiteX73112" fmla="*/ 1114000 w 2119654"/>
              <a:gd name="connsiteY73112" fmla="*/ 306169 h 2398711"/>
              <a:gd name="connsiteX73113" fmla="*/ 447149 w 2119654"/>
              <a:gd name="connsiteY73113" fmla="*/ 1779979 h 2398711"/>
              <a:gd name="connsiteX73114" fmla="*/ 448671 w 2119654"/>
              <a:gd name="connsiteY73114" fmla="*/ 1780963 h 2398711"/>
              <a:gd name="connsiteX73115" fmla="*/ 455432 w 2119654"/>
              <a:gd name="connsiteY73115" fmla="*/ 1782827 h 2398711"/>
              <a:gd name="connsiteX73116" fmla="*/ 455244 w 2119654"/>
              <a:gd name="connsiteY73116" fmla="*/ 1782018 h 2398711"/>
              <a:gd name="connsiteX73117" fmla="*/ 452061 w 2119654"/>
              <a:gd name="connsiteY73117" fmla="*/ 1781299 h 2398711"/>
              <a:gd name="connsiteX73118" fmla="*/ 1036607 w 2119654"/>
              <a:gd name="connsiteY73118" fmla="*/ 459838 h 2398711"/>
              <a:gd name="connsiteX73119" fmla="*/ 1039334 w 2119654"/>
              <a:gd name="connsiteY73119" fmla="*/ 461849 h 2398711"/>
              <a:gd name="connsiteX73120" fmla="*/ 1039506 w 2119654"/>
              <a:gd name="connsiteY73120" fmla="*/ 461245 h 2398711"/>
              <a:gd name="connsiteX73121" fmla="*/ 1037463 w 2119654"/>
              <a:gd name="connsiteY73121" fmla="*/ 458531 h 2398711"/>
              <a:gd name="connsiteX73122" fmla="*/ 1041470 w 2119654"/>
              <a:gd name="connsiteY73122" fmla="*/ 448701 h 2398711"/>
              <a:gd name="connsiteX73123" fmla="*/ 1041837 w 2119654"/>
              <a:gd name="connsiteY73123" fmla="*/ 450295 h 2398711"/>
              <a:gd name="connsiteX73124" fmla="*/ 1042141 w 2119654"/>
              <a:gd name="connsiteY73124" fmla="*/ 449830 h 2398711"/>
              <a:gd name="connsiteX73125" fmla="*/ 1031454 w 2119654"/>
              <a:gd name="connsiteY73125" fmla="*/ 471110 h 2398711"/>
              <a:gd name="connsiteX73126" fmla="*/ 1031366 w 2119654"/>
              <a:gd name="connsiteY73126" fmla="*/ 471766 h 2398711"/>
              <a:gd name="connsiteX73127" fmla="*/ 1034934 w 2119654"/>
              <a:gd name="connsiteY73127" fmla="*/ 477331 h 2398711"/>
              <a:gd name="connsiteX73128" fmla="*/ 1035000 w 2119654"/>
              <a:gd name="connsiteY73128" fmla="*/ 477099 h 2398711"/>
              <a:gd name="connsiteX73129" fmla="*/ 1032248 w 2119654"/>
              <a:gd name="connsiteY73129" fmla="*/ 471834 h 2398711"/>
              <a:gd name="connsiteX73130" fmla="*/ 1062527 w 2119654"/>
              <a:gd name="connsiteY73130" fmla="*/ 401490 h 2398711"/>
              <a:gd name="connsiteX73131" fmla="*/ 1062720 w 2119654"/>
              <a:gd name="connsiteY73131" fmla="*/ 402241 h 2398711"/>
              <a:gd name="connsiteX73132" fmla="*/ 1062999 w 2119654"/>
              <a:gd name="connsiteY73132" fmla="*/ 402474 h 2398711"/>
              <a:gd name="connsiteX73133" fmla="*/ 1063213 w 2119654"/>
              <a:gd name="connsiteY73133" fmla="*/ 402065 h 2398711"/>
              <a:gd name="connsiteX73134" fmla="*/ 438225 w 2119654"/>
              <a:gd name="connsiteY73134" fmla="*/ 1799403 h 2398711"/>
              <a:gd name="connsiteX73135" fmla="*/ 438153 w 2119654"/>
              <a:gd name="connsiteY73135" fmla="*/ 1800080 h 2398711"/>
              <a:gd name="connsiteX73136" fmla="*/ 441827 w 2119654"/>
              <a:gd name="connsiteY73136" fmla="*/ 1800430 h 2398711"/>
              <a:gd name="connsiteX73137" fmla="*/ 1066556 w 2119654"/>
              <a:gd name="connsiteY73137" fmla="*/ 392445 h 2398711"/>
              <a:gd name="connsiteX73138" fmla="*/ 1069839 w 2119654"/>
              <a:gd name="connsiteY73138" fmla="*/ 397495 h 2398711"/>
              <a:gd name="connsiteX73139" fmla="*/ 1070044 w 2119654"/>
              <a:gd name="connsiteY73139" fmla="*/ 397208 h 2398711"/>
              <a:gd name="connsiteX73140" fmla="*/ 1067394 w 2119654"/>
              <a:gd name="connsiteY73140" fmla="*/ 391320 h 2398711"/>
              <a:gd name="connsiteX73141" fmla="*/ 449691 w 2119654"/>
              <a:gd name="connsiteY73141" fmla="*/ 1773543 h 2398711"/>
              <a:gd name="connsiteX73142" fmla="*/ 451180 w 2119654"/>
              <a:gd name="connsiteY73142" fmla="*/ 1773859 h 2398711"/>
              <a:gd name="connsiteX73143" fmla="*/ 451360 w 2119654"/>
              <a:gd name="connsiteY73143" fmla="*/ 1773864 h 2398711"/>
              <a:gd name="connsiteX73144" fmla="*/ 450150 w 2119654"/>
              <a:gd name="connsiteY73144" fmla="*/ 1773583 h 2398711"/>
              <a:gd name="connsiteX73145" fmla="*/ 450014 w 2119654"/>
              <a:gd name="connsiteY73145" fmla="*/ 1773530 h 2398711"/>
              <a:gd name="connsiteX73146" fmla="*/ 1057948 w 2119654"/>
              <a:gd name="connsiteY73146" fmla="*/ 411438 h 2398711"/>
              <a:gd name="connsiteX73147" fmla="*/ 1057863 w 2119654"/>
              <a:gd name="connsiteY73147" fmla="*/ 411839 h 2398711"/>
              <a:gd name="connsiteX73148" fmla="*/ 1057992 w 2119654"/>
              <a:gd name="connsiteY73148" fmla="*/ 412046 h 2398711"/>
              <a:gd name="connsiteX73149" fmla="*/ 1058154 w 2119654"/>
              <a:gd name="connsiteY73149" fmla="*/ 411738 h 2398711"/>
              <a:gd name="connsiteX73150" fmla="*/ 1019556 w 2119654"/>
              <a:gd name="connsiteY73150" fmla="*/ 497231 h 2398711"/>
              <a:gd name="connsiteX73151" fmla="*/ 1019775 w 2119654"/>
              <a:gd name="connsiteY73151" fmla="*/ 497798 h 2398711"/>
              <a:gd name="connsiteX73152" fmla="*/ 1019947 w 2119654"/>
              <a:gd name="connsiteY73152" fmla="*/ 497980 h 2398711"/>
              <a:gd name="connsiteX73153" fmla="*/ 1020071 w 2119654"/>
              <a:gd name="connsiteY73153" fmla="*/ 497692 h 2398711"/>
              <a:gd name="connsiteX73154" fmla="*/ 1065653 w 2119654"/>
              <a:gd name="connsiteY73154" fmla="*/ 393658 h 2398711"/>
              <a:gd name="connsiteX73155" fmla="*/ 1066136 w 2119654"/>
              <a:gd name="connsiteY73155" fmla="*/ 394732 h 2398711"/>
              <a:gd name="connsiteX73156" fmla="*/ 1065930 w 2119654"/>
              <a:gd name="connsiteY73156" fmla="*/ 393931 h 2398711"/>
              <a:gd name="connsiteX73157" fmla="*/ 1065710 w 2119654"/>
              <a:gd name="connsiteY73157" fmla="*/ 393581 h 2398711"/>
              <a:gd name="connsiteX73158" fmla="*/ 1058353 w 2119654"/>
              <a:gd name="connsiteY73158" fmla="*/ 409520 h 2398711"/>
              <a:gd name="connsiteX73159" fmla="*/ 1058106 w 2119654"/>
              <a:gd name="connsiteY73159" fmla="*/ 410685 h 2398711"/>
              <a:gd name="connsiteX73160" fmla="*/ 1058445 w 2119654"/>
              <a:gd name="connsiteY73160" fmla="*/ 411179 h 2398711"/>
              <a:gd name="connsiteX73161" fmla="*/ 1058876 w 2119654"/>
              <a:gd name="connsiteY73161" fmla="*/ 410356 h 2398711"/>
              <a:gd name="connsiteX73162" fmla="*/ 1034171 w 2119654"/>
              <a:gd name="connsiteY73162" fmla="*/ 463558 h 2398711"/>
              <a:gd name="connsiteX73163" fmla="*/ 1036486 w 2119654"/>
              <a:gd name="connsiteY73163" fmla="*/ 471869 h 2398711"/>
              <a:gd name="connsiteX73164" fmla="*/ 1038749 w 2119654"/>
              <a:gd name="connsiteY73164" fmla="*/ 463911 h 2398711"/>
              <a:gd name="connsiteX73165" fmla="*/ 1038038 w 2119654"/>
              <a:gd name="connsiteY73165" fmla="*/ 462802 h 2398711"/>
              <a:gd name="connsiteX73166" fmla="*/ 1035910 w 2119654"/>
              <a:gd name="connsiteY73166" fmla="*/ 460902 h 2398711"/>
              <a:gd name="connsiteX73167" fmla="*/ 418881 w 2119654"/>
              <a:gd name="connsiteY73167" fmla="*/ 1841207 h 2398711"/>
              <a:gd name="connsiteX73168" fmla="*/ 422432 w 2119654"/>
              <a:gd name="connsiteY73168" fmla="*/ 1842831 h 2398711"/>
              <a:gd name="connsiteX73169" fmla="*/ 424342 w 2119654"/>
              <a:gd name="connsiteY73169" fmla="*/ 1842445 h 2398711"/>
              <a:gd name="connsiteX73170" fmla="*/ 420860 w 2119654"/>
              <a:gd name="connsiteY73170" fmla="*/ 1840699 h 2398711"/>
              <a:gd name="connsiteX73171" fmla="*/ 1065393 w 2119654"/>
              <a:gd name="connsiteY73171" fmla="*/ 393075 h 2398711"/>
              <a:gd name="connsiteX73172" fmla="*/ 1065398 w 2119654"/>
              <a:gd name="connsiteY73172" fmla="*/ 393087 h 2398711"/>
              <a:gd name="connsiteX73173" fmla="*/ 1065399 w 2119654"/>
              <a:gd name="connsiteY73173" fmla="*/ 393085 h 2398711"/>
              <a:gd name="connsiteX73174" fmla="*/ 1032948 w 2119654"/>
              <a:gd name="connsiteY73174" fmla="*/ 465424 h 2398711"/>
              <a:gd name="connsiteX73175" fmla="*/ 1035367 w 2119654"/>
              <a:gd name="connsiteY73175" fmla="*/ 470826 h 2398711"/>
              <a:gd name="connsiteX73176" fmla="*/ 1033861 w 2119654"/>
              <a:gd name="connsiteY73176" fmla="*/ 464030 h 2398711"/>
              <a:gd name="connsiteX73177" fmla="*/ 445692 w 2119654"/>
              <a:gd name="connsiteY73177" fmla="*/ 1780140 h 2398711"/>
              <a:gd name="connsiteX73178" fmla="*/ 446559 w 2119654"/>
              <a:gd name="connsiteY73178" fmla="*/ 1780380 h 2398711"/>
              <a:gd name="connsiteX73179" fmla="*/ 446093 w 2119654"/>
              <a:gd name="connsiteY73179" fmla="*/ 1780079 h 2398711"/>
              <a:gd name="connsiteX73180" fmla="*/ 1032360 w 2119654"/>
              <a:gd name="connsiteY73180" fmla="*/ 466322 h 2398711"/>
              <a:gd name="connsiteX73181" fmla="*/ 1033006 w 2119654"/>
              <a:gd name="connsiteY73181" fmla="*/ 467289 h 2398711"/>
              <a:gd name="connsiteX73182" fmla="*/ 1034252 w 2119654"/>
              <a:gd name="connsiteY73182" fmla="*/ 469674 h 2398711"/>
              <a:gd name="connsiteX73183" fmla="*/ 1032629 w 2119654"/>
              <a:gd name="connsiteY73183" fmla="*/ 465912 h 2398711"/>
              <a:gd name="connsiteX73184" fmla="*/ 444097 w 2119654"/>
              <a:gd name="connsiteY73184" fmla="*/ 1783529 h 2398711"/>
              <a:gd name="connsiteX73185" fmla="*/ 444191 w 2119654"/>
              <a:gd name="connsiteY73185" fmla="*/ 1783749 h 2398711"/>
              <a:gd name="connsiteX73186" fmla="*/ 448302 w 2119654"/>
              <a:gd name="connsiteY73186" fmla="*/ 1785003 h 2398711"/>
              <a:gd name="connsiteX73187" fmla="*/ 448574 w 2119654"/>
              <a:gd name="connsiteY73187" fmla="*/ 1784929 h 2398711"/>
              <a:gd name="connsiteX73188" fmla="*/ 1044826 w 2119654"/>
              <a:gd name="connsiteY73188" fmla="*/ 438367 h 2398711"/>
              <a:gd name="connsiteX73189" fmla="*/ 1044832 w 2119654"/>
              <a:gd name="connsiteY73189" fmla="*/ 438371 h 2398711"/>
              <a:gd name="connsiteX73190" fmla="*/ 1044835 w 2119654"/>
              <a:gd name="connsiteY73190" fmla="*/ 438350 h 2398711"/>
              <a:gd name="connsiteX73191" fmla="*/ 1044513 w 2119654"/>
              <a:gd name="connsiteY73191" fmla="*/ 438986 h 2398711"/>
              <a:gd name="connsiteX73192" fmla="*/ 1044716 w 2119654"/>
              <a:gd name="connsiteY73192" fmla="*/ 439233 h 2398711"/>
              <a:gd name="connsiteX73193" fmla="*/ 1044751 w 2119654"/>
              <a:gd name="connsiteY73193" fmla="*/ 438970 h 2398711"/>
              <a:gd name="connsiteX73194" fmla="*/ 1044574 w 2119654"/>
              <a:gd name="connsiteY73194" fmla="*/ 438865 h 2398711"/>
              <a:gd name="connsiteX73195" fmla="*/ 1019061 w 2119654"/>
              <a:gd name="connsiteY73195" fmla="*/ 495943 h 2398711"/>
              <a:gd name="connsiteX73196" fmla="*/ 1019072 w 2119654"/>
              <a:gd name="connsiteY73196" fmla="*/ 495971 h 2398711"/>
              <a:gd name="connsiteX73197" fmla="*/ 1019212 w 2119654"/>
              <a:gd name="connsiteY73197" fmla="*/ 496096 h 2398711"/>
              <a:gd name="connsiteX73198" fmla="*/ 1050729 w 2119654"/>
              <a:gd name="connsiteY73198" fmla="*/ 425024 h 2398711"/>
              <a:gd name="connsiteX73199" fmla="*/ 1050592 w 2119654"/>
              <a:gd name="connsiteY73199" fmla="*/ 426054 h 2398711"/>
              <a:gd name="connsiteX73200" fmla="*/ 1050613 w 2119654"/>
              <a:gd name="connsiteY73200" fmla="*/ 425988 h 2398711"/>
              <a:gd name="connsiteX73201" fmla="*/ 1050853 w 2119654"/>
              <a:gd name="connsiteY73201" fmla="*/ 424851 h 2398711"/>
              <a:gd name="connsiteX73202" fmla="*/ 1109745 w 2119654"/>
              <a:gd name="connsiteY73202" fmla="*/ 292525 h 2398711"/>
              <a:gd name="connsiteX73203" fmla="*/ 1115721 w 2119654"/>
              <a:gd name="connsiteY73203" fmla="*/ 303076 h 2398711"/>
              <a:gd name="connsiteX73204" fmla="*/ 1120448 w 2119654"/>
              <a:gd name="connsiteY73204" fmla="*/ 294787 h 2398711"/>
              <a:gd name="connsiteX73205" fmla="*/ 1114207 w 2119654"/>
              <a:gd name="connsiteY73205" fmla="*/ 288791 h 2398711"/>
              <a:gd name="connsiteX73206" fmla="*/ 1114692 w 2119654"/>
              <a:gd name="connsiteY73206" fmla="*/ 288838 h 2398711"/>
              <a:gd name="connsiteX73207" fmla="*/ 1120602 w 2119654"/>
              <a:gd name="connsiteY73207" fmla="*/ 294516 h 2398711"/>
              <a:gd name="connsiteX73208" fmla="*/ 1139923 w 2119654"/>
              <a:gd name="connsiteY73208" fmla="*/ 260643 h 2398711"/>
              <a:gd name="connsiteX73209" fmla="*/ 1138636 w 2119654"/>
              <a:gd name="connsiteY73209" fmla="*/ 259405 h 2398711"/>
              <a:gd name="connsiteX73210" fmla="*/ 1134977 w 2119654"/>
              <a:gd name="connsiteY73210" fmla="*/ 263501 h 2398711"/>
              <a:gd name="connsiteX73211" fmla="*/ 387487 w 2119654"/>
              <a:gd name="connsiteY73211" fmla="*/ 1909734 h 2398711"/>
              <a:gd name="connsiteX73212" fmla="*/ 392940 w 2119654"/>
              <a:gd name="connsiteY73212" fmla="*/ 1910288 h 2398711"/>
              <a:gd name="connsiteX73213" fmla="*/ 390802 w 2119654"/>
              <a:gd name="connsiteY73213" fmla="*/ 1909229 h 2398711"/>
              <a:gd name="connsiteX73214" fmla="*/ 1042145 w 2119654"/>
              <a:gd name="connsiteY73214" fmla="*/ 443665 h 2398711"/>
              <a:gd name="connsiteX73215" fmla="*/ 1043749 w 2119654"/>
              <a:gd name="connsiteY73215" fmla="*/ 446449 h 2398711"/>
              <a:gd name="connsiteX73216" fmla="*/ 1044637 w 2119654"/>
              <a:gd name="connsiteY73216" fmla="*/ 439824 h 2398711"/>
              <a:gd name="connsiteX73217" fmla="*/ 1044298 w 2119654"/>
              <a:gd name="connsiteY73217" fmla="*/ 439410 h 2398711"/>
              <a:gd name="connsiteX73218" fmla="*/ 1041624 w 2119654"/>
              <a:gd name="connsiteY73218" fmla="*/ 444693 h 2398711"/>
              <a:gd name="connsiteX73219" fmla="*/ 1043090 w 2119654"/>
              <a:gd name="connsiteY73219" fmla="*/ 448381 h 2398711"/>
              <a:gd name="connsiteX73220" fmla="*/ 1043452 w 2119654"/>
              <a:gd name="connsiteY73220" fmla="*/ 447829 h 2398711"/>
              <a:gd name="connsiteX73221" fmla="*/ 1043641 w 2119654"/>
              <a:gd name="connsiteY73221" fmla="*/ 447252 h 2398711"/>
              <a:gd name="connsiteX73222" fmla="*/ 1043685 w 2119654"/>
              <a:gd name="connsiteY73222" fmla="*/ 446928 h 2398711"/>
              <a:gd name="connsiteX73223" fmla="*/ 1043358 w 2119654"/>
              <a:gd name="connsiteY73223" fmla="*/ 446305 h 2398711"/>
              <a:gd name="connsiteX73224" fmla="*/ 1042001 w 2119654"/>
              <a:gd name="connsiteY73224" fmla="*/ 443948 h 2398711"/>
              <a:gd name="connsiteX73225" fmla="*/ 1035490 w 2119654"/>
              <a:gd name="connsiteY73225" fmla="*/ 458251 h 2398711"/>
              <a:gd name="connsiteX73226" fmla="*/ 1036052 w 2119654"/>
              <a:gd name="connsiteY73226" fmla="*/ 459127 h 2398711"/>
              <a:gd name="connsiteX73227" fmla="*/ 1036917 w 2119654"/>
              <a:gd name="connsiteY73227" fmla="*/ 457806 h 2398711"/>
              <a:gd name="connsiteX73228" fmla="*/ 1036584 w 2119654"/>
              <a:gd name="connsiteY73228" fmla="*/ 457363 h 2398711"/>
              <a:gd name="connsiteX73229" fmla="*/ 1040884 w 2119654"/>
              <a:gd name="connsiteY73229" fmla="*/ 446157 h 2398711"/>
              <a:gd name="connsiteX73230" fmla="*/ 1041205 w 2119654"/>
              <a:gd name="connsiteY73230" fmla="*/ 447552 h 2398711"/>
              <a:gd name="connsiteX73231" fmla="*/ 1042360 w 2119654"/>
              <a:gd name="connsiteY73231" fmla="*/ 449496 h 2398711"/>
              <a:gd name="connsiteX73232" fmla="*/ 1042938 w 2119654"/>
              <a:gd name="connsiteY73232" fmla="*/ 448612 h 2398711"/>
              <a:gd name="connsiteX73233" fmla="*/ 1041521 w 2119654"/>
              <a:gd name="connsiteY73233" fmla="*/ 444899 h 2398711"/>
              <a:gd name="connsiteX73234" fmla="*/ 1078316 w 2119654"/>
              <a:gd name="connsiteY73234" fmla="*/ 362288 h 2398711"/>
              <a:gd name="connsiteX73235" fmla="*/ 1079652 w 2119654"/>
              <a:gd name="connsiteY73235" fmla="*/ 364883 h 2398711"/>
              <a:gd name="connsiteX73236" fmla="*/ 1079436 w 2119654"/>
              <a:gd name="connsiteY73236" fmla="*/ 363160 h 2398711"/>
              <a:gd name="connsiteX73237" fmla="*/ 433368 w 2119654"/>
              <a:gd name="connsiteY73237" fmla="*/ 1806137 h 2398711"/>
              <a:gd name="connsiteX73238" fmla="*/ 434970 w 2119654"/>
              <a:gd name="connsiteY73238" fmla="*/ 1807150 h 2398711"/>
              <a:gd name="connsiteX73239" fmla="*/ 435112 w 2119654"/>
              <a:gd name="connsiteY73239" fmla="*/ 1805833 h 2398711"/>
              <a:gd name="connsiteX73240" fmla="*/ 1039183 w 2119654"/>
              <a:gd name="connsiteY73240" fmla="*/ 449519 h 2398711"/>
              <a:gd name="connsiteX73241" fmla="*/ 1039255 w 2119654"/>
              <a:gd name="connsiteY73241" fmla="*/ 449625 h 2398711"/>
              <a:gd name="connsiteX73242" fmla="*/ 1039216 w 2119654"/>
              <a:gd name="connsiteY73242" fmla="*/ 449455 h 2398711"/>
              <a:gd name="connsiteX73243" fmla="*/ 1061831 w 2119654"/>
              <a:gd name="connsiteY73243" fmla="*/ 398791 h 2398711"/>
              <a:gd name="connsiteX73244" fmla="*/ 1062400 w 2119654"/>
              <a:gd name="connsiteY73244" fmla="*/ 400998 h 2398711"/>
              <a:gd name="connsiteX73245" fmla="*/ 1063362 w 2119654"/>
              <a:gd name="connsiteY73245" fmla="*/ 401781 h 2398711"/>
              <a:gd name="connsiteX73246" fmla="*/ 1066361 w 2119654"/>
              <a:gd name="connsiteY73246" fmla="*/ 396045 h 2398711"/>
              <a:gd name="connsiteX73247" fmla="*/ 1065425 w 2119654"/>
              <a:gd name="connsiteY73247" fmla="*/ 393965 h 2398711"/>
              <a:gd name="connsiteX73248" fmla="*/ 1038915 w 2119654"/>
              <a:gd name="connsiteY73248" fmla="*/ 450049 h 2398711"/>
              <a:gd name="connsiteX73249" fmla="*/ 1039422 w 2119654"/>
              <a:gd name="connsiteY73249" fmla="*/ 450348 h 2398711"/>
              <a:gd name="connsiteX73250" fmla="*/ 1039339 w 2119654"/>
              <a:gd name="connsiteY73250" fmla="*/ 449990 h 2398711"/>
              <a:gd name="connsiteX73251" fmla="*/ 1039112 w 2119654"/>
              <a:gd name="connsiteY73251" fmla="*/ 449659 h 2398711"/>
              <a:gd name="connsiteX73252" fmla="*/ 1108706 w 2119654"/>
              <a:gd name="connsiteY73252" fmla="*/ 293720 h 2398711"/>
              <a:gd name="connsiteX73253" fmla="*/ 1108921 w 2119654"/>
              <a:gd name="connsiteY73253" fmla="*/ 295423 h 2398711"/>
              <a:gd name="connsiteX73254" fmla="*/ 1114954 w 2119654"/>
              <a:gd name="connsiteY73254" fmla="*/ 304421 h 2398711"/>
              <a:gd name="connsiteX73255" fmla="*/ 1115204 w 2119654"/>
              <a:gd name="connsiteY73255" fmla="*/ 303981 h 2398711"/>
              <a:gd name="connsiteX73256" fmla="*/ 1109121 w 2119654"/>
              <a:gd name="connsiteY73256" fmla="*/ 293242 h 2398711"/>
              <a:gd name="connsiteX73257" fmla="*/ 1034998 w 2119654"/>
              <a:gd name="connsiteY73257" fmla="*/ 458651 h 2398711"/>
              <a:gd name="connsiteX73258" fmla="*/ 1035715 w 2119654"/>
              <a:gd name="connsiteY73258" fmla="*/ 459181 h 2398711"/>
              <a:gd name="connsiteX73259" fmla="*/ 1035246 w 2119654"/>
              <a:gd name="connsiteY73259" fmla="*/ 458449 h 2398711"/>
              <a:gd name="connsiteX73260" fmla="*/ 1051071 w 2119654"/>
              <a:gd name="connsiteY73260" fmla="*/ 422628 h 2398711"/>
              <a:gd name="connsiteX73261" fmla="*/ 1051028 w 2119654"/>
              <a:gd name="connsiteY73261" fmla="*/ 422794 h 2398711"/>
              <a:gd name="connsiteX73262" fmla="*/ 1050929 w 2119654"/>
              <a:gd name="connsiteY73262" fmla="*/ 423531 h 2398711"/>
              <a:gd name="connsiteX73263" fmla="*/ 1051101 w 2119654"/>
              <a:gd name="connsiteY73263" fmla="*/ 423676 h 2398711"/>
              <a:gd name="connsiteX73264" fmla="*/ 1051284 w 2119654"/>
              <a:gd name="connsiteY73264" fmla="*/ 422812 h 2398711"/>
              <a:gd name="connsiteX73265" fmla="*/ 1078695 w 2119654"/>
              <a:gd name="connsiteY73265" fmla="*/ 360618 h 2398711"/>
              <a:gd name="connsiteX73266" fmla="*/ 1079078 w 2119654"/>
              <a:gd name="connsiteY73266" fmla="*/ 361402 h 2398711"/>
              <a:gd name="connsiteX73267" fmla="*/ 1079229 w 2119654"/>
              <a:gd name="connsiteY73267" fmla="*/ 361510 h 2398711"/>
              <a:gd name="connsiteX73268" fmla="*/ 1079065 w 2119654"/>
              <a:gd name="connsiteY73268" fmla="*/ 360205 h 2398711"/>
              <a:gd name="connsiteX73269" fmla="*/ 1051307 w 2119654"/>
              <a:gd name="connsiteY73269" fmla="*/ 421719 h 2398711"/>
              <a:gd name="connsiteX73270" fmla="*/ 1051142 w 2119654"/>
              <a:gd name="connsiteY73270" fmla="*/ 422357 h 2398711"/>
              <a:gd name="connsiteX73271" fmla="*/ 1051343 w 2119654"/>
              <a:gd name="connsiteY73271" fmla="*/ 422532 h 2398711"/>
              <a:gd name="connsiteX73272" fmla="*/ 1051450 w 2119654"/>
              <a:gd name="connsiteY73272" fmla="*/ 422024 h 2398711"/>
              <a:gd name="connsiteX73273" fmla="*/ 1036694 w 2119654"/>
              <a:gd name="connsiteY73273" fmla="*/ 454437 h 2398711"/>
              <a:gd name="connsiteX73274" fmla="*/ 1037941 w 2119654"/>
              <a:gd name="connsiteY73274" fmla="*/ 455862 h 2398711"/>
              <a:gd name="connsiteX73275" fmla="*/ 1038474 w 2119654"/>
              <a:gd name="connsiteY73275" fmla="*/ 455429 h 2398711"/>
              <a:gd name="connsiteX73276" fmla="*/ 1039436 w 2119654"/>
              <a:gd name="connsiteY73276" fmla="*/ 453960 h 2398711"/>
              <a:gd name="connsiteX73277" fmla="*/ 1038781 w 2119654"/>
              <a:gd name="connsiteY73277" fmla="*/ 453115 h 2398711"/>
              <a:gd name="connsiteX73278" fmla="*/ 1037714 w 2119654"/>
              <a:gd name="connsiteY73278" fmla="*/ 452420 h 2398711"/>
              <a:gd name="connsiteX73279" fmla="*/ 1078416 w 2119654"/>
              <a:gd name="connsiteY73279" fmla="*/ 360929 h 2398711"/>
              <a:gd name="connsiteX73280" fmla="*/ 1078761 w 2119654"/>
              <a:gd name="connsiteY73280" fmla="*/ 361176 h 2398711"/>
              <a:gd name="connsiteX73281" fmla="*/ 1078562 w 2119654"/>
              <a:gd name="connsiteY73281" fmla="*/ 360767 h 2398711"/>
              <a:gd name="connsiteX73282" fmla="*/ 1061022 w 2119654"/>
              <a:gd name="connsiteY73282" fmla="*/ 399878 h 2398711"/>
              <a:gd name="connsiteX73283" fmla="*/ 1061832 w 2119654"/>
              <a:gd name="connsiteY73283" fmla="*/ 400536 h 2398711"/>
              <a:gd name="connsiteX73284" fmla="*/ 1061498 w 2119654"/>
              <a:gd name="connsiteY73284" fmla="*/ 399239 h 2398711"/>
              <a:gd name="connsiteX73285" fmla="*/ 1043952 w 2119654"/>
              <a:gd name="connsiteY73285" fmla="*/ 437848 h 2398711"/>
              <a:gd name="connsiteX73286" fmla="*/ 1044385 w 2119654"/>
              <a:gd name="connsiteY73286" fmla="*/ 438105 h 2398711"/>
              <a:gd name="connsiteX73287" fmla="*/ 1045104 w 2119654"/>
              <a:gd name="connsiteY73287" fmla="*/ 436684 h 2398711"/>
              <a:gd name="connsiteX73288" fmla="*/ 1045232 w 2119654"/>
              <a:gd name="connsiteY73288" fmla="*/ 436439 h 2398711"/>
              <a:gd name="connsiteX73289" fmla="*/ 1045355 w 2119654"/>
              <a:gd name="connsiteY73289" fmla="*/ 435965 h 2398711"/>
              <a:gd name="connsiteX73290" fmla="*/ 1035084 w 2119654"/>
              <a:gd name="connsiteY73290" fmla="*/ 457618 h 2398711"/>
              <a:gd name="connsiteX73291" fmla="*/ 1035322 w 2119654"/>
              <a:gd name="connsiteY73291" fmla="*/ 457988 h 2398711"/>
              <a:gd name="connsiteX73292" fmla="*/ 1036397 w 2119654"/>
              <a:gd name="connsiteY73292" fmla="*/ 457115 h 2398711"/>
              <a:gd name="connsiteX73293" fmla="*/ 1035764 w 2119654"/>
              <a:gd name="connsiteY73293" fmla="*/ 456274 h 2398711"/>
              <a:gd name="connsiteX73294" fmla="*/ 1060573 w 2119654"/>
              <a:gd name="connsiteY73294" fmla="*/ 400480 h 2398711"/>
              <a:gd name="connsiteX73295" fmla="*/ 1062124 w 2119654"/>
              <a:gd name="connsiteY73295" fmla="*/ 401743 h 2398711"/>
              <a:gd name="connsiteX73296" fmla="*/ 1062148 w 2119654"/>
              <a:gd name="connsiteY73296" fmla="*/ 401763 h 2398711"/>
              <a:gd name="connsiteX73297" fmla="*/ 1061955 w 2119654"/>
              <a:gd name="connsiteY73297" fmla="*/ 401012 h 2398711"/>
              <a:gd name="connsiteX73298" fmla="*/ 1060860 w 2119654"/>
              <a:gd name="connsiteY73298" fmla="*/ 400095 h 2398711"/>
              <a:gd name="connsiteX73299" fmla="*/ 1034680 w 2119654"/>
              <a:gd name="connsiteY73299" fmla="*/ 458417 h 2398711"/>
              <a:gd name="connsiteX73300" fmla="*/ 1034740 w 2119654"/>
              <a:gd name="connsiteY73300" fmla="*/ 458461 h 2398711"/>
              <a:gd name="connsiteX73301" fmla="*/ 1035077 w 2119654"/>
              <a:gd name="connsiteY73301" fmla="*/ 458187 h 2398711"/>
              <a:gd name="connsiteX73302" fmla="*/ 1034920 w 2119654"/>
              <a:gd name="connsiteY73302" fmla="*/ 457942 h 2398711"/>
              <a:gd name="connsiteX73303" fmla="*/ 433833 w 2119654"/>
              <a:gd name="connsiteY73303" fmla="*/ 1803707 h 2398711"/>
              <a:gd name="connsiteX73304" fmla="*/ 434021 w 2119654"/>
              <a:gd name="connsiteY73304" fmla="*/ 1803798 h 2398711"/>
              <a:gd name="connsiteX73305" fmla="*/ 434536 w 2119654"/>
              <a:gd name="connsiteY73305" fmla="*/ 1803709 h 2398711"/>
              <a:gd name="connsiteX73306" fmla="*/ 434265 w 2119654"/>
              <a:gd name="connsiteY73306" fmla="*/ 1803621 h 2398711"/>
              <a:gd name="connsiteX73307" fmla="*/ 447209 w 2119654"/>
              <a:gd name="connsiteY73307" fmla="*/ 1773647 h 2398711"/>
              <a:gd name="connsiteX73308" fmla="*/ 447822 w 2119654"/>
              <a:gd name="connsiteY73308" fmla="*/ 1773791 h 2398711"/>
              <a:gd name="connsiteX73309" fmla="*/ 448576 w 2119654"/>
              <a:gd name="connsiteY73309" fmla="*/ 1773806 h 2398711"/>
              <a:gd name="connsiteX73310" fmla="*/ 447776 w 2119654"/>
              <a:gd name="connsiteY73310" fmla="*/ 1773623 h 2398711"/>
              <a:gd name="connsiteX73311" fmla="*/ 1033427 w 2119654"/>
              <a:gd name="connsiteY73311" fmla="*/ 460892 h 2398711"/>
              <a:gd name="connsiteX73312" fmla="*/ 1033865 w 2119654"/>
              <a:gd name="connsiteY73312" fmla="*/ 462466 h 2398711"/>
              <a:gd name="connsiteX73313" fmla="*/ 1035267 w 2119654"/>
              <a:gd name="connsiteY73313" fmla="*/ 460326 h 2398711"/>
              <a:gd name="connsiteX73314" fmla="*/ 1034197 w 2119654"/>
              <a:gd name="connsiteY73314" fmla="*/ 459370 h 2398711"/>
              <a:gd name="connsiteX73315" fmla="*/ 1060138 w 2119654"/>
              <a:gd name="connsiteY73315" fmla="*/ 401066 h 2398711"/>
              <a:gd name="connsiteX73316" fmla="*/ 1059564 w 2119654"/>
              <a:gd name="connsiteY73316" fmla="*/ 403784 h 2398711"/>
              <a:gd name="connsiteX73317" fmla="*/ 1061062 w 2119654"/>
              <a:gd name="connsiteY73317" fmla="*/ 406178 h 2398711"/>
              <a:gd name="connsiteX73318" fmla="*/ 1062551 w 2119654"/>
              <a:gd name="connsiteY73318" fmla="*/ 403331 h 2398711"/>
              <a:gd name="connsiteX73319" fmla="*/ 1062384 w 2119654"/>
              <a:gd name="connsiteY73319" fmla="*/ 402683 h 2398711"/>
              <a:gd name="connsiteX73320" fmla="*/ 1060260 w 2119654"/>
              <a:gd name="connsiteY73320" fmla="*/ 400903 h 2398711"/>
              <a:gd name="connsiteX73321" fmla="*/ 1032607 w 2119654"/>
              <a:gd name="connsiteY73321" fmla="*/ 462513 h 2398711"/>
              <a:gd name="connsiteX73322" fmla="*/ 1032386 w 2119654"/>
              <a:gd name="connsiteY73322" fmla="*/ 464165 h 2398711"/>
              <a:gd name="connsiteX73323" fmla="*/ 1032535 w 2119654"/>
              <a:gd name="connsiteY73323" fmla="*/ 464498 h 2398711"/>
              <a:gd name="connsiteX73324" fmla="*/ 1033604 w 2119654"/>
              <a:gd name="connsiteY73324" fmla="*/ 462866 h 2398711"/>
              <a:gd name="connsiteX73325" fmla="*/ 1033601 w 2119654"/>
              <a:gd name="connsiteY73325" fmla="*/ 462853 h 2398711"/>
              <a:gd name="connsiteX73326" fmla="*/ 1033186 w 2119654"/>
              <a:gd name="connsiteY73326" fmla="*/ 461367 h 2398711"/>
              <a:gd name="connsiteX73327" fmla="*/ 1108509 w 2119654"/>
              <a:gd name="connsiteY73327" fmla="*/ 292161 h 2398711"/>
              <a:gd name="connsiteX73328" fmla="*/ 1108594 w 2119654"/>
              <a:gd name="connsiteY73328" fmla="*/ 292829 h 2398711"/>
              <a:gd name="connsiteX73329" fmla="*/ 1108771 w 2119654"/>
              <a:gd name="connsiteY73329" fmla="*/ 292624 h 2398711"/>
              <a:gd name="connsiteX73330" fmla="*/ 1012756 w 2119654"/>
              <a:gd name="connsiteY73330" fmla="*/ 506456 h 2398711"/>
              <a:gd name="connsiteX73331" fmla="*/ 1012663 w 2119654"/>
              <a:gd name="connsiteY73331" fmla="*/ 506669 h 2398711"/>
              <a:gd name="connsiteX73332" fmla="*/ 1014354 w 2119654"/>
              <a:gd name="connsiteY73332" fmla="*/ 509923 h 2398711"/>
              <a:gd name="connsiteX73333" fmla="*/ 1014721 w 2119654"/>
              <a:gd name="connsiteY73333" fmla="*/ 510391 h 2398711"/>
              <a:gd name="connsiteX73334" fmla="*/ 1015219 w 2119654"/>
              <a:gd name="connsiteY73334" fmla="*/ 509194 h 2398711"/>
              <a:gd name="connsiteX73335" fmla="*/ 1013140 w 2119654"/>
              <a:gd name="connsiteY73335" fmla="*/ 505576 h 2398711"/>
              <a:gd name="connsiteX73336" fmla="*/ 1012835 w 2119654"/>
              <a:gd name="connsiteY73336" fmla="*/ 506274 h 2398711"/>
              <a:gd name="connsiteX73337" fmla="*/ 1015236 w 2119654"/>
              <a:gd name="connsiteY73337" fmla="*/ 508946 h 2398711"/>
              <a:gd name="connsiteX73338" fmla="*/ 1013411 w 2119654"/>
              <a:gd name="connsiteY73338" fmla="*/ 504950 h 2398711"/>
              <a:gd name="connsiteX73339" fmla="*/ 1013389 w 2119654"/>
              <a:gd name="connsiteY73339" fmla="*/ 505000 h 2398711"/>
              <a:gd name="connsiteX73340" fmla="*/ 1015531 w 2119654"/>
              <a:gd name="connsiteY73340" fmla="*/ 508443 h 2398711"/>
              <a:gd name="connsiteX73341" fmla="*/ 1016427 w 2119654"/>
              <a:gd name="connsiteY73341" fmla="*/ 506290 h 2398711"/>
              <a:gd name="connsiteX73342" fmla="*/ 1061163 w 2119654"/>
              <a:gd name="connsiteY73342" fmla="*/ 397938 h 2398711"/>
              <a:gd name="connsiteX73343" fmla="*/ 1060679 w 2119654"/>
              <a:gd name="connsiteY73343" fmla="*/ 399413 h 2398711"/>
              <a:gd name="connsiteX73344" fmla="*/ 1061321 w 2119654"/>
              <a:gd name="connsiteY73344" fmla="*/ 398552 h 2398711"/>
              <a:gd name="connsiteX73345" fmla="*/ 1052437 w 2119654"/>
              <a:gd name="connsiteY73345" fmla="*/ 417352 h 2398711"/>
              <a:gd name="connsiteX73346" fmla="*/ 1051513 w 2119654"/>
              <a:gd name="connsiteY73346" fmla="*/ 420923 h 2398711"/>
              <a:gd name="connsiteX73347" fmla="*/ 1051631 w 2119654"/>
              <a:gd name="connsiteY73347" fmla="*/ 421168 h 2398711"/>
              <a:gd name="connsiteX73348" fmla="*/ 406785 w 2119654"/>
              <a:gd name="connsiteY73348" fmla="*/ 1863040 h 2398711"/>
              <a:gd name="connsiteX73349" fmla="*/ 427150 w 2119654"/>
              <a:gd name="connsiteY73349" fmla="*/ 1871057 h 2398711"/>
              <a:gd name="connsiteX73350" fmla="*/ 438184 w 2119654"/>
              <a:gd name="connsiteY73350" fmla="*/ 1870987 h 2398711"/>
              <a:gd name="connsiteX73351" fmla="*/ 438334 w 2119654"/>
              <a:gd name="connsiteY73351" fmla="*/ 1870941 h 2398711"/>
              <a:gd name="connsiteX73352" fmla="*/ 437971 w 2119654"/>
              <a:gd name="connsiteY73352" fmla="*/ 1867536 h 2398711"/>
              <a:gd name="connsiteX73353" fmla="*/ 428542 w 2119654"/>
              <a:gd name="connsiteY73353" fmla="*/ 1866666 h 2398711"/>
              <a:gd name="connsiteX73354" fmla="*/ 417024 w 2119654"/>
              <a:gd name="connsiteY73354" fmla="*/ 1840069 h 2398711"/>
              <a:gd name="connsiteX73355" fmla="*/ 417879 w 2119654"/>
              <a:gd name="connsiteY73355" fmla="*/ 1840673 h 2398711"/>
              <a:gd name="connsiteX73356" fmla="*/ 419711 w 2119654"/>
              <a:gd name="connsiteY73356" fmla="*/ 1840123 h 2398711"/>
              <a:gd name="connsiteX73357" fmla="*/ 419387 w 2119654"/>
              <a:gd name="connsiteY73357" fmla="*/ 1839961 h 2398711"/>
              <a:gd name="connsiteX73358" fmla="*/ 418853 w 2119654"/>
              <a:gd name="connsiteY73358" fmla="*/ 1839991 h 2398711"/>
              <a:gd name="connsiteX73359" fmla="*/ 1017530 w 2119654"/>
              <a:gd name="connsiteY73359" fmla="*/ 495419 h 2398711"/>
              <a:gd name="connsiteX73360" fmla="*/ 1018064 w 2119654"/>
              <a:gd name="connsiteY73360" fmla="*/ 495986 h 2398711"/>
              <a:gd name="connsiteX73361" fmla="*/ 1018012 w 2119654"/>
              <a:gd name="connsiteY73361" fmla="*/ 495851 h 2398711"/>
              <a:gd name="connsiteX73362" fmla="*/ 1033208 w 2119654"/>
              <a:gd name="connsiteY73362" fmla="*/ 460104 h 2398711"/>
              <a:gd name="connsiteX73363" fmla="*/ 1033224 w 2119654"/>
              <a:gd name="connsiteY73363" fmla="*/ 460160 h 2398711"/>
              <a:gd name="connsiteX73364" fmla="*/ 1033284 w 2119654"/>
              <a:gd name="connsiteY73364" fmla="*/ 460042 h 2398711"/>
              <a:gd name="connsiteX73365" fmla="*/ 1032896 w 2119654"/>
              <a:gd name="connsiteY73365" fmla="*/ 460357 h 2398711"/>
              <a:gd name="connsiteX73366" fmla="*/ 1032814 w 2119654"/>
              <a:gd name="connsiteY73366" fmla="*/ 460970 h 2398711"/>
              <a:gd name="connsiteX73367" fmla="*/ 1032982 w 2119654"/>
              <a:gd name="connsiteY73367" fmla="*/ 460637 h 2398711"/>
              <a:gd name="connsiteX73368" fmla="*/ 1032903 w 2119654"/>
              <a:gd name="connsiteY73368" fmla="*/ 460352 h 2398711"/>
              <a:gd name="connsiteX73369" fmla="*/ 1041044 w 2119654"/>
              <a:gd name="connsiteY73369" fmla="*/ 441754 h 2398711"/>
              <a:gd name="connsiteX73370" fmla="*/ 1041839 w 2119654"/>
              <a:gd name="connsiteY73370" fmla="*/ 443135 h 2398711"/>
              <a:gd name="connsiteX73371" fmla="*/ 1043944 w 2119654"/>
              <a:gd name="connsiteY73371" fmla="*/ 438977 h 2398711"/>
              <a:gd name="connsiteX73372" fmla="*/ 1043508 w 2119654"/>
              <a:gd name="connsiteY73372" fmla="*/ 438445 h 2398711"/>
              <a:gd name="connsiteX73373" fmla="*/ 1044626 w 2119654"/>
              <a:gd name="connsiteY73373" fmla="*/ 433578 h 2398711"/>
              <a:gd name="connsiteX73374" fmla="*/ 1045395 w 2119654"/>
              <a:gd name="connsiteY73374" fmla="*/ 435221 h 2398711"/>
              <a:gd name="connsiteX73375" fmla="*/ 1045630 w 2119654"/>
              <a:gd name="connsiteY73375" fmla="*/ 434907 h 2398711"/>
              <a:gd name="connsiteX73376" fmla="*/ 1046651 w 2119654"/>
              <a:gd name="connsiteY73376" fmla="*/ 430961 h 2398711"/>
              <a:gd name="connsiteX73377" fmla="*/ 1046553 w 2119654"/>
              <a:gd name="connsiteY73377" fmla="*/ 430877 h 2398711"/>
              <a:gd name="connsiteX73378" fmla="*/ 1040661 w 2119654"/>
              <a:gd name="connsiteY73378" fmla="*/ 442270 h 2398711"/>
              <a:gd name="connsiteX73379" fmla="*/ 1041372 w 2119654"/>
              <a:gd name="connsiteY73379" fmla="*/ 444059 h 2398711"/>
              <a:gd name="connsiteX73380" fmla="*/ 1041696 w 2119654"/>
              <a:gd name="connsiteY73380" fmla="*/ 443418 h 2398711"/>
              <a:gd name="connsiteX73381" fmla="*/ 1040871 w 2119654"/>
              <a:gd name="connsiteY73381" fmla="*/ 441987 h 2398711"/>
              <a:gd name="connsiteX73382" fmla="*/ 418503 w 2119654"/>
              <a:gd name="connsiteY73382" fmla="*/ 1835337 h 2398711"/>
              <a:gd name="connsiteX73383" fmla="*/ 421614 w 2119654"/>
              <a:gd name="connsiteY73383" fmla="*/ 1836897 h 2398711"/>
              <a:gd name="connsiteX73384" fmla="*/ 422560 w 2119654"/>
              <a:gd name="connsiteY73384" fmla="*/ 1837256 h 2398711"/>
              <a:gd name="connsiteX73385" fmla="*/ 426237 w 2119654"/>
              <a:gd name="connsiteY73385" fmla="*/ 1837059 h 2398711"/>
              <a:gd name="connsiteX73386" fmla="*/ 419432 w 2119654"/>
              <a:gd name="connsiteY73386" fmla="*/ 1835429 h 2398711"/>
              <a:gd name="connsiteX73387" fmla="*/ 1023540 w 2119654"/>
              <a:gd name="connsiteY73387" fmla="*/ 480427 h 2398711"/>
              <a:gd name="connsiteX73388" fmla="*/ 1023806 w 2119654"/>
              <a:gd name="connsiteY73388" fmla="*/ 480667 h 2398711"/>
              <a:gd name="connsiteX73389" fmla="*/ 1023829 w 2119654"/>
              <a:gd name="connsiteY73389" fmla="*/ 480442 h 2398711"/>
              <a:gd name="connsiteX73390" fmla="*/ 1023714 w 2119654"/>
              <a:gd name="connsiteY73390" fmla="*/ 480084 h 2398711"/>
              <a:gd name="connsiteX73391" fmla="*/ 431258 w 2119654"/>
              <a:gd name="connsiteY73391" fmla="*/ 1806505 h 2398711"/>
              <a:gd name="connsiteX73392" fmla="*/ 434924 w 2119654"/>
              <a:gd name="connsiteY73392" fmla="*/ 1809227 h 2398711"/>
              <a:gd name="connsiteX73393" fmla="*/ 434916 w 2119654"/>
              <a:gd name="connsiteY73393" fmla="*/ 1808575 h 2398711"/>
              <a:gd name="connsiteX73394" fmla="*/ 431782 w 2119654"/>
              <a:gd name="connsiteY73394" fmla="*/ 1806413 h 2398711"/>
              <a:gd name="connsiteX73395" fmla="*/ 442833 w 2119654"/>
              <a:gd name="connsiteY73395" fmla="*/ 1780579 h 2398711"/>
              <a:gd name="connsiteX73396" fmla="*/ 442984 w 2119654"/>
              <a:gd name="connsiteY73396" fmla="*/ 1780930 h 2398711"/>
              <a:gd name="connsiteX73397" fmla="*/ 450979 w 2119654"/>
              <a:gd name="connsiteY73397" fmla="*/ 1783430 h 2398711"/>
              <a:gd name="connsiteX73398" fmla="*/ 451323 w 2119654"/>
              <a:gd name="connsiteY73398" fmla="*/ 1783457 h 2398711"/>
              <a:gd name="connsiteX73399" fmla="*/ 447850 w 2119654"/>
              <a:gd name="connsiteY73399" fmla="*/ 1781214 h 2398711"/>
              <a:gd name="connsiteX73400" fmla="*/ 447809 w 2119654"/>
              <a:gd name="connsiteY73400" fmla="*/ 1781203 h 2398711"/>
              <a:gd name="connsiteX73401" fmla="*/ 444683 w 2119654"/>
              <a:gd name="connsiteY73401" fmla="*/ 1780295 h 2398711"/>
              <a:gd name="connsiteX73402" fmla="*/ 1063661 w 2119654"/>
              <a:gd name="connsiteY73402" fmla="*/ 390313 h 2398711"/>
              <a:gd name="connsiteX73403" fmla="*/ 1061414 w 2119654"/>
              <a:gd name="connsiteY73403" fmla="*/ 397172 h 2398711"/>
              <a:gd name="connsiteX73404" fmla="*/ 1061654 w 2119654"/>
              <a:gd name="connsiteY73404" fmla="*/ 398103 h 2398711"/>
              <a:gd name="connsiteX73405" fmla="*/ 1065073 w 2119654"/>
              <a:gd name="connsiteY73405" fmla="*/ 393511 h 2398711"/>
              <a:gd name="connsiteX73406" fmla="*/ 1065166 w 2119654"/>
              <a:gd name="connsiteY73406" fmla="*/ 393390 h 2398711"/>
              <a:gd name="connsiteX73407" fmla="*/ 1064089 w 2119654"/>
              <a:gd name="connsiteY73407" fmla="*/ 390996 h 2398711"/>
              <a:gd name="connsiteX73408" fmla="*/ 1040147 w 2119654"/>
              <a:gd name="connsiteY73408" fmla="*/ 442959 h 2398711"/>
              <a:gd name="connsiteX73409" fmla="*/ 1040704 w 2119654"/>
              <a:gd name="connsiteY73409" fmla="*/ 445378 h 2398711"/>
              <a:gd name="connsiteX73410" fmla="*/ 1041274 w 2119654"/>
              <a:gd name="connsiteY73410" fmla="*/ 444253 h 2398711"/>
              <a:gd name="connsiteX73411" fmla="*/ 1041204 w 2119654"/>
              <a:gd name="connsiteY73411" fmla="*/ 444068 h 2398711"/>
              <a:gd name="connsiteX73412" fmla="*/ 1040548 w 2119654"/>
              <a:gd name="connsiteY73412" fmla="*/ 442421 h 2398711"/>
              <a:gd name="connsiteX73413" fmla="*/ 418577 w 2119654"/>
              <a:gd name="connsiteY73413" fmla="*/ 1834672 h 2398711"/>
              <a:gd name="connsiteX73414" fmla="*/ 433128 w 2119654"/>
              <a:gd name="connsiteY73414" fmla="*/ 1836101 h 2398711"/>
              <a:gd name="connsiteX73415" fmla="*/ 434040 w 2119654"/>
              <a:gd name="connsiteY73415" fmla="*/ 1835827 h 2398711"/>
              <a:gd name="connsiteX73416" fmla="*/ 431447 w 2119654"/>
              <a:gd name="connsiteY73416" fmla="*/ 1834929 h 2398711"/>
              <a:gd name="connsiteX73417" fmla="*/ 425570 w 2119654"/>
              <a:gd name="connsiteY73417" fmla="*/ 1834264 h 2398711"/>
              <a:gd name="connsiteX73418" fmla="*/ 1033153 w 2119654"/>
              <a:gd name="connsiteY73418" fmla="*/ 458437 h 2398711"/>
              <a:gd name="connsiteX73419" fmla="*/ 1033020 w 2119654"/>
              <a:gd name="connsiteY73419" fmla="*/ 459429 h 2398711"/>
              <a:gd name="connsiteX73420" fmla="*/ 1033118 w 2119654"/>
              <a:gd name="connsiteY73420" fmla="*/ 459778 h 2398711"/>
              <a:gd name="connsiteX73421" fmla="*/ 1033626 w 2119654"/>
              <a:gd name="connsiteY73421" fmla="*/ 459366 h 2398711"/>
              <a:gd name="connsiteX73422" fmla="*/ 1033803 w 2119654"/>
              <a:gd name="connsiteY73422" fmla="*/ 459017 h 2398711"/>
              <a:gd name="connsiteX73423" fmla="*/ 441539 w 2119654"/>
              <a:gd name="connsiteY73423" fmla="*/ 1782940 h 2398711"/>
              <a:gd name="connsiteX73424" fmla="*/ 441907 w 2119654"/>
              <a:gd name="connsiteY73424" fmla="*/ 1783052 h 2398711"/>
              <a:gd name="connsiteX73425" fmla="*/ 441775 w 2119654"/>
              <a:gd name="connsiteY73425" fmla="*/ 1782966 h 2398711"/>
              <a:gd name="connsiteX73426" fmla="*/ 1064409 w 2119654"/>
              <a:gd name="connsiteY73426" fmla="*/ 388027 h 2398711"/>
              <a:gd name="connsiteX73427" fmla="*/ 1064139 w 2119654"/>
              <a:gd name="connsiteY73427" fmla="*/ 388852 h 2398711"/>
              <a:gd name="connsiteX73428" fmla="*/ 1064898 w 2119654"/>
              <a:gd name="connsiteY73428" fmla="*/ 389923 h 2398711"/>
              <a:gd name="connsiteX73429" fmla="*/ 1020013 w 2119654"/>
              <a:gd name="connsiteY73429" fmla="*/ 487398 h 2398711"/>
              <a:gd name="connsiteX73430" fmla="*/ 1022415 w 2119654"/>
              <a:gd name="connsiteY73430" fmla="*/ 492269 h 2398711"/>
              <a:gd name="connsiteX73431" fmla="*/ 1022676 w 2119654"/>
              <a:gd name="connsiteY73431" fmla="*/ 491664 h 2398711"/>
              <a:gd name="connsiteX73432" fmla="*/ 1023098 w 2119654"/>
              <a:gd name="connsiteY73432" fmla="*/ 487561 h 2398711"/>
              <a:gd name="connsiteX73433" fmla="*/ 1022667 w 2119654"/>
              <a:gd name="connsiteY73433" fmla="*/ 486962 h 2398711"/>
              <a:gd name="connsiteX73434" fmla="*/ 1022822 w 2119654"/>
              <a:gd name="connsiteY73434" fmla="*/ 487006 h 2398711"/>
              <a:gd name="connsiteX73435" fmla="*/ 1023113 w 2119654"/>
              <a:gd name="connsiteY73435" fmla="*/ 487411 h 2398711"/>
              <a:gd name="connsiteX73436" fmla="*/ 1023119 w 2119654"/>
              <a:gd name="connsiteY73436" fmla="*/ 487350 h 2398711"/>
              <a:gd name="connsiteX73437" fmla="*/ 1021379 w 2119654"/>
              <a:gd name="connsiteY73437" fmla="*/ 484698 h 2398711"/>
              <a:gd name="connsiteX73438" fmla="*/ 432422 w 2119654"/>
              <a:gd name="connsiteY73438" fmla="*/ 1803029 h 2398711"/>
              <a:gd name="connsiteX73439" fmla="*/ 433550 w 2119654"/>
              <a:gd name="connsiteY73439" fmla="*/ 1803572 h 2398711"/>
              <a:gd name="connsiteX73440" fmla="*/ 433897 w 2119654"/>
              <a:gd name="connsiteY73440" fmla="*/ 1803503 h 2398711"/>
              <a:gd name="connsiteX73441" fmla="*/ 1012230 w 2119654"/>
              <a:gd name="connsiteY73441" fmla="*/ 504425 h 2398711"/>
              <a:gd name="connsiteX73442" fmla="*/ 1011989 w 2119654"/>
              <a:gd name="connsiteY73442" fmla="*/ 505369 h 2398711"/>
              <a:gd name="connsiteX73443" fmla="*/ 1012586 w 2119654"/>
              <a:gd name="connsiteY73443" fmla="*/ 506521 h 2398711"/>
              <a:gd name="connsiteX73444" fmla="*/ 1012661 w 2119654"/>
              <a:gd name="connsiteY73444" fmla="*/ 506348 h 2398711"/>
              <a:gd name="connsiteX73445" fmla="*/ 1012374 w 2119654"/>
              <a:gd name="connsiteY73445" fmla="*/ 506030 h 2398711"/>
              <a:gd name="connsiteX73446" fmla="*/ 1012660 w 2119654"/>
              <a:gd name="connsiteY73446" fmla="*/ 506080 h 2398711"/>
              <a:gd name="connsiteX73447" fmla="*/ 1012740 w 2119654"/>
              <a:gd name="connsiteY73447" fmla="*/ 506168 h 2398711"/>
              <a:gd name="connsiteX73448" fmla="*/ 1013056 w 2119654"/>
              <a:gd name="connsiteY73448" fmla="*/ 505441 h 2398711"/>
              <a:gd name="connsiteX73449" fmla="*/ 1012498 w 2119654"/>
              <a:gd name="connsiteY73449" fmla="*/ 504544 h 2398711"/>
              <a:gd name="connsiteX73450" fmla="*/ 1042525 w 2119654"/>
              <a:gd name="connsiteY73450" fmla="*/ 436557 h 2398711"/>
              <a:gd name="connsiteX73451" fmla="*/ 1043232 w 2119654"/>
              <a:gd name="connsiteY73451" fmla="*/ 437420 h 2398711"/>
              <a:gd name="connsiteX73452" fmla="*/ 1043597 w 2119654"/>
              <a:gd name="connsiteY73452" fmla="*/ 437637 h 2398711"/>
              <a:gd name="connsiteX73453" fmla="*/ 1045216 w 2119654"/>
              <a:gd name="connsiteY73453" fmla="*/ 435462 h 2398711"/>
              <a:gd name="connsiteX73454" fmla="*/ 1044449 w 2119654"/>
              <a:gd name="connsiteY73454" fmla="*/ 433825 h 2398711"/>
              <a:gd name="connsiteX73455" fmla="*/ 1042812 w 2119654"/>
              <a:gd name="connsiteY73455" fmla="*/ 436119 h 2398711"/>
              <a:gd name="connsiteX73456" fmla="*/ 1018295 w 2119654"/>
              <a:gd name="connsiteY73456" fmla="*/ 490793 h 2398711"/>
              <a:gd name="connsiteX73457" fmla="*/ 1021618 w 2119654"/>
              <a:gd name="connsiteY73457" fmla="*/ 494112 h 2398711"/>
              <a:gd name="connsiteX73458" fmla="*/ 1022120 w 2119654"/>
              <a:gd name="connsiteY73458" fmla="*/ 492951 h 2398711"/>
              <a:gd name="connsiteX73459" fmla="*/ 1019735 w 2119654"/>
              <a:gd name="connsiteY73459" fmla="*/ 487948 h 2398711"/>
              <a:gd name="connsiteX73460" fmla="*/ 439610 w 2119654"/>
              <a:gd name="connsiteY73460" fmla="*/ 1786556 h 2398711"/>
              <a:gd name="connsiteX73461" fmla="*/ 439555 w 2119654"/>
              <a:gd name="connsiteY73461" fmla="*/ 1787061 h 2398711"/>
              <a:gd name="connsiteX73462" fmla="*/ 440860 w 2119654"/>
              <a:gd name="connsiteY73462" fmla="*/ 1786901 h 2398711"/>
              <a:gd name="connsiteX73463" fmla="*/ 1017604 w 2119654"/>
              <a:gd name="connsiteY73463" fmla="*/ 492160 h 2398711"/>
              <a:gd name="connsiteX73464" fmla="*/ 1018457 w 2119654"/>
              <a:gd name="connsiteY73464" fmla="*/ 494376 h 2398711"/>
              <a:gd name="connsiteX73465" fmla="*/ 1020575 w 2119654"/>
              <a:gd name="connsiteY73465" fmla="*/ 496526 h 2398711"/>
              <a:gd name="connsiteX73466" fmla="*/ 1021381 w 2119654"/>
              <a:gd name="connsiteY73466" fmla="*/ 494659 h 2398711"/>
              <a:gd name="connsiteX73467" fmla="*/ 1018031 w 2119654"/>
              <a:gd name="connsiteY73467" fmla="*/ 491315 h 2398711"/>
              <a:gd name="connsiteX73468" fmla="*/ 1016732 w 2119654"/>
              <a:gd name="connsiteY73468" fmla="*/ 493881 h 2398711"/>
              <a:gd name="connsiteX73469" fmla="*/ 1017527 w 2119654"/>
              <a:gd name="connsiteY73469" fmla="*/ 494590 h 2398711"/>
              <a:gd name="connsiteX73470" fmla="*/ 1017397 w 2119654"/>
              <a:gd name="connsiteY73470" fmla="*/ 494253 h 2398711"/>
              <a:gd name="connsiteX73471" fmla="*/ 1016833 w 2119654"/>
              <a:gd name="connsiteY73471" fmla="*/ 493681 h 2398711"/>
              <a:gd name="connsiteX73472" fmla="*/ 1055239 w 2119654"/>
              <a:gd name="connsiteY73472" fmla="*/ 407645 h 2398711"/>
              <a:gd name="connsiteX73473" fmla="*/ 1055361 w 2119654"/>
              <a:gd name="connsiteY73473" fmla="*/ 407838 h 2398711"/>
              <a:gd name="connsiteX73474" fmla="*/ 1055398 w 2119654"/>
              <a:gd name="connsiteY73474" fmla="*/ 407723 h 2398711"/>
              <a:gd name="connsiteX73475" fmla="*/ 1055293 w 2119654"/>
              <a:gd name="connsiteY73475" fmla="*/ 407571 h 2398711"/>
              <a:gd name="connsiteX73476" fmla="*/ 442431 w 2119654"/>
              <a:gd name="connsiteY73476" fmla="*/ 1779642 h 2398711"/>
              <a:gd name="connsiteX73477" fmla="*/ 442774 w 2119654"/>
              <a:gd name="connsiteY73477" fmla="*/ 1780440 h 2398711"/>
              <a:gd name="connsiteX73478" fmla="*/ 444351 w 2119654"/>
              <a:gd name="connsiteY73478" fmla="*/ 1780199 h 2398711"/>
              <a:gd name="connsiteX73479" fmla="*/ 1015525 w 2119654"/>
              <a:gd name="connsiteY73479" fmla="*/ 496277 h 2398711"/>
              <a:gd name="connsiteX73480" fmla="*/ 1019226 w 2119654"/>
              <a:gd name="connsiteY73480" fmla="*/ 499648 h 2398711"/>
              <a:gd name="connsiteX73481" fmla="*/ 1019357 w 2119654"/>
              <a:gd name="connsiteY73481" fmla="*/ 499345 h 2398711"/>
              <a:gd name="connsiteX73482" fmla="*/ 1018647 w 2119654"/>
              <a:gd name="connsiteY73482" fmla="*/ 497501 h 2398711"/>
              <a:gd name="connsiteX73483" fmla="*/ 1016208 w 2119654"/>
              <a:gd name="connsiteY73483" fmla="*/ 494918 h 2398711"/>
              <a:gd name="connsiteX73484" fmla="*/ 1015576 w 2119654"/>
              <a:gd name="connsiteY73484" fmla="*/ 496166 h 2398711"/>
              <a:gd name="connsiteX73485" fmla="*/ 1014716 w 2119654"/>
              <a:gd name="connsiteY73485" fmla="*/ 498048 h 2398711"/>
              <a:gd name="connsiteX73486" fmla="*/ 1016278 w 2119654"/>
              <a:gd name="connsiteY73486" fmla="*/ 504074 h 2398711"/>
              <a:gd name="connsiteX73487" fmla="*/ 1017182 w 2119654"/>
              <a:gd name="connsiteY73487" fmla="*/ 504476 h 2398711"/>
              <a:gd name="connsiteX73488" fmla="*/ 1018282 w 2119654"/>
              <a:gd name="connsiteY73488" fmla="*/ 501834 h 2398711"/>
              <a:gd name="connsiteX73489" fmla="*/ 1018320 w 2119654"/>
              <a:gd name="connsiteY73489" fmla="*/ 501745 h 2398711"/>
              <a:gd name="connsiteX73490" fmla="*/ 1015491 w 2119654"/>
              <a:gd name="connsiteY73490" fmla="*/ 498205 h 2398711"/>
              <a:gd name="connsiteX73491" fmla="*/ 1014851 w 2119654"/>
              <a:gd name="connsiteY73491" fmla="*/ 497753 h 2398711"/>
              <a:gd name="connsiteX73492" fmla="*/ 439721 w 2119654"/>
              <a:gd name="connsiteY73492" fmla="*/ 1785529 h 2398711"/>
              <a:gd name="connsiteX73493" fmla="*/ 439626 w 2119654"/>
              <a:gd name="connsiteY73493" fmla="*/ 1786407 h 2398711"/>
              <a:gd name="connsiteX73494" fmla="*/ 441243 w 2119654"/>
              <a:gd name="connsiteY73494" fmla="*/ 1786855 h 2398711"/>
              <a:gd name="connsiteX73495" fmla="*/ 441644 w 2119654"/>
              <a:gd name="connsiteY73495" fmla="*/ 1786805 h 2398711"/>
              <a:gd name="connsiteX73496" fmla="*/ 442177 w 2119654"/>
              <a:gd name="connsiteY73496" fmla="*/ 1786661 h 2398711"/>
              <a:gd name="connsiteX73497" fmla="*/ 1012768 w 2119654"/>
              <a:gd name="connsiteY73497" fmla="*/ 502311 h 2398711"/>
              <a:gd name="connsiteX73498" fmla="*/ 1012721 w 2119654"/>
              <a:gd name="connsiteY73498" fmla="*/ 502495 h 2398711"/>
              <a:gd name="connsiteX73499" fmla="*/ 1015920 w 2119654"/>
              <a:gd name="connsiteY73499" fmla="*/ 503916 h 2398711"/>
              <a:gd name="connsiteX73500" fmla="*/ 1014515 w 2119654"/>
              <a:gd name="connsiteY73500" fmla="*/ 498488 h 2398711"/>
              <a:gd name="connsiteX73501" fmla="*/ 1033514 w 2119654"/>
              <a:gd name="connsiteY73501" fmla="*/ 455749 h 2398711"/>
              <a:gd name="connsiteX73502" fmla="*/ 1033293 w 2119654"/>
              <a:gd name="connsiteY73502" fmla="*/ 457395 h 2398711"/>
              <a:gd name="connsiteX73503" fmla="*/ 1034262 w 2119654"/>
              <a:gd name="connsiteY73503" fmla="*/ 458109 h 2398711"/>
              <a:gd name="connsiteX73504" fmla="*/ 1034600 w 2119654"/>
              <a:gd name="connsiteY73504" fmla="*/ 457441 h 2398711"/>
              <a:gd name="connsiteX73505" fmla="*/ 1037419 w 2119654"/>
              <a:gd name="connsiteY73505" fmla="*/ 446898 h 2398711"/>
              <a:gd name="connsiteX73506" fmla="*/ 1038855 w 2119654"/>
              <a:gd name="connsiteY73506" fmla="*/ 449033 h 2398711"/>
              <a:gd name="connsiteX73507" fmla="*/ 1039035 w 2119654"/>
              <a:gd name="connsiteY73507" fmla="*/ 448675 h 2398711"/>
              <a:gd name="connsiteX73508" fmla="*/ 1038322 w 2119654"/>
              <a:gd name="connsiteY73508" fmla="*/ 445577 h 2398711"/>
              <a:gd name="connsiteX73509" fmla="*/ 1048976 w 2119654"/>
              <a:gd name="connsiteY73509" fmla="*/ 420811 h 2398711"/>
              <a:gd name="connsiteX73510" fmla="*/ 1049118 w 2119654"/>
              <a:gd name="connsiteY73510" fmla="*/ 421429 h 2398711"/>
              <a:gd name="connsiteX73511" fmla="*/ 1049222 w 2119654"/>
              <a:gd name="connsiteY73511" fmla="*/ 421026 h 2398711"/>
              <a:gd name="connsiteX73512" fmla="*/ 439960 w 2119654"/>
              <a:gd name="connsiteY73512" fmla="*/ 1784497 h 2398711"/>
              <a:gd name="connsiteX73513" fmla="*/ 439777 w 2119654"/>
              <a:gd name="connsiteY73513" fmla="*/ 1785160 h 2398711"/>
              <a:gd name="connsiteX73514" fmla="*/ 442784 w 2119654"/>
              <a:gd name="connsiteY73514" fmla="*/ 1786497 h 2398711"/>
              <a:gd name="connsiteX73515" fmla="*/ 443728 w 2119654"/>
              <a:gd name="connsiteY73515" fmla="*/ 1786241 h 2398711"/>
              <a:gd name="connsiteX73516" fmla="*/ 443457 w 2119654"/>
              <a:gd name="connsiteY73516" fmla="*/ 1785607 h 2398711"/>
              <a:gd name="connsiteX73517" fmla="*/ 1066877 w 2119654"/>
              <a:gd name="connsiteY73517" fmla="*/ 380495 h 2398711"/>
              <a:gd name="connsiteX73518" fmla="*/ 1064597 w 2119654"/>
              <a:gd name="connsiteY73518" fmla="*/ 387455 h 2398711"/>
              <a:gd name="connsiteX73519" fmla="*/ 1065440 w 2119654"/>
              <a:gd name="connsiteY73519" fmla="*/ 390727 h 2398711"/>
              <a:gd name="connsiteX73520" fmla="*/ 1066250 w 2119654"/>
              <a:gd name="connsiteY73520" fmla="*/ 391975 h 2398711"/>
              <a:gd name="connsiteX73521" fmla="*/ 1067156 w 2119654"/>
              <a:gd name="connsiteY73521" fmla="*/ 390792 h 2398711"/>
              <a:gd name="connsiteX73522" fmla="*/ 1066588 w 2119654"/>
              <a:gd name="connsiteY73522" fmla="*/ 389530 h 2398711"/>
              <a:gd name="connsiteX73523" fmla="*/ 1066947 w 2119654"/>
              <a:gd name="connsiteY73523" fmla="*/ 389716 h 2398711"/>
              <a:gd name="connsiteX73524" fmla="*/ 1067329 w 2119654"/>
              <a:gd name="connsiteY73524" fmla="*/ 390566 h 2398711"/>
              <a:gd name="connsiteX73525" fmla="*/ 1071191 w 2119654"/>
              <a:gd name="connsiteY73525" fmla="*/ 385522 h 2398711"/>
              <a:gd name="connsiteX73526" fmla="*/ 1067183 w 2119654"/>
              <a:gd name="connsiteY73526" fmla="*/ 380836 h 2398711"/>
              <a:gd name="connsiteX73527" fmla="*/ 1036841 w 2119654"/>
              <a:gd name="connsiteY73527" fmla="*/ 447743 h 2398711"/>
              <a:gd name="connsiteX73528" fmla="*/ 1038387 w 2119654"/>
              <a:gd name="connsiteY73528" fmla="*/ 449735 h 2398711"/>
              <a:gd name="connsiteX73529" fmla="*/ 1038474 w 2119654"/>
              <a:gd name="connsiteY73529" fmla="*/ 449786 h 2398711"/>
              <a:gd name="connsiteX73530" fmla="*/ 1038782 w 2119654"/>
              <a:gd name="connsiteY73530" fmla="*/ 449179 h 2398711"/>
              <a:gd name="connsiteX73531" fmla="*/ 1037318 w 2119654"/>
              <a:gd name="connsiteY73531" fmla="*/ 447045 h 2398711"/>
              <a:gd name="connsiteX73532" fmla="*/ 1016740 w 2119654"/>
              <a:gd name="connsiteY73532" fmla="*/ 492634 h 2398711"/>
              <a:gd name="connsiteX73533" fmla="*/ 1016773 w 2119654"/>
              <a:gd name="connsiteY73533" fmla="*/ 492667 h 2398711"/>
              <a:gd name="connsiteX73534" fmla="*/ 1016781 w 2119654"/>
              <a:gd name="connsiteY73534" fmla="*/ 492653 h 2398711"/>
              <a:gd name="connsiteX73535" fmla="*/ 1016759 w 2119654"/>
              <a:gd name="connsiteY73535" fmla="*/ 492600 h 2398711"/>
              <a:gd name="connsiteX73536" fmla="*/ 1040145 w 2119654"/>
              <a:gd name="connsiteY73536" fmla="*/ 440192 h 2398711"/>
              <a:gd name="connsiteX73537" fmla="*/ 1040820 w 2119654"/>
              <a:gd name="connsiteY73537" fmla="*/ 441366 h 2398711"/>
              <a:gd name="connsiteX73538" fmla="*/ 1043239 w 2119654"/>
              <a:gd name="connsiteY73538" fmla="*/ 438116 h 2398711"/>
              <a:gd name="connsiteX73539" fmla="*/ 1043172 w 2119654"/>
              <a:gd name="connsiteY73539" fmla="*/ 438036 h 2398711"/>
              <a:gd name="connsiteX73540" fmla="*/ 1042009 w 2119654"/>
              <a:gd name="connsiteY73540" fmla="*/ 437344 h 2398711"/>
              <a:gd name="connsiteX73541" fmla="*/ 1039952 w 2119654"/>
              <a:gd name="connsiteY73541" fmla="*/ 440485 h 2398711"/>
              <a:gd name="connsiteX73542" fmla="*/ 1040482 w 2119654"/>
              <a:gd name="connsiteY73542" fmla="*/ 441819 h 2398711"/>
              <a:gd name="connsiteX73543" fmla="*/ 1040647 w 2119654"/>
              <a:gd name="connsiteY73543" fmla="*/ 441597 h 2398711"/>
              <a:gd name="connsiteX73544" fmla="*/ 1039981 w 2119654"/>
              <a:gd name="connsiteY73544" fmla="*/ 440441 h 2398711"/>
              <a:gd name="connsiteX73545" fmla="*/ 1016275 w 2119654"/>
              <a:gd name="connsiteY73545" fmla="*/ 493473 h 2398711"/>
              <a:gd name="connsiteX73546" fmla="*/ 1016337 w 2119654"/>
              <a:gd name="connsiteY73546" fmla="*/ 493528 h 2398711"/>
              <a:gd name="connsiteX73547" fmla="*/ 1016454 w 2119654"/>
              <a:gd name="connsiteY73547" fmla="*/ 493297 h 2398711"/>
              <a:gd name="connsiteX73548" fmla="*/ 1016402 w 2119654"/>
              <a:gd name="connsiteY73548" fmla="*/ 493244 h 2398711"/>
              <a:gd name="connsiteX73549" fmla="*/ 1039675 w 2119654"/>
              <a:gd name="connsiteY73549" fmla="*/ 440909 h 2398711"/>
              <a:gd name="connsiteX73550" fmla="*/ 1040026 w 2119654"/>
              <a:gd name="connsiteY73550" fmla="*/ 442432 h 2398711"/>
              <a:gd name="connsiteX73551" fmla="*/ 1040369 w 2119654"/>
              <a:gd name="connsiteY73551" fmla="*/ 441971 h 2398711"/>
              <a:gd name="connsiteX73552" fmla="*/ 1039845 w 2119654"/>
              <a:gd name="connsiteY73552" fmla="*/ 440649 h 2398711"/>
              <a:gd name="connsiteX73553" fmla="*/ 1055555 w 2119654"/>
              <a:gd name="connsiteY73553" fmla="*/ 405306 h 2398711"/>
              <a:gd name="connsiteX73554" fmla="*/ 1055243 w 2119654"/>
              <a:gd name="connsiteY73554" fmla="*/ 406511 h 2398711"/>
              <a:gd name="connsiteX73555" fmla="*/ 1055316 w 2119654"/>
              <a:gd name="connsiteY73555" fmla="*/ 406617 h 2398711"/>
              <a:gd name="connsiteX73556" fmla="*/ 1055928 w 2119654"/>
              <a:gd name="connsiteY73556" fmla="*/ 405795 h 2398711"/>
              <a:gd name="connsiteX73557" fmla="*/ 440593 w 2119654"/>
              <a:gd name="connsiteY73557" fmla="*/ 1782199 h 2398711"/>
              <a:gd name="connsiteX73558" fmla="*/ 440479 w 2119654"/>
              <a:gd name="connsiteY73558" fmla="*/ 1782612 h 2398711"/>
              <a:gd name="connsiteX73559" fmla="*/ 441333 w 2119654"/>
              <a:gd name="connsiteY73559" fmla="*/ 1782679 h 2398711"/>
              <a:gd name="connsiteX73560" fmla="*/ 1067947 w 2119654"/>
              <a:gd name="connsiteY73560" fmla="*/ 377228 h 2398711"/>
              <a:gd name="connsiteX73561" fmla="*/ 1066916 w 2119654"/>
              <a:gd name="connsiteY73561" fmla="*/ 380377 h 2398711"/>
              <a:gd name="connsiteX73562" fmla="*/ 1071343 w 2119654"/>
              <a:gd name="connsiteY73562" fmla="*/ 385323 h 2398711"/>
              <a:gd name="connsiteX73563" fmla="*/ 1072820 w 2119654"/>
              <a:gd name="connsiteY73563" fmla="*/ 383395 h 2398711"/>
              <a:gd name="connsiteX73564" fmla="*/ 1072162 w 2119654"/>
              <a:gd name="connsiteY73564" fmla="*/ 382154 h 2398711"/>
              <a:gd name="connsiteX73565" fmla="*/ 1014990 w 2119654"/>
              <a:gd name="connsiteY73565" fmla="*/ 495788 h 2398711"/>
              <a:gd name="connsiteX73566" fmla="*/ 1015129 w 2119654"/>
              <a:gd name="connsiteY73566" fmla="*/ 495915 h 2398711"/>
              <a:gd name="connsiteX73567" fmla="*/ 1015834 w 2119654"/>
              <a:gd name="connsiteY73567" fmla="*/ 494522 h 2398711"/>
              <a:gd name="connsiteX73568" fmla="*/ 1015745 w 2119654"/>
              <a:gd name="connsiteY73568" fmla="*/ 494427 h 2398711"/>
              <a:gd name="connsiteX73569" fmla="*/ 1033794 w 2119654"/>
              <a:gd name="connsiteY73569" fmla="*/ 453659 h 2398711"/>
              <a:gd name="connsiteX73570" fmla="*/ 1033578 w 2119654"/>
              <a:gd name="connsiteY73570" fmla="*/ 455271 h 2398711"/>
              <a:gd name="connsiteX73571" fmla="*/ 1034763 w 2119654"/>
              <a:gd name="connsiteY73571" fmla="*/ 457118 h 2398711"/>
              <a:gd name="connsiteX73572" fmla="*/ 1035421 w 2119654"/>
              <a:gd name="connsiteY73572" fmla="*/ 455819 h 2398711"/>
              <a:gd name="connsiteX73573" fmla="*/ 430557 w 2119654"/>
              <a:gd name="connsiteY73573" fmla="*/ 1804359 h 2398711"/>
              <a:gd name="connsiteX73574" fmla="*/ 430610 w 2119654"/>
              <a:gd name="connsiteY73574" fmla="*/ 1804393 h 2398711"/>
              <a:gd name="connsiteX73575" fmla="*/ 433467 w 2119654"/>
              <a:gd name="connsiteY73575" fmla="*/ 1803895 h 2398711"/>
              <a:gd name="connsiteX73576" fmla="*/ 433299 w 2119654"/>
              <a:gd name="connsiteY73576" fmla="*/ 1803814 h 2398711"/>
              <a:gd name="connsiteX73577" fmla="*/ 1071921 w 2119654"/>
              <a:gd name="connsiteY73577" fmla="*/ 368172 h 2398711"/>
              <a:gd name="connsiteX73578" fmla="*/ 1077405 w 2119654"/>
              <a:gd name="connsiteY73578" fmla="*/ 377405 h 2398711"/>
              <a:gd name="connsiteX73579" fmla="*/ 1080686 w 2119654"/>
              <a:gd name="connsiteY73579" fmla="*/ 373123 h 2398711"/>
              <a:gd name="connsiteX73580" fmla="*/ 1080025 w 2119654"/>
              <a:gd name="connsiteY73580" fmla="*/ 367855 h 2398711"/>
              <a:gd name="connsiteX73581" fmla="*/ 1077173 w 2119654"/>
              <a:gd name="connsiteY73581" fmla="*/ 362315 h 2398711"/>
              <a:gd name="connsiteX73582" fmla="*/ 441982 w 2119654"/>
              <a:gd name="connsiteY73582" fmla="*/ 1778591 h 2398711"/>
              <a:gd name="connsiteX73583" fmla="*/ 442238 w 2119654"/>
              <a:gd name="connsiteY73583" fmla="*/ 1779188 h 2398711"/>
              <a:gd name="connsiteX73584" fmla="*/ 445349 w 2119654"/>
              <a:gd name="connsiteY73584" fmla="*/ 1780046 h 2398711"/>
              <a:gd name="connsiteX73585" fmla="*/ 445910 w 2119654"/>
              <a:gd name="connsiteY73585" fmla="*/ 1779960 h 2398711"/>
              <a:gd name="connsiteX73586" fmla="*/ 445078 w 2119654"/>
              <a:gd name="connsiteY73586" fmla="*/ 1779423 h 2398711"/>
              <a:gd name="connsiteX73587" fmla="*/ 1013957 w 2119654"/>
              <a:gd name="connsiteY73587" fmla="*/ 497649 h 2398711"/>
              <a:gd name="connsiteX73588" fmla="*/ 1013658 w 2119654"/>
              <a:gd name="connsiteY73588" fmla="*/ 498823 h 2398711"/>
              <a:gd name="connsiteX73589" fmla="*/ 1014282 w 2119654"/>
              <a:gd name="connsiteY73589" fmla="*/ 497589 h 2398711"/>
              <a:gd name="connsiteX73590" fmla="*/ 1014208 w 2119654"/>
              <a:gd name="connsiteY73590" fmla="*/ 497304 h 2398711"/>
              <a:gd name="connsiteX73591" fmla="*/ 1014166 w 2119654"/>
              <a:gd name="connsiteY73591" fmla="*/ 497273 h 2398711"/>
              <a:gd name="connsiteX73592" fmla="*/ 1068561 w 2119654"/>
              <a:gd name="connsiteY73592" fmla="*/ 375355 h 2398711"/>
              <a:gd name="connsiteX73593" fmla="*/ 1068103 w 2119654"/>
              <a:gd name="connsiteY73593" fmla="*/ 376752 h 2398711"/>
              <a:gd name="connsiteX73594" fmla="*/ 1068385 w 2119654"/>
              <a:gd name="connsiteY73594" fmla="*/ 377069 h 2398711"/>
              <a:gd name="connsiteX73595" fmla="*/ 1071230 w 2119654"/>
              <a:gd name="connsiteY73595" fmla="*/ 380394 h 2398711"/>
              <a:gd name="connsiteX73596" fmla="*/ 441143 w 2119654"/>
              <a:gd name="connsiteY73596" fmla="*/ 1780205 h 2398711"/>
              <a:gd name="connsiteX73597" fmla="*/ 441105 w 2119654"/>
              <a:gd name="connsiteY73597" fmla="*/ 1780342 h 2398711"/>
              <a:gd name="connsiteX73598" fmla="*/ 441217 w 2119654"/>
              <a:gd name="connsiteY73598" fmla="*/ 1780377 h 2398711"/>
              <a:gd name="connsiteX73599" fmla="*/ 1100593 w 2119654"/>
              <a:gd name="connsiteY73599" fmla="*/ 303051 h 2398711"/>
              <a:gd name="connsiteX73600" fmla="*/ 1102249 w 2119654"/>
              <a:gd name="connsiteY73600" fmla="*/ 312936 h 2398711"/>
              <a:gd name="connsiteX73601" fmla="*/ 1103527 w 2119654"/>
              <a:gd name="connsiteY73601" fmla="*/ 323013 h 2398711"/>
              <a:gd name="connsiteX73602" fmla="*/ 1104850 w 2119654"/>
              <a:gd name="connsiteY73602" fmla="*/ 325349 h 2398711"/>
              <a:gd name="connsiteX73603" fmla="*/ 1109966 w 2119654"/>
              <a:gd name="connsiteY73603" fmla="*/ 314624 h 2398711"/>
              <a:gd name="connsiteX73604" fmla="*/ 1107495 w 2119654"/>
              <a:gd name="connsiteY73604" fmla="*/ 295127 h 2398711"/>
              <a:gd name="connsiteX73605" fmla="*/ 1107489 w 2119654"/>
              <a:gd name="connsiteY73605" fmla="*/ 295119 h 2398711"/>
              <a:gd name="connsiteX73606" fmla="*/ 1034207 w 2119654"/>
              <a:gd name="connsiteY73606" fmla="*/ 451593 h 2398711"/>
              <a:gd name="connsiteX73607" fmla="*/ 1036330 w 2119654"/>
              <a:gd name="connsiteY73607" fmla="*/ 454021 h 2398711"/>
              <a:gd name="connsiteX73608" fmla="*/ 1037283 w 2119654"/>
              <a:gd name="connsiteY73608" fmla="*/ 452140 h 2398711"/>
              <a:gd name="connsiteX73609" fmla="*/ 1034896 w 2119654"/>
              <a:gd name="connsiteY73609" fmla="*/ 450586 h 2398711"/>
              <a:gd name="connsiteX73610" fmla="*/ 1051218 w 2119654"/>
              <a:gd name="connsiteY73610" fmla="*/ 413045 h 2398711"/>
              <a:gd name="connsiteX73611" fmla="*/ 1051269 w 2119654"/>
              <a:gd name="connsiteY73611" fmla="*/ 413120 h 2398711"/>
              <a:gd name="connsiteX73612" fmla="*/ 1051325 w 2119654"/>
              <a:gd name="connsiteY73612" fmla="*/ 412903 h 2398711"/>
              <a:gd name="connsiteX73613" fmla="*/ 1070538 w 2119654"/>
              <a:gd name="connsiteY73613" fmla="*/ 369714 h 2398711"/>
              <a:gd name="connsiteX73614" fmla="*/ 1071513 w 2119654"/>
              <a:gd name="connsiteY73614" fmla="*/ 372935 h 2398711"/>
              <a:gd name="connsiteX73615" fmla="*/ 1075322 w 2119654"/>
              <a:gd name="connsiteY73615" fmla="*/ 380126 h 2398711"/>
              <a:gd name="connsiteX73616" fmla="*/ 1077255 w 2119654"/>
              <a:gd name="connsiteY73616" fmla="*/ 377602 h 2398711"/>
              <a:gd name="connsiteX73617" fmla="*/ 1074680 w 2119654"/>
              <a:gd name="connsiteY73617" fmla="*/ 373130 h 2398711"/>
              <a:gd name="connsiteX73618" fmla="*/ 1071809 w 2119654"/>
              <a:gd name="connsiteY73618" fmla="*/ 368297 h 2398711"/>
              <a:gd name="connsiteX73619" fmla="*/ 1080532 w 2119654"/>
              <a:gd name="connsiteY73619" fmla="*/ 347237 h 2398711"/>
              <a:gd name="connsiteX73620" fmla="*/ 1082657 w 2119654"/>
              <a:gd name="connsiteY73620" fmla="*/ 355737 h 2398711"/>
              <a:gd name="connsiteX73621" fmla="*/ 1084323 w 2119654"/>
              <a:gd name="connsiteY73621" fmla="*/ 353880 h 2398711"/>
              <a:gd name="connsiteX73622" fmla="*/ 1084814 w 2119654"/>
              <a:gd name="connsiteY73622" fmla="*/ 353793 h 2398711"/>
              <a:gd name="connsiteX73623" fmla="*/ 1082747 w 2119654"/>
              <a:gd name="connsiteY73623" fmla="*/ 356098 h 2398711"/>
              <a:gd name="connsiteX73624" fmla="*/ 1082854 w 2119654"/>
              <a:gd name="connsiteY73624" fmla="*/ 356523 h 2398711"/>
              <a:gd name="connsiteX73625" fmla="*/ 1086449 w 2119654"/>
              <a:gd name="connsiteY73625" fmla="*/ 363912 h 2398711"/>
              <a:gd name="connsiteX73626" fmla="*/ 1090648 w 2119654"/>
              <a:gd name="connsiteY73626" fmla="*/ 355111 h 2398711"/>
              <a:gd name="connsiteX73627" fmla="*/ 1036573 w 2119654"/>
              <a:gd name="connsiteY73627" fmla="*/ 445644 h 2398711"/>
              <a:gd name="connsiteX73628" fmla="*/ 1037078 w 2119654"/>
              <a:gd name="connsiteY73628" fmla="*/ 446392 h 2398711"/>
              <a:gd name="connsiteX73629" fmla="*/ 1038172 w 2119654"/>
              <a:gd name="connsiteY73629" fmla="*/ 444922 h 2398711"/>
              <a:gd name="connsiteX73630" fmla="*/ 1037879 w 2119654"/>
              <a:gd name="connsiteY73630" fmla="*/ 443650 h 2398711"/>
              <a:gd name="connsiteX73631" fmla="*/ 1070274 w 2119654"/>
              <a:gd name="connsiteY73631" fmla="*/ 370127 h 2398711"/>
              <a:gd name="connsiteX73632" fmla="*/ 1070141 w 2119654"/>
              <a:gd name="connsiteY73632" fmla="*/ 370532 h 2398711"/>
              <a:gd name="connsiteX73633" fmla="*/ 1070583 w 2119654"/>
              <a:gd name="connsiteY73633" fmla="*/ 371236 h 2398711"/>
              <a:gd name="connsiteX73634" fmla="*/ 442222 w 2119654"/>
              <a:gd name="connsiteY73634" fmla="*/ 1776290 h 2398711"/>
              <a:gd name="connsiteX73635" fmla="*/ 442104 w 2119654"/>
              <a:gd name="connsiteY73635" fmla="*/ 1776720 h 2398711"/>
              <a:gd name="connsiteX73636" fmla="*/ 442847 w 2119654"/>
              <a:gd name="connsiteY73636" fmla="*/ 1777200 h 2398711"/>
              <a:gd name="connsiteX73637" fmla="*/ 451285 w 2119654"/>
              <a:gd name="connsiteY73637" fmla="*/ 1779105 h 2398711"/>
              <a:gd name="connsiteX73638" fmla="*/ 445506 w 2119654"/>
              <a:gd name="connsiteY73638" fmla="*/ 1776566 h 2398711"/>
              <a:gd name="connsiteX73639" fmla="*/ 444556 w 2119654"/>
              <a:gd name="connsiteY73639" fmla="*/ 1776296 h 2398711"/>
              <a:gd name="connsiteX73640" fmla="*/ 1039299 w 2119654"/>
              <a:gd name="connsiteY73640" fmla="*/ 439276 h 2398711"/>
              <a:gd name="connsiteX73641" fmla="*/ 1039476 w 2119654"/>
              <a:gd name="connsiteY73641" fmla="*/ 440046 h 2398711"/>
              <a:gd name="connsiteX73642" fmla="*/ 1039559 w 2119654"/>
              <a:gd name="connsiteY73642" fmla="*/ 439930 h 2398711"/>
              <a:gd name="connsiteX73643" fmla="*/ 443775 w 2119654"/>
              <a:gd name="connsiteY73643" fmla="*/ 1772708 h 2398711"/>
              <a:gd name="connsiteX73644" fmla="*/ 444865 w 2119654"/>
              <a:gd name="connsiteY73644" fmla="*/ 1773095 h 2398711"/>
              <a:gd name="connsiteX73645" fmla="*/ 446407 w 2119654"/>
              <a:gd name="connsiteY73645" fmla="*/ 1773458 h 2398711"/>
              <a:gd name="connsiteX73646" fmla="*/ 446954 w 2119654"/>
              <a:gd name="connsiteY73646" fmla="*/ 1773435 h 2398711"/>
              <a:gd name="connsiteX73647" fmla="*/ 1035950 w 2119654"/>
              <a:gd name="connsiteY73647" fmla="*/ 446598 h 2398711"/>
              <a:gd name="connsiteX73648" fmla="*/ 1036448 w 2119654"/>
              <a:gd name="connsiteY73648" fmla="*/ 447237 h 2398711"/>
              <a:gd name="connsiteX73649" fmla="*/ 1036970 w 2119654"/>
              <a:gd name="connsiteY73649" fmla="*/ 446536 h 2398711"/>
              <a:gd name="connsiteX73650" fmla="*/ 1036468 w 2119654"/>
              <a:gd name="connsiteY73650" fmla="*/ 445805 h 2398711"/>
              <a:gd name="connsiteX73651" fmla="*/ 1070807 w 2119654"/>
              <a:gd name="connsiteY73651" fmla="*/ 368503 h 2398711"/>
              <a:gd name="connsiteX73652" fmla="*/ 1070573 w 2119654"/>
              <a:gd name="connsiteY73652" fmla="*/ 369216 h 2398711"/>
              <a:gd name="connsiteX73653" fmla="*/ 1071644 w 2119654"/>
              <a:gd name="connsiteY73653" fmla="*/ 368019 h 2398711"/>
              <a:gd name="connsiteX73654" fmla="*/ 1071343 w 2119654"/>
              <a:gd name="connsiteY73654" fmla="*/ 367512 h 2398711"/>
              <a:gd name="connsiteX73655" fmla="*/ 1034261 w 2119654"/>
              <a:gd name="connsiteY73655" fmla="*/ 450173 h 2398711"/>
              <a:gd name="connsiteX73656" fmla="*/ 1034261 w 2119654"/>
              <a:gd name="connsiteY73656" fmla="*/ 450174 h 2398711"/>
              <a:gd name="connsiteX73657" fmla="*/ 1034262 w 2119654"/>
              <a:gd name="connsiteY73657" fmla="*/ 450173 h 2398711"/>
              <a:gd name="connsiteX73658" fmla="*/ 1057329 w 2119654"/>
              <a:gd name="connsiteY73658" fmla="*/ 398450 h 2398711"/>
              <a:gd name="connsiteX73659" fmla="*/ 1057007 w 2119654"/>
              <a:gd name="connsiteY73659" fmla="*/ 399695 h 2398711"/>
              <a:gd name="connsiteX73660" fmla="*/ 1057678 w 2119654"/>
              <a:gd name="connsiteY73660" fmla="*/ 400767 h 2398711"/>
              <a:gd name="connsiteX73661" fmla="*/ 1058198 w 2119654"/>
              <a:gd name="connsiteY73661" fmla="*/ 399177 h 2398711"/>
              <a:gd name="connsiteX73662" fmla="*/ 1071206 w 2119654"/>
              <a:gd name="connsiteY73662" fmla="*/ 367282 h 2398711"/>
              <a:gd name="connsiteX73663" fmla="*/ 1070994 w 2119654"/>
              <a:gd name="connsiteY73663" fmla="*/ 367928 h 2398711"/>
              <a:gd name="connsiteX73664" fmla="*/ 1071278 w 2119654"/>
              <a:gd name="connsiteY73664" fmla="*/ 367403 h 2398711"/>
              <a:gd name="connsiteX73665" fmla="*/ 432300 w 2119654"/>
              <a:gd name="connsiteY73665" fmla="*/ 1797713 h 2398711"/>
              <a:gd name="connsiteX73666" fmla="*/ 434586 w 2119654"/>
              <a:gd name="connsiteY73666" fmla="*/ 1799740 h 2398711"/>
              <a:gd name="connsiteX73667" fmla="*/ 435756 w 2119654"/>
              <a:gd name="connsiteY73667" fmla="*/ 1799852 h 2398711"/>
              <a:gd name="connsiteX73668" fmla="*/ 435877 w 2119654"/>
              <a:gd name="connsiteY73668" fmla="*/ 1798733 h 2398711"/>
              <a:gd name="connsiteX73669" fmla="*/ 1057608 w 2119654"/>
              <a:gd name="connsiteY73669" fmla="*/ 397373 h 2398711"/>
              <a:gd name="connsiteX73670" fmla="*/ 1057461 w 2119654"/>
              <a:gd name="connsiteY73670" fmla="*/ 397943 h 2398711"/>
              <a:gd name="connsiteX73671" fmla="*/ 1058362 w 2119654"/>
              <a:gd name="connsiteY73671" fmla="*/ 398678 h 2398711"/>
              <a:gd name="connsiteX73672" fmla="*/ 1058535 w 2119654"/>
              <a:gd name="connsiteY73672" fmla="*/ 398149 h 2398711"/>
              <a:gd name="connsiteX73673" fmla="*/ 414201 w 2119654"/>
              <a:gd name="connsiteY73673" fmla="*/ 1838076 h 2398711"/>
              <a:gd name="connsiteX73674" fmla="*/ 416323 w 2119654"/>
              <a:gd name="connsiteY73674" fmla="*/ 1839574 h 2398711"/>
              <a:gd name="connsiteX73675" fmla="*/ 418384 w 2119654"/>
              <a:gd name="connsiteY73675" fmla="*/ 1839458 h 2398711"/>
              <a:gd name="connsiteX73676" fmla="*/ 415488 w 2119654"/>
              <a:gd name="connsiteY73676" fmla="*/ 1838007 h 2398711"/>
              <a:gd name="connsiteX73677" fmla="*/ 1021212 w 2119654"/>
              <a:gd name="connsiteY73677" fmla="*/ 478323 h 2398711"/>
              <a:gd name="connsiteX73678" fmla="*/ 1022637 w 2119654"/>
              <a:gd name="connsiteY73678" fmla="*/ 479609 h 2398711"/>
              <a:gd name="connsiteX73679" fmla="*/ 1022969 w 2119654"/>
              <a:gd name="connsiteY73679" fmla="*/ 479104 h 2398711"/>
              <a:gd name="connsiteX73680" fmla="*/ 1049084 w 2119654"/>
              <a:gd name="connsiteY73680" fmla="*/ 415911 h 2398711"/>
              <a:gd name="connsiteX73681" fmla="*/ 1050037 w 2119654"/>
              <a:gd name="connsiteY73681" fmla="*/ 417878 h 2398711"/>
              <a:gd name="connsiteX73682" fmla="*/ 1051021 w 2119654"/>
              <a:gd name="connsiteY73682" fmla="*/ 414077 h 2398711"/>
              <a:gd name="connsiteX73683" fmla="*/ 1050747 w 2119654"/>
              <a:gd name="connsiteY73683" fmla="*/ 413677 h 2398711"/>
              <a:gd name="connsiteX73684" fmla="*/ 428831 w 2119654"/>
              <a:gd name="connsiteY73684" fmla="*/ 1804702 h 2398711"/>
              <a:gd name="connsiteX73685" fmla="*/ 428831 w 2119654"/>
              <a:gd name="connsiteY73685" fmla="*/ 1804703 h 2398711"/>
              <a:gd name="connsiteX73686" fmla="*/ 429207 w 2119654"/>
              <a:gd name="connsiteY73686" fmla="*/ 1804638 h 2398711"/>
              <a:gd name="connsiteX73687" fmla="*/ 429196 w 2119654"/>
              <a:gd name="connsiteY73687" fmla="*/ 1804630 h 2398711"/>
              <a:gd name="connsiteX73688" fmla="*/ 1015848 w 2119654"/>
              <a:gd name="connsiteY73688" fmla="*/ 490230 h 2398711"/>
              <a:gd name="connsiteX73689" fmla="*/ 1015724 w 2119654"/>
              <a:gd name="connsiteY73689" fmla="*/ 490715 h 2398711"/>
              <a:gd name="connsiteX73690" fmla="*/ 1015907 w 2119654"/>
              <a:gd name="connsiteY73690" fmla="*/ 490386 h 2398711"/>
              <a:gd name="connsiteX73691" fmla="*/ 443671 w 2119654"/>
              <a:gd name="connsiteY73691" fmla="*/ 1771033 h 2398711"/>
              <a:gd name="connsiteX73692" fmla="*/ 443350 w 2119654"/>
              <a:gd name="connsiteY73692" fmla="*/ 1772198 h 2398711"/>
              <a:gd name="connsiteX73693" fmla="*/ 448817 w 2119654"/>
              <a:gd name="connsiteY73693" fmla="*/ 1773358 h 2398711"/>
              <a:gd name="connsiteX73694" fmla="*/ 449505 w 2119654"/>
              <a:gd name="connsiteY73694" fmla="*/ 1773329 h 2398711"/>
              <a:gd name="connsiteX73695" fmla="*/ 1018373 w 2119654"/>
              <a:gd name="connsiteY73695" fmla="*/ 484075 h 2398711"/>
              <a:gd name="connsiteX73696" fmla="*/ 1018948 w 2119654"/>
              <a:gd name="connsiteY73696" fmla="*/ 485241 h 2398711"/>
              <a:gd name="connsiteX73697" fmla="*/ 1020024 w 2119654"/>
              <a:gd name="connsiteY73697" fmla="*/ 483599 h 2398711"/>
              <a:gd name="connsiteX73698" fmla="*/ 1019150 w 2119654"/>
              <a:gd name="connsiteY73698" fmla="*/ 483031 h 2398711"/>
              <a:gd name="connsiteX73699" fmla="*/ 1048139 w 2119654"/>
              <a:gd name="connsiteY73699" fmla="*/ 417180 h 2398711"/>
              <a:gd name="connsiteX73700" fmla="*/ 1048881 w 2119654"/>
              <a:gd name="connsiteY73700" fmla="*/ 420398 h 2398711"/>
              <a:gd name="connsiteX73701" fmla="*/ 1049292 w 2119654"/>
              <a:gd name="connsiteY73701" fmla="*/ 420755 h 2398711"/>
              <a:gd name="connsiteX73702" fmla="*/ 1049849 w 2119654"/>
              <a:gd name="connsiteY73702" fmla="*/ 418604 h 2398711"/>
              <a:gd name="connsiteX73703" fmla="*/ 1048780 w 2119654"/>
              <a:gd name="connsiteY73703" fmla="*/ 416321 h 2398711"/>
              <a:gd name="connsiteX73704" fmla="*/ 1063362 w 2119654"/>
              <a:gd name="connsiteY73704" fmla="*/ 382658 h 2398711"/>
              <a:gd name="connsiteX73705" fmla="*/ 1063471 w 2119654"/>
              <a:gd name="connsiteY73705" fmla="*/ 383084 h 2398711"/>
              <a:gd name="connsiteX73706" fmla="*/ 1064049 w 2119654"/>
              <a:gd name="connsiteY73706" fmla="*/ 381320 h 2398711"/>
              <a:gd name="connsiteX73707" fmla="*/ 1073954 w 2119654"/>
              <a:gd name="connsiteY73707" fmla="*/ 358895 h 2398711"/>
              <a:gd name="connsiteX73708" fmla="*/ 1071272 w 2119654"/>
              <a:gd name="connsiteY73708" fmla="*/ 367081 h 2398711"/>
              <a:gd name="connsiteX73709" fmla="*/ 1071367 w 2119654"/>
              <a:gd name="connsiteY73709" fmla="*/ 367240 h 2398711"/>
              <a:gd name="connsiteX73710" fmla="*/ 1072886 w 2119654"/>
              <a:gd name="connsiteY73710" fmla="*/ 364433 h 2398711"/>
              <a:gd name="connsiteX73711" fmla="*/ 1073046 w 2119654"/>
              <a:gd name="connsiteY73711" fmla="*/ 364365 h 2398711"/>
              <a:gd name="connsiteX73712" fmla="*/ 1071431 w 2119654"/>
              <a:gd name="connsiteY73712" fmla="*/ 367348 h 2398711"/>
              <a:gd name="connsiteX73713" fmla="*/ 1071756 w 2119654"/>
              <a:gd name="connsiteY73713" fmla="*/ 367895 h 2398711"/>
              <a:gd name="connsiteX73714" fmla="*/ 1077023 w 2119654"/>
              <a:gd name="connsiteY73714" fmla="*/ 362022 h 2398711"/>
              <a:gd name="connsiteX73715" fmla="*/ 1076389 w 2119654"/>
              <a:gd name="connsiteY73715" fmla="*/ 360789 h 2398711"/>
              <a:gd name="connsiteX73716" fmla="*/ 1074562 w 2119654"/>
              <a:gd name="connsiteY73716" fmla="*/ 357241 h 2398711"/>
              <a:gd name="connsiteX73717" fmla="*/ 1074268 w 2119654"/>
              <a:gd name="connsiteY73717" fmla="*/ 357957 h 2398711"/>
              <a:gd name="connsiteX73718" fmla="*/ 1075318 w 2119654"/>
              <a:gd name="connsiteY73718" fmla="*/ 358710 h 2398711"/>
              <a:gd name="connsiteX73719" fmla="*/ 1061947 w 2119654"/>
              <a:gd name="connsiteY73719" fmla="*/ 385418 h 2398711"/>
              <a:gd name="connsiteX73720" fmla="*/ 1062364 w 2119654"/>
              <a:gd name="connsiteY73720" fmla="*/ 386346 h 2398711"/>
              <a:gd name="connsiteX73721" fmla="*/ 1062390 w 2119654"/>
              <a:gd name="connsiteY73721" fmla="*/ 386383 h 2398711"/>
              <a:gd name="connsiteX73722" fmla="*/ 1063284 w 2119654"/>
              <a:gd name="connsiteY73722" fmla="*/ 383655 h 2398711"/>
              <a:gd name="connsiteX73723" fmla="*/ 1063140 w 2119654"/>
              <a:gd name="connsiteY73723" fmla="*/ 383092 h 2398711"/>
              <a:gd name="connsiteX73724" fmla="*/ 1016919 w 2119654"/>
              <a:gd name="connsiteY73724" fmla="*/ 486030 h 2398711"/>
              <a:gd name="connsiteX73725" fmla="*/ 1016244 w 2119654"/>
              <a:gd name="connsiteY73725" fmla="*/ 488675 h 2398711"/>
              <a:gd name="connsiteX73726" fmla="*/ 1016298 w 2119654"/>
              <a:gd name="connsiteY73726" fmla="*/ 488800 h 2398711"/>
              <a:gd name="connsiteX73727" fmla="*/ 1016613 w 2119654"/>
              <a:gd name="connsiteY73727" fmla="*/ 489115 h 2398711"/>
              <a:gd name="connsiteX73728" fmla="*/ 1017729 w 2119654"/>
              <a:gd name="connsiteY73728" fmla="*/ 487103 h 2398711"/>
              <a:gd name="connsiteX73729" fmla="*/ 1018657 w 2119654"/>
              <a:gd name="connsiteY73729" fmla="*/ 485685 h 2398711"/>
              <a:gd name="connsiteX73730" fmla="*/ 1018078 w 2119654"/>
              <a:gd name="connsiteY73730" fmla="*/ 484471 h 2398711"/>
              <a:gd name="connsiteX73731" fmla="*/ 392052 w 2119654"/>
              <a:gd name="connsiteY73731" fmla="*/ 1885168 h 2398711"/>
              <a:gd name="connsiteX73732" fmla="*/ 406316 w 2119654"/>
              <a:gd name="connsiteY73732" fmla="*/ 1889339 h 2398711"/>
              <a:gd name="connsiteX73733" fmla="*/ 421621 w 2119654"/>
              <a:gd name="connsiteY73733" fmla="*/ 1893591 h 2398711"/>
              <a:gd name="connsiteX73734" fmla="*/ 421542 w 2119654"/>
              <a:gd name="connsiteY73734" fmla="*/ 1893438 h 2398711"/>
              <a:gd name="connsiteX73735" fmla="*/ 422268 w 2119654"/>
              <a:gd name="connsiteY73735" fmla="*/ 1893771 h 2398711"/>
              <a:gd name="connsiteX73736" fmla="*/ 422779 w 2119654"/>
              <a:gd name="connsiteY73736" fmla="*/ 1893913 h 2398711"/>
              <a:gd name="connsiteX73737" fmla="*/ 425529 w 2119654"/>
              <a:gd name="connsiteY73737" fmla="*/ 1893879 h 2398711"/>
              <a:gd name="connsiteX73738" fmla="*/ 436804 w 2119654"/>
              <a:gd name="connsiteY73738" fmla="*/ 1890868 h 2398711"/>
              <a:gd name="connsiteX73739" fmla="*/ 426907 w 2119654"/>
              <a:gd name="connsiteY73739" fmla="*/ 1889422 h 2398711"/>
              <a:gd name="connsiteX73740" fmla="*/ 426684 w 2119654"/>
              <a:gd name="connsiteY73740" fmla="*/ 1889139 h 2398711"/>
              <a:gd name="connsiteX73741" fmla="*/ 437411 w 2119654"/>
              <a:gd name="connsiteY73741" fmla="*/ 1890706 h 2398711"/>
              <a:gd name="connsiteX73742" fmla="*/ 440356 w 2119654"/>
              <a:gd name="connsiteY73742" fmla="*/ 1889919 h 2398711"/>
              <a:gd name="connsiteX73743" fmla="*/ 440329 w 2119654"/>
              <a:gd name="connsiteY73743" fmla="*/ 1889661 h 2398711"/>
              <a:gd name="connsiteX73744" fmla="*/ 423718 w 2119654"/>
              <a:gd name="connsiteY73744" fmla="*/ 1888190 h 2398711"/>
              <a:gd name="connsiteX73745" fmla="*/ 423454 w 2119654"/>
              <a:gd name="connsiteY73745" fmla="*/ 1887942 h 2398711"/>
              <a:gd name="connsiteX73746" fmla="*/ 440305 w 2119654"/>
              <a:gd name="connsiteY73746" fmla="*/ 1889433 h 2398711"/>
              <a:gd name="connsiteX73747" fmla="*/ 440237 w 2119654"/>
              <a:gd name="connsiteY73747" fmla="*/ 1888802 h 2398711"/>
              <a:gd name="connsiteX73748" fmla="*/ 409340 w 2119654"/>
              <a:gd name="connsiteY73748" fmla="*/ 1880084 h 2398711"/>
              <a:gd name="connsiteX73749" fmla="*/ 1076996 w 2119654"/>
              <a:gd name="connsiteY73749" fmla="*/ 351323 h 2398711"/>
              <a:gd name="connsiteX73750" fmla="*/ 1075076 w 2119654"/>
              <a:gd name="connsiteY73750" fmla="*/ 355994 h 2398711"/>
              <a:gd name="connsiteX73751" fmla="*/ 1077148 w 2119654"/>
              <a:gd name="connsiteY73751" fmla="*/ 360019 h 2398711"/>
              <a:gd name="connsiteX73752" fmla="*/ 1078164 w 2119654"/>
              <a:gd name="connsiteY73752" fmla="*/ 360748 h 2398711"/>
              <a:gd name="connsiteX73753" fmla="*/ 1078417 w 2119654"/>
              <a:gd name="connsiteY73753" fmla="*/ 360466 h 2398711"/>
              <a:gd name="connsiteX73754" fmla="*/ 1078364 w 2119654"/>
              <a:gd name="connsiteY73754" fmla="*/ 360356 h 2398711"/>
              <a:gd name="connsiteX73755" fmla="*/ 1078469 w 2119654"/>
              <a:gd name="connsiteY73755" fmla="*/ 360409 h 2398711"/>
              <a:gd name="connsiteX73756" fmla="*/ 1079014 w 2119654"/>
              <a:gd name="connsiteY73756" fmla="*/ 359800 h 2398711"/>
              <a:gd name="connsiteX73757" fmla="*/ 1078913 w 2119654"/>
              <a:gd name="connsiteY73757" fmla="*/ 359000 h 2398711"/>
              <a:gd name="connsiteX73758" fmla="*/ 1059317 w 2119654"/>
              <a:gd name="connsiteY73758" fmla="*/ 390771 h 2398711"/>
              <a:gd name="connsiteX73759" fmla="*/ 1057668 w 2119654"/>
              <a:gd name="connsiteY73759" fmla="*/ 397144 h 2398711"/>
              <a:gd name="connsiteX73760" fmla="*/ 1058612 w 2119654"/>
              <a:gd name="connsiteY73760" fmla="*/ 397913 h 2398711"/>
              <a:gd name="connsiteX73761" fmla="*/ 1060037 w 2119654"/>
              <a:gd name="connsiteY73761" fmla="*/ 393565 h 2398711"/>
              <a:gd name="connsiteX73762" fmla="*/ 365101 w 2119654"/>
              <a:gd name="connsiteY73762" fmla="*/ 1945205 h 2398711"/>
              <a:gd name="connsiteX73763" fmla="*/ 413620 w 2119654"/>
              <a:gd name="connsiteY73763" fmla="*/ 1964611 h 2398711"/>
              <a:gd name="connsiteX73764" fmla="*/ 426873 w 2119654"/>
              <a:gd name="connsiteY73764" fmla="*/ 1963289 h 2398711"/>
              <a:gd name="connsiteX73765" fmla="*/ 394075 w 2119654"/>
              <a:gd name="connsiteY73765" fmla="*/ 1944335 h 2398711"/>
              <a:gd name="connsiteX73766" fmla="*/ 390258 w 2119654"/>
              <a:gd name="connsiteY73766" fmla="*/ 1942060 h 2398711"/>
              <a:gd name="connsiteX73767" fmla="*/ 1059577 w 2119654"/>
              <a:gd name="connsiteY73767" fmla="*/ 390037 h 2398711"/>
              <a:gd name="connsiteX73768" fmla="*/ 1060288 w 2119654"/>
              <a:gd name="connsiteY73768" fmla="*/ 392799 h 2398711"/>
              <a:gd name="connsiteX73769" fmla="*/ 1061980 w 2119654"/>
              <a:gd name="connsiteY73769" fmla="*/ 387634 h 2398711"/>
              <a:gd name="connsiteX73770" fmla="*/ 1061336 w 2119654"/>
              <a:gd name="connsiteY73770" fmla="*/ 386607 h 2398711"/>
              <a:gd name="connsiteX73771" fmla="*/ 1046305 w 2119654"/>
              <a:gd name="connsiteY73771" fmla="*/ 419645 h 2398711"/>
              <a:gd name="connsiteX73772" fmla="*/ 1047039 w 2119654"/>
              <a:gd name="connsiteY73772" fmla="*/ 420261 h 2398711"/>
              <a:gd name="connsiteX73773" fmla="*/ 1046757 w 2119654"/>
              <a:gd name="connsiteY73773" fmla="*/ 419037 h 2398711"/>
              <a:gd name="connsiteX73774" fmla="*/ 428424 w 2119654"/>
              <a:gd name="connsiteY73774" fmla="*/ 1803011 h 2398711"/>
              <a:gd name="connsiteX73775" fmla="*/ 430325 w 2119654"/>
              <a:gd name="connsiteY73775" fmla="*/ 1804213 h 2398711"/>
              <a:gd name="connsiteX73776" fmla="*/ 433016 w 2119654"/>
              <a:gd name="connsiteY73776" fmla="*/ 1803678 h 2398711"/>
              <a:gd name="connsiteX73777" fmla="*/ 431393 w 2119654"/>
              <a:gd name="connsiteY73777" fmla="*/ 1802897 h 2398711"/>
              <a:gd name="connsiteX73778" fmla="*/ 446967 w 2119654"/>
              <a:gd name="connsiteY73778" fmla="*/ 1761402 h 2398711"/>
              <a:gd name="connsiteX73779" fmla="*/ 447620 w 2119654"/>
              <a:gd name="connsiteY73779" fmla="*/ 1761797 h 2398711"/>
              <a:gd name="connsiteX73780" fmla="*/ 450608 w 2119654"/>
              <a:gd name="connsiteY73780" fmla="*/ 1762489 h 2398711"/>
              <a:gd name="connsiteX73781" fmla="*/ 450361 w 2119654"/>
              <a:gd name="connsiteY73781" fmla="*/ 1761989 h 2398711"/>
              <a:gd name="connsiteX73782" fmla="*/ 449706 w 2119654"/>
              <a:gd name="connsiteY73782" fmla="*/ 1761437 h 2398711"/>
              <a:gd name="connsiteX73783" fmla="*/ 1017581 w 2119654"/>
              <a:gd name="connsiteY73783" fmla="*/ 483431 h 2398711"/>
              <a:gd name="connsiteX73784" fmla="*/ 1017069 w 2119654"/>
              <a:gd name="connsiteY73784" fmla="*/ 485438 h 2398711"/>
              <a:gd name="connsiteX73785" fmla="*/ 1017965 w 2119654"/>
              <a:gd name="connsiteY73785" fmla="*/ 484235 h 2398711"/>
              <a:gd name="connsiteX73786" fmla="*/ 1095526 w 2119654"/>
              <a:gd name="connsiteY73786" fmla="*/ 308881 h 2398711"/>
              <a:gd name="connsiteX73787" fmla="*/ 1102192 w 2119654"/>
              <a:gd name="connsiteY73787" fmla="*/ 320655 h 2398711"/>
              <a:gd name="connsiteX73788" fmla="*/ 1100042 w 2119654"/>
              <a:gd name="connsiteY73788" fmla="*/ 303687 h 2398711"/>
              <a:gd name="connsiteX73789" fmla="*/ 1066168 w 2119654"/>
              <a:gd name="connsiteY73789" fmla="*/ 374589 h 2398711"/>
              <a:gd name="connsiteX73790" fmla="*/ 1066231 w 2119654"/>
              <a:gd name="connsiteY73790" fmla="*/ 374660 h 2398711"/>
              <a:gd name="connsiteX73791" fmla="*/ 1066303 w 2119654"/>
              <a:gd name="connsiteY73791" fmla="*/ 374439 h 2398711"/>
              <a:gd name="connsiteX73792" fmla="*/ 1035111 w 2119654"/>
              <a:gd name="connsiteY73792" fmla="*/ 443827 h 2398711"/>
              <a:gd name="connsiteX73793" fmla="*/ 1034918 w 2119654"/>
              <a:gd name="connsiteY73793" fmla="*/ 445268 h 2398711"/>
              <a:gd name="connsiteX73794" fmla="*/ 1035351 w 2119654"/>
              <a:gd name="connsiteY73794" fmla="*/ 445825 h 2398711"/>
              <a:gd name="connsiteX73795" fmla="*/ 1035928 w 2119654"/>
              <a:gd name="connsiteY73795" fmla="*/ 445017 h 2398711"/>
              <a:gd name="connsiteX73796" fmla="*/ 402367 w 2119654"/>
              <a:gd name="connsiteY73796" fmla="*/ 1860579 h 2398711"/>
              <a:gd name="connsiteX73797" fmla="*/ 404963 w 2119654"/>
              <a:gd name="connsiteY73797" fmla="*/ 1862123 h 2398711"/>
              <a:gd name="connsiteX73798" fmla="*/ 419372 w 2119654"/>
              <a:gd name="connsiteY73798" fmla="*/ 1864524 h 2398711"/>
              <a:gd name="connsiteX73799" fmla="*/ 429959 w 2119654"/>
              <a:gd name="connsiteY73799" fmla="*/ 1865500 h 2398711"/>
              <a:gd name="connsiteX73800" fmla="*/ 1045223 w 2119654"/>
              <a:gd name="connsiteY73800" fmla="*/ 421098 h 2398711"/>
              <a:gd name="connsiteX73801" fmla="*/ 1048017 w 2119654"/>
              <a:gd name="connsiteY73801" fmla="*/ 424510 h 2398711"/>
              <a:gd name="connsiteX73802" fmla="*/ 1047267 w 2119654"/>
              <a:gd name="connsiteY73802" fmla="*/ 421255 h 2398711"/>
              <a:gd name="connsiteX73803" fmla="*/ 1045938 w 2119654"/>
              <a:gd name="connsiteY73803" fmla="*/ 420137 h 2398711"/>
              <a:gd name="connsiteX73804" fmla="*/ 1017892 w 2119654"/>
              <a:gd name="connsiteY73804" fmla="*/ 482212 h 2398711"/>
              <a:gd name="connsiteX73805" fmla="*/ 1017742 w 2119654"/>
              <a:gd name="connsiteY73805" fmla="*/ 482799 h 2398711"/>
              <a:gd name="connsiteX73806" fmla="*/ 1018257 w 2119654"/>
              <a:gd name="connsiteY73806" fmla="*/ 483843 h 2398711"/>
              <a:gd name="connsiteX73807" fmla="*/ 1018957 w 2119654"/>
              <a:gd name="connsiteY73807" fmla="*/ 482904 h 2398711"/>
              <a:gd name="connsiteX73808" fmla="*/ 1085376 w 2119654"/>
              <a:gd name="connsiteY73808" fmla="*/ 330942 h 2398711"/>
              <a:gd name="connsiteX73809" fmla="*/ 1079831 w 2119654"/>
              <a:gd name="connsiteY73809" fmla="*/ 344429 h 2398711"/>
              <a:gd name="connsiteX73810" fmla="*/ 1079832 w 2119654"/>
              <a:gd name="connsiteY73810" fmla="*/ 344433 h 2398711"/>
              <a:gd name="connsiteX73811" fmla="*/ 1091692 w 2119654"/>
              <a:gd name="connsiteY73811" fmla="*/ 352925 h 2398711"/>
              <a:gd name="connsiteX73812" fmla="*/ 1094795 w 2119654"/>
              <a:gd name="connsiteY73812" fmla="*/ 346422 h 2398711"/>
              <a:gd name="connsiteX73813" fmla="*/ 1018470 w 2119654"/>
              <a:gd name="connsiteY73813" fmla="*/ 480264 h 2398711"/>
              <a:gd name="connsiteX73814" fmla="*/ 1018353 w 2119654"/>
              <a:gd name="connsiteY73814" fmla="*/ 480574 h 2398711"/>
              <a:gd name="connsiteX73815" fmla="*/ 1018912 w 2119654"/>
              <a:gd name="connsiteY73815" fmla="*/ 480938 h 2398711"/>
              <a:gd name="connsiteX73816" fmla="*/ 1052887 w 2119654"/>
              <a:gd name="connsiteY73816" fmla="*/ 403077 h 2398711"/>
              <a:gd name="connsiteX73817" fmla="*/ 1053601 w 2119654"/>
              <a:gd name="connsiteY73817" fmla="*/ 404114 h 2398711"/>
              <a:gd name="connsiteX73818" fmla="*/ 1053865 w 2119654"/>
              <a:gd name="connsiteY73818" fmla="*/ 403092 h 2398711"/>
              <a:gd name="connsiteX73819" fmla="*/ 1053276 w 2119654"/>
              <a:gd name="connsiteY73819" fmla="*/ 402320 h 2398711"/>
              <a:gd name="connsiteX73820" fmla="*/ 1060670 w 2119654"/>
              <a:gd name="connsiteY73820" fmla="*/ 385545 h 2398711"/>
              <a:gd name="connsiteX73821" fmla="*/ 1059808 w 2119654"/>
              <a:gd name="connsiteY73821" fmla="*/ 388874 h 2398711"/>
              <a:gd name="connsiteX73822" fmla="*/ 1061135 w 2119654"/>
              <a:gd name="connsiteY73822" fmla="*/ 386288 h 2398711"/>
              <a:gd name="connsiteX73823" fmla="*/ 1123657 w 2119654"/>
              <a:gd name="connsiteY73823" fmla="*/ 244453 h 2398711"/>
              <a:gd name="connsiteX73824" fmla="*/ 1138688 w 2119654"/>
              <a:gd name="connsiteY73824" fmla="*/ 258896 h 2398711"/>
              <a:gd name="connsiteX73825" fmla="*/ 1144334 w 2119654"/>
              <a:gd name="connsiteY73825" fmla="*/ 252575 h 2398711"/>
              <a:gd name="connsiteX73826" fmla="*/ 1142400 w 2119654"/>
              <a:gd name="connsiteY73826" fmla="*/ 242846 h 2398711"/>
              <a:gd name="connsiteX73827" fmla="*/ 1139385 w 2119654"/>
              <a:gd name="connsiteY73827" fmla="*/ 228684 h 2398711"/>
              <a:gd name="connsiteX73828" fmla="*/ 1139546 w 2119654"/>
              <a:gd name="connsiteY73828" fmla="*/ 228820 h 2398711"/>
              <a:gd name="connsiteX73829" fmla="*/ 1144552 w 2119654"/>
              <a:gd name="connsiteY73829" fmla="*/ 252331 h 2398711"/>
              <a:gd name="connsiteX73830" fmla="*/ 1144863 w 2119654"/>
              <a:gd name="connsiteY73830" fmla="*/ 251983 h 2398711"/>
              <a:gd name="connsiteX73831" fmla="*/ 1156638 w 2119654"/>
              <a:gd name="connsiteY73831" fmla="*/ 231339 h 2398711"/>
              <a:gd name="connsiteX73832" fmla="*/ 1166828 w 2119654"/>
              <a:gd name="connsiteY73832" fmla="*/ 215023 h 2398711"/>
              <a:gd name="connsiteX73833" fmla="*/ 1163019 w 2119654"/>
              <a:gd name="connsiteY73833" fmla="*/ 195872 h 2398711"/>
              <a:gd name="connsiteX73834" fmla="*/ 1150376 w 2119654"/>
              <a:gd name="connsiteY73834" fmla="*/ 210026 h 2398711"/>
              <a:gd name="connsiteX73835" fmla="*/ 1127433 w 2119654"/>
              <a:gd name="connsiteY73835" fmla="*/ 236417 h 2398711"/>
              <a:gd name="connsiteX73836" fmla="*/ 1038354 w 2119654"/>
              <a:gd name="connsiteY73836" fmla="*/ 435175 h 2398711"/>
              <a:gd name="connsiteX73837" fmla="*/ 1039062 w 2119654"/>
              <a:gd name="connsiteY73837" fmla="*/ 438246 h 2398711"/>
              <a:gd name="connsiteX73838" fmla="*/ 1039147 w 2119654"/>
              <a:gd name="connsiteY73838" fmla="*/ 438461 h 2398711"/>
              <a:gd name="connsiteX73839" fmla="*/ 1039799 w 2119654"/>
              <a:gd name="connsiteY73839" fmla="*/ 439592 h 2398711"/>
              <a:gd name="connsiteX73840" fmla="*/ 1041584 w 2119654"/>
              <a:gd name="connsiteY73840" fmla="*/ 437092 h 2398711"/>
              <a:gd name="connsiteX73841" fmla="*/ 446867 w 2119654"/>
              <a:gd name="connsiteY73841" fmla="*/ 1759438 h 2398711"/>
              <a:gd name="connsiteX73842" fmla="*/ 446671 w 2119654"/>
              <a:gd name="connsiteY73842" fmla="*/ 1760147 h 2398711"/>
              <a:gd name="connsiteX73843" fmla="*/ 448067 w 2119654"/>
              <a:gd name="connsiteY73843" fmla="*/ 1760056 h 2398711"/>
              <a:gd name="connsiteX73844" fmla="*/ 447765 w 2119654"/>
              <a:gd name="connsiteY73844" fmla="*/ 1759802 h 2398711"/>
              <a:gd name="connsiteX73845" fmla="*/ 1061023 w 2119654"/>
              <a:gd name="connsiteY73845" fmla="*/ 384181 h 2398711"/>
              <a:gd name="connsiteX73846" fmla="*/ 1060971 w 2119654"/>
              <a:gd name="connsiteY73846" fmla="*/ 384380 h 2398711"/>
              <a:gd name="connsiteX73847" fmla="*/ 1061358 w 2119654"/>
              <a:gd name="connsiteY73847" fmla="*/ 384925 h 2398711"/>
              <a:gd name="connsiteX73848" fmla="*/ 1092254 w 2119654"/>
              <a:gd name="connsiteY73848" fmla="*/ 314216 h 2398711"/>
              <a:gd name="connsiteX73849" fmla="*/ 1085550 w 2119654"/>
              <a:gd name="connsiteY73849" fmla="*/ 330520 h 2398711"/>
              <a:gd name="connsiteX73850" fmla="*/ 1095075 w 2119654"/>
              <a:gd name="connsiteY73850" fmla="*/ 345834 h 2398711"/>
              <a:gd name="connsiteX73851" fmla="*/ 1102290 w 2119654"/>
              <a:gd name="connsiteY73851" fmla="*/ 330713 h 2398711"/>
              <a:gd name="connsiteX73852" fmla="*/ 1023429 w 2119654"/>
              <a:gd name="connsiteY73852" fmla="*/ 468204 h 2398711"/>
              <a:gd name="connsiteX73853" fmla="*/ 1024836 w 2119654"/>
              <a:gd name="connsiteY73853" fmla="*/ 470644 h 2398711"/>
              <a:gd name="connsiteX73854" fmla="*/ 1025016 w 2119654"/>
              <a:gd name="connsiteY73854" fmla="*/ 468890 h 2398711"/>
              <a:gd name="connsiteX73855" fmla="*/ 1024069 w 2119654"/>
              <a:gd name="connsiteY73855" fmla="*/ 467669 h 2398711"/>
              <a:gd name="connsiteX73856" fmla="*/ 1093086 w 2119654"/>
              <a:gd name="connsiteY73856" fmla="*/ 312193 h 2398711"/>
              <a:gd name="connsiteX73857" fmla="*/ 1092561 w 2119654"/>
              <a:gd name="connsiteY73857" fmla="*/ 313468 h 2398711"/>
              <a:gd name="connsiteX73858" fmla="*/ 1098773 w 2119654"/>
              <a:gd name="connsiteY73858" fmla="*/ 323456 h 2398711"/>
              <a:gd name="connsiteX73859" fmla="*/ 1102676 w 2119654"/>
              <a:gd name="connsiteY73859" fmla="*/ 329905 h 2398711"/>
              <a:gd name="connsiteX73860" fmla="*/ 1103220 w 2119654"/>
              <a:gd name="connsiteY73860" fmla="*/ 328765 h 2398711"/>
              <a:gd name="connsiteX73861" fmla="*/ 1102993 w 2119654"/>
              <a:gd name="connsiteY73861" fmla="*/ 326977 h 2398711"/>
              <a:gd name="connsiteX73862" fmla="*/ 1020901 w 2119654"/>
              <a:gd name="connsiteY73862" fmla="*/ 473764 h 2398711"/>
              <a:gd name="connsiteX73863" fmla="*/ 1019997 w 2119654"/>
              <a:gd name="connsiteY73863" fmla="*/ 476181 h 2398711"/>
              <a:gd name="connsiteX73864" fmla="*/ 1022865 w 2119654"/>
              <a:gd name="connsiteY73864" fmla="*/ 477455 h 2398711"/>
              <a:gd name="connsiteX73865" fmla="*/ 1022453 w 2119654"/>
              <a:gd name="connsiteY73865" fmla="*/ 476181 h 2398711"/>
              <a:gd name="connsiteX73866" fmla="*/ 1093480 w 2119654"/>
              <a:gd name="connsiteY73866" fmla="*/ 311234 h 2398711"/>
              <a:gd name="connsiteX73867" fmla="*/ 1093434 w 2119654"/>
              <a:gd name="connsiteY73867" fmla="*/ 311346 h 2398711"/>
              <a:gd name="connsiteX73868" fmla="*/ 1102779 w 2119654"/>
              <a:gd name="connsiteY73868" fmla="*/ 325289 h 2398711"/>
              <a:gd name="connsiteX73869" fmla="*/ 1102413 w 2119654"/>
              <a:gd name="connsiteY73869" fmla="*/ 322408 h 2398711"/>
              <a:gd name="connsiteX73870" fmla="*/ 1095059 w 2119654"/>
              <a:gd name="connsiteY73870" fmla="*/ 309418 h 2398711"/>
              <a:gd name="connsiteX73871" fmla="*/ 1049247 w 2119654"/>
              <a:gd name="connsiteY73871" fmla="*/ 410171 h 2398711"/>
              <a:gd name="connsiteX73872" fmla="*/ 1050888 w 2119654"/>
              <a:gd name="connsiteY73872" fmla="*/ 412564 h 2398711"/>
              <a:gd name="connsiteX73873" fmla="*/ 1051427 w 2119654"/>
              <a:gd name="connsiteY73873" fmla="*/ 411840 h 2398711"/>
              <a:gd name="connsiteX73874" fmla="*/ 1049759 w 2119654"/>
              <a:gd name="connsiteY73874" fmla="*/ 409173 h 2398711"/>
              <a:gd name="connsiteX73875" fmla="*/ 1042972 w 2119654"/>
              <a:gd name="connsiteY73875" fmla="*/ 424121 h 2398711"/>
              <a:gd name="connsiteX73876" fmla="*/ 1047277 w 2119654"/>
              <a:gd name="connsiteY73876" fmla="*/ 428541 h 2398711"/>
              <a:gd name="connsiteX73877" fmla="*/ 1048147 w 2119654"/>
              <a:gd name="connsiteY73877" fmla="*/ 425180 h 2398711"/>
              <a:gd name="connsiteX73878" fmla="*/ 1045025 w 2119654"/>
              <a:gd name="connsiteY73878" fmla="*/ 421364 h 2398711"/>
              <a:gd name="connsiteX73879" fmla="*/ 1094576 w 2119654"/>
              <a:gd name="connsiteY73879" fmla="*/ 308568 h 2398711"/>
              <a:gd name="connsiteX73880" fmla="*/ 1094276 w 2119654"/>
              <a:gd name="connsiteY73880" fmla="*/ 309298 h 2398711"/>
              <a:gd name="connsiteX73881" fmla="*/ 1094708 w 2119654"/>
              <a:gd name="connsiteY73881" fmla="*/ 308801 h 2398711"/>
              <a:gd name="connsiteX73882" fmla="*/ 1063951 w 2119654"/>
              <a:gd name="connsiteY73882" fmla="*/ 377061 h 2398711"/>
              <a:gd name="connsiteX73883" fmla="*/ 1065045 w 2119654"/>
              <a:gd name="connsiteY73883" fmla="*/ 378282 h 2398711"/>
              <a:gd name="connsiteX73884" fmla="*/ 1066098 w 2119654"/>
              <a:gd name="connsiteY73884" fmla="*/ 375066 h 2398711"/>
              <a:gd name="connsiteX73885" fmla="*/ 1065924 w 2119654"/>
              <a:gd name="connsiteY73885" fmla="*/ 374862 h 2398711"/>
              <a:gd name="connsiteX73886" fmla="*/ 1047774 w 2119654"/>
              <a:gd name="connsiteY73886" fmla="*/ 413208 h 2398711"/>
              <a:gd name="connsiteX73887" fmla="*/ 1048812 w 2119654"/>
              <a:gd name="connsiteY73887" fmla="*/ 415351 h 2398711"/>
              <a:gd name="connsiteX73888" fmla="*/ 1050417 w 2119654"/>
              <a:gd name="connsiteY73888" fmla="*/ 413195 h 2398711"/>
              <a:gd name="connsiteX73889" fmla="*/ 1048930 w 2119654"/>
              <a:gd name="connsiteY73889" fmla="*/ 411028 h 2398711"/>
              <a:gd name="connsiteX73890" fmla="*/ 1047392 w 2119654"/>
              <a:gd name="connsiteY73890" fmla="*/ 413930 h 2398711"/>
              <a:gd name="connsiteX73891" fmla="*/ 1047977 w 2119654"/>
              <a:gd name="connsiteY73891" fmla="*/ 416474 h 2398711"/>
              <a:gd name="connsiteX73892" fmla="*/ 1048514 w 2119654"/>
              <a:gd name="connsiteY73892" fmla="*/ 415752 h 2398711"/>
              <a:gd name="connsiteX73893" fmla="*/ 1047534 w 2119654"/>
              <a:gd name="connsiteY73893" fmla="*/ 413661 h 2398711"/>
              <a:gd name="connsiteX73894" fmla="*/ 1022779 w 2119654"/>
              <a:gd name="connsiteY73894" fmla="*/ 468747 h 2398711"/>
              <a:gd name="connsiteX73895" fmla="*/ 1022365 w 2119654"/>
              <a:gd name="connsiteY73895" fmla="*/ 469852 h 2398711"/>
              <a:gd name="connsiteX73896" fmla="*/ 1024608 w 2119654"/>
              <a:gd name="connsiteY73896" fmla="*/ 472862 h 2398711"/>
              <a:gd name="connsiteX73897" fmla="*/ 1024742 w 2119654"/>
              <a:gd name="connsiteY73897" fmla="*/ 471559 h 2398711"/>
              <a:gd name="connsiteX73898" fmla="*/ 1023046 w 2119654"/>
              <a:gd name="connsiteY73898" fmla="*/ 468524 h 2398711"/>
              <a:gd name="connsiteX73899" fmla="*/ 1023160 w 2119654"/>
              <a:gd name="connsiteY73899" fmla="*/ 467737 h 2398711"/>
              <a:gd name="connsiteX73900" fmla="*/ 1023211 w 2119654"/>
              <a:gd name="connsiteY73900" fmla="*/ 467824 h 2398711"/>
              <a:gd name="connsiteX73901" fmla="*/ 1023811 w 2119654"/>
              <a:gd name="connsiteY73901" fmla="*/ 467337 h 2398711"/>
              <a:gd name="connsiteX73902" fmla="*/ 1023610 w 2119654"/>
              <a:gd name="connsiteY73902" fmla="*/ 467079 h 2398711"/>
              <a:gd name="connsiteX73903" fmla="*/ 1012008 w 2119654"/>
              <a:gd name="connsiteY73903" fmla="*/ 492627 h 2398711"/>
              <a:gd name="connsiteX73904" fmla="*/ 1012505 w 2119654"/>
              <a:gd name="connsiteY73904" fmla="*/ 493200 h 2398711"/>
              <a:gd name="connsiteX73905" fmla="*/ 1012823 w 2119654"/>
              <a:gd name="connsiteY73905" fmla="*/ 491952 h 2398711"/>
              <a:gd name="connsiteX73906" fmla="*/ 1012742 w 2119654"/>
              <a:gd name="connsiteY73906" fmla="*/ 491641 h 2398711"/>
              <a:gd name="connsiteX73907" fmla="*/ 1106964 w 2119654"/>
              <a:gd name="connsiteY73907" fmla="*/ 279979 h 2398711"/>
              <a:gd name="connsiteX73908" fmla="*/ 1108210 w 2119654"/>
              <a:gd name="connsiteY73908" fmla="*/ 289813 h 2398711"/>
              <a:gd name="connsiteX73909" fmla="*/ 1109396 w 2119654"/>
              <a:gd name="connsiteY73909" fmla="*/ 291907 h 2398711"/>
              <a:gd name="connsiteX73910" fmla="*/ 1116480 w 2119654"/>
              <a:gd name="connsiteY73910" fmla="*/ 283757 h 2398711"/>
              <a:gd name="connsiteX73911" fmla="*/ 1138419 w 2119654"/>
              <a:gd name="connsiteY73911" fmla="*/ 259197 h 2398711"/>
              <a:gd name="connsiteX73912" fmla="*/ 1123475 w 2119654"/>
              <a:gd name="connsiteY73912" fmla="*/ 244840 h 2398711"/>
              <a:gd name="connsiteX73913" fmla="*/ 1099226 w 2119654"/>
              <a:gd name="connsiteY73913" fmla="*/ 297260 h 2398711"/>
              <a:gd name="connsiteX73914" fmla="*/ 1094900 w 2119654"/>
              <a:gd name="connsiteY73914" fmla="*/ 307779 h 2398711"/>
              <a:gd name="connsiteX73915" fmla="*/ 1095175 w 2119654"/>
              <a:gd name="connsiteY73915" fmla="*/ 308264 h 2398711"/>
              <a:gd name="connsiteX73916" fmla="*/ 1099928 w 2119654"/>
              <a:gd name="connsiteY73916" fmla="*/ 302796 h 2398711"/>
              <a:gd name="connsiteX73917" fmla="*/ 1045510 w 2119654"/>
              <a:gd name="connsiteY73917" fmla="*/ 417477 h 2398711"/>
              <a:gd name="connsiteX73918" fmla="*/ 1046554 w 2119654"/>
              <a:gd name="connsiteY73918" fmla="*/ 418384 h 2398711"/>
              <a:gd name="connsiteX73919" fmla="*/ 1046594 w 2119654"/>
              <a:gd name="connsiteY73919" fmla="*/ 418330 h 2398711"/>
              <a:gd name="connsiteX73920" fmla="*/ 1046130 w 2119654"/>
              <a:gd name="connsiteY73920" fmla="*/ 416309 h 2398711"/>
              <a:gd name="connsiteX73921" fmla="*/ 1105004 w 2119654"/>
              <a:gd name="connsiteY73921" fmla="*/ 284150 h 2398711"/>
              <a:gd name="connsiteX73922" fmla="*/ 1106421 w 2119654"/>
              <a:gd name="connsiteY73922" fmla="*/ 286653 h 2398711"/>
              <a:gd name="connsiteX73923" fmla="*/ 1105870 w 2119654"/>
              <a:gd name="connsiteY73923" fmla="*/ 282308 h 2398711"/>
              <a:gd name="connsiteX73924" fmla="*/ 426645 w 2119654"/>
              <a:gd name="connsiteY73924" fmla="*/ 1803079 h 2398711"/>
              <a:gd name="connsiteX73925" fmla="*/ 428627 w 2119654"/>
              <a:gd name="connsiteY73925" fmla="*/ 1804551 h 2398711"/>
              <a:gd name="connsiteX73926" fmla="*/ 428979 w 2119654"/>
              <a:gd name="connsiteY73926" fmla="*/ 1804481 h 2398711"/>
              <a:gd name="connsiteX73927" fmla="*/ 426932 w 2119654"/>
              <a:gd name="connsiteY73927" fmla="*/ 1803068 h 2398711"/>
              <a:gd name="connsiteX73928" fmla="*/ 1044964 w 2119654"/>
              <a:gd name="connsiteY73928" fmla="*/ 418518 h 2398711"/>
              <a:gd name="connsiteX73929" fmla="*/ 1045881 w 2119654"/>
              <a:gd name="connsiteY73929" fmla="*/ 419289 h 2398711"/>
              <a:gd name="connsiteX73930" fmla="*/ 1046404 w 2119654"/>
              <a:gd name="connsiteY73930" fmla="*/ 418586 h 2398711"/>
              <a:gd name="connsiteX73931" fmla="*/ 1045389 w 2119654"/>
              <a:gd name="connsiteY73931" fmla="*/ 417705 h 2398711"/>
              <a:gd name="connsiteX73932" fmla="*/ 1045124 w 2119654"/>
              <a:gd name="connsiteY73932" fmla="*/ 418205 h 2398711"/>
              <a:gd name="connsiteX73933" fmla="*/ 1035749 w 2119654"/>
              <a:gd name="connsiteY73933" fmla="*/ 439081 h 2398711"/>
              <a:gd name="connsiteX73934" fmla="*/ 1035151 w 2119654"/>
              <a:gd name="connsiteY73934" fmla="*/ 443530 h 2398711"/>
              <a:gd name="connsiteX73935" fmla="*/ 1036043 w 2119654"/>
              <a:gd name="connsiteY73935" fmla="*/ 444856 h 2398711"/>
              <a:gd name="connsiteX73936" fmla="*/ 1037641 w 2119654"/>
              <a:gd name="connsiteY73936" fmla="*/ 442617 h 2398711"/>
              <a:gd name="connsiteX73937" fmla="*/ 1037508 w 2119654"/>
              <a:gd name="connsiteY73937" fmla="*/ 442039 h 2398711"/>
              <a:gd name="connsiteX73938" fmla="*/ 1103505 w 2119654"/>
              <a:gd name="connsiteY73938" fmla="*/ 287340 h 2398711"/>
              <a:gd name="connsiteX73939" fmla="*/ 1107208 w 2119654"/>
              <a:gd name="connsiteY73939" fmla="*/ 292864 h 2398711"/>
              <a:gd name="connsiteX73940" fmla="*/ 1106718 w 2119654"/>
              <a:gd name="connsiteY73940" fmla="*/ 289001 h 2398711"/>
              <a:gd name="connsiteX73941" fmla="*/ 1104536 w 2119654"/>
              <a:gd name="connsiteY73941" fmla="*/ 285147 h 2398711"/>
              <a:gd name="connsiteX73942" fmla="*/ 1041519 w 2119654"/>
              <a:gd name="connsiteY73942" fmla="*/ 426073 h 2398711"/>
              <a:gd name="connsiteX73943" fmla="*/ 1046419 w 2119654"/>
              <a:gd name="connsiteY73943" fmla="*/ 430317 h 2398711"/>
              <a:gd name="connsiteX73944" fmla="*/ 1047044 w 2119654"/>
              <a:gd name="connsiteY73944" fmla="*/ 429439 h 2398711"/>
              <a:gd name="connsiteX73945" fmla="*/ 1047203 w 2119654"/>
              <a:gd name="connsiteY73945" fmla="*/ 428825 h 2398711"/>
              <a:gd name="connsiteX73946" fmla="*/ 1042821 w 2119654"/>
              <a:gd name="connsiteY73946" fmla="*/ 424324 h 2398711"/>
              <a:gd name="connsiteX73947" fmla="*/ 1044251 w 2119654"/>
              <a:gd name="connsiteY73947" fmla="*/ 419909 h 2398711"/>
              <a:gd name="connsiteX73948" fmla="*/ 1044863 w 2119654"/>
              <a:gd name="connsiteY73948" fmla="*/ 420655 h 2398711"/>
              <a:gd name="connsiteX73949" fmla="*/ 1045514 w 2119654"/>
              <a:gd name="connsiteY73949" fmla="*/ 419780 h 2398711"/>
              <a:gd name="connsiteX73950" fmla="*/ 1044677 w 2119654"/>
              <a:gd name="connsiteY73950" fmla="*/ 419076 h 2398711"/>
              <a:gd name="connsiteX73951" fmla="*/ 1101898 w 2119654"/>
              <a:gd name="connsiteY73951" fmla="*/ 290762 h 2398711"/>
              <a:gd name="connsiteX73952" fmla="*/ 1099508 w 2119654"/>
              <a:gd name="connsiteY73952" fmla="*/ 296572 h 2398711"/>
              <a:gd name="connsiteX73953" fmla="*/ 1100450 w 2119654"/>
              <a:gd name="connsiteY73953" fmla="*/ 302195 h 2398711"/>
              <a:gd name="connsiteX73954" fmla="*/ 1107104 w 2119654"/>
              <a:gd name="connsiteY73954" fmla="*/ 294543 h 2398711"/>
              <a:gd name="connsiteX73955" fmla="*/ 1102999 w 2119654"/>
              <a:gd name="connsiteY73955" fmla="*/ 288418 h 2398711"/>
              <a:gd name="connsiteX73956" fmla="*/ 1062224 w 2119654"/>
              <a:gd name="connsiteY73956" fmla="*/ 379538 h 2398711"/>
              <a:gd name="connsiteX73957" fmla="*/ 1061157 w 2119654"/>
              <a:gd name="connsiteY73957" fmla="*/ 383662 h 2398711"/>
              <a:gd name="connsiteX73958" fmla="*/ 1061777 w 2119654"/>
              <a:gd name="connsiteY73958" fmla="*/ 385039 h 2398711"/>
              <a:gd name="connsiteX73959" fmla="*/ 1062546 w 2119654"/>
              <a:gd name="connsiteY73959" fmla="*/ 383539 h 2398711"/>
              <a:gd name="connsiteX73960" fmla="*/ 1063026 w 2119654"/>
              <a:gd name="connsiteY73960" fmla="*/ 382652 h 2398711"/>
              <a:gd name="connsiteX73961" fmla="*/ 1041261 w 2119654"/>
              <a:gd name="connsiteY73961" fmla="*/ 426419 h 2398711"/>
              <a:gd name="connsiteX73962" fmla="*/ 1041728 w 2119654"/>
              <a:gd name="connsiteY73962" fmla="*/ 427385 h 2398711"/>
              <a:gd name="connsiteX73963" fmla="*/ 1044414 w 2119654"/>
              <a:gd name="connsiteY73963" fmla="*/ 433125 h 2398711"/>
              <a:gd name="connsiteX73964" fmla="*/ 1046222 w 2119654"/>
              <a:gd name="connsiteY73964" fmla="*/ 430591 h 2398711"/>
              <a:gd name="connsiteX73965" fmla="*/ 1041318 w 2119654"/>
              <a:gd name="connsiteY73965" fmla="*/ 426342 h 2398711"/>
              <a:gd name="connsiteX73966" fmla="*/ 1062426 w 2119654"/>
              <a:gd name="connsiteY73966" fmla="*/ 378763 h 2398711"/>
              <a:gd name="connsiteX73967" fmla="*/ 1062393 w 2119654"/>
              <a:gd name="connsiteY73967" fmla="*/ 378890 h 2398711"/>
              <a:gd name="connsiteX73968" fmla="*/ 1063253 w 2119654"/>
              <a:gd name="connsiteY73968" fmla="*/ 382232 h 2398711"/>
              <a:gd name="connsiteX73969" fmla="*/ 1064514 w 2119654"/>
              <a:gd name="connsiteY73969" fmla="*/ 379901 h 2398711"/>
              <a:gd name="connsiteX73970" fmla="*/ 1065005 w 2119654"/>
              <a:gd name="connsiteY73970" fmla="*/ 378402 h 2398711"/>
              <a:gd name="connsiteX73971" fmla="*/ 1063879 w 2119654"/>
              <a:gd name="connsiteY73971" fmla="*/ 377143 h 2398711"/>
              <a:gd name="connsiteX73972" fmla="*/ 1042296 w 2119654"/>
              <a:gd name="connsiteY73972" fmla="*/ 423718 h 2398711"/>
              <a:gd name="connsiteX73973" fmla="*/ 1042558 w 2119654"/>
              <a:gd name="connsiteY73973" fmla="*/ 423751 h 2398711"/>
              <a:gd name="connsiteX73974" fmla="*/ 1044664 w 2119654"/>
              <a:gd name="connsiteY73974" fmla="*/ 420922 h 2398711"/>
              <a:gd name="connsiteX73975" fmla="*/ 1044090 w 2119654"/>
              <a:gd name="connsiteY73975" fmla="*/ 420223 h 2398711"/>
              <a:gd name="connsiteX73976" fmla="*/ 416702 w 2119654"/>
              <a:gd name="connsiteY73976" fmla="*/ 1824531 h 2398711"/>
              <a:gd name="connsiteX73977" fmla="*/ 419749 w 2119654"/>
              <a:gd name="connsiteY73977" fmla="*/ 1826292 h 2398711"/>
              <a:gd name="connsiteX73978" fmla="*/ 435201 w 2119654"/>
              <a:gd name="connsiteY73978" fmla="*/ 1831196 h 2398711"/>
              <a:gd name="connsiteX73979" fmla="*/ 435150 w 2119654"/>
              <a:gd name="connsiteY73979" fmla="*/ 1827118 h 2398711"/>
              <a:gd name="connsiteX73980" fmla="*/ 434110 w 2119654"/>
              <a:gd name="connsiteY73980" fmla="*/ 1826245 h 2398711"/>
              <a:gd name="connsiteX73981" fmla="*/ 425622 w 2119654"/>
              <a:gd name="connsiteY73981" fmla="*/ 1824355 h 2398711"/>
              <a:gd name="connsiteX73982" fmla="*/ 423050 w 2119654"/>
              <a:gd name="connsiteY73982" fmla="*/ 1823582 h 2398711"/>
              <a:gd name="connsiteX73983" fmla="*/ 1010735 w 2119654"/>
              <a:gd name="connsiteY73983" fmla="*/ 494337 h 2398711"/>
              <a:gd name="connsiteX73984" fmla="*/ 1011995 w 2119654"/>
              <a:gd name="connsiteY73984" fmla="*/ 495199 h 2398711"/>
              <a:gd name="connsiteX73985" fmla="*/ 1012241 w 2119654"/>
              <a:gd name="connsiteY73985" fmla="*/ 494233 h 2398711"/>
              <a:gd name="connsiteX73986" fmla="*/ 1011390 w 2119654"/>
              <a:gd name="connsiteY73986" fmla="*/ 493458 h 2398711"/>
              <a:gd name="connsiteX73987" fmla="*/ 1047130 w 2119654"/>
              <a:gd name="connsiteY73987" fmla="*/ 412795 h 2398711"/>
              <a:gd name="connsiteX73988" fmla="*/ 1047255 w 2119654"/>
              <a:gd name="connsiteY73988" fmla="*/ 413341 h 2398711"/>
              <a:gd name="connsiteX73989" fmla="*/ 1047323 w 2119654"/>
              <a:gd name="connsiteY73989" fmla="*/ 413208 h 2398711"/>
              <a:gd name="connsiteX73990" fmla="*/ 1041662 w 2119654"/>
              <a:gd name="connsiteY73990" fmla="*/ 424954 h 2398711"/>
              <a:gd name="connsiteX73991" fmla="*/ 1042430 w 2119654"/>
              <a:gd name="connsiteY73991" fmla="*/ 423923 h 2398711"/>
              <a:gd name="connsiteX73992" fmla="*/ 1042274 w 2119654"/>
              <a:gd name="connsiteY73992" fmla="*/ 423762 h 2398711"/>
              <a:gd name="connsiteX73993" fmla="*/ 1008723 w 2119654"/>
              <a:gd name="connsiteY73993" fmla="*/ 498479 h 2398711"/>
              <a:gd name="connsiteX73994" fmla="*/ 1008658 w 2119654"/>
              <a:gd name="connsiteY73994" fmla="*/ 499104 h 2398711"/>
              <a:gd name="connsiteX73995" fmla="*/ 1008908 w 2119654"/>
              <a:gd name="connsiteY73995" fmla="*/ 499436 h 2398711"/>
              <a:gd name="connsiteX73996" fmla="*/ 1009827 w 2119654"/>
              <a:gd name="connsiteY73996" fmla="*/ 501209 h 2398711"/>
              <a:gd name="connsiteX73997" fmla="*/ 1009886 w 2119654"/>
              <a:gd name="connsiteY73997" fmla="*/ 501235 h 2398711"/>
              <a:gd name="connsiteX73998" fmla="*/ 1010146 w 2119654"/>
              <a:gd name="connsiteY73998" fmla="*/ 500766 h 2398711"/>
              <a:gd name="connsiteX73999" fmla="*/ 1054408 w 2119654"/>
              <a:gd name="connsiteY73999" fmla="*/ 396003 h 2398711"/>
              <a:gd name="connsiteX74000" fmla="*/ 1055385 w 2119654"/>
              <a:gd name="connsiteY74000" fmla="*/ 397215 h 2398711"/>
              <a:gd name="connsiteX74001" fmla="*/ 1055469 w 2119654"/>
              <a:gd name="connsiteY74001" fmla="*/ 396893 h 2398711"/>
              <a:gd name="connsiteX74002" fmla="*/ 1038432 w 2119654"/>
              <a:gd name="connsiteY74002" fmla="*/ 431561 h 2398711"/>
              <a:gd name="connsiteX74003" fmla="*/ 1042226 w 2119654"/>
              <a:gd name="connsiteY74003" fmla="*/ 436192 h 2398711"/>
              <a:gd name="connsiteX74004" fmla="*/ 1044238 w 2119654"/>
              <a:gd name="connsiteY74004" fmla="*/ 433373 h 2398711"/>
              <a:gd name="connsiteX74005" fmla="*/ 1041090 w 2119654"/>
              <a:gd name="connsiteY74005" fmla="*/ 426649 h 2398711"/>
              <a:gd name="connsiteX74006" fmla="*/ 1040134 w 2119654"/>
              <a:gd name="connsiteY74006" fmla="*/ 427932 h 2398711"/>
              <a:gd name="connsiteX74007" fmla="*/ 1039506 w 2119654"/>
              <a:gd name="connsiteY74007" fmla="*/ 429157 h 2398711"/>
              <a:gd name="connsiteX74008" fmla="*/ 1038234 w 2119654"/>
              <a:gd name="connsiteY74008" fmla="*/ 432003 h 2398711"/>
              <a:gd name="connsiteX74009" fmla="*/ 1037832 w 2119654"/>
              <a:gd name="connsiteY74009" fmla="*/ 432904 h 2398711"/>
              <a:gd name="connsiteX74010" fmla="*/ 1038182 w 2119654"/>
              <a:gd name="connsiteY74010" fmla="*/ 434427 h 2398711"/>
              <a:gd name="connsiteX74011" fmla="*/ 1041909 w 2119654"/>
              <a:gd name="connsiteY74011" fmla="*/ 436636 h 2398711"/>
              <a:gd name="connsiteX74012" fmla="*/ 1041964 w 2119654"/>
              <a:gd name="connsiteY74012" fmla="*/ 436559 h 2398711"/>
              <a:gd name="connsiteX74013" fmla="*/ 1036230 w 2119654"/>
              <a:gd name="connsiteY74013" fmla="*/ 436486 h 2398711"/>
              <a:gd name="connsiteX74014" fmla="*/ 1036040 w 2119654"/>
              <a:gd name="connsiteY74014" fmla="*/ 436913 h 2398711"/>
              <a:gd name="connsiteX74015" fmla="*/ 1035826 w 2119654"/>
              <a:gd name="connsiteY74015" fmla="*/ 438506 h 2398711"/>
              <a:gd name="connsiteX74016" fmla="*/ 1037243 w 2119654"/>
              <a:gd name="connsiteY74016" fmla="*/ 440891 h 2398711"/>
              <a:gd name="connsiteX74017" fmla="*/ 1063076 w 2119654"/>
              <a:gd name="connsiteY74017" fmla="*/ 376245 h 2398711"/>
              <a:gd name="connsiteX74018" fmla="*/ 1062594 w 2119654"/>
              <a:gd name="connsiteY74018" fmla="*/ 378114 h 2398711"/>
              <a:gd name="connsiteX74019" fmla="*/ 1063672 w 2119654"/>
              <a:gd name="connsiteY74019" fmla="*/ 376911 h 2398711"/>
              <a:gd name="connsiteX74020" fmla="*/ 411059 w 2119654"/>
              <a:gd name="connsiteY74020" fmla="*/ 1835858 h 2398711"/>
              <a:gd name="connsiteX74021" fmla="*/ 413711 w 2119654"/>
              <a:gd name="connsiteY74021" fmla="*/ 1837731 h 2398711"/>
              <a:gd name="connsiteX74022" fmla="*/ 414819 w 2119654"/>
              <a:gd name="connsiteY74022" fmla="*/ 1837671 h 2398711"/>
              <a:gd name="connsiteX74023" fmla="*/ 411335 w 2119654"/>
              <a:gd name="connsiteY74023" fmla="*/ 1835925 h 2398711"/>
              <a:gd name="connsiteX74024" fmla="*/ 1012428 w 2119654"/>
              <a:gd name="connsiteY74024" fmla="*/ 489211 h 2398711"/>
              <a:gd name="connsiteX74025" fmla="*/ 1012705 w 2119654"/>
              <a:gd name="connsiteY74025" fmla="*/ 490282 h 2398711"/>
              <a:gd name="connsiteX74026" fmla="*/ 1013147 w 2119654"/>
              <a:gd name="connsiteY74026" fmla="*/ 490678 h 2398711"/>
              <a:gd name="connsiteX74027" fmla="*/ 1013297 w 2119654"/>
              <a:gd name="connsiteY74027" fmla="*/ 490093 h 2398711"/>
              <a:gd name="connsiteX74028" fmla="*/ 1008894 w 2119654"/>
              <a:gd name="connsiteY74028" fmla="*/ 496812 h 2398711"/>
              <a:gd name="connsiteX74029" fmla="*/ 1008809 w 2119654"/>
              <a:gd name="connsiteY74029" fmla="*/ 497639 h 2398711"/>
              <a:gd name="connsiteX74030" fmla="*/ 1010433 w 2119654"/>
              <a:gd name="connsiteY74030" fmla="*/ 500248 h 2398711"/>
              <a:gd name="connsiteX74031" fmla="*/ 1010942 w 2119654"/>
              <a:gd name="connsiteY74031" fmla="*/ 499332 h 2398711"/>
              <a:gd name="connsiteX74032" fmla="*/ 1011877 w 2119654"/>
              <a:gd name="connsiteY74032" fmla="*/ 495664 h 2398711"/>
              <a:gd name="connsiteX74033" fmla="*/ 1010480 w 2119654"/>
              <a:gd name="connsiteY74033" fmla="*/ 494681 h 2398711"/>
              <a:gd name="connsiteX74034" fmla="*/ 428049 w 2119654"/>
              <a:gd name="connsiteY74034" fmla="*/ 1797173 h 2398711"/>
              <a:gd name="connsiteX74035" fmla="*/ 431165 w 2119654"/>
              <a:gd name="connsiteY74035" fmla="*/ 1799414 h 2398711"/>
              <a:gd name="connsiteX74036" fmla="*/ 431817 w 2119654"/>
              <a:gd name="connsiteY74036" fmla="*/ 1799477 h 2398711"/>
              <a:gd name="connsiteX74037" fmla="*/ 429330 w 2119654"/>
              <a:gd name="connsiteY74037" fmla="*/ 1797087 h 2398711"/>
              <a:gd name="connsiteX74038" fmla="*/ 1018652 w 2119654"/>
              <a:gd name="connsiteY74038" fmla="*/ 474325 h 2398711"/>
              <a:gd name="connsiteX74039" fmla="*/ 1018927 w 2119654"/>
              <a:gd name="connsiteY74039" fmla="*/ 474874 h 2398711"/>
              <a:gd name="connsiteX74040" fmla="*/ 1019712 w 2119654"/>
              <a:gd name="connsiteY74040" fmla="*/ 472777 h 2398711"/>
              <a:gd name="connsiteX74041" fmla="*/ 412200 w 2119654"/>
              <a:gd name="connsiteY74041" fmla="*/ 1832179 h 2398711"/>
              <a:gd name="connsiteX74042" fmla="*/ 415996 w 2119654"/>
              <a:gd name="connsiteY74042" fmla="*/ 1834081 h 2398711"/>
              <a:gd name="connsiteX74043" fmla="*/ 416406 w 2119654"/>
              <a:gd name="connsiteY74043" fmla="*/ 1834179 h 2398711"/>
              <a:gd name="connsiteX74044" fmla="*/ 421951 w 2119654"/>
              <a:gd name="connsiteY74044" fmla="*/ 1833855 h 2398711"/>
              <a:gd name="connsiteX74045" fmla="*/ 421892 w 2119654"/>
              <a:gd name="connsiteY74045" fmla="*/ 1833848 h 2398711"/>
              <a:gd name="connsiteX74046" fmla="*/ 421792 w 2119654"/>
              <a:gd name="connsiteY74046" fmla="*/ 1833751 h 2398711"/>
              <a:gd name="connsiteX74047" fmla="*/ 422457 w 2119654"/>
              <a:gd name="connsiteY74047" fmla="*/ 1833826 h 2398711"/>
              <a:gd name="connsiteX74048" fmla="*/ 427426 w 2119654"/>
              <a:gd name="connsiteY74048" fmla="*/ 1833535 h 2398711"/>
              <a:gd name="connsiteX74049" fmla="*/ 424537 w 2119654"/>
              <a:gd name="connsiteY74049" fmla="*/ 1832536 h 2398711"/>
              <a:gd name="connsiteX74050" fmla="*/ 1064013 w 2119654"/>
              <a:gd name="connsiteY74050" fmla="*/ 372629 h 2398711"/>
              <a:gd name="connsiteX74051" fmla="*/ 1063109 w 2119654"/>
              <a:gd name="connsiteY74051" fmla="*/ 376121 h 2398711"/>
              <a:gd name="connsiteX74052" fmla="*/ 1063744 w 2119654"/>
              <a:gd name="connsiteY74052" fmla="*/ 376831 h 2398711"/>
              <a:gd name="connsiteX74053" fmla="*/ 1065722 w 2119654"/>
              <a:gd name="connsiteY74053" fmla="*/ 374625 h 2398711"/>
              <a:gd name="connsiteX74054" fmla="*/ 1037909 w 2119654"/>
              <a:gd name="connsiteY74054" fmla="*/ 430922 h 2398711"/>
              <a:gd name="connsiteX74055" fmla="*/ 1038005 w 2119654"/>
              <a:gd name="connsiteY74055" fmla="*/ 431038 h 2398711"/>
              <a:gd name="connsiteX74056" fmla="*/ 1038460 w 2119654"/>
              <a:gd name="connsiteY74056" fmla="*/ 430182 h 2398711"/>
              <a:gd name="connsiteX74057" fmla="*/ 384330 w 2119654"/>
              <a:gd name="connsiteY74057" fmla="*/ 1894222 h 2398711"/>
              <a:gd name="connsiteX74058" fmla="*/ 389495 w 2119654"/>
              <a:gd name="connsiteY74058" fmla="*/ 1894320 h 2398711"/>
              <a:gd name="connsiteX74059" fmla="*/ 388378 w 2119654"/>
              <a:gd name="connsiteY74059" fmla="*/ 1894334 h 2398711"/>
              <a:gd name="connsiteX74060" fmla="*/ 1068344 w 2119654"/>
              <a:gd name="connsiteY74060" fmla="*/ 362466 h 2398711"/>
              <a:gd name="connsiteX74061" fmla="*/ 1069504 w 2119654"/>
              <a:gd name="connsiteY74061" fmla="*/ 366296 h 2398711"/>
              <a:gd name="connsiteX74062" fmla="*/ 1069961 w 2119654"/>
              <a:gd name="connsiteY74062" fmla="*/ 365185 h 2398711"/>
              <a:gd name="connsiteX74063" fmla="*/ 434095 w 2119654"/>
              <a:gd name="connsiteY74063" fmla="*/ 1782636 h 2398711"/>
              <a:gd name="connsiteX74064" fmla="*/ 437452 w 2119654"/>
              <a:gd name="connsiteY74064" fmla="*/ 1784127 h 2398711"/>
              <a:gd name="connsiteX74065" fmla="*/ 437496 w 2119654"/>
              <a:gd name="connsiteY74065" fmla="*/ 1783715 h 2398711"/>
              <a:gd name="connsiteX74066" fmla="*/ 1037501 w 2119654"/>
              <a:gd name="connsiteY74066" fmla="*/ 431468 h 2398711"/>
              <a:gd name="connsiteX74067" fmla="*/ 1037584 w 2119654"/>
              <a:gd name="connsiteY74067" fmla="*/ 431832 h 2398711"/>
              <a:gd name="connsiteX74068" fmla="*/ 1037784 w 2119654"/>
              <a:gd name="connsiteY74068" fmla="*/ 431456 h 2398711"/>
              <a:gd name="connsiteX74069" fmla="*/ 1037641 w 2119654"/>
              <a:gd name="connsiteY74069" fmla="*/ 431280 h 2398711"/>
              <a:gd name="connsiteX74070" fmla="*/ 1064472 w 2119654"/>
              <a:gd name="connsiteY74070" fmla="*/ 370855 h 2398711"/>
              <a:gd name="connsiteX74071" fmla="*/ 1064103 w 2119654"/>
              <a:gd name="connsiteY74071" fmla="*/ 372281 h 2398711"/>
              <a:gd name="connsiteX74072" fmla="*/ 1065961 w 2119654"/>
              <a:gd name="connsiteY74072" fmla="*/ 374358 h 2398711"/>
              <a:gd name="connsiteX74073" fmla="*/ 1066542 w 2119654"/>
              <a:gd name="connsiteY74073" fmla="*/ 373710 h 2398711"/>
              <a:gd name="connsiteX74074" fmla="*/ 1066758 w 2119654"/>
              <a:gd name="connsiteY74074" fmla="*/ 373050 h 2398711"/>
              <a:gd name="connsiteX74075" fmla="*/ 415002 w 2119654"/>
              <a:gd name="connsiteY74075" fmla="*/ 1824785 h 2398711"/>
              <a:gd name="connsiteX74076" fmla="*/ 417390 w 2119654"/>
              <a:gd name="connsiteY74076" fmla="*/ 1825543 h 2398711"/>
              <a:gd name="connsiteX74077" fmla="*/ 415857 w 2119654"/>
              <a:gd name="connsiteY74077" fmla="*/ 1824658 h 2398711"/>
              <a:gd name="connsiteX74078" fmla="*/ 1064966 w 2119654"/>
              <a:gd name="connsiteY74078" fmla="*/ 368946 h 2398711"/>
              <a:gd name="connsiteX74079" fmla="*/ 1064522 w 2119654"/>
              <a:gd name="connsiteY74079" fmla="*/ 370659 h 2398711"/>
              <a:gd name="connsiteX74080" fmla="*/ 1066819 w 2119654"/>
              <a:gd name="connsiteY74080" fmla="*/ 372865 h 2398711"/>
              <a:gd name="connsiteX74081" fmla="*/ 1066883 w 2119654"/>
              <a:gd name="connsiteY74081" fmla="*/ 372669 h 2398711"/>
              <a:gd name="connsiteX74082" fmla="*/ 1066996 w 2119654"/>
              <a:gd name="connsiteY74082" fmla="*/ 372396 h 2398711"/>
              <a:gd name="connsiteX74083" fmla="*/ 1066258 w 2119654"/>
              <a:gd name="connsiteY74083" fmla="*/ 371004 h 2398711"/>
              <a:gd name="connsiteX74084" fmla="*/ 1009206 w 2119654"/>
              <a:gd name="connsiteY74084" fmla="*/ 493784 h 2398711"/>
              <a:gd name="connsiteX74085" fmla="*/ 1008940 w 2119654"/>
              <a:gd name="connsiteY74085" fmla="*/ 496363 h 2398711"/>
              <a:gd name="connsiteX74086" fmla="*/ 1010291 w 2119654"/>
              <a:gd name="connsiteY74086" fmla="*/ 494547 h 2398711"/>
              <a:gd name="connsiteX74087" fmla="*/ 1065330 w 2119654"/>
              <a:gd name="connsiteY74087" fmla="*/ 367538 h 2398711"/>
              <a:gd name="connsiteX74088" fmla="*/ 1065321 w 2119654"/>
              <a:gd name="connsiteY74088" fmla="*/ 367576 h 2398711"/>
              <a:gd name="connsiteX74089" fmla="*/ 1065522 w 2119654"/>
              <a:gd name="connsiteY74089" fmla="*/ 367897 h 2398711"/>
              <a:gd name="connsiteX74090" fmla="*/ 1015694 w 2119654"/>
              <a:gd name="connsiteY74090" fmla="*/ 478645 h 2398711"/>
              <a:gd name="connsiteX74091" fmla="*/ 1015837 w 2119654"/>
              <a:gd name="connsiteY74091" fmla="*/ 478935 h 2398711"/>
              <a:gd name="connsiteX74092" fmla="*/ 1017099 w 2119654"/>
              <a:gd name="connsiteY74092" fmla="*/ 479757 h 2398711"/>
              <a:gd name="connsiteX74093" fmla="*/ 1017476 w 2119654"/>
              <a:gd name="connsiteY74093" fmla="*/ 478749 h 2398711"/>
              <a:gd name="connsiteX74094" fmla="*/ 1016569 w 2119654"/>
              <a:gd name="connsiteY74094" fmla="*/ 477367 h 2398711"/>
              <a:gd name="connsiteX74095" fmla="*/ 1028579 w 2119654"/>
              <a:gd name="connsiteY74095" fmla="*/ 449795 h 2398711"/>
              <a:gd name="connsiteX74096" fmla="*/ 1028635 w 2119654"/>
              <a:gd name="connsiteY74096" fmla="*/ 451061 h 2398711"/>
              <a:gd name="connsiteX74097" fmla="*/ 1028885 w 2119654"/>
              <a:gd name="connsiteY74097" fmla="*/ 449198 h 2398711"/>
              <a:gd name="connsiteX74098" fmla="*/ 1057982 w 2119654"/>
              <a:gd name="connsiteY74098" fmla="*/ 383840 h 2398711"/>
              <a:gd name="connsiteX74099" fmla="*/ 1058414 w 2119654"/>
              <a:gd name="connsiteY74099" fmla="*/ 385517 h 2398711"/>
              <a:gd name="connsiteX74100" fmla="*/ 1059067 w 2119654"/>
              <a:gd name="connsiteY74100" fmla="*/ 382991 h 2398711"/>
              <a:gd name="connsiteX74101" fmla="*/ 1058923 w 2119654"/>
              <a:gd name="connsiteY74101" fmla="*/ 382761 h 2398711"/>
              <a:gd name="connsiteX74102" fmla="*/ 1024419 w 2119654"/>
              <a:gd name="connsiteY74102" fmla="*/ 457898 h 2398711"/>
              <a:gd name="connsiteX74103" fmla="*/ 1024973 w 2119654"/>
              <a:gd name="connsiteY74103" fmla="*/ 458708 h 2398711"/>
              <a:gd name="connsiteX74104" fmla="*/ 1024949 w 2119654"/>
              <a:gd name="connsiteY74104" fmla="*/ 458161 h 2398711"/>
              <a:gd name="connsiteX74105" fmla="*/ 1024573 w 2119654"/>
              <a:gd name="connsiteY74105" fmla="*/ 457600 h 2398711"/>
              <a:gd name="connsiteX74106" fmla="*/ 1023646 w 2119654"/>
              <a:gd name="connsiteY74106" fmla="*/ 459405 h 2398711"/>
              <a:gd name="connsiteX74107" fmla="*/ 1024457 w 2119654"/>
              <a:gd name="connsiteY74107" fmla="*/ 460740 h 2398711"/>
              <a:gd name="connsiteX74108" fmla="*/ 1024815 w 2119654"/>
              <a:gd name="connsiteY74108" fmla="*/ 459940 h 2398711"/>
              <a:gd name="connsiteX74109" fmla="*/ 1023991 w 2119654"/>
              <a:gd name="connsiteY74109" fmla="*/ 458734 h 2398711"/>
              <a:gd name="connsiteX74110" fmla="*/ 1022610 w 2119654"/>
              <a:gd name="connsiteY74110" fmla="*/ 461425 h 2398711"/>
              <a:gd name="connsiteX74111" fmla="*/ 1023705 w 2119654"/>
              <a:gd name="connsiteY74111" fmla="*/ 462423 h 2398711"/>
              <a:gd name="connsiteX74112" fmla="*/ 1023774 w 2119654"/>
              <a:gd name="connsiteY74112" fmla="*/ 462270 h 2398711"/>
              <a:gd name="connsiteX74113" fmla="*/ 1022907 w 2119654"/>
              <a:gd name="connsiteY74113" fmla="*/ 460844 h 2398711"/>
              <a:gd name="connsiteX74114" fmla="*/ 1013376 w 2119654"/>
              <a:gd name="connsiteY74114" fmla="*/ 482034 h 2398711"/>
              <a:gd name="connsiteX74115" fmla="*/ 1014914 w 2119654"/>
              <a:gd name="connsiteY74115" fmla="*/ 485595 h 2398711"/>
              <a:gd name="connsiteX74116" fmla="*/ 1016516 w 2119654"/>
              <a:gd name="connsiteY74116" fmla="*/ 481314 h 2398711"/>
              <a:gd name="connsiteX74117" fmla="*/ 1014684 w 2119654"/>
              <a:gd name="connsiteY74117" fmla="*/ 480122 h 2398711"/>
              <a:gd name="connsiteX74118" fmla="*/ 1009154 w 2119654"/>
              <a:gd name="connsiteY74118" fmla="*/ 491420 h 2398711"/>
              <a:gd name="connsiteX74119" fmla="*/ 1009239 w 2119654"/>
              <a:gd name="connsiteY74119" fmla="*/ 493315 h 2398711"/>
              <a:gd name="connsiteX74120" fmla="*/ 1010544 w 2119654"/>
              <a:gd name="connsiteY74120" fmla="*/ 494207 h 2398711"/>
              <a:gd name="connsiteX74121" fmla="*/ 1011219 w 2119654"/>
              <a:gd name="connsiteY74121" fmla="*/ 493301 h 2398711"/>
              <a:gd name="connsiteX74122" fmla="*/ 436667 w 2119654"/>
              <a:gd name="connsiteY74122" fmla="*/ 1773207 h 2398711"/>
              <a:gd name="connsiteX74123" fmla="*/ 437235 w 2119654"/>
              <a:gd name="connsiteY74123" fmla="*/ 1773575 h 2398711"/>
              <a:gd name="connsiteX74124" fmla="*/ 437689 w 2119654"/>
              <a:gd name="connsiteY74124" fmla="*/ 1773584 h 2398711"/>
              <a:gd name="connsiteX74125" fmla="*/ 1067398 w 2119654"/>
              <a:gd name="connsiteY74125" fmla="*/ 360873 h 2398711"/>
              <a:gd name="connsiteX74126" fmla="*/ 1066236 w 2119654"/>
              <a:gd name="connsiteY74126" fmla="*/ 364305 h 2398711"/>
              <a:gd name="connsiteX74127" fmla="*/ 1068704 w 2119654"/>
              <a:gd name="connsiteY74127" fmla="*/ 368241 h 2398711"/>
              <a:gd name="connsiteX74128" fmla="*/ 1069327 w 2119654"/>
              <a:gd name="connsiteY74128" fmla="*/ 366726 h 2398711"/>
              <a:gd name="connsiteX74129" fmla="*/ 1067960 w 2119654"/>
              <a:gd name="connsiteY74129" fmla="*/ 361816 h 2398711"/>
              <a:gd name="connsiteX74130" fmla="*/ 1028495 w 2119654"/>
              <a:gd name="connsiteY74130" fmla="*/ 447925 h 2398711"/>
              <a:gd name="connsiteX74131" fmla="*/ 1028538 w 2119654"/>
              <a:gd name="connsiteY74131" fmla="*/ 448890 h 2398711"/>
              <a:gd name="connsiteX74132" fmla="*/ 1028798 w 2119654"/>
              <a:gd name="connsiteY74132" fmla="*/ 448399 h 2398711"/>
              <a:gd name="connsiteX74133" fmla="*/ 398611 w 2119654"/>
              <a:gd name="connsiteY74133" fmla="*/ 1858345 h 2398711"/>
              <a:gd name="connsiteX74134" fmla="*/ 399944 w 2119654"/>
              <a:gd name="connsiteY74134" fmla="*/ 1859138 h 2398711"/>
              <a:gd name="connsiteX74135" fmla="*/ 407266 w 2119654"/>
              <a:gd name="connsiteY74135" fmla="*/ 1860846 h 2398711"/>
              <a:gd name="connsiteX74136" fmla="*/ 437769 w 2119654"/>
              <a:gd name="connsiteY74136" fmla="*/ 1865644 h 2398711"/>
              <a:gd name="connsiteX74137" fmla="*/ 437300 w 2119654"/>
              <a:gd name="connsiteY74137" fmla="*/ 1861239 h 2398711"/>
              <a:gd name="connsiteX74138" fmla="*/ 433983 w 2119654"/>
              <a:gd name="connsiteY74138" fmla="*/ 1858697 h 2398711"/>
              <a:gd name="connsiteX74139" fmla="*/ 425752 w 2119654"/>
              <a:gd name="connsiteY74139" fmla="*/ 1858196 h 2398711"/>
              <a:gd name="connsiteX74140" fmla="*/ 408167 w 2119654"/>
              <a:gd name="connsiteY74140" fmla="*/ 1858539 h 2398711"/>
              <a:gd name="connsiteX74141" fmla="*/ 1067555 w 2119654"/>
              <a:gd name="connsiteY74141" fmla="*/ 360409 h 2398711"/>
              <a:gd name="connsiteX74142" fmla="*/ 1067466 w 2119654"/>
              <a:gd name="connsiteY74142" fmla="*/ 360673 h 2398711"/>
              <a:gd name="connsiteX74143" fmla="*/ 1067794 w 2119654"/>
              <a:gd name="connsiteY74143" fmla="*/ 361224 h 2398711"/>
              <a:gd name="connsiteX74144" fmla="*/ 1067706 w 2119654"/>
              <a:gd name="connsiteY74144" fmla="*/ 360910 h 2398711"/>
              <a:gd name="connsiteX74145" fmla="*/ 1021154 w 2119654"/>
              <a:gd name="connsiteY74145" fmla="*/ 464258 h 2398711"/>
              <a:gd name="connsiteX74146" fmla="*/ 1022025 w 2119654"/>
              <a:gd name="connsiteY74146" fmla="*/ 465770 h 2398711"/>
              <a:gd name="connsiteX74147" fmla="*/ 1022284 w 2119654"/>
              <a:gd name="connsiteY74147" fmla="*/ 465373 h 2398711"/>
              <a:gd name="connsiteX74148" fmla="*/ 1021986 w 2119654"/>
              <a:gd name="connsiteY74148" fmla="*/ 464988 h 2398711"/>
              <a:gd name="connsiteX74149" fmla="*/ 1021787 w 2119654"/>
              <a:gd name="connsiteY74149" fmla="*/ 464874 h 2398711"/>
              <a:gd name="connsiteX74150" fmla="*/ 1021886 w 2119654"/>
              <a:gd name="connsiteY74150" fmla="*/ 464859 h 2398711"/>
              <a:gd name="connsiteX74151" fmla="*/ 1021260 w 2119654"/>
              <a:gd name="connsiteY74151" fmla="*/ 464054 h 2398711"/>
              <a:gd name="connsiteX74152" fmla="*/ 442865 w 2119654"/>
              <a:gd name="connsiteY74152" fmla="*/ 1758929 h 2398711"/>
              <a:gd name="connsiteX74153" fmla="*/ 442997 w 2119654"/>
              <a:gd name="connsiteY74153" fmla="*/ 1759008 h 2398711"/>
              <a:gd name="connsiteX74154" fmla="*/ 443025 w 2119654"/>
              <a:gd name="connsiteY74154" fmla="*/ 1758907 h 2398711"/>
              <a:gd name="connsiteX74155" fmla="*/ 1020092 w 2119654"/>
              <a:gd name="connsiteY74155" fmla="*/ 466329 h 2398711"/>
              <a:gd name="connsiteX74156" fmla="*/ 1020652 w 2119654"/>
              <a:gd name="connsiteY74156" fmla="*/ 467555 h 2398711"/>
              <a:gd name="connsiteX74157" fmla="*/ 1020760 w 2119654"/>
              <a:gd name="connsiteY74157" fmla="*/ 467700 h 2398711"/>
              <a:gd name="connsiteX74158" fmla="*/ 1021746 w 2119654"/>
              <a:gd name="connsiteY74158" fmla="*/ 466196 h 2398711"/>
              <a:gd name="connsiteX74159" fmla="*/ 1020919 w 2119654"/>
              <a:gd name="connsiteY74159" fmla="*/ 464717 h 2398711"/>
              <a:gd name="connsiteX74160" fmla="*/ 1028464 w 2119654"/>
              <a:gd name="connsiteY74160" fmla="*/ 447252 h 2398711"/>
              <a:gd name="connsiteX74161" fmla="*/ 1028467 w 2119654"/>
              <a:gd name="connsiteY74161" fmla="*/ 447305 h 2398711"/>
              <a:gd name="connsiteX74162" fmla="*/ 1028967 w 2119654"/>
              <a:gd name="connsiteY74162" fmla="*/ 448082 h 2398711"/>
              <a:gd name="connsiteX74163" fmla="*/ 1029051 w 2119654"/>
              <a:gd name="connsiteY74163" fmla="*/ 447923 h 2398711"/>
              <a:gd name="connsiteX74164" fmla="*/ 1061097 w 2119654"/>
              <a:gd name="connsiteY74164" fmla="*/ 374032 h 2398711"/>
              <a:gd name="connsiteX74165" fmla="*/ 1061436 w 2119654"/>
              <a:gd name="connsiteY74165" fmla="*/ 375276 h 2398711"/>
              <a:gd name="connsiteX74166" fmla="*/ 1061648 w 2119654"/>
              <a:gd name="connsiteY74166" fmla="*/ 374649 h 2398711"/>
              <a:gd name="connsiteX74167" fmla="*/ 1011811 w 2119654"/>
              <a:gd name="connsiteY74167" fmla="*/ 484322 h 2398711"/>
              <a:gd name="connsiteX74168" fmla="*/ 1014417 w 2119654"/>
              <a:gd name="connsiteY74168" fmla="*/ 486923 h 2398711"/>
              <a:gd name="connsiteX74169" fmla="*/ 1014494 w 2119654"/>
              <a:gd name="connsiteY74169" fmla="*/ 486716 h 2398711"/>
              <a:gd name="connsiteX74170" fmla="*/ 1012938 w 2119654"/>
              <a:gd name="connsiteY74170" fmla="*/ 482674 h 2398711"/>
              <a:gd name="connsiteX74171" fmla="*/ 1009099 w 2119654"/>
              <a:gd name="connsiteY74171" fmla="*/ 490206 h 2398711"/>
              <a:gd name="connsiteX74172" fmla="*/ 1009109 w 2119654"/>
              <a:gd name="connsiteY74172" fmla="*/ 490432 h 2398711"/>
              <a:gd name="connsiteX74173" fmla="*/ 1009736 w 2119654"/>
              <a:gd name="connsiteY74173" fmla="*/ 491004 h 2398711"/>
              <a:gd name="connsiteX74174" fmla="*/ 1009103 w 2119654"/>
              <a:gd name="connsiteY74174" fmla="*/ 490210 h 2398711"/>
              <a:gd name="connsiteX74175" fmla="*/ 1017336 w 2119654"/>
              <a:gd name="connsiteY74175" fmla="*/ 471699 h 2398711"/>
              <a:gd name="connsiteX74176" fmla="*/ 1017655 w 2119654"/>
              <a:gd name="connsiteY74176" fmla="*/ 472336 h 2398711"/>
              <a:gd name="connsiteX74177" fmla="*/ 1017803 w 2119654"/>
              <a:gd name="connsiteY74177" fmla="*/ 472215 h 2398711"/>
              <a:gd name="connsiteX74178" fmla="*/ 1018864 w 2119654"/>
              <a:gd name="connsiteY74178" fmla="*/ 470594 h 2398711"/>
              <a:gd name="connsiteX74179" fmla="*/ 1018330 w 2119654"/>
              <a:gd name="connsiteY74179" fmla="*/ 469762 h 2398711"/>
              <a:gd name="connsiteX74180" fmla="*/ 1069295 w 2119654"/>
              <a:gd name="connsiteY74180" fmla="*/ 355268 h 2398711"/>
              <a:gd name="connsiteX74181" fmla="*/ 1067643 w 2119654"/>
              <a:gd name="connsiteY74181" fmla="*/ 360147 h 2398711"/>
              <a:gd name="connsiteX74182" fmla="*/ 1068150 w 2119654"/>
              <a:gd name="connsiteY74182" fmla="*/ 361825 h 2398711"/>
              <a:gd name="connsiteX74183" fmla="*/ 1070037 w 2119654"/>
              <a:gd name="connsiteY74183" fmla="*/ 365000 h 2398711"/>
              <a:gd name="connsiteX74184" fmla="*/ 1072888 w 2119654"/>
              <a:gd name="connsiteY74184" fmla="*/ 358065 h 2398711"/>
              <a:gd name="connsiteX74185" fmla="*/ 1011340 w 2119654"/>
              <a:gd name="connsiteY74185" fmla="*/ 485009 h 2398711"/>
              <a:gd name="connsiteX74186" fmla="*/ 1012093 w 2119654"/>
              <a:gd name="connsiteY74186" fmla="*/ 487915 h 2398711"/>
              <a:gd name="connsiteX74187" fmla="*/ 1013508 w 2119654"/>
              <a:gd name="connsiteY74187" fmla="*/ 489353 h 2398711"/>
              <a:gd name="connsiteX74188" fmla="*/ 1014203 w 2119654"/>
              <a:gd name="connsiteY74188" fmla="*/ 487496 h 2398711"/>
              <a:gd name="connsiteX74189" fmla="*/ 1011491 w 2119654"/>
              <a:gd name="connsiteY74189" fmla="*/ 484788 h 2398711"/>
              <a:gd name="connsiteX74190" fmla="*/ 1014752 w 2119654"/>
              <a:gd name="connsiteY74190" fmla="*/ 476734 h 2398711"/>
              <a:gd name="connsiteX74191" fmla="*/ 1014791 w 2119654"/>
              <a:gd name="connsiteY74191" fmla="*/ 476813 h 2398711"/>
              <a:gd name="connsiteX74192" fmla="*/ 1015341 w 2119654"/>
              <a:gd name="connsiteY74192" fmla="*/ 475974 h 2398711"/>
              <a:gd name="connsiteX74193" fmla="*/ 1015205 w 2119654"/>
              <a:gd name="connsiteY74193" fmla="*/ 475851 h 2398711"/>
              <a:gd name="connsiteX74194" fmla="*/ 1010475 w 2119654"/>
              <a:gd name="connsiteY74194" fmla="*/ 486274 h 2398711"/>
              <a:gd name="connsiteX74195" fmla="*/ 1011665 w 2119654"/>
              <a:gd name="connsiteY74195" fmla="*/ 487481 h 2398711"/>
              <a:gd name="connsiteX74196" fmla="*/ 1011111 w 2119654"/>
              <a:gd name="connsiteY74196" fmla="*/ 485344 h 2398711"/>
              <a:gd name="connsiteX74197" fmla="*/ 437745 w 2119654"/>
              <a:gd name="connsiteY74197" fmla="*/ 1768700 h 2398711"/>
              <a:gd name="connsiteX74198" fmla="*/ 438688 w 2119654"/>
              <a:gd name="connsiteY74198" fmla="*/ 1770902 h 2398711"/>
              <a:gd name="connsiteX74199" fmla="*/ 439627 w 2119654"/>
              <a:gd name="connsiteY74199" fmla="*/ 1771235 h 2398711"/>
              <a:gd name="connsiteX74200" fmla="*/ 440073 w 2119654"/>
              <a:gd name="connsiteY74200" fmla="*/ 1769616 h 2398711"/>
              <a:gd name="connsiteX74201" fmla="*/ 1014420 w 2119654"/>
              <a:gd name="connsiteY74201" fmla="*/ 477380 h 2398711"/>
              <a:gd name="connsiteX74202" fmla="*/ 1014580 w 2119654"/>
              <a:gd name="connsiteY74202" fmla="*/ 477135 h 2398711"/>
              <a:gd name="connsiteX74203" fmla="*/ 1014564 w 2119654"/>
              <a:gd name="connsiteY74203" fmla="*/ 477100 h 2398711"/>
              <a:gd name="connsiteX74204" fmla="*/ 433936 w 2119654"/>
              <a:gd name="connsiteY74204" fmla="*/ 1777175 h 2398711"/>
              <a:gd name="connsiteX74205" fmla="*/ 436690 w 2119654"/>
              <a:gd name="connsiteY74205" fmla="*/ 1778961 h 2398711"/>
              <a:gd name="connsiteX74206" fmla="*/ 437965 w 2119654"/>
              <a:gd name="connsiteY74206" fmla="*/ 1779361 h 2398711"/>
              <a:gd name="connsiteX74207" fmla="*/ 438072 w 2119654"/>
              <a:gd name="connsiteY74207" fmla="*/ 1778376 h 2398711"/>
              <a:gd name="connsiteX74208" fmla="*/ 1070982 w 2119654"/>
              <a:gd name="connsiteY74208" fmla="*/ 350285 h 2398711"/>
              <a:gd name="connsiteX74209" fmla="*/ 1069532 w 2119654"/>
              <a:gd name="connsiteY74209" fmla="*/ 354567 h 2398711"/>
              <a:gd name="connsiteX74210" fmla="*/ 1073236 w 2119654"/>
              <a:gd name="connsiteY74210" fmla="*/ 357219 h 2398711"/>
              <a:gd name="connsiteX74211" fmla="*/ 1073820 w 2119654"/>
              <a:gd name="connsiteY74211" fmla="*/ 355799 h 2398711"/>
              <a:gd name="connsiteX74212" fmla="*/ 1009811 w 2119654"/>
              <a:gd name="connsiteY74212" fmla="*/ 487244 h 2398711"/>
              <a:gd name="connsiteX74213" fmla="*/ 1012282 w 2119654"/>
              <a:gd name="connsiteY74213" fmla="*/ 489861 h 2398711"/>
              <a:gd name="connsiteX74214" fmla="*/ 1012001 w 2119654"/>
              <a:gd name="connsiteY74214" fmla="*/ 488777 h 2398711"/>
              <a:gd name="connsiteX74215" fmla="*/ 1010090 w 2119654"/>
              <a:gd name="connsiteY74215" fmla="*/ 486837 h 2398711"/>
              <a:gd name="connsiteX74216" fmla="*/ 1000172 w 2119654"/>
              <a:gd name="connsiteY74216" fmla="*/ 508777 h 2398711"/>
              <a:gd name="connsiteX74217" fmla="*/ 1000497 w 2119654"/>
              <a:gd name="connsiteY74217" fmla="*/ 509281 h 2398711"/>
              <a:gd name="connsiteX74218" fmla="*/ 1000611 w 2119654"/>
              <a:gd name="connsiteY74218" fmla="*/ 508170 h 2398711"/>
              <a:gd name="connsiteX74219" fmla="*/ 1009018 w 2119654"/>
              <a:gd name="connsiteY74219" fmla="*/ 488403 h 2398711"/>
              <a:gd name="connsiteX74220" fmla="*/ 1009054 w 2119654"/>
              <a:gd name="connsiteY74220" fmla="*/ 489218 h 2398711"/>
              <a:gd name="connsiteX74221" fmla="*/ 1011854 w 2119654"/>
              <a:gd name="connsiteY74221" fmla="*/ 492448 h 2398711"/>
              <a:gd name="connsiteX74222" fmla="*/ 1012668 w 2119654"/>
              <a:gd name="connsiteY74222" fmla="*/ 491354 h 2398711"/>
              <a:gd name="connsiteX74223" fmla="*/ 1012602 w 2119654"/>
              <a:gd name="connsiteY74223" fmla="*/ 491099 h 2398711"/>
              <a:gd name="connsiteX74224" fmla="*/ 1012107 w 2119654"/>
              <a:gd name="connsiteY74224" fmla="*/ 490574 h 2398711"/>
              <a:gd name="connsiteX74225" fmla="*/ 1009268 w 2119654"/>
              <a:gd name="connsiteY74225" fmla="*/ 488037 h 2398711"/>
              <a:gd name="connsiteX74226" fmla="*/ 1020389 w 2119654"/>
              <a:gd name="connsiteY74226" fmla="*/ 462933 h 2398711"/>
              <a:gd name="connsiteX74227" fmla="*/ 1020787 w 2119654"/>
              <a:gd name="connsiteY74227" fmla="*/ 463625 h 2398711"/>
              <a:gd name="connsiteX74228" fmla="*/ 1020843 w 2119654"/>
              <a:gd name="connsiteY74228" fmla="*/ 463517 h 2398711"/>
              <a:gd name="connsiteX74229" fmla="*/ 424376 w 2119654"/>
              <a:gd name="connsiteY74229" fmla="*/ 1797505 h 2398711"/>
              <a:gd name="connsiteX74230" fmla="*/ 427345 w 2119654"/>
              <a:gd name="connsiteY74230" fmla="*/ 1798460 h 2398711"/>
              <a:gd name="connsiteX74231" fmla="*/ 425781 w 2119654"/>
              <a:gd name="connsiteY74231" fmla="*/ 1797334 h 2398711"/>
              <a:gd name="connsiteX74232" fmla="*/ 415656 w 2119654"/>
              <a:gd name="connsiteY74232" fmla="*/ 1816938 h 2398711"/>
              <a:gd name="connsiteX74233" fmla="*/ 418192 w 2119654"/>
              <a:gd name="connsiteY74233" fmla="*/ 1818040 h 2398711"/>
              <a:gd name="connsiteX74234" fmla="*/ 422304 w 2119654"/>
              <a:gd name="connsiteY74234" fmla="*/ 1817481 h 2398711"/>
              <a:gd name="connsiteX74235" fmla="*/ 423469 w 2119654"/>
              <a:gd name="connsiteY74235" fmla="*/ 1817306 h 2398711"/>
              <a:gd name="connsiteX74236" fmla="*/ 422028 w 2119654"/>
              <a:gd name="connsiteY74236" fmla="*/ 1816095 h 2398711"/>
              <a:gd name="connsiteX74237" fmla="*/ 418559 w 2119654"/>
              <a:gd name="connsiteY74237" fmla="*/ 1816063 h 2398711"/>
              <a:gd name="connsiteX74238" fmla="*/ 1045607 w 2119654"/>
              <a:gd name="connsiteY74238" fmla="*/ 406185 h 2398711"/>
              <a:gd name="connsiteX74239" fmla="*/ 1046727 w 2119654"/>
              <a:gd name="connsiteY74239" fmla="*/ 411045 h 2398711"/>
              <a:gd name="connsiteX74240" fmla="*/ 1047555 w 2119654"/>
              <a:gd name="connsiteY74240" fmla="*/ 412755 h 2398711"/>
              <a:gd name="connsiteX74241" fmla="*/ 1048651 w 2119654"/>
              <a:gd name="connsiteY74241" fmla="*/ 410620 h 2398711"/>
              <a:gd name="connsiteX74242" fmla="*/ 441769 w 2119654"/>
              <a:gd name="connsiteY74242" fmla="*/ 1758267 h 2398711"/>
              <a:gd name="connsiteX74243" fmla="*/ 441859 w 2119654"/>
              <a:gd name="connsiteY74243" fmla="*/ 1758322 h 2398711"/>
              <a:gd name="connsiteX74244" fmla="*/ 442166 w 2119654"/>
              <a:gd name="connsiteY74244" fmla="*/ 1758344 h 2398711"/>
              <a:gd name="connsiteX74245" fmla="*/ 443232 w 2119654"/>
              <a:gd name="connsiteY74245" fmla="*/ 1758156 h 2398711"/>
              <a:gd name="connsiteX74246" fmla="*/ 443279 w 2119654"/>
              <a:gd name="connsiteY74246" fmla="*/ 1757984 h 2398711"/>
              <a:gd name="connsiteX74247" fmla="*/ 443245 w 2119654"/>
              <a:gd name="connsiteY74247" fmla="*/ 1757971 h 2398711"/>
              <a:gd name="connsiteX74248" fmla="*/ 1037884 w 2119654"/>
              <a:gd name="connsiteY74248" fmla="*/ 423366 h 2398711"/>
              <a:gd name="connsiteX74249" fmla="*/ 1037826 w 2119654"/>
              <a:gd name="connsiteY74249" fmla="*/ 423588 h 2398711"/>
              <a:gd name="connsiteX74250" fmla="*/ 1037039 w 2119654"/>
              <a:gd name="connsiteY74250" fmla="*/ 429462 h 2398711"/>
              <a:gd name="connsiteX74251" fmla="*/ 1037166 w 2119654"/>
              <a:gd name="connsiteY74251" fmla="*/ 430012 h 2398711"/>
              <a:gd name="connsiteX74252" fmla="*/ 1037549 w 2119654"/>
              <a:gd name="connsiteY74252" fmla="*/ 430480 h 2398711"/>
              <a:gd name="connsiteX74253" fmla="*/ 1040167 w 2119654"/>
              <a:gd name="connsiteY74253" fmla="*/ 426962 h 2398711"/>
              <a:gd name="connsiteX74254" fmla="*/ 1040735 w 2119654"/>
              <a:gd name="connsiteY74254" fmla="*/ 425891 h 2398711"/>
              <a:gd name="connsiteX74255" fmla="*/ 1040692 w 2119654"/>
              <a:gd name="connsiteY74255" fmla="*/ 425797 h 2398711"/>
              <a:gd name="connsiteX74256" fmla="*/ 1041123 w 2119654"/>
              <a:gd name="connsiteY74256" fmla="*/ 416091 h 2398711"/>
              <a:gd name="connsiteX74257" fmla="*/ 1044025 w 2119654"/>
              <a:gd name="connsiteY74257" fmla="*/ 419635 h 2398711"/>
              <a:gd name="connsiteX74258" fmla="*/ 1044422 w 2119654"/>
              <a:gd name="connsiteY74258" fmla="*/ 418863 h 2398711"/>
              <a:gd name="connsiteX74259" fmla="*/ 1081865 w 2119654"/>
              <a:gd name="connsiteY74259" fmla="*/ 324596 h 2398711"/>
              <a:gd name="connsiteX74260" fmla="*/ 1084746 w 2119654"/>
              <a:gd name="connsiteY74260" fmla="*/ 329228 h 2398711"/>
              <a:gd name="connsiteX74261" fmla="*/ 1090946 w 2119654"/>
              <a:gd name="connsiteY74261" fmla="*/ 314150 h 2398711"/>
              <a:gd name="connsiteX74262" fmla="*/ 1014303 w 2119654"/>
              <a:gd name="connsiteY74262" fmla="*/ 475823 h 2398711"/>
              <a:gd name="connsiteX74263" fmla="*/ 1014413 w 2119654"/>
              <a:gd name="connsiteY74263" fmla="*/ 476046 h 2398711"/>
              <a:gd name="connsiteX74264" fmla="*/ 1014695 w 2119654"/>
              <a:gd name="connsiteY74264" fmla="*/ 475494 h 2398711"/>
              <a:gd name="connsiteX74265" fmla="*/ 1028570 w 2119654"/>
              <a:gd name="connsiteY74265" fmla="*/ 443463 h 2398711"/>
              <a:gd name="connsiteX74266" fmla="*/ 1028720 w 2119654"/>
              <a:gd name="connsiteY74266" fmla="*/ 443997 h 2398711"/>
              <a:gd name="connsiteX74267" fmla="*/ 1029519 w 2119654"/>
              <a:gd name="connsiteY74267" fmla="*/ 444471 h 2398711"/>
              <a:gd name="connsiteX74268" fmla="*/ 1029661 w 2119654"/>
              <a:gd name="connsiteY74268" fmla="*/ 443406 h 2398711"/>
              <a:gd name="connsiteX74269" fmla="*/ 1030055 w 2119654"/>
              <a:gd name="connsiteY74269" fmla="*/ 441883 h 2398711"/>
              <a:gd name="connsiteX74270" fmla="*/ 1029897 w 2119654"/>
              <a:gd name="connsiteY74270" fmla="*/ 441679 h 2398711"/>
              <a:gd name="connsiteX74271" fmla="*/ 1051406 w 2119654"/>
              <a:gd name="connsiteY74271" fmla="*/ 392283 h 2398711"/>
              <a:gd name="connsiteX74272" fmla="*/ 1053120 w 2119654"/>
              <a:gd name="connsiteY74272" fmla="*/ 394407 h 2398711"/>
              <a:gd name="connsiteX74273" fmla="*/ 1055591 w 2119654"/>
              <a:gd name="connsiteY74273" fmla="*/ 396421 h 2398711"/>
              <a:gd name="connsiteX74274" fmla="*/ 1055747 w 2119654"/>
              <a:gd name="connsiteY74274" fmla="*/ 395817 h 2398711"/>
              <a:gd name="connsiteX74275" fmla="*/ 1038478 w 2119654"/>
              <a:gd name="connsiteY74275" fmla="*/ 421068 h 2398711"/>
              <a:gd name="connsiteX74276" fmla="*/ 1037977 w 2119654"/>
              <a:gd name="connsiteY74276" fmla="*/ 423004 h 2398711"/>
              <a:gd name="connsiteX74277" fmla="*/ 1040343 w 2119654"/>
              <a:gd name="connsiteY74277" fmla="*/ 425052 h 2398711"/>
              <a:gd name="connsiteX74278" fmla="*/ 1073791 w 2119654"/>
              <a:gd name="connsiteY74278" fmla="*/ 341989 h 2398711"/>
              <a:gd name="connsiteX74279" fmla="*/ 1071440 w 2119654"/>
              <a:gd name="connsiteY74279" fmla="*/ 348931 h 2398711"/>
              <a:gd name="connsiteX74280" fmla="*/ 1074334 w 2119654"/>
              <a:gd name="connsiteY74280" fmla="*/ 354551 h 2398711"/>
              <a:gd name="connsiteX74281" fmla="*/ 1076491 w 2119654"/>
              <a:gd name="connsiteY74281" fmla="*/ 349302 h 2398711"/>
              <a:gd name="connsiteX74282" fmla="*/ 1074876 w 2119654"/>
              <a:gd name="connsiteY74282" fmla="*/ 342833 h 2398711"/>
              <a:gd name="connsiteX74283" fmla="*/ 1056855 w 2119654"/>
              <a:gd name="connsiteY74283" fmla="*/ 379463 h 2398711"/>
              <a:gd name="connsiteX74284" fmla="*/ 1057865 w 2119654"/>
              <a:gd name="connsiteY74284" fmla="*/ 383386 h 2398711"/>
              <a:gd name="connsiteX74285" fmla="*/ 1058719 w 2119654"/>
              <a:gd name="connsiteY74285" fmla="*/ 382435 h 2398711"/>
              <a:gd name="connsiteX74286" fmla="*/ 997112 w 2119654"/>
              <a:gd name="connsiteY74286" fmla="*/ 513006 h 2398711"/>
              <a:gd name="connsiteX74287" fmla="*/ 997139 w 2119654"/>
              <a:gd name="connsiteY74287" fmla="*/ 513020 h 2398711"/>
              <a:gd name="connsiteX74288" fmla="*/ 997144 w 2119654"/>
              <a:gd name="connsiteY74288" fmla="*/ 512962 h 2398711"/>
              <a:gd name="connsiteX74289" fmla="*/ 432839 w 2119654"/>
              <a:gd name="connsiteY74289" fmla="*/ 1776463 h 2398711"/>
              <a:gd name="connsiteX74290" fmla="*/ 433193 w 2119654"/>
              <a:gd name="connsiteY74290" fmla="*/ 1776693 h 2398711"/>
              <a:gd name="connsiteX74291" fmla="*/ 438107 w 2119654"/>
              <a:gd name="connsiteY74291" fmla="*/ 1778049 h 2398711"/>
              <a:gd name="connsiteX74292" fmla="*/ 438159 w 2119654"/>
              <a:gd name="connsiteY74292" fmla="*/ 1777564 h 2398711"/>
              <a:gd name="connsiteX74293" fmla="*/ 436569 w 2119654"/>
              <a:gd name="connsiteY74293" fmla="*/ 1777136 h 2398711"/>
              <a:gd name="connsiteX74294" fmla="*/ 1013942 w 2119654"/>
              <a:gd name="connsiteY74294" fmla="*/ 475094 h 2398711"/>
              <a:gd name="connsiteX74295" fmla="*/ 1014033 w 2119654"/>
              <a:gd name="connsiteY74295" fmla="*/ 475277 h 2398711"/>
              <a:gd name="connsiteX74296" fmla="*/ 1014147 w 2119654"/>
              <a:gd name="connsiteY74296" fmla="*/ 475185 h 2398711"/>
              <a:gd name="connsiteX74297" fmla="*/ 1051064 w 2119654"/>
              <a:gd name="connsiteY74297" fmla="*/ 391766 h 2398711"/>
              <a:gd name="connsiteX74298" fmla="*/ 1055798 w 2119654"/>
              <a:gd name="connsiteY74298" fmla="*/ 395620 h 2398711"/>
              <a:gd name="connsiteX74299" fmla="*/ 1058189 w 2119654"/>
              <a:gd name="connsiteY74299" fmla="*/ 386386 h 2398711"/>
              <a:gd name="connsiteX74300" fmla="*/ 1057635 w 2119654"/>
              <a:gd name="connsiteY74300" fmla="*/ 384236 h 2398711"/>
              <a:gd name="connsiteX74301" fmla="*/ 1012879 w 2119654"/>
              <a:gd name="connsiteY74301" fmla="*/ 477010 h 2398711"/>
              <a:gd name="connsiteX74302" fmla="*/ 1013658 w 2119654"/>
              <a:gd name="connsiteY74302" fmla="*/ 477517 h 2398711"/>
              <a:gd name="connsiteX74303" fmla="*/ 1014230 w 2119654"/>
              <a:gd name="connsiteY74303" fmla="*/ 476401 h 2398711"/>
              <a:gd name="connsiteX74304" fmla="*/ 1014053 w 2119654"/>
              <a:gd name="connsiteY74304" fmla="*/ 476030 h 2398711"/>
              <a:gd name="connsiteX74305" fmla="*/ 434595 w 2119654"/>
              <a:gd name="connsiteY74305" fmla="*/ 1771870 h 2398711"/>
              <a:gd name="connsiteX74306" fmla="*/ 435686 w 2119654"/>
              <a:gd name="connsiteY74306" fmla="*/ 1772574 h 2398711"/>
              <a:gd name="connsiteX74307" fmla="*/ 438262 w 2119654"/>
              <a:gd name="connsiteY74307" fmla="*/ 1773478 h 2398711"/>
              <a:gd name="connsiteX74308" fmla="*/ 438213 w 2119654"/>
              <a:gd name="connsiteY74308" fmla="*/ 1773361 h 2398711"/>
              <a:gd name="connsiteX74309" fmla="*/ 435975 w 2119654"/>
              <a:gd name="connsiteY74309" fmla="*/ 1772379 h 2398711"/>
              <a:gd name="connsiteX74310" fmla="*/ 1000770 w 2119654"/>
              <a:gd name="connsiteY74310" fmla="*/ 503978 h 2398711"/>
              <a:gd name="connsiteX74311" fmla="*/ 1001017 w 2119654"/>
              <a:gd name="connsiteY74311" fmla="*/ 504218 h 2398711"/>
              <a:gd name="connsiteX74312" fmla="*/ 1001098 w 2119654"/>
              <a:gd name="connsiteY74312" fmla="*/ 503437 h 2398711"/>
              <a:gd name="connsiteX74313" fmla="*/ 1001075 w 2119654"/>
              <a:gd name="connsiteY74313" fmla="*/ 503384 h 2398711"/>
              <a:gd name="connsiteX74314" fmla="*/ 1008892 w 2119654"/>
              <a:gd name="connsiteY74314" fmla="*/ 485621 h 2398711"/>
              <a:gd name="connsiteX74315" fmla="*/ 1008901 w 2119654"/>
              <a:gd name="connsiteY74315" fmla="*/ 485808 h 2398711"/>
              <a:gd name="connsiteX74316" fmla="*/ 1008970 w 2119654"/>
              <a:gd name="connsiteY74316" fmla="*/ 485701 h 2398711"/>
              <a:gd name="connsiteX74317" fmla="*/ 999135 w 2119654"/>
              <a:gd name="connsiteY74317" fmla="*/ 507163 h 2398711"/>
              <a:gd name="connsiteX74318" fmla="*/ 999955 w 2119654"/>
              <a:gd name="connsiteY74318" fmla="*/ 508439 h 2398711"/>
              <a:gd name="connsiteX74319" fmla="*/ 1000684 w 2119654"/>
              <a:gd name="connsiteY74319" fmla="*/ 507459 h 2398711"/>
              <a:gd name="connsiteX74320" fmla="*/ 1000981 w 2119654"/>
              <a:gd name="connsiteY74320" fmla="*/ 504574 h 2398711"/>
              <a:gd name="connsiteX74321" fmla="*/ 1000747 w 2119654"/>
              <a:gd name="connsiteY74321" fmla="*/ 504342 h 2398711"/>
              <a:gd name="connsiteX74322" fmla="*/ 1000638 w 2119654"/>
              <a:gd name="connsiteY74322" fmla="*/ 504235 h 2398711"/>
              <a:gd name="connsiteX74323" fmla="*/ 1039993 w 2119654"/>
              <a:gd name="connsiteY74323" fmla="*/ 415218 h 2398711"/>
              <a:gd name="connsiteX74324" fmla="*/ 1038544 w 2119654"/>
              <a:gd name="connsiteY74324" fmla="*/ 420812 h 2398711"/>
              <a:gd name="connsiteX74325" fmla="*/ 1040784 w 2119654"/>
              <a:gd name="connsiteY74325" fmla="*/ 425434 h 2398711"/>
              <a:gd name="connsiteX74326" fmla="*/ 1040916 w 2119654"/>
              <a:gd name="connsiteY74326" fmla="*/ 425548 h 2398711"/>
              <a:gd name="connsiteX74327" fmla="*/ 1043218 w 2119654"/>
              <a:gd name="connsiteY74327" fmla="*/ 421210 h 2398711"/>
              <a:gd name="connsiteX74328" fmla="*/ 1043864 w 2119654"/>
              <a:gd name="connsiteY74328" fmla="*/ 419949 h 2398711"/>
              <a:gd name="connsiteX74329" fmla="*/ 1011719 w 2119654"/>
              <a:gd name="connsiteY74329" fmla="*/ 478190 h 2398711"/>
              <a:gd name="connsiteX74330" fmla="*/ 1012447 w 2119654"/>
              <a:gd name="connsiteY74330" fmla="*/ 479876 h 2398711"/>
              <a:gd name="connsiteX74331" fmla="*/ 1012913 w 2119654"/>
              <a:gd name="connsiteY74331" fmla="*/ 478968 h 2398711"/>
              <a:gd name="connsiteX74332" fmla="*/ 996337 w 2119654"/>
              <a:gd name="connsiteY74332" fmla="*/ 512613 h 2398711"/>
              <a:gd name="connsiteX74333" fmla="*/ 996710 w 2119654"/>
              <a:gd name="connsiteY74333" fmla="*/ 512802 h 2398711"/>
              <a:gd name="connsiteX74334" fmla="*/ 997132 w 2119654"/>
              <a:gd name="connsiteY74334" fmla="*/ 512234 h 2398711"/>
              <a:gd name="connsiteX74335" fmla="*/ 996786 w 2119654"/>
              <a:gd name="connsiteY74335" fmla="*/ 511739 h 2398711"/>
              <a:gd name="connsiteX74336" fmla="*/ 1078286 w 2119654"/>
              <a:gd name="connsiteY74336" fmla="*/ 328712 h 2398711"/>
              <a:gd name="connsiteX74337" fmla="*/ 1076916 w 2119654"/>
              <a:gd name="connsiteY74337" fmla="*/ 332760 h 2398711"/>
              <a:gd name="connsiteX74338" fmla="*/ 1079326 w 2119654"/>
              <a:gd name="connsiteY74338" fmla="*/ 342408 h 2398711"/>
              <a:gd name="connsiteX74339" fmla="*/ 1084579 w 2119654"/>
              <a:gd name="connsiteY74339" fmla="*/ 329632 h 2398711"/>
              <a:gd name="connsiteX74340" fmla="*/ 1081746 w 2119654"/>
              <a:gd name="connsiteY74340" fmla="*/ 324974 h 2398711"/>
              <a:gd name="connsiteX74341" fmla="*/ 1081659 w 2119654"/>
              <a:gd name="connsiteY74341" fmla="*/ 324832 h 2398711"/>
              <a:gd name="connsiteX74342" fmla="*/ 1048796 w 2119654"/>
              <a:gd name="connsiteY74342" fmla="*/ 394366 h 2398711"/>
              <a:gd name="connsiteX74343" fmla="*/ 1049231 w 2119654"/>
              <a:gd name="connsiteY74343" fmla="*/ 394936 h 2398711"/>
              <a:gd name="connsiteX74344" fmla="*/ 1048841 w 2119654"/>
              <a:gd name="connsiteY74344" fmla="*/ 394314 h 2398711"/>
              <a:gd name="connsiteX74345" fmla="*/ 432210 w 2119654"/>
              <a:gd name="connsiteY74345" fmla="*/ 1774799 h 2398711"/>
              <a:gd name="connsiteX74346" fmla="*/ 432520 w 2119654"/>
              <a:gd name="connsiteY74346" fmla="*/ 1774869 h 2398711"/>
              <a:gd name="connsiteX74347" fmla="*/ 432970 w 2119654"/>
              <a:gd name="connsiteY74347" fmla="*/ 1774869 h 2398711"/>
              <a:gd name="connsiteX74348" fmla="*/ 426726 w 2119654"/>
              <a:gd name="connsiteY74348" fmla="*/ 1786946 h 2398711"/>
              <a:gd name="connsiteX74349" fmla="*/ 427812 w 2119654"/>
              <a:gd name="connsiteY74349" fmla="*/ 1787623 h 2398711"/>
              <a:gd name="connsiteX74350" fmla="*/ 429004 w 2119654"/>
              <a:gd name="connsiteY74350" fmla="*/ 1788351 h 2398711"/>
              <a:gd name="connsiteX74351" fmla="*/ 433778 w 2119654"/>
              <a:gd name="connsiteY74351" fmla="*/ 1787767 h 2398711"/>
              <a:gd name="connsiteX74352" fmla="*/ 433616 w 2119654"/>
              <a:gd name="connsiteY74352" fmla="*/ 1787672 h 2398711"/>
              <a:gd name="connsiteX74353" fmla="*/ 409431 w 2119654"/>
              <a:gd name="connsiteY74353" fmla="*/ 1825618 h 2398711"/>
              <a:gd name="connsiteX74354" fmla="*/ 428154 w 2119654"/>
              <a:gd name="connsiteY74354" fmla="*/ 1832103 h 2398711"/>
              <a:gd name="connsiteX74355" fmla="*/ 428772 w 2119654"/>
              <a:gd name="connsiteY74355" fmla="*/ 1832121 h 2398711"/>
              <a:gd name="connsiteX74356" fmla="*/ 426625 w 2119654"/>
              <a:gd name="connsiteY74356" fmla="*/ 1830881 h 2398711"/>
              <a:gd name="connsiteX74357" fmla="*/ 412369 w 2119654"/>
              <a:gd name="connsiteY74357" fmla="*/ 1825179 h 2398711"/>
              <a:gd name="connsiteX74358" fmla="*/ 1023549 w 2119654"/>
              <a:gd name="connsiteY74358" fmla="*/ 450207 h 2398711"/>
              <a:gd name="connsiteX74359" fmla="*/ 1024207 w 2119654"/>
              <a:gd name="connsiteY74359" fmla="*/ 450692 h 2398711"/>
              <a:gd name="connsiteX74360" fmla="*/ 1024141 w 2119654"/>
              <a:gd name="connsiteY74360" fmla="*/ 450384 h 2398711"/>
              <a:gd name="connsiteX74361" fmla="*/ 1023706 w 2119654"/>
              <a:gd name="connsiteY74361" fmla="*/ 449996 h 2398711"/>
              <a:gd name="connsiteX74362" fmla="*/ 413541 w 2119654"/>
              <a:gd name="connsiteY74362" fmla="*/ 1816018 h 2398711"/>
              <a:gd name="connsiteX74363" fmla="*/ 415401 w 2119654"/>
              <a:gd name="connsiteY74363" fmla="*/ 1816827 h 2398711"/>
              <a:gd name="connsiteX74364" fmla="*/ 417953 w 2119654"/>
              <a:gd name="connsiteY74364" fmla="*/ 1816058 h 2398711"/>
              <a:gd name="connsiteX74365" fmla="*/ 1080325 w 2119654"/>
              <a:gd name="connsiteY74365" fmla="*/ 322690 h 2398711"/>
              <a:gd name="connsiteX74366" fmla="*/ 1078853 w 2119654"/>
              <a:gd name="connsiteY74366" fmla="*/ 327040 h 2398711"/>
              <a:gd name="connsiteX74367" fmla="*/ 1081289 w 2119654"/>
              <a:gd name="connsiteY74367" fmla="*/ 324236 h 2398711"/>
              <a:gd name="connsiteX74368" fmla="*/ 1047716 w 2119654"/>
              <a:gd name="connsiteY74368" fmla="*/ 395603 h 2398711"/>
              <a:gd name="connsiteX74369" fmla="*/ 1049305 w 2119654"/>
              <a:gd name="connsiteY74369" fmla="*/ 397855 h 2398711"/>
              <a:gd name="connsiteX74370" fmla="*/ 1052678 w 2119654"/>
              <a:gd name="connsiteY74370" fmla="*/ 402771 h 2398711"/>
              <a:gd name="connsiteX74371" fmla="*/ 1053055 w 2119654"/>
              <a:gd name="connsiteY74371" fmla="*/ 402035 h 2398711"/>
              <a:gd name="connsiteX74372" fmla="*/ 1047946 w 2119654"/>
              <a:gd name="connsiteY74372" fmla="*/ 395340 h 2398711"/>
              <a:gd name="connsiteX74373" fmla="*/ 999756 w 2119654"/>
              <a:gd name="connsiteY74373" fmla="*/ 502988 h 2398711"/>
              <a:gd name="connsiteX74374" fmla="*/ 1000309 w 2119654"/>
              <a:gd name="connsiteY74374" fmla="*/ 503527 h 2398711"/>
              <a:gd name="connsiteX74375" fmla="*/ 1000758 w 2119654"/>
              <a:gd name="connsiteY74375" fmla="*/ 502652 h 2398711"/>
              <a:gd name="connsiteX74376" fmla="*/ 1000402 w 2119654"/>
              <a:gd name="connsiteY74376" fmla="*/ 501826 h 2398711"/>
              <a:gd name="connsiteX74377" fmla="*/ 1022515 w 2119654"/>
              <a:gd name="connsiteY74377" fmla="*/ 451615 h 2398711"/>
              <a:gd name="connsiteX74378" fmla="*/ 1024808 w 2119654"/>
              <a:gd name="connsiteY74378" fmla="*/ 455041 h 2398711"/>
              <a:gd name="connsiteX74379" fmla="*/ 1024720 w 2119654"/>
              <a:gd name="connsiteY74379" fmla="*/ 453102 h 2398711"/>
              <a:gd name="connsiteX74380" fmla="*/ 1024489 w 2119654"/>
              <a:gd name="connsiteY74380" fmla="*/ 452015 h 2398711"/>
              <a:gd name="connsiteX74381" fmla="*/ 1023012 w 2119654"/>
              <a:gd name="connsiteY74381" fmla="*/ 450927 h 2398711"/>
              <a:gd name="connsiteX74382" fmla="*/ 1022681 w 2119654"/>
              <a:gd name="connsiteY74382" fmla="*/ 451372 h 2398711"/>
              <a:gd name="connsiteX74383" fmla="*/ 998796 w 2119654"/>
              <a:gd name="connsiteY74383" fmla="*/ 504719 h 2398711"/>
              <a:gd name="connsiteX74384" fmla="*/ 998652 w 2119654"/>
              <a:gd name="connsiteY74384" fmla="*/ 506411 h 2398711"/>
              <a:gd name="connsiteX74385" fmla="*/ 998750 w 2119654"/>
              <a:gd name="connsiteY74385" fmla="*/ 506563 h 2398711"/>
              <a:gd name="connsiteX74386" fmla="*/ 1000176 w 2119654"/>
              <a:gd name="connsiteY74386" fmla="*/ 503784 h 2398711"/>
              <a:gd name="connsiteX74387" fmla="*/ 999618 w 2119654"/>
              <a:gd name="connsiteY74387" fmla="*/ 503238 h 2398711"/>
              <a:gd name="connsiteX74388" fmla="*/ 1076436 w 2119654"/>
              <a:gd name="connsiteY74388" fmla="*/ 330840 h 2398711"/>
              <a:gd name="connsiteX74389" fmla="*/ 1076455 w 2119654"/>
              <a:gd name="connsiteY74389" fmla="*/ 330915 h 2398711"/>
              <a:gd name="connsiteX74390" fmla="*/ 1076508 w 2119654"/>
              <a:gd name="connsiteY74390" fmla="*/ 330757 h 2398711"/>
              <a:gd name="connsiteX74391" fmla="*/ 1008730 w 2119654"/>
              <a:gd name="connsiteY74391" fmla="*/ 482032 h 2398711"/>
              <a:gd name="connsiteX74392" fmla="*/ 1008847 w 2119654"/>
              <a:gd name="connsiteY74392" fmla="*/ 484621 h 2398711"/>
              <a:gd name="connsiteX74393" fmla="*/ 1009346 w 2119654"/>
              <a:gd name="connsiteY74393" fmla="*/ 485127 h 2398711"/>
              <a:gd name="connsiteX74394" fmla="*/ 1010329 w 2119654"/>
              <a:gd name="connsiteY74394" fmla="*/ 483626 h 2398711"/>
              <a:gd name="connsiteX74395" fmla="*/ 394953 w 2119654"/>
              <a:gd name="connsiteY74395" fmla="*/ 1856169 h 2398711"/>
              <a:gd name="connsiteX74396" fmla="*/ 397702 w 2119654"/>
              <a:gd name="connsiteY74396" fmla="*/ 1857804 h 2398711"/>
              <a:gd name="connsiteX74397" fmla="*/ 414064 w 2119654"/>
              <a:gd name="connsiteY74397" fmla="*/ 1857484 h 2398711"/>
              <a:gd name="connsiteX74398" fmla="*/ 406199 w 2119654"/>
              <a:gd name="connsiteY74398" fmla="*/ 1857006 h 2398711"/>
              <a:gd name="connsiteX74399" fmla="*/ 1031387 w 2119654"/>
              <a:gd name="connsiteY74399" fmla="*/ 431041 h 2398711"/>
              <a:gd name="connsiteX74400" fmla="*/ 1032415 w 2119654"/>
              <a:gd name="connsiteY74400" fmla="*/ 432769 h 2398711"/>
              <a:gd name="connsiteX74401" fmla="*/ 1032666 w 2119654"/>
              <a:gd name="connsiteY74401" fmla="*/ 431799 h 2398711"/>
              <a:gd name="connsiteX74402" fmla="*/ 1021320 w 2119654"/>
              <a:gd name="connsiteY74402" fmla="*/ 453362 h 2398711"/>
              <a:gd name="connsiteX74403" fmla="*/ 1024048 w 2119654"/>
              <a:gd name="connsiteY74403" fmla="*/ 457356 h 2398711"/>
              <a:gd name="connsiteX74404" fmla="*/ 1024208 w 2119654"/>
              <a:gd name="connsiteY74404" fmla="*/ 457053 h 2398711"/>
              <a:gd name="connsiteX74405" fmla="*/ 1021530 w 2119654"/>
              <a:gd name="connsiteY74405" fmla="*/ 453054 h 2398711"/>
              <a:gd name="connsiteX74406" fmla="*/ 995831 w 2119654"/>
              <a:gd name="connsiteY74406" fmla="*/ 510374 h 2398711"/>
              <a:gd name="connsiteX74407" fmla="*/ 995858 w 2119654"/>
              <a:gd name="connsiteY74407" fmla="*/ 512198 h 2398711"/>
              <a:gd name="connsiteX74408" fmla="*/ 996387 w 2119654"/>
              <a:gd name="connsiteY74408" fmla="*/ 511168 h 2398711"/>
              <a:gd name="connsiteX74409" fmla="*/ 1020606 w 2119654"/>
              <a:gd name="connsiteY74409" fmla="*/ 454403 h 2398711"/>
              <a:gd name="connsiteX74410" fmla="*/ 1023280 w 2119654"/>
              <a:gd name="connsiteY74410" fmla="*/ 458803 h 2398711"/>
              <a:gd name="connsiteX74411" fmla="*/ 1023612 w 2119654"/>
              <a:gd name="connsiteY74411" fmla="*/ 458179 h 2398711"/>
              <a:gd name="connsiteX74412" fmla="*/ 1020820 w 2119654"/>
              <a:gd name="connsiteY74412" fmla="*/ 454092 h 2398711"/>
              <a:gd name="connsiteX74413" fmla="*/ 1042935 w 2119654"/>
              <a:gd name="connsiteY74413" fmla="*/ 403852 h 2398711"/>
              <a:gd name="connsiteX74414" fmla="*/ 1040179 w 2119654"/>
              <a:gd name="connsiteY74414" fmla="*/ 414496 h 2398711"/>
              <a:gd name="connsiteX74415" fmla="*/ 1044709 w 2119654"/>
              <a:gd name="connsiteY74415" fmla="*/ 418304 h 2398711"/>
              <a:gd name="connsiteX74416" fmla="*/ 1045131 w 2119654"/>
              <a:gd name="connsiteY74416" fmla="*/ 417480 h 2398711"/>
              <a:gd name="connsiteX74417" fmla="*/ 1041539 w 2119654"/>
              <a:gd name="connsiteY74417" fmla="*/ 414369 h 2398711"/>
              <a:gd name="connsiteX74418" fmla="*/ 1041943 w 2119654"/>
              <a:gd name="connsiteY74418" fmla="*/ 414387 h 2398711"/>
              <a:gd name="connsiteX74419" fmla="*/ 1045249 w 2119654"/>
              <a:gd name="connsiteY74419" fmla="*/ 417252 h 2398711"/>
              <a:gd name="connsiteX74420" fmla="*/ 1046005 w 2119654"/>
              <a:gd name="connsiteY74420" fmla="*/ 415776 h 2398711"/>
              <a:gd name="connsiteX74421" fmla="*/ 1043567 w 2119654"/>
              <a:gd name="connsiteY74421" fmla="*/ 405184 h 2398711"/>
              <a:gd name="connsiteX74422" fmla="*/ 1043174 w 2119654"/>
              <a:gd name="connsiteY74422" fmla="*/ 404346 h 2398711"/>
              <a:gd name="connsiteX74423" fmla="*/ 1008662 w 2119654"/>
              <a:gd name="connsiteY74423" fmla="*/ 480530 h 2398711"/>
              <a:gd name="connsiteX74424" fmla="*/ 1008693 w 2119654"/>
              <a:gd name="connsiteY74424" fmla="*/ 481207 h 2398711"/>
              <a:gd name="connsiteX74425" fmla="*/ 1010510 w 2119654"/>
              <a:gd name="connsiteY74425" fmla="*/ 483022 h 2398711"/>
              <a:gd name="connsiteX74426" fmla="*/ 1009758 w 2119654"/>
              <a:gd name="connsiteY74426" fmla="*/ 480115 h 2398711"/>
              <a:gd name="connsiteX74427" fmla="*/ 1010134 w 2119654"/>
              <a:gd name="connsiteY74427" fmla="*/ 480350 h 2398711"/>
              <a:gd name="connsiteX74428" fmla="*/ 1010797 w 2119654"/>
              <a:gd name="connsiteY74428" fmla="*/ 482911 h 2398711"/>
              <a:gd name="connsiteX74429" fmla="*/ 1011220 w 2119654"/>
              <a:gd name="connsiteY74429" fmla="*/ 482267 h 2398711"/>
              <a:gd name="connsiteX74430" fmla="*/ 1012112 w 2119654"/>
              <a:gd name="connsiteY74430" fmla="*/ 480527 h 2398711"/>
              <a:gd name="connsiteX74431" fmla="*/ 1011274 w 2119654"/>
              <a:gd name="connsiteY74431" fmla="*/ 478350 h 2398711"/>
              <a:gd name="connsiteX74432" fmla="*/ 1043107 w 2119654"/>
              <a:gd name="connsiteY74432" fmla="*/ 403187 h 2398711"/>
              <a:gd name="connsiteX74433" fmla="*/ 1043042 w 2119654"/>
              <a:gd name="connsiteY74433" fmla="*/ 403439 h 2398711"/>
              <a:gd name="connsiteX74434" fmla="*/ 1043277 w 2119654"/>
              <a:gd name="connsiteY74434" fmla="*/ 403926 h 2398711"/>
              <a:gd name="connsiteX74435" fmla="*/ 1044278 w 2119654"/>
              <a:gd name="connsiteY74435" fmla="*/ 400410 h 2398711"/>
              <a:gd name="connsiteX74436" fmla="*/ 1045150 w 2119654"/>
              <a:gd name="connsiteY74436" fmla="*/ 404197 h 2398711"/>
              <a:gd name="connsiteX74437" fmla="*/ 1049038 w 2119654"/>
              <a:gd name="connsiteY74437" fmla="*/ 409866 h 2398711"/>
              <a:gd name="connsiteX74438" fmla="*/ 1049558 w 2119654"/>
              <a:gd name="connsiteY74438" fmla="*/ 408852 h 2398711"/>
              <a:gd name="connsiteX74439" fmla="*/ 1059185 w 2119654"/>
              <a:gd name="connsiteY74439" fmla="*/ 367001 h 2398711"/>
              <a:gd name="connsiteX74440" fmla="*/ 1061034 w 2119654"/>
              <a:gd name="connsiteY74440" fmla="*/ 373800 h 2398711"/>
              <a:gd name="connsiteX74441" fmla="*/ 1061687 w 2119654"/>
              <a:gd name="connsiteY74441" fmla="*/ 374532 h 2398711"/>
              <a:gd name="connsiteX74442" fmla="*/ 1062808 w 2119654"/>
              <a:gd name="connsiteY74442" fmla="*/ 371221 h 2398711"/>
              <a:gd name="connsiteX74443" fmla="*/ 1059483 w 2119654"/>
              <a:gd name="connsiteY74443" fmla="*/ 367335 h 2398711"/>
              <a:gd name="connsiteX74444" fmla="*/ 1035075 w 2119654"/>
              <a:gd name="connsiteY74444" fmla="*/ 420931 h 2398711"/>
              <a:gd name="connsiteX74445" fmla="*/ 1035265 w 2119654"/>
              <a:gd name="connsiteY74445" fmla="*/ 421757 h 2398711"/>
              <a:gd name="connsiteX74446" fmla="*/ 1035405 w 2119654"/>
              <a:gd name="connsiteY74446" fmla="*/ 421218 h 2398711"/>
              <a:gd name="connsiteX74447" fmla="*/ 427387 w 2119654"/>
              <a:gd name="connsiteY74447" fmla="*/ 1781367 h 2398711"/>
              <a:gd name="connsiteX74448" fmla="*/ 437226 w 2119654"/>
              <a:gd name="connsiteY74448" fmla="*/ 1786218 h 2398711"/>
              <a:gd name="connsiteX74449" fmla="*/ 437269 w 2119654"/>
              <a:gd name="connsiteY74449" fmla="*/ 1785819 h 2398711"/>
              <a:gd name="connsiteX74450" fmla="*/ 437210 w 2119654"/>
              <a:gd name="connsiteY74450" fmla="*/ 1785738 h 2398711"/>
              <a:gd name="connsiteX74451" fmla="*/ 437276 w 2119654"/>
              <a:gd name="connsiteY74451" fmla="*/ 1785757 h 2398711"/>
              <a:gd name="connsiteX74452" fmla="*/ 437415 w 2119654"/>
              <a:gd name="connsiteY74452" fmla="*/ 1784468 h 2398711"/>
              <a:gd name="connsiteX74453" fmla="*/ 431973 w 2119654"/>
              <a:gd name="connsiteY74453" fmla="*/ 1781963 h 2398711"/>
              <a:gd name="connsiteX74454" fmla="*/ 431556 w 2119654"/>
              <a:gd name="connsiteY74454" fmla="*/ 1781830 h 2398711"/>
              <a:gd name="connsiteX74455" fmla="*/ 1018805 w 2119654"/>
              <a:gd name="connsiteY74455" fmla="*/ 457038 h 2398711"/>
              <a:gd name="connsiteX74456" fmla="*/ 1021247 w 2119654"/>
              <a:gd name="connsiteY74456" fmla="*/ 460182 h 2398711"/>
              <a:gd name="connsiteX74457" fmla="*/ 1022138 w 2119654"/>
              <a:gd name="connsiteY74457" fmla="*/ 460994 h 2398711"/>
              <a:gd name="connsiteX74458" fmla="*/ 1022532 w 2119654"/>
              <a:gd name="connsiteY74458" fmla="*/ 460226 h 2398711"/>
              <a:gd name="connsiteX74459" fmla="*/ 1019753 w 2119654"/>
              <a:gd name="connsiteY74459" fmla="*/ 455653 h 2398711"/>
              <a:gd name="connsiteX74460" fmla="*/ 1027199 w 2119654"/>
              <a:gd name="connsiteY74460" fmla="*/ 438206 h 2398711"/>
              <a:gd name="connsiteX74461" fmla="*/ 1027483 w 2119654"/>
              <a:gd name="connsiteY74461" fmla="*/ 439564 h 2398711"/>
              <a:gd name="connsiteX74462" fmla="*/ 1028383 w 2119654"/>
              <a:gd name="connsiteY74462" fmla="*/ 442790 h 2398711"/>
              <a:gd name="connsiteX74463" fmla="*/ 1029546 w 2119654"/>
              <a:gd name="connsiteY74463" fmla="*/ 441227 h 2398711"/>
              <a:gd name="connsiteX74464" fmla="*/ 1048982 w 2119654"/>
              <a:gd name="connsiteY74464" fmla="*/ 389279 h 2398711"/>
              <a:gd name="connsiteX74465" fmla="*/ 1050686 w 2119654"/>
              <a:gd name="connsiteY74465" fmla="*/ 391393 h 2398711"/>
              <a:gd name="connsiteX74466" fmla="*/ 1057516 w 2119654"/>
              <a:gd name="connsiteY74466" fmla="*/ 383776 h 2398711"/>
              <a:gd name="connsiteX74467" fmla="*/ 1056096 w 2119654"/>
              <a:gd name="connsiteY74467" fmla="*/ 378259 h 2398711"/>
              <a:gd name="connsiteX74468" fmla="*/ 1049141 w 2119654"/>
              <a:gd name="connsiteY74468" fmla="*/ 389025 h 2398711"/>
              <a:gd name="connsiteX74469" fmla="*/ 1065283 w 2119654"/>
              <a:gd name="connsiteY74469" fmla="*/ 352348 h 2398711"/>
              <a:gd name="connsiteX74470" fmla="*/ 1067131 w 2119654"/>
              <a:gd name="connsiteY74470" fmla="*/ 358455 h 2398711"/>
              <a:gd name="connsiteX74471" fmla="*/ 1068434 w 2119654"/>
              <a:gd name="connsiteY74471" fmla="*/ 354606 h 2398711"/>
              <a:gd name="connsiteX74472" fmla="*/ 1086435 w 2119654"/>
              <a:gd name="connsiteY74472" fmla="*/ 304649 h 2398711"/>
              <a:gd name="connsiteX74473" fmla="*/ 1086422 w 2119654"/>
              <a:gd name="connsiteY74473" fmla="*/ 304681 h 2398711"/>
              <a:gd name="connsiteX74474" fmla="*/ 1080449 w 2119654"/>
              <a:gd name="connsiteY74474" fmla="*/ 322321 h 2398711"/>
              <a:gd name="connsiteX74475" fmla="*/ 1081495 w 2119654"/>
              <a:gd name="connsiteY74475" fmla="*/ 324000 h 2398711"/>
              <a:gd name="connsiteX74476" fmla="*/ 1091326 w 2119654"/>
              <a:gd name="connsiteY74476" fmla="*/ 312691 h 2398711"/>
              <a:gd name="connsiteX74477" fmla="*/ 438195 w 2119654"/>
              <a:gd name="connsiteY74477" fmla="*/ 1756112 h 2398711"/>
              <a:gd name="connsiteX74478" fmla="*/ 440305 w 2119654"/>
              <a:gd name="connsiteY74478" fmla="*/ 1757384 h 2398711"/>
              <a:gd name="connsiteX74479" fmla="*/ 441316 w 2119654"/>
              <a:gd name="connsiteY74479" fmla="*/ 1757189 h 2398711"/>
              <a:gd name="connsiteX74480" fmla="*/ 438624 w 2119654"/>
              <a:gd name="connsiteY74480" fmla="*/ 1756098 h 2398711"/>
              <a:gd name="connsiteX74481" fmla="*/ 1087015 w 2119654"/>
              <a:gd name="connsiteY74481" fmla="*/ 303135 h 2398711"/>
              <a:gd name="connsiteX74482" fmla="*/ 1086680 w 2119654"/>
              <a:gd name="connsiteY74482" fmla="*/ 304011 h 2398711"/>
              <a:gd name="connsiteX74483" fmla="*/ 1091758 w 2119654"/>
              <a:gd name="connsiteY74483" fmla="*/ 312175 h 2398711"/>
              <a:gd name="connsiteX74484" fmla="*/ 1092257 w 2119654"/>
              <a:gd name="connsiteY74484" fmla="*/ 310960 h 2398711"/>
              <a:gd name="connsiteX74485" fmla="*/ 1017161 w 2119654"/>
              <a:gd name="connsiteY74485" fmla="*/ 459439 h 2398711"/>
              <a:gd name="connsiteX74486" fmla="*/ 1018059 w 2119654"/>
              <a:gd name="connsiteY74486" fmla="*/ 461880 h 2398711"/>
              <a:gd name="connsiteX74487" fmla="*/ 1019766 w 2119654"/>
              <a:gd name="connsiteY74487" fmla="*/ 465615 h 2398711"/>
              <a:gd name="connsiteX74488" fmla="*/ 1020558 w 2119654"/>
              <a:gd name="connsiteY74488" fmla="*/ 464071 h 2398711"/>
              <a:gd name="connsiteX74489" fmla="*/ 1018722 w 2119654"/>
              <a:gd name="connsiteY74489" fmla="*/ 460785 h 2398711"/>
              <a:gd name="connsiteX74490" fmla="*/ 1017402 w 2119654"/>
              <a:gd name="connsiteY74490" fmla="*/ 459087 h 2398711"/>
              <a:gd name="connsiteX74491" fmla="*/ 999236 w 2119654"/>
              <a:gd name="connsiteY74491" fmla="*/ 499551 h 2398711"/>
              <a:gd name="connsiteX74492" fmla="*/ 999137 w 2119654"/>
              <a:gd name="connsiteY74492" fmla="*/ 500715 h 2398711"/>
              <a:gd name="connsiteX74493" fmla="*/ 999548 w 2119654"/>
              <a:gd name="connsiteY74493" fmla="*/ 500086 h 2398711"/>
              <a:gd name="connsiteX74494" fmla="*/ 1047146 w 2119654"/>
              <a:gd name="connsiteY74494" fmla="*/ 392206 h 2398711"/>
              <a:gd name="connsiteX74495" fmla="*/ 1048440 w 2119654"/>
              <a:gd name="connsiteY74495" fmla="*/ 393898 h 2398711"/>
              <a:gd name="connsiteX74496" fmla="*/ 1048523 w 2119654"/>
              <a:gd name="connsiteY74496" fmla="*/ 393805 h 2398711"/>
              <a:gd name="connsiteX74497" fmla="*/ 1047335 w 2119654"/>
              <a:gd name="connsiteY74497" fmla="*/ 391905 h 2398711"/>
              <a:gd name="connsiteX74498" fmla="*/ 1088827 w 2119654"/>
              <a:gd name="connsiteY74498" fmla="*/ 298415 h 2398711"/>
              <a:gd name="connsiteX74499" fmla="*/ 1087349 w 2119654"/>
              <a:gd name="connsiteY74499" fmla="*/ 302265 h 2398711"/>
              <a:gd name="connsiteX74500" fmla="*/ 1092606 w 2119654"/>
              <a:gd name="connsiteY74500" fmla="*/ 310112 h 2398711"/>
              <a:gd name="connsiteX74501" fmla="*/ 1093802 w 2119654"/>
              <a:gd name="connsiteY74501" fmla="*/ 307202 h 2398711"/>
              <a:gd name="connsiteX74502" fmla="*/ 1046363 w 2119654"/>
              <a:gd name="connsiteY74502" fmla="*/ 393454 h 2398711"/>
              <a:gd name="connsiteX74503" fmla="*/ 1047381 w 2119654"/>
              <a:gd name="connsiteY74503" fmla="*/ 395080 h 2398711"/>
              <a:gd name="connsiteX74504" fmla="*/ 1047578 w 2119654"/>
              <a:gd name="connsiteY74504" fmla="*/ 394860 h 2398711"/>
              <a:gd name="connsiteX74505" fmla="*/ 1046427 w 2119654"/>
              <a:gd name="connsiteY74505" fmla="*/ 393352 h 2398711"/>
              <a:gd name="connsiteX74506" fmla="*/ 1016362 w 2119654"/>
              <a:gd name="connsiteY74506" fmla="*/ 460607 h 2398711"/>
              <a:gd name="connsiteX74507" fmla="*/ 1017990 w 2119654"/>
              <a:gd name="connsiteY74507" fmla="*/ 463988 h 2398711"/>
              <a:gd name="connsiteX74508" fmla="*/ 1018482 w 2119654"/>
              <a:gd name="connsiteY74508" fmla="*/ 464648 h 2398711"/>
              <a:gd name="connsiteX74509" fmla="*/ 1016790 w 2119654"/>
              <a:gd name="connsiteY74509" fmla="*/ 460042 h 2398711"/>
              <a:gd name="connsiteX74510" fmla="*/ 1016773 w 2119654"/>
              <a:gd name="connsiteY74510" fmla="*/ 460005 h 2398711"/>
              <a:gd name="connsiteX74511" fmla="*/ 1015936 w 2119654"/>
              <a:gd name="connsiteY74511" fmla="*/ 461230 h 2398711"/>
              <a:gd name="connsiteX74512" fmla="*/ 1016773 w 2119654"/>
              <a:gd name="connsiteY74512" fmla="*/ 462354 h 2398711"/>
              <a:gd name="connsiteX74513" fmla="*/ 1016109 w 2119654"/>
              <a:gd name="connsiteY74513" fmla="*/ 460976 h 2398711"/>
              <a:gd name="connsiteX74514" fmla="*/ 1058733 w 2119654"/>
              <a:gd name="connsiteY74514" fmla="*/ 365342 h 2398711"/>
              <a:gd name="connsiteX74515" fmla="*/ 1059101 w 2119654"/>
              <a:gd name="connsiteY74515" fmla="*/ 366691 h 2398711"/>
              <a:gd name="connsiteX74516" fmla="*/ 1062904 w 2119654"/>
              <a:gd name="connsiteY74516" fmla="*/ 370941 h 2398711"/>
              <a:gd name="connsiteX74517" fmla="*/ 1063311 w 2119654"/>
              <a:gd name="connsiteY74517" fmla="*/ 369739 h 2398711"/>
              <a:gd name="connsiteX74518" fmla="*/ 1021118 w 2119654"/>
              <a:gd name="connsiteY74518" fmla="*/ 449529 h 2398711"/>
              <a:gd name="connsiteX74519" fmla="*/ 1022182 w 2119654"/>
              <a:gd name="connsiteY74519" fmla="*/ 451118 h 2398711"/>
              <a:gd name="connsiteX74520" fmla="*/ 1022568 w 2119654"/>
              <a:gd name="connsiteY74520" fmla="*/ 450599 h 2398711"/>
              <a:gd name="connsiteX74521" fmla="*/ 1104277 w 2119654"/>
              <a:gd name="connsiteY74521" fmla="*/ 263052 h 2398711"/>
              <a:gd name="connsiteX74522" fmla="*/ 1106498 w 2119654"/>
              <a:gd name="connsiteY74522" fmla="*/ 276303 h 2398711"/>
              <a:gd name="connsiteX74523" fmla="*/ 1106863 w 2119654"/>
              <a:gd name="connsiteY74523" fmla="*/ 279181 h 2398711"/>
              <a:gd name="connsiteX74524" fmla="*/ 1123146 w 2119654"/>
              <a:gd name="connsiteY74524" fmla="*/ 244524 h 2398711"/>
              <a:gd name="connsiteX74525" fmla="*/ 1122529 w 2119654"/>
              <a:gd name="connsiteY74525" fmla="*/ 243931 h 2398711"/>
              <a:gd name="connsiteX74526" fmla="*/ 1123179 w 2119654"/>
              <a:gd name="connsiteY74526" fmla="*/ 243995 h 2398711"/>
              <a:gd name="connsiteX74527" fmla="*/ 1123328 w 2119654"/>
              <a:gd name="connsiteY74527" fmla="*/ 244138 h 2398711"/>
              <a:gd name="connsiteX74528" fmla="*/ 1126396 w 2119654"/>
              <a:gd name="connsiteY74528" fmla="*/ 237609 h 2398711"/>
              <a:gd name="connsiteX74529" fmla="*/ 428419 w 2119654"/>
              <a:gd name="connsiteY74529" fmla="*/ 1776257 h 2398711"/>
              <a:gd name="connsiteX74530" fmla="*/ 429848 w 2119654"/>
              <a:gd name="connsiteY74530" fmla="*/ 1776821 h 2398711"/>
              <a:gd name="connsiteX74531" fmla="*/ 434586 w 2119654"/>
              <a:gd name="connsiteY74531" fmla="*/ 1778303 h 2398711"/>
              <a:gd name="connsiteX74532" fmla="*/ 431964 w 2119654"/>
              <a:gd name="connsiteY74532" fmla="*/ 1776602 h 2398711"/>
              <a:gd name="connsiteX74533" fmla="*/ 430792 w 2119654"/>
              <a:gd name="connsiteY74533" fmla="*/ 1776262 h 2398711"/>
              <a:gd name="connsiteX74534" fmla="*/ 1023570 w 2119654"/>
              <a:gd name="connsiteY74534" fmla="*/ 443208 h 2398711"/>
              <a:gd name="connsiteX74535" fmla="*/ 1024323 w 2119654"/>
              <a:gd name="connsiteY74535" fmla="*/ 446156 h 2398711"/>
              <a:gd name="connsiteX74536" fmla="*/ 1024417 w 2119654"/>
              <a:gd name="connsiteY74536" fmla="*/ 446366 h 2398711"/>
              <a:gd name="connsiteX74537" fmla="*/ 1024296 w 2119654"/>
              <a:gd name="connsiteY74537" fmla="*/ 443681 h 2398711"/>
              <a:gd name="connsiteX74538" fmla="*/ 1016699 w 2119654"/>
              <a:gd name="connsiteY74538" fmla="*/ 458182 h 2398711"/>
              <a:gd name="connsiteX74539" fmla="*/ 1016773 w 2119654"/>
              <a:gd name="connsiteY74539" fmla="*/ 458383 h 2398711"/>
              <a:gd name="connsiteX74540" fmla="*/ 1016813 w 2119654"/>
              <a:gd name="connsiteY74540" fmla="*/ 458329 h 2398711"/>
              <a:gd name="connsiteX74541" fmla="*/ 1070456 w 2119654"/>
              <a:gd name="connsiteY74541" fmla="*/ 337717 h 2398711"/>
              <a:gd name="connsiteX74542" fmla="*/ 1073431 w 2119654"/>
              <a:gd name="connsiteY74542" fmla="*/ 339848 h 2398711"/>
              <a:gd name="connsiteX74543" fmla="*/ 1073832 w 2119654"/>
              <a:gd name="connsiteY74543" fmla="*/ 338661 h 2398711"/>
              <a:gd name="connsiteX74544" fmla="*/ 1072896 w 2119654"/>
              <a:gd name="connsiteY74544" fmla="*/ 334912 h 2398711"/>
              <a:gd name="connsiteX74545" fmla="*/ 1045848 w 2119654"/>
              <a:gd name="connsiteY74545" fmla="*/ 392593 h 2398711"/>
              <a:gd name="connsiteX74546" fmla="*/ 1045842 w 2119654"/>
              <a:gd name="connsiteY74546" fmla="*/ 392620 h 2398711"/>
              <a:gd name="connsiteX74547" fmla="*/ 1046243 w 2119654"/>
              <a:gd name="connsiteY74547" fmla="*/ 393262 h 2398711"/>
              <a:gd name="connsiteX74548" fmla="*/ 1046296 w 2119654"/>
              <a:gd name="connsiteY74548" fmla="*/ 393180 h 2398711"/>
              <a:gd name="connsiteX74549" fmla="*/ 1013718 w 2119654"/>
              <a:gd name="connsiteY74549" fmla="*/ 464472 h 2398711"/>
              <a:gd name="connsiteX74550" fmla="*/ 1016994 w 2119654"/>
              <a:gd name="connsiteY74550" fmla="*/ 471017 h 2398711"/>
              <a:gd name="connsiteX74551" fmla="*/ 1017918 w 2119654"/>
              <a:gd name="connsiteY74551" fmla="*/ 469215 h 2398711"/>
              <a:gd name="connsiteX74552" fmla="*/ 1014017 w 2119654"/>
              <a:gd name="connsiteY74552" fmla="*/ 464035 h 2398711"/>
              <a:gd name="connsiteX74553" fmla="*/ 392745 w 2119654"/>
              <a:gd name="connsiteY74553" fmla="*/ 1854856 h 2398711"/>
              <a:gd name="connsiteX74554" fmla="*/ 394693 w 2119654"/>
              <a:gd name="connsiteY74554" fmla="*/ 1856014 h 2398711"/>
              <a:gd name="connsiteX74555" fmla="*/ 417680 w 2119654"/>
              <a:gd name="connsiteY74555" fmla="*/ 1857414 h 2398711"/>
              <a:gd name="connsiteX74556" fmla="*/ 431946 w 2119654"/>
              <a:gd name="connsiteY74556" fmla="*/ 1857135 h 2398711"/>
              <a:gd name="connsiteX74557" fmla="*/ 429630 w 2119654"/>
              <a:gd name="connsiteY74557" fmla="*/ 1855358 h 2398711"/>
              <a:gd name="connsiteX74558" fmla="*/ 1008461 w 2119654"/>
              <a:gd name="connsiteY74558" fmla="*/ 476068 h 2398711"/>
              <a:gd name="connsiteX74559" fmla="*/ 1008624 w 2119654"/>
              <a:gd name="connsiteY74559" fmla="*/ 479671 h 2398711"/>
              <a:gd name="connsiteX74560" fmla="*/ 1011014 w 2119654"/>
              <a:gd name="connsiteY74560" fmla="*/ 477730 h 2398711"/>
              <a:gd name="connsiteX74561" fmla="*/ 1096524 w 2119654"/>
              <a:gd name="connsiteY74561" fmla="*/ 278757 h 2398711"/>
              <a:gd name="connsiteX74562" fmla="*/ 1099294 w 2119654"/>
              <a:gd name="connsiteY74562" fmla="*/ 295289 h 2398711"/>
              <a:gd name="connsiteX74563" fmla="*/ 1102718 w 2119654"/>
              <a:gd name="connsiteY74563" fmla="*/ 288001 h 2398711"/>
              <a:gd name="connsiteX74564" fmla="*/ 1064323 w 2119654"/>
              <a:gd name="connsiteY74564" fmla="*/ 350836 h 2398711"/>
              <a:gd name="connsiteX74565" fmla="*/ 1064750 w 2119654"/>
              <a:gd name="connsiteY74565" fmla="*/ 351142 h 2398711"/>
              <a:gd name="connsiteX74566" fmla="*/ 1064537 w 2119654"/>
              <a:gd name="connsiteY74566" fmla="*/ 350440 h 2398711"/>
              <a:gd name="connsiteX74567" fmla="*/ 999555 w 2119654"/>
              <a:gd name="connsiteY74567" fmla="*/ 495805 h 2398711"/>
              <a:gd name="connsiteX74568" fmla="*/ 999535 w 2119654"/>
              <a:gd name="connsiteY74568" fmla="*/ 496042 h 2398711"/>
              <a:gd name="connsiteX74569" fmla="*/ 999840 w 2119654"/>
              <a:gd name="connsiteY74569" fmla="*/ 496771 h 2398711"/>
              <a:gd name="connsiteX74570" fmla="*/ 1000068 w 2119654"/>
              <a:gd name="connsiteY74570" fmla="*/ 496873 h 2398711"/>
              <a:gd name="connsiteX74571" fmla="*/ 999841 w 2119654"/>
              <a:gd name="connsiteY74571" fmla="*/ 496170 h 2398711"/>
              <a:gd name="connsiteX74572" fmla="*/ 1096201 w 2119654"/>
              <a:gd name="connsiteY74572" fmla="*/ 279195 h 2398711"/>
              <a:gd name="connsiteX74573" fmla="*/ 1089139 w 2119654"/>
              <a:gd name="connsiteY74573" fmla="*/ 297602 h 2398711"/>
              <a:gd name="connsiteX74574" fmla="*/ 1094127 w 2119654"/>
              <a:gd name="connsiteY74574" fmla="*/ 306413 h 2398711"/>
              <a:gd name="connsiteX74575" fmla="*/ 1094547 w 2119654"/>
              <a:gd name="connsiteY74575" fmla="*/ 305393 h 2398711"/>
              <a:gd name="connsiteX74576" fmla="*/ 1099001 w 2119654"/>
              <a:gd name="connsiteY74576" fmla="*/ 295912 h 2398711"/>
              <a:gd name="connsiteX74577" fmla="*/ 1009538 w 2119654"/>
              <a:gd name="connsiteY74577" fmla="*/ 473137 h 2398711"/>
              <a:gd name="connsiteX74578" fmla="*/ 1010556 w 2119654"/>
              <a:gd name="connsiteY74578" fmla="*/ 475496 h 2398711"/>
              <a:gd name="connsiteX74579" fmla="*/ 1012336 w 2119654"/>
              <a:gd name="connsiteY74579" fmla="*/ 476656 h 2398711"/>
              <a:gd name="connsiteX74580" fmla="*/ 1013789 w 2119654"/>
              <a:gd name="connsiteY74580" fmla="*/ 475475 h 2398711"/>
              <a:gd name="connsiteX74581" fmla="*/ 1013518 w 2119654"/>
              <a:gd name="connsiteY74581" fmla="*/ 474905 h 2398711"/>
              <a:gd name="connsiteX74582" fmla="*/ 1046410 w 2119654"/>
              <a:gd name="connsiteY74582" fmla="*/ 390426 h 2398711"/>
              <a:gd name="connsiteX74583" fmla="*/ 1046252 w 2119654"/>
              <a:gd name="connsiteY74583" fmla="*/ 391034 h 2398711"/>
              <a:gd name="connsiteX74584" fmla="*/ 1047027 w 2119654"/>
              <a:gd name="connsiteY74584" fmla="*/ 392050 h 2398711"/>
              <a:gd name="connsiteX74585" fmla="*/ 1047229 w 2119654"/>
              <a:gd name="connsiteY74585" fmla="*/ 391737 h 2398711"/>
              <a:gd name="connsiteX74586" fmla="*/ 1012336 w 2119654"/>
              <a:gd name="connsiteY74586" fmla="*/ 466492 h 2398711"/>
              <a:gd name="connsiteX74587" fmla="*/ 1013738 w 2119654"/>
              <a:gd name="connsiteY74587" fmla="*/ 468321 h 2398711"/>
              <a:gd name="connsiteX74588" fmla="*/ 1012617 w 2119654"/>
              <a:gd name="connsiteY74588" fmla="*/ 466081 h 2398711"/>
              <a:gd name="connsiteX74589" fmla="*/ 1098207 w 2119654"/>
              <a:gd name="connsiteY74589" fmla="*/ 273969 h 2398711"/>
              <a:gd name="connsiteX74590" fmla="*/ 1096873 w 2119654"/>
              <a:gd name="connsiteY74590" fmla="*/ 277445 h 2398711"/>
              <a:gd name="connsiteX74591" fmla="*/ 1103225 w 2119654"/>
              <a:gd name="connsiteY74591" fmla="*/ 286921 h 2398711"/>
              <a:gd name="connsiteX74592" fmla="*/ 1104275 w 2119654"/>
              <a:gd name="connsiteY74592" fmla="*/ 284687 h 2398711"/>
              <a:gd name="connsiteX74593" fmla="*/ 1061296 w 2119654"/>
              <a:gd name="connsiteY74593" fmla="*/ 356428 h 2398711"/>
              <a:gd name="connsiteX74594" fmla="*/ 1065531 w 2119654"/>
              <a:gd name="connsiteY74594" fmla="*/ 363181 h 2398711"/>
              <a:gd name="connsiteX74595" fmla="*/ 1066707 w 2119654"/>
              <a:gd name="connsiteY74595" fmla="*/ 359708 h 2398711"/>
              <a:gd name="connsiteX74596" fmla="*/ 1065558 w 2119654"/>
              <a:gd name="connsiteY74596" fmla="*/ 357777 h 2398711"/>
              <a:gd name="connsiteX74597" fmla="*/ 1065800 w 2119654"/>
              <a:gd name="connsiteY74597" fmla="*/ 357870 h 2398711"/>
              <a:gd name="connsiteX74598" fmla="*/ 1066774 w 2119654"/>
              <a:gd name="connsiteY74598" fmla="*/ 359509 h 2398711"/>
              <a:gd name="connsiteX74599" fmla="*/ 1067043 w 2119654"/>
              <a:gd name="connsiteY74599" fmla="*/ 358717 h 2398711"/>
              <a:gd name="connsiteX74600" fmla="*/ 1065068 w 2119654"/>
              <a:gd name="connsiteY74600" fmla="*/ 352194 h 2398711"/>
              <a:gd name="connsiteX74601" fmla="*/ 1064002 w 2119654"/>
              <a:gd name="connsiteY74601" fmla="*/ 351430 h 2398711"/>
              <a:gd name="connsiteX74602" fmla="*/ 1059922 w 2119654"/>
              <a:gd name="connsiteY74602" fmla="*/ 358968 h 2398711"/>
              <a:gd name="connsiteX74603" fmla="*/ 1064490 w 2119654"/>
              <a:gd name="connsiteY74603" fmla="*/ 366253 h 2398711"/>
              <a:gd name="connsiteX74604" fmla="*/ 1064553 w 2119654"/>
              <a:gd name="connsiteY74604" fmla="*/ 366068 h 2398711"/>
              <a:gd name="connsiteX74605" fmla="*/ 1060363 w 2119654"/>
              <a:gd name="connsiteY74605" fmla="*/ 358153 h 2398711"/>
              <a:gd name="connsiteX74606" fmla="*/ 1010804 w 2119654"/>
              <a:gd name="connsiteY74606" fmla="*/ 468730 h 2398711"/>
              <a:gd name="connsiteX74607" fmla="*/ 1011665 w 2119654"/>
              <a:gd name="connsiteY74607" fmla="*/ 470477 h 2398711"/>
              <a:gd name="connsiteX74608" fmla="*/ 1012446 w 2119654"/>
              <a:gd name="connsiteY74608" fmla="*/ 471086 h 2398711"/>
              <a:gd name="connsiteX74609" fmla="*/ 1010853 w 2119654"/>
              <a:gd name="connsiteY74609" fmla="*/ 468658 h 2398711"/>
              <a:gd name="connsiteX74610" fmla="*/ 1100908 w 2119654"/>
              <a:gd name="connsiteY74610" fmla="*/ 266928 h 2398711"/>
              <a:gd name="connsiteX74611" fmla="*/ 1098624 w 2119654"/>
              <a:gd name="connsiteY74611" fmla="*/ 272883 h 2398711"/>
              <a:gd name="connsiteX74612" fmla="*/ 1104744 w 2119654"/>
              <a:gd name="connsiteY74612" fmla="*/ 283691 h 2398711"/>
              <a:gd name="connsiteX74613" fmla="*/ 1105769 w 2119654"/>
              <a:gd name="connsiteY74613" fmla="*/ 281509 h 2398711"/>
              <a:gd name="connsiteX74614" fmla="*/ 1103537 w 2119654"/>
              <a:gd name="connsiteY74614" fmla="*/ 263904 h 2398711"/>
              <a:gd name="connsiteX74615" fmla="*/ 1014780 w 2119654"/>
              <a:gd name="connsiteY74615" fmla="*/ 459680 h 2398711"/>
              <a:gd name="connsiteX74616" fmla="*/ 1015294 w 2119654"/>
              <a:gd name="connsiteY74616" fmla="*/ 460369 h 2398711"/>
              <a:gd name="connsiteX74617" fmla="*/ 1015612 w 2119654"/>
              <a:gd name="connsiteY74617" fmla="*/ 459942 h 2398711"/>
              <a:gd name="connsiteX74618" fmla="*/ 1015239 w 2119654"/>
              <a:gd name="connsiteY74618" fmla="*/ 459170 h 2398711"/>
              <a:gd name="connsiteX74619" fmla="*/ 1058009 w 2119654"/>
              <a:gd name="connsiteY74619" fmla="*/ 362671 h 2398711"/>
              <a:gd name="connsiteX74620" fmla="*/ 1058645 w 2119654"/>
              <a:gd name="connsiteY74620" fmla="*/ 365011 h 2398711"/>
              <a:gd name="connsiteX74621" fmla="*/ 1063372 w 2119654"/>
              <a:gd name="connsiteY74621" fmla="*/ 369556 h 2398711"/>
              <a:gd name="connsiteX74622" fmla="*/ 1064066 w 2119654"/>
              <a:gd name="connsiteY74622" fmla="*/ 367507 h 2398711"/>
              <a:gd name="connsiteX74623" fmla="*/ 1059369 w 2119654"/>
              <a:gd name="connsiteY74623" fmla="*/ 360020 h 2398711"/>
              <a:gd name="connsiteX74624" fmla="*/ 1010323 w 2119654"/>
              <a:gd name="connsiteY74624" fmla="*/ 469433 h 2398711"/>
              <a:gd name="connsiteX74625" fmla="*/ 1011163 w 2119654"/>
              <a:gd name="connsiteY74625" fmla="*/ 470087 h 2398711"/>
              <a:gd name="connsiteX74626" fmla="*/ 1010624 w 2119654"/>
              <a:gd name="connsiteY74626" fmla="*/ 468993 h 2398711"/>
              <a:gd name="connsiteX74627" fmla="*/ 421492 w 2119654"/>
              <a:gd name="connsiteY74627" fmla="*/ 1787787 h 2398711"/>
              <a:gd name="connsiteX74628" fmla="*/ 422856 w 2119654"/>
              <a:gd name="connsiteY74628" fmla="*/ 1789102 h 2398711"/>
              <a:gd name="connsiteX74629" fmla="*/ 423511 w 2119654"/>
              <a:gd name="connsiteY74629" fmla="*/ 1789022 h 2398711"/>
              <a:gd name="connsiteX74630" fmla="*/ 1057415 w 2119654"/>
              <a:gd name="connsiteY74630" fmla="*/ 363831 h 2398711"/>
              <a:gd name="connsiteX74631" fmla="*/ 1058432 w 2119654"/>
              <a:gd name="connsiteY74631" fmla="*/ 364808 h 2398711"/>
              <a:gd name="connsiteX74632" fmla="*/ 1058321 w 2119654"/>
              <a:gd name="connsiteY74632" fmla="*/ 364379 h 2398711"/>
              <a:gd name="connsiteX74633" fmla="*/ 1057910 w 2119654"/>
              <a:gd name="connsiteY74633" fmla="*/ 362864 h 2398711"/>
              <a:gd name="connsiteX74634" fmla="*/ 1057096 w 2119654"/>
              <a:gd name="connsiteY74634" fmla="*/ 364451 h 2398711"/>
              <a:gd name="connsiteX74635" fmla="*/ 1058842 w 2119654"/>
              <a:gd name="connsiteY74635" fmla="*/ 366402 h 2398711"/>
              <a:gd name="connsiteX74636" fmla="*/ 1058515 w 2119654"/>
              <a:gd name="connsiteY74636" fmla="*/ 365130 h 2398711"/>
              <a:gd name="connsiteX74637" fmla="*/ 1057330 w 2119654"/>
              <a:gd name="connsiteY74637" fmla="*/ 363993 h 2398711"/>
              <a:gd name="connsiteX74638" fmla="*/ 1067449 w 2119654"/>
              <a:gd name="connsiteY74638" fmla="*/ 341177 h 2398711"/>
              <a:gd name="connsiteX74639" fmla="*/ 1070786 w 2119654"/>
              <a:gd name="connsiteY74639" fmla="*/ 347659 h 2398711"/>
              <a:gd name="connsiteX74640" fmla="*/ 1072932 w 2119654"/>
              <a:gd name="connsiteY74640" fmla="*/ 341320 h 2398711"/>
              <a:gd name="connsiteX74641" fmla="*/ 1069587 w 2119654"/>
              <a:gd name="connsiteY74641" fmla="*/ 338717 h 2398711"/>
              <a:gd name="connsiteX74642" fmla="*/ 1103172 w 2119654"/>
              <a:gd name="connsiteY74642" fmla="*/ 261027 h 2398711"/>
              <a:gd name="connsiteX74643" fmla="*/ 1101848 w 2119654"/>
              <a:gd name="connsiteY74643" fmla="*/ 264479 h 2398711"/>
              <a:gd name="connsiteX74644" fmla="*/ 1103386 w 2119654"/>
              <a:gd name="connsiteY74644" fmla="*/ 262709 h 2398711"/>
              <a:gd name="connsiteX74645" fmla="*/ 394656 w 2119654"/>
              <a:gd name="connsiteY74645" fmla="*/ 1847429 h 2398711"/>
              <a:gd name="connsiteX74646" fmla="*/ 423891 w 2119654"/>
              <a:gd name="connsiteY74646" fmla="*/ 1850959 h 2398711"/>
              <a:gd name="connsiteX74647" fmla="*/ 415400 w 2119654"/>
              <a:gd name="connsiteY74647" fmla="*/ 1844449 h 2398711"/>
              <a:gd name="connsiteX74648" fmla="*/ 410897 w 2119654"/>
              <a:gd name="connsiteY74648" fmla="*/ 1845362 h 2398711"/>
              <a:gd name="connsiteX74649" fmla="*/ 410667 w 2119654"/>
              <a:gd name="connsiteY74649" fmla="*/ 1845217 h 2398711"/>
              <a:gd name="connsiteX74650" fmla="*/ 415202 w 2119654"/>
              <a:gd name="connsiteY74650" fmla="*/ 1844297 h 2398711"/>
              <a:gd name="connsiteX74651" fmla="*/ 413106 w 2119654"/>
              <a:gd name="connsiteY74651" fmla="*/ 1842691 h 2398711"/>
              <a:gd name="connsiteX74652" fmla="*/ 1009037 w 2119654"/>
              <a:gd name="connsiteY74652" fmla="*/ 471313 h 2398711"/>
              <a:gd name="connsiteX74653" fmla="*/ 1011286 w 2119654"/>
              <a:gd name="connsiteY74653" fmla="*/ 472311 h 2398711"/>
              <a:gd name="connsiteX74654" fmla="*/ 1009474 w 2119654"/>
              <a:gd name="connsiteY74654" fmla="*/ 470675 h 2398711"/>
              <a:gd name="connsiteX74655" fmla="*/ 1054362 w 2119654"/>
              <a:gd name="connsiteY74655" fmla="*/ 369780 h 2398711"/>
              <a:gd name="connsiteX74656" fmla="*/ 1056371 w 2119654"/>
              <a:gd name="connsiteY74656" fmla="*/ 377586 h 2398711"/>
              <a:gd name="connsiteX74657" fmla="*/ 1057035 w 2119654"/>
              <a:gd name="connsiteY74657" fmla="*/ 376559 h 2398711"/>
              <a:gd name="connsiteX74658" fmla="*/ 1057240 w 2119654"/>
              <a:gd name="connsiteY74658" fmla="*/ 376488 h 2398711"/>
              <a:gd name="connsiteX74659" fmla="*/ 1056417 w 2119654"/>
              <a:gd name="connsiteY74659" fmla="*/ 377762 h 2398711"/>
              <a:gd name="connsiteX74660" fmla="*/ 1056493 w 2119654"/>
              <a:gd name="connsiteY74660" fmla="*/ 378057 h 2398711"/>
              <a:gd name="connsiteX74661" fmla="*/ 1059207 w 2119654"/>
              <a:gd name="connsiteY74661" fmla="*/ 381890 h 2398711"/>
              <a:gd name="connsiteX74662" fmla="*/ 1059411 w 2119654"/>
              <a:gd name="connsiteY74662" fmla="*/ 381663 h 2398711"/>
              <a:gd name="connsiteX74663" fmla="*/ 1059586 w 2119654"/>
              <a:gd name="connsiteY74663" fmla="*/ 380987 h 2398711"/>
              <a:gd name="connsiteX74664" fmla="*/ 1058687 w 2119654"/>
              <a:gd name="connsiteY74664" fmla="*/ 378990 h 2398711"/>
              <a:gd name="connsiteX74665" fmla="*/ 1059167 w 2119654"/>
              <a:gd name="connsiteY74665" fmla="*/ 379241 h 2398711"/>
              <a:gd name="connsiteX74666" fmla="*/ 1059720 w 2119654"/>
              <a:gd name="connsiteY74666" fmla="*/ 380469 h 2398711"/>
              <a:gd name="connsiteX74667" fmla="*/ 1059857 w 2119654"/>
              <a:gd name="connsiteY74667" fmla="*/ 379940 h 2398711"/>
              <a:gd name="connsiteX74668" fmla="*/ 1061260 w 2119654"/>
              <a:gd name="connsiteY74668" fmla="*/ 375794 h 2398711"/>
              <a:gd name="connsiteX74669" fmla="*/ 1060690 w 2119654"/>
              <a:gd name="connsiteY74669" fmla="*/ 373579 h 2398711"/>
              <a:gd name="connsiteX74670" fmla="*/ 1059166 w 2119654"/>
              <a:gd name="connsiteY74670" fmla="*/ 371875 h 2398711"/>
              <a:gd name="connsiteX74671" fmla="*/ 1059339 w 2119654"/>
              <a:gd name="connsiteY74671" fmla="*/ 371904 h 2398711"/>
              <a:gd name="connsiteX74672" fmla="*/ 1060631 w 2119654"/>
              <a:gd name="connsiteY74672" fmla="*/ 373352 h 2398711"/>
              <a:gd name="connsiteX74673" fmla="*/ 1058920 w 2119654"/>
              <a:gd name="connsiteY74673" fmla="*/ 366705 h 2398711"/>
              <a:gd name="connsiteX74674" fmla="*/ 1057026 w 2119654"/>
              <a:gd name="connsiteY74674" fmla="*/ 364587 h 2398711"/>
              <a:gd name="connsiteX74675" fmla="*/ 1008305 w 2119654"/>
              <a:gd name="connsiteY74675" fmla="*/ 472589 h 2398711"/>
              <a:gd name="connsiteX74676" fmla="*/ 1008371 w 2119654"/>
              <a:gd name="connsiteY74676" fmla="*/ 474073 h 2398711"/>
              <a:gd name="connsiteX74677" fmla="*/ 1010012 w 2119654"/>
              <a:gd name="connsiteY74677" fmla="*/ 475141 h 2398711"/>
              <a:gd name="connsiteX74678" fmla="*/ 1009054 w 2119654"/>
              <a:gd name="connsiteY74678" fmla="*/ 472921 h 2398711"/>
              <a:gd name="connsiteX74679" fmla="*/ 1052794 w 2119654"/>
              <a:gd name="connsiteY74679" fmla="*/ 372836 h 2398711"/>
              <a:gd name="connsiteX74680" fmla="*/ 1055789 w 2119654"/>
              <a:gd name="connsiteY74680" fmla="*/ 377064 h 2398711"/>
              <a:gd name="connsiteX74681" fmla="*/ 1054063 w 2119654"/>
              <a:gd name="connsiteY74681" fmla="*/ 370363 h 2398711"/>
              <a:gd name="connsiteX74682" fmla="*/ 1012689 w 2119654"/>
              <a:gd name="connsiteY74682" fmla="*/ 462274 h 2398711"/>
              <a:gd name="connsiteX74683" fmla="*/ 1013147 w 2119654"/>
              <a:gd name="connsiteY74683" fmla="*/ 463253 h 2398711"/>
              <a:gd name="connsiteX74684" fmla="*/ 1013285 w 2119654"/>
              <a:gd name="connsiteY74684" fmla="*/ 463066 h 2398711"/>
              <a:gd name="connsiteX74685" fmla="*/ 1036051 w 2119654"/>
              <a:gd name="connsiteY74685" fmla="*/ 409895 h 2398711"/>
              <a:gd name="connsiteX74686" fmla="*/ 1037787 w 2119654"/>
              <a:gd name="connsiteY74686" fmla="*/ 412015 h 2398711"/>
              <a:gd name="connsiteX74687" fmla="*/ 1039640 w 2119654"/>
              <a:gd name="connsiteY74687" fmla="*/ 404857 h 2398711"/>
              <a:gd name="connsiteX74688" fmla="*/ 1038115 w 2119654"/>
              <a:gd name="connsiteY74688" fmla="*/ 406603 h 2398711"/>
              <a:gd name="connsiteX74689" fmla="*/ 1035586 w 2119654"/>
              <a:gd name="connsiteY74689" fmla="*/ 410636 h 2398711"/>
              <a:gd name="connsiteX74690" fmla="*/ 1037681 w 2119654"/>
              <a:gd name="connsiteY74690" fmla="*/ 412396 h 2398711"/>
              <a:gd name="connsiteX74691" fmla="*/ 1035870 w 2119654"/>
              <a:gd name="connsiteY74691" fmla="*/ 410183 h 2398711"/>
              <a:gd name="connsiteX74692" fmla="*/ 1049099 w 2119654"/>
              <a:gd name="connsiteY74692" fmla="*/ 380038 h 2398711"/>
              <a:gd name="connsiteX74693" fmla="*/ 1047260 w 2119654"/>
              <a:gd name="connsiteY74693" fmla="*/ 387144 h 2398711"/>
              <a:gd name="connsiteX74694" fmla="*/ 1048890 w 2119654"/>
              <a:gd name="connsiteY74694" fmla="*/ 389166 h 2398711"/>
              <a:gd name="connsiteX74695" fmla="*/ 1056019 w 2119654"/>
              <a:gd name="connsiteY74695" fmla="*/ 378132 h 2398711"/>
              <a:gd name="connsiteX74696" fmla="*/ 1055631 w 2119654"/>
              <a:gd name="connsiteY74696" fmla="*/ 377512 h 2398711"/>
              <a:gd name="connsiteX74697" fmla="*/ 1052594 w 2119654"/>
              <a:gd name="connsiteY74697" fmla="*/ 373225 h 2398711"/>
              <a:gd name="connsiteX74698" fmla="*/ 995651 w 2119654"/>
              <a:gd name="connsiteY74698" fmla="*/ 499371 h 2398711"/>
              <a:gd name="connsiteX74699" fmla="*/ 995672 w 2119654"/>
              <a:gd name="connsiteY74699" fmla="*/ 499487 h 2398711"/>
              <a:gd name="connsiteX74700" fmla="*/ 995707 w 2119654"/>
              <a:gd name="connsiteY74700" fmla="*/ 501827 h 2398711"/>
              <a:gd name="connsiteX74701" fmla="*/ 997045 w 2119654"/>
              <a:gd name="connsiteY74701" fmla="*/ 503909 h 2398711"/>
              <a:gd name="connsiteX74702" fmla="*/ 998046 w 2119654"/>
              <a:gd name="connsiteY74702" fmla="*/ 502380 h 2398711"/>
              <a:gd name="connsiteX74703" fmla="*/ 998099 w 2119654"/>
              <a:gd name="connsiteY74703" fmla="*/ 501759 h 2398711"/>
              <a:gd name="connsiteX74704" fmla="*/ 1034473 w 2119654"/>
              <a:gd name="connsiteY74704" fmla="*/ 412410 h 2398711"/>
              <a:gd name="connsiteX74705" fmla="*/ 1036566 w 2119654"/>
              <a:gd name="connsiteY74705" fmla="*/ 416730 h 2398711"/>
              <a:gd name="connsiteX74706" fmla="*/ 1037516 w 2119654"/>
              <a:gd name="connsiteY74706" fmla="*/ 413058 h 2398711"/>
              <a:gd name="connsiteX74707" fmla="*/ 1035258 w 2119654"/>
              <a:gd name="connsiteY74707" fmla="*/ 411160 h 2398711"/>
              <a:gd name="connsiteX74708" fmla="*/ 406386 w 2119654"/>
              <a:gd name="connsiteY74708" fmla="*/ 1818569 h 2398711"/>
              <a:gd name="connsiteX74709" fmla="*/ 407340 w 2119654"/>
              <a:gd name="connsiteY74709" fmla="*/ 1819121 h 2398711"/>
              <a:gd name="connsiteX74710" fmla="*/ 408794 w 2119654"/>
              <a:gd name="connsiteY74710" fmla="*/ 1819318 h 2398711"/>
              <a:gd name="connsiteX74711" fmla="*/ 408850 w 2119654"/>
              <a:gd name="connsiteY74711" fmla="*/ 1819310 h 2398711"/>
              <a:gd name="connsiteX74712" fmla="*/ 1035660 w 2119654"/>
              <a:gd name="connsiteY74712" fmla="*/ 409418 h 2398711"/>
              <a:gd name="connsiteX74713" fmla="*/ 1035924 w 2119654"/>
              <a:gd name="connsiteY74713" fmla="*/ 409739 h 2398711"/>
              <a:gd name="connsiteX74714" fmla="*/ 1037223 w 2119654"/>
              <a:gd name="connsiteY74714" fmla="*/ 407628 h 2398711"/>
              <a:gd name="connsiteX74715" fmla="*/ 1097483 w 2119654"/>
              <a:gd name="connsiteY74715" fmla="*/ 270867 h 2398711"/>
              <a:gd name="connsiteX74716" fmla="*/ 1098375 w 2119654"/>
              <a:gd name="connsiteY74716" fmla="*/ 272442 h 2398711"/>
              <a:gd name="connsiteX74717" fmla="*/ 1100160 w 2119654"/>
              <a:gd name="connsiteY74717" fmla="*/ 267788 h 2398711"/>
              <a:gd name="connsiteX74718" fmla="*/ 1033478 w 2119654"/>
              <a:gd name="connsiteY74718" fmla="*/ 413998 h 2398711"/>
              <a:gd name="connsiteX74719" fmla="*/ 1034947 w 2119654"/>
              <a:gd name="connsiteY74719" fmla="*/ 420377 h 2398711"/>
              <a:gd name="connsiteX74720" fmla="*/ 1035498 w 2119654"/>
              <a:gd name="connsiteY74720" fmla="*/ 420856 h 2398711"/>
              <a:gd name="connsiteX74721" fmla="*/ 1036520 w 2119654"/>
              <a:gd name="connsiteY74721" fmla="*/ 416909 h 2398711"/>
              <a:gd name="connsiteX74722" fmla="*/ 1034398 w 2119654"/>
              <a:gd name="connsiteY74722" fmla="*/ 412531 h 2398711"/>
              <a:gd name="connsiteX74723" fmla="*/ 1035016 w 2119654"/>
              <a:gd name="connsiteY74723" fmla="*/ 410155 h 2398711"/>
              <a:gd name="connsiteX74724" fmla="*/ 1035446 w 2119654"/>
              <a:gd name="connsiteY74724" fmla="*/ 410517 h 2398711"/>
              <a:gd name="connsiteX74725" fmla="*/ 1035745 w 2119654"/>
              <a:gd name="connsiteY74725" fmla="*/ 410030 h 2398711"/>
              <a:gd name="connsiteX74726" fmla="*/ 1035445 w 2119654"/>
              <a:gd name="connsiteY74726" fmla="*/ 409665 h 2398711"/>
              <a:gd name="connsiteX74727" fmla="*/ 1010646 w 2119654"/>
              <a:gd name="connsiteY74727" fmla="*/ 464288 h 2398711"/>
              <a:gd name="connsiteX74728" fmla="*/ 1011524 w 2119654"/>
              <a:gd name="connsiteY74728" fmla="*/ 465432 h 2398711"/>
              <a:gd name="connsiteX74729" fmla="*/ 1011982 w 2119654"/>
              <a:gd name="connsiteY74729" fmla="*/ 464816 h 2398711"/>
              <a:gd name="connsiteX74730" fmla="*/ 1011334 w 2119654"/>
              <a:gd name="connsiteY74730" fmla="*/ 463521 h 2398711"/>
              <a:gd name="connsiteX74731" fmla="*/ 1008165 w 2119654"/>
              <a:gd name="connsiteY74731" fmla="*/ 469493 h 2398711"/>
              <a:gd name="connsiteX74732" fmla="*/ 1008187 w 2119654"/>
              <a:gd name="connsiteY74732" fmla="*/ 469977 h 2398711"/>
              <a:gd name="connsiteX74733" fmla="*/ 1008384 w 2119654"/>
              <a:gd name="connsiteY74733" fmla="*/ 469690 h 2398711"/>
              <a:gd name="connsiteX74734" fmla="*/ 1063334 w 2119654"/>
              <a:gd name="connsiteY74734" fmla="*/ 345910 h 2398711"/>
              <a:gd name="connsiteX74735" fmla="*/ 1064587 w 2119654"/>
              <a:gd name="connsiteY74735" fmla="*/ 350046 h 2398711"/>
              <a:gd name="connsiteX74736" fmla="*/ 1067131 w 2119654"/>
              <a:gd name="connsiteY74736" fmla="*/ 345346 h 2398711"/>
              <a:gd name="connsiteX74737" fmla="*/ 1067345 w 2119654"/>
              <a:gd name="connsiteY74737" fmla="*/ 345252 h 2398711"/>
              <a:gd name="connsiteX74738" fmla="*/ 1064645 w 2119654"/>
              <a:gd name="connsiteY74738" fmla="*/ 350241 h 2398711"/>
              <a:gd name="connsiteX74739" fmla="*/ 1064965 w 2119654"/>
              <a:gd name="connsiteY74739" fmla="*/ 351296 h 2398711"/>
              <a:gd name="connsiteX74740" fmla="*/ 1068659 w 2119654"/>
              <a:gd name="connsiteY74740" fmla="*/ 353942 h 2398711"/>
              <a:gd name="connsiteX74741" fmla="*/ 1070327 w 2119654"/>
              <a:gd name="connsiteY74741" fmla="*/ 349013 h 2398711"/>
              <a:gd name="connsiteX74742" fmla="*/ 1066723 w 2119654"/>
              <a:gd name="connsiteY74742" fmla="*/ 342012 h 2398711"/>
              <a:gd name="connsiteX74743" fmla="*/ 1031403 w 2119654"/>
              <a:gd name="connsiteY74743" fmla="*/ 417308 h 2398711"/>
              <a:gd name="connsiteX74744" fmla="*/ 1031915 w 2119654"/>
              <a:gd name="connsiteY74744" fmla="*/ 417752 h 2398711"/>
              <a:gd name="connsiteX74745" fmla="*/ 1031703 w 2119654"/>
              <a:gd name="connsiteY74745" fmla="*/ 416829 h 2398711"/>
              <a:gd name="connsiteX74746" fmla="*/ 1040318 w 2119654"/>
              <a:gd name="connsiteY74746" fmla="*/ 397153 h 2398711"/>
              <a:gd name="connsiteX74747" fmla="*/ 1041274 w 2119654"/>
              <a:gd name="connsiteY74747" fmla="*/ 398545 h 2398711"/>
              <a:gd name="connsiteX74748" fmla="*/ 1041679 w 2119654"/>
              <a:gd name="connsiteY74748" fmla="*/ 396982 h 2398711"/>
              <a:gd name="connsiteX74749" fmla="*/ 1041412 w 2119654"/>
              <a:gd name="connsiteY74749" fmla="*/ 395826 h 2398711"/>
              <a:gd name="connsiteX74750" fmla="*/ 1041185 w 2119654"/>
              <a:gd name="connsiteY74750" fmla="*/ 395464 h 2398711"/>
              <a:gd name="connsiteX74751" fmla="*/ 1033966 w 2119654"/>
              <a:gd name="connsiteY74751" fmla="*/ 411361 h 2398711"/>
              <a:gd name="connsiteX74752" fmla="*/ 1034389 w 2119654"/>
              <a:gd name="connsiteY74752" fmla="*/ 412234 h 2398711"/>
              <a:gd name="connsiteX74753" fmla="*/ 1035120 w 2119654"/>
              <a:gd name="connsiteY74753" fmla="*/ 411045 h 2398711"/>
              <a:gd name="connsiteX74754" fmla="*/ 1034613 w 2119654"/>
              <a:gd name="connsiteY74754" fmla="*/ 410618 h 2398711"/>
              <a:gd name="connsiteX74755" fmla="*/ 1017187 w 2119654"/>
              <a:gd name="connsiteY74755" fmla="*/ 448776 h 2398711"/>
              <a:gd name="connsiteX74756" fmla="*/ 1020215 w 2119654"/>
              <a:gd name="connsiteY74756" fmla="*/ 453760 h 2398711"/>
              <a:gd name="connsiteX74757" fmla="*/ 1020411 w 2119654"/>
              <a:gd name="connsiteY74757" fmla="*/ 453496 h 2398711"/>
              <a:gd name="connsiteX74758" fmla="*/ 1095570 w 2119654"/>
              <a:gd name="connsiteY74758" fmla="*/ 273067 h 2398711"/>
              <a:gd name="connsiteX74759" fmla="*/ 1096114 w 2119654"/>
              <a:gd name="connsiteY74759" fmla="*/ 276312 h 2398711"/>
              <a:gd name="connsiteX74760" fmla="*/ 1096607 w 2119654"/>
              <a:gd name="connsiteY74760" fmla="*/ 277048 h 2398711"/>
              <a:gd name="connsiteX74761" fmla="*/ 1097957 w 2119654"/>
              <a:gd name="connsiteY74761" fmla="*/ 273529 h 2398711"/>
              <a:gd name="connsiteX74762" fmla="*/ 1096858 w 2119654"/>
              <a:gd name="connsiteY74762" fmla="*/ 271587 h 2398711"/>
              <a:gd name="connsiteX74763" fmla="*/ 995533 w 2119654"/>
              <a:gd name="connsiteY74763" fmla="*/ 497007 h 2398711"/>
              <a:gd name="connsiteX74764" fmla="*/ 995328 w 2119654"/>
              <a:gd name="connsiteY74764" fmla="*/ 497556 h 2398711"/>
              <a:gd name="connsiteX74765" fmla="*/ 995568 w 2119654"/>
              <a:gd name="connsiteY74765" fmla="*/ 498902 h 2398711"/>
              <a:gd name="connsiteX74766" fmla="*/ 998130 w 2119654"/>
              <a:gd name="connsiteY74766" fmla="*/ 501401 h 2398711"/>
              <a:gd name="connsiteX74767" fmla="*/ 998272 w 2119654"/>
              <a:gd name="connsiteY74767" fmla="*/ 499729 h 2398711"/>
              <a:gd name="connsiteX74768" fmla="*/ 998451 w 2119654"/>
              <a:gd name="connsiteY74768" fmla="*/ 498302 h 2398711"/>
              <a:gd name="connsiteX74769" fmla="*/ 996398 w 2119654"/>
              <a:gd name="connsiteY74769" fmla="*/ 494695 h 2398711"/>
              <a:gd name="connsiteX74770" fmla="*/ 996223 w 2119654"/>
              <a:gd name="connsiteY74770" fmla="*/ 495164 h 2398711"/>
              <a:gd name="connsiteX74771" fmla="*/ 996831 w 2119654"/>
              <a:gd name="connsiteY74771" fmla="*/ 495435 h 2398711"/>
              <a:gd name="connsiteX74772" fmla="*/ 401481 w 2119654"/>
              <a:gd name="connsiteY74772" fmla="*/ 1826806 h 2398711"/>
              <a:gd name="connsiteX74773" fmla="*/ 411065 w 2119654"/>
              <a:gd name="connsiteY74773" fmla="*/ 1831609 h 2398711"/>
              <a:gd name="connsiteX74774" fmla="*/ 422847 w 2119654"/>
              <a:gd name="connsiteY74774" fmla="*/ 1831949 h 2398711"/>
              <a:gd name="connsiteX74775" fmla="*/ 406131 w 2119654"/>
              <a:gd name="connsiteY74775" fmla="*/ 1826161 h 2398711"/>
              <a:gd name="connsiteX74776" fmla="*/ 406046 w 2119654"/>
              <a:gd name="connsiteY74776" fmla="*/ 1826124 h 2398711"/>
              <a:gd name="connsiteX74777" fmla="*/ 1025415 w 2119654"/>
              <a:gd name="connsiteY74777" fmla="*/ 429693 h 2398711"/>
              <a:gd name="connsiteX74778" fmla="*/ 1026373 w 2119654"/>
              <a:gd name="connsiteY74778" fmla="*/ 434268 h 2398711"/>
              <a:gd name="connsiteX74779" fmla="*/ 1030614 w 2119654"/>
              <a:gd name="connsiteY74779" fmla="*/ 439727 h 2398711"/>
              <a:gd name="connsiteX74780" fmla="*/ 1031075 w 2119654"/>
              <a:gd name="connsiteY74780" fmla="*/ 437945 h 2398711"/>
              <a:gd name="connsiteX74781" fmla="*/ 1033099 w 2119654"/>
              <a:gd name="connsiteY74781" fmla="*/ 412353 h 2398711"/>
              <a:gd name="connsiteX74782" fmla="*/ 1033431 w 2119654"/>
              <a:gd name="connsiteY74782" fmla="*/ 413791 h 2398711"/>
              <a:gd name="connsiteX74783" fmla="*/ 1034313 w 2119654"/>
              <a:gd name="connsiteY74783" fmla="*/ 412356 h 2398711"/>
              <a:gd name="connsiteX74784" fmla="*/ 1033879 w 2119654"/>
              <a:gd name="connsiteY74784" fmla="*/ 411459 h 2398711"/>
              <a:gd name="connsiteX74785" fmla="*/ 996828 w 2119654"/>
              <a:gd name="connsiteY74785" fmla="*/ 493546 h 2398711"/>
              <a:gd name="connsiteX74786" fmla="*/ 996534 w 2119654"/>
              <a:gd name="connsiteY74786" fmla="*/ 494332 h 2398711"/>
              <a:gd name="connsiteX74787" fmla="*/ 997300 w 2119654"/>
              <a:gd name="connsiteY74787" fmla="*/ 495643 h 2398711"/>
              <a:gd name="connsiteX74788" fmla="*/ 997836 w 2119654"/>
              <a:gd name="connsiteY74788" fmla="*/ 495881 h 2398711"/>
              <a:gd name="connsiteX74789" fmla="*/ 1051325 w 2119654"/>
              <a:gd name="connsiteY74789" fmla="*/ 371433 h 2398711"/>
              <a:gd name="connsiteX74790" fmla="*/ 1049596 w 2119654"/>
              <a:gd name="connsiteY74790" fmla="*/ 378113 h 2398711"/>
              <a:gd name="connsiteX74791" fmla="*/ 1052310 w 2119654"/>
              <a:gd name="connsiteY74791" fmla="*/ 372824 h 2398711"/>
              <a:gd name="connsiteX74792" fmla="*/ 1029391 w 2119654"/>
              <a:gd name="connsiteY74792" fmla="*/ 420515 h 2398711"/>
              <a:gd name="connsiteX74793" fmla="*/ 1033790 w 2119654"/>
              <a:gd name="connsiteY74793" fmla="*/ 425889 h 2398711"/>
              <a:gd name="connsiteX74794" fmla="*/ 1032043 w 2119654"/>
              <a:gd name="connsiteY74794" fmla="*/ 418305 h 2398711"/>
              <a:gd name="connsiteX74795" fmla="*/ 1031222 w 2119654"/>
              <a:gd name="connsiteY74795" fmla="*/ 417595 h 2398711"/>
              <a:gd name="connsiteX74796" fmla="*/ 997140 w 2119654"/>
              <a:gd name="connsiteY74796" fmla="*/ 492724 h 2398711"/>
              <a:gd name="connsiteX74797" fmla="*/ 997264 w 2119654"/>
              <a:gd name="connsiteY74797" fmla="*/ 493002 h 2398711"/>
              <a:gd name="connsiteX74798" fmla="*/ 997652 w 2119654"/>
              <a:gd name="connsiteY74798" fmla="*/ 493900 h 2398711"/>
              <a:gd name="connsiteX74799" fmla="*/ 997181 w 2119654"/>
              <a:gd name="connsiteY74799" fmla="*/ 492776 h 2398711"/>
              <a:gd name="connsiteX74800" fmla="*/ 1029088 w 2119654"/>
              <a:gd name="connsiteY74800" fmla="*/ 420997 h 2398711"/>
              <a:gd name="connsiteX74801" fmla="*/ 1033486 w 2119654"/>
              <a:gd name="connsiteY74801" fmla="*/ 428631 h 2398711"/>
              <a:gd name="connsiteX74802" fmla="*/ 1033963 w 2119654"/>
              <a:gd name="connsiteY74802" fmla="*/ 426788 h 2398711"/>
              <a:gd name="connsiteX74803" fmla="*/ 1029147 w 2119654"/>
              <a:gd name="connsiteY74803" fmla="*/ 420903 h 2398711"/>
              <a:gd name="connsiteX74804" fmla="*/ 1094649 w 2119654"/>
              <a:gd name="connsiteY74804" fmla="*/ 274127 h 2398711"/>
              <a:gd name="connsiteX74805" fmla="*/ 1095587 w 2119654"/>
              <a:gd name="connsiteY74805" fmla="*/ 275527 h 2398711"/>
              <a:gd name="connsiteX74806" fmla="*/ 1095239 w 2119654"/>
              <a:gd name="connsiteY74806" fmla="*/ 273448 h 2398711"/>
              <a:gd name="connsiteX74807" fmla="*/ 365114 w 2119654"/>
              <a:gd name="connsiteY74807" fmla="*/ 1907460 h 2398711"/>
              <a:gd name="connsiteX74808" fmla="*/ 382391 w 2119654"/>
              <a:gd name="connsiteY74808" fmla="*/ 1909216 h 2398711"/>
              <a:gd name="connsiteX74809" fmla="*/ 388978 w 2119654"/>
              <a:gd name="connsiteY74809" fmla="*/ 1908325 h 2398711"/>
              <a:gd name="connsiteX74810" fmla="*/ 387157 w 2119654"/>
              <a:gd name="connsiteY74810" fmla="*/ 1907423 h 2398711"/>
              <a:gd name="connsiteX74811" fmla="*/ 387006 w 2119654"/>
              <a:gd name="connsiteY74811" fmla="*/ 1907104 h 2398711"/>
              <a:gd name="connsiteX74812" fmla="*/ 389364 w 2119654"/>
              <a:gd name="connsiteY74812" fmla="*/ 1908272 h 2398711"/>
              <a:gd name="connsiteX74813" fmla="*/ 405052 w 2119654"/>
              <a:gd name="connsiteY74813" fmla="*/ 1906150 h 2398711"/>
              <a:gd name="connsiteX74814" fmla="*/ 437719 w 2119654"/>
              <a:gd name="connsiteY74814" fmla="*/ 1901175 h 2398711"/>
              <a:gd name="connsiteX74815" fmla="*/ 430274 w 2119654"/>
              <a:gd name="connsiteY74815" fmla="*/ 1897763 h 2398711"/>
              <a:gd name="connsiteX74816" fmla="*/ 425500 w 2119654"/>
              <a:gd name="connsiteY74816" fmla="*/ 1896819 h 2398711"/>
              <a:gd name="connsiteX74817" fmla="*/ 414527 w 2119654"/>
              <a:gd name="connsiteY74817" fmla="*/ 1896680 h 2398711"/>
              <a:gd name="connsiteX74818" fmla="*/ 388228 w 2119654"/>
              <a:gd name="connsiteY74818" fmla="*/ 1902590 h 2398711"/>
              <a:gd name="connsiteX74819" fmla="*/ 422494 w 2119654"/>
              <a:gd name="connsiteY74819" fmla="*/ 1778954 h 2398711"/>
              <a:gd name="connsiteX74820" fmla="*/ 427137 w 2119654"/>
              <a:gd name="connsiteY74820" fmla="*/ 1781243 h 2398711"/>
              <a:gd name="connsiteX74821" fmla="*/ 431093 w 2119654"/>
              <a:gd name="connsiteY74821" fmla="*/ 1781683 h 2398711"/>
              <a:gd name="connsiteX74822" fmla="*/ 1034656 w 2119654"/>
              <a:gd name="connsiteY74822" fmla="*/ 408190 h 2398711"/>
              <a:gd name="connsiteX74823" fmla="*/ 1035220 w 2119654"/>
              <a:gd name="connsiteY74823" fmla="*/ 408879 h 2398711"/>
              <a:gd name="connsiteX74824" fmla="*/ 1039400 w 2119654"/>
              <a:gd name="connsiteY74824" fmla="*/ 404088 h 2398711"/>
              <a:gd name="connsiteX74825" fmla="*/ 1040157 w 2119654"/>
              <a:gd name="connsiteY74825" fmla="*/ 402857 h 2398711"/>
              <a:gd name="connsiteX74826" fmla="*/ 1040957 w 2119654"/>
              <a:gd name="connsiteY74826" fmla="*/ 399769 h 2398711"/>
              <a:gd name="connsiteX74827" fmla="*/ 1040354 w 2119654"/>
              <a:gd name="connsiteY74827" fmla="*/ 398525 h 2398711"/>
              <a:gd name="connsiteX74828" fmla="*/ 1039931 w 2119654"/>
              <a:gd name="connsiteY74828" fmla="*/ 397908 h 2398711"/>
              <a:gd name="connsiteX74829" fmla="*/ 1020988 w 2119654"/>
              <a:gd name="connsiteY74829" fmla="*/ 438705 h 2398711"/>
              <a:gd name="connsiteX74830" fmla="*/ 1021418 w 2119654"/>
              <a:gd name="connsiteY74830" fmla="*/ 439668 h 2398711"/>
              <a:gd name="connsiteX74831" fmla="*/ 1021920 w 2119654"/>
              <a:gd name="connsiteY74831" fmla="*/ 439964 h 2398711"/>
              <a:gd name="connsiteX74832" fmla="*/ 1021864 w 2119654"/>
              <a:gd name="connsiteY74832" fmla="*/ 439708 h 2398711"/>
              <a:gd name="connsiteX74833" fmla="*/ 1034059 w 2119654"/>
              <a:gd name="connsiteY74833" fmla="*/ 409352 h 2398711"/>
              <a:gd name="connsiteX74834" fmla="*/ 1034490 w 2119654"/>
              <a:gd name="connsiteY74834" fmla="*/ 409714 h 2398711"/>
              <a:gd name="connsiteX74835" fmla="*/ 1035004 w 2119654"/>
              <a:gd name="connsiteY74835" fmla="*/ 409125 h 2398711"/>
              <a:gd name="connsiteX74836" fmla="*/ 1034495 w 2119654"/>
              <a:gd name="connsiteY74836" fmla="*/ 408503 h 2398711"/>
              <a:gd name="connsiteX74837" fmla="*/ 1033510 w 2119654"/>
              <a:gd name="connsiteY74837" fmla="*/ 410423 h 2398711"/>
              <a:gd name="connsiteX74838" fmla="*/ 1033640 w 2119654"/>
              <a:gd name="connsiteY74838" fmla="*/ 410689 h 2398711"/>
              <a:gd name="connsiteX74839" fmla="*/ 1034088 w 2119654"/>
              <a:gd name="connsiteY74839" fmla="*/ 410176 h 2398711"/>
              <a:gd name="connsiteX74840" fmla="*/ 1033773 w 2119654"/>
              <a:gd name="connsiteY74840" fmla="*/ 409910 h 2398711"/>
              <a:gd name="connsiteX74841" fmla="*/ 1018042 w 2119654"/>
              <a:gd name="connsiteY74841" fmla="*/ 444935 h 2398711"/>
              <a:gd name="connsiteX74842" fmla="*/ 1019643 w 2119654"/>
              <a:gd name="connsiteY74842" fmla="*/ 447325 h 2398711"/>
              <a:gd name="connsiteX74843" fmla="*/ 1023104 w 2119654"/>
              <a:gd name="connsiteY74843" fmla="*/ 449879 h 2398711"/>
              <a:gd name="connsiteX74844" fmla="*/ 1023292 w 2119654"/>
              <a:gd name="connsiteY74844" fmla="*/ 449626 h 2398711"/>
              <a:gd name="connsiteX74845" fmla="*/ 1032993 w 2119654"/>
              <a:gd name="connsiteY74845" fmla="*/ 411431 h 2398711"/>
              <a:gd name="connsiteX74846" fmla="*/ 1033553 w 2119654"/>
              <a:gd name="connsiteY74846" fmla="*/ 410788 h 2398711"/>
              <a:gd name="connsiteX74847" fmla="*/ 1033442 w 2119654"/>
              <a:gd name="connsiteY74847" fmla="*/ 410556 h 2398711"/>
              <a:gd name="connsiteX74848" fmla="*/ 1061075 w 2119654"/>
              <a:gd name="connsiteY74848" fmla="*/ 348509 h 2398711"/>
              <a:gd name="connsiteX74849" fmla="*/ 1064204 w 2119654"/>
              <a:gd name="connsiteY74849" fmla="*/ 350751 h 2398711"/>
              <a:gd name="connsiteX74850" fmla="*/ 1064479 w 2119654"/>
              <a:gd name="connsiteY74850" fmla="*/ 350244 h 2398711"/>
              <a:gd name="connsiteX74851" fmla="*/ 1063210 w 2119654"/>
              <a:gd name="connsiteY74851" fmla="*/ 346054 h 2398711"/>
              <a:gd name="connsiteX74852" fmla="*/ 1008061 w 2119654"/>
              <a:gd name="connsiteY74852" fmla="*/ 467169 h 2398711"/>
              <a:gd name="connsiteX74853" fmla="*/ 1008084 w 2119654"/>
              <a:gd name="connsiteY74853" fmla="*/ 467690 h 2398711"/>
              <a:gd name="connsiteX74854" fmla="*/ 1009197 w 2119654"/>
              <a:gd name="connsiteY74854" fmla="*/ 468557 h 2398711"/>
              <a:gd name="connsiteX74855" fmla="*/ 1009926 w 2119654"/>
              <a:gd name="connsiteY74855" fmla="*/ 467578 h 2398711"/>
              <a:gd name="connsiteX74856" fmla="*/ 1009261 w 2119654"/>
              <a:gd name="connsiteY74856" fmla="*/ 466230 h 2398711"/>
              <a:gd name="connsiteX74857" fmla="*/ 1009110 w 2119654"/>
              <a:gd name="connsiteY74857" fmla="*/ 466000 h 2398711"/>
              <a:gd name="connsiteX74858" fmla="*/ 1013525 w 2119654"/>
              <a:gd name="connsiteY74858" fmla="*/ 454776 h 2398711"/>
              <a:gd name="connsiteX74859" fmla="*/ 1014357 w 2119654"/>
              <a:gd name="connsiteY74859" fmla="*/ 456446 h 2398711"/>
              <a:gd name="connsiteX74860" fmla="*/ 1015872 w 2119654"/>
              <a:gd name="connsiteY74860" fmla="*/ 459592 h 2398711"/>
              <a:gd name="connsiteX74861" fmla="*/ 1016314 w 2119654"/>
              <a:gd name="connsiteY74861" fmla="*/ 458999 h 2398711"/>
              <a:gd name="connsiteX74862" fmla="*/ 1014995 w 2119654"/>
              <a:gd name="connsiteY74862" fmla="*/ 456116 h 2398711"/>
              <a:gd name="connsiteX74863" fmla="*/ 1027160 w 2119654"/>
              <a:gd name="connsiteY74863" fmla="*/ 424071 h 2398711"/>
              <a:gd name="connsiteX74864" fmla="*/ 1029932 w 2119654"/>
              <a:gd name="connsiteY74864" fmla="*/ 428594 h 2398711"/>
              <a:gd name="connsiteX74865" fmla="*/ 1030792 w 2119654"/>
              <a:gd name="connsiteY74865" fmla="*/ 430039 h 2398711"/>
              <a:gd name="connsiteX74866" fmla="*/ 1032811 w 2119654"/>
              <a:gd name="connsiteY74866" fmla="*/ 431239 h 2398711"/>
              <a:gd name="connsiteX74867" fmla="*/ 1033391 w 2119654"/>
              <a:gd name="connsiteY74867" fmla="*/ 428999 h 2398711"/>
              <a:gd name="connsiteX74868" fmla="*/ 1028929 w 2119654"/>
              <a:gd name="connsiteY74868" fmla="*/ 421252 h 2398711"/>
              <a:gd name="connsiteX74869" fmla="*/ 1028763 w 2119654"/>
              <a:gd name="connsiteY74869" fmla="*/ 420433 h 2398711"/>
              <a:gd name="connsiteX74870" fmla="*/ 1029044 w 2119654"/>
              <a:gd name="connsiteY74870" fmla="*/ 420922 h 2398711"/>
              <a:gd name="connsiteX74871" fmla="*/ 1029095 w 2119654"/>
              <a:gd name="connsiteY74871" fmla="*/ 420840 h 2398711"/>
              <a:gd name="connsiteX74872" fmla="*/ 1030416 w 2119654"/>
              <a:gd name="connsiteY74872" fmla="*/ 416452 h 2398711"/>
              <a:gd name="connsiteX74873" fmla="*/ 1031315 w 2119654"/>
              <a:gd name="connsiteY74873" fmla="*/ 417230 h 2398711"/>
              <a:gd name="connsiteX74874" fmla="*/ 1031664 w 2119654"/>
              <a:gd name="connsiteY74874" fmla="*/ 416662 h 2398711"/>
              <a:gd name="connsiteX74875" fmla="*/ 1031245 w 2119654"/>
              <a:gd name="connsiteY74875" fmla="*/ 414837 h 2398711"/>
              <a:gd name="connsiteX74876" fmla="*/ 398251 w 2119654"/>
              <a:gd name="connsiteY74876" fmla="*/ 1831776 h 2398711"/>
              <a:gd name="connsiteX74877" fmla="*/ 399780 w 2119654"/>
              <a:gd name="connsiteY74877" fmla="*/ 1832475 h 2398711"/>
              <a:gd name="connsiteX74878" fmla="*/ 398893 w 2119654"/>
              <a:gd name="connsiteY74878" fmla="*/ 1831794 h 2398711"/>
              <a:gd name="connsiteX74879" fmla="*/ 1028740 w 2119654"/>
              <a:gd name="connsiteY74879" fmla="*/ 419719 h 2398711"/>
              <a:gd name="connsiteX74880" fmla="*/ 1029335 w 2119654"/>
              <a:gd name="connsiteY74880" fmla="*/ 420448 h 2398711"/>
              <a:gd name="connsiteX74881" fmla="*/ 1031137 w 2119654"/>
              <a:gd name="connsiteY74881" fmla="*/ 417520 h 2398711"/>
              <a:gd name="connsiteX74882" fmla="*/ 1030258 w 2119654"/>
              <a:gd name="connsiteY74882" fmla="*/ 416759 h 2398711"/>
              <a:gd name="connsiteX74883" fmla="*/ 1052836 w 2119654"/>
              <a:gd name="connsiteY74883" fmla="*/ 365596 h 2398711"/>
              <a:gd name="connsiteX74884" fmla="*/ 1051453 w 2119654"/>
              <a:gd name="connsiteY74884" fmla="*/ 370942 h 2398711"/>
              <a:gd name="connsiteX74885" fmla="*/ 1052510 w 2119654"/>
              <a:gd name="connsiteY74885" fmla="*/ 372434 h 2398711"/>
              <a:gd name="connsiteX74886" fmla="*/ 1053267 w 2119654"/>
              <a:gd name="connsiteY74886" fmla="*/ 370959 h 2398711"/>
              <a:gd name="connsiteX74887" fmla="*/ 1053911 w 2119654"/>
              <a:gd name="connsiteY74887" fmla="*/ 369769 h 2398711"/>
              <a:gd name="connsiteX74888" fmla="*/ 423785 w 2119654"/>
              <a:gd name="connsiteY74888" fmla="*/ 1774012 h 2398711"/>
              <a:gd name="connsiteX74889" fmla="*/ 426687 w 2119654"/>
              <a:gd name="connsiteY74889" fmla="*/ 1774855 h 2398711"/>
              <a:gd name="connsiteX74890" fmla="*/ 428090 w 2119654"/>
              <a:gd name="connsiteY74890" fmla="*/ 1774858 h 2398711"/>
              <a:gd name="connsiteX74891" fmla="*/ 425559 w 2119654"/>
              <a:gd name="connsiteY74891" fmla="*/ 1774178 h 2398711"/>
              <a:gd name="connsiteX74892" fmla="*/ 1025384 w 2119654"/>
              <a:gd name="connsiteY74892" fmla="*/ 426904 h 2398711"/>
              <a:gd name="connsiteX74893" fmla="*/ 1029361 w 2119654"/>
              <a:gd name="connsiteY74893" fmla="*/ 429190 h 2398711"/>
              <a:gd name="connsiteX74894" fmla="*/ 1030144 w 2119654"/>
              <a:gd name="connsiteY74894" fmla="*/ 429655 h 2398711"/>
              <a:gd name="connsiteX74895" fmla="*/ 1026988 w 2119654"/>
              <a:gd name="connsiteY74895" fmla="*/ 424347 h 2398711"/>
              <a:gd name="connsiteX74896" fmla="*/ 1026804 w 2119654"/>
              <a:gd name="connsiteY74896" fmla="*/ 423492 h 2398711"/>
              <a:gd name="connsiteX74897" fmla="*/ 1027133 w 2119654"/>
              <a:gd name="connsiteY74897" fmla="*/ 424027 h 2398711"/>
              <a:gd name="connsiteX74898" fmla="*/ 1028885 w 2119654"/>
              <a:gd name="connsiteY74898" fmla="*/ 421178 h 2398711"/>
              <a:gd name="connsiteX74899" fmla="*/ 1028413 w 2119654"/>
              <a:gd name="connsiteY74899" fmla="*/ 420357 h 2398711"/>
              <a:gd name="connsiteX74900" fmla="*/ 1024969 w 2119654"/>
              <a:gd name="connsiteY74900" fmla="*/ 427565 h 2398711"/>
              <a:gd name="connsiteX74901" fmla="*/ 1025265 w 2119654"/>
              <a:gd name="connsiteY74901" fmla="*/ 428976 h 2398711"/>
              <a:gd name="connsiteX74902" fmla="*/ 1027135 w 2119654"/>
              <a:gd name="connsiteY74902" fmla="*/ 431626 h 2398711"/>
              <a:gd name="connsiteX74903" fmla="*/ 1031163 w 2119654"/>
              <a:gd name="connsiteY74903" fmla="*/ 437606 h 2398711"/>
              <a:gd name="connsiteX74904" fmla="*/ 1032288 w 2119654"/>
              <a:gd name="connsiteY74904" fmla="*/ 433260 h 2398711"/>
              <a:gd name="connsiteX74905" fmla="*/ 1030740 w 2119654"/>
              <a:gd name="connsiteY74905" fmla="*/ 430657 h 2398711"/>
              <a:gd name="connsiteX74906" fmla="*/ 1025121 w 2119654"/>
              <a:gd name="connsiteY74906" fmla="*/ 427323 h 2398711"/>
              <a:gd name="connsiteX74907" fmla="*/ 1025129 w 2119654"/>
              <a:gd name="connsiteY74907" fmla="*/ 426758 h 2398711"/>
              <a:gd name="connsiteX74908" fmla="*/ 1025368 w 2119654"/>
              <a:gd name="connsiteY74908" fmla="*/ 426895 h 2398711"/>
              <a:gd name="connsiteX74909" fmla="*/ 1026962 w 2119654"/>
              <a:gd name="connsiteY74909" fmla="*/ 424304 h 2398711"/>
              <a:gd name="connsiteX74910" fmla="*/ 1026654 w 2119654"/>
              <a:gd name="connsiteY74910" fmla="*/ 423785 h 2398711"/>
              <a:gd name="connsiteX74911" fmla="*/ 1029907 w 2119654"/>
              <a:gd name="connsiteY74911" fmla="*/ 416011 h 2398711"/>
              <a:gd name="connsiteX74912" fmla="*/ 1030077 w 2119654"/>
              <a:gd name="connsiteY74912" fmla="*/ 416158 h 2398711"/>
              <a:gd name="connsiteX74913" fmla="*/ 1030503 w 2119654"/>
              <a:gd name="connsiteY74913" fmla="*/ 415329 h 2398711"/>
              <a:gd name="connsiteX74914" fmla="*/ 1024895 w 2119654"/>
              <a:gd name="connsiteY74914" fmla="*/ 427213 h 2398711"/>
              <a:gd name="connsiteX74915" fmla="*/ 1024966 w 2119654"/>
              <a:gd name="connsiteY74915" fmla="*/ 427550 h 2398711"/>
              <a:gd name="connsiteX74916" fmla="*/ 1025109 w 2119654"/>
              <a:gd name="connsiteY74916" fmla="*/ 427316 h 2398711"/>
              <a:gd name="connsiteX74917" fmla="*/ 1024905 w 2119654"/>
              <a:gd name="connsiteY74917" fmla="*/ 427194 h 2398711"/>
              <a:gd name="connsiteX74918" fmla="*/ 1032912 w 2119654"/>
              <a:gd name="connsiteY74918" fmla="*/ 409187 h 2398711"/>
              <a:gd name="connsiteX74919" fmla="*/ 1033272 w 2119654"/>
              <a:gd name="connsiteY74919" fmla="*/ 409931 h 2398711"/>
              <a:gd name="connsiteX74920" fmla="*/ 1033430 w 2119654"/>
              <a:gd name="connsiteY74920" fmla="*/ 409622 h 2398711"/>
              <a:gd name="connsiteX74921" fmla="*/ 1058374 w 2119654"/>
              <a:gd name="connsiteY74921" fmla="*/ 351770 h 2398711"/>
              <a:gd name="connsiteX74922" fmla="*/ 1061208 w 2119654"/>
              <a:gd name="connsiteY74922" fmla="*/ 356288 h 2398711"/>
              <a:gd name="connsiteX74923" fmla="*/ 1063883 w 2119654"/>
              <a:gd name="connsiteY74923" fmla="*/ 351345 h 2398711"/>
              <a:gd name="connsiteX74924" fmla="*/ 1060633 w 2119654"/>
              <a:gd name="connsiteY74924" fmla="*/ 349016 h 2398711"/>
              <a:gd name="connsiteX74925" fmla="*/ 1059958 w 2119654"/>
              <a:gd name="connsiteY74925" fmla="*/ 349794 h 2398711"/>
              <a:gd name="connsiteX74926" fmla="*/ 989797 w 2119654"/>
              <a:gd name="connsiteY74926" fmla="*/ 505271 h 2398711"/>
              <a:gd name="connsiteX74927" fmla="*/ 989882 w 2119654"/>
              <a:gd name="connsiteY74927" fmla="*/ 506520 h 2398711"/>
              <a:gd name="connsiteX74928" fmla="*/ 990120 w 2119654"/>
              <a:gd name="connsiteY74928" fmla="*/ 505883 h 2398711"/>
              <a:gd name="connsiteX74929" fmla="*/ 1016248 w 2119654"/>
              <a:gd name="connsiteY74929" fmla="*/ 445936 h 2398711"/>
              <a:gd name="connsiteX74930" fmla="*/ 1020933 w 2119654"/>
              <a:gd name="connsiteY74930" fmla="*/ 452795 h 2398711"/>
              <a:gd name="connsiteX74931" fmla="*/ 1021156 w 2119654"/>
              <a:gd name="connsiteY74931" fmla="*/ 452495 h 2398711"/>
              <a:gd name="connsiteX74932" fmla="*/ 1017271 w 2119654"/>
              <a:gd name="connsiteY74932" fmla="*/ 446691 h 2398711"/>
              <a:gd name="connsiteX74933" fmla="*/ 1021334 w 2119654"/>
              <a:gd name="connsiteY74933" fmla="*/ 434455 h 2398711"/>
              <a:gd name="connsiteX74934" fmla="*/ 1022068 w 2119654"/>
              <a:gd name="connsiteY74934" fmla="*/ 437328 h 2398711"/>
              <a:gd name="connsiteX74935" fmla="*/ 1022999 w 2119654"/>
              <a:gd name="connsiteY74935" fmla="*/ 438779 h 2398711"/>
              <a:gd name="connsiteX74936" fmla="*/ 1024133 w 2119654"/>
              <a:gd name="connsiteY74936" fmla="*/ 440078 h 2398711"/>
              <a:gd name="connsiteX74937" fmla="*/ 1023888 w 2119654"/>
              <a:gd name="connsiteY74937" fmla="*/ 434621 h 2398711"/>
              <a:gd name="connsiteX74938" fmla="*/ 1023694 w 2119654"/>
              <a:gd name="connsiteY74938" fmla="*/ 433691 h 2398711"/>
              <a:gd name="connsiteX74939" fmla="*/ 1022416 w 2119654"/>
              <a:gd name="connsiteY74939" fmla="*/ 432046 h 2398711"/>
              <a:gd name="connsiteX74940" fmla="*/ 1022379 w 2119654"/>
              <a:gd name="connsiteY74940" fmla="*/ 432118 h 2398711"/>
              <a:gd name="connsiteX74941" fmla="*/ 1020618 w 2119654"/>
              <a:gd name="connsiteY74941" fmla="*/ 436059 h 2398711"/>
              <a:gd name="connsiteX74942" fmla="*/ 1021236 w 2119654"/>
              <a:gd name="connsiteY74942" fmla="*/ 436764 h 2398711"/>
              <a:gd name="connsiteX74943" fmla="*/ 1021187 w 2119654"/>
              <a:gd name="connsiteY74943" fmla="*/ 436535 h 2398711"/>
              <a:gd name="connsiteX74944" fmla="*/ 1020997 w 2119654"/>
              <a:gd name="connsiteY74944" fmla="*/ 436237 h 2398711"/>
              <a:gd name="connsiteX74945" fmla="*/ 1021131 w 2119654"/>
              <a:gd name="connsiteY74945" fmla="*/ 436271 h 2398711"/>
              <a:gd name="connsiteX74946" fmla="*/ 1020934 w 2119654"/>
              <a:gd name="connsiteY74946" fmla="*/ 435350 h 2398711"/>
              <a:gd name="connsiteX74947" fmla="*/ 1019511 w 2119654"/>
              <a:gd name="connsiteY74947" fmla="*/ 438535 h 2398711"/>
              <a:gd name="connsiteX74948" fmla="*/ 1020863 w 2119654"/>
              <a:gd name="connsiteY74948" fmla="*/ 439338 h 2398711"/>
              <a:gd name="connsiteX74949" fmla="*/ 1020151 w 2119654"/>
              <a:gd name="connsiteY74949" fmla="*/ 437750 h 2398711"/>
              <a:gd name="connsiteX74950" fmla="*/ 1019960 w 2119654"/>
              <a:gd name="connsiteY74950" fmla="*/ 437530 h 2398711"/>
              <a:gd name="connsiteX74951" fmla="*/ 1017403 w 2119654"/>
              <a:gd name="connsiteY74951" fmla="*/ 443253 h 2398711"/>
              <a:gd name="connsiteX74952" fmla="*/ 1023789 w 2119654"/>
              <a:gd name="connsiteY74952" fmla="*/ 448959 h 2398711"/>
              <a:gd name="connsiteX74953" fmla="*/ 1023827 w 2119654"/>
              <a:gd name="connsiteY74953" fmla="*/ 448908 h 2398711"/>
              <a:gd name="connsiteX74954" fmla="*/ 1022624 w 2119654"/>
              <a:gd name="connsiteY74954" fmla="*/ 443271 h 2398711"/>
              <a:gd name="connsiteX74955" fmla="*/ 1022196 w 2119654"/>
              <a:gd name="connsiteY74955" fmla="*/ 442313 h 2398711"/>
              <a:gd name="connsiteX74956" fmla="*/ 1018809 w 2119654"/>
              <a:gd name="connsiteY74956" fmla="*/ 440107 h 2398711"/>
              <a:gd name="connsiteX74957" fmla="*/ 1014005 w 2119654"/>
              <a:gd name="connsiteY74957" fmla="*/ 450854 h 2398711"/>
              <a:gd name="connsiteX74958" fmla="*/ 1014009 w 2119654"/>
              <a:gd name="connsiteY74958" fmla="*/ 450862 h 2398711"/>
              <a:gd name="connsiteX74959" fmla="*/ 1018278 w 2119654"/>
              <a:gd name="connsiteY74959" fmla="*/ 456361 h 2398711"/>
              <a:gd name="connsiteX74960" fmla="*/ 1019326 w 2119654"/>
              <a:gd name="connsiteY74960" fmla="*/ 454952 h 2398711"/>
              <a:gd name="connsiteX74961" fmla="*/ 1015205 w 2119654"/>
              <a:gd name="connsiteY74961" fmla="*/ 448170 h 2398711"/>
              <a:gd name="connsiteX74962" fmla="*/ 1011830 w 2119654"/>
              <a:gd name="connsiteY74962" fmla="*/ 455722 h 2398711"/>
              <a:gd name="connsiteX74963" fmla="*/ 1014699 w 2119654"/>
              <a:gd name="connsiteY74963" fmla="*/ 459572 h 2398711"/>
              <a:gd name="connsiteX74964" fmla="*/ 1015049 w 2119654"/>
              <a:gd name="connsiteY74964" fmla="*/ 459183 h 2398711"/>
              <a:gd name="connsiteX74965" fmla="*/ 1015230 w 2119654"/>
              <a:gd name="connsiteY74965" fmla="*/ 459151 h 2398711"/>
              <a:gd name="connsiteX74966" fmla="*/ 1012807 w 2119654"/>
              <a:gd name="connsiteY74966" fmla="*/ 454123 h 2398711"/>
              <a:gd name="connsiteX74967" fmla="*/ 1012621 w 2119654"/>
              <a:gd name="connsiteY74967" fmla="*/ 453953 h 2398711"/>
              <a:gd name="connsiteX74968" fmla="*/ 1008976 w 2119654"/>
              <a:gd name="connsiteY74968" fmla="*/ 462110 h 2398711"/>
              <a:gd name="connsiteX74969" fmla="*/ 1010563 w 2119654"/>
              <a:gd name="connsiteY74969" fmla="*/ 464180 h 2398711"/>
              <a:gd name="connsiteX74970" fmla="*/ 1011270 w 2119654"/>
              <a:gd name="connsiteY74970" fmla="*/ 463393 h 2398711"/>
              <a:gd name="connsiteX74971" fmla="*/ 1009755 w 2119654"/>
              <a:gd name="connsiteY74971" fmla="*/ 460366 h 2398711"/>
              <a:gd name="connsiteX74972" fmla="*/ 1007996 w 2119654"/>
              <a:gd name="connsiteY74972" fmla="*/ 464302 h 2398711"/>
              <a:gd name="connsiteX74973" fmla="*/ 1007937 w 2119654"/>
              <a:gd name="connsiteY74973" fmla="*/ 464433 h 2398711"/>
              <a:gd name="connsiteX74974" fmla="*/ 1008052 w 2119654"/>
              <a:gd name="connsiteY74974" fmla="*/ 466978 h 2398711"/>
              <a:gd name="connsiteX74975" fmla="*/ 1009033 w 2119654"/>
              <a:gd name="connsiteY74975" fmla="*/ 465884 h 2398711"/>
              <a:gd name="connsiteX74976" fmla="*/ 1053978 w 2119654"/>
              <a:gd name="connsiteY74976" fmla="*/ 361182 h 2398711"/>
              <a:gd name="connsiteX74977" fmla="*/ 1053062 w 2119654"/>
              <a:gd name="connsiteY74977" fmla="*/ 364728 h 2398711"/>
              <a:gd name="connsiteX74978" fmla="*/ 1054215 w 2119654"/>
              <a:gd name="connsiteY74978" fmla="*/ 369207 h 2398711"/>
              <a:gd name="connsiteX74979" fmla="*/ 1056832 w 2119654"/>
              <a:gd name="connsiteY74979" fmla="*/ 364371 h 2398711"/>
              <a:gd name="connsiteX74980" fmla="*/ 419088 w 2119654"/>
              <a:gd name="connsiteY74980" fmla="*/ 1782187 h 2398711"/>
              <a:gd name="connsiteX74981" fmla="*/ 425634 w 2119654"/>
              <a:gd name="connsiteY74981" fmla="*/ 1786265 h 2398711"/>
              <a:gd name="connsiteX74982" fmla="*/ 432445 w 2119654"/>
              <a:gd name="connsiteY74982" fmla="*/ 1786984 h 2398711"/>
              <a:gd name="connsiteX74983" fmla="*/ 432212 w 2119654"/>
              <a:gd name="connsiteY74983" fmla="*/ 1786846 h 2398711"/>
              <a:gd name="connsiteX74984" fmla="*/ 1056710 w 2119654"/>
              <a:gd name="connsiteY74984" fmla="*/ 353845 h 2398711"/>
              <a:gd name="connsiteX74985" fmla="*/ 1059833 w 2119654"/>
              <a:gd name="connsiteY74985" fmla="*/ 358828 h 2398711"/>
              <a:gd name="connsiteX74986" fmla="*/ 1060281 w 2119654"/>
              <a:gd name="connsiteY74986" fmla="*/ 358000 h 2398711"/>
              <a:gd name="connsiteX74987" fmla="*/ 1058243 w 2119654"/>
              <a:gd name="connsiteY74987" fmla="*/ 354154 h 2398711"/>
              <a:gd name="connsiteX74988" fmla="*/ 1057462 w 2119654"/>
              <a:gd name="connsiteY74988" fmla="*/ 352908 h 2398711"/>
              <a:gd name="connsiteX74989" fmla="*/ 1032239 w 2119654"/>
              <a:gd name="connsiteY74989" fmla="*/ 408622 h 2398711"/>
              <a:gd name="connsiteX74990" fmla="*/ 1032767 w 2119654"/>
              <a:gd name="connsiteY74990" fmla="*/ 410914 h 2398711"/>
              <a:gd name="connsiteX74991" fmla="*/ 1033203 w 2119654"/>
              <a:gd name="connsiteY74991" fmla="*/ 410064 h 2398711"/>
              <a:gd name="connsiteX74992" fmla="*/ 1032686 w 2119654"/>
              <a:gd name="connsiteY74992" fmla="*/ 408998 h 2398711"/>
              <a:gd name="connsiteX74993" fmla="*/ 1027737 w 2119654"/>
              <a:gd name="connsiteY74993" fmla="*/ 418497 h 2398711"/>
              <a:gd name="connsiteX74994" fmla="*/ 1028438 w 2119654"/>
              <a:gd name="connsiteY74994" fmla="*/ 419353 h 2398711"/>
              <a:gd name="connsiteX74995" fmla="*/ 1029920 w 2119654"/>
              <a:gd name="connsiteY74995" fmla="*/ 416465 h 2398711"/>
              <a:gd name="connsiteX74996" fmla="*/ 1029687 w 2119654"/>
              <a:gd name="connsiteY74996" fmla="*/ 416263 h 2398711"/>
              <a:gd name="connsiteX74997" fmla="*/ 1042281 w 2119654"/>
              <a:gd name="connsiteY74997" fmla="*/ 385899 h 2398711"/>
              <a:gd name="connsiteX74998" fmla="*/ 1042753 w 2119654"/>
              <a:gd name="connsiteY74998" fmla="*/ 386451 h 2398711"/>
              <a:gd name="connsiteX74999" fmla="*/ 1043986 w 2119654"/>
              <a:gd name="connsiteY74999" fmla="*/ 388065 h 2398711"/>
              <a:gd name="connsiteX75000" fmla="*/ 1044153 w 2119654"/>
              <a:gd name="connsiteY75000" fmla="*/ 387422 h 2398711"/>
              <a:gd name="connsiteX75001" fmla="*/ 422413 w 2119654"/>
              <a:gd name="connsiteY75001" fmla="*/ 1773884 h 2398711"/>
              <a:gd name="connsiteX75002" fmla="*/ 424196 w 2119654"/>
              <a:gd name="connsiteY75002" fmla="*/ 1774588 h 2398711"/>
              <a:gd name="connsiteX75003" fmla="*/ 425658 w 2119654"/>
              <a:gd name="connsiteY75003" fmla="*/ 1774852 h 2398711"/>
              <a:gd name="connsiteX75004" fmla="*/ 425938 w 2119654"/>
              <a:gd name="connsiteY75004" fmla="*/ 1774853 h 2398711"/>
              <a:gd name="connsiteX75005" fmla="*/ 422690 w 2119654"/>
              <a:gd name="connsiteY75005" fmla="*/ 1773910 h 2398711"/>
              <a:gd name="connsiteX75006" fmla="*/ 994451 w 2119654"/>
              <a:gd name="connsiteY75006" fmla="*/ 492629 h 2398711"/>
              <a:gd name="connsiteX75007" fmla="*/ 994653 w 2119654"/>
              <a:gd name="connsiteY75007" fmla="*/ 493769 h 2398711"/>
              <a:gd name="connsiteX75008" fmla="*/ 995496 w 2119654"/>
              <a:gd name="connsiteY75008" fmla="*/ 491520 h 2398711"/>
              <a:gd name="connsiteX75009" fmla="*/ 994830 w 2119654"/>
              <a:gd name="connsiteY75009" fmla="*/ 492076 h 2398711"/>
              <a:gd name="connsiteX75010" fmla="*/ 1055888 w 2119654"/>
              <a:gd name="connsiteY75010" fmla="*/ 354871 h 2398711"/>
              <a:gd name="connsiteX75011" fmla="*/ 1057923 w 2119654"/>
              <a:gd name="connsiteY75011" fmla="*/ 362357 h 2398711"/>
              <a:gd name="connsiteX75012" fmla="*/ 1059272 w 2119654"/>
              <a:gd name="connsiteY75012" fmla="*/ 359865 h 2398711"/>
              <a:gd name="connsiteX75013" fmla="*/ 1056029 w 2119654"/>
              <a:gd name="connsiteY75013" fmla="*/ 354695 h 2398711"/>
              <a:gd name="connsiteX75014" fmla="*/ 1018708 w 2119654"/>
              <a:gd name="connsiteY75014" fmla="*/ 438060 h 2398711"/>
              <a:gd name="connsiteX75015" fmla="*/ 1018809 w 2119654"/>
              <a:gd name="connsiteY75015" fmla="*/ 438119 h 2398711"/>
              <a:gd name="connsiteX75016" fmla="*/ 1019425 w 2119654"/>
              <a:gd name="connsiteY75016" fmla="*/ 436919 h 2398711"/>
              <a:gd name="connsiteX75017" fmla="*/ 1019387 w 2119654"/>
              <a:gd name="connsiteY75017" fmla="*/ 436875 h 2398711"/>
              <a:gd name="connsiteX75018" fmla="*/ 396250 w 2119654"/>
              <a:gd name="connsiteY75018" fmla="*/ 1831718 h 2398711"/>
              <a:gd name="connsiteX75019" fmla="*/ 398199 w 2119654"/>
              <a:gd name="connsiteY75019" fmla="*/ 1832257 h 2398711"/>
              <a:gd name="connsiteX75020" fmla="*/ 397071 w 2119654"/>
              <a:gd name="connsiteY75020" fmla="*/ 1831742 h 2398711"/>
              <a:gd name="connsiteX75021" fmla="*/ 1094677 w 2119654"/>
              <a:gd name="connsiteY75021" fmla="*/ 267738 h 2398711"/>
              <a:gd name="connsiteX75022" fmla="*/ 1095378 w 2119654"/>
              <a:gd name="connsiteY75022" fmla="*/ 271920 h 2398711"/>
              <a:gd name="connsiteX75023" fmla="*/ 1096387 w 2119654"/>
              <a:gd name="connsiteY75023" fmla="*/ 270759 h 2398711"/>
              <a:gd name="connsiteX75024" fmla="*/ 1055482 w 2119654"/>
              <a:gd name="connsiteY75024" fmla="*/ 355378 h 2398711"/>
              <a:gd name="connsiteX75025" fmla="*/ 1054023 w 2119654"/>
              <a:gd name="connsiteY75025" fmla="*/ 361014 h 2398711"/>
              <a:gd name="connsiteX75026" fmla="*/ 1056907 w 2119654"/>
              <a:gd name="connsiteY75026" fmla="*/ 364236 h 2398711"/>
              <a:gd name="connsiteX75027" fmla="*/ 1057138 w 2119654"/>
              <a:gd name="connsiteY75027" fmla="*/ 363808 h 2398711"/>
              <a:gd name="connsiteX75028" fmla="*/ 1056286 w 2119654"/>
              <a:gd name="connsiteY75028" fmla="*/ 362990 h 2398711"/>
              <a:gd name="connsiteX75029" fmla="*/ 1056568 w 2119654"/>
              <a:gd name="connsiteY75029" fmla="*/ 363018 h 2398711"/>
              <a:gd name="connsiteX75030" fmla="*/ 1057224 w 2119654"/>
              <a:gd name="connsiteY75030" fmla="*/ 363648 h 2398711"/>
              <a:gd name="connsiteX75031" fmla="*/ 1057823 w 2119654"/>
              <a:gd name="connsiteY75031" fmla="*/ 362543 h 2398711"/>
              <a:gd name="connsiteX75032" fmla="*/ 1055775 w 2119654"/>
              <a:gd name="connsiteY75032" fmla="*/ 355012 h 2398711"/>
              <a:gd name="connsiteX75033" fmla="*/ 1031999 w 2119654"/>
              <a:gd name="connsiteY75033" fmla="*/ 407579 h 2398711"/>
              <a:gd name="connsiteX75034" fmla="*/ 1032011 w 2119654"/>
              <a:gd name="connsiteY75034" fmla="*/ 407631 h 2398711"/>
              <a:gd name="connsiteX75035" fmla="*/ 1032033 w 2119654"/>
              <a:gd name="connsiteY75035" fmla="*/ 407648 h 2398711"/>
              <a:gd name="connsiteX75036" fmla="*/ 998322 w 2119654"/>
              <a:gd name="connsiteY75036" fmla="*/ 482596 h 2398711"/>
              <a:gd name="connsiteX75037" fmla="*/ 997904 w 2119654"/>
              <a:gd name="connsiteY75037" fmla="*/ 484678 h 2398711"/>
              <a:gd name="connsiteX75038" fmla="*/ 998005 w 2119654"/>
              <a:gd name="connsiteY75038" fmla="*/ 484813 h 2398711"/>
              <a:gd name="connsiteX75039" fmla="*/ 998466 w 2119654"/>
              <a:gd name="connsiteY75039" fmla="*/ 483581 h 2398711"/>
              <a:gd name="connsiteX75040" fmla="*/ 1016298 w 2119654"/>
              <a:gd name="connsiteY75040" fmla="*/ 442266 h 2398711"/>
              <a:gd name="connsiteX75041" fmla="*/ 1016562 w 2119654"/>
              <a:gd name="connsiteY75041" fmla="*/ 442501 h 2398711"/>
              <a:gd name="connsiteX75042" fmla="*/ 1018046 w 2119654"/>
              <a:gd name="connsiteY75042" fmla="*/ 439609 h 2398711"/>
              <a:gd name="connsiteX75043" fmla="*/ 1017881 w 2119654"/>
              <a:gd name="connsiteY75043" fmla="*/ 439503 h 2398711"/>
              <a:gd name="connsiteX75044" fmla="*/ 1015255 w 2119654"/>
              <a:gd name="connsiteY75044" fmla="*/ 444090 h 2398711"/>
              <a:gd name="connsiteX75045" fmla="*/ 1015646 w 2119654"/>
              <a:gd name="connsiteY75045" fmla="*/ 444379 h 2398711"/>
              <a:gd name="connsiteX75046" fmla="*/ 1015677 w 2119654"/>
              <a:gd name="connsiteY75046" fmla="*/ 444310 h 2398711"/>
              <a:gd name="connsiteX75047" fmla="*/ 1015381 w 2119654"/>
              <a:gd name="connsiteY75047" fmla="*/ 443868 h 2398711"/>
              <a:gd name="connsiteX75048" fmla="*/ 429097 w 2119654"/>
              <a:gd name="connsiteY75048" fmla="*/ 1756404 h 2398711"/>
              <a:gd name="connsiteX75049" fmla="*/ 429692 w 2119654"/>
              <a:gd name="connsiteY75049" fmla="*/ 1756639 h 2398711"/>
              <a:gd name="connsiteX75050" fmla="*/ 429367 w 2119654"/>
              <a:gd name="connsiteY75050" fmla="*/ 1756395 h 2398711"/>
              <a:gd name="connsiteX75051" fmla="*/ 1025391 w 2119654"/>
              <a:gd name="connsiteY75051" fmla="*/ 421186 h 2398711"/>
              <a:gd name="connsiteX75052" fmla="*/ 1026537 w 2119654"/>
              <a:gd name="connsiteY75052" fmla="*/ 423056 h 2398711"/>
              <a:gd name="connsiteX75053" fmla="*/ 1028153 w 2119654"/>
              <a:gd name="connsiteY75053" fmla="*/ 419907 h 2398711"/>
              <a:gd name="connsiteX75054" fmla="*/ 1027734 w 2119654"/>
              <a:gd name="connsiteY75054" fmla="*/ 419178 h 2398711"/>
              <a:gd name="connsiteX75055" fmla="*/ 1027448 w 2119654"/>
              <a:gd name="connsiteY75055" fmla="*/ 418829 h 2398711"/>
              <a:gd name="connsiteX75056" fmla="*/ 1056512 w 2119654"/>
              <a:gd name="connsiteY75056" fmla="*/ 351395 h 2398711"/>
              <a:gd name="connsiteX75057" fmla="*/ 1056121 w 2119654"/>
              <a:gd name="connsiteY75057" fmla="*/ 352907 h 2398711"/>
              <a:gd name="connsiteX75058" fmla="*/ 1056223 w 2119654"/>
              <a:gd name="connsiteY75058" fmla="*/ 353069 h 2398711"/>
              <a:gd name="connsiteX75059" fmla="*/ 1057001 w 2119654"/>
              <a:gd name="connsiteY75059" fmla="*/ 352175 h 2398711"/>
              <a:gd name="connsiteX75060" fmla="*/ 420013 w 2119654"/>
              <a:gd name="connsiteY75060" fmla="*/ 1776236 h 2398711"/>
              <a:gd name="connsiteX75061" fmla="*/ 420897 w 2119654"/>
              <a:gd name="connsiteY75061" fmla="*/ 1776643 h 2398711"/>
              <a:gd name="connsiteX75062" fmla="*/ 437706 w 2119654"/>
              <a:gd name="connsiteY75062" fmla="*/ 1781771 h 2398711"/>
              <a:gd name="connsiteX75063" fmla="*/ 437754 w 2119654"/>
              <a:gd name="connsiteY75063" fmla="*/ 1781326 h 2398711"/>
              <a:gd name="connsiteX75064" fmla="*/ 437591 w 2119654"/>
              <a:gd name="connsiteY75064" fmla="*/ 1781234 h 2398711"/>
              <a:gd name="connsiteX75065" fmla="*/ 437767 w 2119654"/>
              <a:gd name="connsiteY75065" fmla="*/ 1781207 h 2398711"/>
              <a:gd name="connsiteX75066" fmla="*/ 437784 w 2119654"/>
              <a:gd name="connsiteY75066" fmla="*/ 1781041 h 2398711"/>
              <a:gd name="connsiteX75067" fmla="*/ 425660 w 2119654"/>
              <a:gd name="connsiteY75067" fmla="*/ 1776250 h 2398711"/>
              <a:gd name="connsiteX75068" fmla="*/ 1063908 w 2119654"/>
              <a:gd name="connsiteY75068" fmla="*/ 334298 h 2398711"/>
              <a:gd name="connsiteX75069" fmla="*/ 1067120 w 2119654"/>
              <a:gd name="connsiteY75069" fmla="*/ 340536 h 2398711"/>
              <a:gd name="connsiteX75070" fmla="*/ 1069059 w 2119654"/>
              <a:gd name="connsiteY75070" fmla="*/ 338306 h 2398711"/>
              <a:gd name="connsiteX75071" fmla="*/ 1012979 w 2119654"/>
              <a:gd name="connsiteY75071" fmla="*/ 448061 h 2398711"/>
              <a:gd name="connsiteX75072" fmla="*/ 1013440 w 2119654"/>
              <a:gd name="connsiteY75072" fmla="*/ 449315 h 2398711"/>
              <a:gd name="connsiteX75073" fmla="*/ 1014483 w 2119654"/>
              <a:gd name="connsiteY75073" fmla="*/ 446982 h 2398711"/>
              <a:gd name="connsiteX75074" fmla="*/ 1014027 w 2119654"/>
              <a:gd name="connsiteY75074" fmla="*/ 446232 h 2398711"/>
              <a:gd name="connsiteX75075" fmla="*/ 1012492 w 2119654"/>
              <a:gd name="connsiteY75075" fmla="*/ 448911 h 2398711"/>
              <a:gd name="connsiteX75076" fmla="*/ 1012886 w 2119654"/>
              <a:gd name="connsiteY75076" fmla="*/ 449420 h 2398711"/>
              <a:gd name="connsiteX75077" fmla="*/ 1012618 w 2119654"/>
              <a:gd name="connsiteY75077" fmla="*/ 448691 h 2398711"/>
              <a:gd name="connsiteX75078" fmla="*/ 400477 w 2119654"/>
              <a:gd name="connsiteY75078" fmla="*/ 1819014 h 2398711"/>
              <a:gd name="connsiteX75079" fmla="*/ 403156 w 2119654"/>
              <a:gd name="connsiteY75079" fmla="*/ 1820085 h 2398711"/>
              <a:gd name="connsiteX75080" fmla="*/ 405760 w 2119654"/>
              <a:gd name="connsiteY75080" fmla="*/ 1819731 h 2398711"/>
              <a:gd name="connsiteX75081" fmla="*/ 1023973 w 2119654"/>
              <a:gd name="connsiteY75081" fmla="*/ 422812 h 2398711"/>
              <a:gd name="connsiteX75082" fmla="*/ 1024752 w 2119654"/>
              <a:gd name="connsiteY75082" fmla="*/ 426536 h 2398711"/>
              <a:gd name="connsiteX75083" fmla="*/ 1026391 w 2119654"/>
              <a:gd name="connsiteY75083" fmla="*/ 423342 h 2398711"/>
              <a:gd name="connsiteX75084" fmla="*/ 1025223 w 2119654"/>
              <a:gd name="connsiteY75084" fmla="*/ 421379 h 2398711"/>
              <a:gd name="connsiteX75085" fmla="*/ 401789 w 2119654"/>
              <a:gd name="connsiteY75085" fmla="*/ 1815913 h 2398711"/>
              <a:gd name="connsiteX75086" fmla="*/ 402257 w 2119654"/>
              <a:gd name="connsiteY75086" fmla="*/ 1816183 h 2398711"/>
              <a:gd name="connsiteX75087" fmla="*/ 409660 w 2119654"/>
              <a:gd name="connsiteY75087" fmla="*/ 1818411 h 2398711"/>
              <a:gd name="connsiteX75088" fmla="*/ 411862 w 2119654"/>
              <a:gd name="connsiteY75088" fmla="*/ 1818901 h 2398711"/>
              <a:gd name="connsiteX75089" fmla="*/ 417239 w 2119654"/>
              <a:gd name="connsiteY75089" fmla="*/ 1818170 h 2398711"/>
              <a:gd name="connsiteX75090" fmla="*/ 414918 w 2119654"/>
              <a:gd name="connsiteY75090" fmla="*/ 1817161 h 2398711"/>
              <a:gd name="connsiteX75091" fmla="*/ 411604 w 2119654"/>
              <a:gd name="connsiteY75091" fmla="*/ 1818158 h 2398711"/>
              <a:gd name="connsiteX75092" fmla="*/ 411370 w 2119654"/>
              <a:gd name="connsiteY75092" fmla="*/ 1818041 h 2398711"/>
              <a:gd name="connsiteX75093" fmla="*/ 414662 w 2119654"/>
              <a:gd name="connsiteY75093" fmla="*/ 1817049 h 2398711"/>
              <a:gd name="connsiteX75094" fmla="*/ 412263 w 2119654"/>
              <a:gd name="connsiteY75094" fmla="*/ 1816007 h 2398711"/>
              <a:gd name="connsiteX75095" fmla="*/ 1011092 w 2119654"/>
              <a:gd name="connsiteY75095" fmla="*/ 451354 h 2398711"/>
              <a:gd name="connsiteX75096" fmla="*/ 1011733 w 2119654"/>
              <a:gd name="connsiteY75096" fmla="*/ 451892 h 2398711"/>
              <a:gd name="connsiteX75097" fmla="*/ 1011601 w 2119654"/>
              <a:gd name="connsiteY75097" fmla="*/ 451618 h 2398711"/>
              <a:gd name="connsiteX75098" fmla="*/ 1011221 w 2119654"/>
              <a:gd name="connsiteY75098" fmla="*/ 451129 h 2398711"/>
              <a:gd name="connsiteX75099" fmla="*/ 1101791 w 2119654"/>
              <a:gd name="connsiteY75099" fmla="*/ 248204 h 2398711"/>
              <a:gd name="connsiteX75100" fmla="*/ 1103579 w 2119654"/>
              <a:gd name="connsiteY75100" fmla="*/ 258877 h 2398711"/>
              <a:gd name="connsiteX75101" fmla="*/ 1104205 w 2119654"/>
              <a:gd name="connsiteY75101" fmla="*/ 257246 h 2398711"/>
              <a:gd name="connsiteX75102" fmla="*/ 1114912 w 2119654"/>
              <a:gd name="connsiteY75102" fmla="*/ 230424 h 2398711"/>
              <a:gd name="connsiteX75103" fmla="*/ 1111142 w 2119654"/>
              <a:gd name="connsiteY75103" fmla="*/ 235431 h 2398711"/>
              <a:gd name="connsiteX75104" fmla="*/ 1057676 w 2119654"/>
              <a:gd name="connsiteY75104" fmla="*/ 346901 h 2398711"/>
              <a:gd name="connsiteX75105" fmla="*/ 1056988 w 2119654"/>
              <a:gd name="connsiteY75105" fmla="*/ 349558 h 2398711"/>
              <a:gd name="connsiteX75106" fmla="*/ 1057947 w 2119654"/>
              <a:gd name="connsiteY75106" fmla="*/ 351087 h 2398711"/>
              <a:gd name="connsiteX75107" fmla="*/ 1060086 w 2119654"/>
              <a:gd name="connsiteY75107" fmla="*/ 348626 h 2398711"/>
              <a:gd name="connsiteX75108" fmla="*/ 414296 w 2119654"/>
              <a:gd name="connsiteY75108" fmla="*/ 1787275 h 2398711"/>
              <a:gd name="connsiteX75109" fmla="*/ 416409 w 2119654"/>
              <a:gd name="connsiteY75109" fmla="*/ 1788795 h 2398711"/>
              <a:gd name="connsiteX75110" fmla="*/ 416755 w 2119654"/>
              <a:gd name="connsiteY75110" fmla="*/ 1788933 h 2398711"/>
              <a:gd name="connsiteX75111" fmla="*/ 419000 w 2119654"/>
              <a:gd name="connsiteY75111" fmla="*/ 1789574 h 2398711"/>
              <a:gd name="connsiteX75112" fmla="*/ 420139 w 2119654"/>
              <a:gd name="connsiteY75112" fmla="*/ 1789435 h 2398711"/>
              <a:gd name="connsiteX75113" fmla="*/ 1009997 w 2119654"/>
              <a:gd name="connsiteY75113" fmla="*/ 453265 h 2398711"/>
              <a:gd name="connsiteX75114" fmla="*/ 1011047 w 2119654"/>
              <a:gd name="connsiteY75114" fmla="*/ 454672 h 2398711"/>
              <a:gd name="connsiteX75115" fmla="*/ 1011731 w 2119654"/>
              <a:gd name="connsiteY75115" fmla="*/ 453141 h 2398711"/>
              <a:gd name="connsiteX75116" fmla="*/ 1010638 w 2119654"/>
              <a:gd name="connsiteY75116" fmla="*/ 452146 h 2398711"/>
              <a:gd name="connsiteX75117" fmla="*/ 422660 w 2119654"/>
              <a:gd name="connsiteY75117" fmla="*/ 1767878 h 2398711"/>
              <a:gd name="connsiteX75118" fmla="*/ 429943 w 2119654"/>
              <a:gd name="connsiteY75118" fmla="*/ 1770560 h 2398711"/>
              <a:gd name="connsiteX75119" fmla="*/ 433038 w 2119654"/>
              <a:gd name="connsiteY75119" fmla="*/ 1771645 h 2398711"/>
              <a:gd name="connsiteX75120" fmla="*/ 431769 w 2119654"/>
              <a:gd name="connsiteY75120" fmla="*/ 1770825 h 2398711"/>
              <a:gd name="connsiteX75121" fmla="*/ 428311 w 2119654"/>
              <a:gd name="connsiteY75121" fmla="*/ 1769548 h 2398711"/>
              <a:gd name="connsiteX75122" fmla="*/ 426383 w 2119654"/>
              <a:gd name="connsiteY75122" fmla="*/ 1768747 h 2398711"/>
              <a:gd name="connsiteX75123" fmla="*/ 423820 w 2119654"/>
              <a:gd name="connsiteY75123" fmla="*/ 1768143 h 2398711"/>
              <a:gd name="connsiteX75124" fmla="*/ 1031319 w 2119654"/>
              <a:gd name="connsiteY75124" fmla="*/ 404623 h 2398711"/>
              <a:gd name="connsiteX75125" fmla="*/ 1031879 w 2119654"/>
              <a:gd name="connsiteY75125" fmla="*/ 407056 h 2398711"/>
              <a:gd name="connsiteX75126" fmla="*/ 1032258 w 2119654"/>
              <a:gd name="connsiteY75126" fmla="*/ 407839 h 2398711"/>
              <a:gd name="connsiteX75127" fmla="*/ 1033716 w 2119654"/>
              <a:gd name="connsiteY75127" fmla="*/ 409064 h 2398711"/>
              <a:gd name="connsiteX75128" fmla="*/ 1034193 w 2119654"/>
              <a:gd name="connsiteY75128" fmla="*/ 408135 h 2398711"/>
              <a:gd name="connsiteX75129" fmla="*/ 1007621 w 2119654"/>
              <a:gd name="connsiteY75129" fmla="*/ 457413 h 2398711"/>
              <a:gd name="connsiteX75130" fmla="*/ 1007761 w 2119654"/>
              <a:gd name="connsiteY75130" fmla="*/ 460523 h 2398711"/>
              <a:gd name="connsiteX75131" fmla="*/ 1008184 w 2119654"/>
              <a:gd name="connsiteY75131" fmla="*/ 461076 h 2398711"/>
              <a:gd name="connsiteX75132" fmla="*/ 1009092 w 2119654"/>
              <a:gd name="connsiteY75132" fmla="*/ 459044 h 2398711"/>
              <a:gd name="connsiteX75133" fmla="*/ 1008005 w 2119654"/>
              <a:gd name="connsiteY75133" fmla="*/ 456870 h 2398711"/>
              <a:gd name="connsiteX75134" fmla="*/ 1007961 w 2119654"/>
              <a:gd name="connsiteY75134" fmla="*/ 456821 h 2398711"/>
              <a:gd name="connsiteX75135" fmla="*/ 997188 w 2119654"/>
              <a:gd name="connsiteY75135" fmla="*/ 480520 h 2398711"/>
              <a:gd name="connsiteX75136" fmla="*/ 996578 w 2119654"/>
              <a:gd name="connsiteY75136" fmla="*/ 482900 h 2398711"/>
              <a:gd name="connsiteX75137" fmla="*/ 997615 w 2119654"/>
              <a:gd name="connsiteY75137" fmla="*/ 484291 h 2398711"/>
              <a:gd name="connsiteX75138" fmla="*/ 998167 w 2119654"/>
              <a:gd name="connsiteY75138" fmla="*/ 481540 h 2398711"/>
              <a:gd name="connsiteX75139" fmla="*/ 998163 w 2119654"/>
              <a:gd name="connsiteY75139" fmla="*/ 481508 h 2398711"/>
              <a:gd name="connsiteX75140" fmla="*/ 998018 w 2119654"/>
              <a:gd name="connsiteY75140" fmla="*/ 481276 h 2398711"/>
              <a:gd name="connsiteX75141" fmla="*/ 993682 w 2119654"/>
              <a:gd name="connsiteY75141" fmla="*/ 488313 h 2398711"/>
              <a:gd name="connsiteX75142" fmla="*/ 994033 w 2119654"/>
              <a:gd name="connsiteY75142" fmla="*/ 490283 h 2398711"/>
              <a:gd name="connsiteX75143" fmla="*/ 994327 w 2119654"/>
              <a:gd name="connsiteY75143" fmla="*/ 489135 h 2398711"/>
              <a:gd name="connsiteX75144" fmla="*/ 1083262 w 2119654"/>
              <a:gd name="connsiteY75144" fmla="*/ 287226 h 2398711"/>
              <a:gd name="connsiteX75145" fmla="*/ 1088889 w 2119654"/>
              <a:gd name="connsiteY75145" fmla="*/ 297162 h 2398711"/>
              <a:gd name="connsiteX75146" fmla="*/ 1096074 w 2119654"/>
              <a:gd name="connsiteY75146" fmla="*/ 278435 h 2398711"/>
              <a:gd name="connsiteX75147" fmla="*/ 1095996 w 2119654"/>
              <a:gd name="connsiteY75147" fmla="*/ 277970 h 2398711"/>
              <a:gd name="connsiteX75148" fmla="*/ 1093956 w 2119654"/>
              <a:gd name="connsiteY75148" fmla="*/ 274925 h 2398711"/>
              <a:gd name="connsiteX75149" fmla="*/ 997546 w 2119654"/>
              <a:gd name="connsiteY75149" fmla="*/ 479125 h 2398711"/>
              <a:gd name="connsiteX75150" fmla="*/ 997399 w 2119654"/>
              <a:gd name="connsiteY75150" fmla="*/ 479697 h 2398711"/>
              <a:gd name="connsiteX75151" fmla="*/ 997535 w 2119654"/>
              <a:gd name="connsiteY75151" fmla="*/ 479910 h 2398711"/>
              <a:gd name="connsiteX75152" fmla="*/ 997841 w 2119654"/>
              <a:gd name="connsiteY75152" fmla="*/ 480167 h 2398711"/>
              <a:gd name="connsiteX75153" fmla="*/ 997985 w 2119654"/>
              <a:gd name="connsiteY75153" fmla="*/ 480298 h 2398711"/>
              <a:gd name="connsiteX75154" fmla="*/ 997775 w 2119654"/>
              <a:gd name="connsiteY75154" fmla="*/ 478862 h 2398711"/>
              <a:gd name="connsiteX75155" fmla="*/ 1040328 w 2119654"/>
              <a:gd name="connsiteY75155" fmla="*/ 383257 h 2398711"/>
              <a:gd name="connsiteX75156" fmla="*/ 1040438 w 2119654"/>
              <a:gd name="connsiteY75156" fmla="*/ 383736 h 2398711"/>
              <a:gd name="connsiteX75157" fmla="*/ 1041389 w 2119654"/>
              <a:gd name="connsiteY75157" fmla="*/ 384851 h 2398711"/>
              <a:gd name="connsiteX75158" fmla="*/ 1044221 w 2119654"/>
              <a:gd name="connsiteY75158" fmla="*/ 387158 h 2398711"/>
              <a:gd name="connsiteX75159" fmla="*/ 1044264 w 2119654"/>
              <a:gd name="connsiteY75159" fmla="*/ 386995 h 2398711"/>
              <a:gd name="connsiteX75160" fmla="*/ 1044052 w 2119654"/>
              <a:gd name="connsiteY75160" fmla="*/ 386656 h 2398711"/>
              <a:gd name="connsiteX75161" fmla="*/ 1043191 w 2119654"/>
              <a:gd name="connsiteY75161" fmla="*/ 385589 h 2398711"/>
              <a:gd name="connsiteX75162" fmla="*/ 1002697 w 2119654"/>
              <a:gd name="connsiteY75162" fmla="*/ 467371 h 2398711"/>
              <a:gd name="connsiteX75163" fmla="*/ 1002616 w 2119654"/>
              <a:gd name="connsiteY75163" fmla="*/ 468025 h 2398711"/>
              <a:gd name="connsiteX75164" fmla="*/ 1002683 w 2119654"/>
              <a:gd name="connsiteY75164" fmla="*/ 468491 h 2398711"/>
              <a:gd name="connsiteX75165" fmla="*/ 1002749 w 2119654"/>
              <a:gd name="connsiteY75165" fmla="*/ 468521 h 2398711"/>
              <a:gd name="connsiteX75166" fmla="*/ 997716 w 2119654"/>
              <a:gd name="connsiteY75166" fmla="*/ 478458 h 2398711"/>
              <a:gd name="connsiteX75167" fmla="*/ 997702 w 2119654"/>
              <a:gd name="connsiteY75167" fmla="*/ 478512 h 2398711"/>
              <a:gd name="connsiteX75168" fmla="*/ 997721 w 2119654"/>
              <a:gd name="connsiteY75168" fmla="*/ 478491 h 2398711"/>
              <a:gd name="connsiteX75169" fmla="*/ 1019885 w 2119654"/>
              <a:gd name="connsiteY75169" fmla="*/ 428789 h 2398711"/>
              <a:gd name="connsiteX75170" fmla="*/ 1021120 w 2119654"/>
              <a:gd name="connsiteY75170" fmla="*/ 433617 h 2398711"/>
              <a:gd name="connsiteX75171" fmla="*/ 1022120 w 2119654"/>
              <a:gd name="connsiteY75171" fmla="*/ 431666 h 2398711"/>
              <a:gd name="connsiteX75172" fmla="*/ 989651 w 2119654"/>
              <a:gd name="connsiteY75172" fmla="*/ 496398 h 2398711"/>
              <a:gd name="connsiteX75173" fmla="*/ 989813 w 2119654"/>
              <a:gd name="connsiteY75173" fmla="*/ 496829 h 2398711"/>
              <a:gd name="connsiteX75174" fmla="*/ 989853 w 2119654"/>
              <a:gd name="connsiteY75174" fmla="*/ 496769 h 2398711"/>
              <a:gd name="connsiteX75175" fmla="*/ 989756 w 2119654"/>
              <a:gd name="connsiteY75175" fmla="*/ 496311 h 2398711"/>
              <a:gd name="connsiteX75176" fmla="*/ 1051325 w 2119654"/>
              <a:gd name="connsiteY75176" fmla="*/ 358214 h 2398711"/>
              <a:gd name="connsiteX75177" fmla="*/ 1051427 w 2119654"/>
              <a:gd name="connsiteY75177" fmla="*/ 358587 h 2398711"/>
              <a:gd name="connsiteX75178" fmla="*/ 1051540 w 2119654"/>
              <a:gd name="connsiteY75178" fmla="*/ 358456 h 2398711"/>
              <a:gd name="connsiteX75179" fmla="*/ 1020535 w 2119654"/>
              <a:gd name="connsiteY75179" fmla="*/ 426751 h 2398711"/>
              <a:gd name="connsiteX75180" fmla="*/ 1022868 w 2119654"/>
              <a:gd name="connsiteY75180" fmla="*/ 429755 h 2398711"/>
              <a:gd name="connsiteX75181" fmla="*/ 1021966 w 2119654"/>
              <a:gd name="connsiteY75181" fmla="*/ 425453 h 2398711"/>
              <a:gd name="connsiteX75182" fmla="*/ 1021769 w 2119654"/>
              <a:gd name="connsiteY75182" fmla="*/ 425336 h 2398711"/>
              <a:gd name="connsiteX75183" fmla="*/ 1062236 w 2119654"/>
              <a:gd name="connsiteY75183" fmla="*/ 333292 h 2398711"/>
              <a:gd name="connsiteX75184" fmla="*/ 1057863 w 2119654"/>
              <a:gd name="connsiteY75184" fmla="*/ 346211 h 2398711"/>
              <a:gd name="connsiteX75185" fmla="*/ 1060528 w 2119654"/>
              <a:gd name="connsiteY75185" fmla="*/ 348118 h 2398711"/>
              <a:gd name="connsiteX75186" fmla="*/ 1062981 w 2119654"/>
              <a:gd name="connsiteY75186" fmla="*/ 345296 h 2398711"/>
              <a:gd name="connsiteX75187" fmla="*/ 1062533 w 2119654"/>
              <a:gd name="connsiteY75187" fmla="*/ 343817 h 2398711"/>
              <a:gd name="connsiteX75188" fmla="*/ 1062746 w 2119654"/>
              <a:gd name="connsiteY75188" fmla="*/ 343965 h 2398711"/>
              <a:gd name="connsiteX75189" fmla="*/ 1063105 w 2119654"/>
              <a:gd name="connsiteY75189" fmla="*/ 345153 h 2398711"/>
              <a:gd name="connsiteX75190" fmla="*/ 1066394 w 2119654"/>
              <a:gd name="connsiteY75190" fmla="*/ 341371 h 2398711"/>
              <a:gd name="connsiteX75191" fmla="*/ 989218 w 2119654"/>
              <a:gd name="connsiteY75191" fmla="*/ 496759 h 2398711"/>
              <a:gd name="connsiteX75192" fmla="*/ 989276 w 2119654"/>
              <a:gd name="connsiteY75192" fmla="*/ 497613 h 2398711"/>
              <a:gd name="connsiteX75193" fmla="*/ 989544 w 2119654"/>
              <a:gd name="connsiteY75193" fmla="*/ 497223 h 2398711"/>
              <a:gd name="connsiteX75194" fmla="*/ 989334 w 2119654"/>
              <a:gd name="connsiteY75194" fmla="*/ 496662 h 2398711"/>
              <a:gd name="connsiteX75195" fmla="*/ 384601 w 2119654"/>
              <a:gd name="connsiteY75195" fmla="*/ 1850012 h 2398711"/>
              <a:gd name="connsiteX75196" fmla="*/ 391995 w 2119654"/>
              <a:gd name="connsiteY75196" fmla="*/ 1854410 h 2398711"/>
              <a:gd name="connsiteX75197" fmla="*/ 429050 w 2119654"/>
              <a:gd name="connsiteY75197" fmla="*/ 1854915 h 2398711"/>
              <a:gd name="connsiteX75198" fmla="*/ 424356 w 2119654"/>
              <a:gd name="connsiteY75198" fmla="*/ 1851315 h 2398711"/>
              <a:gd name="connsiteX75199" fmla="*/ 393858 w 2119654"/>
              <a:gd name="connsiteY75199" fmla="*/ 1847634 h 2398711"/>
              <a:gd name="connsiteX75200" fmla="*/ 1002397 w 2119654"/>
              <a:gd name="connsiteY75200" fmla="*/ 466532 h 2398711"/>
              <a:gd name="connsiteX75201" fmla="*/ 1002420 w 2119654"/>
              <a:gd name="connsiteY75201" fmla="*/ 466695 h 2398711"/>
              <a:gd name="connsiteX75202" fmla="*/ 1002453 w 2119654"/>
              <a:gd name="connsiteY75202" fmla="*/ 466434 h 2398711"/>
              <a:gd name="connsiteX75203" fmla="*/ 1047490 w 2119654"/>
              <a:gd name="connsiteY75203" fmla="*/ 365348 h 2398711"/>
              <a:gd name="connsiteX75204" fmla="*/ 1049230 w 2119654"/>
              <a:gd name="connsiteY75204" fmla="*/ 367806 h 2398711"/>
              <a:gd name="connsiteX75205" fmla="*/ 1049662 w 2119654"/>
              <a:gd name="connsiteY75205" fmla="*/ 366136 h 2398711"/>
              <a:gd name="connsiteX75206" fmla="*/ 1051544 w 2119654"/>
              <a:gd name="connsiteY75206" fmla="*/ 360577 h 2398711"/>
              <a:gd name="connsiteX75207" fmla="*/ 1051488 w 2119654"/>
              <a:gd name="connsiteY75207" fmla="*/ 360360 h 2398711"/>
              <a:gd name="connsiteX75208" fmla="*/ 422760 w 2119654"/>
              <a:gd name="connsiteY75208" fmla="*/ 1764224 h 2398711"/>
              <a:gd name="connsiteX75209" fmla="*/ 423716 w 2119654"/>
              <a:gd name="connsiteY75209" fmla="*/ 1764841 h 2398711"/>
              <a:gd name="connsiteX75210" fmla="*/ 432542 w 2119654"/>
              <a:gd name="connsiteY75210" fmla="*/ 1768719 h 2398711"/>
              <a:gd name="connsiteX75211" fmla="*/ 436884 w 2119654"/>
              <a:gd name="connsiteY75211" fmla="*/ 1770261 h 2398711"/>
              <a:gd name="connsiteX75212" fmla="*/ 435905 w 2119654"/>
              <a:gd name="connsiteY75212" fmla="*/ 1767976 h 2398711"/>
              <a:gd name="connsiteX75213" fmla="*/ 433972 w 2119654"/>
              <a:gd name="connsiteY75213" fmla="*/ 1767214 h 2398711"/>
              <a:gd name="connsiteX75214" fmla="*/ 995595 w 2119654"/>
              <a:gd name="connsiteY75214" fmla="*/ 481357 h 2398711"/>
              <a:gd name="connsiteX75215" fmla="*/ 995759 w 2119654"/>
              <a:gd name="connsiteY75215" fmla="*/ 481803 h 2398711"/>
              <a:gd name="connsiteX75216" fmla="*/ 996092 w 2119654"/>
              <a:gd name="connsiteY75216" fmla="*/ 482248 h 2398711"/>
              <a:gd name="connsiteX75217" fmla="*/ 996621 w 2119654"/>
              <a:gd name="connsiteY75217" fmla="*/ 480183 h 2398711"/>
              <a:gd name="connsiteX75218" fmla="*/ 1039936 w 2119654"/>
              <a:gd name="connsiteY75218" fmla="*/ 381554 h 2398711"/>
              <a:gd name="connsiteX75219" fmla="*/ 1040261 w 2119654"/>
              <a:gd name="connsiteY75219" fmla="*/ 382962 h 2398711"/>
              <a:gd name="connsiteX75220" fmla="*/ 1042628 w 2119654"/>
              <a:gd name="connsiteY75220" fmla="*/ 384892 h 2398711"/>
              <a:gd name="connsiteX75221" fmla="*/ 380517 w 2119654"/>
              <a:gd name="connsiteY75221" fmla="*/ 1857977 h 2398711"/>
              <a:gd name="connsiteX75222" fmla="*/ 381788 w 2119654"/>
              <a:gd name="connsiteY75222" fmla="*/ 1858241 h 2398711"/>
              <a:gd name="connsiteX75223" fmla="*/ 381407 w 2119654"/>
              <a:gd name="connsiteY75223" fmla="*/ 1857995 h 2398711"/>
              <a:gd name="connsiteX75224" fmla="*/ 418008 w 2119654"/>
              <a:gd name="connsiteY75224" fmla="*/ 1773472 h 2398711"/>
              <a:gd name="connsiteX75225" fmla="*/ 419153 w 2119654"/>
              <a:gd name="connsiteY75225" fmla="*/ 1773679 h 2398711"/>
              <a:gd name="connsiteX75226" fmla="*/ 418822 w 2119654"/>
              <a:gd name="connsiteY75226" fmla="*/ 1773548 h 2398711"/>
              <a:gd name="connsiteX75227" fmla="*/ 1079632 w 2119654"/>
              <a:gd name="connsiteY75227" fmla="*/ 291401 h 2398711"/>
              <a:gd name="connsiteX75228" fmla="*/ 1084961 w 2119654"/>
              <a:gd name="connsiteY75228" fmla="*/ 298706 h 2398711"/>
              <a:gd name="connsiteX75229" fmla="*/ 1087084 w 2119654"/>
              <a:gd name="connsiteY75229" fmla="*/ 301868 h 2398711"/>
              <a:gd name="connsiteX75230" fmla="*/ 1088578 w 2119654"/>
              <a:gd name="connsiteY75230" fmla="*/ 297972 h 2398711"/>
              <a:gd name="connsiteX75231" fmla="*/ 1082795 w 2119654"/>
              <a:gd name="connsiteY75231" fmla="*/ 287762 h 2398711"/>
              <a:gd name="connsiteX75232" fmla="*/ 997288 w 2119654"/>
              <a:gd name="connsiteY75232" fmla="*/ 475641 h 2398711"/>
              <a:gd name="connsiteX75233" fmla="*/ 997307 w 2119654"/>
              <a:gd name="connsiteY75233" fmla="*/ 475663 h 2398711"/>
              <a:gd name="connsiteX75234" fmla="*/ 997300 w 2119654"/>
              <a:gd name="connsiteY75234" fmla="*/ 475616 h 2398711"/>
              <a:gd name="connsiteX75235" fmla="*/ 996998 w 2119654"/>
              <a:gd name="connsiteY75235" fmla="*/ 476246 h 2398711"/>
              <a:gd name="connsiteX75236" fmla="*/ 997016 w 2119654"/>
              <a:gd name="connsiteY75236" fmla="*/ 476263 h 2398711"/>
              <a:gd name="connsiteX75237" fmla="*/ 996999 w 2119654"/>
              <a:gd name="connsiteY75237" fmla="*/ 476243 h 2398711"/>
              <a:gd name="connsiteX75238" fmla="*/ 996222 w 2119654"/>
              <a:gd name="connsiteY75238" fmla="*/ 477863 h 2398711"/>
              <a:gd name="connsiteX75239" fmla="*/ 996932 w 2119654"/>
              <a:gd name="connsiteY75239" fmla="*/ 478969 h 2398711"/>
              <a:gd name="connsiteX75240" fmla="*/ 997340 w 2119654"/>
              <a:gd name="connsiteY75240" fmla="*/ 477378 h 2398711"/>
              <a:gd name="connsiteX75241" fmla="*/ 996720 w 2119654"/>
              <a:gd name="connsiteY75241" fmla="*/ 476825 h 2398711"/>
              <a:gd name="connsiteX75242" fmla="*/ 995900 w 2119654"/>
              <a:gd name="connsiteY75242" fmla="*/ 478535 h 2398711"/>
              <a:gd name="connsiteX75243" fmla="*/ 996766 w 2119654"/>
              <a:gd name="connsiteY75243" fmla="*/ 479262 h 2398711"/>
              <a:gd name="connsiteX75244" fmla="*/ 996080 w 2119654"/>
              <a:gd name="connsiteY75244" fmla="*/ 478160 h 2398711"/>
              <a:gd name="connsiteX75245" fmla="*/ 995141 w 2119654"/>
              <a:gd name="connsiteY75245" fmla="*/ 480118 h 2398711"/>
              <a:gd name="connsiteX75246" fmla="*/ 995486 w 2119654"/>
              <a:gd name="connsiteY75246" fmla="*/ 481060 h 2398711"/>
              <a:gd name="connsiteX75247" fmla="*/ 996494 w 2119654"/>
              <a:gd name="connsiteY75247" fmla="*/ 479887 h 2398711"/>
              <a:gd name="connsiteX75248" fmla="*/ 995630 w 2119654"/>
              <a:gd name="connsiteY75248" fmla="*/ 479099 h 2398711"/>
              <a:gd name="connsiteX75249" fmla="*/ 1079168 w 2119654"/>
              <a:gd name="connsiteY75249" fmla="*/ 291934 h 2398711"/>
              <a:gd name="connsiteX75250" fmla="*/ 1086421 w 2119654"/>
              <a:gd name="connsiteY75250" fmla="*/ 303595 h 2398711"/>
              <a:gd name="connsiteX75251" fmla="*/ 1086749 w 2119654"/>
              <a:gd name="connsiteY75251" fmla="*/ 302741 h 2398711"/>
              <a:gd name="connsiteX75252" fmla="*/ 1079360 w 2119654"/>
              <a:gd name="connsiteY75252" fmla="*/ 291714 h 2398711"/>
              <a:gd name="connsiteX75253" fmla="*/ 1017296 w 2119654"/>
              <a:gd name="connsiteY75253" fmla="*/ 430461 h 2398711"/>
              <a:gd name="connsiteX75254" fmla="*/ 1018947 w 2119654"/>
              <a:gd name="connsiteY75254" fmla="*/ 434148 h 2398711"/>
              <a:gd name="connsiteX75255" fmla="*/ 1020097 w 2119654"/>
              <a:gd name="connsiteY75255" fmla="*/ 435463 h 2398711"/>
              <a:gd name="connsiteX75256" fmla="*/ 1020547 w 2119654"/>
              <a:gd name="connsiteY75256" fmla="*/ 434733 h 2398711"/>
              <a:gd name="connsiteX75257" fmla="*/ 1020728 w 2119654"/>
              <a:gd name="connsiteY75257" fmla="*/ 434381 h 2398711"/>
              <a:gd name="connsiteX75258" fmla="*/ 1020271 w 2119654"/>
              <a:gd name="connsiteY75258" fmla="*/ 432242 h 2398711"/>
              <a:gd name="connsiteX75259" fmla="*/ 1019245 w 2119654"/>
              <a:gd name="connsiteY75259" fmla="*/ 428227 h 2398711"/>
              <a:gd name="connsiteX75260" fmla="*/ 1002072 w 2119654"/>
              <a:gd name="connsiteY75260" fmla="*/ 464313 h 2398711"/>
              <a:gd name="connsiteX75261" fmla="*/ 1002141 w 2119654"/>
              <a:gd name="connsiteY75261" fmla="*/ 464785 h 2398711"/>
              <a:gd name="connsiteX75262" fmla="*/ 1002302 w 2119654"/>
              <a:gd name="connsiteY75262" fmla="*/ 464491 h 2398711"/>
              <a:gd name="connsiteX75263" fmla="*/ 1093339 w 2119654"/>
              <a:gd name="connsiteY75263" fmla="*/ 259749 h 2398711"/>
              <a:gd name="connsiteX75264" fmla="*/ 1094243 w 2119654"/>
              <a:gd name="connsiteY75264" fmla="*/ 265147 h 2398711"/>
              <a:gd name="connsiteX75265" fmla="*/ 1097014 w 2119654"/>
              <a:gd name="connsiteY75265" fmla="*/ 270039 h 2398711"/>
              <a:gd name="connsiteX75266" fmla="*/ 1101099 w 2119654"/>
              <a:gd name="connsiteY75266" fmla="*/ 265340 h 2398711"/>
              <a:gd name="connsiteX75267" fmla="*/ 1103068 w 2119654"/>
              <a:gd name="connsiteY75267" fmla="*/ 260207 h 2398711"/>
              <a:gd name="connsiteX75268" fmla="*/ 1102441 w 2119654"/>
              <a:gd name="connsiteY75268" fmla="*/ 255256 h 2398711"/>
              <a:gd name="connsiteX75269" fmla="*/ 1101359 w 2119654"/>
              <a:gd name="connsiteY75269" fmla="*/ 248794 h 2398711"/>
              <a:gd name="connsiteX75270" fmla="*/ 1022829 w 2119654"/>
              <a:gd name="connsiteY75270" fmla="*/ 417354 h 2398711"/>
              <a:gd name="connsiteX75271" fmla="*/ 1023796 w 2119654"/>
              <a:gd name="connsiteY75271" fmla="*/ 421969 h 2398711"/>
              <a:gd name="connsiteX75272" fmla="*/ 1024853 w 2119654"/>
              <a:gd name="connsiteY75272" fmla="*/ 420758 h 2398711"/>
              <a:gd name="connsiteX75273" fmla="*/ 1068137 w 2119654"/>
              <a:gd name="connsiteY75273" fmla="*/ 315865 h 2398711"/>
              <a:gd name="connsiteX75274" fmla="*/ 1062694 w 2119654"/>
              <a:gd name="connsiteY75274" fmla="*/ 331940 h 2398711"/>
              <a:gd name="connsiteX75275" fmla="*/ 1062874 w 2119654"/>
              <a:gd name="connsiteY75275" fmla="*/ 332288 h 2398711"/>
              <a:gd name="connsiteX75276" fmla="*/ 1069909 w 2119654"/>
              <a:gd name="connsiteY75276" fmla="*/ 337327 h 2398711"/>
              <a:gd name="connsiteX75277" fmla="*/ 1072698 w 2119654"/>
              <a:gd name="connsiteY75277" fmla="*/ 334119 h 2398711"/>
              <a:gd name="connsiteX75278" fmla="*/ 989692 w 2119654"/>
              <a:gd name="connsiteY75278" fmla="*/ 491483 h 2398711"/>
              <a:gd name="connsiteX75279" fmla="*/ 989876 w 2119654"/>
              <a:gd name="connsiteY75279" fmla="*/ 492344 h 2398711"/>
              <a:gd name="connsiteX75280" fmla="*/ 990168 w 2119654"/>
              <a:gd name="connsiteY75280" fmla="*/ 492475 h 2398711"/>
              <a:gd name="connsiteX75281" fmla="*/ 990140 w 2119654"/>
              <a:gd name="connsiteY75281" fmla="*/ 490550 h 2398711"/>
              <a:gd name="connsiteX75282" fmla="*/ 1016510 w 2119654"/>
              <a:gd name="connsiteY75282" fmla="*/ 431361 h 2398711"/>
              <a:gd name="connsiteX75283" fmla="*/ 1018112 w 2119654"/>
              <a:gd name="connsiteY75283" fmla="*/ 433194 h 2398711"/>
              <a:gd name="connsiteX75284" fmla="*/ 1017027 w 2119654"/>
              <a:gd name="connsiteY75284" fmla="*/ 430770 h 2398711"/>
              <a:gd name="connsiteX75285" fmla="*/ 400487 w 2119654"/>
              <a:gd name="connsiteY75285" fmla="*/ 1810344 h 2398711"/>
              <a:gd name="connsiteX75286" fmla="*/ 407971 w 2119654"/>
              <a:gd name="connsiteY75286" fmla="*/ 1813597 h 2398711"/>
              <a:gd name="connsiteX75287" fmla="*/ 419314 w 2119654"/>
              <a:gd name="connsiteY75287" fmla="*/ 1813814 h 2398711"/>
              <a:gd name="connsiteX75288" fmla="*/ 419032 w 2119654"/>
              <a:gd name="connsiteY75288" fmla="*/ 1813579 h 2398711"/>
              <a:gd name="connsiteX75289" fmla="*/ 409537 w 2119654"/>
              <a:gd name="connsiteY75289" fmla="*/ 1809441 h 2398711"/>
              <a:gd name="connsiteX75290" fmla="*/ 411622 w 2119654"/>
              <a:gd name="connsiteY75290" fmla="*/ 1785350 h 2398711"/>
              <a:gd name="connsiteX75291" fmla="*/ 413974 w 2119654"/>
              <a:gd name="connsiteY75291" fmla="*/ 1787043 h 2398711"/>
              <a:gd name="connsiteX75292" fmla="*/ 418812 w 2119654"/>
              <a:gd name="connsiteY75292" fmla="*/ 1788831 h 2398711"/>
              <a:gd name="connsiteX75293" fmla="*/ 420495 w 2119654"/>
              <a:gd name="connsiteY75293" fmla="*/ 1789391 h 2398711"/>
              <a:gd name="connsiteX75294" fmla="*/ 421229 w 2119654"/>
              <a:gd name="connsiteY75294" fmla="*/ 1789302 h 2398711"/>
              <a:gd name="connsiteX75295" fmla="*/ 418029 w 2119654"/>
              <a:gd name="connsiteY75295" fmla="*/ 1786228 h 2398711"/>
              <a:gd name="connsiteX75296" fmla="*/ 417344 w 2119654"/>
              <a:gd name="connsiteY75296" fmla="*/ 1785955 h 2398711"/>
              <a:gd name="connsiteX75297" fmla="*/ 1069018 w 2119654"/>
              <a:gd name="connsiteY75297" fmla="*/ 313264 h 2398711"/>
              <a:gd name="connsiteX75298" fmla="*/ 1069015 w 2119654"/>
              <a:gd name="connsiteY75298" fmla="*/ 313273 h 2398711"/>
              <a:gd name="connsiteX75299" fmla="*/ 1069035 w 2119654"/>
              <a:gd name="connsiteY75299" fmla="*/ 313331 h 2398711"/>
              <a:gd name="connsiteX75300" fmla="*/ 1092125 w 2119654"/>
              <a:gd name="connsiteY75300" fmla="*/ 261407 h 2398711"/>
              <a:gd name="connsiteX75301" fmla="*/ 1093681 w 2119654"/>
              <a:gd name="connsiteY75301" fmla="*/ 264156 h 2398711"/>
              <a:gd name="connsiteX75302" fmla="*/ 1093017 w 2119654"/>
              <a:gd name="connsiteY75302" fmla="*/ 260189 h 2398711"/>
              <a:gd name="connsiteX75303" fmla="*/ 398645 w 2119654"/>
              <a:gd name="connsiteY75303" fmla="*/ 1814096 h 2398711"/>
              <a:gd name="connsiteX75304" fmla="*/ 398697 w 2119654"/>
              <a:gd name="connsiteY75304" fmla="*/ 1814126 h 2398711"/>
              <a:gd name="connsiteX75305" fmla="*/ 401574 w 2119654"/>
              <a:gd name="connsiteY75305" fmla="*/ 1814152 h 2398711"/>
              <a:gd name="connsiteX75306" fmla="*/ 1002454 w 2119654"/>
              <a:gd name="connsiteY75306" fmla="*/ 461984 h 2398711"/>
              <a:gd name="connsiteX75307" fmla="*/ 1002225 w 2119654"/>
              <a:gd name="connsiteY75307" fmla="*/ 463129 h 2398711"/>
              <a:gd name="connsiteX75308" fmla="*/ 1002516 w 2119654"/>
              <a:gd name="connsiteY75308" fmla="*/ 463356 h 2398711"/>
              <a:gd name="connsiteX75309" fmla="*/ 390271 w 2119654"/>
              <a:gd name="connsiteY75309" fmla="*/ 1832566 h 2398711"/>
              <a:gd name="connsiteX75310" fmla="*/ 389701 w 2119654"/>
              <a:gd name="connsiteY75310" fmla="*/ 1835738 h 2398711"/>
              <a:gd name="connsiteX75311" fmla="*/ 403023 w 2119654"/>
              <a:gd name="connsiteY75311" fmla="*/ 1834960 h 2398711"/>
              <a:gd name="connsiteX75312" fmla="*/ 401418 w 2119654"/>
              <a:gd name="connsiteY75312" fmla="*/ 1833730 h 2398711"/>
              <a:gd name="connsiteX75313" fmla="*/ 401225 w 2119654"/>
              <a:gd name="connsiteY75313" fmla="*/ 1833642 h 2398711"/>
              <a:gd name="connsiteX75314" fmla="*/ 390454 w 2119654"/>
              <a:gd name="connsiteY75314" fmla="*/ 1831551 h 2398711"/>
              <a:gd name="connsiteX75315" fmla="*/ 390390 w 2119654"/>
              <a:gd name="connsiteY75315" fmla="*/ 1831905 h 2398711"/>
              <a:gd name="connsiteX75316" fmla="*/ 399351 w 2119654"/>
              <a:gd name="connsiteY75316" fmla="*/ 1832784 h 2398711"/>
              <a:gd name="connsiteX75317" fmla="*/ 398859 w 2119654"/>
              <a:gd name="connsiteY75317" fmla="*/ 1832559 h 2398711"/>
              <a:gd name="connsiteX75318" fmla="*/ 395767 w 2119654"/>
              <a:gd name="connsiteY75318" fmla="*/ 1831704 h 2398711"/>
              <a:gd name="connsiteX75319" fmla="*/ 1070937 w 2119654"/>
              <a:gd name="connsiteY75319" fmla="*/ 307595 h 2398711"/>
              <a:gd name="connsiteX75320" fmla="*/ 1070759 w 2119654"/>
              <a:gd name="connsiteY75320" fmla="*/ 308119 h 2398711"/>
              <a:gd name="connsiteX75321" fmla="*/ 1076237 w 2119654"/>
              <a:gd name="connsiteY75321" fmla="*/ 330048 h 2398711"/>
              <a:gd name="connsiteX75322" fmla="*/ 1077075 w 2119654"/>
              <a:gd name="connsiteY75322" fmla="*/ 329083 h 2398711"/>
              <a:gd name="connsiteX75323" fmla="*/ 1079622 w 2119654"/>
              <a:gd name="connsiteY75323" fmla="*/ 321560 h 2398711"/>
              <a:gd name="connsiteX75324" fmla="*/ 391714 w 2119654"/>
              <a:gd name="connsiteY75324" fmla="*/ 1828266 h 2398711"/>
              <a:gd name="connsiteX75325" fmla="*/ 395461 w 2119654"/>
              <a:gd name="connsiteY75325" fmla="*/ 1829162 h 2398711"/>
              <a:gd name="connsiteX75326" fmla="*/ 393870 w 2119654"/>
              <a:gd name="connsiteY75326" fmla="*/ 1827943 h 2398711"/>
              <a:gd name="connsiteX75327" fmla="*/ 390678 w 2119654"/>
              <a:gd name="connsiteY75327" fmla="*/ 1830296 h 2398711"/>
              <a:gd name="connsiteX75328" fmla="*/ 390549 w 2119654"/>
              <a:gd name="connsiteY75328" fmla="*/ 1831017 h 2398711"/>
              <a:gd name="connsiteX75329" fmla="*/ 393603 w 2119654"/>
              <a:gd name="connsiteY75329" fmla="*/ 1831105 h 2398711"/>
              <a:gd name="connsiteX75330" fmla="*/ 1010692 w 2119654"/>
              <a:gd name="connsiteY75330" fmla="*/ 441839 h 2398711"/>
              <a:gd name="connsiteX75331" fmla="*/ 1012743 w 2119654"/>
              <a:gd name="connsiteY75331" fmla="*/ 447419 h 2398711"/>
              <a:gd name="connsiteX75332" fmla="*/ 1013752 w 2119654"/>
              <a:gd name="connsiteY75332" fmla="*/ 445779 h 2398711"/>
              <a:gd name="connsiteX75333" fmla="*/ 1011898 w 2119654"/>
              <a:gd name="connsiteY75333" fmla="*/ 442728 h 2398711"/>
              <a:gd name="connsiteX75334" fmla="*/ 1002378 w 2119654"/>
              <a:gd name="connsiteY75334" fmla="*/ 460268 h 2398711"/>
              <a:gd name="connsiteX75335" fmla="*/ 1001806 w 2119654"/>
              <a:gd name="connsiteY75335" fmla="*/ 462497 h 2398711"/>
              <a:gd name="connsiteX75336" fmla="*/ 1001857 w 2119654"/>
              <a:gd name="connsiteY75336" fmla="*/ 462844 h 2398711"/>
              <a:gd name="connsiteX75337" fmla="*/ 1002048 w 2119654"/>
              <a:gd name="connsiteY75337" fmla="*/ 462993 h 2398711"/>
              <a:gd name="connsiteX75338" fmla="*/ 1002422 w 2119654"/>
              <a:gd name="connsiteY75338" fmla="*/ 461253 h 2398711"/>
              <a:gd name="connsiteX75339" fmla="*/ 420736 w 2119654"/>
              <a:gd name="connsiteY75339" fmla="*/ 1762490 h 2398711"/>
              <a:gd name="connsiteX75340" fmla="*/ 423597 w 2119654"/>
              <a:gd name="connsiteY75340" fmla="*/ 1763130 h 2398711"/>
              <a:gd name="connsiteX75341" fmla="*/ 421554 w 2119654"/>
              <a:gd name="connsiteY75341" fmla="*/ 1762327 h 2398711"/>
              <a:gd name="connsiteX75342" fmla="*/ 1011675 w 2119654"/>
              <a:gd name="connsiteY75342" fmla="*/ 439244 h 2398711"/>
              <a:gd name="connsiteX75343" fmla="*/ 1014712 w 2119654"/>
              <a:gd name="connsiteY75343" fmla="*/ 443690 h 2398711"/>
              <a:gd name="connsiteX75344" fmla="*/ 1014936 w 2119654"/>
              <a:gd name="connsiteY75344" fmla="*/ 443854 h 2398711"/>
              <a:gd name="connsiteX75345" fmla="*/ 1015145 w 2119654"/>
              <a:gd name="connsiteY75345" fmla="*/ 443515 h 2398711"/>
              <a:gd name="connsiteX75346" fmla="*/ 1013194 w 2119654"/>
              <a:gd name="connsiteY75346" fmla="*/ 440602 h 2398711"/>
              <a:gd name="connsiteX75347" fmla="*/ 994332 w 2119654"/>
              <a:gd name="connsiteY75347" fmla="*/ 477917 h 2398711"/>
              <a:gd name="connsiteX75348" fmla="*/ 994603 w 2119654"/>
              <a:gd name="connsiteY75348" fmla="*/ 478657 h 2398711"/>
              <a:gd name="connsiteX75349" fmla="*/ 994782 w 2119654"/>
              <a:gd name="connsiteY75349" fmla="*/ 478328 h 2398711"/>
              <a:gd name="connsiteX75350" fmla="*/ 390923 w 2119654"/>
              <a:gd name="connsiteY75350" fmla="*/ 1828931 h 2398711"/>
              <a:gd name="connsiteX75351" fmla="*/ 390699 w 2119654"/>
              <a:gd name="connsiteY75351" fmla="*/ 1830182 h 2398711"/>
              <a:gd name="connsiteX75352" fmla="*/ 394085 w 2119654"/>
              <a:gd name="connsiteY75352" fmla="*/ 1831119 h 2398711"/>
              <a:gd name="connsiteX75353" fmla="*/ 395819 w 2119654"/>
              <a:gd name="connsiteY75353" fmla="*/ 1831169 h 2398711"/>
              <a:gd name="connsiteX75354" fmla="*/ 1088992 w 2119654"/>
              <a:gd name="connsiteY75354" fmla="*/ 265687 h 2398711"/>
              <a:gd name="connsiteX75355" fmla="*/ 1094131 w 2119654"/>
              <a:gd name="connsiteY75355" fmla="*/ 273355 h 2398711"/>
              <a:gd name="connsiteX75356" fmla="*/ 1095047 w 2119654"/>
              <a:gd name="connsiteY75356" fmla="*/ 272302 h 2398711"/>
              <a:gd name="connsiteX75357" fmla="*/ 1094116 w 2119654"/>
              <a:gd name="connsiteY75357" fmla="*/ 266746 h 2398711"/>
              <a:gd name="connsiteX75358" fmla="*/ 1091543 w 2119654"/>
              <a:gd name="connsiteY75358" fmla="*/ 262203 h 2398711"/>
              <a:gd name="connsiteX75359" fmla="*/ 1013409 w 2119654"/>
              <a:gd name="connsiteY75359" fmla="*/ 434915 h 2398711"/>
              <a:gd name="connsiteX75360" fmla="*/ 1018556 w 2119654"/>
              <a:gd name="connsiteY75360" fmla="*/ 437969 h 2398711"/>
              <a:gd name="connsiteX75361" fmla="*/ 1019295 w 2119654"/>
              <a:gd name="connsiteY75361" fmla="*/ 436769 h 2398711"/>
              <a:gd name="connsiteX75362" fmla="*/ 1015539 w 2119654"/>
              <a:gd name="connsiteY75362" fmla="*/ 432475 h 2398711"/>
              <a:gd name="connsiteX75363" fmla="*/ 350952 w 2119654"/>
              <a:gd name="connsiteY75363" fmla="*/ 1918262 h 2398711"/>
              <a:gd name="connsiteX75364" fmla="*/ 369132 w 2119654"/>
              <a:gd name="connsiteY75364" fmla="*/ 1929097 h 2398711"/>
              <a:gd name="connsiteX75365" fmla="*/ 374686 w 2119654"/>
              <a:gd name="connsiteY75365" fmla="*/ 1932306 h 2398711"/>
              <a:gd name="connsiteX75366" fmla="*/ 413031 w 2119654"/>
              <a:gd name="connsiteY75366" fmla="*/ 1938468 h 2398711"/>
              <a:gd name="connsiteX75367" fmla="*/ 434466 w 2119654"/>
              <a:gd name="connsiteY75367" fmla="*/ 1935444 h 2398711"/>
              <a:gd name="connsiteX75368" fmla="*/ 429358 w 2119654"/>
              <a:gd name="connsiteY75368" fmla="*/ 1934310 h 2398711"/>
              <a:gd name="connsiteX75369" fmla="*/ 429177 w 2119654"/>
              <a:gd name="connsiteY75369" fmla="*/ 1934089 h 2398711"/>
              <a:gd name="connsiteX75370" fmla="*/ 434966 w 2119654"/>
              <a:gd name="connsiteY75370" fmla="*/ 1935374 h 2398711"/>
              <a:gd name="connsiteX75371" fmla="*/ 441995 w 2119654"/>
              <a:gd name="connsiteY75371" fmla="*/ 1934381 h 2398711"/>
              <a:gd name="connsiteX75372" fmla="*/ 439477 w 2119654"/>
              <a:gd name="connsiteY75372" fmla="*/ 1933128 h 2398711"/>
              <a:gd name="connsiteX75373" fmla="*/ 429260 w 2119654"/>
              <a:gd name="connsiteY75373" fmla="*/ 1928237 h 2398711"/>
              <a:gd name="connsiteX75374" fmla="*/ 399019 w 2119654"/>
              <a:gd name="connsiteY75374" fmla="*/ 1927221 h 2398711"/>
              <a:gd name="connsiteX75375" fmla="*/ 398675 w 2119654"/>
              <a:gd name="connsiteY75375" fmla="*/ 1926931 h 2398711"/>
              <a:gd name="connsiteX75376" fmla="*/ 428635 w 2119654"/>
              <a:gd name="connsiteY75376" fmla="*/ 1927938 h 2398711"/>
              <a:gd name="connsiteX75377" fmla="*/ 426596 w 2119654"/>
              <a:gd name="connsiteY75377" fmla="*/ 1926961 h 2398711"/>
              <a:gd name="connsiteX75378" fmla="*/ 426529 w 2119654"/>
              <a:gd name="connsiteY75378" fmla="*/ 1926927 h 2398711"/>
              <a:gd name="connsiteX75379" fmla="*/ 400332 w 2119654"/>
              <a:gd name="connsiteY75379" fmla="*/ 1924163 h 2398711"/>
              <a:gd name="connsiteX75380" fmla="*/ 1018510 w 2119654"/>
              <a:gd name="connsiteY75380" fmla="*/ 423401 h 2398711"/>
              <a:gd name="connsiteX75381" fmla="*/ 1018793 w 2119654"/>
              <a:gd name="connsiteY75381" fmla="*/ 424506 h 2398711"/>
              <a:gd name="connsiteX75382" fmla="*/ 1020105 w 2119654"/>
              <a:gd name="connsiteY75382" fmla="*/ 426198 h 2398711"/>
              <a:gd name="connsiteX75383" fmla="*/ 1021169 w 2119654"/>
              <a:gd name="connsiteY75383" fmla="*/ 424979 h 2398711"/>
              <a:gd name="connsiteX75384" fmla="*/ 391018 w 2119654"/>
              <a:gd name="connsiteY75384" fmla="*/ 1828403 h 2398711"/>
              <a:gd name="connsiteX75385" fmla="*/ 391008 w 2119654"/>
              <a:gd name="connsiteY75385" fmla="*/ 1828463 h 2398711"/>
              <a:gd name="connsiteX75386" fmla="*/ 396999 w 2119654"/>
              <a:gd name="connsiteY75386" fmla="*/ 1831203 h 2398711"/>
              <a:gd name="connsiteX75387" fmla="*/ 398166 w 2119654"/>
              <a:gd name="connsiteY75387" fmla="*/ 1831237 h 2398711"/>
              <a:gd name="connsiteX75388" fmla="*/ 396396 w 2119654"/>
              <a:gd name="connsiteY75388" fmla="*/ 1829880 h 2398711"/>
              <a:gd name="connsiteX75389" fmla="*/ 990026 w 2119654"/>
              <a:gd name="connsiteY75389" fmla="*/ 487059 h 2398711"/>
              <a:gd name="connsiteX75390" fmla="*/ 990014 w 2119654"/>
              <a:gd name="connsiteY75390" fmla="*/ 487103 h 2398711"/>
              <a:gd name="connsiteX75391" fmla="*/ 990028 w 2119654"/>
              <a:gd name="connsiteY75391" fmla="*/ 487076 h 2398711"/>
              <a:gd name="connsiteX75392" fmla="*/ 1074370 w 2119654"/>
              <a:gd name="connsiteY75392" fmla="*/ 297453 h 2398711"/>
              <a:gd name="connsiteX75393" fmla="*/ 1071062 w 2119654"/>
              <a:gd name="connsiteY75393" fmla="*/ 307224 h 2398711"/>
              <a:gd name="connsiteX75394" fmla="*/ 1079748 w 2119654"/>
              <a:gd name="connsiteY75394" fmla="*/ 321190 h 2398711"/>
              <a:gd name="connsiteX75395" fmla="*/ 1080332 w 2119654"/>
              <a:gd name="connsiteY75395" fmla="*/ 319462 h 2398711"/>
              <a:gd name="connsiteX75396" fmla="*/ 1086178 w 2119654"/>
              <a:gd name="connsiteY75396" fmla="*/ 304228 h 2398711"/>
              <a:gd name="connsiteX75397" fmla="*/ 1079010 w 2119654"/>
              <a:gd name="connsiteY75397" fmla="*/ 292443 h 2398711"/>
              <a:gd name="connsiteX75398" fmla="*/ 1078892 w 2119654"/>
              <a:gd name="connsiteY75398" fmla="*/ 292252 h 2398711"/>
              <a:gd name="connsiteX75399" fmla="*/ 1006800 w 2119654"/>
              <a:gd name="connsiteY75399" fmla="*/ 448649 h 2398711"/>
              <a:gd name="connsiteX75400" fmla="*/ 1007101 w 2119654"/>
              <a:gd name="connsiteY75400" fmla="*/ 450085 h 2398711"/>
              <a:gd name="connsiteX75401" fmla="*/ 1009531 w 2119654"/>
              <a:gd name="connsiteY75401" fmla="*/ 452640 h 2398711"/>
              <a:gd name="connsiteX75402" fmla="*/ 1010122 w 2119654"/>
              <a:gd name="connsiteY75402" fmla="*/ 451676 h 2398711"/>
              <a:gd name="connsiteX75403" fmla="*/ 417940 w 2119654"/>
              <a:gd name="connsiteY75403" fmla="*/ 1766799 h 2398711"/>
              <a:gd name="connsiteX75404" fmla="*/ 427020 w 2119654"/>
              <a:gd name="connsiteY75404" fmla="*/ 1772689 h 2398711"/>
              <a:gd name="connsiteX75405" fmla="*/ 435943 w 2119654"/>
              <a:gd name="connsiteY75405" fmla="*/ 1773522 h 2398711"/>
              <a:gd name="connsiteX75406" fmla="*/ 433852 w 2119654"/>
              <a:gd name="connsiteY75406" fmla="*/ 1772171 h 2398711"/>
              <a:gd name="connsiteX75407" fmla="*/ 421425 w 2119654"/>
              <a:gd name="connsiteY75407" fmla="*/ 1767596 h 2398711"/>
              <a:gd name="connsiteX75408" fmla="*/ 1053400 w 2119654"/>
              <a:gd name="connsiteY75408" fmla="*/ 343839 h 2398711"/>
              <a:gd name="connsiteX75409" fmla="*/ 1055875 w 2119654"/>
              <a:gd name="connsiteY75409" fmla="*/ 347784 h 2398711"/>
              <a:gd name="connsiteX75410" fmla="*/ 1056468 w 2119654"/>
              <a:gd name="connsiteY75410" fmla="*/ 346036 h 2398711"/>
              <a:gd name="connsiteX75411" fmla="*/ 1011936 w 2119654"/>
              <a:gd name="connsiteY75411" fmla="*/ 436604 h 2398711"/>
              <a:gd name="connsiteX75412" fmla="*/ 1016067 w 2119654"/>
              <a:gd name="connsiteY75412" fmla="*/ 442015 h 2398711"/>
              <a:gd name="connsiteX75413" fmla="*/ 1017689 w 2119654"/>
              <a:gd name="connsiteY75413" fmla="*/ 439379 h 2398711"/>
              <a:gd name="connsiteX75414" fmla="*/ 1012477 w 2119654"/>
              <a:gd name="connsiteY75414" fmla="*/ 435983 h 2398711"/>
              <a:gd name="connsiteX75415" fmla="*/ 1038611 w 2119654"/>
              <a:gd name="connsiteY75415" fmla="*/ 376425 h 2398711"/>
              <a:gd name="connsiteX75416" fmla="*/ 1044962 w 2119654"/>
              <a:gd name="connsiteY75416" fmla="*/ 384297 h 2398711"/>
              <a:gd name="connsiteX75417" fmla="*/ 1049103 w 2119654"/>
              <a:gd name="connsiteY75417" fmla="*/ 368297 h 2398711"/>
              <a:gd name="connsiteX75418" fmla="*/ 1047237 w 2119654"/>
              <a:gd name="connsiteY75418" fmla="*/ 365664 h 2398711"/>
              <a:gd name="connsiteX75419" fmla="*/ 401274 w 2119654"/>
              <a:gd name="connsiteY75419" fmla="*/ 1803293 h 2398711"/>
              <a:gd name="connsiteX75420" fmla="*/ 411458 w 2119654"/>
              <a:gd name="connsiteY75420" fmla="*/ 1807731 h 2398711"/>
              <a:gd name="connsiteX75421" fmla="*/ 411966 w 2119654"/>
              <a:gd name="connsiteY75421" fmla="*/ 1807643 h 2398711"/>
              <a:gd name="connsiteX75422" fmla="*/ 407028 w 2119654"/>
              <a:gd name="connsiteY75422" fmla="*/ 1803494 h 2398711"/>
              <a:gd name="connsiteX75423" fmla="*/ 1011071 w 2119654"/>
              <a:gd name="connsiteY75423" fmla="*/ 437594 h 2398711"/>
              <a:gd name="connsiteX75424" fmla="*/ 1011347 w 2119654"/>
              <a:gd name="connsiteY75424" fmla="*/ 437841 h 2398711"/>
              <a:gd name="connsiteX75425" fmla="*/ 1011133 w 2119654"/>
              <a:gd name="connsiteY75425" fmla="*/ 437523 h 2398711"/>
              <a:gd name="connsiteX75426" fmla="*/ 1018087 w 2119654"/>
              <a:gd name="connsiteY75426" fmla="*/ 421746 h 2398711"/>
              <a:gd name="connsiteX75427" fmla="*/ 1018375 w 2119654"/>
              <a:gd name="connsiteY75427" fmla="*/ 422872 h 2398711"/>
              <a:gd name="connsiteX75428" fmla="*/ 1021459 w 2119654"/>
              <a:gd name="connsiteY75428" fmla="*/ 424647 h 2398711"/>
              <a:gd name="connsiteX75429" fmla="*/ 1021732 w 2119654"/>
              <a:gd name="connsiteY75429" fmla="*/ 424334 h 2398711"/>
              <a:gd name="connsiteX75430" fmla="*/ 1021729 w 2119654"/>
              <a:gd name="connsiteY75430" fmla="*/ 424319 h 2398711"/>
              <a:gd name="connsiteX75431" fmla="*/ 1019361 w 2119654"/>
              <a:gd name="connsiteY75431" fmla="*/ 420867 h 2398711"/>
              <a:gd name="connsiteX75432" fmla="*/ 1018956 w 2119654"/>
              <a:gd name="connsiteY75432" fmla="*/ 420294 h 2398711"/>
              <a:gd name="connsiteX75433" fmla="*/ 419465 w 2119654"/>
              <a:gd name="connsiteY75433" fmla="*/ 1762095 h 2398711"/>
              <a:gd name="connsiteX75434" fmla="*/ 419726 w 2119654"/>
              <a:gd name="connsiteY75434" fmla="*/ 1762265 h 2398711"/>
              <a:gd name="connsiteX75435" fmla="*/ 420235 w 2119654"/>
              <a:gd name="connsiteY75435" fmla="*/ 1762378 h 2398711"/>
              <a:gd name="connsiteX75436" fmla="*/ 421196 w 2119654"/>
              <a:gd name="connsiteY75436" fmla="*/ 1762185 h 2398711"/>
              <a:gd name="connsiteX75437" fmla="*/ 420750 w 2119654"/>
              <a:gd name="connsiteY75437" fmla="*/ 1762010 h 2398711"/>
              <a:gd name="connsiteX75438" fmla="*/ 419702 w 2119654"/>
              <a:gd name="connsiteY75438" fmla="*/ 1762063 h 2398711"/>
              <a:gd name="connsiteX75439" fmla="*/ 1077104 w 2119654"/>
              <a:gd name="connsiteY75439" fmla="*/ 289378 h 2398711"/>
              <a:gd name="connsiteX75440" fmla="*/ 1075129 w 2119654"/>
              <a:gd name="connsiteY75440" fmla="*/ 295211 h 2398711"/>
              <a:gd name="connsiteX75441" fmla="*/ 1078396 w 2119654"/>
              <a:gd name="connsiteY75441" fmla="*/ 291454 h 2398711"/>
              <a:gd name="connsiteX75442" fmla="*/ 1017659 w 2119654"/>
              <a:gd name="connsiteY75442" fmla="*/ 422460 h 2398711"/>
              <a:gd name="connsiteX75443" fmla="*/ 1017792 w 2119654"/>
              <a:gd name="connsiteY75443" fmla="*/ 422536 h 2398711"/>
              <a:gd name="connsiteX75444" fmla="*/ 1017739 w 2119654"/>
              <a:gd name="connsiteY75444" fmla="*/ 422327 h 2398711"/>
              <a:gd name="connsiteX75445" fmla="*/ 411166 w 2119654"/>
              <a:gd name="connsiteY75445" fmla="*/ 1780421 h 2398711"/>
              <a:gd name="connsiteX75446" fmla="*/ 411241 w 2119654"/>
              <a:gd name="connsiteY75446" fmla="*/ 1782795 h 2398711"/>
              <a:gd name="connsiteX75447" fmla="*/ 416743 w 2119654"/>
              <a:gd name="connsiteY75447" fmla="*/ 1784991 h 2398711"/>
              <a:gd name="connsiteX75448" fmla="*/ 414392 w 2119654"/>
              <a:gd name="connsiteY75448" fmla="*/ 1782733 h 2398711"/>
              <a:gd name="connsiteX75449" fmla="*/ 1017460 w 2119654"/>
              <a:gd name="connsiteY75449" fmla="*/ 422792 h 2398711"/>
              <a:gd name="connsiteX75450" fmla="*/ 1018052 w 2119654"/>
              <a:gd name="connsiteY75450" fmla="*/ 423554 h 2398711"/>
              <a:gd name="connsiteX75451" fmla="*/ 1017924 w 2119654"/>
              <a:gd name="connsiteY75451" fmla="*/ 423054 h 2398711"/>
              <a:gd name="connsiteX75452" fmla="*/ 1017467 w 2119654"/>
              <a:gd name="connsiteY75452" fmla="*/ 422782 h 2398711"/>
              <a:gd name="connsiteX75453" fmla="*/ 1077323 w 2119654"/>
              <a:gd name="connsiteY75453" fmla="*/ 288728 h 2398711"/>
              <a:gd name="connsiteX75454" fmla="*/ 1077271 w 2119654"/>
              <a:gd name="connsiteY75454" fmla="*/ 288884 h 2398711"/>
              <a:gd name="connsiteX75455" fmla="*/ 1078672 w 2119654"/>
              <a:gd name="connsiteY75455" fmla="*/ 291136 h 2398711"/>
              <a:gd name="connsiteX75456" fmla="*/ 1078841 w 2119654"/>
              <a:gd name="connsiteY75456" fmla="*/ 290942 h 2398711"/>
              <a:gd name="connsiteX75457" fmla="*/ 1077746 w 2119654"/>
              <a:gd name="connsiteY75457" fmla="*/ 289307 h 2398711"/>
              <a:gd name="connsiteX75458" fmla="*/ 993176 w 2119654"/>
              <a:gd name="connsiteY75458" fmla="*/ 476938 h 2398711"/>
              <a:gd name="connsiteX75459" fmla="*/ 992849 w 2119654"/>
              <a:gd name="connsiteY75459" fmla="*/ 477900 h 2398711"/>
              <a:gd name="connsiteX75460" fmla="*/ 994102 w 2119654"/>
              <a:gd name="connsiteY75460" fmla="*/ 479580 h 2398711"/>
              <a:gd name="connsiteX75461" fmla="*/ 994130 w 2119654"/>
              <a:gd name="connsiteY75461" fmla="*/ 479530 h 2398711"/>
              <a:gd name="connsiteX75462" fmla="*/ 993931 w 2119654"/>
              <a:gd name="connsiteY75462" fmla="*/ 474723 h 2398711"/>
              <a:gd name="connsiteX75463" fmla="*/ 993560 w 2119654"/>
              <a:gd name="connsiteY75463" fmla="*/ 475816 h 2398711"/>
              <a:gd name="connsiteX75464" fmla="*/ 993959 w 2119654"/>
              <a:gd name="connsiteY75464" fmla="*/ 476904 h 2398711"/>
              <a:gd name="connsiteX75465" fmla="*/ 995055 w 2119654"/>
              <a:gd name="connsiteY75465" fmla="*/ 477825 h 2398711"/>
              <a:gd name="connsiteX75466" fmla="*/ 995436 w 2119654"/>
              <a:gd name="connsiteY75466" fmla="*/ 477125 h 2398711"/>
              <a:gd name="connsiteX75467" fmla="*/ 994274 w 2119654"/>
              <a:gd name="connsiteY75467" fmla="*/ 475259 h 2398711"/>
              <a:gd name="connsiteX75468" fmla="*/ 994033 w 2119654"/>
              <a:gd name="connsiteY75468" fmla="*/ 474423 h 2398711"/>
              <a:gd name="connsiteX75469" fmla="*/ 994027 w 2119654"/>
              <a:gd name="connsiteY75469" fmla="*/ 474440 h 2398711"/>
              <a:gd name="connsiteX75470" fmla="*/ 995580 w 2119654"/>
              <a:gd name="connsiteY75470" fmla="*/ 476860 h 2398711"/>
              <a:gd name="connsiteX75471" fmla="*/ 995965 w 2119654"/>
              <a:gd name="connsiteY75471" fmla="*/ 476148 h 2398711"/>
              <a:gd name="connsiteX75472" fmla="*/ 1009707 w 2119654"/>
              <a:gd name="connsiteY75472" fmla="*/ 439158 h 2398711"/>
              <a:gd name="connsiteX75473" fmla="*/ 1010129 w 2119654"/>
              <a:gd name="connsiteY75473" fmla="*/ 440309 h 2398711"/>
              <a:gd name="connsiteX75474" fmla="*/ 1010668 w 2119654"/>
              <a:gd name="connsiteY75474" fmla="*/ 440706 h 2398711"/>
              <a:gd name="connsiteX75475" fmla="*/ 1009719 w 2119654"/>
              <a:gd name="connsiteY75475" fmla="*/ 439144 h 2398711"/>
              <a:gd name="connsiteX75476" fmla="*/ 994426 w 2119654"/>
              <a:gd name="connsiteY75476" fmla="*/ 473273 h 2398711"/>
              <a:gd name="connsiteX75477" fmla="*/ 994250 w 2119654"/>
              <a:gd name="connsiteY75477" fmla="*/ 473789 h 2398711"/>
              <a:gd name="connsiteX75478" fmla="*/ 996268 w 2119654"/>
              <a:gd name="connsiteY75478" fmla="*/ 475594 h 2398711"/>
              <a:gd name="connsiteX75479" fmla="*/ 996333 w 2119654"/>
              <a:gd name="connsiteY75479" fmla="*/ 475475 h 2398711"/>
              <a:gd name="connsiteX75480" fmla="*/ 1036476 w 2119654"/>
              <a:gd name="connsiteY75480" fmla="*/ 379087 h 2398711"/>
              <a:gd name="connsiteX75481" fmla="*/ 1037959 w 2119654"/>
              <a:gd name="connsiteY75481" fmla="*/ 380827 h 2398711"/>
              <a:gd name="connsiteX75482" fmla="*/ 1037403 w 2119654"/>
              <a:gd name="connsiteY75482" fmla="*/ 378415 h 2398711"/>
              <a:gd name="connsiteX75483" fmla="*/ 1037209 w 2119654"/>
              <a:gd name="connsiteY75483" fmla="*/ 378174 h 2398711"/>
              <a:gd name="connsiteX75484" fmla="*/ 1015402 w 2119654"/>
              <a:gd name="connsiteY75484" fmla="*/ 426231 h 2398711"/>
              <a:gd name="connsiteX75485" fmla="*/ 1016988 w 2119654"/>
              <a:gd name="connsiteY75485" fmla="*/ 429771 h 2398711"/>
              <a:gd name="connsiteX75486" fmla="*/ 1018925 w 2119654"/>
              <a:gd name="connsiteY75486" fmla="*/ 427552 h 2398711"/>
              <a:gd name="connsiteX75487" fmla="*/ 1016489 w 2119654"/>
              <a:gd name="connsiteY75487" fmla="*/ 424416 h 2398711"/>
              <a:gd name="connsiteX75488" fmla="*/ 408505 w 2119654"/>
              <a:gd name="connsiteY75488" fmla="*/ 1785022 h 2398711"/>
              <a:gd name="connsiteX75489" fmla="*/ 408850 w 2119654"/>
              <a:gd name="connsiteY75489" fmla="*/ 1785149 h 2398711"/>
              <a:gd name="connsiteX75490" fmla="*/ 408701 w 2119654"/>
              <a:gd name="connsiteY75490" fmla="*/ 1785042 h 2398711"/>
              <a:gd name="connsiteX75491" fmla="*/ 994782 w 2119654"/>
              <a:gd name="connsiteY75491" fmla="*/ 472226 h 2398711"/>
              <a:gd name="connsiteX75492" fmla="*/ 994654 w 2119654"/>
              <a:gd name="connsiteY75492" fmla="*/ 472601 h 2398711"/>
              <a:gd name="connsiteX75493" fmla="*/ 996646 w 2119654"/>
              <a:gd name="connsiteY75493" fmla="*/ 474899 h 2398711"/>
              <a:gd name="connsiteX75494" fmla="*/ 996887 w 2119654"/>
              <a:gd name="connsiteY75494" fmla="*/ 474456 h 2398711"/>
              <a:gd name="connsiteX75495" fmla="*/ 1009262 w 2119654"/>
              <a:gd name="connsiteY75495" fmla="*/ 439669 h 2398711"/>
              <a:gd name="connsiteX75496" fmla="*/ 1009318 w 2119654"/>
              <a:gd name="connsiteY75496" fmla="*/ 439709 h 2398711"/>
              <a:gd name="connsiteX75497" fmla="*/ 1009290 w 2119654"/>
              <a:gd name="connsiteY75497" fmla="*/ 439636 h 2398711"/>
              <a:gd name="connsiteX75498" fmla="*/ 995017 w 2119654"/>
              <a:gd name="connsiteY75498" fmla="*/ 471537 h 2398711"/>
              <a:gd name="connsiteX75499" fmla="*/ 995006 w 2119654"/>
              <a:gd name="connsiteY75499" fmla="*/ 471566 h 2398711"/>
              <a:gd name="connsiteX75500" fmla="*/ 997019 w 2119654"/>
              <a:gd name="connsiteY75500" fmla="*/ 473697 h 2398711"/>
              <a:gd name="connsiteX75501" fmla="*/ 996997 w 2119654"/>
              <a:gd name="connsiteY75501" fmla="*/ 473547 h 2398711"/>
              <a:gd name="connsiteX75502" fmla="*/ 1079576 w 2119654"/>
              <a:gd name="connsiteY75502" fmla="*/ 282077 h 2398711"/>
              <a:gd name="connsiteX75503" fmla="*/ 1077437 w 2119654"/>
              <a:gd name="connsiteY75503" fmla="*/ 288393 h 2398711"/>
              <a:gd name="connsiteX75504" fmla="*/ 1079089 w 2119654"/>
              <a:gd name="connsiteY75504" fmla="*/ 290657 h 2398711"/>
              <a:gd name="connsiteX75505" fmla="*/ 1082326 w 2119654"/>
              <a:gd name="connsiteY75505" fmla="*/ 286933 h 2398711"/>
              <a:gd name="connsiteX75506" fmla="*/ 1035956 w 2119654"/>
              <a:gd name="connsiteY75506" fmla="*/ 379738 h 2398711"/>
              <a:gd name="connsiteX75507" fmla="*/ 1037390 w 2119654"/>
              <a:gd name="connsiteY75507" fmla="*/ 381514 h 2398711"/>
              <a:gd name="connsiteX75508" fmla="*/ 1035996 w 2119654"/>
              <a:gd name="connsiteY75508" fmla="*/ 379688 h 2398711"/>
              <a:gd name="connsiteX75509" fmla="*/ 1021657 w 2119654"/>
              <a:gd name="connsiteY75509" fmla="*/ 411755 h 2398711"/>
              <a:gd name="connsiteX75510" fmla="*/ 1022719 w 2119654"/>
              <a:gd name="connsiteY75510" fmla="*/ 416828 h 2398711"/>
              <a:gd name="connsiteX75511" fmla="*/ 1025015 w 2119654"/>
              <a:gd name="connsiteY75511" fmla="*/ 420573 h 2398711"/>
              <a:gd name="connsiteX75512" fmla="*/ 1027007 w 2119654"/>
              <a:gd name="connsiteY75512" fmla="*/ 418291 h 2398711"/>
              <a:gd name="connsiteX75513" fmla="*/ 418717 w 2119654"/>
              <a:gd name="connsiteY75513" fmla="*/ 1761613 h 2398711"/>
              <a:gd name="connsiteX75514" fmla="*/ 418809 w 2119654"/>
              <a:gd name="connsiteY75514" fmla="*/ 1761672 h 2398711"/>
              <a:gd name="connsiteX75515" fmla="*/ 419616 w 2119654"/>
              <a:gd name="connsiteY75515" fmla="*/ 1761563 h 2398711"/>
              <a:gd name="connsiteX75516" fmla="*/ 419456 w 2119654"/>
              <a:gd name="connsiteY75516" fmla="*/ 1761500 h 2398711"/>
              <a:gd name="connsiteX75517" fmla="*/ 1006598 w 2119654"/>
              <a:gd name="connsiteY75517" fmla="*/ 445179 h 2398711"/>
              <a:gd name="connsiteX75518" fmla="*/ 1006289 w 2119654"/>
              <a:gd name="connsiteY75518" fmla="*/ 446212 h 2398711"/>
              <a:gd name="connsiteX75519" fmla="*/ 1006570 w 2119654"/>
              <a:gd name="connsiteY75519" fmla="*/ 447552 h 2398711"/>
              <a:gd name="connsiteX75520" fmla="*/ 1010585 w 2119654"/>
              <a:gd name="connsiteY75520" fmla="*/ 450927 h 2398711"/>
              <a:gd name="connsiteX75521" fmla="*/ 1010796 w 2119654"/>
              <a:gd name="connsiteY75521" fmla="*/ 450583 h 2398711"/>
              <a:gd name="connsiteX75522" fmla="*/ 1014029 w 2119654"/>
              <a:gd name="connsiteY75522" fmla="*/ 428525 h 2398711"/>
              <a:gd name="connsiteX75523" fmla="*/ 1016054 w 2119654"/>
              <a:gd name="connsiteY75523" fmla="*/ 430841 h 2398711"/>
              <a:gd name="connsiteX75524" fmla="*/ 1016719 w 2119654"/>
              <a:gd name="connsiteY75524" fmla="*/ 430080 h 2398711"/>
              <a:gd name="connsiteX75525" fmla="*/ 1015170 w 2119654"/>
              <a:gd name="connsiteY75525" fmla="*/ 426620 h 2398711"/>
              <a:gd name="connsiteX75526" fmla="*/ 392476 w 2119654"/>
              <a:gd name="connsiteY75526" fmla="*/ 1820282 h 2398711"/>
              <a:gd name="connsiteX75527" fmla="*/ 392245 w 2119654"/>
              <a:gd name="connsiteY75527" fmla="*/ 1821569 h 2398711"/>
              <a:gd name="connsiteX75528" fmla="*/ 394694 w 2119654"/>
              <a:gd name="connsiteY75528" fmla="*/ 1821236 h 2398711"/>
              <a:gd name="connsiteX75529" fmla="*/ 995829 w 2119654"/>
              <a:gd name="connsiteY75529" fmla="*/ 469153 h 2398711"/>
              <a:gd name="connsiteX75530" fmla="*/ 995209 w 2119654"/>
              <a:gd name="connsiteY75530" fmla="*/ 470972 h 2398711"/>
              <a:gd name="connsiteX75531" fmla="*/ 996859 w 2119654"/>
              <a:gd name="connsiteY75531" fmla="*/ 472602 h 2398711"/>
              <a:gd name="connsiteX75532" fmla="*/ 996444 w 2119654"/>
              <a:gd name="connsiteY75532" fmla="*/ 469768 h 2398711"/>
              <a:gd name="connsiteX75533" fmla="*/ 996194 w 2119654"/>
              <a:gd name="connsiteY75533" fmla="*/ 468079 h 2398711"/>
              <a:gd name="connsiteX75534" fmla="*/ 996028 w 2119654"/>
              <a:gd name="connsiteY75534" fmla="*/ 468567 h 2398711"/>
              <a:gd name="connsiteX75535" fmla="*/ 996309 w 2119654"/>
              <a:gd name="connsiteY75535" fmla="*/ 468847 h 2398711"/>
              <a:gd name="connsiteX75536" fmla="*/ 996197 w 2119654"/>
              <a:gd name="connsiteY75536" fmla="*/ 468082 h 2398711"/>
              <a:gd name="connsiteX75537" fmla="*/ 395086 w 2119654"/>
              <a:gd name="connsiteY75537" fmla="*/ 1814027 h 2398711"/>
              <a:gd name="connsiteX75538" fmla="*/ 395315 w 2119654"/>
              <a:gd name="connsiteY75538" fmla="*/ 1814096 h 2398711"/>
              <a:gd name="connsiteX75539" fmla="*/ 397617 w 2119654"/>
              <a:gd name="connsiteY75539" fmla="*/ 1814116 h 2398711"/>
              <a:gd name="connsiteX75540" fmla="*/ 397543 w 2119654"/>
              <a:gd name="connsiteY75540" fmla="*/ 1814074 h 2398711"/>
              <a:gd name="connsiteX75541" fmla="*/ 1008265 w 2119654"/>
              <a:gd name="connsiteY75541" fmla="*/ 440811 h 2398711"/>
              <a:gd name="connsiteX75542" fmla="*/ 1011154 w 2119654"/>
              <a:gd name="connsiteY75542" fmla="*/ 446913 h 2398711"/>
              <a:gd name="connsiteX75543" fmla="*/ 1011770 w 2119654"/>
              <a:gd name="connsiteY75543" fmla="*/ 447981 h 2398711"/>
              <a:gd name="connsiteX75544" fmla="*/ 1012119 w 2119654"/>
              <a:gd name="connsiteY75544" fmla="*/ 448432 h 2398711"/>
              <a:gd name="connsiteX75545" fmla="*/ 1012372 w 2119654"/>
              <a:gd name="connsiteY75545" fmla="*/ 448021 h 2398711"/>
              <a:gd name="connsiteX75546" fmla="*/ 1009880 w 2119654"/>
              <a:gd name="connsiteY75546" fmla="*/ 441239 h 2398711"/>
              <a:gd name="connsiteX75547" fmla="*/ 1008669 w 2119654"/>
              <a:gd name="connsiteY75547" fmla="*/ 440347 h 2398711"/>
              <a:gd name="connsiteX75548" fmla="*/ 1007886 w 2119654"/>
              <a:gd name="connsiteY75548" fmla="*/ 441246 h 2398711"/>
              <a:gd name="connsiteX75549" fmla="*/ 1009400 w 2119654"/>
              <a:gd name="connsiteY75549" fmla="*/ 443871 h 2398711"/>
              <a:gd name="connsiteX75550" fmla="*/ 1008092 w 2119654"/>
              <a:gd name="connsiteY75550" fmla="*/ 441009 h 2398711"/>
              <a:gd name="connsiteX75551" fmla="*/ 1007714 w 2119654"/>
              <a:gd name="connsiteY75551" fmla="*/ 441450 h 2398711"/>
              <a:gd name="connsiteX75552" fmla="*/ 1007432 w 2119654"/>
              <a:gd name="connsiteY75552" fmla="*/ 442395 h 2398711"/>
              <a:gd name="connsiteX75553" fmla="*/ 1010575 w 2119654"/>
              <a:gd name="connsiteY75553" fmla="*/ 446443 h 2398711"/>
              <a:gd name="connsiteX75554" fmla="*/ 1010504 w 2119654"/>
              <a:gd name="connsiteY75554" fmla="*/ 446289 h 2398711"/>
              <a:gd name="connsiteX75555" fmla="*/ 1081799 w 2119654"/>
              <a:gd name="connsiteY75555" fmla="*/ 275511 h 2398711"/>
              <a:gd name="connsiteX75556" fmla="*/ 1079864 w 2119654"/>
              <a:gd name="connsiteY75556" fmla="*/ 281226 h 2398711"/>
              <a:gd name="connsiteX75557" fmla="*/ 1082792 w 2119654"/>
              <a:gd name="connsiteY75557" fmla="*/ 286398 h 2398711"/>
              <a:gd name="connsiteX75558" fmla="*/ 1093437 w 2119654"/>
              <a:gd name="connsiteY75558" fmla="*/ 274153 h 2398711"/>
              <a:gd name="connsiteX75559" fmla="*/ 1088350 w 2119654"/>
              <a:gd name="connsiteY75559" fmla="*/ 266564 h 2398711"/>
              <a:gd name="connsiteX75560" fmla="*/ 1069496 w 2119654"/>
              <a:gd name="connsiteY75560" fmla="*/ 303061 h 2398711"/>
              <a:gd name="connsiteX75561" fmla="*/ 1070142 w 2119654"/>
              <a:gd name="connsiteY75561" fmla="*/ 305645 h 2398711"/>
              <a:gd name="connsiteX75562" fmla="*/ 1071986 w 2119654"/>
              <a:gd name="connsiteY75562" fmla="*/ 300194 h 2398711"/>
              <a:gd name="connsiteX75563" fmla="*/ 412994 w 2119654"/>
              <a:gd name="connsiteY75563" fmla="*/ 1773004 h 2398711"/>
              <a:gd name="connsiteX75564" fmla="*/ 416959 w 2119654"/>
              <a:gd name="connsiteY75564" fmla="*/ 1774830 h 2398711"/>
              <a:gd name="connsiteX75565" fmla="*/ 422098 w 2119654"/>
              <a:gd name="connsiteY75565" fmla="*/ 1774842 h 2398711"/>
              <a:gd name="connsiteX75566" fmla="*/ 420623 w 2119654"/>
              <a:gd name="connsiteY75566" fmla="*/ 1774260 h 2398711"/>
              <a:gd name="connsiteX75567" fmla="*/ 414376 w 2119654"/>
              <a:gd name="connsiteY75567" fmla="*/ 1773133 h 2398711"/>
              <a:gd name="connsiteX75568" fmla="*/ 416207 w 2119654"/>
              <a:gd name="connsiteY75568" fmla="*/ 1765675 h 2398711"/>
              <a:gd name="connsiteX75569" fmla="*/ 416994 w 2119654"/>
              <a:gd name="connsiteY75569" fmla="*/ 1766185 h 2398711"/>
              <a:gd name="connsiteX75570" fmla="*/ 418979 w 2119654"/>
              <a:gd name="connsiteY75570" fmla="*/ 1766695 h 2398711"/>
              <a:gd name="connsiteX75571" fmla="*/ 1006157 w 2119654"/>
              <a:gd name="connsiteY75571" fmla="*/ 444610 h 2398711"/>
              <a:gd name="connsiteX75572" fmla="*/ 1006053 w 2119654"/>
              <a:gd name="connsiteY75572" fmla="*/ 445091 h 2398711"/>
              <a:gd name="connsiteX75573" fmla="*/ 1006186 w 2119654"/>
              <a:gd name="connsiteY75573" fmla="*/ 445722 h 2398711"/>
              <a:gd name="connsiteX75574" fmla="*/ 1006418 w 2119654"/>
              <a:gd name="connsiteY75574" fmla="*/ 444947 h 2398711"/>
              <a:gd name="connsiteX75575" fmla="*/ 392938 w 2119654"/>
              <a:gd name="connsiteY75575" fmla="*/ 1817710 h 2398711"/>
              <a:gd name="connsiteX75576" fmla="*/ 392612 w 2119654"/>
              <a:gd name="connsiteY75576" fmla="*/ 1819526 h 2398711"/>
              <a:gd name="connsiteX75577" fmla="*/ 395778 w 2119654"/>
              <a:gd name="connsiteY75577" fmla="*/ 1820889 h 2398711"/>
              <a:gd name="connsiteX75578" fmla="*/ 396192 w 2119654"/>
              <a:gd name="connsiteY75578" fmla="*/ 1821032 h 2398711"/>
              <a:gd name="connsiteX75579" fmla="*/ 400529 w 2119654"/>
              <a:gd name="connsiteY75579" fmla="*/ 1820442 h 2398711"/>
              <a:gd name="connsiteX75580" fmla="*/ 394295 w 2119654"/>
              <a:gd name="connsiteY75580" fmla="*/ 1817949 h 2398711"/>
              <a:gd name="connsiteX75581" fmla="*/ 1011045 w 2119654"/>
              <a:gd name="connsiteY75581" fmla="*/ 433512 h 2398711"/>
              <a:gd name="connsiteX75582" fmla="*/ 1012810 w 2119654"/>
              <a:gd name="connsiteY75582" fmla="*/ 434558 h 2398711"/>
              <a:gd name="connsiteX75583" fmla="*/ 1015083 w 2119654"/>
              <a:gd name="connsiteY75583" fmla="*/ 431954 h 2398711"/>
              <a:gd name="connsiteX75584" fmla="*/ 1013239 w 2119654"/>
              <a:gd name="connsiteY75584" fmla="*/ 429846 h 2398711"/>
              <a:gd name="connsiteX75585" fmla="*/ 1076317 w 2119654"/>
              <a:gd name="connsiteY75585" fmla="*/ 287349 h 2398711"/>
              <a:gd name="connsiteX75586" fmla="*/ 1076330 w 2119654"/>
              <a:gd name="connsiteY75586" fmla="*/ 287369 h 2398711"/>
              <a:gd name="connsiteX75587" fmla="*/ 1076331 w 2119654"/>
              <a:gd name="connsiteY75587" fmla="*/ 287367 h 2398711"/>
              <a:gd name="connsiteX75588" fmla="*/ 1007183 w 2119654"/>
              <a:gd name="connsiteY75588" fmla="*/ 442050 h 2398711"/>
              <a:gd name="connsiteX75589" fmla="*/ 1007218 w 2119654"/>
              <a:gd name="connsiteY75589" fmla="*/ 442122 h 2398711"/>
              <a:gd name="connsiteX75590" fmla="*/ 1007250 w 2119654"/>
              <a:gd name="connsiteY75590" fmla="*/ 442162 h 2398711"/>
              <a:gd name="connsiteX75591" fmla="*/ 1007337 w 2119654"/>
              <a:gd name="connsiteY75591" fmla="*/ 441875 h 2398711"/>
              <a:gd name="connsiteX75592" fmla="*/ 1010459 w 2119654"/>
              <a:gd name="connsiteY75592" fmla="*/ 434669 h 2398711"/>
              <a:gd name="connsiteX75593" fmla="*/ 1011511 w 2119654"/>
              <a:gd name="connsiteY75593" fmla="*/ 436048 h 2398711"/>
              <a:gd name="connsiteX75594" fmla="*/ 1011896 w 2119654"/>
              <a:gd name="connsiteY75594" fmla="*/ 435606 h 2398711"/>
              <a:gd name="connsiteX75595" fmla="*/ 417583 w 2119654"/>
              <a:gd name="connsiteY75595" fmla="*/ 1761785 h 2398711"/>
              <a:gd name="connsiteX75596" fmla="*/ 417731 w 2119654"/>
              <a:gd name="connsiteY75596" fmla="*/ 1761818 h 2398711"/>
              <a:gd name="connsiteX75597" fmla="*/ 417808 w 2119654"/>
              <a:gd name="connsiteY75597" fmla="*/ 1761808 h 2398711"/>
              <a:gd name="connsiteX75598" fmla="*/ 417738 w 2119654"/>
              <a:gd name="connsiteY75598" fmla="*/ 1761762 h 2398711"/>
              <a:gd name="connsiteX75599" fmla="*/ 1008721 w 2119654"/>
              <a:gd name="connsiteY75599" fmla="*/ 438087 h 2398711"/>
              <a:gd name="connsiteX75600" fmla="*/ 1008431 w 2119654"/>
              <a:gd name="connsiteY75600" fmla="*/ 439055 h 2398711"/>
              <a:gd name="connsiteX75601" fmla="*/ 1008707 w 2119654"/>
              <a:gd name="connsiteY75601" fmla="*/ 439260 h 2398711"/>
              <a:gd name="connsiteX75602" fmla="*/ 1009020 w 2119654"/>
              <a:gd name="connsiteY75602" fmla="*/ 438901 h 2398711"/>
              <a:gd name="connsiteX75603" fmla="*/ 1033214 w 2119654"/>
              <a:gd name="connsiteY75603" fmla="*/ 383158 h 2398711"/>
              <a:gd name="connsiteX75604" fmla="*/ 1039222 w 2119654"/>
              <a:gd name="connsiteY75604" fmla="*/ 395556 h 2398711"/>
              <a:gd name="connsiteX75605" fmla="*/ 1040038 w 2119654"/>
              <a:gd name="connsiteY75605" fmla="*/ 396745 h 2398711"/>
              <a:gd name="connsiteX75606" fmla="*/ 1040915 w 2119654"/>
              <a:gd name="connsiteY75606" fmla="*/ 395033 h 2398711"/>
              <a:gd name="connsiteX75607" fmla="*/ 1033368 w 2119654"/>
              <a:gd name="connsiteY75607" fmla="*/ 382966 h 2398711"/>
              <a:gd name="connsiteX75608" fmla="*/ 1001421 w 2119654"/>
              <a:gd name="connsiteY75608" fmla="*/ 454336 h 2398711"/>
              <a:gd name="connsiteX75609" fmla="*/ 1002189 w 2119654"/>
              <a:gd name="connsiteY75609" fmla="*/ 456114 h 2398711"/>
              <a:gd name="connsiteX75610" fmla="*/ 1002157 w 2119654"/>
              <a:gd name="connsiteY75610" fmla="*/ 455405 h 2398711"/>
              <a:gd name="connsiteX75611" fmla="*/ 1001658 w 2119654"/>
              <a:gd name="connsiteY75611" fmla="*/ 454645 h 2398711"/>
              <a:gd name="connsiteX75612" fmla="*/ 417825 w 2119654"/>
              <a:gd name="connsiteY75612" fmla="*/ 1761036 h 2398711"/>
              <a:gd name="connsiteX75613" fmla="*/ 417869 w 2119654"/>
              <a:gd name="connsiteY75613" fmla="*/ 1761065 h 2398711"/>
              <a:gd name="connsiteX75614" fmla="*/ 418040 w 2119654"/>
              <a:gd name="connsiteY75614" fmla="*/ 1761039 h 2398711"/>
              <a:gd name="connsiteX75615" fmla="*/ 1005878 w 2119654"/>
              <a:gd name="connsiteY75615" fmla="*/ 444251 h 2398711"/>
              <a:gd name="connsiteX75616" fmla="*/ 1005972 w 2119654"/>
              <a:gd name="connsiteY75616" fmla="*/ 444703 h 2398711"/>
              <a:gd name="connsiteX75617" fmla="*/ 1006028 w 2119654"/>
              <a:gd name="connsiteY75617" fmla="*/ 444444 h 2398711"/>
              <a:gd name="connsiteX75618" fmla="*/ 411034 w 2119654"/>
              <a:gd name="connsiteY75618" fmla="*/ 1776214 h 2398711"/>
              <a:gd name="connsiteX75619" fmla="*/ 411065 w 2119654"/>
              <a:gd name="connsiteY75619" fmla="*/ 1777189 h 2398711"/>
              <a:gd name="connsiteX75620" fmla="*/ 416132 w 2119654"/>
              <a:gd name="connsiteY75620" fmla="*/ 1780346 h 2398711"/>
              <a:gd name="connsiteX75621" fmla="*/ 428809 w 2119654"/>
              <a:gd name="connsiteY75621" fmla="*/ 1784847 h 2398711"/>
              <a:gd name="connsiteX75622" fmla="*/ 414131 w 2119654"/>
              <a:gd name="connsiteY75622" fmla="*/ 1776222 h 2398711"/>
              <a:gd name="connsiteX75623" fmla="*/ 1009510 w 2119654"/>
              <a:gd name="connsiteY75623" fmla="*/ 436075 h 2398711"/>
              <a:gd name="connsiteX75624" fmla="*/ 1009729 w 2119654"/>
              <a:gd name="connsiteY75624" fmla="*/ 436395 h 2398711"/>
              <a:gd name="connsiteX75625" fmla="*/ 1010559 w 2119654"/>
              <a:gd name="connsiteY75625" fmla="*/ 437138 h 2398711"/>
              <a:gd name="connsiteX75626" fmla="*/ 1010739 w 2119654"/>
              <a:gd name="connsiteY75626" fmla="*/ 436932 h 2398711"/>
              <a:gd name="connsiteX75627" fmla="*/ 1009819 w 2119654"/>
              <a:gd name="connsiteY75627" fmla="*/ 435559 h 2398711"/>
              <a:gd name="connsiteX75628" fmla="*/ 393274 w 2119654"/>
              <a:gd name="connsiteY75628" fmla="*/ 1815837 h 2398711"/>
              <a:gd name="connsiteX75629" fmla="*/ 393225 w 2119654"/>
              <a:gd name="connsiteY75629" fmla="*/ 1816113 h 2398711"/>
              <a:gd name="connsiteX75630" fmla="*/ 397359 w 2119654"/>
              <a:gd name="connsiteY75630" fmla="*/ 1817766 h 2398711"/>
              <a:gd name="connsiteX75631" fmla="*/ 405949 w 2119654"/>
              <a:gd name="connsiteY75631" fmla="*/ 1818932 h 2398711"/>
              <a:gd name="connsiteX75632" fmla="*/ 404167 w 2119654"/>
              <a:gd name="connsiteY75632" fmla="*/ 1817902 h 2398711"/>
              <a:gd name="connsiteX75633" fmla="*/ 397424 w 2119654"/>
              <a:gd name="connsiteY75633" fmla="*/ 1815874 h 2398711"/>
              <a:gd name="connsiteX75634" fmla="*/ 1007711 w 2119654"/>
              <a:gd name="connsiteY75634" fmla="*/ 439640 h 2398711"/>
              <a:gd name="connsiteX75635" fmla="*/ 1007891 w 2119654"/>
              <a:gd name="connsiteY75635" fmla="*/ 440020 h 2398711"/>
              <a:gd name="connsiteX75636" fmla="*/ 1007952 w 2119654"/>
              <a:gd name="connsiteY75636" fmla="*/ 439817 h 2398711"/>
              <a:gd name="connsiteX75637" fmla="*/ 1009583 w 2119654"/>
              <a:gd name="connsiteY75637" fmla="*/ 435206 h 2398711"/>
              <a:gd name="connsiteX75638" fmla="*/ 1009380 w 2119654"/>
              <a:gd name="connsiteY75638" fmla="*/ 435885 h 2398711"/>
              <a:gd name="connsiteX75639" fmla="*/ 1009397 w 2119654"/>
              <a:gd name="connsiteY75639" fmla="*/ 435910 h 2398711"/>
              <a:gd name="connsiteX75640" fmla="*/ 1009707 w 2119654"/>
              <a:gd name="connsiteY75640" fmla="*/ 435393 h 2398711"/>
              <a:gd name="connsiteX75641" fmla="*/ 1007962 w 2119654"/>
              <a:gd name="connsiteY75641" fmla="*/ 438710 h 2398711"/>
              <a:gd name="connsiteX75642" fmla="*/ 1008225 w 2119654"/>
              <a:gd name="connsiteY75642" fmla="*/ 438904 h 2398711"/>
              <a:gd name="connsiteX75643" fmla="*/ 1008582 w 2119654"/>
              <a:gd name="connsiteY75643" fmla="*/ 437710 h 2398711"/>
              <a:gd name="connsiteX75644" fmla="*/ 1008567 w 2119654"/>
              <a:gd name="connsiteY75644" fmla="*/ 437670 h 2398711"/>
              <a:gd name="connsiteX75645" fmla="*/ 406578 w 2119654"/>
              <a:gd name="connsiteY75645" fmla="*/ 1785296 h 2398711"/>
              <a:gd name="connsiteX75646" fmla="*/ 407751 w 2119654"/>
              <a:gd name="connsiteY75646" fmla="*/ 1786354 h 2398711"/>
              <a:gd name="connsiteX75647" fmla="*/ 407932 w 2119654"/>
              <a:gd name="connsiteY75647" fmla="*/ 1786417 h 2398711"/>
              <a:gd name="connsiteX75648" fmla="*/ 411194 w 2119654"/>
              <a:gd name="connsiteY75648" fmla="*/ 1787348 h 2398711"/>
              <a:gd name="connsiteX75649" fmla="*/ 1000945 w 2119654"/>
              <a:gd name="connsiteY75649" fmla="*/ 454136 h 2398711"/>
              <a:gd name="connsiteX75650" fmla="*/ 1000691 w 2119654"/>
              <a:gd name="connsiteY75650" fmla="*/ 454880 h 2398711"/>
              <a:gd name="connsiteX75651" fmla="*/ 1001596 w 2119654"/>
              <a:gd name="connsiteY75651" fmla="*/ 461060 h 2398711"/>
              <a:gd name="connsiteX75652" fmla="*/ 1002305 w 2119654"/>
              <a:gd name="connsiteY75652" fmla="*/ 458688 h 2398711"/>
              <a:gd name="connsiteX75653" fmla="*/ 1002234 w 2119654"/>
              <a:gd name="connsiteY75653" fmla="*/ 457125 h 2398711"/>
              <a:gd name="connsiteX75654" fmla="*/ 1031812 w 2119654"/>
              <a:gd name="connsiteY75654" fmla="*/ 384907 h 2398711"/>
              <a:gd name="connsiteX75655" fmla="*/ 1035515 w 2119654"/>
              <a:gd name="connsiteY75655" fmla="*/ 390153 h 2398711"/>
              <a:gd name="connsiteX75656" fmla="*/ 1038177 w 2119654"/>
              <a:gd name="connsiteY75656" fmla="*/ 394032 h 2398711"/>
              <a:gd name="connsiteX75657" fmla="*/ 1033023 w 2119654"/>
              <a:gd name="connsiteY75657" fmla="*/ 383396 h 2398711"/>
              <a:gd name="connsiteX75658" fmla="*/ 1007190 w 2119654"/>
              <a:gd name="connsiteY75658" fmla="*/ 440040 h 2398711"/>
              <a:gd name="connsiteX75659" fmla="*/ 1007523 w 2119654"/>
              <a:gd name="connsiteY75659" fmla="*/ 440617 h 2398711"/>
              <a:gd name="connsiteX75660" fmla="*/ 1007779 w 2119654"/>
              <a:gd name="connsiteY75660" fmla="*/ 440324 h 2398711"/>
              <a:gd name="connsiteX75661" fmla="*/ 1007447 w 2119654"/>
              <a:gd name="connsiteY75661" fmla="*/ 439598 h 2398711"/>
              <a:gd name="connsiteX75662" fmla="*/ 1078883 w 2119654"/>
              <a:gd name="connsiteY75662" fmla="*/ 279495 h 2398711"/>
              <a:gd name="connsiteX75663" fmla="*/ 1079100 w 2119654"/>
              <a:gd name="connsiteY75663" fmla="*/ 279877 h 2398711"/>
              <a:gd name="connsiteX75664" fmla="*/ 1079647 w 2119654"/>
              <a:gd name="connsiteY75664" fmla="*/ 278451 h 2398711"/>
              <a:gd name="connsiteX75665" fmla="*/ 988489 w 2119654"/>
              <a:gd name="connsiteY75665" fmla="*/ 481687 h 2398711"/>
              <a:gd name="connsiteX75666" fmla="*/ 988330 w 2119654"/>
              <a:gd name="connsiteY75666" fmla="*/ 483684 h 2398711"/>
              <a:gd name="connsiteX75667" fmla="*/ 988471 w 2119654"/>
              <a:gd name="connsiteY75667" fmla="*/ 485754 h 2398711"/>
              <a:gd name="connsiteX75668" fmla="*/ 988696 w 2119654"/>
              <a:gd name="connsiteY75668" fmla="*/ 486814 h 2398711"/>
              <a:gd name="connsiteX75669" fmla="*/ 989483 w 2119654"/>
              <a:gd name="connsiteY75669" fmla="*/ 484017 h 2398711"/>
              <a:gd name="connsiteX75670" fmla="*/ 989239 w 2119654"/>
              <a:gd name="connsiteY75670" fmla="*/ 482645 h 2398711"/>
              <a:gd name="connsiteX75671" fmla="*/ 1086072 w 2119654"/>
              <a:gd name="connsiteY75671" fmla="*/ 263166 h 2398711"/>
              <a:gd name="connsiteX75672" fmla="*/ 1085278 w 2119654"/>
              <a:gd name="connsiteY75672" fmla="*/ 265236 h 2398711"/>
              <a:gd name="connsiteX75673" fmla="*/ 1082312 w 2119654"/>
              <a:gd name="connsiteY75673" fmla="*/ 273997 h 2398711"/>
              <a:gd name="connsiteX75674" fmla="*/ 1088065 w 2119654"/>
              <a:gd name="connsiteY75674" fmla="*/ 266139 h 2398711"/>
              <a:gd name="connsiteX75675" fmla="*/ 1006647 w 2119654"/>
              <a:gd name="connsiteY75675" fmla="*/ 440975 h 2398711"/>
              <a:gd name="connsiteX75676" fmla="*/ 1006852 w 2119654"/>
              <a:gd name="connsiteY75676" fmla="*/ 441386 h 2398711"/>
              <a:gd name="connsiteX75677" fmla="*/ 1007350 w 2119654"/>
              <a:gd name="connsiteY75677" fmla="*/ 440816 h 2398711"/>
              <a:gd name="connsiteX75678" fmla="*/ 1007046 w 2119654"/>
              <a:gd name="connsiteY75678" fmla="*/ 440289 h 2398711"/>
              <a:gd name="connsiteX75679" fmla="*/ 991346 w 2119654"/>
              <a:gd name="connsiteY75679" fmla="*/ 475197 h 2398711"/>
              <a:gd name="connsiteX75680" fmla="*/ 991507 w 2119654"/>
              <a:gd name="connsiteY75680" fmla="*/ 476098 h 2398711"/>
              <a:gd name="connsiteX75681" fmla="*/ 991657 w 2119654"/>
              <a:gd name="connsiteY75681" fmla="*/ 476300 h 2398711"/>
              <a:gd name="connsiteX75682" fmla="*/ 991841 w 2119654"/>
              <a:gd name="connsiteY75682" fmla="*/ 475647 h 2398711"/>
              <a:gd name="connsiteX75683" fmla="*/ 1006510 w 2119654"/>
              <a:gd name="connsiteY75683" fmla="*/ 441210 h 2398711"/>
              <a:gd name="connsiteX75684" fmla="*/ 1006675 w 2119654"/>
              <a:gd name="connsiteY75684" fmla="*/ 441421 h 2398711"/>
              <a:gd name="connsiteX75685" fmla="*/ 1006542 w 2119654"/>
              <a:gd name="connsiteY75685" fmla="*/ 441156 h 2398711"/>
              <a:gd name="connsiteX75686" fmla="*/ 1066708 w 2119654"/>
              <a:gd name="connsiteY75686" fmla="*/ 306266 h 2398711"/>
              <a:gd name="connsiteX75687" fmla="*/ 1068297 w 2119654"/>
              <a:gd name="connsiteY75687" fmla="*/ 311092 h 2398711"/>
              <a:gd name="connsiteX75688" fmla="*/ 1068398 w 2119654"/>
              <a:gd name="connsiteY75688" fmla="*/ 310793 h 2398711"/>
              <a:gd name="connsiteX75689" fmla="*/ 1067143 w 2119654"/>
              <a:gd name="connsiteY75689" fmla="*/ 305766 h 2398711"/>
              <a:gd name="connsiteX75690" fmla="*/ 1017012 w 2119654"/>
              <a:gd name="connsiteY75690" fmla="*/ 417541 h 2398711"/>
              <a:gd name="connsiteX75691" fmla="*/ 1018024 w 2119654"/>
              <a:gd name="connsiteY75691" fmla="*/ 421501 h 2398711"/>
              <a:gd name="connsiteX75692" fmla="*/ 1018843 w 2119654"/>
              <a:gd name="connsiteY75692" fmla="*/ 420133 h 2398711"/>
              <a:gd name="connsiteX75693" fmla="*/ 1001905 w 2119654"/>
              <a:gd name="connsiteY75693" fmla="*/ 451316 h 2398711"/>
              <a:gd name="connsiteX75694" fmla="*/ 1001536 w 2119654"/>
              <a:gd name="connsiteY75694" fmla="*/ 452401 h 2398711"/>
              <a:gd name="connsiteX75695" fmla="*/ 1002052 w 2119654"/>
              <a:gd name="connsiteY75695" fmla="*/ 453075 h 2398711"/>
              <a:gd name="connsiteX75696" fmla="*/ 1001980 w 2119654"/>
              <a:gd name="connsiteY75696" fmla="*/ 451469 h 2398711"/>
              <a:gd name="connsiteX75697" fmla="*/ 392517 w 2119654"/>
              <a:gd name="connsiteY75697" fmla="*/ 1815830 h 2398711"/>
              <a:gd name="connsiteX75698" fmla="*/ 393012 w 2119654"/>
              <a:gd name="connsiteY75698" fmla="*/ 1816028 h 2398711"/>
              <a:gd name="connsiteX75699" fmla="*/ 393047 w 2119654"/>
              <a:gd name="connsiteY75699" fmla="*/ 1815835 h 2398711"/>
              <a:gd name="connsiteX75700" fmla="*/ 406331 w 2119654"/>
              <a:gd name="connsiteY75700" fmla="*/ 1784792 h 2398711"/>
              <a:gd name="connsiteX75701" fmla="*/ 410847 w 2119654"/>
              <a:gd name="connsiteY75701" fmla="*/ 1786586 h 2398711"/>
              <a:gd name="connsiteX75702" fmla="*/ 409173 w 2119654"/>
              <a:gd name="connsiteY75702" fmla="*/ 1785382 h 2398711"/>
              <a:gd name="connsiteX75703" fmla="*/ 408076 w 2119654"/>
              <a:gd name="connsiteY75703" fmla="*/ 1784976 h 2398711"/>
              <a:gd name="connsiteX75704" fmla="*/ 386557 w 2119654"/>
              <a:gd name="connsiteY75704" fmla="*/ 1829036 h 2398711"/>
              <a:gd name="connsiteX75705" fmla="*/ 390482 w 2119654"/>
              <a:gd name="connsiteY75705" fmla="*/ 1830122 h 2398711"/>
              <a:gd name="connsiteX75706" fmla="*/ 390713 w 2119654"/>
              <a:gd name="connsiteY75706" fmla="*/ 1828835 h 2398711"/>
              <a:gd name="connsiteX75707" fmla="*/ 390021 w 2119654"/>
              <a:gd name="connsiteY75707" fmla="*/ 1828518 h 2398711"/>
              <a:gd name="connsiteX75708" fmla="*/ 394013 w 2119654"/>
              <a:gd name="connsiteY75708" fmla="*/ 1812033 h 2398711"/>
              <a:gd name="connsiteX75709" fmla="*/ 393760 w 2119654"/>
              <a:gd name="connsiteY75709" fmla="*/ 1813324 h 2398711"/>
              <a:gd name="connsiteX75710" fmla="*/ 396331 w 2119654"/>
              <a:gd name="connsiteY75710" fmla="*/ 1813373 h 2398711"/>
              <a:gd name="connsiteX75711" fmla="*/ 1088502 w 2119654"/>
              <a:gd name="connsiteY75711" fmla="*/ 256833 h 2398711"/>
              <a:gd name="connsiteX75712" fmla="*/ 1086520 w 2119654"/>
              <a:gd name="connsiteY75712" fmla="*/ 261998 h 2398711"/>
              <a:gd name="connsiteX75713" fmla="*/ 1088708 w 2119654"/>
              <a:gd name="connsiteY75713" fmla="*/ 265261 h 2398711"/>
              <a:gd name="connsiteX75714" fmla="*/ 1091283 w 2119654"/>
              <a:gd name="connsiteY75714" fmla="*/ 261744 h 2398711"/>
              <a:gd name="connsiteX75715" fmla="*/ 385246 w 2119654"/>
              <a:gd name="connsiteY75715" fmla="*/ 1831400 h 2398711"/>
              <a:gd name="connsiteX75716" fmla="*/ 390166 w 2119654"/>
              <a:gd name="connsiteY75716" fmla="*/ 1831882 h 2398711"/>
              <a:gd name="connsiteX75717" fmla="*/ 390227 w 2119654"/>
              <a:gd name="connsiteY75717" fmla="*/ 1831544 h 2398711"/>
              <a:gd name="connsiteX75718" fmla="*/ 394222 w 2119654"/>
              <a:gd name="connsiteY75718" fmla="*/ 1810969 h 2398711"/>
              <a:gd name="connsiteX75719" fmla="*/ 394122 w 2119654"/>
              <a:gd name="connsiteY75719" fmla="*/ 1811482 h 2398711"/>
              <a:gd name="connsiteX75720" fmla="*/ 397432 w 2119654"/>
              <a:gd name="connsiteY75720" fmla="*/ 1813395 h 2398711"/>
              <a:gd name="connsiteX75721" fmla="*/ 406662 w 2119654"/>
              <a:gd name="connsiteY75721" fmla="*/ 1813572 h 2398711"/>
              <a:gd name="connsiteX75722" fmla="*/ 399469 w 2119654"/>
              <a:gd name="connsiteY75722" fmla="*/ 1810446 h 2398711"/>
              <a:gd name="connsiteX75723" fmla="*/ 1011710 w 2119654"/>
              <a:gd name="connsiteY75723" fmla="*/ 428098 h 2398711"/>
              <a:gd name="connsiteX75724" fmla="*/ 1010234 w 2119654"/>
              <a:gd name="connsiteY75724" fmla="*/ 433030 h 2398711"/>
              <a:gd name="connsiteX75725" fmla="*/ 1010889 w 2119654"/>
              <a:gd name="connsiteY75725" fmla="*/ 433419 h 2398711"/>
              <a:gd name="connsiteX75726" fmla="*/ 1013114 w 2119654"/>
              <a:gd name="connsiteY75726" fmla="*/ 429702 h 2398711"/>
              <a:gd name="connsiteX75727" fmla="*/ 411104 w 2119654"/>
              <a:gd name="connsiteY75727" fmla="*/ 1772828 h 2398711"/>
              <a:gd name="connsiteX75728" fmla="*/ 414038 w 2119654"/>
              <a:gd name="connsiteY75728" fmla="*/ 1774550 h 2398711"/>
              <a:gd name="connsiteX75729" fmla="*/ 414937 w 2119654"/>
              <a:gd name="connsiteY75729" fmla="*/ 1774825 h 2398711"/>
              <a:gd name="connsiteX75730" fmla="*/ 416481 w 2119654"/>
              <a:gd name="connsiteY75730" fmla="*/ 1774828 h 2398711"/>
              <a:gd name="connsiteX75731" fmla="*/ 412397 w 2119654"/>
              <a:gd name="connsiteY75731" fmla="*/ 1772948 h 2398711"/>
              <a:gd name="connsiteX75732" fmla="*/ 994307 w 2119654"/>
              <a:gd name="connsiteY75732" fmla="*/ 466850 h 2398711"/>
              <a:gd name="connsiteX75733" fmla="*/ 994316 w 2119654"/>
              <a:gd name="connsiteY75733" fmla="*/ 466858 h 2398711"/>
              <a:gd name="connsiteX75734" fmla="*/ 994317 w 2119654"/>
              <a:gd name="connsiteY75734" fmla="*/ 466856 h 2398711"/>
              <a:gd name="connsiteX75735" fmla="*/ 1091253 w 2119654"/>
              <a:gd name="connsiteY75735" fmla="*/ 249663 h 2398711"/>
              <a:gd name="connsiteX75736" fmla="*/ 1088919 w 2119654"/>
              <a:gd name="connsiteY75736" fmla="*/ 255746 h 2398711"/>
              <a:gd name="connsiteX75737" fmla="*/ 1091865 w 2119654"/>
              <a:gd name="connsiteY75737" fmla="*/ 260948 h 2398711"/>
              <a:gd name="connsiteX75738" fmla="*/ 1092906 w 2119654"/>
              <a:gd name="connsiteY75738" fmla="*/ 259526 h 2398711"/>
              <a:gd name="connsiteX75739" fmla="*/ 409493 w 2119654"/>
              <a:gd name="connsiteY75739" fmla="*/ 1776210 h 2398711"/>
              <a:gd name="connsiteX75740" fmla="*/ 410898 w 2119654"/>
              <a:gd name="connsiteY75740" fmla="*/ 1777085 h 2398711"/>
              <a:gd name="connsiteX75741" fmla="*/ 410870 w 2119654"/>
              <a:gd name="connsiteY75741" fmla="*/ 1776213 h 2398711"/>
              <a:gd name="connsiteX75742" fmla="*/ 1006100 w 2119654"/>
              <a:gd name="connsiteY75742" fmla="*/ 440270 h 2398711"/>
              <a:gd name="connsiteX75743" fmla="*/ 1006055 w 2119654"/>
              <a:gd name="connsiteY75743" fmla="*/ 440624 h 2398711"/>
              <a:gd name="connsiteX75744" fmla="*/ 1006349 w 2119654"/>
              <a:gd name="connsiteY75744" fmla="*/ 441002 h 2398711"/>
              <a:gd name="connsiteX75745" fmla="*/ 1006413 w 2119654"/>
              <a:gd name="connsiteY75745" fmla="*/ 440896 h 2398711"/>
              <a:gd name="connsiteX75746" fmla="*/ 1032273 w 2119654"/>
              <a:gd name="connsiteY75746" fmla="*/ 381217 h 2398711"/>
              <a:gd name="connsiteX75747" fmla="*/ 1032362 w 2119654"/>
              <a:gd name="connsiteY75747" fmla="*/ 381400 h 2398711"/>
              <a:gd name="connsiteX75748" fmla="*/ 1032377 w 2119654"/>
              <a:gd name="connsiteY75748" fmla="*/ 381381 h 2398711"/>
              <a:gd name="connsiteX75749" fmla="*/ 394728 w 2119654"/>
              <a:gd name="connsiteY75749" fmla="*/ 1808385 h 2398711"/>
              <a:gd name="connsiteX75750" fmla="*/ 394428 w 2119654"/>
              <a:gd name="connsiteY75750" fmla="*/ 1809916 h 2398711"/>
              <a:gd name="connsiteX75751" fmla="*/ 397537 w 2119654"/>
              <a:gd name="connsiteY75751" fmla="*/ 1809606 h 2398711"/>
              <a:gd name="connsiteX75752" fmla="*/ 1006405 w 2119654"/>
              <a:gd name="connsiteY75752" fmla="*/ 438676 h 2398711"/>
              <a:gd name="connsiteX75753" fmla="*/ 1007061 w 2119654"/>
              <a:gd name="connsiteY75753" fmla="*/ 439814 h 2398711"/>
              <a:gd name="connsiteX75754" fmla="*/ 1007332 w 2119654"/>
              <a:gd name="connsiteY75754" fmla="*/ 439361 h 2398711"/>
              <a:gd name="connsiteX75755" fmla="*/ 1006267 w 2119654"/>
              <a:gd name="connsiteY75755" fmla="*/ 438939 h 2398711"/>
              <a:gd name="connsiteX75756" fmla="*/ 1006140 w 2119654"/>
              <a:gd name="connsiteY75756" fmla="*/ 439956 h 2398711"/>
              <a:gd name="connsiteX75757" fmla="*/ 1006519 w 2119654"/>
              <a:gd name="connsiteY75757" fmla="*/ 440718 h 2398711"/>
              <a:gd name="connsiteX75758" fmla="*/ 1006913 w 2119654"/>
              <a:gd name="connsiteY75758" fmla="*/ 440060 h 2398711"/>
              <a:gd name="connsiteX75759" fmla="*/ 1005780 w 2119654"/>
              <a:gd name="connsiteY75759" fmla="*/ 439943 h 2398711"/>
              <a:gd name="connsiteX75760" fmla="*/ 1005702 w 2119654"/>
              <a:gd name="connsiteY75760" fmla="*/ 440169 h 2398711"/>
              <a:gd name="connsiteX75761" fmla="*/ 1005744 w 2119654"/>
              <a:gd name="connsiteY75761" fmla="*/ 440223 h 2398711"/>
              <a:gd name="connsiteX75762" fmla="*/ 1000670 w 2119654"/>
              <a:gd name="connsiteY75762" fmla="*/ 451271 h 2398711"/>
              <a:gd name="connsiteX75763" fmla="*/ 1000766 w 2119654"/>
              <a:gd name="connsiteY75763" fmla="*/ 451396 h 2398711"/>
              <a:gd name="connsiteX75764" fmla="*/ 1001005 w 2119654"/>
              <a:gd name="connsiteY75764" fmla="*/ 450694 h 2398711"/>
              <a:gd name="connsiteX75765" fmla="*/ 393379 w 2119654"/>
              <a:gd name="connsiteY75765" fmla="*/ 1811053 h 2398711"/>
              <a:gd name="connsiteX75766" fmla="*/ 393856 w 2119654"/>
              <a:gd name="connsiteY75766" fmla="*/ 1811329 h 2398711"/>
              <a:gd name="connsiteX75767" fmla="*/ 393915 w 2119654"/>
              <a:gd name="connsiteY75767" fmla="*/ 1810999 h 2398711"/>
              <a:gd name="connsiteX75768" fmla="*/ 1074907 w 2119654"/>
              <a:gd name="connsiteY75768" fmla="*/ 284925 h 2398711"/>
              <a:gd name="connsiteX75769" fmla="*/ 1076444 w 2119654"/>
              <a:gd name="connsiteY75769" fmla="*/ 287032 h 2398711"/>
              <a:gd name="connsiteX75770" fmla="*/ 1077114 w 2119654"/>
              <a:gd name="connsiteY75770" fmla="*/ 285053 h 2398711"/>
              <a:gd name="connsiteX75771" fmla="*/ 1078789 w 2119654"/>
              <a:gd name="connsiteY75771" fmla="*/ 280687 h 2398711"/>
              <a:gd name="connsiteX75772" fmla="*/ 1078449 w 2119654"/>
              <a:gd name="connsiteY75772" fmla="*/ 280087 h 2398711"/>
              <a:gd name="connsiteX75773" fmla="*/ 346573 w 2119654"/>
              <a:gd name="connsiteY75773" fmla="*/ 1915651 h 2398711"/>
              <a:gd name="connsiteX75774" fmla="*/ 350234 w 2119654"/>
              <a:gd name="connsiteY75774" fmla="*/ 1917834 h 2398711"/>
              <a:gd name="connsiteX75775" fmla="*/ 370521 w 2119654"/>
              <a:gd name="connsiteY75775" fmla="*/ 1920258 h 2398711"/>
              <a:gd name="connsiteX75776" fmla="*/ 424585 w 2119654"/>
              <a:gd name="connsiteY75776" fmla="*/ 1925964 h 2398711"/>
              <a:gd name="connsiteX75777" fmla="*/ 395394 w 2119654"/>
              <a:gd name="connsiteY75777" fmla="*/ 1911504 h 2398711"/>
              <a:gd name="connsiteX75778" fmla="*/ 383774 w 2119654"/>
              <a:gd name="connsiteY75778" fmla="*/ 1910299 h 2398711"/>
              <a:gd name="connsiteX75779" fmla="*/ 369402 w 2119654"/>
              <a:gd name="connsiteY75779" fmla="*/ 1912488 h 2398711"/>
              <a:gd name="connsiteX75780" fmla="*/ 1013362 w 2119654"/>
              <a:gd name="connsiteY75780" fmla="*/ 422579 h 2398711"/>
              <a:gd name="connsiteX75781" fmla="*/ 1012205 w 2119654"/>
              <a:gd name="connsiteY75781" fmla="*/ 426441 h 2398711"/>
              <a:gd name="connsiteX75782" fmla="*/ 1013904 w 2119654"/>
              <a:gd name="connsiteY75782" fmla="*/ 428383 h 2398711"/>
              <a:gd name="connsiteX75783" fmla="*/ 1015080 w 2119654"/>
              <a:gd name="connsiteY75783" fmla="*/ 426418 h 2398711"/>
              <a:gd name="connsiteX75784" fmla="*/ 1006559 w 2119654"/>
              <a:gd name="connsiteY75784" fmla="*/ 437654 h 2398711"/>
              <a:gd name="connsiteX75785" fmla="*/ 1006554 w 2119654"/>
              <a:gd name="connsiteY75785" fmla="*/ 437671 h 2398711"/>
              <a:gd name="connsiteX75786" fmla="*/ 1006572 w 2119654"/>
              <a:gd name="connsiteY75786" fmla="*/ 437685 h 2398711"/>
              <a:gd name="connsiteX75787" fmla="*/ 1027902 w 2119654"/>
              <a:gd name="connsiteY75787" fmla="*/ 389785 h 2398711"/>
              <a:gd name="connsiteX75788" fmla="*/ 1031165 w 2119654"/>
              <a:gd name="connsiteY75788" fmla="*/ 403958 h 2398711"/>
              <a:gd name="connsiteX75789" fmla="*/ 1032119 w 2119654"/>
              <a:gd name="connsiteY75789" fmla="*/ 405092 h 2398711"/>
              <a:gd name="connsiteX75790" fmla="*/ 1034354 w 2119654"/>
              <a:gd name="connsiteY75790" fmla="*/ 407821 h 2398711"/>
              <a:gd name="connsiteX75791" fmla="*/ 1039650 w 2119654"/>
              <a:gd name="connsiteY75791" fmla="*/ 397500 h 2398711"/>
              <a:gd name="connsiteX75792" fmla="*/ 1031381 w 2119654"/>
              <a:gd name="connsiteY75792" fmla="*/ 385445 h 2398711"/>
              <a:gd name="connsiteX75793" fmla="*/ 1013834 w 2119654"/>
              <a:gd name="connsiteY75793" fmla="*/ 421000 h 2398711"/>
              <a:gd name="connsiteX75794" fmla="*/ 1013525 w 2119654"/>
              <a:gd name="connsiteY75794" fmla="*/ 422035 h 2398711"/>
              <a:gd name="connsiteX75795" fmla="*/ 1015313 w 2119654"/>
              <a:gd name="connsiteY75795" fmla="*/ 426030 h 2398711"/>
              <a:gd name="connsiteX75796" fmla="*/ 1016370 w 2119654"/>
              <a:gd name="connsiteY75796" fmla="*/ 424263 h 2398711"/>
              <a:gd name="connsiteX75797" fmla="*/ 1024773 w 2119654"/>
              <a:gd name="connsiteY75797" fmla="*/ 396359 h 2398711"/>
              <a:gd name="connsiteX75798" fmla="*/ 1027823 w 2119654"/>
              <a:gd name="connsiteY75798" fmla="*/ 399987 h 2398711"/>
              <a:gd name="connsiteX75799" fmla="*/ 1026536 w 2119654"/>
              <a:gd name="connsiteY75799" fmla="*/ 394394 h 2398711"/>
              <a:gd name="connsiteX75800" fmla="*/ 1007337 w 2119654"/>
              <a:gd name="connsiteY75800" fmla="*/ 435369 h 2398711"/>
              <a:gd name="connsiteX75801" fmla="*/ 1006648 w 2119654"/>
              <a:gd name="connsiteY75801" fmla="*/ 437394 h 2398711"/>
              <a:gd name="connsiteX75802" fmla="*/ 1006899 w 2119654"/>
              <a:gd name="connsiteY75802" fmla="*/ 437926 h 2398711"/>
              <a:gd name="connsiteX75803" fmla="*/ 1007795 w 2119654"/>
              <a:gd name="connsiteY75803" fmla="*/ 438586 h 2398711"/>
              <a:gd name="connsiteX75804" fmla="*/ 1008482 w 2119654"/>
              <a:gd name="connsiteY75804" fmla="*/ 437439 h 2398711"/>
              <a:gd name="connsiteX75805" fmla="*/ 1008176 w 2119654"/>
              <a:gd name="connsiteY75805" fmla="*/ 436605 h 2398711"/>
              <a:gd name="connsiteX75806" fmla="*/ 1007530 w 2119654"/>
              <a:gd name="connsiteY75806" fmla="*/ 435541 h 2398711"/>
              <a:gd name="connsiteX75807" fmla="*/ 1001087 w 2119654"/>
              <a:gd name="connsiteY75807" fmla="*/ 449035 h 2398711"/>
              <a:gd name="connsiteX75808" fmla="*/ 1001292 w 2119654"/>
              <a:gd name="connsiteY75808" fmla="*/ 449449 h 2398711"/>
              <a:gd name="connsiteX75809" fmla="*/ 1001381 w 2119654"/>
              <a:gd name="connsiteY75809" fmla="*/ 449300 h 2398711"/>
              <a:gd name="connsiteX75810" fmla="*/ 1001118 w 2119654"/>
              <a:gd name="connsiteY75810" fmla="*/ 449000 h 2398711"/>
              <a:gd name="connsiteX75811" fmla="*/ 419652 w 2119654"/>
              <a:gd name="connsiteY75811" fmla="*/ 1750932 h 2398711"/>
              <a:gd name="connsiteX75812" fmla="*/ 420533 w 2119654"/>
              <a:gd name="connsiteY75812" fmla="*/ 1751055 h 2398711"/>
              <a:gd name="connsiteX75813" fmla="*/ 422388 w 2119654"/>
              <a:gd name="connsiteY75813" fmla="*/ 1751238 h 2398711"/>
              <a:gd name="connsiteX75814" fmla="*/ 421522 w 2119654"/>
              <a:gd name="connsiteY75814" fmla="*/ 1750643 h 2398711"/>
              <a:gd name="connsiteX75815" fmla="*/ 1098389 w 2119654"/>
              <a:gd name="connsiteY75815" fmla="*/ 231066 h 2398711"/>
              <a:gd name="connsiteX75816" fmla="*/ 1091528 w 2119654"/>
              <a:gd name="connsiteY75816" fmla="*/ 248947 h 2398711"/>
              <a:gd name="connsiteX75817" fmla="*/ 1093228 w 2119654"/>
              <a:gd name="connsiteY75817" fmla="*/ 259087 h 2398711"/>
              <a:gd name="connsiteX75818" fmla="*/ 1099109 w 2119654"/>
              <a:gd name="connsiteY75818" fmla="*/ 251053 h 2398711"/>
              <a:gd name="connsiteX75819" fmla="*/ 1101259 w 2119654"/>
              <a:gd name="connsiteY75819" fmla="*/ 248199 h 2398711"/>
              <a:gd name="connsiteX75820" fmla="*/ 406052 w 2119654"/>
              <a:gd name="connsiteY75820" fmla="*/ 1781342 h 2398711"/>
              <a:gd name="connsiteX75821" fmla="*/ 410702 w 2119654"/>
              <a:gd name="connsiteY75821" fmla="*/ 1784688 h 2398711"/>
              <a:gd name="connsiteX75822" fmla="*/ 415419 w 2119654"/>
              <a:gd name="connsiteY75822" fmla="*/ 1785187 h 2398711"/>
              <a:gd name="connsiteX75823" fmla="*/ 412810 w 2119654"/>
              <a:gd name="connsiteY75823" fmla="*/ 1784145 h 2398711"/>
              <a:gd name="connsiteX75824" fmla="*/ 1008077 w 2119654"/>
              <a:gd name="connsiteY75824" fmla="*/ 433200 h 2398711"/>
              <a:gd name="connsiteX75825" fmla="*/ 1007948 w 2119654"/>
              <a:gd name="connsiteY75825" fmla="*/ 433576 h 2398711"/>
              <a:gd name="connsiteX75826" fmla="*/ 1009115 w 2119654"/>
              <a:gd name="connsiteY75826" fmla="*/ 435496 h 2398711"/>
              <a:gd name="connsiteX75827" fmla="*/ 1009206 w 2119654"/>
              <a:gd name="connsiteY75827" fmla="*/ 435629 h 2398711"/>
              <a:gd name="connsiteX75828" fmla="*/ 1009409 w 2119654"/>
              <a:gd name="connsiteY75828" fmla="*/ 434947 h 2398711"/>
              <a:gd name="connsiteX75829" fmla="*/ 1008894 w 2119654"/>
              <a:gd name="connsiteY75829" fmla="*/ 434179 h 2398711"/>
              <a:gd name="connsiteX75830" fmla="*/ 1008208 w 2119654"/>
              <a:gd name="connsiteY75830" fmla="*/ 433279 h 2398711"/>
              <a:gd name="connsiteX75831" fmla="*/ 410854 w 2119654"/>
              <a:gd name="connsiteY75831" fmla="*/ 1770474 h 2398711"/>
              <a:gd name="connsiteX75832" fmla="*/ 410876 w 2119654"/>
              <a:gd name="connsiteY75832" fmla="*/ 1771181 h 2398711"/>
              <a:gd name="connsiteX75833" fmla="*/ 413437 w 2119654"/>
              <a:gd name="connsiteY75833" fmla="*/ 1771421 h 2398711"/>
              <a:gd name="connsiteX75834" fmla="*/ 411556 w 2119654"/>
              <a:gd name="connsiteY75834" fmla="*/ 1770677 h 2398711"/>
              <a:gd name="connsiteX75835" fmla="*/ 1000860 w 2119654"/>
              <a:gd name="connsiteY75835" fmla="*/ 449296 h 2398711"/>
              <a:gd name="connsiteX75836" fmla="*/ 1000385 w 2119654"/>
              <a:gd name="connsiteY75836" fmla="*/ 450897 h 2398711"/>
              <a:gd name="connsiteX75837" fmla="*/ 1000408 w 2119654"/>
              <a:gd name="connsiteY75837" fmla="*/ 450928 h 2398711"/>
              <a:gd name="connsiteX75838" fmla="*/ 1001123 w 2119654"/>
              <a:gd name="connsiteY75838" fmla="*/ 449733 h 2398711"/>
              <a:gd name="connsiteX75839" fmla="*/ 1000891 w 2119654"/>
              <a:gd name="connsiteY75839" fmla="*/ 449261 h 2398711"/>
              <a:gd name="connsiteX75840" fmla="*/ 414970 w 2119654"/>
              <a:gd name="connsiteY75840" fmla="*/ 1761000 h 2398711"/>
              <a:gd name="connsiteX75841" fmla="*/ 415826 w 2119654"/>
              <a:gd name="connsiteY75841" fmla="*/ 1761376 h 2398711"/>
              <a:gd name="connsiteX75842" fmla="*/ 416901 w 2119654"/>
              <a:gd name="connsiteY75842" fmla="*/ 1761212 h 2398711"/>
              <a:gd name="connsiteX75843" fmla="*/ 416613 w 2119654"/>
              <a:gd name="connsiteY75843" fmla="*/ 1761021 h 2398711"/>
              <a:gd name="connsiteX75844" fmla="*/ 990673 w 2119654"/>
              <a:gd name="connsiteY75844" fmla="*/ 471422 h 2398711"/>
              <a:gd name="connsiteX75845" fmla="*/ 991243 w 2119654"/>
              <a:gd name="connsiteY75845" fmla="*/ 474622 h 2398711"/>
              <a:gd name="connsiteX75846" fmla="*/ 991960 w 2119654"/>
              <a:gd name="connsiteY75846" fmla="*/ 475224 h 2398711"/>
              <a:gd name="connsiteX75847" fmla="*/ 992215 w 2119654"/>
              <a:gd name="connsiteY75847" fmla="*/ 474319 h 2398711"/>
              <a:gd name="connsiteX75848" fmla="*/ 991383 w 2119654"/>
              <a:gd name="connsiteY75848" fmla="*/ 472055 h 2398711"/>
              <a:gd name="connsiteX75849" fmla="*/ 395702 w 2119654"/>
              <a:gd name="connsiteY75849" fmla="*/ 1803414 h 2398711"/>
              <a:gd name="connsiteX75850" fmla="*/ 394826 w 2119654"/>
              <a:gd name="connsiteY75850" fmla="*/ 1807883 h 2398711"/>
              <a:gd name="connsiteX75851" fmla="*/ 398556 w 2119654"/>
              <a:gd name="connsiteY75851" fmla="*/ 1809504 h 2398711"/>
              <a:gd name="connsiteX75852" fmla="*/ 404946 w 2119654"/>
              <a:gd name="connsiteY75852" fmla="*/ 1808867 h 2398711"/>
              <a:gd name="connsiteX75853" fmla="*/ 407283 w 2119654"/>
              <a:gd name="connsiteY75853" fmla="*/ 1808460 h 2398711"/>
              <a:gd name="connsiteX75854" fmla="*/ 1001721 w 2119654"/>
              <a:gd name="connsiteY75854" fmla="*/ 446390 h 2398711"/>
              <a:gd name="connsiteX75855" fmla="*/ 1001651 w 2119654"/>
              <a:gd name="connsiteY75855" fmla="*/ 446626 h 2398711"/>
              <a:gd name="connsiteX75856" fmla="*/ 1001768 w 2119654"/>
              <a:gd name="connsiteY75856" fmla="*/ 446760 h 2398711"/>
              <a:gd name="connsiteX75857" fmla="*/ 1001753 w 2119654"/>
              <a:gd name="connsiteY75857" fmla="*/ 446424 h 2398711"/>
              <a:gd name="connsiteX75858" fmla="*/ 991298 w 2119654"/>
              <a:gd name="connsiteY75858" fmla="*/ 469666 h 2398711"/>
              <a:gd name="connsiteX75859" fmla="*/ 991748 w 2119654"/>
              <a:gd name="connsiteY75859" fmla="*/ 470890 h 2398711"/>
              <a:gd name="connsiteX75860" fmla="*/ 992743 w 2119654"/>
              <a:gd name="connsiteY75860" fmla="*/ 472440 h 2398711"/>
              <a:gd name="connsiteX75861" fmla="*/ 992979 w 2119654"/>
              <a:gd name="connsiteY75861" fmla="*/ 471605 h 2398711"/>
              <a:gd name="connsiteX75862" fmla="*/ 1015507 w 2119654"/>
              <a:gd name="connsiteY75862" fmla="*/ 415409 h 2398711"/>
              <a:gd name="connsiteX75863" fmla="*/ 1014456 w 2119654"/>
              <a:gd name="connsiteY75863" fmla="*/ 418924 h 2398711"/>
              <a:gd name="connsiteX75864" fmla="*/ 1016834 w 2119654"/>
              <a:gd name="connsiteY75864" fmla="*/ 421985 h 2398711"/>
              <a:gd name="connsiteX75865" fmla="*/ 1017503 w 2119654"/>
              <a:gd name="connsiteY75865" fmla="*/ 422371 h 2398711"/>
              <a:gd name="connsiteX75866" fmla="*/ 1017676 w 2119654"/>
              <a:gd name="connsiteY75866" fmla="*/ 422082 h 2398711"/>
              <a:gd name="connsiteX75867" fmla="*/ 1016235 w 2119654"/>
              <a:gd name="connsiteY75867" fmla="*/ 416439 h 2398711"/>
              <a:gd name="connsiteX75868" fmla="*/ 1015757 w 2119654"/>
              <a:gd name="connsiteY75868" fmla="*/ 414571 h 2398711"/>
              <a:gd name="connsiteX75869" fmla="*/ 1015560 w 2119654"/>
              <a:gd name="connsiteY75869" fmla="*/ 415230 h 2398711"/>
              <a:gd name="connsiteX75870" fmla="*/ 1016133 w 2119654"/>
              <a:gd name="connsiteY75870" fmla="*/ 416041 h 2398711"/>
              <a:gd name="connsiteX75871" fmla="*/ 1010346 w 2119654"/>
              <a:gd name="connsiteY75871" fmla="*/ 426539 h 2398711"/>
              <a:gd name="connsiteX75872" fmla="*/ 1008486 w 2119654"/>
              <a:gd name="connsiteY75872" fmla="*/ 431999 h 2398711"/>
              <a:gd name="connsiteX75873" fmla="*/ 1008776 w 2119654"/>
              <a:gd name="connsiteY75873" fmla="*/ 432165 h 2398711"/>
              <a:gd name="connsiteX75874" fmla="*/ 1010021 w 2119654"/>
              <a:gd name="connsiteY75874" fmla="*/ 432904 h 2398711"/>
              <a:gd name="connsiteX75875" fmla="*/ 1011522 w 2119654"/>
              <a:gd name="connsiteY75875" fmla="*/ 427885 h 2398711"/>
              <a:gd name="connsiteX75876" fmla="*/ 373285 w 2119654"/>
              <a:gd name="connsiteY75876" fmla="*/ 1852918 h 2398711"/>
              <a:gd name="connsiteX75877" fmla="*/ 373685 w 2119654"/>
              <a:gd name="connsiteY75877" fmla="*/ 1853011 h 2398711"/>
              <a:gd name="connsiteX75878" fmla="*/ 373467 w 2119654"/>
              <a:gd name="connsiteY75878" fmla="*/ 1852871 h 2398711"/>
              <a:gd name="connsiteX75879" fmla="*/ 993154 w 2119654"/>
              <a:gd name="connsiteY75879" fmla="*/ 464215 h 2398711"/>
              <a:gd name="connsiteX75880" fmla="*/ 993430 w 2119654"/>
              <a:gd name="connsiteY75880" fmla="*/ 464379 h 2398711"/>
              <a:gd name="connsiteX75881" fmla="*/ 994838 w 2119654"/>
              <a:gd name="connsiteY75881" fmla="*/ 465004 h 2398711"/>
              <a:gd name="connsiteX75882" fmla="*/ 995514 w 2119654"/>
              <a:gd name="connsiteY75882" fmla="*/ 462601 h 2398711"/>
              <a:gd name="connsiteX75883" fmla="*/ 995519 w 2119654"/>
              <a:gd name="connsiteY75883" fmla="*/ 460140 h 2398711"/>
              <a:gd name="connsiteX75884" fmla="*/ 1022121 w 2119654"/>
              <a:gd name="connsiteY75884" fmla="*/ 399317 h 2398711"/>
              <a:gd name="connsiteX75885" fmla="*/ 1029001 w 2119654"/>
              <a:gd name="connsiteY75885" fmla="*/ 405100 h 2398711"/>
              <a:gd name="connsiteX75886" fmla="*/ 1027941 w 2119654"/>
              <a:gd name="connsiteY75886" fmla="*/ 400499 h 2398711"/>
              <a:gd name="connsiteX75887" fmla="*/ 1024658 w 2119654"/>
              <a:gd name="connsiteY75887" fmla="*/ 396487 h 2398711"/>
              <a:gd name="connsiteX75888" fmla="*/ 1004977 w 2119654"/>
              <a:gd name="connsiteY75888" fmla="*/ 437623 h 2398711"/>
              <a:gd name="connsiteX75889" fmla="*/ 1005262 w 2119654"/>
              <a:gd name="connsiteY75889" fmla="*/ 438196 h 2398711"/>
              <a:gd name="connsiteX75890" fmla="*/ 1005360 w 2119654"/>
              <a:gd name="connsiteY75890" fmla="*/ 437907 h 2398711"/>
              <a:gd name="connsiteX75891" fmla="*/ 1019439 w 2119654"/>
              <a:gd name="connsiteY75891" fmla="*/ 404844 h 2398711"/>
              <a:gd name="connsiteX75892" fmla="*/ 1021454 w 2119654"/>
              <a:gd name="connsiteY75892" fmla="*/ 410789 h 2398711"/>
              <a:gd name="connsiteX75893" fmla="*/ 1021464 w 2119654"/>
              <a:gd name="connsiteY75893" fmla="*/ 410835 h 2398711"/>
              <a:gd name="connsiteX75894" fmla="*/ 1026403 w 2119654"/>
              <a:gd name="connsiteY75894" fmla="*/ 416869 h 2398711"/>
              <a:gd name="connsiteX75895" fmla="*/ 1020674 w 2119654"/>
              <a:gd name="connsiteY75895" fmla="*/ 406923 h 2398711"/>
              <a:gd name="connsiteX75896" fmla="*/ 1012438 w 2119654"/>
              <a:gd name="connsiteY75896" fmla="*/ 420517 h 2398711"/>
              <a:gd name="connsiteX75897" fmla="*/ 1012082 w 2119654"/>
              <a:gd name="connsiteY75897" fmla="*/ 421439 h 2398711"/>
              <a:gd name="connsiteX75898" fmla="*/ 1010891 w 2119654"/>
              <a:gd name="connsiteY75898" fmla="*/ 424937 h 2398711"/>
              <a:gd name="connsiteX75899" fmla="*/ 1012019 w 2119654"/>
              <a:gd name="connsiteY75899" fmla="*/ 426227 h 2398711"/>
              <a:gd name="connsiteX75900" fmla="*/ 1012836 w 2119654"/>
              <a:gd name="connsiteY75900" fmla="*/ 423496 h 2398711"/>
              <a:gd name="connsiteX75901" fmla="*/ 1013222 w 2119654"/>
              <a:gd name="connsiteY75901" fmla="*/ 422267 h 2398711"/>
              <a:gd name="connsiteX75902" fmla="*/ 1012665 w 2119654"/>
              <a:gd name="connsiteY75902" fmla="*/ 419932 h 2398711"/>
              <a:gd name="connsiteX75903" fmla="*/ 1012549 w 2119654"/>
              <a:gd name="connsiteY75903" fmla="*/ 420233 h 2398711"/>
              <a:gd name="connsiteX75904" fmla="*/ 1012769 w 2119654"/>
              <a:gd name="connsiteY75904" fmla="*/ 420347 h 2398711"/>
              <a:gd name="connsiteX75905" fmla="*/ 1013389 w 2119654"/>
              <a:gd name="connsiteY75905" fmla="*/ 421734 h 2398711"/>
              <a:gd name="connsiteX75906" fmla="*/ 1013682 w 2119654"/>
              <a:gd name="connsiteY75906" fmla="*/ 420803 h 2398711"/>
              <a:gd name="connsiteX75907" fmla="*/ 1013299 w 2119654"/>
              <a:gd name="connsiteY75907" fmla="*/ 420307 h 2398711"/>
              <a:gd name="connsiteX75908" fmla="*/ 1012778 w 2119654"/>
              <a:gd name="connsiteY75908" fmla="*/ 419639 h 2398711"/>
              <a:gd name="connsiteX75909" fmla="*/ 1012773 w 2119654"/>
              <a:gd name="connsiteY75909" fmla="*/ 419651 h 2398711"/>
              <a:gd name="connsiteX75910" fmla="*/ 1012797 w 2119654"/>
              <a:gd name="connsiteY75910" fmla="*/ 419663 h 2398711"/>
              <a:gd name="connsiteX75911" fmla="*/ 1017579 w 2119654"/>
              <a:gd name="connsiteY75911" fmla="*/ 408752 h 2398711"/>
              <a:gd name="connsiteX75912" fmla="*/ 1016028 w 2119654"/>
              <a:gd name="connsiteY75912" fmla="*/ 413689 h 2398711"/>
              <a:gd name="connsiteX75913" fmla="*/ 1016911 w 2119654"/>
              <a:gd name="connsiteY75913" fmla="*/ 417143 h 2398711"/>
              <a:gd name="connsiteX75914" fmla="*/ 1018925 w 2119654"/>
              <a:gd name="connsiteY75914" fmla="*/ 419995 h 2398711"/>
              <a:gd name="connsiteX75915" fmla="*/ 1018939 w 2119654"/>
              <a:gd name="connsiteY75915" fmla="*/ 419972 h 2398711"/>
              <a:gd name="connsiteX75916" fmla="*/ 1019211 w 2119654"/>
              <a:gd name="connsiteY75916" fmla="*/ 419869 h 2398711"/>
              <a:gd name="connsiteX75917" fmla="*/ 1019038 w 2119654"/>
              <a:gd name="connsiteY75917" fmla="*/ 420156 h 2398711"/>
              <a:gd name="connsiteX75918" fmla="*/ 1021624 w 2119654"/>
              <a:gd name="connsiteY75918" fmla="*/ 423819 h 2398711"/>
              <a:gd name="connsiteX75919" fmla="*/ 1018928 w 2119654"/>
              <a:gd name="connsiteY75919" fmla="*/ 410954 h 2398711"/>
              <a:gd name="connsiteX75920" fmla="*/ 1023677 w 2119654"/>
              <a:gd name="connsiteY75920" fmla="*/ 395056 h 2398711"/>
              <a:gd name="connsiteX75921" fmla="*/ 1024623 w 2119654"/>
              <a:gd name="connsiteY75921" fmla="*/ 396182 h 2398711"/>
              <a:gd name="connsiteX75922" fmla="*/ 1026473 w 2119654"/>
              <a:gd name="connsiteY75922" fmla="*/ 394119 h 2398711"/>
              <a:gd name="connsiteX75923" fmla="*/ 1026016 w 2119654"/>
              <a:gd name="connsiteY75923" fmla="*/ 392138 h 2398711"/>
              <a:gd name="connsiteX75924" fmla="*/ 396491 w 2119654"/>
              <a:gd name="connsiteY75924" fmla="*/ 1799385 h 2398711"/>
              <a:gd name="connsiteX75925" fmla="*/ 396162 w 2119654"/>
              <a:gd name="connsiteY75925" fmla="*/ 1801066 h 2398711"/>
              <a:gd name="connsiteX75926" fmla="*/ 399364 w 2119654"/>
              <a:gd name="connsiteY75926" fmla="*/ 1802461 h 2398711"/>
              <a:gd name="connsiteX75927" fmla="*/ 399777 w 2119654"/>
              <a:gd name="connsiteY75927" fmla="*/ 1802476 h 2398711"/>
              <a:gd name="connsiteX75928" fmla="*/ 405553 w 2119654"/>
              <a:gd name="connsiteY75928" fmla="*/ 1802255 h 2398711"/>
              <a:gd name="connsiteX75929" fmla="*/ 402316 w 2119654"/>
              <a:gd name="connsiteY75929" fmla="*/ 1799536 h 2398711"/>
              <a:gd name="connsiteX75930" fmla="*/ 991410 w 2119654"/>
              <a:gd name="connsiteY75930" fmla="*/ 467219 h 2398711"/>
              <a:gd name="connsiteX75931" fmla="*/ 993604 w 2119654"/>
              <a:gd name="connsiteY75931" fmla="*/ 469386 h 2398711"/>
              <a:gd name="connsiteX75932" fmla="*/ 994143 w 2119654"/>
              <a:gd name="connsiteY75932" fmla="*/ 467471 h 2398711"/>
              <a:gd name="connsiteX75933" fmla="*/ 992320 w 2119654"/>
              <a:gd name="connsiteY75933" fmla="*/ 465651 h 2398711"/>
              <a:gd name="connsiteX75934" fmla="*/ 1018028 w 2119654"/>
              <a:gd name="connsiteY75934" fmla="*/ 407323 h 2398711"/>
              <a:gd name="connsiteX75935" fmla="*/ 1017643 w 2119654"/>
              <a:gd name="connsiteY75935" fmla="*/ 408548 h 2398711"/>
              <a:gd name="connsiteX75936" fmla="*/ 1018830 w 2119654"/>
              <a:gd name="connsiteY75936" fmla="*/ 410484 h 2398711"/>
              <a:gd name="connsiteX75937" fmla="*/ 1018301 w 2119654"/>
              <a:gd name="connsiteY75937" fmla="*/ 407958 h 2398711"/>
              <a:gd name="connsiteX75938" fmla="*/ 1018174 w 2119654"/>
              <a:gd name="connsiteY75938" fmla="*/ 407501 h 2398711"/>
              <a:gd name="connsiteX75939" fmla="*/ 990840 w 2119654"/>
              <a:gd name="connsiteY75939" fmla="*/ 468201 h 2398711"/>
              <a:gd name="connsiteX75940" fmla="*/ 993177 w 2119654"/>
              <a:gd name="connsiteY75940" fmla="*/ 470898 h 2398711"/>
              <a:gd name="connsiteX75941" fmla="*/ 993258 w 2119654"/>
              <a:gd name="connsiteY75941" fmla="*/ 470613 h 2398711"/>
              <a:gd name="connsiteX75942" fmla="*/ 990894 w 2119654"/>
              <a:gd name="connsiteY75942" fmla="*/ 468109 h 2398711"/>
              <a:gd name="connsiteX75943" fmla="*/ 1014798 w 2119654"/>
              <a:gd name="connsiteY75943" fmla="*/ 414403 h 2398711"/>
              <a:gd name="connsiteX75944" fmla="*/ 1013518 w 2119654"/>
              <a:gd name="connsiteY75944" fmla="*/ 417720 h 2398711"/>
              <a:gd name="connsiteX75945" fmla="*/ 1013536 w 2119654"/>
              <a:gd name="connsiteY75945" fmla="*/ 417741 h 2398711"/>
              <a:gd name="connsiteX75946" fmla="*/ 1014324 w 2119654"/>
              <a:gd name="connsiteY75946" fmla="*/ 418755 h 2398711"/>
              <a:gd name="connsiteX75947" fmla="*/ 1015416 w 2119654"/>
              <a:gd name="connsiteY75947" fmla="*/ 415278 h 2398711"/>
              <a:gd name="connsiteX75948" fmla="*/ 1048015 w 2119654"/>
              <a:gd name="connsiteY75948" fmla="*/ 339982 h 2398711"/>
              <a:gd name="connsiteX75949" fmla="*/ 1054501 w 2119654"/>
              <a:gd name="connsiteY75949" fmla="*/ 350321 h 2398711"/>
              <a:gd name="connsiteX75950" fmla="*/ 1054067 w 2119654"/>
              <a:gd name="connsiteY75950" fmla="*/ 348729 h 2398711"/>
              <a:gd name="connsiteX75951" fmla="*/ 1054257 w 2119654"/>
              <a:gd name="connsiteY75951" fmla="*/ 348868 h 2398711"/>
              <a:gd name="connsiteX75952" fmla="*/ 1054766 w 2119654"/>
              <a:gd name="connsiteY75952" fmla="*/ 350747 h 2398711"/>
              <a:gd name="connsiteX75953" fmla="*/ 1054835 w 2119654"/>
              <a:gd name="connsiteY75953" fmla="*/ 350857 h 2398711"/>
              <a:gd name="connsiteX75954" fmla="*/ 1055306 w 2119654"/>
              <a:gd name="connsiteY75954" fmla="*/ 349467 h 2398711"/>
              <a:gd name="connsiteX75955" fmla="*/ 1050448 w 2119654"/>
              <a:gd name="connsiteY75955" fmla="*/ 341723 h 2398711"/>
              <a:gd name="connsiteX75956" fmla="*/ 392623 w 2119654"/>
              <a:gd name="connsiteY75956" fmla="*/ 1807470 h 2398711"/>
              <a:gd name="connsiteX75957" fmla="*/ 392149 w 2119654"/>
              <a:gd name="connsiteY75957" fmla="*/ 1810143 h 2398711"/>
              <a:gd name="connsiteX75958" fmla="*/ 394104 w 2119654"/>
              <a:gd name="connsiteY75958" fmla="*/ 1809948 h 2398711"/>
              <a:gd name="connsiteX75959" fmla="*/ 394409 w 2119654"/>
              <a:gd name="connsiteY75959" fmla="*/ 1808246 h 2398711"/>
              <a:gd name="connsiteX75960" fmla="*/ 990274 w 2119654"/>
              <a:gd name="connsiteY75960" fmla="*/ 469176 h 2398711"/>
              <a:gd name="connsiteX75961" fmla="*/ 990498 w 2119654"/>
              <a:gd name="connsiteY75961" fmla="*/ 470438 h 2398711"/>
              <a:gd name="connsiteX75962" fmla="*/ 990929 w 2119654"/>
              <a:gd name="connsiteY75962" fmla="*/ 470822 h 2398711"/>
              <a:gd name="connsiteX75963" fmla="*/ 990305 w 2119654"/>
              <a:gd name="connsiteY75963" fmla="*/ 469122 h 2398711"/>
              <a:gd name="connsiteX75964" fmla="*/ 409401 w 2119654"/>
              <a:gd name="connsiteY75964" fmla="*/ 1769836 h 2398711"/>
              <a:gd name="connsiteX75965" fmla="*/ 409496 w 2119654"/>
              <a:gd name="connsiteY75965" fmla="*/ 1769863 h 2398711"/>
              <a:gd name="connsiteX75966" fmla="*/ 409480 w 2119654"/>
              <a:gd name="connsiteY75966" fmla="*/ 1769857 h 2398711"/>
              <a:gd name="connsiteX75967" fmla="*/ 1015349 w 2119654"/>
              <a:gd name="connsiteY75967" fmla="*/ 412974 h 2398711"/>
              <a:gd name="connsiteX75968" fmla="*/ 1014861 w 2119654"/>
              <a:gd name="connsiteY75968" fmla="*/ 414240 h 2398711"/>
              <a:gd name="connsiteX75969" fmla="*/ 1015470 w 2119654"/>
              <a:gd name="connsiteY75969" fmla="*/ 415104 h 2398711"/>
              <a:gd name="connsiteX75970" fmla="*/ 1015704 w 2119654"/>
              <a:gd name="connsiteY75970" fmla="*/ 414361 h 2398711"/>
              <a:gd name="connsiteX75971" fmla="*/ 1004438 w 2119654"/>
              <a:gd name="connsiteY75971" fmla="*/ 437225 h 2398711"/>
              <a:gd name="connsiteX75972" fmla="*/ 1004420 w 2119654"/>
              <a:gd name="connsiteY75972" fmla="*/ 437287 h 2398711"/>
              <a:gd name="connsiteX75973" fmla="*/ 1004772 w 2119654"/>
              <a:gd name="connsiteY75973" fmla="*/ 438970 h 2398711"/>
              <a:gd name="connsiteX75974" fmla="*/ 1004929 w 2119654"/>
              <a:gd name="connsiteY75974" fmla="*/ 439174 h 2398711"/>
              <a:gd name="connsiteX75975" fmla="*/ 1005182 w 2119654"/>
              <a:gd name="connsiteY75975" fmla="*/ 438428 h 2398711"/>
              <a:gd name="connsiteX75976" fmla="*/ 1004668 w 2119654"/>
              <a:gd name="connsiteY75976" fmla="*/ 437396 h 2398711"/>
              <a:gd name="connsiteX75977" fmla="*/ 412203 w 2119654"/>
              <a:gd name="connsiteY75977" fmla="*/ 1763078 h 2398711"/>
              <a:gd name="connsiteX75978" fmla="*/ 415594 w 2119654"/>
              <a:gd name="connsiteY75978" fmla="*/ 1765277 h 2398711"/>
              <a:gd name="connsiteX75979" fmla="*/ 420415 w 2119654"/>
              <a:gd name="connsiteY75979" fmla="*/ 1767051 h 2398711"/>
              <a:gd name="connsiteX75980" fmla="*/ 424615 w 2119654"/>
              <a:gd name="connsiteY75980" fmla="*/ 1768012 h 2398711"/>
              <a:gd name="connsiteX75981" fmla="*/ 414392 w 2119654"/>
              <a:gd name="connsiteY75981" fmla="*/ 1763765 h 2398711"/>
              <a:gd name="connsiteX75982" fmla="*/ 414308 w 2119654"/>
              <a:gd name="connsiteY75982" fmla="*/ 1763781 h 2398711"/>
              <a:gd name="connsiteX75983" fmla="*/ 414064 w 2119654"/>
              <a:gd name="connsiteY75983" fmla="*/ 1763628 h 2398711"/>
              <a:gd name="connsiteX75984" fmla="*/ 412607 w 2119654"/>
              <a:gd name="connsiteY75984" fmla="*/ 1763023 h 2398711"/>
              <a:gd name="connsiteX75985" fmla="*/ 1004723 w 2119654"/>
              <a:gd name="connsiteY75985" fmla="*/ 436262 h 2398711"/>
              <a:gd name="connsiteX75986" fmla="*/ 1004709 w 2119654"/>
              <a:gd name="connsiteY75986" fmla="*/ 436310 h 2398711"/>
              <a:gd name="connsiteX75987" fmla="*/ 1004782 w 2119654"/>
              <a:gd name="connsiteY75987" fmla="*/ 436364 h 2398711"/>
              <a:gd name="connsiteX75988" fmla="*/ 353061 w 2119654"/>
              <a:gd name="connsiteY75988" fmla="*/ 1895312 h 2398711"/>
              <a:gd name="connsiteX75989" fmla="*/ 350850 w 2119654"/>
              <a:gd name="connsiteY75989" fmla="*/ 1906010 h 2398711"/>
              <a:gd name="connsiteX75990" fmla="*/ 364688 w 2119654"/>
              <a:gd name="connsiteY75990" fmla="*/ 1907417 h 2398711"/>
              <a:gd name="connsiteX75991" fmla="*/ 376607 w 2119654"/>
              <a:gd name="connsiteY75991" fmla="*/ 1904906 h 2398711"/>
              <a:gd name="connsiteX75992" fmla="*/ 413274 w 2119654"/>
              <a:gd name="connsiteY75992" fmla="*/ 1896664 h 2398711"/>
              <a:gd name="connsiteX75993" fmla="*/ 396156 w 2119654"/>
              <a:gd name="connsiteY75993" fmla="*/ 1896449 h 2398711"/>
              <a:gd name="connsiteX75994" fmla="*/ 1017210 w 2119654"/>
              <a:gd name="connsiteY75994" fmla="*/ 408150 h 2398711"/>
              <a:gd name="connsiteX75995" fmla="*/ 1015648 w 2119654"/>
              <a:gd name="connsiteY75995" fmla="*/ 412200 h 2398711"/>
              <a:gd name="connsiteX75996" fmla="*/ 1015978 w 2119654"/>
              <a:gd name="connsiteY75996" fmla="*/ 413489 h 2398711"/>
              <a:gd name="connsiteX75997" fmla="*/ 1017504 w 2119654"/>
              <a:gd name="connsiteY75997" fmla="*/ 408630 h 2398711"/>
              <a:gd name="connsiteX75998" fmla="*/ 1017689 w 2119654"/>
              <a:gd name="connsiteY75998" fmla="*/ 406910 h 2398711"/>
              <a:gd name="connsiteX75999" fmla="*/ 1017284 w 2119654"/>
              <a:gd name="connsiteY75999" fmla="*/ 407961 h 2398711"/>
              <a:gd name="connsiteX76000" fmla="*/ 1017568 w 2119654"/>
              <a:gd name="connsiteY76000" fmla="*/ 408424 h 2398711"/>
              <a:gd name="connsiteX76001" fmla="*/ 1017945 w 2119654"/>
              <a:gd name="connsiteY76001" fmla="*/ 407224 h 2398711"/>
              <a:gd name="connsiteX76002" fmla="*/ 1017874 w 2119654"/>
              <a:gd name="connsiteY76002" fmla="*/ 406428 h 2398711"/>
              <a:gd name="connsiteX76003" fmla="*/ 1017868 w 2119654"/>
              <a:gd name="connsiteY76003" fmla="*/ 406444 h 2398711"/>
              <a:gd name="connsiteX76004" fmla="*/ 1017884 w 2119654"/>
              <a:gd name="connsiteY76004" fmla="*/ 406464 h 2398711"/>
              <a:gd name="connsiteX76005" fmla="*/ 1005184 w 2119654"/>
              <a:gd name="connsiteY76005" fmla="*/ 434710 h 2398711"/>
              <a:gd name="connsiteX76006" fmla="*/ 1004822 w 2119654"/>
              <a:gd name="connsiteY76006" fmla="*/ 435931 h 2398711"/>
              <a:gd name="connsiteX76007" fmla="*/ 1005286 w 2119654"/>
              <a:gd name="connsiteY76007" fmla="*/ 436735 h 2398711"/>
              <a:gd name="connsiteX76008" fmla="*/ 1005664 w 2119654"/>
              <a:gd name="connsiteY76008" fmla="*/ 437014 h 2398711"/>
              <a:gd name="connsiteX76009" fmla="*/ 1005816 w 2119654"/>
              <a:gd name="connsiteY76009" fmla="*/ 436567 h 2398711"/>
              <a:gd name="connsiteX76010" fmla="*/ 1005927 w 2119654"/>
              <a:gd name="connsiteY76010" fmla="*/ 436280 h 2398711"/>
              <a:gd name="connsiteX76011" fmla="*/ 1067495 w 2119654"/>
              <a:gd name="connsiteY76011" fmla="*/ 295050 h 2398711"/>
              <a:gd name="connsiteX76012" fmla="*/ 1069230 w 2119654"/>
              <a:gd name="connsiteY76012" fmla="*/ 301997 h 2398711"/>
              <a:gd name="connsiteX76013" fmla="*/ 1072746 w 2119654"/>
              <a:gd name="connsiteY76013" fmla="*/ 297953 h 2398711"/>
              <a:gd name="connsiteX76014" fmla="*/ 1076162 w 2119654"/>
              <a:gd name="connsiteY76014" fmla="*/ 287864 h 2398711"/>
              <a:gd name="connsiteX76015" fmla="*/ 1074597 w 2119654"/>
              <a:gd name="connsiteY76015" fmla="*/ 285349 h 2398711"/>
              <a:gd name="connsiteX76016" fmla="*/ 1005480 w 2119654"/>
              <a:gd name="connsiteY76016" fmla="*/ 433709 h 2398711"/>
              <a:gd name="connsiteX76017" fmla="*/ 1005258 w 2119654"/>
              <a:gd name="connsiteY76017" fmla="*/ 434459 h 2398711"/>
              <a:gd name="connsiteX76018" fmla="*/ 1006014 w 2119654"/>
              <a:gd name="connsiteY76018" fmla="*/ 436055 h 2398711"/>
              <a:gd name="connsiteX76019" fmla="*/ 1006472 w 2119654"/>
              <a:gd name="connsiteY76019" fmla="*/ 434870 h 2398711"/>
              <a:gd name="connsiteX76020" fmla="*/ 1006506 w 2119654"/>
              <a:gd name="connsiteY76020" fmla="*/ 434625 h 2398711"/>
              <a:gd name="connsiteX76021" fmla="*/ 1019484 w 2119654"/>
              <a:gd name="connsiteY76021" fmla="*/ 402259 h 2398711"/>
              <a:gd name="connsiteX76022" fmla="*/ 1018994 w 2119654"/>
              <a:gd name="connsiteY76022" fmla="*/ 403527 h 2398711"/>
              <a:gd name="connsiteX76023" fmla="*/ 1019052 w 2119654"/>
              <a:gd name="connsiteY76023" fmla="*/ 403699 h 2398711"/>
              <a:gd name="connsiteX76024" fmla="*/ 1019343 w 2119654"/>
              <a:gd name="connsiteY76024" fmla="*/ 402771 h 2398711"/>
              <a:gd name="connsiteX76025" fmla="*/ 1019487 w 2119654"/>
              <a:gd name="connsiteY76025" fmla="*/ 402672 h 2398711"/>
              <a:gd name="connsiteX76026" fmla="*/ 1019110 w 2119654"/>
              <a:gd name="connsiteY76026" fmla="*/ 403872 h 2398711"/>
              <a:gd name="connsiteX76027" fmla="*/ 1019255 w 2119654"/>
              <a:gd name="connsiteY76027" fmla="*/ 404297 h 2398711"/>
              <a:gd name="connsiteX76028" fmla="*/ 1026345 w 2119654"/>
              <a:gd name="connsiteY76028" fmla="*/ 416236 h 2398711"/>
              <a:gd name="connsiteX76029" fmla="*/ 1027321 w 2119654"/>
              <a:gd name="connsiteY76029" fmla="*/ 417929 h 2398711"/>
              <a:gd name="connsiteX76030" fmla="*/ 1029167 w 2119654"/>
              <a:gd name="connsiteY76030" fmla="*/ 415813 h 2398711"/>
              <a:gd name="connsiteX76031" fmla="*/ 1025103 w 2119654"/>
              <a:gd name="connsiteY76031" fmla="*/ 412293 h 2398711"/>
              <a:gd name="connsiteX76032" fmla="*/ 1025645 w 2119654"/>
              <a:gd name="connsiteY76032" fmla="*/ 412318 h 2398711"/>
              <a:gd name="connsiteX76033" fmla="*/ 1029388 w 2119654"/>
              <a:gd name="connsiteY76033" fmla="*/ 415560 h 2398711"/>
              <a:gd name="connsiteX76034" fmla="*/ 1030988 w 2119654"/>
              <a:gd name="connsiteY76034" fmla="*/ 413728 h 2398711"/>
              <a:gd name="connsiteX76035" fmla="*/ 1029230 w 2119654"/>
              <a:gd name="connsiteY76035" fmla="*/ 406093 h 2398711"/>
              <a:gd name="connsiteX76036" fmla="*/ 1021712 w 2119654"/>
              <a:gd name="connsiteY76036" fmla="*/ 399774 h 2398711"/>
              <a:gd name="connsiteX76037" fmla="*/ 1000372 w 2119654"/>
              <a:gd name="connsiteY76037" fmla="*/ 444972 h 2398711"/>
              <a:gd name="connsiteX76038" fmla="*/ 1000372 w 2119654"/>
              <a:gd name="connsiteY76038" fmla="*/ 445163 h 2398711"/>
              <a:gd name="connsiteX76039" fmla="*/ 1000608 w 2119654"/>
              <a:gd name="connsiteY76039" fmla="*/ 445433 h 2398711"/>
              <a:gd name="connsiteX76040" fmla="*/ 1000659 w 2119654"/>
              <a:gd name="connsiteY76040" fmla="*/ 445272 h 2398711"/>
              <a:gd name="connsiteX76041" fmla="*/ 1005787 w 2119654"/>
              <a:gd name="connsiteY76041" fmla="*/ 432674 h 2398711"/>
              <a:gd name="connsiteX76042" fmla="*/ 1005741 w 2119654"/>
              <a:gd name="connsiteY76042" fmla="*/ 432831 h 2398711"/>
              <a:gd name="connsiteX76043" fmla="*/ 1006052 w 2119654"/>
              <a:gd name="connsiteY76043" fmla="*/ 433108 h 2398711"/>
              <a:gd name="connsiteX76044" fmla="*/ 410687 w 2119654"/>
              <a:gd name="connsiteY76044" fmla="*/ 1765140 h 2398711"/>
              <a:gd name="connsiteX76045" fmla="*/ 410818 w 2119654"/>
              <a:gd name="connsiteY76045" fmla="*/ 1769302 h 2398711"/>
              <a:gd name="connsiteX76046" fmla="*/ 411872 w 2119654"/>
              <a:gd name="connsiteY76046" fmla="*/ 1769719 h 2398711"/>
              <a:gd name="connsiteX76047" fmla="*/ 420743 w 2119654"/>
              <a:gd name="connsiteY76047" fmla="*/ 1772103 h 2398711"/>
              <a:gd name="connsiteX76048" fmla="*/ 425793 w 2119654"/>
              <a:gd name="connsiteY76048" fmla="*/ 1772575 h 2398711"/>
              <a:gd name="connsiteX76049" fmla="*/ 416732 w 2119654"/>
              <a:gd name="connsiteY76049" fmla="*/ 1766523 h 2398711"/>
              <a:gd name="connsiteX76050" fmla="*/ 1020753 w 2119654"/>
              <a:gd name="connsiteY76050" fmla="*/ 398969 h 2398711"/>
              <a:gd name="connsiteX76051" fmla="*/ 1019717 w 2119654"/>
              <a:gd name="connsiteY76051" fmla="*/ 401655 h 2398711"/>
              <a:gd name="connsiteX76052" fmla="*/ 1021535 w 2119654"/>
              <a:gd name="connsiteY76052" fmla="*/ 399626 h 2398711"/>
              <a:gd name="connsiteX76053" fmla="*/ 1021009 w 2119654"/>
              <a:gd name="connsiteY76053" fmla="*/ 398384 h 2398711"/>
              <a:gd name="connsiteX76054" fmla="*/ 1021944 w 2119654"/>
              <a:gd name="connsiteY76054" fmla="*/ 399170 h 2398711"/>
              <a:gd name="connsiteX76055" fmla="*/ 1024510 w 2119654"/>
              <a:gd name="connsiteY76055" fmla="*/ 396308 h 2398711"/>
              <a:gd name="connsiteX76056" fmla="*/ 1023583 w 2119654"/>
              <a:gd name="connsiteY76056" fmla="*/ 395174 h 2398711"/>
              <a:gd name="connsiteX76057" fmla="*/ 387040 w 2119654"/>
              <a:gd name="connsiteY76057" fmla="*/ 1817940 h 2398711"/>
              <a:gd name="connsiteX76058" fmla="*/ 391656 w 2119654"/>
              <a:gd name="connsiteY76058" fmla="*/ 1821649 h 2398711"/>
              <a:gd name="connsiteX76059" fmla="*/ 392012 w 2119654"/>
              <a:gd name="connsiteY76059" fmla="*/ 1821601 h 2398711"/>
              <a:gd name="connsiteX76060" fmla="*/ 392265 w 2119654"/>
              <a:gd name="connsiteY76060" fmla="*/ 1820191 h 2398711"/>
              <a:gd name="connsiteX76061" fmla="*/ 407192 w 2119654"/>
              <a:gd name="connsiteY76061" fmla="*/ 1772462 h 2398711"/>
              <a:gd name="connsiteX76062" fmla="*/ 408320 w 2119654"/>
              <a:gd name="connsiteY76062" fmla="*/ 1772806 h 2398711"/>
              <a:gd name="connsiteX76063" fmla="*/ 407837 w 2119654"/>
              <a:gd name="connsiteY76063" fmla="*/ 1772523 h 2398711"/>
              <a:gd name="connsiteX76064" fmla="*/ 393414 w 2119654"/>
              <a:gd name="connsiteY76064" fmla="*/ 1803019 h 2398711"/>
              <a:gd name="connsiteX76065" fmla="*/ 392713 w 2119654"/>
              <a:gd name="connsiteY76065" fmla="*/ 1806966 h 2398711"/>
              <a:gd name="connsiteX76066" fmla="*/ 394500 w 2119654"/>
              <a:gd name="connsiteY76066" fmla="*/ 1807742 h 2398711"/>
              <a:gd name="connsiteX76067" fmla="*/ 395308 w 2119654"/>
              <a:gd name="connsiteY76067" fmla="*/ 1803241 h 2398711"/>
              <a:gd name="connsiteX76068" fmla="*/ 394916 w 2119654"/>
              <a:gd name="connsiteY76068" fmla="*/ 1803071 h 2398711"/>
              <a:gd name="connsiteX76069" fmla="*/ 406423 w 2119654"/>
              <a:gd name="connsiteY76069" fmla="*/ 1773253 h 2398711"/>
              <a:gd name="connsiteX76070" fmla="*/ 408036 w 2119654"/>
              <a:gd name="connsiteY76070" fmla="*/ 1774809 h 2398711"/>
              <a:gd name="connsiteX76071" fmla="*/ 410733 w 2119654"/>
              <a:gd name="connsiteY76071" fmla="*/ 1774815 h 2398711"/>
              <a:gd name="connsiteX76072" fmla="*/ 994223 w 2119654"/>
              <a:gd name="connsiteY76072" fmla="*/ 456902 h 2398711"/>
              <a:gd name="connsiteX76073" fmla="*/ 995523 w 2119654"/>
              <a:gd name="connsiteY76073" fmla="*/ 457914 h 2398711"/>
              <a:gd name="connsiteX76074" fmla="*/ 995529 w 2119654"/>
              <a:gd name="connsiteY76074" fmla="*/ 455405 h 2398711"/>
              <a:gd name="connsiteX76075" fmla="*/ 1025035 w 2119654"/>
              <a:gd name="connsiteY76075" fmla="*/ 387873 h 2398711"/>
              <a:gd name="connsiteX76076" fmla="*/ 1023049 w 2119654"/>
              <a:gd name="connsiteY76076" fmla="*/ 393020 h 2398711"/>
              <a:gd name="connsiteX76077" fmla="*/ 1025513 w 2119654"/>
              <a:gd name="connsiteY76077" fmla="*/ 389946 h 2398711"/>
              <a:gd name="connsiteX76078" fmla="*/ 1055690 w 2119654"/>
              <a:gd name="connsiteY76078" fmla="*/ 318942 h 2398711"/>
              <a:gd name="connsiteX76079" fmla="*/ 1059149 w 2119654"/>
              <a:gd name="connsiteY76079" fmla="*/ 325051 h 2398711"/>
              <a:gd name="connsiteX76080" fmla="*/ 1061817 w 2119654"/>
              <a:gd name="connsiteY76080" fmla="*/ 330235 h 2398711"/>
              <a:gd name="connsiteX76081" fmla="*/ 1067519 w 2119654"/>
              <a:gd name="connsiteY76081" fmla="*/ 313391 h 2398711"/>
              <a:gd name="connsiteX76082" fmla="*/ 1066094 w 2119654"/>
              <a:gd name="connsiteY76082" fmla="*/ 307685 h 2398711"/>
              <a:gd name="connsiteX76083" fmla="*/ 1065924 w 2119654"/>
              <a:gd name="connsiteY76083" fmla="*/ 307168 h 2398711"/>
              <a:gd name="connsiteX76084" fmla="*/ 410648 w 2119654"/>
              <a:gd name="connsiteY76084" fmla="*/ 1763288 h 2398711"/>
              <a:gd name="connsiteX76085" fmla="*/ 410671 w 2119654"/>
              <a:gd name="connsiteY76085" fmla="*/ 1764561 h 2398711"/>
              <a:gd name="connsiteX76086" fmla="*/ 415748 w 2119654"/>
              <a:gd name="connsiteY76086" fmla="*/ 1765865 h 2398711"/>
              <a:gd name="connsiteX76087" fmla="*/ 414549 w 2119654"/>
              <a:gd name="connsiteY76087" fmla="*/ 1765064 h 2398711"/>
              <a:gd name="connsiteX76088" fmla="*/ 413216 w 2119654"/>
              <a:gd name="connsiteY76088" fmla="*/ 1764573 h 2398711"/>
              <a:gd name="connsiteX76089" fmla="*/ 413079 w 2119654"/>
              <a:gd name="connsiteY76089" fmla="*/ 1764351 h 2398711"/>
              <a:gd name="connsiteX76090" fmla="*/ 413975 w 2119654"/>
              <a:gd name="connsiteY76090" fmla="*/ 1764682 h 2398711"/>
              <a:gd name="connsiteX76091" fmla="*/ 411680 w 2119654"/>
              <a:gd name="connsiteY76091" fmla="*/ 1763148 h 2398711"/>
              <a:gd name="connsiteX76092" fmla="*/ 1003908 w 2119654"/>
              <a:gd name="connsiteY76092" fmla="*/ 434848 h 2398711"/>
              <a:gd name="connsiteX76093" fmla="*/ 1003945 w 2119654"/>
              <a:gd name="connsiteY76093" fmla="*/ 435023 h 2398711"/>
              <a:gd name="connsiteX76094" fmla="*/ 1003967 w 2119654"/>
              <a:gd name="connsiteY76094" fmla="*/ 434952 h 2398711"/>
              <a:gd name="connsiteX76095" fmla="*/ 1007655 w 2119654"/>
              <a:gd name="connsiteY76095" fmla="*/ 426371 h 2398711"/>
              <a:gd name="connsiteX76096" fmla="*/ 1006668 w 2119654"/>
              <a:gd name="connsiteY76096" fmla="*/ 429704 h 2398711"/>
              <a:gd name="connsiteX76097" fmla="*/ 1007110 w 2119654"/>
              <a:gd name="connsiteY76097" fmla="*/ 430284 h 2398711"/>
              <a:gd name="connsiteX76098" fmla="*/ 1064406 w 2119654"/>
              <a:gd name="connsiteY76098" fmla="*/ 299269 h 2398711"/>
              <a:gd name="connsiteX76099" fmla="*/ 1066382 w 2119654"/>
              <a:gd name="connsiteY76099" fmla="*/ 305274 h 2398711"/>
              <a:gd name="connsiteX76100" fmla="*/ 1066878 w 2119654"/>
              <a:gd name="connsiteY76100" fmla="*/ 304704 h 2398711"/>
              <a:gd name="connsiteX76101" fmla="*/ 1065361 w 2119654"/>
              <a:gd name="connsiteY76101" fmla="*/ 298630 h 2398711"/>
              <a:gd name="connsiteX76102" fmla="*/ 1065138 w 2119654"/>
              <a:gd name="connsiteY76102" fmla="*/ 298269 h 2398711"/>
              <a:gd name="connsiteX76103" fmla="*/ 1016848 w 2119654"/>
              <a:gd name="connsiteY76103" fmla="*/ 405198 h 2398711"/>
              <a:gd name="connsiteX76104" fmla="*/ 1017578 w 2119654"/>
              <a:gd name="connsiteY76104" fmla="*/ 406088 h 2398711"/>
              <a:gd name="connsiteX76105" fmla="*/ 1017695 w 2119654"/>
              <a:gd name="connsiteY76105" fmla="*/ 405783 h 2398711"/>
              <a:gd name="connsiteX76106" fmla="*/ 1017369 w 2119654"/>
              <a:gd name="connsiteY76106" fmla="*/ 404617 h 2398711"/>
              <a:gd name="connsiteX76107" fmla="*/ 1027919 w 2119654"/>
              <a:gd name="connsiteY76107" fmla="*/ 380397 h 2398711"/>
              <a:gd name="connsiteX76108" fmla="*/ 1026555 w 2119654"/>
              <a:gd name="connsiteY76108" fmla="*/ 383932 h 2398711"/>
              <a:gd name="connsiteX76109" fmla="*/ 1027398 w 2119654"/>
              <a:gd name="connsiteY76109" fmla="*/ 387594 h 2398711"/>
              <a:gd name="connsiteX76110" fmla="*/ 1030339 w 2119654"/>
              <a:gd name="connsiteY76110" fmla="*/ 383924 h 2398711"/>
              <a:gd name="connsiteX76111" fmla="*/ 1004479 w 2119654"/>
              <a:gd name="connsiteY76111" fmla="*/ 432815 h 2398711"/>
              <a:gd name="connsiteX76112" fmla="*/ 1004583 w 2119654"/>
              <a:gd name="connsiteY76112" fmla="*/ 433032 h 2398711"/>
              <a:gd name="connsiteX76113" fmla="*/ 1004614 w 2119654"/>
              <a:gd name="connsiteY76113" fmla="*/ 432934 h 2398711"/>
              <a:gd name="connsiteX76114" fmla="*/ 1018368 w 2119654"/>
              <a:gd name="connsiteY76114" fmla="*/ 401677 h 2398711"/>
              <a:gd name="connsiteX76115" fmla="*/ 1018732 w 2119654"/>
              <a:gd name="connsiteY76115" fmla="*/ 402753 h 2398711"/>
              <a:gd name="connsiteX76116" fmla="*/ 1018964 w 2119654"/>
              <a:gd name="connsiteY76116" fmla="*/ 402494 h 2398711"/>
              <a:gd name="connsiteX76117" fmla="*/ 1020124 w 2119654"/>
              <a:gd name="connsiteY76117" fmla="*/ 399489 h 2398711"/>
              <a:gd name="connsiteX76118" fmla="*/ 1008299 w 2119654"/>
              <a:gd name="connsiteY76118" fmla="*/ 424198 h 2398711"/>
              <a:gd name="connsiteX76119" fmla="*/ 1007985 w 2119654"/>
              <a:gd name="connsiteY76119" fmla="*/ 425257 h 2398711"/>
              <a:gd name="connsiteX76120" fmla="*/ 1007319 w 2119654"/>
              <a:gd name="connsiteY76120" fmla="*/ 430559 h 2398711"/>
              <a:gd name="connsiteX76121" fmla="*/ 1007862 w 2119654"/>
              <a:gd name="connsiteY76121" fmla="*/ 431268 h 2398711"/>
              <a:gd name="connsiteX76122" fmla="*/ 1009888 w 2119654"/>
              <a:gd name="connsiteY76122" fmla="*/ 426016 h 2398711"/>
              <a:gd name="connsiteX76123" fmla="*/ 387653 w 2119654"/>
              <a:gd name="connsiteY76123" fmla="*/ 1813885 h 2398711"/>
              <a:gd name="connsiteX76124" fmla="*/ 388017 w 2119654"/>
              <a:gd name="connsiteY76124" fmla="*/ 1814030 h 2398711"/>
              <a:gd name="connsiteX76125" fmla="*/ 391396 w 2119654"/>
              <a:gd name="connsiteY76125" fmla="*/ 1814060 h 2398711"/>
              <a:gd name="connsiteX76126" fmla="*/ 391026 w 2119654"/>
              <a:gd name="connsiteY76126" fmla="*/ 1813949 h 2398711"/>
              <a:gd name="connsiteX76127" fmla="*/ 404450 w 2119654"/>
              <a:gd name="connsiteY76127" fmla="*/ 1776198 h 2398711"/>
              <a:gd name="connsiteX76128" fmla="*/ 406085 w 2119654"/>
              <a:gd name="connsiteY76128" fmla="*/ 1776778 h 2398711"/>
              <a:gd name="connsiteX76129" fmla="*/ 405278 w 2119654"/>
              <a:gd name="connsiteY76129" fmla="*/ 1776200 h 2398711"/>
              <a:gd name="connsiteX76130" fmla="*/ 394071 w 2119654"/>
              <a:gd name="connsiteY76130" fmla="*/ 1799323 h 2398711"/>
              <a:gd name="connsiteX76131" fmla="*/ 393933 w 2119654"/>
              <a:gd name="connsiteY76131" fmla="*/ 1800095 h 2398711"/>
              <a:gd name="connsiteX76132" fmla="*/ 395732 w 2119654"/>
              <a:gd name="connsiteY76132" fmla="*/ 1800879 h 2398711"/>
              <a:gd name="connsiteX76133" fmla="*/ 396003 w 2119654"/>
              <a:gd name="connsiteY76133" fmla="*/ 1799373 h 2398711"/>
              <a:gd name="connsiteX76134" fmla="*/ 1029384 w 2119654"/>
              <a:gd name="connsiteY76134" fmla="*/ 376598 h 2398711"/>
              <a:gd name="connsiteX76135" fmla="*/ 1028169 w 2119654"/>
              <a:gd name="connsiteY76135" fmla="*/ 379748 h 2398711"/>
              <a:gd name="connsiteX76136" fmla="*/ 1030753 w 2119654"/>
              <a:gd name="connsiteY76136" fmla="*/ 383407 h 2398711"/>
              <a:gd name="connsiteX76137" fmla="*/ 1032171 w 2119654"/>
              <a:gd name="connsiteY76137" fmla="*/ 381639 h 2398711"/>
              <a:gd name="connsiteX76138" fmla="*/ 1030913 w 2119654"/>
              <a:gd name="connsiteY76138" fmla="*/ 379041 h 2398711"/>
              <a:gd name="connsiteX76139" fmla="*/ 978884 w 2119654"/>
              <a:gd name="connsiteY76139" fmla="*/ 489609 h 2398711"/>
              <a:gd name="connsiteX76140" fmla="*/ 979649 w 2119654"/>
              <a:gd name="connsiteY76140" fmla="*/ 491612 h 2398711"/>
              <a:gd name="connsiteX76141" fmla="*/ 979777 w 2119654"/>
              <a:gd name="connsiteY76141" fmla="*/ 490006 h 2398711"/>
              <a:gd name="connsiteX76142" fmla="*/ 1016100 w 2119654"/>
              <a:gd name="connsiteY76142" fmla="*/ 406032 h 2398711"/>
              <a:gd name="connsiteX76143" fmla="*/ 1017020 w 2119654"/>
              <a:gd name="connsiteY76143" fmla="*/ 407532 h 2398711"/>
              <a:gd name="connsiteX76144" fmla="*/ 1017397 w 2119654"/>
              <a:gd name="connsiteY76144" fmla="*/ 406554 h 2398711"/>
              <a:gd name="connsiteX76145" fmla="*/ 1016556 w 2119654"/>
              <a:gd name="connsiteY76145" fmla="*/ 405524 h 2398711"/>
              <a:gd name="connsiteX76146" fmla="*/ 1030736 w 2119654"/>
              <a:gd name="connsiteY76146" fmla="*/ 373097 h 2398711"/>
              <a:gd name="connsiteX76147" fmla="*/ 1030691 w 2119654"/>
              <a:gd name="connsiteY76147" fmla="*/ 373212 h 2398711"/>
              <a:gd name="connsiteX76148" fmla="*/ 1034822 w 2119654"/>
              <a:gd name="connsiteY76148" fmla="*/ 378331 h 2398711"/>
              <a:gd name="connsiteX76149" fmla="*/ 1034893 w 2119654"/>
              <a:gd name="connsiteY76149" fmla="*/ 378243 h 2398711"/>
              <a:gd name="connsiteX76150" fmla="*/ 1032909 w 2119654"/>
              <a:gd name="connsiteY76150" fmla="*/ 375647 h 2398711"/>
              <a:gd name="connsiteX76151" fmla="*/ 369414 w 2119654"/>
              <a:gd name="connsiteY76151" fmla="*/ 1853912 h 2398711"/>
              <a:gd name="connsiteX76152" fmla="*/ 375011 w 2119654"/>
              <a:gd name="connsiteY76152" fmla="*/ 1854112 h 2398711"/>
              <a:gd name="connsiteX76153" fmla="*/ 371882 w 2119654"/>
              <a:gd name="connsiteY76153" fmla="*/ 1853278 h 2398711"/>
              <a:gd name="connsiteX76154" fmla="*/ 1046036 w 2119654"/>
              <a:gd name="connsiteY76154" fmla="*/ 338758 h 2398711"/>
              <a:gd name="connsiteX76155" fmla="*/ 1051240 w 2119654"/>
              <a:gd name="connsiteY76155" fmla="*/ 357903 h 2398711"/>
              <a:gd name="connsiteX76156" fmla="*/ 1051636 w 2119654"/>
              <a:gd name="connsiteY76156" fmla="*/ 358346 h 2398711"/>
              <a:gd name="connsiteX76157" fmla="*/ 1052722 w 2119654"/>
              <a:gd name="connsiteY76157" fmla="*/ 357097 h 2398711"/>
              <a:gd name="connsiteX76158" fmla="*/ 1054410 w 2119654"/>
              <a:gd name="connsiteY76158" fmla="*/ 352113 h 2398711"/>
              <a:gd name="connsiteX76159" fmla="*/ 1031014 w 2119654"/>
              <a:gd name="connsiteY76159" fmla="*/ 372377 h 2398711"/>
              <a:gd name="connsiteX76160" fmla="*/ 1030934 w 2119654"/>
              <a:gd name="connsiteY76160" fmla="*/ 372584 h 2398711"/>
              <a:gd name="connsiteX76161" fmla="*/ 1032257 w 2119654"/>
              <a:gd name="connsiteY76161" fmla="*/ 374137 h 2398711"/>
              <a:gd name="connsiteX76162" fmla="*/ 989867 w 2119654"/>
              <a:gd name="connsiteY76162" fmla="*/ 464397 h 2398711"/>
              <a:gd name="connsiteX76163" fmla="*/ 989777 w 2119654"/>
              <a:gd name="connsiteY76163" fmla="*/ 465526 h 2398711"/>
              <a:gd name="connsiteX76164" fmla="*/ 989823 w 2119654"/>
              <a:gd name="connsiteY76164" fmla="*/ 465649 h 2398711"/>
              <a:gd name="connsiteX76165" fmla="*/ 991116 w 2119654"/>
              <a:gd name="connsiteY76165" fmla="*/ 466928 h 2398711"/>
              <a:gd name="connsiteX76166" fmla="*/ 992025 w 2119654"/>
              <a:gd name="connsiteY76166" fmla="*/ 465362 h 2398711"/>
              <a:gd name="connsiteX76167" fmla="*/ 991997 w 2119654"/>
              <a:gd name="connsiteY76167" fmla="*/ 465344 h 2398711"/>
              <a:gd name="connsiteX76168" fmla="*/ 1017207 w 2119654"/>
              <a:gd name="connsiteY76168" fmla="*/ 403127 h 2398711"/>
              <a:gd name="connsiteX76169" fmla="*/ 1017468 w 2119654"/>
              <a:gd name="connsiteY76169" fmla="*/ 403991 h 2398711"/>
              <a:gd name="connsiteX76170" fmla="*/ 1017271 w 2119654"/>
              <a:gd name="connsiteY76170" fmla="*/ 403048 h 2398711"/>
              <a:gd name="connsiteX76171" fmla="*/ 1031505 w 2119654"/>
              <a:gd name="connsiteY76171" fmla="*/ 371104 h 2398711"/>
              <a:gd name="connsiteX76172" fmla="*/ 1031122 w 2119654"/>
              <a:gd name="connsiteY76172" fmla="*/ 372097 h 2398711"/>
              <a:gd name="connsiteX76173" fmla="*/ 1034027 w 2119654"/>
              <a:gd name="connsiteY76173" fmla="*/ 376215 h 2398711"/>
              <a:gd name="connsiteX76174" fmla="*/ 1035312 w 2119654"/>
              <a:gd name="connsiteY76174" fmla="*/ 377721 h 2398711"/>
              <a:gd name="connsiteX76175" fmla="*/ 1036075 w 2119654"/>
              <a:gd name="connsiteY76175" fmla="*/ 376768 h 2398711"/>
              <a:gd name="connsiteX76176" fmla="*/ 411893 w 2119654"/>
              <a:gd name="connsiteY76176" fmla="*/ 1758523 h 2398711"/>
              <a:gd name="connsiteX76177" fmla="*/ 411931 w 2119654"/>
              <a:gd name="connsiteY76177" fmla="*/ 1759664 h 2398711"/>
              <a:gd name="connsiteX76178" fmla="*/ 413708 w 2119654"/>
              <a:gd name="connsiteY76178" fmla="*/ 1760446 h 2398711"/>
              <a:gd name="connsiteX76179" fmla="*/ 415788 w 2119654"/>
              <a:gd name="connsiteY76179" fmla="*/ 1760472 h 2398711"/>
              <a:gd name="connsiteX76180" fmla="*/ 414258 w 2119654"/>
              <a:gd name="connsiteY76180" fmla="*/ 1759454 h 2398711"/>
              <a:gd name="connsiteX76181" fmla="*/ 978356 w 2119654"/>
              <a:gd name="connsiteY76181" fmla="*/ 489701 h 2398711"/>
              <a:gd name="connsiteX76182" fmla="*/ 979576 w 2119654"/>
              <a:gd name="connsiteY76182" fmla="*/ 492527 h 2398711"/>
              <a:gd name="connsiteX76183" fmla="*/ 979600 w 2119654"/>
              <a:gd name="connsiteY76183" fmla="*/ 492229 h 2398711"/>
              <a:gd name="connsiteX76184" fmla="*/ 978541 w 2119654"/>
              <a:gd name="connsiteY76184" fmla="*/ 489457 h 2398711"/>
              <a:gd name="connsiteX76185" fmla="*/ 978506 w 2119654"/>
              <a:gd name="connsiteY76185" fmla="*/ 489442 h 2398711"/>
              <a:gd name="connsiteX76186" fmla="*/ 1010028 w 2119654"/>
              <a:gd name="connsiteY76186" fmla="*/ 418368 h 2398711"/>
              <a:gd name="connsiteX76187" fmla="*/ 1008792 w 2119654"/>
              <a:gd name="connsiteY76187" fmla="*/ 422537 h 2398711"/>
              <a:gd name="connsiteX76188" fmla="*/ 1010484 w 2119654"/>
              <a:gd name="connsiteY76188" fmla="*/ 424471 h 2398711"/>
              <a:gd name="connsiteX76189" fmla="*/ 1012316 w 2119654"/>
              <a:gd name="connsiteY76189" fmla="*/ 419725 h 2398711"/>
              <a:gd name="connsiteX76190" fmla="*/ 387266 w 2119654"/>
              <a:gd name="connsiteY76190" fmla="*/ 1812818 h 2398711"/>
              <a:gd name="connsiteX76191" fmla="*/ 387308 w 2119654"/>
              <a:gd name="connsiteY76191" fmla="*/ 1813201 h 2398711"/>
              <a:gd name="connsiteX76192" fmla="*/ 388622 w 2119654"/>
              <a:gd name="connsiteY76192" fmla="*/ 1813226 h 2398711"/>
              <a:gd name="connsiteX76193" fmla="*/ 1034145 w 2119654"/>
              <a:gd name="connsiteY76193" fmla="*/ 364261 h 2398711"/>
              <a:gd name="connsiteX76194" fmla="*/ 1032416 w 2119654"/>
              <a:gd name="connsiteY76194" fmla="*/ 368744 h 2398711"/>
              <a:gd name="connsiteX76195" fmla="*/ 1036280 w 2119654"/>
              <a:gd name="connsiteY76195" fmla="*/ 373532 h 2398711"/>
              <a:gd name="connsiteX76196" fmla="*/ 1016191 w 2119654"/>
              <a:gd name="connsiteY76196" fmla="*/ 404395 h 2398711"/>
              <a:gd name="connsiteX76197" fmla="*/ 1016700 w 2119654"/>
              <a:gd name="connsiteY76197" fmla="*/ 405018 h 2398711"/>
              <a:gd name="connsiteX76198" fmla="*/ 1017298 w 2119654"/>
              <a:gd name="connsiteY76198" fmla="*/ 404352 h 2398711"/>
              <a:gd name="connsiteX76199" fmla="*/ 1017021 w 2119654"/>
              <a:gd name="connsiteY76199" fmla="*/ 403360 h 2398711"/>
              <a:gd name="connsiteX76200" fmla="*/ 1014523 w 2119654"/>
              <a:gd name="connsiteY76200" fmla="*/ 407791 h 2398711"/>
              <a:gd name="connsiteX76201" fmla="*/ 1015477 w 2119654"/>
              <a:gd name="connsiteY76201" fmla="*/ 411530 h 2398711"/>
              <a:gd name="connsiteX76202" fmla="*/ 1016947 w 2119654"/>
              <a:gd name="connsiteY76202" fmla="*/ 407721 h 2398711"/>
              <a:gd name="connsiteX76203" fmla="*/ 1015988 w 2119654"/>
              <a:gd name="connsiteY76203" fmla="*/ 406158 h 2398711"/>
              <a:gd name="connsiteX76204" fmla="*/ 1010514 w 2119654"/>
              <a:gd name="connsiteY76204" fmla="*/ 416726 h 2398711"/>
              <a:gd name="connsiteX76205" fmla="*/ 1010103 w 2119654"/>
              <a:gd name="connsiteY76205" fmla="*/ 418114 h 2398711"/>
              <a:gd name="connsiteX76206" fmla="*/ 1012422 w 2119654"/>
              <a:gd name="connsiteY76206" fmla="*/ 419448 h 2398711"/>
              <a:gd name="connsiteX76207" fmla="*/ 1012491 w 2119654"/>
              <a:gd name="connsiteY76207" fmla="*/ 419270 h 2398711"/>
              <a:gd name="connsiteX76208" fmla="*/ 404900 w 2119654"/>
              <a:gd name="connsiteY76208" fmla="*/ 1772701 h 2398711"/>
              <a:gd name="connsiteX76209" fmla="*/ 406817 w 2119654"/>
              <a:gd name="connsiteY76209" fmla="*/ 1774543 h 2398711"/>
              <a:gd name="connsiteX76210" fmla="*/ 407071 w 2119654"/>
              <a:gd name="connsiteY76210" fmla="*/ 1774701 h 2398711"/>
              <a:gd name="connsiteX76211" fmla="*/ 405055 w 2119654"/>
              <a:gd name="connsiteY76211" fmla="*/ 1772757 h 2398711"/>
              <a:gd name="connsiteX76212" fmla="*/ 1015571 w 2119654"/>
              <a:gd name="connsiteY76212" fmla="*/ 405168 h 2398711"/>
              <a:gd name="connsiteX76213" fmla="*/ 1015975 w 2119654"/>
              <a:gd name="connsiteY76213" fmla="*/ 405827 h 2398711"/>
              <a:gd name="connsiteX76214" fmla="*/ 1016408 w 2119654"/>
              <a:gd name="connsiteY76214" fmla="*/ 405344 h 2398711"/>
              <a:gd name="connsiteX76215" fmla="*/ 1015914 w 2119654"/>
              <a:gd name="connsiteY76215" fmla="*/ 404740 h 2398711"/>
              <a:gd name="connsiteX76216" fmla="*/ 385237 w 2119654"/>
              <a:gd name="connsiteY76216" fmla="*/ 1816350 h 2398711"/>
              <a:gd name="connsiteX76217" fmla="*/ 392401 w 2119654"/>
              <a:gd name="connsiteY76217" fmla="*/ 1819435 h 2398711"/>
              <a:gd name="connsiteX76218" fmla="*/ 392717 w 2119654"/>
              <a:gd name="connsiteY76218" fmla="*/ 1817671 h 2398711"/>
              <a:gd name="connsiteX76219" fmla="*/ 387236 w 2119654"/>
              <a:gd name="connsiteY76219" fmla="*/ 1811666 h 2398711"/>
              <a:gd name="connsiteX76220" fmla="*/ 392682 w 2119654"/>
              <a:gd name="connsiteY76220" fmla="*/ 1813304 h 2398711"/>
              <a:gd name="connsiteX76221" fmla="*/ 393499 w 2119654"/>
              <a:gd name="connsiteY76221" fmla="*/ 1813319 h 2398711"/>
              <a:gd name="connsiteX76222" fmla="*/ 393756 w 2119654"/>
              <a:gd name="connsiteY76222" fmla="*/ 1811885 h 2398711"/>
              <a:gd name="connsiteX76223" fmla="*/ 392473 w 2119654"/>
              <a:gd name="connsiteY76223" fmla="*/ 1811143 h 2398711"/>
              <a:gd name="connsiteX76224" fmla="*/ 990087 w 2119654"/>
              <a:gd name="connsiteY76224" fmla="*/ 461641 h 2398711"/>
              <a:gd name="connsiteX76225" fmla="*/ 990030 w 2119654"/>
              <a:gd name="connsiteY76225" fmla="*/ 462352 h 2398711"/>
              <a:gd name="connsiteX76226" fmla="*/ 992810 w 2119654"/>
              <a:gd name="connsiteY76226" fmla="*/ 464009 h 2398711"/>
              <a:gd name="connsiteX76227" fmla="*/ 995521 w 2119654"/>
              <a:gd name="connsiteY76227" fmla="*/ 459341 h 2398711"/>
              <a:gd name="connsiteX76228" fmla="*/ 995521 w 2119654"/>
              <a:gd name="connsiteY76228" fmla="*/ 459215 h 2398711"/>
              <a:gd name="connsiteX76229" fmla="*/ 993546 w 2119654"/>
              <a:gd name="connsiteY76229" fmla="*/ 457677 h 2398711"/>
              <a:gd name="connsiteX76230" fmla="*/ 1038457 w 2119654"/>
              <a:gd name="connsiteY76230" fmla="*/ 353267 h 2398711"/>
              <a:gd name="connsiteX76231" fmla="*/ 1036653 w 2119654"/>
              <a:gd name="connsiteY76231" fmla="*/ 357761 h 2398711"/>
              <a:gd name="connsiteX76232" fmla="*/ 1034793 w 2119654"/>
              <a:gd name="connsiteY76232" fmla="*/ 362583 h 2398711"/>
              <a:gd name="connsiteX76233" fmla="*/ 1038006 w 2119654"/>
              <a:gd name="connsiteY76233" fmla="*/ 374361 h 2398711"/>
              <a:gd name="connsiteX76234" fmla="*/ 1041460 w 2119654"/>
              <a:gd name="connsiteY76234" fmla="*/ 370050 h 2398711"/>
              <a:gd name="connsiteX76235" fmla="*/ 1046356 w 2119654"/>
              <a:gd name="connsiteY76235" fmla="*/ 364419 h 2398711"/>
              <a:gd name="connsiteX76236" fmla="*/ 1003252 w 2119654"/>
              <a:gd name="connsiteY76236" fmla="*/ 431717 h 2398711"/>
              <a:gd name="connsiteX76237" fmla="*/ 1003743 w 2119654"/>
              <a:gd name="connsiteY76237" fmla="*/ 434062 h 2398711"/>
              <a:gd name="connsiteX76238" fmla="*/ 1004070 w 2119654"/>
              <a:gd name="connsiteY76238" fmla="*/ 434630 h 2398711"/>
              <a:gd name="connsiteX76239" fmla="*/ 1004505 w 2119654"/>
              <a:gd name="connsiteY76239" fmla="*/ 433275 h 2398711"/>
              <a:gd name="connsiteX76240" fmla="*/ 1004144 w 2119654"/>
              <a:gd name="connsiteY76240" fmla="*/ 432515 h 2398711"/>
              <a:gd name="connsiteX76241" fmla="*/ 1051295 w 2119654"/>
              <a:gd name="connsiteY76241" fmla="*/ 323996 h 2398711"/>
              <a:gd name="connsiteX76242" fmla="*/ 1061046 w 2119654"/>
              <a:gd name="connsiteY76242" fmla="*/ 330979 h 2398711"/>
              <a:gd name="connsiteX76243" fmla="*/ 1055162 w 2119654"/>
              <a:gd name="connsiteY76243" fmla="*/ 319548 h 2398711"/>
              <a:gd name="connsiteX76244" fmla="*/ 414192 w 2119654"/>
              <a:gd name="connsiteY76244" fmla="*/ 1750537 h 2398711"/>
              <a:gd name="connsiteX76245" fmla="*/ 416543 w 2119654"/>
              <a:gd name="connsiteY76245" fmla="*/ 1751462 h 2398711"/>
              <a:gd name="connsiteX76246" fmla="*/ 423392 w 2119654"/>
              <a:gd name="connsiteY76246" fmla="*/ 1751934 h 2398711"/>
              <a:gd name="connsiteX76247" fmla="*/ 423300 w 2119654"/>
              <a:gd name="connsiteY76247" fmla="*/ 1751866 h 2398711"/>
              <a:gd name="connsiteX76248" fmla="*/ 423189 w 2119654"/>
              <a:gd name="connsiteY76248" fmla="*/ 1751789 h 2398711"/>
              <a:gd name="connsiteX76249" fmla="*/ 418414 w 2119654"/>
              <a:gd name="connsiteY76249" fmla="*/ 1751124 h 2398711"/>
              <a:gd name="connsiteX76250" fmla="*/ 417551 w 2119654"/>
              <a:gd name="connsiteY76250" fmla="*/ 1751258 h 2398711"/>
              <a:gd name="connsiteX76251" fmla="*/ 417324 w 2119654"/>
              <a:gd name="connsiteY76251" fmla="*/ 1751131 h 2398711"/>
              <a:gd name="connsiteX76252" fmla="*/ 417862 w 2119654"/>
              <a:gd name="connsiteY76252" fmla="*/ 1751047 h 2398711"/>
              <a:gd name="connsiteX76253" fmla="*/ 1014267 w 2119654"/>
              <a:gd name="connsiteY76253" fmla="*/ 406795 h 2398711"/>
              <a:gd name="connsiteX76254" fmla="*/ 1014454 w 2119654"/>
              <a:gd name="connsiteY76254" fmla="*/ 407523 h 2398711"/>
              <a:gd name="connsiteX76255" fmla="*/ 1015863 w 2119654"/>
              <a:gd name="connsiteY76255" fmla="*/ 405952 h 2398711"/>
              <a:gd name="connsiteX76256" fmla="*/ 1015464 w 2119654"/>
              <a:gd name="connsiteY76256" fmla="*/ 405302 h 2398711"/>
              <a:gd name="connsiteX76257" fmla="*/ 339812 w 2119654"/>
              <a:gd name="connsiteY76257" fmla="*/ 1916589 h 2398711"/>
              <a:gd name="connsiteX76258" fmla="*/ 349451 w 2119654"/>
              <a:gd name="connsiteY76258" fmla="*/ 1917740 h 2398711"/>
              <a:gd name="connsiteX76259" fmla="*/ 346065 w 2119654"/>
              <a:gd name="connsiteY76259" fmla="*/ 1915723 h 2398711"/>
              <a:gd name="connsiteX76260" fmla="*/ 1012266 w 2119654"/>
              <a:gd name="connsiteY76260" fmla="*/ 410816 h 2398711"/>
              <a:gd name="connsiteX76261" fmla="*/ 1011078 w 2119654"/>
              <a:gd name="connsiteY76261" fmla="*/ 414824 h 2398711"/>
              <a:gd name="connsiteX76262" fmla="*/ 1013224 w 2119654"/>
              <a:gd name="connsiteY76262" fmla="*/ 417370 h 2398711"/>
              <a:gd name="connsiteX76263" fmla="*/ 1014520 w 2119654"/>
              <a:gd name="connsiteY76263" fmla="*/ 414010 h 2398711"/>
              <a:gd name="connsiteX76264" fmla="*/ 410554 w 2119654"/>
              <a:gd name="connsiteY76264" fmla="*/ 1757996 h 2398711"/>
              <a:gd name="connsiteX76265" fmla="*/ 410572 w 2119654"/>
              <a:gd name="connsiteY76265" fmla="*/ 1759069 h 2398711"/>
              <a:gd name="connsiteX76266" fmla="*/ 411780 w 2119654"/>
              <a:gd name="connsiteY76266" fmla="*/ 1759599 h 2398711"/>
              <a:gd name="connsiteX76267" fmla="*/ 411743 w 2119654"/>
              <a:gd name="connsiteY76267" fmla="*/ 1758464 h 2398711"/>
              <a:gd name="connsiteX76268" fmla="*/ 1000389 w 2119654"/>
              <a:gd name="connsiteY76268" fmla="*/ 437183 h 2398711"/>
              <a:gd name="connsiteX76269" fmla="*/ 1000382 w 2119654"/>
              <a:gd name="connsiteY76269" fmla="*/ 440417 h 2398711"/>
              <a:gd name="connsiteX76270" fmla="*/ 1001571 w 2119654"/>
              <a:gd name="connsiteY76270" fmla="*/ 442365 h 2398711"/>
              <a:gd name="connsiteX76271" fmla="*/ 1001440 w 2119654"/>
              <a:gd name="connsiteY76271" fmla="*/ 439445 h 2398711"/>
              <a:gd name="connsiteX76272" fmla="*/ 1001391 w 2119654"/>
              <a:gd name="connsiteY76272" fmla="*/ 439214 h 2398711"/>
              <a:gd name="connsiteX76273" fmla="*/ 1000520 w 2119654"/>
              <a:gd name="connsiteY76273" fmla="*/ 437352 h 2398711"/>
              <a:gd name="connsiteX76274" fmla="*/ 1012492 w 2119654"/>
              <a:gd name="connsiteY76274" fmla="*/ 410056 h 2398711"/>
              <a:gd name="connsiteX76275" fmla="*/ 1012319 w 2119654"/>
              <a:gd name="connsiteY76275" fmla="*/ 410639 h 2398711"/>
              <a:gd name="connsiteX76276" fmla="*/ 1014583 w 2119654"/>
              <a:gd name="connsiteY76276" fmla="*/ 413846 h 2398711"/>
              <a:gd name="connsiteX76277" fmla="*/ 1015179 w 2119654"/>
              <a:gd name="connsiteY76277" fmla="*/ 412305 h 2398711"/>
              <a:gd name="connsiteX76278" fmla="*/ 1014136 w 2119654"/>
              <a:gd name="connsiteY76278" fmla="*/ 408223 h 2398711"/>
              <a:gd name="connsiteX76279" fmla="*/ 1009015 w 2119654"/>
              <a:gd name="connsiteY76279" fmla="*/ 417775 h 2398711"/>
              <a:gd name="connsiteX76280" fmla="*/ 1008663 w 2119654"/>
              <a:gd name="connsiteY76280" fmla="*/ 420301 h 2398711"/>
              <a:gd name="connsiteX76281" fmla="*/ 1009402 w 2119654"/>
              <a:gd name="connsiteY76281" fmla="*/ 417997 h 2398711"/>
              <a:gd name="connsiteX76282" fmla="*/ 392041 w 2119654"/>
              <a:gd name="connsiteY76282" fmla="*/ 1799270 h 2398711"/>
              <a:gd name="connsiteX76283" fmla="*/ 393742 w 2119654"/>
              <a:gd name="connsiteY76283" fmla="*/ 1800011 h 2398711"/>
              <a:gd name="connsiteX76284" fmla="*/ 393865 w 2119654"/>
              <a:gd name="connsiteY76284" fmla="*/ 1799318 h 2398711"/>
              <a:gd name="connsiteX76285" fmla="*/ 1003321 w 2119654"/>
              <a:gd name="connsiteY76285" fmla="*/ 430367 h 2398711"/>
              <a:gd name="connsiteX76286" fmla="*/ 1003610 w 2119654"/>
              <a:gd name="connsiteY76286" fmla="*/ 430978 h 2398711"/>
              <a:gd name="connsiteX76287" fmla="*/ 1004886 w 2119654"/>
              <a:gd name="connsiteY76287" fmla="*/ 432087 h 2398711"/>
              <a:gd name="connsiteX76288" fmla="*/ 1005074 w 2119654"/>
              <a:gd name="connsiteY76288" fmla="*/ 431501 h 2398711"/>
              <a:gd name="connsiteX76289" fmla="*/ 1004988 w 2119654"/>
              <a:gd name="connsiteY76289" fmla="*/ 431360 h 2398711"/>
              <a:gd name="connsiteX76290" fmla="*/ 1012984 w 2119654"/>
              <a:gd name="connsiteY76290" fmla="*/ 408396 h 2398711"/>
              <a:gd name="connsiteX76291" fmla="*/ 1012644 w 2119654"/>
              <a:gd name="connsiteY76291" fmla="*/ 409542 h 2398711"/>
              <a:gd name="connsiteX76292" fmla="*/ 1014067 w 2119654"/>
              <a:gd name="connsiteY76292" fmla="*/ 407956 h 2398711"/>
              <a:gd name="connsiteX76293" fmla="*/ 1013891 w 2119654"/>
              <a:gd name="connsiteY76293" fmla="*/ 407265 h 2398711"/>
              <a:gd name="connsiteX76294" fmla="*/ 384323 w 2119654"/>
              <a:gd name="connsiteY76294" fmla="*/ 1815756 h 2398711"/>
              <a:gd name="connsiteX76295" fmla="*/ 384510 w 2119654"/>
              <a:gd name="connsiteY76295" fmla="*/ 1815907 h 2398711"/>
              <a:gd name="connsiteX76296" fmla="*/ 387360 w 2119654"/>
              <a:gd name="connsiteY76296" fmla="*/ 1816410 h 2398711"/>
              <a:gd name="connsiteX76297" fmla="*/ 392032 w 2119654"/>
              <a:gd name="connsiteY76297" fmla="*/ 1817044 h 2398711"/>
              <a:gd name="connsiteX76298" fmla="*/ 388915 w 2119654"/>
              <a:gd name="connsiteY76298" fmla="*/ 1815798 h 2398711"/>
              <a:gd name="connsiteX76299" fmla="*/ 407417 w 2119654"/>
              <a:gd name="connsiteY76299" fmla="*/ 1763725 h 2398711"/>
              <a:gd name="connsiteX76300" fmla="*/ 410503 w 2119654"/>
              <a:gd name="connsiteY76300" fmla="*/ 1764518 h 2398711"/>
              <a:gd name="connsiteX76301" fmla="*/ 410466 w 2119654"/>
              <a:gd name="connsiteY76301" fmla="*/ 1763312 h 2398711"/>
              <a:gd name="connsiteX76302" fmla="*/ 1002918 w 2119654"/>
              <a:gd name="connsiteY76302" fmla="*/ 430126 h 2398711"/>
              <a:gd name="connsiteX76303" fmla="*/ 1002982 w 2119654"/>
              <a:gd name="connsiteY76303" fmla="*/ 430431 h 2398711"/>
              <a:gd name="connsiteX76304" fmla="*/ 1003281 w 2119654"/>
              <a:gd name="connsiteY76304" fmla="*/ 430692 h 2398711"/>
              <a:gd name="connsiteX76305" fmla="*/ 1003052 w 2119654"/>
              <a:gd name="connsiteY76305" fmla="*/ 430206 h 2398711"/>
              <a:gd name="connsiteX76306" fmla="*/ 400461 w 2119654"/>
              <a:gd name="connsiteY76306" fmla="*/ 1779112 h 2398711"/>
              <a:gd name="connsiteX76307" fmla="*/ 400349 w 2119654"/>
              <a:gd name="connsiteY76307" fmla="*/ 1779686 h 2398711"/>
              <a:gd name="connsiteX76308" fmla="*/ 405265 w 2119654"/>
              <a:gd name="connsiteY76308" fmla="*/ 1784114 h 2398711"/>
              <a:gd name="connsiteX76309" fmla="*/ 407782 w 2119654"/>
              <a:gd name="connsiteY76309" fmla="*/ 1784381 h 2398711"/>
              <a:gd name="connsiteX76310" fmla="*/ 1011789 w 2119654"/>
              <a:gd name="connsiteY76310" fmla="*/ 409887 h 2398711"/>
              <a:gd name="connsiteX76311" fmla="*/ 1011935 w 2119654"/>
              <a:gd name="connsiteY76311" fmla="*/ 410094 h 2398711"/>
              <a:gd name="connsiteX76312" fmla="*/ 1012144 w 2119654"/>
              <a:gd name="connsiteY76312" fmla="*/ 409444 h 2398711"/>
              <a:gd name="connsiteX76313" fmla="*/ 1009367 w 2119654"/>
              <a:gd name="connsiteY76313" fmla="*/ 415248 h 2398711"/>
              <a:gd name="connsiteX76314" fmla="*/ 1009052 w 2119654"/>
              <a:gd name="connsiteY76314" fmla="*/ 417509 h 2398711"/>
              <a:gd name="connsiteX76315" fmla="*/ 1009480 w 2119654"/>
              <a:gd name="connsiteY76315" fmla="*/ 417755 h 2398711"/>
              <a:gd name="connsiteX76316" fmla="*/ 1010016 w 2119654"/>
              <a:gd name="connsiteY76316" fmla="*/ 416082 h 2398711"/>
              <a:gd name="connsiteX76317" fmla="*/ 1014451 w 2119654"/>
              <a:gd name="connsiteY76317" fmla="*/ 403649 h 2398711"/>
              <a:gd name="connsiteX76318" fmla="*/ 1014399 w 2119654"/>
              <a:gd name="connsiteY76318" fmla="*/ 403811 h 2398711"/>
              <a:gd name="connsiteX76319" fmla="*/ 1014484 w 2119654"/>
              <a:gd name="connsiteY76319" fmla="*/ 403703 h 2398711"/>
              <a:gd name="connsiteX76320" fmla="*/ 1014612 w 2119654"/>
              <a:gd name="connsiteY76320" fmla="*/ 403151 h 2398711"/>
              <a:gd name="connsiteX76321" fmla="*/ 1014516 w 2119654"/>
              <a:gd name="connsiteY76321" fmla="*/ 403447 h 2398711"/>
              <a:gd name="connsiteX76322" fmla="*/ 1014591 w 2119654"/>
              <a:gd name="connsiteY76322" fmla="*/ 403570 h 2398711"/>
              <a:gd name="connsiteX76323" fmla="*/ 1014772 w 2119654"/>
              <a:gd name="connsiteY76323" fmla="*/ 403345 h 2398711"/>
              <a:gd name="connsiteX76324" fmla="*/ 1053558 w 2119654"/>
              <a:gd name="connsiteY76324" fmla="*/ 315178 h 2398711"/>
              <a:gd name="connsiteX76325" fmla="*/ 1055220 w 2119654"/>
              <a:gd name="connsiteY76325" fmla="*/ 318112 h 2398711"/>
              <a:gd name="connsiteX76326" fmla="*/ 1065596 w 2119654"/>
              <a:gd name="connsiteY76326" fmla="*/ 306178 h 2398711"/>
              <a:gd name="connsiteX76327" fmla="*/ 1063659 w 2119654"/>
              <a:gd name="connsiteY76327" fmla="*/ 300290 h 2398711"/>
              <a:gd name="connsiteX76328" fmla="*/ 1062584 w 2119654"/>
              <a:gd name="connsiteY76328" fmla="*/ 301757 h 2398711"/>
              <a:gd name="connsiteX76329" fmla="*/ 401034 w 2119654"/>
              <a:gd name="connsiteY76329" fmla="*/ 1776189 h 2398711"/>
              <a:gd name="connsiteX76330" fmla="*/ 400769 w 2119654"/>
              <a:gd name="connsiteY76330" fmla="*/ 1777540 h 2398711"/>
              <a:gd name="connsiteX76331" fmla="*/ 404124 w 2119654"/>
              <a:gd name="connsiteY76331" fmla="*/ 1779955 h 2398711"/>
              <a:gd name="connsiteX76332" fmla="*/ 411075 w 2119654"/>
              <a:gd name="connsiteY76332" fmla="*/ 1782728 h 2398711"/>
              <a:gd name="connsiteX76333" fmla="*/ 410998 w 2119654"/>
              <a:gd name="connsiteY76333" fmla="*/ 1780300 h 2398711"/>
              <a:gd name="connsiteX76334" fmla="*/ 408273 w 2119654"/>
              <a:gd name="connsiteY76334" fmla="*/ 1778346 h 2398711"/>
              <a:gd name="connsiteX76335" fmla="*/ 402206 w 2119654"/>
              <a:gd name="connsiteY76335" fmla="*/ 1776192 h 2398711"/>
              <a:gd name="connsiteX76336" fmla="*/ 1009711 w 2119654"/>
              <a:gd name="connsiteY76336" fmla="*/ 413201 h 2398711"/>
              <a:gd name="connsiteX76337" fmla="*/ 1010601 w 2119654"/>
              <a:gd name="connsiteY76337" fmla="*/ 414258 h 2398711"/>
              <a:gd name="connsiteX76338" fmla="*/ 1011645 w 2119654"/>
              <a:gd name="connsiteY76338" fmla="*/ 411001 h 2398711"/>
              <a:gd name="connsiteX76339" fmla="*/ 1011139 w 2119654"/>
              <a:gd name="connsiteY76339" fmla="*/ 411565 h 2398711"/>
              <a:gd name="connsiteX76340" fmla="*/ 402822 w 2119654"/>
              <a:gd name="connsiteY76340" fmla="*/ 1772055 h 2398711"/>
              <a:gd name="connsiteX76341" fmla="*/ 404123 w 2119654"/>
              <a:gd name="connsiteY76341" fmla="*/ 1772865 h 2398711"/>
              <a:gd name="connsiteX76342" fmla="*/ 403377 w 2119654"/>
              <a:gd name="connsiteY76342" fmla="*/ 1772149 h 2398711"/>
              <a:gd name="connsiteX76343" fmla="*/ 403221 w 2119654"/>
              <a:gd name="connsiteY76343" fmla="*/ 1772092 h 2398711"/>
              <a:gd name="connsiteX76344" fmla="*/ 1015875 w 2119654"/>
              <a:gd name="connsiteY76344" fmla="*/ 399248 h 2398711"/>
              <a:gd name="connsiteX76345" fmla="*/ 1014771 w 2119654"/>
              <a:gd name="connsiteY76345" fmla="*/ 402660 h 2398711"/>
              <a:gd name="connsiteX76346" fmla="*/ 1015049 w 2119654"/>
              <a:gd name="connsiteY76346" fmla="*/ 402999 h 2398711"/>
              <a:gd name="connsiteX76347" fmla="*/ 1016437 w 2119654"/>
              <a:gd name="connsiteY76347" fmla="*/ 401267 h 2398711"/>
              <a:gd name="connsiteX76348" fmla="*/ 406445 w 2119654"/>
              <a:gd name="connsiteY76348" fmla="*/ 1763857 h 2398711"/>
              <a:gd name="connsiteX76349" fmla="*/ 410239 w 2119654"/>
              <a:gd name="connsiteY76349" fmla="*/ 1764724 h 2398711"/>
              <a:gd name="connsiteX76350" fmla="*/ 406897 w 2119654"/>
              <a:gd name="connsiteY76350" fmla="*/ 1763796 h 2398711"/>
              <a:gd name="connsiteX76351" fmla="*/ 1015959 w 2119654"/>
              <a:gd name="connsiteY76351" fmla="*/ 398986 h 2398711"/>
              <a:gd name="connsiteX76352" fmla="*/ 1015956 w 2119654"/>
              <a:gd name="connsiteY76352" fmla="*/ 398994 h 2398711"/>
              <a:gd name="connsiteX76353" fmla="*/ 1016588 w 2119654"/>
              <a:gd name="connsiteY76353" fmla="*/ 401079 h 2398711"/>
              <a:gd name="connsiteX76354" fmla="*/ 1016696 w 2119654"/>
              <a:gd name="connsiteY76354" fmla="*/ 400943 h 2398711"/>
              <a:gd name="connsiteX76355" fmla="*/ 1016130 w 2119654"/>
              <a:gd name="connsiteY76355" fmla="*/ 399272 h 2398711"/>
              <a:gd name="connsiteX76356" fmla="*/ 386720 w 2119654"/>
              <a:gd name="connsiteY76356" fmla="*/ 1807820 h 2398711"/>
              <a:gd name="connsiteX76357" fmla="*/ 387030 w 2119654"/>
              <a:gd name="connsiteY76357" fmla="*/ 1810654 h 2398711"/>
              <a:gd name="connsiteX76358" fmla="*/ 390947 w 2119654"/>
              <a:gd name="connsiteY76358" fmla="*/ 1810263 h 2398711"/>
              <a:gd name="connsiteX76359" fmla="*/ 365639 w 2119654"/>
              <a:gd name="connsiteY76359" fmla="*/ 1854882 h 2398711"/>
              <a:gd name="connsiteX76360" fmla="*/ 378611 w 2119654"/>
              <a:gd name="connsiteY76360" fmla="*/ 1857581 h 2398711"/>
              <a:gd name="connsiteX76361" fmla="*/ 380835 w 2119654"/>
              <a:gd name="connsiteY76361" fmla="*/ 1857626 h 2398711"/>
              <a:gd name="connsiteX76362" fmla="*/ 375658 w 2119654"/>
              <a:gd name="connsiteY76362" fmla="*/ 1854284 h 2398711"/>
              <a:gd name="connsiteX76363" fmla="*/ 375639 w 2119654"/>
              <a:gd name="connsiteY76363" fmla="*/ 1854280 h 2398711"/>
              <a:gd name="connsiteX76364" fmla="*/ 368919 w 2119654"/>
              <a:gd name="connsiteY76364" fmla="*/ 1854039 h 2398711"/>
              <a:gd name="connsiteX76365" fmla="*/ 990587 w 2119654"/>
              <a:gd name="connsiteY76365" fmla="*/ 455375 h 2398711"/>
              <a:gd name="connsiteX76366" fmla="*/ 990179 w 2119654"/>
              <a:gd name="connsiteY76366" fmla="*/ 460492 h 2398711"/>
              <a:gd name="connsiteX76367" fmla="*/ 993004 w 2119654"/>
              <a:gd name="connsiteY76367" fmla="*/ 457256 h 2398711"/>
              <a:gd name="connsiteX76368" fmla="*/ 1009761 w 2119654"/>
              <a:gd name="connsiteY76368" fmla="*/ 412416 h 2398711"/>
              <a:gd name="connsiteX76369" fmla="*/ 1009705 w 2119654"/>
              <a:gd name="connsiteY76369" fmla="*/ 412820 h 2398711"/>
              <a:gd name="connsiteX76370" fmla="*/ 1011816 w 2119654"/>
              <a:gd name="connsiteY76370" fmla="*/ 410466 h 2398711"/>
              <a:gd name="connsiteX76371" fmla="*/ 1011879 w 2119654"/>
              <a:gd name="connsiteY76371" fmla="*/ 410269 h 2398711"/>
              <a:gd name="connsiteX76372" fmla="*/ 1011694 w 2119654"/>
              <a:gd name="connsiteY76372" fmla="*/ 410005 h 2398711"/>
              <a:gd name="connsiteX76373" fmla="*/ 977681 w 2119654"/>
              <a:gd name="connsiteY76373" fmla="*/ 483908 h 2398711"/>
              <a:gd name="connsiteX76374" fmla="*/ 977641 w 2119654"/>
              <a:gd name="connsiteY76374" fmla="*/ 484736 h 2398711"/>
              <a:gd name="connsiteX76375" fmla="*/ 979495 w 2119654"/>
              <a:gd name="connsiteY76375" fmla="*/ 486806 h 2398711"/>
              <a:gd name="connsiteX76376" fmla="*/ 1009413 w 2119654"/>
              <a:gd name="connsiteY76376" fmla="*/ 412850 h 2398711"/>
              <a:gd name="connsiteX76377" fmla="*/ 1009520 w 2119654"/>
              <a:gd name="connsiteY76377" fmla="*/ 412976 h 2398711"/>
              <a:gd name="connsiteX76378" fmla="*/ 1009564 w 2119654"/>
              <a:gd name="connsiteY76378" fmla="*/ 412662 h 2398711"/>
              <a:gd name="connsiteX76379" fmla="*/ 1016988 w 2119654"/>
              <a:gd name="connsiteY76379" fmla="*/ 395804 h 2398711"/>
              <a:gd name="connsiteX76380" fmla="*/ 1016690 w 2119654"/>
              <a:gd name="connsiteY76380" fmla="*/ 396725 h 2398711"/>
              <a:gd name="connsiteX76381" fmla="*/ 1017696 w 2119654"/>
              <a:gd name="connsiteY76381" fmla="*/ 399696 h 2398711"/>
              <a:gd name="connsiteX76382" fmla="*/ 1019275 w 2119654"/>
              <a:gd name="connsiteY76382" fmla="*/ 397727 h 2398711"/>
              <a:gd name="connsiteX76383" fmla="*/ 401555 w 2119654"/>
              <a:gd name="connsiteY76383" fmla="*/ 1773530 h 2398711"/>
              <a:gd name="connsiteX76384" fmla="*/ 401308 w 2119654"/>
              <a:gd name="connsiteY76384" fmla="*/ 1774792 h 2398711"/>
              <a:gd name="connsiteX76385" fmla="*/ 403321 w 2119654"/>
              <a:gd name="connsiteY76385" fmla="*/ 1774797 h 2398711"/>
              <a:gd name="connsiteX76386" fmla="*/ 1028145 w 2119654"/>
              <a:gd name="connsiteY76386" fmla="*/ 370056 h 2398711"/>
              <a:gd name="connsiteX76387" fmla="*/ 1030402 w 2119654"/>
              <a:gd name="connsiteY76387" fmla="*/ 372853 h 2398711"/>
              <a:gd name="connsiteX76388" fmla="*/ 1030443 w 2119654"/>
              <a:gd name="connsiteY76388" fmla="*/ 372751 h 2398711"/>
              <a:gd name="connsiteX76389" fmla="*/ 1045444 w 2119654"/>
              <a:gd name="connsiteY76389" fmla="*/ 331150 h 2398711"/>
              <a:gd name="connsiteX76390" fmla="*/ 1052464 w 2119654"/>
              <a:gd name="connsiteY76390" fmla="*/ 342346 h 2398711"/>
              <a:gd name="connsiteX76391" fmla="*/ 1056692 w 2119654"/>
              <a:gd name="connsiteY76391" fmla="*/ 345372 h 2398711"/>
              <a:gd name="connsiteX76392" fmla="*/ 1061162 w 2119654"/>
              <a:gd name="connsiteY76392" fmla="*/ 332168 h 2398711"/>
              <a:gd name="connsiteX76393" fmla="*/ 1050702 w 2119654"/>
              <a:gd name="connsiteY76393" fmla="*/ 324677 h 2398711"/>
              <a:gd name="connsiteX76394" fmla="*/ 1049798 w 2119654"/>
              <a:gd name="connsiteY76394" fmla="*/ 325719 h 2398711"/>
              <a:gd name="connsiteX76395" fmla="*/ 398888 w 2119654"/>
              <a:gd name="connsiteY76395" fmla="*/ 1778371 h 2398711"/>
              <a:gd name="connsiteX76396" fmla="*/ 399855 w 2119654"/>
              <a:gd name="connsiteY76396" fmla="*/ 1779242 h 2398711"/>
              <a:gd name="connsiteX76397" fmla="*/ 399939 w 2119654"/>
              <a:gd name="connsiteY76397" fmla="*/ 1778807 h 2398711"/>
              <a:gd name="connsiteX76398" fmla="*/ 1018966 w 2119654"/>
              <a:gd name="connsiteY76398" fmla="*/ 389686 h 2398711"/>
              <a:gd name="connsiteX76399" fmla="*/ 1017192 w 2119654"/>
              <a:gd name="connsiteY76399" fmla="*/ 395174 h 2398711"/>
              <a:gd name="connsiteX76400" fmla="*/ 1019659 w 2119654"/>
              <a:gd name="connsiteY76400" fmla="*/ 397248 h 2398711"/>
              <a:gd name="connsiteX76401" fmla="*/ 1022221 w 2119654"/>
              <a:gd name="connsiteY76401" fmla="*/ 394053 h 2398711"/>
              <a:gd name="connsiteX76402" fmla="*/ 1022352 w 2119654"/>
              <a:gd name="connsiteY76402" fmla="*/ 393712 h 2398711"/>
              <a:gd name="connsiteX76403" fmla="*/ 1013509 w 2119654"/>
              <a:gd name="connsiteY76403" fmla="*/ 401805 h 2398711"/>
              <a:gd name="connsiteX76404" fmla="*/ 1014220 w 2119654"/>
              <a:gd name="connsiteY76404" fmla="*/ 402964 h 2398711"/>
              <a:gd name="connsiteX76405" fmla="*/ 1014288 w 2119654"/>
              <a:gd name="connsiteY76405" fmla="*/ 402755 h 2398711"/>
              <a:gd name="connsiteX76406" fmla="*/ 1006988 w 2119654"/>
              <a:gd name="connsiteY76406" fmla="*/ 416322 h 2398711"/>
              <a:gd name="connsiteX76407" fmla="*/ 1008901 w 2119654"/>
              <a:gd name="connsiteY76407" fmla="*/ 417423 h 2398711"/>
              <a:gd name="connsiteX76408" fmla="*/ 1009229 w 2119654"/>
              <a:gd name="connsiteY76408" fmla="*/ 415071 h 2398711"/>
              <a:gd name="connsiteX76409" fmla="*/ 1008688 w 2119654"/>
              <a:gd name="connsiteY76409" fmla="*/ 414374 h 2398711"/>
              <a:gd name="connsiteX76410" fmla="*/ 1002241 w 2119654"/>
              <a:gd name="connsiteY76410" fmla="*/ 426901 h 2398711"/>
              <a:gd name="connsiteX76411" fmla="*/ 1002601 w 2119654"/>
              <a:gd name="connsiteY76411" fmla="*/ 428614 h 2398711"/>
              <a:gd name="connsiteX76412" fmla="*/ 1003706 w 2119654"/>
              <a:gd name="connsiteY76412" fmla="*/ 429250 h 2398711"/>
              <a:gd name="connsiteX76413" fmla="*/ 1002576 w 2119654"/>
              <a:gd name="connsiteY76413" fmla="*/ 427391 h 2398711"/>
              <a:gd name="connsiteX76414" fmla="*/ 375392 w 2119654"/>
              <a:gd name="connsiteY76414" fmla="*/ 1830433 h 2398711"/>
              <a:gd name="connsiteX76415" fmla="*/ 377507 w 2119654"/>
              <a:gd name="connsiteY76415" fmla="*/ 1830640 h 2398711"/>
              <a:gd name="connsiteX76416" fmla="*/ 390323 w 2119654"/>
              <a:gd name="connsiteY76416" fmla="*/ 1831010 h 2398711"/>
              <a:gd name="connsiteX76417" fmla="*/ 390462 w 2119654"/>
              <a:gd name="connsiteY76417" fmla="*/ 1830236 h 2398711"/>
              <a:gd name="connsiteX76418" fmla="*/ 386567 w 2119654"/>
              <a:gd name="connsiteY76418" fmla="*/ 1829158 h 2398711"/>
              <a:gd name="connsiteX76419" fmla="*/ 386485 w 2119654"/>
              <a:gd name="connsiteY76419" fmla="*/ 1829047 h 2398711"/>
              <a:gd name="connsiteX76420" fmla="*/ 382002 w 2119654"/>
              <a:gd name="connsiteY76420" fmla="*/ 1829717 h 2398711"/>
              <a:gd name="connsiteX76421" fmla="*/ 1044341 w 2119654"/>
              <a:gd name="connsiteY76421" fmla="*/ 332526 h 2398711"/>
              <a:gd name="connsiteX76422" fmla="*/ 1045110 w 2119654"/>
              <a:gd name="connsiteY76422" fmla="*/ 335349 h 2398711"/>
              <a:gd name="connsiteX76423" fmla="*/ 1047076 w 2119654"/>
              <a:gd name="connsiteY76423" fmla="*/ 338487 h 2398711"/>
              <a:gd name="connsiteX76424" fmla="*/ 1049512 w 2119654"/>
              <a:gd name="connsiteY76424" fmla="*/ 340232 h 2398711"/>
              <a:gd name="connsiteX76425" fmla="*/ 1044530 w 2119654"/>
              <a:gd name="connsiteY76425" fmla="*/ 332289 h 2398711"/>
              <a:gd name="connsiteX76426" fmla="*/ 403161 w 2119654"/>
              <a:gd name="connsiteY76426" fmla="*/ 1768159 h 2398711"/>
              <a:gd name="connsiteX76427" fmla="*/ 407818 w 2119654"/>
              <a:gd name="connsiteY76427" fmla="*/ 1770896 h 2398711"/>
              <a:gd name="connsiteX76428" fmla="*/ 410712 w 2119654"/>
              <a:gd name="connsiteY76428" fmla="*/ 1771166 h 2398711"/>
              <a:gd name="connsiteX76429" fmla="*/ 410689 w 2119654"/>
              <a:gd name="connsiteY76429" fmla="*/ 1770426 h 2398711"/>
              <a:gd name="connsiteX76430" fmla="*/ 407760 w 2119654"/>
              <a:gd name="connsiteY76430" fmla="*/ 1769575 h 2398711"/>
              <a:gd name="connsiteX76431" fmla="*/ 407601 w 2119654"/>
              <a:gd name="connsiteY76431" fmla="*/ 1769352 h 2398711"/>
              <a:gd name="connsiteX76432" fmla="*/ 1007185 w 2119654"/>
              <a:gd name="connsiteY76432" fmla="*/ 415631 h 2398711"/>
              <a:gd name="connsiteX76433" fmla="*/ 1008512 w 2119654"/>
              <a:gd name="connsiteY76433" fmla="*/ 414150 h 2398711"/>
              <a:gd name="connsiteX76434" fmla="*/ 1008443 w 2119654"/>
              <a:gd name="connsiteY76434" fmla="*/ 414060 h 2398711"/>
              <a:gd name="connsiteX76435" fmla="*/ 1048821 w 2119654"/>
              <a:gd name="connsiteY76435" fmla="*/ 322224 h 2398711"/>
              <a:gd name="connsiteX76436" fmla="*/ 1050562 w 2119654"/>
              <a:gd name="connsiteY76436" fmla="*/ 323471 h 2398711"/>
              <a:gd name="connsiteX76437" fmla="*/ 1054720 w 2119654"/>
              <a:gd name="connsiteY76437" fmla="*/ 318688 h 2398711"/>
              <a:gd name="connsiteX76438" fmla="*/ 1053193 w 2119654"/>
              <a:gd name="connsiteY76438" fmla="*/ 315722 h 2398711"/>
              <a:gd name="connsiteX76439" fmla="*/ 402238 w 2119654"/>
              <a:gd name="connsiteY76439" fmla="*/ 1770040 h 2398711"/>
              <a:gd name="connsiteX76440" fmla="*/ 402221 w 2119654"/>
              <a:gd name="connsiteY76440" fmla="*/ 1770127 h 2398711"/>
              <a:gd name="connsiteX76441" fmla="*/ 402506 w 2119654"/>
              <a:gd name="connsiteY76441" fmla="*/ 1770400 h 2398711"/>
              <a:gd name="connsiteX76442" fmla="*/ 402623 w 2119654"/>
              <a:gd name="connsiteY76442" fmla="*/ 1770411 h 2398711"/>
              <a:gd name="connsiteX76443" fmla="*/ 1010360 w 2119654"/>
              <a:gd name="connsiteY76443" fmla="*/ 408115 h 2398711"/>
              <a:gd name="connsiteX76444" fmla="*/ 1010236 w 2119654"/>
              <a:gd name="connsiteY76444" fmla="*/ 409003 h 2398711"/>
              <a:gd name="connsiteX76445" fmla="*/ 1010636 w 2119654"/>
              <a:gd name="connsiteY76445" fmla="*/ 408505 h 2398711"/>
              <a:gd name="connsiteX76446" fmla="*/ 1043778 w 2119654"/>
              <a:gd name="connsiteY76446" fmla="*/ 333228 h 2398711"/>
              <a:gd name="connsiteX76447" fmla="*/ 1044751 w 2119654"/>
              <a:gd name="connsiteY76447" fmla="*/ 334781 h 2398711"/>
              <a:gd name="connsiteX76448" fmla="*/ 1044190 w 2119654"/>
              <a:gd name="connsiteY76448" fmla="*/ 332714 h 2398711"/>
              <a:gd name="connsiteX76449" fmla="*/ 1016135 w 2119654"/>
              <a:gd name="connsiteY76449" fmla="*/ 395086 h 2398711"/>
              <a:gd name="connsiteX76450" fmla="*/ 1016448 w 2119654"/>
              <a:gd name="connsiteY76450" fmla="*/ 396013 h 2398711"/>
              <a:gd name="connsiteX76451" fmla="*/ 1016615 w 2119654"/>
              <a:gd name="connsiteY76451" fmla="*/ 395491 h 2398711"/>
              <a:gd name="connsiteX76452" fmla="*/ 402380 w 2119654"/>
              <a:gd name="connsiteY76452" fmla="*/ 1769316 h 2398711"/>
              <a:gd name="connsiteX76453" fmla="*/ 402374 w 2119654"/>
              <a:gd name="connsiteY76453" fmla="*/ 1769347 h 2398711"/>
              <a:gd name="connsiteX76454" fmla="*/ 403568 w 2119654"/>
              <a:gd name="connsiteY76454" fmla="*/ 1770499 h 2398711"/>
              <a:gd name="connsiteX76455" fmla="*/ 404549 w 2119654"/>
              <a:gd name="connsiteY76455" fmla="*/ 1770590 h 2398711"/>
              <a:gd name="connsiteX76456" fmla="*/ 359426 w 2119654"/>
              <a:gd name="connsiteY76456" fmla="*/ 1865493 h 2398711"/>
              <a:gd name="connsiteX76457" fmla="*/ 356292 w 2119654"/>
              <a:gd name="connsiteY76457" fmla="*/ 1879668 h 2398711"/>
              <a:gd name="connsiteX76458" fmla="*/ 353462 w 2119654"/>
              <a:gd name="connsiteY76458" fmla="*/ 1893368 h 2398711"/>
              <a:gd name="connsiteX76459" fmla="*/ 384330 w 2119654"/>
              <a:gd name="connsiteY76459" fmla="*/ 1894222 h 2398711"/>
              <a:gd name="connsiteX76460" fmla="*/ 353407 w 2119654"/>
              <a:gd name="connsiteY76460" fmla="*/ 1893633 h 2398711"/>
              <a:gd name="connsiteX76461" fmla="*/ 353127 w 2119654"/>
              <a:gd name="connsiteY76461" fmla="*/ 1894990 h 2398711"/>
              <a:gd name="connsiteX76462" fmla="*/ 367399 w 2119654"/>
              <a:gd name="connsiteY76462" fmla="*/ 1895367 h 2398711"/>
              <a:gd name="connsiteX76463" fmla="*/ 416308 w 2119654"/>
              <a:gd name="connsiteY76463" fmla="*/ 1895982 h 2398711"/>
              <a:gd name="connsiteX76464" fmla="*/ 419028 w 2119654"/>
              <a:gd name="connsiteY76464" fmla="*/ 1895371 h 2398711"/>
              <a:gd name="connsiteX76465" fmla="*/ 418808 w 2119654"/>
              <a:gd name="connsiteY76465" fmla="*/ 1895115 h 2398711"/>
              <a:gd name="connsiteX76466" fmla="*/ 419531 w 2119654"/>
              <a:gd name="connsiteY76466" fmla="*/ 1895259 h 2398711"/>
              <a:gd name="connsiteX76467" fmla="*/ 421031 w 2119654"/>
              <a:gd name="connsiteY76467" fmla="*/ 1894921 h 2398711"/>
              <a:gd name="connsiteX76468" fmla="*/ 389495 w 2119654"/>
              <a:gd name="connsiteY76468" fmla="*/ 1894320 h 2398711"/>
              <a:gd name="connsiteX76469" fmla="*/ 421816 w 2119654"/>
              <a:gd name="connsiteY76469" fmla="*/ 1893925 h 2398711"/>
              <a:gd name="connsiteX76470" fmla="*/ 419057 w 2119654"/>
              <a:gd name="connsiteY76470" fmla="*/ 1893216 h 2398711"/>
              <a:gd name="connsiteX76471" fmla="*/ 391794 w 2119654"/>
              <a:gd name="connsiteY76471" fmla="*/ 1885245 h 2398711"/>
              <a:gd name="connsiteX76472" fmla="*/ 389565 w 2119654"/>
              <a:gd name="connsiteY76472" fmla="*/ 1885900 h 2398711"/>
              <a:gd name="connsiteX76473" fmla="*/ 389273 w 2119654"/>
              <a:gd name="connsiteY76473" fmla="*/ 1885750 h 2398711"/>
              <a:gd name="connsiteX76474" fmla="*/ 391391 w 2119654"/>
              <a:gd name="connsiteY76474" fmla="*/ 1885126 h 2398711"/>
              <a:gd name="connsiteX76475" fmla="*/ 390834 w 2119654"/>
              <a:gd name="connsiteY76475" fmla="*/ 1884964 h 2398711"/>
              <a:gd name="connsiteX76476" fmla="*/ 390696 w 2119654"/>
              <a:gd name="connsiteY76476" fmla="*/ 1884772 h 2398711"/>
              <a:gd name="connsiteX76477" fmla="*/ 391650 w 2119654"/>
              <a:gd name="connsiteY76477" fmla="*/ 1885051 h 2398711"/>
              <a:gd name="connsiteX76478" fmla="*/ 408932 w 2119654"/>
              <a:gd name="connsiteY76478" fmla="*/ 1879969 h 2398711"/>
              <a:gd name="connsiteX76479" fmla="*/ 394403 w 2119654"/>
              <a:gd name="connsiteY76479" fmla="*/ 1875870 h 2398711"/>
              <a:gd name="connsiteX76480" fmla="*/ 1015302 w 2119654"/>
              <a:gd name="connsiteY76480" fmla="*/ 396831 h 2398711"/>
              <a:gd name="connsiteX76481" fmla="*/ 1015732 w 2119654"/>
              <a:gd name="connsiteY76481" fmla="*/ 398250 h 2398711"/>
              <a:gd name="connsiteX76482" fmla="*/ 1015756 w 2119654"/>
              <a:gd name="connsiteY76482" fmla="*/ 398172 h 2398711"/>
              <a:gd name="connsiteX76483" fmla="*/ 1024640 w 2119654"/>
              <a:gd name="connsiteY76483" fmla="*/ 375616 h 2398711"/>
              <a:gd name="connsiteX76484" fmla="*/ 1026395 w 2119654"/>
              <a:gd name="connsiteY76484" fmla="*/ 383236 h 2398711"/>
              <a:gd name="connsiteX76485" fmla="*/ 1027645 w 2119654"/>
              <a:gd name="connsiteY76485" fmla="*/ 379997 h 2398711"/>
              <a:gd name="connsiteX76486" fmla="*/ 383130 w 2119654"/>
              <a:gd name="connsiteY76486" fmla="*/ 1812076 h 2398711"/>
              <a:gd name="connsiteX76487" fmla="*/ 385875 w 2119654"/>
              <a:gd name="connsiteY76487" fmla="*/ 1813173 h 2398711"/>
              <a:gd name="connsiteX76488" fmla="*/ 387066 w 2119654"/>
              <a:gd name="connsiteY76488" fmla="*/ 1813196 h 2398711"/>
              <a:gd name="connsiteX76489" fmla="*/ 387017 w 2119654"/>
              <a:gd name="connsiteY76489" fmla="*/ 1812743 h 2398711"/>
              <a:gd name="connsiteX76490" fmla="*/ 384381 w 2119654"/>
              <a:gd name="connsiteY76490" fmla="*/ 1811951 h 2398711"/>
              <a:gd name="connsiteX76491" fmla="*/ 386386 w 2119654"/>
              <a:gd name="connsiteY76491" fmla="*/ 1804759 h 2398711"/>
              <a:gd name="connsiteX76492" fmla="*/ 386648 w 2119654"/>
              <a:gd name="connsiteY76492" fmla="*/ 1807163 h 2398711"/>
              <a:gd name="connsiteX76493" fmla="*/ 391855 w 2119654"/>
              <a:gd name="connsiteY76493" fmla="*/ 1810172 h 2398711"/>
              <a:gd name="connsiteX76494" fmla="*/ 391939 w 2119654"/>
              <a:gd name="connsiteY76494" fmla="*/ 1810164 h 2398711"/>
              <a:gd name="connsiteX76495" fmla="*/ 392433 w 2119654"/>
              <a:gd name="connsiteY76495" fmla="*/ 1807387 h 2398711"/>
              <a:gd name="connsiteX76496" fmla="*/ 359671 w 2119654"/>
              <a:gd name="connsiteY76496" fmla="*/ 1864385 h 2398711"/>
              <a:gd name="connsiteX76497" fmla="*/ 359496 w 2119654"/>
              <a:gd name="connsiteY76497" fmla="*/ 1865178 h 2398711"/>
              <a:gd name="connsiteX76498" fmla="*/ 366474 w 2119654"/>
              <a:gd name="connsiteY76498" fmla="*/ 1867249 h 2398711"/>
              <a:gd name="connsiteX76499" fmla="*/ 377837 w 2119654"/>
              <a:gd name="connsiteY76499" fmla="*/ 1870455 h 2398711"/>
              <a:gd name="connsiteX76500" fmla="*/ 978456 w 2119654"/>
              <a:gd name="connsiteY76500" fmla="*/ 478708 h 2398711"/>
              <a:gd name="connsiteX76501" fmla="*/ 977882 w 2119654"/>
              <a:gd name="connsiteY76501" fmla="*/ 482448 h 2398711"/>
              <a:gd name="connsiteX76502" fmla="*/ 980072 w 2119654"/>
              <a:gd name="connsiteY76502" fmla="*/ 485946 h 2398711"/>
              <a:gd name="connsiteX76503" fmla="*/ 980105 w 2119654"/>
              <a:gd name="connsiteY76503" fmla="*/ 485890 h 2398711"/>
              <a:gd name="connsiteX76504" fmla="*/ 980230 w 2119654"/>
              <a:gd name="connsiteY76504" fmla="*/ 484328 h 2398711"/>
              <a:gd name="connsiteX76505" fmla="*/ 978671 w 2119654"/>
              <a:gd name="connsiteY76505" fmla="*/ 482809 h 2398711"/>
              <a:gd name="connsiteX76506" fmla="*/ 979116 w 2119654"/>
              <a:gd name="connsiteY76506" fmla="*/ 482857 h 2398711"/>
              <a:gd name="connsiteX76507" fmla="*/ 980258 w 2119654"/>
              <a:gd name="connsiteY76507" fmla="*/ 483970 h 2398711"/>
              <a:gd name="connsiteX76508" fmla="*/ 980432 w 2119654"/>
              <a:gd name="connsiteY76508" fmla="*/ 481783 h 2398711"/>
              <a:gd name="connsiteX76509" fmla="*/ 980879 w 2119654"/>
              <a:gd name="connsiteY76509" fmla="*/ 473014 h 2398711"/>
              <a:gd name="connsiteX76510" fmla="*/ 981088 w 2119654"/>
              <a:gd name="connsiteY76510" fmla="*/ 473550 h 2398711"/>
              <a:gd name="connsiteX76511" fmla="*/ 981148 w 2119654"/>
              <a:gd name="connsiteY76511" fmla="*/ 472796 h 2398711"/>
              <a:gd name="connsiteX76512" fmla="*/ 398884 w 2119654"/>
              <a:gd name="connsiteY76512" fmla="*/ 1776184 h 2398711"/>
              <a:gd name="connsiteX76513" fmla="*/ 400256 w 2119654"/>
              <a:gd name="connsiteY76513" fmla="*/ 1777171 h 2398711"/>
              <a:gd name="connsiteX76514" fmla="*/ 400446 w 2119654"/>
              <a:gd name="connsiteY76514" fmla="*/ 1776188 h 2398711"/>
              <a:gd name="connsiteX76515" fmla="*/ 1005173 w 2119654"/>
              <a:gd name="connsiteY76515" fmla="*/ 418402 h 2398711"/>
              <a:gd name="connsiteX76516" fmla="*/ 1008173 w 2119654"/>
              <a:gd name="connsiteY76516" fmla="*/ 421831 h 2398711"/>
              <a:gd name="connsiteX76517" fmla="*/ 1008375 w 2119654"/>
              <a:gd name="connsiteY76517" fmla="*/ 421198 h 2398711"/>
              <a:gd name="connsiteX76518" fmla="*/ 1008864 w 2119654"/>
              <a:gd name="connsiteY76518" fmla="*/ 417688 h 2398711"/>
              <a:gd name="connsiteX76519" fmla="*/ 1006821 w 2119654"/>
              <a:gd name="connsiteY76519" fmla="*/ 416513 h 2398711"/>
              <a:gd name="connsiteX76520" fmla="*/ 402791 w 2119654"/>
              <a:gd name="connsiteY76520" fmla="*/ 1767215 h 2398711"/>
              <a:gd name="connsiteX76521" fmla="*/ 402779 w 2119654"/>
              <a:gd name="connsiteY76521" fmla="*/ 1767276 h 2398711"/>
              <a:gd name="connsiteX76522" fmla="*/ 403304 w 2119654"/>
              <a:gd name="connsiteY76522" fmla="*/ 1767417 h 2398711"/>
              <a:gd name="connsiteX76523" fmla="*/ 1042303 w 2119654"/>
              <a:gd name="connsiteY76523" fmla="*/ 335068 h 2398711"/>
              <a:gd name="connsiteX76524" fmla="*/ 1044874 w 2119654"/>
              <a:gd name="connsiteY76524" fmla="*/ 336910 h 2398711"/>
              <a:gd name="connsiteX76525" fmla="*/ 1043098 w 2119654"/>
              <a:gd name="connsiteY76525" fmla="*/ 334076 h 2398711"/>
              <a:gd name="connsiteX76526" fmla="*/ 398127 w 2119654"/>
              <a:gd name="connsiteY76526" fmla="*/ 1777433 h 2398711"/>
              <a:gd name="connsiteX76527" fmla="*/ 398104 w 2119654"/>
              <a:gd name="connsiteY76527" fmla="*/ 1777553 h 2398711"/>
              <a:gd name="connsiteX76528" fmla="*/ 398530 w 2119654"/>
              <a:gd name="connsiteY76528" fmla="*/ 1777723 h 2398711"/>
              <a:gd name="connsiteX76529" fmla="*/ 980765 w 2119654"/>
              <a:gd name="connsiteY76529" fmla="*/ 472723 h 2398711"/>
              <a:gd name="connsiteX76530" fmla="*/ 980792 w 2119654"/>
              <a:gd name="connsiteY76530" fmla="*/ 472790 h 2398711"/>
              <a:gd name="connsiteX76531" fmla="*/ 981173 w 2119654"/>
              <a:gd name="connsiteY76531" fmla="*/ 472481 h 2398711"/>
              <a:gd name="connsiteX76532" fmla="*/ 981182 w 2119654"/>
              <a:gd name="connsiteY76532" fmla="*/ 472367 h 2398711"/>
              <a:gd name="connsiteX76533" fmla="*/ 981117 w 2119654"/>
              <a:gd name="connsiteY76533" fmla="*/ 472285 h 2398711"/>
              <a:gd name="connsiteX76534" fmla="*/ 381855 w 2119654"/>
              <a:gd name="connsiteY76534" fmla="*/ 1813773 h 2398711"/>
              <a:gd name="connsiteX76535" fmla="*/ 382109 w 2119654"/>
              <a:gd name="connsiteY76535" fmla="*/ 1813977 h 2398711"/>
              <a:gd name="connsiteX76536" fmla="*/ 384415 w 2119654"/>
              <a:gd name="connsiteY76536" fmla="*/ 1813998 h 2398711"/>
              <a:gd name="connsiteX76537" fmla="*/ 383954 w 2119654"/>
              <a:gd name="connsiteY76537" fmla="*/ 1813814 h 2398711"/>
              <a:gd name="connsiteX76538" fmla="*/ 1012759 w 2119654"/>
              <a:gd name="connsiteY76538" fmla="*/ 400888 h 2398711"/>
              <a:gd name="connsiteX76539" fmla="*/ 1013702 w 2119654"/>
              <a:gd name="connsiteY76539" fmla="*/ 404582 h 2398711"/>
              <a:gd name="connsiteX76540" fmla="*/ 1014156 w 2119654"/>
              <a:gd name="connsiteY76540" fmla="*/ 403167 h 2398711"/>
              <a:gd name="connsiteX76541" fmla="*/ 980267 w 2119654"/>
              <a:gd name="connsiteY76541" fmla="*/ 473512 h 2398711"/>
              <a:gd name="connsiteX76542" fmla="*/ 980817 w 2119654"/>
              <a:gd name="connsiteY76542" fmla="*/ 473888 h 2398711"/>
              <a:gd name="connsiteX76543" fmla="*/ 980581 w 2119654"/>
              <a:gd name="connsiteY76543" fmla="*/ 473257 h 2398711"/>
              <a:gd name="connsiteX76544" fmla="*/ 411507 w 2119654"/>
              <a:gd name="connsiteY76544" fmla="*/ 1746919 h 2398711"/>
              <a:gd name="connsiteX76545" fmla="*/ 411593 w 2119654"/>
              <a:gd name="connsiteY76545" fmla="*/ 1749513 h 2398711"/>
              <a:gd name="connsiteX76546" fmla="*/ 412762 w 2119654"/>
              <a:gd name="connsiteY76546" fmla="*/ 1749974 h 2398711"/>
              <a:gd name="connsiteX76547" fmla="*/ 419099 w 2119654"/>
              <a:gd name="connsiteY76547" fmla="*/ 1750855 h 2398711"/>
              <a:gd name="connsiteX76548" fmla="*/ 421328 w 2119654"/>
              <a:gd name="connsiteY76548" fmla="*/ 1750510 h 2398711"/>
              <a:gd name="connsiteX76549" fmla="*/ 420379 w 2119654"/>
              <a:gd name="connsiteY76549" fmla="*/ 1749857 h 2398711"/>
              <a:gd name="connsiteX76550" fmla="*/ 411608 w 2119654"/>
              <a:gd name="connsiteY76550" fmla="*/ 1746937 h 2398711"/>
              <a:gd name="connsiteX76551" fmla="*/ 425139 w 2119654"/>
              <a:gd name="connsiteY76551" fmla="*/ 1716281 h 2398711"/>
              <a:gd name="connsiteX76552" fmla="*/ 425623 w 2119654"/>
              <a:gd name="connsiteY76552" fmla="*/ 1716640 h 2398711"/>
              <a:gd name="connsiteX76553" fmla="*/ 425242 w 2119654"/>
              <a:gd name="connsiteY76553" fmla="*/ 1716301 h 2398711"/>
              <a:gd name="connsiteX76554" fmla="*/ 1022755 w 2119654"/>
              <a:gd name="connsiteY76554" fmla="*/ 377971 h 2398711"/>
              <a:gd name="connsiteX76555" fmla="*/ 1019019 w 2119654"/>
              <a:gd name="connsiteY76555" fmla="*/ 389522 h 2398711"/>
              <a:gd name="connsiteX76556" fmla="*/ 1022413 w 2119654"/>
              <a:gd name="connsiteY76556" fmla="*/ 393555 h 2398711"/>
              <a:gd name="connsiteX76557" fmla="*/ 1024874 w 2119654"/>
              <a:gd name="connsiteY76557" fmla="*/ 387176 h 2398711"/>
              <a:gd name="connsiteX76558" fmla="*/ 404062 w 2119654"/>
              <a:gd name="connsiteY76558" fmla="*/ 1762863 h 2398711"/>
              <a:gd name="connsiteX76559" fmla="*/ 404805 w 2119654"/>
              <a:gd name="connsiteY76559" fmla="*/ 1763054 h 2398711"/>
              <a:gd name="connsiteX76560" fmla="*/ 407071 w 2119654"/>
              <a:gd name="connsiteY76560" fmla="*/ 1762709 h 2398711"/>
              <a:gd name="connsiteX76561" fmla="*/ 403367 w 2119654"/>
              <a:gd name="connsiteY76561" fmla="*/ 1764273 h 2398711"/>
              <a:gd name="connsiteX76562" fmla="*/ 402988 w 2119654"/>
              <a:gd name="connsiteY76562" fmla="*/ 1766210 h 2398711"/>
              <a:gd name="connsiteX76563" fmla="*/ 410652 w 2119654"/>
              <a:gd name="connsiteY76563" fmla="*/ 1769237 h 2398711"/>
              <a:gd name="connsiteX76564" fmla="*/ 410522 w 2119654"/>
              <a:gd name="connsiteY76564" fmla="*/ 1765103 h 2398711"/>
              <a:gd name="connsiteX76565" fmla="*/ 405584 w 2119654"/>
              <a:gd name="connsiteY76565" fmla="*/ 1763973 h 2398711"/>
              <a:gd name="connsiteX76566" fmla="*/ 386168 w 2119654"/>
              <a:gd name="connsiteY76566" fmla="*/ 1802765 h 2398711"/>
              <a:gd name="connsiteX76567" fmla="*/ 386323 w 2119654"/>
              <a:gd name="connsiteY76567" fmla="*/ 1804188 h 2398711"/>
              <a:gd name="connsiteX76568" fmla="*/ 392522 w 2119654"/>
              <a:gd name="connsiteY76568" fmla="*/ 1806882 h 2398711"/>
              <a:gd name="connsiteX76569" fmla="*/ 393209 w 2119654"/>
              <a:gd name="connsiteY76569" fmla="*/ 1803011 h 2398711"/>
              <a:gd name="connsiteX76570" fmla="*/ 979212 w 2119654"/>
              <a:gd name="connsiteY76570" fmla="*/ 474653 h 2398711"/>
              <a:gd name="connsiteX76571" fmla="*/ 978903 w 2119654"/>
              <a:gd name="connsiteY76571" fmla="*/ 476112 h 2398711"/>
              <a:gd name="connsiteX76572" fmla="*/ 980695 w 2119654"/>
              <a:gd name="connsiteY76572" fmla="*/ 478497 h 2398711"/>
              <a:gd name="connsiteX76573" fmla="*/ 981018 w 2119654"/>
              <a:gd name="connsiteY76573" fmla="*/ 474428 h 2398711"/>
              <a:gd name="connsiteX76574" fmla="*/ 980956 w 2119654"/>
              <a:gd name="connsiteY76574" fmla="*/ 474261 h 2398711"/>
              <a:gd name="connsiteX76575" fmla="*/ 980081 w 2119654"/>
              <a:gd name="connsiteY76575" fmla="*/ 473663 h 2398711"/>
              <a:gd name="connsiteX76576" fmla="*/ 979872 w 2119654"/>
              <a:gd name="connsiteY76576" fmla="*/ 473833 h 2398711"/>
              <a:gd name="connsiteX76577" fmla="*/ 1044176 w 2119654"/>
              <a:gd name="connsiteY76577" fmla="*/ 329130 h 2398711"/>
              <a:gd name="connsiteX76578" fmla="*/ 1044790 w 2119654"/>
              <a:gd name="connsiteY76578" fmla="*/ 330110 h 2398711"/>
              <a:gd name="connsiteX76579" fmla="*/ 1049970 w 2119654"/>
              <a:gd name="connsiteY76579" fmla="*/ 324152 h 2398711"/>
              <a:gd name="connsiteX76580" fmla="*/ 1048319 w 2119654"/>
              <a:gd name="connsiteY76580" fmla="*/ 322970 h 2398711"/>
              <a:gd name="connsiteX76581" fmla="*/ 1002995 w 2119654"/>
              <a:gd name="connsiteY76581" fmla="*/ 420898 h 2398711"/>
              <a:gd name="connsiteX76582" fmla="*/ 1005830 w 2119654"/>
              <a:gd name="connsiteY76582" fmla="*/ 428607 h 2398711"/>
              <a:gd name="connsiteX76583" fmla="*/ 1005951 w 2119654"/>
              <a:gd name="connsiteY76583" fmla="*/ 428766 h 2398711"/>
              <a:gd name="connsiteX76584" fmla="*/ 1007652 w 2119654"/>
              <a:gd name="connsiteY76584" fmla="*/ 423459 h 2398711"/>
              <a:gd name="connsiteX76585" fmla="*/ 1004201 w 2119654"/>
              <a:gd name="connsiteY76585" fmla="*/ 419515 h 2398711"/>
              <a:gd name="connsiteX76586" fmla="*/ 403638 w 2119654"/>
              <a:gd name="connsiteY76586" fmla="*/ 1762890 h 2398711"/>
              <a:gd name="connsiteX76587" fmla="*/ 403570 w 2119654"/>
              <a:gd name="connsiteY76587" fmla="*/ 1763242 h 2398711"/>
              <a:gd name="connsiteX76588" fmla="*/ 404433 w 2119654"/>
              <a:gd name="connsiteY76588" fmla="*/ 1763111 h 2398711"/>
              <a:gd name="connsiteX76589" fmla="*/ 1024798 w 2119654"/>
              <a:gd name="connsiteY76589" fmla="*/ 371654 h 2398711"/>
              <a:gd name="connsiteX76590" fmla="*/ 1024172 w 2119654"/>
              <a:gd name="connsiteY76590" fmla="*/ 373588 h 2398711"/>
              <a:gd name="connsiteX76591" fmla="*/ 1024343 w 2119654"/>
              <a:gd name="connsiteY76591" fmla="*/ 374326 h 2398711"/>
              <a:gd name="connsiteX76592" fmla="*/ 1027892 w 2119654"/>
              <a:gd name="connsiteY76592" fmla="*/ 379355 h 2398711"/>
              <a:gd name="connsiteX76593" fmla="*/ 1029120 w 2119654"/>
              <a:gd name="connsiteY76593" fmla="*/ 376174 h 2398711"/>
              <a:gd name="connsiteX76594" fmla="*/ 1028473 w 2119654"/>
              <a:gd name="connsiteY76594" fmla="*/ 375139 h 2398711"/>
              <a:gd name="connsiteX76595" fmla="*/ 1027318 w 2119654"/>
              <a:gd name="connsiteY76595" fmla="*/ 373708 h 2398711"/>
              <a:gd name="connsiteX76596" fmla="*/ 361175 w 2119654"/>
              <a:gd name="connsiteY76596" fmla="*/ 1857583 h 2398711"/>
              <a:gd name="connsiteX76597" fmla="*/ 359852 w 2119654"/>
              <a:gd name="connsiteY76597" fmla="*/ 1863565 h 2398711"/>
              <a:gd name="connsiteX76598" fmla="*/ 413867 w 2119654"/>
              <a:gd name="connsiteY76598" fmla="*/ 1878502 h 2398711"/>
              <a:gd name="connsiteX76599" fmla="*/ 416724 w 2119654"/>
              <a:gd name="connsiteY76599" fmla="*/ 1877620 h 2398711"/>
              <a:gd name="connsiteX76600" fmla="*/ 404604 w 2119654"/>
              <a:gd name="connsiteY76600" fmla="*/ 1871028 h 2398711"/>
              <a:gd name="connsiteX76601" fmla="*/ 401566 w 2119654"/>
              <a:gd name="connsiteY76601" fmla="*/ 1870947 h 2398711"/>
              <a:gd name="connsiteX76602" fmla="*/ 401438 w 2119654"/>
              <a:gd name="connsiteY76602" fmla="*/ 1870841 h 2398711"/>
              <a:gd name="connsiteX76603" fmla="*/ 404405 w 2119654"/>
              <a:gd name="connsiteY76603" fmla="*/ 1870920 h 2398711"/>
              <a:gd name="connsiteX76604" fmla="*/ 385520 w 2119654"/>
              <a:gd name="connsiteY76604" fmla="*/ 1860649 h 2398711"/>
              <a:gd name="connsiteX76605" fmla="*/ 382324 w 2119654"/>
              <a:gd name="connsiteY76605" fmla="*/ 1858587 h 2398711"/>
              <a:gd name="connsiteX76606" fmla="*/ 379267 w 2119654"/>
              <a:gd name="connsiteY76606" fmla="*/ 1857951 h 2398711"/>
              <a:gd name="connsiteX76607" fmla="*/ 1025045 w 2119654"/>
              <a:gd name="connsiteY76607" fmla="*/ 370891 h 2398711"/>
              <a:gd name="connsiteX76608" fmla="*/ 1024879 w 2119654"/>
              <a:gd name="connsiteY76608" fmla="*/ 371402 h 2398711"/>
              <a:gd name="connsiteX76609" fmla="*/ 1026564 w 2119654"/>
              <a:gd name="connsiteY76609" fmla="*/ 372774 h 2398711"/>
              <a:gd name="connsiteX76610" fmla="*/ 1042640 w 2119654"/>
              <a:gd name="connsiteY76610" fmla="*/ 331414 h 2398711"/>
              <a:gd name="connsiteX76611" fmla="*/ 1043066 w 2119654"/>
              <a:gd name="connsiteY76611" fmla="*/ 332093 h 2398711"/>
              <a:gd name="connsiteX76612" fmla="*/ 1043795 w 2119654"/>
              <a:gd name="connsiteY76612" fmla="*/ 331255 h 2398711"/>
              <a:gd name="connsiteX76613" fmla="*/ 1043725 w 2119654"/>
              <a:gd name="connsiteY76613" fmla="*/ 331005 h 2398711"/>
              <a:gd name="connsiteX76614" fmla="*/ 1043334 w 2119654"/>
              <a:gd name="connsiteY76614" fmla="*/ 330382 h 2398711"/>
              <a:gd name="connsiteX76615" fmla="*/ 399200 w 2119654"/>
              <a:gd name="connsiteY76615" fmla="*/ 1771842 h 2398711"/>
              <a:gd name="connsiteX76616" fmla="*/ 398752 w 2119654"/>
              <a:gd name="connsiteY76616" fmla="*/ 1774175 h 2398711"/>
              <a:gd name="connsiteX76617" fmla="*/ 400485 w 2119654"/>
              <a:gd name="connsiteY76617" fmla="*/ 1774790 h 2398711"/>
              <a:gd name="connsiteX76618" fmla="*/ 400717 w 2119654"/>
              <a:gd name="connsiteY76618" fmla="*/ 1774791 h 2398711"/>
              <a:gd name="connsiteX76619" fmla="*/ 401034 w 2119654"/>
              <a:gd name="connsiteY76619" fmla="*/ 1773158 h 2398711"/>
              <a:gd name="connsiteX76620" fmla="*/ 979894 w 2119654"/>
              <a:gd name="connsiteY76620" fmla="*/ 471421 h 2398711"/>
              <a:gd name="connsiteX76621" fmla="*/ 979655 w 2119654"/>
              <a:gd name="connsiteY76621" fmla="*/ 472551 h 2398711"/>
              <a:gd name="connsiteX76622" fmla="*/ 980118 w 2119654"/>
              <a:gd name="connsiteY76622" fmla="*/ 472021 h 2398711"/>
              <a:gd name="connsiteX76623" fmla="*/ 410352 w 2119654"/>
              <a:gd name="connsiteY76623" fmla="*/ 1746722 h 2398711"/>
              <a:gd name="connsiteX76624" fmla="*/ 410394 w 2119654"/>
              <a:gd name="connsiteY76624" fmla="*/ 1749041 h 2398711"/>
              <a:gd name="connsiteX76625" fmla="*/ 411443 w 2119654"/>
              <a:gd name="connsiteY76625" fmla="*/ 1749455 h 2398711"/>
              <a:gd name="connsiteX76626" fmla="*/ 411358 w 2119654"/>
              <a:gd name="connsiteY76626" fmla="*/ 1746894 h 2398711"/>
              <a:gd name="connsiteX76627" fmla="*/ 404036 w 2119654"/>
              <a:gd name="connsiteY76627" fmla="*/ 1760862 h 2398711"/>
              <a:gd name="connsiteX76628" fmla="*/ 403683 w 2119654"/>
              <a:gd name="connsiteY76628" fmla="*/ 1762660 h 2398711"/>
              <a:gd name="connsiteX76629" fmla="*/ 409266 w 2119654"/>
              <a:gd name="connsiteY76629" fmla="*/ 1762375 h 2398711"/>
              <a:gd name="connsiteX76630" fmla="*/ 410289 w 2119654"/>
              <a:gd name="connsiteY76630" fmla="*/ 1762219 h 2398711"/>
              <a:gd name="connsiteX76631" fmla="*/ 409659 w 2119654"/>
              <a:gd name="connsiteY76631" fmla="*/ 1761799 h 2398711"/>
              <a:gd name="connsiteX76632" fmla="*/ 407510 w 2119654"/>
              <a:gd name="connsiteY76632" fmla="*/ 1760905 h 2398711"/>
              <a:gd name="connsiteX76633" fmla="*/ 980079 w 2119654"/>
              <a:gd name="connsiteY76633" fmla="*/ 470961 h 2398711"/>
              <a:gd name="connsiteX76634" fmla="*/ 980377 w 2119654"/>
              <a:gd name="connsiteY76634" fmla="*/ 471724 h 2398711"/>
              <a:gd name="connsiteX76635" fmla="*/ 980536 w 2119654"/>
              <a:gd name="connsiteY76635" fmla="*/ 471542 h 2398711"/>
              <a:gd name="connsiteX76636" fmla="*/ 361539 w 2119654"/>
              <a:gd name="connsiteY76636" fmla="*/ 1855935 h 2398711"/>
              <a:gd name="connsiteX76637" fmla="*/ 361253 w 2119654"/>
              <a:gd name="connsiteY76637" fmla="*/ 1857227 h 2398711"/>
              <a:gd name="connsiteX76638" fmla="*/ 377361 w 2119654"/>
              <a:gd name="connsiteY76638" fmla="*/ 1857555 h 2398711"/>
              <a:gd name="connsiteX76639" fmla="*/ 365134 w 2119654"/>
              <a:gd name="connsiteY76639" fmla="*/ 1855012 h 2398711"/>
              <a:gd name="connsiteX76640" fmla="*/ 1001417 w 2119654"/>
              <a:gd name="connsiteY76640" fmla="*/ 422826 h 2398711"/>
              <a:gd name="connsiteX76641" fmla="*/ 1004687 w 2119654"/>
              <a:gd name="connsiteY76641" fmla="*/ 427110 h 2398711"/>
              <a:gd name="connsiteX76642" fmla="*/ 1002579 w 2119654"/>
              <a:gd name="connsiteY76642" fmla="*/ 421375 h 2398711"/>
              <a:gd name="connsiteX76643" fmla="*/ 411400 w 2119654"/>
              <a:gd name="connsiteY76643" fmla="*/ 1743683 h 2398711"/>
              <a:gd name="connsiteX76644" fmla="*/ 411411 w 2119654"/>
              <a:gd name="connsiteY76644" fmla="*/ 1744054 h 2398711"/>
              <a:gd name="connsiteX76645" fmla="*/ 412400 w 2119654"/>
              <a:gd name="connsiteY76645" fmla="*/ 1744371 h 2398711"/>
              <a:gd name="connsiteX76646" fmla="*/ 404289 w 2119654"/>
              <a:gd name="connsiteY76646" fmla="*/ 1759567 h 2398711"/>
              <a:gd name="connsiteX76647" fmla="*/ 404141 w 2119654"/>
              <a:gd name="connsiteY76647" fmla="*/ 1760325 h 2398711"/>
              <a:gd name="connsiteX76648" fmla="*/ 406175 w 2119654"/>
              <a:gd name="connsiteY76648" fmla="*/ 1760350 h 2398711"/>
              <a:gd name="connsiteX76649" fmla="*/ 1026590 w 2119654"/>
              <a:gd name="connsiteY76649" fmla="*/ 366112 h 2398711"/>
              <a:gd name="connsiteX76650" fmla="*/ 1026267 w 2119654"/>
              <a:gd name="connsiteY76650" fmla="*/ 367110 h 2398711"/>
              <a:gd name="connsiteX76651" fmla="*/ 1030645 w 2119654"/>
              <a:gd name="connsiteY76651" fmla="*/ 372246 h 2398711"/>
              <a:gd name="connsiteX76652" fmla="*/ 1030745 w 2119654"/>
              <a:gd name="connsiteY76652" fmla="*/ 371997 h 2398711"/>
              <a:gd name="connsiteX76653" fmla="*/ 396730 w 2119654"/>
              <a:gd name="connsiteY76653" fmla="*/ 1776426 h 2398711"/>
              <a:gd name="connsiteX76654" fmla="*/ 397765 w 2119654"/>
              <a:gd name="connsiteY76654" fmla="*/ 1777359 h 2398711"/>
              <a:gd name="connsiteX76655" fmla="*/ 397794 w 2119654"/>
              <a:gd name="connsiteY76655" fmla="*/ 1777193 h 2398711"/>
              <a:gd name="connsiteX76656" fmla="*/ 1040872 w 2119654"/>
              <a:gd name="connsiteY76656" fmla="*/ 334044 h 2398711"/>
              <a:gd name="connsiteX76657" fmla="*/ 1041179 w 2119654"/>
              <a:gd name="connsiteY76657" fmla="*/ 334264 h 2398711"/>
              <a:gd name="connsiteX76658" fmla="*/ 1042362 w 2119654"/>
              <a:gd name="connsiteY76658" fmla="*/ 332903 h 2398711"/>
              <a:gd name="connsiteX76659" fmla="*/ 1042013 w 2119654"/>
              <a:gd name="connsiteY76659" fmla="*/ 332347 h 2398711"/>
              <a:gd name="connsiteX76660" fmla="*/ 361892 w 2119654"/>
              <a:gd name="connsiteY76660" fmla="*/ 1854337 h 2398711"/>
              <a:gd name="connsiteX76661" fmla="*/ 361633 w 2119654"/>
              <a:gd name="connsiteY76661" fmla="*/ 1855508 h 2398711"/>
              <a:gd name="connsiteX76662" fmla="*/ 364266 w 2119654"/>
              <a:gd name="connsiteY76662" fmla="*/ 1854831 h 2398711"/>
              <a:gd name="connsiteX76663" fmla="*/ 1026844 w 2119654"/>
              <a:gd name="connsiteY76663" fmla="*/ 365328 h 2398711"/>
              <a:gd name="connsiteX76664" fmla="*/ 1026686 w 2119654"/>
              <a:gd name="connsiteY76664" fmla="*/ 365815 h 2398711"/>
              <a:gd name="connsiteX76665" fmla="*/ 1030856 w 2119654"/>
              <a:gd name="connsiteY76665" fmla="*/ 371721 h 2398711"/>
              <a:gd name="connsiteX76666" fmla="*/ 1031237 w 2119654"/>
              <a:gd name="connsiteY76666" fmla="*/ 370772 h 2398711"/>
              <a:gd name="connsiteX76667" fmla="*/ 362020 w 2119654"/>
              <a:gd name="connsiteY76667" fmla="*/ 1853758 h 2398711"/>
              <a:gd name="connsiteX76668" fmla="*/ 361941 w 2119654"/>
              <a:gd name="connsiteY76668" fmla="*/ 1854113 h 2398711"/>
              <a:gd name="connsiteX76669" fmla="*/ 364772 w 2119654"/>
              <a:gd name="connsiteY76669" fmla="*/ 1854701 h 2398711"/>
              <a:gd name="connsiteX76670" fmla="*/ 367541 w 2119654"/>
              <a:gd name="connsiteY76670" fmla="*/ 1853990 h 2398711"/>
              <a:gd name="connsiteX76671" fmla="*/ 362063 w 2119654"/>
              <a:gd name="connsiteY76671" fmla="*/ 1853794 h 2398711"/>
              <a:gd name="connsiteX76672" fmla="*/ 399801 w 2119654"/>
              <a:gd name="connsiteY76672" fmla="*/ 1768712 h 2398711"/>
              <a:gd name="connsiteX76673" fmla="*/ 399603 w 2119654"/>
              <a:gd name="connsiteY76673" fmla="*/ 1769742 h 2398711"/>
              <a:gd name="connsiteX76674" fmla="*/ 401054 w 2119654"/>
              <a:gd name="connsiteY76674" fmla="*/ 1770264 h 2398711"/>
              <a:gd name="connsiteX76675" fmla="*/ 401455 w 2119654"/>
              <a:gd name="connsiteY76675" fmla="*/ 1770302 h 2398711"/>
              <a:gd name="connsiteX76676" fmla="*/ 424799 w 2119654"/>
              <a:gd name="connsiteY76676" fmla="*/ 1712327 h 2398711"/>
              <a:gd name="connsiteX76677" fmla="*/ 425079 w 2119654"/>
              <a:gd name="connsiteY76677" fmla="*/ 1712558 h 2398711"/>
              <a:gd name="connsiteX76678" fmla="*/ 425599 w 2119654"/>
              <a:gd name="connsiteY76678" fmla="*/ 1712609 h 2398711"/>
              <a:gd name="connsiteX76679" fmla="*/ 425299 w 2119654"/>
              <a:gd name="connsiteY76679" fmla="*/ 1712335 h 2398711"/>
              <a:gd name="connsiteX76680" fmla="*/ 380116 w 2119654"/>
              <a:gd name="connsiteY76680" fmla="*/ 1812376 h 2398711"/>
              <a:gd name="connsiteX76681" fmla="*/ 380993 w 2119654"/>
              <a:gd name="connsiteY76681" fmla="*/ 1813080 h 2398711"/>
              <a:gd name="connsiteX76682" fmla="*/ 382176 w 2119654"/>
              <a:gd name="connsiteY76682" fmla="*/ 1813103 h 2398711"/>
              <a:gd name="connsiteX76683" fmla="*/ 380311 w 2119654"/>
              <a:gd name="connsiteY76683" fmla="*/ 1812356 h 2398711"/>
              <a:gd name="connsiteX76684" fmla="*/ 399957 w 2119654"/>
              <a:gd name="connsiteY76684" fmla="*/ 1767893 h 2398711"/>
              <a:gd name="connsiteX76685" fmla="*/ 399948 w 2119654"/>
              <a:gd name="connsiteY76685" fmla="*/ 1767943 h 2398711"/>
              <a:gd name="connsiteX76686" fmla="*/ 401715 w 2119654"/>
              <a:gd name="connsiteY76686" fmla="*/ 1769641 h 2398711"/>
              <a:gd name="connsiteX76687" fmla="*/ 401732 w 2119654"/>
              <a:gd name="connsiteY76687" fmla="*/ 1769552 h 2398711"/>
              <a:gd name="connsiteX76688" fmla="*/ 400095 w 2119654"/>
              <a:gd name="connsiteY76688" fmla="*/ 1767973 h 2398711"/>
              <a:gd name="connsiteX76689" fmla="*/ 1039168 w 2119654"/>
              <a:gd name="connsiteY76689" fmla="*/ 336577 h 2398711"/>
              <a:gd name="connsiteX76690" fmla="*/ 1040739 w 2119654"/>
              <a:gd name="connsiteY76690" fmla="*/ 334770 h 2398711"/>
              <a:gd name="connsiteX76691" fmla="*/ 1040499 w 2119654"/>
              <a:gd name="connsiteY76691" fmla="*/ 334598 h 2398711"/>
              <a:gd name="connsiteX76692" fmla="*/ 385817 w 2119654"/>
              <a:gd name="connsiteY76692" fmla="*/ 1799554 h 2398711"/>
              <a:gd name="connsiteX76693" fmla="*/ 386084 w 2119654"/>
              <a:gd name="connsiteY76693" fmla="*/ 1801998 h 2398711"/>
              <a:gd name="connsiteX76694" fmla="*/ 393007 w 2119654"/>
              <a:gd name="connsiteY76694" fmla="*/ 1802239 h 2398711"/>
              <a:gd name="connsiteX76695" fmla="*/ 391734 w 2119654"/>
              <a:gd name="connsiteY76695" fmla="*/ 1801685 h 2398711"/>
              <a:gd name="connsiteX76696" fmla="*/ 385768 w 2119654"/>
              <a:gd name="connsiteY76696" fmla="*/ 1799109 h 2398711"/>
              <a:gd name="connsiteX76697" fmla="*/ 385788 w 2119654"/>
              <a:gd name="connsiteY76697" fmla="*/ 1799290 h 2398711"/>
              <a:gd name="connsiteX76698" fmla="*/ 388378 w 2119654"/>
              <a:gd name="connsiteY76698" fmla="*/ 1800222 h 2398711"/>
              <a:gd name="connsiteX76699" fmla="*/ 385827 w 2119654"/>
              <a:gd name="connsiteY76699" fmla="*/ 1799111 h 2398711"/>
              <a:gd name="connsiteX76700" fmla="*/ 362669 w 2119654"/>
              <a:gd name="connsiteY76700" fmla="*/ 1850822 h 2398711"/>
              <a:gd name="connsiteX76701" fmla="*/ 362044 w 2119654"/>
              <a:gd name="connsiteY76701" fmla="*/ 1853649 h 2398711"/>
              <a:gd name="connsiteX76702" fmla="*/ 368037 w 2119654"/>
              <a:gd name="connsiteY76702" fmla="*/ 1853863 h 2398711"/>
              <a:gd name="connsiteX76703" fmla="*/ 371113 w 2119654"/>
              <a:gd name="connsiteY76703" fmla="*/ 1853073 h 2398711"/>
              <a:gd name="connsiteX76704" fmla="*/ 405015 w 2119654"/>
              <a:gd name="connsiteY76704" fmla="*/ 1755861 h 2398711"/>
              <a:gd name="connsiteX76705" fmla="*/ 404877 w 2119654"/>
              <a:gd name="connsiteY76705" fmla="*/ 1756566 h 2398711"/>
              <a:gd name="connsiteX76706" fmla="*/ 410329 w 2119654"/>
              <a:gd name="connsiteY76706" fmla="*/ 1758961 h 2398711"/>
              <a:gd name="connsiteX76707" fmla="*/ 410296 w 2119654"/>
              <a:gd name="connsiteY76707" fmla="*/ 1757894 h 2398711"/>
              <a:gd name="connsiteX76708" fmla="*/ 405423 w 2119654"/>
              <a:gd name="connsiteY76708" fmla="*/ 1755976 h 2398711"/>
              <a:gd name="connsiteX76709" fmla="*/ 974429 w 2119654"/>
              <a:gd name="connsiteY76709" fmla="*/ 480596 h 2398711"/>
              <a:gd name="connsiteX76710" fmla="*/ 974663 w 2119654"/>
              <a:gd name="connsiteY76710" fmla="*/ 481139 h 2398711"/>
              <a:gd name="connsiteX76711" fmla="*/ 974902 w 2119654"/>
              <a:gd name="connsiteY76711" fmla="*/ 480009 h 2398711"/>
              <a:gd name="connsiteX76712" fmla="*/ 400278 w 2119654"/>
              <a:gd name="connsiteY76712" fmla="*/ 1766221 h 2398711"/>
              <a:gd name="connsiteX76713" fmla="*/ 400236 w 2119654"/>
              <a:gd name="connsiteY76713" fmla="*/ 1766441 h 2398711"/>
              <a:gd name="connsiteX76714" fmla="*/ 400713 w 2119654"/>
              <a:gd name="connsiteY76714" fmla="*/ 1766721 h 2398711"/>
              <a:gd name="connsiteX76715" fmla="*/ 402203 w 2119654"/>
              <a:gd name="connsiteY76715" fmla="*/ 1767122 h 2398711"/>
              <a:gd name="connsiteX76716" fmla="*/ 402228 w 2119654"/>
              <a:gd name="connsiteY76716" fmla="*/ 1766992 h 2398711"/>
              <a:gd name="connsiteX76717" fmla="*/ 1023481 w 2119654"/>
              <a:gd name="connsiteY76717" fmla="*/ 370581 h 2398711"/>
              <a:gd name="connsiteX76718" fmla="*/ 1023949 w 2119654"/>
              <a:gd name="connsiteY76718" fmla="*/ 372615 h 2398711"/>
              <a:gd name="connsiteX76719" fmla="*/ 1024368 w 2119654"/>
              <a:gd name="connsiteY76719" fmla="*/ 371305 h 2398711"/>
              <a:gd name="connsiteX76720" fmla="*/ 991682 w 2119654"/>
              <a:gd name="connsiteY76720" fmla="*/ 441626 h 2398711"/>
              <a:gd name="connsiteX76721" fmla="*/ 990684 w 2119654"/>
              <a:gd name="connsiteY76721" fmla="*/ 454148 h 2398711"/>
              <a:gd name="connsiteX76722" fmla="*/ 993680 w 2119654"/>
              <a:gd name="connsiteY76722" fmla="*/ 456480 h 2398711"/>
              <a:gd name="connsiteX76723" fmla="*/ 995531 w 2119654"/>
              <a:gd name="connsiteY76723" fmla="*/ 454360 h 2398711"/>
              <a:gd name="connsiteX76724" fmla="*/ 995548 w 2119654"/>
              <a:gd name="connsiteY76724" fmla="*/ 446671 h 2398711"/>
              <a:gd name="connsiteX76725" fmla="*/ 385250 w 2119654"/>
              <a:gd name="connsiteY76725" fmla="*/ 1799096 h 2398711"/>
              <a:gd name="connsiteX76726" fmla="*/ 385536 w 2119654"/>
              <a:gd name="connsiteY76726" fmla="*/ 1799199 h 2398711"/>
              <a:gd name="connsiteX76727" fmla="*/ 385526 w 2119654"/>
              <a:gd name="connsiteY76727" fmla="*/ 1799103 h 2398711"/>
              <a:gd name="connsiteX76728" fmla="*/ 400580 w 2119654"/>
              <a:gd name="connsiteY76728" fmla="*/ 1764650 h 2398711"/>
              <a:gd name="connsiteX76729" fmla="*/ 400471 w 2119654"/>
              <a:gd name="connsiteY76729" fmla="*/ 1765215 h 2398711"/>
              <a:gd name="connsiteX76730" fmla="*/ 402423 w 2119654"/>
              <a:gd name="connsiteY76730" fmla="*/ 1765986 h 2398711"/>
              <a:gd name="connsiteX76731" fmla="*/ 402739 w 2119654"/>
              <a:gd name="connsiteY76731" fmla="*/ 1764358 h 2398711"/>
              <a:gd name="connsiteX76732" fmla="*/ 410284 w 2119654"/>
              <a:gd name="connsiteY76732" fmla="*/ 1742915 h 2398711"/>
              <a:gd name="connsiteX76733" fmla="*/ 410298 w 2119654"/>
              <a:gd name="connsiteY76733" fmla="*/ 1743697 h 2398711"/>
              <a:gd name="connsiteX76734" fmla="*/ 411262 w 2119654"/>
              <a:gd name="connsiteY76734" fmla="*/ 1744006 h 2398711"/>
              <a:gd name="connsiteX76735" fmla="*/ 411248 w 2119654"/>
              <a:gd name="connsiteY76735" fmla="*/ 1743579 h 2398711"/>
              <a:gd name="connsiteX76736" fmla="*/ 974977 w 2119654"/>
              <a:gd name="connsiteY76736" fmla="*/ 477809 h 2398711"/>
              <a:gd name="connsiteX76737" fmla="*/ 975015 w 2119654"/>
              <a:gd name="connsiteY76737" fmla="*/ 477870 h 2398711"/>
              <a:gd name="connsiteX76738" fmla="*/ 975289 w 2119654"/>
              <a:gd name="connsiteY76738" fmla="*/ 477556 h 2398711"/>
              <a:gd name="connsiteX76739" fmla="*/ 1031185 w 2119654"/>
              <a:gd name="connsiteY76739" fmla="*/ 351901 h 2398711"/>
              <a:gd name="connsiteX76740" fmla="*/ 1027650 w 2119654"/>
              <a:gd name="connsiteY76740" fmla="*/ 362836 h 2398711"/>
              <a:gd name="connsiteX76741" fmla="*/ 1032172 w 2119654"/>
              <a:gd name="connsiteY76741" fmla="*/ 368441 h 2398711"/>
              <a:gd name="connsiteX76742" fmla="*/ 1034037 w 2119654"/>
              <a:gd name="connsiteY76742" fmla="*/ 363795 h 2398711"/>
              <a:gd name="connsiteX76743" fmla="*/ 1031905 w 2119654"/>
              <a:gd name="connsiteY76743" fmla="*/ 354530 h 2398711"/>
              <a:gd name="connsiteX76744" fmla="*/ 363620 w 2119654"/>
              <a:gd name="connsiteY76744" fmla="*/ 1846517 h 2398711"/>
              <a:gd name="connsiteX76745" fmla="*/ 362749 w 2119654"/>
              <a:gd name="connsiteY76745" fmla="*/ 1850459 h 2398711"/>
              <a:gd name="connsiteX76746" fmla="*/ 372464 w 2119654"/>
              <a:gd name="connsiteY76746" fmla="*/ 1852727 h 2398711"/>
              <a:gd name="connsiteX76747" fmla="*/ 373021 w 2119654"/>
              <a:gd name="connsiteY76747" fmla="*/ 1852583 h 2398711"/>
              <a:gd name="connsiteX76748" fmla="*/ 400891 w 2119654"/>
              <a:gd name="connsiteY76748" fmla="*/ 1763025 h 2398711"/>
              <a:gd name="connsiteX76749" fmla="*/ 400768 w 2119654"/>
              <a:gd name="connsiteY76749" fmla="*/ 1763669 h 2398711"/>
              <a:gd name="connsiteX76750" fmla="*/ 402936 w 2119654"/>
              <a:gd name="connsiteY76750" fmla="*/ 1763338 h 2398711"/>
              <a:gd name="connsiteX76751" fmla="*/ 403018 w 2119654"/>
              <a:gd name="connsiteY76751" fmla="*/ 1762917 h 2398711"/>
              <a:gd name="connsiteX76752" fmla="*/ 1033669 w 2119654"/>
              <a:gd name="connsiteY76752" fmla="*/ 345839 h 2398711"/>
              <a:gd name="connsiteX76753" fmla="*/ 1038504 w 2119654"/>
              <a:gd name="connsiteY76753" fmla="*/ 352665 h 2398711"/>
              <a:gd name="connsiteX76754" fmla="*/ 1043855 w 2119654"/>
              <a:gd name="connsiteY76754" fmla="*/ 339337 h 2398711"/>
              <a:gd name="connsiteX76755" fmla="*/ 1044105 w 2119654"/>
              <a:gd name="connsiteY76755" fmla="*/ 339194 h 2398711"/>
              <a:gd name="connsiteX76756" fmla="*/ 1038629 w 2119654"/>
              <a:gd name="connsiteY76756" fmla="*/ 352839 h 2398711"/>
              <a:gd name="connsiteX76757" fmla="*/ 1046618 w 2119654"/>
              <a:gd name="connsiteY76757" fmla="*/ 364118 h 2398711"/>
              <a:gd name="connsiteX76758" fmla="*/ 1051123 w 2119654"/>
              <a:gd name="connsiteY76758" fmla="*/ 358938 h 2398711"/>
              <a:gd name="connsiteX76759" fmla="*/ 1050779 w 2119654"/>
              <a:gd name="connsiteY76759" fmla="*/ 357606 h 2398711"/>
              <a:gd name="connsiteX76760" fmla="*/ 1048736 w 2119654"/>
              <a:gd name="connsiteY76760" fmla="*/ 355322 h 2398711"/>
              <a:gd name="connsiteX76761" fmla="*/ 1048967 w 2119654"/>
              <a:gd name="connsiteY76761" fmla="*/ 355362 h 2398711"/>
              <a:gd name="connsiteX76762" fmla="*/ 1050701 w 2119654"/>
              <a:gd name="connsiteY76762" fmla="*/ 357301 h 2398711"/>
              <a:gd name="connsiteX76763" fmla="*/ 1047604 w 2119654"/>
              <a:gd name="connsiteY76763" fmla="*/ 345272 h 2398711"/>
              <a:gd name="connsiteX76764" fmla="*/ 1045718 w 2119654"/>
              <a:gd name="connsiteY76764" fmla="*/ 338335 h 2398711"/>
              <a:gd name="connsiteX76765" fmla="*/ 1041885 w 2119654"/>
              <a:gd name="connsiteY76765" fmla="*/ 335590 h 2398711"/>
              <a:gd name="connsiteX76766" fmla="*/ 401055 w 2119654"/>
              <a:gd name="connsiteY76766" fmla="*/ 1762172 h 2398711"/>
              <a:gd name="connsiteX76767" fmla="*/ 400935 w 2119654"/>
              <a:gd name="connsiteY76767" fmla="*/ 1762801 h 2398711"/>
              <a:gd name="connsiteX76768" fmla="*/ 402946 w 2119654"/>
              <a:gd name="connsiteY76768" fmla="*/ 1762698 h 2398711"/>
              <a:gd name="connsiteX76769" fmla="*/ 982086 w 2119654"/>
              <a:gd name="connsiteY76769" fmla="*/ 461045 h 2398711"/>
              <a:gd name="connsiteX76770" fmla="*/ 981753 w 2119654"/>
              <a:gd name="connsiteY76770" fmla="*/ 462621 h 2398711"/>
              <a:gd name="connsiteX76771" fmla="*/ 981946 w 2119654"/>
              <a:gd name="connsiteY76771" fmla="*/ 462794 h 2398711"/>
              <a:gd name="connsiteX76772" fmla="*/ 395673 w 2119654"/>
              <a:gd name="connsiteY76772" fmla="*/ 1773873 h 2398711"/>
              <a:gd name="connsiteX76773" fmla="*/ 396935 w 2119654"/>
              <a:gd name="connsiteY76773" fmla="*/ 1774781 h 2398711"/>
              <a:gd name="connsiteX76774" fmla="*/ 398223 w 2119654"/>
              <a:gd name="connsiteY76774" fmla="*/ 1774784 h 2398711"/>
              <a:gd name="connsiteX76775" fmla="*/ 398223 w 2119654"/>
              <a:gd name="connsiteY76775" fmla="*/ 1774778 h 2398711"/>
              <a:gd name="connsiteX76776" fmla="*/ 382776 w 2119654"/>
              <a:gd name="connsiteY76776" fmla="*/ 1802646 h 2398711"/>
              <a:gd name="connsiteX76777" fmla="*/ 386069 w 2119654"/>
              <a:gd name="connsiteY76777" fmla="*/ 1804078 h 2398711"/>
              <a:gd name="connsiteX76778" fmla="*/ 385925 w 2119654"/>
              <a:gd name="connsiteY76778" fmla="*/ 1802756 h 2398711"/>
              <a:gd name="connsiteX76779" fmla="*/ 991931 w 2119654"/>
              <a:gd name="connsiteY76779" fmla="*/ 438497 h 2398711"/>
              <a:gd name="connsiteX76780" fmla="*/ 991832 w 2119654"/>
              <a:gd name="connsiteY76780" fmla="*/ 439738 h 2398711"/>
              <a:gd name="connsiteX76781" fmla="*/ 995552 w 2119654"/>
              <a:gd name="connsiteY76781" fmla="*/ 444592 h 2398711"/>
              <a:gd name="connsiteX76782" fmla="*/ 995556 w 2119654"/>
              <a:gd name="connsiteY76782" fmla="*/ 442641 h 2398711"/>
              <a:gd name="connsiteX76783" fmla="*/ 1032791 w 2119654"/>
              <a:gd name="connsiteY76783" fmla="*/ 346935 h 2398711"/>
              <a:gd name="connsiteX76784" fmla="*/ 1031562 w 2119654"/>
              <a:gd name="connsiteY76784" fmla="*/ 350735 h 2398711"/>
              <a:gd name="connsiteX76785" fmla="*/ 1034684 w 2119654"/>
              <a:gd name="connsiteY76785" fmla="*/ 362183 h 2398711"/>
              <a:gd name="connsiteX76786" fmla="*/ 1038333 w 2119654"/>
              <a:gd name="connsiteY76786" fmla="*/ 353093 h 2398711"/>
              <a:gd name="connsiteX76787" fmla="*/ 1033417 w 2119654"/>
              <a:gd name="connsiteY76787" fmla="*/ 346154 h 2398711"/>
              <a:gd name="connsiteX76788" fmla="*/ 401313 w 2119654"/>
              <a:gd name="connsiteY76788" fmla="*/ 1760827 h 2398711"/>
              <a:gd name="connsiteX76789" fmla="*/ 401070 w 2119654"/>
              <a:gd name="connsiteY76789" fmla="*/ 1762094 h 2398711"/>
              <a:gd name="connsiteX76790" fmla="*/ 403077 w 2119654"/>
              <a:gd name="connsiteY76790" fmla="*/ 1762610 h 2398711"/>
              <a:gd name="connsiteX76791" fmla="*/ 403418 w 2119654"/>
              <a:gd name="connsiteY76791" fmla="*/ 1760854 h 2398711"/>
              <a:gd name="connsiteX76792" fmla="*/ 399434 w 2119654"/>
              <a:gd name="connsiteY76792" fmla="*/ 1764805 h 2398711"/>
              <a:gd name="connsiteX76793" fmla="*/ 400047 w 2119654"/>
              <a:gd name="connsiteY76793" fmla="*/ 1765047 h 2398711"/>
              <a:gd name="connsiteX76794" fmla="*/ 400111 w 2119654"/>
              <a:gd name="connsiteY76794" fmla="*/ 1764713 h 2398711"/>
              <a:gd name="connsiteX76795" fmla="*/ 399011 w 2119654"/>
              <a:gd name="connsiteY76795" fmla="*/ 1765720 h 2398711"/>
              <a:gd name="connsiteX76796" fmla="*/ 399826 w 2119654"/>
              <a:gd name="connsiteY76796" fmla="*/ 1766199 h 2398711"/>
              <a:gd name="connsiteX76797" fmla="*/ 399854 w 2119654"/>
              <a:gd name="connsiteY76797" fmla="*/ 1766053 h 2398711"/>
              <a:gd name="connsiteX76798" fmla="*/ 973680 w 2119654"/>
              <a:gd name="connsiteY76798" fmla="*/ 478862 h 2398711"/>
              <a:gd name="connsiteX76799" fmla="*/ 973835 w 2119654"/>
              <a:gd name="connsiteY76799" fmla="*/ 479220 h 2398711"/>
              <a:gd name="connsiteX76800" fmla="*/ 974365 w 2119654"/>
              <a:gd name="connsiteY76800" fmla="*/ 478614 h 2398711"/>
              <a:gd name="connsiteX76801" fmla="*/ 974238 w 2119654"/>
              <a:gd name="connsiteY76801" fmla="*/ 478409 h 2398711"/>
              <a:gd name="connsiteX76802" fmla="*/ 1022954 w 2119654"/>
              <a:gd name="connsiteY76802" fmla="*/ 368300 h 2398711"/>
              <a:gd name="connsiteX76803" fmla="*/ 1023390 w 2119654"/>
              <a:gd name="connsiteY76803" fmla="*/ 370188 h 2398711"/>
              <a:gd name="connsiteX76804" fmla="*/ 1024450 w 2119654"/>
              <a:gd name="connsiteY76804" fmla="*/ 371051 h 2398711"/>
              <a:gd name="connsiteX76805" fmla="*/ 1024655 w 2119654"/>
              <a:gd name="connsiteY76805" fmla="*/ 370409 h 2398711"/>
              <a:gd name="connsiteX76806" fmla="*/ 994733 w 2119654"/>
              <a:gd name="connsiteY76806" fmla="*/ 431163 h 2398711"/>
              <a:gd name="connsiteX76807" fmla="*/ 995577 w 2119654"/>
              <a:gd name="connsiteY76807" fmla="*/ 432546 h 2398711"/>
              <a:gd name="connsiteX76808" fmla="*/ 995580 w 2119654"/>
              <a:gd name="connsiteY76808" fmla="*/ 430993 h 2398711"/>
              <a:gd name="connsiteX76809" fmla="*/ 995231 w 2119654"/>
              <a:gd name="connsiteY76809" fmla="*/ 430542 h 2398711"/>
              <a:gd name="connsiteX76810" fmla="*/ 401737 w 2119654"/>
              <a:gd name="connsiteY76810" fmla="*/ 1758617 h 2398711"/>
              <a:gd name="connsiteX76811" fmla="*/ 401416 w 2119654"/>
              <a:gd name="connsiteY76811" fmla="*/ 1760291 h 2398711"/>
              <a:gd name="connsiteX76812" fmla="*/ 403522 w 2119654"/>
              <a:gd name="connsiteY76812" fmla="*/ 1760317 h 2398711"/>
              <a:gd name="connsiteX76813" fmla="*/ 403714 w 2119654"/>
              <a:gd name="connsiteY76813" fmla="*/ 1759328 h 2398711"/>
              <a:gd name="connsiteX76814" fmla="*/ 402482 w 2119654"/>
              <a:gd name="connsiteY76814" fmla="*/ 1758816 h 2398711"/>
              <a:gd name="connsiteX76815" fmla="*/ 1001244 w 2119654"/>
              <a:gd name="connsiteY76815" fmla="*/ 416134 h 2398711"/>
              <a:gd name="connsiteX76816" fmla="*/ 1002274 w 2119654"/>
              <a:gd name="connsiteY76816" fmla="*/ 418936 h 2398711"/>
              <a:gd name="connsiteX76817" fmla="*/ 1002954 w 2119654"/>
              <a:gd name="connsiteY76817" fmla="*/ 418089 h 2398711"/>
              <a:gd name="connsiteX76818" fmla="*/ 973742 w 2119654"/>
              <a:gd name="connsiteY76818" fmla="*/ 477617 h 2398711"/>
              <a:gd name="connsiteX76819" fmla="*/ 973571 w 2119654"/>
              <a:gd name="connsiteY76819" fmla="*/ 478609 h 2398711"/>
              <a:gd name="connsiteX76820" fmla="*/ 973585 w 2119654"/>
              <a:gd name="connsiteY76820" fmla="*/ 478641 h 2398711"/>
              <a:gd name="connsiteX76821" fmla="*/ 974114 w 2119654"/>
              <a:gd name="connsiteY76821" fmla="*/ 478211 h 2398711"/>
              <a:gd name="connsiteX76822" fmla="*/ 1031101 w 2119654"/>
              <a:gd name="connsiteY76822" fmla="*/ 349043 h 2398711"/>
              <a:gd name="connsiteX76823" fmla="*/ 1031287 w 2119654"/>
              <a:gd name="connsiteY76823" fmla="*/ 349727 h 2398711"/>
              <a:gd name="connsiteX76824" fmla="*/ 1031812 w 2119654"/>
              <a:gd name="connsiteY76824" fmla="*/ 348157 h 2398711"/>
              <a:gd name="connsiteX76825" fmla="*/ 421622 w 2119654"/>
              <a:gd name="connsiteY76825" fmla="*/ 1713669 h 2398711"/>
              <a:gd name="connsiteX76826" fmla="*/ 424299 w 2119654"/>
              <a:gd name="connsiteY76826" fmla="*/ 1715657 h 2398711"/>
              <a:gd name="connsiteX76827" fmla="*/ 424505 w 2119654"/>
              <a:gd name="connsiteY76827" fmla="*/ 1715646 h 2398711"/>
              <a:gd name="connsiteX76828" fmla="*/ 422506 w 2119654"/>
              <a:gd name="connsiteY76828" fmla="*/ 1713866 h 2398711"/>
              <a:gd name="connsiteX76829" fmla="*/ 401963 w 2119654"/>
              <a:gd name="connsiteY76829" fmla="*/ 1757438 h 2398711"/>
              <a:gd name="connsiteX76830" fmla="*/ 401895 w 2119654"/>
              <a:gd name="connsiteY76830" fmla="*/ 1757795 h 2398711"/>
              <a:gd name="connsiteX76831" fmla="*/ 403907 w 2119654"/>
              <a:gd name="connsiteY76831" fmla="*/ 1758331 h 2398711"/>
              <a:gd name="connsiteX76832" fmla="*/ 403914 w 2119654"/>
              <a:gd name="connsiteY76832" fmla="*/ 1758295 h 2398711"/>
              <a:gd name="connsiteX76833" fmla="*/ 993627 w 2119654"/>
              <a:gd name="connsiteY76833" fmla="*/ 432544 h 2398711"/>
              <a:gd name="connsiteX76834" fmla="*/ 995572 w 2119654"/>
              <a:gd name="connsiteY76834" fmla="*/ 435132 h 2398711"/>
              <a:gd name="connsiteX76835" fmla="*/ 995575 w 2119654"/>
              <a:gd name="connsiteY76835" fmla="*/ 433471 h 2398711"/>
              <a:gd name="connsiteX76836" fmla="*/ 994412 w 2119654"/>
              <a:gd name="connsiteY76836" fmla="*/ 431565 h 2398711"/>
              <a:gd name="connsiteX76837" fmla="*/ 406920 w 2119654"/>
              <a:gd name="connsiteY76837" fmla="*/ 1746133 h 2398711"/>
              <a:gd name="connsiteX76838" fmla="*/ 406640 w 2119654"/>
              <a:gd name="connsiteY76838" fmla="*/ 1747564 h 2398711"/>
              <a:gd name="connsiteX76839" fmla="*/ 410026 w 2119654"/>
              <a:gd name="connsiteY76839" fmla="*/ 1748897 h 2398711"/>
              <a:gd name="connsiteX76840" fmla="*/ 409986 w 2119654"/>
              <a:gd name="connsiteY76840" fmla="*/ 1746658 h 2398711"/>
              <a:gd name="connsiteX76841" fmla="*/ 407060 w 2119654"/>
              <a:gd name="connsiteY76841" fmla="*/ 1745422 h 2398711"/>
              <a:gd name="connsiteX76842" fmla="*/ 407059 w 2119654"/>
              <a:gd name="connsiteY76842" fmla="*/ 1745424 h 2398711"/>
              <a:gd name="connsiteX76843" fmla="*/ 407067 w 2119654"/>
              <a:gd name="connsiteY76843" fmla="*/ 1745425 h 2398711"/>
              <a:gd name="connsiteX76844" fmla="*/ 378077 w 2119654"/>
              <a:gd name="connsiteY76844" fmla="*/ 1810055 h 2398711"/>
              <a:gd name="connsiteX76845" fmla="*/ 381063 w 2119654"/>
              <a:gd name="connsiteY76845" fmla="*/ 1811249 h 2398711"/>
              <a:gd name="connsiteX76846" fmla="*/ 381802 w 2119654"/>
              <a:gd name="connsiteY76846" fmla="*/ 1811175 h 2398711"/>
              <a:gd name="connsiteX76847" fmla="*/ 402377 w 2119654"/>
              <a:gd name="connsiteY76847" fmla="*/ 1755468 h 2398711"/>
              <a:gd name="connsiteX76848" fmla="*/ 404298 w 2119654"/>
              <a:gd name="connsiteY76848" fmla="*/ 1756312 h 2398711"/>
              <a:gd name="connsiteX76849" fmla="*/ 404418 w 2119654"/>
              <a:gd name="connsiteY76849" fmla="*/ 1755692 h 2398711"/>
              <a:gd name="connsiteX76850" fmla="*/ 404191 w 2119654"/>
              <a:gd name="connsiteY76850" fmla="*/ 1755628 h 2398711"/>
              <a:gd name="connsiteX76851" fmla="*/ 992581 w 2119654"/>
              <a:gd name="connsiteY76851" fmla="*/ 433849 h 2398711"/>
              <a:gd name="connsiteX76852" fmla="*/ 993353 w 2119654"/>
              <a:gd name="connsiteY76852" fmla="*/ 435639 h 2398711"/>
              <a:gd name="connsiteX76853" fmla="*/ 995565 w 2119654"/>
              <a:gd name="connsiteY76853" fmla="*/ 437965 h 2398711"/>
              <a:gd name="connsiteX76854" fmla="*/ 995567 w 2119654"/>
              <a:gd name="connsiteY76854" fmla="*/ 437238 h 2398711"/>
              <a:gd name="connsiteX76855" fmla="*/ 992808 w 2119654"/>
              <a:gd name="connsiteY76855" fmla="*/ 433565 h 2398711"/>
              <a:gd name="connsiteX76856" fmla="*/ 414063 w 2119654"/>
              <a:gd name="connsiteY76856" fmla="*/ 1729119 h 2398711"/>
              <a:gd name="connsiteX76857" fmla="*/ 414714 w 2119654"/>
              <a:gd name="connsiteY76857" fmla="*/ 1729503 h 2398711"/>
              <a:gd name="connsiteX76858" fmla="*/ 414294 w 2119654"/>
              <a:gd name="connsiteY76858" fmla="*/ 1729104 h 2398711"/>
              <a:gd name="connsiteX76859" fmla="*/ 402407 w 2119654"/>
              <a:gd name="connsiteY76859" fmla="*/ 1755125 h 2398711"/>
              <a:gd name="connsiteX76860" fmla="*/ 402373 w 2119654"/>
              <a:gd name="connsiteY76860" fmla="*/ 1755300 h 2398711"/>
              <a:gd name="connsiteX76861" fmla="*/ 403325 w 2119654"/>
              <a:gd name="connsiteY76861" fmla="*/ 1755384 h 2398711"/>
              <a:gd name="connsiteX76862" fmla="*/ 992271 w 2119654"/>
              <a:gd name="connsiteY76862" fmla="*/ 434234 h 2398711"/>
              <a:gd name="connsiteX76863" fmla="*/ 992251 w 2119654"/>
              <a:gd name="connsiteY76863" fmla="*/ 434483 h 2398711"/>
              <a:gd name="connsiteX76864" fmla="*/ 992638 w 2119654"/>
              <a:gd name="connsiteY76864" fmla="*/ 434889 h 2398711"/>
              <a:gd name="connsiteX76865" fmla="*/ 992326 w 2119654"/>
              <a:gd name="connsiteY76865" fmla="*/ 434166 h 2398711"/>
              <a:gd name="connsiteX76866" fmla="*/ 365686 w 2119654"/>
              <a:gd name="connsiteY76866" fmla="*/ 1837171 h 2398711"/>
              <a:gd name="connsiteX76867" fmla="*/ 365376 w 2119654"/>
              <a:gd name="connsiteY76867" fmla="*/ 1838576 h 2398711"/>
              <a:gd name="connsiteX76868" fmla="*/ 370780 w 2119654"/>
              <a:gd name="connsiteY76868" fmla="*/ 1841791 h 2398711"/>
              <a:gd name="connsiteX76869" fmla="*/ 369315 w 2119654"/>
              <a:gd name="connsiteY76869" fmla="*/ 1841853 h 2398711"/>
              <a:gd name="connsiteX76870" fmla="*/ 369592 w 2119654"/>
              <a:gd name="connsiteY76870" fmla="*/ 1842094 h 2398711"/>
              <a:gd name="connsiteX76871" fmla="*/ 371175 w 2119654"/>
              <a:gd name="connsiteY76871" fmla="*/ 1842026 h 2398711"/>
              <a:gd name="connsiteX76872" fmla="*/ 384127 w 2119654"/>
              <a:gd name="connsiteY76872" fmla="*/ 1849730 h 2398711"/>
              <a:gd name="connsiteX76873" fmla="*/ 393541 w 2119654"/>
              <a:gd name="connsiteY76873" fmla="*/ 1847312 h 2398711"/>
              <a:gd name="connsiteX76874" fmla="*/ 393524 w 2119654"/>
              <a:gd name="connsiteY76874" fmla="*/ 1847293 h 2398711"/>
              <a:gd name="connsiteX76875" fmla="*/ 393588 w 2119654"/>
              <a:gd name="connsiteY76875" fmla="*/ 1847301 h 2398711"/>
              <a:gd name="connsiteX76876" fmla="*/ 408826 w 2119654"/>
              <a:gd name="connsiteY76876" fmla="*/ 1843387 h 2398711"/>
              <a:gd name="connsiteX76877" fmla="*/ 412556 w 2119654"/>
              <a:gd name="connsiteY76877" fmla="*/ 1842269 h 2398711"/>
              <a:gd name="connsiteX76878" fmla="*/ 410074 w 2119654"/>
              <a:gd name="connsiteY76878" fmla="*/ 1840365 h 2398711"/>
              <a:gd name="connsiteX76879" fmla="*/ 371175 w 2119654"/>
              <a:gd name="connsiteY76879" fmla="*/ 1842026 h 2398711"/>
              <a:gd name="connsiteX76880" fmla="*/ 370780 w 2119654"/>
              <a:gd name="connsiteY76880" fmla="*/ 1841791 h 2398711"/>
              <a:gd name="connsiteX76881" fmla="*/ 396578 w 2119654"/>
              <a:gd name="connsiteY76881" fmla="*/ 1840690 h 2398711"/>
              <a:gd name="connsiteX76882" fmla="*/ 409541 w 2119654"/>
              <a:gd name="connsiteY76882" fmla="*/ 1839958 h 2398711"/>
              <a:gd name="connsiteX76883" fmla="*/ 407552 w 2119654"/>
              <a:gd name="connsiteY76883" fmla="*/ 1838433 h 2398711"/>
              <a:gd name="connsiteX76884" fmla="*/ 391659 w 2119654"/>
              <a:gd name="connsiteY76884" fmla="*/ 1839285 h 2398711"/>
              <a:gd name="connsiteX76885" fmla="*/ 391169 w 2119654"/>
              <a:gd name="connsiteY76885" fmla="*/ 1838941 h 2398711"/>
              <a:gd name="connsiteX76886" fmla="*/ 407100 w 2119654"/>
              <a:gd name="connsiteY76886" fmla="*/ 1838085 h 2398711"/>
              <a:gd name="connsiteX76887" fmla="*/ 403697 w 2119654"/>
              <a:gd name="connsiteY76887" fmla="*/ 1835477 h 2398711"/>
              <a:gd name="connsiteX76888" fmla="*/ 389636 w 2119654"/>
              <a:gd name="connsiteY76888" fmla="*/ 1836103 h 2398711"/>
              <a:gd name="connsiteX76889" fmla="*/ 389054 w 2119654"/>
              <a:gd name="connsiteY76889" fmla="*/ 1839344 h 2398711"/>
              <a:gd name="connsiteX76890" fmla="*/ 388875 w 2119654"/>
              <a:gd name="connsiteY76890" fmla="*/ 1839073 h 2398711"/>
              <a:gd name="connsiteX76891" fmla="*/ 389407 w 2119654"/>
              <a:gd name="connsiteY76891" fmla="*/ 1836113 h 2398711"/>
              <a:gd name="connsiteX76892" fmla="*/ 356694 w 2119654"/>
              <a:gd name="connsiteY76892" fmla="*/ 1857134 h 2398711"/>
              <a:gd name="connsiteX76893" fmla="*/ 360620 w 2119654"/>
              <a:gd name="connsiteY76893" fmla="*/ 1857214 h 2398711"/>
              <a:gd name="connsiteX76894" fmla="*/ 360847 w 2119654"/>
              <a:gd name="connsiteY76894" fmla="*/ 1856112 h 2398711"/>
              <a:gd name="connsiteX76895" fmla="*/ 359859 w 2119654"/>
              <a:gd name="connsiteY76895" fmla="*/ 1856366 h 2398711"/>
              <a:gd name="connsiteX76896" fmla="*/ 1000433 w 2119654"/>
              <a:gd name="connsiteY76896" fmla="*/ 415538 h 2398711"/>
              <a:gd name="connsiteX76897" fmla="*/ 1000427 w 2119654"/>
              <a:gd name="connsiteY76897" fmla="*/ 418242 h 2398711"/>
              <a:gd name="connsiteX76898" fmla="*/ 1000925 w 2119654"/>
              <a:gd name="connsiteY76898" fmla="*/ 420619 h 2398711"/>
              <a:gd name="connsiteX76899" fmla="*/ 1001869 w 2119654"/>
              <a:gd name="connsiteY76899" fmla="*/ 419442 h 2398711"/>
              <a:gd name="connsiteX76900" fmla="*/ 1037480 w 2119654"/>
              <a:gd name="connsiteY76900" fmla="*/ 332436 h 2398711"/>
              <a:gd name="connsiteX76901" fmla="*/ 1034752 w 2119654"/>
              <a:gd name="connsiteY76901" fmla="*/ 340873 h 2398711"/>
              <a:gd name="connsiteX76902" fmla="*/ 1039468 w 2119654"/>
              <a:gd name="connsiteY76902" fmla="*/ 333859 h 2398711"/>
              <a:gd name="connsiteX76903" fmla="*/ 974586 w 2119654"/>
              <a:gd name="connsiteY76903" fmla="*/ 472685 h 2398711"/>
              <a:gd name="connsiteX76904" fmla="*/ 973981 w 2119654"/>
              <a:gd name="connsiteY76904" fmla="*/ 476219 h 2398711"/>
              <a:gd name="connsiteX76905" fmla="*/ 974853 w 2119654"/>
              <a:gd name="connsiteY76905" fmla="*/ 477613 h 2398711"/>
              <a:gd name="connsiteX76906" fmla="*/ 975523 w 2119654"/>
              <a:gd name="connsiteY76906" fmla="*/ 477069 h 2398711"/>
              <a:gd name="connsiteX76907" fmla="*/ 975988 w 2119654"/>
              <a:gd name="connsiteY76907" fmla="*/ 474868 h 2398711"/>
              <a:gd name="connsiteX76908" fmla="*/ 407835 w 2119654"/>
              <a:gd name="connsiteY76908" fmla="*/ 1741464 h 2398711"/>
              <a:gd name="connsiteX76909" fmla="*/ 407569 w 2119654"/>
              <a:gd name="connsiteY76909" fmla="*/ 1742822 h 2398711"/>
              <a:gd name="connsiteX76910" fmla="*/ 409931 w 2119654"/>
              <a:gd name="connsiteY76910" fmla="*/ 1743580 h 2398711"/>
              <a:gd name="connsiteX76911" fmla="*/ 409914 w 2119654"/>
              <a:gd name="connsiteY76911" fmla="*/ 1742662 h 2398711"/>
              <a:gd name="connsiteX76912" fmla="*/ 409127 w 2119654"/>
              <a:gd name="connsiteY76912" fmla="*/ 1742120 h 2398711"/>
              <a:gd name="connsiteX76913" fmla="*/ 408847 w 2119654"/>
              <a:gd name="connsiteY76913" fmla="*/ 1741906 h 2398711"/>
              <a:gd name="connsiteX76914" fmla="*/ 1039041 w 2119654"/>
              <a:gd name="connsiteY76914" fmla="*/ 327608 h 2398711"/>
              <a:gd name="connsiteX76915" fmla="*/ 1037695 w 2119654"/>
              <a:gd name="connsiteY76915" fmla="*/ 331769 h 2398711"/>
              <a:gd name="connsiteX76916" fmla="*/ 1039840 w 2119654"/>
              <a:gd name="connsiteY76916" fmla="*/ 333306 h 2398711"/>
              <a:gd name="connsiteX76917" fmla="*/ 1041276 w 2119654"/>
              <a:gd name="connsiteY76917" fmla="*/ 331171 h 2398711"/>
              <a:gd name="connsiteX76918" fmla="*/ 993516 w 2119654"/>
              <a:gd name="connsiteY76918" fmla="*/ 429169 h 2398711"/>
              <a:gd name="connsiteX76919" fmla="*/ 993756 w 2119654"/>
              <a:gd name="connsiteY76919" fmla="*/ 429563 h 2398711"/>
              <a:gd name="connsiteX76920" fmla="*/ 993865 w 2119654"/>
              <a:gd name="connsiteY76920" fmla="*/ 429427 h 2398711"/>
              <a:gd name="connsiteX76921" fmla="*/ 1000711 w 2119654"/>
              <a:gd name="connsiteY76921" fmla="*/ 412999 h 2398711"/>
              <a:gd name="connsiteX76922" fmla="*/ 1000669 w 2119654"/>
              <a:gd name="connsiteY76922" fmla="*/ 413251 h 2398711"/>
              <a:gd name="connsiteX76923" fmla="*/ 1003884 w 2119654"/>
              <a:gd name="connsiteY76923" fmla="*/ 416927 h 2398711"/>
              <a:gd name="connsiteX76924" fmla="*/ 1005039 w 2119654"/>
              <a:gd name="connsiteY76924" fmla="*/ 415489 h 2398711"/>
              <a:gd name="connsiteX76925" fmla="*/ 995111 w 2119654"/>
              <a:gd name="connsiteY76925" fmla="*/ 425476 h 2398711"/>
              <a:gd name="connsiteX76926" fmla="*/ 995589 w 2119654"/>
              <a:gd name="connsiteY76926" fmla="*/ 426463 h 2398711"/>
              <a:gd name="connsiteX76927" fmla="*/ 995591 w 2119654"/>
              <a:gd name="connsiteY76927" fmla="*/ 425761 h 2398711"/>
              <a:gd name="connsiteX76928" fmla="*/ 367179 w 2119654"/>
              <a:gd name="connsiteY76928" fmla="*/ 1831322 h 2398711"/>
              <a:gd name="connsiteX76929" fmla="*/ 367945 w 2119654"/>
              <a:gd name="connsiteY76929" fmla="*/ 1836791 h 2398711"/>
              <a:gd name="connsiteX76930" fmla="*/ 383675 w 2119654"/>
              <a:gd name="connsiteY76930" fmla="*/ 1836090 h 2398711"/>
              <a:gd name="connsiteX76931" fmla="*/ 389472 w 2119654"/>
              <a:gd name="connsiteY76931" fmla="*/ 1835751 h 2398711"/>
              <a:gd name="connsiteX76932" fmla="*/ 390047 w 2119654"/>
              <a:gd name="connsiteY76932" fmla="*/ 1832544 h 2398711"/>
              <a:gd name="connsiteX76933" fmla="*/ 374359 w 2119654"/>
              <a:gd name="connsiteY76933" fmla="*/ 1831004 h 2398711"/>
              <a:gd name="connsiteX76934" fmla="*/ 373759 w 2119654"/>
              <a:gd name="connsiteY76934" fmla="*/ 1830937 h 2398711"/>
              <a:gd name="connsiteX76935" fmla="*/ 371590 w 2119654"/>
              <a:gd name="connsiteY76935" fmla="*/ 1830845 h 2398711"/>
              <a:gd name="connsiteX76936" fmla="*/ 1039910 w 2119654"/>
              <a:gd name="connsiteY76936" fmla="*/ 324922 h 2398711"/>
              <a:gd name="connsiteX76937" fmla="*/ 1039390 w 2119654"/>
              <a:gd name="connsiteY76937" fmla="*/ 326531 h 2398711"/>
              <a:gd name="connsiteX76938" fmla="*/ 1041679 w 2119654"/>
              <a:gd name="connsiteY76938" fmla="*/ 329881 h 2398711"/>
              <a:gd name="connsiteX76939" fmla="*/ 1041903 w 2119654"/>
              <a:gd name="connsiteY76939" fmla="*/ 330239 h 2398711"/>
              <a:gd name="connsiteX76940" fmla="*/ 1042597 w 2119654"/>
              <a:gd name="connsiteY76940" fmla="*/ 329206 h 2398711"/>
              <a:gd name="connsiteX76941" fmla="*/ 366974 w 2119654"/>
              <a:gd name="connsiteY76941" fmla="*/ 1831344 h 2398711"/>
              <a:gd name="connsiteX76942" fmla="*/ 365748 w 2119654"/>
              <a:gd name="connsiteY76942" fmla="*/ 1836889 h 2398711"/>
              <a:gd name="connsiteX76943" fmla="*/ 367817 w 2119654"/>
              <a:gd name="connsiteY76943" fmla="*/ 1836797 h 2398711"/>
              <a:gd name="connsiteX76944" fmla="*/ 367758 w 2119654"/>
              <a:gd name="connsiteY76944" fmla="*/ 1836740 h 2398711"/>
              <a:gd name="connsiteX76945" fmla="*/ 367001 w 2119654"/>
              <a:gd name="connsiteY76945" fmla="*/ 1831341 h 2398711"/>
              <a:gd name="connsiteX76946" fmla="*/ 367226 w 2119654"/>
              <a:gd name="connsiteY76946" fmla="*/ 1830206 h 2398711"/>
              <a:gd name="connsiteX76947" fmla="*/ 367196 w 2119654"/>
              <a:gd name="connsiteY76947" fmla="*/ 1830343 h 2398711"/>
              <a:gd name="connsiteX76948" fmla="*/ 368657 w 2119654"/>
              <a:gd name="connsiteY76948" fmla="*/ 1830384 h 2398711"/>
              <a:gd name="connsiteX76949" fmla="*/ 368727 w 2119654"/>
              <a:gd name="connsiteY76949" fmla="*/ 1830374 h 2398711"/>
              <a:gd name="connsiteX76950" fmla="*/ 1024300 w 2119654"/>
              <a:gd name="connsiteY76950" fmla="*/ 358686 h 2398711"/>
              <a:gd name="connsiteX76951" fmla="*/ 1027244 w 2119654"/>
              <a:gd name="connsiteY76951" fmla="*/ 362335 h 2398711"/>
              <a:gd name="connsiteX76952" fmla="*/ 1030911 w 2119654"/>
              <a:gd name="connsiteY76952" fmla="*/ 350894 h 2398711"/>
              <a:gd name="connsiteX76953" fmla="*/ 1030583 w 2119654"/>
              <a:gd name="connsiteY76953" fmla="*/ 349690 h 2398711"/>
              <a:gd name="connsiteX76954" fmla="*/ 1029134 w 2119654"/>
              <a:gd name="connsiteY76954" fmla="*/ 351498 h 2398711"/>
              <a:gd name="connsiteX76955" fmla="*/ 1042053 w 2119654"/>
              <a:gd name="connsiteY76955" fmla="*/ 318483 h 2398711"/>
              <a:gd name="connsiteX76956" fmla="*/ 1040469 w 2119654"/>
              <a:gd name="connsiteY76956" fmla="*/ 323219 h 2398711"/>
              <a:gd name="connsiteX76957" fmla="*/ 1042481 w 2119654"/>
              <a:gd name="connsiteY76957" fmla="*/ 326425 h 2398711"/>
              <a:gd name="connsiteX76958" fmla="*/ 1041900 w 2119654"/>
              <a:gd name="connsiteY76958" fmla="*/ 324290 h 2398711"/>
              <a:gd name="connsiteX76959" fmla="*/ 1042154 w 2119654"/>
              <a:gd name="connsiteY76959" fmla="*/ 324477 h 2398711"/>
              <a:gd name="connsiteX76960" fmla="*/ 1042838 w 2119654"/>
              <a:gd name="connsiteY76960" fmla="*/ 326995 h 2398711"/>
              <a:gd name="connsiteX76961" fmla="*/ 1043439 w 2119654"/>
              <a:gd name="connsiteY76961" fmla="*/ 327954 h 2398711"/>
              <a:gd name="connsiteX76962" fmla="*/ 1047288 w 2119654"/>
              <a:gd name="connsiteY76962" fmla="*/ 322231 h 2398711"/>
              <a:gd name="connsiteX76963" fmla="*/ 374589 w 2119654"/>
              <a:gd name="connsiteY76963" fmla="*/ 1812927 h 2398711"/>
              <a:gd name="connsiteX76964" fmla="*/ 374640 w 2119654"/>
              <a:gd name="connsiteY76964" fmla="*/ 1812958 h 2398711"/>
              <a:gd name="connsiteX76965" fmla="*/ 374935 w 2119654"/>
              <a:gd name="connsiteY76965" fmla="*/ 1812963 h 2398711"/>
              <a:gd name="connsiteX76966" fmla="*/ 374859 w 2119654"/>
              <a:gd name="connsiteY76966" fmla="*/ 1812901 h 2398711"/>
              <a:gd name="connsiteX76967" fmla="*/ 992707 w 2119654"/>
              <a:gd name="connsiteY76967" fmla="*/ 428772 h 2398711"/>
              <a:gd name="connsiteX76968" fmla="*/ 992523 w 2119654"/>
              <a:gd name="connsiteY76968" fmla="*/ 431074 h 2398711"/>
              <a:gd name="connsiteX76969" fmla="*/ 992534 w 2119654"/>
              <a:gd name="connsiteY76969" fmla="*/ 431088 h 2398711"/>
              <a:gd name="connsiteX76970" fmla="*/ 993435 w 2119654"/>
              <a:gd name="connsiteY76970" fmla="*/ 429964 h 2398711"/>
              <a:gd name="connsiteX76971" fmla="*/ 367653 w 2119654"/>
              <a:gd name="connsiteY76971" fmla="*/ 1828275 h 2398711"/>
              <a:gd name="connsiteX76972" fmla="*/ 367350 w 2119654"/>
              <a:gd name="connsiteY76972" fmla="*/ 1829643 h 2398711"/>
              <a:gd name="connsiteX76973" fmla="*/ 371137 w 2119654"/>
              <a:gd name="connsiteY76973" fmla="*/ 1830015 h 2398711"/>
              <a:gd name="connsiteX76974" fmla="*/ 384493 w 2119654"/>
              <a:gd name="connsiteY76974" fmla="*/ 1828019 h 2398711"/>
              <a:gd name="connsiteX76975" fmla="*/ 1009948 w 2119654"/>
              <a:gd name="connsiteY76975" fmla="*/ 389887 h 2398711"/>
              <a:gd name="connsiteX76976" fmla="*/ 1012505 w 2119654"/>
              <a:gd name="connsiteY76976" fmla="*/ 399893 h 2398711"/>
              <a:gd name="connsiteX76977" fmla="*/ 1014445 w 2119654"/>
              <a:gd name="connsiteY76977" fmla="*/ 402263 h 2398711"/>
              <a:gd name="connsiteX76978" fmla="*/ 1015658 w 2119654"/>
              <a:gd name="connsiteY76978" fmla="*/ 398479 h 2398711"/>
              <a:gd name="connsiteX76979" fmla="*/ 1013871 w 2119654"/>
              <a:gd name="connsiteY76979" fmla="*/ 395472 h 2398711"/>
              <a:gd name="connsiteX76980" fmla="*/ 1014051 w 2119654"/>
              <a:gd name="connsiteY76980" fmla="*/ 395540 h 2398711"/>
              <a:gd name="connsiteX76981" fmla="*/ 1015539 w 2119654"/>
              <a:gd name="connsiteY76981" fmla="*/ 398043 h 2398711"/>
              <a:gd name="connsiteX76982" fmla="*/ 1015473 w 2119654"/>
              <a:gd name="connsiteY76982" fmla="*/ 397808 h 2398711"/>
              <a:gd name="connsiteX76983" fmla="*/ 1014143 w 2119654"/>
              <a:gd name="connsiteY76983" fmla="*/ 393412 h 2398711"/>
              <a:gd name="connsiteX76984" fmla="*/ 1023010 w 2119654"/>
              <a:gd name="connsiteY76984" fmla="*/ 360605 h 2398711"/>
              <a:gd name="connsiteX76985" fmla="*/ 1026302 w 2119654"/>
              <a:gd name="connsiteY76985" fmla="*/ 365271 h 2398711"/>
              <a:gd name="connsiteX76986" fmla="*/ 1026444 w 2119654"/>
              <a:gd name="connsiteY76986" fmla="*/ 364830 h 2398711"/>
              <a:gd name="connsiteX76987" fmla="*/ 1023020 w 2119654"/>
              <a:gd name="connsiteY76987" fmla="*/ 360589 h 2398711"/>
              <a:gd name="connsiteX76988" fmla="*/ 395541 w 2119654"/>
              <a:gd name="connsiteY76988" fmla="*/ 1765332 h 2398711"/>
              <a:gd name="connsiteX76989" fmla="*/ 395647 w 2119654"/>
              <a:gd name="connsiteY76989" fmla="*/ 1765360 h 2398711"/>
              <a:gd name="connsiteX76990" fmla="*/ 395588 w 2119654"/>
              <a:gd name="connsiteY76990" fmla="*/ 1765325 h 2398711"/>
              <a:gd name="connsiteX76991" fmla="*/ 404221 w 2119654"/>
              <a:gd name="connsiteY76991" fmla="*/ 1745670 h 2398711"/>
              <a:gd name="connsiteX76992" fmla="*/ 404053 w 2119654"/>
              <a:gd name="connsiteY76992" fmla="*/ 1746545 h 2398711"/>
              <a:gd name="connsiteX76993" fmla="*/ 406040 w 2119654"/>
              <a:gd name="connsiteY76993" fmla="*/ 1747327 h 2398711"/>
              <a:gd name="connsiteX76994" fmla="*/ 406292 w 2119654"/>
              <a:gd name="connsiteY76994" fmla="*/ 1746025 h 2398711"/>
              <a:gd name="connsiteX76995" fmla="*/ 1022001 w 2119654"/>
              <a:gd name="connsiteY76995" fmla="*/ 362104 h 2398711"/>
              <a:gd name="connsiteX76996" fmla="*/ 1025865 w 2119654"/>
              <a:gd name="connsiteY76996" fmla="*/ 366637 h 2398711"/>
              <a:gd name="connsiteX76997" fmla="*/ 1026207 w 2119654"/>
              <a:gd name="connsiteY76997" fmla="*/ 365568 h 2398711"/>
              <a:gd name="connsiteX76998" fmla="*/ 1022860 w 2119654"/>
              <a:gd name="connsiteY76998" fmla="*/ 360826 h 2398711"/>
              <a:gd name="connsiteX76999" fmla="*/ 975814 w 2119654"/>
              <a:gd name="connsiteY76999" fmla="*/ 465518 h 2398711"/>
              <a:gd name="connsiteX77000" fmla="*/ 974910 w 2119654"/>
              <a:gd name="connsiteY77000" fmla="*/ 470795 h 2398711"/>
              <a:gd name="connsiteX77001" fmla="*/ 976422 w 2119654"/>
              <a:gd name="connsiteY77001" fmla="*/ 472810 h 2398711"/>
              <a:gd name="connsiteX77002" fmla="*/ 977506 w 2119654"/>
              <a:gd name="connsiteY77002" fmla="*/ 467678 h 2398711"/>
              <a:gd name="connsiteX77003" fmla="*/ 363198 w 2119654"/>
              <a:gd name="connsiteY77003" fmla="*/ 1837281 h 2398711"/>
              <a:gd name="connsiteX77004" fmla="*/ 364761 w 2119654"/>
              <a:gd name="connsiteY77004" fmla="*/ 1838211 h 2398711"/>
              <a:gd name="connsiteX77005" fmla="*/ 364983 w 2119654"/>
              <a:gd name="connsiteY77005" fmla="*/ 1837202 h 2398711"/>
              <a:gd name="connsiteX77006" fmla="*/ 992814 w 2119654"/>
              <a:gd name="connsiteY77006" fmla="*/ 427431 h 2398711"/>
              <a:gd name="connsiteX77007" fmla="*/ 992805 w 2119654"/>
              <a:gd name="connsiteY77007" fmla="*/ 427530 h 2398711"/>
              <a:gd name="connsiteX77008" fmla="*/ 993004 w 2119654"/>
              <a:gd name="connsiteY77008" fmla="*/ 427676 h 2398711"/>
              <a:gd name="connsiteX77009" fmla="*/ 400139 w 2119654"/>
              <a:gd name="connsiteY77009" fmla="*/ 1754485 h 2398711"/>
              <a:gd name="connsiteX77010" fmla="*/ 401898 w 2119654"/>
              <a:gd name="connsiteY77010" fmla="*/ 1755258 h 2398711"/>
              <a:gd name="connsiteX77011" fmla="*/ 401924 w 2119654"/>
              <a:gd name="connsiteY77011" fmla="*/ 1755260 h 2398711"/>
              <a:gd name="connsiteX77012" fmla="*/ 401974 w 2119654"/>
              <a:gd name="connsiteY77012" fmla="*/ 1755002 h 2398711"/>
              <a:gd name="connsiteX77013" fmla="*/ 378579 w 2119654"/>
              <a:gd name="connsiteY77013" fmla="*/ 1802500 h 2398711"/>
              <a:gd name="connsiteX77014" fmla="*/ 386391 w 2119654"/>
              <a:gd name="connsiteY77014" fmla="*/ 1807015 h 2398711"/>
              <a:gd name="connsiteX77015" fmla="*/ 386132 w 2119654"/>
              <a:gd name="connsiteY77015" fmla="*/ 1804648 h 2398711"/>
              <a:gd name="connsiteX77016" fmla="*/ 381418 w 2119654"/>
              <a:gd name="connsiteY77016" fmla="*/ 1802599 h 2398711"/>
              <a:gd name="connsiteX77017" fmla="*/ 404429 w 2119654"/>
              <a:gd name="connsiteY77017" fmla="*/ 1744584 h 2398711"/>
              <a:gd name="connsiteX77018" fmla="*/ 404357 w 2119654"/>
              <a:gd name="connsiteY77018" fmla="*/ 1744960 h 2398711"/>
              <a:gd name="connsiteX77019" fmla="*/ 406430 w 2119654"/>
              <a:gd name="connsiteY77019" fmla="*/ 1745316 h 2398711"/>
              <a:gd name="connsiteX77020" fmla="*/ 406448 w 2119654"/>
              <a:gd name="connsiteY77020" fmla="*/ 1745219 h 2398711"/>
              <a:gd name="connsiteX77021" fmla="*/ 404596 w 2119654"/>
              <a:gd name="connsiteY77021" fmla="*/ 1744602 h 2398711"/>
              <a:gd name="connsiteX77022" fmla="*/ 994229 w 2119654"/>
              <a:gd name="connsiteY77022" fmla="*/ 423655 h 2398711"/>
              <a:gd name="connsiteX77023" fmla="*/ 994325 w 2119654"/>
              <a:gd name="connsiteY77023" fmla="*/ 423853 h 2398711"/>
              <a:gd name="connsiteX77024" fmla="*/ 994678 w 2119654"/>
              <a:gd name="connsiteY77024" fmla="*/ 424056 h 2398711"/>
              <a:gd name="connsiteX77025" fmla="*/ 366754 w 2119654"/>
              <a:gd name="connsiteY77025" fmla="*/ 1828289 h 2398711"/>
              <a:gd name="connsiteX77026" fmla="*/ 366831 w 2119654"/>
              <a:gd name="connsiteY77026" fmla="*/ 1828842 h 2398711"/>
              <a:gd name="connsiteX77027" fmla="*/ 366955 w 2119654"/>
              <a:gd name="connsiteY77027" fmla="*/ 1828286 h 2398711"/>
              <a:gd name="connsiteX77028" fmla="*/ 993580 w 2119654"/>
              <a:gd name="connsiteY77028" fmla="*/ 424563 h 2398711"/>
              <a:gd name="connsiteX77029" fmla="*/ 995587 w 2119654"/>
              <a:gd name="connsiteY77029" fmla="*/ 427147 h 2398711"/>
              <a:gd name="connsiteX77030" fmla="*/ 995588 w 2119654"/>
              <a:gd name="connsiteY77030" fmla="*/ 426932 h 2398711"/>
              <a:gd name="connsiteX77031" fmla="*/ 994789 w 2119654"/>
              <a:gd name="connsiteY77031" fmla="*/ 425283 h 2398711"/>
              <a:gd name="connsiteX77032" fmla="*/ 1001922 w 2119654"/>
              <a:gd name="connsiteY77032" fmla="*/ 405662 h 2398711"/>
              <a:gd name="connsiteX77033" fmla="*/ 1000755 w 2119654"/>
              <a:gd name="connsiteY77033" fmla="*/ 412735 h 2398711"/>
              <a:gd name="connsiteX77034" fmla="*/ 1005197 w 2119654"/>
              <a:gd name="connsiteY77034" fmla="*/ 415290 h 2398711"/>
              <a:gd name="connsiteX77035" fmla="*/ 1007331 w 2119654"/>
              <a:gd name="connsiteY77035" fmla="*/ 412627 h 2398711"/>
              <a:gd name="connsiteX77036" fmla="*/ 977884 w 2119654"/>
              <a:gd name="connsiteY77036" fmla="*/ 459075 h 2398711"/>
              <a:gd name="connsiteX77037" fmla="*/ 978445 w 2119654"/>
              <a:gd name="connsiteY77037" fmla="*/ 459666 h 2398711"/>
              <a:gd name="connsiteX77038" fmla="*/ 979079 w 2119654"/>
              <a:gd name="connsiteY77038" fmla="*/ 460231 h 2398711"/>
              <a:gd name="connsiteX77039" fmla="*/ 979199 w 2119654"/>
              <a:gd name="connsiteY77039" fmla="*/ 459661 h 2398711"/>
              <a:gd name="connsiteX77040" fmla="*/ 1018935 w 2119654"/>
              <a:gd name="connsiteY77040" fmla="*/ 366664 h 2398711"/>
              <a:gd name="connsiteX77041" fmla="*/ 1020742 w 2119654"/>
              <a:gd name="connsiteY77041" fmla="*/ 369223 h 2398711"/>
              <a:gd name="connsiteX77042" fmla="*/ 1019841 w 2119654"/>
              <a:gd name="connsiteY77042" fmla="*/ 365316 h 2398711"/>
              <a:gd name="connsiteX77043" fmla="*/ 1046853 w 2119654"/>
              <a:gd name="connsiteY77043" fmla="*/ 304128 h 2398711"/>
              <a:gd name="connsiteX77044" fmla="*/ 1042351 w 2119654"/>
              <a:gd name="connsiteY77044" fmla="*/ 317592 h 2398711"/>
              <a:gd name="connsiteX77045" fmla="*/ 1047789 w 2119654"/>
              <a:gd name="connsiteY77045" fmla="*/ 321486 h 2398711"/>
              <a:gd name="connsiteX77046" fmla="*/ 1050550 w 2119654"/>
              <a:gd name="connsiteY77046" fmla="*/ 317380 h 2398711"/>
              <a:gd name="connsiteX77047" fmla="*/ 1052604 w 2119654"/>
              <a:gd name="connsiteY77047" fmla="*/ 314576 h 2398711"/>
              <a:gd name="connsiteX77048" fmla="*/ 1050935 w 2119654"/>
              <a:gd name="connsiteY77048" fmla="*/ 311334 h 2398711"/>
              <a:gd name="connsiteX77049" fmla="*/ 976490 w 2119654"/>
              <a:gd name="connsiteY77049" fmla="*/ 461574 h 2398711"/>
              <a:gd name="connsiteX77050" fmla="*/ 976483 w 2119654"/>
              <a:gd name="connsiteY77050" fmla="*/ 461611 h 2398711"/>
              <a:gd name="connsiteX77051" fmla="*/ 977159 w 2119654"/>
              <a:gd name="connsiteY77051" fmla="*/ 462472 h 2398711"/>
              <a:gd name="connsiteX77052" fmla="*/ 391705 w 2119654"/>
              <a:gd name="connsiteY77052" fmla="*/ 1771017 h 2398711"/>
              <a:gd name="connsiteX77053" fmla="*/ 393502 w 2119654"/>
              <a:gd name="connsiteY77053" fmla="*/ 1772310 h 2398711"/>
              <a:gd name="connsiteX77054" fmla="*/ 398356 w 2119654"/>
              <a:gd name="connsiteY77054" fmla="*/ 1774034 h 2398711"/>
              <a:gd name="connsiteX77055" fmla="*/ 398767 w 2119654"/>
              <a:gd name="connsiteY77055" fmla="*/ 1771719 h 2398711"/>
              <a:gd name="connsiteX77056" fmla="*/ 398775 w 2119654"/>
              <a:gd name="connsiteY77056" fmla="*/ 1771677 h 2398711"/>
              <a:gd name="connsiteX77057" fmla="*/ 405245 w 2119654"/>
              <a:gd name="connsiteY77057" fmla="*/ 1740332 h 2398711"/>
              <a:gd name="connsiteX77058" fmla="*/ 404930 w 2119654"/>
              <a:gd name="connsiteY77058" fmla="*/ 1741976 h 2398711"/>
              <a:gd name="connsiteX77059" fmla="*/ 406951 w 2119654"/>
              <a:gd name="connsiteY77059" fmla="*/ 1742625 h 2398711"/>
              <a:gd name="connsiteX77060" fmla="*/ 407227 w 2119654"/>
              <a:gd name="connsiteY77060" fmla="*/ 1741198 h 2398711"/>
              <a:gd name="connsiteX77061" fmla="*/ 411070 w 2119654"/>
              <a:gd name="connsiteY77061" fmla="*/ 1727142 h 2398711"/>
              <a:gd name="connsiteX77062" fmla="*/ 411075 w 2119654"/>
              <a:gd name="connsiteY77062" fmla="*/ 1727359 h 2398711"/>
              <a:gd name="connsiteX77063" fmla="*/ 413380 w 2119654"/>
              <a:gd name="connsiteY77063" fmla="*/ 1728717 h 2398711"/>
              <a:gd name="connsiteX77064" fmla="*/ 413855 w 2119654"/>
              <a:gd name="connsiteY77064" fmla="*/ 1728687 h 2398711"/>
              <a:gd name="connsiteX77065" fmla="*/ 412369 w 2119654"/>
              <a:gd name="connsiteY77065" fmla="*/ 1727276 h 2398711"/>
              <a:gd name="connsiteX77066" fmla="*/ 369657 w 2119654"/>
              <a:gd name="connsiteY77066" fmla="*/ 1819207 h 2398711"/>
              <a:gd name="connsiteX77067" fmla="*/ 368419 w 2119654"/>
              <a:gd name="connsiteY77067" fmla="*/ 1824810 h 2398711"/>
              <a:gd name="connsiteX77068" fmla="*/ 374786 w 2119654"/>
              <a:gd name="connsiteY77068" fmla="*/ 1823944 h 2398711"/>
              <a:gd name="connsiteX77069" fmla="*/ 372557 w 2119654"/>
              <a:gd name="connsiteY77069" fmla="*/ 1823332 h 2398711"/>
              <a:gd name="connsiteX77070" fmla="*/ 372435 w 2119654"/>
              <a:gd name="connsiteY77070" fmla="*/ 1823166 h 2398711"/>
              <a:gd name="connsiteX77071" fmla="*/ 375108 w 2119654"/>
              <a:gd name="connsiteY77071" fmla="*/ 1823901 h 2398711"/>
              <a:gd name="connsiteX77072" fmla="*/ 378818 w 2119654"/>
              <a:gd name="connsiteY77072" fmla="*/ 1823396 h 2398711"/>
              <a:gd name="connsiteX77073" fmla="*/ 993188 w 2119654"/>
              <a:gd name="connsiteY77073" fmla="*/ 422726 h 2398711"/>
              <a:gd name="connsiteX77074" fmla="*/ 993153 w 2119654"/>
              <a:gd name="connsiteY77074" fmla="*/ 423179 h 2398711"/>
              <a:gd name="connsiteX77075" fmla="*/ 994008 w 2119654"/>
              <a:gd name="connsiteY77075" fmla="*/ 423670 h 2398711"/>
              <a:gd name="connsiteX77076" fmla="*/ 993825 w 2119654"/>
              <a:gd name="connsiteY77076" fmla="*/ 423294 h 2398711"/>
              <a:gd name="connsiteX77077" fmla="*/ 410649 w 2119654"/>
              <a:gd name="connsiteY77077" fmla="*/ 1727097 h 2398711"/>
              <a:gd name="connsiteX77078" fmla="*/ 410647 w 2119654"/>
              <a:gd name="connsiteY77078" fmla="*/ 1727108 h 2398711"/>
              <a:gd name="connsiteX77079" fmla="*/ 410742 w 2119654"/>
              <a:gd name="connsiteY77079" fmla="*/ 1727163 h 2398711"/>
              <a:gd name="connsiteX77080" fmla="*/ 410741 w 2119654"/>
              <a:gd name="connsiteY77080" fmla="*/ 1727107 h 2398711"/>
              <a:gd name="connsiteX77081" fmla="*/ 411048 w 2119654"/>
              <a:gd name="connsiteY77081" fmla="*/ 1726021 h 2398711"/>
              <a:gd name="connsiteX77082" fmla="*/ 411055 w 2119654"/>
              <a:gd name="connsiteY77082" fmla="*/ 1726382 h 2398711"/>
              <a:gd name="connsiteX77083" fmla="*/ 411472 w 2119654"/>
              <a:gd name="connsiteY77083" fmla="*/ 1726424 h 2398711"/>
              <a:gd name="connsiteX77084" fmla="*/ 393307 w 2119654"/>
              <a:gd name="connsiteY77084" fmla="*/ 1765634 h 2398711"/>
              <a:gd name="connsiteX77085" fmla="*/ 398470 w 2119654"/>
              <a:gd name="connsiteY77085" fmla="*/ 1769334 h 2398711"/>
              <a:gd name="connsiteX77086" fmla="*/ 399175 w 2119654"/>
              <a:gd name="connsiteY77086" fmla="*/ 1769589 h 2398711"/>
              <a:gd name="connsiteX77087" fmla="*/ 399415 w 2119654"/>
              <a:gd name="connsiteY77087" fmla="*/ 1768341 h 2398711"/>
              <a:gd name="connsiteX77088" fmla="*/ 397697 w 2119654"/>
              <a:gd name="connsiteY77088" fmla="*/ 1766692 h 2398711"/>
              <a:gd name="connsiteX77089" fmla="*/ 393609 w 2119654"/>
              <a:gd name="connsiteY77089" fmla="*/ 1765593 h 2398711"/>
              <a:gd name="connsiteX77090" fmla="*/ 370030 w 2119654"/>
              <a:gd name="connsiteY77090" fmla="*/ 1817519 h 2398711"/>
              <a:gd name="connsiteX77091" fmla="*/ 369759 w 2119654"/>
              <a:gd name="connsiteY77091" fmla="*/ 1818747 h 2398711"/>
              <a:gd name="connsiteX77092" fmla="*/ 379671 w 2119654"/>
              <a:gd name="connsiteY77092" fmla="*/ 1823280 h 2398711"/>
              <a:gd name="connsiteX77093" fmla="*/ 383357 w 2119654"/>
              <a:gd name="connsiteY77093" fmla="*/ 1822778 h 2398711"/>
              <a:gd name="connsiteX77094" fmla="*/ 980366 w 2119654"/>
              <a:gd name="connsiteY77094" fmla="*/ 450607 h 2398711"/>
              <a:gd name="connsiteX77095" fmla="*/ 980867 w 2119654"/>
              <a:gd name="connsiteY77095" fmla="*/ 451760 h 2398711"/>
              <a:gd name="connsiteX77096" fmla="*/ 980867 w 2119654"/>
              <a:gd name="connsiteY77096" fmla="*/ 451760 h 2398711"/>
              <a:gd name="connsiteX77097" fmla="*/ 980868 w 2119654"/>
              <a:gd name="connsiteY77097" fmla="*/ 451760 h 2398711"/>
              <a:gd name="connsiteX77098" fmla="*/ 980867 w 2119654"/>
              <a:gd name="connsiteY77098" fmla="*/ 451760 h 2398711"/>
              <a:gd name="connsiteX77099" fmla="*/ 981987 w 2119654"/>
              <a:gd name="connsiteY77099" fmla="*/ 448680 h 2398711"/>
              <a:gd name="connsiteX77100" fmla="*/ 981839 w 2119654"/>
              <a:gd name="connsiteY77100" fmla="*/ 448566 h 2398711"/>
              <a:gd name="connsiteX77101" fmla="*/ 372490 w 2119654"/>
              <a:gd name="connsiteY77101" fmla="*/ 1811675 h 2398711"/>
              <a:gd name="connsiteX77102" fmla="*/ 373105 w 2119654"/>
              <a:gd name="connsiteY77102" fmla="*/ 1812042 h 2398711"/>
              <a:gd name="connsiteX77103" fmla="*/ 373297 w 2119654"/>
              <a:gd name="connsiteY77103" fmla="*/ 1812023 h 2398711"/>
              <a:gd name="connsiteX77104" fmla="*/ 384253 w 2119654"/>
              <a:gd name="connsiteY77104" fmla="*/ 1784964 h 2398711"/>
              <a:gd name="connsiteX77105" fmla="*/ 384469 w 2119654"/>
              <a:gd name="connsiteY77105" fmla="*/ 1787217 h 2398711"/>
              <a:gd name="connsiteX77106" fmla="*/ 385042 w 2119654"/>
              <a:gd name="connsiteY77106" fmla="*/ 1792460 h 2398711"/>
              <a:gd name="connsiteX77107" fmla="*/ 385311 w 2119654"/>
              <a:gd name="connsiteY77107" fmla="*/ 1792503 h 2398711"/>
              <a:gd name="connsiteX77108" fmla="*/ 389383 w 2119654"/>
              <a:gd name="connsiteY77108" fmla="*/ 1792462 h 2398711"/>
              <a:gd name="connsiteX77109" fmla="*/ 394493 w 2119654"/>
              <a:gd name="connsiteY77109" fmla="*/ 1792207 h 2398711"/>
              <a:gd name="connsiteX77110" fmla="*/ 388556 w 2119654"/>
              <a:gd name="connsiteY77110" fmla="*/ 1785883 h 2398711"/>
              <a:gd name="connsiteX77111" fmla="*/ 387774 w 2119654"/>
              <a:gd name="connsiteY77111" fmla="*/ 1785567 h 2398711"/>
              <a:gd name="connsiteX77112" fmla="*/ 370447 w 2119654"/>
              <a:gd name="connsiteY77112" fmla="*/ 1815632 h 2398711"/>
              <a:gd name="connsiteX77113" fmla="*/ 370069 w 2119654"/>
              <a:gd name="connsiteY77113" fmla="*/ 1817344 h 2398711"/>
              <a:gd name="connsiteX77114" fmla="*/ 370739 w 2119654"/>
              <a:gd name="connsiteY77114" fmla="*/ 1817608 h 2398711"/>
              <a:gd name="connsiteX77115" fmla="*/ 384106 w 2119654"/>
              <a:gd name="connsiteY77115" fmla="*/ 1822676 h 2398711"/>
              <a:gd name="connsiteX77116" fmla="*/ 386564 w 2119654"/>
              <a:gd name="connsiteY77116" fmla="*/ 1822342 h 2398711"/>
              <a:gd name="connsiteX77117" fmla="*/ 385207 w 2119654"/>
              <a:gd name="connsiteY77117" fmla="*/ 1821301 h 2398711"/>
              <a:gd name="connsiteX77118" fmla="*/ 375781 w 2119654"/>
              <a:gd name="connsiteY77118" fmla="*/ 1815680 h 2398711"/>
              <a:gd name="connsiteX77119" fmla="*/ 979349 w 2119654"/>
              <a:gd name="connsiteY77119" fmla="*/ 452014 h 2398711"/>
              <a:gd name="connsiteX77120" fmla="*/ 980556 w 2119654"/>
              <a:gd name="connsiteY77120" fmla="*/ 453186 h 2398711"/>
              <a:gd name="connsiteX77121" fmla="*/ 980525 w 2119654"/>
              <a:gd name="connsiteY77121" fmla="*/ 453042 h 2398711"/>
              <a:gd name="connsiteX77122" fmla="*/ 979820 w 2119654"/>
              <a:gd name="connsiteY77122" fmla="*/ 451362 h 2398711"/>
              <a:gd name="connsiteX77123" fmla="*/ 995177 w 2119654"/>
              <a:gd name="connsiteY77123" fmla="*/ 416561 h 2398711"/>
              <a:gd name="connsiteX77124" fmla="*/ 993298 w 2119654"/>
              <a:gd name="connsiteY77124" fmla="*/ 421733 h 2398711"/>
              <a:gd name="connsiteX77125" fmla="*/ 993531 w 2119654"/>
              <a:gd name="connsiteY77125" fmla="*/ 422215 h 2398711"/>
              <a:gd name="connsiteX77126" fmla="*/ 995805 w 2119654"/>
              <a:gd name="connsiteY77126" fmla="*/ 424192 h 2398711"/>
              <a:gd name="connsiteX77127" fmla="*/ 996697 w 2119654"/>
              <a:gd name="connsiteY77127" fmla="*/ 418787 h 2398711"/>
              <a:gd name="connsiteX77128" fmla="*/ 371276 w 2119654"/>
              <a:gd name="connsiteY77128" fmla="*/ 1813570 h 2398711"/>
              <a:gd name="connsiteX77129" fmla="*/ 372655 w 2119654"/>
              <a:gd name="connsiteY77129" fmla="*/ 1813814 h 2398711"/>
              <a:gd name="connsiteX77130" fmla="*/ 372279 w 2119654"/>
              <a:gd name="connsiteY77130" fmla="*/ 1813590 h 2398711"/>
              <a:gd name="connsiteX77131" fmla="*/ 979125 w 2119654"/>
              <a:gd name="connsiteY77131" fmla="*/ 452480 h 2398711"/>
              <a:gd name="connsiteX77132" fmla="*/ 980206 w 2119654"/>
              <a:gd name="connsiteY77132" fmla="*/ 454895 h 2398711"/>
              <a:gd name="connsiteX77133" fmla="*/ 980439 w 2119654"/>
              <a:gd name="connsiteY77133" fmla="*/ 453791 h 2398711"/>
              <a:gd name="connsiteX77134" fmla="*/ 1018018 w 2119654"/>
              <a:gd name="connsiteY77134" fmla="*/ 365365 h 2398711"/>
              <a:gd name="connsiteX77135" fmla="*/ 1018153 w 2119654"/>
              <a:gd name="connsiteY77135" fmla="*/ 365556 h 2398711"/>
              <a:gd name="connsiteX77136" fmla="*/ 1019330 w 2119654"/>
              <a:gd name="connsiteY77136" fmla="*/ 363805 h 2398711"/>
              <a:gd name="connsiteX77137" fmla="*/ 1019298 w 2119654"/>
              <a:gd name="connsiteY77137" fmla="*/ 363767 h 2398711"/>
              <a:gd name="connsiteX77138" fmla="*/ 977559 w 2119654"/>
              <a:gd name="connsiteY77138" fmla="*/ 455942 h 2398711"/>
              <a:gd name="connsiteX77139" fmla="*/ 977193 w 2119654"/>
              <a:gd name="connsiteY77139" fmla="*/ 457165 h 2398711"/>
              <a:gd name="connsiteX77140" fmla="*/ 979509 w 2119654"/>
              <a:gd name="connsiteY77140" fmla="*/ 458194 h 2398711"/>
              <a:gd name="connsiteX77141" fmla="*/ 979691 w 2119654"/>
              <a:gd name="connsiteY77141" fmla="*/ 457330 h 2398711"/>
              <a:gd name="connsiteX77142" fmla="*/ 996107 w 2119654"/>
              <a:gd name="connsiteY77142" fmla="*/ 414003 h 2398711"/>
              <a:gd name="connsiteX77143" fmla="*/ 995746 w 2119654"/>
              <a:gd name="connsiteY77143" fmla="*/ 414997 h 2398711"/>
              <a:gd name="connsiteX77144" fmla="*/ 996578 w 2119654"/>
              <a:gd name="connsiteY77144" fmla="*/ 416250 h 2398711"/>
              <a:gd name="connsiteX77145" fmla="*/ 978004 w 2119654"/>
              <a:gd name="connsiteY77145" fmla="*/ 454456 h 2398711"/>
              <a:gd name="connsiteX77146" fmla="*/ 977817 w 2119654"/>
              <a:gd name="connsiteY77146" fmla="*/ 455077 h 2398711"/>
              <a:gd name="connsiteX77147" fmla="*/ 979549 w 2119654"/>
              <a:gd name="connsiteY77147" fmla="*/ 456109 h 2398711"/>
              <a:gd name="connsiteX77148" fmla="*/ 979391 w 2119654"/>
              <a:gd name="connsiteY77148" fmla="*/ 455925 h 2398711"/>
              <a:gd name="connsiteX77149" fmla="*/ 1011118 w 2119654"/>
              <a:gd name="connsiteY77149" fmla="*/ 380271 h 2398711"/>
              <a:gd name="connsiteX77150" fmla="*/ 1015756 w 2119654"/>
              <a:gd name="connsiteY77150" fmla="*/ 393968 h 2398711"/>
              <a:gd name="connsiteX77151" fmla="*/ 1016817 w 2119654"/>
              <a:gd name="connsiteY77151" fmla="*/ 394861 h 2398711"/>
              <a:gd name="connsiteX77152" fmla="*/ 1018611 w 2119654"/>
              <a:gd name="connsiteY77152" fmla="*/ 389265 h 2398711"/>
              <a:gd name="connsiteX77153" fmla="*/ 1013019 w 2119654"/>
              <a:gd name="connsiteY77153" fmla="*/ 382618 h 2398711"/>
              <a:gd name="connsiteX77154" fmla="*/ 1013250 w 2119654"/>
              <a:gd name="connsiteY77154" fmla="*/ 382665 h 2398711"/>
              <a:gd name="connsiteX77155" fmla="*/ 1018663 w 2119654"/>
              <a:gd name="connsiteY77155" fmla="*/ 389102 h 2398711"/>
              <a:gd name="connsiteX77156" fmla="*/ 1022536 w 2119654"/>
              <a:gd name="connsiteY77156" fmla="*/ 377021 h 2398711"/>
              <a:gd name="connsiteX77157" fmla="*/ 1020987 w 2119654"/>
              <a:gd name="connsiteY77157" fmla="*/ 370292 h 2398711"/>
              <a:gd name="connsiteX77158" fmla="*/ 1018719 w 2119654"/>
              <a:gd name="connsiteY77158" fmla="*/ 366985 h 2398711"/>
              <a:gd name="connsiteX77159" fmla="*/ 1018631 w 2119654"/>
              <a:gd name="connsiteY77159" fmla="*/ 367115 h 2398711"/>
              <a:gd name="connsiteX77160" fmla="*/ 384171 w 2119654"/>
              <a:gd name="connsiteY77160" fmla="*/ 1784110 h 2398711"/>
              <a:gd name="connsiteX77161" fmla="*/ 384221 w 2119654"/>
              <a:gd name="connsiteY77161" fmla="*/ 1784628 h 2398711"/>
              <a:gd name="connsiteX77162" fmla="*/ 386357 w 2119654"/>
              <a:gd name="connsiteY77162" fmla="*/ 1784994 h 2398711"/>
              <a:gd name="connsiteX77163" fmla="*/ 370850 w 2119654"/>
              <a:gd name="connsiteY77163" fmla="*/ 1813810 h 2398711"/>
              <a:gd name="connsiteX77164" fmla="*/ 370835 w 2119654"/>
              <a:gd name="connsiteY77164" fmla="*/ 1813876 h 2398711"/>
              <a:gd name="connsiteX77165" fmla="*/ 371243 w 2119654"/>
              <a:gd name="connsiteY77165" fmla="*/ 1813880 h 2398711"/>
              <a:gd name="connsiteX77166" fmla="*/ 978299 w 2119654"/>
              <a:gd name="connsiteY77166" fmla="*/ 453468 h 2398711"/>
              <a:gd name="connsiteX77167" fmla="*/ 978241 w 2119654"/>
              <a:gd name="connsiteY77167" fmla="*/ 453663 h 2398711"/>
              <a:gd name="connsiteX77168" fmla="*/ 980030 w 2119654"/>
              <a:gd name="connsiteY77168" fmla="*/ 455727 h 2398711"/>
              <a:gd name="connsiteX77169" fmla="*/ 980108 w 2119654"/>
              <a:gd name="connsiteY77169" fmla="*/ 455357 h 2398711"/>
              <a:gd name="connsiteX77170" fmla="*/ 978894 w 2119654"/>
              <a:gd name="connsiteY77170" fmla="*/ 452644 h 2398711"/>
              <a:gd name="connsiteX77171" fmla="*/ 418328 w 2119654"/>
              <a:gd name="connsiteY77171" fmla="*/ 1706665 h 2398711"/>
              <a:gd name="connsiteX77172" fmla="*/ 419485 w 2119654"/>
              <a:gd name="connsiteY77172" fmla="*/ 1707011 h 2398711"/>
              <a:gd name="connsiteX77173" fmla="*/ 419194 w 2119654"/>
              <a:gd name="connsiteY77173" fmla="*/ 1706745 h 2398711"/>
              <a:gd name="connsiteX77174" fmla="*/ 977343 w 2119654"/>
              <a:gd name="connsiteY77174" fmla="*/ 454794 h 2398711"/>
              <a:gd name="connsiteX77175" fmla="*/ 977532 w 2119654"/>
              <a:gd name="connsiteY77175" fmla="*/ 454907 h 2398711"/>
              <a:gd name="connsiteX77176" fmla="*/ 977725 w 2119654"/>
              <a:gd name="connsiteY77176" fmla="*/ 454264 h 2398711"/>
              <a:gd name="connsiteX77177" fmla="*/ 998635 w 2119654"/>
              <a:gd name="connsiteY77177" fmla="*/ 407049 h 2398711"/>
              <a:gd name="connsiteX77178" fmla="*/ 998284 w 2119654"/>
              <a:gd name="connsiteY77178" fmla="*/ 408013 h 2398711"/>
              <a:gd name="connsiteX77179" fmla="*/ 998318 w 2119654"/>
              <a:gd name="connsiteY77179" fmla="*/ 408173 h 2398711"/>
              <a:gd name="connsiteX77180" fmla="*/ 998408 w 2119654"/>
              <a:gd name="connsiteY77180" fmla="*/ 408419 h 2398711"/>
              <a:gd name="connsiteX77181" fmla="*/ 1008612 w 2119654"/>
              <a:gd name="connsiteY77181" fmla="*/ 384660 h 2398711"/>
              <a:gd name="connsiteX77182" fmla="*/ 1009687 w 2119654"/>
              <a:gd name="connsiteY77182" fmla="*/ 388869 h 2398711"/>
              <a:gd name="connsiteX77183" fmla="*/ 1013766 w 2119654"/>
              <a:gd name="connsiteY77183" fmla="*/ 392296 h 2398711"/>
              <a:gd name="connsiteX77184" fmla="*/ 1010224 w 2119654"/>
              <a:gd name="connsiteY77184" fmla="*/ 381837 h 2398711"/>
              <a:gd name="connsiteX77185" fmla="*/ 976935 w 2119654"/>
              <a:gd name="connsiteY77185" fmla="*/ 455535 h 2398711"/>
              <a:gd name="connsiteX77186" fmla="*/ 976894 w 2119654"/>
              <a:gd name="connsiteY77186" fmla="*/ 457033 h 2398711"/>
              <a:gd name="connsiteX77187" fmla="*/ 976896 w 2119654"/>
              <a:gd name="connsiteY77187" fmla="*/ 457034 h 2398711"/>
              <a:gd name="connsiteX77188" fmla="*/ 977278 w 2119654"/>
              <a:gd name="connsiteY77188" fmla="*/ 455758 h 2398711"/>
              <a:gd name="connsiteX77189" fmla="*/ 409962 w 2119654"/>
              <a:gd name="connsiteY77189" fmla="*/ 1724990 h 2398711"/>
              <a:gd name="connsiteX77190" fmla="*/ 409985 w 2119654"/>
              <a:gd name="connsiteY77190" fmla="*/ 1726273 h 2398711"/>
              <a:gd name="connsiteX77191" fmla="*/ 410117 w 2119654"/>
              <a:gd name="connsiteY77191" fmla="*/ 1726286 h 2398711"/>
              <a:gd name="connsiteX77192" fmla="*/ 410305 w 2119654"/>
              <a:gd name="connsiteY77192" fmla="*/ 1725315 h 2398711"/>
              <a:gd name="connsiteX77193" fmla="*/ 384029 w 2119654"/>
              <a:gd name="connsiteY77193" fmla="*/ 1782618 h 2398711"/>
              <a:gd name="connsiteX77194" fmla="*/ 384031 w 2119654"/>
              <a:gd name="connsiteY77194" fmla="*/ 1782638 h 2398711"/>
              <a:gd name="connsiteX77195" fmla="*/ 386416 w 2119654"/>
              <a:gd name="connsiteY77195" fmla="*/ 1783603 h 2398711"/>
              <a:gd name="connsiteX77196" fmla="*/ 386177 w 2119654"/>
              <a:gd name="connsiteY77196" fmla="*/ 1783349 h 2398711"/>
              <a:gd name="connsiteX77197" fmla="*/ 1007337 w 2119654"/>
              <a:gd name="connsiteY77197" fmla="*/ 386892 h 2398711"/>
              <a:gd name="connsiteX77198" fmla="*/ 1009055 w 2119654"/>
              <a:gd name="connsiteY77198" fmla="*/ 388336 h 2398711"/>
              <a:gd name="connsiteX77199" fmla="*/ 1008269 w 2119654"/>
              <a:gd name="connsiteY77199" fmla="*/ 385260 h 2398711"/>
              <a:gd name="connsiteX77200" fmla="*/ 371645 w 2119654"/>
              <a:gd name="connsiteY77200" fmla="*/ 1810211 h 2398711"/>
              <a:gd name="connsiteX77201" fmla="*/ 371588 w 2119654"/>
              <a:gd name="connsiteY77201" fmla="*/ 1810473 h 2398711"/>
              <a:gd name="connsiteX77202" fmla="*/ 372352 w 2119654"/>
              <a:gd name="connsiteY77202" fmla="*/ 1810802 h 2398711"/>
              <a:gd name="connsiteX77203" fmla="*/ 1028370 w 2119654"/>
              <a:gd name="connsiteY77203" fmla="*/ 339028 h 2398711"/>
              <a:gd name="connsiteX77204" fmla="*/ 1030439 w 2119654"/>
              <a:gd name="connsiteY77204" fmla="*/ 346618 h 2398711"/>
              <a:gd name="connsiteX77205" fmla="*/ 1032261 w 2119654"/>
              <a:gd name="connsiteY77205" fmla="*/ 344522 h 2398711"/>
              <a:gd name="connsiteX77206" fmla="*/ 393438 w 2119654"/>
              <a:gd name="connsiteY77206" fmla="*/ 1760729 h 2398711"/>
              <a:gd name="connsiteX77207" fmla="*/ 396437 w 2119654"/>
              <a:gd name="connsiteY77207" fmla="*/ 1763621 h 2398711"/>
              <a:gd name="connsiteX77208" fmla="*/ 397730 w 2119654"/>
              <a:gd name="connsiteY77208" fmla="*/ 1764132 h 2398711"/>
              <a:gd name="connsiteX77209" fmla="*/ 400297 w 2119654"/>
              <a:gd name="connsiteY77209" fmla="*/ 1763741 h 2398711"/>
              <a:gd name="connsiteX77210" fmla="*/ 400430 w 2119654"/>
              <a:gd name="connsiteY77210" fmla="*/ 1763049 h 2398711"/>
              <a:gd name="connsiteX77211" fmla="*/ 400151 w 2119654"/>
              <a:gd name="connsiteY77211" fmla="*/ 1763063 h 2398711"/>
              <a:gd name="connsiteX77212" fmla="*/ 399907 w 2119654"/>
              <a:gd name="connsiteY77212" fmla="*/ 1762854 h 2398711"/>
              <a:gd name="connsiteX77213" fmla="*/ 400473 w 2119654"/>
              <a:gd name="connsiteY77213" fmla="*/ 1762825 h 2398711"/>
              <a:gd name="connsiteX77214" fmla="*/ 400621 w 2119654"/>
              <a:gd name="connsiteY77214" fmla="*/ 1762052 h 2398711"/>
              <a:gd name="connsiteX77215" fmla="*/ 397139 w 2119654"/>
              <a:gd name="connsiteY77215" fmla="*/ 1761085 h 2398711"/>
              <a:gd name="connsiteX77216" fmla="*/ 400635 w 2119654"/>
              <a:gd name="connsiteY77216" fmla="*/ 1761982 h 2398711"/>
              <a:gd name="connsiteX77217" fmla="*/ 400857 w 2119654"/>
              <a:gd name="connsiteY77217" fmla="*/ 1760821 h 2398711"/>
              <a:gd name="connsiteX77218" fmla="*/ 395970 w 2119654"/>
              <a:gd name="connsiteY77218" fmla="*/ 1760760 h 2398711"/>
              <a:gd name="connsiteX77219" fmla="*/ 397139 w 2119654"/>
              <a:gd name="connsiteY77219" fmla="*/ 1761085 h 2398711"/>
              <a:gd name="connsiteX77220" fmla="*/ 395870 w 2119654"/>
              <a:gd name="connsiteY77220" fmla="*/ 1760759 h 2398711"/>
              <a:gd name="connsiteX77221" fmla="*/ 1005004 w 2119654"/>
              <a:gd name="connsiteY77221" fmla="*/ 390977 h 2398711"/>
              <a:gd name="connsiteX77222" fmla="*/ 1011790 w 2119654"/>
              <a:gd name="connsiteY77222" fmla="*/ 399042 h 2398711"/>
              <a:gd name="connsiteX77223" fmla="*/ 1009315 w 2119654"/>
              <a:gd name="connsiteY77223" fmla="*/ 389355 h 2398711"/>
              <a:gd name="connsiteX77224" fmla="*/ 1007028 w 2119654"/>
              <a:gd name="connsiteY77224" fmla="*/ 387434 h 2398711"/>
              <a:gd name="connsiteX77225" fmla="*/ 981104 w 2119654"/>
              <a:gd name="connsiteY77225" fmla="*/ 444091 h 2398711"/>
              <a:gd name="connsiteX77226" fmla="*/ 980598 w 2119654"/>
              <a:gd name="connsiteY77226" fmla="*/ 445783 h 2398711"/>
              <a:gd name="connsiteX77227" fmla="*/ 981392 w 2119654"/>
              <a:gd name="connsiteY77227" fmla="*/ 444873 h 2398711"/>
              <a:gd name="connsiteX77228" fmla="*/ 1004079 w 2119654"/>
              <a:gd name="connsiteY77228" fmla="*/ 392597 h 2398711"/>
              <a:gd name="connsiteX77229" fmla="*/ 1002158 w 2119654"/>
              <a:gd name="connsiteY77229" fmla="*/ 404237 h 2398711"/>
              <a:gd name="connsiteX77230" fmla="*/ 1008256 w 2119654"/>
              <a:gd name="connsiteY77230" fmla="*/ 411475 h 2398711"/>
              <a:gd name="connsiteX77231" fmla="*/ 1010040 w 2119654"/>
              <a:gd name="connsiteY77231" fmla="*/ 409249 h 2398711"/>
              <a:gd name="connsiteX77232" fmla="*/ 1010225 w 2119654"/>
              <a:gd name="connsiteY77232" fmla="*/ 407922 h 2398711"/>
              <a:gd name="connsiteX77233" fmla="*/ 1010008 w 2119654"/>
              <a:gd name="connsiteY77233" fmla="*/ 407615 h 2398711"/>
              <a:gd name="connsiteX77234" fmla="*/ 1010233 w 2119654"/>
              <a:gd name="connsiteY77234" fmla="*/ 407685 h 2398711"/>
              <a:gd name="connsiteX77235" fmla="*/ 1010254 w 2119654"/>
              <a:gd name="connsiteY77235" fmla="*/ 407714 h 2398711"/>
              <a:gd name="connsiteX77236" fmla="*/ 1010391 w 2119654"/>
              <a:gd name="connsiteY77236" fmla="*/ 406730 h 2398711"/>
              <a:gd name="connsiteX77237" fmla="*/ 1010578 w 2119654"/>
              <a:gd name="connsiteY77237" fmla="*/ 406548 h 2398711"/>
              <a:gd name="connsiteX77238" fmla="*/ 1010390 w 2119654"/>
              <a:gd name="connsiteY77238" fmla="*/ 407906 h 2398711"/>
              <a:gd name="connsiteX77239" fmla="*/ 1010730 w 2119654"/>
              <a:gd name="connsiteY77239" fmla="*/ 408388 h 2398711"/>
              <a:gd name="connsiteX77240" fmla="*/ 1013344 w 2119654"/>
              <a:gd name="connsiteY77240" fmla="*/ 405126 h 2398711"/>
              <a:gd name="connsiteX77241" fmla="*/ 1012035 w 2119654"/>
              <a:gd name="connsiteY77241" fmla="*/ 400004 h 2398711"/>
              <a:gd name="connsiteX77242" fmla="*/ 1004856 w 2119654"/>
              <a:gd name="connsiteY77242" fmla="*/ 391236 h 2398711"/>
              <a:gd name="connsiteX77243" fmla="*/ 399978 w 2119654"/>
              <a:gd name="connsiteY77243" fmla="*/ 1744941 h 2398711"/>
              <a:gd name="connsiteX77244" fmla="*/ 403629 w 2119654"/>
              <a:gd name="connsiteY77244" fmla="*/ 1746378 h 2398711"/>
              <a:gd name="connsiteX77245" fmla="*/ 403779 w 2119654"/>
              <a:gd name="connsiteY77245" fmla="*/ 1745593 h 2398711"/>
              <a:gd name="connsiteX77246" fmla="*/ 981790 w 2119654"/>
              <a:gd name="connsiteY77246" fmla="*/ 441800 h 2398711"/>
              <a:gd name="connsiteX77247" fmla="*/ 981461 w 2119654"/>
              <a:gd name="connsiteY77247" fmla="*/ 442900 h 2398711"/>
              <a:gd name="connsiteX77248" fmla="*/ 981951 w 2119654"/>
              <a:gd name="connsiteY77248" fmla="*/ 444233 h 2398711"/>
              <a:gd name="connsiteX77249" fmla="*/ 982322 w 2119654"/>
              <a:gd name="connsiteY77249" fmla="*/ 443808 h 2398711"/>
              <a:gd name="connsiteX77250" fmla="*/ 982207 w 2119654"/>
              <a:gd name="connsiteY77250" fmla="*/ 443163 h 2398711"/>
              <a:gd name="connsiteX77251" fmla="*/ 1019808 w 2119654"/>
              <a:gd name="connsiteY77251" fmla="*/ 356607 h 2398711"/>
              <a:gd name="connsiteX77252" fmla="*/ 1020367 w 2119654"/>
              <a:gd name="connsiteY77252" fmla="*/ 358654 h 2398711"/>
              <a:gd name="connsiteX77253" fmla="*/ 1020877 w 2119654"/>
              <a:gd name="connsiteY77253" fmla="*/ 358017 h 2398711"/>
              <a:gd name="connsiteX77254" fmla="*/ 1020398 w 2119654"/>
              <a:gd name="connsiteY77254" fmla="*/ 357338 h 2398711"/>
              <a:gd name="connsiteX77255" fmla="*/ 979341 w 2119654"/>
              <a:gd name="connsiteY77255" fmla="*/ 446622 h 2398711"/>
              <a:gd name="connsiteX77256" fmla="*/ 979460 w 2119654"/>
              <a:gd name="connsiteY77256" fmla="*/ 447087 h 2398711"/>
              <a:gd name="connsiteX77257" fmla="*/ 979654 w 2119654"/>
              <a:gd name="connsiteY77257" fmla="*/ 446865 h 2398711"/>
              <a:gd name="connsiteX77258" fmla="*/ 392426 w 2119654"/>
              <a:gd name="connsiteY77258" fmla="*/ 1760715 h 2398711"/>
              <a:gd name="connsiteX77259" fmla="*/ 394760 w 2119654"/>
              <a:gd name="connsiteY77259" fmla="*/ 1762958 h 2398711"/>
              <a:gd name="connsiteX77260" fmla="*/ 394990 w 2119654"/>
              <a:gd name="connsiteY77260" fmla="*/ 1763050 h 2398711"/>
              <a:gd name="connsiteX77261" fmla="*/ 392572 w 2119654"/>
              <a:gd name="connsiteY77261" fmla="*/ 1760717 h 2398711"/>
              <a:gd name="connsiteX77262" fmla="*/ 1038211 w 2119654"/>
              <a:gd name="connsiteY77262" fmla="*/ 314627 h 2398711"/>
              <a:gd name="connsiteX77263" fmla="*/ 1042095 w 2119654"/>
              <a:gd name="connsiteY77263" fmla="*/ 317409 h 2398711"/>
              <a:gd name="connsiteX77264" fmla="*/ 1046654 w 2119654"/>
              <a:gd name="connsiteY77264" fmla="*/ 303776 h 2398711"/>
              <a:gd name="connsiteX77265" fmla="*/ 1044856 w 2119654"/>
              <a:gd name="connsiteY77265" fmla="*/ 300602 h 2398711"/>
              <a:gd name="connsiteX77266" fmla="*/ 1041802 w 2119654"/>
              <a:gd name="connsiteY77266" fmla="*/ 306850 h 2398711"/>
              <a:gd name="connsiteX77267" fmla="*/ 1036884 w 2119654"/>
              <a:gd name="connsiteY77267" fmla="*/ 317501 h 2398711"/>
              <a:gd name="connsiteX77268" fmla="*/ 1040262 w 2119654"/>
              <a:gd name="connsiteY77268" fmla="*/ 322888 h 2398711"/>
              <a:gd name="connsiteX77269" fmla="*/ 1041797 w 2119654"/>
              <a:gd name="connsiteY77269" fmla="*/ 318299 h 2398711"/>
              <a:gd name="connsiteX77270" fmla="*/ 1037827 w 2119654"/>
              <a:gd name="connsiteY77270" fmla="*/ 315457 h 2398711"/>
              <a:gd name="connsiteX77271" fmla="*/ 1035404 w 2119654"/>
              <a:gd name="connsiteY77271" fmla="*/ 320707 h 2398711"/>
              <a:gd name="connsiteX77272" fmla="*/ 1039157 w 2119654"/>
              <a:gd name="connsiteY77272" fmla="*/ 326192 h 2398711"/>
              <a:gd name="connsiteX77273" fmla="*/ 1039696 w 2119654"/>
              <a:gd name="connsiteY77273" fmla="*/ 324581 h 2398711"/>
              <a:gd name="connsiteX77274" fmla="*/ 1036194 w 2119654"/>
              <a:gd name="connsiteY77274" fmla="*/ 318995 h 2398711"/>
              <a:gd name="connsiteX77275" fmla="*/ 392597 w 2119654"/>
              <a:gd name="connsiteY77275" fmla="*/ 1759917 h 2398711"/>
              <a:gd name="connsiteX77276" fmla="*/ 392872 w 2119654"/>
              <a:gd name="connsiteY77276" fmla="*/ 1760183 h 2398711"/>
              <a:gd name="connsiteX77277" fmla="*/ 393670 w 2119654"/>
              <a:gd name="connsiteY77277" fmla="*/ 1760193 h 2398711"/>
              <a:gd name="connsiteX77278" fmla="*/ 1032135 w 2119654"/>
              <a:gd name="connsiteY77278" fmla="*/ 327786 h 2398711"/>
              <a:gd name="connsiteX77279" fmla="*/ 1037371 w 2119654"/>
              <a:gd name="connsiteY77279" fmla="*/ 331536 h 2398711"/>
              <a:gd name="connsiteX77280" fmla="*/ 1038808 w 2119654"/>
              <a:gd name="connsiteY77280" fmla="*/ 327236 h 2398711"/>
              <a:gd name="connsiteX77281" fmla="*/ 1035111 w 2119654"/>
              <a:gd name="connsiteY77281" fmla="*/ 321341 h 2398711"/>
              <a:gd name="connsiteX77282" fmla="*/ 1027840 w 2119654"/>
              <a:gd name="connsiteY77282" fmla="*/ 337087 h 2398711"/>
              <a:gd name="connsiteX77283" fmla="*/ 1028072 w 2119654"/>
              <a:gd name="connsiteY77283" fmla="*/ 337938 h 2398711"/>
              <a:gd name="connsiteX77284" fmla="*/ 1032511 w 2119654"/>
              <a:gd name="connsiteY77284" fmla="*/ 344204 h 2398711"/>
              <a:gd name="connsiteX77285" fmla="*/ 1033750 w 2119654"/>
              <a:gd name="connsiteY77285" fmla="*/ 342363 h 2398711"/>
              <a:gd name="connsiteX77286" fmla="*/ 1037148 w 2119654"/>
              <a:gd name="connsiteY77286" fmla="*/ 332200 h 2398711"/>
              <a:gd name="connsiteX77287" fmla="*/ 1031849 w 2119654"/>
              <a:gd name="connsiteY77287" fmla="*/ 328405 h 2398711"/>
              <a:gd name="connsiteX77288" fmla="*/ 999340 w 2119654"/>
              <a:gd name="connsiteY77288" fmla="*/ 400897 h 2398711"/>
              <a:gd name="connsiteX77289" fmla="*/ 999350 w 2119654"/>
              <a:gd name="connsiteY77289" fmla="*/ 400909 h 2398711"/>
              <a:gd name="connsiteX77290" fmla="*/ 999379 w 2119654"/>
              <a:gd name="connsiteY77290" fmla="*/ 400828 h 2398711"/>
              <a:gd name="connsiteX77291" fmla="*/ 389593 w 2119654"/>
              <a:gd name="connsiteY77291" fmla="*/ 1766136 h 2398711"/>
              <a:gd name="connsiteX77292" fmla="*/ 392903 w 2119654"/>
              <a:gd name="connsiteY77292" fmla="*/ 1767329 h 2398711"/>
              <a:gd name="connsiteX77293" fmla="*/ 390978 w 2119654"/>
              <a:gd name="connsiteY77293" fmla="*/ 1765949 h 2398711"/>
              <a:gd name="connsiteX77294" fmla="*/ 373390 w 2119654"/>
              <a:gd name="connsiteY77294" fmla="*/ 1802319 h 2398711"/>
              <a:gd name="connsiteX77295" fmla="*/ 372517 w 2119654"/>
              <a:gd name="connsiteY77295" fmla="*/ 1806269 h 2398711"/>
              <a:gd name="connsiteX77296" fmla="*/ 374446 w 2119654"/>
              <a:gd name="connsiteY77296" fmla="*/ 1807819 h 2398711"/>
              <a:gd name="connsiteX77297" fmla="*/ 384657 w 2119654"/>
              <a:gd name="connsiteY77297" fmla="*/ 1810890 h 2398711"/>
              <a:gd name="connsiteX77298" fmla="*/ 386791 w 2119654"/>
              <a:gd name="connsiteY77298" fmla="*/ 1810677 h 2398711"/>
              <a:gd name="connsiteX77299" fmla="*/ 386463 w 2119654"/>
              <a:gd name="connsiteY77299" fmla="*/ 1807671 h 2398711"/>
              <a:gd name="connsiteX77300" fmla="*/ 377447 w 2119654"/>
              <a:gd name="connsiteY77300" fmla="*/ 1802461 h 2398711"/>
              <a:gd name="connsiteX77301" fmla="*/ 395746 w 2119654"/>
              <a:gd name="connsiteY77301" fmla="*/ 1752184 h 2398711"/>
              <a:gd name="connsiteX77302" fmla="*/ 397061 w 2119654"/>
              <a:gd name="connsiteY77302" fmla="*/ 1753063 h 2398711"/>
              <a:gd name="connsiteX77303" fmla="*/ 400461 w 2119654"/>
              <a:gd name="connsiteY77303" fmla="*/ 1754023 h 2398711"/>
              <a:gd name="connsiteX77304" fmla="*/ 395879 w 2119654"/>
              <a:gd name="connsiteY77304" fmla="*/ 1752219 h 2398711"/>
              <a:gd name="connsiteX77305" fmla="*/ 408461 w 2119654"/>
              <a:gd name="connsiteY77305" fmla="*/ 1723564 h 2398711"/>
              <a:gd name="connsiteX77306" fmla="*/ 408073 w 2119654"/>
              <a:gd name="connsiteY77306" fmla="*/ 1725591 h 2398711"/>
              <a:gd name="connsiteX77307" fmla="*/ 409072 w 2119654"/>
              <a:gd name="connsiteY77307" fmla="*/ 1726180 h 2398711"/>
              <a:gd name="connsiteX77308" fmla="*/ 409621 w 2119654"/>
              <a:gd name="connsiteY77308" fmla="*/ 1726235 h 2398711"/>
              <a:gd name="connsiteX77309" fmla="*/ 409592 w 2119654"/>
              <a:gd name="connsiteY77309" fmla="*/ 1724638 h 2398711"/>
              <a:gd name="connsiteX77310" fmla="*/ 394495 w 2119654"/>
              <a:gd name="connsiteY77310" fmla="*/ 1754770 h 2398711"/>
              <a:gd name="connsiteX77311" fmla="*/ 401463 w 2119654"/>
              <a:gd name="connsiteY77311" fmla="*/ 1757665 h 2398711"/>
              <a:gd name="connsiteX77312" fmla="*/ 401542 w 2119654"/>
              <a:gd name="connsiteY77312" fmla="*/ 1757253 h 2398711"/>
              <a:gd name="connsiteX77313" fmla="*/ 396243 w 2119654"/>
              <a:gd name="connsiteY77313" fmla="*/ 1754925 h 2398711"/>
              <a:gd name="connsiteX77314" fmla="*/ 1020209 w 2119654"/>
              <a:gd name="connsiteY77314" fmla="*/ 353614 h 2398711"/>
              <a:gd name="connsiteX77315" fmla="*/ 1022315 w 2119654"/>
              <a:gd name="connsiteY77315" fmla="*/ 356224 h 2398711"/>
              <a:gd name="connsiteX77316" fmla="*/ 1024998 w 2119654"/>
              <a:gd name="connsiteY77316" fmla="*/ 352877 h 2398711"/>
              <a:gd name="connsiteX77317" fmla="*/ 1029911 w 2119654"/>
              <a:gd name="connsiteY77317" fmla="*/ 347225 h 2398711"/>
              <a:gd name="connsiteX77318" fmla="*/ 1027404 w 2119654"/>
              <a:gd name="connsiteY77318" fmla="*/ 338033 h 2398711"/>
              <a:gd name="connsiteX77319" fmla="*/ 958802 w 2119654"/>
              <a:gd name="connsiteY77319" fmla="*/ 491066 h 2398711"/>
              <a:gd name="connsiteX77320" fmla="*/ 959215 w 2119654"/>
              <a:gd name="connsiteY77320" fmla="*/ 491814 h 2398711"/>
              <a:gd name="connsiteX77321" fmla="*/ 959618 w 2119654"/>
              <a:gd name="connsiteY77321" fmla="*/ 490384 h 2398711"/>
              <a:gd name="connsiteX77322" fmla="*/ 1009054 w 2119654"/>
              <a:gd name="connsiteY77322" fmla="*/ 378382 h 2398711"/>
              <a:gd name="connsiteX77323" fmla="*/ 1008497 w 2119654"/>
              <a:gd name="connsiteY77323" fmla="*/ 379914 h 2398711"/>
              <a:gd name="connsiteX77324" fmla="*/ 1009212 w 2119654"/>
              <a:gd name="connsiteY77324" fmla="*/ 378850 h 2398711"/>
              <a:gd name="connsiteX77325" fmla="*/ 1016062 w 2119654"/>
              <a:gd name="connsiteY77325" fmla="*/ 362597 h 2398711"/>
              <a:gd name="connsiteX77326" fmla="*/ 1016598 w 2119654"/>
              <a:gd name="connsiteY77326" fmla="*/ 363355 h 2398711"/>
              <a:gd name="connsiteX77327" fmla="*/ 1017778 w 2119654"/>
              <a:gd name="connsiteY77327" fmla="*/ 361883 h 2398711"/>
              <a:gd name="connsiteX77328" fmla="*/ 1016896 w 2119654"/>
              <a:gd name="connsiteY77328" fmla="*/ 360790 h 2398711"/>
              <a:gd name="connsiteX77329" fmla="*/ 997392 w 2119654"/>
              <a:gd name="connsiteY77329" fmla="*/ 404307 h 2398711"/>
              <a:gd name="connsiteX77330" fmla="*/ 997268 w 2119654"/>
              <a:gd name="connsiteY77330" fmla="*/ 404813 h 2398711"/>
              <a:gd name="connsiteX77331" fmla="*/ 997588 w 2119654"/>
              <a:gd name="connsiteY77331" fmla="*/ 405757 h 2398711"/>
              <a:gd name="connsiteX77332" fmla="*/ 998993 w 2119654"/>
              <a:gd name="connsiteY77332" fmla="*/ 401892 h 2398711"/>
              <a:gd name="connsiteX77333" fmla="*/ 998865 w 2119654"/>
              <a:gd name="connsiteY77333" fmla="*/ 401728 h 2398711"/>
              <a:gd name="connsiteX77334" fmla="*/ 1014507 w 2119654"/>
              <a:gd name="connsiteY77334" fmla="*/ 365963 h 2398711"/>
              <a:gd name="connsiteX77335" fmla="*/ 1016380 w 2119654"/>
              <a:gd name="connsiteY77335" fmla="*/ 363628 h 2398711"/>
              <a:gd name="connsiteX77336" fmla="*/ 1015900 w 2119654"/>
              <a:gd name="connsiteY77336" fmla="*/ 362947 h 2398711"/>
              <a:gd name="connsiteX77337" fmla="*/ 373821 w 2119654"/>
              <a:gd name="connsiteY77337" fmla="*/ 1800366 h 2398711"/>
              <a:gd name="connsiteX77338" fmla="*/ 373558 w 2119654"/>
              <a:gd name="connsiteY77338" fmla="*/ 1801560 h 2398711"/>
              <a:gd name="connsiteX77339" fmla="*/ 376037 w 2119654"/>
              <a:gd name="connsiteY77339" fmla="*/ 1801646 h 2398711"/>
              <a:gd name="connsiteX77340" fmla="*/ 1010093 w 2119654"/>
              <a:gd name="connsiteY77340" fmla="*/ 375523 h 2398711"/>
              <a:gd name="connsiteX77341" fmla="*/ 1009792 w 2119654"/>
              <a:gd name="connsiteY77341" fmla="*/ 376353 h 2398711"/>
              <a:gd name="connsiteX77342" fmla="*/ 1010160 w 2119654"/>
              <a:gd name="connsiteY77342" fmla="*/ 377440 h 2398711"/>
              <a:gd name="connsiteX77343" fmla="*/ 1017947 w 2119654"/>
              <a:gd name="connsiteY77343" fmla="*/ 365861 h 2398711"/>
              <a:gd name="connsiteX77344" fmla="*/ 1017797 w 2119654"/>
              <a:gd name="connsiteY77344" fmla="*/ 365641 h 2398711"/>
              <a:gd name="connsiteX77345" fmla="*/ 1010389 w 2119654"/>
              <a:gd name="connsiteY77345" fmla="*/ 374882 h 2398711"/>
              <a:gd name="connsiteX77346" fmla="*/ 984605 w 2119654"/>
              <a:gd name="connsiteY77346" fmla="*/ 432394 h 2398711"/>
              <a:gd name="connsiteX77347" fmla="*/ 982732 w 2119654"/>
              <a:gd name="connsiteY77347" fmla="*/ 438651 h 2398711"/>
              <a:gd name="connsiteX77348" fmla="*/ 983635 w 2119654"/>
              <a:gd name="connsiteY77348" fmla="*/ 441610 h 2398711"/>
              <a:gd name="connsiteX77349" fmla="*/ 983916 w 2119654"/>
              <a:gd name="connsiteY77349" fmla="*/ 438089 h 2398711"/>
              <a:gd name="connsiteX77350" fmla="*/ 985144 w 2119654"/>
              <a:gd name="connsiteY77350" fmla="*/ 433097 h 2398711"/>
              <a:gd name="connsiteX77351" fmla="*/ 374037 w 2119654"/>
              <a:gd name="connsiteY77351" fmla="*/ 1799391 h 2398711"/>
              <a:gd name="connsiteX77352" fmla="*/ 373942 w 2119654"/>
              <a:gd name="connsiteY77352" fmla="*/ 1799821 h 2398711"/>
              <a:gd name="connsiteX77353" fmla="*/ 377169 w 2119654"/>
              <a:gd name="connsiteY77353" fmla="*/ 1801686 h 2398711"/>
              <a:gd name="connsiteX77354" fmla="*/ 379506 w 2119654"/>
              <a:gd name="connsiteY77354" fmla="*/ 1801768 h 2398711"/>
              <a:gd name="connsiteX77355" fmla="*/ 374165 w 2119654"/>
              <a:gd name="connsiteY77355" fmla="*/ 1798810 h 2398711"/>
              <a:gd name="connsiteX77356" fmla="*/ 374146 w 2119654"/>
              <a:gd name="connsiteY77356" fmla="*/ 1798895 h 2398711"/>
              <a:gd name="connsiteX77357" fmla="*/ 380863 w 2119654"/>
              <a:gd name="connsiteY77357" fmla="*/ 1801816 h 2398711"/>
              <a:gd name="connsiteX77358" fmla="*/ 385841 w 2119654"/>
              <a:gd name="connsiteY77358" fmla="*/ 1801989 h 2398711"/>
              <a:gd name="connsiteX77359" fmla="*/ 385565 w 2119654"/>
              <a:gd name="connsiteY77359" fmla="*/ 1799464 h 2398711"/>
              <a:gd name="connsiteX77360" fmla="*/ 384489 w 2119654"/>
              <a:gd name="connsiteY77360" fmla="*/ 1799076 h 2398711"/>
              <a:gd name="connsiteX77361" fmla="*/ 977118 w 2119654"/>
              <a:gd name="connsiteY77361" fmla="*/ 448677 h 2398711"/>
              <a:gd name="connsiteX77362" fmla="*/ 977087 w 2119654"/>
              <a:gd name="connsiteY77362" fmla="*/ 449808 h 2398711"/>
              <a:gd name="connsiteX77363" fmla="*/ 977442 w 2119654"/>
              <a:gd name="connsiteY77363" fmla="*/ 449401 h 2398711"/>
              <a:gd name="connsiteX77364" fmla="*/ 347065 w 2119654"/>
              <a:gd name="connsiteY77364" fmla="*/ 1859469 h 2398711"/>
              <a:gd name="connsiteX77365" fmla="*/ 353098 w 2119654"/>
              <a:gd name="connsiteY77365" fmla="*/ 1861697 h 2398711"/>
              <a:gd name="connsiteX77366" fmla="*/ 359337 w 2119654"/>
              <a:gd name="connsiteY77366" fmla="*/ 1863423 h 2398711"/>
              <a:gd name="connsiteX77367" fmla="*/ 360547 w 2119654"/>
              <a:gd name="connsiteY77367" fmla="*/ 1857569 h 2398711"/>
              <a:gd name="connsiteX77368" fmla="*/ 355334 w 2119654"/>
              <a:gd name="connsiteY77368" fmla="*/ 1857464 h 2398711"/>
              <a:gd name="connsiteX77369" fmla="*/ 985112 w 2119654"/>
              <a:gd name="connsiteY77369" fmla="*/ 430699 h 2398711"/>
              <a:gd name="connsiteX77370" fmla="*/ 985054 w 2119654"/>
              <a:gd name="connsiteY77370" fmla="*/ 430893 h 2398711"/>
              <a:gd name="connsiteX77371" fmla="*/ 985532 w 2119654"/>
              <a:gd name="connsiteY77371" fmla="*/ 431517 h 2398711"/>
              <a:gd name="connsiteX77372" fmla="*/ 985597 w 2119654"/>
              <a:gd name="connsiteY77372" fmla="*/ 431254 h 2398711"/>
              <a:gd name="connsiteX77373" fmla="*/ 978265 w 2119654"/>
              <a:gd name="connsiteY77373" fmla="*/ 445784 h 2398711"/>
              <a:gd name="connsiteX77374" fmla="*/ 979042 w 2119654"/>
              <a:gd name="connsiteY77374" fmla="*/ 447568 h 2398711"/>
              <a:gd name="connsiteX77375" fmla="*/ 979173 w 2119654"/>
              <a:gd name="connsiteY77375" fmla="*/ 447417 h 2398711"/>
              <a:gd name="connsiteX77376" fmla="*/ 978878 w 2119654"/>
              <a:gd name="connsiteY77376" fmla="*/ 446261 h 2398711"/>
              <a:gd name="connsiteX77377" fmla="*/ 957508 w 2119654"/>
              <a:gd name="connsiteY77377" fmla="*/ 492146 h 2398711"/>
              <a:gd name="connsiteX77378" fmla="*/ 957828 w 2119654"/>
              <a:gd name="connsiteY77378" fmla="*/ 493941 h 2398711"/>
              <a:gd name="connsiteX77379" fmla="*/ 958528 w 2119654"/>
              <a:gd name="connsiteY77379" fmla="*/ 494255 h 2398711"/>
              <a:gd name="connsiteX77380" fmla="*/ 958756 w 2119654"/>
              <a:gd name="connsiteY77380" fmla="*/ 493446 h 2398711"/>
              <a:gd name="connsiteX77381" fmla="*/ 957792 w 2119654"/>
              <a:gd name="connsiteY77381" fmla="*/ 491909 h 2398711"/>
              <a:gd name="connsiteX77382" fmla="*/ 416120 w 2119654"/>
              <a:gd name="connsiteY77382" fmla="*/ 1704393 h 2398711"/>
              <a:gd name="connsiteX77383" fmla="*/ 415958 w 2119654"/>
              <a:gd name="connsiteY77383" fmla="*/ 1705045 h 2398711"/>
              <a:gd name="connsiteX77384" fmla="*/ 416850 w 2119654"/>
              <a:gd name="connsiteY77384" fmla="*/ 1705779 h 2398711"/>
              <a:gd name="connsiteX77385" fmla="*/ 418285 w 2119654"/>
              <a:gd name="connsiteY77385" fmla="*/ 1705912 h 2398711"/>
              <a:gd name="connsiteX77386" fmla="*/ 417654 w 2119654"/>
              <a:gd name="connsiteY77386" fmla="*/ 1705334 h 2398711"/>
              <a:gd name="connsiteX77387" fmla="*/ 387576 w 2119654"/>
              <a:gd name="connsiteY77387" fmla="*/ 1768046 h 2398711"/>
              <a:gd name="connsiteX77388" fmla="*/ 389109 w 2119654"/>
              <a:gd name="connsiteY77388" fmla="*/ 1769149 h 2398711"/>
              <a:gd name="connsiteX77389" fmla="*/ 396391 w 2119654"/>
              <a:gd name="connsiteY77389" fmla="*/ 1769829 h 2398711"/>
              <a:gd name="connsiteX77390" fmla="*/ 396255 w 2119654"/>
              <a:gd name="connsiteY77390" fmla="*/ 1769732 h 2398711"/>
              <a:gd name="connsiteX77391" fmla="*/ 957607 w 2119654"/>
              <a:gd name="connsiteY77391" fmla="*/ 491614 h 2398711"/>
              <a:gd name="connsiteX77392" fmla="*/ 957606 w 2119654"/>
              <a:gd name="connsiteY77392" fmla="*/ 491617 h 2398711"/>
              <a:gd name="connsiteX77393" fmla="*/ 957608 w 2119654"/>
              <a:gd name="connsiteY77393" fmla="*/ 491616 h 2398711"/>
              <a:gd name="connsiteX77394" fmla="*/ 391229 w 2119654"/>
              <a:gd name="connsiteY77394" fmla="*/ 1759566 h 2398711"/>
              <a:gd name="connsiteX77395" fmla="*/ 391858 w 2119654"/>
              <a:gd name="connsiteY77395" fmla="*/ 1760170 h 2398711"/>
              <a:gd name="connsiteX77396" fmla="*/ 392008 w 2119654"/>
              <a:gd name="connsiteY77396" fmla="*/ 1760172 h 2398711"/>
              <a:gd name="connsiteX77397" fmla="*/ 391433 w 2119654"/>
              <a:gd name="connsiteY77397" fmla="*/ 1759618 h 2398711"/>
              <a:gd name="connsiteX77398" fmla="*/ 398200 w 2119654"/>
              <a:gd name="connsiteY77398" fmla="*/ 1743903 h 2398711"/>
              <a:gd name="connsiteX77399" fmla="*/ 403915 w 2119654"/>
              <a:gd name="connsiteY77399" fmla="*/ 1744884 h 2398711"/>
              <a:gd name="connsiteX77400" fmla="*/ 403982 w 2119654"/>
              <a:gd name="connsiteY77400" fmla="*/ 1744536 h 2398711"/>
              <a:gd name="connsiteX77401" fmla="*/ 962345 w 2119654"/>
              <a:gd name="connsiteY77401" fmla="*/ 480113 h 2398711"/>
              <a:gd name="connsiteX77402" fmla="*/ 962492 w 2119654"/>
              <a:gd name="connsiteY77402" fmla="*/ 480178 h 2398711"/>
              <a:gd name="connsiteX77403" fmla="*/ 962721 w 2119654"/>
              <a:gd name="connsiteY77403" fmla="*/ 479365 h 2398711"/>
              <a:gd name="connsiteX77404" fmla="*/ 390450 w 2119654"/>
              <a:gd name="connsiteY77404" fmla="*/ 1760691 h 2398711"/>
              <a:gd name="connsiteX77405" fmla="*/ 393031 w 2119654"/>
              <a:gd name="connsiteY77405" fmla="*/ 1762207 h 2398711"/>
              <a:gd name="connsiteX77406" fmla="*/ 391466 w 2119654"/>
              <a:gd name="connsiteY77406" fmla="*/ 1760703 h 2398711"/>
              <a:gd name="connsiteX77407" fmla="*/ 365199 w 2119654"/>
              <a:gd name="connsiteY77407" fmla="*/ 1817169 h 2398711"/>
              <a:gd name="connsiteX77408" fmla="*/ 365218 w 2119654"/>
              <a:gd name="connsiteY77408" fmla="*/ 1817319 h 2398711"/>
              <a:gd name="connsiteX77409" fmla="*/ 366307 w 2119654"/>
              <a:gd name="connsiteY77409" fmla="*/ 1825098 h 2398711"/>
              <a:gd name="connsiteX77410" fmla="*/ 367701 w 2119654"/>
              <a:gd name="connsiteY77410" fmla="*/ 1824908 h 2398711"/>
              <a:gd name="connsiteX77411" fmla="*/ 369025 w 2119654"/>
              <a:gd name="connsiteY77411" fmla="*/ 1818919 h 2398711"/>
              <a:gd name="connsiteX77412" fmla="*/ 986692 w 2119654"/>
              <a:gd name="connsiteY77412" fmla="*/ 425423 h 2398711"/>
              <a:gd name="connsiteX77413" fmla="*/ 985959 w 2119654"/>
              <a:gd name="connsiteY77413" fmla="*/ 427870 h 2398711"/>
              <a:gd name="connsiteX77414" fmla="*/ 986331 w 2119654"/>
              <a:gd name="connsiteY77414" fmla="*/ 428263 h 2398711"/>
              <a:gd name="connsiteX77415" fmla="*/ 986947 w 2119654"/>
              <a:gd name="connsiteY77415" fmla="*/ 425762 h 2398711"/>
              <a:gd name="connsiteX77416" fmla="*/ 961306 w 2119654"/>
              <a:gd name="connsiteY77416" fmla="*/ 482180 h 2398711"/>
              <a:gd name="connsiteX77417" fmla="*/ 961792 w 2119654"/>
              <a:gd name="connsiteY77417" fmla="*/ 482665 h 2398711"/>
              <a:gd name="connsiteX77418" fmla="*/ 961954 w 2119654"/>
              <a:gd name="connsiteY77418" fmla="*/ 482089 h 2398711"/>
              <a:gd name="connsiteX77419" fmla="*/ 961461 w 2119654"/>
              <a:gd name="connsiteY77419" fmla="*/ 481870 h 2398711"/>
              <a:gd name="connsiteX77420" fmla="*/ 958712 w 2119654"/>
              <a:gd name="connsiteY77420" fmla="*/ 487786 h 2398711"/>
              <a:gd name="connsiteX77421" fmla="*/ 958255 w 2119654"/>
              <a:gd name="connsiteY77421" fmla="*/ 489131 h 2398711"/>
              <a:gd name="connsiteX77422" fmla="*/ 958089 w 2119654"/>
              <a:gd name="connsiteY77422" fmla="*/ 489768 h 2398711"/>
              <a:gd name="connsiteX77423" fmla="*/ 958643 w 2119654"/>
              <a:gd name="connsiteY77423" fmla="*/ 490776 h 2398711"/>
              <a:gd name="connsiteX77424" fmla="*/ 959764 w 2119654"/>
              <a:gd name="connsiteY77424" fmla="*/ 489865 h 2398711"/>
              <a:gd name="connsiteX77425" fmla="*/ 960024 w 2119654"/>
              <a:gd name="connsiteY77425" fmla="*/ 488945 h 2398711"/>
              <a:gd name="connsiteX77426" fmla="*/ 959540 w 2119654"/>
              <a:gd name="connsiteY77426" fmla="*/ 488351 h 2398711"/>
              <a:gd name="connsiteX77427" fmla="*/ 958820 w 2119654"/>
              <a:gd name="connsiteY77427" fmla="*/ 487469 h 2398711"/>
              <a:gd name="connsiteX77428" fmla="*/ 958770 w 2119654"/>
              <a:gd name="connsiteY77428" fmla="*/ 487618 h 2398711"/>
              <a:gd name="connsiteX77429" fmla="*/ 959160 w 2119654"/>
              <a:gd name="connsiteY77429" fmla="*/ 487885 h 2398711"/>
              <a:gd name="connsiteX77430" fmla="*/ 365619 w 2119654"/>
              <a:gd name="connsiteY77430" fmla="*/ 1815588 h 2398711"/>
              <a:gd name="connsiteX77431" fmla="*/ 369429 w 2119654"/>
              <a:gd name="connsiteY77431" fmla="*/ 1817091 h 2398711"/>
              <a:gd name="connsiteX77432" fmla="*/ 369753 w 2119654"/>
              <a:gd name="connsiteY77432" fmla="*/ 1815625 h 2398711"/>
              <a:gd name="connsiteX77433" fmla="*/ 959263 w 2119654"/>
              <a:gd name="connsiteY77433" fmla="*/ 486243 h 2398711"/>
              <a:gd name="connsiteX77434" fmla="*/ 960495 w 2119654"/>
              <a:gd name="connsiteY77434" fmla="*/ 487269 h 2398711"/>
              <a:gd name="connsiteX77435" fmla="*/ 961560 w 2119654"/>
              <a:gd name="connsiteY77435" fmla="*/ 483487 h 2398711"/>
              <a:gd name="connsiteX77436" fmla="*/ 960953 w 2119654"/>
              <a:gd name="connsiteY77436" fmla="*/ 482882 h 2398711"/>
              <a:gd name="connsiteX77437" fmla="*/ 1007147 w 2119654"/>
              <a:gd name="connsiteY77437" fmla="*/ 378926 h 2398711"/>
              <a:gd name="connsiteX77438" fmla="*/ 1007479 w 2119654"/>
              <a:gd name="connsiteY77438" fmla="*/ 380223 h 2398711"/>
              <a:gd name="connsiteX77439" fmla="*/ 1008747 w 2119654"/>
              <a:gd name="connsiteY77439" fmla="*/ 377476 h 2398711"/>
              <a:gd name="connsiteX77440" fmla="*/ 1008617 w 2119654"/>
              <a:gd name="connsiteY77440" fmla="*/ 377093 h 2398711"/>
              <a:gd name="connsiteX77441" fmla="*/ 987454 w 2119654"/>
              <a:gd name="connsiteY77441" fmla="*/ 422875 h 2398711"/>
              <a:gd name="connsiteX77442" fmla="*/ 987280 w 2119654"/>
              <a:gd name="connsiteY77442" fmla="*/ 423455 h 2398711"/>
              <a:gd name="connsiteX77443" fmla="*/ 987478 w 2119654"/>
              <a:gd name="connsiteY77443" fmla="*/ 423600 h 2398711"/>
              <a:gd name="connsiteX77444" fmla="*/ 987582 w 2119654"/>
              <a:gd name="connsiteY77444" fmla="*/ 423176 h 2398711"/>
              <a:gd name="connsiteX77445" fmla="*/ 987953 w 2119654"/>
              <a:gd name="connsiteY77445" fmla="*/ 421209 h 2398711"/>
              <a:gd name="connsiteX77446" fmla="*/ 987546 w 2119654"/>
              <a:gd name="connsiteY77446" fmla="*/ 422565 h 2398711"/>
              <a:gd name="connsiteX77447" fmla="*/ 987667 w 2119654"/>
              <a:gd name="connsiteY77447" fmla="*/ 422835 h 2398711"/>
              <a:gd name="connsiteX77448" fmla="*/ 988046 w 2119654"/>
              <a:gd name="connsiteY77448" fmla="*/ 421292 h 2398711"/>
              <a:gd name="connsiteX77449" fmla="*/ 988006 w 2119654"/>
              <a:gd name="connsiteY77449" fmla="*/ 421241 h 2398711"/>
              <a:gd name="connsiteX77450" fmla="*/ 393741 w 2119654"/>
              <a:gd name="connsiteY77450" fmla="*/ 1751674 h 2398711"/>
              <a:gd name="connsiteX77451" fmla="*/ 395963 w 2119654"/>
              <a:gd name="connsiteY77451" fmla="*/ 1752650 h 2398711"/>
              <a:gd name="connsiteX77452" fmla="*/ 394970 w 2119654"/>
              <a:gd name="connsiteY77452" fmla="*/ 1751987 h 2398711"/>
              <a:gd name="connsiteX77453" fmla="*/ 316788 w 2119654"/>
              <a:gd name="connsiteY77453" fmla="*/ 1923968 h 2398711"/>
              <a:gd name="connsiteX77454" fmla="*/ 357416 w 2119654"/>
              <a:gd name="connsiteY77454" fmla="*/ 1942131 h 2398711"/>
              <a:gd name="connsiteX77455" fmla="*/ 364517 w 2119654"/>
              <a:gd name="connsiteY77455" fmla="*/ 1944971 h 2398711"/>
              <a:gd name="connsiteX77456" fmla="*/ 385803 w 2119654"/>
              <a:gd name="connsiteY77456" fmla="*/ 1942309 h 2398711"/>
              <a:gd name="connsiteX77457" fmla="*/ 389743 w 2119654"/>
              <a:gd name="connsiteY77457" fmla="*/ 1941753 h 2398711"/>
              <a:gd name="connsiteX77458" fmla="*/ 379676 w 2119654"/>
              <a:gd name="connsiteY77458" fmla="*/ 1935753 h 2398711"/>
              <a:gd name="connsiteX77459" fmla="*/ 339443 w 2119654"/>
              <a:gd name="connsiteY77459" fmla="*/ 1928824 h 2398711"/>
              <a:gd name="connsiteX77460" fmla="*/ 977213 w 2119654"/>
              <a:gd name="connsiteY77460" fmla="*/ 445142 h 2398711"/>
              <a:gd name="connsiteX77461" fmla="*/ 977135 w 2119654"/>
              <a:gd name="connsiteY77461" fmla="*/ 448035 h 2398711"/>
              <a:gd name="connsiteX77462" fmla="*/ 977643 w 2119654"/>
              <a:gd name="connsiteY77462" fmla="*/ 449170 h 2398711"/>
              <a:gd name="connsiteX77463" fmla="*/ 978493 w 2119654"/>
              <a:gd name="connsiteY77463" fmla="*/ 448196 h 2398711"/>
              <a:gd name="connsiteX77464" fmla="*/ 960527 w 2119654"/>
              <a:gd name="connsiteY77464" fmla="*/ 482457 h 2398711"/>
              <a:gd name="connsiteX77465" fmla="*/ 959772 w 2119654"/>
              <a:gd name="connsiteY77465" fmla="*/ 484677 h 2398711"/>
              <a:gd name="connsiteX77466" fmla="*/ 960767 w 2119654"/>
              <a:gd name="connsiteY77466" fmla="*/ 482696 h 2398711"/>
              <a:gd name="connsiteX77467" fmla="*/ 1006126 w 2119654"/>
              <a:gd name="connsiteY77467" fmla="*/ 380200 h 2398711"/>
              <a:gd name="connsiteX77468" fmla="*/ 1005367 w 2119654"/>
              <a:gd name="connsiteY77468" fmla="*/ 384795 h 2398711"/>
              <a:gd name="connsiteX77469" fmla="*/ 1007159 w 2119654"/>
              <a:gd name="connsiteY77469" fmla="*/ 380914 h 2398711"/>
              <a:gd name="connsiteX77470" fmla="*/ 1006771 w 2119654"/>
              <a:gd name="connsiteY77470" fmla="*/ 379395 h 2398711"/>
              <a:gd name="connsiteX77471" fmla="*/ 960840 w 2119654"/>
              <a:gd name="connsiteY77471" fmla="*/ 481596 h 2398711"/>
              <a:gd name="connsiteX77472" fmla="*/ 960804 w 2119654"/>
              <a:gd name="connsiteY77472" fmla="*/ 481680 h 2398711"/>
              <a:gd name="connsiteX77473" fmla="*/ 961120 w 2119654"/>
              <a:gd name="connsiteY77473" fmla="*/ 481995 h 2398711"/>
              <a:gd name="connsiteX77474" fmla="*/ 961233 w 2119654"/>
              <a:gd name="connsiteY77474" fmla="*/ 481769 h 2398711"/>
              <a:gd name="connsiteX77475" fmla="*/ 962112 w 2119654"/>
              <a:gd name="connsiteY77475" fmla="*/ 478576 h 2398711"/>
              <a:gd name="connsiteX77476" fmla="*/ 961630 w 2119654"/>
              <a:gd name="connsiteY77476" fmla="*/ 479722 h 2398711"/>
              <a:gd name="connsiteX77477" fmla="*/ 961770 w 2119654"/>
              <a:gd name="connsiteY77477" fmla="*/ 479858 h 2398711"/>
              <a:gd name="connsiteX77478" fmla="*/ 962116 w 2119654"/>
              <a:gd name="connsiteY77478" fmla="*/ 480011 h 2398711"/>
              <a:gd name="connsiteX77479" fmla="*/ 962555 w 2119654"/>
              <a:gd name="connsiteY77479" fmla="*/ 479139 h 2398711"/>
              <a:gd name="connsiteX77480" fmla="*/ 364998 w 2119654"/>
              <a:gd name="connsiteY77480" fmla="*/ 1815583 h 2398711"/>
              <a:gd name="connsiteX77481" fmla="*/ 365130 w 2119654"/>
              <a:gd name="connsiteY77481" fmla="*/ 1816631 h 2398711"/>
              <a:gd name="connsiteX77482" fmla="*/ 369127 w 2119654"/>
              <a:gd name="connsiteY77482" fmla="*/ 1818458 h 2398711"/>
              <a:gd name="connsiteX77483" fmla="*/ 369390 w 2119654"/>
              <a:gd name="connsiteY77483" fmla="*/ 1817266 h 2398711"/>
              <a:gd name="connsiteX77484" fmla="*/ 365125 w 2119654"/>
              <a:gd name="connsiteY77484" fmla="*/ 1815584 h 2398711"/>
              <a:gd name="connsiteX77485" fmla="*/ 963151 w 2119654"/>
              <a:gd name="connsiteY77485" fmla="*/ 476112 h 2398711"/>
              <a:gd name="connsiteX77486" fmla="*/ 962801 w 2119654"/>
              <a:gd name="connsiteY77486" fmla="*/ 476944 h 2398711"/>
              <a:gd name="connsiteX77487" fmla="*/ 963205 w 2119654"/>
              <a:gd name="connsiteY77487" fmla="*/ 477458 h 2398711"/>
              <a:gd name="connsiteX77488" fmla="*/ 963354 w 2119654"/>
              <a:gd name="connsiteY77488" fmla="*/ 476583 h 2398711"/>
              <a:gd name="connsiteX77489" fmla="*/ 987291 w 2119654"/>
              <a:gd name="connsiteY77489" fmla="*/ 421995 h 2398711"/>
              <a:gd name="connsiteX77490" fmla="*/ 987365 w 2119654"/>
              <a:gd name="connsiteY77490" fmla="*/ 422161 h 2398711"/>
              <a:gd name="connsiteX77491" fmla="*/ 987573 w 2119654"/>
              <a:gd name="connsiteY77491" fmla="*/ 421501 h 2398711"/>
              <a:gd name="connsiteX77492" fmla="*/ 986701 w 2119654"/>
              <a:gd name="connsiteY77492" fmla="*/ 423028 h 2398711"/>
              <a:gd name="connsiteX77493" fmla="*/ 987020 w 2119654"/>
              <a:gd name="connsiteY77493" fmla="*/ 423263 h 2398711"/>
              <a:gd name="connsiteX77494" fmla="*/ 987273 w 2119654"/>
              <a:gd name="connsiteY77494" fmla="*/ 422457 h 2398711"/>
              <a:gd name="connsiteX77495" fmla="*/ 987167 w 2119654"/>
              <a:gd name="connsiteY77495" fmla="*/ 422213 h 2398711"/>
              <a:gd name="connsiteX77496" fmla="*/ 365551 w 2119654"/>
              <a:gd name="connsiteY77496" fmla="*/ 1813828 h 2398711"/>
              <a:gd name="connsiteX77497" fmla="*/ 370141 w 2119654"/>
              <a:gd name="connsiteY77497" fmla="*/ 1813870 h 2398711"/>
              <a:gd name="connsiteX77498" fmla="*/ 370180 w 2119654"/>
              <a:gd name="connsiteY77498" fmla="*/ 1813692 h 2398711"/>
              <a:gd name="connsiteX77499" fmla="*/ 369274 w 2119654"/>
              <a:gd name="connsiteY77499" fmla="*/ 1813532 h 2398711"/>
              <a:gd name="connsiteX77500" fmla="*/ 368645 w 2119654"/>
              <a:gd name="connsiteY77500" fmla="*/ 1813520 h 2398711"/>
              <a:gd name="connsiteX77501" fmla="*/ 372101 w 2119654"/>
              <a:gd name="connsiteY77501" fmla="*/ 1798757 h 2398711"/>
              <a:gd name="connsiteX77502" fmla="*/ 373325 w 2119654"/>
              <a:gd name="connsiteY77502" fmla="*/ 1799464 h 2398711"/>
              <a:gd name="connsiteX77503" fmla="*/ 373402 w 2119654"/>
              <a:gd name="connsiteY77503" fmla="*/ 1799115 h 2398711"/>
              <a:gd name="connsiteX77504" fmla="*/ 372608 w 2119654"/>
              <a:gd name="connsiteY77504" fmla="*/ 1798771 h 2398711"/>
              <a:gd name="connsiteX77505" fmla="*/ 406432 w 2119654"/>
              <a:gd name="connsiteY77505" fmla="*/ 1721801 h 2398711"/>
              <a:gd name="connsiteX77506" fmla="*/ 406713 w 2119654"/>
              <a:gd name="connsiteY77506" fmla="*/ 1721902 h 2398711"/>
              <a:gd name="connsiteX77507" fmla="*/ 406665 w 2119654"/>
              <a:gd name="connsiteY77507" fmla="*/ 1721858 h 2398711"/>
              <a:gd name="connsiteX77508" fmla="*/ 984695 w 2119654"/>
              <a:gd name="connsiteY77508" fmla="*/ 426542 h 2398711"/>
              <a:gd name="connsiteX77509" fmla="*/ 985703 w 2119654"/>
              <a:gd name="connsiteY77509" fmla="*/ 427601 h 2398711"/>
              <a:gd name="connsiteX77510" fmla="*/ 986451 w 2119654"/>
              <a:gd name="connsiteY77510" fmla="*/ 425103 h 2398711"/>
              <a:gd name="connsiteX77511" fmla="*/ 985920 w 2119654"/>
              <a:gd name="connsiteY77511" fmla="*/ 424396 h 2398711"/>
              <a:gd name="connsiteX77512" fmla="*/ 983456 w 2119654"/>
              <a:gd name="connsiteY77512" fmla="*/ 428809 h 2398711"/>
              <a:gd name="connsiteX77513" fmla="*/ 984812 w 2119654"/>
              <a:gd name="connsiteY77513" fmla="*/ 430578 h 2398711"/>
              <a:gd name="connsiteX77514" fmla="*/ 984861 w 2119654"/>
              <a:gd name="connsiteY77514" fmla="*/ 430414 h 2398711"/>
              <a:gd name="connsiteX77515" fmla="*/ 977691 w 2119654"/>
              <a:gd name="connsiteY77515" fmla="*/ 441614 h 2398711"/>
              <a:gd name="connsiteX77516" fmla="*/ 977280 w 2119654"/>
              <a:gd name="connsiteY77516" fmla="*/ 442588 h 2398711"/>
              <a:gd name="connsiteX77517" fmla="*/ 977257 w 2119654"/>
              <a:gd name="connsiteY77517" fmla="*/ 443468 h 2398711"/>
              <a:gd name="connsiteX77518" fmla="*/ 977407 w 2119654"/>
              <a:gd name="connsiteY77518" fmla="*/ 443815 h 2398711"/>
              <a:gd name="connsiteX77519" fmla="*/ 978463 w 2119654"/>
              <a:gd name="connsiteY77519" fmla="*/ 444636 h 2398711"/>
              <a:gd name="connsiteX77520" fmla="*/ 979028 w 2119654"/>
              <a:gd name="connsiteY77520" fmla="*/ 438442 h 2398711"/>
              <a:gd name="connsiteX77521" fmla="*/ 977922 w 2119654"/>
              <a:gd name="connsiteY77521" fmla="*/ 441068 h 2398711"/>
              <a:gd name="connsiteX77522" fmla="*/ 978926 w 2119654"/>
              <a:gd name="connsiteY77522" fmla="*/ 444997 h 2398711"/>
              <a:gd name="connsiteX77523" fmla="*/ 980200 w 2119654"/>
              <a:gd name="connsiteY77523" fmla="*/ 445988 h 2398711"/>
              <a:gd name="connsiteX77524" fmla="*/ 980918 w 2119654"/>
              <a:gd name="connsiteY77524" fmla="*/ 443588 h 2398711"/>
              <a:gd name="connsiteX77525" fmla="*/ 385865 w 2119654"/>
              <a:gd name="connsiteY77525" fmla="*/ 1766640 h 2398711"/>
              <a:gd name="connsiteX77526" fmla="*/ 386826 w 2119654"/>
              <a:gd name="connsiteY77526" fmla="*/ 1767506 h 2398711"/>
              <a:gd name="connsiteX77527" fmla="*/ 387305 w 2119654"/>
              <a:gd name="connsiteY77527" fmla="*/ 1767851 h 2398711"/>
              <a:gd name="connsiteX77528" fmla="*/ 393296 w 2119654"/>
              <a:gd name="connsiteY77528" fmla="*/ 1769015 h 2398711"/>
              <a:gd name="connsiteX77529" fmla="*/ 395914 w 2119654"/>
              <a:gd name="connsiteY77529" fmla="*/ 1769488 h 2398711"/>
              <a:gd name="connsiteX77530" fmla="*/ 395788 w 2119654"/>
              <a:gd name="connsiteY77530" fmla="*/ 1769397 h 2398711"/>
              <a:gd name="connsiteX77531" fmla="*/ 387554 w 2119654"/>
              <a:gd name="connsiteY77531" fmla="*/ 1766412 h 2398711"/>
              <a:gd name="connsiteX77532" fmla="*/ 980036 w 2119654"/>
              <a:gd name="connsiteY77532" fmla="*/ 436051 h 2398711"/>
              <a:gd name="connsiteX77533" fmla="*/ 979452 w 2119654"/>
              <a:gd name="connsiteY77533" fmla="*/ 437436 h 2398711"/>
              <a:gd name="connsiteX77534" fmla="*/ 981276 w 2119654"/>
              <a:gd name="connsiteY77534" fmla="*/ 442396 h 2398711"/>
              <a:gd name="connsiteX77535" fmla="*/ 981621 w 2119654"/>
              <a:gd name="connsiteY77535" fmla="*/ 441243 h 2398711"/>
              <a:gd name="connsiteX77536" fmla="*/ 982213 w 2119654"/>
              <a:gd name="connsiteY77536" fmla="*/ 430888 h 2398711"/>
              <a:gd name="connsiteX77537" fmla="*/ 981139 w 2119654"/>
              <a:gd name="connsiteY77537" fmla="*/ 433433 h 2398711"/>
              <a:gd name="connsiteX77538" fmla="*/ 982563 w 2119654"/>
              <a:gd name="connsiteY77538" fmla="*/ 438096 h 2398711"/>
              <a:gd name="connsiteX77539" fmla="*/ 984363 w 2119654"/>
              <a:gd name="connsiteY77539" fmla="*/ 432078 h 2398711"/>
              <a:gd name="connsiteX77540" fmla="*/ 982741 w 2119654"/>
              <a:gd name="connsiteY77540" fmla="*/ 429962 h 2398711"/>
              <a:gd name="connsiteX77541" fmla="*/ 1001588 w 2119654"/>
              <a:gd name="connsiteY77541" fmla="*/ 387243 h 2398711"/>
              <a:gd name="connsiteX77542" fmla="*/ 999746 w 2119654"/>
              <a:gd name="connsiteY77542" fmla="*/ 394736 h 2398711"/>
              <a:gd name="connsiteX77543" fmla="*/ 1001043 w 2119654"/>
              <a:gd name="connsiteY77543" fmla="*/ 392465 h 2398711"/>
              <a:gd name="connsiteX77544" fmla="*/ 1001852 w 2119654"/>
              <a:gd name="connsiteY77544" fmla="*/ 387564 h 2398711"/>
              <a:gd name="connsiteX77545" fmla="*/ 1007415 w 2119654"/>
              <a:gd name="connsiteY77545" fmla="*/ 373545 h 2398711"/>
              <a:gd name="connsiteX77546" fmla="*/ 1006974 w 2119654"/>
              <a:gd name="connsiteY77546" fmla="*/ 375058 h 2398711"/>
              <a:gd name="connsiteX77547" fmla="*/ 1006911 w 2119654"/>
              <a:gd name="connsiteY77547" fmla="*/ 375440 h 2398711"/>
              <a:gd name="connsiteX77548" fmla="*/ 1007717 w 2119654"/>
              <a:gd name="connsiteY77548" fmla="*/ 374435 h 2398711"/>
              <a:gd name="connsiteX77549" fmla="*/ 364635 w 2119654"/>
              <a:gd name="connsiteY77549" fmla="*/ 1812713 h 2398711"/>
              <a:gd name="connsiteX77550" fmla="*/ 364642 w 2119654"/>
              <a:gd name="connsiteY77550" fmla="*/ 1812766 h 2398711"/>
              <a:gd name="connsiteX77551" fmla="*/ 364970 w 2119654"/>
              <a:gd name="connsiteY77551" fmla="*/ 1812773 h 2398711"/>
              <a:gd name="connsiteX77552" fmla="*/ 343318 w 2119654"/>
              <a:gd name="connsiteY77552" fmla="*/ 1860378 h 2398711"/>
              <a:gd name="connsiteX77553" fmla="*/ 359004 w 2119654"/>
              <a:gd name="connsiteY77553" fmla="*/ 1865033 h 2398711"/>
              <a:gd name="connsiteX77554" fmla="*/ 359173 w 2119654"/>
              <a:gd name="connsiteY77554" fmla="*/ 1864218 h 2398711"/>
              <a:gd name="connsiteX77555" fmla="*/ 345846 w 2119654"/>
              <a:gd name="connsiteY77555" fmla="*/ 1859765 h 2398711"/>
              <a:gd name="connsiteX77556" fmla="*/ 1002079 w 2119654"/>
              <a:gd name="connsiteY77556" fmla="*/ 385250 h 2398711"/>
              <a:gd name="connsiteX77557" fmla="*/ 1001650 w 2119654"/>
              <a:gd name="connsiteY77557" fmla="*/ 386991 h 2398711"/>
              <a:gd name="connsiteX77558" fmla="*/ 1001898 w 2119654"/>
              <a:gd name="connsiteY77558" fmla="*/ 387285 h 2398711"/>
              <a:gd name="connsiteX77559" fmla="*/ 1002131 w 2119654"/>
              <a:gd name="connsiteY77559" fmla="*/ 385872 h 2398711"/>
              <a:gd name="connsiteX77560" fmla="*/ 1002446 w 2119654"/>
              <a:gd name="connsiteY77560" fmla="*/ 384792 h 2398711"/>
              <a:gd name="connsiteX77561" fmla="*/ 377482 w 2119654"/>
              <a:gd name="connsiteY77561" fmla="*/ 1783804 h 2398711"/>
              <a:gd name="connsiteX77562" fmla="*/ 375894 w 2119654"/>
              <a:gd name="connsiteY77562" fmla="*/ 1790989 h 2398711"/>
              <a:gd name="connsiteX77563" fmla="*/ 384796 w 2119654"/>
              <a:gd name="connsiteY77563" fmla="*/ 1792420 h 2398711"/>
              <a:gd name="connsiteX77564" fmla="*/ 383976 w 2119654"/>
              <a:gd name="connsiteY77564" fmla="*/ 1784916 h 2398711"/>
              <a:gd name="connsiteX77565" fmla="*/ 412507 w 2119654"/>
              <a:gd name="connsiteY77565" fmla="*/ 1704891 h 2398711"/>
              <a:gd name="connsiteX77566" fmla="*/ 412500 w 2119654"/>
              <a:gd name="connsiteY77566" fmla="*/ 1704920 h 2398711"/>
              <a:gd name="connsiteX77567" fmla="*/ 412519 w 2119654"/>
              <a:gd name="connsiteY77567" fmla="*/ 1704925 h 2398711"/>
              <a:gd name="connsiteX77568" fmla="*/ 355335 w 2119654"/>
              <a:gd name="connsiteY77568" fmla="*/ 1832604 h 2398711"/>
              <a:gd name="connsiteX77569" fmla="*/ 362761 w 2119654"/>
              <a:gd name="connsiteY77569" fmla="*/ 1837022 h 2398711"/>
              <a:gd name="connsiteX77570" fmla="*/ 365046 w 2119654"/>
              <a:gd name="connsiteY77570" fmla="*/ 1836920 h 2398711"/>
              <a:gd name="connsiteX77571" fmla="*/ 366261 w 2119654"/>
              <a:gd name="connsiteY77571" fmla="*/ 1831421 h 2398711"/>
              <a:gd name="connsiteX77572" fmla="*/ 377926 w 2119654"/>
              <a:gd name="connsiteY77572" fmla="*/ 1781794 h 2398711"/>
              <a:gd name="connsiteX77573" fmla="*/ 377552 w 2119654"/>
              <a:gd name="connsiteY77573" fmla="*/ 1783486 h 2398711"/>
              <a:gd name="connsiteX77574" fmla="*/ 383939 w 2119654"/>
              <a:gd name="connsiteY77574" fmla="*/ 1784580 h 2398711"/>
              <a:gd name="connsiteX77575" fmla="*/ 383875 w 2119654"/>
              <a:gd name="connsiteY77575" fmla="*/ 1783991 h 2398711"/>
              <a:gd name="connsiteX77576" fmla="*/ 378623 w 2119654"/>
              <a:gd name="connsiteY77576" fmla="*/ 1781868 h 2398711"/>
              <a:gd name="connsiteX77577" fmla="*/ 362793 w 2119654"/>
              <a:gd name="connsiteY77577" fmla="*/ 1815562 h 2398711"/>
              <a:gd name="connsiteX77578" fmla="*/ 364928 w 2119654"/>
              <a:gd name="connsiteY77578" fmla="*/ 1816539 h 2398711"/>
              <a:gd name="connsiteX77579" fmla="*/ 364794 w 2119654"/>
              <a:gd name="connsiteY77579" fmla="*/ 1815581 h 2398711"/>
              <a:gd name="connsiteX77580" fmla="*/ 1033787 w 2119654"/>
              <a:gd name="connsiteY77580" fmla="*/ 312563 h 2398711"/>
              <a:gd name="connsiteX77581" fmla="*/ 1036639 w 2119654"/>
              <a:gd name="connsiteY77581" fmla="*/ 317110 h 2398711"/>
              <a:gd name="connsiteX77582" fmla="*/ 1037546 w 2119654"/>
              <a:gd name="connsiteY77582" fmla="*/ 315255 h 2398711"/>
              <a:gd name="connsiteX77583" fmla="*/ 386571 w 2119654"/>
              <a:gd name="connsiteY77583" fmla="*/ 1760806 h 2398711"/>
              <a:gd name="connsiteX77584" fmla="*/ 391291 w 2119654"/>
              <a:gd name="connsiteY77584" fmla="*/ 1764189 h 2398711"/>
              <a:gd name="connsiteX77585" fmla="*/ 393484 w 2119654"/>
              <a:gd name="connsiteY77585" fmla="*/ 1764778 h 2398711"/>
              <a:gd name="connsiteX77586" fmla="*/ 394416 w 2119654"/>
              <a:gd name="connsiteY77586" fmla="*/ 1764637 h 2398711"/>
              <a:gd name="connsiteX77587" fmla="*/ 390620 w 2119654"/>
              <a:gd name="connsiteY77587" fmla="*/ 1762406 h 2398711"/>
              <a:gd name="connsiteX77588" fmla="*/ 1056480 w 2119654"/>
              <a:gd name="connsiteY77588" fmla="*/ 260164 h 2398711"/>
              <a:gd name="connsiteX77589" fmla="*/ 1066020 w 2119654"/>
              <a:gd name="connsiteY77589" fmla="*/ 289148 h 2398711"/>
              <a:gd name="connsiteX77590" fmla="*/ 1067343 w 2119654"/>
              <a:gd name="connsiteY77590" fmla="*/ 294443 h 2398711"/>
              <a:gd name="connsiteX77591" fmla="*/ 1074323 w 2119654"/>
              <a:gd name="connsiteY77591" fmla="*/ 284909 h 2398711"/>
              <a:gd name="connsiteX77592" fmla="*/ 1073093 w 2119654"/>
              <a:gd name="connsiteY77592" fmla="*/ 282930 h 2398711"/>
              <a:gd name="connsiteX77593" fmla="*/ 384304 w 2119654"/>
              <a:gd name="connsiteY77593" fmla="*/ 1765234 h 2398711"/>
              <a:gd name="connsiteX77594" fmla="*/ 385199 w 2119654"/>
              <a:gd name="connsiteY77594" fmla="*/ 1766041 h 2398711"/>
              <a:gd name="connsiteX77595" fmla="*/ 386135 w 2119654"/>
              <a:gd name="connsiteY77595" fmla="*/ 1765897 h 2398711"/>
              <a:gd name="connsiteX77596" fmla="*/ 378970 w 2119654"/>
              <a:gd name="connsiteY77596" fmla="*/ 1777071 h 2398711"/>
              <a:gd name="connsiteX77597" fmla="*/ 378744 w 2119654"/>
              <a:gd name="connsiteY77597" fmla="*/ 1778093 h 2398711"/>
              <a:gd name="connsiteX77598" fmla="*/ 382158 w 2119654"/>
              <a:gd name="connsiteY77598" fmla="*/ 1779066 h 2398711"/>
              <a:gd name="connsiteX77599" fmla="*/ 380937 w 2119654"/>
              <a:gd name="connsiteY77599" fmla="*/ 1777765 h 2398711"/>
              <a:gd name="connsiteX77600" fmla="*/ 990535 w 2119654"/>
              <a:gd name="connsiteY77600" fmla="*/ 407145 h 2398711"/>
              <a:gd name="connsiteX77601" fmla="*/ 991145 w 2119654"/>
              <a:gd name="connsiteY77601" fmla="*/ 408064 h 2398711"/>
              <a:gd name="connsiteX77602" fmla="*/ 991244 w 2119654"/>
              <a:gd name="connsiteY77602" fmla="*/ 407553 h 2398711"/>
              <a:gd name="connsiteX77603" fmla="*/ 379197 w 2119654"/>
              <a:gd name="connsiteY77603" fmla="*/ 1776046 h 2398711"/>
              <a:gd name="connsiteX77604" fmla="*/ 379150 w 2119654"/>
              <a:gd name="connsiteY77604" fmla="*/ 1776258 h 2398711"/>
              <a:gd name="connsiteX77605" fmla="*/ 379707 w 2119654"/>
              <a:gd name="connsiteY77605" fmla="*/ 1776455 h 2398711"/>
              <a:gd name="connsiteX77606" fmla="*/ 379329 w 2119654"/>
              <a:gd name="connsiteY77606" fmla="*/ 1776052 h 2398711"/>
              <a:gd name="connsiteX77607" fmla="*/ 985522 w 2119654"/>
              <a:gd name="connsiteY77607" fmla="*/ 418042 h 2398711"/>
              <a:gd name="connsiteX77608" fmla="*/ 985923 w 2119654"/>
              <a:gd name="connsiteY77608" fmla="*/ 418940 h 2398711"/>
              <a:gd name="connsiteX77609" fmla="*/ 986048 w 2119654"/>
              <a:gd name="connsiteY77609" fmla="*/ 418721 h 2398711"/>
              <a:gd name="connsiteX77610" fmla="*/ 367339 w 2119654"/>
              <a:gd name="connsiteY77610" fmla="*/ 1802107 h 2398711"/>
              <a:gd name="connsiteX77611" fmla="*/ 371926 w 2119654"/>
              <a:gd name="connsiteY77611" fmla="*/ 1805794 h 2398711"/>
              <a:gd name="connsiteX77612" fmla="*/ 372699 w 2119654"/>
              <a:gd name="connsiteY77612" fmla="*/ 1802295 h 2398711"/>
              <a:gd name="connsiteX77613" fmla="*/ 355333 w 2119654"/>
              <a:gd name="connsiteY77613" fmla="*/ 1828463 h 2398711"/>
              <a:gd name="connsiteX77614" fmla="*/ 366669 w 2119654"/>
              <a:gd name="connsiteY77614" fmla="*/ 1829576 h 2398711"/>
              <a:gd name="connsiteX77615" fmla="*/ 366722 w 2119654"/>
              <a:gd name="connsiteY77615" fmla="*/ 1829340 h 2398711"/>
              <a:gd name="connsiteX77616" fmla="*/ 366575 w 2119654"/>
              <a:gd name="connsiteY77616" fmla="*/ 1828292 h 2398711"/>
              <a:gd name="connsiteX77617" fmla="*/ 364132 w 2119654"/>
              <a:gd name="connsiteY77617" fmla="*/ 1808731 h 2398711"/>
              <a:gd name="connsiteX77618" fmla="*/ 364594 w 2119654"/>
              <a:gd name="connsiteY77618" fmla="*/ 1812390 h 2398711"/>
              <a:gd name="connsiteX77619" fmla="*/ 366406 w 2119654"/>
              <a:gd name="connsiteY77619" fmla="*/ 1812710 h 2398711"/>
              <a:gd name="connsiteX77620" fmla="*/ 370174 w 2119654"/>
              <a:gd name="connsiteY77620" fmla="*/ 1812334 h 2398711"/>
              <a:gd name="connsiteX77621" fmla="*/ 1012081 w 2119654"/>
              <a:gd name="connsiteY77621" fmla="*/ 357538 h 2398711"/>
              <a:gd name="connsiteX77622" fmla="*/ 1007909 w 2119654"/>
              <a:gd name="connsiteY77622" fmla="*/ 371848 h 2398711"/>
              <a:gd name="connsiteX77623" fmla="*/ 1008558 w 2119654"/>
              <a:gd name="connsiteY77623" fmla="*/ 373385 h 2398711"/>
              <a:gd name="connsiteX77624" fmla="*/ 1013459 w 2119654"/>
              <a:gd name="connsiteY77624" fmla="*/ 367271 h 2398711"/>
              <a:gd name="connsiteX77625" fmla="*/ 1015631 w 2119654"/>
              <a:gd name="connsiteY77625" fmla="*/ 362568 h 2398711"/>
              <a:gd name="connsiteX77626" fmla="*/ 386444 w 2119654"/>
              <a:gd name="connsiteY77626" fmla="*/ 1758337 h 2398711"/>
              <a:gd name="connsiteX77627" fmla="*/ 389514 w 2119654"/>
              <a:gd name="connsiteY77627" fmla="*/ 1760140 h 2398711"/>
              <a:gd name="connsiteX77628" fmla="*/ 390898 w 2119654"/>
              <a:gd name="connsiteY77628" fmla="*/ 1760158 h 2398711"/>
              <a:gd name="connsiteX77629" fmla="*/ 389936 w 2119654"/>
              <a:gd name="connsiteY77629" fmla="*/ 1759234 h 2398711"/>
              <a:gd name="connsiteX77630" fmla="*/ 1005113 w 2119654"/>
              <a:gd name="connsiteY77630" fmla="*/ 372908 h 2398711"/>
              <a:gd name="connsiteX77631" fmla="*/ 1003420 w 2119654"/>
              <a:gd name="connsiteY77631" fmla="*/ 379795 h 2398711"/>
              <a:gd name="connsiteX77632" fmla="*/ 1004177 w 2119654"/>
              <a:gd name="connsiteY77632" fmla="*/ 378851 h 2398711"/>
              <a:gd name="connsiteX77633" fmla="*/ 1005485 w 2119654"/>
              <a:gd name="connsiteY77633" fmla="*/ 374363 h 2398711"/>
              <a:gd name="connsiteX77634" fmla="*/ 378459 w 2119654"/>
              <a:gd name="connsiteY77634" fmla="*/ 1776015 h 2398711"/>
              <a:gd name="connsiteX77635" fmla="*/ 378504 w 2119654"/>
              <a:gd name="connsiteY77635" fmla="*/ 1776031 h 2398711"/>
              <a:gd name="connsiteX77636" fmla="*/ 378507 w 2119654"/>
              <a:gd name="connsiteY77636" fmla="*/ 1776017 h 2398711"/>
              <a:gd name="connsiteX77637" fmla="*/ 1012663 w 2119654"/>
              <a:gd name="connsiteY77637" fmla="*/ 355542 h 2398711"/>
              <a:gd name="connsiteX77638" fmla="*/ 1012201 w 2119654"/>
              <a:gd name="connsiteY77638" fmla="*/ 357126 h 2398711"/>
              <a:gd name="connsiteX77639" fmla="*/ 1015794 w 2119654"/>
              <a:gd name="connsiteY77639" fmla="*/ 362216 h 2398711"/>
              <a:gd name="connsiteX77640" fmla="*/ 1016613 w 2119654"/>
              <a:gd name="connsiteY77640" fmla="*/ 360440 h 2398711"/>
              <a:gd name="connsiteX77641" fmla="*/ 410591 w 2119654"/>
              <a:gd name="connsiteY77641" fmla="*/ 1702916 h 2398711"/>
              <a:gd name="connsiteX77642" fmla="*/ 410619 w 2119654"/>
              <a:gd name="connsiteY77642" fmla="*/ 1704295 h 2398711"/>
              <a:gd name="connsiteX77643" fmla="*/ 410802 w 2119654"/>
              <a:gd name="connsiteY77643" fmla="*/ 1704411 h 2398711"/>
              <a:gd name="connsiteX77644" fmla="*/ 411632 w 2119654"/>
              <a:gd name="connsiteY77644" fmla="*/ 1704660 h 2398711"/>
              <a:gd name="connsiteX77645" fmla="*/ 411772 w 2119654"/>
              <a:gd name="connsiteY77645" fmla="*/ 1703929 h 2398711"/>
              <a:gd name="connsiteX77646" fmla="*/ 411492 w 2119654"/>
              <a:gd name="connsiteY77646" fmla="*/ 1703659 h 2398711"/>
              <a:gd name="connsiteX77647" fmla="*/ 994247 w 2119654"/>
              <a:gd name="connsiteY77647" fmla="*/ 395897 h 2398711"/>
              <a:gd name="connsiteX77648" fmla="*/ 994272 w 2119654"/>
              <a:gd name="connsiteY77648" fmla="*/ 395969 h 2398711"/>
              <a:gd name="connsiteX77649" fmla="*/ 994281 w 2119654"/>
              <a:gd name="connsiteY77649" fmla="*/ 395936 h 2398711"/>
              <a:gd name="connsiteX77650" fmla="*/ 1005991 w 2119654"/>
              <a:gd name="connsiteY77650" fmla="*/ 369339 h 2398711"/>
              <a:gd name="connsiteX77651" fmla="*/ 1005356 w 2119654"/>
              <a:gd name="connsiteY77651" fmla="*/ 371916 h 2398711"/>
              <a:gd name="connsiteX77652" fmla="*/ 1005749 w 2119654"/>
              <a:gd name="connsiteY77652" fmla="*/ 373455 h 2398711"/>
              <a:gd name="connsiteX77653" fmla="*/ 1006506 w 2119654"/>
              <a:gd name="connsiteY77653" fmla="*/ 370860 h 2398711"/>
              <a:gd name="connsiteX77654" fmla="*/ 387241 w 2119654"/>
              <a:gd name="connsiteY77654" fmla="*/ 1754751 h 2398711"/>
              <a:gd name="connsiteX77655" fmla="*/ 392458 w 2119654"/>
              <a:gd name="connsiteY77655" fmla="*/ 1759784 h 2398711"/>
              <a:gd name="connsiteX77656" fmla="*/ 393945 w 2119654"/>
              <a:gd name="connsiteY77656" fmla="*/ 1760197 h 2398711"/>
              <a:gd name="connsiteX77657" fmla="*/ 400960 w 2119654"/>
              <a:gd name="connsiteY77657" fmla="*/ 1760285 h 2398711"/>
              <a:gd name="connsiteX77658" fmla="*/ 401302 w 2119654"/>
              <a:gd name="connsiteY77658" fmla="*/ 1758501 h 2398711"/>
              <a:gd name="connsiteX77659" fmla="*/ 947223 w 2119654"/>
              <a:gd name="connsiteY77659" fmla="*/ 500731 h 2398711"/>
              <a:gd name="connsiteX77660" fmla="*/ 947298 w 2119654"/>
              <a:gd name="connsiteY77660" fmla="*/ 500798 h 2398711"/>
              <a:gd name="connsiteX77661" fmla="*/ 947383 w 2119654"/>
              <a:gd name="connsiteY77661" fmla="*/ 500598 h 2398711"/>
              <a:gd name="connsiteX77662" fmla="*/ 980252 w 2119654"/>
              <a:gd name="connsiteY77662" fmla="*/ 426712 h 2398711"/>
              <a:gd name="connsiteX77663" fmla="*/ 979905 w 2119654"/>
              <a:gd name="connsiteY77663" fmla="*/ 427611 h 2398711"/>
              <a:gd name="connsiteX77664" fmla="*/ 979638 w 2119654"/>
              <a:gd name="connsiteY77664" fmla="*/ 428513 h 2398711"/>
              <a:gd name="connsiteX77665" fmla="*/ 979923 w 2119654"/>
              <a:gd name="connsiteY77665" fmla="*/ 429448 h 2398711"/>
              <a:gd name="connsiteX77666" fmla="*/ 980959 w 2119654"/>
              <a:gd name="connsiteY77666" fmla="*/ 427635 h 2398711"/>
              <a:gd name="connsiteX77667" fmla="*/ 994426 w 2119654"/>
              <a:gd name="connsiteY77667" fmla="*/ 394796 h 2398711"/>
              <a:gd name="connsiteX77668" fmla="*/ 994383 w 2119654"/>
              <a:gd name="connsiteY77668" fmla="*/ 395017 h 2398711"/>
              <a:gd name="connsiteX77669" fmla="*/ 994478 w 2119654"/>
              <a:gd name="connsiteY77669" fmla="*/ 395130 h 2398711"/>
              <a:gd name="connsiteX77670" fmla="*/ 994621 w 2119654"/>
              <a:gd name="connsiteY77670" fmla="*/ 394553 h 2398711"/>
              <a:gd name="connsiteX77671" fmla="*/ 989233 w 2119654"/>
              <a:gd name="connsiteY77671" fmla="*/ 406397 h 2398711"/>
              <a:gd name="connsiteX77672" fmla="*/ 990974 w 2119654"/>
              <a:gd name="connsiteY77672" fmla="*/ 408942 h 2398711"/>
              <a:gd name="connsiteX77673" fmla="*/ 991002 w 2119654"/>
              <a:gd name="connsiteY77673" fmla="*/ 408796 h 2398711"/>
              <a:gd name="connsiteX77674" fmla="*/ 989519 w 2119654"/>
              <a:gd name="connsiteY77674" fmla="*/ 406560 h 2398711"/>
              <a:gd name="connsiteX77675" fmla="*/ 1014331 w 2119654"/>
              <a:gd name="connsiteY77675" fmla="*/ 349818 h 2398711"/>
              <a:gd name="connsiteX77676" fmla="*/ 1013664 w 2119654"/>
              <a:gd name="connsiteY77676" fmla="*/ 352106 h 2398711"/>
              <a:gd name="connsiteX77677" fmla="*/ 1016933 w 2119654"/>
              <a:gd name="connsiteY77677" fmla="*/ 356158 h 2398711"/>
              <a:gd name="connsiteX77678" fmla="*/ 1018008 w 2119654"/>
              <a:gd name="connsiteY77678" fmla="*/ 357419 h 2398711"/>
              <a:gd name="connsiteX77679" fmla="*/ 1018018 w 2119654"/>
              <a:gd name="connsiteY77679" fmla="*/ 357398 h 2398711"/>
              <a:gd name="connsiteX77680" fmla="*/ 1017048 w 2119654"/>
              <a:gd name="connsiteY77680" fmla="*/ 353186 h 2398711"/>
              <a:gd name="connsiteX77681" fmla="*/ 982453 w 2119654"/>
              <a:gd name="connsiteY77681" fmla="*/ 421009 h 2398711"/>
              <a:gd name="connsiteX77682" fmla="*/ 981471 w 2119654"/>
              <a:gd name="connsiteY77682" fmla="*/ 423554 h 2398711"/>
              <a:gd name="connsiteX77683" fmla="*/ 981475 w 2119654"/>
              <a:gd name="connsiteY77683" fmla="*/ 423560 h 2398711"/>
              <a:gd name="connsiteX77684" fmla="*/ 982668 w 2119654"/>
              <a:gd name="connsiteY77684" fmla="*/ 424642 h 2398711"/>
              <a:gd name="connsiteX77685" fmla="*/ 984064 w 2119654"/>
              <a:gd name="connsiteY77685" fmla="*/ 422197 h 2398711"/>
              <a:gd name="connsiteX77686" fmla="*/ 983418 w 2119654"/>
              <a:gd name="connsiteY77686" fmla="*/ 418508 h 2398711"/>
              <a:gd name="connsiteX77687" fmla="*/ 983304 w 2119654"/>
              <a:gd name="connsiteY77687" fmla="*/ 418802 h 2398711"/>
              <a:gd name="connsiteX77688" fmla="*/ 984837 w 2119654"/>
              <a:gd name="connsiteY77688" fmla="*/ 420843 h 2398711"/>
              <a:gd name="connsiteX77689" fmla="*/ 985472 w 2119654"/>
              <a:gd name="connsiteY77689" fmla="*/ 419731 h 2398711"/>
              <a:gd name="connsiteX77690" fmla="*/ 984235 w 2119654"/>
              <a:gd name="connsiteY77690" fmla="*/ 416387 h 2398711"/>
              <a:gd name="connsiteX77691" fmla="*/ 983719 w 2119654"/>
              <a:gd name="connsiteY77691" fmla="*/ 417726 h 2398711"/>
              <a:gd name="connsiteX77692" fmla="*/ 984967 w 2119654"/>
              <a:gd name="connsiteY77692" fmla="*/ 418469 h 2398711"/>
              <a:gd name="connsiteX77693" fmla="*/ 985733 w 2119654"/>
              <a:gd name="connsiteY77693" fmla="*/ 418910 h 2398711"/>
              <a:gd name="connsiteX77694" fmla="*/ 985105 w 2119654"/>
              <a:gd name="connsiteY77694" fmla="*/ 417506 h 2398711"/>
              <a:gd name="connsiteX77695" fmla="*/ 363755 w 2119654"/>
              <a:gd name="connsiteY77695" fmla="*/ 1805747 h 2398711"/>
              <a:gd name="connsiteX77696" fmla="*/ 363853 w 2119654"/>
              <a:gd name="connsiteY77696" fmla="*/ 1806523 h 2398711"/>
              <a:gd name="connsiteX77697" fmla="*/ 367587 w 2119654"/>
              <a:gd name="connsiteY77697" fmla="*/ 1808751 h 2398711"/>
              <a:gd name="connsiteX77698" fmla="*/ 370952 w 2119654"/>
              <a:gd name="connsiteY77698" fmla="*/ 1810199 h 2398711"/>
              <a:gd name="connsiteX77699" fmla="*/ 371058 w 2119654"/>
              <a:gd name="connsiteY77699" fmla="*/ 1809721 h 2398711"/>
              <a:gd name="connsiteX77700" fmla="*/ 368617 w 2119654"/>
              <a:gd name="connsiteY77700" fmla="*/ 1807679 h 2398711"/>
              <a:gd name="connsiteX77701" fmla="*/ 363882 w 2119654"/>
              <a:gd name="connsiteY77701" fmla="*/ 1805785 h 2398711"/>
              <a:gd name="connsiteX77702" fmla="*/ 957300 w 2119654"/>
              <a:gd name="connsiteY77702" fmla="*/ 476429 h 2398711"/>
              <a:gd name="connsiteX77703" fmla="*/ 957236 w 2119654"/>
              <a:gd name="connsiteY77703" fmla="*/ 477223 h 2398711"/>
              <a:gd name="connsiteX77704" fmla="*/ 957492 w 2119654"/>
              <a:gd name="connsiteY77704" fmla="*/ 476617 h 2398711"/>
              <a:gd name="connsiteX77705" fmla="*/ 1015415 w 2119654"/>
              <a:gd name="connsiteY77705" fmla="*/ 346096 h 2398711"/>
              <a:gd name="connsiteX77706" fmla="*/ 1014955 w 2119654"/>
              <a:gd name="connsiteY77706" fmla="*/ 347676 h 2398711"/>
              <a:gd name="connsiteX77707" fmla="*/ 1016048 w 2119654"/>
              <a:gd name="connsiteY77707" fmla="*/ 348844 h 2398711"/>
              <a:gd name="connsiteX77708" fmla="*/ 409562 w 2119654"/>
              <a:gd name="connsiteY77708" fmla="*/ 1702618 h 2398711"/>
              <a:gd name="connsiteX77709" fmla="*/ 409580 w 2119654"/>
              <a:gd name="connsiteY77709" fmla="*/ 1703636 h 2398711"/>
              <a:gd name="connsiteX77710" fmla="*/ 410285 w 2119654"/>
              <a:gd name="connsiteY77710" fmla="*/ 1704083 h 2398711"/>
              <a:gd name="connsiteX77711" fmla="*/ 410257 w 2119654"/>
              <a:gd name="connsiteY77711" fmla="*/ 1702641 h 2398711"/>
              <a:gd name="connsiteX77712" fmla="*/ 410134 w 2119654"/>
              <a:gd name="connsiteY77712" fmla="*/ 1702540 h 2398711"/>
              <a:gd name="connsiteX77713" fmla="*/ 340577 w 2119654"/>
              <a:gd name="connsiteY77713" fmla="*/ 1857073 h 2398711"/>
              <a:gd name="connsiteX77714" fmla="*/ 346713 w 2119654"/>
              <a:gd name="connsiteY77714" fmla="*/ 1859339 h 2398711"/>
              <a:gd name="connsiteX77715" fmla="*/ 354113 w 2119654"/>
              <a:gd name="connsiteY77715" fmla="*/ 1857439 h 2398711"/>
              <a:gd name="connsiteX77716" fmla="*/ 347249 w 2119654"/>
              <a:gd name="connsiteY77716" fmla="*/ 1857299 h 2398711"/>
              <a:gd name="connsiteX77717" fmla="*/ 981968 w 2119654"/>
              <a:gd name="connsiteY77717" fmla="*/ 420652 h 2398711"/>
              <a:gd name="connsiteX77718" fmla="*/ 981200 w 2119654"/>
              <a:gd name="connsiteY77718" fmla="*/ 423244 h 2398711"/>
              <a:gd name="connsiteX77719" fmla="*/ 981248 w 2119654"/>
              <a:gd name="connsiteY77719" fmla="*/ 423300 h 2398711"/>
              <a:gd name="connsiteX77720" fmla="*/ 982203 w 2119654"/>
              <a:gd name="connsiteY77720" fmla="*/ 420825 h 2398711"/>
              <a:gd name="connsiteX77721" fmla="*/ 359956 w 2119654"/>
              <a:gd name="connsiteY77721" fmla="*/ 1813354 h 2398711"/>
              <a:gd name="connsiteX77722" fmla="*/ 359958 w 2119654"/>
              <a:gd name="connsiteY77722" fmla="*/ 1813354 h 2398711"/>
              <a:gd name="connsiteX77723" fmla="*/ 359959 w 2119654"/>
              <a:gd name="connsiteY77723" fmla="*/ 1813354 h 2398711"/>
              <a:gd name="connsiteX77724" fmla="*/ 982291 w 2119654"/>
              <a:gd name="connsiteY77724" fmla="*/ 419564 h 2398711"/>
              <a:gd name="connsiteX77725" fmla="*/ 982239 w 2119654"/>
              <a:gd name="connsiteY77725" fmla="*/ 419736 h 2398711"/>
              <a:gd name="connsiteX77726" fmla="*/ 982539 w 2119654"/>
              <a:gd name="connsiteY77726" fmla="*/ 419956 h 2398711"/>
              <a:gd name="connsiteX77727" fmla="*/ 982554 w 2119654"/>
              <a:gd name="connsiteY77727" fmla="*/ 419915 h 2398711"/>
              <a:gd name="connsiteX77728" fmla="*/ 945289 w 2119654"/>
              <a:gd name="connsiteY77728" fmla="*/ 502346 h 2398711"/>
              <a:gd name="connsiteX77729" fmla="*/ 946408 w 2119654"/>
              <a:gd name="connsiteY77729" fmla="*/ 502915 h 2398711"/>
              <a:gd name="connsiteX77730" fmla="*/ 947151 w 2119654"/>
              <a:gd name="connsiteY77730" fmla="*/ 501148 h 2398711"/>
              <a:gd name="connsiteX77731" fmla="*/ 946945 w 2119654"/>
              <a:gd name="connsiteY77731" fmla="*/ 500964 h 2398711"/>
              <a:gd name="connsiteX77732" fmla="*/ 987897 w 2119654"/>
              <a:gd name="connsiteY77732" fmla="*/ 406898 h 2398711"/>
              <a:gd name="connsiteX77733" fmla="*/ 985166 w 2119654"/>
              <a:gd name="connsiteY77733" fmla="*/ 413975 h 2398711"/>
              <a:gd name="connsiteX77734" fmla="*/ 987307 w 2119654"/>
              <a:gd name="connsiteY77734" fmla="*/ 416515 h 2398711"/>
              <a:gd name="connsiteX77735" fmla="*/ 989057 w 2119654"/>
              <a:gd name="connsiteY77735" fmla="*/ 413453 h 2398711"/>
              <a:gd name="connsiteX77736" fmla="*/ 987207 w 2119654"/>
              <a:gd name="connsiteY77736" fmla="*/ 409636 h 2398711"/>
              <a:gd name="connsiteX77737" fmla="*/ 987506 w 2119654"/>
              <a:gd name="connsiteY77737" fmla="*/ 409779 h 2398711"/>
              <a:gd name="connsiteX77738" fmla="*/ 989181 w 2119654"/>
              <a:gd name="connsiteY77738" fmla="*/ 413236 h 2398711"/>
              <a:gd name="connsiteX77739" fmla="*/ 990634 w 2119654"/>
              <a:gd name="connsiteY77739" fmla="*/ 410692 h 2398711"/>
              <a:gd name="connsiteX77740" fmla="*/ 990701 w 2119654"/>
              <a:gd name="connsiteY77740" fmla="*/ 410347 h 2398711"/>
              <a:gd name="connsiteX77741" fmla="*/ 989518 w 2119654"/>
              <a:gd name="connsiteY77741" fmla="*/ 408800 h 2398711"/>
              <a:gd name="connsiteX77742" fmla="*/ 382440 w 2119654"/>
              <a:gd name="connsiteY77742" fmla="*/ 1762591 h 2398711"/>
              <a:gd name="connsiteX77743" fmla="*/ 382234 w 2119654"/>
              <a:gd name="connsiteY77743" fmla="*/ 1763370 h 2398711"/>
              <a:gd name="connsiteX77744" fmla="*/ 382447 w 2119654"/>
              <a:gd name="connsiteY77744" fmla="*/ 1763562 h 2398711"/>
              <a:gd name="connsiteX77745" fmla="*/ 388100 w 2119654"/>
              <a:gd name="connsiteY77745" fmla="*/ 1765598 h 2398711"/>
              <a:gd name="connsiteX77746" fmla="*/ 390071 w 2119654"/>
              <a:gd name="connsiteY77746" fmla="*/ 1765299 h 2398711"/>
              <a:gd name="connsiteX77747" fmla="*/ 388606 w 2119654"/>
              <a:gd name="connsiteY77747" fmla="*/ 1764249 h 2398711"/>
              <a:gd name="connsiteX77748" fmla="*/ 988141 w 2119654"/>
              <a:gd name="connsiteY77748" fmla="*/ 406264 h 2398711"/>
              <a:gd name="connsiteX77749" fmla="*/ 988044 w 2119654"/>
              <a:gd name="connsiteY77749" fmla="*/ 406515 h 2398711"/>
              <a:gd name="connsiteX77750" fmla="*/ 989401 w 2119654"/>
              <a:gd name="connsiteY77750" fmla="*/ 408107 h 2398711"/>
              <a:gd name="connsiteX77751" fmla="*/ 946302 w 2119654"/>
              <a:gd name="connsiteY77751" fmla="*/ 499908 h 2398711"/>
              <a:gd name="connsiteX77752" fmla="*/ 946837 w 2119654"/>
              <a:gd name="connsiteY77752" fmla="*/ 500386 h 2398711"/>
              <a:gd name="connsiteX77753" fmla="*/ 947811 w 2119654"/>
              <a:gd name="connsiteY77753" fmla="*/ 499573 h 2398711"/>
              <a:gd name="connsiteX77754" fmla="*/ 947817 w 2119654"/>
              <a:gd name="connsiteY77754" fmla="*/ 499568 h 2398711"/>
              <a:gd name="connsiteX77755" fmla="*/ 948455 w 2119654"/>
              <a:gd name="connsiteY77755" fmla="*/ 498054 h 2398711"/>
              <a:gd name="connsiteX77756" fmla="*/ 948304 w 2119654"/>
              <a:gd name="connsiteY77756" fmla="*/ 497528 h 2398711"/>
              <a:gd name="connsiteX77757" fmla="*/ 948047 w 2119654"/>
              <a:gd name="connsiteY77757" fmla="*/ 497235 h 2398711"/>
              <a:gd name="connsiteX77758" fmla="*/ 982813 w 2119654"/>
              <a:gd name="connsiteY77758" fmla="*/ 418147 h 2398711"/>
              <a:gd name="connsiteX77759" fmla="*/ 983093 w 2119654"/>
              <a:gd name="connsiteY77759" fmla="*/ 418520 h 2398711"/>
              <a:gd name="connsiteX77760" fmla="*/ 983158 w 2119654"/>
              <a:gd name="connsiteY77760" fmla="*/ 418352 h 2398711"/>
              <a:gd name="connsiteX77761" fmla="*/ 345048 w 2119654"/>
              <a:gd name="connsiteY77761" fmla="*/ 1846125 h 2398711"/>
              <a:gd name="connsiteX77762" fmla="*/ 351205 w 2119654"/>
              <a:gd name="connsiteY77762" fmla="*/ 1847767 h 2398711"/>
              <a:gd name="connsiteX77763" fmla="*/ 349863 w 2119654"/>
              <a:gd name="connsiteY77763" fmla="*/ 1847454 h 2398711"/>
              <a:gd name="connsiteX77764" fmla="*/ 988576 w 2119654"/>
              <a:gd name="connsiteY77764" fmla="*/ 405140 h 2398711"/>
              <a:gd name="connsiteX77765" fmla="*/ 988503 w 2119654"/>
              <a:gd name="connsiteY77765" fmla="*/ 405328 h 2398711"/>
              <a:gd name="connsiteX77766" fmla="*/ 988909 w 2119654"/>
              <a:gd name="connsiteY77766" fmla="*/ 405921 h 2398711"/>
              <a:gd name="connsiteX77767" fmla="*/ 989209 w 2119654"/>
              <a:gd name="connsiteY77767" fmla="*/ 406093 h 2398711"/>
              <a:gd name="connsiteX77768" fmla="*/ 989511 w 2119654"/>
              <a:gd name="connsiteY77768" fmla="*/ 402717 h 2398711"/>
              <a:gd name="connsiteX77769" fmla="*/ 988806 w 2119654"/>
              <a:gd name="connsiteY77769" fmla="*/ 404542 h 2398711"/>
              <a:gd name="connsiteX77770" fmla="*/ 990225 w 2119654"/>
              <a:gd name="connsiteY77770" fmla="*/ 406678 h 2398711"/>
              <a:gd name="connsiteX77771" fmla="*/ 991295 w 2119654"/>
              <a:gd name="connsiteY77771" fmla="*/ 407293 h 2398711"/>
              <a:gd name="connsiteX77772" fmla="*/ 991698 w 2119654"/>
              <a:gd name="connsiteY77772" fmla="*/ 405220 h 2398711"/>
              <a:gd name="connsiteX77773" fmla="*/ 958672 w 2119654"/>
              <a:gd name="connsiteY77773" fmla="*/ 471689 h 2398711"/>
              <a:gd name="connsiteX77774" fmla="*/ 959255 w 2119654"/>
              <a:gd name="connsiteY77774" fmla="*/ 472431 h 2398711"/>
              <a:gd name="connsiteX77775" fmla="*/ 960395 w 2119654"/>
              <a:gd name="connsiteY77775" fmla="*/ 469725 h 2398711"/>
              <a:gd name="connsiteX77776" fmla="*/ 960392 w 2119654"/>
              <a:gd name="connsiteY77776" fmla="*/ 469717 h 2398711"/>
              <a:gd name="connsiteX77777" fmla="*/ 385827 w 2119654"/>
              <a:gd name="connsiteY77777" fmla="*/ 1754374 h 2398711"/>
              <a:gd name="connsiteX77778" fmla="*/ 391049 w 2119654"/>
              <a:gd name="connsiteY77778" fmla="*/ 1759393 h 2398711"/>
              <a:gd name="connsiteX77779" fmla="*/ 391259 w 2119654"/>
              <a:gd name="connsiteY77779" fmla="*/ 1759451 h 2398711"/>
              <a:gd name="connsiteX77780" fmla="*/ 388857 w 2119654"/>
              <a:gd name="connsiteY77780" fmla="*/ 1757133 h 2398711"/>
              <a:gd name="connsiteX77781" fmla="*/ 386163 w 2119654"/>
              <a:gd name="connsiteY77781" fmla="*/ 1754464 h 2398711"/>
              <a:gd name="connsiteX77782" fmla="*/ 382967 w 2119654"/>
              <a:gd name="connsiteY77782" fmla="*/ 1760596 h 2398711"/>
              <a:gd name="connsiteX77783" fmla="*/ 382632 w 2119654"/>
              <a:gd name="connsiteY77783" fmla="*/ 1761863 h 2398711"/>
              <a:gd name="connsiteX77784" fmla="*/ 386864 w 2119654"/>
              <a:gd name="connsiteY77784" fmla="*/ 1763000 h 2398711"/>
              <a:gd name="connsiteX77785" fmla="*/ 384071 w 2119654"/>
              <a:gd name="connsiteY77785" fmla="*/ 1760997 h 2398711"/>
              <a:gd name="connsiteX77786" fmla="*/ 383436 w 2119654"/>
              <a:gd name="connsiteY77786" fmla="*/ 1760601 h 2398711"/>
              <a:gd name="connsiteX77787" fmla="*/ 990841 w 2119654"/>
              <a:gd name="connsiteY77787" fmla="*/ 399270 h 2398711"/>
              <a:gd name="connsiteX77788" fmla="*/ 990106 w 2119654"/>
              <a:gd name="connsiteY77788" fmla="*/ 401173 h 2398711"/>
              <a:gd name="connsiteX77789" fmla="*/ 992053 w 2119654"/>
              <a:gd name="connsiteY77789" fmla="*/ 403399 h 2398711"/>
              <a:gd name="connsiteX77790" fmla="*/ 992935 w 2119654"/>
              <a:gd name="connsiteY77790" fmla="*/ 398866 h 2398711"/>
              <a:gd name="connsiteX77791" fmla="*/ 992568 w 2119654"/>
              <a:gd name="connsiteY77791" fmla="*/ 397115 h 2398711"/>
              <a:gd name="connsiteX77792" fmla="*/ 944973 w 2119654"/>
              <a:gd name="connsiteY77792" fmla="*/ 501941 h 2398711"/>
              <a:gd name="connsiteX77793" fmla="*/ 946559 w 2119654"/>
              <a:gd name="connsiteY77793" fmla="*/ 500619 h 2398711"/>
              <a:gd name="connsiteX77794" fmla="*/ 946103 w 2119654"/>
              <a:gd name="connsiteY77794" fmla="*/ 500211 h 2398711"/>
              <a:gd name="connsiteX77795" fmla="*/ 983509 w 2119654"/>
              <a:gd name="connsiteY77795" fmla="*/ 415453 h 2398711"/>
              <a:gd name="connsiteX77796" fmla="*/ 982968 w 2119654"/>
              <a:gd name="connsiteY77796" fmla="*/ 417278 h 2398711"/>
              <a:gd name="connsiteX77797" fmla="*/ 983459 w 2119654"/>
              <a:gd name="connsiteY77797" fmla="*/ 417571 h 2398711"/>
              <a:gd name="connsiteX77798" fmla="*/ 984022 w 2119654"/>
              <a:gd name="connsiteY77798" fmla="*/ 416112 h 2398711"/>
              <a:gd name="connsiteX77799" fmla="*/ 977664 w 2119654"/>
              <a:gd name="connsiteY77799" fmla="*/ 428281 h 2398711"/>
              <a:gd name="connsiteX77800" fmla="*/ 977592 w 2119654"/>
              <a:gd name="connsiteY77800" fmla="*/ 430965 h 2398711"/>
              <a:gd name="connsiteX77801" fmla="*/ 978049 w 2119654"/>
              <a:gd name="connsiteY77801" fmla="*/ 429541 h 2398711"/>
              <a:gd name="connsiteX77802" fmla="*/ 363453 w 2119654"/>
              <a:gd name="connsiteY77802" fmla="*/ 1803359 h 2398711"/>
              <a:gd name="connsiteX77803" fmla="*/ 363566 w 2119654"/>
              <a:gd name="connsiteY77803" fmla="*/ 1804251 h 2398711"/>
              <a:gd name="connsiteX77804" fmla="*/ 365392 w 2119654"/>
              <a:gd name="connsiteY77804" fmla="*/ 1804982 h 2398711"/>
              <a:gd name="connsiteX77805" fmla="*/ 383580 w 2119654"/>
              <a:gd name="connsiteY77805" fmla="*/ 1758269 h 2398711"/>
              <a:gd name="connsiteX77806" fmla="*/ 383516 w 2119654"/>
              <a:gd name="connsiteY77806" fmla="*/ 1758515 h 2398711"/>
              <a:gd name="connsiteX77807" fmla="*/ 384990 w 2119654"/>
              <a:gd name="connsiteY77807" fmla="*/ 1759098 h 2398711"/>
              <a:gd name="connsiteX77808" fmla="*/ 957578 w 2119654"/>
              <a:gd name="connsiteY77808" fmla="*/ 472942 h 2398711"/>
              <a:gd name="connsiteX77809" fmla="*/ 957368 w 2119654"/>
              <a:gd name="connsiteY77809" fmla="*/ 475568 h 2398711"/>
              <a:gd name="connsiteX77810" fmla="*/ 957769 w 2119654"/>
              <a:gd name="connsiteY77810" fmla="*/ 475958 h 2398711"/>
              <a:gd name="connsiteX77811" fmla="*/ 958567 w 2119654"/>
              <a:gd name="connsiteY77811" fmla="*/ 474063 h 2398711"/>
              <a:gd name="connsiteX77812" fmla="*/ 957634 w 2119654"/>
              <a:gd name="connsiteY77812" fmla="*/ 472877 h 2398711"/>
              <a:gd name="connsiteX77813" fmla="*/ 408258 w 2119654"/>
              <a:gd name="connsiteY77813" fmla="*/ 1702796 h 2398711"/>
              <a:gd name="connsiteX77814" fmla="*/ 409212 w 2119654"/>
              <a:gd name="connsiteY77814" fmla="*/ 1703402 h 2398711"/>
              <a:gd name="connsiteX77815" fmla="*/ 409199 w 2119654"/>
              <a:gd name="connsiteY77815" fmla="*/ 1702668 h 2398711"/>
              <a:gd name="connsiteX77816" fmla="*/ 989693 w 2119654"/>
              <a:gd name="connsiteY77816" fmla="*/ 400701 h 2398711"/>
              <a:gd name="connsiteX77817" fmla="*/ 989945 w 2119654"/>
              <a:gd name="connsiteY77817" fmla="*/ 400991 h 2398711"/>
              <a:gd name="connsiteX77818" fmla="*/ 990431 w 2119654"/>
              <a:gd name="connsiteY77818" fmla="*/ 399780 h 2398711"/>
              <a:gd name="connsiteX77819" fmla="*/ 994809 w 2119654"/>
              <a:gd name="connsiteY77819" fmla="*/ 389236 h 2398711"/>
              <a:gd name="connsiteX77820" fmla="*/ 993762 w 2119654"/>
              <a:gd name="connsiteY77820" fmla="*/ 391845 h 2398711"/>
              <a:gd name="connsiteX77821" fmla="*/ 994474 w 2119654"/>
              <a:gd name="connsiteY77821" fmla="*/ 390956 h 2398711"/>
              <a:gd name="connsiteX77822" fmla="*/ 943208 w 2119654"/>
              <a:gd name="connsiteY77822" fmla="*/ 504643 h 2398711"/>
              <a:gd name="connsiteX77823" fmla="*/ 944173 w 2119654"/>
              <a:gd name="connsiteY77823" fmla="*/ 506509 h 2398711"/>
              <a:gd name="connsiteX77824" fmla="*/ 944348 w 2119654"/>
              <a:gd name="connsiteY77824" fmla="*/ 506566 h 2398711"/>
              <a:gd name="connsiteX77825" fmla="*/ 944641 w 2119654"/>
              <a:gd name="connsiteY77825" fmla="*/ 507105 h 2398711"/>
              <a:gd name="connsiteX77826" fmla="*/ 945284 w 2119654"/>
              <a:gd name="connsiteY77826" fmla="*/ 505580 h 2398711"/>
              <a:gd name="connsiteX77827" fmla="*/ 943266 w 2119654"/>
              <a:gd name="connsiteY77827" fmla="*/ 504554 h 2398711"/>
              <a:gd name="connsiteX77828" fmla="*/ 997545 w 2119654"/>
              <a:gd name="connsiteY77828" fmla="*/ 382417 h 2398711"/>
              <a:gd name="connsiteX77829" fmla="*/ 996167 w 2119654"/>
              <a:gd name="connsiteY77829" fmla="*/ 385852 h 2398711"/>
              <a:gd name="connsiteX77830" fmla="*/ 995398 w 2119654"/>
              <a:gd name="connsiteY77830" fmla="*/ 389803 h 2398711"/>
              <a:gd name="connsiteX77831" fmla="*/ 995961 w 2119654"/>
              <a:gd name="connsiteY77831" fmla="*/ 389101 h 2398711"/>
              <a:gd name="connsiteX77832" fmla="*/ 997591 w 2119654"/>
              <a:gd name="connsiteY77832" fmla="*/ 382471 h 2398711"/>
              <a:gd name="connsiteX77833" fmla="*/ 997698 w 2119654"/>
              <a:gd name="connsiteY77833" fmla="*/ 382035 h 2398711"/>
              <a:gd name="connsiteX77834" fmla="*/ 997628 w 2119654"/>
              <a:gd name="connsiteY77834" fmla="*/ 382211 h 2398711"/>
              <a:gd name="connsiteX77835" fmla="*/ 997649 w 2119654"/>
              <a:gd name="connsiteY77835" fmla="*/ 382236 h 2398711"/>
              <a:gd name="connsiteX77836" fmla="*/ 350891 w 2119654"/>
              <a:gd name="connsiteY77836" fmla="*/ 1829961 h 2398711"/>
              <a:gd name="connsiteX77837" fmla="*/ 354617 w 2119654"/>
              <a:gd name="connsiteY77837" fmla="*/ 1832178 h 2398711"/>
              <a:gd name="connsiteX77838" fmla="*/ 362051 w 2119654"/>
              <a:gd name="connsiteY77838" fmla="*/ 1831373 h 2398711"/>
              <a:gd name="connsiteX77839" fmla="*/ 366417 w 2119654"/>
              <a:gd name="connsiteY77839" fmla="*/ 1830720 h 2398711"/>
              <a:gd name="connsiteX77840" fmla="*/ 366437 w 2119654"/>
              <a:gd name="connsiteY77840" fmla="*/ 1830625 h 2398711"/>
              <a:gd name="connsiteX77841" fmla="*/ 1009862 w 2119654"/>
              <a:gd name="connsiteY77841" fmla="*/ 354395 h 2398711"/>
              <a:gd name="connsiteX77842" fmla="*/ 1009299 w 2119654"/>
              <a:gd name="connsiteY77842" fmla="*/ 355888 h 2398711"/>
              <a:gd name="connsiteX77843" fmla="*/ 1006307 w 2119654"/>
              <a:gd name="connsiteY77843" fmla="*/ 368054 h 2398711"/>
              <a:gd name="connsiteX77844" fmla="*/ 1006909 w 2119654"/>
              <a:gd name="connsiteY77844" fmla="*/ 369479 h 2398711"/>
              <a:gd name="connsiteX77845" fmla="*/ 1010883 w 2119654"/>
              <a:gd name="connsiteY77845" fmla="*/ 355841 h 2398711"/>
              <a:gd name="connsiteX77846" fmla="*/ 384663 w 2119654"/>
              <a:gd name="connsiteY77846" fmla="*/ 1754166 h 2398711"/>
              <a:gd name="connsiteX77847" fmla="*/ 383950 w 2119654"/>
              <a:gd name="connsiteY77847" fmla="*/ 1756871 h 2398711"/>
              <a:gd name="connsiteX77848" fmla="*/ 385722 w 2119654"/>
              <a:gd name="connsiteY77848" fmla="*/ 1757912 h 2398711"/>
              <a:gd name="connsiteX77849" fmla="*/ 389716 w 2119654"/>
              <a:gd name="connsiteY77849" fmla="*/ 1759022 h 2398711"/>
              <a:gd name="connsiteX77850" fmla="*/ 1023925 w 2119654"/>
              <a:gd name="connsiteY77850" fmla="*/ 322730 h 2398711"/>
              <a:gd name="connsiteX77851" fmla="*/ 1027675 w 2119654"/>
              <a:gd name="connsiteY77851" fmla="*/ 336484 h 2398711"/>
              <a:gd name="connsiteX77852" fmla="*/ 1031516 w 2119654"/>
              <a:gd name="connsiteY77852" fmla="*/ 328166 h 2398711"/>
              <a:gd name="connsiteX77853" fmla="*/ 381055 w 2119654"/>
              <a:gd name="connsiteY77853" fmla="*/ 1762220 h 2398711"/>
              <a:gd name="connsiteX77854" fmla="*/ 381461 w 2119654"/>
              <a:gd name="connsiteY77854" fmla="*/ 1762652 h 2398711"/>
              <a:gd name="connsiteX77855" fmla="*/ 381529 w 2119654"/>
              <a:gd name="connsiteY77855" fmla="*/ 1762346 h 2398711"/>
              <a:gd name="connsiteX77856" fmla="*/ 939609 w 2119654"/>
              <a:gd name="connsiteY77856" fmla="*/ 511469 h 2398711"/>
              <a:gd name="connsiteX77857" fmla="*/ 940394 w 2119654"/>
              <a:gd name="connsiteY77857" fmla="*/ 513286 h 2398711"/>
              <a:gd name="connsiteX77858" fmla="*/ 941197 w 2119654"/>
              <a:gd name="connsiteY77858" fmla="*/ 514206 h 2398711"/>
              <a:gd name="connsiteX77859" fmla="*/ 940683 w 2119654"/>
              <a:gd name="connsiteY77859" fmla="*/ 512704 h 2398711"/>
              <a:gd name="connsiteX77860" fmla="*/ 940156 w 2119654"/>
              <a:gd name="connsiteY77860" fmla="*/ 511686 h 2398711"/>
              <a:gd name="connsiteX77861" fmla="*/ 1010460 w 2119654"/>
              <a:gd name="connsiteY77861" fmla="*/ 352812 h 2398711"/>
              <a:gd name="connsiteX77862" fmla="*/ 1010005 w 2119654"/>
              <a:gd name="connsiteY77862" fmla="*/ 354016 h 2398711"/>
              <a:gd name="connsiteX77863" fmla="*/ 1011003 w 2119654"/>
              <a:gd name="connsiteY77863" fmla="*/ 355430 h 2398711"/>
              <a:gd name="connsiteX77864" fmla="*/ 1011419 w 2119654"/>
              <a:gd name="connsiteY77864" fmla="*/ 354002 h 2398711"/>
              <a:gd name="connsiteX77865" fmla="*/ 978405 w 2119654"/>
              <a:gd name="connsiteY77865" fmla="*/ 424476 h 2398711"/>
              <a:gd name="connsiteX77866" fmla="*/ 979023 w 2119654"/>
              <a:gd name="connsiteY77866" fmla="*/ 426501 h 2398711"/>
              <a:gd name="connsiteX77867" fmla="*/ 979338 w 2119654"/>
              <a:gd name="connsiteY77867" fmla="*/ 425519 h 2398711"/>
              <a:gd name="connsiteX77868" fmla="*/ 978779 w 2119654"/>
              <a:gd name="connsiteY77868" fmla="*/ 424789 h 2398711"/>
              <a:gd name="connsiteX77869" fmla="*/ 1028942 w 2119654"/>
              <a:gd name="connsiteY77869" fmla="*/ 311264 h 2398711"/>
              <a:gd name="connsiteX77870" fmla="*/ 1035140 w 2119654"/>
              <a:gd name="connsiteY77870" fmla="*/ 320319 h 2398711"/>
              <a:gd name="connsiteX77871" fmla="*/ 1035938 w 2119654"/>
              <a:gd name="connsiteY77871" fmla="*/ 318589 h 2398711"/>
              <a:gd name="connsiteX77872" fmla="*/ 1030834 w 2119654"/>
              <a:gd name="connsiteY77872" fmla="*/ 310448 h 2398711"/>
              <a:gd name="connsiteX77873" fmla="*/ 1030004 w 2119654"/>
              <a:gd name="connsiteY77873" fmla="*/ 309855 h 2398711"/>
              <a:gd name="connsiteX77874" fmla="*/ 384912 w 2119654"/>
              <a:gd name="connsiteY77874" fmla="*/ 1753224 h 2398711"/>
              <a:gd name="connsiteX77875" fmla="*/ 384901 w 2119654"/>
              <a:gd name="connsiteY77875" fmla="*/ 1753264 h 2398711"/>
              <a:gd name="connsiteX77876" fmla="*/ 384969 w 2119654"/>
              <a:gd name="connsiteY77876" fmla="*/ 1753281 h 2398711"/>
              <a:gd name="connsiteX77877" fmla="*/ 987814 w 2119654"/>
              <a:gd name="connsiteY77877" fmla="*/ 403047 h 2398711"/>
              <a:gd name="connsiteX77878" fmla="*/ 988628 w 2119654"/>
              <a:gd name="connsiteY77878" fmla="*/ 404273 h 2398711"/>
              <a:gd name="connsiteX77879" fmla="*/ 989333 w 2119654"/>
              <a:gd name="connsiteY77879" fmla="*/ 402515 h 2398711"/>
              <a:gd name="connsiteX77880" fmla="*/ 988762 w 2119654"/>
              <a:gd name="connsiteY77880" fmla="*/ 401863 h 2398711"/>
              <a:gd name="connsiteX77881" fmla="*/ 357874 w 2119654"/>
              <a:gd name="connsiteY77881" fmla="*/ 1813314 h 2398711"/>
              <a:gd name="connsiteX77882" fmla="*/ 358319 w 2119654"/>
              <a:gd name="connsiteY77882" fmla="*/ 1813517 h 2398711"/>
              <a:gd name="connsiteX77883" fmla="*/ 359573 w 2119654"/>
              <a:gd name="connsiteY77883" fmla="*/ 1813392 h 2398711"/>
              <a:gd name="connsiteX77884" fmla="*/ 359450 w 2119654"/>
              <a:gd name="connsiteY77884" fmla="*/ 1813344 h 2398711"/>
              <a:gd name="connsiteX77885" fmla="*/ 1012464 w 2119654"/>
              <a:gd name="connsiteY77885" fmla="*/ 347506 h 2398711"/>
              <a:gd name="connsiteX77886" fmla="*/ 1011663 w 2119654"/>
              <a:gd name="connsiteY77886" fmla="*/ 349626 h 2398711"/>
              <a:gd name="connsiteX77887" fmla="*/ 1012421 w 2119654"/>
              <a:gd name="connsiteY77887" fmla="*/ 350565 h 2398711"/>
              <a:gd name="connsiteX77888" fmla="*/ 1013087 w 2119654"/>
              <a:gd name="connsiteY77888" fmla="*/ 348278 h 2398711"/>
              <a:gd name="connsiteX77889" fmla="*/ 381826 w 2119654"/>
              <a:gd name="connsiteY77889" fmla="*/ 1759599 h 2398711"/>
              <a:gd name="connsiteX77890" fmla="*/ 381869 w 2119654"/>
              <a:gd name="connsiteY77890" fmla="*/ 1760044 h 2398711"/>
              <a:gd name="connsiteX77891" fmla="*/ 382037 w 2119654"/>
              <a:gd name="connsiteY77891" fmla="*/ 1760047 h 2398711"/>
              <a:gd name="connsiteX77892" fmla="*/ 382099 w 2119654"/>
              <a:gd name="connsiteY77892" fmla="*/ 1759768 h 2398711"/>
              <a:gd name="connsiteX77893" fmla="*/ 385318 w 2119654"/>
              <a:gd name="connsiteY77893" fmla="*/ 1751685 h 2398711"/>
              <a:gd name="connsiteX77894" fmla="*/ 385063 w 2119654"/>
              <a:gd name="connsiteY77894" fmla="*/ 1752651 h 2398711"/>
              <a:gd name="connsiteX77895" fmla="*/ 386002 w 2119654"/>
              <a:gd name="connsiteY77895" fmla="*/ 1753557 h 2398711"/>
              <a:gd name="connsiteX77896" fmla="*/ 396672 w 2119654"/>
              <a:gd name="connsiteY77896" fmla="*/ 1756403 h 2398711"/>
              <a:gd name="connsiteX77897" fmla="*/ 392268 w 2119654"/>
              <a:gd name="connsiteY77897" fmla="*/ 1754573 h 2398711"/>
              <a:gd name="connsiteX77898" fmla="*/ 388595 w 2119654"/>
              <a:gd name="connsiteY77898" fmla="*/ 1754247 h 2398711"/>
              <a:gd name="connsiteX77899" fmla="*/ 388397 w 2119654"/>
              <a:gd name="connsiteY77899" fmla="*/ 1754062 h 2398711"/>
              <a:gd name="connsiteX77900" fmla="*/ 391755 w 2119654"/>
              <a:gd name="connsiteY77900" fmla="*/ 1754359 h 2398711"/>
              <a:gd name="connsiteX77901" fmla="*/ 987345 w 2119654"/>
              <a:gd name="connsiteY77901" fmla="*/ 403632 h 2398711"/>
              <a:gd name="connsiteX77902" fmla="*/ 988315 w 2119654"/>
              <a:gd name="connsiteY77902" fmla="*/ 405052 h 2398711"/>
              <a:gd name="connsiteX77903" fmla="*/ 988392 w 2119654"/>
              <a:gd name="connsiteY77903" fmla="*/ 404862 h 2398711"/>
              <a:gd name="connsiteX77904" fmla="*/ 987471 w 2119654"/>
              <a:gd name="connsiteY77904" fmla="*/ 403475 h 2398711"/>
              <a:gd name="connsiteX77905" fmla="*/ 1020893 w 2119654"/>
              <a:gd name="connsiteY77905" fmla="*/ 328475 h 2398711"/>
              <a:gd name="connsiteX77906" fmla="*/ 1019322 w 2119654"/>
              <a:gd name="connsiteY77906" fmla="*/ 332692 h 2398711"/>
              <a:gd name="connsiteX77907" fmla="*/ 1016204 w 2119654"/>
              <a:gd name="connsiteY77907" fmla="*/ 343391 h 2398711"/>
              <a:gd name="connsiteX77908" fmla="*/ 1018370 w 2119654"/>
              <a:gd name="connsiteY77908" fmla="*/ 351333 h 2398711"/>
              <a:gd name="connsiteX77909" fmla="*/ 1019927 w 2119654"/>
              <a:gd name="connsiteY77909" fmla="*/ 353265 h 2398711"/>
              <a:gd name="connsiteX77910" fmla="*/ 1027238 w 2119654"/>
              <a:gd name="connsiteY77910" fmla="*/ 337432 h 2398711"/>
              <a:gd name="connsiteX77911" fmla="*/ 986703 w 2119654"/>
              <a:gd name="connsiteY77911" fmla="*/ 404942 h 2398711"/>
              <a:gd name="connsiteX77912" fmla="*/ 987830 w 2119654"/>
              <a:gd name="connsiteY77912" fmla="*/ 406262 h 2398711"/>
              <a:gd name="connsiteX77913" fmla="*/ 987945 w 2119654"/>
              <a:gd name="connsiteY77913" fmla="*/ 405976 h 2398711"/>
              <a:gd name="connsiteX77914" fmla="*/ 987585 w 2119654"/>
              <a:gd name="connsiteY77914" fmla="*/ 405448 h 2398711"/>
              <a:gd name="connsiteX77915" fmla="*/ 986523 w 2119654"/>
              <a:gd name="connsiteY77915" fmla="*/ 405286 h 2398711"/>
              <a:gd name="connsiteX77916" fmla="*/ 984265 w 2119654"/>
              <a:gd name="connsiteY77916" fmla="*/ 412904 h 2398711"/>
              <a:gd name="connsiteX77917" fmla="*/ 984947 w 2119654"/>
              <a:gd name="connsiteY77917" fmla="*/ 413715 h 2398711"/>
              <a:gd name="connsiteX77918" fmla="*/ 987638 w 2119654"/>
              <a:gd name="connsiteY77918" fmla="*/ 406742 h 2398711"/>
              <a:gd name="connsiteX77919" fmla="*/ 987679 w 2119654"/>
              <a:gd name="connsiteY77919" fmla="*/ 406640 h 2398711"/>
              <a:gd name="connsiteX77920" fmla="*/ 996969 w 2119654"/>
              <a:gd name="connsiteY77920" fmla="*/ 381731 h 2398711"/>
              <a:gd name="connsiteX77921" fmla="*/ 996303 w 2119654"/>
              <a:gd name="connsiteY77921" fmla="*/ 385152 h 2398711"/>
              <a:gd name="connsiteX77922" fmla="*/ 997447 w 2119654"/>
              <a:gd name="connsiteY77922" fmla="*/ 382301 h 2398711"/>
              <a:gd name="connsiteX77923" fmla="*/ 309633 w 2119654"/>
              <a:gd name="connsiteY77923" fmla="*/ 1920771 h 2398711"/>
              <a:gd name="connsiteX77924" fmla="*/ 311408 w 2119654"/>
              <a:gd name="connsiteY77924" fmla="*/ 1921564 h 2398711"/>
              <a:gd name="connsiteX77925" fmla="*/ 322542 w 2119654"/>
              <a:gd name="connsiteY77925" fmla="*/ 1923926 h 2398711"/>
              <a:gd name="connsiteX77926" fmla="*/ 373598 w 2119654"/>
              <a:gd name="connsiteY77926" fmla="*/ 1932131 h 2398711"/>
              <a:gd name="connsiteX77927" fmla="*/ 350168 w 2119654"/>
              <a:gd name="connsiteY77927" fmla="*/ 1918168 h 2398711"/>
              <a:gd name="connsiteX77928" fmla="*/ 338487 w 2119654"/>
              <a:gd name="connsiteY77928" fmla="*/ 1916772 h 2398711"/>
              <a:gd name="connsiteX77929" fmla="*/ 361326 w 2119654"/>
              <a:gd name="connsiteY77929" fmla="*/ 1805016 h 2398711"/>
              <a:gd name="connsiteX77930" fmla="*/ 363496 w 2119654"/>
              <a:gd name="connsiteY77930" fmla="*/ 1806310 h 2398711"/>
              <a:gd name="connsiteX77931" fmla="*/ 363402 w 2119654"/>
              <a:gd name="connsiteY77931" fmla="*/ 1805641 h 2398711"/>
              <a:gd name="connsiteX77932" fmla="*/ 986811 w 2119654"/>
              <a:gd name="connsiteY77932" fmla="*/ 404316 h 2398711"/>
              <a:gd name="connsiteX77933" fmla="*/ 986710 w 2119654"/>
              <a:gd name="connsiteY77933" fmla="*/ 404657 h 2398711"/>
              <a:gd name="connsiteX77934" fmla="*/ 987259 w 2119654"/>
              <a:gd name="connsiteY77934" fmla="*/ 404973 h 2398711"/>
              <a:gd name="connsiteX77935" fmla="*/ 385658 w 2119654"/>
              <a:gd name="connsiteY77935" fmla="*/ 1750399 h 2398711"/>
              <a:gd name="connsiteX77936" fmla="*/ 385491 w 2119654"/>
              <a:gd name="connsiteY77936" fmla="*/ 1751029 h 2398711"/>
              <a:gd name="connsiteX77937" fmla="*/ 393981 w 2119654"/>
              <a:gd name="connsiteY77937" fmla="*/ 1754556 h 2398711"/>
              <a:gd name="connsiteX77938" fmla="*/ 395764 w 2119654"/>
              <a:gd name="connsiteY77938" fmla="*/ 1754714 h 2398711"/>
              <a:gd name="connsiteX77939" fmla="*/ 386449 w 2119654"/>
              <a:gd name="connsiteY77939" fmla="*/ 1750622 h 2398711"/>
              <a:gd name="connsiteX77940" fmla="*/ 939272 w 2119654"/>
              <a:gd name="connsiteY77940" fmla="*/ 510670 h 2398711"/>
              <a:gd name="connsiteX77941" fmla="*/ 939661 w 2119654"/>
              <a:gd name="connsiteY77941" fmla="*/ 510825 h 2398711"/>
              <a:gd name="connsiteX77942" fmla="*/ 939370 w 2119654"/>
              <a:gd name="connsiteY77942" fmla="*/ 510520 h 2398711"/>
              <a:gd name="connsiteX77943" fmla="*/ 1014499 w 2119654"/>
              <a:gd name="connsiteY77943" fmla="*/ 342116 h 2398711"/>
              <a:gd name="connsiteX77944" fmla="*/ 1013135 w 2119654"/>
              <a:gd name="connsiteY77944" fmla="*/ 345731 h 2398711"/>
              <a:gd name="connsiteX77945" fmla="*/ 1013665 w 2119654"/>
              <a:gd name="connsiteY77945" fmla="*/ 346298 h 2398711"/>
              <a:gd name="connsiteX77946" fmla="*/ 1014478 w 2119654"/>
              <a:gd name="connsiteY77946" fmla="*/ 343506 h 2398711"/>
              <a:gd name="connsiteX77947" fmla="*/ 1014689 w 2119654"/>
              <a:gd name="connsiteY77947" fmla="*/ 342940 h 2398711"/>
              <a:gd name="connsiteX77948" fmla="*/ 1023148 w 2119654"/>
              <a:gd name="connsiteY77948" fmla="*/ 322426 h 2398711"/>
              <a:gd name="connsiteX77949" fmla="*/ 1021001 w 2119654"/>
              <a:gd name="connsiteY77949" fmla="*/ 328186 h 2398711"/>
              <a:gd name="connsiteX77950" fmla="*/ 1026848 w 2119654"/>
              <a:gd name="connsiteY77950" fmla="*/ 336210 h 2398711"/>
              <a:gd name="connsiteX77951" fmla="*/ 1026944 w 2119654"/>
              <a:gd name="connsiteY77951" fmla="*/ 336344 h 2398711"/>
              <a:gd name="connsiteX77952" fmla="*/ 386303 w 2119654"/>
              <a:gd name="connsiteY77952" fmla="*/ 1747954 h 2398711"/>
              <a:gd name="connsiteX77953" fmla="*/ 386196 w 2119654"/>
              <a:gd name="connsiteY77953" fmla="*/ 1748360 h 2398711"/>
              <a:gd name="connsiteX77954" fmla="*/ 386386 w 2119654"/>
              <a:gd name="connsiteY77954" fmla="*/ 1748444 h 2398711"/>
              <a:gd name="connsiteX77955" fmla="*/ 387577 w 2119654"/>
              <a:gd name="connsiteY77955" fmla="*/ 1748773 h 2398711"/>
              <a:gd name="connsiteX77956" fmla="*/ 387881 w 2119654"/>
              <a:gd name="connsiteY77956" fmla="*/ 1748812 h 2398711"/>
              <a:gd name="connsiteX77957" fmla="*/ 997429 w 2119654"/>
              <a:gd name="connsiteY77957" fmla="*/ 379364 h 2398711"/>
              <a:gd name="connsiteX77958" fmla="*/ 997016 w 2119654"/>
              <a:gd name="connsiteY77958" fmla="*/ 381484 h 2398711"/>
              <a:gd name="connsiteX77959" fmla="*/ 997530 w 2119654"/>
              <a:gd name="connsiteY77959" fmla="*/ 382095 h 2398711"/>
              <a:gd name="connsiteX77960" fmla="*/ 997682 w 2119654"/>
              <a:gd name="connsiteY77960" fmla="*/ 381717 h 2398711"/>
              <a:gd name="connsiteX77961" fmla="*/ 997792 w 2119654"/>
              <a:gd name="connsiteY77961" fmla="*/ 381653 h 2398711"/>
              <a:gd name="connsiteX77962" fmla="*/ 998196 w 2119654"/>
              <a:gd name="connsiteY77962" fmla="*/ 380009 h 2398711"/>
              <a:gd name="connsiteX77963" fmla="*/ 962878 w 2119654"/>
              <a:gd name="connsiteY77963" fmla="*/ 456352 h 2398711"/>
              <a:gd name="connsiteX77964" fmla="*/ 963439 w 2119654"/>
              <a:gd name="connsiteY77964" fmla="*/ 457807 h 2398711"/>
              <a:gd name="connsiteX77965" fmla="*/ 963441 w 2119654"/>
              <a:gd name="connsiteY77965" fmla="*/ 457101 h 2398711"/>
              <a:gd name="connsiteX77966" fmla="*/ 1025707 w 2119654"/>
              <a:gd name="connsiteY77966" fmla="*/ 315561 h 2398711"/>
              <a:gd name="connsiteX77967" fmla="*/ 1023549 w 2119654"/>
              <a:gd name="connsiteY77967" fmla="*/ 321351 h 2398711"/>
              <a:gd name="connsiteX77968" fmla="*/ 1023645 w 2119654"/>
              <a:gd name="connsiteY77968" fmla="*/ 321708 h 2398711"/>
              <a:gd name="connsiteX77969" fmla="*/ 1031801 w 2119654"/>
              <a:gd name="connsiteY77969" fmla="*/ 327549 h 2398711"/>
              <a:gd name="connsiteX77970" fmla="*/ 1034855 w 2119654"/>
              <a:gd name="connsiteY77970" fmla="*/ 320934 h 2398711"/>
              <a:gd name="connsiteX77971" fmla="*/ 1032333 w 2119654"/>
              <a:gd name="connsiteY77971" fmla="*/ 316912 h 2398711"/>
              <a:gd name="connsiteX77972" fmla="*/ 1028694 w 2119654"/>
              <a:gd name="connsiteY77972" fmla="*/ 311594 h 2398711"/>
              <a:gd name="connsiteX77973" fmla="*/ 398311 w 2119654"/>
              <a:gd name="connsiteY77973" fmla="*/ 1719840 h 2398711"/>
              <a:gd name="connsiteX77974" fmla="*/ 407663 w 2119654"/>
              <a:gd name="connsiteY77974" fmla="*/ 1725349 h 2398711"/>
              <a:gd name="connsiteX77975" fmla="*/ 408075 w 2119654"/>
              <a:gd name="connsiteY77975" fmla="*/ 1723197 h 2398711"/>
              <a:gd name="connsiteX77976" fmla="*/ 407964 w 2119654"/>
              <a:gd name="connsiteY77976" fmla="*/ 1723092 h 2398711"/>
              <a:gd name="connsiteX77977" fmla="*/ 400277 w 2119654"/>
              <a:gd name="connsiteY77977" fmla="*/ 1720315 h 2398711"/>
              <a:gd name="connsiteX77978" fmla="*/ 381587 w 2119654"/>
              <a:gd name="connsiteY77978" fmla="*/ 1757098 h 2398711"/>
              <a:gd name="connsiteX77979" fmla="*/ 381601 w 2119654"/>
              <a:gd name="connsiteY77979" fmla="*/ 1757242 h 2398711"/>
              <a:gd name="connsiteX77980" fmla="*/ 382513 w 2119654"/>
              <a:gd name="connsiteY77980" fmla="*/ 1757896 h 2398711"/>
              <a:gd name="connsiteX77981" fmla="*/ 382562 w 2119654"/>
              <a:gd name="connsiteY77981" fmla="*/ 1757671 h 2398711"/>
              <a:gd name="connsiteX77982" fmla="*/ 1020083 w 2119654"/>
              <a:gd name="connsiteY77982" fmla="*/ 327331 h 2398711"/>
              <a:gd name="connsiteX77983" fmla="*/ 1015287 w 2119654"/>
              <a:gd name="connsiteY77983" fmla="*/ 340031 h 2398711"/>
              <a:gd name="connsiteX77984" fmla="*/ 1015492 w 2119654"/>
              <a:gd name="connsiteY77984" fmla="*/ 340785 h 2398711"/>
              <a:gd name="connsiteX77985" fmla="*/ 1020361 w 2119654"/>
              <a:gd name="connsiteY77985" fmla="*/ 327724 h 2398711"/>
              <a:gd name="connsiteX77986" fmla="*/ 1027718 w 2119654"/>
              <a:gd name="connsiteY77986" fmla="*/ 310166 h 2398711"/>
              <a:gd name="connsiteX77987" fmla="*/ 1025906 w 2119654"/>
              <a:gd name="connsiteY77987" fmla="*/ 315027 h 2398711"/>
              <a:gd name="connsiteX77988" fmla="*/ 1028598 w 2119654"/>
              <a:gd name="connsiteY77988" fmla="*/ 311452 h 2398711"/>
              <a:gd name="connsiteX77989" fmla="*/ 958155 w 2119654"/>
              <a:gd name="connsiteY77989" fmla="*/ 465701 h 2398711"/>
              <a:gd name="connsiteX77990" fmla="*/ 957769 w 2119654"/>
              <a:gd name="connsiteY77990" fmla="*/ 470540 h 2398711"/>
              <a:gd name="connsiteX77991" fmla="*/ 958350 w 2119654"/>
              <a:gd name="connsiteY77991" fmla="*/ 471280 h 2398711"/>
              <a:gd name="connsiteX77992" fmla="*/ 960168 w 2119654"/>
              <a:gd name="connsiteY77992" fmla="*/ 469196 h 2398711"/>
              <a:gd name="connsiteX77993" fmla="*/ 959131 w 2119654"/>
              <a:gd name="connsiteY77993" fmla="*/ 466791 h 2398711"/>
              <a:gd name="connsiteX77994" fmla="*/ 1028291 w 2119654"/>
              <a:gd name="connsiteY77994" fmla="*/ 308628 h 2398711"/>
              <a:gd name="connsiteX77995" fmla="*/ 1027974 w 2119654"/>
              <a:gd name="connsiteY77995" fmla="*/ 309478 h 2398711"/>
              <a:gd name="connsiteX77996" fmla="*/ 1027995 w 2119654"/>
              <a:gd name="connsiteY77996" fmla="*/ 309449 h 2398711"/>
              <a:gd name="connsiteX77997" fmla="*/ 1028301 w 2119654"/>
              <a:gd name="connsiteY77997" fmla="*/ 309371 h 2398711"/>
              <a:gd name="connsiteX77998" fmla="*/ 1027958 w 2119654"/>
              <a:gd name="connsiteY77998" fmla="*/ 309825 h 2398711"/>
              <a:gd name="connsiteX77999" fmla="*/ 1028845 w 2119654"/>
              <a:gd name="connsiteY77999" fmla="*/ 311123 h 2398711"/>
              <a:gd name="connsiteX78000" fmla="*/ 1029872 w 2119654"/>
              <a:gd name="connsiteY78000" fmla="*/ 309760 h 2398711"/>
              <a:gd name="connsiteX78001" fmla="*/ 362873 w 2119654"/>
              <a:gd name="connsiteY78001" fmla="*/ 1798519 h 2398711"/>
              <a:gd name="connsiteX78002" fmla="*/ 366343 w 2119654"/>
              <a:gd name="connsiteY78002" fmla="*/ 1801307 h 2398711"/>
              <a:gd name="connsiteX78003" fmla="*/ 372867 w 2119654"/>
              <a:gd name="connsiteY78003" fmla="*/ 1801535 h 2398711"/>
              <a:gd name="connsiteX78004" fmla="*/ 373204 w 2119654"/>
              <a:gd name="connsiteY78004" fmla="*/ 1800009 h 2398711"/>
              <a:gd name="connsiteX78005" fmla="*/ 370988 w 2119654"/>
              <a:gd name="connsiteY78005" fmla="*/ 1798728 h 2398711"/>
              <a:gd name="connsiteX78006" fmla="*/ 1028812 w 2119654"/>
              <a:gd name="connsiteY78006" fmla="*/ 307228 h 2398711"/>
              <a:gd name="connsiteX78007" fmla="*/ 1028616 w 2119654"/>
              <a:gd name="connsiteY78007" fmla="*/ 307756 h 2398711"/>
              <a:gd name="connsiteX78008" fmla="*/ 1029575 w 2119654"/>
              <a:gd name="connsiteY78008" fmla="*/ 308444 h 2398711"/>
              <a:gd name="connsiteX78009" fmla="*/ 1022268 w 2119654"/>
              <a:gd name="connsiteY78009" fmla="*/ 321543 h 2398711"/>
              <a:gd name="connsiteX78010" fmla="*/ 1020184 w 2119654"/>
              <a:gd name="connsiteY78010" fmla="*/ 327064 h 2398711"/>
              <a:gd name="connsiteX78011" fmla="*/ 1020464 w 2119654"/>
              <a:gd name="connsiteY78011" fmla="*/ 327448 h 2398711"/>
              <a:gd name="connsiteX78012" fmla="*/ 1022581 w 2119654"/>
              <a:gd name="connsiteY78012" fmla="*/ 321767 h 2398711"/>
              <a:gd name="connsiteX78013" fmla="*/ 1022640 w 2119654"/>
              <a:gd name="connsiteY78013" fmla="*/ 320561 h 2398711"/>
              <a:gd name="connsiteX78014" fmla="*/ 1022513 w 2119654"/>
              <a:gd name="connsiteY78014" fmla="*/ 320896 h 2398711"/>
              <a:gd name="connsiteX78015" fmla="*/ 1022783 w 2119654"/>
              <a:gd name="connsiteY78015" fmla="*/ 321089 h 2398711"/>
              <a:gd name="connsiteX78016" fmla="*/ 990776 w 2119654"/>
              <a:gd name="connsiteY78016" fmla="*/ 391775 h 2398711"/>
              <a:gd name="connsiteX78017" fmla="*/ 988717 w 2119654"/>
              <a:gd name="connsiteY78017" fmla="*/ 398137 h 2398711"/>
              <a:gd name="connsiteX78018" fmla="*/ 991796 w 2119654"/>
              <a:gd name="connsiteY78018" fmla="*/ 394296 h 2398711"/>
              <a:gd name="connsiteX78019" fmla="*/ 991055 w 2119654"/>
              <a:gd name="connsiteY78019" fmla="*/ 392107 h 2398711"/>
              <a:gd name="connsiteX78020" fmla="*/ 379489 w 2119654"/>
              <a:gd name="connsiteY78020" fmla="*/ 1760552 h 2398711"/>
              <a:gd name="connsiteX78021" fmla="*/ 380075 w 2119654"/>
              <a:gd name="connsiteY78021" fmla="*/ 1761176 h 2398711"/>
              <a:gd name="connsiteX78022" fmla="*/ 381476 w 2119654"/>
              <a:gd name="connsiteY78022" fmla="*/ 1761552 h 2398711"/>
              <a:gd name="connsiteX78023" fmla="*/ 381383 w 2119654"/>
              <a:gd name="connsiteY78023" fmla="*/ 1760575 h 2398711"/>
              <a:gd name="connsiteX78024" fmla="*/ 1023310 w 2119654"/>
              <a:gd name="connsiteY78024" fmla="*/ 318785 h 2398711"/>
              <a:gd name="connsiteX78025" fmla="*/ 1023042 w 2119654"/>
              <a:gd name="connsiteY78025" fmla="*/ 319495 h 2398711"/>
              <a:gd name="connsiteX78026" fmla="*/ 1023205 w 2119654"/>
              <a:gd name="connsiteY78026" fmla="*/ 320092 h 2398711"/>
              <a:gd name="connsiteX78027" fmla="*/ 1024088 w 2119654"/>
              <a:gd name="connsiteY78027" fmla="*/ 317722 h 2398711"/>
              <a:gd name="connsiteX78028" fmla="*/ 380954 w 2119654"/>
              <a:gd name="connsiteY78028" fmla="*/ 1756779 h 2398711"/>
              <a:gd name="connsiteX78029" fmla="*/ 381024 w 2119654"/>
              <a:gd name="connsiteY78029" fmla="*/ 1756830 h 2398711"/>
              <a:gd name="connsiteX78030" fmla="*/ 381021 w 2119654"/>
              <a:gd name="connsiteY78030" fmla="*/ 1756798 h 2398711"/>
              <a:gd name="connsiteX78031" fmla="*/ 388593 w 2119654"/>
              <a:gd name="connsiteY78031" fmla="*/ 1739275 h 2398711"/>
              <a:gd name="connsiteX78032" fmla="*/ 388310 w 2119654"/>
              <a:gd name="connsiteY78032" fmla="*/ 1740349 h 2398711"/>
              <a:gd name="connsiteX78033" fmla="*/ 395016 w 2119654"/>
              <a:gd name="connsiteY78033" fmla="*/ 1742988 h 2398711"/>
              <a:gd name="connsiteX78034" fmla="*/ 402058 w 2119654"/>
              <a:gd name="connsiteY78034" fmla="*/ 1743758 h 2398711"/>
              <a:gd name="connsiteX78035" fmla="*/ 1025433 w 2119654"/>
              <a:gd name="connsiteY78035" fmla="*/ 313164 h 2398711"/>
              <a:gd name="connsiteX78036" fmla="*/ 1023545 w 2119654"/>
              <a:gd name="connsiteY78036" fmla="*/ 318163 h 2398711"/>
              <a:gd name="connsiteX78037" fmla="*/ 1024295 w 2119654"/>
              <a:gd name="connsiteY78037" fmla="*/ 317167 h 2398711"/>
              <a:gd name="connsiteX78038" fmla="*/ 1026131 w 2119654"/>
              <a:gd name="connsiteY78038" fmla="*/ 312240 h 2398711"/>
              <a:gd name="connsiteX78039" fmla="*/ 982035 w 2119654"/>
              <a:gd name="connsiteY78039" fmla="*/ 410255 h 2398711"/>
              <a:gd name="connsiteX78040" fmla="*/ 982040 w 2119654"/>
              <a:gd name="connsiteY78040" fmla="*/ 410261 h 2398711"/>
              <a:gd name="connsiteX78041" fmla="*/ 983625 w 2119654"/>
              <a:gd name="connsiteY78041" fmla="*/ 412144 h 2398711"/>
              <a:gd name="connsiteX78042" fmla="*/ 985693 w 2119654"/>
              <a:gd name="connsiteY78042" fmla="*/ 405692 h 2398711"/>
              <a:gd name="connsiteX78043" fmla="*/ 348547 w 2119654"/>
              <a:gd name="connsiteY78043" fmla="*/ 1828567 h 2398711"/>
              <a:gd name="connsiteX78044" fmla="*/ 350454 w 2119654"/>
              <a:gd name="connsiteY78044" fmla="*/ 1829701 h 2398711"/>
              <a:gd name="connsiteX78045" fmla="*/ 361967 w 2119654"/>
              <a:gd name="connsiteY78045" fmla="*/ 1830191 h 2398711"/>
              <a:gd name="connsiteX78046" fmla="*/ 366504 w 2119654"/>
              <a:gd name="connsiteY78046" fmla="*/ 1830323 h 2398711"/>
              <a:gd name="connsiteX78047" fmla="*/ 366547 w 2119654"/>
              <a:gd name="connsiteY78047" fmla="*/ 1830131 h 2398711"/>
              <a:gd name="connsiteX78048" fmla="*/ 352073 w 2119654"/>
              <a:gd name="connsiteY78048" fmla="*/ 1828513 h 2398711"/>
              <a:gd name="connsiteX78049" fmla="*/ 397281 w 2119654"/>
              <a:gd name="connsiteY78049" fmla="*/ 1719233 h 2398711"/>
              <a:gd name="connsiteX78050" fmla="*/ 397296 w 2119654"/>
              <a:gd name="connsiteY78050" fmla="*/ 1719242 h 2398711"/>
              <a:gd name="connsiteX78051" fmla="*/ 397325 w 2119654"/>
              <a:gd name="connsiteY78051" fmla="*/ 1719249 h 2398711"/>
              <a:gd name="connsiteX78052" fmla="*/ 945684 w 2119654"/>
              <a:gd name="connsiteY78052" fmla="*/ 491211 h 2398711"/>
              <a:gd name="connsiteX78053" fmla="*/ 946498 w 2119654"/>
              <a:gd name="connsiteY78053" fmla="*/ 492146 h 2398711"/>
              <a:gd name="connsiteX78054" fmla="*/ 946684 w 2119654"/>
              <a:gd name="connsiteY78054" fmla="*/ 491889 h 2398711"/>
              <a:gd name="connsiteX78055" fmla="*/ 946627 w 2119654"/>
              <a:gd name="connsiteY78055" fmla="*/ 491691 h 2398711"/>
              <a:gd name="connsiteX78056" fmla="*/ 1026975 w 2119654"/>
              <a:gd name="connsiteY78056" fmla="*/ 309081 h 2398711"/>
              <a:gd name="connsiteX78057" fmla="*/ 1025678 w 2119654"/>
              <a:gd name="connsiteY78057" fmla="*/ 312516 h 2398711"/>
              <a:gd name="connsiteX78058" fmla="*/ 1026370 w 2119654"/>
              <a:gd name="connsiteY78058" fmla="*/ 311600 h 2398711"/>
              <a:gd name="connsiteX78059" fmla="*/ 1027191 w 2119654"/>
              <a:gd name="connsiteY78059" fmla="*/ 309397 h 2398711"/>
              <a:gd name="connsiteX78060" fmla="*/ 392296 w 2119654"/>
              <a:gd name="connsiteY78060" fmla="*/ 1730201 h 2398711"/>
              <a:gd name="connsiteX78061" fmla="*/ 394428 w 2119654"/>
              <a:gd name="connsiteY78061" fmla="*/ 1730852 h 2398711"/>
              <a:gd name="connsiteX78062" fmla="*/ 393502 w 2119654"/>
              <a:gd name="connsiteY78062" fmla="*/ 1730142 h 2398711"/>
              <a:gd name="connsiteX78063" fmla="*/ 383110 w 2119654"/>
              <a:gd name="connsiteY78063" fmla="*/ 1750768 h 2398711"/>
              <a:gd name="connsiteX78064" fmla="*/ 383916 w 2119654"/>
              <a:gd name="connsiteY78064" fmla="*/ 1751545 h 2398711"/>
              <a:gd name="connsiteX78065" fmla="*/ 384005 w 2119654"/>
              <a:gd name="connsiteY78065" fmla="*/ 1751140 h 2398711"/>
              <a:gd name="connsiteX78066" fmla="*/ 1027390 w 2119654"/>
              <a:gd name="connsiteY78066" fmla="*/ 307982 h 2398711"/>
              <a:gd name="connsiteX78067" fmla="*/ 1027144 w 2119654"/>
              <a:gd name="connsiteY78067" fmla="*/ 308633 h 2398711"/>
              <a:gd name="connsiteX78068" fmla="*/ 1027359 w 2119654"/>
              <a:gd name="connsiteY78068" fmla="*/ 308948 h 2398711"/>
              <a:gd name="connsiteX78069" fmla="*/ 1027650 w 2119654"/>
              <a:gd name="connsiteY78069" fmla="*/ 308168 h 2398711"/>
              <a:gd name="connsiteX78070" fmla="*/ 1028103 w 2119654"/>
              <a:gd name="connsiteY78070" fmla="*/ 306095 h 2398711"/>
              <a:gd name="connsiteX78071" fmla="*/ 1027717 w 2119654"/>
              <a:gd name="connsiteY78071" fmla="*/ 307114 h 2398711"/>
              <a:gd name="connsiteX78072" fmla="*/ 1027974 w 2119654"/>
              <a:gd name="connsiteY78072" fmla="*/ 307298 h 2398711"/>
              <a:gd name="connsiteX78073" fmla="*/ 1028303 w 2119654"/>
              <a:gd name="connsiteY78073" fmla="*/ 306415 h 2398711"/>
              <a:gd name="connsiteX78074" fmla="*/ 389397 w 2119654"/>
              <a:gd name="connsiteY78074" fmla="*/ 1736228 h 2398711"/>
              <a:gd name="connsiteX78075" fmla="*/ 389210 w 2119654"/>
              <a:gd name="connsiteY78075" fmla="*/ 1736938 h 2398711"/>
              <a:gd name="connsiteX78076" fmla="*/ 389544 w 2119654"/>
              <a:gd name="connsiteY78076" fmla="*/ 1737046 h 2398711"/>
              <a:gd name="connsiteX78077" fmla="*/ 390548 w 2119654"/>
              <a:gd name="connsiteY78077" fmla="*/ 1737224 h 2398711"/>
              <a:gd name="connsiteX78078" fmla="*/ 389726 w 2119654"/>
              <a:gd name="connsiteY78078" fmla="*/ 1737104 h 2398711"/>
              <a:gd name="connsiteX78079" fmla="*/ 404499 w 2119654"/>
              <a:gd name="connsiteY78079" fmla="*/ 1741839 h 2398711"/>
              <a:gd name="connsiteX78080" fmla="*/ 404823 w 2119654"/>
              <a:gd name="connsiteY78080" fmla="*/ 1740148 h 2398711"/>
              <a:gd name="connsiteX78081" fmla="*/ 403297 w 2119654"/>
              <a:gd name="connsiteY78081" fmla="*/ 1739480 h 2398711"/>
              <a:gd name="connsiteX78082" fmla="*/ 390548 w 2119654"/>
              <a:gd name="connsiteY78082" fmla="*/ 1737224 h 2398711"/>
              <a:gd name="connsiteX78083" fmla="*/ 401895 w 2119654"/>
              <a:gd name="connsiteY78083" fmla="*/ 1738868 h 2398711"/>
              <a:gd name="connsiteX78084" fmla="*/ 397670 w 2119654"/>
              <a:gd name="connsiteY78084" fmla="*/ 1737021 h 2398711"/>
              <a:gd name="connsiteX78085" fmla="*/ 395183 w 2119654"/>
              <a:gd name="connsiteY78085" fmla="*/ 1736938 h 2398711"/>
              <a:gd name="connsiteX78086" fmla="*/ 394925 w 2119654"/>
              <a:gd name="connsiteY78086" fmla="*/ 1736722 h 2398711"/>
              <a:gd name="connsiteX78087" fmla="*/ 397156 w 2119654"/>
              <a:gd name="connsiteY78087" fmla="*/ 1736797 h 2398711"/>
              <a:gd name="connsiteX78088" fmla="*/ 396109 w 2119654"/>
              <a:gd name="connsiteY78088" fmla="*/ 1736340 h 2398711"/>
              <a:gd name="connsiteX78089" fmla="*/ 1067411 w 2119654"/>
              <a:gd name="connsiteY78089" fmla="*/ 217826 h 2398711"/>
              <a:gd name="connsiteX78090" fmla="*/ 1068532 w 2119654"/>
              <a:gd name="connsiteY78090" fmla="*/ 219744 h 2398711"/>
              <a:gd name="connsiteX78091" fmla="*/ 1088585 w 2119654"/>
              <a:gd name="connsiteY78091" fmla="*/ 255156 h 2398711"/>
              <a:gd name="connsiteX78092" fmla="*/ 1091083 w 2119654"/>
              <a:gd name="connsiteY78092" fmla="*/ 248646 h 2398711"/>
              <a:gd name="connsiteX78093" fmla="*/ 1088213 w 2119654"/>
              <a:gd name="connsiteY78093" fmla="*/ 231517 h 2398711"/>
              <a:gd name="connsiteX78094" fmla="*/ 1084726 w 2119654"/>
              <a:gd name="connsiteY78094" fmla="*/ 212296 h 2398711"/>
              <a:gd name="connsiteX78095" fmla="*/ 1084938 w 2119654"/>
              <a:gd name="connsiteY78095" fmla="*/ 212484 h 2398711"/>
              <a:gd name="connsiteX78096" fmla="*/ 1091238 w 2119654"/>
              <a:gd name="connsiteY78096" fmla="*/ 247214 h 2398711"/>
              <a:gd name="connsiteX78097" fmla="*/ 1091358 w 2119654"/>
              <a:gd name="connsiteY78097" fmla="*/ 247928 h 2398711"/>
              <a:gd name="connsiteX78098" fmla="*/ 1098218 w 2119654"/>
              <a:gd name="connsiteY78098" fmla="*/ 230049 h 2398711"/>
              <a:gd name="connsiteX78099" fmla="*/ 1089066 w 2119654"/>
              <a:gd name="connsiteY78099" fmla="*/ 175430 h 2398711"/>
              <a:gd name="connsiteX78100" fmla="*/ 1068381 w 2119654"/>
              <a:gd name="connsiteY78100" fmla="*/ 215733 h 2398711"/>
              <a:gd name="connsiteX78101" fmla="*/ 1036729 w 2119654"/>
              <a:gd name="connsiteY78101" fmla="*/ 286250 h 2398711"/>
              <a:gd name="connsiteX78102" fmla="*/ 1035852 w 2119654"/>
              <a:gd name="connsiteY78102" fmla="*/ 288343 h 2398711"/>
              <a:gd name="connsiteX78103" fmla="*/ 1029419 w 2119654"/>
              <a:gd name="connsiteY78103" fmla="*/ 305601 h 2398711"/>
              <a:gd name="connsiteX78104" fmla="*/ 1031048 w 2119654"/>
              <a:gd name="connsiteY78104" fmla="*/ 308197 h 2398711"/>
              <a:gd name="connsiteX78105" fmla="*/ 1034952 w 2119654"/>
              <a:gd name="connsiteY78105" fmla="*/ 303013 h 2398711"/>
              <a:gd name="connsiteX78106" fmla="*/ 1035205 w 2119654"/>
              <a:gd name="connsiteY78106" fmla="*/ 302947 h 2398711"/>
              <a:gd name="connsiteX78107" fmla="*/ 1031141 w 2119654"/>
              <a:gd name="connsiteY78107" fmla="*/ 308345 h 2398711"/>
              <a:gd name="connsiteX78108" fmla="*/ 1032529 w 2119654"/>
              <a:gd name="connsiteY78108" fmla="*/ 310558 h 2398711"/>
              <a:gd name="connsiteX78109" fmla="*/ 1037945 w 2119654"/>
              <a:gd name="connsiteY78109" fmla="*/ 314437 h 2398711"/>
              <a:gd name="connsiteX78110" fmla="*/ 1044777 w 2119654"/>
              <a:gd name="connsiteY78110" fmla="*/ 300461 h 2398711"/>
              <a:gd name="connsiteX78111" fmla="*/ 1062421 w 2119654"/>
              <a:gd name="connsiteY78111" fmla="*/ 228585 h 2398711"/>
              <a:gd name="connsiteX78112" fmla="*/ 1083320 w 2119654"/>
              <a:gd name="connsiteY78112" fmla="*/ 257224 h 2398711"/>
              <a:gd name="connsiteX78113" fmla="*/ 1086165 w 2119654"/>
              <a:gd name="connsiteY78113" fmla="*/ 261465 h 2398711"/>
              <a:gd name="connsiteX78114" fmla="*/ 1088168 w 2119654"/>
              <a:gd name="connsiteY78114" fmla="*/ 256243 h 2398711"/>
              <a:gd name="connsiteX78115" fmla="*/ 1066962 w 2119654"/>
              <a:gd name="connsiteY78115" fmla="*/ 218794 h 2398711"/>
              <a:gd name="connsiteX78116" fmla="*/ 977948 w 2119654"/>
              <a:gd name="connsiteY78116" fmla="*/ 417686 h 2398711"/>
              <a:gd name="connsiteX78117" fmla="*/ 977900 w 2119654"/>
              <a:gd name="connsiteY78117" fmla="*/ 419474 h 2398711"/>
              <a:gd name="connsiteX78118" fmla="*/ 980370 w 2119654"/>
              <a:gd name="connsiteY78118" fmla="*/ 422296 h 2398711"/>
              <a:gd name="connsiteX78119" fmla="*/ 981102 w 2119654"/>
              <a:gd name="connsiteY78119" fmla="*/ 420013 h 2398711"/>
              <a:gd name="connsiteX78120" fmla="*/ 390066 w 2119654"/>
              <a:gd name="connsiteY78120" fmla="*/ 1733697 h 2398711"/>
              <a:gd name="connsiteX78121" fmla="*/ 389513 w 2119654"/>
              <a:gd name="connsiteY78121" fmla="*/ 1735793 h 2398711"/>
              <a:gd name="connsiteX78122" fmla="*/ 394893 w 2119654"/>
              <a:gd name="connsiteY78122" fmla="*/ 1735808 h 2398711"/>
              <a:gd name="connsiteX78123" fmla="*/ 1056614 w 2119654"/>
              <a:gd name="connsiteY78123" fmla="*/ 241106 h 2398711"/>
              <a:gd name="connsiteX78124" fmla="*/ 1073931 w 2119654"/>
              <a:gd name="connsiteY78124" fmla="*/ 270750 h 2398711"/>
              <a:gd name="connsiteX78125" fmla="*/ 1078623 w 2119654"/>
              <a:gd name="connsiteY78125" fmla="*/ 279035 h 2398711"/>
              <a:gd name="connsiteX78126" fmla="*/ 1080303 w 2119654"/>
              <a:gd name="connsiteY78126" fmla="*/ 276740 h 2398711"/>
              <a:gd name="connsiteX78127" fmla="*/ 1085716 w 2119654"/>
              <a:gd name="connsiteY78127" fmla="*/ 262633 h 2398711"/>
              <a:gd name="connsiteX78128" fmla="*/ 1073646 w 2119654"/>
              <a:gd name="connsiteY78128" fmla="*/ 244623 h 2398711"/>
              <a:gd name="connsiteX78129" fmla="*/ 1062235 w 2119654"/>
              <a:gd name="connsiteY78129" fmla="*/ 228986 h 2398711"/>
              <a:gd name="connsiteX78130" fmla="*/ 994840 w 2119654"/>
              <a:gd name="connsiteY78130" fmla="*/ 379202 h 2398711"/>
              <a:gd name="connsiteX78131" fmla="*/ 991790 w 2119654"/>
              <a:gd name="connsiteY78131" fmla="*/ 388638 h 2398711"/>
              <a:gd name="connsiteX78132" fmla="*/ 993139 w 2119654"/>
              <a:gd name="connsiteY78132" fmla="*/ 392622 h 2398711"/>
              <a:gd name="connsiteX78133" fmla="*/ 993471 w 2119654"/>
              <a:gd name="connsiteY78133" fmla="*/ 392206 h 2398711"/>
              <a:gd name="connsiteX78134" fmla="*/ 994945 w 2119654"/>
              <a:gd name="connsiteY78134" fmla="*/ 388535 h 2398711"/>
              <a:gd name="connsiteX78135" fmla="*/ 996132 w 2119654"/>
              <a:gd name="connsiteY78135" fmla="*/ 382437 h 2398711"/>
              <a:gd name="connsiteX78136" fmla="*/ 996416 w 2119654"/>
              <a:gd name="connsiteY78136" fmla="*/ 381075 h 2398711"/>
              <a:gd name="connsiteX78137" fmla="*/ 947551 w 2119654"/>
              <a:gd name="connsiteY78137" fmla="*/ 485027 h 2398711"/>
              <a:gd name="connsiteX78138" fmla="*/ 948331 w 2119654"/>
              <a:gd name="connsiteY78138" fmla="*/ 486564 h 2398711"/>
              <a:gd name="connsiteX78139" fmla="*/ 948680 w 2119654"/>
              <a:gd name="connsiteY78139" fmla="*/ 487018 h 2398711"/>
              <a:gd name="connsiteX78140" fmla="*/ 948676 w 2119654"/>
              <a:gd name="connsiteY78140" fmla="*/ 486939 h 2398711"/>
              <a:gd name="connsiteX78141" fmla="*/ 948619 w 2119654"/>
              <a:gd name="connsiteY78141" fmla="*/ 486664 h 2398711"/>
              <a:gd name="connsiteX78142" fmla="*/ 947673 w 2119654"/>
              <a:gd name="connsiteY78142" fmla="*/ 484876 h 2398711"/>
              <a:gd name="connsiteX78143" fmla="*/ 1052866 w 2119654"/>
              <a:gd name="connsiteY78143" fmla="*/ 249187 h 2398711"/>
              <a:gd name="connsiteX78144" fmla="*/ 1056184 w 2119654"/>
              <a:gd name="connsiteY78144" fmla="*/ 259269 h 2398711"/>
              <a:gd name="connsiteX78145" fmla="*/ 1071029 w 2119654"/>
              <a:gd name="connsiteY78145" fmla="*/ 279612 h 2398711"/>
              <a:gd name="connsiteX78146" fmla="*/ 1055277 w 2119654"/>
              <a:gd name="connsiteY78146" fmla="*/ 254284 h 2398711"/>
              <a:gd name="connsiteX78147" fmla="*/ 1055891 w 2119654"/>
              <a:gd name="connsiteY78147" fmla="*/ 254506 h 2398711"/>
              <a:gd name="connsiteX78148" fmla="*/ 1074255 w 2119654"/>
              <a:gd name="connsiteY78148" fmla="*/ 284032 h 2398711"/>
              <a:gd name="connsiteX78149" fmla="*/ 1074609 w 2119654"/>
              <a:gd name="connsiteY78149" fmla="*/ 284518 h 2398711"/>
              <a:gd name="connsiteX78150" fmla="*/ 1078189 w 2119654"/>
              <a:gd name="connsiteY78150" fmla="*/ 279628 h 2398711"/>
              <a:gd name="connsiteX78151" fmla="*/ 1059835 w 2119654"/>
              <a:gd name="connsiteY78151" fmla="*/ 247219 h 2398711"/>
              <a:gd name="connsiteX78152" fmla="*/ 1056459 w 2119654"/>
              <a:gd name="connsiteY78152" fmla="*/ 241439 h 2398711"/>
              <a:gd name="connsiteX78153" fmla="*/ 381209 w 2119654"/>
              <a:gd name="connsiteY78153" fmla="*/ 1753142 h 2398711"/>
              <a:gd name="connsiteX78154" fmla="*/ 381423 w 2119654"/>
              <a:gd name="connsiteY78154" fmla="*/ 1755386 h 2398711"/>
              <a:gd name="connsiteX78155" fmla="*/ 382879 w 2119654"/>
              <a:gd name="connsiteY78155" fmla="*/ 1756241 h 2398711"/>
              <a:gd name="connsiteX78156" fmla="*/ 383432 w 2119654"/>
              <a:gd name="connsiteY78156" fmla="*/ 1753736 h 2398711"/>
              <a:gd name="connsiteX78157" fmla="*/ 1051247 w 2119654"/>
              <a:gd name="connsiteY78157" fmla="*/ 252677 h 2398711"/>
              <a:gd name="connsiteX78158" fmla="*/ 1053593 w 2119654"/>
              <a:gd name="connsiteY78158" fmla="*/ 255803 h 2398711"/>
              <a:gd name="connsiteX78159" fmla="*/ 1052017 w 2119654"/>
              <a:gd name="connsiteY78159" fmla="*/ 251016 h 2398711"/>
              <a:gd name="connsiteX78160" fmla="*/ 979376 w 2119654"/>
              <a:gd name="connsiteY78160" fmla="*/ 413572 h 2398711"/>
              <a:gd name="connsiteX78161" fmla="*/ 981505 w 2119654"/>
              <a:gd name="connsiteY78161" fmla="*/ 416406 h 2398711"/>
              <a:gd name="connsiteX78162" fmla="*/ 982138 w 2119654"/>
              <a:gd name="connsiteY78162" fmla="*/ 416783 h 2398711"/>
              <a:gd name="connsiteX78163" fmla="*/ 982840 w 2119654"/>
              <a:gd name="connsiteY78163" fmla="*/ 414592 h 2398711"/>
              <a:gd name="connsiteX78164" fmla="*/ 980733 w 2119654"/>
              <a:gd name="connsiteY78164" fmla="*/ 411880 h 2398711"/>
              <a:gd name="connsiteX78165" fmla="*/ 371052 w 2119654"/>
              <a:gd name="connsiteY78165" fmla="*/ 1775696 h 2398711"/>
              <a:gd name="connsiteX78166" fmla="*/ 374741 w 2119654"/>
              <a:gd name="connsiteY78166" fmla="*/ 1776951 h 2398711"/>
              <a:gd name="connsiteX78167" fmla="*/ 378089 w 2119654"/>
              <a:gd name="connsiteY78167" fmla="*/ 1777906 h 2398711"/>
              <a:gd name="connsiteX78168" fmla="*/ 378325 w 2119654"/>
              <a:gd name="connsiteY78168" fmla="*/ 1776843 h 2398711"/>
              <a:gd name="connsiteX78169" fmla="*/ 375632 w 2119654"/>
              <a:gd name="connsiteY78169" fmla="*/ 1775893 h 2398711"/>
              <a:gd name="connsiteX78170" fmla="*/ 1049814 w 2119654"/>
              <a:gd name="connsiteY78170" fmla="*/ 255770 h 2398711"/>
              <a:gd name="connsiteX78171" fmla="*/ 1052094 w 2119654"/>
              <a:gd name="connsiteY78171" fmla="*/ 261868 h 2398711"/>
              <a:gd name="connsiteX78172" fmla="*/ 1064221 w 2119654"/>
              <a:gd name="connsiteY78172" fmla="*/ 298708 h 2398711"/>
              <a:gd name="connsiteX78173" fmla="*/ 1064864 w 2119654"/>
              <a:gd name="connsiteY78173" fmla="*/ 297829 h 2398711"/>
              <a:gd name="connsiteX78174" fmla="*/ 1064045 w 2119654"/>
              <a:gd name="connsiteY78174" fmla="*/ 296513 h 2398711"/>
              <a:gd name="connsiteX78175" fmla="*/ 1064502 w 2119654"/>
              <a:gd name="connsiteY78175" fmla="*/ 296678 h 2398711"/>
              <a:gd name="connsiteX78176" fmla="*/ 1065056 w 2119654"/>
              <a:gd name="connsiteY78176" fmla="*/ 297567 h 2398711"/>
              <a:gd name="connsiteX78177" fmla="*/ 1065085 w 2119654"/>
              <a:gd name="connsiteY78177" fmla="*/ 297527 h 2398711"/>
              <a:gd name="connsiteX78178" fmla="*/ 1058024 w 2119654"/>
              <a:gd name="connsiteY78178" fmla="*/ 269263 h 2398711"/>
              <a:gd name="connsiteX78179" fmla="*/ 1053837 w 2119654"/>
              <a:gd name="connsiteY78179" fmla="*/ 256542 h 2398711"/>
              <a:gd name="connsiteX78180" fmla="*/ 1051158 w 2119654"/>
              <a:gd name="connsiteY78180" fmla="*/ 252871 h 2398711"/>
              <a:gd name="connsiteX78181" fmla="*/ 995352 w 2119654"/>
              <a:gd name="connsiteY78181" fmla="*/ 377619 h 2398711"/>
              <a:gd name="connsiteX78182" fmla="*/ 994911 w 2119654"/>
              <a:gd name="connsiteY78182" fmla="*/ 378983 h 2398711"/>
              <a:gd name="connsiteX78183" fmla="*/ 996466 w 2119654"/>
              <a:gd name="connsiteY78183" fmla="*/ 380831 h 2398711"/>
              <a:gd name="connsiteX78184" fmla="*/ 996870 w 2119654"/>
              <a:gd name="connsiteY78184" fmla="*/ 378896 h 2398711"/>
              <a:gd name="connsiteX78185" fmla="*/ 1046544 w 2119654"/>
              <a:gd name="connsiteY78185" fmla="*/ 262818 h 2398711"/>
              <a:gd name="connsiteX78186" fmla="*/ 1036920 w 2119654"/>
              <a:gd name="connsiteY78186" fmla="*/ 285794 h 2398711"/>
              <a:gd name="connsiteX78187" fmla="*/ 1044985 w 2119654"/>
              <a:gd name="connsiteY78187" fmla="*/ 300036 h 2398711"/>
              <a:gd name="connsiteX78188" fmla="*/ 1048161 w 2119654"/>
              <a:gd name="connsiteY78188" fmla="*/ 293538 h 2398711"/>
              <a:gd name="connsiteX78189" fmla="*/ 1048357 w 2119654"/>
              <a:gd name="connsiteY78189" fmla="*/ 293443 h 2398711"/>
              <a:gd name="connsiteX78190" fmla="*/ 1045064 w 2119654"/>
              <a:gd name="connsiteY78190" fmla="*/ 300178 h 2398711"/>
              <a:gd name="connsiteX78191" fmla="*/ 1046820 w 2119654"/>
              <a:gd name="connsiteY78191" fmla="*/ 303278 h 2398711"/>
              <a:gd name="connsiteX78192" fmla="*/ 1050441 w 2119654"/>
              <a:gd name="connsiteY78192" fmla="*/ 292449 h 2398711"/>
              <a:gd name="connsiteX78193" fmla="*/ 1050847 w 2119654"/>
              <a:gd name="connsiteY78193" fmla="*/ 292182 h 2398711"/>
              <a:gd name="connsiteX78194" fmla="*/ 1047019 w 2119654"/>
              <a:gd name="connsiteY78194" fmla="*/ 303630 h 2398711"/>
              <a:gd name="connsiteX78195" fmla="*/ 1052949 w 2119654"/>
              <a:gd name="connsiteY78195" fmla="*/ 314103 h 2398711"/>
              <a:gd name="connsiteX78196" fmla="*/ 1063474 w 2119654"/>
              <a:gd name="connsiteY78196" fmla="*/ 299728 h 2398711"/>
              <a:gd name="connsiteX78197" fmla="*/ 1049341 w 2119654"/>
              <a:gd name="connsiteY78197" fmla="*/ 256789 h 2398711"/>
              <a:gd name="connsiteX78198" fmla="*/ 390930 w 2119654"/>
              <a:gd name="connsiteY78198" fmla="*/ 1730421 h 2398711"/>
              <a:gd name="connsiteX78199" fmla="*/ 390838 w 2119654"/>
              <a:gd name="connsiteY78199" fmla="*/ 1730770 h 2398711"/>
              <a:gd name="connsiteX78200" fmla="*/ 398630 w 2119654"/>
              <a:gd name="connsiteY78200" fmla="*/ 1734072 h 2398711"/>
              <a:gd name="connsiteX78201" fmla="*/ 395882 w 2119654"/>
              <a:gd name="connsiteY78201" fmla="*/ 1731966 h 2398711"/>
              <a:gd name="connsiteX78202" fmla="*/ 978527 w 2119654"/>
              <a:gd name="connsiteY78202" fmla="*/ 414632 h 2398711"/>
              <a:gd name="connsiteX78203" fmla="*/ 978634 w 2119654"/>
              <a:gd name="connsiteY78203" fmla="*/ 414696 h 2398711"/>
              <a:gd name="connsiteX78204" fmla="*/ 978557 w 2119654"/>
              <a:gd name="connsiteY78204" fmla="*/ 414594 h 2398711"/>
              <a:gd name="connsiteX78205" fmla="*/ 391112 w 2119654"/>
              <a:gd name="connsiteY78205" fmla="*/ 1729733 h 2398711"/>
              <a:gd name="connsiteX78206" fmla="*/ 391086 w 2119654"/>
              <a:gd name="connsiteY78206" fmla="*/ 1729831 h 2398711"/>
              <a:gd name="connsiteX78207" fmla="*/ 391731 w 2119654"/>
              <a:gd name="connsiteY78207" fmla="*/ 1730028 h 2398711"/>
              <a:gd name="connsiteX78208" fmla="*/ 393257 w 2119654"/>
              <a:gd name="connsiteY78208" fmla="*/ 1729953 h 2398711"/>
              <a:gd name="connsiteX78209" fmla="*/ 393004 w 2119654"/>
              <a:gd name="connsiteY78209" fmla="*/ 1729759 h 2398711"/>
              <a:gd name="connsiteX78210" fmla="*/ 1036353 w 2119654"/>
              <a:gd name="connsiteY78210" fmla="*/ 284793 h 2398711"/>
              <a:gd name="connsiteX78211" fmla="*/ 1036739 w 2119654"/>
              <a:gd name="connsiteY78211" fmla="*/ 285475 h 2398711"/>
              <a:gd name="connsiteX78212" fmla="*/ 1043296 w 2119654"/>
              <a:gd name="connsiteY78212" fmla="*/ 269822 h 2398711"/>
              <a:gd name="connsiteX78213" fmla="*/ 1035244 w 2119654"/>
              <a:gd name="connsiteY78213" fmla="*/ 287184 h 2398711"/>
              <a:gd name="connsiteX78214" fmla="*/ 1028714 w 2119654"/>
              <a:gd name="connsiteY78214" fmla="*/ 304475 h 2398711"/>
              <a:gd name="connsiteX78215" fmla="*/ 1028910 w 2119654"/>
              <a:gd name="connsiteY78215" fmla="*/ 304787 h 2398711"/>
              <a:gd name="connsiteX78216" fmla="*/ 1031008 w 2119654"/>
              <a:gd name="connsiteY78216" fmla="*/ 299158 h 2398711"/>
              <a:gd name="connsiteX78217" fmla="*/ 1036548 w 2119654"/>
              <a:gd name="connsiteY78217" fmla="*/ 285932 h 2398711"/>
              <a:gd name="connsiteX78218" fmla="*/ 1036150 w 2119654"/>
              <a:gd name="connsiteY78218" fmla="*/ 285230 h 2398711"/>
              <a:gd name="connsiteX78219" fmla="*/ 978013 w 2119654"/>
              <a:gd name="connsiteY78219" fmla="*/ 415286 h 2398711"/>
              <a:gd name="connsiteX78220" fmla="*/ 977978 w 2119654"/>
              <a:gd name="connsiteY78220" fmla="*/ 416592 h 2398711"/>
              <a:gd name="connsiteX78221" fmla="*/ 981391 w 2119654"/>
              <a:gd name="connsiteY78221" fmla="*/ 419111 h 2398711"/>
              <a:gd name="connsiteX78222" fmla="*/ 981559 w 2119654"/>
              <a:gd name="connsiteY78222" fmla="*/ 418589 h 2398711"/>
              <a:gd name="connsiteX78223" fmla="*/ 979943 w 2119654"/>
              <a:gd name="connsiteY78223" fmla="*/ 416436 h 2398711"/>
              <a:gd name="connsiteX78224" fmla="*/ 391400 w 2119654"/>
              <a:gd name="connsiteY78224" fmla="*/ 1728642 h 2398711"/>
              <a:gd name="connsiteX78225" fmla="*/ 391197 w 2119654"/>
              <a:gd name="connsiteY78225" fmla="*/ 1729409 h 2398711"/>
              <a:gd name="connsiteX78226" fmla="*/ 392572 w 2119654"/>
              <a:gd name="connsiteY78226" fmla="*/ 1729428 h 2398711"/>
              <a:gd name="connsiteX78227" fmla="*/ 392031 w 2119654"/>
              <a:gd name="connsiteY78227" fmla="*/ 1729013 h 2398711"/>
              <a:gd name="connsiteX78228" fmla="*/ 945611 w 2119654"/>
              <a:gd name="connsiteY78228" fmla="*/ 487438 h 2398711"/>
              <a:gd name="connsiteX78229" fmla="*/ 945746 w 2119654"/>
              <a:gd name="connsiteY78229" fmla="*/ 487536 h 2398711"/>
              <a:gd name="connsiteX78230" fmla="*/ 946080 w 2119654"/>
              <a:gd name="connsiteY78230" fmla="*/ 488697 h 2398711"/>
              <a:gd name="connsiteX78231" fmla="*/ 948077 w 2119654"/>
              <a:gd name="connsiteY78231" fmla="*/ 489589 h 2398711"/>
              <a:gd name="connsiteX78232" fmla="*/ 947203 w 2119654"/>
              <a:gd name="connsiteY78232" fmla="*/ 487626 h 2398711"/>
              <a:gd name="connsiteX78233" fmla="*/ 946420 w 2119654"/>
              <a:gd name="connsiteY78233" fmla="*/ 486433 h 2398711"/>
              <a:gd name="connsiteX78234" fmla="*/ 944989 w 2119654"/>
              <a:gd name="connsiteY78234" fmla="*/ 488211 h 2398711"/>
              <a:gd name="connsiteX78235" fmla="*/ 945721 w 2119654"/>
              <a:gd name="connsiteY78235" fmla="*/ 488537 h 2398711"/>
              <a:gd name="connsiteX78236" fmla="*/ 945460 w 2119654"/>
              <a:gd name="connsiteY78236" fmla="*/ 487626 h 2398711"/>
              <a:gd name="connsiteX78237" fmla="*/ 940412 w 2119654"/>
              <a:gd name="connsiteY78237" fmla="*/ 498255 h 2398711"/>
              <a:gd name="connsiteX78238" fmla="*/ 940366 w 2119654"/>
              <a:gd name="connsiteY78238" fmla="*/ 498518 h 2398711"/>
              <a:gd name="connsiteX78239" fmla="*/ 940933 w 2119654"/>
              <a:gd name="connsiteY78239" fmla="*/ 500065 h 2398711"/>
              <a:gd name="connsiteX78240" fmla="*/ 941383 w 2119654"/>
              <a:gd name="connsiteY78240" fmla="*/ 499376 h 2398711"/>
              <a:gd name="connsiteX78241" fmla="*/ 381644 w 2119654"/>
              <a:gd name="connsiteY78241" fmla="*/ 1749352 h 2398711"/>
              <a:gd name="connsiteX78242" fmla="*/ 381785 w 2119654"/>
              <a:gd name="connsiteY78242" fmla="*/ 1749489 h 2398711"/>
              <a:gd name="connsiteX78243" fmla="*/ 384153 w 2119654"/>
              <a:gd name="connsiteY78243" fmla="*/ 1750473 h 2398711"/>
              <a:gd name="connsiteX78244" fmla="*/ 384256 w 2119654"/>
              <a:gd name="connsiteY78244" fmla="*/ 1750004 h 2398711"/>
              <a:gd name="connsiteX78245" fmla="*/ 382263 w 2119654"/>
              <a:gd name="connsiteY78245" fmla="*/ 1749441 h 2398711"/>
              <a:gd name="connsiteX78246" fmla="*/ 381282 w 2119654"/>
              <a:gd name="connsiteY78246" fmla="*/ 1750008 h 2398711"/>
              <a:gd name="connsiteX78247" fmla="*/ 383735 w 2119654"/>
              <a:gd name="connsiteY78247" fmla="*/ 1752364 h 2398711"/>
              <a:gd name="connsiteX78248" fmla="*/ 383791 w 2119654"/>
              <a:gd name="connsiteY78248" fmla="*/ 1752114 h 2398711"/>
              <a:gd name="connsiteX78249" fmla="*/ 381942 w 2119654"/>
              <a:gd name="connsiteY78249" fmla="*/ 1750282 h 2398711"/>
              <a:gd name="connsiteX78250" fmla="*/ 380967 w 2119654"/>
              <a:gd name="connsiteY78250" fmla="*/ 1750614 h 2398711"/>
              <a:gd name="connsiteX78251" fmla="*/ 381123 w 2119654"/>
              <a:gd name="connsiteY78251" fmla="*/ 1752255 h 2398711"/>
              <a:gd name="connsiteX78252" fmla="*/ 383269 w 2119654"/>
              <a:gd name="connsiteY78252" fmla="*/ 1752828 h 2398711"/>
              <a:gd name="connsiteX78253" fmla="*/ 961041 w 2119654"/>
              <a:gd name="connsiteY78253" fmla="*/ 451592 h 2398711"/>
              <a:gd name="connsiteX78254" fmla="*/ 961628 w 2119654"/>
              <a:gd name="connsiteY78254" fmla="*/ 453117 h 2398711"/>
              <a:gd name="connsiteX78255" fmla="*/ 963444 w 2119654"/>
              <a:gd name="connsiteY78255" fmla="*/ 455532 h 2398711"/>
              <a:gd name="connsiteX78256" fmla="*/ 963450 w 2119654"/>
              <a:gd name="connsiteY78256" fmla="*/ 452662 h 2398711"/>
              <a:gd name="connsiteX78257" fmla="*/ 1002023 w 2119654"/>
              <a:gd name="connsiteY78257" fmla="*/ 359538 h 2398711"/>
              <a:gd name="connsiteX78258" fmla="*/ 1003276 w 2119654"/>
              <a:gd name="connsiteY78258" fmla="*/ 364185 h 2398711"/>
              <a:gd name="connsiteX78259" fmla="*/ 1003611 w 2119654"/>
              <a:gd name="connsiteY78259" fmla="*/ 363299 h 2398711"/>
              <a:gd name="connsiteX78260" fmla="*/ 940734 w 2119654"/>
              <a:gd name="connsiteY78260" fmla="*/ 496383 h 2398711"/>
              <a:gd name="connsiteX78261" fmla="*/ 940512 w 2119654"/>
              <a:gd name="connsiteY78261" fmla="*/ 497673 h 2398711"/>
              <a:gd name="connsiteX78262" fmla="*/ 941642 w 2119654"/>
              <a:gd name="connsiteY78262" fmla="*/ 498978 h 2398711"/>
              <a:gd name="connsiteX78263" fmla="*/ 941969 w 2119654"/>
              <a:gd name="connsiteY78263" fmla="*/ 498479 h 2398711"/>
              <a:gd name="connsiteX78264" fmla="*/ 395138 w 2119654"/>
              <a:gd name="connsiteY78264" fmla="*/ 1717722 h 2398711"/>
              <a:gd name="connsiteX78265" fmla="*/ 403485 w 2119654"/>
              <a:gd name="connsiteY78265" fmla="*/ 1720737 h 2398711"/>
              <a:gd name="connsiteX78266" fmla="*/ 406167 w 2119654"/>
              <a:gd name="connsiteY78266" fmla="*/ 1721385 h 2398711"/>
              <a:gd name="connsiteX78267" fmla="*/ 401909 w 2119654"/>
              <a:gd name="connsiteY78267" fmla="*/ 1717339 h 2398711"/>
              <a:gd name="connsiteX78268" fmla="*/ 940927 w 2119654"/>
              <a:gd name="connsiteY78268" fmla="*/ 495586 h 2398711"/>
              <a:gd name="connsiteX78269" fmla="*/ 942313 w 2119654"/>
              <a:gd name="connsiteY78269" fmla="*/ 497952 h 2398711"/>
              <a:gd name="connsiteX78270" fmla="*/ 942402 w 2119654"/>
              <a:gd name="connsiteY78270" fmla="*/ 497816 h 2398711"/>
              <a:gd name="connsiteX78271" fmla="*/ 942802 w 2119654"/>
              <a:gd name="connsiteY78271" fmla="*/ 497262 h 2398711"/>
              <a:gd name="connsiteX78272" fmla="*/ 386862 w 2119654"/>
              <a:gd name="connsiteY78272" fmla="*/ 1736186 h 2398711"/>
              <a:gd name="connsiteX78273" fmla="*/ 387516 w 2119654"/>
              <a:gd name="connsiteY78273" fmla="*/ 1736396 h 2398711"/>
              <a:gd name="connsiteX78274" fmla="*/ 387568 w 2119654"/>
              <a:gd name="connsiteY78274" fmla="*/ 1736198 h 2398711"/>
              <a:gd name="connsiteX78275" fmla="*/ 1017603 w 2119654"/>
              <a:gd name="connsiteY78275" fmla="*/ 323522 h 2398711"/>
              <a:gd name="connsiteX78276" fmla="*/ 1018281 w 2119654"/>
              <a:gd name="connsiteY78276" fmla="*/ 324452 h 2398711"/>
              <a:gd name="connsiteX78277" fmla="*/ 1019659 w 2119654"/>
              <a:gd name="connsiteY78277" fmla="*/ 320802 h 2398711"/>
              <a:gd name="connsiteX78278" fmla="*/ 1000378 w 2119654"/>
              <a:gd name="connsiteY78278" fmla="*/ 362078 h 2398711"/>
              <a:gd name="connsiteX78279" fmla="*/ 995556 w 2119654"/>
              <a:gd name="connsiteY78279" fmla="*/ 376989 h 2398711"/>
              <a:gd name="connsiteX78280" fmla="*/ 997013 w 2119654"/>
              <a:gd name="connsiteY78280" fmla="*/ 378213 h 2398711"/>
              <a:gd name="connsiteX78281" fmla="*/ 353234 w 2119654"/>
              <a:gd name="connsiteY78281" fmla="*/ 1810700 h 2398711"/>
              <a:gd name="connsiteX78282" fmla="*/ 358152 w 2119654"/>
              <a:gd name="connsiteY78282" fmla="*/ 1812642 h 2398711"/>
              <a:gd name="connsiteX78283" fmla="*/ 364399 w 2119654"/>
              <a:gd name="connsiteY78283" fmla="*/ 1812761 h 2398711"/>
              <a:gd name="connsiteX78284" fmla="*/ 364386 w 2119654"/>
              <a:gd name="connsiteY78284" fmla="*/ 1812669 h 2398711"/>
              <a:gd name="connsiteX78285" fmla="*/ 1013243 w 2119654"/>
              <a:gd name="connsiteY78285" fmla="*/ 332537 h 2398711"/>
              <a:gd name="connsiteX78286" fmla="*/ 1014076 w 2119654"/>
              <a:gd name="connsiteY78286" fmla="*/ 335588 h 2398711"/>
              <a:gd name="connsiteX78287" fmla="*/ 1017342 w 2119654"/>
              <a:gd name="connsiteY78287" fmla="*/ 326936 h 2398711"/>
              <a:gd name="connsiteX78288" fmla="*/ 1001478 w 2119654"/>
              <a:gd name="connsiteY78288" fmla="*/ 358678 h 2398711"/>
              <a:gd name="connsiteX78289" fmla="*/ 1001419 w 2119654"/>
              <a:gd name="connsiteY78289" fmla="*/ 358860 h 2398711"/>
              <a:gd name="connsiteX78290" fmla="*/ 997563 w 2119654"/>
              <a:gd name="connsiteY78290" fmla="*/ 378676 h 2398711"/>
              <a:gd name="connsiteX78291" fmla="*/ 998360 w 2119654"/>
              <a:gd name="connsiteY78291" fmla="*/ 379345 h 2398711"/>
              <a:gd name="connsiteX78292" fmla="*/ 999869 w 2119654"/>
              <a:gd name="connsiteY78292" fmla="*/ 373206 h 2398711"/>
              <a:gd name="connsiteX78293" fmla="*/ 1003042 w 2119654"/>
              <a:gd name="connsiteY78293" fmla="*/ 364803 h 2398711"/>
              <a:gd name="connsiteX78294" fmla="*/ 361863 w 2119654"/>
              <a:gd name="connsiteY78294" fmla="*/ 1790779 h 2398711"/>
              <a:gd name="connsiteX78295" fmla="*/ 362022 w 2119654"/>
              <a:gd name="connsiteY78295" fmla="*/ 1792032 h 2398711"/>
              <a:gd name="connsiteX78296" fmla="*/ 370389 w 2119654"/>
              <a:gd name="connsiteY78296" fmla="*/ 1792247 h 2398711"/>
              <a:gd name="connsiteX78297" fmla="*/ 941367 w 2119654"/>
              <a:gd name="connsiteY78297" fmla="*/ 492712 h 2398711"/>
              <a:gd name="connsiteX78298" fmla="*/ 940951 w 2119654"/>
              <a:gd name="connsiteY78298" fmla="*/ 495126 h 2398711"/>
              <a:gd name="connsiteX78299" fmla="*/ 943013 w 2119654"/>
              <a:gd name="connsiteY78299" fmla="*/ 496970 h 2398711"/>
              <a:gd name="connsiteX78300" fmla="*/ 944873 w 2119654"/>
              <a:gd name="connsiteY78300" fmla="*/ 494395 h 2398711"/>
              <a:gd name="connsiteX78301" fmla="*/ 941854 w 2119654"/>
              <a:gd name="connsiteY78301" fmla="*/ 492106 h 2398711"/>
              <a:gd name="connsiteX78302" fmla="*/ 356492 w 2119654"/>
              <a:gd name="connsiteY78302" fmla="*/ 1801421 h 2398711"/>
              <a:gd name="connsiteX78303" fmla="*/ 363185 w 2119654"/>
              <a:gd name="connsiteY78303" fmla="*/ 1804099 h 2398711"/>
              <a:gd name="connsiteX78304" fmla="*/ 363033 w 2119654"/>
              <a:gd name="connsiteY78304" fmla="*/ 1803008 h 2398711"/>
              <a:gd name="connsiteX78305" fmla="*/ 361594 w 2119654"/>
              <a:gd name="connsiteY78305" fmla="*/ 1801804 h 2398711"/>
              <a:gd name="connsiteX78306" fmla="*/ 370917 w 2119654"/>
              <a:gd name="connsiteY78306" fmla="*/ 1769076 h 2398711"/>
              <a:gd name="connsiteX78307" fmla="*/ 374114 w 2119654"/>
              <a:gd name="connsiteY78307" fmla="*/ 1770496 h 2398711"/>
              <a:gd name="connsiteX78308" fmla="*/ 372960 w 2119654"/>
              <a:gd name="connsiteY78308" fmla="*/ 1769267 h 2398711"/>
              <a:gd name="connsiteX78309" fmla="*/ 978100 w 2119654"/>
              <a:gd name="connsiteY78309" fmla="*/ 409286 h 2398711"/>
              <a:gd name="connsiteX78310" fmla="*/ 978160 w 2119654"/>
              <a:gd name="connsiteY78310" fmla="*/ 409783 h 2398711"/>
              <a:gd name="connsiteX78311" fmla="*/ 978117 w 2119654"/>
              <a:gd name="connsiteY78311" fmla="*/ 411361 h 2398711"/>
              <a:gd name="connsiteX78312" fmla="*/ 979090 w 2119654"/>
              <a:gd name="connsiteY78312" fmla="*/ 410148 h 2398711"/>
              <a:gd name="connsiteX78313" fmla="*/ 388300 w 2119654"/>
              <a:gd name="connsiteY78313" fmla="*/ 1729695 h 2398711"/>
              <a:gd name="connsiteX78314" fmla="*/ 389186 w 2119654"/>
              <a:gd name="connsiteY78314" fmla="*/ 1730070 h 2398711"/>
              <a:gd name="connsiteX78315" fmla="*/ 389233 w 2119654"/>
              <a:gd name="connsiteY78315" fmla="*/ 1729892 h 2398711"/>
              <a:gd name="connsiteX78316" fmla="*/ 388617 w 2119654"/>
              <a:gd name="connsiteY78316" fmla="*/ 1729700 h 2398711"/>
              <a:gd name="connsiteX78317" fmla="*/ 395316 w 2119654"/>
              <a:gd name="connsiteY78317" fmla="*/ 1713801 h 2398711"/>
              <a:gd name="connsiteX78318" fmla="*/ 394380 w 2119654"/>
              <a:gd name="connsiteY78318" fmla="*/ 1717347 h 2398711"/>
              <a:gd name="connsiteX78319" fmla="*/ 401494 w 2119654"/>
              <a:gd name="connsiteY78319" fmla="*/ 1716946 h 2398711"/>
              <a:gd name="connsiteX78320" fmla="*/ 398567 w 2119654"/>
              <a:gd name="connsiteY78320" fmla="*/ 1714165 h 2398711"/>
              <a:gd name="connsiteX78321" fmla="*/ 977985 w 2119654"/>
              <a:gd name="connsiteY78321" fmla="*/ 408340 h 2398711"/>
              <a:gd name="connsiteX78322" fmla="*/ 978033 w 2119654"/>
              <a:gd name="connsiteY78322" fmla="*/ 408735 h 2398711"/>
              <a:gd name="connsiteX78323" fmla="*/ 978832 w 2119654"/>
              <a:gd name="connsiteY78323" fmla="*/ 409430 h 2398711"/>
              <a:gd name="connsiteX78324" fmla="*/ 1005063 w 2119654"/>
              <a:gd name="connsiteY78324" fmla="*/ 347595 h 2398711"/>
              <a:gd name="connsiteX78325" fmla="*/ 1001854 w 2119654"/>
              <a:gd name="connsiteY78325" fmla="*/ 357514 h 2398711"/>
              <a:gd name="connsiteX78326" fmla="*/ 1003935 w 2119654"/>
              <a:gd name="connsiteY78326" fmla="*/ 362439 h 2398711"/>
              <a:gd name="connsiteX78327" fmla="*/ 1007980 w 2119654"/>
              <a:gd name="connsiteY78327" fmla="*/ 351728 h 2398711"/>
              <a:gd name="connsiteX78328" fmla="*/ 395891 w 2119654"/>
              <a:gd name="connsiteY78328" fmla="*/ 1711624 h 2398711"/>
              <a:gd name="connsiteX78329" fmla="*/ 395362 w 2119654"/>
              <a:gd name="connsiteY78329" fmla="*/ 1713630 h 2398711"/>
              <a:gd name="connsiteX78330" fmla="*/ 398356 w 2119654"/>
              <a:gd name="connsiteY78330" fmla="*/ 1713965 h 2398711"/>
              <a:gd name="connsiteX78331" fmla="*/ 959894 w 2119654"/>
              <a:gd name="connsiteY78331" fmla="*/ 448620 h 2398711"/>
              <a:gd name="connsiteX78332" fmla="*/ 960599 w 2119654"/>
              <a:gd name="connsiteY78332" fmla="*/ 450446 h 2398711"/>
              <a:gd name="connsiteX78333" fmla="*/ 963384 w 2119654"/>
              <a:gd name="connsiteY78333" fmla="*/ 451553 h 2398711"/>
              <a:gd name="connsiteX78334" fmla="*/ 380511 w 2119654"/>
              <a:gd name="connsiteY78334" fmla="*/ 1745849 h 2398711"/>
              <a:gd name="connsiteX78335" fmla="*/ 380512 w 2119654"/>
              <a:gd name="connsiteY78335" fmla="*/ 1745864 h 2398711"/>
              <a:gd name="connsiteX78336" fmla="*/ 384759 w 2119654"/>
              <a:gd name="connsiteY78336" fmla="*/ 1747729 h 2398711"/>
              <a:gd name="connsiteX78337" fmla="*/ 384881 w 2119654"/>
              <a:gd name="connsiteY78337" fmla="*/ 1747180 h 2398711"/>
              <a:gd name="connsiteX78338" fmla="*/ 383094 w 2119654"/>
              <a:gd name="connsiteY78338" fmla="*/ 1746209 h 2398711"/>
              <a:gd name="connsiteX78339" fmla="*/ 1005402 w 2119654"/>
              <a:gd name="connsiteY78339" fmla="*/ 346544 h 2398711"/>
              <a:gd name="connsiteX78340" fmla="*/ 1005191 w 2119654"/>
              <a:gd name="connsiteY78340" fmla="*/ 347196 h 2398711"/>
              <a:gd name="connsiteX78341" fmla="*/ 1008123 w 2119654"/>
              <a:gd name="connsiteY78341" fmla="*/ 351350 h 2398711"/>
              <a:gd name="connsiteX78342" fmla="*/ 1008492 w 2119654"/>
              <a:gd name="connsiteY78342" fmla="*/ 350373 h 2398711"/>
              <a:gd name="connsiteX78343" fmla="*/ 1012612 w 2119654"/>
              <a:gd name="connsiteY78343" fmla="*/ 330220 h 2398711"/>
              <a:gd name="connsiteX78344" fmla="*/ 1013122 w 2119654"/>
              <a:gd name="connsiteY78344" fmla="*/ 332093 h 2398711"/>
              <a:gd name="connsiteX78345" fmla="*/ 1015418 w 2119654"/>
              <a:gd name="connsiteY78345" fmla="*/ 328957 h 2398711"/>
              <a:gd name="connsiteX78346" fmla="*/ 1017748 w 2119654"/>
              <a:gd name="connsiteY78346" fmla="*/ 325863 h 2398711"/>
              <a:gd name="connsiteX78347" fmla="*/ 1018198 w 2119654"/>
              <a:gd name="connsiteY78347" fmla="*/ 324670 h 2398711"/>
              <a:gd name="connsiteX78348" fmla="*/ 1017490 w 2119654"/>
              <a:gd name="connsiteY78348" fmla="*/ 323670 h 2398711"/>
              <a:gd name="connsiteX78349" fmla="*/ 1015186 w 2119654"/>
              <a:gd name="connsiteY78349" fmla="*/ 326716 h 2398711"/>
              <a:gd name="connsiteX78350" fmla="*/ 351482 w 2119654"/>
              <a:gd name="connsiteY78350" fmla="*/ 1810391 h 2398711"/>
              <a:gd name="connsiteX78351" fmla="*/ 356328 w 2119654"/>
              <a:gd name="connsiteY78351" fmla="*/ 1812606 h 2398711"/>
              <a:gd name="connsiteX78352" fmla="*/ 357645 w 2119654"/>
              <a:gd name="connsiteY78352" fmla="*/ 1812632 h 2398711"/>
              <a:gd name="connsiteX78353" fmla="*/ 352518 w 2119654"/>
              <a:gd name="connsiteY78353" fmla="*/ 1810608 h 2398711"/>
              <a:gd name="connsiteX78354" fmla="*/ 352496 w 2119654"/>
              <a:gd name="connsiteY78354" fmla="*/ 1810569 h 2398711"/>
              <a:gd name="connsiteX78355" fmla="*/ 375951 w 2119654"/>
              <a:gd name="connsiteY78355" fmla="*/ 1755316 h 2398711"/>
              <a:gd name="connsiteX78356" fmla="*/ 376875 w 2119654"/>
              <a:gd name="connsiteY78356" fmla="*/ 1755892 h 2398711"/>
              <a:gd name="connsiteX78357" fmla="*/ 377036 w 2119654"/>
              <a:gd name="connsiteY78357" fmla="*/ 1755956 h 2398711"/>
              <a:gd name="connsiteX78358" fmla="*/ 376278 w 2119654"/>
              <a:gd name="connsiteY78358" fmla="*/ 1755411 h 2398711"/>
              <a:gd name="connsiteX78359" fmla="*/ 387452 w 2119654"/>
              <a:gd name="connsiteY78359" fmla="*/ 1729335 h 2398711"/>
              <a:gd name="connsiteX78360" fmla="*/ 387507 w 2119654"/>
              <a:gd name="connsiteY78360" fmla="*/ 1729359 h 2398711"/>
              <a:gd name="connsiteX78361" fmla="*/ 387527 w 2119654"/>
              <a:gd name="connsiteY78361" fmla="*/ 1729360 h 2398711"/>
              <a:gd name="connsiteX78362" fmla="*/ 1007776 w 2119654"/>
              <a:gd name="connsiteY78362" fmla="*/ 340003 h 2398711"/>
              <a:gd name="connsiteX78363" fmla="*/ 1011076 w 2119654"/>
              <a:gd name="connsiteY78363" fmla="*/ 343530 h 2398711"/>
              <a:gd name="connsiteX78364" fmla="*/ 1013405 w 2119654"/>
              <a:gd name="connsiteY78364" fmla="*/ 337363 h 2398711"/>
              <a:gd name="connsiteX78365" fmla="*/ 1012521 w 2119654"/>
              <a:gd name="connsiteY78365" fmla="*/ 333523 h 2398711"/>
              <a:gd name="connsiteX78366" fmla="*/ 380405 w 2119654"/>
              <a:gd name="connsiteY78366" fmla="*/ 1744747 h 2398711"/>
              <a:gd name="connsiteX78367" fmla="*/ 380475 w 2119654"/>
              <a:gd name="connsiteY78367" fmla="*/ 1745481 h 2398711"/>
              <a:gd name="connsiteX78368" fmla="*/ 382195 w 2119654"/>
              <a:gd name="connsiteY78368" fmla="*/ 1745720 h 2398711"/>
              <a:gd name="connsiteX78369" fmla="*/ 361411 w 2119654"/>
              <a:gd name="connsiteY78369" fmla="*/ 1787194 h 2398711"/>
              <a:gd name="connsiteX78370" fmla="*/ 361600 w 2119654"/>
              <a:gd name="connsiteY78370" fmla="*/ 1788692 h 2398711"/>
              <a:gd name="connsiteX78371" fmla="*/ 365431 w 2119654"/>
              <a:gd name="connsiteY78371" fmla="*/ 1789308 h 2398711"/>
              <a:gd name="connsiteX78372" fmla="*/ 1007201 w 2119654"/>
              <a:gd name="connsiteY78372" fmla="*/ 340982 h 2398711"/>
              <a:gd name="connsiteX78373" fmla="*/ 1006483 w 2119654"/>
              <a:gd name="connsiteY78373" fmla="*/ 343204 h 2398711"/>
              <a:gd name="connsiteX78374" fmla="*/ 1009695 w 2119654"/>
              <a:gd name="connsiteY78374" fmla="*/ 347186 h 2398711"/>
              <a:gd name="connsiteX78375" fmla="*/ 1010497 w 2119654"/>
              <a:gd name="connsiteY78375" fmla="*/ 345066 h 2398711"/>
              <a:gd name="connsiteX78376" fmla="*/ 374934 w 2119654"/>
              <a:gd name="connsiteY78376" fmla="*/ 1755698 h 2398711"/>
              <a:gd name="connsiteX78377" fmla="*/ 378979 w 2119654"/>
              <a:gd name="connsiteY78377" fmla="*/ 1760009 h 2398711"/>
              <a:gd name="connsiteX78378" fmla="*/ 381331 w 2119654"/>
              <a:gd name="connsiteY78378" fmla="*/ 1760038 h 2398711"/>
              <a:gd name="connsiteX78379" fmla="*/ 381256 w 2119654"/>
              <a:gd name="connsiteY78379" fmla="*/ 1759243 h 2398711"/>
              <a:gd name="connsiteX78380" fmla="*/ 377104 w 2119654"/>
              <a:gd name="connsiteY78380" fmla="*/ 1756657 h 2398711"/>
              <a:gd name="connsiteX78381" fmla="*/ 1005931 w 2119654"/>
              <a:gd name="connsiteY78381" fmla="*/ 342524 h 2398711"/>
              <a:gd name="connsiteX78382" fmla="*/ 1005938 w 2119654"/>
              <a:gd name="connsiteY78382" fmla="*/ 342532 h 2398711"/>
              <a:gd name="connsiteX78383" fmla="*/ 1005948 w 2119654"/>
              <a:gd name="connsiteY78383" fmla="*/ 342501 h 2398711"/>
              <a:gd name="connsiteX78384" fmla="*/ 938496 w 2119654"/>
              <a:gd name="connsiteY78384" fmla="*/ 493415 h 2398711"/>
              <a:gd name="connsiteX78385" fmla="*/ 938572 w 2119654"/>
              <a:gd name="connsiteY78385" fmla="*/ 493623 h 2398711"/>
              <a:gd name="connsiteX78386" fmla="*/ 938592 w 2119654"/>
              <a:gd name="connsiteY78386" fmla="*/ 493500 h 2398711"/>
              <a:gd name="connsiteX78387" fmla="*/ 1009164 w 2119654"/>
              <a:gd name="connsiteY78387" fmla="*/ 334911 h 2398711"/>
              <a:gd name="connsiteX78388" fmla="*/ 1007664 w 2119654"/>
              <a:gd name="connsiteY78388" fmla="*/ 339548 h 2398711"/>
              <a:gd name="connsiteX78389" fmla="*/ 1012414 w 2119654"/>
              <a:gd name="connsiteY78389" fmla="*/ 333060 h 2398711"/>
              <a:gd name="connsiteX78390" fmla="*/ 1012187 w 2119654"/>
              <a:gd name="connsiteY78390" fmla="*/ 332069 h 2398711"/>
              <a:gd name="connsiteX78391" fmla="*/ 1011934 w 2119654"/>
              <a:gd name="connsiteY78391" fmla="*/ 331142 h 2398711"/>
              <a:gd name="connsiteX78392" fmla="*/ 1004023 w 2119654"/>
              <a:gd name="connsiteY78392" fmla="*/ 346120 h 2398711"/>
              <a:gd name="connsiteX78393" fmla="*/ 1002596 w 2119654"/>
              <a:gd name="connsiteY78393" fmla="*/ 352959 h 2398711"/>
              <a:gd name="connsiteX78394" fmla="*/ 1004549 w 2119654"/>
              <a:gd name="connsiteY78394" fmla="*/ 346866 h 2398711"/>
              <a:gd name="connsiteX78395" fmla="*/ 959798 w 2119654"/>
              <a:gd name="connsiteY78395" fmla="*/ 445087 h 2398711"/>
              <a:gd name="connsiteX78396" fmla="*/ 959581 w 2119654"/>
              <a:gd name="connsiteY78396" fmla="*/ 447810 h 2398711"/>
              <a:gd name="connsiteX78397" fmla="*/ 959738 w 2119654"/>
              <a:gd name="connsiteY78397" fmla="*/ 448215 h 2398711"/>
              <a:gd name="connsiteX78398" fmla="*/ 963050 w 2119654"/>
              <a:gd name="connsiteY78398" fmla="*/ 450924 h 2398711"/>
              <a:gd name="connsiteX78399" fmla="*/ 963453 w 2119654"/>
              <a:gd name="connsiteY78399" fmla="*/ 451262 h 2398711"/>
              <a:gd name="connsiteX78400" fmla="*/ 963455 w 2119654"/>
              <a:gd name="connsiteY78400" fmla="*/ 449754 h 2398711"/>
              <a:gd name="connsiteX78401" fmla="*/ 943276 w 2119654"/>
              <a:gd name="connsiteY78401" fmla="*/ 481642 h 2398711"/>
              <a:gd name="connsiteX78402" fmla="*/ 942347 w 2119654"/>
              <a:gd name="connsiteY78402" fmla="*/ 487030 h 2398711"/>
              <a:gd name="connsiteX78403" fmla="*/ 943972 w 2119654"/>
              <a:gd name="connsiteY78403" fmla="*/ 487755 h 2398711"/>
              <a:gd name="connsiteX78404" fmla="*/ 945865 w 2119654"/>
              <a:gd name="connsiteY78404" fmla="*/ 485587 h 2398711"/>
              <a:gd name="connsiteX78405" fmla="*/ 1004236 w 2119654"/>
              <a:gd name="connsiteY78405" fmla="*/ 345099 h 2398711"/>
              <a:gd name="connsiteX78406" fmla="*/ 1004116 w 2119654"/>
              <a:gd name="connsiteY78406" fmla="*/ 345673 h 2398711"/>
              <a:gd name="connsiteX78407" fmla="*/ 1004676 w 2119654"/>
              <a:gd name="connsiteY78407" fmla="*/ 346468 h 2398711"/>
              <a:gd name="connsiteX78408" fmla="*/ 1004865 w 2119654"/>
              <a:gd name="connsiteY78408" fmla="*/ 345879 h 2398711"/>
              <a:gd name="connsiteX78409" fmla="*/ 1011223 w 2119654"/>
              <a:gd name="connsiteY78409" fmla="*/ 328542 h 2398711"/>
              <a:gd name="connsiteX78410" fmla="*/ 1009474 w 2119654"/>
              <a:gd name="connsiteY78410" fmla="*/ 333953 h 2398711"/>
              <a:gd name="connsiteX78411" fmla="*/ 1011844 w 2119654"/>
              <a:gd name="connsiteY78411" fmla="*/ 330817 h 2398711"/>
              <a:gd name="connsiteX78412" fmla="*/ 951517 w 2119654"/>
              <a:gd name="connsiteY78412" fmla="*/ 462068 h 2398711"/>
              <a:gd name="connsiteX78413" fmla="*/ 951774 w 2119654"/>
              <a:gd name="connsiteY78413" fmla="*/ 462909 h 2398711"/>
              <a:gd name="connsiteX78414" fmla="*/ 952319 w 2119654"/>
              <a:gd name="connsiteY78414" fmla="*/ 463602 h 2398711"/>
              <a:gd name="connsiteX78415" fmla="*/ 952583 w 2119654"/>
              <a:gd name="connsiteY78415" fmla="*/ 460286 h 2398711"/>
              <a:gd name="connsiteX78416" fmla="*/ 959974 w 2119654"/>
              <a:gd name="connsiteY78416" fmla="*/ 442878 h 2398711"/>
              <a:gd name="connsiteX78417" fmla="*/ 959953 w 2119654"/>
              <a:gd name="connsiteY78417" fmla="*/ 443138 h 2398711"/>
              <a:gd name="connsiteX78418" fmla="*/ 960942 w 2119654"/>
              <a:gd name="connsiteY78418" fmla="*/ 444225 h 2398711"/>
              <a:gd name="connsiteX78419" fmla="*/ 962759 w 2119654"/>
              <a:gd name="connsiteY78419" fmla="*/ 445805 h 2398711"/>
              <a:gd name="connsiteX78420" fmla="*/ 977428 w 2119654"/>
              <a:gd name="connsiteY78420" fmla="*/ 403745 h 2398711"/>
              <a:gd name="connsiteX78421" fmla="*/ 977576 w 2119654"/>
              <a:gd name="connsiteY78421" fmla="*/ 404967 h 2398711"/>
              <a:gd name="connsiteX78422" fmla="*/ 979742 w 2119654"/>
              <a:gd name="connsiteY78422" fmla="*/ 407536 h 2398711"/>
              <a:gd name="connsiteX78423" fmla="*/ 374055 w 2119654"/>
              <a:gd name="connsiteY78423" fmla="*/ 1754762 h 2398711"/>
              <a:gd name="connsiteX78424" fmla="*/ 374079 w 2119654"/>
              <a:gd name="connsiteY78424" fmla="*/ 1754787 h 2398711"/>
              <a:gd name="connsiteX78425" fmla="*/ 374143 w 2119654"/>
              <a:gd name="connsiteY78425" fmla="*/ 1754812 h 2398711"/>
              <a:gd name="connsiteX78426" fmla="*/ 374068 w 2119654"/>
              <a:gd name="connsiteY78426" fmla="*/ 1754766 h 2398711"/>
              <a:gd name="connsiteX78427" fmla="*/ 1006458 w 2119654"/>
              <a:gd name="connsiteY78427" fmla="*/ 338593 h 2398711"/>
              <a:gd name="connsiteX78428" fmla="*/ 1007011 w 2119654"/>
              <a:gd name="connsiteY78428" fmla="*/ 339184 h 2398711"/>
              <a:gd name="connsiteX78429" fmla="*/ 1007775 w 2119654"/>
              <a:gd name="connsiteY78429" fmla="*/ 336801 h 2398711"/>
              <a:gd name="connsiteX78430" fmla="*/ 945541 w 2119654"/>
              <a:gd name="connsiteY78430" fmla="*/ 474797 h 2398711"/>
              <a:gd name="connsiteX78431" fmla="*/ 946284 w 2119654"/>
              <a:gd name="connsiteY78431" fmla="*/ 475417 h 2398711"/>
              <a:gd name="connsiteX78432" fmla="*/ 946217 w 2119654"/>
              <a:gd name="connsiteY78432" fmla="*/ 475098 h 2398711"/>
              <a:gd name="connsiteX78433" fmla="*/ 948518 w 2119654"/>
              <a:gd name="connsiteY78433" fmla="*/ 467870 h 2398711"/>
              <a:gd name="connsiteX78434" fmla="*/ 948923 w 2119654"/>
              <a:gd name="connsiteY78434" fmla="*/ 469820 h 2398711"/>
              <a:gd name="connsiteX78435" fmla="*/ 948929 w 2119654"/>
              <a:gd name="connsiteY78435" fmla="*/ 469826 h 2398711"/>
              <a:gd name="connsiteX78436" fmla="*/ 948594 w 2119654"/>
              <a:gd name="connsiteY78436" fmla="*/ 467943 h 2398711"/>
              <a:gd name="connsiteX78437" fmla="*/ 981569 w 2119654"/>
              <a:gd name="connsiteY78437" fmla="*/ 393638 h 2398711"/>
              <a:gd name="connsiteX78438" fmla="*/ 986441 w 2119654"/>
              <a:gd name="connsiteY78438" fmla="*/ 400978 h 2398711"/>
              <a:gd name="connsiteX78439" fmla="*/ 987181 w 2119654"/>
              <a:gd name="connsiteY78439" fmla="*/ 400055 h 2398711"/>
              <a:gd name="connsiteX78440" fmla="*/ 400161 w 2119654"/>
              <a:gd name="connsiteY78440" fmla="*/ 1695445 h 2398711"/>
              <a:gd name="connsiteX78441" fmla="*/ 399661 w 2119654"/>
              <a:gd name="connsiteY78441" fmla="*/ 1697336 h 2398711"/>
              <a:gd name="connsiteX78442" fmla="*/ 400707 w 2119654"/>
              <a:gd name="connsiteY78442" fmla="*/ 1698000 h 2398711"/>
              <a:gd name="connsiteX78443" fmla="*/ 404342 w 2119654"/>
              <a:gd name="connsiteY78443" fmla="*/ 1697768 h 2398711"/>
              <a:gd name="connsiteX78444" fmla="*/ 401726 w 2119654"/>
              <a:gd name="connsiteY78444" fmla="*/ 1695613 h 2398711"/>
              <a:gd name="connsiteX78445" fmla="*/ 943936 w 2119654"/>
              <a:gd name="connsiteY78445" fmla="*/ 477811 h 2398711"/>
              <a:gd name="connsiteX78446" fmla="*/ 943924 w 2119654"/>
              <a:gd name="connsiteY78446" fmla="*/ 477882 h 2398711"/>
              <a:gd name="connsiteX78447" fmla="*/ 947110 w 2119654"/>
              <a:gd name="connsiteY78447" fmla="*/ 484159 h 2398711"/>
              <a:gd name="connsiteX78448" fmla="*/ 947225 w 2119654"/>
              <a:gd name="connsiteY78448" fmla="*/ 484028 h 2398711"/>
              <a:gd name="connsiteX78449" fmla="*/ 944935 w 2119654"/>
              <a:gd name="connsiteY78449" fmla="*/ 475368 h 2398711"/>
              <a:gd name="connsiteX78450" fmla="*/ 946964 w 2119654"/>
              <a:gd name="connsiteY78450" fmla="*/ 478691 h 2398711"/>
              <a:gd name="connsiteX78451" fmla="*/ 946554 w 2119654"/>
              <a:gd name="connsiteY78451" fmla="*/ 476718 h 2398711"/>
              <a:gd name="connsiteX78452" fmla="*/ 1005250 w 2119654"/>
              <a:gd name="connsiteY78452" fmla="*/ 340236 h 2398711"/>
              <a:gd name="connsiteX78453" fmla="*/ 1005011 w 2119654"/>
              <a:gd name="connsiteY78453" fmla="*/ 341383 h 2398711"/>
              <a:gd name="connsiteX78454" fmla="*/ 1005698 w 2119654"/>
              <a:gd name="connsiteY78454" fmla="*/ 342235 h 2398711"/>
              <a:gd name="connsiteX78455" fmla="*/ 1006295 w 2119654"/>
              <a:gd name="connsiteY78455" fmla="*/ 341419 h 2398711"/>
              <a:gd name="connsiteX78456" fmla="*/ 1006652 w 2119654"/>
              <a:gd name="connsiteY78456" fmla="*/ 340304 h 2398711"/>
              <a:gd name="connsiteX78457" fmla="*/ 1005839 w 2119654"/>
              <a:gd name="connsiteY78457" fmla="*/ 339435 h 2398711"/>
              <a:gd name="connsiteX78458" fmla="*/ 937691 w 2119654"/>
              <a:gd name="connsiteY78458" fmla="*/ 491220 h 2398711"/>
              <a:gd name="connsiteX78459" fmla="*/ 938234 w 2119654"/>
              <a:gd name="connsiteY78459" fmla="*/ 492702 h 2398711"/>
              <a:gd name="connsiteX78460" fmla="*/ 938659 w 2119654"/>
              <a:gd name="connsiteY78460" fmla="*/ 493080 h 2398711"/>
              <a:gd name="connsiteX78461" fmla="*/ 938687 w 2119654"/>
              <a:gd name="connsiteY78461" fmla="*/ 492908 h 2398711"/>
              <a:gd name="connsiteX78462" fmla="*/ 1004695 w 2119654"/>
              <a:gd name="connsiteY78462" fmla="*/ 340991 h 2398711"/>
              <a:gd name="connsiteX78463" fmla="*/ 1004760 w 2119654"/>
              <a:gd name="connsiteY78463" fmla="*/ 341072 h 2398711"/>
              <a:gd name="connsiteX78464" fmla="*/ 1004810 w 2119654"/>
              <a:gd name="connsiteY78464" fmla="*/ 340835 h 2398711"/>
              <a:gd name="connsiteX78465" fmla="*/ 1005494 w 2119654"/>
              <a:gd name="connsiteY78465" fmla="*/ 339066 h 2398711"/>
              <a:gd name="connsiteX78466" fmla="*/ 1005451 w 2119654"/>
              <a:gd name="connsiteY78466" fmla="*/ 339274 h 2398711"/>
              <a:gd name="connsiteX78467" fmla="*/ 1005557 w 2119654"/>
              <a:gd name="connsiteY78467" fmla="*/ 339134 h 2398711"/>
              <a:gd name="connsiteX78468" fmla="*/ 960938 w 2119654"/>
              <a:gd name="connsiteY78468" fmla="*/ 438676 h 2398711"/>
              <a:gd name="connsiteX78469" fmla="*/ 960430 w 2119654"/>
              <a:gd name="connsiteY78469" fmla="*/ 440737 h 2398711"/>
              <a:gd name="connsiteX78470" fmla="*/ 963467 w 2119654"/>
              <a:gd name="connsiteY78470" fmla="*/ 443928 h 2398711"/>
              <a:gd name="connsiteX78471" fmla="*/ 963470 w 2119654"/>
              <a:gd name="connsiteY78471" fmla="*/ 442384 h 2398711"/>
              <a:gd name="connsiteX78472" fmla="*/ 1014242 w 2119654"/>
              <a:gd name="connsiteY78472" fmla="*/ 319207 h 2398711"/>
              <a:gd name="connsiteX78473" fmla="*/ 1011728 w 2119654"/>
              <a:gd name="connsiteY78473" fmla="*/ 326981 h 2398711"/>
              <a:gd name="connsiteX78474" fmla="*/ 1012528 w 2119654"/>
              <a:gd name="connsiteY78474" fmla="*/ 329913 h 2398711"/>
              <a:gd name="connsiteX78475" fmla="*/ 1017373 w 2119654"/>
              <a:gd name="connsiteY78475" fmla="*/ 323504 h 2398711"/>
              <a:gd name="connsiteX78476" fmla="*/ 1017352 w 2119654"/>
              <a:gd name="connsiteY78476" fmla="*/ 323474 h 2398711"/>
              <a:gd name="connsiteX78477" fmla="*/ 374608 w 2119654"/>
              <a:gd name="connsiteY78477" fmla="*/ 1751382 h 2398711"/>
              <a:gd name="connsiteX78478" fmla="*/ 380854 w 2119654"/>
              <a:gd name="connsiteY78478" fmla="*/ 1755052 h 2398711"/>
              <a:gd name="connsiteX78479" fmla="*/ 380658 w 2119654"/>
              <a:gd name="connsiteY78479" fmla="*/ 1752995 h 2398711"/>
              <a:gd name="connsiteX78480" fmla="*/ 961164 w 2119654"/>
              <a:gd name="connsiteY78480" fmla="*/ 437754 h 2398711"/>
              <a:gd name="connsiteX78481" fmla="*/ 961134 w 2119654"/>
              <a:gd name="connsiteY78481" fmla="*/ 437875 h 2398711"/>
              <a:gd name="connsiteX78482" fmla="*/ 963473 w 2119654"/>
              <a:gd name="connsiteY78482" fmla="*/ 441297 h 2398711"/>
              <a:gd name="connsiteX78483" fmla="*/ 963475 w 2119654"/>
              <a:gd name="connsiteY78483" fmla="*/ 440039 h 2398711"/>
              <a:gd name="connsiteX78484" fmla="*/ 989931 w 2119654"/>
              <a:gd name="connsiteY78484" fmla="*/ 373063 h 2398711"/>
              <a:gd name="connsiteX78485" fmla="*/ 994435 w 2119654"/>
              <a:gd name="connsiteY78485" fmla="*/ 378418 h 2398711"/>
              <a:gd name="connsiteX78486" fmla="*/ 994831 w 2119654"/>
              <a:gd name="connsiteY78486" fmla="*/ 377181 h 2398711"/>
              <a:gd name="connsiteX78487" fmla="*/ 961370 w 2119654"/>
              <a:gd name="connsiteY78487" fmla="*/ 436915 h 2398711"/>
              <a:gd name="connsiteX78488" fmla="*/ 961247 w 2119654"/>
              <a:gd name="connsiteY78488" fmla="*/ 437414 h 2398711"/>
              <a:gd name="connsiteX78489" fmla="*/ 963477 w 2119654"/>
              <a:gd name="connsiteY78489" fmla="*/ 439616 h 2398711"/>
              <a:gd name="connsiteX78490" fmla="*/ 963478 w 2119654"/>
              <a:gd name="connsiteY78490" fmla="*/ 439088 h 2398711"/>
              <a:gd name="connsiteX78491" fmla="*/ 999720 w 2119654"/>
              <a:gd name="connsiteY78491" fmla="*/ 351007 h 2398711"/>
              <a:gd name="connsiteX78492" fmla="*/ 1000808 w 2119654"/>
              <a:gd name="connsiteY78492" fmla="*/ 355040 h 2398711"/>
              <a:gd name="connsiteX78493" fmla="*/ 1001445 w 2119654"/>
              <a:gd name="connsiteY78493" fmla="*/ 356548 h 2398711"/>
              <a:gd name="connsiteX78494" fmla="*/ 1001693 w 2119654"/>
              <a:gd name="connsiteY78494" fmla="*/ 355776 h 2398711"/>
              <a:gd name="connsiteX78495" fmla="*/ 1003779 w 2119654"/>
              <a:gd name="connsiteY78495" fmla="*/ 345775 h 2398711"/>
              <a:gd name="connsiteX78496" fmla="*/ 1003667 w 2119654"/>
              <a:gd name="connsiteY78496" fmla="*/ 345616 h 2398711"/>
              <a:gd name="connsiteX78497" fmla="*/ 1015138 w 2119654"/>
              <a:gd name="connsiteY78497" fmla="*/ 316437 h 2398711"/>
              <a:gd name="connsiteX78498" fmla="*/ 1014308 w 2119654"/>
              <a:gd name="connsiteY78498" fmla="*/ 319002 h 2398711"/>
              <a:gd name="connsiteX78499" fmla="*/ 1017483 w 2119654"/>
              <a:gd name="connsiteY78499" fmla="*/ 323358 h 2398711"/>
              <a:gd name="connsiteX78500" fmla="*/ 1019903 w 2119654"/>
              <a:gd name="connsiteY78500" fmla="*/ 320157 h 2398711"/>
              <a:gd name="connsiteX78501" fmla="*/ 1019994 w 2119654"/>
              <a:gd name="connsiteY78501" fmla="*/ 319914 h 2398711"/>
              <a:gd name="connsiteX78502" fmla="*/ 962136 w 2119654"/>
              <a:gd name="connsiteY78502" fmla="*/ 435079 h 2398711"/>
              <a:gd name="connsiteX78503" fmla="*/ 963277 w 2119654"/>
              <a:gd name="connsiteY78503" fmla="*/ 436397 h 2398711"/>
              <a:gd name="connsiteX78504" fmla="*/ 963483 w 2119654"/>
              <a:gd name="connsiteY78504" fmla="*/ 436596 h 2398711"/>
              <a:gd name="connsiteX78505" fmla="*/ 963487 w 2119654"/>
              <a:gd name="connsiteY78505" fmla="*/ 434282 h 2398711"/>
              <a:gd name="connsiteX78506" fmla="*/ 963050 w 2119654"/>
              <a:gd name="connsiteY78506" fmla="*/ 433940 h 2398711"/>
              <a:gd name="connsiteX78507" fmla="*/ 945328 w 2119654"/>
              <a:gd name="connsiteY78507" fmla="*/ 472554 h 2398711"/>
              <a:gd name="connsiteX78508" fmla="*/ 945726 w 2119654"/>
              <a:gd name="connsiteY78508" fmla="*/ 472731 h 2398711"/>
              <a:gd name="connsiteX78509" fmla="*/ 945708 w 2119654"/>
              <a:gd name="connsiteY78509" fmla="*/ 472644 h 2398711"/>
              <a:gd name="connsiteX78510" fmla="*/ 945484 w 2119654"/>
              <a:gd name="connsiteY78510" fmla="*/ 472286 h 2398711"/>
              <a:gd name="connsiteX78511" fmla="*/ 936703 w 2119654"/>
              <a:gd name="connsiteY78511" fmla="*/ 491813 h 2398711"/>
              <a:gd name="connsiteX78512" fmla="*/ 936668 w 2119654"/>
              <a:gd name="connsiteY78512" fmla="*/ 491992 h 2398711"/>
              <a:gd name="connsiteX78513" fmla="*/ 937777 w 2119654"/>
              <a:gd name="connsiteY78513" fmla="*/ 494136 h 2398711"/>
              <a:gd name="connsiteX78514" fmla="*/ 937106 w 2119654"/>
              <a:gd name="connsiteY78514" fmla="*/ 492172 h 2398711"/>
              <a:gd name="connsiteX78515" fmla="*/ 999330 w 2119654"/>
              <a:gd name="connsiteY78515" fmla="*/ 351540 h 2398711"/>
              <a:gd name="connsiteX78516" fmla="*/ 1000152 w 2119654"/>
              <a:gd name="connsiteY78516" fmla="*/ 353486 h 2398711"/>
              <a:gd name="connsiteX78517" fmla="*/ 999926 w 2119654"/>
              <a:gd name="connsiteY78517" fmla="*/ 352599 h 2398711"/>
              <a:gd name="connsiteX78518" fmla="*/ 999556 w 2119654"/>
              <a:gd name="connsiteY78518" fmla="*/ 351231 h 2398711"/>
              <a:gd name="connsiteX78519" fmla="*/ 961682 w 2119654"/>
              <a:gd name="connsiteY78519" fmla="*/ 435646 h 2398711"/>
              <a:gd name="connsiteX78520" fmla="*/ 961448 w 2119654"/>
              <a:gd name="connsiteY78520" fmla="*/ 436598 h 2398711"/>
              <a:gd name="connsiteX78521" fmla="*/ 963478 w 2119654"/>
              <a:gd name="connsiteY78521" fmla="*/ 438691 h 2398711"/>
              <a:gd name="connsiteX78522" fmla="*/ 963481 w 2119654"/>
              <a:gd name="connsiteY78522" fmla="*/ 437566 h 2398711"/>
              <a:gd name="connsiteX78523" fmla="*/ 961747 w 2119654"/>
              <a:gd name="connsiteY78523" fmla="*/ 435565 h 2398711"/>
              <a:gd name="connsiteX78524" fmla="*/ 384481 w 2119654"/>
              <a:gd name="connsiteY78524" fmla="*/ 1728076 h 2398711"/>
              <a:gd name="connsiteX78525" fmla="*/ 385125 w 2119654"/>
              <a:gd name="connsiteY78525" fmla="*/ 1728349 h 2398711"/>
              <a:gd name="connsiteX78526" fmla="*/ 386925 w 2119654"/>
              <a:gd name="connsiteY78526" fmla="*/ 1728911 h 2398711"/>
              <a:gd name="connsiteX78527" fmla="*/ 1046247 w 2119654"/>
              <a:gd name="connsiteY78527" fmla="*/ 246230 h 2398711"/>
              <a:gd name="connsiteX78528" fmla="*/ 1049189 w 2119654"/>
              <a:gd name="connsiteY78528" fmla="*/ 254101 h 2398711"/>
              <a:gd name="connsiteX78529" fmla="*/ 1050303 w 2119654"/>
              <a:gd name="connsiteY78529" fmla="*/ 251700 h 2398711"/>
              <a:gd name="connsiteX78530" fmla="*/ 1048629 w 2119654"/>
              <a:gd name="connsiteY78530" fmla="*/ 249407 h 2398711"/>
              <a:gd name="connsiteX78531" fmla="*/ 936804 w 2119654"/>
              <a:gd name="connsiteY78531" fmla="*/ 491289 h 2398711"/>
              <a:gd name="connsiteX78532" fmla="*/ 936783 w 2119654"/>
              <a:gd name="connsiteY78532" fmla="*/ 491402 h 2398711"/>
              <a:gd name="connsiteX78533" fmla="*/ 936869 w 2119654"/>
              <a:gd name="connsiteY78533" fmla="*/ 491480 h 2398711"/>
              <a:gd name="connsiteX78534" fmla="*/ 1002713 w 2119654"/>
              <a:gd name="connsiteY78534" fmla="*/ 343687 h 2398711"/>
              <a:gd name="connsiteX78535" fmla="*/ 1003657 w 2119654"/>
              <a:gd name="connsiteY78535" fmla="*/ 345023 h 2398711"/>
              <a:gd name="connsiteX78536" fmla="*/ 1003903 w 2119654"/>
              <a:gd name="connsiteY78536" fmla="*/ 344686 h 2398711"/>
              <a:gd name="connsiteX78537" fmla="*/ 1002896 w 2119654"/>
              <a:gd name="connsiteY78537" fmla="*/ 343439 h 2398711"/>
              <a:gd name="connsiteX78538" fmla="*/ 356780 w 2119654"/>
              <a:gd name="connsiteY78538" fmla="*/ 1789903 h 2398711"/>
              <a:gd name="connsiteX78539" fmla="*/ 360390 w 2119654"/>
              <a:gd name="connsiteY78539" fmla="*/ 1791990 h 2398711"/>
              <a:gd name="connsiteX78540" fmla="*/ 361621 w 2119654"/>
              <a:gd name="connsiteY78540" fmla="*/ 1792021 h 2398711"/>
              <a:gd name="connsiteX78541" fmla="*/ 361455 w 2119654"/>
              <a:gd name="connsiteY78541" fmla="*/ 1790708 h 2398711"/>
              <a:gd name="connsiteX78542" fmla="*/ 380309 w 2119654"/>
              <a:gd name="connsiteY78542" fmla="*/ 1736518 h 2398711"/>
              <a:gd name="connsiteX78543" fmla="*/ 382821 w 2119654"/>
              <a:gd name="connsiteY78543" fmla="*/ 1738188 h 2398711"/>
              <a:gd name="connsiteX78544" fmla="*/ 386646 w 2119654"/>
              <a:gd name="connsiteY78544" fmla="*/ 1739693 h 2398711"/>
              <a:gd name="connsiteX78545" fmla="*/ 386905 w 2119654"/>
              <a:gd name="connsiteY78545" fmla="*/ 1738713 h 2398711"/>
              <a:gd name="connsiteX78546" fmla="*/ 945019 w 2119654"/>
              <a:gd name="connsiteY78546" fmla="*/ 471545 h 2398711"/>
              <a:gd name="connsiteX78547" fmla="*/ 944880 w 2119654"/>
              <a:gd name="connsiteY78547" fmla="*/ 472354 h 2398711"/>
              <a:gd name="connsiteX78548" fmla="*/ 945135 w 2119654"/>
              <a:gd name="connsiteY78548" fmla="*/ 472468 h 2398711"/>
              <a:gd name="connsiteX78549" fmla="*/ 945361 w 2119654"/>
              <a:gd name="connsiteY78549" fmla="*/ 472091 h 2398711"/>
              <a:gd name="connsiteX78550" fmla="*/ 937312 w 2119654"/>
              <a:gd name="connsiteY78550" fmla="*/ 488664 h 2398711"/>
              <a:gd name="connsiteX78551" fmla="*/ 937181 w 2119654"/>
              <a:gd name="connsiteY78551" fmla="*/ 489342 h 2398711"/>
              <a:gd name="connsiteX78552" fmla="*/ 938822 w 2119654"/>
              <a:gd name="connsiteY78552" fmla="*/ 492064 h 2398711"/>
              <a:gd name="connsiteX78553" fmla="*/ 939145 w 2119654"/>
              <a:gd name="connsiteY78553" fmla="*/ 490053 h 2398711"/>
              <a:gd name="connsiteX78554" fmla="*/ 350913 w 2119654"/>
              <a:gd name="connsiteY78554" fmla="*/ 1801463 h 2398711"/>
              <a:gd name="connsiteX78555" fmla="*/ 353160 w 2119654"/>
              <a:gd name="connsiteY78555" fmla="*/ 1802539 h 2398711"/>
              <a:gd name="connsiteX78556" fmla="*/ 355286 w 2119654"/>
              <a:gd name="connsiteY78556" fmla="*/ 1803454 h 2398711"/>
              <a:gd name="connsiteX78557" fmla="*/ 353365 w 2119654"/>
              <a:gd name="connsiteY78557" fmla="*/ 1802309 h 2398711"/>
              <a:gd name="connsiteX78558" fmla="*/ 360476 w 2119654"/>
              <a:gd name="connsiteY78558" fmla="*/ 1779803 h 2398711"/>
              <a:gd name="connsiteX78559" fmla="*/ 361241 w 2119654"/>
              <a:gd name="connsiteY78559" fmla="*/ 1785850 h 2398711"/>
              <a:gd name="connsiteX78560" fmla="*/ 371364 w 2119654"/>
              <a:gd name="connsiteY78560" fmla="*/ 1790261 h 2398711"/>
              <a:gd name="connsiteX78561" fmla="*/ 375222 w 2119654"/>
              <a:gd name="connsiteY78561" fmla="*/ 1790881 h 2398711"/>
              <a:gd name="connsiteX78562" fmla="*/ 376811 w 2119654"/>
              <a:gd name="connsiteY78562" fmla="*/ 1783688 h 2398711"/>
              <a:gd name="connsiteX78563" fmla="*/ 375938 w 2119654"/>
              <a:gd name="connsiteY78563" fmla="*/ 1783539 h 2398711"/>
              <a:gd name="connsiteX78564" fmla="*/ 375655 w 2119654"/>
              <a:gd name="connsiteY78564" fmla="*/ 1783161 h 2398711"/>
              <a:gd name="connsiteX78565" fmla="*/ 376882 w 2119654"/>
              <a:gd name="connsiteY78565" fmla="*/ 1783370 h 2398711"/>
              <a:gd name="connsiteX78566" fmla="*/ 377246 w 2119654"/>
              <a:gd name="connsiteY78566" fmla="*/ 1781722 h 2398711"/>
              <a:gd name="connsiteX78567" fmla="*/ 371151 w 2119654"/>
              <a:gd name="connsiteY78567" fmla="*/ 1781079 h 2398711"/>
              <a:gd name="connsiteX78568" fmla="*/ 1018597 w 2119654"/>
              <a:gd name="connsiteY78568" fmla="*/ 305740 h 2398711"/>
              <a:gd name="connsiteX78569" fmla="*/ 1015354 w 2119654"/>
              <a:gd name="connsiteY78569" fmla="*/ 315769 h 2398711"/>
              <a:gd name="connsiteX78570" fmla="*/ 1020239 w 2119654"/>
              <a:gd name="connsiteY78570" fmla="*/ 319266 h 2398711"/>
              <a:gd name="connsiteX78571" fmla="*/ 1021428 w 2119654"/>
              <a:gd name="connsiteY78571" fmla="*/ 316119 h 2398711"/>
              <a:gd name="connsiteX78572" fmla="*/ 379607 w 2119654"/>
              <a:gd name="connsiteY78572" fmla="*/ 1736405 h 2398711"/>
              <a:gd name="connsiteX78573" fmla="*/ 379659 w 2119654"/>
              <a:gd name="connsiteY78573" fmla="*/ 1736943 h 2398711"/>
              <a:gd name="connsiteX78574" fmla="*/ 381517 w 2119654"/>
              <a:gd name="connsiteY78574" fmla="*/ 1737675 h 2398711"/>
              <a:gd name="connsiteX78575" fmla="*/ 938969 w 2119654"/>
              <a:gd name="connsiteY78575" fmla="*/ 483504 h 2398711"/>
              <a:gd name="connsiteX78576" fmla="*/ 940006 w 2119654"/>
              <a:gd name="connsiteY78576" fmla="*/ 484693 h 2398711"/>
              <a:gd name="connsiteX78577" fmla="*/ 940666 w 2119654"/>
              <a:gd name="connsiteY78577" fmla="*/ 480583 h 2398711"/>
              <a:gd name="connsiteX78578" fmla="*/ 999080 w 2119654"/>
              <a:gd name="connsiteY78578" fmla="*/ 348631 h 2398711"/>
              <a:gd name="connsiteX78579" fmla="*/ 999600 w 2119654"/>
              <a:gd name="connsiteY78579" fmla="*/ 350563 h 2398711"/>
              <a:gd name="connsiteX78580" fmla="*/ 1003448 w 2119654"/>
              <a:gd name="connsiteY78580" fmla="*/ 345307 h 2398711"/>
              <a:gd name="connsiteX78581" fmla="*/ 1002505 w 2119654"/>
              <a:gd name="connsiteY78581" fmla="*/ 343971 h 2398711"/>
              <a:gd name="connsiteX78582" fmla="*/ 963500 w 2119654"/>
              <a:gd name="connsiteY78582" fmla="*/ 428253 h 2398711"/>
              <a:gd name="connsiteX78583" fmla="*/ 963022 w 2119654"/>
              <a:gd name="connsiteY78583" fmla="*/ 430194 h 2398711"/>
              <a:gd name="connsiteX78584" fmla="*/ 963497 w 2119654"/>
              <a:gd name="connsiteY78584" fmla="*/ 429602 h 2398711"/>
              <a:gd name="connsiteX78585" fmla="*/ 1019661 w 2119654"/>
              <a:gd name="connsiteY78585" fmla="*/ 302449 h 2398711"/>
              <a:gd name="connsiteX78586" fmla="*/ 1018974 w 2119654"/>
              <a:gd name="connsiteY78586" fmla="*/ 304575 h 2398711"/>
              <a:gd name="connsiteX78587" fmla="*/ 1021831 w 2119654"/>
              <a:gd name="connsiteY78587" fmla="*/ 315052 h 2398711"/>
              <a:gd name="connsiteX78588" fmla="*/ 1025113 w 2119654"/>
              <a:gd name="connsiteY78588" fmla="*/ 306360 h 2398711"/>
              <a:gd name="connsiteX78589" fmla="*/ 1025103 w 2119654"/>
              <a:gd name="connsiteY78589" fmla="*/ 306345 h 2398711"/>
              <a:gd name="connsiteX78590" fmla="*/ 936084 w 2119654"/>
              <a:gd name="connsiteY78590" fmla="*/ 489184 h 2398711"/>
              <a:gd name="connsiteX78591" fmla="*/ 935987 w 2119654"/>
              <a:gd name="connsiteY78591" fmla="*/ 489597 h 2398711"/>
              <a:gd name="connsiteX78592" fmla="*/ 935819 w 2119654"/>
              <a:gd name="connsiteY78592" fmla="*/ 490350 h 2398711"/>
              <a:gd name="connsiteX78593" fmla="*/ 936003 w 2119654"/>
              <a:gd name="connsiteY78593" fmla="*/ 490707 h 2398711"/>
              <a:gd name="connsiteX78594" fmla="*/ 936413 w 2119654"/>
              <a:gd name="connsiteY78594" fmla="*/ 491073 h 2398711"/>
              <a:gd name="connsiteX78595" fmla="*/ 936536 w 2119654"/>
              <a:gd name="connsiteY78595" fmla="*/ 490506 h 2398711"/>
              <a:gd name="connsiteX78596" fmla="*/ 998458 w 2119654"/>
              <a:gd name="connsiteY78596" fmla="*/ 349477 h 2398711"/>
              <a:gd name="connsiteX78597" fmla="*/ 999167 w 2119654"/>
              <a:gd name="connsiteY78597" fmla="*/ 351155 h 2398711"/>
              <a:gd name="connsiteX78598" fmla="*/ 999436 w 2119654"/>
              <a:gd name="connsiteY78598" fmla="*/ 350787 h 2398711"/>
              <a:gd name="connsiteX78599" fmla="*/ 998915 w 2119654"/>
              <a:gd name="connsiteY78599" fmla="*/ 348855 h 2398711"/>
              <a:gd name="connsiteX78600" fmla="*/ 936540 w 2119654"/>
              <a:gd name="connsiteY78600" fmla="*/ 488079 h 2398711"/>
              <a:gd name="connsiteX78601" fmla="*/ 936726 w 2119654"/>
              <a:gd name="connsiteY78601" fmla="*/ 488586 h 2398711"/>
              <a:gd name="connsiteX78602" fmla="*/ 936892 w 2119654"/>
              <a:gd name="connsiteY78602" fmla="*/ 488862 h 2398711"/>
              <a:gd name="connsiteX78603" fmla="*/ 936988 w 2119654"/>
              <a:gd name="connsiteY78603" fmla="*/ 488419 h 2398711"/>
              <a:gd name="connsiteX78604" fmla="*/ 1020552 w 2119654"/>
              <a:gd name="connsiteY78604" fmla="*/ 299693 h 2398711"/>
              <a:gd name="connsiteX78605" fmla="*/ 1019951 w 2119654"/>
              <a:gd name="connsiteY78605" fmla="*/ 301552 h 2398711"/>
              <a:gd name="connsiteX78606" fmla="*/ 1023622 w 2119654"/>
              <a:gd name="connsiteY78606" fmla="*/ 304181 h 2398711"/>
              <a:gd name="connsiteX78607" fmla="*/ 950085 w 2119654"/>
              <a:gd name="connsiteY78607" fmla="*/ 457371 h 2398711"/>
              <a:gd name="connsiteX78608" fmla="*/ 951464 w 2119654"/>
              <a:gd name="connsiteY78608" fmla="*/ 461894 h 2398711"/>
              <a:gd name="connsiteX78609" fmla="*/ 952607 w 2119654"/>
              <a:gd name="connsiteY78609" fmla="*/ 459984 h 2398711"/>
              <a:gd name="connsiteX78610" fmla="*/ 952621 w 2119654"/>
              <a:gd name="connsiteY78610" fmla="*/ 459817 h 2398711"/>
              <a:gd name="connsiteX78611" fmla="*/ 935517 w 2119654"/>
              <a:gd name="connsiteY78611" fmla="*/ 489450 h 2398711"/>
              <a:gd name="connsiteX78612" fmla="*/ 935477 w 2119654"/>
              <a:gd name="connsiteY78612" fmla="*/ 489688 h 2398711"/>
              <a:gd name="connsiteX78613" fmla="*/ 935688 w 2119654"/>
              <a:gd name="connsiteY78613" fmla="*/ 490097 h 2398711"/>
              <a:gd name="connsiteX78614" fmla="*/ 935978 w 2119654"/>
              <a:gd name="connsiteY78614" fmla="*/ 488872 h 2398711"/>
              <a:gd name="connsiteX78615" fmla="*/ 935932 w 2119654"/>
              <a:gd name="connsiteY78615" fmla="*/ 488736 h 2398711"/>
              <a:gd name="connsiteX78616" fmla="*/ 1021755 w 2119654"/>
              <a:gd name="connsiteY78616" fmla="*/ 295975 h 2398711"/>
              <a:gd name="connsiteX78617" fmla="*/ 1020704 w 2119654"/>
              <a:gd name="connsiteY78617" fmla="*/ 299224 h 2398711"/>
              <a:gd name="connsiteX78618" fmla="*/ 1024551 w 2119654"/>
              <a:gd name="connsiteY78618" fmla="*/ 304847 h 2398711"/>
              <a:gd name="connsiteX78619" fmla="*/ 1025443 w 2119654"/>
              <a:gd name="connsiteY78619" fmla="*/ 305485 h 2398711"/>
              <a:gd name="connsiteX78620" fmla="*/ 1025814 w 2119654"/>
              <a:gd name="connsiteY78620" fmla="*/ 304504 h 2398711"/>
              <a:gd name="connsiteX78621" fmla="*/ 1026363 w 2119654"/>
              <a:gd name="connsiteY78621" fmla="*/ 303320 h 2398711"/>
              <a:gd name="connsiteX78622" fmla="*/ 935737 w 2119654"/>
              <a:gd name="connsiteY78622" fmla="*/ 488166 h 2398711"/>
              <a:gd name="connsiteX78623" fmla="*/ 935661 w 2119654"/>
              <a:gd name="connsiteY78623" fmla="*/ 488609 h 2398711"/>
              <a:gd name="connsiteX78624" fmla="*/ 935804 w 2119654"/>
              <a:gd name="connsiteY78624" fmla="*/ 488363 h 2398711"/>
              <a:gd name="connsiteX78625" fmla="*/ 371349 w 2119654"/>
              <a:gd name="connsiteY78625" fmla="*/ 1751878 h 2398711"/>
              <a:gd name="connsiteX78626" fmla="*/ 372638 w 2119654"/>
              <a:gd name="connsiteY78626" fmla="*/ 1753252 h 2398711"/>
              <a:gd name="connsiteX78627" fmla="*/ 375610 w 2119654"/>
              <a:gd name="connsiteY78627" fmla="*/ 1755103 h 2398711"/>
              <a:gd name="connsiteX78628" fmla="*/ 375616 w 2119654"/>
              <a:gd name="connsiteY78628" fmla="*/ 1755105 h 2398711"/>
              <a:gd name="connsiteX78629" fmla="*/ 375997 w 2119654"/>
              <a:gd name="connsiteY78629" fmla="*/ 1755211 h 2398711"/>
              <a:gd name="connsiteX78630" fmla="*/ 396560 w 2119654"/>
              <a:gd name="connsiteY78630" fmla="*/ 1695058 h 2398711"/>
              <a:gd name="connsiteX78631" fmla="*/ 398120 w 2119654"/>
              <a:gd name="connsiteY78631" fmla="*/ 1696218 h 2398711"/>
              <a:gd name="connsiteX78632" fmla="*/ 398375 w 2119654"/>
              <a:gd name="connsiteY78632" fmla="*/ 1695253 h 2398711"/>
              <a:gd name="connsiteX78633" fmla="*/ 954521 w 2119654"/>
              <a:gd name="connsiteY78633" fmla="*/ 445229 h 2398711"/>
              <a:gd name="connsiteX78634" fmla="*/ 955201 w 2119654"/>
              <a:gd name="connsiteY78634" fmla="*/ 446323 h 2398711"/>
              <a:gd name="connsiteX78635" fmla="*/ 955235 w 2119654"/>
              <a:gd name="connsiteY78635" fmla="*/ 446181 h 2398711"/>
              <a:gd name="connsiteX78636" fmla="*/ 936747 w 2119654"/>
              <a:gd name="connsiteY78636" fmla="*/ 484266 h 2398711"/>
              <a:gd name="connsiteX78637" fmla="*/ 936673 w 2119654"/>
              <a:gd name="connsiteY78637" fmla="*/ 484497 h 2398711"/>
              <a:gd name="connsiteX78638" fmla="*/ 936982 w 2119654"/>
              <a:gd name="connsiteY78638" fmla="*/ 484634 h 2398711"/>
              <a:gd name="connsiteX78639" fmla="*/ 936999 w 2119654"/>
              <a:gd name="connsiteY78639" fmla="*/ 484557 h 2398711"/>
              <a:gd name="connsiteX78640" fmla="*/ 359897 w 2119654"/>
              <a:gd name="connsiteY78640" fmla="*/ 1775217 h 2398711"/>
              <a:gd name="connsiteX78641" fmla="*/ 360423 w 2119654"/>
              <a:gd name="connsiteY78641" fmla="*/ 1779381 h 2398711"/>
              <a:gd name="connsiteX78642" fmla="*/ 376730 w 2119654"/>
              <a:gd name="connsiteY78642" fmla="*/ 1781102 h 2398711"/>
              <a:gd name="connsiteX78643" fmla="*/ 362443 w 2119654"/>
              <a:gd name="connsiteY78643" fmla="*/ 1775326 h 2398711"/>
              <a:gd name="connsiteX78644" fmla="*/ 362091 w 2119654"/>
              <a:gd name="connsiteY78644" fmla="*/ 1770237 h 2398711"/>
              <a:gd name="connsiteX78645" fmla="*/ 374811 w 2119654"/>
              <a:gd name="connsiteY78645" fmla="*/ 1774726 h 2398711"/>
              <a:gd name="connsiteX78646" fmla="*/ 378092 w 2119654"/>
              <a:gd name="connsiteY78646" fmla="*/ 1774735 h 2398711"/>
              <a:gd name="connsiteX78647" fmla="*/ 374722 w 2119654"/>
              <a:gd name="connsiteY78647" fmla="*/ 1771144 h 2398711"/>
              <a:gd name="connsiteX78648" fmla="*/ 369977 w 2119654"/>
              <a:gd name="connsiteY78648" fmla="*/ 1769036 h 2398711"/>
              <a:gd name="connsiteX78649" fmla="*/ 1018086 w 2119654"/>
              <a:gd name="connsiteY78649" fmla="*/ 301320 h 2398711"/>
              <a:gd name="connsiteX78650" fmla="*/ 1018716 w 2119654"/>
              <a:gd name="connsiteY78650" fmla="*/ 303629 h 2398711"/>
              <a:gd name="connsiteX78651" fmla="*/ 1019217 w 2119654"/>
              <a:gd name="connsiteY78651" fmla="*/ 302130 h 2398711"/>
              <a:gd name="connsiteX78652" fmla="*/ 377336 w 2119654"/>
              <a:gd name="connsiteY78652" fmla="*/ 1736029 h 2398711"/>
              <a:gd name="connsiteX78653" fmla="*/ 379101 w 2119654"/>
              <a:gd name="connsiteY78653" fmla="*/ 1736723 h 2398711"/>
              <a:gd name="connsiteX78654" fmla="*/ 379041 w 2119654"/>
              <a:gd name="connsiteY78654" fmla="*/ 1736096 h 2398711"/>
              <a:gd name="connsiteX78655" fmla="*/ 378920 w 2119654"/>
              <a:gd name="connsiteY78655" fmla="*/ 1736055 h 2398711"/>
              <a:gd name="connsiteX78656" fmla="*/ 939652 w 2119654"/>
              <a:gd name="connsiteY78656" fmla="*/ 476795 h 2398711"/>
              <a:gd name="connsiteX78657" fmla="*/ 939242 w 2119654"/>
              <a:gd name="connsiteY78657" fmla="*/ 478688 h 2398711"/>
              <a:gd name="connsiteX78658" fmla="*/ 938430 w 2119654"/>
              <a:gd name="connsiteY78658" fmla="*/ 482886 h 2398711"/>
              <a:gd name="connsiteX78659" fmla="*/ 938762 w 2119654"/>
              <a:gd name="connsiteY78659" fmla="*/ 483266 h 2398711"/>
              <a:gd name="connsiteX78660" fmla="*/ 940798 w 2119654"/>
              <a:gd name="connsiteY78660" fmla="*/ 479759 h 2398711"/>
              <a:gd name="connsiteX78661" fmla="*/ 940846 w 2119654"/>
              <a:gd name="connsiteY78661" fmla="*/ 479465 h 2398711"/>
              <a:gd name="connsiteX78662" fmla="*/ 941040 w 2119654"/>
              <a:gd name="connsiteY78662" fmla="*/ 478605 h 2398711"/>
              <a:gd name="connsiteX78663" fmla="*/ 936461 w 2119654"/>
              <a:gd name="connsiteY78663" fmla="*/ 483938 h 2398711"/>
              <a:gd name="connsiteX78664" fmla="*/ 936425 w 2119654"/>
              <a:gd name="connsiteY78664" fmla="*/ 484148 h 2398711"/>
              <a:gd name="connsiteX78665" fmla="*/ 936485 w 2119654"/>
              <a:gd name="connsiteY78665" fmla="*/ 483967 h 2398711"/>
              <a:gd name="connsiteX78666" fmla="*/ 937967 w 2119654"/>
              <a:gd name="connsiteY78666" fmla="*/ 480473 h 2398711"/>
              <a:gd name="connsiteX78667" fmla="*/ 937525 w 2119654"/>
              <a:gd name="connsiteY78667" fmla="*/ 481847 h 2398711"/>
              <a:gd name="connsiteX78668" fmla="*/ 937617 w 2119654"/>
              <a:gd name="connsiteY78668" fmla="*/ 481952 h 2398711"/>
              <a:gd name="connsiteX78669" fmla="*/ 947092 w 2119654"/>
              <a:gd name="connsiteY78669" fmla="*/ 459512 h 2398711"/>
              <a:gd name="connsiteX78670" fmla="*/ 946952 w 2119654"/>
              <a:gd name="connsiteY78670" fmla="*/ 460326 h 2398711"/>
              <a:gd name="connsiteX78671" fmla="*/ 948276 w 2119654"/>
              <a:gd name="connsiteY78671" fmla="*/ 466705 h 2398711"/>
              <a:gd name="connsiteX78672" fmla="*/ 948393 w 2119654"/>
              <a:gd name="connsiteY78672" fmla="*/ 466819 h 2398711"/>
              <a:gd name="connsiteX78673" fmla="*/ 359790 w 2119654"/>
              <a:gd name="connsiteY78673" fmla="*/ 1774372 h 2398711"/>
              <a:gd name="connsiteX78674" fmla="*/ 359829 w 2119654"/>
              <a:gd name="connsiteY78674" fmla="*/ 1774678 h 2398711"/>
              <a:gd name="connsiteX78675" fmla="*/ 360129 w 2119654"/>
              <a:gd name="connsiteY78675" fmla="*/ 1774691 h 2398711"/>
              <a:gd name="connsiteX78676" fmla="*/ 360734 w 2119654"/>
              <a:gd name="connsiteY78676" fmla="*/ 1774693 h 2398711"/>
              <a:gd name="connsiteX78677" fmla="*/ 949177 w 2119654"/>
              <a:gd name="connsiteY78677" fmla="*/ 454396 h 2398711"/>
              <a:gd name="connsiteX78678" fmla="*/ 949573 w 2119654"/>
              <a:gd name="connsiteY78678" fmla="*/ 455694 h 2398711"/>
              <a:gd name="connsiteX78679" fmla="*/ 952709 w 2119654"/>
              <a:gd name="connsiteY78679" fmla="*/ 458719 h 2398711"/>
              <a:gd name="connsiteX78680" fmla="*/ 952975 w 2119654"/>
              <a:gd name="connsiteY78680" fmla="*/ 455376 h 2398711"/>
              <a:gd name="connsiteX78681" fmla="*/ 953027 w 2119654"/>
              <a:gd name="connsiteY78681" fmla="*/ 455167 h 2398711"/>
              <a:gd name="connsiteX78682" fmla="*/ 950749 w 2119654"/>
              <a:gd name="connsiteY78682" fmla="*/ 451491 h 2398711"/>
              <a:gd name="connsiteX78683" fmla="*/ 379076 w 2119654"/>
              <a:gd name="connsiteY78683" fmla="*/ 1730851 h 2398711"/>
              <a:gd name="connsiteX78684" fmla="*/ 379356 w 2119654"/>
              <a:gd name="connsiteY78684" fmla="*/ 1733781 h 2398711"/>
              <a:gd name="connsiteX78685" fmla="*/ 385601 w 2119654"/>
              <a:gd name="connsiteY78685" fmla="*/ 1735782 h 2398711"/>
              <a:gd name="connsiteX78686" fmla="*/ 387676 w 2119654"/>
              <a:gd name="connsiteY78686" fmla="*/ 1735788 h 2398711"/>
              <a:gd name="connsiteX78687" fmla="*/ 388418 w 2119654"/>
              <a:gd name="connsiteY78687" fmla="*/ 1732978 h 2398711"/>
              <a:gd name="connsiteX78688" fmla="*/ 383100 w 2119654"/>
              <a:gd name="connsiteY78688" fmla="*/ 1730653 h 2398711"/>
              <a:gd name="connsiteX78689" fmla="*/ 939298 w 2119654"/>
              <a:gd name="connsiteY78689" fmla="*/ 476333 h 2398711"/>
              <a:gd name="connsiteX78690" fmla="*/ 938650 w 2119654"/>
              <a:gd name="connsiteY78690" fmla="*/ 478351 h 2398711"/>
              <a:gd name="connsiteX78691" fmla="*/ 937759 w 2119654"/>
              <a:gd name="connsiteY78691" fmla="*/ 482114 h 2398711"/>
              <a:gd name="connsiteX78692" fmla="*/ 938234 w 2119654"/>
              <a:gd name="connsiteY78692" fmla="*/ 482661 h 2398711"/>
              <a:gd name="connsiteX78693" fmla="*/ 939537 w 2119654"/>
              <a:gd name="connsiteY78693" fmla="*/ 476645 h 2398711"/>
              <a:gd name="connsiteX78694" fmla="*/ 940274 w 2119654"/>
              <a:gd name="connsiteY78694" fmla="*/ 473922 h 2398711"/>
              <a:gd name="connsiteX78695" fmla="*/ 939915 w 2119654"/>
              <a:gd name="connsiteY78695" fmla="*/ 475581 h 2398711"/>
              <a:gd name="connsiteX78696" fmla="*/ 941310 w 2119654"/>
              <a:gd name="connsiteY78696" fmla="*/ 477402 h 2398711"/>
              <a:gd name="connsiteX78697" fmla="*/ 941534 w 2119654"/>
              <a:gd name="connsiteY78697" fmla="*/ 476405 h 2398711"/>
              <a:gd name="connsiteX78698" fmla="*/ 1000042 w 2119654"/>
              <a:gd name="connsiteY78698" fmla="*/ 339902 h 2398711"/>
              <a:gd name="connsiteX78699" fmla="*/ 1002449 w 2119654"/>
              <a:gd name="connsiteY78699" fmla="*/ 343313 h 2398711"/>
              <a:gd name="connsiteX78700" fmla="*/ 1002614 w 2119654"/>
              <a:gd name="connsiteY78700" fmla="*/ 343089 h 2398711"/>
              <a:gd name="connsiteX78701" fmla="*/ 940160 w 2119654"/>
              <a:gd name="connsiteY78701" fmla="*/ 473769 h 2398711"/>
              <a:gd name="connsiteX78702" fmla="*/ 939661 w 2119654"/>
              <a:gd name="connsiteY78702" fmla="*/ 475251 h 2398711"/>
              <a:gd name="connsiteX78703" fmla="*/ 939800 w 2119654"/>
              <a:gd name="connsiteY78703" fmla="*/ 475431 h 2398711"/>
              <a:gd name="connsiteX78704" fmla="*/ 976138 w 2119654"/>
              <a:gd name="connsiteY78704" fmla="*/ 393103 h 2398711"/>
              <a:gd name="connsiteX78705" fmla="*/ 977288 w 2119654"/>
              <a:gd name="connsiteY78705" fmla="*/ 402587 h 2398711"/>
              <a:gd name="connsiteX78706" fmla="*/ 980687 w 2119654"/>
              <a:gd name="connsiteY78706" fmla="*/ 408156 h 2398711"/>
              <a:gd name="connsiteX78707" fmla="*/ 980836 w 2119654"/>
              <a:gd name="connsiteY78707" fmla="*/ 407970 h 2398711"/>
              <a:gd name="connsiteX78708" fmla="*/ 978619 w 2119654"/>
              <a:gd name="connsiteY78708" fmla="*/ 403021 h 2398711"/>
              <a:gd name="connsiteX78709" fmla="*/ 978852 w 2119654"/>
              <a:gd name="connsiteY78709" fmla="*/ 403142 h 2398711"/>
              <a:gd name="connsiteX78710" fmla="*/ 980949 w 2119654"/>
              <a:gd name="connsiteY78710" fmla="*/ 407828 h 2398711"/>
              <a:gd name="connsiteX78711" fmla="*/ 984702 w 2119654"/>
              <a:gd name="connsiteY78711" fmla="*/ 403147 h 2398711"/>
              <a:gd name="connsiteX78712" fmla="*/ 958073 w 2119654"/>
              <a:gd name="connsiteY78712" fmla="*/ 433118 h 2398711"/>
              <a:gd name="connsiteX78713" fmla="*/ 958371 w 2119654"/>
              <a:gd name="connsiteY78713" fmla="*/ 433426 h 2398711"/>
              <a:gd name="connsiteX78714" fmla="*/ 958659 w 2119654"/>
              <a:gd name="connsiteY78714" fmla="*/ 432257 h 2398711"/>
              <a:gd name="connsiteX78715" fmla="*/ 958564 w 2119654"/>
              <a:gd name="connsiteY78715" fmla="*/ 432165 h 2398711"/>
              <a:gd name="connsiteX78716" fmla="*/ 986419 w 2119654"/>
              <a:gd name="connsiteY78716" fmla="*/ 369387 h 2398711"/>
              <a:gd name="connsiteX78717" fmla="*/ 986943 w 2119654"/>
              <a:gd name="connsiteY78717" fmla="*/ 369815 h 2398711"/>
              <a:gd name="connsiteX78718" fmla="*/ 986868 w 2119654"/>
              <a:gd name="connsiteY78718" fmla="*/ 369726 h 2398711"/>
              <a:gd name="connsiteX78719" fmla="*/ 987177 w 2119654"/>
              <a:gd name="connsiteY78719" fmla="*/ 369789 h 2398711"/>
              <a:gd name="connsiteX78720" fmla="*/ 987763 w 2119654"/>
              <a:gd name="connsiteY78720" fmla="*/ 370486 h 2398711"/>
              <a:gd name="connsiteX78721" fmla="*/ 989783 w 2119654"/>
              <a:gd name="connsiteY78721" fmla="*/ 372137 h 2398711"/>
              <a:gd name="connsiteX78722" fmla="*/ 995033 w 2119654"/>
              <a:gd name="connsiteY78722" fmla="*/ 376551 h 2398711"/>
              <a:gd name="connsiteX78723" fmla="*/ 1001150 w 2119654"/>
              <a:gd name="connsiteY78723" fmla="*/ 357473 h 2398711"/>
              <a:gd name="connsiteX78724" fmla="*/ 998894 w 2119654"/>
              <a:gd name="connsiteY78724" fmla="*/ 352135 h 2398711"/>
              <a:gd name="connsiteX78725" fmla="*/ 988175 w 2119654"/>
              <a:gd name="connsiteY78725" fmla="*/ 366777 h 2398711"/>
              <a:gd name="connsiteX78726" fmla="*/ 378953 w 2119654"/>
              <a:gd name="connsiteY78726" fmla="*/ 1729568 h 2398711"/>
              <a:gd name="connsiteX78727" fmla="*/ 379057 w 2119654"/>
              <a:gd name="connsiteY78727" fmla="*/ 1730653 h 2398711"/>
              <a:gd name="connsiteX78728" fmla="*/ 382688 w 2119654"/>
              <a:gd name="connsiteY78728" fmla="*/ 1730474 h 2398711"/>
              <a:gd name="connsiteX78729" fmla="*/ 380669 w 2119654"/>
              <a:gd name="connsiteY78729" fmla="*/ 1729591 h 2398711"/>
              <a:gd name="connsiteX78730" fmla="*/ 1029325 w 2119654"/>
              <a:gd name="connsiteY78730" fmla="*/ 273176 h 2398711"/>
              <a:gd name="connsiteX78731" fmla="*/ 1023334 w 2119654"/>
              <a:gd name="connsiteY78731" fmla="*/ 291092 h 2398711"/>
              <a:gd name="connsiteX78732" fmla="*/ 1022222 w 2119654"/>
              <a:gd name="connsiteY78732" fmla="*/ 294531 h 2398711"/>
              <a:gd name="connsiteX78733" fmla="*/ 1025293 w 2119654"/>
              <a:gd name="connsiteY78733" fmla="*/ 299020 h 2398711"/>
              <a:gd name="connsiteX78734" fmla="*/ 1027055 w 2119654"/>
              <a:gd name="connsiteY78734" fmla="*/ 301830 h 2398711"/>
              <a:gd name="connsiteX78735" fmla="*/ 1035382 w 2119654"/>
              <a:gd name="connsiteY78735" fmla="*/ 283873 h 2398711"/>
              <a:gd name="connsiteX78736" fmla="*/ 943753 w 2119654"/>
              <a:gd name="connsiteY78736" fmla="*/ 464733 h 2398711"/>
              <a:gd name="connsiteX78737" fmla="*/ 944090 w 2119654"/>
              <a:gd name="connsiteY78737" fmla="*/ 465060 h 2398711"/>
              <a:gd name="connsiteX78738" fmla="*/ 944112 w 2119654"/>
              <a:gd name="connsiteY78738" fmla="*/ 464960 h 2398711"/>
              <a:gd name="connsiteX78739" fmla="*/ 943977 w 2119654"/>
              <a:gd name="connsiteY78739" fmla="*/ 464306 h 2398711"/>
              <a:gd name="connsiteX78740" fmla="*/ 386362 w 2119654"/>
              <a:gd name="connsiteY78740" fmla="*/ 1712801 h 2398711"/>
              <a:gd name="connsiteX78741" fmla="*/ 392751 w 2119654"/>
              <a:gd name="connsiteY78741" fmla="*/ 1716565 h 2398711"/>
              <a:gd name="connsiteX78742" fmla="*/ 393532 w 2119654"/>
              <a:gd name="connsiteY78742" fmla="*/ 1713603 h 2398711"/>
              <a:gd name="connsiteX78743" fmla="*/ 956355 w 2119654"/>
              <a:gd name="connsiteY78743" fmla="*/ 436454 h 2398711"/>
              <a:gd name="connsiteX78744" fmla="*/ 957250 w 2119654"/>
              <a:gd name="connsiteY78744" fmla="*/ 437396 h 2398711"/>
              <a:gd name="connsiteX78745" fmla="*/ 957460 w 2119654"/>
              <a:gd name="connsiteY78745" fmla="*/ 437134 h 2398711"/>
              <a:gd name="connsiteX78746" fmla="*/ 958101 w 2119654"/>
              <a:gd name="connsiteY78746" fmla="*/ 434526 h 2398711"/>
              <a:gd name="connsiteX78747" fmla="*/ 957671 w 2119654"/>
              <a:gd name="connsiteY78747" fmla="*/ 433898 h 2398711"/>
              <a:gd name="connsiteX78748" fmla="*/ 942900 w 2119654"/>
              <a:gd name="connsiteY78748" fmla="*/ 466449 h 2398711"/>
              <a:gd name="connsiteX78749" fmla="*/ 943559 w 2119654"/>
              <a:gd name="connsiteY78749" fmla="*/ 467417 h 2398711"/>
              <a:gd name="connsiteX78750" fmla="*/ 943908 w 2119654"/>
              <a:gd name="connsiteY78750" fmla="*/ 465867 h 2398711"/>
              <a:gd name="connsiteX78751" fmla="*/ 943416 w 2119654"/>
              <a:gd name="connsiteY78751" fmla="*/ 465377 h 2398711"/>
              <a:gd name="connsiteX78752" fmla="*/ 943244 w 2119654"/>
              <a:gd name="connsiteY78752" fmla="*/ 465703 h 2398711"/>
              <a:gd name="connsiteX78753" fmla="*/ 939881 w 2119654"/>
              <a:gd name="connsiteY78753" fmla="*/ 473148 h 2398711"/>
              <a:gd name="connsiteX78754" fmla="*/ 939449 w 2119654"/>
              <a:gd name="connsiteY78754" fmla="*/ 474973 h 2398711"/>
              <a:gd name="connsiteX78755" fmla="*/ 939493 w 2119654"/>
              <a:gd name="connsiteY78755" fmla="*/ 475030 h 2398711"/>
              <a:gd name="connsiteX78756" fmla="*/ 940029 w 2119654"/>
              <a:gd name="connsiteY78756" fmla="*/ 473438 h 2398711"/>
              <a:gd name="connsiteX78757" fmla="*/ 941877 w 2119654"/>
              <a:gd name="connsiteY78757" fmla="*/ 468664 h 2398711"/>
              <a:gd name="connsiteX78758" fmla="*/ 941510 w 2119654"/>
              <a:gd name="connsiteY78758" fmla="*/ 469757 h 2398711"/>
              <a:gd name="connsiteX78759" fmla="*/ 942431 w 2119654"/>
              <a:gd name="connsiteY78759" fmla="*/ 471266 h 2398711"/>
              <a:gd name="connsiteX78760" fmla="*/ 942668 w 2119654"/>
              <a:gd name="connsiteY78760" fmla="*/ 471372 h 2398711"/>
              <a:gd name="connsiteX78761" fmla="*/ 943261 w 2119654"/>
              <a:gd name="connsiteY78761" fmla="*/ 468742 h 2398711"/>
              <a:gd name="connsiteX78762" fmla="*/ 942443 w 2119654"/>
              <a:gd name="connsiteY78762" fmla="*/ 467439 h 2398711"/>
              <a:gd name="connsiteX78763" fmla="*/ 985655 w 2119654"/>
              <a:gd name="connsiteY78763" fmla="*/ 370524 h 2398711"/>
              <a:gd name="connsiteX78764" fmla="*/ 991466 w 2119654"/>
              <a:gd name="connsiteY78764" fmla="*/ 387681 h 2398711"/>
              <a:gd name="connsiteX78765" fmla="*/ 994364 w 2119654"/>
              <a:gd name="connsiteY78765" fmla="*/ 378637 h 2398711"/>
              <a:gd name="connsiteX78766" fmla="*/ 989058 w 2119654"/>
              <a:gd name="connsiteY78766" fmla="*/ 372330 h 2398711"/>
              <a:gd name="connsiteX78767" fmla="*/ 986108 w 2119654"/>
              <a:gd name="connsiteY78767" fmla="*/ 369850 h 2398711"/>
              <a:gd name="connsiteX78768" fmla="*/ 939146 w 2119654"/>
              <a:gd name="connsiteY78768" fmla="*/ 474578 h 2398711"/>
              <a:gd name="connsiteX78769" fmla="*/ 939312 w 2119654"/>
              <a:gd name="connsiteY78769" fmla="*/ 474794 h 2398711"/>
              <a:gd name="connsiteX78770" fmla="*/ 939592 w 2119654"/>
              <a:gd name="connsiteY78770" fmla="*/ 473614 h 2398711"/>
              <a:gd name="connsiteX78771" fmla="*/ 948759 w 2119654"/>
              <a:gd name="connsiteY78771" fmla="*/ 453026 h 2398711"/>
              <a:gd name="connsiteX78772" fmla="*/ 948953 w 2119654"/>
              <a:gd name="connsiteY78772" fmla="*/ 453661 h 2398711"/>
              <a:gd name="connsiteX78773" fmla="*/ 950111 w 2119654"/>
              <a:gd name="connsiteY78773" fmla="*/ 451292 h 2398711"/>
              <a:gd name="connsiteX78774" fmla="*/ 950306 w 2119654"/>
              <a:gd name="connsiteY78774" fmla="*/ 451196 h 2398711"/>
              <a:gd name="connsiteX78775" fmla="*/ 949010 w 2119654"/>
              <a:gd name="connsiteY78775" fmla="*/ 453848 h 2398711"/>
              <a:gd name="connsiteX78776" fmla="*/ 949101 w 2119654"/>
              <a:gd name="connsiteY78776" fmla="*/ 454148 h 2398711"/>
              <a:gd name="connsiteX78777" fmla="*/ 950638 w 2119654"/>
              <a:gd name="connsiteY78777" fmla="*/ 451307 h 2398711"/>
              <a:gd name="connsiteX78778" fmla="*/ 950343 w 2119654"/>
              <a:gd name="connsiteY78778" fmla="*/ 450832 h 2398711"/>
              <a:gd name="connsiteX78779" fmla="*/ 937426 w 2119654"/>
              <a:gd name="connsiteY78779" fmla="*/ 478305 h 2398711"/>
              <a:gd name="connsiteX78780" fmla="*/ 936935 w 2119654"/>
              <a:gd name="connsiteY78780" fmla="*/ 481169 h 2398711"/>
              <a:gd name="connsiteX78781" fmla="*/ 937290 w 2119654"/>
              <a:gd name="connsiteY78781" fmla="*/ 481577 h 2398711"/>
              <a:gd name="connsiteX78782" fmla="*/ 938694 w 2119654"/>
              <a:gd name="connsiteY78782" fmla="*/ 477406 h 2398711"/>
              <a:gd name="connsiteX78783" fmla="*/ 939030 w 2119654"/>
              <a:gd name="connsiteY78783" fmla="*/ 475984 h 2398711"/>
              <a:gd name="connsiteX78784" fmla="*/ 938698 w 2119654"/>
              <a:gd name="connsiteY78784" fmla="*/ 475549 h 2398711"/>
              <a:gd name="connsiteX78785" fmla="*/ 378881 w 2119654"/>
              <a:gd name="connsiteY78785" fmla="*/ 1728809 h 2398711"/>
              <a:gd name="connsiteX78786" fmla="*/ 378922 w 2119654"/>
              <a:gd name="connsiteY78786" fmla="*/ 1729243 h 2398711"/>
              <a:gd name="connsiteX78787" fmla="*/ 379902 w 2119654"/>
              <a:gd name="connsiteY78787" fmla="*/ 1729256 h 2398711"/>
              <a:gd name="connsiteX78788" fmla="*/ 953408 w 2119654"/>
              <a:gd name="connsiteY78788" fmla="*/ 442171 h 2398711"/>
              <a:gd name="connsiteX78789" fmla="*/ 953414 w 2119654"/>
              <a:gd name="connsiteY78789" fmla="*/ 442181 h 2398711"/>
              <a:gd name="connsiteX78790" fmla="*/ 953666 w 2119654"/>
              <a:gd name="connsiteY78790" fmla="*/ 441866 h 2398711"/>
              <a:gd name="connsiteX78791" fmla="*/ 953623 w 2119654"/>
              <a:gd name="connsiteY78791" fmla="*/ 441754 h 2398711"/>
              <a:gd name="connsiteX78792" fmla="*/ 943092 w 2119654"/>
              <a:gd name="connsiteY78792" fmla="*/ 465053 h 2398711"/>
              <a:gd name="connsiteX78793" fmla="*/ 942920 w 2119654"/>
              <a:gd name="connsiteY78793" fmla="*/ 465567 h 2398711"/>
              <a:gd name="connsiteX78794" fmla="*/ 943161 w 2119654"/>
              <a:gd name="connsiteY78794" fmla="*/ 465122 h 2398711"/>
              <a:gd name="connsiteX78795" fmla="*/ 351591 w 2119654"/>
              <a:gd name="connsiteY78795" fmla="*/ 1789453 h 2398711"/>
              <a:gd name="connsiteX78796" fmla="*/ 353745 w 2119654"/>
              <a:gd name="connsiteY78796" fmla="*/ 1791183 h 2398711"/>
              <a:gd name="connsiteX78797" fmla="*/ 356160 w 2119654"/>
              <a:gd name="connsiteY78797" fmla="*/ 1791512 h 2398711"/>
              <a:gd name="connsiteX78798" fmla="*/ 348139 w 2119654"/>
              <a:gd name="connsiteY78798" fmla="*/ 1797151 h 2398711"/>
              <a:gd name="connsiteX78799" fmla="*/ 352869 w 2119654"/>
              <a:gd name="connsiteY78799" fmla="*/ 1799973 h 2398711"/>
              <a:gd name="connsiteX78800" fmla="*/ 355237 w 2119654"/>
              <a:gd name="connsiteY78800" fmla="*/ 1800919 h 2398711"/>
              <a:gd name="connsiteX78801" fmla="*/ 360767 w 2119654"/>
              <a:gd name="connsiteY78801" fmla="*/ 1801113 h 2398711"/>
              <a:gd name="connsiteX78802" fmla="*/ 357501 w 2119654"/>
              <a:gd name="connsiteY78802" fmla="*/ 1798381 h 2398711"/>
              <a:gd name="connsiteX78803" fmla="*/ 355989 w 2119654"/>
              <a:gd name="connsiteY78803" fmla="*/ 1798342 h 2398711"/>
              <a:gd name="connsiteX78804" fmla="*/ 349751 w 2119654"/>
              <a:gd name="connsiteY78804" fmla="*/ 1797159 h 2398711"/>
              <a:gd name="connsiteX78805" fmla="*/ 373044 w 2119654"/>
              <a:gd name="connsiteY78805" fmla="*/ 1741058 h 2398711"/>
              <a:gd name="connsiteX78806" fmla="*/ 375945 w 2119654"/>
              <a:gd name="connsiteY78806" fmla="*/ 1743857 h 2398711"/>
              <a:gd name="connsiteX78807" fmla="*/ 379255 w 2119654"/>
              <a:gd name="connsiteY78807" fmla="*/ 1745311 h 2398711"/>
              <a:gd name="connsiteX78808" fmla="*/ 379932 w 2119654"/>
              <a:gd name="connsiteY78808" fmla="*/ 1745406 h 2398711"/>
              <a:gd name="connsiteX78809" fmla="*/ 379839 w 2119654"/>
              <a:gd name="connsiteY78809" fmla="*/ 1744439 h 2398711"/>
              <a:gd name="connsiteX78810" fmla="*/ 373793 w 2119654"/>
              <a:gd name="connsiteY78810" fmla="*/ 1741151 h 2398711"/>
              <a:gd name="connsiteX78811" fmla="*/ 943719 w 2119654"/>
              <a:gd name="connsiteY78811" fmla="*/ 463192 h 2398711"/>
              <a:gd name="connsiteX78812" fmla="*/ 943337 w 2119654"/>
              <a:gd name="connsiteY78812" fmla="*/ 464327 h 2398711"/>
              <a:gd name="connsiteX78813" fmla="*/ 943503 w 2119654"/>
              <a:gd name="connsiteY78813" fmla="*/ 464489 h 2398711"/>
              <a:gd name="connsiteX78814" fmla="*/ 943873 w 2119654"/>
              <a:gd name="connsiteY78814" fmla="*/ 463806 h 2398711"/>
              <a:gd name="connsiteX78815" fmla="*/ 943753 w 2119654"/>
              <a:gd name="connsiteY78815" fmla="*/ 463224 h 2398711"/>
              <a:gd name="connsiteX78816" fmla="*/ 938818 w 2119654"/>
              <a:gd name="connsiteY78816" fmla="*/ 474151 h 2398711"/>
              <a:gd name="connsiteX78817" fmla="*/ 938891 w 2119654"/>
              <a:gd name="connsiteY78817" fmla="*/ 474246 h 2398711"/>
              <a:gd name="connsiteX78818" fmla="*/ 939650 w 2119654"/>
              <a:gd name="connsiteY78818" fmla="*/ 472692 h 2398711"/>
              <a:gd name="connsiteX78819" fmla="*/ 939617 w 2119654"/>
              <a:gd name="connsiteY78819" fmla="*/ 472626 h 2398711"/>
              <a:gd name="connsiteX78820" fmla="*/ 937807 w 2119654"/>
              <a:gd name="connsiteY78820" fmla="*/ 476080 h 2398711"/>
              <a:gd name="connsiteX78821" fmla="*/ 937688 w 2119654"/>
              <a:gd name="connsiteY78821" fmla="*/ 476777 h 2398711"/>
              <a:gd name="connsiteX78822" fmla="*/ 938269 w 2119654"/>
              <a:gd name="connsiteY78822" fmla="*/ 475518 h 2398711"/>
              <a:gd name="connsiteX78823" fmla="*/ 938426 w 2119654"/>
              <a:gd name="connsiteY78823" fmla="*/ 475195 h 2398711"/>
              <a:gd name="connsiteX78824" fmla="*/ 938334 w 2119654"/>
              <a:gd name="connsiteY78824" fmla="*/ 475075 h 2398711"/>
              <a:gd name="connsiteX78825" fmla="*/ 941850 w 2119654"/>
              <a:gd name="connsiteY78825" fmla="*/ 466644 h 2398711"/>
              <a:gd name="connsiteX78826" fmla="*/ 941526 w 2119654"/>
              <a:gd name="connsiteY78826" fmla="*/ 468141 h 2398711"/>
              <a:gd name="connsiteX78827" fmla="*/ 942143 w 2119654"/>
              <a:gd name="connsiteY78827" fmla="*/ 467001 h 2398711"/>
              <a:gd name="connsiteX78828" fmla="*/ 351280 w 2119654"/>
              <a:gd name="connsiteY78828" fmla="*/ 1788955 h 2398711"/>
              <a:gd name="connsiteX78829" fmla="*/ 357619 w 2119654"/>
              <a:gd name="connsiteY78829" fmla="*/ 1791711 h 2398711"/>
              <a:gd name="connsiteX78830" fmla="*/ 359485 w 2119654"/>
              <a:gd name="connsiteY78830" fmla="*/ 1791966 h 2398711"/>
              <a:gd name="connsiteX78831" fmla="*/ 359506 w 2119654"/>
              <a:gd name="connsiteY78831" fmla="*/ 1791966 h 2398711"/>
              <a:gd name="connsiteX78832" fmla="*/ 355744 w 2119654"/>
              <a:gd name="connsiteY78832" fmla="*/ 1789724 h 2398711"/>
              <a:gd name="connsiteX78833" fmla="*/ 359321 w 2119654"/>
              <a:gd name="connsiteY78833" fmla="*/ 1770659 h 2398711"/>
              <a:gd name="connsiteX78834" fmla="*/ 359459 w 2119654"/>
              <a:gd name="connsiteY78834" fmla="*/ 1771752 h 2398711"/>
              <a:gd name="connsiteX78835" fmla="*/ 368154 w 2119654"/>
              <a:gd name="connsiteY78835" fmla="*/ 1774711 h 2398711"/>
              <a:gd name="connsiteX78836" fmla="*/ 372311 w 2119654"/>
              <a:gd name="connsiteY78836" fmla="*/ 1774720 h 2398711"/>
              <a:gd name="connsiteX78837" fmla="*/ 360357 w 2119654"/>
              <a:gd name="connsiteY78837" fmla="*/ 1770501 h 2398711"/>
              <a:gd name="connsiteX78838" fmla="*/ 938044 w 2119654"/>
              <a:gd name="connsiteY78838" fmla="*/ 474696 h 2398711"/>
              <a:gd name="connsiteX78839" fmla="*/ 938033 w 2119654"/>
              <a:gd name="connsiteY78839" fmla="*/ 474760 h 2398711"/>
              <a:gd name="connsiteX78840" fmla="*/ 938057 w 2119654"/>
              <a:gd name="connsiteY78840" fmla="*/ 474713 h 2398711"/>
              <a:gd name="connsiteX78841" fmla="*/ 985156 w 2119654"/>
              <a:gd name="connsiteY78841" fmla="*/ 369049 h 2398711"/>
              <a:gd name="connsiteX78842" fmla="*/ 985444 w 2119654"/>
              <a:gd name="connsiteY78842" fmla="*/ 369899 h 2398711"/>
              <a:gd name="connsiteX78843" fmla="*/ 985719 w 2119654"/>
              <a:gd name="connsiteY78843" fmla="*/ 369523 h 2398711"/>
              <a:gd name="connsiteX78844" fmla="*/ 943482 w 2119654"/>
              <a:gd name="connsiteY78844" fmla="*/ 462032 h 2398711"/>
              <a:gd name="connsiteX78845" fmla="*/ 943511 w 2119654"/>
              <a:gd name="connsiteY78845" fmla="*/ 462060 h 2398711"/>
              <a:gd name="connsiteX78846" fmla="*/ 943498 w 2119654"/>
              <a:gd name="connsiteY78846" fmla="*/ 462000 h 2398711"/>
              <a:gd name="connsiteX78847" fmla="*/ 347410 w 2119654"/>
              <a:gd name="connsiteY78847" fmla="*/ 1796716 h 2398711"/>
              <a:gd name="connsiteX78848" fmla="*/ 347808 w 2119654"/>
              <a:gd name="connsiteY78848" fmla="*/ 1796953 h 2398711"/>
              <a:gd name="connsiteX78849" fmla="*/ 348688 w 2119654"/>
              <a:gd name="connsiteY78849" fmla="*/ 1796958 h 2398711"/>
              <a:gd name="connsiteX78850" fmla="*/ 942664 w 2119654"/>
              <a:gd name="connsiteY78850" fmla="*/ 463674 h 2398711"/>
              <a:gd name="connsiteX78851" fmla="*/ 943154 w 2119654"/>
              <a:gd name="connsiteY78851" fmla="*/ 464150 h 2398711"/>
              <a:gd name="connsiteX78852" fmla="*/ 943536 w 2119654"/>
              <a:gd name="connsiteY78852" fmla="*/ 463014 h 2398711"/>
              <a:gd name="connsiteX78853" fmla="*/ 943171 w 2119654"/>
              <a:gd name="connsiteY78853" fmla="*/ 462657 h 2398711"/>
              <a:gd name="connsiteX78854" fmla="*/ 942354 w 2119654"/>
              <a:gd name="connsiteY78854" fmla="*/ 464316 h 2398711"/>
              <a:gd name="connsiteX78855" fmla="*/ 942136 w 2119654"/>
              <a:gd name="connsiteY78855" fmla="*/ 465323 h 2398711"/>
              <a:gd name="connsiteX78856" fmla="*/ 942553 w 2119654"/>
              <a:gd name="connsiteY78856" fmla="*/ 465937 h 2398711"/>
              <a:gd name="connsiteX78857" fmla="*/ 942911 w 2119654"/>
              <a:gd name="connsiteY78857" fmla="*/ 464872 h 2398711"/>
              <a:gd name="connsiteX78858" fmla="*/ 941967 w 2119654"/>
              <a:gd name="connsiteY78858" fmla="*/ 465074 h 2398711"/>
              <a:gd name="connsiteX78859" fmla="*/ 942023 w 2119654"/>
              <a:gd name="connsiteY78859" fmla="*/ 465158 h 2398711"/>
              <a:gd name="connsiteX78860" fmla="*/ 942099 w 2119654"/>
              <a:gd name="connsiteY78860" fmla="*/ 464808 h 2398711"/>
              <a:gd name="connsiteX78861" fmla="*/ 363391 w 2119654"/>
              <a:gd name="connsiteY78861" fmla="*/ 1760284 h 2398711"/>
              <a:gd name="connsiteX78862" fmla="*/ 366828 w 2119654"/>
              <a:gd name="connsiteY78862" fmla="*/ 1762734 h 2398711"/>
              <a:gd name="connsiteX78863" fmla="*/ 364558 w 2119654"/>
              <a:gd name="connsiteY78863" fmla="*/ 1760315 h 2398711"/>
              <a:gd name="connsiteX78864" fmla="*/ 372293 w 2119654"/>
              <a:gd name="connsiteY78864" fmla="*/ 1740335 h 2398711"/>
              <a:gd name="connsiteX78865" fmla="*/ 372491 w 2119654"/>
              <a:gd name="connsiteY78865" fmla="*/ 1740526 h 2398711"/>
              <a:gd name="connsiteX78866" fmla="*/ 372683 w 2119654"/>
              <a:gd name="connsiteY78866" fmla="*/ 1740547 h 2398711"/>
              <a:gd name="connsiteX78867" fmla="*/ 940476 w 2119654"/>
              <a:gd name="connsiteY78867" fmla="*/ 468065 h 2398711"/>
              <a:gd name="connsiteX78868" fmla="*/ 941054 w 2119654"/>
              <a:gd name="connsiteY78868" fmla="*/ 469013 h 2398711"/>
              <a:gd name="connsiteX78869" fmla="*/ 941279 w 2119654"/>
              <a:gd name="connsiteY78869" fmla="*/ 468597 h 2398711"/>
              <a:gd name="connsiteX78870" fmla="*/ 941733 w 2119654"/>
              <a:gd name="connsiteY78870" fmla="*/ 466499 h 2398711"/>
              <a:gd name="connsiteX78871" fmla="*/ 941704 w 2119654"/>
              <a:gd name="connsiteY78871" fmla="*/ 466463 h 2398711"/>
              <a:gd name="connsiteX78872" fmla="*/ 941435 w 2119654"/>
              <a:gd name="connsiteY78872" fmla="*/ 466142 h 2398711"/>
              <a:gd name="connsiteX78873" fmla="*/ 980367 w 2119654"/>
              <a:gd name="connsiteY78873" fmla="*/ 378387 h 2398711"/>
              <a:gd name="connsiteX78874" fmla="*/ 990465 w 2119654"/>
              <a:gd name="connsiteY78874" fmla="*/ 390368 h 2398711"/>
              <a:gd name="connsiteX78875" fmla="*/ 984384 w 2119654"/>
              <a:gd name="connsiteY78875" fmla="*/ 372414 h 2398711"/>
              <a:gd name="connsiteX78876" fmla="*/ 1046573 w 2119654"/>
              <a:gd name="connsiteY78876" fmla="*/ 230070 h 2398711"/>
              <a:gd name="connsiteX78877" fmla="*/ 1052286 w 2119654"/>
              <a:gd name="connsiteY78877" fmla="*/ 247425 h 2398711"/>
              <a:gd name="connsiteX78878" fmla="*/ 1055680 w 2119654"/>
              <a:gd name="connsiteY78878" fmla="*/ 240104 h 2398711"/>
              <a:gd name="connsiteX78879" fmla="*/ 1048118 w 2119654"/>
              <a:gd name="connsiteY78879" fmla="*/ 227157 h 2398711"/>
              <a:gd name="connsiteX78880" fmla="*/ 938360 w 2119654"/>
              <a:gd name="connsiteY78880" fmla="*/ 472309 h 2398711"/>
              <a:gd name="connsiteX78881" fmla="*/ 938344 w 2119654"/>
              <a:gd name="connsiteY78881" fmla="*/ 472947 h 2398711"/>
              <a:gd name="connsiteX78882" fmla="*/ 938262 w 2119654"/>
              <a:gd name="connsiteY78882" fmla="*/ 473425 h 2398711"/>
              <a:gd name="connsiteX78883" fmla="*/ 938541 w 2119654"/>
              <a:gd name="connsiteY78883" fmla="*/ 473789 h 2398711"/>
              <a:gd name="connsiteX78884" fmla="*/ 939387 w 2119654"/>
              <a:gd name="connsiteY78884" fmla="*/ 472175 h 2398711"/>
              <a:gd name="connsiteX78885" fmla="*/ 939315 w 2119654"/>
              <a:gd name="connsiteY78885" fmla="*/ 472031 h 2398711"/>
              <a:gd name="connsiteX78886" fmla="*/ 938646 w 2119654"/>
              <a:gd name="connsiteY78886" fmla="*/ 471735 h 2398711"/>
              <a:gd name="connsiteX78887" fmla="*/ 371811 w 2119654"/>
              <a:gd name="connsiteY78887" fmla="*/ 1740906 h 2398711"/>
              <a:gd name="connsiteX78888" fmla="*/ 373985 w 2119654"/>
              <a:gd name="connsiteY78888" fmla="*/ 1742996 h 2398711"/>
              <a:gd name="connsiteX78889" fmla="*/ 375068 w 2119654"/>
              <a:gd name="connsiteY78889" fmla="*/ 1743472 h 2398711"/>
              <a:gd name="connsiteX78890" fmla="*/ 372574 w 2119654"/>
              <a:gd name="connsiteY78890" fmla="*/ 1741001 h 2398711"/>
              <a:gd name="connsiteX78891" fmla="*/ 984814 w 2119654"/>
              <a:gd name="connsiteY78891" fmla="*/ 368041 h 2398711"/>
              <a:gd name="connsiteX78892" fmla="*/ 984829 w 2119654"/>
              <a:gd name="connsiteY78892" fmla="*/ 368087 h 2398711"/>
              <a:gd name="connsiteX78893" fmla="*/ 986044 w 2119654"/>
              <a:gd name="connsiteY78893" fmla="*/ 369080 h 2398711"/>
              <a:gd name="connsiteX78894" fmla="*/ 998732 w 2119654"/>
              <a:gd name="connsiteY78894" fmla="*/ 351749 h 2398711"/>
              <a:gd name="connsiteX78895" fmla="*/ 998022 w 2119654"/>
              <a:gd name="connsiteY78895" fmla="*/ 350071 h 2398711"/>
              <a:gd name="connsiteX78896" fmla="*/ 1009493 w 2119654"/>
              <a:gd name="connsiteY78896" fmla="*/ 312393 h 2398711"/>
              <a:gd name="connsiteX78897" fmla="*/ 1013806 w 2119654"/>
              <a:gd name="connsiteY78897" fmla="*/ 318312 h 2398711"/>
              <a:gd name="connsiteX78898" fmla="*/ 1014569 w 2119654"/>
              <a:gd name="connsiteY78898" fmla="*/ 316029 h 2398711"/>
              <a:gd name="connsiteX78899" fmla="*/ 938378 w 2119654"/>
              <a:gd name="connsiteY78899" fmla="*/ 471616 h 2398711"/>
              <a:gd name="connsiteX78900" fmla="*/ 938370 w 2119654"/>
              <a:gd name="connsiteY78900" fmla="*/ 471918 h 2398711"/>
              <a:gd name="connsiteX78901" fmla="*/ 938493 w 2119654"/>
              <a:gd name="connsiteY78901" fmla="*/ 471666 h 2398711"/>
              <a:gd name="connsiteX78902" fmla="*/ 395339 w 2119654"/>
              <a:gd name="connsiteY78902" fmla="*/ 1687465 h 2398711"/>
              <a:gd name="connsiteX78903" fmla="*/ 396121 w 2119654"/>
              <a:gd name="connsiteY78903" fmla="*/ 1688219 h 2398711"/>
              <a:gd name="connsiteX78904" fmla="*/ 396276 w 2119654"/>
              <a:gd name="connsiteY78904" fmla="*/ 1688234 h 2398711"/>
              <a:gd name="connsiteX78905" fmla="*/ 957184 w 2119654"/>
              <a:gd name="connsiteY78905" fmla="*/ 429375 h 2398711"/>
              <a:gd name="connsiteX78906" fmla="*/ 957515 w 2119654"/>
              <a:gd name="connsiteY78906" fmla="*/ 429747 h 2398711"/>
              <a:gd name="connsiteX78907" fmla="*/ 958852 w 2119654"/>
              <a:gd name="connsiteY78907" fmla="*/ 431288 h 2398711"/>
              <a:gd name="connsiteX78908" fmla="*/ 958938 w 2119654"/>
              <a:gd name="connsiteY78908" fmla="*/ 431121 h 2398711"/>
              <a:gd name="connsiteX78909" fmla="*/ 959017 w 2119654"/>
              <a:gd name="connsiteY78909" fmla="*/ 430802 h 2398711"/>
              <a:gd name="connsiteX78910" fmla="*/ 952152 w 2119654"/>
              <a:gd name="connsiteY78910" fmla="*/ 440501 h 2398711"/>
              <a:gd name="connsiteX78911" fmla="*/ 953310 w 2119654"/>
              <a:gd name="connsiteY78911" fmla="*/ 442042 h 2398711"/>
              <a:gd name="connsiteX78912" fmla="*/ 953551 w 2119654"/>
              <a:gd name="connsiteY78912" fmla="*/ 441574 h 2398711"/>
              <a:gd name="connsiteX78913" fmla="*/ 953431 w 2119654"/>
              <a:gd name="connsiteY78913" fmla="*/ 441263 h 2398711"/>
              <a:gd name="connsiteX78914" fmla="*/ 942761 w 2119654"/>
              <a:gd name="connsiteY78914" fmla="*/ 461330 h 2398711"/>
              <a:gd name="connsiteX78915" fmla="*/ 943285 w 2119654"/>
              <a:gd name="connsiteY78915" fmla="*/ 461840 h 2398711"/>
              <a:gd name="connsiteX78916" fmla="*/ 943411 w 2119654"/>
              <a:gd name="connsiteY78916" fmla="*/ 461581 h 2398711"/>
              <a:gd name="connsiteX78917" fmla="*/ 943226 w 2119654"/>
              <a:gd name="connsiteY78917" fmla="*/ 460687 h 2398711"/>
              <a:gd name="connsiteX78918" fmla="*/ 1042853 w 2119654"/>
              <a:gd name="connsiteY78918" fmla="*/ 237155 h 2398711"/>
              <a:gd name="connsiteX78919" fmla="*/ 1046085 w 2119654"/>
              <a:gd name="connsiteY78919" fmla="*/ 245799 h 2398711"/>
              <a:gd name="connsiteX78920" fmla="*/ 1050384 w 2119654"/>
              <a:gd name="connsiteY78920" fmla="*/ 251526 h 2398711"/>
              <a:gd name="connsiteX78921" fmla="*/ 1051438 w 2119654"/>
              <a:gd name="connsiteY78921" fmla="*/ 249254 h 2398711"/>
              <a:gd name="connsiteX78922" fmla="*/ 1045678 w 2119654"/>
              <a:gd name="connsiteY78922" fmla="*/ 231757 h 2398711"/>
              <a:gd name="connsiteX78923" fmla="*/ 1043971 w 2119654"/>
              <a:gd name="connsiteY78923" fmla="*/ 234976 h 2398711"/>
              <a:gd name="connsiteX78924" fmla="*/ 975489 w 2119654"/>
              <a:gd name="connsiteY78924" fmla="*/ 387744 h 2398711"/>
              <a:gd name="connsiteX78925" fmla="*/ 976059 w 2119654"/>
              <a:gd name="connsiteY78925" fmla="*/ 392455 h 2398711"/>
              <a:gd name="connsiteX78926" fmla="*/ 984931 w 2119654"/>
              <a:gd name="connsiteY78926" fmla="*/ 402862 h 2398711"/>
              <a:gd name="connsiteX78927" fmla="*/ 985410 w 2119654"/>
              <a:gd name="connsiteY78927" fmla="*/ 402264 h 2398711"/>
              <a:gd name="connsiteX78928" fmla="*/ 1041531 w 2119654"/>
              <a:gd name="connsiteY78928" fmla="*/ 239730 h 2398711"/>
              <a:gd name="connsiteX78929" fmla="*/ 1045254 w 2119654"/>
              <a:gd name="connsiteY78929" fmla="*/ 244692 h 2398711"/>
              <a:gd name="connsiteX78930" fmla="*/ 1042612 w 2119654"/>
              <a:gd name="connsiteY78930" fmla="*/ 237625 h 2398711"/>
              <a:gd name="connsiteX78931" fmla="*/ 358968 w 2119654"/>
              <a:gd name="connsiteY78931" fmla="*/ 1767865 h 2398711"/>
              <a:gd name="connsiteX78932" fmla="*/ 359136 w 2119654"/>
              <a:gd name="connsiteY78932" fmla="*/ 1769194 h 2398711"/>
              <a:gd name="connsiteX78933" fmla="*/ 360265 w 2119654"/>
              <a:gd name="connsiteY78933" fmla="*/ 1769593 h 2398711"/>
              <a:gd name="connsiteX78934" fmla="*/ 366876 w 2119654"/>
              <a:gd name="connsiteY78934" fmla="*/ 1768699 h 2398711"/>
              <a:gd name="connsiteX78935" fmla="*/ 361285 w 2119654"/>
              <a:gd name="connsiteY78935" fmla="*/ 1768177 h 2398711"/>
              <a:gd name="connsiteX78936" fmla="*/ 373893 w 2119654"/>
              <a:gd name="connsiteY78936" fmla="*/ 1734381 h 2398711"/>
              <a:gd name="connsiteX78937" fmla="*/ 375347 w 2119654"/>
              <a:gd name="connsiteY78937" fmla="*/ 1735246 h 2398711"/>
              <a:gd name="connsiteX78938" fmla="*/ 376596 w 2119654"/>
              <a:gd name="connsiteY78938" fmla="*/ 1735738 h 2398711"/>
              <a:gd name="connsiteX78939" fmla="*/ 378031 w 2119654"/>
              <a:gd name="connsiteY78939" fmla="*/ 1735761 h 2398711"/>
              <a:gd name="connsiteX78940" fmla="*/ 378038 w 2119654"/>
              <a:gd name="connsiteY78940" fmla="*/ 1735761 h 2398711"/>
              <a:gd name="connsiteX78941" fmla="*/ 941727 w 2119654"/>
              <a:gd name="connsiteY78941" fmla="*/ 462763 h 2398711"/>
              <a:gd name="connsiteX78942" fmla="*/ 942399 w 2119654"/>
              <a:gd name="connsiteY78942" fmla="*/ 463417 h 2398711"/>
              <a:gd name="connsiteX78943" fmla="*/ 942493 w 2119654"/>
              <a:gd name="connsiteY78943" fmla="*/ 462986 h 2398711"/>
              <a:gd name="connsiteX78944" fmla="*/ 942674 w 2119654"/>
              <a:gd name="connsiteY78944" fmla="*/ 462836 h 2398711"/>
              <a:gd name="connsiteX78945" fmla="*/ 942575 w 2119654"/>
              <a:gd name="connsiteY78945" fmla="*/ 463296 h 2398711"/>
              <a:gd name="connsiteX78946" fmla="*/ 942978 w 2119654"/>
              <a:gd name="connsiteY78946" fmla="*/ 462469 h 2398711"/>
              <a:gd name="connsiteX78947" fmla="*/ 942368 w 2119654"/>
              <a:gd name="connsiteY78947" fmla="*/ 461875 h 2398711"/>
              <a:gd name="connsiteX78948" fmla="*/ 378397 w 2119654"/>
              <a:gd name="connsiteY78948" fmla="*/ 1723754 h 2398711"/>
              <a:gd name="connsiteX78949" fmla="*/ 378571 w 2119654"/>
              <a:gd name="connsiteY78949" fmla="*/ 1725572 h 2398711"/>
              <a:gd name="connsiteX78950" fmla="*/ 382290 w 2119654"/>
              <a:gd name="connsiteY78950" fmla="*/ 1727148 h 2398711"/>
              <a:gd name="connsiteX78951" fmla="*/ 389386 w 2119654"/>
              <a:gd name="connsiteY78951" fmla="*/ 1729313 h 2398711"/>
              <a:gd name="connsiteX78952" fmla="*/ 389810 w 2119654"/>
              <a:gd name="connsiteY78952" fmla="*/ 1727705 h 2398711"/>
              <a:gd name="connsiteX78953" fmla="*/ 384109 w 2119654"/>
              <a:gd name="connsiteY78953" fmla="*/ 1724347 h 2398711"/>
              <a:gd name="connsiteX78954" fmla="*/ 367840 w 2119654"/>
              <a:gd name="connsiteY78954" fmla="*/ 1747379 h 2398711"/>
              <a:gd name="connsiteX78955" fmla="*/ 368045 w 2119654"/>
              <a:gd name="connsiteY78955" fmla="*/ 1747526 h 2398711"/>
              <a:gd name="connsiteX78956" fmla="*/ 371915 w 2119654"/>
              <a:gd name="connsiteY78956" fmla="*/ 1749799 h 2398711"/>
              <a:gd name="connsiteX78957" fmla="*/ 380572 w 2119654"/>
              <a:gd name="connsiteY78957" fmla="*/ 1752108 h 2398711"/>
              <a:gd name="connsiteX78958" fmla="*/ 380375 w 2119654"/>
              <a:gd name="connsiteY78958" fmla="*/ 1750046 h 2398711"/>
              <a:gd name="connsiteX78959" fmla="*/ 379614 w 2119654"/>
              <a:gd name="connsiteY78959" fmla="*/ 1749315 h 2398711"/>
              <a:gd name="connsiteX78960" fmla="*/ 378687 w 2119654"/>
              <a:gd name="connsiteY78960" fmla="*/ 1748929 h 2398711"/>
              <a:gd name="connsiteX78961" fmla="*/ 941042 w 2119654"/>
              <a:gd name="connsiteY78961" fmla="*/ 463712 h 2398711"/>
              <a:gd name="connsiteX78962" fmla="*/ 941816 w 2119654"/>
              <a:gd name="connsiteY78962" fmla="*/ 464852 h 2398711"/>
              <a:gd name="connsiteX78963" fmla="*/ 942168 w 2119654"/>
              <a:gd name="connsiteY78963" fmla="*/ 464130 h 2398711"/>
              <a:gd name="connsiteX78964" fmla="*/ 941338 w 2119654"/>
              <a:gd name="connsiteY78964" fmla="*/ 463302 h 2398711"/>
              <a:gd name="connsiteX78965" fmla="*/ 357197 w 2119654"/>
              <a:gd name="connsiteY78965" fmla="*/ 1770983 h 2398711"/>
              <a:gd name="connsiteX78966" fmla="*/ 359042 w 2119654"/>
              <a:gd name="connsiteY78966" fmla="*/ 1771611 h 2398711"/>
              <a:gd name="connsiteX78967" fmla="*/ 358930 w 2119654"/>
              <a:gd name="connsiteY78967" fmla="*/ 1770718 h 2398711"/>
              <a:gd name="connsiteX78968" fmla="*/ 392408 w 2119654"/>
              <a:gd name="connsiteY78968" fmla="*/ 1691975 h 2398711"/>
              <a:gd name="connsiteX78969" fmla="*/ 394931 w 2119654"/>
              <a:gd name="connsiteY78969" fmla="*/ 1693849 h 2398711"/>
              <a:gd name="connsiteX78970" fmla="*/ 398657 w 2119654"/>
              <a:gd name="connsiteY78970" fmla="*/ 1694186 h 2398711"/>
              <a:gd name="connsiteX78971" fmla="*/ 398895 w 2119654"/>
              <a:gd name="connsiteY78971" fmla="*/ 1693282 h 2398711"/>
              <a:gd name="connsiteX78972" fmla="*/ 396466 w 2119654"/>
              <a:gd name="connsiteY78972" fmla="*/ 1691281 h 2398711"/>
              <a:gd name="connsiteX78973" fmla="*/ 396234 w 2119654"/>
              <a:gd name="connsiteY78973" fmla="*/ 1691214 h 2398711"/>
              <a:gd name="connsiteX78974" fmla="*/ 975340 w 2119654"/>
              <a:gd name="connsiteY78974" fmla="*/ 386518 h 2398711"/>
              <a:gd name="connsiteX78975" fmla="*/ 975341 w 2119654"/>
              <a:gd name="connsiteY78975" fmla="*/ 386521 h 2398711"/>
              <a:gd name="connsiteX78976" fmla="*/ 985942 w 2119654"/>
              <a:gd name="connsiteY78976" fmla="*/ 401600 h 2398711"/>
              <a:gd name="connsiteX78977" fmla="*/ 986097 w 2119654"/>
              <a:gd name="connsiteY78977" fmla="*/ 401406 h 2398711"/>
              <a:gd name="connsiteX78978" fmla="*/ 978965 w 2119654"/>
              <a:gd name="connsiteY78978" fmla="*/ 390662 h 2398711"/>
              <a:gd name="connsiteX78979" fmla="*/ 940506 w 2119654"/>
              <a:gd name="connsiteY78979" fmla="*/ 464454 h 2398711"/>
              <a:gd name="connsiteX78980" fmla="*/ 940769 w 2119654"/>
              <a:gd name="connsiteY78980" fmla="*/ 464770 h 2398711"/>
              <a:gd name="connsiteX78981" fmla="*/ 940541 w 2119654"/>
              <a:gd name="connsiteY78981" fmla="*/ 464405 h 2398711"/>
              <a:gd name="connsiteX78982" fmla="*/ 975877 w 2119654"/>
              <a:gd name="connsiteY78982" fmla="*/ 385064 h 2398711"/>
              <a:gd name="connsiteX78983" fmla="*/ 977946 w 2119654"/>
              <a:gd name="connsiteY78983" fmla="*/ 388182 h 2398711"/>
              <a:gd name="connsiteX78984" fmla="*/ 987930 w 2119654"/>
              <a:gd name="connsiteY78984" fmla="*/ 398715 h 2398711"/>
              <a:gd name="connsiteX78985" fmla="*/ 990325 w 2119654"/>
              <a:gd name="connsiteY78985" fmla="*/ 391241 h 2398711"/>
              <a:gd name="connsiteX78986" fmla="*/ 979979 w 2119654"/>
              <a:gd name="connsiteY78986" fmla="*/ 378965 h 2398711"/>
              <a:gd name="connsiteX78987" fmla="*/ 370798 w 2119654"/>
              <a:gd name="connsiteY78987" fmla="*/ 1739933 h 2398711"/>
              <a:gd name="connsiteX78988" fmla="*/ 371277 w 2119654"/>
              <a:gd name="connsiteY78988" fmla="*/ 1740393 h 2398711"/>
              <a:gd name="connsiteX78989" fmla="*/ 372046 w 2119654"/>
              <a:gd name="connsiteY78989" fmla="*/ 1740477 h 2398711"/>
              <a:gd name="connsiteX78990" fmla="*/ 371644 w 2119654"/>
              <a:gd name="connsiteY78990" fmla="*/ 1740078 h 2398711"/>
              <a:gd name="connsiteX78991" fmla="*/ 975509 w 2119654"/>
              <a:gd name="connsiteY78991" fmla="*/ 385610 h 2398711"/>
              <a:gd name="connsiteX78992" fmla="*/ 975851 w 2119654"/>
              <a:gd name="connsiteY78992" fmla="*/ 385971 h 2398711"/>
              <a:gd name="connsiteX78993" fmla="*/ 975560 w 2119654"/>
              <a:gd name="connsiteY78993" fmla="*/ 385534 h 2398711"/>
              <a:gd name="connsiteX78994" fmla="*/ 963547 w 2119654"/>
              <a:gd name="connsiteY78994" fmla="*/ 411988 h 2398711"/>
              <a:gd name="connsiteX78995" fmla="*/ 963609 w 2119654"/>
              <a:gd name="connsiteY78995" fmla="*/ 412128 h 2398711"/>
              <a:gd name="connsiteX78996" fmla="*/ 963627 w 2119654"/>
              <a:gd name="connsiteY78996" fmla="*/ 412054 h 2398711"/>
              <a:gd name="connsiteX78997" fmla="*/ 939295 w 2119654"/>
              <a:gd name="connsiteY78997" fmla="*/ 466130 h 2398711"/>
              <a:gd name="connsiteX78998" fmla="*/ 940350 w 2119654"/>
              <a:gd name="connsiteY78998" fmla="*/ 467858 h 2398711"/>
              <a:gd name="connsiteX78999" fmla="*/ 941278 w 2119654"/>
              <a:gd name="connsiteY78999" fmla="*/ 465954 h 2398711"/>
              <a:gd name="connsiteX79000" fmla="*/ 940282 w 2119654"/>
              <a:gd name="connsiteY79000" fmla="*/ 464765 h 2398711"/>
              <a:gd name="connsiteX79001" fmla="*/ 915424 w 2119654"/>
              <a:gd name="connsiteY79001" fmla="*/ 518962 h 2398711"/>
              <a:gd name="connsiteX79002" fmla="*/ 916614 w 2119654"/>
              <a:gd name="connsiteY79002" fmla="*/ 516522 h 2398711"/>
              <a:gd name="connsiteX79003" fmla="*/ 916266 w 2119654"/>
              <a:gd name="connsiteY79003" fmla="*/ 517187 h 2398711"/>
              <a:gd name="connsiteX79004" fmla="*/ 951827 w 2119654"/>
              <a:gd name="connsiteY79004" fmla="*/ 437100 h 2398711"/>
              <a:gd name="connsiteX79005" fmla="*/ 951287 w 2119654"/>
              <a:gd name="connsiteY79005" fmla="*/ 439267 h 2398711"/>
              <a:gd name="connsiteX79006" fmla="*/ 953072 w 2119654"/>
              <a:gd name="connsiteY79006" fmla="*/ 440332 h 2398711"/>
              <a:gd name="connsiteX79007" fmla="*/ 378154 w 2119654"/>
              <a:gd name="connsiteY79007" fmla="*/ 1721216 h 2398711"/>
              <a:gd name="connsiteX79008" fmla="*/ 378330 w 2119654"/>
              <a:gd name="connsiteY79008" fmla="*/ 1723056 h 2398711"/>
              <a:gd name="connsiteX79009" fmla="*/ 382665 w 2119654"/>
              <a:gd name="connsiteY79009" fmla="*/ 1723496 h 2398711"/>
              <a:gd name="connsiteX79010" fmla="*/ 381117 w 2119654"/>
              <a:gd name="connsiteY79010" fmla="*/ 1722584 h 2398711"/>
              <a:gd name="connsiteX79011" fmla="*/ 978680 w 2119654"/>
              <a:gd name="connsiteY79011" fmla="*/ 376385 h 2398711"/>
              <a:gd name="connsiteX79012" fmla="*/ 979758 w 2119654"/>
              <a:gd name="connsiteY79012" fmla="*/ 377665 h 2398711"/>
              <a:gd name="connsiteX79013" fmla="*/ 984137 w 2119654"/>
              <a:gd name="connsiteY79013" fmla="*/ 371684 h 2398711"/>
              <a:gd name="connsiteX79014" fmla="*/ 983880 w 2119654"/>
              <a:gd name="connsiteY79014" fmla="*/ 370922 h 2398711"/>
              <a:gd name="connsiteX79015" fmla="*/ 983474 w 2119654"/>
              <a:gd name="connsiteY79015" fmla="*/ 369863 h 2398711"/>
              <a:gd name="connsiteX79016" fmla="*/ 978342 w 2119654"/>
              <a:gd name="connsiteY79016" fmla="*/ 377024 h 2398711"/>
              <a:gd name="connsiteX79017" fmla="*/ 976033 w 2119654"/>
              <a:gd name="connsiteY79017" fmla="*/ 383136 h 2398711"/>
              <a:gd name="connsiteX79018" fmla="*/ 979199 w 2119654"/>
              <a:gd name="connsiteY79018" fmla="*/ 378428 h 2398711"/>
              <a:gd name="connsiteX79019" fmla="*/ 979351 w 2119654"/>
              <a:gd name="connsiteY79019" fmla="*/ 378220 h 2398711"/>
              <a:gd name="connsiteX79020" fmla="*/ 1026938 w 2119654"/>
              <a:gd name="connsiteY79020" fmla="*/ 268166 h 2398711"/>
              <a:gd name="connsiteX79021" fmla="*/ 1029225 w 2119654"/>
              <a:gd name="connsiteY79021" fmla="*/ 272205 h 2398711"/>
              <a:gd name="connsiteX79022" fmla="*/ 1037039 w 2119654"/>
              <a:gd name="connsiteY79022" fmla="*/ 248836 h 2398711"/>
              <a:gd name="connsiteX79023" fmla="*/ 1037584 w 2119654"/>
              <a:gd name="connsiteY79023" fmla="*/ 248478 h 2398711"/>
              <a:gd name="connsiteX79024" fmla="*/ 1029492 w 2119654"/>
              <a:gd name="connsiteY79024" fmla="*/ 272678 h 2398711"/>
              <a:gd name="connsiteX79025" fmla="*/ 1035585 w 2119654"/>
              <a:gd name="connsiteY79025" fmla="*/ 283436 h 2398711"/>
              <a:gd name="connsiteX79026" fmla="*/ 1048761 w 2119654"/>
              <a:gd name="connsiteY79026" fmla="*/ 255025 h 2398711"/>
              <a:gd name="connsiteX79027" fmla="*/ 1046130 w 2119654"/>
              <a:gd name="connsiteY79027" fmla="*/ 247036 h 2398711"/>
              <a:gd name="connsiteX79028" fmla="*/ 1045415 w 2119654"/>
              <a:gd name="connsiteY79028" fmla="*/ 245125 h 2398711"/>
              <a:gd name="connsiteX79029" fmla="*/ 1041464 w 2119654"/>
              <a:gd name="connsiteY79029" fmla="*/ 239860 h 2398711"/>
              <a:gd name="connsiteX79030" fmla="*/ 393406 w 2119654"/>
              <a:gd name="connsiteY79030" fmla="*/ 1686468 h 2398711"/>
              <a:gd name="connsiteX79031" fmla="*/ 395127 w 2119654"/>
              <a:gd name="connsiteY79031" fmla="*/ 1687885 h 2398711"/>
              <a:gd name="connsiteX79032" fmla="*/ 395153 w 2119654"/>
              <a:gd name="connsiteY79032" fmla="*/ 1687900 h 2398711"/>
              <a:gd name="connsiteX79033" fmla="*/ 393727 w 2119654"/>
              <a:gd name="connsiteY79033" fmla="*/ 1686525 h 2398711"/>
              <a:gd name="connsiteX79034" fmla="*/ 369811 w 2119654"/>
              <a:gd name="connsiteY79034" fmla="*/ 1738985 h 2398711"/>
              <a:gd name="connsiteX79035" fmla="*/ 369870 w 2119654"/>
              <a:gd name="connsiteY79035" fmla="*/ 1739041 h 2398711"/>
              <a:gd name="connsiteX79036" fmla="*/ 369935 w 2119654"/>
              <a:gd name="connsiteY79036" fmla="*/ 1739053 h 2398711"/>
              <a:gd name="connsiteX79037" fmla="*/ 1015715 w 2119654"/>
              <a:gd name="connsiteY79037" fmla="*/ 292624 h 2398711"/>
              <a:gd name="connsiteX79038" fmla="*/ 1017712 w 2119654"/>
              <a:gd name="connsiteY79038" fmla="*/ 299948 h 2398711"/>
              <a:gd name="connsiteX79039" fmla="*/ 1019515 w 2119654"/>
              <a:gd name="connsiteY79039" fmla="*/ 301240 h 2398711"/>
              <a:gd name="connsiteX79040" fmla="*/ 1020202 w 2119654"/>
              <a:gd name="connsiteY79040" fmla="*/ 299183 h 2398711"/>
              <a:gd name="connsiteX79041" fmla="*/ 355673 w 2119654"/>
              <a:gd name="connsiteY79041" fmla="*/ 1770464 h 2398711"/>
              <a:gd name="connsiteX79042" fmla="*/ 355822 w 2119654"/>
              <a:gd name="connsiteY79042" fmla="*/ 1770515 h 2398711"/>
              <a:gd name="connsiteX79043" fmla="*/ 358027 w 2119654"/>
              <a:gd name="connsiteY79043" fmla="*/ 1770179 h 2398711"/>
              <a:gd name="connsiteX79044" fmla="*/ 358456 w 2119654"/>
              <a:gd name="connsiteY79044" fmla="*/ 1763814 h 2398711"/>
              <a:gd name="connsiteX79045" fmla="*/ 358772 w 2119654"/>
              <a:gd name="connsiteY79045" fmla="*/ 1766318 h 2398711"/>
              <a:gd name="connsiteX79046" fmla="*/ 365210 w 2119654"/>
              <a:gd name="connsiteY79046" fmla="*/ 1766918 h 2398711"/>
              <a:gd name="connsiteX79047" fmla="*/ 364872 w 2119654"/>
              <a:gd name="connsiteY79047" fmla="*/ 1766768 h 2398711"/>
              <a:gd name="connsiteX79048" fmla="*/ 1007328 w 2119654"/>
              <a:gd name="connsiteY79048" fmla="*/ 310844 h 2398711"/>
              <a:gd name="connsiteX79049" fmla="*/ 1011359 w 2119654"/>
              <a:gd name="connsiteY79049" fmla="*/ 325628 h 2398711"/>
              <a:gd name="connsiteX79050" fmla="*/ 1013738 w 2119654"/>
              <a:gd name="connsiteY79050" fmla="*/ 318516 h 2398711"/>
              <a:gd name="connsiteX79051" fmla="*/ 1009040 w 2119654"/>
              <a:gd name="connsiteY79051" fmla="*/ 312070 h 2398711"/>
              <a:gd name="connsiteX79052" fmla="*/ 982252 w 2119654"/>
              <a:gd name="connsiteY79052" fmla="*/ 366671 h 2398711"/>
              <a:gd name="connsiteX79053" fmla="*/ 979050 w 2119654"/>
              <a:gd name="connsiteY79053" fmla="*/ 375150 h 2398711"/>
              <a:gd name="connsiteX79054" fmla="*/ 983290 w 2119654"/>
              <a:gd name="connsiteY79054" fmla="*/ 369382 h 2398711"/>
              <a:gd name="connsiteX79055" fmla="*/ 967325 w 2119654"/>
              <a:gd name="connsiteY79055" fmla="*/ 399916 h 2398711"/>
              <a:gd name="connsiteX79056" fmla="*/ 967415 w 2119654"/>
              <a:gd name="connsiteY79056" fmla="*/ 400252 h 2398711"/>
              <a:gd name="connsiteX79057" fmla="*/ 967489 w 2119654"/>
              <a:gd name="connsiteY79057" fmla="*/ 400058 h 2398711"/>
              <a:gd name="connsiteX79058" fmla="*/ 954586 w 2119654"/>
              <a:gd name="connsiteY79058" fmla="*/ 428300 h 2398711"/>
              <a:gd name="connsiteX79059" fmla="*/ 954856 w 2119654"/>
              <a:gd name="connsiteY79059" fmla="*/ 428684 h 2398711"/>
              <a:gd name="connsiteX79060" fmla="*/ 957441 w 2119654"/>
              <a:gd name="connsiteY79060" fmla="*/ 432466 h 2398711"/>
              <a:gd name="connsiteX79061" fmla="*/ 957966 w 2119654"/>
              <a:gd name="connsiteY79061" fmla="*/ 433008 h 2398711"/>
              <a:gd name="connsiteX79062" fmla="*/ 958455 w 2119654"/>
              <a:gd name="connsiteY79062" fmla="*/ 432060 h 2398711"/>
              <a:gd name="connsiteX79063" fmla="*/ 390777 w 2119654"/>
              <a:gd name="connsiteY79063" fmla="*/ 1690765 h 2398711"/>
              <a:gd name="connsiteX79064" fmla="*/ 392256 w 2119654"/>
              <a:gd name="connsiteY79064" fmla="*/ 1691863 h 2398711"/>
              <a:gd name="connsiteX79065" fmla="*/ 395938 w 2119654"/>
              <a:gd name="connsiteY79065" fmla="*/ 1691131 h 2398711"/>
              <a:gd name="connsiteX79066" fmla="*/ 394195 w 2119654"/>
              <a:gd name="connsiteY79066" fmla="*/ 1690634 h 2398711"/>
              <a:gd name="connsiteX79067" fmla="*/ 359666 w 2119654"/>
              <a:gd name="connsiteY79067" fmla="*/ 1760187 h 2398711"/>
              <a:gd name="connsiteX79068" fmla="*/ 366425 w 2119654"/>
              <a:gd name="connsiteY79068" fmla="*/ 1762689 h 2398711"/>
              <a:gd name="connsiteX79069" fmla="*/ 363039 w 2119654"/>
              <a:gd name="connsiteY79069" fmla="*/ 1760275 h 2398711"/>
              <a:gd name="connsiteX79070" fmla="*/ 368222 w 2119654"/>
              <a:gd name="connsiteY79070" fmla="*/ 1740464 h 2398711"/>
              <a:gd name="connsiteX79071" fmla="*/ 372239 w 2119654"/>
              <a:gd name="connsiteY79071" fmla="*/ 1742229 h 2398711"/>
              <a:gd name="connsiteX79072" fmla="*/ 370723 w 2119654"/>
              <a:gd name="connsiteY79072" fmla="*/ 1740773 h 2398711"/>
              <a:gd name="connsiteX79073" fmla="*/ 953812 w 2119654"/>
              <a:gd name="connsiteY79073" fmla="*/ 429123 h 2398711"/>
              <a:gd name="connsiteX79074" fmla="*/ 953045 w 2119654"/>
              <a:gd name="connsiteY79074" fmla="*/ 432205 h 2398711"/>
              <a:gd name="connsiteX79075" fmla="*/ 953916 w 2119654"/>
              <a:gd name="connsiteY79075" fmla="*/ 433892 h 2398711"/>
              <a:gd name="connsiteX79076" fmla="*/ 956248 w 2119654"/>
              <a:gd name="connsiteY79076" fmla="*/ 436343 h 2398711"/>
              <a:gd name="connsiteX79077" fmla="*/ 957578 w 2119654"/>
              <a:gd name="connsiteY79077" fmla="*/ 433761 h 2398711"/>
              <a:gd name="connsiteX79078" fmla="*/ 955834 w 2119654"/>
              <a:gd name="connsiteY79078" fmla="*/ 431208 h 2398711"/>
              <a:gd name="connsiteX79079" fmla="*/ 1017185 w 2119654"/>
              <a:gd name="connsiteY79079" fmla="*/ 287170 h 2398711"/>
              <a:gd name="connsiteX79080" fmla="*/ 1021911 w 2119654"/>
              <a:gd name="connsiteY79080" fmla="*/ 294076 h 2398711"/>
              <a:gd name="connsiteX79081" fmla="*/ 1029058 w 2119654"/>
              <a:gd name="connsiteY79081" fmla="*/ 272704 h 2398711"/>
              <a:gd name="connsiteX79082" fmla="*/ 1026723 w 2119654"/>
              <a:gd name="connsiteY79082" fmla="*/ 268583 h 2398711"/>
              <a:gd name="connsiteX79083" fmla="*/ 946437 w 2119654"/>
              <a:gd name="connsiteY79083" fmla="*/ 445419 h 2398711"/>
              <a:gd name="connsiteX79084" fmla="*/ 947630 w 2119654"/>
              <a:gd name="connsiteY79084" fmla="*/ 449332 h 2398711"/>
              <a:gd name="connsiteX79085" fmla="*/ 948105 w 2119654"/>
              <a:gd name="connsiteY79085" fmla="*/ 447222 h 2398711"/>
              <a:gd name="connsiteX79086" fmla="*/ 947168 w 2119654"/>
              <a:gd name="connsiteY79086" fmla="*/ 445710 h 2398711"/>
              <a:gd name="connsiteX79087" fmla="*/ 953972 w 2119654"/>
              <a:gd name="connsiteY79087" fmla="*/ 428481 h 2398711"/>
              <a:gd name="connsiteX79088" fmla="*/ 953891 w 2119654"/>
              <a:gd name="connsiteY79088" fmla="*/ 428806 h 2398711"/>
              <a:gd name="connsiteX79089" fmla="*/ 954914 w 2119654"/>
              <a:gd name="connsiteY79089" fmla="*/ 429862 h 2398711"/>
              <a:gd name="connsiteX79090" fmla="*/ 1015278 w 2119654"/>
              <a:gd name="connsiteY79090" fmla="*/ 291028 h 2398711"/>
              <a:gd name="connsiteX79091" fmla="*/ 1015400 w 2119654"/>
              <a:gd name="connsiteY79091" fmla="*/ 291475 h 2398711"/>
              <a:gd name="connsiteX79092" fmla="*/ 1020358 w 2119654"/>
              <a:gd name="connsiteY79092" fmla="*/ 298719 h 2398711"/>
              <a:gd name="connsiteX79093" fmla="*/ 1021443 w 2119654"/>
              <a:gd name="connsiteY79093" fmla="*/ 295476 h 2398711"/>
              <a:gd name="connsiteX79094" fmla="*/ 1016757 w 2119654"/>
              <a:gd name="connsiteY79094" fmla="*/ 288004 h 2398711"/>
              <a:gd name="connsiteX79095" fmla="*/ 1015977 w 2119654"/>
              <a:gd name="connsiteY79095" fmla="*/ 289523 h 2398711"/>
              <a:gd name="connsiteX79096" fmla="*/ 1012780 w 2119654"/>
              <a:gd name="connsiteY79096" fmla="*/ 296416 h 2398711"/>
              <a:gd name="connsiteX79097" fmla="*/ 1016849 w 2119654"/>
              <a:gd name="connsiteY79097" fmla="*/ 299330 h 2398711"/>
              <a:gd name="connsiteX79098" fmla="*/ 1014842 w 2119654"/>
              <a:gd name="connsiteY79098" fmla="*/ 291971 h 2398711"/>
              <a:gd name="connsiteX79099" fmla="*/ 360606 w 2119654"/>
              <a:gd name="connsiteY79099" fmla="*/ 1756724 h 2398711"/>
              <a:gd name="connsiteX79100" fmla="*/ 362255 w 2119654"/>
              <a:gd name="connsiteY79100" fmla="*/ 1757862 h 2398711"/>
              <a:gd name="connsiteX79101" fmla="*/ 361384 w 2119654"/>
              <a:gd name="connsiteY79101" fmla="*/ 1756933 h 2398711"/>
              <a:gd name="connsiteX79102" fmla="*/ 913878 w 2119654"/>
              <a:gd name="connsiteY79102" fmla="*/ 517833 h 2398711"/>
              <a:gd name="connsiteX79103" fmla="*/ 913710 w 2119654"/>
              <a:gd name="connsiteY79103" fmla="*/ 518242 h 2398711"/>
              <a:gd name="connsiteX79104" fmla="*/ 913743 w 2119654"/>
              <a:gd name="connsiteY79104" fmla="*/ 518263 h 2398711"/>
              <a:gd name="connsiteX79105" fmla="*/ 954307 w 2119654"/>
              <a:gd name="connsiteY79105" fmla="*/ 427136 h 2398711"/>
              <a:gd name="connsiteX79106" fmla="*/ 954197 w 2119654"/>
              <a:gd name="connsiteY79106" fmla="*/ 427575 h 2398711"/>
              <a:gd name="connsiteX79107" fmla="*/ 958154 w 2119654"/>
              <a:gd name="connsiteY79107" fmla="*/ 431419 h 2398711"/>
              <a:gd name="connsiteX79108" fmla="*/ 954725 w 2119654"/>
              <a:gd name="connsiteY79108" fmla="*/ 427462 h 2398711"/>
              <a:gd name="connsiteX79109" fmla="*/ 916333 w 2119654"/>
              <a:gd name="connsiteY79109" fmla="*/ 512109 h 2398711"/>
              <a:gd name="connsiteX79110" fmla="*/ 914136 w 2119654"/>
              <a:gd name="connsiteY79110" fmla="*/ 518519 h 2398711"/>
              <a:gd name="connsiteX79111" fmla="*/ 914857 w 2119654"/>
              <a:gd name="connsiteY79111" fmla="*/ 518988 h 2398711"/>
              <a:gd name="connsiteX79112" fmla="*/ 916993 w 2119654"/>
              <a:gd name="connsiteY79112" fmla="*/ 514912 h 2398711"/>
              <a:gd name="connsiteX79113" fmla="*/ 917275 w 2119654"/>
              <a:gd name="connsiteY79113" fmla="*/ 513266 h 2398711"/>
              <a:gd name="connsiteX79114" fmla="*/ 915072 w 2119654"/>
              <a:gd name="connsiteY79114" fmla="*/ 514931 h 2398711"/>
              <a:gd name="connsiteX79115" fmla="*/ 914734 w 2119654"/>
              <a:gd name="connsiteY79115" fmla="*/ 515755 h 2398711"/>
              <a:gd name="connsiteX79116" fmla="*/ 914347 w 2119654"/>
              <a:gd name="connsiteY79116" fmla="*/ 517047 h 2398711"/>
              <a:gd name="connsiteX79117" fmla="*/ 941958 w 2119654"/>
              <a:gd name="connsiteY79117" fmla="*/ 454579 h 2398711"/>
              <a:gd name="connsiteX79118" fmla="*/ 941081 w 2119654"/>
              <a:gd name="connsiteY79118" fmla="*/ 457566 h 2398711"/>
              <a:gd name="connsiteX79119" fmla="*/ 942270 w 2119654"/>
              <a:gd name="connsiteY79119" fmla="*/ 456083 h 2398711"/>
              <a:gd name="connsiteX79120" fmla="*/ 1006972 w 2119654"/>
              <a:gd name="connsiteY79120" fmla="*/ 308937 h 2398711"/>
              <a:gd name="connsiteX79121" fmla="*/ 1008239 w 2119654"/>
              <a:gd name="connsiteY79121" fmla="*/ 310675 h 2398711"/>
              <a:gd name="connsiteX79122" fmla="*/ 1014791 w 2119654"/>
              <a:gd name="connsiteY79122" fmla="*/ 315366 h 2398711"/>
              <a:gd name="connsiteX79123" fmla="*/ 1018333 w 2119654"/>
              <a:gd name="connsiteY79123" fmla="*/ 304773 h 2398711"/>
              <a:gd name="connsiteX79124" fmla="*/ 1017223 w 2119654"/>
              <a:gd name="connsiteY79124" fmla="*/ 300702 h 2398711"/>
              <a:gd name="connsiteX79125" fmla="*/ 1012395 w 2119654"/>
              <a:gd name="connsiteY79125" fmla="*/ 297244 h 2398711"/>
              <a:gd name="connsiteX79126" fmla="*/ 1006869 w 2119654"/>
              <a:gd name="connsiteY79126" fmla="*/ 309161 h 2398711"/>
              <a:gd name="connsiteX79127" fmla="*/ 1007049 w 2119654"/>
              <a:gd name="connsiteY79127" fmla="*/ 309823 h 2398711"/>
              <a:gd name="connsiteX79128" fmla="*/ 1007787 w 2119654"/>
              <a:gd name="connsiteY79128" fmla="*/ 310351 h 2398711"/>
              <a:gd name="connsiteX79129" fmla="*/ 1006889 w 2119654"/>
              <a:gd name="connsiteY79129" fmla="*/ 309118 h 2398711"/>
              <a:gd name="connsiteX79130" fmla="*/ 967159 w 2119654"/>
              <a:gd name="connsiteY79130" fmla="*/ 398026 h 2398711"/>
              <a:gd name="connsiteX79131" fmla="*/ 967909 w 2119654"/>
              <a:gd name="connsiteY79131" fmla="*/ 398944 h 2398711"/>
              <a:gd name="connsiteX79132" fmla="*/ 968352 w 2119654"/>
              <a:gd name="connsiteY79132" fmla="*/ 397771 h 2398711"/>
              <a:gd name="connsiteX79133" fmla="*/ 968034 w 2119654"/>
              <a:gd name="connsiteY79133" fmla="*/ 396727 h 2398711"/>
              <a:gd name="connsiteX79134" fmla="*/ 917046 w 2119654"/>
              <a:gd name="connsiteY79134" fmla="*/ 510133 h 2398711"/>
              <a:gd name="connsiteX79135" fmla="*/ 916831 w 2119654"/>
              <a:gd name="connsiteY79135" fmla="*/ 510657 h 2398711"/>
              <a:gd name="connsiteX79136" fmla="*/ 916569 w 2119654"/>
              <a:gd name="connsiteY79136" fmla="*/ 511423 h 2398711"/>
              <a:gd name="connsiteX79137" fmla="*/ 916987 w 2119654"/>
              <a:gd name="connsiteY79137" fmla="*/ 511936 h 2398711"/>
              <a:gd name="connsiteX79138" fmla="*/ 917424 w 2119654"/>
              <a:gd name="connsiteY79138" fmla="*/ 512392 h 2398711"/>
              <a:gd name="connsiteX79139" fmla="*/ 917710 w 2119654"/>
              <a:gd name="connsiteY79139" fmla="*/ 510728 h 2398711"/>
              <a:gd name="connsiteX79140" fmla="*/ 917106 w 2119654"/>
              <a:gd name="connsiteY79140" fmla="*/ 510183 h 2398711"/>
              <a:gd name="connsiteX79141" fmla="*/ 917611 w 2119654"/>
              <a:gd name="connsiteY79141" fmla="*/ 508762 h 2398711"/>
              <a:gd name="connsiteX79142" fmla="*/ 917292 w 2119654"/>
              <a:gd name="connsiteY79142" fmla="*/ 509537 h 2398711"/>
              <a:gd name="connsiteX79143" fmla="*/ 917836 w 2119654"/>
              <a:gd name="connsiteY79143" fmla="*/ 509990 h 2398711"/>
              <a:gd name="connsiteX79144" fmla="*/ 917995 w 2119654"/>
              <a:gd name="connsiteY79144" fmla="*/ 509065 h 2398711"/>
              <a:gd name="connsiteX79145" fmla="*/ 358161 w 2119654"/>
              <a:gd name="connsiteY79145" fmla="*/ 1761477 h 2398711"/>
              <a:gd name="connsiteX79146" fmla="*/ 358419 w 2119654"/>
              <a:gd name="connsiteY79146" fmla="*/ 1763524 h 2398711"/>
              <a:gd name="connsiteX79147" fmla="*/ 366286 w 2119654"/>
              <a:gd name="connsiteY79147" fmla="*/ 1767018 h 2398711"/>
              <a:gd name="connsiteX79148" fmla="*/ 371288 w 2119654"/>
              <a:gd name="connsiteY79148" fmla="*/ 1767485 h 2398711"/>
              <a:gd name="connsiteX79149" fmla="*/ 370422 w 2119654"/>
              <a:gd name="connsiteY79149" fmla="*/ 1766564 h 2398711"/>
              <a:gd name="connsiteX79150" fmla="*/ 966628 w 2119654"/>
              <a:gd name="connsiteY79150" fmla="*/ 398816 h 2398711"/>
              <a:gd name="connsiteX79151" fmla="*/ 966795 w 2119654"/>
              <a:gd name="connsiteY79151" fmla="*/ 398961 h 2398711"/>
              <a:gd name="connsiteX79152" fmla="*/ 966784 w 2119654"/>
              <a:gd name="connsiteY79152" fmla="*/ 398919 h 2398711"/>
              <a:gd name="connsiteX79153" fmla="*/ 966665 w 2119654"/>
              <a:gd name="connsiteY79153" fmla="*/ 398760 h 2398711"/>
              <a:gd name="connsiteX79154" fmla="*/ 997607 w 2119654"/>
              <a:gd name="connsiteY79154" fmla="*/ 329132 h 2398711"/>
              <a:gd name="connsiteX79155" fmla="*/ 1005492 w 2119654"/>
              <a:gd name="connsiteY79155" fmla="*/ 337562 h 2398711"/>
              <a:gd name="connsiteX79156" fmla="*/ 1008798 w 2119654"/>
              <a:gd name="connsiteY79156" fmla="*/ 321711 h 2398711"/>
              <a:gd name="connsiteX79157" fmla="*/ 1009180 w 2119654"/>
              <a:gd name="connsiteY79157" fmla="*/ 321391 h 2398711"/>
              <a:gd name="connsiteX79158" fmla="*/ 1005750 w 2119654"/>
              <a:gd name="connsiteY79158" fmla="*/ 337837 h 2398711"/>
              <a:gd name="connsiteX79159" fmla="*/ 1006186 w 2119654"/>
              <a:gd name="connsiteY79159" fmla="*/ 338302 h 2398711"/>
              <a:gd name="connsiteX79160" fmla="*/ 1008110 w 2119654"/>
              <a:gd name="connsiteY79160" fmla="*/ 335756 h 2398711"/>
              <a:gd name="connsiteX79161" fmla="*/ 1010855 w 2119654"/>
              <a:gd name="connsiteY79161" fmla="*/ 327192 h 2398711"/>
              <a:gd name="connsiteX79162" fmla="*/ 1006283 w 2119654"/>
              <a:gd name="connsiteY79162" fmla="*/ 310423 h 2398711"/>
              <a:gd name="connsiteX79163" fmla="*/ 996702 w 2119654"/>
              <a:gd name="connsiteY79163" fmla="*/ 331082 h 2398711"/>
              <a:gd name="connsiteX79164" fmla="*/ 1004415 w 2119654"/>
              <a:gd name="connsiteY79164" fmla="*/ 340643 h 2398711"/>
              <a:gd name="connsiteX79165" fmla="*/ 1005015 w 2119654"/>
              <a:gd name="connsiteY79165" fmla="*/ 339849 h 2398711"/>
              <a:gd name="connsiteX79166" fmla="*/ 1005235 w 2119654"/>
              <a:gd name="connsiteY79166" fmla="*/ 338791 h 2398711"/>
              <a:gd name="connsiteX79167" fmla="*/ 997140 w 2119654"/>
              <a:gd name="connsiteY79167" fmla="*/ 330137 h 2398711"/>
              <a:gd name="connsiteX79168" fmla="*/ 995211 w 2119654"/>
              <a:gd name="connsiteY79168" fmla="*/ 334297 h 2398711"/>
              <a:gd name="connsiteX79169" fmla="*/ 998934 w 2119654"/>
              <a:gd name="connsiteY79169" fmla="*/ 348095 h 2398711"/>
              <a:gd name="connsiteX79170" fmla="*/ 1002241 w 2119654"/>
              <a:gd name="connsiteY79170" fmla="*/ 343597 h 2398711"/>
              <a:gd name="connsiteX79171" fmla="*/ 996760 w 2119654"/>
              <a:gd name="connsiteY79171" fmla="*/ 335832 h 2398711"/>
              <a:gd name="connsiteX79172" fmla="*/ 995325 w 2119654"/>
              <a:gd name="connsiteY79172" fmla="*/ 334053 h 2398711"/>
              <a:gd name="connsiteX79173" fmla="*/ 993506 w 2119654"/>
              <a:gd name="connsiteY79173" fmla="*/ 337974 h 2398711"/>
              <a:gd name="connsiteX79174" fmla="*/ 994405 w 2119654"/>
              <a:gd name="connsiteY79174" fmla="*/ 339886 h 2398711"/>
              <a:gd name="connsiteX79175" fmla="*/ 998261 w 2119654"/>
              <a:gd name="connsiteY79175" fmla="*/ 349011 h 2398711"/>
              <a:gd name="connsiteX79176" fmla="*/ 998770 w 2119654"/>
              <a:gd name="connsiteY79176" fmla="*/ 348319 h 2398711"/>
              <a:gd name="connsiteX79177" fmla="*/ 995069 w 2119654"/>
              <a:gd name="connsiteY79177" fmla="*/ 334603 h 2398711"/>
              <a:gd name="connsiteX79178" fmla="*/ 965741 w 2119654"/>
              <a:gd name="connsiteY79178" fmla="*/ 400134 h 2398711"/>
              <a:gd name="connsiteX79179" fmla="*/ 966589 w 2119654"/>
              <a:gd name="connsiteY79179" fmla="*/ 402440 h 2398711"/>
              <a:gd name="connsiteX79180" fmla="*/ 967242 w 2119654"/>
              <a:gd name="connsiteY79180" fmla="*/ 400710 h 2398711"/>
              <a:gd name="connsiteX79181" fmla="*/ 966957 w 2119654"/>
              <a:gd name="connsiteY79181" fmla="*/ 399596 h 2398711"/>
              <a:gd name="connsiteX79182" fmla="*/ 966419 w 2119654"/>
              <a:gd name="connsiteY79182" fmla="*/ 399128 h 2398711"/>
              <a:gd name="connsiteX79183" fmla="*/ 341835 w 2119654"/>
              <a:gd name="connsiteY79183" fmla="*/ 1797117 h 2398711"/>
              <a:gd name="connsiteX79184" fmla="*/ 346854 w 2119654"/>
              <a:gd name="connsiteY79184" fmla="*/ 1799520 h 2398711"/>
              <a:gd name="connsiteX79185" fmla="*/ 350556 w 2119654"/>
              <a:gd name="connsiteY79185" fmla="*/ 1800634 h 2398711"/>
              <a:gd name="connsiteX79186" fmla="*/ 347175 w 2119654"/>
              <a:gd name="connsiteY79186" fmla="*/ 1798617 h 2398711"/>
              <a:gd name="connsiteX79187" fmla="*/ 343844 w 2119654"/>
              <a:gd name="connsiteY79187" fmla="*/ 1797128 h 2398711"/>
              <a:gd name="connsiteX79188" fmla="*/ 991260 w 2119654"/>
              <a:gd name="connsiteY79188" fmla="*/ 342817 h 2398711"/>
              <a:gd name="connsiteX79189" fmla="*/ 983358 w 2119654"/>
              <a:gd name="connsiteY79189" fmla="*/ 363742 h 2398711"/>
              <a:gd name="connsiteX79190" fmla="*/ 984644 w 2119654"/>
              <a:gd name="connsiteY79190" fmla="*/ 367539 h 2398711"/>
              <a:gd name="connsiteX79191" fmla="*/ 997825 w 2119654"/>
              <a:gd name="connsiteY79191" fmla="*/ 349604 h 2398711"/>
              <a:gd name="connsiteX79192" fmla="*/ 993194 w 2119654"/>
              <a:gd name="connsiteY79192" fmla="*/ 338644 h 2398711"/>
              <a:gd name="connsiteX79193" fmla="*/ 342311 w 2119654"/>
              <a:gd name="connsiteY79193" fmla="*/ 1795749 h 2398711"/>
              <a:gd name="connsiteX79194" fmla="*/ 342484 w 2119654"/>
              <a:gd name="connsiteY79194" fmla="*/ 1795819 h 2398711"/>
              <a:gd name="connsiteX79195" fmla="*/ 342394 w 2119654"/>
              <a:gd name="connsiteY79195" fmla="*/ 1795765 h 2398711"/>
              <a:gd name="connsiteX79196" fmla="*/ 916606 w 2119654"/>
              <a:gd name="connsiteY79196" fmla="*/ 509766 h 2398711"/>
              <a:gd name="connsiteX79197" fmla="*/ 916220 w 2119654"/>
              <a:gd name="connsiteY79197" fmla="*/ 510994 h 2398711"/>
              <a:gd name="connsiteX79198" fmla="*/ 916253 w 2119654"/>
              <a:gd name="connsiteY79198" fmla="*/ 511036 h 2398711"/>
              <a:gd name="connsiteX79199" fmla="*/ 916732 w 2119654"/>
              <a:gd name="connsiteY79199" fmla="*/ 509871 h 2398711"/>
              <a:gd name="connsiteX79200" fmla="*/ 917057 w 2119654"/>
              <a:gd name="connsiteY79200" fmla="*/ 508327 h 2398711"/>
              <a:gd name="connsiteX79201" fmla="*/ 916805 w 2119654"/>
              <a:gd name="connsiteY79201" fmla="*/ 509131 h 2398711"/>
              <a:gd name="connsiteX79202" fmla="*/ 916978 w 2119654"/>
              <a:gd name="connsiteY79202" fmla="*/ 509275 h 2398711"/>
              <a:gd name="connsiteX79203" fmla="*/ 917143 w 2119654"/>
              <a:gd name="connsiteY79203" fmla="*/ 508874 h 2398711"/>
              <a:gd name="connsiteX79204" fmla="*/ 917174 w 2119654"/>
              <a:gd name="connsiteY79204" fmla="*/ 508802 h 2398711"/>
              <a:gd name="connsiteX79205" fmla="*/ 917278 w 2119654"/>
              <a:gd name="connsiteY79205" fmla="*/ 508500 h 2398711"/>
              <a:gd name="connsiteX79206" fmla="*/ 944394 w 2119654"/>
              <a:gd name="connsiteY79206" fmla="*/ 447086 h 2398711"/>
              <a:gd name="connsiteX79207" fmla="*/ 943992 w 2119654"/>
              <a:gd name="connsiteY79207" fmla="*/ 448160 h 2398711"/>
              <a:gd name="connsiteX79208" fmla="*/ 945063 w 2119654"/>
              <a:gd name="connsiteY79208" fmla="*/ 451345 h 2398711"/>
              <a:gd name="connsiteX79209" fmla="*/ 945629 w 2119654"/>
              <a:gd name="connsiteY79209" fmla="*/ 451891 h 2398711"/>
              <a:gd name="connsiteX79210" fmla="*/ 945715 w 2119654"/>
              <a:gd name="connsiteY79210" fmla="*/ 451784 h 2398711"/>
              <a:gd name="connsiteX79211" fmla="*/ 945558 w 2119654"/>
              <a:gd name="connsiteY79211" fmla="*/ 450897 h 2398711"/>
              <a:gd name="connsiteX79212" fmla="*/ 357992 w 2119654"/>
              <a:gd name="connsiteY79212" fmla="*/ 1760143 h 2398711"/>
              <a:gd name="connsiteX79213" fmla="*/ 358117 w 2119654"/>
              <a:gd name="connsiteY79213" fmla="*/ 1761133 h 2398711"/>
              <a:gd name="connsiteX79214" fmla="*/ 369920 w 2119654"/>
              <a:gd name="connsiteY79214" fmla="*/ 1766028 h 2398711"/>
              <a:gd name="connsiteX79215" fmla="*/ 367515 w 2119654"/>
              <a:gd name="connsiteY79215" fmla="*/ 1763466 h 2398711"/>
              <a:gd name="connsiteX79216" fmla="*/ 367470 w 2119654"/>
              <a:gd name="connsiteY79216" fmla="*/ 1763434 h 2398711"/>
              <a:gd name="connsiteX79217" fmla="*/ 358626 w 2119654"/>
              <a:gd name="connsiteY79217" fmla="*/ 1760159 h 2398711"/>
              <a:gd name="connsiteX79218" fmla="*/ 945902 w 2119654"/>
              <a:gd name="connsiteY79218" fmla="*/ 443668 h 2398711"/>
              <a:gd name="connsiteX79219" fmla="*/ 946228 w 2119654"/>
              <a:gd name="connsiteY79219" fmla="*/ 444738 h 2398711"/>
              <a:gd name="connsiteX79220" fmla="*/ 946675 w 2119654"/>
              <a:gd name="connsiteY79220" fmla="*/ 444916 h 2398711"/>
              <a:gd name="connsiteX79221" fmla="*/ 951891 w 2119654"/>
              <a:gd name="connsiteY79221" fmla="*/ 429969 h 2398711"/>
              <a:gd name="connsiteX79222" fmla="*/ 952055 w 2119654"/>
              <a:gd name="connsiteY79222" fmla="*/ 430289 h 2398711"/>
              <a:gd name="connsiteX79223" fmla="*/ 952358 w 2119654"/>
              <a:gd name="connsiteY79223" fmla="*/ 429217 h 2398711"/>
              <a:gd name="connsiteX79224" fmla="*/ 917469 w 2119654"/>
              <a:gd name="connsiteY79224" fmla="*/ 507016 h 2398711"/>
              <a:gd name="connsiteX79225" fmla="*/ 917464 w 2119654"/>
              <a:gd name="connsiteY79225" fmla="*/ 507031 h 2398711"/>
              <a:gd name="connsiteX79226" fmla="*/ 917527 w 2119654"/>
              <a:gd name="connsiteY79226" fmla="*/ 507077 h 2398711"/>
              <a:gd name="connsiteX79227" fmla="*/ 963675 w 2119654"/>
              <a:gd name="connsiteY79227" fmla="*/ 403207 h 2398711"/>
              <a:gd name="connsiteX79228" fmla="*/ 965508 w 2119654"/>
              <a:gd name="connsiteY79228" fmla="*/ 405303 h 2398711"/>
              <a:gd name="connsiteX79229" fmla="*/ 966188 w 2119654"/>
              <a:gd name="connsiteY79229" fmla="*/ 403503 h 2398711"/>
              <a:gd name="connsiteX79230" fmla="*/ 965229 w 2119654"/>
              <a:gd name="connsiteY79230" fmla="*/ 400896 h 2398711"/>
              <a:gd name="connsiteX79231" fmla="*/ 917916 w 2119654"/>
              <a:gd name="connsiteY79231" fmla="*/ 505591 h 2398711"/>
              <a:gd name="connsiteX79232" fmla="*/ 917894 w 2119654"/>
              <a:gd name="connsiteY79232" fmla="*/ 505661 h 2398711"/>
              <a:gd name="connsiteX79233" fmla="*/ 918014 w 2119654"/>
              <a:gd name="connsiteY79233" fmla="*/ 505781 h 2398711"/>
              <a:gd name="connsiteX79234" fmla="*/ 962236 w 2119654"/>
              <a:gd name="connsiteY79234" fmla="*/ 406097 h 2398711"/>
              <a:gd name="connsiteX79235" fmla="*/ 964571 w 2119654"/>
              <a:gd name="connsiteY79235" fmla="*/ 408216 h 2398711"/>
              <a:gd name="connsiteX79236" fmla="*/ 964653 w 2119654"/>
              <a:gd name="connsiteY79236" fmla="*/ 407880 h 2398711"/>
              <a:gd name="connsiteX79237" fmla="*/ 976288 w 2119654"/>
              <a:gd name="connsiteY79237" fmla="*/ 374586 h 2398711"/>
              <a:gd name="connsiteX79238" fmla="*/ 975651 w 2119654"/>
              <a:gd name="connsiteY79238" fmla="*/ 378443 h 2398711"/>
              <a:gd name="connsiteX79239" fmla="*/ 976854 w 2119654"/>
              <a:gd name="connsiteY79239" fmla="*/ 375257 h 2398711"/>
              <a:gd name="connsiteX79240" fmla="*/ 938734 w 2119654"/>
              <a:gd name="connsiteY79240" fmla="*/ 458333 h 2398711"/>
              <a:gd name="connsiteX79241" fmla="*/ 938694 w 2119654"/>
              <a:gd name="connsiteY79241" fmla="*/ 459818 h 2398711"/>
              <a:gd name="connsiteX79242" fmla="*/ 938763 w 2119654"/>
              <a:gd name="connsiteY79242" fmla="*/ 459884 h 2398711"/>
              <a:gd name="connsiteX79243" fmla="*/ 939181 w 2119654"/>
              <a:gd name="connsiteY79243" fmla="*/ 458768 h 2398711"/>
              <a:gd name="connsiteX79244" fmla="*/ 962438 w 2119654"/>
              <a:gd name="connsiteY79244" fmla="*/ 405047 h 2398711"/>
              <a:gd name="connsiteX79245" fmla="*/ 962927 w 2119654"/>
              <a:gd name="connsiteY79245" fmla="*/ 405338 h 2398711"/>
              <a:gd name="connsiteX79246" fmla="*/ 962540 w 2119654"/>
              <a:gd name="connsiteY79246" fmla="*/ 404895 h 2398711"/>
              <a:gd name="connsiteX79247" fmla="*/ 364260 w 2119654"/>
              <a:gd name="connsiteY79247" fmla="*/ 1744326 h 2398711"/>
              <a:gd name="connsiteX79248" fmla="*/ 365625 w 2119654"/>
              <a:gd name="connsiteY79248" fmla="*/ 1745782 h 2398711"/>
              <a:gd name="connsiteX79249" fmla="*/ 373056 w 2119654"/>
              <a:gd name="connsiteY79249" fmla="*/ 1746844 h 2398711"/>
              <a:gd name="connsiteX79250" fmla="*/ 366729 w 2119654"/>
              <a:gd name="connsiteY79250" fmla="*/ 1745059 h 2398711"/>
              <a:gd name="connsiteX79251" fmla="*/ 949314 w 2119654"/>
              <a:gd name="connsiteY79251" fmla="*/ 434114 h 2398711"/>
              <a:gd name="connsiteX79252" fmla="*/ 950771 w 2119654"/>
              <a:gd name="connsiteY79252" fmla="*/ 435381 h 2398711"/>
              <a:gd name="connsiteX79253" fmla="*/ 950824 w 2119654"/>
              <a:gd name="connsiteY79253" fmla="*/ 435147 h 2398711"/>
              <a:gd name="connsiteX79254" fmla="*/ 949546 w 2119654"/>
              <a:gd name="connsiteY79254" fmla="*/ 433741 h 2398711"/>
              <a:gd name="connsiteX79255" fmla="*/ 949167 w 2119654"/>
              <a:gd name="connsiteY79255" fmla="*/ 434353 h 2398711"/>
              <a:gd name="connsiteX79256" fmla="*/ 948644 w 2119654"/>
              <a:gd name="connsiteY79256" fmla="*/ 435747 h 2398711"/>
              <a:gd name="connsiteX79257" fmla="*/ 948943 w 2119654"/>
              <a:gd name="connsiteY79257" fmla="*/ 436228 h 2398711"/>
              <a:gd name="connsiteX79258" fmla="*/ 950203 w 2119654"/>
              <a:gd name="connsiteY79258" fmla="*/ 437905 h 2398711"/>
              <a:gd name="connsiteX79259" fmla="*/ 950699 w 2119654"/>
              <a:gd name="connsiteY79259" fmla="*/ 435702 h 2398711"/>
              <a:gd name="connsiteX79260" fmla="*/ 950005 w 2119654"/>
              <a:gd name="connsiteY79260" fmla="*/ 435082 h 2398711"/>
              <a:gd name="connsiteX79261" fmla="*/ 388632 w 2119654"/>
              <a:gd name="connsiteY79261" fmla="*/ 1689050 h 2398711"/>
              <a:gd name="connsiteX79262" fmla="*/ 389250 w 2119654"/>
              <a:gd name="connsiteY79262" fmla="*/ 1689607 h 2398711"/>
              <a:gd name="connsiteX79263" fmla="*/ 390428 w 2119654"/>
              <a:gd name="connsiteY79263" fmla="*/ 1689562 h 2398711"/>
              <a:gd name="connsiteX79264" fmla="*/ 961277 w 2119654"/>
              <a:gd name="connsiteY79264" fmla="*/ 406773 h 2398711"/>
              <a:gd name="connsiteX79265" fmla="*/ 963137 w 2119654"/>
              <a:gd name="connsiteY79265" fmla="*/ 411044 h 2398711"/>
              <a:gd name="connsiteX79266" fmla="*/ 963749 w 2119654"/>
              <a:gd name="connsiteY79266" fmla="*/ 411558 h 2398711"/>
              <a:gd name="connsiteX79267" fmla="*/ 964399 w 2119654"/>
              <a:gd name="connsiteY79267" fmla="*/ 408916 h 2398711"/>
              <a:gd name="connsiteX79268" fmla="*/ 961566 w 2119654"/>
              <a:gd name="connsiteY79268" fmla="*/ 406344 h 2398711"/>
              <a:gd name="connsiteX79269" fmla="*/ 951876 w 2119654"/>
              <a:gd name="connsiteY79269" fmla="*/ 427127 h 2398711"/>
              <a:gd name="connsiteX79270" fmla="*/ 951265 w 2119654"/>
              <a:gd name="connsiteY79270" fmla="*/ 428758 h 2398711"/>
              <a:gd name="connsiteX79271" fmla="*/ 951806 w 2119654"/>
              <a:gd name="connsiteY79271" fmla="*/ 429807 h 2398711"/>
              <a:gd name="connsiteX79272" fmla="*/ 952495 w 2119654"/>
              <a:gd name="connsiteY79272" fmla="*/ 428731 h 2398711"/>
              <a:gd name="connsiteX79273" fmla="*/ 952706 w 2119654"/>
              <a:gd name="connsiteY79273" fmla="*/ 427983 h 2398711"/>
              <a:gd name="connsiteX79274" fmla="*/ 952277 w 2119654"/>
              <a:gd name="connsiteY79274" fmla="*/ 426057 h 2398711"/>
              <a:gd name="connsiteX79275" fmla="*/ 951983 w 2119654"/>
              <a:gd name="connsiteY79275" fmla="*/ 426841 h 2398711"/>
              <a:gd name="connsiteX79276" fmla="*/ 952793 w 2119654"/>
              <a:gd name="connsiteY79276" fmla="*/ 427676 h 2398711"/>
              <a:gd name="connsiteX79277" fmla="*/ 952977 w 2119654"/>
              <a:gd name="connsiteY79277" fmla="*/ 427025 h 2398711"/>
              <a:gd name="connsiteX79278" fmla="*/ 952391 w 2119654"/>
              <a:gd name="connsiteY79278" fmla="*/ 426168 h 2398711"/>
              <a:gd name="connsiteX79279" fmla="*/ 960113 w 2119654"/>
              <a:gd name="connsiteY79279" fmla="*/ 408505 h 2398711"/>
              <a:gd name="connsiteX79280" fmla="*/ 962431 w 2119654"/>
              <a:gd name="connsiteY79280" fmla="*/ 410451 h 2398711"/>
              <a:gd name="connsiteX79281" fmla="*/ 961005 w 2119654"/>
              <a:gd name="connsiteY79281" fmla="*/ 407177 h 2398711"/>
              <a:gd name="connsiteX79282" fmla="*/ 964879 w 2119654"/>
              <a:gd name="connsiteY79282" fmla="*/ 397789 h 2398711"/>
              <a:gd name="connsiteX79283" fmla="*/ 965339 w 2119654"/>
              <a:gd name="connsiteY79283" fmla="*/ 399040 h 2398711"/>
              <a:gd name="connsiteX79284" fmla="*/ 965700 w 2119654"/>
              <a:gd name="connsiteY79284" fmla="*/ 398502 h 2398711"/>
              <a:gd name="connsiteX79285" fmla="*/ 967314 w 2119654"/>
              <a:gd name="connsiteY79285" fmla="*/ 392325 h 2398711"/>
              <a:gd name="connsiteX79286" fmla="*/ 967649 w 2119654"/>
              <a:gd name="connsiteY79286" fmla="*/ 393190 h 2398711"/>
              <a:gd name="connsiteX79287" fmla="*/ 968552 w 2119654"/>
              <a:gd name="connsiteY79287" fmla="*/ 394262 h 2398711"/>
              <a:gd name="connsiteX79288" fmla="*/ 969065 w 2119654"/>
              <a:gd name="connsiteY79288" fmla="*/ 393499 h 2398711"/>
              <a:gd name="connsiteX79289" fmla="*/ 969393 w 2119654"/>
              <a:gd name="connsiteY79289" fmla="*/ 391513 h 2398711"/>
              <a:gd name="connsiteX79290" fmla="*/ 969253 w 2119654"/>
              <a:gd name="connsiteY79290" fmla="*/ 390352 h 2398711"/>
              <a:gd name="connsiteX79291" fmla="*/ 968965 w 2119654"/>
              <a:gd name="connsiteY79291" fmla="*/ 389880 h 2398711"/>
              <a:gd name="connsiteX79292" fmla="*/ 372949 w 2119654"/>
              <a:gd name="connsiteY79292" fmla="*/ 1723190 h 2398711"/>
              <a:gd name="connsiteX79293" fmla="*/ 378011 w 2119654"/>
              <a:gd name="connsiteY79293" fmla="*/ 1725335 h 2398711"/>
              <a:gd name="connsiteX79294" fmla="*/ 377855 w 2119654"/>
              <a:gd name="connsiteY79294" fmla="*/ 1723698 h 2398711"/>
              <a:gd name="connsiteX79295" fmla="*/ 952649 w 2119654"/>
              <a:gd name="connsiteY79295" fmla="*/ 425066 h 2398711"/>
              <a:gd name="connsiteX79296" fmla="*/ 952532 w 2119654"/>
              <a:gd name="connsiteY79296" fmla="*/ 425378 h 2398711"/>
              <a:gd name="connsiteX79297" fmla="*/ 952538 w 2119654"/>
              <a:gd name="connsiteY79297" fmla="*/ 425388 h 2398711"/>
              <a:gd name="connsiteX79298" fmla="*/ 953288 w 2119654"/>
              <a:gd name="connsiteY79298" fmla="*/ 425924 h 2398711"/>
              <a:gd name="connsiteX79299" fmla="*/ 953313 w 2119654"/>
              <a:gd name="connsiteY79299" fmla="*/ 425833 h 2398711"/>
              <a:gd name="connsiteX79300" fmla="*/ 917059 w 2119654"/>
              <a:gd name="connsiteY79300" fmla="*/ 504559 h 2398711"/>
              <a:gd name="connsiteX79301" fmla="*/ 917199 w 2119654"/>
              <a:gd name="connsiteY79301" fmla="*/ 504967 h 2398711"/>
              <a:gd name="connsiteX79302" fmla="*/ 917746 w 2119654"/>
              <a:gd name="connsiteY79302" fmla="*/ 505513 h 2398711"/>
              <a:gd name="connsiteX79303" fmla="*/ 917795 w 2119654"/>
              <a:gd name="connsiteY79303" fmla="*/ 505357 h 2398711"/>
              <a:gd name="connsiteX79304" fmla="*/ 917611 w 2119654"/>
              <a:gd name="connsiteY79304" fmla="*/ 505001 h 2398711"/>
              <a:gd name="connsiteX79305" fmla="*/ 353157 w 2119654"/>
              <a:gd name="connsiteY79305" fmla="*/ 1767085 h 2398711"/>
              <a:gd name="connsiteX79306" fmla="*/ 358718 w 2119654"/>
              <a:gd name="connsiteY79306" fmla="*/ 1769047 h 2398711"/>
              <a:gd name="connsiteX79307" fmla="*/ 358562 w 2119654"/>
              <a:gd name="connsiteY79307" fmla="*/ 1767811 h 2398711"/>
              <a:gd name="connsiteX79308" fmla="*/ 916834 w 2119654"/>
              <a:gd name="connsiteY79308" fmla="*/ 504602 h 2398711"/>
              <a:gd name="connsiteX79309" fmla="*/ 916842 w 2119654"/>
              <a:gd name="connsiteY79309" fmla="*/ 504610 h 2398711"/>
              <a:gd name="connsiteX79310" fmla="*/ 916837 w 2119654"/>
              <a:gd name="connsiteY79310" fmla="*/ 504597 h 2398711"/>
              <a:gd name="connsiteX79311" fmla="*/ 339551 w 2119654"/>
              <a:gd name="connsiteY79311" fmla="*/ 1797105 h 2398711"/>
              <a:gd name="connsiteX79312" fmla="*/ 344506 w 2119654"/>
              <a:gd name="connsiteY79312" fmla="*/ 1798813 h 2398711"/>
              <a:gd name="connsiteX79313" fmla="*/ 345087 w 2119654"/>
              <a:gd name="connsiteY79313" fmla="*/ 1798988 h 2398711"/>
              <a:gd name="connsiteX79314" fmla="*/ 341171 w 2119654"/>
              <a:gd name="connsiteY79314" fmla="*/ 1797114 h 2398711"/>
              <a:gd name="connsiteX79315" fmla="*/ 916108 w 2119654"/>
              <a:gd name="connsiteY79315" fmla="*/ 506048 h 2398711"/>
              <a:gd name="connsiteX79316" fmla="*/ 917306 w 2119654"/>
              <a:gd name="connsiteY79316" fmla="*/ 506916 h 2398711"/>
              <a:gd name="connsiteX79317" fmla="*/ 917322 w 2119654"/>
              <a:gd name="connsiteY79317" fmla="*/ 506864 h 2398711"/>
              <a:gd name="connsiteX79318" fmla="*/ 916258 w 2119654"/>
              <a:gd name="connsiteY79318" fmla="*/ 505751 h 2398711"/>
              <a:gd name="connsiteX79319" fmla="*/ 374498 w 2119654"/>
              <a:gd name="connsiteY79319" fmla="*/ 1718744 h 2398711"/>
              <a:gd name="connsiteX79320" fmla="*/ 374958 w 2119654"/>
              <a:gd name="connsiteY79320" fmla="*/ 1718956 h 2398711"/>
              <a:gd name="connsiteX79321" fmla="*/ 374591 w 2119654"/>
              <a:gd name="connsiteY79321" fmla="*/ 1718740 h 2398711"/>
              <a:gd name="connsiteX79322" fmla="*/ 965859 w 2119654"/>
              <a:gd name="connsiteY79322" fmla="*/ 394481 h 2398711"/>
              <a:gd name="connsiteX79323" fmla="*/ 966587 w 2119654"/>
              <a:gd name="connsiteY79323" fmla="*/ 397182 h 2398711"/>
              <a:gd name="connsiteX79324" fmla="*/ 967661 w 2119654"/>
              <a:gd name="connsiteY79324" fmla="*/ 395587 h 2398711"/>
              <a:gd name="connsiteX79325" fmla="*/ 967247 w 2119654"/>
              <a:gd name="connsiteY79325" fmla="*/ 394514 h 2398711"/>
              <a:gd name="connsiteX79326" fmla="*/ 966492 w 2119654"/>
              <a:gd name="connsiteY79326" fmla="*/ 393543 h 2398711"/>
              <a:gd name="connsiteX79327" fmla="*/ 369671 w 2119654"/>
              <a:gd name="connsiteY79327" fmla="*/ 1729441 h 2398711"/>
              <a:gd name="connsiteX79328" fmla="*/ 373258 w 2119654"/>
              <a:gd name="connsiteY79328" fmla="*/ 1731827 h 2398711"/>
              <a:gd name="connsiteX79329" fmla="*/ 378802 w 2119654"/>
              <a:gd name="connsiteY79329" fmla="*/ 1733603 h 2398711"/>
              <a:gd name="connsiteX79330" fmla="*/ 378541 w 2119654"/>
              <a:gd name="connsiteY79330" fmla="*/ 1730877 h 2398711"/>
              <a:gd name="connsiteX79331" fmla="*/ 374199 w 2119654"/>
              <a:gd name="connsiteY79331" fmla="*/ 1731092 h 2398711"/>
              <a:gd name="connsiteX79332" fmla="*/ 373979 w 2119654"/>
              <a:gd name="connsiteY79332" fmla="*/ 1730902 h 2398711"/>
              <a:gd name="connsiteX79333" fmla="*/ 378522 w 2119654"/>
              <a:gd name="connsiteY79333" fmla="*/ 1730679 h 2398711"/>
              <a:gd name="connsiteX79334" fmla="*/ 378415 w 2119654"/>
              <a:gd name="connsiteY79334" fmla="*/ 1729561 h 2398711"/>
              <a:gd name="connsiteX79335" fmla="*/ 915222 w 2119654"/>
              <a:gd name="connsiteY79335" fmla="*/ 507809 h 2398711"/>
              <a:gd name="connsiteX79336" fmla="*/ 916651 w 2119654"/>
              <a:gd name="connsiteY79336" fmla="*/ 509002 h 2398711"/>
              <a:gd name="connsiteX79337" fmla="*/ 916901 w 2119654"/>
              <a:gd name="connsiteY79337" fmla="*/ 508204 h 2398711"/>
              <a:gd name="connsiteX79338" fmla="*/ 915556 w 2119654"/>
              <a:gd name="connsiteY79338" fmla="*/ 507145 h 2398711"/>
              <a:gd name="connsiteX79339" fmla="*/ 914612 w 2119654"/>
              <a:gd name="connsiteY79339" fmla="*/ 509022 h 2398711"/>
              <a:gd name="connsiteX79340" fmla="*/ 916079 w 2119654"/>
              <a:gd name="connsiteY79340" fmla="*/ 510822 h 2398711"/>
              <a:gd name="connsiteX79341" fmla="*/ 916451 w 2119654"/>
              <a:gd name="connsiteY79341" fmla="*/ 509637 h 2398711"/>
              <a:gd name="connsiteX79342" fmla="*/ 914938 w 2119654"/>
              <a:gd name="connsiteY79342" fmla="*/ 508376 h 2398711"/>
              <a:gd name="connsiteX79343" fmla="*/ 960779 w 2119654"/>
              <a:gd name="connsiteY79343" fmla="*/ 405630 h 2398711"/>
              <a:gd name="connsiteX79344" fmla="*/ 960829 w 2119654"/>
              <a:gd name="connsiteY79344" fmla="*/ 405746 h 2398711"/>
              <a:gd name="connsiteX79345" fmla="*/ 960859 w 2119654"/>
              <a:gd name="connsiteY79345" fmla="*/ 405702 h 2398711"/>
              <a:gd name="connsiteX79346" fmla="*/ 958258 w 2119654"/>
              <a:gd name="connsiteY79346" fmla="*/ 411263 h 2398711"/>
              <a:gd name="connsiteX79347" fmla="*/ 954810 w 2119654"/>
              <a:gd name="connsiteY79347" fmla="*/ 425121 h 2398711"/>
              <a:gd name="connsiteX79348" fmla="*/ 960698 w 2119654"/>
              <a:gd name="connsiteY79348" fmla="*/ 415927 h 2398711"/>
              <a:gd name="connsiteX79349" fmla="*/ 960902 w 2119654"/>
              <a:gd name="connsiteY79349" fmla="*/ 415856 h 2398711"/>
              <a:gd name="connsiteX79350" fmla="*/ 954708 w 2119654"/>
              <a:gd name="connsiteY79350" fmla="*/ 425524 h 2398711"/>
              <a:gd name="connsiteX79351" fmla="*/ 954500 w 2119654"/>
              <a:gd name="connsiteY79351" fmla="*/ 426361 h 2398711"/>
              <a:gd name="connsiteX79352" fmla="*/ 955561 w 2119654"/>
              <a:gd name="connsiteY79352" fmla="*/ 427552 h 2398711"/>
              <a:gd name="connsiteX79353" fmla="*/ 959179 w 2119654"/>
              <a:gd name="connsiteY79353" fmla="*/ 430143 h 2398711"/>
              <a:gd name="connsiteX79354" fmla="*/ 963448 w 2119654"/>
              <a:gd name="connsiteY79354" fmla="*/ 412784 h 2398711"/>
              <a:gd name="connsiteX79355" fmla="*/ 962842 w 2119654"/>
              <a:gd name="connsiteY79355" fmla="*/ 411394 h 2398711"/>
              <a:gd name="connsiteX79356" fmla="*/ 959857 w 2119654"/>
              <a:gd name="connsiteY79356" fmla="*/ 408885 h 2398711"/>
              <a:gd name="connsiteX79357" fmla="*/ 357511 w 2119654"/>
              <a:gd name="connsiteY79357" fmla="*/ 1756336 h 2398711"/>
              <a:gd name="connsiteX79358" fmla="*/ 357916 w 2119654"/>
              <a:gd name="connsiteY79358" fmla="*/ 1759538 h 2398711"/>
              <a:gd name="connsiteX79359" fmla="*/ 358489 w 2119654"/>
              <a:gd name="connsiteY79359" fmla="*/ 1759751 h 2398711"/>
              <a:gd name="connsiteX79360" fmla="*/ 362370 w 2119654"/>
              <a:gd name="connsiteY79360" fmla="*/ 1759800 h 2398711"/>
              <a:gd name="connsiteX79361" fmla="*/ 956224 w 2119654"/>
              <a:gd name="connsiteY79361" fmla="*/ 415528 h 2398711"/>
              <a:gd name="connsiteX79362" fmla="*/ 952856 w 2119654"/>
              <a:gd name="connsiteY79362" fmla="*/ 424514 h 2398711"/>
              <a:gd name="connsiteX79363" fmla="*/ 953487 w 2119654"/>
              <a:gd name="connsiteY79363" fmla="*/ 425222 h 2398711"/>
              <a:gd name="connsiteX79364" fmla="*/ 965139 w 2119654"/>
              <a:gd name="connsiteY79364" fmla="*/ 395547 h 2398711"/>
              <a:gd name="connsiteX79365" fmla="*/ 966280 w 2119654"/>
              <a:gd name="connsiteY79365" fmla="*/ 396947 h 2398711"/>
              <a:gd name="connsiteX79366" fmla="*/ 965707 w 2119654"/>
              <a:gd name="connsiteY79366" fmla="*/ 394705 h 2398711"/>
              <a:gd name="connsiteX79367" fmla="*/ 912026 w 2119654"/>
              <a:gd name="connsiteY79367" fmla="*/ 514168 h 2398711"/>
              <a:gd name="connsiteX79368" fmla="*/ 913394 w 2119654"/>
              <a:gd name="connsiteY79368" fmla="*/ 517985 h 2398711"/>
              <a:gd name="connsiteX79369" fmla="*/ 915235 w 2119654"/>
              <a:gd name="connsiteY79369" fmla="*/ 513512 h 2398711"/>
              <a:gd name="connsiteX79370" fmla="*/ 915858 w 2119654"/>
              <a:gd name="connsiteY79370" fmla="*/ 511527 h 2398711"/>
              <a:gd name="connsiteX79371" fmla="*/ 914309 w 2119654"/>
              <a:gd name="connsiteY79371" fmla="*/ 509626 h 2398711"/>
              <a:gd name="connsiteX79372" fmla="*/ 357453 w 2119654"/>
              <a:gd name="connsiteY79372" fmla="*/ 1755877 h 2398711"/>
              <a:gd name="connsiteX79373" fmla="*/ 357478 w 2119654"/>
              <a:gd name="connsiteY79373" fmla="*/ 1756069 h 2398711"/>
              <a:gd name="connsiteX79374" fmla="*/ 362716 w 2119654"/>
              <a:gd name="connsiteY79374" fmla="*/ 1759804 h 2398711"/>
              <a:gd name="connsiteX79375" fmla="*/ 364094 w 2119654"/>
              <a:gd name="connsiteY79375" fmla="*/ 1759821 h 2398711"/>
              <a:gd name="connsiteX79376" fmla="*/ 363623 w 2119654"/>
              <a:gd name="connsiteY79376" fmla="*/ 1759320 h 2398711"/>
              <a:gd name="connsiteX79377" fmla="*/ 359578 w 2119654"/>
              <a:gd name="connsiteY79377" fmla="*/ 1756448 h 2398711"/>
              <a:gd name="connsiteX79378" fmla="*/ 964438 w 2119654"/>
              <a:gd name="connsiteY79378" fmla="*/ 396586 h 2398711"/>
              <a:gd name="connsiteX79379" fmla="*/ 964614 w 2119654"/>
              <a:gd name="connsiteY79379" fmla="*/ 397065 h 2398711"/>
              <a:gd name="connsiteX79380" fmla="*/ 965909 w 2119654"/>
              <a:gd name="connsiteY79380" fmla="*/ 398192 h 2398711"/>
              <a:gd name="connsiteX79381" fmla="*/ 966064 w 2119654"/>
              <a:gd name="connsiteY79381" fmla="*/ 397961 h 2398711"/>
              <a:gd name="connsiteX79382" fmla="*/ 964719 w 2119654"/>
              <a:gd name="connsiteY79382" fmla="*/ 396170 h 2398711"/>
              <a:gd name="connsiteX79383" fmla="*/ 919381 w 2119654"/>
              <a:gd name="connsiteY79383" fmla="*/ 497414 h 2398711"/>
              <a:gd name="connsiteX79384" fmla="*/ 919673 w 2119654"/>
              <a:gd name="connsiteY79384" fmla="*/ 498211 h 2398711"/>
              <a:gd name="connsiteX79385" fmla="*/ 919835 w 2119654"/>
              <a:gd name="connsiteY79385" fmla="*/ 497887 h 2398711"/>
              <a:gd name="connsiteX79386" fmla="*/ 942794 w 2119654"/>
              <a:gd name="connsiteY79386" fmla="*/ 444598 h 2398711"/>
              <a:gd name="connsiteX79387" fmla="*/ 943598 w 2119654"/>
              <a:gd name="connsiteY79387" fmla="*/ 446986 h 2398711"/>
              <a:gd name="connsiteX79388" fmla="*/ 944020 w 2119654"/>
              <a:gd name="connsiteY79388" fmla="*/ 445860 h 2398711"/>
              <a:gd name="connsiteX79389" fmla="*/ 943534 w 2119654"/>
              <a:gd name="connsiteY79389" fmla="*/ 444266 h 2398711"/>
              <a:gd name="connsiteX79390" fmla="*/ 943106 w 2119654"/>
              <a:gd name="connsiteY79390" fmla="*/ 444097 h 2398711"/>
              <a:gd name="connsiteX79391" fmla="*/ 959024 w 2119654"/>
              <a:gd name="connsiteY79391" fmla="*/ 408186 h 2398711"/>
              <a:gd name="connsiteX79392" fmla="*/ 958927 w 2119654"/>
              <a:gd name="connsiteY79392" fmla="*/ 408575 h 2398711"/>
              <a:gd name="connsiteX79393" fmla="*/ 959129 w 2119654"/>
              <a:gd name="connsiteY79393" fmla="*/ 408274 h 2398711"/>
              <a:gd name="connsiteX79394" fmla="*/ 364588 w 2119654"/>
              <a:gd name="connsiteY79394" fmla="*/ 1738868 h 2398711"/>
              <a:gd name="connsiteX79395" fmla="*/ 366996 w 2119654"/>
              <a:gd name="connsiteY79395" fmla="*/ 1739926 h 2398711"/>
              <a:gd name="connsiteX79396" fmla="*/ 370207 w 2119654"/>
              <a:gd name="connsiteY79396" fmla="*/ 1740276 h 2398711"/>
              <a:gd name="connsiteX79397" fmla="*/ 369644 w 2119654"/>
              <a:gd name="connsiteY79397" fmla="*/ 1739735 h 2398711"/>
              <a:gd name="connsiteX79398" fmla="*/ 960118 w 2119654"/>
              <a:gd name="connsiteY79398" fmla="*/ 405139 h 2398711"/>
              <a:gd name="connsiteX79399" fmla="*/ 959158 w 2119654"/>
              <a:gd name="connsiteY79399" fmla="*/ 407701 h 2398711"/>
              <a:gd name="connsiteX79400" fmla="*/ 959386 w 2119654"/>
              <a:gd name="connsiteY79400" fmla="*/ 407893 h 2398711"/>
              <a:gd name="connsiteX79401" fmla="*/ 960558 w 2119654"/>
              <a:gd name="connsiteY79401" fmla="*/ 406149 h 2398711"/>
              <a:gd name="connsiteX79402" fmla="*/ 960958 w 2119654"/>
              <a:gd name="connsiteY79402" fmla="*/ 403086 h 2398711"/>
              <a:gd name="connsiteX79403" fmla="*/ 960651 w 2119654"/>
              <a:gd name="connsiteY79403" fmla="*/ 403813 h 2398711"/>
              <a:gd name="connsiteX79404" fmla="*/ 961639 w 2119654"/>
              <a:gd name="connsiteY79404" fmla="*/ 404541 h 2398711"/>
              <a:gd name="connsiteX79405" fmla="*/ 961896 w 2119654"/>
              <a:gd name="connsiteY79405" fmla="*/ 404159 h 2398711"/>
              <a:gd name="connsiteX79406" fmla="*/ 916413 w 2119654"/>
              <a:gd name="connsiteY79406" fmla="*/ 502682 h 2398711"/>
              <a:gd name="connsiteX79407" fmla="*/ 916534 w 2119654"/>
              <a:gd name="connsiteY79407" fmla="*/ 503034 h 2398711"/>
              <a:gd name="connsiteX79408" fmla="*/ 916632 w 2119654"/>
              <a:gd name="connsiteY79408" fmla="*/ 503107 h 2398711"/>
              <a:gd name="connsiteX79409" fmla="*/ 962464 w 2119654"/>
              <a:gd name="connsiteY79409" fmla="*/ 399510 h 2398711"/>
              <a:gd name="connsiteX79410" fmla="*/ 961808 w 2119654"/>
              <a:gd name="connsiteY79410" fmla="*/ 401066 h 2398711"/>
              <a:gd name="connsiteX79411" fmla="*/ 961929 w 2119654"/>
              <a:gd name="connsiteY79411" fmla="*/ 401211 h 2398711"/>
              <a:gd name="connsiteX79412" fmla="*/ 963031 w 2119654"/>
              <a:gd name="connsiteY79412" fmla="*/ 402472 h 2398711"/>
              <a:gd name="connsiteX79413" fmla="*/ 964827 w 2119654"/>
              <a:gd name="connsiteY79413" fmla="*/ 399801 h 2398711"/>
              <a:gd name="connsiteX79414" fmla="*/ 963924 w 2119654"/>
              <a:gd name="connsiteY79414" fmla="*/ 397348 h 2398711"/>
              <a:gd name="connsiteX79415" fmla="*/ 942550 w 2119654"/>
              <a:gd name="connsiteY79415" fmla="*/ 443876 h 2398711"/>
              <a:gd name="connsiteX79416" fmla="*/ 942671 w 2119654"/>
              <a:gd name="connsiteY79416" fmla="*/ 444235 h 2398711"/>
              <a:gd name="connsiteX79417" fmla="*/ 942826 w 2119654"/>
              <a:gd name="connsiteY79417" fmla="*/ 443985 h 2398711"/>
              <a:gd name="connsiteX79418" fmla="*/ 965247 w 2119654"/>
              <a:gd name="connsiteY79418" fmla="*/ 392901 h 2398711"/>
              <a:gd name="connsiteX79419" fmla="*/ 964475 w 2119654"/>
              <a:gd name="connsiteY79419" fmla="*/ 394733 h 2398711"/>
              <a:gd name="connsiteX79420" fmla="*/ 964570 w 2119654"/>
              <a:gd name="connsiteY79420" fmla="*/ 394849 h 2398711"/>
              <a:gd name="connsiteX79421" fmla="*/ 965442 w 2119654"/>
              <a:gd name="connsiteY79421" fmla="*/ 393664 h 2398711"/>
              <a:gd name="connsiteX79422" fmla="*/ 965509 w 2119654"/>
              <a:gd name="connsiteY79422" fmla="*/ 392277 h 2398711"/>
              <a:gd name="connsiteX79423" fmla="*/ 965360 w 2119654"/>
              <a:gd name="connsiteY79423" fmla="*/ 392632 h 2398711"/>
              <a:gd name="connsiteX79424" fmla="*/ 965585 w 2119654"/>
              <a:gd name="connsiteY79424" fmla="*/ 393469 h 2398711"/>
              <a:gd name="connsiteX79425" fmla="*/ 965998 w 2119654"/>
              <a:gd name="connsiteY79425" fmla="*/ 392908 h 2398711"/>
              <a:gd name="connsiteX79426" fmla="*/ 959866 w 2119654"/>
              <a:gd name="connsiteY79426" fmla="*/ 404801 h 2398711"/>
              <a:gd name="connsiteX79427" fmla="*/ 959797 w 2119654"/>
              <a:gd name="connsiteY79427" fmla="*/ 405080 h 2398711"/>
              <a:gd name="connsiteX79428" fmla="*/ 959900 w 2119654"/>
              <a:gd name="connsiteY79428" fmla="*/ 404833 h 2398711"/>
              <a:gd name="connsiteX79429" fmla="*/ 346543 w 2119654"/>
              <a:gd name="connsiteY79429" fmla="*/ 1778138 h 2398711"/>
              <a:gd name="connsiteX79430" fmla="*/ 360815 w 2119654"/>
              <a:gd name="connsiteY79430" fmla="*/ 1785643 h 2398711"/>
              <a:gd name="connsiteX79431" fmla="*/ 360071 w 2119654"/>
              <a:gd name="connsiteY79431" fmla="*/ 1779755 h 2398711"/>
              <a:gd name="connsiteX79432" fmla="*/ 940139 w 2119654"/>
              <a:gd name="connsiteY79432" fmla="*/ 448867 h 2398711"/>
              <a:gd name="connsiteX79433" fmla="*/ 940954 w 2119654"/>
              <a:gd name="connsiteY79433" fmla="*/ 449742 h 2398711"/>
              <a:gd name="connsiteX79434" fmla="*/ 940648 w 2119654"/>
              <a:gd name="connsiteY79434" fmla="*/ 448269 h 2398711"/>
              <a:gd name="connsiteX79435" fmla="*/ 940562 w 2119654"/>
              <a:gd name="connsiteY79435" fmla="*/ 448186 h 2398711"/>
              <a:gd name="connsiteX79436" fmla="*/ 961590 w 2119654"/>
              <a:gd name="connsiteY79436" fmla="*/ 400804 h 2398711"/>
              <a:gd name="connsiteX79437" fmla="*/ 961595 w 2119654"/>
              <a:gd name="connsiteY79437" fmla="*/ 400810 h 2398711"/>
              <a:gd name="connsiteX79438" fmla="*/ 961609 w 2119654"/>
              <a:gd name="connsiteY79438" fmla="*/ 400777 h 2398711"/>
              <a:gd name="connsiteX79439" fmla="*/ 967517 w 2119654"/>
              <a:gd name="connsiteY79439" fmla="*/ 387509 h 2398711"/>
              <a:gd name="connsiteX79440" fmla="*/ 966440 w 2119654"/>
              <a:gd name="connsiteY79440" fmla="*/ 390067 h 2398711"/>
              <a:gd name="connsiteX79441" fmla="*/ 967008 w 2119654"/>
              <a:gd name="connsiteY79441" fmla="*/ 391534 h 2398711"/>
              <a:gd name="connsiteX79442" fmla="*/ 968628 w 2119654"/>
              <a:gd name="connsiteY79442" fmla="*/ 389329 h 2398711"/>
              <a:gd name="connsiteX79443" fmla="*/ 915711 w 2119654"/>
              <a:gd name="connsiteY79443" fmla="*/ 503479 h 2398711"/>
              <a:gd name="connsiteX79444" fmla="*/ 916585 w 2119654"/>
              <a:gd name="connsiteY79444" fmla="*/ 504353 h 2398711"/>
              <a:gd name="connsiteX79445" fmla="*/ 916648 w 2119654"/>
              <a:gd name="connsiteY79445" fmla="*/ 504229 h 2398711"/>
              <a:gd name="connsiteX79446" fmla="*/ 968597 w 2119654"/>
              <a:gd name="connsiteY79446" fmla="*/ 384943 h 2398711"/>
              <a:gd name="connsiteX79447" fmla="*/ 967747 w 2119654"/>
              <a:gd name="connsiteY79447" fmla="*/ 386961 h 2398711"/>
              <a:gd name="connsiteX79448" fmla="*/ 968937 w 2119654"/>
              <a:gd name="connsiteY79448" fmla="*/ 388909 h 2398711"/>
              <a:gd name="connsiteX79449" fmla="*/ 969057 w 2119654"/>
              <a:gd name="connsiteY79449" fmla="*/ 388745 h 2398711"/>
              <a:gd name="connsiteX79450" fmla="*/ 978172 w 2119654"/>
              <a:gd name="connsiteY79450" fmla="*/ 363178 h 2398711"/>
              <a:gd name="connsiteX79451" fmla="*/ 976432 w 2119654"/>
              <a:gd name="connsiteY79451" fmla="*/ 373717 h 2398711"/>
              <a:gd name="connsiteX79452" fmla="*/ 977125 w 2119654"/>
              <a:gd name="connsiteY79452" fmla="*/ 374540 h 2398711"/>
              <a:gd name="connsiteX79453" fmla="*/ 980634 w 2119654"/>
              <a:gd name="connsiteY79453" fmla="*/ 365248 h 2398711"/>
              <a:gd name="connsiteX79454" fmla="*/ 938936 w 2119654"/>
              <a:gd name="connsiteY79454" fmla="*/ 450802 h 2398711"/>
              <a:gd name="connsiteX79455" fmla="*/ 938758 w 2119654"/>
              <a:gd name="connsiteY79455" fmla="*/ 457428 h 2398711"/>
              <a:gd name="connsiteX79456" fmla="*/ 939436 w 2119654"/>
              <a:gd name="connsiteY79456" fmla="*/ 458089 h 2398711"/>
              <a:gd name="connsiteX79457" fmla="*/ 941528 w 2119654"/>
              <a:gd name="connsiteY79457" fmla="*/ 452508 h 2398711"/>
              <a:gd name="connsiteX79458" fmla="*/ 941491 w 2119654"/>
              <a:gd name="connsiteY79458" fmla="*/ 452331 h 2398711"/>
              <a:gd name="connsiteX79459" fmla="*/ 939534 w 2119654"/>
              <a:gd name="connsiteY79459" fmla="*/ 449840 h 2398711"/>
              <a:gd name="connsiteX79460" fmla="*/ 963838 w 2119654"/>
              <a:gd name="connsiteY79460" fmla="*/ 394999 h 2398711"/>
              <a:gd name="connsiteX79461" fmla="*/ 963935 w 2119654"/>
              <a:gd name="connsiteY79461" fmla="*/ 395252 h 2398711"/>
              <a:gd name="connsiteX79462" fmla="*/ 963969 w 2119654"/>
              <a:gd name="connsiteY79462" fmla="*/ 395172 h 2398711"/>
              <a:gd name="connsiteX79463" fmla="*/ 960435 w 2119654"/>
              <a:gd name="connsiteY79463" fmla="*/ 402515 h 2398711"/>
              <a:gd name="connsiteX79464" fmla="*/ 960195 w 2119654"/>
              <a:gd name="connsiteY79464" fmla="*/ 403477 h 2398711"/>
              <a:gd name="connsiteX79465" fmla="*/ 960406 w 2119654"/>
              <a:gd name="connsiteY79465" fmla="*/ 403633 h 2398711"/>
              <a:gd name="connsiteX79466" fmla="*/ 960741 w 2119654"/>
              <a:gd name="connsiteY79466" fmla="*/ 402838 h 2398711"/>
              <a:gd name="connsiteX79467" fmla="*/ 960445 w 2119654"/>
              <a:gd name="connsiteY79467" fmla="*/ 402500 h 2398711"/>
              <a:gd name="connsiteX79468" fmla="*/ 965134 w 2119654"/>
              <a:gd name="connsiteY79468" fmla="*/ 391794 h 2398711"/>
              <a:gd name="connsiteX79469" fmla="*/ 965234 w 2119654"/>
              <a:gd name="connsiteY79469" fmla="*/ 392167 h 2398711"/>
              <a:gd name="connsiteX79470" fmla="*/ 965301 w 2119654"/>
              <a:gd name="connsiteY79470" fmla="*/ 392009 h 2398711"/>
              <a:gd name="connsiteX79471" fmla="*/ 951273 w 2119654"/>
              <a:gd name="connsiteY79471" fmla="*/ 422737 h 2398711"/>
              <a:gd name="connsiteX79472" fmla="*/ 952269 w 2119654"/>
              <a:gd name="connsiteY79472" fmla="*/ 423855 h 2398711"/>
              <a:gd name="connsiteX79473" fmla="*/ 955335 w 2119654"/>
              <a:gd name="connsiteY79473" fmla="*/ 415675 h 2398711"/>
              <a:gd name="connsiteX79474" fmla="*/ 955408 w 2119654"/>
              <a:gd name="connsiteY79474" fmla="*/ 415501 h 2398711"/>
              <a:gd name="connsiteX79475" fmla="*/ 955391 w 2119654"/>
              <a:gd name="connsiteY79475" fmla="*/ 415525 h 2398711"/>
              <a:gd name="connsiteX79476" fmla="*/ 951005 w 2119654"/>
              <a:gd name="connsiteY79476" fmla="*/ 423206 h 2398711"/>
              <a:gd name="connsiteX79477" fmla="*/ 951987 w 2119654"/>
              <a:gd name="connsiteY79477" fmla="*/ 424604 h 2398711"/>
              <a:gd name="connsiteX79478" fmla="*/ 952066 w 2119654"/>
              <a:gd name="connsiteY79478" fmla="*/ 424394 h 2398711"/>
              <a:gd name="connsiteX79479" fmla="*/ 951017 w 2119654"/>
              <a:gd name="connsiteY79479" fmla="*/ 423184 h 2398711"/>
              <a:gd name="connsiteX79480" fmla="*/ 950566 w 2119654"/>
              <a:gd name="connsiteY79480" fmla="*/ 423975 h 2398711"/>
              <a:gd name="connsiteX79481" fmla="*/ 951206 w 2119654"/>
              <a:gd name="connsiteY79481" fmla="*/ 424434 h 2398711"/>
              <a:gd name="connsiteX79482" fmla="*/ 950715 w 2119654"/>
              <a:gd name="connsiteY79482" fmla="*/ 423714 h 2398711"/>
              <a:gd name="connsiteX79483" fmla="*/ 979414 w 2119654"/>
              <a:gd name="connsiteY79483" fmla="*/ 359258 h 2398711"/>
              <a:gd name="connsiteX79484" fmla="*/ 978435 w 2119654"/>
              <a:gd name="connsiteY79484" fmla="*/ 361583 h 2398711"/>
              <a:gd name="connsiteX79485" fmla="*/ 978249 w 2119654"/>
              <a:gd name="connsiteY79485" fmla="*/ 362706 h 2398711"/>
              <a:gd name="connsiteX79486" fmla="*/ 980804 w 2119654"/>
              <a:gd name="connsiteY79486" fmla="*/ 364796 h 2398711"/>
              <a:gd name="connsiteX79487" fmla="*/ 981166 w 2119654"/>
              <a:gd name="connsiteY79487" fmla="*/ 363837 h 2398711"/>
              <a:gd name="connsiteX79488" fmla="*/ 979699 w 2119654"/>
              <a:gd name="connsiteY79488" fmla="*/ 358581 h 2398711"/>
              <a:gd name="connsiteX79489" fmla="*/ 979553 w 2119654"/>
              <a:gd name="connsiteY79489" fmla="*/ 358927 h 2398711"/>
              <a:gd name="connsiteX79490" fmla="*/ 981299 w 2119654"/>
              <a:gd name="connsiteY79490" fmla="*/ 363488 h 2398711"/>
              <a:gd name="connsiteX79491" fmla="*/ 981331 w 2119654"/>
              <a:gd name="connsiteY79491" fmla="*/ 363400 h 2398711"/>
              <a:gd name="connsiteX79492" fmla="*/ 950061 w 2119654"/>
              <a:gd name="connsiteY79492" fmla="*/ 424859 h 2398711"/>
              <a:gd name="connsiteX79493" fmla="*/ 951382 w 2119654"/>
              <a:gd name="connsiteY79493" fmla="*/ 426220 h 2398711"/>
              <a:gd name="connsiteX79494" fmla="*/ 951666 w 2119654"/>
              <a:gd name="connsiteY79494" fmla="*/ 425463 h 2398711"/>
              <a:gd name="connsiteX79495" fmla="*/ 950804 w 2119654"/>
              <a:gd name="connsiteY79495" fmla="*/ 424626 h 2398711"/>
              <a:gd name="connsiteX79496" fmla="*/ 950371 w 2119654"/>
              <a:gd name="connsiteY79496" fmla="*/ 424316 h 2398711"/>
              <a:gd name="connsiteX79497" fmla="*/ 949636 w 2119654"/>
              <a:gd name="connsiteY79497" fmla="*/ 425603 h 2398711"/>
              <a:gd name="connsiteX79498" fmla="*/ 950781 w 2119654"/>
              <a:gd name="connsiteY79498" fmla="*/ 427823 h 2398711"/>
              <a:gd name="connsiteX79499" fmla="*/ 951275 w 2119654"/>
              <a:gd name="connsiteY79499" fmla="*/ 426507 h 2398711"/>
              <a:gd name="connsiteX79500" fmla="*/ 949918 w 2119654"/>
              <a:gd name="connsiteY79500" fmla="*/ 425109 h 2398711"/>
              <a:gd name="connsiteX79501" fmla="*/ 912822 w 2119654"/>
              <a:gd name="connsiteY79501" fmla="*/ 507925 h 2398711"/>
              <a:gd name="connsiteX79502" fmla="*/ 911244 w 2119654"/>
              <a:gd name="connsiteY79502" fmla="*/ 511986 h 2398711"/>
              <a:gd name="connsiteX79503" fmla="*/ 911870 w 2119654"/>
              <a:gd name="connsiteY79503" fmla="*/ 513732 h 2398711"/>
              <a:gd name="connsiteX79504" fmla="*/ 914077 w 2119654"/>
              <a:gd name="connsiteY79504" fmla="*/ 509342 h 2398711"/>
              <a:gd name="connsiteX79505" fmla="*/ 913477 w 2119654"/>
              <a:gd name="connsiteY79505" fmla="*/ 508606 h 2398711"/>
              <a:gd name="connsiteX79506" fmla="*/ 913208 w 2119654"/>
              <a:gd name="connsiteY79506" fmla="*/ 506933 h 2398711"/>
              <a:gd name="connsiteX79507" fmla="*/ 913100 w 2119654"/>
              <a:gd name="connsiteY79507" fmla="*/ 507211 h 2398711"/>
              <a:gd name="connsiteX79508" fmla="*/ 914380 w 2119654"/>
              <a:gd name="connsiteY79508" fmla="*/ 508740 h 2398711"/>
              <a:gd name="connsiteX79509" fmla="*/ 914674 w 2119654"/>
              <a:gd name="connsiteY79509" fmla="*/ 508155 h 2398711"/>
              <a:gd name="connsiteX79510" fmla="*/ 938980 w 2119654"/>
              <a:gd name="connsiteY79510" fmla="*/ 449135 h 2398711"/>
              <a:gd name="connsiteX79511" fmla="*/ 938951 w 2119654"/>
              <a:gd name="connsiteY79511" fmla="*/ 450216 h 2398711"/>
              <a:gd name="connsiteX79512" fmla="*/ 939339 w 2119654"/>
              <a:gd name="connsiteY79512" fmla="*/ 449592 h 2398711"/>
              <a:gd name="connsiteX79513" fmla="*/ 356996 w 2119654"/>
              <a:gd name="connsiteY79513" fmla="*/ 1752259 h 2398711"/>
              <a:gd name="connsiteX79514" fmla="*/ 357269 w 2119654"/>
              <a:gd name="connsiteY79514" fmla="*/ 1754422 h 2398711"/>
              <a:gd name="connsiteX79515" fmla="*/ 357480 w 2119654"/>
              <a:gd name="connsiteY79515" fmla="*/ 1754567 h 2398711"/>
              <a:gd name="connsiteX79516" fmla="*/ 360022 w 2119654"/>
              <a:gd name="connsiteY79516" fmla="*/ 1755483 h 2398711"/>
              <a:gd name="connsiteX79517" fmla="*/ 913695 w 2119654"/>
              <a:gd name="connsiteY79517" fmla="*/ 505679 h 2398711"/>
              <a:gd name="connsiteX79518" fmla="*/ 913443 w 2119654"/>
              <a:gd name="connsiteY79518" fmla="*/ 506326 h 2398711"/>
              <a:gd name="connsiteX79519" fmla="*/ 914958 w 2119654"/>
              <a:gd name="connsiteY79519" fmla="*/ 507590 h 2398711"/>
              <a:gd name="connsiteX79520" fmla="*/ 915288 w 2119654"/>
              <a:gd name="connsiteY79520" fmla="*/ 506934 h 2398711"/>
              <a:gd name="connsiteX79521" fmla="*/ 918479 w 2119654"/>
              <a:gd name="connsiteY79521" fmla="*/ 494953 h 2398711"/>
              <a:gd name="connsiteX79522" fmla="*/ 919128 w 2119654"/>
              <a:gd name="connsiteY79522" fmla="*/ 496725 h 2398711"/>
              <a:gd name="connsiteX79523" fmla="*/ 919960 w 2119654"/>
              <a:gd name="connsiteY79523" fmla="*/ 497590 h 2398711"/>
              <a:gd name="connsiteX79524" fmla="*/ 920283 w 2119654"/>
              <a:gd name="connsiteY79524" fmla="*/ 495704 h 2398711"/>
              <a:gd name="connsiteX79525" fmla="*/ 919788 w 2119654"/>
              <a:gd name="connsiteY79525" fmla="*/ 494556 h 2398711"/>
              <a:gd name="connsiteX79526" fmla="*/ 919202 w 2119654"/>
              <a:gd name="connsiteY79526" fmla="*/ 493953 h 2398711"/>
              <a:gd name="connsiteX79527" fmla="*/ 914415 w 2119654"/>
              <a:gd name="connsiteY79527" fmla="*/ 503826 h 2398711"/>
              <a:gd name="connsiteX79528" fmla="*/ 914113 w 2119654"/>
              <a:gd name="connsiteY79528" fmla="*/ 504603 h 2398711"/>
              <a:gd name="connsiteX79529" fmla="*/ 915833 w 2119654"/>
              <a:gd name="connsiteY79529" fmla="*/ 505849 h 2398711"/>
              <a:gd name="connsiteX79530" fmla="*/ 916011 w 2119654"/>
              <a:gd name="connsiteY79530" fmla="*/ 505494 h 2398711"/>
              <a:gd name="connsiteX79531" fmla="*/ 948281 w 2119654"/>
              <a:gd name="connsiteY79531" fmla="*/ 427976 h 2398711"/>
              <a:gd name="connsiteX79532" fmla="*/ 948322 w 2119654"/>
              <a:gd name="connsiteY79532" fmla="*/ 428014 h 2398711"/>
              <a:gd name="connsiteX79533" fmla="*/ 948297 w 2119654"/>
              <a:gd name="connsiteY79533" fmla="*/ 427948 h 2398711"/>
              <a:gd name="connsiteX79534" fmla="*/ 917870 w 2119654"/>
              <a:gd name="connsiteY79534" fmla="*/ 495843 h 2398711"/>
              <a:gd name="connsiteX79535" fmla="*/ 918561 w 2119654"/>
              <a:gd name="connsiteY79535" fmla="*/ 497179 h 2398711"/>
              <a:gd name="connsiteX79536" fmla="*/ 918233 w 2119654"/>
              <a:gd name="connsiteY79536" fmla="*/ 496221 h 2398711"/>
              <a:gd name="connsiteX79537" fmla="*/ 915230 w 2119654"/>
              <a:gd name="connsiteY79537" fmla="*/ 501730 h 2398711"/>
              <a:gd name="connsiteX79538" fmla="*/ 915127 w 2119654"/>
              <a:gd name="connsiteY79538" fmla="*/ 501997 h 2398711"/>
              <a:gd name="connsiteX79539" fmla="*/ 916220 w 2119654"/>
              <a:gd name="connsiteY79539" fmla="*/ 502803 h 2398711"/>
              <a:gd name="connsiteX79540" fmla="*/ 915949 w 2119654"/>
              <a:gd name="connsiteY79540" fmla="*/ 502017 h 2398711"/>
              <a:gd name="connsiteX79541" fmla="*/ 957738 w 2119654"/>
              <a:gd name="connsiteY79541" fmla="*/ 406509 h 2398711"/>
              <a:gd name="connsiteX79542" fmla="*/ 958574 w 2119654"/>
              <a:gd name="connsiteY79542" fmla="*/ 407210 h 2398711"/>
              <a:gd name="connsiteX79543" fmla="*/ 959379 w 2119654"/>
              <a:gd name="connsiteY79543" fmla="*/ 404359 h 2398711"/>
              <a:gd name="connsiteX79544" fmla="*/ 959262 w 2119654"/>
              <a:gd name="connsiteY79544" fmla="*/ 404253 h 2398711"/>
              <a:gd name="connsiteX79545" fmla="*/ 328073 w 2119654"/>
              <a:gd name="connsiteY79545" fmla="*/ 1816389 h 2398711"/>
              <a:gd name="connsiteX79546" fmla="*/ 344108 w 2119654"/>
              <a:gd name="connsiteY79546" fmla="*/ 1825926 h 2398711"/>
              <a:gd name="connsiteX79547" fmla="*/ 364154 w 2119654"/>
              <a:gd name="connsiteY79547" fmla="*/ 1825391 h 2398711"/>
              <a:gd name="connsiteX79548" fmla="*/ 366131 w 2119654"/>
              <a:gd name="connsiteY79548" fmla="*/ 1825121 h 2398711"/>
              <a:gd name="connsiteX79549" fmla="*/ 365004 w 2119654"/>
              <a:gd name="connsiteY79549" fmla="*/ 1817080 h 2398711"/>
              <a:gd name="connsiteX79550" fmla="*/ 361664 w 2119654"/>
              <a:gd name="connsiteY79550" fmla="*/ 1815553 h 2398711"/>
              <a:gd name="connsiteX79551" fmla="*/ 344682 w 2119654"/>
              <a:gd name="connsiteY79551" fmla="*/ 1815399 h 2398711"/>
              <a:gd name="connsiteX79552" fmla="*/ 915526 w 2119654"/>
              <a:gd name="connsiteY79552" fmla="*/ 500969 h 2398711"/>
              <a:gd name="connsiteX79553" fmla="*/ 915422 w 2119654"/>
              <a:gd name="connsiteY79553" fmla="*/ 501237 h 2398711"/>
              <a:gd name="connsiteX79554" fmla="*/ 915719 w 2119654"/>
              <a:gd name="connsiteY79554" fmla="*/ 501350 h 2398711"/>
              <a:gd name="connsiteX79555" fmla="*/ 915711 w 2119654"/>
              <a:gd name="connsiteY79555" fmla="*/ 501327 h 2398711"/>
              <a:gd name="connsiteX79556" fmla="*/ 979099 w 2119654"/>
              <a:gd name="connsiteY79556" fmla="*/ 358438 h 2398711"/>
              <a:gd name="connsiteX79557" fmla="*/ 978764 w 2119654"/>
              <a:gd name="connsiteY79557" fmla="*/ 359588 h 2398711"/>
              <a:gd name="connsiteX79558" fmla="*/ 978557 w 2119654"/>
              <a:gd name="connsiteY79558" fmla="*/ 360839 h 2398711"/>
              <a:gd name="connsiteX79559" fmla="*/ 979336 w 2119654"/>
              <a:gd name="connsiteY79559" fmla="*/ 359057 h 2398711"/>
              <a:gd name="connsiteX79560" fmla="*/ 376801 w 2119654"/>
              <a:gd name="connsiteY79560" fmla="*/ 1707075 h 2398711"/>
              <a:gd name="connsiteX79561" fmla="*/ 376811 w 2119654"/>
              <a:gd name="connsiteY79561" fmla="*/ 1707173 h 2398711"/>
              <a:gd name="connsiteX79562" fmla="*/ 385993 w 2119654"/>
              <a:gd name="connsiteY79562" fmla="*/ 1712584 h 2398711"/>
              <a:gd name="connsiteX79563" fmla="*/ 393578 w 2119654"/>
              <a:gd name="connsiteY79563" fmla="*/ 1713431 h 2398711"/>
              <a:gd name="connsiteX79564" fmla="*/ 394423 w 2119654"/>
              <a:gd name="connsiteY79564" fmla="*/ 1710229 h 2398711"/>
              <a:gd name="connsiteX79565" fmla="*/ 391081 w 2119654"/>
              <a:gd name="connsiteY79565" fmla="*/ 1707055 h 2398711"/>
              <a:gd name="connsiteX79566" fmla="*/ 384977 w 2119654"/>
              <a:gd name="connsiteY79566" fmla="*/ 1705963 h 2398711"/>
              <a:gd name="connsiteX79567" fmla="*/ 979354 w 2119654"/>
              <a:gd name="connsiteY79567" fmla="*/ 357563 h 2398711"/>
              <a:gd name="connsiteX79568" fmla="*/ 979214 w 2119654"/>
              <a:gd name="connsiteY79568" fmla="*/ 358043 h 2398711"/>
              <a:gd name="connsiteX79569" fmla="*/ 979478 w 2119654"/>
              <a:gd name="connsiteY79569" fmla="*/ 358733 h 2398711"/>
              <a:gd name="connsiteX79570" fmla="*/ 979632 w 2119654"/>
              <a:gd name="connsiteY79570" fmla="*/ 358381 h 2398711"/>
              <a:gd name="connsiteX79571" fmla="*/ 946283 w 2119654"/>
              <a:gd name="connsiteY79571" fmla="*/ 431475 h 2398711"/>
              <a:gd name="connsiteX79572" fmla="*/ 948643 w 2119654"/>
              <a:gd name="connsiteY79572" fmla="*/ 433528 h 2398711"/>
              <a:gd name="connsiteX79573" fmla="*/ 948850 w 2119654"/>
              <a:gd name="connsiteY79573" fmla="*/ 432976 h 2398711"/>
              <a:gd name="connsiteX79574" fmla="*/ 946746 w 2119654"/>
              <a:gd name="connsiteY79574" fmla="*/ 430663 h 2398711"/>
              <a:gd name="connsiteX79575" fmla="*/ 946161 w 2119654"/>
              <a:gd name="connsiteY79575" fmla="*/ 431737 h 2398711"/>
              <a:gd name="connsiteX79576" fmla="*/ 948125 w 2119654"/>
              <a:gd name="connsiteY79576" fmla="*/ 434908 h 2398711"/>
              <a:gd name="connsiteX79577" fmla="*/ 948538 w 2119654"/>
              <a:gd name="connsiteY79577" fmla="*/ 433806 h 2398711"/>
              <a:gd name="connsiteX79578" fmla="*/ 962193 w 2119654"/>
              <a:gd name="connsiteY79578" fmla="*/ 395451 h 2398711"/>
              <a:gd name="connsiteX79579" fmla="*/ 961203 w 2119654"/>
              <a:gd name="connsiteY79579" fmla="*/ 399431 h 2398711"/>
              <a:gd name="connsiteX79580" fmla="*/ 963374 w 2119654"/>
              <a:gd name="connsiteY79580" fmla="*/ 396478 h 2398711"/>
              <a:gd name="connsiteX79581" fmla="*/ 939044 w 2119654"/>
              <a:gd name="connsiteY79581" fmla="*/ 446723 h 2398711"/>
              <a:gd name="connsiteX79582" fmla="*/ 939020 w 2119654"/>
              <a:gd name="connsiteY79582" fmla="*/ 447666 h 2398711"/>
              <a:gd name="connsiteX79583" fmla="*/ 939929 w 2119654"/>
              <a:gd name="connsiteY79583" fmla="*/ 448643 h 2398711"/>
              <a:gd name="connsiteX79584" fmla="*/ 940344 w 2119654"/>
              <a:gd name="connsiteY79584" fmla="*/ 447976 h 2398711"/>
              <a:gd name="connsiteX79585" fmla="*/ 962611 w 2119654"/>
              <a:gd name="connsiteY79585" fmla="*/ 393775 h 2398711"/>
              <a:gd name="connsiteX79586" fmla="*/ 962294 w 2119654"/>
              <a:gd name="connsiteY79586" fmla="*/ 395048 h 2398711"/>
              <a:gd name="connsiteX79587" fmla="*/ 963447 w 2119654"/>
              <a:gd name="connsiteY79587" fmla="*/ 396050 h 2398711"/>
              <a:gd name="connsiteX79588" fmla="*/ 1012687 w 2119654"/>
              <a:gd name="connsiteY79588" fmla="*/ 281524 h 2398711"/>
              <a:gd name="connsiteX79589" fmla="*/ 1015113 w 2119654"/>
              <a:gd name="connsiteY79589" fmla="*/ 290420 h 2398711"/>
              <a:gd name="connsiteX79590" fmla="*/ 1016534 w 2119654"/>
              <a:gd name="connsiteY79590" fmla="*/ 287649 h 2398711"/>
              <a:gd name="connsiteX79591" fmla="*/ 1012761 w 2119654"/>
              <a:gd name="connsiteY79591" fmla="*/ 281633 h 2398711"/>
              <a:gd name="connsiteX79592" fmla="*/ 336795 w 2119654"/>
              <a:gd name="connsiteY79592" fmla="*/ 1794704 h 2398711"/>
              <a:gd name="connsiteX79593" fmla="*/ 341422 w 2119654"/>
              <a:gd name="connsiteY79593" fmla="*/ 1796919 h 2398711"/>
              <a:gd name="connsiteX79594" fmla="*/ 343401 w 2119654"/>
              <a:gd name="connsiteY79594" fmla="*/ 1796930 h 2398711"/>
              <a:gd name="connsiteX79595" fmla="*/ 339619 w 2119654"/>
              <a:gd name="connsiteY79595" fmla="*/ 1795239 h 2398711"/>
              <a:gd name="connsiteX79596" fmla="*/ 914472 w 2119654"/>
              <a:gd name="connsiteY79596" fmla="*/ 500871 h 2398711"/>
              <a:gd name="connsiteX79597" fmla="*/ 914999 w 2119654"/>
              <a:gd name="connsiteY79597" fmla="*/ 501074 h 2398711"/>
              <a:gd name="connsiteX79598" fmla="*/ 915254 w 2119654"/>
              <a:gd name="connsiteY79598" fmla="*/ 500443 h 2398711"/>
              <a:gd name="connsiteX79599" fmla="*/ 915032 w 2119654"/>
              <a:gd name="connsiteY79599" fmla="*/ 500013 h 2398711"/>
              <a:gd name="connsiteX79600" fmla="*/ 914217 w 2119654"/>
              <a:gd name="connsiteY79600" fmla="*/ 501326 h 2398711"/>
              <a:gd name="connsiteX79601" fmla="*/ 914741 w 2119654"/>
              <a:gd name="connsiteY79601" fmla="*/ 501712 h 2398711"/>
              <a:gd name="connsiteX79602" fmla="*/ 914803 w 2119654"/>
              <a:gd name="connsiteY79602" fmla="*/ 501560 h 2398711"/>
              <a:gd name="connsiteX79603" fmla="*/ 912076 w 2119654"/>
              <a:gd name="connsiteY79603" fmla="*/ 505989 h 2398711"/>
              <a:gd name="connsiteX79604" fmla="*/ 912708 w 2119654"/>
              <a:gd name="connsiteY79604" fmla="*/ 506742 h 2398711"/>
              <a:gd name="connsiteX79605" fmla="*/ 912776 w 2119654"/>
              <a:gd name="connsiteY79605" fmla="*/ 506573 h 2398711"/>
              <a:gd name="connsiteX79606" fmla="*/ 365643 w 2119654"/>
              <a:gd name="connsiteY79606" fmla="*/ 1729386 h 2398711"/>
              <a:gd name="connsiteX79607" fmla="*/ 372231 w 2119654"/>
              <a:gd name="connsiteY79607" fmla="*/ 1731498 h 2398711"/>
              <a:gd name="connsiteX79608" fmla="*/ 369129 w 2119654"/>
              <a:gd name="connsiteY79608" fmla="*/ 1729434 h 2398711"/>
              <a:gd name="connsiteX79609" fmla="*/ 941308 w 2119654"/>
              <a:gd name="connsiteY79609" fmla="*/ 440186 h 2398711"/>
              <a:gd name="connsiteX79610" fmla="*/ 942318 w 2119654"/>
              <a:gd name="connsiteY79610" fmla="*/ 443184 h 2398711"/>
              <a:gd name="connsiteX79611" fmla="*/ 943125 w 2119654"/>
              <a:gd name="connsiteY79611" fmla="*/ 443505 h 2398711"/>
              <a:gd name="connsiteX79612" fmla="*/ 943244 w 2119654"/>
              <a:gd name="connsiteY79612" fmla="*/ 443314 h 2398711"/>
              <a:gd name="connsiteX79613" fmla="*/ 941947 w 2119654"/>
              <a:gd name="connsiteY79613" fmla="*/ 439067 h 2398711"/>
              <a:gd name="connsiteX79614" fmla="*/ 911523 w 2119654"/>
              <a:gd name="connsiteY79614" fmla="*/ 506575 h 2398711"/>
              <a:gd name="connsiteX79615" fmla="*/ 910818 w 2119654"/>
              <a:gd name="connsiteY79615" fmla="*/ 510797 h 2398711"/>
              <a:gd name="connsiteX79616" fmla="*/ 910935 w 2119654"/>
              <a:gd name="connsiteY79616" fmla="*/ 511127 h 2398711"/>
              <a:gd name="connsiteX79617" fmla="*/ 912405 w 2119654"/>
              <a:gd name="connsiteY79617" fmla="*/ 507492 h 2398711"/>
              <a:gd name="connsiteX79618" fmla="*/ 963596 w 2119654"/>
              <a:gd name="connsiteY79618" fmla="*/ 389814 h 2398711"/>
              <a:gd name="connsiteX79619" fmla="*/ 962909 w 2119654"/>
              <a:gd name="connsiteY79619" fmla="*/ 392574 h 2398711"/>
              <a:gd name="connsiteX79620" fmla="*/ 963083 w 2119654"/>
              <a:gd name="connsiteY79620" fmla="*/ 393028 h 2398711"/>
              <a:gd name="connsiteX79621" fmla="*/ 964263 w 2119654"/>
              <a:gd name="connsiteY79621" fmla="*/ 394474 h 2398711"/>
              <a:gd name="connsiteX79622" fmla="*/ 965126 w 2119654"/>
              <a:gd name="connsiteY79622" fmla="*/ 392426 h 2398711"/>
              <a:gd name="connsiteX79623" fmla="*/ 964916 w 2119654"/>
              <a:gd name="connsiteY79623" fmla="*/ 391608 h 2398711"/>
              <a:gd name="connsiteX79624" fmla="*/ 964877 w 2119654"/>
              <a:gd name="connsiteY79624" fmla="*/ 391464 h 2398711"/>
              <a:gd name="connsiteX79625" fmla="*/ 911574 w 2119654"/>
              <a:gd name="connsiteY79625" fmla="*/ 506270 h 2398711"/>
              <a:gd name="connsiteX79626" fmla="*/ 911568 w 2119654"/>
              <a:gd name="connsiteY79626" fmla="*/ 506302 h 2398711"/>
              <a:gd name="connsiteX79627" fmla="*/ 911778 w 2119654"/>
              <a:gd name="connsiteY79627" fmla="*/ 506520 h 2398711"/>
              <a:gd name="connsiteX79628" fmla="*/ 912701 w 2119654"/>
              <a:gd name="connsiteY79628" fmla="*/ 503581 h 2398711"/>
              <a:gd name="connsiteX79629" fmla="*/ 913695 w 2119654"/>
              <a:gd name="connsiteY79629" fmla="*/ 504301 h 2398711"/>
              <a:gd name="connsiteX79630" fmla="*/ 914043 w 2119654"/>
              <a:gd name="connsiteY79630" fmla="*/ 503438 h 2398711"/>
              <a:gd name="connsiteX79631" fmla="*/ 913301 w 2119654"/>
              <a:gd name="connsiteY79631" fmla="*/ 502663 h 2398711"/>
              <a:gd name="connsiteX79632" fmla="*/ 939117 w 2119654"/>
              <a:gd name="connsiteY79632" fmla="*/ 444023 h 2398711"/>
              <a:gd name="connsiteX79633" fmla="*/ 939076 w 2119654"/>
              <a:gd name="connsiteY79633" fmla="*/ 445569 h 2398711"/>
              <a:gd name="connsiteX79634" fmla="*/ 940341 w 2119654"/>
              <a:gd name="connsiteY79634" fmla="*/ 446790 h 2398711"/>
              <a:gd name="connsiteX79635" fmla="*/ 939594 w 2119654"/>
              <a:gd name="connsiteY79635" fmla="*/ 443189 h 2398711"/>
              <a:gd name="connsiteX79636" fmla="*/ 378590 w 2119654"/>
              <a:gd name="connsiteY79636" fmla="*/ 1699082 h 2398711"/>
              <a:gd name="connsiteX79637" fmla="*/ 383099 w 2119654"/>
              <a:gd name="connsiteY79637" fmla="*/ 1699123 h 2398711"/>
              <a:gd name="connsiteX79638" fmla="*/ 383275 w 2119654"/>
              <a:gd name="connsiteY79638" fmla="*/ 1699112 h 2398711"/>
              <a:gd name="connsiteX79639" fmla="*/ 381118 w 2119654"/>
              <a:gd name="connsiteY79639" fmla="*/ 1696861 h 2398711"/>
              <a:gd name="connsiteX79640" fmla="*/ 380085 w 2119654"/>
              <a:gd name="connsiteY79640" fmla="*/ 1696411 h 2398711"/>
              <a:gd name="connsiteX79641" fmla="*/ 963998 w 2119654"/>
              <a:gd name="connsiteY79641" fmla="*/ 388204 h 2398711"/>
              <a:gd name="connsiteX79642" fmla="*/ 963872 w 2119654"/>
              <a:gd name="connsiteY79642" fmla="*/ 388709 h 2398711"/>
              <a:gd name="connsiteX79643" fmla="*/ 964257 w 2119654"/>
              <a:gd name="connsiteY79643" fmla="*/ 389165 h 2398711"/>
              <a:gd name="connsiteX79644" fmla="*/ 911802 w 2119654"/>
              <a:gd name="connsiteY79644" fmla="*/ 504957 h 2398711"/>
              <a:gd name="connsiteX79645" fmla="*/ 913020 w 2119654"/>
              <a:gd name="connsiteY79645" fmla="*/ 505972 h 2398711"/>
              <a:gd name="connsiteX79646" fmla="*/ 913272 w 2119654"/>
              <a:gd name="connsiteY79646" fmla="*/ 505346 h 2398711"/>
              <a:gd name="connsiteX79647" fmla="*/ 912133 w 2119654"/>
              <a:gd name="connsiteY79647" fmla="*/ 504450 h 2398711"/>
              <a:gd name="connsiteX79648" fmla="*/ 964312 w 2119654"/>
              <a:gd name="connsiteY79648" fmla="*/ 386938 h 2398711"/>
              <a:gd name="connsiteX79649" fmla="*/ 964078 w 2119654"/>
              <a:gd name="connsiteY79649" fmla="*/ 387882 h 2398711"/>
              <a:gd name="connsiteX79650" fmla="*/ 964503 w 2119654"/>
              <a:gd name="connsiteY79650" fmla="*/ 389458 h 2398711"/>
              <a:gd name="connsiteX79651" fmla="*/ 965752 w 2119654"/>
              <a:gd name="connsiteY79651" fmla="*/ 390939 h 2398711"/>
              <a:gd name="connsiteX79652" fmla="*/ 965809 w 2119654"/>
              <a:gd name="connsiteY79652" fmla="*/ 390803 h 2398711"/>
              <a:gd name="connsiteX79653" fmla="*/ 377235 w 2119654"/>
              <a:gd name="connsiteY79653" fmla="*/ 1701503 h 2398711"/>
              <a:gd name="connsiteX79654" fmla="*/ 381701 w 2119654"/>
              <a:gd name="connsiteY79654" fmla="*/ 1702301 h 2398711"/>
              <a:gd name="connsiteX79655" fmla="*/ 382010 w 2119654"/>
              <a:gd name="connsiteY79655" fmla="*/ 1702259 h 2398711"/>
              <a:gd name="connsiteX79656" fmla="*/ 380947 w 2119654"/>
              <a:gd name="connsiteY79656" fmla="*/ 1701981 h 2398711"/>
              <a:gd name="connsiteX79657" fmla="*/ 380740 w 2119654"/>
              <a:gd name="connsiteY79657" fmla="*/ 1701648 h 2398711"/>
              <a:gd name="connsiteX79658" fmla="*/ 382711 w 2119654"/>
              <a:gd name="connsiteY79658" fmla="*/ 1702164 h 2398711"/>
              <a:gd name="connsiteX79659" fmla="*/ 385799 w 2119654"/>
              <a:gd name="connsiteY79659" fmla="*/ 1701744 h 2398711"/>
              <a:gd name="connsiteX79660" fmla="*/ 384556 w 2119654"/>
              <a:gd name="connsiteY79660" fmla="*/ 1700448 h 2398711"/>
              <a:gd name="connsiteX79661" fmla="*/ 377859 w 2119654"/>
              <a:gd name="connsiteY79661" fmla="*/ 1700388 h 2398711"/>
              <a:gd name="connsiteX79662" fmla="*/ 958396 w 2119654"/>
              <a:gd name="connsiteY79662" fmla="*/ 400157 h 2398711"/>
              <a:gd name="connsiteX79663" fmla="*/ 959278 w 2119654"/>
              <a:gd name="connsiteY79663" fmla="*/ 402184 h 2398711"/>
              <a:gd name="connsiteX79664" fmla="*/ 959666 w 2119654"/>
              <a:gd name="connsiteY79664" fmla="*/ 401609 h 2398711"/>
              <a:gd name="connsiteX79665" fmla="*/ 948149 w 2119654"/>
              <a:gd name="connsiteY79665" fmla="*/ 422725 h 2398711"/>
              <a:gd name="connsiteX79666" fmla="*/ 948329 w 2119654"/>
              <a:gd name="connsiteY79666" fmla="*/ 423072 h 2398711"/>
              <a:gd name="connsiteX79667" fmla="*/ 948830 w 2119654"/>
              <a:gd name="connsiteY79667" fmla="*/ 423589 h 2398711"/>
              <a:gd name="connsiteX79668" fmla="*/ 949001 w 2119654"/>
              <a:gd name="connsiteY79668" fmla="*/ 423334 h 2398711"/>
              <a:gd name="connsiteX79669" fmla="*/ 965205 w 2119654"/>
              <a:gd name="connsiteY79669" fmla="*/ 383722 h 2398711"/>
              <a:gd name="connsiteX79670" fmla="*/ 964690 w 2119654"/>
              <a:gd name="connsiteY79670" fmla="*/ 385550 h 2398711"/>
              <a:gd name="connsiteX79671" fmla="*/ 966286 w 2119654"/>
              <a:gd name="connsiteY79671" fmla="*/ 389669 h 2398711"/>
              <a:gd name="connsiteX79672" fmla="*/ 967327 w 2119654"/>
              <a:gd name="connsiteY79672" fmla="*/ 387197 h 2398711"/>
              <a:gd name="connsiteX79673" fmla="*/ 359643 w 2119654"/>
              <a:gd name="connsiteY79673" fmla="*/ 1739406 h 2398711"/>
              <a:gd name="connsiteX79674" fmla="*/ 361001 w 2119654"/>
              <a:gd name="connsiteY79674" fmla="*/ 1740854 h 2398711"/>
              <a:gd name="connsiteX79675" fmla="*/ 365096 w 2119654"/>
              <a:gd name="connsiteY79675" fmla="*/ 1742556 h 2398711"/>
              <a:gd name="connsiteX79676" fmla="*/ 370812 w 2119654"/>
              <a:gd name="connsiteY79676" fmla="*/ 1744136 h 2398711"/>
              <a:gd name="connsiteX79677" fmla="*/ 372088 w 2119654"/>
              <a:gd name="connsiteY79677" fmla="*/ 1744313 h 2398711"/>
              <a:gd name="connsiteX79678" fmla="*/ 361413 w 2119654"/>
              <a:gd name="connsiteY79678" fmla="*/ 1739625 h 2398711"/>
              <a:gd name="connsiteX79679" fmla="*/ 350420 w 2119654"/>
              <a:gd name="connsiteY79679" fmla="*/ 1759943 h 2398711"/>
              <a:gd name="connsiteX79680" fmla="*/ 352090 w 2119654"/>
              <a:gd name="connsiteY79680" fmla="*/ 1760712 h 2398711"/>
              <a:gd name="connsiteX79681" fmla="*/ 357997 w 2119654"/>
              <a:gd name="connsiteY79681" fmla="*/ 1763336 h 2398711"/>
              <a:gd name="connsiteX79682" fmla="*/ 357740 w 2119654"/>
              <a:gd name="connsiteY79682" fmla="*/ 1761302 h 2398711"/>
              <a:gd name="connsiteX79683" fmla="*/ 356681 w 2119654"/>
              <a:gd name="connsiteY79683" fmla="*/ 1760864 h 2398711"/>
              <a:gd name="connsiteX79684" fmla="*/ 356442 w 2119654"/>
              <a:gd name="connsiteY79684" fmla="*/ 1760438 h 2398711"/>
              <a:gd name="connsiteX79685" fmla="*/ 357696 w 2119654"/>
              <a:gd name="connsiteY79685" fmla="*/ 1760958 h 2398711"/>
              <a:gd name="connsiteX79686" fmla="*/ 357591 w 2119654"/>
              <a:gd name="connsiteY79686" fmla="*/ 1760132 h 2398711"/>
              <a:gd name="connsiteX79687" fmla="*/ 340979 w 2119654"/>
              <a:gd name="connsiteY79687" fmla="*/ 1780925 h 2398711"/>
              <a:gd name="connsiteX79688" fmla="*/ 347906 w 2119654"/>
              <a:gd name="connsiteY79688" fmla="*/ 1786492 h 2398711"/>
              <a:gd name="connsiteX79689" fmla="*/ 351211 w 2119654"/>
              <a:gd name="connsiteY79689" fmla="*/ 1787022 h 2398711"/>
              <a:gd name="connsiteX79690" fmla="*/ 325760 w 2119654"/>
              <a:gd name="connsiteY79690" fmla="*/ 1814870 h 2398711"/>
              <a:gd name="connsiteX79691" fmla="*/ 326574 w 2119654"/>
              <a:gd name="connsiteY79691" fmla="*/ 1815497 h 2398711"/>
              <a:gd name="connsiteX79692" fmla="*/ 327475 w 2119654"/>
              <a:gd name="connsiteY79692" fmla="*/ 1816034 h 2398711"/>
              <a:gd name="connsiteX79693" fmla="*/ 338984 w 2119654"/>
              <a:gd name="connsiteY79693" fmla="*/ 1815349 h 2398711"/>
              <a:gd name="connsiteX79694" fmla="*/ 334616 w 2119654"/>
              <a:gd name="connsiteY79694" fmla="*/ 1815309 h 2398711"/>
              <a:gd name="connsiteX79695" fmla="*/ 948717 w 2119654"/>
              <a:gd name="connsiteY79695" fmla="*/ 419866 h 2398711"/>
              <a:gd name="connsiteX79696" fmla="*/ 950208 w 2119654"/>
              <a:gd name="connsiteY79696" fmla="*/ 421540 h 2398711"/>
              <a:gd name="connsiteX79697" fmla="*/ 957317 w 2119654"/>
              <a:gd name="connsiteY79697" fmla="*/ 410967 h 2398711"/>
              <a:gd name="connsiteX79698" fmla="*/ 957908 w 2119654"/>
              <a:gd name="connsiteY79698" fmla="*/ 409564 h 2398711"/>
              <a:gd name="connsiteX79699" fmla="*/ 958437 w 2119654"/>
              <a:gd name="connsiteY79699" fmla="*/ 407691 h 2398711"/>
              <a:gd name="connsiteX79700" fmla="*/ 957481 w 2119654"/>
              <a:gd name="connsiteY79700" fmla="*/ 406889 h 2398711"/>
              <a:gd name="connsiteX79701" fmla="*/ 965936 w 2119654"/>
              <a:gd name="connsiteY79701" fmla="*/ 381134 h 2398711"/>
              <a:gd name="connsiteX79702" fmla="*/ 965384 w 2119654"/>
              <a:gd name="connsiteY79702" fmla="*/ 383089 h 2398711"/>
              <a:gd name="connsiteX79703" fmla="*/ 967558 w 2119654"/>
              <a:gd name="connsiteY79703" fmla="*/ 386649 h 2398711"/>
              <a:gd name="connsiteX79704" fmla="*/ 968526 w 2119654"/>
              <a:gd name="connsiteY79704" fmla="*/ 384352 h 2398711"/>
              <a:gd name="connsiteX79705" fmla="*/ 968500 w 2119654"/>
              <a:gd name="connsiteY79705" fmla="*/ 384141 h 2398711"/>
              <a:gd name="connsiteX79706" fmla="*/ 947745 w 2119654"/>
              <a:gd name="connsiteY79706" fmla="*/ 421306 h 2398711"/>
              <a:gd name="connsiteX79707" fmla="*/ 949330 w 2119654"/>
              <a:gd name="connsiteY79707" fmla="*/ 422845 h 2398711"/>
              <a:gd name="connsiteX79708" fmla="*/ 949723 w 2119654"/>
              <a:gd name="connsiteY79708" fmla="*/ 422261 h 2398711"/>
              <a:gd name="connsiteX79709" fmla="*/ 948403 w 2119654"/>
              <a:gd name="connsiteY79709" fmla="*/ 420331 h 2398711"/>
              <a:gd name="connsiteX79710" fmla="*/ 385594 w 2119654"/>
              <a:gd name="connsiteY79710" fmla="*/ 1680032 h 2398711"/>
              <a:gd name="connsiteX79711" fmla="*/ 386224 w 2119654"/>
              <a:gd name="connsiteY79711" fmla="*/ 1680551 h 2398711"/>
              <a:gd name="connsiteX79712" fmla="*/ 386827 w 2119654"/>
              <a:gd name="connsiteY79712" fmla="*/ 1680478 h 2398711"/>
              <a:gd name="connsiteX79713" fmla="*/ 385818 w 2119654"/>
              <a:gd name="connsiteY79713" fmla="*/ 1679648 h 2398711"/>
              <a:gd name="connsiteX79714" fmla="*/ 947559 w 2119654"/>
              <a:gd name="connsiteY79714" fmla="*/ 421582 h 2398711"/>
              <a:gd name="connsiteX79715" fmla="*/ 947756 w 2119654"/>
              <a:gd name="connsiteY79715" fmla="*/ 421965 h 2398711"/>
              <a:gd name="connsiteX79716" fmla="*/ 948927 w 2119654"/>
              <a:gd name="connsiteY79716" fmla="*/ 422802 h 2398711"/>
              <a:gd name="connsiteX79717" fmla="*/ 947603 w 2119654"/>
              <a:gd name="connsiteY79717" fmla="*/ 421516 h 2398711"/>
              <a:gd name="connsiteX79718" fmla="*/ 917234 w 2119654"/>
              <a:gd name="connsiteY79718" fmla="*/ 489176 h 2398711"/>
              <a:gd name="connsiteX79719" fmla="*/ 917025 w 2119654"/>
              <a:gd name="connsiteY79719" fmla="*/ 489671 h 2398711"/>
              <a:gd name="connsiteX79720" fmla="*/ 917087 w 2119654"/>
              <a:gd name="connsiteY79720" fmla="*/ 489699 h 2398711"/>
              <a:gd name="connsiteX79721" fmla="*/ 917360 w 2119654"/>
              <a:gd name="connsiteY79721" fmla="*/ 489321 h 2398711"/>
              <a:gd name="connsiteX79722" fmla="*/ 376159 w 2119654"/>
              <a:gd name="connsiteY79722" fmla="*/ 1700372 h 2398711"/>
              <a:gd name="connsiteX79723" fmla="*/ 376251 w 2119654"/>
              <a:gd name="connsiteY79723" fmla="*/ 1701327 h 2398711"/>
              <a:gd name="connsiteX79724" fmla="*/ 376851 w 2119654"/>
              <a:gd name="connsiteY79724" fmla="*/ 1701434 h 2398711"/>
              <a:gd name="connsiteX79725" fmla="*/ 377439 w 2119654"/>
              <a:gd name="connsiteY79725" fmla="*/ 1700384 h 2398711"/>
              <a:gd name="connsiteX79726" fmla="*/ 369003 w 2119654"/>
              <a:gd name="connsiteY79726" fmla="*/ 1716207 h 2398711"/>
              <a:gd name="connsiteX79727" fmla="*/ 373972 w 2119654"/>
              <a:gd name="connsiteY79727" fmla="*/ 1718501 h 2398711"/>
              <a:gd name="connsiteX79728" fmla="*/ 374167 w 2119654"/>
              <a:gd name="connsiteY79728" fmla="*/ 1718490 h 2398711"/>
              <a:gd name="connsiteX79729" fmla="*/ 369323 w 2119654"/>
              <a:gd name="connsiteY79729" fmla="*/ 1715636 h 2398711"/>
              <a:gd name="connsiteX79730" fmla="*/ 967434 w 2119654"/>
              <a:gd name="connsiteY79730" fmla="*/ 375953 h 2398711"/>
              <a:gd name="connsiteX79731" fmla="*/ 967180 w 2119654"/>
              <a:gd name="connsiteY79731" fmla="*/ 376825 h 2398711"/>
              <a:gd name="connsiteX79732" fmla="*/ 967675 w 2119654"/>
              <a:gd name="connsiteY79732" fmla="*/ 377347 h 2398711"/>
              <a:gd name="connsiteX79733" fmla="*/ 967522 w 2119654"/>
              <a:gd name="connsiteY79733" fmla="*/ 376082 h 2398711"/>
              <a:gd name="connsiteX79734" fmla="*/ 367522 w 2119654"/>
              <a:gd name="connsiteY79734" fmla="*/ 1718853 h 2398711"/>
              <a:gd name="connsiteX79735" fmla="*/ 368351 w 2119654"/>
              <a:gd name="connsiteY79735" fmla="*/ 1718818 h 2398711"/>
              <a:gd name="connsiteX79736" fmla="*/ 372454 w 2119654"/>
              <a:gd name="connsiteY79736" fmla="*/ 1718586 h 2398711"/>
              <a:gd name="connsiteX79737" fmla="*/ 368653 w 2119654"/>
              <a:gd name="connsiteY79737" fmla="*/ 1716832 h 2398711"/>
              <a:gd name="connsiteX79738" fmla="*/ 358749 w 2119654"/>
              <a:gd name="connsiteY79738" fmla="*/ 1738455 h 2398711"/>
              <a:gd name="connsiteX79739" fmla="*/ 359345 w 2119654"/>
              <a:gd name="connsiteY79739" fmla="*/ 1739089 h 2398711"/>
              <a:gd name="connsiteX79740" fmla="*/ 360475 w 2119654"/>
              <a:gd name="connsiteY79740" fmla="*/ 1739213 h 2398711"/>
              <a:gd name="connsiteX79741" fmla="*/ 945156 w 2119654"/>
              <a:gd name="connsiteY79741" fmla="*/ 425140 h 2398711"/>
              <a:gd name="connsiteX79742" fmla="*/ 946790 w 2119654"/>
              <a:gd name="connsiteY79742" fmla="*/ 426623 h 2398711"/>
              <a:gd name="connsiteX79743" fmla="*/ 947423 w 2119654"/>
              <a:gd name="connsiteY79743" fmla="*/ 425682 h 2398711"/>
              <a:gd name="connsiteX79744" fmla="*/ 947314 w 2119654"/>
              <a:gd name="connsiteY79744" fmla="*/ 425401 h 2398711"/>
              <a:gd name="connsiteX79745" fmla="*/ 946287 w 2119654"/>
              <a:gd name="connsiteY79745" fmla="*/ 423465 h 2398711"/>
              <a:gd name="connsiteX79746" fmla="*/ 366600 w 2119654"/>
              <a:gd name="connsiteY79746" fmla="*/ 1720500 h 2398711"/>
              <a:gd name="connsiteX79747" fmla="*/ 370833 w 2119654"/>
              <a:gd name="connsiteY79747" fmla="*/ 1722294 h 2398711"/>
              <a:gd name="connsiteX79748" fmla="*/ 377788 w 2119654"/>
              <a:gd name="connsiteY79748" fmla="*/ 1723000 h 2398711"/>
              <a:gd name="connsiteX79749" fmla="*/ 377593 w 2119654"/>
              <a:gd name="connsiteY79749" fmla="*/ 1720957 h 2398711"/>
              <a:gd name="connsiteX79750" fmla="*/ 372939 w 2119654"/>
              <a:gd name="connsiteY79750" fmla="*/ 1718810 h 2398711"/>
              <a:gd name="connsiteX79751" fmla="*/ 367414 w 2119654"/>
              <a:gd name="connsiteY79751" fmla="*/ 1719046 h 2398711"/>
              <a:gd name="connsiteX79752" fmla="*/ 943549 w 2119654"/>
              <a:gd name="connsiteY79752" fmla="*/ 427523 h 2398711"/>
              <a:gd name="connsiteX79753" fmla="*/ 944939 w 2119654"/>
              <a:gd name="connsiteY79753" fmla="*/ 429765 h 2398711"/>
              <a:gd name="connsiteX79754" fmla="*/ 945321 w 2119654"/>
              <a:gd name="connsiteY79754" fmla="*/ 429095 h 2398711"/>
              <a:gd name="connsiteX79755" fmla="*/ 943695 w 2119654"/>
              <a:gd name="connsiteY79755" fmla="*/ 427307 h 2398711"/>
              <a:gd name="connsiteX79756" fmla="*/ 988192 w 2119654"/>
              <a:gd name="connsiteY79756" fmla="*/ 327239 h 2398711"/>
              <a:gd name="connsiteX79757" fmla="*/ 980017 w 2119654"/>
              <a:gd name="connsiteY79757" fmla="*/ 355286 h 2398711"/>
              <a:gd name="connsiteX79758" fmla="*/ 980493 w 2119654"/>
              <a:gd name="connsiteY79758" fmla="*/ 356411 h 2398711"/>
              <a:gd name="connsiteX79759" fmla="*/ 985701 w 2119654"/>
              <a:gd name="connsiteY79759" fmla="*/ 344493 h 2398711"/>
              <a:gd name="connsiteX79760" fmla="*/ 985891 w 2119654"/>
              <a:gd name="connsiteY79760" fmla="*/ 344390 h 2398711"/>
              <a:gd name="connsiteX79761" fmla="*/ 980564 w 2119654"/>
              <a:gd name="connsiteY79761" fmla="*/ 356579 h 2398711"/>
              <a:gd name="connsiteX79762" fmla="*/ 982330 w 2119654"/>
              <a:gd name="connsiteY79762" fmla="*/ 360757 h 2398711"/>
              <a:gd name="connsiteX79763" fmla="*/ 984226 w 2119654"/>
              <a:gd name="connsiteY79763" fmla="*/ 355736 h 2398711"/>
              <a:gd name="connsiteX79764" fmla="*/ 992698 w 2119654"/>
              <a:gd name="connsiteY79764" fmla="*/ 337469 h 2398711"/>
              <a:gd name="connsiteX79765" fmla="*/ 990002 w 2119654"/>
              <a:gd name="connsiteY79765" fmla="*/ 331088 h 2398711"/>
              <a:gd name="connsiteX79766" fmla="*/ 362592 w 2119654"/>
              <a:gd name="connsiteY79766" fmla="*/ 1727659 h 2398711"/>
              <a:gd name="connsiteX79767" fmla="*/ 364933 w 2119654"/>
              <a:gd name="connsiteY79767" fmla="*/ 1729052 h 2398711"/>
              <a:gd name="connsiteX79768" fmla="*/ 368630 w 2119654"/>
              <a:gd name="connsiteY79768" fmla="*/ 1729102 h 2398711"/>
              <a:gd name="connsiteX79769" fmla="*/ 367907 w 2119654"/>
              <a:gd name="connsiteY79769" fmla="*/ 1728621 h 2398711"/>
              <a:gd name="connsiteX79770" fmla="*/ 367759 w 2119654"/>
              <a:gd name="connsiteY79770" fmla="*/ 1728168 h 2398711"/>
              <a:gd name="connsiteX79771" fmla="*/ 369173 w 2119654"/>
              <a:gd name="connsiteY79771" fmla="*/ 1729110 h 2398711"/>
              <a:gd name="connsiteX79772" fmla="*/ 378384 w 2119654"/>
              <a:gd name="connsiteY79772" fmla="*/ 1729235 h 2398711"/>
              <a:gd name="connsiteX79773" fmla="*/ 378320 w 2119654"/>
              <a:gd name="connsiteY79773" fmla="*/ 1728564 h 2398711"/>
              <a:gd name="connsiteX79774" fmla="*/ 365277 w 2119654"/>
              <a:gd name="connsiteY79774" fmla="*/ 1722863 h 2398711"/>
              <a:gd name="connsiteX79775" fmla="*/ 988626 w 2119654"/>
              <a:gd name="connsiteY79775" fmla="*/ 325751 h 2398711"/>
              <a:gd name="connsiteX79776" fmla="*/ 988293 w 2119654"/>
              <a:gd name="connsiteY79776" fmla="*/ 326891 h 2398711"/>
              <a:gd name="connsiteX79777" fmla="*/ 992981 w 2119654"/>
              <a:gd name="connsiteY79777" fmla="*/ 336858 h 2398711"/>
              <a:gd name="connsiteX79778" fmla="*/ 994663 w 2119654"/>
              <a:gd name="connsiteY79778" fmla="*/ 333233 h 2398711"/>
              <a:gd name="connsiteX79779" fmla="*/ 377738 w 2119654"/>
              <a:gd name="connsiteY79779" fmla="*/ 1693489 h 2398711"/>
              <a:gd name="connsiteX79780" fmla="*/ 377989 w 2119654"/>
              <a:gd name="connsiteY79780" fmla="*/ 1693598 h 2398711"/>
              <a:gd name="connsiteX79781" fmla="*/ 377794 w 2119654"/>
              <a:gd name="connsiteY79781" fmla="*/ 1693394 h 2398711"/>
              <a:gd name="connsiteX79782" fmla="*/ 334736 w 2119654"/>
              <a:gd name="connsiteY79782" fmla="*/ 1789156 h 2398711"/>
              <a:gd name="connsiteX79783" fmla="*/ 337291 w 2119654"/>
              <a:gd name="connsiteY79783" fmla="*/ 1790679 h 2398711"/>
              <a:gd name="connsiteX79784" fmla="*/ 341649 w 2119654"/>
              <a:gd name="connsiteY79784" fmla="*/ 1791507 h 2398711"/>
              <a:gd name="connsiteX79785" fmla="*/ 349525 w 2119654"/>
              <a:gd name="connsiteY79785" fmla="*/ 1791709 h 2398711"/>
              <a:gd name="connsiteX79786" fmla="*/ 348759 w 2119654"/>
              <a:gd name="connsiteY79786" fmla="*/ 1791068 h 2398711"/>
              <a:gd name="connsiteX79787" fmla="*/ 962697 w 2119654"/>
              <a:gd name="connsiteY79787" fmla="*/ 382765 h 2398711"/>
              <a:gd name="connsiteX79788" fmla="*/ 964055 w 2119654"/>
              <a:gd name="connsiteY79788" fmla="*/ 387797 h 2398711"/>
              <a:gd name="connsiteX79789" fmla="*/ 964304 w 2119654"/>
              <a:gd name="connsiteY79789" fmla="*/ 386916 h 2398711"/>
              <a:gd name="connsiteX79790" fmla="*/ 375816 w 2119654"/>
              <a:gd name="connsiteY79790" fmla="*/ 1696782 h 2398711"/>
              <a:gd name="connsiteX79791" fmla="*/ 376034 w 2119654"/>
              <a:gd name="connsiteY79791" fmla="*/ 1699060 h 2398711"/>
              <a:gd name="connsiteX79792" fmla="*/ 378170 w 2119654"/>
              <a:gd name="connsiteY79792" fmla="*/ 1699079 h 2398711"/>
              <a:gd name="connsiteX79793" fmla="*/ 379746 w 2119654"/>
              <a:gd name="connsiteY79793" fmla="*/ 1696264 h 2398711"/>
              <a:gd name="connsiteX79794" fmla="*/ 376854 w 2119654"/>
              <a:gd name="connsiteY79794" fmla="*/ 1695003 h 2398711"/>
              <a:gd name="connsiteX79795" fmla="*/ 989674 w 2119654"/>
              <a:gd name="connsiteY79795" fmla="*/ 322155 h 2398711"/>
              <a:gd name="connsiteX79796" fmla="*/ 989463 w 2119654"/>
              <a:gd name="connsiteY79796" fmla="*/ 322878 h 2398711"/>
              <a:gd name="connsiteX79797" fmla="*/ 993971 w 2119654"/>
              <a:gd name="connsiteY79797" fmla="*/ 327698 h 2398711"/>
              <a:gd name="connsiteX79798" fmla="*/ 996040 w 2119654"/>
              <a:gd name="connsiteY79798" fmla="*/ 330262 h 2398711"/>
              <a:gd name="connsiteX79799" fmla="*/ 996444 w 2119654"/>
              <a:gd name="connsiteY79799" fmla="*/ 329392 h 2398711"/>
              <a:gd name="connsiteX79800" fmla="*/ 358334 w 2119654"/>
              <a:gd name="connsiteY79800" fmla="*/ 1735435 h 2398711"/>
              <a:gd name="connsiteX79801" fmla="*/ 363441 w 2119654"/>
              <a:gd name="connsiteY79801" fmla="*/ 1735520 h 2398711"/>
              <a:gd name="connsiteX79802" fmla="*/ 360103 w 2119654"/>
              <a:gd name="connsiteY79802" fmla="*/ 1733705 h 2398711"/>
              <a:gd name="connsiteX79803" fmla="*/ 359486 w 2119654"/>
              <a:gd name="connsiteY79803" fmla="*/ 1733307 h 2398711"/>
              <a:gd name="connsiteX79804" fmla="*/ 358034 w 2119654"/>
              <a:gd name="connsiteY79804" fmla="*/ 1735989 h 2398711"/>
              <a:gd name="connsiteX79805" fmla="*/ 361852 w 2119654"/>
              <a:gd name="connsiteY79805" fmla="*/ 1737666 h 2398711"/>
              <a:gd name="connsiteX79806" fmla="*/ 368715 w 2119654"/>
              <a:gd name="connsiteY79806" fmla="*/ 1738843 h 2398711"/>
              <a:gd name="connsiteX79807" fmla="*/ 367627 w 2119654"/>
              <a:gd name="connsiteY79807" fmla="*/ 1737797 h 2398711"/>
              <a:gd name="connsiteX79808" fmla="*/ 363969 w 2119654"/>
              <a:gd name="connsiteY79808" fmla="*/ 1735808 h 2398711"/>
              <a:gd name="connsiteX79809" fmla="*/ 358183 w 2119654"/>
              <a:gd name="connsiteY79809" fmla="*/ 1735712 h 2398711"/>
              <a:gd name="connsiteX79810" fmla="*/ 374495 w 2119654"/>
              <a:gd name="connsiteY79810" fmla="*/ 1699046 h 2398711"/>
              <a:gd name="connsiteX79811" fmla="*/ 375497 w 2119654"/>
              <a:gd name="connsiteY79811" fmla="*/ 1699055 h 2398711"/>
              <a:gd name="connsiteX79812" fmla="*/ 375355 w 2119654"/>
              <a:gd name="connsiteY79812" fmla="*/ 1697572 h 2398711"/>
              <a:gd name="connsiteX79813" fmla="*/ 939394 w 2119654"/>
              <a:gd name="connsiteY79813" fmla="*/ 433676 h 2398711"/>
              <a:gd name="connsiteX79814" fmla="*/ 939374 w 2119654"/>
              <a:gd name="connsiteY79814" fmla="*/ 434438 h 2398711"/>
              <a:gd name="connsiteX79815" fmla="*/ 940448 w 2119654"/>
              <a:gd name="connsiteY79815" fmla="*/ 437629 h 2398711"/>
              <a:gd name="connsiteX79816" fmla="*/ 941139 w 2119654"/>
              <a:gd name="connsiteY79816" fmla="*/ 436419 h 2398711"/>
              <a:gd name="connsiteX79817" fmla="*/ 940874 w 2119654"/>
              <a:gd name="connsiteY79817" fmla="*/ 435552 h 2398711"/>
              <a:gd name="connsiteX79818" fmla="*/ 939560 w 2119654"/>
              <a:gd name="connsiteY79818" fmla="*/ 433431 h 2398711"/>
              <a:gd name="connsiteX79819" fmla="*/ 373468 w 2119654"/>
              <a:gd name="connsiteY79819" fmla="*/ 1700805 h 2398711"/>
              <a:gd name="connsiteX79820" fmla="*/ 373674 w 2119654"/>
              <a:gd name="connsiteY79820" fmla="*/ 1700866 h 2398711"/>
              <a:gd name="connsiteX79821" fmla="*/ 375705 w 2119654"/>
              <a:gd name="connsiteY79821" fmla="*/ 1701229 h 2398711"/>
              <a:gd name="connsiteX79822" fmla="*/ 375622 w 2119654"/>
              <a:gd name="connsiteY79822" fmla="*/ 1700368 h 2398711"/>
              <a:gd name="connsiteX79823" fmla="*/ 373733 w 2119654"/>
              <a:gd name="connsiteY79823" fmla="*/ 1700350 h 2398711"/>
              <a:gd name="connsiteX79824" fmla="*/ 376674 w 2119654"/>
              <a:gd name="connsiteY79824" fmla="*/ 1693025 h 2398711"/>
              <a:gd name="connsiteX79825" fmla="*/ 377188 w 2119654"/>
              <a:gd name="connsiteY79825" fmla="*/ 1693249 h 2398711"/>
              <a:gd name="connsiteX79826" fmla="*/ 377287 w 2119654"/>
              <a:gd name="connsiteY79826" fmla="*/ 1693080 h 2398711"/>
              <a:gd name="connsiteX79827" fmla="*/ 960374 w 2119654"/>
              <a:gd name="connsiteY79827" fmla="*/ 385953 h 2398711"/>
              <a:gd name="connsiteX79828" fmla="*/ 962792 w 2119654"/>
              <a:gd name="connsiteY79828" fmla="*/ 392268 h 2398711"/>
              <a:gd name="connsiteX79829" fmla="*/ 963515 w 2119654"/>
              <a:gd name="connsiteY79829" fmla="*/ 389710 h 2398711"/>
              <a:gd name="connsiteX79830" fmla="*/ 963182 w 2119654"/>
              <a:gd name="connsiteY79830" fmla="*/ 389281 h 2398711"/>
              <a:gd name="connsiteX79831" fmla="*/ 371809 w 2119654"/>
              <a:gd name="connsiteY79831" fmla="*/ 1703646 h 2398711"/>
              <a:gd name="connsiteX79832" fmla="*/ 374398 w 2119654"/>
              <a:gd name="connsiteY79832" fmla="*/ 1703294 h 2398711"/>
              <a:gd name="connsiteX79833" fmla="*/ 372375 w 2119654"/>
              <a:gd name="connsiteY79833" fmla="*/ 1702675 h 2398711"/>
              <a:gd name="connsiteX79834" fmla="*/ 972542 w 2119654"/>
              <a:gd name="connsiteY79834" fmla="*/ 358447 h 2398711"/>
              <a:gd name="connsiteX79835" fmla="*/ 972114 w 2119654"/>
              <a:gd name="connsiteY79835" fmla="*/ 359913 h 2398711"/>
              <a:gd name="connsiteX79836" fmla="*/ 973343 w 2119654"/>
              <a:gd name="connsiteY79836" fmla="*/ 370053 h 2398711"/>
              <a:gd name="connsiteX79837" fmla="*/ 973419 w 2119654"/>
              <a:gd name="connsiteY79837" fmla="*/ 370144 h 2398711"/>
              <a:gd name="connsiteX79838" fmla="*/ 975985 w 2119654"/>
              <a:gd name="connsiteY79838" fmla="*/ 361341 h 2398711"/>
              <a:gd name="connsiteX79839" fmla="*/ 357373 w 2119654"/>
              <a:gd name="connsiteY79839" fmla="*/ 1735698 h 2398711"/>
              <a:gd name="connsiteX79840" fmla="*/ 357881 w 2119654"/>
              <a:gd name="connsiteY79840" fmla="*/ 1735922 h 2398711"/>
              <a:gd name="connsiteX79841" fmla="*/ 357997 w 2119654"/>
              <a:gd name="connsiteY79841" fmla="*/ 1735708 h 2398711"/>
              <a:gd name="connsiteX79842" fmla="*/ 375676 w 2119654"/>
              <a:gd name="connsiteY79842" fmla="*/ 1694491 h 2398711"/>
              <a:gd name="connsiteX79843" fmla="*/ 375744 w 2119654"/>
              <a:gd name="connsiteY79843" fmla="*/ 1695723 h 2398711"/>
              <a:gd name="connsiteX79844" fmla="*/ 376304 w 2119654"/>
              <a:gd name="connsiteY79844" fmla="*/ 1694764 h 2398711"/>
              <a:gd name="connsiteX79845" fmla="*/ 942236 w 2119654"/>
              <a:gd name="connsiteY79845" fmla="*/ 425702 h 2398711"/>
              <a:gd name="connsiteX79846" fmla="*/ 942881 w 2119654"/>
              <a:gd name="connsiteY79846" fmla="*/ 426444 h 2398711"/>
              <a:gd name="connsiteX79847" fmla="*/ 942888 w 2119654"/>
              <a:gd name="connsiteY79847" fmla="*/ 426456 h 2398711"/>
              <a:gd name="connsiteX79848" fmla="*/ 942902 w 2119654"/>
              <a:gd name="connsiteY79848" fmla="*/ 426436 h 2398711"/>
              <a:gd name="connsiteX79849" fmla="*/ 322636 w 2119654"/>
              <a:gd name="connsiteY79849" fmla="*/ 1812464 h 2398711"/>
              <a:gd name="connsiteX79850" fmla="*/ 323922 w 2119654"/>
              <a:gd name="connsiteY79850" fmla="*/ 1813454 h 2398711"/>
              <a:gd name="connsiteX79851" fmla="*/ 356058 w 2119654"/>
              <a:gd name="connsiteY79851" fmla="*/ 1813743 h 2398711"/>
              <a:gd name="connsiteX79852" fmla="*/ 357531 w 2119654"/>
              <a:gd name="connsiteY79852" fmla="*/ 1813596 h 2398711"/>
              <a:gd name="connsiteX79853" fmla="*/ 356927 w 2119654"/>
              <a:gd name="connsiteY79853" fmla="*/ 1813295 h 2398711"/>
              <a:gd name="connsiteX79854" fmla="*/ 335227 w 2119654"/>
              <a:gd name="connsiteY79854" fmla="*/ 1812879 h 2398711"/>
              <a:gd name="connsiteX79855" fmla="*/ 923981 w 2119654"/>
              <a:gd name="connsiteY79855" fmla="*/ 465219 h 2398711"/>
              <a:gd name="connsiteX79856" fmla="*/ 924042 w 2119654"/>
              <a:gd name="connsiteY79856" fmla="*/ 465401 h 2398711"/>
              <a:gd name="connsiteX79857" fmla="*/ 924188 w 2119654"/>
              <a:gd name="connsiteY79857" fmla="*/ 466102 h 2398711"/>
              <a:gd name="connsiteX79858" fmla="*/ 924548 w 2119654"/>
              <a:gd name="connsiteY79858" fmla="*/ 465471 h 2398711"/>
              <a:gd name="connsiteX79859" fmla="*/ 908987 w 2119654"/>
              <a:gd name="connsiteY79859" fmla="*/ 498766 h 2398711"/>
              <a:gd name="connsiteX79860" fmla="*/ 909110 w 2119654"/>
              <a:gd name="connsiteY79860" fmla="*/ 498813 h 2398711"/>
              <a:gd name="connsiteX79861" fmla="*/ 909245 w 2119654"/>
              <a:gd name="connsiteY79861" fmla="*/ 498491 h 2398711"/>
              <a:gd name="connsiteX79862" fmla="*/ 909209 w 2119654"/>
              <a:gd name="connsiteY79862" fmla="*/ 498464 h 2398711"/>
              <a:gd name="connsiteX79863" fmla="*/ 339305 w 2119654"/>
              <a:gd name="connsiteY79863" fmla="*/ 1774332 h 2398711"/>
              <a:gd name="connsiteX79864" fmla="*/ 345915 w 2119654"/>
              <a:gd name="connsiteY79864" fmla="*/ 1777808 h 2398711"/>
              <a:gd name="connsiteX79865" fmla="*/ 348916 w 2119654"/>
              <a:gd name="connsiteY79865" fmla="*/ 1778167 h 2398711"/>
              <a:gd name="connsiteX79866" fmla="*/ 360019 w 2119654"/>
              <a:gd name="connsiteY79866" fmla="*/ 1779338 h 2398711"/>
              <a:gd name="connsiteX79867" fmla="*/ 359496 w 2119654"/>
              <a:gd name="connsiteY79867" fmla="*/ 1775200 h 2398711"/>
              <a:gd name="connsiteX79868" fmla="*/ 907665 w 2119654"/>
              <a:gd name="connsiteY79868" fmla="*/ 501473 h 2398711"/>
              <a:gd name="connsiteX79869" fmla="*/ 907663 w 2119654"/>
              <a:gd name="connsiteY79869" fmla="*/ 501505 h 2398711"/>
              <a:gd name="connsiteX79870" fmla="*/ 907752 w 2119654"/>
              <a:gd name="connsiteY79870" fmla="*/ 501579 h 2398711"/>
              <a:gd name="connsiteX79871" fmla="*/ 971620 w 2119654"/>
              <a:gd name="connsiteY79871" fmla="*/ 357671 h 2398711"/>
              <a:gd name="connsiteX79872" fmla="*/ 972002 w 2119654"/>
              <a:gd name="connsiteY79872" fmla="*/ 358992 h 2398711"/>
              <a:gd name="connsiteX79873" fmla="*/ 972058 w 2119654"/>
              <a:gd name="connsiteY79873" fmla="*/ 359454 h 2398711"/>
              <a:gd name="connsiteX79874" fmla="*/ 972381 w 2119654"/>
              <a:gd name="connsiteY79874" fmla="*/ 358311 h 2398711"/>
              <a:gd name="connsiteX79875" fmla="*/ 363557 w 2119654"/>
              <a:gd name="connsiteY79875" fmla="*/ 1719211 h 2398711"/>
              <a:gd name="connsiteX79876" fmla="*/ 366305 w 2119654"/>
              <a:gd name="connsiteY79876" fmla="*/ 1720375 h 2398711"/>
              <a:gd name="connsiteX79877" fmla="*/ 367016 w 2119654"/>
              <a:gd name="connsiteY79877" fmla="*/ 1719063 h 2398711"/>
              <a:gd name="connsiteX79878" fmla="*/ 907973 w 2119654"/>
              <a:gd name="connsiteY79878" fmla="*/ 500153 h 2398711"/>
              <a:gd name="connsiteX79879" fmla="*/ 908410 w 2119654"/>
              <a:gd name="connsiteY79879" fmla="*/ 500471 h 2398711"/>
              <a:gd name="connsiteX79880" fmla="*/ 908939 w 2119654"/>
              <a:gd name="connsiteY79880" fmla="*/ 499217 h 2398711"/>
              <a:gd name="connsiteX79881" fmla="*/ 908721 w 2119654"/>
              <a:gd name="connsiteY79881" fmla="*/ 499131 h 2398711"/>
              <a:gd name="connsiteX79882" fmla="*/ 371906 w 2119654"/>
              <a:gd name="connsiteY79882" fmla="*/ 1700334 h 2398711"/>
              <a:gd name="connsiteX79883" fmla="*/ 372881 w 2119654"/>
              <a:gd name="connsiteY79883" fmla="*/ 1700628 h 2398711"/>
              <a:gd name="connsiteX79884" fmla="*/ 373046 w 2119654"/>
              <a:gd name="connsiteY79884" fmla="*/ 1700344 h 2398711"/>
              <a:gd name="connsiteX79885" fmla="*/ 365513 w 2119654"/>
              <a:gd name="connsiteY79885" fmla="*/ 1714597 h 2398711"/>
              <a:gd name="connsiteX79886" fmla="*/ 368667 w 2119654"/>
              <a:gd name="connsiteY79886" fmla="*/ 1716053 h 2398711"/>
              <a:gd name="connsiteX79887" fmla="*/ 369005 w 2119654"/>
              <a:gd name="connsiteY79887" fmla="*/ 1715448 h 2398711"/>
              <a:gd name="connsiteX79888" fmla="*/ 366006 w 2119654"/>
              <a:gd name="connsiteY79888" fmla="*/ 1713682 h 2398711"/>
              <a:gd name="connsiteX79889" fmla="*/ 975765 w 2119654"/>
              <a:gd name="connsiteY79889" fmla="*/ 347399 h 2398711"/>
              <a:gd name="connsiteX79890" fmla="*/ 972638 w 2119654"/>
              <a:gd name="connsiteY79890" fmla="*/ 358117 h 2398711"/>
              <a:gd name="connsiteX79891" fmla="*/ 976100 w 2119654"/>
              <a:gd name="connsiteY79891" fmla="*/ 360947 h 2398711"/>
              <a:gd name="connsiteX79892" fmla="*/ 977811 w 2119654"/>
              <a:gd name="connsiteY79892" fmla="*/ 355074 h 2398711"/>
              <a:gd name="connsiteX79893" fmla="*/ 977804 w 2119654"/>
              <a:gd name="connsiteY79893" fmla="*/ 355056 h 2398711"/>
              <a:gd name="connsiteX79894" fmla="*/ 977815 w 2119654"/>
              <a:gd name="connsiteY79894" fmla="*/ 355062 h 2398711"/>
              <a:gd name="connsiteX79895" fmla="*/ 978136 w 2119654"/>
              <a:gd name="connsiteY79895" fmla="*/ 353962 h 2398711"/>
              <a:gd name="connsiteX79896" fmla="*/ 976513 w 2119654"/>
              <a:gd name="connsiteY79896" fmla="*/ 349170 h 2398711"/>
              <a:gd name="connsiteX79897" fmla="*/ 994690 w 2119654"/>
              <a:gd name="connsiteY79897" fmla="*/ 304944 h 2398711"/>
              <a:gd name="connsiteX79898" fmla="*/ 990008 w 2119654"/>
              <a:gd name="connsiteY79898" fmla="*/ 321009 h 2398711"/>
              <a:gd name="connsiteX79899" fmla="*/ 996910 w 2119654"/>
              <a:gd name="connsiteY79899" fmla="*/ 328386 h 2398711"/>
              <a:gd name="connsiteX79900" fmla="*/ 1005615 w 2119654"/>
              <a:gd name="connsiteY79900" fmla="*/ 309617 h 2398711"/>
              <a:gd name="connsiteX79901" fmla="*/ 996077 w 2119654"/>
              <a:gd name="connsiteY79901" fmla="*/ 302788 h 2398711"/>
              <a:gd name="connsiteX79902" fmla="*/ 986546 w 2119654"/>
              <a:gd name="connsiteY79902" fmla="*/ 323175 h 2398711"/>
              <a:gd name="connsiteX79903" fmla="*/ 986893 w 2119654"/>
              <a:gd name="connsiteY79903" fmla="*/ 323912 h 2398711"/>
              <a:gd name="connsiteX79904" fmla="*/ 986959 w 2119654"/>
              <a:gd name="connsiteY79904" fmla="*/ 323686 h 2398711"/>
              <a:gd name="connsiteX79905" fmla="*/ 363123 w 2119654"/>
              <a:gd name="connsiteY79905" fmla="*/ 1719027 h 2398711"/>
              <a:gd name="connsiteX79906" fmla="*/ 363154 w 2119654"/>
              <a:gd name="connsiteY79906" fmla="*/ 1719040 h 2398711"/>
              <a:gd name="connsiteX79907" fmla="*/ 367120 w 2119654"/>
              <a:gd name="connsiteY79907" fmla="*/ 1718871 h 2398711"/>
              <a:gd name="connsiteX79908" fmla="*/ 368046 w 2119654"/>
              <a:gd name="connsiteY79908" fmla="*/ 1717162 h 2398711"/>
              <a:gd name="connsiteX79909" fmla="*/ 368317 w 2119654"/>
              <a:gd name="connsiteY79909" fmla="*/ 1716678 h 2398711"/>
              <a:gd name="connsiteX79910" fmla="*/ 365173 w 2119654"/>
              <a:gd name="connsiteY79910" fmla="*/ 1715227 h 2398711"/>
              <a:gd name="connsiteX79911" fmla="*/ 961862 w 2119654"/>
              <a:gd name="connsiteY79911" fmla="*/ 378246 h 2398711"/>
              <a:gd name="connsiteX79912" fmla="*/ 964672 w 2119654"/>
              <a:gd name="connsiteY79912" fmla="*/ 385500 h 2398711"/>
              <a:gd name="connsiteX79913" fmla="*/ 964793 w 2119654"/>
              <a:gd name="connsiteY79913" fmla="*/ 385011 h 2398711"/>
              <a:gd name="connsiteX79914" fmla="*/ 965180 w 2119654"/>
              <a:gd name="connsiteY79914" fmla="*/ 383681 h 2398711"/>
              <a:gd name="connsiteX79915" fmla="*/ 1001489 w 2119654"/>
              <a:gd name="connsiteY79915" fmla="*/ 289433 h 2398711"/>
              <a:gd name="connsiteX79916" fmla="*/ 1006482 w 2119654"/>
              <a:gd name="connsiteY79916" fmla="*/ 307746 h 2398711"/>
              <a:gd name="connsiteX79917" fmla="*/ 1008942 w 2119654"/>
              <a:gd name="connsiteY79917" fmla="*/ 302442 h 2398711"/>
              <a:gd name="connsiteX79918" fmla="*/ 1011821 w 2119654"/>
              <a:gd name="connsiteY79918" fmla="*/ 296832 h 2398711"/>
              <a:gd name="connsiteX79919" fmla="*/ 375485 w 2119654"/>
              <a:gd name="connsiteY79919" fmla="*/ 1691051 h 2398711"/>
              <a:gd name="connsiteX79920" fmla="*/ 375543 w 2119654"/>
              <a:gd name="connsiteY79920" fmla="*/ 1692093 h 2398711"/>
              <a:gd name="connsiteX79921" fmla="*/ 376643 w 2119654"/>
              <a:gd name="connsiteY79921" fmla="*/ 1692193 h 2398711"/>
              <a:gd name="connsiteX79922" fmla="*/ 375550 w 2119654"/>
              <a:gd name="connsiteY79922" fmla="*/ 1691053 h 2398711"/>
              <a:gd name="connsiteX79923" fmla="*/ 907884 w 2119654"/>
              <a:gd name="connsiteY79923" fmla="*/ 498796 h 2398711"/>
              <a:gd name="connsiteX79924" fmla="*/ 907804 w 2119654"/>
              <a:gd name="connsiteY79924" fmla="*/ 499775 h 2398711"/>
              <a:gd name="connsiteX79925" fmla="*/ 908376 w 2119654"/>
              <a:gd name="connsiteY79925" fmla="*/ 498993 h 2398711"/>
              <a:gd name="connsiteX79926" fmla="*/ 361853 w 2119654"/>
              <a:gd name="connsiteY79926" fmla="*/ 1721381 h 2398711"/>
              <a:gd name="connsiteX79927" fmla="*/ 361891 w 2119654"/>
              <a:gd name="connsiteY79927" fmla="*/ 1721384 h 2398711"/>
              <a:gd name="connsiteX79928" fmla="*/ 361859 w 2119654"/>
              <a:gd name="connsiteY79928" fmla="*/ 1721370 h 2398711"/>
              <a:gd name="connsiteX79929" fmla="*/ 921628 w 2119654"/>
              <a:gd name="connsiteY79929" fmla="*/ 467849 h 2398711"/>
              <a:gd name="connsiteX79930" fmla="*/ 921558 w 2119654"/>
              <a:gd name="connsiteY79930" fmla="*/ 468088 h 2398711"/>
              <a:gd name="connsiteX79931" fmla="*/ 921845 w 2119654"/>
              <a:gd name="connsiteY79931" fmla="*/ 468473 h 2398711"/>
              <a:gd name="connsiteX79932" fmla="*/ 921767 w 2119654"/>
              <a:gd name="connsiteY79932" fmla="*/ 468102 h 2398711"/>
              <a:gd name="connsiteX79933" fmla="*/ 995478 w 2119654"/>
              <a:gd name="connsiteY79933" fmla="*/ 302360 h 2398711"/>
              <a:gd name="connsiteX79934" fmla="*/ 995318 w 2119654"/>
              <a:gd name="connsiteY79934" fmla="*/ 302789 h 2398711"/>
              <a:gd name="connsiteX79935" fmla="*/ 994986 w 2119654"/>
              <a:gd name="connsiteY79935" fmla="*/ 303926 h 2398711"/>
              <a:gd name="connsiteX79936" fmla="*/ 995832 w 2119654"/>
              <a:gd name="connsiteY79936" fmla="*/ 302613 h 2398711"/>
              <a:gd name="connsiteX79937" fmla="*/ 338183 w 2119654"/>
              <a:gd name="connsiteY79937" fmla="*/ 1773743 h 2398711"/>
              <a:gd name="connsiteX79938" fmla="*/ 338194 w 2119654"/>
              <a:gd name="connsiteY79938" fmla="*/ 1773748 h 2398711"/>
              <a:gd name="connsiteX79939" fmla="*/ 359428 w 2119654"/>
              <a:gd name="connsiteY79939" fmla="*/ 1774661 h 2398711"/>
              <a:gd name="connsiteX79940" fmla="*/ 359373 w 2119654"/>
              <a:gd name="connsiteY79940" fmla="*/ 1774230 h 2398711"/>
              <a:gd name="connsiteX79941" fmla="*/ 352108 w 2119654"/>
              <a:gd name="connsiteY79941" fmla="*/ 1771758 h 2398711"/>
              <a:gd name="connsiteX79942" fmla="*/ 348081 w 2119654"/>
              <a:gd name="connsiteY79942" fmla="*/ 1772372 h 2398711"/>
              <a:gd name="connsiteX79943" fmla="*/ 341771 w 2119654"/>
              <a:gd name="connsiteY79943" fmla="*/ 1765554 h 2398711"/>
              <a:gd name="connsiteX79944" fmla="*/ 344585 w 2119654"/>
              <a:gd name="connsiteY79944" fmla="*/ 1766692 h 2398711"/>
              <a:gd name="connsiteX79945" fmla="*/ 355147 w 2119654"/>
              <a:gd name="connsiteY79945" fmla="*/ 1770285 h 2398711"/>
              <a:gd name="connsiteX79946" fmla="*/ 358470 w 2119654"/>
              <a:gd name="connsiteY79946" fmla="*/ 1769835 h 2398711"/>
              <a:gd name="connsiteX79947" fmla="*/ 351751 w 2119654"/>
              <a:gd name="connsiteY79947" fmla="*/ 1767464 h 2398711"/>
              <a:gd name="connsiteX79948" fmla="*/ 349318 w 2119654"/>
              <a:gd name="connsiteY79948" fmla="*/ 1766568 h 2398711"/>
              <a:gd name="connsiteX79949" fmla="*/ 329221 w 2119654"/>
              <a:gd name="connsiteY79949" fmla="*/ 1793542 h 2398711"/>
              <a:gd name="connsiteX79950" fmla="*/ 338975 w 2119654"/>
              <a:gd name="connsiteY79950" fmla="*/ 1796906 h 2398711"/>
              <a:gd name="connsiteX79951" fmla="*/ 340758 w 2119654"/>
              <a:gd name="connsiteY79951" fmla="*/ 1796916 h 2398711"/>
              <a:gd name="connsiteX79952" fmla="*/ 335709 w 2119654"/>
              <a:gd name="connsiteY79952" fmla="*/ 1794498 h 2398711"/>
              <a:gd name="connsiteX79953" fmla="*/ 330595 w 2119654"/>
              <a:gd name="connsiteY79953" fmla="*/ 1793529 h 2398711"/>
              <a:gd name="connsiteX79954" fmla="*/ 359468 w 2119654"/>
              <a:gd name="connsiteY79954" fmla="*/ 1725802 h 2398711"/>
              <a:gd name="connsiteX79955" fmla="*/ 362415 w 2119654"/>
              <a:gd name="connsiteY79955" fmla="*/ 1727554 h 2398711"/>
              <a:gd name="connsiteX79956" fmla="*/ 365018 w 2119654"/>
              <a:gd name="connsiteY79956" fmla="*/ 1722750 h 2398711"/>
              <a:gd name="connsiteX79957" fmla="*/ 363588 w 2119654"/>
              <a:gd name="connsiteY79957" fmla="*/ 1722125 h 2398711"/>
              <a:gd name="connsiteX79958" fmla="*/ 361579 w 2119654"/>
              <a:gd name="connsiteY79958" fmla="*/ 1721889 h 2398711"/>
              <a:gd name="connsiteX79959" fmla="*/ 907984 w 2119654"/>
              <a:gd name="connsiteY79959" fmla="*/ 497560 h 2398711"/>
              <a:gd name="connsiteX79960" fmla="*/ 907919 w 2119654"/>
              <a:gd name="connsiteY79960" fmla="*/ 498356 h 2398711"/>
              <a:gd name="connsiteX79961" fmla="*/ 908640 w 2119654"/>
              <a:gd name="connsiteY79961" fmla="*/ 498633 h 2398711"/>
              <a:gd name="connsiteX79962" fmla="*/ 908920 w 2119654"/>
              <a:gd name="connsiteY79962" fmla="*/ 498251 h 2398711"/>
              <a:gd name="connsiteX79963" fmla="*/ 944507 w 2119654"/>
              <a:gd name="connsiteY79963" fmla="*/ 415673 h 2398711"/>
              <a:gd name="connsiteX79964" fmla="*/ 946960 w 2119654"/>
              <a:gd name="connsiteY79964" fmla="*/ 420424 h 2398711"/>
              <a:gd name="connsiteX79965" fmla="*/ 947689 w 2119654"/>
              <a:gd name="connsiteY79965" fmla="*/ 419345 h 2398711"/>
              <a:gd name="connsiteX79966" fmla="*/ 924810 w 2119654"/>
              <a:gd name="connsiteY79966" fmla="*/ 458583 h 2398711"/>
              <a:gd name="connsiteX79967" fmla="*/ 923197 w 2119654"/>
              <a:gd name="connsiteY79967" fmla="*/ 462886 h 2398711"/>
              <a:gd name="connsiteX79968" fmla="*/ 923353 w 2119654"/>
              <a:gd name="connsiteY79968" fmla="*/ 463351 h 2398711"/>
              <a:gd name="connsiteX79969" fmla="*/ 924953 w 2119654"/>
              <a:gd name="connsiteY79969" fmla="*/ 463986 h 2398711"/>
              <a:gd name="connsiteX79970" fmla="*/ 925401 w 2119654"/>
              <a:gd name="connsiteY79970" fmla="*/ 459336 h 2398711"/>
              <a:gd name="connsiteX79971" fmla="*/ 925262 w 2119654"/>
              <a:gd name="connsiteY79971" fmla="*/ 458960 h 2398711"/>
              <a:gd name="connsiteX79972" fmla="*/ 1000448 w 2119654"/>
              <a:gd name="connsiteY79972" fmla="*/ 289026 h 2398711"/>
              <a:gd name="connsiteX79973" fmla="*/ 995706 w 2119654"/>
              <a:gd name="connsiteY79973" fmla="*/ 301749 h 2398711"/>
              <a:gd name="connsiteX79974" fmla="*/ 996176 w 2119654"/>
              <a:gd name="connsiteY79974" fmla="*/ 302078 h 2398711"/>
              <a:gd name="connsiteX79975" fmla="*/ 999800 w 2119654"/>
              <a:gd name="connsiteY79975" fmla="*/ 296444 h 2398711"/>
              <a:gd name="connsiteX79976" fmla="*/ 1000261 w 2119654"/>
              <a:gd name="connsiteY79976" fmla="*/ 296285 h 2398711"/>
              <a:gd name="connsiteX79977" fmla="*/ 996424 w 2119654"/>
              <a:gd name="connsiteY79977" fmla="*/ 302249 h 2398711"/>
              <a:gd name="connsiteX79978" fmla="*/ 998246 w 2119654"/>
              <a:gd name="connsiteY79978" fmla="*/ 303518 h 2398711"/>
              <a:gd name="connsiteX79979" fmla="*/ 1005892 w 2119654"/>
              <a:gd name="connsiteY79979" fmla="*/ 308994 h 2398711"/>
              <a:gd name="connsiteX79980" fmla="*/ 335933 w 2119654"/>
              <a:gd name="connsiteY79980" fmla="*/ 1776871 h 2398711"/>
              <a:gd name="connsiteX79981" fmla="*/ 339639 w 2119654"/>
              <a:gd name="connsiteY79981" fmla="*/ 1779848 h 2398711"/>
              <a:gd name="connsiteX79982" fmla="*/ 347880 w 2119654"/>
              <a:gd name="connsiteY79982" fmla="*/ 1784760 h 2398711"/>
              <a:gd name="connsiteX79983" fmla="*/ 352022 w 2119654"/>
              <a:gd name="connsiteY79983" fmla="*/ 1787153 h 2398711"/>
              <a:gd name="connsiteX79984" fmla="*/ 361192 w 2119654"/>
              <a:gd name="connsiteY79984" fmla="*/ 1788627 h 2398711"/>
              <a:gd name="connsiteX79985" fmla="*/ 360983 w 2119654"/>
              <a:gd name="connsiteY79985" fmla="*/ 1786969 h 2398711"/>
              <a:gd name="connsiteX79986" fmla="*/ 343496 w 2119654"/>
              <a:gd name="connsiteY79986" fmla="*/ 1777774 h 2398711"/>
              <a:gd name="connsiteX79987" fmla="*/ 925702 w 2119654"/>
              <a:gd name="connsiteY79987" fmla="*/ 456201 h 2398711"/>
              <a:gd name="connsiteX79988" fmla="*/ 925492 w 2119654"/>
              <a:gd name="connsiteY79988" fmla="*/ 456763 h 2398711"/>
              <a:gd name="connsiteX79989" fmla="*/ 925631 w 2119654"/>
              <a:gd name="connsiteY79989" fmla="*/ 456945 h 2398711"/>
              <a:gd name="connsiteX79990" fmla="*/ 906289 w 2119654"/>
              <a:gd name="connsiteY79990" fmla="*/ 498159 h 2398711"/>
              <a:gd name="connsiteX79991" fmla="*/ 906663 w 2119654"/>
              <a:gd name="connsiteY79991" fmla="*/ 499204 h 2398711"/>
              <a:gd name="connsiteX79992" fmla="*/ 907251 w 2119654"/>
              <a:gd name="connsiteY79992" fmla="*/ 499630 h 2398711"/>
              <a:gd name="connsiteX79993" fmla="*/ 907337 w 2119654"/>
              <a:gd name="connsiteY79993" fmla="*/ 498578 h 2398711"/>
              <a:gd name="connsiteX79994" fmla="*/ 1004963 w 2119654"/>
              <a:gd name="connsiteY79994" fmla="*/ 276912 h 2398711"/>
              <a:gd name="connsiteX79995" fmla="*/ 1000985 w 2119654"/>
              <a:gd name="connsiteY79995" fmla="*/ 287585 h 2398711"/>
              <a:gd name="connsiteX79996" fmla="*/ 1001114 w 2119654"/>
              <a:gd name="connsiteY79996" fmla="*/ 288062 h 2398711"/>
              <a:gd name="connsiteX79997" fmla="*/ 1012235 w 2119654"/>
              <a:gd name="connsiteY79997" fmla="*/ 296026 h 2398711"/>
              <a:gd name="connsiteX79998" fmla="*/ 1014660 w 2119654"/>
              <a:gd name="connsiteY79998" fmla="*/ 291302 h 2398711"/>
              <a:gd name="connsiteX79999" fmla="*/ 1014560 w 2119654"/>
              <a:gd name="connsiteY79999" fmla="*/ 290937 h 2398711"/>
              <a:gd name="connsiteX80000" fmla="*/ 986658 w 2119654"/>
              <a:gd name="connsiteY80000" fmla="*/ 317427 h 2398711"/>
              <a:gd name="connsiteX80001" fmla="*/ 988278 w 2119654"/>
              <a:gd name="connsiteY80001" fmla="*/ 319160 h 2398711"/>
              <a:gd name="connsiteX80002" fmla="*/ 988824 w 2119654"/>
              <a:gd name="connsiteY80002" fmla="*/ 317288 h 2398711"/>
              <a:gd name="connsiteX80003" fmla="*/ 991683 w 2119654"/>
              <a:gd name="connsiteY80003" fmla="*/ 309617 h 2398711"/>
              <a:gd name="connsiteX80004" fmla="*/ 913474 w 2119654"/>
              <a:gd name="connsiteY80004" fmla="*/ 481297 h 2398711"/>
              <a:gd name="connsiteX80005" fmla="*/ 913937 w 2119654"/>
              <a:gd name="connsiteY80005" fmla="*/ 482561 h 2398711"/>
              <a:gd name="connsiteX80006" fmla="*/ 915126 w 2119654"/>
              <a:gd name="connsiteY80006" fmla="*/ 483749 h 2398711"/>
              <a:gd name="connsiteX80007" fmla="*/ 914620 w 2119654"/>
              <a:gd name="connsiteY80007" fmla="*/ 482575 h 2398711"/>
              <a:gd name="connsiteX80008" fmla="*/ 922551 w 2119654"/>
              <a:gd name="connsiteY80008" fmla="*/ 460967 h 2398711"/>
              <a:gd name="connsiteX80009" fmla="*/ 922903 w 2119654"/>
              <a:gd name="connsiteY80009" fmla="*/ 462012 h 2398711"/>
              <a:gd name="connsiteX80010" fmla="*/ 924336 w 2119654"/>
              <a:gd name="connsiteY80010" fmla="*/ 458188 h 2398711"/>
              <a:gd name="connsiteX80011" fmla="*/ 924207 w 2119654"/>
              <a:gd name="connsiteY80011" fmla="*/ 458080 h 2398711"/>
              <a:gd name="connsiteX80012" fmla="*/ 1006573 w 2119654"/>
              <a:gd name="connsiteY80012" fmla="*/ 272589 h 2398711"/>
              <a:gd name="connsiteX80013" fmla="*/ 1005130 w 2119654"/>
              <a:gd name="connsiteY80013" fmla="*/ 276465 h 2398711"/>
              <a:gd name="connsiteX80014" fmla="*/ 1014247 w 2119654"/>
              <a:gd name="connsiteY80014" fmla="*/ 289788 h 2398711"/>
              <a:gd name="connsiteX80015" fmla="*/ 1011533 w 2119654"/>
              <a:gd name="connsiteY80015" fmla="*/ 279837 h 2398711"/>
              <a:gd name="connsiteX80016" fmla="*/ 327456 w 2119654"/>
              <a:gd name="connsiteY80016" fmla="*/ 1792934 h 2398711"/>
              <a:gd name="connsiteX80017" fmla="*/ 327862 w 2119654"/>
              <a:gd name="connsiteY80017" fmla="*/ 1793074 h 2398711"/>
              <a:gd name="connsiteX80018" fmla="*/ 328178 w 2119654"/>
              <a:gd name="connsiteY80018" fmla="*/ 1793070 h 2398711"/>
              <a:gd name="connsiteX80019" fmla="*/ 985723 w 2119654"/>
              <a:gd name="connsiteY80019" fmla="*/ 318881 h 2398711"/>
              <a:gd name="connsiteX80020" fmla="*/ 987733 w 2119654"/>
              <a:gd name="connsiteY80020" fmla="*/ 321030 h 2398711"/>
              <a:gd name="connsiteX80021" fmla="*/ 987944 w 2119654"/>
              <a:gd name="connsiteY80021" fmla="*/ 320306 h 2398711"/>
              <a:gd name="connsiteX80022" fmla="*/ 986084 w 2119654"/>
              <a:gd name="connsiteY80022" fmla="*/ 318319 h 2398711"/>
              <a:gd name="connsiteX80023" fmla="*/ 336395 w 2119654"/>
              <a:gd name="connsiteY80023" fmla="*/ 1772802 h 2398711"/>
              <a:gd name="connsiteX80024" fmla="*/ 337385 w 2119654"/>
              <a:gd name="connsiteY80024" fmla="*/ 1773323 h 2398711"/>
              <a:gd name="connsiteX80025" fmla="*/ 350732 w 2119654"/>
              <a:gd name="connsiteY80025" fmla="*/ 1771289 h 2398711"/>
              <a:gd name="connsiteX80026" fmla="*/ 350241 w 2119654"/>
              <a:gd name="connsiteY80026" fmla="*/ 1771123 h 2398711"/>
              <a:gd name="connsiteX80027" fmla="*/ 355083 w 2119654"/>
              <a:gd name="connsiteY80027" fmla="*/ 1730946 h 2398711"/>
              <a:gd name="connsiteX80028" fmla="*/ 355418 w 2119654"/>
              <a:gd name="connsiteY80028" fmla="*/ 1734839 h 2398711"/>
              <a:gd name="connsiteX80029" fmla="*/ 356714 w 2119654"/>
              <a:gd name="connsiteY80029" fmla="*/ 1735409 h 2398711"/>
              <a:gd name="connsiteX80030" fmla="*/ 358147 w 2119654"/>
              <a:gd name="connsiteY80030" fmla="*/ 1735432 h 2398711"/>
              <a:gd name="connsiteX80031" fmla="*/ 359347 w 2119654"/>
              <a:gd name="connsiteY80031" fmla="*/ 1733217 h 2398711"/>
              <a:gd name="connsiteX80032" fmla="*/ 356108 w 2119654"/>
              <a:gd name="connsiteY80032" fmla="*/ 1731127 h 2398711"/>
              <a:gd name="connsiteX80033" fmla="*/ 1008296 w 2119654"/>
              <a:gd name="connsiteY80033" fmla="*/ 267968 h 2398711"/>
              <a:gd name="connsiteX80034" fmla="*/ 1006797 w 2119654"/>
              <a:gd name="connsiteY80034" fmla="*/ 271989 h 2398711"/>
              <a:gd name="connsiteX80035" fmla="*/ 1011113 w 2119654"/>
              <a:gd name="connsiteY80035" fmla="*/ 278296 h 2398711"/>
              <a:gd name="connsiteX80036" fmla="*/ 960552 w 2119654"/>
              <a:gd name="connsiteY80036" fmla="*/ 374817 h 2398711"/>
              <a:gd name="connsiteX80037" fmla="*/ 960594 w 2119654"/>
              <a:gd name="connsiteY80037" fmla="*/ 374970 h 2398711"/>
              <a:gd name="connsiteX80038" fmla="*/ 960880 w 2119654"/>
              <a:gd name="connsiteY80038" fmla="*/ 375710 h 2398711"/>
              <a:gd name="connsiteX80039" fmla="*/ 965364 w 2119654"/>
              <a:gd name="connsiteY80039" fmla="*/ 383055 h 2398711"/>
              <a:gd name="connsiteX80040" fmla="*/ 965926 w 2119654"/>
              <a:gd name="connsiteY80040" fmla="*/ 381123 h 2398711"/>
              <a:gd name="connsiteX80041" fmla="*/ 355039 w 2119654"/>
              <a:gd name="connsiteY80041" fmla="*/ 1730438 h 2398711"/>
              <a:gd name="connsiteX80042" fmla="*/ 355061 w 2119654"/>
              <a:gd name="connsiteY80042" fmla="*/ 1730692 h 2398711"/>
              <a:gd name="connsiteX80043" fmla="*/ 355586 w 2119654"/>
              <a:gd name="connsiteY80043" fmla="*/ 1730790 h 2398711"/>
              <a:gd name="connsiteX80044" fmla="*/ 919813 w 2119654"/>
              <a:gd name="connsiteY80044" fmla="*/ 465739 h 2398711"/>
              <a:gd name="connsiteX80045" fmla="*/ 920937 w 2119654"/>
              <a:gd name="connsiteY80045" fmla="*/ 467253 h 2398711"/>
              <a:gd name="connsiteX80046" fmla="*/ 921082 w 2119654"/>
              <a:gd name="connsiteY80046" fmla="*/ 466867 h 2398711"/>
              <a:gd name="connsiteX80047" fmla="*/ 920190 w 2119654"/>
              <a:gd name="connsiteY80047" fmla="*/ 465263 h 2398711"/>
              <a:gd name="connsiteX80048" fmla="*/ 920126 w 2119654"/>
              <a:gd name="connsiteY80048" fmla="*/ 465192 h 2398711"/>
              <a:gd name="connsiteX80049" fmla="*/ 367645 w 2119654"/>
              <a:gd name="connsiteY80049" fmla="*/ 1701775 h 2398711"/>
              <a:gd name="connsiteX80050" fmla="*/ 371007 w 2119654"/>
              <a:gd name="connsiteY80050" fmla="*/ 1703755 h 2398711"/>
              <a:gd name="connsiteX80051" fmla="*/ 371206 w 2119654"/>
              <a:gd name="connsiteY80051" fmla="*/ 1703728 h 2398711"/>
              <a:gd name="connsiteX80052" fmla="*/ 371859 w 2119654"/>
              <a:gd name="connsiteY80052" fmla="*/ 1702517 h 2398711"/>
              <a:gd name="connsiteX80053" fmla="*/ 370381 w 2119654"/>
              <a:gd name="connsiteY80053" fmla="*/ 1702065 h 2398711"/>
              <a:gd name="connsiteX80054" fmla="*/ 940957 w 2119654"/>
              <a:gd name="connsiteY80054" fmla="*/ 417572 h 2398711"/>
              <a:gd name="connsiteX80055" fmla="*/ 940336 w 2119654"/>
              <a:gd name="connsiteY80055" fmla="*/ 420764 h 2398711"/>
              <a:gd name="connsiteX80056" fmla="*/ 944301 w 2119654"/>
              <a:gd name="connsiteY80056" fmla="*/ 424364 h 2398711"/>
              <a:gd name="connsiteX80057" fmla="*/ 945680 w 2119654"/>
              <a:gd name="connsiteY80057" fmla="*/ 422321 h 2398711"/>
              <a:gd name="connsiteX80058" fmla="*/ 944510 w 2119654"/>
              <a:gd name="connsiteY80058" fmla="*/ 420116 h 2398711"/>
              <a:gd name="connsiteX80059" fmla="*/ 940361 w 2119654"/>
              <a:gd name="connsiteY80059" fmla="*/ 418557 h 2398711"/>
              <a:gd name="connsiteX80060" fmla="*/ 939761 w 2119654"/>
              <a:gd name="connsiteY80060" fmla="*/ 419979 h 2398711"/>
              <a:gd name="connsiteX80061" fmla="*/ 939754 w 2119654"/>
              <a:gd name="connsiteY80061" fmla="*/ 420237 h 2398711"/>
              <a:gd name="connsiteX80062" fmla="*/ 939969 w 2119654"/>
              <a:gd name="connsiteY80062" fmla="*/ 420432 h 2398711"/>
              <a:gd name="connsiteX80063" fmla="*/ 982729 w 2119654"/>
              <a:gd name="connsiteY80063" fmla="*/ 323533 h 2398711"/>
              <a:gd name="connsiteX80064" fmla="*/ 976141 w 2119654"/>
              <a:gd name="connsiteY80064" fmla="*/ 346112 h 2398711"/>
              <a:gd name="connsiteX80065" fmla="*/ 978675 w 2119654"/>
              <a:gd name="connsiteY80065" fmla="*/ 352110 h 2398711"/>
              <a:gd name="connsiteX80066" fmla="*/ 986792 w 2119654"/>
              <a:gd name="connsiteY80066" fmla="*/ 324260 h 2398711"/>
              <a:gd name="connsiteX80067" fmla="*/ 985911 w 2119654"/>
              <a:gd name="connsiteY80067" fmla="*/ 322391 h 2398711"/>
              <a:gd name="connsiteX80068" fmla="*/ 984550 w 2119654"/>
              <a:gd name="connsiteY80068" fmla="*/ 320701 h 2398711"/>
              <a:gd name="connsiteX80069" fmla="*/ 941829 w 2119654"/>
              <a:gd name="connsiteY80069" fmla="*/ 415069 h 2398711"/>
              <a:gd name="connsiteX80070" fmla="*/ 941113 w 2119654"/>
              <a:gd name="connsiteY80070" fmla="*/ 416769 h 2398711"/>
              <a:gd name="connsiteX80071" fmla="*/ 941038 w 2119654"/>
              <a:gd name="connsiteY80071" fmla="*/ 417153 h 2398711"/>
              <a:gd name="connsiteX80072" fmla="*/ 944098 w 2119654"/>
              <a:gd name="connsiteY80072" fmla="*/ 419344 h 2398711"/>
              <a:gd name="connsiteX80073" fmla="*/ 943822 w 2119654"/>
              <a:gd name="connsiteY80073" fmla="*/ 418825 h 2398711"/>
              <a:gd name="connsiteX80074" fmla="*/ 942596 w 2119654"/>
              <a:gd name="connsiteY80074" fmla="*/ 417561 h 2398711"/>
              <a:gd name="connsiteX80075" fmla="*/ 943038 w 2119654"/>
              <a:gd name="connsiteY80075" fmla="*/ 417619 h 2398711"/>
              <a:gd name="connsiteX80076" fmla="*/ 943357 w 2119654"/>
              <a:gd name="connsiteY80076" fmla="*/ 417947 h 2398711"/>
              <a:gd name="connsiteX80077" fmla="*/ 942965 w 2119654"/>
              <a:gd name="connsiteY80077" fmla="*/ 412371 h 2398711"/>
              <a:gd name="connsiteX80078" fmla="*/ 942892 w 2119654"/>
              <a:gd name="connsiteY80078" fmla="*/ 412544 h 2398711"/>
              <a:gd name="connsiteX80079" fmla="*/ 943852 w 2119654"/>
              <a:gd name="connsiteY80079" fmla="*/ 414402 h 2398711"/>
              <a:gd name="connsiteX80080" fmla="*/ 946006 w 2119654"/>
              <a:gd name="connsiteY80080" fmla="*/ 416822 h 2398711"/>
              <a:gd name="connsiteX80081" fmla="*/ 371853 w 2119654"/>
              <a:gd name="connsiteY80081" fmla="*/ 1690925 h 2398711"/>
              <a:gd name="connsiteX80082" fmla="*/ 374272 w 2119654"/>
              <a:gd name="connsiteY80082" fmla="*/ 1691978 h 2398711"/>
              <a:gd name="connsiteX80083" fmla="*/ 374825 w 2119654"/>
              <a:gd name="connsiteY80083" fmla="*/ 1692028 h 2398711"/>
              <a:gd name="connsiteX80084" fmla="*/ 374729 w 2119654"/>
              <a:gd name="connsiteY80084" fmla="*/ 1691024 h 2398711"/>
              <a:gd name="connsiteX80085" fmla="*/ 896665 w 2119654"/>
              <a:gd name="connsiteY80085" fmla="*/ 515594 h 2398711"/>
              <a:gd name="connsiteX80086" fmla="*/ 897367 w 2119654"/>
              <a:gd name="connsiteY80086" fmla="*/ 517005 h 2398711"/>
              <a:gd name="connsiteX80087" fmla="*/ 899937 w 2119654"/>
              <a:gd name="connsiteY80087" fmla="*/ 513446 h 2398711"/>
              <a:gd name="connsiteX80088" fmla="*/ 899294 w 2119654"/>
              <a:gd name="connsiteY80088" fmla="*/ 512004 h 2398711"/>
              <a:gd name="connsiteX80089" fmla="*/ 948465 w 2119654"/>
              <a:gd name="connsiteY80089" fmla="*/ 399309 h 2398711"/>
              <a:gd name="connsiteX80090" fmla="*/ 943123 w 2119654"/>
              <a:gd name="connsiteY80090" fmla="*/ 411995 h 2398711"/>
              <a:gd name="connsiteX80091" fmla="*/ 947984 w 2119654"/>
              <a:gd name="connsiteY80091" fmla="*/ 418909 h 2398711"/>
              <a:gd name="connsiteX80092" fmla="*/ 956600 w 2119654"/>
              <a:gd name="connsiteY80092" fmla="*/ 406147 h 2398711"/>
              <a:gd name="connsiteX80093" fmla="*/ 949014 w 2119654"/>
              <a:gd name="connsiteY80093" fmla="*/ 398008 h 2398711"/>
              <a:gd name="connsiteX80094" fmla="*/ 948589 w 2119654"/>
              <a:gd name="connsiteY80094" fmla="*/ 399017 h 2398711"/>
              <a:gd name="connsiteX80095" fmla="*/ 956852 w 2119654"/>
              <a:gd name="connsiteY80095" fmla="*/ 405774 h 2398711"/>
              <a:gd name="connsiteX80096" fmla="*/ 958342 w 2119654"/>
              <a:gd name="connsiteY80096" fmla="*/ 403566 h 2398711"/>
              <a:gd name="connsiteX80097" fmla="*/ 957021 w 2119654"/>
              <a:gd name="connsiteY80097" fmla="*/ 402779 h 2398711"/>
              <a:gd name="connsiteX80098" fmla="*/ 949798 w 2119654"/>
              <a:gd name="connsiteY80098" fmla="*/ 398625 h 2398711"/>
              <a:gd name="connsiteX80099" fmla="*/ 949999 w 2119654"/>
              <a:gd name="connsiteY80099" fmla="*/ 398595 h 2398711"/>
              <a:gd name="connsiteX80100" fmla="*/ 905387 w 2119654"/>
              <a:gd name="connsiteY80100" fmla="*/ 495644 h 2398711"/>
              <a:gd name="connsiteX80101" fmla="*/ 906110 w 2119654"/>
              <a:gd name="connsiteY80101" fmla="*/ 497662 h 2398711"/>
              <a:gd name="connsiteX80102" fmla="*/ 907372 w 2119654"/>
              <a:gd name="connsiteY80102" fmla="*/ 498146 h 2398711"/>
              <a:gd name="connsiteX80103" fmla="*/ 907452 w 2119654"/>
              <a:gd name="connsiteY80103" fmla="*/ 497168 h 2398711"/>
              <a:gd name="connsiteX80104" fmla="*/ 949548 w 2119654"/>
              <a:gd name="connsiteY80104" fmla="*/ 396739 h 2398711"/>
              <a:gd name="connsiteX80105" fmla="*/ 949338 w 2119654"/>
              <a:gd name="connsiteY80105" fmla="*/ 397239 h 2398711"/>
              <a:gd name="connsiteX80106" fmla="*/ 953958 w 2119654"/>
              <a:gd name="connsiteY80106" fmla="*/ 399993 h 2398711"/>
              <a:gd name="connsiteX80107" fmla="*/ 949945 w 2119654"/>
              <a:gd name="connsiteY80107" fmla="*/ 395798 h 2398711"/>
              <a:gd name="connsiteX80108" fmla="*/ 949907 w 2119654"/>
              <a:gd name="connsiteY80108" fmla="*/ 395887 h 2398711"/>
              <a:gd name="connsiteX80109" fmla="*/ 950639 w 2119654"/>
              <a:gd name="connsiteY80109" fmla="*/ 396427 h 2398711"/>
              <a:gd name="connsiteX80110" fmla="*/ 941547 w 2119654"/>
              <a:gd name="connsiteY80110" fmla="*/ 414539 h 2398711"/>
              <a:gd name="connsiteX80111" fmla="*/ 941319 w 2119654"/>
              <a:gd name="connsiteY80111" fmla="*/ 415710 h 2398711"/>
              <a:gd name="connsiteX80112" fmla="*/ 941695 w 2119654"/>
              <a:gd name="connsiteY80112" fmla="*/ 414819 h 2398711"/>
              <a:gd name="connsiteX80113" fmla="*/ 951488 w 2119654"/>
              <a:gd name="connsiteY80113" fmla="*/ 392259 h 2398711"/>
              <a:gd name="connsiteX80114" fmla="*/ 950099 w 2119654"/>
              <a:gd name="connsiteY80114" fmla="*/ 395438 h 2398711"/>
              <a:gd name="connsiteX80115" fmla="*/ 955173 w 2119654"/>
              <a:gd name="connsiteY80115" fmla="*/ 399685 h 2398711"/>
              <a:gd name="connsiteX80116" fmla="*/ 955676 w 2119654"/>
              <a:gd name="connsiteY80116" fmla="*/ 400142 h 2398711"/>
              <a:gd name="connsiteX80117" fmla="*/ 959001 w 2119654"/>
              <a:gd name="connsiteY80117" fmla="*/ 402595 h 2398711"/>
              <a:gd name="connsiteX80118" fmla="*/ 959006 w 2119654"/>
              <a:gd name="connsiteY80118" fmla="*/ 402585 h 2398711"/>
              <a:gd name="connsiteX80119" fmla="*/ 957505 w 2119654"/>
              <a:gd name="connsiteY80119" fmla="*/ 399138 h 2398711"/>
              <a:gd name="connsiteX80120" fmla="*/ 908772 w 2119654"/>
              <a:gd name="connsiteY80120" fmla="*/ 487908 h 2398711"/>
              <a:gd name="connsiteX80121" fmla="*/ 908121 w 2119654"/>
              <a:gd name="connsiteY80121" fmla="*/ 495888 h 2398711"/>
              <a:gd name="connsiteX80122" fmla="*/ 909580 w 2119654"/>
              <a:gd name="connsiteY80122" fmla="*/ 497348 h 2398711"/>
              <a:gd name="connsiteX80123" fmla="*/ 909923 w 2119654"/>
              <a:gd name="connsiteY80123" fmla="*/ 496881 h 2398711"/>
              <a:gd name="connsiteX80124" fmla="*/ 911490 w 2119654"/>
              <a:gd name="connsiteY80124" fmla="*/ 493162 h 2398711"/>
              <a:gd name="connsiteX80125" fmla="*/ 983819 w 2119654"/>
              <a:gd name="connsiteY80125" fmla="*/ 319795 h 2398711"/>
              <a:gd name="connsiteX80126" fmla="*/ 983024 w 2119654"/>
              <a:gd name="connsiteY80126" fmla="*/ 322518 h 2398711"/>
              <a:gd name="connsiteX80127" fmla="*/ 984352 w 2119654"/>
              <a:gd name="connsiteY80127" fmla="*/ 320455 h 2398711"/>
              <a:gd name="connsiteX80128" fmla="*/ 953002 w 2119654"/>
              <a:gd name="connsiteY80128" fmla="*/ 388797 h 2398711"/>
              <a:gd name="connsiteX80129" fmla="*/ 952519 w 2119654"/>
              <a:gd name="connsiteY80129" fmla="*/ 389899 h 2398711"/>
              <a:gd name="connsiteX80130" fmla="*/ 954539 w 2119654"/>
              <a:gd name="connsiteY80130" fmla="*/ 392326 h 2398711"/>
              <a:gd name="connsiteX80131" fmla="*/ 953426 w 2119654"/>
              <a:gd name="connsiteY80131" fmla="*/ 387826 h 2398711"/>
              <a:gd name="connsiteX80132" fmla="*/ 953224 w 2119654"/>
              <a:gd name="connsiteY80132" fmla="*/ 388286 h 2398711"/>
              <a:gd name="connsiteX80133" fmla="*/ 955476 w 2119654"/>
              <a:gd name="connsiteY80133" fmla="*/ 393453 h 2398711"/>
              <a:gd name="connsiteX80134" fmla="*/ 960688 w 2119654"/>
              <a:gd name="connsiteY80134" fmla="*/ 399720 h 2398711"/>
              <a:gd name="connsiteX80135" fmla="*/ 961953 w 2119654"/>
              <a:gd name="connsiteY80135" fmla="*/ 395242 h 2398711"/>
              <a:gd name="connsiteX80136" fmla="*/ 1015440 w 2119654"/>
              <a:gd name="connsiteY80136" fmla="*/ 248801 h 2398711"/>
              <a:gd name="connsiteX80137" fmla="*/ 1008667 w 2119654"/>
              <a:gd name="connsiteY80137" fmla="*/ 266972 h 2398711"/>
              <a:gd name="connsiteX80138" fmla="*/ 1009680 w 2119654"/>
              <a:gd name="connsiteY80138" fmla="*/ 270496 h 2398711"/>
              <a:gd name="connsiteX80139" fmla="*/ 1012266 w 2119654"/>
              <a:gd name="connsiteY80139" fmla="*/ 279982 h 2398711"/>
              <a:gd name="connsiteX80140" fmla="*/ 1016954 w 2119654"/>
              <a:gd name="connsiteY80140" fmla="*/ 286832 h 2398711"/>
              <a:gd name="connsiteX80141" fmla="*/ 1026512 w 2119654"/>
              <a:gd name="connsiteY80141" fmla="*/ 268209 h 2398711"/>
              <a:gd name="connsiteX80142" fmla="*/ 1018097 w 2119654"/>
              <a:gd name="connsiteY80142" fmla="*/ 253350 h 2398711"/>
              <a:gd name="connsiteX80143" fmla="*/ 912676 w 2119654"/>
              <a:gd name="connsiteY80143" fmla="*/ 478181 h 2398711"/>
              <a:gd name="connsiteX80144" fmla="*/ 912755 w 2119654"/>
              <a:gd name="connsiteY80144" fmla="*/ 478258 h 2398711"/>
              <a:gd name="connsiteX80145" fmla="*/ 912703 w 2119654"/>
              <a:gd name="connsiteY80145" fmla="*/ 478136 h 2398711"/>
              <a:gd name="connsiteX80146" fmla="*/ 984716 w 2119654"/>
              <a:gd name="connsiteY80146" fmla="*/ 316854 h 2398711"/>
              <a:gd name="connsiteX80147" fmla="*/ 984496 w 2119654"/>
              <a:gd name="connsiteY80147" fmla="*/ 317571 h 2398711"/>
              <a:gd name="connsiteX80148" fmla="*/ 985510 w 2119654"/>
              <a:gd name="connsiteY80148" fmla="*/ 318654 h 2398711"/>
              <a:gd name="connsiteX80149" fmla="*/ 985872 w 2119654"/>
              <a:gd name="connsiteY80149" fmla="*/ 318091 h 2398711"/>
              <a:gd name="connsiteX80150" fmla="*/ 942305 w 2119654"/>
              <a:gd name="connsiteY80150" fmla="*/ 411407 h 2398711"/>
              <a:gd name="connsiteX80151" fmla="*/ 942761 w 2119654"/>
              <a:gd name="connsiteY80151" fmla="*/ 412287 h 2398711"/>
              <a:gd name="connsiteX80152" fmla="*/ 942816 w 2119654"/>
              <a:gd name="connsiteY80152" fmla="*/ 412155 h 2398711"/>
              <a:gd name="connsiteX80153" fmla="*/ 911540 w 2119654"/>
              <a:gd name="connsiteY80153" fmla="*/ 480163 h 2398711"/>
              <a:gd name="connsiteX80154" fmla="*/ 913272 w 2119654"/>
              <a:gd name="connsiteY80154" fmla="*/ 481895 h 2398711"/>
              <a:gd name="connsiteX80155" fmla="*/ 912754 w 2119654"/>
              <a:gd name="connsiteY80155" fmla="*/ 480494 h 2398711"/>
              <a:gd name="connsiteX80156" fmla="*/ 911898 w 2119654"/>
              <a:gd name="connsiteY80156" fmla="*/ 479539 h 2398711"/>
              <a:gd name="connsiteX80157" fmla="*/ 939847 w 2119654"/>
              <a:gd name="connsiteY80157" fmla="*/ 416778 h 2398711"/>
              <a:gd name="connsiteX80158" fmla="*/ 939778 w 2119654"/>
              <a:gd name="connsiteY80158" fmla="*/ 419371 h 2398711"/>
              <a:gd name="connsiteX80159" fmla="*/ 940596 w 2119654"/>
              <a:gd name="connsiteY80159" fmla="*/ 417428 h 2398711"/>
              <a:gd name="connsiteX80160" fmla="*/ 940617 w 2119654"/>
              <a:gd name="connsiteY80160" fmla="*/ 417328 h 2398711"/>
              <a:gd name="connsiteX80161" fmla="*/ 952779 w 2119654"/>
              <a:gd name="connsiteY80161" fmla="*/ 387262 h 2398711"/>
              <a:gd name="connsiteX80162" fmla="*/ 953171 w 2119654"/>
              <a:gd name="connsiteY80162" fmla="*/ 388162 h 2398711"/>
              <a:gd name="connsiteX80163" fmla="*/ 953347 w 2119654"/>
              <a:gd name="connsiteY80163" fmla="*/ 387757 h 2398711"/>
              <a:gd name="connsiteX80164" fmla="*/ 910108 w 2119654"/>
              <a:gd name="connsiteY80164" fmla="*/ 482658 h 2398711"/>
              <a:gd name="connsiteX80165" fmla="*/ 913216 w 2119654"/>
              <a:gd name="connsiteY80165" fmla="*/ 486843 h 2398711"/>
              <a:gd name="connsiteX80166" fmla="*/ 913368 w 2119654"/>
              <a:gd name="connsiteY80166" fmla="*/ 487139 h 2398711"/>
              <a:gd name="connsiteX80167" fmla="*/ 913832 w 2119654"/>
              <a:gd name="connsiteY80167" fmla="*/ 487604 h 2398711"/>
              <a:gd name="connsiteX80168" fmla="*/ 914496 w 2119654"/>
              <a:gd name="connsiteY80168" fmla="*/ 486031 h 2398711"/>
              <a:gd name="connsiteX80169" fmla="*/ 910682 w 2119654"/>
              <a:gd name="connsiteY80169" fmla="*/ 481656 h 2398711"/>
              <a:gd name="connsiteX80170" fmla="*/ 332945 w 2119654"/>
              <a:gd name="connsiteY80170" fmla="*/ 1774469 h 2398711"/>
              <a:gd name="connsiteX80171" fmla="*/ 335561 w 2119654"/>
              <a:gd name="connsiteY80171" fmla="*/ 1776571 h 2398711"/>
              <a:gd name="connsiteX80172" fmla="*/ 342868 w 2119654"/>
              <a:gd name="connsiteY80172" fmla="*/ 1777444 h 2398711"/>
              <a:gd name="connsiteX80173" fmla="*/ 336741 w 2119654"/>
              <a:gd name="connsiteY80173" fmla="*/ 1774222 h 2398711"/>
              <a:gd name="connsiteX80174" fmla="*/ 335198 w 2119654"/>
              <a:gd name="connsiteY80174" fmla="*/ 1774156 h 2398711"/>
              <a:gd name="connsiteX80175" fmla="*/ 365714 w 2119654"/>
              <a:gd name="connsiteY80175" fmla="*/ 1700637 h 2398711"/>
              <a:gd name="connsiteX80176" fmla="*/ 366549 w 2119654"/>
              <a:gd name="connsiteY80176" fmla="*/ 1701129 h 2398711"/>
              <a:gd name="connsiteX80177" fmla="*/ 367657 w 2119654"/>
              <a:gd name="connsiteY80177" fmla="*/ 1701231 h 2398711"/>
              <a:gd name="connsiteX80178" fmla="*/ 1031884 w 2119654"/>
              <a:gd name="connsiteY80178" fmla="*/ 208942 h 2398711"/>
              <a:gd name="connsiteX80179" fmla="*/ 1017478 w 2119654"/>
              <a:gd name="connsiteY80179" fmla="*/ 243333 h 2398711"/>
              <a:gd name="connsiteX80180" fmla="*/ 1015519 w 2119654"/>
              <a:gd name="connsiteY80180" fmla="*/ 248588 h 2398711"/>
              <a:gd name="connsiteX80181" fmla="*/ 1026313 w 2119654"/>
              <a:gd name="connsiteY80181" fmla="*/ 267062 h 2398711"/>
              <a:gd name="connsiteX80182" fmla="*/ 1026726 w 2119654"/>
              <a:gd name="connsiteY80182" fmla="*/ 267792 h 2398711"/>
              <a:gd name="connsiteX80183" fmla="*/ 1036939 w 2119654"/>
              <a:gd name="connsiteY80183" fmla="*/ 247892 h 2398711"/>
              <a:gd name="connsiteX80184" fmla="*/ 1041309 w 2119654"/>
              <a:gd name="connsiteY80184" fmla="*/ 239653 h 2398711"/>
              <a:gd name="connsiteX80185" fmla="*/ 1039938 w 2119654"/>
              <a:gd name="connsiteY80185" fmla="*/ 237826 h 2398711"/>
              <a:gd name="connsiteX80186" fmla="*/ 1040142 w 2119654"/>
              <a:gd name="connsiteY80186" fmla="*/ 237879 h 2398711"/>
              <a:gd name="connsiteX80187" fmla="*/ 1041377 w 2119654"/>
              <a:gd name="connsiteY80187" fmla="*/ 239524 h 2398711"/>
              <a:gd name="connsiteX80188" fmla="*/ 1042517 w 2119654"/>
              <a:gd name="connsiteY80188" fmla="*/ 237373 h 2398711"/>
              <a:gd name="connsiteX80189" fmla="*/ 904666 w 2119654"/>
              <a:gd name="connsiteY80189" fmla="*/ 493637 h 2398711"/>
              <a:gd name="connsiteX80190" fmla="*/ 904981 w 2119654"/>
              <a:gd name="connsiteY80190" fmla="*/ 494514 h 2398711"/>
              <a:gd name="connsiteX80191" fmla="*/ 906761 w 2119654"/>
              <a:gd name="connsiteY80191" fmla="*/ 495825 h 2398711"/>
              <a:gd name="connsiteX80192" fmla="*/ 897796 w 2119654"/>
              <a:gd name="connsiteY80192" fmla="*/ 509004 h 2398711"/>
              <a:gd name="connsiteX80193" fmla="*/ 896794 w 2119654"/>
              <a:gd name="connsiteY80193" fmla="*/ 514813 h 2398711"/>
              <a:gd name="connsiteX80194" fmla="*/ 899127 w 2119654"/>
              <a:gd name="connsiteY80194" fmla="*/ 511628 h 2398711"/>
              <a:gd name="connsiteX80195" fmla="*/ 898376 w 2119654"/>
              <a:gd name="connsiteY80195" fmla="*/ 509944 h 2398711"/>
              <a:gd name="connsiteX80196" fmla="*/ 897951 w 2119654"/>
              <a:gd name="connsiteY80196" fmla="*/ 509104 h 2398711"/>
              <a:gd name="connsiteX80197" fmla="*/ 375810 w 2119654"/>
              <a:gd name="connsiteY80197" fmla="*/ 1677500 h 2398711"/>
              <a:gd name="connsiteX80198" fmla="*/ 376700 w 2119654"/>
              <a:gd name="connsiteY80198" fmla="*/ 1678303 h 2398711"/>
              <a:gd name="connsiteX80199" fmla="*/ 378765 w 2119654"/>
              <a:gd name="connsiteY80199" fmla="*/ 1678891 h 2398711"/>
              <a:gd name="connsiteX80200" fmla="*/ 378194 w 2119654"/>
              <a:gd name="connsiteY80200" fmla="*/ 1678560 h 2398711"/>
              <a:gd name="connsiteX80201" fmla="*/ 1035403 w 2119654"/>
              <a:gd name="connsiteY80201" fmla="*/ 200541 h 2398711"/>
              <a:gd name="connsiteX80202" fmla="*/ 1032104 w 2119654"/>
              <a:gd name="connsiteY80202" fmla="*/ 208417 h 2398711"/>
              <a:gd name="connsiteX80203" fmla="*/ 1042762 w 2119654"/>
              <a:gd name="connsiteY80203" fmla="*/ 236912 h 2398711"/>
              <a:gd name="connsiteX80204" fmla="*/ 1045609 w 2119654"/>
              <a:gd name="connsiteY80204" fmla="*/ 231544 h 2398711"/>
              <a:gd name="connsiteX80205" fmla="*/ 1037618 w 2119654"/>
              <a:gd name="connsiteY80205" fmla="*/ 195252 h 2398711"/>
              <a:gd name="connsiteX80206" fmla="*/ 1035997 w 2119654"/>
              <a:gd name="connsiteY80206" fmla="*/ 199124 h 2398711"/>
              <a:gd name="connsiteX80207" fmla="*/ 1039255 w 2119654"/>
              <a:gd name="connsiteY80207" fmla="*/ 207836 h 2398711"/>
              <a:gd name="connsiteX80208" fmla="*/ 1046504 w 2119654"/>
              <a:gd name="connsiteY80208" fmla="*/ 229858 h 2398711"/>
              <a:gd name="connsiteX80209" fmla="*/ 1048023 w 2119654"/>
              <a:gd name="connsiteY80209" fmla="*/ 226993 h 2398711"/>
              <a:gd name="connsiteX80210" fmla="*/ 1042930 w 2119654"/>
              <a:gd name="connsiteY80210" fmla="*/ 218277 h 2398711"/>
              <a:gd name="connsiteX80211" fmla="*/ 1043381 w 2119654"/>
              <a:gd name="connsiteY80211" fmla="*/ 218456 h 2398711"/>
              <a:gd name="connsiteX80212" fmla="*/ 1048188 w 2119654"/>
              <a:gd name="connsiteY80212" fmla="*/ 226683 h 2398711"/>
              <a:gd name="connsiteX80213" fmla="*/ 1052153 w 2119654"/>
              <a:gd name="connsiteY80213" fmla="*/ 219205 h 2398711"/>
              <a:gd name="connsiteX80214" fmla="*/ 1052393 w 2119654"/>
              <a:gd name="connsiteY80214" fmla="*/ 219097 h 2398711"/>
              <a:gd name="connsiteX80215" fmla="*/ 1048283 w 2119654"/>
              <a:gd name="connsiteY80215" fmla="*/ 226847 h 2398711"/>
              <a:gd name="connsiteX80216" fmla="*/ 1055835 w 2119654"/>
              <a:gd name="connsiteY80216" fmla="*/ 239773 h 2398711"/>
              <a:gd name="connsiteX80217" fmla="*/ 1058951 w 2119654"/>
              <a:gd name="connsiteY80217" fmla="*/ 233052 h 2398711"/>
              <a:gd name="connsiteX80218" fmla="*/ 1059437 w 2119654"/>
              <a:gd name="connsiteY80218" fmla="*/ 232105 h 2398711"/>
              <a:gd name="connsiteX80219" fmla="*/ 1060524 w 2119654"/>
              <a:gd name="connsiteY80219" fmla="*/ 229607 h 2398711"/>
              <a:gd name="connsiteX80220" fmla="*/ 1060709 w 2119654"/>
              <a:gd name="connsiteY80220" fmla="*/ 229507 h 2398711"/>
              <a:gd name="connsiteX80221" fmla="*/ 1060369 w 2119654"/>
              <a:gd name="connsiteY80221" fmla="*/ 230290 h 2398711"/>
              <a:gd name="connsiteX80222" fmla="*/ 1061532 w 2119654"/>
              <a:gd name="connsiteY80222" fmla="*/ 228024 h 2398711"/>
              <a:gd name="connsiteX80223" fmla="*/ 332407 w 2119654"/>
              <a:gd name="connsiteY80223" fmla="*/ 1774036 h 2398711"/>
              <a:gd name="connsiteX80224" fmla="*/ 332454 w 2119654"/>
              <a:gd name="connsiteY80224" fmla="*/ 1774074 h 2398711"/>
              <a:gd name="connsiteX80225" fmla="*/ 332637 w 2119654"/>
              <a:gd name="connsiteY80225" fmla="*/ 1774046 h 2398711"/>
              <a:gd name="connsiteX80226" fmla="*/ 327546 w 2119654"/>
              <a:gd name="connsiteY80226" fmla="*/ 1784868 h 2398711"/>
              <a:gd name="connsiteX80227" fmla="*/ 333510 w 2119654"/>
              <a:gd name="connsiteY80227" fmla="*/ 1788425 h 2398711"/>
              <a:gd name="connsiteX80228" fmla="*/ 347953 w 2119654"/>
              <a:gd name="connsiteY80228" fmla="*/ 1790393 h 2398711"/>
              <a:gd name="connsiteX80229" fmla="*/ 344925 w 2119654"/>
              <a:gd name="connsiteY80229" fmla="*/ 1787861 h 2398711"/>
              <a:gd name="connsiteX80230" fmla="*/ 973102 w 2119654"/>
              <a:gd name="connsiteY80230" fmla="*/ 338919 h 2398711"/>
              <a:gd name="connsiteX80231" fmla="*/ 975952 w 2119654"/>
              <a:gd name="connsiteY80231" fmla="*/ 345665 h 2398711"/>
              <a:gd name="connsiteX80232" fmla="*/ 978939 w 2119654"/>
              <a:gd name="connsiteY80232" fmla="*/ 335088 h 2398711"/>
              <a:gd name="connsiteX80233" fmla="*/ 982254 w 2119654"/>
              <a:gd name="connsiteY80233" fmla="*/ 324271 h 2398711"/>
              <a:gd name="connsiteX80234" fmla="*/ 982125 w 2119654"/>
              <a:gd name="connsiteY80234" fmla="*/ 324471 h 2398711"/>
              <a:gd name="connsiteX80235" fmla="*/ 904562 w 2119654"/>
              <a:gd name="connsiteY80235" fmla="*/ 492328 h 2398711"/>
              <a:gd name="connsiteX80236" fmla="*/ 907599 w 2119654"/>
              <a:gd name="connsiteY80236" fmla="*/ 495365 h 2398711"/>
              <a:gd name="connsiteX80237" fmla="*/ 908239 w 2119654"/>
              <a:gd name="connsiteY80237" fmla="*/ 487525 h 2398711"/>
              <a:gd name="connsiteX80238" fmla="*/ 907504 w 2119654"/>
              <a:gd name="connsiteY80238" fmla="*/ 487197 h 2398711"/>
              <a:gd name="connsiteX80239" fmla="*/ 1044386 w 2119654"/>
              <a:gd name="connsiteY80239" fmla="*/ 179212 h 2398711"/>
              <a:gd name="connsiteX80240" fmla="*/ 1043064 w 2119654"/>
              <a:gd name="connsiteY80240" fmla="*/ 182253 h 2398711"/>
              <a:gd name="connsiteX80241" fmla="*/ 1037728 w 2119654"/>
              <a:gd name="connsiteY80241" fmla="*/ 194991 h 2398711"/>
              <a:gd name="connsiteX80242" fmla="*/ 1044285 w 2119654"/>
              <a:gd name="connsiteY80242" fmla="*/ 203731 h 2398711"/>
              <a:gd name="connsiteX80243" fmla="*/ 1061730 w 2119654"/>
              <a:gd name="connsiteY80243" fmla="*/ 227638 h 2398711"/>
              <a:gd name="connsiteX80244" fmla="*/ 1066598 w 2119654"/>
              <a:gd name="connsiteY80244" fmla="*/ 218154 h 2398711"/>
              <a:gd name="connsiteX80245" fmla="*/ 1049634 w 2119654"/>
              <a:gd name="connsiteY80245" fmla="*/ 188196 h 2398711"/>
              <a:gd name="connsiteX80246" fmla="*/ 939986 w 2119654"/>
              <a:gd name="connsiteY80246" fmla="*/ 411600 h 2398711"/>
              <a:gd name="connsiteX80247" fmla="*/ 939859 w 2119654"/>
              <a:gd name="connsiteY80247" fmla="*/ 416309 h 2398711"/>
              <a:gd name="connsiteX80248" fmla="*/ 940703 w 2119654"/>
              <a:gd name="connsiteY80248" fmla="*/ 416913 h 2398711"/>
              <a:gd name="connsiteX80249" fmla="*/ 941296 w 2119654"/>
              <a:gd name="connsiteY80249" fmla="*/ 414068 h 2398711"/>
              <a:gd name="connsiteX80250" fmla="*/ 920553 w 2119654"/>
              <a:gd name="connsiteY80250" fmla="*/ 455033 h 2398711"/>
              <a:gd name="connsiteX80251" fmla="*/ 921564 w 2119654"/>
              <a:gd name="connsiteY80251" fmla="*/ 458036 h 2398711"/>
              <a:gd name="connsiteX80252" fmla="*/ 922498 w 2119654"/>
              <a:gd name="connsiteY80252" fmla="*/ 456654 h 2398711"/>
              <a:gd name="connsiteX80253" fmla="*/ 351026 w 2119654"/>
              <a:gd name="connsiteY80253" fmla="*/ 1730227 h 2398711"/>
              <a:gd name="connsiteX80254" fmla="*/ 354272 w 2119654"/>
              <a:gd name="connsiteY80254" fmla="*/ 1733684 h 2398711"/>
              <a:gd name="connsiteX80255" fmla="*/ 354020 w 2119654"/>
              <a:gd name="connsiteY80255" fmla="*/ 1730757 h 2398711"/>
              <a:gd name="connsiteX80256" fmla="*/ 917186 w 2119654"/>
              <a:gd name="connsiteY80256" fmla="*/ 462200 h 2398711"/>
              <a:gd name="connsiteX80257" fmla="*/ 918226 w 2119654"/>
              <a:gd name="connsiteY80257" fmla="*/ 463601 h 2398711"/>
              <a:gd name="connsiteX80258" fmla="*/ 918430 w 2119654"/>
              <a:gd name="connsiteY80258" fmla="*/ 463245 h 2398711"/>
              <a:gd name="connsiteX80259" fmla="*/ 917731 w 2119654"/>
              <a:gd name="connsiteY80259" fmla="*/ 462442 h 2398711"/>
              <a:gd name="connsiteX80260" fmla="*/ 910833 w 2119654"/>
              <a:gd name="connsiteY80260" fmla="*/ 476405 h 2398711"/>
              <a:gd name="connsiteX80261" fmla="*/ 910864 w 2119654"/>
              <a:gd name="connsiteY80261" fmla="*/ 476434 h 2398711"/>
              <a:gd name="connsiteX80262" fmla="*/ 911077 w 2119654"/>
              <a:gd name="connsiteY80262" fmla="*/ 476063 h 2398711"/>
              <a:gd name="connsiteX80263" fmla="*/ 331596 w 2119654"/>
              <a:gd name="connsiteY80263" fmla="*/ 1773384 h 2398711"/>
              <a:gd name="connsiteX80264" fmla="*/ 331702 w 2119654"/>
              <a:gd name="connsiteY80264" fmla="*/ 1773470 h 2398711"/>
              <a:gd name="connsiteX80265" fmla="*/ 335383 w 2119654"/>
              <a:gd name="connsiteY80265" fmla="*/ 1773628 h 2398711"/>
              <a:gd name="connsiteX80266" fmla="*/ 335559 w 2119654"/>
              <a:gd name="connsiteY80266" fmla="*/ 1773601 h 2398711"/>
              <a:gd name="connsiteX80267" fmla="*/ 334482 w 2119654"/>
              <a:gd name="connsiteY80267" fmla="*/ 1773035 h 2398711"/>
              <a:gd name="connsiteX80268" fmla="*/ 374794 w 2119654"/>
              <a:gd name="connsiteY80268" fmla="*/ 1676587 h 2398711"/>
              <a:gd name="connsiteX80269" fmla="*/ 375192 w 2119654"/>
              <a:gd name="connsiteY80269" fmla="*/ 1676945 h 2398711"/>
              <a:gd name="connsiteX80270" fmla="*/ 375357 w 2119654"/>
              <a:gd name="connsiteY80270" fmla="*/ 1677018 h 2398711"/>
              <a:gd name="connsiteX80271" fmla="*/ 375931 w 2119654"/>
              <a:gd name="connsiteY80271" fmla="*/ 1677246 h 2398711"/>
              <a:gd name="connsiteX80272" fmla="*/ 890609 w 2119654"/>
              <a:gd name="connsiteY80272" fmla="*/ 521525 h 2398711"/>
              <a:gd name="connsiteX80273" fmla="*/ 890213 w 2119654"/>
              <a:gd name="connsiteY80273" fmla="*/ 522460 h 2398711"/>
              <a:gd name="connsiteX80274" fmla="*/ 890723 w 2119654"/>
              <a:gd name="connsiteY80274" fmla="*/ 522710 h 2398711"/>
              <a:gd name="connsiteX80275" fmla="*/ 890816 w 2119654"/>
              <a:gd name="connsiteY80275" fmla="*/ 522696 h 2398711"/>
              <a:gd name="connsiteX80276" fmla="*/ 909673 w 2119654"/>
              <a:gd name="connsiteY80276" fmla="*/ 478030 h 2398711"/>
              <a:gd name="connsiteX80277" fmla="*/ 909839 w 2119654"/>
              <a:gd name="connsiteY80277" fmla="*/ 478222 h 2398711"/>
              <a:gd name="connsiteX80278" fmla="*/ 910182 w 2119654"/>
              <a:gd name="connsiteY80278" fmla="*/ 477623 h 2398711"/>
              <a:gd name="connsiteX80279" fmla="*/ 910061 w 2119654"/>
              <a:gd name="connsiteY80279" fmla="*/ 477487 h 2398711"/>
              <a:gd name="connsiteX80280" fmla="*/ 968376 w 2119654"/>
              <a:gd name="connsiteY80280" fmla="*/ 346484 h 2398711"/>
              <a:gd name="connsiteX80281" fmla="*/ 971472 w 2119654"/>
              <a:gd name="connsiteY80281" fmla="*/ 357163 h 2398711"/>
              <a:gd name="connsiteX80282" fmla="*/ 972474 w 2119654"/>
              <a:gd name="connsiteY80282" fmla="*/ 357983 h 2398711"/>
              <a:gd name="connsiteX80283" fmla="*/ 975584 w 2119654"/>
              <a:gd name="connsiteY80283" fmla="*/ 346970 h 2398711"/>
              <a:gd name="connsiteX80284" fmla="*/ 972553 w 2119654"/>
              <a:gd name="connsiteY80284" fmla="*/ 339797 h 2398711"/>
              <a:gd name="connsiteX80285" fmla="*/ 982419 w 2119654"/>
              <a:gd name="connsiteY80285" fmla="*/ 314400 h 2398711"/>
              <a:gd name="connsiteX80286" fmla="*/ 983317 w 2119654"/>
              <a:gd name="connsiteY80286" fmla="*/ 316310 h 2398711"/>
              <a:gd name="connsiteX80287" fmla="*/ 984354 w 2119654"/>
              <a:gd name="connsiteY80287" fmla="*/ 317418 h 2398711"/>
              <a:gd name="connsiteX80288" fmla="*/ 984573 w 2119654"/>
              <a:gd name="connsiteY80288" fmla="*/ 316703 h 2398711"/>
              <a:gd name="connsiteX80289" fmla="*/ 354230 w 2119654"/>
              <a:gd name="connsiteY80289" fmla="*/ 1721025 h 2398711"/>
              <a:gd name="connsiteX80290" fmla="*/ 354364 w 2119654"/>
              <a:gd name="connsiteY80290" fmla="*/ 1722584 h 2398711"/>
              <a:gd name="connsiteX80291" fmla="*/ 354822 w 2119654"/>
              <a:gd name="connsiteY80291" fmla="*/ 1723038 h 2398711"/>
              <a:gd name="connsiteX80292" fmla="*/ 359339 w 2119654"/>
              <a:gd name="connsiteY80292" fmla="*/ 1725725 h 2398711"/>
              <a:gd name="connsiteX80293" fmla="*/ 361419 w 2119654"/>
              <a:gd name="connsiteY80293" fmla="*/ 1721870 h 2398711"/>
              <a:gd name="connsiteX80294" fmla="*/ 374611 w 2119654"/>
              <a:gd name="connsiteY80294" fmla="*/ 1675308 h 2398711"/>
              <a:gd name="connsiteX80295" fmla="*/ 374669 w 2119654"/>
              <a:gd name="connsiteY80295" fmla="*/ 1676359 h 2398711"/>
              <a:gd name="connsiteX80296" fmla="*/ 375643 w 2119654"/>
              <a:gd name="connsiteY80296" fmla="*/ 1676924 h 2398711"/>
              <a:gd name="connsiteX80297" fmla="*/ 376900 w 2119654"/>
              <a:gd name="connsiteY80297" fmla="*/ 1677632 h 2398711"/>
              <a:gd name="connsiteX80298" fmla="*/ 378994 w 2119654"/>
              <a:gd name="connsiteY80298" fmla="*/ 1678463 h 2398711"/>
              <a:gd name="connsiteX80299" fmla="*/ 909660 w 2119654"/>
              <a:gd name="connsiteY80299" fmla="*/ 477038 h 2398711"/>
              <a:gd name="connsiteX80300" fmla="*/ 909621 w 2119654"/>
              <a:gd name="connsiteY80300" fmla="*/ 477513 h 2398711"/>
              <a:gd name="connsiteX80301" fmla="*/ 909830 w 2119654"/>
              <a:gd name="connsiteY80301" fmla="*/ 477228 h 2398711"/>
              <a:gd name="connsiteX80302" fmla="*/ 908202 w 2119654"/>
              <a:gd name="connsiteY80302" fmla="*/ 480092 h 2398711"/>
              <a:gd name="connsiteX80303" fmla="*/ 908522 w 2119654"/>
              <a:gd name="connsiteY80303" fmla="*/ 480522 h 2398711"/>
              <a:gd name="connsiteX80304" fmla="*/ 908858 w 2119654"/>
              <a:gd name="connsiteY80304" fmla="*/ 479936 h 2398711"/>
              <a:gd name="connsiteX80305" fmla="*/ 908886 w 2119654"/>
              <a:gd name="connsiteY80305" fmla="*/ 479594 h 2398711"/>
              <a:gd name="connsiteX80306" fmla="*/ 908705 w 2119654"/>
              <a:gd name="connsiteY80306" fmla="*/ 479387 h 2398711"/>
              <a:gd name="connsiteX80307" fmla="*/ 323937 w 2119654"/>
              <a:gd name="connsiteY80307" fmla="*/ 1787684 h 2398711"/>
              <a:gd name="connsiteX80308" fmla="*/ 325740 w 2119654"/>
              <a:gd name="connsiteY80308" fmla="*/ 1788491 h 2398711"/>
              <a:gd name="connsiteX80309" fmla="*/ 332275 w 2119654"/>
              <a:gd name="connsiteY80309" fmla="*/ 1789729 h 2398711"/>
              <a:gd name="connsiteX80310" fmla="*/ 330302 w 2119654"/>
              <a:gd name="connsiteY80310" fmla="*/ 1788552 h 2398711"/>
              <a:gd name="connsiteX80311" fmla="*/ 945186 w 2119654"/>
              <a:gd name="connsiteY80311" fmla="*/ 396553 h 2398711"/>
              <a:gd name="connsiteX80312" fmla="*/ 943114 w 2119654"/>
              <a:gd name="connsiteY80312" fmla="*/ 406487 h 2398711"/>
              <a:gd name="connsiteX80313" fmla="*/ 942276 w 2119654"/>
              <a:gd name="connsiteY80313" fmla="*/ 410793 h 2398711"/>
              <a:gd name="connsiteX80314" fmla="*/ 942973 w 2119654"/>
              <a:gd name="connsiteY80314" fmla="*/ 411784 h 2398711"/>
              <a:gd name="connsiteX80315" fmla="*/ 946302 w 2119654"/>
              <a:gd name="connsiteY80315" fmla="*/ 403880 h 2398711"/>
              <a:gd name="connsiteX80316" fmla="*/ 948343 w 2119654"/>
              <a:gd name="connsiteY80316" fmla="*/ 399208 h 2398711"/>
              <a:gd name="connsiteX80317" fmla="*/ 375586 w 2119654"/>
              <a:gd name="connsiteY80317" fmla="*/ 1671789 h 2398711"/>
              <a:gd name="connsiteX80318" fmla="*/ 385127 w 2119654"/>
              <a:gd name="connsiteY80318" fmla="*/ 1679649 h 2398711"/>
              <a:gd name="connsiteX80319" fmla="*/ 385351 w 2119654"/>
              <a:gd name="connsiteY80319" fmla="*/ 1679266 h 2398711"/>
              <a:gd name="connsiteX80320" fmla="*/ 376743 w 2119654"/>
              <a:gd name="connsiteY80320" fmla="*/ 1672200 h 2398711"/>
              <a:gd name="connsiteX80321" fmla="*/ 945340 w 2119654"/>
              <a:gd name="connsiteY80321" fmla="*/ 395819 h 2398711"/>
              <a:gd name="connsiteX80322" fmla="*/ 945243 w 2119654"/>
              <a:gd name="connsiteY80322" fmla="*/ 396280 h 2398711"/>
              <a:gd name="connsiteX80323" fmla="*/ 948469 w 2119654"/>
              <a:gd name="connsiteY80323" fmla="*/ 398919 h 2398711"/>
              <a:gd name="connsiteX80324" fmla="*/ 948898 w 2119654"/>
              <a:gd name="connsiteY80324" fmla="*/ 397939 h 2398711"/>
              <a:gd name="connsiteX80325" fmla="*/ 354109 w 2119654"/>
              <a:gd name="connsiteY80325" fmla="*/ 1719614 h 2398711"/>
              <a:gd name="connsiteX80326" fmla="*/ 354194 w 2119654"/>
              <a:gd name="connsiteY80326" fmla="*/ 1720602 h 2398711"/>
              <a:gd name="connsiteX80327" fmla="*/ 361692 w 2119654"/>
              <a:gd name="connsiteY80327" fmla="*/ 1721364 h 2398711"/>
              <a:gd name="connsiteX80328" fmla="*/ 361721 w 2119654"/>
              <a:gd name="connsiteY80328" fmla="*/ 1721310 h 2398711"/>
              <a:gd name="connsiteX80329" fmla="*/ 357508 w 2119654"/>
              <a:gd name="connsiteY80329" fmla="*/ 1719469 h 2398711"/>
              <a:gd name="connsiteX80330" fmla="*/ 957787 w 2119654"/>
              <a:gd name="connsiteY80330" fmla="*/ 367722 h 2398711"/>
              <a:gd name="connsiteX80331" fmla="*/ 960125 w 2119654"/>
              <a:gd name="connsiteY80331" fmla="*/ 373759 h 2398711"/>
              <a:gd name="connsiteX80332" fmla="*/ 966047 w 2119654"/>
              <a:gd name="connsiteY80332" fmla="*/ 380707 h 2398711"/>
              <a:gd name="connsiteX80333" fmla="*/ 966346 w 2119654"/>
              <a:gd name="connsiteY80333" fmla="*/ 379684 h 2398711"/>
              <a:gd name="connsiteX80334" fmla="*/ 966054 w 2119654"/>
              <a:gd name="connsiteY80334" fmla="*/ 380716 h 2398711"/>
              <a:gd name="connsiteX80335" fmla="*/ 968421 w 2119654"/>
              <a:gd name="connsiteY80335" fmla="*/ 383493 h 2398711"/>
              <a:gd name="connsiteX80336" fmla="*/ 967789 w 2119654"/>
              <a:gd name="connsiteY80336" fmla="*/ 378273 h 2398711"/>
              <a:gd name="connsiteX80337" fmla="*/ 967000 w 2119654"/>
              <a:gd name="connsiteY80337" fmla="*/ 377440 h 2398711"/>
              <a:gd name="connsiteX80338" fmla="*/ 966346 w 2119654"/>
              <a:gd name="connsiteY80338" fmla="*/ 379684 h 2398711"/>
              <a:gd name="connsiteX80339" fmla="*/ 966984 w 2119654"/>
              <a:gd name="connsiteY80339" fmla="*/ 377423 h 2398711"/>
              <a:gd name="connsiteX80340" fmla="*/ 909834 w 2119654"/>
              <a:gd name="connsiteY80340" fmla="*/ 474897 h 2398711"/>
              <a:gd name="connsiteX80341" fmla="*/ 909793 w 2119654"/>
              <a:gd name="connsiteY80341" fmla="*/ 475402 h 2398711"/>
              <a:gd name="connsiteX80342" fmla="*/ 910600 w 2119654"/>
              <a:gd name="connsiteY80342" fmla="*/ 476179 h 2398711"/>
              <a:gd name="connsiteX80343" fmla="*/ 910973 w 2119654"/>
              <a:gd name="connsiteY80343" fmla="*/ 475671 h 2398711"/>
              <a:gd name="connsiteX80344" fmla="*/ 910856 w 2119654"/>
              <a:gd name="connsiteY80344" fmla="*/ 475353 h 2398711"/>
              <a:gd name="connsiteX80345" fmla="*/ 349731 w 2119654"/>
              <a:gd name="connsiteY80345" fmla="*/ 1728847 h 2398711"/>
              <a:gd name="connsiteX80346" fmla="*/ 350702 w 2119654"/>
              <a:gd name="connsiteY80346" fmla="*/ 1729882 h 2398711"/>
              <a:gd name="connsiteX80347" fmla="*/ 353997 w 2119654"/>
              <a:gd name="connsiteY80347" fmla="*/ 1730495 h 2398711"/>
              <a:gd name="connsiteX80348" fmla="*/ 353931 w 2119654"/>
              <a:gd name="connsiteY80348" fmla="*/ 1729722 h 2398711"/>
              <a:gd name="connsiteX80349" fmla="*/ 352742 w 2119654"/>
              <a:gd name="connsiteY80349" fmla="*/ 1728955 h 2398711"/>
              <a:gd name="connsiteX80350" fmla="*/ 905990 w 2119654"/>
              <a:gd name="connsiteY80350" fmla="*/ 483192 h 2398711"/>
              <a:gd name="connsiteX80351" fmla="*/ 906623 w 2119654"/>
              <a:gd name="connsiteY80351" fmla="*/ 483831 h 2398711"/>
              <a:gd name="connsiteX80352" fmla="*/ 906645 w 2119654"/>
              <a:gd name="connsiteY80352" fmla="*/ 483792 h 2398711"/>
              <a:gd name="connsiteX80353" fmla="*/ 906190 w 2119654"/>
              <a:gd name="connsiteY80353" fmla="*/ 482912 h 2398711"/>
              <a:gd name="connsiteX80354" fmla="*/ 374492 w 2119654"/>
              <a:gd name="connsiteY80354" fmla="*/ 1673181 h 2398711"/>
              <a:gd name="connsiteX80355" fmla="*/ 374533 w 2119654"/>
              <a:gd name="connsiteY80355" fmla="*/ 1673915 h 2398711"/>
              <a:gd name="connsiteX80356" fmla="*/ 381262 w 2119654"/>
              <a:gd name="connsiteY80356" fmla="*/ 1678757 h 2398711"/>
              <a:gd name="connsiteX80357" fmla="*/ 945734 w 2119654"/>
              <a:gd name="connsiteY80357" fmla="*/ 393926 h 2398711"/>
              <a:gd name="connsiteX80358" fmla="*/ 945518 w 2119654"/>
              <a:gd name="connsiteY80358" fmla="*/ 394963 h 2398711"/>
              <a:gd name="connsiteX80359" fmla="*/ 949231 w 2119654"/>
              <a:gd name="connsiteY80359" fmla="*/ 397176 h 2398711"/>
              <a:gd name="connsiteX80360" fmla="*/ 949453 w 2119654"/>
              <a:gd name="connsiteY80360" fmla="*/ 396669 h 2398711"/>
              <a:gd name="connsiteX80361" fmla="*/ 905150 w 2119654"/>
              <a:gd name="connsiteY80361" fmla="*/ 484369 h 2398711"/>
              <a:gd name="connsiteX80362" fmla="*/ 906078 w 2119654"/>
              <a:gd name="connsiteY80362" fmla="*/ 484782 h 2398711"/>
              <a:gd name="connsiteX80363" fmla="*/ 906508 w 2119654"/>
              <a:gd name="connsiteY80363" fmla="*/ 484031 h 2398711"/>
              <a:gd name="connsiteX80364" fmla="*/ 905867 w 2119654"/>
              <a:gd name="connsiteY80364" fmla="*/ 483364 h 2398711"/>
              <a:gd name="connsiteX80365" fmla="*/ 962037 w 2119654"/>
              <a:gd name="connsiteY80365" fmla="*/ 356637 h 2398711"/>
              <a:gd name="connsiteX80366" fmla="*/ 965691 w 2119654"/>
              <a:gd name="connsiteY80366" fmla="*/ 360972 h 2398711"/>
              <a:gd name="connsiteX80367" fmla="*/ 964657 w 2119654"/>
              <a:gd name="connsiteY80367" fmla="*/ 352441 h 2398711"/>
              <a:gd name="connsiteX80368" fmla="*/ 946059 w 2119654"/>
              <a:gd name="connsiteY80368" fmla="*/ 392370 h 2398711"/>
              <a:gd name="connsiteX80369" fmla="*/ 945925 w 2119654"/>
              <a:gd name="connsiteY80369" fmla="*/ 393009 h 2398711"/>
              <a:gd name="connsiteX80370" fmla="*/ 948790 w 2119654"/>
              <a:gd name="connsiteY80370" fmla="*/ 395063 h 2398711"/>
              <a:gd name="connsiteX80371" fmla="*/ 949822 w 2119654"/>
              <a:gd name="connsiteY80371" fmla="*/ 395825 h 2398711"/>
              <a:gd name="connsiteX80372" fmla="*/ 949865 w 2119654"/>
              <a:gd name="connsiteY80372" fmla="*/ 395726 h 2398711"/>
              <a:gd name="connsiteX80373" fmla="*/ 947475 w 2119654"/>
              <a:gd name="connsiteY80373" fmla="*/ 393557 h 2398711"/>
              <a:gd name="connsiteX80374" fmla="*/ 353963 w 2119654"/>
              <a:gd name="connsiteY80374" fmla="*/ 1717919 h 2398711"/>
              <a:gd name="connsiteX80375" fmla="*/ 354093 w 2119654"/>
              <a:gd name="connsiteY80375" fmla="*/ 1719426 h 2398711"/>
              <a:gd name="connsiteX80376" fmla="*/ 357116 w 2119654"/>
              <a:gd name="connsiteY80376" fmla="*/ 1719297 h 2398711"/>
              <a:gd name="connsiteX80377" fmla="*/ 352597 w 2119654"/>
              <a:gd name="connsiteY80377" fmla="*/ 1720833 h 2398711"/>
              <a:gd name="connsiteX80378" fmla="*/ 353220 w 2119654"/>
              <a:gd name="connsiteY80378" fmla="*/ 1721451 h 2398711"/>
              <a:gd name="connsiteX80379" fmla="*/ 353172 w 2119654"/>
              <a:gd name="connsiteY80379" fmla="*/ 1720901 h 2398711"/>
              <a:gd name="connsiteX80380" fmla="*/ 903395 w 2119654"/>
              <a:gd name="connsiteY80380" fmla="*/ 486829 h 2398711"/>
              <a:gd name="connsiteX80381" fmla="*/ 903449 w 2119654"/>
              <a:gd name="connsiteY80381" fmla="*/ 489365 h 2398711"/>
              <a:gd name="connsiteX80382" fmla="*/ 905265 w 2119654"/>
              <a:gd name="connsiteY80382" fmla="*/ 486198 h 2398711"/>
              <a:gd name="connsiteX80383" fmla="*/ 904189 w 2119654"/>
              <a:gd name="connsiteY80383" fmla="*/ 485717 h 2398711"/>
              <a:gd name="connsiteX80384" fmla="*/ 341967 w 2119654"/>
              <a:gd name="connsiteY80384" fmla="*/ 1743679 h 2398711"/>
              <a:gd name="connsiteX80385" fmla="*/ 351368 w 2119654"/>
              <a:gd name="connsiteY80385" fmla="*/ 1750352 h 2398711"/>
              <a:gd name="connsiteX80386" fmla="*/ 356832 w 2119654"/>
              <a:gd name="connsiteY80386" fmla="*/ 1754120 h 2398711"/>
              <a:gd name="connsiteX80387" fmla="*/ 356535 w 2119654"/>
              <a:gd name="connsiteY80387" fmla="*/ 1751767 h 2398711"/>
              <a:gd name="connsiteX80388" fmla="*/ 356285 w 2119654"/>
              <a:gd name="connsiteY80388" fmla="*/ 1751502 h 2398711"/>
              <a:gd name="connsiteX80389" fmla="*/ 351459 w 2119654"/>
              <a:gd name="connsiteY80389" fmla="*/ 1745322 h 2398711"/>
              <a:gd name="connsiteX80390" fmla="*/ 350815 w 2119654"/>
              <a:gd name="connsiteY80390" fmla="*/ 1745037 h 2398711"/>
              <a:gd name="connsiteX80391" fmla="*/ 350065 w 2119654"/>
              <a:gd name="connsiteY80391" fmla="*/ 1744837 h 2398711"/>
              <a:gd name="connsiteX80392" fmla="*/ 908785 w 2119654"/>
              <a:gd name="connsiteY80392" fmla="*/ 474428 h 2398711"/>
              <a:gd name="connsiteX80393" fmla="*/ 909296 w 2119654"/>
              <a:gd name="connsiteY80393" fmla="*/ 474921 h 2398711"/>
              <a:gd name="connsiteX80394" fmla="*/ 909320 w 2119654"/>
              <a:gd name="connsiteY80394" fmla="*/ 474667 h 2398711"/>
              <a:gd name="connsiteX80395" fmla="*/ 959598 w 2119654"/>
              <a:gd name="connsiteY80395" fmla="*/ 360541 h 2398711"/>
              <a:gd name="connsiteX80396" fmla="*/ 966988 w 2119654"/>
              <a:gd name="connsiteY80396" fmla="*/ 371672 h 2398711"/>
              <a:gd name="connsiteX80397" fmla="*/ 965839 w 2119654"/>
              <a:gd name="connsiteY80397" fmla="*/ 362188 h 2398711"/>
              <a:gd name="connsiteX80398" fmla="*/ 961663 w 2119654"/>
              <a:gd name="connsiteY80398" fmla="*/ 357233 h 2398711"/>
              <a:gd name="connsiteX80399" fmla="*/ 374355 w 2119654"/>
              <a:gd name="connsiteY80399" fmla="*/ 1670715 h 2398711"/>
              <a:gd name="connsiteX80400" fmla="*/ 374358 w 2119654"/>
              <a:gd name="connsiteY80400" fmla="*/ 1670762 h 2398711"/>
              <a:gd name="connsiteX80401" fmla="*/ 375476 w 2119654"/>
              <a:gd name="connsiteY80401" fmla="*/ 1671159 h 2398711"/>
              <a:gd name="connsiteX80402" fmla="*/ 374937 w 2119654"/>
              <a:gd name="connsiteY80402" fmla="*/ 1670717 h 2398711"/>
              <a:gd name="connsiteX80403" fmla="*/ 958410 w 2119654"/>
              <a:gd name="connsiteY80403" fmla="*/ 362442 h 2398711"/>
              <a:gd name="connsiteX80404" fmla="*/ 967422 w 2119654"/>
              <a:gd name="connsiteY80404" fmla="*/ 375259 h 2398711"/>
              <a:gd name="connsiteX80405" fmla="*/ 967128 w 2119654"/>
              <a:gd name="connsiteY80405" fmla="*/ 372829 h 2398711"/>
              <a:gd name="connsiteX80406" fmla="*/ 959293 w 2119654"/>
              <a:gd name="connsiteY80406" fmla="*/ 361028 h 2398711"/>
              <a:gd name="connsiteX80407" fmla="*/ 903364 w 2119654"/>
              <a:gd name="connsiteY80407" fmla="*/ 485349 h 2398711"/>
              <a:gd name="connsiteX80408" fmla="*/ 903378 w 2119654"/>
              <a:gd name="connsiteY80408" fmla="*/ 486017 h 2398711"/>
              <a:gd name="connsiteX80409" fmla="*/ 903744 w 2119654"/>
              <a:gd name="connsiteY80409" fmla="*/ 485518 h 2398711"/>
              <a:gd name="connsiteX80410" fmla="*/ 947122 w 2119654"/>
              <a:gd name="connsiteY80410" fmla="*/ 387268 h 2398711"/>
              <a:gd name="connsiteX80411" fmla="*/ 946115 w 2119654"/>
              <a:gd name="connsiteY80411" fmla="*/ 392102 h 2398711"/>
              <a:gd name="connsiteX80412" fmla="*/ 950020 w 2119654"/>
              <a:gd name="connsiteY80412" fmla="*/ 395371 h 2398711"/>
              <a:gd name="connsiteX80413" fmla="*/ 951416 w 2119654"/>
              <a:gd name="connsiteY80413" fmla="*/ 392178 h 2398711"/>
              <a:gd name="connsiteX80414" fmla="*/ 924047 w 2119654"/>
              <a:gd name="connsiteY80414" fmla="*/ 438717 h 2398711"/>
              <a:gd name="connsiteX80415" fmla="*/ 927243 w 2119654"/>
              <a:gd name="connsiteY80415" fmla="*/ 445012 h 2398711"/>
              <a:gd name="connsiteX80416" fmla="*/ 927463 w 2119654"/>
              <a:gd name="connsiteY80416" fmla="*/ 443726 h 2398711"/>
              <a:gd name="connsiteX80417" fmla="*/ 924053 w 2119654"/>
              <a:gd name="connsiteY80417" fmla="*/ 438708 h 2398711"/>
              <a:gd name="connsiteX80418" fmla="*/ 956763 w 2119654"/>
              <a:gd name="connsiteY80418" fmla="*/ 365078 h 2398711"/>
              <a:gd name="connsiteX80419" fmla="*/ 957259 w 2119654"/>
              <a:gd name="connsiteY80419" fmla="*/ 366354 h 2398711"/>
              <a:gd name="connsiteX80420" fmla="*/ 967159 w 2119654"/>
              <a:gd name="connsiteY80420" fmla="*/ 376802 h 2398711"/>
              <a:gd name="connsiteX80421" fmla="*/ 967409 w 2119654"/>
              <a:gd name="connsiteY80421" fmla="*/ 375918 h 2398711"/>
              <a:gd name="connsiteX80422" fmla="*/ 966673 w 2119654"/>
              <a:gd name="connsiteY80422" fmla="*/ 374839 h 2398711"/>
              <a:gd name="connsiteX80423" fmla="*/ 958196 w 2119654"/>
              <a:gd name="connsiteY80423" fmla="*/ 362784 h 2398711"/>
              <a:gd name="connsiteX80424" fmla="*/ 321417 w 2119654"/>
              <a:gd name="connsiteY80424" fmla="*/ 1787341 h 2398711"/>
              <a:gd name="connsiteX80425" fmla="*/ 322558 w 2119654"/>
              <a:gd name="connsiteY80425" fmla="*/ 1787888 h 2398711"/>
              <a:gd name="connsiteX80426" fmla="*/ 323628 w 2119654"/>
              <a:gd name="connsiteY80426" fmla="*/ 1788090 h 2398711"/>
              <a:gd name="connsiteX80427" fmla="*/ 322186 w 2119654"/>
              <a:gd name="connsiteY80427" fmla="*/ 1787446 h 2398711"/>
              <a:gd name="connsiteX80428" fmla="*/ 351480 w 2119654"/>
              <a:gd name="connsiteY80428" fmla="*/ 1719726 h 2398711"/>
              <a:gd name="connsiteX80429" fmla="*/ 352155 w 2119654"/>
              <a:gd name="connsiteY80429" fmla="*/ 1720395 h 2398711"/>
              <a:gd name="connsiteX80430" fmla="*/ 353138 w 2119654"/>
              <a:gd name="connsiteY80430" fmla="*/ 1720494 h 2398711"/>
              <a:gd name="connsiteX80431" fmla="*/ 353066 w 2119654"/>
              <a:gd name="connsiteY80431" fmla="*/ 1719658 h 2398711"/>
              <a:gd name="connsiteX80432" fmla="*/ 947640 w 2119654"/>
              <a:gd name="connsiteY80432" fmla="*/ 384787 h 2398711"/>
              <a:gd name="connsiteX80433" fmla="*/ 947533 w 2119654"/>
              <a:gd name="connsiteY80433" fmla="*/ 385298 h 2398711"/>
              <a:gd name="connsiteX80434" fmla="*/ 951880 w 2119654"/>
              <a:gd name="connsiteY80434" fmla="*/ 389884 h 2398711"/>
              <a:gd name="connsiteX80435" fmla="*/ 892308 w 2119654"/>
              <a:gd name="connsiteY80435" fmla="*/ 508593 h 2398711"/>
              <a:gd name="connsiteX80436" fmla="*/ 892347 w 2119654"/>
              <a:gd name="connsiteY80436" fmla="*/ 508722 h 2398711"/>
              <a:gd name="connsiteX80437" fmla="*/ 892360 w 2119654"/>
              <a:gd name="connsiteY80437" fmla="*/ 508699 h 2398711"/>
              <a:gd name="connsiteX80438" fmla="*/ 922315 w 2119654"/>
              <a:gd name="connsiteY80438" fmla="*/ 441398 h 2398711"/>
              <a:gd name="connsiteX80439" fmla="*/ 925188 w 2119654"/>
              <a:gd name="connsiteY80439" fmla="*/ 444199 h 2398711"/>
              <a:gd name="connsiteX80440" fmla="*/ 923731 w 2119654"/>
              <a:gd name="connsiteY80440" fmla="*/ 441328 h 2398711"/>
              <a:gd name="connsiteX80441" fmla="*/ 923066 w 2119654"/>
              <a:gd name="connsiteY80441" fmla="*/ 440237 h 2398711"/>
              <a:gd name="connsiteX80442" fmla="*/ 955443 w 2119654"/>
              <a:gd name="connsiteY80442" fmla="*/ 367193 h 2398711"/>
              <a:gd name="connsiteX80443" fmla="*/ 958221 w 2119654"/>
              <a:gd name="connsiteY80443" fmla="*/ 371526 h 2398711"/>
              <a:gd name="connsiteX80444" fmla="*/ 958450 w 2119654"/>
              <a:gd name="connsiteY80444" fmla="*/ 371794 h 2398711"/>
              <a:gd name="connsiteX80445" fmla="*/ 956241 w 2119654"/>
              <a:gd name="connsiteY80445" fmla="*/ 366088 h 2398711"/>
              <a:gd name="connsiteX80446" fmla="*/ 956175 w 2119654"/>
              <a:gd name="connsiteY80446" fmla="*/ 366021 h 2398711"/>
              <a:gd name="connsiteX80447" fmla="*/ 918657 w 2119654"/>
              <a:gd name="connsiteY80447" fmla="*/ 449398 h 2398711"/>
              <a:gd name="connsiteX80448" fmla="*/ 920050 w 2119654"/>
              <a:gd name="connsiteY80448" fmla="*/ 453537 h 2398711"/>
              <a:gd name="connsiteX80449" fmla="*/ 922962 w 2119654"/>
              <a:gd name="connsiteY80449" fmla="*/ 455965 h 2398711"/>
              <a:gd name="connsiteX80450" fmla="*/ 923303 w 2119654"/>
              <a:gd name="connsiteY80450" fmla="*/ 455462 h 2398711"/>
              <a:gd name="connsiteX80451" fmla="*/ 955056 w 2119654"/>
              <a:gd name="connsiteY80451" fmla="*/ 367813 h 2398711"/>
              <a:gd name="connsiteX80452" fmla="*/ 956595 w 2119654"/>
              <a:gd name="connsiteY80452" fmla="*/ 369618 h 2398711"/>
              <a:gd name="connsiteX80453" fmla="*/ 955277 w 2119654"/>
              <a:gd name="connsiteY80453" fmla="*/ 367459 h 2398711"/>
              <a:gd name="connsiteX80454" fmla="*/ 921828 w 2119654"/>
              <a:gd name="connsiteY80454" fmla="*/ 442152 h 2398711"/>
              <a:gd name="connsiteX80455" fmla="*/ 926732 w 2119654"/>
              <a:gd name="connsiteY80455" fmla="*/ 448008 h 2398711"/>
              <a:gd name="connsiteX80456" fmla="*/ 926829 w 2119654"/>
              <a:gd name="connsiteY80456" fmla="*/ 447435 h 2398711"/>
              <a:gd name="connsiteX80457" fmla="*/ 926121 w 2119654"/>
              <a:gd name="connsiteY80457" fmla="*/ 446037 h 2398711"/>
              <a:gd name="connsiteX80458" fmla="*/ 921947 w 2119654"/>
              <a:gd name="connsiteY80458" fmla="*/ 441969 h 2398711"/>
              <a:gd name="connsiteX80459" fmla="*/ 350750 w 2119654"/>
              <a:gd name="connsiteY80459" fmla="*/ 1720616 h 2398711"/>
              <a:gd name="connsiteX80460" fmla="*/ 353277 w 2119654"/>
              <a:gd name="connsiteY80460" fmla="*/ 1722119 h 2398711"/>
              <a:gd name="connsiteX80461" fmla="*/ 353255 w 2119654"/>
              <a:gd name="connsiteY80461" fmla="*/ 1721860 h 2398711"/>
              <a:gd name="connsiteX80462" fmla="*/ 352168 w 2119654"/>
              <a:gd name="connsiteY80462" fmla="*/ 1720783 h 2398711"/>
              <a:gd name="connsiteX80463" fmla="*/ 921323 w 2119654"/>
              <a:gd name="connsiteY80463" fmla="*/ 442935 h 2398711"/>
              <a:gd name="connsiteX80464" fmla="*/ 924954 w 2119654"/>
              <a:gd name="connsiteY80464" fmla="*/ 446465 h 2398711"/>
              <a:gd name="connsiteX80465" fmla="*/ 921617 w 2119654"/>
              <a:gd name="connsiteY80465" fmla="*/ 442480 h 2398711"/>
              <a:gd name="connsiteX80466" fmla="*/ 954047 w 2119654"/>
              <a:gd name="connsiteY80466" fmla="*/ 369428 h 2398711"/>
              <a:gd name="connsiteX80467" fmla="*/ 959396 w 2119654"/>
              <a:gd name="connsiteY80467" fmla="*/ 383398 h 2398711"/>
              <a:gd name="connsiteX80468" fmla="*/ 963816 w 2119654"/>
              <a:gd name="connsiteY80468" fmla="*/ 388643 h 2398711"/>
              <a:gd name="connsiteX80469" fmla="*/ 963969 w 2119654"/>
              <a:gd name="connsiteY80469" fmla="*/ 388100 h 2398711"/>
              <a:gd name="connsiteX80470" fmla="*/ 962144 w 2119654"/>
              <a:gd name="connsiteY80470" fmla="*/ 381338 h 2398711"/>
              <a:gd name="connsiteX80471" fmla="*/ 959362 w 2119654"/>
              <a:gd name="connsiteY80471" fmla="*/ 374150 h 2398711"/>
              <a:gd name="connsiteX80472" fmla="*/ 957793 w 2119654"/>
              <a:gd name="connsiteY80472" fmla="*/ 371581 h 2398711"/>
              <a:gd name="connsiteX80473" fmla="*/ 954855 w 2119654"/>
              <a:gd name="connsiteY80473" fmla="*/ 368134 h 2398711"/>
              <a:gd name="connsiteX80474" fmla="*/ 942902 w 2119654"/>
              <a:gd name="connsiteY80474" fmla="*/ 394366 h 2398711"/>
              <a:gd name="connsiteX80475" fmla="*/ 945042 w 2119654"/>
              <a:gd name="connsiteY80475" fmla="*/ 396117 h 2398711"/>
              <a:gd name="connsiteX80476" fmla="*/ 945130 w 2119654"/>
              <a:gd name="connsiteY80476" fmla="*/ 395694 h 2398711"/>
              <a:gd name="connsiteX80477" fmla="*/ 326011 w 2119654"/>
              <a:gd name="connsiteY80477" fmla="*/ 1775430 h 2398711"/>
              <a:gd name="connsiteX80478" fmla="*/ 330740 w 2119654"/>
              <a:gd name="connsiteY80478" fmla="*/ 1775995 h 2398711"/>
              <a:gd name="connsiteX80479" fmla="*/ 329488 w 2119654"/>
              <a:gd name="connsiteY80479" fmla="*/ 1774948 h 2398711"/>
              <a:gd name="connsiteX80480" fmla="*/ 920476 w 2119654"/>
              <a:gd name="connsiteY80480" fmla="*/ 444244 h 2398711"/>
              <a:gd name="connsiteX80481" fmla="*/ 924135 w 2119654"/>
              <a:gd name="connsiteY80481" fmla="*/ 454228 h 2398711"/>
              <a:gd name="connsiteX80482" fmla="*/ 926189 w 2119654"/>
              <a:gd name="connsiteY80482" fmla="*/ 451186 h 2398711"/>
              <a:gd name="connsiteX80483" fmla="*/ 926627 w 2119654"/>
              <a:gd name="connsiteY80483" fmla="*/ 448617 h 2398711"/>
              <a:gd name="connsiteX80484" fmla="*/ 924432 w 2119654"/>
              <a:gd name="connsiteY80484" fmla="*/ 446426 h 2398711"/>
              <a:gd name="connsiteX80485" fmla="*/ 921136 w 2119654"/>
              <a:gd name="connsiteY80485" fmla="*/ 443223 h 2398711"/>
              <a:gd name="connsiteX80486" fmla="*/ 364967 w 2119654"/>
              <a:gd name="connsiteY80486" fmla="*/ 1687924 h 2398711"/>
              <a:gd name="connsiteX80487" fmla="*/ 370430 w 2119654"/>
              <a:gd name="connsiteY80487" fmla="*/ 1690304 h 2398711"/>
              <a:gd name="connsiteX80488" fmla="*/ 370737 w 2119654"/>
              <a:gd name="connsiteY80488" fmla="*/ 1690315 h 2398711"/>
              <a:gd name="connsiteX80489" fmla="*/ 374646 w 2119654"/>
              <a:gd name="connsiteY80489" fmla="*/ 1690166 h 2398711"/>
              <a:gd name="connsiteX80490" fmla="*/ 374641 w 2119654"/>
              <a:gd name="connsiteY80490" fmla="*/ 1690105 h 2398711"/>
              <a:gd name="connsiteX80491" fmla="*/ 373188 w 2119654"/>
              <a:gd name="connsiteY80491" fmla="*/ 1688589 h 2398711"/>
              <a:gd name="connsiteX80492" fmla="*/ 372632 w 2119654"/>
              <a:gd name="connsiteY80492" fmla="*/ 1688122 h 2398711"/>
              <a:gd name="connsiteX80493" fmla="*/ 888158 w 2119654"/>
              <a:gd name="connsiteY80493" fmla="*/ 515802 h 2398711"/>
              <a:gd name="connsiteX80494" fmla="*/ 887974 w 2119654"/>
              <a:gd name="connsiteY80494" fmla="*/ 516346 h 2398711"/>
              <a:gd name="connsiteX80495" fmla="*/ 888245 w 2119654"/>
              <a:gd name="connsiteY80495" fmla="*/ 515873 h 2398711"/>
              <a:gd name="connsiteX80496" fmla="*/ 901981 w 2119654"/>
              <a:gd name="connsiteY80496" fmla="*/ 484731 h 2398711"/>
              <a:gd name="connsiteX80497" fmla="*/ 901817 w 2119654"/>
              <a:gd name="connsiteY80497" fmla="*/ 485686 h 2398711"/>
              <a:gd name="connsiteX80498" fmla="*/ 902008 w 2119654"/>
              <a:gd name="connsiteY80498" fmla="*/ 486218 h 2398711"/>
              <a:gd name="connsiteX80499" fmla="*/ 902083 w 2119654"/>
              <a:gd name="connsiteY80499" fmla="*/ 484777 h 2398711"/>
              <a:gd name="connsiteX80500" fmla="*/ 388189 w 2119654"/>
              <a:gd name="connsiteY80500" fmla="*/ 1635171 h 2398711"/>
              <a:gd name="connsiteX80501" fmla="*/ 389581 w 2119654"/>
              <a:gd name="connsiteY80501" fmla="*/ 1636344 h 2398711"/>
              <a:gd name="connsiteX80502" fmla="*/ 389673 w 2119654"/>
              <a:gd name="connsiteY80502" fmla="*/ 1636339 h 2398711"/>
              <a:gd name="connsiteX80503" fmla="*/ 389309 w 2119654"/>
              <a:gd name="connsiteY80503" fmla="*/ 1635100 h 2398711"/>
              <a:gd name="connsiteX80504" fmla="*/ 888640 w 2119654"/>
              <a:gd name="connsiteY80504" fmla="*/ 514379 h 2398711"/>
              <a:gd name="connsiteX80505" fmla="*/ 888426 w 2119654"/>
              <a:gd name="connsiteY80505" fmla="*/ 515011 h 2398711"/>
              <a:gd name="connsiteX80506" fmla="*/ 888641 w 2119654"/>
              <a:gd name="connsiteY80506" fmla="*/ 515183 h 2398711"/>
              <a:gd name="connsiteX80507" fmla="*/ 888962 w 2119654"/>
              <a:gd name="connsiteY80507" fmla="*/ 514623 h 2398711"/>
              <a:gd name="connsiteX80508" fmla="*/ 375312 w 2119654"/>
              <a:gd name="connsiteY80508" fmla="*/ 1663597 h 2398711"/>
              <a:gd name="connsiteX80509" fmla="*/ 376319 w 2119654"/>
              <a:gd name="connsiteY80509" fmla="*/ 1664161 h 2398711"/>
              <a:gd name="connsiteX80510" fmla="*/ 375507 w 2119654"/>
              <a:gd name="connsiteY80510" fmla="*/ 1663297 h 2398711"/>
              <a:gd name="connsiteX80511" fmla="*/ 951313 w 2119654"/>
              <a:gd name="connsiteY80511" fmla="*/ 373806 h 2398711"/>
              <a:gd name="connsiteX80512" fmla="*/ 958332 w 2119654"/>
              <a:gd name="connsiteY80512" fmla="*/ 382134 h 2398711"/>
              <a:gd name="connsiteX80513" fmla="*/ 953804 w 2119654"/>
              <a:gd name="connsiteY80513" fmla="*/ 369817 h 2398711"/>
              <a:gd name="connsiteX80514" fmla="*/ 918383 w 2119654"/>
              <a:gd name="connsiteY80514" fmla="*/ 447485 h 2398711"/>
              <a:gd name="connsiteX80515" fmla="*/ 923481 w 2119654"/>
              <a:gd name="connsiteY80515" fmla="*/ 454137 h 2398711"/>
              <a:gd name="connsiteX80516" fmla="*/ 920062 w 2119654"/>
              <a:gd name="connsiteY80516" fmla="*/ 444885 h 2398711"/>
              <a:gd name="connsiteX80517" fmla="*/ 343286 w 2119654"/>
              <a:gd name="connsiteY80517" fmla="*/ 1735143 h 2398711"/>
              <a:gd name="connsiteX80518" fmla="*/ 343865 w 2119654"/>
              <a:gd name="connsiteY80518" fmla="*/ 1735597 h 2398711"/>
              <a:gd name="connsiteX80519" fmla="*/ 343550 w 2119654"/>
              <a:gd name="connsiteY80519" fmla="*/ 1735192 h 2398711"/>
              <a:gd name="connsiteX80520" fmla="*/ 903347 w 2119654"/>
              <a:gd name="connsiteY80520" fmla="*/ 480744 h 2398711"/>
              <a:gd name="connsiteX80521" fmla="*/ 903289 w 2119654"/>
              <a:gd name="connsiteY80521" fmla="*/ 481849 h 2398711"/>
              <a:gd name="connsiteX80522" fmla="*/ 903326 w 2119654"/>
              <a:gd name="connsiteY80522" fmla="*/ 483554 h 2398711"/>
              <a:gd name="connsiteX80523" fmla="*/ 904727 w 2119654"/>
              <a:gd name="connsiteY80523" fmla="*/ 484180 h 2398711"/>
              <a:gd name="connsiteX80524" fmla="*/ 905560 w 2119654"/>
              <a:gd name="connsiteY80524" fmla="*/ 483045 h 2398711"/>
              <a:gd name="connsiteX80525" fmla="*/ 895095 w 2119654"/>
              <a:gd name="connsiteY80525" fmla="*/ 499142 h 2398711"/>
              <a:gd name="connsiteX80526" fmla="*/ 895570 w 2119654"/>
              <a:gd name="connsiteY80526" fmla="*/ 500078 h 2398711"/>
              <a:gd name="connsiteX80527" fmla="*/ 895626 w 2119654"/>
              <a:gd name="connsiteY80527" fmla="*/ 499780 h 2398711"/>
              <a:gd name="connsiteX80528" fmla="*/ 349840 w 2119654"/>
              <a:gd name="connsiteY80528" fmla="*/ 1719796 h 2398711"/>
              <a:gd name="connsiteX80529" fmla="*/ 350263 w 2119654"/>
              <a:gd name="connsiteY80529" fmla="*/ 1720202 h 2398711"/>
              <a:gd name="connsiteX80530" fmla="*/ 351734 w 2119654"/>
              <a:gd name="connsiteY80530" fmla="*/ 1720352 h 2398711"/>
              <a:gd name="connsiteX80531" fmla="*/ 351118 w 2119654"/>
              <a:gd name="connsiteY80531" fmla="*/ 1719741 h 2398711"/>
              <a:gd name="connsiteX80532" fmla="*/ 949619 w 2119654"/>
              <a:gd name="connsiteY80532" fmla="*/ 376518 h 2398711"/>
              <a:gd name="connsiteX80533" fmla="*/ 961722 w 2119654"/>
              <a:gd name="connsiteY80533" fmla="*/ 391358 h 2398711"/>
              <a:gd name="connsiteX80534" fmla="*/ 959240 w 2119654"/>
              <a:gd name="connsiteY80534" fmla="*/ 384606 h 2398711"/>
              <a:gd name="connsiteX80535" fmla="*/ 950813 w 2119654"/>
              <a:gd name="connsiteY80535" fmla="*/ 374608 h 2398711"/>
              <a:gd name="connsiteX80536" fmla="*/ 354343 w 2119654"/>
              <a:gd name="connsiteY80536" fmla="*/ 1709443 h 2398711"/>
              <a:gd name="connsiteX80537" fmla="*/ 365376 w 2119654"/>
              <a:gd name="connsiteY80537" fmla="*/ 1714535 h 2398711"/>
              <a:gd name="connsiteX80538" fmla="*/ 365877 w 2119654"/>
              <a:gd name="connsiteY80538" fmla="*/ 1713606 h 2398711"/>
              <a:gd name="connsiteX80539" fmla="*/ 361477 w 2119654"/>
              <a:gd name="connsiteY80539" fmla="*/ 1711014 h 2398711"/>
              <a:gd name="connsiteX80540" fmla="*/ 359334 w 2119654"/>
              <a:gd name="connsiteY80540" fmla="*/ 1709367 h 2398711"/>
              <a:gd name="connsiteX80541" fmla="*/ 339708 w 2119654"/>
              <a:gd name="connsiteY80541" fmla="*/ 1742075 h 2398711"/>
              <a:gd name="connsiteX80542" fmla="*/ 339708 w 2119654"/>
              <a:gd name="connsiteY80542" fmla="*/ 1742075 h 2398711"/>
              <a:gd name="connsiteX80543" fmla="*/ 339711 w 2119654"/>
              <a:gd name="connsiteY80543" fmla="*/ 1742075 h 2398711"/>
              <a:gd name="connsiteX80544" fmla="*/ 894893 w 2119654"/>
              <a:gd name="connsiteY80544" fmla="*/ 498743 h 2398711"/>
              <a:gd name="connsiteX80545" fmla="*/ 895650 w 2119654"/>
              <a:gd name="connsiteY80545" fmla="*/ 499651 h 2398711"/>
              <a:gd name="connsiteX80546" fmla="*/ 895808 w 2119654"/>
              <a:gd name="connsiteY80546" fmla="*/ 498807 h 2398711"/>
              <a:gd name="connsiteX80547" fmla="*/ 895598 w 2119654"/>
              <a:gd name="connsiteY80547" fmla="*/ 497754 h 2398711"/>
              <a:gd name="connsiteX80548" fmla="*/ 916426 w 2119654"/>
              <a:gd name="connsiteY80548" fmla="*/ 450514 h 2398711"/>
              <a:gd name="connsiteX80549" fmla="*/ 917857 w 2119654"/>
              <a:gd name="connsiteY80549" fmla="*/ 451709 h 2398711"/>
              <a:gd name="connsiteX80550" fmla="*/ 917103 w 2119654"/>
              <a:gd name="connsiteY80550" fmla="*/ 449467 h 2398711"/>
              <a:gd name="connsiteX80551" fmla="*/ 922722 w 2119654"/>
              <a:gd name="connsiteY80551" fmla="*/ 435999 h 2398711"/>
              <a:gd name="connsiteX80552" fmla="*/ 924059 w 2119654"/>
              <a:gd name="connsiteY80552" fmla="*/ 438131 h 2398711"/>
              <a:gd name="connsiteX80553" fmla="*/ 924272 w 2119654"/>
              <a:gd name="connsiteY80553" fmla="*/ 437802 h 2398711"/>
              <a:gd name="connsiteX80554" fmla="*/ 924743 w 2119654"/>
              <a:gd name="connsiteY80554" fmla="*/ 437640 h 2398711"/>
              <a:gd name="connsiteX80555" fmla="*/ 924240 w 2119654"/>
              <a:gd name="connsiteY80555" fmla="*/ 438418 h 2398711"/>
              <a:gd name="connsiteX80556" fmla="*/ 927485 w 2119654"/>
              <a:gd name="connsiteY80556" fmla="*/ 443592 h 2398711"/>
              <a:gd name="connsiteX80557" fmla="*/ 927649 w 2119654"/>
              <a:gd name="connsiteY80557" fmla="*/ 442635 h 2398711"/>
              <a:gd name="connsiteX80558" fmla="*/ 927773 w 2119654"/>
              <a:gd name="connsiteY80558" fmla="*/ 438004 h 2398711"/>
              <a:gd name="connsiteX80559" fmla="*/ 891785 w 2119654"/>
              <a:gd name="connsiteY80559" fmla="*/ 505088 h 2398711"/>
              <a:gd name="connsiteX80560" fmla="*/ 891500 w 2119654"/>
              <a:gd name="connsiteY80560" fmla="*/ 505930 h 2398711"/>
              <a:gd name="connsiteX80561" fmla="*/ 891752 w 2119654"/>
              <a:gd name="connsiteY80561" fmla="*/ 506760 h 2398711"/>
              <a:gd name="connsiteX80562" fmla="*/ 892607 w 2119654"/>
              <a:gd name="connsiteY80562" fmla="*/ 508269 h 2398711"/>
              <a:gd name="connsiteX80563" fmla="*/ 893711 w 2119654"/>
              <a:gd name="connsiteY80563" fmla="*/ 506343 h 2398711"/>
              <a:gd name="connsiteX80564" fmla="*/ 331514 w 2119654"/>
              <a:gd name="connsiteY80564" fmla="*/ 1759444 h 2398711"/>
              <a:gd name="connsiteX80565" fmla="*/ 348184 w 2119654"/>
              <a:gd name="connsiteY80565" fmla="*/ 1765329 h 2398711"/>
              <a:gd name="connsiteX80566" fmla="*/ 358369 w 2119654"/>
              <a:gd name="connsiteY80566" fmla="*/ 1766280 h 2398711"/>
              <a:gd name="connsiteX80567" fmla="*/ 358033 w 2119654"/>
              <a:gd name="connsiteY80567" fmla="*/ 1763619 h 2398711"/>
              <a:gd name="connsiteX80568" fmla="*/ 350027 w 2119654"/>
              <a:gd name="connsiteY80568" fmla="*/ 1759932 h 2398711"/>
              <a:gd name="connsiteX80569" fmla="*/ 914232 w 2119654"/>
              <a:gd name="connsiteY80569" fmla="*/ 454556 h 2398711"/>
              <a:gd name="connsiteX80570" fmla="*/ 914620 w 2119654"/>
              <a:gd name="connsiteY80570" fmla="*/ 455563 h 2398711"/>
              <a:gd name="connsiteX80571" fmla="*/ 915095 w 2119654"/>
              <a:gd name="connsiteY80571" fmla="*/ 456108 h 2398711"/>
              <a:gd name="connsiteX80572" fmla="*/ 371937 w 2119654"/>
              <a:gd name="connsiteY80572" fmla="*/ 1668783 h 2398711"/>
              <a:gd name="connsiteX80573" fmla="*/ 372750 w 2119654"/>
              <a:gd name="connsiteY80573" fmla="*/ 1669453 h 2398711"/>
              <a:gd name="connsiteX80574" fmla="*/ 372876 w 2119654"/>
              <a:gd name="connsiteY80574" fmla="*/ 1669448 h 2398711"/>
              <a:gd name="connsiteX80575" fmla="*/ 372852 w 2119654"/>
              <a:gd name="connsiteY80575" fmla="*/ 1669005 h 2398711"/>
              <a:gd name="connsiteX80576" fmla="*/ 372161 w 2119654"/>
              <a:gd name="connsiteY80576" fmla="*/ 1668438 h 2398711"/>
              <a:gd name="connsiteX80577" fmla="*/ 915058 w 2119654"/>
              <a:gd name="connsiteY80577" fmla="*/ 452631 h 2398711"/>
              <a:gd name="connsiteX80578" fmla="*/ 919904 w 2119654"/>
              <a:gd name="connsiteY80578" fmla="*/ 460675 h 2398711"/>
              <a:gd name="connsiteX80579" fmla="*/ 920140 w 2119654"/>
              <a:gd name="connsiteY80579" fmla="*/ 460263 h 2398711"/>
              <a:gd name="connsiteX80580" fmla="*/ 919181 w 2119654"/>
              <a:gd name="connsiteY80580" fmla="*/ 455640 h 2398711"/>
              <a:gd name="connsiteX80581" fmla="*/ 918361 w 2119654"/>
              <a:gd name="connsiteY80581" fmla="*/ 453204 h 2398711"/>
              <a:gd name="connsiteX80582" fmla="*/ 915974 w 2119654"/>
              <a:gd name="connsiteY80582" fmla="*/ 451214 h 2398711"/>
              <a:gd name="connsiteX80583" fmla="*/ 920459 w 2119654"/>
              <a:gd name="connsiteY80583" fmla="*/ 440519 h 2398711"/>
              <a:gd name="connsiteX80584" fmla="*/ 921620 w 2119654"/>
              <a:gd name="connsiteY80584" fmla="*/ 441905 h 2398711"/>
              <a:gd name="connsiteX80585" fmla="*/ 921721 w 2119654"/>
              <a:gd name="connsiteY80585" fmla="*/ 441749 h 2398711"/>
              <a:gd name="connsiteX80586" fmla="*/ 903471 w 2119654"/>
              <a:gd name="connsiteY80586" fmla="*/ 478376 h 2398711"/>
              <a:gd name="connsiteX80587" fmla="*/ 903358 w 2119654"/>
              <a:gd name="connsiteY80587" fmla="*/ 480529 h 2398711"/>
              <a:gd name="connsiteX80588" fmla="*/ 905682 w 2119654"/>
              <a:gd name="connsiteY80588" fmla="*/ 482879 h 2398711"/>
              <a:gd name="connsiteX80589" fmla="*/ 905970 w 2119654"/>
              <a:gd name="connsiteY80589" fmla="*/ 482487 h 2398711"/>
              <a:gd name="connsiteX80590" fmla="*/ 904702 w 2119654"/>
              <a:gd name="connsiteY80590" fmla="*/ 480033 h 2398711"/>
              <a:gd name="connsiteX80591" fmla="*/ 914250 w 2119654"/>
              <a:gd name="connsiteY80591" fmla="*/ 453883 h 2398711"/>
              <a:gd name="connsiteX80592" fmla="*/ 916360 w 2119654"/>
              <a:gd name="connsiteY80592" fmla="*/ 457560 h 2398711"/>
              <a:gd name="connsiteX80593" fmla="*/ 919575 w 2119654"/>
              <a:gd name="connsiteY80593" fmla="*/ 461249 h 2398711"/>
              <a:gd name="connsiteX80594" fmla="*/ 919734 w 2119654"/>
              <a:gd name="connsiteY80594" fmla="*/ 460972 h 2398711"/>
              <a:gd name="connsiteX80595" fmla="*/ 914876 w 2119654"/>
              <a:gd name="connsiteY80595" fmla="*/ 452913 h 2398711"/>
              <a:gd name="connsiteX80596" fmla="*/ 893067 w 2119654"/>
              <a:gd name="connsiteY80596" fmla="*/ 501301 h 2398711"/>
              <a:gd name="connsiteX80597" fmla="*/ 891964 w 2119654"/>
              <a:gd name="connsiteY80597" fmla="*/ 504560 h 2398711"/>
              <a:gd name="connsiteX80598" fmla="*/ 894028 w 2119654"/>
              <a:gd name="connsiteY80598" fmla="*/ 505791 h 2398711"/>
              <a:gd name="connsiteX80599" fmla="*/ 894728 w 2119654"/>
              <a:gd name="connsiteY80599" fmla="*/ 504571 h 2398711"/>
              <a:gd name="connsiteX80600" fmla="*/ 894976 w 2119654"/>
              <a:gd name="connsiteY80600" fmla="*/ 503245 h 2398711"/>
              <a:gd name="connsiteX80601" fmla="*/ 893607 w 2119654"/>
              <a:gd name="connsiteY80601" fmla="*/ 500546 h 2398711"/>
              <a:gd name="connsiteX80602" fmla="*/ 353259 w 2119654"/>
              <a:gd name="connsiteY80602" fmla="*/ 1709729 h 2398711"/>
              <a:gd name="connsiteX80603" fmla="*/ 353716 w 2119654"/>
              <a:gd name="connsiteY80603" fmla="*/ 1715040 h 2398711"/>
              <a:gd name="connsiteX80604" fmla="*/ 362984 w 2119654"/>
              <a:gd name="connsiteY80604" fmla="*/ 1718968 h 2398711"/>
              <a:gd name="connsiteX80605" fmla="*/ 365037 w 2119654"/>
              <a:gd name="connsiteY80605" fmla="*/ 1715163 h 2398711"/>
              <a:gd name="connsiteX80606" fmla="*/ 919531 w 2119654"/>
              <a:gd name="connsiteY80606" fmla="*/ 441663 h 2398711"/>
              <a:gd name="connsiteX80607" fmla="*/ 920344 w 2119654"/>
              <a:gd name="connsiteY80607" fmla="*/ 443881 h 2398711"/>
              <a:gd name="connsiteX80608" fmla="*/ 920910 w 2119654"/>
              <a:gd name="connsiteY80608" fmla="*/ 443004 h 2398711"/>
              <a:gd name="connsiteX80609" fmla="*/ 946089 w 2119654"/>
              <a:gd name="connsiteY80609" fmla="*/ 382169 h 2398711"/>
              <a:gd name="connsiteX80610" fmla="*/ 947578 w 2119654"/>
              <a:gd name="connsiteY80610" fmla="*/ 383958 h 2398711"/>
              <a:gd name="connsiteX80611" fmla="*/ 948057 w 2119654"/>
              <a:gd name="connsiteY80611" fmla="*/ 381659 h 2398711"/>
              <a:gd name="connsiteX80612" fmla="*/ 948342 w 2119654"/>
              <a:gd name="connsiteY80612" fmla="*/ 381420 h 2398711"/>
              <a:gd name="connsiteX80613" fmla="*/ 947766 w 2119654"/>
              <a:gd name="connsiteY80613" fmla="*/ 384184 h 2398711"/>
              <a:gd name="connsiteX80614" fmla="*/ 952448 w 2119654"/>
              <a:gd name="connsiteY80614" fmla="*/ 389815 h 2398711"/>
              <a:gd name="connsiteX80615" fmla="*/ 952948 w 2119654"/>
              <a:gd name="connsiteY80615" fmla="*/ 388673 h 2398711"/>
              <a:gd name="connsiteX80616" fmla="*/ 952062 w 2119654"/>
              <a:gd name="connsiteY80616" fmla="*/ 386639 h 2398711"/>
              <a:gd name="connsiteX80617" fmla="*/ 948738 w 2119654"/>
              <a:gd name="connsiteY80617" fmla="*/ 383749 h 2398711"/>
              <a:gd name="connsiteX80618" fmla="*/ 949337 w 2119654"/>
              <a:gd name="connsiteY80618" fmla="*/ 383779 h 2398711"/>
              <a:gd name="connsiteX80619" fmla="*/ 951719 w 2119654"/>
              <a:gd name="connsiteY80619" fmla="*/ 385851 h 2398711"/>
              <a:gd name="connsiteX80620" fmla="*/ 951107 w 2119654"/>
              <a:gd name="connsiteY80620" fmla="*/ 384448 h 2398711"/>
              <a:gd name="connsiteX80621" fmla="*/ 951653 w 2119654"/>
              <a:gd name="connsiteY80621" fmla="*/ 384679 h 2398711"/>
              <a:gd name="connsiteX80622" fmla="*/ 952436 w 2119654"/>
              <a:gd name="connsiteY80622" fmla="*/ 386475 h 2398711"/>
              <a:gd name="connsiteX80623" fmla="*/ 953502 w 2119654"/>
              <a:gd name="connsiteY80623" fmla="*/ 387403 h 2398711"/>
              <a:gd name="connsiteX80624" fmla="*/ 954307 w 2119654"/>
              <a:gd name="connsiteY80624" fmla="*/ 385563 h 2398711"/>
              <a:gd name="connsiteX80625" fmla="*/ 954448 w 2119654"/>
              <a:gd name="connsiteY80625" fmla="*/ 385486 h 2398711"/>
              <a:gd name="connsiteX80626" fmla="*/ 953581 w 2119654"/>
              <a:gd name="connsiteY80626" fmla="*/ 387471 h 2398711"/>
              <a:gd name="connsiteX80627" fmla="*/ 962064 w 2119654"/>
              <a:gd name="connsiteY80627" fmla="*/ 394848 h 2398711"/>
              <a:gd name="connsiteX80628" fmla="*/ 962473 w 2119654"/>
              <a:gd name="connsiteY80628" fmla="*/ 393400 h 2398711"/>
              <a:gd name="connsiteX80629" fmla="*/ 962315 w 2119654"/>
              <a:gd name="connsiteY80629" fmla="*/ 392971 h 2398711"/>
              <a:gd name="connsiteX80630" fmla="*/ 961147 w 2119654"/>
              <a:gd name="connsiteY80630" fmla="*/ 391416 h 2398711"/>
              <a:gd name="connsiteX80631" fmla="*/ 949349 w 2119654"/>
              <a:gd name="connsiteY80631" fmla="*/ 376951 h 2398711"/>
              <a:gd name="connsiteX80632" fmla="*/ 346305 w 2119654"/>
              <a:gd name="connsiteY80632" fmla="*/ 1725197 h 2398711"/>
              <a:gd name="connsiteX80633" fmla="*/ 349626 w 2119654"/>
              <a:gd name="connsiteY80633" fmla="*/ 1728735 h 2398711"/>
              <a:gd name="connsiteX80634" fmla="*/ 352564 w 2119654"/>
              <a:gd name="connsiteY80634" fmla="*/ 1728841 h 2398711"/>
              <a:gd name="connsiteX80635" fmla="*/ 347572 w 2119654"/>
              <a:gd name="connsiteY80635" fmla="*/ 1725619 h 2398711"/>
              <a:gd name="connsiteX80636" fmla="*/ 370490 w 2119654"/>
              <a:gd name="connsiteY80636" fmla="*/ 1671005 h 2398711"/>
              <a:gd name="connsiteX80637" fmla="*/ 373066 w 2119654"/>
              <a:gd name="connsiteY80637" fmla="*/ 1672860 h 2398711"/>
              <a:gd name="connsiteX80638" fmla="*/ 373016 w 2119654"/>
              <a:gd name="connsiteY80638" fmla="*/ 1671965 h 2398711"/>
              <a:gd name="connsiteX80639" fmla="*/ 371490 w 2119654"/>
              <a:gd name="connsiteY80639" fmla="*/ 1670708 h 2398711"/>
              <a:gd name="connsiteX80640" fmla="*/ 370685 w 2119654"/>
              <a:gd name="connsiteY80640" fmla="*/ 1670706 h 2398711"/>
              <a:gd name="connsiteX80641" fmla="*/ 945485 w 2119654"/>
              <a:gd name="connsiteY80641" fmla="*/ 383137 h 2398711"/>
              <a:gd name="connsiteX80642" fmla="*/ 947341 w 2119654"/>
              <a:gd name="connsiteY80642" fmla="*/ 385095 h 2398711"/>
              <a:gd name="connsiteX80643" fmla="*/ 947453 w 2119654"/>
              <a:gd name="connsiteY80643" fmla="*/ 384561 h 2398711"/>
              <a:gd name="connsiteX80644" fmla="*/ 945820 w 2119654"/>
              <a:gd name="connsiteY80644" fmla="*/ 382599 h 2398711"/>
              <a:gd name="connsiteX80645" fmla="*/ 895102 w 2119654"/>
              <a:gd name="connsiteY80645" fmla="*/ 495904 h 2398711"/>
              <a:gd name="connsiteX80646" fmla="*/ 894392 w 2119654"/>
              <a:gd name="connsiteY80646" fmla="*/ 497755 h 2398711"/>
              <a:gd name="connsiteX80647" fmla="*/ 894609 w 2119654"/>
              <a:gd name="connsiteY80647" fmla="*/ 498183 h 2398711"/>
              <a:gd name="connsiteX80648" fmla="*/ 895449 w 2119654"/>
              <a:gd name="connsiteY80648" fmla="*/ 497006 h 2398711"/>
              <a:gd name="connsiteX80649" fmla="*/ 895299 w 2119654"/>
              <a:gd name="connsiteY80649" fmla="*/ 496253 h 2398711"/>
              <a:gd name="connsiteX80650" fmla="*/ 369791 w 2119654"/>
              <a:gd name="connsiteY80650" fmla="*/ 1672079 h 2398711"/>
              <a:gd name="connsiteX80651" fmla="*/ 373211 w 2119654"/>
              <a:gd name="connsiteY80651" fmla="*/ 1675161 h 2398711"/>
              <a:gd name="connsiteX80652" fmla="*/ 373170 w 2119654"/>
              <a:gd name="connsiteY80652" fmla="*/ 1674731 h 2398711"/>
              <a:gd name="connsiteX80653" fmla="*/ 373143 w 2119654"/>
              <a:gd name="connsiteY80653" fmla="*/ 1674253 h 2398711"/>
              <a:gd name="connsiteX80654" fmla="*/ 369897 w 2119654"/>
              <a:gd name="connsiteY80654" fmla="*/ 1671915 h 2398711"/>
              <a:gd name="connsiteX80655" fmla="*/ 886651 w 2119654"/>
              <a:gd name="connsiteY80655" fmla="*/ 514596 h 2398711"/>
              <a:gd name="connsiteX80656" fmla="*/ 886828 w 2119654"/>
              <a:gd name="connsiteY80656" fmla="*/ 515599 h 2398711"/>
              <a:gd name="connsiteX80657" fmla="*/ 887081 w 2119654"/>
              <a:gd name="connsiteY80657" fmla="*/ 514939 h 2398711"/>
              <a:gd name="connsiteX80658" fmla="*/ 340615 w 2119654"/>
              <a:gd name="connsiteY80658" fmla="*/ 1737061 h 2398711"/>
              <a:gd name="connsiteX80659" fmla="*/ 345898 w 2119654"/>
              <a:gd name="connsiteY80659" fmla="*/ 1738628 h 2398711"/>
              <a:gd name="connsiteX80660" fmla="*/ 346326 w 2119654"/>
              <a:gd name="connsiteY80660" fmla="*/ 1738749 h 2398711"/>
              <a:gd name="connsiteX80661" fmla="*/ 345884 w 2119654"/>
              <a:gd name="connsiteY80661" fmla="*/ 1738183 h 2398711"/>
              <a:gd name="connsiteX80662" fmla="*/ 343642 w 2119654"/>
              <a:gd name="connsiteY80662" fmla="*/ 1737434 h 2398711"/>
              <a:gd name="connsiteX80663" fmla="*/ 905157 w 2119654"/>
              <a:gd name="connsiteY80663" fmla="*/ 472809 h 2398711"/>
              <a:gd name="connsiteX80664" fmla="*/ 905698 w 2119654"/>
              <a:gd name="connsiteY80664" fmla="*/ 473469 h 2398711"/>
              <a:gd name="connsiteX80665" fmla="*/ 909071 w 2119654"/>
              <a:gd name="connsiteY80665" fmla="*/ 477340 h 2398711"/>
              <a:gd name="connsiteX80666" fmla="*/ 909108 w 2119654"/>
              <a:gd name="connsiteY80666" fmla="*/ 476889 h 2398711"/>
              <a:gd name="connsiteX80667" fmla="*/ 909148 w 2119654"/>
              <a:gd name="connsiteY80667" fmla="*/ 476468 h 2398711"/>
              <a:gd name="connsiteX80668" fmla="*/ 908495 w 2119654"/>
              <a:gd name="connsiteY80668" fmla="*/ 475739 h 2398711"/>
              <a:gd name="connsiteX80669" fmla="*/ 905717 w 2119654"/>
              <a:gd name="connsiteY80669" fmla="*/ 473059 h 2398711"/>
              <a:gd name="connsiteX80670" fmla="*/ 891107 w 2119654"/>
              <a:gd name="connsiteY80670" fmla="*/ 504049 h 2398711"/>
              <a:gd name="connsiteX80671" fmla="*/ 891231 w 2119654"/>
              <a:gd name="connsiteY80671" fmla="*/ 504123 h 2398711"/>
              <a:gd name="connsiteX80672" fmla="*/ 891437 w 2119654"/>
              <a:gd name="connsiteY80672" fmla="*/ 503586 h 2398711"/>
              <a:gd name="connsiteX80673" fmla="*/ 354331 w 2119654"/>
              <a:gd name="connsiteY80673" fmla="*/ 1705565 h 2398711"/>
              <a:gd name="connsiteX80674" fmla="*/ 354536 w 2119654"/>
              <a:gd name="connsiteY80674" fmla="*/ 1705678 h 2398711"/>
              <a:gd name="connsiteX80675" fmla="*/ 354477 w 2119654"/>
              <a:gd name="connsiteY80675" fmla="*/ 1705632 h 2398711"/>
              <a:gd name="connsiteX80676" fmla="*/ 348016 w 2119654"/>
              <a:gd name="connsiteY80676" fmla="*/ 1719686 h 2398711"/>
              <a:gd name="connsiteX80677" fmla="*/ 348222 w 2119654"/>
              <a:gd name="connsiteY80677" fmla="*/ 1719865 h 2398711"/>
              <a:gd name="connsiteX80678" fmla="*/ 349027 w 2119654"/>
              <a:gd name="connsiteY80678" fmla="*/ 1719831 h 2398711"/>
              <a:gd name="connsiteX80679" fmla="*/ 348845 w 2119654"/>
              <a:gd name="connsiteY80679" fmla="*/ 1719651 h 2398711"/>
              <a:gd name="connsiteX80680" fmla="*/ 373846 w 2119654"/>
              <a:gd name="connsiteY80680" fmla="*/ 1661530 h 2398711"/>
              <a:gd name="connsiteX80681" fmla="*/ 373913 w 2119654"/>
              <a:gd name="connsiteY80681" fmla="*/ 1662738 h 2398711"/>
              <a:gd name="connsiteX80682" fmla="*/ 374166 w 2119654"/>
              <a:gd name="connsiteY80682" fmla="*/ 1662945 h 2398711"/>
              <a:gd name="connsiteX80683" fmla="*/ 374579 w 2119654"/>
              <a:gd name="connsiteY80683" fmla="*/ 1662310 h 2398711"/>
              <a:gd name="connsiteX80684" fmla="*/ 886510 w 2119654"/>
              <a:gd name="connsiteY80684" fmla="*/ 513466 h 2398711"/>
              <a:gd name="connsiteX80685" fmla="*/ 886507 w 2119654"/>
              <a:gd name="connsiteY80685" fmla="*/ 513475 h 2398711"/>
              <a:gd name="connsiteX80686" fmla="*/ 886530 w 2119654"/>
              <a:gd name="connsiteY80686" fmla="*/ 513491 h 2398711"/>
              <a:gd name="connsiteX80687" fmla="*/ 904003 w 2119654"/>
              <a:gd name="connsiteY80687" fmla="*/ 473991 h 2398711"/>
              <a:gd name="connsiteX80688" fmla="*/ 903920 w 2119654"/>
              <a:gd name="connsiteY80688" fmla="*/ 474325 h 2398711"/>
              <a:gd name="connsiteX80689" fmla="*/ 907964 w 2119654"/>
              <a:gd name="connsiteY80689" fmla="*/ 479770 h 2398711"/>
              <a:gd name="connsiteX80690" fmla="*/ 908455 w 2119654"/>
              <a:gd name="connsiteY80690" fmla="*/ 479101 h 2398711"/>
              <a:gd name="connsiteX80691" fmla="*/ 901722 w 2119654"/>
              <a:gd name="connsiteY80691" fmla="*/ 479062 h 2398711"/>
              <a:gd name="connsiteX80692" fmla="*/ 901069 w 2119654"/>
              <a:gd name="connsiteY80692" fmla="*/ 482546 h 2398711"/>
              <a:gd name="connsiteX80693" fmla="*/ 901143 w 2119654"/>
              <a:gd name="connsiteY80693" fmla="*/ 482580 h 2398711"/>
              <a:gd name="connsiteX80694" fmla="*/ 901895 w 2119654"/>
              <a:gd name="connsiteY80694" fmla="*/ 479237 h 2398711"/>
              <a:gd name="connsiteX80695" fmla="*/ 886624 w 2119654"/>
              <a:gd name="connsiteY80695" fmla="*/ 512851 h 2398711"/>
              <a:gd name="connsiteX80696" fmla="*/ 886601 w 2119654"/>
              <a:gd name="connsiteY80696" fmla="*/ 512978 h 2398711"/>
              <a:gd name="connsiteX80697" fmla="*/ 887437 w 2119654"/>
              <a:gd name="connsiteY80697" fmla="*/ 514010 h 2398711"/>
              <a:gd name="connsiteX80698" fmla="*/ 887599 w 2119654"/>
              <a:gd name="connsiteY80698" fmla="*/ 513590 h 2398711"/>
              <a:gd name="connsiteX80699" fmla="*/ 952490 w 2119654"/>
              <a:gd name="connsiteY80699" fmla="*/ 365359 h 2398711"/>
              <a:gd name="connsiteX80700" fmla="*/ 953748 w 2119654"/>
              <a:gd name="connsiteY80700" fmla="*/ 368644 h 2398711"/>
              <a:gd name="connsiteX80701" fmla="*/ 954400 w 2119654"/>
              <a:gd name="connsiteY80701" fmla="*/ 367600 h 2398711"/>
              <a:gd name="connsiteX80702" fmla="*/ 942024 w 2119654"/>
              <a:gd name="connsiteY80702" fmla="*/ 388677 h 2398711"/>
              <a:gd name="connsiteX80703" fmla="*/ 945915 w 2119654"/>
              <a:gd name="connsiteY80703" fmla="*/ 391934 h 2398711"/>
              <a:gd name="connsiteX80704" fmla="*/ 946933 w 2119654"/>
              <a:gd name="connsiteY80704" fmla="*/ 387051 h 2398711"/>
              <a:gd name="connsiteX80705" fmla="*/ 944662 w 2119654"/>
              <a:gd name="connsiteY80705" fmla="*/ 384454 h 2398711"/>
              <a:gd name="connsiteX80706" fmla="*/ 386044 w 2119654"/>
              <a:gd name="connsiteY80706" fmla="*/ 1633363 h 2398711"/>
              <a:gd name="connsiteX80707" fmla="*/ 387823 w 2119654"/>
              <a:gd name="connsiteY80707" fmla="*/ 1634862 h 2398711"/>
              <a:gd name="connsiteX80708" fmla="*/ 389214 w 2119654"/>
              <a:gd name="connsiteY80708" fmla="*/ 1634774 h 2398711"/>
              <a:gd name="connsiteX80709" fmla="*/ 388972 w 2119654"/>
              <a:gd name="connsiteY80709" fmla="*/ 1633950 h 2398711"/>
              <a:gd name="connsiteX80710" fmla="*/ 387195 w 2119654"/>
              <a:gd name="connsiteY80710" fmla="*/ 1633492 h 2398711"/>
              <a:gd name="connsiteX80711" fmla="*/ 941362 w 2119654"/>
              <a:gd name="connsiteY80711" fmla="*/ 389737 h 2398711"/>
              <a:gd name="connsiteX80712" fmla="*/ 945721 w 2119654"/>
              <a:gd name="connsiteY80712" fmla="*/ 392862 h 2398711"/>
              <a:gd name="connsiteX80713" fmla="*/ 945859 w 2119654"/>
              <a:gd name="connsiteY80713" fmla="*/ 392202 h 2398711"/>
              <a:gd name="connsiteX80714" fmla="*/ 941897 w 2119654"/>
              <a:gd name="connsiteY80714" fmla="*/ 388882 h 2398711"/>
              <a:gd name="connsiteX80715" fmla="*/ 902387 w 2119654"/>
              <a:gd name="connsiteY80715" fmla="*/ 476918 h 2398711"/>
              <a:gd name="connsiteX80716" fmla="*/ 901871 w 2119654"/>
              <a:gd name="connsiteY80716" fmla="*/ 478264 h 2398711"/>
              <a:gd name="connsiteX80717" fmla="*/ 901752 w 2119654"/>
              <a:gd name="connsiteY80717" fmla="*/ 478902 h 2398711"/>
              <a:gd name="connsiteX80718" fmla="*/ 901931 w 2119654"/>
              <a:gd name="connsiteY80718" fmla="*/ 479083 h 2398711"/>
              <a:gd name="connsiteX80719" fmla="*/ 902410 w 2119654"/>
              <a:gd name="connsiteY80719" fmla="*/ 476949 h 2398711"/>
              <a:gd name="connsiteX80720" fmla="*/ 322199 w 2119654"/>
              <a:gd name="connsiteY80720" fmla="*/ 1775958 h 2398711"/>
              <a:gd name="connsiteX80721" fmla="*/ 340627 w 2119654"/>
              <a:gd name="connsiteY80721" fmla="*/ 1784265 h 2398711"/>
              <a:gd name="connsiteX80722" fmla="*/ 331096 w 2119654"/>
              <a:gd name="connsiteY80722" fmla="*/ 1776292 h 2398711"/>
              <a:gd name="connsiteX80723" fmla="*/ 325022 w 2119654"/>
              <a:gd name="connsiteY80723" fmla="*/ 1775567 h 2398711"/>
              <a:gd name="connsiteX80724" fmla="*/ 341023 w 2119654"/>
              <a:gd name="connsiteY80724" fmla="*/ 1733281 h 2398711"/>
              <a:gd name="connsiteX80725" fmla="*/ 342746 w 2119654"/>
              <a:gd name="connsiteY80725" fmla="*/ 1734387 h 2398711"/>
              <a:gd name="connsiteX80726" fmla="*/ 342948 w 2119654"/>
              <a:gd name="connsiteY80726" fmla="*/ 1734422 h 2398711"/>
              <a:gd name="connsiteX80727" fmla="*/ 342554 w 2119654"/>
              <a:gd name="connsiteY80727" fmla="*/ 1733918 h 2398711"/>
              <a:gd name="connsiteX80728" fmla="*/ 940110 w 2119654"/>
              <a:gd name="connsiteY80728" fmla="*/ 391742 h 2398711"/>
              <a:gd name="connsiteX80729" fmla="*/ 945309 w 2119654"/>
              <a:gd name="connsiteY80729" fmla="*/ 394839 h 2398711"/>
              <a:gd name="connsiteX80730" fmla="*/ 945530 w 2119654"/>
              <a:gd name="connsiteY80730" fmla="*/ 393776 h 2398711"/>
              <a:gd name="connsiteX80731" fmla="*/ 940950 w 2119654"/>
              <a:gd name="connsiteY80731" fmla="*/ 390398 h 2398711"/>
              <a:gd name="connsiteX80732" fmla="*/ 360091 w 2119654"/>
              <a:gd name="connsiteY80732" fmla="*/ 1690514 h 2398711"/>
              <a:gd name="connsiteX80733" fmla="*/ 368661 w 2119654"/>
              <a:gd name="connsiteY80733" fmla="*/ 1691434 h 2398711"/>
              <a:gd name="connsiteX80734" fmla="*/ 367112 w 2119654"/>
              <a:gd name="connsiteY80734" fmla="*/ 1690759 h 2398711"/>
              <a:gd name="connsiteX80735" fmla="*/ 1031415 w 2119654"/>
              <a:gd name="connsiteY80735" fmla="*/ 186873 h 2398711"/>
              <a:gd name="connsiteX80736" fmla="*/ 1035799 w 2119654"/>
              <a:gd name="connsiteY80736" fmla="*/ 198592 h 2398711"/>
              <a:gd name="connsiteX80737" fmla="*/ 1036569 w 2119654"/>
              <a:gd name="connsiteY80737" fmla="*/ 196751 h 2398711"/>
              <a:gd name="connsiteX80738" fmla="*/ 1037370 w 2119654"/>
              <a:gd name="connsiteY80738" fmla="*/ 194911 h 2398711"/>
              <a:gd name="connsiteX80739" fmla="*/ 1034610 w 2119654"/>
              <a:gd name="connsiteY80739" fmla="*/ 191130 h 2398711"/>
              <a:gd name="connsiteX80740" fmla="*/ 887265 w 2119654"/>
              <a:gd name="connsiteY80740" fmla="*/ 509433 h 2398711"/>
              <a:gd name="connsiteX80741" fmla="*/ 887212 w 2119654"/>
              <a:gd name="connsiteY80741" fmla="*/ 509714 h 2398711"/>
              <a:gd name="connsiteX80742" fmla="*/ 888656 w 2119654"/>
              <a:gd name="connsiteY80742" fmla="*/ 510834 h 2398711"/>
              <a:gd name="connsiteX80743" fmla="*/ 888703 w 2119654"/>
              <a:gd name="connsiteY80743" fmla="*/ 510712 h 2398711"/>
              <a:gd name="connsiteX80744" fmla="*/ 888238 w 2119654"/>
              <a:gd name="connsiteY80744" fmla="*/ 508070 h 2398711"/>
              <a:gd name="connsiteX80745" fmla="*/ 906288 w 2119654"/>
              <a:gd name="connsiteY80745" fmla="*/ 466751 h 2398711"/>
              <a:gd name="connsiteX80746" fmla="*/ 904920 w 2119654"/>
              <a:gd name="connsiteY80746" fmla="*/ 470319 h 2398711"/>
              <a:gd name="connsiteX80747" fmla="*/ 909539 w 2119654"/>
              <a:gd name="connsiteY80747" fmla="*/ 472382 h 2398711"/>
              <a:gd name="connsiteX80748" fmla="*/ 909570 w 2119654"/>
              <a:gd name="connsiteY80748" fmla="*/ 472048 h 2398711"/>
              <a:gd name="connsiteX80749" fmla="*/ 368465 w 2119654"/>
              <a:gd name="connsiteY80749" fmla="*/ 1670885 h 2398711"/>
              <a:gd name="connsiteX80750" fmla="*/ 368801 w 2119654"/>
              <a:gd name="connsiteY80750" fmla="*/ 1671188 h 2398711"/>
              <a:gd name="connsiteX80751" fmla="*/ 368828 w 2119654"/>
              <a:gd name="connsiteY80751" fmla="*/ 1671146 h 2398711"/>
              <a:gd name="connsiteX80752" fmla="*/ 938667 w 2119654"/>
              <a:gd name="connsiteY80752" fmla="*/ 394054 h 2398711"/>
              <a:gd name="connsiteX80753" fmla="*/ 940133 w 2119654"/>
              <a:gd name="connsiteY80753" fmla="*/ 406144 h 2398711"/>
              <a:gd name="connsiteX80754" fmla="*/ 940106 w 2119654"/>
              <a:gd name="connsiteY80754" fmla="*/ 407146 h 2398711"/>
              <a:gd name="connsiteX80755" fmla="*/ 941194 w 2119654"/>
              <a:gd name="connsiteY80755" fmla="*/ 409254 h 2398711"/>
              <a:gd name="connsiteX80756" fmla="*/ 942048 w 2119654"/>
              <a:gd name="connsiteY80756" fmla="*/ 410469 h 2398711"/>
              <a:gd name="connsiteX80757" fmla="*/ 944986 w 2119654"/>
              <a:gd name="connsiteY80757" fmla="*/ 396385 h 2398711"/>
              <a:gd name="connsiteX80758" fmla="*/ 942741 w 2119654"/>
              <a:gd name="connsiteY80758" fmla="*/ 394497 h 2398711"/>
              <a:gd name="connsiteX80759" fmla="*/ 941717 w 2119654"/>
              <a:gd name="connsiteY80759" fmla="*/ 393661 h 2398711"/>
              <a:gd name="connsiteX80760" fmla="*/ 939673 w 2119654"/>
              <a:gd name="connsiteY80760" fmla="*/ 392442 h 2398711"/>
              <a:gd name="connsiteX80761" fmla="*/ 920316 w 2119654"/>
              <a:gd name="connsiteY80761" fmla="*/ 435041 h 2398711"/>
              <a:gd name="connsiteX80762" fmla="*/ 921652 w 2119654"/>
              <a:gd name="connsiteY80762" fmla="*/ 437231 h 2398711"/>
              <a:gd name="connsiteX80763" fmla="*/ 920599 w 2119654"/>
              <a:gd name="connsiteY80763" fmla="*/ 435153 h 2398711"/>
              <a:gd name="connsiteX80764" fmla="*/ 363591 w 2119654"/>
              <a:gd name="connsiteY80764" fmla="*/ 1681606 h 2398711"/>
              <a:gd name="connsiteX80765" fmla="*/ 366620 w 2119654"/>
              <a:gd name="connsiteY80765" fmla="*/ 1682469 h 2398711"/>
              <a:gd name="connsiteX80766" fmla="*/ 365369 w 2119654"/>
              <a:gd name="connsiteY80766" fmla="*/ 1681136 h 2398711"/>
              <a:gd name="connsiteX80767" fmla="*/ 365002 w 2119654"/>
              <a:gd name="connsiteY80767" fmla="*/ 1681040 h 2398711"/>
              <a:gd name="connsiteX80768" fmla="*/ 364117 w 2119654"/>
              <a:gd name="connsiteY80768" fmla="*/ 1680797 h 2398711"/>
              <a:gd name="connsiteX80769" fmla="*/ 894119 w 2119654"/>
              <a:gd name="connsiteY80769" fmla="*/ 493354 h 2398711"/>
              <a:gd name="connsiteX80770" fmla="*/ 894861 w 2119654"/>
              <a:gd name="connsiteY80770" fmla="*/ 494665 h 2398711"/>
              <a:gd name="connsiteX80771" fmla="*/ 894941 w 2119654"/>
              <a:gd name="connsiteY80771" fmla="*/ 494457 h 2398711"/>
              <a:gd name="connsiteX80772" fmla="*/ 894771 w 2119654"/>
              <a:gd name="connsiteY80772" fmla="*/ 493605 h 2398711"/>
              <a:gd name="connsiteX80773" fmla="*/ 324874 w 2119654"/>
              <a:gd name="connsiteY80773" fmla="*/ 1767982 h 2398711"/>
              <a:gd name="connsiteX80774" fmla="*/ 331348 w 2119654"/>
              <a:gd name="connsiteY80774" fmla="*/ 1773185 h 2398711"/>
              <a:gd name="connsiteX80775" fmla="*/ 334127 w 2119654"/>
              <a:gd name="connsiteY80775" fmla="*/ 1772848 h 2398711"/>
              <a:gd name="connsiteX80776" fmla="*/ 918440 w 2119654"/>
              <a:gd name="connsiteY80776" fmla="*/ 438687 h 2398711"/>
              <a:gd name="connsiteX80777" fmla="*/ 919264 w 2119654"/>
              <a:gd name="connsiteY80777" fmla="*/ 440936 h 2398711"/>
              <a:gd name="connsiteX80778" fmla="*/ 921096 w 2119654"/>
              <a:gd name="connsiteY80778" fmla="*/ 442716 h 2398711"/>
              <a:gd name="connsiteX80779" fmla="*/ 921409 w 2119654"/>
              <a:gd name="connsiteY80779" fmla="*/ 442232 h 2398711"/>
              <a:gd name="connsiteX80780" fmla="*/ 352859 w 2119654"/>
              <a:gd name="connsiteY80780" fmla="*/ 1705076 h 2398711"/>
              <a:gd name="connsiteX80781" fmla="*/ 352956 w 2119654"/>
              <a:gd name="connsiteY80781" fmla="*/ 1706211 h 2398711"/>
              <a:gd name="connsiteX80782" fmla="*/ 354539 w 2119654"/>
              <a:gd name="connsiteY80782" fmla="*/ 1705996 h 2398711"/>
              <a:gd name="connsiteX80783" fmla="*/ 362656 w 2119654"/>
              <a:gd name="connsiteY80783" fmla="*/ 1683041 h 2398711"/>
              <a:gd name="connsiteX80784" fmla="*/ 365290 w 2119654"/>
              <a:gd name="connsiteY80784" fmla="*/ 1683110 h 2398711"/>
              <a:gd name="connsiteX80785" fmla="*/ 367023 w 2119654"/>
              <a:gd name="connsiteY80785" fmla="*/ 1682898 h 2398711"/>
              <a:gd name="connsiteX80786" fmla="*/ 367018 w 2119654"/>
              <a:gd name="connsiteY80786" fmla="*/ 1682893 h 2398711"/>
              <a:gd name="connsiteX80787" fmla="*/ 363420 w 2119654"/>
              <a:gd name="connsiteY80787" fmla="*/ 1681868 h 2398711"/>
              <a:gd name="connsiteX80788" fmla="*/ 887686 w 2119654"/>
              <a:gd name="connsiteY80788" fmla="*/ 507188 h 2398711"/>
              <a:gd name="connsiteX80789" fmla="*/ 887508 w 2119654"/>
              <a:gd name="connsiteY80789" fmla="*/ 508135 h 2398711"/>
              <a:gd name="connsiteX80790" fmla="*/ 887950 w 2119654"/>
              <a:gd name="connsiteY80790" fmla="*/ 507515 h 2398711"/>
              <a:gd name="connsiteX80791" fmla="*/ 352795 w 2119654"/>
              <a:gd name="connsiteY80791" fmla="*/ 1704339 h 2398711"/>
              <a:gd name="connsiteX80792" fmla="*/ 352809 w 2119654"/>
              <a:gd name="connsiteY80792" fmla="*/ 1704491 h 2398711"/>
              <a:gd name="connsiteX80793" fmla="*/ 353264 w 2119654"/>
              <a:gd name="connsiteY80793" fmla="*/ 1704700 h 2398711"/>
              <a:gd name="connsiteX80794" fmla="*/ 292511 w 2119654"/>
              <a:gd name="connsiteY80794" fmla="*/ 1839321 h 2398711"/>
              <a:gd name="connsiteX80795" fmla="*/ 339810 w 2119654"/>
              <a:gd name="connsiteY80795" fmla="*/ 1856790 h 2398711"/>
              <a:gd name="connsiteX80796" fmla="*/ 355403 w 2119654"/>
              <a:gd name="connsiteY80796" fmla="*/ 1857107 h 2398711"/>
              <a:gd name="connsiteX80797" fmla="*/ 360936 w 2119654"/>
              <a:gd name="connsiteY80797" fmla="*/ 1855686 h 2398711"/>
              <a:gd name="connsiteX80798" fmla="*/ 361242 w 2119654"/>
              <a:gd name="connsiteY80798" fmla="*/ 1854202 h 2398711"/>
              <a:gd name="connsiteX80799" fmla="*/ 353003 w 2119654"/>
              <a:gd name="connsiteY80799" fmla="*/ 1852488 h 2398711"/>
              <a:gd name="connsiteX80800" fmla="*/ 332703 w 2119654"/>
              <a:gd name="connsiteY80800" fmla="*/ 1847981 h 2398711"/>
              <a:gd name="connsiteX80801" fmla="*/ 332598 w 2119654"/>
              <a:gd name="connsiteY80801" fmla="*/ 1847852 h 2398711"/>
              <a:gd name="connsiteX80802" fmla="*/ 343832 w 2119654"/>
              <a:gd name="connsiteY80802" fmla="*/ 1850346 h 2398711"/>
              <a:gd name="connsiteX80803" fmla="*/ 361289 w 2119654"/>
              <a:gd name="connsiteY80803" fmla="*/ 1853977 h 2398711"/>
              <a:gd name="connsiteX80804" fmla="*/ 361476 w 2119654"/>
              <a:gd name="connsiteY80804" fmla="*/ 1853070 h 2398711"/>
              <a:gd name="connsiteX80805" fmla="*/ 362012 w 2119654"/>
              <a:gd name="connsiteY80805" fmla="*/ 1850647 h 2398711"/>
              <a:gd name="connsiteX80806" fmla="*/ 351205 w 2119654"/>
              <a:gd name="connsiteY80806" fmla="*/ 1847767 h 2398711"/>
              <a:gd name="connsiteX80807" fmla="*/ 362087 w 2119654"/>
              <a:gd name="connsiteY80807" fmla="*/ 1850305 h 2398711"/>
              <a:gd name="connsiteX80808" fmla="*/ 363012 w 2119654"/>
              <a:gd name="connsiteY80808" fmla="*/ 1846123 h 2398711"/>
              <a:gd name="connsiteX80809" fmla="*/ 345681 w 2119654"/>
              <a:gd name="connsiteY80809" fmla="*/ 1834939 h 2398711"/>
              <a:gd name="connsiteX80810" fmla="*/ 344214 w 2119654"/>
              <a:gd name="connsiteY80810" fmla="*/ 1833809 h 2398711"/>
              <a:gd name="connsiteX80811" fmla="*/ 312745 w 2119654"/>
              <a:gd name="connsiteY80811" fmla="*/ 1837216 h 2398711"/>
              <a:gd name="connsiteX80812" fmla="*/ 345048 w 2119654"/>
              <a:gd name="connsiteY80812" fmla="*/ 1846125 h 2398711"/>
              <a:gd name="connsiteX80813" fmla="*/ 311947 w 2119654"/>
              <a:gd name="connsiteY80813" fmla="*/ 1837302 h 2398711"/>
              <a:gd name="connsiteX80814" fmla="*/ 298655 w 2119654"/>
              <a:gd name="connsiteY80814" fmla="*/ 1838742 h 2398711"/>
              <a:gd name="connsiteX80815" fmla="*/ 887891 w 2119654"/>
              <a:gd name="connsiteY80815" fmla="*/ 506096 h 2398711"/>
              <a:gd name="connsiteX80816" fmla="*/ 887809 w 2119654"/>
              <a:gd name="connsiteY80816" fmla="*/ 506532 h 2398711"/>
              <a:gd name="connsiteX80817" fmla="*/ 888011 w 2119654"/>
              <a:gd name="connsiteY80817" fmla="*/ 506782 h 2398711"/>
              <a:gd name="connsiteX80818" fmla="*/ 904012 w 2119654"/>
              <a:gd name="connsiteY80818" fmla="*/ 469825 h 2398711"/>
              <a:gd name="connsiteX80819" fmla="*/ 904015 w 2119654"/>
              <a:gd name="connsiteY80819" fmla="*/ 469828 h 2398711"/>
              <a:gd name="connsiteX80820" fmla="*/ 904018 w 2119654"/>
              <a:gd name="connsiteY80820" fmla="*/ 469816 h 2398711"/>
              <a:gd name="connsiteX80821" fmla="*/ 912874 w 2119654"/>
              <a:gd name="connsiteY80821" fmla="*/ 449590 h 2398711"/>
              <a:gd name="connsiteX80822" fmla="*/ 912596 w 2119654"/>
              <a:gd name="connsiteY80822" fmla="*/ 450314 h 2398711"/>
              <a:gd name="connsiteX80823" fmla="*/ 913404 w 2119654"/>
              <a:gd name="connsiteY80823" fmla="*/ 452409 h 2398711"/>
              <a:gd name="connsiteX80824" fmla="*/ 914077 w 2119654"/>
              <a:gd name="connsiteY80824" fmla="*/ 453582 h 2398711"/>
              <a:gd name="connsiteX80825" fmla="*/ 914699 w 2119654"/>
              <a:gd name="connsiteY80825" fmla="*/ 452619 h 2398711"/>
              <a:gd name="connsiteX80826" fmla="*/ 913153 w 2119654"/>
              <a:gd name="connsiteY80826" fmla="*/ 448861 h 2398711"/>
              <a:gd name="connsiteX80827" fmla="*/ 913010 w 2119654"/>
              <a:gd name="connsiteY80827" fmla="*/ 449234 h 2398711"/>
              <a:gd name="connsiteX80828" fmla="*/ 914881 w 2119654"/>
              <a:gd name="connsiteY80828" fmla="*/ 452338 h 2398711"/>
              <a:gd name="connsiteX80829" fmla="*/ 915736 w 2119654"/>
              <a:gd name="connsiteY80829" fmla="*/ 451014 h 2398711"/>
              <a:gd name="connsiteX80830" fmla="*/ 914852 w 2119654"/>
              <a:gd name="connsiteY80830" fmla="*/ 444434 h 2398711"/>
              <a:gd name="connsiteX80831" fmla="*/ 913466 w 2119654"/>
              <a:gd name="connsiteY80831" fmla="*/ 448046 h 2398711"/>
              <a:gd name="connsiteX80832" fmla="*/ 916187 w 2119654"/>
              <a:gd name="connsiteY80832" fmla="*/ 450316 h 2398711"/>
              <a:gd name="connsiteX80833" fmla="*/ 916976 w 2119654"/>
              <a:gd name="connsiteY80833" fmla="*/ 449094 h 2398711"/>
              <a:gd name="connsiteX80834" fmla="*/ 915843 w 2119654"/>
              <a:gd name="connsiteY80834" fmla="*/ 445728 h 2398711"/>
              <a:gd name="connsiteX80835" fmla="*/ 938378 w 2119654"/>
              <a:gd name="connsiteY80835" fmla="*/ 391670 h 2398711"/>
              <a:gd name="connsiteX80836" fmla="*/ 938538 w 2119654"/>
              <a:gd name="connsiteY80836" fmla="*/ 392996 h 2398711"/>
              <a:gd name="connsiteX80837" fmla="*/ 939098 w 2119654"/>
              <a:gd name="connsiteY80837" fmla="*/ 392100 h 2398711"/>
              <a:gd name="connsiteX80838" fmla="*/ 315209 w 2119654"/>
              <a:gd name="connsiteY80838" fmla="*/ 1786495 h 2398711"/>
              <a:gd name="connsiteX80839" fmla="*/ 321471 w 2119654"/>
              <a:gd name="connsiteY80839" fmla="*/ 1787682 h 2398711"/>
              <a:gd name="connsiteX80840" fmla="*/ 320498 w 2119654"/>
              <a:gd name="connsiteY80840" fmla="*/ 1787216 h 2398711"/>
              <a:gd name="connsiteX80841" fmla="*/ 367677 w 2119654"/>
              <a:gd name="connsiteY80841" fmla="*/ 1668980 h 2398711"/>
              <a:gd name="connsiteX80842" fmla="*/ 368591 w 2119654"/>
              <a:gd name="connsiteY80842" fmla="*/ 1669639 h 2398711"/>
              <a:gd name="connsiteX80843" fmla="*/ 369427 w 2119654"/>
              <a:gd name="connsiteY80843" fmla="*/ 1669602 h 2398711"/>
              <a:gd name="connsiteX80844" fmla="*/ 916897 w 2119654"/>
              <a:gd name="connsiteY80844" fmla="*/ 439105 h 2398711"/>
              <a:gd name="connsiteX80845" fmla="*/ 915988 w 2119654"/>
              <a:gd name="connsiteY80845" fmla="*/ 441472 h 2398711"/>
              <a:gd name="connsiteX80846" fmla="*/ 917723 w 2119654"/>
              <a:gd name="connsiteY80846" fmla="*/ 446625 h 2398711"/>
              <a:gd name="connsiteX80847" fmla="*/ 918184 w 2119654"/>
              <a:gd name="connsiteY80847" fmla="*/ 447225 h 2398711"/>
              <a:gd name="connsiteX80848" fmla="*/ 919930 w 2119654"/>
              <a:gd name="connsiteY80848" fmla="*/ 444522 h 2398711"/>
              <a:gd name="connsiteX80849" fmla="*/ 918506 w 2119654"/>
              <a:gd name="connsiteY80849" fmla="*/ 440668 h 2398711"/>
              <a:gd name="connsiteX80850" fmla="*/ 917423 w 2119654"/>
              <a:gd name="connsiteY80850" fmla="*/ 437735 h 2398711"/>
              <a:gd name="connsiteX80851" fmla="*/ 917028 w 2119654"/>
              <a:gd name="connsiteY80851" fmla="*/ 438763 h 2398711"/>
              <a:gd name="connsiteX80852" fmla="*/ 918236 w 2119654"/>
              <a:gd name="connsiteY80852" fmla="*/ 439936 h 2398711"/>
              <a:gd name="connsiteX80853" fmla="*/ 358223 w 2119654"/>
              <a:gd name="connsiteY80853" fmla="*/ 1689877 h 2398711"/>
              <a:gd name="connsiteX80854" fmla="*/ 365688 w 2119654"/>
              <a:gd name="connsiteY80854" fmla="*/ 1690138 h 2398711"/>
              <a:gd name="connsiteX80855" fmla="*/ 360333 w 2119654"/>
              <a:gd name="connsiteY80855" fmla="*/ 1687805 h 2398711"/>
              <a:gd name="connsiteX80856" fmla="*/ 359569 w 2119654"/>
              <a:gd name="connsiteY80856" fmla="*/ 1687785 h 2398711"/>
              <a:gd name="connsiteX80857" fmla="*/ 358385 w 2119654"/>
              <a:gd name="connsiteY80857" fmla="*/ 1689604 h 2398711"/>
              <a:gd name="connsiteX80858" fmla="*/ 951585 w 2119654"/>
              <a:gd name="connsiteY80858" fmla="*/ 361176 h 2398711"/>
              <a:gd name="connsiteX80859" fmla="*/ 955043 w 2119654"/>
              <a:gd name="connsiteY80859" fmla="*/ 366569 h 2398711"/>
              <a:gd name="connsiteX80860" fmla="*/ 955700 w 2119654"/>
              <a:gd name="connsiteY80860" fmla="*/ 365517 h 2398711"/>
              <a:gd name="connsiteX80861" fmla="*/ 918701 w 2119654"/>
              <a:gd name="connsiteY80861" fmla="*/ 434402 h 2398711"/>
              <a:gd name="connsiteX80862" fmla="*/ 917765 w 2119654"/>
              <a:gd name="connsiteY80862" fmla="*/ 436844 h 2398711"/>
              <a:gd name="connsiteX80863" fmla="*/ 917832 w 2119654"/>
              <a:gd name="connsiteY80863" fmla="*/ 437029 h 2398711"/>
              <a:gd name="connsiteX80864" fmla="*/ 922089 w 2119654"/>
              <a:gd name="connsiteY80864" fmla="*/ 441178 h 2398711"/>
              <a:gd name="connsiteX80865" fmla="*/ 922887 w 2119654"/>
              <a:gd name="connsiteY80865" fmla="*/ 439944 h 2398711"/>
              <a:gd name="connsiteX80866" fmla="*/ 919759 w 2119654"/>
              <a:gd name="connsiteY80866" fmla="*/ 434820 h 2398711"/>
              <a:gd name="connsiteX80867" fmla="*/ 919010 w 2119654"/>
              <a:gd name="connsiteY80867" fmla="*/ 433595 h 2398711"/>
              <a:gd name="connsiteX80868" fmla="*/ 918900 w 2119654"/>
              <a:gd name="connsiteY80868" fmla="*/ 433882 h 2398711"/>
              <a:gd name="connsiteX80869" fmla="*/ 919278 w 2119654"/>
              <a:gd name="connsiteY80869" fmla="*/ 434032 h 2398711"/>
              <a:gd name="connsiteX80870" fmla="*/ 899632 w 2119654"/>
              <a:gd name="connsiteY80870" fmla="*/ 476944 h 2398711"/>
              <a:gd name="connsiteX80871" fmla="*/ 899772 w 2119654"/>
              <a:gd name="connsiteY80871" fmla="*/ 477651 h 2398711"/>
              <a:gd name="connsiteX80872" fmla="*/ 899861 w 2119654"/>
              <a:gd name="connsiteY80872" fmla="*/ 477178 h 2398711"/>
              <a:gd name="connsiteX80873" fmla="*/ 912414 w 2119654"/>
              <a:gd name="connsiteY80873" fmla="*/ 448245 h 2398711"/>
              <a:gd name="connsiteX80874" fmla="*/ 912571 w 2119654"/>
              <a:gd name="connsiteY80874" fmla="*/ 448506 h 2398711"/>
              <a:gd name="connsiteX80875" fmla="*/ 912609 w 2119654"/>
              <a:gd name="connsiteY80875" fmla="*/ 448408 h 2398711"/>
              <a:gd name="connsiteX80876" fmla="*/ 919353 w 2119654"/>
              <a:gd name="connsiteY80876" fmla="*/ 432702 h 2398711"/>
              <a:gd name="connsiteX80877" fmla="*/ 919173 w 2119654"/>
              <a:gd name="connsiteY80877" fmla="*/ 433170 h 2398711"/>
              <a:gd name="connsiteX80878" fmla="*/ 919835 w 2119654"/>
              <a:gd name="connsiteY80878" fmla="*/ 434253 h 2398711"/>
              <a:gd name="connsiteX80879" fmla="*/ 920217 w 2119654"/>
              <a:gd name="connsiteY80879" fmla="*/ 434405 h 2398711"/>
              <a:gd name="connsiteX80880" fmla="*/ 326883 w 2119654"/>
              <a:gd name="connsiteY80880" fmla="*/ 1759323 h 2398711"/>
              <a:gd name="connsiteX80881" fmla="*/ 331398 w 2119654"/>
              <a:gd name="connsiteY80881" fmla="*/ 1761361 h 2398711"/>
              <a:gd name="connsiteX80882" fmla="*/ 339119 w 2119654"/>
              <a:gd name="connsiteY80882" fmla="*/ 1764482 h 2398711"/>
              <a:gd name="connsiteX80883" fmla="*/ 345192 w 2119654"/>
              <a:gd name="connsiteY80883" fmla="*/ 1765049 h 2398711"/>
              <a:gd name="connsiteX80884" fmla="*/ 329851 w 2119654"/>
              <a:gd name="connsiteY80884" fmla="*/ 1759401 h 2398711"/>
              <a:gd name="connsiteX80885" fmla="*/ 899652 w 2119654"/>
              <a:gd name="connsiteY80885" fmla="*/ 476776 h 2398711"/>
              <a:gd name="connsiteX80886" fmla="*/ 899891 w 2119654"/>
              <a:gd name="connsiteY80886" fmla="*/ 477018 h 2398711"/>
              <a:gd name="connsiteX80887" fmla="*/ 900057 w 2119654"/>
              <a:gd name="connsiteY80887" fmla="*/ 476131 h 2398711"/>
              <a:gd name="connsiteX80888" fmla="*/ 368524 w 2119654"/>
              <a:gd name="connsiteY80888" fmla="*/ 1665972 h 2398711"/>
              <a:gd name="connsiteX80889" fmla="*/ 370914 w 2119654"/>
              <a:gd name="connsiteY80889" fmla="*/ 1667941 h 2398711"/>
              <a:gd name="connsiteX80890" fmla="*/ 371138 w 2119654"/>
              <a:gd name="connsiteY80890" fmla="*/ 1667597 h 2398711"/>
              <a:gd name="connsiteX80891" fmla="*/ 369354 w 2119654"/>
              <a:gd name="connsiteY80891" fmla="*/ 1666133 h 2398711"/>
              <a:gd name="connsiteX80892" fmla="*/ 920745 w 2119654"/>
              <a:gd name="connsiteY80892" fmla="*/ 429075 h 2398711"/>
              <a:gd name="connsiteX80893" fmla="*/ 920059 w 2119654"/>
              <a:gd name="connsiteY80893" fmla="*/ 430859 h 2398711"/>
              <a:gd name="connsiteX80894" fmla="*/ 922275 w 2119654"/>
              <a:gd name="connsiteY80894" fmla="*/ 435221 h 2398711"/>
              <a:gd name="connsiteX80895" fmla="*/ 927788 w 2119654"/>
              <a:gd name="connsiteY80895" fmla="*/ 437414 h 2398711"/>
              <a:gd name="connsiteX80896" fmla="*/ 927819 w 2119654"/>
              <a:gd name="connsiteY80896" fmla="*/ 436284 h 2398711"/>
              <a:gd name="connsiteX80897" fmla="*/ 924269 w 2119654"/>
              <a:gd name="connsiteY80897" fmla="*/ 432473 h 2398711"/>
              <a:gd name="connsiteX80898" fmla="*/ 912093 w 2119654"/>
              <a:gd name="connsiteY80898" fmla="*/ 448294 h 2398711"/>
              <a:gd name="connsiteX80899" fmla="*/ 912038 w 2119654"/>
              <a:gd name="connsiteY80899" fmla="*/ 448868 h 2398711"/>
              <a:gd name="connsiteX80900" fmla="*/ 912236 w 2119654"/>
              <a:gd name="connsiteY80900" fmla="*/ 449381 h 2398711"/>
              <a:gd name="connsiteX80901" fmla="*/ 912435 w 2119654"/>
              <a:gd name="connsiteY80901" fmla="*/ 448862 h 2398711"/>
              <a:gd name="connsiteX80902" fmla="*/ 355427 w 2119654"/>
              <a:gd name="connsiteY80902" fmla="*/ 1694577 h 2398711"/>
              <a:gd name="connsiteX80903" fmla="*/ 358205 w 2119654"/>
              <a:gd name="connsiteY80903" fmla="*/ 1696214 h 2398711"/>
              <a:gd name="connsiteX80904" fmla="*/ 367409 w 2119654"/>
              <a:gd name="connsiteY80904" fmla="*/ 1698982 h 2398711"/>
              <a:gd name="connsiteX80905" fmla="*/ 373808 w 2119654"/>
              <a:gd name="connsiteY80905" fmla="*/ 1699040 h 2398711"/>
              <a:gd name="connsiteX80906" fmla="*/ 375258 w 2119654"/>
              <a:gd name="connsiteY80906" fmla="*/ 1696555 h 2398711"/>
              <a:gd name="connsiteX80907" fmla="*/ 375034 w 2119654"/>
              <a:gd name="connsiteY80907" fmla="*/ 1694211 h 2398711"/>
              <a:gd name="connsiteX80908" fmla="*/ 371169 w 2119654"/>
              <a:gd name="connsiteY80908" fmla="*/ 1692527 h 2398711"/>
              <a:gd name="connsiteX80909" fmla="*/ 357389 w 2119654"/>
              <a:gd name="connsiteY80909" fmla="*/ 1691279 h 2398711"/>
              <a:gd name="connsiteX80910" fmla="*/ 886292 w 2119654"/>
              <a:gd name="connsiteY80910" fmla="*/ 505470 h 2398711"/>
              <a:gd name="connsiteX80911" fmla="*/ 886131 w 2119654"/>
              <a:gd name="connsiteY80911" fmla="*/ 506668 h 2398711"/>
              <a:gd name="connsiteX80912" fmla="*/ 886344 w 2119654"/>
              <a:gd name="connsiteY80912" fmla="*/ 505534 h 2398711"/>
              <a:gd name="connsiteX80913" fmla="*/ 923021 w 2119654"/>
              <a:gd name="connsiteY80913" fmla="*/ 423142 h 2398711"/>
              <a:gd name="connsiteX80914" fmla="*/ 921025 w 2119654"/>
              <a:gd name="connsiteY80914" fmla="*/ 428346 h 2398711"/>
              <a:gd name="connsiteX80915" fmla="*/ 922227 w 2119654"/>
              <a:gd name="connsiteY80915" fmla="*/ 429639 h 2398711"/>
              <a:gd name="connsiteX80916" fmla="*/ 926530 w 2119654"/>
              <a:gd name="connsiteY80916" fmla="*/ 433467 h 2398711"/>
              <a:gd name="connsiteX80917" fmla="*/ 927860 w 2119654"/>
              <a:gd name="connsiteY80917" fmla="*/ 434752 h 2398711"/>
              <a:gd name="connsiteX80918" fmla="*/ 928090 w 2119654"/>
              <a:gd name="connsiteY80918" fmla="*/ 426162 h 2398711"/>
              <a:gd name="connsiteX80919" fmla="*/ 381393 w 2119654"/>
              <a:gd name="connsiteY80919" fmla="*/ 1635600 h 2398711"/>
              <a:gd name="connsiteX80920" fmla="*/ 381878 w 2119654"/>
              <a:gd name="connsiteY80920" fmla="*/ 1635886 h 2398711"/>
              <a:gd name="connsiteX80921" fmla="*/ 381565 w 2119654"/>
              <a:gd name="connsiteY80921" fmla="*/ 1635589 h 2398711"/>
              <a:gd name="connsiteX80922" fmla="*/ 904492 w 2119654"/>
              <a:gd name="connsiteY80922" fmla="*/ 464279 h 2398711"/>
              <a:gd name="connsiteX80923" fmla="*/ 904094 w 2119654"/>
              <a:gd name="connsiteY80923" fmla="*/ 466403 h 2398711"/>
              <a:gd name="connsiteX80924" fmla="*/ 903945 w 2119654"/>
              <a:gd name="connsiteY80924" fmla="*/ 469264 h 2398711"/>
              <a:gd name="connsiteX80925" fmla="*/ 904247 w 2119654"/>
              <a:gd name="connsiteY80925" fmla="*/ 468796 h 2398711"/>
              <a:gd name="connsiteX80926" fmla="*/ 905129 w 2119654"/>
              <a:gd name="connsiteY80926" fmla="*/ 464880 h 2398711"/>
              <a:gd name="connsiteX80927" fmla="*/ 904935 w 2119654"/>
              <a:gd name="connsiteY80927" fmla="*/ 464567 h 2398711"/>
              <a:gd name="connsiteX80928" fmla="*/ 321860 w 2119654"/>
              <a:gd name="connsiteY80928" fmla="*/ 1768568 h 2398711"/>
              <a:gd name="connsiteX80929" fmla="*/ 320914 w 2119654"/>
              <a:gd name="connsiteY80929" fmla="*/ 1773006 h 2398711"/>
              <a:gd name="connsiteX80930" fmla="*/ 327505 w 2119654"/>
              <a:gd name="connsiteY80930" fmla="*/ 1773289 h 2398711"/>
              <a:gd name="connsiteX80931" fmla="*/ 325866 w 2119654"/>
              <a:gd name="connsiteY80931" fmla="*/ 1771918 h 2398711"/>
              <a:gd name="connsiteX80932" fmla="*/ 325134 w 2119654"/>
              <a:gd name="connsiteY80932" fmla="*/ 1771483 h 2398711"/>
              <a:gd name="connsiteX80933" fmla="*/ 325036 w 2119654"/>
              <a:gd name="connsiteY80933" fmla="*/ 1771224 h 2398711"/>
              <a:gd name="connsiteX80934" fmla="*/ 891683 w 2119654"/>
              <a:gd name="connsiteY80934" fmla="*/ 492419 h 2398711"/>
              <a:gd name="connsiteX80935" fmla="*/ 893984 w 2119654"/>
              <a:gd name="connsiteY80935" fmla="*/ 496952 h 2398711"/>
              <a:gd name="connsiteX80936" fmla="*/ 894675 w 2119654"/>
              <a:gd name="connsiteY80936" fmla="*/ 495151 h 2398711"/>
              <a:gd name="connsiteX80937" fmla="*/ 893531 w 2119654"/>
              <a:gd name="connsiteY80937" fmla="*/ 493129 h 2398711"/>
              <a:gd name="connsiteX80938" fmla="*/ 370254 w 2119654"/>
              <a:gd name="connsiteY80938" fmla="*/ 1659735 h 2398711"/>
              <a:gd name="connsiteX80939" fmla="*/ 372437 w 2119654"/>
              <a:gd name="connsiteY80939" fmla="*/ 1661526 h 2398711"/>
              <a:gd name="connsiteX80940" fmla="*/ 372359 w 2119654"/>
              <a:gd name="connsiteY80940" fmla="*/ 1660132 h 2398711"/>
              <a:gd name="connsiteX80941" fmla="*/ 926567 w 2119654"/>
              <a:gd name="connsiteY80941" fmla="*/ 413900 h 2398711"/>
              <a:gd name="connsiteX80942" fmla="*/ 923245 w 2119654"/>
              <a:gd name="connsiteY80942" fmla="*/ 422558 h 2398711"/>
              <a:gd name="connsiteX80943" fmla="*/ 928109 w 2119654"/>
              <a:gd name="connsiteY80943" fmla="*/ 425456 h 2398711"/>
              <a:gd name="connsiteX80944" fmla="*/ 928356 w 2119654"/>
              <a:gd name="connsiteY80944" fmla="*/ 416251 h 2398711"/>
              <a:gd name="connsiteX80945" fmla="*/ 926737 w 2119654"/>
              <a:gd name="connsiteY80945" fmla="*/ 414843 h 2398711"/>
              <a:gd name="connsiteX80946" fmla="*/ 927183 w 2119654"/>
              <a:gd name="connsiteY80946" fmla="*/ 414865 h 2398711"/>
              <a:gd name="connsiteX80947" fmla="*/ 928107 w 2119654"/>
              <a:gd name="connsiteY80947" fmla="*/ 415669 h 2398711"/>
              <a:gd name="connsiteX80948" fmla="*/ 937984 w 2119654"/>
              <a:gd name="connsiteY80948" fmla="*/ 388210 h 2398711"/>
              <a:gd name="connsiteX80949" fmla="*/ 937969 w 2119654"/>
              <a:gd name="connsiteY80949" fmla="*/ 388298 h 2398711"/>
              <a:gd name="connsiteX80950" fmla="*/ 938243 w 2119654"/>
              <a:gd name="connsiteY80950" fmla="*/ 390557 h 2398711"/>
              <a:gd name="connsiteX80951" fmla="*/ 938567 w 2119654"/>
              <a:gd name="connsiteY80951" fmla="*/ 390823 h 2398711"/>
              <a:gd name="connsiteX80952" fmla="*/ 939536 w 2119654"/>
              <a:gd name="connsiteY80952" fmla="*/ 391399 h 2398711"/>
              <a:gd name="connsiteX80953" fmla="*/ 940410 w 2119654"/>
              <a:gd name="connsiteY80953" fmla="*/ 389999 h 2398711"/>
              <a:gd name="connsiteX80954" fmla="*/ 911505 w 2119654"/>
              <a:gd name="connsiteY80954" fmla="*/ 447487 h 2398711"/>
              <a:gd name="connsiteX80955" fmla="*/ 911835 w 2119654"/>
              <a:gd name="connsiteY80955" fmla="*/ 448341 h 2398711"/>
              <a:gd name="connsiteX80956" fmla="*/ 911874 w 2119654"/>
              <a:gd name="connsiteY80956" fmla="*/ 447932 h 2398711"/>
              <a:gd name="connsiteX80957" fmla="*/ 911708 w 2119654"/>
              <a:gd name="connsiteY80957" fmla="*/ 447656 h 2398711"/>
              <a:gd name="connsiteX80958" fmla="*/ 912363 w 2119654"/>
              <a:gd name="connsiteY80958" fmla="*/ 445473 h 2398711"/>
              <a:gd name="connsiteX80959" fmla="*/ 912217 w 2119654"/>
              <a:gd name="connsiteY80959" fmla="*/ 447004 h 2398711"/>
              <a:gd name="connsiteX80960" fmla="*/ 912922 w 2119654"/>
              <a:gd name="connsiteY80960" fmla="*/ 447593 h 2398711"/>
              <a:gd name="connsiteX80961" fmla="*/ 914373 w 2119654"/>
              <a:gd name="connsiteY80961" fmla="*/ 443810 h 2398711"/>
              <a:gd name="connsiteX80962" fmla="*/ 913722 w 2119654"/>
              <a:gd name="connsiteY80962" fmla="*/ 442960 h 2398711"/>
              <a:gd name="connsiteX80963" fmla="*/ 911746 w 2119654"/>
              <a:gd name="connsiteY80963" fmla="*/ 446612 h 2398711"/>
              <a:gd name="connsiteX80964" fmla="*/ 911981 w 2119654"/>
              <a:gd name="connsiteY80964" fmla="*/ 446808 h 2398711"/>
              <a:gd name="connsiteX80965" fmla="*/ 912055 w 2119654"/>
              <a:gd name="connsiteY80965" fmla="*/ 446042 h 2398711"/>
              <a:gd name="connsiteX80966" fmla="*/ 950416 w 2119654"/>
              <a:gd name="connsiteY80966" fmla="*/ 359944 h 2398711"/>
              <a:gd name="connsiteX80967" fmla="*/ 952135 w 2119654"/>
              <a:gd name="connsiteY80967" fmla="*/ 364434 h 2398711"/>
              <a:gd name="connsiteX80968" fmla="*/ 953058 w 2119654"/>
              <a:gd name="connsiteY80968" fmla="*/ 365469 h 2398711"/>
              <a:gd name="connsiteX80969" fmla="*/ 954601 w 2119654"/>
              <a:gd name="connsiteY80969" fmla="*/ 367277 h 2398711"/>
              <a:gd name="connsiteX80970" fmla="*/ 954886 w 2119654"/>
              <a:gd name="connsiteY80970" fmla="*/ 366820 h 2398711"/>
              <a:gd name="connsiteX80971" fmla="*/ 952384 w 2119654"/>
              <a:gd name="connsiteY80971" fmla="*/ 362720 h 2398711"/>
              <a:gd name="connsiteX80972" fmla="*/ 950995 w 2119654"/>
              <a:gd name="connsiteY80972" fmla="*/ 360554 h 2398711"/>
              <a:gd name="connsiteX80973" fmla="*/ 952661 w 2119654"/>
              <a:gd name="connsiteY80973" fmla="*/ 354911 h 2398711"/>
              <a:gd name="connsiteX80974" fmla="*/ 954212 w 2119654"/>
              <a:gd name="connsiteY80974" fmla="*/ 358487 h 2398711"/>
              <a:gd name="connsiteX80975" fmla="*/ 956463 w 2119654"/>
              <a:gd name="connsiteY80975" fmla="*/ 364296 h 2398711"/>
              <a:gd name="connsiteX80976" fmla="*/ 957778 w 2119654"/>
              <a:gd name="connsiteY80976" fmla="*/ 362190 h 2398711"/>
              <a:gd name="connsiteX80977" fmla="*/ 350233 w 2119654"/>
              <a:gd name="connsiteY80977" fmla="*/ 1703313 h 2398711"/>
              <a:gd name="connsiteX80978" fmla="*/ 351719 w 2119654"/>
              <a:gd name="connsiteY80978" fmla="*/ 1703993 h 2398711"/>
              <a:gd name="connsiteX80979" fmla="*/ 351675 w 2119654"/>
              <a:gd name="connsiteY80979" fmla="*/ 1703478 h 2398711"/>
              <a:gd name="connsiteX80980" fmla="*/ 350618 w 2119654"/>
              <a:gd name="connsiteY80980" fmla="*/ 1702666 h 2398711"/>
              <a:gd name="connsiteX80981" fmla="*/ 886773 w 2119654"/>
              <a:gd name="connsiteY80981" fmla="*/ 501884 h 2398711"/>
              <a:gd name="connsiteX80982" fmla="*/ 886386 w 2119654"/>
              <a:gd name="connsiteY80982" fmla="*/ 504776 h 2398711"/>
              <a:gd name="connsiteX80983" fmla="*/ 886467 w 2119654"/>
              <a:gd name="connsiteY80983" fmla="*/ 504877 h 2398711"/>
              <a:gd name="connsiteX80984" fmla="*/ 887002 w 2119654"/>
              <a:gd name="connsiteY80984" fmla="*/ 502020 h 2398711"/>
              <a:gd name="connsiteX80985" fmla="*/ 938373 w 2119654"/>
              <a:gd name="connsiteY80985" fmla="*/ 385932 h 2398711"/>
              <a:gd name="connsiteX80986" fmla="*/ 938120 w 2119654"/>
              <a:gd name="connsiteY80986" fmla="*/ 387413 h 2398711"/>
              <a:gd name="connsiteX80987" fmla="*/ 940818 w 2119654"/>
              <a:gd name="connsiteY80987" fmla="*/ 389347 h 2398711"/>
              <a:gd name="connsiteX80988" fmla="*/ 941377 w 2119654"/>
              <a:gd name="connsiteY80988" fmla="*/ 388450 h 2398711"/>
              <a:gd name="connsiteX80989" fmla="*/ 890191 w 2119654"/>
              <a:gd name="connsiteY80989" fmla="*/ 493815 h 2398711"/>
              <a:gd name="connsiteX80990" fmla="*/ 889288 w 2119654"/>
              <a:gd name="connsiteY80990" fmla="*/ 498634 h 2398711"/>
              <a:gd name="connsiteX80991" fmla="*/ 890779 w 2119654"/>
              <a:gd name="connsiteY80991" fmla="*/ 503551 h 2398711"/>
              <a:gd name="connsiteX80992" fmla="*/ 892232 w 2119654"/>
              <a:gd name="connsiteY80992" fmla="*/ 501515 h 2398711"/>
              <a:gd name="connsiteX80993" fmla="*/ 893036 w 2119654"/>
              <a:gd name="connsiteY80993" fmla="*/ 499420 h 2398711"/>
              <a:gd name="connsiteX80994" fmla="*/ 893093 w 2119654"/>
              <a:gd name="connsiteY80994" fmla="*/ 487235 h 2398711"/>
              <a:gd name="connsiteX80995" fmla="*/ 893604 w 2119654"/>
              <a:gd name="connsiteY80995" fmla="*/ 487753 h 2398711"/>
              <a:gd name="connsiteX80996" fmla="*/ 893418 w 2119654"/>
              <a:gd name="connsiteY80996" fmla="*/ 486817 h 2398711"/>
              <a:gd name="connsiteX80997" fmla="*/ 893375 w 2119654"/>
              <a:gd name="connsiteY80997" fmla="*/ 486785 h 2398711"/>
              <a:gd name="connsiteX80998" fmla="*/ 892981 w 2119654"/>
              <a:gd name="connsiteY80998" fmla="*/ 487415 h 2398711"/>
              <a:gd name="connsiteX80999" fmla="*/ 893808 w 2119654"/>
              <a:gd name="connsiteY80999" fmla="*/ 488777 h 2398711"/>
              <a:gd name="connsiteX81000" fmla="*/ 893652 w 2119654"/>
              <a:gd name="connsiteY81000" fmla="*/ 487990 h 2398711"/>
              <a:gd name="connsiteX81001" fmla="*/ 893027 w 2119654"/>
              <a:gd name="connsiteY81001" fmla="*/ 487341 h 2398711"/>
              <a:gd name="connsiteX81002" fmla="*/ 886935 w 2119654"/>
              <a:gd name="connsiteY81002" fmla="*/ 500678 h 2398711"/>
              <a:gd name="connsiteX81003" fmla="*/ 886825 w 2119654"/>
              <a:gd name="connsiteY81003" fmla="*/ 501497 h 2398711"/>
              <a:gd name="connsiteX81004" fmla="*/ 887073 w 2119654"/>
              <a:gd name="connsiteY81004" fmla="*/ 501644 h 2398711"/>
              <a:gd name="connsiteX81005" fmla="*/ 887090 w 2119654"/>
              <a:gd name="connsiteY81005" fmla="*/ 501555 h 2398711"/>
              <a:gd name="connsiteX81006" fmla="*/ 313881 w 2119654"/>
              <a:gd name="connsiteY81006" fmla="*/ 1783733 h 2398711"/>
              <a:gd name="connsiteX81007" fmla="*/ 319769 w 2119654"/>
              <a:gd name="connsiteY81007" fmla="*/ 1786552 h 2398711"/>
              <a:gd name="connsiteX81008" fmla="*/ 320369 w 2119654"/>
              <a:gd name="connsiteY81008" fmla="*/ 1786634 h 2398711"/>
              <a:gd name="connsiteX81009" fmla="*/ 892221 w 2119654"/>
              <a:gd name="connsiteY81009" fmla="*/ 488627 h 2398711"/>
              <a:gd name="connsiteX81010" fmla="*/ 892815 w 2119654"/>
              <a:gd name="connsiteY81010" fmla="*/ 489122 h 2398711"/>
              <a:gd name="connsiteX81011" fmla="*/ 892370 w 2119654"/>
              <a:gd name="connsiteY81011" fmla="*/ 488389 h 2398711"/>
              <a:gd name="connsiteX81012" fmla="*/ 348259 w 2119654"/>
              <a:gd name="connsiteY81012" fmla="*/ 1706635 h 2398711"/>
              <a:gd name="connsiteX81013" fmla="*/ 348618 w 2119654"/>
              <a:gd name="connsiteY81013" fmla="*/ 1706801 h 2398711"/>
              <a:gd name="connsiteX81014" fmla="*/ 351922 w 2119654"/>
              <a:gd name="connsiteY81014" fmla="*/ 1706352 h 2398711"/>
              <a:gd name="connsiteX81015" fmla="*/ 351760 w 2119654"/>
              <a:gd name="connsiteY81015" fmla="*/ 1704475 h 2398711"/>
              <a:gd name="connsiteX81016" fmla="*/ 350828 w 2119654"/>
              <a:gd name="connsiteY81016" fmla="*/ 1703964 h 2398711"/>
              <a:gd name="connsiteX81017" fmla="*/ 350056 w 2119654"/>
              <a:gd name="connsiteY81017" fmla="*/ 1703611 h 2398711"/>
              <a:gd name="connsiteX81018" fmla="*/ 323057 w 2119654"/>
              <a:gd name="connsiteY81018" fmla="*/ 1763039 h 2398711"/>
              <a:gd name="connsiteX81019" fmla="*/ 322928 w 2119654"/>
              <a:gd name="connsiteY81019" fmla="*/ 1763561 h 2398711"/>
              <a:gd name="connsiteX81020" fmla="*/ 322513 w 2119654"/>
              <a:gd name="connsiteY81020" fmla="*/ 1765504 h 2398711"/>
              <a:gd name="connsiteX81021" fmla="*/ 336040 w 2119654"/>
              <a:gd name="connsiteY81021" fmla="*/ 1772616 h 2398711"/>
              <a:gd name="connsiteX81022" fmla="*/ 349743 w 2119654"/>
              <a:gd name="connsiteY81022" fmla="*/ 1770953 h 2398711"/>
              <a:gd name="connsiteX81023" fmla="*/ 328715 w 2119654"/>
              <a:gd name="connsiteY81023" fmla="*/ 1763800 h 2398711"/>
              <a:gd name="connsiteX81024" fmla="*/ 891812 w 2119654"/>
              <a:gd name="connsiteY81024" fmla="*/ 489279 h 2398711"/>
              <a:gd name="connsiteX81025" fmla="*/ 893904 w 2119654"/>
              <a:gd name="connsiteY81025" fmla="*/ 492975 h 2398711"/>
              <a:gd name="connsiteX81026" fmla="*/ 894707 w 2119654"/>
              <a:gd name="connsiteY81026" fmla="*/ 493284 h 2398711"/>
              <a:gd name="connsiteX81027" fmla="*/ 894396 w 2119654"/>
              <a:gd name="connsiteY81027" fmla="*/ 491723 h 2398711"/>
              <a:gd name="connsiteX81028" fmla="*/ 893804 w 2119654"/>
              <a:gd name="connsiteY81028" fmla="*/ 490749 h 2398711"/>
              <a:gd name="connsiteX81029" fmla="*/ 892181 w 2119654"/>
              <a:gd name="connsiteY81029" fmla="*/ 489395 h 2398711"/>
              <a:gd name="connsiteX81030" fmla="*/ 891877 w 2119654"/>
              <a:gd name="connsiteY81030" fmla="*/ 489175 h 2398711"/>
              <a:gd name="connsiteX81031" fmla="*/ 899147 w 2119654"/>
              <a:gd name="connsiteY81031" fmla="*/ 472800 h 2398711"/>
              <a:gd name="connsiteX81032" fmla="*/ 899868 w 2119654"/>
              <a:gd name="connsiteY81032" fmla="*/ 473526 h 2398711"/>
              <a:gd name="connsiteX81033" fmla="*/ 899230 w 2119654"/>
              <a:gd name="connsiteY81033" fmla="*/ 472667 h 2398711"/>
              <a:gd name="connsiteX81034" fmla="*/ 898888 w 2119654"/>
              <a:gd name="connsiteY81034" fmla="*/ 473216 h 2398711"/>
              <a:gd name="connsiteX81035" fmla="*/ 899478 w 2119654"/>
              <a:gd name="connsiteY81035" fmla="*/ 476177 h 2398711"/>
              <a:gd name="connsiteX81036" fmla="*/ 900282 w 2119654"/>
              <a:gd name="connsiteY81036" fmla="*/ 474933 h 2398711"/>
              <a:gd name="connsiteX81037" fmla="*/ 900347 w 2119654"/>
              <a:gd name="connsiteY81037" fmla="*/ 474584 h 2398711"/>
              <a:gd name="connsiteX81038" fmla="*/ 898928 w 2119654"/>
              <a:gd name="connsiteY81038" fmla="*/ 473153 h 2398711"/>
              <a:gd name="connsiteX81039" fmla="*/ 323323 w 2119654"/>
              <a:gd name="connsiteY81039" fmla="*/ 1761965 h 2398711"/>
              <a:gd name="connsiteX81040" fmla="*/ 323207 w 2119654"/>
              <a:gd name="connsiteY81040" fmla="*/ 1762434 h 2398711"/>
              <a:gd name="connsiteX81041" fmla="*/ 325680 w 2119654"/>
              <a:gd name="connsiteY81041" fmla="*/ 1762767 h 2398711"/>
              <a:gd name="connsiteX81042" fmla="*/ 916557 w 2119654"/>
              <a:gd name="connsiteY81042" fmla="*/ 433549 h 2398711"/>
              <a:gd name="connsiteX81043" fmla="*/ 917413 w 2119654"/>
              <a:gd name="connsiteY81043" fmla="*/ 435886 h 2398711"/>
              <a:gd name="connsiteX81044" fmla="*/ 918078 w 2119654"/>
              <a:gd name="connsiteY81044" fmla="*/ 434153 h 2398711"/>
              <a:gd name="connsiteX81045" fmla="*/ 890860 w 2119654"/>
              <a:gd name="connsiteY81045" fmla="*/ 490796 h 2398711"/>
              <a:gd name="connsiteX81046" fmla="*/ 891496 w 2119654"/>
              <a:gd name="connsiteY81046" fmla="*/ 492051 h 2398711"/>
              <a:gd name="connsiteX81047" fmla="*/ 893316 w 2119654"/>
              <a:gd name="connsiteY81047" fmla="*/ 492750 h 2398711"/>
              <a:gd name="connsiteX81048" fmla="*/ 891570 w 2119654"/>
              <a:gd name="connsiteY81048" fmla="*/ 489665 h 2398711"/>
              <a:gd name="connsiteX81049" fmla="*/ 912727 w 2119654"/>
              <a:gd name="connsiteY81049" fmla="*/ 441661 h 2398711"/>
              <a:gd name="connsiteX81050" fmla="*/ 912423 w 2119654"/>
              <a:gd name="connsiteY81050" fmla="*/ 444840 h 2398711"/>
              <a:gd name="connsiteX81051" fmla="*/ 913557 w 2119654"/>
              <a:gd name="connsiteY81051" fmla="*/ 442744 h 2398711"/>
              <a:gd name="connsiteX81052" fmla="*/ 921513 w 2119654"/>
              <a:gd name="connsiteY81052" fmla="*/ 421526 h 2398711"/>
              <a:gd name="connsiteX81053" fmla="*/ 922661 w 2119654"/>
              <a:gd name="connsiteY81053" fmla="*/ 422210 h 2398711"/>
              <a:gd name="connsiteX81054" fmla="*/ 923849 w 2119654"/>
              <a:gd name="connsiteY81054" fmla="*/ 419113 h 2398711"/>
              <a:gd name="connsiteX81055" fmla="*/ 925326 w 2119654"/>
              <a:gd name="connsiteY81055" fmla="*/ 415416 h 2398711"/>
              <a:gd name="connsiteX81056" fmla="*/ 921554 w 2119654"/>
              <a:gd name="connsiteY81056" fmla="*/ 421453 h 2398711"/>
              <a:gd name="connsiteX81057" fmla="*/ 993530 w 2119654"/>
              <a:gd name="connsiteY81057" fmla="*/ 260252 h 2398711"/>
              <a:gd name="connsiteX81058" fmla="*/ 1000524 w 2119654"/>
              <a:gd name="connsiteY81058" fmla="*/ 285896 h 2398711"/>
              <a:gd name="connsiteX81059" fmla="*/ 1004257 w 2119654"/>
              <a:gd name="connsiteY81059" fmla="*/ 275881 h 2398711"/>
              <a:gd name="connsiteX81060" fmla="*/ 994702 w 2119654"/>
              <a:gd name="connsiteY81060" fmla="*/ 261917 h 2398711"/>
              <a:gd name="connsiteX81061" fmla="*/ 345364 w 2119654"/>
              <a:gd name="connsiteY81061" fmla="*/ 1711502 h 2398711"/>
              <a:gd name="connsiteX81062" fmla="*/ 352629 w 2119654"/>
              <a:gd name="connsiteY81062" fmla="*/ 1714580 h 2398711"/>
              <a:gd name="connsiteX81063" fmla="*/ 352190 w 2119654"/>
              <a:gd name="connsiteY81063" fmla="*/ 1709476 h 2398711"/>
              <a:gd name="connsiteX81064" fmla="*/ 346517 w 2119654"/>
              <a:gd name="connsiteY81064" fmla="*/ 1709563 h 2398711"/>
              <a:gd name="connsiteX81065" fmla="*/ 901101 w 2119654"/>
              <a:gd name="connsiteY81065" fmla="*/ 467018 h 2398711"/>
              <a:gd name="connsiteX81066" fmla="*/ 901692 w 2119654"/>
              <a:gd name="connsiteY81066" fmla="*/ 467589 h 2398711"/>
              <a:gd name="connsiteX81067" fmla="*/ 902221 w 2119654"/>
              <a:gd name="connsiteY81067" fmla="*/ 465284 h 2398711"/>
              <a:gd name="connsiteX81068" fmla="*/ 323998 w 2119654"/>
              <a:gd name="connsiteY81068" fmla="*/ 1759246 h 2398711"/>
              <a:gd name="connsiteX81069" fmla="*/ 323897 w 2119654"/>
              <a:gd name="connsiteY81069" fmla="*/ 1759654 h 2398711"/>
              <a:gd name="connsiteX81070" fmla="*/ 334072 w 2119654"/>
              <a:gd name="connsiteY81070" fmla="*/ 1763115 h 2398711"/>
              <a:gd name="connsiteX81071" fmla="*/ 325596 w 2119654"/>
              <a:gd name="connsiteY81071" fmla="*/ 1759289 h 2398711"/>
              <a:gd name="connsiteX81072" fmla="*/ 324149 w 2119654"/>
              <a:gd name="connsiteY81072" fmla="*/ 1758635 h 2398711"/>
              <a:gd name="connsiteX81073" fmla="*/ 324058 w 2119654"/>
              <a:gd name="connsiteY81073" fmla="*/ 1759006 h 2398711"/>
              <a:gd name="connsiteX81074" fmla="*/ 325027 w 2119654"/>
              <a:gd name="connsiteY81074" fmla="*/ 1759032 h 2398711"/>
              <a:gd name="connsiteX81075" fmla="*/ 940094 w 2119654"/>
              <a:gd name="connsiteY81075" fmla="*/ 379234 h 2398711"/>
              <a:gd name="connsiteX81076" fmla="*/ 939085 w 2119654"/>
              <a:gd name="connsiteY81076" fmla="*/ 381762 h 2398711"/>
              <a:gd name="connsiteX81077" fmla="*/ 938420 w 2119654"/>
              <a:gd name="connsiteY81077" fmla="*/ 385657 h 2398711"/>
              <a:gd name="connsiteX81078" fmla="*/ 941507 w 2119654"/>
              <a:gd name="connsiteY81078" fmla="*/ 388242 h 2398711"/>
              <a:gd name="connsiteX81079" fmla="*/ 944202 w 2119654"/>
              <a:gd name="connsiteY81079" fmla="*/ 383929 h 2398711"/>
              <a:gd name="connsiteX81080" fmla="*/ 891118 w 2119654"/>
              <a:gd name="connsiteY81080" fmla="*/ 488867 h 2398711"/>
              <a:gd name="connsiteX81081" fmla="*/ 891052 w 2119654"/>
              <a:gd name="connsiteY81081" fmla="*/ 489220 h 2398711"/>
              <a:gd name="connsiteX81082" fmla="*/ 891194 w 2119654"/>
              <a:gd name="connsiteY81082" fmla="*/ 489000 h 2398711"/>
              <a:gd name="connsiteX81083" fmla="*/ 914363 w 2119654"/>
              <a:gd name="connsiteY81083" fmla="*/ 436642 h 2398711"/>
              <a:gd name="connsiteX81084" fmla="*/ 915653 w 2119654"/>
              <a:gd name="connsiteY81084" fmla="*/ 440474 h 2398711"/>
              <a:gd name="connsiteX81085" fmla="*/ 916373 w 2119654"/>
              <a:gd name="connsiteY81085" fmla="*/ 438596 h 2398711"/>
              <a:gd name="connsiteX81086" fmla="*/ 941044 w 2119654"/>
              <a:gd name="connsiteY81086" fmla="*/ 376856 h 2398711"/>
              <a:gd name="connsiteX81087" fmla="*/ 940596 w 2119654"/>
              <a:gd name="connsiteY81087" fmla="*/ 377978 h 2398711"/>
              <a:gd name="connsiteX81088" fmla="*/ 945009 w 2119654"/>
              <a:gd name="connsiteY81088" fmla="*/ 382634 h 2398711"/>
              <a:gd name="connsiteX81089" fmla="*/ 945370 w 2119654"/>
              <a:gd name="connsiteY81089" fmla="*/ 382058 h 2398711"/>
              <a:gd name="connsiteX81090" fmla="*/ 898613 w 2119654"/>
              <a:gd name="connsiteY81090" fmla="*/ 471836 h 2398711"/>
              <a:gd name="connsiteX81091" fmla="*/ 898718 w 2119654"/>
              <a:gd name="connsiteY81091" fmla="*/ 472367 h 2398711"/>
              <a:gd name="connsiteX81092" fmla="*/ 898988 w 2119654"/>
              <a:gd name="connsiteY81092" fmla="*/ 472638 h 2398711"/>
              <a:gd name="connsiteX81093" fmla="*/ 899088 w 2119654"/>
              <a:gd name="connsiteY81093" fmla="*/ 472476 h 2398711"/>
              <a:gd name="connsiteX81094" fmla="*/ 343853 w 2119654"/>
              <a:gd name="connsiteY81094" fmla="*/ 1714043 h 2398711"/>
              <a:gd name="connsiteX81095" fmla="*/ 349653 w 2119654"/>
              <a:gd name="connsiteY81095" fmla="*/ 1719616 h 2398711"/>
              <a:gd name="connsiteX81096" fmla="*/ 350935 w 2119654"/>
              <a:gd name="connsiteY81096" fmla="*/ 1719561 h 2398711"/>
              <a:gd name="connsiteX81097" fmla="*/ 350792 w 2119654"/>
              <a:gd name="connsiteY81097" fmla="*/ 1719418 h 2398711"/>
              <a:gd name="connsiteX81098" fmla="*/ 350738 w 2119654"/>
              <a:gd name="connsiteY81098" fmla="*/ 1718992 h 2398711"/>
              <a:gd name="connsiteX81099" fmla="*/ 351298 w 2119654"/>
              <a:gd name="connsiteY81099" fmla="*/ 1719546 h 2398711"/>
              <a:gd name="connsiteX81100" fmla="*/ 353050 w 2119654"/>
              <a:gd name="connsiteY81100" fmla="*/ 1719471 h 2398711"/>
              <a:gd name="connsiteX81101" fmla="*/ 352875 w 2119654"/>
              <a:gd name="connsiteY81101" fmla="*/ 1717443 h 2398711"/>
              <a:gd name="connsiteX81102" fmla="*/ 344109 w 2119654"/>
              <a:gd name="connsiteY81102" fmla="*/ 1713613 h 2398711"/>
              <a:gd name="connsiteX81103" fmla="*/ 324452 w 2119654"/>
              <a:gd name="connsiteY81103" fmla="*/ 1757413 h 2398711"/>
              <a:gd name="connsiteX81104" fmla="*/ 324271 w 2119654"/>
              <a:gd name="connsiteY81104" fmla="*/ 1758143 h 2398711"/>
              <a:gd name="connsiteX81105" fmla="*/ 326314 w 2119654"/>
              <a:gd name="connsiteY81105" fmla="*/ 1759066 h 2398711"/>
              <a:gd name="connsiteX81106" fmla="*/ 329143 w 2119654"/>
              <a:gd name="connsiteY81106" fmla="*/ 1759141 h 2398711"/>
              <a:gd name="connsiteX81107" fmla="*/ 900840 w 2119654"/>
              <a:gd name="connsiteY81107" fmla="*/ 466767 h 2398711"/>
              <a:gd name="connsiteX81108" fmla="*/ 900931 w 2119654"/>
              <a:gd name="connsiteY81108" fmla="*/ 466855 h 2398711"/>
              <a:gd name="connsiteX81109" fmla="*/ 902370 w 2119654"/>
              <a:gd name="connsiteY81109" fmla="*/ 464628 h 2398711"/>
              <a:gd name="connsiteX81110" fmla="*/ 902647 w 2119654"/>
              <a:gd name="connsiteY81110" fmla="*/ 463422 h 2398711"/>
              <a:gd name="connsiteX81111" fmla="*/ 900943 w 2119654"/>
              <a:gd name="connsiteY81111" fmla="*/ 466569 h 2398711"/>
              <a:gd name="connsiteX81112" fmla="*/ 888199 w 2119654"/>
              <a:gd name="connsiteY81112" fmla="*/ 495039 h 2398711"/>
              <a:gd name="connsiteX81113" fmla="*/ 888269 w 2119654"/>
              <a:gd name="connsiteY81113" fmla="*/ 495266 h 2398711"/>
              <a:gd name="connsiteX81114" fmla="*/ 888358 w 2119654"/>
              <a:gd name="connsiteY81114" fmla="*/ 494785 h 2398711"/>
              <a:gd name="connsiteX81115" fmla="*/ 918914 w 2119654"/>
              <a:gd name="connsiteY81115" fmla="*/ 426082 h 2398711"/>
              <a:gd name="connsiteX81116" fmla="*/ 920516 w 2119654"/>
              <a:gd name="connsiteY81116" fmla="*/ 427800 h 2398711"/>
              <a:gd name="connsiteX81117" fmla="*/ 922436 w 2119654"/>
              <a:gd name="connsiteY81117" fmla="*/ 422794 h 2398711"/>
              <a:gd name="connsiteX81118" fmla="*/ 921207 w 2119654"/>
              <a:gd name="connsiteY81118" fmla="*/ 422061 h 2398711"/>
              <a:gd name="connsiteX81119" fmla="*/ 912216 w 2119654"/>
              <a:gd name="connsiteY81119" fmla="*/ 440994 h 2398711"/>
              <a:gd name="connsiteX81120" fmla="*/ 910996 w 2119654"/>
              <a:gd name="connsiteY81120" fmla="*/ 445893 h 2398711"/>
              <a:gd name="connsiteX81121" fmla="*/ 911111 w 2119654"/>
              <a:gd name="connsiteY81121" fmla="*/ 446083 h 2398711"/>
              <a:gd name="connsiteX81122" fmla="*/ 911551 w 2119654"/>
              <a:gd name="connsiteY81122" fmla="*/ 446449 h 2398711"/>
              <a:gd name="connsiteX81123" fmla="*/ 912115 w 2119654"/>
              <a:gd name="connsiteY81123" fmla="*/ 445408 h 2398711"/>
              <a:gd name="connsiteX81124" fmla="*/ 912502 w 2119654"/>
              <a:gd name="connsiteY81124" fmla="*/ 441366 h 2398711"/>
              <a:gd name="connsiteX81125" fmla="*/ 918685 w 2119654"/>
              <a:gd name="connsiteY81125" fmla="*/ 426484 h 2398711"/>
              <a:gd name="connsiteX81126" fmla="*/ 918711 w 2119654"/>
              <a:gd name="connsiteY81126" fmla="*/ 426507 h 2398711"/>
              <a:gd name="connsiteX81127" fmla="*/ 918687 w 2119654"/>
              <a:gd name="connsiteY81127" fmla="*/ 426481 h 2398711"/>
              <a:gd name="connsiteX81128" fmla="*/ 342768 w 2119654"/>
              <a:gd name="connsiteY81128" fmla="*/ 1715868 h 2398711"/>
              <a:gd name="connsiteX81129" fmla="*/ 348416 w 2119654"/>
              <a:gd name="connsiteY81129" fmla="*/ 1719227 h 2398711"/>
              <a:gd name="connsiteX81130" fmla="*/ 343598 w 2119654"/>
              <a:gd name="connsiteY81130" fmla="*/ 1714472 h 2398711"/>
              <a:gd name="connsiteX81131" fmla="*/ 918238 w 2119654"/>
              <a:gd name="connsiteY81131" fmla="*/ 427269 h 2398711"/>
              <a:gd name="connsiteX81132" fmla="*/ 919651 w 2119654"/>
              <a:gd name="connsiteY81132" fmla="*/ 430052 h 2398711"/>
              <a:gd name="connsiteX81133" fmla="*/ 920220 w 2119654"/>
              <a:gd name="connsiteY81133" fmla="*/ 428571 h 2398711"/>
              <a:gd name="connsiteX81134" fmla="*/ 918463 w 2119654"/>
              <a:gd name="connsiteY81134" fmla="*/ 426874 h 2398711"/>
              <a:gd name="connsiteX81135" fmla="*/ 943748 w 2119654"/>
              <a:gd name="connsiteY81135" fmla="*/ 370082 h 2398711"/>
              <a:gd name="connsiteX81136" fmla="*/ 941246 w 2119654"/>
              <a:gd name="connsiteY81136" fmla="*/ 376347 h 2398711"/>
              <a:gd name="connsiteX81137" fmla="*/ 945639 w 2119654"/>
              <a:gd name="connsiteY81137" fmla="*/ 381627 h 2398711"/>
              <a:gd name="connsiteX81138" fmla="*/ 948902 w 2119654"/>
              <a:gd name="connsiteY81138" fmla="*/ 376402 h 2398711"/>
              <a:gd name="connsiteX81139" fmla="*/ 891482 w 2119654"/>
              <a:gd name="connsiteY81139" fmla="*/ 486928 h 2398711"/>
              <a:gd name="connsiteX81140" fmla="*/ 891307 w 2119654"/>
              <a:gd name="connsiteY81140" fmla="*/ 487864 h 2398711"/>
              <a:gd name="connsiteX81141" fmla="*/ 891710 w 2119654"/>
              <a:gd name="connsiteY81141" fmla="*/ 488200 h 2398711"/>
              <a:gd name="connsiteX81142" fmla="*/ 891991 w 2119654"/>
              <a:gd name="connsiteY81142" fmla="*/ 487766 h 2398711"/>
              <a:gd name="connsiteX81143" fmla="*/ 944793 w 2119654"/>
              <a:gd name="connsiteY81143" fmla="*/ 367464 h 2398711"/>
              <a:gd name="connsiteX81144" fmla="*/ 943952 w 2119654"/>
              <a:gd name="connsiteY81144" fmla="*/ 369570 h 2398711"/>
              <a:gd name="connsiteX81145" fmla="*/ 949172 w 2119654"/>
              <a:gd name="connsiteY81145" fmla="*/ 375970 h 2398711"/>
              <a:gd name="connsiteX81146" fmla="*/ 950359 w 2119654"/>
              <a:gd name="connsiteY81146" fmla="*/ 374069 h 2398711"/>
              <a:gd name="connsiteX81147" fmla="*/ 891966 w 2119654"/>
              <a:gd name="connsiteY81147" fmla="*/ 485745 h 2398711"/>
              <a:gd name="connsiteX81148" fmla="*/ 892519 w 2119654"/>
              <a:gd name="connsiteY81148" fmla="*/ 486655 h 2398711"/>
              <a:gd name="connsiteX81149" fmla="*/ 892634 w 2119654"/>
              <a:gd name="connsiteY81149" fmla="*/ 486772 h 2398711"/>
              <a:gd name="connsiteX81150" fmla="*/ 892867 w 2119654"/>
              <a:gd name="connsiteY81150" fmla="*/ 486410 h 2398711"/>
              <a:gd name="connsiteX81151" fmla="*/ 914885 w 2119654"/>
              <a:gd name="connsiteY81151" fmla="*/ 434164 h 2398711"/>
              <a:gd name="connsiteX81152" fmla="*/ 915173 w 2119654"/>
              <a:gd name="connsiteY81152" fmla="*/ 434436 h 2398711"/>
              <a:gd name="connsiteX81153" fmla="*/ 915608 w 2119654"/>
              <a:gd name="connsiteY81153" fmla="*/ 434861 h 2398711"/>
              <a:gd name="connsiteX81154" fmla="*/ 915744 w 2119654"/>
              <a:gd name="connsiteY81154" fmla="*/ 434889 h 2398711"/>
              <a:gd name="connsiteX81155" fmla="*/ 916221 w 2119654"/>
              <a:gd name="connsiteY81155" fmla="*/ 435458 h 2398711"/>
              <a:gd name="connsiteX81156" fmla="*/ 916784 w 2119654"/>
              <a:gd name="connsiteY81156" fmla="*/ 436006 h 2398711"/>
              <a:gd name="connsiteX81157" fmla="*/ 915758 w 2119654"/>
              <a:gd name="connsiteY81157" fmla="*/ 433232 h 2398711"/>
              <a:gd name="connsiteX81158" fmla="*/ 915433 w 2119654"/>
              <a:gd name="connsiteY81158" fmla="*/ 433102 h 2398711"/>
              <a:gd name="connsiteX81159" fmla="*/ 916950 w 2119654"/>
              <a:gd name="connsiteY81159" fmla="*/ 429527 h 2398711"/>
              <a:gd name="connsiteX81160" fmla="*/ 918733 w 2119654"/>
              <a:gd name="connsiteY81160" fmla="*/ 432448 h 2398711"/>
              <a:gd name="connsiteX81161" fmla="*/ 918944 w 2119654"/>
              <a:gd name="connsiteY81161" fmla="*/ 431897 h 2398711"/>
              <a:gd name="connsiteX81162" fmla="*/ 918498 w 2119654"/>
              <a:gd name="connsiteY81162" fmla="*/ 431020 h 2398711"/>
              <a:gd name="connsiteX81163" fmla="*/ 917287 w 2119654"/>
              <a:gd name="connsiteY81163" fmla="*/ 428935 h 2398711"/>
              <a:gd name="connsiteX81164" fmla="*/ 912736 w 2119654"/>
              <a:gd name="connsiteY81164" fmla="*/ 438908 h 2398711"/>
              <a:gd name="connsiteX81165" fmla="*/ 912427 w 2119654"/>
              <a:gd name="connsiteY81165" fmla="*/ 440151 h 2398711"/>
              <a:gd name="connsiteX81166" fmla="*/ 912597 w 2119654"/>
              <a:gd name="connsiteY81166" fmla="*/ 440356 h 2398711"/>
              <a:gd name="connsiteX81167" fmla="*/ 939611 w 2119654"/>
              <a:gd name="connsiteY81167" fmla="*/ 378680 h 2398711"/>
              <a:gd name="connsiteX81168" fmla="*/ 939327 w 2119654"/>
              <a:gd name="connsiteY81168" fmla="*/ 380344 h 2398711"/>
              <a:gd name="connsiteX81169" fmla="*/ 939872 w 2119654"/>
              <a:gd name="connsiteY81169" fmla="*/ 378978 h 2398711"/>
              <a:gd name="connsiteX81170" fmla="*/ 914065 w 2119654"/>
              <a:gd name="connsiteY81170" fmla="*/ 435757 h 2398711"/>
              <a:gd name="connsiteX81171" fmla="*/ 914128 w 2119654"/>
              <a:gd name="connsiteY81171" fmla="*/ 435945 h 2398711"/>
              <a:gd name="connsiteX81172" fmla="*/ 916504 w 2119654"/>
              <a:gd name="connsiteY81172" fmla="*/ 438255 h 2398711"/>
              <a:gd name="connsiteX81173" fmla="*/ 916949 w 2119654"/>
              <a:gd name="connsiteY81173" fmla="*/ 437096 h 2398711"/>
              <a:gd name="connsiteX81174" fmla="*/ 914569 w 2119654"/>
              <a:gd name="connsiteY81174" fmla="*/ 434777 h 2398711"/>
              <a:gd name="connsiteX81175" fmla="*/ 913114 w 2119654"/>
              <a:gd name="connsiteY81175" fmla="*/ 437618 h 2398711"/>
              <a:gd name="connsiteX81176" fmla="*/ 912825 w 2119654"/>
              <a:gd name="connsiteY81176" fmla="*/ 440630 h 2398711"/>
              <a:gd name="connsiteX81177" fmla="*/ 914719 w 2119654"/>
              <a:gd name="connsiteY81177" fmla="*/ 442907 h 2398711"/>
              <a:gd name="connsiteX81178" fmla="*/ 914813 w 2119654"/>
              <a:gd name="connsiteY81178" fmla="*/ 442664 h 2398711"/>
              <a:gd name="connsiteX81179" fmla="*/ 915813 w 2119654"/>
              <a:gd name="connsiteY81179" fmla="*/ 431518 h 2398711"/>
              <a:gd name="connsiteX81180" fmla="*/ 916300 w 2119654"/>
              <a:gd name="connsiteY81180" fmla="*/ 432846 h 2398711"/>
              <a:gd name="connsiteX81181" fmla="*/ 918278 w 2119654"/>
              <a:gd name="connsiteY81181" fmla="*/ 433634 h 2398711"/>
              <a:gd name="connsiteX81182" fmla="*/ 918570 w 2119654"/>
              <a:gd name="connsiteY81182" fmla="*/ 432872 h 2398711"/>
              <a:gd name="connsiteX81183" fmla="*/ 916746 w 2119654"/>
              <a:gd name="connsiteY81183" fmla="*/ 429884 h 2398711"/>
              <a:gd name="connsiteX81184" fmla="*/ 915285 w 2119654"/>
              <a:gd name="connsiteY81184" fmla="*/ 432445 h 2398711"/>
              <a:gd name="connsiteX81185" fmla="*/ 915499 w 2119654"/>
              <a:gd name="connsiteY81185" fmla="*/ 432529 h 2398711"/>
              <a:gd name="connsiteX81186" fmla="*/ 915396 w 2119654"/>
              <a:gd name="connsiteY81186" fmla="*/ 432250 h 2398711"/>
              <a:gd name="connsiteX81187" fmla="*/ 912040 w 2119654"/>
              <a:gd name="connsiteY81187" fmla="*/ 439686 h 2398711"/>
              <a:gd name="connsiteX81188" fmla="*/ 912172 w 2119654"/>
              <a:gd name="connsiteY81188" fmla="*/ 439845 h 2398711"/>
              <a:gd name="connsiteX81189" fmla="*/ 912433 w 2119654"/>
              <a:gd name="connsiteY81189" fmla="*/ 438924 h 2398711"/>
              <a:gd name="connsiteX81190" fmla="*/ 884877 w 2119654"/>
              <a:gd name="connsiteY81190" fmla="*/ 500336 h 2398711"/>
              <a:gd name="connsiteX81191" fmla="*/ 886603 w 2119654"/>
              <a:gd name="connsiteY81191" fmla="*/ 501365 h 2398711"/>
              <a:gd name="connsiteX81192" fmla="*/ 886810 w 2119654"/>
              <a:gd name="connsiteY81192" fmla="*/ 499969 h 2398711"/>
              <a:gd name="connsiteX81193" fmla="*/ 886730 w 2119654"/>
              <a:gd name="connsiteY81193" fmla="*/ 499514 h 2398711"/>
              <a:gd name="connsiteX81194" fmla="*/ 886294 w 2119654"/>
              <a:gd name="connsiteY81194" fmla="*/ 498076 h 2398711"/>
              <a:gd name="connsiteX81195" fmla="*/ 891965 w 2119654"/>
              <a:gd name="connsiteY81195" fmla="*/ 484351 h 2398711"/>
              <a:gd name="connsiteX81196" fmla="*/ 891872 w 2119654"/>
              <a:gd name="connsiteY81196" fmla="*/ 484845 h 2398711"/>
              <a:gd name="connsiteX81197" fmla="*/ 893183 w 2119654"/>
              <a:gd name="connsiteY81197" fmla="*/ 485810 h 2398711"/>
              <a:gd name="connsiteX81198" fmla="*/ 892206 w 2119654"/>
              <a:gd name="connsiteY81198" fmla="*/ 483962 h 2398711"/>
              <a:gd name="connsiteX81199" fmla="*/ 914509 w 2119654"/>
              <a:gd name="connsiteY81199" fmla="*/ 433806 h 2398711"/>
              <a:gd name="connsiteX81200" fmla="*/ 914738 w 2119654"/>
              <a:gd name="connsiteY81200" fmla="*/ 434024 h 2398711"/>
              <a:gd name="connsiteX81201" fmla="*/ 915250 w 2119654"/>
              <a:gd name="connsiteY81201" fmla="*/ 433030 h 2398711"/>
              <a:gd name="connsiteX81202" fmla="*/ 915006 w 2119654"/>
              <a:gd name="connsiteY81202" fmla="*/ 432933 h 2398711"/>
              <a:gd name="connsiteX81203" fmla="*/ 322592 w 2119654"/>
              <a:gd name="connsiteY81203" fmla="*/ 1759209 h 2398711"/>
              <a:gd name="connsiteX81204" fmla="*/ 323671 w 2119654"/>
              <a:gd name="connsiteY81204" fmla="*/ 1759577 h 2398711"/>
              <a:gd name="connsiteX81205" fmla="*/ 323743 w 2119654"/>
              <a:gd name="connsiteY81205" fmla="*/ 1759240 h 2398711"/>
              <a:gd name="connsiteX81206" fmla="*/ 910013 w 2119654"/>
              <a:gd name="connsiteY81206" fmla="*/ 443618 h 2398711"/>
              <a:gd name="connsiteX81207" fmla="*/ 910645 w 2119654"/>
              <a:gd name="connsiteY81207" fmla="*/ 445256 h 2398711"/>
              <a:gd name="connsiteX81208" fmla="*/ 911947 w 2119654"/>
              <a:gd name="connsiteY81208" fmla="*/ 440644 h 2398711"/>
              <a:gd name="connsiteX81209" fmla="*/ 911707 w 2119654"/>
              <a:gd name="connsiteY81209" fmla="*/ 440331 h 2398711"/>
              <a:gd name="connsiteX81210" fmla="*/ 332437 w 2119654"/>
              <a:gd name="connsiteY81210" fmla="*/ 1736913 h 2398711"/>
              <a:gd name="connsiteX81211" fmla="*/ 337757 w 2119654"/>
              <a:gd name="connsiteY81211" fmla="*/ 1740690 h 2398711"/>
              <a:gd name="connsiteX81212" fmla="*/ 345883 w 2119654"/>
              <a:gd name="connsiteY81212" fmla="*/ 1742857 h 2398711"/>
              <a:gd name="connsiteX81213" fmla="*/ 892081 w 2119654"/>
              <a:gd name="connsiteY81213" fmla="*/ 483728 h 2398711"/>
              <a:gd name="connsiteX81214" fmla="*/ 892078 w 2119654"/>
              <a:gd name="connsiteY81214" fmla="*/ 483748 h 2398711"/>
              <a:gd name="connsiteX81215" fmla="*/ 892086 w 2119654"/>
              <a:gd name="connsiteY81215" fmla="*/ 483736 h 2398711"/>
              <a:gd name="connsiteX81216" fmla="*/ 913817 w 2119654"/>
              <a:gd name="connsiteY81216" fmla="*/ 435020 h 2398711"/>
              <a:gd name="connsiteX81217" fmla="*/ 913978 w 2119654"/>
              <a:gd name="connsiteY81217" fmla="*/ 435498 h 2398711"/>
              <a:gd name="connsiteX81218" fmla="*/ 914422 w 2119654"/>
              <a:gd name="connsiteY81218" fmla="*/ 434635 h 2398711"/>
              <a:gd name="connsiteX81219" fmla="*/ 914174 w 2119654"/>
              <a:gd name="connsiteY81219" fmla="*/ 434393 h 2398711"/>
              <a:gd name="connsiteX81220" fmla="*/ 892523 w 2119654"/>
              <a:gd name="connsiteY81220" fmla="*/ 482641 h 2398711"/>
              <a:gd name="connsiteX81221" fmla="*/ 892605 w 2119654"/>
              <a:gd name="connsiteY81221" fmla="*/ 482740 h 2398711"/>
              <a:gd name="connsiteX81222" fmla="*/ 892568 w 2119654"/>
              <a:gd name="connsiteY81222" fmla="*/ 482554 h 2398711"/>
              <a:gd name="connsiteX81223" fmla="*/ 883965 w 2119654"/>
              <a:gd name="connsiteY81223" fmla="*/ 501789 h 2398711"/>
              <a:gd name="connsiteX81224" fmla="*/ 886177 w 2119654"/>
              <a:gd name="connsiteY81224" fmla="*/ 504518 h 2398711"/>
              <a:gd name="connsiteX81225" fmla="*/ 886549 w 2119654"/>
              <a:gd name="connsiteY81225" fmla="*/ 501749 h 2398711"/>
              <a:gd name="connsiteX81226" fmla="*/ 884686 w 2119654"/>
              <a:gd name="connsiteY81226" fmla="*/ 500641 h 2398711"/>
              <a:gd name="connsiteX81227" fmla="*/ 314417 w 2119654"/>
              <a:gd name="connsiteY81227" fmla="*/ 1777036 h 2398711"/>
              <a:gd name="connsiteX81228" fmla="*/ 323764 w 2119654"/>
              <a:gd name="connsiteY81228" fmla="*/ 1782611 h 2398711"/>
              <a:gd name="connsiteX81229" fmla="*/ 342190 w 2119654"/>
              <a:gd name="connsiteY81229" fmla="*/ 1785573 h 2398711"/>
              <a:gd name="connsiteX81230" fmla="*/ 341263 w 2119654"/>
              <a:gd name="connsiteY81230" fmla="*/ 1784797 h 2398711"/>
              <a:gd name="connsiteX81231" fmla="*/ 321799 w 2119654"/>
              <a:gd name="connsiteY81231" fmla="*/ 1776023 h 2398711"/>
              <a:gd name="connsiteX81232" fmla="*/ 321794 w 2119654"/>
              <a:gd name="connsiteY81232" fmla="*/ 1776014 h 2398711"/>
              <a:gd name="connsiteX81233" fmla="*/ 940113 w 2119654"/>
              <a:gd name="connsiteY81233" fmla="*/ 375737 h 2398711"/>
              <a:gd name="connsiteX81234" fmla="*/ 939863 w 2119654"/>
              <a:gd name="connsiteY81234" fmla="*/ 377203 h 2398711"/>
              <a:gd name="connsiteX81235" fmla="*/ 940368 w 2119654"/>
              <a:gd name="connsiteY81235" fmla="*/ 377737 h 2398711"/>
              <a:gd name="connsiteX81236" fmla="*/ 940824 w 2119654"/>
              <a:gd name="connsiteY81236" fmla="*/ 376592 h 2398711"/>
              <a:gd name="connsiteX81237" fmla="*/ 917629 w 2119654"/>
              <a:gd name="connsiteY81237" fmla="*/ 426072 h 2398711"/>
              <a:gd name="connsiteX81238" fmla="*/ 917742 w 2119654"/>
              <a:gd name="connsiteY81238" fmla="*/ 426294 h 2398711"/>
              <a:gd name="connsiteX81239" fmla="*/ 917786 w 2119654"/>
              <a:gd name="connsiteY81239" fmla="*/ 426223 h 2398711"/>
              <a:gd name="connsiteX81240" fmla="*/ 342819 w 2119654"/>
              <a:gd name="connsiteY81240" fmla="*/ 1713049 h 2398711"/>
              <a:gd name="connsiteX81241" fmla="*/ 343480 w 2119654"/>
              <a:gd name="connsiteY81241" fmla="*/ 1713684 h 2398711"/>
              <a:gd name="connsiteX81242" fmla="*/ 343643 w 2119654"/>
              <a:gd name="connsiteY81242" fmla="*/ 1713409 h 2398711"/>
              <a:gd name="connsiteX81243" fmla="*/ 883162 w 2119654"/>
              <a:gd name="connsiteY81243" fmla="*/ 503069 h 2398711"/>
              <a:gd name="connsiteX81244" fmla="*/ 884550 w 2119654"/>
              <a:gd name="connsiteY81244" fmla="*/ 507648 h 2398711"/>
              <a:gd name="connsiteX81245" fmla="*/ 885643 w 2119654"/>
              <a:gd name="connsiteY81245" fmla="*/ 508495 h 2398711"/>
              <a:gd name="connsiteX81246" fmla="*/ 886084 w 2119654"/>
              <a:gd name="connsiteY81246" fmla="*/ 505213 h 2398711"/>
              <a:gd name="connsiteX81247" fmla="*/ 883680 w 2119654"/>
              <a:gd name="connsiteY81247" fmla="*/ 502246 h 2398711"/>
              <a:gd name="connsiteX81248" fmla="*/ 889575 w 2119654"/>
              <a:gd name="connsiteY81248" fmla="*/ 488266 h 2398711"/>
              <a:gd name="connsiteX81249" fmla="*/ 889578 w 2119654"/>
              <a:gd name="connsiteY81249" fmla="*/ 488271 h 2398711"/>
              <a:gd name="connsiteX81250" fmla="*/ 889582 w 2119654"/>
              <a:gd name="connsiteY81250" fmla="*/ 488251 h 2398711"/>
              <a:gd name="connsiteX81251" fmla="*/ 911515 w 2119654"/>
              <a:gd name="connsiteY81251" fmla="*/ 439055 h 2398711"/>
              <a:gd name="connsiteX81252" fmla="*/ 911904 w 2119654"/>
              <a:gd name="connsiteY81252" fmla="*/ 439523 h 2398711"/>
              <a:gd name="connsiteX81253" fmla="*/ 912698 w 2119654"/>
              <a:gd name="connsiteY81253" fmla="*/ 437982 h 2398711"/>
              <a:gd name="connsiteX81254" fmla="*/ 912889 w 2119654"/>
              <a:gd name="connsiteY81254" fmla="*/ 437309 h 2398711"/>
              <a:gd name="connsiteX81255" fmla="*/ 912915 w 2119654"/>
              <a:gd name="connsiteY81255" fmla="*/ 437030 h 2398711"/>
              <a:gd name="connsiteX81256" fmla="*/ 912824 w 2119654"/>
              <a:gd name="connsiteY81256" fmla="*/ 436759 h 2398711"/>
              <a:gd name="connsiteX81257" fmla="*/ 888232 w 2119654"/>
              <a:gd name="connsiteY81257" fmla="*/ 491095 h 2398711"/>
              <a:gd name="connsiteX81258" fmla="*/ 888111 w 2119654"/>
              <a:gd name="connsiteY81258" fmla="*/ 491914 h 2398711"/>
              <a:gd name="connsiteX81259" fmla="*/ 887847 w 2119654"/>
              <a:gd name="connsiteY81259" fmla="*/ 493880 h 2398711"/>
              <a:gd name="connsiteX81260" fmla="*/ 887935 w 2119654"/>
              <a:gd name="connsiteY81260" fmla="*/ 494169 h 2398711"/>
              <a:gd name="connsiteX81261" fmla="*/ 888704 w 2119654"/>
              <a:gd name="connsiteY81261" fmla="*/ 492944 h 2398711"/>
              <a:gd name="connsiteX81262" fmla="*/ 888985 w 2119654"/>
              <a:gd name="connsiteY81262" fmla="*/ 491440 h 2398711"/>
              <a:gd name="connsiteX81263" fmla="*/ 888950 w 2119654"/>
              <a:gd name="connsiteY81263" fmla="*/ 491370 h 2398711"/>
              <a:gd name="connsiteX81264" fmla="*/ 888287 w 2119654"/>
              <a:gd name="connsiteY81264" fmla="*/ 490724 h 2398711"/>
              <a:gd name="connsiteX81265" fmla="*/ 888273 w 2119654"/>
              <a:gd name="connsiteY81265" fmla="*/ 490814 h 2398711"/>
              <a:gd name="connsiteX81266" fmla="*/ 888763 w 2119654"/>
              <a:gd name="connsiteY81266" fmla="*/ 491002 h 2398711"/>
              <a:gd name="connsiteX81267" fmla="*/ 888457 w 2119654"/>
              <a:gd name="connsiteY81267" fmla="*/ 490399 h 2398711"/>
              <a:gd name="connsiteX81268" fmla="*/ 326883 w 2119654"/>
              <a:gd name="connsiteY81268" fmla="*/ 1747610 h 2398711"/>
              <a:gd name="connsiteX81269" fmla="*/ 324557 w 2119654"/>
              <a:gd name="connsiteY81269" fmla="*/ 1756990 h 2398711"/>
              <a:gd name="connsiteX81270" fmla="*/ 330774 w 2119654"/>
              <a:gd name="connsiteY81270" fmla="*/ 1759183 h 2398711"/>
              <a:gd name="connsiteX81271" fmla="*/ 346587 w 2119654"/>
              <a:gd name="connsiteY81271" fmla="*/ 1759601 h 2398711"/>
              <a:gd name="connsiteX81272" fmla="*/ 349383 w 2119654"/>
              <a:gd name="connsiteY81272" fmla="*/ 1759636 h 2398711"/>
              <a:gd name="connsiteX81273" fmla="*/ 336505 w 2119654"/>
              <a:gd name="connsiteY81273" fmla="*/ 1753706 h 2398711"/>
              <a:gd name="connsiteX81274" fmla="*/ 336391 w 2119654"/>
              <a:gd name="connsiteY81274" fmla="*/ 1753484 h 2398711"/>
              <a:gd name="connsiteX81275" fmla="*/ 349764 w 2119654"/>
              <a:gd name="connsiteY81275" fmla="*/ 1759641 h 2398711"/>
              <a:gd name="connsiteX81276" fmla="*/ 357490 w 2119654"/>
              <a:gd name="connsiteY81276" fmla="*/ 1759738 h 2398711"/>
              <a:gd name="connsiteX81277" fmla="*/ 332159 w 2119654"/>
              <a:gd name="connsiteY81277" fmla="*/ 1750358 h 2398711"/>
              <a:gd name="connsiteX81278" fmla="*/ 331877 w 2119654"/>
              <a:gd name="connsiteY81278" fmla="*/ 1749896 h 2398711"/>
              <a:gd name="connsiteX81279" fmla="*/ 357497 w 2119654"/>
              <a:gd name="connsiteY81279" fmla="*/ 1759383 h 2398711"/>
              <a:gd name="connsiteX81280" fmla="*/ 357073 w 2119654"/>
              <a:gd name="connsiteY81280" fmla="*/ 1756024 h 2398711"/>
              <a:gd name="connsiteX81281" fmla="*/ 356513 w 2119654"/>
              <a:gd name="connsiteY81281" fmla="*/ 1755624 h 2398711"/>
              <a:gd name="connsiteX81282" fmla="*/ 330467 w 2119654"/>
              <a:gd name="connsiteY81282" fmla="*/ 1748626 h 2398711"/>
              <a:gd name="connsiteX81283" fmla="*/ 887402 w 2119654"/>
              <a:gd name="connsiteY81283" fmla="*/ 492412 h 2398711"/>
              <a:gd name="connsiteX81284" fmla="*/ 887755 w 2119654"/>
              <a:gd name="connsiteY81284" fmla="*/ 493577 h 2398711"/>
              <a:gd name="connsiteX81285" fmla="*/ 888129 w 2119654"/>
              <a:gd name="connsiteY81285" fmla="*/ 491054 h 2398711"/>
              <a:gd name="connsiteX81286" fmla="*/ 888116 w 2119654"/>
              <a:gd name="connsiteY81286" fmla="*/ 491049 h 2398711"/>
              <a:gd name="connsiteX81287" fmla="*/ 335518 w 2119654"/>
              <a:gd name="connsiteY81287" fmla="*/ 1728060 h 2398711"/>
              <a:gd name="connsiteX81288" fmla="*/ 340461 w 2119654"/>
              <a:gd name="connsiteY81288" fmla="*/ 1731237 h 2398711"/>
              <a:gd name="connsiteX81289" fmla="*/ 338966 w 2119654"/>
              <a:gd name="connsiteY81289" fmla="*/ 1729323 h 2398711"/>
              <a:gd name="connsiteX81290" fmla="*/ 335712 w 2119654"/>
              <a:gd name="connsiteY81290" fmla="*/ 1727733 h 2398711"/>
              <a:gd name="connsiteX81291" fmla="*/ 364644 w 2119654"/>
              <a:gd name="connsiteY81291" fmla="*/ 1662776 h 2398711"/>
              <a:gd name="connsiteX81292" fmla="*/ 368303 w 2119654"/>
              <a:gd name="connsiteY81292" fmla="*/ 1665790 h 2398711"/>
              <a:gd name="connsiteX81293" fmla="*/ 369113 w 2119654"/>
              <a:gd name="connsiteY81293" fmla="*/ 1665936 h 2398711"/>
              <a:gd name="connsiteX81294" fmla="*/ 365553 w 2119654"/>
              <a:gd name="connsiteY81294" fmla="*/ 1663014 h 2398711"/>
              <a:gd name="connsiteX81295" fmla="*/ 883396 w 2119654"/>
              <a:gd name="connsiteY81295" fmla="*/ 501087 h 2398711"/>
              <a:gd name="connsiteX81296" fmla="*/ 883508 w 2119654"/>
              <a:gd name="connsiteY81296" fmla="*/ 501227 h 2398711"/>
              <a:gd name="connsiteX81297" fmla="*/ 884063 w 2119654"/>
              <a:gd name="connsiteY81297" fmla="*/ 500344 h 2398711"/>
              <a:gd name="connsiteX81298" fmla="*/ 909568 w 2119654"/>
              <a:gd name="connsiteY81298" fmla="*/ 442468 h 2398711"/>
              <a:gd name="connsiteX81299" fmla="*/ 909919 w 2119654"/>
              <a:gd name="connsiteY81299" fmla="*/ 443375 h 2398711"/>
              <a:gd name="connsiteX81300" fmla="*/ 911576 w 2119654"/>
              <a:gd name="connsiteY81300" fmla="*/ 440161 h 2398711"/>
              <a:gd name="connsiteX81301" fmla="*/ 911180 w 2119654"/>
              <a:gd name="connsiteY81301" fmla="*/ 439643 h 2398711"/>
              <a:gd name="connsiteX81302" fmla="*/ 335108 w 2119654"/>
              <a:gd name="connsiteY81302" fmla="*/ 1728748 h 2398711"/>
              <a:gd name="connsiteX81303" fmla="*/ 338784 w 2119654"/>
              <a:gd name="connsiteY81303" fmla="*/ 1731623 h 2398711"/>
              <a:gd name="connsiteX81304" fmla="*/ 341712 w 2119654"/>
              <a:gd name="connsiteY81304" fmla="*/ 1732839 h 2398711"/>
              <a:gd name="connsiteX81305" fmla="*/ 341446 w 2119654"/>
              <a:gd name="connsiteY81305" fmla="*/ 1732499 h 2398711"/>
              <a:gd name="connsiteX81306" fmla="*/ 335247 w 2119654"/>
              <a:gd name="connsiteY81306" fmla="*/ 1728515 h 2398711"/>
              <a:gd name="connsiteX81307" fmla="*/ 901535 w 2119654"/>
              <a:gd name="connsiteY81307" fmla="*/ 460356 h 2398711"/>
              <a:gd name="connsiteX81308" fmla="*/ 903048 w 2119654"/>
              <a:gd name="connsiteY81308" fmla="*/ 461671 h 2398711"/>
              <a:gd name="connsiteX81309" fmla="*/ 903073 w 2119654"/>
              <a:gd name="connsiteY81309" fmla="*/ 461561 h 2398711"/>
              <a:gd name="connsiteX81310" fmla="*/ 901888 w 2119654"/>
              <a:gd name="connsiteY81310" fmla="*/ 459648 h 2398711"/>
              <a:gd name="connsiteX81311" fmla="*/ 914797 w 2119654"/>
              <a:gd name="connsiteY81311" fmla="*/ 430630 h 2398711"/>
              <a:gd name="connsiteX81312" fmla="*/ 914640 w 2119654"/>
              <a:gd name="connsiteY81312" fmla="*/ 431260 h 2398711"/>
              <a:gd name="connsiteX81313" fmla="*/ 914885 w 2119654"/>
              <a:gd name="connsiteY81313" fmla="*/ 430867 h 2398711"/>
              <a:gd name="connsiteX81314" fmla="*/ 901296 w 2119654"/>
              <a:gd name="connsiteY81314" fmla="*/ 460836 h 2398711"/>
              <a:gd name="connsiteX81315" fmla="*/ 902977 w 2119654"/>
              <a:gd name="connsiteY81315" fmla="*/ 461981 h 2398711"/>
              <a:gd name="connsiteX81316" fmla="*/ 903008 w 2119654"/>
              <a:gd name="connsiteY81316" fmla="*/ 461848 h 2398711"/>
              <a:gd name="connsiteX81317" fmla="*/ 901461 w 2119654"/>
              <a:gd name="connsiteY81317" fmla="*/ 460505 h 2398711"/>
              <a:gd name="connsiteX81318" fmla="*/ 334791 w 2119654"/>
              <a:gd name="connsiteY81318" fmla="*/ 1729282 h 2398711"/>
              <a:gd name="connsiteX81319" fmla="*/ 335369 w 2119654"/>
              <a:gd name="connsiteY81319" fmla="*/ 1729654 h 2398711"/>
              <a:gd name="connsiteX81320" fmla="*/ 334824 w 2119654"/>
              <a:gd name="connsiteY81320" fmla="*/ 1729227 h 2398711"/>
              <a:gd name="connsiteX81321" fmla="*/ 885588 w 2119654"/>
              <a:gd name="connsiteY81321" fmla="*/ 495874 h 2398711"/>
              <a:gd name="connsiteX81322" fmla="*/ 885671 w 2119654"/>
              <a:gd name="connsiteY81322" fmla="*/ 496021 h 2398711"/>
              <a:gd name="connsiteX81323" fmla="*/ 885612 w 2119654"/>
              <a:gd name="connsiteY81323" fmla="*/ 495827 h 2398711"/>
              <a:gd name="connsiteX81324" fmla="*/ 334466 w 2119654"/>
              <a:gd name="connsiteY81324" fmla="*/ 1729828 h 2398711"/>
              <a:gd name="connsiteX81325" fmla="*/ 336555 w 2119654"/>
              <a:gd name="connsiteY81325" fmla="*/ 1730696 h 2398711"/>
              <a:gd name="connsiteX81326" fmla="*/ 334669 w 2119654"/>
              <a:gd name="connsiteY81326" fmla="*/ 1729486 h 2398711"/>
              <a:gd name="connsiteX81327" fmla="*/ 882904 w 2119654"/>
              <a:gd name="connsiteY81327" fmla="*/ 501634 h 2398711"/>
              <a:gd name="connsiteX81328" fmla="*/ 882914 w 2119654"/>
              <a:gd name="connsiteY81328" fmla="*/ 502174 h 2398711"/>
              <a:gd name="connsiteX81329" fmla="*/ 883223 w 2119654"/>
              <a:gd name="connsiteY81329" fmla="*/ 501681 h 2398711"/>
              <a:gd name="connsiteX81330" fmla="*/ 883051 w 2119654"/>
              <a:gd name="connsiteY81330" fmla="*/ 501471 h 2398711"/>
              <a:gd name="connsiteX81331" fmla="*/ 899153 w 2119654"/>
              <a:gd name="connsiteY81331" fmla="*/ 465137 h 2398711"/>
              <a:gd name="connsiteX81332" fmla="*/ 900653 w 2119654"/>
              <a:gd name="connsiteY81332" fmla="*/ 466584 h 2398711"/>
              <a:gd name="connsiteX81333" fmla="*/ 902573 w 2119654"/>
              <a:gd name="connsiteY81333" fmla="*/ 463036 h 2398711"/>
              <a:gd name="connsiteX81334" fmla="*/ 900780 w 2119654"/>
              <a:gd name="connsiteY81334" fmla="*/ 461872 h 2398711"/>
              <a:gd name="connsiteX81335" fmla="*/ 327609 w 2119654"/>
              <a:gd name="connsiteY81335" fmla="*/ 1744682 h 2398711"/>
              <a:gd name="connsiteX81336" fmla="*/ 327052 w 2119654"/>
              <a:gd name="connsiteY81336" fmla="*/ 1746928 h 2398711"/>
              <a:gd name="connsiteX81337" fmla="*/ 353151 w 2119654"/>
              <a:gd name="connsiteY81337" fmla="*/ 1753941 h 2398711"/>
              <a:gd name="connsiteX81338" fmla="*/ 883636 w 2119654"/>
              <a:gd name="connsiteY81338" fmla="*/ 499598 h 2398711"/>
              <a:gd name="connsiteX81339" fmla="*/ 884081 w 2119654"/>
              <a:gd name="connsiteY81339" fmla="*/ 499863 h 2398711"/>
              <a:gd name="connsiteX81340" fmla="*/ 885022 w 2119654"/>
              <a:gd name="connsiteY81340" fmla="*/ 498813 h 2398711"/>
              <a:gd name="connsiteX81341" fmla="*/ 886014 w 2119654"/>
              <a:gd name="connsiteY81341" fmla="*/ 497232 h 2398711"/>
              <a:gd name="connsiteX81342" fmla="*/ 885423 w 2119654"/>
              <a:gd name="connsiteY81342" fmla="*/ 496189 h 2398711"/>
              <a:gd name="connsiteX81343" fmla="*/ 913613 w 2119654"/>
              <a:gd name="connsiteY81343" fmla="*/ 432380 h 2398711"/>
              <a:gd name="connsiteX81344" fmla="*/ 913562 w 2119654"/>
              <a:gd name="connsiteY81344" fmla="*/ 432908 h 2398711"/>
              <a:gd name="connsiteX81345" fmla="*/ 913593 w 2119654"/>
              <a:gd name="connsiteY81345" fmla="*/ 432936 h 2398711"/>
              <a:gd name="connsiteX81346" fmla="*/ 913876 w 2119654"/>
              <a:gd name="connsiteY81346" fmla="*/ 432482 h 2398711"/>
              <a:gd name="connsiteX81347" fmla="*/ 351627 w 2119654"/>
              <a:gd name="connsiteY81347" fmla="*/ 1690756 h 2398711"/>
              <a:gd name="connsiteX81348" fmla="*/ 351771 w 2119654"/>
              <a:gd name="connsiteY81348" fmla="*/ 1692423 h 2398711"/>
              <a:gd name="connsiteX81349" fmla="*/ 354994 w 2119654"/>
              <a:gd name="connsiteY81349" fmla="*/ 1694322 h 2398711"/>
              <a:gd name="connsiteX81350" fmla="*/ 356833 w 2119654"/>
              <a:gd name="connsiteY81350" fmla="*/ 1691229 h 2398711"/>
              <a:gd name="connsiteX81351" fmla="*/ 883067 w 2119654"/>
              <a:gd name="connsiteY81351" fmla="*/ 500683 h 2398711"/>
              <a:gd name="connsiteX81352" fmla="*/ 883199 w 2119654"/>
              <a:gd name="connsiteY81352" fmla="*/ 500846 h 2398711"/>
              <a:gd name="connsiteX81353" fmla="*/ 883837 w 2119654"/>
              <a:gd name="connsiteY81353" fmla="*/ 500134 h 2398711"/>
              <a:gd name="connsiteX81354" fmla="*/ 883470 w 2119654"/>
              <a:gd name="connsiteY81354" fmla="*/ 499917 h 2398711"/>
              <a:gd name="connsiteX81355" fmla="*/ 915542 w 2119654"/>
              <a:gd name="connsiteY81355" fmla="*/ 427914 h 2398711"/>
              <a:gd name="connsiteX81356" fmla="*/ 915086 w 2119654"/>
              <a:gd name="connsiteY81356" fmla="*/ 429532 h 2398711"/>
              <a:gd name="connsiteX81357" fmla="*/ 915320 w 2119654"/>
              <a:gd name="connsiteY81357" fmla="*/ 430172 h 2398711"/>
              <a:gd name="connsiteX81358" fmla="*/ 916130 w 2119654"/>
              <a:gd name="connsiteY81358" fmla="*/ 428875 h 2398711"/>
              <a:gd name="connsiteX81359" fmla="*/ 882679 w 2119654"/>
              <a:gd name="connsiteY81359" fmla="*/ 501424 h 2398711"/>
              <a:gd name="connsiteX81360" fmla="*/ 882738 w 2119654"/>
              <a:gd name="connsiteY81360" fmla="*/ 501358 h 2398711"/>
              <a:gd name="connsiteX81361" fmla="*/ 882736 w 2119654"/>
              <a:gd name="connsiteY81361" fmla="*/ 501314 h 2398711"/>
              <a:gd name="connsiteX81362" fmla="*/ 332773 w 2119654"/>
              <a:gd name="connsiteY81362" fmla="*/ 1732675 h 2398711"/>
              <a:gd name="connsiteX81363" fmla="*/ 341049 w 2119654"/>
              <a:gd name="connsiteY81363" fmla="*/ 1734096 h 2398711"/>
              <a:gd name="connsiteX81364" fmla="*/ 338857 w 2119654"/>
              <a:gd name="connsiteY81364" fmla="*/ 1732381 h 2398711"/>
              <a:gd name="connsiteX81365" fmla="*/ 334118 w 2119654"/>
              <a:gd name="connsiteY81365" fmla="*/ 1730412 h 2398711"/>
              <a:gd name="connsiteX81366" fmla="*/ 332456 w 2119654"/>
              <a:gd name="connsiteY81366" fmla="*/ 1733208 h 2398711"/>
              <a:gd name="connsiteX81367" fmla="*/ 335920 w 2119654"/>
              <a:gd name="connsiteY81367" fmla="*/ 1734487 h 2398711"/>
              <a:gd name="connsiteX81368" fmla="*/ 344628 w 2119654"/>
              <a:gd name="connsiteY81368" fmla="*/ 1736895 h 2398711"/>
              <a:gd name="connsiteX81369" fmla="*/ 342109 w 2119654"/>
              <a:gd name="connsiteY81369" fmla="*/ 1734925 h 2398711"/>
              <a:gd name="connsiteX81370" fmla="*/ 332497 w 2119654"/>
              <a:gd name="connsiteY81370" fmla="*/ 1733138 h 2398711"/>
              <a:gd name="connsiteX81371" fmla="*/ 888967 w 2119654"/>
              <a:gd name="connsiteY81371" fmla="*/ 487066 h 2398711"/>
              <a:gd name="connsiteX81372" fmla="*/ 889268 w 2119654"/>
              <a:gd name="connsiteY81372" fmla="*/ 487660 h 2398711"/>
              <a:gd name="connsiteX81373" fmla="*/ 889410 w 2119654"/>
              <a:gd name="connsiteY81373" fmla="*/ 487388 h 2398711"/>
              <a:gd name="connsiteX81374" fmla="*/ 915887 w 2119654"/>
              <a:gd name="connsiteY81374" fmla="*/ 426690 h 2398711"/>
              <a:gd name="connsiteX81375" fmla="*/ 915675 w 2119654"/>
              <a:gd name="connsiteY81375" fmla="*/ 427440 h 2398711"/>
              <a:gd name="connsiteX81376" fmla="*/ 916343 w 2119654"/>
              <a:gd name="connsiteY81376" fmla="*/ 428533 h 2398711"/>
              <a:gd name="connsiteX81377" fmla="*/ 916711 w 2119654"/>
              <a:gd name="connsiteY81377" fmla="*/ 427944 h 2398711"/>
              <a:gd name="connsiteX81378" fmla="*/ 916545 w 2119654"/>
              <a:gd name="connsiteY81378" fmla="*/ 427658 h 2398711"/>
              <a:gd name="connsiteX81379" fmla="*/ 331732 w 2119654"/>
              <a:gd name="connsiteY81379" fmla="*/ 1734425 h 2398711"/>
              <a:gd name="connsiteX81380" fmla="*/ 339139 w 2119654"/>
              <a:gd name="connsiteY81380" fmla="*/ 1736623 h 2398711"/>
              <a:gd name="connsiteX81381" fmla="*/ 342428 w 2119654"/>
              <a:gd name="connsiteY81381" fmla="*/ 1737028 h 2398711"/>
              <a:gd name="connsiteX81382" fmla="*/ 332214 w 2119654"/>
              <a:gd name="connsiteY81382" fmla="*/ 1733615 h 2398711"/>
              <a:gd name="connsiteX81383" fmla="*/ 331050 w 2119654"/>
              <a:gd name="connsiteY81383" fmla="*/ 1735882 h 2398711"/>
              <a:gd name="connsiteX81384" fmla="*/ 347621 w 2119654"/>
              <a:gd name="connsiteY81384" fmla="*/ 1743207 h 2398711"/>
              <a:gd name="connsiteX81385" fmla="*/ 350082 w 2119654"/>
              <a:gd name="connsiteY81385" fmla="*/ 1743558 h 2398711"/>
              <a:gd name="connsiteX81386" fmla="*/ 348065 w 2119654"/>
              <a:gd name="connsiteY81386" fmla="*/ 1740976 h 2398711"/>
              <a:gd name="connsiteX81387" fmla="*/ 341957 w 2119654"/>
              <a:gd name="connsiteY81387" fmla="*/ 1740041 h 2398711"/>
              <a:gd name="connsiteX81388" fmla="*/ 341779 w 2119654"/>
              <a:gd name="connsiteY81388" fmla="*/ 1739851 h 2398711"/>
              <a:gd name="connsiteX81389" fmla="*/ 347920 w 2119654"/>
              <a:gd name="connsiteY81389" fmla="*/ 1740789 h 2398711"/>
              <a:gd name="connsiteX81390" fmla="*/ 346587 w 2119654"/>
              <a:gd name="connsiteY81390" fmla="*/ 1739082 h 2398711"/>
              <a:gd name="connsiteX81391" fmla="*/ 339176 w 2119654"/>
              <a:gd name="connsiteY81391" fmla="*/ 1736883 h 2398711"/>
              <a:gd name="connsiteX81392" fmla="*/ 889509 w 2119654"/>
              <a:gd name="connsiteY81392" fmla="*/ 485212 h 2398711"/>
              <a:gd name="connsiteX81393" fmla="*/ 889992 w 2119654"/>
              <a:gd name="connsiteY81393" fmla="*/ 486064 h 2398711"/>
              <a:gd name="connsiteX81394" fmla="*/ 890219 w 2119654"/>
              <a:gd name="connsiteY81394" fmla="*/ 484850 h 2398711"/>
              <a:gd name="connsiteX81395" fmla="*/ 889981 w 2119654"/>
              <a:gd name="connsiteY81395" fmla="*/ 484459 h 2398711"/>
              <a:gd name="connsiteX81396" fmla="*/ 916666 w 2119654"/>
              <a:gd name="connsiteY81396" fmla="*/ 424312 h 2398711"/>
              <a:gd name="connsiteX81397" fmla="*/ 917085 w 2119654"/>
              <a:gd name="connsiteY81397" fmla="*/ 425058 h 2398711"/>
              <a:gd name="connsiteX81398" fmla="*/ 918003 w 2119654"/>
              <a:gd name="connsiteY81398" fmla="*/ 425876 h 2398711"/>
              <a:gd name="connsiteX81399" fmla="*/ 918051 w 2119654"/>
              <a:gd name="connsiteY81399" fmla="*/ 425799 h 2398711"/>
              <a:gd name="connsiteX81400" fmla="*/ 331021 w 2119654"/>
              <a:gd name="connsiteY81400" fmla="*/ 1735622 h 2398711"/>
              <a:gd name="connsiteX81401" fmla="*/ 337699 w 2119654"/>
              <a:gd name="connsiteY81401" fmla="*/ 1736445 h 2398711"/>
              <a:gd name="connsiteX81402" fmla="*/ 331606 w 2119654"/>
              <a:gd name="connsiteY81402" fmla="*/ 1734638 h 2398711"/>
              <a:gd name="connsiteX81403" fmla="*/ 328418 w 2119654"/>
              <a:gd name="connsiteY81403" fmla="*/ 1741420 h 2398711"/>
              <a:gd name="connsiteX81404" fmla="*/ 327808 w 2119654"/>
              <a:gd name="connsiteY81404" fmla="*/ 1743879 h 2398711"/>
              <a:gd name="connsiteX81405" fmla="*/ 352524 w 2119654"/>
              <a:gd name="connsiteY81405" fmla="*/ 1752782 h 2398711"/>
              <a:gd name="connsiteX81406" fmla="*/ 349757 w 2119654"/>
              <a:gd name="connsiteY81406" fmla="*/ 1750810 h 2398711"/>
              <a:gd name="connsiteX81407" fmla="*/ 349666 w 2119654"/>
              <a:gd name="connsiteY81407" fmla="*/ 1750503 h 2398711"/>
              <a:gd name="connsiteX81408" fmla="*/ 353212 w 2119654"/>
              <a:gd name="connsiteY81408" fmla="*/ 1753030 h 2398711"/>
              <a:gd name="connsiteX81409" fmla="*/ 356361 w 2119654"/>
              <a:gd name="connsiteY81409" fmla="*/ 1754164 h 2398711"/>
              <a:gd name="connsiteX81410" fmla="*/ 341494 w 2119654"/>
              <a:gd name="connsiteY81410" fmla="*/ 1743611 h 2398711"/>
              <a:gd name="connsiteX81411" fmla="*/ 336249 w 2119654"/>
              <a:gd name="connsiteY81411" fmla="*/ 1742861 h 2398711"/>
              <a:gd name="connsiteX81412" fmla="*/ 889034 w 2119654"/>
              <a:gd name="connsiteY81412" fmla="*/ 485969 h 2398711"/>
              <a:gd name="connsiteX81413" fmla="*/ 889814 w 2119654"/>
              <a:gd name="connsiteY81413" fmla="*/ 486619 h 2398711"/>
              <a:gd name="connsiteX81414" fmla="*/ 889829 w 2119654"/>
              <a:gd name="connsiteY81414" fmla="*/ 486589 h 2398711"/>
              <a:gd name="connsiteX81415" fmla="*/ 889268 w 2119654"/>
              <a:gd name="connsiteY81415" fmla="*/ 485597 h 2398711"/>
              <a:gd name="connsiteX81416" fmla="*/ 367010 w 2119654"/>
              <a:gd name="connsiteY81416" fmla="*/ 1654820 h 2398711"/>
              <a:gd name="connsiteX81417" fmla="*/ 368775 w 2119654"/>
              <a:gd name="connsiteY81417" fmla="*/ 1655554 h 2398711"/>
              <a:gd name="connsiteX81418" fmla="*/ 368276 w 2119654"/>
              <a:gd name="connsiteY81418" fmla="*/ 1654924 h 2398711"/>
              <a:gd name="connsiteX81419" fmla="*/ 368114 w 2119654"/>
              <a:gd name="connsiteY81419" fmla="*/ 1654853 h 2398711"/>
              <a:gd name="connsiteX81420" fmla="*/ 883032 w 2119654"/>
              <a:gd name="connsiteY81420" fmla="*/ 499238 h 2398711"/>
              <a:gd name="connsiteX81421" fmla="*/ 883160 w 2119654"/>
              <a:gd name="connsiteY81421" fmla="*/ 499315 h 2398711"/>
              <a:gd name="connsiteX81422" fmla="*/ 885099 w 2119654"/>
              <a:gd name="connsiteY81422" fmla="*/ 495616 h 2398711"/>
              <a:gd name="connsiteX81423" fmla="*/ 885094 w 2119654"/>
              <a:gd name="connsiteY81423" fmla="*/ 495607 h 2398711"/>
              <a:gd name="connsiteX81424" fmla="*/ 882865 w 2119654"/>
              <a:gd name="connsiteY81424" fmla="*/ 499555 h 2398711"/>
              <a:gd name="connsiteX81425" fmla="*/ 882871 w 2119654"/>
              <a:gd name="connsiteY81425" fmla="*/ 499868 h 2398711"/>
              <a:gd name="connsiteX81426" fmla="*/ 882994 w 2119654"/>
              <a:gd name="connsiteY81426" fmla="*/ 499633 h 2398711"/>
              <a:gd name="connsiteX81427" fmla="*/ 890270 w 2119654"/>
              <a:gd name="connsiteY81427" fmla="*/ 482956 h 2398711"/>
              <a:gd name="connsiteX81428" fmla="*/ 890396 w 2119654"/>
              <a:gd name="connsiteY81428" fmla="*/ 483163 h 2398711"/>
              <a:gd name="connsiteX81429" fmla="*/ 890594 w 2119654"/>
              <a:gd name="connsiteY81429" fmla="*/ 482857 h 2398711"/>
              <a:gd name="connsiteX81430" fmla="*/ 890759 w 2119654"/>
              <a:gd name="connsiteY81430" fmla="*/ 481975 h 2398711"/>
              <a:gd name="connsiteX81431" fmla="*/ 886841 w 2119654"/>
              <a:gd name="connsiteY81431" fmla="*/ 490560 h 2398711"/>
              <a:gd name="connsiteX81432" fmla="*/ 887169 w 2119654"/>
              <a:gd name="connsiteY81432" fmla="*/ 491643 h 2398711"/>
              <a:gd name="connsiteX81433" fmla="*/ 887239 w 2119654"/>
              <a:gd name="connsiteY81433" fmla="*/ 491532 h 2398711"/>
              <a:gd name="connsiteX81434" fmla="*/ 887596 w 2119654"/>
              <a:gd name="connsiteY81434" fmla="*/ 490850 h 2398711"/>
              <a:gd name="connsiteX81435" fmla="*/ 882564 w 2119654"/>
              <a:gd name="connsiteY81435" fmla="*/ 500062 h 2398711"/>
              <a:gd name="connsiteX81436" fmla="*/ 882688 w 2119654"/>
              <a:gd name="connsiteY81436" fmla="*/ 500216 h 2398711"/>
              <a:gd name="connsiteX81437" fmla="*/ 882716 w 2119654"/>
              <a:gd name="connsiteY81437" fmla="*/ 500165 h 2398711"/>
              <a:gd name="connsiteX81438" fmla="*/ 882708 w 2119654"/>
              <a:gd name="connsiteY81438" fmla="*/ 499809 h 2398711"/>
              <a:gd name="connsiteX81439" fmla="*/ 941717 w 2119654"/>
              <a:gd name="connsiteY81439" fmla="*/ 367592 h 2398711"/>
              <a:gd name="connsiteX81440" fmla="*/ 940623 w 2119654"/>
              <a:gd name="connsiteY81440" fmla="*/ 372751 h 2398711"/>
              <a:gd name="connsiteX81441" fmla="*/ 940220 w 2119654"/>
              <a:gd name="connsiteY81441" fmla="*/ 375112 h 2398711"/>
              <a:gd name="connsiteX81442" fmla="*/ 941028 w 2119654"/>
              <a:gd name="connsiteY81442" fmla="*/ 376083 h 2398711"/>
              <a:gd name="connsiteX81443" fmla="*/ 943530 w 2119654"/>
              <a:gd name="connsiteY81443" fmla="*/ 369814 h 2398711"/>
              <a:gd name="connsiteX81444" fmla="*/ 889397 w 2119654"/>
              <a:gd name="connsiteY81444" fmla="*/ 484709 h 2398711"/>
              <a:gd name="connsiteX81445" fmla="*/ 889772 w 2119654"/>
              <a:gd name="connsiteY81445" fmla="*/ 484127 h 2398711"/>
              <a:gd name="connsiteX81446" fmla="*/ 889709 w 2119654"/>
              <a:gd name="connsiteY81446" fmla="*/ 484082 h 2398711"/>
              <a:gd name="connsiteX81447" fmla="*/ 912823 w 2119654"/>
              <a:gd name="connsiteY81447" fmla="*/ 432067 h 2398711"/>
              <a:gd name="connsiteX81448" fmla="*/ 912892 w 2119654"/>
              <a:gd name="connsiteY81448" fmla="*/ 432272 h 2398711"/>
              <a:gd name="connsiteX81449" fmla="*/ 913330 w 2119654"/>
              <a:gd name="connsiteY81449" fmla="*/ 432687 h 2398711"/>
              <a:gd name="connsiteX81450" fmla="*/ 913368 w 2119654"/>
              <a:gd name="connsiteY81450" fmla="*/ 432283 h 2398711"/>
              <a:gd name="connsiteX81451" fmla="*/ 951875 w 2119654"/>
              <a:gd name="connsiteY81451" fmla="*/ 344580 h 2398711"/>
              <a:gd name="connsiteX81452" fmla="*/ 961582 w 2119654"/>
              <a:gd name="connsiteY81452" fmla="*/ 356098 h 2398711"/>
              <a:gd name="connsiteX81453" fmla="*/ 964339 w 2119654"/>
              <a:gd name="connsiteY81453" fmla="*/ 351685 h 2398711"/>
              <a:gd name="connsiteX81454" fmla="*/ 952953 w 2119654"/>
              <a:gd name="connsiteY81454" fmla="*/ 342374 h 2398711"/>
              <a:gd name="connsiteX81455" fmla="*/ 329342 w 2119654"/>
              <a:gd name="connsiteY81455" fmla="*/ 1738445 h 2398711"/>
              <a:gd name="connsiteX81456" fmla="*/ 337151 w 2119654"/>
              <a:gd name="connsiteY81456" fmla="*/ 1740528 h 2398711"/>
              <a:gd name="connsiteX81457" fmla="*/ 331606 w 2119654"/>
              <a:gd name="connsiteY81457" fmla="*/ 1736592 h 2398711"/>
              <a:gd name="connsiteX81458" fmla="*/ 331591 w 2119654"/>
              <a:gd name="connsiteY81458" fmla="*/ 1736539 h 2398711"/>
              <a:gd name="connsiteX81459" fmla="*/ 330707 w 2119654"/>
              <a:gd name="connsiteY81459" fmla="*/ 1736149 h 2398711"/>
              <a:gd name="connsiteX81460" fmla="*/ 328966 w 2119654"/>
              <a:gd name="connsiteY81460" fmla="*/ 1739209 h 2398711"/>
              <a:gd name="connsiteX81461" fmla="*/ 328648 w 2119654"/>
              <a:gd name="connsiteY81461" fmla="*/ 1740494 h 2398711"/>
              <a:gd name="connsiteX81462" fmla="*/ 339235 w 2119654"/>
              <a:gd name="connsiteY81462" fmla="*/ 1742007 h 2398711"/>
              <a:gd name="connsiteX81463" fmla="*/ 339103 w 2119654"/>
              <a:gd name="connsiteY81463" fmla="*/ 1741913 h 2398711"/>
              <a:gd name="connsiteX81464" fmla="*/ 334274 w 2119654"/>
              <a:gd name="connsiteY81464" fmla="*/ 1727261 h 2398711"/>
              <a:gd name="connsiteX81465" fmla="*/ 335093 w 2119654"/>
              <a:gd name="connsiteY81465" fmla="*/ 1727787 h 2398711"/>
              <a:gd name="connsiteX81466" fmla="*/ 335257 w 2119654"/>
              <a:gd name="connsiteY81466" fmla="*/ 1727511 h 2398711"/>
              <a:gd name="connsiteX81467" fmla="*/ 335013 w 2119654"/>
              <a:gd name="connsiteY81467" fmla="*/ 1727392 h 2398711"/>
              <a:gd name="connsiteX81468" fmla="*/ 950578 w 2119654"/>
              <a:gd name="connsiteY81468" fmla="*/ 347234 h 2398711"/>
              <a:gd name="connsiteX81469" fmla="*/ 957107 w 2119654"/>
              <a:gd name="connsiteY81469" fmla="*/ 356789 h 2398711"/>
              <a:gd name="connsiteX81470" fmla="*/ 959191 w 2119654"/>
              <a:gd name="connsiteY81470" fmla="*/ 359927 h 2398711"/>
              <a:gd name="connsiteX81471" fmla="*/ 961209 w 2119654"/>
              <a:gd name="connsiteY81471" fmla="*/ 356696 h 2398711"/>
              <a:gd name="connsiteX81472" fmla="*/ 951553 w 2119654"/>
              <a:gd name="connsiteY81472" fmla="*/ 345239 h 2398711"/>
              <a:gd name="connsiteX81473" fmla="*/ 346364 w 2119654"/>
              <a:gd name="connsiteY81473" fmla="*/ 1700105 h 2398711"/>
              <a:gd name="connsiteX81474" fmla="*/ 348105 w 2119654"/>
              <a:gd name="connsiteY81474" fmla="*/ 1700733 h 2398711"/>
              <a:gd name="connsiteX81475" fmla="*/ 347298 w 2119654"/>
              <a:gd name="connsiteY81475" fmla="*/ 1700113 h 2398711"/>
              <a:gd name="connsiteX81476" fmla="*/ 949917 w 2119654"/>
              <a:gd name="connsiteY81476" fmla="*/ 348587 h 2398711"/>
              <a:gd name="connsiteX81477" fmla="*/ 951928 w 2119654"/>
              <a:gd name="connsiteY81477" fmla="*/ 353223 h 2398711"/>
              <a:gd name="connsiteX81478" fmla="*/ 957992 w 2119654"/>
              <a:gd name="connsiteY81478" fmla="*/ 361847 h 2398711"/>
              <a:gd name="connsiteX81479" fmla="*/ 958886 w 2119654"/>
              <a:gd name="connsiteY81479" fmla="*/ 360415 h 2398711"/>
              <a:gd name="connsiteX81480" fmla="*/ 950391 w 2119654"/>
              <a:gd name="connsiteY81480" fmla="*/ 347617 h 2398711"/>
              <a:gd name="connsiteX81481" fmla="*/ 886704 w 2119654"/>
              <a:gd name="connsiteY81481" fmla="*/ 490109 h 2398711"/>
              <a:gd name="connsiteX81482" fmla="*/ 886739 w 2119654"/>
              <a:gd name="connsiteY81482" fmla="*/ 490225 h 2398711"/>
              <a:gd name="connsiteX81483" fmla="*/ 887725 w 2119654"/>
              <a:gd name="connsiteY81483" fmla="*/ 490603 h 2398711"/>
              <a:gd name="connsiteX81484" fmla="*/ 888150 w 2119654"/>
              <a:gd name="connsiteY81484" fmla="*/ 489793 h 2398711"/>
              <a:gd name="connsiteX81485" fmla="*/ 887499 w 2119654"/>
              <a:gd name="connsiteY81485" fmla="*/ 488515 h 2398711"/>
              <a:gd name="connsiteX81486" fmla="*/ 949405 w 2119654"/>
              <a:gd name="connsiteY81486" fmla="*/ 349634 h 2398711"/>
              <a:gd name="connsiteX81487" fmla="*/ 950436 w 2119654"/>
              <a:gd name="connsiteY81487" fmla="*/ 351102 h 2398711"/>
              <a:gd name="connsiteX81488" fmla="*/ 949663 w 2119654"/>
              <a:gd name="connsiteY81488" fmla="*/ 349104 h 2398711"/>
              <a:gd name="connsiteX81489" fmla="*/ 302881 w 2119654"/>
              <a:gd name="connsiteY81489" fmla="*/ 1797240 h 2398711"/>
              <a:gd name="connsiteX81490" fmla="*/ 321966 w 2119654"/>
              <a:gd name="connsiteY81490" fmla="*/ 1811947 h 2398711"/>
              <a:gd name="connsiteX81491" fmla="*/ 355511 w 2119654"/>
              <a:gd name="connsiteY81491" fmla="*/ 1812591 h 2398711"/>
              <a:gd name="connsiteX81492" fmla="*/ 350876 w 2119654"/>
              <a:gd name="connsiteY81492" fmla="*/ 1810283 h 2398711"/>
              <a:gd name="connsiteX81493" fmla="*/ 347658 w 2119654"/>
              <a:gd name="connsiteY81493" fmla="*/ 1809716 h 2398711"/>
              <a:gd name="connsiteX81494" fmla="*/ 320101 w 2119654"/>
              <a:gd name="connsiteY81494" fmla="*/ 1804468 h 2398711"/>
              <a:gd name="connsiteX81495" fmla="*/ 319953 w 2119654"/>
              <a:gd name="connsiteY81495" fmla="*/ 1804298 h 2398711"/>
              <a:gd name="connsiteX81496" fmla="*/ 335203 w 2119654"/>
              <a:gd name="connsiteY81496" fmla="*/ 1807202 h 2398711"/>
              <a:gd name="connsiteX81497" fmla="*/ 349895 w 2119654"/>
              <a:gd name="connsiteY81497" fmla="*/ 1809796 h 2398711"/>
              <a:gd name="connsiteX81498" fmla="*/ 338452 w 2119654"/>
              <a:gd name="connsiteY81498" fmla="*/ 1804100 h 2398711"/>
              <a:gd name="connsiteX81499" fmla="*/ 338371 w 2119654"/>
              <a:gd name="connsiteY81499" fmla="*/ 1803932 h 2398711"/>
              <a:gd name="connsiteX81500" fmla="*/ 349840 w 2119654"/>
              <a:gd name="connsiteY81500" fmla="*/ 1809640 h 2398711"/>
              <a:gd name="connsiteX81501" fmla="*/ 350362 w 2119654"/>
              <a:gd name="connsiteY81501" fmla="*/ 1809878 h 2398711"/>
              <a:gd name="connsiteX81502" fmla="*/ 364341 w 2119654"/>
              <a:gd name="connsiteY81502" fmla="*/ 1812345 h 2398711"/>
              <a:gd name="connsiteX81503" fmla="*/ 363807 w 2119654"/>
              <a:gd name="connsiteY81503" fmla="*/ 1808537 h 2398711"/>
              <a:gd name="connsiteX81504" fmla="*/ 358826 w 2119654"/>
              <a:gd name="connsiteY81504" fmla="*/ 1805566 h 2398711"/>
              <a:gd name="connsiteX81505" fmla="*/ 348996 w 2119654"/>
              <a:gd name="connsiteY81505" fmla="*/ 1800859 h 2398711"/>
              <a:gd name="connsiteX81506" fmla="*/ 314729 w 2119654"/>
              <a:gd name="connsiteY81506" fmla="*/ 1798290 h 2398711"/>
              <a:gd name="connsiteX81507" fmla="*/ 328165 w 2119654"/>
              <a:gd name="connsiteY81507" fmla="*/ 1740425 h 2398711"/>
              <a:gd name="connsiteX81508" fmla="*/ 328235 w 2119654"/>
              <a:gd name="connsiteY81508" fmla="*/ 1740434 h 2398711"/>
              <a:gd name="connsiteX81509" fmla="*/ 328289 w 2119654"/>
              <a:gd name="connsiteY81509" fmla="*/ 1740217 h 2398711"/>
              <a:gd name="connsiteX81510" fmla="*/ 947758 w 2119654"/>
              <a:gd name="connsiteY81510" fmla="*/ 353003 h 2398711"/>
              <a:gd name="connsiteX81511" fmla="*/ 949856 w 2119654"/>
              <a:gd name="connsiteY81511" fmla="*/ 358480 h 2398711"/>
              <a:gd name="connsiteX81512" fmla="*/ 949984 w 2119654"/>
              <a:gd name="connsiteY81512" fmla="*/ 358681 h 2398711"/>
              <a:gd name="connsiteX81513" fmla="*/ 955710 w 2119654"/>
              <a:gd name="connsiteY81513" fmla="*/ 364723 h 2398711"/>
              <a:gd name="connsiteX81514" fmla="*/ 950995 w 2119654"/>
              <a:gd name="connsiteY81514" fmla="*/ 352541 h 2398711"/>
              <a:gd name="connsiteX81515" fmla="*/ 949218 w 2119654"/>
              <a:gd name="connsiteY81515" fmla="*/ 350015 h 2398711"/>
              <a:gd name="connsiteX81516" fmla="*/ 917811 w 2119654"/>
              <a:gd name="connsiteY81516" fmla="*/ 420038 h 2398711"/>
              <a:gd name="connsiteX81517" fmla="*/ 916732 w 2119654"/>
              <a:gd name="connsiteY81517" fmla="*/ 423738 h 2398711"/>
              <a:gd name="connsiteX81518" fmla="*/ 918292 w 2119654"/>
              <a:gd name="connsiteY81518" fmla="*/ 425413 h 2398711"/>
              <a:gd name="connsiteX81519" fmla="*/ 920608 w 2119654"/>
              <a:gd name="connsiteY81519" fmla="*/ 421705 h 2398711"/>
              <a:gd name="connsiteX81520" fmla="*/ 884654 w 2119654"/>
              <a:gd name="connsiteY81520" fmla="*/ 494223 h 2398711"/>
              <a:gd name="connsiteX81521" fmla="*/ 885088 w 2119654"/>
              <a:gd name="connsiteY81521" fmla="*/ 494990 h 2398711"/>
              <a:gd name="connsiteX81522" fmla="*/ 885270 w 2119654"/>
              <a:gd name="connsiteY81522" fmla="*/ 494698 h 2398711"/>
              <a:gd name="connsiteX81523" fmla="*/ 884948 w 2119654"/>
              <a:gd name="connsiteY81523" fmla="*/ 493634 h 2398711"/>
              <a:gd name="connsiteX81524" fmla="*/ 889313 w 2119654"/>
              <a:gd name="connsiteY81524" fmla="*/ 483788 h 2398711"/>
              <a:gd name="connsiteX81525" fmla="*/ 889212 w 2119654"/>
              <a:gd name="connsiteY81525" fmla="*/ 484474 h 2398711"/>
              <a:gd name="connsiteX81526" fmla="*/ 889484 w 2119654"/>
              <a:gd name="connsiteY81526" fmla="*/ 483915 h 2398711"/>
              <a:gd name="connsiteX81527" fmla="*/ 947146 w 2119654"/>
              <a:gd name="connsiteY81527" fmla="*/ 354255 h 2398711"/>
              <a:gd name="connsiteX81528" fmla="*/ 948965 w 2119654"/>
              <a:gd name="connsiteY81528" fmla="*/ 357091 h 2398711"/>
              <a:gd name="connsiteX81529" fmla="*/ 947557 w 2119654"/>
              <a:gd name="connsiteY81529" fmla="*/ 353414 h 2398711"/>
              <a:gd name="connsiteX81530" fmla="*/ 913989 w 2119654"/>
              <a:gd name="connsiteY81530" fmla="*/ 428443 h 2398711"/>
              <a:gd name="connsiteX81531" fmla="*/ 913669 w 2119654"/>
              <a:gd name="connsiteY81531" fmla="*/ 431803 h 2398711"/>
              <a:gd name="connsiteX81532" fmla="*/ 914175 w 2119654"/>
              <a:gd name="connsiteY81532" fmla="*/ 432005 h 2398711"/>
              <a:gd name="connsiteX81533" fmla="*/ 914562 w 2119654"/>
              <a:gd name="connsiteY81533" fmla="*/ 431386 h 2398711"/>
              <a:gd name="connsiteX81534" fmla="*/ 914785 w 2119654"/>
              <a:gd name="connsiteY81534" fmla="*/ 430597 h 2398711"/>
              <a:gd name="connsiteX81535" fmla="*/ 946685 w 2119654"/>
              <a:gd name="connsiteY81535" fmla="*/ 355200 h 2398711"/>
              <a:gd name="connsiteX81536" fmla="*/ 949296 w 2119654"/>
              <a:gd name="connsiteY81536" fmla="*/ 357954 h 2398711"/>
              <a:gd name="connsiteX81537" fmla="*/ 949248 w 2119654"/>
              <a:gd name="connsiteY81537" fmla="*/ 357831 h 2398711"/>
              <a:gd name="connsiteX81538" fmla="*/ 947064 w 2119654"/>
              <a:gd name="connsiteY81538" fmla="*/ 354423 h 2398711"/>
              <a:gd name="connsiteX81539" fmla="*/ 945701 w 2119654"/>
              <a:gd name="connsiteY81539" fmla="*/ 357214 h 2398711"/>
              <a:gd name="connsiteX81540" fmla="*/ 951506 w 2119654"/>
              <a:gd name="connsiteY81540" fmla="*/ 363727 h 2398711"/>
              <a:gd name="connsiteX81541" fmla="*/ 949815 w 2119654"/>
              <a:gd name="connsiteY81541" fmla="*/ 359308 h 2398711"/>
              <a:gd name="connsiteX81542" fmla="*/ 946425 w 2119654"/>
              <a:gd name="connsiteY81542" fmla="*/ 355732 h 2398711"/>
              <a:gd name="connsiteX81543" fmla="*/ 942357 w 2119654"/>
              <a:gd name="connsiteY81543" fmla="*/ 364574 h 2398711"/>
              <a:gd name="connsiteX81544" fmla="*/ 941845 w 2119654"/>
              <a:gd name="connsiteY81544" fmla="*/ 366987 h 2398711"/>
              <a:gd name="connsiteX81545" fmla="*/ 943734 w 2119654"/>
              <a:gd name="connsiteY81545" fmla="*/ 369303 h 2398711"/>
              <a:gd name="connsiteX81546" fmla="*/ 944572 w 2119654"/>
              <a:gd name="connsiteY81546" fmla="*/ 367204 h 2398711"/>
              <a:gd name="connsiteX81547" fmla="*/ 882355 w 2119654"/>
              <a:gd name="connsiteY81547" fmla="*/ 498835 h 2398711"/>
              <a:gd name="connsiteX81548" fmla="*/ 882604 w 2119654"/>
              <a:gd name="connsiteY81548" fmla="*/ 498984 h 2398711"/>
              <a:gd name="connsiteX81549" fmla="*/ 884909 w 2119654"/>
              <a:gd name="connsiteY81549" fmla="*/ 495279 h 2398711"/>
              <a:gd name="connsiteX81550" fmla="*/ 884493 w 2119654"/>
              <a:gd name="connsiteY81550" fmla="*/ 494545 h 2398711"/>
              <a:gd name="connsiteX81551" fmla="*/ 900085 w 2119654"/>
              <a:gd name="connsiteY81551" fmla="*/ 459095 h 2398711"/>
              <a:gd name="connsiteX81552" fmla="*/ 901281 w 2119654"/>
              <a:gd name="connsiteY81552" fmla="*/ 460134 h 2398711"/>
              <a:gd name="connsiteX81553" fmla="*/ 901693 w 2119654"/>
              <a:gd name="connsiteY81553" fmla="*/ 459334 h 2398711"/>
              <a:gd name="connsiteX81554" fmla="*/ 900784 w 2119654"/>
              <a:gd name="connsiteY81554" fmla="*/ 457867 h 2398711"/>
              <a:gd name="connsiteX81555" fmla="*/ 882059 w 2119654"/>
              <a:gd name="connsiteY81555" fmla="*/ 499429 h 2398711"/>
              <a:gd name="connsiteX81556" fmla="*/ 882063 w 2119654"/>
              <a:gd name="connsiteY81556" fmla="*/ 499444 h 2398711"/>
              <a:gd name="connsiteX81557" fmla="*/ 882208 w 2119654"/>
              <a:gd name="connsiteY81557" fmla="*/ 499622 h 2398711"/>
              <a:gd name="connsiteX81558" fmla="*/ 882416 w 2119654"/>
              <a:gd name="connsiteY81558" fmla="*/ 499287 h 2398711"/>
              <a:gd name="connsiteX81559" fmla="*/ 882195 w 2119654"/>
              <a:gd name="connsiteY81559" fmla="*/ 499156 h 2398711"/>
              <a:gd name="connsiteX81560" fmla="*/ 361636 w 2119654"/>
              <a:gd name="connsiteY81560" fmla="*/ 1664634 h 2398711"/>
              <a:gd name="connsiteX81561" fmla="*/ 366057 w 2119654"/>
              <a:gd name="connsiteY81561" fmla="*/ 1667815 h 2398711"/>
              <a:gd name="connsiteX81562" fmla="*/ 369433 w 2119654"/>
              <a:gd name="connsiteY81562" fmla="*/ 1669014 h 2398711"/>
              <a:gd name="connsiteX81563" fmla="*/ 365165 w 2119654"/>
              <a:gd name="connsiteY81563" fmla="*/ 1665497 h 2398711"/>
              <a:gd name="connsiteX81564" fmla="*/ 364911 w 2119654"/>
              <a:gd name="connsiteY81564" fmla="*/ 1665271 h 2398711"/>
              <a:gd name="connsiteX81565" fmla="*/ 899708 w 2119654"/>
              <a:gd name="connsiteY81565" fmla="*/ 459756 h 2398711"/>
              <a:gd name="connsiteX81566" fmla="*/ 901017 w 2119654"/>
              <a:gd name="connsiteY81566" fmla="*/ 460646 h 2398711"/>
              <a:gd name="connsiteX81567" fmla="*/ 901205 w 2119654"/>
              <a:gd name="connsiteY81567" fmla="*/ 460282 h 2398711"/>
              <a:gd name="connsiteX81568" fmla="*/ 900004 w 2119654"/>
              <a:gd name="connsiteY81568" fmla="*/ 459236 h 2398711"/>
              <a:gd name="connsiteX81569" fmla="*/ 351353 w 2119654"/>
              <a:gd name="connsiteY81569" fmla="*/ 1687574 h 2398711"/>
              <a:gd name="connsiteX81570" fmla="*/ 351527 w 2119654"/>
              <a:gd name="connsiteY81570" fmla="*/ 1689594 h 2398711"/>
              <a:gd name="connsiteX81571" fmla="*/ 352216 w 2119654"/>
              <a:gd name="connsiteY81571" fmla="*/ 1689668 h 2398711"/>
              <a:gd name="connsiteX81572" fmla="*/ 357648 w 2119654"/>
              <a:gd name="connsiteY81572" fmla="*/ 1689858 h 2398711"/>
              <a:gd name="connsiteX81573" fmla="*/ 358891 w 2119654"/>
              <a:gd name="connsiteY81573" fmla="*/ 1687768 h 2398711"/>
              <a:gd name="connsiteX81574" fmla="*/ 329822 w 2119654"/>
              <a:gd name="connsiteY81574" fmla="*/ 1735757 h 2398711"/>
              <a:gd name="connsiteX81575" fmla="*/ 329442 w 2119654"/>
              <a:gd name="connsiteY81575" fmla="*/ 1737291 h 2398711"/>
              <a:gd name="connsiteX81576" fmla="*/ 330244 w 2119654"/>
              <a:gd name="connsiteY81576" fmla="*/ 1735944 h 2398711"/>
              <a:gd name="connsiteX81577" fmla="*/ 326411 w 2119654"/>
              <a:gd name="connsiteY81577" fmla="*/ 1743375 h 2398711"/>
              <a:gd name="connsiteX81578" fmla="*/ 327416 w 2119654"/>
              <a:gd name="connsiteY81578" fmla="*/ 1743737 h 2398711"/>
              <a:gd name="connsiteX81579" fmla="*/ 328009 w 2119654"/>
              <a:gd name="connsiteY81579" fmla="*/ 1741345 h 2398711"/>
              <a:gd name="connsiteX81580" fmla="*/ 327657 w 2119654"/>
              <a:gd name="connsiteY81580" fmla="*/ 1741280 h 2398711"/>
              <a:gd name="connsiteX81581" fmla="*/ 942639 w 2119654"/>
              <a:gd name="connsiteY81581" fmla="*/ 363514 h 2398711"/>
              <a:gd name="connsiteX81582" fmla="*/ 944950 w 2119654"/>
              <a:gd name="connsiteY81582" fmla="*/ 366257 h 2398711"/>
              <a:gd name="connsiteX81583" fmla="*/ 946304 w 2119654"/>
              <a:gd name="connsiteY81583" fmla="*/ 362866 h 2398711"/>
              <a:gd name="connsiteX81584" fmla="*/ 946725 w 2119654"/>
              <a:gd name="connsiteY81584" fmla="*/ 362622 h 2398711"/>
              <a:gd name="connsiteX81585" fmla="*/ 945170 w 2119654"/>
              <a:gd name="connsiteY81585" fmla="*/ 366519 h 2398711"/>
              <a:gd name="connsiteX81586" fmla="*/ 950859 w 2119654"/>
              <a:gd name="connsiteY81586" fmla="*/ 373268 h 2398711"/>
              <a:gd name="connsiteX81587" fmla="*/ 953512 w 2119654"/>
              <a:gd name="connsiteY81587" fmla="*/ 369021 h 2398711"/>
              <a:gd name="connsiteX81588" fmla="*/ 952996 w 2119654"/>
              <a:gd name="connsiteY81588" fmla="*/ 367620 h 2398711"/>
              <a:gd name="connsiteX81589" fmla="*/ 951838 w 2119654"/>
              <a:gd name="connsiteY81589" fmla="*/ 364594 h 2398711"/>
              <a:gd name="connsiteX81590" fmla="*/ 945715 w 2119654"/>
              <a:gd name="connsiteY81590" fmla="*/ 357412 h 2398711"/>
              <a:gd name="connsiteX81591" fmla="*/ 945644 w 2119654"/>
              <a:gd name="connsiteY81591" fmla="*/ 357330 h 2398711"/>
              <a:gd name="connsiteX81592" fmla="*/ 943136 w 2119654"/>
              <a:gd name="connsiteY81592" fmla="*/ 362462 h 2398711"/>
              <a:gd name="connsiteX81593" fmla="*/ 890714 w 2119654"/>
              <a:gd name="connsiteY81593" fmla="*/ 479703 h 2398711"/>
              <a:gd name="connsiteX81594" fmla="*/ 891070 w 2119654"/>
              <a:gd name="connsiteY81594" fmla="*/ 480315 h 2398711"/>
              <a:gd name="connsiteX81595" fmla="*/ 891149 w 2119654"/>
              <a:gd name="connsiteY81595" fmla="*/ 479897 h 2398711"/>
              <a:gd name="connsiteX81596" fmla="*/ 941309 w 2119654"/>
              <a:gd name="connsiteY81596" fmla="*/ 366330 h 2398711"/>
              <a:gd name="connsiteX81597" fmla="*/ 941528 w 2119654"/>
              <a:gd name="connsiteY81597" fmla="*/ 366600 h 2398711"/>
              <a:gd name="connsiteX81598" fmla="*/ 941812 w 2119654"/>
              <a:gd name="connsiteY81598" fmla="*/ 365266 h 2398711"/>
              <a:gd name="connsiteX81599" fmla="*/ 317852 w 2119654"/>
              <a:gd name="connsiteY81599" fmla="*/ 1762339 h 2398711"/>
              <a:gd name="connsiteX81600" fmla="*/ 320419 w 2119654"/>
              <a:gd name="connsiteY81600" fmla="*/ 1764403 h 2398711"/>
              <a:gd name="connsiteX81601" fmla="*/ 322418 w 2119654"/>
              <a:gd name="connsiteY81601" fmla="*/ 1765453 h 2398711"/>
              <a:gd name="connsiteX81602" fmla="*/ 322936 w 2119654"/>
              <a:gd name="connsiteY81602" fmla="*/ 1763023 h 2398711"/>
              <a:gd name="connsiteX81603" fmla="*/ 909515 w 2119654"/>
              <a:gd name="connsiteY81603" fmla="*/ 437471 h 2398711"/>
              <a:gd name="connsiteX81604" fmla="*/ 908981 w 2119654"/>
              <a:gd name="connsiteY81604" fmla="*/ 440321 h 2398711"/>
              <a:gd name="connsiteX81605" fmla="*/ 910202 w 2119654"/>
              <a:gd name="connsiteY81605" fmla="*/ 438367 h 2398711"/>
              <a:gd name="connsiteX81606" fmla="*/ 881928 w 2119654"/>
              <a:gd name="connsiteY81606" fmla="*/ 498997 h 2398711"/>
              <a:gd name="connsiteX81607" fmla="*/ 882005 w 2119654"/>
              <a:gd name="connsiteY81607" fmla="*/ 499252 h 2398711"/>
              <a:gd name="connsiteX81608" fmla="*/ 882084 w 2119654"/>
              <a:gd name="connsiteY81608" fmla="*/ 499090 h 2398711"/>
              <a:gd name="connsiteX81609" fmla="*/ 938269 w 2119654"/>
              <a:gd name="connsiteY81609" fmla="*/ 372767 h 2398711"/>
              <a:gd name="connsiteX81610" fmla="*/ 939824 w 2119654"/>
              <a:gd name="connsiteY81610" fmla="*/ 374636 h 2398711"/>
              <a:gd name="connsiteX81611" fmla="*/ 941401 w 2119654"/>
              <a:gd name="connsiteY81611" fmla="*/ 367203 h 2398711"/>
              <a:gd name="connsiteX81612" fmla="*/ 941081 w 2119654"/>
              <a:gd name="connsiteY81612" fmla="*/ 366812 h 2398711"/>
              <a:gd name="connsiteX81613" fmla="*/ 937400 w 2119654"/>
              <a:gd name="connsiteY81613" fmla="*/ 374605 h 2398711"/>
              <a:gd name="connsiteX81614" fmla="*/ 939386 w 2119654"/>
              <a:gd name="connsiteY81614" fmla="*/ 376701 h 2398711"/>
              <a:gd name="connsiteX81615" fmla="*/ 939697 w 2119654"/>
              <a:gd name="connsiteY81615" fmla="*/ 375237 h 2398711"/>
              <a:gd name="connsiteX81616" fmla="*/ 938041 w 2119654"/>
              <a:gd name="connsiteY81616" fmla="*/ 373247 h 2398711"/>
              <a:gd name="connsiteX81617" fmla="*/ 884276 w 2119654"/>
              <a:gd name="connsiteY81617" fmla="*/ 493557 h 2398711"/>
              <a:gd name="connsiteX81618" fmla="*/ 884548 w 2119654"/>
              <a:gd name="connsiteY81618" fmla="*/ 494037 h 2398711"/>
              <a:gd name="connsiteX81619" fmla="*/ 884870 w 2119654"/>
              <a:gd name="connsiteY81619" fmla="*/ 493377 h 2398711"/>
              <a:gd name="connsiteX81620" fmla="*/ 884713 w 2119654"/>
              <a:gd name="connsiteY81620" fmla="*/ 492859 h 2398711"/>
              <a:gd name="connsiteX81621" fmla="*/ 330203 w 2119654"/>
              <a:gd name="connsiteY81621" fmla="*/ 1734222 h 2398711"/>
              <a:gd name="connsiteX81622" fmla="*/ 329916 w 2119654"/>
              <a:gd name="connsiteY81622" fmla="*/ 1735381 h 2398711"/>
              <a:gd name="connsiteX81623" fmla="*/ 330275 w 2119654"/>
              <a:gd name="connsiteY81623" fmla="*/ 1735539 h 2398711"/>
              <a:gd name="connsiteX81624" fmla="*/ 330266 w 2119654"/>
              <a:gd name="connsiteY81624" fmla="*/ 1735529 h 2398711"/>
              <a:gd name="connsiteX81625" fmla="*/ 330475 w 2119654"/>
              <a:gd name="connsiteY81625" fmla="*/ 1735555 h 2398711"/>
              <a:gd name="connsiteX81626" fmla="*/ 331108 w 2119654"/>
              <a:gd name="connsiteY81626" fmla="*/ 1734490 h 2398711"/>
              <a:gd name="connsiteX81627" fmla="*/ 936532 w 2119654"/>
              <a:gd name="connsiteY81627" fmla="*/ 376443 h 2398711"/>
              <a:gd name="connsiteX81628" fmla="*/ 937545 w 2119654"/>
              <a:gd name="connsiteY81628" fmla="*/ 384805 h 2398711"/>
              <a:gd name="connsiteX81629" fmla="*/ 937804 w 2119654"/>
              <a:gd name="connsiteY81629" fmla="*/ 384155 h 2398711"/>
              <a:gd name="connsiteX81630" fmla="*/ 939091 w 2119654"/>
              <a:gd name="connsiteY81630" fmla="*/ 378088 h 2398711"/>
              <a:gd name="connsiteX81631" fmla="*/ 936925 w 2119654"/>
              <a:gd name="connsiteY81631" fmla="*/ 375611 h 2398711"/>
              <a:gd name="connsiteX81632" fmla="*/ 897556 w 2119654"/>
              <a:gd name="connsiteY81632" fmla="*/ 463528 h 2398711"/>
              <a:gd name="connsiteX81633" fmla="*/ 897829 w 2119654"/>
              <a:gd name="connsiteY81633" fmla="*/ 463861 h 2398711"/>
              <a:gd name="connsiteX81634" fmla="*/ 898851 w 2119654"/>
              <a:gd name="connsiteY81634" fmla="*/ 464848 h 2398711"/>
              <a:gd name="connsiteX81635" fmla="*/ 900484 w 2119654"/>
              <a:gd name="connsiteY81635" fmla="*/ 461680 h 2398711"/>
              <a:gd name="connsiteX81636" fmla="*/ 899115 w 2119654"/>
              <a:gd name="connsiteY81636" fmla="*/ 460794 h 2398711"/>
              <a:gd name="connsiteX81637" fmla="*/ 324678 w 2119654"/>
              <a:gd name="connsiteY81637" fmla="*/ 1746289 h 2398711"/>
              <a:gd name="connsiteX81638" fmla="*/ 326652 w 2119654"/>
              <a:gd name="connsiteY81638" fmla="*/ 1746820 h 2398711"/>
              <a:gd name="connsiteX81639" fmla="*/ 327217 w 2119654"/>
              <a:gd name="connsiteY81639" fmla="*/ 1744540 h 2398711"/>
              <a:gd name="connsiteX81640" fmla="*/ 325984 w 2119654"/>
              <a:gd name="connsiteY81640" fmla="*/ 1744093 h 2398711"/>
              <a:gd name="connsiteX81641" fmla="*/ 362679 w 2119654"/>
              <a:gd name="connsiteY81641" fmla="*/ 1661157 h 2398711"/>
              <a:gd name="connsiteX81642" fmla="*/ 362924 w 2119654"/>
              <a:gd name="connsiteY81642" fmla="*/ 1661359 h 2398711"/>
              <a:gd name="connsiteX81643" fmla="*/ 363837 w 2119654"/>
              <a:gd name="connsiteY81643" fmla="*/ 1661604 h 2398711"/>
              <a:gd name="connsiteX81644" fmla="*/ 363572 w 2119654"/>
              <a:gd name="connsiteY81644" fmla="*/ 1661387 h 2398711"/>
              <a:gd name="connsiteX81645" fmla="*/ 340987 w 2119654"/>
              <a:gd name="connsiteY81645" fmla="*/ 1709647 h 2398711"/>
              <a:gd name="connsiteX81646" fmla="*/ 344896 w 2119654"/>
              <a:gd name="connsiteY81646" fmla="*/ 1711303 h 2398711"/>
              <a:gd name="connsiteX81647" fmla="*/ 345926 w 2119654"/>
              <a:gd name="connsiteY81647" fmla="*/ 1709571 h 2398711"/>
              <a:gd name="connsiteX81648" fmla="*/ 330496 w 2119654"/>
              <a:gd name="connsiteY81648" fmla="*/ 1733041 h 2398711"/>
              <a:gd name="connsiteX81649" fmla="*/ 330261 w 2119654"/>
              <a:gd name="connsiteY81649" fmla="*/ 1733989 h 2398711"/>
              <a:gd name="connsiteX81650" fmla="*/ 331234 w 2119654"/>
              <a:gd name="connsiteY81650" fmla="*/ 1734277 h 2398711"/>
              <a:gd name="connsiteX81651" fmla="*/ 331725 w 2119654"/>
              <a:gd name="connsiteY81651" fmla="*/ 1733451 h 2398711"/>
              <a:gd name="connsiteX81652" fmla="*/ 308836 w 2119654"/>
              <a:gd name="connsiteY81652" fmla="*/ 1780934 h 2398711"/>
              <a:gd name="connsiteX81653" fmla="*/ 322120 w 2119654"/>
              <a:gd name="connsiteY81653" fmla="*/ 1786872 h 2398711"/>
              <a:gd name="connsiteX81654" fmla="*/ 329076 w 2119654"/>
              <a:gd name="connsiteY81654" fmla="*/ 1787821 h 2398711"/>
              <a:gd name="connsiteX81655" fmla="*/ 322406 w 2119654"/>
              <a:gd name="connsiteY81655" fmla="*/ 1783842 h 2398711"/>
              <a:gd name="connsiteX81656" fmla="*/ 927355 w 2119654"/>
              <a:gd name="connsiteY81656" fmla="*/ 395877 h 2398711"/>
              <a:gd name="connsiteX81657" fmla="*/ 928857 w 2119654"/>
              <a:gd name="connsiteY81657" fmla="*/ 397563 h 2398711"/>
              <a:gd name="connsiteX81658" fmla="*/ 928891 w 2119654"/>
              <a:gd name="connsiteY81658" fmla="*/ 396289 h 2398711"/>
              <a:gd name="connsiteX81659" fmla="*/ 928211 w 2119654"/>
              <a:gd name="connsiteY81659" fmla="*/ 394062 h 2398711"/>
              <a:gd name="connsiteX81660" fmla="*/ 332876 w 2119654"/>
              <a:gd name="connsiteY81660" fmla="*/ 1727003 h 2398711"/>
              <a:gd name="connsiteX81661" fmla="*/ 334708 w 2119654"/>
              <a:gd name="connsiteY81661" fmla="*/ 1728435 h 2398711"/>
              <a:gd name="connsiteX81662" fmla="*/ 334823 w 2119654"/>
              <a:gd name="connsiteY81662" fmla="*/ 1728242 h 2398711"/>
              <a:gd name="connsiteX81663" fmla="*/ 332900 w 2119654"/>
              <a:gd name="connsiteY81663" fmla="*/ 1727007 h 2398711"/>
              <a:gd name="connsiteX81664" fmla="*/ 926667 w 2119654"/>
              <a:gd name="connsiteY81664" fmla="*/ 397333 h 2398711"/>
              <a:gd name="connsiteX81665" fmla="*/ 927762 w 2119654"/>
              <a:gd name="connsiteY81665" fmla="*/ 399939 h 2398711"/>
              <a:gd name="connsiteX81666" fmla="*/ 928717 w 2119654"/>
              <a:gd name="connsiteY81666" fmla="*/ 402776 h 2398711"/>
              <a:gd name="connsiteX81667" fmla="*/ 928846 w 2119654"/>
              <a:gd name="connsiteY81667" fmla="*/ 397964 h 2398711"/>
              <a:gd name="connsiteX81668" fmla="*/ 927227 w 2119654"/>
              <a:gd name="connsiteY81668" fmla="*/ 396146 h 2398711"/>
              <a:gd name="connsiteX81669" fmla="*/ 924469 w 2119654"/>
              <a:gd name="connsiteY81669" fmla="*/ 401986 h 2398711"/>
              <a:gd name="connsiteX81670" fmla="*/ 925787 w 2119654"/>
              <a:gd name="connsiteY81670" fmla="*/ 403860 h 2398711"/>
              <a:gd name="connsiteX81671" fmla="*/ 928113 w 2119654"/>
              <a:gd name="connsiteY81671" fmla="*/ 407266 h 2398711"/>
              <a:gd name="connsiteX81672" fmla="*/ 925559 w 2119654"/>
              <a:gd name="connsiteY81672" fmla="*/ 399678 h 2398711"/>
              <a:gd name="connsiteX81673" fmla="*/ 888267 w 2119654"/>
              <a:gd name="connsiteY81673" fmla="*/ 483018 h 2398711"/>
              <a:gd name="connsiteX81674" fmla="*/ 889100 w 2119654"/>
              <a:gd name="connsiteY81674" fmla="*/ 484488 h 2398711"/>
              <a:gd name="connsiteX81675" fmla="*/ 889214 w 2119654"/>
              <a:gd name="connsiteY81675" fmla="*/ 483716 h 2398711"/>
              <a:gd name="connsiteX81676" fmla="*/ 923806 w 2119654"/>
              <a:gd name="connsiteY81676" fmla="*/ 403390 h 2398711"/>
              <a:gd name="connsiteX81677" fmla="*/ 927515 w 2119654"/>
              <a:gd name="connsiteY81677" fmla="*/ 407467 h 2398711"/>
              <a:gd name="connsiteX81678" fmla="*/ 928104 w 2119654"/>
              <a:gd name="connsiteY81678" fmla="*/ 407888 h 2398711"/>
              <a:gd name="connsiteX81679" fmla="*/ 924306 w 2119654"/>
              <a:gd name="connsiteY81679" fmla="*/ 402332 h 2398711"/>
              <a:gd name="connsiteX81680" fmla="*/ 881605 w 2119654"/>
              <a:gd name="connsiteY81680" fmla="*/ 497815 h 2398711"/>
              <a:gd name="connsiteX81681" fmla="*/ 881697 w 2119654"/>
              <a:gd name="connsiteY81681" fmla="*/ 498233 h 2398711"/>
              <a:gd name="connsiteX81682" fmla="*/ 881774 w 2119654"/>
              <a:gd name="connsiteY81682" fmla="*/ 498488 h 2398711"/>
              <a:gd name="connsiteX81683" fmla="*/ 882241 w 2119654"/>
              <a:gd name="connsiteY81683" fmla="*/ 498767 h 2398711"/>
              <a:gd name="connsiteX81684" fmla="*/ 884390 w 2119654"/>
              <a:gd name="connsiteY81684" fmla="*/ 494362 h 2398711"/>
              <a:gd name="connsiteX81685" fmla="*/ 884096 w 2119654"/>
              <a:gd name="connsiteY81685" fmla="*/ 493844 h 2398711"/>
              <a:gd name="connsiteX81686" fmla="*/ 910490 w 2119654"/>
              <a:gd name="connsiteY81686" fmla="*/ 432879 h 2398711"/>
              <a:gd name="connsiteX81687" fmla="*/ 909860 w 2119654"/>
              <a:gd name="connsiteY81687" fmla="*/ 435629 h 2398711"/>
              <a:gd name="connsiteX81688" fmla="*/ 909641 w 2119654"/>
              <a:gd name="connsiteY81688" fmla="*/ 436801 h 2398711"/>
              <a:gd name="connsiteX81689" fmla="*/ 910520 w 2119654"/>
              <a:gd name="connsiteY81689" fmla="*/ 437858 h 2398711"/>
              <a:gd name="connsiteX81690" fmla="*/ 912258 w 2119654"/>
              <a:gd name="connsiteY81690" fmla="*/ 435075 h 2398711"/>
              <a:gd name="connsiteX81691" fmla="*/ 912018 w 2119654"/>
              <a:gd name="connsiteY81691" fmla="*/ 434363 h 2398711"/>
              <a:gd name="connsiteX81692" fmla="*/ 936352 w 2119654"/>
              <a:gd name="connsiteY81692" fmla="*/ 374954 h 2398711"/>
              <a:gd name="connsiteX81693" fmla="*/ 936418 w 2119654"/>
              <a:gd name="connsiteY81693" fmla="*/ 375501 h 2398711"/>
              <a:gd name="connsiteX81694" fmla="*/ 936566 w 2119654"/>
              <a:gd name="connsiteY81694" fmla="*/ 375199 h 2398711"/>
              <a:gd name="connsiteX81695" fmla="*/ 920830 w 2119654"/>
              <a:gd name="connsiteY81695" fmla="*/ 409689 h 2398711"/>
              <a:gd name="connsiteX81696" fmla="*/ 917989 w 2119654"/>
              <a:gd name="connsiteY81696" fmla="*/ 419427 h 2398711"/>
              <a:gd name="connsiteX81697" fmla="*/ 920934 w 2119654"/>
              <a:gd name="connsiteY81697" fmla="*/ 421181 h 2398711"/>
              <a:gd name="connsiteX81698" fmla="*/ 925936 w 2119654"/>
              <a:gd name="connsiteY81698" fmla="*/ 413173 h 2398711"/>
              <a:gd name="connsiteX81699" fmla="*/ 921560 w 2119654"/>
              <a:gd name="connsiteY81699" fmla="*/ 408146 h 2398711"/>
              <a:gd name="connsiteX81700" fmla="*/ 332781 w 2119654"/>
              <a:gd name="connsiteY81700" fmla="*/ 1726302 h 2398711"/>
              <a:gd name="connsiteX81701" fmla="*/ 333324 w 2119654"/>
              <a:gd name="connsiteY81701" fmla="*/ 1726650 h 2398711"/>
              <a:gd name="connsiteX81702" fmla="*/ 333600 w 2119654"/>
              <a:gd name="connsiteY81702" fmla="*/ 1726702 h 2398711"/>
              <a:gd name="connsiteX81703" fmla="*/ 331426 w 2119654"/>
              <a:gd name="connsiteY81703" fmla="*/ 1729293 h 2398711"/>
              <a:gd name="connsiteX81704" fmla="*/ 330676 w 2119654"/>
              <a:gd name="connsiteY81704" fmla="*/ 1732315 h 2398711"/>
              <a:gd name="connsiteX81705" fmla="*/ 332242 w 2119654"/>
              <a:gd name="connsiteY81705" fmla="*/ 1732584 h 2398711"/>
              <a:gd name="connsiteX81706" fmla="*/ 333649 w 2119654"/>
              <a:gd name="connsiteY81706" fmla="*/ 1730217 h 2398711"/>
              <a:gd name="connsiteX81707" fmla="*/ 889672 w 2119654"/>
              <a:gd name="connsiteY81707" fmla="*/ 479237 h 2398711"/>
              <a:gd name="connsiteX81708" fmla="*/ 889768 w 2119654"/>
              <a:gd name="connsiteY81708" fmla="*/ 479351 h 2398711"/>
              <a:gd name="connsiteX81709" fmla="*/ 889718 w 2119654"/>
              <a:gd name="connsiteY81709" fmla="*/ 479258 h 2398711"/>
              <a:gd name="connsiteX81710" fmla="*/ 354926 w 2119654"/>
              <a:gd name="connsiteY81710" fmla="*/ 1676450 h 2398711"/>
              <a:gd name="connsiteX81711" fmla="*/ 359520 w 2119654"/>
              <a:gd name="connsiteY81711" fmla="*/ 1677674 h 2398711"/>
              <a:gd name="connsiteX81712" fmla="*/ 358518 w 2119654"/>
              <a:gd name="connsiteY81712" fmla="*/ 1677441 h 2398711"/>
              <a:gd name="connsiteX81713" fmla="*/ 916618 w 2119654"/>
              <a:gd name="connsiteY81713" fmla="*/ 418610 h 2398711"/>
              <a:gd name="connsiteX81714" fmla="*/ 917946 w 2119654"/>
              <a:gd name="connsiteY81714" fmla="*/ 419401 h 2398711"/>
              <a:gd name="connsiteX81715" fmla="*/ 920476 w 2119654"/>
              <a:gd name="connsiteY81715" fmla="*/ 410441 h 2398711"/>
              <a:gd name="connsiteX81716" fmla="*/ 914512 w 2119654"/>
              <a:gd name="connsiteY81716" fmla="*/ 423203 h 2398711"/>
              <a:gd name="connsiteX81717" fmla="*/ 914674 w 2119654"/>
              <a:gd name="connsiteY81717" fmla="*/ 423482 h 2398711"/>
              <a:gd name="connsiteX81718" fmla="*/ 914549 w 2119654"/>
              <a:gd name="connsiteY81718" fmla="*/ 423236 h 2398711"/>
              <a:gd name="connsiteX81719" fmla="*/ 905265 w 2119654"/>
              <a:gd name="connsiteY81719" fmla="*/ 443905 h 2398711"/>
              <a:gd name="connsiteX81720" fmla="*/ 905220 w 2119654"/>
              <a:gd name="connsiteY81720" fmla="*/ 444776 h 2398711"/>
              <a:gd name="connsiteX81721" fmla="*/ 905826 w 2119654"/>
              <a:gd name="connsiteY81721" fmla="*/ 445470 h 2398711"/>
              <a:gd name="connsiteX81722" fmla="*/ 905852 w 2119654"/>
              <a:gd name="connsiteY81722" fmla="*/ 445424 h 2398711"/>
              <a:gd name="connsiteX81723" fmla="*/ 915181 w 2119654"/>
              <a:gd name="connsiteY81723" fmla="*/ 421652 h 2398711"/>
              <a:gd name="connsiteX81724" fmla="*/ 915769 w 2119654"/>
              <a:gd name="connsiteY81724" fmla="*/ 422704 h 2398711"/>
              <a:gd name="connsiteX81725" fmla="*/ 916723 w 2119654"/>
              <a:gd name="connsiteY81725" fmla="*/ 423728 h 2398711"/>
              <a:gd name="connsiteX81726" fmla="*/ 917772 w 2119654"/>
              <a:gd name="connsiteY81726" fmla="*/ 420015 h 2398711"/>
              <a:gd name="connsiteX81727" fmla="*/ 916353 w 2119654"/>
              <a:gd name="connsiteY81727" fmla="*/ 419169 h 2398711"/>
              <a:gd name="connsiteX81728" fmla="*/ 910855 w 2119654"/>
              <a:gd name="connsiteY81728" fmla="*/ 431284 h 2398711"/>
              <a:gd name="connsiteX81729" fmla="*/ 910578 w 2119654"/>
              <a:gd name="connsiteY81729" fmla="*/ 432498 h 2398711"/>
              <a:gd name="connsiteX81730" fmla="*/ 911785 w 2119654"/>
              <a:gd name="connsiteY81730" fmla="*/ 433671 h 2398711"/>
              <a:gd name="connsiteX81731" fmla="*/ 911002 w 2119654"/>
              <a:gd name="connsiteY81731" fmla="*/ 431343 h 2398711"/>
              <a:gd name="connsiteX81732" fmla="*/ 914150 w 2119654"/>
              <a:gd name="connsiteY81732" fmla="*/ 423839 h 2398711"/>
              <a:gd name="connsiteX81733" fmla="*/ 915129 w 2119654"/>
              <a:gd name="connsiteY81733" fmla="*/ 425221 h 2398711"/>
              <a:gd name="connsiteX81734" fmla="*/ 914229 w 2119654"/>
              <a:gd name="connsiteY81734" fmla="*/ 423671 h 2398711"/>
              <a:gd name="connsiteX81735" fmla="*/ 913856 w 2119654"/>
              <a:gd name="connsiteY81735" fmla="*/ 424460 h 2398711"/>
              <a:gd name="connsiteX81736" fmla="*/ 915660 w 2119654"/>
              <a:gd name="connsiteY81736" fmla="*/ 427414 h 2398711"/>
              <a:gd name="connsiteX81737" fmla="*/ 915876 w 2119654"/>
              <a:gd name="connsiteY81737" fmla="*/ 426674 h 2398711"/>
              <a:gd name="connsiteX81738" fmla="*/ 914068 w 2119654"/>
              <a:gd name="connsiteY81738" fmla="*/ 424012 h 2398711"/>
              <a:gd name="connsiteX81739" fmla="*/ 348455 w 2119654"/>
              <a:gd name="connsiteY81739" fmla="*/ 1690470 h 2398711"/>
              <a:gd name="connsiteX81740" fmla="*/ 350668 w 2119654"/>
              <a:gd name="connsiteY81740" fmla="*/ 1691773 h 2398711"/>
              <a:gd name="connsiteX81741" fmla="*/ 350572 w 2119654"/>
              <a:gd name="connsiteY81741" fmla="*/ 1690661 h 2398711"/>
              <a:gd name="connsiteX81742" fmla="*/ 913502 w 2119654"/>
              <a:gd name="connsiteY81742" fmla="*/ 425211 h 2398711"/>
              <a:gd name="connsiteX81743" fmla="*/ 915076 w 2119654"/>
              <a:gd name="connsiteY81743" fmla="*/ 429508 h 2398711"/>
              <a:gd name="connsiteX81744" fmla="*/ 915235 w 2119654"/>
              <a:gd name="connsiteY81744" fmla="*/ 428874 h 2398711"/>
              <a:gd name="connsiteX81745" fmla="*/ 915523 w 2119654"/>
              <a:gd name="connsiteY81745" fmla="*/ 427882 h 2398711"/>
              <a:gd name="connsiteX81746" fmla="*/ 913672 w 2119654"/>
              <a:gd name="connsiteY81746" fmla="*/ 424850 h 2398711"/>
              <a:gd name="connsiteX81747" fmla="*/ 911758 w 2119654"/>
              <a:gd name="connsiteY81747" fmla="*/ 428903 h 2398711"/>
              <a:gd name="connsiteX81748" fmla="*/ 912590 w 2119654"/>
              <a:gd name="connsiteY81748" fmla="*/ 431376 h 2398711"/>
              <a:gd name="connsiteX81749" fmla="*/ 913423 w 2119654"/>
              <a:gd name="connsiteY81749" fmla="*/ 431706 h 2398711"/>
              <a:gd name="connsiteX81750" fmla="*/ 913787 w 2119654"/>
              <a:gd name="connsiteY81750" fmla="*/ 427896 h 2398711"/>
              <a:gd name="connsiteX81751" fmla="*/ 913105 w 2119654"/>
              <a:gd name="connsiteY81751" fmla="*/ 426050 h 2398711"/>
              <a:gd name="connsiteX81752" fmla="*/ 331991 w 2119654"/>
              <a:gd name="connsiteY81752" fmla="*/ 1727012 h 2398711"/>
              <a:gd name="connsiteX81753" fmla="*/ 331589 w 2119654"/>
              <a:gd name="connsiteY81753" fmla="*/ 1728634 h 2398711"/>
              <a:gd name="connsiteX81754" fmla="*/ 333996 w 2119654"/>
              <a:gd name="connsiteY81754" fmla="*/ 1729633 h 2398711"/>
              <a:gd name="connsiteX81755" fmla="*/ 334246 w 2119654"/>
              <a:gd name="connsiteY81755" fmla="*/ 1729214 h 2398711"/>
              <a:gd name="connsiteX81756" fmla="*/ 333627 w 2119654"/>
              <a:gd name="connsiteY81756" fmla="*/ 1728817 h 2398711"/>
              <a:gd name="connsiteX81757" fmla="*/ 333502 w 2119654"/>
              <a:gd name="connsiteY81757" fmla="*/ 1728455 h 2398711"/>
              <a:gd name="connsiteX81758" fmla="*/ 334366 w 2119654"/>
              <a:gd name="connsiteY81758" fmla="*/ 1729010 h 2398711"/>
              <a:gd name="connsiteX81759" fmla="*/ 334423 w 2119654"/>
              <a:gd name="connsiteY81759" fmla="*/ 1728914 h 2398711"/>
              <a:gd name="connsiteX81760" fmla="*/ 319403 w 2119654"/>
              <a:gd name="connsiteY81760" fmla="*/ 1755159 h 2398711"/>
              <a:gd name="connsiteX81761" fmla="*/ 320128 w 2119654"/>
              <a:gd name="connsiteY81761" fmla="*/ 1755426 h 2398711"/>
              <a:gd name="connsiteX81762" fmla="*/ 324246 w 2119654"/>
              <a:gd name="connsiteY81762" fmla="*/ 1756880 h 2398711"/>
              <a:gd name="connsiteX81763" fmla="*/ 324796 w 2119654"/>
              <a:gd name="connsiteY81763" fmla="*/ 1754298 h 2398711"/>
              <a:gd name="connsiteX81764" fmla="*/ 326483 w 2119654"/>
              <a:gd name="connsiteY81764" fmla="*/ 1747497 h 2398711"/>
              <a:gd name="connsiteX81765" fmla="*/ 324324 w 2119654"/>
              <a:gd name="connsiteY81765" fmla="*/ 1746885 h 2398711"/>
              <a:gd name="connsiteX81766" fmla="*/ 364165 w 2119654"/>
              <a:gd name="connsiteY81766" fmla="*/ 1654736 h 2398711"/>
              <a:gd name="connsiteX81767" fmla="*/ 369393 w 2119654"/>
              <a:gd name="connsiteY81767" fmla="*/ 1659027 h 2398711"/>
              <a:gd name="connsiteX81768" fmla="*/ 371945 w 2119654"/>
              <a:gd name="connsiteY81768" fmla="*/ 1659508 h 2398711"/>
              <a:gd name="connsiteX81769" fmla="*/ 371743 w 2119654"/>
              <a:gd name="connsiteY81769" fmla="*/ 1659293 h 2398711"/>
              <a:gd name="connsiteX81770" fmla="*/ 369419 w 2119654"/>
              <a:gd name="connsiteY81770" fmla="*/ 1656364 h 2398711"/>
              <a:gd name="connsiteX81771" fmla="*/ 365602 w 2119654"/>
              <a:gd name="connsiteY81771" fmla="*/ 1654778 h 2398711"/>
              <a:gd name="connsiteX81772" fmla="*/ 319034 w 2119654"/>
              <a:gd name="connsiteY81772" fmla="*/ 1755779 h 2398711"/>
              <a:gd name="connsiteX81773" fmla="*/ 324002 w 2119654"/>
              <a:gd name="connsiteY81773" fmla="*/ 1758022 h 2398711"/>
              <a:gd name="connsiteX81774" fmla="*/ 324155 w 2119654"/>
              <a:gd name="connsiteY81774" fmla="*/ 1757304 h 2398711"/>
              <a:gd name="connsiteX81775" fmla="*/ 319210 w 2119654"/>
              <a:gd name="connsiteY81775" fmla="*/ 1755484 h 2398711"/>
              <a:gd name="connsiteX81776" fmla="*/ 908612 w 2119654"/>
              <a:gd name="connsiteY81776" fmla="*/ 435564 h 2398711"/>
              <a:gd name="connsiteX81777" fmla="*/ 908938 w 2119654"/>
              <a:gd name="connsiteY81777" fmla="*/ 435956 h 2398711"/>
              <a:gd name="connsiteX81778" fmla="*/ 909420 w 2119654"/>
              <a:gd name="connsiteY81778" fmla="*/ 433855 h 2398711"/>
              <a:gd name="connsiteX81779" fmla="*/ 944231 w 2119654"/>
              <a:gd name="connsiteY81779" fmla="*/ 355744 h 2398711"/>
              <a:gd name="connsiteX81780" fmla="*/ 942816 w 2119654"/>
              <a:gd name="connsiteY81780" fmla="*/ 362411 h 2398711"/>
              <a:gd name="connsiteX81781" fmla="*/ 945421 w 2119654"/>
              <a:gd name="connsiteY81781" fmla="*/ 357082 h 2398711"/>
              <a:gd name="connsiteX81782" fmla="*/ 907426 w 2119654"/>
              <a:gd name="connsiteY81782" fmla="*/ 438075 h 2398711"/>
              <a:gd name="connsiteX81783" fmla="*/ 908137 w 2119654"/>
              <a:gd name="connsiteY81783" fmla="*/ 439452 h 2398711"/>
              <a:gd name="connsiteX81784" fmla="*/ 908804 w 2119654"/>
              <a:gd name="connsiteY81784" fmla="*/ 436542 h 2398711"/>
              <a:gd name="connsiteX81785" fmla="*/ 908399 w 2119654"/>
              <a:gd name="connsiteY81785" fmla="*/ 436015 h 2398711"/>
              <a:gd name="connsiteX81786" fmla="*/ 881544 w 2119654"/>
              <a:gd name="connsiteY81786" fmla="*/ 495647 h 2398711"/>
              <a:gd name="connsiteX81787" fmla="*/ 881270 w 2119654"/>
              <a:gd name="connsiteY81787" fmla="*/ 496294 h 2398711"/>
              <a:gd name="connsiteX81788" fmla="*/ 881365 w 2119654"/>
              <a:gd name="connsiteY81788" fmla="*/ 496727 h 2398711"/>
              <a:gd name="connsiteX81789" fmla="*/ 317936 w 2119654"/>
              <a:gd name="connsiteY81789" fmla="*/ 1757626 h 2398711"/>
              <a:gd name="connsiteX81790" fmla="*/ 321820 w 2119654"/>
              <a:gd name="connsiteY81790" fmla="*/ 1758947 h 2398711"/>
              <a:gd name="connsiteX81791" fmla="*/ 323794 w 2119654"/>
              <a:gd name="connsiteY81791" fmla="*/ 1758999 h 2398711"/>
              <a:gd name="connsiteX81792" fmla="*/ 323896 w 2119654"/>
              <a:gd name="connsiteY81792" fmla="*/ 1758521 h 2398711"/>
              <a:gd name="connsiteX81793" fmla="*/ 318778 w 2119654"/>
              <a:gd name="connsiteY81793" fmla="*/ 1756210 h 2398711"/>
              <a:gd name="connsiteX81794" fmla="*/ 889641 w 2119654"/>
              <a:gd name="connsiteY81794" fmla="*/ 477405 h 2398711"/>
              <a:gd name="connsiteX81795" fmla="*/ 889712 w 2119654"/>
              <a:gd name="connsiteY81795" fmla="*/ 477477 h 2398711"/>
              <a:gd name="connsiteX81796" fmla="*/ 891456 w 2119654"/>
              <a:gd name="connsiteY81796" fmla="*/ 478254 h 2398711"/>
              <a:gd name="connsiteX81797" fmla="*/ 891504 w 2119654"/>
              <a:gd name="connsiteY81797" fmla="*/ 477996 h 2398711"/>
              <a:gd name="connsiteX81798" fmla="*/ 891587 w 2119654"/>
              <a:gd name="connsiteY81798" fmla="*/ 477634 h 2398711"/>
              <a:gd name="connsiteX81799" fmla="*/ 891049 w 2119654"/>
              <a:gd name="connsiteY81799" fmla="*/ 474935 h 2398711"/>
              <a:gd name="connsiteX81800" fmla="*/ 883075 w 2119654"/>
              <a:gd name="connsiteY81800" fmla="*/ 492041 h 2398711"/>
              <a:gd name="connsiteX81801" fmla="*/ 881864 w 2119654"/>
              <a:gd name="connsiteY81801" fmla="*/ 494893 h 2398711"/>
              <a:gd name="connsiteX81802" fmla="*/ 881555 w 2119654"/>
              <a:gd name="connsiteY81802" fmla="*/ 496932 h 2398711"/>
              <a:gd name="connsiteX81803" fmla="*/ 883379 w 2119654"/>
              <a:gd name="connsiteY81803" fmla="*/ 494023 h 2398711"/>
              <a:gd name="connsiteX81804" fmla="*/ 883816 w 2119654"/>
              <a:gd name="connsiteY81804" fmla="*/ 493349 h 2398711"/>
              <a:gd name="connsiteX81805" fmla="*/ 883886 w 2119654"/>
              <a:gd name="connsiteY81805" fmla="*/ 490131 h 2398711"/>
              <a:gd name="connsiteX81806" fmla="*/ 883222 w 2119654"/>
              <a:gd name="connsiteY81806" fmla="*/ 491694 h 2398711"/>
              <a:gd name="connsiteX81807" fmla="*/ 883998 w 2119654"/>
              <a:gd name="connsiteY81807" fmla="*/ 493065 h 2398711"/>
              <a:gd name="connsiteX81808" fmla="*/ 884527 w 2119654"/>
              <a:gd name="connsiteY81808" fmla="*/ 492247 h 2398711"/>
              <a:gd name="connsiteX81809" fmla="*/ 885904 w 2119654"/>
              <a:gd name="connsiteY81809" fmla="*/ 485372 h 2398711"/>
              <a:gd name="connsiteX81810" fmla="*/ 885533 w 2119654"/>
              <a:gd name="connsiteY81810" fmla="*/ 486247 h 2398711"/>
              <a:gd name="connsiteX81811" fmla="*/ 886450 w 2119654"/>
              <a:gd name="connsiteY81811" fmla="*/ 489272 h 2398711"/>
              <a:gd name="connsiteX81812" fmla="*/ 887252 w 2119654"/>
              <a:gd name="connsiteY81812" fmla="*/ 488029 h 2398711"/>
              <a:gd name="connsiteX81813" fmla="*/ 944633 w 2119654"/>
              <a:gd name="connsiteY81813" fmla="*/ 353843 h 2398711"/>
              <a:gd name="connsiteX81814" fmla="*/ 944261 w 2119654"/>
              <a:gd name="connsiteY81814" fmla="*/ 355599 h 2398711"/>
              <a:gd name="connsiteX81815" fmla="*/ 945479 w 2119654"/>
              <a:gd name="connsiteY81815" fmla="*/ 356964 h 2398711"/>
              <a:gd name="connsiteX81816" fmla="*/ 946197 w 2119654"/>
              <a:gd name="connsiteY81816" fmla="*/ 355493 h 2398711"/>
              <a:gd name="connsiteX81817" fmla="*/ 332787 w 2119654"/>
              <a:gd name="connsiteY81817" fmla="*/ 1723804 h 2398711"/>
              <a:gd name="connsiteX81818" fmla="*/ 332543 w 2119654"/>
              <a:gd name="connsiteY81818" fmla="*/ 1724790 h 2398711"/>
              <a:gd name="connsiteX81819" fmla="*/ 335978 w 2119654"/>
              <a:gd name="connsiteY81819" fmla="*/ 1726299 h 2398711"/>
              <a:gd name="connsiteX81820" fmla="*/ 335982 w 2119654"/>
              <a:gd name="connsiteY81820" fmla="*/ 1726293 h 2398711"/>
              <a:gd name="connsiteX81821" fmla="*/ 887229 w 2119654"/>
              <a:gd name="connsiteY81821" fmla="*/ 482251 h 2398711"/>
              <a:gd name="connsiteX81822" fmla="*/ 886907 w 2119654"/>
              <a:gd name="connsiteY81822" fmla="*/ 483010 h 2398711"/>
              <a:gd name="connsiteX81823" fmla="*/ 887950 w 2119654"/>
              <a:gd name="connsiteY81823" fmla="*/ 485065 h 2398711"/>
              <a:gd name="connsiteX81824" fmla="*/ 888642 w 2119654"/>
              <a:gd name="connsiteY81824" fmla="*/ 485642 h 2398711"/>
              <a:gd name="connsiteX81825" fmla="*/ 888943 w 2119654"/>
              <a:gd name="connsiteY81825" fmla="*/ 485025 h 2398711"/>
              <a:gd name="connsiteX81826" fmla="*/ 887475 w 2119654"/>
              <a:gd name="connsiteY81826" fmla="*/ 482433 h 2398711"/>
              <a:gd name="connsiteX81827" fmla="*/ 887809 w 2119654"/>
              <a:gd name="connsiteY81827" fmla="*/ 480885 h 2398711"/>
              <a:gd name="connsiteX81828" fmla="*/ 887511 w 2119654"/>
              <a:gd name="connsiteY81828" fmla="*/ 481586 h 2398711"/>
              <a:gd name="connsiteX81829" fmla="*/ 887661 w 2119654"/>
              <a:gd name="connsiteY81829" fmla="*/ 481739 h 2398711"/>
              <a:gd name="connsiteX81830" fmla="*/ 888869 w 2119654"/>
              <a:gd name="connsiteY81830" fmla="*/ 482628 h 2398711"/>
              <a:gd name="connsiteX81831" fmla="*/ 898252 w 2119654"/>
              <a:gd name="connsiteY81831" fmla="*/ 457500 h 2398711"/>
              <a:gd name="connsiteX81832" fmla="*/ 898728 w 2119654"/>
              <a:gd name="connsiteY81832" fmla="*/ 457914 h 2398711"/>
              <a:gd name="connsiteX81833" fmla="*/ 899727 w 2119654"/>
              <a:gd name="connsiteY81833" fmla="*/ 456161 h 2398711"/>
              <a:gd name="connsiteX81834" fmla="*/ 899249 w 2119654"/>
              <a:gd name="connsiteY81834" fmla="*/ 455389 h 2398711"/>
              <a:gd name="connsiteX81835" fmla="*/ 888312 w 2119654"/>
              <a:gd name="connsiteY81835" fmla="*/ 479734 h 2398711"/>
              <a:gd name="connsiteX81836" fmla="*/ 889511 w 2119654"/>
              <a:gd name="connsiteY81836" fmla="*/ 481709 h 2398711"/>
              <a:gd name="connsiteX81837" fmla="*/ 889744 w 2119654"/>
              <a:gd name="connsiteY81837" fmla="*/ 480139 h 2398711"/>
              <a:gd name="connsiteX81838" fmla="*/ 889871 w 2119654"/>
              <a:gd name="connsiteY81838" fmla="*/ 480019 h 2398711"/>
              <a:gd name="connsiteX81839" fmla="*/ 889599 w 2119654"/>
              <a:gd name="connsiteY81839" fmla="*/ 481852 h 2398711"/>
              <a:gd name="connsiteX81840" fmla="*/ 890094 w 2119654"/>
              <a:gd name="connsiteY81840" fmla="*/ 482665 h 2398711"/>
              <a:gd name="connsiteX81841" fmla="*/ 890777 w 2119654"/>
              <a:gd name="connsiteY81841" fmla="*/ 481263 h 2398711"/>
              <a:gd name="connsiteX81842" fmla="*/ 890386 w 2119654"/>
              <a:gd name="connsiteY81842" fmla="*/ 480523 h 2398711"/>
              <a:gd name="connsiteX81843" fmla="*/ 889092 w 2119654"/>
              <a:gd name="connsiteY81843" fmla="*/ 478979 h 2398711"/>
              <a:gd name="connsiteX81844" fmla="*/ 888814 w 2119654"/>
              <a:gd name="connsiteY81844" fmla="*/ 478854 h 2398711"/>
              <a:gd name="connsiteX81845" fmla="*/ 897770 w 2119654"/>
              <a:gd name="connsiteY81845" fmla="*/ 458519 h 2398711"/>
              <a:gd name="connsiteX81846" fmla="*/ 898226 w 2119654"/>
              <a:gd name="connsiteY81846" fmla="*/ 458794 h 2398711"/>
              <a:gd name="connsiteX81847" fmla="*/ 898647 w 2119654"/>
              <a:gd name="connsiteY81847" fmla="*/ 458056 h 2398711"/>
              <a:gd name="connsiteX81848" fmla="*/ 898181 w 2119654"/>
              <a:gd name="connsiteY81848" fmla="*/ 457651 h 2398711"/>
              <a:gd name="connsiteX81849" fmla="*/ 896496 w 2119654"/>
              <a:gd name="connsiteY81849" fmla="*/ 461216 h 2398711"/>
              <a:gd name="connsiteX81850" fmla="*/ 896586 w 2119654"/>
              <a:gd name="connsiteY81850" fmla="*/ 461668 h 2398711"/>
              <a:gd name="connsiteX81851" fmla="*/ 897632 w 2119654"/>
              <a:gd name="connsiteY81851" fmla="*/ 459834 h 2398711"/>
              <a:gd name="connsiteX81852" fmla="*/ 897262 w 2119654"/>
              <a:gd name="connsiteY81852" fmla="*/ 459594 h 2398711"/>
              <a:gd name="connsiteX81853" fmla="*/ 923375 w 2119654"/>
              <a:gd name="connsiteY81853" fmla="*/ 400969 h 2398711"/>
              <a:gd name="connsiteX81854" fmla="*/ 922945 w 2119654"/>
              <a:gd name="connsiteY81854" fmla="*/ 402442 h 2398711"/>
              <a:gd name="connsiteX81855" fmla="*/ 923307 w 2119654"/>
              <a:gd name="connsiteY81855" fmla="*/ 402839 h 2398711"/>
              <a:gd name="connsiteX81856" fmla="*/ 923857 w 2119654"/>
              <a:gd name="connsiteY81856" fmla="*/ 401674 h 2398711"/>
              <a:gd name="connsiteX81857" fmla="*/ 316012 w 2119654"/>
              <a:gd name="connsiteY81857" fmla="*/ 1760861 h 2398711"/>
              <a:gd name="connsiteX81858" fmla="*/ 316919 w 2119654"/>
              <a:gd name="connsiteY81858" fmla="*/ 1761589 h 2398711"/>
              <a:gd name="connsiteX81859" fmla="*/ 323065 w 2119654"/>
              <a:gd name="connsiteY81859" fmla="*/ 1762416 h 2398711"/>
              <a:gd name="connsiteX81860" fmla="*/ 323173 w 2119654"/>
              <a:gd name="connsiteY81860" fmla="*/ 1761914 h 2398711"/>
              <a:gd name="connsiteX81861" fmla="*/ 316696 w 2119654"/>
              <a:gd name="connsiteY81861" fmla="*/ 1759711 h 2398711"/>
              <a:gd name="connsiteX81862" fmla="*/ 343152 w 2119654"/>
              <a:gd name="connsiteY81862" fmla="*/ 1700076 h 2398711"/>
              <a:gd name="connsiteX81863" fmla="*/ 346642 w 2119654"/>
              <a:gd name="connsiteY81863" fmla="*/ 1701672 h 2398711"/>
              <a:gd name="connsiteX81864" fmla="*/ 346403 w 2119654"/>
              <a:gd name="connsiteY81864" fmla="*/ 1701541 h 2398711"/>
              <a:gd name="connsiteX81865" fmla="*/ 346227 w 2119654"/>
              <a:gd name="connsiteY81865" fmla="*/ 1701128 h 2398711"/>
              <a:gd name="connsiteX81866" fmla="*/ 349787 w 2119654"/>
              <a:gd name="connsiteY81866" fmla="*/ 1703077 h 2398711"/>
              <a:gd name="connsiteX81867" fmla="*/ 350216 w 2119654"/>
              <a:gd name="connsiteY81867" fmla="*/ 1702356 h 2398711"/>
              <a:gd name="connsiteX81868" fmla="*/ 349407 w 2119654"/>
              <a:gd name="connsiteY81868" fmla="*/ 1701734 h 2398711"/>
              <a:gd name="connsiteX81869" fmla="*/ 345051 w 2119654"/>
              <a:gd name="connsiteY81869" fmla="*/ 1700093 h 2398711"/>
              <a:gd name="connsiteX81870" fmla="*/ 333237 w 2119654"/>
              <a:gd name="connsiteY81870" fmla="*/ 1721986 h 2398711"/>
              <a:gd name="connsiteX81871" fmla="*/ 333114 w 2119654"/>
              <a:gd name="connsiteY81871" fmla="*/ 1722486 h 2398711"/>
              <a:gd name="connsiteX81872" fmla="*/ 334281 w 2119654"/>
              <a:gd name="connsiteY81872" fmla="*/ 1723323 h 2398711"/>
              <a:gd name="connsiteX81873" fmla="*/ 912914 w 2119654"/>
              <a:gd name="connsiteY81873" fmla="*/ 423610 h 2398711"/>
              <a:gd name="connsiteX81874" fmla="*/ 913170 w 2119654"/>
              <a:gd name="connsiteY81874" fmla="*/ 424305 h 2398711"/>
              <a:gd name="connsiteX81875" fmla="*/ 913244 w 2119654"/>
              <a:gd name="connsiteY81875" fmla="*/ 424149 h 2398711"/>
              <a:gd name="connsiteX81876" fmla="*/ 945145 w 2119654"/>
              <a:gd name="connsiteY81876" fmla="*/ 351430 h 2398711"/>
              <a:gd name="connsiteX81877" fmla="*/ 944773 w 2119654"/>
              <a:gd name="connsiteY81877" fmla="*/ 353183 h 2398711"/>
              <a:gd name="connsiteX81878" fmla="*/ 946459 w 2119654"/>
              <a:gd name="connsiteY81878" fmla="*/ 354960 h 2398711"/>
              <a:gd name="connsiteX81879" fmla="*/ 946869 w 2119654"/>
              <a:gd name="connsiteY81879" fmla="*/ 354120 h 2398711"/>
              <a:gd name="connsiteX81880" fmla="*/ 912457 w 2119654"/>
              <a:gd name="connsiteY81880" fmla="*/ 424294 h 2398711"/>
              <a:gd name="connsiteX81881" fmla="*/ 911780 w 2119654"/>
              <a:gd name="connsiteY81881" fmla="*/ 427250 h 2398711"/>
              <a:gd name="connsiteX81882" fmla="*/ 912772 w 2119654"/>
              <a:gd name="connsiteY81882" fmla="*/ 425148 h 2398711"/>
              <a:gd name="connsiteX81883" fmla="*/ 928094 w 2119654"/>
              <a:gd name="connsiteY81883" fmla="*/ 389205 h 2398711"/>
              <a:gd name="connsiteX81884" fmla="*/ 928838 w 2119654"/>
              <a:gd name="connsiteY81884" fmla="*/ 391126 h 2398711"/>
              <a:gd name="connsiteX81885" fmla="*/ 928968 w 2119654"/>
              <a:gd name="connsiteY81885" fmla="*/ 390850 h 2398711"/>
              <a:gd name="connsiteX81886" fmla="*/ 373570 w 2119654"/>
              <a:gd name="connsiteY81886" fmla="*/ 1630733 h 2398711"/>
              <a:gd name="connsiteX81887" fmla="*/ 375097 w 2119654"/>
              <a:gd name="connsiteY81887" fmla="*/ 1631890 h 2398711"/>
              <a:gd name="connsiteX81888" fmla="*/ 380884 w 2119654"/>
              <a:gd name="connsiteY81888" fmla="*/ 1635299 h 2398711"/>
              <a:gd name="connsiteX81889" fmla="*/ 381238 w 2119654"/>
              <a:gd name="connsiteY81889" fmla="*/ 1635277 h 2398711"/>
              <a:gd name="connsiteX81890" fmla="*/ 378314 w 2119654"/>
              <a:gd name="connsiteY81890" fmla="*/ 1632499 h 2398711"/>
              <a:gd name="connsiteX81891" fmla="*/ 376648 w 2119654"/>
              <a:gd name="connsiteY81891" fmla="*/ 1632313 h 2398711"/>
              <a:gd name="connsiteX81892" fmla="*/ 376302 w 2119654"/>
              <a:gd name="connsiteY81892" fmla="*/ 1631971 h 2398711"/>
              <a:gd name="connsiteX81893" fmla="*/ 377951 w 2119654"/>
              <a:gd name="connsiteY81893" fmla="*/ 1632156 h 2398711"/>
              <a:gd name="connsiteX81894" fmla="*/ 377231 w 2119654"/>
              <a:gd name="connsiteY81894" fmla="*/ 1631472 h 2398711"/>
              <a:gd name="connsiteX81895" fmla="*/ 924590 w 2119654"/>
              <a:gd name="connsiteY81895" fmla="*/ 396801 h 2398711"/>
              <a:gd name="connsiteX81896" fmla="*/ 923486 w 2119654"/>
              <a:gd name="connsiteY81896" fmla="*/ 400588 h 2398711"/>
              <a:gd name="connsiteX81897" fmla="*/ 924015 w 2119654"/>
              <a:gd name="connsiteY81897" fmla="*/ 401340 h 2398711"/>
              <a:gd name="connsiteX81898" fmla="*/ 925243 w 2119654"/>
              <a:gd name="connsiteY81898" fmla="*/ 398740 h 2398711"/>
              <a:gd name="connsiteX81899" fmla="*/ 896675 w 2119654"/>
              <a:gd name="connsiteY81899" fmla="*/ 459213 h 2398711"/>
              <a:gd name="connsiteX81900" fmla="*/ 896669 w 2119654"/>
              <a:gd name="connsiteY81900" fmla="*/ 459244 h 2398711"/>
              <a:gd name="connsiteX81901" fmla="*/ 896682 w 2119654"/>
              <a:gd name="connsiteY81901" fmla="*/ 459217 h 2398711"/>
              <a:gd name="connsiteX81902" fmla="*/ 990481 w 2119654"/>
              <a:gd name="connsiteY81902" fmla="*/ 249071 h 2398711"/>
              <a:gd name="connsiteX81903" fmla="*/ 993394 w 2119654"/>
              <a:gd name="connsiteY81903" fmla="*/ 259755 h 2398711"/>
              <a:gd name="connsiteX81904" fmla="*/ 1004049 w 2119654"/>
              <a:gd name="connsiteY81904" fmla="*/ 274886 h 2398711"/>
              <a:gd name="connsiteX81905" fmla="*/ 1004423 w 2119654"/>
              <a:gd name="connsiteY81905" fmla="*/ 275434 h 2398711"/>
              <a:gd name="connsiteX81906" fmla="*/ 1005869 w 2119654"/>
              <a:gd name="connsiteY81906" fmla="*/ 271557 h 2398711"/>
              <a:gd name="connsiteX81907" fmla="*/ 912911 w 2119654"/>
              <a:gd name="connsiteY81907" fmla="*/ 422310 h 2398711"/>
              <a:gd name="connsiteX81908" fmla="*/ 912811 w 2119654"/>
              <a:gd name="connsiteY81908" fmla="*/ 422748 h 2398711"/>
              <a:gd name="connsiteX81909" fmla="*/ 913428 w 2119654"/>
              <a:gd name="connsiteY81909" fmla="*/ 423760 h 2398711"/>
              <a:gd name="connsiteX81910" fmla="*/ 913620 w 2119654"/>
              <a:gd name="connsiteY81910" fmla="*/ 423353 h 2398711"/>
              <a:gd name="connsiteX81911" fmla="*/ 945734 w 2119654"/>
              <a:gd name="connsiteY81911" fmla="*/ 348654 h 2398711"/>
              <a:gd name="connsiteX81912" fmla="*/ 945192 w 2119654"/>
              <a:gd name="connsiteY81912" fmla="*/ 351207 h 2398711"/>
              <a:gd name="connsiteX81913" fmla="*/ 946951 w 2119654"/>
              <a:gd name="connsiteY81913" fmla="*/ 353950 h 2398711"/>
              <a:gd name="connsiteX81914" fmla="*/ 947406 w 2119654"/>
              <a:gd name="connsiteY81914" fmla="*/ 353019 h 2398711"/>
              <a:gd name="connsiteX81915" fmla="*/ 913013 w 2119654"/>
              <a:gd name="connsiteY81915" fmla="*/ 421868 h 2398711"/>
              <a:gd name="connsiteX81916" fmla="*/ 912949 w 2119654"/>
              <a:gd name="connsiteY81916" fmla="*/ 422144 h 2398711"/>
              <a:gd name="connsiteX81917" fmla="*/ 913695 w 2119654"/>
              <a:gd name="connsiteY81917" fmla="*/ 423196 h 2398711"/>
              <a:gd name="connsiteX81918" fmla="*/ 913810 w 2119654"/>
              <a:gd name="connsiteY81918" fmla="*/ 422952 h 2398711"/>
              <a:gd name="connsiteX81919" fmla="*/ 913359 w 2119654"/>
              <a:gd name="connsiteY81919" fmla="*/ 422176 h 2398711"/>
              <a:gd name="connsiteX81920" fmla="*/ 925385 w 2119654"/>
              <a:gd name="connsiteY81920" fmla="*/ 394078 h 2398711"/>
              <a:gd name="connsiteX81921" fmla="*/ 925349 w 2119654"/>
              <a:gd name="connsiteY81921" fmla="*/ 394199 h 2398711"/>
              <a:gd name="connsiteX81922" fmla="*/ 926309 w 2119654"/>
              <a:gd name="connsiteY81922" fmla="*/ 396482 h 2398711"/>
              <a:gd name="connsiteX81923" fmla="*/ 926730 w 2119654"/>
              <a:gd name="connsiteY81923" fmla="*/ 395589 h 2398711"/>
              <a:gd name="connsiteX81924" fmla="*/ 935820 w 2119654"/>
              <a:gd name="connsiteY81924" fmla="*/ 370576 h 2398711"/>
              <a:gd name="connsiteX81925" fmla="*/ 936148 w 2119654"/>
              <a:gd name="connsiteY81925" fmla="*/ 373285 h 2398711"/>
              <a:gd name="connsiteX81926" fmla="*/ 937041 w 2119654"/>
              <a:gd name="connsiteY81926" fmla="*/ 374226 h 2398711"/>
              <a:gd name="connsiteX81927" fmla="*/ 937713 w 2119654"/>
              <a:gd name="connsiteY81927" fmla="*/ 372851 h 2398711"/>
              <a:gd name="connsiteX81928" fmla="*/ 947807 w 2119654"/>
              <a:gd name="connsiteY81928" fmla="*/ 343723 h 2398711"/>
              <a:gd name="connsiteX81929" fmla="*/ 949755 w 2119654"/>
              <a:gd name="connsiteY81929" fmla="*/ 348214 h 2398711"/>
              <a:gd name="connsiteX81930" fmla="*/ 950193 w 2119654"/>
              <a:gd name="connsiteY81930" fmla="*/ 347318 h 2398711"/>
              <a:gd name="connsiteX81931" fmla="*/ 913274 w 2119654"/>
              <a:gd name="connsiteY81931" fmla="*/ 420725 h 2398711"/>
              <a:gd name="connsiteX81932" fmla="*/ 913217 w 2119654"/>
              <a:gd name="connsiteY81932" fmla="*/ 420973 h 2398711"/>
              <a:gd name="connsiteX81933" fmla="*/ 913990 w 2119654"/>
              <a:gd name="connsiteY81933" fmla="*/ 422304 h 2398711"/>
              <a:gd name="connsiteX81934" fmla="*/ 914078 w 2119654"/>
              <a:gd name="connsiteY81934" fmla="*/ 422383 h 2398711"/>
              <a:gd name="connsiteX81935" fmla="*/ 914096 w 2119654"/>
              <a:gd name="connsiteY81935" fmla="*/ 422344 h 2398711"/>
              <a:gd name="connsiteX81936" fmla="*/ 897138 w 2119654"/>
              <a:gd name="connsiteY81936" fmla="*/ 456744 h 2398711"/>
              <a:gd name="connsiteX81937" fmla="*/ 896904 w 2119654"/>
              <a:gd name="connsiteY81937" fmla="*/ 457994 h 2398711"/>
              <a:gd name="connsiteX81938" fmla="*/ 897180 w 2119654"/>
              <a:gd name="connsiteY81938" fmla="*/ 458161 h 2398711"/>
              <a:gd name="connsiteX81939" fmla="*/ 897643 w 2119654"/>
              <a:gd name="connsiteY81939" fmla="*/ 457183 h 2398711"/>
              <a:gd name="connsiteX81940" fmla="*/ 346572 w 2119654"/>
              <a:gd name="connsiteY81940" fmla="*/ 1689361 h 2398711"/>
              <a:gd name="connsiteX81941" fmla="*/ 346770 w 2119654"/>
              <a:gd name="connsiteY81941" fmla="*/ 1689477 h 2398711"/>
              <a:gd name="connsiteX81942" fmla="*/ 347844 w 2119654"/>
              <a:gd name="connsiteY81942" fmla="*/ 1689515 h 2398711"/>
              <a:gd name="connsiteX81943" fmla="*/ 880601 w 2119654"/>
              <a:gd name="connsiteY81943" fmla="*/ 493255 h 2398711"/>
              <a:gd name="connsiteX81944" fmla="*/ 880603 w 2119654"/>
              <a:gd name="connsiteY81944" fmla="*/ 493265 h 2398711"/>
              <a:gd name="connsiteX81945" fmla="*/ 880639 w 2119654"/>
              <a:gd name="connsiteY81945" fmla="*/ 493188 h 2398711"/>
              <a:gd name="connsiteX81946" fmla="*/ 309283 w 2119654"/>
              <a:gd name="connsiteY81946" fmla="*/ 1772507 h 2398711"/>
              <a:gd name="connsiteX81947" fmla="*/ 320808 w 2119654"/>
              <a:gd name="connsiteY81947" fmla="*/ 1773001 h 2398711"/>
              <a:gd name="connsiteX81948" fmla="*/ 321770 w 2119654"/>
              <a:gd name="connsiteY81948" fmla="*/ 1768492 h 2398711"/>
              <a:gd name="connsiteX81949" fmla="*/ 314905 w 2119654"/>
              <a:gd name="connsiteY81949" fmla="*/ 1762750 h 2398711"/>
              <a:gd name="connsiteX81950" fmla="*/ 946320 w 2119654"/>
              <a:gd name="connsiteY81950" fmla="*/ 345893 h 2398711"/>
              <a:gd name="connsiteX81951" fmla="*/ 945863 w 2119654"/>
              <a:gd name="connsiteY81951" fmla="*/ 348050 h 2398711"/>
              <a:gd name="connsiteX81952" fmla="*/ 947607 w 2119654"/>
              <a:gd name="connsiteY81952" fmla="*/ 352608 h 2398711"/>
              <a:gd name="connsiteX81953" fmla="*/ 949016 w 2119654"/>
              <a:gd name="connsiteY81953" fmla="*/ 349728 h 2398711"/>
              <a:gd name="connsiteX81954" fmla="*/ 308654 w 2119654"/>
              <a:gd name="connsiteY81954" fmla="*/ 1773599 h 2398711"/>
              <a:gd name="connsiteX81955" fmla="*/ 314004 w 2119654"/>
              <a:gd name="connsiteY81955" fmla="*/ 1776790 h 2398711"/>
              <a:gd name="connsiteX81956" fmla="*/ 320871 w 2119654"/>
              <a:gd name="connsiteY81956" fmla="*/ 1775838 h 2398711"/>
              <a:gd name="connsiteX81957" fmla="*/ 321641 w 2119654"/>
              <a:gd name="connsiteY81957" fmla="*/ 1775721 h 2398711"/>
              <a:gd name="connsiteX81958" fmla="*/ 321631 w 2119654"/>
              <a:gd name="connsiteY81958" fmla="*/ 1775702 h 2398711"/>
              <a:gd name="connsiteX81959" fmla="*/ 321665 w 2119654"/>
              <a:gd name="connsiteY81959" fmla="*/ 1775717 h 2398711"/>
              <a:gd name="connsiteX81960" fmla="*/ 323695 w 2119654"/>
              <a:gd name="connsiteY81960" fmla="*/ 1775408 h 2398711"/>
              <a:gd name="connsiteX81961" fmla="*/ 321887 w 2119654"/>
              <a:gd name="connsiteY81961" fmla="*/ 1775192 h 2398711"/>
              <a:gd name="connsiteX81962" fmla="*/ 321651 w 2119654"/>
              <a:gd name="connsiteY81962" fmla="*/ 1774909 h 2398711"/>
              <a:gd name="connsiteX81963" fmla="*/ 324634 w 2119654"/>
              <a:gd name="connsiteY81963" fmla="*/ 1775265 h 2398711"/>
              <a:gd name="connsiteX81964" fmla="*/ 329061 w 2119654"/>
              <a:gd name="connsiteY81964" fmla="*/ 1774591 h 2398711"/>
              <a:gd name="connsiteX81965" fmla="*/ 328181 w 2119654"/>
              <a:gd name="connsiteY81965" fmla="*/ 1773855 h 2398711"/>
              <a:gd name="connsiteX81966" fmla="*/ 320800 w 2119654"/>
              <a:gd name="connsiteY81966" fmla="*/ 1773537 h 2398711"/>
              <a:gd name="connsiteX81967" fmla="*/ 320519 w 2119654"/>
              <a:gd name="connsiteY81967" fmla="*/ 1774854 h 2398711"/>
              <a:gd name="connsiteX81968" fmla="*/ 320445 w 2119654"/>
              <a:gd name="connsiteY81968" fmla="*/ 1774702 h 2398711"/>
              <a:gd name="connsiteX81969" fmla="*/ 320695 w 2119654"/>
              <a:gd name="connsiteY81969" fmla="*/ 1773533 h 2398711"/>
              <a:gd name="connsiteX81970" fmla="*/ 308982 w 2119654"/>
              <a:gd name="connsiteY81970" fmla="*/ 1773030 h 2398711"/>
              <a:gd name="connsiteX81971" fmla="*/ 926769 w 2119654"/>
              <a:gd name="connsiteY81971" fmla="*/ 389337 h 2398711"/>
              <a:gd name="connsiteX81972" fmla="*/ 925477 w 2119654"/>
              <a:gd name="connsiteY81972" fmla="*/ 393767 h 2398711"/>
              <a:gd name="connsiteX81973" fmla="*/ 926858 w 2119654"/>
              <a:gd name="connsiteY81973" fmla="*/ 395319 h 2398711"/>
              <a:gd name="connsiteX81974" fmla="*/ 927913 w 2119654"/>
              <a:gd name="connsiteY81974" fmla="*/ 393086 h 2398711"/>
              <a:gd name="connsiteX81975" fmla="*/ 351103 w 2119654"/>
              <a:gd name="connsiteY81975" fmla="*/ 1678360 h 2398711"/>
              <a:gd name="connsiteX81976" fmla="*/ 351148 w 2119654"/>
              <a:gd name="connsiteY81976" fmla="*/ 1681903 h 2398711"/>
              <a:gd name="connsiteX81977" fmla="*/ 353202 w 2119654"/>
              <a:gd name="connsiteY81977" fmla="*/ 1682798 h 2398711"/>
              <a:gd name="connsiteX81978" fmla="*/ 361716 w 2119654"/>
              <a:gd name="connsiteY81978" fmla="*/ 1683017 h 2398711"/>
              <a:gd name="connsiteX81979" fmla="*/ 362547 w 2119654"/>
              <a:gd name="connsiteY81979" fmla="*/ 1681620 h 2398711"/>
              <a:gd name="connsiteX81980" fmla="*/ 913958 w 2119654"/>
              <a:gd name="connsiteY81980" fmla="*/ 417741 h 2398711"/>
              <a:gd name="connsiteX81981" fmla="*/ 913678 w 2119654"/>
              <a:gd name="connsiteY81981" fmla="*/ 418963 h 2398711"/>
              <a:gd name="connsiteX81982" fmla="*/ 914770 w 2119654"/>
              <a:gd name="connsiteY81982" fmla="*/ 420917 h 2398711"/>
              <a:gd name="connsiteX81983" fmla="*/ 915761 w 2119654"/>
              <a:gd name="connsiteY81983" fmla="*/ 418817 h 2398711"/>
              <a:gd name="connsiteX81984" fmla="*/ 908276 w 2119654"/>
              <a:gd name="connsiteY81984" fmla="*/ 430259 h 2398711"/>
              <a:gd name="connsiteX81985" fmla="*/ 909703 w 2119654"/>
              <a:gd name="connsiteY81985" fmla="*/ 431647 h 2398711"/>
              <a:gd name="connsiteX81986" fmla="*/ 910029 w 2119654"/>
              <a:gd name="connsiteY81986" fmla="*/ 430957 h 2398711"/>
              <a:gd name="connsiteX81987" fmla="*/ 897663 w 2119654"/>
              <a:gd name="connsiteY81987" fmla="*/ 453947 h 2398711"/>
              <a:gd name="connsiteX81988" fmla="*/ 897172 w 2119654"/>
              <a:gd name="connsiteY81988" fmla="*/ 456561 h 2398711"/>
              <a:gd name="connsiteX81989" fmla="*/ 897714 w 2119654"/>
              <a:gd name="connsiteY81989" fmla="*/ 457033 h 2398711"/>
              <a:gd name="connsiteX81990" fmla="*/ 898818 w 2119654"/>
              <a:gd name="connsiteY81990" fmla="*/ 454694 h 2398711"/>
              <a:gd name="connsiteX81991" fmla="*/ 898581 w 2119654"/>
              <a:gd name="connsiteY81991" fmla="*/ 454312 h 2398711"/>
              <a:gd name="connsiteX81992" fmla="*/ 897837 w 2119654"/>
              <a:gd name="connsiteY81992" fmla="*/ 453110 h 2398711"/>
              <a:gd name="connsiteX81993" fmla="*/ 897815 w 2119654"/>
              <a:gd name="connsiteY81993" fmla="*/ 453204 h 2398711"/>
              <a:gd name="connsiteX81994" fmla="*/ 897921 w 2119654"/>
              <a:gd name="connsiteY81994" fmla="*/ 453247 h 2398711"/>
              <a:gd name="connsiteX81995" fmla="*/ 306192 w 2119654"/>
              <a:gd name="connsiteY81995" fmla="*/ 1777872 h 2398711"/>
              <a:gd name="connsiteX81996" fmla="*/ 311228 w 2119654"/>
              <a:gd name="connsiteY81996" fmla="*/ 1777174 h 2398711"/>
              <a:gd name="connsiteX81997" fmla="*/ 307779 w 2119654"/>
              <a:gd name="connsiteY81997" fmla="*/ 1775118 h 2398711"/>
              <a:gd name="connsiteX81998" fmla="*/ 372368 w 2119654"/>
              <a:gd name="connsiteY81998" fmla="*/ 1629670 h 2398711"/>
              <a:gd name="connsiteX81999" fmla="*/ 372694 w 2119654"/>
              <a:gd name="connsiteY81999" fmla="*/ 1630071 h 2398711"/>
              <a:gd name="connsiteX82000" fmla="*/ 373144 w 2119654"/>
              <a:gd name="connsiteY82000" fmla="*/ 1630412 h 2398711"/>
              <a:gd name="connsiteX82001" fmla="*/ 376916 w 2119654"/>
              <a:gd name="connsiteY82001" fmla="*/ 1631172 h 2398711"/>
              <a:gd name="connsiteX82002" fmla="*/ 376438 w 2119654"/>
              <a:gd name="connsiteY82002" fmla="*/ 1630718 h 2398711"/>
              <a:gd name="connsiteX82003" fmla="*/ 351088 w 2119654"/>
              <a:gd name="connsiteY82003" fmla="*/ 1677222 h 2398711"/>
              <a:gd name="connsiteX82004" fmla="*/ 351098 w 2119654"/>
              <a:gd name="connsiteY82004" fmla="*/ 1678048 h 2398711"/>
              <a:gd name="connsiteX82005" fmla="*/ 362705 w 2119654"/>
              <a:gd name="connsiteY82005" fmla="*/ 1681354 h 2398711"/>
              <a:gd name="connsiteX82006" fmla="*/ 363188 w 2119654"/>
              <a:gd name="connsiteY82006" fmla="*/ 1680542 h 2398711"/>
              <a:gd name="connsiteX82007" fmla="*/ 947001 w 2119654"/>
              <a:gd name="connsiteY82007" fmla="*/ 342682 h 2398711"/>
              <a:gd name="connsiteX82008" fmla="*/ 946425 w 2119654"/>
              <a:gd name="connsiteY82008" fmla="*/ 345397 h 2398711"/>
              <a:gd name="connsiteX82009" fmla="*/ 949202 w 2119654"/>
              <a:gd name="connsiteY82009" fmla="*/ 349346 h 2398711"/>
              <a:gd name="connsiteX82010" fmla="*/ 949512 w 2119654"/>
              <a:gd name="connsiteY82010" fmla="*/ 348713 h 2398711"/>
              <a:gd name="connsiteX82011" fmla="*/ 948633 w 2119654"/>
              <a:gd name="connsiteY82011" fmla="*/ 346442 h 2398711"/>
              <a:gd name="connsiteX82012" fmla="*/ 927908 w 2119654"/>
              <a:gd name="connsiteY82012" fmla="*/ 385433 h 2398711"/>
              <a:gd name="connsiteX82013" fmla="*/ 927748 w 2119654"/>
              <a:gd name="connsiteY82013" fmla="*/ 385983 h 2398711"/>
              <a:gd name="connsiteX82014" fmla="*/ 929105 w 2119654"/>
              <a:gd name="connsiteY82014" fmla="*/ 388256 h 2398711"/>
              <a:gd name="connsiteX82015" fmla="*/ 929119 w 2119654"/>
              <a:gd name="connsiteY82015" fmla="*/ 387758 h 2398711"/>
              <a:gd name="connsiteX82016" fmla="*/ 928910 w 2119654"/>
              <a:gd name="connsiteY82016" fmla="*/ 386029 h 2398711"/>
              <a:gd name="connsiteX82017" fmla="*/ 305392 w 2119654"/>
              <a:gd name="connsiteY82017" fmla="*/ 1779261 h 2398711"/>
              <a:gd name="connsiteX82018" fmla="*/ 313129 w 2119654"/>
              <a:gd name="connsiteY82018" fmla="*/ 1780903 h 2398711"/>
              <a:gd name="connsiteX82019" fmla="*/ 319082 w 2119654"/>
              <a:gd name="connsiteY82019" fmla="*/ 1781860 h 2398711"/>
              <a:gd name="connsiteX82020" fmla="*/ 311641 w 2119654"/>
              <a:gd name="connsiteY82020" fmla="*/ 1777421 h 2398711"/>
              <a:gd name="connsiteX82021" fmla="*/ 306002 w 2119654"/>
              <a:gd name="connsiteY82021" fmla="*/ 1778203 h 2398711"/>
              <a:gd name="connsiteX82022" fmla="*/ 336174 w 2119654"/>
              <a:gd name="connsiteY82022" fmla="*/ 1710145 h 2398711"/>
              <a:gd name="connsiteX82023" fmla="*/ 335785 w 2119654"/>
              <a:gd name="connsiteY82023" fmla="*/ 1711714 h 2398711"/>
              <a:gd name="connsiteX82024" fmla="*/ 342334 w 2119654"/>
              <a:gd name="connsiteY82024" fmla="*/ 1715611 h 2398711"/>
              <a:gd name="connsiteX82025" fmla="*/ 343229 w 2119654"/>
              <a:gd name="connsiteY82025" fmla="*/ 1714106 h 2398711"/>
              <a:gd name="connsiteX82026" fmla="*/ 341631 w 2119654"/>
              <a:gd name="connsiteY82026" fmla="*/ 1712530 h 2398711"/>
              <a:gd name="connsiteX82027" fmla="*/ 911920 w 2119654"/>
              <a:gd name="connsiteY82027" fmla="*/ 420896 h 2398711"/>
              <a:gd name="connsiteX82028" fmla="*/ 912208 w 2119654"/>
              <a:gd name="connsiteY82028" fmla="*/ 421680 h 2398711"/>
              <a:gd name="connsiteX82029" fmla="*/ 912278 w 2119654"/>
              <a:gd name="connsiteY82029" fmla="*/ 421377 h 2398711"/>
              <a:gd name="connsiteX82030" fmla="*/ 911996 w 2119654"/>
              <a:gd name="connsiteY82030" fmla="*/ 420964 h 2398711"/>
              <a:gd name="connsiteX82031" fmla="*/ 928565 w 2119654"/>
              <a:gd name="connsiteY82031" fmla="*/ 383182 h 2398711"/>
              <a:gd name="connsiteX82032" fmla="*/ 928147 w 2119654"/>
              <a:gd name="connsiteY82032" fmla="*/ 384613 h 2398711"/>
              <a:gd name="connsiteX82033" fmla="*/ 928784 w 2119654"/>
              <a:gd name="connsiteY82033" fmla="*/ 384993 h 2398711"/>
              <a:gd name="connsiteX82034" fmla="*/ 885470 w 2119654"/>
              <a:gd name="connsiteY82034" fmla="*/ 479661 h 2398711"/>
              <a:gd name="connsiteX82035" fmla="*/ 885377 w 2119654"/>
              <a:gd name="connsiteY82035" fmla="*/ 479995 h 2398711"/>
              <a:gd name="connsiteX82036" fmla="*/ 885426 w 2119654"/>
              <a:gd name="connsiteY82036" fmla="*/ 480090 h 2398711"/>
              <a:gd name="connsiteX82037" fmla="*/ 885887 w 2119654"/>
              <a:gd name="connsiteY82037" fmla="*/ 480429 h 2398711"/>
              <a:gd name="connsiteX82038" fmla="*/ 886011 w 2119654"/>
              <a:gd name="connsiteY82038" fmla="*/ 480210 h 2398711"/>
              <a:gd name="connsiteX82039" fmla="*/ 885613 w 2119654"/>
              <a:gd name="connsiteY82039" fmla="*/ 479144 h 2398711"/>
              <a:gd name="connsiteX82040" fmla="*/ 885500 w 2119654"/>
              <a:gd name="connsiteY82040" fmla="*/ 479552 h 2398711"/>
              <a:gd name="connsiteX82041" fmla="*/ 886063 w 2119654"/>
              <a:gd name="connsiteY82041" fmla="*/ 480120 h 2398711"/>
              <a:gd name="connsiteX82042" fmla="*/ 886114 w 2119654"/>
              <a:gd name="connsiteY82042" fmla="*/ 480029 h 2398711"/>
              <a:gd name="connsiteX82043" fmla="*/ 947483 w 2119654"/>
              <a:gd name="connsiteY82043" fmla="*/ 340410 h 2398711"/>
              <a:gd name="connsiteX82044" fmla="*/ 947117 w 2119654"/>
              <a:gd name="connsiteY82044" fmla="*/ 342134 h 2398711"/>
              <a:gd name="connsiteX82045" fmla="*/ 947158 w 2119654"/>
              <a:gd name="connsiteY82045" fmla="*/ 342227 h 2398711"/>
              <a:gd name="connsiteX82046" fmla="*/ 950378 w 2119654"/>
              <a:gd name="connsiteY82046" fmla="*/ 346940 h 2398711"/>
              <a:gd name="connsiteX82047" fmla="*/ 951335 w 2119654"/>
              <a:gd name="connsiteY82047" fmla="*/ 344982 h 2398711"/>
              <a:gd name="connsiteX82048" fmla="*/ 307601 w 2119654"/>
              <a:gd name="connsiteY82048" fmla="*/ 1772970 h 2398711"/>
              <a:gd name="connsiteX82049" fmla="*/ 308460 w 2119654"/>
              <a:gd name="connsiteY82049" fmla="*/ 1773483 h 2398711"/>
              <a:gd name="connsiteX82050" fmla="*/ 308727 w 2119654"/>
              <a:gd name="connsiteY82050" fmla="*/ 1773019 h 2398711"/>
              <a:gd name="connsiteX82051" fmla="*/ 885970 w 2119654"/>
              <a:gd name="connsiteY82051" fmla="*/ 477860 h 2398711"/>
              <a:gd name="connsiteX82052" fmla="*/ 885765 w 2119654"/>
              <a:gd name="connsiteY82052" fmla="*/ 478598 h 2398711"/>
              <a:gd name="connsiteX82053" fmla="*/ 886346 w 2119654"/>
              <a:gd name="connsiteY82053" fmla="*/ 479624 h 2398711"/>
              <a:gd name="connsiteX82054" fmla="*/ 886683 w 2119654"/>
              <a:gd name="connsiteY82054" fmla="*/ 479033 h 2398711"/>
              <a:gd name="connsiteX82055" fmla="*/ 905845 w 2119654"/>
              <a:gd name="connsiteY82055" fmla="*/ 432800 h 2398711"/>
              <a:gd name="connsiteX82056" fmla="*/ 905740 w 2119654"/>
              <a:gd name="connsiteY82056" fmla="*/ 434811 h 2398711"/>
              <a:gd name="connsiteX82057" fmla="*/ 907030 w 2119654"/>
              <a:gd name="connsiteY82057" fmla="*/ 437307 h 2398711"/>
              <a:gd name="connsiteX82058" fmla="*/ 907929 w 2119654"/>
              <a:gd name="connsiteY82058" fmla="*/ 435402 h 2398711"/>
              <a:gd name="connsiteX82059" fmla="*/ 906996 w 2119654"/>
              <a:gd name="connsiteY82059" fmla="*/ 434184 h 2398711"/>
              <a:gd name="connsiteX82060" fmla="*/ 927146 w 2119654"/>
              <a:gd name="connsiteY82060" fmla="*/ 384979 h 2398711"/>
              <a:gd name="connsiteX82061" fmla="*/ 927596 w 2119654"/>
              <a:gd name="connsiteY82061" fmla="*/ 385730 h 2398711"/>
              <a:gd name="connsiteX82062" fmla="*/ 927721 w 2119654"/>
              <a:gd name="connsiteY82062" fmla="*/ 385321 h 2398711"/>
              <a:gd name="connsiteX82063" fmla="*/ 357339 w 2119654"/>
              <a:gd name="connsiteY82063" fmla="*/ 1660864 h 2398711"/>
              <a:gd name="connsiteX82064" fmla="*/ 361077 w 2119654"/>
              <a:gd name="connsiteY82064" fmla="*/ 1664231 h 2398711"/>
              <a:gd name="connsiteX82065" fmla="*/ 361435 w 2119654"/>
              <a:gd name="connsiteY82065" fmla="*/ 1664488 h 2398711"/>
              <a:gd name="connsiteX82066" fmla="*/ 364760 w 2119654"/>
              <a:gd name="connsiteY82066" fmla="*/ 1665135 h 2398711"/>
              <a:gd name="connsiteX82067" fmla="*/ 361070 w 2119654"/>
              <a:gd name="connsiteY82067" fmla="*/ 1661840 h 2398711"/>
              <a:gd name="connsiteX82068" fmla="*/ 886513 w 2119654"/>
              <a:gd name="connsiteY82068" fmla="*/ 475898 h 2398711"/>
              <a:gd name="connsiteX82069" fmla="*/ 886477 w 2119654"/>
              <a:gd name="connsiteY82069" fmla="*/ 476031 h 2398711"/>
              <a:gd name="connsiteX82070" fmla="*/ 886713 w 2119654"/>
              <a:gd name="connsiteY82070" fmla="*/ 476136 h 2398711"/>
              <a:gd name="connsiteX82071" fmla="*/ 947937 w 2119654"/>
              <a:gd name="connsiteY82071" fmla="*/ 338272 h 2398711"/>
              <a:gd name="connsiteX82072" fmla="*/ 947659 w 2119654"/>
              <a:gd name="connsiteY82072" fmla="*/ 339578 h 2398711"/>
              <a:gd name="connsiteX82073" fmla="*/ 951658 w 2119654"/>
              <a:gd name="connsiteY82073" fmla="*/ 344322 h 2398711"/>
              <a:gd name="connsiteX82074" fmla="*/ 952708 w 2119654"/>
              <a:gd name="connsiteY82074" fmla="*/ 342173 h 2398711"/>
              <a:gd name="connsiteX82075" fmla="*/ 297980 w 2119654"/>
              <a:gd name="connsiteY82075" fmla="*/ 1793464 h 2398711"/>
              <a:gd name="connsiteX82076" fmla="*/ 302689 w 2119654"/>
              <a:gd name="connsiteY82076" fmla="*/ 1797092 h 2398711"/>
              <a:gd name="connsiteX82077" fmla="*/ 302899 w 2119654"/>
              <a:gd name="connsiteY82077" fmla="*/ 1797111 h 2398711"/>
              <a:gd name="connsiteX82078" fmla="*/ 348129 w 2119654"/>
              <a:gd name="connsiteY82078" fmla="*/ 1800503 h 2398711"/>
              <a:gd name="connsiteX82079" fmla="*/ 338255 w 2119654"/>
              <a:gd name="connsiteY82079" fmla="*/ 1797097 h 2398711"/>
              <a:gd name="connsiteX82080" fmla="*/ 333625 w 2119654"/>
              <a:gd name="connsiteY82080" fmla="*/ 1797073 h 2398711"/>
              <a:gd name="connsiteX82081" fmla="*/ 333377 w 2119654"/>
              <a:gd name="connsiteY82081" fmla="*/ 1796876 h 2398711"/>
              <a:gd name="connsiteX82082" fmla="*/ 337680 w 2119654"/>
              <a:gd name="connsiteY82082" fmla="*/ 1796899 h 2398711"/>
              <a:gd name="connsiteX82083" fmla="*/ 327982 w 2119654"/>
              <a:gd name="connsiteY82083" fmla="*/ 1793555 h 2398711"/>
              <a:gd name="connsiteX82084" fmla="*/ 326903 w 2119654"/>
              <a:gd name="connsiteY82084" fmla="*/ 1793565 h 2398711"/>
              <a:gd name="connsiteX82085" fmla="*/ 886742 w 2119654"/>
              <a:gd name="connsiteY82085" fmla="*/ 475074 h 2398711"/>
              <a:gd name="connsiteX82086" fmla="*/ 886603 w 2119654"/>
              <a:gd name="connsiteY82086" fmla="*/ 475575 h 2398711"/>
              <a:gd name="connsiteX82087" fmla="*/ 887290 w 2119654"/>
              <a:gd name="connsiteY82087" fmla="*/ 476394 h 2398711"/>
              <a:gd name="connsiteX82088" fmla="*/ 888006 w 2119654"/>
              <a:gd name="connsiteY82088" fmla="*/ 476713 h 2398711"/>
              <a:gd name="connsiteX82089" fmla="*/ 888145 w 2119654"/>
              <a:gd name="connsiteY82089" fmla="*/ 476469 h 2398711"/>
              <a:gd name="connsiteX82090" fmla="*/ 884932 w 2119654"/>
              <a:gd name="connsiteY82090" fmla="*/ 479116 h 2398711"/>
              <a:gd name="connsiteX82091" fmla="*/ 885160 w 2119654"/>
              <a:gd name="connsiteY82091" fmla="*/ 479565 h 2398711"/>
              <a:gd name="connsiteX82092" fmla="*/ 885207 w 2119654"/>
              <a:gd name="connsiteY82092" fmla="*/ 479394 h 2398711"/>
              <a:gd name="connsiteX82093" fmla="*/ 887004 w 2119654"/>
              <a:gd name="connsiteY82093" fmla="*/ 474127 h 2398711"/>
              <a:gd name="connsiteX82094" fmla="*/ 886865 w 2119654"/>
              <a:gd name="connsiteY82094" fmla="*/ 474630 h 2398711"/>
              <a:gd name="connsiteX82095" fmla="*/ 887725 w 2119654"/>
              <a:gd name="connsiteY82095" fmla="*/ 475490 h 2398711"/>
              <a:gd name="connsiteX82096" fmla="*/ 863481 w 2119654"/>
              <a:gd name="connsiteY82096" fmla="*/ 526715 h 2398711"/>
              <a:gd name="connsiteX82097" fmla="*/ 863732 w 2119654"/>
              <a:gd name="connsiteY82097" fmla="*/ 527110 h 2398711"/>
              <a:gd name="connsiteX82098" fmla="*/ 863599 w 2119654"/>
              <a:gd name="connsiteY82098" fmla="*/ 526527 h 2398711"/>
              <a:gd name="connsiteX82099" fmla="*/ 912516 w 2119654"/>
              <a:gd name="connsiteY82099" fmla="*/ 416884 h 2398711"/>
              <a:gd name="connsiteX82100" fmla="*/ 913076 w 2119654"/>
              <a:gd name="connsiteY82100" fmla="*/ 417887 h 2398711"/>
              <a:gd name="connsiteX82101" fmla="*/ 913211 w 2119654"/>
              <a:gd name="connsiteY82101" fmla="*/ 417298 h 2398711"/>
              <a:gd name="connsiteX82102" fmla="*/ 862608 w 2119654"/>
              <a:gd name="connsiteY82102" fmla="*/ 528106 h 2398711"/>
              <a:gd name="connsiteX82103" fmla="*/ 862795 w 2119654"/>
              <a:gd name="connsiteY82103" fmla="*/ 528348 h 2398711"/>
              <a:gd name="connsiteX82104" fmla="*/ 862806 w 2119654"/>
              <a:gd name="connsiteY82104" fmla="*/ 528344 h 2398711"/>
              <a:gd name="connsiteX82105" fmla="*/ 862646 w 2119654"/>
              <a:gd name="connsiteY82105" fmla="*/ 528045 h 2398711"/>
              <a:gd name="connsiteX82106" fmla="*/ 338021 w 2119654"/>
              <a:gd name="connsiteY82106" fmla="*/ 1702697 h 2398711"/>
              <a:gd name="connsiteX82107" fmla="*/ 336871 w 2119654"/>
              <a:gd name="connsiteY82107" fmla="*/ 1707334 h 2398711"/>
              <a:gd name="connsiteX82108" fmla="*/ 337142 w 2119654"/>
              <a:gd name="connsiteY82108" fmla="*/ 1707594 h 2398711"/>
              <a:gd name="connsiteX82109" fmla="*/ 344167 w 2119654"/>
              <a:gd name="connsiteY82109" fmla="*/ 1707406 h 2398711"/>
              <a:gd name="connsiteX82110" fmla="*/ 347302 w 2119654"/>
              <a:gd name="connsiteY82110" fmla="*/ 1706980 h 2398711"/>
              <a:gd name="connsiteX82111" fmla="*/ 358195 w 2119654"/>
              <a:gd name="connsiteY82111" fmla="*/ 1657463 h 2398711"/>
              <a:gd name="connsiteX82112" fmla="*/ 362172 w 2119654"/>
              <a:gd name="connsiteY82112" fmla="*/ 1660739 h 2398711"/>
              <a:gd name="connsiteX82113" fmla="*/ 363063 w 2119654"/>
              <a:gd name="connsiteY82113" fmla="*/ 1660969 h 2398711"/>
              <a:gd name="connsiteX82114" fmla="*/ 358970 w 2119654"/>
              <a:gd name="connsiteY82114" fmla="*/ 1657609 h 2398711"/>
              <a:gd name="connsiteX82115" fmla="*/ 351040 w 2119654"/>
              <a:gd name="connsiteY82115" fmla="*/ 1673359 h 2398711"/>
              <a:gd name="connsiteX82116" fmla="*/ 351065 w 2119654"/>
              <a:gd name="connsiteY82116" fmla="*/ 1675385 h 2398711"/>
              <a:gd name="connsiteX82117" fmla="*/ 354926 w 2119654"/>
              <a:gd name="connsiteY82117" fmla="*/ 1676450 h 2398711"/>
              <a:gd name="connsiteX82118" fmla="*/ 351065 w 2119654"/>
              <a:gd name="connsiteY82118" fmla="*/ 1675421 h 2398711"/>
              <a:gd name="connsiteX82119" fmla="*/ 351082 w 2119654"/>
              <a:gd name="connsiteY82119" fmla="*/ 1676743 h 2398711"/>
              <a:gd name="connsiteX82120" fmla="*/ 363526 w 2119654"/>
              <a:gd name="connsiteY82120" fmla="*/ 1679973 h 2398711"/>
              <a:gd name="connsiteX82121" fmla="*/ 363644 w 2119654"/>
              <a:gd name="connsiteY82121" fmla="*/ 1679775 h 2398711"/>
              <a:gd name="connsiteX82122" fmla="*/ 361477 w 2119654"/>
              <a:gd name="connsiteY82122" fmla="*/ 1678196 h 2398711"/>
              <a:gd name="connsiteX82123" fmla="*/ 359520 w 2119654"/>
              <a:gd name="connsiteY82123" fmla="*/ 1677674 h 2398711"/>
              <a:gd name="connsiteX82124" fmla="*/ 361346 w 2119654"/>
              <a:gd name="connsiteY82124" fmla="*/ 1678100 h 2398711"/>
              <a:gd name="connsiteX82125" fmla="*/ 360245 w 2119654"/>
              <a:gd name="connsiteY82125" fmla="*/ 1677298 h 2398711"/>
              <a:gd name="connsiteX82126" fmla="*/ 359755 w 2119654"/>
              <a:gd name="connsiteY82126" fmla="*/ 1676882 h 2398711"/>
              <a:gd name="connsiteX82127" fmla="*/ 313027 w 2119654"/>
              <a:gd name="connsiteY82127" fmla="*/ 1758462 h 2398711"/>
              <a:gd name="connsiteX82128" fmla="*/ 315821 w 2119654"/>
              <a:gd name="connsiteY82128" fmla="*/ 1760706 h 2398711"/>
              <a:gd name="connsiteX82129" fmla="*/ 316444 w 2119654"/>
              <a:gd name="connsiteY82129" fmla="*/ 1759624 h 2398711"/>
              <a:gd name="connsiteX82130" fmla="*/ 884927 w 2119654"/>
              <a:gd name="connsiteY82130" fmla="*/ 477118 h 2398711"/>
              <a:gd name="connsiteX82131" fmla="*/ 885539 w 2119654"/>
              <a:gd name="connsiteY82131" fmla="*/ 478198 h 2398711"/>
              <a:gd name="connsiteX82132" fmla="*/ 885738 w 2119654"/>
              <a:gd name="connsiteY82132" fmla="*/ 477480 h 2398711"/>
              <a:gd name="connsiteX82133" fmla="*/ 314712 w 2119654"/>
              <a:gd name="connsiteY82133" fmla="*/ 1753828 h 2398711"/>
              <a:gd name="connsiteX82134" fmla="*/ 318737 w 2119654"/>
              <a:gd name="connsiteY82134" fmla="*/ 1755645 h 2398711"/>
              <a:gd name="connsiteX82135" fmla="*/ 318896 w 2119654"/>
              <a:gd name="connsiteY82135" fmla="*/ 1755368 h 2398711"/>
              <a:gd name="connsiteX82136" fmla="*/ 884695 w 2119654"/>
              <a:gd name="connsiteY82136" fmla="*/ 477522 h 2398711"/>
              <a:gd name="connsiteX82137" fmla="*/ 884554 w 2119654"/>
              <a:gd name="connsiteY82137" fmla="*/ 478372 h 2398711"/>
              <a:gd name="connsiteX82138" fmla="*/ 884785 w 2119654"/>
              <a:gd name="connsiteY82138" fmla="*/ 478827 h 2398711"/>
              <a:gd name="connsiteX82139" fmla="*/ 885237 w 2119654"/>
              <a:gd name="connsiteY82139" fmla="*/ 479285 h 2398711"/>
              <a:gd name="connsiteX82140" fmla="*/ 885387 w 2119654"/>
              <a:gd name="connsiteY82140" fmla="*/ 478744 h 2398711"/>
              <a:gd name="connsiteX82141" fmla="*/ 338681 w 2119654"/>
              <a:gd name="connsiteY82141" fmla="*/ 1700035 h 2398711"/>
              <a:gd name="connsiteX82142" fmla="*/ 338196 w 2119654"/>
              <a:gd name="connsiteY82142" fmla="*/ 1701991 h 2398711"/>
              <a:gd name="connsiteX82143" fmla="*/ 347798 w 2119654"/>
              <a:gd name="connsiteY82143" fmla="*/ 1706423 h 2398711"/>
              <a:gd name="connsiteX82144" fmla="*/ 349596 w 2119654"/>
              <a:gd name="connsiteY82144" fmla="*/ 1703400 h 2398711"/>
              <a:gd name="connsiteX82145" fmla="*/ 342309 w 2119654"/>
              <a:gd name="connsiteY82145" fmla="*/ 1700069 h 2398711"/>
              <a:gd name="connsiteX82146" fmla="*/ 303501 w 2119654"/>
              <a:gd name="connsiteY82146" fmla="*/ 1778549 h 2398711"/>
              <a:gd name="connsiteX82147" fmla="*/ 304824 w 2119654"/>
              <a:gd name="connsiteY82147" fmla="*/ 1779140 h 2398711"/>
              <a:gd name="connsiteX82148" fmla="*/ 305159 w 2119654"/>
              <a:gd name="connsiteY82148" fmla="*/ 1779211 h 2398711"/>
              <a:gd name="connsiteX82149" fmla="*/ 305718 w 2119654"/>
              <a:gd name="connsiteY82149" fmla="*/ 1778242 h 2398711"/>
              <a:gd name="connsiteX82150" fmla="*/ 906024 w 2119654"/>
              <a:gd name="connsiteY82150" fmla="*/ 429366 h 2398711"/>
              <a:gd name="connsiteX82151" fmla="*/ 905873 w 2119654"/>
              <a:gd name="connsiteY82151" fmla="*/ 432270 h 2398711"/>
              <a:gd name="connsiteX82152" fmla="*/ 908128 w 2119654"/>
              <a:gd name="connsiteY82152" fmla="*/ 434983 h 2398711"/>
              <a:gd name="connsiteX82153" fmla="*/ 909552 w 2119654"/>
              <a:gd name="connsiteY82153" fmla="*/ 431967 h 2398711"/>
              <a:gd name="connsiteX82154" fmla="*/ 907463 w 2119654"/>
              <a:gd name="connsiteY82154" fmla="*/ 429938 h 2398711"/>
              <a:gd name="connsiteX82155" fmla="*/ 910906 w 2119654"/>
              <a:gd name="connsiteY82155" fmla="*/ 418129 h 2398711"/>
              <a:gd name="connsiteX82156" fmla="*/ 911684 w 2119654"/>
              <a:gd name="connsiteY82156" fmla="*/ 420251 h 2398711"/>
              <a:gd name="connsiteX82157" fmla="*/ 912391 w 2119654"/>
              <a:gd name="connsiteY82157" fmla="*/ 420880 h 2398711"/>
              <a:gd name="connsiteX82158" fmla="*/ 912452 w 2119654"/>
              <a:gd name="connsiteY82158" fmla="*/ 420615 h 2398711"/>
              <a:gd name="connsiteX82159" fmla="*/ 911174 w 2119654"/>
              <a:gd name="connsiteY82159" fmla="*/ 418417 h 2398711"/>
              <a:gd name="connsiteX82160" fmla="*/ 862192 w 2119654"/>
              <a:gd name="connsiteY82160" fmla="*/ 527201 h 2398711"/>
              <a:gd name="connsiteX82161" fmla="*/ 862200 w 2119654"/>
              <a:gd name="connsiteY82161" fmla="*/ 527660 h 2398711"/>
              <a:gd name="connsiteX82162" fmla="*/ 862252 w 2119654"/>
              <a:gd name="connsiteY82162" fmla="*/ 527710 h 2398711"/>
              <a:gd name="connsiteX82163" fmla="*/ 862367 w 2119654"/>
              <a:gd name="connsiteY82163" fmla="*/ 527526 h 2398711"/>
              <a:gd name="connsiteX82164" fmla="*/ 862819 w 2119654"/>
              <a:gd name="connsiteY82164" fmla="*/ 525675 h 2398711"/>
              <a:gd name="connsiteX82165" fmla="*/ 863176 w 2119654"/>
              <a:gd name="connsiteY82165" fmla="*/ 526236 h 2398711"/>
              <a:gd name="connsiteX82166" fmla="*/ 863404 w 2119654"/>
              <a:gd name="connsiteY82166" fmla="*/ 525874 h 2398711"/>
              <a:gd name="connsiteX82167" fmla="*/ 863005 w 2119654"/>
              <a:gd name="connsiteY82167" fmla="*/ 525297 h 2398711"/>
              <a:gd name="connsiteX82168" fmla="*/ 377472 w 2119654"/>
              <a:gd name="connsiteY82168" fmla="*/ 1612362 h 2398711"/>
              <a:gd name="connsiteX82169" fmla="*/ 378683 w 2119654"/>
              <a:gd name="connsiteY82169" fmla="*/ 1613358 h 2398711"/>
              <a:gd name="connsiteX82170" fmla="*/ 379219 w 2119654"/>
              <a:gd name="connsiteY82170" fmla="*/ 1613416 h 2398711"/>
              <a:gd name="connsiteX82171" fmla="*/ 377992 w 2119654"/>
              <a:gd name="connsiteY82171" fmla="*/ 1612291 h 2398711"/>
              <a:gd name="connsiteX82172" fmla="*/ 377652 w 2119654"/>
              <a:gd name="connsiteY82172" fmla="*/ 1612109 h 2398711"/>
              <a:gd name="connsiteX82173" fmla="*/ 339213 w 2119654"/>
              <a:gd name="connsiteY82173" fmla="*/ 1697893 h 2398711"/>
              <a:gd name="connsiteX82174" fmla="*/ 339128 w 2119654"/>
              <a:gd name="connsiteY82174" fmla="*/ 1698236 h 2398711"/>
              <a:gd name="connsiteX82175" fmla="*/ 339635 w 2119654"/>
              <a:gd name="connsiteY82175" fmla="*/ 1698468 h 2398711"/>
              <a:gd name="connsiteX82176" fmla="*/ 341173 w 2119654"/>
              <a:gd name="connsiteY82176" fmla="*/ 1698631 h 2398711"/>
              <a:gd name="connsiteX82177" fmla="*/ 906065 w 2119654"/>
              <a:gd name="connsiteY82177" fmla="*/ 428578 h 2398711"/>
              <a:gd name="connsiteX82178" fmla="*/ 906054 w 2119654"/>
              <a:gd name="connsiteY82178" fmla="*/ 428779 h 2398711"/>
              <a:gd name="connsiteX82179" fmla="*/ 906421 w 2119654"/>
              <a:gd name="connsiteY82179" fmla="*/ 428924 h 2398711"/>
              <a:gd name="connsiteX82180" fmla="*/ 889264 w 2119654"/>
              <a:gd name="connsiteY82180" fmla="*/ 465979 h 2398711"/>
              <a:gd name="connsiteX82181" fmla="*/ 887156 w 2119654"/>
              <a:gd name="connsiteY82181" fmla="*/ 473581 h 2398711"/>
              <a:gd name="connsiteX82182" fmla="*/ 888486 w 2119654"/>
              <a:gd name="connsiteY82182" fmla="*/ 475870 h 2398711"/>
              <a:gd name="connsiteX82183" fmla="*/ 890411 w 2119654"/>
              <a:gd name="connsiteY82183" fmla="*/ 472496 h 2398711"/>
              <a:gd name="connsiteX82184" fmla="*/ 890518 w 2119654"/>
              <a:gd name="connsiteY82184" fmla="*/ 472269 h 2398711"/>
              <a:gd name="connsiteX82185" fmla="*/ 917281 w 2119654"/>
              <a:gd name="connsiteY82185" fmla="*/ 403231 h 2398711"/>
              <a:gd name="connsiteX82186" fmla="*/ 914102 w 2119654"/>
              <a:gd name="connsiteY82186" fmla="*/ 417110 h 2398711"/>
              <a:gd name="connsiteX82187" fmla="*/ 916026 w 2119654"/>
              <a:gd name="connsiteY82187" fmla="*/ 418257 h 2398711"/>
              <a:gd name="connsiteX82188" fmla="*/ 921067 w 2119654"/>
              <a:gd name="connsiteY82188" fmla="*/ 407581 h 2398711"/>
              <a:gd name="connsiteX82189" fmla="*/ 343779 w 2119654"/>
              <a:gd name="connsiteY82189" fmla="*/ 1687378 h 2398711"/>
              <a:gd name="connsiteX82190" fmla="*/ 345653 w 2119654"/>
              <a:gd name="connsiteY82190" fmla="*/ 1688819 h 2398711"/>
              <a:gd name="connsiteX82191" fmla="*/ 345951 w 2119654"/>
              <a:gd name="connsiteY82191" fmla="*/ 1688995 h 2398711"/>
              <a:gd name="connsiteX82192" fmla="*/ 350471 w 2119654"/>
              <a:gd name="connsiteY82192" fmla="*/ 1689480 h 2398711"/>
              <a:gd name="connsiteX82193" fmla="*/ 350304 w 2119654"/>
              <a:gd name="connsiteY82193" fmla="*/ 1687546 h 2398711"/>
              <a:gd name="connsiteX82194" fmla="*/ 879378 w 2119654"/>
              <a:gd name="connsiteY82194" fmla="*/ 487696 h 2398711"/>
              <a:gd name="connsiteX82195" fmla="*/ 880035 w 2119654"/>
              <a:gd name="connsiteY82195" fmla="*/ 490685 h 2398711"/>
              <a:gd name="connsiteX82196" fmla="*/ 881176 w 2119654"/>
              <a:gd name="connsiteY82196" fmla="*/ 488686 h 2398711"/>
              <a:gd name="connsiteX82197" fmla="*/ 880958 w 2119654"/>
              <a:gd name="connsiteY82197" fmla="*/ 488302 h 2398711"/>
              <a:gd name="connsiteX82198" fmla="*/ 901110 w 2119654"/>
              <a:gd name="connsiteY82198" fmla="*/ 438816 h 2398711"/>
              <a:gd name="connsiteX82199" fmla="*/ 900885 w 2119654"/>
              <a:gd name="connsiteY82199" fmla="*/ 439800 h 2398711"/>
              <a:gd name="connsiteX82200" fmla="*/ 904106 w 2119654"/>
              <a:gd name="connsiteY82200" fmla="*/ 443496 h 2398711"/>
              <a:gd name="connsiteX82201" fmla="*/ 904248 w 2119654"/>
              <a:gd name="connsiteY82201" fmla="*/ 443194 h 2398711"/>
              <a:gd name="connsiteX82202" fmla="*/ 904337 w 2119654"/>
              <a:gd name="connsiteY82202" fmla="*/ 441508 h 2398711"/>
              <a:gd name="connsiteX82203" fmla="*/ 355966 w 2119654"/>
              <a:gd name="connsiteY82203" fmla="*/ 1659429 h 2398711"/>
              <a:gd name="connsiteX82204" fmla="*/ 356042 w 2119654"/>
              <a:gd name="connsiteY82204" fmla="*/ 1659510 h 2398711"/>
              <a:gd name="connsiteX82205" fmla="*/ 359501 w 2119654"/>
              <a:gd name="connsiteY82205" fmla="*/ 1660439 h 2398711"/>
              <a:gd name="connsiteX82206" fmla="*/ 359344 w 2119654"/>
              <a:gd name="connsiteY82206" fmla="*/ 1660298 h 2398711"/>
              <a:gd name="connsiteX82207" fmla="*/ 894823 w 2119654"/>
              <a:gd name="connsiteY82207" fmla="*/ 452818 h 2398711"/>
              <a:gd name="connsiteX82208" fmla="*/ 895710 w 2119654"/>
              <a:gd name="connsiteY82208" fmla="*/ 457272 h 2398711"/>
              <a:gd name="connsiteX82209" fmla="*/ 896185 w 2119654"/>
              <a:gd name="connsiteY82209" fmla="*/ 457559 h 2398711"/>
              <a:gd name="connsiteX82210" fmla="*/ 896499 w 2119654"/>
              <a:gd name="connsiteY82210" fmla="*/ 456187 h 2398711"/>
              <a:gd name="connsiteX82211" fmla="*/ 895549 w 2119654"/>
              <a:gd name="connsiteY82211" fmla="*/ 455361 h 2398711"/>
              <a:gd name="connsiteX82212" fmla="*/ 895808 w 2119654"/>
              <a:gd name="connsiteY82212" fmla="*/ 455375 h 2398711"/>
              <a:gd name="connsiteX82213" fmla="*/ 896540 w 2119654"/>
              <a:gd name="connsiteY82213" fmla="*/ 456011 h 2398711"/>
              <a:gd name="connsiteX82214" fmla="*/ 897067 w 2119654"/>
              <a:gd name="connsiteY82214" fmla="*/ 453710 h 2398711"/>
              <a:gd name="connsiteX82215" fmla="*/ 351002 w 2119654"/>
              <a:gd name="connsiteY82215" fmla="*/ 1670413 h 2398711"/>
              <a:gd name="connsiteX82216" fmla="*/ 351009 w 2119654"/>
              <a:gd name="connsiteY82216" fmla="*/ 1670917 h 2398711"/>
              <a:gd name="connsiteX82217" fmla="*/ 352063 w 2119654"/>
              <a:gd name="connsiteY82217" fmla="*/ 1671276 h 2398711"/>
              <a:gd name="connsiteX82218" fmla="*/ 353687 w 2119654"/>
              <a:gd name="connsiteY82218" fmla="*/ 1671739 h 2398711"/>
              <a:gd name="connsiteX82219" fmla="*/ 352182 w 2119654"/>
              <a:gd name="connsiteY82219" fmla="*/ 1670463 h 2398711"/>
              <a:gd name="connsiteX82220" fmla="*/ 340045 w 2119654"/>
              <a:gd name="connsiteY82220" fmla="*/ 1694536 h 2398711"/>
              <a:gd name="connsiteX82221" fmla="*/ 339297 w 2119654"/>
              <a:gd name="connsiteY82221" fmla="*/ 1697553 h 2398711"/>
              <a:gd name="connsiteX82222" fmla="*/ 342640 w 2119654"/>
              <a:gd name="connsiteY82222" fmla="*/ 1698760 h 2398711"/>
              <a:gd name="connsiteX82223" fmla="*/ 345573 w 2119654"/>
              <a:gd name="connsiteY82223" fmla="*/ 1698786 h 2398711"/>
              <a:gd name="connsiteX82224" fmla="*/ 333200 w 2119654"/>
              <a:gd name="connsiteY82224" fmla="*/ 1709766 h 2398711"/>
              <a:gd name="connsiteX82225" fmla="*/ 333801 w 2119654"/>
              <a:gd name="connsiteY82225" fmla="*/ 1710534 h 2398711"/>
              <a:gd name="connsiteX82226" fmla="*/ 335412 w 2119654"/>
              <a:gd name="connsiteY82226" fmla="*/ 1711493 h 2398711"/>
              <a:gd name="connsiteX82227" fmla="*/ 335789 w 2119654"/>
              <a:gd name="connsiteY82227" fmla="*/ 1709976 h 2398711"/>
              <a:gd name="connsiteX82228" fmla="*/ 335236 w 2119654"/>
              <a:gd name="connsiteY82228" fmla="*/ 1709734 h 2398711"/>
              <a:gd name="connsiteX82229" fmla="*/ 906168 w 2119654"/>
              <a:gd name="connsiteY82229" fmla="*/ 426588 h 2398711"/>
              <a:gd name="connsiteX82230" fmla="*/ 906088 w 2119654"/>
              <a:gd name="connsiteY82230" fmla="*/ 428134 h 2398711"/>
              <a:gd name="connsiteX82231" fmla="*/ 907233 w 2119654"/>
              <a:gd name="connsiteY82231" fmla="*/ 429247 h 2398711"/>
              <a:gd name="connsiteX82232" fmla="*/ 910040 w 2119654"/>
              <a:gd name="connsiteY82232" fmla="*/ 430362 h 2398711"/>
              <a:gd name="connsiteX82233" fmla="*/ 350990 w 2119654"/>
              <a:gd name="connsiteY82233" fmla="*/ 1669453 h 2398711"/>
              <a:gd name="connsiteX82234" fmla="*/ 350992 w 2119654"/>
              <a:gd name="connsiteY82234" fmla="*/ 1669614 h 2398711"/>
              <a:gd name="connsiteX82235" fmla="*/ 351181 w 2119654"/>
              <a:gd name="connsiteY82235" fmla="*/ 1669615 h 2398711"/>
              <a:gd name="connsiteX82236" fmla="*/ 328650 w 2119654"/>
              <a:gd name="connsiteY82236" fmla="*/ 1719287 h 2398711"/>
              <a:gd name="connsiteX82237" fmla="*/ 332750 w 2119654"/>
              <a:gd name="connsiteY82237" fmla="*/ 1722226 h 2398711"/>
              <a:gd name="connsiteX82238" fmla="*/ 332913 w 2119654"/>
              <a:gd name="connsiteY82238" fmla="*/ 1721572 h 2398711"/>
              <a:gd name="connsiteX82239" fmla="*/ 332034 w 2119654"/>
              <a:gd name="connsiteY82239" fmla="*/ 1720446 h 2398711"/>
              <a:gd name="connsiteX82240" fmla="*/ 329365 w 2119654"/>
              <a:gd name="connsiteY82240" fmla="*/ 1719557 h 2398711"/>
              <a:gd name="connsiteX82241" fmla="*/ 883622 w 2119654"/>
              <a:gd name="connsiteY82241" fmla="*/ 476537 h 2398711"/>
              <a:gd name="connsiteX82242" fmla="*/ 884448 w 2119654"/>
              <a:gd name="connsiteY82242" fmla="*/ 478163 h 2398711"/>
              <a:gd name="connsiteX82243" fmla="*/ 884587 w 2119654"/>
              <a:gd name="connsiteY82243" fmla="*/ 477329 h 2398711"/>
              <a:gd name="connsiteX82244" fmla="*/ 884311 w 2119654"/>
              <a:gd name="connsiteY82244" fmla="*/ 476843 h 2398711"/>
              <a:gd name="connsiteX82245" fmla="*/ 901927 w 2119654"/>
              <a:gd name="connsiteY82245" fmla="*/ 435250 h 2398711"/>
              <a:gd name="connsiteX82246" fmla="*/ 901317 w 2119654"/>
              <a:gd name="connsiteY82246" fmla="*/ 437913 h 2398711"/>
              <a:gd name="connsiteX82247" fmla="*/ 903731 w 2119654"/>
              <a:gd name="connsiteY82247" fmla="*/ 439926 h 2398711"/>
              <a:gd name="connsiteX82248" fmla="*/ 943502 w 2119654"/>
              <a:gd name="connsiteY82248" fmla="*/ 341886 h 2398711"/>
              <a:gd name="connsiteX82249" fmla="*/ 945606 w 2119654"/>
              <a:gd name="connsiteY82249" fmla="*/ 347381 h 2398711"/>
              <a:gd name="connsiteX82250" fmla="*/ 946014 w 2119654"/>
              <a:gd name="connsiteY82250" fmla="*/ 345458 h 2398711"/>
              <a:gd name="connsiteX82251" fmla="*/ 356532 w 2119654"/>
              <a:gd name="connsiteY82251" fmla="*/ 1656094 h 2398711"/>
              <a:gd name="connsiteX82252" fmla="*/ 357337 w 2119654"/>
              <a:gd name="connsiteY82252" fmla="*/ 1656756 h 2398711"/>
              <a:gd name="connsiteX82253" fmla="*/ 357813 w 2119654"/>
              <a:gd name="connsiteY82253" fmla="*/ 1656846 h 2398711"/>
              <a:gd name="connsiteX82254" fmla="*/ 945188 w 2119654"/>
              <a:gd name="connsiteY82254" fmla="*/ 337687 h 2398711"/>
              <a:gd name="connsiteX82255" fmla="*/ 946850 w 2119654"/>
              <a:gd name="connsiteY82255" fmla="*/ 341518 h 2398711"/>
              <a:gd name="connsiteX82256" fmla="*/ 947165 w 2119654"/>
              <a:gd name="connsiteY82256" fmla="*/ 340032 h 2398711"/>
              <a:gd name="connsiteX82257" fmla="*/ 919200 w 2119654"/>
              <a:gd name="connsiteY82257" fmla="*/ 394857 h 2398711"/>
              <a:gd name="connsiteX82258" fmla="*/ 918565 w 2119654"/>
              <a:gd name="connsiteY82258" fmla="*/ 397627 h 2398711"/>
              <a:gd name="connsiteX82259" fmla="*/ 922784 w 2119654"/>
              <a:gd name="connsiteY82259" fmla="*/ 402265 h 2398711"/>
              <a:gd name="connsiteX82260" fmla="*/ 923216 w 2119654"/>
              <a:gd name="connsiteY82260" fmla="*/ 400735 h 2398711"/>
              <a:gd name="connsiteX82261" fmla="*/ 909952 w 2119654"/>
              <a:gd name="connsiteY82261" fmla="*/ 415356 h 2398711"/>
              <a:gd name="connsiteX82262" fmla="*/ 911660 w 2119654"/>
              <a:gd name="connsiteY82262" fmla="*/ 418296 h 2398711"/>
              <a:gd name="connsiteX82263" fmla="*/ 912498 w 2119654"/>
              <a:gd name="connsiteY82263" fmla="*/ 419194 h 2398711"/>
              <a:gd name="connsiteX82264" fmla="*/ 910809 w 2119654"/>
              <a:gd name="connsiteY82264" fmla="*/ 415866 h 2398711"/>
              <a:gd name="connsiteX82265" fmla="*/ 873296 w 2119654"/>
              <a:gd name="connsiteY82265" fmla="*/ 497165 h 2398711"/>
              <a:gd name="connsiteX82266" fmla="*/ 873622 w 2119654"/>
              <a:gd name="connsiteY82266" fmla="*/ 499258 h 2398711"/>
              <a:gd name="connsiteX82267" fmla="*/ 873485 w 2119654"/>
              <a:gd name="connsiteY82267" fmla="*/ 497399 h 2398711"/>
              <a:gd name="connsiteX82268" fmla="*/ 884038 w 2119654"/>
              <a:gd name="connsiteY82268" fmla="*/ 472942 h 2398711"/>
              <a:gd name="connsiteX82269" fmla="*/ 885773 w 2119654"/>
              <a:gd name="connsiteY82269" fmla="*/ 475557 h 2398711"/>
              <a:gd name="connsiteX82270" fmla="*/ 885906 w 2119654"/>
              <a:gd name="connsiteY82270" fmla="*/ 475776 h 2398711"/>
              <a:gd name="connsiteX82271" fmla="*/ 886177 w 2119654"/>
              <a:gd name="connsiteY82271" fmla="*/ 475897 h 2398711"/>
              <a:gd name="connsiteX82272" fmla="*/ 886261 w 2119654"/>
              <a:gd name="connsiteY82272" fmla="*/ 475596 h 2398711"/>
              <a:gd name="connsiteX82273" fmla="*/ 903213 w 2119654"/>
              <a:gd name="connsiteY82273" fmla="*/ 429637 h 2398711"/>
              <a:gd name="connsiteX82274" fmla="*/ 903168 w 2119654"/>
              <a:gd name="connsiteY82274" fmla="*/ 429832 h 2398711"/>
              <a:gd name="connsiteX82275" fmla="*/ 904782 w 2119654"/>
              <a:gd name="connsiteY82275" fmla="*/ 432955 h 2398711"/>
              <a:gd name="connsiteX82276" fmla="*/ 904790 w 2119654"/>
              <a:gd name="connsiteY82276" fmla="*/ 432802 h 2398711"/>
              <a:gd name="connsiteX82277" fmla="*/ 904895 w 2119654"/>
              <a:gd name="connsiteY82277" fmla="*/ 431658 h 2398711"/>
              <a:gd name="connsiteX82278" fmla="*/ 278724 w 2119654"/>
              <a:gd name="connsiteY82278" fmla="*/ 1827661 h 2398711"/>
              <a:gd name="connsiteX82279" fmla="*/ 290561 w 2119654"/>
              <a:gd name="connsiteY82279" fmla="*/ 1831097 h 2398711"/>
              <a:gd name="connsiteX82280" fmla="*/ 311430 w 2119654"/>
              <a:gd name="connsiteY82280" fmla="*/ 1836853 h 2398711"/>
              <a:gd name="connsiteX82281" fmla="*/ 343640 w 2119654"/>
              <a:gd name="connsiteY82281" fmla="*/ 1833366 h 2398711"/>
              <a:gd name="connsiteX82282" fmla="*/ 338536 w 2119654"/>
              <a:gd name="connsiteY82282" fmla="*/ 1829434 h 2398711"/>
              <a:gd name="connsiteX82283" fmla="*/ 336116 w 2119654"/>
              <a:gd name="connsiteY82283" fmla="*/ 1829330 h 2398711"/>
              <a:gd name="connsiteX82284" fmla="*/ 335872 w 2119654"/>
              <a:gd name="connsiteY82284" fmla="*/ 1829079 h 2398711"/>
              <a:gd name="connsiteX82285" fmla="*/ 338206 w 2119654"/>
              <a:gd name="connsiteY82285" fmla="*/ 1829179 h 2398711"/>
              <a:gd name="connsiteX82286" fmla="*/ 337627 w 2119654"/>
              <a:gd name="connsiteY82286" fmla="*/ 1828733 h 2398711"/>
              <a:gd name="connsiteX82287" fmla="*/ 305620 w 2119654"/>
              <a:gd name="connsiteY82287" fmla="*/ 1829221 h 2398711"/>
              <a:gd name="connsiteX82288" fmla="*/ 350944 w 2119654"/>
              <a:gd name="connsiteY82288" fmla="*/ 1665768 h 2398711"/>
              <a:gd name="connsiteX82289" fmla="*/ 350945 w 2119654"/>
              <a:gd name="connsiteY82289" fmla="*/ 1665849 h 2398711"/>
              <a:gd name="connsiteX82290" fmla="*/ 351185 w 2119654"/>
              <a:gd name="connsiteY82290" fmla="*/ 1666025 h 2398711"/>
              <a:gd name="connsiteX82291" fmla="*/ 344483 w 2119654"/>
              <a:gd name="connsiteY82291" fmla="*/ 1680158 h 2398711"/>
              <a:gd name="connsiteX82292" fmla="*/ 343645 w 2119654"/>
              <a:gd name="connsiteY82292" fmla="*/ 1682552 h 2398711"/>
              <a:gd name="connsiteX82293" fmla="*/ 349313 w 2119654"/>
              <a:gd name="connsiteY82293" fmla="*/ 1682698 h 2398711"/>
              <a:gd name="connsiteX82294" fmla="*/ 903505 w 2119654"/>
              <a:gd name="connsiteY82294" fmla="*/ 428364 h 2398711"/>
              <a:gd name="connsiteX82295" fmla="*/ 903314 w 2119654"/>
              <a:gd name="connsiteY82295" fmla="*/ 429196 h 2398711"/>
              <a:gd name="connsiteX82296" fmla="*/ 904942 w 2119654"/>
              <a:gd name="connsiteY82296" fmla="*/ 431153 h 2398711"/>
              <a:gd name="connsiteX82297" fmla="*/ 905139 w 2119654"/>
              <a:gd name="connsiteY82297" fmla="*/ 429014 h 2398711"/>
              <a:gd name="connsiteX82298" fmla="*/ 878593 w 2119654"/>
              <a:gd name="connsiteY82298" fmla="*/ 484123 h 2398711"/>
              <a:gd name="connsiteX82299" fmla="*/ 879307 w 2119654"/>
              <a:gd name="connsiteY82299" fmla="*/ 487372 h 2398711"/>
              <a:gd name="connsiteX82300" fmla="*/ 880743 w 2119654"/>
              <a:gd name="connsiteY82300" fmla="*/ 487923 h 2398711"/>
              <a:gd name="connsiteX82301" fmla="*/ 321349 w 2119654"/>
              <a:gd name="connsiteY82301" fmla="*/ 1731594 h 2398711"/>
              <a:gd name="connsiteX82302" fmla="*/ 329531 w 2119654"/>
              <a:gd name="connsiteY82302" fmla="*/ 1735211 h 2398711"/>
              <a:gd name="connsiteX82303" fmla="*/ 329805 w 2119654"/>
              <a:gd name="connsiteY82303" fmla="*/ 1734103 h 2398711"/>
              <a:gd name="connsiteX82304" fmla="*/ 873348 w 2119654"/>
              <a:gd name="connsiteY82304" fmla="*/ 495542 h 2398711"/>
              <a:gd name="connsiteX82305" fmla="*/ 873312 w 2119654"/>
              <a:gd name="connsiteY82305" fmla="*/ 496582 h 2398711"/>
              <a:gd name="connsiteX82306" fmla="*/ 873436 w 2119654"/>
              <a:gd name="connsiteY82306" fmla="*/ 496736 h 2398711"/>
              <a:gd name="connsiteX82307" fmla="*/ 359010 w 2119654"/>
              <a:gd name="connsiteY82307" fmla="*/ 1646978 h 2398711"/>
              <a:gd name="connsiteX82308" fmla="*/ 362346 w 2119654"/>
              <a:gd name="connsiteY82308" fmla="*/ 1649207 h 2398711"/>
              <a:gd name="connsiteX82309" fmla="*/ 363618 w 2119654"/>
              <a:gd name="connsiteY82309" fmla="*/ 1649056 h 2398711"/>
              <a:gd name="connsiteX82310" fmla="*/ 361756 w 2119654"/>
              <a:gd name="connsiteY82310" fmla="*/ 1646710 h 2398711"/>
              <a:gd name="connsiteX82311" fmla="*/ 361132 w 2119654"/>
              <a:gd name="connsiteY82311" fmla="*/ 1646778 h 2398711"/>
              <a:gd name="connsiteX82312" fmla="*/ 934366 w 2119654"/>
              <a:gd name="connsiteY82312" fmla="*/ 358578 h 2398711"/>
              <a:gd name="connsiteX82313" fmla="*/ 935713 w 2119654"/>
              <a:gd name="connsiteY82313" fmla="*/ 369694 h 2398711"/>
              <a:gd name="connsiteX82314" fmla="*/ 937945 w 2119654"/>
              <a:gd name="connsiteY82314" fmla="*/ 372377 h 2398711"/>
              <a:gd name="connsiteX82315" fmla="*/ 940821 w 2119654"/>
              <a:gd name="connsiteY82315" fmla="*/ 366492 h 2398711"/>
              <a:gd name="connsiteX82316" fmla="*/ 345655 w 2119654"/>
              <a:gd name="connsiteY82316" fmla="*/ 1676809 h 2398711"/>
              <a:gd name="connsiteX82317" fmla="*/ 344835 w 2119654"/>
              <a:gd name="connsiteY82317" fmla="*/ 1679153 h 2398711"/>
              <a:gd name="connsiteX82318" fmla="*/ 349767 w 2119654"/>
              <a:gd name="connsiteY82318" fmla="*/ 1681301 h 2398711"/>
              <a:gd name="connsiteX82319" fmla="*/ 349474 w 2119654"/>
              <a:gd name="connsiteY82319" fmla="*/ 1677896 h 2398711"/>
              <a:gd name="connsiteX82320" fmla="*/ 862148 w 2119654"/>
              <a:gd name="connsiteY82320" fmla="*/ 520150 h 2398711"/>
              <a:gd name="connsiteX82321" fmla="*/ 862108 w 2119654"/>
              <a:gd name="connsiteY82321" fmla="*/ 520261 h 2398711"/>
              <a:gd name="connsiteX82322" fmla="*/ 862147 w 2119654"/>
              <a:gd name="connsiteY82322" fmla="*/ 520309 h 2398711"/>
              <a:gd name="connsiteX82323" fmla="*/ 862165 w 2119654"/>
              <a:gd name="connsiteY82323" fmla="*/ 520225 h 2398711"/>
              <a:gd name="connsiteX82324" fmla="*/ 345999 w 2119654"/>
              <a:gd name="connsiteY82324" fmla="*/ 1675826 h 2398711"/>
              <a:gd name="connsiteX82325" fmla="*/ 345754 w 2119654"/>
              <a:gd name="connsiteY82325" fmla="*/ 1676526 h 2398711"/>
              <a:gd name="connsiteX82326" fmla="*/ 349447 w 2119654"/>
              <a:gd name="connsiteY82326" fmla="*/ 1677577 h 2398711"/>
              <a:gd name="connsiteX82327" fmla="*/ 349376 w 2119654"/>
              <a:gd name="connsiteY82327" fmla="*/ 1676752 h 2398711"/>
              <a:gd name="connsiteX82328" fmla="*/ 903931 w 2119654"/>
              <a:gd name="connsiteY82328" fmla="*/ 426505 h 2398711"/>
              <a:gd name="connsiteX82329" fmla="*/ 903630 w 2119654"/>
              <a:gd name="connsiteY82329" fmla="*/ 427816 h 2398711"/>
              <a:gd name="connsiteX82330" fmla="*/ 905192 w 2119654"/>
              <a:gd name="connsiteY82330" fmla="*/ 428436 h 2398711"/>
              <a:gd name="connsiteX82331" fmla="*/ 905252 w 2119654"/>
              <a:gd name="connsiteY82331" fmla="*/ 427789 h 2398711"/>
              <a:gd name="connsiteX82332" fmla="*/ 894470 w 2119654"/>
              <a:gd name="connsiteY82332" fmla="*/ 447677 h 2398711"/>
              <a:gd name="connsiteX82333" fmla="*/ 894070 w 2119654"/>
              <a:gd name="connsiteY82333" fmla="*/ 449045 h 2398711"/>
              <a:gd name="connsiteX82334" fmla="*/ 894649 w 2119654"/>
              <a:gd name="connsiteY82334" fmla="*/ 451947 h 2398711"/>
              <a:gd name="connsiteX82335" fmla="*/ 897236 w 2119654"/>
              <a:gd name="connsiteY82335" fmla="*/ 452974 h 2398711"/>
              <a:gd name="connsiteX82336" fmla="*/ 897375 w 2119654"/>
              <a:gd name="connsiteY82336" fmla="*/ 452366 h 2398711"/>
              <a:gd name="connsiteX82337" fmla="*/ 346561 w 2119654"/>
              <a:gd name="connsiteY82337" fmla="*/ 1674220 h 2398711"/>
              <a:gd name="connsiteX82338" fmla="*/ 346129 w 2119654"/>
              <a:gd name="connsiteY82338" fmla="*/ 1675457 h 2398711"/>
              <a:gd name="connsiteX82339" fmla="*/ 349336 w 2119654"/>
              <a:gd name="connsiteY82339" fmla="*/ 1676289 h 2398711"/>
              <a:gd name="connsiteX82340" fmla="*/ 349220 w 2119654"/>
              <a:gd name="connsiteY82340" fmla="*/ 1674929 h 2398711"/>
              <a:gd name="connsiteX82341" fmla="*/ 920607 w 2119654"/>
              <a:gd name="connsiteY82341" fmla="*/ 388711 h 2398711"/>
              <a:gd name="connsiteX82342" fmla="*/ 919262 w 2119654"/>
              <a:gd name="connsiteY82342" fmla="*/ 394581 h 2398711"/>
              <a:gd name="connsiteX82343" fmla="*/ 923323 w 2119654"/>
              <a:gd name="connsiteY82343" fmla="*/ 400356 h 2398711"/>
              <a:gd name="connsiteX82344" fmla="*/ 924447 w 2119654"/>
              <a:gd name="connsiteY82344" fmla="*/ 396375 h 2398711"/>
              <a:gd name="connsiteX82345" fmla="*/ 922635 w 2119654"/>
              <a:gd name="connsiteY82345" fmla="*/ 390988 h 2398711"/>
              <a:gd name="connsiteX82346" fmla="*/ 883396 w 2119654"/>
              <a:gd name="connsiteY82346" fmla="*/ 471744 h 2398711"/>
              <a:gd name="connsiteX82347" fmla="*/ 886350 w 2119654"/>
              <a:gd name="connsiteY82347" fmla="*/ 475272 h 2398711"/>
              <a:gd name="connsiteX82348" fmla="*/ 886478 w 2119654"/>
              <a:gd name="connsiteY82348" fmla="*/ 474810 h 2398711"/>
              <a:gd name="connsiteX82349" fmla="*/ 904323 w 2119654"/>
              <a:gd name="connsiteY82349" fmla="*/ 424790 h 2398711"/>
              <a:gd name="connsiteX82350" fmla="*/ 904018 w 2119654"/>
              <a:gd name="connsiteY82350" fmla="*/ 426123 h 2398711"/>
              <a:gd name="connsiteX82351" fmla="*/ 905291 w 2119654"/>
              <a:gd name="connsiteY82351" fmla="*/ 427360 h 2398711"/>
              <a:gd name="connsiteX82352" fmla="*/ 905429 w 2119654"/>
              <a:gd name="connsiteY82352" fmla="*/ 425867 h 2398711"/>
              <a:gd name="connsiteX82353" fmla="*/ 347380 w 2119654"/>
              <a:gd name="connsiteY82353" fmla="*/ 1671879 h 2398711"/>
              <a:gd name="connsiteX82354" fmla="*/ 346586 w 2119654"/>
              <a:gd name="connsiteY82354" fmla="*/ 1674150 h 2398711"/>
              <a:gd name="connsiteX82355" fmla="*/ 349215 w 2119654"/>
              <a:gd name="connsiteY82355" fmla="*/ 1674875 h 2398711"/>
              <a:gd name="connsiteX82356" fmla="*/ 349014 w 2119654"/>
              <a:gd name="connsiteY82356" fmla="*/ 1672540 h 2398711"/>
              <a:gd name="connsiteX82357" fmla="*/ 921107 w 2119654"/>
              <a:gd name="connsiteY82357" fmla="*/ 386531 h 2398711"/>
              <a:gd name="connsiteX82358" fmla="*/ 920681 w 2119654"/>
              <a:gd name="connsiteY82358" fmla="*/ 388389 h 2398711"/>
              <a:gd name="connsiteX82359" fmla="*/ 920689 w 2119654"/>
              <a:gd name="connsiteY82359" fmla="*/ 388390 h 2398711"/>
              <a:gd name="connsiteX82360" fmla="*/ 922411 w 2119654"/>
              <a:gd name="connsiteY82360" fmla="*/ 390323 h 2398711"/>
              <a:gd name="connsiteX82361" fmla="*/ 921243 w 2119654"/>
              <a:gd name="connsiteY82361" fmla="*/ 386856 h 2398711"/>
              <a:gd name="connsiteX82362" fmla="*/ 348749 w 2119654"/>
              <a:gd name="connsiteY82362" fmla="*/ 1667969 h 2398711"/>
              <a:gd name="connsiteX82363" fmla="*/ 348175 w 2119654"/>
              <a:gd name="connsiteY82363" fmla="*/ 1669608 h 2398711"/>
              <a:gd name="connsiteX82364" fmla="*/ 348769 w 2119654"/>
              <a:gd name="connsiteY82364" fmla="*/ 1669609 h 2398711"/>
              <a:gd name="connsiteX82365" fmla="*/ 869549 w 2119654"/>
              <a:gd name="connsiteY82365" fmla="*/ 501682 h 2398711"/>
              <a:gd name="connsiteX82366" fmla="*/ 869424 w 2119654"/>
              <a:gd name="connsiteY82366" fmla="*/ 502982 h 2398711"/>
              <a:gd name="connsiteX82367" fmla="*/ 869860 w 2119654"/>
              <a:gd name="connsiteY82367" fmla="*/ 503817 h 2398711"/>
              <a:gd name="connsiteX82368" fmla="*/ 869871 w 2119654"/>
              <a:gd name="connsiteY82368" fmla="*/ 501913 h 2398711"/>
              <a:gd name="connsiteX82369" fmla="*/ 906602 w 2119654"/>
              <a:gd name="connsiteY82369" fmla="*/ 418271 h 2398711"/>
              <a:gd name="connsiteX82370" fmla="*/ 906203 w 2119654"/>
              <a:gd name="connsiteY82370" fmla="*/ 425926 h 2398711"/>
              <a:gd name="connsiteX82371" fmla="*/ 910337 w 2119654"/>
              <a:gd name="connsiteY82371" fmla="*/ 429848 h 2398711"/>
              <a:gd name="connsiteX82372" fmla="*/ 910402 w 2119654"/>
              <a:gd name="connsiteY82372" fmla="*/ 429562 h 2398711"/>
              <a:gd name="connsiteX82373" fmla="*/ 902189 w 2119654"/>
              <a:gd name="connsiteY82373" fmla="*/ 427842 h 2398711"/>
              <a:gd name="connsiteX82374" fmla="*/ 902819 w 2119654"/>
              <a:gd name="connsiteY82374" fmla="*/ 428599 h 2398711"/>
              <a:gd name="connsiteX82375" fmla="*/ 902925 w 2119654"/>
              <a:gd name="connsiteY82375" fmla="*/ 428135 h 2398711"/>
              <a:gd name="connsiteX82376" fmla="*/ 322830 w 2119654"/>
              <a:gd name="connsiteY82376" fmla="*/ 1724995 h 2398711"/>
              <a:gd name="connsiteX82377" fmla="*/ 331202 w 2119654"/>
              <a:gd name="connsiteY82377" fmla="*/ 1728472 h 2398711"/>
              <a:gd name="connsiteX82378" fmla="*/ 331628 w 2119654"/>
              <a:gd name="connsiteY82378" fmla="*/ 1726753 h 2398711"/>
              <a:gd name="connsiteX82379" fmla="*/ 907816 w 2119654"/>
              <a:gd name="connsiteY82379" fmla="*/ 414811 h 2398711"/>
              <a:gd name="connsiteX82380" fmla="*/ 909262 w 2119654"/>
              <a:gd name="connsiteY82380" fmla="*/ 416939 h 2398711"/>
              <a:gd name="connsiteX82381" fmla="*/ 907859 w 2119654"/>
              <a:gd name="connsiteY82381" fmla="*/ 414959 h 2398711"/>
              <a:gd name="connsiteX82382" fmla="*/ 910572 w 2119654"/>
              <a:gd name="connsiteY82382" fmla="*/ 419191 h 2398711"/>
              <a:gd name="connsiteX82383" fmla="*/ 910311 w 2119654"/>
              <a:gd name="connsiteY82383" fmla="*/ 418483 h 2398711"/>
              <a:gd name="connsiteX82384" fmla="*/ 909262 w 2119654"/>
              <a:gd name="connsiteY82384" fmla="*/ 416939 h 2398711"/>
              <a:gd name="connsiteX82385" fmla="*/ 910263 w 2119654"/>
              <a:gd name="connsiteY82385" fmla="*/ 418352 h 2398711"/>
              <a:gd name="connsiteX82386" fmla="*/ 909704 w 2119654"/>
              <a:gd name="connsiteY82386" fmla="*/ 416836 h 2398711"/>
              <a:gd name="connsiteX82387" fmla="*/ 333863 w 2119654"/>
              <a:gd name="connsiteY82387" fmla="*/ 1699992 h 2398711"/>
              <a:gd name="connsiteX82388" fmla="*/ 337812 w 2119654"/>
              <a:gd name="connsiteY82388" fmla="*/ 1701815 h 2398711"/>
              <a:gd name="connsiteX82389" fmla="*/ 338255 w 2119654"/>
              <a:gd name="connsiteY82389" fmla="*/ 1700032 h 2398711"/>
              <a:gd name="connsiteX82390" fmla="*/ 353241 w 2119654"/>
              <a:gd name="connsiteY82390" fmla="*/ 1656526 h 2398711"/>
              <a:gd name="connsiteX82391" fmla="*/ 355611 w 2119654"/>
              <a:gd name="connsiteY82391" fmla="*/ 1659050 h 2398711"/>
              <a:gd name="connsiteX82392" fmla="*/ 358892 w 2119654"/>
              <a:gd name="connsiteY82392" fmla="*/ 1659895 h 2398711"/>
              <a:gd name="connsiteX82393" fmla="*/ 355627 w 2119654"/>
              <a:gd name="connsiteY82393" fmla="*/ 1656979 h 2398711"/>
              <a:gd name="connsiteX82394" fmla="*/ 353500 w 2119654"/>
              <a:gd name="connsiteY82394" fmla="*/ 1656578 h 2398711"/>
              <a:gd name="connsiteX82395" fmla="*/ 869708 w 2119654"/>
              <a:gd name="connsiteY82395" fmla="*/ 500030 h 2398711"/>
              <a:gd name="connsiteX82396" fmla="*/ 869583 w 2119654"/>
              <a:gd name="connsiteY82396" fmla="*/ 501337 h 2398711"/>
              <a:gd name="connsiteX82397" fmla="*/ 869874 w 2119654"/>
              <a:gd name="connsiteY82397" fmla="*/ 501546 h 2398711"/>
              <a:gd name="connsiteX82398" fmla="*/ 869883 w 2119654"/>
              <a:gd name="connsiteY82398" fmla="*/ 500172 h 2398711"/>
              <a:gd name="connsiteX82399" fmla="*/ 869875 w 2119654"/>
              <a:gd name="connsiteY82399" fmla="*/ 500156 h 2398711"/>
              <a:gd name="connsiteX82400" fmla="*/ 358562 w 2119654"/>
              <a:gd name="connsiteY82400" fmla="*/ 1644408 h 2398711"/>
              <a:gd name="connsiteX82401" fmla="*/ 360416 w 2119654"/>
              <a:gd name="connsiteY82401" fmla="*/ 1645022 h 2398711"/>
              <a:gd name="connsiteX82402" fmla="*/ 359085 w 2119654"/>
              <a:gd name="connsiteY82402" fmla="*/ 1643344 h 2398711"/>
              <a:gd name="connsiteX82403" fmla="*/ 357450 w 2119654"/>
              <a:gd name="connsiteY82403" fmla="*/ 1646672 h 2398711"/>
              <a:gd name="connsiteX82404" fmla="*/ 358088 w 2119654"/>
              <a:gd name="connsiteY82404" fmla="*/ 1646602 h 2398711"/>
              <a:gd name="connsiteX82405" fmla="*/ 357873 w 2119654"/>
              <a:gd name="connsiteY82405" fmla="*/ 1646459 h 2398711"/>
              <a:gd name="connsiteX82406" fmla="*/ 357774 w 2119654"/>
              <a:gd name="connsiteY82406" fmla="*/ 1646153 h 2398711"/>
              <a:gd name="connsiteX82407" fmla="*/ 358396 w 2119654"/>
              <a:gd name="connsiteY82407" fmla="*/ 1646569 h 2398711"/>
              <a:gd name="connsiteX82408" fmla="*/ 361026 w 2119654"/>
              <a:gd name="connsiteY82408" fmla="*/ 1646285 h 2398711"/>
              <a:gd name="connsiteX82409" fmla="*/ 358391 w 2119654"/>
              <a:gd name="connsiteY82409" fmla="*/ 1645406 h 2398711"/>
              <a:gd name="connsiteX82410" fmla="*/ 358088 w 2119654"/>
              <a:gd name="connsiteY82410" fmla="*/ 1645373 h 2398711"/>
              <a:gd name="connsiteX82411" fmla="*/ 356686 w 2119654"/>
              <a:gd name="connsiteY82411" fmla="*/ 1648228 h 2398711"/>
              <a:gd name="connsiteX82412" fmla="*/ 359643 w 2119654"/>
              <a:gd name="connsiteY82412" fmla="*/ 1649527 h 2398711"/>
              <a:gd name="connsiteX82413" fmla="*/ 362042 w 2119654"/>
              <a:gd name="connsiteY82413" fmla="*/ 1649243 h 2398711"/>
              <a:gd name="connsiteX82414" fmla="*/ 358696 w 2119654"/>
              <a:gd name="connsiteY82414" fmla="*/ 1647008 h 2398711"/>
              <a:gd name="connsiteX82415" fmla="*/ 357217 w 2119654"/>
              <a:gd name="connsiteY82415" fmla="*/ 1647147 h 2398711"/>
              <a:gd name="connsiteX82416" fmla="*/ 922144 w 2119654"/>
              <a:gd name="connsiteY82416" fmla="*/ 381998 h 2398711"/>
              <a:gd name="connsiteX82417" fmla="*/ 921466 w 2119654"/>
              <a:gd name="connsiteY82417" fmla="*/ 384959 h 2398711"/>
              <a:gd name="connsiteX82418" fmla="*/ 924892 w 2119654"/>
              <a:gd name="connsiteY82418" fmla="*/ 393110 h 2398711"/>
              <a:gd name="connsiteX82419" fmla="*/ 925254 w 2119654"/>
              <a:gd name="connsiteY82419" fmla="*/ 393517 h 2398711"/>
              <a:gd name="connsiteX82420" fmla="*/ 925785 w 2119654"/>
              <a:gd name="connsiteY82420" fmla="*/ 391637 h 2398711"/>
              <a:gd name="connsiteX82421" fmla="*/ 926600 w 2119654"/>
              <a:gd name="connsiteY82421" fmla="*/ 388978 h 2398711"/>
              <a:gd name="connsiteX82422" fmla="*/ 922376 w 2119654"/>
              <a:gd name="connsiteY82422" fmla="*/ 382970 h 2398711"/>
              <a:gd name="connsiteX82423" fmla="*/ 922805 w 2119654"/>
              <a:gd name="connsiteY82423" fmla="*/ 383100 h 2398711"/>
              <a:gd name="connsiteX82424" fmla="*/ 926446 w 2119654"/>
              <a:gd name="connsiteY82424" fmla="*/ 388278 h 2398711"/>
              <a:gd name="connsiteX82425" fmla="*/ 926211 w 2119654"/>
              <a:gd name="connsiteY82425" fmla="*/ 387509 h 2398711"/>
              <a:gd name="connsiteX82426" fmla="*/ 924657 w 2119654"/>
              <a:gd name="connsiteY82426" fmla="*/ 383496 h 2398711"/>
              <a:gd name="connsiteX82427" fmla="*/ 893478 w 2119654"/>
              <a:gd name="connsiteY82427" fmla="*/ 446075 h 2398711"/>
              <a:gd name="connsiteX82428" fmla="*/ 894009 w 2119654"/>
              <a:gd name="connsiteY82428" fmla="*/ 448736 h 2398711"/>
              <a:gd name="connsiteX82429" fmla="*/ 894367 w 2119654"/>
              <a:gd name="connsiteY82429" fmla="*/ 447510 h 2398711"/>
              <a:gd name="connsiteX82430" fmla="*/ 906717 w 2119654"/>
              <a:gd name="connsiteY82430" fmla="*/ 416264 h 2398711"/>
              <a:gd name="connsiteX82431" fmla="*/ 906699 w 2119654"/>
              <a:gd name="connsiteY82431" fmla="*/ 416468 h 2398711"/>
              <a:gd name="connsiteX82432" fmla="*/ 911037 w 2119654"/>
              <a:gd name="connsiteY82432" fmla="*/ 426793 h 2398711"/>
              <a:gd name="connsiteX82433" fmla="*/ 911934 w 2119654"/>
              <a:gd name="connsiteY82433" fmla="*/ 422876 h 2398711"/>
              <a:gd name="connsiteX82434" fmla="*/ 911117 w 2119654"/>
              <a:gd name="connsiteY82434" fmla="*/ 420665 h 2398711"/>
              <a:gd name="connsiteX82435" fmla="*/ 910470 w 2119654"/>
              <a:gd name="connsiteY82435" fmla="*/ 419604 h 2398711"/>
              <a:gd name="connsiteX82436" fmla="*/ 953777 w 2119654"/>
              <a:gd name="connsiteY82436" fmla="*/ 310742 h 2398711"/>
              <a:gd name="connsiteX82437" fmla="*/ 948000 w 2119654"/>
              <a:gd name="connsiteY82437" fmla="*/ 337971 h 2398711"/>
              <a:gd name="connsiteX82438" fmla="*/ 952831 w 2119654"/>
              <a:gd name="connsiteY82438" fmla="*/ 341920 h 2398711"/>
              <a:gd name="connsiteX82439" fmla="*/ 957761 w 2119654"/>
              <a:gd name="connsiteY82439" fmla="*/ 331835 h 2398711"/>
              <a:gd name="connsiteX82440" fmla="*/ 958211 w 2119654"/>
              <a:gd name="connsiteY82440" fmla="*/ 331618 h 2398711"/>
              <a:gd name="connsiteX82441" fmla="*/ 953077 w 2119654"/>
              <a:gd name="connsiteY82441" fmla="*/ 342121 h 2398711"/>
              <a:gd name="connsiteX82442" fmla="*/ 964486 w 2119654"/>
              <a:gd name="connsiteY82442" fmla="*/ 351449 h 2398711"/>
              <a:gd name="connsiteX82443" fmla="*/ 964528 w 2119654"/>
              <a:gd name="connsiteY82443" fmla="*/ 351382 h 2398711"/>
              <a:gd name="connsiteX82444" fmla="*/ 963789 w 2119654"/>
              <a:gd name="connsiteY82444" fmla="*/ 345278 h 2398711"/>
              <a:gd name="connsiteX82445" fmla="*/ 907639 w 2119654"/>
              <a:gd name="connsiteY82445" fmla="*/ 413978 h 2398711"/>
              <a:gd name="connsiteX82446" fmla="*/ 909310 w 2119654"/>
              <a:gd name="connsiteY82446" fmla="*/ 415771 h 2398711"/>
              <a:gd name="connsiteX82447" fmla="*/ 908931 w 2119654"/>
              <a:gd name="connsiteY82447" fmla="*/ 414748 h 2398711"/>
              <a:gd name="connsiteX82448" fmla="*/ 353113 w 2119654"/>
              <a:gd name="connsiteY82448" fmla="*/ 1655500 h 2398711"/>
              <a:gd name="connsiteX82449" fmla="*/ 352962 w 2119654"/>
              <a:gd name="connsiteY82449" fmla="*/ 1655932 h 2398711"/>
              <a:gd name="connsiteX82450" fmla="*/ 354854 w 2119654"/>
              <a:gd name="connsiteY82450" fmla="*/ 1656289 h 2398711"/>
              <a:gd name="connsiteX82451" fmla="*/ 353375 w 2119654"/>
              <a:gd name="connsiteY82451" fmla="*/ 1654968 h 2398711"/>
              <a:gd name="connsiteX82452" fmla="*/ 906126 w 2119654"/>
              <a:gd name="connsiteY82452" fmla="*/ 416918 h 2398711"/>
              <a:gd name="connsiteX82453" fmla="*/ 904446 w 2119654"/>
              <a:gd name="connsiteY82453" fmla="*/ 424258 h 2398711"/>
              <a:gd name="connsiteX82454" fmla="*/ 905487 w 2119654"/>
              <a:gd name="connsiteY82454" fmla="*/ 425245 h 2398711"/>
              <a:gd name="connsiteX82455" fmla="*/ 906232 w 2119654"/>
              <a:gd name="connsiteY82455" fmla="*/ 417171 h 2398711"/>
              <a:gd name="connsiteX82456" fmla="*/ 906228 w 2119654"/>
              <a:gd name="connsiteY82456" fmla="*/ 417161 h 2398711"/>
              <a:gd name="connsiteX82457" fmla="*/ 923601 w 2119654"/>
              <a:gd name="connsiteY82457" fmla="*/ 377601 h 2398711"/>
              <a:gd name="connsiteX82458" fmla="*/ 925194 w 2119654"/>
              <a:gd name="connsiteY82458" fmla="*/ 381713 h 2398711"/>
              <a:gd name="connsiteX82459" fmla="*/ 926252 w 2119654"/>
              <a:gd name="connsiteY82459" fmla="*/ 383484 h 2398711"/>
              <a:gd name="connsiteX82460" fmla="*/ 927970 w 2119654"/>
              <a:gd name="connsiteY82460" fmla="*/ 384508 h 2398711"/>
              <a:gd name="connsiteX82461" fmla="*/ 928482 w 2119654"/>
              <a:gd name="connsiteY82461" fmla="*/ 382837 h 2398711"/>
              <a:gd name="connsiteX82462" fmla="*/ 925045 w 2119654"/>
              <a:gd name="connsiteY82462" fmla="*/ 380027 h 2398711"/>
              <a:gd name="connsiteX82463" fmla="*/ 925377 w 2119654"/>
              <a:gd name="connsiteY82463" fmla="*/ 380035 h 2398711"/>
              <a:gd name="connsiteX82464" fmla="*/ 928491 w 2119654"/>
              <a:gd name="connsiteY82464" fmla="*/ 382583 h 2398711"/>
              <a:gd name="connsiteX82465" fmla="*/ 928309 w 2119654"/>
              <a:gd name="connsiteY82465" fmla="*/ 381073 h 2398711"/>
              <a:gd name="connsiteX82466" fmla="*/ 319291 w 2119654"/>
              <a:gd name="connsiteY82466" fmla="*/ 1730685 h 2398711"/>
              <a:gd name="connsiteX82467" fmla="*/ 320468 w 2119654"/>
              <a:gd name="connsiteY82467" fmla="*/ 1731205 h 2398711"/>
              <a:gd name="connsiteX82468" fmla="*/ 320360 w 2119654"/>
              <a:gd name="connsiteY82468" fmla="*/ 1731051 h 2398711"/>
              <a:gd name="connsiteX82469" fmla="*/ 329863 w 2119654"/>
              <a:gd name="connsiteY82469" fmla="*/ 1733870 h 2398711"/>
              <a:gd name="connsiteX82470" fmla="*/ 330101 w 2119654"/>
              <a:gd name="connsiteY82470" fmla="*/ 1732909 h 2398711"/>
              <a:gd name="connsiteX82471" fmla="*/ 328650 w 2119654"/>
              <a:gd name="connsiteY82471" fmla="*/ 1732424 h 2398711"/>
              <a:gd name="connsiteX82472" fmla="*/ 922718 w 2119654"/>
              <a:gd name="connsiteY82472" fmla="*/ 379493 h 2398711"/>
              <a:gd name="connsiteX82473" fmla="*/ 922339 w 2119654"/>
              <a:gd name="connsiteY82473" fmla="*/ 381152 h 2398711"/>
              <a:gd name="connsiteX82474" fmla="*/ 924173 w 2119654"/>
              <a:gd name="connsiteY82474" fmla="*/ 382245 h 2398711"/>
              <a:gd name="connsiteX82475" fmla="*/ 923731 w 2119654"/>
              <a:gd name="connsiteY82475" fmla="*/ 381104 h 2398711"/>
              <a:gd name="connsiteX82476" fmla="*/ 933873 w 2119654"/>
              <a:gd name="connsiteY82476" fmla="*/ 354507 h 2398711"/>
              <a:gd name="connsiteX82477" fmla="*/ 934258 w 2119654"/>
              <a:gd name="connsiteY82477" fmla="*/ 357684 h 2398711"/>
              <a:gd name="connsiteX82478" fmla="*/ 941054 w 2119654"/>
              <a:gd name="connsiteY82478" fmla="*/ 366017 h 2398711"/>
              <a:gd name="connsiteX82479" fmla="*/ 941978 w 2119654"/>
              <a:gd name="connsiteY82479" fmla="*/ 364125 h 2398711"/>
              <a:gd name="connsiteX82480" fmla="*/ 334457 w 2119654"/>
              <a:gd name="connsiteY82480" fmla="*/ 1696100 h 2398711"/>
              <a:gd name="connsiteX82481" fmla="*/ 338744 w 2119654"/>
              <a:gd name="connsiteY82481" fmla="*/ 1698061 h 2398711"/>
              <a:gd name="connsiteX82482" fmla="*/ 338822 w 2119654"/>
              <a:gd name="connsiteY82482" fmla="*/ 1697745 h 2398711"/>
              <a:gd name="connsiteX82483" fmla="*/ 906938 w 2119654"/>
              <a:gd name="connsiteY82483" fmla="*/ 413868 h 2398711"/>
              <a:gd name="connsiteX82484" fmla="*/ 906754 w 2119654"/>
              <a:gd name="connsiteY82484" fmla="*/ 415863 h 2398711"/>
              <a:gd name="connsiteX82485" fmla="*/ 909889 w 2119654"/>
              <a:gd name="connsiteY82485" fmla="*/ 418654 h 2398711"/>
              <a:gd name="connsiteX82486" fmla="*/ 907027 w 2119654"/>
              <a:gd name="connsiteY82486" fmla="*/ 413964 h 2398711"/>
              <a:gd name="connsiteX82487" fmla="*/ 897237 w 2119654"/>
              <a:gd name="connsiteY82487" fmla="*/ 435587 h 2398711"/>
              <a:gd name="connsiteX82488" fmla="*/ 897293 w 2119654"/>
              <a:gd name="connsiteY82488" fmla="*/ 435677 h 2398711"/>
              <a:gd name="connsiteX82489" fmla="*/ 900384 w 2119654"/>
              <a:gd name="connsiteY82489" fmla="*/ 439225 h 2398711"/>
              <a:gd name="connsiteX82490" fmla="*/ 900579 w 2119654"/>
              <a:gd name="connsiteY82490" fmla="*/ 438374 h 2398711"/>
              <a:gd name="connsiteX82491" fmla="*/ 908177 w 2119654"/>
              <a:gd name="connsiteY82491" fmla="*/ 410681 h 2398711"/>
              <a:gd name="connsiteX82492" fmla="*/ 909537 w 2119654"/>
              <a:gd name="connsiteY82492" fmla="*/ 414389 h 2398711"/>
              <a:gd name="connsiteX82493" fmla="*/ 910286 w 2119654"/>
              <a:gd name="connsiteY82493" fmla="*/ 414837 h 2398711"/>
              <a:gd name="connsiteX82494" fmla="*/ 877600 w 2119654"/>
              <a:gd name="connsiteY82494" fmla="*/ 478827 h 2398711"/>
              <a:gd name="connsiteX82495" fmla="*/ 877489 w 2119654"/>
              <a:gd name="connsiteY82495" fmla="*/ 479104 h 2398711"/>
              <a:gd name="connsiteX82496" fmla="*/ 878374 w 2119654"/>
              <a:gd name="connsiteY82496" fmla="*/ 483132 h 2398711"/>
              <a:gd name="connsiteX82497" fmla="*/ 881183 w 2119654"/>
              <a:gd name="connsiteY82497" fmla="*/ 488092 h 2398711"/>
              <a:gd name="connsiteX82498" fmla="*/ 881455 w 2119654"/>
              <a:gd name="connsiteY82498" fmla="*/ 488196 h 2398711"/>
              <a:gd name="connsiteX82499" fmla="*/ 882659 w 2119654"/>
              <a:gd name="connsiteY82499" fmla="*/ 486086 h 2398711"/>
              <a:gd name="connsiteX82500" fmla="*/ 881264 w 2119654"/>
              <a:gd name="connsiteY82500" fmla="*/ 481483 h 2398711"/>
              <a:gd name="connsiteX82501" fmla="*/ 878080 w 2119654"/>
              <a:gd name="connsiteY82501" fmla="*/ 477635 h 2398711"/>
              <a:gd name="connsiteX82502" fmla="*/ 877814 w 2119654"/>
              <a:gd name="connsiteY82502" fmla="*/ 478296 h 2398711"/>
              <a:gd name="connsiteX82503" fmla="*/ 880996 w 2119654"/>
              <a:gd name="connsiteY82503" fmla="*/ 480602 h 2398711"/>
              <a:gd name="connsiteX82504" fmla="*/ 880779 w 2119654"/>
              <a:gd name="connsiteY82504" fmla="*/ 479886 h 2398711"/>
              <a:gd name="connsiteX82505" fmla="*/ 878742 w 2119654"/>
              <a:gd name="connsiteY82505" fmla="*/ 475991 h 2398711"/>
              <a:gd name="connsiteX82506" fmla="*/ 878322 w 2119654"/>
              <a:gd name="connsiteY82506" fmla="*/ 477034 h 2398711"/>
              <a:gd name="connsiteX82507" fmla="*/ 880454 w 2119654"/>
              <a:gd name="connsiteY82507" fmla="*/ 478812 h 2398711"/>
              <a:gd name="connsiteX82508" fmla="*/ 879845 w 2119654"/>
              <a:gd name="connsiteY82508" fmla="*/ 476805 h 2398711"/>
              <a:gd name="connsiteX82509" fmla="*/ 879230 w 2119654"/>
              <a:gd name="connsiteY82509" fmla="*/ 474777 h 2398711"/>
              <a:gd name="connsiteX82510" fmla="*/ 879000 w 2119654"/>
              <a:gd name="connsiteY82510" fmla="*/ 475350 h 2398711"/>
              <a:gd name="connsiteX82511" fmla="*/ 879520 w 2119654"/>
              <a:gd name="connsiteY82511" fmla="*/ 475733 h 2398711"/>
              <a:gd name="connsiteX82512" fmla="*/ 907308 w 2119654"/>
              <a:gd name="connsiteY82512" fmla="*/ 411763 h 2398711"/>
              <a:gd name="connsiteX82513" fmla="*/ 907046 w 2119654"/>
              <a:gd name="connsiteY82513" fmla="*/ 412906 h 2398711"/>
              <a:gd name="connsiteX82514" fmla="*/ 908462 w 2119654"/>
              <a:gd name="connsiteY82514" fmla="*/ 413751 h 2398711"/>
              <a:gd name="connsiteX82515" fmla="*/ 880857 w 2119654"/>
              <a:gd name="connsiteY82515" fmla="*/ 470742 h 2398711"/>
              <a:gd name="connsiteX82516" fmla="*/ 880842 w 2119654"/>
              <a:gd name="connsiteY82516" fmla="*/ 470778 h 2398711"/>
              <a:gd name="connsiteX82517" fmla="*/ 881054 w 2119654"/>
              <a:gd name="connsiteY82517" fmla="*/ 471476 h 2398711"/>
              <a:gd name="connsiteX82518" fmla="*/ 882455 w 2119654"/>
              <a:gd name="connsiteY82518" fmla="*/ 474235 h 2398711"/>
              <a:gd name="connsiteX82519" fmla="*/ 882963 w 2119654"/>
              <a:gd name="connsiteY82519" fmla="*/ 474462 h 2398711"/>
              <a:gd name="connsiteX82520" fmla="*/ 881171 w 2119654"/>
              <a:gd name="connsiteY82520" fmla="*/ 469963 h 2398711"/>
              <a:gd name="connsiteX82521" fmla="*/ 881048 w 2119654"/>
              <a:gd name="connsiteY82521" fmla="*/ 470267 h 2398711"/>
              <a:gd name="connsiteX82522" fmla="*/ 883580 w 2119654"/>
              <a:gd name="connsiteY82522" fmla="*/ 474737 h 2398711"/>
              <a:gd name="connsiteX82523" fmla="*/ 884256 w 2119654"/>
              <a:gd name="connsiteY82523" fmla="*/ 475039 h 2398711"/>
              <a:gd name="connsiteX82524" fmla="*/ 907507 w 2119654"/>
              <a:gd name="connsiteY82524" fmla="*/ 410893 h 2398711"/>
              <a:gd name="connsiteX82525" fmla="*/ 907465 w 2119654"/>
              <a:gd name="connsiteY82525" fmla="*/ 411077 h 2398711"/>
              <a:gd name="connsiteX82526" fmla="*/ 907767 w 2119654"/>
              <a:gd name="connsiteY82526" fmla="*/ 411597 h 2398711"/>
              <a:gd name="connsiteX82527" fmla="*/ 924000 w 2119654"/>
              <a:gd name="connsiteY82527" fmla="*/ 373898 h 2398711"/>
              <a:gd name="connsiteX82528" fmla="*/ 923333 w 2119654"/>
              <a:gd name="connsiteY82528" fmla="*/ 376811 h 2398711"/>
              <a:gd name="connsiteX82529" fmla="*/ 928216 w 2119654"/>
              <a:gd name="connsiteY82529" fmla="*/ 380311 h 2398711"/>
              <a:gd name="connsiteX82530" fmla="*/ 927827 w 2119654"/>
              <a:gd name="connsiteY82530" fmla="*/ 377103 h 2398711"/>
              <a:gd name="connsiteX82531" fmla="*/ 882591 w 2119654"/>
              <a:gd name="connsiteY82531" fmla="*/ 466437 h 2398711"/>
              <a:gd name="connsiteX82532" fmla="*/ 881507 w 2119654"/>
              <a:gd name="connsiteY82532" fmla="*/ 469129 h 2398711"/>
              <a:gd name="connsiteX82533" fmla="*/ 881787 w 2119654"/>
              <a:gd name="connsiteY82533" fmla="*/ 469552 h 2398711"/>
              <a:gd name="connsiteX82534" fmla="*/ 886601 w 2119654"/>
              <a:gd name="connsiteY82534" fmla="*/ 474367 h 2398711"/>
              <a:gd name="connsiteX82535" fmla="*/ 886784 w 2119654"/>
              <a:gd name="connsiteY82535" fmla="*/ 473709 h 2398711"/>
              <a:gd name="connsiteX82536" fmla="*/ 886455 w 2119654"/>
              <a:gd name="connsiteY82536" fmla="*/ 473087 h 2398711"/>
              <a:gd name="connsiteX82537" fmla="*/ 883854 w 2119654"/>
              <a:gd name="connsiteY82537" fmla="*/ 463298 h 2398711"/>
              <a:gd name="connsiteX82538" fmla="*/ 882760 w 2119654"/>
              <a:gd name="connsiteY82538" fmla="*/ 466015 h 2398711"/>
              <a:gd name="connsiteX82539" fmla="*/ 886928 w 2119654"/>
              <a:gd name="connsiteY82539" fmla="*/ 473188 h 2398711"/>
              <a:gd name="connsiteX82540" fmla="*/ 887994 w 2119654"/>
              <a:gd name="connsiteY82540" fmla="*/ 469346 h 2398711"/>
              <a:gd name="connsiteX82541" fmla="*/ 889078 w 2119654"/>
              <a:gd name="connsiteY82541" fmla="*/ 465631 h 2398711"/>
              <a:gd name="connsiteX82542" fmla="*/ 885385 w 2119654"/>
              <a:gd name="connsiteY82542" fmla="*/ 459498 h 2398711"/>
              <a:gd name="connsiteX82543" fmla="*/ 884669 w 2119654"/>
              <a:gd name="connsiteY82543" fmla="*/ 461276 h 2398711"/>
              <a:gd name="connsiteX82544" fmla="*/ 888684 w 2119654"/>
              <a:gd name="connsiteY82544" fmla="*/ 463069 h 2398711"/>
              <a:gd name="connsiteX82545" fmla="*/ 888624 w 2119654"/>
              <a:gd name="connsiteY82545" fmla="*/ 462763 h 2398711"/>
              <a:gd name="connsiteX82546" fmla="*/ 886731 w 2119654"/>
              <a:gd name="connsiteY82546" fmla="*/ 456155 h 2398711"/>
              <a:gd name="connsiteX82547" fmla="*/ 885549 w 2119654"/>
              <a:gd name="connsiteY82547" fmla="*/ 459089 h 2398711"/>
              <a:gd name="connsiteX82548" fmla="*/ 888480 w 2119654"/>
              <a:gd name="connsiteY82548" fmla="*/ 462044 h 2398711"/>
              <a:gd name="connsiteX82549" fmla="*/ 887448 w 2119654"/>
              <a:gd name="connsiteY82549" fmla="*/ 456869 h 2398711"/>
              <a:gd name="connsiteX82550" fmla="*/ 371028 w 2119654"/>
              <a:gd name="connsiteY82550" fmla="*/ 1610780 h 2398711"/>
              <a:gd name="connsiteX82551" fmla="*/ 371126 w 2119654"/>
              <a:gd name="connsiteY82551" fmla="*/ 1612552 h 2398711"/>
              <a:gd name="connsiteX82552" fmla="*/ 372513 w 2119654"/>
              <a:gd name="connsiteY82552" fmla="*/ 1612700 h 2398711"/>
              <a:gd name="connsiteX82553" fmla="*/ 372609 w 2119654"/>
              <a:gd name="connsiteY82553" fmla="*/ 1612566 h 2398711"/>
              <a:gd name="connsiteX82554" fmla="*/ 371752 w 2119654"/>
              <a:gd name="connsiteY82554" fmla="*/ 1611495 h 2398711"/>
              <a:gd name="connsiteX82555" fmla="*/ 956015 w 2119654"/>
              <a:gd name="connsiteY82555" fmla="*/ 300651 h 2398711"/>
              <a:gd name="connsiteX82556" fmla="*/ 955396 w 2119654"/>
              <a:gd name="connsiteY82556" fmla="*/ 303385 h 2398711"/>
              <a:gd name="connsiteX82557" fmla="*/ 956920 w 2119654"/>
              <a:gd name="connsiteY82557" fmla="*/ 306967 h 2398711"/>
              <a:gd name="connsiteX82558" fmla="*/ 968136 w 2119654"/>
              <a:gd name="connsiteY82558" fmla="*/ 345656 h 2398711"/>
              <a:gd name="connsiteX82559" fmla="*/ 972297 w 2119654"/>
              <a:gd name="connsiteY82559" fmla="*/ 339190 h 2398711"/>
              <a:gd name="connsiteX82560" fmla="*/ 351203 w 2119654"/>
              <a:gd name="connsiteY82560" fmla="*/ 1654354 h 2398711"/>
              <a:gd name="connsiteX82561" fmla="*/ 351887 w 2119654"/>
              <a:gd name="connsiteY82561" fmla="*/ 1655082 h 2398711"/>
              <a:gd name="connsiteX82562" fmla="*/ 352132 w 2119654"/>
              <a:gd name="connsiteY82562" fmla="*/ 1654381 h 2398711"/>
              <a:gd name="connsiteX82563" fmla="*/ 876960 w 2119654"/>
              <a:gd name="connsiteY82563" fmla="*/ 476701 h 2398711"/>
              <a:gd name="connsiteX82564" fmla="*/ 877173 w 2119654"/>
              <a:gd name="connsiteY82564" fmla="*/ 477672 h 2398711"/>
              <a:gd name="connsiteX82565" fmla="*/ 877413 w 2119654"/>
              <a:gd name="connsiteY82565" fmla="*/ 477078 h 2398711"/>
              <a:gd name="connsiteX82566" fmla="*/ 313225 w 2119654"/>
              <a:gd name="connsiteY82566" fmla="*/ 1738624 h 2398711"/>
              <a:gd name="connsiteX82567" fmla="*/ 325928 w 2119654"/>
              <a:gd name="connsiteY82567" fmla="*/ 1743201 h 2398711"/>
              <a:gd name="connsiteX82568" fmla="*/ 327128 w 2119654"/>
              <a:gd name="connsiteY82568" fmla="*/ 1741183 h 2398711"/>
              <a:gd name="connsiteX82569" fmla="*/ 919579 w 2119654"/>
              <a:gd name="connsiteY82569" fmla="*/ 380470 h 2398711"/>
              <a:gd name="connsiteX82570" fmla="*/ 920918 w 2119654"/>
              <a:gd name="connsiteY82570" fmla="*/ 383654 h 2398711"/>
              <a:gd name="connsiteX82571" fmla="*/ 921399 w 2119654"/>
              <a:gd name="connsiteY82571" fmla="*/ 381554 h 2398711"/>
              <a:gd name="connsiteX82572" fmla="*/ 880159 w 2119654"/>
              <a:gd name="connsiteY82572" fmla="*/ 468525 h 2398711"/>
              <a:gd name="connsiteX82573" fmla="*/ 880273 w 2119654"/>
              <a:gd name="connsiteY82573" fmla="*/ 468897 h 2398711"/>
              <a:gd name="connsiteX82574" fmla="*/ 880527 w 2119654"/>
              <a:gd name="connsiteY82574" fmla="*/ 469347 h 2398711"/>
              <a:gd name="connsiteX82575" fmla="*/ 880635 w 2119654"/>
              <a:gd name="connsiteY82575" fmla="*/ 469080 h 2398711"/>
              <a:gd name="connsiteX82576" fmla="*/ 880508 w 2119654"/>
              <a:gd name="connsiteY82576" fmla="*/ 468872 h 2398711"/>
              <a:gd name="connsiteX82577" fmla="*/ 898486 w 2119654"/>
              <a:gd name="connsiteY82577" fmla="*/ 426979 h 2398711"/>
              <a:gd name="connsiteX82578" fmla="*/ 895910 w 2119654"/>
              <a:gd name="connsiteY82578" fmla="*/ 433372 h 2398711"/>
              <a:gd name="connsiteX82579" fmla="*/ 895928 w 2119654"/>
              <a:gd name="connsiteY82579" fmla="*/ 433417 h 2398711"/>
              <a:gd name="connsiteX82580" fmla="*/ 895929 w 2119654"/>
              <a:gd name="connsiteY82580" fmla="*/ 433419 h 2398711"/>
              <a:gd name="connsiteX82581" fmla="*/ 900786 w 2119654"/>
              <a:gd name="connsiteY82581" fmla="*/ 437470 h 2398711"/>
              <a:gd name="connsiteX82582" fmla="*/ 901530 w 2119654"/>
              <a:gd name="connsiteY82582" fmla="*/ 434222 h 2398711"/>
              <a:gd name="connsiteX82583" fmla="*/ 899252 w 2119654"/>
              <a:gd name="connsiteY82583" fmla="*/ 428316 h 2398711"/>
              <a:gd name="connsiteX82584" fmla="*/ 904987 w 2119654"/>
              <a:gd name="connsiteY82584" fmla="*/ 412397 h 2398711"/>
              <a:gd name="connsiteX82585" fmla="*/ 905986 w 2119654"/>
              <a:gd name="connsiteY82585" fmla="*/ 414772 h 2398711"/>
              <a:gd name="connsiteX82586" fmla="*/ 906340 w 2119654"/>
              <a:gd name="connsiteY82586" fmla="*/ 413226 h 2398711"/>
              <a:gd name="connsiteX82587" fmla="*/ 906292 w 2119654"/>
              <a:gd name="connsiteY82587" fmla="*/ 413175 h 2398711"/>
              <a:gd name="connsiteX82588" fmla="*/ 900154 w 2119654"/>
              <a:gd name="connsiteY82588" fmla="*/ 422836 h 2398711"/>
              <a:gd name="connsiteX82589" fmla="*/ 899892 w 2119654"/>
              <a:gd name="connsiteY82589" fmla="*/ 423487 h 2398711"/>
              <a:gd name="connsiteX82590" fmla="*/ 901740 w 2119654"/>
              <a:gd name="connsiteY82590" fmla="*/ 427066 h 2398711"/>
              <a:gd name="connsiteX82591" fmla="*/ 903051 w 2119654"/>
              <a:gd name="connsiteY82591" fmla="*/ 427586 h 2398711"/>
              <a:gd name="connsiteX82592" fmla="*/ 903413 w 2119654"/>
              <a:gd name="connsiteY82592" fmla="*/ 426003 h 2398711"/>
              <a:gd name="connsiteX82593" fmla="*/ 866691 w 2119654"/>
              <a:gd name="connsiteY82593" fmla="*/ 497744 h 2398711"/>
              <a:gd name="connsiteX82594" fmla="*/ 866692 w 2119654"/>
              <a:gd name="connsiteY82594" fmla="*/ 497748 h 2398711"/>
              <a:gd name="connsiteX82595" fmla="*/ 866894 w 2119654"/>
              <a:gd name="connsiteY82595" fmla="*/ 498134 h 2398711"/>
              <a:gd name="connsiteX82596" fmla="*/ 866937 w 2119654"/>
              <a:gd name="connsiteY82596" fmla="*/ 497930 h 2398711"/>
              <a:gd name="connsiteX82597" fmla="*/ 853823 w 2119654"/>
              <a:gd name="connsiteY82597" fmla="*/ 526499 h 2398711"/>
              <a:gd name="connsiteX82598" fmla="*/ 853742 w 2119654"/>
              <a:gd name="connsiteY82598" fmla="*/ 526778 h 2398711"/>
              <a:gd name="connsiteX82599" fmla="*/ 855714 w 2119654"/>
              <a:gd name="connsiteY82599" fmla="*/ 528692 h 2398711"/>
              <a:gd name="connsiteX82600" fmla="*/ 855712 w 2119654"/>
              <a:gd name="connsiteY82600" fmla="*/ 528548 h 2398711"/>
              <a:gd name="connsiteX82601" fmla="*/ 855059 w 2119654"/>
              <a:gd name="connsiteY82601" fmla="*/ 527703 h 2398711"/>
              <a:gd name="connsiteX82602" fmla="*/ 900765 w 2119654"/>
              <a:gd name="connsiteY82602" fmla="*/ 421321 h 2398711"/>
              <a:gd name="connsiteX82603" fmla="*/ 900290 w 2119654"/>
              <a:gd name="connsiteY82603" fmla="*/ 422500 h 2398711"/>
              <a:gd name="connsiteX82604" fmla="*/ 903501 w 2119654"/>
              <a:gd name="connsiteY82604" fmla="*/ 425620 h 2398711"/>
              <a:gd name="connsiteX82605" fmla="*/ 903806 w 2119654"/>
              <a:gd name="connsiteY82605" fmla="*/ 424286 h 2398711"/>
              <a:gd name="connsiteX82606" fmla="*/ 926249 w 2119654"/>
              <a:gd name="connsiteY82606" fmla="*/ 364080 h 2398711"/>
              <a:gd name="connsiteX82607" fmla="*/ 924060 w 2119654"/>
              <a:gd name="connsiteY82607" fmla="*/ 373636 h 2398711"/>
              <a:gd name="connsiteX82608" fmla="*/ 927786 w 2119654"/>
              <a:gd name="connsiteY82608" fmla="*/ 376753 h 2398711"/>
              <a:gd name="connsiteX82609" fmla="*/ 903835 w 2119654"/>
              <a:gd name="connsiteY82609" fmla="*/ 413699 h 2398711"/>
              <a:gd name="connsiteX82610" fmla="*/ 900927 w 2119654"/>
              <a:gd name="connsiteY82610" fmla="*/ 420919 h 2398711"/>
              <a:gd name="connsiteX82611" fmla="*/ 903926 w 2119654"/>
              <a:gd name="connsiteY82611" fmla="*/ 423764 h 2398711"/>
              <a:gd name="connsiteX82612" fmla="*/ 905717 w 2119654"/>
              <a:gd name="connsiteY82612" fmla="*/ 415944 h 2398711"/>
              <a:gd name="connsiteX82613" fmla="*/ 905335 w 2119654"/>
              <a:gd name="connsiteY82613" fmla="*/ 415034 h 2398711"/>
              <a:gd name="connsiteX82614" fmla="*/ 904295 w 2119654"/>
              <a:gd name="connsiteY82614" fmla="*/ 412560 h 2398711"/>
              <a:gd name="connsiteX82615" fmla="*/ 903965 w 2119654"/>
              <a:gd name="connsiteY82615" fmla="*/ 413378 h 2398711"/>
              <a:gd name="connsiteX82616" fmla="*/ 905043 w 2119654"/>
              <a:gd name="connsiteY82616" fmla="*/ 414338 h 2398711"/>
              <a:gd name="connsiteX82617" fmla="*/ 904725 w 2119654"/>
              <a:gd name="connsiteY82617" fmla="*/ 411492 h 2398711"/>
              <a:gd name="connsiteX82618" fmla="*/ 904716 w 2119654"/>
              <a:gd name="connsiteY82618" fmla="*/ 411516 h 2398711"/>
              <a:gd name="connsiteX82619" fmla="*/ 904786 w 2119654"/>
              <a:gd name="connsiteY82619" fmla="*/ 411558 h 2398711"/>
              <a:gd name="connsiteX82620" fmla="*/ 329307 w 2119654"/>
              <a:gd name="connsiteY82620" fmla="*/ 1699951 h 2398711"/>
              <a:gd name="connsiteX82621" fmla="*/ 333676 w 2119654"/>
              <a:gd name="connsiteY82621" fmla="*/ 1704263 h 2398711"/>
              <a:gd name="connsiteX82622" fmla="*/ 336526 w 2119654"/>
              <a:gd name="connsiteY82622" fmla="*/ 1707002 h 2398711"/>
              <a:gd name="connsiteX82623" fmla="*/ 337638 w 2119654"/>
              <a:gd name="connsiteY82623" fmla="*/ 1702521 h 2398711"/>
              <a:gd name="connsiteX82624" fmla="*/ 332179 w 2119654"/>
              <a:gd name="connsiteY82624" fmla="*/ 1700001 h 2398711"/>
              <a:gd name="connsiteX82625" fmla="*/ 332126 w 2119654"/>
              <a:gd name="connsiteY82625" fmla="*/ 1699976 h 2398711"/>
              <a:gd name="connsiteX82626" fmla="*/ 904971 w 2119654"/>
              <a:gd name="connsiteY82626" fmla="*/ 410881 h 2398711"/>
              <a:gd name="connsiteX82627" fmla="*/ 904906 w 2119654"/>
              <a:gd name="connsiteY82627" fmla="*/ 411043 h 2398711"/>
              <a:gd name="connsiteX82628" fmla="*/ 905654 w 2119654"/>
              <a:gd name="connsiteY82628" fmla="*/ 411847 h 2398711"/>
              <a:gd name="connsiteX82629" fmla="*/ 905718 w 2119654"/>
              <a:gd name="connsiteY82629" fmla="*/ 409026 h 2398711"/>
              <a:gd name="connsiteX82630" fmla="*/ 905077 w 2119654"/>
              <a:gd name="connsiteY82630" fmla="*/ 410619 h 2398711"/>
              <a:gd name="connsiteX82631" fmla="*/ 906232 w 2119654"/>
              <a:gd name="connsiteY82631" fmla="*/ 412422 h 2398711"/>
              <a:gd name="connsiteX82632" fmla="*/ 906489 w 2119654"/>
              <a:gd name="connsiteY82632" fmla="*/ 412574 h 2398711"/>
              <a:gd name="connsiteX82633" fmla="*/ 906769 w 2119654"/>
              <a:gd name="connsiteY82633" fmla="*/ 411353 h 2398711"/>
              <a:gd name="connsiteX82634" fmla="*/ 906810 w 2119654"/>
              <a:gd name="connsiteY82634" fmla="*/ 410906 h 2398711"/>
              <a:gd name="connsiteX82635" fmla="*/ 906291 w 2119654"/>
              <a:gd name="connsiteY82635" fmla="*/ 407603 h 2398711"/>
              <a:gd name="connsiteX82636" fmla="*/ 905946 w 2119654"/>
              <a:gd name="connsiteY82636" fmla="*/ 408462 h 2398711"/>
              <a:gd name="connsiteX82637" fmla="*/ 906886 w 2119654"/>
              <a:gd name="connsiteY82637" fmla="*/ 410080 h 2398711"/>
              <a:gd name="connsiteX82638" fmla="*/ 906950 w 2119654"/>
              <a:gd name="connsiteY82638" fmla="*/ 409387 h 2398711"/>
              <a:gd name="connsiteX82639" fmla="*/ 958111 w 2119654"/>
              <a:gd name="connsiteY82639" fmla="*/ 291382 h 2398711"/>
              <a:gd name="connsiteX82640" fmla="*/ 956130 w 2119654"/>
              <a:gd name="connsiteY82640" fmla="*/ 300140 h 2398711"/>
              <a:gd name="connsiteX82641" fmla="*/ 961913 w 2119654"/>
              <a:gd name="connsiteY82641" fmla="*/ 312433 h 2398711"/>
              <a:gd name="connsiteX82642" fmla="*/ 972852 w 2119654"/>
              <a:gd name="connsiteY82642" fmla="*/ 338327 h 2398711"/>
              <a:gd name="connsiteX82643" fmla="*/ 982579 w 2119654"/>
              <a:gd name="connsiteY82643" fmla="*/ 323210 h 2398711"/>
              <a:gd name="connsiteX82644" fmla="*/ 983679 w 2119654"/>
              <a:gd name="connsiteY82644" fmla="*/ 319622 h 2398711"/>
              <a:gd name="connsiteX82645" fmla="*/ 978353 w 2119654"/>
              <a:gd name="connsiteY82645" fmla="*/ 313020 h 2398711"/>
              <a:gd name="connsiteX82646" fmla="*/ 876428 w 2119654"/>
              <a:gd name="connsiteY82646" fmla="*/ 474284 h 2398711"/>
              <a:gd name="connsiteX82647" fmla="*/ 876744 w 2119654"/>
              <a:gd name="connsiteY82647" fmla="*/ 475719 h 2398711"/>
              <a:gd name="connsiteX82648" fmla="*/ 877655 w 2119654"/>
              <a:gd name="connsiteY82648" fmla="*/ 476478 h 2398711"/>
              <a:gd name="connsiteX82649" fmla="*/ 878055 w 2119654"/>
              <a:gd name="connsiteY82649" fmla="*/ 475484 h 2398711"/>
              <a:gd name="connsiteX82650" fmla="*/ 907359 w 2119654"/>
              <a:gd name="connsiteY82650" fmla="*/ 404953 h 2398711"/>
              <a:gd name="connsiteX82651" fmla="*/ 906726 w 2119654"/>
              <a:gd name="connsiteY82651" fmla="*/ 406524 h 2398711"/>
              <a:gd name="connsiteX82652" fmla="*/ 907145 w 2119654"/>
              <a:gd name="connsiteY82652" fmla="*/ 407273 h 2398711"/>
              <a:gd name="connsiteX82653" fmla="*/ 867123 w 2119654"/>
              <a:gd name="connsiteY82653" fmla="*/ 494891 h 2398711"/>
              <a:gd name="connsiteX82654" fmla="*/ 867093 w 2119654"/>
              <a:gd name="connsiteY82654" fmla="*/ 495031 h 2398711"/>
              <a:gd name="connsiteX82655" fmla="*/ 867229 w 2119654"/>
              <a:gd name="connsiteY82655" fmla="*/ 495122 h 2398711"/>
              <a:gd name="connsiteX82656" fmla="*/ 867236 w 2119654"/>
              <a:gd name="connsiteY82656" fmla="*/ 495042 h 2398711"/>
              <a:gd name="connsiteX82657" fmla="*/ 909389 w 2119654"/>
              <a:gd name="connsiteY82657" fmla="*/ 399913 h 2398711"/>
              <a:gd name="connsiteX82658" fmla="*/ 907880 w 2119654"/>
              <a:gd name="connsiteY82658" fmla="*/ 403658 h 2398711"/>
              <a:gd name="connsiteX82659" fmla="*/ 907489 w 2119654"/>
              <a:gd name="connsiteY82659" fmla="*/ 407891 h 2398711"/>
              <a:gd name="connsiteX82660" fmla="*/ 907541 w 2119654"/>
              <a:gd name="connsiteY82660" fmla="*/ 407982 h 2398711"/>
              <a:gd name="connsiteX82661" fmla="*/ 368289 w 2119654"/>
              <a:gd name="connsiteY82661" fmla="*/ 1611353 h 2398711"/>
              <a:gd name="connsiteX82662" fmla="*/ 369024 w 2119654"/>
              <a:gd name="connsiteY82662" fmla="*/ 1612328 h 2398711"/>
              <a:gd name="connsiteX82663" fmla="*/ 369710 w 2119654"/>
              <a:gd name="connsiteY82663" fmla="*/ 1612401 h 2398711"/>
              <a:gd name="connsiteX82664" fmla="*/ 369708 w 2119654"/>
              <a:gd name="connsiteY82664" fmla="*/ 1612360 h 2398711"/>
              <a:gd name="connsiteX82665" fmla="*/ 910936 w 2119654"/>
              <a:gd name="connsiteY82665" fmla="*/ 396074 h 2398711"/>
              <a:gd name="connsiteX82666" fmla="*/ 910856 w 2119654"/>
              <a:gd name="connsiteY82666" fmla="*/ 396272 h 2398711"/>
              <a:gd name="connsiteX82667" fmla="*/ 907989 w 2119654"/>
              <a:gd name="connsiteY82667" fmla="*/ 408785 h 2398711"/>
              <a:gd name="connsiteX82668" fmla="*/ 911913 w 2119654"/>
              <a:gd name="connsiteY82668" fmla="*/ 415807 h 2398711"/>
              <a:gd name="connsiteX82669" fmla="*/ 913356 w 2119654"/>
              <a:gd name="connsiteY82669" fmla="*/ 416666 h 2398711"/>
              <a:gd name="connsiteX82670" fmla="*/ 916610 w 2119654"/>
              <a:gd name="connsiteY82670" fmla="*/ 402460 h 2398711"/>
              <a:gd name="connsiteX82671" fmla="*/ 911241 w 2119654"/>
              <a:gd name="connsiteY82671" fmla="*/ 396292 h 2398711"/>
              <a:gd name="connsiteX82672" fmla="*/ 958585 w 2119654"/>
              <a:gd name="connsiteY82672" fmla="*/ 289288 h 2398711"/>
              <a:gd name="connsiteX82673" fmla="*/ 958479 w 2119654"/>
              <a:gd name="connsiteY82673" fmla="*/ 289757 h 2398711"/>
              <a:gd name="connsiteX82674" fmla="*/ 970332 w 2119654"/>
              <a:gd name="connsiteY82674" fmla="*/ 302428 h 2398711"/>
              <a:gd name="connsiteX82675" fmla="*/ 962301 w 2119654"/>
              <a:gd name="connsiteY82675" fmla="*/ 293415 h 2398711"/>
              <a:gd name="connsiteX82676" fmla="*/ 962556 w 2119654"/>
              <a:gd name="connsiteY82676" fmla="*/ 293461 h 2398711"/>
              <a:gd name="connsiteX82677" fmla="*/ 974896 w 2119654"/>
              <a:gd name="connsiteY82677" fmla="*/ 307308 h 2398711"/>
              <a:gd name="connsiteX82678" fmla="*/ 982783 w 2119654"/>
              <a:gd name="connsiteY82678" fmla="*/ 315739 h 2398711"/>
              <a:gd name="connsiteX82679" fmla="*/ 981885 w 2119654"/>
              <a:gd name="connsiteY82679" fmla="*/ 313831 h 2398711"/>
              <a:gd name="connsiteX82680" fmla="*/ 963051 w 2119654"/>
              <a:gd name="connsiteY82680" fmla="*/ 293692 h 2398711"/>
              <a:gd name="connsiteX82681" fmla="*/ 856434 w 2119654"/>
              <a:gd name="connsiteY82681" fmla="*/ 517539 h 2398711"/>
              <a:gd name="connsiteX82682" fmla="*/ 855406 w 2119654"/>
              <a:gd name="connsiteY82682" fmla="*/ 521065 h 2398711"/>
              <a:gd name="connsiteX82683" fmla="*/ 856205 w 2119654"/>
              <a:gd name="connsiteY82683" fmla="*/ 521840 h 2398711"/>
              <a:gd name="connsiteX82684" fmla="*/ 856753 w 2119654"/>
              <a:gd name="connsiteY82684" fmla="*/ 518040 h 2398711"/>
              <a:gd name="connsiteX82685" fmla="*/ 876194 w 2119654"/>
              <a:gd name="connsiteY82685" fmla="*/ 473219 h 2398711"/>
              <a:gd name="connsiteX82686" fmla="*/ 876210 w 2119654"/>
              <a:gd name="connsiteY82686" fmla="*/ 473291 h 2398711"/>
              <a:gd name="connsiteX82687" fmla="*/ 878314 w 2119654"/>
              <a:gd name="connsiteY82687" fmla="*/ 474843 h 2398711"/>
              <a:gd name="connsiteX82688" fmla="*/ 878545 w 2119654"/>
              <a:gd name="connsiteY82688" fmla="*/ 474269 h 2398711"/>
              <a:gd name="connsiteX82689" fmla="*/ 914278 w 2119654"/>
              <a:gd name="connsiteY82689" fmla="*/ 387773 h 2398711"/>
              <a:gd name="connsiteX82690" fmla="*/ 912770 w 2119654"/>
              <a:gd name="connsiteY82690" fmla="*/ 391518 h 2398711"/>
              <a:gd name="connsiteX82691" fmla="*/ 913291 w 2119654"/>
              <a:gd name="connsiteY82691" fmla="*/ 392158 h 2398711"/>
              <a:gd name="connsiteX82692" fmla="*/ 917202 w 2119654"/>
              <a:gd name="connsiteY82692" fmla="*/ 396128 h 2398711"/>
              <a:gd name="connsiteX82693" fmla="*/ 917887 w 2119654"/>
              <a:gd name="connsiteY82693" fmla="*/ 396882 h 2398711"/>
              <a:gd name="connsiteX82694" fmla="*/ 918564 w 2119654"/>
              <a:gd name="connsiteY82694" fmla="*/ 393927 h 2398711"/>
              <a:gd name="connsiteX82695" fmla="*/ 917195 w 2119654"/>
              <a:gd name="connsiteY82695" fmla="*/ 391922 h 2398711"/>
              <a:gd name="connsiteX82696" fmla="*/ 898955 w 2119654"/>
              <a:gd name="connsiteY82696" fmla="*/ 421671 h 2398711"/>
              <a:gd name="connsiteX82697" fmla="*/ 899391 w 2119654"/>
              <a:gd name="connsiteY82697" fmla="*/ 422516 h 2398711"/>
              <a:gd name="connsiteX82698" fmla="*/ 899513 w 2119654"/>
              <a:gd name="connsiteY82698" fmla="*/ 422214 h 2398711"/>
              <a:gd name="connsiteX82699" fmla="*/ 921288 w 2119654"/>
              <a:gd name="connsiteY82699" fmla="*/ 371627 h 2398711"/>
              <a:gd name="connsiteX82700" fmla="*/ 922786 w 2119654"/>
              <a:gd name="connsiteY82700" fmla="*/ 375497 h 2398711"/>
              <a:gd name="connsiteX82701" fmla="*/ 923289 w 2119654"/>
              <a:gd name="connsiteY82701" fmla="*/ 373303 h 2398711"/>
              <a:gd name="connsiteX82702" fmla="*/ 857112 w 2119654"/>
              <a:gd name="connsiteY82702" fmla="*/ 515212 h 2398711"/>
              <a:gd name="connsiteX82703" fmla="*/ 857022 w 2119654"/>
              <a:gd name="connsiteY82703" fmla="*/ 515522 h 2398711"/>
              <a:gd name="connsiteX82704" fmla="*/ 857101 w 2119654"/>
              <a:gd name="connsiteY82704" fmla="*/ 515631 h 2398711"/>
              <a:gd name="connsiteX82705" fmla="*/ 857157 w 2119654"/>
              <a:gd name="connsiteY82705" fmla="*/ 515241 h 2398711"/>
              <a:gd name="connsiteX82706" fmla="*/ 917677 w 2119654"/>
              <a:gd name="connsiteY82706" fmla="*/ 379336 h 2398711"/>
              <a:gd name="connsiteX82707" fmla="*/ 914350 w 2119654"/>
              <a:gd name="connsiteY82707" fmla="*/ 387595 h 2398711"/>
              <a:gd name="connsiteX82708" fmla="*/ 918623 w 2119654"/>
              <a:gd name="connsiteY82708" fmla="*/ 393672 h 2398711"/>
              <a:gd name="connsiteX82709" fmla="*/ 920558 w 2119654"/>
              <a:gd name="connsiteY82709" fmla="*/ 385224 h 2398711"/>
              <a:gd name="connsiteX82710" fmla="*/ 918220 w 2119654"/>
              <a:gd name="connsiteY82710" fmla="*/ 379658 h 2398711"/>
              <a:gd name="connsiteX82711" fmla="*/ 328801 w 2119654"/>
              <a:gd name="connsiteY82711" fmla="*/ 1697656 h 2398711"/>
              <a:gd name="connsiteX82712" fmla="*/ 330964 w 2119654"/>
              <a:gd name="connsiteY82712" fmla="*/ 1698655 h 2398711"/>
              <a:gd name="connsiteX82713" fmla="*/ 338579 w 2119654"/>
              <a:gd name="connsiteY82713" fmla="*/ 1698723 h 2398711"/>
              <a:gd name="connsiteX82714" fmla="*/ 338587 w 2119654"/>
              <a:gd name="connsiteY82714" fmla="*/ 1698693 h 2398711"/>
              <a:gd name="connsiteX82715" fmla="*/ 320101 w 2119654"/>
              <a:gd name="connsiteY82715" fmla="*/ 1717011 h 2398711"/>
              <a:gd name="connsiteX82716" fmla="*/ 326852 w 2119654"/>
              <a:gd name="connsiteY82716" fmla="*/ 1722290 h 2398711"/>
              <a:gd name="connsiteX82717" fmla="*/ 332157 w 2119654"/>
              <a:gd name="connsiteY82717" fmla="*/ 1724621 h 2398711"/>
              <a:gd name="connsiteX82718" fmla="*/ 332428 w 2119654"/>
              <a:gd name="connsiteY82718" fmla="*/ 1723524 h 2398711"/>
              <a:gd name="connsiteX82719" fmla="*/ 325421 w 2119654"/>
              <a:gd name="connsiteY82719" fmla="*/ 1718064 h 2398711"/>
              <a:gd name="connsiteX82720" fmla="*/ 323781 w 2119654"/>
              <a:gd name="connsiteY82720" fmla="*/ 1717444 h 2398711"/>
              <a:gd name="connsiteX82721" fmla="*/ 919573 w 2119654"/>
              <a:gd name="connsiteY82721" fmla="*/ 374629 h 2398711"/>
              <a:gd name="connsiteX82722" fmla="*/ 918375 w 2119654"/>
              <a:gd name="connsiteY82722" fmla="*/ 377603 h 2398711"/>
              <a:gd name="connsiteX82723" fmla="*/ 919040 w 2119654"/>
              <a:gd name="connsiteY82723" fmla="*/ 379185 h 2398711"/>
              <a:gd name="connsiteX82724" fmla="*/ 921593 w 2119654"/>
              <a:gd name="connsiteY82724" fmla="*/ 380707 h 2398711"/>
              <a:gd name="connsiteX82725" fmla="*/ 922097 w 2119654"/>
              <a:gd name="connsiteY82725" fmla="*/ 378505 h 2398711"/>
              <a:gd name="connsiteX82726" fmla="*/ 919734 w 2119654"/>
              <a:gd name="connsiteY82726" fmla="*/ 374748 h 2398711"/>
              <a:gd name="connsiteX82727" fmla="*/ 939201 w 2119654"/>
              <a:gd name="connsiteY82727" fmla="*/ 330583 h 2398711"/>
              <a:gd name="connsiteX82728" fmla="*/ 946193 w 2119654"/>
              <a:gd name="connsiteY82728" fmla="*/ 340815 h 2398711"/>
              <a:gd name="connsiteX82729" fmla="*/ 944459 w 2119654"/>
              <a:gd name="connsiteY82729" fmla="*/ 336823 h 2398711"/>
              <a:gd name="connsiteX82730" fmla="*/ 920415 w 2119654"/>
              <a:gd name="connsiteY82730" fmla="*/ 372540 h 2398711"/>
              <a:gd name="connsiteX82731" fmla="*/ 920131 w 2119654"/>
              <a:gd name="connsiteY82731" fmla="*/ 373245 h 2398711"/>
              <a:gd name="connsiteX82732" fmla="*/ 921458 w 2119654"/>
              <a:gd name="connsiteY82732" fmla="*/ 375466 h 2398711"/>
              <a:gd name="connsiteX82733" fmla="*/ 921583 w 2119654"/>
              <a:gd name="connsiteY82733" fmla="*/ 375554 h 2398711"/>
              <a:gd name="connsiteX82734" fmla="*/ 885873 w 2119654"/>
              <a:gd name="connsiteY82734" fmla="*/ 449264 h 2398711"/>
              <a:gd name="connsiteX82735" fmla="*/ 885953 w 2119654"/>
              <a:gd name="connsiteY82735" fmla="*/ 449361 h 2398711"/>
              <a:gd name="connsiteX82736" fmla="*/ 885939 w 2119654"/>
              <a:gd name="connsiteY82736" fmla="*/ 449290 h 2398711"/>
              <a:gd name="connsiteX82737" fmla="*/ 880244 w 2119654"/>
              <a:gd name="connsiteY82737" fmla="*/ 461685 h 2398711"/>
              <a:gd name="connsiteX82738" fmla="*/ 882234 w 2119654"/>
              <a:gd name="connsiteY82738" fmla="*/ 465110 h 2398711"/>
              <a:gd name="connsiteX82739" fmla="*/ 883100 w 2119654"/>
              <a:gd name="connsiteY82739" fmla="*/ 462961 h 2398711"/>
              <a:gd name="connsiteX82740" fmla="*/ 924602 w 2119654"/>
              <a:gd name="connsiteY82740" fmla="*/ 362185 h 2398711"/>
              <a:gd name="connsiteX82741" fmla="*/ 924185 w 2119654"/>
              <a:gd name="connsiteY82741" fmla="*/ 363180 h 2398711"/>
              <a:gd name="connsiteX82742" fmla="*/ 921040 w 2119654"/>
              <a:gd name="connsiteY82742" fmla="*/ 370987 h 2398711"/>
              <a:gd name="connsiteX82743" fmla="*/ 921143 w 2119654"/>
              <a:gd name="connsiteY82743" fmla="*/ 371252 h 2398711"/>
              <a:gd name="connsiteX82744" fmla="*/ 923347 w 2119654"/>
              <a:gd name="connsiteY82744" fmla="*/ 373047 h 2398711"/>
              <a:gd name="connsiteX82745" fmla="*/ 925595 w 2119654"/>
              <a:gd name="connsiteY82745" fmla="*/ 363233 h 2398711"/>
              <a:gd name="connsiteX82746" fmla="*/ 351860 w 2119654"/>
              <a:gd name="connsiteY82746" fmla="*/ 1644636 h 2398711"/>
              <a:gd name="connsiteX82747" fmla="*/ 354703 w 2119654"/>
              <a:gd name="connsiteY82747" fmla="*/ 1646969 h 2398711"/>
              <a:gd name="connsiteX82748" fmla="*/ 354727 w 2119654"/>
              <a:gd name="connsiteY82748" fmla="*/ 1646966 h 2398711"/>
              <a:gd name="connsiteX82749" fmla="*/ 354983 w 2119654"/>
              <a:gd name="connsiteY82749" fmla="*/ 1646237 h 2398711"/>
              <a:gd name="connsiteX82750" fmla="*/ 355546 w 2119654"/>
              <a:gd name="connsiteY82750" fmla="*/ 1645090 h 2398711"/>
              <a:gd name="connsiteX82751" fmla="*/ 925700 w 2119654"/>
              <a:gd name="connsiteY82751" fmla="*/ 359561 h 2398711"/>
              <a:gd name="connsiteX82752" fmla="*/ 924916 w 2119654"/>
              <a:gd name="connsiteY82752" fmla="*/ 361434 h 2398711"/>
              <a:gd name="connsiteX82753" fmla="*/ 925795 w 2119654"/>
              <a:gd name="connsiteY82753" fmla="*/ 362361 h 2398711"/>
              <a:gd name="connsiteX82754" fmla="*/ 925954 w 2119654"/>
              <a:gd name="connsiteY82754" fmla="*/ 361663 h 2398711"/>
              <a:gd name="connsiteX82755" fmla="*/ 867274 w 2119654"/>
              <a:gd name="connsiteY82755" fmla="*/ 490266 h 2398711"/>
              <a:gd name="connsiteX82756" fmla="*/ 867630 w 2119654"/>
              <a:gd name="connsiteY82756" fmla="*/ 490956 h 2398711"/>
              <a:gd name="connsiteX82757" fmla="*/ 867673 w 2119654"/>
              <a:gd name="connsiteY82757" fmla="*/ 490503 h 2398711"/>
              <a:gd name="connsiteX82758" fmla="*/ 903448 w 2119654"/>
              <a:gd name="connsiteY82758" fmla="*/ 408732 h 2398711"/>
              <a:gd name="connsiteX82759" fmla="*/ 904019 w 2119654"/>
              <a:gd name="connsiteY82759" fmla="*/ 410091 h 2398711"/>
              <a:gd name="connsiteX82760" fmla="*/ 904283 w 2119654"/>
              <a:gd name="connsiteY82760" fmla="*/ 410374 h 2398711"/>
              <a:gd name="connsiteX82761" fmla="*/ 904402 w 2119654"/>
              <a:gd name="connsiteY82761" fmla="*/ 410078 h 2398711"/>
              <a:gd name="connsiteX82762" fmla="*/ 865760 w 2119654"/>
              <a:gd name="connsiteY82762" fmla="*/ 493076 h 2398711"/>
              <a:gd name="connsiteX82763" fmla="*/ 866002 w 2119654"/>
              <a:gd name="connsiteY82763" fmla="*/ 494288 h 2398711"/>
              <a:gd name="connsiteX82764" fmla="*/ 866828 w 2119654"/>
              <a:gd name="connsiteY82764" fmla="*/ 494850 h 2398711"/>
              <a:gd name="connsiteX82765" fmla="*/ 866886 w 2119654"/>
              <a:gd name="connsiteY82765" fmla="*/ 494576 h 2398711"/>
              <a:gd name="connsiteX82766" fmla="*/ 290836 w 2119654"/>
              <a:gd name="connsiteY82766" fmla="*/ 1780304 h 2398711"/>
              <a:gd name="connsiteX82767" fmla="*/ 300946 w 2119654"/>
              <a:gd name="connsiteY82767" fmla="*/ 1783791 h 2398711"/>
              <a:gd name="connsiteX82768" fmla="*/ 304615 w 2119654"/>
              <a:gd name="connsiteY82768" fmla="*/ 1784486 h 2398711"/>
              <a:gd name="connsiteX82769" fmla="*/ 318896 w 2119654"/>
              <a:gd name="connsiteY82769" fmla="*/ 1786433 h 2398711"/>
              <a:gd name="connsiteX82770" fmla="*/ 309427 w 2119654"/>
              <a:gd name="connsiteY82770" fmla="*/ 1781742 h 2398711"/>
              <a:gd name="connsiteX82771" fmla="*/ 306501 w 2119654"/>
              <a:gd name="connsiteY82771" fmla="*/ 1780434 h 2398711"/>
              <a:gd name="connsiteX82772" fmla="*/ 304913 w 2119654"/>
              <a:gd name="connsiteY82772" fmla="*/ 1780093 h 2398711"/>
              <a:gd name="connsiteX82773" fmla="*/ 303117 w 2119654"/>
              <a:gd name="connsiteY82773" fmla="*/ 1783210 h 2398711"/>
              <a:gd name="connsiteX82774" fmla="*/ 303040 w 2119654"/>
              <a:gd name="connsiteY82774" fmla="*/ 1782890 h 2398711"/>
              <a:gd name="connsiteX82775" fmla="*/ 304680 w 2119654"/>
              <a:gd name="connsiteY82775" fmla="*/ 1780044 h 2398711"/>
              <a:gd name="connsiteX82776" fmla="*/ 299981 w 2119654"/>
              <a:gd name="connsiteY82776" fmla="*/ 1779037 h 2398711"/>
              <a:gd name="connsiteX82777" fmla="*/ 933161 w 2119654"/>
              <a:gd name="connsiteY82777" fmla="*/ 341736 h 2398711"/>
              <a:gd name="connsiteX82778" fmla="*/ 932512 w 2119654"/>
              <a:gd name="connsiteY82778" fmla="*/ 343286 h 2398711"/>
              <a:gd name="connsiteX82779" fmla="*/ 933675 w 2119654"/>
              <a:gd name="connsiteY82779" fmla="*/ 352879 h 2398711"/>
              <a:gd name="connsiteX82780" fmla="*/ 942274 w 2119654"/>
              <a:gd name="connsiteY82780" fmla="*/ 363083 h 2398711"/>
              <a:gd name="connsiteX82781" fmla="*/ 943908 w 2119654"/>
              <a:gd name="connsiteY82781" fmla="*/ 355383 h 2398711"/>
              <a:gd name="connsiteX82782" fmla="*/ 936853 w 2119654"/>
              <a:gd name="connsiteY82782" fmla="*/ 347464 h 2398711"/>
              <a:gd name="connsiteX82783" fmla="*/ 937043 w 2119654"/>
              <a:gd name="connsiteY82783" fmla="*/ 347499 h 2398711"/>
              <a:gd name="connsiteX82784" fmla="*/ 943939 w 2119654"/>
              <a:gd name="connsiteY82784" fmla="*/ 355237 h 2398711"/>
              <a:gd name="connsiteX82785" fmla="*/ 944308 w 2119654"/>
              <a:gd name="connsiteY82785" fmla="*/ 353498 h 2398711"/>
              <a:gd name="connsiteX82786" fmla="*/ 913165 w 2119654"/>
              <a:gd name="connsiteY82786" fmla="*/ 386190 h 2398711"/>
              <a:gd name="connsiteX82787" fmla="*/ 912125 w 2119654"/>
              <a:gd name="connsiteY82787" fmla="*/ 390728 h 2398711"/>
              <a:gd name="connsiteX82788" fmla="*/ 912209 w 2119654"/>
              <a:gd name="connsiteY82788" fmla="*/ 390831 h 2398711"/>
              <a:gd name="connsiteX82789" fmla="*/ 913784 w 2119654"/>
              <a:gd name="connsiteY82789" fmla="*/ 387069 h 2398711"/>
              <a:gd name="connsiteX82790" fmla="*/ 301965 w 2119654"/>
              <a:gd name="connsiteY82790" fmla="*/ 1754699 h 2398711"/>
              <a:gd name="connsiteX82791" fmla="*/ 310974 w 2119654"/>
              <a:gd name="connsiteY82791" fmla="*/ 1759436 h 2398711"/>
              <a:gd name="connsiteX82792" fmla="*/ 308011 w 2119654"/>
              <a:gd name="connsiteY82792" fmla="*/ 1756756 h 2398711"/>
              <a:gd name="connsiteX82793" fmla="*/ 938241 w 2119654"/>
              <a:gd name="connsiteY82793" fmla="*/ 329597 h 2398711"/>
              <a:gd name="connsiteX82794" fmla="*/ 933395 w 2119654"/>
              <a:gd name="connsiteY82794" fmla="*/ 341175 h 2398711"/>
              <a:gd name="connsiteX82795" fmla="*/ 944448 w 2119654"/>
              <a:gd name="connsiteY82795" fmla="*/ 352837 h 2398711"/>
              <a:gd name="connsiteX82796" fmla="*/ 944846 w 2119654"/>
              <a:gd name="connsiteY82796" fmla="*/ 350964 h 2398711"/>
              <a:gd name="connsiteX82797" fmla="*/ 942745 w 2119654"/>
              <a:gd name="connsiteY82797" fmla="*/ 347686 h 2398711"/>
              <a:gd name="connsiteX82798" fmla="*/ 942990 w 2119654"/>
              <a:gd name="connsiteY82798" fmla="*/ 347771 h 2398711"/>
              <a:gd name="connsiteX82799" fmla="*/ 944893 w 2119654"/>
              <a:gd name="connsiteY82799" fmla="*/ 350740 h 2398711"/>
              <a:gd name="connsiteX82800" fmla="*/ 945479 w 2119654"/>
              <a:gd name="connsiteY82800" fmla="*/ 347984 h 2398711"/>
              <a:gd name="connsiteX82801" fmla="*/ 939654 w 2119654"/>
              <a:gd name="connsiteY82801" fmla="*/ 332774 h 2398711"/>
              <a:gd name="connsiteX82802" fmla="*/ 940120 w 2119654"/>
              <a:gd name="connsiteY82802" fmla="*/ 333052 h 2398711"/>
              <a:gd name="connsiteX82803" fmla="*/ 943206 w 2119654"/>
              <a:gd name="connsiteY82803" fmla="*/ 341111 h 2398711"/>
              <a:gd name="connsiteX82804" fmla="*/ 943468 w 2119654"/>
              <a:gd name="connsiteY82804" fmla="*/ 341189 h 2398711"/>
              <a:gd name="connsiteX82805" fmla="*/ 946119 w 2119654"/>
              <a:gd name="connsiteY82805" fmla="*/ 344962 h 2398711"/>
              <a:gd name="connsiteX82806" fmla="*/ 946727 w 2119654"/>
              <a:gd name="connsiteY82806" fmla="*/ 342097 h 2398711"/>
              <a:gd name="connsiteX82807" fmla="*/ 944822 w 2119654"/>
              <a:gd name="connsiteY82807" fmla="*/ 339227 h 2398711"/>
              <a:gd name="connsiteX82808" fmla="*/ 939756 w 2119654"/>
              <a:gd name="connsiteY82808" fmla="*/ 325978 h 2398711"/>
              <a:gd name="connsiteX82809" fmla="*/ 938563 w 2119654"/>
              <a:gd name="connsiteY82809" fmla="*/ 328828 h 2398711"/>
              <a:gd name="connsiteX82810" fmla="*/ 939846 w 2119654"/>
              <a:gd name="connsiteY82810" fmla="*/ 330309 h 2398711"/>
              <a:gd name="connsiteX82811" fmla="*/ 943530 w 2119654"/>
              <a:gd name="connsiteY82811" fmla="*/ 334677 h 2398711"/>
              <a:gd name="connsiteX82812" fmla="*/ 351090 w 2119654"/>
              <a:gd name="connsiteY82812" fmla="*/ 1644003 h 2398711"/>
              <a:gd name="connsiteX82813" fmla="*/ 351345 w 2119654"/>
              <a:gd name="connsiteY82813" fmla="*/ 1644212 h 2398711"/>
              <a:gd name="connsiteX82814" fmla="*/ 354001 w 2119654"/>
              <a:gd name="connsiteY82814" fmla="*/ 1644503 h 2398711"/>
              <a:gd name="connsiteX82815" fmla="*/ 908725 w 2119654"/>
              <a:gd name="connsiteY82815" fmla="*/ 394491 h 2398711"/>
              <a:gd name="connsiteX82816" fmla="*/ 908144 w 2119654"/>
              <a:gd name="connsiteY82816" fmla="*/ 400787 h 2398711"/>
              <a:gd name="connsiteX82817" fmla="*/ 910244 w 2119654"/>
              <a:gd name="connsiteY82817" fmla="*/ 395577 h 2398711"/>
              <a:gd name="connsiteX82818" fmla="*/ 902921 w 2119654"/>
              <a:gd name="connsiteY82818" fmla="*/ 407478 h 2398711"/>
              <a:gd name="connsiteX82819" fmla="*/ 903063 w 2119654"/>
              <a:gd name="connsiteY82819" fmla="*/ 407815 h 2398711"/>
              <a:gd name="connsiteX82820" fmla="*/ 904375 w 2119654"/>
              <a:gd name="connsiteY82820" fmla="*/ 409747 h 2398711"/>
              <a:gd name="connsiteX82821" fmla="*/ 352494 w 2119654"/>
              <a:gd name="connsiteY82821" fmla="*/ 1639877 h 2398711"/>
              <a:gd name="connsiteX82822" fmla="*/ 357038 w 2119654"/>
              <a:gd name="connsiteY82822" fmla="*/ 1642054 h 2398711"/>
              <a:gd name="connsiteX82823" fmla="*/ 357318 w 2119654"/>
              <a:gd name="connsiteY82823" fmla="*/ 1641484 h 2398711"/>
              <a:gd name="connsiteX82824" fmla="*/ 866526 w 2119654"/>
              <a:gd name="connsiteY82824" fmla="*/ 488812 h 2398711"/>
              <a:gd name="connsiteX82825" fmla="*/ 866964 w 2119654"/>
              <a:gd name="connsiteY82825" fmla="*/ 489663 h 2398711"/>
              <a:gd name="connsiteX82826" fmla="*/ 867452 w 2119654"/>
              <a:gd name="connsiteY82826" fmla="*/ 489954 h 2398711"/>
              <a:gd name="connsiteX82827" fmla="*/ 326764 w 2119654"/>
              <a:gd name="connsiteY82827" fmla="*/ 1697441 h 2398711"/>
              <a:gd name="connsiteX82828" fmla="*/ 327966 w 2119654"/>
              <a:gd name="connsiteY82828" fmla="*/ 1698627 h 2398711"/>
              <a:gd name="connsiteX82829" fmla="*/ 329330 w 2119654"/>
              <a:gd name="connsiteY82829" fmla="*/ 1698640 h 2398711"/>
              <a:gd name="connsiteX82830" fmla="*/ 326835 w 2119654"/>
              <a:gd name="connsiteY82830" fmla="*/ 1697448 h 2398711"/>
              <a:gd name="connsiteX82831" fmla="*/ 325510 w 2119654"/>
              <a:gd name="connsiteY82831" fmla="*/ 1699917 h 2398711"/>
              <a:gd name="connsiteX82832" fmla="*/ 329211 w 2119654"/>
              <a:gd name="connsiteY82832" fmla="*/ 1704657 h 2398711"/>
              <a:gd name="connsiteX82833" fmla="*/ 336201 w 2119654"/>
              <a:gd name="connsiteY82833" fmla="*/ 1707619 h 2398711"/>
              <a:gd name="connsiteX82834" fmla="*/ 336375 w 2119654"/>
              <a:gd name="connsiteY82834" fmla="*/ 1707614 h 2398711"/>
              <a:gd name="connsiteX82835" fmla="*/ 336429 w 2119654"/>
              <a:gd name="connsiteY82835" fmla="*/ 1707395 h 2398711"/>
              <a:gd name="connsiteX82836" fmla="*/ 328883 w 2119654"/>
              <a:gd name="connsiteY82836" fmla="*/ 1699947 h 2398711"/>
              <a:gd name="connsiteX82837" fmla="*/ 317925 w 2119654"/>
              <a:gd name="connsiteY82837" fmla="*/ 1716755 h 2398711"/>
              <a:gd name="connsiteX82838" fmla="*/ 323259 w 2119654"/>
              <a:gd name="connsiteY82838" fmla="*/ 1720183 h 2398711"/>
              <a:gd name="connsiteX82839" fmla="*/ 319045 w 2119654"/>
              <a:gd name="connsiteY82839" fmla="*/ 1716887 h 2398711"/>
              <a:gd name="connsiteX82840" fmla="*/ 908816 w 2119654"/>
              <a:gd name="connsiteY82840" fmla="*/ 393506 h 2398711"/>
              <a:gd name="connsiteX82841" fmla="*/ 908758 w 2119654"/>
              <a:gd name="connsiteY82841" fmla="*/ 394128 h 2398711"/>
              <a:gd name="connsiteX82842" fmla="*/ 910276 w 2119654"/>
              <a:gd name="connsiteY82842" fmla="*/ 395184 h 2398711"/>
              <a:gd name="connsiteX82843" fmla="*/ 350657 w 2119654"/>
              <a:gd name="connsiteY82843" fmla="*/ 1643002 h 2398711"/>
              <a:gd name="connsiteX82844" fmla="*/ 350662 w 2119654"/>
              <a:gd name="connsiteY82844" fmla="*/ 1643383 h 2398711"/>
              <a:gd name="connsiteX82845" fmla="*/ 353448 w 2119654"/>
              <a:gd name="connsiteY82845" fmla="*/ 1643861 h 2398711"/>
              <a:gd name="connsiteX82846" fmla="*/ 932201 w 2119654"/>
              <a:gd name="connsiteY82846" fmla="*/ 340723 h 2398711"/>
              <a:gd name="connsiteX82847" fmla="*/ 932421 w 2119654"/>
              <a:gd name="connsiteY82847" fmla="*/ 342541 h 2398711"/>
              <a:gd name="connsiteX82848" fmla="*/ 932882 w 2119654"/>
              <a:gd name="connsiteY82848" fmla="*/ 341441 h 2398711"/>
              <a:gd name="connsiteX82849" fmla="*/ 868233 w 2119654"/>
              <a:gd name="connsiteY82849" fmla="*/ 483189 h 2398711"/>
              <a:gd name="connsiteX82850" fmla="*/ 866413 w 2119654"/>
              <a:gd name="connsiteY82850" fmla="*/ 488071 h 2398711"/>
              <a:gd name="connsiteX82851" fmla="*/ 866476 w 2119654"/>
              <a:gd name="connsiteY82851" fmla="*/ 488147 h 2398711"/>
              <a:gd name="connsiteX82852" fmla="*/ 866852 w 2119654"/>
              <a:gd name="connsiteY82852" fmla="*/ 487209 h 2398711"/>
              <a:gd name="connsiteX82853" fmla="*/ 867175 w 2119654"/>
              <a:gd name="connsiteY82853" fmla="*/ 487023 h 2398711"/>
              <a:gd name="connsiteX82854" fmla="*/ 866642 w 2119654"/>
              <a:gd name="connsiteY82854" fmla="*/ 488351 h 2398711"/>
              <a:gd name="connsiteX82855" fmla="*/ 867749 w 2119654"/>
              <a:gd name="connsiteY82855" fmla="*/ 489719 h 2398711"/>
              <a:gd name="connsiteX82856" fmla="*/ 868362 w 2119654"/>
              <a:gd name="connsiteY82856" fmla="*/ 483347 h 2398711"/>
              <a:gd name="connsiteX82857" fmla="*/ 365831 w 2119654"/>
              <a:gd name="connsiteY82857" fmla="*/ 1608094 h 2398711"/>
              <a:gd name="connsiteX82858" fmla="*/ 367702 w 2119654"/>
              <a:gd name="connsiteY82858" fmla="*/ 1610575 h 2398711"/>
              <a:gd name="connsiteX82859" fmla="*/ 369684 w 2119654"/>
              <a:gd name="connsiteY82859" fmla="*/ 1611942 h 2398711"/>
              <a:gd name="connsiteX82860" fmla="*/ 369538 w 2119654"/>
              <a:gd name="connsiteY82860" fmla="*/ 1609308 h 2398711"/>
              <a:gd name="connsiteX82861" fmla="*/ 368795 w 2119654"/>
              <a:gd name="connsiteY82861" fmla="*/ 1608574 h 2398711"/>
              <a:gd name="connsiteX82862" fmla="*/ 302625 w 2119654"/>
              <a:gd name="connsiteY82862" fmla="*/ 1749378 h 2398711"/>
              <a:gd name="connsiteX82863" fmla="*/ 308319 w 2119654"/>
              <a:gd name="connsiteY82863" fmla="*/ 1754354 h 2398711"/>
              <a:gd name="connsiteX82864" fmla="*/ 317652 w 2119654"/>
              <a:gd name="connsiteY82864" fmla="*/ 1757529 h 2398711"/>
              <a:gd name="connsiteX82865" fmla="*/ 318487 w 2119654"/>
              <a:gd name="connsiteY82865" fmla="*/ 1756078 h 2398711"/>
              <a:gd name="connsiteX82866" fmla="*/ 308150 w 2119654"/>
              <a:gd name="connsiteY82866" fmla="*/ 1751411 h 2398711"/>
              <a:gd name="connsiteX82867" fmla="*/ 908075 w 2119654"/>
              <a:gd name="connsiteY82867" fmla="*/ 393653 h 2398711"/>
              <a:gd name="connsiteX82868" fmla="*/ 908380 w 2119654"/>
              <a:gd name="connsiteY82868" fmla="*/ 393866 h 2398711"/>
              <a:gd name="connsiteX82869" fmla="*/ 908452 w 2119654"/>
              <a:gd name="connsiteY82869" fmla="*/ 393089 h 2398711"/>
              <a:gd name="connsiteX82870" fmla="*/ 908387 w 2119654"/>
              <a:gd name="connsiteY82870" fmla="*/ 393015 h 2398711"/>
              <a:gd name="connsiteX82871" fmla="*/ 915088 w 2119654"/>
              <a:gd name="connsiteY82871" fmla="*/ 377793 h 2398711"/>
              <a:gd name="connsiteX82872" fmla="*/ 913213 w 2119654"/>
              <a:gd name="connsiteY82872" fmla="*/ 385979 h 2398711"/>
              <a:gd name="connsiteX82873" fmla="*/ 913857 w 2119654"/>
              <a:gd name="connsiteY82873" fmla="*/ 386894 h 2398711"/>
              <a:gd name="connsiteX82874" fmla="*/ 917151 w 2119654"/>
              <a:gd name="connsiteY82874" fmla="*/ 379022 h 2398711"/>
              <a:gd name="connsiteX82875" fmla="*/ 883488 w 2119654"/>
              <a:gd name="connsiteY82875" fmla="*/ 448316 h 2398711"/>
              <a:gd name="connsiteX82876" fmla="*/ 886348 w 2119654"/>
              <a:gd name="connsiteY82876" fmla="*/ 451345 h 2398711"/>
              <a:gd name="connsiteX82877" fmla="*/ 886326 w 2119654"/>
              <a:gd name="connsiteY82877" fmla="*/ 451233 h 2398711"/>
              <a:gd name="connsiteX82878" fmla="*/ 884153 w 2119654"/>
              <a:gd name="connsiteY82878" fmla="*/ 448580 h 2398711"/>
              <a:gd name="connsiteX82879" fmla="*/ 317721 w 2119654"/>
              <a:gd name="connsiteY82879" fmla="*/ 1715150 h 2398711"/>
              <a:gd name="connsiteX82880" fmla="*/ 319677 w 2119654"/>
              <a:gd name="connsiteY82880" fmla="*/ 1716680 h 2398711"/>
              <a:gd name="connsiteX82881" fmla="*/ 322703 w 2119654"/>
              <a:gd name="connsiteY82881" fmla="*/ 1717035 h 2398711"/>
              <a:gd name="connsiteX82882" fmla="*/ 852305 w 2119654"/>
              <a:gd name="connsiteY82882" fmla="*/ 517923 h 2398711"/>
              <a:gd name="connsiteX82883" fmla="*/ 852289 w 2119654"/>
              <a:gd name="connsiteY82883" fmla="*/ 518041 h 2398711"/>
              <a:gd name="connsiteX82884" fmla="*/ 853155 w 2119654"/>
              <a:gd name="connsiteY82884" fmla="*/ 518881 h 2398711"/>
              <a:gd name="connsiteX82885" fmla="*/ 854536 w 2119654"/>
              <a:gd name="connsiteY82885" fmla="*/ 515437 h 2398711"/>
              <a:gd name="connsiteX82886" fmla="*/ 342412 w 2119654"/>
              <a:gd name="connsiteY82886" fmla="*/ 1659629 h 2398711"/>
              <a:gd name="connsiteX82887" fmla="*/ 348693 w 2119654"/>
              <a:gd name="connsiteY82887" fmla="*/ 1664207 h 2398711"/>
              <a:gd name="connsiteX82888" fmla="*/ 348701 w 2119654"/>
              <a:gd name="connsiteY82888" fmla="*/ 1664184 h 2398711"/>
              <a:gd name="connsiteX82889" fmla="*/ 348691 w 2119654"/>
              <a:gd name="connsiteY82889" fmla="*/ 1663367 h 2398711"/>
              <a:gd name="connsiteX82890" fmla="*/ 346673 w 2119654"/>
              <a:gd name="connsiteY82890" fmla="*/ 1661219 h 2398711"/>
              <a:gd name="connsiteX82891" fmla="*/ 346640 w 2119654"/>
              <a:gd name="connsiteY82891" fmla="*/ 1661194 h 2398711"/>
              <a:gd name="connsiteX82892" fmla="*/ 904504 w 2119654"/>
              <a:gd name="connsiteY82892" fmla="*/ 400958 h 2398711"/>
              <a:gd name="connsiteX82893" fmla="*/ 906240 w 2119654"/>
              <a:gd name="connsiteY82893" fmla="*/ 405515 h 2398711"/>
              <a:gd name="connsiteX82894" fmla="*/ 907622 w 2119654"/>
              <a:gd name="connsiteY82894" fmla="*/ 402081 h 2398711"/>
              <a:gd name="connsiteX82895" fmla="*/ 908348 w 2119654"/>
              <a:gd name="connsiteY82895" fmla="*/ 394221 h 2398711"/>
              <a:gd name="connsiteX82896" fmla="*/ 907940 w 2119654"/>
              <a:gd name="connsiteY82896" fmla="*/ 393929 h 2398711"/>
              <a:gd name="connsiteX82897" fmla="*/ 904089 w 2119654"/>
              <a:gd name="connsiteY82897" fmla="*/ 401806 h 2398711"/>
              <a:gd name="connsiteX82898" fmla="*/ 904269 w 2119654"/>
              <a:gd name="connsiteY82898" fmla="*/ 402127 h 2398711"/>
              <a:gd name="connsiteX82899" fmla="*/ 904124 w 2119654"/>
              <a:gd name="connsiteY82899" fmla="*/ 401735 h 2398711"/>
              <a:gd name="connsiteX82900" fmla="*/ 903171 w 2119654"/>
              <a:gd name="connsiteY82900" fmla="*/ 403686 h 2398711"/>
              <a:gd name="connsiteX82901" fmla="*/ 905418 w 2119654"/>
              <a:gd name="connsiteY82901" fmla="*/ 407554 h 2398711"/>
              <a:gd name="connsiteX82902" fmla="*/ 905864 w 2119654"/>
              <a:gd name="connsiteY82902" fmla="*/ 406446 h 2398711"/>
              <a:gd name="connsiteX82903" fmla="*/ 905508 w 2119654"/>
              <a:gd name="connsiteY82903" fmla="*/ 405483 h 2398711"/>
              <a:gd name="connsiteX82904" fmla="*/ 903793 w 2119654"/>
              <a:gd name="connsiteY82904" fmla="*/ 402413 h 2398711"/>
              <a:gd name="connsiteX82905" fmla="*/ 364308 w 2119654"/>
              <a:gd name="connsiteY82905" fmla="*/ 1610274 h 2398711"/>
              <a:gd name="connsiteX82906" fmla="*/ 366801 w 2119654"/>
              <a:gd name="connsiteY82906" fmla="*/ 1612091 h 2398711"/>
              <a:gd name="connsiteX82907" fmla="*/ 367529 w 2119654"/>
              <a:gd name="connsiteY82907" fmla="*/ 1612169 h 2398711"/>
              <a:gd name="connsiteX82908" fmla="*/ 877748 w 2119654"/>
              <a:gd name="connsiteY82908" fmla="*/ 460570 h 2398711"/>
              <a:gd name="connsiteX82909" fmla="*/ 879364 w 2119654"/>
              <a:gd name="connsiteY82909" fmla="*/ 465901 h 2398711"/>
              <a:gd name="connsiteX82910" fmla="*/ 880952 w 2119654"/>
              <a:gd name="connsiteY82910" fmla="*/ 468293 h 2398711"/>
              <a:gd name="connsiteX82911" fmla="*/ 882063 w 2119654"/>
              <a:gd name="connsiteY82911" fmla="*/ 465531 h 2398711"/>
              <a:gd name="connsiteX82912" fmla="*/ 879683 w 2119654"/>
              <a:gd name="connsiteY82912" fmla="*/ 461435 h 2398711"/>
              <a:gd name="connsiteX82913" fmla="*/ 902180 w 2119654"/>
              <a:gd name="connsiteY82913" fmla="*/ 405713 h 2398711"/>
              <a:gd name="connsiteX82914" fmla="*/ 902653 w 2119654"/>
              <a:gd name="connsiteY82914" fmla="*/ 406840 h 2398711"/>
              <a:gd name="connsiteX82915" fmla="*/ 904528 w 2119654"/>
              <a:gd name="connsiteY82915" fmla="*/ 409765 h 2398711"/>
              <a:gd name="connsiteX82916" fmla="*/ 905190 w 2119654"/>
              <a:gd name="connsiteY82916" fmla="*/ 408120 h 2398711"/>
              <a:gd name="connsiteX82917" fmla="*/ 902916 w 2119654"/>
              <a:gd name="connsiteY82917" fmla="*/ 404207 h 2398711"/>
              <a:gd name="connsiteX82918" fmla="*/ 901410 w 2119654"/>
              <a:gd name="connsiteY82918" fmla="*/ 407290 h 2398711"/>
              <a:gd name="connsiteX82919" fmla="*/ 902631 w 2119654"/>
              <a:gd name="connsiteY82919" fmla="*/ 408601 h 2398711"/>
              <a:gd name="connsiteX82920" fmla="*/ 901770 w 2119654"/>
              <a:gd name="connsiteY82920" fmla="*/ 406553 h 2398711"/>
              <a:gd name="connsiteX82921" fmla="*/ 900533 w 2119654"/>
              <a:gd name="connsiteY82921" fmla="*/ 409084 h 2398711"/>
              <a:gd name="connsiteX82922" fmla="*/ 903572 w 2119654"/>
              <a:gd name="connsiteY82922" fmla="*/ 410841 h 2398711"/>
              <a:gd name="connsiteX82923" fmla="*/ 903123 w 2119654"/>
              <a:gd name="connsiteY82923" fmla="*/ 409773 h 2398711"/>
              <a:gd name="connsiteX82924" fmla="*/ 901204 w 2119654"/>
              <a:gd name="connsiteY82924" fmla="*/ 407712 h 2398711"/>
              <a:gd name="connsiteX82925" fmla="*/ 900110 w 2119654"/>
              <a:gd name="connsiteY82925" fmla="*/ 409947 h 2398711"/>
              <a:gd name="connsiteX82926" fmla="*/ 903308 w 2119654"/>
              <a:gd name="connsiteY82926" fmla="*/ 412794 h 2398711"/>
              <a:gd name="connsiteX82927" fmla="*/ 903762 w 2119654"/>
              <a:gd name="connsiteY82927" fmla="*/ 411667 h 2398711"/>
              <a:gd name="connsiteX82928" fmla="*/ 900283 w 2119654"/>
              <a:gd name="connsiteY82928" fmla="*/ 409594 h 2398711"/>
              <a:gd name="connsiteX82929" fmla="*/ 896756 w 2119654"/>
              <a:gd name="connsiteY82929" fmla="*/ 417414 h 2398711"/>
              <a:gd name="connsiteX82930" fmla="*/ 898469 w 2119654"/>
              <a:gd name="connsiteY82930" fmla="*/ 420731 h 2398711"/>
              <a:gd name="connsiteX82931" fmla="*/ 899649 w 2119654"/>
              <a:gd name="connsiteY82931" fmla="*/ 421877 h 2398711"/>
              <a:gd name="connsiteX82932" fmla="*/ 900124 w 2119654"/>
              <a:gd name="connsiteY82932" fmla="*/ 420696 h 2398711"/>
              <a:gd name="connsiteX82933" fmla="*/ 915916 w 2119654"/>
              <a:gd name="connsiteY82933" fmla="*/ 374180 h 2398711"/>
              <a:gd name="connsiteX82934" fmla="*/ 915272 w 2119654"/>
              <a:gd name="connsiteY82934" fmla="*/ 376989 h 2398711"/>
              <a:gd name="connsiteX82935" fmla="*/ 917470 w 2119654"/>
              <a:gd name="connsiteY82935" fmla="*/ 378259 h 2398711"/>
              <a:gd name="connsiteX82936" fmla="*/ 917550 w 2119654"/>
              <a:gd name="connsiteY82936" fmla="*/ 378069 h 2398711"/>
              <a:gd name="connsiteX82937" fmla="*/ 896761 w 2119654"/>
              <a:gd name="connsiteY82937" fmla="*/ 416965 h 2398711"/>
              <a:gd name="connsiteX82938" fmla="*/ 900281 w 2119654"/>
              <a:gd name="connsiteY82938" fmla="*/ 420306 h 2398711"/>
              <a:gd name="connsiteX82939" fmla="*/ 903179 w 2119654"/>
              <a:gd name="connsiteY82939" fmla="*/ 413115 h 2398711"/>
              <a:gd name="connsiteX82940" fmla="*/ 899962 w 2119654"/>
              <a:gd name="connsiteY82940" fmla="*/ 410251 h 2398711"/>
              <a:gd name="connsiteX82941" fmla="*/ 899080 w 2119654"/>
              <a:gd name="connsiteY82941" fmla="*/ 412053 h 2398711"/>
              <a:gd name="connsiteX82942" fmla="*/ 893531 w 2119654"/>
              <a:gd name="connsiteY82942" fmla="*/ 423804 h 2398711"/>
              <a:gd name="connsiteX82943" fmla="*/ 897587 w 2119654"/>
              <a:gd name="connsiteY82943" fmla="*/ 425415 h 2398711"/>
              <a:gd name="connsiteX82944" fmla="*/ 896219 w 2119654"/>
              <a:gd name="connsiteY82944" fmla="*/ 423032 h 2398711"/>
              <a:gd name="connsiteX82945" fmla="*/ 896635 w 2119654"/>
              <a:gd name="connsiteY82945" fmla="*/ 423200 h 2398711"/>
              <a:gd name="connsiteX82946" fmla="*/ 897705 w 2119654"/>
              <a:gd name="connsiteY82946" fmla="*/ 425064 h 2398711"/>
              <a:gd name="connsiteX82947" fmla="*/ 895181 w 2119654"/>
              <a:gd name="connsiteY82947" fmla="*/ 420311 h 2398711"/>
              <a:gd name="connsiteX82948" fmla="*/ 892832 w 2119654"/>
              <a:gd name="connsiteY82948" fmla="*/ 425285 h 2398711"/>
              <a:gd name="connsiteX82949" fmla="*/ 895477 w 2119654"/>
              <a:gd name="connsiteY82949" fmla="*/ 432233 h 2398711"/>
              <a:gd name="connsiteX82950" fmla="*/ 897928 w 2119654"/>
              <a:gd name="connsiteY82950" fmla="*/ 426150 h 2398711"/>
              <a:gd name="connsiteX82951" fmla="*/ 893293 w 2119654"/>
              <a:gd name="connsiteY82951" fmla="*/ 424308 h 2398711"/>
              <a:gd name="connsiteX82952" fmla="*/ 891854 w 2119654"/>
              <a:gd name="connsiteY82952" fmla="*/ 427355 h 2398711"/>
              <a:gd name="connsiteX82953" fmla="*/ 892835 w 2119654"/>
              <a:gd name="connsiteY82953" fmla="*/ 428482 h 2398711"/>
              <a:gd name="connsiteX82954" fmla="*/ 894589 w 2119654"/>
              <a:gd name="connsiteY82954" fmla="*/ 431314 h 2398711"/>
              <a:gd name="connsiteX82955" fmla="*/ 892568 w 2119654"/>
              <a:gd name="connsiteY82955" fmla="*/ 425843 h 2398711"/>
              <a:gd name="connsiteX82956" fmla="*/ 350610 w 2119654"/>
              <a:gd name="connsiteY82956" fmla="*/ 1639299 h 2398711"/>
              <a:gd name="connsiteX82957" fmla="*/ 350641 w 2119654"/>
              <a:gd name="connsiteY82957" fmla="*/ 1641786 h 2398711"/>
              <a:gd name="connsiteX82958" fmla="*/ 356256 w 2119654"/>
              <a:gd name="connsiteY82958" fmla="*/ 1643645 h 2398711"/>
              <a:gd name="connsiteX82959" fmla="*/ 356945 w 2119654"/>
              <a:gd name="connsiteY82959" fmla="*/ 1642243 h 2398711"/>
              <a:gd name="connsiteX82960" fmla="*/ 350905 w 2119654"/>
              <a:gd name="connsiteY82960" fmla="*/ 1639351 h 2398711"/>
              <a:gd name="connsiteX82961" fmla="*/ 875247 w 2119654"/>
              <a:gd name="connsiteY82961" fmla="*/ 464372 h 2398711"/>
              <a:gd name="connsiteX82962" fmla="*/ 874618 w 2119654"/>
              <a:gd name="connsiteY82962" fmla="*/ 466057 h 2398711"/>
              <a:gd name="connsiteX82963" fmla="*/ 875760 w 2119654"/>
              <a:gd name="connsiteY82963" fmla="*/ 471246 h 2398711"/>
              <a:gd name="connsiteX82964" fmla="*/ 878536 w 2119654"/>
              <a:gd name="connsiteY82964" fmla="*/ 472486 h 2398711"/>
              <a:gd name="connsiteX82965" fmla="*/ 877306 w 2119654"/>
              <a:gd name="connsiteY82965" fmla="*/ 468432 h 2398711"/>
              <a:gd name="connsiteX82966" fmla="*/ 916347 w 2119654"/>
              <a:gd name="connsiteY82966" fmla="*/ 372298 h 2398711"/>
              <a:gd name="connsiteX82967" fmla="*/ 916276 w 2119654"/>
              <a:gd name="connsiteY82967" fmla="*/ 372609 h 2398711"/>
              <a:gd name="connsiteX82968" fmla="*/ 918059 w 2119654"/>
              <a:gd name="connsiteY82968" fmla="*/ 376853 h 2398711"/>
              <a:gd name="connsiteX82969" fmla="*/ 919127 w 2119654"/>
              <a:gd name="connsiteY82969" fmla="*/ 374301 h 2398711"/>
              <a:gd name="connsiteX82970" fmla="*/ 918669 w 2119654"/>
              <a:gd name="connsiteY82970" fmla="*/ 373962 h 2398711"/>
              <a:gd name="connsiteX82971" fmla="*/ 855108 w 2119654"/>
              <a:gd name="connsiteY82971" fmla="*/ 509357 h 2398711"/>
              <a:gd name="connsiteX82972" fmla="*/ 856343 w 2119654"/>
              <a:gd name="connsiteY82972" fmla="*/ 510936 h 2398711"/>
              <a:gd name="connsiteX82973" fmla="*/ 856456 w 2119654"/>
              <a:gd name="connsiteY82973" fmla="*/ 510653 h 2398711"/>
              <a:gd name="connsiteX82974" fmla="*/ 909335 w 2119654"/>
              <a:gd name="connsiteY82974" fmla="*/ 387878 h 2398711"/>
              <a:gd name="connsiteX82975" fmla="*/ 909333 w 2119654"/>
              <a:gd name="connsiteY82975" fmla="*/ 387901 h 2398711"/>
              <a:gd name="connsiteX82976" fmla="*/ 909681 w 2119654"/>
              <a:gd name="connsiteY82976" fmla="*/ 388302 h 2398711"/>
              <a:gd name="connsiteX82977" fmla="*/ 301535 w 2119654"/>
              <a:gd name="connsiteY82977" fmla="*/ 1748425 h 2398711"/>
              <a:gd name="connsiteX82978" fmla="*/ 301842 w 2119654"/>
              <a:gd name="connsiteY82978" fmla="*/ 1748694 h 2398711"/>
              <a:gd name="connsiteX82979" fmla="*/ 303401 w 2119654"/>
              <a:gd name="connsiteY82979" fmla="*/ 1749268 h 2398711"/>
              <a:gd name="connsiteX82980" fmla="*/ 853342 w 2119654"/>
              <a:gd name="connsiteY82980" fmla="*/ 512754 h 2398711"/>
              <a:gd name="connsiteX82981" fmla="*/ 853475 w 2119654"/>
              <a:gd name="connsiteY82981" fmla="*/ 512883 h 2398711"/>
              <a:gd name="connsiteX82982" fmla="*/ 853428 w 2119654"/>
              <a:gd name="connsiteY82982" fmla="*/ 512810 h 2398711"/>
              <a:gd name="connsiteX82983" fmla="*/ 883103 w 2119654"/>
              <a:gd name="connsiteY82983" fmla="*/ 445883 h 2398711"/>
              <a:gd name="connsiteX82984" fmla="*/ 884898 w 2119654"/>
              <a:gd name="connsiteY82984" fmla="*/ 448073 h 2398711"/>
              <a:gd name="connsiteX82985" fmla="*/ 885765 w 2119654"/>
              <a:gd name="connsiteY82985" fmla="*/ 448417 h 2398711"/>
              <a:gd name="connsiteX82986" fmla="*/ 884620 w 2119654"/>
              <a:gd name="connsiteY82986" fmla="*/ 442672 h 2398711"/>
              <a:gd name="connsiteX82987" fmla="*/ 882516 w 2119654"/>
              <a:gd name="connsiteY82987" fmla="*/ 447127 h 2398711"/>
              <a:gd name="connsiteX82988" fmla="*/ 883178 w 2119654"/>
              <a:gd name="connsiteY82988" fmla="*/ 447390 h 2398711"/>
              <a:gd name="connsiteX82989" fmla="*/ 882679 w 2119654"/>
              <a:gd name="connsiteY82989" fmla="*/ 446781 h 2398711"/>
              <a:gd name="connsiteX82990" fmla="*/ 877648 w 2119654"/>
              <a:gd name="connsiteY82990" fmla="*/ 457930 h 2398711"/>
              <a:gd name="connsiteX82991" fmla="*/ 877580 w 2119654"/>
              <a:gd name="connsiteY82991" fmla="*/ 458111 h 2398711"/>
              <a:gd name="connsiteX82992" fmla="*/ 877813 w 2119654"/>
              <a:gd name="connsiteY82992" fmla="*/ 458215 h 2398711"/>
              <a:gd name="connsiteX82993" fmla="*/ 916840 w 2119654"/>
              <a:gd name="connsiteY82993" fmla="*/ 370146 h 2398711"/>
              <a:gd name="connsiteX82994" fmla="*/ 916445 w 2119654"/>
              <a:gd name="connsiteY82994" fmla="*/ 371871 h 2398711"/>
              <a:gd name="connsiteX82995" fmla="*/ 919140 w 2119654"/>
              <a:gd name="connsiteY82995" fmla="*/ 373804 h 2398711"/>
              <a:gd name="connsiteX82996" fmla="*/ 881230 w 2119654"/>
              <a:gd name="connsiteY82996" fmla="*/ 449850 h 2398711"/>
              <a:gd name="connsiteX82997" fmla="*/ 885329 w 2119654"/>
              <a:gd name="connsiteY82997" fmla="*/ 453948 h 2398711"/>
              <a:gd name="connsiteX82998" fmla="*/ 883874 w 2119654"/>
              <a:gd name="connsiteY82998" fmla="*/ 451991 h 2398711"/>
              <a:gd name="connsiteX82999" fmla="*/ 881363 w 2119654"/>
              <a:gd name="connsiteY82999" fmla="*/ 449567 h 2398711"/>
              <a:gd name="connsiteX83000" fmla="*/ 852963 w 2119654"/>
              <a:gd name="connsiteY83000" fmla="*/ 513077 h 2398711"/>
              <a:gd name="connsiteX83001" fmla="*/ 852360 w 2119654"/>
              <a:gd name="connsiteY83001" fmla="*/ 517518 h 2398711"/>
              <a:gd name="connsiteX83002" fmla="*/ 854737 w 2119654"/>
              <a:gd name="connsiteY83002" fmla="*/ 514869 h 2398711"/>
              <a:gd name="connsiteX83003" fmla="*/ 854633 w 2119654"/>
              <a:gd name="connsiteY83003" fmla="*/ 514705 h 2398711"/>
              <a:gd name="connsiteX83004" fmla="*/ 879667 w 2119654"/>
              <a:gd name="connsiteY83004" fmla="*/ 453159 h 2398711"/>
              <a:gd name="connsiteX83005" fmla="*/ 884916 w 2119654"/>
              <a:gd name="connsiteY83005" fmla="*/ 458451 h 2398711"/>
              <a:gd name="connsiteX83006" fmla="*/ 886096 w 2119654"/>
              <a:gd name="connsiteY83006" fmla="*/ 455523 h 2398711"/>
              <a:gd name="connsiteX83007" fmla="*/ 880962 w 2119654"/>
              <a:gd name="connsiteY83007" fmla="*/ 450416 h 2398711"/>
              <a:gd name="connsiteX83008" fmla="*/ 878524 w 2119654"/>
              <a:gd name="connsiteY83008" fmla="*/ 455580 h 2398711"/>
              <a:gd name="connsiteX83009" fmla="*/ 877810 w 2119654"/>
              <a:gd name="connsiteY83009" fmla="*/ 457495 h 2398711"/>
              <a:gd name="connsiteX83010" fmla="*/ 878373 w 2119654"/>
              <a:gd name="connsiteY83010" fmla="*/ 458465 h 2398711"/>
              <a:gd name="connsiteX83011" fmla="*/ 883914 w 2119654"/>
              <a:gd name="connsiteY83011" fmla="*/ 460939 h 2398711"/>
              <a:gd name="connsiteX83012" fmla="*/ 884752 w 2119654"/>
              <a:gd name="connsiteY83012" fmla="*/ 458860 h 2398711"/>
              <a:gd name="connsiteX83013" fmla="*/ 879483 w 2119654"/>
              <a:gd name="connsiteY83013" fmla="*/ 453548 h 2398711"/>
              <a:gd name="connsiteX83014" fmla="*/ 350585 w 2119654"/>
              <a:gd name="connsiteY83014" fmla="*/ 1637327 h 2398711"/>
              <a:gd name="connsiteX83015" fmla="*/ 350585 w 2119654"/>
              <a:gd name="connsiteY83015" fmla="*/ 1637331 h 2398711"/>
              <a:gd name="connsiteX83016" fmla="*/ 355684 w 2119654"/>
              <a:gd name="connsiteY83016" fmla="*/ 1639133 h 2398711"/>
              <a:gd name="connsiteX83017" fmla="*/ 355763 w 2119654"/>
              <a:gd name="connsiteY83017" fmla="*/ 1639159 h 2398711"/>
              <a:gd name="connsiteX83018" fmla="*/ 355395 w 2119654"/>
              <a:gd name="connsiteY83018" fmla="*/ 1638695 h 2398711"/>
              <a:gd name="connsiteX83019" fmla="*/ 917271 w 2119654"/>
              <a:gd name="connsiteY83019" fmla="*/ 368263 h 2398711"/>
              <a:gd name="connsiteX83020" fmla="*/ 917205 w 2119654"/>
              <a:gd name="connsiteY83020" fmla="*/ 368554 h 2398711"/>
              <a:gd name="connsiteX83021" fmla="*/ 918300 w 2119654"/>
              <a:gd name="connsiteY83021" fmla="*/ 370183 h 2398711"/>
              <a:gd name="connsiteX83022" fmla="*/ 919800 w 2119654"/>
              <a:gd name="connsiteY83022" fmla="*/ 372693 h 2398711"/>
              <a:gd name="connsiteX83023" fmla="*/ 920151 w 2119654"/>
              <a:gd name="connsiteY83023" fmla="*/ 371857 h 2398711"/>
              <a:gd name="connsiteX83024" fmla="*/ 919473 w 2119654"/>
              <a:gd name="connsiteY83024" fmla="*/ 370107 h 2398711"/>
              <a:gd name="connsiteX83025" fmla="*/ 350583 w 2119654"/>
              <a:gd name="connsiteY83025" fmla="*/ 1637154 h 2398711"/>
              <a:gd name="connsiteX83026" fmla="*/ 350584 w 2119654"/>
              <a:gd name="connsiteY83026" fmla="*/ 1637188 h 2398711"/>
              <a:gd name="connsiteX83027" fmla="*/ 355253 w 2119654"/>
              <a:gd name="connsiteY83027" fmla="*/ 1638517 h 2398711"/>
              <a:gd name="connsiteX83028" fmla="*/ 354739 w 2119654"/>
              <a:gd name="connsiteY83028" fmla="*/ 1637869 h 2398711"/>
              <a:gd name="connsiteX83029" fmla="*/ 353491 w 2119654"/>
              <a:gd name="connsiteY83029" fmla="*/ 1637125 h 2398711"/>
              <a:gd name="connsiteX83030" fmla="*/ 892310 w 2119654"/>
              <a:gd name="connsiteY83030" fmla="*/ 423918 h 2398711"/>
              <a:gd name="connsiteX83031" fmla="*/ 892623 w 2119654"/>
              <a:gd name="connsiteY83031" fmla="*/ 424739 h 2398711"/>
              <a:gd name="connsiteX83032" fmla="*/ 892908 w 2119654"/>
              <a:gd name="connsiteY83032" fmla="*/ 424156 h 2398711"/>
              <a:gd name="connsiteX83033" fmla="*/ 345478 w 2119654"/>
              <a:gd name="connsiteY83033" fmla="*/ 1648255 h 2398711"/>
              <a:gd name="connsiteX83034" fmla="*/ 345768 w 2119654"/>
              <a:gd name="connsiteY83034" fmla="*/ 1648564 h 2398711"/>
              <a:gd name="connsiteX83035" fmla="*/ 347044 w 2119654"/>
              <a:gd name="connsiteY83035" fmla="*/ 1649315 h 2398711"/>
              <a:gd name="connsiteX83036" fmla="*/ 346471 w 2119654"/>
              <a:gd name="connsiteY83036" fmla="*/ 1648803 h 2398711"/>
              <a:gd name="connsiteX83037" fmla="*/ 345589 w 2119654"/>
              <a:gd name="connsiteY83037" fmla="*/ 1648244 h 2398711"/>
              <a:gd name="connsiteX83038" fmla="*/ 363574 w 2119654"/>
              <a:gd name="connsiteY83038" fmla="*/ 1607727 h 2398711"/>
              <a:gd name="connsiteX83039" fmla="*/ 366156 w 2119654"/>
              <a:gd name="connsiteY83039" fmla="*/ 1609508 h 2398711"/>
              <a:gd name="connsiteX83040" fmla="*/ 364986 w 2119654"/>
              <a:gd name="connsiteY83040" fmla="*/ 1607956 h 2398711"/>
              <a:gd name="connsiteX83041" fmla="*/ 852584 w 2119654"/>
              <a:gd name="connsiteY83041" fmla="*/ 512707 h 2398711"/>
              <a:gd name="connsiteX83042" fmla="*/ 850926 w 2119654"/>
              <a:gd name="connsiteY83042" fmla="*/ 516614 h 2398711"/>
              <a:gd name="connsiteX83043" fmla="*/ 851042 w 2119654"/>
              <a:gd name="connsiteY83043" fmla="*/ 516829 h 2398711"/>
              <a:gd name="connsiteX83044" fmla="*/ 851968 w 2119654"/>
              <a:gd name="connsiteY83044" fmla="*/ 517729 h 2398711"/>
              <a:gd name="connsiteX83045" fmla="*/ 852642 w 2119654"/>
              <a:gd name="connsiteY83045" fmla="*/ 512765 h 2398711"/>
              <a:gd name="connsiteX83046" fmla="*/ 880923 w 2119654"/>
              <a:gd name="connsiteY83046" fmla="*/ 449143 h 2398711"/>
              <a:gd name="connsiteX83047" fmla="*/ 880814 w 2119654"/>
              <a:gd name="connsiteY83047" fmla="*/ 449434 h 2398711"/>
              <a:gd name="connsiteX83048" fmla="*/ 880846 w 2119654"/>
              <a:gd name="connsiteY83048" fmla="*/ 449466 h 2398711"/>
              <a:gd name="connsiteX83049" fmla="*/ 880975 w 2119654"/>
              <a:gd name="connsiteY83049" fmla="*/ 449193 h 2398711"/>
              <a:gd name="connsiteX83050" fmla="*/ 853792 w 2119654"/>
              <a:gd name="connsiteY83050" fmla="*/ 509858 h 2398711"/>
              <a:gd name="connsiteX83051" fmla="*/ 853595 w 2119654"/>
              <a:gd name="connsiteY83051" fmla="*/ 510322 h 2398711"/>
              <a:gd name="connsiteX83052" fmla="*/ 854740 w 2119654"/>
              <a:gd name="connsiteY83052" fmla="*/ 511068 h 2398711"/>
              <a:gd name="connsiteX83053" fmla="*/ 854252 w 2119654"/>
              <a:gd name="connsiteY83053" fmla="*/ 508774 h 2398711"/>
              <a:gd name="connsiteX83054" fmla="*/ 853853 w 2119654"/>
              <a:gd name="connsiteY83054" fmla="*/ 509716 h 2398711"/>
              <a:gd name="connsiteX83055" fmla="*/ 855089 w 2119654"/>
              <a:gd name="connsiteY83055" fmla="*/ 511296 h 2398711"/>
              <a:gd name="connsiteX83056" fmla="*/ 855968 w 2119654"/>
              <a:gd name="connsiteY83056" fmla="*/ 511869 h 2398711"/>
              <a:gd name="connsiteX83057" fmla="*/ 856189 w 2119654"/>
              <a:gd name="connsiteY83057" fmla="*/ 511319 h 2398711"/>
              <a:gd name="connsiteX83058" fmla="*/ 855125 w 2119654"/>
              <a:gd name="connsiteY83058" fmla="*/ 506718 h 2398711"/>
              <a:gd name="connsiteX83059" fmla="*/ 854392 w 2119654"/>
              <a:gd name="connsiteY83059" fmla="*/ 508444 h 2398711"/>
              <a:gd name="connsiteX83060" fmla="*/ 854533 w 2119654"/>
              <a:gd name="connsiteY83060" fmla="*/ 508624 h 2398711"/>
              <a:gd name="connsiteX83061" fmla="*/ 854603 w 2119654"/>
              <a:gd name="connsiteY83061" fmla="*/ 508630 h 2398711"/>
              <a:gd name="connsiteX83062" fmla="*/ 856527 w 2119654"/>
              <a:gd name="connsiteY83062" fmla="*/ 510478 h 2398711"/>
              <a:gd name="connsiteX83063" fmla="*/ 857557 w 2119654"/>
              <a:gd name="connsiteY83063" fmla="*/ 507911 h 2398711"/>
              <a:gd name="connsiteX83064" fmla="*/ 855486 w 2119654"/>
              <a:gd name="connsiteY83064" fmla="*/ 505866 h 2398711"/>
              <a:gd name="connsiteX83065" fmla="*/ 855324 w 2119654"/>
              <a:gd name="connsiteY83065" fmla="*/ 506250 h 2398711"/>
              <a:gd name="connsiteX83066" fmla="*/ 857747 w 2119654"/>
              <a:gd name="connsiteY83066" fmla="*/ 507437 h 2398711"/>
              <a:gd name="connsiteX83067" fmla="*/ 857903 w 2119654"/>
              <a:gd name="connsiteY83067" fmla="*/ 507050 h 2398711"/>
              <a:gd name="connsiteX83068" fmla="*/ 866738 w 2119654"/>
              <a:gd name="connsiteY83068" fmla="*/ 480536 h 2398711"/>
              <a:gd name="connsiteX83069" fmla="*/ 867484 w 2119654"/>
              <a:gd name="connsiteY83069" fmla="*/ 481456 h 2398711"/>
              <a:gd name="connsiteX83070" fmla="*/ 868912 w 2119654"/>
              <a:gd name="connsiteY83070" fmla="*/ 477624 h 2398711"/>
              <a:gd name="connsiteX83071" fmla="*/ 869117 w 2119654"/>
              <a:gd name="connsiteY83071" fmla="*/ 475503 h 2398711"/>
              <a:gd name="connsiteX83072" fmla="*/ 857321 w 2119654"/>
              <a:gd name="connsiteY83072" fmla="*/ 501542 h 2398711"/>
              <a:gd name="connsiteX83073" fmla="*/ 855635 w 2119654"/>
              <a:gd name="connsiteY83073" fmla="*/ 505516 h 2398711"/>
              <a:gd name="connsiteX83074" fmla="*/ 858045 w 2119654"/>
              <a:gd name="connsiteY83074" fmla="*/ 506696 h 2398711"/>
              <a:gd name="connsiteX83075" fmla="*/ 858495 w 2119654"/>
              <a:gd name="connsiteY83075" fmla="*/ 505574 h 2398711"/>
              <a:gd name="connsiteX83076" fmla="*/ 858590 w 2119654"/>
              <a:gd name="connsiteY83076" fmla="*/ 505320 h 2398711"/>
              <a:gd name="connsiteX83077" fmla="*/ 858639 w 2119654"/>
              <a:gd name="connsiteY83077" fmla="*/ 504977 h 2398711"/>
              <a:gd name="connsiteX83078" fmla="*/ 866077 w 2119654"/>
              <a:gd name="connsiteY83078" fmla="*/ 481934 h 2398711"/>
              <a:gd name="connsiteX83079" fmla="*/ 865400 w 2119654"/>
              <a:gd name="connsiteY83079" fmla="*/ 486626 h 2398711"/>
              <a:gd name="connsiteX83080" fmla="*/ 865491 w 2119654"/>
              <a:gd name="connsiteY83080" fmla="*/ 486802 h 2398711"/>
              <a:gd name="connsiteX83081" fmla="*/ 867278 w 2119654"/>
              <a:gd name="connsiteY83081" fmla="*/ 482009 h 2398711"/>
              <a:gd name="connsiteX83082" fmla="*/ 866497 w 2119654"/>
              <a:gd name="connsiteY83082" fmla="*/ 481045 h 2398711"/>
              <a:gd name="connsiteX83083" fmla="*/ 882077 w 2119654"/>
              <a:gd name="connsiteY83083" fmla="*/ 446045 h 2398711"/>
              <a:gd name="connsiteX83084" fmla="*/ 881870 w 2119654"/>
              <a:gd name="connsiteY83084" fmla="*/ 446602 h 2398711"/>
              <a:gd name="connsiteX83085" fmla="*/ 882089 w 2119654"/>
              <a:gd name="connsiteY83085" fmla="*/ 446835 h 2398711"/>
              <a:gd name="connsiteX83086" fmla="*/ 882321 w 2119654"/>
              <a:gd name="connsiteY83086" fmla="*/ 446344 h 2398711"/>
              <a:gd name="connsiteX83087" fmla="*/ 917824 w 2119654"/>
              <a:gd name="connsiteY83087" fmla="*/ 365849 h 2398711"/>
              <a:gd name="connsiteX83088" fmla="*/ 917303 w 2119654"/>
              <a:gd name="connsiteY83088" fmla="*/ 368124 h 2398711"/>
              <a:gd name="connsiteX83089" fmla="*/ 919351 w 2119654"/>
              <a:gd name="connsiteY83089" fmla="*/ 369793 h 2398711"/>
              <a:gd name="connsiteX83090" fmla="*/ 323288 w 2119654"/>
              <a:gd name="connsiteY83090" fmla="*/ 1697072 h 2398711"/>
              <a:gd name="connsiteX83091" fmla="*/ 324478 w 2119654"/>
              <a:gd name="connsiteY83091" fmla="*/ 1698596 h 2398711"/>
              <a:gd name="connsiteX83092" fmla="*/ 327543 w 2119654"/>
              <a:gd name="connsiteY83092" fmla="*/ 1698624 h 2398711"/>
              <a:gd name="connsiteX83093" fmla="*/ 326293 w 2119654"/>
              <a:gd name="connsiteY83093" fmla="*/ 1697391 h 2398711"/>
              <a:gd name="connsiteX83094" fmla="*/ 898562 w 2119654"/>
              <a:gd name="connsiteY83094" fmla="*/ 408569 h 2398711"/>
              <a:gd name="connsiteX83095" fmla="*/ 899932 w 2119654"/>
              <a:gd name="connsiteY83095" fmla="*/ 409788 h 2398711"/>
              <a:gd name="connsiteX83096" fmla="*/ 900085 w 2119654"/>
              <a:gd name="connsiteY83096" fmla="*/ 409476 h 2398711"/>
              <a:gd name="connsiteX83097" fmla="*/ 916670 w 2119654"/>
              <a:gd name="connsiteY83097" fmla="*/ 367760 h 2398711"/>
              <a:gd name="connsiteX83098" fmla="*/ 916812 w 2119654"/>
              <a:gd name="connsiteY83098" fmla="*/ 367970 h 2398711"/>
              <a:gd name="connsiteX83099" fmla="*/ 916830 w 2119654"/>
              <a:gd name="connsiteY83099" fmla="*/ 367894 h 2398711"/>
              <a:gd name="connsiteX83100" fmla="*/ 350561 w 2119654"/>
              <a:gd name="connsiteY83100" fmla="*/ 1635378 h 2398711"/>
              <a:gd name="connsiteX83101" fmla="*/ 350578 w 2119654"/>
              <a:gd name="connsiteY83101" fmla="*/ 1636796 h 2398711"/>
              <a:gd name="connsiteX83102" fmla="*/ 352900 w 2119654"/>
              <a:gd name="connsiteY83102" fmla="*/ 1636772 h 2398711"/>
              <a:gd name="connsiteX83103" fmla="*/ 884172 w 2119654"/>
              <a:gd name="connsiteY83103" fmla="*/ 440425 h 2398711"/>
              <a:gd name="connsiteX83104" fmla="*/ 882440 w 2119654"/>
              <a:gd name="connsiteY83104" fmla="*/ 445072 h 2398711"/>
              <a:gd name="connsiteX83105" fmla="*/ 882745 w 2119654"/>
              <a:gd name="connsiteY83105" fmla="*/ 445444 h 2398711"/>
              <a:gd name="connsiteX83106" fmla="*/ 884452 w 2119654"/>
              <a:gd name="connsiteY83106" fmla="*/ 441830 h 2398711"/>
              <a:gd name="connsiteX83107" fmla="*/ 327594 w 2119654"/>
              <a:gd name="connsiteY83107" fmla="*/ 1686319 h 2398711"/>
              <a:gd name="connsiteX83108" fmla="*/ 329792 w 2119654"/>
              <a:gd name="connsiteY83108" fmla="*/ 1687041 h 2398711"/>
              <a:gd name="connsiteX83109" fmla="*/ 330391 w 2119654"/>
              <a:gd name="connsiteY83109" fmla="*/ 1687113 h 2398711"/>
              <a:gd name="connsiteX83110" fmla="*/ 329369 w 2119654"/>
              <a:gd name="connsiteY83110" fmla="*/ 1686328 h 2398711"/>
              <a:gd name="connsiteX83111" fmla="*/ 874078 w 2119654"/>
              <a:gd name="connsiteY83111" fmla="*/ 462476 h 2398711"/>
              <a:gd name="connsiteX83112" fmla="*/ 873952 w 2119654"/>
              <a:gd name="connsiteY83112" fmla="*/ 463031 h 2398711"/>
              <a:gd name="connsiteX83113" fmla="*/ 874101 w 2119654"/>
              <a:gd name="connsiteY83113" fmla="*/ 463705 h 2398711"/>
              <a:gd name="connsiteX83114" fmla="*/ 874288 w 2119654"/>
              <a:gd name="connsiteY83114" fmla="*/ 463200 h 2398711"/>
              <a:gd name="connsiteX83115" fmla="*/ 874312 w 2119654"/>
              <a:gd name="connsiteY83115" fmla="*/ 462707 h 2398711"/>
              <a:gd name="connsiteX83116" fmla="*/ 289157 w 2119654"/>
              <a:gd name="connsiteY83116" fmla="*/ 1772137 h 2398711"/>
              <a:gd name="connsiteX83117" fmla="*/ 298183 w 2119654"/>
              <a:gd name="connsiteY83117" fmla="*/ 1776171 h 2398711"/>
              <a:gd name="connsiteX83118" fmla="*/ 296850 w 2119654"/>
              <a:gd name="connsiteY83118" fmla="*/ 1775511 h 2398711"/>
              <a:gd name="connsiteX83119" fmla="*/ 296762 w 2119654"/>
              <a:gd name="connsiteY83119" fmla="*/ 1775326 h 2398711"/>
              <a:gd name="connsiteX83120" fmla="*/ 301122 w 2119654"/>
              <a:gd name="connsiteY83120" fmla="*/ 1777485 h 2398711"/>
              <a:gd name="connsiteX83121" fmla="*/ 302982 w 2119654"/>
              <a:gd name="connsiteY83121" fmla="*/ 1778317 h 2398711"/>
              <a:gd name="connsiteX83122" fmla="*/ 305908 w 2119654"/>
              <a:gd name="connsiteY83122" fmla="*/ 1777911 h 2398711"/>
              <a:gd name="connsiteX83123" fmla="*/ 307588 w 2119654"/>
              <a:gd name="connsiteY83123" fmla="*/ 1774995 h 2398711"/>
              <a:gd name="connsiteX83124" fmla="*/ 304262 w 2119654"/>
              <a:gd name="connsiteY83124" fmla="*/ 1772827 h 2398711"/>
              <a:gd name="connsiteX83125" fmla="*/ 292164 w 2119654"/>
              <a:gd name="connsiteY83125" fmla="*/ 1772307 h 2398711"/>
              <a:gd name="connsiteX83126" fmla="*/ 935050 w 2119654"/>
              <a:gd name="connsiteY83126" fmla="*/ 325659 h 2398711"/>
              <a:gd name="connsiteX83127" fmla="*/ 931993 w 2119654"/>
              <a:gd name="connsiteY83127" fmla="*/ 339005 h 2398711"/>
              <a:gd name="connsiteX83128" fmla="*/ 932088 w 2119654"/>
              <a:gd name="connsiteY83128" fmla="*/ 339797 h 2398711"/>
              <a:gd name="connsiteX83129" fmla="*/ 933116 w 2119654"/>
              <a:gd name="connsiteY83129" fmla="*/ 340881 h 2398711"/>
              <a:gd name="connsiteX83130" fmla="*/ 937992 w 2119654"/>
              <a:gd name="connsiteY83130" fmla="*/ 329232 h 2398711"/>
              <a:gd name="connsiteX83131" fmla="*/ 937691 w 2119654"/>
              <a:gd name="connsiteY83131" fmla="*/ 328793 h 2398711"/>
              <a:gd name="connsiteX83132" fmla="*/ 873861 w 2119654"/>
              <a:gd name="connsiteY83132" fmla="*/ 462615 h 2398711"/>
              <a:gd name="connsiteX83133" fmla="*/ 873885 w 2119654"/>
              <a:gd name="connsiteY83133" fmla="*/ 462723 h 2398711"/>
              <a:gd name="connsiteX83134" fmla="*/ 873931 w 2119654"/>
              <a:gd name="connsiteY83134" fmla="*/ 462520 h 2398711"/>
              <a:gd name="connsiteX83135" fmla="*/ 909917 w 2119654"/>
              <a:gd name="connsiteY83135" fmla="*/ 381570 h 2398711"/>
              <a:gd name="connsiteX83136" fmla="*/ 909382 w 2119654"/>
              <a:gd name="connsiteY83136" fmla="*/ 387367 h 2398711"/>
              <a:gd name="connsiteX83137" fmla="*/ 911631 w 2119654"/>
              <a:gd name="connsiteY83137" fmla="*/ 390124 h 2398711"/>
              <a:gd name="connsiteX83138" fmla="*/ 912687 w 2119654"/>
              <a:gd name="connsiteY83138" fmla="*/ 385512 h 2398711"/>
              <a:gd name="connsiteX83139" fmla="*/ 873761 w 2119654"/>
              <a:gd name="connsiteY83139" fmla="*/ 462159 h 2398711"/>
              <a:gd name="connsiteX83140" fmla="*/ 873766 w 2119654"/>
              <a:gd name="connsiteY83140" fmla="*/ 462181 h 2398711"/>
              <a:gd name="connsiteX83141" fmla="*/ 873773 w 2119654"/>
              <a:gd name="connsiteY83141" fmla="*/ 462171 h 2398711"/>
              <a:gd name="connsiteX83142" fmla="*/ 853908 w 2119654"/>
              <a:gd name="connsiteY83142" fmla="*/ 506121 h 2398711"/>
              <a:gd name="connsiteX83143" fmla="*/ 853835 w 2119654"/>
              <a:gd name="connsiteY83143" fmla="*/ 506659 h 2398711"/>
              <a:gd name="connsiteX83144" fmla="*/ 854054 w 2119654"/>
              <a:gd name="connsiteY83144" fmla="*/ 506193 h 2398711"/>
              <a:gd name="connsiteX83145" fmla="*/ 876378 w 2119654"/>
              <a:gd name="connsiteY83145" fmla="*/ 455745 h 2398711"/>
              <a:gd name="connsiteX83146" fmla="*/ 876339 w 2119654"/>
              <a:gd name="connsiteY83146" fmla="*/ 455922 h 2398711"/>
              <a:gd name="connsiteX83147" fmla="*/ 876636 w 2119654"/>
              <a:gd name="connsiteY83147" fmla="*/ 456900 h 2398711"/>
              <a:gd name="connsiteX83148" fmla="*/ 876797 w 2119654"/>
              <a:gd name="connsiteY83148" fmla="*/ 456468 h 2398711"/>
              <a:gd name="connsiteX83149" fmla="*/ 890812 w 2119654"/>
              <a:gd name="connsiteY83149" fmla="*/ 423322 h 2398711"/>
              <a:gd name="connsiteX83150" fmla="*/ 890011 w 2119654"/>
              <a:gd name="connsiteY83150" fmla="*/ 425237 h 2398711"/>
              <a:gd name="connsiteX83151" fmla="*/ 891528 w 2119654"/>
              <a:gd name="connsiteY83151" fmla="*/ 426980 h 2398711"/>
              <a:gd name="connsiteX83152" fmla="*/ 892360 w 2119654"/>
              <a:gd name="connsiteY83152" fmla="*/ 425278 h 2398711"/>
              <a:gd name="connsiteX83153" fmla="*/ 891779 w 2119654"/>
              <a:gd name="connsiteY83153" fmla="*/ 423707 h 2398711"/>
              <a:gd name="connsiteX83154" fmla="*/ 350532 w 2119654"/>
              <a:gd name="connsiteY83154" fmla="*/ 1633103 h 2398711"/>
              <a:gd name="connsiteX83155" fmla="*/ 350553 w 2119654"/>
              <a:gd name="connsiteY83155" fmla="*/ 1634727 h 2398711"/>
              <a:gd name="connsiteX83156" fmla="*/ 353323 w 2119654"/>
              <a:gd name="connsiteY83156" fmla="*/ 1636379 h 2398711"/>
              <a:gd name="connsiteX83157" fmla="*/ 353698 w 2119654"/>
              <a:gd name="connsiteY83157" fmla="*/ 1636557 h 2398711"/>
              <a:gd name="connsiteX83158" fmla="*/ 353204 w 2119654"/>
              <a:gd name="connsiteY83158" fmla="*/ 1635936 h 2398711"/>
              <a:gd name="connsiteX83159" fmla="*/ 891250 w 2119654"/>
              <a:gd name="connsiteY83159" fmla="*/ 422277 h 2398711"/>
              <a:gd name="connsiteX83160" fmla="*/ 891028 w 2119654"/>
              <a:gd name="connsiteY83160" fmla="*/ 422809 h 2398711"/>
              <a:gd name="connsiteX83161" fmla="*/ 891519 w 2119654"/>
              <a:gd name="connsiteY83161" fmla="*/ 423005 h 2398711"/>
              <a:gd name="connsiteX83162" fmla="*/ 316098 w 2119654"/>
              <a:gd name="connsiteY83162" fmla="*/ 1710025 h 2398711"/>
              <a:gd name="connsiteX83163" fmla="*/ 320340 w 2119654"/>
              <a:gd name="connsiteY83163" fmla="*/ 1713331 h 2398711"/>
              <a:gd name="connsiteX83164" fmla="*/ 324220 w 2119654"/>
              <a:gd name="connsiteY83164" fmla="*/ 1716111 h 2398711"/>
              <a:gd name="connsiteX83165" fmla="*/ 329655 w 2119654"/>
              <a:gd name="connsiteY83165" fmla="*/ 1717853 h 2398711"/>
              <a:gd name="connsiteX83166" fmla="*/ 330045 w 2119654"/>
              <a:gd name="connsiteY83166" fmla="*/ 1717898 h 2398711"/>
              <a:gd name="connsiteX83167" fmla="*/ 323805 w 2119654"/>
              <a:gd name="connsiteY83167" fmla="*/ 1709908 h 2398711"/>
              <a:gd name="connsiteX83168" fmla="*/ 893207 w 2119654"/>
              <a:gd name="connsiteY83168" fmla="*/ 417605 h 2398711"/>
              <a:gd name="connsiteX83169" fmla="*/ 891478 w 2119654"/>
              <a:gd name="connsiteY83169" fmla="*/ 421733 h 2398711"/>
              <a:gd name="connsiteX83170" fmla="*/ 892042 w 2119654"/>
              <a:gd name="connsiteY83170" fmla="*/ 423212 h 2398711"/>
              <a:gd name="connsiteX83171" fmla="*/ 893154 w 2119654"/>
              <a:gd name="connsiteY83171" fmla="*/ 423654 h 2398711"/>
              <a:gd name="connsiteX83172" fmla="*/ 894976 w 2119654"/>
              <a:gd name="connsiteY83172" fmla="*/ 419926 h 2398711"/>
              <a:gd name="connsiteX83173" fmla="*/ 894692 w 2119654"/>
              <a:gd name="connsiteY83173" fmla="*/ 419389 h 2398711"/>
              <a:gd name="connsiteX83174" fmla="*/ 340017 w 2119654"/>
              <a:gd name="connsiteY83174" fmla="*/ 1656292 h 2398711"/>
              <a:gd name="connsiteX83175" fmla="*/ 346161 w 2119654"/>
              <a:gd name="connsiteY83175" fmla="*/ 1660672 h 2398711"/>
              <a:gd name="connsiteX83176" fmla="*/ 343938 w 2119654"/>
              <a:gd name="connsiteY83176" fmla="*/ 1658303 h 2398711"/>
              <a:gd name="connsiteX83177" fmla="*/ 341547 w 2119654"/>
              <a:gd name="connsiteY83177" fmla="*/ 1656715 h 2398711"/>
              <a:gd name="connsiteX83178" fmla="*/ 893444 w 2119654"/>
              <a:gd name="connsiteY83178" fmla="*/ 417040 h 2398711"/>
              <a:gd name="connsiteX83179" fmla="*/ 893364 w 2119654"/>
              <a:gd name="connsiteY83179" fmla="*/ 417231 h 2398711"/>
              <a:gd name="connsiteX83180" fmla="*/ 893866 w 2119654"/>
              <a:gd name="connsiteY83180" fmla="*/ 417835 h 2398711"/>
              <a:gd name="connsiteX83181" fmla="*/ 854038 w 2119654"/>
              <a:gd name="connsiteY83181" fmla="*/ 505157 h 2398711"/>
              <a:gd name="connsiteX83182" fmla="*/ 853980 w 2119654"/>
              <a:gd name="connsiteY83182" fmla="*/ 505592 h 2398711"/>
              <a:gd name="connsiteX83183" fmla="*/ 854271 w 2119654"/>
              <a:gd name="connsiteY83183" fmla="*/ 505735 h 2398711"/>
              <a:gd name="connsiteX83184" fmla="*/ 854449 w 2119654"/>
              <a:gd name="connsiteY83184" fmla="*/ 505358 h 2398711"/>
              <a:gd name="connsiteX83185" fmla="*/ 897286 w 2119654"/>
              <a:gd name="connsiteY83185" fmla="*/ 407869 h 2398711"/>
              <a:gd name="connsiteX83186" fmla="*/ 894841 w 2119654"/>
              <a:gd name="connsiteY83186" fmla="*/ 413704 h 2398711"/>
              <a:gd name="connsiteX83187" fmla="*/ 896298 w 2119654"/>
              <a:gd name="connsiteY83187" fmla="*/ 416527 h 2398711"/>
              <a:gd name="connsiteX83188" fmla="*/ 896530 w 2119654"/>
              <a:gd name="connsiteY83188" fmla="*/ 416746 h 2398711"/>
              <a:gd name="connsiteX83189" fmla="*/ 899783 w 2119654"/>
              <a:gd name="connsiteY83189" fmla="*/ 410092 h 2398711"/>
              <a:gd name="connsiteX83190" fmla="*/ 879359 w 2119654"/>
              <a:gd name="connsiteY83190" fmla="*/ 447979 h 2398711"/>
              <a:gd name="connsiteX83191" fmla="*/ 879798 w 2119654"/>
              <a:gd name="connsiteY83191" fmla="*/ 448417 h 2398711"/>
              <a:gd name="connsiteX83192" fmla="*/ 879844 w 2119654"/>
              <a:gd name="connsiteY83192" fmla="*/ 448293 h 2398711"/>
              <a:gd name="connsiteX83193" fmla="*/ 898547 w 2119654"/>
              <a:gd name="connsiteY83193" fmla="*/ 404860 h 2398711"/>
              <a:gd name="connsiteX83194" fmla="*/ 897509 w 2119654"/>
              <a:gd name="connsiteY83194" fmla="*/ 407337 h 2398711"/>
              <a:gd name="connsiteX83195" fmla="*/ 900333 w 2119654"/>
              <a:gd name="connsiteY83195" fmla="*/ 408968 h 2398711"/>
              <a:gd name="connsiteX83196" fmla="*/ 901035 w 2119654"/>
              <a:gd name="connsiteY83196" fmla="*/ 407532 h 2398711"/>
              <a:gd name="connsiteX83197" fmla="*/ 919819 w 2119654"/>
              <a:gd name="connsiteY83197" fmla="*/ 357140 h 2398711"/>
              <a:gd name="connsiteX83198" fmla="*/ 918280 w 2119654"/>
              <a:gd name="connsiteY83198" fmla="*/ 363859 h 2398711"/>
              <a:gd name="connsiteX83199" fmla="*/ 920787 w 2119654"/>
              <a:gd name="connsiteY83199" fmla="*/ 370335 h 2398711"/>
              <a:gd name="connsiteX83200" fmla="*/ 924321 w 2119654"/>
              <a:gd name="connsiteY83200" fmla="*/ 361890 h 2398711"/>
              <a:gd name="connsiteX83201" fmla="*/ 899349 w 2119654"/>
              <a:gd name="connsiteY83201" fmla="*/ 402945 h 2398711"/>
              <a:gd name="connsiteX83202" fmla="*/ 898733 w 2119654"/>
              <a:gd name="connsiteY83202" fmla="*/ 404416 h 2398711"/>
              <a:gd name="connsiteX83203" fmla="*/ 901242 w 2119654"/>
              <a:gd name="connsiteY83203" fmla="*/ 407109 h 2398711"/>
              <a:gd name="connsiteX83204" fmla="*/ 901651 w 2119654"/>
              <a:gd name="connsiteY83204" fmla="*/ 406271 h 2398711"/>
              <a:gd name="connsiteX83205" fmla="*/ 901574 w 2119654"/>
              <a:gd name="connsiteY83205" fmla="*/ 406088 h 2398711"/>
              <a:gd name="connsiteX83206" fmla="*/ 873476 w 2119654"/>
              <a:gd name="connsiteY83206" fmla="*/ 460880 h 2398711"/>
              <a:gd name="connsiteX83207" fmla="*/ 873461 w 2119654"/>
              <a:gd name="connsiteY83207" fmla="*/ 461035 h 2398711"/>
              <a:gd name="connsiteX83208" fmla="*/ 873577 w 2119654"/>
              <a:gd name="connsiteY83208" fmla="*/ 461341 h 2398711"/>
              <a:gd name="connsiteX83209" fmla="*/ 873842 w 2119654"/>
              <a:gd name="connsiteY83209" fmla="*/ 461606 h 2398711"/>
              <a:gd name="connsiteX83210" fmla="*/ 899612 w 2119654"/>
              <a:gd name="connsiteY83210" fmla="*/ 402317 h 2398711"/>
              <a:gd name="connsiteX83211" fmla="*/ 899466 w 2119654"/>
              <a:gd name="connsiteY83211" fmla="*/ 402667 h 2398711"/>
              <a:gd name="connsiteX83212" fmla="*/ 900937 w 2119654"/>
              <a:gd name="connsiteY83212" fmla="*/ 404687 h 2398711"/>
              <a:gd name="connsiteX83213" fmla="*/ 901065 w 2119654"/>
              <a:gd name="connsiteY83213" fmla="*/ 404873 h 2398711"/>
              <a:gd name="connsiteX83214" fmla="*/ 900709 w 2119654"/>
              <a:gd name="connsiteY83214" fmla="*/ 404028 h 2398711"/>
              <a:gd name="connsiteX83215" fmla="*/ 899801 w 2119654"/>
              <a:gd name="connsiteY83215" fmla="*/ 401867 h 2398711"/>
              <a:gd name="connsiteX83216" fmla="*/ 899668 w 2119654"/>
              <a:gd name="connsiteY83216" fmla="*/ 402183 h 2398711"/>
              <a:gd name="connsiteX83217" fmla="*/ 900440 w 2119654"/>
              <a:gd name="connsiteY83217" fmla="*/ 403386 h 2398711"/>
              <a:gd name="connsiteX83218" fmla="*/ 344225 w 2119654"/>
              <a:gd name="connsiteY83218" fmla="*/ 1645896 h 2398711"/>
              <a:gd name="connsiteX83219" fmla="*/ 345010 w 2119654"/>
              <a:gd name="connsiteY83219" fmla="*/ 1646597 h 2398711"/>
              <a:gd name="connsiteX83220" fmla="*/ 346731 w 2119654"/>
              <a:gd name="connsiteY83220" fmla="*/ 1647563 h 2398711"/>
              <a:gd name="connsiteX83221" fmla="*/ 345476 w 2119654"/>
              <a:gd name="connsiteY83221" fmla="*/ 1646532 h 2398711"/>
              <a:gd name="connsiteX83222" fmla="*/ 345291 w 2119654"/>
              <a:gd name="connsiteY83222" fmla="*/ 1646339 h 2398711"/>
              <a:gd name="connsiteX83223" fmla="*/ 900537 w 2119654"/>
              <a:gd name="connsiteY83223" fmla="*/ 400110 h 2398711"/>
              <a:gd name="connsiteX83224" fmla="*/ 900181 w 2119654"/>
              <a:gd name="connsiteY83224" fmla="*/ 400959 h 2398711"/>
              <a:gd name="connsiteX83225" fmla="*/ 902061 w 2119654"/>
              <a:gd name="connsiteY83225" fmla="*/ 405431 h 2398711"/>
              <a:gd name="connsiteX83226" fmla="*/ 902777 w 2119654"/>
              <a:gd name="connsiteY83226" fmla="*/ 403966 h 2398711"/>
              <a:gd name="connsiteX83227" fmla="*/ 901380 w 2119654"/>
              <a:gd name="connsiteY83227" fmla="*/ 398096 h 2398711"/>
              <a:gd name="connsiteX83228" fmla="*/ 900770 w 2119654"/>
              <a:gd name="connsiteY83228" fmla="*/ 399554 h 2398711"/>
              <a:gd name="connsiteX83229" fmla="*/ 903031 w 2119654"/>
              <a:gd name="connsiteY83229" fmla="*/ 403445 h 2398711"/>
              <a:gd name="connsiteX83230" fmla="*/ 903656 w 2119654"/>
              <a:gd name="connsiteY83230" fmla="*/ 402168 h 2398711"/>
              <a:gd name="connsiteX83231" fmla="*/ 956557 w 2119654"/>
              <a:gd name="connsiteY83231" fmla="*/ 274503 h 2398711"/>
              <a:gd name="connsiteX83232" fmla="*/ 994840 w 2119654"/>
              <a:gd name="connsiteY83232" fmla="*/ 301147 h 2398711"/>
              <a:gd name="connsiteX83233" fmla="*/ 999687 w 2119654"/>
              <a:gd name="connsiteY83233" fmla="*/ 288142 h 2398711"/>
              <a:gd name="connsiteX83234" fmla="*/ 964153 w 2119654"/>
              <a:gd name="connsiteY83234" fmla="*/ 262697 h 2398711"/>
              <a:gd name="connsiteX83235" fmla="*/ 902124 w 2119654"/>
              <a:gd name="connsiteY83235" fmla="*/ 396321 h 2398711"/>
              <a:gd name="connsiteX83236" fmla="*/ 901653 w 2119654"/>
              <a:gd name="connsiteY83236" fmla="*/ 397446 h 2398711"/>
              <a:gd name="connsiteX83237" fmla="*/ 903952 w 2119654"/>
              <a:gd name="connsiteY83237" fmla="*/ 401561 h 2398711"/>
              <a:gd name="connsiteX83238" fmla="*/ 904013 w 2119654"/>
              <a:gd name="connsiteY83238" fmla="*/ 401436 h 2398711"/>
              <a:gd name="connsiteX83239" fmla="*/ 936628 w 2119654"/>
              <a:gd name="connsiteY83239" fmla="*/ 318768 h 2398711"/>
              <a:gd name="connsiteX83240" fmla="*/ 935247 w 2119654"/>
              <a:gd name="connsiteY83240" fmla="*/ 324797 h 2398711"/>
              <a:gd name="connsiteX83241" fmla="*/ 935897 w 2119654"/>
              <a:gd name="connsiteY83241" fmla="*/ 325749 h 2398711"/>
              <a:gd name="connsiteX83242" fmla="*/ 938292 w 2119654"/>
              <a:gd name="connsiteY83242" fmla="*/ 328514 h 2398711"/>
              <a:gd name="connsiteX83243" fmla="*/ 939551 w 2119654"/>
              <a:gd name="connsiteY83243" fmla="*/ 325507 h 2398711"/>
              <a:gd name="connsiteX83244" fmla="*/ 904236 w 2119654"/>
              <a:gd name="connsiteY83244" fmla="*/ 391277 h 2398711"/>
              <a:gd name="connsiteX83245" fmla="*/ 902446 w 2119654"/>
              <a:gd name="connsiteY83245" fmla="*/ 395552 h 2398711"/>
              <a:gd name="connsiteX83246" fmla="*/ 904391 w 2119654"/>
              <a:gd name="connsiteY83246" fmla="*/ 400663 h 2398711"/>
              <a:gd name="connsiteX83247" fmla="*/ 907749 w 2119654"/>
              <a:gd name="connsiteY83247" fmla="*/ 393792 h 2398711"/>
              <a:gd name="connsiteX83248" fmla="*/ 904882 w 2119654"/>
              <a:gd name="connsiteY83248" fmla="*/ 389734 h 2398711"/>
              <a:gd name="connsiteX83249" fmla="*/ 904332 w 2119654"/>
              <a:gd name="connsiteY83249" fmla="*/ 391048 h 2398711"/>
              <a:gd name="connsiteX83250" fmla="*/ 907883 w 2119654"/>
              <a:gd name="connsiteY83250" fmla="*/ 393519 h 2398711"/>
              <a:gd name="connsiteX83251" fmla="*/ 908222 w 2119654"/>
              <a:gd name="connsiteY83251" fmla="*/ 392825 h 2398711"/>
              <a:gd name="connsiteX83252" fmla="*/ 907974 w 2119654"/>
              <a:gd name="connsiteY83252" fmla="*/ 392540 h 2398711"/>
              <a:gd name="connsiteX83253" fmla="*/ 877316 w 2119654"/>
              <a:gd name="connsiteY83253" fmla="*/ 451363 h 2398711"/>
              <a:gd name="connsiteX83254" fmla="*/ 876489 w 2119654"/>
              <a:gd name="connsiteY83254" fmla="*/ 455224 h 2398711"/>
              <a:gd name="connsiteX83255" fmla="*/ 876959 w 2119654"/>
              <a:gd name="connsiteY83255" fmla="*/ 456034 h 2398711"/>
              <a:gd name="connsiteX83256" fmla="*/ 878322 w 2119654"/>
              <a:gd name="connsiteY83256" fmla="*/ 452377 h 2398711"/>
              <a:gd name="connsiteX83257" fmla="*/ 283039 w 2119654"/>
              <a:gd name="connsiteY83257" fmla="*/ 1781950 h 2398711"/>
              <a:gd name="connsiteX83258" fmla="*/ 297699 w 2119654"/>
              <a:gd name="connsiteY83258" fmla="*/ 1793246 h 2398711"/>
              <a:gd name="connsiteX83259" fmla="*/ 307185 w 2119654"/>
              <a:gd name="connsiteY83259" fmla="*/ 1793280 h 2398711"/>
              <a:gd name="connsiteX83260" fmla="*/ 326624 w 2119654"/>
              <a:gd name="connsiteY83260" fmla="*/ 1793086 h 2398711"/>
              <a:gd name="connsiteX83261" fmla="*/ 324623 w 2119654"/>
              <a:gd name="connsiteY83261" fmla="*/ 1792396 h 2398711"/>
              <a:gd name="connsiteX83262" fmla="*/ 303102 w 2119654"/>
              <a:gd name="connsiteY83262" fmla="*/ 1788317 h 2398711"/>
              <a:gd name="connsiteX83263" fmla="*/ 906908 w 2119654"/>
              <a:gd name="connsiteY83263" fmla="*/ 384901 h 2398711"/>
              <a:gd name="connsiteX83264" fmla="*/ 906811 w 2119654"/>
              <a:gd name="connsiteY83264" fmla="*/ 385131 h 2398711"/>
              <a:gd name="connsiteX83265" fmla="*/ 907319 w 2119654"/>
              <a:gd name="connsiteY83265" fmla="*/ 385588 h 2398711"/>
              <a:gd name="connsiteX83266" fmla="*/ 908968 w 2119654"/>
              <a:gd name="connsiteY83266" fmla="*/ 387483 h 2398711"/>
              <a:gd name="connsiteX83267" fmla="*/ 908973 w 2119654"/>
              <a:gd name="connsiteY83267" fmla="*/ 387434 h 2398711"/>
              <a:gd name="connsiteX83268" fmla="*/ 859008 w 2119654"/>
              <a:gd name="connsiteY83268" fmla="*/ 491920 h 2398711"/>
              <a:gd name="connsiteX83269" fmla="*/ 859809 w 2119654"/>
              <a:gd name="connsiteY83269" fmla="*/ 494009 h 2398711"/>
              <a:gd name="connsiteX83270" fmla="*/ 859834 w 2119654"/>
              <a:gd name="connsiteY83270" fmla="*/ 493956 h 2398711"/>
              <a:gd name="connsiteX83271" fmla="*/ 859502 w 2119654"/>
              <a:gd name="connsiteY83271" fmla="*/ 492295 h 2398711"/>
              <a:gd name="connsiteX83272" fmla="*/ 908906 w 2119654"/>
              <a:gd name="connsiteY83272" fmla="*/ 380132 h 2398711"/>
              <a:gd name="connsiteX83273" fmla="*/ 907064 w 2119654"/>
              <a:gd name="connsiteY83273" fmla="*/ 384528 h 2398711"/>
              <a:gd name="connsiteX83274" fmla="*/ 909020 w 2119654"/>
              <a:gd name="connsiteY83274" fmla="*/ 386924 h 2398711"/>
              <a:gd name="connsiteX83275" fmla="*/ 909561 w 2119654"/>
              <a:gd name="connsiteY83275" fmla="*/ 381063 h 2398711"/>
              <a:gd name="connsiteX83276" fmla="*/ 909855 w 2119654"/>
              <a:gd name="connsiteY83276" fmla="*/ 377865 h 2398711"/>
              <a:gd name="connsiteX83277" fmla="*/ 908979 w 2119654"/>
              <a:gd name="connsiteY83277" fmla="*/ 379956 h 2398711"/>
              <a:gd name="connsiteX83278" fmla="*/ 909583 w 2119654"/>
              <a:gd name="connsiteY83278" fmla="*/ 380816 h 2398711"/>
              <a:gd name="connsiteX83279" fmla="*/ 321645 w 2119654"/>
              <a:gd name="connsiteY83279" fmla="*/ 1694968 h 2398711"/>
              <a:gd name="connsiteX83280" fmla="*/ 323001 w 2119654"/>
              <a:gd name="connsiteY83280" fmla="*/ 1696705 h 2398711"/>
              <a:gd name="connsiteX83281" fmla="*/ 325911 w 2119654"/>
              <a:gd name="connsiteY83281" fmla="*/ 1697013 h 2398711"/>
              <a:gd name="connsiteX83282" fmla="*/ 325897 w 2119654"/>
              <a:gd name="connsiteY83282" fmla="*/ 1697000 h 2398711"/>
              <a:gd name="connsiteX83283" fmla="*/ 910924 w 2119654"/>
              <a:gd name="connsiteY83283" fmla="*/ 375312 h 2398711"/>
              <a:gd name="connsiteX83284" fmla="*/ 910372 w 2119654"/>
              <a:gd name="connsiteY83284" fmla="*/ 376631 h 2398711"/>
              <a:gd name="connsiteX83285" fmla="*/ 909939 w 2119654"/>
              <a:gd name="connsiteY83285" fmla="*/ 381322 h 2398711"/>
              <a:gd name="connsiteX83286" fmla="*/ 912736 w 2119654"/>
              <a:gd name="connsiteY83286" fmla="*/ 385299 h 2398711"/>
              <a:gd name="connsiteX83287" fmla="*/ 914531 w 2119654"/>
              <a:gd name="connsiteY83287" fmla="*/ 377461 h 2398711"/>
              <a:gd name="connsiteX83288" fmla="*/ 913148 w 2119654"/>
              <a:gd name="connsiteY83288" fmla="*/ 370004 h 2398711"/>
              <a:gd name="connsiteX83289" fmla="*/ 911206 w 2119654"/>
              <a:gd name="connsiteY83289" fmla="*/ 374639 h 2398711"/>
              <a:gd name="connsiteX83290" fmla="*/ 914714 w 2119654"/>
              <a:gd name="connsiteY83290" fmla="*/ 376667 h 2398711"/>
              <a:gd name="connsiteX83291" fmla="*/ 914993 w 2119654"/>
              <a:gd name="connsiteY83291" fmla="*/ 375445 h 2398711"/>
              <a:gd name="connsiteX83292" fmla="*/ 915527 w 2119654"/>
              <a:gd name="connsiteY83292" fmla="*/ 373253 h 2398711"/>
              <a:gd name="connsiteX83293" fmla="*/ 914598 w 2119654"/>
              <a:gd name="connsiteY83293" fmla="*/ 371044 h 2398711"/>
              <a:gd name="connsiteX83294" fmla="*/ 913654 w 2119654"/>
              <a:gd name="connsiteY83294" fmla="*/ 368796 h 2398711"/>
              <a:gd name="connsiteX83295" fmla="*/ 913308 w 2119654"/>
              <a:gd name="connsiteY83295" fmla="*/ 369622 h 2398711"/>
              <a:gd name="connsiteX83296" fmla="*/ 914299 w 2119654"/>
              <a:gd name="connsiteY83296" fmla="*/ 370332 h 2398711"/>
              <a:gd name="connsiteX83297" fmla="*/ 920861 w 2119654"/>
              <a:gd name="connsiteY83297" fmla="*/ 352592 h 2398711"/>
              <a:gd name="connsiteX83298" fmla="*/ 920019 w 2119654"/>
              <a:gd name="connsiteY83298" fmla="*/ 356266 h 2398711"/>
              <a:gd name="connsiteX83299" fmla="*/ 924636 w 2119654"/>
              <a:gd name="connsiteY83299" fmla="*/ 361138 h 2398711"/>
              <a:gd name="connsiteX83300" fmla="*/ 925609 w 2119654"/>
              <a:gd name="connsiteY83300" fmla="*/ 358813 h 2398711"/>
              <a:gd name="connsiteX83301" fmla="*/ 925537 w 2119654"/>
              <a:gd name="connsiteY83301" fmla="*/ 358214 h 2398711"/>
              <a:gd name="connsiteX83302" fmla="*/ 914588 w 2119654"/>
              <a:gd name="connsiteY83302" fmla="*/ 366565 h 2398711"/>
              <a:gd name="connsiteX83303" fmla="*/ 914163 w 2119654"/>
              <a:gd name="connsiteY83303" fmla="*/ 367581 h 2398711"/>
              <a:gd name="connsiteX83304" fmla="*/ 915759 w 2119654"/>
              <a:gd name="connsiteY83304" fmla="*/ 371379 h 2398711"/>
              <a:gd name="connsiteX83305" fmla="*/ 915949 w 2119654"/>
              <a:gd name="connsiteY83305" fmla="*/ 371516 h 2398711"/>
              <a:gd name="connsiteX83306" fmla="*/ 916438 w 2119654"/>
              <a:gd name="connsiteY83306" fmla="*/ 369506 h 2398711"/>
              <a:gd name="connsiteX83307" fmla="*/ 916414 w 2119654"/>
              <a:gd name="connsiteY83307" fmla="*/ 362206 h 2398711"/>
              <a:gd name="connsiteX83308" fmla="*/ 915078 w 2119654"/>
              <a:gd name="connsiteY83308" fmla="*/ 365396 h 2398711"/>
              <a:gd name="connsiteX83309" fmla="*/ 916441 w 2119654"/>
              <a:gd name="connsiteY83309" fmla="*/ 367421 h 2398711"/>
              <a:gd name="connsiteX83310" fmla="*/ 916862 w 2119654"/>
              <a:gd name="connsiteY83310" fmla="*/ 367765 h 2398711"/>
              <a:gd name="connsiteX83311" fmla="*/ 917520 w 2119654"/>
              <a:gd name="connsiteY83311" fmla="*/ 365061 h 2398711"/>
              <a:gd name="connsiteX83312" fmla="*/ 867575 w 2119654"/>
              <a:gd name="connsiteY83312" fmla="*/ 471562 h 2398711"/>
              <a:gd name="connsiteX83313" fmla="*/ 866349 w 2119654"/>
              <a:gd name="connsiteY83313" fmla="*/ 480056 h 2398711"/>
              <a:gd name="connsiteX83314" fmla="*/ 866381 w 2119654"/>
              <a:gd name="connsiteY83314" fmla="*/ 480095 h 2398711"/>
              <a:gd name="connsiteX83315" fmla="*/ 869132 w 2119654"/>
              <a:gd name="connsiteY83315" fmla="*/ 474270 h 2398711"/>
              <a:gd name="connsiteX83316" fmla="*/ 868718 w 2119654"/>
              <a:gd name="connsiteY83316" fmla="*/ 472390 h 2398711"/>
              <a:gd name="connsiteX83317" fmla="*/ 850111 w 2119654"/>
              <a:gd name="connsiteY83317" fmla="*/ 510648 h 2398711"/>
              <a:gd name="connsiteX83318" fmla="*/ 850364 w 2119654"/>
              <a:gd name="connsiteY83318" fmla="*/ 514488 h 2398711"/>
              <a:gd name="connsiteX83319" fmla="*/ 851548 w 2119654"/>
              <a:gd name="connsiteY83319" fmla="*/ 511698 h 2398711"/>
              <a:gd name="connsiteX83320" fmla="*/ 851196 w 2119654"/>
              <a:gd name="connsiteY83320" fmla="*/ 511356 h 2398711"/>
              <a:gd name="connsiteX83321" fmla="*/ 876746 w 2119654"/>
              <a:gd name="connsiteY83321" fmla="*/ 450788 h 2398711"/>
              <a:gd name="connsiteX83322" fmla="*/ 875946 w 2119654"/>
              <a:gd name="connsiteY83322" fmla="*/ 454290 h 2398711"/>
              <a:gd name="connsiteX83323" fmla="*/ 876294 w 2119654"/>
              <a:gd name="connsiteY83323" fmla="*/ 454890 h 2398711"/>
              <a:gd name="connsiteX83324" fmla="*/ 877140 w 2119654"/>
              <a:gd name="connsiteY83324" fmla="*/ 451186 h 2398711"/>
              <a:gd name="connsiteX83325" fmla="*/ 867721 w 2119654"/>
              <a:gd name="connsiteY83325" fmla="*/ 470980 h 2398711"/>
              <a:gd name="connsiteX83326" fmla="*/ 868539 w 2119654"/>
              <a:gd name="connsiteY83326" fmla="*/ 471572 h 2398711"/>
              <a:gd name="connsiteX83327" fmla="*/ 868250 w 2119654"/>
              <a:gd name="connsiteY83327" fmla="*/ 470260 h 2398711"/>
              <a:gd name="connsiteX83328" fmla="*/ 878140 w 2119654"/>
              <a:gd name="connsiteY83328" fmla="*/ 447609 h 2398711"/>
              <a:gd name="connsiteX83329" fmla="*/ 877800 w 2119654"/>
              <a:gd name="connsiteY83329" fmla="*/ 449103 h 2398711"/>
              <a:gd name="connsiteX83330" fmla="*/ 877417 w 2119654"/>
              <a:gd name="connsiteY83330" fmla="*/ 450890 h 2398711"/>
              <a:gd name="connsiteX83331" fmla="*/ 878478 w 2119654"/>
              <a:gd name="connsiteY83331" fmla="*/ 451960 h 2398711"/>
              <a:gd name="connsiteX83332" fmla="*/ 879569 w 2119654"/>
              <a:gd name="connsiteY83332" fmla="*/ 449031 h 2398711"/>
              <a:gd name="connsiteX83333" fmla="*/ 918929 w 2119654"/>
              <a:gd name="connsiteY83333" fmla="*/ 356202 h 2398711"/>
              <a:gd name="connsiteX83334" fmla="*/ 917051 w 2119654"/>
              <a:gd name="connsiteY83334" fmla="*/ 360685 h 2398711"/>
              <a:gd name="connsiteX83335" fmla="*/ 917993 w 2119654"/>
              <a:gd name="connsiteY83335" fmla="*/ 363115 h 2398711"/>
              <a:gd name="connsiteX83336" fmla="*/ 919522 w 2119654"/>
              <a:gd name="connsiteY83336" fmla="*/ 356827 h 2398711"/>
              <a:gd name="connsiteX83337" fmla="*/ 360244 w 2119654"/>
              <a:gd name="connsiteY83337" fmla="*/ 1607188 h 2398711"/>
              <a:gd name="connsiteX83338" fmla="*/ 362112 w 2119654"/>
              <a:gd name="connsiteY83338" fmla="*/ 1608668 h 2398711"/>
              <a:gd name="connsiteX83339" fmla="*/ 368096 w 2119654"/>
              <a:gd name="connsiteY83339" fmla="*/ 1612081 h 2398711"/>
              <a:gd name="connsiteX83340" fmla="*/ 366693 w 2119654"/>
              <a:gd name="connsiteY83340" fmla="*/ 1610220 h 2398711"/>
              <a:gd name="connsiteX83341" fmla="*/ 363065 w 2119654"/>
              <a:gd name="connsiteY83341" fmla="*/ 1607645 h 2398711"/>
              <a:gd name="connsiteX83342" fmla="*/ 297566 w 2119654"/>
              <a:gd name="connsiteY83342" fmla="*/ 1747515 h 2398711"/>
              <a:gd name="connsiteX83343" fmla="*/ 298879 w 2119654"/>
              <a:gd name="connsiteY83343" fmla="*/ 1748610 h 2398711"/>
              <a:gd name="connsiteX83344" fmla="*/ 300088 w 2119654"/>
              <a:gd name="connsiteY83344" fmla="*/ 1749590 h 2398711"/>
              <a:gd name="connsiteX83345" fmla="*/ 297952 w 2119654"/>
              <a:gd name="connsiteY83345" fmla="*/ 1747657 h 2398711"/>
              <a:gd name="connsiteX83346" fmla="*/ 920582 w 2119654"/>
              <a:gd name="connsiteY83346" fmla="*/ 352256 h 2398711"/>
              <a:gd name="connsiteX83347" fmla="*/ 919244 w 2119654"/>
              <a:gd name="connsiteY83347" fmla="*/ 355449 h 2398711"/>
              <a:gd name="connsiteX83348" fmla="*/ 919732 w 2119654"/>
              <a:gd name="connsiteY83348" fmla="*/ 355964 h 2398711"/>
              <a:gd name="connsiteX83349" fmla="*/ 920622 w 2119654"/>
              <a:gd name="connsiteY83349" fmla="*/ 352305 h 2398711"/>
              <a:gd name="connsiteX83350" fmla="*/ 878355 w 2119654"/>
              <a:gd name="connsiteY83350" fmla="*/ 446668 h 2398711"/>
              <a:gd name="connsiteX83351" fmla="*/ 878334 w 2119654"/>
              <a:gd name="connsiteY83351" fmla="*/ 446759 h 2398711"/>
              <a:gd name="connsiteX83352" fmla="*/ 878647 w 2119654"/>
              <a:gd name="connsiteY83352" fmla="*/ 446948 h 2398711"/>
              <a:gd name="connsiteX83353" fmla="*/ 923568 w 2119654"/>
              <a:gd name="connsiteY83353" fmla="*/ 345339 h 2398711"/>
              <a:gd name="connsiteX83354" fmla="*/ 921375 w 2119654"/>
              <a:gd name="connsiteY83354" fmla="*/ 350383 h 2398711"/>
              <a:gd name="connsiteX83355" fmla="*/ 921227 w 2119654"/>
              <a:gd name="connsiteY83355" fmla="*/ 350989 h 2398711"/>
              <a:gd name="connsiteX83356" fmla="*/ 920996 w 2119654"/>
              <a:gd name="connsiteY83356" fmla="*/ 351999 h 2398711"/>
              <a:gd name="connsiteX83357" fmla="*/ 925430 w 2119654"/>
              <a:gd name="connsiteY83357" fmla="*/ 357331 h 2398711"/>
              <a:gd name="connsiteX83358" fmla="*/ 924048 w 2119654"/>
              <a:gd name="connsiteY83358" fmla="*/ 345928 h 2398711"/>
              <a:gd name="connsiteX83359" fmla="*/ 923888 w 2119654"/>
              <a:gd name="connsiteY83359" fmla="*/ 344604 h 2398711"/>
              <a:gd name="connsiteX83360" fmla="*/ 923784 w 2119654"/>
              <a:gd name="connsiteY83360" fmla="*/ 344843 h 2398711"/>
              <a:gd name="connsiteX83361" fmla="*/ 923940 w 2119654"/>
              <a:gd name="connsiteY83361" fmla="*/ 345036 h 2398711"/>
              <a:gd name="connsiteX83362" fmla="*/ 951743 w 2119654"/>
              <a:gd name="connsiteY83362" fmla="*/ 281986 h 2398711"/>
              <a:gd name="connsiteX83363" fmla="*/ 958539 w 2119654"/>
              <a:gd name="connsiteY83363" fmla="*/ 288695 h 2398711"/>
              <a:gd name="connsiteX83364" fmla="*/ 958541 w 2119654"/>
              <a:gd name="connsiteY83364" fmla="*/ 288690 h 2398711"/>
              <a:gd name="connsiteX83365" fmla="*/ 958760 w 2119654"/>
              <a:gd name="connsiteY83365" fmla="*/ 288513 h 2398711"/>
              <a:gd name="connsiteX83366" fmla="*/ 958687 w 2119654"/>
              <a:gd name="connsiteY83366" fmla="*/ 288840 h 2398711"/>
              <a:gd name="connsiteX83367" fmla="*/ 974698 w 2119654"/>
              <a:gd name="connsiteY83367" fmla="*/ 304643 h 2398711"/>
              <a:gd name="connsiteX83368" fmla="*/ 980464 w 2119654"/>
              <a:gd name="connsiteY83368" fmla="*/ 310802 h 2398711"/>
              <a:gd name="connsiteX83369" fmla="*/ 972546 w 2119654"/>
              <a:gd name="connsiteY83369" fmla="*/ 293973 h 2398711"/>
              <a:gd name="connsiteX83370" fmla="*/ 967283 w 2119654"/>
              <a:gd name="connsiteY83370" fmla="*/ 283163 h 2398711"/>
              <a:gd name="connsiteX83371" fmla="*/ 967440 w 2119654"/>
              <a:gd name="connsiteY83371" fmla="*/ 283239 h 2398711"/>
              <a:gd name="connsiteX83372" fmla="*/ 976950 w 2119654"/>
              <a:gd name="connsiteY83372" fmla="*/ 302771 h 2398711"/>
              <a:gd name="connsiteX83373" fmla="*/ 980996 w 2119654"/>
              <a:gd name="connsiteY83373" fmla="*/ 311375 h 2398711"/>
              <a:gd name="connsiteX83374" fmla="*/ 984921 w 2119654"/>
              <a:gd name="connsiteY83374" fmla="*/ 315569 h 2398711"/>
              <a:gd name="connsiteX83375" fmla="*/ 989531 w 2119654"/>
              <a:gd name="connsiteY83375" fmla="*/ 300523 h 2398711"/>
              <a:gd name="connsiteX83376" fmla="*/ 989770 w 2119654"/>
              <a:gd name="connsiteY83376" fmla="*/ 300358 h 2398711"/>
              <a:gd name="connsiteX83377" fmla="*/ 985063 w 2119654"/>
              <a:gd name="connsiteY83377" fmla="*/ 315721 h 2398711"/>
              <a:gd name="connsiteX83378" fmla="*/ 986445 w 2119654"/>
              <a:gd name="connsiteY83378" fmla="*/ 317200 h 2398711"/>
              <a:gd name="connsiteX83379" fmla="*/ 992176 w 2119654"/>
              <a:gd name="connsiteY83379" fmla="*/ 308294 h 2398711"/>
              <a:gd name="connsiteX83380" fmla="*/ 994619 w 2119654"/>
              <a:gd name="connsiteY83380" fmla="*/ 301742 h 2398711"/>
              <a:gd name="connsiteX83381" fmla="*/ 975561 w 2119654"/>
              <a:gd name="connsiteY83381" fmla="*/ 288096 h 2398711"/>
              <a:gd name="connsiteX83382" fmla="*/ 956394 w 2119654"/>
              <a:gd name="connsiteY83382" fmla="*/ 274756 h 2398711"/>
              <a:gd name="connsiteX83383" fmla="*/ 951525 w 2119654"/>
              <a:gd name="connsiteY83383" fmla="*/ 282324 h 2398711"/>
              <a:gd name="connsiteX83384" fmla="*/ 958334 w 2119654"/>
              <a:gd name="connsiteY83384" fmla="*/ 289602 h 2398711"/>
              <a:gd name="connsiteX83385" fmla="*/ 958438 w 2119654"/>
              <a:gd name="connsiteY83385" fmla="*/ 289143 h 2398711"/>
              <a:gd name="connsiteX83386" fmla="*/ 951527 w 2119654"/>
              <a:gd name="connsiteY83386" fmla="*/ 282322 h 2398711"/>
              <a:gd name="connsiteX83387" fmla="*/ 867873 w 2119654"/>
              <a:gd name="connsiteY83387" fmla="*/ 469502 h 2398711"/>
              <a:gd name="connsiteX83388" fmla="*/ 867746 w 2119654"/>
              <a:gd name="connsiteY83388" fmla="*/ 470381 h 2398711"/>
              <a:gd name="connsiteX83389" fmla="*/ 868154 w 2119654"/>
              <a:gd name="connsiteY83389" fmla="*/ 469825 h 2398711"/>
              <a:gd name="connsiteX83390" fmla="*/ 868106 w 2119654"/>
              <a:gd name="connsiteY83390" fmla="*/ 469606 h 2398711"/>
              <a:gd name="connsiteX83391" fmla="*/ 888782 w 2119654"/>
              <a:gd name="connsiteY83391" fmla="*/ 422517 h 2398711"/>
              <a:gd name="connsiteX83392" fmla="*/ 889121 w 2119654"/>
              <a:gd name="connsiteY83392" fmla="*/ 424217 h 2398711"/>
              <a:gd name="connsiteX83393" fmla="*/ 889646 w 2119654"/>
              <a:gd name="connsiteY83393" fmla="*/ 424820 h 2398711"/>
              <a:gd name="connsiteX83394" fmla="*/ 890351 w 2119654"/>
              <a:gd name="connsiteY83394" fmla="*/ 423138 h 2398711"/>
              <a:gd name="connsiteX83395" fmla="*/ 851745 w 2119654"/>
              <a:gd name="connsiteY83395" fmla="*/ 505064 h 2398711"/>
              <a:gd name="connsiteX83396" fmla="*/ 853431 w 2119654"/>
              <a:gd name="connsiteY83396" fmla="*/ 507216 h 2398711"/>
              <a:gd name="connsiteX83397" fmla="*/ 853617 w 2119654"/>
              <a:gd name="connsiteY83397" fmla="*/ 505979 h 2398711"/>
              <a:gd name="connsiteX83398" fmla="*/ 312139 w 2119654"/>
              <a:gd name="connsiteY83398" fmla="*/ 1713037 h 2398711"/>
              <a:gd name="connsiteX83399" fmla="*/ 317389 w 2119654"/>
              <a:gd name="connsiteY83399" fmla="*/ 1716411 h 2398711"/>
              <a:gd name="connsiteX83400" fmla="*/ 318621 w 2119654"/>
              <a:gd name="connsiteY83400" fmla="*/ 1716556 h 2398711"/>
              <a:gd name="connsiteX83401" fmla="*/ 315983 w 2119654"/>
              <a:gd name="connsiteY83401" fmla="*/ 1714492 h 2398711"/>
              <a:gd name="connsiteX83402" fmla="*/ 879277 w 2119654"/>
              <a:gd name="connsiteY83402" fmla="*/ 442627 h 2398711"/>
              <a:gd name="connsiteX83403" fmla="*/ 879051 w 2119654"/>
              <a:gd name="connsiteY83403" fmla="*/ 443617 h 2398711"/>
              <a:gd name="connsiteX83404" fmla="*/ 880936 w 2119654"/>
              <a:gd name="connsiteY83404" fmla="*/ 445615 h 2398711"/>
              <a:gd name="connsiteX83405" fmla="*/ 881203 w 2119654"/>
              <a:gd name="connsiteY83405" fmla="*/ 444978 h 2398711"/>
              <a:gd name="connsiteX83406" fmla="*/ 949344 w 2119654"/>
              <a:gd name="connsiteY83406" fmla="*/ 285714 h 2398711"/>
              <a:gd name="connsiteX83407" fmla="*/ 956009 w 2119654"/>
              <a:gd name="connsiteY83407" fmla="*/ 299883 h 2398711"/>
              <a:gd name="connsiteX83408" fmla="*/ 957967 w 2119654"/>
              <a:gd name="connsiteY83408" fmla="*/ 291227 h 2398711"/>
              <a:gd name="connsiteX83409" fmla="*/ 950756 w 2119654"/>
              <a:gd name="connsiteY83409" fmla="*/ 283520 h 2398711"/>
              <a:gd name="connsiteX83410" fmla="*/ 338248 w 2119654"/>
              <a:gd name="connsiteY83410" fmla="*/ 1653972 h 2398711"/>
              <a:gd name="connsiteX83411" fmla="*/ 339746 w 2119654"/>
              <a:gd name="connsiteY83411" fmla="*/ 1654966 h 2398711"/>
              <a:gd name="connsiteX83412" fmla="*/ 341143 w 2119654"/>
              <a:gd name="connsiteY83412" fmla="*/ 1655326 h 2398711"/>
              <a:gd name="connsiteX83413" fmla="*/ 339918 w 2119654"/>
              <a:gd name="connsiteY83413" fmla="*/ 1654021 h 2398711"/>
              <a:gd name="connsiteX83414" fmla="*/ 855260 w 2119654"/>
              <a:gd name="connsiteY83414" fmla="*/ 496168 h 2398711"/>
              <a:gd name="connsiteX83415" fmla="*/ 854093 w 2119654"/>
              <a:gd name="connsiteY83415" fmla="*/ 504761 h 2398711"/>
              <a:gd name="connsiteX83416" fmla="*/ 854612 w 2119654"/>
              <a:gd name="connsiteY83416" fmla="*/ 505014 h 2398711"/>
              <a:gd name="connsiteX83417" fmla="*/ 856842 w 2119654"/>
              <a:gd name="connsiteY83417" fmla="*/ 500292 h 2398711"/>
              <a:gd name="connsiteX83418" fmla="*/ 323664 w 2119654"/>
              <a:gd name="connsiteY83418" fmla="*/ 1686297 h 2398711"/>
              <a:gd name="connsiteX83419" fmla="*/ 323868 w 2119654"/>
              <a:gd name="connsiteY83419" fmla="*/ 1686322 h 2398711"/>
              <a:gd name="connsiteX83420" fmla="*/ 323810 w 2119654"/>
              <a:gd name="connsiteY83420" fmla="*/ 1686297 h 2398711"/>
              <a:gd name="connsiteX83421" fmla="*/ 337321 w 2119654"/>
              <a:gd name="connsiteY83421" fmla="*/ 1655548 h 2398711"/>
              <a:gd name="connsiteX83422" fmla="*/ 340439 w 2119654"/>
              <a:gd name="connsiteY83422" fmla="*/ 1658189 h 2398711"/>
              <a:gd name="connsiteX83423" fmla="*/ 341669 w 2119654"/>
              <a:gd name="connsiteY83423" fmla="*/ 1659087 h 2398711"/>
              <a:gd name="connsiteX83424" fmla="*/ 345860 w 2119654"/>
              <a:gd name="connsiteY83424" fmla="*/ 1660639 h 2398711"/>
              <a:gd name="connsiteX83425" fmla="*/ 339602 w 2119654"/>
              <a:gd name="connsiteY83425" fmla="*/ 1656178 h 2398711"/>
              <a:gd name="connsiteX83426" fmla="*/ 948462 w 2119654"/>
              <a:gd name="connsiteY83426" fmla="*/ 287083 h 2398711"/>
              <a:gd name="connsiteX83427" fmla="*/ 955280 w 2119654"/>
              <a:gd name="connsiteY83427" fmla="*/ 303108 h 2398711"/>
              <a:gd name="connsiteX83428" fmla="*/ 955894 w 2119654"/>
              <a:gd name="connsiteY83428" fmla="*/ 300392 h 2398711"/>
              <a:gd name="connsiteX83429" fmla="*/ 949139 w 2119654"/>
              <a:gd name="connsiteY83429" fmla="*/ 286031 h 2398711"/>
              <a:gd name="connsiteX83430" fmla="*/ 922824 w 2119654"/>
              <a:gd name="connsiteY83430" fmla="*/ 344426 h 2398711"/>
              <a:gd name="connsiteX83431" fmla="*/ 921683 w 2119654"/>
              <a:gd name="connsiteY83431" fmla="*/ 349116 h 2398711"/>
              <a:gd name="connsiteX83432" fmla="*/ 923410 w 2119654"/>
              <a:gd name="connsiteY83432" fmla="*/ 345145 h 2398711"/>
              <a:gd name="connsiteX83433" fmla="*/ 849918 w 2119654"/>
              <a:gd name="connsiteY83433" fmla="*/ 507529 h 2398711"/>
              <a:gd name="connsiteX83434" fmla="*/ 849912 w 2119654"/>
              <a:gd name="connsiteY83434" fmla="*/ 507607 h 2398711"/>
              <a:gd name="connsiteX83435" fmla="*/ 849933 w 2119654"/>
              <a:gd name="connsiteY83435" fmla="*/ 507934 h 2398711"/>
              <a:gd name="connsiteX83436" fmla="*/ 850517 w 2119654"/>
              <a:gd name="connsiteY83436" fmla="*/ 508314 h 2398711"/>
              <a:gd name="connsiteX83437" fmla="*/ 877197 w 2119654"/>
              <a:gd name="connsiteY83437" fmla="*/ 445815 h 2398711"/>
              <a:gd name="connsiteX83438" fmla="*/ 877844 w 2119654"/>
              <a:gd name="connsiteY83438" fmla="*/ 446463 h 2398711"/>
              <a:gd name="connsiteX83439" fmla="*/ 878172 w 2119654"/>
              <a:gd name="connsiteY83439" fmla="*/ 446661 h 2398711"/>
              <a:gd name="connsiteX83440" fmla="*/ 878204 w 2119654"/>
              <a:gd name="connsiteY83440" fmla="*/ 446522 h 2398711"/>
              <a:gd name="connsiteX83441" fmla="*/ 877664 w 2119654"/>
              <a:gd name="connsiteY83441" fmla="*/ 446001 h 2398711"/>
              <a:gd name="connsiteX83442" fmla="*/ 371494 w 2119654"/>
              <a:gd name="connsiteY83442" fmla="*/ 1578052 h 2398711"/>
              <a:gd name="connsiteX83443" fmla="*/ 371487 w 2119654"/>
              <a:gd name="connsiteY83443" fmla="*/ 1578414 h 2398711"/>
              <a:gd name="connsiteX83444" fmla="*/ 373153 w 2119654"/>
              <a:gd name="connsiteY83444" fmla="*/ 1580833 h 2398711"/>
              <a:gd name="connsiteX83445" fmla="*/ 373388 w 2119654"/>
              <a:gd name="connsiteY83445" fmla="*/ 1580885 h 2398711"/>
              <a:gd name="connsiteX83446" fmla="*/ 372912 w 2119654"/>
              <a:gd name="connsiteY83446" fmla="*/ 1579267 h 2398711"/>
              <a:gd name="connsiteX83447" fmla="*/ 361007 w 2119654"/>
              <a:gd name="connsiteY83447" fmla="*/ 1601524 h 2398711"/>
              <a:gd name="connsiteX83448" fmla="*/ 362186 w 2119654"/>
              <a:gd name="connsiteY83448" fmla="*/ 1602045 h 2398711"/>
              <a:gd name="connsiteX83449" fmla="*/ 361899 w 2119654"/>
              <a:gd name="connsiteY83449" fmla="*/ 1601762 h 2398711"/>
              <a:gd name="connsiteX83450" fmla="*/ 923396 w 2119654"/>
              <a:gd name="connsiteY83450" fmla="*/ 342075 h 2398711"/>
              <a:gd name="connsiteX83451" fmla="*/ 922966 w 2119654"/>
              <a:gd name="connsiteY83451" fmla="*/ 343841 h 2398711"/>
              <a:gd name="connsiteX83452" fmla="*/ 923625 w 2119654"/>
              <a:gd name="connsiteY83452" fmla="*/ 344650 h 2398711"/>
              <a:gd name="connsiteX83453" fmla="*/ 923835 w 2119654"/>
              <a:gd name="connsiteY83453" fmla="*/ 344166 h 2398711"/>
              <a:gd name="connsiteX83454" fmla="*/ 923613 w 2119654"/>
              <a:gd name="connsiteY83454" fmla="*/ 342333 h 2398711"/>
              <a:gd name="connsiteX83455" fmla="*/ 344413 w 2119654"/>
              <a:gd name="connsiteY83455" fmla="*/ 1638202 h 2398711"/>
              <a:gd name="connsiteX83456" fmla="*/ 346290 w 2119654"/>
              <a:gd name="connsiteY83456" fmla="*/ 1640062 h 2398711"/>
              <a:gd name="connsiteX83457" fmla="*/ 346868 w 2119654"/>
              <a:gd name="connsiteY83457" fmla="*/ 1640536 h 2398711"/>
              <a:gd name="connsiteX83458" fmla="*/ 348410 w 2119654"/>
              <a:gd name="connsiteY83458" fmla="*/ 1641047 h 2398711"/>
              <a:gd name="connsiteX83459" fmla="*/ 348382 w 2119654"/>
              <a:gd name="connsiteY83459" fmla="*/ 1638905 h 2398711"/>
              <a:gd name="connsiteX83460" fmla="*/ 836380 w 2119654"/>
              <a:gd name="connsiteY83460" fmla="*/ 536383 h 2398711"/>
              <a:gd name="connsiteX83461" fmla="*/ 836668 w 2119654"/>
              <a:gd name="connsiteY83461" fmla="*/ 536955 h 2398711"/>
              <a:gd name="connsiteX83462" fmla="*/ 836757 w 2119654"/>
              <a:gd name="connsiteY83462" fmla="*/ 536925 h 2398711"/>
              <a:gd name="connsiteX83463" fmla="*/ 875268 w 2119654"/>
              <a:gd name="connsiteY83463" fmla="*/ 449299 h 2398711"/>
              <a:gd name="connsiteX83464" fmla="*/ 875140 w 2119654"/>
              <a:gd name="connsiteY83464" fmla="*/ 451965 h 2398711"/>
              <a:gd name="connsiteX83465" fmla="*/ 875733 w 2119654"/>
              <a:gd name="connsiteY83465" fmla="*/ 453924 h 2398711"/>
              <a:gd name="connsiteX83466" fmla="*/ 875848 w 2119654"/>
              <a:gd name="connsiteY83466" fmla="*/ 454121 h 2398711"/>
              <a:gd name="connsiteX83467" fmla="*/ 876634 w 2119654"/>
              <a:gd name="connsiteY83467" fmla="*/ 450675 h 2398711"/>
              <a:gd name="connsiteX83468" fmla="*/ 912963 w 2119654"/>
              <a:gd name="connsiteY83468" fmla="*/ 364726 h 2398711"/>
              <a:gd name="connsiteX83469" fmla="*/ 913913 w 2119654"/>
              <a:gd name="connsiteY83469" fmla="*/ 366987 h 2398711"/>
              <a:gd name="connsiteX83470" fmla="*/ 914297 w 2119654"/>
              <a:gd name="connsiteY83470" fmla="*/ 366104 h 2398711"/>
              <a:gd name="connsiteX83471" fmla="*/ 913925 w 2119654"/>
              <a:gd name="connsiteY83471" fmla="*/ 365509 h 2398711"/>
              <a:gd name="connsiteX83472" fmla="*/ 836791 w 2119654"/>
              <a:gd name="connsiteY83472" fmla="*/ 535285 h 2398711"/>
              <a:gd name="connsiteX83473" fmla="*/ 838379 w 2119654"/>
              <a:gd name="connsiteY83473" fmla="*/ 535767 h 2398711"/>
              <a:gd name="connsiteX83474" fmla="*/ 838593 w 2119654"/>
              <a:gd name="connsiteY83474" fmla="*/ 533222 h 2398711"/>
              <a:gd name="connsiteX83475" fmla="*/ 836507 w 2119654"/>
              <a:gd name="connsiteY83475" fmla="*/ 535733 h 2398711"/>
              <a:gd name="connsiteX83476" fmla="*/ 836388 w 2119654"/>
              <a:gd name="connsiteY83476" fmla="*/ 536069 h 2398711"/>
              <a:gd name="connsiteX83477" fmla="*/ 836955 w 2119654"/>
              <a:gd name="connsiteY83477" fmla="*/ 536860 h 2398711"/>
              <a:gd name="connsiteX83478" fmla="*/ 838325 w 2119654"/>
              <a:gd name="connsiteY83478" fmla="*/ 536408 h 2398711"/>
              <a:gd name="connsiteX83479" fmla="*/ 838335 w 2119654"/>
              <a:gd name="connsiteY83479" fmla="*/ 536288 h 2398711"/>
              <a:gd name="connsiteX83480" fmla="*/ 850117 w 2119654"/>
              <a:gd name="connsiteY83480" fmla="*/ 505162 h 2398711"/>
              <a:gd name="connsiteX83481" fmla="*/ 850077 w 2119654"/>
              <a:gd name="connsiteY83481" fmla="*/ 505634 h 2398711"/>
              <a:gd name="connsiteX83482" fmla="*/ 851693 w 2119654"/>
              <a:gd name="connsiteY83482" fmla="*/ 508175 h 2398711"/>
              <a:gd name="connsiteX83483" fmla="*/ 852556 w 2119654"/>
              <a:gd name="connsiteY83483" fmla="*/ 509366 h 2398711"/>
              <a:gd name="connsiteX83484" fmla="*/ 852876 w 2119654"/>
              <a:gd name="connsiteY83484" fmla="*/ 508688 h 2398711"/>
              <a:gd name="connsiteX83485" fmla="*/ 911117 w 2119654"/>
              <a:gd name="connsiteY83485" fmla="*/ 368547 h 2398711"/>
              <a:gd name="connsiteX83486" fmla="*/ 910588 w 2119654"/>
              <a:gd name="connsiteY83486" fmla="*/ 374282 h 2398711"/>
              <a:gd name="connsiteX83487" fmla="*/ 910772 w 2119654"/>
              <a:gd name="connsiteY83487" fmla="*/ 374390 h 2398711"/>
              <a:gd name="connsiteX83488" fmla="*/ 912733 w 2119654"/>
              <a:gd name="connsiteY83488" fmla="*/ 369707 h 2398711"/>
              <a:gd name="connsiteX83489" fmla="*/ 329269 w 2119654"/>
              <a:gd name="connsiteY83489" fmla="*/ 1671235 h 2398711"/>
              <a:gd name="connsiteX83490" fmla="*/ 341862 w 2119654"/>
              <a:gd name="connsiteY83490" fmla="*/ 1677857 h 2398711"/>
              <a:gd name="connsiteX83491" fmla="*/ 343645 w 2119654"/>
              <a:gd name="connsiteY83491" fmla="*/ 1678634 h 2398711"/>
              <a:gd name="connsiteX83492" fmla="*/ 344408 w 2119654"/>
              <a:gd name="connsiteY83492" fmla="*/ 1676454 h 2398711"/>
              <a:gd name="connsiteX83493" fmla="*/ 342232 w 2119654"/>
              <a:gd name="connsiteY83493" fmla="*/ 1675834 h 2398711"/>
              <a:gd name="connsiteX83494" fmla="*/ 342010 w 2119654"/>
              <a:gd name="connsiteY83494" fmla="*/ 1675459 h 2398711"/>
              <a:gd name="connsiteX83495" fmla="*/ 344507 w 2119654"/>
              <a:gd name="connsiteY83495" fmla="*/ 1676170 h 2398711"/>
              <a:gd name="connsiteX83496" fmla="*/ 344748 w 2119654"/>
              <a:gd name="connsiteY83496" fmla="*/ 1675483 h 2398711"/>
              <a:gd name="connsiteX83497" fmla="*/ 343917 w 2119654"/>
              <a:gd name="connsiteY83497" fmla="*/ 1638115 h 2398711"/>
              <a:gd name="connsiteX83498" fmla="*/ 344642 w 2119654"/>
              <a:gd name="connsiteY83498" fmla="*/ 1638709 h 2398711"/>
              <a:gd name="connsiteX83499" fmla="*/ 344068 w 2119654"/>
              <a:gd name="connsiteY83499" fmla="*/ 1638141 h 2398711"/>
              <a:gd name="connsiteX83500" fmla="*/ 850189 w 2119654"/>
              <a:gd name="connsiteY83500" fmla="*/ 504300 h 2398711"/>
              <a:gd name="connsiteX83501" fmla="*/ 850133 w 2119654"/>
              <a:gd name="connsiteY83501" fmla="*/ 504967 h 2398711"/>
              <a:gd name="connsiteX83502" fmla="*/ 852941 w 2119654"/>
              <a:gd name="connsiteY83502" fmla="*/ 508552 h 2398711"/>
              <a:gd name="connsiteX83503" fmla="*/ 853367 w 2119654"/>
              <a:gd name="connsiteY83503" fmla="*/ 507651 h 2398711"/>
              <a:gd name="connsiteX83504" fmla="*/ 853371 w 2119654"/>
              <a:gd name="connsiteY83504" fmla="*/ 507619 h 2398711"/>
              <a:gd name="connsiteX83505" fmla="*/ 851235 w 2119654"/>
              <a:gd name="connsiteY83505" fmla="*/ 504811 h 2398711"/>
              <a:gd name="connsiteX83506" fmla="*/ 837986 w 2119654"/>
              <a:gd name="connsiteY83506" fmla="*/ 531595 h 2398711"/>
              <a:gd name="connsiteX83507" fmla="*/ 836835 w 2119654"/>
              <a:gd name="connsiteY83507" fmla="*/ 534819 h 2398711"/>
              <a:gd name="connsiteX83508" fmla="*/ 838626 w 2119654"/>
              <a:gd name="connsiteY83508" fmla="*/ 532822 h 2398711"/>
              <a:gd name="connsiteX83509" fmla="*/ 838649 w 2119654"/>
              <a:gd name="connsiteY83509" fmla="*/ 532553 h 2398711"/>
              <a:gd name="connsiteX83510" fmla="*/ 336696 w 2119654"/>
              <a:gd name="connsiteY83510" fmla="*/ 1653926 h 2398711"/>
              <a:gd name="connsiteX83511" fmla="*/ 337563 w 2119654"/>
              <a:gd name="connsiteY83511" fmla="*/ 1654544 h 2398711"/>
              <a:gd name="connsiteX83512" fmla="*/ 338763 w 2119654"/>
              <a:gd name="connsiteY83512" fmla="*/ 1654867 h 2398711"/>
              <a:gd name="connsiteX83513" fmla="*/ 337377 w 2119654"/>
              <a:gd name="connsiteY83513" fmla="*/ 1653946 h 2398711"/>
              <a:gd name="connsiteX83514" fmla="*/ 838321 w 2119654"/>
              <a:gd name="connsiteY83514" fmla="*/ 530655 h 2398711"/>
              <a:gd name="connsiteX83515" fmla="*/ 838237 w 2119654"/>
              <a:gd name="connsiteY83515" fmla="*/ 530889 h 2398711"/>
              <a:gd name="connsiteX83516" fmla="*/ 838273 w 2119654"/>
              <a:gd name="connsiteY83516" fmla="*/ 530939 h 2398711"/>
              <a:gd name="connsiteX83517" fmla="*/ 838764 w 2119654"/>
              <a:gd name="connsiteY83517" fmla="*/ 531190 h 2398711"/>
              <a:gd name="connsiteX83518" fmla="*/ 838784 w 2119654"/>
              <a:gd name="connsiteY83518" fmla="*/ 530944 h 2398711"/>
              <a:gd name="connsiteX83519" fmla="*/ 329724 w 2119654"/>
              <a:gd name="connsiteY83519" fmla="*/ 1669499 h 2398711"/>
              <a:gd name="connsiteX83520" fmla="*/ 345335 w 2119654"/>
              <a:gd name="connsiteY83520" fmla="*/ 1673805 h 2398711"/>
              <a:gd name="connsiteX83521" fmla="*/ 346178 w 2119654"/>
              <a:gd name="connsiteY83521" fmla="*/ 1671393 h 2398711"/>
              <a:gd name="connsiteX83522" fmla="*/ 342891 w 2119654"/>
              <a:gd name="connsiteY83522" fmla="*/ 1670065 h 2398711"/>
              <a:gd name="connsiteX83523" fmla="*/ 341365 w 2119654"/>
              <a:gd name="connsiteY83523" fmla="*/ 1643342 h 2398711"/>
              <a:gd name="connsiteX83524" fmla="*/ 343089 w 2119654"/>
              <a:gd name="connsiteY83524" fmla="*/ 1644881 h 2398711"/>
              <a:gd name="connsiteX83525" fmla="*/ 344429 w 2119654"/>
              <a:gd name="connsiteY83525" fmla="*/ 1645438 h 2398711"/>
              <a:gd name="connsiteX83526" fmla="*/ 342796 w 2119654"/>
              <a:gd name="connsiteY83526" fmla="*/ 1643731 h 2398711"/>
              <a:gd name="connsiteX83527" fmla="*/ 342122 w 2119654"/>
              <a:gd name="connsiteY83527" fmla="*/ 1643435 h 2398711"/>
              <a:gd name="connsiteX83528" fmla="*/ 850437 w 2119654"/>
              <a:gd name="connsiteY83528" fmla="*/ 503392 h 2398711"/>
              <a:gd name="connsiteX83529" fmla="*/ 851027 w 2119654"/>
              <a:gd name="connsiteY83529" fmla="*/ 504144 h 2398711"/>
              <a:gd name="connsiteX83530" fmla="*/ 853695 w 2119654"/>
              <a:gd name="connsiteY83530" fmla="*/ 505451 h 2398711"/>
              <a:gd name="connsiteX83531" fmla="*/ 853759 w 2119654"/>
              <a:gd name="connsiteY83531" fmla="*/ 505019 h 2398711"/>
              <a:gd name="connsiteX83532" fmla="*/ 838852 w 2119654"/>
              <a:gd name="connsiteY83532" fmla="*/ 529172 h 2398711"/>
              <a:gd name="connsiteX83533" fmla="*/ 838401 w 2119654"/>
              <a:gd name="connsiteY83533" fmla="*/ 530433 h 2398711"/>
              <a:gd name="connsiteX83534" fmla="*/ 838806 w 2119654"/>
              <a:gd name="connsiteY83534" fmla="*/ 530686 h 2398711"/>
              <a:gd name="connsiteX83535" fmla="*/ 838928 w 2119654"/>
              <a:gd name="connsiteY83535" fmla="*/ 529234 h 2398711"/>
              <a:gd name="connsiteX83536" fmla="*/ 850254 w 2119654"/>
              <a:gd name="connsiteY83536" fmla="*/ 503529 h 2398711"/>
              <a:gd name="connsiteX83537" fmla="*/ 850235 w 2119654"/>
              <a:gd name="connsiteY83537" fmla="*/ 503757 h 2398711"/>
              <a:gd name="connsiteX83538" fmla="*/ 850547 w 2119654"/>
              <a:gd name="connsiteY83538" fmla="*/ 503911 h 2398711"/>
              <a:gd name="connsiteX83539" fmla="*/ 850418 w 2119654"/>
              <a:gd name="connsiteY83539" fmla="*/ 503740 h 2398711"/>
              <a:gd name="connsiteX83540" fmla="*/ 874650 w 2119654"/>
              <a:gd name="connsiteY83540" fmla="*/ 448674 h 2398711"/>
              <a:gd name="connsiteX83541" fmla="*/ 874528 w 2119654"/>
              <a:gd name="connsiteY83541" fmla="*/ 449946 h 2398711"/>
              <a:gd name="connsiteX83542" fmla="*/ 874874 w 2119654"/>
              <a:gd name="connsiteY83542" fmla="*/ 451088 h 2398711"/>
              <a:gd name="connsiteX83543" fmla="*/ 874975 w 2119654"/>
              <a:gd name="connsiteY83543" fmla="*/ 449002 h 2398711"/>
              <a:gd name="connsiteX83544" fmla="*/ 311263 w 2119654"/>
              <a:gd name="connsiteY83544" fmla="*/ 1710099 h 2398711"/>
              <a:gd name="connsiteX83545" fmla="*/ 315103 w 2119654"/>
              <a:gd name="connsiteY83545" fmla="*/ 1713103 h 2398711"/>
              <a:gd name="connsiteX83546" fmla="*/ 316670 w 2119654"/>
              <a:gd name="connsiteY83546" fmla="*/ 1713692 h 2398711"/>
              <a:gd name="connsiteX83547" fmla="*/ 322000 w 2119654"/>
              <a:gd name="connsiteY83547" fmla="*/ 1715399 h 2398711"/>
              <a:gd name="connsiteX83548" fmla="*/ 315121 w 2119654"/>
              <a:gd name="connsiteY83548" fmla="*/ 1710040 h 2398711"/>
              <a:gd name="connsiteX83549" fmla="*/ 862340 w 2119654"/>
              <a:gd name="connsiteY83549" fmla="*/ 475917 h 2398711"/>
              <a:gd name="connsiteX83550" fmla="*/ 862627 w 2119654"/>
              <a:gd name="connsiteY83550" fmla="*/ 477353 h 2398711"/>
              <a:gd name="connsiteX83551" fmla="*/ 862760 w 2119654"/>
              <a:gd name="connsiteY83551" fmla="*/ 476434 h 2398711"/>
              <a:gd name="connsiteX83552" fmla="*/ 359723 w 2119654"/>
              <a:gd name="connsiteY83552" fmla="*/ 1601269 h 2398711"/>
              <a:gd name="connsiteX83553" fmla="*/ 360090 w 2119654"/>
              <a:gd name="connsiteY83553" fmla="*/ 1601465 h 2398711"/>
              <a:gd name="connsiteX83554" fmla="*/ 360051 w 2119654"/>
              <a:gd name="connsiteY83554" fmla="*/ 1601413 h 2398711"/>
              <a:gd name="connsiteX83555" fmla="*/ 295257 w 2119654"/>
              <a:gd name="connsiteY83555" fmla="*/ 1745591 h 2398711"/>
              <a:gd name="connsiteX83556" fmla="*/ 296716 w 2119654"/>
              <a:gd name="connsiteY83556" fmla="*/ 1746806 h 2398711"/>
              <a:gd name="connsiteX83557" fmla="*/ 297214 w 2119654"/>
              <a:gd name="connsiteY83557" fmla="*/ 1746990 h 2398711"/>
              <a:gd name="connsiteX83558" fmla="*/ 296075 w 2119654"/>
              <a:gd name="connsiteY83558" fmla="*/ 1745959 h 2398711"/>
              <a:gd name="connsiteX83559" fmla="*/ 319817 w 2119654"/>
              <a:gd name="connsiteY83559" fmla="*/ 1690583 h 2398711"/>
              <a:gd name="connsiteX83560" fmla="*/ 325386 w 2119654"/>
              <a:gd name="connsiteY83560" fmla="*/ 1696080 h 2398711"/>
              <a:gd name="connsiteX83561" fmla="*/ 327854 w 2119654"/>
              <a:gd name="connsiteY83561" fmla="*/ 1697220 h 2398711"/>
              <a:gd name="connsiteX83562" fmla="*/ 338668 w 2119654"/>
              <a:gd name="connsiteY83562" fmla="*/ 1698365 h 2398711"/>
              <a:gd name="connsiteX83563" fmla="*/ 338676 w 2119654"/>
              <a:gd name="connsiteY83563" fmla="*/ 1698335 h 2398711"/>
              <a:gd name="connsiteX83564" fmla="*/ 333341 w 2119654"/>
              <a:gd name="connsiteY83564" fmla="*/ 1695680 h 2398711"/>
              <a:gd name="connsiteX83565" fmla="*/ 897965 w 2119654"/>
              <a:gd name="connsiteY83565" fmla="*/ 395684 h 2398711"/>
              <a:gd name="connsiteX83566" fmla="*/ 899911 w 2119654"/>
              <a:gd name="connsiteY83566" fmla="*/ 400317 h 2398711"/>
              <a:gd name="connsiteX83567" fmla="*/ 900223 w 2119654"/>
              <a:gd name="connsiteY83567" fmla="*/ 399571 h 2398711"/>
              <a:gd name="connsiteX83568" fmla="*/ 343426 w 2119654"/>
              <a:gd name="connsiteY83568" fmla="*/ 1637226 h 2398711"/>
              <a:gd name="connsiteX83569" fmla="*/ 344260 w 2119654"/>
              <a:gd name="connsiteY83569" fmla="*/ 1638052 h 2398711"/>
              <a:gd name="connsiteX83570" fmla="*/ 348381 w 2119654"/>
              <a:gd name="connsiteY83570" fmla="*/ 1638818 h 2398711"/>
              <a:gd name="connsiteX83571" fmla="*/ 348378 w 2119654"/>
              <a:gd name="connsiteY83571" fmla="*/ 1638508 h 2398711"/>
              <a:gd name="connsiteX83572" fmla="*/ 344493 w 2119654"/>
              <a:gd name="connsiteY83572" fmla="*/ 1637215 h 2398711"/>
              <a:gd name="connsiteX83573" fmla="*/ 941284 w 2119654"/>
              <a:gd name="connsiteY83573" fmla="*/ 298435 h 2398711"/>
              <a:gd name="connsiteX83574" fmla="*/ 936750 w 2119654"/>
              <a:gd name="connsiteY83574" fmla="*/ 318236 h 2398711"/>
              <a:gd name="connsiteX83575" fmla="*/ 939789 w 2119654"/>
              <a:gd name="connsiteY83575" fmla="*/ 325242 h 2398711"/>
              <a:gd name="connsiteX83576" fmla="*/ 940148 w 2119654"/>
              <a:gd name="connsiteY83576" fmla="*/ 325041 h 2398711"/>
              <a:gd name="connsiteX83577" fmla="*/ 939929 w 2119654"/>
              <a:gd name="connsiteY83577" fmla="*/ 325564 h 2398711"/>
              <a:gd name="connsiteX83578" fmla="*/ 944259 w 2119654"/>
              <a:gd name="connsiteY83578" fmla="*/ 335544 h 2398711"/>
              <a:gd name="connsiteX83579" fmla="*/ 947341 w 2119654"/>
              <a:gd name="connsiteY83579" fmla="*/ 339202 h 2398711"/>
              <a:gd name="connsiteX83580" fmla="*/ 947597 w 2119654"/>
              <a:gd name="connsiteY83580" fmla="*/ 337993 h 2398711"/>
              <a:gd name="connsiteX83581" fmla="*/ 946470 w 2119654"/>
              <a:gd name="connsiteY83581" fmla="*/ 337071 h 2398711"/>
              <a:gd name="connsiteX83582" fmla="*/ 946915 w 2119654"/>
              <a:gd name="connsiteY83582" fmla="*/ 337081 h 2398711"/>
              <a:gd name="connsiteX83583" fmla="*/ 947661 w 2119654"/>
              <a:gd name="connsiteY83583" fmla="*/ 337691 h 2398711"/>
              <a:gd name="connsiteX83584" fmla="*/ 950753 w 2119654"/>
              <a:gd name="connsiteY83584" fmla="*/ 323115 h 2398711"/>
              <a:gd name="connsiteX83585" fmla="*/ 953650 w 2119654"/>
              <a:gd name="connsiteY83585" fmla="*/ 310308 h 2398711"/>
              <a:gd name="connsiteX83586" fmla="*/ 948706 w 2119654"/>
              <a:gd name="connsiteY83586" fmla="*/ 293256 h 2398711"/>
              <a:gd name="connsiteX83587" fmla="*/ 947028 w 2119654"/>
              <a:gd name="connsiteY83587" fmla="*/ 289312 h 2398711"/>
              <a:gd name="connsiteX83588" fmla="*/ 945448 w 2119654"/>
              <a:gd name="connsiteY83588" fmla="*/ 291769 h 2398711"/>
              <a:gd name="connsiteX83589" fmla="*/ 340838 w 2119654"/>
              <a:gd name="connsiteY83589" fmla="*/ 1642871 h 2398711"/>
              <a:gd name="connsiteX83590" fmla="*/ 341084 w 2119654"/>
              <a:gd name="connsiteY83590" fmla="*/ 1643091 h 2398711"/>
              <a:gd name="connsiteX83591" fmla="*/ 341423 w 2119654"/>
              <a:gd name="connsiteY83591" fmla="*/ 1643128 h 2398711"/>
              <a:gd name="connsiteX83592" fmla="*/ 875455 w 2119654"/>
              <a:gd name="connsiteY83592" fmla="*/ 445448 h 2398711"/>
              <a:gd name="connsiteX83593" fmla="*/ 875295 w 2119654"/>
              <a:gd name="connsiteY83593" fmla="*/ 448751 h 2398711"/>
              <a:gd name="connsiteX83594" fmla="*/ 876741 w 2119654"/>
              <a:gd name="connsiteY83594" fmla="*/ 450208 h 2398711"/>
              <a:gd name="connsiteX83595" fmla="*/ 876976 w 2119654"/>
              <a:gd name="connsiteY83595" fmla="*/ 449177 h 2398711"/>
              <a:gd name="connsiteX83596" fmla="*/ 877144 w 2119654"/>
              <a:gd name="connsiteY83596" fmla="*/ 449042 h 2398711"/>
              <a:gd name="connsiteX83597" fmla="*/ 876853 w 2119654"/>
              <a:gd name="connsiteY83597" fmla="*/ 450321 h 2398711"/>
              <a:gd name="connsiteX83598" fmla="*/ 877246 w 2119654"/>
              <a:gd name="connsiteY83598" fmla="*/ 450718 h 2398711"/>
              <a:gd name="connsiteX83599" fmla="*/ 877990 w 2119654"/>
              <a:gd name="connsiteY83599" fmla="*/ 447459 h 2398711"/>
              <a:gd name="connsiteX83600" fmla="*/ 876930 w 2119654"/>
              <a:gd name="connsiteY83600" fmla="*/ 446405 h 2398711"/>
              <a:gd name="connsiteX83601" fmla="*/ 911555 w 2119654"/>
              <a:gd name="connsiteY83601" fmla="*/ 363802 h 2398711"/>
              <a:gd name="connsiteX83602" fmla="*/ 911160 w 2119654"/>
              <a:gd name="connsiteY83602" fmla="*/ 368081 h 2398711"/>
              <a:gd name="connsiteX83603" fmla="*/ 912896 w 2119654"/>
              <a:gd name="connsiteY83603" fmla="*/ 369326 h 2398711"/>
              <a:gd name="connsiteX83604" fmla="*/ 913395 w 2119654"/>
              <a:gd name="connsiteY83604" fmla="*/ 368179 h 2398711"/>
              <a:gd name="connsiteX83605" fmla="*/ 342841 w 2119654"/>
              <a:gd name="connsiteY83605" fmla="*/ 1637231 h 2398711"/>
              <a:gd name="connsiteX83606" fmla="*/ 343717 w 2119654"/>
              <a:gd name="connsiteY83606" fmla="*/ 1637950 h 2398711"/>
              <a:gd name="connsiteX83607" fmla="*/ 343912 w 2119654"/>
              <a:gd name="connsiteY83607" fmla="*/ 1637987 h 2398711"/>
              <a:gd name="connsiteX83608" fmla="*/ 343147 w 2119654"/>
              <a:gd name="connsiteY83608" fmla="*/ 1637229 h 2398711"/>
              <a:gd name="connsiteX83609" fmla="*/ 335362 w 2119654"/>
              <a:gd name="connsiteY83609" fmla="*/ 1653887 h 2398711"/>
              <a:gd name="connsiteX83610" fmla="*/ 335476 w 2119654"/>
              <a:gd name="connsiteY83610" fmla="*/ 1653983 h 2398711"/>
              <a:gd name="connsiteX83611" fmla="*/ 337155 w 2119654"/>
              <a:gd name="connsiteY83611" fmla="*/ 1654434 h 2398711"/>
              <a:gd name="connsiteX83612" fmla="*/ 336431 w 2119654"/>
              <a:gd name="connsiteY83612" fmla="*/ 1653919 h 2398711"/>
              <a:gd name="connsiteX83613" fmla="*/ 912019 w 2119654"/>
              <a:gd name="connsiteY83613" fmla="*/ 362482 h 2398711"/>
              <a:gd name="connsiteX83614" fmla="*/ 912875 w 2119654"/>
              <a:gd name="connsiteY83614" fmla="*/ 364517 h 2398711"/>
              <a:gd name="connsiteX83615" fmla="*/ 913745 w 2119654"/>
              <a:gd name="connsiteY83615" fmla="*/ 365226 h 2398711"/>
              <a:gd name="connsiteX83616" fmla="*/ 342869 w 2119654"/>
              <a:gd name="connsiteY83616" fmla="*/ 1636674 h 2398711"/>
              <a:gd name="connsiteX83617" fmla="*/ 343066 w 2119654"/>
              <a:gd name="connsiteY83617" fmla="*/ 1636870 h 2398711"/>
              <a:gd name="connsiteX83618" fmla="*/ 343445 w 2119654"/>
              <a:gd name="connsiteY83618" fmla="*/ 1636866 h 2398711"/>
              <a:gd name="connsiteX83619" fmla="*/ 874990 w 2119654"/>
              <a:gd name="connsiteY83619" fmla="*/ 445147 h 2398711"/>
              <a:gd name="connsiteX83620" fmla="*/ 874700 w 2119654"/>
              <a:gd name="connsiteY83620" fmla="*/ 448151 h 2398711"/>
              <a:gd name="connsiteX83621" fmla="*/ 875001 w 2119654"/>
              <a:gd name="connsiteY83621" fmla="*/ 448454 h 2398711"/>
              <a:gd name="connsiteX83622" fmla="*/ 875156 w 2119654"/>
              <a:gd name="connsiteY83622" fmla="*/ 445254 h 2398711"/>
              <a:gd name="connsiteX83623" fmla="*/ 875528 w 2119654"/>
              <a:gd name="connsiteY83623" fmla="*/ 443941 h 2398711"/>
              <a:gd name="connsiteX83624" fmla="*/ 875519 w 2119654"/>
              <a:gd name="connsiteY83624" fmla="*/ 444136 h 2398711"/>
              <a:gd name="connsiteX83625" fmla="*/ 875867 w 2119654"/>
              <a:gd name="connsiteY83625" fmla="*/ 444486 h 2398711"/>
              <a:gd name="connsiteX83626" fmla="*/ 876249 w 2119654"/>
              <a:gd name="connsiteY83626" fmla="*/ 444638 h 2398711"/>
              <a:gd name="connsiteX83627" fmla="*/ 845635 w 2119654"/>
              <a:gd name="connsiteY83627" fmla="*/ 510180 h 2398711"/>
              <a:gd name="connsiteX83628" fmla="*/ 845545 w 2119654"/>
              <a:gd name="connsiteY83628" fmla="*/ 510433 h 2398711"/>
              <a:gd name="connsiteX83629" fmla="*/ 845462 w 2119654"/>
              <a:gd name="connsiteY83629" fmla="*/ 511415 h 2398711"/>
              <a:gd name="connsiteX83630" fmla="*/ 845805 w 2119654"/>
              <a:gd name="connsiteY83630" fmla="*/ 511747 h 2398711"/>
              <a:gd name="connsiteX83631" fmla="*/ 845905 w 2119654"/>
              <a:gd name="connsiteY83631" fmla="*/ 510557 h 2398711"/>
              <a:gd name="connsiteX83632" fmla="*/ 901171 w 2119654"/>
              <a:gd name="connsiteY83632" fmla="*/ 385791 h 2398711"/>
              <a:gd name="connsiteX83633" fmla="*/ 904605 w 2119654"/>
              <a:gd name="connsiteY83633" fmla="*/ 388666 h 2398711"/>
              <a:gd name="connsiteX83634" fmla="*/ 901604 w 2119654"/>
              <a:gd name="connsiteY83634" fmla="*/ 385219 h 2398711"/>
              <a:gd name="connsiteX83635" fmla="*/ 872025 w 2119654"/>
              <a:gd name="connsiteY83635" fmla="*/ 451009 h 2398711"/>
              <a:gd name="connsiteX83636" fmla="*/ 871898 w 2119654"/>
              <a:gd name="connsiteY83636" fmla="*/ 452389 h 2398711"/>
              <a:gd name="connsiteX83637" fmla="*/ 871848 w 2119654"/>
              <a:gd name="connsiteY83637" fmla="*/ 453339 h 2398711"/>
              <a:gd name="connsiteX83638" fmla="*/ 871868 w 2119654"/>
              <a:gd name="connsiteY83638" fmla="*/ 453376 h 2398711"/>
              <a:gd name="connsiteX83639" fmla="*/ 872183 w 2119654"/>
              <a:gd name="connsiteY83639" fmla="*/ 451528 h 2398711"/>
              <a:gd name="connsiteX83640" fmla="*/ 846017 w 2119654"/>
              <a:gd name="connsiteY83640" fmla="*/ 509232 h 2398711"/>
              <a:gd name="connsiteX83641" fmla="*/ 845693 w 2119654"/>
              <a:gd name="connsiteY83641" fmla="*/ 510033 h 2398711"/>
              <a:gd name="connsiteX83642" fmla="*/ 845922 w 2119654"/>
              <a:gd name="connsiteY83642" fmla="*/ 510352 h 2398711"/>
              <a:gd name="connsiteX83643" fmla="*/ 836441 w 2119654"/>
              <a:gd name="connsiteY83643" fmla="*/ 530405 h 2398711"/>
              <a:gd name="connsiteX83644" fmla="*/ 836430 w 2119654"/>
              <a:gd name="connsiteY83644" fmla="*/ 531379 h 2398711"/>
              <a:gd name="connsiteX83645" fmla="*/ 836755 w 2119654"/>
              <a:gd name="connsiteY83645" fmla="*/ 530571 h 2398711"/>
              <a:gd name="connsiteX83646" fmla="*/ 875142 w 2119654"/>
              <a:gd name="connsiteY83646" fmla="*/ 443568 h 2398711"/>
              <a:gd name="connsiteX83647" fmla="*/ 875124 w 2119654"/>
              <a:gd name="connsiteY83647" fmla="*/ 443743 h 2398711"/>
              <a:gd name="connsiteX83648" fmla="*/ 875224 w 2119654"/>
              <a:gd name="connsiteY83648" fmla="*/ 443842 h 2398711"/>
              <a:gd name="connsiteX83649" fmla="*/ 875233 w 2119654"/>
              <a:gd name="connsiteY83649" fmla="*/ 443657 h 2398711"/>
              <a:gd name="connsiteX83650" fmla="*/ 888240 w 2119654"/>
              <a:gd name="connsiteY83650" fmla="*/ 414126 h 2398711"/>
              <a:gd name="connsiteX83651" fmla="*/ 888482 w 2119654"/>
              <a:gd name="connsiteY83651" fmla="*/ 421007 h 2398711"/>
              <a:gd name="connsiteX83652" fmla="*/ 888652 w 2119654"/>
              <a:gd name="connsiteY83652" fmla="*/ 421865 h 2398711"/>
              <a:gd name="connsiteX83653" fmla="*/ 890566 w 2119654"/>
              <a:gd name="connsiteY83653" fmla="*/ 422624 h 2398711"/>
              <a:gd name="connsiteX83654" fmla="*/ 890998 w 2119654"/>
              <a:gd name="connsiteY83654" fmla="*/ 421594 h 2398711"/>
              <a:gd name="connsiteX83655" fmla="*/ 836451 w 2119654"/>
              <a:gd name="connsiteY83655" fmla="*/ 529490 h 2398711"/>
              <a:gd name="connsiteX83656" fmla="*/ 836446 w 2119654"/>
              <a:gd name="connsiteY83656" fmla="*/ 530005 h 2398711"/>
              <a:gd name="connsiteX83657" fmla="*/ 836892 w 2119654"/>
              <a:gd name="connsiteY83657" fmla="*/ 530232 h 2398711"/>
              <a:gd name="connsiteX83658" fmla="*/ 836947 w 2119654"/>
              <a:gd name="connsiteY83658" fmla="*/ 530094 h 2398711"/>
              <a:gd name="connsiteX83659" fmla="*/ 836588 w 2119654"/>
              <a:gd name="connsiteY83659" fmla="*/ 529575 h 2398711"/>
              <a:gd name="connsiteX83660" fmla="*/ 358860 w 2119654"/>
              <a:gd name="connsiteY83660" fmla="*/ 1598849 h 2398711"/>
              <a:gd name="connsiteX83661" fmla="*/ 359809 w 2119654"/>
              <a:gd name="connsiteY83661" fmla="*/ 1600108 h 2398711"/>
              <a:gd name="connsiteX83662" fmla="*/ 360295 w 2119654"/>
              <a:gd name="connsiteY83662" fmla="*/ 1600177 h 2398711"/>
              <a:gd name="connsiteX83663" fmla="*/ 359400 w 2119654"/>
              <a:gd name="connsiteY83663" fmla="*/ 1599293 h 2398711"/>
              <a:gd name="connsiteX83664" fmla="*/ 899658 w 2119654"/>
              <a:gd name="connsiteY83664" fmla="*/ 387794 h 2398711"/>
              <a:gd name="connsiteX83665" fmla="*/ 903915 w 2119654"/>
              <a:gd name="connsiteY83665" fmla="*/ 390757 h 2398711"/>
              <a:gd name="connsiteX83666" fmla="*/ 904493 w 2119654"/>
              <a:gd name="connsiteY83666" fmla="*/ 389380 h 2398711"/>
              <a:gd name="connsiteX83667" fmla="*/ 900914 w 2119654"/>
              <a:gd name="connsiteY83667" fmla="*/ 386132 h 2398711"/>
              <a:gd name="connsiteX83668" fmla="*/ 899547 w 2119654"/>
              <a:gd name="connsiteY83668" fmla="*/ 387940 h 2398711"/>
              <a:gd name="connsiteX83669" fmla="*/ 902189 w 2119654"/>
              <a:gd name="connsiteY83669" fmla="*/ 394878 h 2398711"/>
              <a:gd name="connsiteX83670" fmla="*/ 903823 w 2119654"/>
              <a:gd name="connsiteY83670" fmla="*/ 390980 h 2398711"/>
              <a:gd name="connsiteX83671" fmla="*/ 900103 w 2119654"/>
              <a:gd name="connsiteY83671" fmla="*/ 388317 h 2398711"/>
              <a:gd name="connsiteX83672" fmla="*/ 899552 w 2119654"/>
              <a:gd name="connsiteY83672" fmla="*/ 387933 h 2398711"/>
              <a:gd name="connsiteX83673" fmla="*/ 852808 w 2119654"/>
              <a:gd name="connsiteY83673" fmla="*/ 492373 h 2398711"/>
              <a:gd name="connsiteX83674" fmla="*/ 850765 w 2119654"/>
              <a:gd name="connsiteY83674" fmla="*/ 497443 h 2398711"/>
              <a:gd name="connsiteX83675" fmla="*/ 850306 w 2119654"/>
              <a:gd name="connsiteY83675" fmla="*/ 502904 h 2398711"/>
              <a:gd name="connsiteX83676" fmla="*/ 853818 w 2119654"/>
              <a:gd name="connsiteY83676" fmla="*/ 504626 h 2398711"/>
              <a:gd name="connsiteX83677" fmla="*/ 855133 w 2119654"/>
              <a:gd name="connsiteY83677" fmla="*/ 495838 h 2398711"/>
              <a:gd name="connsiteX83678" fmla="*/ 854556 w 2119654"/>
              <a:gd name="connsiteY83678" fmla="*/ 494334 h 2398711"/>
              <a:gd name="connsiteX83679" fmla="*/ 845764 w 2119654"/>
              <a:gd name="connsiteY83679" fmla="*/ 507814 h 2398711"/>
              <a:gd name="connsiteX83680" fmla="*/ 845723 w 2119654"/>
              <a:gd name="connsiteY83680" fmla="*/ 508312 h 2398711"/>
              <a:gd name="connsiteX83681" fmla="*/ 845890 w 2119654"/>
              <a:gd name="connsiteY83681" fmla="*/ 507896 h 2398711"/>
              <a:gd name="connsiteX83682" fmla="*/ 871658 w 2119654"/>
              <a:gd name="connsiteY83682" fmla="*/ 449796 h 2398711"/>
              <a:gd name="connsiteX83683" fmla="*/ 871099 w 2119654"/>
              <a:gd name="connsiteY83683" fmla="*/ 451865 h 2398711"/>
              <a:gd name="connsiteX83684" fmla="*/ 871563 w 2119654"/>
              <a:gd name="connsiteY83684" fmla="*/ 452777 h 2398711"/>
              <a:gd name="connsiteX83685" fmla="*/ 871796 w 2119654"/>
              <a:gd name="connsiteY83685" fmla="*/ 450252 h 2398711"/>
              <a:gd name="connsiteX83686" fmla="*/ 341679 w 2119654"/>
              <a:gd name="connsiteY83686" fmla="*/ 1636278 h 2398711"/>
              <a:gd name="connsiteX83687" fmla="*/ 342409 w 2119654"/>
              <a:gd name="connsiteY83687" fmla="*/ 1636877 h 2398711"/>
              <a:gd name="connsiteX83688" fmla="*/ 342788 w 2119654"/>
              <a:gd name="connsiteY83688" fmla="*/ 1636873 h 2398711"/>
              <a:gd name="connsiteX83689" fmla="*/ 342445 w 2119654"/>
              <a:gd name="connsiteY83689" fmla="*/ 1636532 h 2398711"/>
              <a:gd name="connsiteX83690" fmla="*/ 933539 w 2119654"/>
              <a:gd name="connsiteY83690" fmla="*/ 310836 h 2398711"/>
              <a:gd name="connsiteX83691" fmla="*/ 936322 w 2119654"/>
              <a:gd name="connsiteY83691" fmla="*/ 317249 h 2398711"/>
              <a:gd name="connsiteX83692" fmla="*/ 940652 w 2119654"/>
              <a:gd name="connsiteY83692" fmla="*/ 299449 h 2398711"/>
              <a:gd name="connsiteX83693" fmla="*/ 836873 w 2119654"/>
              <a:gd name="connsiteY83693" fmla="*/ 527262 h 2398711"/>
              <a:gd name="connsiteX83694" fmla="*/ 837807 w 2119654"/>
              <a:gd name="connsiteY83694" fmla="*/ 527963 h 2398711"/>
              <a:gd name="connsiteX83695" fmla="*/ 837836 w 2119654"/>
              <a:gd name="connsiteY83695" fmla="*/ 527891 h 2398711"/>
              <a:gd name="connsiteX83696" fmla="*/ 317557 w 2119654"/>
              <a:gd name="connsiteY83696" fmla="*/ 1689732 h 2398711"/>
              <a:gd name="connsiteX83697" fmla="*/ 320896 w 2119654"/>
              <a:gd name="connsiteY83697" fmla="*/ 1694008 h 2398711"/>
              <a:gd name="connsiteX83698" fmla="*/ 324598 w 2119654"/>
              <a:gd name="connsiteY83698" fmla="*/ 1695717 h 2398711"/>
              <a:gd name="connsiteX83699" fmla="*/ 319138 w 2119654"/>
              <a:gd name="connsiteY83699" fmla="*/ 1690327 h 2398711"/>
              <a:gd name="connsiteX83700" fmla="*/ 864285 w 2119654"/>
              <a:gd name="connsiteY83700" fmla="*/ 465328 h 2398711"/>
              <a:gd name="connsiteX83701" fmla="*/ 865033 w 2119654"/>
              <a:gd name="connsiteY83701" fmla="*/ 465951 h 2398711"/>
              <a:gd name="connsiteX83702" fmla="*/ 865049 w 2119654"/>
              <a:gd name="connsiteY83702" fmla="*/ 465891 h 2398711"/>
              <a:gd name="connsiteX83703" fmla="*/ 897704 w 2119654"/>
              <a:gd name="connsiteY83703" fmla="*/ 390378 h 2398711"/>
              <a:gd name="connsiteX83704" fmla="*/ 901344 w 2119654"/>
              <a:gd name="connsiteY83704" fmla="*/ 396894 h 2398711"/>
              <a:gd name="connsiteX83705" fmla="*/ 901872 w 2119654"/>
              <a:gd name="connsiteY83705" fmla="*/ 395637 h 2398711"/>
              <a:gd name="connsiteX83706" fmla="*/ 899199 w 2119654"/>
              <a:gd name="connsiteY83706" fmla="*/ 388401 h 2398711"/>
              <a:gd name="connsiteX83707" fmla="*/ 836476 w 2119654"/>
              <a:gd name="connsiteY83707" fmla="*/ 527338 h 2398711"/>
              <a:gd name="connsiteX83708" fmla="*/ 836463 w 2119654"/>
              <a:gd name="connsiteY83708" fmla="*/ 528444 h 2398711"/>
              <a:gd name="connsiteX83709" fmla="*/ 837202 w 2119654"/>
              <a:gd name="connsiteY83709" fmla="*/ 529463 h 2398711"/>
              <a:gd name="connsiteX83710" fmla="*/ 837691 w 2119654"/>
              <a:gd name="connsiteY83710" fmla="*/ 528250 h 2398711"/>
              <a:gd name="connsiteX83711" fmla="*/ 888148 w 2119654"/>
              <a:gd name="connsiteY83711" fmla="*/ 411522 h 2398711"/>
              <a:gd name="connsiteX83712" fmla="*/ 888205 w 2119654"/>
              <a:gd name="connsiteY83712" fmla="*/ 413133 h 2398711"/>
              <a:gd name="connsiteX83713" fmla="*/ 891222 w 2119654"/>
              <a:gd name="connsiteY83713" fmla="*/ 421060 h 2398711"/>
              <a:gd name="connsiteX83714" fmla="*/ 892850 w 2119654"/>
              <a:gd name="connsiteY83714" fmla="*/ 417175 h 2398711"/>
              <a:gd name="connsiteX83715" fmla="*/ 319869 w 2119654"/>
              <a:gd name="connsiteY83715" fmla="*/ 1683780 h 2398711"/>
              <a:gd name="connsiteX83716" fmla="*/ 327143 w 2119654"/>
              <a:gd name="connsiteY83716" fmla="*/ 1686170 h 2398711"/>
              <a:gd name="connsiteX83717" fmla="*/ 329177 w 2119654"/>
              <a:gd name="connsiteY83717" fmla="*/ 1686181 h 2398711"/>
              <a:gd name="connsiteX83718" fmla="*/ 328418 w 2119654"/>
              <a:gd name="connsiteY83718" fmla="*/ 1685596 h 2398711"/>
              <a:gd name="connsiteX83719" fmla="*/ 327936 w 2119654"/>
              <a:gd name="connsiteY83719" fmla="*/ 1685309 h 2398711"/>
              <a:gd name="connsiteX83720" fmla="*/ 944783 w 2119654"/>
              <a:gd name="connsiteY83720" fmla="*/ 284035 h 2398711"/>
              <a:gd name="connsiteX83721" fmla="*/ 941646 w 2119654"/>
              <a:gd name="connsiteY83721" fmla="*/ 296932 h 2398711"/>
              <a:gd name="connsiteX83722" fmla="*/ 946838 w 2119654"/>
              <a:gd name="connsiteY83722" fmla="*/ 288864 h 2398711"/>
              <a:gd name="connsiteX83723" fmla="*/ 862633 w 2119654"/>
              <a:gd name="connsiteY83723" fmla="*/ 467979 h 2398711"/>
              <a:gd name="connsiteX83724" fmla="*/ 861379 w 2119654"/>
              <a:gd name="connsiteY83724" fmla="*/ 471093 h 2398711"/>
              <a:gd name="connsiteX83725" fmla="*/ 862127 w 2119654"/>
              <a:gd name="connsiteY83725" fmla="*/ 474846 h 2398711"/>
              <a:gd name="connsiteX83726" fmla="*/ 862858 w 2119654"/>
              <a:gd name="connsiteY83726" fmla="*/ 475748 h 2398711"/>
              <a:gd name="connsiteX83727" fmla="*/ 863397 w 2119654"/>
              <a:gd name="connsiteY83727" fmla="*/ 472016 h 2398711"/>
              <a:gd name="connsiteX83728" fmla="*/ 864183 w 2119654"/>
              <a:gd name="connsiteY83728" fmla="*/ 469102 h 2398711"/>
              <a:gd name="connsiteX83729" fmla="*/ 875821 w 2119654"/>
              <a:gd name="connsiteY83729" fmla="*/ 438409 h 2398711"/>
              <a:gd name="connsiteX83730" fmla="*/ 875785 w 2119654"/>
              <a:gd name="connsiteY83730" fmla="*/ 438619 h 2398711"/>
              <a:gd name="connsiteX83731" fmla="*/ 875714 w 2119654"/>
              <a:gd name="connsiteY83731" fmla="*/ 440084 h 2398711"/>
              <a:gd name="connsiteX83732" fmla="*/ 878903 w 2119654"/>
              <a:gd name="connsiteY83732" fmla="*/ 443460 h 2398711"/>
              <a:gd name="connsiteX83733" fmla="*/ 879133 w 2119654"/>
              <a:gd name="connsiteY83733" fmla="*/ 442453 h 2398711"/>
              <a:gd name="connsiteX83734" fmla="*/ 862912 w 2119654"/>
              <a:gd name="connsiteY83734" fmla="*/ 467287 h 2398711"/>
              <a:gd name="connsiteX83735" fmla="*/ 862847 w 2119654"/>
              <a:gd name="connsiteY83735" fmla="*/ 467448 h 2398711"/>
              <a:gd name="connsiteX83736" fmla="*/ 864338 w 2119654"/>
              <a:gd name="connsiteY83736" fmla="*/ 468528 h 2398711"/>
              <a:gd name="connsiteX83737" fmla="*/ 864484 w 2119654"/>
              <a:gd name="connsiteY83737" fmla="*/ 467989 h 2398711"/>
              <a:gd name="connsiteX83738" fmla="*/ 831442 w 2119654"/>
              <a:gd name="connsiteY83738" fmla="*/ 537752 h 2398711"/>
              <a:gd name="connsiteX83739" fmla="*/ 831441 w 2119654"/>
              <a:gd name="connsiteY83739" fmla="*/ 537755 h 2398711"/>
              <a:gd name="connsiteX83740" fmla="*/ 831305 w 2119654"/>
              <a:gd name="connsiteY83740" fmla="*/ 538223 h 2398711"/>
              <a:gd name="connsiteX83741" fmla="*/ 831529 w 2119654"/>
              <a:gd name="connsiteY83741" fmla="*/ 538647 h 2398711"/>
              <a:gd name="connsiteX83742" fmla="*/ 831789 w 2119654"/>
              <a:gd name="connsiteY83742" fmla="*/ 538561 h 2398711"/>
              <a:gd name="connsiteX83743" fmla="*/ 851073 w 2119654"/>
              <a:gd name="connsiteY83743" fmla="*/ 493775 h 2398711"/>
              <a:gd name="connsiteX83744" fmla="*/ 850939 w 2119654"/>
              <a:gd name="connsiteY83744" fmla="*/ 495359 h 2398711"/>
              <a:gd name="connsiteX83745" fmla="*/ 852233 w 2119654"/>
              <a:gd name="connsiteY83745" fmla="*/ 492148 h 2398711"/>
              <a:gd name="connsiteX83746" fmla="*/ 873163 w 2119654"/>
              <a:gd name="connsiteY83746" fmla="*/ 444214 h 2398711"/>
              <a:gd name="connsiteX83747" fmla="*/ 872911 w 2119654"/>
              <a:gd name="connsiteY83747" fmla="*/ 445150 h 2398711"/>
              <a:gd name="connsiteX83748" fmla="*/ 873119 w 2119654"/>
              <a:gd name="connsiteY83748" fmla="*/ 445690 h 2398711"/>
              <a:gd name="connsiteX83749" fmla="*/ 873327 w 2119654"/>
              <a:gd name="connsiteY83749" fmla="*/ 444280 h 2398711"/>
              <a:gd name="connsiteX83750" fmla="*/ 896438 w 2119654"/>
              <a:gd name="connsiteY83750" fmla="*/ 392053 h 2398711"/>
              <a:gd name="connsiteX83751" fmla="*/ 896510 w 2119654"/>
              <a:gd name="connsiteY83751" fmla="*/ 392221 h 2398711"/>
              <a:gd name="connsiteX83752" fmla="*/ 900457 w 2119654"/>
              <a:gd name="connsiteY83752" fmla="*/ 399014 h 2398711"/>
              <a:gd name="connsiteX83753" fmla="*/ 901072 w 2119654"/>
              <a:gd name="connsiteY83753" fmla="*/ 397545 h 2398711"/>
              <a:gd name="connsiteX83754" fmla="*/ 897338 w 2119654"/>
              <a:gd name="connsiteY83754" fmla="*/ 390862 h 2398711"/>
              <a:gd name="connsiteX83755" fmla="*/ 863606 w 2119654"/>
              <a:gd name="connsiteY83755" fmla="*/ 465564 h 2398711"/>
              <a:gd name="connsiteX83756" fmla="*/ 863519 w 2119654"/>
              <a:gd name="connsiteY83756" fmla="*/ 465780 h 2398711"/>
              <a:gd name="connsiteX83757" fmla="*/ 864266 w 2119654"/>
              <a:gd name="connsiteY83757" fmla="*/ 466114 h 2398711"/>
              <a:gd name="connsiteX83758" fmla="*/ 307653 w 2119654"/>
              <a:gd name="connsiteY83758" fmla="*/ 1710154 h 2398711"/>
              <a:gd name="connsiteX83759" fmla="*/ 308199 w 2119654"/>
              <a:gd name="connsiteY83759" fmla="*/ 1710505 h 2398711"/>
              <a:gd name="connsiteX83760" fmla="*/ 313375 w 2119654"/>
              <a:gd name="connsiteY83760" fmla="*/ 1712452 h 2398711"/>
              <a:gd name="connsiteX83761" fmla="*/ 310383 w 2119654"/>
              <a:gd name="connsiteY83761" fmla="*/ 1710113 h 2398711"/>
              <a:gd name="connsiteX83762" fmla="*/ 873494 w 2119654"/>
              <a:gd name="connsiteY83762" fmla="*/ 442986 h 2398711"/>
              <a:gd name="connsiteX83763" fmla="*/ 873358 w 2119654"/>
              <a:gd name="connsiteY83763" fmla="*/ 443489 h 2398711"/>
              <a:gd name="connsiteX83764" fmla="*/ 873440 w 2119654"/>
              <a:gd name="connsiteY83764" fmla="*/ 443521 h 2398711"/>
              <a:gd name="connsiteX83765" fmla="*/ 873516 w 2119654"/>
              <a:gd name="connsiteY83765" fmla="*/ 443007 h 2398711"/>
              <a:gd name="connsiteX83766" fmla="*/ 865469 w 2119654"/>
              <a:gd name="connsiteY83766" fmla="*/ 460942 h 2398711"/>
              <a:gd name="connsiteX83767" fmla="*/ 864094 w 2119654"/>
              <a:gd name="connsiteY83767" fmla="*/ 464355 h 2398711"/>
              <a:gd name="connsiteX83768" fmla="*/ 865236 w 2119654"/>
              <a:gd name="connsiteY83768" fmla="*/ 465196 h 2398711"/>
              <a:gd name="connsiteX83769" fmla="*/ 866088 w 2119654"/>
              <a:gd name="connsiteY83769" fmla="*/ 462034 h 2398711"/>
              <a:gd name="connsiteX83770" fmla="*/ 865941 w 2119654"/>
              <a:gd name="connsiteY83770" fmla="*/ 459770 h 2398711"/>
              <a:gd name="connsiteX83771" fmla="*/ 865553 w 2119654"/>
              <a:gd name="connsiteY83771" fmla="*/ 460733 h 2398711"/>
              <a:gd name="connsiteX83772" fmla="*/ 866163 w 2119654"/>
              <a:gd name="connsiteY83772" fmla="*/ 461757 h 2398711"/>
              <a:gd name="connsiteX83773" fmla="*/ 866282 w 2119654"/>
              <a:gd name="connsiteY83773" fmla="*/ 461316 h 2398711"/>
              <a:gd name="connsiteX83774" fmla="*/ 325631 w 2119654"/>
              <a:gd name="connsiteY83774" fmla="*/ 1669323 h 2398711"/>
              <a:gd name="connsiteX83775" fmla="*/ 328041 w 2119654"/>
              <a:gd name="connsiteY83775" fmla="*/ 1670590 h 2398711"/>
              <a:gd name="connsiteX83776" fmla="*/ 339548 w 2119654"/>
              <a:gd name="connsiteY83776" fmla="*/ 1673748 h 2398711"/>
              <a:gd name="connsiteX83777" fmla="*/ 344871 w 2119654"/>
              <a:gd name="connsiteY83777" fmla="*/ 1675130 h 2398711"/>
              <a:gd name="connsiteX83778" fmla="*/ 345306 w 2119654"/>
              <a:gd name="connsiteY83778" fmla="*/ 1673886 h 2398711"/>
              <a:gd name="connsiteX83779" fmla="*/ 328681 w 2119654"/>
              <a:gd name="connsiteY83779" fmla="*/ 1669454 h 2398711"/>
              <a:gd name="connsiteX83780" fmla="*/ 929116 w 2119654"/>
              <a:gd name="connsiteY83780" fmla="*/ 317919 h 2398711"/>
              <a:gd name="connsiteX83781" fmla="*/ 934540 w 2119654"/>
              <a:gd name="connsiteY83781" fmla="*/ 324182 h 2398711"/>
              <a:gd name="connsiteX83782" fmla="*/ 930046 w 2119654"/>
              <a:gd name="connsiteY83782" fmla="*/ 317605 h 2398711"/>
              <a:gd name="connsiteX83783" fmla="*/ 930411 w 2119654"/>
              <a:gd name="connsiteY83783" fmla="*/ 317720 h 2398711"/>
              <a:gd name="connsiteX83784" fmla="*/ 934686 w 2119654"/>
              <a:gd name="connsiteY83784" fmla="*/ 323976 h 2398711"/>
              <a:gd name="connsiteX83785" fmla="*/ 936195 w 2119654"/>
              <a:gd name="connsiteY83785" fmla="*/ 317771 h 2398711"/>
              <a:gd name="connsiteX83786" fmla="*/ 933331 w 2119654"/>
              <a:gd name="connsiteY83786" fmla="*/ 311170 h 2398711"/>
              <a:gd name="connsiteX83787" fmla="*/ 355510 w 2119654"/>
              <a:gd name="connsiteY83787" fmla="*/ 1602082 h 2398711"/>
              <a:gd name="connsiteX83788" fmla="*/ 355879 w 2119654"/>
              <a:gd name="connsiteY83788" fmla="*/ 1602343 h 2398711"/>
              <a:gd name="connsiteX83789" fmla="*/ 357662 w 2119654"/>
              <a:gd name="connsiteY83789" fmla="*/ 1602632 h 2398711"/>
              <a:gd name="connsiteX83790" fmla="*/ 317128 w 2119654"/>
              <a:gd name="connsiteY83790" fmla="*/ 1687929 h 2398711"/>
              <a:gd name="connsiteX83791" fmla="*/ 319270 w 2119654"/>
              <a:gd name="connsiteY83791" fmla="*/ 1690043 h 2398711"/>
              <a:gd name="connsiteX83792" fmla="*/ 330578 w 2119654"/>
              <a:gd name="connsiteY83792" fmla="*/ 1694305 h 2398711"/>
              <a:gd name="connsiteX83793" fmla="*/ 324995 w 2119654"/>
              <a:gd name="connsiteY83793" fmla="*/ 1691526 h 2398711"/>
              <a:gd name="connsiteX83794" fmla="*/ 324935 w 2119654"/>
              <a:gd name="connsiteY83794" fmla="*/ 1691401 h 2398711"/>
              <a:gd name="connsiteX83795" fmla="*/ 331371 w 2119654"/>
              <a:gd name="connsiteY83795" fmla="*/ 1694603 h 2398711"/>
              <a:gd name="connsiteX83796" fmla="*/ 336861 w 2119654"/>
              <a:gd name="connsiteY83796" fmla="*/ 1696672 h 2398711"/>
              <a:gd name="connsiteX83797" fmla="*/ 338905 w 2119654"/>
              <a:gd name="connsiteY83797" fmla="*/ 1697411 h 2398711"/>
              <a:gd name="connsiteX83798" fmla="*/ 339686 w 2119654"/>
              <a:gd name="connsiteY83798" fmla="*/ 1694260 h 2398711"/>
              <a:gd name="connsiteX83799" fmla="*/ 335690 w 2119654"/>
              <a:gd name="connsiteY83799" fmla="*/ 1691188 h 2398711"/>
              <a:gd name="connsiteX83800" fmla="*/ 330145 w 2119654"/>
              <a:gd name="connsiteY83800" fmla="*/ 1688905 h 2398711"/>
              <a:gd name="connsiteX83801" fmla="*/ 888063 w 2119654"/>
              <a:gd name="connsiteY83801" fmla="*/ 409124 h 2398711"/>
              <a:gd name="connsiteX83802" fmla="*/ 888127 w 2119654"/>
              <a:gd name="connsiteY83802" fmla="*/ 410936 h 2398711"/>
              <a:gd name="connsiteX83803" fmla="*/ 893007 w 2119654"/>
              <a:gd name="connsiteY83803" fmla="*/ 416801 h 2398711"/>
              <a:gd name="connsiteX83804" fmla="*/ 893144 w 2119654"/>
              <a:gd name="connsiteY83804" fmla="*/ 416473 h 2398711"/>
              <a:gd name="connsiteX83805" fmla="*/ 890438 w 2119654"/>
              <a:gd name="connsiteY83805" fmla="*/ 411378 h 2398711"/>
              <a:gd name="connsiteX83806" fmla="*/ 838808 w 2119654"/>
              <a:gd name="connsiteY83806" fmla="*/ 519279 h 2398711"/>
              <a:gd name="connsiteX83807" fmla="*/ 838948 w 2119654"/>
              <a:gd name="connsiteY83807" fmla="*/ 519444 h 2398711"/>
              <a:gd name="connsiteX83808" fmla="*/ 839320 w 2119654"/>
              <a:gd name="connsiteY83808" fmla="*/ 519777 h 2398711"/>
              <a:gd name="connsiteX83809" fmla="*/ 862165 w 2119654"/>
              <a:gd name="connsiteY83809" fmla="*/ 466953 h 2398711"/>
              <a:gd name="connsiteX83810" fmla="*/ 862332 w 2119654"/>
              <a:gd name="connsiteY83810" fmla="*/ 467075 h 2398711"/>
              <a:gd name="connsiteX83811" fmla="*/ 862349 w 2119654"/>
              <a:gd name="connsiteY83811" fmla="*/ 467035 h 2398711"/>
              <a:gd name="connsiteX83812" fmla="*/ 846199 w 2119654"/>
              <a:gd name="connsiteY83812" fmla="*/ 502650 h 2398711"/>
              <a:gd name="connsiteX83813" fmla="*/ 845972 w 2119654"/>
              <a:gd name="connsiteY83813" fmla="*/ 505351 h 2398711"/>
              <a:gd name="connsiteX83814" fmla="*/ 846254 w 2119654"/>
              <a:gd name="connsiteY83814" fmla="*/ 505535 h 2398711"/>
              <a:gd name="connsiteX83815" fmla="*/ 846279 w 2119654"/>
              <a:gd name="connsiteY83815" fmla="*/ 502753 h 2398711"/>
              <a:gd name="connsiteX83816" fmla="*/ 945948 w 2119654"/>
              <a:gd name="connsiteY83816" fmla="*/ 279248 h 2398711"/>
              <a:gd name="connsiteX83817" fmla="*/ 945650 w 2119654"/>
              <a:gd name="connsiteY83817" fmla="*/ 280473 h 2398711"/>
              <a:gd name="connsiteX83818" fmla="*/ 948272 w 2119654"/>
              <a:gd name="connsiteY83818" fmla="*/ 286634 h 2398711"/>
              <a:gd name="connsiteX83819" fmla="*/ 948938 w 2119654"/>
              <a:gd name="connsiteY83819" fmla="*/ 285600 h 2398711"/>
              <a:gd name="connsiteX83820" fmla="*/ 355836 w 2119654"/>
              <a:gd name="connsiteY83820" fmla="*/ 1600495 h 2398711"/>
              <a:gd name="connsiteX83821" fmla="*/ 356177 w 2119654"/>
              <a:gd name="connsiteY83821" fmla="*/ 1600582 h 2398711"/>
              <a:gd name="connsiteX83822" fmla="*/ 356080 w 2119654"/>
              <a:gd name="connsiteY83822" fmla="*/ 1600529 h 2398711"/>
              <a:gd name="connsiteX83823" fmla="*/ 851312 w 2119654"/>
              <a:gd name="connsiteY83823" fmla="*/ 490927 h 2398711"/>
              <a:gd name="connsiteX83824" fmla="*/ 851137 w 2119654"/>
              <a:gd name="connsiteY83824" fmla="*/ 493006 h 2398711"/>
              <a:gd name="connsiteX83825" fmla="*/ 852140 w 2119654"/>
              <a:gd name="connsiteY83825" fmla="*/ 491640 h 2398711"/>
              <a:gd name="connsiteX83826" fmla="*/ 894042 w 2119654"/>
              <a:gd name="connsiteY83826" fmla="*/ 395223 h 2398711"/>
              <a:gd name="connsiteX83827" fmla="*/ 899124 w 2119654"/>
              <a:gd name="connsiteY83827" fmla="*/ 402197 h 2398711"/>
              <a:gd name="connsiteX83828" fmla="*/ 899286 w 2119654"/>
              <a:gd name="connsiteY83828" fmla="*/ 401809 h 2398711"/>
              <a:gd name="connsiteX83829" fmla="*/ 898789 w 2119654"/>
              <a:gd name="connsiteY83829" fmla="*/ 401034 h 2398711"/>
              <a:gd name="connsiteX83830" fmla="*/ 898972 w 2119654"/>
              <a:gd name="connsiteY83830" fmla="*/ 401098 h 2398711"/>
              <a:gd name="connsiteX83831" fmla="*/ 899342 w 2119654"/>
              <a:gd name="connsiteY83831" fmla="*/ 401675 h 2398711"/>
              <a:gd name="connsiteX83832" fmla="*/ 899530 w 2119654"/>
              <a:gd name="connsiteY83832" fmla="*/ 401225 h 2398711"/>
              <a:gd name="connsiteX83833" fmla="*/ 895949 w 2119654"/>
              <a:gd name="connsiteY83833" fmla="*/ 392700 h 2398711"/>
              <a:gd name="connsiteX83834" fmla="*/ 946115 w 2119654"/>
              <a:gd name="connsiteY83834" fmla="*/ 278559 h 2398711"/>
              <a:gd name="connsiteX83835" fmla="*/ 946070 w 2119654"/>
              <a:gd name="connsiteY83835" fmla="*/ 278750 h 2398711"/>
              <a:gd name="connsiteX83836" fmla="*/ 949143 w 2119654"/>
              <a:gd name="connsiteY83836" fmla="*/ 285281 h 2398711"/>
              <a:gd name="connsiteX83837" fmla="*/ 950472 w 2119654"/>
              <a:gd name="connsiteY83837" fmla="*/ 283214 h 2398711"/>
              <a:gd name="connsiteX83838" fmla="*/ 927015 w 2119654"/>
              <a:gd name="connsiteY83838" fmla="*/ 321282 h 2398711"/>
              <a:gd name="connsiteX83839" fmla="*/ 927642 w 2119654"/>
              <a:gd name="connsiteY83839" fmla="*/ 323444 h 2398711"/>
              <a:gd name="connsiteX83840" fmla="*/ 928164 w 2119654"/>
              <a:gd name="connsiteY83840" fmla="*/ 321299 h 2398711"/>
              <a:gd name="connsiteX83841" fmla="*/ 928516 w 2119654"/>
              <a:gd name="connsiteY83841" fmla="*/ 321024 h 2398711"/>
              <a:gd name="connsiteX83842" fmla="*/ 927798 w 2119654"/>
              <a:gd name="connsiteY83842" fmla="*/ 323979 h 2398711"/>
              <a:gd name="connsiteX83843" fmla="*/ 929723 w 2119654"/>
              <a:gd name="connsiteY83843" fmla="*/ 330623 h 2398711"/>
              <a:gd name="connsiteX83844" fmla="*/ 930732 w 2119654"/>
              <a:gd name="connsiteY83844" fmla="*/ 328304 h 2398711"/>
              <a:gd name="connsiteX83845" fmla="*/ 931049 w 2119654"/>
              <a:gd name="connsiteY83845" fmla="*/ 328133 h 2398711"/>
              <a:gd name="connsiteX83846" fmla="*/ 929821 w 2119654"/>
              <a:gd name="connsiteY83846" fmla="*/ 330958 h 2398711"/>
              <a:gd name="connsiteX83847" fmla="*/ 931590 w 2119654"/>
              <a:gd name="connsiteY83847" fmla="*/ 337060 h 2398711"/>
              <a:gd name="connsiteX83848" fmla="*/ 932994 w 2119654"/>
              <a:gd name="connsiteY83848" fmla="*/ 330928 h 2398711"/>
              <a:gd name="connsiteX83849" fmla="*/ 934449 w 2119654"/>
              <a:gd name="connsiteY83849" fmla="*/ 324946 h 2398711"/>
              <a:gd name="connsiteX83850" fmla="*/ 928865 w 2119654"/>
              <a:gd name="connsiteY83850" fmla="*/ 318321 h 2398711"/>
              <a:gd name="connsiteX83851" fmla="*/ 834076 w 2119654"/>
              <a:gd name="connsiteY83851" fmla="*/ 529157 h 2398711"/>
              <a:gd name="connsiteX83852" fmla="*/ 833568 w 2119654"/>
              <a:gd name="connsiteY83852" fmla="*/ 530816 h 2398711"/>
              <a:gd name="connsiteX83853" fmla="*/ 835310 w 2119654"/>
              <a:gd name="connsiteY83853" fmla="*/ 534264 h 2398711"/>
              <a:gd name="connsiteX83854" fmla="*/ 835637 w 2119654"/>
              <a:gd name="connsiteY83854" fmla="*/ 533349 h 2398711"/>
              <a:gd name="connsiteX83855" fmla="*/ 836308 w 2119654"/>
              <a:gd name="connsiteY83855" fmla="*/ 531683 h 2398711"/>
              <a:gd name="connsiteX83856" fmla="*/ 836323 w 2119654"/>
              <a:gd name="connsiteY83856" fmla="*/ 530343 h 2398711"/>
              <a:gd name="connsiteX83857" fmla="*/ 846282 w 2119654"/>
              <a:gd name="connsiteY83857" fmla="*/ 501656 h 2398711"/>
              <a:gd name="connsiteX83858" fmla="*/ 846269 w 2119654"/>
              <a:gd name="connsiteY83858" fmla="*/ 501814 h 2398711"/>
              <a:gd name="connsiteX83859" fmla="*/ 846287 w 2119654"/>
              <a:gd name="connsiteY83859" fmla="*/ 501822 h 2398711"/>
              <a:gd name="connsiteX83860" fmla="*/ 846289 w 2119654"/>
              <a:gd name="connsiteY83860" fmla="*/ 501665 h 2398711"/>
              <a:gd name="connsiteX83861" fmla="*/ 834371 w 2119654"/>
              <a:gd name="connsiteY83861" fmla="*/ 528193 h 2398711"/>
              <a:gd name="connsiteX83862" fmla="*/ 834172 w 2119654"/>
              <a:gd name="connsiteY83862" fmla="*/ 528844 h 2398711"/>
              <a:gd name="connsiteX83863" fmla="*/ 836327 w 2119654"/>
              <a:gd name="connsiteY83863" fmla="*/ 529945 h 2398711"/>
              <a:gd name="connsiteX83864" fmla="*/ 836332 w 2119654"/>
              <a:gd name="connsiteY83864" fmla="*/ 529416 h 2398711"/>
              <a:gd name="connsiteX83865" fmla="*/ 830498 w 2119654"/>
              <a:gd name="connsiteY83865" fmla="*/ 536693 h 2398711"/>
              <a:gd name="connsiteX83866" fmla="*/ 831212 w 2119654"/>
              <a:gd name="connsiteY83866" fmla="*/ 538046 h 2398711"/>
              <a:gd name="connsiteX83867" fmla="*/ 831361 w 2119654"/>
              <a:gd name="connsiteY83867" fmla="*/ 537560 h 2398711"/>
              <a:gd name="connsiteX83868" fmla="*/ 831252 w 2119654"/>
              <a:gd name="connsiteY83868" fmla="*/ 537305 h 2398711"/>
              <a:gd name="connsiteX83869" fmla="*/ 834758 w 2119654"/>
              <a:gd name="connsiteY83869" fmla="*/ 526932 h 2398711"/>
              <a:gd name="connsiteX83870" fmla="*/ 834441 w 2119654"/>
              <a:gd name="connsiteY83870" fmla="*/ 527965 h 2398711"/>
              <a:gd name="connsiteX83871" fmla="*/ 836257 w 2119654"/>
              <a:gd name="connsiteY83871" fmla="*/ 529097 h 2398711"/>
              <a:gd name="connsiteX83872" fmla="*/ 316479 w 2119654"/>
              <a:gd name="connsiteY83872" fmla="*/ 1687288 h 2398711"/>
              <a:gd name="connsiteX83873" fmla="*/ 316891 w 2119654"/>
              <a:gd name="connsiteY83873" fmla="*/ 1687694 h 2398711"/>
              <a:gd name="connsiteX83874" fmla="*/ 329350 w 2119654"/>
              <a:gd name="connsiteY83874" fmla="*/ 1688628 h 2398711"/>
              <a:gd name="connsiteX83875" fmla="*/ 834977 w 2119654"/>
              <a:gd name="connsiteY83875" fmla="*/ 526215 h 2398711"/>
              <a:gd name="connsiteX83876" fmla="*/ 834938 w 2119654"/>
              <a:gd name="connsiteY83876" fmla="*/ 526342 h 2398711"/>
              <a:gd name="connsiteX83877" fmla="*/ 836345 w 2119654"/>
              <a:gd name="connsiteY83877" fmla="*/ 528282 h 2398711"/>
              <a:gd name="connsiteX83878" fmla="*/ 836357 w 2119654"/>
              <a:gd name="connsiteY83878" fmla="*/ 527249 h 2398711"/>
              <a:gd name="connsiteX83879" fmla="*/ 912608 w 2119654"/>
              <a:gd name="connsiteY83879" fmla="*/ 352376 h 2398711"/>
              <a:gd name="connsiteX83880" fmla="*/ 911850 w 2119654"/>
              <a:gd name="connsiteY83880" fmla="*/ 360601 h 2398711"/>
              <a:gd name="connsiteX83881" fmla="*/ 914791 w 2119654"/>
              <a:gd name="connsiteY83881" fmla="*/ 364968 h 2398711"/>
              <a:gd name="connsiteX83882" fmla="*/ 916215 w 2119654"/>
              <a:gd name="connsiteY83882" fmla="*/ 361692 h 2398711"/>
              <a:gd name="connsiteX83883" fmla="*/ 316088 w 2119654"/>
              <a:gd name="connsiteY83883" fmla="*/ 1687851 h 2398711"/>
              <a:gd name="connsiteX83884" fmla="*/ 317186 w 2119654"/>
              <a:gd name="connsiteY83884" fmla="*/ 1689258 h 2398711"/>
              <a:gd name="connsiteX83885" fmla="*/ 318592 w 2119654"/>
              <a:gd name="connsiteY83885" fmla="*/ 1689787 h 2398711"/>
              <a:gd name="connsiteX83886" fmla="*/ 316674 w 2119654"/>
              <a:gd name="connsiteY83886" fmla="*/ 1687895 h 2398711"/>
              <a:gd name="connsiteX83887" fmla="*/ 892306 w 2119654"/>
              <a:gd name="connsiteY83887" fmla="*/ 397518 h 2398711"/>
              <a:gd name="connsiteX83888" fmla="*/ 898361 w 2119654"/>
              <a:gd name="connsiteY83888" fmla="*/ 404019 h 2398711"/>
              <a:gd name="connsiteX83889" fmla="*/ 899010 w 2119654"/>
              <a:gd name="connsiteY83889" fmla="*/ 402468 h 2398711"/>
              <a:gd name="connsiteX83890" fmla="*/ 893957 w 2119654"/>
              <a:gd name="connsiteY83890" fmla="*/ 395334 h 2398711"/>
              <a:gd name="connsiteX83891" fmla="*/ 880133 w 2119654"/>
              <a:gd name="connsiteY83891" fmla="*/ 424537 h 2398711"/>
              <a:gd name="connsiteX83892" fmla="*/ 876759 w 2119654"/>
              <a:gd name="connsiteY83892" fmla="*/ 432915 h 2398711"/>
              <a:gd name="connsiteX83893" fmla="*/ 876021 w 2119654"/>
              <a:gd name="connsiteY83893" fmla="*/ 437235 h 2398711"/>
              <a:gd name="connsiteX83894" fmla="*/ 879386 w 2119654"/>
              <a:gd name="connsiteY83894" fmla="*/ 441343 h 2398711"/>
              <a:gd name="connsiteX83895" fmla="*/ 882025 w 2119654"/>
              <a:gd name="connsiteY83895" fmla="*/ 429780 h 2398711"/>
              <a:gd name="connsiteX83896" fmla="*/ 882250 w 2119654"/>
              <a:gd name="connsiteY83896" fmla="*/ 429599 h 2398711"/>
              <a:gd name="connsiteX83897" fmla="*/ 879530 w 2119654"/>
              <a:gd name="connsiteY83897" fmla="*/ 441518 h 2398711"/>
              <a:gd name="connsiteX83898" fmla="*/ 881595 w 2119654"/>
              <a:gd name="connsiteY83898" fmla="*/ 444041 h 2398711"/>
              <a:gd name="connsiteX83899" fmla="*/ 884062 w 2119654"/>
              <a:gd name="connsiteY83899" fmla="*/ 438153 h 2398711"/>
              <a:gd name="connsiteX83900" fmla="*/ 883896 w 2119654"/>
              <a:gd name="connsiteY83900" fmla="*/ 433453 h 2398711"/>
              <a:gd name="connsiteX83901" fmla="*/ 882012 w 2119654"/>
              <a:gd name="connsiteY83901" fmla="*/ 431336 h 2398711"/>
              <a:gd name="connsiteX83902" fmla="*/ 882337 w 2119654"/>
              <a:gd name="connsiteY83902" fmla="*/ 431394 h 2398711"/>
              <a:gd name="connsiteX83903" fmla="*/ 883885 w 2119654"/>
              <a:gd name="connsiteY83903" fmla="*/ 433131 h 2398711"/>
              <a:gd name="connsiteX83904" fmla="*/ 883790 w 2119654"/>
              <a:gd name="connsiteY83904" fmla="*/ 430440 h 2398711"/>
              <a:gd name="connsiteX83905" fmla="*/ 887980 w 2119654"/>
              <a:gd name="connsiteY83905" fmla="*/ 406748 h 2398711"/>
              <a:gd name="connsiteX83906" fmla="*/ 888048 w 2119654"/>
              <a:gd name="connsiteY83906" fmla="*/ 408698 h 2398711"/>
              <a:gd name="connsiteX83907" fmla="*/ 889997 w 2119654"/>
              <a:gd name="connsiteY83907" fmla="*/ 410548 h 2398711"/>
              <a:gd name="connsiteX83908" fmla="*/ 834690 w 2119654"/>
              <a:gd name="connsiteY83908" fmla="*/ 525999 h 2398711"/>
              <a:gd name="connsiteX83909" fmla="*/ 834840 w 2119654"/>
              <a:gd name="connsiteY83909" fmla="*/ 526206 h 2398711"/>
              <a:gd name="connsiteX83910" fmla="*/ 834863 w 2119654"/>
              <a:gd name="connsiteY83910" fmla="*/ 526130 h 2398711"/>
              <a:gd name="connsiteX83911" fmla="*/ 883305 w 2119654"/>
              <a:gd name="connsiteY83911" fmla="*/ 416664 h 2398711"/>
              <a:gd name="connsiteX83912" fmla="*/ 883066 w 2119654"/>
              <a:gd name="connsiteY83912" fmla="*/ 417258 h 2398711"/>
              <a:gd name="connsiteX83913" fmla="*/ 883337 w 2119654"/>
              <a:gd name="connsiteY83913" fmla="*/ 417569 h 2398711"/>
              <a:gd name="connsiteX83914" fmla="*/ 889359 w 2119654"/>
              <a:gd name="connsiteY83914" fmla="*/ 403085 h 2398711"/>
              <a:gd name="connsiteX83915" fmla="*/ 894544 w 2119654"/>
              <a:gd name="connsiteY83915" fmla="*/ 413129 h 2398711"/>
              <a:gd name="connsiteX83916" fmla="*/ 896875 w 2119654"/>
              <a:gd name="connsiteY83916" fmla="*/ 407564 h 2398711"/>
              <a:gd name="connsiteX83917" fmla="*/ 315575 w 2119654"/>
              <a:gd name="connsiteY83917" fmla="*/ 1687194 h 2398711"/>
              <a:gd name="connsiteX83918" fmla="*/ 315908 w 2119654"/>
              <a:gd name="connsiteY83918" fmla="*/ 1687620 h 2398711"/>
              <a:gd name="connsiteX83919" fmla="*/ 316437 w 2119654"/>
              <a:gd name="connsiteY83919" fmla="*/ 1687660 h 2398711"/>
              <a:gd name="connsiteX83920" fmla="*/ 316010 w 2119654"/>
              <a:gd name="connsiteY83920" fmla="*/ 1687240 h 2398711"/>
              <a:gd name="connsiteX83921" fmla="*/ 912847 w 2119654"/>
              <a:gd name="connsiteY83921" fmla="*/ 349785 h 2398711"/>
              <a:gd name="connsiteX83922" fmla="*/ 912844 w 2119654"/>
              <a:gd name="connsiteY83922" fmla="*/ 349821 h 2398711"/>
              <a:gd name="connsiteX83923" fmla="*/ 916864 w 2119654"/>
              <a:gd name="connsiteY83923" fmla="*/ 360201 h 2398711"/>
              <a:gd name="connsiteX83924" fmla="*/ 918705 w 2119654"/>
              <a:gd name="connsiteY83924" fmla="*/ 355965 h 2398711"/>
              <a:gd name="connsiteX83925" fmla="*/ 897821 w 2119654"/>
              <a:gd name="connsiteY83925" fmla="*/ 383408 h 2398711"/>
              <a:gd name="connsiteX83926" fmla="*/ 899432 w 2119654"/>
              <a:gd name="connsiteY83926" fmla="*/ 387637 h 2398711"/>
              <a:gd name="connsiteX83927" fmla="*/ 899537 w 2119654"/>
              <a:gd name="connsiteY83927" fmla="*/ 387711 h 2398711"/>
              <a:gd name="connsiteX83928" fmla="*/ 900805 w 2119654"/>
              <a:gd name="connsiteY83928" fmla="*/ 386034 h 2398711"/>
              <a:gd name="connsiteX83929" fmla="*/ 898994 w 2119654"/>
              <a:gd name="connsiteY83929" fmla="*/ 384390 h 2398711"/>
              <a:gd name="connsiteX83930" fmla="*/ 830035 w 2119654"/>
              <a:gd name="connsiteY83930" fmla="*/ 534995 h 2398711"/>
              <a:gd name="connsiteX83931" fmla="*/ 830130 w 2119654"/>
              <a:gd name="connsiteY83931" fmla="*/ 535873 h 2398711"/>
              <a:gd name="connsiteX83932" fmla="*/ 830881 w 2119654"/>
              <a:gd name="connsiteY83932" fmla="*/ 536436 h 2398711"/>
              <a:gd name="connsiteX83933" fmla="*/ 830742 w 2119654"/>
              <a:gd name="connsiteY83933" fmla="*/ 536111 h 2398711"/>
              <a:gd name="connsiteX83934" fmla="*/ 889736 w 2119654"/>
              <a:gd name="connsiteY83934" fmla="*/ 401147 h 2398711"/>
              <a:gd name="connsiteX83935" fmla="*/ 889164 w 2119654"/>
              <a:gd name="connsiteY83935" fmla="*/ 402515 h 2398711"/>
              <a:gd name="connsiteX83936" fmla="*/ 895172 w 2119654"/>
              <a:gd name="connsiteY83936" fmla="*/ 405987 h 2398711"/>
              <a:gd name="connsiteX83937" fmla="*/ 889869 w 2119654"/>
              <a:gd name="connsiteY83937" fmla="*/ 400831 h 2398711"/>
              <a:gd name="connsiteX83938" fmla="*/ 896560 w 2119654"/>
              <a:gd name="connsiteY83938" fmla="*/ 406788 h 2398711"/>
              <a:gd name="connsiteX83939" fmla="*/ 897075 w 2119654"/>
              <a:gd name="connsiteY83939" fmla="*/ 407086 h 2398711"/>
              <a:gd name="connsiteX83940" fmla="*/ 898175 w 2119654"/>
              <a:gd name="connsiteY83940" fmla="*/ 404460 h 2398711"/>
              <a:gd name="connsiteX83941" fmla="*/ 892041 w 2119654"/>
              <a:gd name="connsiteY83941" fmla="*/ 397877 h 2398711"/>
              <a:gd name="connsiteX83942" fmla="*/ 891395 w 2119654"/>
              <a:gd name="connsiteY83942" fmla="*/ 397183 h 2398711"/>
              <a:gd name="connsiteX83943" fmla="*/ 890176 w 2119654"/>
              <a:gd name="connsiteY83943" fmla="*/ 400095 h 2398711"/>
              <a:gd name="connsiteX83944" fmla="*/ 891938 w 2119654"/>
              <a:gd name="connsiteY83944" fmla="*/ 397765 h 2398711"/>
              <a:gd name="connsiteX83945" fmla="*/ 860442 w 2119654"/>
              <a:gd name="connsiteY83945" fmla="*/ 466390 h 2398711"/>
              <a:gd name="connsiteX83946" fmla="*/ 861158 w 2119654"/>
              <a:gd name="connsiteY83946" fmla="*/ 469988 h 2398711"/>
              <a:gd name="connsiteX83947" fmla="*/ 862118 w 2119654"/>
              <a:gd name="connsiteY83947" fmla="*/ 467606 h 2398711"/>
              <a:gd name="connsiteX83948" fmla="*/ 892823 w 2119654"/>
              <a:gd name="connsiteY83948" fmla="*/ 393773 h 2398711"/>
              <a:gd name="connsiteX83949" fmla="*/ 891581 w 2119654"/>
              <a:gd name="connsiteY83949" fmla="*/ 396739 h 2398711"/>
              <a:gd name="connsiteX83950" fmla="*/ 892206 w 2119654"/>
              <a:gd name="connsiteY83950" fmla="*/ 397411 h 2398711"/>
              <a:gd name="connsiteX83951" fmla="*/ 893869 w 2119654"/>
              <a:gd name="connsiteY83951" fmla="*/ 395210 h 2398711"/>
              <a:gd name="connsiteX83952" fmla="*/ 893854 w 2119654"/>
              <a:gd name="connsiteY83952" fmla="*/ 395188 h 2398711"/>
              <a:gd name="connsiteX83953" fmla="*/ 948395 w 2119654"/>
              <a:gd name="connsiteY83953" fmla="*/ 269187 h 2398711"/>
              <a:gd name="connsiteX83954" fmla="*/ 946533 w 2119654"/>
              <a:gd name="connsiteY83954" fmla="*/ 276844 h 2398711"/>
              <a:gd name="connsiteX83955" fmla="*/ 951448 w 2119654"/>
              <a:gd name="connsiteY83955" fmla="*/ 281696 h 2398711"/>
              <a:gd name="connsiteX83956" fmla="*/ 956063 w 2119654"/>
              <a:gd name="connsiteY83956" fmla="*/ 274525 h 2398711"/>
              <a:gd name="connsiteX83957" fmla="*/ 894511 w 2119654"/>
              <a:gd name="connsiteY83957" fmla="*/ 389741 h 2398711"/>
              <a:gd name="connsiteX83958" fmla="*/ 892881 w 2119654"/>
              <a:gd name="connsiteY83958" fmla="*/ 393633 h 2398711"/>
              <a:gd name="connsiteX83959" fmla="*/ 893951 w 2119654"/>
              <a:gd name="connsiteY83959" fmla="*/ 395101 h 2398711"/>
              <a:gd name="connsiteX83960" fmla="*/ 895883 w 2119654"/>
              <a:gd name="connsiteY83960" fmla="*/ 392545 h 2398711"/>
              <a:gd name="connsiteX83961" fmla="*/ 895210 w 2119654"/>
              <a:gd name="connsiteY83961" fmla="*/ 390945 h 2398711"/>
              <a:gd name="connsiteX83962" fmla="*/ 895452 w 2119654"/>
              <a:gd name="connsiteY83962" fmla="*/ 387488 h 2398711"/>
              <a:gd name="connsiteX83963" fmla="*/ 894987 w 2119654"/>
              <a:gd name="connsiteY83963" fmla="*/ 388599 h 2398711"/>
              <a:gd name="connsiteX83964" fmla="*/ 896373 w 2119654"/>
              <a:gd name="connsiteY83964" fmla="*/ 391896 h 2398711"/>
              <a:gd name="connsiteX83965" fmla="*/ 897261 w 2119654"/>
              <a:gd name="connsiteY83965" fmla="*/ 390723 h 2398711"/>
              <a:gd name="connsiteX83966" fmla="*/ 888886 w 2119654"/>
              <a:gd name="connsiteY83966" fmla="*/ 402169 h 2398711"/>
              <a:gd name="connsiteX83967" fmla="*/ 888954 w 2119654"/>
              <a:gd name="connsiteY83967" fmla="*/ 402299 h 2398711"/>
              <a:gd name="connsiteX83968" fmla="*/ 889170 w 2119654"/>
              <a:gd name="connsiteY83968" fmla="*/ 401782 h 2398711"/>
              <a:gd name="connsiteX83969" fmla="*/ 323017 w 2119654"/>
              <a:gd name="connsiteY83969" fmla="*/ 1669211 h 2398711"/>
              <a:gd name="connsiteX83970" fmla="*/ 324366 w 2119654"/>
              <a:gd name="connsiteY83970" fmla="*/ 1669582 h 2398711"/>
              <a:gd name="connsiteX83971" fmla="*/ 323719 w 2119654"/>
              <a:gd name="connsiteY83971" fmla="*/ 1669241 h 2398711"/>
              <a:gd name="connsiteX83972" fmla="*/ 896233 w 2119654"/>
              <a:gd name="connsiteY83972" fmla="*/ 385623 h 2398711"/>
              <a:gd name="connsiteX83973" fmla="*/ 895725 w 2119654"/>
              <a:gd name="connsiteY83973" fmla="*/ 386837 h 2398711"/>
              <a:gd name="connsiteX83974" fmla="*/ 897626 w 2119654"/>
              <a:gd name="connsiteY83974" fmla="*/ 390239 h 2398711"/>
              <a:gd name="connsiteX83975" fmla="*/ 899139 w 2119654"/>
              <a:gd name="connsiteY83975" fmla="*/ 388238 h 2398711"/>
              <a:gd name="connsiteX83976" fmla="*/ 898844 w 2119654"/>
              <a:gd name="connsiteY83976" fmla="*/ 387439 h 2398711"/>
              <a:gd name="connsiteX83977" fmla="*/ 336440 w 2119654"/>
              <a:gd name="connsiteY83977" fmla="*/ 1638625 h 2398711"/>
              <a:gd name="connsiteX83978" fmla="*/ 337572 w 2119654"/>
              <a:gd name="connsiteY83978" fmla="*/ 1639831 h 2398711"/>
              <a:gd name="connsiteX83979" fmla="*/ 340146 w 2119654"/>
              <a:gd name="connsiteY83979" fmla="*/ 1640962 h 2398711"/>
              <a:gd name="connsiteX83980" fmla="*/ 338523 w 2119654"/>
              <a:gd name="connsiteY83980" fmla="*/ 1639267 h 2398711"/>
              <a:gd name="connsiteX83981" fmla="*/ 353013 w 2119654"/>
              <a:gd name="connsiteY83981" fmla="*/ 1601443 h 2398711"/>
              <a:gd name="connsiteX83982" fmla="*/ 353013 w 2119654"/>
              <a:gd name="connsiteY83982" fmla="*/ 1601454 h 2398711"/>
              <a:gd name="connsiteX83983" fmla="*/ 353685 w 2119654"/>
              <a:gd name="connsiteY83983" fmla="*/ 1601988 h 2398711"/>
              <a:gd name="connsiteX83984" fmla="*/ 355513 w 2119654"/>
              <a:gd name="connsiteY83984" fmla="*/ 1602284 h 2398711"/>
              <a:gd name="connsiteX83985" fmla="*/ 355069 w 2119654"/>
              <a:gd name="connsiteY83985" fmla="*/ 1601969 h 2398711"/>
              <a:gd name="connsiteX83986" fmla="*/ 832250 w 2119654"/>
              <a:gd name="connsiteY83986" fmla="*/ 528206 h 2398711"/>
              <a:gd name="connsiteX83987" fmla="*/ 833482 w 2119654"/>
              <a:gd name="connsiteY83987" fmla="*/ 530643 h 2398711"/>
              <a:gd name="connsiteX83988" fmla="*/ 833956 w 2119654"/>
              <a:gd name="connsiteY83988" fmla="*/ 529092 h 2398711"/>
              <a:gd name="connsiteX83989" fmla="*/ 833148 w 2119654"/>
              <a:gd name="connsiteY83989" fmla="*/ 528665 h 2398711"/>
              <a:gd name="connsiteX83990" fmla="*/ 918515 w 2119654"/>
              <a:gd name="connsiteY83990" fmla="*/ 334893 h 2398711"/>
              <a:gd name="connsiteX83991" fmla="*/ 923416 w 2119654"/>
              <a:gd name="connsiteY83991" fmla="*/ 340705 h 2398711"/>
              <a:gd name="connsiteX83992" fmla="*/ 922129 w 2119654"/>
              <a:gd name="connsiteY83992" fmla="*/ 330098 h 2398711"/>
              <a:gd name="connsiteX83993" fmla="*/ 921755 w 2119654"/>
              <a:gd name="connsiteY83993" fmla="*/ 329705 h 2398711"/>
              <a:gd name="connsiteX83994" fmla="*/ 871197 w 2119654"/>
              <a:gd name="connsiteY83994" fmla="*/ 440700 h 2398711"/>
              <a:gd name="connsiteX83995" fmla="*/ 871576 w 2119654"/>
              <a:gd name="connsiteY83995" fmla="*/ 441682 h 2398711"/>
              <a:gd name="connsiteX83996" fmla="*/ 871704 w 2119654"/>
              <a:gd name="connsiteY83996" fmla="*/ 441205 h 2398711"/>
              <a:gd name="connsiteX83997" fmla="*/ 832461 w 2119654"/>
              <a:gd name="connsiteY83997" fmla="*/ 527002 h 2398711"/>
              <a:gd name="connsiteX83998" fmla="*/ 832173 w 2119654"/>
              <a:gd name="connsiteY83998" fmla="*/ 527822 h 2398711"/>
              <a:gd name="connsiteX83999" fmla="*/ 834052 w 2119654"/>
              <a:gd name="connsiteY83999" fmla="*/ 528781 h 2398711"/>
              <a:gd name="connsiteX84000" fmla="*/ 834254 w 2119654"/>
              <a:gd name="connsiteY84000" fmla="*/ 528120 h 2398711"/>
              <a:gd name="connsiteX84001" fmla="*/ 878972 w 2119654"/>
              <a:gd name="connsiteY84001" fmla="*/ 422664 h 2398711"/>
              <a:gd name="connsiteX84002" fmla="*/ 877711 w 2119654"/>
              <a:gd name="connsiteY84002" fmla="*/ 427344 h 2398711"/>
              <a:gd name="connsiteX84003" fmla="*/ 877187 w 2119654"/>
              <a:gd name="connsiteY84003" fmla="*/ 430408 h 2398711"/>
              <a:gd name="connsiteX84004" fmla="*/ 879841 w 2119654"/>
              <a:gd name="connsiteY84004" fmla="*/ 424066 h 2398711"/>
              <a:gd name="connsiteX84005" fmla="*/ 917224 w 2119654"/>
              <a:gd name="connsiteY84005" fmla="*/ 336959 h 2398711"/>
              <a:gd name="connsiteX84006" fmla="*/ 922025 w 2119654"/>
              <a:gd name="connsiteY84006" fmla="*/ 342688 h 2398711"/>
              <a:gd name="connsiteX84007" fmla="*/ 922747 w 2119654"/>
              <a:gd name="connsiteY84007" fmla="*/ 343571 h 2398711"/>
              <a:gd name="connsiteX84008" fmla="*/ 923174 w 2119654"/>
              <a:gd name="connsiteY84008" fmla="*/ 341812 h 2398711"/>
              <a:gd name="connsiteX84009" fmla="*/ 918015 w 2119654"/>
              <a:gd name="connsiteY84009" fmla="*/ 335693 h 2398711"/>
              <a:gd name="connsiteX84010" fmla="*/ 322821 w 2119654"/>
              <a:gd name="connsiteY84010" fmla="*/ 1667845 h 2398711"/>
              <a:gd name="connsiteX84011" fmla="*/ 324804 w 2119654"/>
              <a:gd name="connsiteY84011" fmla="*/ 1668887 h 2398711"/>
              <a:gd name="connsiteX84012" fmla="*/ 326890 w 2119654"/>
              <a:gd name="connsiteY84012" fmla="*/ 1668977 h 2398711"/>
              <a:gd name="connsiteX84013" fmla="*/ 324822 w 2119654"/>
              <a:gd name="connsiteY84013" fmla="*/ 1668425 h 2398711"/>
              <a:gd name="connsiteX84014" fmla="*/ 833205 w 2119654"/>
              <a:gd name="connsiteY84014" fmla="*/ 524888 h 2398711"/>
              <a:gd name="connsiteX84015" fmla="*/ 832539 w 2119654"/>
              <a:gd name="connsiteY84015" fmla="*/ 526779 h 2398711"/>
              <a:gd name="connsiteX84016" fmla="*/ 834324 w 2119654"/>
              <a:gd name="connsiteY84016" fmla="*/ 527892 h 2398711"/>
              <a:gd name="connsiteX84017" fmla="*/ 834660 w 2119654"/>
              <a:gd name="connsiteY84017" fmla="*/ 526792 h 2398711"/>
              <a:gd name="connsiteX84018" fmla="*/ 833489 w 2119654"/>
              <a:gd name="connsiteY84018" fmla="*/ 525100 h 2398711"/>
              <a:gd name="connsiteX84019" fmla="*/ 335710 w 2119654"/>
              <a:gd name="connsiteY84019" fmla="*/ 1637848 h 2398711"/>
              <a:gd name="connsiteX84020" fmla="*/ 335841 w 2119654"/>
              <a:gd name="connsiteY84020" fmla="*/ 1637988 h 2398711"/>
              <a:gd name="connsiteX84021" fmla="*/ 337907 w 2119654"/>
              <a:gd name="connsiteY84021" fmla="*/ 1638624 h 2398711"/>
              <a:gd name="connsiteX84022" fmla="*/ 337846 w 2119654"/>
              <a:gd name="connsiteY84022" fmla="*/ 1638560 h 2398711"/>
              <a:gd name="connsiteX84023" fmla="*/ 341848 w 2119654"/>
              <a:gd name="connsiteY84023" fmla="*/ 1623978 h 2398711"/>
              <a:gd name="connsiteX84024" fmla="*/ 342040 w 2119654"/>
              <a:gd name="connsiteY84024" fmla="*/ 1624101 h 2398711"/>
              <a:gd name="connsiteX84025" fmla="*/ 341941 w 2119654"/>
              <a:gd name="connsiteY84025" fmla="*/ 1623995 h 2398711"/>
              <a:gd name="connsiteX84026" fmla="*/ 943770 w 2119654"/>
              <a:gd name="connsiteY84026" fmla="*/ 276051 h 2398711"/>
              <a:gd name="connsiteX84027" fmla="*/ 945407 w 2119654"/>
              <a:gd name="connsiteY84027" fmla="*/ 279900 h 2398711"/>
              <a:gd name="connsiteX84028" fmla="*/ 945696 w 2119654"/>
              <a:gd name="connsiteY84028" fmla="*/ 278711 h 2398711"/>
              <a:gd name="connsiteX84029" fmla="*/ 945127 w 2119654"/>
              <a:gd name="connsiteY84029" fmla="*/ 277501 h 2398711"/>
              <a:gd name="connsiteX84030" fmla="*/ 314266 w 2119654"/>
              <a:gd name="connsiteY84030" fmla="*/ 1685518 h 2398711"/>
              <a:gd name="connsiteX84031" fmla="*/ 315129 w 2119654"/>
              <a:gd name="connsiteY84031" fmla="*/ 1686623 h 2398711"/>
              <a:gd name="connsiteX84032" fmla="*/ 315411 w 2119654"/>
              <a:gd name="connsiteY84032" fmla="*/ 1686649 h 2398711"/>
              <a:gd name="connsiteX84033" fmla="*/ 913474 w 2119654"/>
              <a:gd name="connsiteY84033" fmla="*/ 343711 h 2398711"/>
              <a:gd name="connsiteX84034" fmla="*/ 912959 w 2119654"/>
              <a:gd name="connsiteY84034" fmla="*/ 348571 h 2398711"/>
              <a:gd name="connsiteX84035" fmla="*/ 912938 w 2119654"/>
              <a:gd name="connsiteY84035" fmla="*/ 348795 h 2398711"/>
              <a:gd name="connsiteX84036" fmla="*/ 919029 w 2119654"/>
              <a:gd name="connsiteY84036" fmla="*/ 355221 h 2398711"/>
              <a:gd name="connsiteX84037" fmla="*/ 920409 w 2119654"/>
              <a:gd name="connsiteY84037" fmla="*/ 352048 h 2398711"/>
              <a:gd name="connsiteX84038" fmla="*/ 282004 w 2119654"/>
              <a:gd name="connsiteY84038" fmla="*/ 1757522 h 2398711"/>
              <a:gd name="connsiteX84039" fmla="*/ 285265 w 2119654"/>
              <a:gd name="connsiteY84039" fmla="*/ 1759648 h 2398711"/>
              <a:gd name="connsiteX84040" fmla="*/ 306632 w 2119654"/>
              <a:gd name="connsiteY84040" fmla="*/ 1772393 h 2398711"/>
              <a:gd name="connsiteX84041" fmla="*/ 309028 w 2119654"/>
              <a:gd name="connsiteY84041" fmla="*/ 1772496 h 2398711"/>
              <a:gd name="connsiteX84042" fmla="*/ 314723 w 2119654"/>
              <a:gd name="connsiteY84042" fmla="*/ 1762611 h 2398711"/>
              <a:gd name="connsiteX84043" fmla="*/ 313163 w 2119654"/>
              <a:gd name="connsiteY84043" fmla="*/ 1761709 h 2398711"/>
              <a:gd name="connsiteX84044" fmla="*/ 869170 w 2119654"/>
              <a:gd name="connsiteY84044" fmla="*/ 442628 h 2398711"/>
              <a:gd name="connsiteX84045" fmla="*/ 869821 w 2119654"/>
              <a:gd name="connsiteY84045" fmla="*/ 443748 h 2398711"/>
              <a:gd name="connsiteX84046" fmla="*/ 869824 w 2119654"/>
              <a:gd name="connsiteY84046" fmla="*/ 443748 h 2398711"/>
              <a:gd name="connsiteX84047" fmla="*/ 869527 w 2119654"/>
              <a:gd name="connsiteY84047" fmla="*/ 442770 h 2398711"/>
              <a:gd name="connsiteX84048" fmla="*/ 870624 w 2119654"/>
              <a:gd name="connsiteY84048" fmla="*/ 439211 h 2398711"/>
              <a:gd name="connsiteX84049" fmla="*/ 870644 w 2119654"/>
              <a:gd name="connsiteY84049" fmla="*/ 439262 h 2398711"/>
              <a:gd name="connsiteX84050" fmla="*/ 871892 w 2119654"/>
              <a:gd name="connsiteY84050" fmla="*/ 440510 h 2398711"/>
              <a:gd name="connsiteX84051" fmla="*/ 871908 w 2119654"/>
              <a:gd name="connsiteY84051" fmla="*/ 440448 h 2398711"/>
              <a:gd name="connsiteX84052" fmla="*/ 913569 w 2119654"/>
              <a:gd name="connsiteY84052" fmla="*/ 342811 h 2398711"/>
              <a:gd name="connsiteX84053" fmla="*/ 913543 w 2119654"/>
              <a:gd name="connsiteY84053" fmla="*/ 343059 h 2398711"/>
              <a:gd name="connsiteX84054" fmla="*/ 914159 w 2119654"/>
              <a:gd name="connsiteY84054" fmla="*/ 343780 h 2398711"/>
              <a:gd name="connsiteX84055" fmla="*/ 920624 w 2119654"/>
              <a:gd name="connsiteY84055" fmla="*/ 351553 h 2398711"/>
              <a:gd name="connsiteX84056" fmla="*/ 921035 w 2119654"/>
              <a:gd name="connsiteY84056" fmla="*/ 350605 h 2398711"/>
              <a:gd name="connsiteX84057" fmla="*/ 922604 w 2119654"/>
              <a:gd name="connsiteY84057" fmla="*/ 344156 h 2398711"/>
              <a:gd name="connsiteX84058" fmla="*/ 917011 w 2119654"/>
              <a:gd name="connsiteY84058" fmla="*/ 337300 h 2398711"/>
              <a:gd name="connsiteX84059" fmla="*/ 840929 w 2119654"/>
              <a:gd name="connsiteY84059" fmla="*/ 505380 h 2398711"/>
              <a:gd name="connsiteX84060" fmla="*/ 840461 w 2119654"/>
              <a:gd name="connsiteY84060" fmla="*/ 506561 h 2398711"/>
              <a:gd name="connsiteX84061" fmla="*/ 840803 w 2119654"/>
              <a:gd name="connsiteY84061" fmla="*/ 506893 h 2398711"/>
              <a:gd name="connsiteX84062" fmla="*/ 831265 w 2119654"/>
              <a:gd name="connsiteY84062" fmla="*/ 526256 h 2398711"/>
              <a:gd name="connsiteX84063" fmla="*/ 831850 w 2119654"/>
              <a:gd name="connsiteY84063" fmla="*/ 527417 h 2398711"/>
              <a:gd name="connsiteX84064" fmla="*/ 832103 w 2119654"/>
              <a:gd name="connsiteY84064" fmla="*/ 526780 h 2398711"/>
              <a:gd name="connsiteX84065" fmla="*/ 887720 w 2119654"/>
              <a:gd name="connsiteY84065" fmla="*/ 399353 h 2398711"/>
              <a:gd name="connsiteX84066" fmla="*/ 887741 w 2119654"/>
              <a:gd name="connsiteY84066" fmla="*/ 399950 h 2398711"/>
              <a:gd name="connsiteX84067" fmla="*/ 888774 w 2119654"/>
              <a:gd name="connsiteY84067" fmla="*/ 401950 h 2398711"/>
              <a:gd name="connsiteX84068" fmla="*/ 889504 w 2119654"/>
              <a:gd name="connsiteY84068" fmla="*/ 400984 h 2398711"/>
              <a:gd name="connsiteX84069" fmla="*/ 889517 w 2119654"/>
              <a:gd name="connsiteY84069" fmla="*/ 400953 h 2398711"/>
              <a:gd name="connsiteX84070" fmla="*/ 911447 w 2119654"/>
              <a:gd name="connsiteY84070" fmla="*/ 346209 h 2398711"/>
              <a:gd name="connsiteX84071" fmla="*/ 912110 w 2119654"/>
              <a:gd name="connsiteY84071" fmla="*/ 347920 h 2398711"/>
              <a:gd name="connsiteX84072" fmla="*/ 912773 w 2119654"/>
              <a:gd name="connsiteY84072" fmla="*/ 348619 h 2398711"/>
              <a:gd name="connsiteX84073" fmla="*/ 913312 w 2119654"/>
              <a:gd name="connsiteY84073" fmla="*/ 343517 h 2398711"/>
              <a:gd name="connsiteX84074" fmla="*/ 913207 w 2119654"/>
              <a:gd name="connsiteY84074" fmla="*/ 343390 h 2398711"/>
              <a:gd name="connsiteX84075" fmla="*/ 859613 w 2119654"/>
              <a:gd name="connsiteY84075" fmla="*/ 462234 h 2398711"/>
              <a:gd name="connsiteX84076" fmla="*/ 860008 w 2119654"/>
              <a:gd name="connsiteY84076" fmla="*/ 464213 h 2398711"/>
              <a:gd name="connsiteX84077" fmla="*/ 862955 w 2119654"/>
              <a:gd name="connsiteY84077" fmla="*/ 465529 h 2398711"/>
              <a:gd name="connsiteX84078" fmla="*/ 863108 w 2119654"/>
              <a:gd name="connsiteY84078" fmla="*/ 465149 h 2398711"/>
              <a:gd name="connsiteX84079" fmla="*/ 894292 w 2119654"/>
              <a:gd name="connsiteY84079" fmla="*/ 384271 h 2398711"/>
              <a:gd name="connsiteX84080" fmla="*/ 895553 w 2119654"/>
              <a:gd name="connsiteY84080" fmla="*/ 386530 h 2398711"/>
              <a:gd name="connsiteX84081" fmla="*/ 896001 w 2119654"/>
              <a:gd name="connsiteY84081" fmla="*/ 385461 h 2398711"/>
              <a:gd name="connsiteX84082" fmla="*/ 353747 w 2119654"/>
              <a:gd name="connsiteY84082" fmla="*/ 1594641 h 2398711"/>
              <a:gd name="connsiteX84083" fmla="*/ 353398 w 2119654"/>
              <a:gd name="connsiteY84083" fmla="*/ 1597873 h 2398711"/>
              <a:gd name="connsiteX84084" fmla="*/ 356427 w 2119654"/>
              <a:gd name="connsiteY84084" fmla="*/ 1599499 h 2398711"/>
              <a:gd name="connsiteX84085" fmla="*/ 356845 w 2119654"/>
              <a:gd name="connsiteY84085" fmla="*/ 1599684 h 2398711"/>
              <a:gd name="connsiteX84086" fmla="*/ 358977 w 2119654"/>
              <a:gd name="connsiteY84086" fmla="*/ 1599989 h 2398711"/>
              <a:gd name="connsiteX84087" fmla="*/ 356903 w 2119654"/>
              <a:gd name="connsiteY84087" fmla="*/ 1597238 h 2398711"/>
              <a:gd name="connsiteX84088" fmla="*/ 320486 w 2119654"/>
              <a:gd name="connsiteY84088" fmla="*/ 1669102 h 2398711"/>
              <a:gd name="connsiteX84089" fmla="*/ 331066 w 2119654"/>
              <a:gd name="connsiteY84089" fmla="*/ 1677603 h 2398711"/>
              <a:gd name="connsiteX84090" fmla="*/ 336695 w 2119654"/>
              <a:gd name="connsiteY84090" fmla="*/ 1681932 h 2398711"/>
              <a:gd name="connsiteX84091" fmla="*/ 340683 w 2119654"/>
              <a:gd name="connsiteY84091" fmla="*/ 1682476 h 2398711"/>
              <a:gd name="connsiteX84092" fmla="*/ 342596 w 2119654"/>
              <a:gd name="connsiteY84092" fmla="*/ 1682525 h 2398711"/>
              <a:gd name="connsiteX84093" fmla="*/ 343333 w 2119654"/>
              <a:gd name="connsiteY84093" fmla="*/ 1679554 h 2398711"/>
              <a:gd name="connsiteX84094" fmla="*/ 325595 w 2119654"/>
              <a:gd name="connsiteY84094" fmla="*/ 1670228 h 2398711"/>
              <a:gd name="connsiteX84095" fmla="*/ 321682 w 2119654"/>
              <a:gd name="connsiteY84095" fmla="*/ 1669154 h 2398711"/>
              <a:gd name="connsiteX84096" fmla="*/ 881956 w 2119654"/>
              <a:gd name="connsiteY84096" fmla="*/ 411597 h 2398711"/>
              <a:gd name="connsiteX84097" fmla="*/ 881054 w 2119654"/>
              <a:gd name="connsiteY84097" fmla="*/ 414946 h 2398711"/>
              <a:gd name="connsiteX84098" fmla="*/ 882814 w 2119654"/>
              <a:gd name="connsiteY84098" fmla="*/ 416967 h 2398711"/>
              <a:gd name="connsiteX84099" fmla="*/ 883277 w 2119654"/>
              <a:gd name="connsiteY84099" fmla="*/ 415860 h 2398711"/>
              <a:gd name="connsiteX84100" fmla="*/ 883073 w 2119654"/>
              <a:gd name="connsiteY84100" fmla="*/ 410077 h 2398711"/>
              <a:gd name="connsiteX84101" fmla="*/ 273175 w 2119654"/>
              <a:gd name="connsiteY84101" fmla="*/ 1774349 h 2398711"/>
              <a:gd name="connsiteX84102" fmla="*/ 277999 w 2119654"/>
              <a:gd name="connsiteY84102" fmla="*/ 1778065 h 2398711"/>
              <a:gd name="connsiteX84103" fmla="*/ 288761 w 2119654"/>
              <a:gd name="connsiteY84103" fmla="*/ 1781481 h 2398711"/>
              <a:gd name="connsiteX84104" fmla="*/ 298112 w 2119654"/>
              <a:gd name="connsiteY84104" fmla="*/ 1783255 h 2398711"/>
              <a:gd name="connsiteX84105" fmla="*/ 293342 w 2119654"/>
              <a:gd name="connsiteY84105" fmla="*/ 1781609 h 2398711"/>
              <a:gd name="connsiteX84106" fmla="*/ 290029 w 2119654"/>
              <a:gd name="connsiteY84106" fmla="*/ 1780416 h 2398711"/>
              <a:gd name="connsiteX84107" fmla="*/ 288091 w 2119654"/>
              <a:gd name="connsiteY84107" fmla="*/ 1780685 h 2398711"/>
              <a:gd name="connsiteX84108" fmla="*/ 287671 w 2119654"/>
              <a:gd name="connsiteY84108" fmla="*/ 1780438 h 2398711"/>
              <a:gd name="connsiteX84109" fmla="*/ 289419 w 2119654"/>
              <a:gd name="connsiteY84109" fmla="*/ 1780197 h 2398711"/>
              <a:gd name="connsiteX84110" fmla="*/ 301632 w 2119654"/>
              <a:gd name="connsiteY84110" fmla="*/ 1710246 h 2398711"/>
              <a:gd name="connsiteX84111" fmla="*/ 321259 w 2119654"/>
              <a:gd name="connsiteY84111" fmla="*/ 1719834 h 2398711"/>
              <a:gd name="connsiteX84112" fmla="*/ 322772 w 2119654"/>
              <a:gd name="connsiteY84112" fmla="*/ 1720498 h 2398711"/>
              <a:gd name="connsiteX84113" fmla="*/ 316729 w 2119654"/>
              <a:gd name="connsiteY84113" fmla="*/ 1716615 h 2398711"/>
              <a:gd name="connsiteX84114" fmla="*/ 315705 w 2119654"/>
              <a:gd name="connsiteY84114" fmla="*/ 1716494 h 2398711"/>
              <a:gd name="connsiteX84115" fmla="*/ 315445 w 2119654"/>
              <a:gd name="connsiteY84115" fmla="*/ 1716182 h 2398711"/>
              <a:gd name="connsiteX84116" fmla="*/ 316192 w 2119654"/>
              <a:gd name="connsiteY84116" fmla="*/ 1716270 h 2398711"/>
              <a:gd name="connsiteX84117" fmla="*/ 309759 w 2119654"/>
              <a:gd name="connsiteY84117" fmla="*/ 1712136 h 2398711"/>
              <a:gd name="connsiteX84118" fmla="*/ 304645 w 2119654"/>
              <a:gd name="connsiteY84118" fmla="*/ 1710200 h 2398711"/>
              <a:gd name="connsiteX84119" fmla="*/ 334531 w 2119654"/>
              <a:gd name="connsiteY84119" fmla="*/ 1636453 h 2398711"/>
              <a:gd name="connsiteX84120" fmla="*/ 336003 w 2119654"/>
              <a:gd name="connsiteY84120" fmla="*/ 1636941 h 2398711"/>
              <a:gd name="connsiteX84121" fmla="*/ 336293 w 2119654"/>
              <a:gd name="connsiteY84121" fmla="*/ 1636937 h 2398711"/>
              <a:gd name="connsiteX84122" fmla="*/ 336095 w 2119654"/>
              <a:gd name="connsiteY84122" fmla="*/ 1636730 h 2398711"/>
              <a:gd name="connsiteX84123" fmla="*/ 896108 w 2119654"/>
              <a:gd name="connsiteY84123" fmla="*/ 378906 h 2398711"/>
              <a:gd name="connsiteX84124" fmla="*/ 897587 w 2119654"/>
              <a:gd name="connsiteY84124" fmla="*/ 382791 h 2398711"/>
              <a:gd name="connsiteX84125" fmla="*/ 901059 w 2119654"/>
              <a:gd name="connsiteY84125" fmla="*/ 385699 h 2398711"/>
              <a:gd name="connsiteX84126" fmla="*/ 901506 w 2119654"/>
              <a:gd name="connsiteY84126" fmla="*/ 385107 h 2398711"/>
              <a:gd name="connsiteX84127" fmla="*/ 853810 w 2119654"/>
              <a:gd name="connsiteY84127" fmla="*/ 473122 h 2398711"/>
              <a:gd name="connsiteX84128" fmla="*/ 853634 w 2119654"/>
              <a:gd name="connsiteY84128" fmla="*/ 473551 h 2398711"/>
              <a:gd name="connsiteX84129" fmla="*/ 856539 w 2119654"/>
              <a:gd name="connsiteY84129" fmla="*/ 477423 h 2398711"/>
              <a:gd name="connsiteX84130" fmla="*/ 856292 w 2119654"/>
              <a:gd name="connsiteY84130" fmla="*/ 476184 h 2398711"/>
              <a:gd name="connsiteX84131" fmla="*/ 882991 w 2119654"/>
              <a:gd name="connsiteY84131" fmla="*/ 407756 h 2398711"/>
              <a:gd name="connsiteX84132" fmla="*/ 882189 w 2119654"/>
              <a:gd name="connsiteY84132" fmla="*/ 410733 h 2398711"/>
              <a:gd name="connsiteX84133" fmla="*/ 883055 w 2119654"/>
              <a:gd name="connsiteY84133" fmla="*/ 409555 h 2398711"/>
              <a:gd name="connsiteX84134" fmla="*/ 829693 w 2119654"/>
              <a:gd name="connsiteY84134" fmla="*/ 526900 h 2398711"/>
              <a:gd name="connsiteX84135" fmla="*/ 830082 w 2119654"/>
              <a:gd name="connsiteY84135" fmla="*/ 527514 h 2398711"/>
              <a:gd name="connsiteX84136" fmla="*/ 829948 w 2119654"/>
              <a:gd name="connsiteY84136" fmla="*/ 527250 h 2398711"/>
              <a:gd name="connsiteX84137" fmla="*/ 829700 w 2119654"/>
              <a:gd name="connsiteY84137" fmla="*/ 526904 h 2398711"/>
              <a:gd name="connsiteX84138" fmla="*/ 855073 w 2119654"/>
              <a:gd name="connsiteY84138" fmla="*/ 470067 h 2398711"/>
              <a:gd name="connsiteX84139" fmla="*/ 853911 w 2119654"/>
              <a:gd name="connsiteY84139" fmla="*/ 472879 h 2398711"/>
              <a:gd name="connsiteX84140" fmla="*/ 856175 w 2119654"/>
              <a:gd name="connsiteY84140" fmla="*/ 475598 h 2398711"/>
              <a:gd name="connsiteX84141" fmla="*/ 855074 w 2119654"/>
              <a:gd name="connsiteY84141" fmla="*/ 470069 h 2398711"/>
              <a:gd name="connsiteX84142" fmla="*/ 907701 w 2119654"/>
              <a:gd name="connsiteY84142" fmla="*/ 352206 h 2398711"/>
              <a:gd name="connsiteX84143" fmla="*/ 910200 w 2119654"/>
              <a:gd name="connsiteY84143" fmla="*/ 358152 h 2398711"/>
              <a:gd name="connsiteX84144" fmla="*/ 911552 w 2119654"/>
              <a:gd name="connsiteY84144" fmla="*/ 360160 h 2398711"/>
              <a:gd name="connsiteX84145" fmla="*/ 912425 w 2119654"/>
              <a:gd name="connsiteY84145" fmla="*/ 351904 h 2398711"/>
              <a:gd name="connsiteX84146" fmla="*/ 910745 w 2119654"/>
              <a:gd name="connsiteY84146" fmla="*/ 347564 h 2398711"/>
              <a:gd name="connsiteX84147" fmla="*/ 910657 w 2119654"/>
              <a:gd name="connsiteY84147" fmla="*/ 347473 h 2398711"/>
              <a:gd name="connsiteX84148" fmla="*/ 338162 w 2119654"/>
              <a:gd name="connsiteY84148" fmla="*/ 1627340 h 2398711"/>
              <a:gd name="connsiteX84149" fmla="*/ 348314 w 2119654"/>
              <a:gd name="connsiteY84149" fmla="*/ 1633392 h 2398711"/>
              <a:gd name="connsiteX84150" fmla="*/ 348282 w 2119654"/>
              <a:gd name="connsiteY84150" fmla="*/ 1630856 h 2398711"/>
              <a:gd name="connsiteX84151" fmla="*/ 342465 w 2119654"/>
              <a:gd name="connsiteY84151" fmla="*/ 1627142 h 2398711"/>
              <a:gd name="connsiteX84152" fmla="*/ 906977 w 2119654"/>
              <a:gd name="connsiteY84152" fmla="*/ 353365 h 2398711"/>
              <a:gd name="connsiteX84153" fmla="*/ 907487 w 2119654"/>
              <a:gd name="connsiteY84153" fmla="*/ 354122 h 2398711"/>
              <a:gd name="connsiteX84154" fmla="*/ 907092 w 2119654"/>
              <a:gd name="connsiteY84154" fmla="*/ 353181 h 2398711"/>
              <a:gd name="connsiteX84155" fmla="*/ 867997 w 2119654"/>
              <a:gd name="connsiteY84155" fmla="*/ 440609 h 2398711"/>
              <a:gd name="connsiteX84156" fmla="*/ 868564 w 2119654"/>
              <a:gd name="connsiteY84156" fmla="*/ 441584 h 2398711"/>
              <a:gd name="connsiteX84157" fmla="*/ 869251 w 2119654"/>
              <a:gd name="connsiteY84157" fmla="*/ 441857 h 2398711"/>
              <a:gd name="connsiteX84158" fmla="*/ 869087 w 2119654"/>
              <a:gd name="connsiteY84158" fmla="*/ 441316 h 2398711"/>
              <a:gd name="connsiteX84159" fmla="*/ 924737 w 2119654"/>
              <a:gd name="connsiteY84159" fmla="*/ 313422 h 2398711"/>
              <a:gd name="connsiteX84160" fmla="*/ 926693 w 2119654"/>
              <a:gd name="connsiteY84160" fmla="*/ 320171 h 2398711"/>
              <a:gd name="connsiteX84161" fmla="*/ 928309 w 2119654"/>
              <a:gd name="connsiteY84161" fmla="*/ 317660 h 2398711"/>
              <a:gd name="connsiteX84162" fmla="*/ 869621 w 2119654"/>
              <a:gd name="connsiteY84162" fmla="*/ 436608 h 2398711"/>
              <a:gd name="connsiteX84163" fmla="*/ 869705 w 2119654"/>
              <a:gd name="connsiteY84163" fmla="*/ 436827 h 2398711"/>
              <a:gd name="connsiteX84164" fmla="*/ 870496 w 2119654"/>
              <a:gd name="connsiteY84164" fmla="*/ 437530 h 2398711"/>
              <a:gd name="connsiteX84165" fmla="*/ 831988 w 2119654"/>
              <a:gd name="connsiteY84165" fmla="*/ 520522 h 2398711"/>
              <a:gd name="connsiteX84166" fmla="*/ 833982 w 2119654"/>
              <a:gd name="connsiteY84166" fmla="*/ 522054 h 2398711"/>
              <a:gd name="connsiteX84167" fmla="*/ 833990 w 2119654"/>
              <a:gd name="connsiteY84167" fmla="*/ 522032 h 2398711"/>
              <a:gd name="connsiteX84168" fmla="*/ 832319 w 2119654"/>
              <a:gd name="connsiteY84168" fmla="*/ 520057 h 2398711"/>
              <a:gd name="connsiteX84169" fmla="*/ 328397 w 2119654"/>
              <a:gd name="connsiteY84169" fmla="*/ 1647982 h 2398711"/>
              <a:gd name="connsiteX84170" fmla="*/ 329447 w 2119654"/>
              <a:gd name="connsiteY84170" fmla="*/ 1648873 h 2398711"/>
              <a:gd name="connsiteX84171" fmla="*/ 329751 w 2119654"/>
              <a:gd name="connsiteY84171" fmla="*/ 1648882 h 2398711"/>
              <a:gd name="connsiteX84172" fmla="*/ 841444 w 2119654"/>
              <a:gd name="connsiteY84172" fmla="*/ 498984 h 2398711"/>
              <a:gd name="connsiteX84173" fmla="*/ 841463 w 2119654"/>
              <a:gd name="connsiteY84173" fmla="*/ 499022 h 2398711"/>
              <a:gd name="connsiteX84174" fmla="*/ 841466 w 2119654"/>
              <a:gd name="connsiteY84174" fmla="*/ 498995 h 2398711"/>
              <a:gd name="connsiteX84175" fmla="*/ 296030 w 2119654"/>
              <a:gd name="connsiteY84175" fmla="*/ 1720146 h 2398711"/>
              <a:gd name="connsiteX84176" fmla="*/ 311873 w 2119654"/>
              <a:gd name="connsiteY84176" fmla="*/ 1727405 h 2398711"/>
              <a:gd name="connsiteX84177" fmla="*/ 317995 w 2119654"/>
              <a:gd name="connsiteY84177" fmla="*/ 1730112 h 2398711"/>
              <a:gd name="connsiteX84178" fmla="*/ 319871 w 2119654"/>
              <a:gd name="connsiteY84178" fmla="*/ 1730460 h 2398711"/>
              <a:gd name="connsiteX84179" fmla="*/ 326013 w 2119654"/>
              <a:gd name="connsiteY84179" fmla="*/ 1731515 h 2398711"/>
              <a:gd name="connsiteX84180" fmla="*/ 914480 w 2119654"/>
              <a:gd name="connsiteY84180" fmla="*/ 334197 h 2398711"/>
              <a:gd name="connsiteX84181" fmla="*/ 913784 w 2119654"/>
              <a:gd name="connsiteY84181" fmla="*/ 340771 h 2398711"/>
              <a:gd name="connsiteX84182" fmla="*/ 916412 w 2119654"/>
              <a:gd name="connsiteY84182" fmla="*/ 336564 h 2398711"/>
              <a:gd name="connsiteX84183" fmla="*/ 852901 w 2119654"/>
              <a:gd name="connsiteY84183" fmla="*/ 472000 h 2398711"/>
              <a:gd name="connsiteX84184" fmla="*/ 852859 w 2119654"/>
              <a:gd name="connsiteY84184" fmla="*/ 472516 h 2398711"/>
              <a:gd name="connsiteX84185" fmla="*/ 853540 w 2119654"/>
              <a:gd name="connsiteY84185" fmla="*/ 473426 h 2398711"/>
              <a:gd name="connsiteX84186" fmla="*/ 853715 w 2119654"/>
              <a:gd name="connsiteY84186" fmla="*/ 473004 h 2398711"/>
              <a:gd name="connsiteX84187" fmla="*/ 829868 w 2119654"/>
              <a:gd name="connsiteY84187" fmla="*/ 523492 h 2398711"/>
              <a:gd name="connsiteX84188" fmla="*/ 831065 w 2119654"/>
              <a:gd name="connsiteY84188" fmla="*/ 525859 h 2398711"/>
              <a:gd name="connsiteX84189" fmla="*/ 832190 w 2119654"/>
              <a:gd name="connsiteY84189" fmla="*/ 526562 h 2398711"/>
              <a:gd name="connsiteX84190" fmla="*/ 832932 w 2119654"/>
              <a:gd name="connsiteY84190" fmla="*/ 524694 h 2398711"/>
              <a:gd name="connsiteX84191" fmla="*/ 830255 w 2119654"/>
              <a:gd name="connsiteY84191" fmla="*/ 522949 h 2398711"/>
              <a:gd name="connsiteX84192" fmla="*/ 828987 w 2119654"/>
              <a:gd name="connsiteY84192" fmla="*/ 525346 h 2398711"/>
              <a:gd name="connsiteX84193" fmla="*/ 829037 w 2119654"/>
              <a:gd name="connsiteY84193" fmla="*/ 525807 h 2398711"/>
              <a:gd name="connsiteX84194" fmla="*/ 829503 w 2119654"/>
              <a:gd name="connsiteY84194" fmla="*/ 526456 h 2398711"/>
              <a:gd name="connsiteX84195" fmla="*/ 829564 w 2119654"/>
              <a:gd name="connsiteY84195" fmla="*/ 526488 h 2398711"/>
              <a:gd name="connsiteX84196" fmla="*/ 287982 w 2119654"/>
              <a:gd name="connsiteY84196" fmla="*/ 1736579 h 2398711"/>
              <a:gd name="connsiteX84197" fmla="*/ 300240 w 2119654"/>
              <a:gd name="connsiteY84197" fmla="*/ 1747294 h 2398711"/>
              <a:gd name="connsiteX84198" fmla="*/ 309965 w 2119654"/>
              <a:gd name="connsiteY84198" fmla="*/ 1751684 h 2398711"/>
              <a:gd name="connsiteX84199" fmla="*/ 319084 w 2119654"/>
              <a:gd name="connsiteY84199" fmla="*/ 1755043 h 2398711"/>
              <a:gd name="connsiteX84200" fmla="*/ 323860 w 2119654"/>
              <a:gd name="connsiteY84200" fmla="*/ 1746753 h 2398711"/>
              <a:gd name="connsiteX84201" fmla="*/ 892448 w 2119654"/>
              <a:gd name="connsiteY84201" fmla="*/ 382988 h 2398711"/>
              <a:gd name="connsiteX84202" fmla="*/ 894220 w 2119654"/>
              <a:gd name="connsiteY84202" fmla="*/ 386773 h 2398711"/>
              <a:gd name="connsiteX84203" fmla="*/ 894837 w 2119654"/>
              <a:gd name="connsiteY84203" fmla="*/ 388241 h 2398711"/>
              <a:gd name="connsiteX84204" fmla="*/ 895281 w 2119654"/>
              <a:gd name="connsiteY84204" fmla="*/ 387180 h 2398711"/>
              <a:gd name="connsiteX84205" fmla="*/ 893250 w 2119654"/>
              <a:gd name="connsiteY84205" fmla="*/ 383545 h 2398711"/>
              <a:gd name="connsiteX84206" fmla="*/ 861002 w 2119654"/>
              <a:gd name="connsiteY84206" fmla="*/ 453093 h 2398711"/>
              <a:gd name="connsiteX84207" fmla="*/ 865156 w 2119654"/>
              <a:gd name="connsiteY84207" fmla="*/ 460066 h 2398711"/>
              <a:gd name="connsiteX84208" fmla="*/ 865706 w 2119654"/>
              <a:gd name="connsiteY84208" fmla="*/ 458700 h 2398711"/>
              <a:gd name="connsiteX84209" fmla="*/ 864851 w 2119654"/>
              <a:gd name="connsiteY84209" fmla="*/ 454811 h 2398711"/>
              <a:gd name="connsiteX84210" fmla="*/ 901923 w 2119654"/>
              <a:gd name="connsiteY84210" fmla="*/ 361458 h 2398711"/>
              <a:gd name="connsiteX84211" fmla="*/ 910783 w 2119654"/>
              <a:gd name="connsiteY84211" fmla="*/ 367811 h 2398711"/>
              <a:gd name="connsiteX84212" fmla="*/ 911057 w 2119654"/>
              <a:gd name="connsiteY84212" fmla="*/ 364835 h 2398711"/>
              <a:gd name="connsiteX84213" fmla="*/ 911219 w 2119654"/>
              <a:gd name="connsiteY84213" fmla="*/ 363305 h 2398711"/>
              <a:gd name="connsiteX84214" fmla="*/ 906709 w 2119654"/>
              <a:gd name="connsiteY84214" fmla="*/ 359633 h 2398711"/>
              <a:gd name="connsiteX84215" fmla="*/ 906884 w 2119654"/>
              <a:gd name="connsiteY84215" fmla="*/ 359634 h 2398711"/>
              <a:gd name="connsiteX84216" fmla="*/ 911232 w 2119654"/>
              <a:gd name="connsiteY84216" fmla="*/ 363179 h 2398711"/>
              <a:gd name="connsiteX84217" fmla="*/ 911244 w 2119654"/>
              <a:gd name="connsiteY84217" fmla="*/ 363065 h 2398711"/>
              <a:gd name="connsiteX84218" fmla="*/ 908944 w 2119654"/>
              <a:gd name="connsiteY84218" fmla="*/ 357590 h 2398711"/>
              <a:gd name="connsiteX84219" fmla="*/ 906634 w 2119654"/>
              <a:gd name="connsiteY84219" fmla="*/ 353915 h 2398711"/>
              <a:gd name="connsiteX84220" fmla="*/ 295338 w 2119654"/>
              <a:gd name="connsiteY84220" fmla="*/ 1719500 h 2398711"/>
              <a:gd name="connsiteX84221" fmla="*/ 329486 w 2119654"/>
              <a:gd name="connsiteY84221" fmla="*/ 1732111 h 2398711"/>
              <a:gd name="connsiteX84222" fmla="*/ 330266 w 2119654"/>
              <a:gd name="connsiteY84222" fmla="*/ 1732244 h 2398711"/>
              <a:gd name="connsiteX84223" fmla="*/ 331038 w 2119654"/>
              <a:gd name="connsiteY84223" fmla="*/ 1729132 h 2398711"/>
              <a:gd name="connsiteX84224" fmla="*/ 322365 w 2119654"/>
              <a:gd name="connsiteY84224" fmla="*/ 1725529 h 2398711"/>
              <a:gd name="connsiteX84225" fmla="*/ 319653 w 2119654"/>
              <a:gd name="connsiteY84225" fmla="*/ 1724359 h 2398711"/>
              <a:gd name="connsiteX84226" fmla="*/ 865964 w 2119654"/>
              <a:gd name="connsiteY84226" fmla="*/ 441354 h 2398711"/>
              <a:gd name="connsiteX84227" fmla="*/ 866561 w 2119654"/>
              <a:gd name="connsiteY84227" fmla="*/ 442921 h 2398711"/>
              <a:gd name="connsiteX84228" fmla="*/ 869618 w 2119654"/>
              <a:gd name="connsiteY84228" fmla="*/ 448944 h 2398711"/>
              <a:gd name="connsiteX84229" fmla="*/ 870456 w 2119654"/>
              <a:gd name="connsiteY84229" fmla="*/ 445833 h 2398711"/>
              <a:gd name="connsiteX84230" fmla="*/ 870280 w 2119654"/>
              <a:gd name="connsiteY84230" fmla="*/ 445254 h 2398711"/>
              <a:gd name="connsiteX84231" fmla="*/ 868630 w 2119654"/>
              <a:gd name="connsiteY84231" fmla="*/ 442413 h 2398711"/>
              <a:gd name="connsiteX84232" fmla="*/ 271278 w 2119654"/>
              <a:gd name="connsiteY84232" fmla="*/ 1772887 h 2398711"/>
              <a:gd name="connsiteX84233" fmla="*/ 272692 w 2119654"/>
              <a:gd name="connsiteY84233" fmla="*/ 1773976 h 2398711"/>
              <a:gd name="connsiteX84234" fmla="*/ 277379 w 2119654"/>
              <a:gd name="connsiteY84234" fmla="*/ 1775663 h 2398711"/>
              <a:gd name="connsiteX84235" fmla="*/ 290207 w 2119654"/>
              <a:gd name="connsiteY84235" fmla="*/ 1780087 h 2398711"/>
              <a:gd name="connsiteX84236" fmla="*/ 299120 w 2119654"/>
              <a:gd name="connsiteY84236" fmla="*/ 1778853 h 2398711"/>
              <a:gd name="connsiteX84237" fmla="*/ 887512 w 2119654"/>
              <a:gd name="connsiteY84237" fmla="*/ 393014 h 2398711"/>
              <a:gd name="connsiteX84238" fmla="*/ 887498 w 2119654"/>
              <a:gd name="connsiteY84238" fmla="*/ 393055 h 2398711"/>
              <a:gd name="connsiteX84239" fmla="*/ 887704 w 2119654"/>
              <a:gd name="connsiteY84239" fmla="*/ 398902 h 2398711"/>
              <a:gd name="connsiteX84240" fmla="*/ 889650 w 2119654"/>
              <a:gd name="connsiteY84240" fmla="*/ 400636 h 2398711"/>
              <a:gd name="connsiteX84241" fmla="*/ 891188 w 2119654"/>
              <a:gd name="connsiteY84241" fmla="*/ 396961 h 2398711"/>
              <a:gd name="connsiteX84242" fmla="*/ 831299 w 2119654"/>
              <a:gd name="connsiteY84242" fmla="*/ 518853 h 2398711"/>
              <a:gd name="connsiteX84243" fmla="*/ 830960 w 2119654"/>
              <a:gd name="connsiteY84243" fmla="*/ 519731 h 2398711"/>
              <a:gd name="connsiteX84244" fmla="*/ 831396 w 2119654"/>
              <a:gd name="connsiteY84244" fmla="*/ 520067 h 2398711"/>
              <a:gd name="connsiteX84245" fmla="*/ 831822 w 2119654"/>
              <a:gd name="connsiteY84245" fmla="*/ 519470 h 2398711"/>
              <a:gd name="connsiteX84246" fmla="*/ 311699 w 2119654"/>
              <a:gd name="connsiteY84246" fmla="*/ 1682231 h 2398711"/>
              <a:gd name="connsiteX84247" fmla="*/ 312853 w 2119654"/>
              <a:gd name="connsiteY84247" fmla="*/ 1683709 h 2398711"/>
              <a:gd name="connsiteX84248" fmla="*/ 315873 w 2119654"/>
              <a:gd name="connsiteY84248" fmla="*/ 1686690 h 2398711"/>
              <a:gd name="connsiteX84249" fmla="*/ 327271 w 2119654"/>
              <a:gd name="connsiteY84249" fmla="*/ 1687722 h 2398711"/>
              <a:gd name="connsiteX84250" fmla="*/ 324847 w 2119654"/>
              <a:gd name="connsiteY84250" fmla="*/ 1686725 h 2398711"/>
              <a:gd name="connsiteX84251" fmla="*/ 315491 w 2119654"/>
              <a:gd name="connsiteY84251" fmla="*/ 1685589 h 2398711"/>
              <a:gd name="connsiteX84252" fmla="*/ 315230 w 2119654"/>
              <a:gd name="connsiteY84252" fmla="*/ 1685274 h 2398711"/>
              <a:gd name="connsiteX84253" fmla="*/ 322410 w 2119654"/>
              <a:gd name="connsiteY84253" fmla="*/ 1686145 h 2398711"/>
              <a:gd name="connsiteX84254" fmla="*/ 323453 w 2119654"/>
              <a:gd name="connsiteY84254" fmla="*/ 1686150 h 2398711"/>
              <a:gd name="connsiteX84255" fmla="*/ 318532 w 2119654"/>
              <a:gd name="connsiteY84255" fmla="*/ 1684125 h 2398711"/>
              <a:gd name="connsiteX84256" fmla="*/ 314681 w 2119654"/>
              <a:gd name="connsiteY84256" fmla="*/ 1682796 h 2398711"/>
              <a:gd name="connsiteX84257" fmla="*/ 874756 w 2119654"/>
              <a:gd name="connsiteY84257" fmla="*/ 421393 h 2398711"/>
              <a:gd name="connsiteX84258" fmla="*/ 873571 w 2119654"/>
              <a:gd name="connsiteY84258" fmla="*/ 434244 h 2398711"/>
              <a:gd name="connsiteX84259" fmla="*/ 873579 w 2119654"/>
              <a:gd name="connsiteY84259" fmla="*/ 434253 h 2398711"/>
              <a:gd name="connsiteX84260" fmla="*/ 876304 w 2119654"/>
              <a:gd name="connsiteY84260" fmla="*/ 424146 h 2398711"/>
              <a:gd name="connsiteX84261" fmla="*/ 876995 w 2119654"/>
              <a:gd name="connsiteY84261" fmla="*/ 419471 h 2398711"/>
              <a:gd name="connsiteX84262" fmla="*/ 876617 w 2119654"/>
              <a:gd name="connsiteY84262" fmla="*/ 418861 h 2398711"/>
              <a:gd name="connsiteX84263" fmla="*/ 914733 w 2119654"/>
              <a:gd name="connsiteY84263" fmla="*/ 331800 h 2398711"/>
              <a:gd name="connsiteX84264" fmla="*/ 914528 w 2119654"/>
              <a:gd name="connsiteY84264" fmla="*/ 333743 h 2398711"/>
              <a:gd name="connsiteX84265" fmla="*/ 916617 w 2119654"/>
              <a:gd name="connsiteY84265" fmla="*/ 336235 h 2398711"/>
              <a:gd name="connsiteX84266" fmla="*/ 917406 w 2119654"/>
              <a:gd name="connsiteY84266" fmla="*/ 334971 h 2398711"/>
              <a:gd name="connsiteX84267" fmla="*/ 349091 w 2119654"/>
              <a:gd name="connsiteY84267" fmla="*/ 1598346 h 2398711"/>
              <a:gd name="connsiteX84268" fmla="*/ 349186 w 2119654"/>
              <a:gd name="connsiteY84268" fmla="*/ 1598422 h 2398711"/>
              <a:gd name="connsiteX84269" fmla="*/ 349191 w 2119654"/>
              <a:gd name="connsiteY84269" fmla="*/ 1598373 h 2398711"/>
              <a:gd name="connsiteX84270" fmla="*/ 366094 w 2119654"/>
              <a:gd name="connsiteY84270" fmla="*/ 1560174 h 2398711"/>
              <a:gd name="connsiteX84271" fmla="*/ 366910 w 2119654"/>
              <a:gd name="connsiteY84271" fmla="*/ 1560400 h 2398711"/>
              <a:gd name="connsiteX84272" fmla="*/ 366660 w 2119654"/>
              <a:gd name="connsiteY84272" fmla="*/ 1560194 h 2398711"/>
              <a:gd name="connsiteX84273" fmla="*/ 889055 w 2119654"/>
              <a:gd name="connsiteY84273" fmla="*/ 388603 h 2398711"/>
              <a:gd name="connsiteX84274" fmla="*/ 887673 w 2119654"/>
              <a:gd name="connsiteY84274" fmla="*/ 392555 h 2398711"/>
              <a:gd name="connsiteX84275" fmla="*/ 887944 w 2119654"/>
              <a:gd name="connsiteY84275" fmla="*/ 392836 h 2398711"/>
              <a:gd name="connsiteX84276" fmla="*/ 891374 w 2119654"/>
              <a:gd name="connsiteY84276" fmla="*/ 396517 h 2398711"/>
              <a:gd name="connsiteX84277" fmla="*/ 892632 w 2119654"/>
              <a:gd name="connsiteY84277" fmla="*/ 393511 h 2398711"/>
              <a:gd name="connsiteX84278" fmla="*/ 829269 w 2119654"/>
              <a:gd name="connsiteY84278" fmla="*/ 522307 h 2398711"/>
              <a:gd name="connsiteX84279" fmla="*/ 829421 w 2119654"/>
              <a:gd name="connsiteY84279" fmla="*/ 522607 h 2398711"/>
              <a:gd name="connsiteX84280" fmla="*/ 829483 w 2119654"/>
              <a:gd name="connsiteY84280" fmla="*/ 522446 h 2398711"/>
              <a:gd name="connsiteX84281" fmla="*/ 835376 w 2119654"/>
              <a:gd name="connsiteY84281" fmla="*/ 508300 h 2398711"/>
              <a:gd name="connsiteX84282" fmla="*/ 835193 w 2119654"/>
              <a:gd name="connsiteY84282" fmla="*/ 508774 h 2398711"/>
              <a:gd name="connsiteX84283" fmla="*/ 837156 w 2119654"/>
              <a:gd name="connsiteY84283" fmla="*/ 510680 h 2398711"/>
              <a:gd name="connsiteX84284" fmla="*/ 837821 w 2119654"/>
              <a:gd name="connsiteY84284" fmla="*/ 511146 h 2398711"/>
              <a:gd name="connsiteX84285" fmla="*/ 837915 w 2119654"/>
              <a:gd name="connsiteY84285" fmla="*/ 511018 h 2398711"/>
              <a:gd name="connsiteX84286" fmla="*/ 837472 w 2119654"/>
              <a:gd name="connsiteY84286" fmla="*/ 510168 h 2398711"/>
              <a:gd name="connsiteX84287" fmla="*/ 898336 w 2119654"/>
              <a:gd name="connsiteY84287" fmla="*/ 367201 h 2398711"/>
              <a:gd name="connsiteX84288" fmla="*/ 910206 w 2119654"/>
              <a:gd name="connsiteY84288" fmla="*/ 374062 h 2398711"/>
              <a:gd name="connsiteX84289" fmla="*/ 910740 w 2119654"/>
              <a:gd name="connsiteY84289" fmla="*/ 368277 h 2398711"/>
              <a:gd name="connsiteX84290" fmla="*/ 901708 w 2119654"/>
              <a:gd name="connsiteY84290" fmla="*/ 361801 h 2398711"/>
              <a:gd name="connsiteX84291" fmla="*/ 835784 w 2119654"/>
              <a:gd name="connsiteY84291" fmla="*/ 507242 h 2398711"/>
              <a:gd name="connsiteX84292" fmla="*/ 835573 w 2119654"/>
              <a:gd name="connsiteY84292" fmla="*/ 507790 h 2398711"/>
              <a:gd name="connsiteX84293" fmla="*/ 836804 w 2119654"/>
              <a:gd name="connsiteY84293" fmla="*/ 508888 h 2398711"/>
              <a:gd name="connsiteX84294" fmla="*/ 836111 w 2119654"/>
              <a:gd name="connsiteY84294" fmla="*/ 507558 h 2398711"/>
              <a:gd name="connsiteX84295" fmla="*/ 848354 w 2119654"/>
              <a:gd name="connsiteY84295" fmla="*/ 478993 h 2398711"/>
              <a:gd name="connsiteX84296" fmla="*/ 848240 w 2119654"/>
              <a:gd name="connsiteY84296" fmla="*/ 481362 h 2398711"/>
              <a:gd name="connsiteX84297" fmla="*/ 848347 w 2119654"/>
              <a:gd name="connsiteY84297" fmla="*/ 481479 h 2398711"/>
              <a:gd name="connsiteX84298" fmla="*/ 848532 w 2119654"/>
              <a:gd name="connsiteY84298" fmla="*/ 479266 h 2398711"/>
              <a:gd name="connsiteX84299" fmla="*/ 848564 w 2119654"/>
              <a:gd name="connsiteY84299" fmla="*/ 479116 h 2398711"/>
              <a:gd name="connsiteX84300" fmla="*/ 830741 w 2119654"/>
              <a:gd name="connsiteY84300" fmla="*/ 518193 h 2398711"/>
              <a:gd name="connsiteX84301" fmla="*/ 830305 w 2119654"/>
              <a:gd name="connsiteY84301" fmla="*/ 519228 h 2398711"/>
              <a:gd name="connsiteX84302" fmla="*/ 830630 w 2119654"/>
              <a:gd name="connsiteY84302" fmla="*/ 519478 h 2398711"/>
              <a:gd name="connsiteX84303" fmla="*/ 831006 w 2119654"/>
              <a:gd name="connsiteY84303" fmla="*/ 518506 h 2398711"/>
              <a:gd name="connsiteX84304" fmla="*/ 890857 w 2119654"/>
              <a:gd name="connsiteY84304" fmla="*/ 383452 h 2398711"/>
              <a:gd name="connsiteX84305" fmla="*/ 889107 w 2119654"/>
              <a:gd name="connsiteY84305" fmla="*/ 388454 h 2398711"/>
              <a:gd name="connsiteX84306" fmla="*/ 892690 w 2119654"/>
              <a:gd name="connsiteY84306" fmla="*/ 393371 h 2398711"/>
              <a:gd name="connsiteX84307" fmla="*/ 894336 w 2119654"/>
              <a:gd name="connsiteY84307" fmla="*/ 389439 h 2398711"/>
              <a:gd name="connsiteX84308" fmla="*/ 881730 w 2119654"/>
              <a:gd name="connsiteY84308" fmla="*/ 403806 h 2398711"/>
              <a:gd name="connsiteX84309" fmla="*/ 880854 w 2119654"/>
              <a:gd name="connsiteY84309" fmla="*/ 408934 h 2398711"/>
              <a:gd name="connsiteX84310" fmla="*/ 882376 w 2119654"/>
              <a:gd name="connsiteY84310" fmla="*/ 404584 h 2398711"/>
              <a:gd name="connsiteX84311" fmla="*/ 837413 w 2119654"/>
              <a:gd name="connsiteY84311" fmla="*/ 503026 h 2398711"/>
              <a:gd name="connsiteX84312" fmla="*/ 837251 w 2119654"/>
              <a:gd name="connsiteY84312" fmla="*/ 503445 h 2398711"/>
              <a:gd name="connsiteX84313" fmla="*/ 838063 w 2119654"/>
              <a:gd name="connsiteY84313" fmla="*/ 504233 h 2398711"/>
              <a:gd name="connsiteX84314" fmla="*/ 837615 w 2119654"/>
              <a:gd name="connsiteY84314" fmla="*/ 502501 h 2398711"/>
              <a:gd name="connsiteX84315" fmla="*/ 837603 w 2119654"/>
              <a:gd name="connsiteY84315" fmla="*/ 502535 h 2398711"/>
              <a:gd name="connsiteX84316" fmla="*/ 839011 w 2119654"/>
              <a:gd name="connsiteY84316" fmla="*/ 505155 h 2398711"/>
              <a:gd name="connsiteX84317" fmla="*/ 840229 w 2119654"/>
              <a:gd name="connsiteY84317" fmla="*/ 506336 h 2398711"/>
              <a:gd name="connsiteX84318" fmla="*/ 840902 w 2119654"/>
              <a:gd name="connsiteY84318" fmla="*/ 504644 h 2398711"/>
              <a:gd name="connsiteX84319" fmla="*/ 891298 w 2119654"/>
              <a:gd name="connsiteY84319" fmla="*/ 382189 h 2398711"/>
              <a:gd name="connsiteX84320" fmla="*/ 891018 w 2119654"/>
              <a:gd name="connsiteY84320" fmla="*/ 382992 h 2398711"/>
              <a:gd name="connsiteX84321" fmla="*/ 893866 w 2119654"/>
              <a:gd name="connsiteY84321" fmla="*/ 387743 h 2398711"/>
              <a:gd name="connsiteX84322" fmla="*/ 891627 w 2119654"/>
              <a:gd name="connsiteY84322" fmla="*/ 382419 h 2398711"/>
              <a:gd name="connsiteX84323" fmla="*/ 848390 w 2119654"/>
              <a:gd name="connsiteY84323" fmla="*/ 478260 h 2398711"/>
              <a:gd name="connsiteX84324" fmla="*/ 848374 w 2119654"/>
              <a:gd name="connsiteY84324" fmla="*/ 478585 h 2398711"/>
              <a:gd name="connsiteX84325" fmla="*/ 848557 w 2119654"/>
              <a:gd name="connsiteY84325" fmla="*/ 478694 h 2398711"/>
              <a:gd name="connsiteX84326" fmla="*/ 891405 w 2119654"/>
              <a:gd name="connsiteY84326" fmla="*/ 381887 h 2398711"/>
              <a:gd name="connsiteX84327" fmla="*/ 891359 w 2119654"/>
              <a:gd name="connsiteY84327" fmla="*/ 382017 h 2398711"/>
              <a:gd name="connsiteX84328" fmla="*/ 891501 w 2119654"/>
              <a:gd name="connsiteY84328" fmla="*/ 382117 h 2398711"/>
              <a:gd name="connsiteX84329" fmla="*/ 881831 w 2119654"/>
              <a:gd name="connsiteY84329" fmla="*/ 403211 h 2398711"/>
              <a:gd name="connsiteX84330" fmla="*/ 881809 w 2119654"/>
              <a:gd name="connsiteY84330" fmla="*/ 403341 h 2398711"/>
              <a:gd name="connsiteX84331" fmla="*/ 882514 w 2119654"/>
              <a:gd name="connsiteY84331" fmla="*/ 404190 h 2398711"/>
              <a:gd name="connsiteX84332" fmla="*/ 882601 w 2119654"/>
              <a:gd name="connsiteY84332" fmla="*/ 403941 h 2398711"/>
              <a:gd name="connsiteX84333" fmla="*/ 835034 w 2119654"/>
              <a:gd name="connsiteY84333" fmla="*/ 507996 h 2398711"/>
              <a:gd name="connsiteX84334" fmla="*/ 834847 w 2119654"/>
              <a:gd name="connsiteY84334" fmla="*/ 508439 h 2398711"/>
              <a:gd name="connsiteX84335" fmla="*/ 834981 w 2119654"/>
              <a:gd name="connsiteY84335" fmla="*/ 508569 h 2398711"/>
              <a:gd name="connsiteX84336" fmla="*/ 835165 w 2119654"/>
              <a:gd name="connsiteY84336" fmla="*/ 508112 h 2398711"/>
              <a:gd name="connsiteX84337" fmla="*/ 838880 w 2119654"/>
              <a:gd name="connsiteY84337" fmla="*/ 499350 h 2398711"/>
              <a:gd name="connsiteX84338" fmla="*/ 838441 w 2119654"/>
              <a:gd name="connsiteY84338" fmla="*/ 500443 h 2398711"/>
              <a:gd name="connsiteX84339" fmla="*/ 841194 w 2119654"/>
              <a:gd name="connsiteY84339" fmla="*/ 502237 h 2398711"/>
              <a:gd name="connsiteX84340" fmla="*/ 841243 w 2119654"/>
              <a:gd name="connsiteY84340" fmla="*/ 501653 h 2398711"/>
              <a:gd name="connsiteX84341" fmla="*/ 839090 w 2119654"/>
              <a:gd name="connsiteY84341" fmla="*/ 498862 h 2398711"/>
              <a:gd name="connsiteX84342" fmla="*/ 841297 w 2119654"/>
              <a:gd name="connsiteY84342" fmla="*/ 501013 h 2398711"/>
              <a:gd name="connsiteX84343" fmla="*/ 841383 w 2119654"/>
              <a:gd name="connsiteY84343" fmla="*/ 499985 h 2398711"/>
              <a:gd name="connsiteX84344" fmla="*/ 835477 w 2119654"/>
              <a:gd name="connsiteY84344" fmla="*/ 506944 h 2398711"/>
              <a:gd name="connsiteX84345" fmla="*/ 835244 w 2119654"/>
              <a:gd name="connsiteY84345" fmla="*/ 507497 h 2398711"/>
              <a:gd name="connsiteX84346" fmla="*/ 835367 w 2119654"/>
              <a:gd name="connsiteY84346" fmla="*/ 507607 h 2398711"/>
              <a:gd name="connsiteX84347" fmla="*/ 835590 w 2119654"/>
              <a:gd name="connsiteY84347" fmla="*/ 507054 h 2398711"/>
              <a:gd name="connsiteX84348" fmla="*/ 854791 w 2119654"/>
              <a:gd name="connsiteY84348" fmla="*/ 463662 h 2398711"/>
              <a:gd name="connsiteX84349" fmla="*/ 854853 w 2119654"/>
              <a:gd name="connsiteY84349" fmla="*/ 463804 h 2398711"/>
              <a:gd name="connsiteX84350" fmla="*/ 854849 w 2119654"/>
              <a:gd name="connsiteY84350" fmla="*/ 463688 h 2398711"/>
              <a:gd name="connsiteX84351" fmla="*/ 891757 w 2119654"/>
              <a:gd name="connsiteY84351" fmla="*/ 380877 h 2398711"/>
              <a:gd name="connsiteX84352" fmla="*/ 891630 w 2119654"/>
              <a:gd name="connsiteY84352" fmla="*/ 381241 h 2398711"/>
              <a:gd name="connsiteX84353" fmla="*/ 892301 w 2119654"/>
              <a:gd name="connsiteY84353" fmla="*/ 382674 h 2398711"/>
              <a:gd name="connsiteX84354" fmla="*/ 893055 w 2119654"/>
              <a:gd name="connsiteY84354" fmla="*/ 383199 h 2398711"/>
              <a:gd name="connsiteX84355" fmla="*/ 839424 w 2119654"/>
              <a:gd name="connsiteY84355" fmla="*/ 497995 h 2398711"/>
              <a:gd name="connsiteX84356" fmla="*/ 839269 w 2119654"/>
              <a:gd name="connsiteY84356" fmla="*/ 498382 h 2398711"/>
              <a:gd name="connsiteX84357" fmla="*/ 841321 w 2119654"/>
              <a:gd name="connsiteY84357" fmla="*/ 499388 h 2398711"/>
              <a:gd name="connsiteX84358" fmla="*/ 840984 w 2119654"/>
              <a:gd name="connsiteY84358" fmla="*/ 498759 h 2398711"/>
              <a:gd name="connsiteX84359" fmla="*/ 839916 w 2119654"/>
              <a:gd name="connsiteY84359" fmla="*/ 496772 h 2398711"/>
              <a:gd name="connsiteX84360" fmla="*/ 839561 w 2119654"/>
              <a:gd name="connsiteY84360" fmla="*/ 497656 h 2398711"/>
              <a:gd name="connsiteX84361" fmla="*/ 840656 w 2119654"/>
              <a:gd name="connsiteY84361" fmla="*/ 498176 h 2398711"/>
              <a:gd name="connsiteX84362" fmla="*/ 840676 w 2119654"/>
              <a:gd name="connsiteY84362" fmla="*/ 498186 h 2398711"/>
              <a:gd name="connsiteX84363" fmla="*/ 837252 w 2119654"/>
              <a:gd name="connsiteY84363" fmla="*/ 502727 h 2398711"/>
              <a:gd name="connsiteX84364" fmla="*/ 837037 w 2119654"/>
              <a:gd name="connsiteY84364" fmla="*/ 503238 h 2398711"/>
              <a:gd name="connsiteX84365" fmla="*/ 837099 w 2119654"/>
              <a:gd name="connsiteY84365" fmla="*/ 503298 h 2398711"/>
              <a:gd name="connsiteX84366" fmla="*/ 837296 w 2119654"/>
              <a:gd name="connsiteY84366" fmla="*/ 502809 h 2398711"/>
              <a:gd name="connsiteX84367" fmla="*/ 332359 w 2119654"/>
              <a:gd name="connsiteY84367" fmla="*/ 1633175 h 2398711"/>
              <a:gd name="connsiteX84368" fmla="*/ 333817 w 2119654"/>
              <a:gd name="connsiteY84368" fmla="*/ 1634350 h 2398711"/>
              <a:gd name="connsiteX84369" fmla="*/ 332848 w 2119654"/>
              <a:gd name="connsiteY84369" fmla="*/ 1633338 h 2398711"/>
              <a:gd name="connsiteX84370" fmla="*/ 840486 w 2119654"/>
              <a:gd name="connsiteY84370" fmla="*/ 495355 h 2398711"/>
              <a:gd name="connsiteX84371" fmla="*/ 840061 w 2119654"/>
              <a:gd name="connsiteY84371" fmla="*/ 496413 h 2398711"/>
              <a:gd name="connsiteX84372" fmla="*/ 841136 w 2119654"/>
              <a:gd name="connsiteY84372" fmla="*/ 498409 h 2398711"/>
              <a:gd name="connsiteX84373" fmla="*/ 841501 w 2119654"/>
              <a:gd name="connsiteY84373" fmla="*/ 498588 h 2398711"/>
              <a:gd name="connsiteX84374" fmla="*/ 841647 w 2119654"/>
              <a:gd name="connsiteY84374" fmla="*/ 496837 h 2398711"/>
              <a:gd name="connsiteX84375" fmla="*/ 838735 w 2119654"/>
              <a:gd name="connsiteY84375" fmla="*/ 499208 h 2398711"/>
              <a:gd name="connsiteX84376" fmla="*/ 838264 w 2119654"/>
              <a:gd name="connsiteY84376" fmla="*/ 500327 h 2398711"/>
              <a:gd name="connsiteX84377" fmla="*/ 838287 w 2119654"/>
              <a:gd name="connsiteY84377" fmla="*/ 500342 h 2398711"/>
              <a:gd name="connsiteX84378" fmla="*/ 838741 w 2119654"/>
              <a:gd name="connsiteY84378" fmla="*/ 499214 h 2398711"/>
              <a:gd name="connsiteX84379" fmla="*/ 892448 w 2119654"/>
              <a:gd name="connsiteY84379" fmla="*/ 378907 h 2398711"/>
              <a:gd name="connsiteX84380" fmla="*/ 892003 w 2119654"/>
              <a:gd name="connsiteY84380" fmla="*/ 380176 h 2398711"/>
              <a:gd name="connsiteX84381" fmla="*/ 894097 w 2119654"/>
              <a:gd name="connsiteY84381" fmla="*/ 383924 h 2398711"/>
              <a:gd name="connsiteX84382" fmla="*/ 896070 w 2119654"/>
              <a:gd name="connsiteY84382" fmla="*/ 385297 h 2398711"/>
              <a:gd name="connsiteX84383" fmla="*/ 896461 w 2119654"/>
              <a:gd name="connsiteY84383" fmla="*/ 384362 h 2398711"/>
              <a:gd name="connsiteX84384" fmla="*/ 896852 w 2119654"/>
              <a:gd name="connsiteY84384" fmla="*/ 384144 h 2398711"/>
              <a:gd name="connsiteX84385" fmla="*/ 896301 w 2119654"/>
              <a:gd name="connsiteY84385" fmla="*/ 385460 h 2398711"/>
              <a:gd name="connsiteX84386" fmla="*/ 898738 w 2119654"/>
              <a:gd name="connsiteY84386" fmla="*/ 387155 h 2398711"/>
              <a:gd name="connsiteX84387" fmla="*/ 897144 w 2119654"/>
              <a:gd name="connsiteY84387" fmla="*/ 382841 h 2398711"/>
              <a:gd name="connsiteX84388" fmla="*/ 840913 w 2119654"/>
              <a:gd name="connsiteY84388" fmla="*/ 494293 h 2398711"/>
              <a:gd name="connsiteX84389" fmla="*/ 840620 w 2119654"/>
              <a:gd name="connsiteY84389" fmla="*/ 495023 h 2398711"/>
              <a:gd name="connsiteX84390" fmla="*/ 841685 w 2119654"/>
              <a:gd name="connsiteY84390" fmla="*/ 496385 h 2398711"/>
              <a:gd name="connsiteX84391" fmla="*/ 841763 w 2119654"/>
              <a:gd name="connsiteY84391" fmla="*/ 495459 h 2398711"/>
              <a:gd name="connsiteX84392" fmla="*/ 841200 w 2119654"/>
              <a:gd name="connsiteY84392" fmla="*/ 493578 h 2398711"/>
              <a:gd name="connsiteX84393" fmla="*/ 841166 w 2119654"/>
              <a:gd name="connsiteY84393" fmla="*/ 493663 h 2398711"/>
              <a:gd name="connsiteX84394" fmla="*/ 841837 w 2119654"/>
              <a:gd name="connsiteY84394" fmla="*/ 494586 h 2398711"/>
              <a:gd name="connsiteX84395" fmla="*/ 841837 w 2119654"/>
              <a:gd name="connsiteY84395" fmla="*/ 494580 h 2398711"/>
              <a:gd name="connsiteX84396" fmla="*/ 895865 w 2119654"/>
              <a:gd name="connsiteY84396" fmla="*/ 371157 h 2398711"/>
              <a:gd name="connsiteX84397" fmla="*/ 906708 w 2119654"/>
              <a:gd name="connsiteY84397" fmla="*/ 384092 h 2398711"/>
              <a:gd name="connsiteX84398" fmla="*/ 908568 w 2119654"/>
              <a:gd name="connsiteY84398" fmla="*/ 379652 h 2398711"/>
              <a:gd name="connsiteX84399" fmla="*/ 906858 w 2119654"/>
              <a:gd name="connsiteY84399" fmla="*/ 377219 h 2398711"/>
              <a:gd name="connsiteX84400" fmla="*/ 907107 w 2119654"/>
              <a:gd name="connsiteY84400" fmla="*/ 377294 h 2398711"/>
              <a:gd name="connsiteX84401" fmla="*/ 908642 w 2119654"/>
              <a:gd name="connsiteY84401" fmla="*/ 379476 h 2398711"/>
              <a:gd name="connsiteX84402" fmla="*/ 910008 w 2119654"/>
              <a:gd name="connsiteY84402" fmla="*/ 376215 h 2398711"/>
              <a:gd name="connsiteX84403" fmla="*/ 910134 w 2119654"/>
              <a:gd name="connsiteY84403" fmla="*/ 374842 h 2398711"/>
              <a:gd name="connsiteX84404" fmla="*/ 898058 w 2119654"/>
              <a:gd name="connsiteY84404" fmla="*/ 367646 h 2398711"/>
              <a:gd name="connsiteX84405" fmla="*/ 842112 w 2119654"/>
              <a:gd name="connsiteY84405" fmla="*/ 491309 h 2398711"/>
              <a:gd name="connsiteX84406" fmla="*/ 841727 w 2119654"/>
              <a:gd name="connsiteY84406" fmla="*/ 492266 h 2398711"/>
              <a:gd name="connsiteX84407" fmla="*/ 842002 w 2119654"/>
              <a:gd name="connsiteY84407" fmla="*/ 492618 h 2398711"/>
              <a:gd name="connsiteX84408" fmla="*/ 819981 w 2119654"/>
              <a:gd name="connsiteY84408" fmla="*/ 540834 h 2398711"/>
              <a:gd name="connsiteX84409" fmla="*/ 819840 w 2119654"/>
              <a:gd name="connsiteY84409" fmla="*/ 541233 h 2398711"/>
              <a:gd name="connsiteX84410" fmla="*/ 820101 w 2119654"/>
              <a:gd name="connsiteY84410" fmla="*/ 541530 h 2398711"/>
              <a:gd name="connsiteX84411" fmla="*/ 820155 w 2119654"/>
              <a:gd name="connsiteY84411" fmla="*/ 541572 h 2398711"/>
              <a:gd name="connsiteX84412" fmla="*/ 820319 w 2119654"/>
              <a:gd name="connsiteY84412" fmla="*/ 541145 h 2398711"/>
              <a:gd name="connsiteX84413" fmla="*/ 830278 w 2119654"/>
              <a:gd name="connsiteY84413" fmla="*/ 517699 h 2398711"/>
              <a:gd name="connsiteX84414" fmla="*/ 829830 w 2119654"/>
              <a:gd name="connsiteY84414" fmla="*/ 518864 h 2398711"/>
              <a:gd name="connsiteX84415" fmla="*/ 829993 w 2119654"/>
              <a:gd name="connsiteY84415" fmla="*/ 518989 h 2398711"/>
              <a:gd name="connsiteX84416" fmla="*/ 830465 w 2119654"/>
              <a:gd name="connsiteY84416" fmla="*/ 517867 h 2398711"/>
              <a:gd name="connsiteX84417" fmla="*/ 830359 w 2119654"/>
              <a:gd name="connsiteY84417" fmla="*/ 517740 h 2398711"/>
              <a:gd name="connsiteX84418" fmla="*/ 875146 w 2119654"/>
              <a:gd name="connsiteY84418" fmla="*/ 417163 h 2398711"/>
              <a:gd name="connsiteX84419" fmla="*/ 874813 w 2119654"/>
              <a:gd name="connsiteY84419" fmla="*/ 420768 h 2398711"/>
              <a:gd name="connsiteX84420" fmla="*/ 876433 w 2119654"/>
              <a:gd name="connsiteY84420" fmla="*/ 418565 h 2398711"/>
              <a:gd name="connsiteX84421" fmla="*/ 876012 w 2119654"/>
              <a:gd name="connsiteY84421" fmla="*/ 417884 h 2398711"/>
              <a:gd name="connsiteX84422" fmla="*/ 820449 w 2119654"/>
              <a:gd name="connsiteY84422" fmla="*/ 539504 h 2398711"/>
              <a:gd name="connsiteX84423" fmla="*/ 820164 w 2119654"/>
              <a:gd name="connsiteY84423" fmla="*/ 540314 h 2398711"/>
              <a:gd name="connsiteX84424" fmla="*/ 820515 w 2119654"/>
              <a:gd name="connsiteY84424" fmla="*/ 540633 h 2398711"/>
              <a:gd name="connsiteX84425" fmla="*/ 820863 w 2119654"/>
              <a:gd name="connsiteY84425" fmla="*/ 539726 h 2398711"/>
              <a:gd name="connsiteX84426" fmla="*/ 323464 w 2119654"/>
              <a:gd name="connsiteY84426" fmla="*/ 1652345 h 2398711"/>
              <a:gd name="connsiteX84427" fmla="*/ 336504 w 2119654"/>
              <a:gd name="connsiteY84427" fmla="*/ 1657174 h 2398711"/>
              <a:gd name="connsiteX84428" fmla="*/ 333261 w 2119654"/>
              <a:gd name="connsiteY84428" fmla="*/ 1654425 h 2398711"/>
              <a:gd name="connsiteX84429" fmla="*/ 330830 w 2119654"/>
              <a:gd name="connsiteY84429" fmla="*/ 1653753 h 2398711"/>
              <a:gd name="connsiteX84430" fmla="*/ 330729 w 2119654"/>
              <a:gd name="connsiteY84430" fmla="*/ 1653750 h 2398711"/>
              <a:gd name="connsiteX84431" fmla="*/ 893458 w 2119654"/>
              <a:gd name="connsiteY84431" fmla="*/ 376020 h 2398711"/>
              <a:gd name="connsiteX84432" fmla="*/ 892560 w 2119654"/>
              <a:gd name="connsiteY84432" fmla="*/ 378584 h 2398711"/>
              <a:gd name="connsiteX84433" fmla="*/ 896919 w 2119654"/>
              <a:gd name="connsiteY84433" fmla="*/ 382233 h 2398711"/>
              <a:gd name="connsiteX84434" fmla="*/ 895384 w 2119654"/>
              <a:gd name="connsiteY84434" fmla="*/ 378076 h 2398711"/>
              <a:gd name="connsiteX84435" fmla="*/ 894099 w 2119654"/>
              <a:gd name="connsiteY84435" fmla="*/ 376600 h 2398711"/>
              <a:gd name="connsiteX84436" fmla="*/ 853436 w 2119654"/>
              <a:gd name="connsiteY84436" fmla="*/ 465624 h 2398711"/>
              <a:gd name="connsiteX84437" fmla="*/ 852926 w 2119654"/>
              <a:gd name="connsiteY84437" fmla="*/ 471699 h 2398711"/>
              <a:gd name="connsiteX84438" fmla="*/ 853813 w 2119654"/>
              <a:gd name="connsiteY84438" fmla="*/ 472764 h 2398711"/>
              <a:gd name="connsiteX84439" fmla="*/ 855062 w 2119654"/>
              <a:gd name="connsiteY84439" fmla="*/ 469741 h 2398711"/>
              <a:gd name="connsiteX84440" fmla="*/ 855026 w 2119654"/>
              <a:gd name="connsiteY84440" fmla="*/ 468713 h 2398711"/>
              <a:gd name="connsiteX84441" fmla="*/ 894599 w 2119654"/>
              <a:gd name="connsiteY84441" fmla="*/ 373184 h 2398711"/>
              <a:gd name="connsiteX84442" fmla="*/ 902790 w 2119654"/>
              <a:gd name="connsiteY84442" fmla="*/ 381498 h 2398711"/>
              <a:gd name="connsiteX84443" fmla="*/ 906421 w 2119654"/>
              <a:gd name="connsiteY84443" fmla="*/ 384778 h 2398711"/>
              <a:gd name="connsiteX84444" fmla="*/ 906552 w 2119654"/>
              <a:gd name="connsiteY84444" fmla="*/ 384465 h 2398711"/>
              <a:gd name="connsiteX84445" fmla="*/ 897240 w 2119654"/>
              <a:gd name="connsiteY84445" fmla="*/ 373049 h 2398711"/>
              <a:gd name="connsiteX84446" fmla="*/ 895775 w 2119654"/>
              <a:gd name="connsiteY84446" fmla="*/ 371301 h 2398711"/>
              <a:gd name="connsiteX84447" fmla="*/ 894259 w 2119654"/>
              <a:gd name="connsiteY84447" fmla="*/ 373729 h 2398711"/>
              <a:gd name="connsiteX84448" fmla="*/ 894242 w 2119654"/>
              <a:gd name="connsiteY84448" fmla="*/ 373778 h 2398711"/>
              <a:gd name="connsiteX84449" fmla="*/ 896122 w 2119654"/>
              <a:gd name="connsiteY84449" fmla="*/ 375476 h 2398711"/>
              <a:gd name="connsiteX84450" fmla="*/ 894314 w 2119654"/>
              <a:gd name="connsiteY84450" fmla="*/ 373641 h 2398711"/>
              <a:gd name="connsiteX84451" fmla="*/ 854073 w 2119654"/>
              <a:gd name="connsiteY84451" fmla="*/ 463341 h 2398711"/>
              <a:gd name="connsiteX84452" fmla="*/ 853709 w 2119654"/>
              <a:gd name="connsiteY84452" fmla="*/ 464172 h 2398711"/>
              <a:gd name="connsiteX84453" fmla="*/ 853656 w 2119654"/>
              <a:gd name="connsiteY84453" fmla="*/ 464431 h 2398711"/>
              <a:gd name="connsiteX84454" fmla="*/ 853994 w 2119654"/>
              <a:gd name="connsiteY84454" fmla="*/ 465029 h 2398711"/>
              <a:gd name="connsiteX84455" fmla="*/ 854936 w 2119654"/>
              <a:gd name="connsiteY84455" fmla="*/ 466160 h 2398711"/>
              <a:gd name="connsiteX84456" fmla="*/ 854882 w 2119654"/>
              <a:gd name="connsiteY84456" fmla="*/ 464637 h 2398711"/>
              <a:gd name="connsiteX84457" fmla="*/ 854378 w 2119654"/>
              <a:gd name="connsiteY84457" fmla="*/ 463477 h 2398711"/>
              <a:gd name="connsiteX84458" fmla="*/ 834264 w 2119654"/>
              <a:gd name="connsiteY84458" fmla="*/ 507308 h 2398711"/>
              <a:gd name="connsiteX84459" fmla="*/ 834106 w 2119654"/>
              <a:gd name="connsiteY84459" fmla="*/ 507721 h 2398711"/>
              <a:gd name="connsiteX84460" fmla="*/ 834555 w 2119654"/>
              <a:gd name="connsiteY84460" fmla="*/ 508156 h 2398711"/>
              <a:gd name="connsiteX84461" fmla="*/ 834735 w 2119654"/>
              <a:gd name="connsiteY84461" fmla="*/ 507728 h 2398711"/>
              <a:gd name="connsiteX84462" fmla="*/ 853897 w 2119654"/>
              <a:gd name="connsiteY84462" fmla="*/ 463263 h 2398711"/>
              <a:gd name="connsiteX84463" fmla="*/ 853877 w 2119654"/>
              <a:gd name="connsiteY84463" fmla="*/ 463364 h 2398711"/>
              <a:gd name="connsiteX84464" fmla="*/ 853918 w 2119654"/>
              <a:gd name="connsiteY84464" fmla="*/ 463271 h 2398711"/>
              <a:gd name="connsiteX84465" fmla="*/ 869207 w 2119654"/>
              <a:gd name="connsiteY84465" fmla="*/ 428943 h 2398711"/>
              <a:gd name="connsiteX84466" fmla="*/ 869995 w 2119654"/>
              <a:gd name="connsiteY84466" fmla="*/ 429879 h 2398711"/>
              <a:gd name="connsiteX84467" fmla="*/ 873301 w 2119654"/>
              <a:gd name="connsiteY84467" fmla="*/ 433914 h 2398711"/>
              <a:gd name="connsiteX84468" fmla="*/ 874414 w 2119654"/>
              <a:gd name="connsiteY84468" fmla="*/ 421858 h 2398711"/>
              <a:gd name="connsiteX84469" fmla="*/ 316717 w 2119654"/>
              <a:gd name="connsiteY84469" fmla="*/ 1666072 h 2398711"/>
              <a:gd name="connsiteX84470" fmla="*/ 319381 w 2119654"/>
              <a:gd name="connsiteY84470" fmla="*/ 1668213 h 2398711"/>
              <a:gd name="connsiteX84471" fmla="*/ 321289 w 2119654"/>
              <a:gd name="connsiteY84471" fmla="*/ 1668737 h 2398711"/>
              <a:gd name="connsiteX84472" fmla="*/ 322891 w 2119654"/>
              <a:gd name="connsiteY84472" fmla="*/ 1668806 h 2398711"/>
              <a:gd name="connsiteX84473" fmla="*/ 318897 w 2119654"/>
              <a:gd name="connsiteY84473" fmla="*/ 1666705 h 2398711"/>
              <a:gd name="connsiteX84474" fmla="*/ 834696 w 2119654"/>
              <a:gd name="connsiteY84474" fmla="*/ 506183 h 2398711"/>
              <a:gd name="connsiteX84475" fmla="*/ 834460 w 2119654"/>
              <a:gd name="connsiteY84475" fmla="*/ 506798 h 2398711"/>
              <a:gd name="connsiteX84476" fmla="*/ 834945 w 2119654"/>
              <a:gd name="connsiteY84476" fmla="*/ 507230 h 2398711"/>
              <a:gd name="connsiteX84477" fmla="*/ 835185 w 2119654"/>
              <a:gd name="connsiteY84477" fmla="*/ 506658 h 2398711"/>
              <a:gd name="connsiteX84478" fmla="*/ 882542 w 2119654"/>
              <a:gd name="connsiteY84478" fmla="*/ 399044 h 2398711"/>
              <a:gd name="connsiteX84479" fmla="*/ 881891 w 2119654"/>
              <a:gd name="connsiteY84479" fmla="*/ 402857 h 2398711"/>
              <a:gd name="connsiteX84480" fmla="*/ 882709 w 2119654"/>
              <a:gd name="connsiteY84480" fmla="*/ 403633 h 2398711"/>
              <a:gd name="connsiteX84481" fmla="*/ 882833 w 2119654"/>
              <a:gd name="connsiteY84481" fmla="*/ 403276 h 2398711"/>
              <a:gd name="connsiteX84482" fmla="*/ 882699 w 2119654"/>
              <a:gd name="connsiteY84482" fmla="*/ 399453 h 2398711"/>
              <a:gd name="connsiteX84483" fmla="*/ 882660 w 2119654"/>
              <a:gd name="connsiteY84483" fmla="*/ 398356 h 2398711"/>
              <a:gd name="connsiteX84484" fmla="*/ 882634 w 2119654"/>
              <a:gd name="connsiteY84484" fmla="*/ 398506 h 2398711"/>
              <a:gd name="connsiteX84485" fmla="*/ 882669 w 2119654"/>
              <a:gd name="connsiteY84485" fmla="*/ 398594 h 2398711"/>
              <a:gd name="connsiteX84486" fmla="*/ 896675 w 2119654"/>
              <a:gd name="connsiteY84486" fmla="*/ 366822 h 2398711"/>
              <a:gd name="connsiteX84487" fmla="*/ 895606 w 2119654"/>
              <a:gd name="connsiteY84487" fmla="*/ 369877 h 2398711"/>
              <a:gd name="connsiteX84488" fmla="*/ 897286 w 2119654"/>
              <a:gd name="connsiteY84488" fmla="*/ 367186 h 2398711"/>
              <a:gd name="connsiteX84489" fmla="*/ 301791 w 2119654"/>
              <a:gd name="connsiteY84489" fmla="*/ 1698879 h 2398711"/>
              <a:gd name="connsiteX84490" fmla="*/ 313780 w 2119654"/>
              <a:gd name="connsiteY84490" fmla="*/ 1708219 h 2398711"/>
              <a:gd name="connsiteX84491" fmla="*/ 321918 w 2119654"/>
              <a:gd name="connsiteY84491" fmla="*/ 1708002 h 2398711"/>
              <a:gd name="connsiteX84492" fmla="*/ 310649 w 2119654"/>
              <a:gd name="connsiteY84492" fmla="*/ 1699318 h 2398711"/>
              <a:gd name="connsiteX84493" fmla="*/ 836410 w 2119654"/>
              <a:gd name="connsiteY84493" fmla="*/ 501715 h 2398711"/>
              <a:gd name="connsiteX84494" fmla="*/ 836303 w 2119654"/>
              <a:gd name="connsiteY84494" fmla="*/ 501996 h 2398711"/>
              <a:gd name="connsiteX84495" fmla="*/ 836454 w 2119654"/>
              <a:gd name="connsiteY84495" fmla="*/ 502217 h 2398711"/>
              <a:gd name="connsiteX84496" fmla="*/ 836787 w 2119654"/>
              <a:gd name="connsiteY84496" fmla="*/ 502855 h 2398711"/>
              <a:gd name="connsiteX84497" fmla="*/ 837022 w 2119654"/>
              <a:gd name="connsiteY84497" fmla="*/ 502298 h 2398711"/>
              <a:gd name="connsiteX84498" fmla="*/ 836868 w 2119654"/>
              <a:gd name="connsiteY84498" fmla="*/ 502014 h 2398711"/>
              <a:gd name="connsiteX84499" fmla="*/ 891685 w 2119654"/>
              <a:gd name="connsiteY84499" fmla="*/ 377850 h 2398711"/>
              <a:gd name="connsiteX84500" fmla="*/ 891718 w 2119654"/>
              <a:gd name="connsiteY84500" fmla="*/ 377877 h 2398711"/>
              <a:gd name="connsiteX84501" fmla="*/ 891782 w 2119654"/>
              <a:gd name="connsiteY84501" fmla="*/ 377694 h 2398711"/>
              <a:gd name="connsiteX84502" fmla="*/ 829601 w 2119654"/>
              <a:gd name="connsiteY84502" fmla="*/ 516846 h 2398711"/>
              <a:gd name="connsiteX84503" fmla="*/ 829542 w 2119654"/>
              <a:gd name="connsiteY84503" fmla="*/ 517066 h 2398711"/>
              <a:gd name="connsiteX84504" fmla="*/ 829555 w 2119654"/>
              <a:gd name="connsiteY84504" fmla="*/ 517073 h 2398711"/>
              <a:gd name="connsiteX84505" fmla="*/ 829630 w 2119654"/>
              <a:gd name="connsiteY84505" fmla="*/ 516879 h 2398711"/>
              <a:gd name="connsiteX84506" fmla="*/ 819621 w 2119654"/>
              <a:gd name="connsiteY84506" fmla="*/ 539157 h 2398711"/>
              <a:gd name="connsiteX84507" fmla="*/ 819643 w 2119654"/>
              <a:gd name="connsiteY84507" fmla="*/ 539408 h 2398711"/>
              <a:gd name="connsiteX84508" fmla="*/ 819754 w 2119654"/>
              <a:gd name="connsiteY84508" fmla="*/ 539129 h 2398711"/>
              <a:gd name="connsiteX84509" fmla="*/ 819666 w 2119654"/>
              <a:gd name="connsiteY84509" fmla="*/ 539082 h 2398711"/>
              <a:gd name="connsiteX84510" fmla="*/ 891166 w 2119654"/>
              <a:gd name="connsiteY84510" fmla="*/ 378681 h 2398711"/>
              <a:gd name="connsiteX84511" fmla="*/ 891332 w 2119654"/>
              <a:gd name="connsiteY84511" fmla="*/ 378978 h 2398711"/>
              <a:gd name="connsiteX84512" fmla="*/ 891605 w 2119654"/>
              <a:gd name="connsiteY84512" fmla="*/ 378201 h 2398711"/>
              <a:gd name="connsiteX84513" fmla="*/ 891513 w 2119654"/>
              <a:gd name="connsiteY84513" fmla="*/ 378125 h 2398711"/>
              <a:gd name="connsiteX84514" fmla="*/ 889993 w 2119654"/>
              <a:gd name="connsiteY84514" fmla="*/ 381281 h 2398711"/>
              <a:gd name="connsiteX84515" fmla="*/ 890331 w 2119654"/>
              <a:gd name="connsiteY84515" fmla="*/ 381844 h 2398711"/>
              <a:gd name="connsiteX84516" fmla="*/ 890423 w 2119654"/>
              <a:gd name="connsiteY84516" fmla="*/ 381581 h 2398711"/>
              <a:gd name="connsiteX84517" fmla="*/ 837743 w 2119654"/>
              <a:gd name="connsiteY84517" fmla="*/ 498242 h 2398711"/>
              <a:gd name="connsiteX84518" fmla="*/ 837207 w 2119654"/>
              <a:gd name="connsiteY84518" fmla="*/ 499639 h 2398711"/>
              <a:gd name="connsiteX84519" fmla="*/ 837940 w 2119654"/>
              <a:gd name="connsiteY84519" fmla="*/ 500116 h 2398711"/>
              <a:gd name="connsiteX84520" fmla="*/ 838442 w 2119654"/>
              <a:gd name="connsiteY84520" fmla="*/ 498923 h 2398711"/>
              <a:gd name="connsiteX84521" fmla="*/ 838089 w 2119654"/>
              <a:gd name="connsiteY84521" fmla="*/ 497340 h 2398711"/>
              <a:gd name="connsiteX84522" fmla="*/ 837939 w 2119654"/>
              <a:gd name="connsiteY84522" fmla="*/ 497730 h 2398711"/>
              <a:gd name="connsiteX84523" fmla="*/ 838773 w 2119654"/>
              <a:gd name="connsiteY84523" fmla="*/ 498138 h 2398711"/>
              <a:gd name="connsiteX84524" fmla="*/ 838934 w 2119654"/>
              <a:gd name="connsiteY84524" fmla="*/ 497754 h 2398711"/>
              <a:gd name="connsiteX84525" fmla="*/ 890746 w 2119654"/>
              <a:gd name="connsiteY84525" fmla="*/ 379353 h 2398711"/>
              <a:gd name="connsiteX84526" fmla="*/ 891007 w 2119654"/>
              <a:gd name="connsiteY84526" fmla="*/ 379911 h 2398711"/>
              <a:gd name="connsiteX84527" fmla="*/ 891088 w 2119654"/>
              <a:gd name="connsiteY84527" fmla="*/ 379679 h 2398711"/>
              <a:gd name="connsiteX84528" fmla="*/ 890831 w 2119654"/>
              <a:gd name="connsiteY84528" fmla="*/ 379218 h 2398711"/>
              <a:gd name="connsiteX84529" fmla="*/ 867543 w 2119654"/>
              <a:gd name="connsiteY84529" fmla="*/ 431208 h 2398711"/>
              <a:gd name="connsiteX84530" fmla="*/ 867687 w 2119654"/>
              <a:gd name="connsiteY84530" fmla="*/ 431581 h 2398711"/>
              <a:gd name="connsiteX84531" fmla="*/ 872830 w 2119654"/>
              <a:gd name="connsiteY84531" fmla="*/ 437029 h 2398711"/>
              <a:gd name="connsiteX84532" fmla="*/ 873110 w 2119654"/>
              <a:gd name="connsiteY84532" fmla="*/ 435992 h 2398711"/>
              <a:gd name="connsiteX84533" fmla="*/ 873184 w 2119654"/>
              <a:gd name="connsiteY84533" fmla="*/ 435188 h 2398711"/>
              <a:gd name="connsiteX84534" fmla="*/ 868669 w 2119654"/>
              <a:gd name="connsiteY84534" fmla="*/ 429676 h 2398711"/>
              <a:gd name="connsiteX84535" fmla="*/ 838977 w 2119654"/>
              <a:gd name="connsiteY84535" fmla="*/ 495026 h 2398711"/>
              <a:gd name="connsiteX84536" fmla="*/ 838213 w 2119654"/>
              <a:gd name="connsiteY84536" fmla="*/ 497018 h 2398711"/>
              <a:gd name="connsiteX84537" fmla="*/ 839073 w 2119654"/>
              <a:gd name="connsiteY84537" fmla="*/ 497425 h 2398711"/>
              <a:gd name="connsiteX84538" fmla="*/ 839598 w 2119654"/>
              <a:gd name="connsiteY84538" fmla="*/ 496180 h 2398711"/>
              <a:gd name="connsiteX84539" fmla="*/ 850517 w 2119654"/>
              <a:gd name="connsiteY84539" fmla="*/ 469072 h 2398711"/>
              <a:gd name="connsiteX84540" fmla="*/ 850469 w 2119654"/>
              <a:gd name="connsiteY84540" fmla="*/ 469661 h 2398711"/>
              <a:gd name="connsiteX84541" fmla="*/ 850490 w 2119654"/>
              <a:gd name="connsiteY84541" fmla="*/ 469712 h 2398711"/>
              <a:gd name="connsiteX84542" fmla="*/ 850503 w 2119654"/>
              <a:gd name="connsiteY84542" fmla="*/ 469728 h 2398711"/>
              <a:gd name="connsiteX84543" fmla="*/ 850614 w 2119654"/>
              <a:gd name="connsiteY84543" fmla="*/ 469189 h 2398711"/>
              <a:gd name="connsiteX84544" fmla="*/ 330853 w 2119654"/>
              <a:gd name="connsiteY84544" fmla="*/ 1632674 h 2398711"/>
              <a:gd name="connsiteX84545" fmla="*/ 334134 w 2119654"/>
              <a:gd name="connsiteY84545" fmla="*/ 1636168 h 2398711"/>
              <a:gd name="connsiteX84546" fmla="*/ 335866 w 2119654"/>
              <a:gd name="connsiteY84546" fmla="*/ 1636490 h 2398711"/>
              <a:gd name="connsiteX84547" fmla="*/ 334995 w 2119654"/>
              <a:gd name="connsiteY84547" fmla="*/ 1635580 h 2398711"/>
              <a:gd name="connsiteX84548" fmla="*/ 332131 w 2119654"/>
              <a:gd name="connsiteY84548" fmla="*/ 1633272 h 2398711"/>
              <a:gd name="connsiteX84549" fmla="*/ 332088 w 2119654"/>
              <a:gd name="connsiteY84549" fmla="*/ 1633085 h 2398711"/>
              <a:gd name="connsiteX84550" fmla="*/ 839389 w 2119654"/>
              <a:gd name="connsiteY84550" fmla="*/ 493952 h 2398711"/>
              <a:gd name="connsiteX84551" fmla="*/ 839118 w 2119654"/>
              <a:gd name="connsiteY84551" fmla="*/ 494659 h 2398711"/>
              <a:gd name="connsiteX84552" fmla="*/ 839746 w 2119654"/>
              <a:gd name="connsiteY84552" fmla="*/ 495828 h 2398711"/>
              <a:gd name="connsiteX84553" fmla="*/ 840135 w 2119654"/>
              <a:gd name="connsiteY84553" fmla="*/ 494905 h 2398711"/>
              <a:gd name="connsiteX84554" fmla="*/ 347768 w 2119654"/>
              <a:gd name="connsiteY84554" fmla="*/ 1594771 h 2398711"/>
              <a:gd name="connsiteX84555" fmla="*/ 348394 w 2119654"/>
              <a:gd name="connsiteY84555" fmla="*/ 1595186 h 2398711"/>
              <a:gd name="connsiteX84556" fmla="*/ 349472 w 2119654"/>
              <a:gd name="connsiteY84556" fmla="*/ 1595765 h 2398711"/>
              <a:gd name="connsiteX84557" fmla="*/ 349932 w 2119654"/>
              <a:gd name="connsiteY84557" fmla="*/ 1591502 h 2398711"/>
              <a:gd name="connsiteX84558" fmla="*/ 349792 w 2119654"/>
              <a:gd name="connsiteY84558" fmla="*/ 1591386 h 2398711"/>
              <a:gd name="connsiteX84559" fmla="*/ 858178 w 2119654"/>
              <a:gd name="connsiteY84559" fmla="*/ 451832 h 2398711"/>
              <a:gd name="connsiteX84560" fmla="*/ 858315 w 2119654"/>
              <a:gd name="connsiteY84560" fmla="*/ 455723 h 2398711"/>
              <a:gd name="connsiteX84561" fmla="*/ 859337 w 2119654"/>
              <a:gd name="connsiteY84561" fmla="*/ 460846 h 2398711"/>
              <a:gd name="connsiteX84562" fmla="*/ 863581 w 2119654"/>
              <a:gd name="connsiteY84562" fmla="*/ 463976 h 2398711"/>
              <a:gd name="connsiteX84563" fmla="*/ 865080 w 2119654"/>
              <a:gd name="connsiteY84563" fmla="*/ 460254 h 2398711"/>
              <a:gd name="connsiteX84564" fmla="*/ 863698 w 2119654"/>
              <a:gd name="connsiteY84564" fmla="*/ 457811 h 2398711"/>
              <a:gd name="connsiteX84565" fmla="*/ 860845 w 2119654"/>
              <a:gd name="connsiteY84565" fmla="*/ 453023 h 2398711"/>
              <a:gd name="connsiteX84566" fmla="*/ 839829 w 2119654"/>
              <a:gd name="connsiteY84566" fmla="*/ 492806 h 2398711"/>
              <a:gd name="connsiteX84567" fmla="*/ 839517 w 2119654"/>
              <a:gd name="connsiteY84567" fmla="*/ 493617 h 2398711"/>
              <a:gd name="connsiteX84568" fmla="*/ 840272 w 2119654"/>
              <a:gd name="connsiteY84568" fmla="*/ 494581 h 2398711"/>
              <a:gd name="connsiteX84569" fmla="*/ 840583 w 2119654"/>
              <a:gd name="connsiteY84569" fmla="*/ 493841 h 2398711"/>
              <a:gd name="connsiteX84570" fmla="*/ 828748 w 2119654"/>
              <a:gd name="connsiteY84570" fmla="*/ 517585 h 2398711"/>
              <a:gd name="connsiteX84571" fmla="*/ 828691 w 2119654"/>
              <a:gd name="connsiteY84571" fmla="*/ 517728 h 2398711"/>
              <a:gd name="connsiteX84572" fmla="*/ 828704 w 2119654"/>
              <a:gd name="connsiteY84572" fmla="*/ 517748 h 2398711"/>
              <a:gd name="connsiteX84573" fmla="*/ 889772 w 2119654"/>
              <a:gd name="connsiteY84573" fmla="*/ 380912 h 2398711"/>
              <a:gd name="connsiteX84574" fmla="*/ 889775 w 2119654"/>
              <a:gd name="connsiteY84574" fmla="*/ 380917 h 2398711"/>
              <a:gd name="connsiteX84575" fmla="*/ 890482 w 2119654"/>
              <a:gd name="connsiteY84575" fmla="*/ 381409 h 2398711"/>
              <a:gd name="connsiteX84576" fmla="*/ 890810 w 2119654"/>
              <a:gd name="connsiteY84576" fmla="*/ 380473 h 2398711"/>
              <a:gd name="connsiteX84577" fmla="*/ 890503 w 2119654"/>
              <a:gd name="connsiteY84577" fmla="*/ 379743 h 2398711"/>
              <a:gd name="connsiteX84578" fmla="*/ 347342 w 2119654"/>
              <a:gd name="connsiteY84578" fmla="*/ 1595484 h 2398711"/>
              <a:gd name="connsiteX84579" fmla="*/ 349405 w 2119654"/>
              <a:gd name="connsiteY84579" fmla="*/ 1596395 h 2398711"/>
              <a:gd name="connsiteX84580" fmla="*/ 349417 w 2119654"/>
              <a:gd name="connsiteY84580" fmla="*/ 1596278 h 2398711"/>
              <a:gd name="connsiteX84581" fmla="*/ 347592 w 2119654"/>
              <a:gd name="connsiteY84581" fmla="*/ 1595066 h 2398711"/>
              <a:gd name="connsiteX84582" fmla="*/ 840160 w 2119654"/>
              <a:gd name="connsiteY84582" fmla="*/ 491943 h 2398711"/>
              <a:gd name="connsiteX84583" fmla="*/ 840076 w 2119654"/>
              <a:gd name="connsiteY84583" fmla="*/ 492161 h 2398711"/>
              <a:gd name="connsiteX84584" fmla="*/ 840845 w 2119654"/>
              <a:gd name="connsiteY84584" fmla="*/ 493219 h 2398711"/>
              <a:gd name="connsiteX84585" fmla="*/ 840895 w 2119654"/>
              <a:gd name="connsiteY84585" fmla="*/ 493099 h 2398711"/>
              <a:gd name="connsiteX84586" fmla="*/ 854698 w 2119654"/>
              <a:gd name="connsiteY84586" fmla="*/ 459388 h 2398711"/>
              <a:gd name="connsiteX84587" fmla="*/ 854310 w 2119654"/>
              <a:gd name="connsiteY84587" fmla="*/ 461261 h 2398711"/>
              <a:gd name="connsiteX84588" fmla="*/ 854678 w 2119654"/>
              <a:gd name="connsiteY84588" fmla="*/ 461528 h 2398711"/>
              <a:gd name="connsiteX84589" fmla="*/ 854765 w 2119654"/>
              <a:gd name="connsiteY84589" fmla="*/ 461329 h 2398711"/>
              <a:gd name="connsiteX84590" fmla="*/ 899089 w 2119654"/>
              <a:gd name="connsiteY84590" fmla="*/ 359922 h 2398711"/>
              <a:gd name="connsiteX84591" fmla="*/ 896843 w 2119654"/>
              <a:gd name="connsiteY84591" fmla="*/ 366340 h 2398711"/>
              <a:gd name="connsiteX84592" fmla="*/ 897557 w 2119654"/>
              <a:gd name="connsiteY84592" fmla="*/ 366753 h 2398711"/>
              <a:gd name="connsiteX84593" fmla="*/ 900978 w 2119654"/>
              <a:gd name="connsiteY84593" fmla="*/ 361277 h 2398711"/>
              <a:gd name="connsiteX84594" fmla="*/ 347006 w 2119654"/>
              <a:gd name="connsiteY84594" fmla="*/ 1596046 h 2398711"/>
              <a:gd name="connsiteX84595" fmla="*/ 349269 w 2119654"/>
              <a:gd name="connsiteY84595" fmla="*/ 1597652 h 2398711"/>
              <a:gd name="connsiteX84596" fmla="*/ 349373 w 2119654"/>
              <a:gd name="connsiteY84596" fmla="*/ 1596693 h 2398711"/>
              <a:gd name="connsiteX84597" fmla="*/ 347195 w 2119654"/>
              <a:gd name="connsiteY84597" fmla="*/ 1595731 h 2398711"/>
              <a:gd name="connsiteX84598" fmla="*/ 346764 w 2119654"/>
              <a:gd name="connsiteY84598" fmla="*/ 1596451 h 2398711"/>
              <a:gd name="connsiteX84599" fmla="*/ 347080 w 2119654"/>
              <a:gd name="connsiteY84599" fmla="*/ 1596751 h 2398711"/>
              <a:gd name="connsiteX84600" fmla="*/ 347865 w 2119654"/>
              <a:gd name="connsiteY84600" fmla="*/ 1597374 h 2398711"/>
              <a:gd name="connsiteX84601" fmla="*/ 349036 w 2119654"/>
              <a:gd name="connsiteY84601" fmla="*/ 1597686 h 2398711"/>
              <a:gd name="connsiteX84602" fmla="*/ 346923 w 2119654"/>
              <a:gd name="connsiteY84602" fmla="*/ 1596186 h 2398711"/>
              <a:gd name="connsiteX84603" fmla="*/ 268805 w 2119654"/>
              <a:gd name="connsiteY84603" fmla="*/ 1770981 h 2398711"/>
              <a:gd name="connsiteX84604" fmla="*/ 269731 w 2119654"/>
              <a:gd name="connsiteY84604" fmla="*/ 1771694 h 2398711"/>
              <a:gd name="connsiteX84605" fmla="*/ 301748 w 2119654"/>
              <a:gd name="connsiteY84605" fmla="*/ 1778488 h 2398711"/>
              <a:gd name="connsiteX84606" fmla="*/ 302054 w 2119654"/>
              <a:gd name="connsiteY84606" fmla="*/ 1778446 h 2398711"/>
              <a:gd name="connsiteX84607" fmla="*/ 287764 w 2119654"/>
              <a:gd name="connsiteY84607" fmla="*/ 1772058 h 2398711"/>
              <a:gd name="connsiteX84608" fmla="*/ 887254 w 2119654"/>
              <a:gd name="connsiteY84608" fmla="*/ 386133 h 2398711"/>
              <a:gd name="connsiteX84609" fmla="*/ 887398 w 2119654"/>
              <a:gd name="connsiteY84609" fmla="*/ 390227 h 2398711"/>
              <a:gd name="connsiteX84610" fmla="*/ 888319 w 2119654"/>
              <a:gd name="connsiteY84610" fmla="*/ 387593 h 2398711"/>
              <a:gd name="connsiteX84611" fmla="*/ 865902 w 2119654"/>
              <a:gd name="connsiteY84611" fmla="*/ 433439 h 2398711"/>
              <a:gd name="connsiteX84612" fmla="*/ 866993 w 2119654"/>
              <a:gd name="connsiteY84612" fmla="*/ 434410 h 2398711"/>
              <a:gd name="connsiteX84613" fmla="*/ 866737 w 2119654"/>
              <a:gd name="connsiteY84613" fmla="*/ 433564 h 2398711"/>
              <a:gd name="connsiteX84614" fmla="*/ 866215 w 2119654"/>
              <a:gd name="connsiteY84614" fmla="*/ 433015 h 2398711"/>
              <a:gd name="connsiteX84615" fmla="*/ 842590 w 2119654"/>
              <a:gd name="connsiteY84615" fmla="*/ 485609 h 2398711"/>
              <a:gd name="connsiteX84616" fmla="*/ 840616 w 2119654"/>
              <a:gd name="connsiteY84616" fmla="*/ 490754 h 2398711"/>
              <a:gd name="connsiteX84617" fmla="*/ 840928 w 2119654"/>
              <a:gd name="connsiteY84617" fmla="*/ 491244 h 2398711"/>
              <a:gd name="connsiteX84618" fmla="*/ 841418 w 2119654"/>
              <a:gd name="connsiteY84618" fmla="*/ 491870 h 2398711"/>
              <a:gd name="connsiteX84619" fmla="*/ 842219 w 2119654"/>
              <a:gd name="connsiteY84619" fmla="*/ 490038 h 2398711"/>
              <a:gd name="connsiteX84620" fmla="*/ 833207 w 2119654"/>
              <a:gd name="connsiteY84620" fmla="*/ 506365 h 2398711"/>
              <a:gd name="connsiteX84621" fmla="*/ 833069 w 2119654"/>
              <a:gd name="connsiteY84621" fmla="*/ 506713 h 2398711"/>
              <a:gd name="connsiteX84622" fmla="*/ 833405 w 2119654"/>
              <a:gd name="connsiteY84622" fmla="*/ 507039 h 2398711"/>
              <a:gd name="connsiteX84623" fmla="*/ 833548 w 2119654"/>
              <a:gd name="connsiteY84623" fmla="*/ 506669 h 2398711"/>
              <a:gd name="connsiteX84624" fmla="*/ 833673 w 2119654"/>
              <a:gd name="connsiteY84624" fmla="*/ 505191 h 2398711"/>
              <a:gd name="connsiteX84625" fmla="*/ 833408 w 2119654"/>
              <a:gd name="connsiteY84625" fmla="*/ 505860 h 2398711"/>
              <a:gd name="connsiteX84626" fmla="*/ 833743 w 2119654"/>
              <a:gd name="connsiteY84626" fmla="*/ 506159 h 2398711"/>
              <a:gd name="connsiteX84627" fmla="*/ 833994 w 2119654"/>
              <a:gd name="connsiteY84627" fmla="*/ 505503 h 2398711"/>
              <a:gd name="connsiteX84628" fmla="*/ 305850 w 2119654"/>
              <a:gd name="connsiteY84628" fmla="*/ 1687064 h 2398711"/>
              <a:gd name="connsiteX84629" fmla="*/ 305946 w 2119654"/>
              <a:gd name="connsiteY84629" fmla="*/ 1687110 h 2398711"/>
              <a:gd name="connsiteX84630" fmla="*/ 306034 w 2119654"/>
              <a:gd name="connsiteY84630" fmla="*/ 1687150 h 2398711"/>
              <a:gd name="connsiteX84631" fmla="*/ 305975 w 2119654"/>
              <a:gd name="connsiteY84631" fmla="*/ 1687075 h 2398711"/>
              <a:gd name="connsiteX84632" fmla="*/ 850009 w 2119654"/>
              <a:gd name="connsiteY84632" fmla="*/ 468463 h 2398711"/>
              <a:gd name="connsiteX84633" fmla="*/ 850158 w 2119654"/>
              <a:gd name="connsiteY84633" fmla="*/ 468850 h 2398711"/>
              <a:gd name="connsiteX84634" fmla="*/ 850176 w 2119654"/>
              <a:gd name="connsiteY84634" fmla="*/ 468663 h 2398711"/>
              <a:gd name="connsiteX84635" fmla="*/ 887215 w 2119654"/>
              <a:gd name="connsiteY84635" fmla="*/ 385007 h 2398711"/>
              <a:gd name="connsiteX84636" fmla="*/ 887246 w 2119654"/>
              <a:gd name="connsiteY84636" fmla="*/ 385901 h 2398711"/>
              <a:gd name="connsiteX84637" fmla="*/ 888371 w 2119654"/>
              <a:gd name="connsiteY84637" fmla="*/ 387445 h 2398711"/>
              <a:gd name="connsiteX84638" fmla="*/ 890177 w 2119654"/>
              <a:gd name="connsiteY84638" fmla="*/ 382282 h 2398711"/>
              <a:gd name="connsiteX84639" fmla="*/ 889569 w 2119654"/>
              <a:gd name="connsiteY84639" fmla="*/ 381238 h 2398711"/>
              <a:gd name="connsiteX84640" fmla="*/ 864745 w 2119654"/>
              <a:gd name="connsiteY84640" fmla="*/ 435013 h 2398711"/>
              <a:gd name="connsiteX84641" fmla="*/ 867902 w 2119654"/>
              <a:gd name="connsiteY84641" fmla="*/ 440445 h 2398711"/>
              <a:gd name="connsiteX84642" fmla="*/ 869029 w 2119654"/>
              <a:gd name="connsiteY84642" fmla="*/ 441129 h 2398711"/>
              <a:gd name="connsiteX84643" fmla="*/ 867907 w 2119654"/>
              <a:gd name="connsiteY84643" fmla="*/ 437425 h 2398711"/>
              <a:gd name="connsiteX84644" fmla="*/ 865057 w 2119654"/>
              <a:gd name="connsiteY84644" fmla="*/ 434589 h 2398711"/>
              <a:gd name="connsiteX84645" fmla="*/ 836663 w 2119654"/>
              <a:gd name="connsiteY84645" fmla="*/ 497673 h 2398711"/>
              <a:gd name="connsiteX84646" fmla="*/ 836154 w 2119654"/>
              <a:gd name="connsiteY84646" fmla="*/ 498952 h 2398711"/>
              <a:gd name="connsiteX84647" fmla="*/ 836438 w 2119654"/>
              <a:gd name="connsiteY84647" fmla="*/ 499136 h 2398711"/>
              <a:gd name="connsiteX84648" fmla="*/ 836945 w 2119654"/>
              <a:gd name="connsiteY84648" fmla="*/ 497812 h 2398711"/>
              <a:gd name="connsiteX84649" fmla="*/ 837005 w 2119654"/>
              <a:gd name="connsiteY84649" fmla="*/ 496810 h 2398711"/>
              <a:gd name="connsiteX84650" fmla="*/ 837000 w 2119654"/>
              <a:gd name="connsiteY84650" fmla="*/ 496825 h 2398711"/>
              <a:gd name="connsiteX84651" fmla="*/ 837236 w 2119654"/>
              <a:gd name="connsiteY84651" fmla="*/ 497055 h 2398711"/>
              <a:gd name="connsiteX84652" fmla="*/ 837279 w 2119654"/>
              <a:gd name="connsiteY84652" fmla="*/ 496943 h 2398711"/>
              <a:gd name="connsiteX84653" fmla="*/ 828080 w 2119654"/>
              <a:gd name="connsiteY84653" fmla="*/ 516577 h 2398711"/>
              <a:gd name="connsiteX84654" fmla="*/ 828077 w 2119654"/>
              <a:gd name="connsiteY84654" fmla="*/ 516882 h 2398711"/>
              <a:gd name="connsiteX84655" fmla="*/ 828413 w 2119654"/>
              <a:gd name="connsiteY84655" fmla="*/ 517346 h 2398711"/>
              <a:gd name="connsiteX84656" fmla="*/ 828610 w 2119654"/>
              <a:gd name="connsiteY84656" fmla="*/ 516848 h 2398711"/>
              <a:gd name="connsiteX84657" fmla="*/ 838250 w 2119654"/>
              <a:gd name="connsiteY84657" fmla="*/ 493677 h 2398711"/>
              <a:gd name="connsiteX84658" fmla="*/ 837127 w 2119654"/>
              <a:gd name="connsiteY84658" fmla="*/ 496504 h 2398711"/>
              <a:gd name="connsiteX84659" fmla="*/ 837398 w 2119654"/>
              <a:gd name="connsiteY84659" fmla="*/ 496632 h 2398711"/>
              <a:gd name="connsiteX84660" fmla="*/ 838415 w 2119654"/>
              <a:gd name="connsiteY84660" fmla="*/ 493983 h 2398711"/>
              <a:gd name="connsiteX84661" fmla="*/ 863957 w 2119654"/>
              <a:gd name="connsiteY84661" fmla="*/ 436086 h 2398711"/>
              <a:gd name="connsiteX84662" fmla="*/ 864920 w 2119654"/>
              <a:gd name="connsiteY84662" fmla="*/ 438614 h 2398711"/>
              <a:gd name="connsiteX84663" fmla="*/ 865578 w 2119654"/>
              <a:gd name="connsiteY84663" fmla="*/ 439040 h 2398711"/>
              <a:gd name="connsiteX84664" fmla="*/ 864935 w 2119654"/>
              <a:gd name="connsiteY84664" fmla="*/ 438652 h 2398711"/>
              <a:gd name="connsiteX84665" fmla="*/ 865603 w 2119654"/>
              <a:gd name="connsiteY84665" fmla="*/ 440408 h 2398711"/>
              <a:gd name="connsiteX84666" fmla="*/ 868023 w 2119654"/>
              <a:gd name="connsiteY84666" fmla="*/ 441369 h 2398711"/>
              <a:gd name="connsiteX84667" fmla="*/ 867329 w 2119654"/>
              <a:gd name="connsiteY84667" fmla="*/ 440177 h 2398711"/>
              <a:gd name="connsiteX84668" fmla="*/ 865578 w 2119654"/>
              <a:gd name="connsiteY84668" fmla="*/ 439040 h 2398711"/>
              <a:gd name="connsiteX84669" fmla="*/ 867261 w 2119654"/>
              <a:gd name="connsiteY84669" fmla="*/ 440057 h 2398711"/>
              <a:gd name="connsiteX84670" fmla="*/ 864514 w 2119654"/>
              <a:gd name="connsiteY84670" fmla="*/ 435329 h 2398711"/>
              <a:gd name="connsiteX84671" fmla="*/ 903136 w 2119654"/>
              <a:gd name="connsiteY84671" fmla="*/ 348352 h 2398711"/>
              <a:gd name="connsiteX84672" fmla="*/ 899227 w 2119654"/>
              <a:gd name="connsiteY84672" fmla="*/ 359525 h 2398711"/>
              <a:gd name="connsiteX84673" fmla="*/ 901192 w 2119654"/>
              <a:gd name="connsiteY84673" fmla="*/ 360933 h 2398711"/>
              <a:gd name="connsiteX84674" fmla="*/ 906103 w 2119654"/>
              <a:gd name="connsiteY84674" fmla="*/ 353070 h 2398711"/>
              <a:gd name="connsiteX84675" fmla="*/ 890279 w 2119654"/>
              <a:gd name="connsiteY84675" fmla="*/ 377093 h 2398711"/>
              <a:gd name="connsiteX84676" fmla="*/ 890666 w 2119654"/>
              <a:gd name="connsiteY84676" fmla="*/ 377787 h 2398711"/>
              <a:gd name="connsiteX84677" fmla="*/ 890818 w 2119654"/>
              <a:gd name="connsiteY84677" fmla="*/ 377544 h 2398711"/>
              <a:gd name="connsiteX84678" fmla="*/ 838561 w 2119654"/>
              <a:gd name="connsiteY84678" fmla="*/ 492896 h 2398711"/>
              <a:gd name="connsiteX84679" fmla="*/ 838395 w 2119654"/>
              <a:gd name="connsiteY84679" fmla="*/ 493314 h 2398711"/>
              <a:gd name="connsiteX84680" fmla="*/ 838556 w 2119654"/>
              <a:gd name="connsiteY84680" fmla="*/ 493615 h 2398711"/>
              <a:gd name="connsiteX84681" fmla="*/ 838743 w 2119654"/>
              <a:gd name="connsiteY84681" fmla="*/ 493128 h 2398711"/>
              <a:gd name="connsiteX84682" fmla="*/ 819322 w 2119654"/>
              <a:gd name="connsiteY84682" fmla="*/ 535896 h 2398711"/>
              <a:gd name="connsiteX84683" fmla="*/ 819353 w 2119654"/>
              <a:gd name="connsiteY84683" fmla="*/ 536229 h 2398711"/>
              <a:gd name="connsiteX84684" fmla="*/ 819704 w 2119654"/>
              <a:gd name="connsiteY84684" fmla="*/ 536417 h 2398711"/>
              <a:gd name="connsiteX84685" fmla="*/ 819625 w 2119654"/>
              <a:gd name="connsiteY84685" fmla="*/ 536195 h 2398711"/>
              <a:gd name="connsiteX84686" fmla="*/ 839031 w 2119654"/>
              <a:gd name="connsiteY84686" fmla="*/ 491713 h 2398711"/>
              <a:gd name="connsiteX84687" fmla="*/ 838692 w 2119654"/>
              <a:gd name="connsiteY84687" fmla="*/ 492564 h 2398711"/>
              <a:gd name="connsiteX84688" fmla="*/ 838871 w 2119654"/>
              <a:gd name="connsiteY84688" fmla="*/ 492793 h 2398711"/>
              <a:gd name="connsiteX84689" fmla="*/ 839198 w 2119654"/>
              <a:gd name="connsiteY84689" fmla="*/ 491941 h 2398711"/>
              <a:gd name="connsiteX84690" fmla="*/ 839409 w 2119654"/>
              <a:gd name="connsiteY84690" fmla="*/ 490761 h 2398711"/>
              <a:gd name="connsiteX84691" fmla="*/ 839286 w 2119654"/>
              <a:gd name="connsiteY84691" fmla="*/ 491071 h 2398711"/>
              <a:gd name="connsiteX84692" fmla="*/ 839447 w 2119654"/>
              <a:gd name="connsiteY84692" fmla="*/ 491293 h 2398711"/>
              <a:gd name="connsiteX84693" fmla="*/ 839560 w 2119654"/>
              <a:gd name="connsiteY84693" fmla="*/ 490999 h 2398711"/>
              <a:gd name="connsiteX84694" fmla="*/ 889919 w 2119654"/>
              <a:gd name="connsiteY84694" fmla="*/ 377585 h 2398711"/>
              <a:gd name="connsiteX84695" fmla="*/ 890293 w 2119654"/>
              <a:gd name="connsiteY84695" fmla="*/ 378385 h 2398711"/>
              <a:gd name="connsiteX84696" fmla="*/ 890331 w 2119654"/>
              <a:gd name="connsiteY84696" fmla="*/ 378323 h 2398711"/>
              <a:gd name="connsiteX84697" fmla="*/ 326726 w 2119654"/>
              <a:gd name="connsiteY84697" fmla="*/ 1638626 h 2398711"/>
              <a:gd name="connsiteX84698" fmla="*/ 326821 w 2119654"/>
              <a:gd name="connsiteY84698" fmla="*/ 1638700 h 2398711"/>
              <a:gd name="connsiteX84699" fmla="*/ 326774 w 2119654"/>
              <a:gd name="connsiteY84699" fmla="*/ 1638646 h 2398711"/>
              <a:gd name="connsiteX84700" fmla="*/ 904011 w 2119654"/>
              <a:gd name="connsiteY84700" fmla="*/ 345852 h 2398711"/>
              <a:gd name="connsiteX84701" fmla="*/ 903295 w 2119654"/>
              <a:gd name="connsiteY84701" fmla="*/ 347898 h 2398711"/>
              <a:gd name="connsiteX84702" fmla="*/ 906428 w 2119654"/>
              <a:gd name="connsiteY84702" fmla="*/ 352551 h 2398711"/>
              <a:gd name="connsiteX84703" fmla="*/ 906666 w 2119654"/>
              <a:gd name="connsiteY84703" fmla="*/ 352170 h 2398711"/>
              <a:gd name="connsiteX84704" fmla="*/ 308828 w 2119654"/>
              <a:gd name="connsiteY84704" fmla="*/ 1678554 h 2398711"/>
              <a:gd name="connsiteX84705" fmla="*/ 308884 w 2119654"/>
              <a:gd name="connsiteY84705" fmla="*/ 1678627 h 2398711"/>
              <a:gd name="connsiteX84706" fmla="*/ 320389 w 2119654"/>
              <a:gd name="connsiteY84706" fmla="*/ 1680808 h 2398711"/>
              <a:gd name="connsiteX84707" fmla="*/ 318917 w 2119654"/>
              <a:gd name="connsiteY84707" fmla="*/ 1679929 h 2398711"/>
              <a:gd name="connsiteX84708" fmla="*/ 832554 w 2119654"/>
              <a:gd name="connsiteY84708" fmla="*/ 505784 h 2398711"/>
              <a:gd name="connsiteX84709" fmla="*/ 832463 w 2119654"/>
              <a:gd name="connsiteY84709" fmla="*/ 506126 h 2398711"/>
              <a:gd name="connsiteX84710" fmla="*/ 832758 w 2119654"/>
              <a:gd name="connsiteY84710" fmla="*/ 506412 h 2398711"/>
              <a:gd name="connsiteX84711" fmla="*/ 832889 w 2119654"/>
              <a:gd name="connsiteY84711" fmla="*/ 506082 h 2398711"/>
              <a:gd name="connsiteX84712" fmla="*/ 331512 w 2119654"/>
              <a:gd name="connsiteY84712" fmla="*/ 1627647 h 2398711"/>
              <a:gd name="connsiteX84713" fmla="*/ 332783 w 2119654"/>
              <a:gd name="connsiteY84713" fmla="*/ 1628975 h 2398711"/>
              <a:gd name="connsiteX84714" fmla="*/ 337066 w 2119654"/>
              <a:gd name="connsiteY84714" fmla="*/ 1632492 h 2398711"/>
              <a:gd name="connsiteX84715" fmla="*/ 337547 w 2119654"/>
              <a:gd name="connsiteY84715" fmla="*/ 1632722 h 2398711"/>
              <a:gd name="connsiteX84716" fmla="*/ 339181 w 2119654"/>
              <a:gd name="connsiteY84716" fmla="*/ 1633299 h 2398711"/>
              <a:gd name="connsiteX84717" fmla="*/ 334200 w 2119654"/>
              <a:gd name="connsiteY84717" fmla="*/ 1628364 h 2398711"/>
              <a:gd name="connsiteX84718" fmla="*/ 334159 w 2119654"/>
              <a:gd name="connsiteY84718" fmla="*/ 1628045 h 2398711"/>
              <a:gd name="connsiteX84719" fmla="*/ 339621 w 2119654"/>
              <a:gd name="connsiteY84719" fmla="*/ 1633454 h 2398711"/>
              <a:gd name="connsiteX84720" fmla="*/ 348353 w 2119654"/>
              <a:gd name="connsiteY84720" fmla="*/ 1636543 h 2398711"/>
              <a:gd name="connsiteX84721" fmla="*/ 348321 w 2119654"/>
              <a:gd name="connsiteY84721" fmla="*/ 1634043 h 2398711"/>
              <a:gd name="connsiteX84722" fmla="*/ 337156 w 2119654"/>
              <a:gd name="connsiteY84722" fmla="*/ 1627386 h 2398711"/>
              <a:gd name="connsiteX84723" fmla="*/ 907834 w 2119654"/>
              <a:gd name="connsiteY84723" fmla="*/ 336930 h 2398711"/>
              <a:gd name="connsiteX84724" fmla="*/ 908026 w 2119654"/>
              <a:gd name="connsiteY84724" fmla="*/ 337373 h 2398711"/>
              <a:gd name="connsiteX84725" fmla="*/ 911041 w 2119654"/>
              <a:gd name="connsiteY84725" fmla="*/ 345163 h 2398711"/>
              <a:gd name="connsiteX84726" fmla="*/ 912602 w 2119654"/>
              <a:gd name="connsiteY84726" fmla="*/ 342663 h 2398711"/>
              <a:gd name="connsiteX84727" fmla="*/ 284213 w 2119654"/>
              <a:gd name="connsiteY84727" fmla="*/ 1733287 h 2398711"/>
              <a:gd name="connsiteX84728" fmla="*/ 287383 w 2119654"/>
              <a:gd name="connsiteY84728" fmla="*/ 1736057 h 2398711"/>
              <a:gd name="connsiteX84729" fmla="*/ 301636 w 2119654"/>
              <a:gd name="connsiteY84729" fmla="*/ 1740098 h 2398711"/>
              <a:gd name="connsiteX84730" fmla="*/ 324201 w 2119654"/>
              <a:gd name="connsiteY84730" fmla="*/ 1746161 h 2398711"/>
              <a:gd name="connsiteX84731" fmla="*/ 325225 w 2119654"/>
              <a:gd name="connsiteY84731" fmla="*/ 1744384 h 2398711"/>
              <a:gd name="connsiteX84732" fmla="*/ 325502 w 2119654"/>
              <a:gd name="connsiteY84732" fmla="*/ 1743918 h 2398711"/>
              <a:gd name="connsiteX84733" fmla="*/ 308504 w 2119654"/>
              <a:gd name="connsiteY84733" fmla="*/ 1737756 h 2398711"/>
              <a:gd name="connsiteX84734" fmla="*/ 858056 w 2119654"/>
              <a:gd name="connsiteY84734" fmla="*/ 448339 h 2398711"/>
              <a:gd name="connsiteX84735" fmla="*/ 858093 w 2119654"/>
              <a:gd name="connsiteY84735" fmla="*/ 449411 h 2398711"/>
              <a:gd name="connsiteX84736" fmla="*/ 858912 w 2119654"/>
              <a:gd name="connsiteY84736" fmla="*/ 449776 h 2398711"/>
              <a:gd name="connsiteX84737" fmla="*/ 314869 w 2119654"/>
              <a:gd name="connsiteY84737" fmla="*/ 1664587 h 2398711"/>
              <a:gd name="connsiteX84738" fmla="*/ 316412 w 2119654"/>
              <a:gd name="connsiteY84738" fmla="*/ 1665827 h 2398711"/>
              <a:gd name="connsiteX84739" fmla="*/ 318127 w 2119654"/>
              <a:gd name="connsiteY84739" fmla="*/ 1666300 h 2398711"/>
              <a:gd name="connsiteX84740" fmla="*/ 819256 w 2119654"/>
              <a:gd name="connsiteY84740" fmla="*/ 535163 h 2398711"/>
              <a:gd name="connsiteX84741" fmla="*/ 819267 w 2119654"/>
              <a:gd name="connsiteY84741" fmla="*/ 535277 h 2398711"/>
              <a:gd name="connsiteX84742" fmla="*/ 819314 w 2119654"/>
              <a:gd name="connsiteY84742" fmla="*/ 535323 h 2398711"/>
              <a:gd name="connsiteX84743" fmla="*/ 842397 w 2119654"/>
              <a:gd name="connsiteY84743" fmla="*/ 483246 h 2398711"/>
              <a:gd name="connsiteX84744" fmla="*/ 839875 w 2119654"/>
              <a:gd name="connsiteY84744" fmla="*/ 489589 h 2398711"/>
              <a:gd name="connsiteX84745" fmla="*/ 840016 w 2119654"/>
              <a:gd name="connsiteY84745" fmla="*/ 489811 h 2398711"/>
              <a:gd name="connsiteX84746" fmla="*/ 842500 w 2119654"/>
              <a:gd name="connsiteY84746" fmla="*/ 483336 h 2398711"/>
              <a:gd name="connsiteX84747" fmla="*/ 832910 w 2119654"/>
              <a:gd name="connsiteY84747" fmla="*/ 504451 h 2398711"/>
              <a:gd name="connsiteX84748" fmla="*/ 832701 w 2119654"/>
              <a:gd name="connsiteY84748" fmla="*/ 505230 h 2398711"/>
              <a:gd name="connsiteX84749" fmla="*/ 833090 w 2119654"/>
              <a:gd name="connsiteY84749" fmla="*/ 505577 h 2398711"/>
              <a:gd name="connsiteX84750" fmla="*/ 833363 w 2119654"/>
              <a:gd name="connsiteY84750" fmla="*/ 504891 h 2398711"/>
              <a:gd name="connsiteX84751" fmla="*/ 828092 w 2119654"/>
              <a:gd name="connsiteY84751" fmla="*/ 515222 h 2398711"/>
              <a:gd name="connsiteX84752" fmla="*/ 828082 w 2119654"/>
              <a:gd name="connsiteY84752" fmla="*/ 516319 h 2398711"/>
              <a:gd name="connsiteX84753" fmla="*/ 828696 w 2119654"/>
              <a:gd name="connsiteY84753" fmla="*/ 516633 h 2398711"/>
              <a:gd name="connsiteX84754" fmla="*/ 828928 w 2119654"/>
              <a:gd name="connsiteY84754" fmla="*/ 516049 h 2398711"/>
              <a:gd name="connsiteX84755" fmla="*/ 828444 w 2119654"/>
              <a:gd name="connsiteY84755" fmla="*/ 515477 h 2398711"/>
              <a:gd name="connsiteX84756" fmla="*/ 842710 w 2119654"/>
              <a:gd name="connsiteY84756" fmla="*/ 482456 h 2398711"/>
              <a:gd name="connsiteX84757" fmla="*/ 842487 w 2119654"/>
              <a:gd name="connsiteY84757" fmla="*/ 483017 h 2398711"/>
              <a:gd name="connsiteX84758" fmla="*/ 842590 w 2119654"/>
              <a:gd name="connsiteY84758" fmla="*/ 483102 h 2398711"/>
              <a:gd name="connsiteX84759" fmla="*/ 842810 w 2119654"/>
              <a:gd name="connsiteY84759" fmla="*/ 482528 h 2398711"/>
              <a:gd name="connsiteX84760" fmla="*/ 851709 w 2119654"/>
              <a:gd name="connsiteY84760" fmla="*/ 462285 h 2398711"/>
              <a:gd name="connsiteX84761" fmla="*/ 851732 w 2119654"/>
              <a:gd name="connsiteY84761" fmla="*/ 462313 h 2398711"/>
              <a:gd name="connsiteX84762" fmla="*/ 851720 w 2119654"/>
              <a:gd name="connsiteY84762" fmla="*/ 462290 h 2398711"/>
              <a:gd name="connsiteX84763" fmla="*/ 850535 w 2119654"/>
              <a:gd name="connsiteY84763" fmla="*/ 464903 h 2398711"/>
              <a:gd name="connsiteX84764" fmla="*/ 849589 w 2119654"/>
              <a:gd name="connsiteY84764" fmla="*/ 467367 h 2398711"/>
              <a:gd name="connsiteX84765" fmla="*/ 849820 w 2119654"/>
              <a:gd name="connsiteY84765" fmla="*/ 467968 h 2398711"/>
              <a:gd name="connsiteX84766" fmla="*/ 850199 w 2119654"/>
              <a:gd name="connsiteY84766" fmla="*/ 468424 h 2398711"/>
              <a:gd name="connsiteX84767" fmla="*/ 842894 w 2119654"/>
              <a:gd name="connsiteY84767" fmla="*/ 481995 h 2398711"/>
              <a:gd name="connsiteX84768" fmla="*/ 842825 w 2119654"/>
              <a:gd name="connsiteY84768" fmla="*/ 482169 h 2398711"/>
              <a:gd name="connsiteX84769" fmla="*/ 842876 w 2119654"/>
              <a:gd name="connsiteY84769" fmla="*/ 482206 h 2398711"/>
              <a:gd name="connsiteX84770" fmla="*/ 905389 w 2119654"/>
              <a:gd name="connsiteY84770" fmla="*/ 341915 h 2398711"/>
              <a:gd name="connsiteX84771" fmla="*/ 904442 w 2119654"/>
              <a:gd name="connsiteY84771" fmla="*/ 344621 h 2398711"/>
              <a:gd name="connsiteX84772" fmla="*/ 905142 w 2119654"/>
              <a:gd name="connsiteY84772" fmla="*/ 346117 h 2398711"/>
              <a:gd name="connsiteX84773" fmla="*/ 907275 w 2119654"/>
              <a:gd name="connsiteY84773" fmla="*/ 351193 h 2398711"/>
              <a:gd name="connsiteX84774" fmla="*/ 910019 w 2119654"/>
              <a:gd name="connsiteY84774" fmla="*/ 346800 h 2398711"/>
              <a:gd name="connsiteX84775" fmla="*/ 851459 w 2119654"/>
              <a:gd name="connsiteY84775" fmla="*/ 462494 h 2398711"/>
              <a:gd name="connsiteX84776" fmla="*/ 850990 w 2119654"/>
              <a:gd name="connsiteY84776" fmla="*/ 463718 h 2398711"/>
              <a:gd name="connsiteX84777" fmla="*/ 850750 w 2119654"/>
              <a:gd name="connsiteY84777" fmla="*/ 466220 h 2398711"/>
              <a:gd name="connsiteX84778" fmla="*/ 850537 w 2119654"/>
              <a:gd name="connsiteY84778" fmla="*/ 468830 h 2398711"/>
              <a:gd name="connsiteX84779" fmla="*/ 850658 w 2119654"/>
              <a:gd name="connsiteY84779" fmla="*/ 468975 h 2398711"/>
              <a:gd name="connsiteX84780" fmla="*/ 851888 w 2119654"/>
              <a:gd name="connsiteY84780" fmla="*/ 463022 h 2398711"/>
              <a:gd name="connsiteX84781" fmla="*/ 852244 w 2119654"/>
              <a:gd name="connsiteY84781" fmla="*/ 460450 h 2398711"/>
              <a:gd name="connsiteX84782" fmla="*/ 852143 w 2119654"/>
              <a:gd name="connsiteY84782" fmla="*/ 460712 h 2398711"/>
              <a:gd name="connsiteX84783" fmla="*/ 852349 w 2119654"/>
              <a:gd name="connsiteY84783" fmla="*/ 460793 h 2398711"/>
              <a:gd name="connsiteX84784" fmla="*/ 852397 w 2119654"/>
              <a:gd name="connsiteY84784" fmla="*/ 460561 h 2398711"/>
              <a:gd name="connsiteX84785" fmla="*/ 345520 w 2119654"/>
              <a:gd name="connsiteY84785" fmla="*/ 1594990 h 2398711"/>
              <a:gd name="connsiteX84786" fmla="*/ 346639 w 2119654"/>
              <a:gd name="connsiteY84786" fmla="*/ 1595785 h 2398711"/>
              <a:gd name="connsiteX84787" fmla="*/ 346781 w 2119654"/>
              <a:gd name="connsiteY84787" fmla="*/ 1595548 h 2398711"/>
              <a:gd name="connsiteX84788" fmla="*/ 852625 w 2119654"/>
              <a:gd name="connsiteY84788" fmla="*/ 459454 h 2398711"/>
              <a:gd name="connsiteX84789" fmla="*/ 852449 w 2119654"/>
              <a:gd name="connsiteY84789" fmla="*/ 459913 h 2398711"/>
              <a:gd name="connsiteX84790" fmla="*/ 852520 w 2119654"/>
              <a:gd name="connsiteY84790" fmla="*/ 459964 h 2398711"/>
              <a:gd name="connsiteX84791" fmla="*/ 345432 w 2119654"/>
              <a:gd name="connsiteY84791" fmla="*/ 1595127 h 2398711"/>
              <a:gd name="connsiteX84792" fmla="*/ 346057 w 2119654"/>
              <a:gd name="connsiteY84792" fmla="*/ 1595780 h 2398711"/>
              <a:gd name="connsiteX84793" fmla="*/ 346431 w 2119654"/>
              <a:gd name="connsiteY84793" fmla="*/ 1596135 h 2398711"/>
              <a:gd name="connsiteX84794" fmla="*/ 346556 w 2119654"/>
              <a:gd name="connsiteY84794" fmla="*/ 1595925 h 2398711"/>
              <a:gd name="connsiteX84795" fmla="*/ 906936 w 2119654"/>
              <a:gd name="connsiteY84795" fmla="*/ 337729 h 2398711"/>
              <a:gd name="connsiteX84796" fmla="*/ 906216 w 2119654"/>
              <a:gd name="connsiteY84796" fmla="*/ 339548 h 2398711"/>
              <a:gd name="connsiteX84797" fmla="*/ 905666 w 2119654"/>
              <a:gd name="connsiteY84797" fmla="*/ 341124 h 2398711"/>
              <a:gd name="connsiteX84798" fmla="*/ 910035 w 2119654"/>
              <a:gd name="connsiteY84798" fmla="*/ 345732 h 2398711"/>
              <a:gd name="connsiteX84799" fmla="*/ 282621 w 2119654"/>
              <a:gd name="connsiteY84799" fmla="*/ 1735059 h 2398711"/>
              <a:gd name="connsiteX84800" fmla="*/ 293825 w 2119654"/>
              <a:gd name="connsiteY84800" fmla="*/ 1744397 h 2398711"/>
              <a:gd name="connsiteX84801" fmla="*/ 294867 w 2119654"/>
              <a:gd name="connsiteY84801" fmla="*/ 1744868 h 2398711"/>
              <a:gd name="connsiteX84802" fmla="*/ 284664 w 2119654"/>
              <a:gd name="connsiteY84802" fmla="*/ 1735639 h 2398711"/>
              <a:gd name="connsiteX84803" fmla="*/ 857989 w 2119654"/>
              <a:gd name="connsiteY84803" fmla="*/ 446464 h 2398711"/>
              <a:gd name="connsiteX84804" fmla="*/ 858054 w 2119654"/>
              <a:gd name="connsiteY84804" fmla="*/ 448316 h 2398711"/>
              <a:gd name="connsiteX84805" fmla="*/ 858186 w 2119654"/>
              <a:gd name="connsiteY84805" fmla="*/ 448367 h 2398711"/>
              <a:gd name="connsiteX84806" fmla="*/ 859068 w 2119654"/>
              <a:gd name="connsiteY84806" fmla="*/ 449846 h 2398711"/>
              <a:gd name="connsiteX84807" fmla="*/ 863277 w 2119654"/>
              <a:gd name="connsiteY84807" fmla="*/ 451726 h 2398711"/>
              <a:gd name="connsiteX84808" fmla="*/ 910339 w 2119654"/>
              <a:gd name="connsiteY84808" fmla="*/ 329119 h 2398711"/>
              <a:gd name="connsiteX84809" fmla="*/ 907584 w 2119654"/>
              <a:gd name="connsiteY84809" fmla="*/ 336089 h 2398711"/>
              <a:gd name="connsiteX84810" fmla="*/ 912856 w 2119654"/>
              <a:gd name="connsiteY84810" fmla="*/ 342256 h 2398711"/>
              <a:gd name="connsiteX84811" fmla="*/ 913567 w 2119654"/>
              <a:gd name="connsiteY84811" fmla="*/ 341119 h 2398711"/>
              <a:gd name="connsiteX84812" fmla="*/ 914320 w 2119654"/>
              <a:gd name="connsiteY84812" fmla="*/ 334001 h 2398711"/>
              <a:gd name="connsiteX84813" fmla="*/ 349592 w 2119654"/>
              <a:gd name="connsiteY84813" fmla="*/ 1584565 h 2398711"/>
              <a:gd name="connsiteX84814" fmla="*/ 350591 w 2119654"/>
              <a:gd name="connsiteY84814" fmla="*/ 1585385 h 2398711"/>
              <a:gd name="connsiteX84815" fmla="*/ 350676 w 2119654"/>
              <a:gd name="connsiteY84815" fmla="*/ 1584599 h 2398711"/>
              <a:gd name="connsiteX84816" fmla="*/ 350608 w 2119654"/>
              <a:gd name="connsiteY84816" fmla="*/ 1584534 h 2398711"/>
              <a:gd name="connsiteX84817" fmla="*/ 349724 w 2119654"/>
              <a:gd name="connsiteY84817" fmla="*/ 1584344 h 2398711"/>
              <a:gd name="connsiteX84818" fmla="*/ 911021 w 2119654"/>
              <a:gd name="connsiteY84818" fmla="*/ 327395 h 2398711"/>
              <a:gd name="connsiteX84819" fmla="*/ 910439 w 2119654"/>
              <a:gd name="connsiteY84819" fmla="*/ 328866 h 2398711"/>
              <a:gd name="connsiteX84820" fmla="*/ 914368 w 2119654"/>
              <a:gd name="connsiteY84820" fmla="*/ 333552 h 2398711"/>
              <a:gd name="connsiteX84821" fmla="*/ 914573 w 2119654"/>
              <a:gd name="connsiteY84821" fmla="*/ 331610 h 2398711"/>
              <a:gd name="connsiteX84822" fmla="*/ 863733 w 2119654"/>
              <a:gd name="connsiteY84822" fmla="*/ 433272 h 2398711"/>
              <a:gd name="connsiteX84823" fmla="*/ 864567 w 2119654"/>
              <a:gd name="connsiteY84823" fmla="*/ 434708 h 2398711"/>
              <a:gd name="connsiteX84824" fmla="*/ 864825 w 2119654"/>
              <a:gd name="connsiteY84824" fmla="*/ 434358 h 2398711"/>
              <a:gd name="connsiteX84825" fmla="*/ 825026 w 2119654"/>
              <a:gd name="connsiteY84825" fmla="*/ 519539 h 2398711"/>
              <a:gd name="connsiteX84826" fmla="*/ 825982 w 2119654"/>
              <a:gd name="connsiteY84826" fmla="*/ 521048 h 2398711"/>
              <a:gd name="connsiteX84827" fmla="*/ 825992 w 2119654"/>
              <a:gd name="connsiteY84827" fmla="*/ 520170 h 2398711"/>
              <a:gd name="connsiteX84828" fmla="*/ 879697 w 2119654"/>
              <a:gd name="connsiteY84828" fmla="*/ 397045 h 2398711"/>
              <a:gd name="connsiteX84829" fmla="*/ 880419 w 2119654"/>
              <a:gd name="connsiteY84829" fmla="*/ 397462 h 2398711"/>
              <a:gd name="connsiteX84830" fmla="*/ 881000 w 2119654"/>
              <a:gd name="connsiteY84830" fmla="*/ 394988 h 2398711"/>
              <a:gd name="connsiteX84831" fmla="*/ 880993 w 2119654"/>
              <a:gd name="connsiteY84831" fmla="*/ 394971 h 2398711"/>
              <a:gd name="connsiteX84832" fmla="*/ 835081 w 2119654"/>
              <a:gd name="connsiteY84832" fmla="*/ 496897 h 2398711"/>
              <a:gd name="connsiteX84833" fmla="*/ 834894 w 2119654"/>
              <a:gd name="connsiteY84833" fmla="*/ 497499 h 2398711"/>
              <a:gd name="connsiteX84834" fmla="*/ 835417 w 2119654"/>
              <a:gd name="connsiteY84834" fmla="*/ 498472 h 2398711"/>
              <a:gd name="connsiteX84835" fmla="*/ 835812 w 2119654"/>
              <a:gd name="connsiteY84835" fmla="*/ 498729 h 2398711"/>
              <a:gd name="connsiteX84836" fmla="*/ 836302 w 2119654"/>
              <a:gd name="connsiteY84836" fmla="*/ 497494 h 2398711"/>
              <a:gd name="connsiteX84837" fmla="*/ 913536 w 2119654"/>
              <a:gd name="connsiteY84837" fmla="*/ 321032 h 2398711"/>
              <a:gd name="connsiteX84838" fmla="*/ 911397 w 2119654"/>
              <a:gd name="connsiteY84838" fmla="*/ 326445 h 2398711"/>
              <a:gd name="connsiteX84839" fmla="*/ 914704 w 2119654"/>
              <a:gd name="connsiteY84839" fmla="*/ 330371 h 2398711"/>
              <a:gd name="connsiteX84840" fmla="*/ 914862 w 2119654"/>
              <a:gd name="connsiteY84840" fmla="*/ 328885 h 2398711"/>
              <a:gd name="connsiteX84841" fmla="*/ 915063 w 2119654"/>
              <a:gd name="connsiteY84841" fmla="*/ 328676 h 2398711"/>
              <a:gd name="connsiteX84842" fmla="*/ 914864 w 2119654"/>
              <a:gd name="connsiteY84842" fmla="*/ 330561 h 2398711"/>
              <a:gd name="connsiteX84843" fmla="*/ 917907 w 2119654"/>
              <a:gd name="connsiteY84843" fmla="*/ 334170 h 2398711"/>
              <a:gd name="connsiteX84844" fmla="*/ 921117 w 2119654"/>
              <a:gd name="connsiteY84844" fmla="*/ 329030 h 2398711"/>
              <a:gd name="connsiteX84845" fmla="*/ 835358 w 2119654"/>
              <a:gd name="connsiteY84845" fmla="*/ 496003 h 2398711"/>
              <a:gd name="connsiteX84846" fmla="*/ 835234 w 2119654"/>
              <a:gd name="connsiteY84846" fmla="*/ 496405 h 2398711"/>
              <a:gd name="connsiteX84847" fmla="*/ 836491 w 2119654"/>
              <a:gd name="connsiteY84847" fmla="*/ 497021 h 2398711"/>
              <a:gd name="connsiteX84848" fmla="*/ 836491 w 2119654"/>
              <a:gd name="connsiteY84848" fmla="*/ 497021 h 2398711"/>
              <a:gd name="connsiteX84849" fmla="*/ 835535 w 2119654"/>
              <a:gd name="connsiteY84849" fmla="*/ 496090 h 2398711"/>
              <a:gd name="connsiteX84850" fmla="*/ 858958 w 2119654"/>
              <a:gd name="connsiteY84850" fmla="*/ 442950 h 2398711"/>
              <a:gd name="connsiteX84851" fmla="*/ 857957 w 2119654"/>
              <a:gd name="connsiteY84851" fmla="*/ 445559 h 2398711"/>
              <a:gd name="connsiteX84852" fmla="*/ 857963 w 2119654"/>
              <a:gd name="connsiteY84852" fmla="*/ 445724 h 2398711"/>
              <a:gd name="connsiteX84853" fmla="*/ 864230 w 2119654"/>
              <a:gd name="connsiteY84853" fmla="*/ 451993 h 2398711"/>
              <a:gd name="connsiteX84854" fmla="*/ 864221 w 2119654"/>
              <a:gd name="connsiteY84854" fmla="*/ 451952 h 2398711"/>
              <a:gd name="connsiteX84855" fmla="*/ 860151 w 2119654"/>
              <a:gd name="connsiteY84855" fmla="*/ 441266 h 2398711"/>
              <a:gd name="connsiteX84856" fmla="*/ 859471 w 2119654"/>
              <a:gd name="connsiteY84856" fmla="*/ 442191 h 2398711"/>
              <a:gd name="connsiteX84857" fmla="*/ 837310 w 2119654"/>
              <a:gd name="connsiteY84857" fmla="*/ 491299 h 2398711"/>
              <a:gd name="connsiteX84858" fmla="*/ 838147 w 2119654"/>
              <a:gd name="connsiteY84858" fmla="*/ 492853 h 2398711"/>
              <a:gd name="connsiteX84859" fmla="*/ 838275 w 2119654"/>
              <a:gd name="connsiteY84859" fmla="*/ 492530 h 2398711"/>
              <a:gd name="connsiteX84860" fmla="*/ 851362 w 2119654"/>
              <a:gd name="connsiteY84860" fmla="*/ 459811 h 2398711"/>
              <a:gd name="connsiteX84861" fmla="*/ 851316 w 2119654"/>
              <a:gd name="connsiteY84861" fmla="*/ 460299 h 2398711"/>
              <a:gd name="connsiteX84862" fmla="*/ 851329 w 2119654"/>
              <a:gd name="connsiteY84862" fmla="*/ 460323 h 2398711"/>
              <a:gd name="connsiteX84863" fmla="*/ 851490 w 2119654"/>
              <a:gd name="connsiteY84863" fmla="*/ 459903 h 2398711"/>
              <a:gd name="connsiteX84864" fmla="*/ 349182 w 2119654"/>
              <a:gd name="connsiteY84864" fmla="*/ 1584228 h 2398711"/>
              <a:gd name="connsiteX84865" fmla="*/ 349204 w 2119654"/>
              <a:gd name="connsiteY84865" fmla="*/ 1584246 h 2398711"/>
              <a:gd name="connsiteX84866" fmla="*/ 349210 w 2119654"/>
              <a:gd name="connsiteY84866" fmla="*/ 1584234 h 2398711"/>
              <a:gd name="connsiteX84867" fmla="*/ 878358 w 2119654"/>
              <a:gd name="connsiteY84867" fmla="*/ 399190 h 2398711"/>
              <a:gd name="connsiteX84868" fmla="*/ 879589 w 2119654"/>
              <a:gd name="connsiteY84868" fmla="*/ 400672 h 2398711"/>
              <a:gd name="connsiteX84869" fmla="*/ 879751 w 2119654"/>
              <a:gd name="connsiteY84869" fmla="*/ 400824 h 2398711"/>
              <a:gd name="connsiteX84870" fmla="*/ 879956 w 2119654"/>
              <a:gd name="connsiteY84870" fmla="*/ 399436 h 2398711"/>
              <a:gd name="connsiteX84871" fmla="*/ 880353 w 2119654"/>
              <a:gd name="connsiteY84871" fmla="*/ 397743 h 2398711"/>
              <a:gd name="connsiteX84872" fmla="*/ 879551 w 2119654"/>
              <a:gd name="connsiteY84872" fmla="*/ 397280 h 2398711"/>
              <a:gd name="connsiteX84873" fmla="*/ 859878 w 2119654"/>
              <a:gd name="connsiteY84873" fmla="*/ 440551 h 2398711"/>
              <a:gd name="connsiteX84874" fmla="*/ 859448 w 2119654"/>
              <a:gd name="connsiteY84874" fmla="*/ 441675 h 2398711"/>
              <a:gd name="connsiteX84875" fmla="*/ 860013 w 2119654"/>
              <a:gd name="connsiteY84875" fmla="*/ 440904 h 2398711"/>
              <a:gd name="connsiteX84876" fmla="*/ 303488 w 2119654"/>
              <a:gd name="connsiteY84876" fmla="*/ 1685936 h 2398711"/>
              <a:gd name="connsiteX84877" fmla="*/ 305358 w 2119654"/>
              <a:gd name="connsiteY84877" fmla="*/ 1686829 h 2398711"/>
              <a:gd name="connsiteX84878" fmla="*/ 305809 w 2119654"/>
              <a:gd name="connsiteY84878" fmla="*/ 1686863 h 2398711"/>
              <a:gd name="connsiteX84879" fmla="*/ 305226 w 2119654"/>
              <a:gd name="connsiteY84879" fmla="*/ 1686116 h 2398711"/>
              <a:gd name="connsiteX84880" fmla="*/ 887010 w 2119654"/>
              <a:gd name="connsiteY84880" fmla="*/ 379204 h 2398711"/>
              <a:gd name="connsiteX84881" fmla="*/ 887158 w 2119654"/>
              <a:gd name="connsiteY84881" fmla="*/ 383403 h 2398711"/>
              <a:gd name="connsiteX84882" fmla="*/ 888941 w 2119654"/>
              <a:gd name="connsiteY84882" fmla="*/ 380549 h 2398711"/>
              <a:gd name="connsiteX84883" fmla="*/ 917992 w 2119654"/>
              <a:gd name="connsiteY84883" fmla="*/ 309756 h 2398711"/>
              <a:gd name="connsiteX84884" fmla="*/ 913688 w 2119654"/>
              <a:gd name="connsiteY84884" fmla="*/ 320644 h 2398711"/>
              <a:gd name="connsiteX84885" fmla="*/ 921405 w 2119654"/>
              <a:gd name="connsiteY84885" fmla="*/ 328569 h 2398711"/>
              <a:gd name="connsiteX84886" fmla="*/ 921856 w 2119654"/>
              <a:gd name="connsiteY84886" fmla="*/ 327847 h 2398711"/>
              <a:gd name="connsiteX84887" fmla="*/ 920865 w 2119654"/>
              <a:gd name="connsiteY84887" fmla="*/ 319662 h 2398711"/>
              <a:gd name="connsiteX84888" fmla="*/ 836874 w 2119654"/>
              <a:gd name="connsiteY84888" fmla="*/ 491117 h 2398711"/>
              <a:gd name="connsiteX84889" fmla="*/ 835544 w 2119654"/>
              <a:gd name="connsiteY84889" fmla="*/ 495406 h 2398711"/>
              <a:gd name="connsiteX84890" fmla="*/ 836242 w 2119654"/>
              <a:gd name="connsiteY84890" fmla="*/ 496087 h 2398711"/>
              <a:gd name="connsiteX84891" fmla="*/ 836764 w 2119654"/>
              <a:gd name="connsiteY84891" fmla="*/ 496333 h 2398711"/>
              <a:gd name="connsiteX84892" fmla="*/ 838003 w 2119654"/>
              <a:gd name="connsiteY84892" fmla="*/ 493216 h 2398711"/>
              <a:gd name="connsiteX84893" fmla="*/ 834388 w 2119654"/>
              <a:gd name="connsiteY84893" fmla="*/ 496557 h 2398711"/>
              <a:gd name="connsiteX84894" fmla="*/ 834735 w 2119654"/>
              <a:gd name="connsiteY84894" fmla="*/ 497203 h 2398711"/>
              <a:gd name="connsiteX84895" fmla="*/ 834863 w 2119654"/>
              <a:gd name="connsiteY84895" fmla="*/ 496790 h 2398711"/>
              <a:gd name="connsiteX84896" fmla="*/ 862928 w 2119654"/>
              <a:gd name="connsiteY84896" fmla="*/ 432603 h 2398711"/>
              <a:gd name="connsiteX84897" fmla="*/ 862778 w 2119654"/>
              <a:gd name="connsiteY84897" fmla="*/ 432992 h 2398711"/>
              <a:gd name="connsiteX84898" fmla="*/ 863819 w 2119654"/>
              <a:gd name="connsiteY84898" fmla="*/ 435725 h 2398711"/>
              <a:gd name="connsiteX84899" fmla="*/ 864335 w 2119654"/>
              <a:gd name="connsiteY84899" fmla="*/ 435024 h 2398711"/>
              <a:gd name="connsiteX84900" fmla="*/ 876535 w 2119654"/>
              <a:gd name="connsiteY84900" fmla="*/ 402107 h 2398711"/>
              <a:gd name="connsiteX84901" fmla="*/ 875897 w 2119654"/>
              <a:gd name="connsiteY84901" fmla="*/ 409024 h 2398711"/>
              <a:gd name="connsiteX84902" fmla="*/ 878155 w 2119654"/>
              <a:gd name="connsiteY84902" fmla="*/ 411617 h 2398711"/>
              <a:gd name="connsiteX84903" fmla="*/ 879675 w 2119654"/>
              <a:gd name="connsiteY84903" fmla="*/ 401337 h 2398711"/>
              <a:gd name="connsiteX84904" fmla="*/ 878997 w 2119654"/>
              <a:gd name="connsiteY84904" fmla="*/ 400522 h 2398711"/>
              <a:gd name="connsiteX84905" fmla="*/ 878073 w 2119654"/>
              <a:gd name="connsiteY84905" fmla="*/ 399645 h 2398711"/>
              <a:gd name="connsiteX84906" fmla="*/ 324886 w 2119654"/>
              <a:gd name="connsiteY84906" fmla="*/ 1637188 h 2398711"/>
              <a:gd name="connsiteX84907" fmla="*/ 325243 w 2119654"/>
              <a:gd name="connsiteY84907" fmla="*/ 1637467 h 2398711"/>
              <a:gd name="connsiteX84908" fmla="*/ 326038 w 2119654"/>
              <a:gd name="connsiteY84908" fmla="*/ 1637797 h 2398711"/>
              <a:gd name="connsiteX84909" fmla="*/ 325891 w 2119654"/>
              <a:gd name="connsiteY84909" fmla="*/ 1637626 h 2398711"/>
              <a:gd name="connsiteX84910" fmla="*/ 325143 w 2119654"/>
              <a:gd name="connsiteY84910" fmla="*/ 1637189 h 2398711"/>
              <a:gd name="connsiteX84911" fmla="*/ 813273 w 2119654"/>
              <a:gd name="connsiteY84911" fmla="*/ 543535 h 2398711"/>
              <a:gd name="connsiteX84912" fmla="*/ 813575 w 2119654"/>
              <a:gd name="connsiteY84912" fmla="*/ 544562 h 2398711"/>
              <a:gd name="connsiteX84913" fmla="*/ 813994 w 2119654"/>
              <a:gd name="connsiteY84913" fmla="*/ 544424 h 2398711"/>
              <a:gd name="connsiteX84914" fmla="*/ 813949 w 2119654"/>
              <a:gd name="connsiteY84914" fmla="*/ 544009 h 2398711"/>
              <a:gd name="connsiteX84915" fmla="*/ 880516 w 2119654"/>
              <a:gd name="connsiteY84915" fmla="*/ 392939 h 2398711"/>
              <a:gd name="connsiteX84916" fmla="*/ 880775 w 2119654"/>
              <a:gd name="connsiteY84916" fmla="*/ 393623 h 2398711"/>
              <a:gd name="connsiteX84917" fmla="*/ 880901 w 2119654"/>
              <a:gd name="connsiteY84917" fmla="*/ 393422 h 2398711"/>
              <a:gd name="connsiteX84918" fmla="*/ 880762 w 2119654"/>
              <a:gd name="connsiteY84918" fmla="*/ 393158 h 2398711"/>
              <a:gd name="connsiteX84919" fmla="*/ 863763 w 2119654"/>
              <a:gd name="connsiteY84919" fmla="*/ 430428 h 2398711"/>
              <a:gd name="connsiteX84920" fmla="*/ 863446 w 2119654"/>
              <a:gd name="connsiteY84920" fmla="*/ 431254 h 2398711"/>
              <a:gd name="connsiteX84921" fmla="*/ 865659 w 2119654"/>
              <a:gd name="connsiteY84921" fmla="*/ 433223 h 2398711"/>
              <a:gd name="connsiteX84922" fmla="*/ 865988 w 2119654"/>
              <a:gd name="connsiteY84922" fmla="*/ 432775 h 2398711"/>
              <a:gd name="connsiteX84923" fmla="*/ 344691 w 2119654"/>
              <a:gd name="connsiteY84923" fmla="*/ 1592728 h 2398711"/>
              <a:gd name="connsiteX84924" fmla="*/ 347394 w 2119654"/>
              <a:gd name="connsiteY84924" fmla="*/ 1594523 h 2398711"/>
              <a:gd name="connsiteX84925" fmla="*/ 349441 w 2119654"/>
              <a:gd name="connsiteY84925" fmla="*/ 1591098 h 2398711"/>
              <a:gd name="connsiteX84926" fmla="*/ 346916 w 2119654"/>
              <a:gd name="connsiteY84926" fmla="*/ 1589020 h 2398711"/>
              <a:gd name="connsiteX84927" fmla="*/ 850814 w 2119654"/>
              <a:gd name="connsiteY84927" fmla="*/ 459414 h 2398711"/>
              <a:gd name="connsiteX84928" fmla="*/ 851025 w 2119654"/>
              <a:gd name="connsiteY84928" fmla="*/ 459784 h 2398711"/>
              <a:gd name="connsiteX84929" fmla="*/ 851044 w 2119654"/>
              <a:gd name="connsiteY84929" fmla="*/ 459580 h 2398711"/>
              <a:gd name="connsiteX84930" fmla="*/ 837388 w 2119654"/>
              <a:gd name="connsiteY84930" fmla="*/ 489461 h 2398711"/>
              <a:gd name="connsiteX84931" fmla="*/ 837068 w 2119654"/>
              <a:gd name="connsiteY84931" fmla="*/ 490491 h 2398711"/>
              <a:gd name="connsiteX84932" fmla="*/ 838407 w 2119654"/>
              <a:gd name="connsiteY84932" fmla="*/ 492201 h 2398711"/>
              <a:gd name="connsiteX84933" fmla="*/ 838753 w 2119654"/>
              <a:gd name="connsiteY84933" fmla="*/ 491331 h 2398711"/>
              <a:gd name="connsiteX84934" fmla="*/ 825780 w 2119654"/>
              <a:gd name="connsiteY84934" fmla="*/ 515401 h 2398711"/>
              <a:gd name="connsiteX84935" fmla="*/ 826043 w 2119654"/>
              <a:gd name="connsiteY84935" fmla="*/ 515921 h 2398711"/>
              <a:gd name="connsiteX84936" fmla="*/ 826047 w 2119654"/>
              <a:gd name="connsiteY84936" fmla="*/ 515538 h 2398711"/>
              <a:gd name="connsiteX84937" fmla="*/ 344091 w 2119654"/>
              <a:gd name="connsiteY84937" fmla="*/ 1593728 h 2398711"/>
              <a:gd name="connsiteX84938" fmla="*/ 344619 w 2119654"/>
              <a:gd name="connsiteY84938" fmla="*/ 1594280 h 2398711"/>
              <a:gd name="connsiteX84939" fmla="*/ 346929 w 2119654"/>
              <a:gd name="connsiteY84939" fmla="*/ 1595301 h 2398711"/>
              <a:gd name="connsiteX84940" fmla="*/ 347218 w 2119654"/>
              <a:gd name="connsiteY84940" fmla="*/ 1594818 h 2398711"/>
              <a:gd name="connsiteX84941" fmla="*/ 344514 w 2119654"/>
              <a:gd name="connsiteY84941" fmla="*/ 1593022 h 2398711"/>
              <a:gd name="connsiteX84942" fmla="*/ 864821 w 2119654"/>
              <a:gd name="connsiteY84942" fmla="*/ 427670 h 2398711"/>
              <a:gd name="connsiteX84943" fmla="*/ 864582 w 2119654"/>
              <a:gd name="connsiteY84943" fmla="*/ 428293 h 2398711"/>
              <a:gd name="connsiteX84944" fmla="*/ 865391 w 2119654"/>
              <a:gd name="connsiteY84944" fmla="*/ 429151 h 2398711"/>
              <a:gd name="connsiteX84945" fmla="*/ 837780 w 2119654"/>
              <a:gd name="connsiteY84945" fmla="*/ 488199 h 2398711"/>
              <a:gd name="connsiteX84946" fmla="*/ 837606 w 2119654"/>
              <a:gd name="connsiteY84946" fmla="*/ 488757 h 2398711"/>
              <a:gd name="connsiteX84947" fmla="*/ 839008 w 2119654"/>
              <a:gd name="connsiteY84947" fmla="*/ 490688 h 2398711"/>
              <a:gd name="connsiteX84948" fmla="*/ 839145 w 2119654"/>
              <a:gd name="connsiteY84948" fmla="*/ 490345 h 2398711"/>
              <a:gd name="connsiteX84949" fmla="*/ 851617 w 2119654"/>
              <a:gd name="connsiteY84949" fmla="*/ 457140 h 2398711"/>
              <a:gd name="connsiteX84950" fmla="*/ 851423 w 2119654"/>
              <a:gd name="connsiteY84950" fmla="*/ 459168 h 2398711"/>
              <a:gd name="connsiteX84951" fmla="*/ 851696 w 2119654"/>
              <a:gd name="connsiteY84951" fmla="*/ 459368 h 2398711"/>
              <a:gd name="connsiteX84952" fmla="*/ 852114 w 2119654"/>
              <a:gd name="connsiteY84952" fmla="*/ 458279 h 2398711"/>
              <a:gd name="connsiteX84953" fmla="*/ 330920 w 2119654"/>
              <a:gd name="connsiteY84953" fmla="*/ 1623024 h 2398711"/>
              <a:gd name="connsiteX84954" fmla="*/ 337878 w 2119654"/>
              <a:gd name="connsiteY84954" fmla="*/ 1627171 h 2398711"/>
              <a:gd name="connsiteX84955" fmla="*/ 342115 w 2119654"/>
              <a:gd name="connsiteY84955" fmla="*/ 1626919 h 2398711"/>
              <a:gd name="connsiteX84956" fmla="*/ 335737 w 2119654"/>
              <a:gd name="connsiteY84956" fmla="*/ 1622846 h 2398711"/>
              <a:gd name="connsiteX84957" fmla="*/ 331480 w 2119654"/>
              <a:gd name="connsiteY84957" fmla="*/ 1622058 h 2398711"/>
              <a:gd name="connsiteX84958" fmla="*/ 849664 w 2119654"/>
              <a:gd name="connsiteY84958" fmla="*/ 461372 h 2398711"/>
              <a:gd name="connsiteX84959" fmla="*/ 849572 w 2119654"/>
              <a:gd name="connsiteY84959" fmla="*/ 462469 h 2398711"/>
              <a:gd name="connsiteX84960" fmla="*/ 849555 w 2119654"/>
              <a:gd name="connsiteY84960" fmla="*/ 464832 h 2398711"/>
              <a:gd name="connsiteX84961" fmla="*/ 850193 w 2119654"/>
              <a:gd name="connsiteY84961" fmla="*/ 463286 h 2398711"/>
              <a:gd name="connsiteX84962" fmla="*/ 850743 w 2119654"/>
              <a:gd name="connsiteY84962" fmla="*/ 461854 h 2398711"/>
              <a:gd name="connsiteX84963" fmla="*/ 865524 w 2119654"/>
              <a:gd name="connsiteY84963" fmla="*/ 425837 h 2398711"/>
              <a:gd name="connsiteX84964" fmla="*/ 865499 w 2119654"/>
              <a:gd name="connsiteY84964" fmla="*/ 425902 h 2398711"/>
              <a:gd name="connsiteX84965" fmla="*/ 867404 w 2119654"/>
              <a:gd name="connsiteY84965" fmla="*/ 430848 h 2398711"/>
              <a:gd name="connsiteX84966" fmla="*/ 868457 w 2119654"/>
              <a:gd name="connsiteY84966" fmla="*/ 429417 h 2398711"/>
              <a:gd name="connsiteX84967" fmla="*/ 924985 w 2119654"/>
              <a:gd name="connsiteY84967" fmla="*/ 292066 h 2398711"/>
              <a:gd name="connsiteX84968" fmla="*/ 921271 w 2119654"/>
              <a:gd name="connsiteY84968" fmla="*/ 301466 h 2398711"/>
              <a:gd name="connsiteX84969" fmla="*/ 924494 w 2119654"/>
              <a:gd name="connsiteY84969" fmla="*/ 312583 h 2398711"/>
              <a:gd name="connsiteX84970" fmla="*/ 928557 w 2119654"/>
              <a:gd name="connsiteY84970" fmla="*/ 317274 h 2398711"/>
              <a:gd name="connsiteX84971" fmla="*/ 932990 w 2119654"/>
              <a:gd name="connsiteY84971" fmla="*/ 310385 h 2398711"/>
              <a:gd name="connsiteX84972" fmla="*/ 926611 w 2119654"/>
              <a:gd name="connsiteY84972" fmla="*/ 295682 h 2398711"/>
              <a:gd name="connsiteX84973" fmla="*/ 329475 w 2119654"/>
              <a:gd name="connsiteY84973" fmla="*/ 1625519 h 2398711"/>
              <a:gd name="connsiteX84974" fmla="*/ 331351 w 2119654"/>
              <a:gd name="connsiteY84974" fmla="*/ 1627478 h 2398711"/>
              <a:gd name="connsiteX84975" fmla="*/ 336883 w 2119654"/>
              <a:gd name="connsiteY84975" fmla="*/ 1627223 h 2398711"/>
              <a:gd name="connsiteX84976" fmla="*/ 330642 w 2119654"/>
              <a:gd name="connsiteY84976" fmla="*/ 1623503 h 2398711"/>
              <a:gd name="connsiteX84977" fmla="*/ 851721 w 2119654"/>
              <a:gd name="connsiteY84977" fmla="*/ 456059 h 2398711"/>
              <a:gd name="connsiteX84978" fmla="*/ 851677 w 2119654"/>
              <a:gd name="connsiteY84978" fmla="*/ 456512 h 2398711"/>
              <a:gd name="connsiteX84979" fmla="*/ 852269 w 2119654"/>
              <a:gd name="connsiteY84979" fmla="*/ 457873 h 2398711"/>
              <a:gd name="connsiteX84980" fmla="*/ 852691 w 2119654"/>
              <a:gd name="connsiteY84980" fmla="*/ 456775 h 2398711"/>
              <a:gd name="connsiteX84981" fmla="*/ 873753 w 2119654"/>
              <a:gd name="connsiteY84981" fmla="*/ 406561 h 2398711"/>
              <a:gd name="connsiteX84982" fmla="*/ 875688 w 2119654"/>
              <a:gd name="connsiteY84982" fmla="*/ 408783 h 2398711"/>
              <a:gd name="connsiteX84983" fmla="*/ 876365 w 2119654"/>
              <a:gd name="connsiteY84983" fmla="*/ 402379 h 2398711"/>
              <a:gd name="connsiteX84984" fmla="*/ 880189 w 2119654"/>
              <a:gd name="connsiteY84984" fmla="*/ 392078 h 2398711"/>
              <a:gd name="connsiteX84985" fmla="*/ 880333 w 2119654"/>
              <a:gd name="connsiteY84985" fmla="*/ 392459 h 2398711"/>
              <a:gd name="connsiteX84986" fmla="*/ 880439 w 2119654"/>
              <a:gd name="connsiteY84986" fmla="*/ 392551 h 2398711"/>
              <a:gd name="connsiteX84987" fmla="*/ 296587 w 2119654"/>
              <a:gd name="connsiteY84987" fmla="*/ 1698621 h 2398711"/>
              <a:gd name="connsiteX84988" fmla="*/ 309022 w 2119654"/>
              <a:gd name="connsiteY84988" fmla="*/ 1708346 h 2398711"/>
              <a:gd name="connsiteX84989" fmla="*/ 312816 w 2119654"/>
              <a:gd name="connsiteY84989" fmla="*/ 1708245 h 2398711"/>
              <a:gd name="connsiteX84990" fmla="*/ 300726 w 2119654"/>
              <a:gd name="connsiteY84990" fmla="*/ 1698826 h 2398711"/>
              <a:gd name="connsiteX84991" fmla="*/ 886921 w 2119654"/>
              <a:gd name="connsiteY84991" fmla="*/ 376681 h 2398711"/>
              <a:gd name="connsiteX84992" fmla="*/ 887003 w 2119654"/>
              <a:gd name="connsiteY84992" fmla="*/ 378987 h 2398711"/>
              <a:gd name="connsiteX84993" fmla="*/ 889034 w 2119654"/>
              <a:gd name="connsiteY84993" fmla="*/ 380400 h 2398711"/>
              <a:gd name="connsiteX84994" fmla="*/ 889059 w 2119654"/>
              <a:gd name="connsiteY84994" fmla="*/ 380359 h 2398711"/>
              <a:gd name="connsiteX84995" fmla="*/ 869706 w 2119654"/>
              <a:gd name="connsiteY84995" fmla="*/ 414937 h 2398711"/>
              <a:gd name="connsiteX84996" fmla="*/ 865859 w 2119654"/>
              <a:gd name="connsiteY84996" fmla="*/ 424965 h 2398711"/>
              <a:gd name="connsiteX84997" fmla="*/ 868993 w 2119654"/>
              <a:gd name="connsiteY84997" fmla="*/ 428687 h 2398711"/>
              <a:gd name="connsiteX84998" fmla="*/ 874471 w 2119654"/>
              <a:gd name="connsiteY84998" fmla="*/ 421234 h 2398711"/>
              <a:gd name="connsiteX84999" fmla="*/ 874863 w 2119654"/>
              <a:gd name="connsiteY84999" fmla="*/ 416986 h 2398711"/>
              <a:gd name="connsiteX85000" fmla="*/ 324126 w 2119654"/>
              <a:gd name="connsiteY85000" fmla="*/ 1636593 h 2398711"/>
              <a:gd name="connsiteX85001" fmla="*/ 324680 w 2119654"/>
              <a:gd name="connsiteY85001" fmla="*/ 1637026 h 2398711"/>
              <a:gd name="connsiteX85002" fmla="*/ 324867 w 2119654"/>
              <a:gd name="connsiteY85002" fmla="*/ 1637027 h 2398711"/>
              <a:gd name="connsiteX85003" fmla="*/ 327438 w 2119654"/>
              <a:gd name="connsiteY85003" fmla="*/ 1629035 h 2398711"/>
              <a:gd name="connsiteX85004" fmla="*/ 327596 w 2119654"/>
              <a:gd name="connsiteY85004" fmla="*/ 1629204 h 2398711"/>
              <a:gd name="connsiteX85005" fmla="*/ 329554 w 2119654"/>
              <a:gd name="connsiteY85005" fmla="*/ 1629896 h 2398711"/>
              <a:gd name="connsiteX85006" fmla="*/ 327959 w 2119654"/>
              <a:gd name="connsiteY85006" fmla="*/ 1628230 h 2398711"/>
              <a:gd name="connsiteX85007" fmla="*/ 327917 w 2119654"/>
              <a:gd name="connsiteY85007" fmla="*/ 1628209 h 2398711"/>
              <a:gd name="connsiteX85008" fmla="*/ 851367 w 2119654"/>
              <a:gd name="connsiteY85008" fmla="*/ 455798 h 2398711"/>
              <a:gd name="connsiteX85009" fmla="*/ 851398 w 2119654"/>
              <a:gd name="connsiteY85009" fmla="*/ 455871 h 2398711"/>
              <a:gd name="connsiteX85010" fmla="*/ 851403 w 2119654"/>
              <a:gd name="connsiteY85010" fmla="*/ 455825 h 2398711"/>
              <a:gd name="connsiteX85011" fmla="*/ 870378 w 2119654"/>
              <a:gd name="connsiteY85011" fmla="*/ 413186 h 2398711"/>
              <a:gd name="connsiteX85012" fmla="*/ 869821 w 2119654"/>
              <a:gd name="connsiteY85012" fmla="*/ 414638 h 2398711"/>
              <a:gd name="connsiteX85013" fmla="*/ 874059 w 2119654"/>
              <a:gd name="connsiteY85013" fmla="*/ 416255 h 2398711"/>
              <a:gd name="connsiteX85014" fmla="*/ 876906 w 2119654"/>
              <a:gd name="connsiteY85014" fmla="*/ 398537 h 2398711"/>
              <a:gd name="connsiteX85015" fmla="*/ 876743 w 2119654"/>
              <a:gd name="connsiteY85015" fmla="*/ 400079 h 2398711"/>
              <a:gd name="connsiteX85016" fmla="*/ 877409 w 2119654"/>
              <a:gd name="connsiteY85016" fmla="*/ 399014 h 2398711"/>
              <a:gd name="connsiteX85017" fmla="*/ 858996 w 2119654"/>
              <a:gd name="connsiteY85017" fmla="*/ 438586 h 2398711"/>
              <a:gd name="connsiteX85018" fmla="*/ 858208 w 2119654"/>
              <a:gd name="connsiteY85018" fmla="*/ 442397 h 2398711"/>
              <a:gd name="connsiteX85019" fmla="*/ 859399 w 2119654"/>
              <a:gd name="connsiteY85019" fmla="*/ 439292 h 2398711"/>
              <a:gd name="connsiteX85020" fmla="*/ 859154 w 2119654"/>
              <a:gd name="connsiteY85020" fmla="*/ 438649 h 2398711"/>
              <a:gd name="connsiteX85021" fmla="*/ 839966 w 2119654"/>
              <a:gd name="connsiteY85021" fmla="*/ 481153 h 2398711"/>
              <a:gd name="connsiteX85022" fmla="*/ 838177 w 2119654"/>
              <a:gd name="connsiteY85022" fmla="*/ 486919 h 2398711"/>
              <a:gd name="connsiteX85023" fmla="*/ 839610 w 2119654"/>
              <a:gd name="connsiteY85023" fmla="*/ 489173 h 2398711"/>
              <a:gd name="connsiteX85024" fmla="*/ 842076 w 2119654"/>
              <a:gd name="connsiteY85024" fmla="*/ 482970 h 2398711"/>
              <a:gd name="connsiteX85025" fmla="*/ 870962 w 2119654"/>
              <a:gd name="connsiteY85025" fmla="*/ 411666 h 2398711"/>
              <a:gd name="connsiteX85026" fmla="*/ 870593 w 2119654"/>
              <a:gd name="connsiteY85026" fmla="*/ 412626 h 2398711"/>
              <a:gd name="connsiteX85027" fmla="*/ 874695 w 2119654"/>
              <a:gd name="connsiteY85027" fmla="*/ 415954 h 2398711"/>
              <a:gd name="connsiteX85028" fmla="*/ 825523 w 2119654"/>
              <a:gd name="connsiteY85028" fmla="*/ 513360 h 2398711"/>
              <a:gd name="connsiteX85029" fmla="*/ 826064 w 2119654"/>
              <a:gd name="connsiteY85029" fmla="*/ 514106 h 2398711"/>
              <a:gd name="connsiteX85030" fmla="*/ 826068 w 2119654"/>
              <a:gd name="connsiteY85030" fmla="*/ 513755 h 2398711"/>
              <a:gd name="connsiteX85031" fmla="*/ 840133 w 2119654"/>
              <a:gd name="connsiteY85031" fmla="*/ 480612 h 2398711"/>
              <a:gd name="connsiteX85032" fmla="*/ 840027 w 2119654"/>
              <a:gd name="connsiteY85032" fmla="*/ 480955 h 2398711"/>
              <a:gd name="connsiteX85033" fmla="*/ 842165 w 2119654"/>
              <a:gd name="connsiteY85033" fmla="*/ 482746 h 2398711"/>
              <a:gd name="connsiteX85034" fmla="*/ 842376 w 2119654"/>
              <a:gd name="connsiteY85034" fmla="*/ 482216 h 2398711"/>
              <a:gd name="connsiteX85035" fmla="*/ 833636 w 2119654"/>
              <a:gd name="connsiteY85035" fmla="*/ 495158 h 2398711"/>
              <a:gd name="connsiteX85036" fmla="*/ 833974 w 2119654"/>
              <a:gd name="connsiteY85036" fmla="*/ 495787 h 2398711"/>
              <a:gd name="connsiteX85037" fmla="*/ 835016 w 2119654"/>
              <a:gd name="connsiteY85037" fmla="*/ 496299 h 2398711"/>
              <a:gd name="connsiteX85038" fmla="*/ 835141 w 2119654"/>
              <a:gd name="connsiteY85038" fmla="*/ 495896 h 2398711"/>
              <a:gd name="connsiteX85039" fmla="*/ 849886 w 2119654"/>
              <a:gd name="connsiteY85039" fmla="*/ 458741 h 2398711"/>
              <a:gd name="connsiteX85040" fmla="*/ 849799 w 2119654"/>
              <a:gd name="connsiteY85040" fmla="*/ 459775 h 2398711"/>
              <a:gd name="connsiteX85041" fmla="*/ 850586 w 2119654"/>
              <a:gd name="connsiteY85041" fmla="*/ 460090 h 2398711"/>
              <a:gd name="connsiteX85042" fmla="*/ 849897 w 2119654"/>
              <a:gd name="connsiteY85042" fmla="*/ 458751 h 2398711"/>
              <a:gd name="connsiteX85043" fmla="*/ 876956 w 2119654"/>
              <a:gd name="connsiteY85043" fmla="*/ 398067 h 2398711"/>
              <a:gd name="connsiteX85044" fmla="*/ 876946 w 2119654"/>
              <a:gd name="connsiteY85044" fmla="*/ 398163 h 2398711"/>
              <a:gd name="connsiteX85045" fmla="*/ 877372 w 2119654"/>
              <a:gd name="connsiteY85045" fmla="*/ 398568 h 2398711"/>
              <a:gd name="connsiteX85046" fmla="*/ 840697 w 2119654"/>
              <a:gd name="connsiteY85046" fmla="*/ 478797 h 2398711"/>
              <a:gd name="connsiteX85047" fmla="*/ 840223 w 2119654"/>
              <a:gd name="connsiteY85047" fmla="*/ 480324 h 2398711"/>
              <a:gd name="connsiteX85048" fmla="*/ 840780 w 2119654"/>
              <a:gd name="connsiteY85048" fmla="*/ 480705 h 2398711"/>
              <a:gd name="connsiteX85049" fmla="*/ 842491 w 2119654"/>
              <a:gd name="connsiteY85049" fmla="*/ 481930 h 2398711"/>
              <a:gd name="connsiteX85050" fmla="*/ 842807 w 2119654"/>
              <a:gd name="connsiteY85050" fmla="*/ 481164 h 2398711"/>
              <a:gd name="connsiteX85051" fmla="*/ 812722 w 2119654"/>
              <a:gd name="connsiteY85051" fmla="*/ 541272 h 2398711"/>
              <a:gd name="connsiteX85052" fmla="*/ 812740 w 2119654"/>
              <a:gd name="connsiteY85052" fmla="*/ 541520 h 2398711"/>
              <a:gd name="connsiteX85053" fmla="*/ 813755 w 2119654"/>
              <a:gd name="connsiteY85053" fmla="*/ 542229 h 2398711"/>
              <a:gd name="connsiteX85054" fmla="*/ 813700 w 2119654"/>
              <a:gd name="connsiteY85054" fmla="*/ 541725 h 2398711"/>
              <a:gd name="connsiteX85055" fmla="*/ 813575 w 2119654"/>
              <a:gd name="connsiteY85055" fmla="*/ 541529 h 2398711"/>
              <a:gd name="connsiteX85056" fmla="*/ 851987 w 2119654"/>
              <a:gd name="connsiteY85056" fmla="*/ 453274 h 2398711"/>
              <a:gd name="connsiteX85057" fmla="*/ 851819 w 2119654"/>
              <a:gd name="connsiteY85057" fmla="*/ 455027 h 2398711"/>
              <a:gd name="connsiteX85058" fmla="*/ 852995 w 2119654"/>
              <a:gd name="connsiteY85058" fmla="*/ 455981 h 2398711"/>
              <a:gd name="connsiteX85059" fmla="*/ 853750 w 2119654"/>
              <a:gd name="connsiteY85059" fmla="*/ 454016 h 2398711"/>
              <a:gd name="connsiteX85060" fmla="*/ 854398 w 2119654"/>
              <a:gd name="connsiteY85060" fmla="*/ 450880 h 2398711"/>
              <a:gd name="connsiteX85061" fmla="*/ 854371 w 2119654"/>
              <a:gd name="connsiteY85061" fmla="*/ 450133 h 2398711"/>
              <a:gd name="connsiteX85062" fmla="*/ 854169 w 2119654"/>
              <a:gd name="connsiteY85062" fmla="*/ 450043 h 2398711"/>
              <a:gd name="connsiteX85063" fmla="*/ 891078 w 2119654"/>
              <a:gd name="connsiteY85063" fmla="*/ 365698 h 2398711"/>
              <a:gd name="connsiteX85064" fmla="*/ 893506 w 2119654"/>
              <a:gd name="connsiteY85064" fmla="*/ 372074 h 2398711"/>
              <a:gd name="connsiteX85065" fmla="*/ 893685 w 2119654"/>
              <a:gd name="connsiteY85065" fmla="*/ 372256 h 2398711"/>
              <a:gd name="connsiteX85066" fmla="*/ 894536 w 2119654"/>
              <a:gd name="connsiteY85066" fmla="*/ 369824 h 2398711"/>
              <a:gd name="connsiteX85067" fmla="*/ 327379 w 2119654"/>
              <a:gd name="connsiteY85067" fmla="*/ 1627837 h 2398711"/>
              <a:gd name="connsiteX85068" fmla="*/ 327767 w 2119654"/>
              <a:gd name="connsiteY85068" fmla="*/ 1628029 h 2398711"/>
              <a:gd name="connsiteX85069" fmla="*/ 327574 w 2119654"/>
              <a:gd name="connsiteY85069" fmla="*/ 1627828 h 2398711"/>
              <a:gd name="connsiteX85070" fmla="*/ 935135 w 2119654"/>
              <a:gd name="connsiteY85070" fmla="*/ 266818 h 2398711"/>
              <a:gd name="connsiteX85071" fmla="*/ 930715 w 2119654"/>
              <a:gd name="connsiteY85071" fmla="*/ 277575 h 2398711"/>
              <a:gd name="connsiteX85072" fmla="*/ 925060 w 2119654"/>
              <a:gd name="connsiteY85072" fmla="*/ 291878 h 2398711"/>
              <a:gd name="connsiteX85073" fmla="*/ 932190 w 2119654"/>
              <a:gd name="connsiteY85073" fmla="*/ 307726 h 2398711"/>
              <a:gd name="connsiteX85074" fmla="*/ 933201 w 2119654"/>
              <a:gd name="connsiteY85074" fmla="*/ 310057 h 2398711"/>
              <a:gd name="connsiteX85075" fmla="*/ 941032 w 2119654"/>
              <a:gd name="connsiteY85075" fmla="*/ 297887 h 2398711"/>
              <a:gd name="connsiteX85076" fmla="*/ 944540 w 2119654"/>
              <a:gd name="connsiteY85076" fmla="*/ 283462 h 2398711"/>
              <a:gd name="connsiteX85077" fmla="*/ 939402 w 2119654"/>
              <a:gd name="connsiteY85077" fmla="*/ 271381 h 2398711"/>
              <a:gd name="connsiteX85078" fmla="*/ 936278 w 2119654"/>
              <a:gd name="connsiteY85078" fmla="*/ 264035 h 2398711"/>
              <a:gd name="connsiteX85079" fmla="*/ 935710 w 2119654"/>
              <a:gd name="connsiteY85079" fmla="*/ 265418 h 2398711"/>
              <a:gd name="connsiteX85080" fmla="*/ 937829 w 2119654"/>
              <a:gd name="connsiteY85080" fmla="*/ 267683 h 2398711"/>
              <a:gd name="connsiteX85081" fmla="*/ 851163 w 2119654"/>
              <a:gd name="connsiteY85081" fmla="*/ 454494 h 2398711"/>
              <a:gd name="connsiteX85082" fmla="*/ 851504 w 2119654"/>
              <a:gd name="connsiteY85082" fmla="*/ 454770 h 2398711"/>
              <a:gd name="connsiteX85083" fmla="*/ 851590 w 2119654"/>
              <a:gd name="connsiteY85083" fmla="*/ 453862 h 2398711"/>
              <a:gd name="connsiteX85084" fmla="*/ 323744 w 2119654"/>
              <a:gd name="connsiteY85084" fmla="*/ 1635412 h 2398711"/>
              <a:gd name="connsiteX85085" fmla="*/ 324256 w 2119654"/>
              <a:gd name="connsiteY85085" fmla="*/ 1635740 h 2398711"/>
              <a:gd name="connsiteX85086" fmla="*/ 323835 w 2119654"/>
              <a:gd name="connsiteY85086" fmla="*/ 1635255 h 2398711"/>
              <a:gd name="connsiteX85087" fmla="*/ 937448 w 2119654"/>
              <a:gd name="connsiteY85087" fmla="*/ 261188 h 2398711"/>
              <a:gd name="connsiteX85088" fmla="*/ 942195 w 2119654"/>
              <a:gd name="connsiteY85088" fmla="*/ 272349 h 2398711"/>
              <a:gd name="connsiteX85089" fmla="*/ 943220 w 2119654"/>
              <a:gd name="connsiteY85089" fmla="*/ 273444 h 2398711"/>
              <a:gd name="connsiteX85090" fmla="*/ 937451 w 2119654"/>
              <a:gd name="connsiteY85090" fmla="*/ 261181 h 2398711"/>
              <a:gd name="connsiteX85091" fmla="*/ 323478 w 2119654"/>
              <a:gd name="connsiteY85091" fmla="*/ 1635870 h 2398711"/>
              <a:gd name="connsiteX85092" fmla="*/ 325288 w 2119654"/>
              <a:gd name="connsiteY85092" fmla="*/ 1636931 h 2398711"/>
              <a:gd name="connsiteX85093" fmla="*/ 325174 w 2119654"/>
              <a:gd name="connsiteY85093" fmla="*/ 1636800 h 2398711"/>
              <a:gd name="connsiteX85094" fmla="*/ 323546 w 2119654"/>
              <a:gd name="connsiteY85094" fmla="*/ 1635754 h 2398711"/>
              <a:gd name="connsiteX85095" fmla="*/ 877184 w 2119654"/>
              <a:gd name="connsiteY85095" fmla="*/ 395913 h 2398711"/>
              <a:gd name="connsiteX85096" fmla="*/ 877008 w 2119654"/>
              <a:gd name="connsiteY85096" fmla="*/ 397583 h 2398711"/>
              <a:gd name="connsiteX85097" fmla="*/ 877467 w 2119654"/>
              <a:gd name="connsiteY85097" fmla="*/ 398120 h 2398711"/>
              <a:gd name="connsiteX85098" fmla="*/ 877753 w 2119654"/>
              <a:gd name="connsiteY85098" fmla="*/ 398463 h 2398711"/>
              <a:gd name="connsiteX85099" fmla="*/ 878773 w 2119654"/>
              <a:gd name="connsiteY85099" fmla="*/ 396830 h 2398711"/>
              <a:gd name="connsiteX85100" fmla="*/ 886834 w 2119654"/>
              <a:gd name="connsiteY85100" fmla="*/ 374207 h 2398711"/>
              <a:gd name="connsiteX85101" fmla="*/ 886902 w 2119654"/>
              <a:gd name="connsiteY85101" fmla="*/ 376122 h 2398711"/>
              <a:gd name="connsiteX85102" fmla="*/ 889254 w 2119654"/>
              <a:gd name="connsiteY85102" fmla="*/ 380048 h 2398711"/>
              <a:gd name="connsiteX85103" fmla="*/ 890077 w 2119654"/>
              <a:gd name="connsiteY85103" fmla="*/ 378729 h 2398711"/>
              <a:gd name="connsiteX85104" fmla="*/ 889358 w 2119654"/>
              <a:gd name="connsiteY85104" fmla="*/ 377016 h 2398711"/>
              <a:gd name="connsiteX85105" fmla="*/ 888822 w 2119654"/>
              <a:gd name="connsiteY85105" fmla="*/ 375871 h 2398711"/>
              <a:gd name="connsiteX85106" fmla="*/ 323076 w 2119654"/>
              <a:gd name="connsiteY85106" fmla="*/ 1636566 h 2398711"/>
              <a:gd name="connsiteX85107" fmla="*/ 323816 w 2119654"/>
              <a:gd name="connsiteY85107" fmla="*/ 1636873 h 2398711"/>
              <a:gd name="connsiteX85108" fmla="*/ 323184 w 2119654"/>
              <a:gd name="connsiteY85108" fmla="*/ 1636379 h 2398711"/>
              <a:gd name="connsiteX85109" fmla="*/ 868923 w 2119654"/>
              <a:gd name="connsiteY85109" fmla="*/ 414296 h 2398711"/>
              <a:gd name="connsiteX85110" fmla="*/ 869041 w 2119654"/>
              <a:gd name="connsiteY85110" fmla="*/ 414340 h 2398711"/>
              <a:gd name="connsiteX85111" fmla="*/ 869296 w 2119654"/>
              <a:gd name="connsiteY85111" fmla="*/ 413697 h 2398711"/>
              <a:gd name="connsiteX85112" fmla="*/ 876242 w 2119654"/>
              <a:gd name="connsiteY85112" fmla="*/ 397906 h 2398711"/>
              <a:gd name="connsiteX85113" fmla="*/ 873279 w 2119654"/>
              <a:gd name="connsiteY85113" fmla="*/ 405625 h 2398711"/>
              <a:gd name="connsiteX85114" fmla="*/ 876581 w 2119654"/>
              <a:gd name="connsiteY85114" fmla="*/ 400339 h 2398711"/>
              <a:gd name="connsiteX85115" fmla="*/ 876784 w 2119654"/>
              <a:gd name="connsiteY85115" fmla="*/ 398422 h 2398711"/>
              <a:gd name="connsiteX85116" fmla="*/ 876424 w 2119654"/>
              <a:gd name="connsiteY85116" fmla="*/ 397429 h 2398711"/>
              <a:gd name="connsiteX85117" fmla="*/ 876357 w 2119654"/>
              <a:gd name="connsiteY85117" fmla="*/ 397605 h 2398711"/>
              <a:gd name="connsiteX85118" fmla="*/ 876823 w 2119654"/>
              <a:gd name="connsiteY85118" fmla="*/ 398047 h 2398711"/>
              <a:gd name="connsiteX85119" fmla="*/ 876836 w 2119654"/>
              <a:gd name="connsiteY85119" fmla="*/ 397924 h 2398711"/>
              <a:gd name="connsiteX85120" fmla="*/ 322813 w 2119654"/>
              <a:gd name="connsiteY85120" fmla="*/ 1637020 h 2398711"/>
              <a:gd name="connsiteX85121" fmla="*/ 322860 w 2119654"/>
              <a:gd name="connsiteY85121" fmla="*/ 1637019 h 2398711"/>
              <a:gd name="connsiteX85122" fmla="*/ 322822 w 2119654"/>
              <a:gd name="connsiteY85122" fmla="*/ 1637004 h 2398711"/>
              <a:gd name="connsiteX85123" fmla="*/ 812633 w 2119654"/>
              <a:gd name="connsiteY85123" fmla="*/ 540061 h 2398711"/>
              <a:gd name="connsiteX85124" fmla="*/ 812668 w 2119654"/>
              <a:gd name="connsiteY85124" fmla="*/ 540537 h 2398711"/>
              <a:gd name="connsiteX85125" fmla="*/ 813003 w 2119654"/>
              <a:gd name="connsiteY85125" fmla="*/ 540639 h 2398711"/>
              <a:gd name="connsiteX85126" fmla="*/ 877039 w 2119654"/>
              <a:gd name="connsiteY85126" fmla="*/ 395828 h 2398711"/>
              <a:gd name="connsiteX85127" fmla="*/ 876564 w 2119654"/>
              <a:gd name="connsiteY85127" fmla="*/ 397064 h 2398711"/>
              <a:gd name="connsiteX85128" fmla="*/ 876887 w 2119654"/>
              <a:gd name="connsiteY85128" fmla="*/ 397442 h 2398711"/>
              <a:gd name="connsiteX85129" fmla="*/ 877057 w 2119654"/>
              <a:gd name="connsiteY85129" fmla="*/ 395840 h 2398711"/>
              <a:gd name="connsiteX85130" fmla="*/ 336099 w 2119654"/>
              <a:gd name="connsiteY85130" fmla="*/ 1607040 h 2398711"/>
              <a:gd name="connsiteX85131" fmla="*/ 337062 w 2119654"/>
              <a:gd name="connsiteY85131" fmla="*/ 1607249 h 2398711"/>
              <a:gd name="connsiteX85132" fmla="*/ 336266 w 2119654"/>
              <a:gd name="connsiteY85132" fmla="*/ 1606761 h 2398711"/>
              <a:gd name="connsiteX85133" fmla="*/ 850111 w 2119654"/>
              <a:gd name="connsiteY85133" fmla="*/ 456054 h 2398711"/>
              <a:gd name="connsiteX85134" fmla="*/ 849956 w 2119654"/>
              <a:gd name="connsiteY85134" fmla="*/ 457898 h 2398711"/>
              <a:gd name="connsiteX85135" fmla="*/ 850154 w 2119654"/>
              <a:gd name="connsiteY85135" fmla="*/ 458249 h 2398711"/>
              <a:gd name="connsiteX85136" fmla="*/ 851105 w 2119654"/>
              <a:gd name="connsiteY85136" fmla="*/ 458938 h 2398711"/>
              <a:gd name="connsiteX85137" fmla="*/ 851338 w 2119654"/>
              <a:gd name="connsiteY85137" fmla="*/ 456498 h 2398711"/>
              <a:gd name="connsiteX85138" fmla="*/ 850876 w 2119654"/>
              <a:gd name="connsiteY85138" fmla="*/ 455437 h 2398711"/>
              <a:gd name="connsiteX85139" fmla="*/ 850643 w 2119654"/>
              <a:gd name="connsiteY85139" fmla="*/ 455265 h 2398711"/>
              <a:gd name="connsiteX85140" fmla="*/ 321978 w 2119654"/>
              <a:gd name="connsiteY85140" fmla="*/ 1638461 h 2398711"/>
              <a:gd name="connsiteX85141" fmla="*/ 326934 w 2119654"/>
              <a:gd name="connsiteY85141" fmla="*/ 1639311 h 2398711"/>
              <a:gd name="connsiteX85142" fmla="*/ 325298 w 2119654"/>
              <a:gd name="connsiteY85142" fmla="*/ 1638033 h 2398711"/>
              <a:gd name="connsiteX85143" fmla="*/ 323251 w 2119654"/>
              <a:gd name="connsiteY85143" fmla="*/ 1637182 h 2398711"/>
              <a:gd name="connsiteX85144" fmla="*/ 322720 w 2119654"/>
              <a:gd name="connsiteY85144" fmla="*/ 1637181 h 2398711"/>
              <a:gd name="connsiteX85145" fmla="*/ 878750 w 2119654"/>
              <a:gd name="connsiteY85145" fmla="*/ 391368 h 2398711"/>
              <a:gd name="connsiteX85146" fmla="*/ 877252 w 2119654"/>
              <a:gd name="connsiteY85146" fmla="*/ 395273 h 2398711"/>
              <a:gd name="connsiteX85147" fmla="*/ 877216 w 2119654"/>
              <a:gd name="connsiteY85147" fmla="*/ 395612 h 2398711"/>
              <a:gd name="connsiteX85148" fmla="*/ 878919 w 2119654"/>
              <a:gd name="connsiteY85148" fmla="*/ 396597 h 2398711"/>
              <a:gd name="connsiteX85149" fmla="*/ 880593 w 2119654"/>
              <a:gd name="connsiteY85149" fmla="*/ 393917 h 2398711"/>
              <a:gd name="connsiteX85150" fmla="*/ 880068 w 2119654"/>
              <a:gd name="connsiteY85150" fmla="*/ 392541 h 2398711"/>
              <a:gd name="connsiteX85151" fmla="*/ 879187 w 2119654"/>
              <a:gd name="connsiteY85151" fmla="*/ 390227 h 2398711"/>
              <a:gd name="connsiteX85152" fmla="*/ 878831 w 2119654"/>
              <a:gd name="connsiteY85152" fmla="*/ 391157 h 2398711"/>
              <a:gd name="connsiteX85153" fmla="*/ 879891 w 2119654"/>
              <a:gd name="connsiteY85153" fmla="*/ 392076 h 2398711"/>
              <a:gd name="connsiteX85154" fmla="*/ 887075 w 2119654"/>
              <a:gd name="connsiteY85154" fmla="*/ 372496 h 2398711"/>
              <a:gd name="connsiteX85155" fmla="*/ 886853 w 2119654"/>
              <a:gd name="connsiteY85155" fmla="*/ 373801 h 2398711"/>
              <a:gd name="connsiteX85156" fmla="*/ 888497 w 2119654"/>
              <a:gd name="connsiteY85156" fmla="*/ 375179 h 2398711"/>
              <a:gd name="connsiteX85157" fmla="*/ 888101 w 2119654"/>
              <a:gd name="connsiteY85157" fmla="*/ 374333 h 2398711"/>
              <a:gd name="connsiteX85158" fmla="*/ 326357 w 2119654"/>
              <a:gd name="connsiteY85158" fmla="*/ 1627884 h 2398711"/>
              <a:gd name="connsiteX85159" fmla="*/ 327294 w 2119654"/>
              <a:gd name="connsiteY85159" fmla="*/ 1628882 h 2398711"/>
              <a:gd name="connsiteX85160" fmla="*/ 327735 w 2119654"/>
              <a:gd name="connsiteY85160" fmla="*/ 1628119 h 2398711"/>
              <a:gd name="connsiteX85161" fmla="*/ 327184 w 2119654"/>
              <a:gd name="connsiteY85161" fmla="*/ 1627846 h 2398711"/>
              <a:gd name="connsiteX85162" fmla="*/ 880859 w 2119654"/>
              <a:gd name="connsiteY85162" fmla="*/ 385872 h 2398711"/>
              <a:gd name="connsiteX85163" fmla="*/ 880327 w 2119654"/>
              <a:gd name="connsiteY85163" fmla="*/ 387257 h 2398711"/>
              <a:gd name="connsiteX85164" fmla="*/ 882115 w 2119654"/>
              <a:gd name="connsiteY85164" fmla="*/ 390245 h 2398711"/>
              <a:gd name="connsiteX85165" fmla="*/ 882341 w 2119654"/>
              <a:gd name="connsiteY85165" fmla="*/ 389281 h 2398711"/>
              <a:gd name="connsiteX85166" fmla="*/ 882274 w 2119654"/>
              <a:gd name="connsiteY85166" fmla="*/ 387391 h 2398711"/>
              <a:gd name="connsiteX85167" fmla="*/ 824302 w 2119654"/>
              <a:gd name="connsiteY85167" fmla="*/ 512476 h 2398711"/>
              <a:gd name="connsiteX85168" fmla="*/ 825604 w 2119654"/>
              <a:gd name="connsiteY85168" fmla="*/ 515053 h 2398711"/>
              <a:gd name="connsiteX85169" fmla="*/ 826051 w 2119654"/>
              <a:gd name="connsiteY85169" fmla="*/ 515280 h 2398711"/>
              <a:gd name="connsiteX85170" fmla="*/ 826055 w 2119654"/>
              <a:gd name="connsiteY85170" fmla="*/ 514803 h 2398711"/>
              <a:gd name="connsiteX85171" fmla="*/ 824422 w 2119654"/>
              <a:gd name="connsiteY85171" fmla="*/ 512563 h 2398711"/>
              <a:gd name="connsiteX85172" fmla="*/ 822824 w 2119654"/>
              <a:gd name="connsiteY85172" fmla="*/ 515690 h 2398711"/>
              <a:gd name="connsiteX85173" fmla="*/ 822728 w 2119654"/>
              <a:gd name="connsiteY85173" fmla="*/ 515917 h 2398711"/>
              <a:gd name="connsiteX85174" fmla="*/ 822932 w 2119654"/>
              <a:gd name="connsiteY85174" fmla="*/ 516238 h 2398711"/>
              <a:gd name="connsiteX85175" fmla="*/ 825098 w 2119654"/>
              <a:gd name="connsiteY85175" fmla="*/ 517649 h 2398711"/>
              <a:gd name="connsiteX85176" fmla="*/ 824923 w 2119654"/>
              <a:gd name="connsiteY85176" fmla="*/ 517303 h 2398711"/>
              <a:gd name="connsiteX85177" fmla="*/ 279440 w 2119654"/>
              <a:gd name="connsiteY85177" fmla="*/ 1732409 h 2398711"/>
              <a:gd name="connsiteX85178" fmla="*/ 281979 w 2119654"/>
              <a:gd name="connsiteY85178" fmla="*/ 1734525 h 2398711"/>
              <a:gd name="connsiteX85179" fmla="*/ 284096 w 2119654"/>
              <a:gd name="connsiteY85179" fmla="*/ 1735125 h 2398711"/>
              <a:gd name="connsiteX85180" fmla="*/ 281515 w 2119654"/>
              <a:gd name="connsiteY85180" fmla="*/ 1732790 h 2398711"/>
              <a:gd name="connsiteX85181" fmla="*/ 882109 w 2119654"/>
              <a:gd name="connsiteY85181" fmla="*/ 382693 h 2398711"/>
              <a:gd name="connsiteX85182" fmla="*/ 881327 w 2119654"/>
              <a:gd name="connsiteY85182" fmla="*/ 384651 h 2398711"/>
              <a:gd name="connsiteX85183" fmla="*/ 880945 w 2119654"/>
              <a:gd name="connsiteY85183" fmla="*/ 385646 h 2398711"/>
              <a:gd name="connsiteX85184" fmla="*/ 882260 w 2119654"/>
              <a:gd name="connsiteY85184" fmla="*/ 386997 h 2398711"/>
              <a:gd name="connsiteX85185" fmla="*/ 824751 w 2119654"/>
              <a:gd name="connsiteY85185" fmla="*/ 511113 h 2398711"/>
              <a:gd name="connsiteX85186" fmla="*/ 824503 w 2119654"/>
              <a:gd name="connsiteY85186" fmla="*/ 511701 h 2398711"/>
              <a:gd name="connsiteX85187" fmla="*/ 826079 w 2119654"/>
              <a:gd name="connsiteY85187" fmla="*/ 512842 h 2398711"/>
              <a:gd name="connsiteX85188" fmla="*/ 826081 w 2119654"/>
              <a:gd name="connsiteY85188" fmla="*/ 512685 h 2398711"/>
              <a:gd name="connsiteX85189" fmla="*/ 852372 w 2119654"/>
              <a:gd name="connsiteY85189" fmla="*/ 449240 h 2398711"/>
              <a:gd name="connsiteX85190" fmla="*/ 852146 w 2119654"/>
              <a:gd name="connsiteY85190" fmla="*/ 451610 h 2398711"/>
              <a:gd name="connsiteX85191" fmla="*/ 853513 w 2119654"/>
              <a:gd name="connsiteY85191" fmla="*/ 449750 h 2398711"/>
              <a:gd name="connsiteX85192" fmla="*/ 844229 w 2119654"/>
              <a:gd name="connsiteY85192" fmla="*/ 467413 h 2398711"/>
              <a:gd name="connsiteX85193" fmla="*/ 842022 w 2119654"/>
              <a:gd name="connsiteY85193" fmla="*/ 474525 h 2398711"/>
              <a:gd name="connsiteX85194" fmla="*/ 842756 w 2119654"/>
              <a:gd name="connsiteY85194" fmla="*/ 475332 h 2398711"/>
              <a:gd name="connsiteX85195" fmla="*/ 843421 w 2119654"/>
              <a:gd name="connsiteY85195" fmla="*/ 475716 h 2398711"/>
              <a:gd name="connsiteX85196" fmla="*/ 843891 w 2119654"/>
              <a:gd name="connsiteY85196" fmla="*/ 470122 h 2398711"/>
              <a:gd name="connsiteX85197" fmla="*/ 844373 w 2119654"/>
              <a:gd name="connsiteY85197" fmla="*/ 467788 h 2398711"/>
              <a:gd name="connsiteX85198" fmla="*/ 887407 w 2119654"/>
              <a:gd name="connsiteY85198" fmla="*/ 370555 h 2398711"/>
              <a:gd name="connsiteX85199" fmla="*/ 887224 w 2119654"/>
              <a:gd name="connsiteY85199" fmla="*/ 371624 h 2398711"/>
              <a:gd name="connsiteX85200" fmla="*/ 889836 w 2119654"/>
              <a:gd name="connsiteY85200" fmla="*/ 376300 h 2398711"/>
              <a:gd name="connsiteX85201" fmla="*/ 890991 w 2119654"/>
              <a:gd name="connsiteY85201" fmla="*/ 377266 h 2398711"/>
              <a:gd name="connsiteX85202" fmla="*/ 892378 w 2119654"/>
              <a:gd name="connsiteY85202" fmla="*/ 375046 h 2398711"/>
              <a:gd name="connsiteX85203" fmla="*/ 832593 w 2119654"/>
              <a:gd name="connsiteY85203" fmla="*/ 493222 h 2398711"/>
              <a:gd name="connsiteX85204" fmla="*/ 833414 w 2119654"/>
              <a:gd name="connsiteY85204" fmla="*/ 494747 h 2398711"/>
              <a:gd name="connsiteX85205" fmla="*/ 834861 w 2119654"/>
              <a:gd name="connsiteY85205" fmla="*/ 495432 h 2398711"/>
              <a:gd name="connsiteX85206" fmla="*/ 831657 w 2119654"/>
              <a:gd name="connsiteY85206" fmla="*/ 495218 h 2398711"/>
              <a:gd name="connsiteX85207" fmla="*/ 832650 w 2119654"/>
              <a:gd name="connsiteY85207" fmla="*/ 496667 h 2398711"/>
              <a:gd name="connsiteX85208" fmla="*/ 834523 w 2119654"/>
              <a:gd name="connsiteY85208" fmla="*/ 497888 h 2398711"/>
              <a:gd name="connsiteX85209" fmla="*/ 834569 w 2119654"/>
              <a:gd name="connsiteY85209" fmla="*/ 497739 h 2398711"/>
              <a:gd name="connsiteX85210" fmla="*/ 833771 w 2119654"/>
              <a:gd name="connsiteY85210" fmla="*/ 496256 h 2398711"/>
              <a:gd name="connsiteX85211" fmla="*/ 828512 w 2119654"/>
              <a:gd name="connsiteY85211" fmla="*/ 502183 h 2398711"/>
              <a:gd name="connsiteX85212" fmla="*/ 828479 w 2119654"/>
              <a:gd name="connsiteY85212" fmla="*/ 502260 h 2398711"/>
              <a:gd name="connsiteX85213" fmla="*/ 832082 w 2119654"/>
              <a:gd name="connsiteY85213" fmla="*/ 505755 h 2398711"/>
              <a:gd name="connsiteX85214" fmla="*/ 832177 w 2119654"/>
              <a:gd name="connsiteY85214" fmla="*/ 505448 h 2398711"/>
              <a:gd name="connsiteX85215" fmla="*/ 829110 w 2119654"/>
              <a:gd name="connsiteY85215" fmla="*/ 500763 h 2398711"/>
              <a:gd name="connsiteX85216" fmla="*/ 828723 w 2119654"/>
              <a:gd name="connsiteY85216" fmla="*/ 501682 h 2398711"/>
              <a:gd name="connsiteX85217" fmla="*/ 832344 w 2119654"/>
              <a:gd name="connsiteY85217" fmla="*/ 504911 h 2398711"/>
              <a:gd name="connsiteX85218" fmla="*/ 832585 w 2119654"/>
              <a:gd name="connsiteY85218" fmla="*/ 504135 h 2398711"/>
              <a:gd name="connsiteX85219" fmla="*/ 831840 w 2119654"/>
              <a:gd name="connsiteY85219" fmla="*/ 494278 h 2398711"/>
              <a:gd name="connsiteX85220" fmla="*/ 831668 w 2119654"/>
              <a:gd name="connsiteY85220" fmla="*/ 494686 h 2398711"/>
              <a:gd name="connsiteX85221" fmla="*/ 833332 w 2119654"/>
              <a:gd name="connsiteY85221" fmla="*/ 495473 h 2398711"/>
              <a:gd name="connsiteX85222" fmla="*/ 833357 w 2119654"/>
              <a:gd name="connsiteY85222" fmla="*/ 495485 h 2398711"/>
              <a:gd name="connsiteX85223" fmla="*/ 833020 w 2119654"/>
              <a:gd name="connsiteY85223" fmla="*/ 494856 h 2398711"/>
              <a:gd name="connsiteX85224" fmla="*/ 864048 w 2119654"/>
              <a:gd name="connsiteY85224" fmla="*/ 422131 h 2398711"/>
              <a:gd name="connsiteX85225" fmla="*/ 864531 w 2119654"/>
              <a:gd name="connsiteY85225" fmla="*/ 423387 h 2398711"/>
              <a:gd name="connsiteX85226" fmla="*/ 865198 w 2119654"/>
              <a:gd name="connsiteY85226" fmla="*/ 424179 h 2398711"/>
              <a:gd name="connsiteX85227" fmla="*/ 867318 w 2119654"/>
              <a:gd name="connsiteY85227" fmla="*/ 418654 h 2398711"/>
              <a:gd name="connsiteX85228" fmla="*/ 868926 w 2119654"/>
              <a:gd name="connsiteY85228" fmla="*/ 414627 h 2398711"/>
              <a:gd name="connsiteX85229" fmla="*/ 868758 w 2119654"/>
              <a:gd name="connsiteY85229" fmla="*/ 414561 h 2398711"/>
              <a:gd name="connsiteX85230" fmla="*/ 864241 w 2119654"/>
              <a:gd name="connsiteY85230" fmla="*/ 421791 h 2398711"/>
              <a:gd name="connsiteX85231" fmla="*/ 832222 w 2119654"/>
              <a:gd name="connsiteY85231" fmla="*/ 493373 h 2398711"/>
              <a:gd name="connsiteX85232" fmla="*/ 831937 w 2119654"/>
              <a:gd name="connsiteY85232" fmla="*/ 494049 h 2398711"/>
              <a:gd name="connsiteX85233" fmla="*/ 832805 w 2119654"/>
              <a:gd name="connsiteY85233" fmla="*/ 494460 h 2398711"/>
              <a:gd name="connsiteX85234" fmla="*/ 331075 w 2119654"/>
              <a:gd name="connsiteY85234" fmla="*/ 1615409 h 2398711"/>
              <a:gd name="connsiteX85235" fmla="*/ 334235 w 2119654"/>
              <a:gd name="connsiteY85235" fmla="*/ 1615994 h 2398711"/>
              <a:gd name="connsiteX85236" fmla="*/ 331833 w 2119654"/>
              <a:gd name="connsiteY85236" fmla="*/ 1614147 h 2398711"/>
              <a:gd name="connsiteX85237" fmla="*/ 822357 w 2119654"/>
              <a:gd name="connsiteY85237" fmla="*/ 515331 h 2398711"/>
              <a:gd name="connsiteX85238" fmla="*/ 822397 w 2119654"/>
              <a:gd name="connsiteY85238" fmla="*/ 515394 h 2398711"/>
              <a:gd name="connsiteX85239" fmla="*/ 822407 w 2119654"/>
              <a:gd name="connsiteY85239" fmla="*/ 515370 h 2398711"/>
              <a:gd name="connsiteX85240" fmla="*/ 319783 w 2119654"/>
              <a:gd name="connsiteY85240" fmla="*/ 1640681 h 2398711"/>
              <a:gd name="connsiteX85241" fmla="*/ 325383 w 2119654"/>
              <a:gd name="connsiteY85241" fmla="*/ 1645428 h 2398711"/>
              <a:gd name="connsiteX85242" fmla="*/ 330622 w 2119654"/>
              <a:gd name="connsiteY85242" fmla="*/ 1648907 h 2398711"/>
              <a:gd name="connsiteX85243" fmla="*/ 334833 w 2119654"/>
              <a:gd name="connsiteY85243" fmla="*/ 1649032 h 2398711"/>
              <a:gd name="connsiteX85244" fmla="*/ 335686 w 2119654"/>
              <a:gd name="connsiteY85244" fmla="*/ 1648951 h 2398711"/>
              <a:gd name="connsiteX85245" fmla="*/ 335528 w 2119654"/>
              <a:gd name="connsiteY85245" fmla="*/ 1648749 h 2398711"/>
              <a:gd name="connsiteX85246" fmla="*/ 329585 w 2119654"/>
              <a:gd name="connsiteY85246" fmla="*/ 1641890 h 2398711"/>
              <a:gd name="connsiteX85247" fmla="*/ 328318 w 2119654"/>
              <a:gd name="connsiteY85247" fmla="*/ 1621473 h 2398711"/>
              <a:gd name="connsiteX85248" fmla="*/ 330747 w 2119654"/>
              <a:gd name="connsiteY85248" fmla="*/ 1622920 h 2398711"/>
              <a:gd name="connsiteX85249" fmla="*/ 331269 w 2119654"/>
              <a:gd name="connsiteY85249" fmla="*/ 1622019 h 2398711"/>
              <a:gd name="connsiteX85250" fmla="*/ 834569 w 2119654"/>
              <a:gd name="connsiteY85250" fmla="*/ 487798 h 2398711"/>
              <a:gd name="connsiteX85251" fmla="*/ 832581 w 2119654"/>
              <a:gd name="connsiteY85251" fmla="*/ 492516 h 2398711"/>
              <a:gd name="connsiteX85252" fmla="*/ 835351 w 2119654"/>
              <a:gd name="connsiteY85252" fmla="*/ 495218 h 2398711"/>
              <a:gd name="connsiteX85253" fmla="*/ 836715 w 2119654"/>
              <a:gd name="connsiteY85253" fmla="*/ 490821 h 2398711"/>
              <a:gd name="connsiteX85254" fmla="*/ 836230 w 2119654"/>
              <a:gd name="connsiteY85254" fmla="*/ 489917 h 2398711"/>
              <a:gd name="connsiteX85255" fmla="*/ 834798 w 2119654"/>
              <a:gd name="connsiteY85255" fmla="*/ 487255 h 2398711"/>
              <a:gd name="connsiteX85256" fmla="*/ 834705 w 2119654"/>
              <a:gd name="connsiteY85256" fmla="*/ 487473 h 2398711"/>
              <a:gd name="connsiteX85257" fmla="*/ 835373 w 2119654"/>
              <a:gd name="connsiteY85257" fmla="*/ 488325 h 2398711"/>
              <a:gd name="connsiteX85258" fmla="*/ 325737 w 2119654"/>
              <a:gd name="connsiteY85258" fmla="*/ 1627129 h 2398711"/>
              <a:gd name="connsiteX85259" fmla="*/ 326174 w 2119654"/>
              <a:gd name="connsiteY85259" fmla="*/ 1627688 h 2398711"/>
              <a:gd name="connsiteX85260" fmla="*/ 326200 w 2119654"/>
              <a:gd name="connsiteY85260" fmla="*/ 1627716 h 2398711"/>
              <a:gd name="connsiteX85261" fmla="*/ 326861 w 2119654"/>
              <a:gd name="connsiteY85261" fmla="*/ 1627685 h 2398711"/>
              <a:gd name="connsiteX85262" fmla="*/ 835157 w 2119654"/>
              <a:gd name="connsiteY85262" fmla="*/ 486402 h 2398711"/>
              <a:gd name="connsiteX85263" fmla="*/ 834947 w 2119654"/>
              <a:gd name="connsiteY85263" fmla="*/ 486902 h 2398711"/>
              <a:gd name="connsiteX85264" fmla="*/ 836454 w 2119654"/>
              <a:gd name="connsiteY85264" fmla="*/ 489705 h 2398711"/>
              <a:gd name="connsiteX85265" fmla="*/ 836889 w 2119654"/>
              <a:gd name="connsiteY85265" fmla="*/ 490261 h 2398711"/>
              <a:gd name="connsiteX85266" fmla="*/ 837212 w 2119654"/>
              <a:gd name="connsiteY85266" fmla="*/ 489219 h 2398711"/>
              <a:gd name="connsiteX85267" fmla="*/ 835747 w 2119654"/>
              <a:gd name="connsiteY85267" fmla="*/ 485001 h 2398711"/>
              <a:gd name="connsiteX85268" fmla="*/ 835429 w 2119654"/>
              <a:gd name="connsiteY85268" fmla="*/ 485755 h 2398711"/>
              <a:gd name="connsiteX85269" fmla="*/ 837431 w 2119654"/>
              <a:gd name="connsiteY85269" fmla="*/ 488514 h 2398711"/>
              <a:gd name="connsiteX85270" fmla="*/ 837611 w 2119654"/>
              <a:gd name="connsiteY85270" fmla="*/ 487933 h 2398711"/>
              <a:gd name="connsiteX85271" fmla="*/ 888200 w 2119654"/>
              <a:gd name="connsiteY85271" fmla="*/ 367436 h 2398711"/>
              <a:gd name="connsiteX85272" fmla="*/ 887941 w 2119654"/>
              <a:gd name="connsiteY85272" fmla="*/ 368087 h 2398711"/>
              <a:gd name="connsiteX85273" fmla="*/ 893414 w 2119654"/>
              <a:gd name="connsiteY85273" fmla="*/ 373031 h 2398711"/>
              <a:gd name="connsiteX85274" fmla="*/ 893443 w 2119654"/>
              <a:gd name="connsiteY85274" fmla="*/ 372950 h 2398711"/>
              <a:gd name="connsiteX85275" fmla="*/ 893323 w 2119654"/>
              <a:gd name="connsiteY85275" fmla="*/ 372635 h 2398711"/>
              <a:gd name="connsiteX85276" fmla="*/ 290854 w 2119654"/>
              <a:gd name="connsiteY85276" fmla="*/ 1704980 h 2398711"/>
              <a:gd name="connsiteX85277" fmla="*/ 298054 w 2119654"/>
              <a:gd name="connsiteY85277" fmla="*/ 1708498 h 2398711"/>
              <a:gd name="connsiteX85278" fmla="*/ 299981 w 2119654"/>
              <a:gd name="connsiteY85278" fmla="*/ 1708588 h 2398711"/>
              <a:gd name="connsiteX85279" fmla="*/ 300359 w 2119654"/>
              <a:gd name="connsiteY85279" fmla="*/ 1708578 h 2398711"/>
              <a:gd name="connsiteX85280" fmla="*/ 861233 w 2119654"/>
              <a:gd name="connsiteY85280" fmla="*/ 427759 h 2398711"/>
              <a:gd name="connsiteX85281" fmla="*/ 861075 w 2119654"/>
              <a:gd name="connsiteY85281" fmla="*/ 428520 h 2398711"/>
              <a:gd name="connsiteX85282" fmla="*/ 861384 w 2119654"/>
              <a:gd name="connsiteY85282" fmla="*/ 429331 h 2398711"/>
              <a:gd name="connsiteX85283" fmla="*/ 861495 w 2119654"/>
              <a:gd name="connsiteY85283" fmla="*/ 429516 h 2398711"/>
              <a:gd name="connsiteX85284" fmla="*/ 862728 w 2119654"/>
              <a:gd name="connsiteY85284" fmla="*/ 430614 h 2398711"/>
              <a:gd name="connsiteX85285" fmla="*/ 863078 w 2119654"/>
              <a:gd name="connsiteY85285" fmla="*/ 429705 h 2398711"/>
              <a:gd name="connsiteX85286" fmla="*/ 838060 w 2119654"/>
              <a:gd name="connsiteY85286" fmla="*/ 479510 h 2398711"/>
              <a:gd name="connsiteX85287" fmla="*/ 836229 w 2119654"/>
              <a:gd name="connsiteY85287" fmla="*/ 483855 h 2398711"/>
              <a:gd name="connsiteX85288" fmla="*/ 838008 w 2119654"/>
              <a:gd name="connsiteY85288" fmla="*/ 486653 h 2398711"/>
              <a:gd name="connsiteX85289" fmla="*/ 839768 w 2119654"/>
              <a:gd name="connsiteY85289" fmla="*/ 480981 h 2398711"/>
              <a:gd name="connsiteX85290" fmla="*/ 838184 w 2119654"/>
              <a:gd name="connsiteY85290" fmla="*/ 479215 h 2398711"/>
              <a:gd name="connsiteX85291" fmla="*/ 838123 w 2119654"/>
              <a:gd name="connsiteY85291" fmla="*/ 479359 h 2398711"/>
              <a:gd name="connsiteX85292" fmla="*/ 839828 w 2119654"/>
              <a:gd name="connsiteY85292" fmla="*/ 480787 h 2398711"/>
              <a:gd name="connsiteX85293" fmla="*/ 839929 w 2119654"/>
              <a:gd name="connsiteY85293" fmla="*/ 480464 h 2398711"/>
              <a:gd name="connsiteX85294" fmla="*/ 813033 w 2119654"/>
              <a:gd name="connsiteY85294" fmla="*/ 535513 h 2398711"/>
              <a:gd name="connsiteX85295" fmla="*/ 812992 w 2119654"/>
              <a:gd name="connsiteY85295" fmla="*/ 535618 h 2398711"/>
              <a:gd name="connsiteX85296" fmla="*/ 813372 w 2119654"/>
              <a:gd name="connsiteY85296" fmla="*/ 536208 h 2398711"/>
              <a:gd name="connsiteX85297" fmla="*/ 813537 w 2119654"/>
              <a:gd name="connsiteY85297" fmla="*/ 536339 h 2398711"/>
              <a:gd name="connsiteX85298" fmla="*/ 813544 w 2119654"/>
              <a:gd name="connsiteY85298" fmla="*/ 535789 h 2398711"/>
              <a:gd name="connsiteX85299" fmla="*/ 838867 w 2119654"/>
              <a:gd name="connsiteY85299" fmla="*/ 477590 h 2398711"/>
              <a:gd name="connsiteX85300" fmla="*/ 838277 w 2119654"/>
              <a:gd name="connsiteY85300" fmla="*/ 478995 h 2398711"/>
              <a:gd name="connsiteX85301" fmla="*/ 840016 w 2119654"/>
              <a:gd name="connsiteY85301" fmla="*/ 480183 h 2398711"/>
              <a:gd name="connsiteX85302" fmla="*/ 840493 w 2119654"/>
              <a:gd name="connsiteY85302" fmla="*/ 478645 h 2398711"/>
              <a:gd name="connsiteX85303" fmla="*/ 877758 w 2119654"/>
              <a:gd name="connsiteY85303" fmla="*/ 390485 h 2398711"/>
              <a:gd name="connsiteX85304" fmla="*/ 877468 w 2119654"/>
              <a:gd name="connsiteY85304" fmla="*/ 393231 h 2398711"/>
              <a:gd name="connsiteX85305" fmla="*/ 878352 w 2119654"/>
              <a:gd name="connsiteY85305" fmla="*/ 391014 h 2398711"/>
              <a:gd name="connsiteX85306" fmla="*/ 862058 w 2119654"/>
              <a:gd name="connsiteY85306" fmla="*/ 425621 h 2398711"/>
              <a:gd name="connsiteX85307" fmla="*/ 863897 w 2119654"/>
              <a:gd name="connsiteY85307" fmla="*/ 427568 h 2398711"/>
              <a:gd name="connsiteX85308" fmla="*/ 864339 w 2119654"/>
              <a:gd name="connsiteY85308" fmla="*/ 426417 h 2398711"/>
              <a:gd name="connsiteX85309" fmla="*/ 863237 w 2119654"/>
              <a:gd name="connsiteY85309" fmla="*/ 423554 h 2398711"/>
              <a:gd name="connsiteX85310" fmla="*/ 889599 w 2119654"/>
              <a:gd name="connsiteY85310" fmla="*/ 363934 h 2398711"/>
              <a:gd name="connsiteX85311" fmla="*/ 888413 w 2119654"/>
              <a:gd name="connsiteY85311" fmla="*/ 366904 h 2398711"/>
              <a:gd name="connsiteX85312" fmla="*/ 892860 w 2119654"/>
              <a:gd name="connsiteY85312" fmla="*/ 371418 h 2398711"/>
              <a:gd name="connsiteX85313" fmla="*/ 890351 w 2119654"/>
              <a:gd name="connsiteY85313" fmla="*/ 364830 h 2398711"/>
              <a:gd name="connsiteX85314" fmla="*/ 889809 w 2119654"/>
              <a:gd name="connsiteY85314" fmla="*/ 363407 h 2398711"/>
              <a:gd name="connsiteX85315" fmla="*/ 889667 w 2119654"/>
              <a:gd name="connsiteY85315" fmla="*/ 363762 h 2398711"/>
              <a:gd name="connsiteX85316" fmla="*/ 890176 w 2119654"/>
              <a:gd name="connsiteY85316" fmla="*/ 364370 h 2398711"/>
              <a:gd name="connsiteX85317" fmla="*/ 890027 w 2119654"/>
              <a:gd name="connsiteY85317" fmla="*/ 362861 h 2398711"/>
              <a:gd name="connsiteX85318" fmla="*/ 890012 w 2119654"/>
              <a:gd name="connsiteY85318" fmla="*/ 362898 h 2398711"/>
              <a:gd name="connsiteX85319" fmla="*/ 890902 w 2119654"/>
              <a:gd name="connsiteY85319" fmla="*/ 365236 h 2398711"/>
              <a:gd name="connsiteX85320" fmla="*/ 894598 w 2119654"/>
              <a:gd name="connsiteY85320" fmla="*/ 369647 h 2398711"/>
              <a:gd name="connsiteX85321" fmla="*/ 895774 w 2119654"/>
              <a:gd name="connsiteY85321" fmla="*/ 366285 h 2398711"/>
              <a:gd name="connsiteX85322" fmla="*/ 861679 w 2119654"/>
              <a:gd name="connsiteY85322" fmla="*/ 426285 h 2398711"/>
              <a:gd name="connsiteX85323" fmla="*/ 862813 w 2119654"/>
              <a:gd name="connsiteY85323" fmla="*/ 427317 h 2398711"/>
              <a:gd name="connsiteX85324" fmla="*/ 861739 w 2119654"/>
              <a:gd name="connsiteY85324" fmla="*/ 426178 h 2398711"/>
              <a:gd name="connsiteX85325" fmla="*/ 341487 w 2119654"/>
              <a:gd name="connsiteY85325" fmla="*/ 1591012 h 2398711"/>
              <a:gd name="connsiteX85326" fmla="*/ 343734 w 2119654"/>
              <a:gd name="connsiteY85326" fmla="*/ 1593357 h 2398711"/>
              <a:gd name="connsiteX85327" fmla="*/ 344100 w 2119654"/>
              <a:gd name="connsiteY85327" fmla="*/ 1592748 h 2398711"/>
              <a:gd name="connsiteX85328" fmla="*/ 843734 w 2119654"/>
              <a:gd name="connsiteY85328" fmla="*/ 466123 h 2398711"/>
              <a:gd name="connsiteX85329" fmla="*/ 842704 w 2119654"/>
              <a:gd name="connsiteY85329" fmla="*/ 468481 h 2398711"/>
              <a:gd name="connsiteX85330" fmla="*/ 840748 w 2119654"/>
              <a:gd name="connsiteY85330" fmla="*/ 473125 h 2398711"/>
              <a:gd name="connsiteX85331" fmla="*/ 841835 w 2119654"/>
              <a:gd name="connsiteY85331" fmla="*/ 474319 h 2398711"/>
              <a:gd name="connsiteX85332" fmla="*/ 842979 w 2119654"/>
              <a:gd name="connsiteY85332" fmla="*/ 470632 h 2398711"/>
              <a:gd name="connsiteX85333" fmla="*/ 844118 w 2119654"/>
              <a:gd name="connsiteY85333" fmla="*/ 467126 h 2398711"/>
              <a:gd name="connsiteX85334" fmla="*/ 851318 w 2119654"/>
              <a:gd name="connsiteY85334" fmla="*/ 448770 h 2398711"/>
              <a:gd name="connsiteX85335" fmla="*/ 850831 w 2119654"/>
              <a:gd name="connsiteY85335" fmla="*/ 449885 h 2398711"/>
              <a:gd name="connsiteX85336" fmla="*/ 850489 w 2119654"/>
              <a:gd name="connsiteY85336" fmla="*/ 451540 h 2398711"/>
              <a:gd name="connsiteX85337" fmla="*/ 850331 w 2119654"/>
              <a:gd name="connsiteY85337" fmla="*/ 453422 h 2398711"/>
              <a:gd name="connsiteX85338" fmla="*/ 850537 w 2119654"/>
              <a:gd name="connsiteY85338" fmla="*/ 453896 h 2398711"/>
              <a:gd name="connsiteX85339" fmla="*/ 851351 w 2119654"/>
              <a:gd name="connsiteY85339" fmla="*/ 452692 h 2398711"/>
              <a:gd name="connsiteX85340" fmla="*/ 851755 w 2119654"/>
              <a:gd name="connsiteY85340" fmla="*/ 452143 h 2398711"/>
              <a:gd name="connsiteX85341" fmla="*/ 852045 w 2119654"/>
              <a:gd name="connsiteY85341" fmla="*/ 449095 h 2398711"/>
              <a:gd name="connsiteX85342" fmla="*/ 892956 w 2119654"/>
              <a:gd name="connsiteY85342" fmla="*/ 355525 h 2398711"/>
              <a:gd name="connsiteX85343" fmla="*/ 890176 w 2119654"/>
              <a:gd name="connsiteY85343" fmla="*/ 362487 h 2398711"/>
              <a:gd name="connsiteX85344" fmla="*/ 895937 w 2119654"/>
              <a:gd name="connsiteY85344" fmla="*/ 365817 h 2398711"/>
              <a:gd name="connsiteX85345" fmla="*/ 898218 w 2119654"/>
              <a:gd name="connsiteY85345" fmla="*/ 359298 h 2398711"/>
              <a:gd name="connsiteX85346" fmla="*/ 852289 w 2119654"/>
              <a:gd name="connsiteY85346" fmla="*/ 446548 h 2398711"/>
              <a:gd name="connsiteX85347" fmla="*/ 852190 w 2119654"/>
              <a:gd name="connsiteY85347" fmla="*/ 446775 h 2398711"/>
              <a:gd name="connsiteX85348" fmla="*/ 852264 w 2119654"/>
              <a:gd name="connsiteY85348" fmla="*/ 446809 h 2398711"/>
              <a:gd name="connsiteX85349" fmla="*/ 321881 w 2119654"/>
              <a:gd name="connsiteY85349" fmla="*/ 1634213 h 2398711"/>
              <a:gd name="connsiteX85350" fmla="*/ 323575 w 2119654"/>
              <a:gd name="connsiteY85350" fmla="*/ 1635302 h 2398711"/>
              <a:gd name="connsiteX85351" fmla="*/ 323696 w 2119654"/>
              <a:gd name="connsiteY85351" fmla="*/ 1635094 h 2398711"/>
              <a:gd name="connsiteX85352" fmla="*/ 323449 w 2119654"/>
              <a:gd name="connsiteY85352" fmla="*/ 1634809 h 2398711"/>
              <a:gd name="connsiteX85353" fmla="*/ 322430 w 2119654"/>
              <a:gd name="connsiteY85353" fmla="*/ 1634312 h 2398711"/>
              <a:gd name="connsiteX85354" fmla="*/ 901015 w 2119654"/>
              <a:gd name="connsiteY85354" fmla="*/ 337301 h 2398711"/>
              <a:gd name="connsiteX85355" fmla="*/ 904089 w 2119654"/>
              <a:gd name="connsiteY85355" fmla="*/ 343867 h 2398711"/>
              <a:gd name="connsiteX85356" fmla="*/ 905016 w 2119654"/>
              <a:gd name="connsiteY85356" fmla="*/ 341522 h 2398711"/>
              <a:gd name="connsiteX85357" fmla="*/ 857567 w 2119654"/>
              <a:gd name="connsiteY85357" fmla="*/ 434484 h 2398711"/>
              <a:gd name="connsiteX85358" fmla="*/ 857599 w 2119654"/>
              <a:gd name="connsiteY85358" fmla="*/ 435379 h 2398711"/>
              <a:gd name="connsiteX85359" fmla="*/ 857708 w 2119654"/>
              <a:gd name="connsiteY85359" fmla="*/ 434852 h 2398711"/>
              <a:gd name="connsiteX85360" fmla="*/ 298465 w 2119654"/>
              <a:gd name="connsiteY85360" fmla="*/ 1686410 h 2398711"/>
              <a:gd name="connsiteX85361" fmla="*/ 313510 w 2119654"/>
              <a:gd name="connsiteY85361" fmla="*/ 1698004 h 2398711"/>
              <a:gd name="connsiteX85362" fmla="*/ 314700 w 2119654"/>
              <a:gd name="connsiteY85362" fmla="*/ 1698509 h 2398711"/>
              <a:gd name="connsiteX85363" fmla="*/ 314905 w 2119654"/>
              <a:gd name="connsiteY85363" fmla="*/ 1698510 h 2398711"/>
              <a:gd name="connsiteX85364" fmla="*/ 306479 w 2119654"/>
              <a:gd name="connsiteY85364" fmla="*/ 1687720 h 2398711"/>
              <a:gd name="connsiteX85365" fmla="*/ 304937 w 2119654"/>
              <a:gd name="connsiteY85365" fmla="*/ 1686983 h 2398711"/>
              <a:gd name="connsiteX85366" fmla="*/ 828248 w 2119654"/>
              <a:gd name="connsiteY85366" fmla="*/ 499927 h 2398711"/>
              <a:gd name="connsiteX85367" fmla="*/ 828233 w 2119654"/>
              <a:gd name="connsiteY85367" fmla="*/ 501246 h 2398711"/>
              <a:gd name="connsiteX85368" fmla="*/ 828321 w 2119654"/>
              <a:gd name="connsiteY85368" fmla="*/ 501324 h 2398711"/>
              <a:gd name="connsiteX85369" fmla="*/ 828717 w 2119654"/>
              <a:gd name="connsiteY85369" fmla="*/ 500383 h 2398711"/>
              <a:gd name="connsiteX85370" fmla="*/ 851083 w 2119654"/>
              <a:gd name="connsiteY85370" fmla="*/ 448665 h 2398711"/>
              <a:gd name="connsiteX85371" fmla="*/ 851056 w 2119654"/>
              <a:gd name="connsiteY85371" fmla="*/ 448800 h 2398711"/>
              <a:gd name="connsiteX85372" fmla="*/ 851110 w 2119654"/>
              <a:gd name="connsiteY85372" fmla="*/ 448676 h 2398711"/>
              <a:gd name="connsiteX85373" fmla="*/ 326728 w 2119654"/>
              <a:gd name="connsiteY85373" fmla="*/ 1622649 h 2398711"/>
              <a:gd name="connsiteX85374" fmla="*/ 329329 w 2119654"/>
              <a:gd name="connsiteY85374" fmla="*/ 1625367 h 2398711"/>
              <a:gd name="connsiteX85375" fmla="*/ 330469 w 2119654"/>
              <a:gd name="connsiteY85375" fmla="*/ 1623401 h 2398711"/>
              <a:gd name="connsiteX85376" fmla="*/ 327382 w 2119654"/>
              <a:gd name="connsiteY85376" fmla="*/ 1621561 h 2398711"/>
              <a:gd name="connsiteX85377" fmla="*/ 878021 w 2119654"/>
              <a:gd name="connsiteY85377" fmla="*/ 387994 h 2398711"/>
              <a:gd name="connsiteX85378" fmla="*/ 877783 w 2119654"/>
              <a:gd name="connsiteY85378" fmla="*/ 390248 h 2398711"/>
              <a:gd name="connsiteX85379" fmla="*/ 878433 w 2119654"/>
              <a:gd name="connsiteY85379" fmla="*/ 390812 h 2398711"/>
              <a:gd name="connsiteX85380" fmla="*/ 878899 w 2119654"/>
              <a:gd name="connsiteY85380" fmla="*/ 389646 h 2398711"/>
              <a:gd name="connsiteX85381" fmla="*/ 830594 w 2119654"/>
              <a:gd name="connsiteY85381" fmla="*/ 493668 h 2398711"/>
              <a:gd name="connsiteX85382" fmla="*/ 831110 w 2119654"/>
              <a:gd name="connsiteY85382" fmla="*/ 494420 h 2398711"/>
              <a:gd name="connsiteX85383" fmla="*/ 831208 w 2119654"/>
              <a:gd name="connsiteY85383" fmla="*/ 494467 h 2398711"/>
              <a:gd name="connsiteX85384" fmla="*/ 831383 w 2119654"/>
              <a:gd name="connsiteY85384" fmla="*/ 494054 h 2398711"/>
              <a:gd name="connsiteX85385" fmla="*/ 888894 w 2119654"/>
              <a:gd name="connsiteY85385" fmla="*/ 363093 h 2398711"/>
              <a:gd name="connsiteX85386" fmla="*/ 888108 w 2119654"/>
              <a:gd name="connsiteY85386" fmla="*/ 366441 h 2398711"/>
              <a:gd name="connsiteX85387" fmla="*/ 888086 w 2119654"/>
              <a:gd name="connsiteY85387" fmla="*/ 366572 h 2398711"/>
              <a:gd name="connsiteX85388" fmla="*/ 888103 w 2119654"/>
              <a:gd name="connsiteY85388" fmla="*/ 366590 h 2398711"/>
              <a:gd name="connsiteX85389" fmla="*/ 889304 w 2119654"/>
              <a:gd name="connsiteY85389" fmla="*/ 363582 h 2398711"/>
              <a:gd name="connsiteX85390" fmla="*/ 862414 w 2119654"/>
              <a:gd name="connsiteY85390" fmla="*/ 422039 h 2398711"/>
              <a:gd name="connsiteX85391" fmla="*/ 862109 w 2119654"/>
              <a:gd name="connsiteY85391" fmla="*/ 423510 h 2398711"/>
              <a:gd name="connsiteX85392" fmla="*/ 862762 w 2119654"/>
              <a:gd name="connsiteY85392" fmla="*/ 422465 h 2398711"/>
              <a:gd name="connsiteX85393" fmla="*/ 324777 w 2119654"/>
              <a:gd name="connsiteY85393" fmla="*/ 1625900 h 2398711"/>
              <a:gd name="connsiteX85394" fmla="*/ 325602 w 2119654"/>
              <a:gd name="connsiteY85394" fmla="*/ 1626956 h 2398711"/>
              <a:gd name="connsiteX85395" fmla="*/ 327056 w 2119654"/>
              <a:gd name="connsiteY85395" fmla="*/ 1627677 h 2398711"/>
              <a:gd name="connsiteX85396" fmla="*/ 327414 w 2119654"/>
              <a:gd name="connsiteY85396" fmla="*/ 1627660 h 2398711"/>
              <a:gd name="connsiteX85397" fmla="*/ 325144 w 2119654"/>
              <a:gd name="connsiteY85397" fmla="*/ 1625288 h 2398711"/>
              <a:gd name="connsiteX85398" fmla="*/ 889081 w 2119654"/>
              <a:gd name="connsiteY85398" fmla="*/ 362299 h 2398711"/>
              <a:gd name="connsiteX85399" fmla="*/ 888941 w 2119654"/>
              <a:gd name="connsiteY85399" fmla="*/ 362897 h 2398711"/>
              <a:gd name="connsiteX85400" fmla="*/ 889372 w 2119654"/>
              <a:gd name="connsiteY85400" fmla="*/ 363412 h 2398711"/>
              <a:gd name="connsiteX85401" fmla="*/ 889596 w 2119654"/>
              <a:gd name="connsiteY85401" fmla="*/ 362849 h 2398711"/>
              <a:gd name="connsiteX85402" fmla="*/ 889476 w 2119654"/>
              <a:gd name="connsiteY85402" fmla="*/ 362533 h 2398711"/>
              <a:gd name="connsiteX85403" fmla="*/ 822229 w 2119654"/>
              <a:gd name="connsiteY85403" fmla="*/ 511969 h 2398711"/>
              <a:gd name="connsiteX85404" fmla="*/ 822017 w 2119654"/>
              <a:gd name="connsiteY85404" fmla="*/ 512860 h 2398711"/>
              <a:gd name="connsiteX85405" fmla="*/ 823096 w 2119654"/>
              <a:gd name="connsiteY85405" fmla="*/ 513689 h 2398711"/>
              <a:gd name="connsiteX85406" fmla="*/ 889198 w 2119654"/>
              <a:gd name="connsiteY85406" fmla="*/ 361801 h 2398711"/>
              <a:gd name="connsiteX85407" fmla="*/ 889173 w 2119654"/>
              <a:gd name="connsiteY85407" fmla="*/ 361908 h 2398711"/>
              <a:gd name="connsiteX85408" fmla="*/ 889258 w 2119654"/>
              <a:gd name="connsiteY85408" fmla="*/ 361957 h 2398711"/>
              <a:gd name="connsiteX85409" fmla="*/ 823253 w 2119654"/>
              <a:gd name="connsiteY85409" fmla="*/ 509343 h 2398711"/>
              <a:gd name="connsiteX85410" fmla="*/ 823023 w 2119654"/>
              <a:gd name="connsiteY85410" fmla="*/ 509915 h 2398711"/>
              <a:gd name="connsiteX85411" fmla="*/ 824086 w 2119654"/>
              <a:gd name="connsiteY85411" fmla="*/ 511381 h 2398711"/>
              <a:gd name="connsiteX85412" fmla="*/ 824383 w 2119654"/>
              <a:gd name="connsiteY85412" fmla="*/ 510678 h 2398711"/>
              <a:gd name="connsiteX85413" fmla="*/ 320837 w 2119654"/>
              <a:gd name="connsiteY85413" fmla="*/ 1634021 h 2398711"/>
              <a:gd name="connsiteX85414" fmla="*/ 322379 w 2119654"/>
              <a:gd name="connsiteY85414" fmla="*/ 1635227 h 2398711"/>
              <a:gd name="connsiteX85415" fmla="*/ 323304 w 2119654"/>
              <a:gd name="connsiteY85415" fmla="*/ 1635769 h 2398711"/>
              <a:gd name="connsiteX85416" fmla="*/ 323376 w 2119654"/>
              <a:gd name="connsiteY85416" fmla="*/ 1635645 h 2398711"/>
              <a:gd name="connsiteX85417" fmla="*/ 320854 w 2119654"/>
              <a:gd name="connsiteY85417" fmla="*/ 1634024 h 2398711"/>
              <a:gd name="connsiteX85418" fmla="*/ 853102 w 2119654"/>
              <a:gd name="connsiteY85418" fmla="*/ 441602 h 2398711"/>
              <a:gd name="connsiteX85419" fmla="*/ 852754 w 2119654"/>
              <a:gd name="connsiteY85419" fmla="*/ 445238 h 2398711"/>
              <a:gd name="connsiteX85420" fmla="*/ 852894 w 2119654"/>
              <a:gd name="connsiteY85420" fmla="*/ 445163 h 2398711"/>
              <a:gd name="connsiteX85421" fmla="*/ 852725 w 2119654"/>
              <a:gd name="connsiteY85421" fmla="*/ 445550 h 2398711"/>
              <a:gd name="connsiteX85422" fmla="*/ 852590 w 2119654"/>
              <a:gd name="connsiteY85422" fmla="*/ 446956 h 2398711"/>
              <a:gd name="connsiteX85423" fmla="*/ 854286 w 2119654"/>
              <a:gd name="connsiteY85423" fmla="*/ 447712 h 2398711"/>
              <a:gd name="connsiteX85424" fmla="*/ 854106 w 2119654"/>
              <a:gd name="connsiteY85424" fmla="*/ 442601 h 2398711"/>
              <a:gd name="connsiteX85425" fmla="*/ 320766 w 2119654"/>
              <a:gd name="connsiteY85425" fmla="*/ 1633498 h 2398711"/>
              <a:gd name="connsiteX85426" fmla="*/ 321170 w 2119654"/>
              <a:gd name="connsiteY85426" fmla="*/ 1633758 h 2398711"/>
              <a:gd name="connsiteX85427" fmla="*/ 321377 w 2119654"/>
              <a:gd name="connsiteY85427" fmla="*/ 1633796 h 2398711"/>
              <a:gd name="connsiteX85428" fmla="*/ 822939 w 2119654"/>
              <a:gd name="connsiteY85428" fmla="*/ 508972 h 2398711"/>
              <a:gd name="connsiteX85429" fmla="*/ 822809 w 2119654"/>
              <a:gd name="connsiteY85429" fmla="*/ 509520 h 2398711"/>
              <a:gd name="connsiteX85430" fmla="*/ 822937 w 2119654"/>
              <a:gd name="connsiteY85430" fmla="*/ 509773 h 2398711"/>
              <a:gd name="connsiteX85431" fmla="*/ 823156 w 2119654"/>
              <a:gd name="connsiteY85431" fmla="*/ 509227 h 2398711"/>
              <a:gd name="connsiteX85432" fmla="*/ 853268 w 2119654"/>
              <a:gd name="connsiteY85432" fmla="*/ 441029 h 2398711"/>
              <a:gd name="connsiteX85433" fmla="*/ 854079 w 2119654"/>
              <a:gd name="connsiteY85433" fmla="*/ 441840 h 2398711"/>
              <a:gd name="connsiteX85434" fmla="*/ 854005 w 2119654"/>
              <a:gd name="connsiteY85434" fmla="*/ 439738 h 2398711"/>
              <a:gd name="connsiteX85435" fmla="*/ 839506 w 2119654"/>
              <a:gd name="connsiteY85435" fmla="*/ 471758 h 2398711"/>
              <a:gd name="connsiteX85436" fmla="*/ 840530 w 2119654"/>
              <a:gd name="connsiteY85436" fmla="*/ 472884 h 2398711"/>
              <a:gd name="connsiteX85437" fmla="*/ 843618 w 2119654"/>
              <a:gd name="connsiteY85437" fmla="*/ 465819 h 2398711"/>
              <a:gd name="connsiteX85438" fmla="*/ 843581 w 2119654"/>
              <a:gd name="connsiteY85438" fmla="*/ 465723 h 2398711"/>
              <a:gd name="connsiteX85439" fmla="*/ 836595 w 2119654"/>
              <a:gd name="connsiteY85439" fmla="*/ 478077 h 2398711"/>
              <a:gd name="connsiteX85440" fmla="*/ 837814 w 2119654"/>
              <a:gd name="connsiteY85440" fmla="*/ 479099 h 2398711"/>
              <a:gd name="connsiteX85441" fmla="*/ 837864 w 2119654"/>
              <a:gd name="connsiteY85441" fmla="*/ 478985 h 2398711"/>
              <a:gd name="connsiteX85442" fmla="*/ 852315 w 2119654"/>
              <a:gd name="connsiteY85442" fmla="*/ 442701 h 2398711"/>
              <a:gd name="connsiteX85443" fmla="*/ 851534 w 2119654"/>
              <a:gd name="connsiteY85443" fmla="*/ 446483 h 2398711"/>
              <a:gd name="connsiteX85444" fmla="*/ 851981 w 2119654"/>
              <a:gd name="connsiteY85444" fmla="*/ 446681 h 2398711"/>
              <a:gd name="connsiteX85445" fmla="*/ 852358 w 2119654"/>
              <a:gd name="connsiteY85445" fmla="*/ 445819 h 2398711"/>
              <a:gd name="connsiteX85446" fmla="*/ 852725 w 2119654"/>
              <a:gd name="connsiteY85446" fmla="*/ 441983 h 2398711"/>
              <a:gd name="connsiteX85447" fmla="*/ 874015 w 2119654"/>
              <a:gd name="connsiteY85447" fmla="*/ 394082 h 2398711"/>
              <a:gd name="connsiteX85448" fmla="*/ 876137 w 2119654"/>
              <a:gd name="connsiteY85448" fmla="*/ 396563 h 2398711"/>
              <a:gd name="connsiteX85449" fmla="*/ 876544 w 2119654"/>
              <a:gd name="connsiteY85449" fmla="*/ 395543 h 2398711"/>
              <a:gd name="connsiteX85450" fmla="*/ 886537 w 2119654"/>
              <a:gd name="connsiteY85450" fmla="*/ 365747 h 2398711"/>
              <a:gd name="connsiteX85451" fmla="*/ 886575 w 2119654"/>
              <a:gd name="connsiteY85451" fmla="*/ 366852 h 2398711"/>
              <a:gd name="connsiteX85452" fmla="*/ 886994 w 2119654"/>
              <a:gd name="connsiteY85452" fmla="*/ 367230 h 2398711"/>
              <a:gd name="connsiteX85453" fmla="*/ 887172 w 2119654"/>
              <a:gd name="connsiteY85453" fmla="*/ 366391 h 2398711"/>
              <a:gd name="connsiteX85454" fmla="*/ 319408 w 2119654"/>
              <a:gd name="connsiteY85454" fmla="*/ 1635042 h 2398711"/>
              <a:gd name="connsiteX85455" fmla="*/ 322888 w 2119654"/>
              <a:gd name="connsiteY85455" fmla="*/ 1636488 h 2398711"/>
              <a:gd name="connsiteX85456" fmla="*/ 323024 w 2119654"/>
              <a:gd name="connsiteY85456" fmla="*/ 1636253 h 2398711"/>
              <a:gd name="connsiteX85457" fmla="*/ 321463 w 2119654"/>
              <a:gd name="connsiteY85457" fmla="*/ 1635033 h 2398711"/>
              <a:gd name="connsiteX85458" fmla="*/ 319934 w 2119654"/>
              <a:gd name="connsiteY85458" fmla="*/ 1634138 h 2398711"/>
              <a:gd name="connsiteX85459" fmla="*/ 296969 w 2119654"/>
              <a:gd name="connsiteY85459" fmla="*/ 1685257 h 2398711"/>
              <a:gd name="connsiteX85460" fmla="*/ 298321 w 2119654"/>
              <a:gd name="connsiteY85460" fmla="*/ 1686299 h 2398711"/>
              <a:gd name="connsiteX85461" fmla="*/ 298477 w 2119654"/>
              <a:gd name="connsiteY85461" fmla="*/ 1686313 h 2398711"/>
              <a:gd name="connsiteX85462" fmla="*/ 304476 w 2119654"/>
              <a:gd name="connsiteY85462" fmla="*/ 1686763 h 2398711"/>
              <a:gd name="connsiteX85463" fmla="*/ 302537 w 2119654"/>
              <a:gd name="connsiteY85463" fmla="*/ 1685836 h 2398711"/>
              <a:gd name="connsiteX85464" fmla="*/ 833329 w 2119654"/>
              <a:gd name="connsiteY85464" fmla="*/ 483895 h 2398711"/>
              <a:gd name="connsiteX85465" fmla="*/ 834647 w 2119654"/>
              <a:gd name="connsiteY85465" fmla="*/ 486345 h 2398711"/>
              <a:gd name="connsiteX85466" fmla="*/ 834823 w 2119654"/>
              <a:gd name="connsiteY85466" fmla="*/ 485943 h 2398711"/>
              <a:gd name="connsiteX85467" fmla="*/ 318267 w 2119654"/>
              <a:gd name="connsiteY85467" fmla="*/ 1637004 h 2398711"/>
              <a:gd name="connsiteX85468" fmla="*/ 322580 w 2119654"/>
              <a:gd name="connsiteY85468" fmla="*/ 1637019 h 2398711"/>
              <a:gd name="connsiteX85469" fmla="*/ 322634 w 2119654"/>
              <a:gd name="connsiteY85469" fmla="*/ 1636926 h 2398711"/>
              <a:gd name="connsiteX85470" fmla="*/ 319154 w 2119654"/>
              <a:gd name="connsiteY85470" fmla="*/ 1635480 h 2398711"/>
              <a:gd name="connsiteX85471" fmla="*/ 887815 w 2119654"/>
              <a:gd name="connsiteY85471" fmla="*/ 361555 h 2398711"/>
              <a:gd name="connsiteX85472" fmla="*/ 888121 w 2119654"/>
              <a:gd name="connsiteY85472" fmla="*/ 361919 h 2398711"/>
              <a:gd name="connsiteX85473" fmla="*/ 888156 w 2119654"/>
              <a:gd name="connsiteY85473" fmla="*/ 361751 h 2398711"/>
              <a:gd name="connsiteX85474" fmla="*/ 317834 w 2119654"/>
              <a:gd name="connsiteY85474" fmla="*/ 1637749 h 2398711"/>
              <a:gd name="connsiteX85475" fmla="*/ 321766 w 2119654"/>
              <a:gd name="connsiteY85475" fmla="*/ 1638424 h 2398711"/>
              <a:gd name="connsiteX85476" fmla="*/ 322487 w 2119654"/>
              <a:gd name="connsiteY85476" fmla="*/ 1637180 h 2398711"/>
              <a:gd name="connsiteX85477" fmla="*/ 318174 w 2119654"/>
              <a:gd name="connsiteY85477" fmla="*/ 1637165 h 2398711"/>
              <a:gd name="connsiteX85478" fmla="*/ 285752 w 2119654"/>
              <a:gd name="connsiteY85478" fmla="*/ 1709407 h 2398711"/>
              <a:gd name="connsiteX85479" fmla="*/ 297214 w 2119654"/>
              <a:gd name="connsiteY85479" fmla="*/ 1714352 h 2398711"/>
              <a:gd name="connsiteX85480" fmla="*/ 321545 w 2119654"/>
              <a:gd name="connsiteY85480" fmla="*/ 1724460 h 2398711"/>
              <a:gd name="connsiteX85481" fmla="*/ 330970 w 2119654"/>
              <a:gd name="connsiteY85481" fmla="*/ 1726213 h 2398711"/>
              <a:gd name="connsiteX85482" fmla="*/ 328257 w 2119654"/>
              <a:gd name="connsiteY85482" fmla="*/ 1724092 h 2398711"/>
              <a:gd name="connsiteX85483" fmla="*/ 299875 w 2119654"/>
              <a:gd name="connsiteY85483" fmla="*/ 1710227 h 2398711"/>
              <a:gd name="connsiteX85484" fmla="*/ 891002 w 2119654"/>
              <a:gd name="connsiteY85484" fmla="*/ 354123 h 2398711"/>
              <a:gd name="connsiteX85485" fmla="*/ 889350 w 2119654"/>
              <a:gd name="connsiteY85485" fmla="*/ 361157 h 2398711"/>
              <a:gd name="connsiteX85486" fmla="*/ 889766 w 2119654"/>
              <a:gd name="connsiteY85486" fmla="*/ 362251 h 2398711"/>
              <a:gd name="connsiteX85487" fmla="*/ 889822 w 2119654"/>
              <a:gd name="connsiteY85487" fmla="*/ 362283 h 2398711"/>
              <a:gd name="connsiteX85488" fmla="*/ 892617 w 2119654"/>
              <a:gd name="connsiteY85488" fmla="*/ 355281 h 2398711"/>
              <a:gd name="connsiteX85489" fmla="*/ 317335 w 2119654"/>
              <a:gd name="connsiteY85489" fmla="*/ 1638607 h 2398711"/>
              <a:gd name="connsiteX85490" fmla="*/ 319519 w 2119654"/>
              <a:gd name="connsiteY85490" fmla="*/ 1640458 h 2398711"/>
              <a:gd name="connsiteX85491" fmla="*/ 329399 w 2119654"/>
              <a:gd name="connsiteY85491" fmla="*/ 1641675 h 2398711"/>
              <a:gd name="connsiteX85492" fmla="*/ 328229 w 2119654"/>
              <a:gd name="connsiteY85492" fmla="*/ 1640325 h 2398711"/>
              <a:gd name="connsiteX85493" fmla="*/ 327723 w 2119654"/>
              <a:gd name="connsiteY85493" fmla="*/ 1639930 h 2398711"/>
              <a:gd name="connsiteX85494" fmla="*/ 321769 w 2119654"/>
              <a:gd name="connsiteY85494" fmla="*/ 1638823 h 2398711"/>
              <a:gd name="connsiteX85495" fmla="*/ 321227 w 2119654"/>
              <a:gd name="connsiteY85495" fmla="*/ 1639758 h 2398711"/>
              <a:gd name="connsiteX85496" fmla="*/ 321159 w 2119654"/>
              <a:gd name="connsiteY85496" fmla="*/ 1639473 h 2398711"/>
              <a:gd name="connsiteX85497" fmla="*/ 321558 w 2119654"/>
              <a:gd name="connsiteY85497" fmla="*/ 1638784 h 2398711"/>
              <a:gd name="connsiteX85498" fmla="*/ 317654 w 2119654"/>
              <a:gd name="connsiteY85498" fmla="*/ 1638059 h 2398711"/>
              <a:gd name="connsiteX85499" fmla="*/ 846902 w 2119654"/>
              <a:gd name="connsiteY85499" fmla="*/ 452506 h 2398711"/>
              <a:gd name="connsiteX85500" fmla="*/ 847361 w 2119654"/>
              <a:gd name="connsiteY85500" fmla="*/ 453317 h 2398711"/>
              <a:gd name="connsiteX85501" fmla="*/ 847446 w 2119654"/>
              <a:gd name="connsiteY85501" fmla="*/ 452908 h 2398711"/>
              <a:gd name="connsiteX85502" fmla="*/ 847352 w 2119654"/>
              <a:gd name="connsiteY85502" fmla="*/ 451403 h 2398711"/>
              <a:gd name="connsiteX85503" fmla="*/ 847699 w 2119654"/>
              <a:gd name="connsiteY85503" fmla="*/ 451683 h 2398711"/>
              <a:gd name="connsiteX85504" fmla="*/ 847987 w 2119654"/>
              <a:gd name="connsiteY85504" fmla="*/ 450290 h 2398711"/>
              <a:gd name="connsiteX85505" fmla="*/ 835775 w 2119654"/>
              <a:gd name="connsiteY85505" fmla="*/ 477286 h 2398711"/>
              <a:gd name="connsiteX85506" fmla="*/ 837955 w 2119654"/>
              <a:gd name="connsiteY85506" fmla="*/ 478775 h 2398711"/>
              <a:gd name="connsiteX85507" fmla="*/ 838560 w 2119654"/>
              <a:gd name="connsiteY85507" fmla="*/ 477391 h 2398711"/>
              <a:gd name="connsiteX85508" fmla="*/ 836574 w 2119654"/>
              <a:gd name="connsiteY85508" fmla="*/ 476103 h 2398711"/>
              <a:gd name="connsiteX85509" fmla="*/ 847110 w 2119654"/>
              <a:gd name="connsiteY85509" fmla="*/ 451827 h 2398711"/>
              <a:gd name="connsiteX85510" fmla="*/ 847335 w 2119654"/>
              <a:gd name="connsiteY85510" fmla="*/ 451994 h 2398711"/>
              <a:gd name="connsiteX85511" fmla="*/ 847119 w 2119654"/>
              <a:gd name="connsiteY85511" fmla="*/ 451812 h 2398711"/>
              <a:gd name="connsiteX85512" fmla="*/ 325017 w 2119654"/>
              <a:gd name="connsiteY85512" fmla="*/ 1620861 h 2398711"/>
              <a:gd name="connsiteX85513" fmla="*/ 326499 w 2119654"/>
              <a:gd name="connsiteY85513" fmla="*/ 1622409 h 2398711"/>
              <a:gd name="connsiteX85514" fmla="*/ 327093 w 2119654"/>
              <a:gd name="connsiteY85514" fmla="*/ 1621388 h 2398711"/>
              <a:gd name="connsiteX85515" fmla="*/ 326746 w 2119654"/>
              <a:gd name="connsiteY85515" fmla="*/ 1621181 h 2398711"/>
              <a:gd name="connsiteX85516" fmla="*/ 351045 w 2119654"/>
              <a:gd name="connsiteY85516" fmla="*/ 1562349 h 2398711"/>
              <a:gd name="connsiteX85517" fmla="*/ 351316 w 2119654"/>
              <a:gd name="connsiteY85517" fmla="*/ 1562683 h 2398711"/>
              <a:gd name="connsiteX85518" fmla="*/ 352873 w 2119654"/>
              <a:gd name="connsiteY85518" fmla="*/ 1564214 h 2398711"/>
              <a:gd name="connsiteX85519" fmla="*/ 352933 w 2119654"/>
              <a:gd name="connsiteY85519" fmla="*/ 1563656 h 2398711"/>
              <a:gd name="connsiteX85520" fmla="*/ 352402 w 2119654"/>
              <a:gd name="connsiteY85520" fmla="*/ 1562746 h 2398711"/>
              <a:gd name="connsiteX85521" fmla="*/ 828323 w 2119654"/>
              <a:gd name="connsiteY85521" fmla="*/ 493585 h 2398711"/>
              <a:gd name="connsiteX85522" fmla="*/ 828320 w 2119654"/>
              <a:gd name="connsiteY85522" fmla="*/ 493844 h 2398711"/>
              <a:gd name="connsiteX85523" fmla="*/ 829281 w 2119654"/>
              <a:gd name="connsiteY85523" fmla="*/ 494471 h 2398711"/>
              <a:gd name="connsiteX85524" fmla="*/ 829116 w 2119654"/>
              <a:gd name="connsiteY85524" fmla="*/ 494155 h 2398711"/>
              <a:gd name="connsiteX85525" fmla="*/ 828929 w 2119654"/>
              <a:gd name="connsiteY85525" fmla="*/ 493882 h 2398711"/>
              <a:gd name="connsiteX85526" fmla="*/ 821929 w 2119654"/>
              <a:gd name="connsiteY85526" fmla="*/ 507778 h 2398711"/>
              <a:gd name="connsiteX85527" fmla="*/ 822599 w 2119654"/>
              <a:gd name="connsiteY85527" fmla="*/ 509105 h 2398711"/>
              <a:gd name="connsiteX85528" fmla="*/ 822698 w 2119654"/>
              <a:gd name="connsiteY85528" fmla="*/ 508687 h 2398711"/>
              <a:gd name="connsiteX85529" fmla="*/ 864322 w 2119654"/>
              <a:gd name="connsiteY85529" fmla="*/ 412807 h 2398711"/>
              <a:gd name="connsiteX85530" fmla="*/ 862972 w 2119654"/>
              <a:gd name="connsiteY85530" fmla="*/ 419337 h 2398711"/>
              <a:gd name="connsiteX85531" fmla="*/ 863637 w 2119654"/>
              <a:gd name="connsiteY85531" fmla="*/ 421065 h 2398711"/>
              <a:gd name="connsiteX85532" fmla="*/ 867909 w 2119654"/>
              <a:gd name="connsiteY85532" fmla="*/ 414224 h 2398711"/>
              <a:gd name="connsiteX85533" fmla="*/ 864885 w 2119654"/>
              <a:gd name="connsiteY85533" fmla="*/ 413023 h 2398711"/>
              <a:gd name="connsiteX85534" fmla="*/ 845438 w 2119654"/>
              <a:gd name="connsiteY85534" fmla="*/ 454758 h 2398711"/>
              <a:gd name="connsiteX85535" fmla="*/ 845591 w 2119654"/>
              <a:gd name="connsiteY85535" fmla="*/ 454942 h 2398711"/>
              <a:gd name="connsiteX85536" fmla="*/ 846839 w 2119654"/>
              <a:gd name="connsiteY85536" fmla="*/ 455847 h 2398711"/>
              <a:gd name="connsiteX85537" fmla="*/ 847242 w 2119654"/>
              <a:gd name="connsiteY85537" fmla="*/ 453898 h 2398711"/>
              <a:gd name="connsiteX85538" fmla="*/ 846588 w 2119654"/>
              <a:gd name="connsiteY85538" fmla="*/ 452743 h 2398711"/>
              <a:gd name="connsiteX85539" fmla="*/ 853608 w 2119654"/>
              <a:gd name="connsiteY85539" fmla="*/ 436446 h 2398711"/>
              <a:gd name="connsiteX85540" fmla="*/ 853583 w 2119654"/>
              <a:gd name="connsiteY85540" fmla="*/ 436567 h 2398711"/>
              <a:gd name="connsiteX85541" fmla="*/ 853515 w 2119654"/>
              <a:gd name="connsiteY85541" fmla="*/ 437271 h 2398711"/>
              <a:gd name="connsiteX85542" fmla="*/ 853896 w 2119654"/>
              <a:gd name="connsiteY85542" fmla="*/ 436660 h 2398711"/>
              <a:gd name="connsiteX85543" fmla="*/ 853893 w 2119654"/>
              <a:gd name="connsiteY85543" fmla="*/ 436558 h 2398711"/>
              <a:gd name="connsiteX85544" fmla="*/ 828331 w 2119654"/>
              <a:gd name="connsiteY85544" fmla="*/ 493010 h 2398711"/>
              <a:gd name="connsiteX85545" fmla="*/ 828329 w 2119654"/>
              <a:gd name="connsiteY85545" fmla="*/ 493105 h 2398711"/>
              <a:gd name="connsiteX85546" fmla="*/ 828427 w 2119654"/>
              <a:gd name="connsiteY85546" fmla="*/ 493150 h 2398711"/>
              <a:gd name="connsiteX85547" fmla="*/ 844767 w 2119654"/>
              <a:gd name="connsiteY85547" fmla="*/ 455934 h 2398711"/>
              <a:gd name="connsiteX85548" fmla="*/ 845994 w 2119654"/>
              <a:gd name="connsiteY85548" fmla="*/ 458256 h 2398711"/>
              <a:gd name="connsiteX85549" fmla="*/ 846315 w 2119654"/>
              <a:gd name="connsiteY85549" fmla="*/ 458384 h 2398711"/>
              <a:gd name="connsiteX85550" fmla="*/ 846681 w 2119654"/>
              <a:gd name="connsiteY85550" fmla="*/ 456610 h 2398711"/>
              <a:gd name="connsiteX85551" fmla="*/ 846280 w 2119654"/>
              <a:gd name="connsiteY85551" fmla="*/ 456127 h 2398711"/>
              <a:gd name="connsiteX85552" fmla="*/ 845132 w 2119654"/>
              <a:gd name="connsiteY85552" fmla="*/ 455295 h 2398711"/>
              <a:gd name="connsiteX85553" fmla="*/ 890401 w 2119654"/>
              <a:gd name="connsiteY85553" fmla="*/ 353693 h 2398711"/>
              <a:gd name="connsiteX85554" fmla="*/ 889806 w 2119654"/>
              <a:gd name="connsiteY85554" fmla="*/ 356497 h 2398711"/>
              <a:gd name="connsiteX85555" fmla="*/ 889177 w 2119654"/>
              <a:gd name="connsiteY85555" fmla="*/ 360175 h 2398711"/>
              <a:gd name="connsiteX85556" fmla="*/ 890657 w 2119654"/>
              <a:gd name="connsiteY85556" fmla="*/ 353876 h 2398711"/>
              <a:gd name="connsiteX85557" fmla="*/ 812316 w 2119654"/>
              <a:gd name="connsiteY85557" fmla="*/ 528408 h 2398711"/>
              <a:gd name="connsiteX85558" fmla="*/ 813615 w 2119654"/>
              <a:gd name="connsiteY85558" fmla="*/ 529694 h 2398711"/>
              <a:gd name="connsiteX85559" fmla="*/ 813626 w 2119654"/>
              <a:gd name="connsiteY85559" fmla="*/ 528806 h 2398711"/>
              <a:gd name="connsiteX85560" fmla="*/ 833788 w 2119654"/>
              <a:gd name="connsiteY85560" fmla="*/ 480227 h 2398711"/>
              <a:gd name="connsiteX85561" fmla="*/ 835406 w 2119654"/>
              <a:gd name="connsiteY85561" fmla="*/ 482560 h 2398711"/>
              <a:gd name="connsiteX85562" fmla="*/ 835936 w 2119654"/>
              <a:gd name="connsiteY85562" fmla="*/ 483395 h 2398711"/>
              <a:gd name="connsiteX85563" fmla="*/ 837750 w 2119654"/>
              <a:gd name="connsiteY85563" fmla="*/ 479244 h 2398711"/>
              <a:gd name="connsiteX85564" fmla="*/ 837373 w 2119654"/>
              <a:gd name="connsiteY85564" fmla="*/ 478918 h 2398711"/>
              <a:gd name="connsiteX85565" fmla="*/ 835648 w 2119654"/>
              <a:gd name="connsiteY85565" fmla="*/ 477472 h 2398711"/>
              <a:gd name="connsiteX85566" fmla="*/ 853848 w 2119654"/>
              <a:gd name="connsiteY85566" fmla="*/ 435283 h 2398711"/>
              <a:gd name="connsiteX85567" fmla="*/ 853762 w 2119654"/>
              <a:gd name="connsiteY85567" fmla="*/ 435702 h 2398711"/>
              <a:gd name="connsiteX85568" fmla="*/ 853864 w 2119654"/>
              <a:gd name="connsiteY85568" fmla="*/ 435745 h 2398711"/>
              <a:gd name="connsiteX85569" fmla="*/ 859131 w 2119654"/>
              <a:gd name="connsiteY85569" fmla="*/ 423415 h 2398711"/>
              <a:gd name="connsiteX85570" fmla="*/ 859448 w 2119654"/>
              <a:gd name="connsiteY85570" fmla="*/ 424251 h 2398711"/>
              <a:gd name="connsiteX85571" fmla="*/ 859890 w 2119654"/>
              <a:gd name="connsiteY85571" fmla="*/ 424653 h 2398711"/>
              <a:gd name="connsiteX85572" fmla="*/ 859985 w 2119654"/>
              <a:gd name="connsiteY85572" fmla="*/ 424320 h 2398711"/>
              <a:gd name="connsiteX85573" fmla="*/ 331861 w 2119654"/>
              <a:gd name="connsiteY85573" fmla="*/ 1604057 h 2398711"/>
              <a:gd name="connsiteX85574" fmla="*/ 333336 w 2119654"/>
              <a:gd name="connsiteY85574" fmla="*/ 1605915 h 2398711"/>
              <a:gd name="connsiteX85575" fmla="*/ 334017 w 2119654"/>
              <a:gd name="connsiteY85575" fmla="*/ 1606586 h 2398711"/>
              <a:gd name="connsiteX85576" fmla="*/ 335587 w 2119654"/>
              <a:gd name="connsiteY85576" fmla="*/ 1606928 h 2398711"/>
              <a:gd name="connsiteX85577" fmla="*/ 335843 w 2119654"/>
              <a:gd name="connsiteY85577" fmla="*/ 1606501 h 2398711"/>
              <a:gd name="connsiteX85578" fmla="*/ 820384 w 2119654"/>
              <a:gd name="connsiteY85578" fmla="*/ 509636 h 2398711"/>
              <a:gd name="connsiteX85579" fmla="*/ 820358 w 2119654"/>
              <a:gd name="connsiteY85579" fmla="*/ 509804 h 2398711"/>
              <a:gd name="connsiteX85580" fmla="*/ 821232 w 2119654"/>
              <a:gd name="connsiteY85580" fmla="*/ 512256 h 2398711"/>
              <a:gd name="connsiteX85581" fmla="*/ 821757 w 2119654"/>
              <a:gd name="connsiteY85581" fmla="*/ 512660 h 2398711"/>
              <a:gd name="connsiteX85582" fmla="*/ 822018 w 2119654"/>
              <a:gd name="connsiteY85582" fmla="*/ 511556 h 2398711"/>
              <a:gd name="connsiteX85583" fmla="*/ 821432 w 2119654"/>
              <a:gd name="connsiteY85583" fmla="*/ 510396 h 2398711"/>
              <a:gd name="connsiteX85584" fmla="*/ 865329 w 2119654"/>
              <a:gd name="connsiteY85584" fmla="*/ 408975 h 2398711"/>
              <a:gd name="connsiteX85585" fmla="*/ 864537 w 2119654"/>
              <a:gd name="connsiteY85585" fmla="*/ 411764 h 2398711"/>
              <a:gd name="connsiteX85586" fmla="*/ 864372 w 2119654"/>
              <a:gd name="connsiteY85586" fmla="*/ 412558 h 2398711"/>
              <a:gd name="connsiteX85587" fmla="*/ 868068 w 2119654"/>
              <a:gd name="connsiteY85587" fmla="*/ 413969 h 2398711"/>
              <a:gd name="connsiteX85588" fmla="*/ 869181 w 2119654"/>
              <a:gd name="connsiteY85588" fmla="*/ 412188 h 2398711"/>
              <a:gd name="connsiteX85589" fmla="*/ 312383 w 2119654"/>
              <a:gd name="connsiteY85589" fmla="*/ 1647119 h 2398711"/>
              <a:gd name="connsiteX85590" fmla="*/ 320015 w 2119654"/>
              <a:gd name="connsiteY85590" fmla="*/ 1648595 h 2398711"/>
              <a:gd name="connsiteX85591" fmla="*/ 326611 w 2119654"/>
              <a:gd name="connsiteY85591" fmla="*/ 1648789 h 2398711"/>
              <a:gd name="connsiteX85592" fmla="*/ 316431 w 2119654"/>
              <a:gd name="connsiteY85592" fmla="*/ 1640160 h 2398711"/>
              <a:gd name="connsiteX85593" fmla="*/ 832646 w 2119654"/>
              <a:gd name="connsiteY85593" fmla="*/ 481919 h 2398711"/>
              <a:gd name="connsiteX85594" fmla="*/ 835102 w 2119654"/>
              <a:gd name="connsiteY85594" fmla="*/ 485304 h 2398711"/>
              <a:gd name="connsiteX85595" fmla="*/ 835418 w 2119654"/>
              <a:gd name="connsiteY85595" fmla="*/ 484581 h 2398711"/>
              <a:gd name="connsiteX85596" fmla="*/ 834632 w 2119654"/>
              <a:gd name="connsiteY85596" fmla="*/ 483579 h 2398711"/>
              <a:gd name="connsiteX85597" fmla="*/ 834881 w 2119654"/>
              <a:gd name="connsiteY85597" fmla="*/ 483640 h 2398711"/>
              <a:gd name="connsiteX85598" fmla="*/ 833234 w 2119654"/>
              <a:gd name="connsiteY85598" fmla="*/ 481049 h 2398711"/>
              <a:gd name="connsiteX85599" fmla="*/ 316416 w 2119654"/>
              <a:gd name="connsiteY85599" fmla="*/ 1637829 h 2398711"/>
              <a:gd name="connsiteX85600" fmla="*/ 317161 w 2119654"/>
              <a:gd name="connsiteY85600" fmla="*/ 1638460 h 2398711"/>
              <a:gd name="connsiteX85601" fmla="*/ 317420 w 2119654"/>
              <a:gd name="connsiteY85601" fmla="*/ 1638015 h 2398711"/>
              <a:gd name="connsiteX85602" fmla="*/ 825673 w 2119654"/>
              <a:gd name="connsiteY85602" fmla="*/ 497427 h 2398711"/>
              <a:gd name="connsiteX85603" fmla="*/ 825373 w 2119654"/>
              <a:gd name="connsiteY85603" fmla="*/ 498696 h 2398711"/>
              <a:gd name="connsiteX85604" fmla="*/ 826238 w 2119654"/>
              <a:gd name="connsiteY85604" fmla="*/ 499466 h 2398711"/>
              <a:gd name="connsiteX85605" fmla="*/ 826255 w 2119654"/>
              <a:gd name="connsiteY85605" fmla="*/ 497992 h 2398711"/>
              <a:gd name="connsiteX85606" fmla="*/ 302038 w 2119654"/>
              <a:gd name="connsiteY85606" fmla="*/ 1669859 h 2398711"/>
              <a:gd name="connsiteX85607" fmla="*/ 308460 w 2119654"/>
              <a:gd name="connsiteY85607" fmla="*/ 1678083 h 2398711"/>
              <a:gd name="connsiteX85608" fmla="*/ 318002 w 2119654"/>
              <a:gd name="connsiteY85608" fmla="*/ 1679384 h 2398711"/>
              <a:gd name="connsiteX85609" fmla="*/ 302081 w 2119654"/>
              <a:gd name="connsiteY85609" fmla="*/ 1669887 h 2398711"/>
              <a:gd name="connsiteX85610" fmla="*/ 877171 w 2119654"/>
              <a:gd name="connsiteY85610" fmla="*/ 381977 h 2398711"/>
              <a:gd name="connsiteX85611" fmla="*/ 880042 w 2119654"/>
              <a:gd name="connsiteY85611" fmla="*/ 386781 h 2398711"/>
              <a:gd name="connsiteX85612" fmla="*/ 880541 w 2119654"/>
              <a:gd name="connsiteY85612" fmla="*/ 385530 h 2398711"/>
              <a:gd name="connsiteX85613" fmla="*/ 878582 w 2119654"/>
              <a:gd name="connsiteY85613" fmla="*/ 383425 h 2398711"/>
              <a:gd name="connsiteX85614" fmla="*/ 820534 w 2119654"/>
              <a:gd name="connsiteY85614" fmla="*/ 508618 h 2398711"/>
              <a:gd name="connsiteX85615" fmla="*/ 820506 w 2119654"/>
              <a:gd name="connsiteY85615" fmla="*/ 508804 h 2398711"/>
              <a:gd name="connsiteX85616" fmla="*/ 820699 w 2119654"/>
              <a:gd name="connsiteY85616" fmla="*/ 508943 h 2398711"/>
              <a:gd name="connsiteX85617" fmla="*/ 350294 w 2119654"/>
              <a:gd name="connsiteY85617" fmla="*/ 1561422 h 2398711"/>
              <a:gd name="connsiteX85618" fmla="*/ 350500 w 2119654"/>
              <a:gd name="connsiteY85618" fmla="*/ 1561675 h 2398711"/>
              <a:gd name="connsiteX85619" fmla="*/ 352042 w 2119654"/>
              <a:gd name="connsiteY85619" fmla="*/ 1562126 h 2398711"/>
              <a:gd name="connsiteX85620" fmla="*/ 351867 w 2119654"/>
              <a:gd name="connsiteY85620" fmla="*/ 1561827 h 2398711"/>
              <a:gd name="connsiteX85621" fmla="*/ 866041 w 2119654"/>
              <a:gd name="connsiteY85621" fmla="*/ 406470 h 2398711"/>
              <a:gd name="connsiteX85622" fmla="*/ 865472 w 2119654"/>
              <a:gd name="connsiteY85622" fmla="*/ 408471 h 2398711"/>
              <a:gd name="connsiteX85623" fmla="*/ 869474 w 2119654"/>
              <a:gd name="connsiteY85623" fmla="*/ 411718 h 2398711"/>
              <a:gd name="connsiteX85624" fmla="*/ 870087 w 2119654"/>
              <a:gd name="connsiteY85624" fmla="*/ 410736 h 2398711"/>
              <a:gd name="connsiteX85625" fmla="*/ 289131 w 2119654"/>
              <a:gd name="connsiteY85625" fmla="*/ 1698252 h 2398711"/>
              <a:gd name="connsiteX85626" fmla="*/ 305006 w 2119654"/>
              <a:gd name="connsiteY85626" fmla="*/ 1708454 h 2398711"/>
              <a:gd name="connsiteX85627" fmla="*/ 308155 w 2119654"/>
              <a:gd name="connsiteY85627" fmla="*/ 1708369 h 2398711"/>
              <a:gd name="connsiteX85628" fmla="*/ 302916 w 2119654"/>
              <a:gd name="connsiteY85628" fmla="*/ 1704272 h 2398711"/>
              <a:gd name="connsiteX85629" fmla="*/ 295841 w 2119654"/>
              <a:gd name="connsiteY85629" fmla="*/ 1698584 h 2398711"/>
              <a:gd name="connsiteX85630" fmla="*/ 831587 w 2119654"/>
              <a:gd name="connsiteY85630" fmla="*/ 483488 h 2398711"/>
              <a:gd name="connsiteX85631" fmla="*/ 834352 w 2119654"/>
              <a:gd name="connsiteY85631" fmla="*/ 487020 h 2398711"/>
              <a:gd name="connsiteX85632" fmla="*/ 834495 w 2119654"/>
              <a:gd name="connsiteY85632" fmla="*/ 486693 h 2398711"/>
              <a:gd name="connsiteX85633" fmla="*/ 832246 w 2119654"/>
              <a:gd name="connsiteY85633" fmla="*/ 482511 h 2398711"/>
              <a:gd name="connsiteX85634" fmla="*/ 811578 w 2119654"/>
              <a:gd name="connsiteY85634" fmla="*/ 528245 h 2398711"/>
              <a:gd name="connsiteX85635" fmla="*/ 811851 w 2119654"/>
              <a:gd name="connsiteY85635" fmla="*/ 529488 h 2398711"/>
              <a:gd name="connsiteX85636" fmla="*/ 812059 w 2119654"/>
              <a:gd name="connsiteY85636" fmla="*/ 532305 h 2398711"/>
              <a:gd name="connsiteX85637" fmla="*/ 813575 w 2119654"/>
              <a:gd name="connsiteY85637" fmla="*/ 533120 h 2398711"/>
              <a:gd name="connsiteX85638" fmla="*/ 813609 w 2119654"/>
              <a:gd name="connsiteY85638" fmla="*/ 530251 h 2398711"/>
              <a:gd name="connsiteX85639" fmla="*/ 886360 w 2119654"/>
              <a:gd name="connsiteY85639" fmla="*/ 360713 h 2398711"/>
              <a:gd name="connsiteX85640" fmla="*/ 886510 w 2119654"/>
              <a:gd name="connsiteY85640" fmla="*/ 364972 h 2398711"/>
              <a:gd name="connsiteX85641" fmla="*/ 887302 w 2119654"/>
              <a:gd name="connsiteY85641" fmla="*/ 365776 h 2398711"/>
              <a:gd name="connsiteX85642" fmla="*/ 888078 w 2119654"/>
              <a:gd name="connsiteY85642" fmla="*/ 362120 h 2398711"/>
              <a:gd name="connsiteX85643" fmla="*/ 887405 w 2119654"/>
              <a:gd name="connsiteY85643" fmla="*/ 361318 h 2398711"/>
              <a:gd name="connsiteX85644" fmla="*/ 886336 w 2119654"/>
              <a:gd name="connsiteY85644" fmla="*/ 360042 h 2398711"/>
              <a:gd name="connsiteX85645" fmla="*/ 886344 w 2119654"/>
              <a:gd name="connsiteY85645" fmla="*/ 360275 h 2398711"/>
              <a:gd name="connsiteX85646" fmla="*/ 886707 w 2119654"/>
              <a:gd name="connsiteY85646" fmla="*/ 360485 h 2398711"/>
              <a:gd name="connsiteX85647" fmla="*/ 301985 w 2119654"/>
              <a:gd name="connsiteY85647" fmla="*/ 1668307 h 2398711"/>
              <a:gd name="connsiteX85648" fmla="*/ 321310 w 2119654"/>
              <a:gd name="connsiteY85648" fmla="*/ 1679834 h 2398711"/>
              <a:gd name="connsiteX85649" fmla="*/ 321667 w 2119654"/>
              <a:gd name="connsiteY85649" fmla="*/ 1679883 h 2398711"/>
              <a:gd name="connsiteX85650" fmla="*/ 309084 w 2119654"/>
              <a:gd name="connsiteY85650" fmla="*/ 1668612 h 2398711"/>
              <a:gd name="connsiteX85651" fmla="*/ 813079 w 2119654"/>
              <a:gd name="connsiteY85651" fmla="*/ 523591 h 2398711"/>
              <a:gd name="connsiteX85652" fmla="*/ 811467 w 2119654"/>
              <a:gd name="connsiteY85652" fmla="*/ 527572 h 2398711"/>
              <a:gd name="connsiteX85653" fmla="*/ 811534 w 2119654"/>
              <a:gd name="connsiteY85653" fmla="*/ 527636 h 2398711"/>
              <a:gd name="connsiteX85654" fmla="*/ 813633 w 2119654"/>
              <a:gd name="connsiteY85654" fmla="*/ 528273 h 2398711"/>
              <a:gd name="connsiteX85655" fmla="*/ 813682 w 2119654"/>
              <a:gd name="connsiteY85655" fmla="*/ 524043 h 2398711"/>
              <a:gd name="connsiteX85656" fmla="*/ 813261 w 2119654"/>
              <a:gd name="connsiteY85656" fmla="*/ 523142 h 2398711"/>
              <a:gd name="connsiteX85657" fmla="*/ 813234 w 2119654"/>
              <a:gd name="connsiteY85657" fmla="*/ 523207 h 2398711"/>
              <a:gd name="connsiteX85658" fmla="*/ 813330 w 2119654"/>
              <a:gd name="connsiteY85658" fmla="*/ 523278 h 2398711"/>
              <a:gd name="connsiteX85659" fmla="*/ 828376 w 2119654"/>
              <a:gd name="connsiteY85659" fmla="*/ 489111 h 2398711"/>
              <a:gd name="connsiteX85660" fmla="*/ 828361 w 2119654"/>
              <a:gd name="connsiteY85660" fmla="*/ 490410 h 2398711"/>
              <a:gd name="connsiteX85661" fmla="*/ 830335 w 2119654"/>
              <a:gd name="connsiteY85661" fmla="*/ 493290 h 2398711"/>
              <a:gd name="connsiteX85662" fmla="*/ 831477 w 2119654"/>
              <a:gd name="connsiteY85662" fmla="*/ 493830 h 2398711"/>
              <a:gd name="connsiteX85663" fmla="*/ 831912 w 2119654"/>
              <a:gd name="connsiteY85663" fmla="*/ 492798 h 2398711"/>
              <a:gd name="connsiteX85664" fmla="*/ 831639 w 2119654"/>
              <a:gd name="connsiteY85664" fmla="*/ 492291 h 2398711"/>
              <a:gd name="connsiteX85665" fmla="*/ 829275 w 2119654"/>
              <a:gd name="connsiteY85665" fmla="*/ 487051 h 2398711"/>
              <a:gd name="connsiteX85666" fmla="*/ 831810 w 2119654"/>
              <a:gd name="connsiteY85666" fmla="*/ 491766 h 2398711"/>
              <a:gd name="connsiteX85667" fmla="*/ 832190 w 2119654"/>
              <a:gd name="connsiteY85667" fmla="*/ 492136 h 2398711"/>
              <a:gd name="connsiteX85668" fmla="*/ 834155 w 2119654"/>
              <a:gd name="connsiteY85668" fmla="*/ 487470 h 2398711"/>
              <a:gd name="connsiteX85669" fmla="*/ 834212 w 2119654"/>
              <a:gd name="connsiteY85669" fmla="*/ 487341 h 2398711"/>
              <a:gd name="connsiteX85670" fmla="*/ 831405 w 2119654"/>
              <a:gd name="connsiteY85670" fmla="*/ 483757 h 2398711"/>
              <a:gd name="connsiteX85671" fmla="*/ 829803 w 2119654"/>
              <a:gd name="connsiteY85671" fmla="*/ 486130 h 2398711"/>
              <a:gd name="connsiteX85672" fmla="*/ 315622 w 2119654"/>
              <a:gd name="connsiteY85672" fmla="*/ 1637155 h 2398711"/>
              <a:gd name="connsiteX85673" fmla="*/ 315939 w 2119654"/>
              <a:gd name="connsiteY85673" fmla="*/ 1637424 h 2398711"/>
              <a:gd name="connsiteX85674" fmla="*/ 317598 w 2119654"/>
              <a:gd name="connsiteY85674" fmla="*/ 1637709 h 2398711"/>
              <a:gd name="connsiteX85675" fmla="*/ 317915 w 2119654"/>
              <a:gd name="connsiteY85675" fmla="*/ 1637163 h 2398711"/>
              <a:gd name="connsiteX85676" fmla="*/ 837193 w 2119654"/>
              <a:gd name="connsiteY85676" fmla="*/ 469213 h 2398711"/>
              <a:gd name="connsiteX85677" fmla="*/ 838916 w 2119654"/>
              <a:gd name="connsiteY85677" fmla="*/ 471108 h 2398711"/>
              <a:gd name="connsiteX85678" fmla="*/ 843208 w 2119654"/>
              <a:gd name="connsiteY85678" fmla="*/ 464750 h 2398711"/>
              <a:gd name="connsiteX85679" fmla="*/ 842203 w 2119654"/>
              <a:gd name="connsiteY85679" fmla="*/ 462130 h 2398711"/>
              <a:gd name="connsiteX85680" fmla="*/ 841673 w 2119654"/>
              <a:gd name="connsiteY85680" fmla="*/ 461359 h 2398711"/>
              <a:gd name="connsiteX85681" fmla="*/ 828449 w 2119654"/>
              <a:gd name="connsiteY85681" fmla="*/ 488490 h 2398711"/>
              <a:gd name="connsiteX85682" fmla="*/ 830856 w 2119654"/>
              <a:gd name="connsiteY85682" fmla="*/ 490836 h 2398711"/>
              <a:gd name="connsiteX85683" fmla="*/ 829040 w 2119654"/>
              <a:gd name="connsiteY85683" fmla="*/ 487460 h 2398711"/>
              <a:gd name="connsiteX85684" fmla="*/ 317497 w 2119654"/>
              <a:gd name="connsiteY85684" fmla="*/ 1632367 h 2398711"/>
              <a:gd name="connsiteX85685" fmla="*/ 319267 w 2119654"/>
              <a:gd name="connsiteY85685" fmla="*/ 1633404 h 2398711"/>
              <a:gd name="connsiteX85686" fmla="*/ 319415 w 2119654"/>
              <a:gd name="connsiteY85686" fmla="*/ 1633432 h 2398711"/>
              <a:gd name="connsiteX85687" fmla="*/ 318492 w 2119654"/>
              <a:gd name="connsiteY85687" fmla="*/ 1632710 h 2398711"/>
              <a:gd name="connsiteX85688" fmla="*/ 834972 w 2119654"/>
              <a:gd name="connsiteY85688" fmla="*/ 473107 h 2398711"/>
              <a:gd name="connsiteX85689" fmla="*/ 836305 w 2119654"/>
              <a:gd name="connsiteY85689" fmla="*/ 474064 h 2398711"/>
              <a:gd name="connsiteX85690" fmla="*/ 836726 w 2119654"/>
              <a:gd name="connsiteY85690" fmla="*/ 474350 h 2398711"/>
              <a:gd name="connsiteX85691" fmla="*/ 836728 w 2119654"/>
              <a:gd name="connsiteY85691" fmla="*/ 474348 h 2398711"/>
              <a:gd name="connsiteX85692" fmla="*/ 835225 w 2119654"/>
              <a:gd name="connsiteY85692" fmla="*/ 472664 h 2398711"/>
              <a:gd name="connsiteX85693" fmla="*/ 850289 w 2119654"/>
              <a:gd name="connsiteY85693" fmla="*/ 438802 h 2398711"/>
              <a:gd name="connsiteX85694" fmla="*/ 850241 w 2119654"/>
              <a:gd name="connsiteY85694" fmla="*/ 439382 h 2398711"/>
              <a:gd name="connsiteX85695" fmla="*/ 850349 w 2119654"/>
              <a:gd name="connsiteY85695" fmla="*/ 438862 h 2398711"/>
              <a:gd name="connsiteX85696" fmla="*/ 306032 w 2119654"/>
              <a:gd name="connsiteY85696" fmla="*/ 1657486 h 2398711"/>
              <a:gd name="connsiteX85697" fmla="*/ 311546 w 2119654"/>
              <a:gd name="connsiteY85697" fmla="*/ 1661917 h 2398711"/>
              <a:gd name="connsiteX85698" fmla="*/ 321823 w 2119654"/>
              <a:gd name="connsiteY85698" fmla="*/ 1667320 h 2398711"/>
              <a:gd name="connsiteX85699" fmla="*/ 328005 w 2119654"/>
              <a:gd name="connsiteY85699" fmla="*/ 1669025 h 2398711"/>
              <a:gd name="connsiteX85700" fmla="*/ 341164 w 2119654"/>
              <a:gd name="connsiteY85700" fmla="*/ 1669590 h 2398711"/>
              <a:gd name="connsiteX85701" fmla="*/ 341617 w 2119654"/>
              <a:gd name="connsiteY85701" fmla="*/ 1669592 h 2398711"/>
              <a:gd name="connsiteX85702" fmla="*/ 819763 w 2119654"/>
              <a:gd name="connsiteY85702" fmla="*/ 507089 h 2398711"/>
              <a:gd name="connsiteX85703" fmla="*/ 819565 w 2119654"/>
              <a:gd name="connsiteY85703" fmla="*/ 507577 h 2398711"/>
              <a:gd name="connsiteX85704" fmla="*/ 819827 w 2119654"/>
              <a:gd name="connsiteY85704" fmla="*/ 508311 h 2398711"/>
              <a:gd name="connsiteX85705" fmla="*/ 820373 w 2119654"/>
              <a:gd name="connsiteY85705" fmla="*/ 508708 h 2398711"/>
              <a:gd name="connsiteX85706" fmla="*/ 820420 w 2119654"/>
              <a:gd name="connsiteY85706" fmla="*/ 508392 h 2398711"/>
              <a:gd name="connsiteX85707" fmla="*/ 833579 w 2119654"/>
              <a:gd name="connsiteY85707" fmla="*/ 475549 h 2398711"/>
              <a:gd name="connsiteX85708" fmla="*/ 835072 w 2119654"/>
              <a:gd name="connsiteY85708" fmla="*/ 476801 h 2398711"/>
              <a:gd name="connsiteX85709" fmla="*/ 835857 w 2119654"/>
              <a:gd name="connsiteY85709" fmla="*/ 475638 h 2398711"/>
              <a:gd name="connsiteX85710" fmla="*/ 834157 w 2119654"/>
              <a:gd name="connsiteY85710" fmla="*/ 474536 h 2398711"/>
              <a:gd name="connsiteX85711" fmla="*/ 833482 w 2119654"/>
              <a:gd name="connsiteY85711" fmla="*/ 475719 h 2398711"/>
              <a:gd name="connsiteX85712" fmla="*/ 833884 w 2119654"/>
              <a:gd name="connsiteY85712" fmla="*/ 475993 h 2398711"/>
              <a:gd name="connsiteX85713" fmla="*/ 833506 w 2119654"/>
              <a:gd name="connsiteY85713" fmla="*/ 475677 h 2398711"/>
              <a:gd name="connsiteX85714" fmla="*/ 824239 w 2119654"/>
              <a:gd name="connsiteY85714" fmla="*/ 496035 h 2398711"/>
              <a:gd name="connsiteX85715" fmla="*/ 823747 w 2119654"/>
              <a:gd name="connsiteY85715" fmla="*/ 497247 h 2398711"/>
              <a:gd name="connsiteX85716" fmla="*/ 825119 w 2119654"/>
              <a:gd name="connsiteY85716" fmla="*/ 498469 h 2398711"/>
              <a:gd name="connsiteX85717" fmla="*/ 825423 w 2119654"/>
              <a:gd name="connsiteY85717" fmla="*/ 497184 h 2398711"/>
              <a:gd name="connsiteX85718" fmla="*/ 832209 w 2119654"/>
              <a:gd name="connsiteY85718" fmla="*/ 477951 h 2398711"/>
              <a:gd name="connsiteX85719" fmla="*/ 833267 w 2119654"/>
              <a:gd name="connsiteY85719" fmla="*/ 479474 h 2398711"/>
              <a:gd name="connsiteX85720" fmla="*/ 834988 w 2119654"/>
              <a:gd name="connsiteY85720" fmla="*/ 476926 h 2398711"/>
              <a:gd name="connsiteX85721" fmla="*/ 833430 w 2119654"/>
              <a:gd name="connsiteY85721" fmla="*/ 475811 h 2398711"/>
              <a:gd name="connsiteX85722" fmla="*/ 828410 w 2119654"/>
              <a:gd name="connsiteY85722" fmla="*/ 486288 h 2398711"/>
              <a:gd name="connsiteX85723" fmla="*/ 828405 w 2119654"/>
              <a:gd name="connsiteY85723" fmla="*/ 486674 h 2398711"/>
              <a:gd name="connsiteX85724" fmla="*/ 828524 w 2119654"/>
              <a:gd name="connsiteY85724" fmla="*/ 486499 h 2398711"/>
              <a:gd name="connsiteX85725" fmla="*/ 831140 w 2119654"/>
              <a:gd name="connsiteY85725" fmla="*/ 479826 h 2398711"/>
              <a:gd name="connsiteX85726" fmla="*/ 831174 w 2119654"/>
              <a:gd name="connsiteY85726" fmla="*/ 479889 h 2398711"/>
              <a:gd name="connsiteX85727" fmla="*/ 832113 w 2119654"/>
              <a:gd name="connsiteY85727" fmla="*/ 481183 h 2398711"/>
              <a:gd name="connsiteX85728" fmla="*/ 832734 w 2119654"/>
              <a:gd name="connsiteY85728" fmla="*/ 480263 h 2398711"/>
              <a:gd name="connsiteX85729" fmla="*/ 831762 w 2119654"/>
              <a:gd name="connsiteY85729" fmla="*/ 478735 h 2398711"/>
              <a:gd name="connsiteX85730" fmla="*/ 830120 w 2119654"/>
              <a:gd name="connsiteY85730" fmla="*/ 481614 h 2398711"/>
              <a:gd name="connsiteX85731" fmla="*/ 831033 w 2119654"/>
              <a:gd name="connsiteY85731" fmla="*/ 482781 h 2398711"/>
              <a:gd name="connsiteX85732" fmla="*/ 831746 w 2119654"/>
              <a:gd name="connsiteY85732" fmla="*/ 481726 h 2398711"/>
              <a:gd name="connsiteX85733" fmla="*/ 830798 w 2119654"/>
              <a:gd name="connsiteY85733" fmla="*/ 480425 h 2398711"/>
              <a:gd name="connsiteX85734" fmla="*/ 870190 w 2119654"/>
              <a:gd name="connsiteY85734" fmla="*/ 391873 h 2398711"/>
              <a:gd name="connsiteX85735" fmla="*/ 867920 w 2119654"/>
              <a:gd name="connsiteY85735" fmla="*/ 399860 h 2398711"/>
              <a:gd name="connsiteX85736" fmla="*/ 872650 w 2119654"/>
              <a:gd name="connsiteY85736" fmla="*/ 405296 h 2398711"/>
              <a:gd name="connsiteX85737" fmla="*/ 875777 w 2119654"/>
              <a:gd name="connsiteY85737" fmla="*/ 397466 h 2398711"/>
              <a:gd name="connsiteX85738" fmla="*/ 871033 w 2119654"/>
              <a:gd name="connsiteY85738" fmla="*/ 392965 h 2398711"/>
              <a:gd name="connsiteX85739" fmla="*/ 871514 w 2119654"/>
              <a:gd name="connsiteY85739" fmla="*/ 393009 h 2398711"/>
              <a:gd name="connsiteX85740" fmla="*/ 875896 w 2119654"/>
              <a:gd name="connsiteY85740" fmla="*/ 397167 h 2398711"/>
              <a:gd name="connsiteX85741" fmla="*/ 875997 w 2119654"/>
              <a:gd name="connsiteY85741" fmla="*/ 396915 h 2398711"/>
              <a:gd name="connsiteX85742" fmla="*/ 873294 w 2119654"/>
              <a:gd name="connsiteY85742" fmla="*/ 393665 h 2398711"/>
              <a:gd name="connsiteX85743" fmla="*/ 829960 w 2119654"/>
              <a:gd name="connsiteY85743" fmla="*/ 481912 h 2398711"/>
              <a:gd name="connsiteX85744" fmla="*/ 828488 w 2119654"/>
              <a:gd name="connsiteY85744" fmla="*/ 485544 h 2398711"/>
              <a:gd name="connsiteX85745" fmla="*/ 828481 w 2119654"/>
              <a:gd name="connsiteY85745" fmla="*/ 485575 h 2398711"/>
              <a:gd name="connsiteX85746" fmla="*/ 828776 w 2119654"/>
              <a:gd name="connsiteY85746" fmla="*/ 486124 h 2398711"/>
              <a:gd name="connsiteX85747" fmla="*/ 830852 w 2119654"/>
              <a:gd name="connsiteY85747" fmla="*/ 483050 h 2398711"/>
              <a:gd name="connsiteX85748" fmla="*/ 274765 w 2119654"/>
              <a:gd name="connsiteY85748" fmla="*/ 1725029 h 2398711"/>
              <a:gd name="connsiteX85749" fmla="*/ 283504 w 2119654"/>
              <a:gd name="connsiteY85749" fmla="*/ 1732667 h 2398711"/>
              <a:gd name="connsiteX85750" fmla="*/ 305817 w 2119654"/>
              <a:gd name="connsiteY85750" fmla="*/ 1736772 h 2398711"/>
              <a:gd name="connsiteX85751" fmla="*/ 870600 w 2119654"/>
              <a:gd name="connsiteY85751" fmla="*/ 390428 h 2398711"/>
              <a:gd name="connsiteX85752" fmla="*/ 870268 w 2119654"/>
              <a:gd name="connsiteY85752" fmla="*/ 391598 h 2398711"/>
              <a:gd name="connsiteX85753" fmla="*/ 872781 w 2119654"/>
              <a:gd name="connsiteY85753" fmla="*/ 393048 h 2398711"/>
              <a:gd name="connsiteX85754" fmla="*/ 850583 w 2119654"/>
              <a:gd name="connsiteY85754" fmla="*/ 435244 h 2398711"/>
              <a:gd name="connsiteX85755" fmla="*/ 850343 w 2119654"/>
              <a:gd name="connsiteY85755" fmla="*/ 438151 h 2398711"/>
              <a:gd name="connsiteX85756" fmla="*/ 850470 w 2119654"/>
              <a:gd name="connsiteY85756" fmla="*/ 438274 h 2398711"/>
              <a:gd name="connsiteX85757" fmla="*/ 851057 w 2119654"/>
              <a:gd name="connsiteY85757" fmla="*/ 435433 h 2398711"/>
              <a:gd name="connsiteX85758" fmla="*/ 324389 w 2119654"/>
              <a:gd name="connsiteY85758" fmla="*/ 1612830 h 2398711"/>
              <a:gd name="connsiteX85759" fmla="*/ 327346 w 2119654"/>
              <a:gd name="connsiteY85759" fmla="*/ 1614718 h 2398711"/>
              <a:gd name="connsiteX85760" fmla="*/ 330620 w 2119654"/>
              <a:gd name="connsiteY85760" fmla="*/ 1615325 h 2398711"/>
              <a:gd name="connsiteX85761" fmla="*/ 331468 w 2119654"/>
              <a:gd name="connsiteY85761" fmla="*/ 1613866 h 2398711"/>
              <a:gd name="connsiteX85762" fmla="*/ 331037 w 2119654"/>
              <a:gd name="connsiteY85762" fmla="*/ 1613535 h 2398711"/>
              <a:gd name="connsiteX85763" fmla="*/ 353887 w 2119654"/>
              <a:gd name="connsiteY85763" fmla="*/ 1546702 h 2398711"/>
              <a:gd name="connsiteX85764" fmla="*/ 355808 w 2119654"/>
              <a:gd name="connsiteY85764" fmla="*/ 1547780 h 2398711"/>
              <a:gd name="connsiteX85765" fmla="*/ 355819 w 2119654"/>
              <a:gd name="connsiteY85765" fmla="*/ 1547740 h 2398711"/>
              <a:gd name="connsiteX85766" fmla="*/ 354823 w 2119654"/>
              <a:gd name="connsiteY85766" fmla="*/ 1546853 h 2398711"/>
              <a:gd name="connsiteX85767" fmla="*/ 896157 w 2119654"/>
              <a:gd name="connsiteY85767" fmla="*/ 332175 h 2398711"/>
              <a:gd name="connsiteX85768" fmla="*/ 895275 w 2119654"/>
              <a:gd name="connsiteY85768" fmla="*/ 335933 h 2398711"/>
              <a:gd name="connsiteX85769" fmla="*/ 895909 w 2119654"/>
              <a:gd name="connsiteY85769" fmla="*/ 336859 h 2398711"/>
              <a:gd name="connsiteX85770" fmla="*/ 896570 w 2119654"/>
              <a:gd name="connsiteY85770" fmla="*/ 337908 h 2398711"/>
              <a:gd name="connsiteX85771" fmla="*/ 895264 w 2119654"/>
              <a:gd name="connsiteY85771" fmla="*/ 335973 h 2398711"/>
              <a:gd name="connsiteX85772" fmla="*/ 891101 w 2119654"/>
              <a:gd name="connsiteY85772" fmla="*/ 353699 h 2398711"/>
              <a:gd name="connsiteX85773" fmla="*/ 892771 w 2119654"/>
              <a:gd name="connsiteY85773" fmla="*/ 354895 h 2398711"/>
              <a:gd name="connsiteX85774" fmla="*/ 897422 w 2119654"/>
              <a:gd name="connsiteY85774" fmla="*/ 343245 h 2398711"/>
              <a:gd name="connsiteX85775" fmla="*/ 897988 w 2119654"/>
              <a:gd name="connsiteY85775" fmla="*/ 342918 h 2398711"/>
              <a:gd name="connsiteX85776" fmla="*/ 893110 w 2119654"/>
              <a:gd name="connsiteY85776" fmla="*/ 355139 h 2398711"/>
              <a:gd name="connsiteX85777" fmla="*/ 898356 w 2119654"/>
              <a:gd name="connsiteY85777" fmla="*/ 358901 h 2398711"/>
              <a:gd name="connsiteX85778" fmla="*/ 899977 w 2119654"/>
              <a:gd name="connsiteY85778" fmla="*/ 354268 h 2398711"/>
              <a:gd name="connsiteX85779" fmla="*/ 902633 w 2119654"/>
              <a:gd name="connsiteY85779" fmla="*/ 347552 h 2398711"/>
              <a:gd name="connsiteX85780" fmla="*/ 896570 w 2119654"/>
              <a:gd name="connsiteY85780" fmla="*/ 337908 h 2398711"/>
              <a:gd name="connsiteX85781" fmla="*/ 902791 w 2119654"/>
              <a:gd name="connsiteY85781" fmla="*/ 347151 h 2398711"/>
              <a:gd name="connsiteX85782" fmla="*/ 903647 w 2119654"/>
              <a:gd name="connsiteY85782" fmla="*/ 344985 h 2398711"/>
              <a:gd name="connsiteX85783" fmla="*/ 899941 w 2119654"/>
              <a:gd name="connsiteY85783" fmla="*/ 336168 h 2398711"/>
              <a:gd name="connsiteX85784" fmla="*/ 818774 w 2119654"/>
              <a:gd name="connsiteY85784" fmla="*/ 505358 h 2398711"/>
              <a:gd name="connsiteX85785" fmla="*/ 819188 w 2119654"/>
              <a:gd name="connsiteY85785" fmla="*/ 506520 h 2398711"/>
              <a:gd name="connsiteX85786" fmla="*/ 819315 w 2119654"/>
              <a:gd name="connsiteY85786" fmla="*/ 506205 h 2398711"/>
              <a:gd name="connsiteX85787" fmla="*/ 818835 w 2119654"/>
              <a:gd name="connsiteY85787" fmla="*/ 505253 h 2398711"/>
              <a:gd name="connsiteX85788" fmla="*/ 320557 w 2119654"/>
              <a:gd name="connsiteY85788" fmla="*/ 1620496 h 2398711"/>
              <a:gd name="connsiteX85789" fmla="*/ 324600 w 2119654"/>
              <a:gd name="connsiteY85789" fmla="*/ 1625674 h 2398711"/>
              <a:gd name="connsiteX85790" fmla="*/ 324945 w 2119654"/>
              <a:gd name="connsiteY85790" fmla="*/ 1625081 h 2398711"/>
              <a:gd name="connsiteX85791" fmla="*/ 336384 w 2119654"/>
              <a:gd name="connsiteY85791" fmla="*/ 1585042 h 2398711"/>
              <a:gd name="connsiteX85792" fmla="*/ 337247 w 2119654"/>
              <a:gd name="connsiteY85792" fmla="*/ 1586314 h 2398711"/>
              <a:gd name="connsiteX85793" fmla="*/ 338689 w 2119654"/>
              <a:gd name="connsiteY85793" fmla="*/ 1588094 h 2398711"/>
              <a:gd name="connsiteX85794" fmla="*/ 340399 w 2119654"/>
              <a:gd name="connsiteY85794" fmla="*/ 1589878 h 2398711"/>
              <a:gd name="connsiteX85795" fmla="*/ 344277 w 2119654"/>
              <a:gd name="connsiteY85795" fmla="*/ 1592452 h 2398711"/>
              <a:gd name="connsiteX85796" fmla="*/ 346529 w 2119654"/>
              <a:gd name="connsiteY85796" fmla="*/ 1588701 h 2398711"/>
              <a:gd name="connsiteX85797" fmla="*/ 345250 w 2119654"/>
              <a:gd name="connsiteY85797" fmla="*/ 1587649 h 2398711"/>
              <a:gd name="connsiteX85798" fmla="*/ 839449 w 2119654"/>
              <a:gd name="connsiteY85798" fmla="*/ 458483 h 2398711"/>
              <a:gd name="connsiteX85799" fmla="*/ 836652 w 2119654"/>
              <a:gd name="connsiteY85799" fmla="*/ 465389 h 2398711"/>
              <a:gd name="connsiteX85800" fmla="*/ 840140 w 2119654"/>
              <a:gd name="connsiteY85800" fmla="*/ 459274 h 2398711"/>
              <a:gd name="connsiteX85801" fmla="*/ 886166 w 2119654"/>
              <a:gd name="connsiteY85801" fmla="*/ 353836 h 2398711"/>
              <a:gd name="connsiteX85802" fmla="*/ 886132 w 2119654"/>
              <a:gd name="connsiteY85802" fmla="*/ 354233 h 2398711"/>
              <a:gd name="connsiteX85803" fmla="*/ 886327 w 2119654"/>
              <a:gd name="connsiteY85803" fmla="*/ 359778 h 2398711"/>
              <a:gd name="connsiteX85804" fmla="*/ 887116 w 2119654"/>
              <a:gd name="connsiteY85804" fmla="*/ 360720 h 2398711"/>
              <a:gd name="connsiteX85805" fmla="*/ 888238 w 2119654"/>
              <a:gd name="connsiteY85805" fmla="*/ 361368 h 2398711"/>
              <a:gd name="connsiteX85806" fmla="*/ 888522 w 2119654"/>
              <a:gd name="connsiteY85806" fmla="*/ 360026 h 2398711"/>
              <a:gd name="connsiteX85807" fmla="*/ 872017 w 2119654"/>
              <a:gd name="connsiteY85807" fmla="*/ 385447 h 2398711"/>
              <a:gd name="connsiteX85808" fmla="*/ 870673 w 2119654"/>
              <a:gd name="connsiteY85808" fmla="*/ 390172 h 2398711"/>
              <a:gd name="connsiteX85809" fmla="*/ 873475 w 2119654"/>
              <a:gd name="connsiteY85809" fmla="*/ 393449 h 2398711"/>
              <a:gd name="connsiteX85810" fmla="*/ 876648 w 2119654"/>
              <a:gd name="connsiteY85810" fmla="*/ 395284 h 2398711"/>
              <a:gd name="connsiteX85811" fmla="*/ 877285 w 2119654"/>
              <a:gd name="connsiteY85811" fmla="*/ 393689 h 2398711"/>
              <a:gd name="connsiteX85812" fmla="*/ 877635 w 2119654"/>
              <a:gd name="connsiteY85812" fmla="*/ 390376 h 2398711"/>
              <a:gd name="connsiteX85813" fmla="*/ 875073 w 2119654"/>
              <a:gd name="connsiteY85813" fmla="*/ 388095 h 2398711"/>
              <a:gd name="connsiteX85814" fmla="*/ 824922 w 2119654"/>
              <a:gd name="connsiteY85814" fmla="*/ 490727 h 2398711"/>
              <a:gd name="connsiteX85815" fmla="*/ 825479 w 2119654"/>
              <a:gd name="connsiteY85815" fmla="*/ 490990 h 2398711"/>
              <a:gd name="connsiteX85816" fmla="*/ 826023 w 2119654"/>
              <a:gd name="connsiteY85816" fmla="*/ 489644 h 2398711"/>
              <a:gd name="connsiteX85817" fmla="*/ 825760 w 2119654"/>
              <a:gd name="connsiteY85817" fmla="*/ 489259 h 2398711"/>
              <a:gd name="connsiteX85818" fmla="*/ 842419 w 2119654"/>
              <a:gd name="connsiteY85818" fmla="*/ 451490 h 2398711"/>
              <a:gd name="connsiteX85819" fmla="*/ 843426 w 2119654"/>
              <a:gd name="connsiteY85819" fmla="*/ 453395 h 2398711"/>
              <a:gd name="connsiteX85820" fmla="*/ 843473 w 2119654"/>
              <a:gd name="connsiteY85820" fmla="*/ 453430 h 2398711"/>
              <a:gd name="connsiteX85821" fmla="*/ 843701 w 2119654"/>
              <a:gd name="connsiteY85821" fmla="*/ 453030 h 2398711"/>
              <a:gd name="connsiteX85822" fmla="*/ 323888 w 2119654"/>
              <a:gd name="connsiteY85822" fmla="*/ 1612510 h 2398711"/>
              <a:gd name="connsiteX85823" fmla="*/ 323918 w 2119654"/>
              <a:gd name="connsiteY85823" fmla="*/ 1612529 h 2398711"/>
              <a:gd name="connsiteX85824" fmla="*/ 324454 w 2119654"/>
              <a:gd name="connsiteY85824" fmla="*/ 1612586 h 2398711"/>
              <a:gd name="connsiteX85825" fmla="*/ 824579 w 2119654"/>
              <a:gd name="connsiteY85825" fmla="*/ 491328 h 2398711"/>
              <a:gd name="connsiteX85826" fmla="*/ 825097 w 2119654"/>
              <a:gd name="connsiteY85826" fmla="*/ 491574 h 2398711"/>
              <a:gd name="connsiteX85827" fmla="*/ 825392 w 2119654"/>
              <a:gd name="connsiteY85827" fmla="*/ 491137 h 2398711"/>
              <a:gd name="connsiteX85828" fmla="*/ 824838 w 2119654"/>
              <a:gd name="connsiteY85828" fmla="*/ 490875 h 2398711"/>
              <a:gd name="connsiteX85829" fmla="*/ 894425 w 2119654"/>
              <a:gd name="connsiteY85829" fmla="*/ 334722 h 2398711"/>
              <a:gd name="connsiteX85830" fmla="*/ 890492 w 2119654"/>
              <a:gd name="connsiteY85830" fmla="*/ 353261 h 2398711"/>
              <a:gd name="connsiteX85831" fmla="*/ 890757 w 2119654"/>
              <a:gd name="connsiteY85831" fmla="*/ 353452 h 2398711"/>
              <a:gd name="connsiteX85832" fmla="*/ 894967 w 2119654"/>
              <a:gd name="connsiteY85832" fmla="*/ 335529 h 2398711"/>
              <a:gd name="connsiteX85833" fmla="*/ 882423 w 2119654"/>
              <a:gd name="connsiteY85833" fmla="*/ 361571 h 2398711"/>
              <a:gd name="connsiteX85834" fmla="*/ 882738 w 2119654"/>
              <a:gd name="connsiteY85834" fmla="*/ 362243 h 2398711"/>
              <a:gd name="connsiteX85835" fmla="*/ 882766 w 2119654"/>
              <a:gd name="connsiteY85835" fmla="*/ 361918 h 2398711"/>
              <a:gd name="connsiteX85836" fmla="*/ 896848 w 2119654"/>
              <a:gd name="connsiteY85836" fmla="*/ 329237 h 2398711"/>
              <a:gd name="connsiteX85837" fmla="*/ 896361 w 2119654"/>
              <a:gd name="connsiteY85837" fmla="*/ 331306 h 2398711"/>
              <a:gd name="connsiteX85838" fmla="*/ 899122 w 2119654"/>
              <a:gd name="connsiteY85838" fmla="*/ 334219 h 2398711"/>
              <a:gd name="connsiteX85839" fmla="*/ 898625 w 2119654"/>
              <a:gd name="connsiteY85839" fmla="*/ 333035 h 2398711"/>
              <a:gd name="connsiteX85840" fmla="*/ 810784 w 2119654"/>
              <a:gd name="connsiteY85840" fmla="*/ 521869 h 2398711"/>
              <a:gd name="connsiteX85841" fmla="*/ 810535 w 2119654"/>
              <a:gd name="connsiteY85841" fmla="*/ 523504 h 2398711"/>
              <a:gd name="connsiteX85842" fmla="*/ 811160 w 2119654"/>
              <a:gd name="connsiteY85842" fmla="*/ 526346 h 2398711"/>
              <a:gd name="connsiteX85843" fmla="*/ 812463 w 2119654"/>
              <a:gd name="connsiteY85843" fmla="*/ 523129 h 2398711"/>
              <a:gd name="connsiteX85844" fmla="*/ 843028 w 2119654"/>
              <a:gd name="connsiteY85844" fmla="*/ 449648 h 2398711"/>
              <a:gd name="connsiteX85845" fmla="*/ 842424 w 2119654"/>
              <a:gd name="connsiteY85845" fmla="*/ 451139 h 2398711"/>
              <a:gd name="connsiteX85846" fmla="*/ 843823 w 2119654"/>
              <a:gd name="connsiteY85846" fmla="*/ 452818 h 2398711"/>
              <a:gd name="connsiteX85847" fmla="*/ 844003 w 2119654"/>
              <a:gd name="connsiteY85847" fmla="*/ 452501 h 2398711"/>
              <a:gd name="connsiteX85848" fmla="*/ 844915 w 2119654"/>
              <a:gd name="connsiteY85848" fmla="*/ 451041 h 2398711"/>
              <a:gd name="connsiteX85849" fmla="*/ 843405 w 2119654"/>
              <a:gd name="connsiteY85849" fmla="*/ 448716 h 2398711"/>
              <a:gd name="connsiteX85850" fmla="*/ 843287 w 2119654"/>
              <a:gd name="connsiteY85850" fmla="*/ 449007 h 2398711"/>
              <a:gd name="connsiteX85851" fmla="*/ 845271 w 2119654"/>
              <a:gd name="connsiteY85851" fmla="*/ 450471 h 2398711"/>
              <a:gd name="connsiteX85852" fmla="*/ 845287 w 2119654"/>
              <a:gd name="connsiteY85852" fmla="*/ 450445 h 2398711"/>
              <a:gd name="connsiteX85853" fmla="*/ 845116 w 2119654"/>
              <a:gd name="connsiteY85853" fmla="*/ 450143 h 2398711"/>
              <a:gd name="connsiteX85854" fmla="*/ 843781 w 2119654"/>
              <a:gd name="connsiteY85854" fmla="*/ 447786 h 2398711"/>
              <a:gd name="connsiteX85855" fmla="*/ 843562 w 2119654"/>
              <a:gd name="connsiteY85855" fmla="*/ 448327 h 2398711"/>
              <a:gd name="connsiteX85856" fmla="*/ 844535 w 2119654"/>
              <a:gd name="connsiteY85856" fmla="*/ 449117 h 2398711"/>
              <a:gd name="connsiteX85857" fmla="*/ 329082 w 2119654"/>
              <a:gd name="connsiteY85857" fmla="*/ 1600229 h 2398711"/>
              <a:gd name="connsiteX85858" fmla="*/ 336567 w 2119654"/>
              <a:gd name="connsiteY85858" fmla="*/ 1604824 h 2398711"/>
              <a:gd name="connsiteX85859" fmla="*/ 336788 w 2119654"/>
              <a:gd name="connsiteY85859" fmla="*/ 1604926 h 2398711"/>
              <a:gd name="connsiteX85860" fmla="*/ 336849 w 2119654"/>
              <a:gd name="connsiteY85860" fmla="*/ 1604824 h 2398711"/>
              <a:gd name="connsiteX85861" fmla="*/ 334861 w 2119654"/>
              <a:gd name="connsiteY85861" fmla="*/ 1601894 h 2398711"/>
              <a:gd name="connsiteX85862" fmla="*/ 857758 w 2119654"/>
              <a:gd name="connsiteY85862" fmla="*/ 416355 h 2398711"/>
              <a:gd name="connsiteX85863" fmla="*/ 857135 w 2119654"/>
              <a:gd name="connsiteY85863" fmla="*/ 419373 h 2398711"/>
              <a:gd name="connsiteX85864" fmla="*/ 858462 w 2119654"/>
              <a:gd name="connsiteY85864" fmla="*/ 421660 h 2398711"/>
              <a:gd name="connsiteX85865" fmla="*/ 858558 w 2119654"/>
              <a:gd name="connsiteY85865" fmla="*/ 421913 h 2398711"/>
              <a:gd name="connsiteX85866" fmla="*/ 860181 w 2119654"/>
              <a:gd name="connsiteY85866" fmla="*/ 423631 h 2398711"/>
              <a:gd name="connsiteX85867" fmla="*/ 861092 w 2119654"/>
              <a:gd name="connsiteY85867" fmla="*/ 420425 h 2398711"/>
              <a:gd name="connsiteX85868" fmla="*/ 844599 w 2119654"/>
              <a:gd name="connsiteY85868" fmla="*/ 445769 h 2398711"/>
              <a:gd name="connsiteX85869" fmla="*/ 843968 w 2119654"/>
              <a:gd name="connsiteY85869" fmla="*/ 447326 h 2398711"/>
              <a:gd name="connsiteX85870" fmla="*/ 845363 w 2119654"/>
              <a:gd name="connsiteY85870" fmla="*/ 449787 h 2398711"/>
              <a:gd name="connsiteX85871" fmla="*/ 845585 w 2119654"/>
              <a:gd name="connsiteY85871" fmla="*/ 449968 h 2398711"/>
              <a:gd name="connsiteX85872" fmla="*/ 847299 w 2119654"/>
              <a:gd name="connsiteY85872" fmla="*/ 447225 h 2398711"/>
              <a:gd name="connsiteX85873" fmla="*/ 847163 w 2119654"/>
              <a:gd name="connsiteY85873" fmla="*/ 446915 h 2398711"/>
              <a:gd name="connsiteX85874" fmla="*/ 845594 w 2119654"/>
              <a:gd name="connsiteY85874" fmla="*/ 443311 h 2398711"/>
              <a:gd name="connsiteX85875" fmla="*/ 845357 w 2119654"/>
              <a:gd name="connsiteY85875" fmla="*/ 443896 h 2398711"/>
              <a:gd name="connsiteX85876" fmla="*/ 845953 w 2119654"/>
              <a:gd name="connsiteY85876" fmla="*/ 444134 h 2398711"/>
              <a:gd name="connsiteX85877" fmla="*/ 822061 w 2119654"/>
              <a:gd name="connsiteY85877" fmla="*/ 495743 h 2398711"/>
              <a:gd name="connsiteX85878" fmla="*/ 822199 w 2119654"/>
              <a:gd name="connsiteY85878" fmla="*/ 495866 h 2398711"/>
              <a:gd name="connsiteX85879" fmla="*/ 822937 w 2119654"/>
              <a:gd name="connsiteY85879" fmla="*/ 494773 h 2398711"/>
              <a:gd name="connsiteX85880" fmla="*/ 822730 w 2119654"/>
              <a:gd name="connsiteY85880" fmla="*/ 494571 h 2398711"/>
              <a:gd name="connsiteX85881" fmla="*/ 848299 w 2119654"/>
              <a:gd name="connsiteY85881" fmla="*/ 436822 h 2398711"/>
              <a:gd name="connsiteX85882" fmla="*/ 846251 w 2119654"/>
              <a:gd name="connsiteY85882" fmla="*/ 441689 h 2398711"/>
              <a:gd name="connsiteX85883" fmla="*/ 845755 w 2119654"/>
              <a:gd name="connsiteY85883" fmla="*/ 442915 h 2398711"/>
              <a:gd name="connsiteX85884" fmla="*/ 846356 w 2119654"/>
              <a:gd name="connsiteY85884" fmla="*/ 444294 h 2398711"/>
              <a:gd name="connsiteX85885" fmla="*/ 848575 w 2119654"/>
              <a:gd name="connsiteY85885" fmla="*/ 445181 h 2398711"/>
              <a:gd name="connsiteX85886" fmla="*/ 849042 w 2119654"/>
              <a:gd name="connsiteY85886" fmla="*/ 444434 h 2398711"/>
              <a:gd name="connsiteX85887" fmla="*/ 849566 w 2119654"/>
              <a:gd name="connsiteY85887" fmla="*/ 438083 h 2398711"/>
              <a:gd name="connsiteX85888" fmla="*/ 859792 w 2119654"/>
              <a:gd name="connsiteY85888" fmla="*/ 411078 h 2398711"/>
              <a:gd name="connsiteX85889" fmla="*/ 862068 w 2119654"/>
              <a:gd name="connsiteY85889" fmla="*/ 416991 h 2398711"/>
              <a:gd name="connsiteX85890" fmla="*/ 863361 w 2119654"/>
              <a:gd name="connsiteY85890" fmla="*/ 412441 h 2398711"/>
              <a:gd name="connsiteX85891" fmla="*/ 849195 w 2119654"/>
              <a:gd name="connsiteY85891" fmla="*/ 434692 h 2398711"/>
              <a:gd name="connsiteX85892" fmla="*/ 848497 w 2119654"/>
              <a:gd name="connsiteY85892" fmla="*/ 436351 h 2398711"/>
              <a:gd name="connsiteX85893" fmla="*/ 849619 w 2119654"/>
              <a:gd name="connsiteY85893" fmla="*/ 437445 h 2398711"/>
              <a:gd name="connsiteX85894" fmla="*/ 849825 w 2119654"/>
              <a:gd name="connsiteY85894" fmla="*/ 434943 h 2398711"/>
              <a:gd name="connsiteX85895" fmla="*/ 252815 w 2119654"/>
              <a:gd name="connsiteY85895" fmla="*/ 1770074 h 2398711"/>
              <a:gd name="connsiteX85896" fmla="*/ 267590 w 2119654"/>
              <a:gd name="connsiteY85896" fmla="*/ 1774762 h 2398711"/>
              <a:gd name="connsiteX85897" fmla="*/ 265268 w 2119654"/>
              <a:gd name="connsiteY85897" fmla="*/ 1772973 h 2398711"/>
              <a:gd name="connsiteX85898" fmla="*/ 263248 w 2119654"/>
              <a:gd name="connsiteY85898" fmla="*/ 1771166 h 2398711"/>
              <a:gd name="connsiteX85899" fmla="*/ 260071 w 2119654"/>
              <a:gd name="connsiteY85899" fmla="*/ 1770485 h 2398711"/>
              <a:gd name="connsiteX85900" fmla="*/ 850005 w 2119654"/>
              <a:gd name="connsiteY85900" fmla="*/ 432767 h 2398711"/>
              <a:gd name="connsiteX85901" fmla="*/ 849484 w 2119654"/>
              <a:gd name="connsiteY85901" fmla="*/ 434005 h 2398711"/>
              <a:gd name="connsiteX85902" fmla="*/ 849889 w 2119654"/>
              <a:gd name="connsiteY85902" fmla="*/ 434166 h 2398711"/>
              <a:gd name="connsiteX85903" fmla="*/ 273415 w 2119654"/>
              <a:gd name="connsiteY85903" fmla="*/ 1723849 h 2398711"/>
              <a:gd name="connsiteX85904" fmla="*/ 274066 w 2119654"/>
              <a:gd name="connsiteY85904" fmla="*/ 1724418 h 2398711"/>
              <a:gd name="connsiteX85905" fmla="*/ 279629 w 2119654"/>
              <a:gd name="connsiteY85905" fmla="*/ 1726522 h 2398711"/>
              <a:gd name="connsiteX85906" fmla="*/ 310449 w 2119654"/>
              <a:gd name="connsiteY85906" fmla="*/ 1737625 h 2398711"/>
              <a:gd name="connsiteX85907" fmla="*/ 316948 w 2119654"/>
              <a:gd name="connsiteY85907" fmla="*/ 1738820 h 2398711"/>
              <a:gd name="connsiteX85908" fmla="*/ 327625 w 2119654"/>
              <a:gd name="connsiteY85908" fmla="*/ 1740348 h 2398711"/>
              <a:gd name="connsiteX85909" fmla="*/ 328393 w 2119654"/>
              <a:gd name="connsiteY85909" fmla="*/ 1739057 h 2398711"/>
              <a:gd name="connsiteX85910" fmla="*/ 310227 w 2119654"/>
              <a:gd name="connsiteY85910" fmla="*/ 1734212 h 2398711"/>
              <a:gd name="connsiteX85911" fmla="*/ 873638 w 2119654"/>
              <a:gd name="connsiteY85911" fmla="*/ 379740 h 2398711"/>
              <a:gd name="connsiteX85912" fmla="*/ 872060 w 2119654"/>
              <a:gd name="connsiteY85912" fmla="*/ 385290 h 2398711"/>
              <a:gd name="connsiteX85913" fmla="*/ 877660 w 2119654"/>
              <a:gd name="connsiteY85913" fmla="*/ 390141 h 2398711"/>
              <a:gd name="connsiteX85914" fmla="*/ 877910 w 2119654"/>
              <a:gd name="connsiteY85914" fmla="*/ 387784 h 2398711"/>
              <a:gd name="connsiteX85915" fmla="*/ 851023 w 2119654"/>
              <a:gd name="connsiteY85915" fmla="*/ 430347 h 2398711"/>
              <a:gd name="connsiteX85916" fmla="*/ 850978 w 2119654"/>
              <a:gd name="connsiteY85916" fmla="*/ 430455 h 2398711"/>
              <a:gd name="connsiteX85917" fmla="*/ 850647 w 2119654"/>
              <a:gd name="connsiteY85917" fmla="*/ 434468 h 2398711"/>
              <a:gd name="connsiteX85918" fmla="*/ 851210 w 2119654"/>
              <a:gd name="connsiteY85918" fmla="*/ 434691 h 2398711"/>
              <a:gd name="connsiteX85919" fmla="*/ 851989 w 2119654"/>
              <a:gd name="connsiteY85919" fmla="*/ 430920 h 2398711"/>
              <a:gd name="connsiteX85920" fmla="*/ 852681 w 2119654"/>
              <a:gd name="connsiteY85920" fmla="*/ 426409 h 2398711"/>
              <a:gd name="connsiteX85921" fmla="*/ 851061 w 2119654"/>
              <a:gd name="connsiteY85921" fmla="*/ 430257 h 2398711"/>
              <a:gd name="connsiteX85922" fmla="*/ 852008 w 2119654"/>
              <a:gd name="connsiteY85922" fmla="*/ 430831 h 2398711"/>
              <a:gd name="connsiteX85923" fmla="*/ 852864 w 2119654"/>
              <a:gd name="connsiteY85923" fmla="*/ 426686 h 2398711"/>
              <a:gd name="connsiteX85924" fmla="*/ 886420 w 2119654"/>
              <a:gd name="connsiteY85924" fmla="*/ 350838 h 2398711"/>
              <a:gd name="connsiteX85925" fmla="*/ 886238 w 2119654"/>
              <a:gd name="connsiteY85925" fmla="*/ 352983 h 2398711"/>
              <a:gd name="connsiteX85926" fmla="*/ 888664 w 2119654"/>
              <a:gd name="connsiteY85926" fmla="*/ 359356 h 2398711"/>
              <a:gd name="connsiteX85927" fmla="*/ 889937 w 2119654"/>
              <a:gd name="connsiteY85927" fmla="*/ 353359 h 2398711"/>
              <a:gd name="connsiteX85928" fmla="*/ 853154 w 2119654"/>
              <a:gd name="connsiteY85928" fmla="*/ 425282 h 2398711"/>
              <a:gd name="connsiteX85929" fmla="*/ 852862 w 2119654"/>
              <a:gd name="connsiteY85929" fmla="*/ 425977 h 2398711"/>
              <a:gd name="connsiteX85930" fmla="*/ 852975 w 2119654"/>
              <a:gd name="connsiteY85930" fmla="*/ 426147 h 2398711"/>
              <a:gd name="connsiteX85931" fmla="*/ 895183 w 2119654"/>
              <a:gd name="connsiteY85931" fmla="*/ 331147 h 2398711"/>
              <a:gd name="connsiteX85932" fmla="*/ 894429 w 2119654"/>
              <a:gd name="connsiteY85932" fmla="*/ 334701 h 2398711"/>
              <a:gd name="connsiteX85933" fmla="*/ 894974 w 2119654"/>
              <a:gd name="connsiteY85933" fmla="*/ 335498 h 2398711"/>
              <a:gd name="connsiteX85934" fmla="*/ 895835 w 2119654"/>
              <a:gd name="connsiteY85934" fmla="*/ 331834 h 2398711"/>
              <a:gd name="connsiteX85935" fmla="*/ 812362 w 2119654"/>
              <a:gd name="connsiteY85935" fmla="*/ 516537 h 2398711"/>
              <a:gd name="connsiteX85936" fmla="*/ 813151 w 2119654"/>
              <a:gd name="connsiteY85936" fmla="*/ 518099 h 2398711"/>
              <a:gd name="connsiteX85937" fmla="*/ 813182 w 2119654"/>
              <a:gd name="connsiteY85937" fmla="*/ 518115 h 2398711"/>
              <a:gd name="connsiteX85938" fmla="*/ 812522 w 2119654"/>
              <a:gd name="connsiteY85938" fmla="*/ 516259 h 2398711"/>
              <a:gd name="connsiteX85939" fmla="*/ 811208 w 2119654"/>
              <a:gd name="connsiteY85939" fmla="*/ 519079 h 2398711"/>
              <a:gd name="connsiteX85940" fmla="*/ 810852 w 2119654"/>
              <a:gd name="connsiteY85940" fmla="*/ 521421 h 2398711"/>
              <a:gd name="connsiteX85941" fmla="*/ 812618 w 2119654"/>
              <a:gd name="connsiteY85941" fmla="*/ 522744 h 2398711"/>
              <a:gd name="connsiteX85942" fmla="*/ 812815 w 2119654"/>
              <a:gd name="connsiteY85942" fmla="*/ 522260 h 2398711"/>
              <a:gd name="connsiteX85943" fmla="*/ 897837 w 2119654"/>
              <a:gd name="connsiteY85943" fmla="*/ 325021 h 2398711"/>
              <a:gd name="connsiteX85944" fmla="*/ 896979 w 2119654"/>
              <a:gd name="connsiteY85944" fmla="*/ 328677 h 2398711"/>
              <a:gd name="connsiteX85945" fmla="*/ 900013 w 2119654"/>
              <a:gd name="connsiteY85945" fmla="*/ 335158 h 2398711"/>
              <a:gd name="connsiteX85946" fmla="*/ 905318 w 2119654"/>
              <a:gd name="connsiteY85946" fmla="*/ 340757 h 2398711"/>
              <a:gd name="connsiteX85947" fmla="*/ 906728 w 2119654"/>
              <a:gd name="connsiteY85947" fmla="*/ 337192 h 2398711"/>
              <a:gd name="connsiteX85948" fmla="*/ 905575 w 2119654"/>
              <a:gd name="connsiteY85948" fmla="*/ 334214 h 2398711"/>
              <a:gd name="connsiteX85949" fmla="*/ 901181 w 2119654"/>
              <a:gd name="connsiteY85949" fmla="*/ 328931 h 2398711"/>
              <a:gd name="connsiteX85950" fmla="*/ 831163 w 2119654"/>
              <a:gd name="connsiteY85950" fmla="*/ 474253 h 2398711"/>
              <a:gd name="connsiteX85951" fmla="*/ 830854 w 2119654"/>
              <a:gd name="connsiteY85951" fmla="*/ 475554 h 2398711"/>
              <a:gd name="connsiteX85952" fmla="*/ 831475 w 2119654"/>
              <a:gd name="connsiteY85952" fmla="*/ 474466 h 2398711"/>
              <a:gd name="connsiteX85953" fmla="*/ 810055 w 2119654"/>
              <a:gd name="connsiteY85953" fmla="*/ 521323 h 2398711"/>
              <a:gd name="connsiteX85954" fmla="*/ 810360 w 2119654"/>
              <a:gd name="connsiteY85954" fmla="*/ 522711 h 2398711"/>
              <a:gd name="connsiteX85955" fmla="*/ 810531 w 2119654"/>
              <a:gd name="connsiteY85955" fmla="*/ 521680 h 2398711"/>
              <a:gd name="connsiteX85956" fmla="*/ 831269 w 2119654"/>
              <a:gd name="connsiteY85956" fmla="*/ 473802 h 2398711"/>
              <a:gd name="connsiteX85957" fmla="*/ 831186 w 2119654"/>
              <a:gd name="connsiteY85957" fmla="*/ 474151 h 2398711"/>
              <a:gd name="connsiteX85958" fmla="*/ 831523 w 2119654"/>
              <a:gd name="connsiteY85958" fmla="*/ 474382 h 2398711"/>
              <a:gd name="connsiteX85959" fmla="*/ 831664 w 2119654"/>
              <a:gd name="connsiteY85959" fmla="*/ 474134 h 2398711"/>
              <a:gd name="connsiteX85960" fmla="*/ 351367 w 2119654"/>
              <a:gd name="connsiteY85960" fmla="*/ 1548255 h 2398711"/>
              <a:gd name="connsiteX85961" fmla="*/ 353600 w 2119654"/>
              <a:gd name="connsiteY85961" fmla="*/ 1552085 h 2398711"/>
              <a:gd name="connsiteX85962" fmla="*/ 354574 w 2119654"/>
              <a:gd name="connsiteY85962" fmla="*/ 1552258 h 2398711"/>
              <a:gd name="connsiteX85963" fmla="*/ 354634 w 2119654"/>
              <a:gd name="connsiteY85963" fmla="*/ 1552042 h 2398711"/>
              <a:gd name="connsiteX85964" fmla="*/ 352013 w 2119654"/>
              <a:gd name="connsiteY85964" fmla="*/ 1548432 h 2398711"/>
              <a:gd name="connsiteX85965" fmla="*/ 335509 w 2119654"/>
              <a:gd name="connsiteY85965" fmla="*/ 1583753 h 2398711"/>
              <a:gd name="connsiteX85966" fmla="*/ 336207 w 2119654"/>
              <a:gd name="connsiteY85966" fmla="*/ 1584781 h 2398711"/>
              <a:gd name="connsiteX85967" fmla="*/ 344857 w 2119654"/>
              <a:gd name="connsiteY85967" fmla="*/ 1587325 h 2398711"/>
              <a:gd name="connsiteX85968" fmla="*/ 342852 w 2119654"/>
              <a:gd name="connsiteY85968" fmla="*/ 1585675 h 2398711"/>
              <a:gd name="connsiteX85969" fmla="*/ 858766 w 2119654"/>
              <a:gd name="connsiteY85969" fmla="*/ 411943 h 2398711"/>
              <a:gd name="connsiteX85970" fmla="*/ 858577 w 2119654"/>
              <a:gd name="connsiteY85970" fmla="*/ 412393 h 2398711"/>
              <a:gd name="connsiteX85971" fmla="*/ 857927 w 2119654"/>
              <a:gd name="connsiteY85971" fmla="*/ 415541 h 2398711"/>
              <a:gd name="connsiteX85972" fmla="*/ 861331 w 2119654"/>
              <a:gd name="connsiteY85972" fmla="*/ 419585 h 2398711"/>
              <a:gd name="connsiteX85973" fmla="*/ 861491 w 2119654"/>
              <a:gd name="connsiteY85973" fmla="*/ 419021 h 2398711"/>
              <a:gd name="connsiteX85974" fmla="*/ 831503 w 2119654"/>
              <a:gd name="connsiteY85974" fmla="*/ 472814 h 2398711"/>
              <a:gd name="connsiteX85975" fmla="*/ 831306 w 2119654"/>
              <a:gd name="connsiteY85975" fmla="*/ 473643 h 2398711"/>
              <a:gd name="connsiteX85976" fmla="*/ 831737 w 2119654"/>
              <a:gd name="connsiteY85976" fmla="*/ 474005 h 2398711"/>
              <a:gd name="connsiteX85977" fmla="*/ 832170 w 2119654"/>
              <a:gd name="connsiteY85977" fmla="*/ 473248 h 2398711"/>
              <a:gd name="connsiteX85978" fmla="*/ 829079 w 2119654"/>
              <a:gd name="connsiteY85978" fmla="*/ 478070 h 2398711"/>
              <a:gd name="connsiteX85979" fmla="*/ 829021 w 2119654"/>
              <a:gd name="connsiteY85979" fmla="*/ 478767 h 2398711"/>
              <a:gd name="connsiteX85980" fmla="*/ 829270 w 2119654"/>
              <a:gd name="connsiteY85980" fmla="*/ 478331 h 2398711"/>
              <a:gd name="connsiteX85981" fmla="*/ 810169 w 2119654"/>
              <a:gd name="connsiteY85981" fmla="*/ 520362 h 2398711"/>
              <a:gd name="connsiteX85982" fmla="*/ 810043 w 2119654"/>
              <a:gd name="connsiteY85982" fmla="*/ 520815 h 2398711"/>
              <a:gd name="connsiteX85983" fmla="*/ 810605 w 2119654"/>
              <a:gd name="connsiteY85983" fmla="*/ 521236 h 2398711"/>
              <a:gd name="connsiteX85984" fmla="*/ 810987 w 2119654"/>
              <a:gd name="connsiteY85984" fmla="*/ 518935 h 2398711"/>
              <a:gd name="connsiteX85985" fmla="*/ 313343 w 2119654"/>
              <a:gd name="connsiteY85985" fmla="*/ 1632523 h 2398711"/>
              <a:gd name="connsiteX85986" fmla="*/ 319200 w 2119654"/>
              <a:gd name="connsiteY85986" fmla="*/ 1634955 h 2398711"/>
              <a:gd name="connsiteX85987" fmla="*/ 319742 w 2119654"/>
              <a:gd name="connsiteY85987" fmla="*/ 1634025 h 2398711"/>
              <a:gd name="connsiteX85988" fmla="*/ 319163 w 2119654"/>
              <a:gd name="connsiteY85988" fmla="*/ 1633686 h 2398711"/>
              <a:gd name="connsiteX85989" fmla="*/ 351023 w 2119654"/>
              <a:gd name="connsiteY85989" fmla="*/ 1547663 h 2398711"/>
              <a:gd name="connsiteX85990" fmla="*/ 351204 w 2119654"/>
              <a:gd name="connsiteY85990" fmla="*/ 1547975 h 2398711"/>
              <a:gd name="connsiteX85991" fmla="*/ 351791 w 2119654"/>
              <a:gd name="connsiteY85991" fmla="*/ 1548127 h 2398711"/>
              <a:gd name="connsiteX85992" fmla="*/ 351765 w 2119654"/>
              <a:gd name="connsiteY85992" fmla="*/ 1548091 h 2398711"/>
              <a:gd name="connsiteX85993" fmla="*/ 895981 w 2119654"/>
              <a:gd name="connsiteY85993" fmla="*/ 327388 h 2398711"/>
              <a:gd name="connsiteX85994" fmla="*/ 895372 w 2119654"/>
              <a:gd name="connsiteY85994" fmla="*/ 330261 h 2398711"/>
              <a:gd name="connsiteX85995" fmla="*/ 896039 w 2119654"/>
              <a:gd name="connsiteY85995" fmla="*/ 330966 h 2398711"/>
              <a:gd name="connsiteX85996" fmla="*/ 896579 w 2119654"/>
              <a:gd name="connsiteY85996" fmla="*/ 328665 h 2398711"/>
              <a:gd name="connsiteX85997" fmla="*/ 829183 w 2119654"/>
              <a:gd name="connsiteY85997" fmla="*/ 476815 h 2398711"/>
              <a:gd name="connsiteX85998" fmla="*/ 829159 w 2119654"/>
              <a:gd name="connsiteY85998" fmla="*/ 477111 h 2398711"/>
              <a:gd name="connsiteX85999" fmla="*/ 829610 w 2119654"/>
              <a:gd name="connsiteY85999" fmla="*/ 477734 h 2398711"/>
              <a:gd name="connsiteX86000" fmla="*/ 829645 w 2119654"/>
              <a:gd name="connsiteY86000" fmla="*/ 477674 h 2398711"/>
              <a:gd name="connsiteX86001" fmla="*/ 832313 w 2119654"/>
              <a:gd name="connsiteY86001" fmla="*/ 469484 h 2398711"/>
              <a:gd name="connsiteX86002" fmla="*/ 832080 w 2119654"/>
              <a:gd name="connsiteY86002" fmla="*/ 470380 h 2398711"/>
              <a:gd name="connsiteX86003" fmla="*/ 831937 w 2119654"/>
              <a:gd name="connsiteY86003" fmla="*/ 470984 h 2398711"/>
              <a:gd name="connsiteX86004" fmla="*/ 833033 w 2119654"/>
              <a:gd name="connsiteY86004" fmla="*/ 471733 h 2398711"/>
              <a:gd name="connsiteX86005" fmla="*/ 833564 w 2119654"/>
              <a:gd name="connsiteY86005" fmla="*/ 470802 h 2398711"/>
              <a:gd name="connsiteX86006" fmla="*/ 832472 w 2119654"/>
              <a:gd name="connsiteY86006" fmla="*/ 469578 h 2398711"/>
              <a:gd name="connsiteX86007" fmla="*/ 288040 w 2119654"/>
              <a:gd name="connsiteY86007" fmla="*/ 1688165 h 2398711"/>
              <a:gd name="connsiteX86008" fmla="*/ 301102 w 2119654"/>
              <a:gd name="connsiteY86008" fmla="*/ 1698343 h 2398711"/>
              <a:gd name="connsiteX86009" fmla="*/ 302171 w 2119654"/>
              <a:gd name="connsiteY86009" fmla="*/ 1698395 h 2398711"/>
              <a:gd name="connsiteX86010" fmla="*/ 309440 w 2119654"/>
              <a:gd name="connsiteY86010" fmla="*/ 1698461 h 2398711"/>
              <a:gd name="connsiteX86011" fmla="*/ 307212 w 2119654"/>
              <a:gd name="connsiteY86011" fmla="*/ 1697488 h 2398711"/>
              <a:gd name="connsiteX86012" fmla="*/ 828516 w 2119654"/>
              <a:gd name="connsiteY86012" fmla="*/ 477298 h 2398711"/>
              <a:gd name="connsiteX86013" fmla="*/ 828510 w 2119654"/>
              <a:gd name="connsiteY86013" fmla="*/ 477894 h 2398711"/>
              <a:gd name="connsiteX86014" fmla="*/ 828554 w 2119654"/>
              <a:gd name="connsiteY86014" fmla="*/ 477350 h 2398711"/>
              <a:gd name="connsiteX86015" fmla="*/ 899367 w 2119654"/>
              <a:gd name="connsiteY86015" fmla="*/ 318508 h 2398711"/>
              <a:gd name="connsiteX86016" fmla="*/ 897899 w 2119654"/>
              <a:gd name="connsiteY86016" fmla="*/ 324758 h 2398711"/>
              <a:gd name="connsiteX86017" fmla="*/ 905238 w 2119654"/>
              <a:gd name="connsiteY86017" fmla="*/ 333344 h 2398711"/>
              <a:gd name="connsiteX86018" fmla="*/ 900545 w 2119654"/>
              <a:gd name="connsiteY86018" fmla="*/ 321224 h 2398711"/>
              <a:gd name="connsiteX86019" fmla="*/ 829339 w 2119654"/>
              <a:gd name="connsiteY86019" fmla="*/ 474924 h 2398711"/>
              <a:gd name="connsiteX86020" fmla="*/ 829228 w 2119654"/>
              <a:gd name="connsiteY86020" fmla="*/ 476270 h 2398711"/>
              <a:gd name="connsiteX86021" fmla="*/ 829819 w 2119654"/>
              <a:gd name="connsiteY86021" fmla="*/ 477368 h 2398711"/>
              <a:gd name="connsiteX86022" fmla="*/ 830327 w 2119654"/>
              <a:gd name="connsiteY86022" fmla="*/ 476478 h 2398711"/>
              <a:gd name="connsiteX86023" fmla="*/ 896752 w 2119654"/>
              <a:gd name="connsiteY86023" fmla="*/ 323751 h 2398711"/>
              <a:gd name="connsiteX86024" fmla="*/ 896104 w 2119654"/>
              <a:gd name="connsiteY86024" fmla="*/ 326807 h 2398711"/>
              <a:gd name="connsiteX86025" fmla="*/ 896711 w 2119654"/>
              <a:gd name="connsiteY86025" fmla="*/ 328105 h 2398711"/>
              <a:gd name="connsiteX86026" fmla="*/ 896737 w 2119654"/>
              <a:gd name="connsiteY86026" fmla="*/ 327995 h 2398711"/>
              <a:gd name="connsiteX86027" fmla="*/ 897582 w 2119654"/>
              <a:gd name="connsiteY86027" fmla="*/ 324722 h 2398711"/>
              <a:gd name="connsiteX86028" fmla="*/ 842575 w 2119654"/>
              <a:gd name="connsiteY86028" fmla="*/ 444865 h 2398711"/>
              <a:gd name="connsiteX86029" fmla="*/ 843709 w 2119654"/>
              <a:gd name="connsiteY86029" fmla="*/ 446866 h 2398711"/>
              <a:gd name="connsiteX86030" fmla="*/ 844238 w 2119654"/>
              <a:gd name="connsiteY86030" fmla="*/ 445609 h 2398711"/>
              <a:gd name="connsiteX86031" fmla="*/ 899829 w 2119654"/>
              <a:gd name="connsiteY86031" fmla="*/ 316543 h 2398711"/>
              <a:gd name="connsiteX86032" fmla="*/ 899826 w 2119654"/>
              <a:gd name="connsiteY86032" fmla="*/ 316553 h 2398711"/>
              <a:gd name="connsiteX86033" fmla="*/ 899534 w 2119654"/>
              <a:gd name="connsiteY86033" fmla="*/ 317800 h 2398711"/>
              <a:gd name="connsiteX86034" fmla="*/ 907309 w 2119654"/>
              <a:gd name="connsiteY86034" fmla="*/ 335721 h 2398711"/>
              <a:gd name="connsiteX86035" fmla="*/ 910056 w 2119654"/>
              <a:gd name="connsiteY86035" fmla="*/ 328773 h 2398711"/>
              <a:gd name="connsiteX86036" fmla="*/ 909192 w 2119654"/>
              <a:gd name="connsiteY86036" fmla="*/ 327714 h 2398711"/>
              <a:gd name="connsiteX86037" fmla="*/ 880539 w 2119654"/>
              <a:gd name="connsiteY86037" fmla="*/ 359659 h 2398711"/>
              <a:gd name="connsiteX86038" fmla="*/ 882505 w 2119654"/>
              <a:gd name="connsiteY86038" fmla="*/ 363175 h 2398711"/>
              <a:gd name="connsiteX86039" fmla="*/ 882648 w 2119654"/>
              <a:gd name="connsiteY86039" fmla="*/ 363305 h 2398711"/>
              <a:gd name="connsiteX86040" fmla="*/ 882693 w 2119654"/>
              <a:gd name="connsiteY86040" fmla="*/ 362777 h 2398711"/>
              <a:gd name="connsiteX86041" fmla="*/ 881860 w 2119654"/>
              <a:gd name="connsiteY86041" fmla="*/ 361000 h 2398711"/>
              <a:gd name="connsiteX86042" fmla="*/ 879038 w 2119654"/>
              <a:gd name="connsiteY86042" fmla="*/ 362998 h 2398711"/>
              <a:gd name="connsiteX86043" fmla="*/ 882222 w 2119654"/>
              <a:gd name="connsiteY86043" fmla="*/ 368312 h 2398711"/>
              <a:gd name="connsiteX86044" fmla="*/ 882415 w 2119654"/>
              <a:gd name="connsiteY86044" fmla="*/ 366047 h 2398711"/>
              <a:gd name="connsiteX86045" fmla="*/ 851464 w 2119654"/>
              <a:gd name="connsiteY86045" fmla="*/ 424576 h 2398711"/>
              <a:gd name="connsiteX86046" fmla="*/ 851067 w 2119654"/>
              <a:gd name="connsiteY86046" fmla="*/ 429378 h 2398711"/>
              <a:gd name="connsiteX86047" fmla="*/ 852457 w 2119654"/>
              <a:gd name="connsiteY86047" fmla="*/ 426073 h 2398711"/>
              <a:gd name="connsiteX86048" fmla="*/ 877445 w 2119654"/>
              <a:gd name="connsiteY86048" fmla="*/ 366345 h 2398711"/>
              <a:gd name="connsiteX86049" fmla="*/ 874346 w 2119654"/>
              <a:gd name="connsiteY86049" fmla="*/ 377250 h 2398711"/>
              <a:gd name="connsiteX86050" fmla="*/ 876852 w 2119654"/>
              <a:gd name="connsiteY86050" fmla="*/ 381442 h 2398711"/>
              <a:gd name="connsiteX86051" fmla="*/ 880627 w 2119654"/>
              <a:gd name="connsiteY86051" fmla="*/ 385319 h 2398711"/>
              <a:gd name="connsiteX86052" fmla="*/ 882073 w 2119654"/>
              <a:gd name="connsiteY86052" fmla="*/ 381693 h 2398711"/>
              <a:gd name="connsiteX86053" fmla="*/ 881784 w 2119654"/>
              <a:gd name="connsiteY86053" fmla="*/ 373467 h 2398711"/>
              <a:gd name="connsiteX86054" fmla="*/ 882061 w 2119654"/>
              <a:gd name="connsiteY86054" fmla="*/ 370211 h 2398711"/>
              <a:gd name="connsiteX86055" fmla="*/ 334432 w 2119654"/>
              <a:gd name="connsiteY86055" fmla="*/ 1582168 h 2398711"/>
              <a:gd name="connsiteX86056" fmla="*/ 335127 w 2119654"/>
              <a:gd name="connsiteY86056" fmla="*/ 1583191 h 2398711"/>
              <a:gd name="connsiteX86057" fmla="*/ 342029 w 2119654"/>
              <a:gd name="connsiteY86057" fmla="*/ 1584998 h 2398711"/>
              <a:gd name="connsiteX86058" fmla="*/ 341336 w 2119654"/>
              <a:gd name="connsiteY86058" fmla="*/ 1584428 h 2398711"/>
              <a:gd name="connsiteX86059" fmla="*/ 828536 w 2119654"/>
              <a:gd name="connsiteY86059" fmla="*/ 475613 h 2398711"/>
              <a:gd name="connsiteX86060" fmla="*/ 828529 w 2119654"/>
              <a:gd name="connsiteY86060" fmla="*/ 476242 h 2398711"/>
              <a:gd name="connsiteX86061" fmla="*/ 828634 w 2119654"/>
              <a:gd name="connsiteY86061" fmla="*/ 476387 h 2398711"/>
              <a:gd name="connsiteX86062" fmla="*/ 828677 w 2119654"/>
              <a:gd name="connsiteY86062" fmla="*/ 475874 h 2398711"/>
              <a:gd name="connsiteX86063" fmla="*/ 860172 w 2119654"/>
              <a:gd name="connsiteY86063" fmla="*/ 404674 h 2398711"/>
              <a:gd name="connsiteX86064" fmla="*/ 859178 w 2119654"/>
              <a:gd name="connsiteY86064" fmla="*/ 409484 h 2398711"/>
              <a:gd name="connsiteX86065" fmla="*/ 859302 w 2119654"/>
              <a:gd name="connsiteY86065" fmla="*/ 409807 h 2398711"/>
              <a:gd name="connsiteX86066" fmla="*/ 860248 w 2119654"/>
              <a:gd name="connsiteY86066" fmla="*/ 407560 h 2398711"/>
              <a:gd name="connsiteX86067" fmla="*/ 860720 w 2119654"/>
              <a:gd name="connsiteY86067" fmla="*/ 407298 h 2398711"/>
              <a:gd name="connsiteX86068" fmla="*/ 859476 w 2119654"/>
              <a:gd name="connsiteY86068" fmla="*/ 410256 h 2398711"/>
              <a:gd name="connsiteX86069" fmla="*/ 859671 w 2119654"/>
              <a:gd name="connsiteY86069" fmla="*/ 410763 h 2398711"/>
              <a:gd name="connsiteX86070" fmla="*/ 863430 w 2119654"/>
              <a:gd name="connsiteY86070" fmla="*/ 412199 h 2398711"/>
              <a:gd name="connsiteX86071" fmla="*/ 864534 w 2119654"/>
              <a:gd name="connsiteY86071" fmla="*/ 408312 h 2398711"/>
              <a:gd name="connsiteX86072" fmla="*/ 900308 w 2119654"/>
              <a:gd name="connsiteY86072" fmla="*/ 314686 h 2398711"/>
              <a:gd name="connsiteX86073" fmla="*/ 899895 w 2119654"/>
              <a:gd name="connsiteY86073" fmla="*/ 316287 h 2398711"/>
              <a:gd name="connsiteX86074" fmla="*/ 910154 w 2119654"/>
              <a:gd name="connsiteY86074" fmla="*/ 328525 h 2398711"/>
              <a:gd name="connsiteX86075" fmla="*/ 910734 w 2119654"/>
              <a:gd name="connsiteY86075" fmla="*/ 327057 h 2398711"/>
              <a:gd name="connsiteX86076" fmla="*/ 829489 w 2119654"/>
              <a:gd name="connsiteY86076" fmla="*/ 473111 h 2398711"/>
              <a:gd name="connsiteX86077" fmla="*/ 829421 w 2119654"/>
              <a:gd name="connsiteY86077" fmla="*/ 473929 h 2398711"/>
              <a:gd name="connsiteX86078" fmla="*/ 830607 w 2119654"/>
              <a:gd name="connsiteY86078" fmla="*/ 475641 h 2398711"/>
              <a:gd name="connsiteX86079" fmla="*/ 830998 w 2119654"/>
              <a:gd name="connsiteY86079" fmla="*/ 474142 h 2398711"/>
              <a:gd name="connsiteX86080" fmla="*/ 809336 w 2119654"/>
              <a:gd name="connsiteY86080" fmla="*/ 518053 h 2398711"/>
              <a:gd name="connsiteX86081" fmla="*/ 809351 w 2119654"/>
              <a:gd name="connsiteY86081" fmla="*/ 518127 h 2398711"/>
              <a:gd name="connsiteX86082" fmla="*/ 810072 w 2119654"/>
              <a:gd name="connsiteY86082" fmla="*/ 516873 h 2398711"/>
              <a:gd name="connsiteX86083" fmla="*/ 810024 w 2119654"/>
              <a:gd name="connsiteY86083" fmla="*/ 516848 h 2398711"/>
              <a:gd name="connsiteX86084" fmla="*/ 314049 w 2119654"/>
              <a:gd name="connsiteY86084" fmla="*/ 1626889 h 2398711"/>
              <a:gd name="connsiteX86085" fmla="*/ 320190 w 2119654"/>
              <a:gd name="connsiteY86085" fmla="*/ 1631048 h 2398711"/>
              <a:gd name="connsiteX86086" fmla="*/ 317825 w 2119654"/>
              <a:gd name="connsiteY86086" fmla="*/ 1628319 h 2398711"/>
              <a:gd name="connsiteX86087" fmla="*/ 829551 w 2119654"/>
              <a:gd name="connsiteY86087" fmla="*/ 472361 h 2398711"/>
              <a:gd name="connsiteX86088" fmla="*/ 829498 w 2119654"/>
              <a:gd name="connsiteY86088" fmla="*/ 472996 h 2398711"/>
              <a:gd name="connsiteX86089" fmla="*/ 831025 w 2119654"/>
              <a:gd name="connsiteY86089" fmla="*/ 474038 h 2398711"/>
              <a:gd name="connsiteX86090" fmla="*/ 831119 w 2119654"/>
              <a:gd name="connsiteY86090" fmla="*/ 473677 h 2398711"/>
              <a:gd name="connsiteX86091" fmla="*/ 328881 w 2119654"/>
              <a:gd name="connsiteY86091" fmla="*/ 1593309 h 2398711"/>
              <a:gd name="connsiteX86092" fmla="*/ 329206 w 2119654"/>
              <a:gd name="connsiteY86092" fmla="*/ 1593565 h 2398711"/>
              <a:gd name="connsiteX86093" fmla="*/ 329151 w 2119654"/>
              <a:gd name="connsiteY86093" fmla="*/ 1593485 h 2398711"/>
              <a:gd name="connsiteX86094" fmla="*/ 878521 w 2119654"/>
              <a:gd name="connsiteY86094" fmla="*/ 362558 h 2398711"/>
              <a:gd name="connsiteX86095" fmla="*/ 877541 w 2119654"/>
              <a:gd name="connsiteY86095" fmla="*/ 366006 h 2398711"/>
              <a:gd name="connsiteX86096" fmla="*/ 882095 w 2119654"/>
              <a:gd name="connsiteY86096" fmla="*/ 369818 h 2398711"/>
              <a:gd name="connsiteX86097" fmla="*/ 882191 w 2119654"/>
              <a:gd name="connsiteY86097" fmla="*/ 368682 h 2398711"/>
              <a:gd name="connsiteX86098" fmla="*/ 840434 w 2119654"/>
              <a:gd name="connsiteY86098" fmla="*/ 447735 h 2398711"/>
              <a:gd name="connsiteX86099" fmla="*/ 841902 w 2119654"/>
              <a:gd name="connsiteY86099" fmla="*/ 450514 h 2398711"/>
              <a:gd name="connsiteX86100" fmla="*/ 842083 w 2119654"/>
              <a:gd name="connsiteY86100" fmla="*/ 450730 h 2398711"/>
              <a:gd name="connsiteX86101" fmla="*/ 842653 w 2119654"/>
              <a:gd name="connsiteY86101" fmla="*/ 449373 h 2398711"/>
              <a:gd name="connsiteX86102" fmla="*/ 821675 w 2119654"/>
              <a:gd name="connsiteY86102" fmla="*/ 489379 h 2398711"/>
              <a:gd name="connsiteX86103" fmla="*/ 822577 w 2119654"/>
              <a:gd name="connsiteY86103" fmla="*/ 490066 h 2398711"/>
              <a:gd name="connsiteX86104" fmla="*/ 822693 w 2119654"/>
              <a:gd name="connsiteY86104" fmla="*/ 489862 h 2398711"/>
              <a:gd name="connsiteX86105" fmla="*/ 829614 w 2119654"/>
              <a:gd name="connsiteY86105" fmla="*/ 471590 h 2398711"/>
              <a:gd name="connsiteX86106" fmla="*/ 829565 w 2119654"/>
              <a:gd name="connsiteY86106" fmla="*/ 472184 h 2398711"/>
              <a:gd name="connsiteX86107" fmla="*/ 831160 w 2119654"/>
              <a:gd name="connsiteY86107" fmla="*/ 473521 h 2398711"/>
              <a:gd name="connsiteX86108" fmla="*/ 831366 w 2119654"/>
              <a:gd name="connsiteY86108" fmla="*/ 472727 h 2398711"/>
              <a:gd name="connsiteX86109" fmla="*/ 828559 w 2119654"/>
              <a:gd name="connsiteY86109" fmla="*/ 473696 h 2398711"/>
              <a:gd name="connsiteX86110" fmla="*/ 828543 w 2119654"/>
              <a:gd name="connsiteY86110" fmla="*/ 474997 h 2398711"/>
              <a:gd name="connsiteX86111" fmla="*/ 828722 w 2119654"/>
              <a:gd name="connsiteY86111" fmla="*/ 475329 h 2398711"/>
              <a:gd name="connsiteX86112" fmla="*/ 828822 w 2119654"/>
              <a:gd name="connsiteY86112" fmla="*/ 474111 h 2398711"/>
              <a:gd name="connsiteX86113" fmla="*/ 289859 w 2119654"/>
              <a:gd name="connsiteY86113" fmla="*/ 1679778 h 2398711"/>
              <a:gd name="connsiteX86114" fmla="*/ 296408 w 2119654"/>
              <a:gd name="connsiteY86114" fmla="*/ 1684826 h 2398711"/>
              <a:gd name="connsiteX86115" fmla="*/ 301539 w 2119654"/>
              <a:gd name="connsiteY86115" fmla="*/ 1685359 h 2398711"/>
              <a:gd name="connsiteX86116" fmla="*/ 860918 w 2119654"/>
              <a:gd name="connsiteY86116" fmla="*/ 401064 h 2398711"/>
              <a:gd name="connsiteX86117" fmla="*/ 860261 w 2119654"/>
              <a:gd name="connsiteY86117" fmla="*/ 404242 h 2398711"/>
              <a:gd name="connsiteX86118" fmla="*/ 864674 w 2119654"/>
              <a:gd name="connsiteY86118" fmla="*/ 407823 h 2398711"/>
              <a:gd name="connsiteX86119" fmla="*/ 865285 w 2119654"/>
              <a:gd name="connsiteY86119" fmla="*/ 405671 h 2398711"/>
              <a:gd name="connsiteX86120" fmla="*/ 880413 w 2119654"/>
              <a:gd name="connsiteY86120" fmla="*/ 357276 h 2398711"/>
              <a:gd name="connsiteX86121" fmla="*/ 881757 w 2119654"/>
              <a:gd name="connsiteY86121" fmla="*/ 360148 h 2398711"/>
              <a:gd name="connsiteX86122" fmla="*/ 882824 w 2119654"/>
              <a:gd name="connsiteY86122" fmla="*/ 361231 h 2398711"/>
              <a:gd name="connsiteX86123" fmla="*/ 883032 w 2119654"/>
              <a:gd name="connsiteY86123" fmla="*/ 358790 h 2398711"/>
              <a:gd name="connsiteX86124" fmla="*/ 851726 w 2119654"/>
              <a:gd name="connsiteY86124" fmla="*/ 421401 h 2398711"/>
              <a:gd name="connsiteX86125" fmla="*/ 851516 w 2119654"/>
              <a:gd name="connsiteY86125" fmla="*/ 423948 h 2398711"/>
              <a:gd name="connsiteX86126" fmla="*/ 852639 w 2119654"/>
              <a:gd name="connsiteY86126" fmla="*/ 425641 h 2398711"/>
              <a:gd name="connsiteX86127" fmla="*/ 853441 w 2119654"/>
              <a:gd name="connsiteY86127" fmla="*/ 423733 h 2398711"/>
              <a:gd name="connsiteX86128" fmla="*/ 853438 w 2119654"/>
              <a:gd name="connsiteY86128" fmla="*/ 423641 h 2398711"/>
              <a:gd name="connsiteX86129" fmla="*/ 853062 w 2119654"/>
              <a:gd name="connsiteY86129" fmla="*/ 422655 h 2398711"/>
              <a:gd name="connsiteX86130" fmla="*/ 852448 w 2119654"/>
              <a:gd name="connsiteY86130" fmla="*/ 422043 h 2398711"/>
              <a:gd name="connsiteX86131" fmla="*/ 879533 w 2119654"/>
              <a:gd name="connsiteY86131" fmla="*/ 358999 h 2398711"/>
              <a:gd name="connsiteX86132" fmla="*/ 879194 w 2119654"/>
              <a:gd name="connsiteY86132" fmla="*/ 360187 h 2398711"/>
              <a:gd name="connsiteX86133" fmla="*/ 881217 w 2119654"/>
              <a:gd name="connsiteY86133" fmla="*/ 362014 h 2398711"/>
              <a:gd name="connsiteX86134" fmla="*/ 901824 w 2119654"/>
              <a:gd name="connsiteY86134" fmla="*/ 308817 h 2398711"/>
              <a:gd name="connsiteX86135" fmla="*/ 900585 w 2119654"/>
              <a:gd name="connsiteY86135" fmla="*/ 313618 h 2398711"/>
              <a:gd name="connsiteX86136" fmla="*/ 911110 w 2119654"/>
              <a:gd name="connsiteY86136" fmla="*/ 326106 h 2398711"/>
              <a:gd name="connsiteX86137" fmla="*/ 913240 w 2119654"/>
              <a:gd name="connsiteY86137" fmla="*/ 320718 h 2398711"/>
              <a:gd name="connsiteX86138" fmla="*/ 906884 w 2119654"/>
              <a:gd name="connsiteY86138" fmla="*/ 314012 h 2398711"/>
              <a:gd name="connsiteX86139" fmla="*/ 829756 w 2119654"/>
              <a:gd name="connsiteY86139" fmla="*/ 469866 h 2398711"/>
              <a:gd name="connsiteX86140" fmla="*/ 829753 w 2119654"/>
              <a:gd name="connsiteY86140" fmla="*/ 469910 h 2398711"/>
              <a:gd name="connsiteX86141" fmla="*/ 830183 w 2119654"/>
              <a:gd name="connsiteY86141" fmla="*/ 470171 h 2398711"/>
              <a:gd name="connsiteX86142" fmla="*/ 828572 w 2119654"/>
              <a:gd name="connsiteY86142" fmla="*/ 472484 h 2398711"/>
              <a:gd name="connsiteX86143" fmla="*/ 828570 w 2119654"/>
              <a:gd name="connsiteY86143" fmla="*/ 472703 h 2398711"/>
              <a:gd name="connsiteX86144" fmla="*/ 828899 w 2119654"/>
              <a:gd name="connsiteY86144" fmla="*/ 473177 h 2398711"/>
              <a:gd name="connsiteX86145" fmla="*/ 828936 w 2119654"/>
              <a:gd name="connsiteY86145" fmla="*/ 472732 h 2398711"/>
              <a:gd name="connsiteX86146" fmla="*/ 333559 w 2119654"/>
              <a:gd name="connsiteY86146" fmla="*/ 1580881 h 2398711"/>
              <a:gd name="connsiteX86147" fmla="*/ 334187 w 2119654"/>
              <a:gd name="connsiteY86147" fmla="*/ 1581806 h 2398711"/>
              <a:gd name="connsiteX86148" fmla="*/ 340768 w 2119654"/>
              <a:gd name="connsiteY86148" fmla="*/ 1583960 h 2398711"/>
              <a:gd name="connsiteX86149" fmla="*/ 338398 w 2119654"/>
              <a:gd name="connsiteY86149" fmla="*/ 1582009 h 2398711"/>
              <a:gd name="connsiteX86150" fmla="*/ 338097 w 2119654"/>
              <a:gd name="connsiteY86150" fmla="*/ 1581854 h 2398711"/>
              <a:gd name="connsiteX86151" fmla="*/ 898359 w 2119654"/>
              <a:gd name="connsiteY86151" fmla="*/ 316182 h 2398711"/>
              <a:gd name="connsiteX86152" fmla="*/ 896809 w 2119654"/>
              <a:gd name="connsiteY86152" fmla="*/ 323484 h 2398711"/>
              <a:gd name="connsiteX86153" fmla="*/ 897649 w 2119654"/>
              <a:gd name="connsiteY86153" fmla="*/ 324466 h 2398711"/>
              <a:gd name="connsiteX86154" fmla="*/ 899254 w 2119654"/>
              <a:gd name="connsiteY86154" fmla="*/ 318249 h 2398711"/>
              <a:gd name="connsiteX86155" fmla="*/ 880058 w 2119654"/>
              <a:gd name="connsiteY86155" fmla="*/ 357148 h 2398711"/>
              <a:gd name="connsiteX86156" fmla="*/ 879777 w 2119654"/>
              <a:gd name="connsiteY86156" fmla="*/ 358139 h 2398711"/>
              <a:gd name="connsiteX86157" fmla="*/ 881195 w 2119654"/>
              <a:gd name="connsiteY86157" fmla="*/ 359578 h 2398711"/>
              <a:gd name="connsiteX86158" fmla="*/ 270079 w 2119654"/>
              <a:gd name="connsiteY86158" fmla="*/ 1722910 h 2398711"/>
              <a:gd name="connsiteX86159" fmla="*/ 270961 w 2119654"/>
              <a:gd name="connsiteY86159" fmla="*/ 1723243 h 2398711"/>
              <a:gd name="connsiteX86160" fmla="*/ 270824 w 2119654"/>
              <a:gd name="connsiteY86160" fmla="*/ 1723119 h 2398711"/>
              <a:gd name="connsiteX86161" fmla="*/ 898594 w 2119654"/>
              <a:gd name="connsiteY86161" fmla="*/ 315071 h 2398711"/>
              <a:gd name="connsiteX86162" fmla="*/ 898513 w 2119654"/>
              <a:gd name="connsiteY86162" fmla="*/ 315449 h 2398711"/>
              <a:gd name="connsiteX86163" fmla="*/ 899431 w 2119654"/>
              <a:gd name="connsiteY86163" fmla="*/ 317564 h 2398711"/>
              <a:gd name="connsiteX86164" fmla="*/ 899726 w 2119654"/>
              <a:gd name="connsiteY86164" fmla="*/ 316422 h 2398711"/>
              <a:gd name="connsiteX86165" fmla="*/ 851879 w 2119654"/>
              <a:gd name="connsiteY86165" fmla="*/ 419548 h 2398711"/>
              <a:gd name="connsiteX86166" fmla="*/ 851807 w 2119654"/>
              <a:gd name="connsiteY86166" fmla="*/ 420423 h 2398711"/>
              <a:gd name="connsiteX86167" fmla="*/ 852461 w 2119654"/>
              <a:gd name="connsiteY86167" fmla="*/ 421078 h 2398711"/>
              <a:gd name="connsiteX86168" fmla="*/ 828585 w 2119654"/>
              <a:gd name="connsiteY86168" fmla="*/ 471550 h 2398711"/>
              <a:gd name="connsiteX86169" fmla="*/ 828574 w 2119654"/>
              <a:gd name="connsiteY86169" fmla="*/ 472365 h 2398711"/>
              <a:gd name="connsiteX86170" fmla="*/ 828945 w 2119654"/>
              <a:gd name="connsiteY86170" fmla="*/ 472618 h 2398711"/>
              <a:gd name="connsiteX86171" fmla="*/ 829005 w 2119654"/>
              <a:gd name="connsiteY86171" fmla="*/ 471903 h 2398711"/>
              <a:gd name="connsiteX86172" fmla="*/ 851091 w 2119654"/>
              <a:gd name="connsiteY86172" fmla="*/ 420836 h 2398711"/>
              <a:gd name="connsiteX86173" fmla="*/ 851011 w 2119654"/>
              <a:gd name="connsiteY86173" fmla="*/ 422519 h 2398711"/>
              <a:gd name="connsiteX86174" fmla="*/ 851205 w 2119654"/>
              <a:gd name="connsiteY86174" fmla="*/ 420937 h 2398711"/>
              <a:gd name="connsiteX86175" fmla="*/ 829902 w 2119654"/>
              <a:gd name="connsiteY86175" fmla="*/ 468093 h 2398711"/>
              <a:gd name="connsiteX86176" fmla="*/ 829786 w 2119654"/>
              <a:gd name="connsiteY86176" fmla="*/ 469514 h 2398711"/>
              <a:gd name="connsiteX86177" fmla="*/ 831837 w 2119654"/>
              <a:gd name="connsiteY86177" fmla="*/ 470917 h 2398711"/>
              <a:gd name="connsiteX86178" fmla="*/ 832223 w 2119654"/>
              <a:gd name="connsiteY86178" fmla="*/ 469433 h 2398711"/>
              <a:gd name="connsiteX86179" fmla="*/ 828592 w 2119654"/>
              <a:gd name="connsiteY86179" fmla="*/ 470926 h 2398711"/>
              <a:gd name="connsiteX86180" fmla="*/ 828586 w 2119654"/>
              <a:gd name="connsiteY86180" fmla="*/ 471364 h 2398711"/>
              <a:gd name="connsiteX86181" fmla="*/ 829019 w 2119654"/>
              <a:gd name="connsiteY86181" fmla="*/ 471727 h 2398711"/>
              <a:gd name="connsiteX86182" fmla="*/ 829060 w 2119654"/>
              <a:gd name="connsiteY86182" fmla="*/ 471230 h 2398711"/>
              <a:gd name="connsiteX86183" fmla="*/ 899003 w 2119654"/>
              <a:gd name="connsiteY86183" fmla="*/ 313138 h 2398711"/>
              <a:gd name="connsiteX86184" fmla="*/ 898651 w 2119654"/>
              <a:gd name="connsiteY86184" fmla="*/ 314802 h 2398711"/>
              <a:gd name="connsiteX86185" fmla="*/ 899793 w 2119654"/>
              <a:gd name="connsiteY86185" fmla="*/ 316165 h 2398711"/>
              <a:gd name="connsiteX86186" fmla="*/ 900206 w 2119654"/>
              <a:gd name="connsiteY86186" fmla="*/ 314565 h 2398711"/>
              <a:gd name="connsiteX86187" fmla="*/ 810589 w 2119654"/>
              <a:gd name="connsiteY86187" fmla="*/ 510839 h 2398711"/>
              <a:gd name="connsiteX86188" fmla="*/ 810445 w 2119654"/>
              <a:gd name="connsiteY86188" fmla="*/ 511336 h 2398711"/>
              <a:gd name="connsiteX86189" fmla="*/ 810643 w 2119654"/>
              <a:gd name="connsiteY86189" fmla="*/ 510988 h 2398711"/>
              <a:gd name="connsiteX86190" fmla="*/ 845149 w 2119654"/>
              <a:gd name="connsiteY86190" fmla="*/ 433086 h 2398711"/>
              <a:gd name="connsiteX86191" fmla="*/ 848239 w 2119654"/>
              <a:gd name="connsiteY86191" fmla="*/ 436099 h 2398711"/>
              <a:gd name="connsiteX86192" fmla="*/ 848883 w 2119654"/>
              <a:gd name="connsiteY86192" fmla="*/ 434569 h 2398711"/>
              <a:gd name="connsiteX86193" fmla="*/ 898087 w 2119654"/>
              <a:gd name="connsiteY86193" fmla="*/ 314465 h 2398711"/>
              <a:gd name="connsiteX86194" fmla="*/ 898154 w 2119654"/>
              <a:gd name="connsiteY86194" fmla="*/ 314622 h 2398711"/>
              <a:gd name="connsiteX86195" fmla="*/ 898167 w 2119654"/>
              <a:gd name="connsiteY86195" fmla="*/ 314561 h 2398711"/>
              <a:gd name="connsiteX86196" fmla="*/ 830005 w 2119654"/>
              <a:gd name="connsiteY86196" fmla="*/ 466852 h 2398711"/>
              <a:gd name="connsiteX86197" fmla="*/ 829917 w 2119654"/>
              <a:gd name="connsiteY86197" fmla="*/ 467915 h 2398711"/>
              <a:gd name="connsiteX86198" fmla="*/ 832128 w 2119654"/>
              <a:gd name="connsiteY86198" fmla="*/ 469191 h 2398711"/>
              <a:gd name="connsiteX86199" fmla="*/ 830262 w 2119654"/>
              <a:gd name="connsiteY86199" fmla="*/ 467102 h 2398711"/>
              <a:gd name="connsiteX86200" fmla="*/ 882877 w 2119654"/>
              <a:gd name="connsiteY86200" fmla="*/ 348299 h 2398711"/>
              <a:gd name="connsiteX86201" fmla="*/ 880597 w 2119654"/>
              <a:gd name="connsiteY86201" fmla="*/ 355254 h 2398711"/>
              <a:gd name="connsiteX86202" fmla="*/ 880182 w 2119654"/>
              <a:gd name="connsiteY86202" fmla="*/ 356713 h 2398711"/>
              <a:gd name="connsiteX86203" fmla="*/ 883067 w 2119654"/>
              <a:gd name="connsiteY86203" fmla="*/ 358380 h 2398711"/>
              <a:gd name="connsiteX86204" fmla="*/ 883863 w 2119654"/>
              <a:gd name="connsiteY86204" fmla="*/ 349005 h 2398711"/>
              <a:gd name="connsiteX86205" fmla="*/ 332813 w 2119654"/>
              <a:gd name="connsiteY86205" fmla="*/ 1579783 h 2398711"/>
              <a:gd name="connsiteX86206" fmla="*/ 332873 w 2119654"/>
              <a:gd name="connsiteY86206" fmla="*/ 1579871 h 2398711"/>
              <a:gd name="connsiteX86207" fmla="*/ 335251 w 2119654"/>
              <a:gd name="connsiteY86207" fmla="*/ 1580376 h 2398711"/>
              <a:gd name="connsiteX86208" fmla="*/ 334189 w 2119654"/>
              <a:gd name="connsiteY86208" fmla="*/ 1579824 h 2398711"/>
              <a:gd name="connsiteX86209" fmla="*/ 883423 w 2119654"/>
              <a:gd name="connsiteY86209" fmla="*/ 346634 h 2398711"/>
              <a:gd name="connsiteX86210" fmla="*/ 883009 w 2119654"/>
              <a:gd name="connsiteY86210" fmla="*/ 347896 h 2398711"/>
              <a:gd name="connsiteX86211" fmla="*/ 883903 w 2119654"/>
              <a:gd name="connsiteY86211" fmla="*/ 348537 h 2398711"/>
              <a:gd name="connsiteX86212" fmla="*/ 883947 w 2119654"/>
              <a:gd name="connsiteY86212" fmla="*/ 348011 h 2398711"/>
              <a:gd name="connsiteX86213" fmla="*/ 808624 w 2119654"/>
              <a:gd name="connsiteY86213" fmla="*/ 513965 h 2398711"/>
              <a:gd name="connsiteX86214" fmla="*/ 808527 w 2119654"/>
              <a:gd name="connsiteY86214" fmla="*/ 514378 h 2398711"/>
              <a:gd name="connsiteX86215" fmla="*/ 808578 w 2119654"/>
              <a:gd name="connsiteY86215" fmla="*/ 514609 h 2398711"/>
              <a:gd name="connsiteX86216" fmla="*/ 808775 w 2119654"/>
              <a:gd name="connsiteY86216" fmla="*/ 514262 h 2398711"/>
              <a:gd name="connsiteX86217" fmla="*/ 828614 w 2119654"/>
              <a:gd name="connsiteY86217" fmla="*/ 469047 h 2398711"/>
              <a:gd name="connsiteX86218" fmla="*/ 828612 w 2119654"/>
              <a:gd name="connsiteY86218" fmla="*/ 469220 h 2398711"/>
              <a:gd name="connsiteX86219" fmla="*/ 829197 w 2119654"/>
              <a:gd name="connsiteY86219" fmla="*/ 469574 h 2398711"/>
              <a:gd name="connsiteX86220" fmla="*/ 829205 w 2119654"/>
              <a:gd name="connsiteY86220" fmla="*/ 469471 h 2398711"/>
              <a:gd name="connsiteX86221" fmla="*/ 856574 w 2119654"/>
              <a:gd name="connsiteY86221" fmla="*/ 406250 h 2398711"/>
              <a:gd name="connsiteX86222" fmla="*/ 856648 w 2119654"/>
              <a:gd name="connsiteY86222" fmla="*/ 408366 h 2398711"/>
              <a:gd name="connsiteX86223" fmla="*/ 856907 w 2119654"/>
              <a:gd name="connsiteY86223" fmla="*/ 407114 h 2398711"/>
              <a:gd name="connsiteX86224" fmla="*/ 884289 w 2119654"/>
              <a:gd name="connsiteY86224" fmla="*/ 343994 h 2398711"/>
              <a:gd name="connsiteX86225" fmla="*/ 883608 w 2119654"/>
              <a:gd name="connsiteY86225" fmla="*/ 346073 h 2398711"/>
              <a:gd name="connsiteX86226" fmla="*/ 884020 w 2119654"/>
              <a:gd name="connsiteY86226" fmla="*/ 347158 h 2398711"/>
              <a:gd name="connsiteX86227" fmla="*/ 309174 w 2119654"/>
              <a:gd name="connsiteY86227" fmla="*/ 1631689 h 2398711"/>
              <a:gd name="connsiteX86228" fmla="*/ 315431 w 2119654"/>
              <a:gd name="connsiteY86228" fmla="*/ 1636993 h 2398711"/>
              <a:gd name="connsiteX86229" fmla="*/ 318009 w 2119654"/>
              <a:gd name="connsiteY86229" fmla="*/ 1637003 h 2398711"/>
              <a:gd name="connsiteX86230" fmla="*/ 318945 w 2119654"/>
              <a:gd name="connsiteY86230" fmla="*/ 1635393 h 2398711"/>
              <a:gd name="connsiteX86231" fmla="*/ 312997 w 2119654"/>
              <a:gd name="connsiteY86231" fmla="*/ 1632921 h 2398711"/>
              <a:gd name="connsiteX86232" fmla="*/ 310973 w 2119654"/>
              <a:gd name="connsiteY86232" fmla="*/ 1632049 h 2398711"/>
              <a:gd name="connsiteX86233" fmla="*/ 851232 w 2119654"/>
              <a:gd name="connsiteY86233" fmla="*/ 417851 h 2398711"/>
              <a:gd name="connsiteX86234" fmla="*/ 851142 w 2119654"/>
              <a:gd name="connsiteY86234" fmla="*/ 419758 h 2398711"/>
              <a:gd name="connsiteX86235" fmla="*/ 851328 w 2119654"/>
              <a:gd name="connsiteY86235" fmla="*/ 419944 h 2398711"/>
              <a:gd name="connsiteX86236" fmla="*/ 851498 w 2119654"/>
              <a:gd name="connsiteY86236" fmla="*/ 418550 h 2398711"/>
              <a:gd name="connsiteX86237" fmla="*/ 839017 w 2119654"/>
              <a:gd name="connsiteY86237" fmla="*/ 445056 h 2398711"/>
              <a:gd name="connsiteX86238" fmla="*/ 839765 w 2119654"/>
              <a:gd name="connsiteY86238" fmla="*/ 446469 h 2398711"/>
              <a:gd name="connsiteX86239" fmla="*/ 842715 w 2119654"/>
              <a:gd name="connsiteY86239" fmla="*/ 448585 h 2398711"/>
              <a:gd name="connsiteX86240" fmla="*/ 842921 w 2119654"/>
              <a:gd name="connsiteY86240" fmla="*/ 448738 h 2398711"/>
              <a:gd name="connsiteX86241" fmla="*/ 843053 w 2119654"/>
              <a:gd name="connsiteY86241" fmla="*/ 448422 h 2398711"/>
              <a:gd name="connsiteX86242" fmla="*/ 317798 w 2119654"/>
              <a:gd name="connsiteY86242" fmla="*/ 1612131 h 2398711"/>
              <a:gd name="connsiteX86243" fmla="*/ 320760 w 2119654"/>
              <a:gd name="connsiteY86243" fmla="*/ 1613498 h 2398711"/>
              <a:gd name="connsiteX86244" fmla="*/ 322218 w 2119654"/>
              <a:gd name="connsiteY86244" fmla="*/ 1613768 h 2398711"/>
              <a:gd name="connsiteX86245" fmla="*/ 320394 w 2119654"/>
              <a:gd name="connsiteY86245" fmla="*/ 1612407 h 2398711"/>
              <a:gd name="connsiteX86246" fmla="*/ 878634 w 2119654"/>
              <a:gd name="connsiteY86246" fmla="*/ 356248 h 2398711"/>
              <a:gd name="connsiteX86247" fmla="*/ 879427 w 2119654"/>
              <a:gd name="connsiteY86247" fmla="*/ 357670 h 2398711"/>
              <a:gd name="connsiteX86248" fmla="*/ 879693 w 2119654"/>
              <a:gd name="connsiteY86248" fmla="*/ 356861 h 2398711"/>
              <a:gd name="connsiteX86249" fmla="*/ 809513 w 2119654"/>
              <a:gd name="connsiteY86249" fmla="*/ 510896 h 2398711"/>
              <a:gd name="connsiteX86250" fmla="*/ 809770 w 2119654"/>
              <a:gd name="connsiteY86250" fmla="*/ 511405 h 2398711"/>
              <a:gd name="connsiteX86251" fmla="*/ 809827 w 2119654"/>
              <a:gd name="connsiteY86251" fmla="*/ 511220 h 2398711"/>
              <a:gd name="connsiteX86252" fmla="*/ 808292 w 2119654"/>
              <a:gd name="connsiteY86252" fmla="*/ 513308 h 2398711"/>
              <a:gd name="connsiteX86253" fmla="*/ 808328 w 2119654"/>
              <a:gd name="connsiteY86253" fmla="*/ 513474 h 2398711"/>
              <a:gd name="connsiteX86254" fmla="*/ 808344 w 2119654"/>
              <a:gd name="connsiteY86254" fmla="*/ 513410 h 2398711"/>
              <a:gd name="connsiteX86255" fmla="*/ 818468 w 2119654"/>
              <a:gd name="connsiteY86255" fmla="*/ 490436 h 2398711"/>
              <a:gd name="connsiteX86256" fmla="*/ 818007 w 2119654"/>
              <a:gd name="connsiteY86256" fmla="*/ 492097 h 2398711"/>
              <a:gd name="connsiteX86257" fmla="*/ 819027 w 2119654"/>
              <a:gd name="connsiteY86257" fmla="*/ 493087 h 2398711"/>
              <a:gd name="connsiteX86258" fmla="*/ 820249 w 2119654"/>
              <a:gd name="connsiteY86258" fmla="*/ 494147 h 2398711"/>
              <a:gd name="connsiteX86259" fmla="*/ 820977 w 2119654"/>
              <a:gd name="connsiteY86259" fmla="*/ 492870 h 2398711"/>
              <a:gd name="connsiteX86260" fmla="*/ 900261 w 2119654"/>
              <a:gd name="connsiteY86260" fmla="*/ 307210 h 2398711"/>
              <a:gd name="connsiteX86261" fmla="*/ 899240 w 2119654"/>
              <a:gd name="connsiteY86261" fmla="*/ 312023 h 2398711"/>
              <a:gd name="connsiteX86262" fmla="*/ 900482 w 2119654"/>
              <a:gd name="connsiteY86262" fmla="*/ 313497 h 2398711"/>
              <a:gd name="connsiteX86263" fmla="*/ 901719 w 2119654"/>
              <a:gd name="connsiteY86263" fmla="*/ 308708 h 2398711"/>
              <a:gd name="connsiteX86264" fmla="*/ 828634 w 2119654"/>
              <a:gd name="connsiteY86264" fmla="*/ 467360 h 2398711"/>
              <a:gd name="connsiteX86265" fmla="*/ 828618 w 2119654"/>
              <a:gd name="connsiteY86265" fmla="*/ 468717 h 2398711"/>
              <a:gd name="connsiteX86266" fmla="*/ 829233 w 2119654"/>
              <a:gd name="connsiteY86266" fmla="*/ 469137 h 2398711"/>
              <a:gd name="connsiteX86267" fmla="*/ 829345 w 2119654"/>
              <a:gd name="connsiteY86267" fmla="*/ 467772 h 2398711"/>
              <a:gd name="connsiteX86268" fmla="*/ 809675 w 2119654"/>
              <a:gd name="connsiteY86268" fmla="*/ 509533 h 2398711"/>
              <a:gd name="connsiteX86269" fmla="*/ 809473 w 2119654"/>
              <a:gd name="connsiteY86269" fmla="*/ 510385 h 2398711"/>
              <a:gd name="connsiteX86270" fmla="*/ 809939 w 2119654"/>
              <a:gd name="connsiteY86270" fmla="*/ 510854 h 2398711"/>
              <a:gd name="connsiteX86271" fmla="*/ 810232 w 2119654"/>
              <a:gd name="connsiteY86271" fmla="*/ 509897 h 2398711"/>
              <a:gd name="connsiteX86272" fmla="*/ 348749 w 2119654"/>
              <a:gd name="connsiteY86272" fmla="*/ 1541446 h 2398711"/>
              <a:gd name="connsiteX86273" fmla="*/ 349585 w 2119654"/>
              <a:gd name="connsiteY86273" fmla="*/ 1542597 h 2398711"/>
              <a:gd name="connsiteX86274" fmla="*/ 350207 w 2119654"/>
              <a:gd name="connsiteY86274" fmla="*/ 1543018 h 2398711"/>
              <a:gd name="connsiteX86275" fmla="*/ 350585 w 2119654"/>
              <a:gd name="connsiteY86275" fmla="*/ 1543080 h 2398711"/>
              <a:gd name="connsiteX86276" fmla="*/ 324735 w 2119654"/>
              <a:gd name="connsiteY86276" fmla="*/ 1595079 h 2398711"/>
              <a:gd name="connsiteX86277" fmla="*/ 326390 w 2119654"/>
              <a:gd name="connsiteY86277" fmla="*/ 1597164 h 2398711"/>
              <a:gd name="connsiteX86278" fmla="*/ 329552 w 2119654"/>
              <a:gd name="connsiteY86278" fmla="*/ 1598076 h 2398711"/>
              <a:gd name="connsiteX86279" fmla="*/ 332604 w 2119654"/>
              <a:gd name="connsiteY86279" fmla="*/ 1598571 h 2398711"/>
              <a:gd name="connsiteX86280" fmla="*/ 331019 w 2119654"/>
              <a:gd name="connsiteY86280" fmla="*/ 1596235 h 2398711"/>
              <a:gd name="connsiteX86281" fmla="*/ 863602 w 2119654"/>
              <a:gd name="connsiteY86281" fmla="*/ 388066 h 2398711"/>
              <a:gd name="connsiteX86282" fmla="*/ 862461 w 2119654"/>
              <a:gd name="connsiteY86282" fmla="*/ 393589 h 2398711"/>
              <a:gd name="connsiteX86283" fmla="*/ 867179 w 2119654"/>
              <a:gd name="connsiteY86283" fmla="*/ 399009 h 2398711"/>
              <a:gd name="connsiteX86284" fmla="*/ 869346 w 2119654"/>
              <a:gd name="connsiteY86284" fmla="*/ 391385 h 2398711"/>
              <a:gd name="connsiteX86285" fmla="*/ 826318 w 2119654"/>
              <a:gd name="connsiteY86285" fmla="*/ 470941 h 2398711"/>
              <a:gd name="connsiteX86286" fmla="*/ 826895 w 2119654"/>
              <a:gd name="connsiteY86286" fmla="*/ 471978 h 2398711"/>
              <a:gd name="connsiteX86287" fmla="*/ 826946 w 2119654"/>
              <a:gd name="connsiteY86287" fmla="*/ 471371 h 2398711"/>
              <a:gd name="connsiteX86288" fmla="*/ 316668 w 2119654"/>
              <a:gd name="connsiteY86288" fmla="*/ 1612137 h 2398711"/>
              <a:gd name="connsiteX86289" fmla="*/ 317275 w 2119654"/>
              <a:gd name="connsiteY86289" fmla="*/ 1612771 h 2398711"/>
              <a:gd name="connsiteX86290" fmla="*/ 317927 w 2119654"/>
              <a:gd name="connsiteY86290" fmla="*/ 1612974 h 2398711"/>
              <a:gd name="connsiteX86291" fmla="*/ 318728 w 2119654"/>
              <a:gd name="connsiteY86291" fmla="*/ 1613122 h 2398711"/>
              <a:gd name="connsiteX86292" fmla="*/ 828655 w 2119654"/>
              <a:gd name="connsiteY86292" fmla="*/ 465546 h 2398711"/>
              <a:gd name="connsiteX86293" fmla="*/ 828636 w 2119654"/>
              <a:gd name="connsiteY86293" fmla="*/ 467175 h 2398711"/>
              <a:gd name="connsiteX86294" fmla="*/ 829360 w 2119654"/>
              <a:gd name="connsiteY86294" fmla="*/ 467594 h 2398711"/>
              <a:gd name="connsiteX86295" fmla="*/ 829464 w 2119654"/>
              <a:gd name="connsiteY86295" fmla="*/ 466330 h 2398711"/>
              <a:gd name="connsiteX86296" fmla="*/ 826645 w 2119654"/>
              <a:gd name="connsiteY86296" fmla="*/ 469925 h 2398711"/>
              <a:gd name="connsiteX86297" fmla="*/ 827022 w 2119654"/>
              <a:gd name="connsiteY86297" fmla="*/ 470469 h 2398711"/>
              <a:gd name="connsiteX86298" fmla="*/ 827040 w 2119654"/>
              <a:gd name="connsiteY86298" fmla="*/ 470257 h 2398711"/>
              <a:gd name="connsiteX86299" fmla="*/ 308172 w 2119654"/>
              <a:gd name="connsiteY86299" fmla="*/ 1630840 h 2398711"/>
              <a:gd name="connsiteX86300" fmla="*/ 308928 w 2119654"/>
              <a:gd name="connsiteY86300" fmla="*/ 1631481 h 2398711"/>
              <a:gd name="connsiteX86301" fmla="*/ 310212 w 2119654"/>
              <a:gd name="connsiteY86301" fmla="*/ 1631720 h 2398711"/>
              <a:gd name="connsiteX86302" fmla="*/ 856896 w 2119654"/>
              <a:gd name="connsiteY86302" fmla="*/ 401989 h 2398711"/>
              <a:gd name="connsiteX86303" fmla="*/ 856787 w 2119654"/>
              <a:gd name="connsiteY86303" fmla="*/ 403274 h 2398711"/>
              <a:gd name="connsiteX86304" fmla="*/ 857381 w 2119654"/>
              <a:gd name="connsiteY86304" fmla="*/ 404818 h 2398711"/>
              <a:gd name="connsiteX86305" fmla="*/ 857813 w 2119654"/>
              <a:gd name="connsiteY86305" fmla="*/ 402732 h 2398711"/>
              <a:gd name="connsiteX86306" fmla="*/ 348456 w 2119654"/>
              <a:gd name="connsiteY86306" fmla="*/ 1540276 h 2398711"/>
              <a:gd name="connsiteX86307" fmla="*/ 351833 w 2119654"/>
              <a:gd name="connsiteY86307" fmla="*/ 1543283 h 2398711"/>
              <a:gd name="connsiteX86308" fmla="*/ 355921 w 2119654"/>
              <a:gd name="connsiteY86308" fmla="*/ 1543945 h 2398711"/>
              <a:gd name="connsiteX86309" fmla="*/ 355511 w 2119654"/>
              <a:gd name="connsiteY86309" fmla="*/ 1543720 h 2398711"/>
              <a:gd name="connsiteX86310" fmla="*/ 316451 w 2119654"/>
              <a:gd name="connsiteY86310" fmla="*/ 1611510 h 2398711"/>
              <a:gd name="connsiteX86311" fmla="*/ 317091 w 2119654"/>
              <a:gd name="connsiteY86311" fmla="*/ 1611806 h 2398711"/>
              <a:gd name="connsiteX86312" fmla="*/ 320003 w 2119654"/>
              <a:gd name="connsiteY86312" fmla="*/ 1612114 h 2398711"/>
              <a:gd name="connsiteX86313" fmla="*/ 319796 w 2119654"/>
              <a:gd name="connsiteY86313" fmla="*/ 1611960 h 2398711"/>
              <a:gd name="connsiteX86314" fmla="*/ 820800 w 2119654"/>
              <a:gd name="connsiteY86314" fmla="*/ 482026 h 2398711"/>
              <a:gd name="connsiteX86315" fmla="*/ 819269 w 2119654"/>
              <a:gd name="connsiteY86315" fmla="*/ 487549 h 2398711"/>
              <a:gd name="connsiteX86316" fmla="*/ 821019 w 2119654"/>
              <a:gd name="connsiteY86316" fmla="*/ 488882 h 2398711"/>
              <a:gd name="connsiteX86317" fmla="*/ 822779 w 2119654"/>
              <a:gd name="connsiteY86317" fmla="*/ 489712 h 2398711"/>
              <a:gd name="connsiteX86318" fmla="*/ 824273 w 2119654"/>
              <a:gd name="connsiteY86318" fmla="*/ 487091 h 2398711"/>
              <a:gd name="connsiteX86319" fmla="*/ 852809 w 2119654"/>
              <a:gd name="connsiteY86319" fmla="*/ 410313 h 2398711"/>
              <a:gd name="connsiteX86320" fmla="*/ 852647 w 2119654"/>
              <a:gd name="connsiteY86320" fmla="*/ 411631 h 2398711"/>
              <a:gd name="connsiteX86321" fmla="*/ 853872 w 2119654"/>
              <a:gd name="connsiteY86321" fmla="*/ 413745 h 2398711"/>
              <a:gd name="connsiteX86322" fmla="*/ 854036 w 2119654"/>
              <a:gd name="connsiteY86322" fmla="*/ 411813 h 2398711"/>
              <a:gd name="connsiteX86323" fmla="*/ 828670 w 2119654"/>
              <a:gd name="connsiteY86323" fmla="*/ 464208 h 2398711"/>
              <a:gd name="connsiteX86324" fmla="*/ 828671 w 2119654"/>
              <a:gd name="connsiteY86324" fmla="*/ 464245 h 2398711"/>
              <a:gd name="connsiteX86325" fmla="*/ 828921 w 2119654"/>
              <a:gd name="connsiteY86325" fmla="*/ 464487 h 2398711"/>
              <a:gd name="connsiteX86326" fmla="*/ 826315 w 2119654"/>
              <a:gd name="connsiteY86326" fmla="*/ 469449 h 2398711"/>
              <a:gd name="connsiteX86327" fmla="*/ 826332 w 2119654"/>
              <a:gd name="connsiteY86327" fmla="*/ 469474 h 2398711"/>
              <a:gd name="connsiteX86328" fmla="*/ 827055 w 2119654"/>
              <a:gd name="connsiteY86328" fmla="*/ 470081 h 2398711"/>
              <a:gd name="connsiteX86329" fmla="*/ 827068 w 2119654"/>
              <a:gd name="connsiteY86329" fmla="*/ 469938 h 2398711"/>
              <a:gd name="connsiteX86330" fmla="*/ 890219 w 2119654"/>
              <a:gd name="connsiteY86330" fmla="*/ 325907 h 2398711"/>
              <a:gd name="connsiteX86331" fmla="*/ 889653 w 2119654"/>
              <a:gd name="connsiteY86331" fmla="*/ 327637 h 2398711"/>
              <a:gd name="connsiteX86332" fmla="*/ 893365 w 2119654"/>
              <a:gd name="connsiteY86332" fmla="*/ 333150 h 2398711"/>
              <a:gd name="connsiteX86333" fmla="*/ 889630 w 2119654"/>
              <a:gd name="connsiteY86333" fmla="*/ 327705 h 2398711"/>
              <a:gd name="connsiteX86334" fmla="*/ 887951 w 2119654"/>
              <a:gd name="connsiteY86334" fmla="*/ 332826 h 2398711"/>
              <a:gd name="connsiteX86335" fmla="*/ 886460 w 2119654"/>
              <a:gd name="connsiteY86335" fmla="*/ 350370 h 2398711"/>
              <a:gd name="connsiteX86336" fmla="*/ 890028 w 2119654"/>
              <a:gd name="connsiteY86336" fmla="*/ 352928 h 2398711"/>
              <a:gd name="connsiteX86337" fmla="*/ 894018 w 2119654"/>
              <a:gd name="connsiteY86337" fmla="*/ 334119 h 2398711"/>
              <a:gd name="connsiteX86338" fmla="*/ 893365 w 2119654"/>
              <a:gd name="connsiteY86338" fmla="*/ 333150 h 2398711"/>
              <a:gd name="connsiteX86339" fmla="*/ 894021 w 2119654"/>
              <a:gd name="connsiteY86339" fmla="*/ 334106 h 2398711"/>
              <a:gd name="connsiteX86340" fmla="*/ 894747 w 2119654"/>
              <a:gd name="connsiteY86340" fmla="*/ 330684 h 2398711"/>
              <a:gd name="connsiteX86341" fmla="*/ 864587 w 2119654"/>
              <a:gd name="connsiteY86341" fmla="*/ 383301 h 2398711"/>
              <a:gd name="connsiteX86342" fmla="*/ 863661 w 2119654"/>
              <a:gd name="connsiteY86342" fmla="*/ 387781 h 2398711"/>
              <a:gd name="connsiteX86343" fmla="*/ 869424 w 2119654"/>
              <a:gd name="connsiteY86343" fmla="*/ 391109 h 2398711"/>
              <a:gd name="connsiteX86344" fmla="*/ 869868 w 2119654"/>
              <a:gd name="connsiteY86344" fmla="*/ 389546 h 2398711"/>
              <a:gd name="connsiteX86345" fmla="*/ 867787 w 2119654"/>
              <a:gd name="connsiteY86345" fmla="*/ 387045 h 2398711"/>
              <a:gd name="connsiteX86346" fmla="*/ 353183 w 2119654"/>
              <a:gd name="connsiteY86346" fmla="*/ 1528342 h 2398711"/>
              <a:gd name="connsiteX86347" fmla="*/ 353869 w 2119654"/>
              <a:gd name="connsiteY86347" fmla="*/ 1529339 h 2398711"/>
              <a:gd name="connsiteX86348" fmla="*/ 355509 w 2119654"/>
              <a:gd name="connsiteY86348" fmla="*/ 1529928 h 2398711"/>
              <a:gd name="connsiteX86349" fmla="*/ 355338 w 2119654"/>
              <a:gd name="connsiteY86349" fmla="*/ 1529545 h 2398711"/>
              <a:gd name="connsiteX86350" fmla="*/ 354071 w 2119654"/>
              <a:gd name="connsiteY86350" fmla="*/ 1528802 h 2398711"/>
              <a:gd name="connsiteX86351" fmla="*/ 353732 w 2119654"/>
              <a:gd name="connsiteY86351" fmla="*/ 1526970 h 2398711"/>
              <a:gd name="connsiteX86352" fmla="*/ 354070 w 2119654"/>
              <a:gd name="connsiteY86352" fmla="*/ 1527160 h 2398711"/>
              <a:gd name="connsiteX86353" fmla="*/ 353961 w 2119654"/>
              <a:gd name="connsiteY86353" fmla="*/ 1527021 h 2398711"/>
              <a:gd name="connsiteX86354" fmla="*/ 876965 w 2119654"/>
              <a:gd name="connsiteY86354" fmla="*/ 355285 h 2398711"/>
              <a:gd name="connsiteX86355" fmla="*/ 878100 w 2119654"/>
              <a:gd name="connsiteY86355" fmla="*/ 356437 h 2398711"/>
              <a:gd name="connsiteX86356" fmla="*/ 877691 w 2119654"/>
              <a:gd name="connsiteY86356" fmla="*/ 355704 h 2398711"/>
              <a:gd name="connsiteX86357" fmla="*/ 808404 w 2119654"/>
              <a:gd name="connsiteY86357" fmla="*/ 508705 h 2398711"/>
              <a:gd name="connsiteX86358" fmla="*/ 809024 w 2119654"/>
              <a:gd name="connsiteY86358" fmla="*/ 509931 h 2398711"/>
              <a:gd name="connsiteX86359" fmla="*/ 809140 w 2119654"/>
              <a:gd name="connsiteY86359" fmla="*/ 510048 h 2398711"/>
              <a:gd name="connsiteX86360" fmla="*/ 809317 w 2119654"/>
              <a:gd name="connsiteY86360" fmla="*/ 509300 h 2398711"/>
              <a:gd name="connsiteX86361" fmla="*/ 837785 w 2119654"/>
              <a:gd name="connsiteY86361" fmla="*/ 442727 h 2398711"/>
              <a:gd name="connsiteX86362" fmla="*/ 838631 w 2119654"/>
              <a:gd name="connsiteY86362" fmla="*/ 444326 h 2398711"/>
              <a:gd name="connsiteX86363" fmla="*/ 843213 w 2119654"/>
              <a:gd name="connsiteY86363" fmla="*/ 448043 h 2398711"/>
              <a:gd name="connsiteX86364" fmla="*/ 843518 w 2119654"/>
              <a:gd name="connsiteY86364" fmla="*/ 447320 h 2398711"/>
              <a:gd name="connsiteX86365" fmla="*/ 841976 w 2119654"/>
              <a:gd name="connsiteY86365" fmla="*/ 444598 h 2398711"/>
              <a:gd name="connsiteX86366" fmla="*/ 853031 w 2119654"/>
              <a:gd name="connsiteY86366" fmla="*/ 408498 h 2398711"/>
              <a:gd name="connsiteX86367" fmla="*/ 852900 w 2119654"/>
              <a:gd name="connsiteY86367" fmla="*/ 409570 h 2398711"/>
              <a:gd name="connsiteX86368" fmla="*/ 854106 w 2119654"/>
              <a:gd name="connsiteY86368" fmla="*/ 411003 h 2398711"/>
              <a:gd name="connsiteX86369" fmla="*/ 854278 w 2119654"/>
              <a:gd name="connsiteY86369" fmla="*/ 408973 h 2398711"/>
              <a:gd name="connsiteX86370" fmla="*/ 323687 w 2119654"/>
              <a:gd name="connsiteY86370" fmla="*/ 1593758 h 2398711"/>
              <a:gd name="connsiteX86371" fmla="*/ 324396 w 2119654"/>
              <a:gd name="connsiteY86371" fmla="*/ 1594651 h 2398711"/>
              <a:gd name="connsiteX86372" fmla="*/ 330736 w 2119654"/>
              <a:gd name="connsiteY86372" fmla="*/ 1595818 h 2398711"/>
              <a:gd name="connsiteX86373" fmla="*/ 330675 w 2119654"/>
              <a:gd name="connsiteY86373" fmla="*/ 1595729 h 2398711"/>
              <a:gd name="connsiteX86374" fmla="*/ 327873 w 2119654"/>
              <a:gd name="connsiteY86374" fmla="*/ 1595011 h 2398711"/>
              <a:gd name="connsiteX86375" fmla="*/ 816952 w 2119654"/>
              <a:gd name="connsiteY86375" fmla="*/ 489032 h 2398711"/>
              <a:gd name="connsiteX86376" fmla="*/ 816794 w 2119654"/>
              <a:gd name="connsiteY86376" fmla="*/ 489576 h 2398711"/>
              <a:gd name="connsiteX86377" fmla="*/ 816778 w 2119654"/>
              <a:gd name="connsiteY86377" fmla="*/ 490904 h 2398711"/>
              <a:gd name="connsiteX86378" fmla="*/ 817652 w 2119654"/>
              <a:gd name="connsiteY86378" fmla="*/ 491752 h 2398711"/>
              <a:gd name="connsiteX86379" fmla="*/ 818112 w 2119654"/>
              <a:gd name="connsiteY86379" fmla="*/ 490090 h 2398711"/>
              <a:gd name="connsiteX86380" fmla="*/ 817161 w 2119654"/>
              <a:gd name="connsiteY86380" fmla="*/ 489168 h 2398711"/>
              <a:gd name="connsiteX86381" fmla="*/ 309534 w 2119654"/>
              <a:gd name="connsiteY86381" fmla="*/ 1625180 h 2398711"/>
              <a:gd name="connsiteX86382" fmla="*/ 316181 w 2119654"/>
              <a:gd name="connsiteY86382" fmla="*/ 1630378 h 2398711"/>
              <a:gd name="connsiteX86383" fmla="*/ 319455 w 2119654"/>
              <a:gd name="connsiteY86383" fmla="*/ 1631463 h 2398711"/>
              <a:gd name="connsiteX86384" fmla="*/ 311337 w 2119654"/>
              <a:gd name="connsiteY86384" fmla="*/ 1625863 h 2398711"/>
              <a:gd name="connsiteX86385" fmla="*/ 905347 w 2119654"/>
              <a:gd name="connsiteY86385" fmla="*/ 290479 h 2398711"/>
              <a:gd name="connsiteX86386" fmla="*/ 915953 w 2119654"/>
              <a:gd name="connsiteY86386" fmla="*/ 302724 h 2398711"/>
              <a:gd name="connsiteX86387" fmla="*/ 909891 w 2119654"/>
              <a:gd name="connsiteY86387" fmla="*/ 281813 h 2398711"/>
              <a:gd name="connsiteX86388" fmla="*/ 907055 w 2119654"/>
              <a:gd name="connsiteY86388" fmla="*/ 287155 h 2398711"/>
              <a:gd name="connsiteX86389" fmla="*/ 808818 w 2119654"/>
              <a:gd name="connsiteY86389" fmla="*/ 506604 h 2398711"/>
              <a:gd name="connsiteX86390" fmla="*/ 808726 w 2119654"/>
              <a:gd name="connsiteY86390" fmla="*/ 506977 h 2398711"/>
              <a:gd name="connsiteX86391" fmla="*/ 809361 w 2119654"/>
              <a:gd name="connsiteY86391" fmla="*/ 507391 h 2398711"/>
              <a:gd name="connsiteX86392" fmla="*/ 809176 w 2119654"/>
              <a:gd name="connsiteY86392" fmla="*/ 506872 h 2398711"/>
              <a:gd name="connsiteX86393" fmla="*/ 892308 w 2119654"/>
              <a:gd name="connsiteY86393" fmla="*/ 319539 h 2398711"/>
              <a:gd name="connsiteX86394" fmla="*/ 890483 w 2119654"/>
              <a:gd name="connsiteY86394" fmla="*/ 325103 h 2398711"/>
              <a:gd name="connsiteX86395" fmla="*/ 894934 w 2119654"/>
              <a:gd name="connsiteY86395" fmla="*/ 329800 h 2398711"/>
              <a:gd name="connsiteX86396" fmla="*/ 895613 w 2119654"/>
              <a:gd name="connsiteY86396" fmla="*/ 326601 h 2398711"/>
              <a:gd name="connsiteX86397" fmla="*/ 808925 w 2119654"/>
              <a:gd name="connsiteY86397" fmla="*/ 506169 h 2398711"/>
              <a:gd name="connsiteX86398" fmla="*/ 808895 w 2119654"/>
              <a:gd name="connsiteY86398" fmla="*/ 506290 h 2398711"/>
              <a:gd name="connsiteX86399" fmla="*/ 808995 w 2119654"/>
              <a:gd name="connsiteY86399" fmla="*/ 506365 h 2398711"/>
              <a:gd name="connsiteX86400" fmla="*/ 822609 w 2119654"/>
              <a:gd name="connsiteY86400" fmla="*/ 475501 h 2398711"/>
              <a:gd name="connsiteX86401" fmla="*/ 821322 w 2119654"/>
              <a:gd name="connsiteY86401" fmla="*/ 480144 h 2398711"/>
              <a:gd name="connsiteX86402" fmla="*/ 824212 w 2119654"/>
              <a:gd name="connsiteY86402" fmla="*/ 484358 h 2398711"/>
              <a:gd name="connsiteX86403" fmla="*/ 825253 w 2119654"/>
              <a:gd name="connsiteY86403" fmla="*/ 485373 h 2398711"/>
              <a:gd name="connsiteX86404" fmla="*/ 826429 w 2119654"/>
              <a:gd name="connsiteY86404" fmla="*/ 483313 h 2398711"/>
              <a:gd name="connsiteX86405" fmla="*/ 826437 w 2119654"/>
              <a:gd name="connsiteY86405" fmla="*/ 482619 h 2398711"/>
              <a:gd name="connsiteX86406" fmla="*/ 892542 w 2119654"/>
              <a:gd name="connsiteY86406" fmla="*/ 318824 h 2398711"/>
              <a:gd name="connsiteX86407" fmla="*/ 892469 w 2119654"/>
              <a:gd name="connsiteY86407" fmla="*/ 319044 h 2398711"/>
              <a:gd name="connsiteX86408" fmla="*/ 895736 w 2119654"/>
              <a:gd name="connsiteY86408" fmla="*/ 326021 h 2398711"/>
              <a:gd name="connsiteX86409" fmla="*/ 896324 w 2119654"/>
              <a:gd name="connsiteY86409" fmla="*/ 323250 h 2398711"/>
              <a:gd name="connsiteX86410" fmla="*/ 865339 w 2119654"/>
              <a:gd name="connsiteY86410" fmla="*/ 379660 h 2398711"/>
              <a:gd name="connsiteX86411" fmla="*/ 864628 w 2119654"/>
              <a:gd name="connsiteY86411" fmla="*/ 383100 h 2398711"/>
              <a:gd name="connsiteX86412" fmla="*/ 869935 w 2119654"/>
              <a:gd name="connsiteY86412" fmla="*/ 389309 h 2398711"/>
              <a:gd name="connsiteX86413" fmla="*/ 871228 w 2119654"/>
              <a:gd name="connsiteY86413" fmla="*/ 384763 h 2398711"/>
              <a:gd name="connsiteX86414" fmla="*/ 834826 w 2119654"/>
              <a:gd name="connsiteY86414" fmla="*/ 447826 h 2398711"/>
              <a:gd name="connsiteX86415" fmla="*/ 839116 w 2119654"/>
              <a:gd name="connsiteY86415" fmla="*/ 454085 h 2398711"/>
              <a:gd name="connsiteX86416" fmla="*/ 838927 w 2119654"/>
              <a:gd name="connsiteY86416" fmla="*/ 453592 h 2398711"/>
              <a:gd name="connsiteX86417" fmla="*/ 836535 w 2119654"/>
              <a:gd name="connsiteY86417" fmla="*/ 449065 h 2398711"/>
              <a:gd name="connsiteX86418" fmla="*/ 795088 w 2119654"/>
              <a:gd name="connsiteY86418" fmla="*/ 536651 h 2398711"/>
              <a:gd name="connsiteX86419" fmla="*/ 794921 w 2119654"/>
              <a:gd name="connsiteY86419" fmla="*/ 538552 h 2398711"/>
              <a:gd name="connsiteX86420" fmla="*/ 795217 w 2119654"/>
              <a:gd name="connsiteY86420" fmla="*/ 538033 h 2398711"/>
              <a:gd name="connsiteX86421" fmla="*/ 795274 w 2119654"/>
              <a:gd name="connsiteY86421" fmla="*/ 537839 h 2398711"/>
              <a:gd name="connsiteX86422" fmla="*/ 902729 w 2119654"/>
              <a:gd name="connsiteY86422" fmla="*/ 295575 h 2398711"/>
              <a:gd name="connsiteX86423" fmla="*/ 900324 w 2119654"/>
              <a:gd name="connsiteY86423" fmla="*/ 306915 h 2398711"/>
              <a:gd name="connsiteX86424" fmla="*/ 901792 w 2119654"/>
              <a:gd name="connsiteY86424" fmla="*/ 308423 h 2398711"/>
              <a:gd name="connsiteX86425" fmla="*/ 903279 w 2119654"/>
              <a:gd name="connsiteY86425" fmla="*/ 302664 h 2398711"/>
              <a:gd name="connsiteX86426" fmla="*/ 903447 w 2119654"/>
              <a:gd name="connsiteY86426" fmla="*/ 302535 h 2398711"/>
              <a:gd name="connsiteX86427" fmla="*/ 901898 w 2119654"/>
              <a:gd name="connsiteY86427" fmla="*/ 308534 h 2398711"/>
              <a:gd name="connsiteX86428" fmla="*/ 913390 w 2119654"/>
              <a:gd name="connsiteY86428" fmla="*/ 320337 h 2398711"/>
              <a:gd name="connsiteX86429" fmla="*/ 917815 w 2119654"/>
              <a:gd name="connsiteY86429" fmla="*/ 309143 h 2398711"/>
              <a:gd name="connsiteX86430" fmla="*/ 916154 w 2119654"/>
              <a:gd name="connsiteY86430" fmla="*/ 303415 h 2398711"/>
              <a:gd name="connsiteX86431" fmla="*/ 905199 w 2119654"/>
              <a:gd name="connsiteY86431" fmla="*/ 290768 h 2398711"/>
              <a:gd name="connsiteX86432" fmla="*/ 857299 w 2119654"/>
              <a:gd name="connsiteY86432" fmla="*/ 397248 h 2398711"/>
              <a:gd name="connsiteX86433" fmla="*/ 856934 w 2119654"/>
              <a:gd name="connsiteY86433" fmla="*/ 401542 h 2398711"/>
              <a:gd name="connsiteX86434" fmla="*/ 857896 w 2119654"/>
              <a:gd name="connsiteY86434" fmla="*/ 402323 h 2398711"/>
              <a:gd name="connsiteX86435" fmla="*/ 858651 w 2119654"/>
              <a:gd name="connsiteY86435" fmla="*/ 398675 h 2398711"/>
              <a:gd name="connsiteX86436" fmla="*/ 353255 w 2119654"/>
              <a:gd name="connsiteY86436" fmla="*/ 1525300 h 2398711"/>
              <a:gd name="connsiteX86437" fmla="*/ 353466 w 2119654"/>
              <a:gd name="connsiteY86437" fmla="*/ 1525568 h 2398711"/>
              <a:gd name="connsiteX86438" fmla="*/ 353564 w 2119654"/>
              <a:gd name="connsiteY86438" fmla="*/ 1525590 h 2398711"/>
              <a:gd name="connsiteX86439" fmla="*/ 353480 w 2119654"/>
              <a:gd name="connsiteY86439" fmla="*/ 1525401 h 2398711"/>
              <a:gd name="connsiteX86440" fmla="*/ 892155 w 2119654"/>
              <a:gd name="connsiteY86440" fmla="*/ 318372 h 2398711"/>
              <a:gd name="connsiteX86441" fmla="*/ 892247 w 2119654"/>
              <a:gd name="connsiteY86441" fmla="*/ 318569 h 2398711"/>
              <a:gd name="connsiteX86442" fmla="*/ 892268 w 2119654"/>
              <a:gd name="connsiteY86442" fmla="*/ 318504 h 2398711"/>
              <a:gd name="connsiteX86443" fmla="*/ 297459 w 2119654"/>
              <a:gd name="connsiteY86443" fmla="*/ 1649999 h 2398711"/>
              <a:gd name="connsiteX86444" fmla="*/ 302520 w 2119654"/>
              <a:gd name="connsiteY86444" fmla="*/ 1654422 h 2398711"/>
              <a:gd name="connsiteX86445" fmla="*/ 321729 w 2119654"/>
              <a:gd name="connsiteY86445" fmla="*/ 1660956 h 2398711"/>
              <a:gd name="connsiteX86446" fmla="*/ 825022 w 2119654"/>
              <a:gd name="connsiteY86446" fmla="*/ 468611 h 2398711"/>
              <a:gd name="connsiteX86447" fmla="*/ 826210 w 2119654"/>
              <a:gd name="connsiteY86447" fmla="*/ 470749 h 2398711"/>
              <a:gd name="connsiteX86448" fmla="*/ 826955 w 2119654"/>
              <a:gd name="connsiteY86448" fmla="*/ 471258 h 2398711"/>
              <a:gd name="connsiteX86449" fmla="*/ 826961 w 2119654"/>
              <a:gd name="connsiteY86449" fmla="*/ 471184 h 2398711"/>
              <a:gd name="connsiteX86450" fmla="*/ 826037 w 2119654"/>
              <a:gd name="connsiteY86450" fmla="*/ 469730 h 2398711"/>
              <a:gd name="connsiteX86451" fmla="*/ 825516 w 2119654"/>
              <a:gd name="connsiteY86451" fmla="*/ 468980 h 2398711"/>
              <a:gd name="connsiteX86452" fmla="*/ 825264 w 2119654"/>
              <a:gd name="connsiteY86452" fmla="*/ 468768 h 2398711"/>
              <a:gd name="connsiteX86453" fmla="*/ 282352 w 2119654"/>
              <a:gd name="connsiteY86453" fmla="*/ 1683735 h 2398711"/>
              <a:gd name="connsiteX86454" fmla="*/ 283762 w 2119654"/>
              <a:gd name="connsiteY86454" fmla="*/ 1684834 h 2398711"/>
              <a:gd name="connsiteX86455" fmla="*/ 293190 w 2119654"/>
              <a:gd name="connsiteY86455" fmla="*/ 1689394 h 2398711"/>
              <a:gd name="connsiteX86456" fmla="*/ 303364 w 2119654"/>
              <a:gd name="connsiteY86456" fmla="*/ 1693705 h 2398711"/>
              <a:gd name="connsiteX86457" fmla="*/ 293305 w 2119654"/>
              <a:gd name="connsiteY86457" fmla="*/ 1685953 h 2398711"/>
              <a:gd name="connsiteX86458" fmla="*/ 287798 w 2119654"/>
              <a:gd name="connsiteY86458" fmla="*/ 1685466 h 2398711"/>
              <a:gd name="connsiteX86459" fmla="*/ 287684 w 2119654"/>
              <a:gd name="connsiteY86459" fmla="*/ 1685358 h 2398711"/>
              <a:gd name="connsiteX86460" fmla="*/ 293161 w 2119654"/>
              <a:gd name="connsiteY86460" fmla="*/ 1685843 h 2398711"/>
              <a:gd name="connsiteX86461" fmla="*/ 291687 w 2119654"/>
              <a:gd name="connsiteY86461" fmla="*/ 1684707 h 2398711"/>
              <a:gd name="connsiteX86462" fmla="*/ 851657 w 2119654"/>
              <a:gd name="connsiteY86462" fmla="*/ 408907 h 2398711"/>
              <a:gd name="connsiteX86463" fmla="*/ 851612 w 2119654"/>
              <a:gd name="connsiteY86463" fmla="*/ 409847 h 2398711"/>
              <a:gd name="connsiteX86464" fmla="*/ 852401 w 2119654"/>
              <a:gd name="connsiteY86464" fmla="*/ 411207 h 2398711"/>
              <a:gd name="connsiteX86465" fmla="*/ 852550 w 2119654"/>
              <a:gd name="connsiteY86465" fmla="*/ 409997 h 2398711"/>
              <a:gd name="connsiteX86466" fmla="*/ 823876 w 2119654"/>
              <a:gd name="connsiteY86466" fmla="*/ 470934 h 2398711"/>
              <a:gd name="connsiteX86467" fmla="*/ 822763 w 2119654"/>
              <a:gd name="connsiteY86467" fmla="*/ 474945 h 2398711"/>
              <a:gd name="connsiteX86468" fmla="*/ 826447 w 2119654"/>
              <a:gd name="connsiteY86468" fmla="*/ 481793 h 2398711"/>
              <a:gd name="connsiteX86469" fmla="*/ 826498 w 2119654"/>
              <a:gd name="connsiteY86469" fmla="*/ 477489 h 2398711"/>
              <a:gd name="connsiteX86470" fmla="*/ 825255 w 2119654"/>
              <a:gd name="connsiteY86470" fmla="*/ 475901 h 2398711"/>
              <a:gd name="connsiteX86471" fmla="*/ 825739 w 2119654"/>
              <a:gd name="connsiteY86471" fmla="*/ 476021 h 2398711"/>
              <a:gd name="connsiteX86472" fmla="*/ 826504 w 2119654"/>
              <a:gd name="connsiteY86472" fmla="*/ 476995 h 2398711"/>
              <a:gd name="connsiteX86473" fmla="*/ 826509 w 2119654"/>
              <a:gd name="connsiteY86473" fmla="*/ 476493 h 2398711"/>
              <a:gd name="connsiteX86474" fmla="*/ 826657 w 2119654"/>
              <a:gd name="connsiteY86474" fmla="*/ 474750 h 2398711"/>
              <a:gd name="connsiteX86475" fmla="*/ 888523 w 2119654"/>
              <a:gd name="connsiteY86475" fmla="*/ 326092 h 2398711"/>
              <a:gd name="connsiteX86476" fmla="*/ 888083 w 2119654"/>
              <a:gd name="connsiteY86476" fmla="*/ 331267 h 2398711"/>
              <a:gd name="connsiteX86477" fmla="*/ 889374 w 2119654"/>
              <a:gd name="connsiteY86477" fmla="*/ 327332 h 2398711"/>
              <a:gd name="connsiteX86478" fmla="*/ 819558 w 2119654"/>
              <a:gd name="connsiteY86478" fmla="*/ 480515 h 2398711"/>
              <a:gd name="connsiteX86479" fmla="*/ 817755 w 2119654"/>
              <a:gd name="connsiteY86479" fmla="*/ 486397 h 2398711"/>
              <a:gd name="connsiteX86480" fmla="*/ 818896 w 2119654"/>
              <a:gd name="connsiteY86480" fmla="*/ 487266 h 2398711"/>
              <a:gd name="connsiteX86481" fmla="*/ 819247 w 2119654"/>
              <a:gd name="connsiteY86481" fmla="*/ 486001 h 2398711"/>
              <a:gd name="connsiteX86482" fmla="*/ 820525 w 2119654"/>
              <a:gd name="connsiteY86482" fmla="*/ 481623 h 2398711"/>
              <a:gd name="connsiteX86483" fmla="*/ 820181 w 2119654"/>
              <a:gd name="connsiteY86483" fmla="*/ 481124 h 2398711"/>
              <a:gd name="connsiteX86484" fmla="*/ 895927 w 2119654"/>
              <a:gd name="connsiteY86484" fmla="*/ 309488 h 2398711"/>
              <a:gd name="connsiteX86485" fmla="*/ 897784 w 2119654"/>
              <a:gd name="connsiteY86485" fmla="*/ 313768 h 2398711"/>
              <a:gd name="connsiteX86486" fmla="*/ 898224 w 2119654"/>
              <a:gd name="connsiteY86486" fmla="*/ 314293 h 2398711"/>
              <a:gd name="connsiteX86487" fmla="*/ 898576 w 2119654"/>
              <a:gd name="connsiteY86487" fmla="*/ 312631 h 2398711"/>
              <a:gd name="connsiteX86488" fmla="*/ 898084 w 2119654"/>
              <a:gd name="connsiteY86488" fmla="*/ 304615 h 2398711"/>
              <a:gd name="connsiteX86489" fmla="*/ 899885 w 2119654"/>
              <a:gd name="connsiteY86489" fmla="*/ 306464 h 2398711"/>
              <a:gd name="connsiteX86490" fmla="*/ 901818 w 2119654"/>
              <a:gd name="connsiteY86490" fmla="*/ 297348 h 2398711"/>
              <a:gd name="connsiteX86491" fmla="*/ 316111 w 2119654"/>
              <a:gd name="connsiteY86491" fmla="*/ 1607545 h 2398711"/>
              <a:gd name="connsiteX86492" fmla="*/ 322964 w 2119654"/>
              <a:gd name="connsiteY86492" fmla="*/ 1611920 h 2398711"/>
              <a:gd name="connsiteX86493" fmla="*/ 330201 w 2119654"/>
              <a:gd name="connsiteY86493" fmla="*/ 1612893 h 2398711"/>
              <a:gd name="connsiteX86494" fmla="*/ 325957 w 2119654"/>
              <a:gd name="connsiteY86494" fmla="*/ 1609629 h 2398711"/>
              <a:gd name="connsiteX86495" fmla="*/ 324086 w 2119654"/>
              <a:gd name="connsiteY86495" fmla="*/ 1609163 h 2398711"/>
              <a:gd name="connsiteX86496" fmla="*/ 895128 w 2119654"/>
              <a:gd name="connsiteY86496" fmla="*/ 310936 h 2398711"/>
              <a:gd name="connsiteX86497" fmla="*/ 892621 w 2119654"/>
              <a:gd name="connsiteY86497" fmla="*/ 318583 h 2398711"/>
              <a:gd name="connsiteX86498" fmla="*/ 896381 w 2119654"/>
              <a:gd name="connsiteY86498" fmla="*/ 322983 h 2398711"/>
              <a:gd name="connsiteX86499" fmla="*/ 897999 w 2119654"/>
              <a:gd name="connsiteY86499" fmla="*/ 315355 h 2398711"/>
              <a:gd name="connsiteX86500" fmla="*/ 897104 w 2119654"/>
              <a:gd name="connsiteY86500" fmla="*/ 313295 h 2398711"/>
              <a:gd name="connsiteX86501" fmla="*/ 824263 w 2119654"/>
              <a:gd name="connsiteY86501" fmla="*/ 469538 h 2398711"/>
              <a:gd name="connsiteX86502" fmla="*/ 824098 w 2119654"/>
              <a:gd name="connsiteY86502" fmla="*/ 470134 h 2398711"/>
              <a:gd name="connsiteX86503" fmla="*/ 826741 w 2119654"/>
              <a:gd name="connsiteY86503" fmla="*/ 473777 h 2398711"/>
              <a:gd name="connsiteX86504" fmla="*/ 826851 w 2119654"/>
              <a:gd name="connsiteY86504" fmla="*/ 472479 h 2398711"/>
              <a:gd name="connsiteX86505" fmla="*/ 825854 w 2119654"/>
              <a:gd name="connsiteY86505" fmla="*/ 470626 h 2398711"/>
              <a:gd name="connsiteX86506" fmla="*/ 308940 w 2119654"/>
              <a:gd name="connsiteY86506" fmla="*/ 1623430 h 2398711"/>
              <a:gd name="connsiteX86507" fmla="*/ 310968 w 2119654"/>
              <a:gd name="connsiteY86507" fmla="*/ 1624803 h 2398711"/>
              <a:gd name="connsiteX86508" fmla="*/ 316243 w 2119654"/>
              <a:gd name="connsiteY86508" fmla="*/ 1626494 h 2398711"/>
              <a:gd name="connsiteX86509" fmla="*/ 315983 w 2119654"/>
              <a:gd name="connsiteY86509" fmla="*/ 1626193 h 2398711"/>
              <a:gd name="connsiteX86510" fmla="*/ 314932 w 2119654"/>
              <a:gd name="connsiteY86510" fmla="*/ 1625821 h 2398711"/>
              <a:gd name="connsiteX86511" fmla="*/ 851700 w 2119654"/>
              <a:gd name="connsiteY86511" fmla="*/ 407990 h 2398711"/>
              <a:gd name="connsiteX86512" fmla="*/ 851693 w 2119654"/>
              <a:gd name="connsiteY86512" fmla="*/ 408137 h 2398711"/>
              <a:gd name="connsiteX86513" fmla="*/ 852640 w 2119654"/>
              <a:gd name="connsiteY86513" fmla="*/ 409261 h 2398711"/>
              <a:gd name="connsiteX86514" fmla="*/ 852747 w 2119654"/>
              <a:gd name="connsiteY86514" fmla="*/ 408389 h 2398711"/>
              <a:gd name="connsiteX86515" fmla="*/ 896157 w 2119654"/>
              <a:gd name="connsiteY86515" fmla="*/ 308365 h 2398711"/>
              <a:gd name="connsiteX86516" fmla="*/ 898813 w 2119654"/>
              <a:gd name="connsiteY86516" fmla="*/ 311516 h 2398711"/>
              <a:gd name="connsiteX86517" fmla="*/ 899822 w 2119654"/>
              <a:gd name="connsiteY86517" fmla="*/ 306759 h 2398711"/>
              <a:gd name="connsiteX86518" fmla="*/ 897964 w 2119654"/>
              <a:gd name="connsiteY86518" fmla="*/ 304850 h 2398711"/>
              <a:gd name="connsiteX86519" fmla="*/ 275721 w 2119654"/>
              <a:gd name="connsiteY86519" fmla="*/ 1697588 h 2398711"/>
              <a:gd name="connsiteX86520" fmla="*/ 281939 w 2119654"/>
              <a:gd name="connsiteY86520" fmla="*/ 1700626 h 2398711"/>
              <a:gd name="connsiteX86521" fmla="*/ 302896 w 2119654"/>
              <a:gd name="connsiteY86521" fmla="*/ 1708510 h 2398711"/>
              <a:gd name="connsiteX86522" fmla="*/ 304067 w 2119654"/>
              <a:gd name="connsiteY86522" fmla="*/ 1708479 h 2398711"/>
              <a:gd name="connsiteX86523" fmla="*/ 288072 w 2119654"/>
              <a:gd name="connsiteY86523" fmla="*/ 1698200 h 2398711"/>
              <a:gd name="connsiteX86524" fmla="*/ 895539 w 2119654"/>
              <a:gd name="connsiteY86524" fmla="*/ 309685 h 2398711"/>
              <a:gd name="connsiteX86525" fmla="*/ 895208 w 2119654"/>
              <a:gd name="connsiteY86525" fmla="*/ 310694 h 2398711"/>
              <a:gd name="connsiteX86526" fmla="*/ 896803 w 2119654"/>
              <a:gd name="connsiteY86526" fmla="*/ 312597 h 2398711"/>
              <a:gd name="connsiteX86527" fmla="*/ 824604 w 2119654"/>
              <a:gd name="connsiteY86527" fmla="*/ 468339 h 2398711"/>
              <a:gd name="connsiteX86528" fmla="*/ 824419 w 2119654"/>
              <a:gd name="connsiteY86528" fmla="*/ 468973 h 2398711"/>
              <a:gd name="connsiteX86529" fmla="*/ 824291 w 2119654"/>
              <a:gd name="connsiteY86529" fmla="*/ 469436 h 2398711"/>
              <a:gd name="connsiteX86530" fmla="*/ 825752 w 2119654"/>
              <a:gd name="connsiteY86530" fmla="*/ 470436 h 2398711"/>
              <a:gd name="connsiteX86531" fmla="*/ 824635 w 2119654"/>
              <a:gd name="connsiteY86531" fmla="*/ 468359 h 2398711"/>
              <a:gd name="connsiteX86532" fmla="*/ 867501 w 2119654"/>
              <a:gd name="connsiteY86532" fmla="*/ 372045 h 2398711"/>
              <a:gd name="connsiteX86533" fmla="*/ 865380 w 2119654"/>
              <a:gd name="connsiteY86533" fmla="*/ 379503 h 2398711"/>
              <a:gd name="connsiteX86534" fmla="*/ 871272 w 2119654"/>
              <a:gd name="connsiteY86534" fmla="*/ 384607 h 2398711"/>
              <a:gd name="connsiteX86535" fmla="*/ 872997 w 2119654"/>
              <a:gd name="connsiteY86535" fmla="*/ 378534 h 2398711"/>
              <a:gd name="connsiteX86536" fmla="*/ 872013 w 2119654"/>
              <a:gd name="connsiteY86536" fmla="*/ 376679 h 2398711"/>
              <a:gd name="connsiteX86537" fmla="*/ 888677 w 2119654"/>
              <a:gd name="connsiteY86537" fmla="*/ 324280 h 2398711"/>
              <a:gd name="connsiteX86538" fmla="*/ 888533 w 2119654"/>
              <a:gd name="connsiteY86538" fmla="*/ 325973 h 2398711"/>
              <a:gd name="connsiteX86539" fmla="*/ 889398 w 2119654"/>
              <a:gd name="connsiteY86539" fmla="*/ 327258 h 2398711"/>
              <a:gd name="connsiteX86540" fmla="*/ 889939 w 2119654"/>
              <a:gd name="connsiteY86540" fmla="*/ 325610 h 2398711"/>
              <a:gd name="connsiteX86541" fmla="*/ 831140 w 2119654"/>
              <a:gd name="connsiteY86541" fmla="*/ 453101 h 2398711"/>
              <a:gd name="connsiteX86542" fmla="*/ 830424 w 2119654"/>
              <a:gd name="connsiteY86542" fmla="*/ 461771 h 2398711"/>
              <a:gd name="connsiteX86543" fmla="*/ 833374 w 2119654"/>
              <a:gd name="connsiteY86543" fmla="*/ 465014 h 2398711"/>
              <a:gd name="connsiteX86544" fmla="*/ 834738 w 2119654"/>
              <a:gd name="connsiteY86544" fmla="*/ 459773 h 2398711"/>
              <a:gd name="connsiteX86545" fmla="*/ 834866 w 2119654"/>
              <a:gd name="connsiteY86545" fmla="*/ 459676 h 2398711"/>
              <a:gd name="connsiteX86546" fmla="*/ 833453 w 2119654"/>
              <a:gd name="connsiteY86546" fmla="*/ 465102 h 2398711"/>
              <a:gd name="connsiteX86547" fmla="*/ 835219 w 2119654"/>
              <a:gd name="connsiteY86547" fmla="*/ 467044 h 2398711"/>
              <a:gd name="connsiteX86548" fmla="*/ 839026 w 2119654"/>
              <a:gd name="connsiteY86548" fmla="*/ 457996 h 2398711"/>
              <a:gd name="connsiteX86549" fmla="*/ 837066 w 2119654"/>
              <a:gd name="connsiteY86549" fmla="*/ 455746 h 2398711"/>
              <a:gd name="connsiteX86550" fmla="*/ 825127 w 2119654"/>
              <a:gd name="connsiteY86550" fmla="*/ 466550 h 2398711"/>
              <a:gd name="connsiteX86551" fmla="*/ 824987 w 2119654"/>
              <a:gd name="connsiteY86551" fmla="*/ 467027 h 2398711"/>
              <a:gd name="connsiteX86552" fmla="*/ 827202 w 2119654"/>
              <a:gd name="connsiteY86552" fmla="*/ 468367 h 2398711"/>
              <a:gd name="connsiteX86553" fmla="*/ 827228 w 2119654"/>
              <a:gd name="connsiteY86553" fmla="*/ 468054 h 2398711"/>
              <a:gd name="connsiteX86554" fmla="*/ 825430 w 2119654"/>
              <a:gd name="connsiteY86554" fmla="*/ 465509 h 2398711"/>
              <a:gd name="connsiteX86555" fmla="*/ 825180 w 2119654"/>
              <a:gd name="connsiteY86555" fmla="*/ 466368 h 2398711"/>
              <a:gd name="connsiteX86556" fmla="*/ 827252 w 2119654"/>
              <a:gd name="connsiteY86556" fmla="*/ 467783 h 2398711"/>
              <a:gd name="connsiteX86557" fmla="*/ 827351 w 2119654"/>
              <a:gd name="connsiteY86557" fmla="*/ 466619 h 2398711"/>
              <a:gd name="connsiteX86558" fmla="*/ 904034 w 2119654"/>
              <a:gd name="connsiteY86558" fmla="*/ 289423 h 2398711"/>
              <a:gd name="connsiteX86559" fmla="*/ 902989 w 2119654"/>
              <a:gd name="connsiteY86559" fmla="*/ 294351 h 2398711"/>
              <a:gd name="connsiteX86560" fmla="*/ 905008 w 2119654"/>
              <a:gd name="connsiteY86560" fmla="*/ 290547 h 2398711"/>
              <a:gd name="connsiteX86561" fmla="*/ 891612 w 2119654"/>
              <a:gd name="connsiteY86561" fmla="*/ 317212 h 2398711"/>
              <a:gd name="connsiteX86562" fmla="*/ 891811 w 2119654"/>
              <a:gd name="connsiteY86562" fmla="*/ 317636 h 2398711"/>
              <a:gd name="connsiteX86563" fmla="*/ 892347 w 2119654"/>
              <a:gd name="connsiteY86563" fmla="*/ 318263 h 2398711"/>
              <a:gd name="connsiteX86564" fmla="*/ 894595 w 2119654"/>
              <a:gd name="connsiteY86564" fmla="*/ 311406 h 2398711"/>
              <a:gd name="connsiteX86565" fmla="*/ 868215 w 2119654"/>
              <a:gd name="connsiteY86565" fmla="*/ 369528 h 2398711"/>
              <a:gd name="connsiteX86566" fmla="*/ 867546 w 2119654"/>
              <a:gd name="connsiteY86566" fmla="*/ 371885 h 2398711"/>
              <a:gd name="connsiteX86567" fmla="*/ 871772 w 2119654"/>
              <a:gd name="connsiteY86567" fmla="*/ 376225 h 2398711"/>
              <a:gd name="connsiteX86568" fmla="*/ 846941 w 2119654"/>
              <a:gd name="connsiteY86568" fmla="*/ 417142 h 2398711"/>
              <a:gd name="connsiteX86569" fmla="*/ 848919 w 2119654"/>
              <a:gd name="connsiteY86569" fmla="*/ 420037 h 2398711"/>
              <a:gd name="connsiteX86570" fmla="*/ 850711 w 2119654"/>
              <a:gd name="connsiteY86570" fmla="*/ 422736 h 2398711"/>
              <a:gd name="connsiteX86571" fmla="*/ 850813 w 2119654"/>
              <a:gd name="connsiteY86571" fmla="*/ 420588 h 2398711"/>
              <a:gd name="connsiteX86572" fmla="*/ 821644 w 2119654"/>
              <a:gd name="connsiteY86572" fmla="*/ 473707 h 2398711"/>
              <a:gd name="connsiteX86573" fmla="*/ 820181 w 2119654"/>
              <a:gd name="connsiteY86573" fmla="*/ 478480 h 2398711"/>
              <a:gd name="connsiteX86574" fmla="*/ 821066 w 2119654"/>
              <a:gd name="connsiteY86574" fmla="*/ 479770 h 2398711"/>
              <a:gd name="connsiteX86575" fmla="*/ 822416 w 2119654"/>
              <a:gd name="connsiteY86575" fmla="*/ 475142 h 2398711"/>
              <a:gd name="connsiteX86576" fmla="*/ 897336 w 2119654"/>
              <a:gd name="connsiteY86576" fmla="*/ 304205 h 2398711"/>
              <a:gd name="connsiteX86577" fmla="*/ 896599 w 2119654"/>
              <a:gd name="connsiteY86577" fmla="*/ 306451 h 2398711"/>
              <a:gd name="connsiteX86578" fmla="*/ 897608 w 2119654"/>
              <a:gd name="connsiteY86578" fmla="*/ 304486 h 2398711"/>
              <a:gd name="connsiteX86579" fmla="*/ 826133 w 2119654"/>
              <a:gd name="connsiteY86579" fmla="*/ 463103 h 2398711"/>
              <a:gd name="connsiteX86580" fmla="*/ 825477 w 2119654"/>
              <a:gd name="connsiteY86580" fmla="*/ 465349 h 2398711"/>
              <a:gd name="connsiteX86581" fmla="*/ 827366 w 2119654"/>
              <a:gd name="connsiteY86581" fmla="*/ 466441 h 2398711"/>
              <a:gd name="connsiteX86582" fmla="*/ 827534 w 2119654"/>
              <a:gd name="connsiteY86582" fmla="*/ 464460 h 2398711"/>
              <a:gd name="connsiteX86583" fmla="*/ 888815 w 2119654"/>
              <a:gd name="connsiteY86583" fmla="*/ 322655 h 2398711"/>
              <a:gd name="connsiteX86584" fmla="*/ 888762 w 2119654"/>
              <a:gd name="connsiteY86584" fmla="*/ 323286 h 2398711"/>
              <a:gd name="connsiteX86585" fmla="*/ 890202 w 2119654"/>
              <a:gd name="connsiteY86585" fmla="*/ 324806 h 2398711"/>
              <a:gd name="connsiteX86586" fmla="*/ 892085 w 2119654"/>
              <a:gd name="connsiteY86586" fmla="*/ 319064 h 2398711"/>
              <a:gd name="connsiteX86587" fmla="*/ 891406 w 2119654"/>
              <a:gd name="connsiteY86587" fmla="*/ 317614 h 2398711"/>
              <a:gd name="connsiteX86588" fmla="*/ 826516 w 2119654"/>
              <a:gd name="connsiteY86588" fmla="*/ 461792 h 2398711"/>
              <a:gd name="connsiteX86589" fmla="*/ 826432 w 2119654"/>
              <a:gd name="connsiteY86589" fmla="*/ 462078 h 2398711"/>
              <a:gd name="connsiteX86590" fmla="*/ 827638 w 2119654"/>
              <a:gd name="connsiteY86590" fmla="*/ 463245 h 2398711"/>
              <a:gd name="connsiteX86591" fmla="*/ 827653 w 2119654"/>
              <a:gd name="connsiteY86591" fmla="*/ 463066 h 2398711"/>
              <a:gd name="connsiteX86592" fmla="*/ 854098 w 2119654"/>
              <a:gd name="connsiteY86592" fmla="*/ 399819 h 2398711"/>
              <a:gd name="connsiteX86593" fmla="*/ 853063 w 2119654"/>
              <a:gd name="connsiteY86593" fmla="*/ 408240 h 2398711"/>
              <a:gd name="connsiteX86594" fmla="*/ 854300 w 2119654"/>
              <a:gd name="connsiteY86594" fmla="*/ 408713 h 2398711"/>
              <a:gd name="connsiteX86595" fmla="*/ 854883 w 2119654"/>
              <a:gd name="connsiteY86595" fmla="*/ 401859 h 2398711"/>
              <a:gd name="connsiteX86596" fmla="*/ 822902 w 2119654"/>
              <a:gd name="connsiteY86596" fmla="*/ 469600 h 2398711"/>
              <a:gd name="connsiteX86597" fmla="*/ 821808 w 2119654"/>
              <a:gd name="connsiteY86597" fmla="*/ 473169 h 2398711"/>
              <a:gd name="connsiteX86598" fmla="*/ 822576 w 2119654"/>
              <a:gd name="connsiteY86598" fmla="*/ 474596 h 2398711"/>
              <a:gd name="connsiteX86599" fmla="*/ 823711 w 2119654"/>
              <a:gd name="connsiteY86599" fmla="*/ 470708 h 2398711"/>
              <a:gd name="connsiteX86600" fmla="*/ 799333 w 2119654"/>
              <a:gd name="connsiteY86600" fmla="*/ 521963 h 2398711"/>
              <a:gd name="connsiteX86601" fmla="*/ 799539 w 2119654"/>
              <a:gd name="connsiteY86601" fmla="*/ 523283 h 2398711"/>
              <a:gd name="connsiteX86602" fmla="*/ 799718 w 2119654"/>
              <a:gd name="connsiteY86602" fmla="*/ 522555 h 2398711"/>
              <a:gd name="connsiteX86603" fmla="*/ 799698 w 2119654"/>
              <a:gd name="connsiteY86603" fmla="*/ 522291 h 2398711"/>
              <a:gd name="connsiteX86604" fmla="*/ 799334 w 2119654"/>
              <a:gd name="connsiteY86604" fmla="*/ 521966 h 2398711"/>
              <a:gd name="connsiteX86605" fmla="*/ 818321 w 2119654"/>
              <a:gd name="connsiteY86605" fmla="*/ 479310 h 2398711"/>
              <a:gd name="connsiteX86606" fmla="*/ 816870 w 2119654"/>
              <a:gd name="connsiteY86606" fmla="*/ 483149 h 2398711"/>
              <a:gd name="connsiteX86607" fmla="*/ 816840 w 2119654"/>
              <a:gd name="connsiteY86607" fmla="*/ 485701 h 2398711"/>
              <a:gd name="connsiteX86608" fmla="*/ 817494 w 2119654"/>
              <a:gd name="connsiteY86608" fmla="*/ 486199 h 2398711"/>
              <a:gd name="connsiteX86609" fmla="*/ 819309 w 2119654"/>
              <a:gd name="connsiteY86609" fmla="*/ 480272 h 2398711"/>
              <a:gd name="connsiteX86610" fmla="*/ 823506 w 2119654"/>
              <a:gd name="connsiteY86610" fmla="*/ 467624 h 2398711"/>
              <a:gd name="connsiteX86611" fmla="*/ 823141 w 2119654"/>
              <a:gd name="connsiteY86611" fmla="*/ 468815 h 2398711"/>
              <a:gd name="connsiteX86612" fmla="*/ 823941 w 2119654"/>
              <a:gd name="connsiteY86612" fmla="*/ 469918 h 2398711"/>
              <a:gd name="connsiteX86613" fmla="*/ 824435 w 2119654"/>
              <a:gd name="connsiteY86613" fmla="*/ 468227 h 2398711"/>
              <a:gd name="connsiteX86614" fmla="*/ 818540 w 2119654"/>
              <a:gd name="connsiteY86614" fmla="*/ 478729 h 2398711"/>
              <a:gd name="connsiteX86615" fmla="*/ 818512 w 2119654"/>
              <a:gd name="connsiteY86615" fmla="*/ 478803 h 2398711"/>
              <a:gd name="connsiteX86616" fmla="*/ 818748 w 2119654"/>
              <a:gd name="connsiteY86616" fmla="*/ 479033 h 2398711"/>
              <a:gd name="connsiteX86617" fmla="*/ 831507 w 2119654"/>
              <a:gd name="connsiteY86617" fmla="*/ 449368 h 2398711"/>
              <a:gd name="connsiteX86618" fmla="*/ 831326 w 2119654"/>
              <a:gd name="connsiteY86618" fmla="*/ 450845 h 2398711"/>
              <a:gd name="connsiteX86619" fmla="*/ 831202 w 2119654"/>
              <a:gd name="connsiteY86619" fmla="*/ 452347 h 2398711"/>
              <a:gd name="connsiteX86620" fmla="*/ 835652 w 2119654"/>
              <a:gd name="connsiteY86620" fmla="*/ 454125 h 2398711"/>
              <a:gd name="connsiteX86621" fmla="*/ 850202 w 2119654"/>
              <a:gd name="connsiteY86621" fmla="*/ 407417 h 2398711"/>
              <a:gd name="connsiteX86622" fmla="*/ 851395 w 2119654"/>
              <a:gd name="connsiteY86622" fmla="*/ 409472 h 2398711"/>
              <a:gd name="connsiteX86623" fmla="*/ 851445 w 2119654"/>
              <a:gd name="connsiteY86623" fmla="*/ 408648 h 2398711"/>
              <a:gd name="connsiteX86624" fmla="*/ 850543 w 2119654"/>
              <a:gd name="connsiteY86624" fmla="*/ 407548 h 2398711"/>
              <a:gd name="connsiteX86625" fmla="*/ 824068 w 2119654"/>
              <a:gd name="connsiteY86625" fmla="*/ 465791 h 2398711"/>
              <a:gd name="connsiteX86626" fmla="*/ 823979 w 2119654"/>
              <a:gd name="connsiteY86626" fmla="*/ 466081 h 2398711"/>
              <a:gd name="connsiteX86627" fmla="*/ 824383 w 2119654"/>
              <a:gd name="connsiteY86627" fmla="*/ 466662 h 2398711"/>
              <a:gd name="connsiteX86628" fmla="*/ 824814 w 2119654"/>
              <a:gd name="connsiteY86628" fmla="*/ 466924 h 2398711"/>
              <a:gd name="connsiteX86629" fmla="*/ 824959 w 2119654"/>
              <a:gd name="connsiteY86629" fmla="*/ 466429 h 2398711"/>
              <a:gd name="connsiteX86630" fmla="*/ 824346 w 2119654"/>
              <a:gd name="connsiteY86630" fmla="*/ 464883 h 2398711"/>
              <a:gd name="connsiteX86631" fmla="*/ 824114 w 2119654"/>
              <a:gd name="connsiteY86631" fmla="*/ 465640 h 2398711"/>
              <a:gd name="connsiteX86632" fmla="*/ 825011 w 2119654"/>
              <a:gd name="connsiteY86632" fmla="*/ 466251 h 2398711"/>
              <a:gd name="connsiteX86633" fmla="*/ 825257 w 2119654"/>
              <a:gd name="connsiteY86633" fmla="*/ 465409 h 2398711"/>
              <a:gd name="connsiteX86634" fmla="*/ 820937 w 2119654"/>
              <a:gd name="connsiteY86634" fmla="*/ 472391 h 2398711"/>
              <a:gd name="connsiteX86635" fmla="*/ 819184 w 2119654"/>
              <a:gd name="connsiteY86635" fmla="*/ 477025 h 2398711"/>
              <a:gd name="connsiteX86636" fmla="*/ 819958 w 2119654"/>
              <a:gd name="connsiteY86636" fmla="*/ 478154 h 2398711"/>
              <a:gd name="connsiteX86637" fmla="*/ 821438 w 2119654"/>
              <a:gd name="connsiteY86637" fmla="*/ 473323 h 2398711"/>
              <a:gd name="connsiteX86638" fmla="*/ 880586 w 2119654"/>
              <a:gd name="connsiteY86638" fmla="*/ 338674 h 2398711"/>
              <a:gd name="connsiteX86639" fmla="*/ 880849 w 2119654"/>
              <a:gd name="connsiteY86639" fmla="*/ 338832 h 2398711"/>
              <a:gd name="connsiteX86640" fmla="*/ 883404 w 2119654"/>
              <a:gd name="connsiteY86640" fmla="*/ 345540 h 2398711"/>
              <a:gd name="connsiteX86641" fmla="*/ 884421 w 2119654"/>
              <a:gd name="connsiteY86641" fmla="*/ 342437 h 2398711"/>
              <a:gd name="connsiteX86642" fmla="*/ 885565 w 2119654"/>
              <a:gd name="connsiteY86642" fmla="*/ 328983 h 2398711"/>
              <a:gd name="connsiteX86643" fmla="*/ 321371 w 2119654"/>
              <a:gd name="connsiteY86643" fmla="*/ 1590840 h 2398711"/>
              <a:gd name="connsiteX86644" fmla="*/ 322205 w 2119654"/>
              <a:gd name="connsiteY86644" fmla="*/ 1591892 h 2398711"/>
              <a:gd name="connsiteX86645" fmla="*/ 328436 w 2119654"/>
              <a:gd name="connsiteY86645" fmla="*/ 1593486 h 2398711"/>
              <a:gd name="connsiteX86646" fmla="*/ 327140 w 2119654"/>
              <a:gd name="connsiteY86646" fmla="*/ 1592464 h 2398711"/>
              <a:gd name="connsiteX86647" fmla="*/ 828276 w 2119654"/>
              <a:gd name="connsiteY86647" fmla="*/ 455760 h 2398711"/>
              <a:gd name="connsiteX86648" fmla="*/ 827470 w 2119654"/>
              <a:gd name="connsiteY86648" fmla="*/ 458522 h 2398711"/>
              <a:gd name="connsiteX86649" fmla="*/ 827992 w 2119654"/>
              <a:gd name="connsiteY86649" fmla="*/ 459096 h 2398711"/>
              <a:gd name="connsiteX86650" fmla="*/ 870721 w 2119654"/>
              <a:gd name="connsiteY86650" fmla="*/ 360715 h 2398711"/>
              <a:gd name="connsiteX86651" fmla="*/ 868703 w 2119654"/>
              <a:gd name="connsiteY86651" fmla="*/ 367813 h 2398711"/>
              <a:gd name="connsiteX86652" fmla="*/ 873679 w 2119654"/>
              <a:gd name="connsiteY86652" fmla="*/ 376136 h 2398711"/>
              <a:gd name="connsiteX86653" fmla="*/ 875674 w 2119654"/>
              <a:gd name="connsiteY86653" fmla="*/ 369115 h 2398711"/>
              <a:gd name="connsiteX86654" fmla="*/ 876768 w 2119654"/>
              <a:gd name="connsiteY86654" fmla="*/ 365779 h 2398711"/>
              <a:gd name="connsiteX86655" fmla="*/ 283664 w 2119654"/>
              <a:gd name="connsiteY86655" fmla="*/ 1675005 h 2398711"/>
              <a:gd name="connsiteX86656" fmla="*/ 288644 w 2119654"/>
              <a:gd name="connsiteY86656" fmla="*/ 1678842 h 2398711"/>
              <a:gd name="connsiteX86657" fmla="*/ 302490 w 2119654"/>
              <a:gd name="connsiteY86657" fmla="*/ 1685459 h 2398711"/>
              <a:gd name="connsiteX86658" fmla="*/ 303956 w 2119654"/>
              <a:gd name="connsiteY86658" fmla="*/ 1685611 h 2398711"/>
              <a:gd name="connsiteX86659" fmla="*/ 304898 w 2119654"/>
              <a:gd name="connsiteY86659" fmla="*/ 1685697 h 2398711"/>
              <a:gd name="connsiteX86660" fmla="*/ 300541 w 2119654"/>
              <a:gd name="connsiteY86660" fmla="*/ 1680117 h 2398711"/>
              <a:gd name="connsiteX86661" fmla="*/ 298629 w 2119654"/>
              <a:gd name="connsiteY86661" fmla="*/ 1679755 h 2398711"/>
              <a:gd name="connsiteX86662" fmla="*/ 273583 w 2119654"/>
              <a:gd name="connsiteY86662" fmla="*/ 1697482 h 2398711"/>
              <a:gd name="connsiteX86663" fmla="*/ 274466 w 2119654"/>
              <a:gd name="connsiteY86663" fmla="*/ 1697814 h 2398711"/>
              <a:gd name="connsiteX86664" fmla="*/ 273810 w 2119654"/>
              <a:gd name="connsiteY86664" fmla="*/ 1697493 h 2398711"/>
              <a:gd name="connsiteX86665" fmla="*/ 822303 w 2119654"/>
              <a:gd name="connsiteY86665" fmla="*/ 468778 h 2398711"/>
              <a:gd name="connsiteX86666" fmla="*/ 821124 w 2119654"/>
              <a:gd name="connsiteY86666" fmla="*/ 471895 h 2398711"/>
              <a:gd name="connsiteX86667" fmla="*/ 821603 w 2119654"/>
              <a:gd name="connsiteY86667" fmla="*/ 472786 h 2398711"/>
              <a:gd name="connsiteX86668" fmla="*/ 822675 w 2119654"/>
              <a:gd name="connsiteY86668" fmla="*/ 469288 h 2398711"/>
              <a:gd name="connsiteX86669" fmla="*/ 351441 w 2119654"/>
              <a:gd name="connsiteY86669" fmla="*/ 1522989 h 2398711"/>
              <a:gd name="connsiteX86670" fmla="*/ 352471 w 2119654"/>
              <a:gd name="connsiteY86670" fmla="*/ 1524301 h 2398711"/>
              <a:gd name="connsiteX86671" fmla="*/ 353112 w 2119654"/>
              <a:gd name="connsiteY86671" fmla="*/ 1524580 h 2398711"/>
              <a:gd name="connsiteX86672" fmla="*/ 352871 w 2119654"/>
              <a:gd name="connsiteY86672" fmla="*/ 1524043 h 2398711"/>
              <a:gd name="connsiteX86673" fmla="*/ 875219 w 2119654"/>
              <a:gd name="connsiteY86673" fmla="*/ 350139 h 2398711"/>
              <a:gd name="connsiteX86674" fmla="*/ 878279 w 2119654"/>
              <a:gd name="connsiteY86674" fmla="*/ 355615 h 2398711"/>
              <a:gd name="connsiteX86675" fmla="*/ 879733 w 2119654"/>
              <a:gd name="connsiteY86675" fmla="*/ 356455 h 2398711"/>
              <a:gd name="connsiteX86676" fmla="*/ 876047 w 2119654"/>
              <a:gd name="connsiteY86676" fmla="*/ 348579 h 2398711"/>
              <a:gd name="connsiteX86677" fmla="*/ 825175 w 2119654"/>
              <a:gd name="connsiteY86677" fmla="*/ 462176 h 2398711"/>
              <a:gd name="connsiteX86678" fmla="*/ 824395 w 2119654"/>
              <a:gd name="connsiteY86678" fmla="*/ 464724 h 2398711"/>
              <a:gd name="connsiteX86679" fmla="*/ 825303 w 2119654"/>
              <a:gd name="connsiteY86679" fmla="*/ 465249 h 2398711"/>
              <a:gd name="connsiteX86680" fmla="*/ 825974 w 2119654"/>
              <a:gd name="connsiteY86680" fmla="*/ 462949 h 2398711"/>
              <a:gd name="connsiteX86681" fmla="*/ 822891 w 2119654"/>
              <a:gd name="connsiteY86681" fmla="*/ 467226 h 2398711"/>
              <a:gd name="connsiteX86682" fmla="*/ 822582 w 2119654"/>
              <a:gd name="connsiteY86682" fmla="*/ 468043 h 2398711"/>
              <a:gd name="connsiteX86683" fmla="*/ 822916 w 2119654"/>
              <a:gd name="connsiteY86683" fmla="*/ 468503 h 2398711"/>
              <a:gd name="connsiteX86684" fmla="*/ 823238 w 2119654"/>
              <a:gd name="connsiteY86684" fmla="*/ 467451 h 2398711"/>
              <a:gd name="connsiteX86685" fmla="*/ 829513 w 2119654"/>
              <a:gd name="connsiteY86685" fmla="*/ 452374 h 2398711"/>
              <a:gd name="connsiteX86686" fmla="*/ 828860 w 2119654"/>
              <a:gd name="connsiteY86686" fmla="*/ 460051 h 2398711"/>
              <a:gd name="connsiteX86687" fmla="*/ 829890 w 2119654"/>
              <a:gd name="connsiteY86687" fmla="*/ 461184 h 2398711"/>
              <a:gd name="connsiteX86688" fmla="*/ 830004 w 2119654"/>
              <a:gd name="connsiteY86688" fmla="*/ 459801 h 2398711"/>
              <a:gd name="connsiteX86689" fmla="*/ 830843 w 2119654"/>
              <a:gd name="connsiteY86689" fmla="*/ 452969 h 2398711"/>
              <a:gd name="connsiteX86690" fmla="*/ 823359 w 2119654"/>
              <a:gd name="connsiteY86690" fmla="*/ 465988 h 2398711"/>
              <a:gd name="connsiteX86691" fmla="*/ 823342 w 2119654"/>
              <a:gd name="connsiteY86691" fmla="*/ 466033 h 2398711"/>
              <a:gd name="connsiteX86692" fmla="*/ 823404 w 2119654"/>
              <a:gd name="connsiteY86692" fmla="*/ 466070 h 2398711"/>
              <a:gd name="connsiteX86693" fmla="*/ 345211 w 2119654"/>
              <a:gd name="connsiteY86693" fmla="*/ 1536573 h 2398711"/>
              <a:gd name="connsiteX86694" fmla="*/ 345381 w 2119654"/>
              <a:gd name="connsiteY86694" fmla="*/ 1536806 h 2398711"/>
              <a:gd name="connsiteX86695" fmla="*/ 346618 w 2119654"/>
              <a:gd name="connsiteY86695" fmla="*/ 1537409 h 2398711"/>
              <a:gd name="connsiteX86696" fmla="*/ 823569 w 2119654"/>
              <a:gd name="connsiteY86696" fmla="*/ 465433 h 2398711"/>
              <a:gd name="connsiteX86697" fmla="*/ 823555 w 2119654"/>
              <a:gd name="connsiteY86697" fmla="*/ 465469 h 2398711"/>
              <a:gd name="connsiteX86698" fmla="*/ 823756 w 2119654"/>
              <a:gd name="connsiteY86698" fmla="*/ 465760 h 2398711"/>
              <a:gd name="connsiteX86699" fmla="*/ 823805 w 2119654"/>
              <a:gd name="connsiteY86699" fmla="*/ 465602 h 2398711"/>
              <a:gd name="connsiteX86700" fmla="*/ 831804 w 2119654"/>
              <a:gd name="connsiteY86700" fmla="*/ 446962 h 2398711"/>
              <a:gd name="connsiteX86701" fmla="*/ 831663 w 2119654"/>
              <a:gd name="connsiteY86701" fmla="*/ 448107 h 2398711"/>
              <a:gd name="connsiteX86702" fmla="*/ 836008 w 2119654"/>
              <a:gd name="connsiteY86702" fmla="*/ 453093 h 2398711"/>
              <a:gd name="connsiteX86703" fmla="*/ 874055 w 2119654"/>
              <a:gd name="connsiteY86703" fmla="*/ 352331 h 2398711"/>
              <a:gd name="connsiteX86704" fmla="*/ 875983 w 2119654"/>
              <a:gd name="connsiteY86704" fmla="*/ 354288 h 2398711"/>
              <a:gd name="connsiteX86705" fmla="*/ 877337 w 2119654"/>
              <a:gd name="connsiteY86705" fmla="*/ 355070 h 2398711"/>
              <a:gd name="connsiteX86706" fmla="*/ 874909 w 2119654"/>
              <a:gd name="connsiteY86706" fmla="*/ 350724 h 2398711"/>
              <a:gd name="connsiteX86707" fmla="*/ 902788 w 2119654"/>
              <a:gd name="connsiteY86707" fmla="*/ 287982 h 2398711"/>
              <a:gd name="connsiteX86708" fmla="*/ 899699 w 2119654"/>
              <a:gd name="connsiteY86708" fmla="*/ 296994 h 2398711"/>
              <a:gd name="connsiteX86709" fmla="*/ 897424 w 2119654"/>
              <a:gd name="connsiteY86709" fmla="*/ 303936 h 2398711"/>
              <a:gd name="connsiteX86710" fmla="*/ 897732 w 2119654"/>
              <a:gd name="connsiteY86710" fmla="*/ 304253 h 2398711"/>
              <a:gd name="connsiteX86711" fmla="*/ 902098 w 2119654"/>
              <a:gd name="connsiteY86711" fmla="*/ 296028 h 2398711"/>
              <a:gd name="connsiteX86712" fmla="*/ 903387 w 2119654"/>
              <a:gd name="connsiteY86712" fmla="*/ 289951 h 2398711"/>
              <a:gd name="connsiteX86713" fmla="*/ 903616 w 2119654"/>
              <a:gd name="connsiteY86713" fmla="*/ 288938 h 2398711"/>
              <a:gd name="connsiteX86714" fmla="*/ 825606 w 2119654"/>
              <a:gd name="connsiteY86714" fmla="*/ 460771 h 2398711"/>
              <a:gd name="connsiteX86715" fmla="*/ 825486 w 2119654"/>
              <a:gd name="connsiteY86715" fmla="*/ 461162 h 2398711"/>
              <a:gd name="connsiteX86716" fmla="*/ 826274 w 2119654"/>
              <a:gd name="connsiteY86716" fmla="*/ 461924 h 2398711"/>
              <a:gd name="connsiteX86717" fmla="*/ 826362 w 2119654"/>
              <a:gd name="connsiteY86717" fmla="*/ 461619 h 2398711"/>
              <a:gd name="connsiteX86718" fmla="*/ 823879 w 2119654"/>
              <a:gd name="connsiteY86718" fmla="*/ 464613 h 2398711"/>
              <a:gd name="connsiteX86719" fmla="*/ 823619 w 2119654"/>
              <a:gd name="connsiteY86719" fmla="*/ 465300 h 2398711"/>
              <a:gd name="connsiteX86720" fmla="*/ 823849 w 2119654"/>
              <a:gd name="connsiteY86720" fmla="*/ 465458 h 2398711"/>
              <a:gd name="connsiteX86721" fmla="*/ 824073 w 2119654"/>
              <a:gd name="connsiteY86721" fmla="*/ 464725 h 2398711"/>
              <a:gd name="connsiteX86722" fmla="*/ 873713 w 2119654"/>
              <a:gd name="connsiteY86722" fmla="*/ 352976 h 2398711"/>
              <a:gd name="connsiteX86723" fmla="*/ 874276 w 2119654"/>
              <a:gd name="connsiteY86723" fmla="*/ 353301 h 2398711"/>
              <a:gd name="connsiteX86724" fmla="*/ 873798 w 2119654"/>
              <a:gd name="connsiteY86724" fmla="*/ 352816 h 2398711"/>
              <a:gd name="connsiteX86725" fmla="*/ 873394 w 2119654"/>
              <a:gd name="connsiteY86725" fmla="*/ 353579 h 2398711"/>
              <a:gd name="connsiteX86726" fmla="*/ 875183 w 2119654"/>
              <a:gd name="connsiteY86726" fmla="*/ 356565 h 2398711"/>
              <a:gd name="connsiteX86727" fmla="*/ 878737 w 2119654"/>
              <a:gd name="connsiteY86727" fmla="*/ 359775 h 2398711"/>
              <a:gd name="connsiteX86728" fmla="*/ 879192 w 2119654"/>
              <a:gd name="connsiteY86728" fmla="*/ 358389 h 2398711"/>
              <a:gd name="connsiteX86729" fmla="*/ 879064 w 2119654"/>
              <a:gd name="connsiteY86729" fmla="*/ 358161 h 2398711"/>
              <a:gd name="connsiteX86730" fmla="*/ 875259 w 2119654"/>
              <a:gd name="connsiteY86730" fmla="*/ 354299 h 2398711"/>
              <a:gd name="connsiteX86731" fmla="*/ 873538 w 2119654"/>
              <a:gd name="connsiteY86731" fmla="*/ 353306 h 2398711"/>
              <a:gd name="connsiteX86732" fmla="*/ 875939 w 2119654"/>
              <a:gd name="connsiteY86732" fmla="*/ 347718 h 2398711"/>
              <a:gd name="connsiteX86733" fmla="*/ 876118 w 2119654"/>
              <a:gd name="connsiteY86733" fmla="*/ 348101 h 2398711"/>
              <a:gd name="connsiteX86734" fmla="*/ 880358 w 2119654"/>
              <a:gd name="connsiteY86734" fmla="*/ 340115 h 2398711"/>
              <a:gd name="connsiteX86735" fmla="*/ 880596 w 2119654"/>
              <a:gd name="connsiteY86735" fmla="*/ 340010 h 2398711"/>
              <a:gd name="connsiteX86736" fmla="*/ 876204 w 2119654"/>
              <a:gd name="connsiteY86736" fmla="*/ 348284 h 2398711"/>
              <a:gd name="connsiteX86737" fmla="*/ 879909 w 2119654"/>
              <a:gd name="connsiteY86737" fmla="*/ 356201 h 2398711"/>
              <a:gd name="connsiteX86738" fmla="*/ 882572 w 2119654"/>
              <a:gd name="connsiteY86738" fmla="*/ 348079 h 2398711"/>
              <a:gd name="connsiteX86739" fmla="*/ 882150 w 2119654"/>
              <a:gd name="connsiteY86739" fmla="*/ 347777 h 2398711"/>
              <a:gd name="connsiteX86740" fmla="*/ 882679 w 2119654"/>
              <a:gd name="connsiteY86740" fmla="*/ 347754 h 2398711"/>
              <a:gd name="connsiteX86741" fmla="*/ 883221 w 2119654"/>
              <a:gd name="connsiteY86741" fmla="*/ 346100 h 2398711"/>
              <a:gd name="connsiteX86742" fmla="*/ 880475 w 2119654"/>
              <a:gd name="connsiteY86742" fmla="*/ 338889 h 2398711"/>
              <a:gd name="connsiteX86743" fmla="*/ 872902 w 2119654"/>
              <a:gd name="connsiteY86743" fmla="*/ 354503 h 2398711"/>
              <a:gd name="connsiteX86744" fmla="*/ 874631 w 2119654"/>
              <a:gd name="connsiteY86744" fmla="*/ 356066 h 2398711"/>
              <a:gd name="connsiteX86745" fmla="*/ 873275 w 2119654"/>
              <a:gd name="connsiteY86745" fmla="*/ 353801 h 2398711"/>
              <a:gd name="connsiteX86746" fmla="*/ 845711 w 2119654"/>
              <a:gd name="connsiteY86746" fmla="*/ 415340 h 2398711"/>
              <a:gd name="connsiteX86747" fmla="*/ 845923 w 2119654"/>
              <a:gd name="connsiteY86747" fmla="*/ 415652 h 2398711"/>
              <a:gd name="connsiteX86748" fmla="*/ 846873 w 2119654"/>
              <a:gd name="connsiteY86748" fmla="*/ 416498 h 2398711"/>
              <a:gd name="connsiteX86749" fmla="*/ 824902 w 2119654"/>
              <a:gd name="connsiteY86749" fmla="*/ 461911 h 2398711"/>
              <a:gd name="connsiteX86750" fmla="*/ 823937 w 2119654"/>
              <a:gd name="connsiteY86750" fmla="*/ 464460 h 2398711"/>
              <a:gd name="connsiteX86751" fmla="*/ 824122 w 2119654"/>
              <a:gd name="connsiteY86751" fmla="*/ 464567 h 2398711"/>
              <a:gd name="connsiteX86752" fmla="*/ 824928 w 2119654"/>
              <a:gd name="connsiteY86752" fmla="*/ 461937 h 2398711"/>
              <a:gd name="connsiteX86753" fmla="*/ 849634 w 2119654"/>
              <a:gd name="connsiteY86753" fmla="*/ 406437 h 2398711"/>
              <a:gd name="connsiteX86754" fmla="*/ 850003 w 2119654"/>
              <a:gd name="connsiteY86754" fmla="*/ 407073 h 2398711"/>
              <a:gd name="connsiteX86755" fmla="*/ 850224 w 2119654"/>
              <a:gd name="connsiteY86755" fmla="*/ 407157 h 2398711"/>
              <a:gd name="connsiteX86756" fmla="*/ 871903 w 2119654"/>
              <a:gd name="connsiteY86756" fmla="*/ 356553 h 2398711"/>
              <a:gd name="connsiteX86757" fmla="*/ 870817 w 2119654"/>
              <a:gd name="connsiteY86757" fmla="*/ 360377 h 2398711"/>
              <a:gd name="connsiteX86758" fmla="*/ 876877 w 2119654"/>
              <a:gd name="connsiteY86758" fmla="*/ 365450 h 2398711"/>
              <a:gd name="connsiteX86759" fmla="*/ 877991 w 2119654"/>
              <a:gd name="connsiteY86759" fmla="*/ 362052 h 2398711"/>
              <a:gd name="connsiteX86760" fmla="*/ 787380 w 2119654"/>
              <a:gd name="connsiteY86760" fmla="*/ 545745 h 2398711"/>
              <a:gd name="connsiteX86761" fmla="*/ 787773 w 2119654"/>
              <a:gd name="connsiteY86761" fmla="*/ 546270 h 2398711"/>
              <a:gd name="connsiteX86762" fmla="*/ 788092 w 2119654"/>
              <a:gd name="connsiteY86762" fmla="*/ 546474 h 2398711"/>
              <a:gd name="connsiteX86763" fmla="*/ 788106 w 2119654"/>
              <a:gd name="connsiteY86763" fmla="*/ 546278 h 2398711"/>
              <a:gd name="connsiteX86764" fmla="*/ 874946 w 2119654"/>
              <a:gd name="connsiteY86764" fmla="*/ 349650 h 2398711"/>
              <a:gd name="connsiteX86765" fmla="*/ 875125 w 2119654"/>
              <a:gd name="connsiteY86765" fmla="*/ 349971 h 2398711"/>
              <a:gd name="connsiteX86766" fmla="*/ 875961 w 2119654"/>
              <a:gd name="connsiteY86766" fmla="*/ 348396 h 2398711"/>
              <a:gd name="connsiteX86767" fmla="*/ 875785 w 2119654"/>
              <a:gd name="connsiteY86767" fmla="*/ 348018 h 2398711"/>
              <a:gd name="connsiteX86768" fmla="*/ 854745 w 2119654"/>
              <a:gd name="connsiteY86768" fmla="*/ 394554 h 2398711"/>
              <a:gd name="connsiteX86769" fmla="*/ 854426 w 2119654"/>
              <a:gd name="connsiteY86769" fmla="*/ 397143 h 2398711"/>
              <a:gd name="connsiteX86770" fmla="*/ 855129 w 2119654"/>
              <a:gd name="connsiteY86770" fmla="*/ 398968 h 2398711"/>
              <a:gd name="connsiteX86771" fmla="*/ 855442 w 2119654"/>
              <a:gd name="connsiteY86771" fmla="*/ 395289 h 2398711"/>
              <a:gd name="connsiteX86772" fmla="*/ 873736 w 2119654"/>
              <a:gd name="connsiteY86772" fmla="*/ 352006 h 2398711"/>
              <a:gd name="connsiteX86773" fmla="*/ 873936 w 2119654"/>
              <a:gd name="connsiteY86773" fmla="*/ 352210 h 2398711"/>
              <a:gd name="connsiteX86774" fmla="*/ 874814 w 2119654"/>
              <a:gd name="connsiteY86774" fmla="*/ 350556 h 2398711"/>
              <a:gd name="connsiteX86775" fmla="*/ 874641 w 2119654"/>
              <a:gd name="connsiteY86775" fmla="*/ 350244 h 2398711"/>
              <a:gd name="connsiteX86776" fmla="*/ 258904 w 2119654"/>
              <a:gd name="connsiteY86776" fmla="*/ 1728630 h 2398711"/>
              <a:gd name="connsiteX86777" fmla="*/ 292730 w 2119654"/>
              <a:gd name="connsiteY86777" fmla="*/ 1743903 h 2398711"/>
              <a:gd name="connsiteX86778" fmla="*/ 281862 w 2119654"/>
              <a:gd name="connsiteY86778" fmla="*/ 1734845 h 2398711"/>
              <a:gd name="connsiteX86779" fmla="*/ 266471 w 2119654"/>
              <a:gd name="connsiteY86779" fmla="*/ 1730480 h 2398711"/>
              <a:gd name="connsiteX86780" fmla="*/ 266218 w 2119654"/>
              <a:gd name="connsiteY86780" fmla="*/ 1730056 h 2398711"/>
              <a:gd name="connsiteX86781" fmla="*/ 281220 w 2119654"/>
              <a:gd name="connsiteY86781" fmla="*/ 1734309 h 2398711"/>
              <a:gd name="connsiteX86782" fmla="*/ 278797 w 2119654"/>
              <a:gd name="connsiteY86782" fmla="*/ 1732291 h 2398711"/>
              <a:gd name="connsiteX86783" fmla="*/ 302766 w 2119654"/>
              <a:gd name="connsiteY86783" fmla="*/ 1630409 h 2398711"/>
              <a:gd name="connsiteX86784" fmla="*/ 312421 w 2119654"/>
              <a:gd name="connsiteY86784" fmla="*/ 1636820 h 2398711"/>
              <a:gd name="connsiteX86785" fmla="*/ 312508 w 2119654"/>
              <a:gd name="connsiteY86785" fmla="*/ 1636835 h 2398711"/>
              <a:gd name="connsiteX86786" fmla="*/ 305593 w 2119654"/>
              <a:gd name="connsiteY86786" fmla="*/ 1630974 h 2398711"/>
              <a:gd name="connsiteX86787" fmla="*/ 873346 w 2119654"/>
              <a:gd name="connsiteY86787" fmla="*/ 352763 h 2398711"/>
              <a:gd name="connsiteX86788" fmla="*/ 873573 w 2119654"/>
              <a:gd name="connsiteY86788" fmla="*/ 352895 h 2398711"/>
              <a:gd name="connsiteX86789" fmla="*/ 873679 w 2119654"/>
              <a:gd name="connsiteY86789" fmla="*/ 352695 h 2398711"/>
              <a:gd name="connsiteX86790" fmla="*/ 873483 w 2119654"/>
              <a:gd name="connsiteY86790" fmla="*/ 352496 h 2398711"/>
              <a:gd name="connsiteX86791" fmla="*/ 873142 w 2119654"/>
              <a:gd name="connsiteY86791" fmla="*/ 353161 h 2398711"/>
              <a:gd name="connsiteX86792" fmla="*/ 873296 w 2119654"/>
              <a:gd name="connsiteY86792" fmla="*/ 353417 h 2398711"/>
              <a:gd name="connsiteX86793" fmla="*/ 873399 w 2119654"/>
              <a:gd name="connsiteY86793" fmla="*/ 353224 h 2398711"/>
              <a:gd name="connsiteX86794" fmla="*/ 873176 w 2119654"/>
              <a:gd name="connsiteY86794" fmla="*/ 353096 h 2398711"/>
              <a:gd name="connsiteX86795" fmla="*/ 799064 w 2119654"/>
              <a:gd name="connsiteY86795" fmla="*/ 518923 h 2398711"/>
              <a:gd name="connsiteX86796" fmla="*/ 799056 w 2119654"/>
              <a:gd name="connsiteY86796" fmla="*/ 520201 h 2398711"/>
              <a:gd name="connsiteX86797" fmla="*/ 799218 w 2119654"/>
              <a:gd name="connsiteY86797" fmla="*/ 521232 h 2398711"/>
              <a:gd name="connsiteX86798" fmla="*/ 799650 w 2119654"/>
              <a:gd name="connsiteY86798" fmla="*/ 521627 h 2398711"/>
              <a:gd name="connsiteX86799" fmla="*/ 799500 w 2119654"/>
              <a:gd name="connsiteY86799" fmla="*/ 519603 h 2398711"/>
              <a:gd name="connsiteX86800" fmla="*/ 872595 w 2119654"/>
              <a:gd name="connsiteY86800" fmla="*/ 354226 h 2398711"/>
              <a:gd name="connsiteX86801" fmla="*/ 872778 w 2119654"/>
              <a:gd name="connsiteY86801" fmla="*/ 354392 h 2398711"/>
              <a:gd name="connsiteX86802" fmla="*/ 873177 w 2119654"/>
              <a:gd name="connsiteY86802" fmla="*/ 353640 h 2398711"/>
              <a:gd name="connsiteX86803" fmla="*/ 873026 w 2119654"/>
              <a:gd name="connsiteY86803" fmla="*/ 353387 h 2398711"/>
              <a:gd name="connsiteX86804" fmla="*/ 351061 w 2119654"/>
              <a:gd name="connsiteY86804" fmla="*/ 1521940 h 2398711"/>
              <a:gd name="connsiteX86805" fmla="*/ 352357 w 2119654"/>
              <a:gd name="connsiteY86805" fmla="*/ 1522895 h 2398711"/>
              <a:gd name="connsiteX86806" fmla="*/ 352194 w 2119654"/>
              <a:gd name="connsiteY86806" fmla="*/ 1522532 h 2398711"/>
              <a:gd name="connsiteX86807" fmla="*/ 351616 w 2119654"/>
              <a:gd name="connsiteY86807" fmla="*/ 1521923 h 2398711"/>
              <a:gd name="connsiteX86808" fmla="*/ 241728 w 2119654"/>
              <a:gd name="connsiteY86808" fmla="*/ 1766555 h 2398711"/>
              <a:gd name="connsiteX86809" fmla="*/ 251888 w 2119654"/>
              <a:gd name="connsiteY86809" fmla="*/ 1769779 h 2398711"/>
              <a:gd name="connsiteX86810" fmla="*/ 258535 w 2119654"/>
              <a:gd name="connsiteY86810" fmla="*/ 1770156 h 2398711"/>
              <a:gd name="connsiteX86811" fmla="*/ 350106 w 2119654"/>
              <a:gd name="connsiteY86811" fmla="*/ 1523874 h 2398711"/>
              <a:gd name="connsiteX86812" fmla="*/ 350858 w 2119654"/>
              <a:gd name="connsiteY86812" fmla="*/ 1524966 h 2398711"/>
              <a:gd name="connsiteX86813" fmla="*/ 351025 w 2119654"/>
              <a:gd name="connsiteY86813" fmla="*/ 1525028 h 2398711"/>
              <a:gd name="connsiteX86814" fmla="*/ 352683 w 2119654"/>
              <a:gd name="connsiteY86814" fmla="*/ 1525395 h 2398711"/>
              <a:gd name="connsiteX86815" fmla="*/ 352252 w 2119654"/>
              <a:gd name="connsiteY86815" fmla="*/ 1524845 h 2398711"/>
              <a:gd name="connsiteX86816" fmla="*/ 830484 w 2119654"/>
              <a:gd name="connsiteY86816" fmla="*/ 448194 h 2398711"/>
              <a:gd name="connsiteX86817" fmla="*/ 829616 w 2119654"/>
              <a:gd name="connsiteY86817" fmla="*/ 451169 h 2398711"/>
              <a:gd name="connsiteX86818" fmla="*/ 829571 w 2119654"/>
              <a:gd name="connsiteY86818" fmla="*/ 451695 h 2398711"/>
              <a:gd name="connsiteX86819" fmla="*/ 830933 w 2119654"/>
              <a:gd name="connsiteY86819" fmla="*/ 452239 h 2398711"/>
              <a:gd name="connsiteX86820" fmla="*/ 831313 w 2119654"/>
              <a:gd name="connsiteY86820" fmla="*/ 449145 h 2398711"/>
              <a:gd name="connsiteX86821" fmla="*/ 806074 w 2119654"/>
              <a:gd name="connsiteY86821" fmla="*/ 502819 h 2398711"/>
              <a:gd name="connsiteX86822" fmla="*/ 806022 w 2119654"/>
              <a:gd name="connsiteY86822" fmla="*/ 502988 h 2398711"/>
              <a:gd name="connsiteX86823" fmla="*/ 806190 w 2119654"/>
              <a:gd name="connsiteY86823" fmla="*/ 503751 h 2398711"/>
              <a:gd name="connsiteX86824" fmla="*/ 806437 w 2119654"/>
              <a:gd name="connsiteY86824" fmla="*/ 503098 h 2398711"/>
              <a:gd name="connsiteX86825" fmla="*/ 828582 w 2119654"/>
              <a:gd name="connsiteY86825" fmla="*/ 452171 h 2398711"/>
              <a:gd name="connsiteX86826" fmla="*/ 826781 w 2119654"/>
              <a:gd name="connsiteY86826" fmla="*/ 456933 h 2398711"/>
              <a:gd name="connsiteX86827" fmla="*/ 826590 w 2119654"/>
              <a:gd name="connsiteY86827" fmla="*/ 457556 h 2398711"/>
              <a:gd name="connsiteX86828" fmla="*/ 827316 w 2119654"/>
              <a:gd name="connsiteY86828" fmla="*/ 458353 h 2398711"/>
              <a:gd name="connsiteX86829" fmla="*/ 828360 w 2119654"/>
              <a:gd name="connsiteY86829" fmla="*/ 454775 h 2398711"/>
              <a:gd name="connsiteX86830" fmla="*/ 867271 w 2119654"/>
              <a:gd name="connsiteY86830" fmla="*/ 365418 h 2398711"/>
              <a:gd name="connsiteX86831" fmla="*/ 867809 w 2119654"/>
              <a:gd name="connsiteY86831" fmla="*/ 366319 h 2398711"/>
              <a:gd name="connsiteX86832" fmla="*/ 869050 w 2119654"/>
              <a:gd name="connsiteY86832" fmla="*/ 361956 h 2398711"/>
              <a:gd name="connsiteX86833" fmla="*/ 305370 w 2119654"/>
              <a:gd name="connsiteY86833" fmla="*/ 1623604 h 2398711"/>
              <a:gd name="connsiteX86834" fmla="*/ 313664 w 2119654"/>
              <a:gd name="connsiteY86834" fmla="*/ 1628934 h 2398711"/>
              <a:gd name="connsiteX86835" fmla="*/ 308236 w 2119654"/>
              <a:gd name="connsiteY86835" fmla="*/ 1624689 h 2398711"/>
              <a:gd name="connsiteX86836" fmla="*/ 303738 w 2119654"/>
              <a:gd name="connsiteY86836" fmla="*/ 1627082 h 2398711"/>
              <a:gd name="connsiteX86837" fmla="*/ 307093 w 2119654"/>
              <a:gd name="connsiteY86837" fmla="*/ 1629926 h 2398711"/>
              <a:gd name="connsiteX86838" fmla="*/ 312385 w 2119654"/>
              <a:gd name="connsiteY86838" fmla="*/ 1632125 h 2398711"/>
              <a:gd name="connsiteX86839" fmla="*/ 318410 w 2119654"/>
              <a:gd name="connsiteY86839" fmla="*/ 1633245 h 2398711"/>
              <a:gd name="connsiteX86840" fmla="*/ 316729 w 2119654"/>
              <a:gd name="connsiteY86840" fmla="*/ 1632260 h 2398711"/>
              <a:gd name="connsiteX86841" fmla="*/ 316658 w 2119654"/>
              <a:gd name="connsiteY86841" fmla="*/ 1632078 h 2398711"/>
              <a:gd name="connsiteX86842" fmla="*/ 308600 w 2119654"/>
              <a:gd name="connsiteY86842" fmla="*/ 1629304 h 2398711"/>
              <a:gd name="connsiteX86843" fmla="*/ 308506 w 2119654"/>
              <a:gd name="connsiteY86843" fmla="*/ 1629156 h 2398711"/>
              <a:gd name="connsiteX86844" fmla="*/ 316605 w 2119654"/>
              <a:gd name="connsiteY86844" fmla="*/ 1631945 h 2398711"/>
              <a:gd name="connsiteX86845" fmla="*/ 316554 w 2119654"/>
              <a:gd name="connsiteY86845" fmla="*/ 1631815 h 2398711"/>
              <a:gd name="connsiteX86846" fmla="*/ 317022 w 2119654"/>
              <a:gd name="connsiteY86846" fmla="*/ 1632088 h 2398711"/>
              <a:gd name="connsiteX86847" fmla="*/ 318230 w 2119654"/>
              <a:gd name="connsiteY86847" fmla="*/ 1632505 h 2398711"/>
              <a:gd name="connsiteX86848" fmla="*/ 317391 w 2119654"/>
              <a:gd name="connsiteY86848" fmla="*/ 1631849 h 2398711"/>
              <a:gd name="connsiteX86849" fmla="*/ 316708 w 2119654"/>
              <a:gd name="connsiteY86849" fmla="*/ 1631515 h 2398711"/>
              <a:gd name="connsiteX86850" fmla="*/ 310937 w 2119654"/>
              <a:gd name="connsiteY86850" fmla="*/ 1629592 h 2398711"/>
              <a:gd name="connsiteX86851" fmla="*/ 868313 w 2119654"/>
              <a:gd name="connsiteY86851" fmla="*/ 362800 h 2398711"/>
              <a:gd name="connsiteX86852" fmla="*/ 869381 w 2119654"/>
              <a:gd name="connsiteY86852" fmla="*/ 360789 h 2398711"/>
              <a:gd name="connsiteX86853" fmla="*/ 869579 w 2119654"/>
              <a:gd name="connsiteY86853" fmla="*/ 360094 h 2398711"/>
              <a:gd name="connsiteX86854" fmla="*/ 869489 w 2119654"/>
              <a:gd name="connsiteY86854" fmla="*/ 360270 h 2398711"/>
              <a:gd name="connsiteX86855" fmla="*/ 789644 w 2119654"/>
              <a:gd name="connsiteY86855" fmla="*/ 538955 h 2398711"/>
              <a:gd name="connsiteX86856" fmla="*/ 789624 w 2119654"/>
              <a:gd name="connsiteY86856" fmla="*/ 539384 h 2398711"/>
              <a:gd name="connsiteX86857" fmla="*/ 790073 w 2119654"/>
              <a:gd name="connsiteY86857" fmla="*/ 539723 h 2398711"/>
              <a:gd name="connsiteX86858" fmla="*/ 790139 w 2119654"/>
              <a:gd name="connsiteY86858" fmla="*/ 539455 h 2398711"/>
              <a:gd name="connsiteX86859" fmla="*/ 789693 w 2119654"/>
              <a:gd name="connsiteY86859" fmla="*/ 538990 h 2398711"/>
              <a:gd name="connsiteX86860" fmla="*/ 858338 w 2119654"/>
              <a:gd name="connsiteY86860" fmla="*/ 385024 h 2398711"/>
              <a:gd name="connsiteX86861" fmla="*/ 858041 w 2119654"/>
              <a:gd name="connsiteY86861" fmla="*/ 388512 h 2398711"/>
              <a:gd name="connsiteX86862" fmla="*/ 860651 w 2119654"/>
              <a:gd name="connsiteY86862" fmla="*/ 391509 h 2398711"/>
              <a:gd name="connsiteX86863" fmla="*/ 861907 w 2119654"/>
              <a:gd name="connsiteY86863" fmla="*/ 387087 h 2398711"/>
              <a:gd name="connsiteX86864" fmla="*/ 806841 w 2119654"/>
              <a:gd name="connsiteY86864" fmla="*/ 500317 h 2398711"/>
              <a:gd name="connsiteX86865" fmla="*/ 806623 w 2119654"/>
              <a:gd name="connsiteY86865" fmla="*/ 501029 h 2398711"/>
              <a:gd name="connsiteX86866" fmla="*/ 807085 w 2119654"/>
              <a:gd name="connsiteY86866" fmla="*/ 501385 h 2398711"/>
              <a:gd name="connsiteX86867" fmla="*/ 807155 w 2119654"/>
              <a:gd name="connsiteY86867" fmla="*/ 501199 h 2398711"/>
              <a:gd name="connsiteX86868" fmla="*/ 830207 w 2119654"/>
              <a:gd name="connsiteY86868" fmla="*/ 447875 h 2398711"/>
              <a:gd name="connsiteX86869" fmla="*/ 829806 w 2119654"/>
              <a:gd name="connsiteY86869" fmla="*/ 448935 h 2398711"/>
              <a:gd name="connsiteX86870" fmla="*/ 829700 w 2119654"/>
              <a:gd name="connsiteY86870" fmla="*/ 450184 h 2398711"/>
              <a:gd name="connsiteX86871" fmla="*/ 830255 w 2119654"/>
              <a:gd name="connsiteY86871" fmla="*/ 448281 h 2398711"/>
              <a:gd name="connsiteX86872" fmla="*/ 830444 w 2119654"/>
              <a:gd name="connsiteY86872" fmla="*/ 448147 h 2398711"/>
              <a:gd name="connsiteX86873" fmla="*/ 889449 w 2119654"/>
              <a:gd name="connsiteY86873" fmla="*/ 315206 h 2398711"/>
              <a:gd name="connsiteX86874" fmla="*/ 888922 w 2119654"/>
              <a:gd name="connsiteY86874" fmla="*/ 321393 h 2398711"/>
              <a:gd name="connsiteX86875" fmla="*/ 891106 w 2119654"/>
              <a:gd name="connsiteY86875" fmla="*/ 317144 h 2398711"/>
              <a:gd name="connsiteX86876" fmla="*/ 830997 w 2119654"/>
              <a:gd name="connsiteY86876" fmla="*/ 445786 h 2398711"/>
              <a:gd name="connsiteX86877" fmla="*/ 830587 w 2119654"/>
              <a:gd name="connsiteY86877" fmla="*/ 446872 h 2398711"/>
              <a:gd name="connsiteX86878" fmla="*/ 831468 w 2119654"/>
              <a:gd name="connsiteY86878" fmla="*/ 447884 h 2398711"/>
              <a:gd name="connsiteX86879" fmla="*/ 831615 w 2119654"/>
              <a:gd name="connsiteY86879" fmla="*/ 446687 h 2398711"/>
              <a:gd name="connsiteX86880" fmla="*/ 860910 w 2119654"/>
              <a:gd name="connsiteY86880" fmla="*/ 378751 h 2398711"/>
              <a:gd name="connsiteX86881" fmla="*/ 863437 w 2119654"/>
              <a:gd name="connsiteY86881" fmla="*/ 381706 h 2398711"/>
              <a:gd name="connsiteX86882" fmla="*/ 864279 w 2119654"/>
              <a:gd name="connsiteY86882" fmla="*/ 378741 h 2398711"/>
              <a:gd name="connsiteX86883" fmla="*/ 862816 w 2119654"/>
              <a:gd name="connsiteY86883" fmla="*/ 377473 h 2398711"/>
              <a:gd name="connsiteX86884" fmla="*/ 863051 w 2119654"/>
              <a:gd name="connsiteY86884" fmla="*/ 377485 h 2398711"/>
              <a:gd name="connsiteX86885" fmla="*/ 864324 w 2119654"/>
              <a:gd name="connsiteY86885" fmla="*/ 378587 h 2398711"/>
              <a:gd name="connsiteX86886" fmla="*/ 867337 w 2119654"/>
              <a:gd name="connsiteY86886" fmla="*/ 367981 h 2398711"/>
              <a:gd name="connsiteX86887" fmla="*/ 866576 w 2119654"/>
              <a:gd name="connsiteY86887" fmla="*/ 366770 h 2398711"/>
              <a:gd name="connsiteX86888" fmla="*/ 865493 w 2119654"/>
              <a:gd name="connsiteY86888" fmla="*/ 368879 h 2398711"/>
              <a:gd name="connsiteX86889" fmla="*/ 852213 w 2119654"/>
              <a:gd name="connsiteY86889" fmla="*/ 398189 h 2398711"/>
              <a:gd name="connsiteX86890" fmla="*/ 851999 w 2119654"/>
              <a:gd name="connsiteY86890" fmla="*/ 401677 h 2398711"/>
              <a:gd name="connsiteX86891" fmla="*/ 851713 w 2119654"/>
              <a:gd name="connsiteY86891" fmla="*/ 407725 h 2398711"/>
              <a:gd name="connsiteX86892" fmla="*/ 852779 w 2119654"/>
              <a:gd name="connsiteY86892" fmla="*/ 408132 h 2398711"/>
              <a:gd name="connsiteX86893" fmla="*/ 853838 w 2119654"/>
              <a:gd name="connsiteY86893" fmla="*/ 399508 h 2398711"/>
              <a:gd name="connsiteX86894" fmla="*/ 305583 w 2119654"/>
              <a:gd name="connsiteY86894" fmla="*/ 1622090 h 2398711"/>
              <a:gd name="connsiteX86895" fmla="*/ 307581 w 2119654"/>
              <a:gd name="connsiteY86895" fmla="*/ 1623652 h 2398711"/>
              <a:gd name="connsiteX86896" fmla="*/ 308749 w 2119654"/>
              <a:gd name="connsiteY86896" fmla="*/ 1624092 h 2398711"/>
              <a:gd name="connsiteX86897" fmla="*/ 308788 w 2119654"/>
              <a:gd name="connsiteY86897" fmla="*/ 1624105 h 2398711"/>
              <a:gd name="connsiteX86898" fmla="*/ 306260 w 2119654"/>
              <a:gd name="connsiteY86898" fmla="*/ 1622360 h 2398711"/>
              <a:gd name="connsiteX86899" fmla="*/ 858414 w 2119654"/>
              <a:gd name="connsiteY86899" fmla="*/ 384125 h 2398711"/>
              <a:gd name="connsiteX86900" fmla="*/ 858363 w 2119654"/>
              <a:gd name="connsiteY86900" fmla="*/ 384718 h 2398711"/>
              <a:gd name="connsiteX86901" fmla="*/ 861985 w 2119654"/>
              <a:gd name="connsiteY86901" fmla="*/ 386811 h 2398711"/>
              <a:gd name="connsiteX86902" fmla="*/ 863383 w 2119654"/>
              <a:gd name="connsiteY86902" fmla="*/ 381894 h 2398711"/>
              <a:gd name="connsiteX86903" fmla="*/ 860834 w 2119654"/>
              <a:gd name="connsiteY86903" fmla="*/ 378912 h 2398711"/>
              <a:gd name="connsiteX86904" fmla="*/ 874015 w 2119654"/>
              <a:gd name="connsiteY86904" fmla="*/ 349125 h 2398711"/>
              <a:gd name="connsiteX86905" fmla="*/ 873317 w 2119654"/>
              <a:gd name="connsiteY86905" fmla="*/ 351581 h 2398711"/>
              <a:gd name="connsiteX86906" fmla="*/ 873380 w 2119654"/>
              <a:gd name="connsiteY86906" fmla="*/ 351645 h 2398711"/>
              <a:gd name="connsiteX86907" fmla="*/ 874359 w 2119654"/>
              <a:gd name="connsiteY86907" fmla="*/ 349741 h 2398711"/>
              <a:gd name="connsiteX86908" fmla="*/ 832076 w 2119654"/>
              <a:gd name="connsiteY86908" fmla="*/ 442937 h 2398711"/>
              <a:gd name="connsiteX86909" fmla="*/ 831862 w 2119654"/>
              <a:gd name="connsiteY86909" fmla="*/ 443502 h 2398711"/>
              <a:gd name="connsiteX86910" fmla="*/ 831984 w 2119654"/>
              <a:gd name="connsiteY86910" fmla="*/ 443681 h 2398711"/>
              <a:gd name="connsiteX86911" fmla="*/ 832480 w 2119654"/>
              <a:gd name="connsiteY86911" fmla="*/ 441868 h 2398711"/>
              <a:gd name="connsiteX86912" fmla="*/ 832405 w 2119654"/>
              <a:gd name="connsiteY86912" fmla="*/ 442069 h 2398711"/>
              <a:gd name="connsiteX86913" fmla="*/ 832172 w 2119654"/>
              <a:gd name="connsiteY86913" fmla="*/ 443955 h 2398711"/>
              <a:gd name="connsiteX86914" fmla="*/ 834177 w 2119654"/>
              <a:gd name="connsiteY86914" fmla="*/ 446880 h 2398711"/>
              <a:gd name="connsiteX86915" fmla="*/ 836093 w 2119654"/>
              <a:gd name="connsiteY86915" fmla="*/ 448230 h 2398711"/>
              <a:gd name="connsiteX86916" fmla="*/ 832891 w 2119654"/>
              <a:gd name="connsiteY86916" fmla="*/ 442172 h 2398711"/>
              <a:gd name="connsiteX86917" fmla="*/ 853494 w 2119654"/>
              <a:gd name="connsiteY86917" fmla="*/ 394721 h 2398711"/>
              <a:gd name="connsiteX86918" fmla="*/ 854201 w 2119654"/>
              <a:gd name="connsiteY86918" fmla="*/ 396555 h 2398711"/>
              <a:gd name="connsiteX86919" fmla="*/ 854481 w 2119654"/>
              <a:gd name="connsiteY86919" fmla="*/ 394276 h 2398711"/>
              <a:gd name="connsiteX86920" fmla="*/ 853958 w 2119654"/>
              <a:gd name="connsiteY86920" fmla="*/ 393723 h 2398711"/>
              <a:gd name="connsiteX86921" fmla="*/ 852262 w 2119654"/>
              <a:gd name="connsiteY86921" fmla="*/ 397373 h 2398711"/>
              <a:gd name="connsiteX86922" fmla="*/ 852241 w 2119654"/>
              <a:gd name="connsiteY86922" fmla="*/ 397733 h 2398711"/>
              <a:gd name="connsiteX86923" fmla="*/ 853774 w 2119654"/>
              <a:gd name="connsiteY86923" fmla="*/ 398977 h 2398711"/>
              <a:gd name="connsiteX86924" fmla="*/ 852751 w 2119654"/>
              <a:gd name="connsiteY86924" fmla="*/ 396321 h 2398711"/>
              <a:gd name="connsiteX86925" fmla="*/ 889576 w 2119654"/>
              <a:gd name="connsiteY86925" fmla="*/ 313702 h 2398711"/>
              <a:gd name="connsiteX86926" fmla="*/ 889474 w 2119654"/>
              <a:gd name="connsiteY86926" fmla="*/ 314902 h 2398711"/>
              <a:gd name="connsiteX86927" fmla="*/ 890940 w 2119654"/>
              <a:gd name="connsiteY86927" fmla="*/ 316617 h 2398711"/>
              <a:gd name="connsiteX86928" fmla="*/ 848840 w 2119654"/>
              <a:gd name="connsiteY86928" fmla="*/ 404747 h 2398711"/>
              <a:gd name="connsiteX86929" fmla="*/ 851174 w 2119654"/>
              <a:gd name="connsiteY86929" fmla="*/ 407519 h 2398711"/>
              <a:gd name="connsiteX86930" fmla="*/ 851505 w 2119654"/>
              <a:gd name="connsiteY86930" fmla="*/ 407647 h 2398711"/>
              <a:gd name="connsiteX86931" fmla="*/ 852089 w 2119654"/>
              <a:gd name="connsiteY86931" fmla="*/ 398088 h 2398711"/>
              <a:gd name="connsiteX86932" fmla="*/ 851975 w 2119654"/>
              <a:gd name="connsiteY86932" fmla="*/ 397996 h 2398711"/>
              <a:gd name="connsiteX86933" fmla="*/ 790827 w 2119654"/>
              <a:gd name="connsiteY86933" fmla="*/ 534641 h 2398711"/>
              <a:gd name="connsiteX86934" fmla="*/ 791192 w 2119654"/>
              <a:gd name="connsiteY86934" fmla="*/ 535182 h 2398711"/>
              <a:gd name="connsiteX86935" fmla="*/ 791291 w 2119654"/>
              <a:gd name="connsiteY86935" fmla="*/ 534782 h 2398711"/>
              <a:gd name="connsiteX86936" fmla="*/ 789732 w 2119654"/>
              <a:gd name="connsiteY86936" fmla="*/ 537080 h 2398711"/>
              <a:gd name="connsiteX86937" fmla="*/ 789666 w 2119654"/>
              <a:gd name="connsiteY86937" fmla="*/ 538475 h 2398711"/>
              <a:gd name="connsiteX86938" fmla="*/ 790271 w 2119654"/>
              <a:gd name="connsiteY86938" fmla="*/ 538920 h 2398711"/>
              <a:gd name="connsiteX86939" fmla="*/ 790463 w 2119654"/>
              <a:gd name="connsiteY86939" fmla="*/ 538137 h 2398711"/>
              <a:gd name="connsiteX86940" fmla="*/ 790436 w 2119654"/>
              <a:gd name="connsiteY86940" fmla="*/ 537687 h 2398711"/>
              <a:gd name="connsiteX86941" fmla="*/ 907442 w 2119654"/>
              <a:gd name="connsiteY86941" fmla="*/ 273362 h 2398711"/>
              <a:gd name="connsiteX86942" fmla="*/ 904113 w 2119654"/>
              <a:gd name="connsiteY86942" fmla="*/ 289053 h 2398711"/>
              <a:gd name="connsiteX86943" fmla="*/ 905160 w 2119654"/>
              <a:gd name="connsiteY86943" fmla="*/ 290262 h 2398711"/>
              <a:gd name="connsiteX86944" fmla="*/ 909804 w 2119654"/>
              <a:gd name="connsiteY86944" fmla="*/ 281513 h 2398711"/>
              <a:gd name="connsiteX86945" fmla="*/ 846701 w 2119654"/>
              <a:gd name="connsiteY86945" fmla="*/ 409355 h 2398711"/>
              <a:gd name="connsiteX86946" fmla="*/ 848049 w 2119654"/>
              <a:gd name="connsiteY86946" fmla="*/ 410783 h 2398711"/>
              <a:gd name="connsiteX86947" fmla="*/ 846999 w 2119654"/>
              <a:gd name="connsiteY86947" fmla="*/ 408712 h 2398711"/>
              <a:gd name="connsiteX86948" fmla="*/ 790529 w 2119654"/>
              <a:gd name="connsiteY86948" fmla="*/ 535114 h 2398711"/>
              <a:gd name="connsiteX86949" fmla="*/ 790666 w 2119654"/>
              <a:gd name="connsiteY86949" fmla="*/ 537316 h 2398711"/>
              <a:gd name="connsiteX86950" fmla="*/ 791027 w 2119654"/>
              <a:gd name="connsiteY86950" fmla="*/ 535852 h 2398711"/>
              <a:gd name="connsiteX86951" fmla="*/ 845630 w 2119654"/>
              <a:gd name="connsiteY86951" fmla="*/ 411662 h 2398711"/>
              <a:gd name="connsiteX86952" fmla="*/ 850600 w 2119654"/>
              <a:gd name="connsiteY86952" fmla="*/ 416190 h 2398711"/>
              <a:gd name="connsiteX86953" fmla="*/ 850012 w 2119654"/>
              <a:gd name="connsiteY86953" fmla="*/ 414652 h 2398711"/>
              <a:gd name="connsiteX86954" fmla="*/ 849036 w 2119654"/>
              <a:gd name="connsiteY86954" fmla="*/ 412727 h 2398711"/>
              <a:gd name="connsiteX86955" fmla="*/ 846421 w 2119654"/>
              <a:gd name="connsiteY86955" fmla="*/ 409957 h 2398711"/>
              <a:gd name="connsiteX86956" fmla="*/ 844778 w 2119654"/>
              <a:gd name="connsiteY86956" fmla="*/ 413495 h 2398711"/>
              <a:gd name="connsiteX86957" fmla="*/ 848851 w 2119654"/>
              <a:gd name="connsiteY86957" fmla="*/ 417468 h 2398711"/>
              <a:gd name="connsiteX86958" fmla="*/ 850865 w 2119654"/>
              <a:gd name="connsiteY86958" fmla="*/ 419482 h 2398711"/>
              <a:gd name="connsiteX86959" fmla="*/ 850961 w 2119654"/>
              <a:gd name="connsiteY86959" fmla="*/ 417468 h 2398711"/>
              <a:gd name="connsiteX86960" fmla="*/ 845320 w 2119654"/>
              <a:gd name="connsiteY86960" fmla="*/ 412328 h 2398711"/>
              <a:gd name="connsiteX86961" fmla="*/ 874879 w 2119654"/>
              <a:gd name="connsiteY86961" fmla="*/ 346084 h 2398711"/>
              <a:gd name="connsiteX86962" fmla="*/ 874230 w 2119654"/>
              <a:gd name="connsiteY86962" fmla="*/ 348369 h 2398711"/>
              <a:gd name="connsiteX86963" fmla="*/ 874664 w 2119654"/>
              <a:gd name="connsiteY86963" fmla="*/ 349145 h 2398711"/>
              <a:gd name="connsiteX86964" fmla="*/ 875527 w 2119654"/>
              <a:gd name="connsiteY86964" fmla="*/ 347467 h 2398711"/>
              <a:gd name="connsiteX86965" fmla="*/ 844405 w 2119654"/>
              <a:gd name="connsiteY86965" fmla="*/ 414299 h 2398711"/>
              <a:gd name="connsiteX86966" fmla="*/ 844985 w 2119654"/>
              <a:gd name="connsiteY86966" fmla="*/ 414817 h 2398711"/>
              <a:gd name="connsiteX86967" fmla="*/ 844599 w 2119654"/>
              <a:gd name="connsiteY86967" fmla="*/ 414235 h 2398711"/>
              <a:gd name="connsiteX86968" fmla="*/ 844487 w 2119654"/>
              <a:gd name="connsiteY86968" fmla="*/ 414122 h 2398711"/>
              <a:gd name="connsiteX86969" fmla="*/ 349356 w 2119654"/>
              <a:gd name="connsiteY86969" fmla="*/ 1522784 h 2398711"/>
              <a:gd name="connsiteX86970" fmla="*/ 349511 w 2119654"/>
              <a:gd name="connsiteY86970" fmla="*/ 1523009 h 2398711"/>
              <a:gd name="connsiteX86971" fmla="*/ 351488 w 2119654"/>
              <a:gd name="connsiteY86971" fmla="*/ 1523871 h 2398711"/>
              <a:gd name="connsiteX86972" fmla="*/ 350117 w 2119654"/>
              <a:gd name="connsiteY86972" fmla="*/ 1522126 h 2398711"/>
              <a:gd name="connsiteX86973" fmla="*/ 924560 w 2119654"/>
              <a:gd name="connsiteY86973" fmla="*/ 234587 h 2398711"/>
              <a:gd name="connsiteX86974" fmla="*/ 926651 w 2119654"/>
              <a:gd name="connsiteY86974" fmla="*/ 238650 h 2398711"/>
              <a:gd name="connsiteX86975" fmla="*/ 925549 w 2119654"/>
              <a:gd name="connsiteY86975" fmla="*/ 236387 h 2398711"/>
              <a:gd name="connsiteX86976" fmla="*/ 925761 w 2119654"/>
              <a:gd name="connsiteY86976" fmla="*/ 236488 h 2398711"/>
              <a:gd name="connsiteX86977" fmla="*/ 929627 w 2119654"/>
              <a:gd name="connsiteY86977" fmla="*/ 244431 h 2398711"/>
              <a:gd name="connsiteX86978" fmla="*/ 933618 w 2119654"/>
              <a:gd name="connsiteY86978" fmla="*/ 252184 h 2398711"/>
              <a:gd name="connsiteX86979" fmla="*/ 935108 w 2119654"/>
              <a:gd name="connsiteY86979" fmla="*/ 255690 h 2398711"/>
              <a:gd name="connsiteX86980" fmla="*/ 937499 w 2119654"/>
              <a:gd name="connsiteY86980" fmla="*/ 260601 h 2398711"/>
              <a:gd name="connsiteX86981" fmla="*/ 937891 w 2119654"/>
              <a:gd name="connsiteY86981" fmla="*/ 259649 h 2398711"/>
              <a:gd name="connsiteX86982" fmla="*/ 938138 w 2119654"/>
              <a:gd name="connsiteY86982" fmla="*/ 259509 h 2398711"/>
              <a:gd name="connsiteX86983" fmla="*/ 937602 w 2119654"/>
              <a:gd name="connsiteY86983" fmla="*/ 260812 h 2398711"/>
              <a:gd name="connsiteX86984" fmla="*/ 938509 w 2119654"/>
              <a:gd name="connsiteY86984" fmla="*/ 262676 h 2398711"/>
              <a:gd name="connsiteX86985" fmla="*/ 943935 w 2119654"/>
              <a:gd name="connsiteY86985" fmla="*/ 274209 h 2398711"/>
              <a:gd name="connsiteX86986" fmla="*/ 944815 w 2119654"/>
              <a:gd name="connsiteY86986" fmla="*/ 275150 h 2398711"/>
              <a:gd name="connsiteX86987" fmla="*/ 946224 w 2119654"/>
              <a:gd name="connsiteY86987" fmla="*/ 276540 h 2398711"/>
              <a:gd name="connsiteX86988" fmla="*/ 948068 w 2119654"/>
              <a:gd name="connsiteY86988" fmla="*/ 268959 h 2398711"/>
              <a:gd name="connsiteX86989" fmla="*/ 948051 w 2119654"/>
              <a:gd name="connsiteY86989" fmla="*/ 268948 h 2398711"/>
              <a:gd name="connsiteX86990" fmla="*/ 948071 w 2119654"/>
              <a:gd name="connsiteY86990" fmla="*/ 268947 h 2398711"/>
              <a:gd name="connsiteX86991" fmla="*/ 950652 w 2119654"/>
              <a:gd name="connsiteY86991" fmla="*/ 258335 h 2398711"/>
              <a:gd name="connsiteX86992" fmla="*/ 951124 w 2119654"/>
              <a:gd name="connsiteY86992" fmla="*/ 257966 h 2398711"/>
              <a:gd name="connsiteX86993" fmla="*/ 948459 w 2119654"/>
              <a:gd name="connsiteY86993" fmla="*/ 268925 h 2398711"/>
              <a:gd name="connsiteX86994" fmla="*/ 948537 w 2119654"/>
              <a:gd name="connsiteY86994" fmla="*/ 268921 h 2398711"/>
              <a:gd name="connsiteX86995" fmla="*/ 956226 w 2119654"/>
              <a:gd name="connsiteY86995" fmla="*/ 274272 h 2398711"/>
              <a:gd name="connsiteX86996" fmla="*/ 963824 w 2119654"/>
              <a:gd name="connsiteY86996" fmla="*/ 262462 h 2398711"/>
              <a:gd name="connsiteX86997" fmla="*/ 936647 w 2119654"/>
              <a:gd name="connsiteY86997" fmla="*/ 243001 h 2398711"/>
              <a:gd name="connsiteX86998" fmla="*/ 840080 w 2119654"/>
              <a:gd name="connsiteY86998" fmla="*/ 423613 h 2398711"/>
              <a:gd name="connsiteX86999" fmla="*/ 850253 w 2119654"/>
              <a:gd name="connsiteY86999" fmla="*/ 429766 h 2398711"/>
              <a:gd name="connsiteX87000" fmla="*/ 850524 w 2119654"/>
              <a:gd name="connsiteY87000" fmla="*/ 426474 h 2398711"/>
              <a:gd name="connsiteX87001" fmla="*/ 850540 w 2119654"/>
              <a:gd name="connsiteY87001" fmla="*/ 426345 h 2398711"/>
              <a:gd name="connsiteX87002" fmla="*/ 850680 w 2119654"/>
              <a:gd name="connsiteY87002" fmla="*/ 423396 h 2398711"/>
              <a:gd name="connsiteX87003" fmla="*/ 845933 w 2119654"/>
              <a:gd name="connsiteY87003" fmla="*/ 416243 h 2398711"/>
              <a:gd name="connsiteX87004" fmla="*/ 844213 w 2119654"/>
              <a:gd name="connsiteY87004" fmla="*/ 414713 h 2398711"/>
              <a:gd name="connsiteX87005" fmla="*/ 835663 w 2119654"/>
              <a:gd name="connsiteY87005" fmla="*/ 433450 h 2398711"/>
              <a:gd name="connsiteX87006" fmla="*/ 834503 w 2119654"/>
              <a:gd name="connsiteY87006" fmla="*/ 436517 h 2398711"/>
              <a:gd name="connsiteX87007" fmla="*/ 836544 w 2119654"/>
              <a:gd name="connsiteY87007" fmla="*/ 440376 h 2398711"/>
              <a:gd name="connsiteX87008" fmla="*/ 840474 w 2119654"/>
              <a:gd name="connsiteY87008" fmla="*/ 441945 h 2398711"/>
              <a:gd name="connsiteX87009" fmla="*/ 339270 w 2119654"/>
              <a:gd name="connsiteY87009" fmla="*/ 1544936 h 2398711"/>
              <a:gd name="connsiteX87010" fmla="*/ 344918 w 2119654"/>
              <a:gd name="connsiteY87010" fmla="*/ 1550535 h 2398711"/>
              <a:gd name="connsiteX87011" fmla="*/ 345323 w 2119654"/>
              <a:gd name="connsiteY87011" fmla="*/ 1550607 h 2398711"/>
              <a:gd name="connsiteX87012" fmla="*/ 342538 w 2119654"/>
              <a:gd name="connsiteY87012" fmla="*/ 1545832 h 2398711"/>
              <a:gd name="connsiteX87013" fmla="*/ 838633 w 2119654"/>
              <a:gd name="connsiteY87013" fmla="*/ 426730 h 2398711"/>
              <a:gd name="connsiteX87014" fmla="*/ 843761 w 2119654"/>
              <a:gd name="connsiteY87014" fmla="*/ 431731 h 2398711"/>
              <a:gd name="connsiteX87015" fmla="*/ 849172 w 2119654"/>
              <a:gd name="connsiteY87015" fmla="*/ 433881 h 2398711"/>
              <a:gd name="connsiteX87016" fmla="*/ 850094 w 2119654"/>
              <a:gd name="connsiteY87016" fmla="*/ 431691 h 2398711"/>
              <a:gd name="connsiteX87017" fmla="*/ 850243 w 2119654"/>
              <a:gd name="connsiteY87017" fmla="*/ 429885 h 2398711"/>
              <a:gd name="connsiteX87018" fmla="*/ 839992 w 2119654"/>
              <a:gd name="connsiteY87018" fmla="*/ 423803 h 2398711"/>
              <a:gd name="connsiteX87019" fmla="*/ 837471 w 2119654"/>
              <a:gd name="connsiteY87019" fmla="*/ 429232 h 2398711"/>
              <a:gd name="connsiteX87020" fmla="*/ 842796 w 2119654"/>
              <a:gd name="connsiteY87020" fmla="*/ 431348 h 2398711"/>
              <a:gd name="connsiteX87021" fmla="*/ 838482 w 2119654"/>
              <a:gd name="connsiteY87021" fmla="*/ 427056 h 2398711"/>
              <a:gd name="connsiteX87022" fmla="*/ 836322 w 2119654"/>
              <a:gd name="connsiteY87022" fmla="*/ 431707 h 2398711"/>
              <a:gd name="connsiteX87023" fmla="*/ 835842 w 2119654"/>
              <a:gd name="connsiteY87023" fmla="*/ 432976 h 2398711"/>
              <a:gd name="connsiteX87024" fmla="*/ 841052 w 2119654"/>
              <a:gd name="connsiteY87024" fmla="*/ 442176 h 2398711"/>
              <a:gd name="connsiteX87025" fmla="*/ 845015 w 2119654"/>
              <a:gd name="connsiteY87025" fmla="*/ 443759 h 2398711"/>
              <a:gd name="connsiteX87026" fmla="*/ 845396 w 2119654"/>
              <a:gd name="connsiteY87026" fmla="*/ 442855 h 2398711"/>
              <a:gd name="connsiteX87027" fmla="*/ 844443 w 2119654"/>
              <a:gd name="connsiteY87027" fmla="*/ 440667 h 2398711"/>
              <a:gd name="connsiteX87028" fmla="*/ 844850 w 2119654"/>
              <a:gd name="connsiteY87028" fmla="*/ 440839 h 2398711"/>
              <a:gd name="connsiteX87029" fmla="*/ 845560 w 2119654"/>
              <a:gd name="connsiteY87029" fmla="*/ 442468 h 2398711"/>
              <a:gd name="connsiteX87030" fmla="*/ 848042 w 2119654"/>
              <a:gd name="connsiteY87030" fmla="*/ 436567 h 2398711"/>
              <a:gd name="connsiteX87031" fmla="*/ 844139 w 2119654"/>
              <a:gd name="connsiteY87031" fmla="*/ 432684 h 2398711"/>
              <a:gd name="connsiteX87032" fmla="*/ 837155 w 2119654"/>
              <a:gd name="connsiteY87032" fmla="*/ 429911 h 2398711"/>
              <a:gd name="connsiteX87033" fmla="*/ 805986 w 2119654"/>
              <a:gd name="connsiteY87033" fmla="*/ 499201 h 2398711"/>
              <a:gd name="connsiteX87034" fmla="*/ 805594 w 2119654"/>
              <a:gd name="connsiteY87034" fmla="*/ 500239 h 2398711"/>
              <a:gd name="connsiteX87035" fmla="*/ 806429 w 2119654"/>
              <a:gd name="connsiteY87035" fmla="*/ 500880 h 2398711"/>
              <a:gd name="connsiteX87036" fmla="*/ 806713 w 2119654"/>
              <a:gd name="connsiteY87036" fmla="*/ 499956 h 2398711"/>
              <a:gd name="connsiteX87037" fmla="*/ 806602 w 2119654"/>
              <a:gd name="connsiteY87037" fmla="*/ 499647 h 2398711"/>
              <a:gd name="connsiteX87038" fmla="*/ 293518 w 2119654"/>
              <a:gd name="connsiteY87038" fmla="*/ 1646554 h 2398711"/>
              <a:gd name="connsiteX87039" fmla="*/ 296494 w 2119654"/>
              <a:gd name="connsiteY87039" fmla="*/ 1649156 h 2398711"/>
              <a:gd name="connsiteX87040" fmla="*/ 319735 w 2119654"/>
              <a:gd name="connsiteY87040" fmla="*/ 1659648 h 2398711"/>
              <a:gd name="connsiteX87041" fmla="*/ 329570 w 2119654"/>
              <a:gd name="connsiteY87041" fmla="*/ 1663624 h 2398711"/>
              <a:gd name="connsiteX87042" fmla="*/ 346841 w 2119654"/>
              <a:gd name="connsiteY87042" fmla="*/ 1669500 h 2398711"/>
              <a:gd name="connsiteX87043" fmla="*/ 347803 w 2119654"/>
              <a:gd name="connsiteY87043" fmla="*/ 1666751 h 2398711"/>
              <a:gd name="connsiteX87044" fmla="*/ 343560 w 2119654"/>
              <a:gd name="connsiteY87044" fmla="*/ 1663155 h 2398711"/>
              <a:gd name="connsiteX87045" fmla="*/ 323543 w 2119654"/>
              <a:gd name="connsiteY87045" fmla="*/ 1653938 h 2398711"/>
              <a:gd name="connsiteX87046" fmla="*/ 323459 w 2119654"/>
              <a:gd name="connsiteY87046" fmla="*/ 1653772 h 2398711"/>
              <a:gd name="connsiteX87047" fmla="*/ 335168 w 2119654"/>
              <a:gd name="connsiteY87047" fmla="*/ 1659163 h 2398711"/>
              <a:gd name="connsiteX87048" fmla="*/ 342907 w 2119654"/>
              <a:gd name="connsiteY87048" fmla="*/ 1662602 h 2398711"/>
              <a:gd name="connsiteX87049" fmla="*/ 337062 w 2119654"/>
              <a:gd name="connsiteY87049" fmla="*/ 1657647 h 2398711"/>
              <a:gd name="connsiteX87050" fmla="*/ 321959 w 2119654"/>
              <a:gd name="connsiteY87050" fmla="*/ 1652055 h 2398711"/>
              <a:gd name="connsiteX87051" fmla="*/ 311347 w 2119654"/>
              <a:gd name="connsiteY87051" fmla="*/ 1606578 h 2398711"/>
              <a:gd name="connsiteX87052" fmla="*/ 315500 w 2119654"/>
              <a:gd name="connsiteY87052" fmla="*/ 1610917 h 2398711"/>
              <a:gd name="connsiteX87053" fmla="*/ 319035 w 2119654"/>
              <a:gd name="connsiteY87053" fmla="*/ 1611392 h 2398711"/>
              <a:gd name="connsiteX87054" fmla="*/ 313052 w 2119654"/>
              <a:gd name="connsiteY87054" fmla="*/ 1606924 h 2398711"/>
              <a:gd name="connsiteX87055" fmla="*/ 277086 w 2119654"/>
              <a:gd name="connsiteY87055" fmla="*/ 1683186 h 2398711"/>
              <a:gd name="connsiteX87056" fmla="*/ 285432 w 2119654"/>
              <a:gd name="connsiteY87056" fmla="*/ 1689897 h 2398711"/>
              <a:gd name="connsiteX87057" fmla="*/ 295902 w 2119654"/>
              <a:gd name="connsiteY87057" fmla="*/ 1698085 h 2398711"/>
              <a:gd name="connsiteX87058" fmla="*/ 300038 w 2119654"/>
              <a:gd name="connsiteY87058" fmla="*/ 1698290 h 2398711"/>
              <a:gd name="connsiteX87059" fmla="*/ 285389 w 2119654"/>
              <a:gd name="connsiteY87059" fmla="*/ 1686877 h 2398711"/>
              <a:gd name="connsiteX87060" fmla="*/ 277991 w 2119654"/>
              <a:gd name="connsiteY87060" fmla="*/ 1683280 h 2398711"/>
              <a:gd name="connsiteX87061" fmla="*/ 819226 w 2119654"/>
              <a:gd name="connsiteY87061" fmla="*/ 469211 h 2398711"/>
              <a:gd name="connsiteX87062" fmla="*/ 819186 w 2119654"/>
              <a:gd name="connsiteY87062" fmla="*/ 469379 h 2398711"/>
              <a:gd name="connsiteX87063" fmla="*/ 819240 w 2119654"/>
              <a:gd name="connsiteY87063" fmla="*/ 469237 h 2398711"/>
              <a:gd name="connsiteX87064" fmla="*/ 811748 w 2119654"/>
              <a:gd name="connsiteY87064" fmla="*/ 485638 h 2398711"/>
              <a:gd name="connsiteX87065" fmla="*/ 812228 w 2119654"/>
              <a:gd name="connsiteY87065" fmla="*/ 486985 h 2398711"/>
              <a:gd name="connsiteX87066" fmla="*/ 812463 w 2119654"/>
              <a:gd name="connsiteY87066" fmla="*/ 487164 h 2398711"/>
              <a:gd name="connsiteX87067" fmla="*/ 812785 w 2119654"/>
              <a:gd name="connsiteY87067" fmla="*/ 486314 h 2398711"/>
              <a:gd name="connsiteX87068" fmla="*/ 348823 w 2119654"/>
              <a:gd name="connsiteY87068" fmla="*/ 1522009 h 2398711"/>
              <a:gd name="connsiteX87069" fmla="*/ 349167 w 2119654"/>
              <a:gd name="connsiteY87069" fmla="*/ 1522509 h 2398711"/>
              <a:gd name="connsiteX87070" fmla="*/ 349778 w 2119654"/>
              <a:gd name="connsiteY87070" fmla="*/ 1521979 h 2398711"/>
              <a:gd name="connsiteX87071" fmla="*/ 789859 w 2119654"/>
              <a:gd name="connsiteY87071" fmla="*/ 534348 h 2398711"/>
              <a:gd name="connsiteX87072" fmla="*/ 789746 w 2119654"/>
              <a:gd name="connsiteY87072" fmla="*/ 536776 h 2398711"/>
              <a:gd name="connsiteX87073" fmla="*/ 790415 w 2119654"/>
              <a:gd name="connsiteY87073" fmla="*/ 537352 h 2398711"/>
              <a:gd name="connsiteX87074" fmla="*/ 790250 w 2119654"/>
              <a:gd name="connsiteY87074" fmla="*/ 534700 h 2398711"/>
              <a:gd name="connsiteX87075" fmla="*/ 790051 w 2119654"/>
              <a:gd name="connsiteY87075" fmla="*/ 534407 h 2398711"/>
              <a:gd name="connsiteX87076" fmla="*/ 792995 w 2119654"/>
              <a:gd name="connsiteY87076" fmla="*/ 527166 h 2398711"/>
              <a:gd name="connsiteX87077" fmla="*/ 793160 w 2119654"/>
              <a:gd name="connsiteY87077" fmla="*/ 527424 h 2398711"/>
              <a:gd name="connsiteX87078" fmla="*/ 793667 w 2119654"/>
              <a:gd name="connsiteY87078" fmla="*/ 526085 h 2398711"/>
              <a:gd name="connsiteX87079" fmla="*/ 330933 w 2119654"/>
              <a:gd name="connsiteY87079" fmla="*/ 1561808 h 2398711"/>
              <a:gd name="connsiteX87080" fmla="*/ 331171 w 2119654"/>
              <a:gd name="connsiteY87080" fmla="*/ 1562132 h 2398711"/>
              <a:gd name="connsiteX87081" fmla="*/ 334292 w 2119654"/>
              <a:gd name="connsiteY87081" fmla="*/ 1566270 h 2398711"/>
              <a:gd name="connsiteX87082" fmla="*/ 336094 w 2119654"/>
              <a:gd name="connsiteY87082" fmla="*/ 1566215 h 2398711"/>
              <a:gd name="connsiteX87083" fmla="*/ 333760 w 2119654"/>
              <a:gd name="connsiteY87083" fmla="*/ 1563274 h 2398711"/>
              <a:gd name="connsiteX87084" fmla="*/ 245734 w 2119654"/>
              <a:gd name="connsiteY87084" fmla="*/ 1752464 h 2398711"/>
              <a:gd name="connsiteX87085" fmla="*/ 261764 w 2119654"/>
              <a:gd name="connsiteY87085" fmla="*/ 1759891 h 2398711"/>
              <a:gd name="connsiteX87086" fmla="*/ 287933 w 2119654"/>
              <a:gd name="connsiteY87086" fmla="*/ 1771590 h 2398711"/>
              <a:gd name="connsiteX87087" fmla="*/ 303381 w 2119654"/>
              <a:gd name="connsiteY87087" fmla="*/ 1772253 h 2398711"/>
              <a:gd name="connsiteX87088" fmla="*/ 280469 w 2119654"/>
              <a:gd name="connsiteY87088" fmla="*/ 1757315 h 2398711"/>
              <a:gd name="connsiteX87089" fmla="*/ 258793 w 2119654"/>
              <a:gd name="connsiteY87089" fmla="*/ 1754402 h 2398711"/>
              <a:gd name="connsiteX87090" fmla="*/ 788744 w 2119654"/>
              <a:gd name="connsiteY87090" fmla="*/ 536230 h 2398711"/>
              <a:gd name="connsiteX87091" fmla="*/ 788771 w 2119654"/>
              <a:gd name="connsiteY87091" fmla="*/ 536631 h 2398711"/>
              <a:gd name="connsiteX87092" fmla="*/ 788795 w 2119654"/>
              <a:gd name="connsiteY87092" fmla="*/ 536274 h 2398711"/>
              <a:gd name="connsiteX87093" fmla="*/ 338542 w 2119654"/>
              <a:gd name="connsiteY87093" fmla="*/ 1544214 h 2398711"/>
              <a:gd name="connsiteX87094" fmla="*/ 338949 w 2119654"/>
              <a:gd name="connsiteY87094" fmla="*/ 1544617 h 2398711"/>
              <a:gd name="connsiteX87095" fmla="*/ 342378 w 2119654"/>
              <a:gd name="connsiteY87095" fmla="*/ 1545558 h 2398711"/>
              <a:gd name="connsiteX87096" fmla="*/ 341913 w 2119654"/>
              <a:gd name="connsiteY87096" fmla="*/ 1544760 h 2398711"/>
              <a:gd name="connsiteX87097" fmla="*/ 790356 w 2119654"/>
              <a:gd name="connsiteY87097" fmla="*/ 532326 h 2398711"/>
              <a:gd name="connsiteX87098" fmla="*/ 790450 w 2119654"/>
              <a:gd name="connsiteY87098" fmla="*/ 533838 h 2398711"/>
              <a:gd name="connsiteX87099" fmla="*/ 791453 w 2119654"/>
              <a:gd name="connsiteY87099" fmla="*/ 534126 h 2398711"/>
              <a:gd name="connsiteX87100" fmla="*/ 791668 w 2119654"/>
              <a:gd name="connsiteY87100" fmla="*/ 533251 h 2398711"/>
              <a:gd name="connsiteX87101" fmla="*/ 820058 w 2119654"/>
              <a:gd name="connsiteY87101" fmla="*/ 465700 h 2398711"/>
              <a:gd name="connsiteX87102" fmla="*/ 819365 w 2119654"/>
              <a:gd name="connsiteY87102" fmla="*/ 468625 h 2398711"/>
              <a:gd name="connsiteX87103" fmla="*/ 819427 w 2119654"/>
              <a:gd name="connsiteY87103" fmla="*/ 468741 h 2398711"/>
              <a:gd name="connsiteX87104" fmla="*/ 820400 w 2119654"/>
              <a:gd name="connsiteY87104" fmla="*/ 466169 h 2398711"/>
              <a:gd name="connsiteX87105" fmla="*/ 847864 w 2119654"/>
              <a:gd name="connsiteY87105" fmla="*/ 403188 h 2398711"/>
              <a:gd name="connsiteX87106" fmla="*/ 848009 w 2119654"/>
              <a:gd name="connsiteY87106" fmla="*/ 403525 h 2398711"/>
              <a:gd name="connsiteX87107" fmla="*/ 850959 w 2119654"/>
              <a:gd name="connsiteY87107" fmla="*/ 397171 h 2398711"/>
              <a:gd name="connsiteX87108" fmla="*/ 850956 w 2119654"/>
              <a:gd name="connsiteY87108" fmla="*/ 397170 h 2398711"/>
              <a:gd name="connsiteX87109" fmla="*/ 873096 w 2119654"/>
              <a:gd name="connsiteY87109" fmla="*/ 346339 h 2398711"/>
              <a:gd name="connsiteX87110" fmla="*/ 873356 w 2119654"/>
              <a:gd name="connsiteY87110" fmla="*/ 346805 h 2398711"/>
              <a:gd name="connsiteX87111" fmla="*/ 873941 w 2119654"/>
              <a:gd name="connsiteY87111" fmla="*/ 344747 h 2398711"/>
              <a:gd name="connsiteX87112" fmla="*/ 852574 w 2119654"/>
              <a:gd name="connsiteY87112" fmla="*/ 392264 h 2398711"/>
              <a:gd name="connsiteX87113" fmla="*/ 852571 w 2119654"/>
              <a:gd name="connsiteY87113" fmla="*/ 392322 h 2398711"/>
              <a:gd name="connsiteX87114" fmla="*/ 852774 w 2119654"/>
              <a:gd name="connsiteY87114" fmla="*/ 392848 h 2398711"/>
              <a:gd name="connsiteX87115" fmla="*/ 852898 w 2119654"/>
              <a:gd name="connsiteY87115" fmla="*/ 392605 h 2398711"/>
              <a:gd name="connsiteX87116" fmla="*/ 310608 w 2119654"/>
              <a:gd name="connsiteY87116" fmla="*/ 1605804 h 2398711"/>
              <a:gd name="connsiteX87117" fmla="*/ 310699 w 2119654"/>
              <a:gd name="connsiteY87117" fmla="*/ 1605900 h 2398711"/>
              <a:gd name="connsiteX87118" fmla="*/ 312047 w 2119654"/>
              <a:gd name="connsiteY87118" fmla="*/ 1606174 h 2398711"/>
              <a:gd name="connsiteX87119" fmla="*/ 312027 w 2119654"/>
              <a:gd name="connsiteY87119" fmla="*/ 1606158 h 2398711"/>
              <a:gd name="connsiteX87120" fmla="*/ 328254 w 2119654"/>
              <a:gd name="connsiteY87120" fmla="*/ 1566261 h 2398711"/>
              <a:gd name="connsiteX87121" fmla="*/ 328448 w 2119654"/>
              <a:gd name="connsiteY87121" fmla="*/ 1566451 h 2398711"/>
              <a:gd name="connsiteX87122" fmla="*/ 328675 w 2119654"/>
              <a:gd name="connsiteY87122" fmla="*/ 1566444 h 2398711"/>
              <a:gd name="connsiteX87123" fmla="*/ 812599 w 2119654"/>
              <a:gd name="connsiteY87123" fmla="*/ 481711 h 2398711"/>
              <a:gd name="connsiteX87124" fmla="*/ 812376 w 2119654"/>
              <a:gd name="connsiteY87124" fmla="*/ 482303 h 2398711"/>
              <a:gd name="connsiteX87125" fmla="*/ 812640 w 2119654"/>
              <a:gd name="connsiteY87125" fmla="*/ 482505 h 2398711"/>
              <a:gd name="connsiteX87126" fmla="*/ 790303 w 2119654"/>
              <a:gd name="connsiteY87126" fmla="*/ 531492 h 2398711"/>
              <a:gd name="connsiteX87127" fmla="*/ 790315 w 2119654"/>
              <a:gd name="connsiteY87127" fmla="*/ 531675 h 2398711"/>
              <a:gd name="connsiteX87128" fmla="*/ 791799 w 2119654"/>
              <a:gd name="connsiteY87128" fmla="*/ 532720 h 2398711"/>
              <a:gd name="connsiteX87129" fmla="*/ 792455 w 2119654"/>
              <a:gd name="connsiteY87129" fmla="*/ 530057 h 2398711"/>
              <a:gd name="connsiteX87130" fmla="*/ 791816 w 2119654"/>
              <a:gd name="connsiteY87130" fmla="*/ 529061 h 2398711"/>
              <a:gd name="connsiteX87131" fmla="*/ 845402 w 2119654"/>
              <a:gd name="connsiteY87131" fmla="*/ 407979 h 2398711"/>
              <a:gd name="connsiteX87132" fmla="*/ 845764 w 2119654"/>
              <a:gd name="connsiteY87132" fmla="*/ 408361 h 2398711"/>
              <a:gd name="connsiteX87133" fmla="*/ 846244 w 2119654"/>
              <a:gd name="connsiteY87133" fmla="*/ 407328 h 2398711"/>
              <a:gd name="connsiteX87134" fmla="*/ 845975 w 2119654"/>
              <a:gd name="connsiteY87134" fmla="*/ 406865 h 2398711"/>
              <a:gd name="connsiteX87135" fmla="*/ 789966 w 2119654"/>
              <a:gd name="connsiteY87135" fmla="*/ 532052 h 2398711"/>
              <a:gd name="connsiteX87136" fmla="*/ 789909 w 2119654"/>
              <a:gd name="connsiteY87136" fmla="*/ 533281 h 2398711"/>
              <a:gd name="connsiteX87137" fmla="*/ 790187 w 2119654"/>
              <a:gd name="connsiteY87137" fmla="*/ 533694 h 2398711"/>
              <a:gd name="connsiteX87138" fmla="*/ 790091 w 2119654"/>
              <a:gd name="connsiteY87138" fmla="*/ 532140 h 2398711"/>
              <a:gd name="connsiteX87139" fmla="*/ 820602 w 2119654"/>
              <a:gd name="connsiteY87139" fmla="*/ 463399 h 2398711"/>
              <a:gd name="connsiteX87140" fmla="*/ 820401 w 2119654"/>
              <a:gd name="connsiteY87140" fmla="*/ 464253 h 2398711"/>
              <a:gd name="connsiteX87141" fmla="*/ 820991 w 2119654"/>
              <a:gd name="connsiteY87141" fmla="*/ 464611 h 2398711"/>
              <a:gd name="connsiteX87142" fmla="*/ 821274 w 2119654"/>
              <a:gd name="connsiteY87142" fmla="*/ 463859 h 2398711"/>
              <a:gd name="connsiteX87143" fmla="*/ 871367 w 2119654"/>
              <a:gd name="connsiteY87143" fmla="*/ 349601 h 2398711"/>
              <a:gd name="connsiteX87144" fmla="*/ 872294 w 2119654"/>
              <a:gd name="connsiteY87144" fmla="*/ 350542 h 2398711"/>
              <a:gd name="connsiteX87145" fmla="*/ 873141 w 2119654"/>
              <a:gd name="connsiteY87145" fmla="*/ 347562 h 2398711"/>
              <a:gd name="connsiteX87146" fmla="*/ 872786 w 2119654"/>
              <a:gd name="connsiteY87146" fmla="*/ 346926 h 2398711"/>
              <a:gd name="connsiteX87147" fmla="*/ 792443 w 2119654"/>
              <a:gd name="connsiteY87147" fmla="*/ 526306 h 2398711"/>
              <a:gd name="connsiteX87148" fmla="*/ 792752 w 2119654"/>
              <a:gd name="connsiteY87148" fmla="*/ 526788 h 2398711"/>
              <a:gd name="connsiteX87149" fmla="*/ 793794 w 2119654"/>
              <a:gd name="connsiteY87149" fmla="*/ 525162 h 2398711"/>
              <a:gd name="connsiteX87150" fmla="*/ 793334 w 2119654"/>
              <a:gd name="connsiteY87150" fmla="*/ 524916 h 2398711"/>
              <a:gd name="connsiteX87151" fmla="*/ 255749 w 2119654"/>
              <a:gd name="connsiteY87151" fmla="*/ 1728050 h 2398711"/>
              <a:gd name="connsiteX87152" fmla="*/ 291174 w 2119654"/>
              <a:gd name="connsiteY87152" fmla="*/ 1748521 h 2398711"/>
              <a:gd name="connsiteX87153" fmla="*/ 303168 w 2119654"/>
              <a:gd name="connsiteY87153" fmla="*/ 1752601 h 2398711"/>
              <a:gd name="connsiteX87154" fmla="*/ 296668 w 2119654"/>
              <a:gd name="connsiteY87154" fmla="*/ 1747185 h 2398711"/>
              <a:gd name="connsiteX87155" fmla="*/ 281643 w 2119654"/>
              <a:gd name="connsiteY87155" fmla="*/ 1741653 h 2398711"/>
              <a:gd name="connsiteX87156" fmla="*/ 281329 w 2119654"/>
              <a:gd name="connsiteY87156" fmla="*/ 1741142 h 2398711"/>
              <a:gd name="connsiteX87157" fmla="*/ 295818 w 2119654"/>
              <a:gd name="connsiteY87157" fmla="*/ 1746476 h 2398711"/>
              <a:gd name="connsiteX87158" fmla="*/ 294163 w 2119654"/>
              <a:gd name="connsiteY87158" fmla="*/ 1745096 h 2398711"/>
              <a:gd name="connsiteX87159" fmla="*/ 272275 w 2119654"/>
              <a:gd name="connsiteY87159" fmla="*/ 1735214 h 2398711"/>
              <a:gd name="connsiteX87160" fmla="*/ 257745 w 2119654"/>
              <a:gd name="connsiteY87160" fmla="*/ 1728417 h 2398711"/>
              <a:gd name="connsiteX87161" fmla="*/ 785975 w 2119654"/>
              <a:gd name="connsiteY87161" fmla="*/ 540716 h 2398711"/>
              <a:gd name="connsiteX87162" fmla="*/ 787052 w 2119654"/>
              <a:gd name="connsiteY87162" fmla="*/ 545135 h 2398711"/>
              <a:gd name="connsiteX87163" fmla="*/ 788130 w 2119654"/>
              <a:gd name="connsiteY87163" fmla="*/ 545927 h 2398711"/>
              <a:gd name="connsiteX87164" fmla="*/ 788185 w 2119654"/>
              <a:gd name="connsiteY87164" fmla="*/ 545134 h 2398711"/>
              <a:gd name="connsiteX87165" fmla="*/ 787411 w 2119654"/>
              <a:gd name="connsiteY87165" fmla="*/ 542506 h 2398711"/>
              <a:gd name="connsiteX87166" fmla="*/ 786904 w 2119654"/>
              <a:gd name="connsiteY87166" fmla="*/ 541452 h 2398711"/>
              <a:gd name="connsiteX87167" fmla="*/ 844185 w 2119654"/>
              <a:gd name="connsiteY87167" fmla="*/ 410346 h 2398711"/>
              <a:gd name="connsiteX87168" fmla="*/ 844647 w 2119654"/>
              <a:gd name="connsiteY87168" fmla="*/ 410767 h 2398711"/>
              <a:gd name="connsiteX87169" fmla="*/ 845484 w 2119654"/>
              <a:gd name="connsiteY87169" fmla="*/ 408965 h 2398711"/>
              <a:gd name="connsiteX87170" fmla="*/ 845103 w 2119654"/>
              <a:gd name="connsiteY87170" fmla="*/ 408561 h 2398711"/>
              <a:gd name="connsiteX87171" fmla="*/ 856075 w 2119654"/>
              <a:gd name="connsiteY87171" fmla="*/ 383717 h 2398711"/>
              <a:gd name="connsiteX87172" fmla="*/ 855802 w 2119654"/>
              <a:gd name="connsiteY87172" fmla="*/ 385939 h 2398711"/>
              <a:gd name="connsiteX87173" fmla="*/ 856044 w 2119654"/>
              <a:gd name="connsiteY87173" fmla="*/ 386217 h 2398711"/>
              <a:gd name="connsiteX87174" fmla="*/ 856251 w 2119654"/>
              <a:gd name="connsiteY87174" fmla="*/ 385772 h 2398711"/>
              <a:gd name="connsiteX87175" fmla="*/ 856409 w 2119654"/>
              <a:gd name="connsiteY87175" fmla="*/ 383910 h 2398711"/>
              <a:gd name="connsiteX87176" fmla="*/ 814235 w 2119654"/>
              <a:gd name="connsiteY87176" fmla="*/ 477387 h 2398711"/>
              <a:gd name="connsiteX87177" fmla="*/ 814030 w 2119654"/>
              <a:gd name="connsiteY87177" fmla="*/ 477929 h 2398711"/>
              <a:gd name="connsiteX87178" fmla="*/ 814206 w 2119654"/>
              <a:gd name="connsiteY87178" fmla="*/ 479853 h 2398711"/>
              <a:gd name="connsiteX87179" fmla="*/ 820744 w 2119654"/>
              <a:gd name="connsiteY87179" fmla="*/ 462802 h 2398711"/>
              <a:gd name="connsiteX87180" fmla="*/ 820636 w 2119654"/>
              <a:gd name="connsiteY87180" fmla="*/ 463262 h 2398711"/>
              <a:gd name="connsiteX87181" fmla="*/ 821323 w 2119654"/>
              <a:gd name="connsiteY87181" fmla="*/ 463732 h 2398711"/>
              <a:gd name="connsiteX87182" fmla="*/ 821508 w 2119654"/>
              <a:gd name="connsiteY87182" fmla="*/ 463244 h 2398711"/>
              <a:gd name="connsiteX87183" fmla="*/ 843419 w 2119654"/>
              <a:gd name="connsiteY87183" fmla="*/ 411989 h 2398711"/>
              <a:gd name="connsiteX87184" fmla="*/ 843794 w 2119654"/>
              <a:gd name="connsiteY87184" fmla="*/ 412537 h 2398711"/>
              <a:gd name="connsiteX87185" fmla="*/ 843816 w 2119654"/>
              <a:gd name="connsiteY87185" fmla="*/ 412558 h 2398711"/>
              <a:gd name="connsiteX87186" fmla="*/ 844338 w 2119654"/>
              <a:gd name="connsiteY87186" fmla="*/ 411434 h 2398711"/>
              <a:gd name="connsiteX87187" fmla="*/ 843873 w 2119654"/>
              <a:gd name="connsiteY87187" fmla="*/ 411011 h 2398711"/>
              <a:gd name="connsiteX87188" fmla="*/ 842948 w 2119654"/>
              <a:gd name="connsiteY87188" fmla="*/ 413003 h 2398711"/>
              <a:gd name="connsiteX87189" fmla="*/ 843415 w 2119654"/>
              <a:gd name="connsiteY87189" fmla="*/ 413418 h 2398711"/>
              <a:gd name="connsiteX87190" fmla="*/ 843530 w 2119654"/>
              <a:gd name="connsiteY87190" fmla="*/ 413171 h 2398711"/>
              <a:gd name="connsiteX87191" fmla="*/ 843078 w 2119654"/>
              <a:gd name="connsiteY87191" fmla="*/ 412722 h 2398711"/>
              <a:gd name="connsiteX87192" fmla="*/ 244814 w 2119654"/>
              <a:gd name="connsiteY87192" fmla="*/ 1752327 h 2398711"/>
              <a:gd name="connsiteX87193" fmla="*/ 246161 w 2119654"/>
              <a:gd name="connsiteY87193" fmla="*/ 1753532 h 2398711"/>
              <a:gd name="connsiteX87194" fmla="*/ 268466 w 2119654"/>
              <a:gd name="connsiteY87194" fmla="*/ 1770720 h 2398711"/>
              <a:gd name="connsiteX87195" fmla="*/ 270880 w 2119654"/>
              <a:gd name="connsiteY87195" fmla="*/ 1770857 h 2398711"/>
              <a:gd name="connsiteX87196" fmla="*/ 286589 w 2119654"/>
              <a:gd name="connsiteY87196" fmla="*/ 1771532 h 2398711"/>
              <a:gd name="connsiteX87197" fmla="*/ 280119 w 2119654"/>
              <a:gd name="connsiteY87197" fmla="*/ 1768639 h 2398711"/>
              <a:gd name="connsiteX87198" fmla="*/ 244954 w 2119654"/>
              <a:gd name="connsiteY87198" fmla="*/ 1752348 h 2398711"/>
              <a:gd name="connsiteX87199" fmla="*/ 870547 w 2119654"/>
              <a:gd name="connsiteY87199" fmla="*/ 351147 h 2398711"/>
              <a:gd name="connsiteX87200" fmla="*/ 871900 w 2119654"/>
              <a:gd name="connsiteY87200" fmla="*/ 351928 h 2398711"/>
              <a:gd name="connsiteX87201" fmla="*/ 872129 w 2119654"/>
              <a:gd name="connsiteY87201" fmla="*/ 351122 h 2398711"/>
              <a:gd name="connsiteX87202" fmla="*/ 871109 w 2119654"/>
              <a:gd name="connsiteY87202" fmla="*/ 350087 h 2398711"/>
              <a:gd name="connsiteX87203" fmla="*/ 820869 w 2119654"/>
              <a:gd name="connsiteY87203" fmla="*/ 462276 h 2398711"/>
              <a:gd name="connsiteX87204" fmla="*/ 820783 w 2119654"/>
              <a:gd name="connsiteY87204" fmla="*/ 462639 h 2398711"/>
              <a:gd name="connsiteX87205" fmla="*/ 821346 w 2119654"/>
              <a:gd name="connsiteY87205" fmla="*/ 462964 h 2398711"/>
              <a:gd name="connsiteX87206" fmla="*/ 859036 w 2119654"/>
              <a:gd name="connsiteY87206" fmla="*/ 376807 h 2398711"/>
              <a:gd name="connsiteX87207" fmla="*/ 858727 w 2119654"/>
              <a:gd name="connsiteY87207" fmla="*/ 380441 h 2398711"/>
              <a:gd name="connsiteX87208" fmla="*/ 859930 w 2119654"/>
              <a:gd name="connsiteY87208" fmla="*/ 377852 h 2398711"/>
              <a:gd name="connsiteX87209" fmla="*/ 275998 w 2119654"/>
              <a:gd name="connsiteY87209" fmla="*/ 1682311 h 2398711"/>
              <a:gd name="connsiteX87210" fmla="*/ 276553 w 2119654"/>
              <a:gd name="connsiteY87210" fmla="*/ 1682758 h 2398711"/>
              <a:gd name="connsiteX87211" fmla="*/ 277015 w 2119654"/>
              <a:gd name="connsiteY87211" fmla="*/ 1682806 h 2398711"/>
              <a:gd name="connsiteX87212" fmla="*/ 870105 w 2119654"/>
              <a:gd name="connsiteY87212" fmla="*/ 351979 h 2398711"/>
              <a:gd name="connsiteX87213" fmla="*/ 871522 w 2119654"/>
              <a:gd name="connsiteY87213" fmla="*/ 353257 h 2398711"/>
              <a:gd name="connsiteX87214" fmla="*/ 871794 w 2119654"/>
              <a:gd name="connsiteY87214" fmla="*/ 352297 h 2398711"/>
              <a:gd name="connsiteX87215" fmla="*/ 870372 w 2119654"/>
              <a:gd name="connsiteY87215" fmla="*/ 351476 h 2398711"/>
              <a:gd name="connsiteX87216" fmla="*/ 830531 w 2119654"/>
              <a:gd name="connsiteY87216" fmla="*/ 440431 h 2398711"/>
              <a:gd name="connsiteX87217" fmla="*/ 830454 w 2119654"/>
              <a:gd name="connsiteY87217" fmla="*/ 441334 h 2398711"/>
              <a:gd name="connsiteX87218" fmla="*/ 830786 w 2119654"/>
              <a:gd name="connsiteY87218" fmla="*/ 440619 h 2398711"/>
              <a:gd name="connsiteX87219" fmla="*/ 838474 w 2119654"/>
              <a:gd name="connsiteY87219" fmla="*/ 422642 h 2398711"/>
              <a:gd name="connsiteX87220" fmla="*/ 838988 w 2119654"/>
              <a:gd name="connsiteY87220" fmla="*/ 422954 h 2398711"/>
              <a:gd name="connsiteX87221" fmla="*/ 843223 w 2119654"/>
              <a:gd name="connsiteY87221" fmla="*/ 413832 h 2398711"/>
              <a:gd name="connsiteX87222" fmla="*/ 842756 w 2119654"/>
              <a:gd name="connsiteY87222" fmla="*/ 413416 h 2398711"/>
              <a:gd name="connsiteX87223" fmla="*/ 821013 w 2119654"/>
              <a:gd name="connsiteY87223" fmla="*/ 461666 h 2398711"/>
              <a:gd name="connsiteX87224" fmla="*/ 820989 w 2119654"/>
              <a:gd name="connsiteY87224" fmla="*/ 461768 h 2398711"/>
              <a:gd name="connsiteX87225" fmla="*/ 821395 w 2119654"/>
              <a:gd name="connsiteY87225" fmla="*/ 462356 h 2398711"/>
              <a:gd name="connsiteX87226" fmla="*/ 788612 w 2119654"/>
              <a:gd name="connsiteY87226" fmla="*/ 534213 h 2398711"/>
              <a:gd name="connsiteX87227" fmla="*/ 788722 w 2119654"/>
              <a:gd name="connsiteY87227" fmla="*/ 535894 h 2398711"/>
              <a:gd name="connsiteX87228" fmla="*/ 788816 w 2119654"/>
              <a:gd name="connsiteY87228" fmla="*/ 535975 h 2398711"/>
              <a:gd name="connsiteX87229" fmla="*/ 788947 w 2119654"/>
              <a:gd name="connsiteY87229" fmla="*/ 534072 h 2398711"/>
              <a:gd name="connsiteX87230" fmla="*/ 788739 w 2119654"/>
              <a:gd name="connsiteY87230" fmla="*/ 534009 h 2398711"/>
              <a:gd name="connsiteX87231" fmla="*/ 837218 w 2119654"/>
              <a:gd name="connsiteY87231" fmla="*/ 425349 h 2398711"/>
              <a:gd name="connsiteX87232" fmla="*/ 837671 w 2119654"/>
              <a:gd name="connsiteY87232" fmla="*/ 425791 h 2398711"/>
              <a:gd name="connsiteX87233" fmla="*/ 838896 w 2119654"/>
              <a:gd name="connsiteY87233" fmla="*/ 423152 h 2398711"/>
              <a:gd name="connsiteX87234" fmla="*/ 838379 w 2119654"/>
              <a:gd name="connsiteY87234" fmla="*/ 422846 h 2398711"/>
              <a:gd name="connsiteX87235" fmla="*/ 790018 w 2119654"/>
              <a:gd name="connsiteY87235" fmla="*/ 530959 h 2398711"/>
              <a:gd name="connsiteX87236" fmla="*/ 790013 w 2119654"/>
              <a:gd name="connsiteY87236" fmla="*/ 531063 h 2398711"/>
              <a:gd name="connsiteX87237" fmla="*/ 790023 w 2119654"/>
              <a:gd name="connsiteY87237" fmla="*/ 531047 h 2398711"/>
              <a:gd name="connsiteX87238" fmla="*/ 852672 w 2119654"/>
              <a:gd name="connsiteY87238" fmla="*/ 390653 h 2398711"/>
              <a:gd name="connsiteX87239" fmla="*/ 852650 w 2119654"/>
              <a:gd name="connsiteY87239" fmla="*/ 391011 h 2398711"/>
              <a:gd name="connsiteX87240" fmla="*/ 853377 w 2119654"/>
              <a:gd name="connsiteY87240" fmla="*/ 391673 h 2398711"/>
              <a:gd name="connsiteX87241" fmla="*/ 853445 w 2119654"/>
              <a:gd name="connsiteY87241" fmla="*/ 391542 h 2398711"/>
              <a:gd name="connsiteX87242" fmla="*/ 835736 w 2119654"/>
              <a:gd name="connsiteY87242" fmla="*/ 428542 h 2398711"/>
              <a:gd name="connsiteX87243" fmla="*/ 836291 w 2119654"/>
              <a:gd name="connsiteY87243" fmla="*/ 428764 h 2398711"/>
              <a:gd name="connsiteX87244" fmla="*/ 837525 w 2119654"/>
              <a:gd name="connsiteY87244" fmla="*/ 426105 h 2398711"/>
              <a:gd name="connsiteX87245" fmla="*/ 837075 w 2119654"/>
              <a:gd name="connsiteY87245" fmla="*/ 425657 h 2398711"/>
              <a:gd name="connsiteX87246" fmla="*/ 303452 w 2119654"/>
              <a:gd name="connsiteY87246" fmla="*/ 1620423 h 2398711"/>
              <a:gd name="connsiteX87247" fmla="*/ 304024 w 2119654"/>
              <a:gd name="connsiteY87247" fmla="*/ 1620872 h 2398711"/>
              <a:gd name="connsiteX87248" fmla="*/ 304182 w 2119654"/>
              <a:gd name="connsiteY87248" fmla="*/ 1620927 h 2398711"/>
              <a:gd name="connsiteX87249" fmla="*/ 834653 w 2119654"/>
              <a:gd name="connsiteY87249" fmla="*/ 430875 h 2398711"/>
              <a:gd name="connsiteX87250" fmla="*/ 835014 w 2119654"/>
              <a:gd name="connsiteY87250" fmla="*/ 431513 h 2398711"/>
              <a:gd name="connsiteX87251" fmla="*/ 835976 w 2119654"/>
              <a:gd name="connsiteY87251" fmla="*/ 429442 h 2398711"/>
              <a:gd name="connsiteX87252" fmla="*/ 835420 w 2119654"/>
              <a:gd name="connsiteY87252" fmla="*/ 429222 h 2398711"/>
              <a:gd name="connsiteX87253" fmla="*/ 833467 w 2119654"/>
              <a:gd name="connsiteY87253" fmla="*/ 433430 h 2398711"/>
              <a:gd name="connsiteX87254" fmla="*/ 833355 w 2119654"/>
              <a:gd name="connsiteY87254" fmla="*/ 434344 h 2398711"/>
              <a:gd name="connsiteX87255" fmla="*/ 833539 w 2119654"/>
              <a:gd name="connsiteY87255" fmla="*/ 434692 h 2398711"/>
              <a:gd name="connsiteX87256" fmla="*/ 834812 w 2119654"/>
              <a:gd name="connsiteY87256" fmla="*/ 431948 h 2398711"/>
              <a:gd name="connsiteX87257" fmla="*/ 834451 w 2119654"/>
              <a:gd name="connsiteY87257" fmla="*/ 431309 h 2398711"/>
              <a:gd name="connsiteX87258" fmla="*/ 787969 w 2119654"/>
              <a:gd name="connsiteY87258" fmla="*/ 535246 h 2398711"/>
              <a:gd name="connsiteX87259" fmla="*/ 788297 w 2119654"/>
              <a:gd name="connsiteY87259" fmla="*/ 535528 h 2398711"/>
              <a:gd name="connsiteX87260" fmla="*/ 788250 w 2119654"/>
              <a:gd name="connsiteY87260" fmla="*/ 534796 h 2398711"/>
              <a:gd name="connsiteX87261" fmla="*/ 884245 w 2119654"/>
              <a:gd name="connsiteY87261" fmla="*/ 319604 h 2398711"/>
              <a:gd name="connsiteX87262" fmla="*/ 886125 w 2119654"/>
              <a:gd name="connsiteY87262" fmla="*/ 322396 h 2398711"/>
              <a:gd name="connsiteX87263" fmla="*/ 886188 w 2119654"/>
              <a:gd name="connsiteY87263" fmla="*/ 321654 h 2398711"/>
              <a:gd name="connsiteX87264" fmla="*/ 830602 w 2119654"/>
              <a:gd name="connsiteY87264" fmla="*/ 439597 h 2398711"/>
              <a:gd name="connsiteX87265" fmla="*/ 830578 w 2119654"/>
              <a:gd name="connsiteY87265" fmla="*/ 439883 h 2398711"/>
              <a:gd name="connsiteX87266" fmla="*/ 830991 w 2119654"/>
              <a:gd name="connsiteY87266" fmla="*/ 440179 h 2398711"/>
              <a:gd name="connsiteX87267" fmla="*/ 831178 w 2119654"/>
              <a:gd name="connsiteY87267" fmla="*/ 439776 h 2398711"/>
              <a:gd name="connsiteX87268" fmla="*/ 830632 w 2119654"/>
              <a:gd name="connsiteY87268" fmla="*/ 439532 h 2398711"/>
              <a:gd name="connsiteX87269" fmla="*/ 787620 w 2119654"/>
              <a:gd name="connsiteY87269" fmla="*/ 535808 h 2398711"/>
              <a:gd name="connsiteX87270" fmla="*/ 788285 w 2119654"/>
              <a:gd name="connsiteY87270" fmla="*/ 537190 h 2398711"/>
              <a:gd name="connsiteX87271" fmla="*/ 788415 w 2119654"/>
              <a:gd name="connsiteY87271" fmla="*/ 537326 h 2398711"/>
              <a:gd name="connsiteX87272" fmla="*/ 788319 w 2119654"/>
              <a:gd name="connsiteY87272" fmla="*/ 535863 h 2398711"/>
              <a:gd name="connsiteX87273" fmla="*/ 787842 w 2119654"/>
              <a:gd name="connsiteY87273" fmla="*/ 535452 h 2398711"/>
              <a:gd name="connsiteX87274" fmla="*/ 310651 w 2119654"/>
              <a:gd name="connsiteY87274" fmla="*/ 1603764 h 2398711"/>
              <a:gd name="connsiteX87275" fmla="*/ 313369 w 2119654"/>
              <a:gd name="connsiteY87275" fmla="*/ 1605794 h 2398711"/>
              <a:gd name="connsiteX87276" fmla="*/ 313383 w 2119654"/>
              <a:gd name="connsiteY87276" fmla="*/ 1605803 h 2398711"/>
              <a:gd name="connsiteX87277" fmla="*/ 324621 w 2119654"/>
              <a:gd name="connsiteY87277" fmla="*/ 1608603 h 2398711"/>
              <a:gd name="connsiteX87278" fmla="*/ 321607 w 2119654"/>
              <a:gd name="connsiteY87278" fmla="*/ 1606285 h 2398711"/>
              <a:gd name="connsiteX87279" fmla="*/ 867257 w 2119654"/>
              <a:gd name="connsiteY87279" fmla="*/ 357396 h 2398711"/>
              <a:gd name="connsiteX87280" fmla="*/ 869473 w 2119654"/>
              <a:gd name="connsiteY87280" fmla="*/ 359251 h 2398711"/>
              <a:gd name="connsiteX87281" fmla="*/ 870246 w 2119654"/>
              <a:gd name="connsiteY87281" fmla="*/ 357745 h 2398711"/>
              <a:gd name="connsiteX87282" fmla="*/ 870854 w 2119654"/>
              <a:gd name="connsiteY87282" fmla="*/ 355606 h 2398711"/>
              <a:gd name="connsiteX87283" fmla="*/ 869047 w 2119654"/>
              <a:gd name="connsiteY87283" fmla="*/ 353975 h 2398711"/>
              <a:gd name="connsiteX87284" fmla="*/ 868004 w 2119654"/>
              <a:gd name="connsiteY87284" fmla="*/ 355941 h 2398711"/>
              <a:gd name="connsiteX87285" fmla="*/ 828936 w 2119654"/>
              <a:gd name="connsiteY87285" fmla="*/ 443187 h 2398711"/>
              <a:gd name="connsiteX87286" fmla="*/ 829324 w 2119654"/>
              <a:gd name="connsiteY87286" fmla="*/ 443460 h 2398711"/>
              <a:gd name="connsiteX87287" fmla="*/ 829333 w 2119654"/>
              <a:gd name="connsiteY87287" fmla="*/ 443357 h 2398711"/>
              <a:gd name="connsiteX87288" fmla="*/ 829049 w 2119654"/>
              <a:gd name="connsiteY87288" fmla="*/ 442943 h 2398711"/>
              <a:gd name="connsiteX87289" fmla="*/ 790204 w 2119654"/>
              <a:gd name="connsiteY87289" fmla="*/ 529902 h 2398711"/>
              <a:gd name="connsiteX87290" fmla="*/ 790254 w 2119654"/>
              <a:gd name="connsiteY87290" fmla="*/ 530688 h 2398711"/>
              <a:gd name="connsiteX87291" fmla="*/ 791556 w 2119654"/>
              <a:gd name="connsiteY87291" fmla="*/ 528656 h 2398711"/>
              <a:gd name="connsiteX87292" fmla="*/ 791263 w 2119654"/>
              <a:gd name="connsiteY87292" fmla="*/ 528200 h 2398711"/>
              <a:gd name="connsiteX87293" fmla="*/ 828393 w 2119654"/>
              <a:gd name="connsiteY87293" fmla="*/ 444357 h 2398711"/>
              <a:gd name="connsiteX87294" fmla="*/ 828822 w 2119654"/>
              <a:gd name="connsiteY87294" fmla="*/ 444848 h 2398711"/>
              <a:gd name="connsiteX87295" fmla="*/ 829291 w 2119654"/>
              <a:gd name="connsiteY87295" fmla="*/ 443838 h 2398711"/>
              <a:gd name="connsiteX87296" fmla="*/ 829293 w 2119654"/>
              <a:gd name="connsiteY87296" fmla="*/ 443817 h 2398711"/>
              <a:gd name="connsiteX87297" fmla="*/ 828807 w 2119654"/>
              <a:gd name="connsiteY87297" fmla="*/ 443465 h 2398711"/>
              <a:gd name="connsiteX87298" fmla="*/ 825703 w 2119654"/>
              <a:gd name="connsiteY87298" fmla="*/ 450150 h 2398711"/>
              <a:gd name="connsiteX87299" fmla="*/ 826358 w 2119654"/>
              <a:gd name="connsiteY87299" fmla="*/ 450413 h 2398711"/>
              <a:gd name="connsiteX87300" fmla="*/ 826883 w 2119654"/>
              <a:gd name="connsiteY87300" fmla="*/ 449023 h 2398711"/>
              <a:gd name="connsiteX87301" fmla="*/ 828386 w 2119654"/>
              <a:gd name="connsiteY87301" fmla="*/ 445786 h 2398711"/>
              <a:gd name="connsiteX87302" fmla="*/ 827958 w 2119654"/>
              <a:gd name="connsiteY87302" fmla="*/ 445294 h 2398711"/>
              <a:gd name="connsiteX87303" fmla="*/ 818111 w 2119654"/>
              <a:gd name="connsiteY87303" fmla="*/ 467137 h 2398711"/>
              <a:gd name="connsiteX87304" fmla="*/ 817025 w 2119654"/>
              <a:gd name="connsiteY87304" fmla="*/ 470011 h 2398711"/>
              <a:gd name="connsiteX87305" fmla="*/ 816980 w 2119654"/>
              <a:gd name="connsiteY87305" fmla="*/ 473810 h 2398711"/>
              <a:gd name="connsiteX87306" fmla="*/ 817323 w 2119654"/>
              <a:gd name="connsiteY87306" fmla="*/ 474309 h 2398711"/>
              <a:gd name="connsiteX87307" fmla="*/ 818082 w 2119654"/>
              <a:gd name="connsiteY87307" fmla="*/ 472300 h 2398711"/>
              <a:gd name="connsiteX87308" fmla="*/ 818646 w 2119654"/>
              <a:gd name="connsiteY87308" fmla="*/ 469919 h 2398711"/>
              <a:gd name="connsiteX87309" fmla="*/ 818960 w 2119654"/>
              <a:gd name="connsiteY87309" fmla="*/ 468715 h 2398711"/>
              <a:gd name="connsiteX87310" fmla="*/ 823727 w 2119654"/>
              <a:gd name="connsiteY87310" fmla="*/ 454406 h 2398711"/>
              <a:gd name="connsiteX87311" fmla="*/ 824518 w 2119654"/>
              <a:gd name="connsiteY87311" fmla="*/ 455278 h 2398711"/>
              <a:gd name="connsiteX87312" fmla="*/ 826140 w 2119654"/>
              <a:gd name="connsiteY87312" fmla="*/ 450990 h 2398711"/>
              <a:gd name="connsiteX87313" fmla="*/ 825443 w 2119654"/>
              <a:gd name="connsiteY87313" fmla="*/ 450710 h 2398711"/>
              <a:gd name="connsiteX87314" fmla="*/ 823140 w 2119654"/>
              <a:gd name="connsiteY87314" fmla="*/ 455671 h 2398711"/>
              <a:gd name="connsiteX87315" fmla="*/ 824040 w 2119654"/>
              <a:gd name="connsiteY87315" fmla="*/ 456544 h 2398711"/>
              <a:gd name="connsiteX87316" fmla="*/ 824111 w 2119654"/>
              <a:gd name="connsiteY87316" fmla="*/ 456357 h 2398711"/>
              <a:gd name="connsiteX87317" fmla="*/ 823257 w 2119654"/>
              <a:gd name="connsiteY87317" fmla="*/ 455419 h 2398711"/>
              <a:gd name="connsiteX87318" fmla="*/ 822108 w 2119654"/>
              <a:gd name="connsiteY87318" fmla="*/ 457891 h 2398711"/>
              <a:gd name="connsiteX87319" fmla="*/ 823150 w 2119654"/>
              <a:gd name="connsiteY87319" fmla="*/ 458900 h 2398711"/>
              <a:gd name="connsiteX87320" fmla="*/ 823384 w 2119654"/>
              <a:gd name="connsiteY87320" fmla="*/ 458280 h 2398711"/>
              <a:gd name="connsiteX87321" fmla="*/ 822426 w 2119654"/>
              <a:gd name="connsiteY87321" fmla="*/ 457207 h 2398711"/>
              <a:gd name="connsiteX87322" fmla="*/ 821691 w 2119654"/>
              <a:gd name="connsiteY87322" fmla="*/ 458803 h 2398711"/>
              <a:gd name="connsiteX87323" fmla="*/ 821060 w 2119654"/>
              <a:gd name="connsiteY87323" fmla="*/ 461472 h 2398711"/>
              <a:gd name="connsiteX87324" fmla="*/ 821725 w 2119654"/>
              <a:gd name="connsiteY87324" fmla="*/ 462669 h 2398711"/>
              <a:gd name="connsiteX87325" fmla="*/ 822785 w 2119654"/>
              <a:gd name="connsiteY87325" fmla="*/ 459863 h 2398711"/>
              <a:gd name="connsiteX87326" fmla="*/ 865048 w 2119654"/>
              <a:gd name="connsiteY87326" fmla="*/ 361699 h 2398711"/>
              <a:gd name="connsiteX87327" fmla="*/ 866751 w 2119654"/>
              <a:gd name="connsiteY87327" fmla="*/ 364547 h 2398711"/>
              <a:gd name="connsiteX87328" fmla="*/ 869322 w 2119654"/>
              <a:gd name="connsiteY87328" fmla="*/ 359544 h 2398711"/>
              <a:gd name="connsiteX87329" fmla="*/ 867107 w 2119654"/>
              <a:gd name="connsiteY87329" fmla="*/ 357688 h 2398711"/>
              <a:gd name="connsiteX87330" fmla="*/ 819026 w 2119654"/>
              <a:gd name="connsiteY87330" fmla="*/ 464719 h 2398711"/>
              <a:gd name="connsiteX87331" fmla="*/ 818299 w 2119654"/>
              <a:gd name="connsiteY87331" fmla="*/ 466641 h 2398711"/>
              <a:gd name="connsiteX87332" fmla="*/ 819108 w 2119654"/>
              <a:gd name="connsiteY87332" fmla="*/ 468146 h 2398711"/>
              <a:gd name="connsiteX87333" fmla="*/ 819827 w 2119654"/>
              <a:gd name="connsiteY87333" fmla="*/ 465383 h 2398711"/>
              <a:gd name="connsiteX87334" fmla="*/ 819627 w 2119654"/>
              <a:gd name="connsiteY87334" fmla="*/ 465110 h 2398711"/>
              <a:gd name="connsiteX87335" fmla="*/ 314866 w 2119654"/>
              <a:gd name="connsiteY87335" fmla="*/ 1593622 h 2398711"/>
              <a:gd name="connsiteX87336" fmla="*/ 315324 w 2119654"/>
              <a:gd name="connsiteY87336" fmla="*/ 1593974 h 2398711"/>
              <a:gd name="connsiteX87337" fmla="*/ 315541 w 2119654"/>
              <a:gd name="connsiteY87337" fmla="*/ 1594037 h 2398711"/>
              <a:gd name="connsiteX87338" fmla="*/ 820725 w 2119654"/>
              <a:gd name="connsiteY87338" fmla="*/ 460870 h 2398711"/>
              <a:gd name="connsiteX87339" fmla="*/ 820914 w 2119654"/>
              <a:gd name="connsiteY87339" fmla="*/ 461209 h 2398711"/>
              <a:gd name="connsiteX87340" fmla="*/ 821354 w 2119654"/>
              <a:gd name="connsiteY87340" fmla="*/ 459516 h 2398711"/>
              <a:gd name="connsiteX87341" fmla="*/ 820581 w 2119654"/>
              <a:gd name="connsiteY87341" fmla="*/ 461181 h 2398711"/>
              <a:gd name="connsiteX87342" fmla="*/ 820829 w 2119654"/>
              <a:gd name="connsiteY87342" fmla="*/ 461536 h 2398711"/>
              <a:gd name="connsiteX87343" fmla="*/ 820864 w 2119654"/>
              <a:gd name="connsiteY87343" fmla="*/ 461398 h 2398711"/>
              <a:gd name="connsiteX87344" fmla="*/ 820655 w 2119654"/>
              <a:gd name="connsiteY87344" fmla="*/ 461022 h 2398711"/>
              <a:gd name="connsiteX87345" fmla="*/ 820091 w 2119654"/>
              <a:gd name="connsiteY87345" fmla="*/ 462237 h 2398711"/>
              <a:gd name="connsiteX87346" fmla="*/ 820573 w 2119654"/>
              <a:gd name="connsiteY87346" fmla="*/ 462516 h 2398711"/>
              <a:gd name="connsiteX87347" fmla="*/ 820699 w 2119654"/>
              <a:gd name="connsiteY87347" fmla="*/ 462032 h 2398711"/>
              <a:gd name="connsiteX87348" fmla="*/ 820392 w 2119654"/>
              <a:gd name="connsiteY87348" fmla="*/ 461589 h 2398711"/>
              <a:gd name="connsiteX87349" fmla="*/ 819861 w 2119654"/>
              <a:gd name="connsiteY87349" fmla="*/ 462732 h 2398711"/>
              <a:gd name="connsiteX87350" fmla="*/ 820418 w 2119654"/>
              <a:gd name="connsiteY87350" fmla="*/ 463112 h 2398711"/>
              <a:gd name="connsiteX87351" fmla="*/ 820531 w 2119654"/>
              <a:gd name="connsiteY87351" fmla="*/ 462679 h 2398711"/>
              <a:gd name="connsiteX87352" fmla="*/ 820023 w 2119654"/>
              <a:gd name="connsiteY87352" fmla="*/ 462384 h 2398711"/>
              <a:gd name="connsiteX87353" fmla="*/ 788969 w 2119654"/>
              <a:gd name="connsiteY87353" fmla="*/ 531888 h 2398711"/>
              <a:gd name="connsiteX87354" fmla="*/ 789086 w 2119654"/>
              <a:gd name="connsiteY87354" fmla="*/ 532060 h 2398711"/>
              <a:gd name="connsiteX87355" fmla="*/ 789114 w 2119654"/>
              <a:gd name="connsiteY87355" fmla="*/ 531655 h 2398711"/>
              <a:gd name="connsiteX87356" fmla="*/ 819429 w 2119654"/>
              <a:gd name="connsiteY87356" fmla="*/ 463664 h 2398711"/>
              <a:gd name="connsiteX87357" fmla="*/ 820159 w 2119654"/>
              <a:gd name="connsiteY87357" fmla="*/ 464106 h 2398711"/>
              <a:gd name="connsiteX87358" fmla="*/ 820382 w 2119654"/>
              <a:gd name="connsiteY87358" fmla="*/ 463248 h 2398711"/>
              <a:gd name="connsiteX87359" fmla="*/ 819805 w 2119654"/>
              <a:gd name="connsiteY87359" fmla="*/ 462853 h 2398711"/>
              <a:gd name="connsiteX87360" fmla="*/ 788508 w 2119654"/>
              <a:gd name="connsiteY87360" fmla="*/ 532629 h 2398711"/>
              <a:gd name="connsiteX87361" fmla="*/ 788551 w 2119654"/>
              <a:gd name="connsiteY87361" fmla="*/ 533291 h 2398711"/>
              <a:gd name="connsiteX87362" fmla="*/ 788582 w 2119654"/>
              <a:gd name="connsiteY87362" fmla="*/ 533299 h 2398711"/>
              <a:gd name="connsiteX87363" fmla="*/ 788933 w 2119654"/>
              <a:gd name="connsiteY87363" fmla="*/ 532750 h 2398711"/>
              <a:gd name="connsiteX87364" fmla="*/ 788673 w 2119654"/>
              <a:gd name="connsiteY87364" fmla="*/ 532364 h 2398711"/>
              <a:gd name="connsiteX87365" fmla="*/ 788471 w 2119654"/>
              <a:gd name="connsiteY87365" fmla="*/ 532065 h 2398711"/>
              <a:gd name="connsiteX87366" fmla="*/ 788479 w 2119654"/>
              <a:gd name="connsiteY87366" fmla="*/ 532178 h 2398711"/>
              <a:gd name="connsiteX87367" fmla="*/ 788512 w 2119654"/>
              <a:gd name="connsiteY87367" fmla="*/ 532126 h 2398711"/>
              <a:gd name="connsiteX87368" fmla="*/ 787171 w 2119654"/>
              <a:gd name="connsiteY87368" fmla="*/ 534874 h 2398711"/>
              <a:gd name="connsiteX87369" fmla="*/ 787359 w 2119654"/>
              <a:gd name="connsiteY87369" fmla="*/ 535265 h 2398711"/>
              <a:gd name="connsiteX87370" fmla="*/ 787452 w 2119654"/>
              <a:gd name="connsiteY87370" fmla="*/ 535116 h 2398711"/>
              <a:gd name="connsiteX87371" fmla="*/ 787260 w 2119654"/>
              <a:gd name="connsiteY87371" fmla="*/ 534635 h 2398711"/>
              <a:gd name="connsiteX87372" fmla="*/ 787580 w 2119654"/>
              <a:gd name="connsiteY87372" fmla="*/ 534910 h 2398711"/>
              <a:gd name="connsiteX87373" fmla="*/ 788193 w 2119654"/>
              <a:gd name="connsiteY87373" fmla="*/ 533924 h 2398711"/>
              <a:gd name="connsiteX87374" fmla="*/ 788187 w 2119654"/>
              <a:gd name="connsiteY87374" fmla="*/ 533841 h 2398711"/>
              <a:gd name="connsiteX87375" fmla="*/ 787822 w 2119654"/>
              <a:gd name="connsiteY87375" fmla="*/ 533731 h 2398711"/>
              <a:gd name="connsiteX87376" fmla="*/ 833854 w 2119654"/>
              <a:gd name="connsiteY87376" fmla="*/ 430256 h 2398711"/>
              <a:gd name="connsiteX87377" fmla="*/ 833840 w 2119654"/>
              <a:gd name="connsiteY87377" fmla="*/ 430374 h 2398711"/>
              <a:gd name="connsiteX87378" fmla="*/ 833876 w 2119654"/>
              <a:gd name="connsiteY87378" fmla="*/ 430296 h 2398711"/>
              <a:gd name="connsiteX87379" fmla="*/ 794690 w 2119654"/>
              <a:gd name="connsiteY87379" fmla="*/ 517937 h 2398711"/>
              <a:gd name="connsiteX87380" fmla="*/ 794525 w 2119654"/>
              <a:gd name="connsiteY87380" fmla="*/ 521309 h 2398711"/>
              <a:gd name="connsiteX87381" fmla="*/ 795001 w 2119654"/>
              <a:gd name="connsiteY87381" fmla="*/ 521686 h 2398711"/>
              <a:gd name="connsiteX87382" fmla="*/ 795023 w 2119654"/>
              <a:gd name="connsiteY87382" fmla="*/ 518226 h 2398711"/>
              <a:gd name="connsiteX87383" fmla="*/ 794703 w 2119654"/>
              <a:gd name="connsiteY87383" fmla="*/ 517686 h 2398711"/>
              <a:gd name="connsiteX87384" fmla="*/ 794699 w 2119654"/>
              <a:gd name="connsiteY87384" fmla="*/ 517766 h 2398711"/>
              <a:gd name="connsiteX87385" fmla="*/ 795024 w 2119654"/>
              <a:gd name="connsiteY87385" fmla="*/ 518047 h 2398711"/>
              <a:gd name="connsiteX87386" fmla="*/ 795024 w 2119654"/>
              <a:gd name="connsiteY87386" fmla="*/ 517981 h 2398711"/>
              <a:gd name="connsiteX87387" fmla="*/ 336273 w 2119654"/>
              <a:gd name="connsiteY87387" fmla="*/ 1544114 h 2398711"/>
              <a:gd name="connsiteX87388" fmla="*/ 339329 w 2119654"/>
              <a:gd name="connsiteY87388" fmla="*/ 1547886 h 2398711"/>
              <a:gd name="connsiteX87389" fmla="*/ 339681 w 2119654"/>
              <a:gd name="connsiteY87389" fmla="*/ 1548141 h 2398711"/>
              <a:gd name="connsiteX87390" fmla="*/ 342866 w 2119654"/>
              <a:gd name="connsiteY87390" fmla="*/ 1550030 h 2398711"/>
              <a:gd name="connsiteX87391" fmla="*/ 337139 w 2119654"/>
              <a:gd name="connsiteY87391" fmla="*/ 1544351 h 2398711"/>
              <a:gd name="connsiteX87392" fmla="*/ 859381 w 2119654"/>
              <a:gd name="connsiteY87392" fmla="*/ 372741 h 2398711"/>
              <a:gd name="connsiteX87393" fmla="*/ 859055 w 2119654"/>
              <a:gd name="connsiteY87393" fmla="*/ 376581 h 2398711"/>
              <a:gd name="connsiteX87394" fmla="*/ 860004 w 2119654"/>
              <a:gd name="connsiteY87394" fmla="*/ 377692 h 2398711"/>
              <a:gd name="connsiteX87395" fmla="*/ 860053 w 2119654"/>
              <a:gd name="connsiteY87395" fmla="*/ 377585 h 2398711"/>
              <a:gd name="connsiteX87396" fmla="*/ 866045 w 2119654"/>
              <a:gd name="connsiteY87396" fmla="*/ 365924 h 2398711"/>
              <a:gd name="connsiteX87397" fmla="*/ 864302 w 2119654"/>
              <a:gd name="connsiteY87397" fmla="*/ 363154 h 2398711"/>
              <a:gd name="connsiteX87398" fmla="*/ 890483 w 2119654"/>
              <a:gd name="connsiteY87398" fmla="*/ 303028 h 2398711"/>
              <a:gd name="connsiteX87399" fmla="*/ 889636 w 2119654"/>
              <a:gd name="connsiteY87399" fmla="*/ 312990 h 2398711"/>
              <a:gd name="connsiteX87400" fmla="*/ 891354 w 2119654"/>
              <a:gd name="connsiteY87400" fmla="*/ 316660 h 2398711"/>
              <a:gd name="connsiteX87401" fmla="*/ 894611 w 2119654"/>
              <a:gd name="connsiteY87401" fmla="*/ 310321 h 2398711"/>
              <a:gd name="connsiteX87402" fmla="*/ 893713 w 2119654"/>
              <a:gd name="connsiteY87402" fmla="*/ 309249 h 2398711"/>
              <a:gd name="connsiteX87403" fmla="*/ 894055 w 2119654"/>
              <a:gd name="connsiteY87403" fmla="*/ 309321 h 2398711"/>
              <a:gd name="connsiteX87404" fmla="*/ 894718 w 2119654"/>
              <a:gd name="connsiteY87404" fmla="*/ 310112 h 2398711"/>
              <a:gd name="connsiteX87405" fmla="*/ 895263 w 2119654"/>
              <a:gd name="connsiteY87405" fmla="*/ 309050 h 2398711"/>
              <a:gd name="connsiteX87406" fmla="*/ 894950 w 2119654"/>
              <a:gd name="connsiteY87406" fmla="*/ 308327 h 2398711"/>
              <a:gd name="connsiteX87407" fmla="*/ 790184 w 2119654"/>
              <a:gd name="connsiteY87407" fmla="*/ 527376 h 2398711"/>
              <a:gd name="connsiteX87408" fmla="*/ 790126 w 2119654"/>
              <a:gd name="connsiteY87408" fmla="*/ 528635 h 2398711"/>
              <a:gd name="connsiteX87409" fmla="*/ 790181 w 2119654"/>
              <a:gd name="connsiteY87409" fmla="*/ 529522 h 2398711"/>
              <a:gd name="connsiteX87410" fmla="*/ 791130 w 2119654"/>
              <a:gd name="connsiteY87410" fmla="*/ 528039 h 2398711"/>
              <a:gd name="connsiteX87411" fmla="*/ 317353 w 2119654"/>
              <a:gd name="connsiteY87411" fmla="*/ 1585779 h 2398711"/>
              <a:gd name="connsiteX87412" fmla="*/ 320835 w 2119654"/>
              <a:gd name="connsiteY87412" fmla="*/ 1590165 h 2398711"/>
              <a:gd name="connsiteX87413" fmla="*/ 325954 w 2119654"/>
              <a:gd name="connsiteY87413" fmla="*/ 1591531 h 2398711"/>
              <a:gd name="connsiteX87414" fmla="*/ 325097 w 2119654"/>
              <a:gd name="connsiteY87414" fmla="*/ 1590854 h 2398711"/>
              <a:gd name="connsiteX87415" fmla="*/ 320108 w 2119654"/>
              <a:gd name="connsiteY87415" fmla="*/ 1587619 h 2398711"/>
              <a:gd name="connsiteX87416" fmla="*/ 788398 w 2119654"/>
              <a:gd name="connsiteY87416" fmla="*/ 530948 h 2398711"/>
              <a:gd name="connsiteX87417" fmla="*/ 788405 w 2119654"/>
              <a:gd name="connsiteY87417" fmla="*/ 531053 h 2398711"/>
              <a:gd name="connsiteX87418" fmla="*/ 788814 w 2119654"/>
              <a:gd name="connsiteY87418" fmla="*/ 531657 h 2398711"/>
              <a:gd name="connsiteX87419" fmla="*/ 788998 w 2119654"/>
              <a:gd name="connsiteY87419" fmla="*/ 531369 h 2398711"/>
              <a:gd name="connsiteX87420" fmla="*/ 856808 w 2119654"/>
              <a:gd name="connsiteY87420" fmla="*/ 377756 h 2398711"/>
              <a:gd name="connsiteX87421" fmla="*/ 856112 w 2119654"/>
              <a:gd name="connsiteY87421" fmla="*/ 383417 h 2398711"/>
              <a:gd name="connsiteX87422" fmla="*/ 856435 w 2119654"/>
              <a:gd name="connsiteY87422" fmla="*/ 383604 h 2398711"/>
              <a:gd name="connsiteX87423" fmla="*/ 856957 w 2119654"/>
              <a:gd name="connsiteY87423" fmla="*/ 377466 h 2398711"/>
              <a:gd name="connsiteX87424" fmla="*/ 834049 w 2119654"/>
              <a:gd name="connsiteY87424" fmla="*/ 428676 h 2398711"/>
              <a:gd name="connsiteX87425" fmla="*/ 833934 w 2119654"/>
              <a:gd name="connsiteY87425" fmla="*/ 429606 h 2398711"/>
              <a:gd name="connsiteX87426" fmla="*/ 834078 w 2119654"/>
              <a:gd name="connsiteY87426" fmla="*/ 429861 h 2398711"/>
              <a:gd name="connsiteX87427" fmla="*/ 834538 w 2119654"/>
              <a:gd name="connsiteY87427" fmla="*/ 428871 h 2398711"/>
              <a:gd name="connsiteX87428" fmla="*/ 336024 w 2119654"/>
              <a:gd name="connsiteY87428" fmla="*/ 1543806 h 2398711"/>
              <a:gd name="connsiteX87429" fmla="*/ 336033 w 2119654"/>
              <a:gd name="connsiteY87429" fmla="*/ 1543817 h 2398711"/>
              <a:gd name="connsiteX87430" fmla="*/ 336818 w 2119654"/>
              <a:gd name="connsiteY87430" fmla="*/ 1544032 h 2398711"/>
              <a:gd name="connsiteX87431" fmla="*/ 336700 w 2119654"/>
              <a:gd name="connsiteY87431" fmla="*/ 1543915 h 2398711"/>
              <a:gd name="connsiteX87432" fmla="*/ 829192 w 2119654"/>
              <a:gd name="connsiteY87432" fmla="*/ 438888 h 2398711"/>
              <a:gd name="connsiteX87433" fmla="*/ 829683 w 2119654"/>
              <a:gd name="connsiteY87433" fmla="*/ 439240 h 2398711"/>
              <a:gd name="connsiteX87434" fmla="*/ 829694 w 2119654"/>
              <a:gd name="connsiteY87434" fmla="*/ 439112 h 2398711"/>
              <a:gd name="connsiteX87435" fmla="*/ 828963 w 2119654"/>
              <a:gd name="connsiteY87435" fmla="*/ 439274 h 2398711"/>
              <a:gd name="connsiteX87436" fmla="*/ 829409 w 2119654"/>
              <a:gd name="connsiteY87436" fmla="*/ 439925 h 2398711"/>
              <a:gd name="connsiteX87437" fmla="*/ 829520 w 2119654"/>
              <a:gd name="connsiteY87437" fmla="*/ 439685 h 2398711"/>
              <a:gd name="connsiteX87438" fmla="*/ 853793 w 2119654"/>
              <a:gd name="connsiteY87438" fmla="*/ 383630 h 2398711"/>
              <a:gd name="connsiteX87439" fmla="*/ 855542 w 2119654"/>
              <a:gd name="connsiteY87439" fmla="*/ 385639 h 2398711"/>
              <a:gd name="connsiteX87440" fmla="*/ 855798 w 2119654"/>
              <a:gd name="connsiteY87440" fmla="*/ 383557 h 2398711"/>
              <a:gd name="connsiteX87441" fmla="*/ 855012 w 2119654"/>
              <a:gd name="connsiteY87441" fmla="*/ 383103 h 2398711"/>
              <a:gd name="connsiteX87442" fmla="*/ 855456 w 2119654"/>
              <a:gd name="connsiteY87442" fmla="*/ 383039 h 2398711"/>
              <a:gd name="connsiteX87443" fmla="*/ 855834 w 2119654"/>
              <a:gd name="connsiteY87443" fmla="*/ 383257 h 2398711"/>
              <a:gd name="connsiteX87444" fmla="*/ 856418 w 2119654"/>
              <a:gd name="connsiteY87444" fmla="*/ 378517 h 2398711"/>
              <a:gd name="connsiteX87445" fmla="*/ 851337 w 2119654"/>
              <a:gd name="connsiteY87445" fmla="*/ 389120 h 2398711"/>
              <a:gd name="connsiteX87446" fmla="*/ 851749 w 2119654"/>
              <a:gd name="connsiteY87446" fmla="*/ 390190 h 2398711"/>
              <a:gd name="connsiteX87447" fmla="*/ 852528 w 2119654"/>
              <a:gd name="connsiteY87447" fmla="*/ 390899 h 2398711"/>
              <a:gd name="connsiteX87448" fmla="*/ 852551 w 2119654"/>
              <a:gd name="connsiteY87448" fmla="*/ 390514 h 2398711"/>
              <a:gd name="connsiteX87449" fmla="*/ 305674 w 2119654"/>
              <a:gd name="connsiteY87449" fmla="*/ 1610686 h 2398711"/>
              <a:gd name="connsiteX87450" fmla="*/ 305693 w 2119654"/>
              <a:gd name="connsiteY87450" fmla="*/ 1610708 h 2398711"/>
              <a:gd name="connsiteX87451" fmla="*/ 305832 w 2119654"/>
              <a:gd name="connsiteY87451" fmla="*/ 1610734 h 2398711"/>
              <a:gd name="connsiteX87452" fmla="*/ 823940 w 2119654"/>
              <a:gd name="connsiteY87452" fmla="*/ 450110 h 2398711"/>
              <a:gd name="connsiteX87453" fmla="*/ 823023 w 2119654"/>
              <a:gd name="connsiteY87453" fmla="*/ 453632 h 2398711"/>
              <a:gd name="connsiteX87454" fmla="*/ 823036 w 2119654"/>
              <a:gd name="connsiteY87454" fmla="*/ 453648 h 2398711"/>
              <a:gd name="connsiteX87455" fmla="*/ 824563 w 2119654"/>
              <a:gd name="connsiteY87455" fmla="*/ 450359 h 2398711"/>
              <a:gd name="connsiteX87456" fmla="*/ 882829 w 2119654"/>
              <a:gd name="connsiteY87456" fmla="*/ 318110 h 2398711"/>
              <a:gd name="connsiteX87457" fmla="*/ 877142 w 2119654"/>
              <a:gd name="connsiteY87457" fmla="*/ 338121 h 2398711"/>
              <a:gd name="connsiteX87458" fmla="*/ 882044 w 2119654"/>
              <a:gd name="connsiteY87458" fmla="*/ 328877 h 2398711"/>
              <a:gd name="connsiteX87459" fmla="*/ 882453 w 2119654"/>
              <a:gd name="connsiteY87459" fmla="*/ 328696 h 2398711"/>
              <a:gd name="connsiteX87460" fmla="*/ 876782 w 2119654"/>
              <a:gd name="connsiteY87460" fmla="*/ 339390 h 2398711"/>
              <a:gd name="connsiteX87461" fmla="*/ 874990 w 2119654"/>
              <a:gd name="connsiteY87461" fmla="*/ 345692 h 2398711"/>
              <a:gd name="connsiteX87462" fmla="*/ 875681 w 2119654"/>
              <a:gd name="connsiteY87462" fmla="*/ 347167 h 2398711"/>
              <a:gd name="connsiteX87463" fmla="*/ 885673 w 2119654"/>
              <a:gd name="connsiteY87463" fmla="*/ 327720 h 2398711"/>
              <a:gd name="connsiteX87464" fmla="*/ 886110 w 2119654"/>
              <a:gd name="connsiteY87464" fmla="*/ 322573 h 2398711"/>
              <a:gd name="connsiteX87465" fmla="*/ 883623 w 2119654"/>
              <a:gd name="connsiteY87465" fmla="*/ 318948 h 2398711"/>
              <a:gd name="connsiteX87466" fmla="*/ 817081 w 2119654"/>
              <a:gd name="connsiteY87466" fmla="*/ 465223 h 2398711"/>
              <a:gd name="connsiteX87467" fmla="*/ 817067 w 2119654"/>
              <a:gd name="connsiteY87467" fmla="*/ 466506 h 2398711"/>
              <a:gd name="connsiteX87468" fmla="*/ 817394 w 2119654"/>
              <a:gd name="connsiteY87468" fmla="*/ 465802 h 2398711"/>
              <a:gd name="connsiteX87469" fmla="*/ 287435 w 2119654"/>
              <a:gd name="connsiteY87469" fmla="*/ 1651159 h 2398711"/>
              <a:gd name="connsiteX87470" fmla="*/ 299816 w 2119654"/>
              <a:gd name="connsiteY87470" fmla="*/ 1667013 h 2398711"/>
              <a:gd name="connsiteX87471" fmla="*/ 301262 w 2119654"/>
              <a:gd name="connsiteY87471" fmla="*/ 1667876 h 2398711"/>
              <a:gd name="connsiteX87472" fmla="*/ 308615 w 2119654"/>
              <a:gd name="connsiteY87472" fmla="*/ 1668192 h 2398711"/>
              <a:gd name="connsiteX87473" fmla="*/ 290924 w 2119654"/>
              <a:gd name="connsiteY87473" fmla="*/ 1652346 h 2398711"/>
              <a:gd name="connsiteX87474" fmla="*/ 804046 w 2119654"/>
              <a:gd name="connsiteY87474" fmla="*/ 494008 h 2398711"/>
              <a:gd name="connsiteX87475" fmla="*/ 804689 w 2119654"/>
              <a:gd name="connsiteY87475" fmla="*/ 496932 h 2398711"/>
              <a:gd name="connsiteX87476" fmla="*/ 805141 w 2119654"/>
              <a:gd name="connsiteY87476" fmla="*/ 495736 h 2398711"/>
              <a:gd name="connsiteX87477" fmla="*/ 786417 w 2119654"/>
              <a:gd name="connsiteY87477" fmla="*/ 533306 h 2398711"/>
              <a:gd name="connsiteX87478" fmla="*/ 786911 w 2119654"/>
              <a:gd name="connsiteY87478" fmla="*/ 534334 h 2398711"/>
              <a:gd name="connsiteX87479" fmla="*/ 787031 w 2119654"/>
              <a:gd name="connsiteY87479" fmla="*/ 534437 h 2398711"/>
              <a:gd name="connsiteX87480" fmla="*/ 787538 w 2119654"/>
              <a:gd name="connsiteY87480" fmla="*/ 533645 h 2398711"/>
              <a:gd name="connsiteX87481" fmla="*/ 328958 w 2119654"/>
              <a:gd name="connsiteY87481" fmla="*/ 1557491 h 2398711"/>
              <a:gd name="connsiteX87482" fmla="*/ 329259 w 2119654"/>
              <a:gd name="connsiteY87482" fmla="*/ 1557604 h 2398711"/>
              <a:gd name="connsiteX87483" fmla="*/ 329188 w 2119654"/>
              <a:gd name="connsiteY87483" fmla="*/ 1557514 h 2398711"/>
              <a:gd name="connsiteX87484" fmla="*/ 833221 w 2119654"/>
              <a:gd name="connsiteY87484" fmla="*/ 428348 h 2398711"/>
              <a:gd name="connsiteX87485" fmla="*/ 833753 w 2119654"/>
              <a:gd name="connsiteY87485" fmla="*/ 429285 h 2398711"/>
              <a:gd name="connsiteX87486" fmla="*/ 833838 w 2119654"/>
              <a:gd name="connsiteY87486" fmla="*/ 428593 h 2398711"/>
              <a:gd name="connsiteX87487" fmla="*/ 857190 w 2119654"/>
              <a:gd name="connsiteY87487" fmla="*/ 374649 h 2398711"/>
              <a:gd name="connsiteX87488" fmla="*/ 857015 w 2119654"/>
              <a:gd name="connsiteY87488" fmla="*/ 376070 h 2398711"/>
              <a:gd name="connsiteX87489" fmla="*/ 857086 w 2119654"/>
              <a:gd name="connsiteY87489" fmla="*/ 375936 h 2398711"/>
              <a:gd name="connsiteX87490" fmla="*/ 857195 w 2119654"/>
              <a:gd name="connsiteY87490" fmla="*/ 374653 h 2398711"/>
              <a:gd name="connsiteX87491" fmla="*/ 868084 w 2119654"/>
              <a:gd name="connsiteY87491" fmla="*/ 350154 h 2398711"/>
              <a:gd name="connsiteX87492" fmla="*/ 869893 w 2119654"/>
              <a:gd name="connsiteY87492" fmla="*/ 351788 h 2398711"/>
              <a:gd name="connsiteX87493" fmla="*/ 870133 w 2119654"/>
              <a:gd name="connsiteY87493" fmla="*/ 351337 h 2398711"/>
              <a:gd name="connsiteX87494" fmla="*/ 848226 w 2119654"/>
              <a:gd name="connsiteY87494" fmla="*/ 394476 h 2398711"/>
              <a:gd name="connsiteX87495" fmla="*/ 850846 w 2119654"/>
              <a:gd name="connsiteY87495" fmla="*/ 396600 h 2398711"/>
              <a:gd name="connsiteX87496" fmla="*/ 851996 w 2119654"/>
              <a:gd name="connsiteY87496" fmla="*/ 394361 h 2398711"/>
              <a:gd name="connsiteX87497" fmla="*/ 850410 w 2119654"/>
              <a:gd name="connsiteY87497" fmla="*/ 390241 h 2398711"/>
              <a:gd name="connsiteX87498" fmla="*/ 850403 w 2119654"/>
              <a:gd name="connsiteY87498" fmla="*/ 390235 h 2398711"/>
              <a:gd name="connsiteX87499" fmla="*/ 790608 w 2119654"/>
              <a:gd name="connsiteY87499" fmla="*/ 523449 h 2398711"/>
              <a:gd name="connsiteX87500" fmla="*/ 792341 w 2119654"/>
              <a:gd name="connsiteY87500" fmla="*/ 526148 h 2398711"/>
              <a:gd name="connsiteX87501" fmla="*/ 793184 w 2119654"/>
              <a:gd name="connsiteY87501" fmla="*/ 524834 h 2398711"/>
              <a:gd name="connsiteX87502" fmla="*/ 890838 w 2119654"/>
              <a:gd name="connsiteY87502" fmla="*/ 298849 h 2398711"/>
              <a:gd name="connsiteX87503" fmla="*/ 890591 w 2119654"/>
              <a:gd name="connsiteY87503" fmla="*/ 301760 h 2398711"/>
              <a:gd name="connsiteX87504" fmla="*/ 893704 w 2119654"/>
              <a:gd name="connsiteY87504" fmla="*/ 305452 h 2398711"/>
              <a:gd name="connsiteX87505" fmla="*/ 308238 w 2119654"/>
              <a:gd name="connsiteY87505" fmla="*/ 1603329 h 2398711"/>
              <a:gd name="connsiteX87506" fmla="*/ 309736 w 2119654"/>
              <a:gd name="connsiteY87506" fmla="*/ 1604894 h 2398711"/>
              <a:gd name="connsiteX87507" fmla="*/ 310633 w 2119654"/>
              <a:gd name="connsiteY87507" fmla="*/ 1605117 h 2398711"/>
              <a:gd name="connsiteX87508" fmla="*/ 845987 w 2119654"/>
              <a:gd name="connsiteY87508" fmla="*/ 398839 h 2398711"/>
              <a:gd name="connsiteX87509" fmla="*/ 847680 w 2119654"/>
              <a:gd name="connsiteY87509" fmla="*/ 402762 h 2398711"/>
              <a:gd name="connsiteX87510" fmla="*/ 850672 w 2119654"/>
              <a:gd name="connsiteY87510" fmla="*/ 396939 h 2398711"/>
              <a:gd name="connsiteX87511" fmla="*/ 848053 w 2119654"/>
              <a:gd name="connsiteY87511" fmla="*/ 394813 h 2398711"/>
              <a:gd name="connsiteX87512" fmla="*/ 817102 w 2119654"/>
              <a:gd name="connsiteY87512" fmla="*/ 463472 h 2398711"/>
              <a:gd name="connsiteX87513" fmla="*/ 817092 w 2119654"/>
              <a:gd name="connsiteY87513" fmla="*/ 464397 h 2398711"/>
              <a:gd name="connsiteX87514" fmla="*/ 817603 w 2119654"/>
              <a:gd name="connsiteY87514" fmla="*/ 465350 h 2398711"/>
              <a:gd name="connsiteX87515" fmla="*/ 818158 w 2119654"/>
              <a:gd name="connsiteY87515" fmla="*/ 464156 h 2398711"/>
              <a:gd name="connsiteX87516" fmla="*/ 845631 w 2119654"/>
              <a:gd name="connsiteY87516" fmla="*/ 399534 h 2398711"/>
              <a:gd name="connsiteX87517" fmla="*/ 845648 w 2119654"/>
              <a:gd name="connsiteY87517" fmla="*/ 399562 h 2398711"/>
              <a:gd name="connsiteX87518" fmla="*/ 845634 w 2119654"/>
              <a:gd name="connsiteY87518" fmla="*/ 399529 h 2398711"/>
              <a:gd name="connsiteX87519" fmla="*/ 313646 w 2119654"/>
              <a:gd name="connsiteY87519" fmla="*/ 1590751 h 2398711"/>
              <a:gd name="connsiteX87520" fmla="*/ 314597 w 2119654"/>
              <a:gd name="connsiteY87520" fmla="*/ 1591336 h 2398711"/>
              <a:gd name="connsiteX87521" fmla="*/ 314284 w 2119654"/>
              <a:gd name="connsiteY87521" fmla="*/ 1590943 h 2398711"/>
              <a:gd name="connsiteX87522" fmla="*/ 817849 w 2119654"/>
              <a:gd name="connsiteY87522" fmla="*/ 461518 h 2398711"/>
              <a:gd name="connsiteX87523" fmla="*/ 818784 w 2119654"/>
              <a:gd name="connsiteY87523" fmla="*/ 462807 h 2398711"/>
              <a:gd name="connsiteX87524" fmla="*/ 819013 w 2119654"/>
              <a:gd name="connsiteY87524" fmla="*/ 462314 h 2398711"/>
              <a:gd name="connsiteX87525" fmla="*/ 795009 w 2119654"/>
              <a:gd name="connsiteY87525" fmla="*/ 512608 h 2398711"/>
              <a:gd name="connsiteX87526" fmla="*/ 794750 w 2119654"/>
              <a:gd name="connsiteY87526" fmla="*/ 516722 h 2398711"/>
              <a:gd name="connsiteX87527" fmla="*/ 794730 w 2119654"/>
              <a:gd name="connsiteY87527" fmla="*/ 517140 h 2398711"/>
              <a:gd name="connsiteX87528" fmla="*/ 795028 w 2119654"/>
              <a:gd name="connsiteY87528" fmla="*/ 517405 h 2398711"/>
              <a:gd name="connsiteX87529" fmla="*/ 795058 w 2119654"/>
              <a:gd name="connsiteY87529" fmla="*/ 512681 h 2398711"/>
              <a:gd name="connsiteX87530" fmla="*/ 776942 w 2119654"/>
              <a:gd name="connsiteY87530" fmla="*/ 552980 h 2398711"/>
              <a:gd name="connsiteX87531" fmla="*/ 777093 w 2119654"/>
              <a:gd name="connsiteY87531" fmla="*/ 553156 h 2398711"/>
              <a:gd name="connsiteX87532" fmla="*/ 777171 w 2119654"/>
              <a:gd name="connsiteY87532" fmla="*/ 552611 h 2398711"/>
              <a:gd name="connsiteX87533" fmla="*/ 813421 w 2119654"/>
              <a:gd name="connsiteY87533" fmla="*/ 471262 h 2398711"/>
              <a:gd name="connsiteX87534" fmla="*/ 813657 w 2119654"/>
              <a:gd name="connsiteY87534" fmla="*/ 473847 h 2398711"/>
              <a:gd name="connsiteX87535" fmla="*/ 814278 w 2119654"/>
              <a:gd name="connsiteY87535" fmla="*/ 472511 h 2398711"/>
              <a:gd name="connsiteX87536" fmla="*/ 890941 w 2119654"/>
              <a:gd name="connsiteY87536" fmla="*/ 297638 h 2398711"/>
              <a:gd name="connsiteX87537" fmla="*/ 890916 w 2119654"/>
              <a:gd name="connsiteY87537" fmla="*/ 297934 h 2398711"/>
              <a:gd name="connsiteX87538" fmla="*/ 894681 w 2119654"/>
              <a:gd name="connsiteY87538" fmla="*/ 306612 h 2398711"/>
              <a:gd name="connsiteX87539" fmla="*/ 895783 w 2119654"/>
              <a:gd name="connsiteY87539" fmla="*/ 307919 h 2398711"/>
              <a:gd name="connsiteX87540" fmla="*/ 897129 w 2119654"/>
              <a:gd name="connsiteY87540" fmla="*/ 303993 h 2398711"/>
              <a:gd name="connsiteX87541" fmla="*/ 834709 w 2119654"/>
              <a:gd name="connsiteY87541" fmla="*/ 423304 h 2398711"/>
              <a:gd name="connsiteX87542" fmla="*/ 834143 w 2119654"/>
              <a:gd name="connsiteY87542" fmla="*/ 427910 h 2398711"/>
              <a:gd name="connsiteX87543" fmla="*/ 834854 w 2119654"/>
              <a:gd name="connsiteY87543" fmla="*/ 428192 h 2398711"/>
              <a:gd name="connsiteX87544" fmla="*/ 836362 w 2119654"/>
              <a:gd name="connsiteY87544" fmla="*/ 424948 h 2398711"/>
              <a:gd name="connsiteX87545" fmla="*/ 843112 w 2119654"/>
              <a:gd name="connsiteY87545" fmla="*/ 404443 h 2398711"/>
              <a:gd name="connsiteX87546" fmla="*/ 844985 w 2119654"/>
              <a:gd name="connsiteY87546" fmla="*/ 405156 h 2398711"/>
              <a:gd name="connsiteX87547" fmla="*/ 843797 w 2119654"/>
              <a:gd name="connsiteY87547" fmla="*/ 403109 h 2398711"/>
              <a:gd name="connsiteX87548" fmla="*/ 842743 w 2119654"/>
              <a:gd name="connsiteY87548" fmla="*/ 405162 h 2398711"/>
              <a:gd name="connsiteX87549" fmla="*/ 845142 w 2119654"/>
              <a:gd name="connsiteY87549" fmla="*/ 407704 h 2398711"/>
              <a:gd name="connsiteX87550" fmla="*/ 845761 w 2119654"/>
              <a:gd name="connsiteY87550" fmla="*/ 406497 h 2398711"/>
              <a:gd name="connsiteX87551" fmla="*/ 845184 w 2119654"/>
              <a:gd name="connsiteY87551" fmla="*/ 405500 h 2398711"/>
              <a:gd name="connsiteX87552" fmla="*/ 842998 w 2119654"/>
              <a:gd name="connsiteY87552" fmla="*/ 404666 h 2398711"/>
              <a:gd name="connsiteX87553" fmla="*/ 342780 w 2119654"/>
              <a:gd name="connsiteY87553" fmla="*/ 1524547 h 2398711"/>
              <a:gd name="connsiteX87554" fmla="*/ 343311 w 2119654"/>
              <a:gd name="connsiteY87554" fmla="*/ 1525068 h 2398711"/>
              <a:gd name="connsiteX87555" fmla="*/ 343042 w 2119654"/>
              <a:gd name="connsiteY87555" fmla="*/ 1524605 h 2398711"/>
              <a:gd name="connsiteX87556" fmla="*/ 775816 w 2119654"/>
              <a:gd name="connsiteY87556" fmla="*/ 554790 h 2398711"/>
              <a:gd name="connsiteX87557" fmla="*/ 776536 w 2119654"/>
              <a:gd name="connsiteY87557" fmla="*/ 555998 h 2398711"/>
              <a:gd name="connsiteX87558" fmla="*/ 776673 w 2119654"/>
              <a:gd name="connsiteY87558" fmla="*/ 556060 h 2398711"/>
              <a:gd name="connsiteX87559" fmla="*/ 777032 w 2119654"/>
              <a:gd name="connsiteY87559" fmla="*/ 553572 h 2398711"/>
              <a:gd name="connsiteX87560" fmla="*/ 776770 w 2119654"/>
              <a:gd name="connsiteY87560" fmla="*/ 553255 h 2398711"/>
              <a:gd name="connsiteX87561" fmla="*/ 841389 w 2119654"/>
              <a:gd name="connsiteY87561" fmla="*/ 407799 h 2398711"/>
              <a:gd name="connsiteX87562" fmla="*/ 843912 w 2119654"/>
              <a:gd name="connsiteY87562" fmla="*/ 410098 h 2398711"/>
              <a:gd name="connsiteX87563" fmla="*/ 844843 w 2119654"/>
              <a:gd name="connsiteY87563" fmla="*/ 408285 h 2398711"/>
              <a:gd name="connsiteX87564" fmla="*/ 842444 w 2119654"/>
              <a:gd name="connsiteY87564" fmla="*/ 405744 h 2398711"/>
              <a:gd name="connsiteX87565" fmla="*/ 841032 w 2119654"/>
              <a:gd name="connsiteY87565" fmla="*/ 408496 h 2398711"/>
              <a:gd name="connsiteX87566" fmla="*/ 843146 w 2119654"/>
              <a:gd name="connsiteY87566" fmla="*/ 411589 h 2398711"/>
              <a:gd name="connsiteX87567" fmla="*/ 843580 w 2119654"/>
              <a:gd name="connsiteY87567" fmla="*/ 410744 h 2398711"/>
              <a:gd name="connsiteX87568" fmla="*/ 841057 w 2119654"/>
              <a:gd name="connsiteY87568" fmla="*/ 408446 h 2398711"/>
              <a:gd name="connsiteX87569" fmla="*/ 840572 w 2119654"/>
              <a:gd name="connsiteY87569" fmla="*/ 409393 h 2398711"/>
              <a:gd name="connsiteX87570" fmla="*/ 842879 w 2119654"/>
              <a:gd name="connsiteY87570" fmla="*/ 411643 h 2398711"/>
              <a:gd name="connsiteX87571" fmla="*/ 840926 w 2119654"/>
              <a:gd name="connsiteY87571" fmla="*/ 408701 h 2398711"/>
              <a:gd name="connsiteX87572" fmla="*/ 327839 w 2119654"/>
              <a:gd name="connsiteY87572" fmla="*/ 1557374 h 2398711"/>
              <a:gd name="connsiteX87573" fmla="*/ 330348 w 2119654"/>
              <a:gd name="connsiteY87573" fmla="*/ 1558976 h 2398711"/>
              <a:gd name="connsiteX87574" fmla="*/ 329541 w 2119654"/>
              <a:gd name="connsiteY87574" fmla="*/ 1557959 h 2398711"/>
              <a:gd name="connsiteX87575" fmla="*/ 328045 w 2119654"/>
              <a:gd name="connsiteY87575" fmla="*/ 1557396 h 2398711"/>
              <a:gd name="connsiteX87576" fmla="*/ 840045 w 2119654"/>
              <a:gd name="connsiteY87576" fmla="*/ 410418 h 2398711"/>
              <a:gd name="connsiteX87577" fmla="*/ 842585 w 2119654"/>
              <a:gd name="connsiteY87577" fmla="*/ 412680 h 2398711"/>
              <a:gd name="connsiteX87578" fmla="*/ 842738 w 2119654"/>
              <a:gd name="connsiteY87578" fmla="*/ 412383 h 2398711"/>
              <a:gd name="connsiteX87579" fmla="*/ 840288 w 2119654"/>
              <a:gd name="connsiteY87579" fmla="*/ 409945 h 2398711"/>
              <a:gd name="connsiteX87580" fmla="*/ 817123 w 2119654"/>
              <a:gd name="connsiteY87580" fmla="*/ 461675 h 2398711"/>
              <a:gd name="connsiteX87581" fmla="*/ 817116 w 2119654"/>
              <a:gd name="connsiteY87581" fmla="*/ 462265 h 2398711"/>
              <a:gd name="connsiteX87582" fmla="*/ 817898 w 2119654"/>
              <a:gd name="connsiteY87582" fmla="*/ 462738 h 2398711"/>
              <a:gd name="connsiteX87583" fmla="*/ 913773 w 2119654"/>
              <a:gd name="connsiteY87583" fmla="*/ 245110 h 2398711"/>
              <a:gd name="connsiteX87584" fmla="*/ 909612 w 2119654"/>
              <a:gd name="connsiteY87584" fmla="*/ 263499 h 2398711"/>
              <a:gd name="connsiteX87585" fmla="*/ 911656 w 2119654"/>
              <a:gd name="connsiteY87585" fmla="*/ 268302 h 2398711"/>
              <a:gd name="connsiteX87586" fmla="*/ 913479 w 2119654"/>
              <a:gd name="connsiteY87586" fmla="*/ 274592 h 2398711"/>
              <a:gd name="connsiteX87587" fmla="*/ 918033 w 2119654"/>
              <a:gd name="connsiteY87587" fmla="*/ 266013 h 2398711"/>
              <a:gd name="connsiteX87588" fmla="*/ 918353 w 2119654"/>
              <a:gd name="connsiteY87588" fmla="*/ 265873 h 2398711"/>
              <a:gd name="connsiteX87589" fmla="*/ 913566 w 2119654"/>
              <a:gd name="connsiteY87589" fmla="*/ 274890 h 2398711"/>
              <a:gd name="connsiteX87590" fmla="*/ 921093 w 2119654"/>
              <a:gd name="connsiteY87590" fmla="*/ 300853 h 2398711"/>
              <a:gd name="connsiteX87591" fmla="*/ 924476 w 2119654"/>
              <a:gd name="connsiteY87591" fmla="*/ 292294 h 2398711"/>
              <a:gd name="connsiteX87592" fmla="*/ 924767 w 2119654"/>
              <a:gd name="connsiteY87592" fmla="*/ 291584 h 2398711"/>
              <a:gd name="connsiteX87593" fmla="*/ 919957 w 2119654"/>
              <a:gd name="connsiteY87593" fmla="*/ 280890 h 2398711"/>
              <a:gd name="connsiteX87594" fmla="*/ 920165 w 2119654"/>
              <a:gd name="connsiteY87594" fmla="*/ 281000 h 2398711"/>
              <a:gd name="connsiteX87595" fmla="*/ 924844 w 2119654"/>
              <a:gd name="connsiteY87595" fmla="*/ 291398 h 2398711"/>
              <a:gd name="connsiteX87596" fmla="*/ 935003 w 2119654"/>
              <a:gd name="connsiteY87596" fmla="*/ 266678 h 2398711"/>
              <a:gd name="connsiteX87597" fmla="*/ 926921 w 2119654"/>
              <a:gd name="connsiteY87597" fmla="*/ 258039 h 2398711"/>
              <a:gd name="connsiteX87598" fmla="*/ 915621 w 2119654"/>
              <a:gd name="connsiteY87598" fmla="*/ 246886 h 2398711"/>
              <a:gd name="connsiteX87599" fmla="*/ 776322 w 2119654"/>
              <a:gd name="connsiteY87599" fmla="*/ 552717 h 2398711"/>
              <a:gd name="connsiteX87600" fmla="*/ 776159 w 2119654"/>
              <a:gd name="connsiteY87600" fmla="*/ 553276 h 2398711"/>
              <a:gd name="connsiteX87601" fmla="*/ 776428 w 2119654"/>
              <a:gd name="connsiteY87601" fmla="*/ 552843 h 2398711"/>
              <a:gd name="connsiteX87602" fmla="*/ 913889 w 2119654"/>
              <a:gd name="connsiteY87602" fmla="*/ 244597 h 2398711"/>
              <a:gd name="connsiteX87603" fmla="*/ 913818 w 2119654"/>
              <a:gd name="connsiteY87603" fmla="*/ 244910 h 2398711"/>
              <a:gd name="connsiteX87604" fmla="*/ 921947 w 2119654"/>
              <a:gd name="connsiteY87604" fmla="*/ 252720 h 2398711"/>
              <a:gd name="connsiteX87605" fmla="*/ 919876 w 2119654"/>
              <a:gd name="connsiteY87605" fmla="*/ 250504 h 2398711"/>
              <a:gd name="connsiteX87606" fmla="*/ 298439 w 2119654"/>
              <a:gd name="connsiteY87606" fmla="*/ 1622591 h 2398711"/>
              <a:gd name="connsiteX87607" fmla="*/ 302145 w 2119654"/>
              <a:gd name="connsiteY87607" fmla="*/ 1625732 h 2398711"/>
              <a:gd name="connsiteX87608" fmla="*/ 310597 w 2119654"/>
              <a:gd name="connsiteY87608" fmla="*/ 1628530 h 2398711"/>
              <a:gd name="connsiteX87609" fmla="*/ 776592 w 2119654"/>
              <a:gd name="connsiteY87609" fmla="*/ 551790 h 2398711"/>
              <a:gd name="connsiteX87610" fmla="*/ 776423 w 2119654"/>
              <a:gd name="connsiteY87610" fmla="*/ 552372 h 2398711"/>
              <a:gd name="connsiteX87611" fmla="*/ 776595 w 2119654"/>
              <a:gd name="connsiteY87611" fmla="*/ 552574 h 2398711"/>
              <a:gd name="connsiteX87612" fmla="*/ 777352 w 2119654"/>
              <a:gd name="connsiteY87612" fmla="*/ 551356 h 2398711"/>
              <a:gd name="connsiteX87613" fmla="*/ 777501 w 2119654"/>
              <a:gd name="connsiteY87613" fmla="*/ 550329 h 2398711"/>
              <a:gd name="connsiteX87614" fmla="*/ 886157 w 2119654"/>
              <a:gd name="connsiteY87614" fmla="*/ 306398 h 2398711"/>
              <a:gd name="connsiteX87615" fmla="*/ 883066 w 2119654"/>
              <a:gd name="connsiteY87615" fmla="*/ 317276 h 2398711"/>
              <a:gd name="connsiteX87616" fmla="*/ 886272 w 2119654"/>
              <a:gd name="connsiteY87616" fmla="*/ 320660 h 2398711"/>
              <a:gd name="connsiteX87617" fmla="*/ 886981 w 2119654"/>
              <a:gd name="connsiteY87617" fmla="*/ 312319 h 2398711"/>
              <a:gd name="connsiteX87618" fmla="*/ 885526 w 2119654"/>
              <a:gd name="connsiteY87618" fmla="*/ 310617 h 2398711"/>
              <a:gd name="connsiteX87619" fmla="*/ 885870 w 2119654"/>
              <a:gd name="connsiteY87619" fmla="*/ 310686 h 2398711"/>
              <a:gd name="connsiteX87620" fmla="*/ 887007 w 2119654"/>
              <a:gd name="connsiteY87620" fmla="*/ 312016 h 2398711"/>
              <a:gd name="connsiteX87621" fmla="*/ 887281 w 2119654"/>
              <a:gd name="connsiteY87621" fmla="*/ 308799 h 2398711"/>
              <a:gd name="connsiteX87622" fmla="*/ 247985 w 2119654"/>
              <a:gd name="connsiteY87622" fmla="*/ 1735343 h 2398711"/>
              <a:gd name="connsiteX87623" fmla="*/ 280796 w 2119654"/>
              <a:gd name="connsiteY87623" fmla="*/ 1756734 h 2398711"/>
              <a:gd name="connsiteX87624" fmla="*/ 311754 w 2119654"/>
              <a:gd name="connsiteY87624" fmla="*/ 1760895 h 2398711"/>
              <a:gd name="connsiteX87625" fmla="*/ 299696 w 2119654"/>
              <a:gd name="connsiteY87625" fmla="*/ 1753927 h 2398711"/>
              <a:gd name="connsiteX87626" fmla="*/ 269601 w 2119654"/>
              <a:gd name="connsiteY87626" fmla="*/ 1743689 h 2398711"/>
              <a:gd name="connsiteX87627" fmla="*/ 835011 w 2119654"/>
              <a:gd name="connsiteY87627" fmla="*/ 420849 h 2398711"/>
              <a:gd name="connsiteX87628" fmla="*/ 834753 w 2119654"/>
              <a:gd name="connsiteY87628" fmla="*/ 422946 h 2398711"/>
              <a:gd name="connsiteX87629" fmla="*/ 836500 w 2119654"/>
              <a:gd name="connsiteY87629" fmla="*/ 424650 h 2398711"/>
              <a:gd name="connsiteX87630" fmla="*/ 837111 w 2119654"/>
              <a:gd name="connsiteY87630" fmla="*/ 423336 h 2398711"/>
              <a:gd name="connsiteX87631" fmla="*/ 837600 w 2119654"/>
              <a:gd name="connsiteY87631" fmla="*/ 422384 h 2398711"/>
              <a:gd name="connsiteX87632" fmla="*/ 788068 w 2119654"/>
              <a:gd name="connsiteY87632" fmla="*/ 525895 h 2398711"/>
              <a:gd name="connsiteX87633" fmla="*/ 788356 w 2119654"/>
              <a:gd name="connsiteY87633" fmla="*/ 530296 h 2398711"/>
              <a:gd name="connsiteX87634" fmla="*/ 789168 w 2119654"/>
              <a:gd name="connsiteY87634" fmla="*/ 530868 h 2398711"/>
              <a:gd name="connsiteX87635" fmla="*/ 789444 w 2119654"/>
              <a:gd name="connsiteY87635" fmla="*/ 526858 h 2398711"/>
              <a:gd name="connsiteX87636" fmla="*/ 790520 w 2119654"/>
              <a:gd name="connsiteY87636" fmla="*/ 520212 h 2398711"/>
              <a:gd name="connsiteX87637" fmla="*/ 790497 w 2119654"/>
              <a:gd name="connsiteY87637" fmla="*/ 520703 h 2398711"/>
              <a:gd name="connsiteX87638" fmla="*/ 792514 w 2119654"/>
              <a:gd name="connsiteY87638" fmla="*/ 521789 h 2398711"/>
              <a:gd name="connsiteX87639" fmla="*/ 835112 w 2119654"/>
              <a:gd name="connsiteY87639" fmla="*/ 420030 h 2398711"/>
              <a:gd name="connsiteX87640" fmla="*/ 835045 w 2119654"/>
              <a:gd name="connsiteY87640" fmla="*/ 420569 h 2398711"/>
              <a:gd name="connsiteX87641" fmla="*/ 837706 w 2119654"/>
              <a:gd name="connsiteY87641" fmla="*/ 422178 h 2398711"/>
              <a:gd name="connsiteX87642" fmla="*/ 842379 w 2119654"/>
              <a:gd name="connsiteY87642" fmla="*/ 413082 h 2398711"/>
              <a:gd name="connsiteX87643" fmla="*/ 839839 w 2119654"/>
              <a:gd name="connsiteY87643" fmla="*/ 410819 h 2398711"/>
              <a:gd name="connsiteX87644" fmla="*/ 831615 w 2119654"/>
              <a:gd name="connsiteY87644" fmla="*/ 427710 h 2398711"/>
              <a:gd name="connsiteX87645" fmla="*/ 831370 w 2119654"/>
              <a:gd name="connsiteY87645" fmla="*/ 430590 h 2398711"/>
              <a:gd name="connsiteX87646" fmla="*/ 832633 w 2119654"/>
              <a:gd name="connsiteY87646" fmla="*/ 432979 h 2398711"/>
              <a:gd name="connsiteX87647" fmla="*/ 833539 w 2119654"/>
              <a:gd name="connsiteY87647" fmla="*/ 431027 h 2398711"/>
              <a:gd name="connsiteX87648" fmla="*/ 833673 w 2119654"/>
              <a:gd name="connsiteY87648" fmla="*/ 429936 h 2398711"/>
              <a:gd name="connsiteX87649" fmla="*/ 832643 w 2119654"/>
              <a:gd name="connsiteY87649" fmla="*/ 428118 h 2398711"/>
              <a:gd name="connsiteX87650" fmla="*/ 825585 w 2119654"/>
              <a:gd name="connsiteY87650" fmla="*/ 441132 h 2398711"/>
              <a:gd name="connsiteX87651" fmla="*/ 827713 w 2119654"/>
              <a:gd name="connsiteY87651" fmla="*/ 443575 h 2398711"/>
              <a:gd name="connsiteX87652" fmla="*/ 828027 w 2119654"/>
              <a:gd name="connsiteY87652" fmla="*/ 442899 h 2398711"/>
              <a:gd name="connsiteX87653" fmla="*/ 825785 w 2119654"/>
              <a:gd name="connsiteY87653" fmla="*/ 441274 h 2398711"/>
              <a:gd name="connsiteX87654" fmla="*/ 833995 w 2119654"/>
              <a:gd name="connsiteY87654" fmla="*/ 422207 h 2398711"/>
              <a:gd name="connsiteX87655" fmla="*/ 834556 w 2119654"/>
              <a:gd name="connsiteY87655" fmla="*/ 422753 h 2398711"/>
              <a:gd name="connsiteX87656" fmla="*/ 834605 w 2119654"/>
              <a:gd name="connsiteY87656" fmla="*/ 422346 h 2398711"/>
              <a:gd name="connsiteX87657" fmla="*/ 834825 w 2119654"/>
              <a:gd name="connsiteY87657" fmla="*/ 420738 h 2398711"/>
              <a:gd name="connsiteX87658" fmla="*/ 834767 w 2119654"/>
              <a:gd name="connsiteY87658" fmla="*/ 420703 h 2398711"/>
              <a:gd name="connsiteX87659" fmla="*/ 777685 w 2119654"/>
              <a:gd name="connsiteY87659" fmla="*/ 548039 h 2398711"/>
              <a:gd name="connsiteX87660" fmla="*/ 776986 w 2119654"/>
              <a:gd name="connsiteY87660" fmla="*/ 550439 h 2398711"/>
              <a:gd name="connsiteX87661" fmla="*/ 777635 w 2119654"/>
              <a:gd name="connsiteY87661" fmla="*/ 549394 h 2398711"/>
              <a:gd name="connsiteX87662" fmla="*/ 777808 w 2119654"/>
              <a:gd name="connsiteY87662" fmla="*/ 548203 h 2398711"/>
              <a:gd name="connsiteX87663" fmla="*/ 786051 w 2119654"/>
              <a:gd name="connsiteY87663" fmla="*/ 529294 h 2398711"/>
              <a:gd name="connsiteX87664" fmla="*/ 785690 w 2119654"/>
              <a:gd name="connsiteY87664" fmla="*/ 531794 h 2398711"/>
              <a:gd name="connsiteX87665" fmla="*/ 786066 w 2119654"/>
              <a:gd name="connsiteY87665" fmla="*/ 532574 h 2398711"/>
              <a:gd name="connsiteX87666" fmla="*/ 787888 w 2119654"/>
              <a:gd name="connsiteY87666" fmla="*/ 533100 h 2398711"/>
              <a:gd name="connsiteX87667" fmla="*/ 788115 w 2119654"/>
              <a:gd name="connsiteY87667" fmla="*/ 532745 h 2398711"/>
              <a:gd name="connsiteX87668" fmla="*/ 788028 w 2119654"/>
              <a:gd name="connsiteY87668" fmla="*/ 531408 h 2398711"/>
              <a:gd name="connsiteX87669" fmla="*/ 787100 w 2119654"/>
              <a:gd name="connsiteY87669" fmla="*/ 530033 h 2398711"/>
              <a:gd name="connsiteX87670" fmla="*/ 841863 w 2119654"/>
              <a:gd name="connsiteY87670" fmla="*/ 404232 h 2398711"/>
              <a:gd name="connsiteX87671" fmla="*/ 842293 w 2119654"/>
              <a:gd name="connsiteY87671" fmla="*/ 404689 h 2398711"/>
              <a:gd name="connsiteX87672" fmla="*/ 842418 w 2119654"/>
              <a:gd name="connsiteY87672" fmla="*/ 404444 h 2398711"/>
              <a:gd name="connsiteX87673" fmla="*/ 324504 w 2119654"/>
              <a:gd name="connsiteY87673" fmla="*/ 1562556 h 2398711"/>
              <a:gd name="connsiteX87674" fmla="*/ 325371 w 2119654"/>
              <a:gd name="connsiteY87674" fmla="*/ 1563413 h 2398711"/>
              <a:gd name="connsiteX87675" fmla="*/ 326738 w 2119654"/>
              <a:gd name="connsiteY87675" fmla="*/ 1563992 h 2398711"/>
              <a:gd name="connsiteX87676" fmla="*/ 831974 w 2119654"/>
              <a:gd name="connsiteY87676" fmla="*/ 426143 h 2398711"/>
              <a:gd name="connsiteX87677" fmla="*/ 832635 w 2119654"/>
              <a:gd name="connsiteY87677" fmla="*/ 427311 h 2398711"/>
              <a:gd name="connsiteX87678" fmla="*/ 833932 w 2119654"/>
              <a:gd name="connsiteY87678" fmla="*/ 427826 h 2398711"/>
              <a:gd name="connsiteX87679" fmla="*/ 834512 w 2119654"/>
              <a:gd name="connsiteY87679" fmla="*/ 423108 h 2398711"/>
              <a:gd name="connsiteX87680" fmla="*/ 833972 w 2119654"/>
              <a:gd name="connsiteY87680" fmla="*/ 422571 h 2398711"/>
              <a:gd name="connsiteX87681" fmla="*/ 833863 w 2119654"/>
              <a:gd name="connsiteY87681" fmla="*/ 422463 h 2398711"/>
              <a:gd name="connsiteX87682" fmla="*/ 831703 w 2119654"/>
              <a:gd name="connsiteY87682" fmla="*/ 426671 h 2398711"/>
              <a:gd name="connsiteX87683" fmla="*/ 831681 w 2119654"/>
              <a:gd name="connsiteY87683" fmla="*/ 426932 h 2398711"/>
              <a:gd name="connsiteX87684" fmla="*/ 832056 w 2119654"/>
              <a:gd name="connsiteY87684" fmla="*/ 427082 h 2398711"/>
              <a:gd name="connsiteX87685" fmla="*/ 831760 w 2119654"/>
              <a:gd name="connsiteY87685" fmla="*/ 426560 h 2398711"/>
              <a:gd name="connsiteX87686" fmla="*/ 786148 w 2119654"/>
              <a:gd name="connsiteY87686" fmla="*/ 528622 h 2398711"/>
              <a:gd name="connsiteX87687" fmla="*/ 786132 w 2119654"/>
              <a:gd name="connsiteY87687" fmla="*/ 528730 h 2398711"/>
              <a:gd name="connsiteX87688" fmla="*/ 786302 w 2119654"/>
              <a:gd name="connsiteY87688" fmla="*/ 528850 h 2398711"/>
              <a:gd name="connsiteX87689" fmla="*/ 325553 w 2119654"/>
              <a:gd name="connsiteY87689" fmla="*/ 1559889 h 2398711"/>
              <a:gd name="connsiteX87690" fmla="*/ 328225 w 2119654"/>
              <a:gd name="connsiteY87690" fmla="*/ 1562465 h 2398711"/>
              <a:gd name="connsiteX87691" fmla="*/ 329402 w 2119654"/>
              <a:gd name="connsiteY87691" fmla="*/ 1563362 h 2398711"/>
              <a:gd name="connsiteX87692" fmla="*/ 333829 w 2119654"/>
              <a:gd name="connsiteY87692" fmla="*/ 1566207 h 2398711"/>
              <a:gd name="connsiteX87693" fmla="*/ 330400 w 2119654"/>
              <a:gd name="connsiteY87693" fmla="*/ 1561531 h 2398711"/>
              <a:gd name="connsiteX87694" fmla="*/ 328095 w 2119654"/>
              <a:gd name="connsiteY87694" fmla="*/ 1560335 h 2398711"/>
              <a:gd name="connsiteX87695" fmla="*/ 887988 w 2119654"/>
              <a:gd name="connsiteY87695" fmla="*/ 300479 h 2398711"/>
              <a:gd name="connsiteX87696" fmla="*/ 886879 w 2119654"/>
              <a:gd name="connsiteY87696" fmla="*/ 303859 h 2398711"/>
              <a:gd name="connsiteX87697" fmla="*/ 886307 w 2119654"/>
              <a:gd name="connsiteY87697" fmla="*/ 305875 h 2398711"/>
              <a:gd name="connsiteX87698" fmla="*/ 887342 w 2119654"/>
              <a:gd name="connsiteY87698" fmla="*/ 308086 h 2398711"/>
              <a:gd name="connsiteX87699" fmla="*/ 315177 w 2119654"/>
              <a:gd name="connsiteY87699" fmla="*/ 1583037 h 2398711"/>
              <a:gd name="connsiteX87700" fmla="*/ 316766 w 2119654"/>
              <a:gd name="connsiteY87700" fmla="*/ 1585039 h 2398711"/>
              <a:gd name="connsiteX87701" fmla="*/ 322142 w 2119654"/>
              <a:gd name="connsiteY87701" fmla="*/ 1588526 h 2398711"/>
              <a:gd name="connsiteX87702" fmla="*/ 830519 w 2119654"/>
              <a:gd name="connsiteY87702" fmla="*/ 428979 h 2398711"/>
              <a:gd name="connsiteX87703" fmla="*/ 830552 w 2119654"/>
              <a:gd name="connsiteY87703" fmla="*/ 429042 h 2398711"/>
              <a:gd name="connsiteX87704" fmla="*/ 830565 w 2119654"/>
              <a:gd name="connsiteY87704" fmla="*/ 428889 h 2398711"/>
              <a:gd name="connsiteX87705" fmla="*/ 298803 w 2119654"/>
              <a:gd name="connsiteY87705" fmla="*/ 1619384 h 2398711"/>
              <a:gd name="connsiteX87706" fmla="*/ 302431 w 2119654"/>
              <a:gd name="connsiteY87706" fmla="*/ 1621715 h 2398711"/>
              <a:gd name="connsiteX87707" fmla="*/ 306292 w 2119654"/>
              <a:gd name="connsiteY87707" fmla="*/ 1623168 h 2398711"/>
              <a:gd name="connsiteX87708" fmla="*/ 304216 w 2119654"/>
              <a:gd name="connsiteY87708" fmla="*/ 1621545 h 2398711"/>
              <a:gd name="connsiteX87709" fmla="*/ 276307 w 2119654"/>
              <a:gd name="connsiteY87709" fmla="*/ 1669335 h 2398711"/>
              <a:gd name="connsiteX87710" fmla="*/ 279905 w 2119654"/>
              <a:gd name="connsiteY87710" fmla="*/ 1672107 h 2398711"/>
              <a:gd name="connsiteX87711" fmla="*/ 287932 w 2119654"/>
              <a:gd name="connsiteY87711" fmla="*/ 1674656 h 2398711"/>
              <a:gd name="connsiteX87712" fmla="*/ 294908 w 2119654"/>
              <a:gd name="connsiteY87712" fmla="*/ 1675978 h 2398711"/>
              <a:gd name="connsiteX87713" fmla="*/ 291349 w 2119654"/>
              <a:gd name="connsiteY87713" fmla="*/ 1674751 h 2398711"/>
              <a:gd name="connsiteX87714" fmla="*/ 803440 w 2119654"/>
              <a:gd name="connsiteY87714" fmla="*/ 488710 h 2398711"/>
              <a:gd name="connsiteX87715" fmla="*/ 803291 w 2119654"/>
              <a:gd name="connsiteY87715" fmla="*/ 489402 h 2398711"/>
              <a:gd name="connsiteX87716" fmla="*/ 804731 w 2119654"/>
              <a:gd name="connsiteY87716" fmla="*/ 491093 h 2398711"/>
              <a:gd name="connsiteX87717" fmla="*/ 804436 w 2119654"/>
              <a:gd name="connsiteY87717" fmla="*/ 489598 h 2398711"/>
              <a:gd name="connsiteX87718" fmla="*/ 827344 w 2119654"/>
              <a:gd name="connsiteY87718" fmla="*/ 435166 h 2398711"/>
              <a:gd name="connsiteX87719" fmla="*/ 829857 w 2119654"/>
              <a:gd name="connsiteY87719" fmla="*/ 437205 h 2398711"/>
              <a:gd name="connsiteX87720" fmla="*/ 829914 w 2119654"/>
              <a:gd name="connsiteY87720" fmla="*/ 436539 h 2398711"/>
              <a:gd name="connsiteX87721" fmla="*/ 828252 w 2119654"/>
              <a:gd name="connsiteY87721" fmla="*/ 433396 h 2398711"/>
              <a:gd name="connsiteX87722" fmla="*/ 826730 w 2119654"/>
              <a:gd name="connsiteY87722" fmla="*/ 436362 h 2398711"/>
              <a:gd name="connsiteX87723" fmla="*/ 826839 w 2119654"/>
              <a:gd name="connsiteY87723" fmla="*/ 436499 h 2398711"/>
              <a:gd name="connsiteX87724" fmla="*/ 829816 w 2119654"/>
              <a:gd name="connsiteY87724" fmla="*/ 437688 h 2398711"/>
              <a:gd name="connsiteX87725" fmla="*/ 829828 w 2119654"/>
              <a:gd name="connsiteY87725" fmla="*/ 437539 h 2398711"/>
              <a:gd name="connsiteX87726" fmla="*/ 827214 w 2119654"/>
              <a:gd name="connsiteY87726" fmla="*/ 435418 h 2398711"/>
              <a:gd name="connsiteX87727" fmla="*/ 346393 w 2119654"/>
              <a:gd name="connsiteY87727" fmla="*/ 1511696 h 2398711"/>
              <a:gd name="connsiteX87728" fmla="*/ 347886 w 2119654"/>
              <a:gd name="connsiteY87728" fmla="*/ 1512926 h 2398711"/>
              <a:gd name="connsiteX87729" fmla="*/ 347766 w 2119654"/>
              <a:gd name="connsiteY87729" fmla="*/ 1512659 h 2398711"/>
              <a:gd name="connsiteX87730" fmla="*/ 346563 w 2119654"/>
              <a:gd name="connsiteY87730" fmla="*/ 1511774 h 2398711"/>
              <a:gd name="connsiteX87731" fmla="*/ 787873 w 2119654"/>
              <a:gd name="connsiteY87731" fmla="*/ 522920 h 2398711"/>
              <a:gd name="connsiteX87732" fmla="*/ 787955 w 2119654"/>
              <a:gd name="connsiteY87732" fmla="*/ 524170 h 2398711"/>
              <a:gd name="connsiteX87733" fmla="*/ 789264 w 2119654"/>
              <a:gd name="connsiteY87733" fmla="*/ 525088 h 2398711"/>
              <a:gd name="connsiteX87734" fmla="*/ 803743 w 2119654"/>
              <a:gd name="connsiteY87734" fmla="*/ 487308 h 2398711"/>
              <a:gd name="connsiteX87735" fmla="*/ 803592 w 2119654"/>
              <a:gd name="connsiteY87735" fmla="*/ 488007 h 2398711"/>
              <a:gd name="connsiteX87736" fmla="*/ 804231 w 2119654"/>
              <a:gd name="connsiteY87736" fmla="*/ 488561 h 2398711"/>
              <a:gd name="connsiteX87737" fmla="*/ 804037 w 2119654"/>
              <a:gd name="connsiteY87737" fmla="*/ 487582 h 2398711"/>
              <a:gd name="connsiteX87738" fmla="*/ 824764 w 2119654"/>
              <a:gd name="connsiteY87738" fmla="*/ 440192 h 2398711"/>
              <a:gd name="connsiteX87739" fmla="*/ 824892 w 2119654"/>
              <a:gd name="connsiteY87739" fmla="*/ 440338 h 2398711"/>
              <a:gd name="connsiteX87740" fmla="*/ 828150 w 2119654"/>
              <a:gd name="connsiteY87740" fmla="*/ 442634 h 2398711"/>
              <a:gd name="connsiteX87741" fmla="*/ 828427 w 2119654"/>
              <a:gd name="connsiteY87741" fmla="*/ 442037 h 2398711"/>
              <a:gd name="connsiteX87742" fmla="*/ 825791 w 2119654"/>
              <a:gd name="connsiteY87742" fmla="*/ 438192 h 2398711"/>
              <a:gd name="connsiteX87743" fmla="*/ 274587 w 2119654"/>
              <a:gd name="connsiteY87743" fmla="*/ 1672125 h 2398711"/>
              <a:gd name="connsiteX87744" fmla="*/ 276622 w 2119654"/>
              <a:gd name="connsiteY87744" fmla="*/ 1673097 h 2398711"/>
              <a:gd name="connsiteX87745" fmla="*/ 275901 w 2119654"/>
              <a:gd name="connsiteY87745" fmla="*/ 1672541 h 2398711"/>
              <a:gd name="connsiteX87746" fmla="*/ 817180 w 2119654"/>
              <a:gd name="connsiteY87746" fmla="*/ 456956 h 2398711"/>
              <a:gd name="connsiteX87747" fmla="*/ 817137 w 2119654"/>
              <a:gd name="connsiteY87747" fmla="*/ 460538 h 2398711"/>
              <a:gd name="connsiteX87748" fmla="*/ 817615 w 2119654"/>
              <a:gd name="connsiteY87748" fmla="*/ 461196 h 2398711"/>
              <a:gd name="connsiteX87749" fmla="*/ 819070 w 2119654"/>
              <a:gd name="connsiteY87749" fmla="*/ 462191 h 2398711"/>
              <a:gd name="connsiteX87750" fmla="*/ 819768 w 2119654"/>
              <a:gd name="connsiteY87750" fmla="*/ 460688 h 2398711"/>
              <a:gd name="connsiteX87751" fmla="*/ 324624 w 2119654"/>
              <a:gd name="connsiteY87751" fmla="*/ 1559725 h 2398711"/>
              <a:gd name="connsiteX87752" fmla="*/ 325865 w 2119654"/>
              <a:gd name="connsiteY87752" fmla="*/ 1560670 h 2398711"/>
              <a:gd name="connsiteX87753" fmla="*/ 324944 w 2119654"/>
              <a:gd name="connsiteY87753" fmla="*/ 1559782 h 2398711"/>
              <a:gd name="connsiteX87754" fmla="*/ 295282 w 2119654"/>
              <a:gd name="connsiteY87754" fmla="*/ 1625280 h 2398711"/>
              <a:gd name="connsiteX87755" fmla="*/ 298544 w 2119654"/>
              <a:gd name="connsiteY87755" fmla="*/ 1627605 h 2398711"/>
              <a:gd name="connsiteX87756" fmla="*/ 302445 w 2119654"/>
              <a:gd name="connsiteY87756" fmla="*/ 1630195 h 2398711"/>
              <a:gd name="connsiteX87757" fmla="*/ 305362 w 2119654"/>
              <a:gd name="connsiteY87757" fmla="*/ 1630778 h 2398711"/>
              <a:gd name="connsiteX87758" fmla="*/ 302599 w 2119654"/>
              <a:gd name="connsiteY87758" fmla="*/ 1628436 h 2398711"/>
              <a:gd name="connsiteX87759" fmla="*/ 786682 w 2119654"/>
              <a:gd name="connsiteY87759" fmla="*/ 524925 h 2398711"/>
              <a:gd name="connsiteX87760" fmla="*/ 786257 w 2119654"/>
              <a:gd name="connsiteY87760" fmla="*/ 527869 h 2398711"/>
              <a:gd name="connsiteX87761" fmla="*/ 787476 w 2119654"/>
              <a:gd name="connsiteY87761" fmla="*/ 529677 h 2398711"/>
              <a:gd name="connsiteX87762" fmla="*/ 787936 w 2119654"/>
              <a:gd name="connsiteY87762" fmla="*/ 530000 h 2398711"/>
              <a:gd name="connsiteX87763" fmla="*/ 787648 w 2119654"/>
              <a:gd name="connsiteY87763" fmla="*/ 525601 h 2398711"/>
              <a:gd name="connsiteX87764" fmla="*/ 848255 w 2119654"/>
              <a:gd name="connsiteY87764" fmla="*/ 387006 h 2398711"/>
              <a:gd name="connsiteX87765" fmla="*/ 849655 w 2119654"/>
              <a:gd name="connsiteY87765" fmla="*/ 388282 h 2398711"/>
              <a:gd name="connsiteX87766" fmla="*/ 848900 w 2119654"/>
              <a:gd name="connsiteY87766" fmla="*/ 386320 h 2398711"/>
              <a:gd name="connsiteX87767" fmla="*/ 848831 w 2119654"/>
              <a:gd name="connsiteY87767" fmla="*/ 386240 h 2398711"/>
              <a:gd name="connsiteX87768" fmla="*/ 250602 w 2119654"/>
              <a:gd name="connsiteY87768" fmla="*/ 1725075 h 2398711"/>
              <a:gd name="connsiteX87769" fmla="*/ 254505 w 2119654"/>
              <a:gd name="connsiteY87769" fmla="*/ 1727331 h 2398711"/>
              <a:gd name="connsiteX87770" fmla="*/ 256020 w 2119654"/>
              <a:gd name="connsiteY87770" fmla="*/ 1727610 h 2398711"/>
              <a:gd name="connsiteX87771" fmla="*/ 820682 w 2119654"/>
              <a:gd name="connsiteY87771" fmla="*/ 448146 h 2398711"/>
              <a:gd name="connsiteX87772" fmla="*/ 823972 w 2119654"/>
              <a:gd name="connsiteY87772" fmla="*/ 449459 h 2398711"/>
              <a:gd name="connsiteX87773" fmla="*/ 825397 w 2119654"/>
              <a:gd name="connsiteY87773" fmla="*/ 443986 h 2398711"/>
              <a:gd name="connsiteX87774" fmla="*/ 825568 w 2119654"/>
              <a:gd name="connsiteY87774" fmla="*/ 443855 h 2398711"/>
              <a:gd name="connsiteX87775" fmla="*/ 824097 w 2119654"/>
              <a:gd name="connsiteY87775" fmla="*/ 449509 h 2398711"/>
              <a:gd name="connsiteX87776" fmla="*/ 824823 w 2119654"/>
              <a:gd name="connsiteY87776" fmla="*/ 449799 h 2398711"/>
              <a:gd name="connsiteX87777" fmla="*/ 827277 w 2119654"/>
              <a:gd name="connsiteY87777" fmla="*/ 444513 h 2398711"/>
              <a:gd name="connsiteX87778" fmla="*/ 824300 w 2119654"/>
              <a:gd name="connsiteY87778" fmla="*/ 441096 h 2398711"/>
              <a:gd name="connsiteX87779" fmla="*/ 802744 w 2119654"/>
              <a:gd name="connsiteY87779" fmla="*/ 488089 h 2398711"/>
              <a:gd name="connsiteX87780" fmla="*/ 802943 w 2119654"/>
              <a:gd name="connsiteY87780" fmla="*/ 488994 h 2398711"/>
              <a:gd name="connsiteX87781" fmla="*/ 803007 w 2119654"/>
              <a:gd name="connsiteY87781" fmla="*/ 489068 h 2398711"/>
              <a:gd name="connsiteX87782" fmla="*/ 803147 w 2119654"/>
              <a:gd name="connsiteY87782" fmla="*/ 488448 h 2398711"/>
              <a:gd name="connsiteX87783" fmla="*/ 819742 w 2119654"/>
              <a:gd name="connsiteY87783" fmla="*/ 450025 h 2398711"/>
              <a:gd name="connsiteX87784" fmla="*/ 822916 w 2119654"/>
              <a:gd name="connsiteY87784" fmla="*/ 453515 h 2398711"/>
              <a:gd name="connsiteX87785" fmla="*/ 823815 w 2119654"/>
              <a:gd name="connsiteY87785" fmla="*/ 450061 h 2398711"/>
              <a:gd name="connsiteX87786" fmla="*/ 820399 w 2119654"/>
              <a:gd name="connsiteY87786" fmla="*/ 448695 h 2398711"/>
              <a:gd name="connsiteX87787" fmla="*/ 819967 w 2119654"/>
              <a:gd name="connsiteY87787" fmla="*/ 449538 h 2398711"/>
              <a:gd name="connsiteX87788" fmla="*/ 818987 w 2119654"/>
              <a:gd name="connsiteY87788" fmla="*/ 451652 h 2398711"/>
              <a:gd name="connsiteX87789" fmla="*/ 822420 w 2119654"/>
              <a:gd name="connsiteY87789" fmla="*/ 454975 h 2398711"/>
              <a:gd name="connsiteX87790" fmla="*/ 822567 w 2119654"/>
              <a:gd name="connsiteY87790" fmla="*/ 454659 h 2398711"/>
              <a:gd name="connsiteX87791" fmla="*/ 819273 w 2119654"/>
              <a:gd name="connsiteY87791" fmla="*/ 451036 h 2398711"/>
              <a:gd name="connsiteX87792" fmla="*/ 817957 w 2119654"/>
              <a:gd name="connsiteY87792" fmla="*/ 453873 h 2398711"/>
              <a:gd name="connsiteX87793" fmla="*/ 821390 w 2119654"/>
              <a:gd name="connsiteY87793" fmla="*/ 457196 h 2398711"/>
              <a:gd name="connsiteX87794" fmla="*/ 821741 w 2119654"/>
              <a:gd name="connsiteY87794" fmla="*/ 456439 h 2398711"/>
              <a:gd name="connsiteX87795" fmla="*/ 819395 w 2119654"/>
              <a:gd name="connsiteY87795" fmla="*/ 453810 h 2398711"/>
              <a:gd name="connsiteX87796" fmla="*/ 818422 w 2119654"/>
              <a:gd name="connsiteY87796" fmla="*/ 452870 h 2398711"/>
              <a:gd name="connsiteX87797" fmla="*/ 817448 w 2119654"/>
              <a:gd name="connsiteY87797" fmla="*/ 454970 h 2398711"/>
              <a:gd name="connsiteX87798" fmla="*/ 820158 w 2119654"/>
              <a:gd name="connsiteY87798" fmla="*/ 459848 h 2398711"/>
              <a:gd name="connsiteX87799" fmla="*/ 820968 w 2119654"/>
              <a:gd name="connsiteY87799" fmla="*/ 458104 h 2398711"/>
              <a:gd name="connsiteX87800" fmla="*/ 817535 w 2119654"/>
              <a:gd name="connsiteY87800" fmla="*/ 454781 h 2398711"/>
              <a:gd name="connsiteX87801" fmla="*/ 817197 w 2119654"/>
              <a:gd name="connsiteY87801" fmla="*/ 455512 h 2398711"/>
              <a:gd name="connsiteX87802" fmla="*/ 817188 w 2119654"/>
              <a:gd name="connsiteY87802" fmla="*/ 456286 h 2398711"/>
              <a:gd name="connsiteX87803" fmla="*/ 819957 w 2119654"/>
              <a:gd name="connsiteY87803" fmla="*/ 460281 h 2398711"/>
              <a:gd name="connsiteX87804" fmla="*/ 820088 w 2119654"/>
              <a:gd name="connsiteY87804" fmla="*/ 460000 h 2398711"/>
              <a:gd name="connsiteX87805" fmla="*/ 817378 w 2119654"/>
              <a:gd name="connsiteY87805" fmla="*/ 455121 h 2398711"/>
              <a:gd name="connsiteX87806" fmla="*/ 790785 w 2119654"/>
              <a:gd name="connsiteY87806" fmla="*/ 514548 h 2398711"/>
              <a:gd name="connsiteX87807" fmla="*/ 790605 w 2119654"/>
              <a:gd name="connsiteY87807" fmla="*/ 518389 h 2398711"/>
              <a:gd name="connsiteX87808" fmla="*/ 793443 w 2119654"/>
              <a:gd name="connsiteY87808" fmla="*/ 520455 h 2398711"/>
              <a:gd name="connsiteX87809" fmla="*/ 794371 w 2119654"/>
              <a:gd name="connsiteY87809" fmla="*/ 521187 h 2398711"/>
              <a:gd name="connsiteX87810" fmla="*/ 794581 w 2119654"/>
              <a:gd name="connsiteY87810" fmla="*/ 517841 h 2398711"/>
              <a:gd name="connsiteX87811" fmla="*/ 812841 w 2119654"/>
              <a:gd name="connsiteY87811" fmla="*/ 464905 h 2398711"/>
              <a:gd name="connsiteX87812" fmla="*/ 813150 w 2119654"/>
              <a:gd name="connsiteY87812" fmla="*/ 468295 h 2398711"/>
              <a:gd name="connsiteX87813" fmla="*/ 813497 w 2119654"/>
              <a:gd name="connsiteY87813" fmla="*/ 468729 h 2398711"/>
              <a:gd name="connsiteX87814" fmla="*/ 814323 w 2119654"/>
              <a:gd name="connsiteY87814" fmla="*/ 469933 h 2398711"/>
              <a:gd name="connsiteX87815" fmla="*/ 814365 w 2119654"/>
              <a:gd name="connsiteY87815" fmla="*/ 466402 h 2398711"/>
              <a:gd name="connsiteX87816" fmla="*/ 814745 w 2119654"/>
              <a:gd name="connsiteY87816" fmla="*/ 461943 h 2398711"/>
              <a:gd name="connsiteX87817" fmla="*/ 814337 w 2119654"/>
              <a:gd name="connsiteY87817" fmla="*/ 461678 h 2398711"/>
              <a:gd name="connsiteX87818" fmla="*/ 790805 w 2119654"/>
              <a:gd name="connsiteY87818" fmla="*/ 514118 h 2398711"/>
              <a:gd name="connsiteX87819" fmla="*/ 790793 w 2119654"/>
              <a:gd name="connsiteY87819" fmla="*/ 514377 h 2398711"/>
              <a:gd name="connsiteX87820" fmla="*/ 794591 w 2119654"/>
              <a:gd name="connsiteY87820" fmla="*/ 517673 h 2398711"/>
              <a:gd name="connsiteX87821" fmla="*/ 794596 w 2119654"/>
              <a:gd name="connsiteY87821" fmla="*/ 517589 h 2398711"/>
              <a:gd name="connsiteX87822" fmla="*/ 810105 w 2119654"/>
              <a:gd name="connsiteY87822" fmla="*/ 470803 h 2398711"/>
              <a:gd name="connsiteX87823" fmla="*/ 812141 w 2119654"/>
              <a:gd name="connsiteY87823" fmla="*/ 472734 h 2398711"/>
              <a:gd name="connsiteX87824" fmla="*/ 811956 w 2119654"/>
              <a:gd name="connsiteY87824" fmla="*/ 469125 h 2398711"/>
              <a:gd name="connsiteX87825" fmla="*/ 811316 w 2119654"/>
              <a:gd name="connsiteY87825" fmla="*/ 468192 h 2398711"/>
              <a:gd name="connsiteX87826" fmla="*/ 287417 w 2119654"/>
              <a:gd name="connsiteY87826" fmla="*/ 1641183 h 2398711"/>
              <a:gd name="connsiteX87827" fmla="*/ 288995 w 2119654"/>
              <a:gd name="connsiteY87827" fmla="*/ 1642596 h 2398711"/>
              <a:gd name="connsiteX87828" fmla="*/ 293895 w 2119654"/>
              <a:gd name="connsiteY87828" fmla="*/ 1643544 h 2398711"/>
              <a:gd name="connsiteX87829" fmla="*/ 291660 w 2119654"/>
              <a:gd name="connsiteY87829" fmla="*/ 1642926 h 2398711"/>
              <a:gd name="connsiteX87830" fmla="*/ 291458 w 2119654"/>
              <a:gd name="connsiteY87830" fmla="*/ 1642590 h 2398711"/>
              <a:gd name="connsiteX87831" fmla="*/ 297265 w 2119654"/>
              <a:gd name="connsiteY87831" fmla="*/ 1644195 h 2398711"/>
              <a:gd name="connsiteX87832" fmla="*/ 299707 w 2119654"/>
              <a:gd name="connsiteY87832" fmla="*/ 1644667 h 2398711"/>
              <a:gd name="connsiteX87833" fmla="*/ 808703 w 2119654"/>
              <a:gd name="connsiteY87833" fmla="*/ 473826 h 2398711"/>
              <a:gd name="connsiteX87834" fmla="*/ 810023 w 2119654"/>
              <a:gd name="connsiteY87834" fmla="*/ 480514 h 2398711"/>
              <a:gd name="connsiteX87835" fmla="*/ 810702 w 2119654"/>
              <a:gd name="connsiteY87835" fmla="*/ 481029 h 2398711"/>
              <a:gd name="connsiteX87836" fmla="*/ 812343 w 2119654"/>
              <a:gd name="connsiteY87836" fmla="*/ 476688 h 2398711"/>
              <a:gd name="connsiteX87837" fmla="*/ 812170 w 2119654"/>
              <a:gd name="connsiteY87837" fmla="*/ 473314 h 2398711"/>
              <a:gd name="connsiteX87838" fmla="*/ 809946 w 2119654"/>
              <a:gd name="connsiteY87838" fmla="*/ 471146 h 2398711"/>
              <a:gd name="connsiteX87839" fmla="*/ 860685 w 2119654"/>
              <a:gd name="connsiteY87839" fmla="*/ 357399 h 2398711"/>
              <a:gd name="connsiteX87840" fmla="*/ 859496 w 2119654"/>
              <a:gd name="connsiteY87840" fmla="*/ 371393 h 2398711"/>
              <a:gd name="connsiteX87841" fmla="*/ 864066 w 2119654"/>
              <a:gd name="connsiteY87841" fmla="*/ 362776 h 2398711"/>
              <a:gd name="connsiteX87842" fmla="*/ 340450 w 2119654"/>
              <a:gd name="connsiteY87842" fmla="*/ 1522267 h 2398711"/>
              <a:gd name="connsiteX87843" fmla="*/ 341005 w 2119654"/>
              <a:gd name="connsiteY87843" fmla="*/ 1522811 h 2398711"/>
              <a:gd name="connsiteX87844" fmla="*/ 341619 w 2119654"/>
              <a:gd name="connsiteY87844" fmla="*/ 1522947 h 2398711"/>
              <a:gd name="connsiteX87845" fmla="*/ 341539 w 2119654"/>
              <a:gd name="connsiteY87845" fmla="*/ 1522780 h 2398711"/>
              <a:gd name="connsiteX87846" fmla="*/ 342103 w 2119654"/>
              <a:gd name="connsiteY87846" fmla="*/ 1522994 h 2398711"/>
              <a:gd name="connsiteX87847" fmla="*/ 341765 w 2119654"/>
              <a:gd name="connsiteY87847" fmla="*/ 1522417 h 2398711"/>
              <a:gd name="connsiteX87848" fmla="*/ 341421 w 2119654"/>
              <a:gd name="connsiteY87848" fmla="*/ 1522238 h 2398711"/>
              <a:gd name="connsiteX87849" fmla="*/ 787100 w 2119654"/>
              <a:gd name="connsiteY87849" fmla="*/ 522022 h 2398711"/>
              <a:gd name="connsiteX87850" fmla="*/ 786898 w 2119654"/>
              <a:gd name="connsiteY87850" fmla="*/ 523431 h 2398711"/>
              <a:gd name="connsiteX87851" fmla="*/ 787535 w 2119654"/>
              <a:gd name="connsiteY87851" fmla="*/ 523877 h 2398711"/>
              <a:gd name="connsiteX87852" fmla="*/ 787435 w 2119654"/>
              <a:gd name="connsiteY87852" fmla="*/ 522353 h 2398711"/>
              <a:gd name="connsiteX87853" fmla="*/ 284509 w 2119654"/>
              <a:gd name="connsiteY87853" fmla="*/ 1647411 h 2398711"/>
              <a:gd name="connsiteX87854" fmla="*/ 285447 w 2119654"/>
              <a:gd name="connsiteY87854" fmla="*/ 1648613 h 2398711"/>
              <a:gd name="connsiteX87855" fmla="*/ 288220 w 2119654"/>
              <a:gd name="connsiteY87855" fmla="*/ 1649557 h 2398711"/>
              <a:gd name="connsiteX87856" fmla="*/ 288220 w 2119654"/>
              <a:gd name="connsiteY87856" fmla="*/ 1649556 h 2398711"/>
              <a:gd name="connsiteX87857" fmla="*/ 334368 w 2119654"/>
              <a:gd name="connsiteY87857" fmla="*/ 1535748 h 2398711"/>
              <a:gd name="connsiteX87858" fmla="*/ 337869 w 2119654"/>
              <a:gd name="connsiteY87858" fmla="*/ 1537712 h 2398711"/>
              <a:gd name="connsiteX87859" fmla="*/ 336920 w 2119654"/>
              <a:gd name="connsiteY87859" fmla="*/ 1535719 h 2398711"/>
              <a:gd name="connsiteX87860" fmla="*/ 335629 w 2119654"/>
              <a:gd name="connsiteY87860" fmla="*/ 1534656 h 2398711"/>
              <a:gd name="connsiteX87861" fmla="*/ 832200 w 2119654"/>
              <a:gd name="connsiteY87861" fmla="*/ 420842 h 2398711"/>
              <a:gd name="connsiteX87862" fmla="*/ 831842 w 2119654"/>
              <a:gd name="connsiteY87862" fmla="*/ 425052 h 2398711"/>
              <a:gd name="connsiteX87863" fmla="*/ 833401 w 2119654"/>
              <a:gd name="connsiteY87863" fmla="*/ 422013 h 2398711"/>
              <a:gd name="connsiteX87864" fmla="*/ 802547 w 2119654"/>
              <a:gd name="connsiteY87864" fmla="*/ 487101 h 2398711"/>
              <a:gd name="connsiteX87865" fmla="*/ 803304 w 2119654"/>
              <a:gd name="connsiteY87865" fmla="*/ 487756 h 2398711"/>
              <a:gd name="connsiteX87866" fmla="*/ 803464 w 2119654"/>
              <a:gd name="connsiteY87866" fmla="*/ 487048 h 2398711"/>
              <a:gd name="connsiteX87867" fmla="*/ 802840 w 2119654"/>
              <a:gd name="connsiteY87867" fmla="*/ 486469 h 2398711"/>
              <a:gd name="connsiteX87868" fmla="*/ 829377 w 2119654"/>
              <a:gd name="connsiteY87868" fmla="*/ 426820 h 2398711"/>
              <a:gd name="connsiteX87869" fmla="*/ 830167 w 2119654"/>
              <a:gd name="connsiteY87869" fmla="*/ 428316 h 2398711"/>
              <a:gd name="connsiteX87870" fmla="*/ 830670 w 2119654"/>
              <a:gd name="connsiteY87870" fmla="*/ 427334 h 2398711"/>
              <a:gd name="connsiteX87871" fmla="*/ 323413 w 2119654"/>
              <a:gd name="connsiteY87871" fmla="*/ 1559512 h 2398711"/>
              <a:gd name="connsiteX87872" fmla="*/ 326739 w 2119654"/>
              <a:gd name="connsiteY87872" fmla="*/ 1561650 h 2398711"/>
              <a:gd name="connsiteX87873" fmla="*/ 324085 w 2119654"/>
              <a:gd name="connsiteY87873" fmla="*/ 1559630 h 2398711"/>
              <a:gd name="connsiteX87874" fmla="*/ 794226 w 2119654"/>
              <a:gd name="connsiteY87874" fmla="*/ 505041 h 2398711"/>
              <a:gd name="connsiteX87875" fmla="*/ 795097 w 2119654"/>
              <a:gd name="connsiteY87875" fmla="*/ 506405 h 2398711"/>
              <a:gd name="connsiteX87876" fmla="*/ 795117 w 2119654"/>
              <a:gd name="connsiteY87876" fmla="*/ 503120 h 2398711"/>
              <a:gd name="connsiteX87877" fmla="*/ 792479 w 2119654"/>
              <a:gd name="connsiteY87877" fmla="*/ 508809 h 2398711"/>
              <a:gd name="connsiteX87878" fmla="*/ 792735 w 2119654"/>
              <a:gd name="connsiteY87878" fmla="*/ 509064 h 2398711"/>
              <a:gd name="connsiteX87879" fmla="*/ 792518 w 2119654"/>
              <a:gd name="connsiteY87879" fmla="*/ 508725 h 2398711"/>
              <a:gd name="connsiteX87880" fmla="*/ 844753 w 2119654"/>
              <a:gd name="connsiteY87880" fmla="*/ 391657 h 2398711"/>
              <a:gd name="connsiteX87881" fmla="*/ 847738 w 2119654"/>
              <a:gd name="connsiteY87881" fmla="*/ 394079 h 2398711"/>
              <a:gd name="connsiteX87882" fmla="*/ 849932 w 2119654"/>
              <a:gd name="connsiteY87882" fmla="*/ 389805 h 2398711"/>
              <a:gd name="connsiteX87883" fmla="*/ 847687 w 2119654"/>
              <a:gd name="connsiteY87883" fmla="*/ 387760 h 2398711"/>
              <a:gd name="connsiteX87884" fmla="*/ 790893 w 2119654"/>
              <a:gd name="connsiteY87884" fmla="*/ 512227 h 2398711"/>
              <a:gd name="connsiteX87885" fmla="*/ 790827 w 2119654"/>
              <a:gd name="connsiteY87885" fmla="*/ 513662 h 2398711"/>
              <a:gd name="connsiteX87886" fmla="*/ 794630 w 2119654"/>
              <a:gd name="connsiteY87886" fmla="*/ 517051 h 2398711"/>
              <a:gd name="connsiteX87887" fmla="*/ 794918 w 2119654"/>
              <a:gd name="connsiteY87887" fmla="*/ 512465 h 2398711"/>
              <a:gd name="connsiteX87888" fmla="*/ 793724 w 2119654"/>
              <a:gd name="connsiteY87888" fmla="*/ 510603 h 2398711"/>
              <a:gd name="connsiteX87889" fmla="*/ 792300 w 2119654"/>
              <a:gd name="connsiteY87889" fmla="*/ 509196 h 2398711"/>
              <a:gd name="connsiteX87890" fmla="*/ 790154 w 2119654"/>
              <a:gd name="connsiteY87890" fmla="*/ 513823 h 2398711"/>
              <a:gd name="connsiteX87891" fmla="*/ 790331 w 2119654"/>
              <a:gd name="connsiteY87891" fmla="*/ 513975 h 2398711"/>
              <a:gd name="connsiteX87892" fmla="*/ 790350 w 2119654"/>
              <a:gd name="connsiteY87892" fmla="*/ 513700 h 2398711"/>
              <a:gd name="connsiteX87893" fmla="*/ 790252 w 2119654"/>
              <a:gd name="connsiteY87893" fmla="*/ 513611 h 2398711"/>
              <a:gd name="connsiteX87894" fmla="*/ 832334 w 2119654"/>
              <a:gd name="connsiteY87894" fmla="*/ 419261 h 2398711"/>
              <a:gd name="connsiteX87895" fmla="*/ 832230 w 2119654"/>
              <a:gd name="connsiteY87895" fmla="*/ 420484 h 2398711"/>
              <a:gd name="connsiteX87896" fmla="*/ 833534 w 2119654"/>
              <a:gd name="connsiteY87896" fmla="*/ 421755 h 2398711"/>
              <a:gd name="connsiteX87897" fmla="*/ 834235 w 2119654"/>
              <a:gd name="connsiteY87897" fmla="*/ 420388 h 2398711"/>
              <a:gd name="connsiteX87898" fmla="*/ 788684 w 2119654"/>
              <a:gd name="connsiteY87898" fmla="*/ 516992 h 2398711"/>
              <a:gd name="connsiteX87899" fmla="*/ 790054 w 2119654"/>
              <a:gd name="connsiteY87899" fmla="*/ 517989 h 2398711"/>
              <a:gd name="connsiteX87900" fmla="*/ 790319 w 2119654"/>
              <a:gd name="connsiteY87900" fmla="*/ 514143 h 2398711"/>
              <a:gd name="connsiteX87901" fmla="*/ 790096 w 2119654"/>
              <a:gd name="connsiteY87901" fmla="*/ 513949 h 2398711"/>
              <a:gd name="connsiteX87902" fmla="*/ 787753 w 2119654"/>
              <a:gd name="connsiteY87902" fmla="*/ 518999 h 2398711"/>
              <a:gd name="connsiteX87903" fmla="*/ 787976 w 2119654"/>
              <a:gd name="connsiteY87903" fmla="*/ 519346 h 2398711"/>
              <a:gd name="connsiteX87904" fmla="*/ 789890 w 2119654"/>
              <a:gd name="connsiteY87904" fmla="*/ 520376 h 2398711"/>
              <a:gd name="connsiteX87905" fmla="*/ 789933 w 2119654"/>
              <a:gd name="connsiteY87905" fmla="*/ 519747 h 2398711"/>
              <a:gd name="connsiteX87906" fmla="*/ 788083 w 2119654"/>
              <a:gd name="connsiteY87906" fmla="*/ 518287 h 2398711"/>
              <a:gd name="connsiteX87907" fmla="*/ 773962 w 2119654"/>
              <a:gd name="connsiteY87907" fmla="*/ 549880 h 2398711"/>
              <a:gd name="connsiteX87908" fmla="*/ 773528 w 2119654"/>
              <a:gd name="connsiteY87908" fmla="*/ 550953 h 2398711"/>
              <a:gd name="connsiteX87909" fmla="*/ 773568 w 2119654"/>
              <a:gd name="connsiteY87909" fmla="*/ 551019 h 2398711"/>
              <a:gd name="connsiteX87910" fmla="*/ 773983 w 2119654"/>
              <a:gd name="connsiteY87910" fmla="*/ 549905 h 2398711"/>
              <a:gd name="connsiteX87911" fmla="*/ 774360 w 2119654"/>
              <a:gd name="connsiteY87911" fmla="*/ 548895 h 2398711"/>
              <a:gd name="connsiteX87912" fmla="*/ 774068 w 2119654"/>
              <a:gd name="connsiteY87912" fmla="*/ 549617 h 2398711"/>
              <a:gd name="connsiteX87913" fmla="*/ 774084 w 2119654"/>
              <a:gd name="connsiteY87913" fmla="*/ 549635 h 2398711"/>
              <a:gd name="connsiteX87914" fmla="*/ 323593 w 2119654"/>
              <a:gd name="connsiteY87914" fmla="*/ 1557999 h 2398711"/>
              <a:gd name="connsiteX87915" fmla="*/ 325195 w 2119654"/>
              <a:gd name="connsiteY87915" fmla="*/ 1559543 h 2398711"/>
              <a:gd name="connsiteX87916" fmla="*/ 327273 w 2119654"/>
              <a:gd name="connsiteY87916" fmla="*/ 1559907 h 2398711"/>
              <a:gd name="connsiteX87917" fmla="*/ 301969 w 2119654"/>
              <a:gd name="connsiteY87917" fmla="*/ 1606410 h 2398711"/>
              <a:gd name="connsiteX87918" fmla="*/ 303872 w 2119654"/>
              <a:gd name="connsiteY87918" fmla="*/ 1608607 h 2398711"/>
              <a:gd name="connsiteX87919" fmla="*/ 304282 w 2119654"/>
              <a:gd name="connsiteY87919" fmla="*/ 1608734 h 2398711"/>
              <a:gd name="connsiteX87920" fmla="*/ 302901 w 2119654"/>
              <a:gd name="connsiteY87920" fmla="*/ 1606967 h 2398711"/>
              <a:gd name="connsiteX87921" fmla="*/ 843568 w 2119654"/>
              <a:gd name="connsiteY87921" fmla="*/ 393232 h 2398711"/>
              <a:gd name="connsiteX87922" fmla="*/ 845672 w 2119654"/>
              <a:gd name="connsiteY87922" fmla="*/ 398105 h 2398711"/>
              <a:gd name="connsiteX87923" fmla="*/ 847565 w 2119654"/>
              <a:gd name="connsiteY87923" fmla="*/ 394417 h 2398711"/>
              <a:gd name="connsiteX87924" fmla="*/ 844529 w 2119654"/>
              <a:gd name="connsiteY87924" fmla="*/ 391954 h 2398711"/>
              <a:gd name="connsiteX87925" fmla="*/ 868254 w 2119654"/>
              <a:gd name="connsiteY87925" fmla="*/ 337832 h 2398711"/>
              <a:gd name="connsiteX87926" fmla="*/ 871122 w 2119654"/>
              <a:gd name="connsiteY87926" fmla="*/ 342806 h 2398711"/>
              <a:gd name="connsiteX87927" fmla="*/ 872936 w 2119654"/>
              <a:gd name="connsiteY87927" fmla="*/ 346052 h 2398711"/>
              <a:gd name="connsiteX87928" fmla="*/ 873960 w 2119654"/>
              <a:gd name="connsiteY87928" fmla="*/ 344119 h 2398711"/>
              <a:gd name="connsiteX87929" fmla="*/ 870092 w 2119654"/>
              <a:gd name="connsiteY87929" fmla="*/ 335853 h 2398711"/>
              <a:gd name="connsiteX87930" fmla="*/ 869956 w 2119654"/>
              <a:gd name="connsiteY87930" fmla="*/ 335572 h 2398711"/>
              <a:gd name="connsiteX87931" fmla="*/ 814107 w 2119654"/>
              <a:gd name="connsiteY87931" fmla="*/ 458961 h 2398711"/>
              <a:gd name="connsiteX87932" fmla="*/ 814279 w 2119654"/>
              <a:gd name="connsiteY87932" fmla="*/ 459271 h 2398711"/>
              <a:gd name="connsiteX87933" fmla="*/ 814353 w 2119654"/>
              <a:gd name="connsiteY87933" fmla="*/ 459128 h 2398711"/>
              <a:gd name="connsiteX87934" fmla="*/ 817241 w 2119654"/>
              <a:gd name="connsiteY87934" fmla="*/ 451727 h 2398711"/>
              <a:gd name="connsiteX87935" fmla="*/ 817224 w 2119654"/>
              <a:gd name="connsiteY87935" fmla="*/ 453163 h 2398711"/>
              <a:gd name="connsiteX87936" fmla="*/ 817351 w 2119654"/>
              <a:gd name="connsiteY87936" fmla="*/ 453286 h 2398711"/>
              <a:gd name="connsiteX87937" fmla="*/ 817849 w 2119654"/>
              <a:gd name="connsiteY87937" fmla="*/ 452316 h 2398711"/>
              <a:gd name="connsiteX87938" fmla="*/ 836666 w 2119654"/>
              <a:gd name="connsiteY87938" fmla="*/ 407995 h 2398711"/>
              <a:gd name="connsiteX87939" fmla="*/ 835929 w 2119654"/>
              <a:gd name="connsiteY87939" fmla="*/ 413390 h 2398711"/>
              <a:gd name="connsiteX87940" fmla="*/ 835330 w 2119654"/>
              <a:gd name="connsiteY87940" fmla="*/ 418254 h 2398711"/>
              <a:gd name="connsiteX87941" fmla="*/ 839363 w 2119654"/>
              <a:gd name="connsiteY87941" fmla="*/ 410396 h 2398711"/>
              <a:gd name="connsiteX87942" fmla="*/ 842669 w 2119654"/>
              <a:gd name="connsiteY87942" fmla="*/ 394425 h 2398711"/>
              <a:gd name="connsiteX87943" fmla="*/ 845263 w 2119654"/>
              <a:gd name="connsiteY87943" fmla="*/ 398900 h 2398711"/>
              <a:gd name="connsiteX87944" fmla="*/ 845337 w 2119654"/>
              <a:gd name="connsiteY87944" fmla="*/ 398757 h 2398711"/>
              <a:gd name="connsiteX87945" fmla="*/ 843484 w 2119654"/>
              <a:gd name="connsiteY87945" fmla="*/ 393946 h 2398711"/>
              <a:gd name="connsiteX87946" fmla="*/ 843318 w 2119654"/>
              <a:gd name="connsiteY87946" fmla="*/ 393563 h 2398711"/>
              <a:gd name="connsiteX87947" fmla="*/ 332036 w 2119654"/>
              <a:gd name="connsiteY87947" fmla="*/ 1537763 h 2398711"/>
              <a:gd name="connsiteX87948" fmla="*/ 334822 w 2119654"/>
              <a:gd name="connsiteY87948" fmla="*/ 1540525 h 2398711"/>
              <a:gd name="connsiteX87949" fmla="*/ 339926 w 2119654"/>
              <a:gd name="connsiteY87949" fmla="*/ 1541352 h 2398711"/>
              <a:gd name="connsiteX87950" fmla="*/ 339627 w 2119654"/>
              <a:gd name="connsiteY87950" fmla="*/ 1540839 h 2398711"/>
              <a:gd name="connsiteX87951" fmla="*/ 333184 w 2119654"/>
              <a:gd name="connsiteY87951" fmla="*/ 1536771 h 2398711"/>
              <a:gd name="connsiteX87952" fmla="*/ 338781 w 2119654"/>
              <a:gd name="connsiteY87952" fmla="*/ 1522319 h 2398711"/>
              <a:gd name="connsiteX87953" fmla="*/ 339042 w 2119654"/>
              <a:gd name="connsiteY87953" fmla="*/ 1522377 h 2398711"/>
              <a:gd name="connsiteX87954" fmla="*/ 339120 w 2119654"/>
              <a:gd name="connsiteY87954" fmla="*/ 1522309 h 2398711"/>
              <a:gd name="connsiteX87955" fmla="*/ 861089 w 2119654"/>
              <a:gd name="connsiteY87955" fmla="*/ 352649 h 2398711"/>
              <a:gd name="connsiteX87956" fmla="*/ 860908 w 2119654"/>
              <a:gd name="connsiteY87956" fmla="*/ 354774 h 2398711"/>
              <a:gd name="connsiteX87957" fmla="*/ 864830 w 2119654"/>
              <a:gd name="connsiteY87957" fmla="*/ 361335 h 2398711"/>
              <a:gd name="connsiteX87958" fmla="*/ 866870 w 2119654"/>
              <a:gd name="connsiteY87958" fmla="*/ 357489 h 2398711"/>
              <a:gd name="connsiteX87959" fmla="*/ 338098 w 2119654"/>
              <a:gd name="connsiteY87959" fmla="*/ 1523676 h 2398711"/>
              <a:gd name="connsiteX87960" fmla="*/ 341742 w 2119654"/>
              <a:gd name="connsiteY87960" fmla="*/ 1524985 h 2398711"/>
              <a:gd name="connsiteX87961" fmla="*/ 340947 w 2119654"/>
              <a:gd name="connsiteY87961" fmla="*/ 1524142 h 2398711"/>
              <a:gd name="connsiteX87962" fmla="*/ 338250 w 2119654"/>
              <a:gd name="connsiteY87962" fmla="*/ 1523546 h 2398711"/>
              <a:gd name="connsiteX87963" fmla="*/ 836864 w 2119654"/>
              <a:gd name="connsiteY87963" fmla="*/ 406539 h 2398711"/>
              <a:gd name="connsiteX87964" fmla="*/ 836737 w 2119654"/>
              <a:gd name="connsiteY87964" fmla="*/ 407473 h 2398711"/>
              <a:gd name="connsiteX87965" fmla="*/ 839569 w 2119654"/>
              <a:gd name="connsiteY87965" fmla="*/ 409995 h 2398711"/>
              <a:gd name="connsiteX87966" fmla="*/ 839829 w 2119654"/>
              <a:gd name="connsiteY87966" fmla="*/ 409489 h 2398711"/>
              <a:gd name="connsiteX87967" fmla="*/ 295007 w 2119654"/>
              <a:gd name="connsiteY87967" fmla="*/ 1619681 h 2398711"/>
              <a:gd name="connsiteX87968" fmla="*/ 296696 w 2119654"/>
              <a:gd name="connsiteY87968" fmla="*/ 1621113 h 2398711"/>
              <a:gd name="connsiteX87969" fmla="*/ 312172 w 2119654"/>
              <a:gd name="connsiteY87969" fmla="*/ 1628674 h 2398711"/>
              <a:gd name="connsiteX87970" fmla="*/ 313300 w 2119654"/>
              <a:gd name="connsiteY87970" fmla="*/ 1629169 h 2398711"/>
              <a:gd name="connsiteX87971" fmla="*/ 303595 w 2119654"/>
              <a:gd name="connsiteY87971" fmla="*/ 1622932 h 2398711"/>
              <a:gd name="connsiteX87972" fmla="*/ 342673 w 2119654"/>
              <a:gd name="connsiteY87972" fmla="*/ 1512815 h 2398711"/>
              <a:gd name="connsiteX87973" fmla="*/ 342957 w 2119654"/>
              <a:gd name="connsiteY87973" fmla="*/ 1513006 h 2398711"/>
              <a:gd name="connsiteX87974" fmla="*/ 342940 w 2119654"/>
              <a:gd name="connsiteY87974" fmla="*/ 1512985 h 2398711"/>
              <a:gd name="connsiteX87975" fmla="*/ 812433 w 2119654"/>
              <a:gd name="connsiteY87975" fmla="*/ 460443 h 2398711"/>
              <a:gd name="connsiteX87976" fmla="*/ 812621 w 2119654"/>
              <a:gd name="connsiteY87976" fmla="*/ 462502 h 2398711"/>
              <a:gd name="connsiteX87977" fmla="*/ 813367 w 2119654"/>
              <a:gd name="connsiteY87977" fmla="*/ 461049 h 2398711"/>
              <a:gd name="connsiteX87978" fmla="*/ 348854 w 2119654"/>
              <a:gd name="connsiteY87978" fmla="*/ 1498235 h 2398711"/>
              <a:gd name="connsiteX87979" fmla="*/ 348862 w 2119654"/>
              <a:gd name="connsiteY87979" fmla="*/ 1498252 h 2398711"/>
              <a:gd name="connsiteX87980" fmla="*/ 348926 w 2119654"/>
              <a:gd name="connsiteY87980" fmla="*/ 1498266 h 2398711"/>
              <a:gd name="connsiteX87981" fmla="*/ 837096 w 2119654"/>
              <a:gd name="connsiteY87981" fmla="*/ 404837 h 2398711"/>
              <a:gd name="connsiteX87982" fmla="*/ 836956 w 2119654"/>
              <a:gd name="connsiteY87982" fmla="*/ 405866 h 2398711"/>
              <a:gd name="connsiteX87983" fmla="*/ 840110 w 2119654"/>
              <a:gd name="connsiteY87983" fmla="*/ 408942 h 2398711"/>
              <a:gd name="connsiteX87984" fmla="*/ 840535 w 2119654"/>
              <a:gd name="connsiteY87984" fmla="*/ 408113 h 2398711"/>
              <a:gd name="connsiteX87985" fmla="*/ 840296 w 2119654"/>
              <a:gd name="connsiteY87985" fmla="*/ 407752 h 2398711"/>
              <a:gd name="connsiteX87986" fmla="*/ 283432 w 2119654"/>
              <a:gd name="connsiteY87986" fmla="*/ 1644487 h 2398711"/>
              <a:gd name="connsiteX87987" fmla="*/ 283173 w 2119654"/>
              <a:gd name="connsiteY87987" fmla="*/ 1645701 h 2398711"/>
              <a:gd name="connsiteX87988" fmla="*/ 283998 w 2119654"/>
              <a:gd name="connsiteY87988" fmla="*/ 1646757 h 2398711"/>
              <a:gd name="connsiteX87989" fmla="*/ 287473 w 2119654"/>
              <a:gd name="connsiteY87989" fmla="*/ 1648765 h 2398711"/>
              <a:gd name="connsiteX87990" fmla="*/ 311392 w 2119654"/>
              <a:gd name="connsiteY87990" fmla="*/ 1581797 h 2398711"/>
              <a:gd name="connsiteX87991" fmla="*/ 312319 w 2119654"/>
              <a:gd name="connsiteY87991" fmla="*/ 1582960 h 2398711"/>
              <a:gd name="connsiteX87992" fmla="*/ 311639 w 2119654"/>
              <a:gd name="connsiteY87992" fmla="*/ 1581962 h 2398711"/>
              <a:gd name="connsiteX87993" fmla="*/ 794571 w 2119654"/>
              <a:gd name="connsiteY87993" fmla="*/ 499686 h 2398711"/>
              <a:gd name="connsiteX87994" fmla="*/ 793183 w 2119654"/>
              <a:gd name="connsiteY87994" fmla="*/ 503409 h 2398711"/>
              <a:gd name="connsiteX87995" fmla="*/ 793189 w 2119654"/>
              <a:gd name="connsiteY87995" fmla="*/ 503418 h 2398711"/>
              <a:gd name="connsiteX87996" fmla="*/ 794840 w 2119654"/>
              <a:gd name="connsiteY87996" fmla="*/ 499861 h 2398711"/>
              <a:gd name="connsiteX87997" fmla="*/ 817276 w 2119654"/>
              <a:gd name="connsiteY87997" fmla="*/ 448841 h 2398711"/>
              <a:gd name="connsiteX87998" fmla="*/ 817262 w 2119654"/>
              <a:gd name="connsiteY87998" fmla="*/ 449981 h 2398711"/>
              <a:gd name="connsiteX87999" fmla="*/ 818455 w 2119654"/>
              <a:gd name="connsiteY87999" fmla="*/ 451136 h 2398711"/>
              <a:gd name="connsiteX88000" fmla="*/ 818782 w 2119654"/>
              <a:gd name="connsiteY88000" fmla="*/ 450498 h 2398711"/>
              <a:gd name="connsiteX88001" fmla="*/ 864579 w 2119654"/>
              <a:gd name="connsiteY88001" fmla="*/ 342712 h 2398711"/>
              <a:gd name="connsiteX88002" fmla="*/ 871163 w 2119654"/>
              <a:gd name="connsiteY88002" fmla="*/ 349394 h 2398711"/>
              <a:gd name="connsiteX88003" fmla="*/ 872625 w 2119654"/>
              <a:gd name="connsiteY88003" fmla="*/ 346638 h 2398711"/>
              <a:gd name="connsiteX88004" fmla="*/ 867938 w 2119654"/>
              <a:gd name="connsiteY88004" fmla="*/ 338252 h 2398711"/>
              <a:gd name="connsiteX88005" fmla="*/ 795148 w 2119654"/>
              <a:gd name="connsiteY88005" fmla="*/ 498137 h 2398711"/>
              <a:gd name="connsiteX88006" fmla="*/ 795112 w 2119654"/>
              <a:gd name="connsiteY88006" fmla="*/ 498235 h 2398711"/>
              <a:gd name="connsiteX88007" fmla="*/ 795147 w 2119654"/>
              <a:gd name="connsiteY88007" fmla="*/ 498257 h 2398711"/>
              <a:gd name="connsiteX88008" fmla="*/ 254840 w 2119654"/>
              <a:gd name="connsiteY88008" fmla="*/ 1707615 h 2398711"/>
              <a:gd name="connsiteX88009" fmla="*/ 272755 w 2119654"/>
              <a:gd name="connsiteY88009" fmla="*/ 1723272 h 2398711"/>
              <a:gd name="connsiteX88010" fmla="*/ 278261 w 2119654"/>
              <a:gd name="connsiteY88010" fmla="*/ 1724823 h 2398711"/>
              <a:gd name="connsiteX88011" fmla="*/ 328766 w 2119654"/>
              <a:gd name="connsiteY88011" fmla="*/ 1738292 h 2398711"/>
              <a:gd name="connsiteX88012" fmla="*/ 329437 w 2119654"/>
              <a:gd name="connsiteY88012" fmla="*/ 1735587 h 2398711"/>
              <a:gd name="connsiteX88013" fmla="*/ 326049 w 2119654"/>
              <a:gd name="connsiteY88013" fmla="*/ 1734090 h 2398711"/>
              <a:gd name="connsiteX88014" fmla="*/ 318157 w 2119654"/>
              <a:gd name="connsiteY88014" fmla="*/ 1730474 h 2398711"/>
              <a:gd name="connsiteX88015" fmla="*/ 285505 w 2119654"/>
              <a:gd name="connsiteY88015" fmla="*/ 1724405 h 2398711"/>
              <a:gd name="connsiteX88016" fmla="*/ 285227 w 2119654"/>
              <a:gd name="connsiteY88016" fmla="*/ 1724023 h 2398711"/>
              <a:gd name="connsiteX88017" fmla="*/ 316938 w 2119654"/>
              <a:gd name="connsiteY88017" fmla="*/ 1729915 h 2398711"/>
              <a:gd name="connsiteX88018" fmla="*/ 294590 w 2119654"/>
              <a:gd name="connsiteY88018" fmla="*/ 1719675 h 2398711"/>
              <a:gd name="connsiteX88019" fmla="*/ 294542 w 2119654"/>
              <a:gd name="connsiteY88019" fmla="*/ 1719582 h 2398711"/>
              <a:gd name="connsiteX88020" fmla="*/ 289926 w 2119654"/>
              <a:gd name="connsiteY88020" fmla="*/ 1717832 h 2398711"/>
              <a:gd name="connsiteX88021" fmla="*/ 270584 w 2119654"/>
              <a:gd name="connsiteY88021" fmla="*/ 1710200 h 2398711"/>
              <a:gd name="connsiteX88022" fmla="*/ 270500 w 2119654"/>
              <a:gd name="connsiteY88022" fmla="*/ 1710055 h 2398711"/>
              <a:gd name="connsiteX88023" fmla="*/ 281203 w 2119654"/>
              <a:gd name="connsiteY88023" fmla="*/ 1714279 h 2398711"/>
              <a:gd name="connsiteX88024" fmla="*/ 294748 w 2119654"/>
              <a:gd name="connsiteY88024" fmla="*/ 1719281 h 2398711"/>
              <a:gd name="connsiteX88025" fmla="*/ 294646 w 2119654"/>
              <a:gd name="connsiteY88025" fmla="*/ 1719162 h 2398711"/>
              <a:gd name="connsiteX88026" fmla="*/ 315969 w 2119654"/>
              <a:gd name="connsiteY88026" fmla="*/ 1723424 h 2398711"/>
              <a:gd name="connsiteX88027" fmla="*/ 318631 w 2119654"/>
              <a:gd name="connsiteY88027" fmla="*/ 1723918 h 2398711"/>
              <a:gd name="connsiteX88028" fmla="*/ 284871 w 2119654"/>
              <a:gd name="connsiteY88028" fmla="*/ 1709356 h 2398711"/>
              <a:gd name="connsiteX88029" fmla="*/ 273048 w 2119654"/>
              <a:gd name="connsiteY88029" fmla="*/ 1666824 h 2398711"/>
              <a:gd name="connsiteX88030" fmla="*/ 275947 w 2119654"/>
              <a:gd name="connsiteY88030" fmla="*/ 1669057 h 2398711"/>
              <a:gd name="connsiteX88031" fmla="*/ 279442 w 2119654"/>
              <a:gd name="connsiteY88031" fmla="*/ 1670316 h 2398711"/>
              <a:gd name="connsiteX88032" fmla="*/ 297021 w 2119654"/>
              <a:gd name="connsiteY88032" fmla="*/ 1676378 h 2398711"/>
              <a:gd name="connsiteX88033" fmla="*/ 297726 w 2119654"/>
              <a:gd name="connsiteY88033" fmla="*/ 1676511 h 2398711"/>
              <a:gd name="connsiteX88034" fmla="*/ 296855 w 2119654"/>
              <a:gd name="connsiteY88034" fmla="*/ 1675395 h 2398711"/>
              <a:gd name="connsiteX88035" fmla="*/ 281751 w 2119654"/>
              <a:gd name="connsiteY88035" fmla="*/ 1668984 h 2398711"/>
              <a:gd name="connsiteX88036" fmla="*/ 296632 w 2119654"/>
              <a:gd name="connsiteY88036" fmla="*/ 1675109 h 2398711"/>
              <a:gd name="connsiteX88037" fmla="*/ 296518 w 2119654"/>
              <a:gd name="connsiteY88037" fmla="*/ 1674964 h 2398711"/>
              <a:gd name="connsiteX88038" fmla="*/ 291836 w 2119654"/>
              <a:gd name="connsiteY88038" fmla="*/ 1667871 h 2398711"/>
              <a:gd name="connsiteX88039" fmla="*/ 290470 w 2119654"/>
              <a:gd name="connsiteY88039" fmla="*/ 1667813 h 2398711"/>
              <a:gd name="connsiteX88040" fmla="*/ 277218 w 2119654"/>
              <a:gd name="connsiteY88040" fmla="*/ 1667061 h 2398711"/>
              <a:gd name="connsiteX88041" fmla="*/ 281751 w 2119654"/>
              <a:gd name="connsiteY88041" fmla="*/ 1668984 h 2398711"/>
              <a:gd name="connsiteX88042" fmla="*/ 277055 w 2119654"/>
              <a:gd name="connsiteY88042" fmla="*/ 1667051 h 2398711"/>
              <a:gd name="connsiteX88043" fmla="*/ 837300 w 2119654"/>
              <a:gd name="connsiteY88043" fmla="*/ 403345 h 2398711"/>
              <a:gd name="connsiteX88044" fmla="*/ 837212 w 2119654"/>
              <a:gd name="connsiteY88044" fmla="*/ 403993 h 2398711"/>
              <a:gd name="connsiteX88045" fmla="*/ 838620 w 2119654"/>
              <a:gd name="connsiteY88045" fmla="*/ 405276 h 2398711"/>
              <a:gd name="connsiteX88046" fmla="*/ 807836 w 2119654"/>
              <a:gd name="connsiteY88046" fmla="*/ 469089 h 2398711"/>
              <a:gd name="connsiteX88047" fmla="*/ 807799 w 2119654"/>
              <a:gd name="connsiteY88047" fmla="*/ 469250 h 2398711"/>
              <a:gd name="connsiteX88048" fmla="*/ 808177 w 2119654"/>
              <a:gd name="connsiteY88048" fmla="*/ 471161 h 2398711"/>
              <a:gd name="connsiteX88049" fmla="*/ 808772 w 2119654"/>
              <a:gd name="connsiteY88049" fmla="*/ 470002 h 2398711"/>
              <a:gd name="connsiteX88050" fmla="*/ 336905 w 2119654"/>
              <a:gd name="connsiteY88050" fmla="*/ 1523248 h 2398711"/>
              <a:gd name="connsiteX88051" fmla="*/ 337700 w 2119654"/>
              <a:gd name="connsiteY88051" fmla="*/ 1523533 h 2398711"/>
              <a:gd name="connsiteX88052" fmla="*/ 337801 w 2119654"/>
              <a:gd name="connsiteY88052" fmla="*/ 1523446 h 2398711"/>
              <a:gd name="connsiteX88053" fmla="*/ 817292 w 2119654"/>
              <a:gd name="connsiteY88053" fmla="*/ 447455 h 2398711"/>
              <a:gd name="connsiteX88054" fmla="*/ 817291 w 2119654"/>
              <a:gd name="connsiteY88054" fmla="*/ 447488 h 2398711"/>
              <a:gd name="connsiteX88055" fmla="*/ 819154 w 2119654"/>
              <a:gd name="connsiteY88055" fmla="*/ 449379 h 2398711"/>
              <a:gd name="connsiteX88056" fmla="*/ 819284 w 2119654"/>
              <a:gd name="connsiteY88056" fmla="*/ 449521 h 2398711"/>
              <a:gd name="connsiteX88057" fmla="*/ 819824 w 2119654"/>
              <a:gd name="connsiteY88057" fmla="*/ 448467 h 2398711"/>
              <a:gd name="connsiteX88058" fmla="*/ 838204 w 2119654"/>
              <a:gd name="connsiteY88058" fmla="*/ 400356 h 2398711"/>
              <a:gd name="connsiteX88059" fmla="*/ 841470 w 2119654"/>
              <a:gd name="connsiteY88059" fmla="*/ 403816 h 2398711"/>
              <a:gd name="connsiteX88060" fmla="*/ 842532 w 2119654"/>
              <a:gd name="connsiteY88060" fmla="*/ 404221 h 2398711"/>
              <a:gd name="connsiteX88061" fmla="*/ 843430 w 2119654"/>
              <a:gd name="connsiteY88061" fmla="*/ 402474 h 2398711"/>
              <a:gd name="connsiteX88062" fmla="*/ 840462 w 2119654"/>
              <a:gd name="connsiteY88062" fmla="*/ 397357 h 2398711"/>
              <a:gd name="connsiteX88063" fmla="*/ 861819 w 2119654"/>
              <a:gd name="connsiteY88063" fmla="*/ 347447 h 2398711"/>
              <a:gd name="connsiteX88064" fmla="*/ 861200 w 2119654"/>
              <a:gd name="connsiteY88064" fmla="*/ 351336 h 2398711"/>
              <a:gd name="connsiteX88065" fmla="*/ 861111 w 2119654"/>
              <a:gd name="connsiteY88065" fmla="*/ 352386 h 2398711"/>
              <a:gd name="connsiteX88066" fmla="*/ 867022 w 2119654"/>
              <a:gd name="connsiteY88066" fmla="*/ 357202 h 2398711"/>
              <a:gd name="connsiteX88067" fmla="*/ 868835 w 2119654"/>
              <a:gd name="connsiteY88067" fmla="*/ 353782 h 2398711"/>
              <a:gd name="connsiteX88068" fmla="*/ 292133 w 2119654"/>
              <a:gd name="connsiteY88068" fmla="*/ 1623035 h 2398711"/>
              <a:gd name="connsiteX88069" fmla="*/ 294402 w 2119654"/>
              <a:gd name="connsiteY88069" fmla="*/ 1624653 h 2398711"/>
              <a:gd name="connsiteX88070" fmla="*/ 301726 w 2119654"/>
              <a:gd name="connsiteY88070" fmla="*/ 1627696 h 2398711"/>
              <a:gd name="connsiteX88071" fmla="*/ 299090 w 2119654"/>
              <a:gd name="connsiteY88071" fmla="*/ 1625462 h 2398711"/>
              <a:gd name="connsiteX88072" fmla="*/ 902484 w 2119654"/>
              <a:gd name="connsiteY88072" fmla="*/ 256266 h 2398711"/>
              <a:gd name="connsiteX88073" fmla="*/ 891648 w 2119654"/>
              <a:gd name="connsiteY88073" fmla="*/ 289316 h 2398711"/>
              <a:gd name="connsiteX88074" fmla="*/ 890969 w 2119654"/>
              <a:gd name="connsiteY88074" fmla="*/ 297306 h 2398711"/>
              <a:gd name="connsiteX88075" fmla="*/ 897220 w 2119654"/>
              <a:gd name="connsiteY88075" fmla="*/ 303727 h 2398711"/>
              <a:gd name="connsiteX88076" fmla="*/ 902666 w 2119654"/>
              <a:gd name="connsiteY88076" fmla="*/ 287842 h 2398711"/>
              <a:gd name="connsiteX88077" fmla="*/ 899718 w 2119654"/>
              <a:gd name="connsiteY88077" fmla="*/ 284438 h 2398711"/>
              <a:gd name="connsiteX88078" fmla="*/ 900196 w 2119654"/>
              <a:gd name="connsiteY88078" fmla="*/ 284530 h 2398711"/>
              <a:gd name="connsiteX88079" fmla="*/ 902779 w 2119654"/>
              <a:gd name="connsiteY88079" fmla="*/ 287513 h 2398711"/>
              <a:gd name="connsiteX88080" fmla="*/ 905308 w 2119654"/>
              <a:gd name="connsiteY88080" fmla="*/ 280134 h 2398711"/>
              <a:gd name="connsiteX88081" fmla="*/ 905527 w 2119654"/>
              <a:gd name="connsiteY88081" fmla="*/ 279992 h 2398711"/>
              <a:gd name="connsiteX88082" fmla="*/ 902901 w 2119654"/>
              <a:gd name="connsiteY88082" fmla="*/ 287653 h 2398711"/>
              <a:gd name="connsiteX88083" fmla="*/ 903699 w 2119654"/>
              <a:gd name="connsiteY88083" fmla="*/ 288574 h 2398711"/>
              <a:gd name="connsiteX88084" fmla="*/ 907272 w 2119654"/>
              <a:gd name="connsiteY88084" fmla="*/ 272780 h 2398711"/>
              <a:gd name="connsiteX88085" fmla="*/ 823692 w 2119654"/>
              <a:gd name="connsiteY88085" fmla="*/ 432560 h 2398711"/>
              <a:gd name="connsiteX88086" fmla="*/ 826308 w 2119654"/>
              <a:gd name="connsiteY88086" fmla="*/ 435835 h 2398711"/>
              <a:gd name="connsiteX88087" fmla="*/ 826726 w 2119654"/>
              <a:gd name="connsiteY88087" fmla="*/ 435021 h 2398711"/>
              <a:gd name="connsiteX88088" fmla="*/ 862635 w 2119654"/>
              <a:gd name="connsiteY88088" fmla="*/ 345294 h 2398711"/>
              <a:gd name="connsiteX88089" fmla="*/ 863136 w 2119654"/>
              <a:gd name="connsiteY88089" fmla="*/ 345686 h 2398711"/>
              <a:gd name="connsiteX88090" fmla="*/ 866764 w 2119654"/>
              <a:gd name="connsiteY88090" fmla="*/ 348962 h 2398711"/>
              <a:gd name="connsiteX88091" fmla="*/ 870307 w 2119654"/>
              <a:gd name="connsiteY88091" fmla="*/ 351009 h 2398711"/>
              <a:gd name="connsiteX88092" fmla="*/ 870906 w 2119654"/>
              <a:gd name="connsiteY88092" fmla="*/ 349879 h 2398711"/>
              <a:gd name="connsiteX88093" fmla="*/ 864261 w 2119654"/>
              <a:gd name="connsiteY88093" fmla="*/ 343135 h 2398711"/>
              <a:gd name="connsiteX88094" fmla="*/ 300143 w 2119654"/>
              <a:gd name="connsiteY88094" fmla="*/ 1604303 h 2398711"/>
              <a:gd name="connsiteX88095" fmla="*/ 300811 w 2119654"/>
              <a:gd name="connsiteY88095" fmla="*/ 1605074 h 2398711"/>
              <a:gd name="connsiteX88096" fmla="*/ 301958 w 2119654"/>
              <a:gd name="connsiteY88096" fmla="*/ 1605758 h 2398711"/>
              <a:gd name="connsiteX88097" fmla="*/ 301148 w 2119654"/>
              <a:gd name="connsiteY88097" fmla="*/ 1604721 h 2398711"/>
              <a:gd name="connsiteX88098" fmla="*/ 300371 w 2119654"/>
              <a:gd name="connsiteY88098" fmla="*/ 1604350 h 2398711"/>
              <a:gd name="connsiteX88099" fmla="*/ 812195 w 2119654"/>
              <a:gd name="connsiteY88099" fmla="*/ 457653 h 2398711"/>
              <a:gd name="connsiteX88100" fmla="*/ 812217 w 2119654"/>
              <a:gd name="connsiteY88100" fmla="*/ 458074 h 2398711"/>
              <a:gd name="connsiteX88101" fmla="*/ 812335 w 2119654"/>
              <a:gd name="connsiteY88101" fmla="*/ 459371 h 2398711"/>
              <a:gd name="connsiteX88102" fmla="*/ 813779 w 2119654"/>
              <a:gd name="connsiteY88102" fmla="*/ 460246 h 2398711"/>
              <a:gd name="connsiteX88103" fmla="*/ 814085 w 2119654"/>
              <a:gd name="connsiteY88103" fmla="*/ 459651 h 2398711"/>
              <a:gd name="connsiteX88104" fmla="*/ 813486 w 2119654"/>
              <a:gd name="connsiteY88104" fmla="*/ 458536 h 2398711"/>
              <a:gd name="connsiteX88105" fmla="*/ 836770 w 2119654"/>
              <a:gd name="connsiteY88105" fmla="*/ 402259 h 2398711"/>
              <a:gd name="connsiteX88106" fmla="*/ 837252 w 2119654"/>
              <a:gd name="connsiteY88106" fmla="*/ 402964 h 2398711"/>
              <a:gd name="connsiteX88107" fmla="*/ 837310 w 2119654"/>
              <a:gd name="connsiteY88107" fmla="*/ 402541 h 2398711"/>
              <a:gd name="connsiteX88108" fmla="*/ 837426 w 2119654"/>
              <a:gd name="connsiteY88108" fmla="*/ 402430 h 2398711"/>
              <a:gd name="connsiteX88109" fmla="*/ 837335 w 2119654"/>
              <a:gd name="connsiteY88109" fmla="*/ 403086 h 2398711"/>
              <a:gd name="connsiteX88110" fmla="*/ 839184 w 2119654"/>
              <a:gd name="connsiteY88110" fmla="*/ 405790 h 2398711"/>
              <a:gd name="connsiteX88111" fmla="*/ 840917 w 2119654"/>
              <a:gd name="connsiteY88111" fmla="*/ 407370 h 2398711"/>
              <a:gd name="connsiteX88112" fmla="*/ 841994 w 2119654"/>
              <a:gd name="connsiteY88112" fmla="*/ 405270 h 2398711"/>
              <a:gd name="connsiteX88113" fmla="*/ 840536 w 2119654"/>
              <a:gd name="connsiteY88113" fmla="*/ 403726 h 2398711"/>
              <a:gd name="connsiteX88114" fmla="*/ 838887 w 2119654"/>
              <a:gd name="connsiteY88114" fmla="*/ 403095 h 2398711"/>
              <a:gd name="connsiteX88115" fmla="*/ 839271 w 2119654"/>
              <a:gd name="connsiteY88115" fmla="*/ 402977 h 2398711"/>
              <a:gd name="connsiteX88116" fmla="*/ 840143 w 2119654"/>
              <a:gd name="connsiteY88116" fmla="*/ 403309 h 2398711"/>
              <a:gd name="connsiteX88117" fmla="*/ 837827 w 2119654"/>
              <a:gd name="connsiteY88117" fmla="*/ 400857 h 2398711"/>
              <a:gd name="connsiteX88118" fmla="*/ 842202 w 2119654"/>
              <a:gd name="connsiteY88118" fmla="*/ 390066 h 2398711"/>
              <a:gd name="connsiteX88119" fmla="*/ 843442 w 2119654"/>
              <a:gd name="connsiteY88119" fmla="*/ 392939 h 2398711"/>
              <a:gd name="connsiteX88120" fmla="*/ 844314 w 2119654"/>
              <a:gd name="connsiteY88120" fmla="*/ 391780 h 2398711"/>
              <a:gd name="connsiteX88121" fmla="*/ 808852 w 2119654"/>
              <a:gd name="connsiteY88121" fmla="*/ 464597 h 2398711"/>
              <a:gd name="connsiteX88122" fmla="*/ 807917 w 2119654"/>
              <a:gd name="connsiteY88122" fmla="*/ 468727 h 2398711"/>
              <a:gd name="connsiteX88123" fmla="*/ 808932 w 2119654"/>
              <a:gd name="connsiteY88123" fmla="*/ 469689 h 2398711"/>
              <a:gd name="connsiteX88124" fmla="*/ 810393 w 2119654"/>
              <a:gd name="connsiteY88124" fmla="*/ 466844 h 2398711"/>
              <a:gd name="connsiteX88125" fmla="*/ 324826 w 2119654"/>
              <a:gd name="connsiteY88125" fmla="*/ 1548296 h 2398711"/>
              <a:gd name="connsiteX88126" fmla="*/ 328060 w 2119654"/>
              <a:gd name="connsiteY88126" fmla="*/ 1552371 h 2398711"/>
              <a:gd name="connsiteX88127" fmla="*/ 328188 w 2119654"/>
              <a:gd name="connsiteY88127" fmla="*/ 1552395 h 2398711"/>
              <a:gd name="connsiteX88128" fmla="*/ 325307 w 2119654"/>
              <a:gd name="connsiteY88128" fmla="*/ 1548465 h 2398711"/>
              <a:gd name="connsiteX88129" fmla="*/ 836176 w 2119654"/>
              <a:gd name="connsiteY88129" fmla="*/ 403049 h 2398711"/>
              <a:gd name="connsiteX88130" fmla="*/ 837123 w 2119654"/>
              <a:gd name="connsiteY88130" fmla="*/ 403912 h 2398711"/>
              <a:gd name="connsiteX88131" fmla="*/ 837217 w 2119654"/>
              <a:gd name="connsiteY88131" fmla="*/ 403224 h 2398711"/>
              <a:gd name="connsiteX88132" fmla="*/ 836659 w 2119654"/>
              <a:gd name="connsiteY88132" fmla="*/ 402407 h 2398711"/>
              <a:gd name="connsiteX88133" fmla="*/ 307374 w 2119654"/>
              <a:gd name="connsiteY88133" fmla="*/ 1586900 h 2398711"/>
              <a:gd name="connsiteX88134" fmla="*/ 310717 w 2119654"/>
              <a:gd name="connsiteY88134" fmla="*/ 1588953 h 2398711"/>
              <a:gd name="connsiteX88135" fmla="*/ 313205 w 2119654"/>
              <a:gd name="connsiteY88135" fmla="*/ 1589590 h 2398711"/>
              <a:gd name="connsiteX88136" fmla="*/ 312129 w 2119654"/>
              <a:gd name="connsiteY88136" fmla="*/ 1588239 h 2398711"/>
              <a:gd name="connsiteX88137" fmla="*/ 302584 w 2119654"/>
              <a:gd name="connsiteY88137" fmla="*/ 1597422 h 2398711"/>
              <a:gd name="connsiteX88138" fmla="*/ 303650 w 2119654"/>
              <a:gd name="connsiteY88138" fmla="*/ 1598536 h 2398711"/>
              <a:gd name="connsiteX88139" fmla="*/ 306351 w 2119654"/>
              <a:gd name="connsiteY88139" fmla="*/ 1600552 h 2398711"/>
              <a:gd name="connsiteX88140" fmla="*/ 310983 w 2119654"/>
              <a:gd name="connsiteY88140" fmla="*/ 1601562 h 2398711"/>
              <a:gd name="connsiteX88141" fmla="*/ 835283 w 2119654"/>
              <a:gd name="connsiteY88141" fmla="*/ 404235 h 2398711"/>
              <a:gd name="connsiteX88142" fmla="*/ 836868 w 2119654"/>
              <a:gd name="connsiteY88142" fmla="*/ 405781 h 2398711"/>
              <a:gd name="connsiteX88143" fmla="*/ 837008 w 2119654"/>
              <a:gd name="connsiteY88143" fmla="*/ 404756 h 2398711"/>
              <a:gd name="connsiteX88144" fmla="*/ 835752 w 2119654"/>
              <a:gd name="connsiteY88144" fmla="*/ 403612 h 2398711"/>
              <a:gd name="connsiteX88145" fmla="*/ 343294 w 2119654"/>
              <a:gd name="connsiteY88145" fmla="*/ 1505877 h 2398711"/>
              <a:gd name="connsiteX88146" fmla="*/ 345271 w 2119654"/>
              <a:gd name="connsiteY88146" fmla="*/ 1507093 h 2398711"/>
              <a:gd name="connsiteX88147" fmla="*/ 344758 w 2119654"/>
              <a:gd name="connsiteY88147" fmla="*/ 1505949 h 2398711"/>
              <a:gd name="connsiteX88148" fmla="*/ 812110 w 2119654"/>
              <a:gd name="connsiteY88148" fmla="*/ 455979 h 2398711"/>
              <a:gd name="connsiteX88149" fmla="*/ 812187 w 2119654"/>
              <a:gd name="connsiteY88149" fmla="*/ 457487 h 2398711"/>
              <a:gd name="connsiteX88150" fmla="*/ 813348 w 2119654"/>
              <a:gd name="connsiteY88150" fmla="*/ 458282 h 2398711"/>
              <a:gd name="connsiteX88151" fmla="*/ 320535 w 2119654"/>
              <a:gd name="connsiteY88151" fmla="*/ 1556614 h 2398711"/>
              <a:gd name="connsiteX88152" fmla="*/ 324141 w 2119654"/>
              <a:gd name="connsiteY88152" fmla="*/ 1559358 h 2398711"/>
              <a:gd name="connsiteX88153" fmla="*/ 324586 w 2119654"/>
              <a:gd name="connsiteY88153" fmla="*/ 1559436 h 2398711"/>
              <a:gd name="connsiteX88154" fmla="*/ 322517 w 2119654"/>
              <a:gd name="connsiteY88154" fmla="*/ 1557440 h 2398711"/>
              <a:gd name="connsiteX88155" fmla="*/ 321021 w 2119654"/>
              <a:gd name="connsiteY88155" fmla="*/ 1556664 h 2398711"/>
              <a:gd name="connsiteX88156" fmla="*/ 789696 w 2119654"/>
              <a:gd name="connsiteY88156" fmla="*/ 506061 h 2398711"/>
              <a:gd name="connsiteX88157" fmla="*/ 790156 w 2119654"/>
              <a:gd name="connsiteY88157" fmla="*/ 506514 h 2398711"/>
              <a:gd name="connsiteX88158" fmla="*/ 790187 w 2119654"/>
              <a:gd name="connsiteY88158" fmla="*/ 506428 h 2398711"/>
              <a:gd name="connsiteX88159" fmla="*/ 311015 w 2119654"/>
              <a:gd name="connsiteY88159" fmla="*/ 1577793 h 2398711"/>
              <a:gd name="connsiteX88160" fmla="*/ 314059 w 2119654"/>
              <a:gd name="connsiteY88160" fmla="*/ 1581628 h 2398711"/>
              <a:gd name="connsiteX88161" fmla="*/ 325926 w 2119654"/>
              <a:gd name="connsiteY88161" fmla="*/ 1590980 h 2398711"/>
              <a:gd name="connsiteX88162" fmla="*/ 327346 w 2119654"/>
              <a:gd name="connsiteY88162" fmla="*/ 1591902 h 2398711"/>
              <a:gd name="connsiteX88163" fmla="*/ 328238 w 2119654"/>
              <a:gd name="connsiteY88163" fmla="*/ 1592139 h 2398711"/>
              <a:gd name="connsiteX88164" fmla="*/ 323321 w 2119654"/>
              <a:gd name="connsiteY88164" fmla="*/ 1584896 h 2398711"/>
              <a:gd name="connsiteX88165" fmla="*/ 317290 w 2119654"/>
              <a:gd name="connsiteY88165" fmla="*/ 1582132 h 2398711"/>
              <a:gd name="connsiteX88166" fmla="*/ 317196 w 2119654"/>
              <a:gd name="connsiteY88166" fmla="*/ 1581948 h 2398711"/>
              <a:gd name="connsiteX88167" fmla="*/ 323182 w 2119654"/>
              <a:gd name="connsiteY88167" fmla="*/ 1584691 h 2398711"/>
              <a:gd name="connsiteX88168" fmla="*/ 319642 w 2119654"/>
              <a:gd name="connsiteY88168" fmla="*/ 1579477 h 2398711"/>
              <a:gd name="connsiteX88169" fmla="*/ 319310 w 2119654"/>
              <a:gd name="connsiteY88169" fmla="*/ 1579385 h 2398711"/>
              <a:gd name="connsiteX88170" fmla="*/ 319235 w 2119654"/>
              <a:gd name="connsiteY88170" fmla="*/ 1579383 h 2398711"/>
              <a:gd name="connsiteX88171" fmla="*/ 789370 w 2119654"/>
              <a:gd name="connsiteY88171" fmla="*/ 506302 h 2398711"/>
              <a:gd name="connsiteX88172" fmla="*/ 788823 w 2119654"/>
              <a:gd name="connsiteY88172" fmla="*/ 510087 h 2398711"/>
              <a:gd name="connsiteX88173" fmla="*/ 790002 w 2119654"/>
              <a:gd name="connsiteY88173" fmla="*/ 506926 h 2398711"/>
              <a:gd name="connsiteX88174" fmla="*/ 834406 w 2119654"/>
              <a:gd name="connsiteY88174" fmla="*/ 405400 h 2398711"/>
              <a:gd name="connsiteX88175" fmla="*/ 836647 w 2119654"/>
              <a:gd name="connsiteY88175" fmla="*/ 407394 h 2398711"/>
              <a:gd name="connsiteX88176" fmla="*/ 836776 w 2119654"/>
              <a:gd name="connsiteY88176" fmla="*/ 406451 h 2398711"/>
              <a:gd name="connsiteX88177" fmla="*/ 834968 w 2119654"/>
              <a:gd name="connsiteY88177" fmla="*/ 404653 h 2398711"/>
              <a:gd name="connsiteX88178" fmla="*/ 778286 w 2119654"/>
              <a:gd name="connsiteY88178" fmla="*/ 530843 h 2398711"/>
              <a:gd name="connsiteX88179" fmla="*/ 779158 w 2119654"/>
              <a:gd name="connsiteY88179" fmla="*/ 531501 h 2398711"/>
              <a:gd name="connsiteX88180" fmla="*/ 779115 w 2119654"/>
              <a:gd name="connsiteY88180" fmla="*/ 531322 h 2398711"/>
              <a:gd name="connsiteX88181" fmla="*/ 779106 w 2119654"/>
              <a:gd name="connsiteY88181" fmla="*/ 531213 h 2398711"/>
              <a:gd name="connsiteX88182" fmla="*/ 778828 w 2119654"/>
              <a:gd name="connsiteY88182" fmla="*/ 531008 h 2398711"/>
              <a:gd name="connsiteX88183" fmla="*/ 862750 w 2119654"/>
              <a:gd name="connsiteY88183" fmla="*/ 341603 h 2398711"/>
              <a:gd name="connsiteX88184" fmla="*/ 862215 w 2119654"/>
              <a:gd name="connsiteY88184" fmla="*/ 344968 h 2398711"/>
              <a:gd name="connsiteX88185" fmla="*/ 862341 w 2119654"/>
              <a:gd name="connsiteY88185" fmla="*/ 345067 h 2398711"/>
              <a:gd name="connsiteX88186" fmla="*/ 863997 w 2119654"/>
              <a:gd name="connsiteY88186" fmla="*/ 342868 h 2398711"/>
              <a:gd name="connsiteX88187" fmla="*/ 858746 w 2119654"/>
              <a:gd name="connsiteY88187" fmla="*/ 350459 h 2398711"/>
              <a:gd name="connsiteX88188" fmla="*/ 860070 w 2119654"/>
              <a:gd name="connsiteY88188" fmla="*/ 351537 h 2398711"/>
              <a:gd name="connsiteX88189" fmla="*/ 860320 w 2119654"/>
              <a:gd name="connsiteY88189" fmla="*/ 349708 h 2398711"/>
              <a:gd name="connsiteX88190" fmla="*/ 860475 w 2119654"/>
              <a:gd name="connsiteY88190" fmla="*/ 349558 h 2398711"/>
              <a:gd name="connsiteX88191" fmla="*/ 860191 w 2119654"/>
              <a:gd name="connsiteY88191" fmla="*/ 351636 h 2398711"/>
              <a:gd name="connsiteX88192" fmla="*/ 860196 w 2119654"/>
              <a:gd name="connsiteY88192" fmla="*/ 351640 h 2398711"/>
              <a:gd name="connsiteX88193" fmla="*/ 860822 w 2119654"/>
              <a:gd name="connsiteY88193" fmla="*/ 347700 h 2398711"/>
              <a:gd name="connsiteX88194" fmla="*/ 828867 w 2119654"/>
              <a:gd name="connsiteY88194" fmla="*/ 417203 h 2398711"/>
              <a:gd name="connsiteX88195" fmla="*/ 831355 w 2119654"/>
              <a:gd name="connsiteY88195" fmla="*/ 419629 h 2398711"/>
              <a:gd name="connsiteX88196" fmla="*/ 831432 w 2119654"/>
              <a:gd name="connsiteY88196" fmla="*/ 418725 h 2398711"/>
              <a:gd name="connsiteX88197" fmla="*/ 858422 w 2119654"/>
              <a:gd name="connsiteY88197" fmla="*/ 350889 h 2398711"/>
              <a:gd name="connsiteX88198" fmla="*/ 859865 w 2119654"/>
              <a:gd name="connsiteY88198" fmla="*/ 353034 h 2398711"/>
              <a:gd name="connsiteX88199" fmla="*/ 860038 w 2119654"/>
              <a:gd name="connsiteY88199" fmla="*/ 351770 h 2398711"/>
              <a:gd name="connsiteX88200" fmla="*/ 858640 w 2119654"/>
              <a:gd name="connsiteY88200" fmla="*/ 350599 h 2398711"/>
              <a:gd name="connsiteX88201" fmla="*/ 812045 w 2119654"/>
              <a:gd name="connsiteY88201" fmla="*/ 454714 h 2398711"/>
              <a:gd name="connsiteX88202" fmla="*/ 812076 w 2119654"/>
              <a:gd name="connsiteY88202" fmla="*/ 455301 h 2398711"/>
              <a:gd name="connsiteX88203" fmla="*/ 813963 w 2119654"/>
              <a:gd name="connsiteY88203" fmla="*/ 458701 h 2398711"/>
              <a:gd name="connsiteX88204" fmla="*/ 814414 w 2119654"/>
              <a:gd name="connsiteY88204" fmla="*/ 459010 h 2398711"/>
              <a:gd name="connsiteX88205" fmla="*/ 814729 w 2119654"/>
              <a:gd name="connsiteY88205" fmla="*/ 458394 h 2398711"/>
              <a:gd name="connsiteX88206" fmla="*/ 810129 w 2119654"/>
              <a:gd name="connsiteY88206" fmla="*/ 458950 h 2398711"/>
              <a:gd name="connsiteX88207" fmla="*/ 809148 w 2119654"/>
              <a:gd name="connsiteY88207" fmla="*/ 463287 h 2398711"/>
              <a:gd name="connsiteX88208" fmla="*/ 811018 w 2119654"/>
              <a:gd name="connsiteY88208" fmla="*/ 465626 h 2398711"/>
              <a:gd name="connsiteX88209" fmla="*/ 811708 w 2119654"/>
              <a:gd name="connsiteY88209" fmla="*/ 464281 h 2398711"/>
              <a:gd name="connsiteX88210" fmla="*/ 811480 w 2119654"/>
              <a:gd name="connsiteY88210" fmla="*/ 459825 h 2398711"/>
              <a:gd name="connsiteX88211" fmla="*/ 808073 w 2119654"/>
              <a:gd name="connsiteY88211" fmla="*/ 463460 h 2398711"/>
              <a:gd name="connsiteX88212" fmla="*/ 807147 w 2119654"/>
              <a:gd name="connsiteY88212" fmla="*/ 465943 h 2398711"/>
              <a:gd name="connsiteX88213" fmla="*/ 807646 w 2119654"/>
              <a:gd name="connsiteY88213" fmla="*/ 468469 h 2398711"/>
              <a:gd name="connsiteX88214" fmla="*/ 807663 w 2119654"/>
              <a:gd name="connsiteY88214" fmla="*/ 468486 h 2398711"/>
              <a:gd name="connsiteX88215" fmla="*/ 808619 w 2119654"/>
              <a:gd name="connsiteY88215" fmla="*/ 464258 h 2398711"/>
              <a:gd name="connsiteX88216" fmla="*/ 833402 w 2119654"/>
              <a:gd name="connsiteY88216" fmla="*/ 406733 h 2398711"/>
              <a:gd name="connsiteX88217" fmla="*/ 832362 w 2119654"/>
              <a:gd name="connsiteY88217" fmla="*/ 418944 h 2398711"/>
              <a:gd name="connsiteX88218" fmla="*/ 834357 w 2119654"/>
              <a:gd name="connsiteY88218" fmla="*/ 420151 h 2398711"/>
              <a:gd name="connsiteX88219" fmla="*/ 835104 w 2119654"/>
              <a:gd name="connsiteY88219" fmla="*/ 418695 h 2398711"/>
              <a:gd name="connsiteX88220" fmla="*/ 836576 w 2119654"/>
              <a:gd name="connsiteY88220" fmla="*/ 407915 h 2398711"/>
              <a:gd name="connsiteX88221" fmla="*/ 834143 w 2119654"/>
              <a:gd name="connsiteY88221" fmla="*/ 405750 h 2398711"/>
              <a:gd name="connsiteX88222" fmla="*/ 286056 w 2119654"/>
              <a:gd name="connsiteY88222" fmla="*/ 1632185 h 2398711"/>
              <a:gd name="connsiteX88223" fmla="*/ 284663 w 2119654"/>
              <a:gd name="connsiteY88223" fmla="*/ 1638715 h 2398711"/>
              <a:gd name="connsiteX88224" fmla="*/ 286987 w 2119654"/>
              <a:gd name="connsiteY88224" fmla="*/ 1640798 h 2398711"/>
              <a:gd name="connsiteX88225" fmla="*/ 297536 w 2119654"/>
              <a:gd name="connsiteY88225" fmla="*/ 1643788 h 2398711"/>
              <a:gd name="connsiteX88226" fmla="*/ 303634 w 2119654"/>
              <a:gd name="connsiteY88226" fmla="*/ 1645426 h 2398711"/>
              <a:gd name="connsiteX88227" fmla="*/ 312150 w 2119654"/>
              <a:gd name="connsiteY88227" fmla="*/ 1647074 h 2398711"/>
              <a:gd name="connsiteX88228" fmla="*/ 316258 w 2119654"/>
              <a:gd name="connsiteY88228" fmla="*/ 1640013 h 2398711"/>
              <a:gd name="connsiteX88229" fmla="*/ 315756 w 2119654"/>
              <a:gd name="connsiteY88229" fmla="*/ 1639588 h 2398711"/>
              <a:gd name="connsiteX88230" fmla="*/ 312074 w 2119654"/>
              <a:gd name="connsiteY88230" fmla="*/ 1637143 h 2398711"/>
              <a:gd name="connsiteX88231" fmla="*/ 308918 w 2119654"/>
              <a:gd name="connsiteY88231" fmla="*/ 1637132 h 2398711"/>
              <a:gd name="connsiteX88232" fmla="*/ 308712 w 2119654"/>
              <a:gd name="connsiteY88232" fmla="*/ 1636969 h 2398711"/>
              <a:gd name="connsiteX88233" fmla="*/ 311829 w 2119654"/>
              <a:gd name="connsiteY88233" fmla="*/ 1636980 h 2398711"/>
              <a:gd name="connsiteX88234" fmla="*/ 311819 w 2119654"/>
              <a:gd name="connsiteY88234" fmla="*/ 1636974 h 2398711"/>
              <a:gd name="connsiteX88235" fmla="*/ 907970 w 2119654"/>
              <a:gd name="connsiteY88235" fmla="*/ 239536 h 2398711"/>
              <a:gd name="connsiteX88236" fmla="*/ 904248 w 2119654"/>
              <a:gd name="connsiteY88236" fmla="*/ 250887 h 2398711"/>
              <a:gd name="connsiteX88237" fmla="*/ 909455 w 2119654"/>
              <a:gd name="connsiteY88237" fmla="*/ 263129 h 2398711"/>
              <a:gd name="connsiteX88238" fmla="*/ 913574 w 2119654"/>
              <a:gd name="connsiteY88238" fmla="*/ 244920 h 2398711"/>
              <a:gd name="connsiteX88239" fmla="*/ 267989 w 2119654"/>
              <a:gd name="connsiteY88239" fmla="*/ 1672546 h 2398711"/>
              <a:gd name="connsiteX88240" fmla="*/ 281799 w 2119654"/>
              <a:gd name="connsiteY88240" fmla="*/ 1683304 h 2398711"/>
              <a:gd name="connsiteX88241" fmla="*/ 291127 w 2119654"/>
              <a:gd name="connsiteY88241" fmla="*/ 1684275 h 2398711"/>
              <a:gd name="connsiteX88242" fmla="*/ 277838 w 2119654"/>
              <a:gd name="connsiteY88242" fmla="*/ 1674034 h 2398711"/>
              <a:gd name="connsiteX88243" fmla="*/ 277815 w 2119654"/>
              <a:gd name="connsiteY88243" fmla="*/ 1674023 h 2398711"/>
              <a:gd name="connsiteX88244" fmla="*/ 908162 w 2119654"/>
              <a:gd name="connsiteY88244" fmla="*/ 238948 h 2398711"/>
              <a:gd name="connsiteX88245" fmla="*/ 908030 w 2119654"/>
              <a:gd name="connsiteY88245" fmla="*/ 239350 h 2398711"/>
              <a:gd name="connsiteX88246" fmla="*/ 913619 w 2119654"/>
              <a:gd name="connsiteY88246" fmla="*/ 244720 h 2398711"/>
              <a:gd name="connsiteX88247" fmla="*/ 913691 w 2119654"/>
              <a:gd name="connsiteY88247" fmla="*/ 244404 h 2398711"/>
              <a:gd name="connsiteX88248" fmla="*/ 789663 w 2119654"/>
              <a:gd name="connsiteY88248" fmla="*/ 504276 h 2398711"/>
              <a:gd name="connsiteX88249" fmla="*/ 789498 w 2119654"/>
              <a:gd name="connsiteY88249" fmla="*/ 505413 h 2398711"/>
              <a:gd name="connsiteX88250" fmla="*/ 790333 w 2119654"/>
              <a:gd name="connsiteY88250" fmla="*/ 506039 h 2398711"/>
              <a:gd name="connsiteX88251" fmla="*/ 790502 w 2119654"/>
              <a:gd name="connsiteY88251" fmla="*/ 505583 h 2398711"/>
              <a:gd name="connsiteX88252" fmla="*/ 298920 w 2119654"/>
              <a:gd name="connsiteY88252" fmla="*/ 1602892 h 2398711"/>
              <a:gd name="connsiteX88253" fmla="*/ 299569 w 2119654"/>
              <a:gd name="connsiteY88253" fmla="*/ 1603641 h 2398711"/>
              <a:gd name="connsiteX88254" fmla="*/ 300443 w 2119654"/>
              <a:gd name="connsiteY88254" fmla="*/ 1603819 h 2398711"/>
              <a:gd name="connsiteX88255" fmla="*/ 299913 w 2119654"/>
              <a:gd name="connsiteY88255" fmla="*/ 1603140 h 2398711"/>
              <a:gd name="connsiteX88256" fmla="*/ 809827 w 2119654"/>
              <a:gd name="connsiteY88256" fmla="*/ 458754 h 2398711"/>
              <a:gd name="connsiteX88257" fmla="*/ 808459 w 2119654"/>
              <a:gd name="connsiteY88257" fmla="*/ 462425 h 2398711"/>
              <a:gd name="connsiteX88258" fmla="*/ 808907 w 2119654"/>
              <a:gd name="connsiteY88258" fmla="*/ 462986 h 2398711"/>
              <a:gd name="connsiteX88259" fmla="*/ 809860 w 2119654"/>
              <a:gd name="connsiteY88259" fmla="*/ 458775 h 2398711"/>
              <a:gd name="connsiteX88260" fmla="*/ 263568 w 2119654"/>
              <a:gd name="connsiteY88260" fmla="*/ 1681779 h 2398711"/>
              <a:gd name="connsiteX88261" fmla="*/ 265922 w 2119654"/>
              <a:gd name="connsiteY88261" fmla="*/ 1683337 h 2398711"/>
              <a:gd name="connsiteX88262" fmla="*/ 288284 w 2119654"/>
              <a:gd name="connsiteY88262" fmla="*/ 1697708 h 2398711"/>
              <a:gd name="connsiteX88263" fmla="*/ 295175 w 2119654"/>
              <a:gd name="connsiteY88263" fmla="*/ 1698049 h 2398711"/>
              <a:gd name="connsiteX88264" fmla="*/ 276630 w 2119654"/>
              <a:gd name="connsiteY88264" fmla="*/ 1683139 h 2398711"/>
              <a:gd name="connsiteX88265" fmla="*/ 319702 w 2119654"/>
              <a:gd name="connsiteY88265" fmla="*/ 1555979 h 2398711"/>
              <a:gd name="connsiteX88266" fmla="*/ 320112 w 2119654"/>
              <a:gd name="connsiteY88266" fmla="*/ 1556291 h 2398711"/>
              <a:gd name="connsiteX88267" fmla="*/ 320351 w 2119654"/>
              <a:gd name="connsiteY88267" fmla="*/ 1556317 h 2398711"/>
              <a:gd name="connsiteX88268" fmla="*/ 813303 w 2119654"/>
              <a:gd name="connsiteY88268" fmla="*/ 450683 h 2398711"/>
              <a:gd name="connsiteX88269" fmla="*/ 815441 w 2119654"/>
              <a:gd name="connsiteY88269" fmla="*/ 453767 h 2398711"/>
              <a:gd name="connsiteX88270" fmla="*/ 815520 w 2119654"/>
              <a:gd name="connsiteY88270" fmla="*/ 452831 h 2398711"/>
              <a:gd name="connsiteX88271" fmla="*/ 280909 w 2119654"/>
              <a:gd name="connsiteY88271" fmla="*/ 1642801 h 2398711"/>
              <a:gd name="connsiteX88272" fmla="*/ 283030 w 2119654"/>
              <a:gd name="connsiteY88272" fmla="*/ 1645518 h 2398711"/>
              <a:gd name="connsiteX88273" fmla="*/ 283284 w 2119654"/>
              <a:gd name="connsiteY88273" fmla="*/ 1644330 h 2398711"/>
              <a:gd name="connsiteX88274" fmla="*/ 282245 w 2119654"/>
              <a:gd name="connsiteY88274" fmla="*/ 1643230 h 2398711"/>
              <a:gd name="connsiteX88275" fmla="*/ 833532 w 2119654"/>
              <a:gd name="connsiteY88275" fmla="*/ 405205 h 2398711"/>
              <a:gd name="connsiteX88276" fmla="*/ 833446 w 2119654"/>
              <a:gd name="connsiteY88276" fmla="*/ 406214 h 2398711"/>
              <a:gd name="connsiteX88277" fmla="*/ 833935 w 2119654"/>
              <a:gd name="connsiteY88277" fmla="*/ 405564 h 2398711"/>
              <a:gd name="connsiteX88278" fmla="*/ 811232 w 2119654"/>
              <a:gd name="connsiteY88278" fmla="*/ 454984 h 2398711"/>
              <a:gd name="connsiteX88279" fmla="*/ 810708 w 2119654"/>
              <a:gd name="connsiteY88279" fmla="*/ 456388 h 2398711"/>
              <a:gd name="connsiteX88280" fmla="*/ 810311 w 2119654"/>
              <a:gd name="connsiteY88280" fmla="*/ 458146 h 2398711"/>
              <a:gd name="connsiteX88281" fmla="*/ 811429 w 2119654"/>
              <a:gd name="connsiteY88281" fmla="*/ 458822 h 2398711"/>
              <a:gd name="connsiteX88282" fmla="*/ 811339 w 2119654"/>
              <a:gd name="connsiteY88282" fmla="*/ 457069 h 2398711"/>
              <a:gd name="connsiteX88283" fmla="*/ 811158 w 2119654"/>
              <a:gd name="connsiteY88283" fmla="*/ 456946 h 2398711"/>
              <a:gd name="connsiteX88284" fmla="*/ 811332 w 2119654"/>
              <a:gd name="connsiteY88284" fmla="*/ 456934 h 2398711"/>
              <a:gd name="connsiteX88285" fmla="*/ 770584 w 2119654"/>
              <a:gd name="connsiteY88285" fmla="*/ 545818 h 2398711"/>
              <a:gd name="connsiteX88286" fmla="*/ 770565 w 2119654"/>
              <a:gd name="connsiteY88286" fmla="*/ 545983 h 2398711"/>
              <a:gd name="connsiteX88287" fmla="*/ 772188 w 2119654"/>
              <a:gd name="connsiteY88287" fmla="*/ 548704 h 2398711"/>
              <a:gd name="connsiteX88288" fmla="*/ 772473 w 2119654"/>
              <a:gd name="connsiteY88288" fmla="*/ 548090 h 2398711"/>
              <a:gd name="connsiteX88289" fmla="*/ 843433 w 2119654"/>
              <a:gd name="connsiteY88289" fmla="*/ 382614 h 2398711"/>
              <a:gd name="connsiteX88290" fmla="*/ 848050 w 2119654"/>
              <a:gd name="connsiteY88290" fmla="*/ 386819 h 2398711"/>
              <a:gd name="connsiteX88291" fmla="*/ 848646 w 2119654"/>
              <a:gd name="connsiteY88291" fmla="*/ 386027 h 2398711"/>
              <a:gd name="connsiteX88292" fmla="*/ 844284 w 2119654"/>
              <a:gd name="connsiteY88292" fmla="*/ 381017 h 2398711"/>
              <a:gd name="connsiteX88293" fmla="*/ 820088 w 2119654"/>
              <a:gd name="connsiteY88293" fmla="*/ 434824 h 2398711"/>
              <a:gd name="connsiteX88294" fmla="*/ 824329 w 2119654"/>
              <a:gd name="connsiteY88294" fmla="*/ 439692 h 2398711"/>
              <a:gd name="connsiteX88295" fmla="*/ 825396 w 2119654"/>
              <a:gd name="connsiteY88295" fmla="*/ 437614 h 2398711"/>
              <a:gd name="connsiteX88296" fmla="*/ 824980 w 2119654"/>
              <a:gd name="connsiteY88296" fmla="*/ 437009 h 2398711"/>
              <a:gd name="connsiteX88297" fmla="*/ 791856 w 2119654"/>
              <a:gd name="connsiteY88297" fmla="*/ 497916 h 2398711"/>
              <a:gd name="connsiteX88298" fmla="*/ 791637 w 2119654"/>
              <a:gd name="connsiteY88298" fmla="*/ 500986 h 2398711"/>
              <a:gd name="connsiteX88299" fmla="*/ 792002 w 2119654"/>
              <a:gd name="connsiteY88299" fmla="*/ 501558 h 2398711"/>
              <a:gd name="connsiteX88300" fmla="*/ 793066 w 2119654"/>
              <a:gd name="connsiteY88300" fmla="*/ 498705 h 2398711"/>
              <a:gd name="connsiteX88301" fmla="*/ 293841 w 2119654"/>
              <a:gd name="connsiteY88301" fmla="*/ 1612907 h 2398711"/>
              <a:gd name="connsiteX88302" fmla="*/ 296689 w 2119654"/>
              <a:gd name="connsiteY88302" fmla="*/ 1615134 h 2398711"/>
              <a:gd name="connsiteX88303" fmla="*/ 306404 w 2119654"/>
              <a:gd name="connsiteY88303" fmla="*/ 1621712 h 2398711"/>
              <a:gd name="connsiteX88304" fmla="*/ 314616 w 2119654"/>
              <a:gd name="connsiteY88304" fmla="*/ 1624615 h 2398711"/>
              <a:gd name="connsiteX88305" fmla="*/ 308752 w 2119654"/>
              <a:gd name="connsiteY88305" fmla="*/ 1617849 h 2398711"/>
              <a:gd name="connsiteX88306" fmla="*/ 306388 w 2119654"/>
              <a:gd name="connsiteY88306" fmla="*/ 1617411 h 2398711"/>
              <a:gd name="connsiteX88307" fmla="*/ 340319 w 2119654"/>
              <a:gd name="connsiteY88307" fmla="*/ 1508822 h 2398711"/>
              <a:gd name="connsiteX88308" fmla="*/ 341330 w 2119654"/>
              <a:gd name="connsiteY88308" fmla="*/ 1510111 h 2398711"/>
              <a:gd name="connsiteX88309" fmla="*/ 346480 w 2119654"/>
              <a:gd name="connsiteY88309" fmla="*/ 1513373 h 2398711"/>
              <a:gd name="connsiteX88310" fmla="*/ 347954 w 2119654"/>
              <a:gd name="connsiteY88310" fmla="*/ 1513328 h 2398711"/>
              <a:gd name="connsiteX88311" fmla="*/ 345434 w 2119654"/>
              <a:gd name="connsiteY88311" fmla="*/ 1511251 h 2398711"/>
              <a:gd name="connsiteX88312" fmla="*/ 340675 w 2119654"/>
              <a:gd name="connsiteY88312" fmla="*/ 1509044 h 2398711"/>
              <a:gd name="connsiteX88313" fmla="*/ 812833 w 2119654"/>
              <a:gd name="connsiteY88313" fmla="*/ 450688 h 2398711"/>
              <a:gd name="connsiteX88314" fmla="*/ 811959 w 2119654"/>
              <a:gd name="connsiteY88314" fmla="*/ 453033 h 2398711"/>
              <a:gd name="connsiteX88315" fmla="*/ 811980 w 2119654"/>
              <a:gd name="connsiteY88315" fmla="*/ 453428 h 2398711"/>
              <a:gd name="connsiteX88316" fmla="*/ 815083 w 2119654"/>
              <a:gd name="connsiteY88316" fmla="*/ 457706 h 2398711"/>
              <a:gd name="connsiteX88317" fmla="*/ 815109 w 2119654"/>
              <a:gd name="connsiteY88317" fmla="*/ 457655 h 2398711"/>
              <a:gd name="connsiteX88318" fmla="*/ 815389 w 2119654"/>
              <a:gd name="connsiteY88318" fmla="*/ 454374 h 2398711"/>
              <a:gd name="connsiteX88319" fmla="*/ 781251 w 2119654"/>
              <a:gd name="connsiteY88319" fmla="*/ 521369 h 2398711"/>
              <a:gd name="connsiteX88320" fmla="*/ 781522 w 2119654"/>
              <a:gd name="connsiteY88320" fmla="*/ 522476 h 2398711"/>
              <a:gd name="connsiteX88321" fmla="*/ 781606 w 2119654"/>
              <a:gd name="connsiteY88321" fmla="*/ 521894 h 2398711"/>
              <a:gd name="connsiteX88322" fmla="*/ 813718 w 2119654"/>
              <a:gd name="connsiteY88322" fmla="*/ 448314 h 2398711"/>
              <a:gd name="connsiteX88323" fmla="*/ 813320 w 2119654"/>
              <a:gd name="connsiteY88323" fmla="*/ 449382 h 2398711"/>
              <a:gd name="connsiteX88324" fmla="*/ 815208 w 2119654"/>
              <a:gd name="connsiteY88324" fmla="*/ 451210 h 2398711"/>
              <a:gd name="connsiteX88325" fmla="*/ 814471 w 2119654"/>
              <a:gd name="connsiteY88325" fmla="*/ 449883 h 2398711"/>
              <a:gd name="connsiteX88326" fmla="*/ 814670 w 2119654"/>
              <a:gd name="connsiteY88326" fmla="*/ 449965 h 2398711"/>
              <a:gd name="connsiteX88327" fmla="*/ 815538 w 2119654"/>
              <a:gd name="connsiteY88327" fmla="*/ 451532 h 2398711"/>
              <a:gd name="connsiteX88328" fmla="*/ 815625 w 2119654"/>
              <a:gd name="connsiteY88328" fmla="*/ 451615 h 2398711"/>
              <a:gd name="connsiteX88329" fmla="*/ 815739 w 2119654"/>
              <a:gd name="connsiteY88329" fmla="*/ 450271 h 2398711"/>
              <a:gd name="connsiteX88330" fmla="*/ 857693 w 2119654"/>
              <a:gd name="connsiteY88330" fmla="*/ 349806 h 2398711"/>
              <a:gd name="connsiteX88331" fmla="*/ 858202 w 2119654"/>
              <a:gd name="connsiteY88331" fmla="*/ 350564 h 2398711"/>
              <a:gd name="connsiteX88332" fmla="*/ 858355 w 2119654"/>
              <a:gd name="connsiteY88332" fmla="*/ 350361 h 2398711"/>
              <a:gd name="connsiteX88333" fmla="*/ 840975 w 2119654"/>
              <a:gd name="connsiteY88333" fmla="*/ 387222 h 2398711"/>
              <a:gd name="connsiteX88334" fmla="*/ 841884 w 2119654"/>
              <a:gd name="connsiteY88334" fmla="*/ 389329 h 2398711"/>
              <a:gd name="connsiteX88335" fmla="*/ 844538 w 2119654"/>
              <a:gd name="connsiteY88335" fmla="*/ 391482 h 2398711"/>
              <a:gd name="connsiteX88336" fmla="*/ 847482 w 2119654"/>
              <a:gd name="connsiteY88336" fmla="*/ 387573 h 2398711"/>
              <a:gd name="connsiteX88337" fmla="*/ 842977 w 2119654"/>
              <a:gd name="connsiteY88337" fmla="*/ 383468 h 2398711"/>
              <a:gd name="connsiteX88338" fmla="*/ 833689 w 2119654"/>
              <a:gd name="connsiteY88338" fmla="*/ 403381 h 2398711"/>
              <a:gd name="connsiteX88339" fmla="*/ 833686 w 2119654"/>
              <a:gd name="connsiteY88339" fmla="*/ 403412 h 2398711"/>
              <a:gd name="connsiteX88340" fmla="*/ 833579 w 2119654"/>
              <a:gd name="connsiteY88340" fmla="*/ 404662 h 2398711"/>
              <a:gd name="connsiteX88341" fmla="*/ 834199 w 2119654"/>
              <a:gd name="connsiteY88341" fmla="*/ 405215 h 2398711"/>
              <a:gd name="connsiteX88342" fmla="*/ 834770 w 2119654"/>
              <a:gd name="connsiteY88342" fmla="*/ 404456 h 2398711"/>
              <a:gd name="connsiteX88343" fmla="*/ 840465 w 2119654"/>
              <a:gd name="connsiteY88343" fmla="*/ 388179 h 2398711"/>
              <a:gd name="connsiteX88344" fmla="*/ 841280 w 2119654"/>
              <a:gd name="connsiteY88344" fmla="*/ 388839 h 2398711"/>
              <a:gd name="connsiteX88345" fmla="*/ 840758 w 2119654"/>
              <a:gd name="connsiteY88345" fmla="*/ 387629 h 2398711"/>
              <a:gd name="connsiteX88346" fmla="*/ 814460 w 2119654"/>
              <a:gd name="connsiteY88346" fmla="*/ 446324 h 2398711"/>
              <a:gd name="connsiteX88347" fmla="*/ 814201 w 2119654"/>
              <a:gd name="connsiteY88347" fmla="*/ 447018 h 2398711"/>
              <a:gd name="connsiteX88348" fmla="*/ 815878 w 2119654"/>
              <a:gd name="connsiteY88348" fmla="*/ 448641 h 2398711"/>
              <a:gd name="connsiteX88349" fmla="*/ 815982 w 2119654"/>
              <a:gd name="connsiteY88349" fmla="*/ 447419 h 2398711"/>
              <a:gd name="connsiteX88350" fmla="*/ 815287 w 2119654"/>
              <a:gd name="connsiteY88350" fmla="*/ 446654 h 2398711"/>
              <a:gd name="connsiteX88351" fmla="*/ 801065 w 2119654"/>
              <a:gd name="connsiteY88351" fmla="*/ 476228 h 2398711"/>
              <a:gd name="connsiteX88352" fmla="*/ 801075 w 2119654"/>
              <a:gd name="connsiteY88352" fmla="*/ 476411 h 2398711"/>
              <a:gd name="connsiteX88353" fmla="*/ 801321 w 2119654"/>
              <a:gd name="connsiteY88353" fmla="*/ 476558 h 2398711"/>
              <a:gd name="connsiteX88354" fmla="*/ 801360 w 2119654"/>
              <a:gd name="connsiteY88354" fmla="*/ 476452 h 2398711"/>
              <a:gd name="connsiteX88355" fmla="*/ 839786 w 2119654"/>
              <a:gd name="connsiteY88355" fmla="*/ 389453 h 2398711"/>
              <a:gd name="connsiteX88356" fmla="*/ 842518 w 2119654"/>
              <a:gd name="connsiteY88356" fmla="*/ 394166 h 2398711"/>
              <a:gd name="connsiteX88357" fmla="*/ 843192 w 2119654"/>
              <a:gd name="connsiteY88357" fmla="*/ 393270 h 2398711"/>
              <a:gd name="connsiteX88358" fmla="*/ 841598 w 2119654"/>
              <a:gd name="connsiteY88358" fmla="*/ 389576 h 2398711"/>
              <a:gd name="connsiteX88359" fmla="*/ 840288 w 2119654"/>
              <a:gd name="connsiteY88359" fmla="*/ 388512 h 2398711"/>
              <a:gd name="connsiteX88360" fmla="*/ 318587 w 2119654"/>
              <a:gd name="connsiteY88360" fmla="*/ 1556411 h 2398711"/>
              <a:gd name="connsiteX88361" fmla="*/ 322807 w 2119654"/>
              <a:gd name="connsiteY88361" fmla="*/ 1559123 h 2398711"/>
              <a:gd name="connsiteX88362" fmla="*/ 323603 w 2119654"/>
              <a:gd name="connsiteY88362" fmla="*/ 1559263 h 2398711"/>
              <a:gd name="connsiteX88363" fmla="*/ 320055 w 2119654"/>
              <a:gd name="connsiteY88363" fmla="*/ 1556564 h 2398711"/>
              <a:gd name="connsiteX88364" fmla="*/ 341525 w 2119654"/>
              <a:gd name="connsiteY88364" fmla="*/ 1504788 h 2398711"/>
              <a:gd name="connsiteX88365" fmla="*/ 342406 w 2119654"/>
              <a:gd name="connsiteY88365" fmla="*/ 1505330 h 2398711"/>
              <a:gd name="connsiteX88366" fmla="*/ 344527 w 2119654"/>
              <a:gd name="connsiteY88366" fmla="*/ 1505435 h 2398711"/>
              <a:gd name="connsiteX88367" fmla="*/ 343018 w 2119654"/>
              <a:gd name="connsiteY88367" fmla="*/ 1502069 h 2398711"/>
              <a:gd name="connsiteX88368" fmla="*/ 342629 w 2119654"/>
              <a:gd name="connsiteY88368" fmla="*/ 1502691 h 2398711"/>
              <a:gd name="connsiteX88369" fmla="*/ 340730 w 2119654"/>
              <a:gd name="connsiteY88369" fmla="*/ 1506298 h 2398711"/>
              <a:gd name="connsiteX88370" fmla="*/ 342549 w 2119654"/>
              <a:gd name="connsiteY88370" fmla="*/ 1507142 h 2398711"/>
              <a:gd name="connsiteX88371" fmla="*/ 340888 w 2119654"/>
              <a:gd name="connsiteY88371" fmla="*/ 1505998 h 2398711"/>
              <a:gd name="connsiteX88372" fmla="*/ 816554 w 2119654"/>
              <a:gd name="connsiteY88372" fmla="*/ 440705 h 2398711"/>
              <a:gd name="connsiteX88373" fmla="*/ 814922 w 2119654"/>
              <a:gd name="connsiteY88373" fmla="*/ 445083 h 2398711"/>
              <a:gd name="connsiteX88374" fmla="*/ 816081 w 2119654"/>
              <a:gd name="connsiteY88374" fmla="*/ 446259 h 2398711"/>
              <a:gd name="connsiteX88375" fmla="*/ 833875 w 2119654"/>
              <a:gd name="connsiteY88375" fmla="*/ 401901 h 2398711"/>
              <a:gd name="connsiteX88376" fmla="*/ 833768 w 2119654"/>
              <a:gd name="connsiteY88376" fmla="*/ 402757 h 2398711"/>
              <a:gd name="connsiteX88377" fmla="*/ 835083 w 2119654"/>
              <a:gd name="connsiteY88377" fmla="*/ 404040 h 2398711"/>
              <a:gd name="connsiteX88378" fmla="*/ 835546 w 2119654"/>
              <a:gd name="connsiteY88378" fmla="*/ 403425 h 2398711"/>
              <a:gd name="connsiteX88379" fmla="*/ 912373 w 2119654"/>
              <a:gd name="connsiteY88379" fmla="*/ 226105 h 2398711"/>
              <a:gd name="connsiteX88380" fmla="*/ 908344 w 2119654"/>
              <a:gd name="connsiteY88380" fmla="*/ 238393 h 2398711"/>
              <a:gd name="connsiteX88381" fmla="*/ 913827 w 2119654"/>
              <a:gd name="connsiteY88381" fmla="*/ 243803 h 2398711"/>
              <a:gd name="connsiteX88382" fmla="*/ 913829 w 2119654"/>
              <a:gd name="connsiteY88382" fmla="*/ 243796 h 2398711"/>
              <a:gd name="connsiteX88383" fmla="*/ 914124 w 2119654"/>
              <a:gd name="connsiteY88383" fmla="*/ 243558 h 2398711"/>
              <a:gd name="connsiteX88384" fmla="*/ 914024 w 2119654"/>
              <a:gd name="connsiteY88384" fmla="*/ 243998 h 2398711"/>
              <a:gd name="connsiteX88385" fmla="*/ 935491 w 2119654"/>
              <a:gd name="connsiteY88385" fmla="*/ 265184 h 2398711"/>
              <a:gd name="connsiteX88386" fmla="*/ 935578 w 2119654"/>
              <a:gd name="connsiteY88386" fmla="*/ 265277 h 2398711"/>
              <a:gd name="connsiteX88387" fmla="*/ 936181 w 2119654"/>
              <a:gd name="connsiteY88387" fmla="*/ 263809 h 2398711"/>
              <a:gd name="connsiteX88388" fmla="*/ 925404 w 2119654"/>
              <a:gd name="connsiteY88388" fmla="*/ 238469 h 2398711"/>
              <a:gd name="connsiteX88389" fmla="*/ 922762 w 2119654"/>
              <a:gd name="connsiteY88389" fmla="*/ 233336 h 2398711"/>
              <a:gd name="connsiteX88390" fmla="*/ 818305 w 2119654"/>
              <a:gd name="connsiteY88390" fmla="*/ 436005 h 2398711"/>
              <a:gd name="connsiteX88391" fmla="*/ 818203 w 2119654"/>
              <a:gd name="connsiteY88391" fmla="*/ 436278 h 2398711"/>
              <a:gd name="connsiteX88392" fmla="*/ 817308 w 2119654"/>
              <a:gd name="connsiteY88392" fmla="*/ 446798 h 2398711"/>
              <a:gd name="connsiteX88393" fmla="*/ 820108 w 2119654"/>
              <a:gd name="connsiteY88393" fmla="*/ 447916 h 2398711"/>
              <a:gd name="connsiteX88394" fmla="*/ 823864 w 2119654"/>
              <a:gd name="connsiteY88394" fmla="*/ 440596 h 2398711"/>
              <a:gd name="connsiteX88395" fmla="*/ 822340 w 2119654"/>
              <a:gd name="connsiteY88395" fmla="*/ 438846 h 2398711"/>
              <a:gd name="connsiteX88396" fmla="*/ 835499 w 2119654"/>
              <a:gd name="connsiteY88396" fmla="*/ 397491 h 2398711"/>
              <a:gd name="connsiteX88397" fmla="*/ 838010 w 2119654"/>
              <a:gd name="connsiteY88397" fmla="*/ 400152 h 2398711"/>
              <a:gd name="connsiteX88398" fmla="*/ 840311 w 2119654"/>
              <a:gd name="connsiteY88398" fmla="*/ 397097 h 2398711"/>
              <a:gd name="connsiteX88399" fmla="*/ 837914 w 2119654"/>
              <a:gd name="connsiteY88399" fmla="*/ 392964 h 2398711"/>
              <a:gd name="connsiteX88400" fmla="*/ 818772 w 2119654"/>
              <a:gd name="connsiteY88400" fmla="*/ 434753 h 2398711"/>
              <a:gd name="connsiteX88401" fmla="*/ 818396 w 2119654"/>
              <a:gd name="connsiteY88401" fmla="*/ 435762 h 2398711"/>
              <a:gd name="connsiteX88402" fmla="*/ 821647 w 2119654"/>
              <a:gd name="connsiteY88402" fmla="*/ 438052 h 2398711"/>
              <a:gd name="connsiteX88403" fmla="*/ 834627 w 2119654"/>
              <a:gd name="connsiteY88403" fmla="*/ 399123 h 2398711"/>
              <a:gd name="connsiteX88404" fmla="*/ 836606 w 2119654"/>
              <a:gd name="connsiteY88404" fmla="*/ 402018 h 2398711"/>
              <a:gd name="connsiteX88405" fmla="*/ 837634 w 2119654"/>
              <a:gd name="connsiteY88405" fmla="*/ 400652 h 2398711"/>
              <a:gd name="connsiteX88406" fmla="*/ 835192 w 2119654"/>
              <a:gd name="connsiteY88406" fmla="*/ 398066 h 2398711"/>
              <a:gd name="connsiteX88407" fmla="*/ 792122 w 2119654"/>
              <a:gd name="connsiteY88407" fmla="*/ 494196 h 2398711"/>
              <a:gd name="connsiteX88408" fmla="*/ 791967 w 2119654"/>
              <a:gd name="connsiteY88408" fmla="*/ 496360 h 2398711"/>
              <a:gd name="connsiteX88409" fmla="*/ 793581 w 2119654"/>
              <a:gd name="connsiteY88409" fmla="*/ 497323 h 2398711"/>
              <a:gd name="connsiteX88410" fmla="*/ 794186 w 2119654"/>
              <a:gd name="connsiteY88410" fmla="*/ 495701 h 2398711"/>
              <a:gd name="connsiteX88411" fmla="*/ 834099 w 2119654"/>
              <a:gd name="connsiteY88411" fmla="*/ 400120 h 2398711"/>
              <a:gd name="connsiteX88412" fmla="*/ 833982 w 2119654"/>
              <a:gd name="connsiteY88412" fmla="*/ 401050 h 2398711"/>
              <a:gd name="connsiteX88413" fmla="*/ 835970 w 2119654"/>
              <a:gd name="connsiteY88413" fmla="*/ 402862 h 2398711"/>
              <a:gd name="connsiteX88414" fmla="*/ 836494 w 2119654"/>
              <a:gd name="connsiteY88414" fmla="*/ 402166 h 2398711"/>
              <a:gd name="connsiteX88415" fmla="*/ 834535 w 2119654"/>
              <a:gd name="connsiteY88415" fmla="*/ 399299 h 2398711"/>
              <a:gd name="connsiteX88416" fmla="*/ 834157 w 2119654"/>
              <a:gd name="connsiteY88416" fmla="*/ 400007 h 2398711"/>
              <a:gd name="connsiteX88417" fmla="*/ 288299 w 2119654"/>
              <a:gd name="connsiteY88417" fmla="*/ 1622268 h 2398711"/>
              <a:gd name="connsiteX88418" fmla="*/ 286227 w 2119654"/>
              <a:gd name="connsiteY88418" fmla="*/ 1631381 h 2398711"/>
              <a:gd name="connsiteX88419" fmla="*/ 286106 w 2119654"/>
              <a:gd name="connsiteY88419" fmla="*/ 1631948 h 2398711"/>
              <a:gd name="connsiteX88420" fmla="*/ 311137 w 2119654"/>
              <a:gd name="connsiteY88420" fmla="*/ 1636600 h 2398711"/>
              <a:gd name="connsiteX88421" fmla="*/ 311297 w 2119654"/>
              <a:gd name="connsiteY88421" fmla="*/ 1636627 h 2398711"/>
              <a:gd name="connsiteX88422" fmla="*/ 307015 w 2119654"/>
              <a:gd name="connsiteY88422" fmla="*/ 1633783 h 2398711"/>
              <a:gd name="connsiteX88423" fmla="*/ 302090 w 2119654"/>
              <a:gd name="connsiteY88423" fmla="*/ 1630273 h 2398711"/>
              <a:gd name="connsiteX88424" fmla="*/ 292475 w 2119654"/>
              <a:gd name="connsiteY88424" fmla="*/ 1628351 h 2398711"/>
              <a:gd name="connsiteX88425" fmla="*/ 292322 w 2119654"/>
              <a:gd name="connsiteY88425" fmla="*/ 1628172 h 2398711"/>
              <a:gd name="connsiteX88426" fmla="*/ 301799 w 2119654"/>
              <a:gd name="connsiteY88426" fmla="*/ 1630066 h 2398711"/>
              <a:gd name="connsiteX88427" fmla="*/ 294779 w 2119654"/>
              <a:gd name="connsiteY88427" fmla="*/ 1625063 h 2398711"/>
              <a:gd name="connsiteX88428" fmla="*/ 290965 w 2119654"/>
              <a:gd name="connsiteY88428" fmla="*/ 1616256 h 2398711"/>
              <a:gd name="connsiteX88429" fmla="*/ 293397 w 2119654"/>
              <a:gd name="connsiteY88429" fmla="*/ 1618317 h 2398711"/>
              <a:gd name="connsiteX88430" fmla="*/ 300669 w 2119654"/>
              <a:gd name="connsiteY88430" fmla="*/ 1621053 h 2398711"/>
              <a:gd name="connsiteX88431" fmla="*/ 296875 w 2119654"/>
              <a:gd name="connsiteY88431" fmla="*/ 1618615 h 2398711"/>
              <a:gd name="connsiteX88432" fmla="*/ 819644 w 2119654"/>
              <a:gd name="connsiteY88432" fmla="*/ 432413 h 2398711"/>
              <a:gd name="connsiteX88433" fmla="*/ 819251 w 2119654"/>
              <a:gd name="connsiteY88433" fmla="*/ 433469 h 2398711"/>
              <a:gd name="connsiteX88434" fmla="*/ 823267 w 2119654"/>
              <a:gd name="connsiteY88434" fmla="*/ 435074 h 2398711"/>
              <a:gd name="connsiteX88435" fmla="*/ 820248 w 2119654"/>
              <a:gd name="connsiteY88435" fmla="*/ 432846 h 2398711"/>
              <a:gd name="connsiteX88436" fmla="*/ 780942 w 2119654"/>
              <a:gd name="connsiteY88436" fmla="*/ 519040 h 2398711"/>
              <a:gd name="connsiteX88437" fmla="*/ 780960 w 2119654"/>
              <a:gd name="connsiteY88437" fmla="*/ 519274 h 2398711"/>
              <a:gd name="connsiteX88438" fmla="*/ 781890 w 2119654"/>
              <a:gd name="connsiteY88438" fmla="*/ 519925 h 2398711"/>
              <a:gd name="connsiteX88439" fmla="*/ 781975 w 2119654"/>
              <a:gd name="connsiteY88439" fmla="*/ 519338 h 2398711"/>
              <a:gd name="connsiteX88440" fmla="*/ 790691 w 2119654"/>
              <a:gd name="connsiteY88440" fmla="*/ 497156 h 2398711"/>
              <a:gd name="connsiteX88441" fmla="*/ 790414 w 2119654"/>
              <a:gd name="connsiteY88441" fmla="*/ 499071 h 2398711"/>
              <a:gd name="connsiteX88442" fmla="*/ 791264 w 2119654"/>
              <a:gd name="connsiteY88442" fmla="*/ 500402 h 2398711"/>
              <a:gd name="connsiteX88443" fmla="*/ 791454 w 2119654"/>
              <a:gd name="connsiteY88443" fmla="*/ 497653 h 2398711"/>
              <a:gd name="connsiteX88444" fmla="*/ 820462 w 2119654"/>
              <a:gd name="connsiteY88444" fmla="*/ 430418 h 2398711"/>
              <a:gd name="connsiteX88445" fmla="*/ 819786 w 2119654"/>
              <a:gd name="connsiteY88445" fmla="*/ 432032 h 2398711"/>
              <a:gd name="connsiteX88446" fmla="*/ 819753 w 2119654"/>
              <a:gd name="connsiteY88446" fmla="*/ 432121 h 2398711"/>
              <a:gd name="connsiteX88447" fmla="*/ 823443 w 2119654"/>
              <a:gd name="connsiteY88447" fmla="*/ 434767 h 2398711"/>
              <a:gd name="connsiteX88448" fmla="*/ 288419 w 2119654"/>
              <a:gd name="connsiteY88448" fmla="*/ 1621740 h 2398711"/>
              <a:gd name="connsiteX88449" fmla="*/ 288349 w 2119654"/>
              <a:gd name="connsiteY88449" fmla="*/ 1622045 h 2398711"/>
              <a:gd name="connsiteX88450" fmla="*/ 293908 w 2119654"/>
              <a:gd name="connsiteY88450" fmla="*/ 1624442 h 2398711"/>
              <a:gd name="connsiteX88451" fmla="*/ 291744 w 2119654"/>
              <a:gd name="connsiteY88451" fmla="*/ 1622900 h 2398711"/>
              <a:gd name="connsiteX88452" fmla="*/ 771197 w 2119654"/>
              <a:gd name="connsiteY88452" fmla="*/ 540692 h 2398711"/>
              <a:gd name="connsiteX88453" fmla="*/ 770915 w 2119654"/>
              <a:gd name="connsiteY88453" fmla="*/ 542906 h 2398711"/>
              <a:gd name="connsiteX88454" fmla="*/ 770612 w 2119654"/>
              <a:gd name="connsiteY88454" fmla="*/ 545575 h 2398711"/>
              <a:gd name="connsiteX88455" fmla="*/ 772575 w 2119654"/>
              <a:gd name="connsiteY88455" fmla="*/ 547871 h 2398711"/>
              <a:gd name="connsiteX88456" fmla="*/ 774481 w 2119654"/>
              <a:gd name="connsiteY88456" fmla="*/ 543760 h 2398711"/>
              <a:gd name="connsiteX88457" fmla="*/ 772628 w 2119654"/>
              <a:gd name="connsiteY88457" fmla="*/ 541284 h 2398711"/>
              <a:gd name="connsiteX88458" fmla="*/ 833083 w 2119654"/>
              <a:gd name="connsiteY88458" fmla="*/ 402088 h 2398711"/>
              <a:gd name="connsiteX88459" fmla="*/ 833445 w 2119654"/>
              <a:gd name="connsiteY88459" fmla="*/ 402443 h 2398711"/>
              <a:gd name="connsiteX88460" fmla="*/ 833551 w 2119654"/>
              <a:gd name="connsiteY88460" fmla="*/ 401606 h 2398711"/>
              <a:gd name="connsiteX88461" fmla="*/ 833402 w 2119654"/>
              <a:gd name="connsiteY88461" fmla="*/ 401471 h 2398711"/>
              <a:gd name="connsiteX88462" fmla="*/ 832328 w 2119654"/>
              <a:gd name="connsiteY88462" fmla="*/ 403550 h 2398711"/>
              <a:gd name="connsiteX88463" fmla="*/ 833207 w 2119654"/>
              <a:gd name="connsiteY88463" fmla="*/ 404332 h 2398711"/>
              <a:gd name="connsiteX88464" fmla="*/ 833368 w 2119654"/>
              <a:gd name="connsiteY88464" fmla="*/ 403061 h 2398711"/>
              <a:gd name="connsiteX88465" fmla="*/ 832847 w 2119654"/>
              <a:gd name="connsiteY88465" fmla="*/ 402544 h 2398711"/>
              <a:gd name="connsiteX88466" fmla="*/ 915035 w 2119654"/>
              <a:gd name="connsiteY88466" fmla="*/ 218324 h 2398711"/>
              <a:gd name="connsiteX88467" fmla="*/ 912505 w 2119654"/>
              <a:gd name="connsiteY88467" fmla="*/ 225705 h 2398711"/>
              <a:gd name="connsiteX88468" fmla="*/ 922368 w 2119654"/>
              <a:gd name="connsiteY88468" fmla="*/ 232569 h 2398711"/>
              <a:gd name="connsiteX88469" fmla="*/ 827012 w 2119654"/>
              <a:gd name="connsiteY88469" fmla="*/ 415393 h 2398711"/>
              <a:gd name="connsiteX88470" fmla="*/ 827911 w 2119654"/>
              <a:gd name="connsiteY88470" fmla="*/ 416270 h 2398711"/>
              <a:gd name="connsiteX88471" fmla="*/ 828527 w 2119654"/>
              <a:gd name="connsiteY88471" fmla="*/ 416625 h 2398711"/>
              <a:gd name="connsiteX88472" fmla="*/ 831459 w 2119654"/>
              <a:gd name="connsiteY88472" fmla="*/ 418399 h 2398711"/>
              <a:gd name="connsiteX88473" fmla="*/ 831497 w 2119654"/>
              <a:gd name="connsiteY88473" fmla="*/ 417957 h 2398711"/>
              <a:gd name="connsiteX88474" fmla="*/ 832807 w 2119654"/>
              <a:gd name="connsiteY88474" fmla="*/ 407524 h 2398711"/>
              <a:gd name="connsiteX88475" fmla="*/ 831606 w 2119654"/>
              <a:gd name="connsiteY88475" fmla="*/ 409118 h 2398711"/>
              <a:gd name="connsiteX88476" fmla="*/ 792181 w 2119654"/>
              <a:gd name="connsiteY88476" fmla="*/ 493377 h 2398711"/>
              <a:gd name="connsiteX88477" fmla="*/ 792133 w 2119654"/>
              <a:gd name="connsiteY88477" fmla="*/ 494038 h 2398711"/>
              <a:gd name="connsiteX88478" fmla="*/ 794235 w 2119654"/>
              <a:gd name="connsiteY88478" fmla="*/ 495570 h 2398711"/>
              <a:gd name="connsiteX88479" fmla="*/ 794268 w 2119654"/>
              <a:gd name="connsiteY88479" fmla="*/ 495482 h 2398711"/>
              <a:gd name="connsiteX88480" fmla="*/ 823026 w 2119654"/>
              <a:gd name="connsiteY88480" fmla="*/ 424298 h 2398711"/>
              <a:gd name="connsiteX88481" fmla="*/ 820985 w 2119654"/>
              <a:gd name="connsiteY88481" fmla="*/ 429172 h 2398711"/>
              <a:gd name="connsiteX88482" fmla="*/ 822881 w 2119654"/>
              <a:gd name="connsiteY88482" fmla="*/ 431545 h 2398711"/>
              <a:gd name="connsiteX88483" fmla="*/ 826855 w 2119654"/>
              <a:gd name="connsiteY88483" fmla="*/ 434769 h 2398711"/>
              <a:gd name="connsiteX88484" fmla="*/ 827901 w 2119654"/>
              <a:gd name="connsiteY88484" fmla="*/ 432732 h 2398711"/>
              <a:gd name="connsiteX88485" fmla="*/ 823553 w 2119654"/>
              <a:gd name="connsiteY88485" fmla="*/ 424507 h 2398711"/>
              <a:gd name="connsiteX88486" fmla="*/ 328232 w 2119654"/>
              <a:gd name="connsiteY88486" fmla="*/ 1532176 h 2398711"/>
              <a:gd name="connsiteX88487" fmla="*/ 330135 w 2119654"/>
              <a:gd name="connsiteY88487" fmla="*/ 1533372 h 2398711"/>
              <a:gd name="connsiteX88488" fmla="*/ 334175 w 2119654"/>
              <a:gd name="connsiteY88488" fmla="*/ 1535639 h 2398711"/>
              <a:gd name="connsiteX88489" fmla="*/ 335448 w 2119654"/>
              <a:gd name="connsiteY88489" fmla="*/ 1534507 h 2398711"/>
              <a:gd name="connsiteX88490" fmla="*/ 334168 w 2119654"/>
              <a:gd name="connsiteY88490" fmla="*/ 1533454 h 2398711"/>
              <a:gd name="connsiteX88491" fmla="*/ 333513 w 2119654"/>
              <a:gd name="connsiteY88491" fmla="*/ 1532982 h 2398711"/>
              <a:gd name="connsiteX88492" fmla="*/ 329545 w 2119654"/>
              <a:gd name="connsiteY88492" fmla="*/ 1531045 h 2398711"/>
              <a:gd name="connsiteX88493" fmla="*/ 864317 w 2119654"/>
              <a:gd name="connsiteY88493" fmla="*/ 331770 h 2398711"/>
              <a:gd name="connsiteX88494" fmla="*/ 862853 w 2119654"/>
              <a:gd name="connsiteY88494" fmla="*/ 340959 h 2398711"/>
              <a:gd name="connsiteX88495" fmla="*/ 864316 w 2119654"/>
              <a:gd name="connsiteY88495" fmla="*/ 342445 h 2398711"/>
              <a:gd name="connsiteX88496" fmla="*/ 867740 w 2119654"/>
              <a:gd name="connsiteY88496" fmla="*/ 337897 h 2398711"/>
              <a:gd name="connsiteX88497" fmla="*/ 826827 w 2119654"/>
              <a:gd name="connsiteY88497" fmla="*/ 415647 h 2398711"/>
              <a:gd name="connsiteX88498" fmla="*/ 826940 w 2119654"/>
              <a:gd name="connsiteY88498" fmla="*/ 415711 h 2398711"/>
              <a:gd name="connsiteX88499" fmla="*/ 826846 w 2119654"/>
              <a:gd name="connsiteY88499" fmla="*/ 415620 h 2398711"/>
              <a:gd name="connsiteX88500" fmla="*/ 288656 w 2119654"/>
              <a:gd name="connsiteY88500" fmla="*/ 1620699 h 2398711"/>
              <a:gd name="connsiteX88501" fmla="*/ 288536 w 2119654"/>
              <a:gd name="connsiteY88501" fmla="*/ 1621227 h 2398711"/>
              <a:gd name="connsiteX88502" fmla="*/ 290142 w 2119654"/>
              <a:gd name="connsiteY88502" fmla="*/ 1621758 h 2398711"/>
              <a:gd name="connsiteX88503" fmla="*/ 834253 w 2119654"/>
              <a:gd name="connsiteY88503" fmla="*/ 398886 h 2398711"/>
              <a:gd name="connsiteX88504" fmla="*/ 834167 w 2119654"/>
              <a:gd name="connsiteY88504" fmla="*/ 399574 h 2398711"/>
              <a:gd name="connsiteX88505" fmla="*/ 834411 w 2119654"/>
              <a:gd name="connsiteY88505" fmla="*/ 399116 h 2398711"/>
              <a:gd name="connsiteX88506" fmla="*/ 811762 w 2119654"/>
              <a:gd name="connsiteY88506" fmla="*/ 449192 h 2398711"/>
              <a:gd name="connsiteX88507" fmla="*/ 811775 w 2119654"/>
              <a:gd name="connsiteY88507" fmla="*/ 449435 h 2398711"/>
              <a:gd name="connsiteX88508" fmla="*/ 811844 w 2119654"/>
              <a:gd name="connsiteY88508" fmla="*/ 449270 h 2398711"/>
              <a:gd name="connsiteX88509" fmla="*/ 780877 w 2119654"/>
              <a:gd name="connsiteY88509" fmla="*/ 518212 h 2398711"/>
              <a:gd name="connsiteX88510" fmla="*/ 780922 w 2119654"/>
              <a:gd name="connsiteY88510" fmla="*/ 518794 h 2398711"/>
              <a:gd name="connsiteX88511" fmla="*/ 782008 w 2119654"/>
              <a:gd name="connsiteY88511" fmla="*/ 519107 h 2398711"/>
              <a:gd name="connsiteX88512" fmla="*/ 782046 w 2119654"/>
              <a:gd name="connsiteY88512" fmla="*/ 518842 h 2398711"/>
              <a:gd name="connsiteX88513" fmla="*/ 771341 w 2119654"/>
              <a:gd name="connsiteY88513" fmla="*/ 539563 h 2398711"/>
              <a:gd name="connsiteX88514" fmla="*/ 771247 w 2119654"/>
              <a:gd name="connsiteY88514" fmla="*/ 540300 h 2398711"/>
              <a:gd name="connsiteX88515" fmla="*/ 772165 w 2119654"/>
              <a:gd name="connsiteY88515" fmla="*/ 540665 h 2398711"/>
              <a:gd name="connsiteX88516" fmla="*/ 826195 w 2119654"/>
              <a:gd name="connsiteY88516" fmla="*/ 416732 h 2398711"/>
              <a:gd name="connsiteX88517" fmla="*/ 825245 w 2119654"/>
              <a:gd name="connsiteY88517" fmla="*/ 419002 h 2398711"/>
              <a:gd name="connsiteX88518" fmla="*/ 828840 w 2119654"/>
              <a:gd name="connsiteY88518" fmla="*/ 425803 h 2398711"/>
              <a:gd name="connsiteX88519" fmla="*/ 830763 w 2119654"/>
              <a:gd name="connsiteY88519" fmla="*/ 426568 h 2398711"/>
              <a:gd name="connsiteX88520" fmla="*/ 830894 w 2119654"/>
              <a:gd name="connsiteY88520" fmla="*/ 425030 h 2398711"/>
              <a:gd name="connsiteX88521" fmla="*/ 826414 w 2119654"/>
              <a:gd name="connsiteY88521" fmla="*/ 416210 h 2398711"/>
              <a:gd name="connsiteX88522" fmla="*/ 826386 w 2119654"/>
              <a:gd name="connsiteY88522" fmla="*/ 416276 h 2398711"/>
              <a:gd name="connsiteX88523" fmla="*/ 830952 w 2119654"/>
              <a:gd name="connsiteY88523" fmla="*/ 424341 h 2398711"/>
              <a:gd name="connsiteX88524" fmla="*/ 831324 w 2119654"/>
              <a:gd name="connsiteY88524" fmla="*/ 419988 h 2398711"/>
              <a:gd name="connsiteX88525" fmla="*/ 827851 w 2119654"/>
              <a:gd name="connsiteY88525" fmla="*/ 416600 h 2398711"/>
              <a:gd name="connsiteX88526" fmla="*/ 826650 w 2119654"/>
              <a:gd name="connsiteY88526" fmla="*/ 415887 h 2398711"/>
              <a:gd name="connsiteX88527" fmla="*/ 799947 w 2119654"/>
              <a:gd name="connsiteY88527" fmla="*/ 475378 h 2398711"/>
              <a:gd name="connsiteX88528" fmla="*/ 800038 w 2119654"/>
              <a:gd name="connsiteY88528" fmla="*/ 475794 h 2398711"/>
              <a:gd name="connsiteX88529" fmla="*/ 800439 w 2119654"/>
              <a:gd name="connsiteY88529" fmla="*/ 476032 h 2398711"/>
              <a:gd name="connsiteX88530" fmla="*/ 800424 w 2119654"/>
              <a:gd name="connsiteY88530" fmla="*/ 475740 h 2398711"/>
              <a:gd name="connsiteX88531" fmla="*/ 770789 w 2119654"/>
              <a:gd name="connsiteY88531" fmla="*/ 540523 h 2398711"/>
              <a:gd name="connsiteX88532" fmla="*/ 770611 w 2119654"/>
              <a:gd name="connsiteY88532" fmla="*/ 544138 h 2398711"/>
              <a:gd name="connsiteX88533" fmla="*/ 771057 w 2119654"/>
              <a:gd name="connsiteY88533" fmla="*/ 540634 h 2398711"/>
              <a:gd name="connsiteX88534" fmla="*/ 308880 w 2119654"/>
              <a:gd name="connsiteY88534" fmla="*/ 1574780 h 2398711"/>
              <a:gd name="connsiteX88535" fmla="*/ 312642 w 2119654"/>
              <a:gd name="connsiteY88535" fmla="*/ 1575578 h 2398711"/>
              <a:gd name="connsiteX88536" fmla="*/ 314464 w 2119654"/>
              <a:gd name="connsiteY88536" fmla="*/ 1575632 h 2398711"/>
              <a:gd name="connsiteX88537" fmla="*/ 314075 w 2119654"/>
              <a:gd name="connsiteY88537" fmla="*/ 1575505 h 2398711"/>
              <a:gd name="connsiteX88538" fmla="*/ 829085 w 2119654"/>
              <a:gd name="connsiteY88538" fmla="*/ 409833 h 2398711"/>
              <a:gd name="connsiteX88539" fmla="*/ 827033 w 2119654"/>
              <a:gd name="connsiteY88539" fmla="*/ 414731 h 2398711"/>
              <a:gd name="connsiteX88540" fmla="*/ 832877 w 2119654"/>
              <a:gd name="connsiteY88540" fmla="*/ 406971 h 2398711"/>
              <a:gd name="connsiteX88541" fmla="*/ 833142 w 2119654"/>
              <a:gd name="connsiteY88541" fmla="*/ 404858 h 2398711"/>
              <a:gd name="connsiteX88542" fmla="*/ 832122 w 2119654"/>
              <a:gd name="connsiteY88542" fmla="*/ 403950 h 2398711"/>
              <a:gd name="connsiteX88543" fmla="*/ 269087 w 2119654"/>
              <a:gd name="connsiteY88543" fmla="*/ 1663771 h 2398711"/>
              <a:gd name="connsiteX88544" fmla="*/ 272795 w 2119654"/>
              <a:gd name="connsiteY88544" fmla="*/ 1666629 h 2398711"/>
              <a:gd name="connsiteX88545" fmla="*/ 274595 w 2119654"/>
              <a:gd name="connsiteY88545" fmla="*/ 1666731 h 2398711"/>
              <a:gd name="connsiteX88546" fmla="*/ 276472 w 2119654"/>
              <a:gd name="connsiteY88546" fmla="*/ 1666811 h 2398711"/>
              <a:gd name="connsiteX88547" fmla="*/ 320957 w 2119654"/>
              <a:gd name="connsiteY88547" fmla="*/ 1547594 h 2398711"/>
              <a:gd name="connsiteX88548" fmla="*/ 322174 w 2119654"/>
              <a:gd name="connsiteY88548" fmla="*/ 1548678 h 2398711"/>
              <a:gd name="connsiteX88549" fmla="*/ 321275 w 2119654"/>
              <a:gd name="connsiteY88549" fmla="*/ 1547546 h 2398711"/>
              <a:gd name="connsiteX88550" fmla="*/ 321060 w 2119654"/>
              <a:gd name="connsiteY88550" fmla="*/ 1547502 h 2398711"/>
              <a:gd name="connsiteX88551" fmla="*/ 792264 w 2119654"/>
              <a:gd name="connsiteY88551" fmla="*/ 492206 h 2398711"/>
              <a:gd name="connsiteX88552" fmla="*/ 792209 w 2119654"/>
              <a:gd name="connsiteY88552" fmla="*/ 492978 h 2398711"/>
              <a:gd name="connsiteX88553" fmla="*/ 794384 w 2119654"/>
              <a:gd name="connsiteY88553" fmla="*/ 495170 h 2398711"/>
              <a:gd name="connsiteX88554" fmla="*/ 794472 w 2119654"/>
              <a:gd name="connsiteY88554" fmla="*/ 494934 h 2398711"/>
              <a:gd name="connsiteX88555" fmla="*/ 794199 w 2119654"/>
              <a:gd name="connsiteY88555" fmla="*/ 493693 h 2398711"/>
              <a:gd name="connsiteX88556" fmla="*/ 307690 w 2119654"/>
              <a:gd name="connsiteY88556" fmla="*/ 1577151 h 2398711"/>
              <a:gd name="connsiteX88557" fmla="*/ 310990 w 2119654"/>
              <a:gd name="connsiteY88557" fmla="*/ 1581292 h 2398711"/>
              <a:gd name="connsiteX88558" fmla="*/ 311336 w 2119654"/>
              <a:gd name="connsiteY88558" fmla="*/ 1581516 h 2398711"/>
              <a:gd name="connsiteX88559" fmla="*/ 309123 w 2119654"/>
              <a:gd name="connsiteY88559" fmla="*/ 1578266 h 2398711"/>
              <a:gd name="connsiteX88560" fmla="*/ 307712 w 2119654"/>
              <a:gd name="connsiteY88560" fmla="*/ 1577155 h 2398711"/>
              <a:gd name="connsiteX88561" fmla="*/ 327334 w 2119654"/>
              <a:gd name="connsiteY88561" fmla="*/ 1533079 h 2398711"/>
              <a:gd name="connsiteX88562" fmla="*/ 327423 w 2119654"/>
              <a:gd name="connsiteY88562" fmla="*/ 1533189 h 2398711"/>
              <a:gd name="connsiteX88563" fmla="*/ 331918 w 2119654"/>
              <a:gd name="connsiteY88563" fmla="*/ 1537646 h 2398711"/>
              <a:gd name="connsiteX88564" fmla="*/ 333019 w 2119654"/>
              <a:gd name="connsiteY88564" fmla="*/ 1536668 h 2398711"/>
              <a:gd name="connsiteX88565" fmla="*/ 831705 w 2119654"/>
              <a:gd name="connsiteY88565" fmla="*/ 403579 h 2398711"/>
              <a:gd name="connsiteX88566" fmla="*/ 830510 w 2119654"/>
              <a:gd name="connsiteY88566" fmla="*/ 406433 h 2398711"/>
              <a:gd name="connsiteX88567" fmla="*/ 831926 w 2119654"/>
              <a:gd name="connsiteY88567" fmla="*/ 403776 h 2398711"/>
              <a:gd name="connsiteX88568" fmla="*/ 320688 w 2119654"/>
              <a:gd name="connsiteY88568" fmla="*/ 1547833 h 2398711"/>
              <a:gd name="connsiteX88569" fmla="*/ 323379 w 2119654"/>
              <a:gd name="connsiteY88569" fmla="*/ 1551505 h 2398711"/>
              <a:gd name="connsiteX88570" fmla="*/ 324597 w 2119654"/>
              <a:gd name="connsiteY88570" fmla="*/ 1551730 h 2398711"/>
              <a:gd name="connsiteX88571" fmla="*/ 323039 w 2119654"/>
              <a:gd name="connsiteY88571" fmla="*/ 1549766 h 2398711"/>
              <a:gd name="connsiteX88572" fmla="*/ 320778 w 2119654"/>
              <a:gd name="connsiteY88572" fmla="*/ 1547753 h 2398711"/>
              <a:gd name="connsiteX88573" fmla="*/ 770491 w 2119654"/>
              <a:gd name="connsiteY88573" fmla="*/ 540563 h 2398711"/>
              <a:gd name="connsiteX88574" fmla="*/ 769971 w 2119654"/>
              <a:gd name="connsiteY88574" fmla="*/ 543604 h 2398711"/>
              <a:gd name="connsiteX88575" fmla="*/ 770266 w 2119654"/>
              <a:gd name="connsiteY88575" fmla="*/ 545120 h 2398711"/>
              <a:gd name="connsiteX88576" fmla="*/ 832347 w 2119654"/>
              <a:gd name="connsiteY88576" fmla="*/ 402047 h 2398711"/>
              <a:gd name="connsiteX88577" fmla="*/ 831884 w 2119654"/>
              <a:gd name="connsiteY88577" fmla="*/ 403153 h 2398711"/>
              <a:gd name="connsiteX88578" fmla="*/ 832138 w 2119654"/>
              <a:gd name="connsiteY88578" fmla="*/ 403379 h 2398711"/>
              <a:gd name="connsiteX88579" fmla="*/ 832675 w 2119654"/>
              <a:gd name="connsiteY88579" fmla="*/ 402372 h 2398711"/>
              <a:gd name="connsiteX88580" fmla="*/ 289493 w 2119654"/>
              <a:gd name="connsiteY88580" fmla="*/ 1617594 h 2398711"/>
              <a:gd name="connsiteX88581" fmla="*/ 290236 w 2119654"/>
              <a:gd name="connsiteY88581" fmla="*/ 1617958 h 2398711"/>
              <a:gd name="connsiteX88582" fmla="*/ 290062 w 2119654"/>
              <a:gd name="connsiteY88582" fmla="*/ 1617810 h 2398711"/>
              <a:gd name="connsiteX88583" fmla="*/ 834454 w 2119654"/>
              <a:gd name="connsiteY88583" fmla="*/ 397285 h 2398711"/>
              <a:gd name="connsiteX88584" fmla="*/ 834287 w 2119654"/>
              <a:gd name="connsiteY88584" fmla="*/ 398623 h 2398711"/>
              <a:gd name="connsiteX88585" fmla="*/ 834504 w 2119654"/>
              <a:gd name="connsiteY88585" fmla="*/ 398941 h 2398711"/>
              <a:gd name="connsiteX88586" fmla="*/ 835051 w 2119654"/>
              <a:gd name="connsiteY88586" fmla="*/ 397916 h 2398711"/>
              <a:gd name="connsiteX88587" fmla="*/ 289247 w 2119654"/>
              <a:gd name="connsiteY88587" fmla="*/ 1618100 h 2398711"/>
              <a:gd name="connsiteX88588" fmla="*/ 288683 w 2119654"/>
              <a:gd name="connsiteY88588" fmla="*/ 1620578 h 2398711"/>
              <a:gd name="connsiteX88589" fmla="*/ 290512 w 2119654"/>
              <a:gd name="connsiteY88589" fmla="*/ 1621881 h 2398711"/>
              <a:gd name="connsiteX88590" fmla="*/ 297656 w 2119654"/>
              <a:gd name="connsiteY88590" fmla="*/ 1624245 h 2398711"/>
              <a:gd name="connsiteX88591" fmla="*/ 291980 w 2119654"/>
              <a:gd name="connsiteY88591" fmla="*/ 1619435 h 2398711"/>
              <a:gd name="connsiteX88592" fmla="*/ 320793 w 2119654"/>
              <a:gd name="connsiteY88592" fmla="*/ 1547447 h 2398711"/>
              <a:gd name="connsiteX88593" fmla="*/ 320844 w 2119654"/>
              <a:gd name="connsiteY88593" fmla="*/ 1547494 h 2398711"/>
              <a:gd name="connsiteX88594" fmla="*/ 320877 w 2119654"/>
              <a:gd name="connsiteY88594" fmla="*/ 1547465 h 2398711"/>
              <a:gd name="connsiteX88595" fmla="*/ 832813 w 2119654"/>
              <a:gd name="connsiteY88595" fmla="*/ 400935 h 2398711"/>
              <a:gd name="connsiteX88596" fmla="*/ 832548 w 2119654"/>
              <a:gd name="connsiteY88596" fmla="*/ 401567 h 2398711"/>
              <a:gd name="connsiteX88597" fmla="*/ 832914 w 2119654"/>
              <a:gd name="connsiteY88597" fmla="*/ 401924 h 2398711"/>
              <a:gd name="connsiteX88598" fmla="*/ 833236 w 2119654"/>
              <a:gd name="connsiteY88598" fmla="*/ 401319 h 2398711"/>
              <a:gd name="connsiteX88599" fmla="*/ 812799 w 2119654"/>
              <a:gd name="connsiteY88599" fmla="*/ 445660 h 2398711"/>
              <a:gd name="connsiteX88600" fmla="*/ 813195 w 2119654"/>
              <a:gd name="connsiteY88600" fmla="*/ 446044 h 2398711"/>
              <a:gd name="connsiteX88601" fmla="*/ 813276 w 2119654"/>
              <a:gd name="connsiteY88601" fmla="*/ 445850 h 2398711"/>
              <a:gd name="connsiteX88602" fmla="*/ 833893 w 2119654"/>
              <a:gd name="connsiteY88602" fmla="*/ 398358 h 2398711"/>
              <a:gd name="connsiteX88603" fmla="*/ 833101 w 2119654"/>
              <a:gd name="connsiteY88603" fmla="*/ 400247 h 2398711"/>
              <a:gd name="connsiteX88604" fmla="*/ 833577 w 2119654"/>
              <a:gd name="connsiteY88604" fmla="*/ 400680 h 2398711"/>
              <a:gd name="connsiteX88605" fmla="*/ 833694 w 2119654"/>
              <a:gd name="connsiteY88605" fmla="*/ 400460 h 2398711"/>
              <a:gd name="connsiteX88606" fmla="*/ 833948 w 2119654"/>
              <a:gd name="connsiteY88606" fmla="*/ 398440 h 2398711"/>
              <a:gd name="connsiteX88607" fmla="*/ 833986 w 2119654"/>
              <a:gd name="connsiteY88607" fmla="*/ 398136 h 2398711"/>
              <a:gd name="connsiteX88608" fmla="*/ 833973 w 2119654"/>
              <a:gd name="connsiteY88608" fmla="*/ 398165 h 2398711"/>
              <a:gd name="connsiteX88609" fmla="*/ 833981 w 2119654"/>
              <a:gd name="connsiteY88609" fmla="*/ 398175 h 2398711"/>
              <a:gd name="connsiteX88610" fmla="*/ 806089 w 2119654"/>
              <a:gd name="connsiteY88610" fmla="*/ 460580 h 2398711"/>
              <a:gd name="connsiteX88611" fmla="*/ 806500 w 2119654"/>
              <a:gd name="connsiteY88611" fmla="*/ 462662 h 2398711"/>
              <a:gd name="connsiteX88612" fmla="*/ 806861 w 2119654"/>
              <a:gd name="connsiteY88612" fmla="*/ 461693 h 2398711"/>
              <a:gd name="connsiteX88613" fmla="*/ 806158 w 2119654"/>
              <a:gd name="connsiteY88613" fmla="*/ 460666 h 2398711"/>
              <a:gd name="connsiteX88614" fmla="*/ 317104 w 2119654"/>
              <a:gd name="connsiteY88614" fmla="*/ 1555245 h 2398711"/>
              <a:gd name="connsiteX88615" fmla="*/ 317717 w 2119654"/>
              <a:gd name="connsiteY88615" fmla="*/ 1555852 h 2398711"/>
              <a:gd name="connsiteX88616" fmla="*/ 318071 w 2119654"/>
              <a:gd name="connsiteY88616" fmla="*/ 1556079 h 2398711"/>
              <a:gd name="connsiteX88617" fmla="*/ 319632 w 2119654"/>
              <a:gd name="connsiteY88617" fmla="*/ 1556242 h 2398711"/>
              <a:gd name="connsiteX88618" fmla="*/ 318716 w 2119654"/>
              <a:gd name="connsiteY88618" fmla="*/ 1555544 h 2398711"/>
              <a:gd name="connsiteX88619" fmla="*/ 782106 w 2119654"/>
              <a:gd name="connsiteY88619" fmla="*/ 513936 h 2398711"/>
              <a:gd name="connsiteX88620" fmla="*/ 782259 w 2119654"/>
              <a:gd name="connsiteY88620" fmla="*/ 516271 h 2398711"/>
              <a:gd name="connsiteX88621" fmla="*/ 782406 w 2119654"/>
              <a:gd name="connsiteY88621" fmla="*/ 516350 h 2398711"/>
              <a:gd name="connsiteX88622" fmla="*/ 782636 w 2119654"/>
              <a:gd name="connsiteY88622" fmla="*/ 514760 h 2398711"/>
              <a:gd name="connsiteX88623" fmla="*/ 791214 w 2119654"/>
              <a:gd name="connsiteY88623" fmla="*/ 493534 h 2398711"/>
              <a:gd name="connsiteX88624" fmla="*/ 790898 w 2119654"/>
              <a:gd name="connsiteY88624" fmla="*/ 495723 h 2398711"/>
              <a:gd name="connsiteX88625" fmla="*/ 791559 w 2119654"/>
              <a:gd name="connsiteY88625" fmla="*/ 496118 h 2398711"/>
              <a:gd name="connsiteX88626" fmla="*/ 791712 w 2119654"/>
              <a:gd name="connsiteY88626" fmla="*/ 493898 h 2398711"/>
              <a:gd name="connsiteX88627" fmla="*/ 836891 w 2119654"/>
              <a:gd name="connsiteY88627" fmla="*/ 391201 h 2398711"/>
              <a:gd name="connsiteX88628" fmla="*/ 834638 w 2119654"/>
              <a:gd name="connsiteY88628" fmla="*/ 396579 h 2398711"/>
              <a:gd name="connsiteX88629" fmla="*/ 835357 w 2119654"/>
              <a:gd name="connsiteY88629" fmla="*/ 397341 h 2398711"/>
              <a:gd name="connsiteX88630" fmla="*/ 837798 w 2119654"/>
              <a:gd name="connsiteY88630" fmla="*/ 392765 h 2398711"/>
              <a:gd name="connsiteX88631" fmla="*/ 770868 w 2119654"/>
              <a:gd name="connsiteY88631" fmla="*/ 538933 h 2398711"/>
              <a:gd name="connsiteX88632" fmla="*/ 770809 w 2119654"/>
              <a:gd name="connsiteY88632" fmla="*/ 540125 h 2398711"/>
              <a:gd name="connsiteX88633" fmla="*/ 771106 w 2119654"/>
              <a:gd name="connsiteY88633" fmla="*/ 540244 h 2398711"/>
              <a:gd name="connsiteX88634" fmla="*/ 771215 w 2119654"/>
              <a:gd name="connsiteY88634" fmla="*/ 539395 h 2398711"/>
              <a:gd name="connsiteX88635" fmla="*/ 293234 w 2119654"/>
              <a:gd name="connsiteY88635" fmla="*/ 1608390 h 2398711"/>
              <a:gd name="connsiteX88636" fmla="*/ 293295 w 2119654"/>
              <a:gd name="connsiteY88636" fmla="*/ 1608412 h 2398711"/>
              <a:gd name="connsiteX88637" fmla="*/ 301966 w 2119654"/>
              <a:gd name="connsiteY88637" fmla="*/ 1610017 h 2398711"/>
              <a:gd name="connsiteX88638" fmla="*/ 301520 w 2119654"/>
              <a:gd name="connsiteY88638" fmla="*/ 1609504 h 2398711"/>
              <a:gd name="connsiteX88639" fmla="*/ 838593 w 2119654"/>
              <a:gd name="connsiteY88639" fmla="*/ 387138 h 2398711"/>
              <a:gd name="connsiteX88640" fmla="*/ 838530 w 2119654"/>
              <a:gd name="connsiteY88640" fmla="*/ 387288 h 2398711"/>
              <a:gd name="connsiteX88641" fmla="*/ 839671 w 2119654"/>
              <a:gd name="connsiteY88641" fmla="*/ 389255 h 2398711"/>
              <a:gd name="connsiteX88642" fmla="*/ 840133 w 2119654"/>
              <a:gd name="connsiteY88642" fmla="*/ 388387 h 2398711"/>
              <a:gd name="connsiteX88643" fmla="*/ 296758 w 2119654"/>
              <a:gd name="connsiteY88643" fmla="*/ 1600398 h 2398711"/>
              <a:gd name="connsiteX88644" fmla="*/ 298154 w 2119654"/>
              <a:gd name="connsiteY88644" fmla="*/ 1602007 h 2398711"/>
              <a:gd name="connsiteX88645" fmla="*/ 299241 w 2119654"/>
              <a:gd name="connsiteY88645" fmla="*/ 1602279 h 2398711"/>
              <a:gd name="connsiteX88646" fmla="*/ 298094 w 2119654"/>
              <a:gd name="connsiteY88646" fmla="*/ 1600810 h 2398711"/>
              <a:gd name="connsiteX88647" fmla="*/ 839554 w 2119654"/>
              <a:gd name="connsiteY88647" fmla="*/ 384841 h 2398711"/>
              <a:gd name="connsiteX88648" fmla="*/ 838742 w 2119654"/>
              <a:gd name="connsiteY88648" fmla="*/ 386781 h 2398711"/>
              <a:gd name="connsiteX88649" fmla="*/ 840311 w 2119654"/>
              <a:gd name="connsiteY88649" fmla="*/ 388053 h 2398711"/>
              <a:gd name="connsiteX88650" fmla="*/ 840659 w 2119654"/>
              <a:gd name="connsiteY88650" fmla="*/ 387401 h 2398711"/>
              <a:gd name="connsiteX88651" fmla="*/ 327386 w 2119654"/>
              <a:gd name="connsiteY88651" fmla="*/ 1531644 h 2398711"/>
              <a:gd name="connsiteX88652" fmla="*/ 327988 w 2119654"/>
              <a:gd name="connsiteY88652" fmla="*/ 1532023 h 2398711"/>
              <a:gd name="connsiteX88653" fmla="*/ 329253 w 2119654"/>
              <a:gd name="connsiteY88653" fmla="*/ 1530903 h 2398711"/>
              <a:gd name="connsiteX88654" fmla="*/ 328078 w 2119654"/>
              <a:gd name="connsiteY88654" fmla="*/ 1530329 h 2398711"/>
              <a:gd name="connsiteX88655" fmla="*/ 818597 w 2119654"/>
              <a:gd name="connsiteY88655" fmla="*/ 431662 h 2398711"/>
              <a:gd name="connsiteX88656" fmla="*/ 818483 w 2119654"/>
              <a:gd name="connsiteY88656" fmla="*/ 432985 h 2398711"/>
              <a:gd name="connsiteX88657" fmla="*/ 818606 w 2119654"/>
              <a:gd name="connsiteY88657" fmla="*/ 433125 h 2398711"/>
              <a:gd name="connsiteX88658" fmla="*/ 819076 w 2119654"/>
              <a:gd name="connsiteY88658" fmla="*/ 432005 h 2398711"/>
              <a:gd name="connsiteX88659" fmla="*/ 320336 w 2119654"/>
              <a:gd name="connsiteY88659" fmla="*/ 1547355 h 2398711"/>
              <a:gd name="connsiteX88660" fmla="*/ 320599 w 2119654"/>
              <a:gd name="connsiteY88660" fmla="*/ 1547713 h 2398711"/>
              <a:gd name="connsiteX88661" fmla="*/ 320666 w 2119654"/>
              <a:gd name="connsiteY88661" fmla="*/ 1547653 h 2398711"/>
              <a:gd name="connsiteX88662" fmla="*/ 320535 w 2119654"/>
              <a:gd name="connsiteY88662" fmla="*/ 1547536 h 2398711"/>
              <a:gd name="connsiteX88663" fmla="*/ 320509 w 2119654"/>
              <a:gd name="connsiteY88663" fmla="*/ 1547390 h 2398711"/>
              <a:gd name="connsiteX88664" fmla="*/ 840916 w 2119654"/>
              <a:gd name="connsiteY88664" fmla="*/ 381591 h 2398711"/>
              <a:gd name="connsiteX88665" fmla="*/ 839748 w 2119654"/>
              <a:gd name="connsiteY88665" fmla="*/ 384380 h 2398711"/>
              <a:gd name="connsiteX88666" fmla="*/ 840876 w 2119654"/>
              <a:gd name="connsiteY88666" fmla="*/ 386994 h 2398711"/>
              <a:gd name="connsiteX88667" fmla="*/ 842829 w 2119654"/>
              <a:gd name="connsiteY88667" fmla="*/ 383333 h 2398711"/>
              <a:gd name="connsiteX88668" fmla="*/ 791356 w 2119654"/>
              <a:gd name="connsiteY88668" fmla="*/ 492547 h 2398711"/>
              <a:gd name="connsiteX88669" fmla="*/ 791235 w 2119654"/>
              <a:gd name="connsiteY88669" fmla="*/ 493385 h 2398711"/>
              <a:gd name="connsiteX88670" fmla="*/ 791723 w 2119654"/>
              <a:gd name="connsiteY88670" fmla="*/ 493741 h 2398711"/>
              <a:gd name="connsiteX88671" fmla="*/ 791776 w 2119654"/>
              <a:gd name="connsiteY88671" fmla="*/ 492969 h 2398711"/>
              <a:gd name="connsiteX88672" fmla="*/ 800809 w 2119654"/>
              <a:gd name="connsiteY88672" fmla="*/ 471224 h 2398711"/>
              <a:gd name="connsiteX88673" fmla="*/ 800930 w 2119654"/>
              <a:gd name="connsiteY88673" fmla="*/ 473592 h 2398711"/>
              <a:gd name="connsiteX88674" fmla="*/ 801338 w 2119654"/>
              <a:gd name="connsiteY88674" fmla="*/ 473902 h 2398711"/>
              <a:gd name="connsiteX88675" fmla="*/ 842172 w 2119654"/>
              <a:gd name="connsiteY88675" fmla="*/ 378591 h 2398711"/>
              <a:gd name="connsiteX88676" fmla="*/ 841301 w 2119654"/>
              <a:gd name="connsiteY88676" fmla="*/ 380672 h 2398711"/>
              <a:gd name="connsiteX88677" fmla="*/ 843284 w 2119654"/>
              <a:gd name="connsiteY88677" fmla="*/ 382479 h 2398711"/>
              <a:gd name="connsiteX88678" fmla="*/ 844101 w 2119654"/>
              <a:gd name="connsiteY88678" fmla="*/ 380948 h 2398711"/>
              <a:gd name="connsiteX88679" fmla="*/ 844190 w 2119654"/>
              <a:gd name="connsiteY88679" fmla="*/ 380908 h 2398711"/>
              <a:gd name="connsiteX88680" fmla="*/ 772416 w 2119654"/>
              <a:gd name="connsiteY88680" fmla="*/ 534750 h 2398711"/>
              <a:gd name="connsiteX88681" fmla="*/ 774861 w 2119654"/>
              <a:gd name="connsiteY88681" fmla="*/ 538016 h 2398711"/>
              <a:gd name="connsiteX88682" fmla="*/ 775745 w 2119654"/>
              <a:gd name="connsiteY88682" fmla="*/ 538582 h 2398711"/>
              <a:gd name="connsiteX88683" fmla="*/ 773441 w 2119654"/>
              <a:gd name="connsiteY88683" fmla="*/ 535504 h 2398711"/>
              <a:gd name="connsiteX88684" fmla="*/ 822203 w 2119654"/>
              <a:gd name="connsiteY88684" fmla="*/ 423167 h 2398711"/>
              <a:gd name="connsiteX88685" fmla="*/ 822696 w 2119654"/>
              <a:gd name="connsiteY88685" fmla="*/ 423363 h 2398711"/>
              <a:gd name="connsiteX88686" fmla="*/ 822808 w 2119654"/>
              <a:gd name="connsiteY88686" fmla="*/ 423096 h 2398711"/>
              <a:gd name="connsiteX88687" fmla="*/ 822520 w 2119654"/>
              <a:gd name="connsiteY88687" fmla="*/ 422553 h 2398711"/>
              <a:gd name="connsiteX88688" fmla="*/ 791491 w 2119654"/>
              <a:gd name="connsiteY88688" fmla="*/ 491612 h 2398711"/>
              <a:gd name="connsiteX88689" fmla="*/ 791410 w 2119654"/>
              <a:gd name="connsiteY88689" fmla="*/ 492173 h 2398711"/>
              <a:gd name="connsiteX88690" fmla="*/ 791804 w 2119654"/>
              <a:gd name="connsiteY88690" fmla="*/ 492569 h 2398711"/>
              <a:gd name="connsiteX88691" fmla="*/ 791851 w 2119654"/>
              <a:gd name="connsiteY88691" fmla="*/ 491888 h 2398711"/>
              <a:gd name="connsiteX88692" fmla="*/ 290117 w 2119654"/>
              <a:gd name="connsiteY88692" fmla="*/ 1614271 h 2398711"/>
              <a:gd name="connsiteX88693" fmla="*/ 289876 w 2119654"/>
              <a:gd name="connsiteY88693" fmla="*/ 1615332 h 2398711"/>
              <a:gd name="connsiteX88694" fmla="*/ 290026 w 2119654"/>
              <a:gd name="connsiteY88694" fmla="*/ 1615460 h 2398711"/>
              <a:gd name="connsiteX88695" fmla="*/ 295145 w 2119654"/>
              <a:gd name="connsiteY88695" fmla="*/ 1617503 h 2398711"/>
              <a:gd name="connsiteX88696" fmla="*/ 792465 w 2119654"/>
              <a:gd name="connsiteY88696" fmla="*/ 489400 h 2398711"/>
              <a:gd name="connsiteX88697" fmla="*/ 792414 w 2119654"/>
              <a:gd name="connsiteY88697" fmla="*/ 490110 h 2398711"/>
              <a:gd name="connsiteX88698" fmla="*/ 793613 w 2119654"/>
              <a:gd name="connsiteY88698" fmla="*/ 491032 h 2398711"/>
              <a:gd name="connsiteX88699" fmla="*/ 793403 w 2119654"/>
              <a:gd name="connsiteY88699" fmla="*/ 490082 h 2398711"/>
              <a:gd name="connsiteX88700" fmla="*/ 322566 w 2119654"/>
              <a:gd name="connsiteY88700" fmla="*/ 1541405 h 2398711"/>
              <a:gd name="connsiteX88701" fmla="*/ 323760 w 2119654"/>
              <a:gd name="connsiteY88701" fmla="*/ 1542968 h 2398711"/>
              <a:gd name="connsiteX88702" fmla="*/ 323896 w 2119654"/>
              <a:gd name="connsiteY88702" fmla="*/ 1543030 h 2398711"/>
              <a:gd name="connsiteX88703" fmla="*/ 322916 w 2119654"/>
              <a:gd name="connsiteY88703" fmla="*/ 1541587 h 2398711"/>
              <a:gd name="connsiteX88704" fmla="*/ 811613 w 2119654"/>
              <a:gd name="connsiteY88704" fmla="*/ 446276 h 2398711"/>
              <a:gd name="connsiteX88705" fmla="*/ 811692 w 2119654"/>
              <a:gd name="connsiteY88705" fmla="*/ 447805 h 2398711"/>
              <a:gd name="connsiteX88706" fmla="*/ 812237 w 2119654"/>
              <a:gd name="connsiteY88706" fmla="*/ 448333 h 2398711"/>
              <a:gd name="connsiteX88707" fmla="*/ 812669 w 2119654"/>
              <a:gd name="connsiteY88707" fmla="*/ 447299 h 2398711"/>
              <a:gd name="connsiteX88708" fmla="*/ 847777 w 2119654"/>
              <a:gd name="connsiteY88708" fmla="*/ 365212 h 2398711"/>
              <a:gd name="connsiteX88709" fmla="*/ 844803 w 2119654"/>
              <a:gd name="connsiteY88709" fmla="*/ 372312 h 2398711"/>
              <a:gd name="connsiteX88710" fmla="*/ 845378 w 2119654"/>
              <a:gd name="connsiteY88710" fmla="*/ 373642 h 2398711"/>
              <a:gd name="connsiteX88711" fmla="*/ 845597 w 2119654"/>
              <a:gd name="connsiteY88711" fmla="*/ 374216 h 2398711"/>
              <a:gd name="connsiteX88712" fmla="*/ 853357 w 2119654"/>
              <a:gd name="connsiteY88712" fmla="*/ 383130 h 2398711"/>
              <a:gd name="connsiteX88713" fmla="*/ 855936 w 2119654"/>
              <a:gd name="connsiteY88713" fmla="*/ 378105 h 2398711"/>
              <a:gd name="connsiteX88714" fmla="*/ 856629 w 2119654"/>
              <a:gd name="connsiteY88714" fmla="*/ 376799 h 2398711"/>
              <a:gd name="connsiteX88715" fmla="*/ 856695 w 2119654"/>
              <a:gd name="connsiteY88715" fmla="*/ 376259 h 2398711"/>
              <a:gd name="connsiteX88716" fmla="*/ 856953 w 2119654"/>
              <a:gd name="connsiteY88716" fmla="*/ 374371 h 2398711"/>
              <a:gd name="connsiteX88717" fmla="*/ 856110 w 2119654"/>
              <a:gd name="connsiteY88717" fmla="*/ 373384 h 2398711"/>
              <a:gd name="connsiteX88718" fmla="*/ 856367 w 2119654"/>
              <a:gd name="connsiteY88718" fmla="*/ 373435 h 2398711"/>
              <a:gd name="connsiteX88719" fmla="*/ 856982 w 2119654"/>
              <a:gd name="connsiteY88719" fmla="*/ 374155 h 2398711"/>
              <a:gd name="connsiteX88720" fmla="*/ 857662 w 2119654"/>
              <a:gd name="connsiteY88720" fmla="*/ 369175 h 2398711"/>
              <a:gd name="connsiteX88721" fmla="*/ 857958 w 2119654"/>
              <a:gd name="connsiteY88721" fmla="*/ 365684 h 2398711"/>
              <a:gd name="connsiteX88722" fmla="*/ 859220 w 2119654"/>
              <a:gd name="connsiteY88722" fmla="*/ 357760 h 2398711"/>
              <a:gd name="connsiteX88723" fmla="*/ 859522 w 2119654"/>
              <a:gd name="connsiteY88723" fmla="*/ 355550 h 2398711"/>
              <a:gd name="connsiteX88724" fmla="*/ 857424 w 2119654"/>
              <a:gd name="connsiteY88724" fmla="*/ 352214 h 2398711"/>
              <a:gd name="connsiteX88725" fmla="*/ 852672 w 2119654"/>
              <a:gd name="connsiteY88725" fmla="*/ 358525 h 2398711"/>
              <a:gd name="connsiteX88726" fmla="*/ 819842 w 2119654"/>
              <a:gd name="connsiteY88726" fmla="*/ 427742 h 2398711"/>
              <a:gd name="connsiteX88727" fmla="*/ 820510 w 2119654"/>
              <a:gd name="connsiteY88727" fmla="*/ 428579 h 2398711"/>
              <a:gd name="connsiteX88728" fmla="*/ 822407 w 2119654"/>
              <a:gd name="connsiteY88728" fmla="*/ 424052 h 2398711"/>
              <a:gd name="connsiteX88729" fmla="*/ 821859 w 2119654"/>
              <a:gd name="connsiteY88729" fmla="*/ 423834 h 2398711"/>
              <a:gd name="connsiteX88730" fmla="*/ 865256 w 2119654"/>
              <a:gd name="connsiteY88730" fmla="*/ 325873 h 2398711"/>
              <a:gd name="connsiteX88731" fmla="*/ 864412 w 2119654"/>
              <a:gd name="connsiteY88731" fmla="*/ 331169 h 2398711"/>
              <a:gd name="connsiteX88732" fmla="*/ 868052 w 2119654"/>
              <a:gd name="connsiteY88732" fmla="*/ 337483 h 2398711"/>
              <a:gd name="connsiteX88733" fmla="*/ 869774 w 2119654"/>
              <a:gd name="connsiteY88733" fmla="*/ 335197 h 2398711"/>
              <a:gd name="connsiteX88734" fmla="*/ 319974 w 2119654"/>
              <a:gd name="connsiteY88734" fmla="*/ 1546861 h 2398711"/>
              <a:gd name="connsiteX88735" fmla="*/ 319982 w 2119654"/>
              <a:gd name="connsiteY88735" fmla="*/ 1546872 h 2398711"/>
              <a:gd name="connsiteX88736" fmla="*/ 320047 w 2119654"/>
              <a:gd name="connsiteY88736" fmla="*/ 1546882 h 2398711"/>
              <a:gd name="connsiteX88737" fmla="*/ 818750 w 2119654"/>
              <a:gd name="connsiteY88737" fmla="*/ 429856 h 2398711"/>
              <a:gd name="connsiteX88738" fmla="*/ 818627 w 2119654"/>
              <a:gd name="connsiteY88738" fmla="*/ 431312 h 2398711"/>
              <a:gd name="connsiteX88739" fmla="*/ 819194 w 2119654"/>
              <a:gd name="connsiteY88739" fmla="*/ 431720 h 2398711"/>
              <a:gd name="connsiteX88740" fmla="*/ 820014 w 2119654"/>
              <a:gd name="connsiteY88740" fmla="*/ 429765 h 2398711"/>
              <a:gd name="connsiteX88741" fmla="*/ 819722 w 2119654"/>
              <a:gd name="connsiteY88741" fmla="*/ 429338 h 2398711"/>
              <a:gd name="connsiteX88742" fmla="*/ 819226 w 2119654"/>
              <a:gd name="connsiteY88742" fmla="*/ 428935 h 2398711"/>
              <a:gd name="connsiteX88743" fmla="*/ 290685 w 2119654"/>
              <a:gd name="connsiteY88743" fmla="*/ 1611773 h 2398711"/>
              <a:gd name="connsiteX88744" fmla="*/ 290210 w 2119654"/>
              <a:gd name="connsiteY88744" fmla="*/ 1613863 h 2398711"/>
              <a:gd name="connsiteX88745" fmla="*/ 297072 w 2119654"/>
              <a:gd name="connsiteY88745" fmla="*/ 1618272 h 2398711"/>
              <a:gd name="connsiteX88746" fmla="*/ 300185 w 2119654"/>
              <a:gd name="connsiteY88746" fmla="*/ 1619514 h 2398711"/>
              <a:gd name="connsiteX88747" fmla="*/ 302803 w 2119654"/>
              <a:gd name="connsiteY88747" fmla="*/ 1620440 h 2398711"/>
              <a:gd name="connsiteX88748" fmla="*/ 298490 w 2119654"/>
              <a:gd name="connsiteY88748" fmla="*/ 1617067 h 2398711"/>
              <a:gd name="connsiteX88749" fmla="*/ 297912 w 2119654"/>
              <a:gd name="connsiteY88749" fmla="*/ 1616602 h 2398711"/>
              <a:gd name="connsiteX88750" fmla="*/ 291160 w 2119654"/>
              <a:gd name="connsiteY88750" fmla="*/ 1611944 h 2398711"/>
              <a:gd name="connsiteX88751" fmla="*/ 278417 w 2119654"/>
              <a:gd name="connsiteY88751" fmla="*/ 1639178 h 2398711"/>
              <a:gd name="connsiteX88752" fmla="*/ 279326 w 2119654"/>
              <a:gd name="connsiteY88752" fmla="*/ 1640554 h 2398711"/>
              <a:gd name="connsiteX88753" fmla="*/ 279906 w 2119654"/>
              <a:gd name="connsiteY88753" fmla="*/ 1640754 h 2398711"/>
              <a:gd name="connsiteX88754" fmla="*/ 321094 w 2119654"/>
              <a:gd name="connsiteY88754" fmla="*/ 1543596 h 2398711"/>
              <a:gd name="connsiteX88755" fmla="*/ 322026 w 2119654"/>
              <a:gd name="connsiteY88755" fmla="*/ 1544770 h 2398711"/>
              <a:gd name="connsiteX88756" fmla="*/ 322796 w 2119654"/>
              <a:gd name="connsiteY88756" fmla="*/ 1545041 h 2398711"/>
              <a:gd name="connsiteX88757" fmla="*/ 321734 w 2119654"/>
              <a:gd name="connsiteY88757" fmla="*/ 1543593 h 2398711"/>
              <a:gd name="connsiteX88758" fmla="*/ 321310 w 2119654"/>
              <a:gd name="connsiteY88758" fmla="*/ 1543185 h 2398711"/>
              <a:gd name="connsiteX88759" fmla="*/ 772087 w 2119654"/>
              <a:gd name="connsiteY88759" fmla="*/ 533696 h 2398711"/>
              <a:gd name="connsiteX88760" fmla="*/ 772034 w 2119654"/>
              <a:gd name="connsiteY88760" fmla="*/ 534113 h 2398711"/>
              <a:gd name="connsiteX88761" fmla="*/ 772734 w 2119654"/>
              <a:gd name="connsiteY88761" fmla="*/ 534613 h 2398711"/>
              <a:gd name="connsiteX88762" fmla="*/ 772823 w 2119654"/>
              <a:gd name="connsiteY88762" fmla="*/ 534679 h 2398711"/>
              <a:gd name="connsiteX88763" fmla="*/ 816421 w 2119654"/>
              <a:gd name="connsiteY88763" fmla="*/ 434371 h 2398711"/>
              <a:gd name="connsiteX88764" fmla="*/ 817055 w 2119654"/>
              <a:gd name="connsiteY88764" fmla="*/ 434818 h 2398711"/>
              <a:gd name="connsiteX88765" fmla="*/ 817166 w 2119654"/>
              <a:gd name="connsiteY88765" fmla="*/ 433526 h 2398711"/>
              <a:gd name="connsiteX88766" fmla="*/ 816909 w 2119654"/>
              <a:gd name="connsiteY88766" fmla="*/ 433424 h 2398711"/>
              <a:gd name="connsiteX88767" fmla="*/ 854902 w 2119654"/>
              <a:gd name="connsiteY88767" fmla="*/ 348203 h 2398711"/>
              <a:gd name="connsiteX88768" fmla="*/ 848536 w 2119654"/>
              <a:gd name="connsiteY88768" fmla="*/ 363401 h 2398711"/>
              <a:gd name="connsiteX88769" fmla="*/ 857212 w 2119654"/>
              <a:gd name="connsiteY88769" fmla="*/ 351878 h 2398711"/>
              <a:gd name="connsiteX88770" fmla="*/ 821519 w 2119654"/>
              <a:gd name="connsiteY88770" fmla="*/ 422895 h 2398711"/>
              <a:gd name="connsiteX88771" fmla="*/ 821865 w 2119654"/>
              <a:gd name="connsiteY88771" fmla="*/ 423032 h 2398711"/>
              <a:gd name="connsiteX88772" fmla="*/ 822310 w 2119654"/>
              <a:gd name="connsiteY88772" fmla="*/ 422154 h 2398711"/>
              <a:gd name="connsiteX88773" fmla="*/ 822206 w 2119654"/>
              <a:gd name="connsiteY88773" fmla="*/ 421958 h 2398711"/>
              <a:gd name="connsiteX88774" fmla="*/ 792592 w 2119654"/>
              <a:gd name="connsiteY88774" fmla="*/ 487617 h 2398711"/>
              <a:gd name="connsiteX88775" fmla="*/ 792527 w 2119654"/>
              <a:gd name="connsiteY88775" fmla="*/ 488523 h 2398711"/>
              <a:gd name="connsiteX88776" fmla="*/ 793164 w 2119654"/>
              <a:gd name="connsiteY88776" fmla="*/ 488985 h 2398711"/>
              <a:gd name="connsiteX88777" fmla="*/ 792899 w 2119654"/>
              <a:gd name="connsiteY88777" fmla="*/ 487782 h 2398711"/>
              <a:gd name="connsiteX88778" fmla="*/ 856813 w 2119654"/>
              <a:gd name="connsiteY88778" fmla="*/ 343642 h 2398711"/>
              <a:gd name="connsiteX88779" fmla="*/ 855558 w 2119654"/>
              <a:gd name="connsiteY88779" fmla="*/ 346636 h 2398711"/>
              <a:gd name="connsiteX88780" fmla="*/ 857386 w 2119654"/>
              <a:gd name="connsiteY88780" fmla="*/ 349351 h 2398711"/>
              <a:gd name="connsiteX88781" fmla="*/ 858458 w 2119654"/>
              <a:gd name="connsiteY88781" fmla="*/ 350224 h 2398711"/>
              <a:gd name="connsiteX88782" fmla="*/ 860947 w 2119654"/>
              <a:gd name="connsiteY88782" fmla="*/ 346917 h 2398711"/>
              <a:gd name="connsiteX88783" fmla="*/ 860983 w 2119654"/>
              <a:gd name="connsiteY88783" fmla="*/ 346693 h 2398711"/>
              <a:gd name="connsiteX88784" fmla="*/ 859016 w 2119654"/>
              <a:gd name="connsiteY88784" fmla="*/ 344915 h 2398711"/>
              <a:gd name="connsiteX88785" fmla="*/ 818855 w 2119654"/>
              <a:gd name="connsiteY88785" fmla="*/ 428634 h 2398711"/>
              <a:gd name="connsiteX88786" fmla="*/ 818818 w 2119654"/>
              <a:gd name="connsiteY88786" fmla="*/ 429064 h 2398711"/>
              <a:gd name="connsiteX88787" fmla="*/ 818983 w 2119654"/>
              <a:gd name="connsiteY88787" fmla="*/ 428738 h 2398711"/>
              <a:gd name="connsiteX88788" fmla="*/ 857030 w 2119654"/>
              <a:gd name="connsiteY88788" fmla="*/ 343122 h 2398711"/>
              <a:gd name="connsiteX88789" fmla="*/ 856958 w 2119654"/>
              <a:gd name="connsiteY88789" fmla="*/ 343295 h 2398711"/>
              <a:gd name="connsiteX88790" fmla="*/ 857694 w 2119654"/>
              <a:gd name="connsiteY88790" fmla="*/ 343721 h 2398711"/>
              <a:gd name="connsiteX88791" fmla="*/ 791873 w 2119654"/>
              <a:gd name="connsiteY88791" fmla="*/ 488971 h 2398711"/>
              <a:gd name="connsiteX88792" fmla="*/ 791778 w 2119654"/>
              <a:gd name="connsiteY88792" fmla="*/ 489623 h 2398711"/>
              <a:gd name="connsiteX88793" fmla="*/ 791995 w 2119654"/>
              <a:gd name="connsiteY88793" fmla="*/ 489789 h 2398711"/>
              <a:gd name="connsiteX88794" fmla="*/ 792043 w 2119654"/>
              <a:gd name="connsiteY88794" fmla="*/ 489095 h 2398711"/>
              <a:gd name="connsiteX88795" fmla="*/ 319426 w 2119654"/>
              <a:gd name="connsiteY88795" fmla="*/ 1546763 h 2398711"/>
              <a:gd name="connsiteX88796" fmla="*/ 319597 w 2119654"/>
              <a:gd name="connsiteY88796" fmla="*/ 1546798 h 2398711"/>
              <a:gd name="connsiteX88797" fmla="*/ 319553 w 2119654"/>
              <a:gd name="connsiteY88797" fmla="*/ 1546737 h 2398711"/>
              <a:gd name="connsiteX88798" fmla="*/ 319455 w 2119654"/>
              <a:gd name="connsiteY88798" fmla="*/ 1546708 h 2398711"/>
              <a:gd name="connsiteX88799" fmla="*/ 859183 w 2119654"/>
              <a:gd name="connsiteY88799" fmla="*/ 337982 h 2398711"/>
              <a:gd name="connsiteX88800" fmla="*/ 857722 w 2119654"/>
              <a:gd name="connsiteY88800" fmla="*/ 341471 h 2398711"/>
              <a:gd name="connsiteX88801" fmla="*/ 861363 w 2119654"/>
              <a:gd name="connsiteY88801" fmla="*/ 344306 h 2398711"/>
              <a:gd name="connsiteX88802" fmla="*/ 861927 w 2119654"/>
              <a:gd name="connsiteY88802" fmla="*/ 340766 h 2398711"/>
              <a:gd name="connsiteX88803" fmla="*/ 818898 w 2119654"/>
              <a:gd name="connsiteY88803" fmla="*/ 428135 h 2398711"/>
              <a:gd name="connsiteX88804" fmla="*/ 818883 w 2119654"/>
              <a:gd name="connsiteY88804" fmla="*/ 428301 h 2398711"/>
              <a:gd name="connsiteX88805" fmla="*/ 819110 w 2119654"/>
              <a:gd name="connsiteY88805" fmla="*/ 428485 h 2398711"/>
              <a:gd name="connsiteX88806" fmla="*/ 819122 w 2119654"/>
              <a:gd name="connsiteY88806" fmla="*/ 428463 h 2398711"/>
              <a:gd name="connsiteX88807" fmla="*/ 317503 w 2119654"/>
              <a:gd name="connsiteY88807" fmla="*/ 1550416 h 2398711"/>
              <a:gd name="connsiteX88808" fmla="*/ 322997 w 2119654"/>
              <a:gd name="connsiteY88808" fmla="*/ 1551434 h 2398711"/>
              <a:gd name="connsiteX88809" fmla="*/ 320487 w 2119654"/>
              <a:gd name="connsiteY88809" fmla="*/ 1548011 h 2398711"/>
              <a:gd name="connsiteX88810" fmla="*/ 319005 w 2119654"/>
              <a:gd name="connsiteY88810" fmla="*/ 1549329 h 2398711"/>
              <a:gd name="connsiteX88811" fmla="*/ 319023 w 2119654"/>
              <a:gd name="connsiteY88811" fmla="*/ 1549113 h 2398711"/>
              <a:gd name="connsiteX88812" fmla="*/ 320399 w 2119654"/>
              <a:gd name="connsiteY88812" fmla="*/ 1547891 h 2398711"/>
              <a:gd name="connsiteX88813" fmla="*/ 319948 w 2119654"/>
              <a:gd name="connsiteY88813" fmla="*/ 1547276 h 2398711"/>
              <a:gd name="connsiteX88814" fmla="*/ 319232 w 2119654"/>
              <a:gd name="connsiteY88814" fmla="*/ 1547131 h 2398711"/>
              <a:gd name="connsiteX88815" fmla="*/ 771746 w 2119654"/>
              <a:gd name="connsiteY88815" fmla="*/ 533240 h 2398711"/>
              <a:gd name="connsiteX88816" fmla="*/ 771660 w 2119654"/>
              <a:gd name="connsiteY88816" fmla="*/ 533740 h 2398711"/>
              <a:gd name="connsiteX88817" fmla="*/ 771832 w 2119654"/>
              <a:gd name="connsiteY88817" fmla="*/ 533969 h 2398711"/>
              <a:gd name="connsiteX88818" fmla="*/ 771899 w 2119654"/>
              <a:gd name="connsiteY88818" fmla="*/ 534018 h 2398711"/>
              <a:gd name="connsiteX88819" fmla="*/ 771962 w 2119654"/>
              <a:gd name="connsiteY88819" fmla="*/ 533528 h 2398711"/>
              <a:gd name="connsiteX88820" fmla="*/ 862870 w 2119654"/>
              <a:gd name="connsiteY88820" fmla="*/ 329182 h 2398711"/>
              <a:gd name="connsiteX88821" fmla="*/ 859403 w 2119654"/>
              <a:gd name="connsiteY88821" fmla="*/ 337458 h 2398711"/>
              <a:gd name="connsiteX88822" fmla="*/ 862030 w 2119654"/>
              <a:gd name="connsiteY88822" fmla="*/ 340124 h 2398711"/>
              <a:gd name="connsiteX88823" fmla="*/ 863572 w 2119654"/>
              <a:gd name="connsiteY88823" fmla="*/ 330438 h 2398711"/>
              <a:gd name="connsiteX88824" fmla="*/ 812278 w 2119654"/>
              <a:gd name="connsiteY88824" fmla="*/ 442399 h 2398711"/>
              <a:gd name="connsiteX88825" fmla="*/ 813993 w 2119654"/>
              <a:gd name="connsiteY88825" fmla="*/ 444140 h 2398711"/>
              <a:gd name="connsiteX88826" fmla="*/ 816840 w 2119654"/>
              <a:gd name="connsiteY88826" fmla="*/ 437342 h 2398711"/>
              <a:gd name="connsiteX88827" fmla="*/ 817031 w 2119654"/>
              <a:gd name="connsiteY88827" fmla="*/ 435108 h 2398711"/>
              <a:gd name="connsiteX88828" fmla="*/ 816305 w 2119654"/>
              <a:gd name="connsiteY88828" fmla="*/ 434596 h 2398711"/>
              <a:gd name="connsiteX88829" fmla="*/ 864312 w 2119654"/>
              <a:gd name="connsiteY88829" fmla="*/ 325792 h 2398711"/>
              <a:gd name="connsiteX88830" fmla="*/ 863690 w 2119654"/>
              <a:gd name="connsiteY88830" fmla="*/ 327224 h 2398711"/>
              <a:gd name="connsiteX88831" fmla="*/ 863037 w 2119654"/>
              <a:gd name="connsiteY88831" fmla="*/ 328783 h 2398711"/>
              <a:gd name="connsiteX88832" fmla="*/ 863663 w 2119654"/>
              <a:gd name="connsiteY88832" fmla="*/ 329870 h 2398711"/>
              <a:gd name="connsiteX88833" fmla="*/ 824989 w 2119654"/>
              <a:gd name="connsiteY88833" fmla="*/ 413810 h 2398711"/>
              <a:gd name="connsiteX88834" fmla="*/ 825644 w 2119654"/>
              <a:gd name="connsiteY88834" fmla="*/ 414966 h 2398711"/>
              <a:gd name="connsiteX88835" fmla="*/ 825885 w 2119654"/>
              <a:gd name="connsiteY88835" fmla="*/ 415106 h 2398711"/>
              <a:gd name="connsiteX88836" fmla="*/ 826034 w 2119654"/>
              <a:gd name="connsiteY88836" fmla="*/ 414827 h 2398711"/>
              <a:gd name="connsiteX88837" fmla="*/ 792106 w 2119654"/>
              <a:gd name="connsiteY88837" fmla="*/ 487357 h 2398711"/>
              <a:gd name="connsiteX88838" fmla="*/ 791992 w 2119654"/>
              <a:gd name="connsiteY88838" fmla="*/ 488138 h 2398711"/>
              <a:gd name="connsiteX88839" fmla="*/ 792104 w 2119654"/>
              <a:gd name="connsiteY88839" fmla="*/ 488217 h 2398711"/>
              <a:gd name="connsiteX88840" fmla="*/ 792160 w 2119654"/>
              <a:gd name="connsiteY88840" fmla="*/ 487387 h 2398711"/>
              <a:gd name="connsiteX88841" fmla="*/ 811493 w 2119654"/>
              <a:gd name="connsiteY88841" fmla="*/ 443919 h 2398711"/>
              <a:gd name="connsiteX88842" fmla="*/ 811518 w 2119654"/>
              <a:gd name="connsiteY88842" fmla="*/ 444421 h 2398711"/>
              <a:gd name="connsiteX88843" fmla="*/ 811633 w 2119654"/>
              <a:gd name="connsiteY88843" fmla="*/ 444533 h 2398711"/>
              <a:gd name="connsiteX88844" fmla="*/ 813514 w 2119654"/>
              <a:gd name="connsiteY88844" fmla="*/ 445284 h 2398711"/>
              <a:gd name="connsiteX88845" fmla="*/ 813680 w 2119654"/>
              <a:gd name="connsiteY88845" fmla="*/ 444887 h 2398711"/>
              <a:gd name="connsiteX88846" fmla="*/ 811966 w 2119654"/>
              <a:gd name="connsiteY88846" fmla="*/ 443002 h 2398711"/>
              <a:gd name="connsiteX88847" fmla="*/ 872425 w 2119654"/>
              <a:gd name="connsiteY88847" fmla="*/ 307135 h 2398711"/>
              <a:gd name="connsiteX88848" fmla="*/ 865822 w 2119654"/>
              <a:gd name="connsiteY88848" fmla="*/ 322320 h 2398711"/>
              <a:gd name="connsiteX88849" fmla="*/ 865289 w 2119654"/>
              <a:gd name="connsiteY88849" fmla="*/ 325669 h 2398711"/>
              <a:gd name="connsiteX88850" fmla="*/ 869855 w 2119654"/>
              <a:gd name="connsiteY88850" fmla="*/ 335089 h 2398711"/>
              <a:gd name="connsiteX88851" fmla="*/ 876963 w 2119654"/>
              <a:gd name="connsiteY88851" fmla="*/ 325649 h 2398711"/>
              <a:gd name="connsiteX88852" fmla="*/ 877542 w 2119654"/>
              <a:gd name="connsiteY88852" fmla="*/ 325496 h 2398711"/>
              <a:gd name="connsiteX88853" fmla="*/ 870036 w 2119654"/>
              <a:gd name="connsiteY88853" fmla="*/ 335465 h 2398711"/>
              <a:gd name="connsiteX88854" fmla="*/ 874102 w 2119654"/>
              <a:gd name="connsiteY88854" fmla="*/ 343853 h 2398711"/>
              <a:gd name="connsiteX88855" fmla="*/ 874303 w 2119654"/>
              <a:gd name="connsiteY88855" fmla="*/ 343474 h 2398711"/>
              <a:gd name="connsiteX88856" fmla="*/ 880280 w 2119654"/>
              <a:gd name="connsiteY88856" fmla="*/ 322440 h 2398711"/>
              <a:gd name="connsiteX88857" fmla="*/ 881990 w 2119654"/>
              <a:gd name="connsiteY88857" fmla="*/ 317225 h 2398711"/>
              <a:gd name="connsiteX88858" fmla="*/ 810264 w 2119654"/>
              <a:gd name="connsiteY88858" fmla="*/ 446300 h 2398711"/>
              <a:gd name="connsiteX88859" fmla="*/ 810526 w 2119654"/>
              <a:gd name="connsiteY88859" fmla="*/ 446677 h 2398711"/>
              <a:gd name="connsiteX88860" fmla="*/ 810822 w 2119654"/>
              <a:gd name="connsiteY88860" fmla="*/ 446963 h 2398711"/>
              <a:gd name="connsiteX88861" fmla="*/ 810743 w 2119654"/>
              <a:gd name="connsiteY88861" fmla="*/ 445434 h 2398711"/>
              <a:gd name="connsiteX88862" fmla="*/ 810721 w 2119654"/>
              <a:gd name="connsiteY88862" fmla="*/ 445412 h 2398711"/>
              <a:gd name="connsiteX88863" fmla="*/ 873625 w 2119654"/>
              <a:gd name="connsiteY88863" fmla="*/ 304373 h 2398711"/>
              <a:gd name="connsiteX88864" fmla="*/ 872749 w 2119654"/>
              <a:gd name="connsiteY88864" fmla="*/ 306390 h 2398711"/>
              <a:gd name="connsiteX88865" fmla="*/ 880931 w 2119654"/>
              <a:gd name="connsiteY88865" fmla="*/ 315023 h 2398711"/>
              <a:gd name="connsiteX88866" fmla="*/ 819057 w 2119654"/>
              <a:gd name="connsiteY88866" fmla="*/ 426258 h 2398711"/>
              <a:gd name="connsiteX88867" fmla="*/ 819019 w 2119654"/>
              <a:gd name="connsiteY88867" fmla="*/ 426711 h 2398711"/>
              <a:gd name="connsiteX88868" fmla="*/ 819624 w 2119654"/>
              <a:gd name="connsiteY88868" fmla="*/ 427469 h 2398711"/>
              <a:gd name="connsiteX88869" fmla="*/ 821527 w 2119654"/>
              <a:gd name="connsiteY88869" fmla="*/ 423702 h 2398711"/>
              <a:gd name="connsiteX88870" fmla="*/ 821064 w 2119654"/>
              <a:gd name="connsiteY88870" fmla="*/ 423518 h 2398711"/>
              <a:gd name="connsiteX88871" fmla="*/ 843978 w 2119654"/>
              <a:gd name="connsiteY88871" fmla="*/ 370401 h 2398711"/>
              <a:gd name="connsiteX88872" fmla="*/ 844437 w 2119654"/>
              <a:gd name="connsiteY88872" fmla="*/ 371463 h 2398711"/>
              <a:gd name="connsiteX88873" fmla="*/ 846090 w 2119654"/>
              <a:gd name="connsiteY88873" fmla="*/ 367517 h 2398711"/>
              <a:gd name="connsiteX88874" fmla="*/ 808801 w 2119654"/>
              <a:gd name="connsiteY88874" fmla="*/ 449131 h 2398711"/>
              <a:gd name="connsiteX88875" fmla="*/ 810786 w 2119654"/>
              <a:gd name="connsiteY88875" fmla="*/ 451797 h 2398711"/>
              <a:gd name="connsiteX88876" fmla="*/ 811038 w 2119654"/>
              <a:gd name="connsiteY88876" fmla="*/ 451194 h 2398711"/>
              <a:gd name="connsiteX88877" fmla="*/ 810892 w 2119654"/>
              <a:gd name="connsiteY88877" fmla="*/ 448349 h 2398711"/>
              <a:gd name="connsiteX88878" fmla="*/ 809767 w 2119654"/>
              <a:gd name="connsiteY88878" fmla="*/ 447260 h 2398711"/>
              <a:gd name="connsiteX88879" fmla="*/ 835438 w 2119654"/>
              <a:gd name="connsiteY88879" fmla="*/ 389454 h 2398711"/>
              <a:gd name="connsiteX88880" fmla="*/ 834812 w 2119654"/>
              <a:gd name="connsiteY88880" fmla="*/ 394437 h 2398711"/>
              <a:gd name="connsiteX88881" fmla="*/ 836414 w 2119654"/>
              <a:gd name="connsiteY88881" fmla="*/ 390613 h 2398711"/>
              <a:gd name="connsiteX88882" fmla="*/ 291878 w 2119654"/>
              <a:gd name="connsiteY88882" fmla="*/ 1606526 h 2398711"/>
              <a:gd name="connsiteX88883" fmla="*/ 291610 w 2119654"/>
              <a:gd name="connsiteY88883" fmla="*/ 1607705 h 2398711"/>
              <a:gd name="connsiteX88884" fmla="*/ 299149 w 2119654"/>
              <a:gd name="connsiteY88884" fmla="*/ 1608719 h 2398711"/>
              <a:gd name="connsiteX88885" fmla="*/ 773717 w 2119654"/>
              <a:gd name="connsiteY88885" fmla="*/ 527253 h 2398711"/>
              <a:gd name="connsiteX88886" fmla="*/ 773670 w 2119654"/>
              <a:gd name="connsiteY88886" fmla="*/ 527367 h 2398711"/>
              <a:gd name="connsiteX88887" fmla="*/ 777186 w 2119654"/>
              <a:gd name="connsiteY88887" fmla="*/ 530015 h 2398711"/>
              <a:gd name="connsiteX88888" fmla="*/ 777664 w 2119654"/>
              <a:gd name="connsiteY88888" fmla="*/ 530153 h 2398711"/>
              <a:gd name="connsiteX88889" fmla="*/ 835517 w 2119654"/>
              <a:gd name="connsiteY88889" fmla="*/ 388830 h 2398711"/>
              <a:gd name="connsiteX88890" fmla="*/ 835507 w 2119654"/>
              <a:gd name="connsiteY88890" fmla="*/ 388908 h 2398711"/>
              <a:gd name="connsiteX88891" fmla="*/ 835683 w 2119654"/>
              <a:gd name="connsiteY88891" fmla="*/ 389118 h 2398711"/>
              <a:gd name="connsiteX88892" fmla="*/ 780410 w 2119654"/>
              <a:gd name="connsiteY88892" fmla="*/ 512219 h 2398711"/>
              <a:gd name="connsiteX88893" fmla="*/ 780653 w 2119654"/>
              <a:gd name="connsiteY88893" fmla="*/ 515329 h 2398711"/>
              <a:gd name="connsiteX88894" fmla="*/ 780842 w 2119654"/>
              <a:gd name="connsiteY88894" fmla="*/ 515509 h 2398711"/>
              <a:gd name="connsiteX88895" fmla="*/ 781950 w 2119654"/>
              <a:gd name="connsiteY88895" fmla="*/ 516104 h 2398711"/>
              <a:gd name="connsiteX88896" fmla="*/ 781774 w 2119654"/>
              <a:gd name="connsiteY88896" fmla="*/ 513417 h 2398711"/>
              <a:gd name="connsiteX88897" fmla="*/ 781617 w 2119654"/>
              <a:gd name="connsiteY88897" fmla="*/ 513173 h 2398711"/>
              <a:gd name="connsiteX88898" fmla="*/ 774924 w 2119654"/>
              <a:gd name="connsiteY88898" fmla="*/ 524323 h 2398711"/>
              <a:gd name="connsiteX88899" fmla="*/ 773874 w 2119654"/>
              <a:gd name="connsiteY88899" fmla="*/ 526872 h 2398711"/>
              <a:gd name="connsiteX88900" fmla="*/ 778776 w 2119654"/>
              <a:gd name="connsiteY88900" fmla="*/ 530473 h 2398711"/>
              <a:gd name="connsiteX88901" fmla="*/ 779055 w 2119654"/>
              <a:gd name="connsiteY88901" fmla="*/ 530554 h 2398711"/>
              <a:gd name="connsiteX88902" fmla="*/ 778832 w 2119654"/>
              <a:gd name="connsiteY88902" fmla="*/ 527690 h 2398711"/>
              <a:gd name="connsiteX88903" fmla="*/ 842990 w 2119654"/>
              <a:gd name="connsiteY88903" fmla="*/ 371751 h 2398711"/>
              <a:gd name="connsiteX88904" fmla="*/ 843451 w 2119654"/>
              <a:gd name="connsiteY88904" fmla="*/ 372167 h 2398711"/>
              <a:gd name="connsiteX88905" fmla="*/ 843187 w 2119654"/>
              <a:gd name="connsiteY88905" fmla="*/ 371482 h 2398711"/>
              <a:gd name="connsiteX88906" fmla="*/ 775836 w 2119654"/>
              <a:gd name="connsiteY88906" fmla="*/ 522105 h 2398711"/>
              <a:gd name="connsiteX88907" fmla="*/ 775019 w 2119654"/>
              <a:gd name="connsiteY88907" fmla="*/ 524089 h 2398711"/>
              <a:gd name="connsiteX88908" fmla="*/ 778805 w 2119654"/>
              <a:gd name="connsiteY88908" fmla="*/ 527351 h 2398711"/>
              <a:gd name="connsiteX88909" fmla="*/ 778549 w 2119654"/>
              <a:gd name="connsiteY88909" fmla="*/ 524071 h 2398711"/>
              <a:gd name="connsiteX88910" fmla="*/ 778509 w 2119654"/>
              <a:gd name="connsiteY88910" fmla="*/ 523986 h 2398711"/>
              <a:gd name="connsiteX88911" fmla="*/ 811415 w 2119654"/>
              <a:gd name="connsiteY88911" fmla="*/ 442398 h 2398711"/>
              <a:gd name="connsiteX88912" fmla="*/ 811476 w 2119654"/>
              <a:gd name="connsiteY88912" fmla="*/ 443592 h 2398711"/>
              <a:gd name="connsiteX88913" fmla="*/ 811842 w 2119654"/>
              <a:gd name="connsiteY88913" fmla="*/ 442867 h 2398711"/>
              <a:gd name="connsiteX88914" fmla="*/ 805615 w 2119654"/>
              <a:gd name="connsiteY88914" fmla="*/ 455306 h 2398711"/>
              <a:gd name="connsiteX88915" fmla="*/ 808573 w 2119654"/>
              <a:gd name="connsiteY88915" fmla="*/ 457097 h 2398711"/>
              <a:gd name="connsiteX88916" fmla="*/ 808643 w 2119654"/>
              <a:gd name="connsiteY88916" fmla="*/ 456911 h 2398711"/>
              <a:gd name="connsiteX88917" fmla="*/ 810381 w 2119654"/>
              <a:gd name="connsiteY88917" fmla="*/ 452763 h 2398711"/>
              <a:gd name="connsiteX88918" fmla="*/ 809700 w 2119654"/>
              <a:gd name="connsiteY88918" fmla="*/ 451498 h 2398711"/>
              <a:gd name="connsiteX88919" fmla="*/ 808458 w 2119654"/>
              <a:gd name="connsiteY88919" fmla="*/ 449795 h 2398711"/>
              <a:gd name="connsiteX88920" fmla="*/ 776652 w 2119654"/>
              <a:gd name="connsiteY88920" fmla="*/ 520122 h 2398711"/>
              <a:gd name="connsiteX88921" fmla="*/ 775986 w 2119654"/>
              <a:gd name="connsiteY88921" fmla="*/ 521741 h 2398711"/>
              <a:gd name="connsiteX88922" fmla="*/ 778136 w 2119654"/>
              <a:gd name="connsiteY88922" fmla="*/ 523211 h 2398711"/>
              <a:gd name="connsiteX88923" fmla="*/ 805204 w 2119654"/>
              <a:gd name="connsiteY88923" fmla="*/ 456101 h 2398711"/>
              <a:gd name="connsiteX88924" fmla="*/ 805795 w 2119654"/>
              <a:gd name="connsiteY88924" fmla="*/ 459089 h 2398711"/>
              <a:gd name="connsiteX88925" fmla="*/ 807183 w 2119654"/>
              <a:gd name="connsiteY88925" fmla="*/ 460829 h 2398711"/>
              <a:gd name="connsiteX88926" fmla="*/ 808321 w 2119654"/>
              <a:gd name="connsiteY88926" fmla="*/ 457776 h 2398711"/>
              <a:gd name="connsiteX88927" fmla="*/ 805338 w 2119654"/>
              <a:gd name="connsiteY88927" fmla="*/ 455843 h 2398711"/>
              <a:gd name="connsiteX88928" fmla="*/ 781511 w 2119654"/>
              <a:gd name="connsiteY88928" fmla="*/ 508799 h 2398711"/>
              <a:gd name="connsiteX88929" fmla="*/ 781207 w 2119654"/>
              <a:gd name="connsiteY88929" fmla="*/ 509496 h 2398711"/>
              <a:gd name="connsiteX88930" fmla="*/ 781572 w 2119654"/>
              <a:gd name="connsiteY88930" fmla="*/ 509984 h 2398711"/>
              <a:gd name="connsiteX88931" fmla="*/ 782509 w 2119654"/>
              <a:gd name="connsiteY88931" fmla="*/ 506519 h 2398711"/>
              <a:gd name="connsiteX88932" fmla="*/ 781736 w 2119654"/>
              <a:gd name="connsiteY88932" fmla="*/ 508286 h 2398711"/>
              <a:gd name="connsiteX88933" fmla="*/ 781874 w 2119654"/>
              <a:gd name="connsiteY88933" fmla="*/ 510385 h 2398711"/>
              <a:gd name="connsiteX88934" fmla="*/ 783043 w 2119654"/>
              <a:gd name="connsiteY88934" fmla="*/ 511942 h 2398711"/>
              <a:gd name="connsiteX88935" fmla="*/ 783672 w 2119654"/>
              <a:gd name="connsiteY88935" fmla="*/ 507584 h 2398711"/>
              <a:gd name="connsiteX88936" fmla="*/ 805167 w 2119654"/>
              <a:gd name="connsiteY88936" fmla="*/ 455731 h 2398711"/>
              <a:gd name="connsiteX88937" fmla="*/ 805153 w 2119654"/>
              <a:gd name="connsiteY88937" fmla="*/ 455838 h 2398711"/>
              <a:gd name="connsiteX88938" fmla="*/ 805191 w 2119654"/>
              <a:gd name="connsiteY88938" fmla="*/ 456033 h 2398711"/>
              <a:gd name="connsiteX88939" fmla="*/ 805300 w 2119654"/>
              <a:gd name="connsiteY88939" fmla="*/ 455818 h 2398711"/>
              <a:gd name="connsiteX88940" fmla="*/ 773316 w 2119654"/>
              <a:gd name="connsiteY88940" fmla="*/ 526959 h 2398711"/>
              <a:gd name="connsiteX88941" fmla="*/ 773444 w 2119654"/>
              <a:gd name="connsiteY88941" fmla="*/ 527129 h 2398711"/>
              <a:gd name="connsiteX88942" fmla="*/ 773468 w 2119654"/>
              <a:gd name="connsiteY88942" fmla="*/ 527070 h 2398711"/>
              <a:gd name="connsiteX88943" fmla="*/ 292726 w 2119654"/>
              <a:gd name="connsiteY88943" fmla="*/ 1602798 h 2398711"/>
              <a:gd name="connsiteX88944" fmla="*/ 292228 w 2119654"/>
              <a:gd name="connsiteY88944" fmla="*/ 1604989 h 2398711"/>
              <a:gd name="connsiteX88945" fmla="*/ 299589 w 2119654"/>
              <a:gd name="connsiteY88945" fmla="*/ 1607276 h 2398711"/>
              <a:gd name="connsiteX88946" fmla="*/ 298278 w 2119654"/>
              <a:gd name="connsiteY88946" fmla="*/ 1605763 h 2398711"/>
              <a:gd name="connsiteX88947" fmla="*/ 295615 w 2119654"/>
              <a:gd name="connsiteY88947" fmla="*/ 1603384 h 2398711"/>
              <a:gd name="connsiteX88948" fmla="*/ 816482 w 2119654"/>
              <a:gd name="connsiteY88948" fmla="*/ 429775 h 2398711"/>
              <a:gd name="connsiteX88949" fmla="*/ 817427 w 2119654"/>
              <a:gd name="connsiteY88949" fmla="*/ 430453 h 2398711"/>
              <a:gd name="connsiteX88950" fmla="*/ 817617 w 2119654"/>
              <a:gd name="connsiteY88950" fmla="*/ 428225 h 2398711"/>
              <a:gd name="connsiteX88951" fmla="*/ 816119 w 2119654"/>
              <a:gd name="connsiteY88951" fmla="*/ 430272 h 2398711"/>
              <a:gd name="connsiteX88952" fmla="*/ 817325 w 2119654"/>
              <a:gd name="connsiteY88952" fmla="*/ 431655 h 2398711"/>
              <a:gd name="connsiteX88953" fmla="*/ 817398 w 2119654"/>
              <a:gd name="connsiteY88953" fmla="*/ 430802 h 2398711"/>
              <a:gd name="connsiteX88954" fmla="*/ 816305 w 2119654"/>
              <a:gd name="connsiteY88954" fmla="*/ 430018 h 2398711"/>
              <a:gd name="connsiteX88955" fmla="*/ 297656 w 2119654"/>
              <a:gd name="connsiteY88955" fmla="*/ 1591169 h 2398711"/>
              <a:gd name="connsiteX88956" fmla="*/ 300061 w 2119654"/>
              <a:gd name="connsiteY88956" fmla="*/ 1594248 h 2398711"/>
              <a:gd name="connsiteX88957" fmla="*/ 307134 w 2119654"/>
              <a:gd name="connsiteY88957" fmla="*/ 1597736 h 2398711"/>
              <a:gd name="connsiteX88958" fmla="*/ 313833 w 2119654"/>
              <a:gd name="connsiteY88958" fmla="*/ 1600090 h 2398711"/>
              <a:gd name="connsiteX88959" fmla="*/ 306824 w 2119654"/>
              <a:gd name="connsiteY88959" fmla="*/ 1593812 h 2398711"/>
              <a:gd name="connsiteX88960" fmla="*/ 293038 w 2119654"/>
              <a:gd name="connsiteY88960" fmla="*/ 1601427 h 2398711"/>
              <a:gd name="connsiteX88961" fmla="*/ 292844 w 2119654"/>
              <a:gd name="connsiteY88961" fmla="*/ 1602276 h 2398711"/>
              <a:gd name="connsiteX88962" fmla="*/ 294823 w 2119654"/>
              <a:gd name="connsiteY88962" fmla="*/ 1602678 h 2398711"/>
              <a:gd name="connsiteX88963" fmla="*/ 293573 w 2119654"/>
              <a:gd name="connsiteY88963" fmla="*/ 1601560 h 2398711"/>
              <a:gd name="connsiteX88964" fmla="*/ 819349 w 2119654"/>
              <a:gd name="connsiteY88964" fmla="*/ 422837 h 2398711"/>
              <a:gd name="connsiteX88965" fmla="*/ 819147 w 2119654"/>
              <a:gd name="connsiteY88965" fmla="*/ 425204 h 2398711"/>
              <a:gd name="connsiteX88966" fmla="*/ 820565 w 2119654"/>
              <a:gd name="connsiteY88966" fmla="*/ 423320 h 2398711"/>
              <a:gd name="connsiteX88967" fmla="*/ 284389 w 2119654"/>
              <a:gd name="connsiteY88967" fmla="*/ 1620336 h 2398711"/>
              <a:gd name="connsiteX88968" fmla="*/ 288062 w 2119654"/>
              <a:gd name="connsiteY88968" fmla="*/ 1621921 h 2398711"/>
              <a:gd name="connsiteX88969" fmla="*/ 288123 w 2119654"/>
              <a:gd name="connsiteY88969" fmla="*/ 1621638 h 2398711"/>
              <a:gd name="connsiteX88970" fmla="*/ 293346 w 2119654"/>
              <a:gd name="connsiteY88970" fmla="*/ 1600070 h 2398711"/>
              <a:gd name="connsiteX88971" fmla="*/ 293273 w 2119654"/>
              <a:gd name="connsiteY88971" fmla="*/ 1600392 h 2398711"/>
              <a:gd name="connsiteX88972" fmla="*/ 293895 w 2119654"/>
              <a:gd name="connsiteY88972" fmla="*/ 1600946 h 2398711"/>
              <a:gd name="connsiteX88973" fmla="*/ 294163 w 2119654"/>
              <a:gd name="connsiteY88973" fmla="*/ 1601013 h 2398711"/>
              <a:gd name="connsiteX88974" fmla="*/ 815016 w 2119654"/>
              <a:gd name="connsiteY88974" fmla="*/ 431778 h 2398711"/>
              <a:gd name="connsiteX88975" fmla="*/ 816800 w 2119654"/>
              <a:gd name="connsiteY88975" fmla="*/ 432490 h 2398711"/>
              <a:gd name="connsiteX88976" fmla="*/ 815547 w 2119654"/>
              <a:gd name="connsiteY88976" fmla="*/ 431052 h 2398711"/>
              <a:gd name="connsiteX88977" fmla="*/ 799390 w 2119654"/>
              <a:gd name="connsiteY88977" fmla="*/ 466760 h 2398711"/>
              <a:gd name="connsiteX88978" fmla="*/ 799386 w 2119654"/>
              <a:gd name="connsiteY88978" fmla="*/ 467520 h 2398711"/>
              <a:gd name="connsiteX88979" fmla="*/ 799429 w 2119654"/>
              <a:gd name="connsiteY88979" fmla="*/ 467435 h 2398711"/>
              <a:gd name="connsiteX88980" fmla="*/ 799385 w 2119654"/>
              <a:gd name="connsiteY88980" fmla="*/ 467527 h 2398711"/>
              <a:gd name="connsiteX88981" fmla="*/ 799356 w 2119654"/>
              <a:gd name="connsiteY88981" fmla="*/ 472394 h 2398711"/>
              <a:gd name="connsiteX88982" fmla="*/ 800289 w 2119654"/>
              <a:gd name="connsiteY88982" fmla="*/ 473104 h 2398711"/>
              <a:gd name="connsiteX88983" fmla="*/ 800029 w 2119654"/>
              <a:gd name="connsiteY88983" fmla="*/ 468024 h 2398711"/>
              <a:gd name="connsiteX88984" fmla="*/ 799580 w 2119654"/>
              <a:gd name="connsiteY88984" fmla="*/ 467135 h 2398711"/>
              <a:gd name="connsiteX88985" fmla="*/ 799429 w 2119654"/>
              <a:gd name="connsiteY88985" fmla="*/ 467435 h 2398711"/>
              <a:gd name="connsiteX88986" fmla="*/ 799574 w 2119654"/>
              <a:gd name="connsiteY88986" fmla="*/ 467124 h 2398711"/>
              <a:gd name="connsiteX88987" fmla="*/ 262542 w 2119654"/>
              <a:gd name="connsiteY88987" fmla="*/ 1668302 h 2398711"/>
              <a:gd name="connsiteX88988" fmla="*/ 267687 w 2119654"/>
              <a:gd name="connsiteY88988" fmla="*/ 1672310 h 2398711"/>
              <a:gd name="connsiteX88989" fmla="*/ 277233 w 2119654"/>
              <a:gd name="connsiteY88989" fmla="*/ 1673745 h 2398711"/>
              <a:gd name="connsiteX88990" fmla="*/ 273951 w 2119654"/>
              <a:gd name="connsiteY88990" fmla="*/ 1672177 h 2398711"/>
              <a:gd name="connsiteX88991" fmla="*/ 273804 w 2119654"/>
              <a:gd name="connsiteY88991" fmla="*/ 1671876 h 2398711"/>
              <a:gd name="connsiteX88992" fmla="*/ 814241 w 2119654"/>
              <a:gd name="connsiteY88992" fmla="*/ 432836 h 2398711"/>
              <a:gd name="connsiteX88993" fmla="*/ 816211 w 2119654"/>
              <a:gd name="connsiteY88993" fmla="*/ 434222 h 2398711"/>
              <a:gd name="connsiteX88994" fmla="*/ 816664 w 2119654"/>
              <a:gd name="connsiteY88994" fmla="*/ 433326 h 2398711"/>
              <a:gd name="connsiteX88995" fmla="*/ 814512 w 2119654"/>
              <a:gd name="connsiteY88995" fmla="*/ 432466 h 2398711"/>
              <a:gd name="connsiteX88996" fmla="*/ 783975 w 2119654"/>
              <a:gd name="connsiteY88996" fmla="*/ 500557 h 2398711"/>
              <a:gd name="connsiteX88997" fmla="*/ 784601 w 2119654"/>
              <a:gd name="connsiteY88997" fmla="*/ 501149 h 2398711"/>
              <a:gd name="connsiteX88998" fmla="*/ 785005 w 2119654"/>
              <a:gd name="connsiteY88998" fmla="*/ 498349 h 2398711"/>
              <a:gd name="connsiteX88999" fmla="*/ 783692 w 2119654"/>
              <a:gd name="connsiteY88999" fmla="*/ 501161 h 2398711"/>
              <a:gd name="connsiteX89000" fmla="*/ 784513 w 2119654"/>
              <a:gd name="connsiteY89000" fmla="*/ 501760 h 2398711"/>
              <a:gd name="connsiteX89001" fmla="*/ 784545 w 2119654"/>
              <a:gd name="connsiteY89001" fmla="*/ 501534 h 2398711"/>
              <a:gd name="connsiteX89002" fmla="*/ 783842 w 2119654"/>
              <a:gd name="connsiteY89002" fmla="*/ 500840 h 2398711"/>
              <a:gd name="connsiteX89003" fmla="*/ 878829 w 2119654"/>
              <a:gd name="connsiteY89003" fmla="*/ 288123 h 2398711"/>
              <a:gd name="connsiteX89004" fmla="*/ 888044 w 2119654"/>
              <a:gd name="connsiteY89004" fmla="*/ 298762 h 2398711"/>
              <a:gd name="connsiteX89005" fmla="*/ 888440 w 2119654"/>
              <a:gd name="connsiteY89005" fmla="*/ 297551 h 2398711"/>
              <a:gd name="connsiteX89006" fmla="*/ 888780 w 2119654"/>
              <a:gd name="connsiteY89006" fmla="*/ 295418 h 2398711"/>
              <a:gd name="connsiteX89007" fmla="*/ 887470 w 2119654"/>
              <a:gd name="connsiteY89007" fmla="*/ 294072 h 2398711"/>
              <a:gd name="connsiteX89008" fmla="*/ 887871 w 2119654"/>
              <a:gd name="connsiteY89008" fmla="*/ 294125 h 2398711"/>
              <a:gd name="connsiteX89009" fmla="*/ 888829 w 2119654"/>
              <a:gd name="connsiteY89009" fmla="*/ 295110 h 2398711"/>
              <a:gd name="connsiteX89010" fmla="*/ 888933 w 2119654"/>
              <a:gd name="connsiteY89010" fmla="*/ 294458 h 2398711"/>
              <a:gd name="connsiteX89011" fmla="*/ 882875 w 2119654"/>
              <a:gd name="connsiteY89011" fmla="*/ 280495 h 2398711"/>
              <a:gd name="connsiteX89012" fmla="*/ 878370 w 2119654"/>
              <a:gd name="connsiteY89012" fmla="*/ 288988 h 2398711"/>
              <a:gd name="connsiteX89013" fmla="*/ 879312 w 2119654"/>
              <a:gd name="connsiteY89013" fmla="*/ 290933 h 2398711"/>
              <a:gd name="connsiteX89014" fmla="*/ 885956 w 2119654"/>
              <a:gd name="connsiteY89014" fmla="*/ 305128 h 2398711"/>
              <a:gd name="connsiteX89015" fmla="*/ 887720 w 2119654"/>
              <a:gd name="connsiteY89015" fmla="*/ 299750 h 2398711"/>
              <a:gd name="connsiteX89016" fmla="*/ 878478 w 2119654"/>
              <a:gd name="connsiteY89016" fmla="*/ 288784 h 2398711"/>
              <a:gd name="connsiteX89017" fmla="*/ 781668 w 2119654"/>
              <a:gd name="connsiteY89017" fmla="*/ 505499 h 2398711"/>
              <a:gd name="connsiteX89018" fmla="*/ 783710 w 2119654"/>
              <a:gd name="connsiteY89018" fmla="*/ 507318 h 2398711"/>
              <a:gd name="connsiteX89019" fmla="*/ 784458 w 2119654"/>
              <a:gd name="connsiteY89019" fmla="*/ 502134 h 2398711"/>
              <a:gd name="connsiteX89020" fmla="*/ 783555 w 2119654"/>
              <a:gd name="connsiteY89020" fmla="*/ 501456 h 2398711"/>
              <a:gd name="connsiteX89021" fmla="*/ 781569 w 2119654"/>
              <a:gd name="connsiteY89021" fmla="*/ 505717 h 2398711"/>
              <a:gd name="connsiteX89022" fmla="*/ 781722 w 2119654"/>
              <a:gd name="connsiteY89022" fmla="*/ 508070 h 2398711"/>
              <a:gd name="connsiteX89023" fmla="*/ 782431 w 2119654"/>
              <a:gd name="connsiteY89023" fmla="*/ 506447 h 2398711"/>
              <a:gd name="connsiteX89024" fmla="*/ 782076 w 2119654"/>
              <a:gd name="connsiteY89024" fmla="*/ 506122 h 2398711"/>
              <a:gd name="connsiteX89025" fmla="*/ 781584 w 2119654"/>
              <a:gd name="connsiteY89025" fmla="*/ 505684 h 2398711"/>
              <a:gd name="connsiteX89026" fmla="*/ 780343 w 2119654"/>
              <a:gd name="connsiteY89026" fmla="*/ 508345 h 2398711"/>
              <a:gd name="connsiteX89027" fmla="*/ 781139 w 2119654"/>
              <a:gd name="connsiteY89027" fmla="*/ 509405 h 2398711"/>
              <a:gd name="connsiteX89028" fmla="*/ 781500 w 2119654"/>
              <a:gd name="connsiteY89028" fmla="*/ 508578 h 2398711"/>
              <a:gd name="connsiteX89029" fmla="*/ 781373 w 2119654"/>
              <a:gd name="connsiteY89029" fmla="*/ 506136 h 2398711"/>
              <a:gd name="connsiteX89030" fmla="*/ 300696 w 2119654"/>
              <a:gd name="connsiteY89030" fmla="*/ 1582340 h 2398711"/>
              <a:gd name="connsiteX89031" fmla="*/ 302330 w 2119654"/>
              <a:gd name="connsiteY89031" fmla="*/ 1583804 h 2398711"/>
              <a:gd name="connsiteX89032" fmla="*/ 306436 w 2119654"/>
              <a:gd name="connsiteY89032" fmla="*/ 1586325 h 2398711"/>
              <a:gd name="connsiteX89033" fmla="*/ 311728 w 2119654"/>
              <a:gd name="connsiteY89033" fmla="*/ 1587736 h 2398711"/>
              <a:gd name="connsiteX89034" fmla="*/ 303375 w 2119654"/>
              <a:gd name="connsiteY89034" fmla="*/ 1577252 h 2398711"/>
              <a:gd name="connsiteX89035" fmla="*/ 898219 w 2119654"/>
              <a:gd name="connsiteY89035" fmla="*/ 244216 h 2398711"/>
              <a:gd name="connsiteX89036" fmla="*/ 892350 w 2119654"/>
              <a:gd name="connsiteY89036" fmla="*/ 281058 h 2398711"/>
              <a:gd name="connsiteX89037" fmla="*/ 891826 w 2119654"/>
              <a:gd name="connsiteY89037" fmla="*/ 287228 h 2398711"/>
              <a:gd name="connsiteX89038" fmla="*/ 902246 w 2119654"/>
              <a:gd name="connsiteY89038" fmla="*/ 255444 h 2398711"/>
              <a:gd name="connsiteX89039" fmla="*/ 900643 w 2119654"/>
              <a:gd name="connsiteY89039" fmla="*/ 249916 h 2398711"/>
              <a:gd name="connsiteX89040" fmla="*/ 799590 w 2119654"/>
              <a:gd name="connsiteY89040" fmla="*/ 465043 h 2398711"/>
              <a:gd name="connsiteX89041" fmla="*/ 799568 w 2119654"/>
              <a:gd name="connsiteY89041" fmla="*/ 465187 h 2398711"/>
              <a:gd name="connsiteX89042" fmla="*/ 799646 w 2119654"/>
              <a:gd name="connsiteY89042" fmla="*/ 465327 h 2398711"/>
              <a:gd name="connsiteX89043" fmla="*/ 838397 w 2119654"/>
              <a:gd name="connsiteY89043" fmla="*/ 378026 h 2398711"/>
              <a:gd name="connsiteX89044" fmla="*/ 840779 w 2119654"/>
              <a:gd name="connsiteY89044" fmla="*/ 380196 h 2398711"/>
              <a:gd name="connsiteX89045" fmla="*/ 841686 w 2119654"/>
              <a:gd name="connsiteY89045" fmla="*/ 378030 h 2398711"/>
              <a:gd name="connsiteX89046" fmla="*/ 839897 w 2119654"/>
              <a:gd name="connsiteY89046" fmla="*/ 375976 h 2398711"/>
              <a:gd name="connsiteX89047" fmla="*/ 774550 w 2119654"/>
              <a:gd name="connsiteY89047" fmla="*/ 520757 h 2398711"/>
              <a:gd name="connsiteX89048" fmla="*/ 775797 w 2119654"/>
              <a:gd name="connsiteY89048" fmla="*/ 521611 h 2398711"/>
              <a:gd name="connsiteX89049" fmla="*/ 776545 w 2119654"/>
              <a:gd name="connsiteY89049" fmla="*/ 519902 h 2398711"/>
              <a:gd name="connsiteX89050" fmla="*/ 775736 w 2119654"/>
              <a:gd name="connsiteY89050" fmla="*/ 518216 h 2398711"/>
              <a:gd name="connsiteX89051" fmla="*/ 773484 w 2119654"/>
              <a:gd name="connsiteY89051" fmla="*/ 523083 h 2398711"/>
              <a:gd name="connsiteX89052" fmla="*/ 772949 w 2119654"/>
              <a:gd name="connsiteY89052" fmla="*/ 526208 h 2398711"/>
              <a:gd name="connsiteX89053" fmla="*/ 773624 w 2119654"/>
              <a:gd name="connsiteY89053" fmla="*/ 526691 h 2398711"/>
              <a:gd name="connsiteX89054" fmla="*/ 774425 w 2119654"/>
              <a:gd name="connsiteY89054" fmla="*/ 524745 h 2398711"/>
              <a:gd name="connsiteX89055" fmla="*/ 774695 w 2119654"/>
              <a:gd name="connsiteY89055" fmla="*/ 524127 h 2398711"/>
              <a:gd name="connsiteX89056" fmla="*/ 773576 w 2119654"/>
              <a:gd name="connsiteY89056" fmla="*/ 522846 h 2398711"/>
              <a:gd name="connsiteX89057" fmla="*/ 774796 w 2119654"/>
              <a:gd name="connsiteY89057" fmla="*/ 523897 h 2398711"/>
              <a:gd name="connsiteX89058" fmla="*/ 775641 w 2119654"/>
              <a:gd name="connsiteY89058" fmla="*/ 521967 h 2398711"/>
              <a:gd name="connsiteX89059" fmla="*/ 774395 w 2119654"/>
              <a:gd name="connsiteY89059" fmla="*/ 521090 h 2398711"/>
              <a:gd name="connsiteX89060" fmla="*/ 294286 w 2119654"/>
              <a:gd name="connsiteY89060" fmla="*/ 1595934 h 2398711"/>
              <a:gd name="connsiteX89061" fmla="*/ 293996 w 2119654"/>
              <a:gd name="connsiteY89061" fmla="*/ 1597211 h 2398711"/>
              <a:gd name="connsiteX89062" fmla="*/ 294315 w 2119654"/>
              <a:gd name="connsiteY89062" fmla="*/ 1597579 h 2398711"/>
              <a:gd name="connsiteX89063" fmla="*/ 295949 w 2119654"/>
              <a:gd name="connsiteY89063" fmla="*/ 1598063 h 2398711"/>
              <a:gd name="connsiteX89064" fmla="*/ 808677 w 2119654"/>
              <a:gd name="connsiteY89064" fmla="*/ 444013 h 2398711"/>
              <a:gd name="connsiteX89065" fmla="*/ 810173 w 2119654"/>
              <a:gd name="connsiteY89065" fmla="*/ 446170 h 2398711"/>
              <a:gd name="connsiteX89066" fmla="*/ 810610 w 2119654"/>
              <a:gd name="connsiteY89066" fmla="*/ 445305 h 2398711"/>
              <a:gd name="connsiteX89067" fmla="*/ 809696 w 2119654"/>
              <a:gd name="connsiteY89067" fmla="*/ 444420 h 2398711"/>
              <a:gd name="connsiteX89068" fmla="*/ 815223 w 2119654"/>
              <a:gd name="connsiteY89068" fmla="*/ 429243 h 2398711"/>
              <a:gd name="connsiteX89069" fmla="*/ 815705 w 2119654"/>
              <a:gd name="connsiteY89069" fmla="*/ 429795 h 2398711"/>
              <a:gd name="connsiteX89070" fmla="*/ 815804 w 2119654"/>
              <a:gd name="connsiteY89070" fmla="*/ 429660 h 2398711"/>
              <a:gd name="connsiteX89071" fmla="*/ 837521 w 2119654"/>
              <a:gd name="connsiteY89071" fmla="*/ 379222 h 2398711"/>
              <a:gd name="connsiteX89072" fmla="*/ 839381 w 2119654"/>
              <a:gd name="connsiteY89072" fmla="*/ 383531 h 2398711"/>
              <a:gd name="connsiteX89073" fmla="*/ 840394 w 2119654"/>
              <a:gd name="connsiteY89073" fmla="*/ 381115 h 2398711"/>
              <a:gd name="connsiteX89074" fmla="*/ 837839 w 2119654"/>
              <a:gd name="connsiteY89074" fmla="*/ 378787 h 2398711"/>
              <a:gd name="connsiteX89075" fmla="*/ 297317 w 2119654"/>
              <a:gd name="connsiteY89075" fmla="*/ 1588783 h 2398711"/>
              <a:gd name="connsiteX89076" fmla="*/ 303057 w 2119654"/>
              <a:gd name="connsiteY89076" fmla="*/ 1590438 h 2398711"/>
              <a:gd name="connsiteX89077" fmla="*/ 298555 w 2119654"/>
              <a:gd name="connsiteY89077" fmla="*/ 1586406 h 2398711"/>
              <a:gd name="connsiteX89078" fmla="*/ 297420 w 2119654"/>
              <a:gd name="connsiteY89078" fmla="*/ 1588564 h 2398711"/>
              <a:gd name="connsiteX89079" fmla="*/ 331113 w 2119654"/>
              <a:gd name="connsiteY89079" fmla="*/ 1513078 h 2398711"/>
              <a:gd name="connsiteX89080" fmla="*/ 331763 w 2119654"/>
              <a:gd name="connsiteY89080" fmla="*/ 1513766 h 2398711"/>
              <a:gd name="connsiteX89081" fmla="*/ 331824 w 2119654"/>
              <a:gd name="connsiteY89081" fmla="*/ 1513826 h 2398711"/>
              <a:gd name="connsiteX89082" fmla="*/ 332182 w 2119654"/>
              <a:gd name="connsiteY89082" fmla="*/ 1513816 h 2398711"/>
              <a:gd name="connsiteX89083" fmla="*/ 822203 w 2119654"/>
              <a:gd name="connsiteY89083" fmla="*/ 413249 h 2398711"/>
              <a:gd name="connsiteX89084" fmla="*/ 824558 w 2119654"/>
              <a:gd name="connsiteY89084" fmla="*/ 417703 h 2398711"/>
              <a:gd name="connsiteX89085" fmla="*/ 825590 w 2119654"/>
              <a:gd name="connsiteY89085" fmla="*/ 415663 h 2398711"/>
              <a:gd name="connsiteX89086" fmla="*/ 825245 w 2119654"/>
              <a:gd name="connsiteY89086" fmla="*/ 415054 h 2398711"/>
              <a:gd name="connsiteX89087" fmla="*/ 293610 w 2119654"/>
              <a:gd name="connsiteY89087" fmla="*/ 1596764 h 2398711"/>
              <a:gd name="connsiteX89088" fmla="*/ 293674 w 2119654"/>
              <a:gd name="connsiteY89088" fmla="*/ 1596839 h 2398711"/>
              <a:gd name="connsiteX89089" fmla="*/ 293770 w 2119654"/>
              <a:gd name="connsiteY89089" fmla="*/ 1596420 h 2398711"/>
              <a:gd name="connsiteX89090" fmla="*/ 877994 w 2119654"/>
              <a:gd name="connsiteY89090" fmla="*/ 288210 h 2398711"/>
              <a:gd name="connsiteX89091" fmla="*/ 878171 w 2119654"/>
              <a:gd name="connsiteY89091" fmla="*/ 288574 h 2398711"/>
              <a:gd name="connsiteX89092" fmla="*/ 878221 w 2119654"/>
              <a:gd name="connsiteY89092" fmla="*/ 288479 h 2398711"/>
              <a:gd name="connsiteX89093" fmla="*/ 292320 w 2119654"/>
              <a:gd name="connsiteY89093" fmla="*/ 1599541 h 2398711"/>
              <a:gd name="connsiteX89094" fmla="*/ 292935 w 2119654"/>
              <a:gd name="connsiteY89094" fmla="*/ 1600090 h 2398711"/>
              <a:gd name="connsiteX89095" fmla="*/ 293023 w 2119654"/>
              <a:gd name="connsiteY89095" fmla="*/ 1599699 h 2398711"/>
              <a:gd name="connsiteX89096" fmla="*/ 292518 w 2119654"/>
              <a:gd name="connsiteY89096" fmla="*/ 1599115 h 2398711"/>
              <a:gd name="connsiteX89097" fmla="*/ 291898 w 2119654"/>
              <a:gd name="connsiteY89097" fmla="*/ 1600450 h 2398711"/>
              <a:gd name="connsiteX89098" fmla="*/ 292020 w 2119654"/>
              <a:gd name="connsiteY89098" fmla="*/ 1600480 h 2398711"/>
              <a:gd name="connsiteX89099" fmla="*/ 291913 w 2119654"/>
              <a:gd name="connsiteY89099" fmla="*/ 1600416 h 2398711"/>
              <a:gd name="connsiteX89100" fmla="*/ 291204 w 2119654"/>
              <a:gd name="connsiteY89100" fmla="*/ 1601943 h 2398711"/>
              <a:gd name="connsiteX89101" fmla="*/ 292456 w 2119654"/>
              <a:gd name="connsiteY89101" fmla="*/ 1602197 h 2398711"/>
              <a:gd name="connsiteX89102" fmla="*/ 292653 w 2119654"/>
              <a:gd name="connsiteY89102" fmla="*/ 1601331 h 2398711"/>
              <a:gd name="connsiteX89103" fmla="*/ 291609 w 2119654"/>
              <a:gd name="connsiteY89103" fmla="*/ 1601071 h 2398711"/>
              <a:gd name="connsiteX89104" fmla="*/ 290097 w 2119654"/>
              <a:gd name="connsiteY89104" fmla="*/ 1604327 h 2398711"/>
              <a:gd name="connsiteX89105" fmla="*/ 291848 w 2119654"/>
              <a:gd name="connsiteY89105" fmla="*/ 1604871 h 2398711"/>
              <a:gd name="connsiteX89106" fmla="*/ 292338 w 2119654"/>
              <a:gd name="connsiteY89106" fmla="*/ 1602719 h 2398711"/>
              <a:gd name="connsiteX89107" fmla="*/ 290972 w 2119654"/>
              <a:gd name="connsiteY89107" fmla="*/ 1602442 h 2398711"/>
              <a:gd name="connsiteX89108" fmla="*/ 335595 w 2119654"/>
              <a:gd name="connsiteY89108" fmla="*/ 1502350 h 2398711"/>
              <a:gd name="connsiteX89109" fmla="*/ 336100 w 2119654"/>
              <a:gd name="connsiteY89109" fmla="*/ 1503216 h 2398711"/>
              <a:gd name="connsiteX89110" fmla="*/ 338426 w 2119654"/>
              <a:gd name="connsiteY89110" fmla="*/ 1505133 h 2398711"/>
              <a:gd name="connsiteX89111" fmla="*/ 338835 w 2119654"/>
              <a:gd name="connsiteY89111" fmla="*/ 1505153 h 2398711"/>
              <a:gd name="connsiteX89112" fmla="*/ 339051 w 2119654"/>
              <a:gd name="connsiteY89112" fmla="*/ 1504732 h 2398711"/>
              <a:gd name="connsiteX89113" fmla="*/ 288927 w 2119654"/>
              <a:gd name="connsiteY89113" fmla="*/ 1606845 h 2398711"/>
              <a:gd name="connsiteX89114" fmla="*/ 291158 w 2119654"/>
              <a:gd name="connsiteY89114" fmla="*/ 1607645 h 2398711"/>
              <a:gd name="connsiteX89115" fmla="*/ 291216 w 2119654"/>
              <a:gd name="connsiteY89115" fmla="*/ 1607653 h 2398711"/>
              <a:gd name="connsiteX89116" fmla="*/ 291498 w 2119654"/>
              <a:gd name="connsiteY89116" fmla="*/ 1606412 h 2398711"/>
              <a:gd name="connsiteX89117" fmla="*/ 289419 w 2119654"/>
              <a:gd name="connsiteY89117" fmla="*/ 1605785 h 2398711"/>
              <a:gd name="connsiteX89118" fmla="*/ 836558 w 2119654"/>
              <a:gd name="connsiteY89118" fmla="*/ 380538 h 2398711"/>
              <a:gd name="connsiteX89119" fmla="*/ 836212 w 2119654"/>
              <a:gd name="connsiteY89119" fmla="*/ 383290 h 2398711"/>
              <a:gd name="connsiteX89120" fmla="*/ 837784 w 2119654"/>
              <a:gd name="connsiteY89120" fmla="*/ 386003 h 2398711"/>
              <a:gd name="connsiteX89121" fmla="*/ 838203 w 2119654"/>
              <a:gd name="connsiteY89121" fmla="*/ 386343 h 2398711"/>
              <a:gd name="connsiteX89122" fmla="*/ 839188 w 2119654"/>
              <a:gd name="connsiteY89122" fmla="*/ 383992 h 2398711"/>
              <a:gd name="connsiteX89123" fmla="*/ 837275 w 2119654"/>
              <a:gd name="connsiteY89123" fmla="*/ 379558 h 2398711"/>
              <a:gd name="connsiteX89124" fmla="*/ 286712 w 2119654"/>
              <a:gd name="connsiteY89124" fmla="*/ 1611614 h 2398711"/>
              <a:gd name="connsiteX89125" fmla="*/ 289856 w 2119654"/>
              <a:gd name="connsiteY89125" fmla="*/ 1613634 h 2398711"/>
              <a:gd name="connsiteX89126" fmla="*/ 290309 w 2119654"/>
              <a:gd name="connsiteY89126" fmla="*/ 1611639 h 2398711"/>
              <a:gd name="connsiteX89127" fmla="*/ 287216 w 2119654"/>
              <a:gd name="connsiteY89127" fmla="*/ 1610528 h 2398711"/>
              <a:gd name="connsiteX89128" fmla="*/ 318822 w 2119654"/>
              <a:gd name="connsiteY89128" fmla="*/ 1539697 h 2398711"/>
              <a:gd name="connsiteX89129" fmla="*/ 319044 w 2119654"/>
              <a:gd name="connsiteY89129" fmla="*/ 1539894 h 2398711"/>
              <a:gd name="connsiteX89130" fmla="*/ 318933 w 2119654"/>
              <a:gd name="connsiteY89130" fmla="*/ 1539729 h 2398711"/>
              <a:gd name="connsiteX89131" fmla="*/ 286366 w 2119654"/>
              <a:gd name="connsiteY89131" fmla="*/ 1612358 h 2398711"/>
              <a:gd name="connsiteX89132" fmla="*/ 289535 w 2119654"/>
              <a:gd name="connsiteY89132" fmla="*/ 1615044 h 2398711"/>
              <a:gd name="connsiteX89133" fmla="*/ 289762 w 2119654"/>
              <a:gd name="connsiteY89133" fmla="*/ 1614044 h 2398711"/>
              <a:gd name="connsiteX89134" fmla="*/ 286544 w 2119654"/>
              <a:gd name="connsiteY89134" fmla="*/ 1611975 h 2398711"/>
              <a:gd name="connsiteX89135" fmla="*/ 871866 w 2119654"/>
              <a:gd name="connsiteY89135" fmla="*/ 301255 h 2398711"/>
              <a:gd name="connsiteX89136" fmla="*/ 872384 w 2119654"/>
              <a:gd name="connsiteY89136" fmla="*/ 301989 h 2398711"/>
              <a:gd name="connsiteX89137" fmla="*/ 873571 w 2119654"/>
              <a:gd name="connsiteY89137" fmla="*/ 303750 h 2398711"/>
              <a:gd name="connsiteX89138" fmla="*/ 876545 w 2119654"/>
              <a:gd name="connsiteY89138" fmla="*/ 296907 h 2398711"/>
              <a:gd name="connsiteX89139" fmla="*/ 876971 w 2119654"/>
              <a:gd name="connsiteY89139" fmla="*/ 296679 h 2398711"/>
              <a:gd name="connsiteX89140" fmla="*/ 873769 w 2119654"/>
              <a:gd name="connsiteY89140" fmla="*/ 304044 h 2398711"/>
              <a:gd name="connsiteX89141" fmla="*/ 881725 w 2119654"/>
              <a:gd name="connsiteY89141" fmla="*/ 315862 h 2398711"/>
              <a:gd name="connsiteX89142" fmla="*/ 882254 w 2119654"/>
              <a:gd name="connsiteY89142" fmla="*/ 316420 h 2398711"/>
              <a:gd name="connsiteX89143" fmla="*/ 885794 w 2119654"/>
              <a:gd name="connsiteY89143" fmla="*/ 305622 h 2398711"/>
              <a:gd name="connsiteX89144" fmla="*/ 878178 w 2119654"/>
              <a:gd name="connsiteY89144" fmla="*/ 289351 h 2398711"/>
              <a:gd name="connsiteX89145" fmla="*/ 285056 w 2119654"/>
              <a:gd name="connsiteY89145" fmla="*/ 1615179 h 2398711"/>
              <a:gd name="connsiteX89146" fmla="*/ 288476 w 2119654"/>
              <a:gd name="connsiteY89146" fmla="*/ 1616466 h 2398711"/>
              <a:gd name="connsiteX89147" fmla="*/ 285793 w 2119654"/>
              <a:gd name="connsiteY89147" fmla="*/ 1614192 h 2398711"/>
              <a:gd name="connsiteX89148" fmla="*/ 285558 w 2119654"/>
              <a:gd name="connsiteY89148" fmla="*/ 1614098 h 2398711"/>
              <a:gd name="connsiteX89149" fmla="*/ 811142 w 2119654"/>
              <a:gd name="connsiteY89149" fmla="*/ 437069 h 2398711"/>
              <a:gd name="connsiteX89150" fmla="*/ 811367 w 2119654"/>
              <a:gd name="connsiteY89150" fmla="*/ 441476 h 2398711"/>
              <a:gd name="connsiteX89151" fmla="*/ 812146 w 2119654"/>
              <a:gd name="connsiteY89151" fmla="*/ 442265 h 2398711"/>
              <a:gd name="connsiteX89152" fmla="*/ 816096 w 2119654"/>
              <a:gd name="connsiteY89152" fmla="*/ 434449 h 2398711"/>
              <a:gd name="connsiteX89153" fmla="*/ 814093 w 2119654"/>
              <a:gd name="connsiteY89153" fmla="*/ 433038 h 2398711"/>
              <a:gd name="connsiteX89154" fmla="*/ 283085 w 2119654"/>
              <a:gd name="connsiteY89154" fmla="*/ 1619422 h 2398711"/>
              <a:gd name="connsiteX89155" fmla="*/ 288232 w 2119654"/>
              <a:gd name="connsiteY89155" fmla="*/ 1621126 h 2398711"/>
              <a:gd name="connsiteX89156" fmla="*/ 288367 w 2119654"/>
              <a:gd name="connsiteY89156" fmla="*/ 1620493 h 2398711"/>
              <a:gd name="connsiteX89157" fmla="*/ 288164 w 2119654"/>
              <a:gd name="connsiteY89157" fmla="*/ 1620349 h 2398711"/>
              <a:gd name="connsiteX89158" fmla="*/ 288112 w 2119654"/>
              <a:gd name="connsiteY89158" fmla="*/ 1620170 h 2398711"/>
              <a:gd name="connsiteX89159" fmla="*/ 288393 w 2119654"/>
              <a:gd name="connsiteY89159" fmla="*/ 1620370 h 2398711"/>
              <a:gd name="connsiteX89160" fmla="*/ 288912 w 2119654"/>
              <a:gd name="connsiteY89160" fmla="*/ 1617937 h 2398711"/>
              <a:gd name="connsiteX89161" fmla="*/ 284725 w 2119654"/>
              <a:gd name="connsiteY89161" fmla="*/ 1615891 h 2398711"/>
              <a:gd name="connsiteX89162" fmla="*/ 819810 w 2119654"/>
              <a:gd name="connsiteY89162" fmla="*/ 417427 h 2398711"/>
              <a:gd name="connsiteX89163" fmla="*/ 819415 w 2119654"/>
              <a:gd name="connsiteY89163" fmla="*/ 422060 h 2398711"/>
              <a:gd name="connsiteX89164" fmla="*/ 821031 w 2119654"/>
              <a:gd name="connsiteY89164" fmla="*/ 422702 h 2398711"/>
              <a:gd name="connsiteX89165" fmla="*/ 821952 w 2119654"/>
              <a:gd name="connsiteY89165" fmla="*/ 421479 h 2398711"/>
              <a:gd name="connsiteX89166" fmla="*/ 870435 w 2119654"/>
              <a:gd name="connsiteY89166" fmla="*/ 303951 h 2398711"/>
              <a:gd name="connsiteX89167" fmla="*/ 872525 w 2119654"/>
              <a:gd name="connsiteY89167" fmla="*/ 306154 h 2398711"/>
              <a:gd name="connsiteX89168" fmla="*/ 873426 w 2119654"/>
              <a:gd name="connsiteY89168" fmla="*/ 304083 h 2398711"/>
              <a:gd name="connsiteX89169" fmla="*/ 871699 w 2119654"/>
              <a:gd name="connsiteY89169" fmla="*/ 301567 h 2398711"/>
              <a:gd name="connsiteX89170" fmla="*/ 830531 w 2119654"/>
              <a:gd name="connsiteY89170" fmla="*/ 393128 h 2398711"/>
              <a:gd name="connsiteX89171" fmla="*/ 833526 w 2119654"/>
              <a:gd name="connsiteY89171" fmla="*/ 397509 h 2398711"/>
              <a:gd name="connsiteX89172" fmla="*/ 833877 w 2119654"/>
              <a:gd name="connsiteY89172" fmla="*/ 396671 h 2398711"/>
              <a:gd name="connsiteX89173" fmla="*/ 277220 w 2119654"/>
              <a:gd name="connsiteY89173" fmla="*/ 1632048 h 2398711"/>
              <a:gd name="connsiteX89174" fmla="*/ 284510 w 2119654"/>
              <a:gd name="connsiteY89174" fmla="*/ 1638579 h 2398711"/>
              <a:gd name="connsiteX89175" fmla="*/ 285880 w 2119654"/>
              <a:gd name="connsiteY89175" fmla="*/ 1632152 h 2398711"/>
              <a:gd name="connsiteX89176" fmla="*/ 285504 w 2119654"/>
              <a:gd name="connsiteY89176" fmla="*/ 1632083 h 2398711"/>
              <a:gd name="connsiteX89177" fmla="*/ 285296 w 2119654"/>
              <a:gd name="connsiteY89177" fmla="*/ 1631798 h 2398711"/>
              <a:gd name="connsiteX89178" fmla="*/ 285931 w 2119654"/>
              <a:gd name="connsiteY89178" fmla="*/ 1631916 h 2398711"/>
              <a:gd name="connsiteX89179" fmla="*/ 288015 w 2119654"/>
              <a:gd name="connsiteY89179" fmla="*/ 1622145 h 2398711"/>
              <a:gd name="connsiteX89180" fmla="*/ 282855 w 2119654"/>
              <a:gd name="connsiteY89180" fmla="*/ 1619919 h 2398711"/>
              <a:gd name="connsiteX89181" fmla="*/ 835402 w 2119654"/>
              <a:gd name="connsiteY89181" fmla="*/ 382117 h 2398711"/>
              <a:gd name="connsiteX89182" fmla="*/ 835900 w 2119654"/>
              <a:gd name="connsiteY89182" fmla="*/ 382753 h 2398711"/>
              <a:gd name="connsiteX89183" fmla="*/ 835914 w 2119654"/>
              <a:gd name="connsiteY89183" fmla="*/ 382776 h 2398711"/>
              <a:gd name="connsiteX89184" fmla="*/ 836120 w 2119654"/>
              <a:gd name="connsiteY89184" fmla="*/ 381135 h 2398711"/>
              <a:gd name="connsiteX89185" fmla="*/ 273268 w 2119654"/>
              <a:gd name="connsiteY89185" fmla="*/ 1640557 h 2398711"/>
              <a:gd name="connsiteX89186" fmla="*/ 274141 w 2119654"/>
              <a:gd name="connsiteY89186" fmla="*/ 1641061 h 2398711"/>
              <a:gd name="connsiteX89187" fmla="*/ 273775 w 2119654"/>
              <a:gd name="connsiteY89187" fmla="*/ 1640508 h 2398711"/>
              <a:gd name="connsiteX89188" fmla="*/ 273353 w 2119654"/>
              <a:gd name="connsiteY89188" fmla="*/ 1640372 h 2398711"/>
              <a:gd name="connsiteX89189" fmla="*/ 271698 w 2119654"/>
              <a:gd name="connsiteY89189" fmla="*/ 1643935 h 2398711"/>
              <a:gd name="connsiteX89190" fmla="*/ 277294 w 2119654"/>
              <a:gd name="connsiteY89190" fmla="*/ 1645839 h 2398711"/>
              <a:gd name="connsiteX89191" fmla="*/ 274523 w 2119654"/>
              <a:gd name="connsiteY89191" fmla="*/ 1641641 h 2398711"/>
              <a:gd name="connsiteX89192" fmla="*/ 273136 w 2119654"/>
              <a:gd name="connsiteY89192" fmla="*/ 1640839 h 2398711"/>
              <a:gd name="connsiteX89193" fmla="*/ 806306 w 2119654"/>
              <a:gd name="connsiteY89193" fmla="*/ 446844 h 2398711"/>
              <a:gd name="connsiteX89194" fmla="*/ 805250 w 2119654"/>
              <a:gd name="connsiteY89194" fmla="*/ 455086 h 2398711"/>
              <a:gd name="connsiteX89195" fmla="*/ 805572 w 2119654"/>
              <a:gd name="connsiteY89195" fmla="*/ 455280 h 2398711"/>
              <a:gd name="connsiteX89196" fmla="*/ 808390 w 2119654"/>
              <a:gd name="connsiteY89196" fmla="*/ 449700 h 2398711"/>
              <a:gd name="connsiteX89197" fmla="*/ 867996 w 2119654"/>
              <a:gd name="connsiteY89197" fmla="*/ 308678 h 2398711"/>
              <a:gd name="connsiteX89198" fmla="*/ 866010 w 2119654"/>
              <a:gd name="connsiteY89198" fmla="*/ 321137 h 2398711"/>
              <a:gd name="connsiteX89199" fmla="*/ 872201 w 2119654"/>
              <a:gd name="connsiteY89199" fmla="*/ 306898 h 2398711"/>
              <a:gd name="connsiteX89200" fmla="*/ 870067 w 2119654"/>
              <a:gd name="connsiteY89200" fmla="*/ 304646 h 2398711"/>
              <a:gd name="connsiteX89201" fmla="*/ 869997 w 2119654"/>
              <a:gd name="connsiteY89201" fmla="*/ 304778 h 2398711"/>
              <a:gd name="connsiteX89202" fmla="*/ 836815 w 2119654"/>
              <a:gd name="connsiteY89202" fmla="*/ 378492 h 2398711"/>
              <a:gd name="connsiteX89203" fmla="*/ 836743 w 2119654"/>
              <a:gd name="connsiteY89203" fmla="*/ 379061 h 2398711"/>
              <a:gd name="connsiteX89204" fmla="*/ 836945 w 2119654"/>
              <a:gd name="connsiteY89204" fmla="*/ 378794 h 2398711"/>
              <a:gd name="connsiteX89205" fmla="*/ 837007 w 2119654"/>
              <a:gd name="connsiteY89205" fmla="*/ 378029 h 2398711"/>
              <a:gd name="connsiteX89206" fmla="*/ 837194 w 2119654"/>
              <a:gd name="connsiteY89206" fmla="*/ 378462 h 2398711"/>
              <a:gd name="connsiteX89207" fmla="*/ 837312 w 2119654"/>
              <a:gd name="connsiteY89207" fmla="*/ 378307 h 2398711"/>
              <a:gd name="connsiteX89208" fmla="*/ 323389 w 2119654"/>
              <a:gd name="connsiteY89208" fmla="*/ 1528041 h 2398711"/>
              <a:gd name="connsiteX89209" fmla="*/ 324097 w 2119654"/>
              <a:gd name="connsiteY89209" fmla="*/ 1529083 h 2398711"/>
              <a:gd name="connsiteX89210" fmla="*/ 324913 w 2119654"/>
              <a:gd name="connsiteY89210" fmla="*/ 1530091 h 2398711"/>
              <a:gd name="connsiteX89211" fmla="*/ 325783 w 2119654"/>
              <a:gd name="connsiteY89211" fmla="*/ 1530637 h 2398711"/>
              <a:gd name="connsiteX89212" fmla="*/ 326368 w 2119654"/>
              <a:gd name="connsiteY89212" fmla="*/ 1529494 h 2398711"/>
              <a:gd name="connsiteX89213" fmla="*/ 269719 w 2119654"/>
              <a:gd name="connsiteY89213" fmla="*/ 1648196 h 2398711"/>
              <a:gd name="connsiteX89214" fmla="*/ 285324 w 2119654"/>
              <a:gd name="connsiteY89214" fmla="*/ 1658370 h 2398711"/>
              <a:gd name="connsiteX89215" fmla="*/ 285721 w 2119654"/>
              <a:gd name="connsiteY89215" fmla="*/ 1658606 h 2398711"/>
              <a:gd name="connsiteX89216" fmla="*/ 278886 w 2119654"/>
              <a:gd name="connsiteY89216" fmla="*/ 1648250 h 2398711"/>
              <a:gd name="connsiteX89217" fmla="*/ 273642 w 2119654"/>
              <a:gd name="connsiteY89217" fmla="*/ 1646466 h 2398711"/>
              <a:gd name="connsiteX89218" fmla="*/ 270997 w 2119654"/>
              <a:gd name="connsiteY89218" fmla="*/ 1645445 h 2398711"/>
              <a:gd name="connsiteX89219" fmla="*/ 809388 w 2119654"/>
              <a:gd name="connsiteY89219" fmla="*/ 439466 h 2398711"/>
              <a:gd name="connsiteX89220" fmla="*/ 810495 w 2119654"/>
              <a:gd name="connsiteY89220" fmla="*/ 440590 h 2398711"/>
              <a:gd name="connsiteX89221" fmla="*/ 810369 w 2119654"/>
              <a:gd name="connsiteY89221" fmla="*/ 438125 h 2398711"/>
              <a:gd name="connsiteX89222" fmla="*/ 264224 w 2119654"/>
              <a:gd name="connsiteY89222" fmla="*/ 1660024 h 2398711"/>
              <a:gd name="connsiteX89223" fmla="*/ 268619 w 2119654"/>
              <a:gd name="connsiteY89223" fmla="*/ 1663411 h 2398711"/>
              <a:gd name="connsiteX89224" fmla="*/ 276649 w 2119654"/>
              <a:gd name="connsiteY89224" fmla="*/ 1666819 h 2398711"/>
              <a:gd name="connsiteX89225" fmla="*/ 291565 w 2119654"/>
              <a:gd name="connsiteY89225" fmla="*/ 1667460 h 2398711"/>
              <a:gd name="connsiteX89226" fmla="*/ 286433 w 2119654"/>
              <a:gd name="connsiteY89226" fmla="*/ 1659686 h 2398711"/>
              <a:gd name="connsiteX89227" fmla="*/ 269508 w 2119654"/>
              <a:gd name="connsiteY89227" fmla="*/ 1648651 h 2398711"/>
              <a:gd name="connsiteX89228" fmla="*/ 812676 w 2119654"/>
              <a:gd name="connsiteY89228" fmla="*/ 431732 h 2398711"/>
              <a:gd name="connsiteX89229" fmla="*/ 813739 w 2119654"/>
              <a:gd name="connsiteY89229" fmla="*/ 432481 h 2398711"/>
              <a:gd name="connsiteX89230" fmla="*/ 813922 w 2119654"/>
              <a:gd name="connsiteY89230" fmla="*/ 432231 h 2398711"/>
              <a:gd name="connsiteX89231" fmla="*/ 780191 w 2119654"/>
              <a:gd name="connsiteY89231" fmla="*/ 504444 h 2398711"/>
              <a:gd name="connsiteX89232" fmla="*/ 779865 w 2119654"/>
              <a:gd name="connsiteY89232" fmla="*/ 505236 h 2398711"/>
              <a:gd name="connsiteX89233" fmla="*/ 779927 w 2119654"/>
              <a:gd name="connsiteY89233" fmla="*/ 506032 h 2398711"/>
              <a:gd name="connsiteX89234" fmla="*/ 780563 w 2119654"/>
              <a:gd name="connsiteY89234" fmla="*/ 504774 h 2398711"/>
              <a:gd name="connsiteX89235" fmla="*/ 261455 w 2119654"/>
              <a:gd name="connsiteY89235" fmla="*/ 1665985 h 2398711"/>
              <a:gd name="connsiteX89236" fmla="*/ 268038 w 2119654"/>
              <a:gd name="connsiteY89236" fmla="*/ 1666359 h 2398711"/>
              <a:gd name="connsiteX89237" fmla="*/ 264955 w 2119654"/>
              <a:gd name="connsiteY89237" fmla="*/ 1665248 h 2398711"/>
              <a:gd name="connsiteX89238" fmla="*/ 264835 w 2119654"/>
              <a:gd name="connsiteY89238" fmla="*/ 1665057 h 2398711"/>
              <a:gd name="connsiteX89239" fmla="*/ 268080 w 2119654"/>
              <a:gd name="connsiteY89239" fmla="*/ 1666225 h 2398711"/>
              <a:gd name="connsiteX89240" fmla="*/ 263321 w 2119654"/>
              <a:gd name="connsiteY89240" fmla="*/ 1661968 h 2398711"/>
              <a:gd name="connsiteX89241" fmla="*/ 261347 w 2119654"/>
              <a:gd name="connsiteY89241" fmla="*/ 1666218 h 2398711"/>
              <a:gd name="connsiteX89242" fmla="*/ 272141 w 2119654"/>
              <a:gd name="connsiteY89242" fmla="*/ 1669643 h 2398711"/>
              <a:gd name="connsiteX89243" fmla="*/ 270410 w 2119654"/>
              <a:gd name="connsiteY89243" fmla="*/ 1668309 h 2398711"/>
              <a:gd name="connsiteX89244" fmla="*/ 268457 w 2119654"/>
              <a:gd name="connsiteY89244" fmla="*/ 1666563 h 2398711"/>
              <a:gd name="connsiteX89245" fmla="*/ 261374 w 2119654"/>
              <a:gd name="connsiteY89245" fmla="*/ 1666161 h 2398711"/>
              <a:gd name="connsiteX89246" fmla="*/ 774495 w 2119654"/>
              <a:gd name="connsiteY89246" fmla="*/ 517182 h 2398711"/>
              <a:gd name="connsiteX89247" fmla="*/ 774489 w 2119654"/>
              <a:gd name="connsiteY89247" fmla="*/ 517214 h 2398711"/>
              <a:gd name="connsiteX89248" fmla="*/ 774502 w 2119654"/>
              <a:gd name="connsiteY89248" fmla="*/ 517184 h 2398711"/>
              <a:gd name="connsiteX89249" fmla="*/ 806469 w 2119654"/>
              <a:gd name="connsiteY89249" fmla="*/ 445574 h 2398711"/>
              <a:gd name="connsiteX89250" fmla="*/ 806422 w 2119654"/>
              <a:gd name="connsiteY89250" fmla="*/ 445937 h 2398711"/>
              <a:gd name="connsiteX89251" fmla="*/ 807396 w 2119654"/>
              <a:gd name="connsiteY89251" fmla="*/ 447246 h 2398711"/>
              <a:gd name="connsiteX89252" fmla="*/ 291443 w 2119654"/>
              <a:gd name="connsiteY89252" fmla="*/ 1598757 h 2398711"/>
              <a:gd name="connsiteX89253" fmla="*/ 291761 w 2119654"/>
              <a:gd name="connsiteY89253" fmla="*/ 1599041 h 2398711"/>
              <a:gd name="connsiteX89254" fmla="*/ 291836 w 2119654"/>
              <a:gd name="connsiteY89254" fmla="*/ 1598878 h 2398711"/>
              <a:gd name="connsiteX89255" fmla="*/ 316633 w 2119654"/>
              <a:gd name="connsiteY89255" fmla="*/ 1542304 h 2398711"/>
              <a:gd name="connsiteX89256" fmla="*/ 317195 w 2119654"/>
              <a:gd name="connsiteY89256" fmla="*/ 1543072 h 2398711"/>
              <a:gd name="connsiteX89257" fmla="*/ 317929 w 2119654"/>
              <a:gd name="connsiteY89257" fmla="*/ 1543330 h 2398711"/>
              <a:gd name="connsiteX89258" fmla="*/ 316916 w 2119654"/>
              <a:gd name="connsiteY89258" fmla="*/ 1542053 h 2398711"/>
              <a:gd name="connsiteX89259" fmla="*/ 781164 w 2119654"/>
              <a:gd name="connsiteY89259" fmla="*/ 502104 h 2398711"/>
              <a:gd name="connsiteX89260" fmla="*/ 780999 w 2119654"/>
              <a:gd name="connsiteY89260" fmla="*/ 502482 h 2398711"/>
              <a:gd name="connsiteX89261" fmla="*/ 780270 w 2119654"/>
              <a:gd name="connsiteY89261" fmla="*/ 504252 h 2398711"/>
              <a:gd name="connsiteX89262" fmla="*/ 780655 w 2119654"/>
              <a:gd name="connsiteY89262" fmla="*/ 504595 h 2398711"/>
              <a:gd name="connsiteX89263" fmla="*/ 781233 w 2119654"/>
              <a:gd name="connsiteY89263" fmla="*/ 503450 h 2398711"/>
              <a:gd name="connsiteX89264" fmla="*/ 781967 w 2119654"/>
              <a:gd name="connsiteY89264" fmla="*/ 500266 h 2398711"/>
              <a:gd name="connsiteX89265" fmla="*/ 781310 w 2119654"/>
              <a:gd name="connsiteY89265" fmla="*/ 501770 h 2398711"/>
              <a:gd name="connsiteX89266" fmla="*/ 781399 w 2119654"/>
              <a:gd name="connsiteY89266" fmla="*/ 503123 h 2398711"/>
              <a:gd name="connsiteX89267" fmla="*/ 782602 w 2119654"/>
              <a:gd name="connsiteY89267" fmla="*/ 500742 h 2398711"/>
              <a:gd name="connsiteX89268" fmla="*/ 782357 w 2119654"/>
              <a:gd name="connsiteY89268" fmla="*/ 499373 h 2398711"/>
              <a:gd name="connsiteX89269" fmla="*/ 782087 w 2119654"/>
              <a:gd name="connsiteY89269" fmla="*/ 499991 h 2398711"/>
              <a:gd name="connsiteX89270" fmla="*/ 782740 w 2119654"/>
              <a:gd name="connsiteY89270" fmla="*/ 500468 h 2398711"/>
              <a:gd name="connsiteX89271" fmla="*/ 782981 w 2119654"/>
              <a:gd name="connsiteY89271" fmla="*/ 499990 h 2398711"/>
              <a:gd name="connsiteX89272" fmla="*/ 258399 w 2119654"/>
              <a:gd name="connsiteY89272" fmla="*/ 1672564 h 2398711"/>
              <a:gd name="connsiteX89273" fmla="*/ 271149 w 2119654"/>
              <a:gd name="connsiteY89273" fmla="*/ 1678732 h 2398711"/>
              <a:gd name="connsiteX89274" fmla="*/ 263968 w 2119654"/>
              <a:gd name="connsiteY89274" fmla="*/ 1672959 h 2398711"/>
              <a:gd name="connsiteX89275" fmla="*/ 263878 w 2119654"/>
              <a:gd name="connsiteY89275" fmla="*/ 1672567 h 2398711"/>
              <a:gd name="connsiteX89276" fmla="*/ 272145 w 2119654"/>
              <a:gd name="connsiteY89276" fmla="*/ 1679214 h 2398711"/>
              <a:gd name="connsiteX89277" fmla="*/ 280271 w 2119654"/>
              <a:gd name="connsiteY89277" fmla="*/ 1683145 h 2398711"/>
              <a:gd name="connsiteX89278" fmla="*/ 280649 w 2119654"/>
              <a:gd name="connsiteY89278" fmla="*/ 1683184 h 2398711"/>
              <a:gd name="connsiteX89279" fmla="*/ 266755 w 2119654"/>
              <a:gd name="connsiteY89279" fmla="*/ 1672360 h 2398711"/>
              <a:gd name="connsiteX89280" fmla="*/ 263035 w 2119654"/>
              <a:gd name="connsiteY89280" fmla="*/ 1671800 h 2398711"/>
              <a:gd name="connsiteX89281" fmla="*/ 262867 w 2119654"/>
              <a:gd name="connsiteY89281" fmla="*/ 1671586 h 2398711"/>
              <a:gd name="connsiteX89282" fmla="*/ 266453 w 2119654"/>
              <a:gd name="connsiteY89282" fmla="*/ 1672125 h 2398711"/>
              <a:gd name="connsiteX89283" fmla="*/ 260862 w 2119654"/>
              <a:gd name="connsiteY89283" fmla="*/ 1667769 h 2398711"/>
              <a:gd name="connsiteX89284" fmla="*/ 260657 w 2119654"/>
              <a:gd name="connsiteY89284" fmla="*/ 1667704 h 2398711"/>
              <a:gd name="connsiteX89285" fmla="*/ 784044 w 2119654"/>
              <a:gd name="connsiteY89285" fmla="*/ 495522 h 2398711"/>
              <a:gd name="connsiteX89286" fmla="*/ 782465 w 2119654"/>
              <a:gd name="connsiteY89286" fmla="*/ 499129 h 2398711"/>
              <a:gd name="connsiteX89287" fmla="*/ 783108 w 2119654"/>
              <a:gd name="connsiteY89287" fmla="*/ 499738 h 2398711"/>
              <a:gd name="connsiteX89288" fmla="*/ 784712 w 2119654"/>
              <a:gd name="connsiteY89288" fmla="*/ 496563 h 2398711"/>
              <a:gd name="connsiteX89289" fmla="*/ 820024 w 2119654"/>
              <a:gd name="connsiteY89289" fmla="*/ 414910 h 2398711"/>
              <a:gd name="connsiteX89290" fmla="*/ 820024 w 2119654"/>
              <a:gd name="connsiteY89290" fmla="*/ 414917 h 2398711"/>
              <a:gd name="connsiteX89291" fmla="*/ 820055 w 2119654"/>
              <a:gd name="connsiteY89291" fmla="*/ 414965 h 2398711"/>
              <a:gd name="connsiteX89292" fmla="*/ 786086 w 2119654"/>
              <a:gd name="connsiteY89292" fmla="*/ 490852 h 2398711"/>
              <a:gd name="connsiteX89293" fmla="*/ 785813 w 2119654"/>
              <a:gd name="connsiteY89293" fmla="*/ 491477 h 2398711"/>
              <a:gd name="connsiteX89294" fmla="*/ 785842 w 2119654"/>
              <a:gd name="connsiteY89294" fmla="*/ 491903 h 2398711"/>
              <a:gd name="connsiteX89295" fmla="*/ 785918 w 2119654"/>
              <a:gd name="connsiteY89295" fmla="*/ 492024 h 2398711"/>
              <a:gd name="connsiteX89296" fmla="*/ 256340 w 2119654"/>
              <a:gd name="connsiteY89296" fmla="*/ 1676997 h 2398711"/>
              <a:gd name="connsiteX89297" fmla="*/ 262897 w 2119654"/>
              <a:gd name="connsiteY89297" fmla="*/ 1681335 h 2398711"/>
              <a:gd name="connsiteX89298" fmla="*/ 276097 w 2119654"/>
              <a:gd name="connsiteY89298" fmla="*/ 1682710 h 2398711"/>
              <a:gd name="connsiteX89299" fmla="*/ 274994 w 2119654"/>
              <a:gd name="connsiteY89299" fmla="*/ 1681824 h 2398711"/>
              <a:gd name="connsiteX89300" fmla="*/ 257948 w 2119654"/>
              <a:gd name="connsiteY89300" fmla="*/ 1673535 h 2398711"/>
              <a:gd name="connsiteX89301" fmla="*/ 774615 w 2119654"/>
              <a:gd name="connsiteY89301" fmla="*/ 516478 h 2398711"/>
              <a:gd name="connsiteX89302" fmla="*/ 774534 w 2119654"/>
              <a:gd name="connsiteY89302" fmla="*/ 516953 h 2398711"/>
              <a:gd name="connsiteX89303" fmla="*/ 774596 w 2119654"/>
              <a:gd name="connsiteY89303" fmla="*/ 516971 h 2398711"/>
              <a:gd name="connsiteX89304" fmla="*/ 774698 w 2119654"/>
              <a:gd name="connsiteY89304" fmla="*/ 516741 h 2398711"/>
              <a:gd name="connsiteX89305" fmla="*/ 774763 w 2119654"/>
              <a:gd name="connsiteY89305" fmla="*/ 516581 h 2398711"/>
              <a:gd name="connsiteX89306" fmla="*/ 247720 w 2119654"/>
              <a:gd name="connsiteY89306" fmla="*/ 1696201 h 2398711"/>
              <a:gd name="connsiteX89307" fmla="*/ 246055 w 2119654"/>
              <a:gd name="connsiteY89307" fmla="*/ 1699936 h 2398711"/>
              <a:gd name="connsiteX89308" fmla="*/ 253464 w 2119654"/>
              <a:gd name="connsiteY89308" fmla="*/ 1706412 h 2398711"/>
              <a:gd name="connsiteX89309" fmla="*/ 281036 w 2119654"/>
              <a:gd name="connsiteY89309" fmla="*/ 1707702 h 2398711"/>
              <a:gd name="connsiteX89310" fmla="*/ 266568 w 2119654"/>
              <a:gd name="connsiteY89310" fmla="*/ 1701461 h 2398711"/>
              <a:gd name="connsiteX89311" fmla="*/ 266336 w 2119654"/>
              <a:gd name="connsiteY89311" fmla="*/ 1701032 h 2398711"/>
              <a:gd name="connsiteX89312" fmla="*/ 281891 w 2119654"/>
              <a:gd name="connsiteY89312" fmla="*/ 1707742 h 2398711"/>
              <a:gd name="connsiteX89313" fmla="*/ 296154 w 2119654"/>
              <a:gd name="connsiteY89313" fmla="*/ 1708409 h 2398711"/>
              <a:gd name="connsiteX89314" fmla="*/ 283226 w 2119654"/>
              <a:gd name="connsiteY89314" fmla="*/ 1702094 h 2398711"/>
              <a:gd name="connsiteX89315" fmla="*/ 270660 w 2119654"/>
              <a:gd name="connsiteY89315" fmla="*/ 1697338 h 2398711"/>
              <a:gd name="connsiteX89316" fmla="*/ 250596 w 2119654"/>
              <a:gd name="connsiteY89316" fmla="*/ 1689744 h 2398711"/>
              <a:gd name="connsiteX89317" fmla="*/ 247939 w 2119654"/>
              <a:gd name="connsiteY89317" fmla="*/ 1695709 h 2398711"/>
              <a:gd name="connsiteX89318" fmla="*/ 269132 w 2119654"/>
              <a:gd name="connsiteY89318" fmla="*/ 1696759 h 2398711"/>
              <a:gd name="connsiteX89319" fmla="*/ 251910 w 2119654"/>
              <a:gd name="connsiteY89319" fmla="*/ 1686796 h 2398711"/>
              <a:gd name="connsiteX89320" fmla="*/ 250943 w 2119654"/>
              <a:gd name="connsiteY89320" fmla="*/ 1688964 h 2398711"/>
              <a:gd name="connsiteX89321" fmla="*/ 272045 w 2119654"/>
              <a:gd name="connsiteY89321" fmla="*/ 1696904 h 2398711"/>
              <a:gd name="connsiteX89322" fmla="*/ 272665 w 2119654"/>
              <a:gd name="connsiteY89322" fmla="*/ 1696934 h 2398711"/>
              <a:gd name="connsiteX89323" fmla="*/ 254750 w 2119654"/>
              <a:gd name="connsiteY89323" fmla="*/ 1680419 h 2398711"/>
              <a:gd name="connsiteX89324" fmla="*/ 252217 w 2119654"/>
              <a:gd name="connsiteY89324" fmla="*/ 1686106 h 2398711"/>
              <a:gd name="connsiteX89325" fmla="*/ 274576 w 2119654"/>
              <a:gd name="connsiteY89325" fmla="*/ 1697029 h 2398711"/>
              <a:gd name="connsiteX89326" fmla="*/ 287225 w 2119654"/>
              <a:gd name="connsiteY89326" fmla="*/ 1697655 h 2398711"/>
              <a:gd name="connsiteX89327" fmla="*/ 283857 w 2119654"/>
              <a:gd name="connsiteY89327" fmla="*/ 1695491 h 2398711"/>
              <a:gd name="connsiteX89328" fmla="*/ 256239 w 2119654"/>
              <a:gd name="connsiteY89328" fmla="*/ 1677214 h 2398711"/>
              <a:gd name="connsiteX89329" fmla="*/ 808149 w 2119654"/>
              <a:gd name="connsiteY89329" fmla="*/ 441158 h 2398711"/>
              <a:gd name="connsiteX89330" fmla="*/ 810647 w 2119654"/>
              <a:gd name="connsiteY89330" fmla="*/ 443579 h 2398711"/>
              <a:gd name="connsiteX89331" fmla="*/ 810538 w 2119654"/>
              <a:gd name="connsiteY89331" fmla="*/ 441434 h 2398711"/>
              <a:gd name="connsiteX89332" fmla="*/ 809103 w 2119654"/>
              <a:gd name="connsiteY89332" fmla="*/ 439855 h 2398711"/>
              <a:gd name="connsiteX89333" fmla="*/ 807139 w 2119654"/>
              <a:gd name="connsiteY89333" fmla="*/ 443399 h 2398711"/>
              <a:gd name="connsiteX89334" fmla="*/ 809085 w 2119654"/>
              <a:gd name="connsiteY89334" fmla="*/ 445283 h 2398711"/>
              <a:gd name="connsiteX89335" fmla="*/ 808025 w 2119654"/>
              <a:gd name="connsiteY89335" fmla="*/ 443752 h 2398711"/>
              <a:gd name="connsiteX89336" fmla="*/ 316172 w 2119654"/>
              <a:gd name="connsiteY89336" fmla="*/ 1542712 h 2398711"/>
              <a:gd name="connsiteX89337" fmla="*/ 316751 w 2119654"/>
              <a:gd name="connsiteY89337" fmla="*/ 1542915 h 2398711"/>
              <a:gd name="connsiteX89338" fmla="*/ 316433 w 2119654"/>
              <a:gd name="connsiteY89338" fmla="*/ 1542482 h 2398711"/>
              <a:gd name="connsiteX89339" fmla="*/ 832790 w 2119654"/>
              <a:gd name="connsiteY89339" fmla="*/ 385681 h 2398711"/>
              <a:gd name="connsiteX89340" fmla="*/ 835191 w 2119654"/>
              <a:gd name="connsiteY89340" fmla="*/ 388534 h 2398711"/>
              <a:gd name="connsiteX89341" fmla="*/ 835218 w 2119654"/>
              <a:gd name="connsiteY89341" fmla="*/ 388316 h 2398711"/>
              <a:gd name="connsiteX89342" fmla="*/ 833293 w 2119654"/>
              <a:gd name="connsiteY89342" fmla="*/ 384995 h 2398711"/>
              <a:gd name="connsiteX89343" fmla="*/ 806641 w 2119654"/>
              <a:gd name="connsiteY89343" fmla="*/ 444232 h 2398711"/>
              <a:gd name="connsiteX89344" fmla="*/ 806507 w 2119654"/>
              <a:gd name="connsiteY89344" fmla="*/ 445274 h 2398711"/>
              <a:gd name="connsiteX89345" fmla="*/ 808205 w 2119654"/>
              <a:gd name="connsiteY89345" fmla="*/ 448332 h 2398711"/>
              <a:gd name="connsiteX89346" fmla="*/ 808727 w 2119654"/>
              <a:gd name="connsiteY89346" fmla="*/ 449033 h 2398711"/>
              <a:gd name="connsiteX89347" fmla="*/ 809670 w 2119654"/>
              <a:gd name="connsiteY89347" fmla="*/ 447166 h 2398711"/>
              <a:gd name="connsiteX89348" fmla="*/ 807458 w 2119654"/>
              <a:gd name="connsiteY89348" fmla="*/ 442255 h 2398711"/>
              <a:gd name="connsiteX89349" fmla="*/ 808043 w 2119654"/>
              <a:gd name="connsiteY89349" fmla="*/ 443098 h 2398711"/>
              <a:gd name="connsiteX89350" fmla="*/ 808531 w 2119654"/>
              <a:gd name="connsiteY89350" fmla="*/ 443293 h 2398711"/>
              <a:gd name="connsiteX89351" fmla="*/ 779775 w 2119654"/>
              <a:gd name="connsiteY89351" fmla="*/ 504072 h 2398711"/>
              <a:gd name="connsiteX89352" fmla="*/ 779832 w 2119654"/>
              <a:gd name="connsiteY89352" fmla="*/ 504815 h 2398711"/>
              <a:gd name="connsiteX89353" fmla="*/ 780050 w 2119654"/>
              <a:gd name="connsiteY89353" fmla="*/ 504317 h 2398711"/>
              <a:gd name="connsiteX89354" fmla="*/ 272442 w 2119654"/>
              <a:gd name="connsiteY89354" fmla="*/ 1640079 h 2398711"/>
              <a:gd name="connsiteX89355" fmla="*/ 272722 w 2119654"/>
              <a:gd name="connsiteY89355" fmla="*/ 1640241 h 2398711"/>
              <a:gd name="connsiteX89356" fmla="*/ 272751 w 2119654"/>
              <a:gd name="connsiteY89356" fmla="*/ 1640179 h 2398711"/>
              <a:gd name="connsiteX89357" fmla="*/ 860201 w 2119654"/>
              <a:gd name="connsiteY89357" fmla="*/ 323865 h 2398711"/>
              <a:gd name="connsiteX89358" fmla="*/ 862837 w 2119654"/>
              <a:gd name="connsiteY89358" fmla="*/ 328437 h 2398711"/>
              <a:gd name="connsiteX89359" fmla="*/ 864502 w 2119654"/>
              <a:gd name="connsiteY89359" fmla="*/ 324608 h 2398711"/>
              <a:gd name="connsiteX89360" fmla="*/ 864536 w 2119654"/>
              <a:gd name="connsiteY89360" fmla="*/ 324389 h 2398711"/>
              <a:gd name="connsiteX89361" fmla="*/ 864282 w 2119654"/>
              <a:gd name="connsiteY89361" fmla="*/ 323865 h 2398711"/>
              <a:gd name="connsiteX89362" fmla="*/ 864456 w 2119654"/>
              <a:gd name="connsiteY89362" fmla="*/ 323950 h 2398711"/>
              <a:gd name="connsiteX89363" fmla="*/ 864569 w 2119654"/>
              <a:gd name="connsiteY89363" fmla="*/ 324183 h 2398711"/>
              <a:gd name="connsiteX89364" fmla="*/ 866608 w 2119654"/>
              <a:gd name="connsiteY89364" fmla="*/ 311381 h 2398711"/>
              <a:gd name="connsiteX89365" fmla="*/ 296623 w 2119654"/>
              <a:gd name="connsiteY89365" fmla="*/ 1585654 h 2398711"/>
              <a:gd name="connsiteX89366" fmla="*/ 295998 w 2119654"/>
              <a:gd name="connsiteY89366" fmla="*/ 1588403 h 2398711"/>
              <a:gd name="connsiteX89367" fmla="*/ 296596 w 2119654"/>
              <a:gd name="connsiteY89367" fmla="*/ 1588575 h 2398711"/>
              <a:gd name="connsiteX89368" fmla="*/ 297785 w 2119654"/>
              <a:gd name="connsiteY89368" fmla="*/ 1586003 h 2398711"/>
              <a:gd name="connsiteX89369" fmla="*/ 807026 w 2119654"/>
              <a:gd name="connsiteY89369" fmla="*/ 442692 h 2398711"/>
              <a:gd name="connsiteX89370" fmla="*/ 807391 w 2119654"/>
              <a:gd name="connsiteY89370" fmla="*/ 442839 h 2398711"/>
              <a:gd name="connsiteX89371" fmla="*/ 807161 w 2119654"/>
              <a:gd name="connsiteY89371" fmla="*/ 442507 h 2398711"/>
              <a:gd name="connsiteX89372" fmla="*/ 781566 w 2119654"/>
              <a:gd name="connsiteY89372" fmla="*/ 499611 h 2398711"/>
              <a:gd name="connsiteX89373" fmla="*/ 781978 w 2119654"/>
              <a:gd name="connsiteY89373" fmla="*/ 499912 h 2398711"/>
              <a:gd name="connsiteX89374" fmla="*/ 782257 w 2119654"/>
              <a:gd name="connsiteY89374" fmla="*/ 499275 h 2398711"/>
              <a:gd name="connsiteX89375" fmla="*/ 781921 w 2119654"/>
              <a:gd name="connsiteY89375" fmla="*/ 498942 h 2398711"/>
              <a:gd name="connsiteX89376" fmla="*/ 781213 w 2119654"/>
              <a:gd name="connsiteY89376" fmla="*/ 500276 h 2398711"/>
              <a:gd name="connsiteX89377" fmla="*/ 781291 w 2119654"/>
              <a:gd name="connsiteY89377" fmla="*/ 501482 h 2398711"/>
              <a:gd name="connsiteX89378" fmla="*/ 781859 w 2119654"/>
              <a:gd name="connsiteY89378" fmla="*/ 500185 h 2398711"/>
              <a:gd name="connsiteX89379" fmla="*/ 781431 w 2119654"/>
              <a:gd name="connsiteY89379" fmla="*/ 499864 h 2398711"/>
              <a:gd name="connsiteX89380" fmla="*/ 296808 w 2119654"/>
              <a:gd name="connsiteY89380" fmla="*/ 1584841 h 2398711"/>
              <a:gd name="connsiteX89381" fmla="*/ 296761 w 2119654"/>
              <a:gd name="connsiteY89381" fmla="*/ 1585050 h 2398711"/>
              <a:gd name="connsiteX89382" fmla="*/ 297182 w 2119654"/>
              <a:gd name="connsiteY89382" fmla="*/ 1585175 h 2398711"/>
              <a:gd name="connsiteX89383" fmla="*/ 779700 w 2119654"/>
              <a:gd name="connsiteY89383" fmla="*/ 503124 h 2398711"/>
              <a:gd name="connsiteX89384" fmla="*/ 779752 w 2119654"/>
              <a:gd name="connsiteY89384" fmla="*/ 503790 h 2398711"/>
              <a:gd name="connsiteX89385" fmla="*/ 780132 w 2119654"/>
              <a:gd name="connsiteY89385" fmla="*/ 504130 h 2398711"/>
              <a:gd name="connsiteX89386" fmla="*/ 781148 w 2119654"/>
              <a:gd name="connsiteY89386" fmla="*/ 501808 h 2398711"/>
              <a:gd name="connsiteX89387" fmla="*/ 781081 w 2119654"/>
              <a:gd name="connsiteY89387" fmla="*/ 500523 h 2398711"/>
              <a:gd name="connsiteX89388" fmla="*/ 781173 w 2119654"/>
              <a:gd name="connsiteY89388" fmla="*/ 499670 h 2398711"/>
              <a:gd name="connsiteX89389" fmla="*/ 781193 w 2119654"/>
              <a:gd name="connsiteY89389" fmla="*/ 499971 h 2398711"/>
              <a:gd name="connsiteX89390" fmla="*/ 781301 w 2119654"/>
              <a:gd name="connsiteY89390" fmla="*/ 499767 h 2398711"/>
              <a:gd name="connsiteX89391" fmla="*/ 868843 w 2119654"/>
              <a:gd name="connsiteY89391" fmla="*/ 303355 h 2398711"/>
              <a:gd name="connsiteX89392" fmla="*/ 868205 w 2119654"/>
              <a:gd name="connsiteY89392" fmla="*/ 307365 h 2398711"/>
              <a:gd name="connsiteX89393" fmla="*/ 869797 w 2119654"/>
              <a:gd name="connsiteY89393" fmla="*/ 304362 h 2398711"/>
              <a:gd name="connsiteX89394" fmla="*/ 805915 w 2119654"/>
              <a:gd name="connsiteY89394" fmla="*/ 444209 h 2398711"/>
              <a:gd name="connsiteX89395" fmla="*/ 805958 w 2119654"/>
              <a:gd name="connsiteY89395" fmla="*/ 444286 h 2398711"/>
              <a:gd name="connsiteX89396" fmla="*/ 805980 w 2119654"/>
              <a:gd name="connsiteY89396" fmla="*/ 444121 h 2398711"/>
              <a:gd name="connsiteX89397" fmla="*/ 785685 w 2119654"/>
              <a:gd name="connsiteY89397" fmla="*/ 489503 h 2398711"/>
              <a:gd name="connsiteX89398" fmla="*/ 785795 w 2119654"/>
              <a:gd name="connsiteY89398" fmla="*/ 491189 h 2398711"/>
              <a:gd name="connsiteX89399" fmla="*/ 786158 w 2119654"/>
              <a:gd name="connsiteY89399" fmla="*/ 490358 h 2398711"/>
              <a:gd name="connsiteX89400" fmla="*/ 786225 w 2119654"/>
              <a:gd name="connsiteY89400" fmla="*/ 489897 h 2398711"/>
              <a:gd name="connsiteX89401" fmla="*/ 837457 w 2119654"/>
              <a:gd name="connsiteY89401" fmla="*/ 373382 h 2398711"/>
              <a:gd name="connsiteX89402" fmla="*/ 837030 w 2119654"/>
              <a:gd name="connsiteY89402" fmla="*/ 376780 h 2398711"/>
              <a:gd name="connsiteX89403" fmla="*/ 837879 w 2119654"/>
              <a:gd name="connsiteY89403" fmla="*/ 377554 h 2398711"/>
              <a:gd name="connsiteX89404" fmla="*/ 839439 w 2119654"/>
              <a:gd name="connsiteY89404" fmla="*/ 375481 h 2398711"/>
              <a:gd name="connsiteX89405" fmla="*/ 855340 w 2119654"/>
              <a:gd name="connsiteY89405" fmla="*/ 333334 h 2398711"/>
              <a:gd name="connsiteX89406" fmla="*/ 859064 w 2119654"/>
              <a:gd name="connsiteY89406" fmla="*/ 337114 h 2398711"/>
              <a:gd name="connsiteX89407" fmla="*/ 862669 w 2119654"/>
              <a:gd name="connsiteY89407" fmla="*/ 328822 h 2398711"/>
              <a:gd name="connsiteX89408" fmla="*/ 860056 w 2119654"/>
              <a:gd name="connsiteY89408" fmla="*/ 324146 h 2398711"/>
              <a:gd name="connsiteX89409" fmla="*/ 805528 w 2119654"/>
              <a:gd name="connsiteY89409" fmla="*/ 444737 h 2398711"/>
              <a:gd name="connsiteX89410" fmla="*/ 805846 w 2119654"/>
              <a:gd name="connsiteY89410" fmla="*/ 445163 h 2398711"/>
              <a:gd name="connsiteX89411" fmla="*/ 805920 w 2119654"/>
              <a:gd name="connsiteY89411" fmla="*/ 444587 h 2398711"/>
              <a:gd name="connsiteX89412" fmla="*/ 805798 w 2119654"/>
              <a:gd name="connsiteY89412" fmla="*/ 444368 h 2398711"/>
              <a:gd name="connsiteX89413" fmla="*/ 776893 w 2119654"/>
              <a:gd name="connsiteY89413" fmla="*/ 508413 h 2398711"/>
              <a:gd name="connsiteX89414" fmla="*/ 777354 w 2119654"/>
              <a:gd name="connsiteY89414" fmla="*/ 508748 h 2398711"/>
              <a:gd name="connsiteX89415" fmla="*/ 777272 w 2119654"/>
              <a:gd name="connsiteY89415" fmla="*/ 507698 h 2398711"/>
              <a:gd name="connsiteX89416" fmla="*/ 853036 w 2119654"/>
              <a:gd name="connsiteY89416" fmla="*/ 337824 h 2398711"/>
              <a:gd name="connsiteX89417" fmla="*/ 857309 w 2119654"/>
              <a:gd name="connsiteY89417" fmla="*/ 341150 h 2398711"/>
              <a:gd name="connsiteX89418" fmla="*/ 858838 w 2119654"/>
              <a:gd name="connsiteY89418" fmla="*/ 337632 h 2398711"/>
              <a:gd name="connsiteX89419" fmla="*/ 855088 w 2119654"/>
              <a:gd name="connsiteY89419" fmla="*/ 333825 h 2398711"/>
              <a:gd name="connsiteX89420" fmla="*/ 763714 w 2119654"/>
              <a:gd name="connsiteY89420" fmla="*/ 537763 h 2398711"/>
              <a:gd name="connsiteX89421" fmla="*/ 763729 w 2119654"/>
              <a:gd name="connsiteY89421" fmla="*/ 537832 h 2398711"/>
              <a:gd name="connsiteX89422" fmla="*/ 763716 w 2119654"/>
              <a:gd name="connsiteY89422" fmla="*/ 537766 h 2398711"/>
              <a:gd name="connsiteX89423" fmla="*/ 313997 w 2119654"/>
              <a:gd name="connsiteY89423" fmla="*/ 1544639 h 2398711"/>
              <a:gd name="connsiteX89424" fmla="*/ 316604 w 2119654"/>
              <a:gd name="connsiteY89424" fmla="*/ 1545407 h 2398711"/>
              <a:gd name="connsiteX89425" fmla="*/ 314118 w 2119654"/>
              <a:gd name="connsiteY89425" fmla="*/ 1544532 h 2398711"/>
              <a:gd name="connsiteX89426" fmla="*/ 775704 w 2119654"/>
              <a:gd name="connsiteY89426" fmla="*/ 510650 h 2398711"/>
              <a:gd name="connsiteX89427" fmla="*/ 776817 w 2119654"/>
              <a:gd name="connsiteY89427" fmla="*/ 511704 h 2398711"/>
              <a:gd name="connsiteX89428" fmla="*/ 777469 w 2119654"/>
              <a:gd name="connsiteY89428" fmla="*/ 510216 h 2398711"/>
              <a:gd name="connsiteX89429" fmla="*/ 777442 w 2119654"/>
              <a:gd name="connsiteY89429" fmla="*/ 509873 h 2398711"/>
              <a:gd name="connsiteX89430" fmla="*/ 776509 w 2119654"/>
              <a:gd name="connsiteY89430" fmla="*/ 509135 h 2398711"/>
              <a:gd name="connsiteX89431" fmla="*/ 775570 w 2119654"/>
              <a:gd name="connsiteY89431" fmla="*/ 510906 h 2398711"/>
              <a:gd name="connsiteX89432" fmla="*/ 775461 w 2119654"/>
              <a:gd name="connsiteY89432" fmla="*/ 511539 h 2398711"/>
              <a:gd name="connsiteX89433" fmla="*/ 776309 w 2119654"/>
              <a:gd name="connsiteY89433" fmla="*/ 512867 h 2398711"/>
              <a:gd name="connsiteX89434" fmla="*/ 776769 w 2119654"/>
              <a:gd name="connsiteY89434" fmla="*/ 511814 h 2398711"/>
              <a:gd name="connsiteX89435" fmla="*/ 776328 w 2119654"/>
              <a:gd name="connsiteY89435" fmla="*/ 511377 h 2398711"/>
              <a:gd name="connsiteX89436" fmla="*/ 775655 w 2119654"/>
              <a:gd name="connsiteY89436" fmla="*/ 510742 h 2398711"/>
              <a:gd name="connsiteX89437" fmla="*/ 851560 w 2119654"/>
              <a:gd name="connsiteY89437" fmla="*/ 340699 h 2398711"/>
              <a:gd name="connsiteX89438" fmla="*/ 855173 w 2119654"/>
              <a:gd name="connsiteY89438" fmla="*/ 346063 h 2398711"/>
              <a:gd name="connsiteX89439" fmla="*/ 856343 w 2119654"/>
              <a:gd name="connsiteY89439" fmla="*/ 343370 h 2398711"/>
              <a:gd name="connsiteX89440" fmla="*/ 852578 w 2119654"/>
              <a:gd name="connsiteY89440" fmla="*/ 341195 h 2398711"/>
              <a:gd name="connsiteX89441" fmla="*/ 853173 w 2119654"/>
              <a:gd name="connsiteY89441" fmla="*/ 341108 h 2398711"/>
              <a:gd name="connsiteX89442" fmla="*/ 856493 w 2119654"/>
              <a:gd name="connsiteY89442" fmla="*/ 343027 h 2398711"/>
              <a:gd name="connsiteX89443" fmla="*/ 856615 w 2119654"/>
              <a:gd name="connsiteY89443" fmla="*/ 342746 h 2398711"/>
              <a:gd name="connsiteX89444" fmla="*/ 852443 w 2119654"/>
              <a:gd name="connsiteY89444" fmla="*/ 338979 h 2398711"/>
              <a:gd name="connsiteX89445" fmla="*/ 829103 w 2119654"/>
              <a:gd name="connsiteY89445" fmla="*/ 390717 h 2398711"/>
              <a:gd name="connsiteX89446" fmla="*/ 834138 w 2119654"/>
              <a:gd name="connsiteY89446" fmla="*/ 396048 h 2398711"/>
              <a:gd name="connsiteX89447" fmla="*/ 834295 w 2119654"/>
              <a:gd name="connsiteY89447" fmla="*/ 395674 h 2398711"/>
              <a:gd name="connsiteX89448" fmla="*/ 835123 w 2119654"/>
              <a:gd name="connsiteY89448" fmla="*/ 389079 h 2398711"/>
              <a:gd name="connsiteX89449" fmla="*/ 832544 w 2119654"/>
              <a:gd name="connsiteY89449" fmla="*/ 386017 h 2398711"/>
              <a:gd name="connsiteX89450" fmla="*/ 781091 w 2119654"/>
              <a:gd name="connsiteY89450" fmla="*/ 498122 h 2398711"/>
              <a:gd name="connsiteX89451" fmla="*/ 781153 w 2119654"/>
              <a:gd name="connsiteY89451" fmla="*/ 499310 h 2398711"/>
              <a:gd name="connsiteX89452" fmla="*/ 781435 w 2119654"/>
              <a:gd name="connsiteY89452" fmla="*/ 499516 h 2398711"/>
              <a:gd name="connsiteX89453" fmla="*/ 781802 w 2119654"/>
              <a:gd name="connsiteY89453" fmla="*/ 498824 h 2398711"/>
              <a:gd name="connsiteX89454" fmla="*/ 900295 w 2119654"/>
              <a:gd name="connsiteY89454" fmla="*/ 231182 h 2398711"/>
              <a:gd name="connsiteX89455" fmla="*/ 899088 w 2119654"/>
              <a:gd name="connsiteY89455" fmla="*/ 238756 h 2398711"/>
              <a:gd name="connsiteX89456" fmla="*/ 903962 w 2119654"/>
              <a:gd name="connsiteY89456" fmla="*/ 250213 h 2398711"/>
              <a:gd name="connsiteX89457" fmla="*/ 905890 w 2119654"/>
              <a:gd name="connsiteY89457" fmla="*/ 244330 h 2398711"/>
              <a:gd name="connsiteX89458" fmla="*/ 907642 w 2119654"/>
              <a:gd name="connsiteY89458" fmla="*/ 239220 h 2398711"/>
              <a:gd name="connsiteX89459" fmla="*/ 901535 w 2119654"/>
              <a:gd name="connsiteY89459" fmla="*/ 233353 h 2398711"/>
              <a:gd name="connsiteX89460" fmla="*/ 901816 w 2119654"/>
              <a:gd name="connsiteY89460" fmla="*/ 233381 h 2398711"/>
              <a:gd name="connsiteX89461" fmla="*/ 907705 w 2119654"/>
              <a:gd name="connsiteY89461" fmla="*/ 239037 h 2398711"/>
              <a:gd name="connsiteX89462" fmla="*/ 907844 w 2119654"/>
              <a:gd name="connsiteY89462" fmla="*/ 238633 h 2398711"/>
              <a:gd name="connsiteX89463" fmla="*/ 850147 w 2119654"/>
              <a:gd name="connsiteY89463" fmla="*/ 343454 h 2398711"/>
              <a:gd name="connsiteX89464" fmla="*/ 853772 w 2119654"/>
              <a:gd name="connsiteY89464" fmla="*/ 346408 h 2398711"/>
              <a:gd name="connsiteX89465" fmla="*/ 850942 w 2119654"/>
              <a:gd name="connsiteY89465" fmla="*/ 341906 h 2398711"/>
              <a:gd name="connsiteX89466" fmla="*/ 803507 w 2119654"/>
              <a:gd name="connsiteY89466" fmla="*/ 447498 h 2398711"/>
              <a:gd name="connsiteX89467" fmla="*/ 804744 w 2119654"/>
              <a:gd name="connsiteY89467" fmla="*/ 453765 h 2398711"/>
              <a:gd name="connsiteX89468" fmla="*/ 805731 w 2119654"/>
              <a:gd name="connsiteY89468" fmla="*/ 446057 h 2398711"/>
              <a:gd name="connsiteX89469" fmla="*/ 805148 w 2119654"/>
              <a:gd name="connsiteY89469" fmla="*/ 445257 h 2398711"/>
              <a:gd name="connsiteX89470" fmla="*/ 820492 w 2119654"/>
              <a:gd name="connsiteY89470" fmla="*/ 409422 h 2398711"/>
              <a:gd name="connsiteX89471" fmla="*/ 820448 w 2119654"/>
              <a:gd name="connsiteY89471" fmla="*/ 409929 h 2398711"/>
              <a:gd name="connsiteX89472" fmla="*/ 822003 w 2119654"/>
              <a:gd name="connsiteY89472" fmla="*/ 412873 h 2398711"/>
              <a:gd name="connsiteX89473" fmla="*/ 824978 w 2119654"/>
              <a:gd name="connsiteY89473" fmla="*/ 414583 h 2398711"/>
              <a:gd name="connsiteX89474" fmla="*/ 823985 w 2119654"/>
              <a:gd name="connsiteY89474" fmla="*/ 412831 h 2398711"/>
              <a:gd name="connsiteX89475" fmla="*/ 810831 w 2119654"/>
              <a:gd name="connsiteY89475" fmla="*/ 430996 h 2398711"/>
              <a:gd name="connsiteX89476" fmla="*/ 811092 w 2119654"/>
              <a:gd name="connsiteY89476" fmla="*/ 436095 h 2398711"/>
              <a:gd name="connsiteX89477" fmla="*/ 813590 w 2119654"/>
              <a:gd name="connsiteY89477" fmla="*/ 432684 h 2398711"/>
              <a:gd name="connsiteX89478" fmla="*/ 811669 w 2119654"/>
              <a:gd name="connsiteY89478" fmla="*/ 431331 h 2398711"/>
              <a:gd name="connsiteX89479" fmla="*/ 311690 w 2119654"/>
              <a:gd name="connsiteY89479" fmla="*/ 1548667 h 2398711"/>
              <a:gd name="connsiteX89480" fmla="*/ 312211 w 2119654"/>
              <a:gd name="connsiteY89480" fmla="*/ 1549436 h 2398711"/>
              <a:gd name="connsiteX89481" fmla="*/ 312887 w 2119654"/>
              <a:gd name="connsiteY89481" fmla="*/ 1549561 h 2398711"/>
              <a:gd name="connsiteX89482" fmla="*/ 313059 w 2119654"/>
              <a:gd name="connsiteY89482" fmla="*/ 1545471 h 2398711"/>
              <a:gd name="connsiteX89483" fmla="*/ 317702 w 2119654"/>
              <a:gd name="connsiteY89483" fmla="*/ 1546413 h 2398711"/>
              <a:gd name="connsiteX89484" fmla="*/ 317800 w 2119654"/>
              <a:gd name="connsiteY89484" fmla="*/ 1546221 h 2398711"/>
              <a:gd name="connsiteX89485" fmla="*/ 313606 w 2119654"/>
              <a:gd name="connsiteY89485" fmla="*/ 1544986 h 2398711"/>
              <a:gd name="connsiteX89486" fmla="*/ 767557 w 2119654"/>
              <a:gd name="connsiteY89486" fmla="*/ 527643 h 2398711"/>
              <a:gd name="connsiteX89487" fmla="*/ 767601 w 2119654"/>
              <a:gd name="connsiteY89487" fmla="*/ 528319 h 2398711"/>
              <a:gd name="connsiteX89488" fmla="*/ 768818 w 2119654"/>
              <a:gd name="connsiteY89488" fmla="*/ 529944 h 2398711"/>
              <a:gd name="connsiteX89489" fmla="*/ 768903 w 2119654"/>
              <a:gd name="connsiteY89489" fmla="*/ 529443 h 2398711"/>
              <a:gd name="connsiteX89490" fmla="*/ 775949 w 2119654"/>
              <a:gd name="connsiteY89490" fmla="*/ 508693 h 2398711"/>
              <a:gd name="connsiteX89491" fmla="*/ 775656 w 2119654"/>
              <a:gd name="connsiteY89491" fmla="*/ 510395 h 2398711"/>
              <a:gd name="connsiteX89492" fmla="*/ 776380 w 2119654"/>
              <a:gd name="connsiteY89492" fmla="*/ 509033 h 2398711"/>
              <a:gd name="connsiteX89493" fmla="*/ 317857 w 2119654"/>
              <a:gd name="connsiteY89493" fmla="*/ 1534301 h 2398711"/>
              <a:gd name="connsiteX89494" fmla="*/ 318100 w 2119654"/>
              <a:gd name="connsiteY89494" fmla="*/ 1534492 h 2398711"/>
              <a:gd name="connsiteX89495" fmla="*/ 318059 w 2119654"/>
              <a:gd name="connsiteY89495" fmla="*/ 1534431 h 2398711"/>
              <a:gd name="connsiteX89496" fmla="*/ 807434 w 2119654"/>
              <a:gd name="connsiteY89496" fmla="*/ 438040 h 2398711"/>
              <a:gd name="connsiteX89497" fmla="*/ 807158 w 2119654"/>
              <a:gd name="connsiteY89497" fmla="*/ 440198 h 2398711"/>
              <a:gd name="connsiteX89498" fmla="*/ 807702 w 2119654"/>
              <a:gd name="connsiteY89498" fmla="*/ 440726 h 2398711"/>
              <a:gd name="connsiteX89499" fmla="*/ 808680 w 2119654"/>
              <a:gd name="connsiteY89499" fmla="*/ 439391 h 2398711"/>
              <a:gd name="connsiteX89500" fmla="*/ 807660 w 2119654"/>
              <a:gd name="connsiteY89500" fmla="*/ 438269 h 2398711"/>
              <a:gd name="connsiteX89501" fmla="*/ 283908 w 2119654"/>
              <a:gd name="connsiteY89501" fmla="*/ 1610274 h 2398711"/>
              <a:gd name="connsiteX89502" fmla="*/ 285821 w 2119654"/>
              <a:gd name="connsiteY89502" fmla="*/ 1611895 h 2398711"/>
              <a:gd name="connsiteX89503" fmla="*/ 285958 w 2119654"/>
              <a:gd name="connsiteY89503" fmla="*/ 1611598 h 2398711"/>
              <a:gd name="connsiteX89504" fmla="*/ 284275 w 2119654"/>
              <a:gd name="connsiteY89504" fmla="*/ 1610517 h 2398711"/>
              <a:gd name="connsiteX89505" fmla="*/ 785522 w 2119654"/>
              <a:gd name="connsiteY89505" fmla="*/ 487026 h 2398711"/>
              <a:gd name="connsiteX89506" fmla="*/ 785673 w 2119654"/>
              <a:gd name="connsiteY89506" fmla="*/ 489330 h 2398711"/>
              <a:gd name="connsiteX89507" fmla="*/ 786246 w 2119654"/>
              <a:gd name="connsiteY89507" fmla="*/ 489747 h 2398711"/>
              <a:gd name="connsiteX89508" fmla="*/ 786270 w 2119654"/>
              <a:gd name="connsiteY89508" fmla="*/ 489581 h 2398711"/>
              <a:gd name="connsiteX89509" fmla="*/ 786713 w 2119654"/>
              <a:gd name="connsiteY89509" fmla="*/ 487940 h 2398711"/>
              <a:gd name="connsiteX89510" fmla="*/ 796832 w 2119654"/>
              <a:gd name="connsiteY89510" fmla="*/ 461694 h 2398711"/>
              <a:gd name="connsiteX89511" fmla="*/ 795969 w 2119654"/>
              <a:gd name="connsiteY89511" fmla="*/ 464895 h 2398711"/>
              <a:gd name="connsiteX89512" fmla="*/ 797242 w 2119654"/>
              <a:gd name="connsiteY89512" fmla="*/ 468241 h 2398711"/>
              <a:gd name="connsiteX89513" fmla="*/ 797898 w 2119654"/>
              <a:gd name="connsiteY89513" fmla="*/ 463804 h 2398711"/>
              <a:gd name="connsiteX89514" fmla="*/ 869613 w 2119654"/>
              <a:gd name="connsiteY89514" fmla="*/ 298525 h 2398711"/>
              <a:gd name="connsiteX89515" fmla="*/ 868992 w 2119654"/>
              <a:gd name="connsiteY89515" fmla="*/ 302425 h 2398711"/>
              <a:gd name="connsiteX89516" fmla="*/ 870167 w 2119654"/>
              <a:gd name="connsiteY89516" fmla="*/ 303665 h 2398711"/>
              <a:gd name="connsiteX89517" fmla="*/ 871463 w 2119654"/>
              <a:gd name="connsiteY89517" fmla="*/ 301222 h 2398711"/>
              <a:gd name="connsiteX89518" fmla="*/ 769734 w 2119654"/>
              <a:gd name="connsiteY89518" fmla="*/ 522172 h 2398711"/>
              <a:gd name="connsiteX89519" fmla="*/ 770070 w 2119654"/>
              <a:gd name="connsiteY89519" fmla="*/ 522622 h 2398711"/>
              <a:gd name="connsiteX89520" fmla="*/ 770355 w 2119654"/>
              <a:gd name="connsiteY89520" fmla="*/ 520964 h 2398711"/>
              <a:gd name="connsiteX89521" fmla="*/ 317591 w 2119654"/>
              <a:gd name="connsiteY89521" fmla="*/ 1534485 h 2398711"/>
              <a:gd name="connsiteX89522" fmla="*/ 317789 w 2119654"/>
              <a:gd name="connsiteY89522" fmla="*/ 1534769 h 2398711"/>
              <a:gd name="connsiteX89523" fmla="*/ 318648 w 2119654"/>
              <a:gd name="connsiteY89523" fmla="*/ 1535319 h 2398711"/>
              <a:gd name="connsiteX89524" fmla="*/ 805101 w 2119654"/>
              <a:gd name="connsiteY89524" fmla="*/ 442742 h 2398711"/>
              <a:gd name="connsiteX89525" fmla="*/ 805586 w 2119654"/>
              <a:gd name="connsiteY89525" fmla="*/ 443615 h 2398711"/>
              <a:gd name="connsiteX89526" fmla="*/ 805759 w 2119654"/>
              <a:gd name="connsiteY89526" fmla="*/ 443379 h 2398711"/>
              <a:gd name="connsiteX89527" fmla="*/ 797514 w 2119654"/>
              <a:gd name="connsiteY89527" fmla="*/ 459163 h 2398711"/>
              <a:gd name="connsiteX89528" fmla="*/ 797091 w 2119654"/>
              <a:gd name="connsiteY89528" fmla="*/ 460734 h 2398711"/>
              <a:gd name="connsiteX89529" fmla="*/ 798087 w 2119654"/>
              <a:gd name="connsiteY89529" fmla="*/ 462524 h 2398711"/>
              <a:gd name="connsiteX89530" fmla="*/ 798452 w 2119654"/>
              <a:gd name="connsiteY89530" fmla="*/ 460053 h 2398711"/>
              <a:gd name="connsiteX89531" fmla="*/ 288895 w 2119654"/>
              <a:gd name="connsiteY89531" fmla="*/ 1597971 h 2398711"/>
              <a:gd name="connsiteX89532" fmla="*/ 290876 w 2119654"/>
              <a:gd name="connsiteY89532" fmla="*/ 1599151 h 2398711"/>
              <a:gd name="connsiteX89533" fmla="*/ 289901 w 2119654"/>
              <a:gd name="connsiteY89533" fmla="*/ 1598281 h 2398711"/>
              <a:gd name="connsiteX89534" fmla="*/ 826372 w 2119654"/>
              <a:gd name="connsiteY89534" fmla="*/ 394449 h 2398711"/>
              <a:gd name="connsiteX89535" fmla="*/ 831066 w 2119654"/>
              <a:gd name="connsiteY89535" fmla="*/ 398395 h 2398711"/>
              <a:gd name="connsiteX89536" fmla="*/ 832579 w 2119654"/>
              <a:gd name="connsiteY89536" fmla="*/ 399771 h 2398711"/>
              <a:gd name="connsiteX89537" fmla="*/ 833445 w 2119654"/>
              <a:gd name="connsiteY89537" fmla="*/ 397704 h 2398711"/>
              <a:gd name="connsiteX89538" fmla="*/ 829759 w 2119654"/>
              <a:gd name="connsiteY89538" fmla="*/ 392310 h 2398711"/>
              <a:gd name="connsiteX89539" fmla="*/ 828732 w 2119654"/>
              <a:gd name="connsiteY89539" fmla="*/ 391224 h 2398711"/>
              <a:gd name="connsiteX89540" fmla="*/ 298941 w 2119654"/>
              <a:gd name="connsiteY89540" fmla="*/ 1575458 h 2398711"/>
              <a:gd name="connsiteX89541" fmla="*/ 297939 w 2119654"/>
              <a:gd name="connsiteY89541" fmla="*/ 1579869 h 2398711"/>
              <a:gd name="connsiteX89542" fmla="*/ 299834 w 2119654"/>
              <a:gd name="connsiteY89542" fmla="*/ 1581568 h 2398711"/>
              <a:gd name="connsiteX89543" fmla="*/ 301125 w 2119654"/>
              <a:gd name="connsiteY89543" fmla="*/ 1578777 h 2398711"/>
              <a:gd name="connsiteX89544" fmla="*/ 302474 w 2119654"/>
              <a:gd name="connsiteY89544" fmla="*/ 1576141 h 2398711"/>
              <a:gd name="connsiteX89545" fmla="*/ 311779 w 2119654"/>
              <a:gd name="connsiteY89545" fmla="*/ 1546605 h 2398711"/>
              <a:gd name="connsiteX89546" fmla="*/ 313360 w 2119654"/>
              <a:gd name="connsiteY89546" fmla="*/ 1548129 h 2398711"/>
              <a:gd name="connsiteX89547" fmla="*/ 315969 w 2119654"/>
              <a:gd name="connsiteY89547" fmla="*/ 1549795 h 2398711"/>
              <a:gd name="connsiteX89548" fmla="*/ 317513 w 2119654"/>
              <a:gd name="connsiteY89548" fmla="*/ 1546782 h 2398711"/>
              <a:gd name="connsiteX89549" fmla="*/ 312685 w 2119654"/>
              <a:gd name="connsiteY89549" fmla="*/ 1545802 h 2398711"/>
              <a:gd name="connsiteX89550" fmla="*/ 820696 w 2119654"/>
              <a:gd name="connsiteY89550" fmla="*/ 407022 h 2398711"/>
              <a:gd name="connsiteX89551" fmla="*/ 820522 w 2119654"/>
              <a:gd name="connsiteY89551" fmla="*/ 409064 h 2398711"/>
              <a:gd name="connsiteX89552" fmla="*/ 823494 w 2119654"/>
              <a:gd name="connsiteY89552" fmla="*/ 411962 h 2398711"/>
              <a:gd name="connsiteX89553" fmla="*/ 776669 w 2119654"/>
              <a:gd name="connsiteY89553" fmla="*/ 505464 h 2398711"/>
              <a:gd name="connsiteX89554" fmla="*/ 776131 w 2119654"/>
              <a:gd name="connsiteY89554" fmla="*/ 507633 h 2398711"/>
              <a:gd name="connsiteX89555" fmla="*/ 776096 w 2119654"/>
              <a:gd name="connsiteY89555" fmla="*/ 507834 h 2398711"/>
              <a:gd name="connsiteX89556" fmla="*/ 776761 w 2119654"/>
              <a:gd name="connsiteY89556" fmla="*/ 508317 h 2398711"/>
              <a:gd name="connsiteX89557" fmla="*/ 777249 w 2119654"/>
              <a:gd name="connsiteY89557" fmla="*/ 507398 h 2398711"/>
              <a:gd name="connsiteX89558" fmla="*/ 777157 w 2119654"/>
              <a:gd name="connsiteY89558" fmla="*/ 506226 h 2398711"/>
              <a:gd name="connsiteX89559" fmla="*/ 825904 w 2119654"/>
              <a:gd name="connsiteY89559" fmla="*/ 395087 h 2398711"/>
              <a:gd name="connsiteX89560" fmla="*/ 832036 w 2119654"/>
              <a:gd name="connsiteY89560" fmla="*/ 401068 h 2398711"/>
              <a:gd name="connsiteX89561" fmla="*/ 832291 w 2119654"/>
              <a:gd name="connsiteY89561" fmla="*/ 400459 h 2398711"/>
              <a:gd name="connsiteX89562" fmla="*/ 826100 w 2119654"/>
              <a:gd name="connsiteY89562" fmla="*/ 394819 h 2398711"/>
              <a:gd name="connsiteX89563" fmla="*/ 305802 w 2119654"/>
              <a:gd name="connsiteY89563" fmla="*/ 1559629 h 2398711"/>
              <a:gd name="connsiteX89564" fmla="*/ 306179 w 2119654"/>
              <a:gd name="connsiteY89564" fmla="*/ 1560109 h 2398711"/>
              <a:gd name="connsiteX89565" fmla="*/ 307852 w 2119654"/>
              <a:gd name="connsiteY89565" fmla="*/ 1560875 h 2398711"/>
              <a:gd name="connsiteX89566" fmla="*/ 308161 w 2119654"/>
              <a:gd name="connsiteY89566" fmla="*/ 1560997 h 2398711"/>
              <a:gd name="connsiteX89567" fmla="*/ 307946 w 2119654"/>
              <a:gd name="connsiteY89567" fmla="*/ 1560622 h 2398711"/>
              <a:gd name="connsiteX89568" fmla="*/ 840478 w 2119654"/>
              <a:gd name="connsiteY89568" fmla="*/ 362293 h 2398711"/>
              <a:gd name="connsiteX89569" fmla="*/ 843718 w 2119654"/>
              <a:gd name="connsiteY89569" fmla="*/ 369799 h 2398711"/>
              <a:gd name="connsiteX89570" fmla="*/ 846909 w 2119654"/>
              <a:gd name="connsiteY89570" fmla="*/ 365560 h 2398711"/>
              <a:gd name="connsiteX89571" fmla="*/ 852547 w 2119654"/>
              <a:gd name="connsiteY89571" fmla="*/ 352102 h 2398711"/>
              <a:gd name="connsiteX89572" fmla="*/ 854511 w 2119654"/>
              <a:gd name="connsiteY89572" fmla="*/ 347584 h 2398711"/>
              <a:gd name="connsiteX89573" fmla="*/ 854013 w 2119654"/>
              <a:gd name="connsiteY89573" fmla="*/ 346788 h 2398711"/>
              <a:gd name="connsiteX89574" fmla="*/ 850080 w 2119654"/>
              <a:gd name="connsiteY89574" fmla="*/ 343584 h 2398711"/>
              <a:gd name="connsiteX89575" fmla="*/ 814329 w 2119654"/>
              <a:gd name="connsiteY89575" fmla="*/ 420843 h 2398711"/>
              <a:gd name="connsiteX89576" fmla="*/ 817869 w 2119654"/>
              <a:gd name="connsiteY89576" fmla="*/ 425272 h 2398711"/>
              <a:gd name="connsiteX89577" fmla="*/ 818118 w 2119654"/>
              <a:gd name="connsiteY89577" fmla="*/ 422348 h 2398711"/>
              <a:gd name="connsiteX89578" fmla="*/ 311441 w 2119654"/>
              <a:gd name="connsiteY89578" fmla="*/ 1546904 h 2398711"/>
              <a:gd name="connsiteX89579" fmla="*/ 312442 w 2119654"/>
              <a:gd name="connsiteY89579" fmla="*/ 1547542 h 2398711"/>
              <a:gd name="connsiteX89580" fmla="*/ 311629 w 2119654"/>
              <a:gd name="connsiteY89580" fmla="*/ 1546738 h 2398711"/>
              <a:gd name="connsiteX89581" fmla="*/ 798042 w 2119654"/>
              <a:gd name="connsiteY89581" fmla="*/ 457204 h 2398711"/>
              <a:gd name="connsiteX89582" fmla="*/ 797580 w 2119654"/>
              <a:gd name="connsiteY89582" fmla="*/ 458919 h 2398711"/>
              <a:gd name="connsiteX89583" fmla="*/ 798491 w 2119654"/>
              <a:gd name="connsiteY89583" fmla="*/ 459783 h 2398711"/>
              <a:gd name="connsiteX89584" fmla="*/ 798517 w 2119654"/>
              <a:gd name="connsiteY89584" fmla="*/ 459609 h 2398711"/>
              <a:gd name="connsiteX89585" fmla="*/ 838321 w 2119654"/>
              <a:gd name="connsiteY89585" fmla="*/ 366497 h 2398711"/>
              <a:gd name="connsiteX89586" fmla="*/ 838204 w 2119654"/>
              <a:gd name="connsiteY89586" fmla="*/ 367428 h 2398711"/>
              <a:gd name="connsiteX89587" fmla="*/ 842548 w 2119654"/>
              <a:gd name="connsiteY89587" fmla="*/ 371352 h 2398711"/>
              <a:gd name="connsiteX89588" fmla="*/ 842938 w 2119654"/>
              <a:gd name="connsiteY89588" fmla="*/ 370834 h 2398711"/>
              <a:gd name="connsiteX89589" fmla="*/ 840005 w 2119654"/>
              <a:gd name="connsiteY89589" fmla="*/ 363216 h 2398711"/>
              <a:gd name="connsiteX89590" fmla="*/ 824687 w 2119654"/>
              <a:gd name="connsiteY89590" fmla="*/ 396749 h 2398711"/>
              <a:gd name="connsiteX89591" fmla="*/ 831357 w 2119654"/>
              <a:gd name="connsiteY89591" fmla="*/ 402687 h 2398711"/>
              <a:gd name="connsiteX89592" fmla="*/ 831838 w 2119654"/>
              <a:gd name="connsiteY89592" fmla="*/ 401539 h 2398711"/>
              <a:gd name="connsiteX89593" fmla="*/ 825672 w 2119654"/>
              <a:gd name="connsiteY89593" fmla="*/ 395404 h 2398711"/>
              <a:gd name="connsiteX89594" fmla="*/ 779323 w 2119654"/>
              <a:gd name="connsiteY89594" fmla="*/ 498283 h 2398711"/>
              <a:gd name="connsiteX89595" fmla="*/ 779677 w 2119654"/>
              <a:gd name="connsiteY89595" fmla="*/ 502824 h 2398711"/>
              <a:gd name="connsiteX89596" fmla="*/ 781064 w 2119654"/>
              <a:gd name="connsiteY89596" fmla="*/ 500209 h 2398711"/>
              <a:gd name="connsiteX89597" fmla="*/ 781031 w 2119654"/>
              <a:gd name="connsiteY89597" fmla="*/ 499564 h 2398711"/>
              <a:gd name="connsiteX89598" fmla="*/ 785340 w 2119654"/>
              <a:gd name="connsiteY89598" fmla="*/ 484235 h 2398711"/>
              <a:gd name="connsiteX89599" fmla="*/ 785385 w 2119654"/>
              <a:gd name="connsiteY89599" fmla="*/ 484936 h 2398711"/>
              <a:gd name="connsiteX89600" fmla="*/ 787180 w 2119654"/>
              <a:gd name="connsiteY89600" fmla="*/ 486206 h 2398711"/>
              <a:gd name="connsiteX89601" fmla="*/ 787324 w 2119654"/>
              <a:gd name="connsiteY89601" fmla="*/ 485673 h 2398711"/>
              <a:gd name="connsiteX89602" fmla="*/ 834903 w 2119654"/>
              <a:gd name="connsiteY89602" fmla="*/ 373157 h 2398711"/>
              <a:gd name="connsiteX89603" fmla="*/ 836103 w 2119654"/>
              <a:gd name="connsiteY89603" fmla="*/ 375936 h 2398711"/>
              <a:gd name="connsiteX89604" fmla="*/ 836705 w 2119654"/>
              <a:gd name="connsiteY89604" fmla="*/ 376485 h 2398711"/>
              <a:gd name="connsiteX89605" fmla="*/ 837137 w 2119654"/>
              <a:gd name="connsiteY89605" fmla="*/ 373043 h 2398711"/>
              <a:gd name="connsiteX89606" fmla="*/ 835728 w 2119654"/>
              <a:gd name="connsiteY89606" fmla="*/ 371549 h 2398711"/>
              <a:gd name="connsiteX89607" fmla="*/ 834313 w 2119654"/>
              <a:gd name="connsiteY89607" fmla="*/ 374305 h 2398711"/>
              <a:gd name="connsiteX89608" fmla="*/ 835459 w 2119654"/>
              <a:gd name="connsiteY89608" fmla="*/ 375350 h 2398711"/>
              <a:gd name="connsiteX89609" fmla="*/ 834691 w 2119654"/>
              <a:gd name="connsiteY89609" fmla="*/ 373570 h 2398711"/>
              <a:gd name="connsiteX89610" fmla="*/ 832318 w 2119654"/>
              <a:gd name="connsiteY89610" fmla="*/ 378193 h 2398711"/>
              <a:gd name="connsiteX89611" fmla="*/ 834912 w 2119654"/>
              <a:gd name="connsiteY89611" fmla="*/ 381494 h 2398711"/>
              <a:gd name="connsiteX89612" fmla="*/ 836308 w 2119654"/>
              <a:gd name="connsiteY89612" fmla="*/ 379640 h 2398711"/>
              <a:gd name="connsiteX89613" fmla="*/ 836534 w 2119654"/>
              <a:gd name="connsiteY89613" fmla="*/ 377841 h 2398711"/>
              <a:gd name="connsiteX89614" fmla="*/ 836362 w 2119654"/>
              <a:gd name="connsiteY89614" fmla="*/ 377442 h 2398711"/>
              <a:gd name="connsiteX89615" fmla="*/ 833869 w 2119654"/>
              <a:gd name="connsiteY89615" fmla="*/ 375170 h 2398711"/>
              <a:gd name="connsiteX89616" fmla="*/ 775945 w 2119654"/>
              <a:gd name="connsiteY89616" fmla="*/ 504337 h 2398711"/>
              <a:gd name="connsiteX89617" fmla="*/ 775881 w 2119654"/>
              <a:gd name="connsiteY89617" fmla="*/ 504706 h 2398711"/>
              <a:gd name="connsiteX89618" fmla="*/ 775965 w 2119654"/>
              <a:gd name="connsiteY89618" fmla="*/ 504369 h 2398711"/>
              <a:gd name="connsiteX89619" fmla="*/ 327836 w 2119654"/>
              <a:gd name="connsiteY89619" fmla="*/ 1507332 h 2398711"/>
              <a:gd name="connsiteX89620" fmla="*/ 329326 w 2119654"/>
              <a:gd name="connsiteY89620" fmla="*/ 1510462 h 2398711"/>
              <a:gd name="connsiteX89621" fmla="*/ 330083 w 2119654"/>
              <a:gd name="connsiteY89621" fmla="*/ 1511760 h 2398711"/>
              <a:gd name="connsiteX89622" fmla="*/ 333079 w 2119654"/>
              <a:gd name="connsiteY89622" fmla="*/ 1513788 h 2398711"/>
              <a:gd name="connsiteX89623" fmla="*/ 334434 w 2119654"/>
              <a:gd name="connsiteY89623" fmla="*/ 1513746 h 2398711"/>
              <a:gd name="connsiteX89624" fmla="*/ 335498 w 2119654"/>
              <a:gd name="connsiteY89624" fmla="*/ 1511669 h 2398711"/>
              <a:gd name="connsiteX89625" fmla="*/ 335020 w 2119654"/>
              <a:gd name="connsiteY89625" fmla="*/ 1510849 h 2398711"/>
              <a:gd name="connsiteX89626" fmla="*/ 334514 w 2119654"/>
              <a:gd name="connsiteY89626" fmla="*/ 1510466 h 2398711"/>
              <a:gd name="connsiteX89627" fmla="*/ 830109 w 2119654"/>
              <a:gd name="connsiteY89627" fmla="*/ 382497 h 2398711"/>
              <a:gd name="connsiteX89628" fmla="*/ 832247 w 2119654"/>
              <a:gd name="connsiteY89628" fmla="*/ 385035 h 2398711"/>
              <a:gd name="connsiteX89629" fmla="*/ 832850 w 2119654"/>
              <a:gd name="connsiteY89629" fmla="*/ 384233 h 2398711"/>
              <a:gd name="connsiteX89630" fmla="*/ 830928 w 2119654"/>
              <a:gd name="connsiteY89630" fmla="*/ 380917 h 2398711"/>
              <a:gd name="connsiteX89631" fmla="*/ 830922 w 2119654"/>
              <a:gd name="connsiteY89631" fmla="*/ 380913 h 2398711"/>
              <a:gd name="connsiteX89632" fmla="*/ 313828 w 2119654"/>
              <a:gd name="connsiteY89632" fmla="*/ 1538478 h 2398711"/>
              <a:gd name="connsiteX89633" fmla="*/ 316535 w 2119654"/>
              <a:gd name="connsiteY89633" fmla="*/ 1542170 h 2398711"/>
              <a:gd name="connsiteX89634" fmla="*/ 316813 w 2119654"/>
              <a:gd name="connsiteY89634" fmla="*/ 1541924 h 2398711"/>
              <a:gd name="connsiteX89635" fmla="*/ 314317 w 2119654"/>
              <a:gd name="connsiteY89635" fmla="*/ 1538779 h 2398711"/>
              <a:gd name="connsiteX89636" fmla="*/ 753867 w 2119654"/>
              <a:gd name="connsiteY89636" fmla="*/ 553055 h 2398711"/>
              <a:gd name="connsiteX89637" fmla="*/ 754172 w 2119654"/>
              <a:gd name="connsiteY89637" fmla="*/ 553633 h 2398711"/>
              <a:gd name="connsiteX89638" fmla="*/ 753978 w 2119654"/>
              <a:gd name="connsiteY89638" fmla="*/ 552838 h 2398711"/>
              <a:gd name="connsiteX89639" fmla="*/ 803427 w 2119654"/>
              <a:gd name="connsiteY89639" fmla="*/ 441916 h 2398711"/>
              <a:gd name="connsiteX89640" fmla="*/ 805144 w 2119654"/>
              <a:gd name="connsiteY89640" fmla="*/ 444220 h 2398711"/>
              <a:gd name="connsiteX89641" fmla="*/ 805469 w 2119654"/>
              <a:gd name="connsiteY89641" fmla="*/ 443775 h 2398711"/>
              <a:gd name="connsiteX89642" fmla="*/ 804724 w 2119654"/>
              <a:gd name="connsiteY89642" fmla="*/ 442434 h 2398711"/>
              <a:gd name="connsiteX89643" fmla="*/ 810571 w 2119654"/>
              <a:gd name="connsiteY89643" fmla="*/ 425908 h 2398711"/>
              <a:gd name="connsiteX89644" fmla="*/ 810785 w 2119654"/>
              <a:gd name="connsiteY89644" fmla="*/ 430087 h 2398711"/>
              <a:gd name="connsiteX89645" fmla="*/ 814426 w 2119654"/>
              <a:gd name="connsiteY89645" fmla="*/ 431541 h 2398711"/>
              <a:gd name="connsiteX89646" fmla="*/ 815133 w 2119654"/>
              <a:gd name="connsiteY89646" fmla="*/ 430577 h 2398711"/>
              <a:gd name="connsiteX89647" fmla="*/ 811885 w 2119654"/>
              <a:gd name="connsiteY89647" fmla="*/ 426850 h 2398711"/>
              <a:gd name="connsiteX89648" fmla="*/ 779162 w 2119654"/>
              <a:gd name="connsiteY89648" fmla="*/ 496216 h 2398711"/>
              <a:gd name="connsiteX89649" fmla="*/ 779297 w 2119654"/>
              <a:gd name="connsiteY89649" fmla="*/ 497958 h 2398711"/>
              <a:gd name="connsiteX89650" fmla="*/ 781012 w 2119654"/>
              <a:gd name="connsiteY89650" fmla="*/ 499208 h 2398711"/>
              <a:gd name="connsiteX89651" fmla="*/ 780948 w 2119654"/>
              <a:gd name="connsiteY89651" fmla="*/ 497982 h 2398711"/>
              <a:gd name="connsiteX89652" fmla="*/ 282245 w 2119654"/>
              <a:gd name="connsiteY89652" fmla="*/ 1608744 h 2398711"/>
              <a:gd name="connsiteX89653" fmla="*/ 286125 w 2119654"/>
              <a:gd name="connsiteY89653" fmla="*/ 1611237 h 2398711"/>
              <a:gd name="connsiteX89654" fmla="*/ 286561 w 2119654"/>
              <a:gd name="connsiteY89654" fmla="*/ 1610293 h 2398711"/>
              <a:gd name="connsiteX89655" fmla="*/ 310485 w 2119654"/>
              <a:gd name="connsiteY89655" fmla="*/ 1545356 h 2398711"/>
              <a:gd name="connsiteX89656" fmla="*/ 311660 w 2119654"/>
              <a:gd name="connsiteY89656" fmla="*/ 1546489 h 2398711"/>
              <a:gd name="connsiteX89657" fmla="*/ 312482 w 2119654"/>
              <a:gd name="connsiteY89657" fmla="*/ 1545761 h 2398711"/>
              <a:gd name="connsiteX89658" fmla="*/ 827022 w 2119654"/>
              <a:gd name="connsiteY89658" fmla="*/ 388513 h 2398711"/>
              <a:gd name="connsiteX89659" fmla="*/ 828527 w 2119654"/>
              <a:gd name="connsiteY89659" fmla="*/ 390107 h 2398711"/>
              <a:gd name="connsiteX89660" fmla="*/ 831998 w 2119654"/>
              <a:gd name="connsiteY89660" fmla="*/ 385367 h 2398711"/>
              <a:gd name="connsiteX89661" fmla="*/ 829909 w 2119654"/>
              <a:gd name="connsiteY89661" fmla="*/ 382886 h 2398711"/>
              <a:gd name="connsiteX89662" fmla="*/ 808457 w 2119654"/>
              <a:gd name="connsiteY89662" fmla="*/ 430048 h 2398711"/>
              <a:gd name="connsiteX89663" fmla="*/ 807497 w 2119654"/>
              <a:gd name="connsiteY89663" fmla="*/ 437547 h 2398711"/>
              <a:gd name="connsiteX89664" fmla="*/ 808951 w 2119654"/>
              <a:gd name="connsiteY89664" fmla="*/ 439021 h 2398711"/>
              <a:gd name="connsiteX89665" fmla="*/ 810319 w 2119654"/>
              <a:gd name="connsiteY89665" fmla="*/ 437152 h 2398711"/>
              <a:gd name="connsiteX89666" fmla="*/ 809987 w 2119654"/>
              <a:gd name="connsiteY89666" fmla="*/ 430658 h 2398711"/>
              <a:gd name="connsiteX89667" fmla="*/ 821161 w 2119654"/>
              <a:gd name="connsiteY89667" fmla="*/ 401566 h 2398711"/>
              <a:gd name="connsiteX89668" fmla="*/ 820740 w 2119654"/>
              <a:gd name="connsiteY89668" fmla="*/ 406502 h 2398711"/>
              <a:gd name="connsiteX89669" fmla="*/ 824347 w 2119654"/>
              <a:gd name="connsiteY89669" fmla="*/ 412675 h 2398711"/>
              <a:gd name="connsiteX89670" fmla="*/ 824498 w 2119654"/>
              <a:gd name="connsiteY89670" fmla="*/ 412942 h 2398711"/>
              <a:gd name="connsiteX89671" fmla="*/ 826169 w 2119654"/>
              <a:gd name="connsiteY89671" fmla="*/ 414572 h 2398711"/>
              <a:gd name="connsiteX89672" fmla="*/ 827142 w 2119654"/>
              <a:gd name="connsiteY89672" fmla="*/ 412748 h 2398711"/>
              <a:gd name="connsiteX89673" fmla="*/ 831180 w 2119654"/>
              <a:gd name="connsiteY89673" fmla="*/ 403111 h 2398711"/>
              <a:gd name="connsiteX89674" fmla="*/ 824429 w 2119654"/>
              <a:gd name="connsiteY89674" fmla="*/ 397102 h 2398711"/>
              <a:gd name="connsiteX89675" fmla="*/ 810540 w 2119654"/>
              <a:gd name="connsiteY89675" fmla="*/ 425306 h 2398711"/>
              <a:gd name="connsiteX89676" fmla="*/ 810551 w 2119654"/>
              <a:gd name="connsiteY89676" fmla="*/ 425522 h 2398711"/>
              <a:gd name="connsiteX89677" fmla="*/ 811024 w 2119654"/>
              <a:gd name="connsiteY89677" fmla="*/ 425861 h 2398711"/>
              <a:gd name="connsiteX89678" fmla="*/ 304623 w 2119654"/>
              <a:gd name="connsiteY89678" fmla="*/ 1558125 h 2398711"/>
              <a:gd name="connsiteX89679" fmla="*/ 305500 w 2119654"/>
              <a:gd name="connsiteY89679" fmla="*/ 1559243 h 2398711"/>
              <a:gd name="connsiteX89680" fmla="*/ 307754 w 2119654"/>
              <a:gd name="connsiteY89680" fmla="*/ 1560288 h 2398711"/>
              <a:gd name="connsiteX89681" fmla="*/ 307390 w 2119654"/>
              <a:gd name="connsiteY89681" fmla="*/ 1559655 h 2398711"/>
              <a:gd name="connsiteX89682" fmla="*/ 802958 w 2119654"/>
              <a:gd name="connsiteY89682" fmla="*/ 442254 h 2398711"/>
              <a:gd name="connsiteX89683" fmla="*/ 802750 w 2119654"/>
              <a:gd name="connsiteY89683" fmla="*/ 443663 h 2398711"/>
              <a:gd name="connsiteX89684" fmla="*/ 803345 w 2119654"/>
              <a:gd name="connsiteY89684" fmla="*/ 446676 h 2398711"/>
              <a:gd name="connsiteX89685" fmla="*/ 804767 w 2119654"/>
              <a:gd name="connsiteY89685" fmla="*/ 444734 h 2398711"/>
              <a:gd name="connsiteX89686" fmla="*/ 328260 w 2119654"/>
              <a:gd name="connsiteY89686" fmla="*/ 1505132 h 2398711"/>
              <a:gd name="connsiteX89687" fmla="*/ 334269 w 2119654"/>
              <a:gd name="connsiteY89687" fmla="*/ 1509562 h 2398711"/>
              <a:gd name="connsiteX89688" fmla="*/ 332673 w 2119654"/>
              <a:gd name="connsiteY89688" fmla="*/ 1506825 h 2398711"/>
              <a:gd name="connsiteX89689" fmla="*/ 330410 w 2119654"/>
              <a:gd name="connsiteY89689" fmla="*/ 1505306 h 2398711"/>
              <a:gd name="connsiteX89690" fmla="*/ 330135 w 2119654"/>
              <a:gd name="connsiteY89690" fmla="*/ 1505225 h 2398711"/>
              <a:gd name="connsiteX89691" fmla="*/ 762555 w 2119654"/>
              <a:gd name="connsiteY89691" fmla="*/ 532444 h 2398711"/>
              <a:gd name="connsiteX89692" fmla="*/ 762583 w 2119654"/>
              <a:gd name="connsiteY89692" fmla="*/ 532575 h 2398711"/>
              <a:gd name="connsiteX89693" fmla="*/ 762606 w 2119654"/>
              <a:gd name="connsiteY89693" fmla="*/ 532479 h 2398711"/>
              <a:gd name="connsiteX89694" fmla="*/ 332079 w 2119654"/>
              <a:gd name="connsiteY89694" fmla="*/ 1496322 h 2398711"/>
              <a:gd name="connsiteX89695" fmla="*/ 334493 w 2119654"/>
              <a:gd name="connsiteY89695" fmla="*/ 1500461 h 2398711"/>
              <a:gd name="connsiteX89696" fmla="*/ 339622 w 2119654"/>
              <a:gd name="connsiteY89696" fmla="*/ 1503617 h 2398711"/>
              <a:gd name="connsiteX89697" fmla="*/ 340817 w 2119654"/>
              <a:gd name="connsiteY89697" fmla="*/ 1501284 h 2398711"/>
              <a:gd name="connsiteX89698" fmla="*/ 341881 w 2119654"/>
              <a:gd name="connsiteY89698" fmla="*/ 1499534 h 2398711"/>
              <a:gd name="connsiteX89699" fmla="*/ 341772 w 2119654"/>
              <a:gd name="connsiteY89699" fmla="*/ 1499290 h 2398711"/>
              <a:gd name="connsiteX89700" fmla="*/ 338916 w 2119654"/>
              <a:gd name="connsiteY89700" fmla="*/ 1497896 h 2398711"/>
              <a:gd name="connsiteX89701" fmla="*/ 776491 w 2119654"/>
              <a:gd name="connsiteY89701" fmla="*/ 501145 h 2398711"/>
              <a:gd name="connsiteX89702" fmla="*/ 776202 w 2119654"/>
              <a:gd name="connsiteY89702" fmla="*/ 502829 h 2398711"/>
              <a:gd name="connsiteX89703" fmla="*/ 776311 w 2119654"/>
              <a:gd name="connsiteY89703" fmla="*/ 502973 h 2398711"/>
              <a:gd name="connsiteX89704" fmla="*/ 776714 w 2119654"/>
              <a:gd name="connsiteY89704" fmla="*/ 501345 h 2398711"/>
              <a:gd name="connsiteX89705" fmla="*/ 817073 w 2119654"/>
              <a:gd name="connsiteY89705" fmla="*/ 410205 h 2398711"/>
              <a:gd name="connsiteX89706" fmla="*/ 818903 w 2119654"/>
              <a:gd name="connsiteY89706" fmla="*/ 413128 h 2398711"/>
              <a:gd name="connsiteX89707" fmla="*/ 818927 w 2119654"/>
              <a:gd name="connsiteY89707" fmla="*/ 412837 h 2398711"/>
              <a:gd name="connsiteX89708" fmla="*/ 817748 w 2119654"/>
              <a:gd name="connsiteY89708" fmla="*/ 410606 h 2398711"/>
              <a:gd name="connsiteX89709" fmla="*/ 808573 w 2119654"/>
              <a:gd name="connsiteY89709" fmla="*/ 429149 h 2398711"/>
              <a:gd name="connsiteX89710" fmla="*/ 808566 w 2119654"/>
              <a:gd name="connsiteY89710" fmla="*/ 429201 h 2398711"/>
              <a:gd name="connsiteX89711" fmla="*/ 808749 w 2119654"/>
              <a:gd name="connsiteY89711" fmla="*/ 429275 h 2398711"/>
              <a:gd name="connsiteX89712" fmla="*/ 824698 w 2119654"/>
              <a:gd name="connsiteY89712" fmla="*/ 393042 h 2398711"/>
              <a:gd name="connsiteX89713" fmla="*/ 825738 w 2119654"/>
              <a:gd name="connsiteY89713" fmla="*/ 393917 h 2398711"/>
              <a:gd name="connsiteX89714" fmla="*/ 828157 w 2119654"/>
              <a:gd name="connsiteY89714" fmla="*/ 390613 h 2398711"/>
              <a:gd name="connsiteX89715" fmla="*/ 826723 w 2119654"/>
              <a:gd name="connsiteY89715" fmla="*/ 389095 h 2398711"/>
              <a:gd name="connsiteX89716" fmla="*/ 753620 w 2119654"/>
              <a:gd name="connsiteY89716" fmla="*/ 552142 h 2398711"/>
              <a:gd name="connsiteX89717" fmla="*/ 753696 w 2119654"/>
              <a:gd name="connsiteY89717" fmla="*/ 552605 h 2398711"/>
              <a:gd name="connsiteX89718" fmla="*/ 753793 w 2119654"/>
              <a:gd name="connsiteY89718" fmla="*/ 552415 h 2398711"/>
              <a:gd name="connsiteX89719" fmla="*/ 824400 w 2119654"/>
              <a:gd name="connsiteY89719" fmla="*/ 393621 h 2398711"/>
              <a:gd name="connsiteX89720" fmla="*/ 825307 w 2119654"/>
              <a:gd name="connsiteY89720" fmla="*/ 394505 h 2398711"/>
              <a:gd name="connsiteX89721" fmla="*/ 825487 w 2119654"/>
              <a:gd name="connsiteY89721" fmla="*/ 394259 h 2398711"/>
              <a:gd name="connsiteX89722" fmla="*/ 824523 w 2119654"/>
              <a:gd name="connsiteY89722" fmla="*/ 393382 h 2398711"/>
              <a:gd name="connsiteX89723" fmla="*/ 839046 w 2119654"/>
              <a:gd name="connsiteY89723" fmla="*/ 360726 h 2398711"/>
              <a:gd name="connsiteX89724" fmla="*/ 838622 w 2119654"/>
              <a:gd name="connsiteY89724" fmla="*/ 364101 h 2398711"/>
              <a:gd name="connsiteX89725" fmla="*/ 839606 w 2119654"/>
              <a:gd name="connsiteY89725" fmla="*/ 362183 h 2398711"/>
              <a:gd name="connsiteX89726" fmla="*/ 314449 w 2119654"/>
              <a:gd name="connsiteY89726" fmla="*/ 1535224 h 2398711"/>
              <a:gd name="connsiteX89727" fmla="*/ 315999 w 2119654"/>
              <a:gd name="connsiteY89727" fmla="*/ 1537176 h 2398711"/>
              <a:gd name="connsiteX89728" fmla="*/ 317501 w 2119654"/>
              <a:gd name="connsiteY89728" fmla="*/ 1537610 h 2398711"/>
              <a:gd name="connsiteX89729" fmla="*/ 316986 w 2119654"/>
              <a:gd name="connsiteY89729" fmla="*/ 1536847 h 2398711"/>
              <a:gd name="connsiteX89730" fmla="*/ 823388 w 2119654"/>
              <a:gd name="connsiteY89730" fmla="*/ 395592 h 2398711"/>
              <a:gd name="connsiteX89731" fmla="*/ 824068 w 2119654"/>
              <a:gd name="connsiteY89731" fmla="*/ 396198 h 2398711"/>
              <a:gd name="connsiteX89732" fmla="*/ 825080 w 2119654"/>
              <a:gd name="connsiteY89732" fmla="*/ 394816 h 2398711"/>
              <a:gd name="connsiteX89733" fmla="*/ 824371 w 2119654"/>
              <a:gd name="connsiteY89733" fmla="*/ 394109 h 2398711"/>
              <a:gd name="connsiteX89734" fmla="*/ 824224 w 2119654"/>
              <a:gd name="connsiteY89734" fmla="*/ 393965 h 2398711"/>
              <a:gd name="connsiteX89735" fmla="*/ 902228 w 2119654"/>
              <a:gd name="connsiteY89735" fmla="*/ 219044 h 2398711"/>
              <a:gd name="connsiteX89736" fmla="*/ 900396 w 2119654"/>
              <a:gd name="connsiteY89736" fmla="*/ 230548 h 2398711"/>
              <a:gd name="connsiteX89737" fmla="*/ 908032 w 2119654"/>
              <a:gd name="connsiteY89737" fmla="*/ 238084 h 2398711"/>
              <a:gd name="connsiteX89738" fmla="*/ 912184 w 2119654"/>
              <a:gd name="connsiteY89738" fmla="*/ 225973 h 2398711"/>
              <a:gd name="connsiteX89739" fmla="*/ 803163 w 2119654"/>
              <a:gd name="connsiteY89739" fmla="*/ 440867 h 2398711"/>
              <a:gd name="connsiteX89740" fmla="*/ 803124 w 2119654"/>
              <a:gd name="connsiteY89740" fmla="*/ 441132 h 2398711"/>
              <a:gd name="connsiteX89741" fmla="*/ 803657 w 2119654"/>
              <a:gd name="connsiteY89741" fmla="*/ 441345 h 2398711"/>
              <a:gd name="connsiteX89742" fmla="*/ 776677 w 2119654"/>
              <a:gd name="connsiteY89742" fmla="*/ 500061 h 2398711"/>
              <a:gd name="connsiteX89743" fmla="*/ 776530 w 2119654"/>
              <a:gd name="connsiteY89743" fmla="*/ 500918 h 2398711"/>
              <a:gd name="connsiteX89744" fmla="*/ 776759 w 2119654"/>
              <a:gd name="connsiteY89744" fmla="*/ 501123 h 2398711"/>
              <a:gd name="connsiteX89745" fmla="*/ 301753 w 2119654"/>
              <a:gd name="connsiteY89745" fmla="*/ 1563467 h 2398711"/>
              <a:gd name="connsiteX89746" fmla="*/ 301612 w 2119654"/>
              <a:gd name="connsiteY89746" fmla="*/ 1563989 h 2398711"/>
              <a:gd name="connsiteX89747" fmla="*/ 302518 w 2119654"/>
              <a:gd name="connsiteY89747" fmla="*/ 1564115 h 2398711"/>
              <a:gd name="connsiteX89748" fmla="*/ 292351 w 2119654"/>
              <a:gd name="connsiteY89748" fmla="*/ 1584375 h 2398711"/>
              <a:gd name="connsiteX89749" fmla="*/ 295350 w 2119654"/>
              <a:gd name="connsiteY89749" fmla="*/ 1588216 h 2398711"/>
              <a:gd name="connsiteX89750" fmla="*/ 295618 w 2119654"/>
              <a:gd name="connsiteY89750" fmla="*/ 1588293 h 2398711"/>
              <a:gd name="connsiteX89751" fmla="*/ 296243 w 2119654"/>
              <a:gd name="connsiteY89751" fmla="*/ 1585541 h 2398711"/>
              <a:gd name="connsiteX89752" fmla="*/ 780702 w 2119654"/>
              <a:gd name="connsiteY89752" fmla="*/ 490645 h 2398711"/>
              <a:gd name="connsiteX89753" fmla="*/ 781074 w 2119654"/>
              <a:gd name="connsiteY89753" fmla="*/ 497816 h 2398711"/>
              <a:gd name="connsiteX89754" fmla="*/ 781915 w 2119654"/>
              <a:gd name="connsiteY89754" fmla="*/ 498609 h 2398711"/>
              <a:gd name="connsiteX89755" fmla="*/ 782306 w 2119654"/>
              <a:gd name="connsiteY89755" fmla="*/ 497871 h 2398711"/>
              <a:gd name="connsiteX89756" fmla="*/ 782546 w 2119654"/>
              <a:gd name="connsiteY89756" fmla="*/ 497765 h 2398711"/>
              <a:gd name="connsiteX89757" fmla="*/ 782036 w 2119654"/>
              <a:gd name="connsiteY89757" fmla="*/ 498725 h 2398711"/>
              <a:gd name="connsiteX89758" fmla="*/ 782361 w 2119654"/>
              <a:gd name="connsiteY89758" fmla="*/ 499032 h 2398711"/>
              <a:gd name="connsiteX89759" fmla="*/ 783957 w 2119654"/>
              <a:gd name="connsiteY89759" fmla="*/ 495387 h 2398711"/>
              <a:gd name="connsiteX89760" fmla="*/ 781063 w 2119654"/>
              <a:gd name="connsiteY89760" fmla="*/ 490880 h 2398711"/>
              <a:gd name="connsiteX89761" fmla="*/ 821328 w 2119654"/>
              <a:gd name="connsiteY89761" fmla="*/ 399606 h 2398711"/>
              <a:gd name="connsiteX89762" fmla="*/ 821296 w 2119654"/>
              <a:gd name="connsiteY89762" fmla="*/ 399984 h 2398711"/>
              <a:gd name="connsiteX89763" fmla="*/ 823810 w 2119654"/>
              <a:gd name="connsiteY89763" fmla="*/ 396551 h 2398711"/>
              <a:gd name="connsiteX89764" fmla="*/ 823183 w 2119654"/>
              <a:gd name="connsiteY89764" fmla="*/ 395993 h 2398711"/>
              <a:gd name="connsiteX89765" fmla="*/ 819324 w 2119654"/>
              <a:gd name="connsiteY89765" fmla="*/ 404075 h 2398711"/>
              <a:gd name="connsiteX89766" fmla="*/ 819629 w 2119654"/>
              <a:gd name="connsiteY89766" fmla="*/ 404600 h 2398711"/>
              <a:gd name="connsiteX89767" fmla="*/ 819720 w 2119654"/>
              <a:gd name="connsiteY89767" fmla="*/ 403534 h 2398711"/>
              <a:gd name="connsiteX89768" fmla="*/ 302191 w 2119654"/>
              <a:gd name="connsiteY89768" fmla="*/ 1561845 h 2398711"/>
              <a:gd name="connsiteX89769" fmla="*/ 302133 w 2119654"/>
              <a:gd name="connsiteY89769" fmla="*/ 1562059 h 2398711"/>
              <a:gd name="connsiteX89770" fmla="*/ 304961 w 2119654"/>
              <a:gd name="connsiteY89770" fmla="*/ 1564456 h 2398711"/>
              <a:gd name="connsiteX89771" fmla="*/ 307513 w 2119654"/>
              <a:gd name="connsiteY89771" fmla="*/ 1564813 h 2398711"/>
              <a:gd name="connsiteX89772" fmla="*/ 305656 w 2119654"/>
              <a:gd name="connsiteY89772" fmla="*/ 1563964 h 2398711"/>
              <a:gd name="connsiteX89773" fmla="*/ 780389 w 2119654"/>
              <a:gd name="connsiteY89773" fmla="*/ 490440 h 2398711"/>
              <a:gd name="connsiteX89774" fmla="*/ 779113 w 2119654"/>
              <a:gd name="connsiteY89774" fmla="*/ 495590 h 2398711"/>
              <a:gd name="connsiteX89775" fmla="*/ 779144 w 2119654"/>
              <a:gd name="connsiteY89775" fmla="*/ 495990 h 2398711"/>
              <a:gd name="connsiteX89776" fmla="*/ 780933 w 2119654"/>
              <a:gd name="connsiteY89776" fmla="*/ 497681 h 2398711"/>
              <a:gd name="connsiteX89777" fmla="*/ 780563 w 2119654"/>
              <a:gd name="connsiteY89777" fmla="*/ 490554 h 2398711"/>
              <a:gd name="connsiteX89778" fmla="*/ 818207 w 2119654"/>
              <a:gd name="connsiteY89778" fmla="*/ 405688 h 2398711"/>
              <a:gd name="connsiteX89779" fmla="*/ 819352 w 2119654"/>
              <a:gd name="connsiteY89779" fmla="*/ 407855 h 2398711"/>
              <a:gd name="connsiteX89780" fmla="*/ 819590 w 2119654"/>
              <a:gd name="connsiteY89780" fmla="*/ 405067 h 2398711"/>
              <a:gd name="connsiteX89781" fmla="*/ 819157 w 2119654"/>
              <a:gd name="connsiteY89781" fmla="*/ 404304 h 2398711"/>
              <a:gd name="connsiteX89782" fmla="*/ 818355 w 2119654"/>
              <a:gd name="connsiteY89782" fmla="*/ 405399 h 2398711"/>
              <a:gd name="connsiteX89783" fmla="*/ 803522 w 2119654"/>
              <a:gd name="connsiteY89783" fmla="*/ 438444 h 2398711"/>
              <a:gd name="connsiteX89784" fmla="*/ 803352 w 2119654"/>
              <a:gd name="connsiteY89784" fmla="*/ 439590 h 2398711"/>
              <a:gd name="connsiteX89785" fmla="*/ 803525 w 2119654"/>
              <a:gd name="connsiteY89785" fmla="*/ 439901 h 2398711"/>
              <a:gd name="connsiteX89786" fmla="*/ 805971 w 2119654"/>
              <a:gd name="connsiteY89786" fmla="*/ 442271 h 2398711"/>
              <a:gd name="connsiteX89787" fmla="*/ 806216 w 2119654"/>
              <a:gd name="connsiteY89787" fmla="*/ 442369 h 2398711"/>
              <a:gd name="connsiteX89788" fmla="*/ 806360 w 2119654"/>
              <a:gd name="connsiteY89788" fmla="*/ 441351 h 2398711"/>
              <a:gd name="connsiteX89789" fmla="*/ 806024 w 2119654"/>
              <a:gd name="connsiteY89789" fmla="*/ 440867 h 2398711"/>
              <a:gd name="connsiteX89790" fmla="*/ 309275 w 2119654"/>
              <a:gd name="connsiteY89790" fmla="*/ 1545110 h 2398711"/>
              <a:gd name="connsiteX89791" fmla="*/ 309767 w 2119654"/>
              <a:gd name="connsiteY89791" fmla="*/ 1545835 h 2398711"/>
              <a:gd name="connsiteX89792" fmla="*/ 311296 w 2119654"/>
              <a:gd name="connsiteY89792" fmla="*/ 1546812 h 2398711"/>
              <a:gd name="connsiteX89793" fmla="*/ 311511 w 2119654"/>
              <a:gd name="connsiteY89793" fmla="*/ 1546621 h 2398711"/>
              <a:gd name="connsiteX89794" fmla="*/ 310169 w 2119654"/>
              <a:gd name="connsiteY89794" fmla="*/ 1545292 h 2398711"/>
              <a:gd name="connsiteX89795" fmla="*/ 794726 w 2119654"/>
              <a:gd name="connsiteY89795" fmla="*/ 457750 h 2398711"/>
              <a:gd name="connsiteX89796" fmla="*/ 794680 w 2119654"/>
              <a:gd name="connsiteY89796" fmla="*/ 458388 h 2398711"/>
              <a:gd name="connsiteX89797" fmla="*/ 794811 w 2119654"/>
              <a:gd name="connsiteY89797" fmla="*/ 457903 h 2398711"/>
              <a:gd name="connsiteX89798" fmla="*/ 816421 w 2119654"/>
              <a:gd name="connsiteY89798" fmla="*/ 409166 h 2398711"/>
              <a:gd name="connsiteX89799" fmla="*/ 816906 w 2119654"/>
              <a:gd name="connsiteY89799" fmla="*/ 409939 h 2398711"/>
              <a:gd name="connsiteX89800" fmla="*/ 817610 w 2119654"/>
              <a:gd name="connsiteY89800" fmla="*/ 410343 h 2398711"/>
              <a:gd name="connsiteX89801" fmla="*/ 816700 w 2119654"/>
              <a:gd name="connsiteY89801" fmla="*/ 408624 h 2398711"/>
              <a:gd name="connsiteX89802" fmla="*/ 303123 w 2119654"/>
              <a:gd name="connsiteY89802" fmla="*/ 1558388 h 2398711"/>
              <a:gd name="connsiteX89803" fmla="*/ 303118 w 2119654"/>
              <a:gd name="connsiteY89803" fmla="*/ 1558407 h 2398711"/>
              <a:gd name="connsiteX89804" fmla="*/ 304726 w 2119654"/>
              <a:gd name="connsiteY89804" fmla="*/ 1559446 h 2398711"/>
              <a:gd name="connsiteX89805" fmla="*/ 305130 w 2119654"/>
              <a:gd name="connsiteY89805" fmla="*/ 1559631 h 2398711"/>
              <a:gd name="connsiteX89806" fmla="*/ 304747 w 2119654"/>
              <a:gd name="connsiteY89806" fmla="*/ 1559140 h 2398711"/>
              <a:gd name="connsiteX89807" fmla="*/ 327224 w 2119654"/>
              <a:gd name="connsiteY89807" fmla="*/ 1504368 h 2398711"/>
              <a:gd name="connsiteX89808" fmla="*/ 327529 w 2119654"/>
              <a:gd name="connsiteY89808" fmla="*/ 1504594 h 2398711"/>
              <a:gd name="connsiteX89809" fmla="*/ 328081 w 2119654"/>
              <a:gd name="connsiteY89809" fmla="*/ 1504621 h 2398711"/>
              <a:gd name="connsiteX89810" fmla="*/ 303379 w 2119654"/>
              <a:gd name="connsiteY89810" fmla="*/ 1557437 h 2398711"/>
              <a:gd name="connsiteX89811" fmla="*/ 303182 w 2119654"/>
              <a:gd name="connsiteY89811" fmla="*/ 1558170 h 2398711"/>
              <a:gd name="connsiteX89812" fmla="*/ 304444 w 2119654"/>
              <a:gd name="connsiteY89812" fmla="*/ 1558754 h 2398711"/>
              <a:gd name="connsiteX89813" fmla="*/ 303438 w 2119654"/>
              <a:gd name="connsiteY89813" fmla="*/ 1557470 h 2398711"/>
              <a:gd name="connsiteX89814" fmla="*/ 326752 w 2119654"/>
              <a:gd name="connsiteY89814" fmla="*/ 1505057 h 2398711"/>
              <a:gd name="connsiteX89815" fmla="*/ 327714 w 2119654"/>
              <a:gd name="connsiteY89815" fmla="*/ 1507076 h 2398711"/>
              <a:gd name="connsiteX89816" fmla="*/ 331429 w 2119654"/>
              <a:gd name="connsiteY89816" fmla="*/ 1508819 h 2398711"/>
              <a:gd name="connsiteX89817" fmla="*/ 333699 w 2119654"/>
              <a:gd name="connsiteY89817" fmla="*/ 1509847 h 2398711"/>
              <a:gd name="connsiteX89818" fmla="*/ 327424 w 2119654"/>
              <a:gd name="connsiteY89818" fmla="*/ 1505090 h 2398711"/>
              <a:gd name="connsiteX89819" fmla="*/ 809122 w 2119654"/>
              <a:gd name="connsiteY89819" fmla="*/ 424869 h 2398711"/>
              <a:gd name="connsiteX89820" fmla="*/ 808610 w 2119654"/>
              <a:gd name="connsiteY89820" fmla="*/ 428868 h 2398711"/>
              <a:gd name="connsiteX89821" fmla="*/ 809757 w 2119654"/>
              <a:gd name="connsiteY89821" fmla="*/ 429676 h 2398711"/>
              <a:gd name="connsiteX89822" fmla="*/ 809940 w 2119654"/>
              <a:gd name="connsiteY89822" fmla="*/ 429750 h 2398711"/>
              <a:gd name="connsiteX89823" fmla="*/ 809712 w 2119654"/>
              <a:gd name="connsiteY89823" fmla="*/ 425292 h 2398711"/>
              <a:gd name="connsiteX89824" fmla="*/ 241424 w 2119654"/>
              <a:gd name="connsiteY89824" fmla="*/ 1695889 h 2398711"/>
              <a:gd name="connsiteX89825" fmla="*/ 245864 w 2119654"/>
              <a:gd name="connsiteY89825" fmla="*/ 1699769 h 2398711"/>
              <a:gd name="connsiteX89826" fmla="*/ 247459 w 2119654"/>
              <a:gd name="connsiteY89826" fmla="*/ 1696188 h 2398711"/>
              <a:gd name="connsiteX89827" fmla="*/ 781241 w 2119654"/>
              <a:gd name="connsiteY89827" fmla="*/ 487002 h 2398711"/>
              <a:gd name="connsiteX89828" fmla="*/ 781063 w 2119654"/>
              <a:gd name="connsiteY89828" fmla="*/ 487719 h 2398711"/>
              <a:gd name="connsiteX89829" fmla="*/ 783969 w 2119654"/>
              <a:gd name="connsiteY89829" fmla="*/ 491590 h 2398711"/>
              <a:gd name="connsiteX89830" fmla="*/ 784292 w 2119654"/>
              <a:gd name="connsiteY89830" fmla="*/ 491782 h 2398711"/>
              <a:gd name="connsiteX89831" fmla="*/ 794808 w 2119654"/>
              <a:gd name="connsiteY89831" fmla="*/ 456594 h 2398711"/>
              <a:gd name="connsiteX89832" fmla="*/ 794805 w 2119654"/>
              <a:gd name="connsiteY89832" fmla="*/ 456627 h 2398711"/>
              <a:gd name="connsiteX89833" fmla="*/ 795041 w 2119654"/>
              <a:gd name="connsiteY89833" fmla="*/ 457050 h 2398711"/>
              <a:gd name="connsiteX89834" fmla="*/ 795091 w 2119654"/>
              <a:gd name="connsiteY89834" fmla="*/ 456863 h 2398711"/>
              <a:gd name="connsiteX89835" fmla="*/ 772680 w 2119654"/>
              <a:gd name="connsiteY89835" fmla="*/ 506111 h 2398711"/>
              <a:gd name="connsiteX89836" fmla="*/ 772618 w 2119654"/>
              <a:gd name="connsiteY89836" fmla="*/ 507085 h 2398711"/>
              <a:gd name="connsiteX89837" fmla="*/ 772829 w 2119654"/>
              <a:gd name="connsiteY89837" fmla="*/ 507414 h 2398711"/>
              <a:gd name="connsiteX89838" fmla="*/ 773074 w 2119654"/>
              <a:gd name="connsiteY89838" fmla="*/ 506423 h 2398711"/>
              <a:gd name="connsiteX89839" fmla="*/ 767426 w 2119654"/>
              <a:gd name="connsiteY89839" fmla="*/ 517865 h 2398711"/>
              <a:gd name="connsiteX89840" fmla="*/ 767418 w 2119654"/>
              <a:gd name="connsiteY89840" fmla="*/ 519079 h 2398711"/>
              <a:gd name="connsiteX89841" fmla="*/ 769540 w 2119654"/>
              <a:gd name="connsiteY89841" fmla="*/ 521915 h 2398711"/>
              <a:gd name="connsiteX89842" fmla="*/ 770353 w 2119654"/>
              <a:gd name="connsiteY89842" fmla="*/ 520386 h 2398711"/>
              <a:gd name="connsiteX89843" fmla="*/ 872721 w 2119654"/>
              <a:gd name="connsiteY89843" fmla="*/ 281953 h 2398711"/>
              <a:gd name="connsiteX89844" fmla="*/ 870442 w 2119654"/>
              <a:gd name="connsiteY89844" fmla="*/ 293321 h 2398711"/>
              <a:gd name="connsiteX89845" fmla="*/ 869673 w 2119654"/>
              <a:gd name="connsiteY89845" fmla="*/ 298149 h 2398711"/>
              <a:gd name="connsiteX89846" fmla="*/ 871626 w 2119654"/>
              <a:gd name="connsiteY89846" fmla="*/ 300914 h 2398711"/>
              <a:gd name="connsiteX89847" fmla="*/ 877981 w 2119654"/>
              <a:gd name="connsiteY89847" fmla="*/ 288931 h 2398711"/>
              <a:gd name="connsiteX89848" fmla="*/ 877205 w 2119654"/>
              <a:gd name="connsiteY89848" fmla="*/ 287274 h 2398711"/>
              <a:gd name="connsiteX89849" fmla="*/ 811954 w 2119654"/>
              <a:gd name="connsiteY89849" fmla="*/ 417870 h 2398711"/>
              <a:gd name="connsiteX89850" fmla="*/ 813452 w 2119654"/>
              <a:gd name="connsiteY89850" fmla="*/ 419745 h 2398711"/>
              <a:gd name="connsiteX89851" fmla="*/ 816912 w 2119654"/>
              <a:gd name="connsiteY89851" fmla="*/ 421066 h 2398711"/>
              <a:gd name="connsiteX89852" fmla="*/ 818185 w 2119654"/>
              <a:gd name="connsiteY89852" fmla="*/ 421570 h 2398711"/>
              <a:gd name="connsiteX89853" fmla="*/ 818714 w 2119654"/>
              <a:gd name="connsiteY89853" fmla="*/ 415352 h 2398711"/>
              <a:gd name="connsiteX89854" fmla="*/ 816184 w 2119654"/>
              <a:gd name="connsiteY89854" fmla="*/ 410568 h 2398711"/>
              <a:gd name="connsiteX89855" fmla="*/ 815920 w 2119654"/>
              <a:gd name="connsiteY89855" fmla="*/ 410144 h 2398711"/>
              <a:gd name="connsiteX89856" fmla="*/ 303955 w 2119654"/>
              <a:gd name="connsiteY89856" fmla="*/ 1555305 h 2398711"/>
              <a:gd name="connsiteX89857" fmla="*/ 303573 w 2119654"/>
              <a:gd name="connsiteY89857" fmla="*/ 1556720 h 2398711"/>
              <a:gd name="connsiteX89858" fmla="*/ 306339 w 2119654"/>
              <a:gd name="connsiteY89858" fmla="*/ 1558250 h 2398711"/>
              <a:gd name="connsiteX89859" fmla="*/ 809255 w 2119654"/>
              <a:gd name="connsiteY89859" fmla="*/ 423832 h 2398711"/>
              <a:gd name="connsiteX89860" fmla="*/ 809165 w 2119654"/>
              <a:gd name="connsiteY89860" fmla="*/ 424529 h 2398711"/>
              <a:gd name="connsiteX89861" fmla="*/ 809693 w 2119654"/>
              <a:gd name="connsiteY89861" fmla="*/ 424907 h 2398711"/>
              <a:gd name="connsiteX89862" fmla="*/ 809662 w 2119654"/>
              <a:gd name="connsiteY89862" fmla="*/ 424298 h 2398711"/>
              <a:gd name="connsiteX89863" fmla="*/ 811396 w 2119654"/>
              <a:gd name="connsiteY89863" fmla="*/ 418959 h 2398711"/>
              <a:gd name="connsiteX89864" fmla="*/ 811721 w 2119654"/>
              <a:gd name="connsiteY89864" fmla="*/ 419084 h 2398711"/>
              <a:gd name="connsiteX89865" fmla="*/ 811484 w 2119654"/>
              <a:gd name="connsiteY89865" fmla="*/ 418786 h 2398711"/>
              <a:gd name="connsiteX89866" fmla="*/ 810322 w 2119654"/>
              <a:gd name="connsiteY89866" fmla="*/ 421051 h 2398711"/>
              <a:gd name="connsiteX89867" fmla="*/ 810478 w 2119654"/>
              <a:gd name="connsiteY89867" fmla="*/ 424091 h 2398711"/>
              <a:gd name="connsiteX89868" fmla="*/ 813801 w 2119654"/>
              <a:gd name="connsiteY89868" fmla="*/ 427611 h 2398711"/>
              <a:gd name="connsiteX89869" fmla="*/ 814363 w 2119654"/>
              <a:gd name="connsiteY89869" fmla="*/ 428256 h 2398711"/>
              <a:gd name="connsiteX89870" fmla="*/ 815982 w 2119654"/>
              <a:gd name="connsiteY89870" fmla="*/ 429416 h 2398711"/>
              <a:gd name="connsiteX89871" fmla="*/ 816204 w 2119654"/>
              <a:gd name="connsiteY89871" fmla="*/ 429113 h 2398711"/>
              <a:gd name="connsiteX89872" fmla="*/ 817433 w 2119654"/>
              <a:gd name="connsiteY89872" fmla="*/ 427481 h 2398711"/>
              <a:gd name="connsiteX89873" fmla="*/ 812366 w 2119654"/>
              <a:gd name="connsiteY89873" fmla="*/ 423369 h 2398711"/>
              <a:gd name="connsiteX89874" fmla="*/ 812815 w 2119654"/>
              <a:gd name="connsiteY89874" fmla="*/ 423376 h 2398711"/>
              <a:gd name="connsiteX89875" fmla="*/ 817600 w 2119654"/>
              <a:gd name="connsiteY89875" fmla="*/ 427259 h 2398711"/>
              <a:gd name="connsiteX89876" fmla="*/ 817712 w 2119654"/>
              <a:gd name="connsiteY89876" fmla="*/ 427110 h 2398711"/>
              <a:gd name="connsiteX89877" fmla="*/ 817753 w 2119654"/>
              <a:gd name="connsiteY89877" fmla="*/ 426632 h 2398711"/>
              <a:gd name="connsiteX89878" fmla="*/ 812568 w 2119654"/>
              <a:gd name="connsiteY89878" fmla="*/ 420143 h 2398711"/>
              <a:gd name="connsiteX89879" fmla="*/ 811090 w 2119654"/>
              <a:gd name="connsiteY89879" fmla="*/ 419555 h 2398711"/>
              <a:gd name="connsiteX89880" fmla="*/ 285175 w 2119654"/>
              <a:gd name="connsiteY89880" fmla="*/ 1596822 h 2398711"/>
              <a:gd name="connsiteX89881" fmla="*/ 288758 w 2119654"/>
              <a:gd name="connsiteY89881" fmla="*/ 1598534 h 2398711"/>
              <a:gd name="connsiteX89882" fmla="*/ 286648 w 2119654"/>
              <a:gd name="connsiteY89882" fmla="*/ 1597277 h 2398711"/>
              <a:gd name="connsiteX89883" fmla="*/ 301077 w 2119654"/>
              <a:gd name="connsiteY89883" fmla="*/ 1561164 h 2398711"/>
              <a:gd name="connsiteX89884" fmla="*/ 301670 w 2119654"/>
              <a:gd name="connsiteY89884" fmla="*/ 1561667 h 2398711"/>
              <a:gd name="connsiteX89885" fmla="*/ 301699 w 2119654"/>
              <a:gd name="connsiteY89885" fmla="*/ 1561544 h 2398711"/>
              <a:gd name="connsiteX89886" fmla="*/ 804117 w 2119654"/>
              <a:gd name="connsiteY89886" fmla="*/ 434673 h 2398711"/>
              <a:gd name="connsiteX89887" fmla="*/ 804033 w 2119654"/>
              <a:gd name="connsiteY89887" fmla="*/ 434986 h 2398711"/>
              <a:gd name="connsiteX89888" fmla="*/ 803750 w 2119654"/>
              <a:gd name="connsiteY89888" fmla="*/ 436898 h 2398711"/>
              <a:gd name="connsiteX89889" fmla="*/ 806600 w 2119654"/>
              <a:gd name="connsiteY89889" fmla="*/ 439659 h 2398711"/>
              <a:gd name="connsiteX89890" fmla="*/ 806905 w 2119654"/>
              <a:gd name="connsiteY89890" fmla="*/ 437503 h 2398711"/>
              <a:gd name="connsiteX89891" fmla="*/ 809375 w 2119654"/>
              <a:gd name="connsiteY89891" fmla="*/ 422897 h 2398711"/>
              <a:gd name="connsiteX89892" fmla="*/ 809372 w 2119654"/>
              <a:gd name="connsiteY89892" fmla="*/ 422919 h 2398711"/>
              <a:gd name="connsiteX89893" fmla="*/ 809603 w 2119654"/>
              <a:gd name="connsiteY89893" fmla="*/ 423165 h 2398711"/>
              <a:gd name="connsiteX89894" fmla="*/ 809570 w 2119654"/>
              <a:gd name="connsiteY89894" fmla="*/ 422517 h 2398711"/>
              <a:gd name="connsiteX89895" fmla="*/ 326397 w 2119654"/>
              <a:gd name="connsiteY89895" fmla="*/ 1504312 h 2398711"/>
              <a:gd name="connsiteX89896" fmla="*/ 326507 w 2119654"/>
              <a:gd name="connsiteY89896" fmla="*/ 1504542 h 2398711"/>
              <a:gd name="connsiteX89897" fmla="*/ 326714 w 2119654"/>
              <a:gd name="connsiteY89897" fmla="*/ 1504553 h 2398711"/>
              <a:gd name="connsiteX89898" fmla="*/ 781920 w 2119654"/>
              <a:gd name="connsiteY89898" fmla="*/ 484257 h 2398711"/>
              <a:gd name="connsiteX89899" fmla="*/ 781652 w 2119654"/>
              <a:gd name="connsiteY89899" fmla="*/ 485338 h 2398711"/>
              <a:gd name="connsiteX89900" fmla="*/ 785469 w 2119654"/>
              <a:gd name="connsiteY89900" fmla="*/ 491319 h 2398711"/>
              <a:gd name="connsiteX89901" fmla="*/ 785361 w 2119654"/>
              <a:gd name="connsiteY89901" fmla="*/ 489268 h 2398711"/>
              <a:gd name="connsiteX89902" fmla="*/ 785254 w 2119654"/>
              <a:gd name="connsiteY89902" fmla="*/ 489189 h 2398711"/>
              <a:gd name="connsiteX89903" fmla="*/ 785357 w 2119654"/>
              <a:gd name="connsiteY89903" fmla="*/ 489186 h 2398711"/>
              <a:gd name="connsiteX89904" fmla="*/ 785233 w 2119654"/>
              <a:gd name="connsiteY89904" fmla="*/ 486803 h 2398711"/>
              <a:gd name="connsiteX89905" fmla="*/ 808706 w 2119654"/>
              <a:gd name="connsiteY89905" fmla="*/ 424200 h 2398711"/>
              <a:gd name="connsiteX89906" fmla="*/ 808785 w 2119654"/>
              <a:gd name="connsiteY89906" fmla="*/ 424256 h 2398711"/>
              <a:gd name="connsiteX89907" fmla="*/ 808826 w 2119654"/>
              <a:gd name="connsiteY89907" fmla="*/ 423967 h 2398711"/>
              <a:gd name="connsiteX89908" fmla="*/ 339363 w 2119654"/>
              <a:gd name="connsiteY89908" fmla="*/ 1475078 h 2398711"/>
              <a:gd name="connsiteX89909" fmla="*/ 339579 w 2119654"/>
              <a:gd name="connsiteY89909" fmla="*/ 1475378 h 2398711"/>
              <a:gd name="connsiteX89910" fmla="*/ 339731 w 2119654"/>
              <a:gd name="connsiteY89910" fmla="*/ 1475448 h 2398711"/>
              <a:gd name="connsiteX89911" fmla="*/ 339527 w 2119654"/>
              <a:gd name="connsiteY89911" fmla="*/ 1475087 h 2398711"/>
              <a:gd name="connsiteX89912" fmla="*/ 281957 w 2119654"/>
              <a:gd name="connsiteY89912" fmla="*/ 1603536 h 2398711"/>
              <a:gd name="connsiteX89913" fmla="*/ 283768 w 2119654"/>
              <a:gd name="connsiteY89913" fmla="*/ 1604992 h 2398711"/>
              <a:gd name="connsiteX89914" fmla="*/ 288264 w 2119654"/>
              <a:gd name="connsiteY89914" fmla="*/ 1606606 h 2398711"/>
              <a:gd name="connsiteX89915" fmla="*/ 288739 w 2119654"/>
              <a:gd name="connsiteY89915" fmla="*/ 1605580 h 2398711"/>
              <a:gd name="connsiteX89916" fmla="*/ 287909 w 2119654"/>
              <a:gd name="connsiteY89916" fmla="*/ 1590187 h 2398711"/>
              <a:gd name="connsiteX89917" fmla="*/ 293090 w 2119654"/>
              <a:gd name="connsiteY89917" fmla="*/ 1596165 h 2398711"/>
              <a:gd name="connsiteX89918" fmla="*/ 293609 w 2119654"/>
              <a:gd name="connsiteY89918" fmla="*/ 1595040 h 2398711"/>
              <a:gd name="connsiteX89919" fmla="*/ 291610 w 2119654"/>
              <a:gd name="connsiteY89919" fmla="*/ 1592011 h 2398711"/>
              <a:gd name="connsiteX89920" fmla="*/ 821745 w 2119654"/>
              <a:gd name="connsiteY89920" fmla="*/ 394712 h 2398711"/>
              <a:gd name="connsiteX89921" fmla="*/ 821513 w 2119654"/>
              <a:gd name="connsiteY89921" fmla="*/ 397436 h 2398711"/>
              <a:gd name="connsiteX89922" fmla="*/ 822545 w 2119654"/>
              <a:gd name="connsiteY89922" fmla="*/ 395424 h 2398711"/>
              <a:gd name="connsiteX89923" fmla="*/ 767439 w 2119654"/>
              <a:gd name="connsiteY89923" fmla="*/ 516193 h 2398711"/>
              <a:gd name="connsiteX89924" fmla="*/ 767429 w 2119654"/>
              <a:gd name="connsiteY89924" fmla="*/ 517550 h 2398711"/>
              <a:gd name="connsiteX89925" fmla="*/ 770469 w 2119654"/>
              <a:gd name="connsiteY89925" fmla="*/ 520169 h 2398711"/>
              <a:gd name="connsiteX89926" fmla="*/ 770502 w 2119654"/>
              <a:gd name="connsiteY89926" fmla="*/ 520105 h 2398711"/>
              <a:gd name="connsiteX89927" fmla="*/ 770771 w 2119654"/>
              <a:gd name="connsiteY89927" fmla="*/ 518540 h 2398711"/>
              <a:gd name="connsiteX89928" fmla="*/ 806920 w 2119654"/>
              <a:gd name="connsiteY89928" fmla="*/ 427679 h 2398711"/>
              <a:gd name="connsiteX89929" fmla="*/ 808174 w 2119654"/>
              <a:gd name="connsiteY89929" fmla="*/ 428563 h 2398711"/>
              <a:gd name="connsiteX89930" fmla="*/ 808737 w 2119654"/>
              <a:gd name="connsiteY89930" fmla="*/ 424593 h 2398711"/>
              <a:gd name="connsiteX89931" fmla="*/ 808567 w 2119654"/>
              <a:gd name="connsiteY89931" fmla="*/ 424471 h 2398711"/>
              <a:gd name="connsiteX89932" fmla="*/ 308593 w 2119654"/>
              <a:gd name="connsiteY89932" fmla="*/ 1543511 h 2398711"/>
              <a:gd name="connsiteX89933" fmla="*/ 309342 w 2119654"/>
              <a:gd name="connsiteY89933" fmla="*/ 1544254 h 2398711"/>
              <a:gd name="connsiteX89934" fmla="*/ 309950 w 2119654"/>
              <a:gd name="connsiteY89934" fmla="*/ 1544840 h 2398711"/>
              <a:gd name="connsiteX89935" fmla="*/ 312856 w 2119654"/>
              <a:gd name="connsiteY89935" fmla="*/ 1545430 h 2398711"/>
              <a:gd name="connsiteX89936" fmla="*/ 313418 w 2119654"/>
              <a:gd name="connsiteY89936" fmla="*/ 1544931 h 2398711"/>
              <a:gd name="connsiteX89937" fmla="*/ 873319 w 2119654"/>
              <a:gd name="connsiteY89937" fmla="*/ 278971 h 2398711"/>
              <a:gd name="connsiteX89938" fmla="*/ 872865 w 2119654"/>
              <a:gd name="connsiteY89938" fmla="*/ 281236 h 2398711"/>
              <a:gd name="connsiteX89939" fmla="*/ 876161 w 2119654"/>
              <a:gd name="connsiteY89939" fmla="*/ 285041 h 2398711"/>
              <a:gd name="connsiteX89940" fmla="*/ 228544 w 2119654"/>
              <a:gd name="connsiteY89940" fmla="*/ 1722669 h 2398711"/>
              <a:gd name="connsiteX89941" fmla="*/ 243122 w 2119654"/>
              <a:gd name="connsiteY89941" fmla="*/ 1732173 h 2398711"/>
              <a:gd name="connsiteX89942" fmla="*/ 289150 w 2119654"/>
              <a:gd name="connsiteY89942" fmla="*/ 1747833 h 2398711"/>
              <a:gd name="connsiteX89943" fmla="*/ 254496 w 2119654"/>
              <a:gd name="connsiteY89943" fmla="*/ 1727807 h 2398711"/>
              <a:gd name="connsiteX89944" fmla="*/ 806552 w 2119654"/>
              <a:gd name="connsiteY89944" fmla="*/ 428396 h 2398711"/>
              <a:gd name="connsiteX89945" fmla="*/ 808109 w 2119654"/>
              <a:gd name="connsiteY89945" fmla="*/ 429018 h 2398711"/>
              <a:gd name="connsiteX89946" fmla="*/ 808134 w 2119654"/>
              <a:gd name="connsiteY89946" fmla="*/ 428841 h 2398711"/>
              <a:gd name="connsiteX89947" fmla="*/ 806805 w 2119654"/>
              <a:gd name="connsiteY89947" fmla="*/ 427905 h 2398711"/>
              <a:gd name="connsiteX89948" fmla="*/ 784891 w 2119654"/>
              <a:gd name="connsiteY89948" fmla="*/ 476767 h 2398711"/>
              <a:gd name="connsiteX89949" fmla="*/ 785047 w 2119654"/>
              <a:gd name="connsiteY89949" fmla="*/ 479785 h 2398711"/>
              <a:gd name="connsiteX89950" fmla="*/ 785169 w 2119654"/>
              <a:gd name="connsiteY89950" fmla="*/ 481641 h 2398711"/>
              <a:gd name="connsiteX89951" fmla="*/ 785805 w 2119654"/>
              <a:gd name="connsiteY89951" fmla="*/ 481924 h 2398711"/>
              <a:gd name="connsiteX89952" fmla="*/ 788016 w 2119654"/>
              <a:gd name="connsiteY89952" fmla="*/ 483106 h 2398711"/>
              <a:gd name="connsiteX89953" fmla="*/ 788528 w 2119654"/>
              <a:gd name="connsiteY89953" fmla="*/ 481208 h 2398711"/>
              <a:gd name="connsiteX89954" fmla="*/ 330641 w 2119654"/>
              <a:gd name="connsiteY89954" fmla="*/ 1493858 h 2398711"/>
              <a:gd name="connsiteX89955" fmla="*/ 330923 w 2119654"/>
              <a:gd name="connsiteY89955" fmla="*/ 1494341 h 2398711"/>
              <a:gd name="connsiteX89956" fmla="*/ 332201 w 2119654"/>
              <a:gd name="connsiteY89956" fmla="*/ 1494619 h 2398711"/>
              <a:gd name="connsiteX89957" fmla="*/ 782434 w 2119654"/>
              <a:gd name="connsiteY89957" fmla="*/ 482182 h 2398711"/>
              <a:gd name="connsiteX89958" fmla="*/ 782293 w 2119654"/>
              <a:gd name="connsiteY89958" fmla="*/ 482750 h 2398711"/>
              <a:gd name="connsiteX89959" fmla="*/ 785126 w 2119654"/>
              <a:gd name="connsiteY89959" fmla="*/ 484753 h 2398711"/>
              <a:gd name="connsiteX89960" fmla="*/ 785090 w 2119654"/>
              <a:gd name="connsiteY89960" fmla="*/ 484054 h 2398711"/>
              <a:gd name="connsiteX89961" fmla="*/ 782713 w 2119654"/>
              <a:gd name="connsiteY89961" fmla="*/ 482332 h 2398711"/>
              <a:gd name="connsiteX89962" fmla="*/ 804905 w 2119654"/>
              <a:gd name="connsiteY89962" fmla="*/ 431748 h 2398711"/>
              <a:gd name="connsiteX89963" fmla="*/ 804235 w 2119654"/>
              <a:gd name="connsiteY89963" fmla="*/ 434235 h 2398711"/>
              <a:gd name="connsiteX89964" fmla="*/ 806974 w 2119654"/>
              <a:gd name="connsiteY89964" fmla="*/ 437016 h 2398711"/>
              <a:gd name="connsiteX89965" fmla="*/ 807989 w 2119654"/>
              <a:gd name="connsiteY89965" fmla="*/ 429860 h 2398711"/>
              <a:gd name="connsiteX89966" fmla="*/ 806173 w 2119654"/>
              <a:gd name="connsiteY89966" fmla="*/ 429135 h 2398711"/>
              <a:gd name="connsiteX89967" fmla="*/ 805593 w 2119654"/>
              <a:gd name="connsiteY89967" fmla="*/ 430266 h 2398711"/>
              <a:gd name="connsiteX89968" fmla="*/ 832932 w 2119654"/>
              <a:gd name="connsiteY89968" fmla="*/ 368591 h 2398711"/>
              <a:gd name="connsiteX89969" fmla="*/ 834479 w 2119654"/>
              <a:gd name="connsiteY89969" fmla="*/ 372174 h 2398711"/>
              <a:gd name="connsiteX89970" fmla="*/ 835125 w 2119654"/>
              <a:gd name="connsiteY89970" fmla="*/ 370913 h 2398711"/>
              <a:gd name="connsiteX89971" fmla="*/ 767447 w 2119654"/>
              <a:gd name="connsiteY89971" fmla="*/ 515152 h 2398711"/>
              <a:gd name="connsiteX89972" fmla="*/ 767441 w 2119654"/>
              <a:gd name="connsiteY89972" fmla="*/ 515895 h 2398711"/>
              <a:gd name="connsiteX89973" fmla="*/ 770826 w 2119654"/>
              <a:gd name="connsiteY89973" fmla="*/ 518211 h 2398711"/>
              <a:gd name="connsiteX89974" fmla="*/ 771167 w 2119654"/>
              <a:gd name="connsiteY89974" fmla="*/ 516223 h 2398711"/>
              <a:gd name="connsiteX89975" fmla="*/ 810228 w 2119654"/>
              <a:gd name="connsiteY89975" fmla="*/ 419213 h 2398711"/>
              <a:gd name="connsiteX89976" fmla="*/ 810238 w 2119654"/>
              <a:gd name="connsiteY89976" fmla="*/ 419405 h 2398711"/>
              <a:gd name="connsiteX89977" fmla="*/ 810318 w 2119654"/>
              <a:gd name="connsiteY89977" fmla="*/ 419249 h 2398711"/>
              <a:gd name="connsiteX89978" fmla="*/ 796530 w 2119654"/>
              <a:gd name="connsiteY89978" fmla="*/ 449809 h 2398711"/>
              <a:gd name="connsiteX89979" fmla="*/ 796589 w 2119654"/>
              <a:gd name="connsiteY89979" fmla="*/ 449845 h 2398711"/>
              <a:gd name="connsiteX89980" fmla="*/ 796567 w 2119654"/>
              <a:gd name="connsiteY89980" fmla="*/ 449729 h 2398711"/>
              <a:gd name="connsiteX89981" fmla="*/ 780447 w 2119654"/>
              <a:gd name="connsiteY89981" fmla="*/ 485758 h 2398711"/>
              <a:gd name="connsiteX89982" fmla="*/ 780469 w 2119654"/>
              <a:gd name="connsiteY89982" fmla="*/ 486177 h 2398711"/>
              <a:gd name="connsiteX89983" fmla="*/ 780538 w 2119654"/>
              <a:gd name="connsiteY89983" fmla="*/ 485900 h 2398711"/>
              <a:gd name="connsiteX89984" fmla="*/ 795068 w 2119654"/>
              <a:gd name="connsiteY89984" fmla="*/ 452960 h 2398711"/>
              <a:gd name="connsiteX89985" fmla="*/ 794828 w 2119654"/>
              <a:gd name="connsiteY89985" fmla="*/ 456308 h 2398711"/>
              <a:gd name="connsiteX89986" fmla="*/ 795157 w 2119654"/>
              <a:gd name="connsiteY89986" fmla="*/ 456620 h 2398711"/>
              <a:gd name="connsiteX89987" fmla="*/ 796756 w 2119654"/>
              <a:gd name="connsiteY89987" fmla="*/ 450689 h 2398711"/>
              <a:gd name="connsiteX89988" fmla="*/ 796662 w 2119654"/>
              <a:gd name="connsiteY89988" fmla="*/ 450214 h 2398711"/>
              <a:gd name="connsiteX89989" fmla="*/ 796416 w 2119654"/>
              <a:gd name="connsiteY89989" fmla="*/ 450053 h 2398711"/>
              <a:gd name="connsiteX89990" fmla="*/ 308089 w 2119654"/>
              <a:gd name="connsiteY89990" fmla="*/ 1543363 h 2398711"/>
              <a:gd name="connsiteX89991" fmla="*/ 308955 w 2119654"/>
              <a:gd name="connsiteY89991" fmla="*/ 1544638 h 2398711"/>
              <a:gd name="connsiteX89992" fmla="*/ 309653 w 2119654"/>
              <a:gd name="connsiteY89992" fmla="*/ 1544780 h 2398711"/>
              <a:gd name="connsiteX89993" fmla="*/ 308279 w 2119654"/>
              <a:gd name="connsiteY89993" fmla="*/ 1543419 h 2398711"/>
              <a:gd name="connsiteX89994" fmla="*/ 299781 w 2119654"/>
              <a:gd name="connsiteY89994" fmla="*/ 1561959 h 2398711"/>
              <a:gd name="connsiteX89995" fmla="*/ 300955 w 2119654"/>
              <a:gd name="connsiteY89995" fmla="*/ 1563683 h 2398711"/>
              <a:gd name="connsiteX89996" fmla="*/ 301179 w 2119654"/>
              <a:gd name="connsiteY89996" fmla="*/ 1563832 h 2398711"/>
              <a:gd name="connsiteX89997" fmla="*/ 301341 w 2119654"/>
              <a:gd name="connsiteY89997" fmla="*/ 1563118 h 2398711"/>
              <a:gd name="connsiteX89998" fmla="*/ 300279 w 2119654"/>
              <a:gd name="connsiteY89998" fmla="*/ 1562218 h 2398711"/>
              <a:gd name="connsiteX89999" fmla="*/ 788060 w 2119654"/>
              <a:gd name="connsiteY89999" fmla="*/ 468596 h 2398711"/>
              <a:gd name="connsiteX90000" fmla="*/ 788387 w 2119654"/>
              <a:gd name="connsiteY90000" fmla="*/ 468843 h 2398711"/>
              <a:gd name="connsiteX90001" fmla="*/ 788785 w 2119654"/>
              <a:gd name="connsiteY90001" fmla="*/ 469081 h 2398711"/>
              <a:gd name="connsiteX90002" fmla="*/ 788535 w 2119654"/>
              <a:gd name="connsiteY90002" fmla="*/ 467947 h 2398711"/>
              <a:gd name="connsiteX90003" fmla="*/ 794022 w 2119654"/>
              <a:gd name="connsiteY90003" fmla="*/ 455216 h 2398711"/>
              <a:gd name="connsiteX90004" fmla="*/ 794338 w 2119654"/>
              <a:gd name="connsiteY90004" fmla="*/ 455785 h 2398711"/>
              <a:gd name="connsiteX90005" fmla="*/ 794462 w 2119654"/>
              <a:gd name="connsiteY90005" fmla="*/ 454268 h 2398711"/>
              <a:gd name="connsiteX90006" fmla="*/ 847707 w 2119654"/>
              <a:gd name="connsiteY90006" fmla="*/ 334977 h 2398711"/>
              <a:gd name="connsiteX90007" fmla="*/ 851033 w 2119654"/>
              <a:gd name="connsiteY90007" fmla="*/ 339917 h 2398711"/>
              <a:gd name="connsiteX90008" fmla="*/ 851809 w 2119654"/>
              <a:gd name="connsiteY90008" fmla="*/ 338406 h 2398711"/>
              <a:gd name="connsiteX90009" fmla="*/ 849916 w 2119654"/>
              <a:gd name="connsiteY90009" fmla="*/ 336697 h 2398711"/>
              <a:gd name="connsiteX90010" fmla="*/ 793066 w 2119654"/>
              <a:gd name="connsiteY90010" fmla="*/ 457277 h 2398711"/>
              <a:gd name="connsiteX90011" fmla="*/ 793928 w 2119654"/>
              <a:gd name="connsiteY90011" fmla="*/ 459541 h 2398711"/>
              <a:gd name="connsiteX90012" fmla="*/ 794093 w 2119654"/>
              <a:gd name="connsiteY90012" fmla="*/ 459315 h 2398711"/>
              <a:gd name="connsiteX90013" fmla="*/ 794258 w 2119654"/>
              <a:gd name="connsiteY90013" fmla="*/ 456911 h 2398711"/>
              <a:gd name="connsiteX90014" fmla="*/ 793701 w 2119654"/>
              <a:gd name="connsiteY90014" fmla="*/ 455908 h 2398711"/>
              <a:gd name="connsiteX90015" fmla="*/ 290645 w 2119654"/>
              <a:gd name="connsiteY90015" fmla="*/ 1582191 h 2398711"/>
              <a:gd name="connsiteX90016" fmla="*/ 291693 w 2119654"/>
              <a:gd name="connsiteY90016" fmla="*/ 1583531 h 2398711"/>
              <a:gd name="connsiteX90017" fmla="*/ 296381 w 2119654"/>
              <a:gd name="connsiteY90017" fmla="*/ 1584935 h 2398711"/>
              <a:gd name="connsiteX90018" fmla="*/ 296471 w 2119654"/>
              <a:gd name="connsiteY90018" fmla="*/ 1584538 h 2398711"/>
              <a:gd name="connsiteX90019" fmla="*/ 295319 w 2119654"/>
              <a:gd name="connsiteY90019" fmla="*/ 1583507 h 2398711"/>
              <a:gd name="connsiteX90020" fmla="*/ 778624 w 2119654"/>
              <a:gd name="connsiteY90020" fmla="*/ 489289 h 2398711"/>
              <a:gd name="connsiteX90021" fmla="*/ 778622 w 2119654"/>
              <a:gd name="connsiteY90021" fmla="*/ 489296 h 2398711"/>
              <a:gd name="connsiteX90022" fmla="*/ 778879 w 2119654"/>
              <a:gd name="connsiteY90022" fmla="*/ 492599 h 2398711"/>
              <a:gd name="connsiteX90023" fmla="*/ 779550 w 2119654"/>
              <a:gd name="connsiteY90023" fmla="*/ 489894 h 2398711"/>
              <a:gd name="connsiteX90024" fmla="*/ 785924 w 2119654"/>
              <a:gd name="connsiteY90024" fmla="*/ 472675 h 2398711"/>
              <a:gd name="connsiteX90025" fmla="*/ 788537 w 2119654"/>
              <a:gd name="connsiteY90025" fmla="*/ 474943 h 2398711"/>
              <a:gd name="connsiteX90026" fmla="*/ 786164 w 2119654"/>
              <a:gd name="connsiteY90026" fmla="*/ 472158 h 2398711"/>
              <a:gd name="connsiteX90027" fmla="*/ 771404 w 2119654"/>
              <a:gd name="connsiteY90027" fmla="*/ 505183 h 2398711"/>
              <a:gd name="connsiteX90028" fmla="*/ 772497 w 2119654"/>
              <a:gd name="connsiteY90028" fmla="*/ 506896 h 2398711"/>
              <a:gd name="connsiteX90029" fmla="*/ 772552 w 2119654"/>
              <a:gd name="connsiteY90029" fmla="*/ 506017 h 2398711"/>
              <a:gd name="connsiteX90030" fmla="*/ 761624 w 2119654"/>
              <a:gd name="connsiteY90030" fmla="*/ 527036 h 2398711"/>
              <a:gd name="connsiteX90031" fmla="*/ 761555 w 2119654"/>
              <a:gd name="connsiteY90031" fmla="*/ 527860 h 2398711"/>
              <a:gd name="connsiteX90032" fmla="*/ 761987 w 2119654"/>
              <a:gd name="connsiteY90032" fmla="*/ 529842 h 2398711"/>
              <a:gd name="connsiteX90033" fmla="*/ 762201 w 2119654"/>
              <a:gd name="connsiteY90033" fmla="*/ 529992 h 2398711"/>
              <a:gd name="connsiteX90034" fmla="*/ 784804 w 2119654"/>
              <a:gd name="connsiteY90034" fmla="*/ 475092 h 2398711"/>
              <a:gd name="connsiteX90035" fmla="*/ 784833 w 2119654"/>
              <a:gd name="connsiteY90035" fmla="*/ 475638 h 2398711"/>
              <a:gd name="connsiteX90036" fmla="*/ 788742 w 2119654"/>
              <a:gd name="connsiteY90036" fmla="*/ 480413 h 2398711"/>
              <a:gd name="connsiteX90037" fmla="*/ 789763 w 2119654"/>
              <a:gd name="connsiteY90037" fmla="*/ 476628 h 2398711"/>
              <a:gd name="connsiteX90038" fmla="*/ 789660 w 2119654"/>
              <a:gd name="connsiteY90038" fmla="*/ 476425 h 2398711"/>
              <a:gd name="connsiteX90039" fmla="*/ 785787 w 2119654"/>
              <a:gd name="connsiteY90039" fmla="*/ 472972 h 2398711"/>
              <a:gd name="connsiteX90040" fmla="*/ 821994 w 2119654"/>
              <a:gd name="connsiteY90040" fmla="*/ 391790 h 2398711"/>
              <a:gd name="connsiteX90041" fmla="*/ 821791 w 2119654"/>
              <a:gd name="connsiteY90041" fmla="*/ 394171 h 2398711"/>
              <a:gd name="connsiteX90042" fmla="*/ 822751 w 2119654"/>
              <a:gd name="connsiteY90042" fmla="*/ 395025 h 2398711"/>
              <a:gd name="connsiteX90043" fmla="*/ 823604 w 2119654"/>
              <a:gd name="connsiteY90043" fmla="*/ 393362 h 2398711"/>
              <a:gd name="connsiteX90044" fmla="*/ 806079 w 2119654"/>
              <a:gd name="connsiteY90044" fmla="*/ 427393 h 2398711"/>
              <a:gd name="connsiteX90045" fmla="*/ 806014 w 2119654"/>
              <a:gd name="connsiteY90045" fmla="*/ 427635 h 2398711"/>
              <a:gd name="connsiteX90046" fmla="*/ 806122 w 2119654"/>
              <a:gd name="connsiteY90046" fmla="*/ 427424 h 2398711"/>
              <a:gd name="connsiteX90047" fmla="*/ 783485 w 2119654"/>
              <a:gd name="connsiteY90047" fmla="*/ 477935 h 2398711"/>
              <a:gd name="connsiteX90048" fmla="*/ 782826 w 2119654"/>
              <a:gd name="connsiteY90048" fmla="*/ 480600 h 2398711"/>
              <a:gd name="connsiteX90049" fmla="*/ 784959 w 2119654"/>
              <a:gd name="connsiteY90049" fmla="*/ 481548 h 2398711"/>
              <a:gd name="connsiteX90050" fmla="*/ 784699 w 2119654"/>
              <a:gd name="connsiteY90050" fmla="*/ 476532 h 2398711"/>
              <a:gd name="connsiteX90051" fmla="*/ 784339 w 2119654"/>
              <a:gd name="connsiteY90051" fmla="*/ 476093 h 2398711"/>
              <a:gd name="connsiteX90052" fmla="*/ 299518 w 2119654"/>
              <a:gd name="connsiteY90052" fmla="*/ 1561572 h 2398711"/>
              <a:gd name="connsiteX90053" fmla="*/ 299728 w 2119654"/>
              <a:gd name="connsiteY90053" fmla="*/ 1561882 h 2398711"/>
              <a:gd name="connsiteX90054" fmla="*/ 300140 w 2119654"/>
              <a:gd name="connsiteY90054" fmla="*/ 1562100 h 2398711"/>
              <a:gd name="connsiteX90055" fmla="*/ 780717 w 2119654"/>
              <a:gd name="connsiteY90055" fmla="*/ 483903 h 2398711"/>
              <a:gd name="connsiteX90056" fmla="*/ 780852 w 2119654"/>
              <a:gd name="connsiteY90056" fmla="*/ 484082 h 2398711"/>
              <a:gd name="connsiteX90057" fmla="*/ 780950 w 2119654"/>
              <a:gd name="connsiteY90057" fmla="*/ 484236 h 2398711"/>
              <a:gd name="connsiteX90058" fmla="*/ 781100 w 2119654"/>
              <a:gd name="connsiteY90058" fmla="*/ 483627 h 2398711"/>
              <a:gd name="connsiteX90059" fmla="*/ 780912 w 2119654"/>
              <a:gd name="connsiteY90059" fmla="*/ 483482 h 2398711"/>
              <a:gd name="connsiteX90060" fmla="*/ 779019 w 2119654"/>
              <a:gd name="connsiteY90060" fmla="*/ 487694 h 2398711"/>
              <a:gd name="connsiteX90061" fmla="*/ 778815 w 2119654"/>
              <a:gd name="connsiteY90061" fmla="*/ 488516 h 2398711"/>
              <a:gd name="connsiteX90062" fmla="*/ 779752 w 2119654"/>
              <a:gd name="connsiteY90062" fmla="*/ 489075 h 2398711"/>
              <a:gd name="connsiteX90063" fmla="*/ 779794 w 2119654"/>
              <a:gd name="connsiteY90063" fmla="*/ 488903 h 2398711"/>
              <a:gd name="connsiteX90064" fmla="*/ 779755 w 2119654"/>
              <a:gd name="connsiteY90064" fmla="*/ 485977 h 2398711"/>
              <a:gd name="connsiteX90065" fmla="*/ 780330 w 2119654"/>
              <a:gd name="connsiteY90065" fmla="*/ 486743 h 2398711"/>
              <a:gd name="connsiteX90066" fmla="*/ 780359 w 2119654"/>
              <a:gd name="connsiteY90066" fmla="*/ 486627 h 2398711"/>
              <a:gd name="connsiteX90067" fmla="*/ 780302 w 2119654"/>
              <a:gd name="connsiteY90067" fmla="*/ 485530 h 2398711"/>
              <a:gd name="connsiteX90068" fmla="*/ 780105 w 2119654"/>
              <a:gd name="connsiteY90068" fmla="*/ 485222 h 2398711"/>
              <a:gd name="connsiteX90069" fmla="*/ 768129 w 2119654"/>
              <a:gd name="connsiteY90069" fmla="*/ 511937 h 2398711"/>
              <a:gd name="connsiteX90070" fmla="*/ 767450 w 2119654"/>
              <a:gd name="connsiteY90070" fmla="*/ 514718 h 2398711"/>
              <a:gd name="connsiteX90071" fmla="*/ 767449 w 2119654"/>
              <a:gd name="connsiteY90071" fmla="*/ 514912 h 2398711"/>
              <a:gd name="connsiteX90072" fmla="*/ 771206 w 2119654"/>
              <a:gd name="connsiteY90072" fmla="*/ 515995 h 2398711"/>
              <a:gd name="connsiteX90073" fmla="*/ 771498 w 2119654"/>
              <a:gd name="connsiteY90073" fmla="*/ 514295 h 2398711"/>
              <a:gd name="connsiteX90074" fmla="*/ 822047 w 2119654"/>
              <a:gd name="connsiteY90074" fmla="*/ 391161 h 2398711"/>
              <a:gd name="connsiteX90075" fmla="*/ 822034 w 2119654"/>
              <a:gd name="connsiteY90075" fmla="*/ 391312 h 2398711"/>
              <a:gd name="connsiteX90076" fmla="*/ 823781 w 2119654"/>
              <a:gd name="connsiteY90076" fmla="*/ 393017 h 2398711"/>
              <a:gd name="connsiteX90077" fmla="*/ 823890 w 2119654"/>
              <a:gd name="connsiteY90077" fmla="*/ 392806 h 2398711"/>
              <a:gd name="connsiteX90078" fmla="*/ 822552 w 2119654"/>
              <a:gd name="connsiteY90078" fmla="*/ 391586 h 2398711"/>
              <a:gd name="connsiteX90079" fmla="*/ 330236 w 2119654"/>
              <a:gd name="connsiteY90079" fmla="*/ 1492191 h 2398711"/>
              <a:gd name="connsiteX90080" fmla="*/ 331086 w 2119654"/>
              <a:gd name="connsiteY90080" fmla="*/ 1492606 h 2398711"/>
              <a:gd name="connsiteX90081" fmla="*/ 330293 w 2119654"/>
              <a:gd name="connsiteY90081" fmla="*/ 1492134 h 2398711"/>
              <a:gd name="connsiteX90082" fmla="*/ 775486 w 2119654"/>
              <a:gd name="connsiteY90082" fmla="*/ 495180 h 2398711"/>
              <a:gd name="connsiteX90083" fmla="*/ 775802 w 2119654"/>
              <a:gd name="connsiteY90083" fmla="*/ 495410 h 2398711"/>
              <a:gd name="connsiteX90084" fmla="*/ 776282 w 2119654"/>
              <a:gd name="connsiteY90084" fmla="*/ 493468 h 2398711"/>
              <a:gd name="connsiteX90085" fmla="*/ 776281 w 2119654"/>
              <a:gd name="connsiteY90085" fmla="*/ 493466 h 2398711"/>
              <a:gd name="connsiteX90086" fmla="*/ 773909 w 2119654"/>
              <a:gd name="connsiteY90086" fmla="*/ 498582 h 2398711"/>
              <a:gd name="connsiteX90087" fmla="*/ 774816 w 2119654"/>
              <a:gd name="connsiteY90087" fmla="*/ 499391 h 2398711"/>
              <a:gd name="connsiteX90088" fmla="*/ 775753 w 2119654"/>
              <a:gd name="connsiteY90088" fmla="*/ 495606 h 2398711"/>
              <a:gd name="connsiteX90089" fmla="*/ 775409 w 2119654"/>
              <a:gd name="connsiteY90089" fmla="*/ 495348 h 2398711"/>
              <a:gd name="connsiteX90090" fmla="*/ 773568 w 2119654"/>
              <a:gd name="connsiteY90090" fmla="*/ 499318 h 2398711"/>
              <a:gd name="connsiteX90091" fmla="*/ 774519 w 2119654"/>
              <a:gd name="connsiteY90091" fmla="*/ 500587 h 2398711"/>
              <a:gd name="connsiteX90092" fmla="*/ 774763 w 2119654"/>
              <a:gd name="connsiteY90092" fmla="*/ 499605 h 2398711"/>
              <a:gd name="connsiteX90093" fmla="*/ 773823 w 2119654"/>
              <a:gd name="connsiteY90093" fmla="*/ 498768 h 2398711"/>
              <a:gd name="connsiteX90094" fmla="*/ 771253 w 2119654"/>
              <a:gd name="connsiteY90094" fmla="*/ 504309 h 2398711"/>
              <a:gd name="connsiteX90095" fmla="*/ 773240 w 2119654"/>
              <a:gd name="connsiteY90095" fmla="*/ 505754 h 2398711"/>
              <a:gd name="connsiteX90096" fmla="*/ 774225 w 2119654"/>
              <a:gd name="connsiteY90096" fmla="*/ 501772 h 2398711"/>
              <a:gd name="connsiteX90097" fmla="*/ 773116 w 2119654"/>
              <a:gd name="connsiteY90097" fmla="*/ 500293 h 2398711"/>
              <a:gd name="connsiteX90098" fmla="*/ 769011 w 2119654"/>
              <a:gd name="connsiteY90098" fmla="*/ 509143 h 2398711"/>
              <a:gd name="connsiteX90099" fmla="*/ 772096 w 2119654"/>
              <a:gd name="connsiteY90099" fmla="*/ 510803 h 2398711"/>
              <a:gd name="connsiteX90100" fmla="*/ 772116 w 2119654"/>
              <a:gd name="connsiteY90100" fmla="*/ 510685 h 2398711"/>
              <a:gd name="connsiteX90101" fmla="*/ 770172 w 2119654"/>
              <a:gd name="connsiteY90101" fmla="*/ 506640 h 2398711"/>
              <a:gd name="connsiteX90102" fmla="*/ 810120 w 2119654"/>
              <a:gd name="connsiteY90102" fmla="*/ 417079 h 2398711"/>
              <a:gd name="connsiteX90103" fmla="*/ 810119 w 2119654"/>
              <a:gd name="connsiteY90103" fmla="*/ 417086 h 2398711"/>
              <a:gd name="connsiteX90104" fmla="*/ 810192 w 2119654"/>
              <a:gd name="connsiteY90104" fmla="*/ 418499 h 2398711"/>
              <a:gd name="connsiteX90105" fmla="*/ 810619 w 2119654"/>
              <a:gd name="connsiteY90105" fmla="*/ 418663 h 2398711"/>
              <a:gd name="connsiteX90106" fmla="*/ 810919 w 2119654"/>
              <a:gd name="connsiteY90106" fmla="*/ 418079 h 2398711"/>
              <a:gd name="connsiteX90107" fmla="*/ 810530 w 2119654"/>
              <a:gd name="connsiteY90107" fmla="*/ 416088 h 2398711"/>
              <a:gd name="connsiteX90108" fmla="*/ 811390 w 2119654"/>
              <a:gd name="connsiteY90108" fmla="*/ 417162 h 2398711"/>
              <a:gd name="connsiteX90109" fmla="*/ 815252 w 2119654"/>
              <a:gd name="connsiteY90109" fmla="*/ 409638 h 2398711"/>
              <a:gd name="connsiteX90110" fmla="*/ 767467 w 2119654"/>
              <a:gd name="connsiteY90110" fmla="*/ 512473 h 2398711"/>
              <a:gd name="connsiteX90111" fmla="*/ 767467 w 2119654"/>
              <a:gd name="connsiteY90111" fmla="*/ 512560 h 2398711"/>
              <a:gd name="connsiteX90112" fmla="*/ 767511 w 2119654"/>
              <a:gd name="connsiteY90112" fmla="*/ 512379 h 2398711"/>
              <a:gd name="connsiteX90113" fmla="*/ 765763 w 2119654"/>
              <a:gd name="connsiteY90113" fmla="*/ 516149 h 2398711"/>
              <a:gd name="connsiteX90114" fmla="*/ 765887 w 2119654"/>
              <a:gd name="connsiteY90114" fmla="*/ 516252 h 2398711"/>
              <a:gd name="connsiteX90115" fmla="*/ 765917 w 2119654"/>
              <a:gd name="connsiteY90115" fmla="*/ 515816 h 2398711"/>
              <a:gd name="connsiteX90116" fmla="*/ 765500 w 2119654"/>
              <a:gd name="connsiteY90116" fmla="*/ 516714 h 2398711"/>
              <a:gd name="connsiteX90117" fmla="*/ 765832 w 2119654"/>
              <a:gd name="connsiteY90117" fmla="*/ 517060 h 2398711"/>
              <a:gd name="connsiteX90118" fmla="*/ 765868 w 2119654"/>
              <a:gd name="connsiteY90118" fmla="*/ 516522 h 2398711"/>
              <a:gd name="connsiteX90119" fmla="*/ 765669 w 2119654"/>
              <a:gd name="connsiteY90119" fmla="*/ 516351 h 2398711"/>
              <a:gd name="connsiteX90120" fmla="*/ 807143 w 2119654"/>
              <a:gd name="connsiteY90120" fmla="*/ 423449 h 2398711"/>
              <a:gd name="connsiteX90121" fmla="*/ 806149 w 2119654"/>
              <a:gd name="connsiteY90121" fmla="*/ 427136 h 2398711"/>
              <a:gd name="connsiteX90122" fmla="*/ 806238 w 2119654"/>
              <a:gd name="connsiteY90122" fmla="*/ 427199 h 2398711"/>
              <a:gd name="connsiteX90123" fmla="*/ 807889 w 2119654"/>
              <a:gd name="connsiteY90123" fmla="*/ 423984 h 2398711"/>
              <a:gd name="connsiteX90124" fmla="*/ 301922 w 2119654"/>
              <a:gd name="connsiteY90124" fmla="*/ 1554675 h 2398711"/>
              <a:gd name="connsiteX90125" fmla="*/ 302959 w 2119654"/>
              <a:gd name="connsiteY90125" fmla="*/ 1556001 h 2398711"/>
              <a:gd name="connsiteX90126" fmla="*/ 303229 w 2119654"/>
              <a:gd name="connsiteY90126" fmla="*/ 1554812 h 2398711"/>
              <a:gd name="connsiteX90127" fmla="*/ 307555 w 2119654"/>
              <a:gd name="connsiteY90127" fmla="*/ 1541959 h 2398711"/>
              <a:gd name="connsiteX90128" fmla="*/ 307443 w 2119654"/>
              <a:gd name="connsiteY90128" fmla="*/ 1542372 h 2398711"/>
              <a:gd name="connsiteX90129" fmla="*/ 307929 w 2119654"/>
              <a:gd name="connsiteY90129" fmla="*/ 1542853 h 2398711"/>
              <a:gd name="connsiteX90130" fmla="*/ 313810 w 2119654"/>
              <a:gd name="connsiteY90130" fmla="*/ 1544584 h 2398711"/>
              <a:gd name="connsiteX90131" fmla="*/ 313939 w 2119654"/>
              <a:gd name="connsiteY90131" fmla="*/ 1544470 h 2398711"/>
              <a:gd name="connsiteX90132" fmla="*/ 309432 w 2119654"/>
              <a:gd name="connsiteY90132" fmla="*/ 1542885 h 2398711"/>
              <a:gd name="connsiteX90133" fmla="*/ 807563 w 2119654"/>
              <a:gd name="connsiteY90133" fmla="*/ 421890 h 2398711"/>
              <a:gd name="connsiteX90134" fmla="*/ 807226 w 2119654"/>
              <a:gd name="connsiteY90134" fmla="*/ 423138 h 2398711"/>
              <a:gd name="connsiteX90135" fmla="*/ 808027 w 2119654"/>
              <a:gd name="connsiteY90135" fmla="*/ 423713 h 2398711"/>
              <a:gd name="connsiteX90136" fmla="*/ 808444 w 2119654"/>
              <a:gd name="connsiteY90136" fmla="*/ 422901 h 2398711"/>
              <a:gd name="connsiteX90137" fmla="*/ 325165 w 2119654"/>
              <a:gd name="connsiteY90137" fmla="*/ 1501724 h 2398711"/>
              <a:gd name="connsiteX90138" fmla="*/ 325992 w 2119654"/>
              <a:gd name="connsiteY90138" fmla="*/ 1503460 h 2398711"/>
              <a:gd name="connsiteX90139" fmla="*/ 326281 w 2119654"/>
              <a:gd name="connsiteY90139" fmla="*/ 1503672 h 2398711"/>
              <a:gd name="connsiteX90140" fmla="*/ 328991 w 2119654"/>
              <a:gd name="connsiteY90140" fmla="*/ 1504353 h 2398711"/>
              <a:gd name="connsiteX90141" fmla="*/ 328385 w 2119654"/>
              <a:gd name="connsiteY90141" fmla="*/ 1503947 h 2398711"/>
              <a:gd name="connsiteX90142" fmla="*/ 325222 w 2119654"/>
              <a:gd name="connsiteY90142" fmla="*/ 1501760 h 2398711"/>
              <a:gd name="connsiteX90143" fmla="*/ 809075 w 2119654"/>
              <a:gd name="connsiteY90143" fmla="*/ 418073 h 2398711"/>
              <a:gd name="connsiteX90144" fmla="*/ 809348 w 2119654"/>
              <a:gd name="connsiteY90144" fmla="*/ 418177 h 2398711"/>
              <a:gd name="connsiteX90145" fmla="*/ 809325 w 2119654"/>
              <a:gd name="connsiteY90145" fmla="*/ 417732 h 2398711"/>
              <a:gd name="connsiteX90146" fmla="*/ 808310 w 2119654"/>
              <a:gd name="connsiteY90146" fmla="*/ 419119 h 2398711"/>
              <a:gd name="connsiteX90147" fmla="*/ 807749 w 2119654"/>
              <a:gd name="connsiteY90147" fmla="*/ 421201 h 2398711"/>
              <a:gd name="connsiteX90148" fmla="*/ 808765 w 2119654"/>
              <a:gd name="connsiteY90148" fmla="*/ 422277 h 2398711"/>
              <a:gd name="connsiteX90149" fmla="*/ 809180 w 2119654"/>
              <a:gd name="connsiteY90149" fmla="*/ 421467 h 2398711"/>
              <a:gd name="connsiteX90150" fmla="*/ 809427 w 2119654"/>
              <a:gd name="connsiteY90150" fmla="*/ 419723 h 2398711"/>
              <a:gd name="connsiteX90151" fmla="*/ 809384 w 2119654"/>
              <a:gd name="connsiteY90151" fmla="*/ 418878 h 2398711"/>
              <a:gd name="connsiteX90152" fmla="*/ 808688 w 2119654"/>
              <a:gd name="connsiteY90152" fmla="*/ 418601 h 2398711"/>
              <a:gd name="connsiteX90153" fmla="*/ 313033 w 2119654"/>
              <a:gd name="connsiteY90153" fmla="*/ 1527980 h 2398711"/>
              <a:gd name="connsiteX90154" fmla="*/ 316738 w 2119654"/>
              <a:gd name="connsiteY90154" fmla="*/ 1533267 h 2398711"/>
              <a:gd name="connsiteX90155" fmla="*/ 317686 w 2119654"/>
              <a:gd name="connsiteY90155" fmla="*/ 1533883 h 2398711"/>
              <a:gd name="connsiteX90156" fmla="*/ 314416 w 2119654"/>
              <a:gd name="connsiteY90156" fmla="*/ 1529065 h 2398711"/>
              <a:gd name="connsiteX90157" fmla="*/ 329287 w 2119654"/>
              <a:gd name="connsiteY90157" fmla="*/ 1491536 h 2398711"/>
              <a:gd name="connsiteX90158" fmla="*/ 329332 w 2119654"/>
              <a:gd name="connsiteY90158" fmla="*/ 1491613 h 2398711"/>
              <a:gd name="connsiteX90159" fmla="*/ 329364 w 2119654"/>
              <a:gd name="connsiteY90159" fmla="*/ 1491581 h 2398711"/>
              <a:gd name="connsiteX90160" fmla="*/ 308934 w 2119654"/>
              <a:gd name="connsiteY90160" fmla="*/ 1536846 h 2398711"/>
              <a:gd name="connsiteX90161" fmla="*/ 308116 w 2119654"/>
              <a:gd name="connsiteY90161" fmla="*/ 1539880 h 2398711"/>
              <a:gd name="connsiteX90162" fmla="*/ 315994 w 2119654"/>
              <a:gd name="connsiteY90162" fmla="*/ 1542649 h 2398711"/>
              <a:gd name="connsiteX90163" fmla="*/ 316335 w 2119654"/>
              <a:gd name="connsiteY90163" fmla="*/ 1542347 h 2398711"/>
              <a:gd name="connsiteX90164" fmla="*/ 313621 w 2119654"/>
              <a:gd name="connsiteY90164" fmla="*/ 1538647 h 2398711"/>
              <a:gd name="connsiteX90165" fmla="*/ 313631 w 2119654"/>
              <a:gd name="connsiteY90165" fmla="*/ 1538358 h 2398711"/>
              <a:gd name="connsiteX90166" fmla="*/ 313149 w 2119654"/>
              <a:gd name="connsiteY90166" fmla="*/ 1538061 h 2398711"/>
              <a:gd name="connsiteX90167" fmla="*/ 795472 w 2119654"/>
              <a:gd name="connsiteY90167" fmla="*/ 447294 h 2398711"/>
              <a:gd name="connsiteX90168" fmla="*/ 795399 w 2119654"/>
              <a:gd name="connsiteY90168" fmla="*/ 448319 h 2398711"/>
              <a:gd name="connsiteX90169" fmla="*/ 795748 w 2119654"/>
              <a:gd name="connsiteY90169" fmla="*/ 447638 h 2398711"/>
              <a:gd name="connsiteX90170" fmla="*/ 820844 w 2119654"/>
              <a:gd name="connsiteY90170" fmla="*/ 390151 h 2398711"/>
              <a:gd name="connsiteX90171" fmla="*/ 820860 w 2119654"/>
              <a:gd name="connsiteY90171" fmla="*/ 390166 h 2398711"/>
              <a:gd name="connsiteX90172" fmla="*/ 820861 w 2119654"/>
              <a:gd name="connsiteY90172" fmla="*/ 390164 h 2398711"/>
              <a:gd name="connsiteX90173" fmla="*/ 809178 w 2119654"/>
              <a:gd name="connsiteY90173" fmla="*/ 415901 h 2398711"/>
              <a:gd name="connsiteX90174" fmla="*/ 808907 w 2119654"/>
              <a:gd name="connsiteY90174" fmla="*/ 416907 h 2398711"/>
              <a:gd name="connsiteX90175" fmla="*/ 809259 w 2119654"/>
              <a:gd name="connsiteY90175" fmla="*/ 416427 h 2398711"/>
              <a:gd name="connsiteX90176" fmla="*/ 809235 w 2119654"/>
              <a:gd name="connsiteY90176" fmla="*/ 415972 h 2398711"/>
              <a:gd name="connsiteX90177" fmla="*/ 905455 w 2119654"/>
              <a:gd name="connsiteY90177" fmla="*/ 199712 h 2398711"/>
              <a:gd name="connsiteX90178" fmla="*/ 904740 w 2119654"/>
              <a:gd name="connsiteY90178" fmla="*/ 203276 h 2398711"/>
              <a:gd name="connsiteX90179" fmla="*/ 902299 w 2119654"/>
              <a:gd name="connsiteY90179" fmla="*/ 218603 h 2398711"/>
              <a:gd name="connsiteX90180" fmla="*/ 912320 w 2119654"/>
              <a:gd name="connsiteY90180" fmla="*/ 225576 h 2398711"/>
              <a:gd name="connsiteX90181" fmla="*/ 914898 w 2119654"/>
              <a:gd name="connsiteY90181" fmla="*/ 218057 h 2398711"/>
              <a:gd name="connsiteX90182" fmla="*/ 309943 w 2119654"/>
              <a:gd name="connsiteY90182" fmla="*/ 1533103 h 2398711"/>
              <a:gd name="connsiteX90183" fmla="*/ 309713 w 2119654"/>
              <a:gd name="connsiteY90183" fmla="*/ 1533956 h 2398711"/>
              <a:gd name="connsiteX90184" fmla="*/ 311035 w 2119654"/>
              <a:gd name="connsiteY90184" fmla="*/ 1534644 h 2398711"/>
              <a:gd name="connsiteX90185" fmla="*/ 310739 w 2119654"/>
              <a:gd name="connsiteY90185" fmla="*/ 1534270 h 2398711"/>
              <a:gd name="connsiteX90186" fmla="*/ 301309 w 2119654"/>
              <a:gd name="connsiteY90186" fmla="*/ 1552321 h 2398711"/>
              <a:gd name="connsiteX90187" fmla="*/ 301685 w 2119654"/>
              <a:gd name="connsiteY90187" fmla="*/ 1552503 h 2398711"/>
              <a:gd name="connsiteX90188" fmla="*/ 301578 w 2119654"/>
              <a:gd name="connsiteY90188" fmla="*/ 1552371 h 2398711"/>
              <a:gd name="connsiteX90189" fmla="*/ 876131 w 2119654"/>
              <a:gd name="connsiteY90189" fmla="*/ 264949 h 2398711"/>
              <a:gd name="connsiteX90190" fmla="*/ 873377 w 2119654"/>
              <a:gd name="connsiteY90190" fmla="*/ 278682 h 2398711"/>
              <a:gd name="connsiteX90191" fmla="*/ 876838 w 2119654"/>
              <a:gd name="connsiteY90191" fmla="*/ 285823 h 2398711"/>
              <a:gd name="connsiteX90192" fmla="*/ 878569 w 2119654"/>
              <a:gd name="connsiteY90192" fmla="*/ 287822 h 2398711"/>
              <a:gd name="connsiteX90193" fmla="*/ 882686 w 2119654"/>
              <a:gd name="connsiteY90193" fmla="*/ 280059 h 2398711"/>
              <a:gd name="connsiteX90194" fmla="*/ 822596 w 2119654"/>
              <a:gd name="connsiteY90194" fmla="*/ 384724 h 2398711"/>
              <a:gd name="connsiteX90195" fmla="*/ 822074 w 2119654"/>
              <a:gd name="connsiteY90195" fmla="*/ 390837 h 2398711"/>
              <a:gd name="connsiteX90196" fmla="*/ 824048 w 2119654"/>
              <a:gd name="connsiteY90196" fmla="*/ 392497 h 2398711"/>
              <a:gd name="connsiteX90197" fmla="*/ 826121 w 2119654"/>
              <a:gd name="connsiteY90197" fmla="*/ 388458 h 2398711"/>
              <a:gd name="connsiteX90198" fmla="*/ 786621 w 2119654"/>
              <a:gd name="connsiteY90198" fmla="*/ 465274 h 2398711"/>
              <a:gd name="connsiteX90199" fmla="*/ 786446 w 2119654"/>
              <a:gd name="connsiteY90199" fmla="*/ 465984 h 2398711"/>
              <a:gd name="connsiteX90200" fmla="*/ 786546 w 2119654"/>
              <a:gd name="connsiteY90200" fmla="*/ 466165 h 2398711"/>
              <a:gd name="connsiteX90201" fmla="*/ 786862 w 2119654"/>
              <a:gd name="connsiteY90201" fmla="*/ 465483 h 2398711"/>
              <a:gd name="connsiteX90202" fmla="*/ 795635 w 2119654"/>
              <a:gd name="connsiteY90202" fmla="*/ 445013 h 2398711"/>
              <a:gd name="connsiteX90203" fmla="*/ 795546 w 2119654"/>
              <a:gd name="connsiteY90203" fmla="*/ 446263 h 2398711"/>
              <a:gd name="connsiteX90204" fmla="*/ 795992 w 2119654"/>
              <a:gd name="connsiteY90204" fmla="*/ 446822 h 2398711"/>
              <a:gd name="connsiteX90205" fmla="*/ 326143 w 2119654"/>
              <a:gd name="connsiteY90205" fmla="*/ 1496227 h 2398711"/>
              <a:gd name="connsiteX90206" fmla="*/ 326755 w 2119654"/>
              <a:gd name="connsiteY90206" fmla="*/ 1496677 h 2398711"/>
              <a:gd name="connsiteX90207" fmla="*/ 326365 w 2119654"/>
              <a:gd name="connsiteY90207" fmla="*/ 1496009 h 2398711"/>
              <a:gd name="connsiteX90208" fmla="*/ 291382 w 2119654"/>
              <a:gd name="connsiteY90208" fmla="*/ 1573996 h 2398711"/>
              <a:gd name="connsiteX90209" fmla="*/ 297601 w 2119654"/>
              <a:gd name="connsiteY90209" fmla="*/ 1579567 h 2398711"/>
              <a:gd name="connsiteX90210" fmla="*/ 298552 w 2119654"/>
              <a:gd name="connsiteY90210" fmla="*/ 1575383 h 2398711"/>
              <a:gd name="connsiteX90211" fmla="*/ 791673 w 2119654"/>
              <a:gd name="connsiteY90211" fmla="*/ 453618 h 2398711"/>
              <a:gd name="connsiteX90212" fmla="*/ 792101 w 2119654"/>
              <a:gd name="connsiteY90212" fmla="*/ 454745 h 2398711"/>
              <a:gd name="connsiteX90213" fmla="*/ 792349 w 2119654"/>
              <a:gd name="connsiteY90213" fmla="*/ 454261 h 2398711"/>
              <a:gd name="connsiteX90214" fmla="*/ 322161 w 2119654"/>
              <a:gd name="connsiteY90214" fmla="*/ 1504830 h 2398711"/>
              <a:gd name="connsiteX90215" fmla="*/ 322292 w 2119654"/>
              <a:gd name="connsiteY90215" fmla="*/ 1505011 h 2398711"/>
              <a:gd name="connsiteX90216" fmla="*/ 322207 w 2119654"/>
              <a:gd name="connsiteY90216" fmla="*/ 1504832 h 2398711"/>
              <a:gd name="connsiteX90217" fmla="*/ 800675 w 2119654"/>
              <a:gd name="connsiteY90217" fmla="*/ 433151 h 2398711"/>
              <a:gd name="connsiteX90218" fmla="*/ 800863 w 2119654"/>
              <a:gd name="connsiteY90218" fmla="*/ 434106 h 2398711"/>
              <a:gd name="connsiteX90219" fmla="*/ 801151 w 2119654"/>
              <a:gd name="connsiteY90219" fmla="*/ 434386 h 2398711"/>
              <a:gd name="connsiteX90220" fmla="*/ 801258 w 2119654"/>
              <a:gd name="connsiteY90220" fmla="*/ 433992 h 2398711"/>
              <a:gd name="connsiteX90221" fmla="*/ 319388 w 2119654"/>
              <a:gd name="connsiteY90221" fmla="*/ 1510804 h 2398711"/>
              <a:gd name="connsiteX90222" fmla="*/ 319564 w 2119654"/>
              <a:gd name="connsiteY90222" fmla="*/ 1511047 h 2398711"/>
              <a:gd name="connsiteX90223" fmla="*/ 321893 w 2119654"/>
              <a:gd name="connsiteY90223" fmla="*/ 1514133 h 2398711"/>
              <a:gd name="connsiteX90224" fmla="*/ 325583 w 2119654"/>
              <a:gd name="connsiteY90224" fmla="*/ 1514019 h 2398711"/>
              <a:gd name="connsiteX90225" fmla="*/ 782460 w 2119654"/>
              <a:gd name="connsiteY90225" fmla="*/ 473798 h 2398711"/>
              <a:gd name="connsiteX90226" fmla="*/ 781932 w 2119654"/>
              <a:gd name="connsiteY90226" fmla="*/ 475926 h 2398711"/>
              <a:gd name="connsiteX90227" fmla="*/ 782166 w 2119654"/>
              <a:gd name="connsiteY90227" fmla="*/ 475607 h 2398711"/>
              <a:gd name="connsiteX90228" fmla="*/ 782808 w 2119654"/>
              <a:gd name="connsiteY90228" fmla="*/ 474223 h 2398711"/>
              <a:gd name="connsiteX90229" fmla="*/ 310849 w 2119654"/>
              <a:gd name="connsiteY90229" fmla="*/ 1529747 h 2398711"/>
              <a:gd name="connsiteX90230" fmla="*/ 310715 w 2119654"/>
              <a:gd name="connsiteY90230" fmla="*/ 1530241 h 2398711"/>
              <a:gd name="connsiteX90231" fmla="*/ 313573 w 2119654"/>
              <a:gd name="connsiteY90231" fmla="*/ 1532071 h 2398711"/>
              <a:gd name="connsiteX90232" fmla="*/ 312802 w 2119654"/>
              <a:gd name="connsiteY90232" fmla="*/ 1531022 h 2398711"/>
              <a:gd name="connsiteX90233" fmla="*/ 311313 w 2119654"/>
              <a:gd name="connsiteY90233" fmla="*/ 1530057 h 2398711"/>
              <a:gd name="connsiteX90234" fmla="*/ 771497 w 2119654"/>
              <a:gd name="connsiteY90234" fmla="*/ 498135 h 2398711"/>
              <a:gd name="connsiteX90235" fmla="*/ 771251 w 2119654"/>
              <a:gd name="connsiteY90235" fmla="*/ 499143 h 2398711"/>
              <a:gd name="connsiteX90236" fmla="*/ 771634 w 2119654"/>
              <a:gd name="connsiteY90236" fmla="*/ 498318 h 2398711"/>
              <a:gd name="connsiteX90237" fmla="*/ 300478 w 2119654"/>
              <a:gd name="connsiteY90237" fmla="*/ 1552832 h 2398711"/>
              <a:gd name="connsiteX90238" fmla="*/ 301685 w 2119654"/>
              <a:gd name="connsiteY90238" fmla="*/ 1554372 h 2398711"/>
              <a:gd name="connsiteX90239" fmla="*/ 303291 w 2119654"/>
              <a:gd name="connsiteY90239" fmla="*/ 1554540 h 2398711"/>
              <a:gd name="connsiteX90240" fmla="*/ 303301 w 2119654"/>
              <a:gd name="connsiteY90240" fmla="*/ 1554498 h 2398711"/>
              <a:gd name="connsiteX90241" fmla="*/ 302909 w 2119654"/>
              <a:gd name="connsiteY90241" fmla="*/ 1554014 h 2398711"/>
              <a:gd name="connsiteX90242" fmla="*/ 310977 w 2119654"/>
              <a:gd name="connsiteY90242" fmla="*/ 1529272 h 2398711"/>
              <a:gd name="connsiteX90243" fmla="*/ 310918 w 2119654"/>
              <a:gd name="connsiteY90243" fmla="*/ 1529492 h 2398711"/>
              <a:gd name="connsiteX90244" fmla="*/ 312368 w 2119654"/>
              <a:gd name="connsiteY90244" fmla="*/ 1530433 h 2398711"/>
              <a:gd name="connsiteX90245" fmla="*/ 312255 w 2119654"/>
              <a:gd name="connsiteY90245" fmla="*/ 1530279 h 2398711"/>
              <a:gd name="connsiteX90246" fmla="*/ 779265 w 2119654"/>
              <a:gd name="connsiteY90246" fmla="*/ 480611 h 2398711"/>
              <a:gd name="connsiteX90247" fmla="*/ 779437 w 2119654"/>
              <a:gd name="connsiteY90247" fmla="*/ 480731 h 2398711"/>
              <a:gd name="connsiteX90248" fmla="*/ 779470 w 2119654"/>
              <a:gd name="connsiteY90248" fmla="*/ 480597 h 2398711"/>
              <a:gd name="connsiteX90249" fmla="*/ 779330 w 2119654"/>
              <a:gd name="connsiteY90249" fmla="*/ 480522 h 2398711"/>
              <a:gd name="connsiteX90250" fmla="*/ 325305 w 2119654"/>
              <a:gd name="connsiteY90250" fmla="*/ 1497054 h 2398711"/>
              <a:gd name="connsiteX90251" fmla="*/ 328559 w 2119654"/>
              <a:gd name="connsiteY90251" fmla="*/ 1499772 h 2398711"/>
              <a:gd name="connsiteX90252" fmla="*/ 327062 w 2119654"/>
              <a:gd name="connsiteY90252" fmla="*/ 1497204 h 2398711"/>
              <a:gd name="connsiteX90253" fmla="*/ 326000 w 2119654"/>
              <a:gd name="connsiteY90253" fmla="*/ 1496368 h 2398711"/>
              <a:gd name="connsiteX90254" fmla="*/ 787308 w 2119654"/>
              <a:gd name="connsiteY90254" fmla="*/ 462502 h 2398711"/>
              <a:gd name="connsiteX90255" fmla="*/ 787157 w 2119654"/>
              <a:gd name="connsiteY90255" fmla="*/ 463112 h 2398711"/>
              <a:gd name="connsiteX90256" fmla="*/ 787534 w 2119654"/>
              <a:gd name="connsiteY90256" fmla="*/ 463399 h 2398711"/>
              <a:gd name="connsiteX90257" fmla="*/ 787376 w 2119654"/>
              <a:gd name="connsiteY90257" fmla="*/ 462680 h 2398711"/>
              <a:gd name="connsiteX90258" fmla="*/ 311121 w 2119654"/>
              <a:gd name="connsiteY90258" fmla="*/ 1528739 h 2398711"/>
              <a:gd name="connsiteX90259" fmla="*/ 311064 w 2119654"/>
              <a:gd name="connsiteY90259" fmla="*/ 1528948 h 2398711"/>
              <a:gd name="connsiteX90260" fmla="*/ 311565 w 2119654"/>
              <a:gd name="connsiteY90260" fmla="*/ 1529342 h 2398711"/>
              <a:gd name="connsiteX90261" fmla="*/ 810847 w 2119654"/>
              <a:gd name="connsiteY90261" fmla="*/ 409710 h 2398711"/>
              <a:gd name="connsiteX90262" fmla="*/ 809918 w 2119654"/>
              <a:gd name="connsiteY90262" fmla="*/ 413156 h 2398711"/>
              <a:gd name="connsiteX90263" fmla="*/ 810031 w 2119654"/>
              <a:gd name="connsiteY90263" fmla="*/ 415370 h 2398711"/>
              <a:gd name="connsiteX90264" fmla="*/ 810048 w 2119654"/>
              <a:gd name="connsiteY90264" fmla="*/ 415346 h 2398711"/>
              <a:gd name="connsiteX90265" fmla="*/ 311232 w 2119654"/>
              <a:gd name="connsiteY90265" fmla="*/ 1528328 h 2398711"/>
              <a:gd name="connsiteX90266" fmla="*/ 311224 w 2119654"/>
              <a:gd name="connsiteY90266" fmla="*/ 1528358 h 2398711"/>
              <a:gd name="connsiteX90267" fmla="*/ 311484 w 2119654"/>
              <a:gd name="connsiteY90267" fmla="*/ 1528701 h 2398711"/>
              <a:gd name="connsiteX90268" fmla="*/ 771801 w 2119654"/>
              <a:gd name="connsiteY90268" fmla="*/ 496965 h 2398711"/>
              <a:gd name="connsiteX90269" fmla="*/ 772086 w 2119654"/>
              <a:gd name="connsiteY90269" fmla="*/ 497343 h 2398711"/>
              <a:gd name="connsiteX90270" fmla="*/ 772127 w 2119654"/>
              <a:gd name="connsiteY90270" fmla="*/ 497255 h 2398711"/>
              <a:gd name="connsiteX90271" fmla="*/ 764190 w 2119654"/>
              <a:gd name="connsiteY90271" fmla="*/ 513947 h 2398711"/>
              <a:gd name="connsiteX90272" fmla="*/ 764248 w 2119654"/>
              <a:gd name="connsiteY90272" fmla="*/ 514243 h 2398711"/>
              <a:gd name="connsiteX90273" fmla="*/ 764338 w 2119654"/>
              <a:gd name="connsiteY90273" fmla="*/ 514048 h 2398711"/>
              <a:gd name="connsiteX90274" fmla="*/ 778252 w 2119654"/>
              <a:gd name="connsiteY90274" fmla="*/ 482317 h 2398711"/>
              <a:gd name="connsiteX90275" fmla="*/ 778190 w 2119654"/>
              <a:gd name="connsiteY90275" fmla="*/ 483766 h 2398711"/>
              <a:gd name="connsiteX90276" fmla="*/ 778201 w 2119654"/>
              <a:gd name="connsiteY90276" fmla="*/ 483905 h 2398711"/>
              <a:gd name="connsiteX90277" fmla="*/ 778273 w 2119654"/>
              <a:gd name="connsiteY90277" fmla="*/ 484001 h 2398711"/>
              <a:gd name="connsiteX90278" fmla="*/ 778717 w 2119654"/>
              <a:gd name="connsiteY90278" fmla="*/ 483045 h 2398711"/>
              <a:gd name="connsiteX90279" fmla="*/ 336677 w 2119654"/>
              <a:gd name="connsiteY90279" fmla="*/ 1471078 h 2398711"/>
              <a:gd name="connsiteX90280" fmla="*/ 336997 w 2119654"/>
              <a:gd name="connsiteY90280" fmla="*/ 1471794 h 2398711"/>
              <a:gd name="connsiteX90281" fmla="*/ 339205 w 2119654"/>
              <a:gd name="connsiteY90281" fmla="*/ 1474858 h 2398711"/>
              <a:gd name="connsiteX90282" fmla="*/ 339403 w 2119654"/>
              <a:gd name="connsiteY90282" fmla="*/ 1474867 h 2398711"/>
              <a:gd name="connsiteX90283" fmla="*/ 337472 w 2119654"/>
              <a:gd name="connsiteY90283" fmla="*/ 1471442 h 2398711"/>
              <a:gd name="connsiteX90284" fmla="*/ 299402 w 2119654"/>
              <a:gd name="connsiteY90284" fmla="*/ 1554413 h 2398711"/>
              <a:gd name="connsiteX90285" fmla="*/ 302299 w 2119654"/>
              <a:gd name="connsiteY90285" fmla="*/ 1556015 h 2398711"/>
              <a:gd name="connsiteX90286" fmla="*/ 301190 w 2119654"/>
              <a:gd name="connsiteY90286" fmla="*/ 1554600 h 2398711"/>
              <a:gd name="connsiteX90287" fmla="*/ 324755 w 2119654"/>
              <a:gd name="connsiteY90287" fmla="*/ 1497597 h 2398711"/>
              <a:gd name="connsiteX90288" fmla="*/ 325211 w 2119654"/>
              <a:gd name="connsiteY90288" fmla="*/ 1497879 h 2398711"/>
              <a:gd name="connsiteX90289" fmla="*/ 324809 w 2119654"/>
              <a:gd name="connsiteY90289" fmla="*/ 1497543 h 2398711"/>
              <a:gd name="connsiteX90290" fmla="*/ 783218 w 2119654"/>
              <a:gd name="connsiteY90290" fmla="*/ 470739 h 2398711"/>
              <a:gd name="connsiteX90291" fmla="*/ 782653 w 2119654"/>
              <a:gd name="connsiteY90291" fmla="*/ 473019 h 2398711"/>
              <a:gd name="connsiteX90292" fmla="*/ 783113 w 2119654"/>
              <a:gd name="connsiteY90292" fmla="*/ 473565 h 2398711"/>
              <a:gd name="connsiteX90293" fmla="*/ 784078 w 2119654"/>
              <a:gd name="connsiteY90293" fmla="*/ 471484 h 2398711"/>
              <a:gd name="connsiteX90294" fmla="*/ 811569 w 2119654"/>
              <a:gd name="connsiteY90294" fmla="*/ 407035 h 2398711"/>
              <a:gd name="connsiteX90295" fmla="*/ 811490 w 2119654"/>
              <a:gd name="connsiteY90295" fmla="*/ 407324 h 2398711"/>
              <a:gd name="connsiteX90296" fmla="*/ 810425 w 2119654"/>
              <a:gd name="connsiteY90296" fmla="*/ 414832 h 2398711"/>
              <a:gd name="connsiteX90297" fmla="*/ 814780 w 2119654"/>
              <a:gd name="connsiteY90297" fmla="*/ 408883 h 2398711"/>
              <a:gd name="connsiteX90298" fmla="*/ 802657 w 2119654"/>
              <a:gd name="connsiteY90298" fmla="*/ 426841 h 2398711"/>
              <a:gd name="connsiteX90299" fmla="*/ 803134 w 2119654"/>
              <a:gd name="connsiteY90299" fmla="*/ 427032 h 2398711"/>
              <a:gd name="connsiteX90300" fmla="*/ 803494 w 2119654"/>
              <a:gd name="connsiteY90300" fmla="*/ 425699 h 2398711"/>
              <a:gd name="connsiteX90301" fmla="*/ 311995 w 2119654"/>
              <a:gd name="connsiteY90301" fmla="*/ 1525499 h 2398711"/>
              <a:gd name="connsiteX90302" fmla="*/ 311800 w 2119654"/>
              <a:gd name="connsiteY90302" fmla="*/ 1526219 h 2398711"/>
              <a:gd name="connsiteX90303" fmla="*/ 312126 w 2119654"/>
              <a:gd name="connsiteY90303" fmla="*/ 1526684 h 2398711"/>
              <a:gd name="connsiteX90304" fmla="*/ 313568 w 2119654"/>
              <a:gd name="connsiteY90304" fmla="*/ 1527817 h 2398711"/>
              <a:gd name="connsiteX90305" fmla="*/ 277638 w 2119654"/>
              <a:gd name="connsiteY90305" fmla="*/ 1602233 h 2398711"/>
              <a:gd name="connsiteX90306" fmla="*/ 279389 w 2119654"/>
              <a:gd name="connsiteY90306" fmla="*/ 1603420 h 2398711"/>
              <a:gd name="connsiteX90307" fmla="*/ 283232 w 2119654"/>
              <a:gd name="connsiteY90307" fmla="*/ 1604800 h 2398711"/>
              <a:gd name="connsiteX90308" fmla="*/ 281482 w 2119654"/>
              <a:gd name="connsiteY90308" fmla="*/ 1603393 h 2398711"/>
              <a:gd name="connsiteX90309" fmla="*/ 745142 w 2119654"/>
              <a:gd name="connsiteY90309" fmla="*/ 555328 h 2398711"/>
              <a:gd name="connsiteX90310" fmla="*/ 745108 w 2119654"/>
              <a:gd name="connsiteY90310" fmla="*/ 555472 h 2398711"/>
              <a:gd name="connsiteX90311" fmla="*/ 745122 w 2119654"/>
              <a:gd name="connsiteY90311" fmla="*/ 555485 h 2398711"/>
              <a:gd name="connsiteX90312" fmla="*/ 745183 w 2119654"/>
              <a:gd name="connsiteY90312" fmla="*/ 555350 h 2398711"/>
              <a:gd name="connsiteX90313" fmla="*/ 783609 w 2119654"/>
              <a:gd name="connsiteY90313" fmla="*/ 469159 h 2398711"/>
              <a:gd name="connsiteX90314" fmla="*/ 783301 w 2119654"/>
              <a:gd name="connsiteY90314" fmla="*/ 470402 h 2398711"/>
              <a:gd name="connsiteX90315" fmla="*/ 784187 w 2119654"/>
              <a:gd name="connsiteY90315" fmla="*/ 471171 h 2398711"/>
              <a:gd name="connsiteX90316" fmla="*/ 784379 w 2119654"/>
              <a:gd name="connsiteY90316" fmla="*/ 470395 h 2398711"/>
              <a:gd name="connsiteX90317" fmla="*/ 784360 w 2119654"/>
              <a:gd name="connsiteY90317" fmla="*/ 470041 h 2398711"/>
              <a:gd name="connsiteX90318" fmla="*/ 785597 w 2119654"/>
              <a:gd name="connsiteY90318" fmla="*/ 464458 h 2398711"/>
              <a:gd name="connsiteX90319" fmla="*/ 785771 w 2119654"/>
              <a:gd name="connsiteY90319" fmla="*/ 464772 h 2398711"/>
              <a:gd name="connsiteX90320" fmla="*/ 785807 w 2119654"/>
              <a:gd name="connsiteY90320" fmla="*/ 464629 h 2398711"/>
              <a:gd name="connsiteX90321" fmla="*/ 785809 w 2119654"/>
              <a:gd name="connsiteY90321" fmla="*/ 464620 h 2398711"/>
              <a:gd name="connsiteX90322" fmla="*/ 772666 w 2119654"/>
              <a:gd name="connsiteY90322" fmla="*/ 493347 h 2398711"/>
              <a:gd name="connsiteX90323" fmla="*/ 771839 w 2119654"/>
              <a:gd name="connsiteY90323" fmla="*/ 496736 h 2398711"/>
              <a:gd name="connsiteX90324" fmla="*/ 772213 w 2119654"/>
              <a:gd name="connsiteY90324" fmla="*/ 497069 h 2398711"/>
              <a:gd name="connsiteX90325" fmla="*/ 773617 w 2119654"/>
              <a:gd name="connsiteY90325" fmla="*/ 494041 h 2398711"/>
              <a:gd name="connsiteX90326" fmla="*/ 323696 w 2119654"/>
              <a:gd name="connsiteY90326" fmla="*/ 1498641 h 2398711"/>
              <a:gd name="connsiteX90327" fmla="*/ 323900 w 2119654"/>
              <a:gd name="connsiteY90327" fmla="*/ 1499069 h 2398711"/>
              <a:gd name="connsiteX90328" fmla="*/ 330639 w 2119654"/>
              <a:gd name="connsiteY90328" fmla="*/ 1503339 h 2398711"/>
              <a:gd name="connsiteX90329" fmla="*/ 330176 w 2119654"/>
              <a:gd name="connsiteY90329" fmla="*/ 1502544 h 2398711"/>
              <a:gd name="connsiteX90330" fmla="*/ 323763 w 2119654"/>
              <a:gd name="connsiteY90330" fmla="*/ 1498575 h 2398711"/>
              <a:gd name="connsiteX90331" fmla="*/ 778549 w 2119654"/>
              <a:gd name="connsiteY90331" fmla="*/ 480104 h 2398711"/>
              <a:gd name="connsiteX90332" fmla="*/ 778763 w 2119654"/>
              <a:gd name="connsiteY90332" fmla="*/ 480255 h 2398711"/>
              <a:gd name="connsiteX90333" fmla="*/ 778783 w 2119654"/>
              <a:gd name="connsiteY90333" fmla="*/ 480229 h 2398711"/>
              <a:gd name="connsiteX90334" fmla="*/ 739885 w 2119654"/>
              <a:gd name="connsiteY90334" fmla="*/ 566576 h 2398711"/>
              <a:gd name="connsiteX90335" fmla="*/ 739900 w 2119654"/>
              <a:gd name="connsiteY90335" fmla="*/ 566742 h 2398711"/>
              <a:gd name="connsiteX90336" fmla="*/ 739957 w 2119654"/>
              <a:gd name="connsiteY90336" fmla="*/ 566618 h 2398711"/>
              <a:gd name="connsiteX90337" fmla="*/ 812292 w 2119654"/>
              <a:gd name="connsiteY90337" fmla="*/ 404352 h 2398711"/>
              <a:gd name="connsiteX90338" fmla="*/ 811608 w 2119654"/>
              <a:gd name="connsiteY90338" fmla="*/ 406890 h 2398711"/>
              <a:gd name="connsiteX90339" fmla="*/ 814866 w 2119654"/>
              <a:gd name="connsiteY90339" fmla="*/ 408765 h 2398711"/>
              <a:gd name="connsiteX90340" fmla="*/ 814968 w 2119654"/>
              <a:gd name="connsiteY90340" fmla="*/ 408627 h 2398711"/>
              <a:gd name="connsiteX90341" fmla="*/ 744720 w 2119654"/>
              <a:gd name="connsiteY90341" fmla="*/ 555559 h 2398711"/>
              <a:gd name="connsiteX90342" fmla="*/ 744901 w 2119654"/>
              <a:gd name="connsiteY90342" fmla="*/ 555763 h 2398711"/>
              <a:gd name="connsiteX90343" fmla="*/ 744909 w 2119654"/>
              <a:gd name="connsiteY90343" fmla="*/ 555730 h 2398711"/>
              <a:gd name="connsiteX90344" fmla="*/ 744520 w 2119654"/>
              <a:gd name="connsiteY90344" fmla="*/ 555540 h 2398711"/>
              <a:gd name="connsiteX90345" fmla="*/ 744532 w 2119654"/>
              <a:gd name="connsiteY90345" fmla="*/ 555809 h 2398711"/>
              <a:gd name="connsiteX90346" fmla="*/ 744822 w 2119654"/>
              <a:gd name="connsiteY90346" fmla="*/ 556093 h 2398711"/>
              <a:gd name="connsiteX90347" fmla="*/ 744860 w 2119654"/>
              <a:gd name="connsiteY90347" fmla="*/ 555935 h 2398711"/>
              <a:gd name="connsiteX90348" fmla="*/ 744526 w 2119654"/>
              <a:gd name="connsiteY90348" fmla="*/ 555546 h 2398711"/>
              <a:gd name="connsiteX90349" fmla="*/ 744677 w 2119654"/>
              <a:gd name="connsiteY90349" fmla="*/ 555078 h 2398711"/>
              <a:gd name="connsiteX90350" fmla="*/ 744995 w 2119654"/>
              <a:gd name="connsiteY90350" fmla="*/ 555369 h 2398711"/>
              <a:gd name="connsiteX90351" fmla="*/ 745021 w 2119654"/>
              <a:gd name="connsiteY90351" fmla="*/ 555262 h 2398711"/>
              <a:gd name="connsiteX90352" fmla="*/ 892664 w 2119654"/>
              <a:gd name="connsiteY90352" fmla="*/ 223652 h 2398711"/>
              <a:gd name="connsiteX90353" fmla="*/ 898155 w 2119654"/>
              <a:gd name="connsiteY90353" fmla="*/ 236562 h 2398711"/>
              <a:gd name="connsiteX90354" fmla="*/ 899186 w 2119654"/>
              <a:gd name="connsiteY90354" fmla="*/ 230089 h 2398711"/>
              <a:gd name="connsiteX90355" fmla="*/ 800188 w 2119654"/>
              <a:gd name="connsiteY90355" fmla="*/ 430684 h 2398711"/>
              <a:gd name="connsiteX90356" fmla="*/ 800486 w 2119654"/>
              <a:gd name="connsiteY90356" fmla="*/ 432199 h 2398711"/>
              <a:gd name="connsiteX90357" fmla="*/ 801390 w 2119654"/>
              <a:gd name="connsiteY90357" fmla="*/ 433503 h 2398711"/>
              <a:gd name="connsiteX90358" fmla="*/ 801728 w 2119654"/>
              <a:gd name="connsiteY90358" fmla="*/ 432247 h 2398711"/>
              <a:gd name="connsiteX90359" fmla="*/ 741550 w 2119654"/>
              <a:gd name="connsiteY90359" fmla="*/ 561909 h 2398711"/>
              <a:gd name="connsiteX90360" fmla="*/ 741881 w 2119654"/>
              <a:gd name="connsiteY90360" fmla="*/ 562269 h 2398711"/>
              <a:gd name="connsiteX90361" fmla="*/ 741819 w 2119654"/>
              <a:gd name="connsiteY90361" fmla="*/ 562040 h 2398711"/>
              <a:gd name="connsiteX90362" fmla="*/ 812917 w 2119654"/>
              <a:gd name="connsiteY90362" fmla="*/ 402033 h 2398711"/>
              <a:gd name="connsiteX90363" fmla="*/ 812628 w 2119654"/>
              <a:gd name="connsiteY90363" fmla="*/ 403105 h 2398711"/>
              <a:gd name="connsiteX90364" fmla="*/ 815570 w 2119654"/>
              <a:gd name="connsiteY90364" fmla="*/ 407804 h 2398711"/>
              <a:gd name="connsiteX90365" fmla="*/ 815975 w 2119654"/>
              <a:gd name="connsiteY90365" fmla="*/ 407251 h 2398711"/>
              <a:gd name="connsiteX90366" fmla="*/ 813538 w 2119654"/>
              <a:gd name="connsiteY90366" fmla="*/ 402639 h 2398711"/>
              <a:gd name="connsiteX90367" fmla="*/ 773320 w 2119654"/>
              <a:gd name="connsiteY90367" fmla="*/ 490667 h 2398711"/>
              <a:gd name="connsiteX90368" fmla="*/ 772712 w 2119654"/>
              <a:gd name="connsiteY90368" fmla="*/ 493158 h 2398711"/>
              <a:gd name="connsiteX90369" fmla="*/ 773695 w 2119654"/>
              <a:gd name="connsiteY90369" fmla="*/ 493874 h 2398711"/>
              <a:gd name="connsiteX90370" fmla="*/ 774614 w 2119654"/>
              <a:gd name="connsiteY90370" fmla="*/ 491891 h 2398711"/>
              <a:gd name="connsiteX90371" fmla="*/ 813018 w 2119654"/>
              <a:gd name="connsiteY90371" fmla="*/ 401657 h 2398711"/>
              <a:gd name="connsiteX90372" fmla="*/ 812999 w 2119654"/>
              <a:gd name="connsiteY90372" fmla="*/ 401726 h 2398711"/>
              <a:gd name="connsiteX90373" fmla="*/ 813115 w 2119654"/>
              <a:gd name="connsiteY90373" fmla="*/ 401839 h 2398711"/>
              <a:gd name="connsiteX90374" fmla="*/ 738147 w 2119654"/>
              <a:gd name="connsiteY90374" fmla="*/ 569175 h 2398711"/>
              <a:gd name="connsiteX90375" fmla="*/ 738114 w 2119654"/>
              <a:gd name="connsiteY90375" fmla="*/ 569418 h 2398711"/>
              <a:gd name="connsiteX90376" fmla="*/ 738168 w 2119654"/>
              <a:gd name="connsiteY90376" fmla="*/ 569401 h 2398711"/>
              <a:gd name="connsiteX90377" fmla="*/ 800225 w 2119654"/>
              <a:gd name="connsiteY90377" fmla="*/ 430164 h 2398711"/>
              <a:gd name="connsiteX90378" fmla="*/ 801846 w 2119654"/>
              <a:gd name="connsiteY90378" fmla="*/ 431809 h 2398711"/>
              <a:gd name="connsiteX90379" fmla="*/ 802918 w 2119654"/>
              <a:gd name="connsiteY90379" fmla="*/ 427835 h 2398711"/>
              <a:gd name="connsiteX90380" fmla="*/ 802153 w 2119654"/>
              <a:gd name="connsiteY90380" fmla="*/ 427529 h 2398711"/>
              <a:gd name="connsiteX90381" fmla="*/ 759984 w 2119654"/>
              <a:gd name="connsiteY90381" fmla="*/ 520171 h 2398711"/>
              <a:gd name="connsiteX90382" fmla="*/ 759981 w 2119654"/>
              <a:gd name="connsiteY90382" fmla="*/ 520195 h 2398711"/>
              <a:gd name="connsiteX90383" fmla="*/ 760362 w 2119654"/>
              <a:gd name="connsiteY90383" fmla="*/ 520593 h 2398711"/>
              <a:gd name="connsiteX90384" fmla="*/ 760364 w 2119654"/>
              <a:gd name="connsiteY90384" fmla="*/ 520572 h 2398711"/>
              <a:gd name="connsiteX90385" fmla="*/ 760354 w 2119654"/>
              <a:gd name="connsiteY90385" fmla="*/ 520518 h 2398711"/>
              <a:gd name="connsiteX90386" fmla="*/ 760255 w 2119654"/>
              <a:gd name="connsiteY90386" fmla="*/ 520386 h 2398711"/>
              <a:gd name="connsiteX90387" fmla="*/ 775100 w 2119654"/>
              <a:gd name="connsiteY90387" fmla="*/ 486300 h 2398711"/>
              <a:gd name="connsiteX90388" fmla="*/ 776551 w 2119654"/>
              <a:gd name="connsiteY90388" fmla="*/ 487166 h 2398711"/>
              <a:gd name="connsiteX90389" fmla="*/ 776678 w 2119654"/>
              <a:gd name="connsiteY90389" fmla="*/ 484145 h 2398711"/>
              <a:gd name="connsiteX90390" fmla="*/ 330904 w 2119654"/>
              <a:gd name="connsiteY90390" fmla="*/ 1480647 h 2398711"/>
              <a:gd name="connsiteX90391" fmla="*/ 335105 w 2119654"/>
              <a:gd name="connsiteY90391" fmla="*/ 1485920 h 2398711"/>
              <a:gd name="connsiteX90392" fmla="*/ 335570 w 2119654"/>
              <a:gd name="connsiteY90392" fmla="*/ 1485460 h 2398711"/>
              <a:gd name="connsiteX90393" fmla="*/ 333594 w 2119654"/>
              <a:gd name="connsiteY90393" fmla="*/ 1481052 h 2398711"/>
              <a:gd name="connsiteX90394" fmla="*/ 309258 w 2119654"/>
              <a:gd name="connsiteY90394" fmla="*/ 1528684 h 2398711"/>
              <a:gd name="connsiteX90395" fmla="*/ 309853 w 2119654"/>
              <a:gd name="connsiteY90395" fmla="*/ 1529434 h 2398711"/>
              <a:gd name="connsiteX90396" fmla="*/ 309934 w 2119654"/>
              <a:gd name="connsiteY90396" fmla="*/ 1529135 h 2398711"/>
              <a:gd name="connsiteX90397" fmla="*/ 767544 w 2119654"/>
              <a:gd name="connsiteY90397" fmla="*/ 502371 h 2398711"/>
              <a:gd name="connsiteX90398" fmla="*/ 767507 w 2119654"/>
              <a:gd name="connsiteY90398" fmla="*/ 507216 h 2398711"/>
              <a:gd name="connsiteX90399" fmla="*/ 768853 w 2119654"/>
              <a:gd name="connsiteY90399" fmla="*/ 504312 h 2398711"/>
              <a:gd name="connsiteX90400" fmla="*/ 768290 w 2119654"/>
              <a:gd name="connsiteY90400" fmla="*/ 503779 h 2398711"/>
              <a:gd name="connsiteX90401" fmla="*/ 768449 w 2119654"/>
              <a:gd name="connsiteY90401" fmla="*/ 503793 h 2398711"/>
              <a:gd name="connsiteX90402" fmla="*/ 768690 w 2119654"/>
              <a:gd name="connsiteY90402" fmla="*/ 504020 h 2398711"/>
              <a:gd name="connsiteX90403" fmla="*/ 767719 w 2119654"/>
              <a:gd name="connsiteY90403" fmla="*/ 502499 h 2398711"/>
              <a:gd name="connsiteX90404" fmla="*/ 774029 w 2119654"/>
              <a:gd name="connsiteY90404" fmla="*/ 487762 h 2398711"/>
              <a:gd name="connsiteX90405" fmla="*/ 773356 w 2119654"/>
              <a:gd name="connsiteY90405" fmla="*/ 490518 h 2398711"/>
              <a:gd name="connsiteX90406" fmla="*/ 774673 w 2119654"/>
              <a:gd name="connsiteY90406" fmla="*/ 491764 h 2398711"/>
              <a:gd name="connsiteX90407" fmla="*/ 776471 w 2119654"/>
              <a:gd name="connsiteY90407" fmla="*/ 487887 h 2398711"/>
              <a:gd name="connsiteX90408" fmla="*/ 775547 w 2119654"/>
              <a:gd name="connsiteY90408" fmla="*/ 487285 h 2398711"/>
              <a:gd name="connsiteX90409" fmla="*/ 774734 w 2119654"/>
              <a:gd name="connsiteY90409" fmla="*/ 486799 h 2398711"/>
              <a:gd name="connsiteX90410" fmla="*/ 739702 w 2119654"/>
              <a:gd name="connsiteY90410" fmla="*/ 564522 h 2398711"/>
              <a:gd name="connsiteX90411" fmla="*/ 739800 w 2119654"/>
              <a:gd name="connsiteY90411" fmla="*/ 565621 h 2398711"/>
              <a:gd name="connsiteX90412" fmla="*/ 740288 w 2119654"/>
              <a:gd name="connsiteY90412" fmla="*/ 565904 h 2398711"/>
              <a:gd name="connsiteX90413" fmla="*/ 740342 w 2119654"/>
              <a:gd name="connsiteY90413" fmla="*/ 565790 h 2398711"/>
              <a:gd name="connsiteX90414" fmla="*/ 740006 w 2119654"/>
              <a:gd name="connsiteY90414" fmla="*/ 565032 h 2398711"/>
              <a:gd name="connsiteX90415" fmla="*/ 319668 w 2119654"/>
              <a:gd name="connsiteY90415" fmla="*/ 1504706 h 2398711"/>
              <a:gd name="connsiteX90416" fmla="*/ 321772 w 2119654"/>
              <a:gd name="connsiteY90416" fmla="*/ 1506132 h 2398711"/>
              <a:gd name="connsiteX90417" fmla="*/ 320861 w 2119654"/>
              <a:gd name="connsiteY90417" fmla="*/ 1504766 h 2398711"/>
              <a:gd name="connsiteX90418" fmla="*/ 277093 w 2119654"/>
              <a:gd name="connsiteY90418" fmla="*/ 1599626 h 2398711"/>
              <a:gd name="connsiteX90419" fmla="*/ 278432 w 2119654"/>
              <a:gd name="connsiteY90419" fmla="*/ 1600702 h 2398711"/>
              <a:gd name="connsiteX90420" fmla="*/ 289416 w 2119654"/>
              <a:gd name="connsiteY90420" fmla="*/ 1604115 h 2398711"/>
              <a:gd name="connsiteX90421" fmla="*/ 290256 w 2119654"/>
              <a:gd name="connsiteY90421" fmla="*/ 1602297 h 2398711"/>
              <a:gd name="connsiteX90422" fmla="*/ 814499 w 2119654"/>
              <a:gd name="connsiteY90422" fmla="*/ 396165 h 2398711"/>
              <a:gd name="connsiteX90423" fmla="*/ 814051 w 2119654"/>
              <a:gd name="connsiteY90423" fmla="*/ 397826 h 2398711"/>
              <a:gd name="connsiteX90424" fmla="*/ 817736 w 2119654"/>
              <a:gd name="connsiteY90424" fmla="*/ 404797 h 2398711"/>
              <a:gd name="connsiteX90425" fmla="*/ 818544 w 2119654"/>
              <a:gd name="connsiteY90425" fmla="*/ 403221 h 2398711"/>
              <a:gd name="connsiteX90426" fmla="*/ 816132 w 2119654"/>
              <a:gd name="connsiteY90426" fmla="*/ 398962 h 2398711"/>
              <a:gd name="connsiteX90427" fmla="*/ 790425 w 2119654"/>
              <a:gd name="connsiteY90427" fmla="*/ 450018 h 2398711"/>
              <a:gd name="connsiteX90428" fmla="*/ 790372 w 2119654"/>
              <a:gd name="connsiteY90428" fmla="*/ 450203 h 2398711"/>
              <a:gd name="connsiteX90429" fmla="*/ 791490 w 2119654"/>
              <a:gd name="connsiteY90429" fmla="*/ 453140 h 2398711"/>
              <a:gd name="connsiteX90430" fmla="*/ 792455 w 2119654"/>
              <a:gd name="connsiteY90430" fmla="*/ 454055 h 2398711"/>
              <a:gd name="connsiteX90431" fmla="*/ 792558 w 2119654"/>
              <a:gd name="connsiteY90431" fmla="*/ 453854 h 2398711"/>
              <a:gd name="connsiteX90432" fmla="*/ 320358 w 2119654"/>
              <a:gd name="connsiteY90432" fmla="*/ 1502347 h 2398711"/>
              <a:gd name="connsiteX90433" fmla="*/ 321763 w 2119654"/>
              <a:gd name="connsiteY90433" fmla="*/ 1504284 h 2398711"/>
              <a:gd name="connsiteX90434" fmla="*/ 321821 w 2119654"/>
              <a:gd name="connsiteY90434" fmla="*/ 1504311 h 2398711"/>
              <a:gd name="connsiteX90435" fmla="*/ 321962 w 2119654"/>
              <a:gd name="connsiteY90435" fmla="*/ 1504317 h 2398711"/>
              <a:gd name="connsiteX90436" fmla="*/ 321674 w 2119654"/>
              <a:gd name="connsiteY90436" fmla="*/ 1503712 h 2398711"/>
              <a:gd name="connsiteX90437" fmla="*/ 320397 w 2119654"/>
              <a:gd name="connsiteY90437" fmla="*/ 1502358 h 2398711"/>
              <a:gd name="connsiteX90438" fmla="*/ 772561 w 2119654"/>
              <a:gd name="connsiteY90438" fmla="*/ 489767 h 2398711"/>
              <a:gd name="connsiteX90439" fmla="*/ 772941 w 2119654"/>
              <a:gd name="connsiteY90439" fmla="*/ 490126 h 2398711"/>
              <a:gd name="connsiteX90440" fmla="*/ 773263 w 2119654"/>
              <a:gd name="connsiteY90440" fmla="*/ 488809 h 2398711"/>
              <a:gd name="connsiteX90441" fmla="*/ 785929 w 2119654"/>
              <a:gd name="connsiteY90441" fmla="*/ 459786 h 2398711"/>
              <a:gd name="connsiteX90442" fmla="*/ 785431 w 2119654"/>
              <a:gd name="connsiteY90442" fmla="*/ 461798 h 2398711"/>
              <a:gd name="connsiteX90443" fmla="*/ 786412 w 2119654"/>
              <a:gd name="connsiteY90443" fmla="*/ 462545 h 2398711"/>
              <a:gd name="connsiteX90444" fmla="*/ 786806 w 2119654"/>
              <a:gd name="connsiteY90444" fmla="*/ 461184 h 2398711"/>
              <a:gd name="connsiteX90445" fmla="*/ 786650 w 2119654"/>
              <a:gd name="connsiteY90445" fmla="*/ 460774 h 2398711"/>
              <a:gd name="connsiteX90446" fmla="*/ 320483 w 2119654"/>
              <a:gd name="connsiteY90446" fmla="*/ 1501810 h 2398711"/>
              <a:gd name="connsiteX90447" fmla="*/ 320782 w 2119654"/>
              <a:gd name="connsiteY90447" fmla="*/ 1502127 h 2398711"/>
              <a:gd name="connsiteX90448" fmla="*/ 320941 w 2119654"/>
              <a:gd name="connsiteY90448" fmla="*/ 1502174 h 2398711"/>
              <a:gd name="connsiteX90449" fmla="*/ 320677 w 2119654"/>
              <a:gd name="connsiteY90449" fmla="*/ 1501619 h 2398711"/>
              <a:gd name="connsiteX90450" fmla="*/ 786065 w 2119654"/>
              <a:gd name="connsiteY90450" fmla="*/ 459239 h 2398711"/>
              <a:gd name="connsiteX90451" fmla="*/ 786019 w 2119654"/>
              <a:gd name="connsiteY90451" fmla="*/ 459427 h 2398711"/>
              <a:gd name="connsiteX90452" fmla="*/ 786261 w 2119654"/>
              <a:gd name="connsiteY90452" fmla="*/ 459751 h 2398711"/>
              <a:gd name="connsiteX90453" fmla="*/ 323655 w 2119654"/>
              <a:gd name="connsiteY90453" fmla="*/ 1494384 h 2398711"/>
              <a:gd name="connsiteX90454" fmla="*/ 323942 w 2119654"/>
              <a:gd name="connsiteY90454" fmla="*/ 1494610 h 2398711"/>
              <a:gd name="connsiteX90455" fmla="*/ 325290 w 2119654"/>
              <a:gd name="connsiteY90455" fmla="*/ 1495600 h 2398711"/>
              <a:gd name="connsiteX90456" fmla="*/ 325498 w 2119654"/>
              <a:gd name="connsiteY90456" fmla="*/ 1495395 h 2398711"/>
              <a:gd name="connsiteX90457" fmla="*/ 324221 w 2119654"/>
              <a:gd name="connsiteY90457" fmla="*/ 1494514 h 2398711"/>
              <a:gd name="connsiteX90458" fmla="*/ 823411 w 2119654"/>
              <a:gd name="connsiteY90458" fmla="*/ 375166 h 2398711"/>
              <a:gd name="connsiteX90459" fmla="*/ 822666 w 2119654"/>
              <a:gd name="connsiteY90459" fmla="*/ 383901 h 2398711"/>
              <a:gd name="connsiteX90460" fmla="*/ 826420 w 2119654"/>
              <a:gd name="connsiteY90460" fmla="*/ 387876 h 2398711"/>
              <a:gd name="connsiteX90461" fmla="*/ 829332 w 2119654"/>
              <a:gd name="connsiteY90461" fmla="*/ 382201 h 2398711"/>
              <a:gd name="connsiteX90462" fmla="*/ 791366 w 2119654"/>
              <a:gd name="connsiteY90462" fmla="*/ 446778 h 2398711"/>
              <a:gd name="connsiteX90463" fmla="*/ 790666 w 2119654"/>
              <a:gd name="connsiteY90463" fmla="*/ 449186 h 2398711"/>
              <a:gd name="connsiteX90464" fmla="*/ 792896 w 2119654"/>
              <a:gd name="connsiteY90464" fmla="*/ 453195 h 2398711"/>
              <a:gd name="connsiteX90465" fmla="*/ 794860 w 2119654"/>
              <a:gd name="connsiteY90465" fmla="*/ 449368 h 2398711"/>
              <a:gd name="connsiteX90466" fmla="*/ 794886 w 2119654"/>
              <a:gd name="connsiteY90466" fmla="*/ 449061 h 2398711"/>
              <a:gd name="connsiteX90467" fmla="*/ 315629 w 2119654"/>
              <a:gd name="connsiteY90467" fmla="*/ 1512028 h 2398711"/>
              <a:gd name="connsiteX90468" fmla="*/ 315004 w 2119654"/>
              <a:gd name="connsiteY90468" fmla="*/ 1514346 h 2398711"/>
              <a:gd name="connsiteX90469" fmla="*/ 319040 w 2119654"/>
              <a:gd name="connsiteY90469" fmla="*/ 1514222 h 2398711"/>
              <a:gd name="connsiteX90470" fmla="*/ 842904 w 2119654"/>
              <a:gd name="connsiteY90470" fmla="*/ 331239 h 2398711"/>
              <a:gd name="connsiteX90471" fmla="*/ 841324 w 2119654"/>
              <a:gd name="connsiteY90471" fmla="*/ 342578 h 2398711"/>
              <a:gd name="connsiteX90472" fmla="*/ 839216 w 2119654"/>
              <a:gd name="connsiteY90472" fmla="*/ 359366 h 2398711"/>
              <a:gd name="connsiteX90473" fmla="*/ 840055 w 2119654"/>
              <a:gd name="connsiteY90473" fmla="*/ 361309 h 2398711"/>
              <a:gd name="connsiteX90474" fmla="*/ 849425 w 2119654"/>
              <a:gd name="connsiteY90474" fmla="*/ 343051 h 2398711"/>
              <a:gd name="connsiteX90475" fmla="*/ 844338 w 2119654"/>
              <a:gd name="connsiteY90475" fmla="*/ 338907 h 2398711"/>
              <a:gd name="connsiteX90476" fmla="*/ 844573 w 2119654"/>
              <a:gd name="connsiteY90476" fmla="*/ 338911 h 2398711"/>
              <a:gd name="connsiteX90477" fmla="*/ 849492 w 2119654"/>
              <a:gd name="connsiteY90477" fmla="*/ 342921 h 2398711"/>
              <a:gd name="connsiteX90478" fmla="*/ 850430 w 2119654"/>
              <a:gd name="connsiteY90478" fmla="*/ 341093 h 2398711"/>
              <a:gd name="connsiteX90479" fmla="*/ 845510 w 2119654"/>
              <a:gd name="connsiteY90479" fmla="*/ 333268 h 2398711"/>
              <a:gd name="connsiteX90480" fmla="*/ 775373 w 2119654"/>
              <a:gd name="connsiteY90480" fmla="*/ 482250 h 2398711"/>
              <a:gd name="connsiteX90481" fmla="*/ 774476 w 2119654"/>
              <a:gd name="connsiteY90481" fmla="*/ 485928 h 2398711"/>
              <a:gd name="connsiteX90482" fmla="*/ 774568 w 2119654"/>
              <a:gd name="connsiteY90482" fmla="*/ 485983 h 2398711"/>
              <a:gd name="connsiteX90483" fmla="*/ 776349 w 2119654"/>
              <a:gd name="connsiteY90483" fmla="*/ 483551 h 2398711"/>
              <a:gd name="connsiteX90484" fmla="*/ 790033 w 2119654"/>
              <a:gd name="connsiteY90484" fmla="*/ 449315 h 2398711"/>
              <a:gd name="connsiteX90485" fmla="*/ 790159 w 2119654"/>
              <a:gd name="connsiteY90485" fmla="*/ 449644 h 2398711"/>
              <a:gd name="connsiteX90486" fmla="*/ 790179 w 2119654"/>
              <a:gd name="connsiteY90486" fmla="*/ 449576 h 2398711"/>
              <a:gd name="connsiteX90487" fmla="*/ 770995 w 2119654"/>
              <a:gd name="connsiteY90487" fmla="*/ 491907 h 2398711"/>
              <a:gd name="connsiteX90488" fmla="*/ 772279 w 2119654"/>
              <a:gd name="connsiteY90488" fmla="*/ 492842 h 2398711"/>
              <a:gd name="connsiteX90489" fmla="*/ 772905 w 2119654"/>
              <a:gd name="connsiteY90489" fmla="*/ 490275 h 2398711"/>
              <a:gd name="connsiteX90490" fmla="*/ 772482 w 2119654"/>
              <a:gd name="connsiteY90490" fmla="*/ 489875 h 2398711"/>
              <a:gd name="connsiteX90491" fmla="*/ 316036 w 2119654"/>
              <a:gd name="connsiteY90491" fmla="*/ 1510518 h 2398711"/>
              <a:gd name="connsiteX90492" fmla="*/ 316030 w 2119654"/>
              <a:gd name="connsiteY90492" fmla="*/ 1510539 h 2398711"/>
              <a:gd name="connsiteX90493" fmla="*/ 316260 w 2119654"/>
              <a:gd name="connsiteY90493" fmla="*/ 1510687 h 2398711"/>
              <a:gd name="connsiteX90494" fmla="*/ 743009 w 2119654"/>
              <a:gd name="connsiteY90494" fmla="*/ 554320 h 2398711"/>
              <a:gd name="connsiteX90495" fmla="*/ 744219 w 2119654"/>
              <a:gd name="connsiteY90495" fmla="*/ 555504 h 2398711"/>
              <a:gd name="connsiteX90496" fmla="*/ 744205 w 2119654"/>
              <a:gd name="connsiteY90496" fmla="*/ 555185 h 2398711"/>
              <a:gd name="connsiteX90497" fmla="*/ 743749 w 2119654"/>
              <a:gd name="connsiteY90497" fmla="*/ 554668 h 2398711"/>
              <a:gd name="connsiteX90498" fmla="*/ 743512 w 2119654"/>
              <a:gd name="connsiteY90498" fmla="*/ 554451 h 2398711"/>
              <a:gd name="connsiteX90499" fmla="*/ 743083 w 2119654"/>
              <a:gd name="connsiteY90499" fmla="*/ 554221 h 2398711"/>
              <a:gd name="connsiteX90500" fmla="*/ 816400 w 2119654"/>
              <a:gd name="connsiteY90500" fmla="*/ 389954 h 2398711"/>
              <a:gd name="connsiteX90501" fmla="*/ 815410 w 2119654"/>
              <a:gd name="connsiteY90501" fmla="*/ 392783 h 2398711"/>
              <a:gd name="connsiteX90502" fmla="*/ 814563 w 2119654"/>
              <a:gd name="connsiteY90502" fmla="*/ 395927 h 2398711"/>
              <a:gd name="connsiteX90503" fmla="*/ 818676 w 2119654"/>
              <a:gd name="connsiteY90503" fmla="*/ 402966 h 2398711"/>
              <a:gd name="connsiteX90504" fmla="*/ 819987 w 2119654"/>
              <a:gd name="connsiteY90504" fmla="*/ 400410 h 2398711"/>
              <a:gd name="connsiteX90505" fmla="*/ 820563 w 2119654"/>
              <a:gd name="connsiteY90505" fmla="*/ 393658 h 2398711"/>
              <a:gd name="connsiteX90506" fmla="*/ 296461 w 2119654"/>
              <a:gd name="connsiteY90506" fmla="*/ 1554107 h 2398711"/>
              <a:gd name="connsiteX90507" fmla="*/ 301706 w 2119654"/>
              <a:gd name="connsiteY90507" fmla="*/ 1557495 h 2398711"/>
              <a:gd name="connsiteX90508" fmla="*/ 301700 w 2119654"/>
              <a:gd name="connsiteY90508" fmla="*/ 1557483 h 2398711"/>
              <a:gd name="connsiteX90509" fmla="*/ 302534 w 2119654"/>
              <a:gd name="connsiteY90509" fmla="*/ 1557870 h 2398711"/>
              <a:gd name="connsiteX90510" fmla="*/ 302716 w 2119654"/>
              <a:gd name="connsiteY90510" fmla="*/ 1557070 h 2398711"/>
              <a:gd name="connsiteX90511" fmla="*/ 297566 w 2119654"/>
              <a:gd name="connsiteY90511" fmla="*/ 1554222 h 2398711"/>
              <a:gd name="connsiteX90512" fmla="*/ 282904 w 2119654"/>
              <a:gd name="connsiteY90512" fmla="*/ 1584411 h 2398711"/>
              <a:gd name="connsiteX90513" fmla="*/ 283154 w 2119654"/>
              <a:gd name="connsiteY90513" fmla="*/ 1584700 h 2398711"/>
              <a:gd name="connsiteX90514" fmla="*/ 283377 w 2119654"/>
              <a:gd name="connsiteY90514" fmla="*/ 1584764 h 2398711"/>
              <a:gd name="connsiteX90515" fmla="*/ 319196 w 2119654"/>
              <a:gd name="connsiteY90515" fmla="*/ 1503079 h 2398711"/>
              <a:gd name="connsiteX90516" fmla="*/ 319983 w 2119654"/>
              <a:gd name="connsiteY90516" fmla="*/ 1503449 h 2398711"/>
              <a:gd name="connsiteX90517" fmla="*/ 319523 w 2119654"/>
              <a:gd name="connsiteY90517" fmla="*/ 1502757 h 2398711"/>
              <a:gd name="connsiteX90518" fmla="*/ 763211 w 2119654"/>
              <a:gd name="connsiteY90518" fmla="*/ 508707 h 2398711"/>
              <a:gd name="connsiteX90519" fmla="*/ 763192 w 2119654"/>
              <a:gd name="connsiteY90519" fmla="*/ 508833 h 2398711"/>
              <a:gd name="connsiteX90520" fmla="*/ 764126 w 2119654"/>
              <a:gd name="connsiteY90520" fmla="*/ 513628 h 2398711"/>
              <a:gd name="connsiteX90521" fmla="*/ 764435 w 2119654"/>
              <a:gd name="connsiteY90521" fmla="*/ 513840 h 2398711"/>
              <a:gd name="connsiteX90522" fmla="*/ 766006 w 2119654"/>
              <a:gd name="connsiteY90522" fmla="*/ 510452 h 2398711"/>
              <a:gd name="connsiteX90523" fmla="*/ 764524 w 2119654"/>
              <a:gd name="connsiteY90523" fmla="*/ 509414 h 2398711"/>
              <a:gd name="connsiteX90524" fmla="*/ 316380 w 2119654"/>
              <a:gd name="connsiteY90524" fmla="*/ 1509243 h 2398711"/>
              <a:gd name="connsiteX90525" fmla="*/ 316145 w 2119654"/>
              <a:gd name="connsiteY90525" fmla="*/ 1510115 h 2398711"/>
              <a:gd name="connsiteX90526" fmla="*/ 317367 w 2119654"/>
              <a:gd name="connsiteY90526" fmla="*/ 1511295 h 2398711"/>
              <a:gd name="connsiteX90527" fmla="*/ 318246 w 2119654"/>
              <a:gd name="connsiteY90527" fmla="*/ 1511963 h 2398711"/>
              <a:gd name="connsiteX90528" fmla="*/ 321548 w 2119654"/>
              <a:gd name="connsiteY90528" fmla="*/ 1514086 h 2398711"/>
              <a:gd name="connsiteX90529" fmla="*/ 318990 w 2119654"/>
              <a:gd name="connsiteY90529" fmla="*/ 1510598 h 2398711"/>
              <a:gd name="connsiteX90530" fmla="*/ 275498 w 2119654"/>
              <a:gd name="connsiteY90530" fmla="*/ 1600785 h 2398711"/>
              <a:gd name="connsiteX90531" fmla="*/ 276084 w 2119654"/>
              <a:gd name="connsiteY90531" fmla="*/ 1601181 h 2398711"/>
              <a:gd name="connsiteX90532" fmla="*/ 279599 w 2119654"/>
              <a:gd name="connsiteY90532" fmla="*/ 1602241 h 2398711"/>
              <a:gd name="connsiteX90533" fmla="*/ 792351 w 2119654"/>
              <a:gd name="connsiteY90533" fmla="*/ 443387 h 2398711"/>
              <a:gd name="connsiteX90534" fmla="*/ 791389 w 2119654"/>
              <a:gd name="connsiteY90534" fmla="*/ 446698 h 2398711"/>
              <a:gd name="connsiteX90535" fmla="*/ 794905 w 2119654"/>
              <a:gd name="connsiteY90535" fmla="*/ 448825 h 2398711"/>
              <a:gd name="connsiteX90536" fmla="*/ 795070 w 2119654"/>
              <a:gd name="connsiteY90536" fmla="*/ 446791 h 2398711"/>
              <a:gd name="connsiteX90537" fmla="*/ 843145 w 2119654"/>
              <a:gd name="connsiteY90537" fmla="*/ 329506 h 2398711"/>
              <a:gd name="connsiteX90538" fmla="*/ 843067 w 2119654"/>
              <a:gd name="connsiteY90538" fmla="*/ 330064 h 2398711"/>
              <a:gd name="connsiteX90539" fmla="*/ 843908 w 2119654"/>
              <a:gd name="connsiteY90539" fmla="*/ 330719 h 2398711"/>
              <a:gd name="connsiteX90540" fmla="*/ 817345 w 2119654"/>
              <a:gd name="connsiteY90540" fmla="*/ 387256 h 2398711"/>
              <a:gd name="connsiteX90541" fmla="*/ 816556 w 2119654"/>
              <a:gd name="connsiteY90541" fmla="*/ 389510 h 2398711"/>
              <a:gd name="connsiteX90542" fmla="*/ 820609 w 2119654"/>
              <a:gd name="connsiteY90542" fmla="*/ 393118 h 2398711"/>
              <a:gd name="connsiteX90543" fmla="*/ 820820 w 2119654"/>
              <a:gd name="connsiteY90543" fmla="*/ 390646 h 2398711"/>
              <a:gd name="connsiteX90544" fmla="*/ 775994 w 2119654"/>
              <a:gd name="connsiteY90544" fmla="*/ 479704 h 2398711"/>
              <a:gd name="connsiteX90545" fmla="*/ 775762 w 2119654"/>
              <a:gd name="connsiteY90545" fmla="*/ 480656 h 2398711"/>
              <a:gd name="connsiteX90546" fmla="*/ 776769 w 2119654"/>
              <a:gd name="connsiteY90546" fmla="*/ 481996 h 2398711"/>
              <a:gd name="connsiteX90547" fmla="*/ 776838 w 2119654"/>
              <a:gd name="connsiteY90547" fmla="*/ 480353 h 2398711"/>
              <a:gd name="connsiteX90548" fmla="*/ 736496 w 2119654"/>
              <a:gd name="connsiteY90548" fmla="*/ 568063 h 2398711"/>
              <a:gd name="connsiteX90549" fmla="*/ 736509 w 2119654"/>
              <a:gd name="connsiteY90549" fmla="*/ 568338 h 2398711"/>
              <a:gd name="connsiteX90550" fmla="*/ 737646 w 2119654"/>
              <a:gd name="connsiteY90550" fmla="*/ 569573 h 2398711"/>
              <a:gd name="connsiteX90551" fmla="*/ 738009 w 2119654"/>
              <a:gd name="connsiteY90551" fmla="*/ 569453 h 2398711"/>
              <a:gd name="connsiteX90552" fmla="*/ 738107 w 2119654"/>
              <a:gd name="connsiteY90552" fmla="*/ 568729 h 2398711"/>
              <a:gd name="connsiteX90553" fmla="*/ 794668 w 2119654"/>
              <a:gd name="connsiteY90553" fmla="*/ 437755 h 2398711"/>
              <a:gd name="connsiteX90554" fmla="*/ 795005 w 2119654"/>
              <a:gd name="connsiteY90554" fmla="*/ 437890 h 2398711"/>
              <a:gd name="connsiteX90555" fmla="*/ 794986 w 2119654"/>
              <a:gd name="connsiteY90555" fmla="*/ 437320 h 2398711"/>
              <a:gd name="connsiteX90556" fmla="*/ 334920 w 2119654"/>
              <a:gd name="connsiteY90556" fmla="*/ 1467162 h 2398711"/>
              <a:gd name="connsiteX90557" fmla="*/ 334955 w 2119654"/>
              <a:gd name="connsiteY90557" fmla="*/ 1467239 h 2398711"/>
              <a:gd name="connsiteX90558" fmla="*/ 335152 w 2119654"/>
              <a:gd name="connsiteY90558" fmla="*/ 1467329 h 2398711"/>
              <a:gd name="connsiteX90559" fmla="*/ 335097 w 2119654"/>
              <a:gd name="connsiteY90559" fmla="*/ 1467232 h 2398711"/>
              <a:gd name="connsiteX90560" fmla="*/ 742694 w 2119654"/>
              <a:gd name="connsiteY90560" fmla="*/ 554011 h 2398711"/>
              <a:gd name="connsiteX90561" fmla="*/ 742809 w 2119654"/>
              <a:gd name="connsiteY90561" fmla="*/ 554124 h 2398711"/>
              <a:gd name="connsiteX90562" fmla="*/ 742837 w 2119654"/>
              <a:gd name="connsiteY90562" fmla="*/ 554088 h 2398711"/>
              <a:gd name="connsiteX90563" fmla="*/ 316815 w 2119654"/>
              <a:gd name="connsiteY90563" fmla="*/ 1507631 h 2398711"/>
              <a:gd name="connsiteX90564" fmla="*/ 316755 w 2119654"/>
              <a:gd name="connsiteY90564" fmla="*/ 1507853 h 2398711"/>
              <a:gd name="connsiteX90565" fmla="*/ 317115 w 2119654"/>
              <a:gd name="connsiteY90565" fmla="*/ 1508040 h 2398711"/>
              <a:gd name="connsiteX90566" fmla="*/ 769519 w 2119654"/>
              <a:gd name="connsiteY90566" fmla="*/ 493925 h 2398711"/>
              <a:gd name="connsiteX90567" fmla="*/ 771208 w 2119654"/>
              <a:gd name="connsiteY90567" fmla="*/ 496175 h 2398711"/>
              <a:gd name="connsiteX90568" fmla="*/ 771419 w 2119654"/>
              <a:gd name="connsiteY90568" fmla="*/ 496363 h 2398711"/>
              <a:gd name="connsiteX90569" fmla="*/ 772232 w 2119654"/>
              <a:gd name="connsiteY90569" fmla="*/ 493031 h 2398711"/>
              <a:gd name="connsiteX90570" fmla="*/ 770889 w 2119654"/>
              <a:gd name="connsiteY90570" fmla="*/ 492052 h 2398711"/>
              <a:gd name="connsiteX90571" fmla="*/ 257518 w 2119654"/>
              <a:gd name="connsiteY90571" fmla="*/ 1640242 h 2398711"/>
              <a:gd name="connsiteX90572" fmla="*/ 269202 w 2119654"/>
              <a:gd name="connsiteY90572" fmla="*/ 1647858 h 2398711"/>
              <a:gd name="connsiteX90573" fmla="*/ 270420 w 2119654"/>
              <a:gd name="connsiteY90573" fmla="*/ 1645222 h 2398711"/>
              <a:gd name="connsiteX90574" fmla="*/ 318409 w 2119654"/>
              <a:gd name="connsiteY90574" fmla="*/ 1503855 h 2398711"/>
              <a:gd name="connsiteX90575" fmla="*/ 318866 w 2119654"/>
              <a:gd name="connsiteY90575" fmla="*/ 1504164 h 2398711"/>
              <a:gd name="connsiteX90576" fmla="*/ 320515 w 2119654"/>
              <a:gd name="connsiteY90576" fmla="*/ 1504246 h 2398711"/>
              <a:gd name="connsiteX90577" fmla="*/ 320177 w 2119654"/>
              <a:gd name="connsiteY90577" fmla="*/ 1503738 h 2398711"/>
              <a:gd name="connsiteX90578" fmla="*/ 319060 w 2119654"/>
              <a:gd name="connsiteY90578" fmla="*/ 1503213 h 2398711"/>
              <a:gd name="connsiteX90579" fmla="*/ 293755 w 2119654"/>
              <a:gd name="connsiteY90579" fmla="*/ 1558830 h 2398711"/>
              <a:gd name="connsiteX90580" fmla="*/ 295230 w 2119654"/>
              <a:gd name="connsiteY90580" fmla="*/ 1559881 h 2398711"/>
              <a:gd name="connsiteX90581" fmla="*/ 297741 w 2119654"/>
              <a:gd name="connsiteY90581" fmla="*/ 1561549 h 2398711"/>
              <a:gd name="connsiteX90582" fmla="*/ 297057 w 2119654"/>
              <a:gd name="connsiteY90582" fmla="*/ 1560545 h 2398711"/>
              <a:gd name="connsiteX90583" fmla="*/ 322091 w 2119654"/>
              <a:gd name="connsiteY90583" fmla="*/ 1495274 h 2398711"/>
              <a:gd name="connsiteX90584" fmla="*/ 322547 w 2119654"/>
              <a:gd name="connsiteY90584" fmla="*/ 1496230 h 2398711"/>
              <a:gd name="connsiteX90585" fmla="*/ 323840 w 2119654"/>
              <a:gd name="connsiteY90585" fmla="*/ 1497030 h 2398711"/>
              <a:gd name="connsiteX90586" fmla="*/ 324002 w 2119654"/>
              <a:gd name="connsiteY90586" fmla="*/ 1496869 h 2398711"/>
              <a:gd name="connsiteX90587" fmla="*/ 318134 w 2119654"/>
              <a:gd name="connsiteY90587" fmla="*/ 1504127 h 2398711"/>
              <a:gd name="connsiteX90588" fmla="*/ 318139 w 2119654"/>
              <a:gd name="connsiteY90588" fmla="*/ 1504128 h 2398711"/>
              <a:gd name="connsiteX90589" fmla="*/ 318135 w 2119654"/>
              <a:gd name="connsiteY90589" fmla="*/ 1504125 h 2398711"/>
              <a:gd name="connsiteX90590" fmla="*/ 739764 w 2119654"/>
              <a:gd name="connsiteY90590" fmla="*/ 559969 h 2398711"/>
              <a:gd name="connsiteX90591" fmla="*/ 740281 w 2119654"/>
              <a:gd name="connsiteY90591" fmla="*/ 560530 h 2398711"/>
              <a:gd name="connsiteX90592" fmla="*/ 741312 w 2119654"/>
              <a:gd name="connsiteY90592" fmla="*/ 561030 h 2398711"/>
              <a:gd name="connsiteX90593" fmla="*/ 740304 w 2119654"/>
              <a:gd name="connsiteY90593" fmla="*/ 560043 h 2398711"/>
              <a:gd name="connsiteX90594" fmla="*/ 799344 w 2119654"/>
              <a:gd name="connsiteY90594" fmla="*/ 426407 h 2398711"/>
              <a:gd name="connsiteX90595" fmla="*/ 799898 w 2119654"/>
              <a:gd name="connsiteY90595" fmla="*/ 429213 h 2398711"/>
              <a:gd name="connsiteX90596" fmla="*/ 801362 w 2119654"/>
              <a:gd name="connsiteY90596" fmla="*/ 427213 h 2398711"/>
              <a:gd name="connsiteX90597" fmla="*/ 793540 w 2119654"/>
              <a:gd name="connsiteY90597" fmla="*/ 439296 h 2398711"/>
              <a:gd name="connsiteX90598" fmla="*/ 792590 w 2119654"/>
              <a:gd name="connsiteY90598" fmla="*/ 442563 h 2398711"/>
              <a:gd name="connsiteX90599" fmla="*/ 795154 w 2119654"/>
              <a:gd name="connsiteY90599" fmla="*/ 445772 h 2398711"/>
              <a:gd name="connsiteX90600" fmla="*/ 795338 w 2119654"/>
              <a:gd name="connsiteY90600" fmla="*/ 443507 h 2398711"/>
              <a:gd name="connsiteX90601" fmla="*/ 795163 w 2119654"/>
              <a:gd name="connsiteY90601" fmla="*/ 442620 h 2398711"/>
              <a:gd name="connsiteX90602" fmla="*/ 795028 w 2119654"/>
              <a:gd name="connsiteY90602" fmla="*/ 438563 h 2398711"/>
              <a:gd name="connsiteX90603" fmla="*/ 794292 w 2119654"/>
              <a:gd name="connsiteY90603" fmla="*/ 438268 h 2398711"/>
              <a:gd name="connsiteX90604" fmla="*/ 819410 w 2119654"/>
              <a:gd name="connsiteY90604" fmla="*/ 381350 h 2398711"/>
              <a:gd name="connsiteX90605" fmla="*/ 817480 w 2119654"/>
              <a:gd name="connsiteY90605" fmla="*/ 386869 h 2398711"/>
              <a:gd name="connsiteX90606" fmla="*/ 818272 w 2119654"/>
              <a:gd name="connsiteY90606" fmla="*/ 387641 h 2398711"/>
              <a:gd name="connsiteX90607" fmla="*/ 820888 w 2119654"/>
              <a:gd name="connsiteY90607" fmla="*/ 389840 h 2398711"/>
              <a:gd name="connsiteX90608" fmla="*/ 821051 w 2119654"/>
              <a:gd name="connsiteY90608" fmla="*/ 387926 h 2398711"/>
              <a:gd name="connsiteX90609" fmla="*/ 821587 w 2119654"/>
              <a:gd name="connsiteY90609" fmla="*/ 383655 h 2398711"/>
              <a:gd name="connsiteX90610" fmla="*/ 736451 w 2119654"/>
              <a:gd name="connsiteY90610" fmla="*/ 567023 h 2398711"/>
              <a:gd name="connsiteX90611" fmla="*/ 736470 w 2119654"/>
              <a:gd name="connsiteY90611" fmla="*/ 567450 h 2398711"/>
              <a:gd name="connsiteX90612" fmla="*/ 737591 w 2119654"/>
              <a:gd name="connsiteY90612" fmla="*/ 567913 h 2398711"/>
              <a:gd name="connsiteX90613" fmla="*/ 317624 w 2119654"/>
              <a:gd name="connsiteY90613" fmla="*/ 1504629 h 2398711"/>
              <a:gd name="connsiteX90614" fmla="*/ 316881 w 2119654"/>
              <a:gd name="connsiteY90614" fmla="*/ 1507385 h 2398711"/>
              <a:gd name="connsiteX90615" fmla="*/ 317512 w 2119654"/>
              <a:gd name="connsiteY90615" fmla="*/ 1508247 h 2398711"/>
              <a:gd name="connsiteX90616" fmla="*/ 325662 w 2119654"/>
              <a:gd name="connsiteY90616" fmla="*/ 1512475 h 2398711"/>
              <a:gd name="connsiteX90617" fmla="*/ 325899 w 2119654"/>
              <a:gd name="connsiteY90617" fmla="*/ 1512583 h 2398711"/>
              <a:gd name="connsiteX90618" fmla="*/ 325459 w 2119654"/>
              <a:gd name="connsiteY90618" fmla="*/ 1511658 h 2398711"/>
              <a:gd name="connsiteX90619" fmla="*/ 322393 w 2119654"/>
              <a:gd name="connsiteY90619" fmla="*/ 1507062 h 2398711"/>
              <a:gd name="connsiteX90620" fmla="*/ 318924 w 2119654"/>
              <a:gd name="connsiteY90620" fmla="*/ 1504669 h 2398711"/>
              <a:gd name="connsiteX90621" fmla="*/ 317648 w 2119654"/>
              <a:gd name="connsiteY90621" fmla="*/ 1504606 h 2398711"/>
              <a:gd name="connsiteX90622" fmla="*/ 750267 w 2119654"/>
              <a:gd name="connsiteY90622" fmla="*/ 535814 h 2398711"/>
              <a:gd name="connsiteX90623" fmla="*/ 750045 w 2119654"/>
              <a:gd name="connsiteY90623" fmla="*/ 537899 h 2398711"/>
              <a:gd name="connsiteX90624" fmla="*/ 750688 w 2119654"/>
              <a:gd name="connsiteY90624" fmla="*/ 538392 h 2398711"/>
              <a:gd name="connsiteX90625" fmla="*/ 767810 w 2119654"/>
              <a:gd name="connsiteY90625" fmla="*/ 496456 h 2398711"/>
              <a:gd name="connsiteX90626" fmla="*/ 767612 w 2119654"/>
              <a:gd name="connsiteY90626" fmla="*/ 499238 h 2398711"/>
              <a:gd name="connsiteX90627" fmla="*/ 769694 w 2119654"/>
              <a:gd name="connsiteY90627" fmla="*/ 502500 h 2398711"/>
              <a:gd name="connsiteX90628" fmla="*/ 770175 w 2119654"/>
              <a:gd name="connsiteY90628" fmla="*/ 501463 h 2398711"/>
              <a:gd name="connsiteX90629" fmla="*/ 771112 w 2119654"/>
              <a:gd name="connsiteY90629" fmla="*/ 497622 h 2398711"/>
              <a:gd name="connsiteX90630" fmla="*/ 768957 w 2119654"/>
              <a:gd name="connsiteY90630" fmla="*/ 494750 h 2398711"/>
              <a:gd name="connsiteX90631" fmla="*/ 307636 w 2119654"/>
              <a:gd name="connsiteY90631" fmla="*/ 1526639 h 2398711"/>
              <a:gd name="connsiteX90632" fmla="*/ 308821 w 2119654"/>
              <a:gd name="connsiteY90632" fmla="*/ 1528132 h 2398711"/>
              <a:gd name="connsiteX90633" fmla="*/ 309999 w 2119654"/>
              <a:gd name="connsiteY90633" fmla="*/ 1528896 h 2398711"/>
              <a:gd name="connsiteX90634" fmla="*/ 310086 w 2119654"/>
              <a:gd name="connsiteY90634" fmla="*/ 1528570 h 2398711"/>
              <a:gd name="connsiteX90635" fmla="*/ 808430 w 2119654"/>
              <a:gd name="connsiteY90635" fmla="*/ 405230 h 2398711"/>
              <a:gd name="connsiteX90636" fmla="*/ 807577 w 2119654"/>
              <a:gd name="connsiteY90636" fmla="*/ 411002 h 2398711"/>
              <a:gd name="connsiteX90637" fmla="*/ 808802 w 2119654"/>
              <a:gd name="connsiteY90637" fmla="*/ 407500 h 2398711"/>
              <a:gd name="connsiteX90638" fmla="*/ 808694 w 2119654"/>
              <a:gd name="connsiteY90638" fmla="*/ 405382 h 2398711"/>
              <a:gd name="connsiteX90639" fmla="*/ 813351 w 2119654"/>
              <a:gd name="connsiteY90639" fmla="*/ 394202 h 2398711"/>
              <a:gd name="connsiteX90640" fmla="*/ 813281 w 2119654"/>
              <a:gd name="connsiteY90640" fmla="*/ 394698 h 2398711"/>
              <a:gd name="connsiteX90641" fmla="*/ 813415 w 2119654"/>
              <a:gd name="connsiteY90641" fmla="*/ 394314 h 2398711"/>
              <a:gd name="connsiteX90642" fmla="*/ 777047 w 2119654"/>
              <a:gd name="connsiteY90642" fmla="*/ 475391 h 2398711"/>
              <a:gd name="connsiteX90643" fmla="*/ 776650 w 2119654"/>
              <a:gd name="connsiteY90643" fmla="*/ 477017 h 2398711"/>
              <a:gd name="connsiteX90644" fmla="*/ 776969 w 2119654"/>
              <a:gd name="connsiteY90644" fmla="*/ 477249 h 2398711"/>
              <a:gd name="connsiteX90645" fmla="*/ 803258 w 2119654"/>
              <a:gd name="connsiteY90645" fmla="*/ 416444 h 2398711"/>
              <a:gd name="connsiteX90646" fmla="*/ 804675 w 2119654"/>
              <a:gd name="connsiteY90646" fmla="*/ 417946 h 2398711"/>
              <a:gd name="connsiteX90647" fmla="*/ 804806 w 2119654"/>
              <a:gd name="connsiteY90647" fmla="*/ 417059 h 2398711"/>
              <a:gd name="connsiteX90648" fmla="*/ 318482 w 2119654"/>
              <a:gd name="connsiteY90648" fmla="*/ 1501795 h 2398711"/>
              <a:gd name="connsiteX90649" fmla="*/ 318204 w 2119654"/>
              <a:gd name="connsiteY90649" fmla="*/ 1502588 h 2398711"/>
              <a:gd name="connsiteX90650" fmla="*/ 318887 w 2119654"/>
              <a:gd name="connsiteY90650" fmla="*/ 1501914 h 2398711"/>
              <a:gd name="connsiteX90651" fmla="*/ 736910 w 2119654"/>
              <a:gd name="connsiteY90651" fmla="*/ 564849 h 2398711"/>
              <a:gd name="connsiteX90652" fmla="*/ 736685 w 2119654"/>
              <a:gd name="connsiteY90652" fmla="*/ 565696 h 2398711"/>
              <a:gd name="connsiteX90653" fmla="*/ 737908 w 2119654"/>
              <a:gd name="connsiteY90653" fmla="*/ 566497 h 2398711"/>
              <a:gd name="connsiteX90654" fmla="*/ 737807 w 2119654"/>
              <a:gd name="connsiteY90654" fmla="*/ 565370 h 2398711"/>
              <a:gd name="connsiteX90655" fmla="*/ 318619 w 2119654"/>
              <a:gd name="connsiteY90655" fmla="*/ 1501402 h 2398711"/>
              <a:gd name="connsiteX90656" fmla="*/ 318591 w 2119654"/>
              <a:gd name="connsiteY90656" fmla="*/ 1501482 h 2398711"/>
              <a:gd name="connsiteX90657" fmla="*/ 318692 w 2119654"/>
              <a:gd name="connsiteY90657" fmla="*/ 1501512 h 2398711"/>
              <a:gd name="connsiteX90658" fmla="*/ 334392 w 2119654"/>
              <a:gd name="connsiteY90658" fmla="*/ 1465982 h 2398711"/>
              <a:gd name="connsiteX90659" fmla="*/ 334695 w 2119654"/>
              <a:gd name="connsiteY90659" fmla="*/ 1466660 h 2398711"/>
              <a:gd name="connsiteX90660" fmla="*/ 334797 w 2119654"/>
              <a:gd name="connsiteY90660" fmla="*/ 1466700 h 2398711"/>
              <a:gd name="connsiteX90661" fmla="*/ 823857 w 2119654"/>
              <a:gd name="connsiteY90661" fmla="*/ 369934 h 2398711"/>
              <a:gd name="connsiteX90662" fmla="*/ 823459 w 2119654"/>
              <a:gd name="connsiteY90662" fmla="*/ 374598 h 2398711"/>
              <a:gd name="connsiteX90663" fmla="*/ 829532 w 2119654"/>
              <a:gd name="connsiteY90663" fmla="*/ 381811 h 2398711"/>
              <a:gd name="connsiteX90664" fmla="*/ 830266 w 2119654"/>
              <a:gd name="connsiteY90664" fmla="*/ 380380 h 2398711"/>
              <a:gd name="connsiteX90665" fmla="*/ 826878 w 2119654"/>
              <a:gd name="connsiteY90665" fmla="*/ 377631 h 2398711"/>
              <a:gd name="connsiteX90666" fmla="*/ 827479 w 2119654"/>
              <a:gd name="connsiteY90666" fmla="*/ 377639 h 2398711"/>
              <a:gd name="connsiteX90667" fmla="*/ 830402 w 2119654"/>
              <a:gd name="connsiteY90667" fmla="*/ 380012 h 2398711"/>
              <a:gd name="connsiteX90668" fmla="*/ 826536 w 2119654"/>
              <a:gd name="connsiteY90668" fmla="*/ 373344 h 2398711"/>
              <a:gd name="connsiteX90669" fmla="*/ 791837 w 2119654"/>
              <a:gd name="connsiteY90669" fmla="*/ 441621 h 2398711"/>
              <a:gd name="connsiteX90670" fmla="*/ 792314 w 2119654"/>
              <a:gd name="connsiteY90670" fmla="*/ 442220 h 2398711"/>
              <a:gd name="connsiteX90671" fmla="*/ 792917 w 2119654"/>
              <a:gd name="connsiteY90671" fmla="*/ 440144 h 2398711"/>
              <a:gd name="connsiteX90672" fmla="*/ 739237 w 2119654"/>
              <a:gd name="connsiteY90672" fmla="*/ 559326 h 2398711"/>
              <a:gd name="connsiteX90673" fmla="*/ 739241 w 2119654"/>
              <a:gd name="connsiteY90673" fmla="*/ 559366 h 2398711"/>
              <a:gd name="connsiteX90674" fmla="*/ 739250 w 2119654"/>
              <a:gd name="connsiteY90674" fmla="*/ 559381 h 2398711"/>
              <a:gd name="connsiteX90675" fmla="*/ 739688 w 2119654"/>
              <a:gd name="connsiteY90675" fmla="*/ 559442 h 2398711"/>
              <a:gd name="connsiteX90676" fmla="*/ 739378 w 2119654"/>
              <a:gd name="connsiteY90676" fmla="*/ 559139 h 2398711"/>
              <a:gd name="connsiteX90677" fmla="*/ 808621 w 2119654"/>
              <a:gd name="connsiteY90677" fmla="*/ 403944 h 2398711"/>
              <a:gd name="connsiteX90678" fmla="*/ 808453 w 2119654"/>
              <a:gd name="connsiteY90678" fmla="*/ 405077 h 2398711"/>
              <a:gd name="connsiteX90679" fmla="*/ 808685 w 2119654"/>
              <a:gd name="connsiteY90679" fmla="*/ 405211 h 2398711"/>
              <a:gd name="connsiteX90680" fmla="*/ 794897 w 2119654"/>
              <a:gd name="connsiteY90680" fmla="*/ 434623 h 2398711"/>
              <a:gd name="connsiteX90681" fmla="*/ 794213 w 2119654"/>
              <a:gd name="connsiteY90681" fmla="*/ 436980 h 2398711"/>
              <a:gd name="connsiteX90682" fmla="*/ 794942 w 2119654"/>
              <a:gd name="connsiteY90682" fmla="*/ 435982 h 2398711"/>
              <a:gd name="connsiteX90683" fmla="*/ 775810 w 2119654"/>
              <a:gd name="connsiteY90683" fmla="*/ 477328 h 2398711"/>
              <a:gd name="connsiteX90684" fmla="*/ 775980 w 2119654"/>
              <a:gd name="connsiteY90684" fmla="*/ 477558 h 2398711"/>
              <a:gd name="connsiteX90685" fmla="*/ 776004 w 2119654"/>
              <a:gd name="connsiteY90685" fmla="*/ 477569 h 2398711"/>
              <a:gd name="connsiteX90686" fmla="*/ 776026 w 2119654"/>
              <a:gd name="connsiteY90686" fmla="*/ 477485 h 2398711"/>
              <a:gd name="connsiteX90687" fmla="*/ 822113 w 2119654"/>
              <a:gd name="connsiteY90687" fmla="*/ 373624 h 2398711"/>
              <a:gd name="connsiteX90688" fmla="*/ 819639 w 2119654"/>
              <a:gd name="connsiteY90688" fmla="*/ 380695 h 2398711"/>
              <a:gd name="connsiteX90689" fmla="*/ 821686 w 2119654"/>
              <a:gd name="connsiteY90689" fmla="*/ 382863 h 2398711"/>
              <a:gd name="connsiteX90690" fmla="*/ 822752 w 2119654"/>
              <a:gd name="connsiteY90690" fmla="*/ 374382 h 2398711"/>
              <a:gd name="connsiteX90691" fmla="*/ 319445 w 2119654"/>
              <a:gd name="connsiteY90691" fmla="*/ 1499042 h 2398711"/>
              <a:gd name="connsiteX90692" fmla="*/ 319020 w 2119654"/>
              <a:gd name="connsiteY90692" fmla="*/ 1500258 h 2398711"/>
              <a:gd name="connsiteX90693" fmla="*/ 319765 w 2119654"/>
              <a:gd name="connsiteY90693" fmla="*/ 1501049 h 2398711"/>
              <a:gd name="connsiteX90694" fmla="*/ 320200 w 2119654"/>
              <a:gd name="connsiteY90694" fmla="*/ 1500619 h 2398711"/>
              <a:gd name="connsiteX90695" fmla="*/ 319451 w 2119654"/>
              <a:gd name="connsiteY90695" fmla="*/ 1499046 h 2398711"/>
              <a:gd name="connsiteX90696" fmla="*/ 824960 w 2119654"/>
              <a:gd name="connsiteY90696" fmla="*/ 367056 h 2398711"/>
              <a:gd name="connsiteX90697" fmla="*/ 828390 w 2119654"/>
              <a:gd name="connsiteY90697" fmla="*/ 373193 h 2398711"/>
              <a:gd name="connsiteX90698" fmla="*/ 831756 w 2119654"/>
              <a:gd name="connsiteY90698" fmla="*/ 377478 h 2398711"/>
              <a:gd name="connsiteX90699" fmla="*/ 833236 w 2119654"/>
              <a:gd name="connsiteY90699" fmla="*/ 374595 h 2398711"/>
              <a:gd name="connsiteX90700" fmla="*/ 744177 w 2119654"/>
              <a:gd name="connsiteY90700" fmla="*/ 547691 h 2398711"/>
              <a:gd name="connsiteX90701" fmla="*/ 744204 w 2119654"/>
              <a:gd name="connsiteY90701" fmla="*/ 548302 h 2398711"/>
              <a:gd name="connsiteX90702" fmla="*/ 744451 w 2119654"/>
              <a:gd name="connsiteY90702" fmla="*/ 548460 h 2398711"/>
              <a:gd name="connsiteX90703" fmla="*/ 737547 w 2119654"/>
              <a:gd name="connsiteY90703" fmla="*/ 562464 h 2398711"/>
              <a:gd name="connsiteX90704" fmla="*/ 737119 w 2119654"/>
              <a:gd name="connsiteY90704" fmla="*/ 564065 h 2398711"/>
              <a:gd name="connsiteX90705" fmla="*/ 737722 w 2119654"/>
              <a:gd name="connsiteY90705" fmla="*/ 564415 h 2398711"/>
              <a:gd name="connsiteX90706" fmla="*/ 765396 w 2119654"/>
              <a:gd name="connsiteY90706" fmla="*/ 500046 h 2398711"/>
              <a:gd name="connsiteX90707" fmla="*/ 766532 w 2119654"/>
              <a:gd name="connsiteY90707" fmla="*/ 500873 h 2398711"/>
              <a:gd name="connsiteX90708" fmla="*/ 766534 w 2119654"/>
              <a:gd name="connsiteY90708" fmla="*/ 500643 h 2398711"/>
              <a:gd name="connsiteX90709" fmla="*/ 765784 w 2119654"/>
              <a:gd name="connsiteY90709" fmla="*/ 499469 h 2398711"/>
              <a:gd name="connsiteX90710" fmla="*/ 308048 w 2119654"/>
              <a:gd name="connsiteY90710" fmla="*/ 1524066 h 2398711"/>
              <a:gd name="connsiteX90711" fmla="*/ 310429 w 2119654"/>
              <a:gd name="connsiteY90711" fmla="*/ 1527301 h 2398711"/>
              <a:gd name="connsiteX90712" fmla="*/ 310460 w 2119654"/>
              <a:gd name="connsiteY90712" fmla="*/ 1527185 h 2398711"/>
              <a:gd name="connsiteX90713" fmla="*/ 308698 w 2119654"/>
              <a:gd name="connsiteY90713" fmla="*/ 1524575 h 2398711"/>
              <a:gd name="connsiteX90714" fmla="*/ 316020 w 2119654"/>
              <a:gd name="connsiteY90714" fmla="*/ 1506211 h 2398711"/>
              <a:gd name="connsiteX90715" fmla="*/ 316092 w 2119654"/>
              <a:gd name="connsiteY90715" fmla="*/ 1506309 h 2398711"/>
              <a:gd name="connsiteX90716" fmla="*/ 316153 w 2119654"/>
              <a:gd name="connsiteY90716" fmla="*/ 1506080 h 2398711"/>
              <a:gd name="connsiteX90717" fmla="*/ 321520 w 2119654"/>
              <a:gd name="connsiteY90717" fmla="*/ 1493892 h 2398711"/>
              <a:gd name="connsiteX90718" fmla="*/ 324499 w 2119654"/>
              <a:gd name="connsiteY90718" fmla="*/ 1496380 h 2398711"/>
              <a:gd name="connsiteX90719" fmla="*/ 325172 w 2119654"/>
              <a:gd name="connsiteY90719" fmla="*/ 1495716 h 2398711"/>
              <a:gd name="connsiteX90720" fmla="*/ 323408 w 2119654"/>
              <a:gd name="connsiteY90720" fmla="*/ 1494327 h 2398711"/>
              <a:gd name="connsiteX90721" fmla="*/ 823258 w 2119654"/>
              <a:gd name="connsiteY90721" fmla="*/ 370351 h 2398711"/>
              <a:gd name="connsiteX90722" fmla="*/ 822268 w 2119654"/>
              <a:gd name="connsiteY90722" fmla="*/ 373182 h 2398711"/>
              <a:gd name="connsiteX90723" fmla="*/ 822820 w 2119654"/>
              <a:gd name="connsiteY90723" fmla="*/ 373838 h 2398711"/>
              <a:gd name="connsiteX90724" fmla="*/ 259470 w 2119654"/>
              <a:gd name="connsiteY90724" fmla="*/ 1632583 h 2398711"/>
              <a:gd name="connsiteX90725" fmla="*/ 264337 w 2119654"/>
              <a:gd name="connsiteY90725" fmla="*/ 1635395 h 2398711"/>
              <a:gd name="connsiteX90726" fmla="*/ 268674 w 2119654"/>
              <a:gd name="connsiteY90726" fmla="*/ 1636889 h 2398711"/>
              <a:gd name="connsiteX90727" fmla="*/ 292625 w 2119654"/>
              <a:gd name="connsiteY90727" fmla="*/ 1558243 h 2398711"/>
              <a:gd name="connsiteX90728" fmla="*/ 296651 w 2119654"/>
              <a:gd name="connsiteY90728" fmla="*/ 1563297 h 2398711"/>
              <a:gd name="connsiteX90729" fmla="*/ 299170 w 2119654"/>
              <a:gd name="connsiteY90729" fmla="*/ 1563648 h 2398711"/>
              <a:gd name="connsiteX90730" fmla="*/ 298043 w 2119654"/>
              <a:gd name="connsiteY90730" fmla="*/ 1561992 h 2398711"/>
              <a:gd name="connsiteX90731" fmla="*/ 293208 w 2119654"/>
              <a:gd name="connsiteY90731" fmla="*/ 1558546 h 2398711"/>
              <a:gd name="connsiteX90732" fmla="*/ 768014 w 2119654"/>
              <a:gd name="connsiteY90732" fmla="*/ 493590 h 2398711"/>
              <a:gd name="connsiteX90733" fmla="*/ 767908 w 2119654"/>
              <a:gd name="connsiteY90733" fmla="*/ 495079 h 2398711"/>
              <a:gd name="connsiteX90734" fmla="*/ 768548 w 2119654"/>
              <a:gd name="connsiteY90734" fmla="*/ 494205 h 2398711"/>
              <a:gd name="connsiteX90735" fmla="*/ 768230 w 2119654"/>
              <a:gd name="connsiteY90735" fmla="*/ 493783 h 2398711"/>
              <a:gd name="connsiteX90736" fmla="*/ 789458 w 2119654"/>
              <a:gd name="connsiteY90736" fmla="*/ 445540 h 2398711"/>
              <a:gd name="connsiteX90737" fmla="*/ 789205 w 2119654"/>
              <a:gd name="connsiteY90737" fmla="*/ 446559 h 2398711"/>
              <a:gd name="connsiteX90738" fmla="*/ 790420 w 2119654"/>
              <a:gd name="connsiteY90738" fmla="*/ 448745 h 2398711"/>
              <a:gd name="connsiteX90739" fmla="*/ 791051 w 2119654"/>
              <a:gd name="connsiteY90739" fmla="*/ 446574 h 2398711"/>
              <a:gd name="connsiteX90740" fmla="*/ 778799 w 2119654"/>
              <a:gd name="connsiteY90740" fmla="*/ 469329 h 2398711"/>
              <a:gd name="connsiteX90741" fmla="*/ 778420 w 2119654"/>
              <a:gd name="connsiteY90741" fmla="*/ 478300 h 2398711"/>
              <a:gd name="connsiteX90742" fmla="*/ 779579 w 2119654"/>
              <a:gd name="connsiteY90742" fmla="*/ 479141 h 2398711"/>
              <a:gd name="connsiteX90743" fmla="*/ 779959 w 2119654"/>
              <a:gd name="connsiteY90743" fmla="*/ 478622 h 2398711"/>
              <a:gd name="connsiteX90744" fmla="*/ 781456 w 2119654"/>
              <a:gd name="connsiteY90744" fmla="*/ 472574 h 2398711"/>
              <a:gd name="connsiteX90745" fmla="*/ 824293 w 2119654"/>
              <a:gd name="connsiteY90745" fmla="*/ 367392 h 2398711"/>
              <a:gd name="connsiteX90746" fmla="*/ 824151 w 2119654"/>
              <a:gd name="connsiteY90746" fmla="*/ 367799 h 2398711"/>
              <a:gd name="connsiteX90747" fmla="*/ 825431 w 2119654"/>
              <a:gd name="connsiteY90747" fmla="*/ 369429 h 2398711"/>
              <a:gd name="connsiteX90748" fmla="*/ 764341 w 2119654"/>
              <a:gd name="connsiteY90748" fmla="*/ 501614 h 2398711"/>
              <a:gd name="connsiteX90749" fmla="*/ 763605 w 2119654"/>
              <a:gd name="connsiteY90749" fmla="*/ 506234 h 2398711"/>
              <a:gd name="connsiteX90750" fmla="*/ 766470 w 2119654"/>
              <a:gd name="connsiteY90750" fmla="*/ 507777 h 2398711"/>
              <a:gd name="connsiteX90751" fmla="*/ 766481 w 2119654"/>
              <a:gd name="connsiteY90751" fmla="*/ 507623 h 2398711"/>
              <a:gd name="connsiteX90752" fmla="*/ 766526 w 2119654"/>
              <a:gd name="connsiteY90752" fmla="*/ 501631 h 2398711"/>
              <a:gd name="connsiteX90753" fmla="*/ 765051 w 2119654"/>
              <a:gd name="connsiteY90753" fmla="*/ 500558 h 2398711"/>
              <a:gd name="connsiteX90754" fmla="*/ 789708 w 2119654"/>
              <a:gd name="connsiteY90754" fmla="*/ 444529 h 2398711"/>
              <a:gd name="connsiteX90755" fmla="*/ 789460 w 2119654"/>
              <a:gd name="connsiteY90755" fmla="*/ 445530 h 2398711"/>
              <a:gd name="connsiteX90756" fmla="*/ 791071 w 2119654"/>
              <a:gd name="connsiteY90756" fmla="*/ 446505 h 2398711"/>
              <a:gd name="connsiteX90757" fmla="*/ 792077 w 2119654"/>
              <a:gd name="connsiteY90757" fmla="*/ 443043 h 2398711"/>
              <a:gd name="connsiteX90758" fmla="*/ 791408 w 2119654"/>
              <a:gd name="connsiteY90758" fmla="*/ 442206 h 2398711"/>
              <a:gd name="connsiteX90759" fmla="*/ 294281 w 2119654"/>
              <a:gd name="connsiteY90759" fmla="*/ 1553880 h 2398711"/>
              <a:gd name="connsiteX90760" fmla="*/ 295062 w 2119654"/>
              <a:gd name="connsiteY90760" fmla="*/ 1555028 h 2398711"/>
              <a:gd name="connsiteX90761" fmla="*/ 302313 w 2119654"/>
              <a:gd name="connsiteY90761" fmla="*/ 1558343 h 2398711"/>
              <a:gd name="connsiteX90762" fmla="*/ 298413 w 2119654"/>
              <a:gd name="connsiteY90762" fmla="*/ 1555824 h 2398711"/>
              <a:gd name="connsiteX90763" fmla="*/ 295716 w 2119654"/>
              <a:gd name="connsiteY90763" fmla="*/ 1554029 h 2398711"/>
              <a:gd name="connsiteX90764" fmla="*/ 315183 w 2119654"/>
              <a:gd name="connsiteY90764" fmla="*/ 1507037 h 2398711"/>
              <a:gd name="connsiteX90765" fmla="*/ 315808 w 2119654"/>
              <a:gd name="connsiteY90765" fmla="*/ 1507361 h 2398711"/>
              <a:gd name="connsiteX90766" fmla="*/ 316025 w 2119654"/>
              <a:gd name="connsiteY90766" fmla="*/ 1506555 h 2398711"/>
              <a:gd name="connsiteX90767" fmla="*/ 315877 w 2119654"/>
              <a:gd name="connsiteY90767" fmla="*/ 1506352 h 2398711"/>
              <a:gd name="connsiteX90768" fmla="*/ 292417 w 2119654"/>
              <a:gd name="connsiteY90768" fmla="*/ 1557983 h 2398711"/>
              <a:gd name="connsiteX90769" fmla="*/ 292448 w 2119654"/>
              <a:gd name="connsiteY90769" fmla="*/ 1558021 h 2398711"/>
              <a:gd name="connsiteX90770" fmla="*/ 292540 w 2119654"/>
              <a:gd name="connsiteY90770" fmla="*/ 1558071 h 2398711"/>
              <a:gd name="connsiteX90771" fmla="*/ 322279 w 2119654"/>
              <a:gd name="connsiteY90771" fmla="*/ 1490943 h 2398711"/>
              <a:gd name="connsiteX90772" fmla="*/ 321952 w 2119654"/>
              <a:gd name="connsiteY90772" fmla="*/ 1491880 h 2398711"/>
              <a:gd name="connsiteX90773" fmla="*/ 323031 w 2119654"/>
              <a:gd name="connsiteY90773" fmla="*/ 1492620 h 2398711"/>
              <a:gd name="connsiteX90774" fmla="*/ 324084 w 2119654"/>
              <a:gd name="connsiteY90774" fmla="*/ 1492849 h 2398711"/>
              <a:gd name="connsiteX90775" fmla="*/ 328299 w 2119654"/>
              <a:gd name="connsiteY90775" fmla="*/ 1477379 h 2398711"/>
              <a:gd name="connsiteX90776" fmla="*/ 330731 w 2119654"/>
              <a:gd name="connsiteY90776" fmla="*/ 1480431 h 2398711"/>
              <a:gd name="connsiteX90777" fmla="*/ 333502 w 2119654"/>
              <a:gd name="connsiteY90777" fmla="*/ 1480848 h 2398711"/>
              <a:gd name="connsiteX90778" fmla="*/ 332552 w 2119654"/>
              <a:gd name="connsiteY90778" fmla="*/ 1478729 h 2398711"/>
              <a:gd name="connsiteX90779" fmla="*/ 302522 w 2119654"/>
              <a:gd name="connsiteY90779" fmla="*/ 1534998 h 2398711"/>
              <a:gd name="connsiteX90780" fmla="*/ 303137 w 2119654"/>
              <a:gd name="connsiteY90780" fmla="*/ 1536069 h 2398711"/>
              <a:gd name="connsiteX90781" fmla="*/ 304975 w 2119654"/>
              <a:gd name="connsiteY90781" fmla="*/ 1538776 h 2398711"/>
              <a:gd name="connsiteX90782" fmla="*/ 307129 w 2119654"/>
              <a:gd name="connsiteY90782" fmla="*/ 1539533 h 2398711"/>
              <a:gd name="connsiteX90783" fmla="*/ 307932 w 2119654"/>
              <a:gd name="connsiteY90783" fmla="*/ 1536557 h 2398711"/>
              <a:gd name="connsiteX90784" fmla="*/ 322629 w 2119654"/>
              <a:gd name="connsiteY90784" fmla="*/ 1489946 h 2398711"/>
              <a:gd name="connsiteX90785" fmla="*/ 322460 w 2119654"/>
              <a:gd name="connsiteY90785" fmla="*/ 1490427 h 2398711"/>
              <a:gd name="connsiteX90786" fmla="*/ 324382 w 2119654"/>
              <a:gd name="connsiteY90786" fmla="*/ 1492456 h 2398711"/>
              <a:gd name="connsiteX90787" fmla="*/ 323355 w 2119654"/>
              <a:gd name="connsiteY90787" fmla="*/ 1490301 h 2398711"/>
              <a:gd name="connsiteX90788" fmla="*/ 736286 w 2119654"/>
              <a:gd name="connsiteY90788" fmla="*/ 563246 h 2398711"/>
              <a:gd name="connsiteX90789" fmla="*/ 736301 w 2119654"/>
              <a:gd name="connsiteY90789" fmla="*/ 563589 h 2398711"/>
              <a:gd name="connsiteX90790" fmla="*/ 736359 w 2119654"/>
              <a:gd name="connsiteY90790" fmla="*/ 563624 h 2398711"/>
              <a:gd name="connsiteX90791" fmla="*/ 736556 w 2119654"/>
              <a:gd name="connsiteY90791" fmla="*/ 562888 h 2398711"/>
              <a:gd name="connsiteX90792" fmla="*/ 826323 w 2119654"/>
              <a:gd name="connsiteY90792" fmla="*/ 361591 h 2398711"/>
              <a:gd name="connsiteX90793" fmla="*/ 824882 w 2119654"/>
              <a:gd name="connsiteY90793" fmla="*/ 365711 h 2398711"/>
              <a:gd name="connsiteX90794" fmla="*/ 833680 w 2119654"/>
              <a:gd name="connsiteY90794" fmla="*/ 373730 h 2398711"/>
              <a:gd name="connsiteX90795" fmla="*/ 834267 w 2119654"/>
              <a:gd name="connsiteY90795" fmla="*/ 372587 h 2398711"/>
              <a:gd name="connsiteX90796" fmla="*/ 832213 w 2119654"/>
              <a:gd name="connsiteY90796" fmla="*/ 367829 h 2398711"/>
              <a:gd name="connsiteX90797" fmla="*/ 809273 w 2119654"/>
              <a:gd name="connsiteY90797" fmla="*/ 399531 h 2398711"/>
              <a:gd name="connsiteX90798" fmla="*/ 809234 w 2119654"/>
              <a:gd name="connsiteY90798" fmla="*/ 399793 h 2398711"/>
              <a:gd name="connsiteX90799" fmla="*/ 809523 w 2119654"/>
              <a:gd name="connsiteY90799" fmla="*/ 405439 h 2398711"/>
              <a:gd name="connsiteX90800" fmla="*/ 810760 w 2119654"/>
              <a:gd name="connsiteY90800" fmla="*/ 401906 h 2398711"/>
              <a:gd name="connsiteX90801" fmla="*/ 762358 w 2119654"/>
              <a:gd name="connsiteY90801" fmla="*/ 504560 h 2398711"/>
              <a:gd name="connsiteX90802" fmla="*/ 762577 w 2119654"/>
              <a:gd name="connsiteY90802" fmla="*/ 505681 h 2398711"/>
              <a:gd name="connsiteX90803" fmla="*/ 762723 w 2119654"/>
              <a:gd name="connsiteY90803" fmla="*/ 505760 h 2398711"/>
              <a:gd name="connsiteX90804" fmla="*/ 763087 w 2119654"/>
              <a:gd name="connsiteY90804" fmla="*/ 503477 h 2398711"/>
              <a:gd name="connsiteX90805" fmla="*/ 779062 w 2119654"/>
              <a:gd name="connsiteY90805" fmla="*/ 467133 h 2398711"/>
              <a:gd name="connsiteX90806" fmla="*/ 778856 w 2119654"/>
              <a:gd name="connsiteY90806" fmla="*/ 467979 h 2398711"/>
              <a:gd name="connsiteX90807" fmla="*/ 778835 w 2119654"/>
              <a:gd name="connsiteY90807" fmla="*/ 468484 h 2398711"/>
              <a:gd name="connsiteX90808" fmla="*/ 781643 w 2119654"/>
              <a:gd name="connsiteY90808" fmla="*/ 471820 h 2398711"/>
              <a:gd name="connsiteX90809" fmla="*/ 782142 w 2119654"/>
              <a:gd name="connsiteY90809" fmla="*/ 469805 h 2398711"/>
              <a:gd name="connsiteX90810" fmla="*/ 308304 w 2119654"/>
              <a:gd name="connsiteY90810" fmla="*/ 1521229 h 2398711"/>
              <a:gd name="connsiteX90811" fmla="*/ 311021 w 2119654"/>
              <a:gd name="connsiteY90811" fmla="*/ 1525106 h 2398711"/>
              <a:gd name="connsiteX90812" fmla="*/ 311222 w 2119654"/>
              <a:gd name="connsiteY90812" fmla="*/ 1524361 h 2398711"/>
              <a:gd name="connsiteX90813" fmla="*/ 309495 w 2119654"/>
              <a:gd name="connsiteY90813" fmla="*/ 1521816 h 2398711"/>
              <a:gd name="connsiteX90814" fmla="*/ 308638 w 2119654"/>
              <a:gd name="connsiteY90814" fmla="*/ 1521275 h 2398711"/>
              <a:gd name="connsiteX90815" fmla="*/ 314080 w 2119654"/>
              <a:gd name="connsiteY90815" fmla="*/ 1508125 h 2398711"/>
              <a:gd name="connsiteX90816" fmla="*/ 315288 w 2119654"/>
              <a:gd name="connsiteY90816" fmla="*/ 1509289 h 2398711"/>
              <a:gd name="connsiteX90817" fmla="*/ 315432 w 2119654"/>
              <a:gd name="connsiteY90817" fmla="*/ 1508752 h 2398711"/>
              <a:gd name="connsiteX90818" fmla="*/ 314129 w 2119654"/>
              <a:gd name="connsiteY90818" fmla="*/ 1508076 h 2398711"/>
              <a:gd name="connsiteX90819" fmla="*/ 790550 w 2119654"/>
              <a:gd name="connsiteY90819" fmla="*/ 441133 h 2398711"/>
              <a:gd name="connsiteX90820" fmla="*/ 790232 w 2119654"/>
              <a:gd name="connsiteY90820" fmla="*/ 442415 h 2398711"/>
              <a:gd name="connsiteX90821" fmla="*/ 790874 w 2119654"/>
              <a:gd name="connsiteY90821" fmla="*/ 441539 h 2398711"/>
              <a:gd name="connsiteX90822" fmla="*/ 272647 w 2119654"/>
              <a:gd name="connsiteY90822" fmla="*/ 1600729 h 2398711"/>
              <a:gd name="connsiteX90823" fmla="*/ 273201 w 2119654"/>
              <a:gd name="connsiteY90823" fmla="*/ 1601198 h 2398711"/>
              <a:gd name="connsiteX90824" fmla="*/ 278498 w 2119654"/>
              <a:gd name="connsiteY90824" fmla="*/ 1603100 h 2398711"/>
              <a:gd name="connsiteX90825" fmla="*/ 277012 w 2119654"/>
              <a:gd name="connsiteY90825" fmla="*/ 1602045 h 2398711"/>
              <a:gd name="connsiteX90826" fmla="*/ 814227 w 2119654"/>
              <a:gd name="connsiteY90826" fmla="*/ 388021 h 2398711"/>
              <a:gd name="connsiteX90827" fmla="*/ 813391 w 2119654"/>
              <a:gd name="connsiteY90827" fmla="*/ 393921 h 2398711"/>
              <a:gd name="connsiteX90828" fmla="*/ 813492 w 2119654"/>
              <a:gd name="connsiteY90828" fmla="*/ 394094 h 2398711"/>
              <a:gd name="connsiteX90829" fmla="*/ 815287 w 2119654"/>
              <a:gd name="connsiteY90829" fmla="*/ 388964 h 2398711"/>
              <a:gd name="connsiteX90830" fmla="*/ 827754 w 2119654"/>
              <a:gd name="connsiteY90830" fmla="*/ 357499 h 2398711"/>
              <a:gd name="connsiteX90831" fmla="*/ 827623 w 2119654"/>
              <a:gd name="connsiteY90831" fmla="*/ 357873 h 2398711"/>
              <a:gd name="connsiteX90832" fmla="*/ 828102 w 2119654"/>
              <a:gd name="connsiteY90832" fmla="*/ 358306 h 2398711"/>
              <a:gd name="connsiteX90833" fmla="*/ 735208 w 2119654"/>
              <a:gd name="connsiteY90833" fmla="*/ 564678 h 2398711"/>
              <a:gd name="connsiteX90834" fmla="*/ 735747 w 2119654"/>
              <a:gd name="connsiteY90834" fmla="*/ 565083 h 2398711"/>
              <a:gd name="connsiteX90835" fmla="*/ 735936 w 2119654"/>
              <a:gd name="connsiteY90835" fmla="*/ 565208 h 2398711"/>
              <a:gd name="connsiteX90836" fmla="*/ 735966 w 2119654"/>
              <a:gd name="connsiteY90836" fmla="*/ 565096 h 2398711"/>
              <a:gd name="connsiteX90837" fmla="*/ 735930 w 2119654"/>
              <a:gd name="connsiteY90837" fmla="*/ 564280 h 2398711"/>
              <a:gd name="connsiteX90838" fmla="*/ 735636 w 2119654"/>
              <a:gd name="connsiteY90838" fmla="*/ 564109 h 2398711"/>
              <a:gd name="connsiteX90839" fmla="*/ 296758 w 2119654"/>
              <a:gd name="connsiteY90839" fmla="*/ 1546441 h 2398711"/>
              <a:gd name="connsiteX90840" fmla="*/ 296808 w 2119654"/>
              <a:gd name="connsiteY90840" fmla="*/ 1546480 h 2398711"/>
              <a:gd name="connsiteX90841" fmla="*/ 296782 w 2119654"/>
              <a:gd name="connsiteY90841" fmla="*/ 1546448 h 2398711"/>
              <a:gd name="connsiteX90842" fmla="*/ 313697 w 2119654"/>
              <a:gd name="connsiteY90842" fmla="*/ 1508502 h 2398711"/>
              <a:gd name="connsiteX90843" fmla="*/ 315193 w 2119654"/>
              <a:gd name="connsiteY90843" fmla="*/ 1509640 h 2398711"/>
              <a:gd name="connsiteX90844" fmla="*/ 315211 w 2119654"/>
              <a:gd name="connsiteY90844" fmla="*/ 1509574 h 2398711"/>
              <a:gd name="connsiteX90845" fmla="*/ 313897 w 2119654"/>
              <a:gd name="connsiteY90845" fmla="*/ 1508305 h 2398711"/>
              <a:gd name="connsiteX90846" fmla="*/ 764903 w 2119654"/>
              <a:gd name="connsiteY90846" fmla="*/ 498088 h 2398711"/>
              <a:gd name="connsiteX90847" fmla="*/ 764680 w 2119654"/>
              <a:gd name="connsiteY90847" fmla="*/ 499489 h 2398711"/>
              <a:gd name="connsiteX90848" fmla="*/ 765277 w 2119654"/>
              <a:gd name="connsiteY90848" fmla="*/ 498674 h 2398711"/>
              <a:gd name="connsiteX90849" fmla="*/ 779472 w 2119654"/>
              <a:gd name="connsiteY90849" fmla="*/ 465455 h 2398711"/>
              <a:gd name="connsiteX90850" fmla="*/ 779145 w 2119654"/>
              <a:gd name="connsiteY90850" fmla="*/ 466795 h 2398711"/>
              <a:gd name="connsiteX90851" fmla="*/ 782226 w 2119654"/>
              <a:gd name="connsiteY90851" fmla="*/ 469468 h 2398711"/>
              <a:gd name="connsiteX90852" fmla="*/ 782596 w 2119654"/>
              <a:gd name="connsiteY90852" fmla="*/ 467969 h 2398711"/>
              <a:gd name="connsiteX90853" fmla="*/ 782265 w 2119654"/>
              <a:gd name="connsiteY90853" fmla="*/ 467581 h 2398711"/>
              <a:gd name="connsiteX90854" fmla="*/ 773758 w 2119654"/>
              <a:gd name="connsiteY90854" fmla="*/ 477985 h 2398711"/>
              <a:gd name="connsiteX90855" fmla="*/ 775378 w 2119654"/>
              <a:gd name="connsiteY90855" fmla="*/ 480143 h 2398711"/>
              <a:gd name="connsiteX90856" fmla="*/ 775565 w 2119654"/>
              <a:gd name="connsiteY90856" fmla="*/ 479374 h 2398711"/>
              <a:gd name="connsiteX90857" fmla="*/ 325620 w 2119654"/>
              <a:gd name="connsiteY90857" fmla="*/ 1481398 h 2398711"/>
              <a:gd name="connsiteX90858" fmla="*/ 325221 w 2119654"/>
              <a:gd name="connsiteY90858" fmla="*/ 1482538 h 2398711"/>
              <a:gd name="connsiteX90859" fmla="*/ 327450 w 2119654"/>
              <a:gd name="connsiteY90859" fmla="*/ 1483339 h 2398711"/>
              <a:gd name="connsiteX90860" fmla="*/ 313367 w 2119654"/>
              <a:gd name="connsiteY90860" fmla="*/ 1508828 h 2398711"/>
              <a:gd name="connsiteX90861" fmla="*/ 315110 w 2119654"/>
              <a:gd name="connsiteY90861" fmla="*/ 1509948 h 2398711"/>
              <a:gd name="connsiteX90862" fmla="*/ 315140 w 2119654"/>
              <a:gd name="connsiteY90862" fmla="*/ 1509835 h 2398711"/>
              <a:gd name="connsiteX90863" fmla="*/ 313563 w 2119654"/>
              <a:gd name="connsiteY90863" fmla="*/ 1508635 h 2398711"/>
              <a:gd name="connsiteX90864" fmla="*/ 768261 w 2119654"/>
              <a:gd name="connsiteY90864" fmla="*/ 490137 h 2398711"/>
              <a:gd name="connsiteX90865" fmla="*/ 768124 w 2119654"/>
              <a:gd name="connsiteY90865" fmla="*/ 492064 h 2398711"/>
              <a:gd name="connsiteX90866" fmla="*/ 769132 w 2119654"/>
              <a:gd name="connsiteY90866" fmla="*/ 493409 h 2398711"/>
              <a:gd name="connsiteX90867" fmla="*/ 770391 w 2119654"/>
              <a:gd name="connsiteY90867" fmla="*/ 491689 h 2398711"/>
              <a:gd name="connsiteX90868" fmla="*/ 757461 w 2119654"/>
              <a:gd name="connsiteY90868" fmla="*/ 514195 h 2398711"/>
              <a:gd name="connsiteX90869" fmla="*/ 757955 w 2119654"/>
              <a:gd name="connsiteY90869" fmla="*/ 515499 h 2398711"/>
              <a:gd name="connsiteX90870" fmla="*/ 758570 w 2119654"/>
              <a:gd name="connsiteY90870" fmla="*/ 515938 h 2398711"/>
              <a:gd name="connsiteX90871" fmla="*/ 326134 w 2119654"/>
              <a:gd name="connsiteY90871" fmla="*/ 1479930 h 2398711"/>
              <a:gd name="connsiteX90872" fmla="*/ 325864 w 2119654"/>
              <a:gd name="connsiteY90872" fmla="*/ 1480702 h 2398711"/>
              <a:gd name="connsiteX90873" fmla="*/ 329200 w 2119654"/>
              <a:gd name="connsiteY90873" fmla="*/ 1483966 h 2398711"/>
              <a:gd name="connsiteX90874" fmla="*/ 330697 w 2119654"/>
              <a:gd name="connsiteY90874" fmla="*/ 1484504 h 2398711"/>
              <a:gd name="connsiteX90875" fmla="*/ 327177 w 2119654"/>
              <a:gd name="connsiteY90875" fmla="*/ 1480087 h 2398711"/>
              <a:gd name="connsiteX90876" fmla="*/ 734278 w 2119654"/>
              <a:gd name="connsiteY90876" fmla="*/ 565914 h 2398711"/>
              <a:gd name="connsiteX90877" fmla="*/ 735213 w 2119654"/>
              <a:gd name="connsiteY90877" fmla="*/ 566930 h 2398711"/>
              <a:gd name="connsiteX90878" fmla="*/ 735450 w 2119654"/>
              <a:gd name="connsiteY90878" fmla="*/ 567028 h 2398711"/>
              <a:gd name="connsiteX90879" fmla="*/ 735625 w 2119654"/>
              <a:gd name="connsiteY90879" fmla="*/ 566376 h 2398711"/>
              <a:gd name="connsiteX90880" fmla="*/ 734558 w 2119654"/>
              <a:gd name="connsiteY90880" fmla="*/ 565542 h 2398711"/>
              <a:gd name="connsiteX90881" fmla="*/ 326414 w 2119654"/>
              <a:gd name="connsiteY90881" fmla="*/ 1479130 h 2398711"/>
              <a:gd name="connsiteX90882" fmla="*/ 326197 w 2119654"/>
              <a:gd name="connsiteY90882" fmla="*/ 1479749 h 2398711"/>
              <a:gd name="connsiteX90883" fmla="*/ 327005 w 2119654"/>
              <a:gd name="connsiteY90883" fmla="*/ 1479871 h 2398711"/>
              <a:gd name="connsiteX90884" fmla="*/ 736196 w 2119654"/>
              <a:gd name="connsiteY90884" fmla="*/ 561184 h 2398711"/>
              <a:gd name="connsiteX90885" fmla="*/ 736267 w 2119654"/>
              <a:gd name="connsiteY90885" fmla="*/ 562811 h 2398711"/>
              <a:gd name="connsiteX90886" fmla="*/ 736746 w 2119654"/>
              <a:gd name="connsiteY90886" fmla="*/ 562174 h 2398711"/>
              <a:gd name="connsiteX90887" fmla="*/ 736880 w 2119654"/>
              <a:gd name="connsiteY90887" fmla="*/ 561674 h 2398711"/>
              <a:gd name="connsiteX90888" fmla="*/ 791532 w 2119654"/>
              <a:gd name="connsiteY90888" fmla="*/ 437166 h 2398711"/>
              <a:gd name="connsiteX90889" fmla="*/ 790762 w 2119654"/>
              <a:gd name="connsiteY90889" fmla="*/ 440276 h 2398711"/>
              <a:gd name="connsiteX90890" fmla="*/ 791302 w 2119654"/>
              <a:gd name="connsiteY90890" fmla="*/ 440952 h 2398711"/>
              <a:gd name="connsiteX90891" fmla="*/ 793501 w 2119654"/>
              <a:gd name="connsiteY90891" fmla="*/ 437952 h 2398711"/>
              <a:gd name="connsiteX90892" fmla="*/ 778978 w 2119654"/>
              <a:gd name="connsiteY90892" fmla="*/ 465079 h 2398711"/>
              <a:gd name="connsiteX90893" fmla="*/ 778963 w 2119654"/>
              <a:gd name="connsiteY90893" fmla="*/ 465446 h 2398711"/>
              <a:gd name="connsiteX90894" fmla="*/ 779041 w 2119654"/>
              <a:gd name="connsiteY90894" fmla="*/ 465126 h 2398711"/>
              <a:gd name="connsiteX90895" fmla="*/ 314738 w 2119654"/>
              <a:gd name="connsiteY90895" fmla="*/ 1504462 h 2398711"/>
              <a:gd name="connsiteX90896" fmla="*/ 315395 w 2119654"/>
              <a:gd name="connsiteY90896" fmla="*/ 1505358 h 2398711"/>
              <a:gd name="connsiteX90897" fmla="*/ 316229 w 2119654"/>
              <a:gd name="connsiteY90897" fmla="*/ 1504536 h 2398711"/>
              <a:gd name="connsiteX90898" fmla="*/ 814662 w 2119654"/>
              <a:gd name="connsiteY90898" fmla="*/ 384954 h 2398711"/>
              <a:gd name="connsiteX90899" fmla="*/ 814297 w 2119654"/>
              <a:gd name="connsiteY90899" fmla="*/ 387529 h 2398711"/>
              <a:gd name="connsiteX90900" fmla="*/ 815441 w 2119654"/>
              <a:gd name="connsiteY90900" fmla="*/ 388521 h 2398711"/>
              <a:gd name="connsiteX90901" fmla="*/ 816229 w 2119654"/>
              <a:gd name="connsiteY90901" fmla="*/ 386271 h 2398711"/>
              <a:gd name="connsiteX90902" fmla="*/ 293278 w 2119654"/>
              <a:gd name="connsiteY90902" fmla="*/ 1552408 h 2398711"/>
              <a:gd name="connsiteX90903" fmla="*/ 294076 w 2119654"/>
              <a:gd name="connsiteY90903" fmla="*/ 1553580 h 2398711"/>
              <a:gd name="connsiteX90904" fmla="*/ 295219 w 2119654"/>
              <a:gd name="connsiteY90904" fmla="*/ 1553699 h 2398711"/>
              <a:gd name="connsiteX90905" fmla="*/ 809845 w 2119654"/>
              <a:gd name="connsiteY90905" fmla="*/ 395654 h 2398711"/>
              <a:gd name="connsiteX90906" fmla="*/ 809486 w 2119654"/>
              <a:gd name="connsiteY90906" fmla="*/ 398088 h 2398711"/>
              <a:gd name="connsiteX90907" fmla="*/ 811160 w 2119654"/>
              <a:gd name="connsiteY90907" fmla="*/ 400761 h 2398711"/>
              <a:gd name="connsiteX90908" fmla="*/ 811712 w 2119654"/>
              <a:gd name="connsiteY90908" fmla="*/ 399184 h 2398711"/>
              <a:gd name="connsiteX90909" fmla="*/ 328057 w 2119654"/>
              <a:gd name="connsiteY90909" fmla="*/ 1474436 h 2398711"/>
              <a:gd name="connsiteX90910" fmla="*/ 327691 w 2119654"/>
              <a:gd name="connsiteY90910" fmla="*/ 1475482 h 2398711"/>
              <a:gd name="connsiteX90911" fmla="*/ 331660 w 2119654"/>
              <a:gd name="connsiteY90911" fmla="*/ 1476741 h 2398711"/>
              <a:gd name="connsiteX90912" fmla="*/ 331503 w 2119654"/>
              <a:gd name="connsiteY90912" fmla="*/ 1476389 h 2398711"/>
              <a:gd name="connsiteX90913" fmla="*/ 328455 w 2119654"/>
              <a:gd name="connsiteY90913" fmla="*/ 1474458 h 2398711"/>
              <a:gd name="connsiteX90914" fmla="*/ 741181 w 2119654"/>
              <a:gd name="connsiteY90914" fmla="*/ 549335 h 2398711"/>
              <a:gd name="connsiteX90915" fmla="*/ 741770 w 2119654"/>
              <a:gd name="connsiteY90915" fmla="*/ 551511 h 2398711"/>
              <a:gd name="connsiteX90916" fmla="*/ 743259 w 2119654"/>
              <a:gd name="connsiteY90916" fmla="*/ 552312 h 2398711"/>
              <a:gd name="connsiteX90917" fmla="*/ 328123 w 2119654"/>
              <a:gd name="connsiteY90917" fmla="*/ 1474248 h 2398711"/>
              <a:gd name="connsiteX90918" fmla="*/ 328119 w 2119654"/>
              <a:gd name="connsiteY90918" fmla="*/ 1474258 h 2398711"/>
              <a:gd name="connsiteX90919" fmla="*/ 328142 w 2119654"/>
              <a:gd name="connsiteY90919" fmla="*/ 1474260 h 2398711"/>
              <a:gd name="connsiteX90920" fmla="*/ 272514 w 2119654"/>
              <a:gd name="connsiteY90920" fmla="*/ 1598696 h 2398711"/>
              <a:gd name="connsiteX90921" fmla="*/ 272933 w 2119654"/>
              <a:gd name="connsiteY90921" fmla="*/ 1598993 h 2398711"/>
              <a:gd name="connsiteX90922" fmla="*/ 277949 w 2119654"/>
              <a:gd name="connsiteY90922" fmla="*/ 1600552 h 2398711"/>
              <a:gd name="connsiteX90923" fmla="*/ 276696 w 2119654"/>
              <a:gd name="connsiteY90923" fmla="*/ 1599545 h 2398711"/>
              <a:gd name="connsiteX90924" fmla="*/ 799694 w 2119654"/>
              <a:gd name="connsiteY90924" fmla="*/ 418109 h 2398711"/>
              <a:gd name="connsiteX90925" fmla="*/ 798964 w 2119654"/>
              <a:gd name="connsiteY90925" fmla="*/ 420621 h 2398711"/>
              <a:gd name="connsiteX90926" fmla="*/ 799120 w 2119654"/>
              <a:gd name="connsiteY90926" fmla="*/ 425269 h 2398711"/>
              <a:gd name="connsiteX90927" fmla="*/ 799154 w 2119654"/>
              <a:gd name="connsiteY90927" fmla="*/ 425441 h 2398711"/>
              <a:gd name="connsiteX90928" fmla="*/ 801865 w 2119654"/>
              <a:gd name="connsiteY90928" fmla="*/ 426525 h 2398711"/>
              <a:gd name="connsiteX90929" fmla="*/ 803798 w 2119654"/>
              <a:gd name="connsiteY90929" fmla="*/ 423885 h 2398711"/>
              <a:gd name="connsiteX90930" fmla="*/ 804176 w 2119654"/>
              <a:gd name="connsiteY90930" fmla="*/ 421323 h 2398711"/>
              <a:gd name="connsiteX90931" fmla="*/ 780636 w 2119654"/>
              <a:gd name="connsiteY90931" fmla="*/ 460684 h 2398711"/>
              <a:gd name="connsiteX90932" fmla="*/ 780408 w 2119654"/>
              <a:gd name="connsiteY90932" fmla="*/ 461619 h 2398711"/>
              <a:gd name="connsiteX90933" fmla="*/ 783466 w 2119654"/>
              <a:gd name="connsiteY90933" fmla="*/ 464461 h 2398711"/>
              <a:gd name="connsiteX90934" fmla="*/ 783516 w 2119654"/>
              <a:gd name="connsiteY90934" fmla="*/ 464261 h 2398711"/>
              <a:gd name="connsiteX90935" fmla="*/ 782378 w 2119654"/>
              <a:gd name="connsiteY90935" fmla="*/ 462009 h 2398711"/>
              <a:gd name="connsiteX90936" fmla="*/ 767639 w 2119654"/>
              <a:gd name="connsiteY90936" fmla="*/ 489683 h 2398711"/>
              <a:gd name="connsiteX90937" fmla="*/ 767630 w 2119654"/>
              <a:gd name="connsiteY90937" fmla="*/ 490941 h 2398711"/>
              <a:gd name="connsiteX90938" fmla="*/ 767712 w 2119654"/>
              <a:gd name="connsiteY90938" fmla="*/ 489737 h 2398711"/>
              <a:gd name="connsiteX90939" fmla="*/ 311558 w 2119654"/>
              <a:gd name="connsiteY90939" fmla="*/ 1510613 h 2398711"/>
              <a:gd name="connsiteX90940" fmla="*/ 313972 w 2119654"/>
              <a:gd name="connsiteY90940" fmla="*/ 1514168 h 2398711"/>
              <a:gd name="connsiteX90941" fmla="*/ 314708 w 2119654"/>
              <a:gd name="connsiteY90941" fmla="*/ 1511437 h 2398711"/>
              <a:gd name="connsiteX90942" fmla="*/ 312295 w 2119654"/>
              <a:gd name="connsiteY90942" fmla="*/ 1509885 h 2398711"/>
              <a:gd name="connsiteX90943" fmla="*/ 832290 w 2119654"/>
              <a:gd name="connsiteY90943" fmla="*/ 344535 h 2398711"/>
              <a:gd name="connsiteX90944" fmla="*/ 827929 w 2119654"/>
              <a:gd name="connsiteY90944" fmla="*/ 356999 h 2398711"/>
              <a:gd name="connsiteX90945" fmla="*/ 828743 w 2119654"/>
              <a:gd name="connsiteY90945" fmla="*/ 358884 h 2398711"/>
              <a:gd name="connsiteX90946" fmla="*/ 837323 w 2119654"/>
              <a:gd name="connsiteY90946" fmla="*/ 366632 h 2398711"/>
              <a:gd name="connsiteX90947" fmla="*/ 838142 w 2119654"/>
              <a:gd name="connsiteY90947" fmla="*/ 365036 h 2398711"/>
              <a:gd name="connsiteX90948" fmla="*/ 838772 w 2119654"/>
              <a:gd name="connsiteY90948" fmla="*/ 360018 h 2398711"/>
              <a:gd name="connsiteX90949" fmla="*/ 837123 w 2119654"/>
              <a:gd name="connsiteY90949" fmla="*/ 355732 h 2398711"/>
              <a:gd name="connsiteX90950" fmla="*/ 733742 w 2119654"/>
              <a:gd name="connsiteY90950" fmla="*/ 564905 h 2398711"/>
              <a:gd name="connsiteX90951" fmla="*/ 733864 w 2119654"/>
              <a:gd name="connsiteY90951" fmla="*/ 565465 h 2398711"/>
              <a:gd name="connsiteX90952" fmla="*/ 734087 w 2119654"/>
              <a:gd name="connsiteY90952" fmla="*/ 565707 h 2398711"/>
              <a:gd name="connsiteX90953" fmla="*/ 734339 w 2119654"/>
              <a:gd name="connsiteY90953" fmla="*/ 565371 h 2398711"/>
              <a:gd name="connsiteX90954" fmla="*/ 800497 w 2119654"/>
              <a:gd name="connsiteY90954" fmla="*/ 415347 h 2398711"/>
              <a:gd name="connsiteX90955" fmla="*/ 799783 w 2119654"/>
              <a:gd name="connsiteY90955" fmla="*/ 417801 h 2398711"/>
              <a:gd name="connsiteX90956" fmla="*/ 804226 w 2119654"/>
              <a:gd name="connsiteY90956" fmla="*/ 420987 h 2398711"/>
              <a:gd name="connsiteX90957" fmla="*/ 804596 w 2119654"/>
              <a:gd name="connsiteY90957" fmla="*/ 418483 h 2398711"/>
              <a:gd name="connsiteX90958" fmla="*/ 803445 w 2119654"/>
              <a:gd name="connsiteY90958" fmla="*/ 417163 h 2398711"/>
              <a:gd name="connsiteX90959" fmla="*/ 802471 w 2119654"/>
              <a:gd name="connsiteY90959" fmla="*/ 416131 h 2398711"/>
              <a:gd name="connsiteX90960" fmla="*/ 736120 w 2119654"/>
              <a:gd name="connsiteY90960" fmla="*/ 559468 h 2398711"/>
              <a:gd name="connsiteX90961" fmla="*/ 736174 w 2119654"/>
              <a:gd name="connsiteY90961" fmla="*/ 560688 h 2398711"/>
              <a:gd name="connsiteX90962" fmla="*/ 736987 w 2119654"/>
              <a:gd name="connsiteY90962" fmla="*/ 561272 h 2398711"/>
              <a:gd name="connsiteX90963" fmla="*/ 737228 w 2119654"/>
              <a:gd name="connsiteY90963" fmla="*/ 560373 h 2398711"/>
              <a:gd name="connsiteX90964" fmla="*/ 736756 w 2119654"/>
              <a:gd name="connsiteY90964" fmla="*/ 559582 h 2398711"/>
              <a:gd name="connsiteX90965" fmla="*/ 736680 w 2119654"/>
              <a:gd name="connsiteY90965" fmla="*/ 559546 h 2398711"/>
              <a:gd name="connsiteX90966" fmla="*/ 825017 w 2119654"/>
              <a:gd name="connsiteY90966" fmla="*/ 360207 h 2398711"/>
              <a:gd name="connsiteX90967" fmla="*/ 824833 w 2119654"/>
              <a:gd name="connsiteY90967" fmla="*/ 361676 h 2398711"/>
              <a:gd name="connsiteX90968" fmla="*/ 825258 w 2119654"/>
              <a:gd name="connsiteY90968" fmla="*/ 360461 h 2398711"/>
              <a:gd name="connsiteX90969" fmla="*/ 800787 w 2119654"/>
              <a:gd name="connsiteY90969" fmla="*/ 414348 h 2398711"/>
              <a:gd name="connsiteX90970" fmla="*/ 800640 w 2119654"/>
              <a:gd name="connsiteY90970" fmla="*/ 414852 h 2398711"/>
              <a:gd name="connsiteX90971" fmla="*/ 801614 w 2119654"/>
              <a:gd name="connsiteY90971" fmla="*/ 415225 h 2398711"/>
              <a:gd name="connsiteX90972" fmla="*/ 277407 w 2119654"/>
              <a:gd name="connsiteY90972" fmla="*/ 1586222 h 2398711"/>
              <a:gd name="connsiteX90973" fmla="*/ 288040 w 2119654"/>
              <a:gd name="connsiteY90973" fmla="*/ 1595718 h 2398711"/>
              <a:gd name="connsiteX90974" fmla="*/ 290104 w 2119654"/>
              <a:gd name="connsiteY90974" fmla="*/ 1596330 h 2398711"/>
              <a:gd name="connsiteX90975" fmla="*/ 282445 w 2119654"/>
              <a:gd name="connsiteY90975" fmla="*/ 1587492 h 2398711"/>
              <a:gd name="connsiteX90976" fmla="*/ 281521 w 2119654"/>
              <a:gd name="connsiteY90976" fmla="*/ 1587037 h 2398711"/>
              <a:gd name="connsiteX90977" fmla="*/ 272853 w 2119654"/>
              <a:gd name="connsiteY90977" fmla="*/ 1596216 h 2398711"/>
              <a:gd name="connsiteX90978" fmla="*/ 276185 w 2119654"/>
              <a:gd name="connsiteY90978" fmla="*/ 1598895 h 2398711"/>
              <a:gd name="connsiteX90979" fmla="*/ 290487 w 2119654"/>
              <a:gd name="connsiteY90979" fmla="*/ 1601797 h 2398711"/>
              <a:gd name="connsiteX90980" fmla="*/ 290904 w 2119654"/>
              <a:gd name="connsiteY90980" fmla="*/ 1600895 h 2398711"/>
              <a:gd name="connsiteX90981" fmla="*/ 285179 w 2119654"/>
              <a:gd name="connsiteY90981" fmla="*/ 1599469 h 2398711"/>
              <a:gd name="connsiteX90982" fmla="*/ 768545 w 2119654"/>
              <a:gd name="connsiteY90982" fmla="*/ 486154 h 2398711"/>
              <a:gd name="connsiteX90983" fmla="*/ 768276 w 2119654"/>
              <a:gd name="connsiteY90983" fmla="*/ 489925 h 2398711"/>
              <a:gd name="connsiteX90984" fmla="*/ 770497 w 2119654"/>
              <a:gd name="connsiteY90984" fmla="*/ 491544 h 2398711"/>
              <a:gd name="connsiteX90985" fmla="*/ 772030 w 2119654"/>
              <a:gd name="connsiteY90985" fmla="*/ 489449 h 2398711"/>
              <a:gd name="connsiteX90986" fmla="*/ 267951 w 2119654"/>
              <a:gd name="connsiteY90986" fmla="*/ 1607071 h 2398711"/>
              <a:gd name="connsiteX90987" fmla="*/ 282844 w 2119654"/>
              <a:gd name="connsiteY90987" fmla="*/ 1614347 h 2398711"/>
              <a:gd name="connsiteX90988" fmla="*/ 284415 w 2119654"/>
              <a:gd name="connsiteY90988" fmla="*/ 1614937 h 2398711"/>
              <a:gd name="connsiteX90989" fmla="*/ 284920 w 2119654"/>
              <a:gd name="connsiteY90989" fmla="*/ 1613843 h 2398711"/>
              <a:gd name="connsiteX90990" fmla="*/ 793917 w 2119654"/>
              <a:gd name="connsiteY90990" fmla="*/ 429146 h 2398711"/>
              <a:gd name="connsiteX90991" fmla="*/ 794752 w 2119654"/>
              <a:gd name="connsiteY90991" fmla="*/ 430266 h 2398711"/>
              <a:gd name="connsiteX90992" fmla="*/ 794741 w 2119654"/>
              <a:gd name="connsiteY90992" fmla="*/ 429943 h 2398711"/>
              <a:gd name="connsiteX90993" fmla="*/ 292670 w 2119654"/>
              <a:gd name="connsiteY90993" fmla="*/ 1551514 h 2398711"/>
              <a:gd name="connsiteX90994" fmla="*/ 292845 w 2119654"/>
              <a:gd name="connsiteY90994" fmla="*/ 1551770 h 2398711"/>
              <a:gd name="connsiteX90995" fmla="*/ 295947 w 2119654"/>
              <a:gd name="connsiteY90995" fmla="*/ 1553774 h 2398711"/>
              <a:gd name="connsiteX90996" fmla="*/ 296945 w 2119654"/>
              <a:gd name="connsiteY90996" fmla="*/ 1553878 h 2398711"/>
              <a:gd name="connsiteX90997" fmla="*/ 793042 w 2119654"/>
              <a:gd name="connsiteY90997" fmla="*/ 431069 h 2398711"/>
              <a:gd name="connsiteX90998" fmla="*/ 791682 w 2119654"/>
              <a:gd name="connsiteY90998" fmla="*/ 436562 h 2398711"/>
              <a:gd name="connsiteX90999" fmla="*/ 793722 w 2119654"/>
              <a:gd name="connsiteY90999" fmla="*/ 437377 h 2398711"/>
              <a:gd name="connsiteX91000" fmla="*/ 794858 w 2119654"/>
              <a:gd name="connsiteY91000" fmla="*/ 433466 h 2398711"/>
              <a:gd name="connsiteX91001" fmla="*/ 794836 w 2119654"/>
              <a:gd name="connsiteY91001" fmla="*/ 432806 h 2398711"/>
              <a:gd name="connsiteX91002" fmla="*/ 765917 w 2119654"/>
              <a:gd name="connsiteY91002" fmla="*/ 491720 h 2398711"/>
              <a:gd name="connsiteX91003" fmla="*/ 765297 w 2119654"/>
              <a:gd name="connsiteY91003" fmla="*/ 495612 h 2398711"/>
              <a:gd name="connsiteX91004" fmla="*/ 766332 w 2119654"/>
              <a:gd name="connsiteY91004" fmla="*/ 497233 h 2398711"/>
              <a:gd name="connsiteX91005" fmla="*/ 766562 w 2119654"/>
              <a:gd name="connsiteY91005" fmla="*/ 496919 h 2398711"/>
              <a:gd name="connsiteX91006" fmla="*/ 766596 w 2119654"/>
              <a:gd name="connsiteY91006" fmla="*/ 492326 h 2398711"/>
              <a:gd name="connsiteX91007" fmla="*/ 736076 w 2119654"/>
              <a:gd name="connsiteY91007" fmla="*/ 558441 h 2398711"/>
              <a:gd name="connsiteX91008" fmla="*/ 736078 w 2119654"/>
              <a:gd name="connsiteY91008" fmla="*/ 558507 h 2398711"/>
              <a:gd name="connsiteX91009" fmla="*/ 736129 w 2119654"/>
              <a:gd name="connsiteY91009" fmla="*/ 558532 h 2398711"/>
              <a:gd name="connsiteX91010" fmla="*/ 295064 w 2119654"/>
              <a:gd name="connsiteY91010" fmla="*/ 1545920 h 2398711"/>
              <a:gd name="connsiteX91011" fmla="*/ 295376 w 2119654"/>
              <a:gd name="connsiteY91011" fmla="*/ 1546318 h 2398711"/>
              <a:gd name="connsiteX91012" fmla="*/ 296008 w 2119654"/>
              <a:gd name="connsiteY91012" fmla="*/ 1546436 h 2398711"/>
              <a:gd name="connsiteX91013" fmla="*/ 295531 w 2119654"/>
              <a:gd name="connsiteY91013" fmla="*/ 1546064 h 2398711"/>
              <a:gd name="connsiteX91014" fmla="*/ 733929 w 2119654"/>
              <a:gd name="connsiteY91014" fmla="*/ 563119 h 2398711"/>
              <a:gd name="connsiteX91015" fmla="*/ 733744 w 2119654"/>
              <a:gd name="connsiteY91015" fmla="*/ 563576 h 2398711"/>
              <a:gd name="connsiteX91016" fmla="*/ 734987 w 2119654"/>
              <a:gd name="connsiteY91016" fmla="*/ 564511 h 2398711"/>
              <a:gd name="connsiteX91017" fmla="*/ 735394 w 2119654"/>
              <a:gd name="connsiteY91017" fmla="*/ 563970 h 2398711"/>
              <a:gd name="connsiteX91018" fmla="*/ 279557 w 2119654"/>
              <a:gd name="connsiteY91018" fmla="*/ 1580544 h 2398711"/>
              <a:gd name="connsiteX91019" fmla="*/ 286360 w 2119654"/>
              <a:gd name="connsiteY91019" fmla="*/ 1585624 h 2398711"/>
              <a:gd name="connsiteX91020" fmla="*/ 287636 w 2119654"/>
              <a:gd name="connsiteY91020" fmla="*/ 1585992 h 2398711"/>
              <a:gd name="connsiteX91021" fmla="*/ 286864 w 2119654"/>
              <a:gd name="connsiteY91021" fmla="*/ 1584821 h 2398711"/>
              <a:gd name="connsiteX91022" fmla="*/ 284572 w 2119654"/>
              <a:gd name="connsiteY91022" fmla="*/ 1582046 h 2398711"/>
              <a:gd name="connsiteX91023" fmla="*/ 782379 w 2119654"/>
              <a:gd name="connsiteY91023" fmla="*/ 454539 h 2398711"/>
              <a:gd name="connsiteX91024" fmla="*/ 785038 w 2119654"/>
              <a:gd name="connsiteY91024" fmla="*/ 458110 h 2398711"/>
              <a:gd name="connsiteX91025" fmla="*/ 785273 w 2119654"/>
              <a:gd name="connsiteY91025" fmla="*/ 457159 h 2398711"/>
              <a:gd name="connsiteX91026" fmla="*/ 783626 w 2119654"/>
              <a:gd name="connsiteY91026" fmla="*/ 452835 h 2398711"/>
              <a:gd name="connsiteX91027" fmla="*/ 798861 w 2119654"/>
              <a:gd name="connsiteY91027" fmla="*/ 417511 h 2398711"/>
              <a:gd name="connsiteX91028" fmla="*/ 798926 w 2119654"/>
              <a:gd name="connsiteY91028" fmla="*/ 419463 h 2398711"/>
              <a:gd name="connsiteX91029" fmla="*/ 799384 w 2119654"/>
              <a:gd name="connsiteY91029" fmla="*/ 417886 h 2398711"/>
              <a:gd name="connsiteX91030" fmla="*/ 742641 w 2119654"/>
              <a:gd name="connsiteY91030" fmla="*/ 543384 h 2398711"/>
              <a:gd name="connsiteX91031" fmla="*/ 741953 w 2119654"/>
              <a:gd name="connsiteY91031" fmla="*/ 545964 h 2398711"/>
              <a:gd name="connsiteX91032" fmla="*/ 743732 w 2119654"/>
              <a:gd name="connsiteY91032" fmla="*/ 548000 h 2398711"/>
              <a:gd name="connsiteX91033" fmla="*/ 743896 w 2119654"/>
              <a:gd name="connsiteY91033" fmla="*/ 548105 h 2398711"/>
              <a:gd name="connsiteX91034" fmla="*/ 743836 w 2119654"/>
              <a:gd name="connsiteY91034" fmla="*/ 546734 h 2398711"/>
              <a:gd name="connsiteX91035" fmla="*/ 735047 w 2119654"/>
              <a:gd name="connsiteY91035" fmla="*/ 560361 h 2398711"/>
              <a:gd name="connsiteX91036" fmla="*/ 734227 w 2119654"/>
              <a:gd name="connsiteY91036" fmla="*/ 562386 h 2398711"/>
              <a:gd name="connsiteX91037" fmla="*/ 735870 w 2119654"/>
              <a:gd name="connsiteY91037" fmla="*/ 563339 h 2398711"/>
              <a:gd name="connsiteX91038" fmla="*/ 735888 w 2119654"/>
              <a:gd name="connsiteY91038" fmla="*/ 563314 h 2398711"/>
              <a:gd name="connsiteX91039" fmla="*/ 735782 w 2119654"/>
              <a:gd name="connsiteY91039" fmla="*/ 560888 h 2398711"/>
              <a:gd name="connsiteX91040" fmla="*/ 766051 w 2119654"/>
              <a:gd name="connsiteY91040" fmla="*/ 490879 h 2398711"/>
              <a:gd name="connsiteX91041" fmla="*/ 765927 w 2119654"/>
              <a:gd name="connsiteY91041" fmla="*/ 491659 h 2398711"/>
              <a:gd name="connsiteX91042" fmla="*/ 766158 w 2119654"/>
              <a:gd name="connsiteY91042" fmla="*/ 491673 h 2398711"/>
              <a:gd name="connsiteX91043" fmla="*/ 766598 w 2119654"/>
              <a:gd name="connsiteY91043" fmla="*/ 492066 h 2398711"/>
              <a:gd name="connsiteX91044" fmla="*/ 766601 w 2119654"/>
              <a:gd name="connsiteY91044" fmla="*/ 491612 h 2398711"/>
              <a:gd name="connsiteX91045" fmla="*/ 801827 w 2119654"/>
              <a:gd name="connsiteY91045" fmla="*/ 410769 h 2398711"/>
              <a:gd name="connsiteX91046" fmla="*/ 800903 w 2119654"/>
              <a:gd name="connsiteY91046" fmla="*/ 413950 h 2398711"/>
              <a:gd name="connsiteX91047" fmla="*/ 802384 w 2119654"/>
              <a:gd name="connsiteY91047" fmla="*/ 415518 h 2398711"/>
              <a:gd name="connsiteX91048" fmla="*/ 804893 w 2119654"/>
              <a:gd name="connsiteY91048" fmla="*/ 416476 h 2398711"/>
              <a:gd name="connsiteX91049" fmla="*/ 805634 w 2119654"/>
              <a:gd name="connsiteY91049" fmla="*/ 411465 h 2398711"/>
              <a:gd name="connsiteX91050" fmla="*/ 803407 w 2119654"/>
              <a:gd name="connsiteY91050" fmla="*/ 408678 h 2398711"/>
              <a:gd name="connsiteX91051" fmla="*/ 735446 w 2119654"/>
              <a:gd name="connsiteY91051" fmla="*/ 559376 h 2398711"/>
              <a:gd name="connsiteX91052" fmla="*/ 735198 w 2119654"/>
              <a:gd name="connsiteY91052" fmla="*/ 559990 h 2398711"/>
              <a:gd name="connsiteX91053" fmla="*/ 735760 w 2119654"/>
              <a:gd name="connsiteY91053" fmla="*/ 560393 h 2398711"/>
              <a:gd name="connsiteX91054" fmla="*/ 735717 w 2119654"/>
              <a:gd name="connsiteY91054" fmla="*/ 559413 h 2398711"/>
              <a:gd name="connsiteX91055" fmla="*/ 782015 w 2119654"/>
              <a:gd name="connsiteY91055" fmla="*/ 455036 h 2398711"/>
              <a:gd name="connsiteX91056" fmla="*/ 781508 w 2119654"/>
              <a:gd name="connsiteY91056" fmla="*/ 457111 h 2398711"/>
              <a:gd name="connsiteX91057" fmla="*/ 783151 w 2119654"/>
              <a:gd name="connsiteY91057" fmla="*/ 460063 h 2398711"/>
              <a:gd name="connsiteX91058" fmla="*/ 783870 w 2119654"/>
              <a:gd name="connsiteY91058" fmla="*/ 460610 h 2398711"/>
              <a:gd name="connsiteX91059" fmla="*/ 783841 w 2119654"/>
              <a:gd name="connsiteY91059" fmla="*/ 460042 h 2398711"/>
              <a:gd name="connsiteX91060" fmla="*/ 784009 w 2119654"/>
              <a:gd name="connsiteY91060" fmla="*/ 459806 h 2398711"/>
              <a:gd name="connsiteX91061" fmla="*/ 784058 w 2119654"/>
              <a:gd name="connsiteY91061" fmla="*/ 460753 h 2398711"/>
              <a:gd name="connsiteX91062" fmla="*/ 784332 w 2119654"/>
              <a:gd name="connsiteY91062" fmla="*/ 460961 h 2398711"/>
              <a:gd name="connsiteX91063" fmla="*/ 784952 w 2119654"/>
              <a:gd name="connsiteY91063" fmla="*/ 458458 h 2398711"/>
              <a:gd name="connsiteX91064" fmla="*/ 782207 w 2119654"/>
              <a:gd name="connsiteY91064" fmla="*/ 454773 h 2398711"/>
              <a:gd name="connsiteX91065" fmla="*/ 793488 w 2119654"/>
              <a:gd name="connsiteY91065" fmla="*/ 429269 h 2398711"/>
              <a:gd name="connsiteX91066" fmla="*/ 793215 w 2119654"/>
              <a:gd name="connsiteY91066" fmla="*/ 430369 h 2398711"/>
              <a:gd name="connsiteX91067" fmla="*/ 794802 w 2119654"/>
              <a:gd name="connsiteY91067" fmla="*/ 431787 h 2398711"/>
              <a:gd name="connsiteX91068" fmla="*/ 794777 w 2119654"/>
              <a:gd name="connsiteY91068" fmla="*/ 431037 h 2398711"/>
              <a:gd name="connsiteX91069" fmla="*/ 305691 w 2119654"/>
              <a:gd name="connsiteY91069" fmla="*/ 1520864 h 2398711"/>
              <a:gd name="connsiteX91070" fmla="*/ 307032 w 2119654"/>
              <a:gd name="connsiteY91070" fmla="*/ 1522685 h 2398711"/>
              <a:gd name="connsiteX91071" fmla="*/ 307859 w 2119654"/>
              <a:gd name="connsiteY91071" fmla="*/ 1523335 h 2398711"/>
              <a:gd name="connsiteX91072" fmla="*/ 306242 w 2119654"/>
              <a:gd name="connsiteY91072" fmla="*/ 1520941 h 2398711"/>
              <a:gd name="connsiteX91073" fmla="*/ 781071 w 2119654"/>
              <a:gd name="connsiteY91073" fmla="*/ 456325 h 2398711"/>
              <a:gd name="connsiteX91074" fmla="*/ 781226 w 2119654"/>
              <a:gd name="connsiteY91074" fmla="*/ 456603 h 2398711"/>
              <a:gd name="connsiteX91075" fmla="*/ 781421 w 2119654"/>
              <a:gd name="connsiteY91075" fmla="*/ 455846 h 2398711"/>
              <a:gd name="connsiteX91076" fmla="*/ 270704 w 2119654"/>
              <a:gd name="connsiteY91076" fmla="*/ 1599083 h 2398711"/>
              <a:gd name="connsiteX91077" fmla="*/ 271578 w 2119654"/>
              <a:gd name="connsiteY91077" fmla="*/ 1599823 h 2398711"/>
              <a:gd name="connsiteX91078" fmla="*/ 275582 w 2119654"/>
              <a:gd name="connsiteY91078" fmla="*/ 1601030 h 2398711"/>
              <a:gd name="connsiteX91079" fmla="*/ 274975 w 2119654"/>
              <a:gd name="connsiteY91079" fmla="*/ 1600599 h 2398711"/>
              <a:gd name="connsiteX91080" fmla="*/ 802693 w 2119654"/>
              <a:gd name="connsiteY91080" fmla="*/ 407785 h 2398711"/>
              <a:gd name="connsiteX91081" fmla="*/ 802088 w 2119654"/>
              <a:gd name="connsiteY91081" fmla="*/ 409868 h 2398711"/>
              <a:gd name="connsiteX91082" fmla="*/ 803192 w 2119654"/>
              <a:gd name="connsiteY91082" fmla="*/ 408409 h 2398711"/>
              <a:gd name="connsiteX91083" fmla="*/ 270965 w 2119654"/>
              <a:gd name="connsiteY91083" fmla="*/ 1598382 h 2398711"/>
              <a:gd name="connsiteX91084" fmla="*/ 272541 w 2119654"/>
              <a:gd name="connsiteY91084" fmla="*/ 1598871 h 2398711"/>
              <a:gd name="connsiteX91085" fmla="*/ 272206 w 2119654"/>
              <a:gd name="connsiteY91085" fmla="*/ 1598633 h 2398711"/>
              <a:gd name="connsiteX91086" fmla="*/ 810725 w 2119654"/>
              <a:gd name="connsiteY91086" fmla="*/ 389704 h 2398711"/>
              <a:gd name="connsiteX91087" fmla="*/ 810460 w 2119654"/>
              <a:gd name="connsiteY91087" fmla="*/ 391498 h 2398711"/>
              <a:gd name="connsiteX91088" fmla="*/ 812041 w 2119654"/>
              <a:gd name="connsiteY91088" fmla="*/ 394023 h 2398711"/>
              <a:gd name="connsiteX91089" fmla="*/ 812854 w 2119654"/>
              <a:gd name="connsiteY91089" fmla="*/ 395561 h 2398711"/>
              <a:gd name="connsiteX91090" fmla="*/ 813106 w 2119654"/>
              <a:gd name="connsiteY91090" fmla="*/ 393781 h 2398711"/>
              <a:gd name="connsiteX91091" fmla="*/ 766387 w 2119654"/>
              <a:gd name="connsiteY91091" fmla="*/ 488772 h 2398711"/>
              <a:gd name="connsiteX91092" fmla="*/ 766258 w 2119654"/>
              <a:gd name="connsiteY91092" fmla="*/ 489579 h 2398711"/>
              <a:gd name="connsiteX91093" fmla="*/ 766613 w 2119654"/>
              <a:gd name="connsiteY91093" fmla="*/ 490052 h 2398711"/>
              <a:gd name="connsiteX91094" fmla="*/ 766622 w 2119654"/>
              <a:gd name="connsiteY91094" fmla="*/ 488942 h 2398711"/>
              <a:gd name="connsiteX91095" fmla="*/ 741453 w 2119654"/>
              <a:gd name="connsiteY91095" fmla="*/ 544544 h 2398711"/>
              <a:gd name="connsiteX91096" fmla="*/ 741219 w 2119654"/>
              <a:gd name="connsiteY91096" fmla="*/ 545124 h 2398711"/>
              <a:gd name="connsiteX91097" fmla="*/ 741279 w 2119654"/>
              <a:gd name="connsiteY91097" fmla="*/ 545195 h 2398711"/>
              <a:gd name="connsiteX91098" fmla="*/ 733269 w 2119654"/>
              <a:gd name="connsiteY91098" fmla="*/ 562736 h 2398711"/>
              <a:gd name="connsiteX91099" fmla="*/ 733344 w 2119654"/>
              <a:gd name="connsiteY91099" fmla="*/ 563081 h 2398711"/>
              <a:gd name="connsiteX91100" fmla="*/ 733443 w 2119654"/>
              <a:gd name="connsiteY91100" fmla="*/ 562837 h 2398711"/>
              <a:gd name="connsiteX91101" fmla="*/ 768754 w 2119654"/>
              <a:gd name="connsiteY91101" fmla="*/ 483234 h 2398711"/>
              <a:gd name="connsiteX91102" fmla="*/ 768558 w 2119654"/>
              <a:gd name="connsiteY91102" fmla="*/ 485982 h 2398711"/>
              <a:gd name="connsiteX91103" fmla="*/ 772110 w 2119654"/>
              <a:gd name="connsiteY91103" fmla="*/ 489341 h 2398711"/>
              <a:gd name="connsiteX91104" fmla="*/ 773644 w 2119654"/>
              <a:gd name="connsiteY91104" fmla="*/ 487245 h 2398711"/>
              <a:gd name="connsiteX91105" fmla="*/ 773878 w 2119654"/>
              <a:gd name="connsiteY91105" fmla="*/ 486288 h 2398711"/>
              <a:gd name="connsiteX91106" fmla="*/ 800080 w 2119654"/>
              <a:gd name="connsiteY91106" fmla="*/ 413079 h 2398711"/>
              <a:gd name="connsiteX91107" fmla="*/ 800616 w 2119654"/>
              <a:gd name="connsiteY91107" fmla="*/ 413646 h 2398711"/>
              <a:gd name="connsiteX91108" fmla="*/ 801218 w 2119654"/>
              <a:gd name="connsiteY91108" fmla="*/ 411574 h 2398711"/>
              <a:gd name="connsiteX91109" fmla="*/ 838217 w 2119654"/>
              <a:gd name="connsiteY91109" fmla="*/ 327591 h 2398711"/>
              <a:gd name="connsiteX91110" fmla="*/ 832525 w 2119654"/>
              <a:gd name="connsiteY91110" fmla="*/ 343862 h 2398711"/>
              <a:gd name="connsiteX91111" fmla="*/ 838936 w 2119654"/>
              <a:gd name="connsiteY91111" fmla="*/ 358716 h 2398711"/>
              <a:gd name="connsiteX91112" fmla="*/ 839136 w 2119654"/>
              <a:gd name="connsiteY91112" fmla="*/ 357122 h 2398711"/>
              <a:gd name="connsiteX91113" fmla="*/ 842757 w 2119654"/>
              <a:gd name="connsiteY91113" fmla="*/ 331124 h 2398711"/>
              <a:gd name="connsiteX91114" fmla="*/ 316134 w 2119654"/>
              <a:gd name="connsiteY91114" fmla="*/ 1496531 h 2398711"/>
              <a:gd name="connsiteX91115" fmla="*/ 318026 w 2119654"/>
              <a:gd name="connsiteY91115" fmla="*/ 1499136 h 2398711"/>
              <a:gd name="connsiteX91116" fmla="*/ 318289 w 2119654"/>
              <a:gd name="connsiteY91116" fmla="*/ 1498164 h 2398711"/>
              <a:gd name="connsiteX91117" fmla="*/ 779209 w 2119654"/>
              <a:gd name="connsiteY91117" fmla="*/ 459599 h 2398711"/>
              <a:gd name="connsiteX91118" fmla="*/ 779172 w 2119654"/>
              <a:gd name="connsiteY91118" fmla="*/ 460473 h 2398711"/>
              <a:gd name="connsiteX91119" fmla="*/ 780023 w 2119654"/>
              <a:gd name="connsiteY91119" fmla="*/ 461262 h 2398711"/>
              <a:gd name="connsiteX91120" fmla="*/ 780248 w 2119654"/>
              <a:gd name="connsiteY91120" fmla="*/ 460388 h 2398711"/>
              <a:gd name="connsiteX91121" fmla="*/ 782971 w 2119654"/>
              <a:gd name="connsiteY91121" fmla="*/ 451115 h 2398711"/>
              <a:gd name="connsiteX91122" fmla="*/ 782526 w 2119654"/>
              <a:gd name="connsiteY91122" fmla="*/ 452939 h 2398711"/>
              <a:gd name="connsiteX91123" fmla="*/ 783276 w 2119654"/>
              <a:gd name="connsiteY91123" fmla="*/ 451915 h 2398711"/>
              <a:gd name="connsiteX91124" fmla="*/ 779892 w 2119654"/>
              <a:gd name="connsiteY91124" fmla="*/ 457935 h 2398711"/>
              <a:gd name="connsiteX91125" fmla="*/ 780530 w 2119654"/>
              <a:gd name="connsiteY91125" fmla="*/ 458350 h 2398711"/>
              <a:gd name="connsiteX91126" fmla="*/ 780146 w 2119654"/>
              <a:gd name="connsiteY91126" fmla="*/ 457589 h 2398711"/>
              <a:gd name="connsiteX91127" fmla="*/ 794554 w 2119654"/>
              <a:gd name="connsiteY91127" fmla="*/ 424965 h 2398711"/>
              <a:gd name="connsiteX91128" fmla="*/ 793949 w 2119654"/>
              <a:gd name="connsiteY91128" fmla="*/ 427409 h 2398711"/>
              <a:gd name="connsiteX91129" fmla="*/ 794681 w 2119654"/>
              <a:gd name="connsiteY91129" fmla="*/ 428117 h 2398711"/>
              <a:gd name="connsiteX91130" fmla="*/ 794576 w 2119654"/>
              <a:gd name="connsiteY91130" fmla="*/ 424987 h 2398711"/>
              <a:gd name="connsiteX91131" fmla="*/ 766635 w 2119654"/>
              <a:gd name="connsiteY91131" fmla="*/ 487218 h 2398711"/>
              <a:gd name="connsiteX91132" fmla="*/ 766419 w 2119654"/>
              <a:gd name="connsiteY91132" fmla="*/ 488571 h 2398711"/>
              <a:gd name="connsiteX91133" fmla="*/ 766623 w 2119654"/>
              <a:gd name="connsiteY91133" fmla="*/ 488721 h 2398711"/>
              <a:gd name="connsiteX91134" fmla="*/ 799165 w 2119654"/>
              <a:gd name="connsiteY91134" fmla="*/ 414289 h 2398711"/>
              <a:gd name="connsiteX91135" fmla="*/ 800303 w 2119654"/>
              <a:gd name="connsiteY91135" fmla="*/ 414724 h 2398711"/>
              <a:gd name="connsiteX91136" fmla="*/ 800500 w 2119654"/>
              <a:gd name="connsiteY91136" fmla="*/ 414045 h 2398711"/>
              <a:gd name="connsiteX91137" fmla="*/ 799862 w 2119654"/>
              <a:gd name="connsiteY91137" fmla="*/ 413369 h 2398711"/>
              <a:gd name="connsiteX91138" fmla="*/ 839548 w 2119654"/>
              <a:gd name="connsiteY91138" fmla="*/ 323785 h 2398711"/>
              <a:gd name="connsiteX91139" fmla="*/ 838575 w 2119654"/>
              <a:gd name="connsiteY91139" fmla="*/ 326568 h 2398711"/>
              <a:gd name="connsiteX91140" fmla="*/ 842920 w 2119654"/>
              <a:gd name="connsiteY91140" fmla="*/ 329951 h 2398711"/>
              <a:gd name="connsiteX91141" fmla="*/ 843011 w 2119654"/>
              <a:gd name="connsiteY91141" fmla="*/ 329294 h 2398711"/>
              <a:gd name="connsiteX91142" fmla="*/ 313861 w 2119654"/>
              <a:gd name="connsiteY91142" fmla="*/ 1500775 h 2398711"/>
              <a:gd name="connsiteX91143" fmla="*/ 317009 w 2119654"/>
              <a:gd name="connsiteY91143" fmla="*/ 1502907 h 2398711"/>
              <a:gd name="connsiteX91144" fmla="*/ 317166 w 2119654"/>
              <a:gd name="connsiteY91144" fmla="*/ 1502325 h 2398711"/>
              <a:gd name="connsiteX91145" fmla="*/ 746858 w 2119654"/>
              <a:gd name="connsiteY91145" fmla="*/ 531199 h 2398711"/>
              <a:gd name="connsiteX91146" fmla="*/ 746328 w 2119654"/>
              <a:gd name="connsiteY91146" fmla="*/ 532507 h 2398711"/>
              <a:gd name="connsiteX91147" fmla="*/ 747086 w 2119654"/>
              <a:gd name="connsiteY91147" fmla="*/ 534636 h 2398711"/>
              <a:gd name="connsiteX91148" fmla="*/ 748054 w 2119654"/>
              <a:gd name="connsiteY91148" fmla="*/ 535897 h 2398711"/>
              <a:gd name="connsiteX91149" fmla="*/ 748365 w 2119654"/>
              <a:gd name="connsiteY91149" fmla="*/ 532980 h 2398711"/>
              <a:gd name="connsiteX91150" fmla="*/ 804151 w 2119654"/>
              <a:gd name="connsiteY91150" fmla="*/ 402768 h 2398711"/>
              <a:gd name="connsiteX91151" fmla="*/ 803014 w 2119654"/>
              <a:gd name="connsiteY91151" fmla="*/ 406680 h 2398711"/>
              <a:gd name="connsiteX91152" fmla="*/ 803832 w 2119654"/>
              <a:gd name="connsiteY91152" fmla="*/ 407704 h 2398711"/>
              <a:gd name="connsiteX91153" fmla="*/ 804220 w 2119654"/>
              <a:gd name="connsiteY91153" fmla="*/ 407602 h 2398711"/>
              <a:gd name="connsiteX91154" fmla="*/ 803991 w 2119654"/>
              <a:gd name="connsiteY91154" fmla="*/ 407904 h 2398711"/>
              <a:gd name="connsiteX91155" fmla="*/ 805822 w 2119654"/>
              <a:gd name="connsiteY91155" fmla="*/ 410195 h 2398711"/>
              <a:gd name="connsiteX91156" fmla="*/ 806703 w 2119654"/>
              <a:gd name="connsiteY91156" fmla="*/ 404236 h 2398711"/>
              <a:gd name="connsiteX91157" fmla="*/ 798770 w 2119654"/>
              <a:gd name="connsiteY91157" fmla="*/ 414812 h 2398711"/>
              <a:gd name="connsiteX91158" fmla="*/ 798847 w 2119654"/>
              <a:gd name="connsiteY91158" fmla="*/ 417130 h 2398711"/>
              <a:gd name="connsiteX91159" fmla="*/ 799473 w 2119654"/>
              <a:gd name="connsiteY91159" fmla="*/ 417579 h 2398711"/>
              <a:gd name="connsiteX91160" fmla="*/ 800160 w 2119654"/>
              <a:gd name="connsiteY91160" fmla="*/ 415214 h 2398711"/>
              <a:gd name="connsiteX91161" fmla="*/ 798858 w 2119654"/>
              <a:gd name="connsiteY91161" fmla="*/ 414696 h 2398711"/>
              <a:gd name="connsiteX91162" fmla="*/ 748750 w 2119654"/>
              <a:gd name="connsiteY91162" fmla="*/ 526525 h 2398711"/>
              <a:gd name="connsiteX91163" fmla="*/ 748430 w 2119654"/>
              <a:gd name="connsiteY91163" fmla="*/ 527315 h 2398711"/>
              <a:gd name="connsiteX91164" fmla="*/ 748919 w 2119654"/>
              <a:gd name="connsiteY91164" fmla="*/ 527769 h 2398711"/>
              <a:gd name="connsiteX91165" fmla="*/ 748932 w 2119654"/>
              <a:gd name="connsiteY91165" fmla="*/ 527644 h 2398711"/>
              <a:gd name="connsiteX91166" fmla="*/ 734078 w 2119654"/>
              <a:gd name="connsiteY91166" fmla="*/ 559188 h 2398711"/>
              <a:gd name="connsiteX91167" fmla="*/ 734732 w 2119654"/>
              <a:gd name="connsiteY91167" fmla="*/ 559657 h 2398711"/>
              <a:gd name="connsiteX91168" fmla="*/ 734878 w 2119654"/>
              <a:gd name="connsiteY91168" fmla="*/ 559297 h 2398711"/>
              <a:gd name="connsiteX91169" fmla="*/ 310113 w 2119654"/>
              <a:gd name="connsiteY91169" fmla="*/ 1508483 h 2398711"/>
              <a:gd name="connsiteX91170" fmla="*/ 310961 w 2119654"/>
              <a:gd name="connsiteY91170" fmla="*/ 1509732 h 2398711"/>
              <a:gd name="connsiteX91171" fmla="*/ 311393 w 2119654"/>
              <a:gd name="connsiteY91171" fmla="*/ 1509305 h 2398711"/>
              <a:gd name="connsiteX91172" fmla="*/ 311011 w 2119654"/>
              <a:gd name="connsiteY91172" fmla="*/ 1506457 h 2398711"/>
              <a:gd name="connsiteX91173" fmla="*/ 312857 w 2119654"/>
              <a:gd name="connsiteY91173" fmla="*/ 1507862 h 2398711"/>
              <a:gd name="connsiteX91174" fmla="*/ 313144 w 2119654"/>
              <a:gd name="connsiteY91174" fmla="*/ 1507579 h 2398711"/>
              <a:gd name="connsiteX91175" fmla="*/ 313110 w 2119654"/>
              <a:gd name="connsiteY91175" fmla="*/ 1507547 h 2398711"/>
              <a:gd name="connsiteX91176" fmla="*/ 761413 w 2119654"/>
              <a:gd name="connsiteY91176" fmla="*/ 497911 h 2398711"/>
              <a:gd name="connsiteX91177" fmla="*/ 761621 w 2119654"/>
              <a:gd name="connsiteY91177" fmla="*/ 500774 h 2398711"/>
              <a:gd name="connsiteX91178" fmla="*/ 762066 w 2119654"/>
              <a:gd name="connsiteY91178" fmla="*/ 503059 h 2398711"/>
              <a:gd name="connsiteX91179" fmla="*/ 762167 w 2119654"/>
              <a:gd name="connsiteY91179" fmla="*/ 502921 h 2398711"/>
              <a:gd name="connsiteX91180" fmla="*/ 762293 w 2119654"/>
              <a:gd name="connsiteY91180" fmla="*/ 501994 h 2398711"/>
              <a:gd name="connsiteX91181" fmla="*/ 762491 w 2119654"/>
              <a:gd name="connsiteY91181" fmla="*/ 501802 h 2398711"/>
              <a:gd name="connsiteX91182" fmla="*/ 762379 w 2119654"/>
              <a:gd name="connsiteY91182" fmla="*/ 502633 h 2398711"/>
              <a:gd name="connsiteX91183" fmla="*/ 763457 w 2119654"/>
              <a:gd name="connsiteY91183" fmla="*/ 501158 h 2398711"/>
              <a:gd name="connsiteX91184" fmla="*/ 763708 w 2119654"/>
              <a:gd name="connsiteY91184" fmla="*/ 499581 h 2398711"/>
              <a:gd name="connsiteX91185" fmla="*/ 282075 w 2119654"/>
              <a:gd name="connsiteY91185" fmla="*/ 1571216 h 2398711"/>
              <a:gd name="connsiteX91186" fmla="*/ 290353 w 2119654"/>
              <a:gd name="connsiteY91186" fmla="*/ 1581817 h 2398711"/>
              <a:gd name="connsiteX91187" fmla="*/ 294844 w 2119654"/>
              <a:gd name="connsiteY91187" fmla="*/ 1583081 h 2398711"/>
              <a:gd name="connsiteX91188" fmla="*/ 289209 w 2119654"/>
              <a:gd name="connsiteY91188" fmla="*/ 1578034 h 2398711"/>
              <a:gd name="connsiteX91189" fmla="*/ 283838 w 2119654"/>
              <a:gd name="connsiteY91189" fmla="*/ 1572347 h 2398711"/>
              <a:gd name="connsiteX91190" fmla="*/ 282420 w 2119654"/>
              <a:gd name="connsiteY91190" fmla="*/ 1571327 h 2398711"/>
              <a:gd name="connsiteX91191" fmla="*/ 841028 w 2119654"/>
              <a:gd name="connsiteY91191" fmla="*/ 319554 h 2398711"/>
              <a:gd name="connsiteX91192" fmla="*/ 839761 w 2119654"/>
              <a:gd name="connsiteY91192" fmla="*/ 323177 h 2398711"/>
              <a:gd name="connsiteX91193" fmla="*/ 843161 w 2119654"/>
              <a:gd name="connsiteY91193" fmla="*/ 328225 h 2398711"/>
              <a:gd name="connsiteX91194" fmla="*/ 843615 w 2119654"/>
              <a:gd name="connsiteY91194" fmla="*/ 324957 h 2398711"/>
              <a:gd name="connsiteX91195" fmla="*/ 843804 w 2119654"/>
              <a:gd name="connsiteY91195" fmla="*/ 324776 h 2398711"/>
              <a:gd name="connsiteX91196" fmla="*/ 843295 w 2119654"/>
              <a:gd name="connsiteY91196" fmla="*/ 328425 h 2398711"/>
              <a:gd name="connsiteX91197" fmla="*/ 845866 w 2119654"/>
              <a:gd name="connsiteY91197" fmla="*/ 332242 h 2398711"/>
              <a:gd name="connsiteX91198" fmla="*/ 852373 w 2119654"/>
              <a:gd name="connsiteY91198" fmla="*/ 337308 h 2398711"/>
              <a:gd name="connsiteX91199" fmla="*/ 853817 w 2119654"/>
              <a:gd name="connsiteY91199" fmla="*/ 334495 h 2398711"/>
              <a:gd name="connsiteX91200" fmla="*/ 854493 w 2119654"/>
              <a:gd name="connsiteY91200" fmla="*/ 333220 h 2398711"/>
              <a:gd name="connsiteX91201" fmla="*/ 825897 w 2119654"/>
              <a:gd name="connsiteY91201" fmla="*/ 353197 h 2398711"/>
              <a:gd name="connsiteX91202" fmla="*/ 825546 w 2119654"/>
              <a:gd name="connsiteY91202" fmla="*/ 355997 h 2398711"/>
              <a:gd name="connsiteX91203" fmla="*/ 826514 w 2119654"/>
              <a:gd name="connsiteY91203" fmla="*/ 356872 h 2398711"/>
              <a:gd name="connsiteX91204" fmla="*/ 826948 w 2119654"/>
              <a:gd name="connsiteY91204" fmla="*/ 355631 h 2398711"/>
              <a:gd name="connsiteX91205" fmla="*/ 304500 w 2119654"/>
              <a:gd name="connsiteY91205" fmla="*/ 1520698 h 2398711"/>
              <a:gd name="connsiteX91206" fmla="*/ 306162 w 2119654"/>
              <a:gd name="connsiteY91206" fmla="*/ 1522002 h 2398711"/>
              <a:gd name="connsiteX91207" fmla="*/ 305282 w 2119654"/>
              <a:gd name="connsiteY91207" fmla="*/ 1520807 h 2398711"/>
              <a:gd name="connsiteX91208" fmla="*/ 738329 w 2119654"/>
              <a:gd name="connsiteY91208" fmla="*/ 549146 h 2398711"/>
              <a:gd name="connsiteX91209" fmla="*/ 738340 w 2119654"/>
              <a:gd name="connsiteY91209" fmla="*/ 549275 h 2398711"/>
              <a:gd name="connsiteX91210" fmla="*/ 738371 w 2119654"/>
              <a:gd name="connsiteY91210" fmla="*/ 549303 h 2398711"/>
              <a:gd name="connsiteX91211" fmla="*/ 811352 w 2119654"/>
              <a:gd name="connsiteY91211" fmla="*/ 385460 h 2398711"/>
              <a:gd name="connsiteX91212" fmla="*/ 810766 w 2119654"/>
              <a:gd name="connsiteY91212" fmla="*/ 389427 h 2398711"/>
              <a:gd name="connsiteX91213" fmla="*/ 813146 w 2119654"/>
              <a:gd name="connsiteY91213" fmla="*/ 393502 h 2398711"/>
              <a:gd name="connsiteX91214" fmla="*/ 813958 w 2119654"/>
              <a:gd name="connsiteY91214" fmla="*/ 387780 h 2398711"/>
              <a:gd name="connsiteX91215" fmla="*/ 767692 w 2119654"/>
              <a:gd name="connsiteY91215" fmla="*/ 482599 h 2398711"/>
              <a:gd name="connsiteX91216" fmla="*/ 767640 w 2119654"/>
              <a:gd name="connsiteY91216" fmla="*/ 489463 h 2398711"/>
              <a:gd name="connsiteX91217" fmla="*/ 767727 w 2119654"/>
              <a:gd name="connsiteY91217" fmla="*/ 489525 h 2398711"/>
              <a:gd name="connsiteX91218" fmla="*/ 767995 w 2119654"/>
              <a:gd name="connsiteY91218" fmla="*/ 485634 h 2398711"/>
              <a:gd name="connsiteX91219" fmla="*/ 767785 w 2119654"/>
              <a:gd name="connsiteY91219" fmla="*/ 485435 h 2398711"/>
              <a:gd name="connsiteX91220" fmla="*/ 768000 w 2119654"/>
              <a:gd name="connsiteY91220" fmla="*/ 485455 h 2398711"/>
              <a:gd name="connsiteX91221" fmla="*/ 768007 w 2119654"/>
              <a:gd name="connsiteY91221" fmla="*/ 485462 h 2398711"/>
              <a:gd name="connsiteX91222" fmla="*/ 768184 w 2119654"/>
              <a:gd name="connsiteY91222" fmla="*/ 482892 h 2398711"/>
              <a:gd name="connsiteX91223" fmla="*/ 318622 w 2119654"/>
              <a:gd name="connsiteY91223" fmla="*/ 1487991 h 2398711"/>
              <a:gd name="connsiteX91224" fmla="*/ 319758 w 2119654"/>
              <a:gd name="connsiteY91224" fmla="*/ 1490374 h 2398711"/>
              <a:gd name="connsiteX91225" fmla="*/ 320291 w 2119654"/>
              <a:gd name="connsiteY91225" fmla="*/ 1490740 h 2398711"/>
              <a:gd name="connsiteX91226" fmla="*/ 320689 w 2119654"/>
              <a:gd name="connsiteY91226" fmla="*/ 1489264 h 2398711"/>
              <a:gd name="connsiteX91227" fmla="*/ 320223 w 2119654"/>
              <a:gd name="connsiteY91227" fmla="*/ 1488772 h 2398711"/>
              <a:gd name="connsiteX91228" fmla="*/ 733410 w 2119654"/>
              <a:gd name="connsiteY91228" fmla="*/ 559189 h 2398711"/>
              <a:gd name="connsiteX91229" fmla="*/ 732961 w 2119654"/>
              <a:gd name="connsiteY91229" fmla="*/ 561326 h 2398711"/>
              <a:gd name="connsiteX91230" fmla="*/ 733042 w 2119654"/>
              <a:gd name="connsiteY91230" fmla="*/ 561699 h 2398711"/>
              <a:gd name="connsiteX91231" fmla="*/ 733740 w 2119654"/>
              <a:gd name="connsiteY91231" fmla="*/ 562104 h 2398711"/>
              <a:gd name="connsiteX91232" fmla="*/ 734582 w 2119654"/>
              <a:gd name="connsiteY91232" fmla="*/ 560028 h 2398711"/>
              <a:gd name="connsiteX91233" fmla="*/ 289133 w 2119654"/>
              <a:gd name="connsiteY91233" fmla="*/ 1553862 h 2398711"/>
              <a:gd name="connsiteX91234" fmla="*/ 292222 w 2119654"/>
              <a:gd name="connsiteY91234" fmla="*/ 1557738 h 2398711"/>
              <a:gd name="connsiteX91235" fmla="*/ 293120 w 2119654"/>
              <a:gd name="connsiteY91235" fmla="*/ 1558378 h 2398711"/>
              <a:gd name="connsiteX91236" fmla="*/ 296973 w 2119654"/>
              <a:gd name="connsiteY91236" fmla="*/ 1560420 h 2398711"/>
              <a:gd name="connsiteX91237" fmla="*/ 295355 w 2119654"/>
              <a:gd name="connsiteY91237" fmla="*/ 1558044 h 2398711"/>
              <a:gd name="connsiteX91238" fmla="*/ 293751 w 2119654"/>
              <a:gd name="connsiteY91238" fmla="*/ 1556685 h 2398711"/>
              <a:gd name="connsiteX91239" fmla="*/ 746046 w 2119654"/>
              <a:gd name="connsiteY91239" fmla="*/ 530631 h 2398711"/>
              <a:gd name="connsiteX91240" fmla="*/ 745880 w 2119654"/>
              <a:gd name="connsiteY91240" fmla="*/ 531252 h 2398711"/>
              <a:gd name="connsiteX91241" fmla="*/ 746047 w 2119654"/>
              <a:gd name="connsiteY91241" fmla="*/ 531719 h 2398711"/>
              <a:gd name="connsiteX91242" fmla="*/ 746426 w 2119654"/>
              <a:gd name="connsiteY91242" fmla="*/ 530783 h 2398711"/>
              <a:gd name="connsiteX91243" fmla="*/ 779360 w 2119654"/>
              <a:gd name="connsiteY91243" fmla="*/ 456033 h 2398711"/>
              <a:gd name="connsiteX91244" fmla="*/ 779304 w 2119654"/>
              <a:gd name="connsiteY91244" fmla="*/ 457340 h 2398711"/>
              <a:gd name="connsiteX91245" fmla="*/ 779728 w 2119654"/>
              <a:gd name="connsiteY91245" fmla="*/ 456761 h 2398711"/>
              <a:gd name="connsiteX91246" fmla="*/ 757263 w 2119654"/>
              <a:gd name="connsiteY91246" fmla="*/ 505508 h 2398711"/>
              <a:gd name="connsiteX91247" fmla="*/ 756731 w 2119654"/>
              <a:gd name="connsiteY91247" fmla="*/ 506822 h 2398711"/>
              <a:gd name="connsiteX91248" fmla="*/ 756646 w 2119654"/>
              <a:gd name="connsiteY91248" fmla="*/ 507443 h 2398711"/>
              <a:gd name="connsiteX91249" fmla="*/ 757897 w 2119654"/>
              <a:gd name="connsiteY91249" fmla="*/ 508755 h 2398711"/>
              <a:gd name="connsiteX91250" fmla="*/ 758102 w 2119654"/>
              <a:gd name="connsiteY91250" fmla="*/ 508475 h 2398711"/>
              <a:gd name="connsiteX91251" fmla="*/ 757911 w 2119654"/>
              <a:gd name="connsiteY91251" fmla="*/ 505856 h 2398711"/>
              <a:gd name="connsiteX91252" fmla="*/ 312975 w 2119654"/>
              <a:gd name="connsiteY91252" fmla="*/ 1500174 h 2398711"/>
              <a:gd name="connsiteX91253" fmla="*/ 313381 w 2119654"/>
              <a:gd name="connsiteY91253" fmla="*/ 1500450 h 2398711"/>
              <a:gd name="connsiteX91254" fmla="*/ 313317 w 2119654"/>
              <a:gd name="connsiteY91254" fmla="*/ 1500320 h 2398711"/>
              <a:gd name="connsiteX91255" fmla="*/ 317214 w 2119654"/>
              <a:gd name="connsiteY91255" fmla="*/ 1502149 h 2398711"/>
              <a:gd name="connsiteX91256" fmla="*/ 317395 w 2119654"/>
              <a:gd name="connsiteY91256" fmla="*/ 1501475 h 2398711"/>
              <a:gd name="connsiteX91257" fmla="*/ 885964 w 2119654"/>
              <a:gd name="connsiteY91257" fmla="*/ 217039 h 2398711"/>
              <a:gd name="connsiteX91258" fmla="*/ 882496 w 2119654"/>
              <a:gd name="connsiteY91258" fmla="*/ 233205 h 2398711"/>
              <a:gd name="connsiteX91259" fmla="*/ 876256 w 2119654"/>
              <a:gd name="connsiteY91259" fmla="*/ 264328 h 2398711"/>
              <a:gd name="connsiteX91260" fmla="*/ 878501 w 2119654"/>
              <a:gd name="connsiteY91260" fmla="*/ 269318 h 2398711"/>
              <a:gd name="connsiteX91261" fmla="*/ 882947 w 2119654"/>
              <a:gd name="connsiteY91261" fmla="*/ 279566 h 2398711"/>
              <a:gd name="connsiteX91262" fmla="*/ 888819 w 2119654"/>
              <a:gd name="connsiteY91262" fmla="*/ 268493 h 2398711"/>
              <a:gd name="connsiteX91263" fmla="*/ 889368 w 2119654"/>
              <a:gd name="connsiteY91263" fmla="*/ 268251 h 2398711"/>
              <a:gd name="connsiteX91264" fmla="*/ 883136 w 2119654"/>
              <a:gd name="connsiteY91264" fmla="*/ 280002 h 2398711"/>
              <a:gd name="connsiteX91265" fmla="*/ 889061 w 2119654"/>
              <a:gd name="connsiteY91265" fmla="*/ 293657 h 2398711"/>
              <a:gd name="connsiteX91266" fmla="*/ 897286 w 2119654"/>
              <a:gd name="connsiteY91266" fmla="*/ 242022 h 2398711"/>
              <a:gd name="connsiteX91267" fmla="*/ 887161 w 2119654"/>
              <a:gd name="connsiteY91267" fmla="*/ 218221 h 2398711"/>
              <a:gd name="connsiteX91268" fmla="*/ 733644 w 2119654"/>
              <a:gd name="connsiteY91268" fmla="*/ 558072 h 2398711"/>
              <a:gd name="connsiteX91269" fmla="*/ 733534 w 2119654"/>
              <a:gd name="connsiteY91269" fmla="*/ 558595 h 2398711"/>
              <a:gd name="connsiteX91270" fmla="*/ 735076 w 2119654"/>
              <a:gd name="connsiteY91270" fmla="*/ 558808 h 2398711"/>
              <a:gd name="connsiteX91271" fmla="*/ 735090 w 2119654"/>
              <a:gd name="connsiteY91271" fmla="*/ 558774 h 2398711"/>
              <a:gd name="connsiteX91272" fmla="*/ 277862 w 2119654"/>
              <a:gd name="connsiteY91272" fmla="*/ 1578593 h 2398711"/>
              <a:gd name="connsiteX91273" fmla="*/ 278796 w 2119654"/>
              <a:gd name="connsiteY91273" fmla="*/ 1579670 h 2398711"/>
              <a:gd name="connsiteX91274" fmla="*/ 283863 w 2119654"/>
              <a:gd name="connsiteY91274" fmla="*/ 1581188 h 2398711"/>
              <a:gd name="connsiteX91275" fmla="*/ 282889 w 2119654"/>
              <a:gd name="connsiteY91275" fmla="*/ 1580008 h 2398711"/>
              <a:gd name="connsiteX91276" fmla="*/ 806416 w 2119654"/>
              <a:gd name="connsiteY91276" fmla="*/ 394969 h 2398711"/>
              <a:gd name="connsiteX91277" fmla="*/ 804192 w 2119654"/>
              <a:gd name="connsiteY91277" fmla="*/ 402625 h 2398711"/>
              <a:gd name="connsiteX91278" fmla="*/ 806725 w 2119654"/>
              <a:gd name="connsiteY91278" fmla="*/ 404082 h 2398711"/>
              <a:gd name="connsiteX91279" fmla="*/ 807756 w 2119654"/>
              <a:gd name="connsiteY91279" fmla="*/ 397108 h 2398711"/>
              <a:gd name="connsiteX91280" fmla="*/ 775635 w 2119654"/>
              <a:gd name="connsiteY91280" fmla="*/ 463750 h 2398711"/>
              <a:gd name="connsiteX91281" fmla="*/ 777471 w 2119654"/>
              <a:gd name="connsiteY91281" fmla="*/ 465343 h 2398711"/>
              <a:gd name="connsiteX91282" fmla="*/ 777529 w 2119654"/>
              <a:gd name="connsiteY91282" fmla="*/ 463976 h 2398711"/>
              <a:gd name="connsiteX91283" fmla="*/ 776207 w 2119654"/>
              <a:gd name="connsiteY91283" fmla="*/ 462969 h 2398711"/>
              <a:gd name="connsiteX91284" fmla="*/ 747585 w 2119654"/>
              <a:gd name="connsiteY91284" fmla="*/ 526530 h 2398711"/>
              <a:gd name="connsiteX91285" fmla="*/ 747995 w 2119654"/>
              <a:gd name="connsiteY91285" fmla="*/ 526911 h 2398711"/>
              <a:gd name="connsiteX91286" fmla="*/ 748578 w 2119654"/>
              <a:gd name="connsiteY91286" fmla="*/ 525470 h 2398711"/>
              <a:gd name="connsiteX91287" fmla="*/ 748523 w 2119654"/>
              <a:gd name="connsiteY91287" fmla="*/ 525135 h 2398711"/>
              <a:gd name="connsiteX91288" fmla="*/ 798680 w 2119654"/>
              <a:gd name="connsiteY91288" fmla="*/ 412117 h 2398711"/>
              <a:gd name="connsiteX91289" fmla="*/ 798747 w 2119654"/>
              <a:gd name="connsiteY91289" fmla="*/ 414131 h 2398711"/>
              <a:gd name="connsiteX91290" fmla="*/ 798839 w 2119654"/>
              <a:gd name="connsiteY91290" fmla="*/ 414165 h 2398711"/>
              <a:gd name="connsiteX91291" fmla="*/ 799628 w 2119654"/>
              <a:gd name="connsiteY91291" fmla="*/ 413122 h 2398711"/>
              <a:gd name="connsiteX91292" fmla="*/ 886196 w 2119654"/>
              <a:gd name="connsiteY91292" fmla="*/ 215953 h 2398711"/>
              <a:gd name="connsiteX91293" fmla="*/ 886093 w 2119654"/>
              <a:gd name="connsiteY91293" fmla="*/ 216432 h 2398711"/>
              <a:gd name="connsiteX91294" fmla="*/ 886622 w 2119654"/>
              <a:gd name="connsiteY91294" fmla="*/ 216954 h 2398711"/>
              <a:gd name="connsiteX91295" fmla="*/ 811784 w 2119654"/>
              <a:gd name="connsiteY91295" fmla="*/ 382536 h 2398711"/>
              <a:gd name="connsiteX91296" fmla="*/ 811416 w 2119654"/>
              <a:gd name="connsiteY91296" fmla="*/ 385031 h 2398711"/>
              <a:gd name="connsiteX91297" fmla="*/ 814026 w 2119654"/>
              <a:gd name="connsiteY91297" fmla="*/ 387295 h 2398711"/>
              <a:gd name="connsiteX91298" fmla="*/ 814390 w 2119654"/>
              <a:gd name="connsiteY91298" fmla="*/ 384726 h 2398711"/>
              <a:gd name="connsiteX91299" fmla="*/ 775270 w 2119654"/>
              <a:gd name="connsiteY91299" fmla="*/ 464250 h 2398711"/>
              <a:gd name="connsiteX91300" fmla="*/ 777410 w 2119654"/>
              <a:gd name="connsiteY91300" fmla="*/ 466791 h 2398711"/>
              <a:gd name="connsiteX91301" fmla="*/ 777454 w 2119654"/>
              <a:gd name="connsiteY91301" fmla="*/ 465738 h 2398711"/>
              <a:gd name="connsiteX91302" fmla="*/ 775453 w 2119654"/>
              <a:gd name="connsiteY91302" fmla="*/ 464000 h 2398711"/>
              <a:gd name="connsiteX91303" fmla="*/ 762068 w 2119654"/>
              <a:gd name="connsiteY91303" fmla="*/ 493646 h 2398711"/>
              <a:gd name="connsiteX91304" fmla="*/ 761249 w 2119654"/>
              <a:gd name="connsiteY91304" fmla="*/ 495667 h 2398711"/>
              <a:gd name="connsiteX91305" fmla="*/ 761354 w 2119654"/>
              <a:gd name="connsiteY91305" fmla="*/ 497106 h 2398711"/>
              <a:gd name="connsiteX91306" fmla="*/ 763817 w 2119654"/>
              <a:gd name="connsiteY91306" fmla="*/ 498898 h 2398711"/>
              <a:gd name="connsiteX91307" fmla="*/ 764137 w 2119654"/>
              <a:gd name="connsiteY91307" fmla="*/ 496888 h 2398711"/>
              <a:gd name="connsiteX91308" fmla="*/ 764766 w 2119654"/>
              <a:gd name="connsiteY91308" fmla="*/ 487589 h 2398711"/>
              <a:gd name="connsiteX91309" fmla="*/ 765470 w 2119654"/>
              <a:gd name="connsiteY91309" fmla="*/ 488527 h 2398711"/>
              <a:gd name="connsiteX91310" fmla="*/ 765530 w 2119654"/>
              <a:gd name="connsiteY91310" fmla="*/ 488147 h 2398711"/>
              <a:gd name="connsiteX91311" fmla="*/ 847494 w 2119654"/>
              <a:gd name="connsiteY91311" fmla="*/ 302328 h 2398711"/>
              <a:gd name="connsiteX91312" fmla="*/ 843678 w 2119654"/>
              <a:gd name="connsiteY91312" fmla="*/ 311982 h 2398711"/>
              <a:gd name="connsiteX91313" fmla="*/ 841128 w 2119654"/>
              <a:gd name="connsiteY91313" fmla="*/ 319268 h 2398711"/>
              <a:gd name="connsiteX91314" fmla="*/ 854503 w 2119654"/>
              <a:gd name="connsiteY91314" fmla="*/ 332484 h 2398711"/>
              <a:gd name="connsiteX91315" fmla="*/ 854750 w 2119654"/>
              <a:gd name="connsiteY91315" fmla="*/ 332734 h 2398711"/>
              <a:gd name="connsiteX91316" fmla="*/ 859671 w 2119654"/>
              <a:gd name="connsiteY91316" fmla="*/ 323456 h 2398711"/>
              <a:gd name="connsiteX91317" fmla="*/ 859528 w 2119654"/>
              <a:gd name="connsiteY91317" fmla="*/ 323200 h 2398711"/>
              <a:gd name="connsiteX91318" fmla="*/ 745596 w 2119654"/>
              <a:gd name="connsiteY91318" fmla="*/ 530452 h 2398711"/>
              <a:gd name="connsiteX91319" fmla="*/ 745619 w 2119654"/>
              <a:gd name="connsiteY91319" fmla="*/ 530518 h 2398711"/>
              <a:gd name="connsiteX91320" fmla="*/ 745634 w 2119654"/>
              <a:gd name="connsiteY91320" fmla="*/ 530468 h 2398711"/>
              <a:gd name="connsiteX91321" fmla="*/ 299398 w 2119654"/>
              <a:gd name="connsiteY91321" fmla="*/ 1529558 h 2398711"/>
              <a:gd name="connsiteX91322" fmla="*/ 301347 w 2119654"/>
              <a:gd name="connsiteY91322" fmla="*/ 1532952 h 2398711"/>
              <a:gd name="connsiteX91323" fmla="*/ 307907 w 2119654"/>
              <a:gd name="connsiteY91323" fmla="*/ 1534843 h 2398711"/>
              <a:gd name="connsiteX91324" fmla="*/ 299964 w 2119654"/>
              <a:gd name="connsiteY91324" fmla="*/ 1529966 h 2398711"/>
              <a:gd name="connsiteX91325" fmla="*/ 811876 w 2119654"/>
              <a:gd name="connsiteY91325" fmla="*/ 381921 h 2398711"/>
              <a:gd name="connsiteX91326" fmla="*/ 811830 w 2119654"/>
              <a:gd name="connsiteY91326" fmla="*/ 382227 h 2398711"/>
              <a:gd name="connsiteX91327" fmla="*/ 814419 w 2119654"/>
              <a:gd name="connsiteY91327" fmla="*/ 384402 h 2398711"/>
              <a:gd name="connsiteX91328" fmla="*/ 734051 w 2119654"/>
              <a:gd name="connsiteY91328" fmla="*/ 556159 h 2398711"/>
              <a:gd name="connsiteX91329" fmla="*/ 733997 w 2119654"/>
              <a:gd name="connsiteY91329" fmla="*/ 556392 h 2398711"/>
              <a:gd name="connsiteX91330" fmla="*/ 733779 w 2119654"/>
              <a:gd name="connsiteY91330" fmla="*/ 557430 h 2398711"/>
              <a:gd name="connsiteX91331" fmla="*/ 735338 w 2119654"/>
              <a:gd name="connsiteY91331" fmla="*/ 558160 h 2398711"/>
              <a:gd name="connsiteX91332" fmla="*/ 735508 w 2119654"/>
              <a:gd name="connsiteY91332" fmla="*/ 557742 h 2398711"/>
              <a:gd name="connsiteX91333" fmla="*/ 764192 w 2119654"/>
              <a:gd name="connsiteY91333" fmla="*/ 488401 h 2398711"/>
              <a:gd name="connsiteX91334" fmla="*/ 762835 w 2119654"/>
              <a:gd name="connsiteY91334" fmla="*/ 491751 h 2398711"/>
              <a:gd name="connsiteX91335" fmla="*/ 764532 w 2119654"/>
              <a:gd name="connsiteY91335" fmla="*/ 494410 h 2398711"/>
              <a:gd name="connsiteX91336" fmla="*/ 765262 w 2119654"/>
              <a:gd name="connsiteY91336" fmla="*/ 489826 h 2398711"/>
              <a:gd name="connsiteX91337" fmla="*/ 807509 w 2119654"/>
              <a:gd name="connsiteY91337" fmla="*/ 391233 h 2398711"/>
              <a:gd name="connsiteX91338" fmla="*/ 807357 w 2119654"/>
              <a:gd name="connsiteY91338" fmla="*/ 391731 h 2398711"/>
              <a:gd name="connsiteX91339" fmla="*/ 806770 w 2119654"/>
              <a:gd name="connsiteY91339" fmla="*/ 393751 h 2398711"/>
              <a:gd name="connsiteX91340" fmla="*/ 807969 w 2119654"/>
              <a:gd name="connsiteY91340" fmla="*/ 395665 h 2398711"/>
              <a:gd name="connsiteX91341" fmla="*/ 808138 w 2119654"/>
              <a:gd name="connsiteY91341" fmla="*/ 394523 h 2398711"/>
              <a:gd name="connsiteX91342" fmla="*/ 808019 w 2119654"/>
              <a:gd name="connsiteY91342" fmla="*/ 392199 h 2398711"/>
              <a:gd name="connsiteX91343" fmla="*/ 290637 w 2119654"/>
              <a:gd name="connsiteY91343" fmla="*/ 1548529 h 2398711"/>
              <a:gd name="connsiteX91344" fmla="*/ 291771 w 2119654"/>
              <a:gd name="connsiteY91344" fmla="*/ 1550193 h 2398711"/>
              <a:gd name="connsiteX91345" fmla="*/ 298782 w 2119654"/>
              <a:gd name="connsiteY91345" fmla="*/ 1554069 h 2398711"/>
              <a:gd name="connsiteX91346" fmla="*/ 300952 w 2119654"/>
              <a:gd name="connsiteY91346" fmla="*/ 1554296 h 2398711"/>
              <a:gd name="connsiteX91347" fmla="*/ 299393 w 2119654"/>
              <a:gd name="connsiteY91347" fmla="*/ 1552304 h 2398711"/>
              <a:gd name="connsiteX91348" fmla="*/ 294423 w 2119654"/>
              <a:gd name="connsiteY91348" fmla="*/ 1549888 h 2398711"/>
              <a:gd name="connsiteX91349" fmla="*/ 267947 w 2119654"/>
              <a:gd name="connsiteY91349" fmla="*/ 1599312 h 2398711"/>
              <a:gd name="connsiteX91350" fmla="*/ 269461 w 2119654"/>
              <a:gd name="connsiteY91350" fmla="*/ 1599856 h 2398711"/>
              <a:gd name="connsiteX91351" fmla="*/ 269319 w 2119654"/>
              <a:gd name="connsiteY91351" fmla="*/ 1599726 h 2398711"/>
              <a:gd name="connsiteX91352" fmla="*/ 314723 w 2119654"/>
              <a:gd name="connsiteY91352" fmla="*/ 1494559 h 2398711"/>
              <a:gd name="connsiteX91353" fmla="*/ 314965 w 2119654"/>
              <a:gd name="connsiteY91353" fmla="*/ 1494921 h 2398711"/>
              <a:gd name="connsiteX91354" fmla="*/ 315570 w 2119654"/>
              <a:gd name="connsiteY91354" fmla="*/ 1495754 h 2398711"/>
              <a:gd name="connsiteX91355" fmla="*/ 316670 w 2119654"/>
              <a:gd name="connsiteY91355" fmla="*/ 1496588 h 2398711"/>
              <a:gd name="connsiteX91356" fmla="*/ 318374 w 2119654"/>
              <a:gd name="connsiteY91356" fmla="*/ 1497845 h 2398711"/>
              <a:gd name="connsiteX91357" fmla="*/ 318548 w 2119654"/>
              <a:gd name="connsiteY91357" fmla="*/ 1497204 h 2398711"/>
              <a:gd name="connsiteX91358" fmla="*/ 766328 w 2119654"/>
              <a:gd name="connsiteY91358" fmla="*/ 483136 h 2398711"/>
              <a:gd name="connsiteX91359" fmla="*/ 766232 w 2119654"/>
              <a:gd name="connsiteY91359" fmla="*/ 483362 h 2398711"/>
              <a:gd name="connsiteX91360" fmla="*/ 764646 w 2119654"/>
              <a:gd name="connsiteY91360" fmla="*/ 487279 h 2398711"/>
              <a:gd name="connsiteX91361" fmla="*/ 765562 w 2119654"/>
              <a:gd name="connsiteY91361" fmla="*/ 487947 h 2398711"/>
              <a:gd name="connsiteX91362" fmla="*/ 732446 w 2119654"/>
              <a:gd name="connsiteY91362" fmla="*/ 558963 h 2398711"/>
              <a:gd name="connsiteX91363" fmla="*/ 732877 w 2119654"/>
              <a:gd name="connsiteY91363" fmla="*/ 560941 h 2398711"/>
              <a:gd name="connsiteX91364" fmla="*/ 733289 w 2119654"/>
              <a:gd name="connsiteY91364" fmla="*/ 559102 h 2398711"/>
              <a:gd name="connsiteX91365" fmla="*/ 733249 w 2119654"/>
              <a:gd name="connsiteY91365" fmla="*/ 559073 h 2398711"/>
              <a:gd name="connsiteX91366" fmla="*/ 745371 w 2119654"/>
              <a:gd name="connsiteY91366" fmla="*/ 529822 h 2398711"/>
              <a:gd name="connsiteX91367" fmla="*/ 745447 w 2119654"/>
              <a:gd name="connsiteY91367" fmla="*/ 530033 h 2398711"/>
              <a:gd name="connsiteX91368" fmla="*/ 745734 w 2119654"/>
              <a:gd name="connsiteY91368" fmla="*/ 530147 h 2398711"/>
              <a:gd name="connsiteX91369" fmla="*/ 745797 w 2119654"/>
              <a:gd name="connsiteY91369" fmla="*/ 529945 h 2398711"/>
              <a:gd name="connsiteX91370" fmla="*/ 745514 w 2119654"/>
              <a:gd name="connsiteY91370" fmla="*/ 529610 h 2398711"/>
              <a:gd name="connsiteX91371" fmla="*/ 820055 w 2119654"/>
              <a:gd name="connsiteY91371" fmla="*/ 362586 h 2398711"/>
              <a:gd name="connsiteX91372" fmla="*/ 823140 w 2119654"/>
              <a:gd name="connsiteY91372" fmla="*/ 366514 h 2398711"/>
              <a:gd name="connsiteX91373" fmla="*/ 823396 w 2119654"/>
              <a:gd name="connsiteY91373" fmla="*/ 365785 h 2398711"/>
              <a:gd name="connsiteX91374" fmla="*/ 823221 w 2119654"/>
              <a:gd name="connsiteY91374" fmla="*/ 365470 h 2398711"/>
              <a:gd name="connsiteX91375" fmla="*/ 768527 w 2119654"/>
              <a:gd name="connsiteY91375" fmla="*/ 477909 h 2398711"/>
              <a:gd name="connsiteX91376" fmla="*/ 767867 w 2119654"/>
              <a:gd name="connsiteY91376" fmla="*/ 479477 h 2398711"/>
              <a:gd name="connsiteX91377" fmla="*/ 767708 w 2119654"/>
              <a:gd name="connsiteY91377" fmla="*/ 480477 h 2398711"/>
              <a:gd name="connsiteX91378" fmla="*/ 767697 w 2119654"/>
              <a:gd name="connsiteY91378" fmla="*/ 481885 h 2398711"/>
              <a:gd name="connsiteX91379" fmla="*/ 768231 w 2119654"/>
              <a:gd name="connsiteY91379" fmla="*/ 482204 h 2398711"/>
              <a:gd name="connsiteX91380" fmla="*/ 740347 w 2119654"/>
              <a:gd name="connsiteY91380" fmla="*/ 540980 h 2398711"/>
              <a:gd name="connsiteX91381" fmla="*/ 741923 w 2119654"/>
              <a:gd name="connsiteY91381" fmla="*/ 541902 h 2398711"/>
              <a:gd name="connsiteX91382" fmla="*/ 742024 w 2119654"/>
              <a:gd name="connsiteY91382" fmla="*/ 541651 h 2398711"/>
              <a:gd name="connsiteX91383" fmla="*/ 742024 w 2119654"/>
              <a:gd name="connsiteY91383" fmla="*/ 541650 h 2398711"/>
              <a:gd name="connsiteX91384" fmla="*/ 769494 w 2119654"/>
              <a:gd name="connsiteY91384" fmla="*/ 475611 h 2398711"/>
              <a:gd name="connsiteX91385" fmla="*/ 769260 w 2119654"/>
              <a:gd name="connsiteY91385" fmla="*/ 476168 h 2398711"/>
              <a:gd name="connsiteX91386" fmla="*/ 768804 w 2119654"/>
              <a:gd name="connsiteY91386" fmla="*/ 482545 h 2398711"/>
              <a:gd name="connsiteX91387" fmla="*/ 774030 w 2119654"/>
              <a:gd name="connsiteY91387" fmla="*/ 485662 h 2398711"/>
              <a:gd name="connsiteX91388" fmla="*/ 774988 w 2119654"/>
              <a:gd name="connsiteY91388" fmla="*/ 481737 h 2398711"/>
              <a:gd name="connsiteX91389" fmla="*/ 770840 w 2119654"/>
              <a:gd name="connsiteY91389" fmla="*/ 476210 h 2398711"/>
              <a:gd name="connsiteX91390" fmla="*/ 770416 w 2119654"/>
              <a:gd name="connsiteY91390" fmla="*/ 473421 h 2398711"/>
              <a:gd name="connsiteX91391" fmla="*/ 770386 w 2119654"/>
              <a:gd name="connsiteY91391" fmla="*/ 473492 h 2398711"/>
              <a:gd name="connsiteX91392" fmla="*/ 771732 w 2119654"/>
              <a:gd name="connsiteY91392" fmla="*/ 475285 h 2398711"/>
              <a:gd name="connsiteX91393" fmla="*/ 773201 w 2119654"/>
              <a:gd name="connsiteY91393" fmla="*/ 476323 h 2398711"/>
              <a:gd name="connsiteX91394" fmla="*/ 774892 w 2119654"/>
              <a:gd name="connsiteY91394" fmla="*/ 477075 h 2398711"/>
              <a:gd name="connsiteX91395" fmla="*/ 774226 w 2119654"/>
              <a:gd name="connsiteY91395" fmla="*/ 476182 h 2398711"/>
              <a:gd name="connsiteX91396" fmla="*/ 310042 w 2119654"/>
              <a:gd name="connsiteY91396" fmla="*/ 1504230 h 2398711"/>
              <a:gd name="connsiteX91397" fmla="*/ 310356 w 2119654"/>
              <a:gd name="connsiteY91397" fmla="*/ 1504533 h 2398711"/>
              <a:gd name="connsiteX91398" fmla="*/ 314206 w 2119654"/>
              <a:gd name="connsiteY91398" fmla="*/ 1506530 h 2398711"/>
              <a:gd name="connsiteX91399" fmla="*/ 315252 w 2119654"/>
              <a:gd name="connsiteY91399" fmla="*/ 1505500 h 2398711"/>
              <a:gd name="connsiteX91400" fmla="*/ 314481 w 2119654"/>
              <a:gd name="connsiteY91400" fmla="*/ 1504450 h 2398711"/>
              <a:gd name="connsiteX91401" fmla="*/ 771046 w 2119654"/>
              <a:gd name="connsiteY91401" fmla="*/ 471921 h 2398711"/>
              <a:gd name="connsiteX91402" fmla="*/ 770713 w 2119654"/>
              <a:gd name="connsiteY91402" fmla="*/ 472715 h 2398711"/>
              <a:gd name="connsiteX91403" fmla="*/ 772729 w 2119654"/>
              <a:gd name="connsiteY91403" fmla="*/ 474175 h 2398711"/>
              <a:gd name="connsiteX91404" fmla="*/ 793314 w 2119654"/>
              <a:gd name="connsiteY91404" fmla="*/ 422031 h 2398711"/>
              <a:gd name="connsiteX91405" fmla="*/ 794115 w 2119654"/>
              <a:gd name="connsiteY91405" fmla="*/ 423153 h 2398711"/>
              <a:gd name="connsiteX91406" fmla="*/ 794474 w 2119654"/>
              <a:gd name="connsiteY91406" fmla="*/ 421916 h 2398711"/>
              <a:gd name="connsiteX91407" fmla="*/ 794429 w 2119654"/>
              <a:gd name="connsiteY91407" fmla="*/ 420557 h 2398711"/>
              <a:gd name="connsiteX91408" fmla="*/ 302724 w 2119654"/>
              <a:gd name="connsiteY91408" fmla="*/ 1520450 h 2398711"/>
              <a:gd name="connsiteX91409" fmla="*/ 306802 w 2119654"/>
              <a:gd name="connsiteY91409" fmla="*/ 1525588 h 2398711"/>
              <a:gd name="connsiteX91410" fmla="*/ 310174 w 2119654"/>
              <a:gd name="connsiteY91410" fmla="*/ 1528246 h 2398711"/>
              <a:gd name="connsiteX91411" fmla="*/ 310331 w 2119654"/>
              <a:gd name="connsiteY91411" fmla="*/ 1527665 h 2398711"/>
              <a:gd name="connsiteX91412" fmla="*/ 307179 w 2119654"/>
              <a:gd name="connsiteY91412" fmla="*/ 1523384 h 2398711"/>
              <a:gd name="connsiteX91413" fmla="*/ 303597 w 2119654"/>
              <a:gd name="connsiteY91413" fmla="*/ 1520572 h 2398711"/>
              <a:gd name="connsiteX91414" fmla="*/ 853492 w 2119654"/>
              <a:gd name="connsiteY91414" fmla="*/ 287156 h 2398711"/>
              <a:gd name="connsiteX91415" fmla="*/ 847611 w 2119654"/>
              <a:gd name="connsiteY91415" fmla="*/ 302032 h 2398711"/>
              <a:gd name="connsiteX91416" fmla="*/ 859811 w 2119654"/>
              <a:gd name="connsiteY91416" fmla="*/ 323191 h 2398711"/>
              <a:gd name="connsiteX91417" fmla="*/ 866837 w 2119654"/>
              <a:gd name="connsiteY91417" fmla="*/ 309943 h 2398711"/>
              <a:gd name="connsiteX91418" fmla="*/ 867199 w 2119654"/>
              <a:gd name="connsiteY91418" fmla="*/ 307668 h 2398711"/>
              <a:gd name="connsiteX91419" fmla="*/ 868201 w 2119654"/>
              <a:gd name="connsiteY91419" fmla="*/ 302677 h 2398711"/>
              <a:gd name="connsiteX91420" fmla="*/ 732327 w 2119654"/>
              <a:gd name="connsiteY91420" fmla="*/ 558414 h 2398711"/>
              <a:gd name="connsiteX91421" fmla="*/ 732330 w 2119654"/>
              <a:gd name="connsiteY91421" fmla="*/ 558430 h 2398711"/>
              <a:gd name="connsiteX91422" fmla="*/ 732354 w 2119654"/>
              <a:gd name="connsiteY91422" fmla="*/ 558432 h 2398711"/>
              <a:gd name="connsiteX91423" fmla="*/ 772929 w 2119654"/>
              <a:gd name="connsiteY91423" fmla="*/ 467447 h 2398711"/>
              <a:gd name="connsiteX91424" fmla="*/ 771309 w 2119654"/>
              <a:gd name="connsiteY91424" fmla="*/ 471299 h 2398711"/>
              <a:gd name="connsiteX91425" fmla="*/ 774312 w 2119654"/>
              <a:gd name="connsiteY91425" fmla="*/ 475322 h 2398711"/>
              <a:gd name="connsiteX91426" fmla="*/ 776216 w 2119654"/>
              <a:gd name="connsiteY91426" fmla="*/ 476703 h 2398711"/>
              <a:gd name="connsiteX91427" fmla="*/ 777154 w 2119654"/>
              <a:gd name="connsiteY91427" fmla="*/ 472859 h 2398711"/>
              <a:gd name="connsiteX91428" fmla="*/ 777377 w 2119654"/>
              <a:gd name="connsiteY91428" fmla="*/ 467592 h 2398711"/>
              <a:gd name="connsiteX91429" fmla="*/ 774972 w 2119654"/>
              <a:gd name="connsiteY91429" fmla="*/ 464656 h 2398711"/>
              <a:gd name="connsiteX91430" fmla="*/ 774398 w 2119654"/>
              <a:gd name="connsiteY91430" fmla="*/ 463957 h 2398711"/>
              <a:gd name="connsiteX91431" fmla="*/ 774314 w 2119654"/>
              <a:gd name="connsiteY91431" fmla="*/ 464156 h 2398711"/>
              <a:gd name="connsiteX91432" fmla="*/ 774431 w 2119654"/>
              <a:gd name="connsiteY91432" fmla="*/ 463996 h 2398711"/>
              <a:gd name="connsiteX91433" fmla="*/ 792837 w 2119654"/>
              <a:gd name="connsiteY91433" fmla="*/ 422664 h 2398711"/>
              <a:gd name="connsiteX91434" fmla="*/ 793250 w 2119654"/>
              <a:gd name="connsiteY91434" fmla="*/ 423083 h 2398711"/>
              <a:gd name="connsiteX91435" fmla="*/ 793865 w 2119654"/>
              <a:gd name="connsiteY91435" fmla="*/ 423329 h 2398711"/>
              <a:gd name="connsiteX91436" fmla="*/ 793132 w 2119654"/>
              <a:gd name="connsiteY91436" fmla="*/ 422273 h 2398711"/>
              <a:gd name="connsiteX91437" fmla="*/ 774667 w 2119654"/>
              <a:gd name="connsiteY91437" fmla="*/ 463319 h 2398711"/>
              <a:gd name="connsiteX91438" fmla="*/ 774607 w 2119654"/>
              <a:gd name="connsiteY91438" fmla="*/ 463462 h 2398711"/>
              <a:gd name="connsiteX91439" fmla="*/ 774722 w 2119654"/>
              <a:gd name="connsiteY91439" fmla="*/ 463598 h 2398711"/>
              <a:gd name="connsiteX91440" fmla="*/ 774825 w 2119654"/>
              <a:gd name="connsiteY91440" fmla="*/ 463456 h 2398711"/>
              <a:gd name="connsiteX91441" fmla="*/ 808918 w 2119654"/>
              <a:gd name="connsiteY91441" fmla="*/ 386612 h 2398711"/>
              <a:gd name="connsiteX91442" fmla="*/ 808611 w 2119654"/>
              <a:gd name="connsiteY91442" fmla="*/ 387619 h 2398711"/>
              <a:gd name="connsiteX91443" fmla="*/ 808663 w 2119654"/>
              <a:gd name="connsiteY91443" fmla="*/ 388628 h 2398711"/>
              <a:gd name="connsiteX91444" fmla="*/ 809145 w 2119654"/>
              <a:gd name="connsiteY91444" fmla="*/ 389399 h 2398711"/>
              <a:gd name="connsiteX91445" fmla="*/ 809547 w 2119654"/>
              <a:gd name="connsiteY91445" fmla="*/ 387688 h 2398711"/>
              <a:gd name="connsiteX91446" fmla="*/ 775152 w 2119654"/>
              <a:gd name="connsiteY91446" fmla="*/ 462166 h 2398711"/>
              <a:gd name="connsiteX91447" fmla="*/ 774793 w 2119654"/>
              <a:gd name="connsiteY91447" fmla="*/ 463019 h 2398711"/>
              <a:gd name="connsiteX91448" fmla="*/ 775009 w 2119654"/>
              <a:gd name="connsiteY91448" fmla="*/ 463206 h 2398711"/>
              <a:gd name="connsiteX91449" fmla="*/ 775549 w 2119654"/>
              <a:gd name="connsiteY91449" fmla="*/ 462468 h 2398711"/>
              <a:gd name="connsiteX91450" fmla="*/ 786697 w 2119654"/>
              <a:gd name="connsiteY91450" fmla="*/ 436312 h 2398711"/>
              <a:gd name="connsiteX91451" fmla="*/ 786044 w 2119654"/>
              <a:gd name="connsiteY91451" fmla="*/ 438844 h 2398711"/>
              <a:gd name="connsiteX91452" fmla="*/ 788313 w 2119654"/>
              <a:gd name="connsiteY91452" fmla="*/ 444800 h 2398711"/>
              <a:gd name="connsiteX91453" fmla="*/ 788333 w 2119654"/>
              <a:gd name="connsiteY91453" fmla="*/ 444813 h 2398711"/>
              <a:gd name="connsiteX91454" fmla="*/ 789553 w 2119654"/>
              <a:gd name="connsiteY91454" fmla="*/ 439884 h 2398711"/>
              <a:gd name="connsiteX91455" fmla="*/ 313917 w 2119654"/>
              <a:gd name="connsiteY91455" fmla="*/ 1494851 h 2398711"/>
              <a:gd name="connsiteX91456" fmla="*/ 315053 w 2119654"/>
              <a:gd name="connsiteY91456" fmla="*/ 1496055 h 2398711"/>
              <a:gd name="connsiteX91457" fmla="*/ 314591 w 2119654"/>
              <a:gd name="connsiteY91457" fmla="*/ 1495361 h 2398711"/>
              <a:gd name="connsiteX91458" fmla="*/ 749231 w 2119654"/>
              <a:gd name="connsiteY91458" fmla="*/ 519962 h 2398711"/>
              <a:gd name="connsiteX91459" fmla="*/ 748989 w 2119654"/>
              <a:gd name="connsiteY91459" fmla="*/ 520743 h 2398711"/>
              <a:gd name="connsiteX91460" fmla="*/ 749348 w 2119654"/>
              <a:gd name="connsiteY91460" fmla="*/ 520994 h 2398711"/>
              <a:gd name="connsiteX91461" fmla="*/ 749272 w 2119654"/>
              <a:gd name="connsiteY91461" fmla="*/ 520023 h 2398711"/>
              <a:gd name="connsiteX91462" fmla="*/ 776954 w 2119654"/>
              <a:gd name="connsiteY91462" fmla="*/ 457883 h 2398711"/>
              <a:gd name="connsiteX91463" fmla="*/ 776795 w 2119654"/>
              <a:gd name="connsiteY91463" fmla="*/ 458263 h 2398711"/>
              <a:gd name="connsiteX91464" fmla="*/ 777733 w 2119654"/>
              <a:gd name="connsiteY91464" fmla="*/ 459134 h 2398711"/>
              <a:gd name="connsiteX91465" fmla="*/ 777759 w 2119654"/>
              <a:gd name="connsiteY91465" fmla="*/ 458495 h 2398711"/>
              <a:gd name="connsiteX91466" fmla="*/ 274249 w 2119654"/>
              <a:gd name="connsiteY91466" fmla="*/ 1583402 h 2398711"/>
              <a:gd name="connsiteX91467" fmla="*/ 277102 w 2119654"/>
              <a:gd name="connsiteY91467" fmla="*/ 1585949 h 2398711"/>
              <a:gd name="connsiteX91468" fmla="*/ 280635 w 2119654"/>
              <a:gd name="connsiteY91468" fmla="*/ 1586600 h 2398711"/>
              <a:gd name="connsiteX91469" fmla="*/ 275413 w 2119654"/>
              <a:gd name="connsiteY91469" fmla="*/ 1584025 h 2398711"/>
              <a:gd name="connsiteX91470" fmla="*/ 274627 w 2119654"/>
              <a:gd name="connsiteY91470" fmla="*/ 1583541 h 2398711"/>
              <a:gd name="connsiteX91471" fmla="*/ 786950 w 2119654"/>
              <a:gd name="connsiteY91471" fmla="*/ 435335 h 2398711"/>
              <a:gd name="connsiteX91472" fmla="*/ 786917 w 2119654"/>
              <a:gd name="connsiteY91472" fmla="*/ 435464 h 2398711"/>
              <a:gd name="connsiteX91473" fmla="*/ 789764 w 2119654"/>
              <a:gd name="connsiteY91473" fmla="*/ 439028 h 2398711"/>
              <a:gd name="connsiteX91474" fmla="*/ 790343 w 2119654"/>
              <a:gd name="connsiteY91474" fmla="*/ 436691 h 2398711"/>
              <a:gd name="connsiteX91475" fmla="*/ 301099 w 2119654"/>
              <a:gd name="connsiteY91475" fmla="*/ 1523234 h 2398711"/>
              <a:gd name="connsiteX91476" fmla="*/ 303755 w 2119654"/>
              <a:gd name="connsiteY91476" fmla="*/ 1525786 h 2398711"/>
              <a:gd name="connsiteX91477" fmla="*/ 305894 w 2119654"/>
              <a:gd name="connsiteY91477" fmla="*/ 1527155 h 2398711"/>
              <a:gd name="connsiteX91478" fmla="*/ 304997 w 2119654"/>
              <a:gd name="connsiteY91478" fmla="*/ 1525837 h 2398711"/>
              <a:gd name="connsiteX91479" fmla="*/ 856450 w 2119654"/>
              <a:gd name="connsiteY91479" fmla="*/ 279670 h 2398711"/>
              <a:gd name="connsiteX91480" fmla="*/ 853696 w 2119654"/>
              <a:gd name="connsiteY91480" fmla="*/ 286637 h 2398711"/>
              <a:gd name="connsiteX91481" fmla="*/ 866114 w 2119654"/>
              <a:gd name="connsiteY91481" fmla="*/ 299390 h 2398711"/>
              <a:gd name="connsiteX91482" fmla="*/ 868380 w 2119654"/>
              <a:gd name="connsiteY91482" fmla="*/ 301781 h 2398711"/>
              <a:gd name="connsiteX91483" fmla="*/ 869164 w 2119654"/>
              <a:gd name="connsiteY91483" fmla="*/ 297871 h 2398711"/>
              <a:gd name="connsiteX91484" fmla="*/ 864609 w 2119654"/>
              <a:gd name="connsiteY91484" fmla="*/ 291232 h 2398711"/>
              <a:gd name="connsiteX91485" fmla="*/ 769371 w 2119654"/>
              <a:gd name="connsiteY91485" fmla="*/ 474614 h 2398711"/>
              <a:gd name="connsiteX91486" fmla="*/ 769370 w 2119654"/>
              <a:gd name="connsiteY91486" fmla="*/ 474621 h 2398711"/>
              <a:gd name="connsiteX91487" fmla="*/ 769394 w 2119654"/>
              <a:gd name="connsiteY91487" fmla="*/ 474632 h 2398711"/>
              <a:gd name="connsiteX91488" fmla="*/ 323934 w 2119654"/>
              <a:gd name="connsiteY91488" fmla="*/ 1471900 h 2398711"/>
              <a:gd name="connsiteX91489" fmla="*/ 325704 w 2119654"/>
              <a:gd name="connsiteY91489" fmla="*/ 1474122 h 2398711"/>
              <a:gd name="connsiteX91490" fmla="*/ 325809 w 2119654"/>
              <a:gd name="connsiteY91490" fmla="*/ 1474127 h 2398711"/>
              <a:gd name="connsiteX91491" fmla="*/ 326195 w 2119654"/>
              <a:gd name="connsiteY91491" fmla="*/ 1473026 h 2398711"/>
              <a:gd name="connsiteX91492" fmla="*/ 324986 w 2119654"/>
              <a:gd name="connsiteY91492" fmla="*/ 1472260 h 2398711"/>
              <a:gd name="connsiteX91493" fmla="*/ 757546 w 2119654"/>
              <a:gd name="connsiteY91493" fmla="*/ 500843 h 2398711"/>
              <a:gd name="connsiteX91494" fmla="*/ 757275 w 2119654"/>
              <a:gd name="connsiteY91494" fmla="*/ 502829 h 2398711"/>
              <a:gd name="connsiteX91495" fmla="*/ 757679 w 2119654"/>
              <a:gd name="connsiteY91495" fmla="*/ 503047 h 2398711"/>
              <a:gd name="connsiteX91496" fmla="*/ 757702 w 2119654"/>
              <a:gd name="connsiteY91496" fmla="*/ 502992 h 2398711"/>
              <a:gd name="connsiteX91497" fmla="*/ 809714 w 2119654"/>
              <a:gd name="connsiteY91497" fmla="*/ 384002 h 2398711"/>
              <a:gd name="connsiteX91498" fmla="*/ 808988 w 2119654"/>
              <a:gd name="connsiteY91498" fmla="*/ 386383 h 2398711"/>
              <a:gd name="connsiteX91499" fmla="*/ 809606 w 2119654"/>
              <a:gd name="connsiteY91499" fmla="*/ 387440 h 2398711"/>
              <a:gd name="connsiteX91500" fmla="*/ 810292 w 2119654"/>
              <a:gd name="connsiteY91500" fmla="*/ 384515 h 2398711"/>
              <a:gd name="connsiteX91501" fmla="*/ 779563 w 2119654"/>
              <a:gd name="connsiteY91501" fmla="*/ 451222 h 2398711"/>
              <a:gd name="connsiteX91502" fmla="*/ 779469 w 2119654"/>
              <a:gd name="connsiteY91502" fmla="*/ 453445 h 2398711"/>
              <a:gd name="connsiteX91503" fmla="*/ 780629 w 2119654"/>
              <a:gd name="connsiteY91503" fmla="*/ 455530 h 2398711"/>
              <a:gd name="connsiteX91504" fmla="*/ 781691 w 2119654"/>
              <a:gd name="connsiteY91504" fmla="*/ 454080 h 2398711"/>
              <a:gd name="connsiteX91505" fmla="*/ 732087 w 2119654"/>
              <a:gd name="connsiteY91505" fmla="*/ 557317 h 2398711"/>
              <a:gd name="connsiteX91506" fmla="*/ 732203 w 2119654"/>
              <a:gd name="connsiteY91506" fmla="*/ 557845 h 2398711"/>
              <a:gd name="connsiteX91507" fmla="*/ 733183 w 2119654"/>
              <a:gd name="connsiteY91507" fmla="*/ 558546 h 2398711"/>
              <a:gd name="connsiteX91508" fmla="*/ 733407 w 2119654"/>
              <a:gd name="connsiteY91508" fmla="*/ 558577 h 2398711"/>
              <a:gd name="connsiteX91509" fmla="*/ 733532 w 2119654"/>
              <a:gd name="connsiteY91509" fmla="*/ 558017 h 2398711"/>
              <a:gd name="connsiteX91510" fmla="*/ 311213 w 2119654"/>
              <a:gd name="connsiteY91510" fmla="*/ 1499656 h 2398711"/>
              <a:gd name="connsiteX91511" fmla="*/ 314356 w 2119654"/>
              <a:gd name="connsiteY91511" fmla="*/ 1503941 h 2398711"/>
              <a:gd name="connsiteX91512" fmla="*/ 316699 w 2119654"/>
              <a:gd name="connsiteY91512" fmla="*/ 1504056 h 2398711"/>
              <a:gd name="connsiteX91513" fmla="*/ 316909 w 2119654"/>
              <a:gd name="connsiteY91513" fmla="*/ 1503279 h 2398711"/>
              <a:gd name="connsiteX91514" fmla="*/ 311986 w 2119654"/>
              <a:gd name="connsiteY91514" fmla="*/ 1499883 h 2398711"/>
              <a:gd name="connsiteX91515" fmla="*/ 791235 w 2119654"/>
              <a:gd name="connsiteY91515" fmla="*/ 424783 h 2398711"/>
              <a:gd name="connsiteX91516" fmla="*/ 793114 w 2119654"/>
              <a:gd name="connsiteY91516" fmla="*/ 426600 h 2398711"/>
              <a:gd name="connsiteX91517" fmla="*/ 793809 w 2119654"/>
              <a:gd name="connsiteY91517" fmla="*/ 424208 h 2398711"/>
              <a:gd name="connsiteX91518" fmla="*/ 793789 w 2119654"/>
              <a:gd name="connsiteY91518" fmla="*/ 424188 h 2398711"/>
              <a:gd name="connsiteX91519" fmla="*/ 792173 w 2119654"/>
              <a:gd name="connsiteY91519" fmla="*/ 423543 h 2398711"/>
              <a:gd name="connsiteX91520" fmla="*/ 808525 w 2119654"/>
              <a:gd name="connsiteY91520" fmla="*/ 385940 h 2398711"/>
              <a:gd name="connsiteX91521" fmla="*/ 808587 w 2119654"/>
              <a:gd name="connsiteY91521" fmla="*/ 387144 h 2398711"/>
              <a:gd name="connsiteX91522" fmla="*/ 808808 w 2119654"/>
              <a:gd name="connsiteY91522" fmla="*/ 386422 h 2398711"/>
              <a:gd name="connsiteX91523" fmla="*/ 810493 w 2119654"/>
              <a:gd name="connsiteY91523" fmla="*/ 381449 h 2398711"/>
              <a:gd name="connsiteX91524" fmla="*/ 809822 w 2119654"/>
              <a:gd name="connsiteY91524" fmla="*/ 383650 h 2398711"/>
              <a:gd name="connsiteX91525" fmla="*/ 810382 w 2119654"/>
              <a:gd name="connsiteY91525" fmla="*/ 384136 h 2398711"/>
              <a:gd name="connsiteX91526" fmla="*/ 810927 w 2119654"/>
              <a:gd name="connsiteY91526" fmla="*/ 381815 h 2398711"/>
              <a:gd name="connsiteX91527" fmla="*/ 770704 w 2119654"/>
              <a:gd name="connsiteY91527" fmla="*/ 470488 h 2398711"/>
              <a:gd name="connsiteX91528" fmla="*/ 771134 w 2119654"/>
              <a:gd name="connsiteY91528" fmla="*/ 471065 h 2398711"/>
              <a:gd name="connsiteX91529" fmla="*/ 772289 w 2119654"/>
              <a:gd name="connsiteY91529" fmla="*/ 468322 h 2398711"/>
              <a:gd name="connsiteX91530" fmla="*/ 768550 w 2119654"/>
              <a:gd name="connsiteY91530" fmla="*/ 475191 h 2398711"/>
              <a:gd name="connsiteX91531" fmla="*/ 768033 w 2119654"/>
              <a:gd name="connsiteY91531" fmla="*/ 478437 h 2398711"/>
              <a:gd name="connsiteX91532" fmla="*/ 768580 w 2119654"/>
              <a:gd name="connsiteY91532" fmla="*/ 477136 h 2398711"/>
              <a:gd name="connsiteX91533" fmla="*/ 768709 w 2119654"/>
              <a:gd name="connsiteY91533" fmla="*/ 475262 h 2398711"/>
              <a:gd name="connsiteX91534" fmla="*/ 861001 w 2119654"/>
              <a:gd name="connsiteY91534" fmla="*/ 268157 h 2398711"/>
              <a:gd name="connsiteX91535" fmla="*/ 856513 w 2119654"/>
              <a:gd name="connsiteY91535" fmla="*/ 279509 h 2398711"/>
              <a:gd name="connsiteX91536" fmla="*/ 869233 w 2119654"/>
              <a:gd name="connsiteY91536" fmla="*/ 297525 h 2398711"/>
              <a:gd name="connsiteX91537" fmla="*/ 872426 w 2119654"/>
              <a:gd name="connsiteY91537" fmla="*/ 281603 h 2398711"/>
              <a:gd name="connsiteX91538" fmla="*/ 864385 w 2119654"/>
              <a:gd name="connsiteY91538" fmla="*/ 272062 h 2398711"/>
              <a:gd name="connsiteX91539" fmla="*/ 293430 w 2119654"/>
              <a:gd name="connsiteY91539" fmla="*/ 1539048 h 2398711"/>
              <a:gd name="connsiteX91540" fmla="*/ 295275 w 2119654"/>
              <a:gd name="connsiteY91540" fmla="*/ 1541178 h 2398711"/>
              <a:gd name="connsiteX91541" fmla="*/ 297415 w 2119654"/>
              <a:gd name="connsiteY91541" fmla="*/ 1542289 h 2398711"/>
              <a:gd name="connsiteX91542" fmla="*/ 295986 w 2119654"/>
              <a:gd name="connsiteY91542" fmla="*/ 1539801 h 2398711"/>
              <a:gd name="connsiteX91543" fmla="*/ 810699 w 2119654"/>
              <a:gd name="connsiteY91543" fmla="*/ 380773 h 2398711"/>
              <a:gd name="connsiteX91544" fmla="*/ 810577 w 2119654"/>
              <a:gd name="connsiteY91544" fmla="*/ 381173 h 2398711"/>
              <a:gd name="connsiteX91545" fmla="*/ 810995 w 2119654"/>
              <a:gd name="connsiteY91545" fmla="*/ 381524 h 2398711"/>
              <a:gd name="connsiteX91546" fmla="*/ 811084 w 2119654"/>
              <a:gd name="connsiteY91546" fmla="*/ 381148 h 2398711"/>
              <a:gd name="connsiteX91547" fmla="*/ 800044 w 2119654"/>
              <a:gd name="connsiteY91547" fmla="*/ 404469 h 2398711"/>
              <a:gd name="connsiteX91548" fmla="*/ 798592 w 2119654"/>
              <a:gd name="connsiteY91548" fmla="*/ 409466 h 2398711"/>
              <a:gd name="connsiteX91549" fmla="*/ 798662 w 2119654"/>
              <a:gd name="connsiteY91549" fmla="*/ 411577 h 2398711"/>
              <a:gd name="connsiteX91550" fmla="*/ 799847 w 2119654"/>
              <a:gd name="connsiteY91550" fmla="*/ 412832 h 2398711"/>
              <a:gd name="connsiteX91551" fmla="*/ 801480 w 2119654"/>
              <a:gd name="connsiteY91551" fmla="*/ 410673 h 2398711"/>
              <a:gd name="connsiteX91552" fmla="*/ 802418 w 2119654"/>
              <a:gd name="connsiteY91552" fmla="*/ 407441 h 2398711"/>
              <a:gd name="connsiteX91553" fmla="*/ 760978 w 2119654"/>
              <a:gd name="connsiteY91553" fmla="*/ 491938 h 2398711"/>
              <a:gd name="connsiteX91554" fmla="*/ 761181 w 2119654"/>
              <a:gd name="connsiteY91554" fmla="*/ 494725 h 2398711"/>
              <a:gd name="connsiteX91555" fmla="*/ 761807 w 2119654"/>
              <a:gd name="connsiteY91555" fmla="*/ 493236 h 2398711"/>
              <a:gd name="connsiteX91556" fmla="*/ 773993 w 2119654"/>
              <a:gd name="connsiteY91556" fmla="*/ 462733 h 2398711"/>
              <a:gd name="connsiteX91557" fmla="*/ 774425 w 2119654"/>
              <a:gd name="connsiteY91557" fmla="*/ 463247 h 2398711"/>
              <a:gd name="connsiteX91558" fmla="*/ 774468 w 2119654"/>
              <a:gd name="connsiteY91558" fmla="*/ 463147 h 2398711"/>
              <a:gd name="connsiteX91559" fmla="*/ 323441 w 2119654"/>
              <a:gd name="connsiteY91559" fmla="*/ 1471282 h 2398711"/>
              <a:gd name="connsiteX91560" fmla="*/ 323830 w 2119654"/>
              <a:gd name="connsiteY91560" fmla="*/ 1471770 h 2398711"/>
              <a:gd name="connsiteX91561" fmla="*/ 323966 w 2119654"/>
              <a:gd name="connsiteY91561" fmla="*/ 1471817 h 2398711"/>
              <a:gd name="connsiteX91562" fmla="*/ 324626 w 2119654"/>
              <a:gd name="connsiteY91562" fmla="*/ 1472033 h 2398711"/>
              <a:gd name="connsiteX91563" fmla="*/ 813136 w 2119654"/>
              <a:gd name="connsiteY91563" fmla="*/ 374706 h 2398711"/>
              <a:gd name="connsiteX91564" fmla="*/ 812612 w 2119654"/>
              <a:gd name="connsiteY91564" fmla="*/ 376937 h 2398711"/>
              <a:gd name="connsiteX91565" fmla="*/ 811943 w 2119654"/>
              <a:gd name="connsiteY91565" fmla="*/ 381467 h 2398711"/>
              <a:gd name="connsiteX91566" fmla="*/ 814500 w 2119654"/>
              <a:gd name="connsiteY91566" fmla="*/ 383961 h 2398711"/>
              <a:gd name="connsiteX91567" fmla="*/ 814603 w 2119654"/>
              <a:gd name="connsiteY91567" fmla="*/ 383232 h 2398711"/>
              <a:gd name="connsiteX91568" fmla="*/ 814954 w 2119654"/>
              <a:gd name="connsiteY91568" fmla="*/ 382896 h 2398711"/>
              <a:gd name="connsiteX91569" fmla="*/ 814767 w 2119654"/>
              <a:gd name="connsiteY91569" fmla="*/ 384221 h 2398711"/>
              <a:gd name="connsiteX91570" fmla="*/ 816390 w 2119654"/>
              <a:gd name="connsiteY91570" fmla="*/ 385806 h 2398711"/>
              <a:gd name="connsiteX91571" fmla="*/ 818345 w 2119654"/>
              <a:gd name="connsiteY91571" fmla="*/ 380222 h 2398711"/>
              <a:gd name="connsiteX91572" fmla="*/ 768721 w 2119654"/>
              <a:gd name="connsiteY91572" fmla="*/ 474114 h 2398711"/>
              <a:gd name="connsiteX91573" fmla="*/ 768688 w 2119654"/>
              <a:gd name="connsiteY91573" fmla="*/ 474319 h 2398711"/>
              <a:gd name="connsiteX91574" fmla="*/ 768772 w 2119654"/>
              <a:gd name="connsiteY91574" fmla="*/ 474355 h 2398711"/>
              <a:gd name="connsiteX91575" fmla="*/ 768785 w 2119654"/>
              <a:gd name="connsiteY91575" fmla="*/ 474164 h 2398711"/>
              <a:gd name="connsiteX91576" fmla="*/ 325691 w 2119654"/>
              <a:gd name="connsiteY91576" fmla="*/ 1466058 h 2398711"/>
              <a:gd name="connsiteX91577" fmla="*/ 327813 w 2119654"/>
              <a:gd name="connsiteY91577" fmla="*/ 1468404 h 2398711"/>
              <a:gd name="connsiteX91578" fmla="*/ 327861 w 2119654"/>
              <a:gd name="connsiteY91578" fmla="*/ 1468267 h 2398711"/>
              <a:gd name="connsiteX91579" fmla="*/ 327238 w 2119654"/>
              <a:gd name="connsiteY91579" fmla="*/ 1466878 h 2398711"/>
              <a:gd name="connsiteX91580" fmla="*/ 327123 w 2119654"/>
              <a:gd name="connsiteY91580" fmla="*/ 1466711 h 2398711"/>
              <a:gd name="connsiteX91581" fmla="*/ 769642 w 2119654"/>
              <a:gd name="connsiteY91581" fmla="*/ 471938 h 2398711"/>
              <a:gd name="connsiteX91582" fmla="*/ 770504 w 2119654"/>
              <a:gd name="connsiteY91582" fmla="*/ 472564 h 2398711"/>
              <a:gd name="connsiteX91583" fmla="*/ 770873 w 2119654"/>
              <a:gd name="connsiteY91583" fmla="*/ 471688 h 2398711"/>
              <a:gd name="connsiteX91584" fmla="*/ 770343 w 2119654"/>
              <a:gd name="connsiteY91584" fmla="*/ 470980 h 2398711"/>
              <a:gd name="connsiteX91585" fmla="*/ 260478 w 2119654"/>
              <a:gd name="connsiteY91585" fmla="*/ 1612000 h 2398711"/>
              <a:gd name="connsiteX91586" fmla="*/ 266492 w 2119654"/>
              <a:gd name="connsiteY91586" fmla="*/ 1621111 h 2398711"/>
              <a:gd name="connsiteX91587" fmla="*/ 274648 w 2119654"/>
              <a:gd name="connsiteY91587" fmla="*/ 1629745 h 2398711"/>
              <a:gd name="connsiteX91588" fmla="*/ 276716 w 2119654"/>
              <a:gd name="connsiteY91588" fmla="*/ 1631598 h 2398711"/>
              <a:gd name="connsiteX91589" fmla="*/ 282236 w 2119654"/>
              <a:gd name="connsiteY91589" fmla="*/ 1619652 h 2398711"/>
              <a:gd name="connsiteX91590" fmla="*/ 281425 w 2119654"/>
              <a:gd name="connsiteY91590" fmla="*/ 1619303 h 2398711"/>
              <a:gd name="connsiteX91591" fmla="*/ 736148 w 2119654"/>
              <a:gd name="connsiteY91591" fmla="*/ 546806 h 2398711"/>
              <a:gd name="connsiteX91592" fmla="*/ 736062 w 2119654"/>
              <a:gd name="connsiteY91592" fmla="*/ 547188 h 2398711"/>
              <a:gd name="connsiteX91593" fmla="*/ 736192 w 2119654"/>
              <a:gd name="connsiteY91593" fmla="*/ 547308 h 2398711"/>
              <a:gd name="connsiteX91594" fmla="*/ 301005 w 2119654"/>
              <a:gd name="connsiteY91594" fmla="*/ 1521021 h 2398711"/>
              <a:gd name="connsiteX91595" fmla="*/ 302542 w 2119654"/>
              <a:gd name="connsiteY91595" fmla="*/ 1522232 h 2398711"/>
              <a:gd name="connsiteX91596" fmla="*/ 301431 w 2119654"/>
              <a:gd name="connsiteY91596" fmla="*/ 1520601 h 2398711"/>
              <a:gd name="connsiteX91597" fmla="*/ 789513 w 2119654"/>
              <a:gd name="connsiteY91597" fmla="*/ 427061 h 2398711"/>
              <a:gd name="connsiteX91598" fmla="*/ 792265 w 2119654"/>
              <a:gd name="connsiteY91598" fmla="*/ 429520 h 2398711"/>
              <a:gd name="connsiteX91599" fmla="*/ 792666 w 2119654"/>
              <a:gd name="connsiteY91599" fmla="*/ 428142 h 2398711"/>
              <a:gd name="connsiteX91600" fmla="*/ 792149 w 2119654"/>
              <a:gd name="connsiteY91600" fmla="*/ 427433 h 2398711"/>
              <a:gd name="connsiteX91601" fmla="*/ 790464 w 2119654"/>
              <a:gd name="connsiteY91601" fmla="*/ 425803 h 2398711"/>
              <a:gd name="connsiteX91602" fmla="*/ 310761 w 2119654"/>
              <a:gd name="connsiteY91602" fmla="*/ 1499039 h 2398711"/>
              <a:gd name="connsiteX91603" fmla="*/ 310891 w 2119654"/>
              <a:gd name="connsiteY91603" fmla="*/ 1499216 h 2398711"/>
              <a:gd name="connsiteX91604" fmla="*/ 311112 w 2119654"/>
              <a:gd name="connsiteY91604" fmla="*/ 1499280 h 2398711"/>
              <a:gd name="connsiteX91605" fmla="*/ 242217 w 2119654"/>
              <a:gd name="connsiteY91605" fmla="*/ 1652466 h 2398711"/>
              <a:gd name="connsiteX91606" fmla="*/ 258851 w 2119654"/>
              <a:gd name="connsiteY91606" fmla="*/ 1665427 h 2398711"/>
              <a:gd name="connsiteX91607" fmla="*/ 260429 w 2119654"/>
              <a:gd name="connsiteY91607" fmla="*/ 1665927 h 2398711"/>
              <a:gd name="connsiteX91608" fmla="*/ 260927 w 2119654"/>
              <a:gd name="connsiteY91608" fmla="*/ 1665955 h 2398711"/>
              <a:gd name="connsiteX91609" fmla="*/ 262879 w 2119654"/>
              <a:gd name="connsiteY91609" fmla="*/ 1661573 h 2398711"/>
              <a:gd name="connsiteX91610" fmla="*/ 262138 w 2119654"/>
              <a:gd name="connsiteY91610" fmla="*/ 1660910 h 2398711"/>
              <a:gd name="connsiteX91611" fmla="*/ 248451 w 2119654"/>
              <a:gd name="connsiteY91611" fmla="*/ 1655277 h 2398711"/>
              <a:gd name="connsiteX91612" fmla="*/ 738744 w 2119654"/>
              <a:gd name="connsiteY91612" fmla="*/ 540340 h 2398711"/>
              <a:gd name="connsiteX91613" fmla="*/ 739511 w 2119654"/>
              <a:gd name="connsiteY91613" fmla="*/ 543170 h 2398711"/>
              <a:gd name="connsiteX91614" fmla="*/ 740809 w 2119654"/>
              <a:gd name="connsiteY91614" fmla="*/ 544655 h 2398711"/>
              <a:gd name="connsiteX91615" fmla="*/ 741836 w 2119654"/>
              <a:gd name="connsiteY91615" fmla="*/ 542118 h 2398711"/>
              <a:gd name="connsiteX91616" fmla="*/ 738914 w 2119654"/>
              <a:gd name="connsiteY91616" fmla="*/ 540407 h 2398711"/>
              <a:gd name="connsiteX91617" fmla="*/ 291624 w 2119654"/>
              <a:gd name="connsiteY91617" fmla="*/ 1541528 h 2398711"/>
              <a:gd name="connsiteX91618" fmla="*/ 293459 w 2119654"/>
              <a:gd name="connsiteY91618" fmla="*/ 1543871 h 2398711"/>
              <a:gd name="connsiteX91619" fmla="*/ 293578 w 2119654"/>
              <a:gd name="connsiteY91619" fmla="*/ 1543963 h 2398711"/>
              <a:gd name="connsiteX91620" fmla="*/ 294978 w 2119654"/>
              <a:gd name="connsiteY91620" fmla="*/ 1544398 h 2398711"/>
              <a:gd name="connsiteX91621" fmla="*/ 292464 w 2119654"/>
              <a:gd name="connsiteY91621" fmla="*/ 1541698 h 2398711"/>
              <a:gd name="connsiteX91622" fmla="*/ 788866 w 2119654"/>
              <a:gd name="connsiteY91622" fmla="*/ 427917 h 2398711"/>
              <a:gd name="connsiteX91623" fmla="*/ 787105 w 2119654"/>
              <a:gd name="connsiteY91623" fmla="*/ 434735 h 2398711"/>
              <a:gd name="connsiteX91624" fmla="*/ 790492 w 2119654"/>
              <a:gd name="connsiteY91624" fmla="*/ 436088 h 2398711"/>
              <a:gd name="connsiteX91625" fmla="*/ 791270 w 2119654"/>
              <a:gd name="connsiteY91625" fmla="*/ 432948 h 2398711"/>
              <a:gd name="connsiteX91626" fmla="*/ 792085 w 2119654"/>
              <a:gd name="connsiteY91626" fmla="*/ 430142 h 2398711"/>
              <a:gd name="connsiteX91627" fmla="*/ 789255 w 2119654"/>
              <a:gd name="connsiteY91627" fmla="*/ 427403 h 2398711"/>
              <a:gd name="connsiteX91628" fmla="*/ 754675 w 2119654"/>
              <a:gd name="connsiteY91628" fmla="*/ 504115 h 2398711"/>
              <a:gd name="connsiteX91629" fmla="*/ 754733 w 2119654"/>
              <a:gd name="connsiteY91629" fmla="*/ 505441 h 2398711"/>
              <a:gd name="connsiteX91630" fmla="*/ 756108 w 2119654"/>
              <a:gd name="connsiteY91630" fmla="*/ 506881 h 2398711"/>
              <a:gd name="connsiteX91631" fmla="*/ 756687 w 2119654"/>
              <a:gd name="connsiteY91631" fmla="*/ 505451 h 2398711"/>
              <a:gd name="connsiteX91632" fmla="*/ 756719 w 2119654"/>
              <a:gd name="connsiteY91632" fmla="*/ 505215 h 2398711"/>
              <a:gd name="connsiteX91633" fmla="*/ 868841 w 2119654"/>
              <a:gd name="connsiteY91633" fmla="*/ 248326 h 2398711"/>
              <a:gd name="connsiteX91634" fmla="*/ 861170 w 2119654"/>
              <a:gd name="connsiteY91634" fmla="*/ 267732 h 2398711"/>
              <a:gd name="connsiteX91635" fmla="*/ 872568 w 2119654"/>
              <a:gd name="connsiteY91635" fmla="*/ 280893 h 2398711"/>
              <a:gd name="connsiteX91636" fmla="*/ 873063 w 2119654"/>
              <a:gd name="connsiteY91636" fmla="*/ 278423 h 2398711"/>
              <a:gd name="connsiteX91637" fmla="*/ 872795 w 2119654"/>
              <a:gd name="connsiteY91637" fmla="*/ 277849 h 2398711"/>
              <a:gd name="connsiteX91638" fmla="*/ 865007 w 2119654"/>
              <a:gd name="connsiteY91638" fmla="*/ 261776 h 2398711"/>
              <a:gd name="connsiteX91639" fmla="*/ 865240 w 2119654"/>
              <a:gd name="connsiteY91639" fmla="*/ 261889 h 2398711"/>
              <a:gd name="connsiteX91640" fmla="*/ 873119 w 2119654"/>
              <a:gd name="connsiteY91640" fmla="*/ 278147 h 2398711"/>
              <a:gd name="connsiteX91641" fmla="*/ 875881 w 2119654"/>
              <a:gd name="connsiteY91641" fmla="*/ 264371 h 2398711"/>
              <a:gd name="connsiteX91642" fmla="*/ 871021 w 2119654"/>
              <a:gd name="connsiteY91642" fmla="*/ 253170 h 2398711"/>
              <a:gd name="connsiteX91643" fmla="*/ 738617 w 2119654"/>
              <a:gd name="connsiteY91643" fmla="*/ 539869 h 2398711"/>
              <a:gd name="connsiteX91644" fmla="*/ 738627 w 2119654"/>
              <a:gd name="connsiteY91644" fmla="*/ 539906 h 2398711"/>
              <a:gd name="connsiteX91645" fmla="*/ 741864 w 2119654"/>
              <a:gd name="connsiteY91645" fmla="*/ 541198 h 2398711"/>
              <a:gd name="connsiteX91646" fmla="*/ 741525 w 2119654"/>
              <a:gd name="connsiteY91646" fmla="*/ 540249 h 2398711"/>
              <a:gd name="connsiteX91647" fmla="*/ 739375 w 2119654"/>
              <a:gd name="connsiteY91647" fmla="*/ 538742 h 2398711"/>
              <a:gd name="connsiteX91648" fmla="*/ 299914 w 2119654"/>
              <a:gd name="connsiteY91648" fmla="*/ 1522096 h 2398711"/>
              <a:gd name="connsiteX91649" fmla="*/ 300625 w 2119654"/>
              <a:gd name="connsiteY91649" fmla="*/ 1522778 h 2398711"/>
              <a:gd name="connsiteX91650" fmla="*/ 302605 w 2119654"/>
              <a:gd name="connsiteY91650" fmla="*/ 1524101 h 2398711"/>
              <a:gd name="connsiteX91651" fmla="*/ 304771 w 2119654"/>
              <a:gd name="connsiteY91651" fmla="*/ 1525505 h 2398711"/>
              <a:gd name="connsiteX91652" fmla="*/ 303120 w 2119654"/>
              <a:gd name="connsiteY91652" fmla="*/ 1523080 h 2398711"/>
              <a:gd name="connsiteX91653" fmla="*/ 301995 w 2119654"/>
              <a:gd name="connsiteY91653" fmla="*/ 1522194 h 2398711"/>
              <a:gd name="connsiteX91654" fmla="*/ 300798 w 2119654"/>
              <a:gd name="connsiteY91654" fmla="*/ 1521225 h 2398711"/>
              <a:gd name="connsiteX91655" fmla="*/ 769693 w 2119654"/>
              <a:gd name="connsiteY91655" fmla="*/ 470107 h 2398711"/>
              <a:gd name="connsiteX91656" fmla="*/ 769665 w 2119654"/>
              <a:gd name="connsiteY91656" fmla="*/ 470507 h 2398711"/>
              <a:gd name="connsiteX91657" fmla="*/ 769826 w 2119654"/>
              <a:gd name="connsiteY91657" fmla="*/ 470286 h 2398711"/>
              <a:gd name="connsiteX91658" fmla="*/ 748087 w 2119654"/>
              <a:gd name="connsiteY91658" fmla="*/ 518267 h 2398711"/>
              <a:gd name="connsiteX91659" fmla="*/ 748428 w 2119654"/>
              <a:gd name="connsiteY91659" fmla="*/ 520350 h 2398711"/>
              <a:gd name="connsiteX91660" fmla="*/ 748712 w 2119654"/>
              <a:gd name="connsiteY91660" fmla="*/ 520549 h 2398711"/>
              <a:gd name="connsiteX91661" fmla="*/ 749000 w 2119654"/>
              <a:gd name="connsiteY91661" fmla="*/ 519620 h 2398711"/>
              <a:gd name="connsiteX91662" fmla="*/ 775494 w 2119654"/>
              <a:gd name="connsiteY91662" fmla="*/ 456772 h 2398711"/>
              <a:gd name="connsiteX91663" fmla="*/ 776603 w 2119654"/>
              <a:gd name="connsiteY91663" fmla="*/ 458073 h 2398711"/>
              <a:gd name="connsiteX91664" fmla="*/ 776672 w 2119654"/>
              <a:gd name="connsiteY91664" fmla="*/ 457906 h 2398711"/>
              <a:gd name="connsiteX91665" fmla="*/ 776854 w 2119654"/>
              <a:gd name="connsiteY91665" fmla="*/ 457806 h 2398711"/>
              <a:gd name="connsiteX91666" fmla="*/ 307500 w 2119654"/>
              <a:gd name="connsiteY91666" fmla="*/ 1504636 h 2398711"/>
              <a:gd name="connsiteX91667" fmla="*/ 308007 w 2119654"/>
              <a:gd name="connsiteY91667" fmla="*/ 1505383 h 2398711"/>
              <a:gd name="connsiteX91668" fmla="*/ 312465 w 2119654"/>
              <a:gd name="connsiteY91668" fmla="*/ 1508249 h 2398711"/>
              <a:gd name="connsiteX91669" fmla="*/ 312722 w 2119654"/>
              <a:gd name="connsiteY91669" fmla="*/ 1507995 h 2398711"/>
              <a:gd name="connsiteX91670" fmla="*/ 310041 w 2119654"/>
              <a:gd name="connsiteY91670" fmla="*/ 1505954 h 2398711"/>
              <a:gd name="connsiteX91671" fmla="*/ 789623 w 2119654"/>
              <a:gd name="connsiteY91671" fmla="*/ 424988 h 2398711"/>
              <a:gd name="connsiteX91672" fmla="*/ 789167 w 2119654"/>
              <a:gd name="connsiteY91672" fmla="*/ 426752 h 2398711"/>
              <a:gd name="connsiteX91673" fmla="*/ 789261 w 2119654"/>
              <a:gd name="connsiteY91673" fmla="*/ 426836 h 2398711"/>
              <a:gd name="connsiteX91674" fmla="*/ 790220 w 2119654"/>
              <a:gd name="connsiteY91674" fmla="*/ 425566 h 2398711"/>
              <a:gd name="connsiteX91675" fmla="*/ 808365 w 2119654"/>
              <a:gd name="connsiteY91675" fmla="*/ 382800 h 2398711"/>
              <a:gd name="connsiteX91676" fmla="*/ 808506 w 2119654"/>
              <a:gd name="connsiteY91676" fmla="*/ 385558 h 2398711"/>
              <a:gd name="connsiteX91677" fmla="*/ 808877 w 2119654"/>
              <a:gd name="connsiteY91677" fmla="*/ 386193 h 2398711"/>
              <a:gd name="connsiteX91678" fmla="*/ 809582 w 2119654"/>
              <a:gd name="connsiteY91678" fmla="*/ 383884 h 2398711"/>
              <a:gd name="connsiteX91679" fmla="*/ 754223 w 2119654"/>
              <a:gd name="connsiteY91679" fmla="*/ 503872 h 2398711"/>
              <a:gd name="connsiteX91680" fmla="*/ 753981 w 2119654"/>
              <a:gd name="connsiteY91680" fmla="*/ 504653 h 2398711"/>
              <a:gd name="connsiteX91681" fmla="*/ 754324 w 2119654"/>
              <a:gd name="connsiteY91681" fmla="*/ 505013 h 2398711"/>
              <a:gd name="connsiteX91682" fmla="*/ 754276 w 2119654"/>
              <a:gd name="connsiteY91682" fmla="*/ 503901 h 2398711"/>
              <a:gd name="connsiteX91683" fmla="*/ 299158 w 2119654"/>
              <a:gd name="connsiteY91683" fmla="*/ 1522843 h 2398711"/>
              <a:gd name="connsiteX91684" fmla="*/ 302099 w 2119654"/>
              <a:gd name="connsiteY91684" fmla="*/ 1524726 h 2398711"/>
              <a:gd name="connsiteX91685" fmla="*/ 299642 w 2119654"/>
              <a:gd name="connsiteY91685" fmla="*/ 1522366 h 2398711"/>
              <a:gd name="connsiteX91686" fmla="*/ 312929 w 2119654"/>
              <a:gd name="connsiteY91686" fmla="*/ 1491866 h 2398711"/>
              <a:gd name="connsiteX91687" fmla="*/ 313219 w 2119654"/>
              <a:gd name="connsiteY91687" fmla="*/ 1492303 h 2398711"/>
              <a:gd name="connsiteX91688" fmla="*/ 317545 w 2119654"/>
              <a:gd name="connsiteY91688" fmla="*/ 1495043 h 2398711"/>
              <a:gd name="connsiteX91689" fmla="*/ 317329 w 2119654"/>
              <a:gd name="connsiteY91689" fmla="*/ 1494591 h 2398711"/>
              <a:gd name="connsiteX91690" fmla="*/ 735503 w 2119654"/>
              <a:gd name="connsiteY91690" fmla="*/ 545329 h 2398711"/>
              <a:gd name="connsiteX91691" fmla="*/ 735564 w 2119654"/>
              <a:gd name="connsiteY91691" fmla="*/ 546733 h 2398711"/>
              <a:gd name="connsiteX91692" fmla="*/ 735978 w 2119654"/>
              <a:gd name="connsiteY91692" fmla="*/ 547111 h 2398711"/>
              <a:gd name="connsiteX91693" fmla="*/ 736119 w 2119654"/>
              <a:gd name="connsiteY91693" fmla="*/ 546483 h 2398711"/>
              <a:gd name="connsiteX91694" fmla="*/ 736074 w 2119654"/>
              <a:gd name="connsiteY91694" fmla="*/ 545976 h 2398711"/>
              <a:gd name="connsiteX91695" fmla="*/ 790199 w 2119654"/>
              <a:gd name="connsiteY91695" fmla="*/ 422755 h 2398711"/>
              <a:gd name="connsiteX91696" fmla="*/ 789988 w 2119654"/>
              <a:gd name="connsiteY91696" fmla="*/ 423575 h 2398711"/>
              <a:gd name="connsiteX91697" fmla="*/ 790991 w 2119654"/>
              <a:gd name="connsiteY91697" fmla="*/ 424546 h 2398711"/>
              <a:gd name="connsiteX91698" fmla="*/ 791847 w 2119654"/>
              <a:gd name="connsiteY91698" fmla="*/ 423413 h 2398711"/>
              <a:gd name="connsiteX91699" fmla="*/ 798910 w 2119654"/>
              <a:gd name="connsiteY91699" fmla="*/ 403050 h 2398711"/>
              <a:gd name="connsiteX91700" fmla="*/ 798533 w 2119654"/>
              <a:gd name="connsiteY91700" fmla="*/ 407688 h 2398711"/>
              <a:gd name="connsiteX91701" fmla="*/ 798540 w 2119654"/>
              <a:gd name="connsiteY91701" fmla="*/ 407920 h 2398711"/>
              <a:gd name="connsiteX91702" fmla="*/ 799676 w 2119654"/>
              <a:gd name="connsiteY91702" fmla="*/ 404009 h 2398711"/>
              <a:gd name="connsiteX91703" fmla="*/ 266754 w 2119654"/>
              <a:gd name="connsiteY91703" fmla="*/ 1594607 h 2398711"/>
              <a:gd name="connsiteX91704" fmla="*/ 271437 w 2119654"/>
              <a:gd name="connsiteY91704" fmla="*/ 1597931 h 2398711"/>
              <a:gd name="connsiteX91705" fmla="*/ 275787 w 2119654"/>
              <a:gd name="connsiteY91705" fmla="*/ 1598814 h 2398711"/>
              <a:gd name="connsiteX91706" fmla="*/ 272411 w 2119654"/>
              <a:gd name="connsiteY91706" fmla="*/ 1596100 h 2398711"/>
              <a:gd name="connsiteX91707" fmla="*/ 735475 w 2119654"/>
              <a:gd name="connsiteY91707" fmla="*/ 544696 h 2398711"/>
              <a:gd name="connsiteX91708" fmla="*/ 735493 w 2119654"/>
              <a:gd name="connsiteY91708" fmla="*/ 545108 h 2398711"/>
              <a:gd name="connsiteX91709" fmla="*/ 736052 w 2119654"/>
              <a:gd name="connsiteY91709" fmla="*/ 545741 h 2398711"/>
              <a:gd name="connsiteX91710" fmla="*/ 735988 w 2119654"/>
              <a:gd name="connsiteY91710" fmla="*/ 545024 h 2398711"/>
              <a:gd name="connsiteX91711" fmla="*/ 790652 w 2119654"/>
              <a:gd name="connsiteY91711" fmla="*/ 421005 h 2398711"/>
              <a:gd name="connsiteX91712" fmla="*/ 790408 w 2119654"/>
              <a:gd name="connsiteY91712" fmla="*/ 421949 h 2398711"/>
              <a:gd name="connsiteX91713" fmla="*/ 792343 w 2119654"/>
              <a:gd name="connsiteY91713" fmla="*/ 422722 h 2398711"/>
              <a:gd name="connsiteX91714" fmla="*/ 767771 w 2119654"/>
              <a:gd name="connsiteY91714" fmla="*/ 472118 h 2398711"/>
              <a:gd name="connsiteX91715" fmla="*/ 767767 w 2119654"/>
              <a:gd name="connsiteY91715" fmla="*/ 472483 h 2398711"/>
              <a:gd name="connsiteX91716" fmla="*/ 767999 w 2119654"/>
              <a:gd name="connsiteY91716" fmla="*/ 472646 h 2398711"/>
              <a:gd name="connsiteX91717" fmla="*/ 768029 w 2119654"/>
              <a:gd name="connsiteY91717" fmla="*/ 472463 h 2398711"/>
              <a:gd name="connsiteX91718" fmla="*/ 753696 w 2119654"/>
              <a:gd name="connsiteY91718" fmla="*/ 503589 h 2398711"/>
              <a:gd name="connsiteX91719" fmla="*/ 753641 w 2119654"/>
              <a:gd name="connsiteY91719" fmla="*/ 504109 h 2398711"/>
              <a:gd name="connsiteX91720" fmla="*/ 753735 w 2119654"/>
              <a:gd name="connsiteY91720" fmla="*/ 504358 h 2398711"/>
              <a:gd name="connsiteX91721" fmla="*/ 753934 w 2119654"/>
              <a:gd name="connsiteY91721" fmla="*/ 503717 h 2398711"/>
              <a:gd name="connsiteX91722" fmla="*/ 764293 w 2119654"/>
              <a:gd name="connsiteY91722" fmla="*/ 479856 h 2398711"/>
              <a:gd name="connsiteX91723" fmla="*/ 766628 w 2119654"/>
              <a:gd name="connsiteY91723" fmla="*/ 481248 h 2398711"/>
              <a:gd name="connsiteX91724" fmla="*/ 766682 w 2119654"/>
              <a:gd name="connsiteY91724" fmla="*/ 480912 h 2398711"/>
              <a:gd name="connsiteX91725" fmla="*/ 766709 w 2119654"/>
              <a:gd name="connsiteY91725" fmla="*/ 477269 h 2398711"/>
              <a:gd name="connsiteX91726" fmla="*/ 766761 w 2119654"/>
              <a:gd name="connsiteY91726" fmla="*/ 476186 h 2398711"/>
              <a:gd name="connsiteX91727" fmla="*/ 299756 w 2119654"/>
              <a:gd name="connsiteY91727" fmla="*/ 1520036 h 2398711"/>
              <a:gd name="connsiteX91728" fmla="*/ 300177 w 2119654"/>
              <a:gd name="connsiteY91728" fmla="*/ 1520368 h 2398711"/>
              <a:gd name="connsiteX91729" fmla="*/ 300420 w 2119654"/>
              <a:gd name="connsiteY91729" fmla="*/ 1520129 h 2398711"/>
              <a:gd name="connsiteX91730" fmla="*/ 803949 w 2119654"/>
              <a:gd name="connsiteY91730" fmla="*/ 391027 h 2398711"/>
              <a:gd name="connsiteX91731" fmla="*/ 800364 w 2119654"/>
              <a:gd name="connsiteY91731" fmla="*/ 403364 h 2398711"/>
              <a:gd name="connsiteX91732" fmla="*/ 802740 w 2119654"/>
              <a:gd name="connsiteY91732" fmla="*/ 406337 h 2398711"/>
              <a:gd name="connsiteX91733" fmla="*/ 802909 w 2119654"/>
              <a:gd name="connsiteY91733" fmla="*/ 405751 h 2398711"/>
              <a:gd name="connsiteX91734" fmla="*/ 803869 w 2119654"/>
              <a:gd name="connsiteY91734" fmla="*/ 402606 h 2398711"/>
              <a:gd name="connsiteX91735" fmla="*/ 802892 w 2119654"/>
              <a:gd name="connsiteY91735" fmla="*/ 402043 h 2398711"/>
              <a:gd name="connsiteX91736" fmla="*/ 803123 w 2119654"/>
              <a:gd name="connsiteY91736" fmla="*/ 402011 h 2398711"/>
              <a:gd name="connsiteX91737" fmla="*/ 803912 w 2119654"/>
              <a:gd name="connsiteY91737" fmla="*/ 402465 h 2398711"/>
              <a:gd name="connsiteX91738" fmla="*/ 806271 w 2119654"/>
              <a:gd name="connsiteY91738" fmla="*/ 394736 h 2398711"/>
              <a:gd name="connsiteX91739" fmla="*/ 731287 w 2119654"/>
              <a:gd name="connsiteY91739" fmla="*/ 553649 h 2398711"/>
              <a:gd name="connsiteX91740" fmla="*/ 731922 w 2119654"/>
              <a:gd name="connsiteY91740" fmla="*/ 556559 h 2398711"/>
              <a:gd name="connsiteX91741" fmla="*/ 733676 w 2119654"/>
              <a:gd name="connsiteY91741" fmla="*/ 557381 h 2398711"/>
              <a:gd name="connsiteX91742" fmla="*/ 733969 w 2119654"/>
              <a:gd name="connsiteY91742" fmla="*/ 556070 h 2398711"/>
              <a:gd name="connsiteX91743" fmla="*/ 732266 w 2119654"/>
              <a:gd name="connsiteY91743" fmla="*/ 554221 h 2398711"/>
              <a:gd name="connsiteX91744" fmla="*/ 319740 w 2119654"/>
              <a:gd name="connsiteY91744" fmla="*/ 1475166 h 2398711"/>
              <a:gd name="connsiteX91745" fmla="*/ 323306 w 2119654"/>
              <a:gd name="connsiteY91745" fmla="*/ 1481280 h 2398711"/>
              <a:gd name="connsiteX91746" fmla="*/ 323902 w 2119654"/>
              <a:gd name="connsiteY91746" fmla="*/ 1479578 h 2398711"/>
              <a:gd name="connsiteX91747" fmla="*/ 734596 w 2119654"/>
              <a:gd name="connsiteY91747" fmla="*/ 545847 h 2398711"/>
              <a:gd name="connsiteX91748" fmla="*/ 735146 w 2119654"/>
              <a:gd name="connsiteY91748" fmla="*/ 546350 h 2398711"/>
              <a:gd name="connsiteX91749" fmla="*/ 735092 w 2119654"/>
              <a:gd name="connsiteY91749" fmla="*/ 545110 h 2398711"/>
              <a:gd name="connsiteX91750" fmla="*/ 784934 w 2119654"/>
              <a:gd name="connsiteY91750" fmla="*/ 433118 h 2398711"/>
              <a:gd name="connsiteX91751" fmla="*/ 785930 w 2119654"/>
              <a:gd name="connsiteY91751" fmla="*/ 434266 h 2398711"/>
              <a:gd name="connsiteX91752" fmla="*/ 786897 w 2119654"/>
              <a:gd name="connsiteY91752" fmla="*/ 434652 h 2398711"/>
              <a:gd name="connsiteX91753" fmla="*/ 788518 w 2119654"/>
              <a:gd name="connsiteY91753" fmla="*/ 428378 h 2398711"/>
              <a:gd name="connsiteX91754" fmla="*/ 290039 w 2119654"/>
              <a:gd name="connsiteY91754" fmla="*/ 1541206 h 2398711"/>
              <a:gd name="connsiteX91755" fmla="*/ 291736 w 2119654"/>
              <a:gd name="connsiteY91755" fmla="*/ 1542528 h 2398711"/>
              <a:gd name="connsiteX91756" fmla="*/ 290825 w 2119654"/>
              <a:gd name="connsiteY91756" fmla="*/ 1541366 h 2398711"/>
              <a:gd name="connsiteX91757" fmla="*/ 319705 w 2119654"/>
              <a:gd name="connsiteY91757" fmla="*/ 1474651 h 2398711"/>
              <a:gd name="connsiteX91758" fmla="*/ 320007 w 2119654"/>
              <a:gd name="connsiteY91758" fmla="*/ 1474972 h 2398711"/>
              <a:gd name="connsiteX91759" fmla="*/ 324110 w 2119654"/>
              <a:gd name="connsiteY91759" fmla="*/ 1478985 h 2398711"/>
              <a:gd name="connsiteX91760" fmla="*/ 324778 w 2119654"/>
              <a:gd name="connsiteY91760" fmla="*/ 1477076 h 2398711"/>
              <a:gd name="connsiteX91761" fmla="*/ 323909 w 2119654"/>
              <a:gd name="connsiteY91761" fmla="*/ 1475986 h 2398711"/>
              <a:gd name="connsiteX91762" fmla="*/ 784305 w 2119654"/>
              <a:gd name="connsiteY91762" fmla="*/ 434279 h 2398711"/>
              <a:gd name="connsiteX91763" fmla="*/ 785906 w 2119654"/>
              <a:gd name="connsiteY91763" fmla="*/ 438484 h 2398711"/>
              <a:gd name="connsiteX91764" fmla="*/ 786524 w 2119654"/>
              <a:gd name="connsiteY91764" fmla="*/ 436093 h 2398711"/>
              <a:gd name="connsiteX91765" fmla="*/ 785433 w 2119654"/>
              <a:gd name="connsiteY91765" fmla="*/ 434729 h 2398711"/>
              <a:gd name="connsiteX91766" fmla="*/ 882712 w 2119654"/>
              <a:gd name="connsiteY91766" fmla="*/ 213830 h 2398711"/>
              <a:gd name="connsiteX91767" fmla="*/ 876522 w 2119654"/>
              <a:gd name="connsiteY91767" fmla="*/ 228895 h 2398711"/>
              <a:gd name="connsiteX91768" fmla="*/ 868942 w 2119654"/>
              <a:gd name="connsiteY91768" fmla="*/ 248071 h 2398711"/>
              <a:gd name="connsiteX91769" fmla="*/ 876003 w 2119654"/>
              <a:gd name="connsiteY91769" fmla="*/ 263764 h 2398711"/>
              <a:gd name="connsiteX91770" fmla="*/ 879253 w 2119654"/>
              <a:gd name="connsiteY91770" fmla="*/ 247551 h 2398711"/>
              <a:gd name="connsiteX91771" fmla="*/ 885828 w 2119654"/>
              <a:gd name="connsiteY91771" fmla="*/ 216905 h 2398711"/>
              <a:gd name="connsiteX91772" fmla="*/ 784499 w 2119654"/>
              <a:gd name="connsiteY91772" fmla="*/ 433694 h 2398711"/>
              <a:gd name="connsiteX91773" fmla="*/ 784656 w 2119654"/>
              <a:gd name="connsiteY91773" fmla="*/ 433757 h 2398711"/>
              <a:gd name="connsiteX91774" fmla="*/ 784551 w 2119654"/>
              <a:gd name="connsiteY91774" fmla="*/ 433625 h 2398711"/>
              <a:gd name="connsiteX91775" fmla="*/ 731147 w 2119654"/>
              <a:gd name="connsiteY91775" fmla="*/ 553006 h 2398711"/>
              <a:gd name="connsiteX91776" fmla="*/ 731148 w 2119654"/>
              <a:gd name="connsiteY91776" fmla="*/ 553008 h 2398711"/>
              <a:gd name="connsiteX91777" fmla="*/ 731151 w 2119654"/>
              <a:gd name="connsiteY91777" fmla="*/ 553010 h 2398711"/>
              <a:gd name="connsiteX91778" fmla="*/ 311610 w 2119654"/>
              <a:gd name="connsiteY91778" fmla="*/ 1492405 h 2398711"/>
              <a:gd name="connsiteX91779" fmla="*/ 312761 w 2119654"/>
              <a:gd name="connsiteY91779" fmla="*/ 1493625 h 2398711"/>
              <a:gd name="connsiteX91780" fmla="*/ 314120 w 2119654"/>
              <a:gd name="connsiteY91780" fmla="*/ 1494656 h 2398711"/>
              <a:gd name="connsiteX91781" fmla="*/ 313484 w 2119654"/>
              <a:gd name="connsiteY91781" fmla="*/ 1493702 h 2398711"/>
              <a:gd name="connsiteX91782" fmla="*/ 883980 w 2119654"/>
              <a:gd name="connsiteY91782" fmla="*/ 210744 h 2398711"/>
              <a:gd name="connsiteX91783" fmla="*/ 882927 w 2119654"/>
              <a:gd name="connsiteY91783" fmla="*/ 213307 h 2398711"/>
              <a:gd name="connsiteX91784" fmla="*/ 885958 w 2119654"/>
              <a:gd name="connsiteY91784" fmla="*/ 216299 h 2398711"/>
              <a:gd name="connsiteX91785" fmla="*/ 886065 w 2119654"/>
              <a:gd name="connsiteY91785" fmla="*/ 215799 h 2398711"/>
              <a:gd name="connsiteX91786" fmla="*/ 886114 w 2119654"/>
              <a:gd name="connsiteY91786" fmla="*/ 215759 h 2398711"/>
              <a:gd name="connsiteX91787" fmla="*/ 798355 w 2119654"/>
              <a:gd name="connsiteY91787" fmla="*/ 402354 h 2398711"/>
              <a:gd name="connsiteX91788" fmla="*/ 798452 w 2119654"/>
              <a:gd name="connsiteY91788" fmla="*/ 405274 h 2398711"/>
              <a:gd name="connsiteX91789" fmla="*/ 798659 w 2119654"/>
              <a:gd name="connsiteY91789" fmla="*/ 402735 h 2398711"/>
              <a:gd name="connsiteX91790" fmla="*/ 757056 w 2119654"/>
              <a:gd name="connsiteY91790" fmla="*/ 494741 h 2398711"/>
              <a:gd name="connsiteX91791" fmla="*/ 754913 w 2119654"/>
              <a:gd name="connsiteY91791" fmla="*/ 501650 h 2398711"/>
              <a:gd name="connsiteX91792" fmla="*/ 756739 w 2119654"/>
              <a:gd name="connsiteY91792" fmla="*/ 502540 h 2398711"/>
              <a:gd name="connsiteX91793" fmla="*/ 757060 w 2119654"/>
              <a:gd name="connsiteY91793" fmla="*/ 502713 h 2398711"/>
              <a:gd name="connsiteX91794" fmla="*/ 757466 w 2119654"/>
              <a:gd name="connsiteY91794" fmla="*/ 499741 h 2398711"/>
              <a:gd name="connsiteX91795" fmla="*/ 757105 w 2119654"/>
              <a:gd name="connsiteY91795" fmla="*/ 494777 h 2398711"/>
              <a:gd name="connsiteX91796" fmla="*/ 296848 w 2119654"/>
              <a:gd name="connsiteY91796" fmla="*/ 1525120 h 2398711"/>
              <a:gd name="connsiteX91797" fmla="*/ 298047 w 2119654"/>
              <a:gd name="connsiteY91797" fmla="*/ 1527207 h 2398711"/>
              <a:gd name="connsiteX91798" fmla="*/ 305283 w 2119654"/>
              <a:gd name="connsiteY91798" fmla="*/ 1531650 h 2398711"/>
              <a:gd name="connsiteX91799" fmla="*/ 308767 w 2119654"/>
              <a:gd name="connsiteY91799" fmla="*/ 1533464 h 2398711"/>
              <a:gd name="connsiteX91800" fmla="*/ 309170 w 2119654"/>
              <a:gd name="connsiteY91800" fmla="*/ 1531967 h 2398711"/>
              <a:gd name="connsiteX91801" fmla="*/ 309022 w 2119654"/>
              <a:gd name="connsiteY91801" fmla="*/ 1531749 h 2398711"/>
              <a:gd name="connsiteX91802" fmla="*/ 297563 w 2119654"/>
              <a:gd name="connsiteY91802" fmla="*/ 1524415 h 2398711"/>
              <a:gd name="connsiteX91803" fmla="*/ 805172 w 2119654"/>
              <a:gd name="connsiteY91803" fmla="*/ 386814 h 2398711"/>
              <a:gd name="connsiteX91804" fmla="*/ 804302 w 2119654"/>
              <a:gd name="connsiteY91804" fmla="*/ 389810 h 2398711"/>
              <a:gd name="connsiteX91805" fmla="*/ 806636 w 2119654"/>
              <a:gd name="connsiteY91805" fmla="*/ 393538 h 2398711"/>
              <a:gd name="connsiteX91806" fmla="*/ 807401 w 2119654"/>
              <a:gd name="connsiteY91806" fmla="*/ 391031 h 2398711"/>
              <a:gd name="connsiteX91807" fmla="*/ 828180 w 2119654"/>
              <a:gd name="connsiteY91807" fmla="*/ 335013 h 2398711"/>
              <a:gd name="connsiteX91808" fmla="*/ 825986 w 2119654"/>
              <a:gd name="connsiteY91808" fmla="*/ 352496 h 2398711"/>
              <a:gd name="connsiteX91809" fmla="*/ 827123 w 2119654"/>
              <a:gd name="connsiteY91809" fmla="*/ 355131 h 2398711"/>
              <a:gd name="connsiteX91810" fmla="*/ 831483 w 2119654"/>
              <a:gd name="connsiteY91810" fmla="*/ 342665 h 2398711"/>
              <a:gd name="connsiteX91811" fmla="*/ 779913 w 2119654"/>
              <a:gd name="connsiteY91811" fmla="*/ 443089 h 2398711"/>
              <a:gd name="connsiteX91812" fmla="*/ 779901 w 2119654"/>
              <a:gd name="connsiteY91812" fmla="*/ 443199 h 2398711"/>
              <a:gd name="connsiteX91813" fmla="*/ 779581 w 2119654"/>
              <a:gd name="connsiteY91813" fmla="*/ 450782 h 2398711"/>
              <a:gd name="connsiteX91814" fmla="*/ 781862 w 2119654"/>
              <a:gd name="connsiteY91814" fmla="*/ 453846 h 2398711"/>
              <a:gd name="connsiteX91815" fmla="*/ 781980 w 2119654"/>
              <a:gd name="connsiteY91815" fmla="*/ 453685 h 2398711"/>
              <a:gd name="connsiteX91816" fmla="*/ 782776 w 2119654"/>
              <a:gd name="connsiteY91816" fmla="*/ 450603 h 2398711"/>
              <a:gd name="connsiteX91817" fmla="*/ 761772 w 2119654"/>
              <a:gd name="connsiteY91817" fmla="*/ 483601 h 2398711"/>
              <a:gd name="connsiteX91818" fmla="*/ 764391 w 2119654"/>
              <a:gd name="connsiteY91818" fmla="*/ 487092 h 2398711"/>
              <a:gd name="connsiteX91819" fmla="*/ 766494 w 2119654"/>
              <a:gd name="connsiteY91819" fmla="*/ 482095 h 2398711"/>
              <a:gd name="connsiteX91820" fmla="*/ 766524 w 2119654"/>
              <a:gd name="connsiteY91820" fmla="*/ 481904 h 2398711"/>
              <a:gd name="connsiteX91821" fmla="*/ 763949 w 2119654"/>
              <a:gd name="connsiteY91821" fmla="*/ 480367 h 2398711"/>
              <a:gd name="connsiteX91822" fmla="*/ 808196 w 2119654"/>
              <a:gd name="connsiteY91822" fmla="*/ 379520 h 2398711"/>
              <a:gd name="connsiteX91823" fmla="*/ 808342 w 2119654"/>
              <a:gd name="connsiteY91823" fmla="*/ 382369 h 2398711"/>
              <a:gd name="connsiteX91824" fmla="*/ 809689 w 2119654"/>
              <a:gd name="connsiteY91824" fmla="*/ 383535 h 2398711"/>
              <a:gd name="connsiteX91825" fmla="*/ 810359 w 2119654"/>
              <a:gd name="connsiteY91825" fmla="*/ 381336 h 2398711"/>
              <a:gd name="connsiteX91826" fmla="*/ 290095 w 2119654"/>
              <a:gd name="connsiteY91826" fmla="*/ 1539576 h 2398711"/>
              <a:gd name="connsiteX91827" fmla="*/ 291244 w 2119654"/>
              <a:gd name="connsiteY91827" fmla="*/ 1541042 h 2398711"/>
              <a:gd name="connsiteX91828" fmla="*/ 291996 w 2119654"/>
              <a:gd name="connsiteY91828" fmla="*/ 1541195 h 2398711"/>
              <a:gd name="connsiteX91829" fmla="*/ 290935 w 2119654"/>
              <a:gd name="connsiteY91829" fmla="*/ 1540056 h 2398711"/>
              <a:gd name="connsiteX91830" fmla="*/ 761059 w 2119654"/>
              <a:gd name="connsiteY91830" fmla="*/ 484664 h 2398711"/>
              <a:gd name="connsiteX91831" fmla="*/ 761783 w 2119654"/>
              <a:gd name="connsiteY91831" fmla="*/ 485191 h 2398711"/>
              <a:gd name="connsiteX91832" fmla="*/ 761214 w 2119654"/>
              <a:gd name="connsiteY91832" fmla="*/ 484433 h 2398711"/>
              <a:gd name="connsiteX91833" fmla="*/ 816466 w 2119654"/>
              <a:gd name="connsiteY91833" fmla="*/ 360528 h 2398711"/>
              <a:gd name="connsiteX91834" fmla="*/ 813295 w 2119654"/>
              <a:gd name="connsiteY91834" fmla="*/ 374026 h 2398711"/>
              <a:gd name="connsiteX91835" fmla="*/ 815061 w 2119654"/>
              <a:gd name="connsiteY91835" fmla="*/ 375846 h 2398711"/>
              <a:gd name="connsiteX91836" fmla="*/ 818575 w 2119654"/>
              <a:gd name="connsiteY91836" fmla="*/ 379567 h 2398711"/>
              <a:gd name="connsiteX91837" fmla="*/ 821082 w 2119654"/>
              <a:gd name="connsiteY91837" fmla="*/ 372399 h 2398711"/>
              <a:gd name="connsiteX91838" fmla="*/ 817067 w 2119654"/>
              <a:gd name="connsiteY91838" fmla="*/ 367629 h 2398711"/>
              <a:gd name="connsiteX91839" fmla="*/ 817705 w 2119654"/>
              <a:gd name="connsiteY91839" fmla="*/ 367761 h 2398711"/>
              <a:gd name="connsiteX91840" fmla="*/ 821236 w 2119654"/>
              <a:gd name="connsiteY91840" fmla="*/ 371957 h 2398711"/>
              <a:gd name="connsiteX91841" fmla="*/ 822533 w 2119654"/>
              <a:gd name="connsiteY91841" fmla="*/ 368249 h 2398711"/>
              <a:gd name="connsiteX91842" fmla="*/ 264154 w 2119654"/>
              <a:gd name="connsiteY91842" fmla="*/ 1596990 h 2398711"/>
              <a:gd name="connsiteX91843" fmla="*/ 265807 w 2119654"/>
              <a:gd name="connsiteY91843" fmla="*/ 1598083 h 2398711"/>
              <a:gd name="connsiteX91844" fmla="*/ 268373 w 2119654"/>
              <a:gd name="connsiteY91844" fmla="*/ 1598857 h 2398711"/>
              <a:gd name="connsiteX91845" fmla="*/ 267306 w 2119654"/>
              <a:gd name="connsiteY91845" fmla="*/ 1597876 h 2398711"/>
              <a:gd name="connsiteX91846" fmla="*/ 265748 w 2119654"/>
              <a:gd name="connsiteY91846" fmla="*/ 1597323 h 2398711"/>
              <a:gd name="connsiteX91847" fmla="*/ 264853 w 2119654"/>
              <a:gd name="connsiteY91847" fmla="*/ 1597141 h 2398711"/>
              <a:gd name="connsiteX91848" fmla="*/ 760508 w 2119654"/>
              <a:gd name="connsiteY91848" fmla="*/ 485483 h 2398711"/>
              <a:gd name="connsiteX91849" fmla="*/ 760724 w 2119654"/>
              <a:gd name="connsiteY91849" fmla="*/ 488444 h 2398711"/>
              <a:gd name="connsiteX91850" fmla="*/ 762591 w 2119654"/>
              <a:gd name="connsiteY91850" fmla="*/ 491371 h 2398711"/>
              <a:gd name="connsiteX91851" fmla="*/ 763967 w 2119654"/>
              <a:gd name="connsiteY91851" fmla="*/ 488101 h 2398711"/>
              <a:gd name="connsiteX91852" fmla="*/ 762152 w 2119654"/>
              <a:gd name="connsiteY91852" fmla="*/ 485685 h 2398711"/>
              <a:gd name="connsiteX91853" fmla="*/ 760959 w 2119654"/>
              <a:gd name="connsiteY91853" fmla="*/ 484813 h 2398711"/>
              <a:gd name="connsiteX91854" fmla="*/ 754098 w 2119654"/>
              <a:gd name="connsiteY91854" fmla="*/ 499815 h 2398711"/>
              <a:gd name="connsiteX91855" fmla="*/ 753959 w 2119654"/>
              <a:gd name="connsiteY91855" fmla="*/ 501116 h 2398711"/>
              <a:gd name="connsiteX91856" fmla="*/ 754160 w 2119654"/>
              <a:gd name="connsiteY91856" fmla="*/ 501244 h 2398711"/>
              <a:gd name="connsiteX91857" fmla="*/ 208998 w 2119654"/>
              <a:gd name="connsiteY91857" fmla="*/ 1720292 h 2398711"/>
              <a:gd name="connsiteX91858" fmla="*/ 244143 w 2119654"/>
              <a:gd name="connsiteY91858" fmla="*/ 1751727 h 2398711"/>
              <a:gd name="connsiteX91859" fmla="*/ 244390 w 2119654"/>
              <a:gd name="connsiteY91859" fmla="*/ 1751841 h 2398711"/>
              <a:gd name="connsiteX91860" fmla="*/ 279260 w 2119654"/>
              <a:gd name="connsiteY91860" fmla="*/ 1756528 h 2398711"/>
              <a:gd name="connsiteX91861" fmla="*/ 244996 w 2119654"/>
              <a:gd name="connsiteY91861" fmla="*/ 1734190 h 2398711"/>
              <a:gd name="connsiteX91862" fmla="*/ 788716 w 2119654"/>
              <a:gd name="connsiteY91862" fmla="*/ 422161 h 2398711"/>
              <a:gd name="connsiteX91863" fmla="*/ 789203 w 2119654"/>
              <a:gd name="connsiteY91863" fmla="*/ 422816 h 2398711"/>
              <a:gd name="connsiteX91864" fmla="*/ 789804 w 2119654"/>
              <a:gd name="connsiteY91864" fmla="*/ 423397 h 2398711"/>
              <a:gd name="connsiteX91865" fmla="*/ 789992 w 2119654"/>
              <a:gd name="connsiteY91865" fmla="*/ 422671 h 2398711"/>
              <a:gd name="connsiteX91866" fmla="*/ 806456 w 2119654"/>
              <a:gd name="connsiteY91866" fmla="*/ 382397 h 2398711"/>
              <a:gd name="connsiteX91867" fmla="*/ 805918 w 2119654"/>
              <a:gd name="connsiteY91867" fmla="*/ 384246 h 2398711"/>
              <a:gd name="connsiteX91868" fmla="*/ 807763 w 2119654"/>
              <a:gd name="connsiteY91868" fmla="*/ 387192 h 2398711"/>
              <a:gd name="connsiteX91869" fmla="*/ 807619 w 2119654"/>
              <a:gd name="connsiteY91869" fmla="*/ 384388 h 2398711"/>
              <a:gd name="connsiteX91870" fmla="*/ 806755 w 2119654"/>
              <a:gd name="connsiteY91870" fmla="*/ 381367 h 2398711"/>
              <a:gd name="connsiteX91871" fmla="*/ 806516 w 2119654"/>
              <a:gd name="connsiteY91871" fmla="*/ 382188 h 2398711"/>
              <a:gd name="connsiteX91872" fmla="*/ 806544 w 2119654"/>
              <a:gd name="connsiteY91872" fmla="*/ 382199 h 2398711"/>
              <a:gd name="connsiteX91873" fmla="*/ 807600 w 2119654"/>
              <a:gd name="connsiteY91873" fmla="*/ 384006 h 2398711"/>
              <a:gd name="connsiteX91874" fmla="*/ 807499 w 2119654"/>
              <a:gd name="connsiteY91874" fmla="*/ 382029 h 2398711"/>
              <a:gd name="connsiteX91875" fmla="*/ 260901 w 2119654"/>
              <a:gd name="connsiteY91875" fmla="*/ 1603627 h 2398711"/>
              <a:gd name="connsiteX91876" fmla="*/ 263236 w 2119654"/>
              <a:gd name="connsiteY91876" fmla="*/ 1604767 h 2398711"/>
              <a:gd name="connsiteX91877" fmla="*/ 284854 w 2119654"/>
              <a:gd name="connsiteY91877" fmla="*/ 1613395 h 2398711"/>
              <a:gd name="connsiteX91878" fmla="*/ 277250 w 2119654"/>
              <a:gd name="connsiteY91878" fmla="*/ 1606951 h 2398711"/>
              <a:gd name="connsiteX91879" fmla="*/ 272994 w 2119654"/>
              <a:gd name="connsiteY91879" fmla="*/ 1605423 h 2398711"/>
              <a:gd name="connsiteX91880" fmla="*/ 808133 w 2119654"/>
              <a:gd name="connsiteY91880" fmla="*/ 378270 h 2398711"/>
              <a:gd name="connsiteX91881" fmla="*/ 808178 w 2119654"/>
              <a:gd name="connsiteY91881" fmla="*/ 379156 h 2398711"/>
              <a:gd name="connsiteX91882" fmla="*/ 810443 w 2119654"/>
              <a:gd name="connsiteY91882" fmla="*/ 381061 h 2398711"/>
              <a:gd name="connsiteX91883" fmla="*/ 810569 w 2119654"/>
              <a:gd name="connsiteY91883" fmla="*/ 380647 h 2398711"/>
              <a:gd name="connsiteX91884" fmla="*/ 313049 w 2119654"/>
              <a:gd name="connsiteY91884" fmla="*/ 1486817 h 2398711"/>
              <a:gd name="connsiteX91885" fmla="*/ 314008 w 2119654"/>
              <a:gd name="connsiteY91885" fmla="*/ 1487618 h 2398711"/>
              <a:gd name="connsiteX91886" fmla="*/ 313909 w 2119654"/>
              <a:gd name="connsiteY91886" fmla="*/ 1487409 h 2398711"/>
              <a:gd name="connsiteX91887" fmla="*/ 735320 w 2119654"/>
              <a:gd name="connsiteY91887" fmla="*/ 541144 h 2398711"/>
              <a:gd name="connsiteX91888" fmla="*/ 735349 w 2119654"/>
              <a:gd name="connsiteY91888" fmla="*/ 541817 h 2398711"/>
              <a:gd name="connsiteX91889" fmla="*/ 735594 w 2119654"/>
              <a:gd name="connsiteY91889" fmla="*/ 541452 h 2398711"/>
              <a:gd name="connsiteX91890" fmla="*/ 807358 w 2119654"/>
              <a:gd name="connsiteY91890" fmla="*/ 379290 h 2398711"/>
              <a:gd name="connsiteX91891" fmla="*/ 806842 w 2119654"/>
              <a:gd name="connsiteY91891" fmla="*/ 381068 h 2398711"/>
              <a:gd name="connsiteX91892" fmla="*/ 807477 w 2119654"/>
              <a:gd name="connsiteY91892" fmla="*/ 381620 h 2398711"/>
              <a:gd name="connsiteX91893" fmla="*/ 771436 w 2119654"/>
              <a:gd name="connsiteY91893" fmla="*/ 459697 h 2398711"/>
              <a:gd name="connsiteX91894" fmla="*/ 772719 w 2119654"/>
              <a:gd name="connsiteY91894" fmla="*/ 461219 h 2398711"/>
              <a:gd name="connsiteX91895" fmla="*/ 774594 w 2119654"/>
              <a:gd name="connsiteY91895" fmla="*/ 462847 h 2398711"/>
              <a:gd name="connsiteX91896" fmla="*/ 774946 w 2119654"/>
              <a:gd name="connsiteY91896" fmla="*/ 462010 h 2398711"/>
              <a:gd name="connsiteX91897" fmla="*/ 773604 w 2119654"/>
              <a:gd name="connsiteY91897" fmla="*/ 460989 h 2398711"/>
              <a:gd name="connsiteX91898" fmla="*/ 264823 w 2119654"/>
              <a:gd name="connsiteY91898" fmla="*/ 1594097 h 2398711"/>
              <a:gd name="connsiteX91899" fmla="*/ 268689 w 2119654"/>
              <a:gd name="connsiteY91899" fmla="*/ 1597373 h 2398711"/>
              <a:gd name="connsiteX91900" fmla="*/ 271128 w 2119654"/>
              <a:gd name="connsiteY91900" fmla="*/ 1597868 h 2398711"/>
              <a:gd name="connsiteX91901" fmla="*/ 266404 w 2119654"/>
              <a:gd name="connsiteY91901" fmla="*/ 1594515 h 2398711"/>
              <a:gd name="connsiteX91902" fmla="*/ 783605 w 2119654"/>
              <a:gd name="connsiteY91902" fmla="*/ 432442 h 2398711"/>
              <a:gd name="connsiteX91903" fmla="*/ 784007 w 2119654"/>
              <a:gd name="connsiteY91903" fmla="*/ 433497 h 2398711"/>
              <a:gd name="connsiteX91904" fmla="*/ 784174 w 2119654"/>
              <a:gd name="connsiteY91904" fmla="*/ 433564 h 2398711"/>
              <a:gd name="connsiteX91905" fmla="*/ 784334 w 2119654"/>
              <a:gd name="connsiteY91905" fmla="*/ 433353 h 2398711"/>
              <a:gd name="connsiteX91906" fmla="*/ 767805 w 2119654"/>
              <a:gd name="connsiteY91906" fmla="*/ 467578 h 2398711"/>
              <a:gd name="connsiteX91907" fmla="*/ 767787 w 2119654"/>
              <a:gd name="connsiteY91907" fmla="*/ 470028 h 2398711"/>
              <a:gd name="connsiteX91908" fmla="*/ 768306 w 2119654"/>
              <a:gd name="connsiteY91908" fmla="*/ 470720 h 2398711"/>
              <a:gd name="connsiteX91909" fmla="*/ 768630 w 2119654"/>
              <a:gd name="connsiteY91909" fmla="*/ 468684 h 2398711"/>
              <a:gd name="connsiteX91910" fmla="*/ 744006 w 2119654"/>
              <a:gd name="connsiteY91910" fmla="*/ 520774 h 2398711"/>
              <a:gd name="connsiteX91911" fmla="*/ 747976 w 2119654"/>
              <a:gd name="connsiteY91911" fmla="*/ 522920 h 2398711"/>
              <a:gd name="connsiteX91912" fmla="*/ 748097 w 2119654"/>
              <a:gd name="connsiteY91912" fmla="*/ 522529 h 2398711"/>
              <a:gd name="connsiteX91913" fmla="*/ 748060 w 2119654"/>
              <a:gd name="connsiteY91913" fmla="*/ 522300 h 2398711"/>
              <a:gd name="connsiteX91914" fmla="*/ 747192 w 2119654"/>
              <a:gd name="connsiteY91914" fmla="*/ 521692 h 2398711"/>
              <a:gd name="connsiteX91915" fmla="*/ 275757 w 2119654"/>
              <a:gd name="connsiteY91915" fmla="*/ 1569185 h 2398711"/>
              <a:gd name="connsiteX91916" fmla="*/ 276998 w 2119654"/>
              <a:gd name="connsiteY91916" fmla="*/ 1570688 h 2398711"/>
              <a:gd name="connsiteX91917" fmla="*/ 278728 w 2119654"/>
              <a:gd name="connsiteY91917" fmla="*/ 1572496 h 2398711"/>
              <a:gd name="connsiteX91918" fmla="*/ 276755 w 2119654"/>
              <a:gd name="connsiteY91918" fmla="*/ 1569506 h 2398711"/>
              <a:gd name="connsiteX91919" fmla="*/ 287220 w 2119654"/>
              <a:gd name="connsiteY91919" fmla="*/ 1543509 h 2398711"/>
              <a:gd name="connsiteX91920" fmla="*/ 287748 w 2119654"/>
              <a:gd name="connsiteY91920" fmla="*/ 1544286 h 2398711"/>
              <a:gd name="connsiteX91921" fmla="*/ 291315 w 2119654"/>
              <a:gd name="connsiteY91921" fmla="*/ 1545566 h 2398711"/>
              <a:gd name="connsiteX91922" fmla="*/ 294590 w 2119654"/>
              <a:gd name="connsiteY91922" fmla="*/ 1546173 h 2398711"/>
              <a:gd name="connsiteX91923" fmla="*/ 294180 w 2119654"/>
              <a:gd name="connsiteY91923" fmla="*/ 1545648 h 2398711"/>
              <a:gd name="connsiteX91924" fmla="*/ 770955 w 2119654"/>
              <a:gd name="connsiteY91924" fmla="*/ 460097 h 2398711"/>
              <a:gd name="connsiteX91925" fmla="*/ 769964 w 2119654"/>
              <a:gd name="connsiteY91925" fmla="*/ 466316 h 2398711"/>
              <a:gd name="connsiteX91926" fmla="*/ 769756 w 2119654"/>
              <a:gd name="connsiteY91926" fmla="*/ 469219 h 2398711"/>
              <a:gd name="connsiteX91927" fmla="*/ 770186 w 2119654"/>
              <a:gd name="connsiteY91927" fmla="*/ 469794 h 2398711"/>
              <a:gd name="connsiteX91928" fmla="*/ 773674 w 2119654"/>
              <a:gd name="connsiteY91928" fmla="*/ 465031 h 2398711"/>
              <a:gd name="connsiteX91929" fmla="*/ 774218 w 2119654"/>
              <a:gd name="connsiteY91929" fmla="*/ 463737 h 2398711"/>
              <a:gd name="connsiteX91930" fmla="*/ 771930 w 2119654"/>
              <a:gd name="connsiteY91930" fmla="*/ 460943 h 2398711"/>
              <a:gd name="connsiteX91931" fmla="*/ 817648 w 2119654"/>
              <a:gd name="connsiteY91931" fmla="*/ 355499 h 2398711"/>
              <a:gd name="connsiteX91932" fmla="*/ 816920 w 2119654"/>
              <a:gd name="connsiteY91932" fmla="*/ 358597 h 2398711"/>
              <a:gd name="connsiteX91933" fmla="*/ 817181 w 2119654"/>
              <a:gd name="connsiteY91933" fmla="*/ 358930 h 2398711"/>
              <a:gd name="connsiteX91934" fmla="*/ 820473 w 2119654"/>
              <a:gd name="connsiteY91934" fmla="*/ 361697 h 2398711"/>
              <a:gd name="connsiteX91935" fmla="*/ 821773 w 2119654"/>
              <a:gd name="connsiteY91935" fmla="*/ 362879 h 2398711"/>
              <a:gd name="connsiteX91936" fmla="*/ 310469 w 2119654"/>
              <a:gd name="connsiteY91936" fmla="*/ 1490561 h 2398711"/>
              <a:gd name="connsiteX91937" fmla="*/ 312063 w 2119654"/>
              <a:gd name="connsiteY91937" fmla="*/ 1491571 h 2398711"/>
              <a:gd name="connsiteX91938" fmla="*/ 311791 w 2119654"/>
              <a:gd name="connsiteY91938" fmla="*/ 1491163 h 2398711"/>
              <a:gd name="connsiteX91939" fmla="*/ 311167 w 2119654"/>
              <a:gd name="connsiteY91939" fmla="*/ 1490776 h 2398711"/>
              <a:gd name="connsiteX91940" fmla="*/ 297433 w 2119654"/>
              <a:gd name="connsiteY91940" fmla="*/ 1519712 h 2398711"/>
              <a:gd name="connsiteX91941" fmla="*/ 299164 w 2119654"/>
              <a:gd name="connsiteY91941" fmla="*/ 1521375 h 2398711"/>
              <a:gd name="connsiteX91942" fmla="*/ 299261 w 2119654"/>
              <a:gd name="connsiteY91942" fmla="*/ 1521272 h 2398711"/>
              <a:gd name="connsiteX91943" fmla="*/ 299980 w 2119654"/>
              <a:gd name="connsiteY91943" fmla="*/ 1520562 h 2398711"/>
              <a:gd name="connsiteX91944" fmla="*/ 299243 w 2119654"/>
              <a:gd name="connsiteY91944" fmla="*/ 1519964 h 2398711"/>
              <a:gd name="connsiteX91945" fmla="*/ 295791 w 2119654"/>
              <a:gd name="connsiteY91945" fmla="*/ 1523281 h 2398711"/>
              <a:gd name="connsiteX91946" fmla="*/ 296397 w 2119654"/>
              <a:gd name="connsiteY91946" fmla="*/ 1524335 h 2398711"/>
              <a:gd name="connsiteX91947" fmla="*/ 296787 w 2119654"/>
              <a:gd name="connsiteY91947" fmla="*/ 1523918 h 2398711"/>
              <a:gd name="connsiteX91948" fmla="*/ 285290 w 2119654"/>
              <a:gd name="connsiteY91948" fmla="*/ 1546609 h 2398711"/>
              <a:gd name="connsiteX91949" fmla="*/ 288947 w 2119654"/>
              <a:gd name="connsiteY91949" fmla="*/ 1548631 h 2398711"/>
              <a:gd name="connsiteX91950" fmla="*/ 288308 w 2119654"/>
              <a:gd name="connsiteY91950" fmla="*/ 1547693 h 2398711"/>
              <a:gd name="connsiteX91951" fmla="*/ 818167 w 2119654"/>
              <a:gd name="connsiteY91951" fmla="*/ 353288 h 2398711"/>
              <a:gd name="connsiteX91952" fmla="*/ 817901 w 2119654"/>
              <a:gd name="connsiteY91952" fmla="*/ 354421 h 2398711"/>
              <a:gd name="connsiteX91953" fmla="*/ 823510 w 2119654"/>
              <a:gd name="connsiteY91953" fmla="*/ 364461 h 2398711"/>
              <a:gd name="connsiteX91954" fmla="*/ 823774 w 2119654"/>
              <a:gd name="connsiteY91954" fmla="*/ 364702 h 2398711"/>
              <a:gd name="connsiteX91955" fmla="*/ 824075 w 2119654"/>
              <a:gd name="connsiteY91955" fmla="*/ 363840 h 2398711"/>
              <a:gd name="connsiteX91956" fmla="*/ 824588 w 2119654"/>
              <a:gd name="connsiteY91956" fmla="*/ 359754 h 2398711"/>
              <a:gd name="connsiteX91957" fmla="*/ 820321 w 2119654"/>
              <a:gd name="connsiteY91957" fmla="*/ 355235 h 2398711"/>
              <a:gd name="connsiteX91958" fmla="*/ 761895 w 2119654"/>
              <a:gd name="connsiteY91958" fmla="*/ 479142 h 2398711"/>
              <a:gd name="connsiteX91959" fmla="*/ 760881 w 2119654"/>
              <a:gd name="connsiteY91959" fmla="*/ 482414 h 2398711"/>
              <a:gd name="connsiteX91960" fmla="*/ 760914 w 2119654"/>
              <a:gd name="connsiteY91960" fmla="*/ 482458 h 2398711"/>
              <a:gd name="connsiteX91961" fmla="*/ 762902 w 2119654"/>
              <a:gd name="connsiteY91961" fmla="*/ 479743 h 2398711"/>
              <a:gd name="connsiteX91962" fmla="*/ 755537 w 2119654"/>
              <a:gd name="connsiteY91962" fmla="*/ 492875 h 2398711"/>
              <a:gd name="connsiteX91963" fmla="*/ 756974 w 2119654"/>
              <a:gd name="connsiteY91963" fmla="*/ 493920 h 2398711"/>
              <a:gd name="connsiteX91964" fmla="*/ 757030 w 2119654"/>
              <a:gd name="connsiteY91964" fmla="*/ 493738 h 2398711"/>
              <a:gd name="connsiteX91965" fmla="*/ 756828 w 2119654"/>
              <a:gd name="connsiteY91965" fmla="*/ 490957 h 2398711"/>
              <a:gd name="connsiteX91966" fmla="*/ 743005 w 2119654"/>
              <a:gd name="connsiteY91966" fmla="*/ 520896 h 2398711"/>
              <a:gd name="connsiteX91967" fmla="*/ 743068 w 2119654"/>
              <a:gd name="connsiteY91967" fmla="*/ 522333 h 2398711"/>
              <a:gd name="connsiteX91968" fmla="*/ 746381 w 2119654"/>
              <a:gd name="connsiteY91968" fmla="*/ 525412 h 2398711"/>
              <a:gd name="connsiteX91969" fmla="*/ 747709 w 2119654"/>
              <a:gd name="connsiteY91969" fmla="*/ 523438 h 2398711"/>
              <a:gd name="connsiteX91970" fmla="*/ 735196 w 2119654"/>
              <a:gd name="connsiteY91970" fmla="*/ 538230 h 2398711"/>
              <a:gd name="connsiteX91971" fmla="*/ 735402 w 2119654"/>
              <a:gd name="connsiteY91971" fmla="*/ 538467 h 2398711"/>
              <a:gd name="connsiteX91972" fmla="*/ 735391 w 2119654"/>
              <a:gd name="connsiteY91972" fmla="*/ 538345 h 2398711"/>
              <a:gd name="connsiteX91973" fmla="*/ 809736 w 2119654"/>
              <a:gd name="connsiteY91973" fmla="*/ 371104 h 2398711"/>
              <a:gd name="connsiteX91974" fmla="*/ 808061 w 2119654"/>
              <a:gd name="connsiteY91974" fmla="*/ 376869 h 2398711"/>
              <a:gd name="connsiteX91975" fmla="*/ 808105 w 2119654"/>
              <a:gd name="connsiteY91975" fmla="*/ 377724 h 2398711"/>
              <a:gd name="connsiteX91976" fmla="*/ 810691 w 2119654"/>
              <a:gd name="connsiteY91976" fmla="*/ 380247 h 2398711"/>
              <a:gd name="connsiteX91977" fmla="*/ 812388 w 2119654"/>
              <a:gd name="connsiteY91977" fmla="*/ 374689 h 2398711"/>
              <a:gd name="connsiteX91978" fmla="*/ 812601 w 2119654"/>
              <a:gd name="connsiteY91978" fmla="*/ 374539 h 2398711"/>
              <a:gd name="connsiteX91979" fmla="*/ 810821 w 2119654"/>
              <a:gd name="connsiteY91979" fmla="*/ 380374 h 2398711"/>
              <a:gd name="connsiteX91980" fmla="*/ 811183 w 2119654"/>
              <a:gd name="connsiteY91980" fmla="*/ 380726 h 2398711"/>
              <a:gd name="connsiteX91981" fmla="*/ 812705 w 2119654"/>
              <a:gd name="connsiteY91981" fmla="*/ 374248 h 2398711"/>
              <a:gd name="connsiteX91982" fmla="*/ 717088 w 2119654"/>
              <a:gd name="connsiteY91982" fmla="*/ 578452 h 2398711"/>
              <a:gd name="connsiteX91983" fmla="*/ 716980 w 2119654"/>
              <a:gd name="connsiteY91983" fmla="*/ 578965 h 2398711"/>
              <a:gd name="connsiteX91984" fmla="*/ 717210 w 2119654"/>
              <a:gd name="connsiteY91984" fmla="*/ 579952 h 2398711"/>
              <a:gd name="connsiteX91985" fmla="*/ 754704 w 2119654"/>
              <a:gd name="connsiteY91985" fmla="*/ 494114 h 2398711"/>
              <a:gd name="connsiteX91986" fmla="*/ 754373 w 2119654"/>
              <a:gd name="connsiteY91986" fmla="*/ 497219 h 2398711"/>
              <a:gd name="connsiteX91987" fmla="*/ 754560 w 2119654"/>
              <a:gd name="connsiteY91987" fmla="*/ 501477 h 2398711"/>
              <a:gd name="connsiteX91988" fmla="*/ 754619 w 2119654"/>
              <a:gd name="connsiteY91988" fmla="*/ 501506 h 2398711"/>
              <a:gd name="connsiteX91989" fmla="*/ 756781 w 2119654"/>
              <a:gd name="connsiteY91989" fmla="*/ 494541 h 2398711"/>
              <a:gd name="connsiteX91990" fmla="*/ 755194 w 2119654"/>
              <a:gd name="connsiteY91990" fmla="*/ 493385 h 2398711"/>
              <a:gd name="connsiteX91991" fmla="*/ 732786 w 2119654"/>
              <a:gd name="connsiteY91991" fmla="*/ 542978 h 2398711"/>
              <a:gd name="connsiteX91992" fmla="*/ 732553 w 2119654"/>
              <a:gd name="connsiteY91992" fmla="*/ 543975 h 2398711"/>
              <a:gd name="connsiteX91993" fmla="*/ 733385 w 2119654"/>
              <a:gd name="connsiteY91993" fmla="*/ 544738 h 2398711"/>
              <a:gd name="connsiteX91994" fmla="*/ 734032 w 2119654"/>
              <a:gd name="connsiteY91994" fmla="*/ 543774 h 2398711"/>
              <a:gd name="connsiteX91995" fmla="*/ 735159 w 2119654"/>
              <a:gd name="connsiteY91995" fmla="*/ 537437 h 2398711"/>
              <a:gd name="connsiteX91996" fmla="*/ 735181 w 2119654"/>
              <a:gd name="connsiteY91996" fmla="*/ 537955 h 2398711"/>
              <a:gd name="connsiteX91997" fmla="*/ 735321 w 2119654"/>
              <a:gd name="connsiteY91997" fmla="*/ 538038 h 2398711"/>
              <a:gd name="connsiteX91998" fmla="*/ 763807 w 2119654"/>
              <a:gd name="connsiteY91998" fmla="*/ 473084 h 2398711"/>
              <a:gd name="connsiteX91999" fmla="*/ 763111 w 2119654"/>
              <a:gd name="connsiteY91999" fmla="*/ 475224 h 2398711"/>
              <a:gd name="connsiteX92000" fmla="*/ 762083 w 2119654"/>
              <a:gd name="connsiteY92000" fmla="*/ 478537 h 2398711"/>
              <a:gd name="connsiteX92001" fmla="*/ 763268 w 2119654"/>
              <a:gd name="connsiteY92001" fmla="*/ 479244 h 2398711"/>
              <a:gd name="connsiteX92002" fmla="*/ 766803 w 2119654"/>
              <a:gd name="connsiteY92002" fmla="*/ 474415 h 2398711"/>
              <a:gd name="connsiteX92003" fmla="*/ 764491 w 2119654"/>
              <a:gd name="connsiteY92003" fmla="*/ 470982 h 2398711"/>
              <a:gd name="connsiteX92004" fmla="*/ 764072 w 2119654"/>
              <a:gd name="connsiteY92004" fmla="*/ 472268 h 2398711"/>
              <a:gd name="connsiteX92005" fmla="*/ 766887 w 2119654"/>
              <a:gd name="connsiteY92005" fmla="*/ 473518 h 2398711"/>
              <a:gd name="connsiteX92006" fmla="*/ 766925 w 2119654"/>
              <a:gd name="connsiteY92006" fmla="*/ 472734 h 2398711"/>
              <a:gd name="connsiteX92007" fmla="*/ 766419 w 2119654"/>
              <a:gd name="connsiteY92007" fmla="*/ 472346 h 2398711"/>
              <a:gd name="connsiteX92008" fmla="*/ 775696 w 2119654"/>
              <a:gd name="connsiteY92008" fmla="*/ 445565 h 2398711"/>
              <a:gd name="connsiteX92009" fmla="*/ 778487 w 2119654"/>
              <a:gd name="connsiteY92009" fmla="*/ 449313 h 2398711"/>
              <a:gd name="connsiteX92010" fmla="*/ 779373 w 2119654"/>
              <a:gd name="connsiteY92010" fmla="*/ 441669 h 2398711"/>
              <a:gd name="connsiteX92011" fmla="*/ 779095 w 2119654"/>
              <a:gd name="connsiteY92011" fmla="*/ 440940 h 2398711"/>
              <a:gd name="connsiteX92012" fmla="*/ 300360 w 2119654"/>
              <a:gd name="connsiteY92012" fmla="*/ 1509889 h 2398711"/>
              <a:gd name="connsiteX92013" fmla="*/ 300581 w 2119654"/>
              <a:gd name="connsiteY92013" fmla="*/ 1510206 h 2398711"/>
              <a:gd name="connsiteX92014" fmla="*/ 301366 w 2119654"/>
              <a:gd name="connsiteY92014" fmla="*/ 1510488 h 2398711"/>
              <a:gd name="connsiteX92015" fmla="*/ 764979 w 2119654"/>
              <a:gd name="connsiteY92015" fmla="*/ 469480 h 2398711"/>
              <a:gd name="connsiteX92016" fmla="*/ 764706 w 2119654"/>
              <a:gd name="connsiteY92016" fmla="*/ 470318 h 2398711"/>
              <a:gd name="connsiteX92017" fmla="*/ 766964 w 2119654"/>
              <a:gd name="connsiteY92017" fmla="*/ 471915 h 2398711"/>
              <a:gd name="connsiteX92018" fmla="*/ 767002 w 2119654"/>
              <a:gd name="connsiteY92018" fmla="*/ 471095 h 2398711"/>
              <a:gd name="connsiteX92019" fmla="*/ 766758 w 2119654"/>
              <a:gd name="connsiteY92019" fmla="*/ 470771 h 2398711"/>
              <a:gd name="connsiteX92020" fmla="*/ 742909 w 2119654"/>
              <a:gd name="connsiteY92020" fmla="*/ 518694 h 2398711"/>
              <a:gd name="connsiteX92021" fmla="*/ 742972 w 2119654"/>
              <a:gd name="connsiteY92021" fmla="*/ 520156 h 2398711"/>
              <a:gd name="connsiteX92022" fmla="*/ 746414 w 2119654"/>
              <a:gd name="connsiteY92022" fmla="*/ 521148 h 2398711"/>
              <a:gd name="connsiteX92023" fmla="*/ 765223 w 2119654"/>
              <a:gd name="connsiteY92023" fmla="*/ 468726 h 2398711"/>
              <a:gd name="connsiteX92024" fmla="*/ 765220 w 2119654"/>
              <a:gd name="connsiteY92024" fmla="*/ 468735 h 2398711"/>
              <a:gd name="connsiteX92025" fmla="*/ 765243 w 2119654"/>
              <a:gd name="connsiteY92025" fmla="*/ 468752 h 2398711"/>
              <a:gd name="connsiteX92026" fmla="*/ 775349 w 2119654"/>
              <a:gd name="connsiteY92026" fmla="*/ 446039 h 2398711"/>
              <a:gd name="connsiteX92027" fmla="*/ 778260 w 2119654"/>
              <a:gd name="connsiteY92027" fmla="*/ 451272 h 2398711"/>
              <a:gd name="connsiteX92028" fmla="*/ 778440 w 2119654"/>
              <a:gd name="connsiteY92028" fmla="*/ 449715 h 2398711"/>
              <a:gd name="connsiteX92029" fmla="*/ 775525 w 2119654"/>
              <a:gd name="connsiteY92029" fmla="*/ 445799 h 2398711"/>
              <a:gd name="connsiteX92030" fmla="*/ 733650 w 2119654"/>
              <a:gd name="connsiteY92030" fmla="*/ 539276 h 2398711"/>
              <a:gd name="connsiteX92031" fmla="*/ 733099 w 2119654"/>
              <a:gd name="connsiteY92031" fmla="*/ 541633 h 2398711"/>
              <a:gd name="connsiteX92032" fmla="*/ 734839 w 2119654"/>
              <a:gd name="connsiteY92032" fmla="*/ 542574 h 2398711"/>
              <a:gd name="connsiteX92033" fmla="*/ 734972 w 2119654"/>
              <a:gd name="connsiteY92033" fmla="*/ 542377 h 2398711"/>
              <a:gd name="connsiteX92034" fmla="*/ 734897 w 2119654"/>
              <a:gd name="connsiteY92034" fmla="*/ 540672 h 2398711"/>
              <a:gd name="connsiteX92035" fmla="*/ 741997 w 2119654"/>
              <a:gd name="connsiteY92035" fmla="*/ 520351 h 2398711"/>
              <a:gd name="connsiteX92036" fmla="*/ 742523 w 2119654"/>
              <a:gd name="connsiteY92036" fmla="*/ 521825 h 2398711"/>
              <a:gd name="connsiteX92037" fmla="*/ 742857 w 2119654"/>
              <a:gd name="connsiteY92037" fmla="*/ 522137 h 2398711"/>
              <a:gd name="connsiteX92038" fmla="*/ 742828 w 2119654"/>
              <a:gd name="connsiteY92038" fmla="*/ 520800 h 2398711"/>
              <a:gd name="connsiteX92039" fmla="*/ 751602 w 2119654"/>
              <a:gd name="connsiteY92039" fmla="*/ 498727 h 2398711"/>
              <a:gd name="connsiteX92040" fmla="*/ 752040 w 2119654"/>
              <a:gd name="connsiteY92040" fmla="*/ 499883 h 2398711"/>
              <a:gd name="connsiteX92041" fmla="*/ 752134 w 2119654"/>
              <a:gd name="connsiteY92041" fmla="*/ 499944 h 2398711"/>
              <a:gd name="connsiteX92042" fmla="*/ 752632 w 2119654"/>
              <a:gd name="connsiteY92042" fmla="*/ 497197 h 2398711"/>
              <a:gd name="connsiteX92043" fmla="*/ 746681 w 2119654"/>
              <a:gd name="connsiteY92043" fmla="*/ 509653 h 2398711"/>
              <a:gd name="connsiteX92044" fmla="*/ 747824 w 2119654"/>
              <a:gd name="connsiteY92044" fmla="*/ 516655 h 2398711"/>
              <a:gd name="connsiteX92045" fmla="*/ 749164 w 2119654"/>
              <a:gd name="connsiteY92045" fmla="*/ 518638 h 2398711"/>
              <a:gd name="connsiteX92046" fmla="*/ 748690 w 2119654"/>
              <a:gd name="connsiteY92046" fmla="*/ 512568 h 2398711"/>
              <a:gd name="connsiteX92047" fmla="*/ 747752 w 2119654"/>
              <a:gd name="connsiteY92047" fmla="*/ 510994 h 2398711"/>
              <a:gd name="connsiteX92048" fmla="*/ 746978 w 2119654"/>
              <a:gd name="connsiteY92048" fmla="*/ 509889 h 2398711"/>
              <a:gd name="connsiteX92049" fmla="*/ 295664 w 2119654"/>
              <a:gd name="connsiteY92049" fmla="*/ 1519465 h 2398711"/>
              <a:gd name="connsiteX92050" fmla="*/ 298809 w 2119654"/>
              <a:gd name="connsiteY92050" fmla="*/ 1521566 h 2398711"/>
              <a:gd name="connsiteX92051" fmla="*/ 296787 w 2119654"/>
              <a:gd name="connsiteY92051" fmla="*/ 1519621 h 2398711"/>
              <a:gd name="connsiteX92052" fmla="*/ 766267 w 2119654"/>
              <a:gd name="connsiteY92052" fmla="*/ 465517 h 2398711"/>
              <a:gd name="connsiteX92053" fmla="*/ 765703 w 2119654"/>
              <a:gd name="connsiteY92053" fmla="*/ 467251 h 2398711"/>
              <a:gd name="connsiteX92054" fmla="*/ 767097 w 2119654"/>
              <a:gd name="connsiteY92054" fmla="*/ 469110 h 2398711"/>
              <a:gd name="connsiteX92055" fmla="*/ 767208 w 2119654"/>
              <a:gd name="connsiteY92055" fmla="*/ 466778 h 2398711"/>
              <a:gd name="connsiteX92056" fmla="*/ 283559 w 2119654"/>
              <a:gd name="connsiteY92056" fmla="*/ 1546315 h 2398711"/>
              <a:gd name="connsiteX92057" fmla="*/ 291134 w 2119654"/>
              <a:gd name="connsiteY92057" fmla="*/ 1552737 h 2398711"/>
              <a:gd name="connsiteX92058" fmla="*/ 292175 w 2119654"/>
              <a:gd name="connsiteY92058" fmla="*/ 1553373 h 2398711"/>
              <a:gd name="connsiteX92059" fmla="*/ 290061 w 2119654"/>
              <a:gd name="connsiteY92059" fmla="*/ 1550267 h 2398711"/>
              <a:gd name="connsiteX92060" fmla="*/ 287530 w 2119654"/>
              <a:gd name="connsiteY92060" fmla="*/ 1548584 h 2398711"/>
              <a:gd name="connsiteX92061" fmla="*/ 721113 w 2119654"/>
              <a:gd name="connsiteY92061" fmla="*/ 565892 h 2398711"/>
              <a:gd name="connsiteX92062" fmla="*/ 721467 w 2119654"/>
              <a:gd name="connsiteY92062" fmla="*/ 566100 h 2398711"/>
              <a:gd name="connsiteX92063" fmla="*/ 721412 w 2119654"/>
              <a:gd name="connsiteY92063" fmla="*/ 565450 h 2398711"/>
              <a:gd name="connsiteX92064" fmla="*/ 310930 w 2119654"/>
              <a:gd name="connsiteY92064" fmla="*/ 1484318 h 2398711"/>
              <a:gd name="connsiteX92065" fmla="*/ 313167 w 2119654"/>
              <a:gd name="connsiteY92065" fmla="*/ 1485853 h 2398711"/>
              <a:gd name="connsiteX92066" fmla="*/ 312841 w 2119654"/>
              <a:gd name="connsiteY92066" fmla="*/ 1485168 h 2398711"/>
              <a:gd name="connsiteX92067" fmla="*/ 311566 w 2119654"/>
              <a:gd name="connsiteY92067" fmla="*/ 1484546 h 2398711"/>
              <a:gd name="connsiteX92068" fmla="*/ 720594 w 2119654"/>
              <a:gd name="connsiteY92068" fmla="*/ 566900 h 2398711"/>
              <a:gd name="connsiteX92069" fmla="*/ 721237 w 2119654"/>
              <a:gd name="connsiteY92069" fmla="*/ 574756 h 2398711"/>
              <a:gd name="connsiteX92070" fmla="*/ 722294 w 2119654"/>
              <a:gd name="connsiteY92070" fmla="*/ 575695 h 2398711"/>
              <a:gd name="connsiteX92071" fmla="*/ 721659 w 2119654"/>
              <a:gd name="connsiteY92071" fmla="*/ 568330 h 2398711"/>
              <a:gd name="connsiteX92072" fmla="*/ 720844 w 2119654"/>
              <a:gd name="connsiteY92072" fmla="*/ 566293 h 2398711"/>
              <a:gd name="connsiteX92073" fmla="*/ 721568 w 2119654"/>
              <a:gd name="connsiteY92073" fmla="*/ 567264 h 2398711"/>
              <a:gd name="connsiteX92074" fmla="*/ 721502 w 2119654"/>
              <a:gd name="connsiteY92074" fmla="*/ 566502 h 2398711"/>
              <a:gd name="connsiteX92075" fmla="*/ 720935 w 2119654"/>
              <a:gd name="connsiteY92075" fmla="*/ 566159 h 2398711"/>
              <a:gd name="connsiteX92076" fmla="*/ 767439 w 2119654"/>
              <a:gd name="connsiteY92076" fmla="*/ 461911 h 2398711"/>
              <a:gd name="connsiteX92077" fmla="*/ 766487 w 2119654"/>
              <a:gd name="connsiteY92077" fmla="*/ 464840 h 2398711"/>
              <a:gd name="connsiteX92078" fmla="*/ 767252 w 2119654"/>
              <a:gd name="connsiteY92078" fmla="*/ 465864 h 2398711"/>
              <a:gd name="connsiteX92079" fmla="*/ 734561 w 2119654"/>
              <a:gd name="connsiteY92079" fmla="*/ 535369 h 2398711"/>
              <a:gd name="connsiteX92080" fmla="*/ 734168 w 2119654"/>
              <a:gd name="connsiteY92080" fmla="*/ 537055 h 2398711"/>
              <a:gd name="connsiteX92081" fmla="*/ 734718 w 2119654"/>
              <a:gd name="connsiteY92081" fmla="*/ 537685 h 2398711"/>
              <a:gd name="connsiteX92082" fmla="*/ 734769 w 2119654"/>
              <a:gd name="connsiteY92082" fmla="*/ 537715 h 2398711"/>
              <a:gd name="connsiteX92083" fmla="*/ 734679 w 2119654"/>
              <a:gd name="connsiteY92083" fmla="*/ 535672 h 2398711"/>
              <a:gd name="connsiteX92084" fmla="*/ 734606 w 2119654"/>
              <a:gd name="connsiteY92084" fmla="*/ 535401 h 2398711"/>
              <a:gd name="connsiteX92085" fmla="*/ 772670 w 2119654"/>
              <a:gd name="connsiteY92085" fmla="*/ 449682 h 2398711"/>
              <a:gd name="connsiteX92086" fmla="*/ 772391 w 2119654"/>
              <a:gd name="connsiteY92086" fmla="*/ 451074 h 2398711"/>
              <a:gd name="connsiteX92087" fmla="*/ 772115 w 2119654"/>
              <a:gd name="connsiteY92087" fmla="*/ 452804 h 2398711"/>
              <a:gd name="connsiteX92088" fmla="*/ 772244 w 2119654"/>
              <a:gd name="connsiteY92088" fmla="*/ 452955 h 2398711"/>
              <a:gd name="connsiteX92089" fmla="*/ 777840 w 2119654"/>
              <a:gd name="connsiteY92089" fmla="*/ 456600 h 2398711"/>
              <a:gd name="connsiteX92090" fmla="*/ 777952 w 2119654"/>
              <a:gd name="connsiteY92090" fmla="*/ 453926 h 2398711"/>
              <a:gd name="connsiteX92091" fmla="*/ 778016 w 2119654"/>
              <a:gd name="connsiteY92091" fmla="*/ 453374 h 2398711"/>
              <a:gd name="connsiteX92092" fmla="*/ 774734 w 2119654"/>
              <a:gd name="connsiteY92092" fmla="*/ 446875 h 2398711"/>
              <a:gd name="connsiteX92093" fmla="*/ 820905 w 2119654"/>
              <a:gd name="connsiteY92093" fmla="*/ 341631 h 2398711"/>
              <a:gd name="connsiteX92094" fmla="*/ 818934 w 2119654"/>
              <a:gd name="connsiteY92094" fmla="*/ 350023 h 2398711"/>
              <a:gd name="connsiteX92095" fmla="*/ 825109 w 2119654"/>
              <a:gd name="connsiteY92095" fmla="*/ 355603 h 2398711"/>
              <a:gd name="connsiteX92096" fmla="*/ 825521 w 2119654"/>
              <a:gd name="connsiteY92096" fmla="*/ 352325 h 2398711"/>
              <a:gd name="connsiteX92097" fmla="*/ 759965 w 2119654"/>
              <a:gd name="connsiteY92097" fmla="*/ 477990 h 2398711"/>
              <a:gd name="connsiteX92098" fmla="*/ 760222 w 2119654"/>
              <a:gd name="connsiteY92098" fmla="*/ 481536 h 2398711"/>
              <a:gd name="connsiteX92099" fmla="*/ 760700 w 2119654"/>
              <a:gd name="connsiteY92099" fmla="*/ 482173 h 2398711"/>
              <a:gd name="connsiteX92100" fmla="*/ 761720 w 2119654"/>
              <a:gd name="connsiteY92100" fmla="*/ 479037 h 2398711"/>
              <a:gd name="connsiteX92101" fmla="*/ 816352 w 2119654"/>
              <a:gd name="connsiteY92101" fmla="*/ 351652 h 2398711"/>
              <a:gd name="connsiteX92102" fmla="*/ 817520 w 2119654"/>
              <a:gd name="connsiteY92102" fmla="*/ 353743 h 2398711"/>
              <a:gd name="connsiteX92103" fmla="*/ 817721 w 2119654"/>
              <a:gd name="connsiteY92103" fmla="*/ 352888 h 2398711"/>
              <a:gd name="connsiteX92104" fmla="*/ 829923 w 2119654"/>
              <a:gd name="connsiteY92104" fmla="*/ 321136 h 2398711"/>
              <a:gd name="connsiteX92105" fmla="*/ 828298 w 2119654"/>
              <a:gd name="connsiteY92105" fmla="*/ 334071 h 2398711"/>
              <a:gd name="connsiteX92106" fmla="*/ 831718 w 2119654"/>
              <a:gd name="connsiteY92106" fmla="*/ 341993 h 2398711"/>
              <a:gd name="connsiteX92107" fmla="*/ 835313 w 2119654"/>
              <a:gd name="connsiteY92107" fmla="*/ 331715 h 2398711"/>
              <a:gd name="connsiteX92108" fmla="*/ 837243 w 2119654"/>
              <a:gd name="connsiteY92108" fmla="*/ 326834 h 2398711"/>
              <a:gd name="connsiteX92109" fmla="*/ 288503 w 2119654"/>
              <a:gd name="connsiteY92109" fmla="*/ 1533364 h 2398711"/>
              <a:gd name="connsiteX92110" fmla="*/ 292891 w 2119654"/>
              <a:gd name="connsiteY92110" fmla="*/ 1538428 h 2398711"/>
              <a:gd name="connsiteX92111" fmla="*/ 295666 w 2119654"/>
              <a:gd name="connsiteY92111" fmla="*/ 1539244 h 2398711"/>
              <a:gd name="connsiteX92112" fmla="*/ 293706 w 2119654"/>
              <a:gd name="connsiteY92112" fmla="*/ 1535831 h 2398711"/>
              <a:gd name="connsiteX92113" fmla="*/ 292437 w 2119654"/>
              <a:gd name="connsiteY92113" fmla="*/ 1534506 h 2398711"/>
              <a:gd name="connsiteX92114" fmla="*/ 289033 w 2119654"/>
              <a:gd name="connsiteY92114" fmla="*/ 1532829 h 2398711"/>
              <a:gd name="connsiteX92115" fmla="*/ 288653 w 2119654"/>
              <a:gd name="connsiteY92115" fmla="*/ 1533203 h 2398711"/>
              <a:gd name="connsiteX92116" fmla="*/ 813795 w 2119654"/>
              <a:gd name="connsiteY92116" fmla="*/ 357128 h 2398711"/>
              <a:gd name="connsiteX92117" fmla="*/ 809903 w 2119654"/>
              <a:gd name="connsiteY92117" fmla="*/ 370528 h 2398711"/>
              <a:gd name="connsiteX92118" fmla="*/ 812861 w 2119654"/>
              <a:gd name="connsiteY92118" fmla="*/ 373578 h 2398711"/>
              <a:gd name="connsiteX92119" fmla="*/ 816051 w 2119654"/>
              <a:gd name="connsiteY92119" fmla="*/ 359999 h 2398711"/>
              <a:gd name="connsiteX92120" fmla="*/ 316726 w 2119654"/>
              <a:gd name="connsiteY92120" fmla="*/ 1469433 h 2398711"/>
              <a:gd name="connsiteX92121" fmla="*/ 318167 w 2119654"/>
              <a:gd name="connsiteY92121" fmla="*/ 1472459 h 2398711"/>
              <a:gd name="connsiteX92122" fmla="*/ 322092 w 2119654"/>
              <a:gd name="connsiteY92122" fmla="*/ 1473705 h 2398711"/>
              <a:gd name="connsiteX92123" fmla="*/ 319425 w 2119654"/>
              <a:gd name="connsiteY92123" fmla="*/ 1470357 h 2398711"/>
              <a:gd name="connsiteX92124" fmla="*/ 771182 w 2119654"/>
              <a:gd name="connsiteY92124" fmla="*/ 451707 h 2398711"/>
              <a:gd name="connsiteX92125" fmla="*/ 771763 w 2119654"/>
              <a:gd name="connsiteY92125" fmla="*/ 452389 h 2398711"/>
              <a:gd name="connsiteX92126" fmla="*/ 772169 w 2119654"/>
              <a:gd name="connsiteY92126" fmla="*/ 450365 h 2398711"/>
              <a:gd name="connsiteX92127" fmla="*/ 736542 w 2119654"/>
              <a:gd name="connsiteY92127" fmla="*/ 529170 h 2398711"/>
              <a:gd name="connsiteX92128" fmla="*/ 736799 w 2119654"/>
              <a:gd name="connsiteY92128" fmla="*/ 532047 h 2398711"/>
              <a:gd name="connsiteX92129" fmla="*/ 739027 w 2119654"/>
              <a:gd name="connsiteY92129" fmla="*/ 533239 h 2398711"/>
              <a:gd name="connsiteX92130" fmla="*/ 737968 w 2119654"/>
              <a:gd name="connsiteY92130" fmla="*/ 530265 h 2398711"/>
              <a:gd name="connsiteX92131" fmla="*/ 307517 w 2119654"/>
              <a:gd name="connsiteY92131" fmla="*/ 1489649 h 2398711"/>
              <a:gd name="connsiteX92132" fmla="*/ 310640 w 2119654"/>
              <a:gd name="connsiteY92132" fmla="*/ 1492017 h 2398711"/>
              <a:gd name="connsiteX92133" fmla="*/ 309872 w 2119654"/>
              <a:gd name="connsiteY92133" fmla="*/ 1491203 h 2398711"/>
              <a:gd name="connsiteX92134" fmla="*/ 307715 w 2119654"/>
              <a:gd name="connsiteY92134" fmla="*/ 1489711 h 2398711"/>
              <a:gd name="connsiteX92135" fmla="*/ 284948 w 2119654"/>
              <a:gd name="connsiteY92135" fmla="*/ 1540173 h 2398711"/>
              <a:gd name="connsiteX92136" fmla="*/ 285906 w 2119654"/>
              <a:gd name="connsiteY92136" fmla="*/ 1541579 h 2398711"/>
              <a:gd name="connsiteX92137" fmla="*/ 292343 w 2119654"/>
              <a:gd name="connsiteY92137" fmla="*/ 1543579 h 2398711"/>
              <a:gd name="connsiteX92138" fmla="*/ 289453 w 2119654"/>
              <a:gd name="connsiteY92138" fmla="*/ 1541328 h 2398711"/>
              <a:gd name="connsiteX92139" fmla="*/ 289050 w 2119654"/>
              <a:gd name="connsiteY92139" fmla="*/ 1541005 h 2398711"/>
              <a:gd name="connsiteX92140" fmla="*/ 774302 w 2119654"/>
              <a:gd name="connsiteY92140" fmla="*/ 444157 h 2398711"/>
              <a:gd name="connsiteX92141" fmla="*/ 775093 w 2119654"/>
              <a:gd name="connsiteY92141" fmla="*/ 445579 h 2398711"/>
              <a:gd name="connsiteX92142" fmla="*/ 775228 w 2119654"/>
              <a:gd name="connsiteY92142" fmla="*/ 445401 h 2398711"/>
              <a:gd name="connsiteX92143" fmla="*/ 746591 w 2119654"/>
              <a:gd name="connsiteY92143" fmla="*/ 506180 h 2398711"/>
              <a:gd name="connsiteX92144" fmla="*/ 748335 w 2119654"/>
              <a:gd name="connsiteY92144" fmla="*/ 508004 h 2398711"/>
              <a:gd name="connsiteX92145" fmla="*/ 748236 w 2119654"/>
              <a:gd name="connsiteY92145" fmla="*/ 506734 h 2398711"/>
              <a:gd name="connsiteX92146" fmla="*/ 747509 w 2119654"/>
              <a:gd name="connsiteY92146" fmla="*/ 504815 h 2398711"/>
              <a:gd name="connsiteX92147" fmla="*/ 714634 w 2119654"/>
              <a:gd name="connsiteY92147" fmla="*/ 577424 h 2398711"/>
              <a:gd name="connsiteX92148" fmla="*/ 714704 w 2119654"/>
              <a:gd name="connsiteY92148" fmla="*/ 577885 h 2398711"/>
              <a:gd name="connsiteX92149" fmla="*/ 716272 w 2119654"/>
              <a:gd name="connsiteY92149" fmla="*/ 580130 h 2398711"/>
              <a:gd name="connsiteX92150" fmla="*/ 716429 w 2119654"/>
              <a:gd name="connsiteY92150" fmla="*/ 580152 h 2398711"/>
              <a:gd name="connsiteX92151" fmla="*/ 716489 w 2119654"/>
              <a:gd name="connsiteY92151" fmla="*/ 579867 h 2398711"/>
              <a:gd name="connsiteX92152" fmla="*/ 716101 w 2119654"/>
              <a:gd name="connsiteY92152" fmla="*/ 578020 h 2398711"/>
              <a:gd name="connsiteX92153" fmla="*/ 286978 w 2119654"/>
              <a:gd name="connsiteY92153" fmla="*/ 1534995 h 2398711"/>
              <a:gd name="connsiteX92154" fmla="*/ 289148 w 2119654"/>
              <a:gd name="connsiteY92154" fmla="*/ 1537325 h 2398711"/>
              <a:gd name="connsiteX92155" fmla="*/ 289472 w 2119654"/>
              <a:gd name="connsiteY92155" fmla="*/ 1537421 h 2398711"/>
              <a:gd name="connsiteX92156" fmla="*/ 287262 w 2119654"/>
              <a:gd name="connsiteY92156" fmla="*/ 1534691 h 2398711"/>
              <a:gd name="connsiteX92157" fmla="*/ 255739 w 2119654"/>
              <a:gd name="connsiteY92157" fmla="*/ 1604819 h 2398711"/>
              <a:gd name="connsiteX92158" fmla="*/ 260137 w 2119654"/>
              <a:gd name="connsiteY92158" fmla="*/ 1611482 h 2398711"/>
              <a:gd name="connsiteX92159" fmla="*/ 276605 w 2119654"/>
              <a:gd name="connsiteY92159" fmla="*/ 1617224 h 2398711"/>
              <a:gd name="connsiteX92160" fmla="*/ 271379 w 2119654"/>
              <a:gd name="connsiteY92160" fmla="*/ 1614969 h 2398711"/>
              <a:gd name="connsiteX92161" fmla="*/ 271206 w 2119654"/>
              <a:gd name="connsiteY92161" fmla="*/ 1614650 h 2398711"/>
              <a:gd name="connsiteX92162" fmla="*/ 279571 w 2119654"/>
              <a:gd name="connsiteY92162" fmla="*/ 1618258 h 2398711"/>
              <a:gd name="connsiteX92163" fmla="*/ 279605 w 2119654"/>
              <a:gd name="connsiteY92163" fmla="*/ 1618270 h 2398711"/>
              <a:gd name="connsiteX92164" fmla="*/ 282441 w 2119654"/>
              <a:gd name="connsiteY92164" fmla="*/ 1619209 h 2398711"/>
              <a:gd name="connsiteX92165" fmla="*/ 284112 w 2119654"/>
              <a:gd name="connsiteY92165" fmla="*/ 1615592 h 2398711"/>
              <a:gd name="connsiteX92166" fmla="*/ 283804 w 2119654"/>
              <a:gd name="connsiteY92166" fmla="*/ 1615442 h 2398711"/>
              <a:gd name="connsiteX92167" fmla="*/ 768030 w 2119654"/>
              <a:gd name="connsiteY92167" fmla="*/ 457664 h 2398711"/>
              <a:gd name="connsiteX92168" fmla="*/ 767918 w 2119654"/>
              <a:gd name="connsiteY92168" fmla="*/ 460014 h 2398711"/>
              <a:gd name="connsiteX92169" fmla="*/ 768094 w 2119654"/>
              <a:gd name="connsiteY92169" fmla="*/ 459896 h 2398711"/>
              <a:gd name="connsiteX92170" fmla="*/ 767895 w 2119654"/>
              <a:gd name="connsiteY92170" fmla="*/ 460511 h 2398711"/>
              <a:gd name="connsiteX92171" fmla="*/ 767850 w 2119654"/>
              <a:gd name="connsiteY92171" fmla="*/ 461423 h 2398711"/>
              <a:gd name="connsiteX92172" fmla="*/ 767812 w 2119654"/>
              <a:gd name="connsiteY92172" fmla="*/ 466614 h 2398711"/>
              <a:gd name="connsiteX92173" fmla="*/ 768758 w 2119654"/>
              <a:gd name="connsiteY92173" fmla="*/ 467882 h 2398711"/>
              <a:gd name="connsiteX92174" fmla="*/ 769150 w 2119654"/>
              <a:gd name="connsiteY92174" fmla="*/ 465423 h 2398711"/>
              <a:gd name="connsiteX92175" fmla="*/ 769510 w 2119654"/>
              <a:gd name="connsiteY92175" fmla="*/ 463623 h 2398711"/>
              <a:gd name="connsiteX92176" fmla="*/ 769821 w 2119654"/>
              <a:gd name="connsiteY92176" fmla="*/ 459112 h 2398711"/>
              <a:gd name="connsiteX92177" fmla="*/ 768423 w 2119654"/>
              <a:gd name="connsiteY92177" fmla="*/ 457898 h 2398711"/>
              <a:gd name="connsiteX92178" fmla="*/ 222532 w 2119654"/>
              <a:gd name="connsiteY92178" fmla="*/ 1679122 h 2398711"/>
              <a:gd name="connsiteX92179" fmla="*/ 228327 w 2119654"/>
              <a:gd name="connsiteY92179" fmla="*/ 1684443 h 2398711"/>
              <a:gd name="connsiteX92180" fmla="*/ 240814 w 2119654"/>
              <a:gd name="connsiteY92180" fmla="*/ 1695356 h 2398711"/>
              <a:gd name="connsiteX92181" fmla="*/ 247678 w 2119654"/>
              <a:gd name="connsiteY92181" fmla="*/ 1695696 h 2398711"/>
              <a:gd name="connsiteX92182" fmla="*/ 250368 w 2119654"/>
              <a:gd name="connsiteY92182" fmla="*/ 1689657 h 2398711"/>
              <a:gd name="connsiteX92183" fmla="*/ 815425 w 2119654"/>
              <a:gd name="connsiteY92183" fmla="*/ 351520 h 2398711"/>
              <a:gd name="connsiteX92184" fmla="*/ 814328 w 2119654"/>
              <a:gd name="connsiteY92184" fmla="*/ 355297 h 2398711"/>
              <a:gd name="connsiteX92185" fmla="*/ 816504 w 2119654"/>
              <a:gd name="connsiteY92185" fmla="*/ 358068 h 2398711"/>
              <a:gd name="connsiteX92186" fmla="*/ 817268 w 2119654"/>
              <a:gd name="connsiteY92186" fmla="*/ 354819 h 2398711"/>
              <a:gd name="connsiteX92187" fmla="*/ 265101 w 2119654"/>
              <a:gd name="connsiteY92187" fmla="*/ 1583786 h 2398711"/>
              <a:gd name="connsiteX92188" fmla="*/ 282226 w 2119654"/>
              <a:gd name="connsiteY92188" fmla="*/ 1593995 h 2398711"/>
              <a:gd name="connsiteX92189" fmla="*/ 286530 w 2119654"/>
              <a:gd name="connsiteY92189" fmla="*/ 1595270 h 2398711"/>
              <a:gd name="connsiteX92190" fmla="*/ 279596 w 2119654"/>
              <a:gd name="connsiteY92190" fmla="*/ 1589078 h 2398711"/>
              <a:gd name="connsiteX92191" fmla="*/ 276229 w 2119654"/>
              <a:gd name="connsiteY92191" fmla="*/ 1585989 h 2398711"/>
              <a:gd name="connsiteX92192" fmla="*/ 807653 w 2119654"/>
              <a:gd name="connsiteY92192" fmla="*/ 368899 h 2398711"/>
              <a:gd name="connsiteX92193" fmla="*/ 807985 w 2119654"/>
              <a:gd name="connsiteY92193" fmla="*/ 375401 h 2398711"/>
              <a:gd name="connsiteX92194" fmla="*/ 809352 w 2119654"/>
              <a:gd name="connsiteY92194" fmla="*/ 370698 h 2398711"/>
              <a:gd name="connsiteX92195" fmla="*/ 756021 w 2119654"/>
              <a:gd name="connsiteY92195" fmla="*/ 484250 h 2398711"/>
              <a:gd name="connsiteX92196" fmla="*/ 755373 w 2119654"/>
              <a:gd name="connsiteY92196" fmla="*/ 487833 h 2398711"/>
              <a:gd name="connsiteX92197" fmla="*/ 755099 w 2119654"/>
              <a:gd name="connsiteY92197" fmla="*/ 490401 h 2398711"/>
              <a:gd name="connsiteX92198" fmla="*/ 756634 w 2119654"/>
              <a:gd name="connsiteY92198" fmla="*/ 488304 h 2398711"/>
              <a:gd name="connsiteX92199" fmla="*/ 756377 w 2119654"/>
              <a:gd name="connsiteY92199" fmla="*/ 484762 h 2398711"/>
              <a:gd name="connsiteX92200" fmla="*/ 773660 w 2119654"/>
              <a:gd name="connsiteY92200" fmla="*/ 444749 h 2398711"/>
              <a:gd name="connsiteX92201" fmla="*/ 772916 w 2119654"/>
              <a:gd name="connsiteY92201" fmla="*/ 448460 h 2398711"/>
              <a:gd name="connsiteX92202" fmla="*/ 774485 w 2119654"/>
              <a:gd name="connsiteY92202" fmla="*/ 446384 h 2398711"/>
              <a:gd name="connsiteX92203" fmla="*/ 716030 w 2119654"/>
              <a:gd name="connsiteY92203" fmla="*/ 573453 h 2398711"/>
              <a:gd name="connsiteX92204" fmla="*/ 716702 w 2119654"/>
              <a:gd name="connsiteY92204" fmla="*/ 573726 h 2398711"/>
              <a:gd name="connsiteX92205" fmla="*/ 716610 w 2119654"/>
              <a:gd name="connsiteY92205" fmla="*/ 572592 h 2398711"/>
              <a:gd name="connsiteX92206" fmla="*/ 736676 w 2119654"/>
              <a:gd name="connsiteY92206" fmla="*/ 526902 h 2398711"/>
              <a:gd name="connsiteX92207" fmla="*/ 736822 w 2119654"/>
              <a:gd name="connsiteY92207" fmla="*/ 527050 h 2398711"/>
              <a:gd name="connsiteX92208" fmla="*/ 736786 w 2119654"/>
              <a:gd name="connsiteY92208" fmla="*/ 526946 h 2398711"/>
              <a:gd name="connsiteX92209" fmla="*/ 720317 w 2119654"/>
              <a:gd name="connsiteY92209" fmla="*/ 563510 h 2398711"/>
              <a:gd name="connsiteX92210" fmla="*/ 720365 w 2119654"/>
              <a:gd name="connsiteY92210" fmla="*/ 564097 h 2398711"/>
              <a:gd name="connsiteX92211" fmla="*/ 720566 w 2119654"/>
              <a:gd name="connsiteY92211" fmla="*/ 563798 h 2398711"/>
              <a:gd name="connsiteX92212" fmla="*/ 740907 w 2119654"/>
              <a:gd name="connsiteY92212" fmla="*/ 517294 h 2398711"/>
              <a:gd name="connsiteX92213" fmla="*/ 741704 w 2119654"/>
              <a:gd name="connsiteY92213" fmla="*/ 519530 h 2398711"/>
              <a:gd name="connsiteX92214" fmla="*/ 742735 w 2119654"/>
              <a:gd name="connsiteY92214" fmla="*/ 520087 h 2398711"/>
              <a:gd name="connsiteX92215" fmla="*/ 742813 w 2119654"/>
              <a:gd name="connsiteY92215" fmla="*/ 520109 h 2398711"/>
              <a:gd name="connsiteX92216" fmla="*/ 742781 w 2119654"/>
              <a:gd name="connsiteY92216" fmla="*/ 518605 h 2398711"/>
              <a:gd name="connsiteX92217" fmla="*/ 736527 w 2119654"/>
              <a:gd name="connsiteY92217" fmla="*/ 526943 h 2398711"/>
              <a:gd name="connsiteX92218" fmla="*/ 736414 w 2119654"/>
              <a:gd name="connsiteY92218" fmla="*/ 527423 h 2398711"/>
              <a:gd name="connsiteX92219" fmla="*/ 737160 w 2119654"/>
              <a:gd name="connsiteY92219" fmla="*/ 527997 h 2398711"/>
              <a:gd name="connsiteX92220" fmla="*/ 736928 w 2119654"/>
              <a:gd name="connsiteY92220" fmla="*/ 527347 h 2398711"/>
              <a:gd name="connsiteX92221" fmla="*/ 293402 w 2119654"/>
              <a:gd name="connsiteY92221" fmla="*/ 1519121 h 2398711"/>
              <a:gd name="connsiteX92222" fmla="*/ 293437 w 2119654"/>
              <a:gd name="connsiteY92222" fmla="*/ 1519182 h 2398711"/>
              <a:gd name="connsiteX92223" fmla="*/ 298303 w 2119654"/>
              <a:gd name="connsiteY92223" fmla="*/ 1522296 h 2398711"/>
              <a:gd name="connsiteX92224" fmla="*/ 298839 w 2119654"/>
              <a:gd name="connsiteY92224" fmla="*/ 1521724 h 2398711"/>
              <a:gd name="connsiteX92225" fmla="*/ 295400 w 2119654"/>
              <a:gd name="connsiteY92225" fmla="*/ 1519428 h 2398711"/>
              <a:gd name="connsiteX92226" fmla="*/ 293659 w 2119654"/>
              <a:gd name="connsiteY92226" fmla="*/ 1519185 h 2398711"/>
              <a:gd name="connsiteX92227" fmla="*/ 736628 w 2119654"/>
              <a:gd name="connsiteY92227" fmla="*/ 526506 h 2398711"/>
              <a:gd name="connsiteX92228" fmla="*/ 736624 w 2119654"/>
              <a:gd name="connsiteY92228" fmla="*/ 526522 h 2398711"/>
              <a:gd name="connsiteX92229" fmla="*/ 736636 w 2119654"/>
              <a:gd name="connsiteY92229" fmla="*/ 526527 h 2398711"/>
              <a:gd name="connsiteX92230" fmla="*/ 743664 w 2119654"/>
              <a:gd name="connsiteY92230" fmla="*/ 510530 h 2398711"/>
              <a:gd name="connsiteX92231" fmla="*/ 744611 w 2119654"/>
              <a:gd name="connsiteY92231" fmla="*/ 511893 h 2398711"/>
              <a:gd name="connsiteX92232" fmla="*/ 746919 w 2119654"/>
              <a:gd name="connsiteY92232" fmla="*/ 515313 h 2398711"/>
              <a:gd name="connsiteX92233" fmla="*/ 745893 w 2119654"/>
              <a:gd name="connsiteY92233" fmla="*/ 509031 h 2398711"/>
              <a:gd name="connsiteX92234" fmla="*/ 745097 w 2119654"/>
              <a:gd name="connsiteY92234" fmla="*/ 508401 h 2398711"/>
              <a:gd name="connsiteX92235" fmla="*/ 767670 w 2119654"/>
              <a:gd name="connsiteY92235" fmla="*/ 456487 h 2398711"/>
              <a:gd name="connsiteX92236" fmla="*/ 767696 w 2119654"/>
              <a:gd name="connsiteY92236" fmla="*/ 456503 h 2398711"/>
              <a:gd name="connsiteX92237" fmla="*/ 767696 w 2119654"/>
              <a:gd name="connsiteY92237" fmla="*/ 456495 h 2398711"/>
              <a:gd name="connsiteX92238" fmla="*/ 767675 w 2119654"/>
              <a:gd name="connsiteY92238" fmla="*/ 456479 h 2398711"/>
              <a:gd name="connsiteX92239" fmla="*/ 320360 w 2119654"/>
              <a:gd name="connsiteY92239" fmla="*/ 1457945 h 2398711"/>
              <a:gd name="connsiteX92240" fmla="*/ 321762 w 2119654"/>
              <a:gd name="connsiteY92240" fmla="*/ 1458977 h 2398711"/>
              <a:gd name="connsiteX92241" fmla="*/ 321352 w 2119654"/>
              <a:gd name="connsiteY92241" fmla="*/ 1458386 h 2398711"/>
              <a:gd name="connsiteX92242" fmla="*/ 320743 w 2119654"/>
              <a:gd name="connsiteY92242" fmla="*/ 1458119 h 2398711"/>
              <a:gd name="connsiteX92243" fmla="*/ 287297 w 2119654"/>
              <a:gd name="connsiteY92243" fmla="*/ 1531971 h 2398711"/>
              <a:gd name="connsiteX92244" fmla="*/ 288240 w 2119654"/>
              <a:gd name="connsiteY92244" fmla="*/ 1533060 h 2398711"/>
              <a:gd name="connsiteX92245" fmla="*/ 288638 w 2119654"/>
              <a:gd name="connsiteY92245" fmla="*/ 1532633 h 2398711"/>
              <a:gd name="connsiteX92246" fmla="*/ 720649 w 2119654"/>
              <a:gd name="connsiteY92246" fmla="*/ 561508 h 2398711"/>
              <a:gd name="connsiteX92247" fmla="*/ 720594 w 2119654"/>
              <a:gd name="connsiteY92247" fmla="*/ 561767 h 2398711"/>
              <a:gd name="connsiteX92248" fmla="*/ 721150 w 2119654"/>
              <a:gd name="connsiteY92248" fmla="*/ 562412 h 2398711"/>
              <a:gd name="connsiteX92249" fmla="*/ 721104 w 2119654"/>
              <a:gd name="connsiteY92249" fmla="*/ 561881 h 2398711"/>
              <a:gd name="connsiteX92250" fmla="*/ 721101 w 2119654"/>
              <a:gd name="connsiteY92250" fmla="*/ 561696 h 2398711"/>
              <a:gd name="connsiteX92251" fmla="*/ 284908 w 2119654"/>
              <a:gd name="connsiteY92251" fmla="*/ 1537209 h 2398711"/>
              <a:gd name="connsiteX92252" fmla="*/ 289331 w 2119654"/>
              <a:gd name="connsiteY92252" fmla="*/ 1540654 h 2398711"/>
              <a:gd name="connsiteX92253" fmla="*/ 290445 w 2119654"/>
              <a:gd name="connsiteY92253" fmla="*/ 1540881 h 2398711"/>
              <a:gd name="connsiteX92254" fmla="*/ 288879 w 2119654"/>
              <a:gd name="connsiteY92254" fmla="*/ 1538880 h 2398711"/>
              <a:gd name="connsiteX92255" fmla="*/ 285272 w 2119654"/>
              <a:gd name="connsiteY92255" fmla="*/ 1536819 h 2398711"/>
              <a:gd name="connsiteX92256" fmla="*/ 742735 w 2119654"/>
              <a:gd name="connsiteY92256" fmla="*/ 511911 h 2398711"/>
              <a:gd name="connsiteX92257" fmla="*/ 742833 w 2119654"/>
              <a:gd name="connsiteY92257" fmla="*/ 516435 h 2398711"/>
              <a:gd name="connsiteX92258" fmla="*/ 747653 w 2119654"/>
              <a:gd name="connsiteY92258" fmla="*/ 519808 h 2398711"/>
              <a:gd name="connsiteX92259" fmla="*/ 747183 w 2119654"/>
              <a:gd name="connsiteY92259" fmla="*/ 516927 h 2398711"/>
              <a:gd name="connsiteX92260" fmla="*/ 743265 w 2119654"/>
              <a:gd name="connsiteY92260" fmla="*/ 511124 h 2398711"/>
              <a:gd name="connsiteX92261" fmla="*/ 302725 w 2119654"/>
              <a:gd name="connsiteY92261" fmla="*/ 1497157 h 2398711"/>
              <a:gd name="connsiteX92262" fmla="*/ 303284 w 2119654"/>
              <a:gd name="connsiteY92262" fmla="*/ 1497711 h 2398711"/>
              <a:gd name="connsiteX92263" fmla="*/ 309492 w 2119654"/>
              <a:gd name="connsiteY92263" fmla="*/ 1503700 h 2398711"/>
              <a:gd name="connsiteX92264" fmla="*/ 314099 w 2119654"/>
              <a:gd name="connsiteY92264" fmla="*/ 1503928 h 2398711"/>
              <a:gd name="connsiteX92265" fmla="*/ 310900 w 2119654"/>
              <a:gd name="connsiteY92265" fmla="*/ 1499563 h 2398711"/>
              <a:gd name="connsiteX92266" fmla="*/ 318357 w 2119654"/>
              <a:gd name="connsiteY92266" fmla="*/ 1461596 h 2398711"/>
              <a:gd name="connsiteX92267" fmla="*/ 318635 w 2119654"/>
              <a:gd name="connsiteY92267" fmla="*/ 1461844 h 2398711"/>
              <a:gd name="connsiteX92268" fmla="*/ 327672 w 2119654"/>
              <a:gd name="connsiteY92268" fmla="*/ 1468808 h 2398711"/>
              <a:gd name="connsiteX92269" fmla="*/ 327731 w 2119654"/>
              <a:gd name="connsiteY92269" fmla="*/ 1468639 h 2398711"/>
              <a:gd name="connsiteX92270" fmla="*/ 325077 w 2119654"/>
              <a:gd name="connsiteY92270" fmla="*/ 1465705 h 2398711"/>
              <a:gd name="connsiteX92271" fmla="*/ 721073 w 2119654"/>
              <a:gd name="connsiteY92271" fmla="*/ 559487 h 2398711"/>
              <a:gd name="connsiteX92272" fmla="*/ 720740 w 2119654"/>
              <a:gd name="connsiteY92272" fmla="*/ 561074 h 2398711"/>
              <a:gd name="connsiteX92273" fmla="*/ 721095 w 2119654"/>
              <a:gd name="connsiteY92273" fmla="*/ 561216 h 2398711"/>
              <a:gd name="connsiteX92274" fmla="*/ 302348 w 2119654"/>
              <a:gd name="connsiteY92274" fmla="*/ 1497047 h 2398711"/>
              <a:gd name="connsiteX92275" fmla="*/ 305838 w 2119654"/>
              <a:gd name="connsiteY92275" fmla="*/ 1502188 h 2398711"/>
              <a:gd name="connsiteX92276" fmla="*/ 308674 w 2119654"/>
              <a:gd name="connsiteY92276" fmla="*/ 1503659 h 2398711"/>
              <a:gd name="connsiteX92277" fmla="*/ 309146 w 2119654"/>
              <a:gd name="connsiteY92277" fmla="*/ 1503683 h 2398711"/>
              <a:gd name="connsiteX92278" fmla="*/ 302491 w 2119654"/>
              <a:gd name="connsiteY92278" fmla="*/ 1497088 h 2398711"/>
              <a:gd name="connsiteX92279" fmla="*/ 720217 w 2119654"/>
              <a:gd name="connsiteY92279" fmla="*/ 561329 h 2398711"/>
              <a:gd name="connsiteX92280" fmla="*/ 720422 w 2119654"/>
              <a:gd name="connsiteY92280" fmla="*/ 561567 h 2398711"/>
              <a:gd name="connsiteX92281" fmla="*/ 720453 w 2119654"/>
              <a:gd name="connsiteY92281" fmla="*/ 561427 h 2398711"/>
              <a:gd name="connsiteX92282" fmla="*/ 266758 w 2119654"/>
              <a:gd name="connsiteY92282" fmla="*/ 1576712 h 2398711"/>
              <a:gd name="connsiteX92283" fmla="*/ 269548 w 2119654"/>
              <a:gd name="connsiteY92283" fmla="*/ 1579203 h 2398711"/>
              <a:gd name="connsiteX92284" fmla="*/ 277235 w 2119654"/>
              <a:gd name="connsiteY92284" fmla="*/ 1582993 h 2398711"/>
              <a:gd name="connsiteX92285" fmla="*/ 278984 w 2119654"/>
              <a:gd name="connsiteY92285" fmla="*/ 1583498 h 2398711"/>
              <a:gd name="connsiteX92286" fmla="*/ 275327 w 2119654"/>
              <a:gd name="connsiteY92286" fmla="*/ 1579277 h 2398711"/>
              <a:gd name="connsiteX92287" fmla="*/ 283764 w 2119654"/>
              <a:gd name="connsiteY92287" fmla="*/ 1538433 h 2398711"/>
              <a:gd name="connsiteX92288" fmla="*/ 284626 w 2119654"/>
              <a:gd name="connsiteY92288" fmla="*/ 1539700 h 2398711"/>
              <a:gd name="connsiteX92289" fmla="*/ 288368 w 2119654"/>
              <a:gd name="connsiteY92289" fmla="*/ 1540459 h 2398711"/>
              <a:gd name="connsiteX92290" fmla="*/ 284653 w 2119654"/>
              <a:gd name="connsiteY92290" fmla="*/ 1537482 h 2398711"/>
              <a:gd name="connsiteX92291" fmla="*/ 736192 w 2119654"/>
              <a:gd name="connsiteY92291" fmla="*/ 525270 h 2398711"/>
              <a:gd name="connsiteX92292" fmla="*/ 736265 w 2119654"/>
              <a:gd name="connsiteY92292" fmla="*/ 526081 h 2398711"/>
              <a:gd name="connsiteX92293" fmla="*/ 736350 w 2119654"/>
              <a:gd name="connsiteY92293" fmla="*/ 525714 h 2398711"/>
              <a:gd name="connsiteX92294" fmla="*/ 736287 w 2119654"/>
              <a:gd name="connsiteY92294" fmla="*/ 525394 h 2398711"/>
              <a:gd name="connsiteX92295" fmla="*/ 740698 w 2119654"/>
              <a:gd name="connsiteY92295" fmla="*/ 514941 h 2398711"/>
              <a:gd name="connsiteX92296" fmla="*/ 742732 w 2119654"/>
              <a:gd name="connsiteY92296" fmla="*/ 516364 h 2398711"/>
              <a:gd name="connsiteX92297" fmla="*/ 742639 w 2119654"/>
              <a:gd name="connsiteY92297" fmla="*/ 512055 h 2398711"/>
              <a:gd name="connsiteX92298" fmla="*/ 782446 w 2119654"/>
              <a:gd name="connsiteY92298" fmla="*/ 421227 h 2398711"/>
              <a:gd name="connsiteX92299" fmla="*/ 781720 w 2119654"/>
              <a:gd name="connsiteY92299" fmla="*/ 427492 h 2398711"/>
              <a:gd name="connsiteX92300" fmla="*/ 783022 w 2119654"/>
              <a:gd name="connsiteY92300" fmla="*/ 430910 h 2398711"/>
              <a:gd name="connsiteX92301" fmla="*/ 784709 w 2119654"/>
              <a:gd name="connsiteY92301" fmla="*/ 432857 h 2398711"/>
              <a:gd name="connsiteX92302" fmla="*/ 788738 w 2119654"/>
              <a:gd name="connsiteY92302" fmla="*/ 427527 h 2398711"/>
              <a:gd name="connsiteX92303" fmla="*/ 788867 w 2119654"/>
              <a:gd name="connsiteY92303" fmla="*/ 427026 h 2398711"/>
              <a:gd name="connsiteX92304" fmla="*/ 788053 w 2119654"/>
              <a:gd name="connsiteY92304" fmla="*/ 426238 h 2398711"/>
              <a:gd name="connsiteX92305" fmla="*/ 775215 w 2119654"/>
              <a:gd name="connsiteY92305" fmla="*/ 436998 h 2398711"/>
              <a:gd name="connsiteX92306" fmla="*/ 773963 w 2119654"/>
              <a:gd name="connsiteY92306" fmla="*/ 443237 h 2398711"/>
              <a:gd name="connsiteX92307" fmla="*/ 775402 w 2119654"/>
              <a:gd name="connsiteY92307" fmla="*/ 445170 h 2398711"/>
              <a:gd name="connsiteX92308" fmla="*/ 778929 w 2119654"/>
              <a:gd name="connsiteY92308" fmla="*/ 440505 h 2398711"/>
              <a:gd name="connsiteX92309" fmla="*/ 778288 w 2119654"/>
              <a:gd name="connsiteY92309" fmla="*/ 438822 h 2398711"/>
              <a:gd name="connsiteX92310" fmla="*/ 819347 w 2119654"/>
              <a:gd name="connsiteY92310" fmla="*/ 338019 h 2398711"/>
              <a:gd name="connsiteX92311" fmla="*/ 816498 w 2119654"/>
              <a:gd name="connsiteY92311" fmla="*/ 347824 h 2398711"/>
              <a:gd name="connsiteX92312" fmla="*/ 818489 w 2119654"/>
              <a:gd name="connsiteY92312" fmla="*/ 349621 h 2398711"/>
              <a:gd name="connsiteX92313" fmla="*/ 820556 w 2119654"/>
              <a:gd name="connsiteY92313" fmla="*/ 340822 h 2398711"/>
              <a:gd name="connsiteX92314" fmla="*/ 824476 w 2119654"/>
              <a:gd name="connsiteY92314" fmla="*/ 326430 h 2398711"/>
              <a:gd name="connsiteX92315" fmla="*/ 820988 w 2119654"/>
              <a:gd name="connsiteY92315" fmla="*/ 341279 h 2398711"/>
              <a:gd name="connsiteX92316" fmla="*/ 825345 w 2119654"/>
              <a:gd name="connsiteY92316" fmla="*/ 351012 h 2398711"/>
              <a:gd name="connsiteX92317" fmla="*/ 825609 w 2119654"/>
              <a:gd name="connsiteY92317" fmla="*/ 351623 h 2398711"/>
              <a:gd name="connsiteX92318" fmla="*/ 827805 w 2119654"/>
              <a:gd name="connsiteY92318" fmla="*/ 334141 h 2398711"/>
              <a:gd name="connsiteX92319" fmla="*/ 715114 w 2119654"/>
              <a:gd name="connsiteY92319" fmla="*/ 570976 h 2398711"/>
              <a:gd name="connsiteX92320" fmla="*/ 715276 w 2119654"/>
              <a:gd name="connsiteY92320" fmla="*/ 571667 h 2398711"/>
              <a:gd name="connsiteX92321" fmla="*/ 715506 w 2119654"/>
              <a:gd name="connsiteY92321" fmla="*/ 571324 h 2398711"/>
              <a:gd name="connsiteX92322" fmla="*/ 763989 w 2119654"/>
              <a:gd name="connsiteY92322" fmla="*/ 461494 h 2398711"/>
              <a:gd name="connsiteX92323" fmla="*/ 766381 w 2119654"/>
              <a:gd name="connsiteY92323" fmla="*/ 464698 h 2398711"/>
              <a:gd name="connsiteX92324" fmla="*/ 767465 w 2119654"/>
              <a:gd name="connsiteY92324" fmla="*/ 461363 h 2398711"/>
              <a:gd name="connsiteX92325" fmla="*/ 767651 w 2119654"/>
              <a:gd name="connsiteY92325" fmla="*/ 457439 h 2398711"/>
              <a:gd name="connsiteX92326" fmla="*/ 767178 w 2119654"/>
              <a:gd name="connsiteY92326" fmla="*/ 457156 h 2398711"/>
              <a:gd name="connsiteX92327" fmla="*/ 782619 w 2119654"/>
              <a:gd name="connsiteY92327" fmla="*/ 419728 h 2398711"/>
              <a:gd name="connsiteX92328" fmla="*/ 782496 w 2119654"/>
              <a:gd name="connsiteY92328" fmla="*/ 420791 h 2398711"/>
              <a:gd name="connsiteX92329" fmla="*/ 788981 w 2119654"/>
              <a:gd name="connsiteY92329" fmla="*/ 426586 h 2398711"/>
              <a:gd name="connsiteX92330" fmla="*/ 789439 w 2119654"/>
              <a:gd name="connsiteY92330" fmla="*/ 424809 h 2398711"/>
              <a:gd name="connsiteX92331" fmla="*/ 785292 w 2119654"/>
              <a:gd name="connsiteY92331" fmla="*/ 420794 h 2398711"/>
              <a:gd name="connsiteX92332" fmla="*/ 254306 w 2119654"/>
              <a:gd name="connsiteY92332" fmla="*/ 1602648 h 2398711"/>
              <a:gd name="connsiteX92333" fmla="*/ 255150 w 2119654"/>
              <a:gd name="connsiteY92333" fmla="*/ 1603928 h 2398711"/>
              <a:gd name="connsiteX92334" fmla="*/ 277270 w 2119654"/>
              <a:gd name="connsiteY92334" fmla="*/ 1612249 h 2398711"/>
              <a:gd name="connsiteX92335" fmla="*/ 260947 w 2119654"/>
              <a:gd name="connsiteY92335" fmla="*/ 1604276 h 2398711"/>
              <a:gd name="connsiteX92336" fmla="*/ 258387 w 2119654"/>
              <a:gd name="connsiteY92336" fmla="*/ 1603254 h 2398711"/>
              <a:gd name="connsiteX92337" fmla="*/ 831248 w 2119654"/>
              <a:gd name="connsiteY92337" fmla="*/ 310585 h 2398711"/>
              <a:gd name="connsiteX92338" fmla="*/ 830072 w 2119654"/>
              <a:gd name="connsiteY92338" fmla="*/ 319949 h 2398711"/>
              <a:gd name="connsiteX92339" fmla="*/ 837638 w 2119654"/>
              <a:gd name="connsiteY92339" fmla="*/ 325837 h 2398711"/>
              <a:gd name="connsiteX92340" fmla="*/ 838873 w 2119654"/>
              <a:gd name="connsiteY92340" fmla="*/ 322711 h 2398711"/>
              <a:gd name="connsiteX92341" fmla="*/ 728457 w 2119654"/>
              <a:gd name="connsiteY92341" fmla="*/ 540665 h 2398711"/>
              <a:gd name="connsiteX92342" fmla="*/ 728573 w 2119654"/>
              <a:gd name="connsiteY92342" fmla="*/ 541199 h 2398711"/>
              <a:gd name="connsiteX92343" fmla="*/ 730587 w 2119654"/>
              <a:gd name="connsiteY92343" fmla="*/ 542615 h 2398711"/>
              <a:gd name="connsiteX92344" fmla="*/ 257367 w 2119654"/>
              <a:gd name="connsiteY92344" fmla="*/ 1595514 h 2398711"/>
              <a:gd name="connsiteX92345" fmla="*/ 257797 w 2119654"/>
              <a:gd name="connsiteY92345" fmla="*/ 1595668 h 2398711"/>
              <a:gd name="connsiteX92346" fmla="*/ 265218 w 2119654"/>
              <a:gd name="connsiteY92346" fmla="*/ 1597906 h 2398711"/>
              <a:gd name="connsiteX92347" fmla="*/ 263676 w 2119654"/>
              <a:gd name="connsiteY92347" fmla="*/ 1596885 h 2398711"/>
              <a:gd name="connsiteX92348" fmla="*/ 759468 w 2119654"/>
              <a:gd name="connsiteY92348" fmla="*/ 471156 h 2398711"/>
              <a:gd name="connsiteX92349" fmla="*/ 759909 w 2119654"/>
              <a:gd name="connsiteY92349" fmla="*/ 477241 h 2398711"/>
              <a:gd name="connsiteX92350" fmla="*/ 761915 w 2119654"/>
              <a:gd name="connsiteY92350" fmla="*/ 478437 h 2398711"/>
              <a:gd name="connsiteX92351" fmla="*/ 763674 w 2119654"/>
              <a:gd name="connsiteY92351" fmla="*/ 473026 h 2398711"/>
              <a:gd name="connsiteX92352" fmla="*/ 281966 w 2119654"/>
              <a:gd name="connsiteY92352" fmla="*/ 1540356 h 2398711"/>
              <a:gd name="connsiteX92353" fmla="*/ 283673 w 2119654"/>
              <a:gd name="connsiteY92353" fmla="*/ 1540886 h 2398711"/>
              <a:gd name="connsiteX92354" fmla="*/ 282906 w 2119654"/>
              <a:gd name="connsiteY92354" fmla="*/ 1539758 h 2398711"/>
              <a:gd name="connsiteX92355" fmla="*/ 282586 w 2119654"/>
              <a:gd name="connsiteY92355" fmla="*/ 1539693 h 2398711"/>
              <a:gd name="connsiteX92356" fmla="*/ 335837 w 2119654"/>
              <a:gd name="connsiteY92356" fmla="*/ 1419525 h 2398711"/>
              <a:gd name="connsiteX92357" fmla="*/ 337145 w 2119654"/>
              <a:gd name="connsiteY92357" fmla="*/ 1421281 h 2398711"/>
              <a:gd name="connsiteX92358" fmla="*/ 337230 w 2119654"/>
              <a:gd name="connsiteY92358" fmla="*/ 1421321 h 2398711"/>
              <a:gd name="connsiteX92359" fmla="*/ 337077 w 2119654"/>
              <a:gd name="connsiteY92359" fmla="*/ 1419994 h 2398711"/>
              <a:gd name="connsiteX92360" fmla="*/ 315086 w 2119654"/>
              <a:gd name="connsiteY92360" fmla="*/ 1465989 h 2398711"/>
              <a:gd name="connsiteX92361" fmla="*/ 316672 w 2119654"/>
              <a:gd name="connsiteY92361" fmla="*/ 1469320 h 2398711"/>
              <a:gd name="connsiteX92362" fmla="*/ 319320 w 2119654"/>
              <a:gd name="connsiteY92362" fmla="*/ 1470227 h 2398711"/>
              <a:gd name="connsiteX92363" fmla="*/ 316818 w 2119654"/>
              <a:gd name="connsiteY92363" fmla="*/ 1467087 h 2398711"/>
              <a:gd name="connsiteX92364" fmla="*/ 831332 w 2119654"/>
              <a:gd name="connsiteY92364" fmla="*/ 309919 h 2398711"/>
              <a:gd name="connsiteX92365" fmla="*/ 831254 w 2119654"/>
              <a:gd name="connsiteY92365" fmla="*/ 310540 h 2398711"/>
              <a:gd name="connsiteX92366" fmla="*/ 839086 w 2119654"/>
              <a:gd name="connsiteY92366" fmla="*/ 322173 h 2398711"/>
              <a:gd name="connsiteX92367" fmla="*/ 840382 w 2119654"/>
              <a:gd name="connsiteY92367" fmla="*/ 318897 h 2398711"/>
              <a:gd name="connsiteX92368" fmla="*/ 839092 w 2119654"/>
              <a:gd name="connsiteY92368" fmla="*/ 317588 h 2398711"/>
              <a:gd name="connsiteX92369" fmla="*/ 728404 w 2119654"/>
              <a:gd name="connsiteY92369" fmla="*/ 540176 h 2398711"/>
              <a:gd name="connsiteX92370" fmla="*/ 732213 w 2119654"/>
              <a:gd name="connsiteY92370" fmla="*/ 543665 h 2398711"/>
              <a:gd name="connsiteX92371" fmla="*/ 732425 w 2119654"/>
              <a:gd name="connsiteY92371" fmla="*/ 542746 h 2398711"/>
              <a:gd name="connsiteX92372" fmla="*/ 782777 w 2119654"/>
              <a:gd name="connsiteY92372" fmla="*/ 418361 h 2398711"/>
              <a:gd name="connsiteX92373" fmla="*/ 782718 w 2119654"/>
              <a:gd name="connsiteY92373" fmla="*/ 418878 h 2398711"/>
              <a:gd name="connsiteX92374" fmla="*/ 783727 w 2119654"/>
              <a:gd name="connsiteY92374" fmla="*/ 419280 h 2398711"/>
              <a:gd name="connsiteX92375" fmla="*/ 762699 w 2119654"/>
              <a:gd name="connsiteY92375" fmla="*/ 463249 h 2398711"/>
              <a:gd name="connsiteX92376" fmla="*/ 765597 w 2119654"/>
              <a:gd name="connsiteY92376" fmla="*/ 467110 h 2398711"/>
              <a:gd name="connsiteX92377" fmla="*/ 766160 w 2119654"/>
              <a:gd name="connsiteY92377" fmla="*/ 465375 h 2398711"/>
              <a:gd name="connsiteX92378" fmla="*/ 763630 w 2119654"/>
              <a:gd name="connsiteY92378" fmla="*/ 461983 h 2398711"/>
              <a:gd name="connsiteX92379" fmla="*/ 283525 w 2119654"/>
              <a:gd name="connsiteY92379" fmla="*/ 1536131 h 2398711"/>
              <a:gd name="connsiteX92380" fmla="*/ 284591 w 2119654"/>
              <a:gd name="connsiteY92380" fmla="*/ 1536962 h 2398711"/>
              <a:gd name="connsiteX92381" fmla="*/ 284915 w 2119654"/>
              <a:gd name="connsiteY92381" fmla="*/ 1536615 h 2398711"/>
              <a:gd name="connsiteX92382" fmla="*/ 284652 w 2119654"/>
              <a:gd name="connsiteY92382" fmla="*/ 1536465 h 2398711"/>
              <a:gd name="connsiteX92383" fmla="*/ 283652 w 2119654"/>
              <a:gd name="connsiteY92383" fmla="*/ 1536171 h 2398711"/>
              <a:gd name="connsiteX92384" fmla="*/ 750671 w 2119654"/>
              <a:gd name="connsiteY92384" fmla="*/ 490095 h 2398711"/>
              <a:gd name="connsiteX92385" fmla="*/ 751119 w 2119654"/>
              <a:gd name="connsiteY92385" fmla="*/ 495837 h 2398711"/>
              <a:gd name="connsiteX92386" fmla="*/ 753456 w 2119654"/>
              <a:gd name="connsiteY92386" fmla="*/ 492645 h 2398711"/>
              <a:gd name="connsiteX92387" fmla="*/ 753540 w 2119654"/>
              <a:gd name="connsiteY92387" fmla="*/ 492182 h 2398711"/>
              <a:gd name="connsiteX92388" fmla="*/ 776035 w 2119654"/>
              <a:gd name="connsiteY92388" fmla="*/ 432908 h 2398711"/>
              <a:gd name="connsiteX92389" fmla="*/ 775230 w 2119654"/>
              <a:gd name="connsiteY92389" fmla="*/ 436922 h 2398711"/>
              <a:gd name="connsiteX92390" fmla="*/ 778263 w 2119654"/>
              <a:gd name="connsiteY92390" fmla="*/ 438757 h 2398711"/>
              <a:gd name="connsiteX92391" fmla="*/ 280668 w 2119654"/>
              <a:gd name="connsiteY92391" fmla="*/ 1541744 h 2398711"/>
              <a:gd name="connsiteX92392" fmla="*/ 285419 w 2119654"/>
              <a:gd name="connsiteY92392" fmla="*/ 1543449 h 2398711"/>
              <a:gd name="connsiteX92393" fmla="*/ 284994 w 2119654"/>
              <a:gd name="connsiteY92393" fmla="*/ 1542825 h 2398711"/>
              <a:gd name="connsiteX92394" fmla="*/ 280848 w 2119654"/>
              <a:gd name="connsiteY92394" fmla="*/ 1541551 h 2398711"/>
              <a:gd name="connsiteX92395" fmla="*/ 714427 w 2119654"/>
              <a:gd name="connsiteY92395" fmla="*/ 570365 h 2398711"/>
              <a:gd name="connsiteX92396" fmla="*/ 714063 w 2119654"/>
              <a:gd name="connsiteY92396" fmla="*/ 572652 h 2398711"/>
              <a:gd name="connsiteX92397" fmla="*/ 714494 w 2119654"/>
              <a:gd name="connsiteY92397" fmla="*/ 572828 h 2398711"/>
              <a:gd name="connsiteX92398" fmla="*/ 714884 w 2119654"/>
              <a:gd name="connsiteY92398" fmla="*/ 572248 h 2398711"/>
              <a:gd name="connsiteX92399" fmla="*/ 714502 w 2119654"/>
              <a:gd name="connsiteY92399" fmla="*/ 570431 h 2398711"/>
              <a:gd name="connsiteX92400" fmla="*/ 760945 w 2119654"/>
              <a:gd name="connsiteY92400" fmla="*/ 465637 h 2398711"/>
              <a:gd name="connsiteX92401" fmla="*/ 761000 w 2119654"/>
              <a:gd name="connsiteY92401" fmla="*/ 465676 h 2398711"/>
              <a:gd name="connsiteX92402" fmla="*/ 765097 w 2119654"/>
              <a:gd name="connsiteY92402" fmla="*/ 468646 h 2398711"/>
              <a:gd name="connsiteX92403" fmla="*/ 765117 w 2119654"/>
              <a:gd name="connsiteY92403" fmla="*/ 468583 h 2398711"/>
              <a:gd name="connsiteX92404" fmla="*/ 761914 w 2119654"/>
              <a:gd name="connsiteY92404" fmla="*/ 464317 h 2398711"/>
              <a:gd name="connsiteX92405" fmla="*/ 306734 w 2119654"/>
              <a:gd name="connsiteY92405" fmla="*/ 1482576 h 2398711"/>
              <a:gd name="connsiteX92406" fmla="*/ 311120 w 2119654"/>
              <a:gd name="connsiteY92406" fmla="*/ 1489156 h 2398711"/>
              <a:gd name="connsiteX92407" fmla="*/ 311549 w 2119654"/>
              <a:gd name="connsiteY92407" fmla="*/ 1489421 h 2398711"/>
              <a:gd name="connsiteX92408" fmla="*/ 315412 w 2119654"/>
              <a:gd name="connsiteY92408" fmla="*/ 1490567 h 2398711"/>
              <a:gd name="connsiteX92409" fmla="*/ 314723 w 2119654"/>
              <a:gd name="connsiteY92409" fmla="*/ 1489119 h 2398711"/>
              <a:gd name="connsiteX92410" fmla="*/ 307195 w 2119654"/>
              <a:gd name="connsiteY92410" fmla="*/ 1482831 h 2398711"/>
              <a:gd name="connsiteX92411" fmla="*/ 745218 w 2119654"/>
              <a:gd name="connsiteY92411" fmla="*/ 500696 h 2398711"/>
              <a:gd name="connsiteX92412" fmla="*/ 745695 w 2119654"/>
              <a:gd name="connsiteY92412" fmla="*/ 503614 h 2398711"/>
              <a:gd name="connsiteX92413" fmla="*/ 746517 w 2119654"/>
              <a:gd name="connsiteY92413" fmla="*/ 502391 h 2398711"/>
              <a:gd name="connsiteX92414" fmla="*/ 745658 w 2119654"/>
              <a:gd name="connsiteY92414" fmla="*/ 501272 h 2398711"/>
              <a:gd name="connsiteX92415" fmla="*/ 745309 w 2119654"/>
              <a:gd name="connsiteY92415" fmla="*/ 501032 h 2398711"/>
              <a:gd name="connsiteX92416" fmla="*/ 745468 w 2119654"/>
              <a:gd name="connsiteY92416" fmla="*/ 501022 h 2398711"/>
              <a:gd name="connsiteX92417" fmla="*/ 771753 w 2119654"/>
              <a:gd name="connsiteY92417" fmla="*/ 441273 h 2398711"/>
              <a:gd name="connsiteX92418" fmla="*/ 771064 w 2119654"/>
              <a:gd name="connsiteY92418" fmla="*/ 450909 h 2398711"/>
              <a:gd name="connsiteX92419" fmla="*/ 772419 w 2119654"/>
              <a:gd name="connsiteY92419" fmla="*/ 449118 h 2398711"/>
              <a:gd name="connsiteX92420" fmla="*/ 773398 w 2119654"/>
              <a:gd name="connsiteY92420" fmla="*/ 444231 h 2398711"/>
              <a:gd name="connsiteX92421" fmla="*/ 773389 w 2119654"/>
              <a:gd name="connsiteY92421" fmla="*/ 444213 h 2398711"/>
              <a:gd name="connsiteX92422" fmla="*/ 800830 w 2119654"/>
              <a:gd name="connsiteY92422" fmla="*/ 376120 h 2398711"/>
              <a:gd name="connsiteX92423" fmla="*/ 805576 w 2119654"/>
              <a:gd name="connsiteY92423" fmla="*/ 383698 h 2398711"/>
              <a:gd name="connsiteX92424" fmla="*/ 806356 w 2119654"/>
              <a:gd name="connsiteY92424" fmla="*/ 381013 h 2398711"/>
              <a:gd name="connsiteX92425" fmla="*/ 801925 w 2119654"/>
              <a:gd name="connsiteY92425" fmla="*/ 377068 h 2398711"/>
              <a:gd name="connsiteX92426" fmla="*/ 719937 w 2119654"/>
              <a:gd name="connsiteY92426" fmla="*/ 557242 h 2398711"/>
              <a:gd name="connsiteX92427" fmla="*/ 719871 w 2119654"/>
              <a:gd name="connsiteY92427" fmla="*/ 558067 h 2398711"/>
              <a:gd name="connsiteX92428" fmla="*/ 720097 w 2119654"/>
              <a:gd name="connsiteY92428" fmla="*/ 560818 h 2398711"/>
              <a:gd name="connsiteX92429" fmla="*/ 720549 w 2119654"/>
              <a:gd name="connsiteY92429" fmla="*/ 560998 h 2398711"/>
              <a:gd name="connsiteX92430" fmla="*/ 721063 w 2119654"/>
              <a:gd name="connsiteY92430" fmla="*/ 558705 h 2398711"/>
              <a:gd name="connsiteX92431" fmla="*/ 721047 w 2119654"/>
              <a:gd name="connsiteY92431" fmla="*/ 557393 h 2398711"/>
              <a:gd name="connsiteX92432" fmla="*/ 742617 w 2119654"/>
              <a:gd name="connsiteY92432" fmla="*/ 506441 h 2398711"/>
              <a:gd name="connsiteX92433" fmla="*/ 742654 w 2119654"/>
              <a:gd name="connsiteY92433" fmla="*/ 508135 h 2398711"/>
              <a:gd name="connsiteX92434" fmla="*/ 743385 w 2119654"/>
              <a:gd name="connsiteY92434" fmla="*/ 507048 h 2398711"/>
              <a:gd name="connsiteX92435" fmla="*/ 783133 w 2119654"/>
              <a:gd name="connsiteY92435" fmla="*/ 415287 h 2398711"/>
              <a:gd name="connsiteX92436" fmla="*/ 782961 w 2119654"/>
              <a:gd name="connsiteY92436" fmla="*/ 416774 h 2398711"/>
              <a:gd name="connsiteX92437" fmla="*/ 786829 w 2119654"/>
              <a:gd name="connsiteY92437" fmla="*/ 420520 h 2398711"/>
              <a:gd name="connsiteX92438" fmla="*/ 787115 w 2119654"/>
              <a:gd name="connsiteY92438" fmla="*/ 420634 h 2398711"/>
              <a:gd name="connsiteX92439" fmla="*/ 826369 w 2119654"/>
              <a:gd name="connsiteY92439" fmla="*/ 318369 h 2398711"/>
              <a:gd name="connsiteX92440" fmla="*/ 824661 w 2119654"/>
              <a:gd name="connsiteY92440" fmla="*/ 325643 h 2398711"/>
              <a:gd name="connsiteX92441" fmla="*/ 827923 w 2119654"/>
              <a:gd name="connsiteY92441" fmla="*/ 333199 h 2398711"/>
              <a:gd name="connsiteX92442" fmla="*/ 829481 w 2119654"/>
              <a:gd name="connsiteY92442" fmla="*/ 320791 h 2398711"/>
              <a:gd name="connsiteX92443" fmla="*/ 759966 w 2119654"/>
              <a:gd name="connsiteY92443" fmla="*/ 466968 h 2398711"/>
              <a:gd name="connsiteX92444" fmla="*/ 764582 w 2119654"/>
              <a:gd name="connsiteY92444" fmla="*/ 470231 h 2398711"/>
              <a:gd name="connsiteX92445" fmla="*/ 764855 w 2119654"/>
              <a:gd name="connsiteY92445" fmla="*/ 469391 h 2398711"/>
              <a:gd name="connsiteX92446" fmla="*/ 760503 w 2119654"/>
              <a:gd name="connsiteY92446" fmla="*/ 466237 h 2398711"/>
              <a:gd name="connsiteX92447" fmla="*/ 253390 w 2119654"/>
              <a:gd name="connsiteY92447" fmla="*/ 1601260 h 2398711"/>
              <a:gd name="connsiteX92448" fmla="*/ 254152 w 2119654"/>
              <a:gd name="connsiteY92448" fmla="*/ 1602415 h 2398711"/>
              <a:gd name="connsiteX92449" fmla="*/ 257547 w 2119654"/>
              <a:gd name="connsiteY92449" fmla="*/ 1602919 h 2398711"/>
              <a:gd name="connsiteX92450" fmla="*/ 295471 w 2119654"/>
              <a:gd name="connsiteY92450" fmla="*/ 1506981 h 2398711"/>
              <a:gd name="connsiteX92451" fmla="*/ 296075 w 2119654"/>
              <a:gd name="connsiteY92451" fmla="*/ 1507801 h 2398711"/>
              <a:gd name="connsiteX92452" fmla="*/ 298141 w 2119654"/>
              <a:gd name="connsiteY92452" fmla="*/ 1508947 h 2398711"/>
              <a:gd name="connsiteX92453" fmla="*/ 297716 w 2119654"/>
              <a:gd name="connsiteY92453" fmla="*/ 1508317 h 2398711"/>
              <a:gd name="connsiteX92454" fmla="*/ 753661 w 2119654"/>
              <a:gd name="connsiteY92454" fmla="*/ 480853 h 2398711"/>
              <a:gd name="connsiteX92455" fmla="*/ 754036 w 2119654"/>
              <a:gd name="connsiteY92455" fmla="*/ 489449 h 2398711"/>
              <a:gd name="connsiteX92456" fmla="*/ 755193 w 2119654"/>
              <a:gd name="connsiteY92456" fmla="*/ 483057 h 2398711"/>
              <a:gd name="connsiteX92457" fmla="*/ 823518 w 2119654"/>
              <a:gd name="connsiteY92457" fmla="*/ 324212 h 2398711"/>
              <a:gd name="connsiteX92458" fmla="*/ 820162 w 2119654"/>
              <a:gd name="connsiteY92458" fmla="*/ 335213 h 2398711"/>
              <a:gd name="connsiteX92459" fmla="*/ 819418 w 2119654"/>
              <a:gd name="connsiteY92459" fmla="*/ 337772 h 2398711"/>
              <a:gd name="connsiteX92460" fmla="*/ 820635 w 2119654"/>
              <a:gd name="connsiteY92460" fmla="*/ 340488 h 2398711"/>
              <a:gd name="connsiteX92461" fmla="*/ 824127 w 2119654"/>
              <a:gd name="connsiteY92461" fmla="*/ 325621 h 2398711"/>
              <a:gd name="connsiteX92462" fmla="*/ 759236 w 2119654"/>
              <a:gd name="connsiteY92462" fmla="*/ 467962 h 2398711"/>
              <a:gd name="connsiteX92463" fmla="*/ 759398 w 2119654"/>
              <a:gd name="connsiteY92463" fmla="*/ 470191 h 2398711"/>
              <a:gd name="connsiteX92464" fmla="*/ 763940 w 2119654"/>
              <a:gd name="connsiteY92464" fmla="*/ 472209 h 2398711"/>
              <a:gd name="connsiteX92465" fmla="*/ 764366 w 2119654"/>
              <a:gd name="connsiteY92465" fmla="*/ 470895 h 2398711"/>
              <a:gd name="connsiteX92466" fmla="*/ 759571 w 2119654"/>
              <a:gd name="connsiteY92466" fmla="*/ 467505 h 2398711"/>
              <a:gd name="connsiteX92467" fmla="*/ 720091 w 2119654"/>
              <a:gd name="connsiteY92467" fmla="*/ 555323 h 2398711"/>
              <a:gd name="connsiteX92468" fmla="*/ 719979 w 2119654"/>
              <a:gd name="connsiteY92468" fmla="*/ 556731 h 2398711"/>
              <a:gd name="connsiteX92469" fmla="*/ 721040 w 2119654"/>
              <a:gd name="connsiteY92469" fmla="*/ 556878 h 2398711"/>
              <a:gd name="connsiteX92470" fmla="*/ 721033 w 2119654"/>
              <a:gd name="connsiteY92470" fmla="*/ 556289 h 2398711"/>
              <a:gd name="connsiteX92471" fmla="*/ 720943 w 2119654"/>
              <a:gd name="connsiteY92471" fmla="*/ 555880 h 2398711"/>
              <a:gd name="connsiteX92472" fmla="*/ 783332 w 2119654"/>
              <a:gd name="connsiteY92472" fmla="*/ 413575 h 2398711"/>
              <a:gd name="connsiteX92473" fmla="*/ 783196 w 2119654"/>
              <a:gd name="connsiteY92473" fmla="*/ 414749 h 2398711"/>
              <a:gd name="connsiteX92474" fmla="*/ 787775 w 2119654"/>
              <a:gd name="connsiteY92474" fmla="*/ 420898 h 2398711"/>
              <a:gd name="connsiteX92475" fmla="*/ 790200 w 2119654"/>
              <a:gd name="connsiteY92475" fmla="*/ 421866 h 2398711"/>
              <a:gd name="connsiteX92476" fmla="*/ 790470 w 2119654"/>
              <a:gd name="connsiteY92476" fmla="*/ 420820 h 2398711"/>
              <a:gd name="connsiteX92477" fmla="*/ 310814 w 2119654"/>
              <a:gd name="connsiteY92477" fmla="*/ 1471595 h 2398711"/>
              <a:gd name="connsiteX92478" fmla="*/ 314129 w 2119654"/>
              <a:gd name="connsiteY92478" fmla="*/ 1478556 h 2398711"/>
              <a:gd name="connsiteX92479" fmla="*/ 316884 w 2119654"/>
              <a:gd name="connsiteY92479" fmla="*/ 1479545 h 2398711"/>
              <a:gd name="connsiteX92480" fmla="*/ 755613 w 2119654"/>
              <a:gd name="connsiteY92480" fmla="*/ 475395 h 2398711"/>
              <a:gd name="connsiteX92481" fmla="*/ 755705 w 2119654"/>
              <a:gd name="connsiteY92481" fmla="*/ 475518 h 2398711"/>
              <a:gd name="connsiteX92482" fmla="*/ 755700 w 2119654"/>
              <a:gd name="connsiteY92482" fmla="*/ 475448 h 2398711"/>
              <a:gd name="connsiteX92483" fmla="*/ 744962 w 2119654"/>
              <a:gd name="connsiteY92483" fmla="*/ 499126 h 2398711"/>
              <a:gd name="connsiteX92484" fmla="*/ 745102 w 2119654"/>
              <a:gd name="connsiteY92484" fmla="*/ 499988 h 2398711"/>
              <a:gd name="connsiteX92485" fmla="*/ 746111 w 2119654"/>
              <a:gd name="connsiteY92485" fmla="*/ 501304 h 2398711"/>
              <a:gd name="connsiteX92486" fmla="*/ 746203 w 2119654"/>
              <a:gd name="connsiteY92486" fmla="*/ 501367 h 2398711"/>
              <a:gd name="connsiteX92487" fmla="*/ 745611 w 2119654"/>
              <a:gd name="connsiteY92487" fmla="*/ 499807 h 2398711"/>
              <a:gd name="connsiteX92488" fmla="*/ 797642 w 2119654"/>
              <a:gd name="connsiteY92488" fmla="*/ 380955 h 2398711"/>
              <a:gd name="connsiteX92489" fmla="*/ 798303 w 2119654"/>
              <a:gd name="connsiteY92489" fmla="*/ 400784 h 2398711"/>
              <a:gd name="connsiteX92490" fmla="*/ 798770 w 2119654"/>
              <a:gd name="connsiteY92490" fmla="*/ 401369 h 2398711"/>
              <a:gd name="connsiteX92491" fmla="*/ 798849 w 2119654"/>
              <a:gd name="connsiteY92491" fmla="*/ 400400 h 2398711"/>
              <a:gd name="connsiteX92492" fmla="*/ 799153 w 2119654"/>
              <a:gd name="connsiteY92492" fmla="*/ 400072 h 2398711"/>
              <a:gd name="connsiteX92493" fmla="*/ 799022 w 2119654"/>
              <a:gd name="connsiteY92493" fmla="*/ 401684 h 2398711"/>
              <a:gd name="connsiteX92494" fmla="*/ 799996 w 2119654"/>
              <a:gd name="connsiteY92494" fmla="*/ 402903 h 2398711"/>
              <a:gd name="connsiteX92495" fmla="*/ 803606 w 2119654"/>
              <a:gd name="connsiteY92495" fmla="*/ 390479 h 2398711"/>
              <a:gd name="connsiteX92496" fmla="*/ 740997 w 2119654"/>
              <a:gd name="connsiteY92496" fmla="*/ 507764 h 2398711"/>
              <a:gd name="connsiteX92497" fmla="*/ 739986 w 2119654"/>
              <a:gd name="connsiteY92497" fmla="*/ 512102 h 2398711"/>
              <a:gd name="connsiteX92498" fmla="*/ 741952 w 2119654"/>
              <a:gd name="connsiteY92498" fmla="*/ 509178 h 2398711"/>
              <a:gd name="connsiteX92499" fmla="*/ 296131 w 2119654"/>
              <a:gd name="connsiteY92499" fmla="*/ 1503854 h 2398711"/>
              <a:gd name="connsiteX92500" fmla="*/ 296653 w 2119654"/>
              <a:gd name="connsiteY92500" fmla="*/ 1504599 h 2398711"/>
              <a:gd name="connsiteX92501" fmla="*/ 298300 w 2119654"/>
              <a:gd name="connsiteY92501" fmla="*/ 1505554 h 2398711"/>
              <a:gd name="connsiteX92502" fmla="*/ 720182 w 2119654"/>
              <a:gd name="connsiteY92502" fmla="*/ 554197 h 2398711"/>
              <a:gd name="connsiteX92503" fmla="*/ 720179 w 2119654"/>
              <a:gd name="connsiteY92503" fmla="*/ 554232 h 2398711"/>
              <a:gd name="connsiteX92504" fmla="*/ 720389 w 2119654"/>
              <a:gd name="connsiteY92504" fmla="*/ 554354 h 2398711"/>
              <a:gd name="connsiteX92505" fmla="*/ 258223 w 2119654"/>
              <a:gd name="connsiteY92505" fmla="*/ 1588504 h 2398711"/>
              <a:gd name="connsiteX92506" fmla="*/ 264165 w 2119654"/>
              <a:gd name="connsiteY92506" fmla="*/ 1593539 h 2398711"/>
              <a:gd name="connsiteX92507" fmla="*/ 265498 w 2119654"/>
              <a:gd name="connsiteY92507" fmla="*/ 1593871 h 2398711"/>
              <a:gd name="connsiteX92508" fmla="*/ 263085 w 2119654"/>
              <a:gd name="connsiteY92508" fmla="*/ 1592159 h 2398711"/>
              <a:gd name="connsiteX92509" fmla="*/ 263027 w 2119654"/>
              <a:gd name="connsiteY92509" fmla="*/ 1591961 h 2398711"/>
              <a:gd name="connsiteX92510" fmla="*/ 265837 w 2119654"/>
              <a:gd name="connsiteY92510" fmla="*/ 1593957 h 2398711"/>
              <a:gd name="connsiteX92511" fmla="*/ 271500 w 2119654"/>
              <a:gd name="connsiteY92511" fmla="*/ 1595367 h 2398711"/>
              <a:gd name="connsiteX92512" fmla="*/ 269439 w 2119654"/>
              <a:gd name="connsiteY92512" fmla="*/ 1593710 h 2398711"/>
              <a:gd name="connsiteX92513" fmla="*/ 269372 w 2119654"/>
              <a:gd name="connsiteY92513" fmla="*/ 1593418 h 2398711"/>
              <a:gd name="connsiteX92514" fmla="*/ 271930 w 2119654"/>
              <a:gd name="connsiteY92514" fmla="*/ 1595474 h 2398711"/>
              <a:gd name="connsiteX92515" fmla="*/ 291191 w 2119654"/>
              <a:gd name="connsiteY92515" fmla="*/ 1600274 h 2398711"/>
              <a:gd name="connsiteX92516" fmla="*/ 291295 w 2119654"/>
              <a:gd name="connsiteY92516" fmla="*/ 1600047 h 2398711"/>
              <a:gd name="connsiteX92517" fmla="*/ 291004 w 2119654"/>
              <a:gd name="connsiteY92517" fmla="*/ 1599873 h 2398711"/>
              <a:gd name="connsiteX92518" fmla="*/ 283605 w 2119654"/>
              <a:gd name="connsiteY92518" fmla="*/ 1596338 h 2398711"/>
              <a:gd name="connsiteX92519" fmla="*/ 281842 w 2119654"/>
              <a:gd name="connsiteY92519" fmla="*/ 1535611 h 2398711"/>
              <a:gd name="connsiteX92520" fmla="*/ 283533 w 2119654"/>
              <a:gd name="connsiteY92520" fmla="*/ 1538094 h 2398711"/>
              <a:gd name="connsiteX92521" fmla="*/ 284339 w 2119654"/>
              <a:gd name="connsiteY92521" fmla="*/ 1537232 h 2398711"/>
              <a:gd name="connsiteX92522" fmla="*/ 282612 w 2119654"/>
              <a:gd name="connsiteY92522" fmla="*/ 1535849 h 2398711"/>
              <a:gd name="connsiteX92523" fmla="*/ 296106 w 2119654"/>
              <a:gd name="connsiteY92523" fmla="*/ 1503473 h 2398711"/>
              <a:gd name="connsiteX92524" fmla="*/ 299255 w 2119654"/>
              <a:gd name="connsiteY92524" fmla="*/ 1505942 h 2398711"/>
              <a:gd name="connsiteX92525" fmla="*/ 297318 w 2119654"/>
              <a:gd name="connsiteY92525" fmla="*/ 1503550 h 2398711"/>
              <a:gd name="connsiteX92526" fmla="*/ 282031 w 2119654"/>
              <a:gd name="connsiteY92526" fmla="*/ 1534968 h 2398711"/>
              <a:gd name="connsiteX92527" fmla="*/ 282574 w 2119654"/>
              <a:gd name="connsiteY92527" fmla="*/ 1535391 h 2398711"/>
              <a:gd name="connsiteX92528" fmla="*/ 282981 w 2119654"/>
              <a:gd name="connsiteY92528" fmla="*/ 1535510 h 2398711"/>
              <a:gd name="connsiteX92529" fmla="*/ 731207 w 2119654"/>
              <a:gd name="connsiteY92529" fmla="*/ 529056 h 2398711"/>
              <a:gd name="connsiteX92530" fmla="*/ 733173 w 2119654"/>
              <a:gd name="connsiteY92530" fmla="*/ 530108 h 2398711"/>
              <a:gd name="connsiteX92531" fmla="*/ 732405 w 2119654"/>
              <a:gd name="connsiteY92531" fmla="*/ 527273 h 2398711"/>
              <a:gd name="connsiteX92532" fmla="*/ 252731 w 2119654"/>
              <a:gd name="connsiteY92532" fmla="*/ 1600262 h 2398711"/>
              <a:gd name="connsiteX92533" fmla="*/ 253012 w 2119654"/>
              <a:gd name="connsiteY92533" fmla="*/ 1600688 h 2398711"/>
              <a:gd name="connsiteX92534" fmla="*/ 256232 w 2119654"/>
              <a:gd name="connsiteY92534" fmla="*/ 1601972 h 2398711"/>
              <a:gd name="connsiteX92535" fmla="*/ 825506 w 2119654"/>
              <a:gd name="connsiteY92535" fmla="*/ 317697 h 2398711"/>
              <a:gd name="connsiteX92536" fmla="*/ 823736 w 2119654"/>
              <a:gd name="connsiteY92536" fmla="*/ 323499 h 2398711"/>
              <a:gd name="connsiteX92537" fmla="*/ 824311 w 2119654"/>
              <a:gd name="connsiteY92537" fmla="*/ 324833 h 2398711"/>
              <a:gd name="connsiteX92538" fmla="*/ 825913 w 2119654"/>
              <a:gd name="connsiteY92538" fmla="*/ 318014 h 2398711"/>
              <a:gd name="connsiteX92539" fmla="*/ 310515 w 2119654"/>
              <a:gd name="connsiteY92539" fmla="*/ 1470827 h 2398711"/>
              <a:gd name="connsiteX92540" fmla="*/ 311524 w 2119654"/>
              <a:gd name="connsiteY92540" fmla="*/ 1472148 h 2398711"/>
              <a:gd name="connsiteX92541" fmla="*/ 317507 w 2119654"/>
              <a:gd name="connsiteY92541" fmla="*/ 1479769 h 2398711"/>
              <a:gd name="connsiteX92542" fmla="*/ 318510 w 2119654"/>
              <a:gd name="connsiteY92542" fmla="*/ 1480129 h 2398711"/>
              <a:gd name="connsiteX92543" fmla="*/ 314981 w 2119654"/>
              <a:gd name="connsiteY92543" fmla="*/ 1472719 h 2398711"/>
              <a:gd name="connsiteX92544" fmla="*/ 316955 w 2119654"/>
              <a:gd name="connsiteY92544" fmla="*/ 1456396 h 2398711"/>
              <a:gd name="connsiteX92545" fmla="*/ 319397 w 2119654"/>
              <a:gd name="connsiteY92545" fmla="*/ 1459097 h 2398711"/>
              <a:gd name="connsiteX92546" fmla="*/ 322328 w 2119654"/>
              <a:gd name="connsiteY92546" fmla="*/ 1460990 h 2398711"/>
              <a:gd name="connsiteX92547" fmla="*/ 323624 w 2119654"/>
              <a:gd name="connsiteY92547" fmla="*/ 1461663 h 2398711"/>
              <a:gd name="connsiteX92548" fmla="*/ 322436 w 2119654"/>
              <a:gd name="connsiteY92548" fmla="*/ 1459949 h 2398711"/>
              <a:gd name="connsiteX92549" fmla="*/ 318667 w 2119654"/>
              <a:gd name="connsiteY92549" fmla="*/ 1457174 h 2398711"/>
              <a:gd name="connsiteX92550" fmla="*/ 256440 w 2119654"/>
              <a:gd name="connsiteY92550" fmla="*/ 1591885 h 2398711"/>
              <a:gd name="connsiteX92551" fmla="*/ 261891 w 2119654"/>
              <a:gd name="connsiteY92551" fmla="*/ 1595492 h 2398711"/>
              <a:gd name="connsiteX92552" fmla="*/ 263477 w 2119654"/>
              <a:gd name="connsiteY92552" fmla="*/ 1596055 h 2398711"/>
              <a:gd name="connsiteX92553" fmla="*/ 265894 w 2119654"/>
              <a:gd name="connsiteY92553" fmla="*/ 1596807 h 2398711"/>
              <a:gd name="connsiteX92554" fmla="*/ 266211 w 2119654"/>
              <a:gd name="connsiteY92554" fmla="*/ 1596871 h 2398711"/>
              <a:gd name="connsiteX92555" fmla="*/ 262536 w 2119654"/>
              <a:gd name="connsiteY92555" fmla="*/ 1593494 h 2398711"/>
              <a:gd name="connsiteX92556" fmla="*/ 729748 w 2119654"/>
              <a:gd name="connsiteY92556" fmla="*/ 531997 h 2398711"/>
              <a:gd name="connsiteX92557" fmla="*/ 733827 w 2119654"/>
              <a:gd name="connsiteY92557" fmla="*/ 536665 h 2398711"/>
              <a:gd name="connsiteX92558" fmla="*/ 734186 w 2119654"/>
              <a:gd name="connsiteY92558" fmla="*/ 535106 h 2398711"/>
              <a:gd name="connsiteX92559" fmla="*/ 741501 w 2119654"/>
              <a:gd name="connsiteY92559" fmla="*/ 505603 h 2398711"/>
              <a:gd name="connsiteX92560" fmla="*/ 741184 w 2119654"/>
              <a:gd name="connsiteY92560" fmla="*/ 506961 h 2398711"/>
              <a:gd name="connsiteX92561" fmla="*/ 742332 w 2119654"/>
              <a:gd name="connsiteY92561" fmla="*/ 508613 h 2398711"/>
              <a:gd name="connsiteX92562" fmla="*/ 742558 w 2119654"/>
              <a:gd name="connsiteY92562" fmla="*/ 508277 h 2398711"/>
              <a:gd name="connsiteX92563" fmla="*/ 742521 w 2119654"/>
              <a:gd name="connsiteY92563" fmla="*/ 506554 h 2398711"/>
              <a:gd name="connsiteX92564" fmla="*/ 742610 w 2119654"/>
              <a:gd name="connsiteY92564" fmla="*/ 506435 h 2398711"/>
              <a:gd name="connsiteX92565" fmla="*/ 742195 w 2119654"/>
              <a:gd name="connsiteY92565" fmla="*/ 506107 h 2398711"/>
              <a:gd name="connsiteX92566" fmla="*/ 759425 w 2119654"/>
              <a:gd name="connsiteY92566" fmla="*/ 465455 h 2398711"/>
              <a:gd name="connsiteX92567" fmla="*/ 759243 w 2119654"/>
              <a:gd name="connsiteY92567" fmla="*/ 466458 h 2398711"/>
              <a:gd name="connsiteX92568" fmla="*/ 759355 w 2119654"/>
              <a:gd name="connsiteY92568" fmla="*/ 466538 h 2398711"/>
              <a:gd name="connsiteX92569" fmla="*/ 759899 w 2119654"/>
              <a:gd name="connsiteY92569" fmla="*/ 465798 h 2398711"/>
              <a:gd name="connsiteX92570" fmla="*/ 780247 w 2119654"/>
              <a:gd name="connsiteY92570" fmla="*/ 418779 h 2398711"/>
              <a:gd name="connsiteX92571" fmla="*/ 781858 w 2119654"/>
              <a:gd name="connsiteY92571" fmla="*/ 420219 h 2398711"/>
              <a:gd name="connsiteX92572" fmla="*/ 781945 w 2119654"/>
              <a:gd name="connsiteY92572" fmla="*/ 419458 h 2398711"/>
              <a:gd name="connsiteX92573" fmla="*/ 741767 w 2119654"/>
              <a:gd name="connsiteY92573" fmla="*/ 504460 h 2398711"/>
              <a:gd name="connsiteX92574" fmla="*/ 741705 w 2119654"/>
              <a:gd name="connsiteY92574" fmla="*/ 504730 h 2398711"/>
              <a:gd name="connsiteX92575" fmla="*/ 743879 w 2119654"/>
              <a:gd name="connsiteY92575" fmla="*/ 506312 h 2398711"/>
              <a:gd name="connsiteX92576" fmla="*/ 743900 w 2119654"/>
              <a:gd name="connsiteY92576" fmla="*/ 506281 h 2398711"/>
              <a:gd name="connsiteX92577" fmla="*/ 743168 w 2119654"/>
              <a:gd name="connsiteY92577" fmla="*/ 505515 h 2398711"/>
              <a:gd name="connsiteX92578" fmla="*/ 267441 w 2119654"/>
              <a:gd name="connsiteY92578" fmla="*/ 1566566 h 2398711"/>
              <a:gd name="connsiteX92579" fmla="*/ 277528 w 2119654"/>
              <a:gd name="connsiteY92579" fmla="*/ 1578207 h 2398711"/>
              <a:gd name="connsiteX92580" fmla="*/ 282575 w 2119654"/>
              <a:gd name="connsiteY92580" fmla="*/ 1579627 h 2398711"/>
              <a:gd name="connsiteX92581" fmla="*/ 273298 w 2119654"/>
              <a:gd name="connsiteY92581" fmla="*/ 1568395 h 2398711"/>
              <a:gd name="connsiteX92582" fmla="*/ 268023 w 2119654"/>
              <a:gd name="connsiteY92582" fmla="*/ 1566699 h 2398711"/>
              <a:gd name="connsiteX92583" fmla="*/ 715596 w 2119654"/>
              <a:gd name="connsiteY92583" fmla="*/ 563020 h 2398711"/>
              <a:gd name="connsiteX92584" fmla="*/ 714657 w 2119654"/>
              <a:gd name="connsiteY92584" fmla="*/ 568910 h 2398711"/>
              <a:gd name="connsiteX92585" fmla="*/ 716204 w 2119654"/>
              <a:gd name="connsiteY92585" fmla="*/ 570284 h 2398711"/>
              <a:gd name="connsiteX92586" fmla="*/ 716397 w 2119654"/>
              <a:gd name="connsiteY92586" fmla="*/ 569999 h 2398711"/>
              <a:gd name="connsiteX92587" fmla="*/ 716262 w 2119654"/>
              <a:gd name="connsiteY92587" fmla="*/ 568354 h 2398711"/>
              <a:gd name="connsiteX92588" fmla="*/ 716640 w 2119654"/>
              <a:gd name="connsiteY92588" fmla="*/ 563632 h 2398711"/>
              <a:gd name="connsiteX92589" fmla="*/ 727677 w 2119654"/>
              <a:gd name="connsiteY92589" fmla="*/ 535918 h 2398711"/>
              <a:gd name="connsiteX92590" fmla="*/ 727940 w 2119654"/>
              <a:gd name="connsiteY92590" fmla="*/ 538293 h 2398711"/>
              <a:gd name="connsiteX92591" fmla="*/ 728075 w 2119654"/>
              <a:gd name="connsiteY92591" fmla="*/ 538918 h 2398711"/>
              <a:gd name="connsiteX92592" fmla="*/ 732727 w 2119654"/>
              <a:gd name="connsiteY92592" fmla="*/ 541432 h 2398711"/>
              <a:gd name="connsiteX92593" fmla="*/ 733312 w 2119654"/>
              <a:gd name="connsiteY92593" fmla="*/ 538898 h 2398711"/>
              <a:gd name="connsiteX92594" fmla="*/ 732298 w 2119654"/>
              <a:gd name="connsiteY92594" fmla="*/ 537763 h 2398711"/>
              <a:gd name="connsiteX92595" fmla="*/ 278831 w 2119654"/>
              <a:gd name="connsiteY92595" fmla="*/ 1540931 h 2398711"/>
              <a:gd name="connsiteX92596" fmla="*/ 279002 w 2119654"/>
              <a:gd name="connsiteY92596" fmla="*/ 1541146 h 2398711"/>
              <a:gd name="connsiteX92597" fmla="*/ 280258 w 2119654"/>
              <a:gd name="connsiteY92597" fmla="*/ 1541596 h 2398711"/>
              <a:gd name="connsiteX92598" fmla="*/ 280423 w 2119654"/>
              <a:gd name="connsiteY92598" fmla="*/ 1541420 h 2398711"/>
              <a:gd name="connsiteX92599" fmla="*/ 764262 w 2119654"/>
              <a:gd name="connsiteY92599" fmla="*/ 453883 h 2398711"/>
              <a:gd name="connsiteX92600" fmla="*/ 766372 w 2119654"/>
              <a:gd name="connsiteY92600" fmla="*/ 455713 h 2398711"/>
              <a:gd name="connsiteX92601" fmla="*/ 767103 w 2119654"/>
              <a:gd name="connsiteY92601" fmla="*/ 456149 h 2398711"/>
              <a:gd name="connsiteX92602" fmla="*/ 767154 w 2119654"/>
              <a:gd name="connsiteY92602" fmla="*/ 456082 h 2398711"/>
              <a:gd name="connsiteX92603" fmla="*/ 281276 w 2119654"/>
              <a:gd name="connsiteY92603" fmla="*/ 1534778 h 2398711"/>
              <a:gd name="connsiteX92604" fmla="*/ 281471 w 2119654"/>
              <a:gd name="connsiteY92604" fmla="*/ 1535066 h 2398711"/>
              <a:gd name="connsiteX92605" fmla="*/ 281729 w 2119654"/>
              <a:gd name="connsiteY92605" fmla="*/ 1535142 h 2398711"/>
              <a:gd name="connsiteX92606" fmla="*/ 239409 w 2119654"/>
              <a:gd name="connsiteY92606" fmla="*/ 1628436 h 2398711"/>
              <a:gd name="connsiteX92607" fmla="*/ 253891 w 2119654"/>
              <a:gd name="connsiteY92607" fmla="*/ 1637877 h 2398711"/>
              <a:gd name="connsiteX92608" fmla="*/ 271108 w 2119654"/>
              <a:gd name="connsiteY92608" fmla="*/ 1643735 h 2398711"/>
              <a:gd name="connsiteX92609" fmla="*/ 272591 w 2119654"/>
              <a:gd name="connsiteY92609" fmla="*/ 1640524 h 2398711"/>
              <a:gd name="connsiteX92610" fmla="*/ 271044 w 2119654"/>
              <a:gd name="connsiteY92610" fmla="*/ 1639631 h 2398711"/>
              <a:gd name="connsiteX92611" fmla="*/ 249027 w 2119654"/>
              <a:gd name="connsiteY92611" fmla="*/ 1632553 h 2398711"/>
              <a:gd name="connsiteX92612" fmla="*/ 332469 w 2119654"/>
              <a:gd name="connsiteY92612" fmla="*/ 1419961 h 2398711"/>
              <a:gd name="connsiteX92613" fmla="*/ 333448 w 2119654"/>
              <a:gd name="connsiteY92613" fmla="*/ 1422828 h 2398711"/>
              <a:gd name="connsiteX92614" fmla="*/ 334167 w 2119654"/>
              <a:gd name="connsiteY92614" fmla="*/ 1423967 h 2398711"/>
              <a:gd name="connsiteX92615" fmla="*/ 335592 w 2119654"/>
              <a:gd name="connsiteY92615" fmla="*/ 1424918 h 2398711"/>
              <a:gd name="connsiteX92616" fmla="*/ 334935 w 2119654"/>
              <a:gd name="connsiteY92616" fmla="*/ 1424033 h 2398711"/>
              <a:gd name="connsiteX92617" fmla="*/ 334507 w 2119654"/>
              <a:gd name="connsiteY92617" fmla="*/ 1423286 h 2398711"/>
              <a:gd name="connsiteX92618" fmla="*/ 333856 w 2119654"/>
              <a:gd name="connsiteY92618" fmla="*/ 1423005 h 2398711"/>
              <a:gd name="connsiteX92619" fmla="*/ 333684 w 2119654"/>
              <a:gd name="connsiteY92619" fmla="*/ 1422686 h 2398711"/>
              <a:gd name="connsiteX92620" fmla="*/ 334320 w 2119654"/>
              <a:gd name="connsiteY92620" fmla="*/ 1422960 h 2398711"/>
              <a:gd name="connsiteX92621" fmla="*/ 333896 w 2119654"/>
              <a:gd name="connsiteY92621" fmla="*/ 1422221 h 2398711"/>
              <a:gd name="connsiteX92622" fmla="*/ 772186 w 2119654"/>
              <a:gd name="connsiteY92622" fmla="*/ 435201 h 2398711"/>
              <a:gd name="connsiteX92623" fmla="*/ 771860 w 2119654"/>
              <a:gd name="connsiteY92623" fmla="*/ 439767 h 2398711"/>
              <a:gd name="connsiteX92624" fmla="*/ 773282 w 2119654"/>
              <a:gd name="connsiteY92624" fmla="*/ 442323 h 2398711"/>
              <a:gd name="connsiteX92625" fmla="*/ 773674 w 2119654"/>
              <a:gd name="connsiteY92625" fmla="*/ 442851 h 2398711"/>
              <a:gd name="connsiteX92626" fmla="*/ 774887 w 2119654"/>
              <a:gd name="connsiteY92626" fmla="*/ 436804 h 2398711"/>
              <a:gd name="connsiteX92627" fmla="*/ 783854 w 2119654"/>
              <a:gd name="connsiteY92627" fmla="*/ 409072 h 2398711"/>
              <a:gd name="connsiteX92628" fmla="*/ 783390 w 2119654"/>
              <a:gd name="connsiteY92628" fmla="*/ 413076 h 2398711"/>
              <a:gd name="connsiteX92629" fmla="*/ 790630 w 2119654"/>
              <a:gd name="connsiteY92629" fmla="*/ 420425 h 2398711"/>
              <a:gd name="connsiteX92630" fmla="*/ 790844 w 2119654"/>
              <a:gd name="connsiteY92630" fmla="*/ 420262 h 2398711"/>
              <a:gd name="connsiteX92631" fmla="*/ 790766 w 2119654"/>
              <a:gd name="connsiteY92631" fmla="*/ 420563 h 2398711"/>
              <a:gd name="connsiteX92632" fmla="*/ 792597 w 2119654"/>
              <a:gd name="connsiteY92632" fmla="*/ 422421 h 2398711"/>
              <a:gd name="connsiteX92633" fmla="*/ 792930 w 2119654"/>
              <a:gd name="connsiteY92633" fmla="*/ 421982 h 2398711"/>
              <a:gd name="connsiteX92634" fmla="*/ 788304 w 2119654"/>
              <a:gd name="connsiteY92634" fmla="*/ 415309 h 2398711"/>
              <a:gd name="connsiteX92635" fmla="*/ 783885 w 2119654"/>
              <a:gd name="connsiteY92635" fmla="*/ 408815 h 2398711"/>
              <a:gd name="connsiteX92636" fmla="*/ 793110 w 2119654"/>
              <a:gd name="connsiteY92636" fmla="*/ 421746 h 2398711"/>
              <a:gd name="connsiteX92637" fmla="*/ 794411 w 2119654"/>
              <a:gd name="connsiteY92637" fmla="*/ 420025 h 2398711"/>
              <a:gd name="connsiteX92638" fmla="*/ 794217 w 2119654"/>
              <a:gd name="connsiteY92638" fmla="*/ 414181 h 2398711"/>
              <a:gd name="connsiteX92639" fmla="*/ 793010 w 2119654"/>
              <a:gd name="connsiteY92639" fmla="*/ 413315 h 2398711"/>
              <a:gd name="connsiteX92640" fmla="*/ 793495 w 2119654"/>
              <a:gd name="connsiteY92640" fmla="*/ 413293 h 2398711"/>
              <a:gd name="connsiteX92641" fmla="*/ 794203 w 2119654"/>
              <a:gd name="connsiteY92641" fmla="*/ 413801 h 2398711"/>
              <a:gd name="connsiteX92642" fmla="*/ 794171 w 2119654"/>
              <a:gd name="connsiteY92642" fmla="*/ 412834 h 2398711"/>
              <a:gd name="connsiteX92643" fmla="*/ 788266 w 2119654"/>
              <a:gd name="connsiteY92643" fmla="*/ 410488 h 2398711"/>
              <a:gd name="connsiteX92644" fmla="*/ 754700 w 2119654"/>
              <a:gd name="connsiteY92644" fmla="*/ 474132 h 2398711"/>
              <a:gd name="connsiteX92645" fmla="*/ 755647 w 2119654"/>
              <a:gd name="connsiteY92645" fmla="*/ 474698 h 2398711"/>
              <a:gd name="connsiteX92646" fmla="*/ 755524 w 2119654"/>
              <a:gd name="connsiteY92646" fmla="*/ 473011 h 2398711"/>
              <a:gd name="connsiteX92647" fmla="*/ 715967 w 2119654"/>
              <a:gd name="connsiteY92647" fmla="*/ 560690 h 2398711"/>
              <a:gd name="connsiteX92648" fmla="*/ 715648 w 2119654"/>
              <a:gd name="connsiteY92648" fmla="*/ 562693 h 2398711"/>
              <a:gd name="connsiteX92649" fmla="*/ 716667 w 2119654"/>
              <a:gd name="connsiteY92649" fmla="*/ 563290 h 2398711"/>
              <a:gd name="connsiteX92650" fmla="*/ 716788 w 2119654"/>
              <a:gd name="connsiteY92650" fmla="*/ 561791 h 2398711"/>
              <a:gd name="connsiteX92651" fmla="*/ 760075 w 2119654"/>
              <a:gd name="connsiteY92651" fmla="*/ 461866 h 2398711"/>
              <a:gd name="connsiteX92652" fmla="*/ 759568 w 2119654"/>
              <a:gd name="connsiteY92652" fmla="*/ 464666 h 2398711"/>
              <a:gd name="connsiteX92653" fmla="*/ 760334 w 2119654"/>
              <a:gd name="connsiteY92653" fmla="*/ 465206 h 2398711"/>
              <a:gd name="connsiteX92654" fmla="*/ 761447 w 2119654"/>
              <a:gd name="connsiteY92654" fmla="*/ 463693 h 2398711"/>
              <a:gd name="connsiteX92655" fmla="*/ 275102 w 2119654"/>
              <a:gd name="connsiteY92655" fmla="*/ 1547697 h 2398711"/>
              <a:gd name="connsiteX92656" fmla="*/ 282132 w 2119654"/>
              <a:gd name="connsiteY92656" fmla="*/ 1550593 h 2398711"/>
              <a:gd name="connsiteX92657" fmla="*/ 280561 w 2119654"/>
              <a:gd name="connsiteY92657" fmla="*/ 1548621 h 2398711"/>
              <a:gd name="connsiteX92658" fmla="*/ 276538 w 2119654"/>
              <a:gd name="connsiteY92658" fmla="*/ 1546161 h 2398711"/>
              <a:gd name="connsiteX92659" fmla="*/ 743767 w 2119654"/>
              <a:gd name="connsiteY92659" fmla="*/ 498246 h 2398711"/>
              <a:gd name="connsiteX92660" fmla="*/ 744356 w 2119654"/>
              <a:gd name="connsiteY92660" fmla="*/ 499014 h 2398711"/>
              <a:gd name="connsiteX92661" fmla="*/ 744283 w 2119654"/>
              <a:gd name="connsiteY92661" fmla="*/ 498524 h 2398711"/>
              <a:gd name="connsiteX92662" fmla="*/ 828915 w 2119654"/>
              <a:gd name="connsiteY92662" fmla="*/ 307531 h 2398711"/>
              <a:gd name="connsiteX92663" fmla="*/ 826627 w 2119654"/>
              <a:gd name="connsiteY92663" fmla="*/ 317269 h 2398711"/>
              <a:gd name="connsiteX92664" fmla="*/ 829630 w 2119654"/>
              <a:gd name="connsiteY92664" fmla="*/ 319605 h 2398711"/>
              <a:gd name="connsiteX92665" fmla="*/ 830843 w 2119654"/>
              <a:gd name="connsiteY92665" fmla="*/ 309942 h 2398711"/>
              <a:gd name="connsiteX92666" fmla="*/ 830745 w 2119654"/>
              <a:gd name="connsiteY92666" fmla="*/ 309784 h 2398711"/>
              <a:gd name="connsiteX92667" fmla="*/ 830844 w 2119654"/>
              <a:gd name="connsiteY92667" fmla="*/ 309934 h 2398711"/>
              <a:gd name="connsiteX92668" fmla="*/ 830900 w 2119654"/>
              <a:gd name="connsiteY92668" fmla="*/ 309493 h 2398711"/>
              <a:gd name="connsiteX92669" fmla="*/ 830002 w 2119654"/>
              <a:gd name="connsiteY92669" fmla="*/ 308606 h 2398711"/>
              <a:gd name="connsiteX92670" fmla="*/ 830745 w 2119654"/>
              <a:gd name="connsiteY92670" fmla="*/ 309784 h 2398711"/>
              <a:gd name="connsiteX92671" fmla="*/ 829850 w 2119654"/>
              <a:gd name="connsiteY92671" fmla="*/ 308454 h 2398711"/>
              <a:gd name="connsiteX92672" fmla="*/ 727525 w 2119654"/>
              <a:gd name="connsiteY92672" fmla="*/ 534531 h 2398711"/>
              <a:gd name="connsiteX92673" fmla="*/ 727633 w 2119654"/>
              <a:gd name="connsiteY92673" fmla="*/ 535516 h 2398711"/>
              <a:gd name="connsiteX92674" fmla="*/ 731760 w 2119654"/>
              <a:gd name="connsiteY92674" fmla="*/ 537163 h 2398711"/>
              <a:gd name="connsiteX92675" fmla="*/ 728333 w 2119654"/>
              <a:gd name="connsiteY92675" fmla="*/ 533330 h 2398711"/>
              <a:gd name="connsiteX92676" fmla="*/ 828995 w 2119654"/>
              <a:gd name="connsiteY92676" fmla="*/ 307187 h 2398711"/>
              <a:gd name="connsiteX92677" fmla="*/ 828978 w 2119654"/>
              <a:gd name="connsiteY92677" fmla="*/ 307262 h 2398711"/>
              <a:gd name="connsiteX92678" fmla="*/ 829185 w 2119654"/>
              <a:gd name="connsiteY92678" fmla="*/ 307468 h 2398711"/>
              <a:gd name="connsiteX92679" fmla="*/ 727219 w 2119654"/>
              <a:gd name="connsiteY92679" fmla="*/ 534987 h 2398711"/>
              <a:gd name="connsiteX92680" fmla="*/ 727305 w 2119654"/>
              <a:gd name="connsiteY92680" fmla="*/ 535385 h 2398711"/>
              <a:gd name="connsiteX92681" fmla="*/ 727329 w 2119654"/>
              <a:gd name="connsiteY92681" fmla="*/ 535394 h 2398711"/>
              <a:gd name="connsiteX92682" fmla="*/ 727275 w 2119654"/>
              <a:gd name="connsiteY92682" fmla="*/ 534902 h 2398711"/>
              <a:gd name="connsiteX92683" fmla="*/ 262530 w 2119654"/>
              <a:gd name="connsiteY92683" fmla="*/ 1575446 h 2398711"/>
              <a:gd name="connsiteX92684" fmla="*/ 264961 w 2119654"/>
              <a:gd name="connsiteY92684" fmla="*/ 1576941 h 2398711"/>
              <a:gd name="connsiteX92685" fmla="*/ 268005 w 2119654"/>
              <a:gd name="connsiteY92685" fmla="*/ 1578443 h 2398711"/>
              <a:gd name="connsiteX92686" fmla="*/ 265809 w 2119654"/>
              <a:gd name="connsiteY92686" fmla="*/ 1576428 h 2398711"/>
              <a:gd name="connsiteX92687" fmla="*/ 716134 w 2119654"/>
              <a:gd name="connsiteY92687" fmla="*/ 559641 h 2398711"/>
              <a:gd name="connsiteX92688" fmla="*/ 716091 w 2119654"/>
              <a:gd name="connsiteY92688" fmla="*/ 559912 h 2398711"/>
              <a:gd name="connsiteX92689" fmla="*/ 716856 w 2119654"/>
              <a:gd name="connsiteY92689" fmla="*/ 560940 h 2398711"/>
              <a:gd name="connsiteX92690" fmla="*/ 716934 w 2119654"/>
              <a:gd name="connsiteY92690" fmla="*/ 559971 h 2398711"/>
              <a:gd name="connsiteX92691" fmla="*/ 753442 w 2119654"/>
              <a:gd name="connsiteY92691" fmla="*/ 475844 h 2398711"/>
              <a:gd name="connsiteX92692" fmla="*/ 753498 w 2119654"/>
              <a:gd name="connsiteY92692" fmla="*/ 477121 h 2398711"/>
              <a:gd name="connsiteX92693" fmla="*/ 755655 w 2119654"/>
              <a:gd name="connsiteY92693" fmla="*/ 480503 h 2398711"/>
              <a:gd name="connsiteX92694" fmla="*/ 755950 w 2119654"/>
              <a:gd name="connsiteY92694" fmla="*/ 478878 h 2398711"/>
              <a:gd name="connsiteX92695" fmla="*/ 755833 w 2119654"/>
              <a:gd name="connsiteY92695" fmla="*/ 477264 h 2398711"/>
              <a:gd name="connsiteX92696" fmla="*/ 754098 w 2119654"/>
              <a:gd name="connsiteY92696" fmla="*/ 474952 h 2398711"/>
              <a:gd name="connsiteX92697" fmla="*/ 274397 w 2119654"/>
              <a:gd name="connsiteY92697" fmla="*/ 1548451 h 2398711"/>
              <a:gd name="connsiteX92698" fmla="*/ 284836 w 2119654"/>
              <a:gd name="connsiteY92698" fmla="*/ 1553985 h 2398711"/>
              <a:gd name="connsiteX92699" fmla="*/ 282429 w 2119654"/>
              <a:gd name="connsiteY92699" fmla="*/ 1550966 h 2398711"/>
              <a:gd name="connsiteX92700" fmla="*/ 274933 w 2119654"/>
              <a:gd name="connsiteY92700" fmla="*/ 1547878 h 2398711"/>
              <a:gd name="connsiteX92701" fmla="*/ 335525 w 2119654"/>
              <a:gd name="connsiteY92701" fmla="*/ 1411524 h 2398711"/>
              <a:gd name="connsiteX92702" fmla="*/ 336211 w 2119654"/>
              <a:gd name="connsiteY92702" fmla="*/ 1412471 h 2398711"/>
              <a:gd name="connsiteX92703" fmla="*/ 336160 w 2119654"/>
              <a:gd name="connsiteY92703" fmla="*/ 1412034 h 2398711"/>
              <a:gd name="connsiteX92704" fmla="*/ 336024 w 2119654"/>
              <a:gd name="connsiteY92704" fmla="*/ 1411868 h 2398711"/>
              <a:gd name="connsiteX92705" fmla="*/ 314055 w 2119654"/>
              <a:gd name="connsiteY92705" fmla="*/ 1459502 h 2398711"/>
              <a:gd name="connsiteX92706" fmla="*/ 316779 w 2119654"/>
              <a:gd name="connsiteY92706" fmla="*/ 1462921 h 2398711"/>
              <a:gd name="connsiteX92707" fmla="*/ 322042 w 2119654"/>
              <a:gd name="connsiteY92707" fmla="*/ 1466645 h 2398711"/>
              <a:gd name="connsiteX92708" fmla="*/ 318156 w 2119654"/>
              <a:gd name="connsiteY92708" fmla="*/ 1463170 h 2398711"/>
              <a:gd name="connsiteX92709" fmla="*/ 315987 w 2119654"/>
              <a:gd name="connsiteY92709" fmla="*/ 1461382 h 2398711"/>
              <a:gd name="connsiteX92710" fmla="*/ 315945 w 2119654"/>
              <a:gd name="connsiteY92710" fmla="*/ 1461193 h 2398711"/>
              <a:gd name="connsiteX92711" fmla="*/ 716267 w 2119654"/>
              <a:gd name="connsiteY92711" fmla="*/ 558806 h 2398711"/>
              <a:gd name="connsiteX92712" fmla="*/ 716194 w 2119654"/>
              <a:gd name="connsiteY92712" fmla="*/ 559265 h 2398711"/>
              <a:gd name="connsiteX92713" fmla="*/ 716906 w 2119654"/>
              <a:gd name="connsiteY92713" fmla="*/ 559548 h 2398711"/>
              <a:gd name="connsiteX92714" fmla="*/ 283563 w 2119654"/>
              <a:gd name="connsiteY92714" fmla="*/ 1527664 h 2398711"/>
              <a:gd name="connsiteX92715" fmla="*/ 283750 w 2119654"/>
              <a:gd name="connsiteY92715" fmla="*/ 1527879 h 2398711"/>
              <a:gd name="connsiteX92716" fmla="*/ 283916 w 2119654"/>
              <a:gd name="connsiteY92716" fmla="*/ 1527927 h 2398711"/>
              <a:gd name="connsiteX92717" fmla="*/ 753026 w 2119654"/>
              <a:gd name="connsiteY92717" fmla="*/ 476410 h 2398711"/>
              <a:gd name="connsiteX92718" fmla="*/ 753080 w 2119654"/>
              <a:gd name="connsiteY92718" fmla="*/ 476482 h 2398711"/>
              <a:gd name="connsiteX92719" fmla="*/ 753074 w 2119654"/>
              <a:gd name="connsiteY92719" fmla="*/ 476345 h 2398711"/>
              <a:gd name="connsiteX92720" fmla="*/ 778970 w 2119654"/>
              <a:gd name="connsiteY92720" fmla="*/ 418271 h 2398711"/>
              <a:gd name="connsiteX92721" fmla="*/ 778580 w 2119654"/>
              <a:gd name="connsiteY92721" fmla="*/ 420215 h 2398711"/>
              <a:gd name="connsiteX92722" fmla="*/ 779655 w 2119654"/>
              <a:gd name="connsiteY92722" fmla="*/ 422068 h 2398711"/>
              <a:gd name="connsiteX92723" fmla="*/ 781179 w 2119654"/>
              <a:gd name="connsiteY92723" fmla="*/ 426071 h 2398711"/>
              <a:gd name="connsiteX92724" fmla="*/ 781806 w 2119654"/>
              <a:gd name="connsiteY92724" fmla="*/ 420656 h 2398711"/>
              <a:gd name="connsiteX92725" fmla="*/ 779268 w 2119654"/>
              <a:gd name="connsiteY92725" fmla="*/ 418390 h 2398711"/>
              <a:gd name="connsiteX92726" fmla="*/ 743245 w 2119654"/>
              <a:gd name="connsiteY92726" fmla="*/ 498123 h 2398711"/>
              <a:gd name="connsiteX92727" fmla="*/ 742392 w 2119654"/>
              <a:gd name="connsiteY92727" fmla="*/ 501783 h 2398711"/>
              <a:gd name="connsiteX92728" fmla="*/ 745052 w 2119654"/>
              <a:gd name="connsiteY92728" fmla="*/ 504568 h 2398711"/>
              <a:gd name="connsiteX92729" fmla="*/ 745161 w 2119654"/>
              <a:gd name="connsiteY92729" fmla="*/ 504407 h 2398711"/>
              <a:gd name="connsiteX92730" fmla="*/ 744459 w 2119654"/>
              <a:gd name="connsiteY92730" fmla="*/ 499707 h 2398711"/>
              <a:gd name="connsiteX92731" fmla="*/ 277972 w 2119654"/>
              <a:gd name="connsiteY92731" fmla="*/ 1539852 h 2398711"/>
              <a:gd name="connsiteX92732" fmla="*/ 278147 w 2119654"/>
              <a:gd name="connsiteY92732" fmla="*/ 1540073 h 2398711"/>
              <a:gd name="connsiteX92733" fmla="*/ 280904 w 2119654"/>
              <a:gd name="connsiteY92733" fmla="*/ 1540904 h 2398711"/>
              <a:gd name="connsiteX92734" fmla="*/ 280912 w 2119654"/>
              <a:gd name="connsiteY92734" fmla="*/ 1540897 h 2398711"/>
              <a:gd name="connsiteX92735" fmla="*/ 315654 w 2119654"/>
              <a:gd name="connsiteY92735" fmla="*/ 1454956 h 2398711"/>
              <a:gd name="connsiteX92736" fmla="*/ 316317 w 2119654"/>
              <a:gd name="connsiteY92736" fmla="*/ 1455690 h 2398711"/>
              <a:gd name="connsiteX92737" fmla="*/ 317142 w 2119654"/>
              <a:gd name="connsiteY92737" fmla="*/ 1456052 h 2398711"/>
              <a:gd name="connsiteX92738" fmla="*/ 760753 w 2119654"/>
              <a:gd name="connsiteY92738" fmla="*/ 458129 h 2398711"/>
              <a:gd name="connsiteX92739" fmla="*/ 760384 w 2119654"/>
              <a:gd name="connsiteY92739" fmla="*/ 460164 h 2398711"/>
              <a:gd name="connsiteX92740" fmla="*/ 762231 w 2119654"/>
              <a:gd name="connsiteY92740" fmla="*/ 462626 h 2398711"/>
              <a:gd name="connsiteX92741" fmla="*/ 763042 w 2119654"/>
              <a:gd name="connsiteY92741" fmla="*/ 461523 h 2398711"/>
              <a:gd name="connsiteX92742" fmla="*/ 763165 w 2119654"/>
              <a:gd name="connsiteY92742" fmla="*/ 461360 h 2398711"/>
              <a:gd name="connsiteX92743" fmla="*/ 751909 w 2119654"/>
              <a:gd name="connsiteY92743" fmla="*/ 477930 h 2398711"/>
              <a:gd name="connsiteX92744" fmla="*/ 753226 w 2119654"/>
              <a:gd name="connsiteY92744" fmla="*/ 479826 h 2398711"/>
              <a:gd name="connsiteX92745" fmla="*/ 753224 w 2119654"/>
              <a:gd name="connsiteY92745" fmla="*/ 479789 h 2398711"/>
              <a:gd name="connsiteX92746" fmla="*/ 751978 w 2119654"/>
              <a:gd name="connsiteY92746" fmla="*/ 477836 h 2398711"/>
              <a:gd name="connsiteX92747" fmla="*/ 716590 w 2119654"/>
              <a:gd name="connsiteY92747" fmla="*/ 556782 h 2398711"/>
              <a:gd name="connsiteX92748" fmla="*/ 716544 w 2119654"/>
              <a:gd name="connsiteY92748" fmla="*/ 557067 h 2398711"/>
              <a:gd name="connsiteX92749" fmla="*/ 717114 w 2119654"/>
              <a:gd name="connsiteY92749" fmla="*/ 557728 h 2398711"/>
              <a:gd name="connsiteX92750" fmla="*/ 717183 w 2119654"/>
              <a:gd name="connsiteY92750" fmla="*/ 556864 h 2398711"/>
              <a:gd name="connsiteX92751" fmla="*/ 282153 w 2119654"/>
              <a:gd name="connsiteY92751" fmla="*/ 1529436 h 2398711"/>
              <a:gd name="connsiteX92752" fmla="*/ 284014 w 2119654"/>
              <a:gd name="connsiteY92752" fmla="*/ 1531811 h 2398711"/>
              <a:gd name="connsiteX92753" fmla="*/ 286705 w 2119654"/>
              <a:gd name="connsiteY92753" fmla="*/ 1534701 h 2398711"/>
              <a:gd name="connsiteX92754" fmla="*/ 287008 w 2119654"/>
              <a:gd name="connsiteY92754" fmla="*/ 1534377 h 2398711"/>
              <a:gd name="connsiteX92755" fmla="*/ 286445 w 2119654"/>
              <a:gd name="connsiteY92755" fmla="*/ 1533682 h 2398711"/>
              <a:gd name="connsiteX92756" fmla="*/ 283220 w 2119654"/>
              <a:gd name="connsiteY92756" fmla="*/ 1529962 h 2398711"/>
              <a:gd name="connsiteX92757" fmla="*/ 753365 w 2119654"/>
              <a:gd name="connsiteY92757" fmla="*/ 474054 h 2398711"/>
              <a:gd name="connsiteX92758" fmla="*/ 753391 w 2119654"/>
              <a:gd name="connsiteY92758" fmla="*/ 474653 h 2398711"/>
              <a:gd name="connsiteX92759" fmla="*/ 753630 w 2119654"/>
              <a:gd name="connsiteY92759" fmla="*/ 474328 h 2398711"/>
              <a:gd name="connsiteX92760" fmla="*/ 753473 w 2119654"/>
              <a:gd name="connsiteY92760" fmla="*/ 474118 h 2398711"/>
              <a:gd name="connsiteX92761" fmla="*/ 779573 w 2119654"/>
              <a:gd name="connsiteY92761" fmla="*/ 415260 h 2398711"/>
              <a:gd name="connsiteX92762" fmla="*/ 779135 w 2119654"/>
              <a:gd name="connsiteY92762" fmla="*/ 417447 h 2398711"/>
              <a:gd name="connsiteX92763" fmla="*/ 782044 w 2119654"/>
              <a:gd name="connsiteY92763" fmla="*/ 418608 h 2398711"/>
              <a:gd name="connsiteX92764" fmla="*/ 782144 w 2119654"/>
              <a:gd name="connsiteY92764" fmla="*/ 417748 h 2398711"/>
              <a:gd name="connsiteX92765" fmla="*/ 713103 w 2119654"/>
              <a:gd name="connsiteY92765" fmla="*/ 563788 h 2398711"/>
              <a:gd name="connsiteX92766" fmla="*/ 712810 w 2119654"/>
              <a:gd name="connsiteY92766" fmla="*/ 565480 h 2398711"/>
              <a:gd name="connsiteX92767" fmla="*/ 713003 w 2119654"/>
              <a:gd name="connsiteY92767" fmla="*/ 566743 h 2398711"/>
              <a:gd name="connsiteX92768" fmla="*/ 713380 w 2119654"/>
              <a:gd name="connsiteY92768" fmla="*/ 565106 h 2398711"/>
              <a:gd name="connsiteX92769" fmla="*/ 335716 w 2119654"/>
              <a:gd name="connsiteY92769" fmla="*/ 1408645 h 2398711"/>
              <a:gd name="connsiteX92770" fmla="*/ 335777 w 2119654"/>
              <a:gd name="connsiteY92770" fmla="*/ 1408710 h 2398711"/>
              <a:gd name="connsiteX92771" fmla="*/ 335775 w 2119654"/>
              <a:gd name="connsiteY92771" fmla="*/ 1408686 h 2398711"/>
              <a:gd name="connsiteX92772" fmla="*/ 749932 w 2119654"/>
              <a:gd name="connsiteY92772" fmla="*/ 480619 h 2398711"/>
              <a:gd name="connsiteX92773" fmla="*/ 750608 w 2119654"/>
              <a:gd name="connsiteY92773" fmla="*/ 489287 h 2398711"/>
              <a:gd name="connsiteX92774" fmla="*/ 753662 w 2119654"/>
              <a:gd name="connsiteY92774" fmla="*/ 491510 h 2398711"/>
              <a:gd name="connsiteX92775" fmla="*/ 753721 w 2119654"/>
              <a:gd name="connsiteY92775" fmla="*/ 491183 h 2398711"/>
              <a:gd name="connsiteX92776" fmla="*/ 753245 w 2119654"/>
              <a:gd name="connsiteY92776" fmla="*/ 480253 h 2398711"/>
              <a:gd name="connsiteX92777" fmla="*/ 751766 w 2119654"/>
              <a:gd name="connsiteY92777" fmla="*/ 478125 h 2398711"/>
              <a:gd name="connsiteX92778" fmla="*/ 294932 w 2119654"/>
              <a:gd name="connsiteY92778" fmla="*/ 1499206 h 2398711"/>
              <a:gd name="connsiteX92779" fmla="*/ 298271 w 2119654"/>
              <a:gd name="connsiteY92779" fmla="*/ 1503006 h 2398711"/>
              <a:gd name="connsiteX92780" fmla="*/ 297302 w 2119654"/>
              <a:gd name="connsiteY92780" fmla="*/ 1501319 h 2398711"/>
              <a:gd name="connsiteX92781" fmla="*/ 772586 w 2119654"/>
              <a:gd name="connsiteY92781" fmla="*/ 429598 h 2398711"/>
              <a:gd name="connsiteX92782" fmla="*/ 772195 w 2119654"/>
              <a:gd name="connsiteY92782" fmla="*/ 435084 h 2398711"/>
              <a:gd name="connsiteX92783" fmla="*/ 774903 w 2119654"/>
              <a:gd name="connsiteY92783" fmla="*/ 436724 h 2398711"/>
              <a:gd name="connsiteX92784" fmla="*/ 775795 w 2119654"/>
              <a:gd name="connsiteY92784" fmla="*/ 432276 h 2398711"/>
              <a:gd name="connsiteX92785" fmla="*/ 775166 w 2119654"/>
              <a:gd name="connsiteY92785" fmla="*/ 430628 h 2398711"/>
              <a:gd name="connsiteX92786" fmla="*/ 733232 w 2119654"/>
              <a:gd name="connsiteY92786" fmla="*/ 517670 h 2398711"/>
              <a:gd name="connsiteX92787" fmla="*/ 733577 w 2119654"/>
              <a:gd name="connsiteY92787" fmla="*/ 518056 h 2398711"/>
              <a:gd name="connsiteX92788" fmla="*/ 733551 w 2119654"/>
              <a:gd name="connsiteY92788" fmla="*/ 517762 h 2398711"/>
              <a:gd name="connsiteX92789" fmla="*/ 713454 w 2119654"/>
              <a:gd name="connsiteY92789" fmla="*/ 561767 h 2398711"/>
              <a:gd name="connsiteX92790" fmla="*/ 713288 w 2119654"/>
              <a:gd name="connsiteY92790" fmla="*/ 562725 h 2398711"/>
              <a:gd name="connsiteX92791" fmla="*/ 713592 w 2119654"/>
              <a:gd name="connsiteY92791" fmla="*/ 564188 h 2398711"/>
              <a:gd name="connsiteX92792" fmla="*/ 714067 w 2119654"/>
              <a:gd name="connsiteY92792" fmla="*/ 562126 h 2398711"/>
              <a:gd name="connsiteX92793" fmla="*/ 717130 w 2119654"/>
              <a:gd name="connsiteY92793" fmla="*/ 553385 h 2398711"/>
              <a:gd name="connsiteX92794" fmla="*/ 716670 w 2119654"/>
              <a:gd name="connsiteY92794" fmla="*/ 556276 h 2398711"/>
              <a:gd name="connsiteX92795" fmla="*/ 717223 w 2119654"/>
              <a:gd name="connsiteY92795" fmla="*/ 556352 h 2398711"/>
              <a:gd name="connsiteX92796" fmla="*/ 717445 w 2119654"/>
              <a:gd name="connsiteY92796" fmla="*/ 553590 h 2398711"/>
              <a:gd name="connsiteX92797" fmla="*/ 275171 w 2119654"/>
              <a:gd name="connsiteY92797" fmla="*/ 1542977 h 2398711"/>
              <a:gd name="connsiteX92798" fmla="*/ 276912 w 2119654"/>
              <a:gd name="connsiteY92798" fmla="*/ 1544042 h 2398711"/>
              <a:gd name="connsiteX92799" fmla="*/ 276422 w 2119654"/>
              <a:gd name="connsiteY92799" fmla="*/ 1543426 h 2398711"/>
              <a:gd name="connsiteX92800" fmla="*/ 314917 w 2119654"/>
              <a:gd name="connsiteY92800" fmla="*/ 1453938 h 2398711"/>
              <a:gd name="connsiteX92801" fmla="*/ 318740 w 2119654"/>
              <a:gd name="connsiteY92801" fmla="*/ 1456752 h 2398711"/>
              <a:gd name="connsiteX92802" fmla="*/ 320866 w 2119654"/>
              <a:gd name="connsiteY92802" fmla="*/ 1457684 h 2398711"/>
              <a:gd name="connsiteX92803" fmla="*/ 319397 w 2119654"/>
              <a:gd name="connsiteY92803" fmla="*/ 1455566 h 2398711"/>
              <a:gd name="connsiteX92804" fmla="*/ 292110 w 2119654"/>
              <a:gd name="connsiteY92804" fmla="*/ 1504982 h 2398711"/>
              <a:gd name="connsiteX92805" fmla="*/ 292790 w 2119654"/>
              <a:gd name="connsiteY92805" fmla="*/ 1505979 h 2398711"/>
              <a:gd name="connsiteX92806" fmla="*/ 295456 w 2119654"/>
              <a:gd name="connsiteY92806" fmla="*/ 1507457 h 2398711"/>
              <a:gd name="connsiteX92807" fmla="*/ 294820 w 2119654"/>
              <a:gd name="connsiteY92807" fmla="*/ 1506594 h 2398711"/>
              <a:gd name="connsiteX92808" fmla="*/ 761538 w 2119654"/>
              <a:gd name="connsiteY92808" fmla="*/ 453792 h 2398711"/>
              <a:gd name="connsiteX92809" fmla="*/ 760894 w 2119654"/>
              <a:gd name="connsiteY92809" fmla="*/ 457347 h 2398711"/>
              <a:gd name="connsiteX92810" fmla="*/ 763530 w 2119654"/>
              <a:gd name="connsiteY92810" fmla="*/ 460878 h 2398711"/>
              <a:gd name="connsiteX92811" fmla="*/ 766602 w 2119654"/>
              <a:gd name="connsiteY92811" fmla="*/ 456813 h 2398711"/>
              <a:gd name="connsiteX92812" fmla="*/ 769008 w 2119654"/>
              <a:gd name="connsiteY92812" fmla="*/ 437047 h 2398711"/>
              <a:gd name="connsiteX92813" fmla="*/ 768463 w 2119654"/>
              <a:gd name="connsiteY92813" fmla="*/ 448519 h 2398711"/>
              <a:gd name="connsiteX92814" fmla="*/ 770394 w 2119654"/>
              <a:gd name="connsiteY92814" fmla="*/ 450785 h 2398711"/>
              <a:gd name="connsiteX92815" fmla="*/ 771127 w 2119654"/>
              <a:gd name="connsiteY92815" fmla="*/ 440148 h 2398711"/>
              <a:gd name="connsiteX92816" fmla="*/ 770562 w 2119654"/>
              <a:gd name="connsiteY92816" fmla="*/ 439134 h 2398711"/>
              <a:gd name="connsiteX92817" fmla="*/ 334464 w 2119654"/>
              <a:gd name="connsiteY92817" fmla="*/ 1409963 h 2398711"/>
              <a:gd name="connsiteX92818" fmla="*/ 334497 w 2119654"/>
              <a:gd name="connsiteY92818" fmla="*/ 1410027 h 2398711"/>
              <a:gd name="connsiteX92819" fmla="*/ 334543 w 2119654"/>
              <a:gd name="connsiteY92819" fmla="*/ 1410058 h 2398711"/>
              <a:gd name="connsiteX92820" fmla="*/ 780324 w 2119654"/>
              <a:gd name="connsiteY92820" fmla="*/ 411515 h 2398711"/>
              <a:gd name="connsiteX92821" fmla="*/ 779870 w 2119654"/>
              <a:gd name="connsiteY92821" fmla="*/ 413782 h 2398711"/>
              <a:gd name="connsiteX92822" fmla="*/ 782327 w 2119654"/>
              <a:gd name="connsiteY92822" fmla="*/ 416160 h 2398711"/>
              <a:gd name="connsiteX92823" fmla="*/ 782523 w 2119654"/>
              <a:gd name="connsiteY92823" fmla="*/ 414468 h 2398711"/>
              <a:gd name="connsiteX92824" fmla="*/ 758655 w 2119654"/>
              <a:gd name="connsiteY92824" fmla="*/ 459975 h 2398711"/>
              <a:gd name="connsiteX92825" fmla="*/ 758860 w 2119654"/>
              <a:gd name="connsiteY92825" fmla="*/ 462804 h 2398711"/>
              <a:gd name="connsiteX92826" fmla="*/ 759234 w 2119654"/>
              <a:gd name="connsiteY92826" fmla="*/ 460745 h 2398711"/>
              <a:gd name="connsiteX92827" fmla="*/ 276930 w 2119654"/>
              <a:gd name="connsiteY92827" fmla="*/ 1538546 h 2398711"/>
              <a:gd name="connsiteX92828" fmla="*/ 277189 w 2119654"/>
              <a:gd name="connsiteY92828" fmla="*/ 1538871 h 2398711"/>
              <a:gd name="connsiteX92829" fmla="*/ 281541 w 2119654"/>
              <a:gd name="connsiteY92829" fmla="*/ 1540224 h 2398711"/>
              <a:gd name="connsiteX92830" fmla="*/ 282125 w 2119654"/>
              <a:gd name="connsiteY92830" fmla="*/ 1539599 h 2398711"/>
              <a:gd name="connsiteX92831" fmla="*/ 797381 w 2119654"/>
              <a:gd name="connsiteY92831" fmla="*/ 373131 h 2398711"/>
              <a:gd name="connsiteX92832" fmla="*/ 797579 w 2119654"/>
              <a:gd name="connsiteY92832" fmla="*/ 379073 h 2398711"/>
              <a:gd name="connsiteX92833" fmla="*/ 803959 w 2119654"/>
              <a:gd name="connsiteY92833" fmla="*/ 389263 h 2398711"/>
              <a:gd name="connsiteX92834" fmla="*/ 804849 w 2119654"/>
              <a:gd name="connsiteY92834" fmla="*/ 386201 h 2398711"/>
              <a:gd name="connsiteX92835" fmla="*/ 800523 w 2119654"/>
              <a:gd name="connsiteY92835" fmla="*/ 378017 h 2398711"/>
              <a:gd name="connsiteX92836" fmla="*/ 797559 w 2119654"/>
              <a:gd name="connsiteY92836" fmla="*/ 373285 h 2398711"/>
              <a:gd name="connsiteX92837" fmla="*/ 769039 w 2119654"/>
              <a:gd name="connsiteY92837" fmla="*/ 436396 h 2398711"/>
              <a:gd name="connsiteX92838" fmla="*/ 769029 w 2119654"/>
              <a:gd name="connsiteY92838" fmla="*/ 436612 h 2398711"/>
              <a:gd name="connsiteX92839" fmla="*/ 769544 w 2119654"/>
              <a:gd name="connsiteY92839" fmla="*/ 437304 h 2398711"/>
              <a:gd name="connsiteX92840" fmla="*/ 738954 w 2119654"/>
              <a:gd name="connsiteY92840" fmla="*/ 503751 h 2398711"/>
              <a:gd name="connsiteX92841" fmla="*/ 740800 w 2119654"/>
              <a:gd name="connsiteY92841" fmla="*/ 506407 h 2398711"/>
              <a:gd name="connsiteX92842" fmla="*/ 741059 w 2119654"/>
              <a:gd name="connsiteY92842" fmla="*/ 505281 h 2398711"/>
              <a:gd name="connsiteX92843" fmla="*/ 780490 w 2119654"/>
              <a:gd name="connsiteY92843" fmla="*/ 410690 h 2398711"/>
              <a:gd name="connsiteX92844" fmla="*/ 780423 w 2119654"/>
              <a:gd name="connsiteY92844" fmla="*/ 411025 h 2398711"/>
              <a:gd name="connsiteX92845" fmla="*/ 782586 w 2119654"/>
              <a:gd name="connsiteY92845" fmla="*/ 413929 h 2398711"/>
              <a:gd name="connsiteX92846" fmla="*/ 782701 w 2119654"/>
              <a:gd name="connsiteY92846" fmla="*/ 412934 h 2398711"/>
              <a:gd name="connsiteX92847" fmla="*/ 717342 w 2119654"/>
              <a:gd name="connsiteY92847" fmla="*/ 552058 h 2398711"/>
              <a:gd name="connsiteX92848" fmla="*/ 717250 w 2119654"/>
              <a:gd name="connsiteY92848" fmla="*/ 552633 h 2398711"/>
              <a:gd name="connsiteX92849" fmla="*/ 717511 w 2119654"/>
              <a:gd name="connsiteY92849" fmla="*/ 552770 h 2398711"/>
              <a:gd name="connsiteX92850" fmla="*/ 717555 w 2119654"/>
              <a:gd name="connsiteY92850" fmla="*/ 552218 h 2398711"/>
              <a:gd name="connsiteX92851" fmla="*/ 761830 w 2119654"/>
              <a:gd name="connsiteY92851" fmla="*/ 452179 h 2398711"/>
              <a:gd name="connsiteX92852" fmla="*/ 761695 w 2119654"/>
              <a:gd name="connsiteY92852" fmla="*/ 452925 h 2398711"/>
              <a:gd name="connsiteX92853" fmla="*/ 764875 w 2119654"/>
              <a:gd name="connsiteY92853" fmla="*/ 454820 h 2398711"/>
              <a:gd name="connsiteX92854" fmla="*/ 270046 w 2119654"/>
              <a:gd name="connsiteY92854" fmla="*/ 1553104 h 2398711"/>
              <a:gd name="connsiteX92855" fmla="*/ 271323 w 2119654"/>
              <a:gd name="connsiteY92855" fmla="*/ 1555038 h 2398711"/>
              <a:gd name="connsiteX92856" fmla="*/ 274955 w 2119654"/>
              <a:gd name="connsiteY92856" fmla="*/ 1558882 h 2398711"/>
              <a:gd name="connsiteX92857" fmla="*/ 280241 w 2119654"/>
              <a:gd name="connsiteY92857" fmla="*/ 1560278 h 2398711"/>
              <a:gd name="connsiteX92858" fmla="*/ 289141 w 2119654"/>
              <a:gd name="connsiteY92858" fmla="*/ 1562248 h 2398711"/>
              <a:gd name="connsiteX92859" fmla="*/ 289345 w 2119654"/>
              <a:gd name="connsiteY92859" fmla="*/ 1562277 h 2398711"/>
              <a:gd name="connsiteX92860" fmla="*/ 278555 w 2119654"/>
              <a:gd name="connsiteY92860" fmla="*/ 1553534 h 2398711"/>
              <a:gd name="connsiteX92861" fmla="*/ 278487 w 2119654"/>
              <a:gd name="connsiteY92861" fmla="*/ 1553242 h 2398711"/>
              <a:gd name="connsiteX92862" fmla="*/ 289702 w 2119654"/>
              <a:gd name="connsiteY92862" fmla="*/ 1562327 h 2398711"/>
              <a:gd name="connsiteX92863" fmla="*/ 291704 w 2119654"/>
              <a:gd name="connsiteY92863" fmla="*/ 1562606 h 2398711"/>
              <a:gd name="connsiteX92864" fmla="*/ 285126 w 2119654"/>
              <a:gd name="connsiteY92864" fmla="*/ 1554350 h 2398711"/>
              <a:gd name="connsiteX92865" fmla="*/ 274190 w 2119654"/>
              <a:gd name="connsiteY92865" fmla="*/ 1548672 h 2398711"/>
              <a:gd name="connsiteX92866" fmla="*/ 726383 w 2119654"/>
              <a:gd name="connsiteY92866" fmla="*/ 531149 h 2398711"/>
              <a:gd name="connsiteX92867" fmla="*/ 726576 w 2119654"/>
              <a:gd name="connsiteY92867" fmla="*/ 532040 h 2398711"/>
              <a:gd name="connsiteX92868" fmla="*/ 726835 w 2119654"/>
              <a:gd name="connsiteY92868" fmla="*/ 531656 h 2398711"/>
              <a:gd name="connsiteX92869" fmla="*/ 717522 w 2119654"/>
              <a:gd name="connsiteY92869" fmla="*/ 550926 h 2398711"/>
              <a:gd name="connsiteX92870" fmla="*/ 717461 w 2119654"/>
              <a:gd name="connsiteY92870" fmla="*/ 551309 h 2398711"/>
              <a:gd name="connsiteX92871" fmla="*/ 717618 w 2119654"/>
              <a:gd name="connsiteY92871" fmla="*/ 551428 h 2398711"/>
              <a:gd name="connsiteX92872" fmla="*/ 717647 w 2119654"/>
              <a:gd name="connsiteY92872" fmla="*/ 551062 h 2398711"/>
              <a:gd name="connsiteX92873" fmla="*/ 317215 w 2119654"/>
              <a:gd name="connsiteY92873" fmla="*/ 1447205 h 2398711"/>
              <a:gd name="connsiteX92874" fmla="*/ 317795 w 2119654"/>
              <a:gd name="connsiteY92874" fmla="*/ 1448040 h 2398711"/>
              <a:gd name="connsiteX92875" fmla="*/ 319891 w 2119654"/>
              <a:gd name="connsiteY92875" fmla="*/ 1448802 h 2398711"/>
              <a:gd name="connsiteX92876" fmla="*/ 317766 w 2119654"/>
              <a:gd name="connsiteY92876" fmla="*/ 1447417 h 2398711"/>
              <a:gd name="connsiteX92877" fmla="*/ 713977 w 2119654"/>
              <a:gd name="connsiteY92877" fmla="*/ 558748 h 2398711"/>
              <a:gd name="connsiteX92878" fmla="*/ 713510 w 2119654"/>
              <a:gd name="connsiteY92878" fmla="*/ 561442 h 2398711"/>
              <a:gd name="connsiteX92879" fmla="*/ 714139 w 2119654"/>
              <a:gd name="connsiteY92879" fmla="*/ 561811 h 2398711"/>
              <a:gd name="connsiteX92880" fmla="*/ 714163 w 2119654"/>
              <a:gd name="connsiteY92880" fmla="*/ 561708 h 2398711"/>
              <a:gd name="connsiteX92881" fmla="*/ 714594 w 2119654"/>
              <a:gd name="connsiteY92881" fmla="*/ 559004 h 2398711"/>
              <a:gd name="connsiteX92882" fmla="*/ 776994 w 2119654"/>
              <a:gd name="connsiteY92882" fmla="*/ 417481 h 2398711"/>
              <a:gd name="connsiteX92883" fmla="*/ 778308 w 2119654"/>
              <a:gd name="connsiteY92883" fmla="*/ 419745 h 2398711"/>
              <a:gd name="connsiteX92884" fmla="*/ 778630 w 2119654"/>
              <a:gd name="connsiteY92884" fmla="*/ 418135 h 2398711"/>
              <a:gd name="connsiteX92885" fmla="*/ 698627 w 2119654"/>
              <a:gd name="connsiteY92885" fmla="*/ 592884 h 2398711"/>
              <a:gd name="connsiteX92886" fmla="*/ 699384 w 2119654"/>
              <a:gd name="connsiteY92886" fmla="*/ 592420 h 2398711"/>
              <a:gd name="connsiteX92887" fmla="*/ 699234 w 2119654"/>
              <a:gd name="connsiteY92887" fmla="*/ 591705 h 2398711"/>
              <a:gd name="connsiteX92888" fmla="*/ 714079 w 2119654"/>
              <a:gd name="connsiteY92888" fmla="*/ 558154 h 2398711"/>
              <a:gd name="connsiteX92889" fmla="*/ 714035 w 2119654"/>
              <a:gd name="connsiteY92889" fmla="*/ 558406 h 2398711"/>
              <a:gd name="connsiteX92890" fmla="*/ 714364 w 2119654"/>
              <a:gd name="connsiteY92890" fmla="*/ 558537 h 2398711"/>
              <a:gd name="connsiteX92891" fmla="*/ 806717 w 2119654"/>
              <a:gd name="connsiteY92891" fmla="*/ 350600 h 2398711"/>
              <a:gd name="connsiteX92892" fmla="*/ 807616 w 2119654"/>
              <a:gd name="connsiteY92892" fmla="*/ 368170 h 2398711"/>
              <a:gd name="connsiteX92893" fmla="*/ 809516 w 2119654"/>
              <a:gd name="connsiteY92893" fmla="*/ 370130 h 2398711"/>
              <a:gd name="connsiteX92894" fmla="*/ 813428 w 2119654"/>
              <a:gd name="connsiteY92894" fmla="*/ 356662 h 2398711"/>
              <a:gd name="connsiteX92895" fmla="*/ 813117 w 2119654"/>
              <a:gd name="connsiteY92895" fmla="*/ 356266 h 2398711"/>
              <a:gd name="connsiteX92896" fmla="*/ 809058 w 2119654"/>
              <a:gd name="connsiteY92896" fmla="*/ 352567 h 2398711"/>
              <a:gd name="connsiteX92897" fmla="*/ 746507 w 2119654"/>
              <a:gd name="connsiteY92897" fmla="*/ 485279 h 2398711"/>
              <a:gd name="connsiteX92898" fmla="*/ 747043 w 2119654"/>
              <a:gd name="connsiteY92898" fmla="*/ 486693 h 2398711"/>
              <a:gd name="connsiteX92899" fmla="*/ 747131 w 2119654"/>
              <a:gd name="connsiteY92899" fmla="*/ 486758 h 2398711"/>
              <a:gd name="connsiteX92900" fmla="*/ 747236 w 2119654"/>
              <a:gd name="connsiteY92900" fmla="*/ 484288 h 2398711"/>
              <a:gd name="connsiteX92901" fmla="*/ 279175 w 2119654"/>
              <a:gd name="connsiteY92901" fmla="*/ 1531694 h 2398711"/>
              <a:gd name="connsiteX92902" fmla="*/ 280080 w 2119654"/>
              <a:gd name="connsiteY92902" fmla="*/ 1533021 h 2398711"/>
              <a:gd name="connsiteX92903" fmla="*/ 285241 w 2119654"/>
              <a:gd name="connsiteY92903" fmla="*/ 1535971 h 2398711"/>
              <a:gd name="connsiteX92904" fmla="*/ 285366 w 2119654"/>
              <a:gd name="connsiteY92904" fmla="*/ 1536036 h 2398711"/>
              <a:gd name="connsiteX92905" fmla="*/ 250226 w 2119654"/>
              <a:gd name="connsiteY92905" fmla="*/ 1596466 h 2398711"/>
              <a:gd name="connsiteX92906" fmla="*/ 252121 w 2119654"/>
              <a:gd name="connsiteY92906" fmla="*/ 1599338 h 2398711"/>
              <a:gd name="connsiteX92907" fmla="*/ 260282 w 2119654"/>
              <a:gd name="connsiteY92907" fmla="*/ 1603325 h 2398711"/>
              <a:gd name="connsiteX92908" fmla="*/ 271993 w 2119654"/>
              <a:gd name="connsiteY92908" fmla="*/ 1605063 h 2398711"/>
              <a:gd name="connsiteX92909" fmla="*/ 255725 w 2119654"/>
              <a:gd name="connsiteY92909" fmla="*/ 1599223 h 2398711"/>
              <a:gd name="connsiteX92910" fmla="*/ 781080 w 2119654"/>
              <a:gd name="connsiteY92910" fmla="*/ 407746 h 2398711"/>
              <a:gd name="connsiteX92911" fmla="*/ 780583 w 2119654"/>
              <a:gd name="connsiteY92911" fmla="*/ 410226 h 2398711"/>
              <a:gd name="connsiteX92912" fmla="*/ 782759 w 2119654"/>
              <a:gd name="connsiteY92912" fmla="*/ 412435 h 2398711"/>
              <a:gd name="connsiteX92913" fmla="*/ 782963 w 2119654"/>
              <a:gd name="connsiteY92913" fmla="*/ 410670 h 2398711"/>
              <a:gd name="connsiteX92914" fmla="*/ 783289 w 2119654"/>
              <a:gd name="connsiteY92914" fmla="*/ 408588 h 2398711"/>
              <a:gd name="connsiteX92915" fmla="*/ 785234 w 2119654"/>
              <a:gd name="connsiteY92915" fmla="*/ 397879 h 2398711"/>
              <a:gd name="connsiteX92916" fmla="*/ 784911 w 2119654"/>
              <a:gd name="connsiteY92916" fmla="*/ 399942 h 2398711"/>
              <a:gd name="connsiteX92917" fmla="*/ 783924 w 2119654"/>
              <a:gd name="connsiteY92917" fmla="*/ 408470 h 2398711"/>
              <a:gd name="connsiteX92918" fmla="*/ 794156 w 2119654"/>
              <a:gd name="connsiteY92918" fmla="*/ 412377 h 2398711"/>
              <a:gd name="connsiteX92919" fmla="*/ 793981 w 2119654"/>
              <a:gd name="connsiteY92919" fmla="*/ 407142 h 2398711"/>
              <a:gd name="connsiteX92920" fmla="*/ 714352 w 2119654"/>
              <a:gd name="connsiteY92920" fmla="*/ 556583 h 2398711"/>
              <a:gd name="connsiteX92921" fmla="*/ 714210 w 2119654"/>
              <a:gd name="connsiteY92921" fmla="*/ 557400 h 2398711"/>
              <a:gd name="connsiteX92922" fmla="*/ 714468 w 2119654"/>
              <a:gd name="connsiteY92922" fmla="*/ 557735 h 2398711"/>
              <a:gd name="connsiteX92923" fmla="*/ 714739 w 2119654"/>
              <a:gd name="connsiteY92923" fmla="*/ 558099 h 2398711"/>
              <a:gd name="connsiteX92924" fmla="*/ 714882 w 2119654"/>
              <a:gd name="connsiteY92924" fmla="*/ 557199 h 2398711"/>
              <a:gd name="connsiteX92925" fmla="*/ 762421 w 2119654"/>
              <a:gd name="connsiteY92925" fmla="*/ 448918 h 2398711"/>
              <a:gd name="connsiteX92926" fmla="*/ 762411 w 2119654"/>
              <a:gd name="connsiteY92926" fmla="*/ 448973 h 2398711"/>
              <a:gd name="connsiteX92927" fmla="*/ 762652 w 2119654"/>
              <a:gd name="connsiteY92927" fmla="*/ 449261 h 2398711"/>
              <a:gd name="connsiteX92928" fmla="*/ 763405 w 2119654"/>
              <a:gd name="connsiteY92928" fmla="*/ 449833 h 2398711"/>
              <a:gd name="connsiteX92929" fmla="*/ 297557 w 2119654"/>
              <a:gd name="connsiteY92929" fmla="*/ 1489693 h 2398711"/>
              <a:gd name="connsiteX92930" fmla="*/ 298656 w 2119654"/>
              <a:gd name="connsiteY92930" fmla="*/ 1491606 h 2398711"/>
              <a:gd name="connsiteX92931" fmla="*/ 301806 w 2119654"/>
              <a:gd name="connsiteY92931" fmla="*/ 1496246 h 2398711"/>
              <a:gd name="connsiteX92932" fmla="*/ 302229 w 2119654"/>
              <a:gd name="connsiteY92932" fmla="*/ 1496667 h 2398711"/>
              <a:gd name="connsiteX92933" fmla="*/ 310577 w 2119654"/>
              <a:gd name="connsiteY92933" fmla="*/ 1499123 h 2398711"/>
              <a:gd name="connsiteX92934" fmla="*/ 310263 w 2119654"/>
              <a:gd name="connsiteY92934" fmla="*/ 1498695 h 2398711"/>
              <a:gd name="connsiteX92935" fmla="*/ 309392 w 2119654"/>
              <a:gd name="connsiteY92935" fmla="*/ 1498094 h 2398711"/>
              <a:gd name="connsiteX92936" fmla="*/ 769180 w 2119654"/>
              <a:gd name="connsiteY92936" fmla="*/ 433418 h 2398711"/>
              <a:gd name="connsiteX92937" fmla="*/ 769114 w 2119654"/>
              <a:gd name="connsiteY92937" fmla="*/ 434830 h 2398711"/>
              <a:gd name="connsiteX92938" fmla="*/ 771233 w 2119654"/>
              <a:gd name="connsiteY92938" fmla="*/ 438640 h 2398711"/>
              <a:gd name="connsiteX92939" fmla="*/ 771544 w 2119654"/>
              <a:gd name="connsiteY92939" fmla="*/ 434819 h 2398711"/>
              <a:gd name="connsiteX92940" fmla="*/ 797288 w 2119654"/>
              <a:gd name="connsiteY92940" fmla="*/ 370353 h 2398711"/>
              <a:gd name="connsiteX92941" fmla="*/ 797293 w 2119654"/>
              <a:gd name="connsiteY92941" fmla="*/ 370470 h 2398711"/>
              <a:gd name="connsiteX92942" fmla="*/ 800474 w 2119654"/>
              <a:gd name="connsiteY92942" fmla="*/ 375552 h 2398711"/>
              <a:gd name="connsiteX92943" fmla="*/ 806441 w 2119654"/>
              <a:gd name="connsiteY92943" fmla="*/ 380721 h 2398711"/>
              <a:gd name="connsiteX92944" fmla="*/ 807066 w 2119654"/>
              <a:gd name="connsiteY92944" fmla="*/ 378569 h 2398711"/>
              <a:gd name="connsiteX92945" fmla="*/ 781481 w 2119654"/>
              <a:gd name="connsiteY92945" fmla="*/ 405746 h 2398711"/>
              <a:gd name="connsiteX92946" fmla="*/ 781147 w 2119654"/>
              <a:gd name="connsiteY92946" fmla="*/ 407411 h 2398711"/>
              <a:gd name="connsiteX92947" fmla="*/ 783238 w 2119654"/>
              <a:gd name="connsiteY92947" fmla="*/ 408209 h 2398711"/>
              <a:gd name="connsiteX92948" fmla="*/ 772932 w 2119654"/>
              <a:gd name="connsiteY92948" fmla="*/ 424763 h 2398711"/>
              <a:gd name="connsiteX92949" fmla="*/ 772632 w 2119654"/>
              <a:gd name="connsiteY92949" fmla="*/ 428953 h 2398711"/>
              <a:gd name="connsiteX92950" fmla="*/ 774868 w 2119654"/>
              <a:gd name="connsiteY92950" fmla="*/ 429846 h 2398711"/>
              <a:gd name="connsiteX92951" fmla="*/ 698933 w 2119654"/>
              <a:gd name="connsiteY92951" fmla="*/ 590278 h 2398711"/>
              <a:gd name="connsiteX92952" fmla="*/ 698122 w 2119654"/>
              <a:gd name="connsiteY92952" fmla="*/ 593132 h 2398711"/>
              <a:gd name="connsiteX92953" fmla="*/ 699124 w 2119654"/>
              <a:gd name="connsiteY92953" fmla="*/ 591187 h 2398711"/>
              <a:gd name="connsiteX92954" fmla="*/ 283281 w 2119654"/>
              <a:gd name="connsiteY92954" fmla="*/ 1520786 h 2398711"/>
              <a:gd name="connsiteX92955" fmla="*/ 287906 w 2119654"/>
              <a:gd name="connsiteY92955" fmla="*/ 1525736 h 2398711"/>
              <a:gd name="connsiteX92956" fmla="*/ 285860 w 2119654"/>
              <a:gd name="connsiteY92956" fmla="*/ 1522174 h 2398711"/>
              <a:gd name="connsiteX92957" fmla="*/ 288066 w 2119654"/>
              <a:gd name="connsiteY92957" fmla="*/ 1509832 h 2398711"/>
              <a:gd name="connsiteX92958" fmla="*/ 288866 w 2119654"/>
              <a:gd name="connsiteY92958" fmla="*/ 1511224 h 2398711"/>
              <a:gd name="connsiteX92959" fmla="*/ 291274 w 2119654"/>
              <a:gd name="connsiteY92959" fmla="*/ 1511560 h 2398711"/>
              <a:gd name="connsiteX92960" fmla="*/ 753115 w 2119654"/>
              <a:gd name="connsiteY92960" fmla="*/ 468334 h 2398711"/>
              <a:gd name="connsiteX92961" fmla="*/ 753288 w 2119654"/>
              <a:gd name="connsiteY92961" fmla="*/ 472297 h 2398711"/>
              <a:gd name="connsiteX92962" fmla="*/ 754215 w 2119654"/>
              <a:gd name="connsiteY92962" fmla="*/ 473532 h 2398711"/>
              <a:gd name="connsiteX92963" fmla="*/ 755440 w 2119654"/>
              <a:gd name="connsiteY92963" fmla="*/ 471864 h 2398711"/>
              <a:gd name="connsiteX92964" fmla="*/ 755253 w 2119654"/>
              <a:gd name="connsiteY92964" fmla="*/ 469284 h 2398711"/>
              <a:gd name="connsiteX92965" fmla="*/ 715312 w 2119654"/>
              <a:gd name="connsiteY92965" fmla="*/ 552691 h 2398711"/>
              <a:gd name="connsiteX92966" fmla="*/ 714743 w 2119654"/>
              <a:gd name="connsiteY92966" fmla="*/ 554974 h 2398711"/>
              <a:gd name="connsiteX92967" fmla="*/ 715159 w 2119654"/>
              <a:gd name="connsiteY92967" fmla="*/ 555457 h 2398711"/>
              <a:gd name="connsiteX92968" fmla="*/ 715630 w 2119654"/>
              <a:gd name="connsiteY92968" fmla="*/ 552500 h 2398711"/>
              <a:gd name="connsiteX92969" fmla="*/ 715494 w 2119654"/>
              <a:gd name="connsiteY92969" fmla="*/ 552421 h 2398711"/>
              <a:gd name="connsiteX92970" fmla="*/ 779192 w 2119654"/>
              <a:gd name="connsiteY92970" fmla="*/ 409373 h 2398711"/>
              <a:gd name="connsiteX92971" fmla="*/ 780133 w 2119654"/>
              <a:gd name="connsiteY92971" fmla="*/ 410637 h 2398711"/>
              <a:gd name="connsiteX92972" fmla="*/ 780184 w 2119654"/>
              <a:gd name="connsiteY92972" fmla="*/ 410380 h 2398711"/>
              <a:gd name="connsiteX92973" fmla="*/ 806581 w 2119654"/>
              <a:gd name="connsiteY92973" fmla="*/ 347947 h 2398711"/>
              <a:gd name="connsiteX92974" fmla="*/ 806692 w 2119654"/>
              <a:gd name="connsiteY92974" fmla="*/ 350113 h 2398711"/>
              <a:gd name="connsiteX92975" fmla="*/ 811378 w 2119654"/>
              <a:gd name="connsiteY92975" fmla="*/ 354052 h 2398711"/>
              <a:gd name="connsiteX92976" fmla="*/ 747404 w 2119654"/>
              <a:gd name="connsiteY92976" fmla="*/ 480292 h 2398711"/>
              <a:gd name="connsiteX92977" fmla="*/ 746547 w 2119654"/>
              <a:gd name="connsiteY92977" fmla="*/ 483965 h 2398711"/>
              <a:gd name="connsiteX92978" fmla="*/ 747292 w 2119654"/>
              <a:gd name="connsiteY92978" fmla="*/ 482951 h 2398711"/>
              <a:gd name="connsiteX92979" fmla="*/ 266686 w 2119654"/>
              <a:gd name="connsiteY92979" fmla="*/ 1556698 h 2398711"/>
              <a:gd name="connsiteX92980" fmla="*/ 268642 w 2119654"/>
              <a:gd name="connsiteY92980" fmla="*/ 1557215 h 2398711"/>
              <a:gd name="connsiteX92981" fmla="*/ 267632 w 2119654"/>
              <a:gd name="connsiteY92981" fmla="*/ 1555686 h 2398711"/>
              <a:gd name="connsiteX92982" fmla="*/ 763112 w 2119654"/>
              <a:gd name="connsiteY92982" fmla="*/ 445096 h 2398711"/>
              <a:gd name="connsiteX92983" fmla="*/ 762964 w 2119654"/>
              <a:gd name="connsiteY92983" fmla="*/ 445913 h 2398711"/>
              <a:gd name="connsiteX92984" fmla="*/ 765621 w 2119654"/>
              <a:gd name="connsiteY92984" fmla="*/ 448041 h 2398711"/>
              <a:gd name="connsiteX92985" fmla="*/ 731856 w 2119654"/>
              <a:gd name="connsiteY92985" fmla="*/ 514909 h 2398711"/>
              <a:gd name="connsiteX92986" fmla="*/ 732330 w 2119654"/>
              <a:gd name="connsiteY92986" fmla="*/ 516656 h 2398711"/>
              <a:gd name="connsiteX92987" fmla="*/ 732848 w 2119654"/>
              <a:gd name="connsiteY92987" fmla="*/ 517238 h 2398711"/>
              <a:gd name="connsiteX92988" fmla="*/ 733521 w 2119654"/>
              <a:gd name="connsiteY92988" fmla="*/ 517432 h 2398711"/>
              <a:gd name="connsiteX92989" fmla="*/ 733426 w 2119654"/>
              <a:gd name="connsiteY92989" fmla="*/ 516367 h 2398711"/>
              <a:gd name="connsiteX92990" fmla="*/ 749630 w 2119654"/>
              <a:gd name="connsiteY92990" fmla="*/ 475050 h 2398711"/>
              <a:gd name="connsiteX92991" fmla="*/ 749584 w 2119654"/>
              <a:gd name="connsiteY92991" fmla="*/ 476152 h 2398711"/>
              <a:gd name="connsiteX92992" fmla="*/ 749843 w 2119654"/>
              <a:gd name="connsiteY92992" fmla="*/ 479480 h 2398711"/>
              <a:gd name="connsiteX92993" fmla="*/ 751315 w 2119654"/>
              <a:gd name="connsiteY92993" fmla="*/ 477476 h 2398711"/>
              <a:gd name="connsiteX92994" fmla="*/ 317157 w 2119654"/>
              <a:gd name="connsiteY92994" fmla="*/ 1443337 h 2398711"/>
              <a:gd name="connsiteX92995" fmla="*/ 319585 w 2119654"/>
              <a:gd name="connsiteY92995" fmla="*/ 1447007 h 2398711"/>
              <a:gd name="connsiteX92996" fmla="*/ 319653 w 2119654"/>
              <a:gd name="connsiteY92996" fmla="*/ 1447030 h 2398711"/>
              <a:gd name="connsiteX92997" fmla="*/ 319065 w 2119654"/>
              <a:gd name="connsiteY92997" fmla="*/ 1445378 h 2398711"/>
              <a:gd name="connsiteX92998" fmla="*/ 737279 w 2119654"/>
              <a:gd name="connsiteY92998" fmla="*/ 502531 h 2398711"/>
              <a:gd name="connsiteX92999" fmla="*/ 739305 w 2119654"/>
              <a:gd name="connsiteY92999" fmla="*/ 512794 h 2398711"/>
              <a:gd name="connsiteX93000" fmla="*/ 739319 w 2119654"/>
              <a:gd name="connsiteY93000" fmla="*/ 512833 h 2398711"/>
              <a:gd name="connsiteX93001" fmla="*/ 740617 w 2119654"/>
              <a:gd name="connsiteY93001" fmla="*/ 507200 h 2398711"/>
              <a:gd name="connsiteX93002" fmla="*/ 737645 w 2119654"/>
              <a:gd name="connsiteY93002" fmla="*/ 502798 h 2398711"/>
              <a:gd name="connsiteX93003" fmla="*/ 757139 w 2119654"/>
              <a:gd name="connsiteY93003" fmla="*/ 457954 h 2398711"/>
              <a:gd name="connsiteX93004" fmla="*/ 757143 w 2119654"/>
              <a:gd name="connsiteY93004" fmla="*/ 458017 h 2398711"/>
              <a:gd name="connsiteX93005" fmla="*/ 757143 w 2119654"/>
              <a:gd name="connsiteY93005" fmla="*/ 457960 h 2398711"/>
              <a:gd name="connsiteX93006" fmla="*/ 712055 w 2119654"/>
              <a:gd name="connsiteY93006" fmla="*/ 558815 h 2398711"/>
              <a:gd name="connsiteX93007" fmla="*/ 711937 w 2119654"/>
              <a:gd name="connsiteY93007" fmla="*/ 559755 h 2398711"/>
              <a:gd name="connsiteX93008" fmla="*/ 712066 w 2119654"/>
              <a:gd name="connsiteY93008" fmla="*/ 560597 h 2398711"/>
              <a:gd name="connsiteX93009" fmla="*/ 712148 w 2119654"/>
              <a:gd name="connsiteY93009" fmla="*/ 560644 h 2398711"/>
              <a:gd name="connsiteX93010" fmla="*/ 712307 w 2119654"/>
              <a:gd name="connsiteY93010" fmla="*/ 560008 h 2398711"/>
              <a:gd name="connsiteX93011" fmla="*/ 712318 w 2119654"/>
              <a:gd name="connsiteY93011" fmla="*/ 558062 h 2398711"/>
              <a:gd name="connsiteX93012" fmla="*/ 712534 w 2119654"/>
              <a:gd name="connsiteY93012" fmla="*/ 559099 h 2398711"/>
              <a:gd name="connsiteX93013" fmla="*/ 712748 w 2119654"/>
              <a:gd name="connsiteY93013" fmla="*/ 558240 h 2398711"/>
              <a:gd name="connsiteX93014" fmla="*/ 749665 w 2119654"/>
              <a:gd name="connsiteY93014" fmla="*/ 474212 h 2398711"/>
              <a:gd name="connsiteX93015" fmla="*/ 749646 w 2119654"/>
              <a:gd name="connsiteY93015" fmla="*/ 474672 h 2398711"/>
              <a:gd name="connsiteX93016" fmla="*/ 751459 w 2119654"/>
              <a:gd name="connsiteY93016" fmla="*/ 477282 h 2398711"/>
              <a:gd name="connsiteX93017" fmla="*/ 751548 w 2119654"/>
              <a:gd name="connsiteY93017" fmla="*/ 477160 h 2398711"/>
              <a:gd name="connsiteX93018" fmla="*/ 713220 w 2119654"/>
              <a:gd name="connsiteY93018" fmla="*/ 555801 h 2398711"/>
              <a:gd name="connsiteX93019" fmla="*/ 713352 w 2119654"/>
              <a:gd name="connsiteY93019" fmla="*/ 555820 h 2398711"/>
              <a:gd name="connsiteX93020" fmla="*/ 713428 w 2119654"/>
              <a:gd name="connsiteY93020" fmla="*/ 555514 h 2398711"/>
              <a:gd name="connsiteX93021" fmla="*/ 713420 w 2119654"/>
              <a:gd name="connsiteY93021" fmla="*/ 555503 h 2398711"/>
              <a:gd name="connsiteX93022" fmla="*/ 758280 w 2119654"/>
              <a:gd name="connsiteY93022" fmla="*/ 454816 h 2398711"/>
              <a:gd name="connsiteX93023" fmla="*/ 758485 w 2119654"/>
              <a:gd name="connsiteY93023" fmla="*/ 457634 h 2398711"/>
              <a:gd name="connsiteX93024" fmla="*/ 759542 w 2119654"/>
              <a:gd name="connsiteY93024" fmla="*/ 459042 h 2398711"/>
              <a:gd name="connsiteX93025" fmla="*/ 759911 w 2119654"/>
              <a:gd name="connsiteY93025" fmla="*/ 457002 h 2398711"/>
              <a:gd name="connsiteX93026" fmla="*/ 797197 w 2119654"/>
              <a:gd name="connsiteY93026" fmla="*/ 367605 h 2398711"/>
              <a:gd name="connsiteX93027" fmla="*/ 797277 w 2119654"/>
              <a:gd name="connsiteY93027" fmla="*/ 369994 h 2398711"/>
              <a:gd name="connsiteX93028" fmla="*/ 807147 w 2119654"/>
              <a:gd name="connsiteY93028" fmla="*/ 378291 h 2398711"/>
              <a:gd name="connsiteX93029" fmla="*/ 807283 w 2119654"/>
              <a:gd name="connsiteY93029" fmla="*/ 377822 h 2398711"/>
              <a:gd name="connsiteX93030" fmla="*/ 807263 w 2119654"/>
              <a:gd name="connsiteY93030" fmla="*/ 377423 h 2398711"/>
              <a:gd name="connsiteX93031" fmla="*/ 834356 w 2119654"/>
              <a:gd name="connsiteY93031" fmla="*/ 284364 h 2398711"/>
              <a:gd name="connsiteX93032" fmla="*/ 829007 w 2119654"/>
              <a:gd name="connsiteY93032" fmla="*/ 307135 h 2398711"/>
              <a:gd name="connsiteX93033" fmla="*/ 829340 w 2119654"/>
              <a:gd name="connsiteY93033" fmla="*/ 307621 h 2398711"/>
              <a:gd name="connsiteX93034" fmla="*/ 830937 w 2119654"/>
              <a:gd name="connsiteY93034" fmla="*/ 309198 h 2398711"/>
              <a:gd name="connsiteX93035" fmla="*/ 831293 w 2119654"/>
              <a:gd name="connsiteY93035" fmla="*/ 306364 h 2398711"/>
              <a:gd name="connsiteX93036" fmla="*/ 741708 w 2119654"/>
              <a:gd name="connsiteY93036" fmla="*/ 491808 h 2398711"/>
              <a:gd name="connsiteX93037" fmla="*/ 743154 w 2119654"/>
              <a:gd name="connsiteY93037" fmla="*/ 493322 h 2398711"/>
              <a:gd name="connsiteX93038" fmla="*/ 742668 w 2119654"/>
              <a:gd name="connsiteY93038" fmla="*/ 492037 h 2398711"/>
              <a:gd name="connsiteX93039" fmla="*/ 742120 w 2119654"/>
              <a:gd name="connsiteY93039" fmla="*/ 491248 h 2398711"/>
              <a:gd name="connsiteX93040" fmla="*/ 292800 w 2119654"/>
              <a:gd name="connsiteY93040" fmla="*/ 1496773 h 2398711"/>
              <a:gd name="connsiteX93041" fmla="*/ 296678 w 2119654"/>
              <a:gd name="connsiteY93041" fmla="*/ 1500233 h 2398711"/>
              <a:gd name="connsiteX93042" fmla="*/ 295966 w 2119654"/>
              <a:gd name="connsiteY93042" fmla="*/ 1498994 h 2398711"/>
              <a:gd name="connsiteX93043" fmla="*/ 326230 w 2119654"/>
              <a:gd name="connsiteY93043" fmla="*/ 1421686 h 2398711"/>
              <a:gd name="connsiteX93044" fmla="*/ 326477 w 2119654"/>
              <a:gd name="connsiteY93044" fmla="*/ 1422409 h 2398711"/>
              <a:gd name="connsiteX93045" fmla="*/ 326485 w 2119654"/>
              <a:gd name="connsiteY93045" fmla="*/ 1422419 h 2398711"/>
              <a:gd name="connsiteX93046" fmla="*/ 328573 w 2119654"/>
              <a:gd name="connsiteY93046" fmla="*/ 1423249 h 2398711"/>
              <a:gd name="connsiteX93047" fmla="*/ 767909 w 2119654"/>
              <a:gd name="connsiteY93047" fmla="*/ 432665 h 2398711"/>
              <a:gd name="connsiteX93048" fmla="*/ 768754 w 2119654"/>
              <a:gd name="connsiteY93048" fmla="*/ 434186 h 2398711"/>
              <a:gd name="connsiteX93049" fmla="*/ 768802 w 2119654"/>
              <a:gd name="connsiteY93049" fmla="*/ 433195 h 2398711"/>
              <a:gd name="connsiteX93050" fmla="*/ 712253 w 2119654"/>
              <a:gd name="connsiteY93050" fmla="*/ 557240 h 2398711"/>
              <a:gd name="connsiteX93051" fmla="*/ 712213 w 2119654"/>
              <a:gd name="connsiteY93051" fmla="*/ 557559 h 2398711"/>
              <a:gd name="connsiteX93052" fmla="*/ 712241 w 2119654"/>
              <a:gd name="connsiteY93052" fmla="*/ 557693 h 2398711"/>
              <a:gd name="connsiteX93053" fmla="*/ 712827 w 2119654"/>
              <a:gd name="connsiteY93053" fmla="*/ 557926 h 2398711"/>
              <a:gd name="connsiteX93054" fmla="*/ 713098 w 2119654"/>
              <a:gd name="connsiteY93054" fmla="*/ 556838 h 2398711"/>
              <a:gd name="connsiteX93055" fmla="*/ 712796 w 2119654"/>
              <a:gd name="connsiteY93055" fmla="*/ 556433 h 2398711"/>
              <a:gd name="connsiteX93056" fmla="*/ 775641 w 2119654"/>
              <a:gd name="connsiteY93056" fmla="*/ 415147 h 2398711"/>
              <a:gd name="connsiteX93057" fmla="*/ 776323 w 2119654"/>
              <a:gd name="connsiteY93057" fmla="*/ 416323 h 2398711"/>
              <a:gd name="connsiteX93058" fmla="*/ 777470 w 2119654"/>
              <a:gd name="connsiteY93058" fmla="*/ 416782 h 2398711"/>
              <a:gd name="connsiteX93059" fmla="*/ 332702 w 2119654"/>
              <a:gd name="connsiteY93059" fmla="*/ 1406501 h 2398711"/>
              <a:gd name="connsiteX93060" fmla="*/ 333025 w 2119654"/>
              <a:gd name="connsiteY93060" fmla="*/ 1407133 h 2398711"/>
              <a:gd name="connsiteX93061" fmla="*/ 336016 w 2119654"/>
              <a:gd name="connsiteY93061" fmla="*/ 1410787 h 2398711"/>
              <a:gd name="connsiteX93062" fmla="*/ 335847 w 2119654"/>
              <a:gd name="connsiteY93062" fmla="*/ 1409311 h 2398711"/>
              <a:gd name="connsiteX93063" fmla="*/ 334183 w 2119654"/>
              <a:gd name="connsiteY93063" fmla="*/ 1407555 h 2398711"/>
              <a:gd name="connsiteX93064" fmla="*/ 769422 w 2119654"/>
              <a:gd name="connsiteY93064" fmla="*/ 428334 h 2398711"/>
              <a:gd name="connsiteX93065" fmla="*/ 769188 w 2119654"/>
              <a:gd name="connsiteY93065" fmla="*/ 433265 h 2398711"/>
              <a:gd name="connsiteX93066" fmla="*/ 771554 w 2119654"/>
              <a:gd name="connsiteY93066" fmla="*/ 434698 h 2398711"/>
              <a:gd name="connsiteX93067" fmla="*/ 771988 w 2119654"/>
              <a:gd name="connsiteY93067" fmla="*/ 429359 h 2398711"/>
              <a:gd name="connsiteX93068" fmla="*/ 293281 w 2119654"/>
              <a:gd name="connsiteY93068" fmla="*/ 1494378 h 2398711"/>
              <a:gd name="connsiteX93069" fmla="*/ 293396 w 2119654"/>
              <a:gd name="connsiteY93069" fmla="*/ 1494519 h 2398711"/>
              <a:gd name="connsiteX93070" fmla="*/ 293321 w 2119654"/>
              <a:gd name="connsiteY93070" fmla="*/ 1494390 h 2398711"/>
              <a:gd name="connsiteX93071" fmla="*/ 739865 w 2119654"/>
              <a:gd name="connsiteY93071" fmla="*/ 494312 h 2398711"/>
              <a:gd name="connsiteX93072" fmla="*/ 740598 w 2119654"/>
              <a:gd name="connsiteY93072" fmla="*/ 494670 h 2398711"/>
              <a:gd name="connsiteX93073" fmla="*/ 740168 w 2119654"/>
              <a:gd name="connsiteY93073" fmla="*/ 494109 h 2398711"/>
              <a:gd name="connsiteX93074" fmla="*/ 740083 w 2119654"/>
              <a:gd name="connsiteY93074" fmla="*/ 494020 h 2398711"/>
              <a:gd name="connsiteX93075" fmla="*/ 736942 w 2119654"/>
              <a:gd name="connsiteY93075" fmla="*/ 500825 h 2398711"/>
              <a:gd name="connsiteX93076" fmla="*/ 736950 w 2119654"/>
              <a:gd name="connsiteY93076" fmla="*/ 500865 h 2398711"/>
              <a:gd name="connsiteX93077" fmla="*/ 737519 w 2119654"/>
              <a:gd name="connsiteY93077" fmla="*/ 501683 h 2398711"/>
              <a:gd name="connsiteX93078" fmla="*/ 741260 w 2119654"/>
              <a:gd name="connsiteY93078" fmla="*/ 504407 h 2398711"/>
              <a:gd name="connsiteX93079" fmla="*/ 741325 w 2119654"/>
              <a:gd name="connsiteY93079" fmla="*/ 504127 h 2398711"/>
              <a:gd name="connsiteX93080" fmla="*/ 749762 w 2119654"/>
              <a:gd name="connsiteY93080" fmla="*/ 471905 h 2398711"/>
              <a:gd name="connsiteX93081" fmla="*/ 749756 w 2119654"/>
              <a:gd name="connsiteY93081" fmla="*/ 472032 h 2398711"/>
              <a:gd name="connsiteX93082" fmla="*/ 752558 w 2119654"/>
              <a:gd name="connsiteY93082" fmla="*/ 475785 h 2398711"/>
              <a:gd name="connsiteX93083" fmla="*/ 753021 w 2119654"/>
              <a:gd name="connsiteY93083" fmla="*/ 475155 h 2398711"/>
              <a:gd name="connsiteX93084" fmla="*/ 752963 w 2119654"/>
              <a:gd name="connsiteY93084" fmla="*/ 473815 h 2398711"/>
              <a:gd name="connsiteX93085" fmla="*/ 311067 w 2119654"/>
              <a:gd name="connsiteY93085" fmla="*/ 1453716 h 2398711"/>
              <a:gd name="connsiteX93086" fmla="*/ 318690 w 2119654"/>
              <a:gd name="connsiteY93086" fmla="*/ 1458640 h 2398711"/>
              <a:gd name="connsiteX93087" fmla="*/ 316454 w 2119654"/>
              <a:gd name="connsiteY93087" fmla="*/ 1456168 h 2398711"/>
              <a:gd name="connsiteX93088" fmla="*/ 783440 w 2119654"/>
              <a:gd name="connsiteY93088" fmla="*/ 395978 h 2398711"/>
              <a:gd name="connsiteX93089" fmla="*/ 781528 w 2119654"/>
              <a:gd name="connsiteY93089" fmla="*/ 405513 h 2398711"/>
              <a:gd name="connsiteX93090" fmla="*/ 783367 w 2119654"/>
              <a:gd name="connsiteY93090" fmla="*/ 408090 h 2398711"/>
              <a:gd name="connsiteX93091" fmla="*/ 785003 w 2119654"/>
              <a:gd name="connsiteY93091" fmla="*/ 397635 h 2398711"/>
              <a:gd name="connsiteX93092" fmla="*/ 281410 w 2119654"/>
              <a:gd name="connsiteY93092" fmla="*/ 1519780 h 2398711"/>
              <a:gd name="connsiteX93093" fmla="*/ 285322 w 2119654"/>
              <a:gd name="connsiteY93093" fmla="*/ 1523868 h 2398711"/>
              <a:gd name="connsiteX93094" fmla="*/ 281594 w 2119654"/>
              <a:gd name="connsiteY93094" fmla="*/ 1519879 h 2398711"/>
              <a:gd name="connsiteX93095" fmla="*/ 738414 w 2119654"/>
              <a:gd name="connsiteY93095" fmla="*/ 496289 h 2398711"/>
              <a:gd name="connsiteX93096" fmla="*/ 741903 w 2119654"/>
              <a:gd name="connsiteY93096" fmla="*/ 501271 h 2398711"/>
              <a:gd name="connsiteX93097" fmla="*/ 741967 w 2119654"/>
              <a:gd name="connsiteY93097" fmla="*/ 501339 h 2398711"/>
              <a:gd name="connsiteX93098" fmla="*/ 742800 w 2119654"/>
              <a:gd name="connsiteY93098" fmla="*/ 497726 h 2398711"/>
              <a:gd name="connsiteX93099" fmla="*/ 738900 w 2119654"/>
              <a:gd name="connsiteY93099" fmla="*/ 495627 h 2398711"/>
              <a:gd name="connsiteX93100" fmla="*/ 786798 w 2119654"/>
              <a:gd name="connsiteY93100" fmla="*/ 387890 h 2398711"/>
              <a:gd name="connsiteX93101" fmla="*/ 785305 w 2119654"/>
              <a:gd name="connsiteY93101" fmla="*/ 397430 h 2398711"/>
              <a:gd name="connsiteX93102" fmla="*/ 793963 w 2119654"/>
              <a:gd name="connsiteY93102" fmla="*/ 406599 h 2398711"/>
              <a:gd name="connsiteX93103" fmla="*/ 793624 w 2119654"/>
              <a:gd name="connsiteY93103" fmla="*/ 396433 h 2398711"/>
              <a:gd name="connsiteX93104" fmla="*/ 761311 w 2119654"/>
              <a:gd name="connsiteY93104" fmla="*/ 444588 h 2398711"/>
              <a:gd name="connsiteX93105" fmla="*/ 762052 w 2119654"/>
              <a:gd name="connsiteY93105" fmla="*/ 445182 h 2398711"/>
              <a:gd name="connsiteX93106" fmla="*/ 762251 w 2119654"/>
              <a:gd name="connsiteY93106" fmla="*/ 444085 h 2398711"/>
              <a:gd name="connsiteX93107" fmla="*/ 761838 w 2119654"/>
              <a:gd name="connsiteY93107" fmla="*/ 443599 h 2398711"/>
              <a:gd name="connsiteX93108" fmla="*/ 737862 w 2119654"/>
              <a:gd name="connsiteY93108" fmla="*/ 497041 h 2398711"/>
              <a:gd name="connsiteX93109" fmla="*/ 738312 w 2119654"/>
              <a:gd name="connsiteY93109" fmla="*/ 497513 h 2398711"/>
              <a:gd name="connsiteX93110" fmla="*/ 737923 w 2119654"/>
              <a:gd name="connsiteY93110" fmla="*/ 496957 h 2398711"/>
              <a:gd name="connsiteX93111" fmla="*/ 758093 w 2119654"/>
              <a:gd name="connsiteY93111" fmla="*/ 451737 h 2398711"/>
              <a:gd name="connsiteX93112" fmla="*/ 758093 w 2119654"/>
              <a:gd name="connsiteY93112" fmla="*/ 452237 h 2398711"/>
              <a:gd name="connsiteX93113" fmla="*/ 758211 w 2119654"/>
              <a:gd name="connsiteY93113" fmla="*/ 453858 h 2398711"/>
              <a:gd name="connsiteX93114" fmla="*/ 759223 w 2119654"/>
              <a:gd name="connsiteY93114" fmla="*/ 455108 h 2398711"/>
              <a:gd name="connsiteX93115" fmla="*/ 760053 w 2119654"/>
              <a:gd name="connsiteY93115" fmla="*/ 456220 h 2398711"/>
              <a:gd name="connsiteX93116" fmla="*/ 760594 w 2119654"/>
              <a:gd name="connsiteY93116" fmla="*/ 453229 h 2398711"/>
              <a:gd name="connsiteX93117" fmla="*/ 329576 w 2119654"/>
              <a:gd name="connsiteY93117" fmla="*/ 1410976 h 2398711"/>
              <a:gd name="connsiteX93118" fmla="*/ 329925 w 2119654"/>
              <a:gd name="connsiteY93118" fmla="*/ 1411586 h 2398711"/>
              <a:gd name="connsiteX93119" fmla="*/ 330055 w 2119654"/>
              <a:gd name="connsiteY93119" fmla="*/ 1411761 h 2398711"/>
              <a:gd name="connsiteX93120" fmla="*/ 330301 w 2119654"/>
              <a:gd name="connsiteY93120" fmla="*/ 1411820 h 2398711"/>
              <a:gd name="connsiteX93121" fmla="*/ 759925 w 2119654"/>
              <a:gd name="connsiteY93121" fmla="*/ 447185 h 2398711"/>
              <a:gd name="connsiteX93122" fmla="*/ 761475 w 2119654"/>
              <a:gd name="connsiteY93122" fmla="*/ 448365 h 2398711"/>
              <a:gd name="connsiteX93123" fmla="*/ 761481 w 2119654"/>
              <a:gd name="connsiteY93123" fmla="*/ 448337 h 2398711"/>
              <a:gd name="connsiteX93124" fmla="*/ 760354 w 2119654"/>
              <a:gd name="connsiteY93124" fmla="*/ 446998 h 2398711"/>
              <a:gd name="connsiteX93125" fmla="*/ 760134 w 2119654"/>
              <a:gd name="connsiteY93125" fmla="*/ 446794 h 2398711"/>
              <a:gd name="connsiteX93126" fmla="*/ 749961 w 2119654"/>
              <a:gd name="connsiteY93126" fmla="*/ 469439 h 2398711"/>
              <a:gd name="connsiteX93127" fmla="*/ 749846 w 2119654"/>
              <a:gd name="connsiteY93127" fmla="*/ 469908 h 2398711"/>
              <a:gd name="connsiteX93128" fmla="*/ 749791 w 2119654"/>
              <a:gd name="connsiteY93128" fmla="*/ 471206 h 2398711"/>
              <a:gd name="connsiteX93129" fmla="*/ 752497 w 2119654"/>
              <a:gd name="connsiteY93129" fmla="*/ 472819 h 2398711"/>
              <a:gd name="connsiteX93130" fmla="*/ 752873 w 2119654"/>
              <a:gd name="connsiteY93130" fmla="*/ 462771 h 2398711"/>
              <a:gd name="connsiteX93131" fmla="*/ 753074 w 2119654"/>
              <a:gd name="connsiteY93131" fmla="*/ 467382 h 2398711"/>
              <a:gd name="connsiteX93132" fmla="*/ 755183 w 2119654"/>
              <a:gd name="connsiteY93132" fmla="*/ 468318 h 2398711"/>
              <a:gd name="connsiteX93133" fmla="*/ 754883 w 2119654"/>
              <a:gd name="connsiteY93133" fmla="*/ 464191 h 2398711"/>
              <a:gd name="connsiteX93134" fmla="*/ 758094 w 2119654"/>
              <a:gd name="connsiteY93134" fmla="*/ 450619 h 2398711"/>
              <a:gd name="connsiteX93135" fmla="*/ 758094 w 2119654"/>
              <a:gd name="connsiteY93135" fmla="*/ 450777 h 2398711"/>
              <a:gd name="connsiteX93136" fmla="*/ 760752 w 2119654"/>
              <a:gd name="connsiteY93136" fmla="*/ 452361 h 2398711"/>
              <a:gd name="connsiteX93137" fmla="*/ 760926 w 2119654"/>
              <a:gd name="connsiteY93137" fmla="*/ 451395 h 2398711"/>
              <a:gd name="connsiteX93138" fmla="*/ 760435 w 2119654"/>
              <a:gd name="connsiteY93138" fmla="*/ 450968 h 2398711"/>
              <a:gd name="connsiteX93139" fmla="*/ 758637 w 2119654"/>
              <a:gd name="connsiteY93139" fmla="*/ 449601 h 2398711"/>
              <a:gd name="connsiteX93140" fmla="*/ 736548 w 2119654"/>
              <a:gd name="connsiteY93140" fmla="*/ 498828 h 2398711"/>
              <a:gd name="connsiteX93141" fmla="*/ 736681 w 2119654"/>
              <a:gd name="connsiteY93141" fmla="*/ 499503 h 2398711"/>
              <a:gd name="connsiteX93142" fmla="*/ 739337 w 2119654"/>
              <a:gd name="connsiteY93142" fmla="*/ 501504 h 2398711"/>
              <a:gd name="connsiteX93143" fmla="*/ 736649 w 2119654"/>
              <a:gd name="connsiteY93143" fmla="*/ 498690 h 2398711"/>
              <a:gd name="connsiteX93144" fmla="*/ 277368 w 2119654"/>
              <a:gd name="connsiteY93144" fmla="*/ 1527007 h 2398711"/>
              <a:gd name="connsiteX93145" fmla="*/ 284712 w 2119654"/>
              <a:gd name="connsiteY93145" fmla="*/ 1533560 h 2398711"/>
              <a:gd name="connsiteX93146" fmla="*/ 283785 w 2119654"/>
              <a:gd name="connsiteY93146" fmla="*/ 1532376 h 2398711"/>
              <a:gd name="connsiteX93147" fmla="*/ 280107 w 2119654"/>
              <a:gd name="connsiteY93147" fmla="*/ 1528427 h 2398711"/>
              <a:gd name="connsiteX93148" fmla="*/ 277977 w 2119654"/>
              <a:gd name="connsiteY93148" fmla="*/ 1527376 h 2398711"/>
              <a:gd name="connsiteX93149" fmla="*/ 277389 w 2119654"/>
              <a:gd name="connsiteY93149" fmla="*/ 1527015 h 2398711"/>
              <a:gd name="connsiteX93150" fmla="*/ 806307 w 2119654"/>
              <a:gd name="connsiteY93150" fmla="*/ 342578 h 2398711"/>
              <a:gd name="connsiteX93151" fmla="*/ 806444 w 2119654"/>
              <a:gd name="connsiteY93151" fmla="*/ 345265 h 2398711"/>
              <a:gd name="connsiteX93152" fmla="*/ 813960 w 2119654"/>
              <a:gd name="connsiteY93152" fmla="*/ 354830 h 2398711"/>
              <a:gd name="connsiteX93153" fmla="*/ 814199 w 2119654"/>
              <a:gd name="connsiteY93153" fmla="*/ 354009 h 2398711"/>
              <a:gd name="connsiteX93154" fmla="*/ 815123 w 2119654"/>
              <a:gd name="connsiteY93154" fmla="*/ 350981 h 2398711"/>
              <a:gd name="connsiteX93155" fmla="*/ 814628 w 2119654"/>
              <a:gd name="connsiteY93155" fmla="*/ 350093 h 2398711"/>
              <a:gd name="connsiteX93156" fmla="*/ 757101 w 2119654"/>
              <a:gd name="connsiteY93156" fmla="*/ 452490 h 2398711"/>
              <a:gd name="connsiteX93157" fmla="*/ 757147 w 2119654"/>
              <a:gd name="connsiteY93157" fmla="*/ 452546 h 2398711"/>
              <a:gd name="connsiteX93158" fmla="*/ 757147 w 2119654"/>
              <a:gd name="connsiteY93158" fmla="*/ 452401 h 2398711"/>
              <a:gd name="connsiteX93159" fmla="*/ 282020 w 2119654"/>
              <a:gd name="connsiteY93159" fmla="*/ 1516273 h 2398711"/>
              <a:gd name="connsiteX93160" fmla="*/ 282789 w 2119654"/>
              <a:gd name="connsiteY93160" fmla="*/ 1516827 h 2398711"/>
              <a:gd name="connsiteX93161" fmla="*/ 282547 w 2119654"/>
              <a:gd name="connsiteY93161" fmla="*/ 1516405 h 2398711"/>
              <a:gd name="connsiteX93162" fmla="*/ 750512 w 2119654"/>
              <a:gd name="connsiteY93162" fmla="*/ 467177 h 2398711"/>
              <a:gd name="connsiteX93163" fmla="*/ 750251 w 2119654"/>
              <a:gd name="connsiteY93163" fmla="*/ 468250 h 2398711"/>
              <a:gd name="connsiteX93164" fmla="*/ 752873 w 2119654"/>
              <a:gd name="connsiteY93164" fmla="*/ 471744 h 2398711"/>
              <a:gd name="connsiteX93165" fmla="*/ 752716 w 2119654"/>
              <a:gd name="connsiteY93165" fmla="*/ 468156 h 2398711"/>
              <a:gd name="connsiteX93166" fmla="*/ 756787 w 2119654"/>
              <a:gd name="connsiteY93166" fmla="*/ 453098 h 2398711"/>
              <a:gd name="connsiteX93167" fmla="*/ 756970 w 2119654"/>
              <a:gd name="connsiteY93167" fmla="*/ 455616 h 2398711"/>
              <a:gd name="connsiteX93168" fmla="*/ 757145 w 2119654"/>
              <a:gd name="connsiteY93168" fmla="*/ 455848 h 2398711"/>
              <a:gd name="connsiteX93169" fmla="*/ 757147 w 2119654"/>
              <a:gd name="connsiteY93169" fmla="*/ 453297 h 2398711"/>
              <a:gd name="connsiteX93170" fmla="*/ 756873 w 2119654"/>
              <a:gd name="connsiteY93170" fmla="*/ 452931 h 2398711"/>
              <a:gd name="connsiteX93171" fmla="*/ 692958 w 2119654"/>
              <a:gd name="connsiteY93171" fmla="*/ 595965 h 2398711"/>
              <a:gd name="connsiteX93172" fmla="*/ 692921 w 2119654"/>
              <a:gd name="connsiteY93172" fmla="*/ 596385 h 2398711"/>
              <a:gd name="connsiteX93173" fmla="*/ 693327 w 2119654"/>
              <a:gd name="connsiteY93173" fmla="*/ 596135 h 2398711"/>
              <a:gd name="connsiteX93174" fmla="*/ 713037 w 2119654"/>
              <a:gd name="connsiteY93174" fmla="*/ 550995 h 2398711"/>
              <a:gd name="connsiteX93175" fmla="*/ 712854 w 2119654"/>
              <a:gd name="connsiteY93175" fmla="*/ 552446 h 2398711"/>
              <a:gd name="connsiteX93176" fmla="*/ 713607 w 2119654"/>
              <a:gd name="connsiteY93176" fmla="*/ 551326 h 2398711"/>
              <a:gd name="connsiteX93177" fmla="*/ 756764 w 2119654"/>
              <a:gd name="connsiteY93177" fmla="*/ 452785 h 2398711"/>
              <a:gd name="connsiteX93178" fmla="*/ 756765 w 2119654"/>
              <a:gd name="connsiteY93178" fmla="*/ 452802 h 2398711"/>
              <a:gd name="connsiteX93179" fmla="*/ 756770 w 2119654"/>
              <a:gd name="connsiteY93179" fmla="*/ 452793 h 2398711"/>
              <a:gd name="connsiteX93180" fmla="*/ 295379 w 2119654"/>
              <a:gd name="connsiteY93180" fmla="*/ 1485903 h 2398711"/>
              <a:gd name="connsiteX93181" fmla="*/ 297443 w 2119654"/>
              <a:gd name="connsiteY93181" fmla="*/ 1489496 h 2398711"/>
              <a:gd name="connsiteX93182" fmla="*/ 302382 w 2119654"/>
              <a:gd name="connsiteY93182" fmla="*/ 1493001 h 2398711"/>
              <a:gd name="connsiteX93183" fmla="*/ 309743 w 2119654"/>
              <a:gd name="connsiteY93183" fmla="*/ 1497986 h 2398711"/>
              <a:gd name="connsiteX93184" fmla="*/ 306475 w 2119654"/>
              <a:gd name="connsiteY93184" fmla="*/ 1493529 h 2398711"/>
              <a:gd name="connsiteX93185" fmla="*/ 306486 w 2119654"/>
              <a:gd name="connsiteY93185" fmla="*/ 1493209 h 2398711"/>
              <a:gd name="connsiteX93186" fmla="*/ 310233 w 2119654"/>
              <a:gd name="connsiteY93186" fmla="*/ 1498318 h 2398711"/>
              <a:gd name="connsiteX93187" fmla="*/ 312072 w 2119654"/>
              <a:gd name="connsiteY93187" fmla="*/ 1499563 h 2398711"/>
              <a:gd name="connsiteX93188" fmla="*/ 317482 w 2119654"/>
              <a:gd name="connsiteY93188" fmla="*/ 1501155 h 2398711"/>
              <a:gd name="connsiteX93189" fmla="*/ 317762 w 2119654"/>
              <a:gd name="connsiteY93189" fmla="*/ 1500117 h 2398711"/>
              <a:gd name="connsiteX93190" fmla="*/ 316509 w 2119654"/>
              <a:gd name="connsiteY93190" fmla="*/ 1498237 h 2398711"/>
              <a:gd name="connsiteX93191" fmla="*/ 311796 w 2119654"/>
              <a:gd name="connsiteY93191" fmla="*/ 1493243 h 2398711"/>
              <a:gd name="connsiteX93192" fmla="*/ 306741 w 2119654"/>
              <a:gd name="connsiteY93192" fmla="*/ 1489410 h 2398711"/>
              <a:gd name="connsiteX93193" fmla="*/ 698301 w 2119654"/>
              <a:gd name="connsiteY93193" fmla="*/ 583263 h 2398711"/>
              <a:gd name="connsiteX93194" fmla="*/ 698666 w 2119654"/>
              <a:gd name="connsiteY93194" fmla="*/ 584827 h 2398711"/>
              <a:gd name="connsiteX93195" fmla="*/ 698990 w 2119654"/>
              <a:gd name="connsiteY93195" fmla="*/ 583711 h 2398711"/>
              <a:gd name="connsiteX93196" fmla="*/ 698973 w 2119654"/>
              <a:gd name="connsiteY93196" fmla="*/ 583496 h 2398711"/>
              <a:gd name="connsiteX93197" fmla="*/ 726042 w 2119654"/>
              <a:gd name="connsiteY93197" fmla="*/ 521102 h 2398711"/>
              <a:gd name="connsiteX93198" fmla="*/ 726651 w 2119654"/>
              <a:gd name="connsiteY93198" fmla="*/ 526618 h 2398711"/>
              <a:gd name="connsiteX93199" fmla="*/ 729277 w 2119654"/>
              <a:gd name="connsiteY93199" fmla="*/ 528024 h 2398711"/>
              <a:gd name="connsiteX93200" fmla="*/ 731244 w 2119654"/>
              <a:gd name="connsiteY93200" fmla="*/ 525099 h 2398711"/>
              <a:gd name="connsiteX93201" fmla="*/ 837790 w 2119654"/>
              <a:gd name="connsiteY93201" fmla="*/ 270780 h 2398711"/>
              <a:gd name="connsiteX93202" fmla="*/ 835111 w 2119654"/>
              <a:gd name="connsiteY93202" fmla="*/ 281152 h 2398711"/>
              <a:gd name="connsiteX93203" fmla="*/ 834892 w 2119654"/>
              <a:gd name="connsiteY93203" fmla="*/ 282085 h 2398711"/>
              <a:gd name="connsiteX93204" fmla="*/ 834227 w 2119654"/>
              <a:gd name="connsiteY93204" fmla="*/ 286864 h 2398711"/>
              <a:gd name="connsiteX93205" fmla="*/ 831369 w 2119654"/>
              <a:gd name="connsiteY93205" fmla="*/ 309626 h 2398711"/>
              <a:gd name="connsiteX93206" fmla="*/ 840486 w 2119654"/>
              <a:gd name="connsiteY93206" fmla="*/ 318633 h 2398711"/>
              <a:gd name="connsiteX93207" fmla="*/ 847160 w 2119654"/>
              <a:gd name="connsiteY93207" fmla="*/ 301748 h 2398711"/>
              <a:gd name="connsiteX93208" fmla="*/ 845627 w 2119654"/>
              <a:gd name="connsiteY93208" fmla="*/ 299089 h 2398711"/>
              <a:gd name="connsiteX93209" fmla="*/ 846002 w 2119654"/>
              <a:gd name="connsiteY93209" fmla="*/ 299240 h 2398711"/>
              <a:gd name="connsiteX93210" fmla="*/ 847278 w 2119654"/>
              <a:gd name="connsiteY93210" fmla="*/ 301451 h 2398711"/>
              <a:gd name="connsiteX93211" fmla="*/ 853094 w 2119654"/>
              <a:gd name="connsiteY93211" fmla="*/ 286737 h 2398711"/>
              <a:gd name="connsiteX93212" fmla="*/ 844573 w 2119654"/>
              <a:gd name="connsiteY93212" fmla="*/ 277748 h 2398711"/>
              <a:gd name="connsiteX93213" fmla="*/ 819069 w 2119654"/>
              <a:gd name="connsiteY93213" fmla="*/ 312687 h 2398711"/>
              <a:gd name="connsiteX93214" fmla="*/ 823603 w 2119654"/>
              <a:gd name="connsiteY93214" fmla="*/ 323193 h 2398711"/>
              <a:gd name="connsiteX93215" fmla="*/ 825324 w 2119654"/>
              <a:gd name="connsiteY93215" fmla="*/ 317555 h 2398711"/>
              <a:gd name="connsiteX93216" fmla="*/ 758095 w 2119654"/>
              <a:gd name="connsiteY93216" fmla="*/ 449188 h 2398711"/>
              <a:gd name="connsiteX93217" fmla="*/ 758095 w 2119654"/>
              <a:gd name="connsiteY93217" fmla="*/ 450309 h 2398711"/>
              <a:gd name="connsiteX93218" fmla="*/ 758520 w 2119654"/>
              <a:gd name="connsiteY93218" fmla="*/ 449511 h 2398711"/>
              <a:gd name="connsiteX93219" fmla="*/ 753149 w 2119654"/>
              <a:gd name="connsiteY93219" fmla="*/ 460146 h 2398711"/>
              <a:gd name="connsiteX93220" fmla="*/ 754666 w 2119654"/>
              <a:gd name="connsiteY93220" fmla="*/ 461214 h 2398711"/>
              <a:gd name="connsiteX93221" fmla="*/ 754411 w 2119654"/>
              <a:gd name="connsiteY93221" fmla="*/ 457702 h 2398711"/>
              <a:gd name="connsiteX93222" fmla="*/ 711507 w 2119654"/>
              <a:gd name="connsiteY93222" fmla="*/ 553283 h 2398711"/>
              <a:gd name="connsiteX93223" fmla="*/ 711510 w 2119654"/>
              <a:gd name="connsiteY93223" fmla="*/ 553877 h 2398711"/>
              <a:gd name="connsiteX93224" fmla="*/ 711713 w 2119654"/>
              <a:gd name="connsiteY93224" fmla="*/ 554143 h 2398711"/>
              <a:gd name="connsiteX93225" fmla="*/ 711947 w 2119654"/>
              <a:gd name="connsiteY93225" fmla="*/ 553795 h 2398711"/>
              <a:gd name="connsiteX93226" fmla="*/ 752789 w 2119654"/>
              <a:gd name="connsiteY93226" fmla="*/ 460844 h 2398711"/>
              <a:gd name="connsiteX93227" fmla="*/ 752836 w 2119654"/>
              <a:gd name="connsiteY93227" fmla="*/ 461930 h 2398711"/>
              <a:gd name="connsiteX93228" fmla="*/ 754821 w 2119654"/>
              <a:gd name="connsiteY93228" fmla="*/ 463332 h 2398711"/>
              <a:gd name="connsiteX93229" fmla="*/ 754727 w 2119654"/>
              <a:gd name="connsiteY93229" fmla="*/ 462050 h 2398711"/>
              <a:gd name="connsiteX93230" fmla="*/ 752863 w 2119654"/>
              <a:gd name="connsiteY93230" fmla="*/ 460700 h 2398711"/>
              <a:gd name="connsiteX93231" fmla="*/ 752391 w 2119654"/>
              <a:gd name="connsiteY93231" fmla="*/ 461615 h 2398711"/>
              <a:gd name="connsiteX93232" fmla="*/ 752432 w 2119654"/>
              <a:gd name="connsiteY93232" fmla="*/ 461644 h 2398711"/>
              <a:gd name="connsiteX93233" fmla="*/ 752428 w 2119654"/>
              <a:gd name="connsiteY93233" fmla="*/ 461543 h 2398711"/>
              <a:gd name="connsiteX93234" fmla="*/ 749971 w 2119654"/>
              <a:gd name="connsiteY93234" fmla="*/ 466937 h 2398711"/>
              <a:gd name="connsiteX93235" fmla="*/ 749934 w 2119654"/>
              <a:gd name="connsiteY93235" fmla="*/ 467829 h 2398711"/>
              <a:gd name="connsiteX93236" fmla="*/ 750034 w 2119654"/>
              <a:gd name="connsiteY93236" fmla="*/ 467963 h 2398711"/>
              <a:gd name="connsiteX93237" fmla="*/ 750254 w 2119654"/>
              <a:gd name="connsiteY93237" fmla="*/ 467063 h 2398711"/>
              <a:gd name="connsiteX93238" fmla="*/ 713287 w 2119654"/>
              <a:gd name="connsiteY93238" fmla="*/ 549004 h 2398711"/>
              <a:gd name="connsiteX93239" fmla="*/ 713126 w 2119654"/>
              <a:gd name="connsiteY93239" fmla="*/ 550282 h 2398711"/>
              <a:gd name="connsiteX93240" fmla="*/ 713947 w 2119654"/>
              <a:gd name="connsiteY93240" fmla="*/ 550820 h 2398711"/>
              <a:gd name="connsiteX93241" fmla="*/ 714535 w 2119654"/>
              <a:gd name="connsiteY93241" fmla="*/ 549945 h 2398711"/>
              <a:gd name="connsiteX93242" fmla="*/ 198008 w 2119654"/>
              <a:gd name="connsiteY93242" fmla="*/ 1702761 h 2398711"/>
              <a:gd name="connsiteX93243" fmla="*/ 228059 w 2119654"/>
              <a:gd name="connsiteY93243" fmla="*/ 1722353 h 2398711"/>
              <a:gd name="connsiteX93244" fmla="*/ 236104 w 2119654"/>
              <a:gd name="connsiteY93244" fmla="*/ 1723946 h 2398711"/>
              <a:gd name="connsiteX93245" fmla="*/ 253311 w 2119654"/>
              <a:gd name="connsiteY93245" fmla="*/ 1727112 h 2398711"/>
              <a:gd name="connsiteX93246" fmla="*/ 247317 w 2119654"/>
              <a:gd name="connsiteY93246" fmla="*/ 1723539 h 2398711"/>
              <a:gd name="connsiteX93247" fmla="*/ 231477 w 2119654"/>
              <a:gd name="connsiteY93247" fmla="*/ 1716129 h 2398711"/>
              <a:gd name="connsiteX93248" fmla="*/ 231313 w 2119654"/>
              <a:gd name="connsiteY93248" fmla="*/ 1715806 h 2398711"/>
              <a:gd name="connsiteX93249" fmla="*/ 245389 w 2119654"/>
              <a:gd name="connsiteY93249" fmla="*/ 1722390 h 2398711"/>
              <a:gd name="connsiteX93250" fmla="*/ 221593 w 2119654"/>
              <a:gd name="connsiteY93250" fmla="*/ 1708208 h 2398711"/>
              <a:gd name="connsiteX93251" fmla="*/ 221486 w 2119654"/>
              <a:gd name="connsiteY93251" fmla="*/ 1707926 h 2398711"/>
              <a:gd name="connsiteX93252" fmla="*/ 239365 w 2119654"/>
              <a:gd name="connsiteY93252" fmla="*/ 1718582 h 2398711"/>
              <a:gd name="connsiteX93253" fmla="*/ 248357 w 2119654"/>
              <a:gd name="connsiteY93253" fmla="*/ 1723778 h 2398711"/>
              <a:gd name="connsiteX93254" fmla="*/ 253892 w 2119654"/>
              <a:gd name="connsiteY93254" fmla="*/ 1726367 h 2398711"/>
              <a:gd name="connsiteX93255" fmla="*/ 257072 w 2119654"/>
              <a:gd name="connsiteY93255" fmla="*/ 1727803 h 2398711"/>
              <a:gd name="connsiteX93256" fmla="*/ 278044 w 2119654"/>
              <a:gd name="connsiteY93256" fmla="*/ 1731662 h 2398711"/>
              <a:gd name="connsiteX93257" fmla="*/ 271552 w 2119654"/>
              <a:gd name="connsiteY93257" fmla="*/ 1726252 h 2398711"/>
              <a:gd name="connsiteX93258" fmla="*/ 271444 w 2119654"/>
              <a:gd name="connsiteY93258" fmla="*/ 1725745 h 2398711"/>
              <a:gd name="connsiteX93259" fmla="*/ 278686 w 2119654"/>
              <a:gd name="connsiteY93259" fmla="*/ 1731780 h 2398711"/>
              <a:gd name="connsiteX93260" fmla="*/ 280835 w 2119654"/>
              <a:gd name="connsiteY93260" fmla="*/ 1732175 h 2398711"/>
              <a:gd name="connsiteX93261" fmla="*/ 271619 w 2119654"/>
              <a:gd name="connsiteY93261" fmla="*/ 1723839 h 2398711"/>
              <a:gd name="connsiteX93262" fmla="*/ 266493 w 2119654"/>
              <a:gd name="connsiteY93262" fmla="*/ 1721900 h 2398711"/>
              <a:gd name="connsiteX93263" fmla="*/ 239275 w 2119654"/>
              <a:gd name="connsiteY93263" fmla="*/ 1714239 h 2398711"/>
              <a:gd name="connsiteX93264" fmla="*/ 238995 w 2119654"/>
              <a:gd name="connsiteY93264" fmla="*/ 1713769 h 2398711"/>
              <a:gd name="connsiteX93265" fmla="*/ 262452 w 2119654"/>
              <a:gd name="connsiteY93265" fmla="*/ 1720373 h 2398711"/>
              <a:gd name="connsiteX93266" fmla="*/ 246877 w 2119654"/>
              <a:gd name="connsiteY93266" fmla="*/ 1714482 h 2398711"/>
              <a:gd name="connsiteX93267" fmla="*/ 246671 w 2119654"/>
              <a:gd name="connsiteY93267" fmla="*/ 1714057 h 2398711"/>
              <a:gd name="connsiteX93268" fmla="*/ 266040 w 2119654"/>
              <a:gd name="connsiteY93268" fmla="*/ 1721382 h 2398711"/>
              <a:gd name="connsiteX93269" fmla="*/ 270196 w 2119654"/>
              <a:gd name="connsiteY93269" fmla="*/ 1722552 h 2398711"/>
              <a:gd name="connsiteX93270" fmla="*/ 253602 w 2119654"/>
              <a:gd name="connsiteY93270" fmla="*/ 1707542 h 2398711"/>
              <a:gd name="connsiteX93271" fmla="*/ 236764 w 2119654"/>
              <a:gd name="connsiteY93271" fmla="*/ 1706566 h 2398711"/>
              <a:gd name="connsiteX93272" fmla="*/ 287258 w 2119654"/>
              <a:gd name="connsiteY93272" fmla="*/ 1502912 h 2398711"/>
              <a:gd name="connsiteX93273" fmla="*/ 290681 w 2119654"/>
              <a:gd name="connsiteY93273" fmla="*/ 1504810 h 2398711"/>
              <a:gd name="connsiteX93274" fmla="*/ 289904 w 2119654"/>
              <a:gd name="connsiteY93274" fmla="*/ 1503669 h 2398711"/>
              <a:gd name="connsiteX93275" fmla="*/ 288796 w 2119654"/>
              <a:gd name="connsiteY93275" fmla="*/ 1503010 h 2398711"/>
              <a:gd name="connsiteX93276" fmla="*/ 751399 w 2119654"/>
              <a:gd name="connsiteY93276" fmla="*/ 463537 h 2398711"/>
              <a:gd name="connsiteX93277" fmla="*/ 750717 w 2119654"/>
              <a:gd name="connsiteY93277" fmla="*/ 466335 h 2398711"/>
              <a:gd name="connsiteX93278" fmla="*/ 752675 w 2119654"/>
              <a:gd name="connsiteY93278" fmla="*/ 467205 h 2398711"/>
              <a:gd name="connsiteX93279" fmla="*/ 752469 w 2119654"/>
              <a:gd name="connsiteY93279" fmla="*/ 462486 h 2398711"/>
              <a:gd name="connsiteX93280" fmla="*/ 752083 w 2119654"/>
              <a:gd name="connsiteY93280" fmla="*/ 462212 h 2398711"/>
              <a:gd name="connsiteX93281" fmla="*/ 737376 w 2119654"/>
              <a:gd name="connsiteY93281" fmla="*/ 494807 h 2398711"/>
              <a:gd name="connsiteX93282" fmla="*/ 737962 w 2119654"/>
              <a:gd name="connsiteY93282" fmla="*/ 495644 h 2398711"/>
              <a:gd name="connsiteX93283" fmla="*/ 738236 w 2119654"/>
              <a:gd name="connsiteY93283" fmla="*/ 495270 h 2398711"/>
              <a:gd name="connsiteX93284" fmla="*/ 730537 w 2119654"/>
              <a:gd name="connsiteY93284" fmla="*/ 510034 h 2398711"/>
              <a:gd name="connsiteX93285" fmla="*/ 730775 w 2119654"/>
              <a:gd name="connsiteY93285" fmla="*/ 510912 h 2398711"/>
              <a:gd name="connsiteX93286" fmla="*/ 733135 w 2119654"/>
              <a:gd name="connsiteY93286" fmla="*/ 513104 h 2398711"/>
              <a:gd name="connsiteX93287" fmla="*/ 733015 w 2119654"/>
              <a:gd name="connsiteY93287" fmla="*/ 511769 h 2398711"/>
              <a:gd name="connsiteX93288" fmla="*/ 750097 w 2119654"/>
              <a:gd name="connsiteY93288" fmla="*/ 466059 h 2398711"/>
              <a:gd name="connsiteX93289" fmla="*/ 750459 w 2119654"/>
              <a:gd name="connsiteY93289" fmla="*/ 466220 h 2398711"/>
              <a:gd name="connsiteX93290" fmla="*/ 750857 w 2119654"/>
              <a:gd name="connsiteY93290" fmla="*/ 464587 h 2398711"/>
              <a:gd name="connsiteX93291" fmla="*/ 713390 w 2119654"/>
              <a:gd name="connsiteY93291" fmla="*/ 548243 h 2398711"/>
              <a:gd name="connsiteX93292" fmla="*/ 714910 w 2119654"/>
              <a:gd name="connsiteY93292" fmla="*/ 549387 h 2398711"/>
              <a:gd name="connsiteX93293" fmla="*/ 714985 w 2119654"/>
              <a:gd name="connsiteY93293" fmla="*/ 549275 h 2398711"/>
              <a:gd name="connsiteX93294" fmla="*/ 715043 w 2119654"/>
              <a:gd name="connsiteY93294" fmla="*/ 549045 h 2398711"/>
              <a:gd name="connsiteX93295" fmla="*/ 765611 w 2119654"/>
              <a:gd name="connsiteY93295" fmla="*/ 431302 h 2398711"/>
              <a:gd name="connsiteX93296" fmla="*/ 764263 w 2119654"/>
              <a:gd name="connsiteY93296" fmla="*/ 438744 h 2398711"/>
              <a:gd name="connsiteX93297" fmla="*/ 764630 w 2119654"/>
              <a:gd name="connsiteY93297" fmla="*/ 438056 h 2398711"/>
              <a:gd name="connsiteX93298" fmla="*/ 764844 w 2119654"/>
              <a:gd name="connsiteY93298" fmla="*/ 437961 h 2398711"/>
              <a:gd name="connsiteX93299" fmla="*/ 764179 w 2119654"/>
              <a:gd name="connsiteY93299" fmla="*/ 439208 h 2398711"/>
              <a:gd name="connsiteX93300" fmla="*/ 763540 w 2119654"/>
              <a:gd name="connsiteY93300" fmla="*/ 442739 h 2398711"/>
              <a:gd name="connsiteX93301" fmla="*/ 768096 w 2119654"/>
              <a:gd name="connsiteY93301" fmla="*/ 448086 h 2398711"/>
              <a:gd name="connsiteX93302" fmla="*/ 768642 w 2119654"/>
              <a:gd name="connsiteY93302" fmla="*/ 436556 h 2398711"/>
              <a:gd name="connsiteX93303" fmla="*/ 766968 w 2119654"/>
              <a:gd name="connsiteY93303" fmla="*/ 434307 h 2398711"/>
              <a:gd name="connsiteX93304" fmla="*/ 767400 w 2119654"/>
              <a:gd name="connsiteY93304" fmla="*/ 434424 h 2398711"/>
              <a:gd name="connsiteX93305" fmla="*/ 768663 w 2119654"/>
              <a:gd name="connsiteY93305" fmla="*/ 436122 h 2398711"/>
              <a:gd name="connsiteX93306" fmla="*/ 768681 w 2119654"/>
              <a:gd name="connsiteY93306" fmla="*/ 435752 h 2398711"/>
              <a:gd name="connsiteX93307" fmla="*/ 766498 w 2119654"/>
              <a:gd name="connsiteY93307" fmla="*/ 431828 h 2398711"/>
              <a:gd name="connsiteX93308" fmla="*/ 259564 w 2119654"/>
              <a:gd name="connsiteY93308" fmla="*/ 1564315 h 2398711"/>
              <a:gd name="connsiteX93309" fmla="*/ 262634 w 2119654"/>
              <a:gd name="connsiteY93309" fmla="*/ 1564967 h 2398711"/>
              <a:gd name="connsiteX93310" fmla="*/ 259805 w 2119654"/>
              <a:gd name="connsiteY93310" fmla="*/ 1564058 h 2398711"/>
              <a:gd name="connsiteX93311" fmla="*/ 776750 w 2119654"/>
              <a:gd name="connsiteY93311" fmla="*/ 406092 h 2398711"/>
              <a:gd name="connsiteX93312" fmla="*/ 777490 w 2119654"/>
              <a:gd name="connsiteY93312" fmla="*/ 407086 h 2398711"/>
              <a:gd name="connsiteX93313" fmla="*/ 780278 w 2119654"/>
              <a:gd name="connsiteY93313" fmla="*/ 409916 h 2398711"/>
              <a:gd name="connsiteX93314" fmla="*/ 780739 w 2119654"/>
              <a:gd name="connsiteY93314" fmla="*/ 407615 h 2398711"/>
              <a:gd name="connsiteX93315" fmla="*/ 751775 w 2119654"/>
              <a:gd name="connsiteY93315" fmla="*/ 461995 h 2398711"/>
              <a:gd name="connsiteX93316" fmla="*/ 751701 w 2119654"/>
              <a:gd name="connsiteY93316" fmla="*/ 462300 h 2398711"/>
              <a:gd name="connsiteX93317" fmla="*/ 751840 w 2119654"/>
              <a:gd name="connsiteY93317" fmla="*/ 462040 h 2398711"/>
              <a:gd name="connsiteX93318" fmla="*/ 765757 w 2119654"/>
              <a:gd name="connsiteY93318" fmla="*/ 430497 h 2398711"/>
              <a:gd name="connsiteX93319" fmla="*/ 765644 w 2119654"/>
              <a:gd name="connsiteY93319" fmla="*/ 431121 h 2398711"/>
              <a:gd name="connsiteX93320" fmla="*/ 766338 w 2119654"/>
              <a:gd name="connsiteY93320" fmla="*/ 431542 h 2398711"/>
              <a:gd name="connsiteX93321" fmla="*/ 756625 w 2119654"/>
              <a:gd name="connsiteY93321" fmla="*/ 450861 h 2398711"/>
              <a:gd name="connsiteX93322" fmla="*/ 756708 w 2119654"/>
              <a:gd name="connsiteY93322" fmla="*/ 452004 h 2398711"/>
              <a:gd name="connsiteX93323" fmla="*/ 756999 w 2119654"/>
              <a:gd name="connsiteY93323" fmla="*/ 452364 h 2398711"/>
              <a:gd name="connsiteX93324" fmla="*/ 757148 w 2119654"/>
              <a:gd name="connsiteY93324" fmla="*/ 452086 h 2398711"/>
              <a:gd name="connsiteX93325" fmla="*/ 757148 w 2119654"/>
              <a:gd name="connsiteY93325" fmla="*/ 451173 h 2398711"/>
              <a:gd name="connsiteX93326" fmla="*/ 785464 w 2119654"/>
              <a:gd name="connsiteY93326" fmla="*/ 386220 h 2398711"/>
              <a:gd name="connsiteX93327" fmla="*/ 784447 w 2119654"/>
              <a:gd name="connsiteY93327" fmla="*/ 390959 h 2398711"/>
              <a:gd name="connsiteX93328" fmla="*/ 783527 w 2119654"/>
              <a:gd name="connsiteY93328" fmla="*/ 395547 h 2398711"/>
              <a:gd name="connsiteX93329" fmla="*/ 785073 w 2119654"/>
              <a:gd name="connsiteY93329" fmla="*/ 397185 h 2398711"/>
              <a:gd name="connsiteX93330" fmla="*/ 786572 w 2119654"/>
              <a:gd name="connsiteY93330" fmla="*/ 387608 h 2398711"/>
              <a:gd name="connsiteX93331" fmla="*/ 258849 w 2119654"/>
              <a:gd name="connsiteY93331" fmla="*/ 1565080 h 2398711"/>
              <a:gd name="connsiteX93332" fmla="*/ 258855 w 2119654"/>
              <a:gd name="connsiteY93332" fmla="*/ 1565084 h 2398711"/>
              <a:gd name="connsiteX93333" fmla="*/ 270680 w 2119654"/>
              <a:gd name="connsiteY93333" fmla="*/ 1573915 h 2398711"/>
              <a:gd name="connsiteX93334" fmla="*/ 263538 w 2119654"/>
              <a:gd name="connsiteY93334" fmla="*/ 1565673 h 2398711"/>
              <a:gd name="connsiteX93335" fmla="*/ 259218 w 2119654"/>
              <a:gd name="connsiteY93335" fmla="*/ 1564685 h 2398711"/>
              <a:gd name="connsiteX93336" fmla="*/ 752207 w 2119654"/>
              <a:gd name="connsiteY93336" fmla="*/ 460223 h 2398711"/>
              <a:gd name="connsiteX93337" fmla="*/ 751944 w 2119654"/>
              <a:gd name="connsiteY93337" fmla="*/ 461299 h 2398711"/>
              <a:gd name="connsiteX93338" fmla="*/ 752155 w 2119654"/>
              <a:gd name="connsiteY93338" fmla="*/ 461448 h 2398711"/>
              <a:gd name="connsiteX93339" fmla="*/ 752404 w 2119654"/>
              <a:gd name="connsiteY93339" fmla="*/ 460982 h 2398711"/>
              <a:gd name="connsiteX93340" fmla="*/ 752376 w 2119654"/>
              <a:gd name="connsiteY93340" fmla="*/ 460347 h 2398711"/>
              <a:gd name="connsiteX93341" fmla="*/ 713582 w 2119654"/>
              <a:gd name="connsiteY93341" fmla="*/ 546647 h 2398711"/>
              <a:gd name="connsiteX93342" fmla="*/ 713427 w 2119654"/>
              <a:gd name="connsiteY93342" fmla="*/ 547888 h 2398711"/>
              <a:gd name="connsiteX93343" fmla="*/ 715132 w 2119654"/>
              <a:gd name="connsiteY93343" fmla="*/ 548688 h 2398711"/>
              <a:gd name="connsiteX93344" fmla="*/ 715203 w 2119654"/>
              <a:gd name="connsiteY93344" fmla="*/ 548406 h 2398711"/>
              <a:gd name="connsiteX93345" fmla="*/ 267690 w 2119654"/>
              <a:gd name="connsiteY93345" fmla="*/ 1544894 h 2398711"/>
              <a:gd name="connsiteX93346" fmla="*/ 274031 w 2119654"/>
              <a:gd name="connsiteY93346" fmla="*/ 1548256 h 2398711"/>
              <a:gd name="connsiteX93347" fmla="*/ 274537 w 2119654"/>
              <a:gd name="connsiteY93347" fmla="*/ 1547715 h 2398711"/>
              <a:gd name="connsiteX93348" fmla="*/ 797617 w 2119654"/>
              <a:gd name="connsiteY93348" fmla="*/ 358271 h 2398711"/>
              <a:gd name="connsiteX93349" fmla="*/ 797110 w 2119654"/>
              <a:gd name="connsiteY93349" fmla="*/ 365003 h 2398711"/>
              <a:gd name="connsiteX93350" fmla="*/ 797179 w 2119654"/>
              <a:gd name="connsiteY93350" fmla="*/ 367068 h 2398711"/>
              <a:gd name="connsiteX93351" fmla="*/ 807235 w 2119654"/>
              <a:gd name="connsiteY93351" fmla="*/ 376876 h 2398711"/>
              <a:gd name="connsiteX93352" fmla="*/ 806779 w 2119654"/>
              <a:gd name="connsiteY93352" fmla="*/ 367973 h 2398711"/>
              <a:gd name="connsiteX93353" fmla="*/ 270990 w 2119654"/>
              <a:gd name="connsiteY93353" fmla="*/ 1537374 h 2398711"/>
              <a:gd name="connsiteX93354" fmla="*/ 272479 w 2119654"/>
              <a:gd name="connsiteY93354" fmla="*/ 1538365 h 2398711"/>
              <a:gd name="connsiteX93355" fmla="*/ 272726 w 2119654"/>
              <a:gd name="connsiteY93355" fmla="*/ 1538439 h 2398711"/>
              <a:gd name="connsiteX93356" fmla="*/ 271929 w 2119654"/>
              <a:gd name="connsiteY93356" fmla="*/ 1537707 h 2398711"/>
              <a:gd name="connsiteX93357" fmla="*/ 697869 w 2119654"/>
              <a:gd name="connsiteY93357" fmla="*/ 581416 h 2398711"/>
              <a:gd name="connsiteX93358" fmla="*/ 698017 w 2119654"/>
              <a:gd name="connsiteY93358" fmla="*/ 582051 h 2398711"/>
              <a:gd name="connsiteX93359" fmla="*/ 698596 w 2119654"/>
              <a:gd name="connsiteY93359" fmla="*/ 582232 h 2398711"/>
              <a:gd name="connsiteX93360" fmla="*/ 244116 w 2119654"/>
              <a:gd name="connsiteY93360" fmla="*/ 1597422 h 2398711"/>
              <a:gd name="connsiteX93361" fmla="*/ 247566 w 2119654"/>
              <a:gd name="connsiteY93361" fmla="*/ 1601074 h 2398711"/>
              <a:gd name="connsiteX93362" fmla="*/ 247806 w 2119654"/>
              <a:gd name="connsiteY93362" fmla="*/ 1601164 h 2398711"/>
              <a:gd name="connsiteX93363" fmla="*/ 245795 w 2119654"/>
              <a:gd name="connsiteY93363" fmla="*/ 1598119 h 2398711"/>
              <a:gd name="connsiteX93364" fmla="*/ 289881 w 2119654"/>
              <a:gd name="connsiteY93364" fmla="*/ 1494932 h 2398711"/>
              <a:gd name="connsiteX93365" fmla="*/ 295539 w 2119654"/>
              <a:gd name="connsiteY93365" fmla="*/ 1503009 h 2398711"/>
              <a:gd name="connsiteX93366" fmla="*/ 296936 w 2119654"/>
              <a:gd name="connsiteY93366" fmla="*/ 1503078 h 2398711"/>
              <a:gd name="connsiteX93367" fmla="*/ 293398 w 2119654"/>
              <a:gd name="connsiteY93367" fmla="*/ 1498708 h 2398711"/>
              <a:gd name="connsiteX93368" fmla="*/ 308733 w 2119654"/>
              <a:gd name="connsiteY93368" fmla="*/ 1452654 h 2398711"/>
              <a:gd name="connsiteX93369" fmla="*/ 308933 w 2119654"/>
              <a:gd name="connsiteY93369" fmla="*/ 1453074 h 2398711"/>
              <a:gd name="connsiteX93370" fmla="*/ 309190 w 2119654"/>
              <a:gd name="connsiteY93370" fmla="*/ 1453397 h 2398711"/>
              <a:gd name="connsiteX93371" fmla="*/ 311240 w 2119654"/>
              <a:gd name="connsiteY93371" fmla="*/ 1455231 h 2398711"/>
              <a:gd name="connsiteX93372" fmla="*/ 319474 w 2119654"/>
              <a:gd name="connsiteY93372" fmla="*/ 1459507 h 2398711"/>
              <a:gd name="connsiteX93373" fmla="*/ 319398 w 2119654"/>
              <a:gd name="connsiteY93373" fmla="*/ 1459423 h 2398711"/>
              <a:gd name="connsiteX93374" fmla="*/ 310278 w 2119654"/>
              <a:gd name="connsiteY93374" fmla="*/ 1453356 h 2398711"/>
              <a:gd name="connsiteX93375" fmla="*/ 743828 w 2119654"/>
              <a:gd name="connsiteY93375" fmla="*/ 478205 h 2398711"/>
              <a:gd name="connsiteX93376" fmla="*/ 746087 w 2119654"/>
              <a:gd name="connsiteY93376" fmla="*/ 484168 h 2398711"/>
              <a:gd name="connsiteX93377" fmla="*/ 747482 w 2119654"/>
              <a:gd name="connsiteY93377" fmla="*/ 478443 h 2398711"/>
              <a:gd name="connsiteX93378" fmla="*/ 747739 w 2119654"/>
              <a:gd name="connsiteY93378" fmla="*/ 472328 h 2398711"/>
              <a:gd name="connsiteX93379" fmla="*/ 747729 w 2119654"/>
              <a:gd name="connsiteY93379" fmla="*/ 472313 h 2398711"/>
              <a:gd name="connsiteX93380" fmla="*/ 747740 w 2119654"/>
              <a:gd name="connsiteY93380" fmla="*/ 472317 h 2398711"/>
              <a:gd name="connsiteX93381" fmla="*/ 747784 w 2119654"/>
              <a:gd name="connsiteY93381" fmla="*/ 471263 h 2398711"/>
              <a:gd name="connsiteX93382" fmla="*/ 747578 w 2119654"/>
              <a:gd name="connsiteY93382" fmla="*/ 470940 h 2398711"/>
              <a:gd name="connsiteX93383" fmla="*/ 297540 w 2119654"/>
              <a:gd name="connsiteY93383" fmla="*/ 1477491 h 2398711"/>
              <a:gd name="connsiteX93384" fmla="*/ 304927 w 2119654"/>
              <a:gd name="connsiteY93384" fmla="*/ 1485321 h 2398711"/>
              <a:gd name="connsiteX93385" fmla="*/ 309984 w 2119654"/>
              <a:gd name="connsiteY93385" fmla="*/ 1488452 h 2398711"/>
              <a:gd name="connsiteX93386" fmla="*/ 305673 w 2119654"/>
              <a:gd name="connsiteY93386" fmla="*/ 1481987 h 2398711"/>
              <a:gd name="connsiteX93387" fmla="*/ 298280 w 2119654"/>
              <a:gd name="connsiteY93387" fmla="*/ 1477889 h 2398711"/>
              <a:gd name="connsiteX93388" fmla="*/ 694772 w 2119654"/>
              <a:gd name="connsiteY93388" fmla="*/ 588001 h 2398711"/>
              <a:gd name="connsiteX93389" fmla="*/ 693425 w 2119654"/>
              <a:gd name="connsiteY93389" fmla="*/ 591541 h 2398711"/>
              <a:gd name="connsiteX93390" fmla="*/ 696367 w 2119654"/>
              <a:gd name="connsiteY93390" fmla="*/ 592738 h 2398711"/>
              <a:gd name="connsiteX93391" fmla="*/ 697471 w 2119654"/>
              <a:gd name="connsiteY93391" fmla="*/ 588939 h 2398711"/>
              <a:gd name="connsiteX93392" fmla="*/ 695653 w 2119654"/>
              <a:gd name="connsiteY93392" fmla="*/ 585682 h 2398711"/>
              <a:gd name="connsiteX93393" fmla="*/ 695223 w 2119654"/>
              <a:gd name="connsiteY93393" fmla="*/ 586814 h 2398711"/>
              <a:gd name="connsiteX93394" fmla="*/ 697117 w 2119654"/>
              <a:gd name="connsiteY93394" fmla="*/ 587389 h 2398711"/>
              <a:gd name="connsiteX93395" fmla="*/ 697848 w 2119654"/>
              <a:gd name="connsiteY93395" fmla="*/ 587643 h 2398711"/>
              <a:gd name="connsiteX93396" fmla="*/ 698019 w 2119654"/>
              <a:gd name="connsiteY93396" fmla="*/ 587056 h 2398711"/>
              <a:gd name="connsiteX93397" fmla="*/ 714154 w 2119654"/>
              <a:gd name="connsiteY93397" fmla="*/ 544245 h 2398711"/>
              <a:gd name="connsiteX93398" fmla="*/ 715825 w 2119654"/>
              <a:gd name="connsiteY93398" fmla="*/ 545919 h 2398711"/>
              <a:gd name="connsiteX93399" fmla="*/ 716024 w 2119654"/>
              <a:gd name="connsiteY93399" fmla="*/ 545121 h 2398711"/>
              <a:gd name="connsiteX93400" fmla="*/ 711494 w 2119654"/>
              <a:gd name="connsiteY93400" fmla="*/ 550100 h 2398711"/>
              <a:gd name="connsiteX93401" fmla="*/ 711498 w 2119654"/>
              <a:gd name="connsiteY93401" fmla="*/ 551207 h 2398711"/>
              <a:gd name="connsiteX93402" fmla="*/ 712275 w 2119654"/>
              <a:gd name="connsiteY93402" fmla="*/ 552109 h 2398711"/>
              <a:gd name="connsiteX93403" fmla="*/ 712457 w 2119654"/>
              <a:gd name="connsiteY93403" fmla="*/ 550661 h 2398711"/>
              <a:gd name="connsiteX93404" fmla="*/ 275520 w 2119654"/>
              <a:gd name="connsiteY93404" fmla="*/ 1526325 h 2398711"/>
              <a:gd name="connsiteX93405" fmla="*/ 277975 w 2119654"/>
              <a:gd name="connsiteY93405" fmla="*/ 1529930 h 2398711"/>
              <a:gd name="connsiteX93406" fmla="*/ 284388 w 2119654"/>
              <a:gd name="connsiteY93406" fmla="*/ 1534429 h 2398711"/>
              <a:gd name="connsiteX93407" fmla="*/ 285994 w 2119654"/>
              <a:gd name="connsiteY93407" fmla="*/ 1535461 h 2398711"/>
              <a:gd name="connsiteX93408" fmla="*/ 286019 w 2119654"/>
              <a:gd name="connsiteY93408" fmla="*/ 1535435 h 2398711"/>
              <a:gd name="connsiteX93409" fmla="*/ 276011 w 2119654"/>
              <a:gd name="connsiteY93409" fmla="*/ 1526506 h 2398711"/>
              <a:gd name="connsiteX93410" fmla="*/ 766370 w 2119654"/>
              <a:gd name="connsiteY93410" fmla="*/ 427115 h 2398711"/>
              <a:gd name="connsiteX93411" fmla="*/ 765990 w 2119654"/>
              <a:gd name="connsiteY93411" fmla="*/ 429215 h 2398711"/>
              <a:gd name="connsiteX93412" fmla="*/ 767763 w 2119654"/>
              <a:gd name="connsiteY93412" fmla="*/ 432404 h 2398711"/>
              <a:gd name="connsiteX93413" fmla="*/ 768810 w 2119654"/>
              <a:gd name="connsiteY93413" fmla="*/ 433036 h 2398711"/>
              <a:gd name="connsiteX93414" fmla="*/ 769041 w 2119654"/>
              <a:gd name="connsiteY93414" fmla="*/ 428181 h 2398711"/>
              <a:gd name="connsiteX93415" fmla="*/ 773996 w 2119654"/>
              <a:gd name="connsiteY93415" fmla="*/ 409861 h 2398711"/>
              <a:gd name="connsiteX93416" fmla="*/ 773841 w 2119654"/>
              <a:gd name="connsiteY93416" fmla="*/ 412043 h 2398711"/>
              <a:gd name="connsiteX93417" fmla="*/ 775061 w 2119654"/>
              <a:gd name="connsiteY93417" fmla="*/ 414146 h 2398711"/>
              <a:gd name="connsiteX93418" fmla="*/ 778447 w 2119654"/>
              <a:gd name="connsiteY93418" fmla="*/ 417172 h 2398711"/>
              <a:gd name="connsiteX93419" fmla="*/ 778795 w 2119654"/>
              <a:gd name="connsiteY93419" fmla="*/ 417311 h 2398711"/>
              <a:gd name="connsiteX93420" fmla="*/ 779266 w 2119654"/>
              <a:gd name="connsiteY93420" fmla="*/ 414962 h 2398711"/>
              <a:gd name="connsiteX93421" fmla="*/ 308506 w 2119654"/>
              <a:gd name="connsiteY93421" fmla="*/ 1452178 h 2398711"/>
              <a:gd name="connsiteX93422" fmla="*/ 308558 w 2119654"/>
              <a:gd name="connsiteY93422" fmla="*/ 1452288 h 2398711"/>
              <a:gd name="connsiteX93423" fmla="*/ 308887 w 2119654"/>
              <a:gd name="connsiteY93423" fmla="*/ 1452432 h 2398711"/>
              <a:gd name="connsiteX93424" fmla="*/ 305147 w 2119654"/>
              <a:gd name="connsiteY93424" fmla="*/ 1459698 h 2398711"/>
              <a:gd name="connsiteX93425" fmla="*/ 309990 w 2119654"/>
              <a:gd name="connsiteY93425" fmla="*/ 1469864 h 2398711"/>
              <a:gd name="connsiteX93426" fmla="*/ 314267 w 2119654"/>
              <a:gd name="connsiteY93426" fmla="*/ 1471221 h 2398711"/>
              <a:gd name="connsiteX93427" fmla="*/ 312481 w 2119654"/>
              <a:gd name="connsiteY93427" fmla="*/ 1467471 h 2398711"/>
              <a:gd name="connsiteX93428" fmla="*/ 836633 w 2119654"/>
              <a:gd name="connsiteY93428" fmla="*/ 269590 h 2398711"/>
              <a:gd name="connsiteX93429" fmla="*/ 835128 w 2119654"/>
              <a:gd name="connsiteY93429" fmla="*/ 280388 h 2398711"/>
              <a:gd name="connsiteX93430" fmla="*/ 837648 w 2119654"/>
              <a:gd name="connsiteY93430" fmla="*/ 270633 h 2398711"/>
              <a:gd name="connsiteX93431" fmla="*/ 696775 w 2119654"/>
              <a:gd name="connsiteY93431" fmla="*/ 582733 h 2398711"/>
              <a:gd name="connsiteX93432" fmla="*/ 696032 w 2119654"/>
              <a:gd name="connsiteY93432" fmla="*/ 584686 h 2398711"/>
              <a:gd name="connsiteX93433" fmla="*/ 697996 w 2119654"/>
              <a:gd name="connsiteY93433" fmla="*/ 585825 h 2398711"/>
              <a:gd name="connsiteX93434" fmla="*/ 697390 w 2119654"/>
              <a:gd name="connsiteY93434" fmla="*/ 582947 h 2398711"/>
              <a:gd name="connsiteX93435" fmla="*/ 697142 w 2119654"/>
              <a:gd name="connsiteY93435" fmla="*/ 581768 h 2398711"/>
              <a:gd name="connsiteX93436" fmla="*/ 697138 w 2119654"/>
              <a:gd name="connsiteY93436" fmla="*/ 581777 h 2398711"/>
              <a:gd name="connsiteX93437" fmla="*/ 697144 w 2119654"/>
              <a:gd name="connsiteY93437" fmla="*/ 581778 h 2398711"/>
              <a:gd name="connsiteX93438" fmla="*/ 276823 w 2119654"/>
              <a:gd name="connsiteY93438" fmla="*/ 1522630 h 2398711"/>
              <a:gd name="connsiteX93439" fmla="*/ 280113 w 2119654"/>
              <a:gd name="connsiteY93439" fmla="*/ 1526830 h 2398711"/>
              <a:gd name="connsiteX93440" fmla="*/ 280640 w 2119654"/>
              <a:gd name="connsiteY93440" fmla="*/ 1526982 h 2398711"/>
              <a:gd name="connsiteX93441" fmla="*/ 276950 w 2119654"/>
              <a:gd name="connsiteY93441" fmla="*/ 1522725 h 2398711"/>
              <a:gd name="connsiteX93442" fmla="*/ 739391 w 2119654"/>
              <a:gd name="connsiteY93442" fmla="*/ 486802 h 2398711"/>
              <a:gd name="connsiteX93443" fmla="*/ 741853 w 2119654"/>
              <a:gd name="connsiteY93443" fmla="*/ 490353 h 2398711"/>
              <a:gd name="connsiteX93444" fmla="*/ 741970 w 2119654"/>
              <a:gd name="connsiteY93444" fmla="*/ 490194 h 2398711"/>
              <a:gd name="connsiteX93445" fmla="*/ 740138 w 2119654"/>
              <a:gd name="connsiteY93445" fmla="*/ 485355 h 2398711"/>
              <a:gd name="connsiteX93446" fmla="*/ 758097 w 2119654"/>
              <a:gd name="connsiteY93446" fmla="*/ 444902 h 2398711"/>
              <a:gd name="connsiteX93447" fmla="*/ 758097 w 2119654"/>
              <a:gd name="connsiteY93447" fmla="*/ 445793 h 2398711"/>
              <a:gd name="connsiteX93448" fmla="*/ 759808 w 2119654"/>
              <a:gd name="connsiteY93448" fmla="*/ 447096 h 2398711"/>
              <a:gd name="connsiteX93449" fmla="*/ 760023 w 2119654"/>
              <a:gd name="connsiteY93449" fmla="*/ 446691 h 2398711"/>
              <a:gd name="connsiteX93450" fmla="*/ 730019 w 2119654"/>
              <a:gd name="connsiteY93450" fmla="*/ 507712 h 2398711"/>
              <a:gd name="connsiteX93451" fmla="*/ 732813 w 2119654"/>
              <a:gd name="connsiteY93451" fmla="*/ 509505 h 2398711"/>
              <a:gd name="connsiteX93452" fmla="*/ 732533 w 2119654"/>
              <a:gd name="connsiteY93452" fmla="*/ 506377 h 2398711"/>
              <a:gd name="connsiteX93453" fmla="*/ 732208 w 2119654"/>
              <a:gd name="connsiteY93453" fmla="*/ 504733 h 2398711"/>
              <a:gd name="connsiteX93454" fmla="*/ 713971 w 2119654"/>
              <a:gd name="connsiteY93454" fmla="*/ 543552 h 2398711"/>
              <a:gd name="connsiteX93455" fmla="*/ 713929 w 2119654"/>
              <a:gd name="connsiteY93455" fmla="*/ 543885 h 2398711"/>
              <a:gd name="connsiteX93456" fmla="*/ 716081 w 2119654"/>
              <a:gd name="connsiteY93456" fmla="*/ 544893 h 2398711"/>
              <a:gd name="connsiteX93457" fmla="*/ 716111 w 2119654"/>
              <a:gd name="connsiteY93457" fmla="*/ 544770 h 2398711"/>
              <a:gd name="connsiteX93458" fmla="*/ 715920 w 2119654"/>
              <a:gd name="connsiteY93458" fmla="*/ 544657 h 2398711"/>
              <a:gd name="connsiteX93459" fmla="*/ 289793 w 2119654"/>
              <a:gd name="connsiteY93459" fmla="*/ 1493351 h 2398711"/>
              <a:gd name="connsiteX93460" fmla="*/ 290447 w 2119654"/>
              <a:gd name="connsiteY93460" fmla="*/ 1494095 h 2398711"/>
              <a:gd name="connsiteX93461" fmla="*/ 291295 w 2119654"/>
              <a:gd name="connsiteY93461" fmla="*/ 1494641 h 2398711"/>
              <a:gd name="connsiteX93462" fmla="*/ 294379 w 2119654"/>
              <a:gd name="connsiteY93462" fmla="*/ 1496242 h 2398711"/>
              <a:gd name="connsiteX93463" fmla="*/ 292739 w 2119654"/>
              <a:gd name="connsiteY93463" fmla="*/ 1494218 h 2398711"/>
              <a:gd name="connsiteX93464" fmla="*/ 258027 w 2119654"/>
              <a:gd name="connsiteY93464" fmla="*/ 1564413 h 2398711"/>
              <a:gd name="connsiteX93465" fmla="*/ 258538 w 2119654"/>
              <a:gd name="connsiteY93465" fmla="*/ 1564826 h 2398711"/>
              <a:gd name="connsiteX93466" fmla="*/ 258767 w 2119654"/>
              <a:gd name="connsiteY93466" fmla="*/ 1564582 h 2398711"/>
              <a:gd name="connsiteX93467" fmla="*/ 272219 w 2119654"/>
              <a:gd name="connsiteY93467" fmla="*/ 1532633 h 2398711"/>
              <a:gd name="connsiteX93468" fmla="*/ 276542 w 2119654"/>
              <a:gd name="connsiteY93468" fmla="*/ 1538059 h 2398711"/>
              <a:gd name="connsiteX93469" fmla="*/ 282445 w 2119654"/>
              <a:gd name="connsiteY93469" fmla="*/ 1539257 h 2398711"/>
              <a:gd name="connsiteX93470" fmla="*/ 282514 w 2119654"/>
              <a:gd name="connsiteY93470" fmla="*/ 1539183 h 2398711"/>
              <a:gd name="connsiteX93471" fmla="*/ 279612 w 2119654"/>
              <a:gd name="connsiteY93471" fmla="*/ 1534920 h 2398711"/>
              <a:gd name="connsiteX93472" fmla="*/ 738525 w 2119654"/>
              <a:gd name="connsiteY93472" fmla="*/ 488477 h 2398711"/>
              <a:gd name="connsiteX93473" fmla="*/ 741185 w 2119654"/>
              <a:gd name="connsiteY93473" fmla="*/ 491260 h 2398711"/>
              <a:gd name="connsiteX93474" fmla="*/ 741671 w 2119654"/>
              <a:gd name="connsiteY93474" fmla="*/ 490599 h 2398711"/>
              <a:gd name="connsiteX93475" fmla="*/ 739239 w 2119654"/>
              <a:gd name="connsiteY93475" fmla="*/ 487092 h 2398711"/>
              <a:gd name="connsiteX93476" fmla="*/ 256558 w 2119654"/>
              <a:gd name="connsiteY93476" fmla="*/ 1567530 h 2398711"/>
              <a:gd name="connsiteX93477" fmla="*/ 259522 w 2119654"/>
              <a:gd name="connsiteY93477" fmla="*/ 1570250 h 2398711"/>
              <a:gd name="connsiteX93478" fmla="*/ 265668 w 2119654"/>
              <a:gd name="connsiteY93478" fmla="*/ 1575739 h 2398711"/>
              <a:gd name="connsiteX93479" fmla="*/ 274570 w 2119654"/>
              <a:gd name="connsiteY93479" fmla="*/ 1578405 h 2398711"/>
              <a:gd name="connsiteX93480" fmla="*/ 274036 w 2119654"/>
              <a:gd name="connsiteY93480" fmla="*/ 1577789 h 2398711"/>
              <a:gd name="connsiteX93481" fmla="*/ 271820 w 2119654"/>
              <a:gd name="connsiteY93481" fmla="*/ 1576134 h 2398711"/>
              <a:gd name="connsiteX93482" fmla="*/ 258564 w 2119654"/>
              <a:gd name="connsiteY93482" fmla="*/ 1565384 h 2398711"/>
              <a:gd name="connsiteX93483" fmla="*/ 724416 w 2119654"/>
              <a:gd name="connsiteY93483" fmla="*/ 519853 h 2398711"/>
              <a:gd name="connsiteX93484" fmla="*/ 723835 w 2119654"/>
              <a:gd name="connsiteY93484" fmla="*/ 522343 h 2398711"/>
              <a:gd name="connsiteX93485" fmla="*/ 725150 w 2119654"/>
              <a:gd name="connsiteY93485" fmla="*/ 525815 h 2398711"/>
              <a:gd name="connsiteX93486" fmla="*/ 726343 w 2119654"/>
              <a:gd name="connsiteY93486" fmla="*/ 526452 h 2398711"/>
              <a:gd name="connsiteX93487" fmla="*/ 725725 w 2119654"/>
              <a:gd name="connsiteY93487" fmla="*/ 520859 h 2398711"/>
              <a:gd name="connsiteX93488" fmla="*/ 304975 w 2119654"/>
              <a:gd name="connsiteY93488" fmla="*/ 1459038 h 2398711"/>
              <a:gd name="connsiteX93489" fmla="*/ 312022 w 2119654"/>
              <a:gd name="connsiteY93489" fmla="*/ 1466507 h 2398711"/>
              <a:gd name="connsiteX93490" fmla="*/ 310178 w 2119654"/>
              <a:gd name="connsiteY93490" fmla="*/ 1462638 h 2398711"/>
              <a:gd name="connsiteX93491" fmla="*/ 246213 w 2119654"/>
              <a:gd name="connsiteY93491" fmla="*/ 1590387 h 2398711"/>
              <a:gd name="connsiteX93492" fmla="*/ 247184 w 2119654"/>
              <a:gd name="connsiteY93492" fmla="*/ 1591858 h 2398711"/>
              <a:gd name="connsiteX93493" fmla="*/ 254558 w 2119654"/>
              <a:gd name="connsiteY93493" fmla="*/ 1594505 h 2398711"/>
              <a:gd name="connsiteX93494" fmla="*/ 262157 w 2119654"/>
              <a:gd name="connsiteY93494" fmla="*/ 1596048 h 2398711"/>
              <a:gd name="connsiteX93495" fmla="*/ 756408 w 2119654"/>
              <a:gd name="connsiteY93495" fmla="*/ 447905 h 2398711"/>
              <a:gd name="connsiteX93496" fmla="*/ 756550 w 2119654"/>
              <a:gd name="connsiteY93496" fmla="*/ 449855 h 2398711"/>
              <a:gd name="connsiteX93497" fmla="*/ 757148 w 2119654"/>
              <a:gd name="connsiteY93497" fmla="*/ 450212 h 2398711"/>
              <a:gd name="connsiteX93498" fmla="*/ 757149 w 2119654"/>
              <a:gd name="connsiteY93498" fmla="*/ 448468 h 2398711"/>
              <a:gd name="connsiteX93499" fmla="*/ 725574 w 2119654"/>
              <a:gd name="connsiteY93499" fmla="*/ 516867 h 2398711"/>
              <a:gd name="connsiteX93500" fmla="*/ 725843 w 2119654"/>
              <a:gd name="connsiteY93500" fmla="*/ 519300 h 2398711"/>
              <a:gd name="connsiteX93501" fmla="*/ 731402 w 2119654"/>
              <a:gd name="connsiteY93501" fmla="*/ 523572 h 2398711"/>
              <a:gd name="connsiteX93502" fmla="*/ 731135 w 2119654"/>
              <a:gd name="connsiteY93502" fmla="*/ 522585 h 2398711"/>
              <a:gd name="connsiteX93503" fmla="*/ 726282 w 2119654"/>
              <a:gd name="connsiteY93503" fmla="*/ 517578 h 2398711"/>
              <a:gd name="connsiteX93504" fmla="*/ 308178 w 2119654"/>
              <a:gd name="connsiteY93504" fmla="*/ 1451491 h 2398711"/>
              <a:gd name="connsiteX93505" fmla="*/ 308398 w 2119654"/>
              <a:gd name="connsiteY93505" fmla="*/ 1451952 h 2398711"/>
              <a:gd name="connsiteX93506" fmla="*/ 309569 w 2119654"/>
              <a:gd name="connsiteY93506" fmla="*/ 1452731 h 2398711"/>
              <a:gd name="connsiteX93507" fmla="*/ 315829 w 2119654"/>
              <a:gd name="connsiteY93507" fmla="*/ 1455476 h 2398711"/>
              <a:gd name="connsiteX93508" fmla="*/ 314913 w 2119654"/>
              <a:gd name="connsiteY93508" fmla="*/ 1454463 h 2398711"/>
              <a:gd name="connsiteX93509" fmla="*/ 314910 w 2119654"/>
              <a:gd name="connsiteY93509" fmla="*/ 1454408 h 2398711"/>
              <a:gd name="connsiteX93510" fmla="*/ 313643 w 2119654"/>
              <a:gd name="connsiteY93510" fmla="*/ 1453475 h 2398711"/>
              <a:gd name="connsiteX93511" fmla="*/ 736389 w 2119654"/>
              <a:gd name="connsiteY93511" fmla="*/ 492616 h 2398711"/>
              <a:gd name="connsiteX93512" fmla="*/ 739185 w 2119654"/>
              <a:gd name="connsiteY93512" fmla="*/ 493981 h 2398711"/>
              <a:gd name="connsiteX93513" fmla="*/ 739558 w 2119654"/>
              <a:gd name="connsiteY93513" fmla="*/ 493471 h 2398711"/>
              <a:gd name="connsiteX93514" fmla="*/ 737214 w 2119654"/>
              <a:gd name="connsiteY93514" fmla="*/ 491017 h 2398711"/>
              <a:gd name="connsiteX93515" fmla="*/ 753833 w 2119654"/>
              <a:gd name="connsiteY93515" fmla="*/ 453549 h 2398711"/>
              <a:gd name="connsiteX93516" fmla="*/ 752678 w 2119654"/>
              <a:gd name="connsiteY93516" fmla="*/ 458291 h 2398711"/>
              <a:gd name="connsiteX93517" fmla="*/ 752746 w 2119654"/>
              <a:gd name="connsiteY93517" fmla="*/ 459862 h 2398711"/>
              <a:gd name="connsiteX93518" fmla="*/ 752932 w 2119654"/>
              <a:gd name="connsiteY93518" fmla="*/ 459992 h 2398711"/>
              <a:gd name="connsiteX93519" fmla="*/ 754380 w 2119654"/>
              <a:gd name="connsiteY93519" fmla="*/ 457276 h 2398711"/>
              <a:gd name="connsiteX93520" fmla="*/ 754139 w 2119654"/>
              <a:gd name="connsiteY93520" fmla="*/ 453956 h 2398711"/>
              <a:gd name="connsiteX93521" fmla="*/ 269856 w 2119654"/>
              <a:gd name="connsiteY93521" fmla="*/ 1537106 h 2398711"/>
              <a:gd name="connsiteX93522" fmla="*/ 271394 w 2119654"/>
              <a:gd name="connsiteY93522" fmla="*/ 1537850 h 2398711"/>
              <a:gd name="connsiteX93523" fmla="*/ 270468 w 2119654"/>
              <a:gd name="connsiteY93523" fmla="*/ 1537234 h 2398711"/>
              <a:gd name="connsiteX93524" fmla="*/ 270100 w 2119654"/>
              <a:gd name="connsiteY93524" fmla="*/ 1537159 h 2398711"/>
              <a:gd name="connsiteX93525" fmla="*/ 306296 w 2119654"/>
              <a:gd name="connsiteY93525" fmla="*/ 1455503 h 2398711"/>
              <a:gd name="connsiteX93526" fmla="*/ 307027 w 2119654"/>
              <a:gd name="connsiteY93526" fmla="*/ 1456019 h 2398711"/>
              <a:gd name="connsiteX93527" fmla="*/ 306899 w 2119654"/>
              <a:gd name="connsiteY93527" fmla="*/ 1455750 h 2398711"/>
              <a:gd name="connsiteX93528" fmla="*/ 735617 w 2119654"/>
              <a:gd name="connsiteY93528" fmla="*/ 494112 h 2398711"/>
              <a:gd name="connsiteX93529" fmla="*/ 735761 w 2119654"/>
              <a:gd name="connsiteY93529" fmla="*/ 494842 h 2398711"/>
              <a:gd name="connsiteX93530" fmla="*/ 737338 w 2119654"/>
              <a:gd name="connsiteY93530" fmla="*/ 496492 h 2398711"/>
              <a:gd name="connsiteX93531" fmla="*/ 737471 w 2119654"/>
              <a:gd name="connsiteY93531" fmla="*/ 496312 h 2398711"/>
              <a:gd name="connsiteX93532" fmla="*/ 735839 w 2119654"/>
              <a:gd name="connsiteY93532" fmla="*/ 493981 h 2398711"/>
              <a:gd name="connsiteX93533" fmla="*/ 735718 w 2119654"/>
              <a:gd name="connsiteY93533" fmla="*/ 493916 h 2398711"/>
              <a:gd name="connsiteX93534" fmla="*/ 328071 w 2119654"/>
              <a:gd name="connsiteY93534" fmla="*/ 1406625 h 2398711"/>
              <a:gd name="connsiteX93535" fmla="*/ 328873 w 2119654"/>
              <a:gd name="connsiteY93535" fmla="*/ 1409430 h 2398711"/>
              <a:gd name="connsiteX93536" fmla="*/ 329144 w 2119654"/>
              <a:gd name="connsiteY93536" fmla="*/ 1410223 h 2398711"/>
              <a:gd name="connsiteX93537" fmla="*/ 329296 w 2119654"/>
              <a:gd name="connsiteY93537" fmla="*/ 1410489 h 2398711"/>
              <a:gd name="connsiteX93538" fmla="*/ 330477 w 2119654"/>
              <a:gd name="connsiteY93538" fmla="*/ 1411862 h 2398711"/>
              <a:gd name="connsiteX93539" fmla="*/ 332852 w 2119654"/>
              <a:gd name="connsiteY93539" fmla="*/ 1412432 h 2398711"/>
              <a:gd name="connsiteX93540" fmla="*/ 330861 w 2119654"/>
              <a:gd name="connsiteY93540" fmla="*/ 1408956 h 2398711"/>
              <a:gd name="connsiteX93541" fmla="*/ 324107 w 2119654"/>
              <a:gd name="connsiteY93541" fmla="*/ 1415470 h 2398711"/>
              <a:gd name="connsiteX93542" fmla="*/ 324900 w 2119654"/>
              <a:gd name="connsiteY93542" fmla="*/ 1417789 h 2398711"/>
              <a:gd name="connsiteX93543" fmla="*/ 330243 w 2119654"/>
              <a:gd name="connsiteY93543" fmla="*/ 1421351 h 2398711"/>
              <a:gd name="connsiteX93544" fmla="*/ 329733 w 2119654"/>
              <a:gd name="connsiteY93544" fmla="*/ 1419571 h 2398711"/>
              <a:gd name="connsiteX93545" fmla="*/ 328162 w 2119654"/>
              <a:gd name="connsiteY93545" fmla="*/ 1417082 h 2398711"/>
              <a:gd name="connsiteX93546" fmla="*/ 769961 w 2119654"/>
              <a:gd name="connsiteY93546" fmla="*/ 416963 h 2398711"/>
              <a:gd name="connsiteX93547" fmla="*/ 769453 w 2119654"/>
              <a:gd name="connsiteY93547" fmla="*/ 427683 h 2398711"/>
              <a:gd name="connsiteX93548" fmla="*/ 772041 w 2119654"/>
              <a:gd name="connsiteY93548" fmla="*/ 428717 h 2398711"/>
              <a:gd name="connsiteX93549" fmla="*/ 772463 w 2119654"/>
              <a:gd name="connsiteY93549" fmla="*/ 423531 h 2398711"/>
              <a:gd name="connsiteX93550" fmla="*/ 735562 w 2119654"/>
              <a:gd name="connsiteY93550" fmla="*/ 493831 h 2398711"/>
              <a:gd name="connsiteX93551" fmla="*/ 735608 w 2119654"/>
              <a:gd name="connsiteY93551" fmla="*/ 494060 h 2398711"/>
              <a:gd name="connsiteX93552" fmla="*/ 735689 w 2119654"/>
              <a:gd name="connsiteY93552" fmla="*/ 493900 h 2398711"/>
              <a:gd name="connsiteX93553" fmla="*/ 750227 w 2119654"/>
              <a:gd name="connsiteY93553" fmla="*/ 460899 h 2398711"/>
              <a:gd name="connsiteX93554" fmla="*/ 750032 w 2119654"/>
              <a:gd name="connsiteY93554" fmla="*/ 465514 h 2398711"/>
              <a:gd name="connsiteX93555" fmla="*/ 750839 w 2119654"/>
              <a:gd name="connsiteY93555" fmla="*/ 463916 h 2398711"/>
              <a:gd name="connsiteX93556" fmla="*/ 751174 w 2119654"/>
              <a:gd name="connsiteY93556" fmla="*/ 463288 h 2398711"/>
              <a:gd name="connsiteX93557" fmla="*/ 751531 w 2119654"/>
              <a:gd name="connsiteY93557" fmla="*/ 461821 h 2398711"/>
              <a:gd name="connsiteX93558" fmla="*/ 711483 w 2119654"/>
              <a:gd name="connsiteY93558" fmla="*/ 547645 h 2398711"/>
              <a:gd name="connsiteX93559" fmla="*/ 711490 w 2119654"/>
              <a:gd name="connsiteY93559" fmla="*/ 549212 h 2398711"/>
              <a:gd name="connsiteX93560" fmla="*/ 712552 w 2119654"/>
              <a:gd name="connsiteY93560" fmla="*/ 549907 h 2398711"/>
              <a:gd name="connsiteX93561" fmla="*/ 712719 w 2119654"/>
              <a:gd name="connsiteY93561" fmla="*/ 548576 h 2398711"/>
              <a:gd name="connsiteX93562" fmla="*/ 228438 w 2119654"/>
              <a:gd name="connsiteY93562" fmla="*/ 1629015 h 2398711"/>
              <a:gd name="connsiteX93563" fmla="*/ 256158 w 2119654"/>
              <a:gd name="connsiteY93563" fmla="*/ 1653808 h 2398711"/>
              <a:gd name="connsiteX93564" fmla="*/ 263749 w 2119654"/>
              <a:gd name="connsiteY93564" fmla="*/ 1659658 h 2398711"/>
              <a:gd name="connsiteX93565" fmla="*/ 268991 w 2119654"/>
              <a:gd name="connsiteY93565" fmla="*/ 1648314 h 2398711"/>
              <a:gd name="connsiteX93566" fmla="*/ 255289 w 2119654"/>
              <a:gd name="connsiteY93566" fmla="*/ 1639381 h 2398711"/>
              <a:gd name="connsiteX93567" fmla="*/ 714288 w 2119654"/>
              <a:gd name="connsiteY93567" fmla="*/ 541030 h 2398711"/>
              <a:gd name="connsiteX93568" fmla="*/ 714005 w 2119654"/>
              <a:gd name="connsiteY93568" fmla="*/ 543287 h 2398711"/>
              <a:gd name="connsiteX93569" fmla="*/ 716173 w 2119654"/>
              <a:gd name="connsiteY93569" fmla="*/ 544516 h 2398711"/>
              <a:gd name="connsiteX93570" fmla="*/ 716678 w 2119654"/>
              <a:gd name="connsiteY93570" fmla="*/ 542493 h 2398711"/>
              <a:gd name="connsiteX93571" fmla="*/ 725200 w 2119654"/>
              <a:gd name="connsiteY93571" fmla="*/ 516491 h 2398711"/>
              <a:gd name="connsiteX93572" fmla="*/ 724743 w 2119654"/>
              <a:gd name="connsiteY93572" fmla="*/ 518454 h 2398711"/>
              <a:gd name="connsiteX93573" fmla="*/ 725526 w 2119654"/>
              <a:gd name="connsiteY93573" fmla="*/ 519056 h 2398711"/>
              <a:gd name="connsiteX93574" fmla="*/ 725308 w 2119654"/>
              <a:gd name="connsiteY93574" fmla="*/ 517086 h 2398711"/>
              <a:gd name="connsiteX93575" fmla="*/ 725256 w 2119654"/>
              <a:gd name="connsiteY93575" fmla="*/ 516547 h 2398711"/>
              <a:gd name="connsiteX93576" fmla="*/ 727517 w 2119654"/>
              <a:gd name="connsiteY93576" fmla="*/ 511117 h 2398711"/>
              <a:gd name="connsiteX93577" fmla="*/ 728440 w 2119654"/>
              <a:gd name="connsiteY93577" fmla="*/ 512201 h 2398711"/>
              <a:gd name="connsiteX93578" fmla="*/ 728331 w 2119654"/>
              <a:gd name="connsiteY93578" fmla="*/ 511634 h 2398711"/>
              <a:gd name="connsiteX93579" fmla="*/ 727621 w 2119654"/>
              <a:gd name="connsiteY93579" fmla="*/ 510975 h 2398711"/>
              <a:gd name="connsiteX93580" fmla="*/ 723655 w 2119654"/>
              <a:gd name="connsiteY93580" fmla="*/ 519267 h 2398711"/>
              <a:gd name="connsiteX93581" fmla="*/ 723264 w 2119654"/>
              <a:gd name="connsiteY93581" fmla="*/ 520835 h 2398711"/>
              <a:gd name="connsiteX93582" fmla="*/ 723462 w 2119654"/>
              <a:gd name="connsiteY93582" fmla="*/ 521359 h 2398711"/>
              <a:gd name="connsiteX93583" fmla="*/ 723901 w 2119654"/>
              <a:gd name="connsiteY93583" fmla="*/ 519457 h 2398711"/>
              <a:gd name="connsiteX93584" fmla="*/ 725588 w 2119654"/>
              <a:gd name="connsiteY93584" fmla="*/ 514829 h 2398711"/>
              <a:gd name="connsiteX93585" fmla="*/ 725426 w 2119654"/>
              <a:gd name="connsiteY93585" fmla="*/ 515523 h 2398711"/>
              <a:gd name="connsiteX93586" fmla="*/ 725543 w 2119654"/>
              <a:gd name="connsiteY93586" fmla="*/ 516581 h 2398711"/>
              <a:gd name="connsiteX93587" fmla="*/ 730992 w 2119654"/>
              <a:gd name="connsiteY93587" fmla="*/ 522053 h 2398711"/>
              <a:gd name="connsiteX93588" fmla="*/ 730742 w 2119654"/>
              <a:gd name="connsiteY93588" fmla="*/ 521132 h 2398711"/>
              <a:gd name="connsiteX93589" fmla="*/ 726805 w 2119654"/>
              <a:gd name="connsiteY93589" fmla="*/ 517178 h 2398711"/>
              <a:gd name="connsiteX93590" fmla="*/ 727019 w 2119654"/>
              <a:gd name="connsiteY93590" fmla="*/ 517204 h 2398711"/>
              <a:gd name="connsiteX93591" fmla="*/ 730672 w 2119654"/>
              <a:gd name="connsiteY93591" fmla="*/ 520872 h 2398711"/>
              <a:gd name="connsiteX93592" fmla="*/ 729503 w 2119654"/>
              <a:gd name="connsiteY93592" fmla="*/ 516557 h 2398711"/>
              <a:gd name="connsiteX93593" fmla="*/ 726566 w 2119654"/>
              <a:gd name="connsiteY93593" fmla="*/ 512734 h 2398711"/>
              <a:gd name="connsiteX93594" fmla="*/ 724119 w 2119654"/>
              <a:gd name="connsiteY93594" fmla="*/ 517975 h 2398711"/>
              <a:gd name="connsiteX93595" fmla="*/ 724224 w 2119654"/>
              <a:gd name="connsiteY93595" fmla="*/ 518056 h 2398711"/>
              <a:gd name="connsiteX93596" fmla="*/ 724363 w 2119654"/>
              <a:gd name="connsiteY93596" fmla="*/ 517451 h 2398711"/>
              <a:gd name="connsiteX93597" fmla="*/ 254041 w 2119654"/>
              <a:gd name="connsiteY93597" fmla="*/ 1570222 h 2398711"/>
              <a:gd name="connsiteX93598" fmla="*/ 260484 w 2119654"/>
              <a:gd name="connsiteY93598" fmla="*/ 1574187 h 2398711"/>
              <a:gd name="connsiteX93599" fmla="*/ 264763 w 2119654"/>
              <a:gd name="connsiteY93599" fmla="*/ 1575467 h 2398711"/>
              <a:gd name="connsiteX93600" fmla="*/ 256352 w 2119654"/>
              <a:gd name="connsiteY93600" fmla="*/ 1567750 h 2398711"/>
              <a:gd name="connsiteX93601" fmla="*/ 774332 w 2119654"/>
              <a:gd name="connsiteY93601" fmla="*/ 405169 h 2398711"/>
              <a:gd name="connsiteX93602" fmla="*/ 774096 w 2119654"/>
              <a:gd name="connsiteY93602" fmla="*/ 408468 h 2398711"/>
              <a:gd name="connsiteX93603" fmla="*/ 777827 w 2119654"/>
              <a:gd name="connsiteY93603" fmla="*/ 411804 h 2398711"/>
              <a:gd name="connsiteX93604" fmla="*/ 779563 w 2119654"/>
              <a:gd name="connsiteY93604" fmla="*/ 413484 h 2398711"/>
              <a:gd name="connsiteX93605" fmla="*/ 780036 w 2119654"/>
              <a:gd name="connsiteY93605" fmla="*/ 411126 h 2398711"/>
              <a:gd name="connsiteX93606" fmla="*/ 777299 w 2119654"/>
              <a:gd name="connsiteY93606" fmla="*/ 407451 h 2398711"/>
              <a:gd name="connsiteX93607" fmla="*/ 775485 w 2119654"/>
              <a:gd name="connsiteY93607" fmla="*/ 405610 h 2398711"/>
              <a:gd name="connsiteX93608" fmla="*/ 805891 w 2119654"/>
              <a:gd name="connsiteY93608" fmla="*/ 334460 h 2398711"/>
              <a:gd name="connsiteX93609" fmla="*/ 806094 w 2119654"/>
              <a:gd name="connsiteY93609" fmla="*/ 338429 h 2398711"/>
              <a:gd name="connsiteX93610" fmla="*/ 810162 w 2119654"/>
              <a:gd name="connsiteY93610" fmla="*/ 342102 h 2398711"/>
              <a:gd name="connsiteX93611" fmla="*/ 712807 w 2119654"/>
              <a:gd name="connsiteY93611" fmla="*/ 542892 h 2398711"/>
              <a:gd name="connsiteX93612" fmla="*/ 713363 w 2119654"/>
              <a:gd name="connsiteY93612" fmla="*/ 543450 h 2398711"/>
              <a:gd name="connsiteX93613" fmla="*/ 713391 w 2119654"/>
              <a:gd name="connsiteY93613" fmla="*/ 543223 h 2398711"/>
              <a:gd name="connsiteX93614" fmla="*/ 750313 w 2119654"/>
              <a:gd name="connsiteY93614" fmla="*/ 458852 h 2398711"/>
              <a:gd name="connsiteX93615" fmla="*/ 750260 w 2119654"/>
              <a:gd name="connsiteY93615" fmla="*/ 460108 h 2398711"/>
              <a:gd name="connsiteX93616" fmla="*/ 751701 w 2119654"/>
              <a:gd name="connsiteY93616" fmla="*/ 461127 h 2398711"/>
              <a:gd name="connsiteX93617" fmla="*/ 751964 w 2119654"/>
              <a:gd name="connsiteY93617" fmla="*/ 460048 h 2398711"/>
              <a:gd name="connsiteX93618" fmla="*/ 714559 w 2119654"/>
              <a:gd name="connsiteY93618" fmla="*/ 538873 h 2398711"/>
              <a:gd name="connsiteX93619" fmla="*/ 714337 w 2119654"/>
              <a:gd name="connsiteY93619" fmla="*/ 540637 h 2398711"/>
              <a:gd name="connsiteX93620" fmla="*/ 716780 w 2119654"/>
              <a:gd name="connsiteY93620" fmla="*/ 542088 h 2398711"/>
              <a:gd name="connsiteX93621" fmla="*/ 717225 w 2119654"/>
              <a:gd name="connsiteY93621" fmla="*/ 540307 h 2398711"/>
              <a:gd name="connsiteX93622" fmla="*/ 711864 w 2119654"/>
              <a:gd name="connsiteY93622" fmla="*/ 544780 h 2398711"/>
              <a:gd name="connsiteX93623" fmla="*/ 711477 w 2119654"/>
              <a:gd name="connsiteY93623" fmla="*/ 546139 h 2398711"/>
              <a:gd name="connsiteX93624" fmla="*/ 711481 w 2119654"/>
              <a:gd name="connsiteY93624" fmla="*/ 546804 h 2398711"/>
              <a:gd name="connsiteX93625" fmla="*/ 712084 w 2119654"/>
              <a:gd name="connsiteY93625" fmla="*/ 547259 h 2398711"/>
              <a:gd name="connsiteX93626" fmla="*/ 712839 w 2119654"/>
              <a:gd name="connsiteY93626" fmla="*/ 547614 h 2398711"/>
              <a:gd name="connsiteX93627" fmla="*/ 713036 w 2119654"/>
              <a:gd name="connsiteY93627" fmla="*/ 546052 h 2398711"/>
              <a:gd name="connsiteX93628" fmla="*/ 278064 w 2119654"/>
              <a:gd name="connsiteY93628" fmla="*/ 1516103 h 2398711"/>
              <a:gd name="connsiteX93629" fmla="*/ 279159 w 2119654"/>
              <a:gd name="connsiteY93629" fmla="*/ 1517428 h 2398711"/>
              <a:gd name="connsiteX93630" fmla="*/ 280346 w 2119654"/>
              <a:gd name="connsiteY93630" fmla="*/ 1518669 h 2398711"/>
              <a:gd name="connsiteX93631" fmla="*/ 280573 w 2119654"/>
              <a:gd name="connsiteY93631" fmla="*/ 1518787 h 2398711"/>
              <a:gd name="connsiteX93632" fmla="*/ 715155 w 2119654"/>
              <a:gd name="connsiteY93632" fmla="*/ 537191 h 2398711"/>
              <a:gd name="connsiteX93633" fmla="*/ 717096 w 2119654"/>
              <a:gd name="connsiteY93633" fmla="*/ 538235 h 2398711"/>
              <a:gd name="connsiteX93634" fmla="*/ 716959 w 2119654"/>
              <a:gd name="connsiteY93634" fmla="*/ 537605 h 2398711"/>
              <a:gd name="connsiteX93635" fmla="*/ 715456 w 2119654"/>
              <a:gd name="connsiteY93635" fmla="*/ 536548 h 2398711"/>
              <a:gd name="connsiteX93636" fmla="*/ 305745 w 2119654"/>
              <a:gd name="connsiteY93636" fmla="*/ 1453884 h 2398711"/>
              <a:gd name="connsiteX93637" fmla="*/ 306180 w 2119654"/>
              <a:gd name="connsiteY93637" fmla="*/ 1454242 h 2398711"/>
              <a:gd name="connsiteX93638" fmla="*/ 306119 w 2119654"/>
              <a:gd name="connsiteY93638" fmla="*/ 1454113 h 2398711"/>
              <a:gd name="connsiteX93639" fmla="*/ 774386 w 2119654"/>
              <a:gd name="connsiteY93639" fmla="*/ 404495 h 2398711"/>
              <a:gd name="connsiteX93640" fmla="*/ 774360 w 2119654"/>
              <a:gd name="connsiteY93640" fmla="*/ 404819 h 2398711"/>
              <a:gd name="connsiteX93641" fmla="*/ 774915 w 2119654"/>
              <a:gd name="connsiteY93641" fmla="*/ 405031 h 2398711"/>
              <a:gd name="connsiteX93642" fmla="*/ 713717 w 2119654"/>
              <a:gd name="connsiteY93642" fmla="*/ 540268 h 2398711"/>
              <a:gd name="connsiteX93643" fmla="*/ 713773 w 2119654"/>
              <a:gd name="connsiteY93643" fmla="*/ 540302 h 2398711"/>
              <a:gd name="connsiteX93644" fmla="*/ 713804 w 2119654"/>
              <a:gd name="connsiteY93644" fmla="*/ 540082 h 2398711"/>
              <a:gd name="connsiteX93645" fmla="*/ 304091 w 2119654"/>
              <a:gd name="connsiteY93645" fmla="*/ 1457480 h 2398711"/>
              <a:gd name="connsiteX93646" fmla="*/ 304201 w 2119654"/>
              <a:gd name="connsiteY93646" fmla="*/ 1457711 h 2398711"/>
              <a:gd name="connsiteX93647" fmla="*/ 309402 w 2119654"/>
              <a:gd name="connsiteY93647" fmla="*/ 1461006 h 2398711"/>
              <a:gd name="connsiteX93648" fmla="*/ 309339 w 2119654"/>
              <a:gd name="connsiteY93648" fmla="*/ 1460875 h 2398711"/>
              <a:gd name="connsiteX93649" fmla="*/ 307313 w 2119654"/>
              <a:gd name="connsiteY93649" fmla="*/ 1459475 h 2398711"/>
              <a:gd name="connsiteX93650" fmla="*/ 712664 w 2119654"/>
              <a:gd name="connsiteY93650" fmla="*/ 542526 h 2398711"/>
              <a:gd name="connsiteX93651" fmla="*/ 713424 w 2119654"/>
              <a:gd name="connsiteY93651" fmla="*/ 542958 h 2398711"/>
              <a:gd name="connsiteX93652" fmla="*/ 713618 w 2119654"/>
              <a:gd name="connsiteY93652" fmla="*/ 541412 h 2398711"/>
              <a:gd name="connsiteX93653" fmla="*/ 713720 w 2119654"/>
              <a:gd name="connsiteY93653" fmla="*/ 540681 h 2398711"/>
              <a:gd name="connsiteX93654" fmla="*/ 713568 w 2119654"/>
              <a:gd name="connsiteY93654" fmla="*/ 540588 h 2398711"/>
              <a:gd name="connsiteX93655" fmla="*/ 278160 w 2119654"/>
              <a:gd name="connsiteY93655" fmla="*/ 1515308 h 2398711"/>
              <a:gd name="connsiteX93656" fmla="*/ 282207 w 2119654"/>
              <a:gd name="connsiteY93656" fmla="*/ 1519637 h 2398711"/>
              <a:gd name="connsiteX93657" fmla="*/ 285341 w 2119654"/>
              <a:gd name="connsiteY93657" fmla="*/ 1521269 h 2398711"/>
              <a:gd name="connsiteX93658" fmla="*/ 283553 w 2119654"/>
              <a:gd name="connsiteY93658" fmla="*/ 1518156 h 2398711"/>
              <a:gd name="connsiteX93659" fmla="*/ 280360 w 2119654"/>
              <a:gd name="connsiteY93659" fmla="*/ 1515858 h 2398711"/>
              <a:gd name="connsiteX93660" fmla="*/ 724519 w 2119654"/>
              <a:gd name="connsiteY93660" fmla="*/ 515807 h 2398711"/>
              <a:gd name="connsiteX93661" fmla="*/ 724421 w 2119654"/>
              <a:gd name="connsiteY93661" fmla="*/ 516200 h 2398711"/>
              <a:gd name="connsiteX93662" fmla="*/ 724586 w 2119654"/>
              <a:gd name="connsiteY93662" fmla="*/ 515873 h 2398711"/>
              <a:gd name="connsiteX93663" fmla="*/ 245254 w 2119654"/>
              <a:gd name="connsiteY93663" fmla="*/ 1588933 h 2398711"/>
              <a:gd name="connsiteX93664" fmla="*/ 245815 w 2119654"/>
              <a:gd name="connsiteY93664" fmla="*/ 1589784 h 2398711"/>
              <a:gd name="connsiteX93665" fmla="*/ 261200 w 2119654"/>
              <a:gd name="connsiteY93665" fmla="*/ 1595246 h 2398711"/>
              <a:gd name="connsiteX93666" fmla="*/ 255909 w 2119654"/>
              <a:gd name="connsiteY93666" fmla="*/ 1591745 h 2398711"/>
              <a:gd name="connsiteX93667" fmla="*/ 764379 w 2119654"/>
              <a:gd name="connsiteY93667" fmla="*/ 426320 h 2398711"/>
              <a:gd name="connsiteX93668" fmla="*/ 765579 w 2119654"/>
              <a:gd name="connsiteY93668" fmla="*/ 428475 h 2398711"/>
              <a:gd name="connsiteX93669" fmla="*/ 765921 w 2119654"/>
              <a:gd name="connsiteY93669" fmla="*/ 426936 h 2398711"/>
              <a:gd name="connsiteX93670" fmla="*/ 774456 w 2119654"/>
              <a:gd name="connsiteY93670" fmla="*/ 403633 h 2398711"/>
              <a:gd name="connsiteX93671" fmla="*/ 774429 w 2119654"/>
              <a:gd name="connsiteY93671" fmla="*/ 403979 h 2398711"/>
              <a:gd name="connsiteX93672" fmla="*/ 775597 w 2119654"/>
              <a:gd name="connsiteY93672" fmla="*/ 405164 h 2398711"/>
              <a:gd name="connsiteX93673" fmla="*/ 724752 w 2119654"/>
              <a:gd name="connsiteY93673" fmla="*/ 514875 h 2398711"/>
              <a:gd name="connsiteX93674" fmla="*/ 724570 w 2119654"/>
              <a:gd name="connsiteY93674" fmla="*/ 515604 h 2398711"/>
              <a:gd name="connsiteX93675" fmla="*/ 724671 w 2119654"/>
              <a:gd name="connsiteY93675" fmla="*/ 515705 h 2398711"/>
              <a:gd name="connsiteX93676" fmla="*/ 724845 w 2119654"/>
              <a:gd name="connsiteY93676" fmla="*/ 515362 h 2398711"/>
              <a:gd name="connsiteX93677" fmla="*/ 725050 w 2119654"/>
              <a:gd name="connsiteY93677" fmla="*/ 514470 h 2398711"/>
              <a:gd name="connsiteX93678" fmla="*/ 252554 w 2119654"/>
              <a:gd name="connsiteY93678" fmla="*/ 1571812 h 2398711"/>
              <a:gd name="connsiteX93679" fmla="*/ 258423 w 2119654"/>
              <a:gd name="connsiteY93679" fmla="*/ 1573569 h 2398711"/>
              <a:gd name="connsiteX93680" fmla="*/ 253655 w 2119654"/>
              <a:gd name="connsiteY93680" fmla="*/ 1570635 h 2398711"/>
              <a:gd name="connsiteX93681" fmla="*/ 726689 w 2119654"/>
              <a:gd name="connsiteY93681" fmla="*/ 510108 h 2398711"/>
              <a:gd name="connsiteX93682" fmla="*/ 726682 w 2119654"/>
              <a:gd name="connsiteY93682" fmla="*/ 510138 h 2398711"/>
              <a:gd name="connsiteX93683" fmla="*/ 727018 w 2119654"/>
              <a:gd name="connsiteY93683" fmla="*/ 510534 h 2398711"/>
              <a:gd name="connsiteX93684" fmla="*/ 727072 w 2119654"/>
              <a:gd name="connsiteY93684" fmla="*/ 510462 h 2398711"/>
              <a:gd name="connsiteX93685" fmla="*/ 789834 w 2119654"/>
              <a:gd name="connsiteY93685" fmla="*/ 368486 h 2398711"/>
              <a:gd name="connsiteX93686" fmla="*/ 786931 w 2119654"/>
              <a:gd name="connsiteY93686" fmla="*/ 387041 h 2398711"/>
              <a:gd name="connsiteX93687" fmla="*/ 791951 w 2119654"/>
              <a:gd name="connsiteY93687" fmla="*/ 392835 h 2398711"/>
              <a:gd name="connsiteX93688" fmla="*/ 793571 w 2119654"/>
              <a:gd name="connsiteY93688" fmla="*/ 394862 h 2398711"/>
              <a:gd name="connsiteX93689" fmla="*/ 793154 w 2119654"/>
              <a:gd name="connsiteY93689" fmla="*/ 382354 h 2398711"/>
              <a:gd name="connsiteX93690" fmla="*/ 793730 w 2119654"/>
              <a:gd name="connsiteY93690" fmla="*/ 374707 h 2398711"/>
              <a:gd name="connsiteX93691" fmla="*/ 756242 w 2119654"/>
              <a:gd name="connsiteY93691" fmla="*/ 443661 h 2398711"/>
              <a:gd name="connsiteX93692" fmla="*/ 756133 w 2119654"/>
              <a:gd name="connsiteY93692" fmla="*/ 444111 h 2398711"/>
              <a:gd name="connsiteX93693" fmla="*/ 756147 w 2119654"/>
              <a:gd name="connsiteY93693" fmla="*/ 444311 h 2398711"/>
              <a:gd name="connsiteX93694" fmla="*/ 756154 w 2119654"/>
              <a:gd name="connsiteY93694" fmla="*/ 444315 h 2398711"/>
              <a:gd name="connsiteX93695" fmla="*/ 757151 w 2119654"/>
              <a:gd name="connsiteY93695" fmla="*/ 445073 h 2398711"/>
              <a:gd name="connsiteX93696" fmla="*/ 757152 w 2119654"/>
              <a:gd name="connsiteY93696" fmla="*/ 444253 h 2398711"/>
              <a:gd name="connsiteX93697" fmla="*/ 768959 w 2119654"/>
              <a:gd name="connsiteY93697" fmla="*/ 415090 h 2398711"/>
              <a:gd name="connsiteX93698" fmla="*/ 766752 w 2119654"/>
              <a:gd name="connsiteY93698" fmla="*/ 425005 h 2398711"/>
              <a:gd name="connsiteX93699" fmla="*/ 766481 w 2119654"/>
              <a:gd name="connsiteY93699" fmla="*/ 426497 h 2398711"/>
              <a:gd name="connsiteX93700" fmla="*/ 769072 w 2119654"/>
              <a:gd name="connsiteY93700" fmla="*/ 427531 h 2398711"/>
              <a:gd name="connsiteX93701" fmla="*/ 769616 w 2119654"/>
              <a:gd name="connsiteY93701" fmla="*/ 416055 h 2398711"/>
              <a:gd name="connsiteX93702" fmla="*/ 769475 w 2119654"/>
              <a:gd name="connsiteY93702" fmla="*/ 415685 h 2398711"/>
              <a:gd name="connsiteX93703" fmla="*/ 758101 w 2119654"/>
              <a:gd name="connsiteY93703" fmla="*/ 439214 h 2398711"/>
              <a:gd name="connsiteX93704" fmla="*/ 758099 w 2119654"/>
              <a:gd name="connsiteY93704" fmla="*/ 442016 h 2398711"/>
              <a:gd name="connsiteX93705" fmla="*/ 761196 w 2119654"/>
              <a:gd name="connsiteY93705" fmla="*/ 444495 h 2398711"/>
              <a:gd name="connsiteX93706" fmla="*/ 761736 w 2119654"/>
              <a:gd name="connsiteY93706" fmla="*/ 443482 h 2398711"/>
              <a:gd name="connsiteX93707" fmla="*/ 324884 w 2119654"/>
              <a:gd name="connsiteY93707" fmla="*/ 1409267 h 2398711"/>
              <a:gd name="connsiteX93708" fmla="*/ 325789 w 2119654"/>
              <a:gd name="connsiteY93708" fmla="*/ 1410700 h 2398711"/>
              <a:gd name="connsiteX93709" fmla="*/ 326025 w 2119654"/>
              <a:gd name="connsiteY93709" fmla="*/ 1410794 h 2398711"/>
              <a:gd name="connsiteX93710" fmla="*/ 326797 w 2119654"/>
              <a:gd name="connsiteY93710" fmla="*/ 1410979 h 2398711"/>
              <a:gd name="connsiteX93711" fmla="*/ 326479 w 2119654"/>
              <a:gd name="connsiteY93711" fmla="*/ 1410476 h 2398711"/>
              <a:gd name="connsiteX93712" fmla="*/ 327286 w 2119654"/>
              <a:gd name="connsiteY93712" fmla="*/ 1403885 h 2398711"/>
              <a:gd name="connsiteX93713" fmla="*/ 327712 w 2119654"/>
              <a:gd name="connsiteY93713" fmla="*/ 1405372 h 2398711"/>
              <a:gd name="connsiteX93714" fmla="*/ 329518 w 2119654"/>
              <a:gd name="connsiteY93714" fmla="*/ 1406611 h 2398711"/>
              <a:gd name="connsiteX93715" fmla="*/ 328152 w 2119654"/>
              <a:gd name="connsiteY93715" fmla="*/ 1404226 h 2398711"/>
              <a:gd name="connsiteX93716" fmla="*/ 299465 w 2119654"/>
              <a:gd name="connsiteY93716" fmla="*/ 1466144 h 2398711"/>
              <a:gd name="connsiteX93717" fmla="*/ 308147 w 2119654"/>
              <a:gd name="connsiteY93717" fmla="*/ 1475311 h 2398711"/>
              <a:gd name="connsiteX93718" fmla="*/ 304871 w 2119654"/>
              <a:gd name="connsiteY93718" fmla="*/ 1468435 h 2398711"/>
              <a:gd name="connsiteX93719" fmla="*/ 769066 w 2119654"/>
              <a:gd name="connsiteY93719" fmla="*/ 414611 h 2398711"/>
              <a:gd name="connsiteX93720" fmla="*/ 769032 w 2119654"/>
              <a:gd name="connsiteY93720" fmla="*/ 414766 h 2398711"/>
              <a:gd name="connsiteX93721" fmla="*/ 769198 w 2119654"/>
              <a:gd name="connsiteY93721" fmla="*/ 414958 h 2398711"/>
              <a:gd name="connsiteX93722" fmla="*/ 752387 w 2119654"/>
              <a:gd name="connsiteY93722" fmla="*/ 451622 h 2398711"/>
              <a:gd name="connsiteX93723" fmla="*/ 752635 w 2119654"/>
              <a:gd name="connsiteY93723" fmla="*/ 457294 h 2398711"/>
              <a:gd name="connsiteX93724" fmla="*/ 753617 w 2119654"/>
              <a:gd name="connsiteY93724" fmla="*/ 453261 h 2398711"/>
              <a:gd name="connsiteX93725" fmla="*/ 725559 w 2119654"/>
              <a:gd name="connsiteY93725" fmla="*/ 511643 h 2398711"/>
              <a:gd name="connsiteX93726" fmla="*/ 725228 w 2119654"/>
              <a:gd name="connsiteY93726" fmla="*/ 512969 h 2398711"/>
              <a:gd name="connsiteX93727" fmla="*/ 725472 w 2119654"/>
              <a:gd name="connsiteY93727" fmla="*/ 512638 h 2398711"/>
              <a:gd name="connsiteX93728" fmla="*/ 725687 w 2119654"/>
              <a:gd name="connsiteY93728" fmla="*/ 511707 h 2398711"/>
              <a:gd name="connsiteX93729" fmla="*/ 790094 w 2119654"/>
              <a:gd name="connsiteY93729" fmla="*/ 366817 h 2398711"/>
              <a:gd name="connsiteX93730" fmla="*/ 789996 w 2119654"/>
              <a:gd name="connsiteY93730" fmla="*/ 367445 h 2398711"/>
              <a:gd name="connsiteX93731" fmla="*/ 793598 w 2119654"/>
              <a:gd name="connsiteY93731" fmla="*/ 372715 h 2398711"/>
              <a:gd name="connsiteX93732" fmla="*/ 793850 w 2119654"/>
              <a:gd name="connsiteY93732" fmla="*/ 373118 h 2398711"/>
              <a:gd name="connsiteX93733" fmla="*/ 794065 w 2119654"/>
              <a:gd name="connsiteY93733" fmla="*/ 370258 h 2398711"/>
              <a:gd name="connsiteX93734" fmla="*/ 241532 w 2119654"/>
              <a:gd name="connsiteY93734" fmla="*/ 1594686 h 2398711"/>
              <a:gd name="connsiteX93735" fmla="*/ 243684 w 2119654"/>
              <a:gd name="connsiteY93735" fmla="*/ 1596965 h 2398711"/>
              <a:gd name="connsiteX93736" fmla="*/ 245517 w 2119654"/>
              <a:gd name="connsiteY93736" fmla="*/ 1597696 h 2398711"/>
              <a:gd name="connsiteX93737" fmla="*/ 244530 w 2119654"/>
              <a:gd name="connsiteY93737" fmla="*/ 1596202 h 2398711"/>
              <a:gd name="connsiteX93738" fmla="*/ 250834 w 2119654"/>
              <a:gd name="connsiteY93738" fmla="*/ 1573653 h 2398711"/>
              <a:gd name="connsiteX93739" fmla="*/ 270157 w 2119654"/>
              <a:gd name="connsiteY93739" fmla="*/ 1580791 h 2398711"/>
              <a:gd name="connsiteX93740" fmla="*/ 260468 w 2119654"/>
              <a:gd name="connsiteY93740" fmla="*/ 1574829 h 2398711"/>
              <a:gd name="connsiteX93741" fmla="*/ 252082 w 2119654"/>
              <a:gd name="connsiteY93741" fmla="*/ 1572318 h 2398711"/>
              <a:gd name="connsiteX93742" fmla="*/ 285640 w 2119654"/>
              <a:gd name="connsiteY93742" fmla="*/ 1495477 h 2398711"/>
              <a:gd name="connsiteX93743" fmla="*/ 288718 w 2119654"/>
              <a:gd name="connsiteY93743" fmla="*/ 1499999 h 2398711"/>
              <a:gd name="connsiteX93744" fmla="*/ 291131 w 2119654"/>
              <a:gd name="connsiteY93744" fmla="*/ 1501397 h 2398711"/>
              <a:gd name="connsiteX93745" fmla="*/ 291141 w 2119654"/>
              <a:gd name="connsiteY93745" fmla="*/ 1501097 h 2398711"/>
              <a:gd name="connsiteX93746" fmla="*/ 291533 w 2119654"/>
              <a:gd name="connsiteY93746" fmla="*/ 1501631 h 2398711"/>
              <a:gd name="connsiteX93747" fmla="*/ 293757 w 2119654"/>
              <a:gd name="connsiteY93747" fmla="*/ 1502920 h 2398711"/>
              <a:gd name="connsiteX93748" fmla="*/ 294082 w 2119654"/>
              <a:gd name="connsiteY93748" fmla="*/ 1502936 h 2398711"/>
              <a:gd name="connsiteX93749" fmla="*/ 293092 w 2119654"/>
              <a:gd name="connsiteY93749" fmla="*/ 1501471 h 2398711"/>
              <a:gd name="connsiteX93750" fmla="*/ 292521 w 2119654"/>
              <a:gd name="connsiteY93750" fmla="*/ 1501023 h 2398711"/>
              <a:gd name="connsiteX93751" fmla="*/ 712264 w 2119654"/>
              <a:gd name="connsiteY93751" fmla="*/ 539790 h 2398711"/>
              <a:gd name="connsiteX93752" fmla="*/ 711666 w 2119654"/>
              <a:gd name="connsiteY93752" fmla="*/ 541748 h 2398711"/>
              <a:gd name="connsiteX93753" fmla="*/ 711762 w 2119654"/>
              <a:gd name="connsiteY93753" fmla="*/ 541845 h 2398711"/>
              <a:gd name="connsiteX93754" fmla="*/ 712580 w 2119654"/>
              <a:gd name="connsiteY93754" fmla="*/ 539984 h 2398711"/>
              <a:gd name="connsiteX93755" fmla="*/ 768414 w 2119654"/>
              <a:gd name="connsiteY93755" fmla="*/ 414053 h 2398711"/>
              <a:gd name="connsiteX93756" fmla="*/ 768712 w 2119654"/>
              <a:gd name="connsiteY93756" fmla="*/ 414399 h 2398711"/>
              <a:gd name="connsiteX93757" fmla="*/ 768759 w 2119654"/>
              <a:gd name="connsiteY93757" fmla="*/ 414191 h 2398711"/>
              <a:gd name="connsiteX93758" fmla="*/ 255530 w 2119654"/>
              <a:gd name="connsiteY93758" fmla="*/ 1562389 h 2398711"/>
              <a:gd name="connsiteX93759" fmla="*/ 257319 w 2119654"/>
              <a:gd name="connsiteY93759" fmla="*/ 1563839 h 2398711"/>
              <a:gd name="connsiteX93760" fmla="*/ 259107 w 2119654"/>
              <a:gd name="connsiteY93760" fmla="*/ 1564218 h 2398711"/>
              <a:gd name="connsiteX93761" fmla="*/ 259383 w 2119654"/>
              <a:gd name="connsiteY93761" fmla="*/ 1563922 h 2398711"/>
              <a:gd name="connsiteX93762" fmla="*/ 258294 w 2119654"/>
              <a:gd name="connsiteY93762" fmla="*/ 1563573 h 2398711"/>
              <a:gd name="connsiteX93763" fmla="*/ 790442 w 2119654"/>
              <a:gd name="connsiteY93763" fmla="*/ 364598 h 2398711"/>
              <a:gd name="connsiteX93764" fmla="*/ 790130 w 2119654"/>
              <a:gd name="connsiteY93764" fmla="*/ 366589 h 2398711"/>
              <a:gd name="connsiteX93765" fmla="*/ 794084 w 2119654"/>
              <a:gd name="connsiteY93765" fmla="*/ 370013 h 2398711"/>
              <a:gd name="connsiteX93766" fmla="*/ 794237 w 2119654"/>
              <a:gd name="connsiteY93766" fmla="*/ 367980 h 2398711"/>
              <a:gd name="connsiteX93767" fmla="*/ 793983 w 2119654"/>
              <a:gd name="connsiteY93767" fmla="*/ 367575 h 2398711"/>
              <a:gd name="connsiteX93768" fmla="*/ 734677 w 2119654"/>
              <a:gd name="connsiteY93768" fmla="*/ 489345 h 2398711"/>
              <a:gd name="connsiteX93769" fmla="*/ 735118 w 2119654"/>
              <a:gd name="connsiteY93769" fmla="*/ 491583 h 2398711"/>
              <a:gd name="connsiteX93770" fmla="*/ 735559 w 2119654"/>
              <a:gd name="connsiteY93770" fmla="*/ 492212 h 2398711"/>
              <a:gd name="connsiteX93771" fmla="*/ 736348 w 2119654"/>
              <a:gd name="connsiteY93771" fmla="*/ 492597 h 2398711"/>
              <a:gd name="connsiteX93772" fmla="*/ 737169 w 2119654"/>
              <a:gd name="connsiteY93772" fmla="*/ 490969 h 2398711"/>
              <a:gd name="connsiteX93773" fmla="*/ 737108 w 2119654"/>
              <a:gd name="connsiteY93773" fmla="*/ 490906 h 2398711"/>
              <a:gd name="connsiteX93774" fmla="*/ 712828 w 2119654"/>
              <a:gd name="connsiteY93774" fmla="*/ 537941 h 2398711"/>
              <a:gd name="connsiteX93775" fmla="*/ 712363 w 2119654"/>
              <a:gd name="connsiteY93775" fmla="*/ 539464 h 2398711"/>
              <a:gd name="connsiteX93776" fmla="*/ 712716 w 2119654"/>
              <a:gd name="connsiteY93776" fmla="*/ 539674 h 2398711"/>
              <a:gd name="connsiteX93777" fmla="*/ 713263 w 2119654"/>
              <a:gd name="connsiteY93777" fmla="*/ 538431 h 2398711"/>
              <a:gd name="connsiteX93778" fmla="*/ 713334 w 2119654"/>
              <a:gd name="connsiteY93778" fmla="*/ 538215 h 2398711"/>
              <a:gd name="connsiteX93779" fmla="*/ 727121 w 2119654"/>
              <a:gd name="connsiteY93779" fmla="*/ 505386 h 2398711"/>
              <a:gd name="connsiteX93780" fmla="*/ 727021 w 2119654"/>
              <a:gd name="connsiteY93780" fmla="*/ 505787 h 2398711"/>
              <a:gd name="connsiteX93781" fmla="*/ 727047 w 2119654"/>
              <a:gd name="connsiteY93781" fmla="*/ 505804 h 2398711"/>
              <a:gd name="connsiteX93782" fmla="*/ 727131 w 2119654"/>
              <a:gd name="connsiteY93782" fmla="*/ 505439 h 2398711"/>
              <a:gd name="connsiteX93783" fmla="*/ 715537 w 2119654"/>
              <a:gd name="connsiteY93783" fmla="*/ 531085 h 2398711"/>
              <a:gd name="connsiteX93784" fmla="*/ 715453 w 2119654"/>
              <a:gd name="connsiteY93784" fmla="*/ 531752 h 2398711"/>
              <a:gd name="connsiteX93785" fmla="*/ 715590 w 2119654"/>
              <a:gd name="connsiteY93785" fmla="*/ 531332 h 2398711"/>
              <a:gd name="connsiteX93786" fmla="*/ 713643 w 2119654"/>
              <a:gd name="connsiteY93786" fmla="*/ 535271 h 2398711"/>
              <a:gd name="connsiteX93787" fmla="*/ 713353 w 2119654"/>
              <a:gd name="connsiteY93787" fmla="*/ 536222 h 2398711"/>
              <a:gd name="connsiteX93788" fmla="*/ 713892 w 2119654"/>
              <a:gd name="connsiteY93788" fmla="*/ 536512 h 2398711"/>
              <a:gd name="connsiteX93789" fmla="*/ 714176 w 2119654"/>
              <a:gd name="connsiteY93789" fmla="*/ 535647 h 2398711"/>
              <a:gd name="connsiteX93790" fmla="*/ 286941 w 2119654"/>
              <a:gd name="connsiteY93790" fmla="*/ 1490734 h 2398711"/>
              <a:gd name="connsiteX93791" fmla="*/ 288167 w 2119654"/>
              <a:gd name="connsiteY93791" fmla="*/ 1492485 h 2398711"/>
              <a:gd name="connsiteX93792" fmla="*/ 288221 w 2119654"/>
              <a:gd name="connsiteY93792" fmla="*/ 1492543 h 2398711"/>
              <a:gd name="connsiteX93793" fmla="*/ 288463 w 2119654"/>
              <a:gd name="connsiteY93793" fmla="*/ 1492614 h 2398711"/>
              <a:gd name="connsiteX93794" fmla="*/ 790778 w 2119654"/>
              <a:gd name="connsiteY93794" fmla="*/ 362455 h 2398711"/>
              <a:gd name="connsiteX93795" fmla="*/ 790473 w 2119654"/>
              <a:gd name="connsiteY93795" fmla="*/ 364407 h 2398711"/>
              <a:gd name="connsiteX93796" fmla="*/ 793603 w 2119654"/>
              <a:gd name="connsiteY93796" fmla="*/ 366967 h 2398711"/>
              <a:gd name="connsiteX93797" fmla="*/ 770810 w 2119654"/>
              <a:gd name="connsiteY93797" fmla="*/ 406777 h 2398711"/>
              <a:gd name="connsiteX93798" fmla="*/ 770804 w 2119654"/>
              <a:gd name="connsiteY93798" fmla="*/ 406806 h 2398711"/>
              <a:gd name="connsiteX93799" fmla="*/ 773453 w 2119654"/>
              <a:gd name="connsiteY93799" fmla="*/ 411376 h 2398711"/>
              <a:gd name="connsiteX93800" fmla="*/ 773607 w 2119654"/>
              <a:gd name="connsiteY93800" fmla="*/ 409485 h 2398711"/>
              <a:gd name="connsiteX93801" fmla="*/ 752240 w 2119654"/>
              <a:gd name="connsiteY93801" fmla="*/ 448246 h 2398711"/>
              <a:gd name="connsiteX93802" fmla="*/ 752289 w 2119654"/>
              <a:gd name="connsiteY93802" fmla="*/ 449379 h 2398711"/>
              <a:gd name="connsiteX93803" fmla="*/ 753968 w 2119654"/>
              <a:gd name="connsiteY93803" fmla="*/ 451616 h 2398711"/>
              <a:gd name="connsiteX93804" fmla="*/ 753791 w 2119654"/>
              <a:gd name="connsiteY93804" fmla="*/ 449171 h 2398711"/>
              <a:gd name="connsiteX93805" fmla="*/ 734432 w 2119654"/>
              <a:gd name="connsiteY93805" fmla="*/ 488104 h 2398711"/>
              <a:gd name="connsiteX93806" fmla="*/ 734539 w 2119654"/>
              <a:gd name="connsiteY93806" fmla="*/ 488648 h 2398711"/>
              <a:gd name="connsiteX93807" fmla="*/ 735604 w 2119654"/>
              <a:gd name="connsiteY93807" fmla="*/ 489332 h 2398711"/>
              <a:gd name="connsiteX93808" fmla="*/ 263324 w 2119654"/>
              <a:gd name="connsiteY93808" fmla="*/ 1542920 h 2398711"/>
              <a:gd name="connsiteX93809" fmla="*/ 269820 w 2119654"/>
              <a:gd name="connsiteY93809" fmla="*/ 1552760 h 2398711"/>
              <a:gd name="connsiteX93810" fmla="*/ 273821 w 2119654"/>
              <a:gd name="connsiteY93810" fmla="*/ 1548481 h 2398711"/>
              <a:gd name="connsiteX93811" fmla="*/ 267231 w 2119654"/>
              <a:gd name="connsiteY93811" fmla="*/ 1545059 h 2398711"/>
              <a:gd name="connsiteX93812" fmla="*/ 238534 w 2119654"/>
              <a:gd name="connsiteY93812" fmla="*/ 1598307 h 2398711"/>
              <a:gd name="connsiteX93813" fmla="*/ 242855 w 2119654"/>
              <a:gd name="connsiteY93813" fmla="*/ 1602276 h 2398711"/>
              <a:gd name="connsiteX93814" fmla="*/ 246905 w 2119654"/>
              <a:gd name="connsiteY93814" fmla="*/ 1605815 h 2398711"/>
              <a:gd name="connsiteX93815" fmla="*/ 240525 w 2119654"/>
              <a:gd name="connsiteY93815" fmla="*/ 1599061 h 2398711"/>
              <a:gd name="connsiteX93816" fmla="*/ 711448 w 2119654"/>
              <a:gd name="connsiteY93816" fmla="*/ 539290 h 2398711"/>
              <a:gd name="connsiteX93817" fmla="*/ 711457 w 2119654"/>
              <a:gd name="connsiteY93817" fmla="*/ 541539 h 2398711"/>
              <a:gd name="connsiteX93818" fmla="*/ 711538 w 2119654"/>
              <a:gd name="connsiteY93818" fmla="*/ 541620 h 2398711"/>
              <a:gd name="connsiteX93819" fmla="*/ 712123 w 2119654"/>
              <a:gd name="connsiteY93819" fmla="*/ 539703 h 2398711"/>
              <a:gd name="connsiteX93820" fmla="*/ 798702 w 2119654"/>
              <a:gd name="connsiteY93820" fmla="*/ 343864 h 2398711"/>
              <a:gd name="connsiteX93821" fmla="*/ 797646 w 2119654"/>
              <a:gd name="connsiteY93821" fmla="*/ 357892 h 2398711"/>
              <a:gd name="connsiteX93822" fmla="*/ 806743 w 2119654"/>
              <a:gd name="connsiteY93822" fmla="*/ 367270 h 2398711"/>
              <a:gd name="connsiteX93823" fmla="*/ 805911 w 2119654"/>
              <a:gd name="connsiteY93823" fmla="*/ 351034 h 2398711"/>
              <a:gd name="connsiteX93824" fmla="*/ 805868 w 2119654"/>
              <a:gd name="connsiteY93824" fmla="*/ 349886 h 2398711"/>
              <a:gd name="connsiteX93825" fmla="*/ 788805 w 2119654"/>
              <a:gd name="connsiteY93825" fmla="*/ 365700 h 2398711"/>
              <a:gd name="connsiteX93826" fmla="*/ 789778 w 2119654"/>
              <a:gd name="connsiteY93826" fmla="*/ 367124 h 2398711"/>
              <a:gd name="connsiteX93827" fmla="*/ 789857 w 2119654"/>
              <a:gd name="connsiteY93827" fmla="*/ 366611 h 2398711"/>
              <a:gd name="connsiteX93828" fmla="*/ 771416 w 2119654"/>
              <a:gd name="connsiteY93828" fmla="*/ 404056 h 2398711"/>
              <a:gd name="connsiteX93829" fmla="*/ 771041 w 2119654"/>
              <a:gd name="connsiteY93829" fmla="*/ 405740 h 2398711"/>
              <a:gd name="connsiteX93830" fmla="*/ 773718 w 2119654"/>
              <a:gd name="connsiteY93830" fmla="*/ 408131 h 2398711"/>
              <a:gd name="connsiteX93831" fmla="*/ 773970 w 2119654"/>
              <a:gd name="connsiteY93831" fmla="*/ 405031 h 2398711"/>
              <a:gd name="connsiteX93832" fmla="*/ 729734 w 2119654"/>
              <a:gd name="connsiteY93832" fmla="*/ 497041 h 2398711"/>
              <a:gd name="connsiteX93833" fmla="*/ 728478 w 2119654"/>
              <a:gd name="connsiteY93833" fmla="*/ 502430 h 2398711"/>
              <a:gd name="connsiteX93834" fmla="*/ 729489 w 2119654"/>
              <a:gd name="connsiteY93834" fmla="*/ 506166 h 2398711"/>
              <a:gd name="connsiteX93835" fmla="*/ 731308 w 2119654"/>
              <a:gd name="connsiteY93835" fmla="*/ 502565 h 2398711"/>
              <a:gd name="connsiteX93836" fmla="*/ 729540 w 2119654"/>
              <a:gd name="connsiteY93836" fmla="*/ 506356 h 2398711"/>
              <a:gd name="connsiteX93837" fmla="*/ 729688 w 2119654"/>
              <a:gd name="connsiteY93837" fmla="*/ 506902 h 2398711"/>
              <a:gd name="connsiteX93838" fmla="*/ 732012 w 2119654"/>
              <a:gd name="connsiteY93838" fmla="*/ 503739 h 2398711"/>
              <a:gd name="connsiteX93839" fmla="*/ 731648 w 2119654"/>
              <a:gd name="connsiteY93839" fmla="*/ 501896 h 2398711"/>
              <a:gd name="connsiteX93840" fmla="*/ 731308 w 2119654"/>
              <a:gd name="connsiteY93840" fmla="*/ 502565 h 2398711"/>
              <a:gd name="connsiteX93841" fmla="*/ 731641 w 2119654"/>
              <a:gd name="connsiteY93841" fmla="*/ 501856 h 2398711"/>
              <a:gd name="connsiteX93842" fmla="*/ 730851 w 2119654"/>
              <a:gd name="connsiteY93842" fmla="*/ 497854 h 2398711"/>
              <a:gd name="connsiteX93843" fmla="*/ 752175 w 2119654"/>
              <a:gd name="connsiteY93843" fmla="*/ 446762 h 2398711"/>
              <a:gd name="connsiteX93844" fmla="*/ 752197 w 2119654"/>
              <a:gd name="connsiteY93844" fmla="*/ 447259 h 2398711"/>
              <a:gd name="connsiteX93845" fmla="*/ 752935 w 2119654"/>
              <a:gd name="connsiteY93845" fmla="*/ 447699 h 2398711"/>
              <a:gd name="connsiteX93846" fmla="*/ 689847 w 2119654"/>
              <a:gd name="connsiteY93846" fmla="*/ 586290 h 2398711"/>
              <a:gd name="connsiteX93847" fmla="*/ 689731 w 2119654"/>
              <a:gd name="connsiteY93847" fmla="*/ 586830 h 2398711"/>
              <a:gd name="connsiteX93848" fmla="*/ 690047 w 2119654"/>
              <a:gd name="connsiteY93848" fmla="*/ 586359 h 2398711"/>
              <a:gd name="connsiteX93849" fmla="*/ 246720 w 2119654"/>
              <a:gd name="connsiteY93849" fmla="*/ 1578052 h 2398711"/>
              <a:gd name="connsiteX93850" fmla="*/ 255425 w 2119654"/>
              <a:gd name="connsiteY93850" fmla="*/ 1586049 h 2398711"/>
              <a:gd name="connsiteX93851" fmla="*/ 280070 w 2119654"/>
              <a:gd name="connsiteY93851" fmla="*/ 1593356 h 2398711"/>
              <a:gd name="connsiteX93852" fmla="*/ 275365 w 2119654"/>
              <a:gd name="connsiteY93852" fmla="*/ 1590551 h 2398711"/>
              <a:gd name="connsiteX93853" fmla="*/ 264700 w 2119654"/>
              <a:gd name="connsiteY93853" fmla="*/ 1583707 h 2398711"/>
              <a:gd name="connsiteX93854" fmla="*/ 256205 w 2119654"/>
              <a:gd name="connsiteY93854" fmla="*/ 1582025 h 2398711"/>
              <a:gd name="connsiteX93855" fmla="*/ 256036 w 2119654"/>
              <a:gd name="connsiteY93855" fmla="*/ 1581828 h 2398711"/>
              <a:gd name="connsiteX93856" fmla="*/ 264331 w 2119654"/>
              <a:gd name="connsiteY93856" fmla="*/ 1583470 h 2398711"/>
              <a:gd name="connsiteX93857" fmla="*/ 251903 w 2119654"/>
              <a:gd name="connsiteY93857" fmla="*/ 1575494 h 2398711"/>
              <a:gd name="connsiteX93858" fmla="*/ 251830 w 2119654"/>
              <a:gd name="connsiteY93858" fmla="*/ 1575283 h 2398711"/>
              <a:gd name="connsiteX93859" fmla="*/ 264703 w 2119654"/>
              <a:gd name="connsiteY93859" fmla="*/ 1583543 h 2398711"/>
              <a:gd name="connsiteX93860" fmla="*/ 273666 w 2119654"/>
              <a:gd name="connsiteY93860" fmla="*/ 1585318 h 2398711"/>
              <a:gd name="connsiteX93861" fmla="*/ 275957 w 2119654"/>
              <a:gd name="connsiteY93861" fmla="*/ 1585739 h 2398711"/>
              <a:gd name="connsiteX93862" fmla="*/ 272845 w 2119654"/>
              <a:gd name="connsiteY93862" fmla="*/ 1582883 h 2398711"/>
              <a:gd name="connsiteX93863" fmla="*/ 250070 w 2119654"/>
              <a:gd name="connsiteY93863" fmla="*/ 1574469 h 2398711"/>
              <a:gd name="connsiteX93864" fmla="*/ 730061 w 2119654"/>
              <a:gd name="connsiteY93864" fmla="*/ 495641 h 2398711"/>
              <a:gd name="connsiteX93865" fmla="*/ 729939 w 2119654"/>
              <a:gd name="connsiteY93865" fmla="*/ 496167 h 2398711"/>
              <a:gd name="connsiteX93866" fmla="*/ 730616 w 2119654"/>
              <a:gd name="connsiteY93866" fmla="*/ 496660 h 2398711"/>
              <a:gd name="connsiteX93867" fmla="*/ 730476 w 2119654"/>
              <a:gd name="connsiteY93867" fmla="*/ 495953 h 2398711"/>
              <a:gd name="connsiteX93868" fmla="*/ 750712 w 2119654"/>
              <a:gd name="connsiteY93868" fmla="*/ 449390 h 2398711"/>
              <a:gd name="connsiteX93869" fmla="*/ 750341 w 2119654"/>
              <a:gd name="connsiteY93869" fmla="*/ 458168 h 2398711"/>
              <a:gd name="connsiteX93870" fmla="*/ 752117 w 2119654"/>
              <a:gd name="connsiteY93870" fmla="*/ 459417 h 2398711"/>
              <a:gd name="connsiteX93871" fmla="*/ 752302 w 2119654"/>
              <a:gd name="connsiteY93871" fmla="*/ 458658 h 2398711"/>
              <a:gd name="connsiteX93872" fmla="*/ 752289 w 2119654"/>
              <a:gd name="connsiteY93872" fmla="*/ 458352 h 2398711"/>
              <a:gd name="connsiteX93873" fmla="*/ 752074 w 2119654"/>
              <a:gd name="connsiteY93873" fmla="*/ 451204 h 2398711"/>
              <a:gd name="connsiteX93874" fmla="*/ 722120 w 2119654"/>
              <a:gd name="connsiteY93874" fmla="*/ 513396 h 2398711"/>
              <a:gd name="connsiteX93875" fmla="*/ 721537 w 2119654"/>
              <a:gd name="connsiteY93875" fmla="*/ 515174 h 2398711"/>
              <a:gd name="connsiteX93876" fmla="*/ 721549 w 2119654"/>
              <a:gd name="connsiteY93876" fmla="*/ 516124 h 2398711"/>
              <a:gd name="connsiteX93877" fmla="*/ 721772 w 2119654"/>
              <a:gd name="connsiteY93877" fmla="*/ 516282 h 2398711"/>
              <a:gd name="connsiteX93878" fmla="*/ 722313 w 2119654"/>
              <a:gd name="connsiteY93878" fmla="*/ 513589 h 2398711"/>
              <a:gd name="connsiteX93879" fmla="*/ 771885 w 2119654"/>
              <a:gd name="connsiteY93879" fmla="*/ 401956 h 2398711"/>
              <a:gd name="connsiteX93880" fmla="*/ 771491 w 2119654"/>
              <a:gd name="connsiteY93880" fmla="*/ 403724 h 2398711"/>
              <a:gd name="connsiteX93881" fmla="*/ 773999 w 2119654"/>
              <a:gd name="connsiteY93881" fmla="*/ 404681 h 2398711"/>
              <a:gd name="connsiteX93882" fmla="*/ 774043 w 2119654"/>
              <a:gd name="connsiteY93882" fmla="*/ 404145 h 2398711"/>
              <a:gd name="connsiteX93883" fmla="*/ 711440 w 2119654"/>
              <a:gd name="connsiteY93883" fmla="*/ 537196 h 2398711"/>
              <a:gd name="connsiteX93884" fmla="*/ 711447 w 2119654"/>
              <a:gd name="connsiteY93884" fmla="*/ 538921 h 2398711"/>
              <a:gd name="connsiteX93885" fmla="*/ 712221 w 2119654"/>
              <a:gd name="connsiteY93885" fmla="*/ 539380 h 2398711"/>
              <a:gd name="connsiteX93886" fmla="*/ 712684 w 2119654"/>
              <a:gd name="connsiteY93886" fmla="*/ 537865 h 2398711"/>
              <a:gd name="connsiteX93887" fmla="*/ 743960 w 2119654"/>
              <a:gd name="connsiteY93887" fmla="*/ 464267 h 2398711"/>
              <a:gd name="connsiteX93888" fmla="*/ 747860 w 2119654"/>
              <a:gd name="connsiteY93888" fmla="*/ 469490 h 2398711"/>
              <a:gd name="connsiteX93889" fmla="*/ 747973 w 2119654"/>
              <a:gd name="connsiteY93889" fmla="*/ 466791 h 2398711"/>
              <a:gd name="connsiteX93890" fmla="*/ 747139 w 2119654"/>
              <a:gd name="connsiteY93890" fmla="*/ 465679 h 2398711"/>
              <a:gd name="connsiteX93891" fmla="*/ 722715 w 2119654"/>
              <a:gd name="connsiteY93891" fmla="*/ 511581 h 2398711"/>
              <a:gd name="connsiteX93892" fmla="*/ 722183 w 2119654"/>
              <a:gd name="connsiteY93892" fmla="*/ 513205 h 2398711"/>
              <a:gd name="connsiteX93893" fmla="*/ 722354 w 2119654"/>
              <a:gd name="connsiteY93893" fmla="*/ 513378 h 2398711"/>
              <a:gd name="connsiteX93894" fmla="*/ 689339 w 2119654"/>
              <a:gd name="connsiteY93894" fmla="*/ 586113 h 2398711"/>
              <a:gd name="connsiteX93895" fmla="*/ 689401 w 2119654"/>
              <a:gd name="connsiteY93895" fmla="*/ 586328 h 2398711"/>
              <a:gd name="connsiteX93896" fmla="*/ 689438 w 2119654"/>
              <a:gd name="connsiteY93896" fmla="*/ 586147 h 2398711"/>
              <a:gd name="connsiteX93897" fmla="*/ 772189 w 2119654"/>
              <a:gd name="connsiteY93897" fmla="*/ 400588 h 2398711"/>
              <a:gd name="connsiteX93898" fmla="*/ 771984 w 2119654"/>
              <a:gd name="connsiteY93898" fmla="*/ 401509 h 2398711"/>
              <a:gd name="connsiteX93899" fmla="*/ 772388 w 2119654"/>
              <a:gd name="connsiteY93899" fmla="*/ 401908 h 2398711"/>
              <a:gd name="connsiteX93900" fmla="*/ 774084 w 2119654"/>
              <a:gd name="connsiteY93900" fmla="*/ 403630 h 2398711"/>
              <a:gd name="connsiteX93901" fmla="*/ 774121 w 2119654"/>
              <a:gd name="connsiteY93901" fmla="*/ 403182 h 2398711"/>
              <a:gd name="connsiteX93902" fmla="*/ 281734 w 2119654"/>
              <a:gd name="connsiteY93902" fmla="*/ 1498807 h 2398711"/>
              <a:gd name="connsiteX93903" fmla="*/ 282611 w 2119654"/>
              <a:gd name="connsiteY93903" fmla="*/ 1500335 h 2398711"/>
              <a:gd name="connsiteX93904" fmla="*/ 286636 w 2119654"/>
              <a:gd name="connsiteY93904" fmla="*/ 1502567 h 2398711"/>
              <a:gd name="connsiteX93905" fmla="*/ 288181 w 2119654"/>
              <a:gd name="connsiteY93905" fmla="*/ 1502644 h 2398711"/>
              <a:gd name="connsiteX93906" fmla="*/ 726591 w 2119654"/>
              <a:gd name="connsiteY93906" fmla="*/ 502647 h 2398711"/>
              <a:gd name="connsiteX93907" fmla="*/ 726338 w 2119654"/>
              <a:gd name="connsiteY93907" fmla="*/ 503893 h 2398711"/>
              <a:gd name="connsiteX93908" fmla="*/ 726636 w 2119654"/>
              <a:gd name="connsiteY93908" fmla="*/ 502877 h 2398711"/>
              <a:gd name="connsiteX93909" fmla="*/ 290874 w 2119654"/>
              <a:gd name="connsiteY93909" fmla="*/ 1478061 h 2398711"/>
              <a:gd name="connsiteX93910" fmla="*/ 294496 w 2119654"/>
              <a:gd name="connsiteY93910" fmla="*/ 1484366 h 2398711"/>
              <a:gd name="connsiteX93911" fmla="*/ 303679 w 2119654"/>
              <a:gd name="connsiteY93911" fmla="*/ 1487088 h 2398711"/>
              <a:gd name="connsiteX93912" fmla="*/ 301124 w 2119654"/>
              <a:gd name="connsiteY93912" fmla="*/ 1485151 h 2398711"/>
              <a:gd name="connsiteX93913" fmla="*/ 770589 w 2119654"/>
              <a:gd name="connsiteY93913" fmla="*/ 403739 h 2398711"/>
              <a:gd name="connsiteX93914" fmla="*/ 770516 w 2119654"/>
              <a:gd name="connsiteY93914" fmla="*/ 405270 h 2398711"/>
              <a:gd name="connsiteX93915" fmla="*/ 770707 w 2119654"/>
              <a:gd name="connsiteY93915" fmla="*/ 405440 h 2398711"/>
              <a:gd name="connsiteX93916" fmla="*/ 771047 w 2119654"/>
              <a:gd name="connsiteY93916" fmla="*/ 403915 h 2398711"/>
              <a:gd name="connsiteX93917" fmla="*/ 690610 w 2119654"/>
              <a:gd name="connsiteY93917" fmla="*/ 582756 h 2398711"/>
              <a:gd name="connsiteX93918" fmla="*/ 690071 w 2119654"/>
              <a:gd name="connsiteY93918" fmla="*/ 585253 h 2398711"/>
              <a:gd name="connsiteX93919" fmla="*/ 690669 w 2119654"/>
              <a:gd name="connsiteY93919" fmla="*/ 585434 h 2398711"/>
              <a:gd name="connsiteX93920" fmla="*/ 691575 w 2119654"/>
              <a:gd name="connsiteY93920" fmla="*/ 584087 h 2398711"/>
              <a:gd name="connsiteX93921" fmla="*/ 691799 w 2119654"/>
              <a:gd name="connsiteY93921" fmla="*/ 583445 h 2398711"/>
              <a:gd name="connsiteX93922" fmla="*/ 752082 w 2119654"/>
              <a:gd name="connsiteY93922" fmla="*/ 444612 h 2398711"/>
              <a:gd name="connsiteX93923" fmla="*/ 752160 w 2119654"/>
              <a:gd name="connsiteY93923" fmla="*/ 446392 h 2398711"/>
              <a:gd name="connsiteX93924" fmla="*/ 753484 w 2119654"/>
              <a:gd name="connsiteY93924" fmla="*/ 448027 h 2398711"/>
              <a:gd name="connsiteX93925" fmla="*/ 753717 w 2119654"/>
              <a:gd name="connsiteY93925" fmla="*/ 448166 h 2398711"/>
              <a:gd name="connsiteX93926" fmla="*/ 753540 w 2119654"/>
              <a:gd name="connsiteY93926" fmla="*/ 445722 h 2398711"/>
              <a:gd name="connsiteX93927" fmla="*/ 750796 w 2119654"/>
              <a:gd name="connsiteY93927" fmla="*/ 447385 h 2398711"/>
              <a:gd name="connsiteX93928" fmla="*/ 750796 w 2119654"/>
              <a:gd name="connsiteY93928" fmla="*/ 447389 h 2398711"/>
              <a:gd name="connsiteX93929" fmla="*/ 752007 w 2119654"/>
              <a:gd name="connsiteY93929" fmla="*/ 449002 h 2398711"/>
              <a:gd name="connsiteX93930" fmla="*/ 751979 w 2119654"/>
              <a:gd name="connsiteY93930" fmla="*/ 448091 h 2398711"/>
              <a:gd name="connsiteX93931" fmla="*/ 269849 w 2119654"/>
              <a:gd name="connsiteY93931" fmla="*/ 1524229 h 2398711"/>
              <a:gd name="connsiteX93932" fmla="*/ 274605 w 2119654"/>
              <a:gd name="connsiteY93932" fmla="*/ 1527566 h 2398711"/>
              <a:gd name="connsiteX93933" fmla="*/ 273169 w 2119654"/>
              <a:gd name="connsiteY93933" fmla="*/ 1525456 h 2398711"/>
              <a:gd name="connsiteX93934" fmla="*/ 721507 w 2119654"/>
              <a:gd name="connsiteY93934" fmla="*/ 512780 h 2398711"/>
              <a:gd name="connsiteX93935" fmla="*/ 721513 w 2119654"/>
              <a:gd name="connsiteY93935" fmla="*/ 513271 h 2398711"/>
              <a:gd name="connsiteX93936" fmla="*/ 721632 w 2119654"/>
              <a:gd name="connsiteY93936" fmla="*/ 512907 h 2398711"/>
              <a:gd name="connsiteX93937" fmla="*/ 264516 w 2119654"/>
              <a:gd name="connsiteY93937" fmla="*/ 1535946 h 2398711"/>
              <a:gd name="connsiteX93938" fmla="*/ 264837 w 2119654"/>
              <a:gd name="connsiteY93938" fmla="*/ 1536061 h 2398711"/>
              <a:gd name="connsiteX93939" fmla="*/ 266458 w 2119654"/>
              <a:gd name="connsiteY93939" fmla="*/ 1536550 h 2398711"/>
              <a:gd name="connsiteX93940" fmla="*/ 265944 w 2119654"/>
              <a:gd name="connsiteY93940" fmla="*/ 1536256 h 2398711"/>
              <a:gd name="connsiteX93941" fmla="*/ 691045 w 2119654"/>
              <a:gd name="connsiteY93941" fmla="*/ 580744 h 2398711"/>
              <a:gd name="connsiteX93942" fmla="*/ 690843 w 2119654"/>
              <a:gd name="connsiteY93942" fmla="*/ 581675 h 2398711"/>
              <a:gd name="connsiteX93943" fmla="*/ 692138 w 2119654"/>
              <a:gd name="connsiteY93943" fmla="*/ 582427 h 2398711"/>
              <a:gd name="connsiteX93944" fmla="*/ 692336 w 2119654"/>
              <a:gd name="connsiteY93944" fmla="*/ 581191 h 2398711"/>
              <a:gd name="connsiteX93945" fmla="*/ 755560 w 2119654"/>
              <a:gd name="connsiteY93945" fmla="*/ 436231 h 2398711"/>
              <a:gd name="connsiteX93946" fmla="*/ 755850 w 2119654"/>
              <a:gd name="connsiteY93946" fmla="*/ 440213 h 2398711"/>
              <a:gd name="connsiteX93947" fmla="*/ 757153 w 2119654"/>
              <a:gd name="connsiteY93947" fmla="*/ 441258 h 2398711"/>
              <a:gd name="connsiteX93948" fmla="*/ 757156 w 2119654"/>
              <a:gd name="connsiteY93948" fmla="*/ 438103 h 2398711"/>
              <a:gd name="connsiteX93949" fmla="*/ 713680 w 2119654"/>
              <a:gd name="connsiteY93949" fmla="*/ 529942 h 2398711"/>
              <a:gd name="connsiteX93950" fmla="*/ 715135 w 2119654"/>
              <a:gd name="connsiteY93950" fmla="*/ 530522 h 2398711"/>
              <a:gd name="connsiteX93951" fmla="*/ 715244 w 2119654"/>
              <a:gd name="connsiteY93951" fmla="*/ 529742 h 2398711"/>
              <a:gd name="connsiteX93952" fmla="*/ 714946 w 2119654"/>
              <a:gd name="connsiteY93952" fmla="*/ 528374 h 2398711"/>
              <a:gd name="connsiteX93953" fmla="*/ 714877 w 2119654"/>
              <a:gd name="connsiteY93953" fmla="*/ 528313 h 2398711"/>
              <a:gd name="connsiteX93954" fmla="*/ 799110 w 2119654"/>
              <a:gd name="connsiteY93954" fmla="*/ 338439 h 2398711"/>
              <a:gd name="connsiteX93955" fmla="*/ 798735 w 2119654"/>
              <a:gd name="connsiteY93955" fmla="*/ 343426 h 2398711"/>
              <a:gd name="connsiteX93956" fmla="*/ 805850 w 2119654"/>
              <a:gd name="connsiteY93956" fmla="*/ 349405 h 2398711"/>
              <a:gd name="connsiteX93957" fmla="*/ 805755 w 2119654"/>
              <a:gd name="connsiteY93957" fmla="*/ 346896 h 2398711"/>
              <a:gd name="connsiteX93958" fmla="*/ 713303 w 2119654"/>
              <a:gd name="connsiteY93958" fmla="*/ 530455 h 2398711"/>
              <a:gd name="connsiteX93959" fmla="*/ 714980 w 2119654"/>
              <a:gd name="connsiteY93959" fmla="*/ 531636 h 2398711"/>
              <a:gd name="connsiteX93960" fmla="*/ 715084 w 2119654"/>
              <a:gd name="connsiteY93960" fmla="*/ 530889 h 2398711"/>
              <a:gd name="connsiteX93961" fmla="*/ 713461 w 2119654"/>
              <a:gd name="connsiteY93961" fmla="*/ 530241 h 2398711"/>
              <a:gd name="connsiteX93962" fmla="*/ 689200 w 2119654"/>
              <a:gd name="connsiteY93962" fmla="*/ 584187 h 2398711"/>
              <a:gd name="connsiteX93963" fmla="*/ 689251 w 2119654"/>
              <a:gd name="connsiteY93963" fmla="*/ 585004 h 2398711"/>
              <a:gd name="connsiteX93964" fmla="*/ 689650 w 2119654"/>
              <a:gd name="connsiteY93964" fmla="*/ 585125 h 2398711"/>
              <a:gd name="connsiteX93965" fmla="*/ 689657 w 2119654"/>
              <a:gd name="connsiteY93965" fmla="*/ 585094 h 2398711"/>
              <a:gd name="connsiteX93966" fmla="*/ 318729 w 2119654"/>
              <a:gd name="connsiteY93966" fmla="*/ 1413332 h 2398711"/>
              <a:gd name="connsiteX93967" fmla="*/ 319409 w 2119654"/>
              <a:gd name="connsiteY93967" fmla="*/ 1414128 h 2398711"/>
              <a:gd name="connsiteX93968" fmla="*/ 321609 w 2119654"/>
              <a:gd name="connsiteY93968" fmla="*/ 1415594 h 2398711"/>
              <a:gd name="connsiteX93969" fmla="*/ 321248 w 2119654"/>
              <a:gd name="connsiteY93969" fmla="*/ 1414333 h 2398711"/>
              <a:gd name="connsiteX93970" fmla="*/ 792319 w 2119654"/>
              <a:gd name="connsiteY93970" fmla="*/ 352800 h 2398711"/>
              <a:gd name="connsiteX93971" fmla="*/ 791938 w 2119654"/>
              <a:gd name="connsiteY93971" fmla="*/ 355041 h 2398711"/>
              <a:gd name="connsiteX93972" fmla="*/ 791077 w 2119654"/>
              <a:gd name="connsiteY93972" fmla="*/ 360544 h 2398711"/>
              <a:gd name="connsiteX93973" fmla="*/ 794397 w 2119654"/>
              <a:gd name="connsiteY93973" fmla="*/ 365847 h 2398711"/>
              <a:gd name="connsiteX93974" fmla="*/ 795004 w 2119654"/>
              <a:gd name="connsiteY93974" fmla="*/ 357791 h 2398711"/>
              <a:gd name="connsiteX93975" fmla="*/ 794917 w 2119654"/>
              <a:gd name="connsiteY93975" fmla="*/ 355478 h 2398711"/>
              <a:gd name="connsiteX93976" fmla="*/ 271650 w 2119654"/>
              <a:gd name="connsiteY93976" fmla="*/ 1518532 h 2398711"/>
              <a:gd name="connsiteX93977" fmla="*/ 279025 w 2119654"/>
              <a:gd name="connsiteY93977" fmla="*/ 1526453 h 2398711"/>
              <a:gd name="connsiteX93978" fmla="*/ 279222 w 2119654"/>
              <a:gd name="connsiteY93978" fmla="*/ 1526551 h 2398711"/>
              <a:gd name="connsiteX93979" fmla="*/ 275190 w 2119654"/>
              <a:gd name="connsiteY93979" fmla="*/ 1521404 h 2398711"/>
              <a:gd name="connsiteX93980" fmla="*/ 711426 w 2119654"/>
              <a:gd name="connsiteY93980" fmla="*/ 533711 h 2398711"/>
              <a:gd name="connsiteX93981" fmla="*/ 711432 w 2119654"/>
              <a:gd name="connsiteY93981" fmla="*/ 535188 h 2398711"/>
              <a:gd name="connsiteX93982" fmla="*/ 713208 w 2119654"/>
              <a:gd name="connsiteY93982" fmla="*/ 536144 h 2398711"/>
              <a:gd name="connsiteX93983" fmla="*/ 713504 w 2119654"/>
              <a:gd name="connsiteY93983" fmla="*/ 535174 h 2398711"/>
              <a:gd name="connsiteX93984" fmla="*/ 799511 w 2119654"/>
              <a:gd name="connsiteY93984" fmla="*/ 336441 h 2398711"/>
              <a:gd name="connsiteX93985" fmla="*/ 805656 w 2119654"/>
              <a:gd name="connsiteY93985" fmla="*/ 344262 h 2398711"/>
              <a:gd name="connsiteX93986" fmla="*/ 805567 w 2119654"/>
              <a:gd name="connsiteY93986" fmla="*/ 341911 h 2398711"/>
              <a:gd name="connsiteX93987" fmla="*/ 770729 w 2119654"/>
              <a:gd name="connsiteY93987" fmla="*/ 400783 h 2398711"/>
              <a:gd name="connsiteX93988" fmla="*/ 770606 w 2119654"/>
              <a:gd name="connsiteY93988" fmla="*/ 403386 h 2398711"/>
              <a:gd name="connsiteX93989" fmla="*/ 771121 w 2119654"/>
              <a:gd name="connsiteY93989" fmla="*/ 403582 h 2398711"/>
              <a:gd name="connsiteX93990" fmla="*/ 771557 w 2119654"/>
              <a:gd name="connsiteY93990" fmla="*/ 401623 h 2398711"/>
              <a:gd name="connsiteX93991" fmla="*/ 750890 w 2119654"/>
              <a:gd name="connsiteY93991" fmla="*/ 445176 h 2398711"/>
              <a:gd name="connsiteX93992" fmla="*/ 750836 w 2119654"/>
              <a:gd name="connsiteY93992" fmla="*/ 446447 h 2398711"/>
              <a:gd name="connsiteX93993" fmla="*/ 751950 w 2119654"/>
              <a:gd name="connsiteY93993" fmla="*/ 447112 h 2398711"/>
              <a:gd name="connsiteX93994" fmla="*/ 751930 w 2119654"/>
              <a:gd name="connsiteY93994" fmla="*/ 446460 h 2398711"/>
              <a:gd name="connsiteX93995" fmla="*/ 691755 w 2119654"/>
              <a:gd name="connsiteY93995" fmla="*/ 577450 h 2398711"/>
              <a:gd name="connsiteX93996" fmla="*/ 691220 w 2119654"/>
              <a:gd name="connsiteY93996" fmla="*/ 579930 h 2398711"/>
              <a:gd name="connsiteX93997" fmla="*/ 692474 w 2119654"/>
              <a:gd name="connsiteY93997" fmla="*/ 580321 h 2398711"/>
              <a:gd name="connsiteX93998" fmla="*/ 692906 w 2119654"/>
              <a:gd name="connsiteY93998" fmla="*/ 577610 h 2398711"/>
              <a:gd name="connsiteX93999" fmla="*/ 251545 w 2119654"/>
              <a:gd name="connsiteY93999" fmla="*/ 1562930 h 2398711"/>
              <a:gd name="connsiteX94000" fmla="*/ 256263 w 2119654"/>
              <a:gd name="connsiteY94000" fmla="*/ 1567259 h 2398711"/>
              <a:gd name="connsiteX94001" fmla="*/ 258253 w 2119654"/>
              <a:gd name="connsiteY94001" fmla="*/ 1565131 h 2398711"/>
              <a:gd name="connsiteX94002" fmla="*/ 257107 w 2119654"/>
              <a:gd name="connsiteY94002" fmla="*/ 1564202 h 2398711"/>
              <a:gd name="connsiteX94003" fmla="*/ 242761 w 2119654"/>
              <a:gd name="connsiteY94003" fmla="*/ 1582294 h 2398711"/>
              <a:gd name="connsiteX94004" fmla="*/ 253959 w 2119654"/>
              <a:gd name="connsiteY94004" fmla="*/ 1585614 h 2398711"/>
              <a:gd name="connsiteX94005" fmla="*/ 246262 w 2119654"/>
              <a:gd name="connsiteY94005" fmla="*/ 1578543 h 2398711"/>
              <a:gd name="connsiteX94006" fmla="*/ 242996 w 2119654"/>
              <a:gd name="connsiteY94006" fmla="*/ 1582036 h 2398711"/>
              <a:gd name="connsiteX94007" fmla="*/ 691981 w 2119654"/>
              <a:gd name="connsiteY94007" fmla="*/ 576403 h 2398711"/>
              <a:gd name="connsiteX94008" fmla="*/ 691900 w 2119654"/>
              <a:gd name="connsiteY94008" fmla="*/ 576778 h 2398711"/>
              <a:gd name="connsiteX94009" fmla="*/ 692435 w 2119654"/>
              <a:gd name="connsiteY94009" fmla="*/ 576850 h 2398711"/>
              <a:gd name="connsiteX94010" fmla="*/ 727984 w 2119654"/>
              <a:gd name="connsiteY94010" fmla="*/ 495768 h 2398711"/>
              <a:gd name="connsiteX94011" fmla="*/ 727423 w 2119654"/>
              <a:gd name="connsiteY94011" fmla="*/ 498537 h 2398711"/>
              <a:gd name="connsiteX94012" fmla="*/ 727655 w 2119654"/>
              <a:gd name="connsiteY94012" fmla="*/ 499391 h 2398711"/>
              <a:gd name="connsiteX94013" fmla="*/ 728586 w 2119654"/>
              <a:gd name="connsiteY94013" fmla="*/ 496206 h 2398711"/>
              <a:gd name="connsiteX94014" fmla="*/ 692029 w 2119654"/>
              <a:gd name="connsiteY94014" fmla="*/ 576184 h 2398711"/>
              <a:gd name="connsiteX94015" fmla="*/ 692025 w 2119654"/>
              <a:gd name="connsiteY94015" fmla="*/ 576200 h 2398711"/>
              <a:gd name="connsiteX94016" fmla="*/ 692724 w 2119654"/>
              <a:gd name="connsiteY94016" fmla="*/ 576891 h 2398711"/>
              <a:gd name="connsiteX94017" fmla="*/ 692893 w 2119654"/>
              <a:gd name="connsiteY94017" fmla="*/ 576914 h 2398711"/>
              <a:gd name="connsiteX94018" fmla="*/ 272651 w 2119654"/>
              <a:gd name="connsiteY94018" fmla="*/ 1515069 h 2398711"/>
              <a:gd name="connsiteX94019" fmla="*/ 281060 w 2119654"/>
              <a:gd name="connsiteY94019" fmla="*/ 1524774 h 2398711"/>
              <a:gd name="connsiteX94020" fmla="*/ 286141 w 2119654"/>
              <a:gd name="connsiteY94020" fmla="*/ 1528568 h 2398711"/>
              <a:gd name="connsiteX94021" fmla="*/ 287283 w 2119654"/>
              <a:gd name="connsiteY94021" fmla="*/ 1528898 h 2398711"/>
              <a:gd name="connsiteX94022" fmla="*/ 278429 w 2119654"/>
              <a:gd name="connsiteY94022" fmla="*/ 1518178 h 2398711"/>
              <a:gd name="connsiteX94023" fmla="*/ 286826 w 2119654"/>
              <a:gd name="connsiteY94023" fmla="*/ 1483263 h 2398711"/>
              <a:gd name="connsiteX94024" fmla="*/ 287572 w 2119654"/>
              <a:gd name="connsiteY94024" fmla="*/ 1484381 h 2398711"/>
              <a:gd name="connsiteX94025" fmla="*/ 286952 w 2119654"/>
              <a:gd name="connsiteY94025" fmla="*/ 1483302 h 2398711"/>
              <a:gd name="connsiteX94026" fmla="*/ 712566 w 2119654"/>
              <a:gd name="connsiteY94026" fmla="*/ 529883 h 2398711"/>
              <a:gd name="connsiteX94027" fmla="*/ 712549 w 2119654"/>
              <a:gd name="connsiteY94027" fmla="*/ 529926 h 2398711"/>
              <a:gd name="connsiteX94028" fmla="*/ 712692 w 2119654"/>
              <a:gd name="connsiteY94028" fmla="*/ 530026 h 2398711"/>
              <a:gd name="connsiteX94029" fmla="*/ 712745 w 2119654"/>
              <a:gd name="connsiteY94029" fmla="*/ 529954 h 2398711"/>
              <a:gd name="connsiteX94030" fmla="*/ 687704 w 2119654"/>
              <a:gd name="connsiteY94030" fmla="*/ 585545 h 2398711"/>
              <a:gd name="connsiteX94031" fmla="*/ 687797 w 2119654"/>
              <a:gd name="connsiteY94031" fmla="*/ 586580 h 2398711"/>
              <a:gd name="connsiteX94032" fmla="*/ 688160 w 2119654"/>
              <a:gd name="connsiteY94032" fmla="*/ 589165 h 2398711"/>
              <a:gd name="connsiteX94033" fmla="*/ 689084 w 2119654"/>
              <a:gd name="connsiteY94033" fmla="*/ 587792 h 2398711"/>
              <a:gd name="connsiteX94034" fmla="*/ 688971 w 2119654"/>
              <a:gd name="connsiteY94034" fmla="*/ 585986 h 2398711"/>
              <a:gd name="connsiteX94035" fmla="*/ 267429 w 2119654"/>
              <a:gd name="connsiteY94035" fmla="*/ 1526622 h 2398711"/>
              <a:gd name="connsiteX94036" fmla="*/ 271916 w 2119654"/>
              <a:gd name="connsiteY94036" fmla="*/ 1532253 h 2398711"/>
              <a:gd name="connsiteX94037" fmla="*/ 279270 w 2119654"/>
              <a:gd name="connsiteY94037" fmla="*/ 1534418 h 2398711"/>
              <a:gd name="connsiteX94038" fmla="*/ 278123 w 2119654"/>
              <a:gd name="connsiteY94038" fmla="*/ 1532734 h 2398711"/>
              <a:gd name="connsiteX94039" fmla="*/ 728361 w 2119654"/>
              <a:gd name="connsiteY94039" fmla="*/ 494361 h 2398711"/>
              <a:gd name="connsiteX94040" fmla="*/ 728186 w 2119654"/>
              <a:gd name="connsiteY94040" fmla="*/ 494893 h 2398711"/>
              <a:gd name="connsiteX94041" fmla="*/ 728833 w 2119654"/>
              <a:gd name="connsiteY94041" fmla="*/ 495363 h 2398711"/>
              <a:gd name="connsiteX94042" fmla="*/ 728988 w 2119654"/>
              <a:gd name="connsiteY94042" fmla="*/ 494833 h 2398711"/>
              <a:gd name="connsiteX94043" fmla="*/ 238425 w 2119654"/>
              <a:gd name="connsiteY94043" fmla="*/ 1591397 h 2398711"/>
              <a:gd name="connsiteX94044" fmla="*/ 240619 w 2119654"/>
              <a:gd name="connsiteY94044" fmla="*/ 1593720 h 2398711"/>
              <a:gd name="connsiteX94045" fmla="*/ 243974 w 2119654"/>
              <a:gd name="connsiteY94045" fmla="*/ 1595358 h 2398711"/>
              <a:gd name="connsiteX94046" fmla="*/ 241976 w 2119654"/>
              <a:gd name="connsiteY94046" fmla="*/ 1592331 h 2398711"/>
              <a:gd name="connsiteX94047" fmla="*/ 241401 w 2119654"/>
              <a:gd name="connsiteY94047" fmla="*/ 1592043 h 2398711"/>
              <a:gd name="connsiteX94048" fmla="*/ 750950 w 2119654"/>
              <a:gd name="connsiteY94048" fmla="*/ 443752 h 2398711"/>
              <a:gd name="connsiteX94049" fmla="*/ 750904 w 2119654"/>
              <a:gd name="connsiteY94049" fmla="*/ 444843 h 2398711"/>
              <a:gd name="connsiteX94050" fmla="*/ 751920 w 2119654"/>
              <a:gd name="connsiteY94050" fmla="*/ 446096 h 2398711"/>
              <a:gd name="connsiteX94051" fmla="*/ 751870 w 2119654"/>
              <a:gd name="connsiteY94051" fmla="*/ 444452 h 2398711"/>
              <a:gd name="connsiteX94052" fmla="*/ 692257 w 2119654"/>
              <a:gd name="connsiteY94052" fmla="*/ 575125 h 2398711"/>
              <a:gd name="connsiteX94053" fmla="*/ 692098 w 2119654"/>
              <a:gd name="connsiteY94053" fmla="*/ 575864 h 2398711"/>
              <a:gd name="connsiteX94054" fmla="*/ 693058 w 2119654"/>
              <a:gd name="connsiteY94054" fmla="*/ 576652 h 2398711"/>
              <a:gd name="connsiteX94055" fmla="*/ 693143 w 2119654"/>
              <a:gd name="connsiteY94055" fmla="*/ 576119 h 2398711"/>
              <a:gd name="connsiteX94056" fmla="*/ 713627 w 2119654"/>
              <a:gd name="connsiteY94056" fmla="*/ 527199 h 2398711"/>
              <a:gd name="connsiteX94057" fmla="*/ 712698 w 2119654"/>
              <a:gd name="connsiteY94057" fmla="*/ 529549 h 2398711"/>
              <a:gd name="connsiteX94058" fmla="*/ 712964 w 2119654"/>
              <a:gd name="connsiteY94058" fmla="*/ 529656 h 2398711"/>
              <a:gd name="connsiteX94059" fmla="*/ 714318 w 2119654"/>
              <a:gd name="connsiteY94059" fmla="*/ 527815 h 2398711"/>
              <a:gd name="connsiteX94060" fmla="*/ 721466 w 2119654"/>
              <a:gd name="connsiteY94060" fmla="*/ 509639 h 2398711"/>
              <a:gd name="connsiteX94061" fmla="*/ 721503 w 2119654"/>
              <a:gd name="connsiteY94061" fmla="*/ 512524 h 2398711"/>
              <a:gd name="connsiteX94062" fmla="*/ 721695 w 2119654"/>
              <a:gd name="connsiteY94062" fmla="*/ 512717 h 2398711"/>
              <a:gd name="connsiteX94063" fmla="*/ 722532 w 2119654"/>
              <a:gd name="connsiteY94063" fmla="*/ 510162 h 2398711"/>
              <a:gd name="connsiteX94064" fmla="*/ 320978 w 2119654"/>
              <a:gd name="connsiteY94064" fmla="*/ 1406305 h 2398711"/>
              <a:gd name="connsiteX94065" fmla="*/ 321959 w 2119654"/>
              <a:gd name="connsiteY94065" fmla="*/ 1409178 h 2398711"/>
              <a:gd name="connsiteX94066" fmla="*/ 323576 w 2119654"/>
              <a:gd name="connsiteY94066" fmla="*/ 1409820 h 2398711"/>
              <a:gd name="connsiteX94067" fmla="*/ 321704 w 2119654"/>
              <a:gd name="connsiteY94067" fmla="*/ 1406855 h 2398711"/>
              <a:gd name="connsiteX94068" fmla="*/ 300995 w 2119654"/>
              <a:gd name="connsiteY94068" fmla="*/ 1450980 h 2398711"/>
              <a:gd name="connsiteX94069" fmla="*/ 301548 w 2119654"/>
              <a:gd name="connsiteY94069" fmla="*/ 1452142 h 2398711"/>
              <a:gd name="connsiteX94070" fmla="*/ 305665 w 2119654"/>
              <a:gd name="connsiteY94070" fmla="*/ 1455055 h 2398711"/>
              <a:gd name="connsiteX94071" fmla="*/ 306788 w 2119654"/>
              <a:gd name="connsiteY94071" fmla="*/ 1455518 h 2398711"/>
              <a:gd name="connsiteX94072" fmla="*/ 306479 w 2119654"/>
              <a:gd name="connsiteY94072" fmla="*/ 1454870 h 2398711"/>
              <a:gd name="connsiteX94073" fmla="*/ 305165 w 2119654"/>
              <a:gd name="connsiteY94073" fmla="*/ 1453791 h 2398711"/>
              <a:gd name="connsiteX94074" fmla="*/ 305099 w 2119654"/>
              <a:gd name="connsiteY94074" fmla="*/ 1453490 h 2398711"/>
              <a:gd name="connsiteX94075" fmla="*/ 714312 w 2119654"/>
              <a:gd name="connsiteY94075" fmla="*/ 525466 h 2398711"/>
              <a:gd name="connsiteX94076" fmla="*/ 713684 w 2119654"/>
              <a:gd name="connsiteY94076" fmla="*/ 527054 h 2398711"/>
              <a:gd name="connsiteX94077" fmla="*/ 714404 w 2119654"/>
              <a:gd name="connsiteY94077" fmla="*/ 527697 h 2398711"/>
              <a:gd name="connsiteX94078" fmla="*/ 714708 w 2119654"/>
              <a:gd name="connsiteY94078" fmla="*/ 527284 h 2398711"/>
              <a:gd name="connsiteX94079" fmla="*/ 775744 w 2119654"/>
              <a:gd name="connsiteY94079" fmla="*/ 387828 h 2398711"/>
              <a:gd name="connsiteX94080" fmla="*/ 774502 w 2119654"/>
              <a:gd name="connsiteY94080" fmla="*/ 403074 h 2398711"/>
              <a:gd name="connsiteX94081" fmla="*/ 776374 w 2119654"/>
              <a:gd name="connsiteY94081" fmla="*/ 405588 h 2398711"/>
              <a:gd name="connsiteX94082" fmla="*/ 780807 w 2119654"/>
              <a:gd name="connsiteY94082" fmla="*/ 407280 h 2398711"/>
              <a:gd name="connsiteX94083" fmla="*/ 781194 w 2119654"/>
              <a:gd name="connsiteY94083" fmla="*/ 405344 h 2398711"/>
              <a:gd name="connsiteX94084" fmla="*/ 777029 w 2119654"/>
              <a:gd name="connsiteY94084" fmla="*/ 399507 h 2398711"/>
              <a:gd name="connsiteX94085" fmla="*/ 777299 w 2119654"/>
              <a:gd name="connsiteY94085" fmla="*/ 399585 h 2398711"/>
              <a:gd name="connsiteX94086" fmla="*/ 781243 w 2119654"/>
              <a:gd name="connsiteY94086" fmla="*/ 405113 h 2398711"/>
              <a:gd name="connsiteX94087" fmla="*/ 783247 w 2119654"/>
              <a:gd name="connsiteY94087" fmla="*/ 395775 h 2398711"/>
              <a:gd name="connsiteX94088" fmla="*/ 770825 w 2119654"/>
              <a:gd name="connsiteY94088" fmla="*/ 398758 h 2398711"/>
              <a:gd name="connsiteX94089" fmla="*/ 770752 w 2119654"/>
              <a:gd name="connsiteY94089" fmla="*/ 400292 h 2398711"/>
              <a:gd name="connsiteX94090" fmla="*/ 771655 w 2119654"/>
              <a:gd name="connsiteY94090" fmla="*/ 401184 h 2398711"/>
              <a:gd name="connsiteX94091" fmla="*/ 771880 w 2119654"/>
              <a:gd name="connsiteY94091" fmla="*/ 400174 h 2398711"/>
              <a:gd name="connsiteX94092" fmla="*/ 689054 w 2119654"/>
              <a:gd name="connsiteY94092" fmla="*/ 581852 h 2398711"/>
              <a:gd name="connsiteX94093" fmla="*/ 689164 w 2119654"/>
              <a:gd name="connsiteY94093" fmla="*/ 583615 h 2398711"/>
              <a:gd name="connsiteX94094" fmla="*/ 689731 w 2119654"/>
              <a:gd name="connsiteY94094" fmla="*/ 584739 h 2398711"/>
              <a:gd name="connsiteX94095" fmla="*/ 690194 w 2119654"/>
              <a:gd name="connsiteY94095" fmla="*/ 582513 h 2398711"/>
              <a:gd name="connsiteX94096" fmla="*/ 205837 w 2119654"/>
              <a:gd name="connsiteY94096" fmla="*/ 1663791 h 2398711"/>
              <a:gd name="connsiteX94097" fmla="*/ 220972 w 2119654"/>
              <a:gd name="connsiteY94097" fmla="*/ 1677689 h 2398711"/>
              <a:gd name="connsiteX94098" fmla="*/ 250716 w 2119654"/>
              <a:gd name="connsiteY94098" fmla="*/ 1688879 h 2398711"/>
              <a:gd name="connsiteX94099" fmla="*/ 251691 w 2119654"/>
              <a:gd name="connsiteY94099" fmla="*/ 1686689 h 2398711"/>
              <a:gd name="connsiteX94100" fmla="*/ 234804 w 2119654"/>
              <a:gd name="connsiteY94100" fmla="*/ 1678439 h 2398711"/>
              <a:gd name="connsiteX94101" fmla="*/ 241666 w 2119654"/>
              <a:gd name="connsiteY94101" fmla="*/ 1583498 h 2398711"/>
              <a:gd name="connsiteX94102" fmla="*/ 245004 w 2119654"/>
              <a:gd name="connsiteY94102" fmla="*/ 1588555 h 2398711"/>
              <a:gd name="connsiteX94103" fmla="*/ 255123 w 2119654"/>
              <a:gd name="connsiteY94103" fmla="*/ 1591225 h 2398711"/>
              <a:gd name="connsiteX94104" fmla="*/ 254522 w 2119654"/>
              <a:gd name="connsiteY94104" fmla="*/ 1590828 h 2398711"/>
              <a:gd name="connsiteX94105" fmla="*/ 254431 w 2119654"/>
              <a:gd name="connsiteY94105" fmla="*/ 1590556 h 2398711"/>
              <a:gd name="connsiteX94106" fmla="*/ 255654 w 2119654"/>
              <a:gd name="connsiteY94106" fmla="*/ 1591365 h 2398711"/>
              <a:gd name="connsiteX94107" fmla="*/ 259306 w 2119654"/>
              <a:gd name="connsiteY94107" fmla="*/ 1592329 h 2398711"/>
              <a:gd name="connsiteX94108" fmla="*/ 261998 w 2119654"/>
              <a:gd name="connsiteY94108" fmla="*/ 1592999 h 2398711"/>
              <a:gd name="connsiteX94109" fmla="*/ 256537 w 2119654"/>
              <a:gd name="connsiteY94109" fmla="*/ 1587983 h 2398711"/>
              <a:gd name="connsiteX94110" fmla="*/ 241741 w 2119654"/>
              <a:gd name="connsiteY94110" fmla="*/ 1583416 h 2398711"/>
              <a:gd name="connsiteX94111" fmla="*/ 751938 w 2119654"/>
              <a:gd name="connsiteY94111" fmla="*/ 440857 h 2398711"/>
              <a:gd name="connsiteX94112" fmla="*/ 751960 w 2119654"/>
              <a:gd name="connsiteY94112" fmla="*/ 441583 h 2398711"/>
              <a:gd name="connsiteX94113" fmla="*/ 753303 w 2119654"/>
              <a:gd name="connsiteY94113" fmla="*/ 442458 h 2398711"/>
              <a:gd name="connsiteX94114" fmla="*/ 753249 w 2119654"/>
              <a:gd name="connsiteY94114" fmla="*/ 441711 h 2398711"/>
              <a:gd name="connsiteX94115" fmla="*/ 292482 w 2119654"/>
              <a:gd name="connsiteY94115" fmla="*/ 1469639 h 2398711"/>
              <a:gd name="connsiteX94116" fmla="*/ 293838 w 2119654"/>
              <a:gd name="connsiteY94116" fmla="*/ 1470771 h 2398711"/>
              <a:gd name="connsiteX94117" fmla="*/ 296393 w 2119654"/>
              <a:gd name="connsiteY94117" fmla="*/ 1472188 h 2398711"/>
              <a:gd name="connsiteX94118" fmla="*/ 297334 w 2119654"/>
              <a:gd name="connsiteY94118" fmla="*/ 1472526 h 2398711"/>
              <a:gd name="connsiteX94119" fmla="*/ 282773 w 2119654"/>
              <a:gd name="connsiteY94119" fmla="*/ 1491265 h 2398711"/>
              <a:gd name="connsiteX94120" fmla="*/ 285334 w 2119654"/>
              <a:gd name="connsiteY94120" fmla="*/ 1495028 h 2398711"/>
              <a:gd name="connsiteX94121" fmla="*/ 292574 w 2119654"/>
              <a:gd name="connsiteY94121" fmla="*/ 1500704 h 2398711"/>
              <a:gd name="connsiteX94122" fmla="*/ 287736 w 2119654"/>
              <a:gd name="connsiteY94122" fmla="*/ 1493542 h 2398711"/>
              <a:gd name="connsiteX94123" fmla="*/ 284867 w 2119654"/>
              <a:gd name="connsiteY94123" fmla="*/ 1491902 h 2398711"/>
              <a:gd name="connsiteX94124" fmla="*/ 284121 w 2119654"/>
              <a:gd name="connsiteY94124" fmla="*/ 1491682 h 2398711"/>
              <a:gd name="connsiteX94125" fmla="*/ 729422 w 2119654"/>
              <a:gd name="connsiteY94125" fmla="*/ 491126 h 2398711"/>
              <a:gd name="connsiteX94126" fmla="*/ 728657 w 2119654"/>
              <a:gd name="connsiteY94126" fmla="*/ 493459 h 2398711"/>
              <a:gd name="connsiteX94127" fmla="*/ 729257 w 2119654"/>
              <a:gd name="connsiteY94127" fmla="*/ 493911 h 2398711"/>
              <a:gd name="connsiteX94128" fmla="*/ 729745 w 2119654"/>
              <a:gd name="connsiteY94128" fmla="*/ 492247 h 2398711"/>
              <a:gd name="connsiteX94129" fmla="*/ 729549 w 2119654"/>
              <a:gd name="connsiteY94129" fmla="*/ 491259 h 2398711"/>
              <a:gd name="connsiteX94130" fmla="*/ 758108 w 2119654"/>
              <a:gd name="connsiteY94130" fmla="*/ 426850 h 2398711"/>
              <a:gd name="connsiteX94131" fmla="*/ 758102 w 2119654"/>
              <a:gd name="connsiteY94131" fmla="*/ 436356 h 2398711"/>
              <a:gd name="connsiteX94132" fmla="*/ 762675 w 2119654"/>
              <a:gd name="connsiteY94132" fmla="*/ 441722 h 2398711"/>
              <a:gd name="connsiteX94133" fmla="*/ 762681 w 2119654"/>
              <a:gd name="connsiteY94133" fmla="*/ 441711 h 2398711"/>
              <a:gd name="connsiteX94134" fmla="*/ 762896 w 2119654"/>
              <a:gd name="connsiteY94134" fmla="*/ 440518 h 2398711"/>
              <a:gd name="connsiteX94135" fmla="*/ 765026 w 2119654"/>
              <a:gd name="connsiteY94135" fmla="*/ 430955 h 2398711"/>
              <a:gd name="connsiteX94136" fmla="*/ 308188 w 2119654"/>
              <a:gd name="connsiteY94136" fmla="*/ 1434183 h 2398711"/>
              <a:gd name="connsiteX94137" fmla="*/ 316279 w 2119654"/>
              <a:gd name="connsiteY94137" fmla="*/ 1445855 h 2398711"/>
              <a:gd name="connsiteX94138" fmla="*/ 316369 w 2119654"/>
              <a:gd name="connsiteY94138" fmla="*/ 1445913 h 2398711"/>
              <a:gd name="connsiteX94139" fmla="*/ 318721 w 2119654"/>
              <a:gd name="connsiteY94139" fmla="*/ 1446713 h 2398711"/>
              <a:gd name="connsiteX94140" fmla="*/ 314865 w 2119654"/>
              <a:gd name="connsiteY94140" fmla="*/ 1440885 h 2398711"/>
              <a:gd name="connsiteX94141" fmla="*/ 308923 w 2119654"/>
              <a:gd name="connsiteY94141" fmla="*/ 1434527 h 2398711"/>
              <a:gd name="connsiteX94142" fmla="*/ 768580 w 2119654"/>
              <a:gd name="connsiteY94142" fmla="*/ 402972 h 2398711"/>
              <a:gd name="connsiteX94143" fmla="*/ 769262 w 2119654"/>
              <a:gd name="connsiteY94143" fmla="*/ 404149 h 2398711"/>
              <a:gd name="connsiteX94144" fmla="*/ 770222 w 2119654"/>
              <a:gd name="connsiteY94144" fmla="*/ 405007 h 2398711"/>
              <a:gd name="connsiteX94145" fmla="*/ 770306 w 2119654"/>
              <a:gd name="connsiteY94145" fmla="*/ 403631 h 2398711"/>
              <a:gd name="connsiteX94146" fmla="*/ 289991 w 2119654"/>
              <a:gd name="connsiteY94146" fmla="*/ 1474446 h 2398711"/>
              <a:gd name="connsiteX94147" fmla="*/ 301814 w 2119654"/>
              <a:gd name="connsiteY94147" fmla="*/ 1483394 h 2398711"/>
              <a:gd name="connsiteX94148" fmla="*/ 303476 w 2119654"/>
              <a:gd name="connsiteY94148" fmla="*/ 1484423 h 2398711"/>
              <a:gd name="connsiteX94149" fmla="*/ 296311 w 2119654"/>
              <a:gd name="connsiteY94149" fmla="*/ 1476828 h 2398711"/>
              <a:gd name="connsiteX94150" fmla="*/ 295953 w 2119654"/>
              <a:gd name="connsiteY94150" fmla="*/ 1476636 h 2398711"/>
              <a:gd name="connsiteX94151" fmla="*/ 188336 w 2119654"/>
              <a:gd name="connsiteY94151" fmla="*/ 1701812 h 2398711"/>
              <a:gd name="connsiteX94152" fmla="*/ 207084 w 2119654"/>
              <a:gd name="connsiteY94152" fmla="*/ 1718580 h 2398711"/>
              <a:gd name="connsiteX94153" fmla="*/ 236159 w 2119654"/>
              <a:gd name="connsiteY94153" fmla="*/ 1729804 h 2398711"/>
              <a:gd name="connsiteX94154" fmla="*/ 240573 w 2119654"/>
              <a:gd name="connsiteY94154" fmla="*/ 1731306 h 2398711"/>
              <a:gd name="connsiteX94155" fmla="*/ 226795 w 2119654"/>
              <a:gd name="connsiteY94155" fmla="*/ 1722323 h 2398711"/>
              <a:gd name="connsiteX94156" fmla="*/ 212694 w 2119654"/>
              <a:gd name="connsiteY94156" fmla="*/ 1719532 h 2398711"/>
              <a:gd name="connsiteX94157" fmla="*/ 212466 w 2119654"/>
              <a:gd name="connsiteY94157" fmla="*/ 1719266 h 2398711"/>
              <a:gd name="connsiteX94158" fmla="*/ 226309 w 2119654"/>
              <a:gd name="connsiteY94158" fmla="*/ 1722006 h 2398711"/>
              <a:gd name="connsiteX94159" fmla="*/ 212541 w 2119654"/>
              <a:gd name="connsiteY94159" fmla="*/ 1713030 h 2398711"/>
              <a:gd name="connsiteX94160" fmla="*/ 197112 w 2119654"/>
              <a:gd name="connsiteY94160" fmla="*/ 1702673 h 2398711"/>
              <a:gd name="connsiteX94161" fmla="*/ 719946 w 2119654"/>
              <a:gd name="connsiteY94161" fmla="*/ 511213 h 2398711"/>
              <a:gd name="connsiteX94162" fmla="*/ 719779 w 2119654"/>
              <a:gd name="connsiteY94162" fmla="*/ 511636 h 2398711"/>
              <a:gd name="connsiteX94163" fmla="*/ 720488 w 2119654"/>
              <a:gd name="connsiteY94163" fmla="*/ 513505 h 2398711"/>
              <a:gd name="connsiteX94164" fmla="*/ 720465 w 2119654"/>
              <a:gd name="connsiteY94164" fmla="*/ 511734 h 2398711"/>
              <a:gd name="connsiteX94165" fmla="*/ 720442 w 2119654"/>
              <a:gd name="connsiteY94165" fmla="*/ 509958 h 2398711"/>
              <a:gd name="connsiteX94166" fmla="*/ 720018 w 2119654"/>
              <a:gd name="connsiteY94166" fmla="*/ 511032 h 2398711"/>
              <a:gd name="connsiteX94167" fmla="*/ 720462 w 2119654"/>
              <a:gd name="connsiteY94167" fmla="*/ 511477 h 2398711"/>
              <a:gd name="connsiteX94168" fmla="*/ 323098 w 2119654"/>
              <a:gd name="connsiteY94168" fmla="*/ 1399667 h 2398711"/>
              <a:gd name="connsiteX94169" fmla="*/ 323601 w 2119654"/>
              <a:gd name="connsiteY94169" fmla="*/ 1400545 h 2398711"/>
              <a:gd name="connsiteX94170" fmla="*/ 324375 w 2119654"/>
              <a:gd name="connsiteY94170" fmla="*/ 1400850 h 2398711"/>
              <a:gd name="connsiteX94171" fmla="*/ 324276 w 2119654"/>
              <a:gd name="connsiteY94171" fmla="*/ 1400506 h 2398711"/>
              <a:gd name="connsiteX94172" fmla="*/ 267698 w 2119654"/>
              <a:gd name="connsiteY94172" fmla="*/ 1523641 h 2398711"/>
              <a:gd name="connsiteX94173" fmla="*/ 274979 w 2119654"/>
              <a:gd name="connsiteY94173" fmla="*/ 1529474 h 2398711"/>
              <a:gd name="connsiteX94174" fmla="*/ 276947 w 2119654"/>
              <a:gd name="connsiteY94174" fmla="*/ 1531007 h 2398711"/>
              <a:gd name="connsiteX94175" fmla="*/ 275805 w 2119654"/>
              <a:gd name="connsiteY94175" fmla="*/ 1529329 h 2398711"/>
              <a:gd name="connsiteX94176" fmla="*/ 294322 w 2119654"/>
              <a:gd name="connsiteY94176" fmla="*/ 1463964 h 2398711"/>
              <a:gd name="connsiteX94177" fmla="*/ 299173 w 2119654"/>
              <a:gd name="connsiteY94177" fmla="*/ 1471238 h 2398711"/>
              <a:gd name="connsiteX94178" fmla="*/ 307997 w 2119654"/>
              <a:gd name="connsiteY94178" fmla="*/ 1476354 h 2398711"/>
              <a:gd name="connsiteX94179" fmla="*/ 308711 w 2119654"/>
              <a:gd name="connsiteY94179" fmla="*/ 1476610 h 2398711"/>
              <a:gd name="connsiteX94180" fmla="*/ 298805 w 2119654"/>
              <a:gd name="connsiteY94180" fmla="*/ 1465864 h 2398711"/>
              <a:gd name="connsiteX94181" fmla="*/ 775167 w 2119654"/>
              <a:gd name="connsiteY94181" fmla="*/ 387216 h 2398711"/>
              <a:gd name="connsiteX94182" fmla="*/ 772295 w 2119654"/>
              <a:gd name="connsiteY94182" fmla="*/ 400111 h 2398711"/>
              <a:gd name="connsiteX94183" fmla="*/ 774167 w 2119654"/>
              <a:gd name="connsiteY94183" fmla="*/ 402624 h 2398711"/>
              <a:gd name="connsiteX94184" fmla="*/ 775401 w 2119654"/>
              <a:gd name="connsiteY94184" fmla="*/ 387464 h 2398711"/>
              <a:gd name="connsiteX94185" fmla="*/ 264656 w 2119654"/>
              <a:gd name="connsiteY94185" fmla="*/ 1530294 h 2398711"/>
              <a:gd name="connsiteX94186" fmla="*/ 270886 w 2119654"/>
              <a:gd name="connsiteY94186" fmla="*/ 1535574 h 2398711"/>
              <a:gd name="connsiteX94187" fmla="*/ 267979 w 2119654"/>
              <a:gd name="connsiteY94187" fmla="*/ 1531321 h 2398711"/>
              <a:gd name="connsiteX94188" fmla="*/ 733940 w 2119654"/>
              <a:gd name="connsiteY94188" fmla="*/ 479450 h 2398711"/>
              <a:gd name="connsiteX94189" fmla="*/ 733430 w 2119654"/>
              <a:gd name="connsiteY94189" fmla="*/ 481193 h 2398711"/>
              <a:gd name="connsiteX94190" fmla="*/ 733233 w 2119654"/>
              <a:gd name="connsiteY94190" fmla="*/ 482037 h 2398711"/>
              <a:gd name="connsiteX94191" fmla="*/ 733457 w 2119654"/>
              <a:gd name="connsiteY94191" fmla="*/ 483171 h 2398711"/>
              <a:gd name="connsiteX94192" fmla="*/ 738462 w 2119654"/>
              <a:gd name="connsiteY94192" fmla="*/ 488410 h 2398711"/>
              <a:gd name="connsiteX94193" fmla="*/ 739174 w 2119654"/>
              <a:gd name="connsiteY94193" fmla="*/ 486998 h 2398711"/>
              <a:gd name="connsiteX94194" fmla="*/ 721694 w 2119654"/>
              <a:gd name="connsiteY94194" fmla="*/ 506792 h 2398711"/>
              <a:gd name="connsiteX94195" fmla="*/ 721439 w 2119654"/>
              <a:gd name="connsiteY94195" fmla="*/ 507438 h 2398711"/>
              <a:gd name="connsiteX94196" fmla="*/ 721463 w 2119654"/>
              <a:gd name="connsiteY94196" fmla="*/ 509389 h 2398711"/>
              <a:gd name="connsiteX94197" fmla="*/ 722602 w 2119654"/>
              <a:gd name="connsiteY94197" fmla="*/ 509948 h 2398711"/>
              <a:gd name="connsiteX94198" fmla="*/ 723114 w 2119654"/>
              <a:gd name="connsiteY94198" fmla="*/ 508386 h 2398711"/>
              <a:gd name="connsiteX94199" fmla="*/ 751886 w 2119654"/>
              <a:gd name="connsiteY94199" fmla="*/ 439132 h 2398711"/>
              <a:gd name="connsiteX94200" fmla="*/ 751904 w 2119654"/>
              <a:gd name="connsiteY94200" fmla="*/ 439706 h 2398711"/>
              <a:gd name="connsiteX94201" fmla="*/ 753162 w 2119654"/>
              <a:gd name="connsiteY94201" fmla="*/ 440527 h 2398711"/>
              <a:gd name="connsiteX94202" fmla="*/ 753146 w 2119654"/>
              <a:gd name="connsiteY94202" fmla="*/ 440302 h 2398711"/>
              <a:gd name="connsiteX94203" fmla="*/ 320533 w 2119654"/>
              <a:gd name="connsiteY94203" fmla="*/ 1405003 h 2398711"/>
              <a:gd name="connsiteX94204" fmla="*/ 320859 w 2119654"/>
              <a:gd name="connsiteY94204" fmla="*/ 1405955 h 2398711"/>
              <a:gd name="connsiteX94205" fmla="*/ 321388 w 2119654"/>
              <a:gd name="connsiteY94205" fmla="*/ 1406356 h 2398711"/>
              <a:gd name="connsiteX94206" fmla="*/ 688940 w 2119654"/>
              <a:gd name="connsiteY94206" fmla="*/ 580013 h 2398711"/>
              <a:gd name="connsiteX94207" fmla="*/ 688976 w 2119654"/>
              <a:gd name="connsiteY94207" fmla="*/ 580591 h 2398711"/>
              <a:gd name="connsiteX94208" fmla="*/ 690419 w 2119654"/>
              <a:gd name="connsiteY94208" fmla="*/ 581429 h 2398711"/>
              <a:gd name="connsiteX94209" fmla="*/ 690594 w 2119654"/>
              <a:gd name="connsiteY94209" fmla="*/ 580588 h 2398711"/>
              <a:gd name="connsiteX94210" fmla="*/ 734309 w 2119654"/>
              <a:gd name="connsiteY94210" fmla="*/ 478188 h 2398711"/>
              <a:gd name="connsiteX94211" fmla="*/ 734044 w 2119654"/>
              <a:gd name="connsiteY94211" fmla="*/ 479093 h 2398711"/>
              <a:gd name="connsiteX94212" fmla="*/ 739322 w 2119654"/>
              <a:gd name="connsiteY94212" fmla="*/ 486705 h 2398711"/>
              <a:gd name="connsiteX94213" fmla="*/ 740080 w 2119654"/>
              <a:gd name="connsiteY94213" fmla="*/ 485205 h 2398711"/>
              <a:gd name="connsiteX94214" fmla="*/ 738608 w 2119654"/>
              <a:gd name="connsiteY94214" fmla="*/ 481317 h 2398711"/>
              <a:gd name="connsiteX94215" fmla="*/ 307665 w 2119654"/>
              <a:gd name="connsiteY94215" fmla="*/ 1433427 h 2398711"/>
              <a:gd name="connsiteX94216" fmla="*/ 308000 w 2119654"/>
              <a:gd name="connsiteY94216" fmla="*/ 1433911 h 2398711"/>
              <a:gd name="connsiteX94217" fmla="*/ 308617 w 2119654"/>
              <a:gd name="connsiteY94217" fmla="*/ 1434199 h 2398711"/>
              <a:gd name="connsiteX94218" fmla="*/ 308297 w 2119654"/>
              <a:gd name="connsiteY94218" fmla="*/ 1433857 h 2398711"/>
              <a:gd name="connsiteX94219" fmla="*/ 739727 w 2119654"/>
              <a:gd name="connsiteY94219" fmla="*/ 465920 h 2398711"/>
              <a:gd name="connsiteX94220" fmla="*/ 740693 w 2119654"/>
              <a:gd name="connsiteY94220" fmla="*/ 472398 h 2398711"/>
              <a:gd name="connsiteX94221" fmla="*/ 743412 w 2119654"/>
              <a:gd name="connsiteY94221" fmla="*/ 477106 h 2398711"/>
              <a:gd name="connsiteX94222" fmla="*/ 743738 w 2119654"/>
              <a:gd name="connsiteY94222" fmla="*/ 477967 h 2398711"/>
              <a:gd name="connsiteX94223" fmla="*/ 747417 w 2119654"/>
              <a:gd name="connsiteY94223" fmla="*/ 470687 h 2398711"/>
              <a:gd name="connsiteX94224" fmla="*/ 747231 w 2119654"/>
              <a:gd name="connsiteY94224" fmla="*/ 470396 h 2398711"/>
              <a:gd name="connsiteX94225" fmla="*/ 723796 w 2119654"/>
              <a:gd name="connsiteY94225" fmla="*/ 501473 h 2398711"/>
              <a:gd name="connsiteX94226" fmla="*/ 723089 w 2119654"/>
              <a:gd name="connsiteY94226" fmla="*/ 503262 h 2398711"/>
              <a:gd name="connsiteX94227" fmla="*/ 724028 w 2119654"/>
              <a:gd name="connsiteY94227" fmla="*/ 503865 h 2398711"/>
              <a:gd name="connsiteX94228" fmla="*/ 751095 w 2119654"/>
              <a:gd name="connsiteY94228" fmla="*/ 440309 h 2398711"/>
              <a:gd name="connsiteX94229" fmla="*/ 751066 w 2119654"/>
              <a:gd name="connsiteY94229" fmla="*/ 441002 h 2398711"/>
              <a:gd name="connsiteX94230" fmla="*/ 751780 w 2119654"/>
              <a:gd name="connsiteY94230" fmla="*/ 441467 h 2398711"/>
              <a:gd name="connsiteX94231" fmla="*/ 751759 w 2119654"/>
              <a:gd name="connsiteY94231" fmla="*/ 440741 h 2398711"/>
              <a:gd name="connsiteX94232" fmla="*/ 282147 w 2119654"/>
              <a:gd name="connsiteY94232" fmla="*/ 1490347 h 2398711"/>
              <a:gd name="connsiteX94233" fmla="*/ 282495 w 2119654"/>
              <a:gd name="connsiteY94233" fmla="*/ 1490857 h 2398711"/>
              <a:gd name="connsiteX94234" fmla="*/ 283622 w 2119654"/>
              <a:gd name="connsiteY94234" fmla="*/ 1491190 h 2398711"/>
              <a:gd name="connsiteX94235" fmla="*/ 775568 w 2119654"/>
              <a:gd name="connsiteY94235" fmla="*/ 385412 h 2398711"/>
              <a:gd name="connsiteX94236" fmla="*/ 775261 w 2119654"/>
              <a:gd name="connsiteY94236" fmla="*/ 386792 h 2398711"/>
              <a:gd name="connsiteX94237" fmla="*/ 775440 w 2119654"/>
              <a:gd name="connsiteY94237" fmla="*/ 386982 h 2398711"/>
              <a:gd name="connsiteX94238" fmla="*/ 699060 w 2119654"/>
              <a:gd name="connsiteY94238" fmla="*/ 556709 h 2398711"/>
              <a:gd name="connsiteX94239" fmla="*/ 699075 w 2119654"/>
              <a:gd name="connsiteY94239" fmla="*/ 556998 h 2398711"/>
              <a:gd name="connsiteX94240" fmla="*/ 699207 w 2119654"/>
              <a:gd name="connsiteY94240" fmla="*/ 557353 h 2398711"/>
              <a:gd name="connsiteX94241" fmla="*/ 699246 w 2119654"/>
              <a:gd name="connsiteY94241" fmla="*/ 556874 h 2398711"/>
              <a:gd name="connsiteX94242" fmla="*/ 303642 w 2119654"/>
              <a:gd name="connsiteY94242" fmla="*/ 1441965 h 2398711"/>
              <a:gd name="connsiteX94243" fmla="*/ 304181 w 2119654"/>
              <a:gd name="connsiteY94243" fmla="*/ 1443096 h 2398711"/>
              <a:gd name="connsiteX94244" fmla="*/ 312965 w 2119654"/>
              <a:gd name="connsiteY94244" fmla="*/ 1446286 h 2398711"/>
              <a:gd name="connsiteX94245" fmla="*/ 312282 w 2119654"/>
              <a:gd name="connsiteY94245" fmla="*/ 1445300 h 2398711"/>
              <a:gd name="connsiteX94246" fmla="*/ 311008 w 2119654"/>
              <a:gd name="connsiteY94246" fmla="*/ 1425304 h 2398711"/>
              <a:gd name="connsiteX94247" fmla="*/ 312016 w 2119654"/>
              <a:gd name="connsiteY94247" fmla="*/ 1426829 h 2398711"/>
              <a:gd name="connsiteX94248" fmla="*/ 312383 w 2119654"/>
              <a:gd name="connsiteY94248" fmla="*/ 1426963 h 2398711"/>
              <a:gd name="connsiteX94249" fmla="*/ 311968 w 2119654"/>
              <a:gd name="connsiteY94249" fmla="*/ 1426227 h 2398711"/>
              <a:gd name="connsiteX94250" fmla="*/ 725519 w 2119654"/>
              <a:gd name="connsiteY94250" fmla="*/ 497115 h 2398711"/>
              <a:gd name="connsiteX94251" fmla="*/ 723901 w 2119654"/>
              <a:gd name="connsiteY94251" fmla="*/ 501207 h 2398711"/>
              <a:gd name="connsiteX94252" fmla="*/ 724167 w 2119654"/>
              <a:gd name="connsiteY94252" fmla="*/ 503955 h 2398711"/>
              <a:gd name="connsiteX94253" fmla="*/ 724235 w 2119654"/>
              <a:gd name="connsiteY94253" fmla="*/ 503998 h 2398711"/>
              <a:gd name="connsiteX94254" fmla="*/ 725566 w 2119654"/>
              <a:gd name="connsiteY94254" fmla="*/ 497359 h 2398711"/>
              <a:gd name="connsiteX94255" fmla="*/ 687953 w 2119654"/>
              <a:gd name="connsiteY94255" fmla="*/ 581213 h 2398711"/>
              <a:gd name="connsiteX94256" fmla="*/ 688776 w 2119654"/>
              <a:gd name="connsiteY94256" fmla="*/ 582844 h 2398711"/>
              <a:gd name="connsiteX94257" fmla="*/ 688701 w 2119654"/>
              <a:gd name="connsiteY94257" fmla="*/ 581648 h 2398711"/>
              <a:gd name="connsiteX94258" fmla="*/ 300379 w 2119654"/>
              <a:gd name="connsiteY94258" fmla="*/ 1448852 h 2398711"/>
              <a:gd name="connsiteX94259" fmla="*/ 304105 w 2119654"/>
              <a:gd name="connsiteY94259" fmla="*/ 1451130 h 2398711"/>
              <a:gd name="connsiteX94260" fmla="*/ 303378 w 2119654"/>
              <a:gd name="connsiteY94260" fmla="*/ 1450217 h 2398711"/>
              <a:gd name="connsiteX94261" fmla="*/ 758110 w 2119654"/>
              <a:gd name="connsiteY94261" fmla="*/ 423816 h 2398711"/>
              <a:gd name="connsiteX94262" fmla="*/ 758108 w 2119654"/>
              <a:gd name="connsiteY94262" fmla="*/ 426563 h 2398711"/>
              <a:gd name="connsiteX94263" fmla="*/ 765067 w 2119654"/>
              <a:gd name="connsiteY94263" fmla="*/ 430772 h 2398711"/>
              <a:gd name="connsiteX94264" fmla="*/ 765309 w 2119654"/>
              <a:gd name="connsiteY94264" fmla="*/ 429689 h 2398711"/>
              <a:gd name="connsiteX94265" fmla="*/ 763163 w 2119654"/>
              <a:gd name="connsiteY94265" fmla="*/ 425834 h 2398711"/>
              <a:gd name="connsiteX94266" fmla="*/ 271389 w 2119654"/>
              <a:gd name="connsiteY94266" fmla="*/ 1513613 h 2398711"/>
              <a:gd name="connsiteX94267" fmla="*/ 272009 w 2119654"/>
              <a:gd name="connsiteY94267" fmla="*/ 1514329 h 2398711"/>
              <a:gd name="connsiteX94268" fmla="*/ 277696 w 2119654"/>
              <a:gd name="connsiteY94268" fmla="*/ 1517289 h 2398711"/>
              <a:gd name="connsiteX94269" fmla="*/ 275513 w 2119654"/>
              <a:gd name="connsiteY94269" fmla="*/ 1514645 h 2398711"/>
              <a:gd name="connsiteX94270" fmla="*/ 310878 w 2119654"/>
              <a:gd name="connsiteY94270" fmla="*/ 1424784 h 2398711"/>
              <a:gd name="connsiteX94271" fmla="*/ 311480 w 2119654"/>
              <a:gd name="connsiteY94271" fmla="*/ 1425362 h 2398711"/>
              <a:gd name="connsiteX94272" fmla="*/ 311301 w 2119654"/>
              <a:gd name="connsiteY94272" fmla="*/ 1425044 h 2398711"/>
              <a:gd name="connsiteX94273" fmla="*/ 238358 w 2119654"/>
              <a:gd name="connsiteY94273" fmla="*/ 1587136 h 2398711"/>
              <a:gd name="connsiteX94274" fmla="*/ 238721 w 2119654"/>
              <a:gd name="connsiteY94274" fmla="*/ 1587264 h 2398711"/>
              <a:gd name="connsiteX94275" fmla="*/ 238684 w 2119654"/>
              <a:gd name="connsiteY94275" fmla="*/ 1587200 h 2398711"/>
              <a:gd name="connsiteX94276" fmla="*/ 238374 w 2119654"/>
              <a:gd name="connsiteY94276" fmla="*/ 1587118 h 2398711"/>
              <a:gd name="connsiteX94277" fmla="*/ 735666 w 2119654"/>
              <a:gd name="connsiteY94277" fmla="*/ 473550 h 2398711"/>
              <a:gd name="connsiteX94278" fmla="*/ 734493 w 2119654"/>
              <a:gd name="connsiteY94278" fmla="*/ 477560 h 2398711"/>
              <a:gd name="connsiteX94279" fmla="*/ 738209 w 2119654"/>
              <a:gd name="connsiteY94279" fmla="*/ 480263 h 2398711"/>
              <a:gd name="connsiteX94280" fmla="*/ 685792 w 2119654"/>
              <a:gd name="connsiteY94280" fmla="*/ 584880 h 2398711"/>
              <a:gd name="connsiteX94281" fmla="*/ 685823 w 2119654"/>
              <a:gd name="connsiteY94281" fmla="*/ 586088 h 2398711"/>
              <a:gd name="connsiteX94282" fmla="*/ 686248 w 2119654"/>
              <a:gd name="connsiteY94282" fmla="*/ 587236 h 2398711"/>
              <a:gd name="connsiteX94283" fmla="*/ 686412 w 2119654"/>
              <a:gd name="connsiteY94283" fmla="*/ 587526 h 2398711"/>
              <a:gd name="connsiteX94284" fmla="*/ 686188 w 2119654"/>
              <a:gd name="connsiteY94284" fmla="*/ 585018 h 2398711"/>
              <a:gd name="connsiteX94285" fmla="*/ 751172 w 2119654"/>
              <a:gd name="connsiteY94285" fmla="*/ 438469 h 2398711"/>
              <a:gd name="connsiteX94286" fmla="*/ 751142 w 2119654"/>
              <a:gd name="connsiteY94286" fmla="*/ 439210 h 2398711"/>
              <a:gd name="connsiteX94287" fmla="*/ 751723 w 2119654"/>
              <a:gd name="connsiteY94287" fmla="*/ 439590 h 2398711"/>
              <a:gd name="connsiteX94288" fmla="*/ 751705 w 2119654"/>
              <a:gd name="connsiteY94288" fmla="*/ 438964 h 2398711"/>
              <a:gd name="connsiteX94289" fmla="*/ 297635 w 2119654"/>
              <a:gd name="connsiteY94289" fmla="*/ 1453961 h 2398711"/>
              <a:gd name="connsiteX94290" fmla="*/ 298543 w 2119654"/>
              <a:gd name="connsiteY94290" fmla="*/ 1455150 h 2398711"/>
              <a:gd name="connsiteX94291" fmla="*/ 298144 w 2119654"/>
              <a:gd name="connsiteY94291" fmla="*/ 1454313 h 2398711"/>
              <a:gd name="connsiteX94292" fmla="*/ 751817 w 2119654"/>
              <a:gd name="connsiteY94292" fmla="*/ 436857 h 2398711"/>
              <a:gd name="connsiteX94293" fmla="*/ 751822 w 2119654"/>
              <a:gd name="connsiteY94293" fmla="*/ 436986 h 2398711"/>
              <a:gd name="connsiteX94294" fmla="*/ 752141 w 2119654"/>
              <a:gd name="connsiteY94294" fmla="*/ 437242 h 2398711"/>
              <a:gd name="connsiteX94295" fmla="*/ 236908 w 2119654"/>
              <a:gd name="connsiteY94295" fmla="*/ 1589791 h 2398711"/>
              <a:gd name="connsiteX94296" fmla="*/ 238132 w 2119654"/>
              <a:gd name="connsiteY94296" fmla="*/ 1591086 h 2398711"/>
              <a:gd name="connsiteX94297" fmla="*/ 240533 w 2119654"/>
              <a:gd name="connsiteY94297" fmla="*/ 1591607 h 2398711"/>
              <a:gd name="connsiteX94298" fmla="*/ 238120 w 2119654"/>
              <a:gd name="connsiteY94298" fmla="*/ 1587052 h 2398711"/>
              <a:gd name="connsiteX94299" fmla="*/ 238174 w 2119654"/>
              <a:gd name="connsiteY94299" fmla="*/ 1587070 h 2398711"/>
              <a:gd name="connsiteX94300" fmla="*/ 238177 w 2119654"/>
              <a:gd name="connsiteY94300" fmla="*/ 1587067 h 2398711"/>
              <a:gd name="connsiteX94301" fmla="*/ 237767 w 2119654"/>
              <a:gd name="connsiteY94301" fmla="*/ 1587785 h 2398711"/>
              <a:gd name="connsiteX94302" fmla="*/ 239573 w 2119654"/>
              <a:gd name="connsiteY94302" fmla="*/ 1588690 h 2398711"/>
              <a:gd name="connsiteX94303" fmla="*/ 239325 w 2119654"/>
              <a:gd name="connsiteY94303" fmla="*/ 1588315 h 2398711"/>
              <a:gd name="connsiteX94304" fmla="*/ 239055 w 2119654"/>
              <a:gd name="connsiteY94304" fmla="*/ 1587844 h 2398711"/>
              <a:gd name="connsiteX94305" fmla="*/ 238040 w 2119654"/>
              <a:gd name="connsiteY94305" fmla="*/ 1587484 h 2398711"/>
              <a:gd name="connsiteX94306" fmla="*/ 288478 w 2119654"/>
              <a:gd name="connsiteY94306" fmla="*/ 1473890 h 2398711"/>
              <a:gd name="connsiteX94307" fmla="*/ 290179 w 2119654"/>
              <a:gd name="connsiteY94307" fmla="*/ 1476850 h 2398711"/>
              <a:gd name="connsiteX94308" fmla="*/ 292084 w 2119654"/>
              <a:gd name="connsiteY94308" fmla="*/ 1478168 h 2398711"/>
              <a:gd name="connsiteX94309" fmla="*/ 292013 w 2119654"/>
              <a:gd name="connsiteY94309" fmla="*/ 1477896 h 2398711"/>
              <a:gd name="connsiteX94310" fmla="*/ 295389 w 2119654"/>
              <a:gd name="connsiteY94310" fmla="*/ 1480455 h 2398711"/>
              <a:gd name="connsiteX94311" fmla="*/ 304879 w 2119654"/>
              <a:gd name="connsiteY94311" fmla="*/ 1487020 h 2398711"/>
              <a:gd name="connsiteX94312" fmla="*/ 306137 w 2119654"/>
              <a:gd name="connsiteY94312" fmla="*/ 1487816 h 2398711"/>
              <a:gd name="connsiteX94313" fmla="*/ 306888 w 2119654"/>
              <a:gd name="connsiteY94313" fmla="*/ 1488039 h 2398711"/>
              <a:gd name="connsiteX94314" fmla="*/ 306026 w 2119654"/>
              <a:gd name="connsiteY94314" fmla="*/ 1487126 h 2398711"/>
              <a:gd name="connsiteX94315" fmla="*/ 288595 w 2119654"/>
              <a:gd name="connsiteY94315" fmla="*/ 1473933 h 2398711"/>
              <a:gd name="connsiteX94316" fmla="*/ 687282 w 2119654"/>
              <a:gd name="connsiteY94316" fmla="*/ 580823 h 2398711"/>
              <a:gd name="connsiteX94317" fmla="*/ 687611 w 2119654"/>
              <a:gd name="connsiteY94317" fmla="*/ 584507 h 2398711"/>
              <a:gd name="connsiteX94318" fmla="*/ 688904 w 2119654"/>
              <a:gd name="connsiteY94318" fmla="*/ 584898 h 2398711"/>
              <a:gd name="connsiteX94319" fmla="*/ 688811 w 2119654"/>
              <a:gd name="connsiteY94319" fmla="*/ 583418 h 2398711"/>
              <a:gd name="connsiteX94320" fmla="*/ 687595 w 2119654"/>
              <a:gd name="connsiteY94320" fmla="*/ 581005 h 2398711"/>
              <a:gd name="connsiteX94321" fmla="*/ 735408 w 2119654"/>
              <a:gd name="connsiteY94321" fmla="*/ 472870 h 2398711"/>
              <a:gd name="connsiteX94322" fmla="*/ 735282 w 2119654"/>
              <a:gd name="connsiteY94322" fmla="*/ 473255 h 2398711"/>
              <a:gd name="connsiteX94323" fmla="*/ 735216 w 2119654"/>
              <a:gd name="connsiteY94323" fmla="*/ 473536 h 2398711"/>
              <a:gd name="connsiteX94324" fmla="*/ 735410 w 2119654"/>
              <a:gd name="connsiteY94324" fmla="*/ 472874 h 2398711"/>
              <a:gd name="connsiteX94325" fmla="*/ 733025 w 2119654"/>
              <a:gd name="connsiteY94325" fmla="*/ 478128 h 2398711"/>
              <a:gd name="connsiteX94326" fmla="*/ 732649 w 2119654"/>
              <a:gd name="connsiteY94326" fmla="*/ 479078 h 2398711"/>
              <a:gd name="connsiteX94327" fmla="*/ 732677 w 2119654"/>
              <a:gd name="connsiteY94327" fmla="*/ 479220 h 2398711"/>
              <a:gd name="connsiteX94328" fmla="*/ 733032 w 2119654"/>
              <a:gd name="connsiteY94328" fmla="*/ 478139 h 2398711"/>
              <a:gd name="connsiteX94329" fmla="*/ 698939 w 2119654"/>
              <a:gd name="connsiteY94329" fmla="*/ 554355 h 2398711"/>
              <a:gd name="connsiteX94330" fmla="*/ 699003 w 2119654"/>
              <a:gd name="connsiteY94330" fmla="*/ 555588 h 2398711"/>
              <a:gd name="connsiteX94331" fmla="*/ 699329 w 2119654"/>
              <a:gd name="connsiteY94331" fmla="*/ 555837 h 2398711"/>
              <a:gd name="connsiteX94332" fmla="*/ 699442 w 2119654"/>
              <a:gd name="connsiteY94332" fmla="*/ 554425 h 2398711"/>
              <a:gd name="connsiteX94333" fmla="*/ 688755 w 2119654"/>
              <a:gd name="connsiteY94333" fmla="*/ 577038 h 2398711"/>
              <a:gd name="connsiteX94334" fmla="*/ 688889 w 2119654"/>
              <a:gd name="connsiteY94334" fmla="*/ 579201 h 2398711"/>
              <a:gd name="connsiteX94335" fmla="*/ 690761 w 2119654"/>
              <a:gd name="connsiteY94335" fmla="*/ 579786 h 2398711"/>
              <a:gd name="connsiteX94336" fmla="*/ 691260 w 2119654"/>
              <a:gd name="connsiteY94336" fmla="*/ 577384 h 2398711"/>
              <a:gd name="connsiteX94337" fmla="*/ 685316 w 2119654"/>
              <a:gd name="connsiteY94337" fmla="*/ 584715 h 2398711"/>
              <a:gd name="connsiteX94338" fmla="*/ 685321 w 2119654"/>
              <a:gd name="connsiteY94338" fmla="*/ 584729 h 2398711"/>
              <a:gd name="connsiteX94339" fmla="*/ 685321 w 2119654"/>
              <a:gd name="connsiteY94339" fmla="*/ 584717 h 2398711"/>
              <a:gd name="connsiteX94340" fmla="*/ 680544 w 2119654"/>
              <a:gd name="connsiteY94340" fmla="*/ 595358 h 2398711"/>
              <a:gd name="connsiteX94341" fmla="*/ 682004 w 2119654"/>
              <a:gd name="connsiteY94341" fmla="*/ 598319 h 2398711"/>
              <a:gd name="connsiteX94342" fmla="*/ 682201 w 2119654"/>
              <a:gd name="connsiteY94342" fmla="*/ 598026 h 2398711"/>
              <a:gd name="connsiteX94343" fmla="*/ 681486 w 2119654"/>
              <a:gd name="connsiteY94343" fmla="*/ 596249 h 2398711"/>
              <a:gd name="connsiteX94344" fmla="*/ 719294 w 2119654"/>
              <a:gd name="connsiteY94344" fmla="*/ 508573 h 2398711"/>
              <a:gd name="connsiteX94345" fmla="*/ 719430 w 2119654"/>
              <a:gd name="connsiteY94345" fmla="*/ 510441 h 2398711"/>
              <a:gd name="connsiteX94346" fmla="*/ 719502 w 2119654"/>
              <a:gd name="connsiteY94346" fmla="*/ 510514 h 2398711"/>
              <a:gd name="connsiteX94347" fmla="*/ 720111 w 2119654"/>
              <a:gd name="connsiteY94347" fmla="*/ 508974 h 2398711"/>
              <a:gd name="connsiteX94348" fmla="*/ 727744 w 2119654"/>
              <a:gd name="connsiteY94348" fmla="*/ 489625 h 2398711"/>
              <a:gd name="connsiteX94349" fmla="*/ 727729 w 2119654"/>
              <a:gd name="connsiteY94349" fmla="*/ 489703 h 2398711"/>
              <a:gd name="connsiteX94350" fmla="*/ 727757 w 2119654"/>
              <a:gd name="connsiteY94350" fmla="*/ 489632 h 2398711"/>
              <a:gd name="connsiteX94351" fmla="*/ 699393 w 2119654"/>
              <a:gd name="connsiteY94351" fmla="*/ 552848 h 2398711"/>
              <a:gd name="connsiteX94352" fmla="*/ 699554 w 2119654"/>
              <a:gd name="connsiteY94352" fmla="*/ 553021 h 2398711"/>
              <a:gd name="connsiteX94353" fmla="*/ 699563 w 2119654"/>
              <a:gd name="connsiteY94353" fmla="*/ 552916 h 2398711"/>
              <a:gd name="connsiteX94354" fmla="*/ 299600 w 2119654"/>
              <a:gd name="connsiteY94354" fmla="*/ 1448051 h 2398711"/>
              <a:gd name="connsiteX94355" fmla="*/ 299735 w 2119654"/>
              <a:gd name="connsiteY94355" fmla="*/ 1448337 h 2398711"/>
              <a:gd name="connsiteX94356" fmla="*/ 303101 w 2119654"/>
              <a:gd name="connsiteY94356" fmla="*/ 1449869 h 2398711"/>
              <a:gd name="connsiteX94357" fmla="*/ 302852 w 2119654"/>
              <a:gd name="connsiteY94357" fmla="*/ 1449557 h 2398711"/>
              <a:gd name="connsiteX94358" fmla="*/ 302851 w 2119654"/>
              <a:gd name="connsiteY94358" fmla="*/ 1449555 h 2398711"/>
              <a:gd name="connsiteX94359" fmla="*/ 301250 w 2119654"/>
              <a:gd name="connsiteY94359" fmla="*/ 1448974 h 2398711"/>
              <a:gd name="connsiteX94360" fmla="*/ 698982 w 2119654"/>
              <a:gd name="connsiteY94360" fmla="*/ 553295 h 2398711"/>
              <a:gd name="connsiteX94361" fmla="*/ 698909 w 2119654"/>
              <a:gd name="connsiteY94361" fmla="*/ 553754 h 2398711"/>
              <a:gd name="connsiteX94362" fmla="*/ 698913 w 2119654"/>
              <a:gd name="connsiteY94362" fmla="*/ 553833 h 2398711"/>
              <a:gd name="connsiteX94363" fmla="*/ 699483 w 2119654"/>
              <a:gd name="connsiteY94363" fmla="*/ 553912 h 2398711"/>
              <a:gd name="connsiteX94364" fmla="*/ 699507 w 2119654"/>
              <a:gd name="connsiteY94364" fmla="*/ 553613 h 2398711"/>
              <a:gd name="connsiteX94365" fmla="*/ 699485 w 2119654"/>
              <a:gd name="connsiteY94365" fmla="*/ 553589 h 2398711"/>
              <a:gd name="connsiteX94366" fmla="*/ 751268 w 2119654"/>
              <a:gd name="connsiteY94366" fmla="*/ 436205 h 2398711"/>
              <a:gd name="connsiteX94367" fmla="*/ 751255 w 2119654"/>
              <a:gd name="connsiteY94367" fmla="*/ 436532 h 2398711"/>
              <a:gd name="connsiteX94368" fmla="*/ 751641 w 2119654"/>
              <a:gd name="connsiteY94368" fmla="*/ 436841 h 2398711"/>
              <a:gd name="connsiteX94369" fmla="*/ 751635 w 2119654"/>
              <a:gd name="connsiteY94369" fmla="*/ 436641 h 2398711"/>
              <a:gd name="connsiteX94370" fmla="*/ 711391 w 2119654"/>
              <a:gd name="connsiteY94370" fmla="*/ 525207 h 2398711"/>
              <a:gd name="connsiteX94371" fmla="*/ 711407 w 2119654"/>
              <a:gd name="connsiteY94371" fmla="*/ 529034 h 2398711"/>
              <a:gd name="connsiteX94372" fmla="*/ 712076 w 2119654"/>
              <a:gd name="connsiteY94372" fmla="*/ 529301 h 2398711"/>
              <a:gd name="connsiteX94373" fmla="*/ 713095 w 2119654"/>
              <a:gd name="connsiteY94373" fmla="*/ 526724 h 2398711"/>
              <a:gd name="connsiteX94374" fmla="*/ 687154 w 2119654"/>
              <a:gd name="connsiteY94374" fmla="*/ 579394 h 2398711"/>
              <a:gd name="connsiteX94375" fmla="*/ 687167 w 2119654"/>
              <a:gd name="connsiteY94375" fmla="*/ 579540 h 2398711"/>
              <a:gd name="connsiteX94376" fmla="*/ 688622 w 2119654"/>
              <a:gd name="connsiteY94376" fmla="*/ 580386 h 2398711"/>
              <a:gd name="connsiteX94377" fmla="*/ 688592 w 2119654"/>
              <a:gd name="connsiteY94377" fmla="*/ 579893 h 2398711"/>
              <a:gd name="connsiteX94378" fmla="*/ 738208 w 2119654"/>
              <a:gd name="connsiteY94378" fmla="*/ 465014 h 2398711"/>
              <a:gd name="connsiteX94379" fmla="*/ 738034 w 2119654"/>
              <a:gd name="connsiteY94379" fmla="*/ 465454 h 2398711"/>
              <a:gd name="connsiteX94380" fmla="*/ 737580 w 2119654"/>
              <a:gd name="connsiteY94380" fmla="*/ 467007 h 2398711"/>
              <a:gd name="connsiteX94381" fmla="*/ 740277 w 2119654"/>
              <a:gd name="connsiteY94381" fmla="*/ 471677 h 2398711"/>
              <a:gd name="connsiteX94382" fmla="*/ 739388 w 2119654"/>
              <a:gd name="connsiteY94382" fmla="*/ 465718 h 2398711"/>
              <a:gd name="connsiteX94383" fmla="*/ 725922 w 2119654"/>
              <a:gd name="connsiteY94383" fmla="*/ 492524 h 2398711"/>
              <a:gd name="connsiteX94384" fmla="*/ 726085 w 2119654"/>
              <a:gd name="connsiteY94384" fmla="*/ 493364 h 2398711"/>
              <a:gd name="connsiteX94385" fmla="*/ 726237 w 2119654"/>
              <a:gd name="connsiteY94385" fmla="*/ 493476 h 2398711"/>
              <a:gd name="connsiteX94386" fmla="*/ 726455 w 2119654"/>
              <a:gd name="connsiteY94386" fmla="*/ 492926 h 2398711"/>
              <a:gd name="connsiteX94387" fmla="*/ 748525 w 2119654"/>
              <a:gd name="connsiteY94387" fmla="*/ 441908 h 2398711"/>
              <a:gd name="connsiteX94388" fmla="*/ 748997 w 2119654"/>
              <a:gd name="connsiteY94388" fmla="*/ 442491 h 2398711"/>
              <a:gd name="connsiteX94389" fmla="*/ 749006 w 2119654"/>
              <a:gd name="connsiteY94389" fmla="*/ 442274 h 2398711"/>
              <a:gd name="connsiteX94390" fmla="*/ 288012 w 2119654"/>
              <a:gd name="connsiteY94390" fmla="*/ 1472947 h 2398711"/>
              <a:gd name="connsiteX94391" fmla="*/ 288298 w 2119654"/>
              <a:gd name="connsiteY94391" fmla="*/ 1473164 h 2398711"/>
              <a:gd name="connsiteX94392" fmla="*/ 292104 w 2119654"/>
              <a:gd name="connsiteY94392" fmla="*/ 1474562 h 2398711"/>
              <a:gd name="connsiteX94393" fmla="*/ 290474 w 2119654"/>
              <a:gd name="connsiteY94393" fmla="*/ 1473685 h 2398711"/>
              <a:gd name="connsiteX94394" fmla="*/ 738988 w 2119654"/>
              <a:gd name="connsiteY94394" fmla="*/ 463041 h 2398711"/>
              <a:gd name="connsiteX94395" fmla="*/ 738438 w 2119654"/>
              <a:gd name="connsiteY94395" fmla="*/ 464433 h 2398711"/>
              <a:gd name="connsiteX94396" fmla="*/ 739270 w 2119654"/>
              <a:gd name="connsiteY94396" fmla="*/ 464929 h 2398711"/>
              <a:gd name="connsiteX94397" fmla="*/ 777506 w 2119654"/>
              <a:gd name="connsiteY94397" fmla="*/ 376712 h 2398711"/>
              <a:gd name="connsiteX94398" fmla="*/ 776155 w 2119654"/>
              <a:gd name="connsiteY94398" fmla="*/ 382778 h 2398711"/>
              <a:gd name="connsiteX94399" fmla="*/ 775783 w 2119654"/>
              <a:gd name="connsiteY94399" fmla="*/ 387344 h 2398711"/>
              <a:gd name="connsiteX94400" fmla="*/ 783339 w 2119654"/>
              <a:gd name="connsiteY94400" fmla="*/ 395348 h 2398711"/>
              <a:gd name="connsiteX94401" fmla="*/ 785333 w 2119654"/>
              <a:gd name="connsiteY94401" fmla="*/ 386056 h 2398711"/>
              <a:gd name="connsiteX94402" fmla="*/ 782111 w 2119654"/>
              <a:gd name="connsiteY94402" fmla="*/ 382025 h 2398711"/>
              <a:gd name="connsiteX94403" fmla="*/ 739319 w 2119654"/>
              <a:gd name="connsiteY94403" fmla="*/ 462205 h 2398711"/>
              <a:gd name="connsiteX94404" fmla="*/ 739212 w 2119654"/>
              <a:gd name="connsiteY94404" fmla="*/ 462475 h 2398711"/>
              <a:gd name="connsiteX94405" fmla="*/ 739609 w 2119654"/>
              <a:gd name="connsiteY94405" fmla="*/ 465132 h 2398711"/>
              <a:gd name="connsiteX94406" fmla="*/ 746492 w 2119654"/>
              <a:gd name="connsiteY94406" fmla="*/ 469237 h 2398711"/>
              <a:gd name="connsiteX94407" fmla="*/ 745280 w 2119654"/>
              <a:gd name="connsiteY94407" fmla="*/ 467339 h 2398711"/>
              <a:gd name="connsiteX94408" fmla="*/ 742506 w 2119654"/>
              <a:gd name="connsiteY94408" fmla="*/ 463621 h 2398711"/>
              <a:gd name="connsiteX94409" fmla="*/ 784934 w 2119654"/>
              <a:gd name="connsiteY94409" fmla="*/ 360032 h 2398711"/>
              <a:gd name="connsiteX94410" fmla="*/ 788371 w 2119654"/>
              <a:gd name="connsiteY94410" fmla="*/ 365065 h 2398711"/>
              <a:gd name="connsiteX94411" fmla="*/ 789893 w 2119654"/>
              <a:gd name="connsiteY94411" fmla="*/ 366383 h 2398711"/>
              <a:gd name="connsiteX94412" fmla="*/ 789989 w 2119654"/>
              <a:gd name="connsiteY94412" fmla="*/ 365769 h 2398711"/>
              <a:gd name="connsiteX94413" fmla="*/ 790221 w 2119654"/>
              <a:gd name="connsiteY94413" fmla="*/ 364411 h 2398711"/>
              <a:gd name="connsiteX94414" fmla="*/ 787761 w 2119654"/>
              <a:gd name="connsiteY94414" fmla="*/ 362345 h 2398711"/>
              <a:gd name="connsiteX94415" fmla="*/ 740056 w 2119654"/>
              <a:gd name="connsiteY94415" fmla="*/ 460341 h 2398711"/>
              <a:gd name="connsiteX94416" fmla="*/ 739633 w 2119654"/>
              <a:gd name="connsiteY94416" fmla="*/ 461411 h 2398711"/>
              <a:gd name="connsiteX94417" fmla="*/ 741462 w 2119654"/>
              <a:gd name="connsiteY94417" fmla="*/ 462222 h 2398711"/>
              <a:gd name="connsiteX94418" fmla="*/ 741118 w 2119654"/>
              <a:gd name="connsiteY94418" fmla="*/ 457656 h 2398711"/>
              <a:gd name="connsiteX94419" fmla="*/ 740393 w 2119654"/>
              <a:gd name="connsiteY94419" fmla="*/ 459489 h 2398711"/>
              <a:gd name="connsiteX94420" fmla="*/ 742917 w 2119654"/>
              <a:gd name="connsiteY94420" fmla="*/ 462870 h 2398711"/>
              <a:gd name="connsiteX94421" fmla="*/ 746087 w 2119654"/>
              <a:gd name="connsiteY94421" fmla="*/ 464277 h 2398711"/>
              <a:gd name="connsiteX94422" fmla="*/ 728491 w 2119654"/>
              <a:gd name="connsiteY94422" fmla="*/ 485900 h 2398711"/>
              <a:gd name="connsiteX94423" fmla="*/ 728247 w 2119654"/>
              <a:gd name="connsiteY94423" fmla="*/ 487120 h 2398711"/>
              <a:gd name="connsiteX94424" fmla="*/ 728503 w 2119654"/>
              <a:gd name="connsiteY94424" fmla="*/ 487351 h 2398711"/>
              <a:gd name="connsiteX94425" fmla="*/ 728665 w 2119654"/>
              <a:gd name="connsiteY94425" fmla="*/ 486776 h 2398711"/>
              <a:gd name="connsiteX94426" fmla="*/ 732514 w 2119654"/>
              <a:gd name="connsiteY94426" fmla="*/ 476884 h 2398711"/>
              <a:gd name="connsiteX94427" fmla="*/ 732693 w 2119654"/>
              <a:gd name="connsiteY94427" fmla="*/ 477144 h 2398711"/>
              <a:gd name="connsiteX94428" fmla="*/ 732733 w 2119654"/>
              <a:gd name="connsiteY94428" fmla="*/ 477043 h 2398711"/>
              <a:gd name="connsiteX94429" fmla="*/ 280782 w 2119654"/>
              <a:gd name="connsiteY94429" fmla="*/ 1488342 h 2398711"/>
              <a:gd name="connsiteX94430" fmla="*/ 281458 w 2119654"/>
              <a:gd name="connsiteY94430" fmla="*/ 1489334 h 2398711"/>
              <a:gd name="connsiteX94431" fmla="*/ 285307 w 2119654"/>
              <a:gd name="connsiteY94431" fmla="*/ 1491533 h 2398711"/>
              <a:gd name="connsiteX94432" fmla="*/ 285401 w 2119654"/>
              <a:gd name="connsiteY94432" fmla="*/ 1491582 h 2398711"/>
              <a:gd name="connsiteX94433" fmla="*/ 268448 w 2119654"/>
              <a:gd name="connsiteY94433" fmla="*/ 1515936 h 2398711"/>
              <a:gd name="connsiteX94434" fmla="*/ 273846 w 2119654"/>
              <a:gd name="connsiteY94434" fmla="*/ 1523865 h 2398711"/>
              <a:gd name="connsiteX94435" fmla="*/ 273934 w 2119654"/>
              <a:gd name="connsiteY94435" fmla="*/ 1523943 h 2398711"/>
              <a:gd name="connsiteX94436" fmla="*/ 277629 w 2119654"/>
              <a:gd name="connsiteY94436" fmla="*/ 1525765 h 2398711"/>
              <a:gd name="connsiteX94437" fmla="*/ 268711 w 2119654"/>
              <a:gd name="connsiteY94437" fmla="*/ 1516187 h 2398711"/>
              <a:gd name="connsiteX94438" fmla="*/ 268583 w 2119654"/>
              <a:gd name="connsiteY94438" fmla="*/ 1516046 h 2398711"/>
              <a:gd name="connsiteX94439" fmla="*/ 259189 w 2119654"/>
              <a:gd name="connsiteY94439" fmla="*/ 1536656 h 2398711"/>
              <a:gd name="connsiteX94440" fmla="*/ 262979 w 2119654"/>
              <a:gd name="connsiteY94440" fmla="*/ 1542396 h 2398711"/>
              <a:gd name="connsiteX94441" fmla="*/ 265572 w 2119654"/>
              <a:gd name="connsiteY94441" fmla="*/ 1543771 h 2398711"/>
              <a:gd name="connsiteX94442" fmla="*/ 274707 w 2119654"/>
              <a:gd name="connsiteY94442" fmla="*/ 1547534 h 2398711"/>
              <a:gd name="connsiteX94443" fmla="*/ 276189 w 2119654"/>
              <a:gd name="connsiteY94443" fmla="*/ 1545948 h 2398711"/>
              <a:gd name="connsiteX94444" fmla="*/ 265865 w 2119654"/>
              <a:gd name="connsiteY94444" fmla="*/ 1539635 h 2398711"/>
              <a:gd name="connsiteX94445" fmla="*/ 263291 w 2119654"/>
              <a:gd name="connsiteY94445" fmla="*/ 1538711 h 2398711"/>
              <a:gd name="connsiteX94446" fmla="*/ 742104 w 2119654"/>
              <a:gd name="connsiteY94446" fmla="*/ 455160 h 2398711"/>
              <a:gd name="connsiteX94447" fmla="*/ 741315 w 2119654"/>
              <a:gd name="connsiteY94447" fmla="*/ 457156 h 2398711"/>
              <a:gd name="connsiteX94448" fmla="*/ 747704 w 2119654"/>
              <a:gd name="connsiteY94448" fmla="*/ 464996 h 2398711"/>
              <a:gd name="connsiteX94449" fmla="*/ 748043 w 2119654"/>
              <a:gd name="connsiteY94449" fmla="*/ 465146 h 2398711"/>
              <a:gd name="connsiteX94450" fmla="*/ 748279 w 2119654"/>
              <a:gd name="connsiteY94450" fmla="*/ 459524 h 2398711"/>
              <a:gd name="connsiteX94451" fmla="*/ 283416 w 2119654"/>
              <a:gd name="connsiteY94451" fmla="*/ 1482210 h 2398711"/>
              <a:gd name="connsiteX94452" fmla="*/ 292914 w 2119654"/>
              <a:gd name="connsiteY94452" fmla="*/ 1493925 h 2398711"/>
              <a:gd name="connsiteX94453" fmla="*/ 293071 w 2119654"/>
              <a:gd name="connsiteY94453" fmla="*/ 1493971 h 2398711"/>
              <a:gd name="connsiteX94454" fmla="*/ 285698 w 2119654"/>
              <a:gd name="connsiteY94454" fmla="*/ 1482915 h 2398711"/>
              <a:gd name="connsiteX94455" fmla="*/ 742798 w 2119654"/>
              <a:gd name="connsiteY94455" fmla="*/ 453405 h 2398711"/>
              <a:gd name="connsiteX94456" fmla="*/ 742356 w 2119654"/>
              <a:gd name="connsiteY94456" fmla="*/ 454523 h 2398711"/>
              <a:gd name="connsiteX94457" fmla="*/ 748313 w 2119654"/>
              <a:gd name="connsiteY94457" fmla="*/ 458733 h 2398711"/>
              <a:gd name="connsiteX94458" fmla="*/ 748367 w 2119654"/>
              <a:gd name="connsiteY94458" fmla="*/ 457440 h 2398711"/>
              <a:gd name="connsiteX94459" fmla="*/ 732238 w 2119654"/>
              <a:gd name="connsiteY94459" fmla="*/ 476994 h 2398711"/>
              <a:gd name="connsiteX94460" fmla="*/ 732409 w 2119654"/>
              <a:gd name="connsiteY94460" fmla="*/ 477862 h 2398711"/>
              <a:gd name="connsiteX94461" fmla="*/ 732566 w 2119654"/>
              <a:gd name="connsiteY94461" fmla="*/ 477467 h 2398711"/>
              <a:gd name="connsiteX94462" fmla="*/ 319567 w 2119654"/>
              <a:gd name="connsiteY94462" fmla="*/ 1400846 h 2398711"/>
              <a:gd name="connsiteX94463" fmla="*/ 324569 w 2119654"/>
              <a:gd name="connsiteY94463" fmla="*/ 1408768 h 2398711"/>
              <a:gd name="connsiteX94464" fmla="*/ 326164 w 2119654"/>
              <a:gd name="connsiteY94464" fmla="*/ 1409977 h 2398711"/>
              <a:gd name="connsiteX94465" fmla="*/ 320688 w 2119654"/>
              <a:gd name="connsiteY94465" fmla="*/ 1401305 h 2398711"/>
              <a:gd name="connsiteX94466" fmla="*/ 320627 w 2119654"/>
              <a:gd name="connsiteY94466" fmla="*/ 1401264 h 2398711"/>
              <a:gd name="connsiteX94467" fmla="*/ 699497 w 2119654"/>
              <a:gd name="connsiteY94467" fmla="*/ 550059 h 2398711"/>
              <a:gd name="connsiteX94468" fmla="*/ 699114 w 2119654"/>
              <a:gd name="connsiteY94468" fmla="*/ 552468 h 2398711"/>
              <a:gd name="connsiteX94469" fmla="*/ 699583 w 2119654"/>
              <a:gd name="connsiteY94469" fmla="*/ 552655 h 2398711"/>
              <a:gd name="connsiteX94470" fmla="*/ 699831 w 2119654"/>
              <a:gd name="connsiteY94470" fmla="*/ 549565 h 2398711"/>
              <a:gd name="connsiteX94471" fmla="*/ 800180 w 2119654"/>
              <a:gd name="connsiteY94471" fmla="*/ 324239 h 2398711"/>
              <a:gd name="connsiteX94472" fmla="*/ 799590 w 2119654"/>
              <a:gd name="connsiteY94472" fmla="*/ 332075 h 2398711"/>
              <a:gd name="connsiteX94473" fmla="*/ 802666 w 2119654"/>
              <a:gd name="connsiteY94473" fmla="*/ 335332 h 2398711"/>
              <a:gd name="connsiteX94474" fmla="*/ 805413 w 2119654"/>
              <a:gd name="connsiteY94474" fmla="*/ 337813 h 2398711"/>
              <a:gd name="connsiteX94475" fmla="*/ 805243 w 2119654"/>
              <a:gd name="connsiteY94475" fmla="*/ 333300 h 2398711"/>
              <a:gd name="connsiteX94476" fmla="*/ 680118 w 2119654"/>
              <a:gd name="connsiteY94476" fmla="*/ 592850 h 2398711"/>
              <a:gd name="connsiteX94477" fmla="*/ 680014 w 2119654"/>
              <a:gd name="connsiteY94477" fmla="*/ 593751 h 2398711"/>
              <a:gd name="connsiteX94478" fmla="*/ 680536 w 2119654"/>
              <a:gd name="connsiteY94478" fmla="*/ 594176 h 2398711"/>
              <a:gd name="connsiteX94479" fmla="*/ 680690 w 2119654"/>
              <a:gd name="connsiteY94479" fmla="*/ 594269 h 2398711"/>
              <a:gd name="connsiteX94480" fmla="*/ 746249 w 2119654"/>
              <a:gd name="connsiteY94480" fmla="*/ 444674 h 2398711"/>
              <a:gd name="connsiteX94481" fmla="*/ 742969 w 2119654"/>
              <a:gd name="connsiteY94481" fmla="*/ 452973 h 2398711"/>
              <a:gd name="connsiteX94482" fmla="*/ 748394 w 2119654"/>
              <a:gd name="connsiteY94482" fmla="*/ 456795 h 2398711"/>
              <a:gd name="connsiteX94483" fmla="*/ 748813 w 2119654"/>
              <a:gd name="connsiteY94483" fmla="*/ 446860 h 2398711"/>
              <a:gd name="connsiteX94484" fmla="*/ 747920 w 2119654"/>
              <a:gd name="connsiteY94484" fmla="*/ 445670 h 2398711"/>
              <a:gd name="connsiteX94485" fmla="*/ 296600 w 2119654"/>
              <a:gd name="connsiteY94485" fmla="*/ 1451508 h 2398711"/>
              <a:gd name="connsiteX94486" fmla="*/ 296926 w 2119654"/>
              <a:gd name="connsiteY94486" fmla="*/ 1451756 h 2398711"/>
              <a:gd name="connsiteX94487" fmla="*/ 296860 w 2119654"/>
              <a:gd name="connsiteY94487" fmla="*/ 1451617 h 2398711"/>
              <a:gd name="connsiteX94488" fmla="*/ 296856 w 2119654"/>
              <a:gd name="connsiteY94488" fmla="*/ 1451614 h 2398711"/>
              <a:gd name="connsiteX94489" fmla="*/ 287414 w 2119654"/>
              <a:gd name="connsiteY94489" fmla="*/ 1472036 h 2398711"/>
              <a:gd name="connsiteX94490" fmla="*/ 287587 w 2119654"/>
              <a:gd name="connsiteY94490" fmla="*/ 1472338 h 2398711"/>
              <a:gd name="connsiteX94491" fmla="*/ 288458 w 2119654"/>
              <a:gd name="connsiteY94491" fmla="*/ 1472599 h 2398711"/>
              <a:gd name="connsiteX94492" fmla="*/ 746568 w 2119654"/>
              <a:gd name="connsiteY94492" fmla="*/ 443867 h 2398711"/>
              <a:gd name="connsiteX94493" fmla="*/ 746557 w 2119654"/>
              <a:gd name="connsiteY94493" fmla="*/ 443894 h 2398711"/>
              <a:gd name="connsiteX94494" fmla="*/ 746612 w 2119654"/>
              <a:gd name="connsiteY94494" fmla="*/ 443927 h 2398711"/>
              <a:gd name="connsiteX94495" fmla="*/ 279272 w 2119654"/>
              <a:gd name="connsiteY94495" fmla="*/ 1490181 h 2398711"/>
              <a:gd name="connsiteX94496" fmla="*/ 282483 w 2119654"/>
              <a:gd name="connsiteY94496" fmla="*/ 1492769 h 2398711"/>
              <a:gd name="connsiteX94497" fmla="*/ 281108 w 2119654"/>
              <a:gd name="connsiteY94497" fmla="*/ 1490749 h 2398711"/>
              <a:gd name="connsiteX94498" fmla="*/ 737326 w 2119654"/>
              <a:gd name="connsiteY94498" fmla="*/ 464488 h 2398711"/>
              <a:gd name="connsiteX94499" fmla="*/ 736981 w 2119654"/>
              <a:gd name="connsiteY94499" fmla="*/ 465969 h 2398711"/>
              <a:gd name="connsiteX94500" fmla="*/ 737024 w 2119654"/>
              <a:gd name="connsiteY94500" fmla="*/ 466043 h 2398711"/>
              <a:gd name="connsiteX94501" fmla="*/ 737518 w 2119654"/>
              <a:gd name="connsiteY94501" fmla="*/ 464602 h 2398711"/>
              <a:gd name="connsiteX94502" fmla="*/ 740615 w 2119654"/>
              <a:gd name="connsiteY94502" fmla="*/ 456986 h 2398711"/>
              <a:gd name="connsiteX94503" fmla="*/ 740389 w 2119654"/>
              <a:gd name="connsiteY94503" fmla="*/ 457678 h 2398711"/>
              <a:gd name="connsiteX94504" fmla="*/ 740646 w 2119654"/>
              <a:gd name="connsiteY94504" fmla="*/ 457027 h 2398711"/>
              <a:gd name="connsiteX94505" fmla="*/ 747616 w 2119654"/>
              <a:gd name="connsiteY94505" fmla="*/ 441216 h 2398711"/>
              <a:gd name="connsiteX94506" fmla="*/ 747114 w 2119654"/>
              <a:gd name="connsiteY94506" fmla="*/ 442485 h 2398711"/>
              <a:gd name="connsiteX94507" fmla="*/ 748897 w 2119654"/>
              <a:gd name="connsiteY94507" fmla="*/ 444859 h 2398711"/>
              <a:gd name="connsiteX94508" fmla="*/ 748983 w 2119654"/>
              <a:gd name="connsiteY94508" fmla="*/ 442822 h 2398711"/>
              <a:gd name="connsiteX94509" fmla="*/ 747786 w 2119654"/>
              <a:gd name="connsiteY94509" fmla="*/ 441346 h 2398711"/>
              <a:gd name="connsiteX94510" fmla="*/ 685659 w 2119654"/>
              <a:gd name="connsiteY94510" fmla="*/ 579881 h 2398711"/>
              <a:gd name="connsiteX94511" fmla="*/ 685767 w 2119654"/>
              <a:gd name="connsiteY94511" fmla="*/ 583947 h 2398711"/>
              <a:gd name="connsiteX94512" fmla="*/ 686101 w 2119654"/>
              <a:gd name="connsiteY94512" fmla="*/ 584049 h 2398711"/>
              <a:gd name="connsiteX94513" fmla="*/ 685733 w 2119654"/>
              <a:gd name="connsiteY94513" fmla="*/ 579924 h 2398711"/>
              <a:gd name="connsiteX94514" fmla="*/ 233267 w 2119654"/>
              <a:gd name="connsiteY94514" fmla="*/ 1592732 h 2398711"/>
              <a:gd name="connsiteX94515" fmla="*/ 235371 w 2119654"/>
              <a:gd name="connsiteY94515" fmla="*/ 1593605 h 2398711"/>
              <a:gd name="connsiteX94516" fmla="*/ 233895 w 2119654"/>
              <a:gd name="connsiteY94516" fmla="*/ 1592042 h 2398711"/>
              <a:gd name="connsiteX94517" fmla="*/ 776723 w 2119654"/>
              <a:gd name="connsiteY94517" fmla="*/ 375807 h 2398711"/>
              <a:gd name="connsiteX94518" fmla="*/ 776385 w 2119654"/>
              <a:gd name="connsiteY94518" fmla="*/ 379937 h 2398711"/>
              <a:gd name="connsiteX94519" fmla="*/ 777186 w 2119654"/>
              <a:gd name="connsiteY94519" fmla="*/ 376343 h 2398711"/>
              <a:gd name="connsiteX94520" fmla="*/ 748613 w 2119654"/>
              <a:gd name="connsiteY94520" fmla="*/ 438692 h 2398711"/>
              <a:gd name="connsiteX94521" fmla="*/ 748390 w 2119654"/>
              <a:gd name="connsiteY94521" fmla="*/ 439259 h 2398711"/>
              <a:gd name="connsiteX94522" fmla="*/ 749114 w 2119654"/>
              <a:gd name="connsiteY94522" fmla="*/ 439731 h 2398711"/>
              <a:gd name="connsiteX94523" fmla="*/ 749143 w 2119654"/>
              <a:gd name="connsiteY94523" fmla="*/ 439037 h 2398711"/>
              <a:gd name="connsiteX94524" fmla="*/ 688517 w 2119654"/>
              <a:gd name="connsiteY94524" fmla="*/ 573223 h 2398711"/>
              <a:gd name="connsiteX94525" fmla="*/ 688711 w 2119654"/>
              <a:gd name="connsiteY94525" fmla="*/ 576339 h 2398711"/>
              <a:gd name="connsiteX94526" fmla="*/ 691401 w 2119654"/>
              <a:gd name="connsiteY94526" fmla="*/ 576708 h 2398711"/>
              <a:gd name="connsiteX94527" fmla="*/ 691552 w 2119654"/>
              <a:gd name="connsiteY94527" fmla="*/ 575979 h 2398711"/>
              <a:gd name="connsiteX94528" fmla="*/ 690195 w 2119654"/>
              <a:gd name="connsiteY94528" fmla="*/ 574639 h 2398711"/>
              <a:gd name="connsiteX94529" fmla="*/ 686921 w 2119654"/>
              <a:gd name="connsiteY94529" fmla="*/ 576785 h 2398711"/>
              <a:gd name="connsiteX94530" fmla="*/ 687086 w 2119654"/>
              <a:gd name="connsiteY94530" fmla="*/ 578638 h 2398711"/>
              <a:gd name="connsiteX94531" fmla="*/ 688542 w 2119654"/>
              <a:gd name="connsiteY94531" fmla="*/ 579093 h 2398711"/>
              <a:gd name="connsiteX94532" fmla="*/ 688411 w 2119654"/>
              <a:gd name="connsiteY94532" fmla="*/ 576991 h 2398711"/>
              <a:gd name="connsiteX94533" fmla="*/ 754733 w 2119654"/>
              <a:gd name="connsiteY94533" fmla="*/ 424847 h 2398711"/>
              <a:gd name="connsiteX94534" fmla="*/ 755333 w 2119654"/>
              <a:gd name="connsiteY94534" fmla="*/ 433105 h 2398711"/>
              <a:gd name="connsiteX94535" fmla="*/ 757157 w 2119654"/>
              <a:gd name="connsiteY94535" fmla="*/ 435246 h 2398711"/>
              <a:gd name="connsiteX94536" fmla="*/ 757163 w 2119654"/>
              <a:gd name="connsiteY94536" fmla="*/ 426289 h 2398711"/>
              <a:gd name="connsiteX94537" fmla="*/ 749222 w 2119654"/>
              <a:gd name="connsiteY94537" fmla="*/ 437153 h 2398711"/>
              <a:gd name="connsiteX94538" fmla="*/ 748968 w 2119654"/>
              <a:gd name="connsiteY94538" fmla="*/ 437796 h 2398711"/>
              <a:gd name="connsiteX94539" fmla="*/ 749190 w 2119654"/>
              <a:gd name="connsiteY94539" fmla="*/ 437940 h 2398711"/>
              <a:gd name="connsiteX94540" fmla="*/ 751659 w 2119654"/>
              <a:gd name="connsiteY94540" fmla="*/ 431652 h 2398711"/>
              <a:gd name="connsiteX94541" fmla="*/ 751803 w 2119654"/>
              <a:gd name="connsiteY94541" fmla="*/ 436371 h 2398711"/>
              <a:gd name="connsiteX94542" fmla="*/ 752960 w 2119654"/>
              <a:gd name="connsiteY94542" fmla="*/ 437748 h 2398711"/>
              <a:gd name="connsiteX94543" fmla="*/ 752834 w 2119654"/>
              <a:gd name="connsiteY94543" fmla="*/ 436012 h 2398711"/>
              <a:gd name="connsiteX94544" fmla="*/ 752836 w 2119654"/>
              <a:gd name="connsiteY94544" fmla="*/ 433032 h 2398711"/>
              <a:gd name="connsiteX94545" fmla="*/ 741382 w 2119654"/>
              <a:gd name="connsiteY94545" fmla="*/ 454648 h 2398711"/>
              <a:gd name="connsiteX94546" fmla="*/ 740776 w 2119654"/>
              <a:gd name="connsiteY94546" fmla="*/ 456495 h 2398711"/>
              <a:gd name="connsiteX94547" fmla="*/ 740830 w 2119654"/>
              <a:gd name="connsiteY94547" fmla="*/ 456560 h 2398711"/>
              <a:gd name="connsiteX94548" fmla="*/ 741541 w 2119654"/>
              <a:gd name="connsiteY94548" fmla="*/ 454762 h 2398711"/>
              <a:gd name="connsiteX94549" fmla="*/ 232901 w 2119654"/>
              <a:gd name="connsiteY94549" fmla="*/ 1593135 h 2398711"/>
              <a:gd name="connsiteX94550" fmla="*/ 237369 w 2119654"/>
              <a:gd name="connsiteY94550" fmla="*/ 1597238 h 2398711"/>
              <a:gd name="connsiteX94551" fmla="*/ 239594 w 2119654"/>
              <a:gd name="connsiteY94551" fmla="*/ 1598075 h 2398711"/>
              <a:gd name="connsiteX94552" fmla="*/ 235666 w 2119654"/>
              <a:gd name="connsiteY94552" fmla="*/ 1593917 h 2398711"/>
              <a:gd name="connsiteX94553" fmla="*/ 233142 w 2119654"/>
              <a:gd name="connsiteY94553" fmla="*/ 1592870 h 2398711"/>
              <a:gd name="connsiteX94554" fmla="*/ 758114 w 2119654"/>
              <a:gd name="connsiteY94554" fmla="*/ 416758 h 2398711"/>
              <a:gd name="connsiteX94555" fmla="*/ 758110 w 2119654"/>
              <a:gd name="connsiteY94555" fmla="*/ 423153 h 2398711"/>
              <a:gd name="connsiteX94556" fmla="*/ 762689 w 2119654"/>
              <a:gd name="connsiteY94556" fmla="*/ 424982 h 2398711"/>
              <a:gd name="connsiteX94557" fmla="*/ 741983 w 2119654"/>
              <a:gd name="connsiteY94557" fmla="*/ 452815 h 2398711"/>
              <a:gd name="connsiteX94558" fmla="*/ 741599 w 2119654"/>
              <a:gd name="connsiteY94558" fmla="*/ 453987 h 2398711"/>
              <a:gd name="connsiteX94559" fmla="*/ 741793 w 2119654"/>
              <a:gd name="connsiteY94559" fmla="*/ 454124 h 2398711"/>
              <a:gd name="connsiteX94560" fmla="*/ 742238 w 2119654"/>
              <a:gd name="connsiteY94560" fmla="*/ 452999 h 2398711"/>
              <a:gd name="connsiteX94561" fmla="*/ 719122 w 2119654"/>
              <a:gd name="connsiteY94561" fmla="*/ 503907 h 2398711"/>
              <a:gd name="connsiteX94562" fmla="*/ 719013 w 2119654"/>
              <a:gd name="connsiteY94562" fmla="*/ 504692 h 2398711"/>
              <a:gd name="connsiteX94563" fmla="*/ 719275 w 2119654"/>
              <a:gd name="connsiteY94563" fmla="*/ 508317 h 2398711"/>
              <a:gd name="connsiteX94564" fmla="*/ 720193 w 2119654"/>
              <a:gd name="connsiteY94564" fmla="*/ 508767 h 2398711"/>
              <a:gd name="connsiteX94565" fmla="*/ 720420 w 2119654"/>
              <a:gd name="connsiteY94565" fmla="*/ 508193 h 2398711"/>
              <a:gd name="connsiteX94566" fmla="*/ 720383 w 2119654"/>
              <a:gd name="connsiteY94566" fmla="*/ 505323 h 2398711"/>
              <a:gd name="connsiteX94567" fmla="*/ 751479 w 2119654"/>
              <a:gd name="connsiteY94567" fmla="*/ 431445 h 2398711"/>
              <a:gd name="connsiteX94568" fmla="*/ 751468 w 2119654"/>
              <a:gd name="connsiteY94568" fmla="*/ 431473 h 2398711"/>
              <a:gd name="connsiteX94569" fmla="*/ 751287 w 2119654"/>
              <a:gd name="connsiteY94569" fmla="*/ 435760 h 2398711"/>
              <a:gd name="connsiteX94570" fmla="*/ 751620 w 2119654"/>
              <a:gd name="connsiteY94570" fmla="*/ 436156 h 2398711"/>
              <a:gd name="connsiteX94571" fmla="*/ 737996 w 2119654"/>
              <a:gd name="connsiteY94571" fmla="*/ 461616 h 2398711"/>
              <a:gd name="connsiteX94572" fmla="*/ 737473 w 2119654"/>
              <a:gd name="connsiteY94572" fmla="*/ 463858 h 2398711"/>
              <a:gd name="connsiteX94573" fmla="*/ 737722 w 2119654"/>
              <a:gd name="connsiteY94573" fmla="*/ 464006 h 2398711"/>
              <a:gd name="connsiteX94574" fmla="*/ 738469 w 2119654"/>
              <a:gd name="connsiteY94574" fmla="*/ 461827 h 2398711"/>
              <a:gd name="connsiteX94575" fmla="*/ 711374 w 2119654"/>
              <a:gd name="connsiteY94575" fmla="*/ 521213 h 2398711"/>
              <a:gd name="connsiteX94576" fmla="*/ 711390 w 2119654"/>
              <a:gd name="connsiteY94576" fmla="*/ 525010 h 2398711"/>
              <a:gd name="connsiteX94577" fmla="*/ 713152 w 2119654"/>
              <a:gd name="connsiteY94577" fmla="*/ 526580 h 2398711"/>
              <a:gd name="connsiteX94578" fmla="*/ 714056 w 2119654"/>
              <a:gd name="connsiteY94578" fmla="*/ 524292 h 2398711"/>
              <a:gd name="connsiteX94579" fmla="*/ 713651 w 2119654"/>
              <a:gd name="connsiteY94579" fmla="*/ 522430 h 2398711"/>
              <a:gd name="connsiteX94580" fmla="*/ 752839 w 2119654"/>
              <a:gd name="connsiteY94580" fmla="*/ 428003 h 2398711"/>
              <a:gd name="connsiteX94581" fmla="*/ 752114 w 2119654"/>
              <a:gd name="connsiteY94581" fmla="*/ 429838 h 2398711"/>
              <a:gd name="connsiteX94582" fmla="*/ 752837 w 2119654"/>
              <a:gd name="connsiteY94582" fmla="*/ 430557 h 2398711"/>
              <a:gd name="connsiteX94583" fmla="*/ 734189 w 2119654"/>
              <a:gd name="connsiteY94583" fmla="*/ 469654 h 2398711"/>
              <a:gd name="connsiteX94584" fmla="*/ 732401 w 2119654"/>
              <a:gd name="connsiteY94584" fmla="*/ 476038 h 2398711"/>
              <a:gd name="connsiteX94585" fmla="*/ 732967 w 2119654"/>
              <a:gd name="connsiteY94585" fmla="*/ 476451 h 2398711"/>
              <a:gd name="connsiteX94586" fmla="*/ 734906 w 2119654"/>
              <a:gd name="connsiteY94586" fmla="*/ 471546 h 2398711"/>
              <a:gd name="connsiteX94587" fmla="*/ 252144 w 2119654"/>
              <a:gd name="connsiteY94587" fmla="*/ 1548913 h 2398711"/>
              <a:gd name="connsiteX94588" fmla="*/ 256575 w 2119654"/>
              <a:gd name="connsiteY94588" fmla="*/ 1554027 h 2398711"/>
              <a:gd name="connsiteX94589" fmla="*/ 259755 w 2119654"/>
              <a:gd name="connsiteY94589" fmla="*/ 1554867 h 2398711"/>
              <a:gd name="connsiteX94590" fmla="*/ 259103 w 2119654"/>
              <a:gd name="connsiteY94590" fmla="*/ 1533153 h 2398711"/>
              <a:gd name="connsiteX94591" fmla="*/ 262449 w 2119654"/>
              <a:gd name="connsiteY94591" fmla="*/ 1535198 h 2398711"/>
              <a:gd name="connsiteX94592" fmla="*/ 265000 w 2119654"/>
              <a:gd name="connsiteY94592" fmla="*/ 1535717 h 2398711"/>
              <a:gd name="connsiteX94593" fmla="*/ 263430 w 2119654"/>
              <a:gd name="connsiteY94593" fmla="*/ 1534820 h 2398711"/>
              <a:gd name="connsiteX94594" fmla="*/ 262437 w 2119654"/>
              <a:gd name="connsiteY94594" fmla="*/ 1534337 h 2398711"/>
              <a:gd name="connsiteX94595" fmla="*/ 755048 w 2119654"/>
              <a:gd name="connsiteY94595" fmla="*/ 422593 h 2398711"/>
              <a:gd name="connsiteX94596" fmla="*/ 754641 w 2119654"/>
              <a:gd name="connsiteY94596" fmla="*/ 423583 h 2398711"/>
              <a:gd name="connsiteX94597" fmla="*/ 754708 w 2119654"/>
              <a:gd name="connsiteY94597" fmla="*/ 424506 h 2398711"/>
              <a:gd name="connsiteX94598" fmla="*/ 757163 w 2119654"/>
              <a:gd name="connsiteY94598" fmla="*/ 425991 h 2398711"/>
              <a:gd name="connsiteX94599" fmla="*/ 757165 w 2119654"/>
              <a:gd name="connsiteY94599" fmla="*/ 423437 h 2398711"/>
              <a:gd name="connsiteX94600" fmla="*/ 738472 w 2119654"/>
              <a:gd name="connsiteY94600" fmla="*/ 459576 h 2398711"/>
              <a:gd name="connsiteX94601" fmla="*/ 738193 w 2119654"/>
              <a:gd name="connsiteY94601" fmla="*/ 460771 h 2398711"/>
              <a:gd name="connsiteX94602" fmla="*/ 738682 w 2119654"/>
              <a:gd name="connsiteY94602" fmla="*/ 460988 h 2398711"/>
              <a:gd name="connsiteX94603" fmla="*/ 688411 w 2119654"/>
              <a:gd name="connsiteY94603" fmla="*/ 571508 h 2398711"/>
              <a:gd name="connsiteX94604" fmla="*/ 688485 w 2119654"/>
              <a:gd name="connsiteY94604" fmla="*/ 572702 h 2398711"/>
              <a:gd name="connsiteX94605" fmla="*/ 689657 w 2119654"/>
              <a:gd name="connsiteY94605" fmla="*/ 573860 h 2398711"/>
              <a:gd name="connsiteX94606" fmla="*/ 691652 w 2119654"/>
              <a:gd name="connsiteY94606" fmla="*/ 575498 h 2398711"/>
              <a:gd name="connsiteX94607" fmla="*/ 691829 w 2119654"/>
              <a:gd name="connsiteY94607" fmla="*/ 574646 h 2398711"/>
              <a:gd name="connsiteX94608" fmla="*/ 689705 w 2119654"/>
              <a:gd name="connsiteY94608" fmla="*/ 572266 h 2398711"/>
              <a:gd name="connsiteX94609" fmla="*/ 757168 w 2119654"/>
              <a:gd name="connsiteY94609" fmla="*/ 417434 h 2398711"/>
              <a:gd name="connsiteX94610" fmla="*/ 755282 w 2119654"/>
              <a:gd name="connsiteY94610" fmla="*/ 422023 h 2398711"/>
              <a:gd name="connsiteX94611" fmla="*/ 757165 w 2119654"/>
              <a:gd name="connsiteY94611" fmla="*/ 422775 h 2398711"/>
              <a:gd name="connsiteX94612" fmla="*/ 231260 w 2119654"/>
              <a:gd name="connsiteY94612" fmla="*/ 1594940 h 2398711"/>
              <a:gd name="connsiteX94613" fmla="*/ 236890 w 2119654"/>
              <a:gd name="connsiteY94613" fmla="*/ 1597058 h 2398711"/>
              <a:gd name="connsiteX94614" fmla="*/ 232744 w 2119654"/>
              <a:gd name="connsiteY94614" fmla="*/ 1593308 h 2398711"/>
              <a:gd name="connsiteX94615" fmla="*/ 235047 w 2119654"/>
              <a:gd name="connsiteY94615" fmla="*/ 1586422 h 2398711"/>
              <a:gd name="connsiteX94616" fmla="*/ 237600 w 2119654"/>
              <a:gd name="connsiteY94616" fmla="*/ 1587701 h 2398711"/>
              <a:gd name="connsiteX94617" fmla="*/ 237856 w 2119654"/>
              <a:gd name="connsiteY94617" fmla="*/ 1587419 h 2398711"/>
              <a:gd name="connsiteX94618" fmla="*/ 738714 w 2119654"/>
              <a:gd name="connsiteY94618" fmla="*/ 458539 h 2398711"/>
              <a:gd name="connsiteX94619" fmla="*/ 738660 w 2119654"/>
              <a:gd name="connsiteY94619" fmla="*/ 458768 h 2398711"/>
              <a:gd name="connsiteX94620" fmla="*/ 738921 w 2119654"/>
              <a:gd name="connsiteY94620" fmla="*/ 460511 h 2398711"/>
              <a:gd name="connsiteX94621" fmla="*/ 739319 w 2119654"/>
              <a:gd name="connsiteY94621" fmla="*/ 459351 h 2398711"/>
              <a:gd name="connsiteX94622" fmla="*/ 256181 w 2119654"/>
              <a:gd name="connsiteY94622" fmla="*/ 1539009 h 2398711"/>
              <a:gd name="connsiteX94623" fmla="*/ 257652 w 2119654"/>
              <a:gd name="connsiteY94623" fmla="*/ 1540566 h 2398711"/>
              <a:gd name="connsiteX94624" fmla="*/ 256875 w 2119654"/>
              <a:gd name="connsiteY94624" fmla="*/ 1539389 h 2398711"/>
              <a:gd name="connsiteX94625" fmla="*/ 263717 w 2119654"/>
              <a:gd name="connsiteY94625" fmla="*/ 1521964 h 2398711"/>
              <a:gd name="connsiteX94626" fmla="*/ 266213 w 2119654"/>
              <a:gd name="connsiteY94626" fmla="*/ 1525096 h 2398711"/>
              <a:gd name="connsiteX94627" fmla="*/ 276595 w 2119654"/>
              <a:gd name="connsiteY94627" fmla="*/ 1531030 h 2398711"/>
              <a:gd name="connsiteX94628" fmla="*/ 266610 w 2119654"/>
              <a:gd name="connsiteY94628" fmla="*/ 1523033 h 2398711"/>
              <a:gd name="connsiteX94629" fmla="*/ 232177 w 2119654"/>
              <a:gd name="connsiteY94629" fmla="*/ 1592470 h 2398711"/>
              <a:gd name="connsiteX94630" fmla="*/ 232768 w 2119654"/>
              <a:gd name="connsiteY94630" fmla="*/ 1593013 h 2398711"/>
              <a:gd name="connsiteX94631" fmla="*/ 232965 w 2119654"/>
              <a:gd name="connsiteY94631" fmla="*/ 1592797 h 2398711"/>
              <a:gd name="connsiteX94632" fmla="*/ 759947 w 2119654"/>
              <a:gd name="connsiteY94632" fmla="*/ 410671 h 2398711"/>
              <a:gd name="connsiteX94633" fmla="*/ 758131 w 2119654"/>
              <a:gd name="connsiteY94633" fmla="*/ 415090 h 2398711"/>
              <a:gd name="connsiteX94634" fmla="*/ 763905 w 2119654"/>
              <a:gd name="connsiteY94634" fmla="*/ 425468 h 2398711"/>
              <a:gd name="connsiteX94635" fmla="*/ 766057 w 2119654"/>
              <a:gd name="connsiteY94635" fmla="*/ 426327 h 2398711"/>
              <a:gd name="connsiteX94636" fmla="*/ 768640 w 2119654"/>
              <a:gd name="connsiteY94636" fmla="*/ 414722 h 2398711"/>
              <a:gd name="connsiteX94637" fmla="*/ 767874 w 2119654"/>
              <a:gd name="connsiteY94637" fmla="*/ 413838 h 2398711"/>
              <a:gd name="connsiteX94638" fmla="*/ 327199 w 2119654"/>
              <a:gd name="connsiteY94638" fmla="*/ 1379551 h 2398711"/>
              <a:gd name="connsiteX94639" fmla="*/ 328329 w 2119654"/>
              <a:gd name="connsiteY94639" fmla="*/ 1381771 h 2398711"/>
              <a:gd name="connsiteX94640" fmla="*/ 330290 w 2119654"/>
              <a:gd name="connsiteY94640" fmla="*/ 1381935 h 2398711"/>
              <a:gd name="connsiteX94641" fmla="*/ 688364 w 2119654"/>
              <a:gd name="connsiteY94641" fmla="*/ 570762 h 2398711"/>
              <a:gd name="connsiteX94642" fmla="*/ 688380 w 2119654"/>
              <a:gd name="connsiteY94642" fmla="*/ 571013 h 2398711"/>
              <a:gd name="connsiteX94643" fmla="*/ 688814 w 2119654"/>
              <a:gd name="connsiteY94643" fmla="*/ 571267 h 2398711"/>
              <a:gd name="connsiteX94644" fmla="*/ 761614 w 2119654"/>
              <a:gd name="connsiteY94644" fmla="*/ 406615 h 2398711"/>
              <a:gd name="connsiteX94645" fmla="*/ 760261 w 2119654"/>
              <a:gd name="connsiteY94645" fmla="*/ 409907 h 2398711"/>
              <a:gd name="connsiteX94646" fmla="*/ 766695 w 2119654"/>
              <a:gd name="connsiteY94646" fmla="*/ 412477 h 2398711"/>
              <a:gd name="connsiteX94647" fmla="*/ 754555 w 2119654"/>
              <a:gd name="connsiteY94647" fmla="*/ 422396 h 2398711"/>
              <a:gd name="connsiteX94648" fmla="*/ 754592 w 2119654"/>
              <a:gd name="connsiteY94648" fmla="*/ 422910 h 2398711"/>
              <a:gd name="connsiteX94649" fmla="*/ 754768 w 2119654"/>
              <a:gd name="connsiteY94649" fmla="*/ 422481 h 2398711"/>
              <a:gd name="connsiteX94650" fmla="*/ 247045 w 2119654"/>
              <a:gd name="connsiteY94650" fmla="*/ 1558801 h 2398711"/>
              <a:gd name="connsiteX94651" fmla="*/ 251090 w 2119654"/>
              <a:gd name="connsiteY94651" fmla="*/ 1562513 h 2398711"/>
              <a:gd name="connsiteX94652" fmla="*/ 251364 w 2119654"/>
              <a:gd name="connsiteY94652" fmla="*/ 1562576 h 2398711"/>
              <a:gd name="connsiteX94653" fmla="*/ 256425 w 2119654"/>
              <a:gd name="connsiteY94653" fmla="*/ 1563649 h 2398711"/>
              <a:gd name="connsiteX94654" fmla="*/ 254132 w 2119654"/>
              <a:gd name="connsiteY94654" fmla="*/ 1561791 h 2398711"/>
              <a:gd name="connsiteX94655" fmla="*/ 248378 w 2119654"/>
              <a:gd name="connsiteY94655" fmla="*/ 1559327 h 2398711"/>
              <a:gd name="connsiteX94656" fmla="*/ 744916 w 2119654"/>
              <a:gd name="connsiteY94656" fmla="*/ 443878 h 2398711"/>
              <a:gd name="connsiteX94657" fmla="*/ 744860 w 2119654"/>
              <a:gd name="connsiteY94657" fmla="*/ 444039 h 2398711"/>
              <a:gd name="connsiteX94658" fmla="*/ 742126 w 2119654"/>
              <a:gd name="connsiteY94658" fmla="*/ 452379 h 2398711"/>
              <a:gd name="connsiteX94659" fmla="*/ 742405 w 2119654"/>
              <a:gd name="connsiteY94659" fmla="*/ 452576 h 2398711"/>
              <a:gd name="connsiteX94660" fmla="*/ 742499 w 2119654"/>
              <a:gd name="connsiteY94660" fmla="*/ 452338 h 2398711"/>
              <a:gd name="connsiteX94661" fmla="*/ 745767 w 2119654"/>
              <a:gd name="connsiteY94661" fmla="*/ 444386 h 2398711"/>
              <a:gd name="connsiteX94662" fmla="*/ 678851 w 2119654"/>
              <a:gd name="connsiteY94662" fmla="*/ 591755 h 2398711"/>
              <a:gd name="connsiteX94663" fmla="*/ 678811 w 2119654"/>
              <a:gd name="connsiteY94663" fmla="*/ 591844 h 2398711"/>
              <a:gd name="connsiteX94664" fmla="*/ 678984 w 2119654"/>
              <a:gd name="connsiteY94664" fmla="*/ 592194 h 2398711"/>
              <a:gd name="connsiteX94665" fmla="*/ 679020 w 2119654"/>
              <a:gd name="connsiteY94665" fmla="*/ 591881 h 2398711"/>
              <a:gd name="connsiteX94666" fmla="*/ 679062 w 2119654"/>
              <a:gd name="connsiteY94666" fmla="*/ 591271 h 2398711"/>
              <a:gd name="connsiteX94667" fmla="*/ 679025 w 2119654"/>
              <a:gd name="connsiteY94667" fmla="*/ 591354 h 2398711"/>
              <a:gd name="connsiteX94668" fmla="*/ 679077 w 2119654"/>
              <a:gd name="connsiteY94668" fmla="*/ 591391 h 2398711"/>
              <a:gd name="connsiteX94669" fmla="*/ 679087 w 2119654"/>
              <a:gd name="connsiteY94669" fmla="*/ 591301 h 2398711"/>
              <a:gd name="connsiteX94670" fmla="*/ 725083 w 2119654"/>
              <a:gd name="connsiteY94670" fmla="*/ 488194 h 2398711"/>
              <a:gd name="connsiteX94671" fmla="*/ 725667 w 2119654"/>
              <a:gd name="connsiteY94671" fmla="*/ 491207 h 2398711"/>
              <a:gd name="connsiteX94672" fmla="*/ 726652 w 2119654"/>
              <a:gd name="connsiteY94672" fmla="*/ 491948 h 2398711"/>
              <a:gd name="connsiteX94673" fmla="*/ 727179 w 2119654"/>
              <a:gd name="connsiteY94673" fmla="*/ 489321 h 2398711"/>
              <a:gd name="connsiteX94674" fmla="*/ 762817 w 2119654"/>
              <a:gd name="connsiteY94674" fmla="*/ 403689 h 2398711"/>
              <a:gd name="connsiteX94675" fmla="*/ 761728 w 2119654"/>
              <a:gd name="connsiteY94675" fmla="*/ 406338 h 2398711"/>
              <a:gd name="connsiteX94676" fmla="*/ 767235 w 2119654"/>
              <a:gd name="connsiteY94676" fmla="*/ 412693 h 2398711"/>
              <a:gd name="connsiteX94677" fmla="*/ 768531 w 2119654"/>
              <a:gd name="connsiteY94677" fmla="*/ 413212 h 2398711"/>
              <a:gd name="connsiteX94678" fmla="*/ 767101 w 2119654"/>
              <a:gd name="connsiteY94678" fmla="*/ 409455 h 2398711"/>
              <a:gd name="connsiteX94679" fmla="*/ 764768 w 2119654"/>
              <a:gd name="connsiteY94679" fmla="*/ 405432 h 2398711"/>
              <a:gd name="connsiteX94680" fmla="*/ 763207 w 2119654"/>
              <a:gd name="connsiteY94680" fmla="*/ 402739 h 2398711"/>
              <a:gd name="connsiteX94681" fmla="*/ 762962 w 2119654"/>
              <a:gd name="connsiteY94681" fmla="*/ 403334 h 2398711"/>
              <a:gd name="connsiteX94682" fmla="*/ 764186 w 2119654"/>
              <a:gd name="connsiteY94682" fmla="*/ 404430 h 2398711"/>
              <a:gd name="connsiteX94683" fmla="*/ 771705 w 2119654"/>
              <a:gd name="connsiteY94683" fmla="*/ 383551 h 2398711"/>
              <a:gd name="connsiteX94684" fmla="*/ 770990 w 2119654"/>
              <a:gd name="connsiteY94684" fmla="*/ 395275 h 2398711"/>
              <a:gd name="connsiteX94685" fmla="*/ 770853 w 2119654"/>
              <a:gd name="connsiteY94685" fmla="*/ 398174 h 2398711"/>
              <a:gd name="connsiteX94686" fmla="*/ 771986 w 2119654"/>
              <a:gd name="connsiteY94686" fmla="*/ 399697 h 2398711"/>
              <a:gd name="connsiteX94687" fmla="*/ 774842 w 2119654"/>
              <a:gd name="connsiteY94687" fmla="*/ 386872 h 2398711"/>
              <a:gd name="connsiteX94688" fmla="*/ 745436 w 2119654"/>
              <a:gd name="connsiteY94688" fmla="*/ 442359 h 2398711"/>
              <a:gd name="connsiteX94689" fmla="*/ 745190 w 2119654"/>
              <a:gd name="connsiteY94689" fmla="*/ 443078 h 2398711"/>
              <a:gd name="connsiteX94690" fmla="*/ 746085 w 2119654"/>
              <a:gd name="connsiteY94690" fmla="*/ 443612 h 2398711"/>
              <a:gd name="connsiteX94691" fmla="*/ 746188 w 2119654"/>
              <a:gd name="connsiteY94691" fmla="*/ 443361 h 2398711"/>
              <a:gd name="connsiteX94692" fmla="*/ 735878 w 2119654"/>
              <a:gd name="connsiteY94692" fmla="*/ 463625 h 2398711"/>
              <a:gd name="connsiteX94693" fmla="*/ 735797 w 2119654"/>
              <a:gd name="connsiteY94693" fmla="*/ 463916 h 2398711"/>
              <a:gd name="connsiteX94694" fmla="*/ 736541 w 2119654"/>
              <a:gd name="connsiteY94694" fmla="*/ 465205 h 2398711"/>
              <a:gd name="connsiteX94695" fmla="*/ 736793 w 2119654"/>
              <a:gd name="connsiteY94695" fmla="*/ 464171 h 2398711"/>
              <a:gd name="connsiteX94696" fmla="*/ 739440 w 2119654"/>
              <a:gd name="connsiteY94696" fmla="*/ 455424 h 2398711"/>
              <a:gd name="connsiteX94697" fmla="*/ 738945 w 2119654"/>
              <a:gd name="connsiteY94697" fmla="*/ 457547 h 2398711"/>
              <a:gd name="connsiteX94698" fmla="*/ 739625 w 2119654"/>
              <a:gd name="connsiteY94698" fmla="*/ 458457 h 2398711"/>
              <a:gd name="connsiteX94699" fmla="*/ 739637 w 2119654"/>
              <a:gd name="connsiteY94699" fmla="*/ 458422 h 2398711"/>
              <a:gd name="connsiteX94700" fmla="*/ 740213 w 2119654"/>
              <a:gd name="connsiteY94700" fmla="*/ 456452 h 2398711"/>
              <a:gd name="connsiteX94701" fmla="*/ 739460 w 2119654"/>
              <a:gd name="connsiteY94701" fmla="*/ 455448 h 2398711"/>
              <a:gd name="connsiteX94702" fmla="*/ 723027 w 2119654"/>
              <a:gd name="connsiteY94702" fmla="*/ 492161 h 2398711"/>
              <a:gd name="connsiteX94703" fmla="*/ 723759 w 2119654"/>
              <a:gd name="connsiteY94703" fmla="*/ 499744 h 2398711"/>
              <a:gd name="connsiteX94704" fmla="*/ 725282 w 2119654"/>
              <a:gd name="connsiteY94704" fmla="*/ 495892 h 2398711"/>
              <a:gd name="connsiteX94705" fmla="*/ 724811 w 2119654"/>
              <a:gd name="connsiteY94705" fmla="*/ 493460 h 2398711"/>
              <a:gd name="connsiteX94706" fmla="*/ 727886 w 2119654"/>
              <a:gd name="connsiteY94706" fmla="*/ 481252 h 2398711"/>
              <a:gd name="connsiteX94707" fmla="*/ 728042 w 2119654"/>
              <a:gd name="connsiteY94707" fmla="*/ 481475 h 2398711"/>
              <a:gd name="connsiteX94708" fmla="*/ 728039 w 2119654"/>
              <a:gd name="connsiteY94708" fmla="*/ 481414 h 2398711"/>
              <a:gd name="connsiteX94709" fmla="*/ 746198 w 2119654"/>
              <a:gd name="connsiteY94709" fmla="*/ 440137 h 2398711"/>
              <a:gd name="connsiteX94710" fmla="*/ 745933 w 2119654"/>
              <a:gd name="connsiteY94710" fmla="*/ 440910 h 2398711"/>
              <a:gd name="connsiteX94711" fmla="*/ 746749 w 2119654"/>
              <a:gd name="connsiteY94711" fmla="*/ 441997 h 2398711"/>
              <a:gd name="connsiteX94712" fmla="*/ 747200 w 2119654"/>
              <a:gd name="connsiteY94712" fmla="*/ 440900 h 2398711"/>
              <a:gd name="connsiteX94713" fmla="*/ 301047 w 2119654"/>
              <a:gd name="connsiteY94713" fmla="*/ 1436517 h 2398711"/>
              <a:gd name="connsiteX94714" fmla="*/ 303218 w 2119654"/>
              <a:gd name="connsiteY94714" fmla="*/ 1441075 h 2398711"/>
              <a:gd name="connsiteX94715" fmla="*/ 311175 w 2119654"/>
              <a:gd name="connsiteY94715" fmla="*/ 1444146 h 2398711"/>
              <a:gd name="connsiteX94716" fmla="*/ 311577 w 2119654"/>
              <a:gd name="connsiteY94716" fmla="*/ 1444283 h 2398711"/>
              <a:gd name="connsiteX94717" fmla="*/ 310437 w 2119654"/>
              <a:gd name="connsiteY94717" fmla="*/ 1442638 h 2398711"/>
              <a:gd name="connsiteX94718" fmla="*/ 678704 w 2119654"/>
              <a:gd name="connsiteY94718" fmla="*/ 590855 h 2398711"/>
              <a:gd name="connsiteX94719" fmla="*/ 678619 w 2119654"/>
              <a:gd name="connsiteY94719" fmla="*/ 591059 h 2398711"/>
              <a:gd name="connsiteX94720" fmla="*/ 678885 w 2119654"/>
              <a:gd name="connsiteY94720" fmla="*/ 591252 h 2398711"/>
              <a:gd name="connsiteX94721" fmla="*/ 678939 w 2119654"/>
              <a:gd name="connsiteY94721" fmla="*/ 591128 h 2398711"/>
              <a:gd name="connsiteX94722" fmla="*/ 744431 w 2119654"/>
              <a:gd name="connsiteY94722" fmla="*/ 443589 h 2398711"/>
              <a:gd name="connsiteX94723" fmla="*/ 742740 w 2119654"/>
              <a:gd name="connsiteY94723" fmla="*/ 449371 h 2398711"/>
              <a:gd name="connsiteX94724" fmla="*/ 744673 w 2119654"/>
              <a:gd name="connsiteY94724" fmla="*/ 443734 h 2398711"/>
              <a:gd name="connsiteX94725" fmla="*/ 307218 w 2119654"/>
              <a:gd name="connsiteY94725" fmla="*/ 1422527 h 2398711"/>
              <a:gd name="connsiteX94726" fmla="*/ 309588 w 2119654"/>
              <a:gd name="connsiteY94726" fmla="*/ 1425947 h 2398711"/>
              <a:gd name="connsiteX94727" fmla="*/ 311360 w 2119654"/>
              <a:gd name="connsiteY94727" fmla="*/ 1426591 h 2398711"/>
              <a:gd name="connsiteX94728" fmla="*/ 309672 w 2119654"/>
              <a:gd name="connsiteY94728" fmla="*/ 1424040 h 2398711"/>
              <a:gd name="connsiteX94729" fmla="*/ 747044 w 2119654"/>
              <a:gd name="connsiteY94729" fmla="*/ 437671 h 2398711"/>
              <a:gd name="connsiteX94730" fmla="*/ 746845 w 2119654"/>
              <a:gd name="connsiteY94730" fmla="*/ 438253 h 2398711"/>
              <a:gd name="connsiteX94731" fmla="*/ 747983 w 2119654"/>
              <a:gd name="connsiteY94731" fmla="*/ 438994 h 2398711"/>
              <a:gd name="connsiteX94732" fmla="*/ 748214 w 2119654"/>
              <a:gd name="connsiteY94732" fmla="*/ 438432 h 2398711"/>
              <a:gd name="connsiteX94733" fmla="*/ 736613 w 2119654"/>
              <a:gd name="connsiteY94733" fmla="*/ 461003 h 2398711"/>
              <a:gd name="connsiteX94734" fmla="*/ 736051 w 2119654"/>
              <a:gd name="connsiteY94734" fmla="*/ 463010 h 2398711"/>
              <a:gd name="connsiteX94735" fmla="*/ 736945 w 2119654"/>
              <a:gd name="connsiteY94735" fmla="*/ 463543 h 2398711"/>
              <a:gd name="connsiteX94736" fmla="*/ 737472 w 2119654"/>
              <a:gd name="connsiteY94736" fmla="*/ 461384 h 2398711"/>
              <a:gd name="connsiteX94737" fmla="*/ 739870 w 2119654"/>
              <a:gd name="connsiteY94737" fmla="*/ 453581 h 2398711"/>
              <a:gd name="connsiteX94738" fmla="*/ 739543 w 2119654"/>
              <a:gd name="connsiteY94738" fmla="*/ 454982 h 2398711"/>
              <a:gd name="connsiteX94739" fmla="*/ 740353 w 2119654"/>
              <a:gd name="connsiteY94739" fmla="*/ 455975 h 2398711"/>
              <a:gd name="connsiteX94740" fmla="*/ 740850 w 2119654"/>
              <a:gd name="connsiteY94740" fmla="*/ 454274 h 2398711"/>
              <a:gd name="connsiteX94741" fmla="*/ 747783 w 2119654"/>
              <a:gd name="connsiteY94741" fmla="*/ 435516 h 2398711"/>
              <a:gd name="connsiteX94742" fmla="*/ 747360 w 2119654"/>
              <a:gd name="connsiteY94742" fmla="*/ 436748 h 2398711"/>
              <a:gd name="connsiteX94743" fmla="*/ 748579 w 2119654"/>
              <a:gd name="connsiteY94743" fmla="*/ 437542 h 2398711"/>
              <a:gd name="connsiteX94744" fmla="*/ 749008 w 2119654"/>
              <a:gd name="connsiteY94744" fmla="*/ 436499 h 2398711"/>
              <a:gd name="connsiteX94745" fmla="*/ 744971 w 2119654"/>
              <a:gd name="connsiteY94745" fmla="*/ 441740 h 2398711"/>
              <a:gd name="connsiteX94746" fmla="*/ 744670 w 2119654"/>
              <a:gd name="connsiteY94746" fmla="*/ 442770 h 2398711"/>
              <a:gd name="connsiteX94747" fmla="*/ 744947 w 2119654"/>
              <a:gd name="connsiteY94747" fmla="*/ 442934 h 2398711"/>
              <a:gd name="connsiteX94748" fmla="*/ 745235 w 2119654"/>
              <a:gd name="connsiteY94748" fmla="*/ 442092 h 2398711"/>
              <a:gd name="connsiteX94749" fmla="*/ 711357 w 2119654"/>
              <a:gd name="connsiteY94749" fmla="*/ 516986 h 2398711"/>
              <a:gd name="connsiteX94750" fmla="*/ 711363 w 2119654"/>
              <a:gd name="connsiteY94750" fmla="*/ 518439 h 2398711"/>
              <a:gd name="connsiteX94751" fmla="*/ 712627 w 2119654"/>
              <a:gd name="connsiteY94751" fmla="*/ 519115 h 2398711"/>
              <a:gd name="connsiteX94752" fmla="*/ 287126 w 2119654"/>
              <a:gd name="connsiteY94752" fmla="*/ 1466452 h 2398711"/>
              <a:gd name="connsiteX94753" fmla="*/ 288309 w 2119654"/>
              <a:gd name="connsiteY94753" fmla="*/ 1467706 h 2398711"/>
              <a:gd name="connsiteX94754" fmla="*/ 290619 w 2119654"/>
              <a:gd name="connsiteY94754" fmla="*/ 1468987 h 2398711"/>
              <a:gd name="connsiteX94755" fmla="*/ 288720 w 2119654"/>
              <a:gd name="connsiteY94755" fmla="*/ 1467401 h 2398711"/>
              <a:gd name="connsiteX94756" fmla="*/ 748624 w 2119654"/>
              <a:gd name="connsiteY94756" fmla="*/ 433063 h 2398711"/>
              <a:gd name="connsiteX94757" fmla="*/ 748257 w 2119654"/>
              <a:gd name="connsiteY94757" fmla="*/ 434132 h 2398711"/>
              <a:gd name="connsiteX94758" fmla="*/ 749393 w 2119654"/>
              <a:gd name="connsiteY94758" fmla="*/ 435041 h 2398711"/>
              <a:gd name="connsiteX94759" fmla="*/ 749501 w 2119654"/>
              <a:gd name="connsiteY94759" fmla="*/ 434106 h 2398711"/>
              <a:gd name="connsiteX94760" fmla="*/ 740329 w 2119654"/>
              <a:gd name="connsiteY94760" fmla="*/ 451615 h 2398711"/>
              <a:gd name="connsiteX94761" fmla="*/ 740034 w 2119654"/>
              <a:gd name="connsiteY94761" fmla="*/ 452881 h 2398711"/>
              <a:gd name="connsiteX94762" fmla="*/ 741050 w 2119654"/>
              <a:gd name="connsiteY94762" fmla="*/ 453599 h 2398711"/>
              <a:gd name="connsiteX94763" fmla="*/ 741402 w 2119654"/>
              <a:gd name="connsiteY94763" fmla="*/ 452394 h 2398711"/>
              <a:gd name="connsiteX94764" fmla="*/ 745578 w 2119654"/>
              <a:gd name="connsiteY94764" fmla="*/ 439665 h 2398711"/>
              <a:gd name="connsiteX94765" fmla="*/ 745415 w 2119654"/>
              <a:gd name="connsiteY94765" fmla="*/ 440221 h 2398711"/>
              <a:gd name="connsiteX94766" fmla="*/ 745732 w 2119654"/>
              <a:gd name="connsiteY94766" fmla="*/ 440643 h 2398711"/>
              <a:gd name="connsiteX94767" fmla="*/ 745966 w 2119654"/>
              <a:gd name="connsiteY94767" fmla="*/ 439961 h 2398711"/>
              <a:gd name="connsiteX94768" fmla="*/ 737687 w 2119654"/>
              <a:gd name="connsiteY94768" fmla="*/ 457165 h 2398711"/>
              <a:gd name="connsiteX94769" fmla="*/ 736839 w 2119654"/>
              <a:gd name="connsiteY94769" fmla="*/ 460194 h 2398711"/>
              <a:gd name="connsiteX94770" fmla="*/ 737354 w 2119654"/>
              <a:gd name="connsiteY94770" fmla="*/ 460399 h 2398711"/>
              <a:gd name="connsiteX94771" fmla="*/ 737677 w 2119654"/>
              <a:gd name="connsiteY94771" fmla="*/ 460542 h 2398711"/>
              <a:gd name="connsiteX94772" fmla="*/ 738259 w 2119654"/>
              <a:gd name="connsiteY94772" fmla="*/ 458152 h 2398711"/>
              <a:gd name="connsiteX94773" fmla="*/ 738218 w 2119654"/>
              <a:gd name="connsiteY94773" fmla="*/ 457876 h 2398711"/>
              <a:gd name="connsiteX94774" fmla="*/ 724692 w 2119654"/>
              <a:gd name="connsiteY94774" fmla="*/ 486174 h 2398711"/>
              <a:gd name="connsiteX94775" fmla="*/ 724850 w 2119654"/>
              <a:gd name="connsiteY94775" fmla="*/ 486991 h 2398711"/>
              <a:gd name="connsiteX94776" fmla="*/ 726016 w 2119654"/>
              <a:gd name="connsiteY94776" fmla="*/ 487559 h 2398711"/>
              <a:gd name="connsiteX94777" fmla="*/ 280294 w 2119654"/>
              <a:gd name="connsiteY94777" fmla="*/ 1481247 h 2398711"/>
              <a:gd name="connsiteX94778" fmla="*/ 282551 w 2119654"/>
              <a:gd name="connsiteY94778" fmla="*/ 1484469 h 2398711"/>
              <a:gd name="connsiteX94779" fmla="*/ 289174 w 2119654"/>
              <a:gd name="connsiteY94779" fmla="*/ 1492647 h 2398711"/>
              <a:gd name="connsiteX94780" fmla="*/ 289384 w 2119654"/>
              <a:gd name="connsiteY94780" fmla="*/ 1492885 h 2398711"/>
              <a:gd name="connsiteX94781" fmla="*/ 292372 w 2119654"/>
              <a:gd name="connsiteY94781" fmla="*/ 1493765 h 2398711"/>
              <a:gd name="connsiteX94782" fmla="*/ 282865 w 2119654"/>
              <a:gd name="connsiteY94782" fmla="*/ 1482040 h 2398711"/>
              <a:gd name="connsiteX94783" fmla="*/ 737965 w 2119654"/>
              <a:gd name="connsiteY94783" fmla="*/ 456174 h 2398711"/>
              <a:gd name="connsiteX94784" fmla="*/ 737952 w 2119654"/>
              <a:gd name="connsiteY94784" fmla="*/ 456217 h 2398711"/>
              <a:gd name="connsiteX94785" fmla="*/ 737975 w 2119654"/>
              <a:gd name="connsiteY94785" fmla="*/ 456247 h 2398711"/>
              <a:gd name="connsiteX94786" fmla="*/ 686450 w 2119654"/>
              <a:gd name="connsiteY94786" fmla="*/ 571525 h 2398711"/>
              <a:gd name="connsiteX94787" fmla="*/ 686858 w 2119654"/>
              <a:gd name="connsiteY94787" fmla="*/ 576084 h 2398711"/>
              <a:gd name="connsiteX94788" fmla="*/ 688368 w 2119654"/>
              <a:gd name="connsiteY94788" fmla="*/ 576291 h 2398711"/>
              <a:gd name="connsiteX94789" fmla="*/ 688159 w 2119654"/>
              <a:gd name="connsiteY94789" fmla="*/ 572928 h 2398711"/>
              <a:gd name="connsiteX94790" fmla="*/ 749840 w 2119654"/>
              <a:gd name="connsiteY94790" fmla="*/ 429516 h 2398711"/>
              <a:gd name="connsiteX94791" fmla="*/ 748737 w 2119654"/>
              <a:gd name="connsiteY94791" fmla="*/ 432732 h 2398711"/>
              <a:gd name="connsiteX94792" fmla="*/ 749549 w 2119654"/>
              <a:gd name="connsiteY94792" fmla="*/ 433696 h 2398711"/>
              <a:gd name="connsiteX94793" fmla="*/ 750010 w 2119654"/>
              <a:gd name="connsiteY94793" fmla="*/ 429716 h 2398711"/>
              <a:gd name="connsiteX94794" fmla="*/ 298499 w 2119654"/>
              <a:gd name="connsiteY94794" fmla="*/ 1439979 h 2398711"/>
              <a:gd name="connsiteX94795" fmla="*/ 299680 w 2119654"/>
              <a:gd name="connsiteY94795" fmla="*/ 1441461 h 2398711"/>
              <a:gd name="connsiteX94796" fmla="*/ 300179 w 2119654"/>
              <a:gd name="connsiteY94796" fmla="*/ 1441642 h 2398711"/>
              <a:gd name="connsiteX94797" fmla="*/ 299587 w 2119654"/>
              <a:gd name="connsiteY94797" fmla="*/ 1440398 h 2398711"/>
              <a:gd name="connsiteX94798" fmla="*/ 746303 w 2119654"/>
              <a:gd name="connsiteY94798" fmla="*/ 437186 h 2398711"/>
              <a:gd name="connsiteX94799" fmla="*/ 746128 w 2119654"/>
              <a:gd name="connsiteY94799" fmla="*/ 437786 h 2398711"/>
              <a:gd name="connsiteX94800" fmla="*/ 746605 w 2119654"/>
              <a:gd name="connsiteY94800" fmla="*/ 438096 h 2398711"/>
              <a:gd name="connsiteX94801" fmla="*/ 746805 w 2119654"/>
              <a:gd name="connsiteY94801" fmla="*/ 437513 h 2398711"/>
              <a:gd name="connsiteX94802" fmla="*/ 781821 w 2119654"/>
              <a:gd name="connsiteY94802" fmla="*/ 357488 h 2398711"/>
              <a:gd name="connsiteX94803" fmla="*/ 781236 w 2119654"/>
              <a:gd name="connsiteY94803" fmla="*/ 359960 h 2398711"/>
              <a:gd name="connsiteX94804" fmla="*/ 777602 w 2119654"/>
              <a:gd name="connsiteY94804" fmla="*/ 376278 h 2398711"/>
              <a:gd name="connsiteX94805" fmla="*/ 785480 w 2119654"/>
              <a:gd name="connsiteY94805" fmla="*/ 385368 h 2398711"/>
              <a:gd name="connsiteX94806" fmla="*/ 788015 w 2119654"/>
              <a:gd name="connsiteY94806" fmla="*/ 373554 h 2398711"/>
              <a:gd name="connsiteX94807" fmla="*/ 788216 w 2119654"/>
              <a:gd name="connsiteY94807" fmla="*/ 373387 h 2398711"/>
              <a:gd name="connsiteX94808" fmla="*/ 785613 w 2119654"/>
              <a:gd name="connsiteY94808" fmla="*/ 385521 h 2398711"/>
              <a:gd name="connsiteX94809" fmla="*/ 786702 w 2119654"/>
              <a:gd name="connsiteY94809" fmla="*/ 386777 h 2398711"/>
              <a:gd name="connsiteX94810" fmla="*/ 789618 w 2119654"/>
              <a:gd name="connsiteY94810" fmla="*/ 368140 h 2398711"/>
              <a:gd name="connsiteX94811" fmla="*/ 787242 w 2119654"/>
              <a:gd name="connsiteY94811" fmla="*/ 364345 h 2398711"/>
              <a:gd name="connsiteX94812" fmla="*/ 785491 w 2119654"/>
              <a:gd name="connsiteY94812" fmla="*/ 362828 h 2398711"/>
              <a:gd name="connsiteX94813" fmla="*/ 785807 w 2119654"/>
              <a:gd name="connsiteY94813" fmla="*/ 362842 h 2398711"/>
              <a:gd name="connsiteX94814" fmla="*/ 786887 w 2119654"/>
              <a:gd name="connsiteY94814" fmla="*/ 363778 h 2398711"/>
              <a:gd name="connsiteX94815" fmla="*/ 785006 w 2119654"/>
              <a:gd name="connsiteY94815" fmla="*/ 360776 h 2398711"/>
              <a:gd name="connsiteX94816" fmla="*/ 783947 w 2119654"/>
              <a:gd name="connsiteY94816" fmla="*/ 359227 h 2398711"/>
              <a:gd name="connsiteX94817" fmla="*/ 720376 w 2119654"/>
              <a:gd name="connsiteY94817" fmla="*/ 494898 h 2398711"/>
              <a:gd name="connsiteX94818" fmla="*/ 719593 w 2119654"/>
              <a:gd name="connsiteY94818" fmla="*/ 500525 h 2398711"/>
              <a:gd name="connsiteX94819" fmla="*/ 720331 w 2119654"/>
              <a:gd name="connsiteY94819" fmla="*/ 501212 h 2398711"/>
              <a:gd name="connsiteX94820" fmla="*/ 720291 w 2119654"/>
              <a:gd name="connsiteY94820" fmla="*/ 498035 h 2398711"/>
              <a:gd name="connsiteX94821" fmla="*/ 738498 w 2119654"/>
              <a:gd name="connsiteY94821" fmla="*/ 454267 h 2398711"/>
              <a:gd name="connsiteX94822" fmla="*/ 738166 w 2119654"/>
              <a:gd name="connsiteY94822" fmla="*/ 455455 h 2398711"/>
              <a:gd name="connsiteX94823" fmla="*/ 738362 w 2119654"/>
              <a:gd name="connsiteY94823" fmla="*/ 456765 h 2398711"/>
              <a:gd name="connsiteX94824" fmla="*/ 738539 w 2119654"/>
              <a:gd name="connsiteY94824" fmla="*/ 457003 h 2398711"/>
              <a:gd name="connsiteX94825" fmla="*/ 739042 w 2119654"/>
              <a:gd name="connsiteY94825" fmla="*/ 454936 h 2398711"/>
              <a:gd name="connsiteX94826" fmla="*/ 317677 w 2119654"/>
              <a:gd name="connsiteY94826" fmla="*/ 1396536 h 2398711"/>
              <a:gd name="connsiteX94827" fmla="*/ 317852 w 2119654"/>
              <a:gd name="connsiteY94827" fmla="*/ 1397148 h 2398711"/>
              <a:gd name="connsiteX94828" fmla="*/ 317980 w 2119654"/>
              <a:gd name="connsiteY94828" fmla="*/ 1397524 h 2398711"/>
              <a:gd name="connsiteX94829" fmla="*/ 318659 w 2119654"/>
              <a:gd name="connsiteY94829" fmla="*/ 1398091 h 2398711"/>
              <a:gd name="connsiteX94830" fmla="*/ 686392 w 2119654"/>
              <a:gd name="connsiteY94830" fmla="*/ 570880 h 2398711"/>
              <a:gd name="connsiteX94831" fmla="*/ 686421 w 2119654"/>
              <a:gd name="connsiteY94831" fmla="*/ 571204 h 2398711"/>
              <a:gd name="connsiteX94832" fmla="*/ 688139 w 2119654"/>
              <a:gd name="connsiteY94832" fmla="*/ 572615 h 2398711"/>
              <a:gd name="connsiteX94833" fmla="*/ 688139 w 2119654"/>
              <a:gd name="connsiteY94833" fmla="*/ 572606 h 2398711"/>
              <a:gd name="connsiteX94834" fmla="*/ 276239 w 2119654"/>
              <a:gd name="connsiteY94834" fmla="*/ 1489243 h 2398711"/>
              <a:gd name="connsiteX94835" fmla="*/ 279271 w 2119654"/>
              <a:gd name="connsiteY94835" fmla="*/ 1494521 h 2398711"/>
              <a:gd name="connsiteX94836" fmla="*/ 286548 w 2119654"/>
              <a:gd name="connsiteY94836" fmla="*/ 1498740 h 2398711"/>
              <a:gd name="connsiteX94837" fmla="*/ 282730 w 2119654"/>
              <a:gd name="connsiteY94837" fmla="*/ 1493133 h 2398711"/>
              <a:gd name="connsiteX94838" fmla="*/ 278942 w 2119654"/>
              <a:gd name="connsiteY94838" fmla="*/ 1490079 h 2398711"/>
              <a:gd name="connsiteX94839" fmla="*/ 269066 w 2119654"/>
              <a:gd name="connsiteY94839" fmla="*/ 1505207 h 2398711"/>
              <a:gd name="connsiteX94840" fmla="*/ 270283 w 2119654"/>
              <a:gd name="connsiteY94840" fmla="*/ 1506681 h 2398711"/>
              <a:gd name="connsiteX94841" fmla="*/ 271718 w 2119654"/>
              <a:gd name="connsiteY94841" fmla="*/ 1507060 h 2398711"/>
              <a:gd name="connsiteX94842" fmla="*/ 782063 w 2119654"/>
              <a:gd name="connsiteY94842" fmla="*/ 356466 h 2398711"/>
              <a:gd name="connsiteX94843" fmla="*/ 781852 w 2119654"/>
              <a:gd name="connsiteY94843" fmla="*/ 357357 h 2398711"/>
              <a:gd name="connsiteX94844" fmla="*/ 783708 w 2119654"/>
              <a:gd name="connsiteY94844" fmla="*/ 358875 h 2398711"/>
              <a:gd name="connsiteX94845" fmla="*/ 682947 w 2119654"/>
              <a:gd name="connsiteY94845" fmla="*/ 578307 h 2398711"/>
              <a:gd name="connsiteX94846" fmla="*/ 684939 w 2119654"/>
              <a:gd name="connsiteY94846" fmla="*/ 583696 h 2398711"/>
              <a:gd name="connsiteX94847" fmla="*/ 685294 w 2119654"/>
              <a:gd name="connsiteY94847" fmla="*/ 583804 h 2398711"/>
              <a:gd name="connsiteX94848" fmla="*/ 685172 w 2119654"/>
              <a:gd name="connsiteY94848" fmla="*/ 579599 h 2398711"/>
              <a:gd name="connsiteX94849" fmla="*/ 677804 w 2119654"/>
              <a:gd name="connsiteY94849" fmla="*/ 589809 h 2398711"/>
              <a:gd name="connsiteX94850" fmla="*/ 677825 w 2119654"/>
              <a:gd name="connsiteY94850" fmla="*/ 589950 h 2398711"/>
              <a:gd name="connsiteX94851" fmla="*/ 678007 w 2119654"/>
              <a:gd name="connsiteY94851" fmla="*/ 590214 h 2398711"/>
              <a:gd name="connsiteX94852" fmla="*/ 678315 w 2119654"/>
              <a:gd name="connsiteY94852" fmla="*/ 590839 h 2398711"/>
              <a:gd name="connsiteX94853" fmla="*/ 678363 w 2119654"/>
              <a:gd name="connsiteY94853" fmla="*/ 590873 h 2398711"/>
              <a:gd name="connsiteX94854" fmla="*/ 678479 w 2119654"/>
              <a:gd name="connsiteY94854" fmla="*/ 590594 h 2398711"/>
              <a:gd name="connsiteX94855" fmla="*/ 758118 w 2119654"/>
              <a:gd name="connsiteY94855" fmla="*/ 409940 h 2398711"/>
              <a:gd name="connsiteX94856" fmla="*/ 758115 w 2119654"/>
              <a:gd name="connsiteY94856" fmla="*/ 414335 h 2398711"/>
              <a:gd name="connsiteX94857" fmla="*/ 759668 w 2119654"/>
              <a:gd name="connsiteY94857" fmla="*/ 410559 h 2398711"/>
              <a:gd name="connsiteX94858" fmla="*/ 746980 w 2119654"/>
              <a:gd name="connsiteY94858" fmla="*/ 434873 h 2398711"/>
              <a:gd name="connsiteX94859" fmla="*/ 746580 w 2119654"/>
              <a:gd name="connsiteY94859" fmla="*/ 436239 h 2398711"/>
              <a:gd name="connsiteX94860" fmla="*/ 747121 w 2119654"/>
              <a:gd name="connsiteY94860" fmla="*/ 436591 h 2398711"/>
              <a:gd name="connsiteX94861" fmla="*/ 747553 w 2119654"/>
              <a:gd name="connsiteY94861" fmla="*/ 435332 h 2398711"/>
              <a:gd name="connsiteX94862" fmla="*/ 265847 w 2119654"/>
              <a:gd name="connsiteY94862" fmla="*/ 1512117 h 2398711"/>
              <a:gd name="connsiteX94863" fmla="*/ 266314 w 2119654"/>
              <a:gd name="connsiteY94863" fmla="*/ 1512801 h 2398711"/>
              <a:gd name="connsiteX94864" fmla="*/ 269248 w 2119654"/>
              <a:gd name="connsiteY94864" fmla="*/ 1515953 h 2398711"/>
              <a:gd name="connsiteX94865" fmla="*/ 273279 w 2119654"/>
              <a:gd name="connsiteY94865" fmla="*/ 1518963 h 2398711"/>
              <a:gd name="connsiteX94866" fmla="*/ 269411 w 2119654"/>
              <a:gd name="connsiteY94866" fmla="*/ 1514024 h 2398711"/>
              <a:gd name="connsiteX94867" fmla="*/ 268408 w 2119654"/>
              <a:gd name="connsiteY94867" fmla="*/ 1512867 h 2398711"/>
              <a:gd name="connsiteX94868" fmla="*/ 266616 w 2119654"/>
              <a:gd name="connsiteY94868" fmla="*/ 1512420 h 2398711"/>
              <a:gd name="connsiteX94869" fmla="*/ 738886 w 2119654"/>
              <a:gd name="connsiteY94869" fmla="*/ 452885 h 2398711"/>
              <a:gd name="connsiteX94870" fmla="*/ 738617 w 2119654"/>
              <a:gd name="connsiteY94870" fmla="*/ 453845 h 2398711"/>
              <a:gd name="connsiteX94871" fmla="*/ 739149 w 2119654"/>
              <a:gd name="connsiteY94871" fmla="*/ 454499 h 2398711"/>
              <a:gd name="connsiteX94872" fmla="*/ 739446 w 2119654"/>
              <a:gd name="connsiteY94872" fmla="*/ 453281 h 2398711"/>
              <a:gd name="connsiteX94873" fmla="*/ 711346 w 2119654"/>
              <a:gd name="connsiteY94873" fmla="*/ 514333 h 2398711"/>
              <a:gd name="connsiteX94874" fmla="*/ 711347 w 2119654"/>
              <a:gd name="connsiteY94874" fmla="*/ 514494 h 2398711"/>
              <a:gd name="connsiteX94875" fmla="*/ 712179 w 2119654"/>
              <a:gd name="connsiteY94875" fmla="*/ 515683 h 2398711"/>
              <a:gd name="connsiteX94876" fmla="*/ 712059 w 2119654"/>
              <a:gd name="connsiteY94876" fmla="*/ 515130 h 2398711"/>
              <a:gd name="connsiteX94877" fmla="*/ 686340 w 2119654"/>
              <a:gd name="connsiteY94877" fmla="*/ 570298 h 2398711"/>
              <a:gd name="connsiteX94878" fmla="*/ 686368 w 2119654"/>
              <a:gd name="connsiteY94878" fmla="*/ 570610 h 2398711"/>
              <a:gd name="connsiteX94879" fmla="*/ 688122 w 2119654"/>
              <a:gd name="connsiteY94879" fmla="*/ 572344 h 2398711"/>
              <a:gd name="connsiteX94880" fmla="*/ 688058 w 2119654"/>
              <a:gd name="connsiteY94880" fmla="*/ 571302 h 2398711"/>
              <a:gd name="connsiteX94881" fmla="*/ 751997 w 2119654"/>
              <a:gd name="connsiteY94881" fmla="*/ 423224 h 2398711"/>
              <a:gd name="connsiteX94882" fmla="*/ 751790 w 2119654"/>
              <a:gd name="connsiteY94882" fmla="*/ 423829 h 2398711"/>
              <a:gd name="connsiteX94883" fmla="*/ 751577 w 2119654"/>
              <a:gd name="connsiteY94883" fmla="*/ 428884 h 2398711"/>
              <a:gd name="connsiteX94884" fmla="*/ 751590 w 2119654"/>
              <a:gd name="connsiteY94884" fmla="*/ 429318 h 2398711"/>
              <a:gd name="connsiteX94885" fmla="*/ 751852 w 2119654"/>
              <a:gd name="connsiteY94885" fmla="*/ 429578 h 2398711"/>
              <a:gd name="connsiteX94886" fmla="*/ 752839 w 2119654"/>
              <a:gd name="connsiteY94886" fmla="*/ 427175 h 2398711"/>
              <a:gd name="connsiteX94887" fmla="*/ 752841 w 2119654"/>
              <a:gd name="connsiteY94887" fmla="*/ 423724 h 2398711"/>
              <a:gd name="connsiteX94888" fmla="*/ 686785 w 2119654"/>
              <a:gd name="connsiteY94888" fmla="*/ 568887 h 2398711"/>
              <a:gd name="connsiteX94889" fmla="*/ 687022 w 2119654"/>
              <a:gd name="connsiteY94889" fmla="*/ 569036 h 2398711"/>
              <a:gd name="connsiteX94890" fmla="*/ 686855 w 2119654"/>
              <a:gd name="connsiteY94890" fmla="*/ 568783 h 2398711"/>
              <a:gd name="connsiteX94891" fmla="*/ 752555 w 2119654"/>
              <a:gd name="connsiteY94891" fmla="*/ 421597 h 2398711"/>
              <a:gd name="connsiteX94892" fmla="*/ 752098 w 2119654"/>
              <a:gd name="connsiteY94892" fmla="*/ 422927 h 2398711"/>
              <a:gd name="connsiteX94893" fmla="*/ 752842 w 2119654"/>
              <a:gd name="connsiteY94893" fmla="*/ 423376 h 2398711"/>
              <a:gd name="connsiteX94894" fmla="*/ 752843 w 2119654"/>
              <a:gd name="connsiteY94894" fmla="*/ 421712 h 2398711"/>
              <a:gd name="connsiteX94895" fmla="*/ 739425 w 2119654"/>
              <a:gd name="connsiteY94895" fmla="*/ 450961 h 2398711"/>
              <a:gd name="connsiteX94896" fmla="*/ 739077 w 2119654"/>
              <a:gd name="connsiteY94896" fmla="*/ 452204 h 2398711"/>
              <a:gd name="connsiteX94897" fmla="*/ 739616 w 2119654"/>
              <a:gd name="connsiteY94897" fmla="*/ 452586 h 2398711"/>
              <a:gd name="connsiteX94898" fmla="*/ 739924 w 2119654"/>
              <a:gd name="connsiteY94898" fmla="*/ 451322 h 2398711"/>
              <a:gd name="connsiteX94899" fmla="*/ 747797 w 2119654"/>
              <a:gd name="connsiteY94899" fmla="*/ 432082 h 2398711"/>
              <a:gd name="connsiteX94900" fmla="*/ 747399 w 2119654"/>
              <a:gd name="connsiteY94900" fmla="*/ 433443 h 2398711"/>
              <a:gd name="connsiteX94901" fmla="*/ 748027 w 2119654"/>
              <a:gd name="connsiteY94901" fmla="*/ 433947 h 2398711"/>
              <a:gd name="connsiteX94902" fmla="*/ 748416 w 2119654"/>
              <a:gd name="connsiteY94902" fmla="*/ 432816 h 2398711"/>
              <a:gd name="connsiteX94903" fmla="*/ 752843 w 2119654"/>
              <a:gd name="connsiteY94903" fmla="*/ 420755 h 2398711"/>
              <a:gd name="connsiteX94904" fmla="*/ 752746 w 2119654"/>
              <a:gd name="connsiteY94904" fmla="*/ 421039 h 2398711"/>
              <a:gd name="connsiteX94905" fmla="*/ 752844 w 2119654"/>
              <a:gd name="connsiteY94905" fmla="*/ 421076 h 2398711"/>
              <a:gd name="connsiteX94906" fmla="*/ 686281 w 2119654"/>
              <a:gd name="connsiteY94906" fmla="*/ 569633 h 2398711"/>
              <a:gd name="connsiteX94907" fmla="*/ 686295 w 2119654"/>
              <a:gd name="connsiteY94907" fmla="*/ 569793 h 2398711"/>
              <a:gd name="connsiteX94908" fmla="*/ 688027 w 2119654"/>
              <a:gd name="connsiteY94908" fmla="*/ 570806 h 2398711"/>
              <a:gd name="connsiteX94909" fmla="*/ 687999 w 2119654"/>
              <a:gd name="connsiteY94909" fmla="*/ 570352 h 2398711"/>
              <a:gd name="connsiteX94910" fmla="*/ 687590 w 2119654"/>
              <a:gd name="connsiteY94910" fmla="*/ 569894 h 2398711"/>
              <a:gd name="connsiteX94911" fmla="*/ 687238 w 2119654"/>
              <a:gd name="connsiteY94911" fmla="*/ 569362 h 2398711"/>
              <a:gd name="connsiteX94912" fmla="*/ 686690 w 2119654"/>
              <a:gd name="connsiteY94912" fmla="*/ 569027 h 2398711"/>
              <a:gd name="connsiteX94913" fmla="*/ 732532 w 2119654"/>
              <a:gd name="connsiteY94913" fmla="*/ 465753 h 2398711"/>
              <a:gd name="connsiteX94914" fmla="*/ 731383 w 2119654"/>
              <a:gd name="connsiteY94914" fmla="*/ 471485 h 2398711"/>
              <a:gd name="connsiteX94915" fmla="*/ 731575 w 2119654"/>
              <a:gd name="connsiteY94915" fmla="*/ 473635 h 2398711"/>
              <a:gd name="connsiteX94916" fmla="*/ 731894 w 2119654"/>
              <a:gd name="connsiteY94916" fmla="*/ 475250 h 2398711"/>
              <a:gd name="connsiteX94917" fmla="*/ 733771 w 2119654"/>
              <a:gd name="connsiteY94917" fmla="*/ 468549 h 2398711"/>
              <a:gd name="connsiteX94918" fmla="*/ 733056 w 2119654"/>
              <a:gd name="connsiteY94918" fmla="*/ 466661 h 2398711"/>
              <a:gd name="connsiteX94919" fmla="*/ 261903 w 2119654"/>
              <a:gd name="connsiteY94919" fmla="*/ 1519576 h 2398711"/>
              <a:gd name="connsiteX94920" fmla="*/ 262439 w 2119654"/>
              <a:gd name="connsiteY94920" fmla="*/ 1520360 h 2398711"/>
              <a:gd name="connsiteX94921" fmla="*/ 262792 w 2119654"/>
              <a:gd name="connsiteY94921" fmla="*/ 1520802 h 2398711"/>
              <a:gd name="connsiteX94922" fmla="*/ 264607 w 2119654"/>
              <a:gd name="connsiteY94922" fmla="*/ 1521473 h 2398711"/>
              <a:gd name="connsiteX94923" fmla="*/ 721228 w 2119654"/>
              <a:gd name="connsiteY94923" fmla="*/ 490852 h 2398711"/>
              <a:gd name="connsiteX94924" fmla="*/ 721371 w 2119654"/>
              <a:gd name="connsiteY94924" fmla="*/ 502160 h 2398711"/>
              <a:gd name="connsiteX94925" fmla="*/ 722515 w 2119654"/>
              <a:gd name="connsiteY94925" fmla="*/ 502893 h 2398711"/>
              <a:gd name="connsiteX94926" fmla="*/ 723655 w 2119654"/>
              <a:gd name="connsiteY94926" fmla="*/ 500010 h 2398711"/>
              <a:gd name="connsiteX94927" fmla="*/ 722885 w 2119654"/>
              <a:gd name="connsiteY94927" fmla="*/ 492059 h 2398711"/>
              <a:gd name="connsiteX94928" fmla="*/ 737874 w 2119654"/>
              <a:gd name="connsiteY94928" fmla="*/ 453503 h 2398711"/>
              <a:gd name="connsiteX94929" fmla="*/ 737913 w 2119654"/>
              <a:gd name="connsiteY94929" fmla="*/ 453757 h 2398711"/>
              <a:gd name="connsiteX94930" fmla="*/ 737956 w 2119654"/>
              <a:gd name="connsiteY94930" fmla="*/ 453602 h 2398711"/>
              <a:gd name="connsiteX94931" fmla="*/ 277725 w 2119654"/>
              <a:gd name="connsiteY94931" fmla="*/ 1483851 h 2398711"/>
              <a:gd name="connsiteX94932" fmla="*/ 279887 w 2119654"/>
              <a:gd name="connsiteY94932" fmla="*/ 1487028 h 2398711"/>
              <a:gd name="connsiteX94933" fmla="*/ 284671 w 2119654"/>
              <a:gd name="connsiteY94933" fmla="*/ 1490383 h 2398711"/>
              <a:gd name="connsiteX94934" fmla="*/ 286010 w 2119654"/>
              <a:gd name="connsiteY94934" fmla="*/ 1491243 h 2398711"/>
              <a:gd name="connsiteX94935" fmla="*/ 748877 w 2119654"/>
              <a:gd name="connsiteY94935" fmla="*/ 428386 h 2398711"/>
              <a:gd name="connsiteX94936" fmla="*/ 747899 w 2119654"/>
              <a:gd name="connsiteY94936" fmla="*/ 431735 h 2398711"/>
              <a:gd name="connsiteX94937" fmla="*/ 748529 w 2119654"/>
              <a:gd name="connsiteY94937" fmla="*/ 432484 h 2398711"/>
              <a:gd name="connsiteX94938" fmla="*/ 749631 w 2119654"/>
              <a:gd name="connsiteY94938" fmla="*/ 429270 h 2398711"/>
              <a:gd name="connsiteX94939" fmla="*/ 744226 w 2119654"/>
              <a:gd name="connsiteY94939" fmla="*/ 438637 h 2398711"/>
              <a:gd name="connsiteX94940" fmla="*/ 745090 w 2119654"/>
              <a:gd name="connsiteY94940" fmla="*/ 439787 h 2398711"/>
              <a:gd name="connsiteX94941" fmla="*/ 745208 w 2119654"/>
              <a:gd name="connsiteY94941" fmla="*/ 439384 h 2398711"/>
              <a:gd name="connsiteX94942" fmla="*/ 751925 w 2119654"/>
              <a:gd name="connsiteY94942" fmla="*/ 421346 h 2398711"/>
              <a:gd name="connsiteX94943" fmla="*/ 751876 w 2119654"/>
              <a:gd name="connsiteY94943" fmla="*/ 421766 h 2398711"/>
              <a:gd name="connsiteX94944" fmla="*/ 751834 w 2119654"/>
              <a:gd name="connsiteY94944" fmla="*/ 422768 h 2398711"/>
              <a:gd name="connsiteX94945" fmla="*/ 751857 w 2119654"/>
              <a:gd name="connsiteY94945" fmla="*/ 422780 h 2398711"/>
              <a:gd name="connsiteX94946" fmla="*/ 752297 w 2119654"/>
              <a:gd name="connsiteY94946" fmla="*/ 421495 h 2398711"/>
              <a:gd name="connsiteX94947" fmla="*/ 742473 w 2119654"/>
              <a:gd name="connsiteY94947" fmla="*/ 442422 h 2398711"/>
              <a:gd name="connsiteX94948" fmla="*/ 742425 w 2119654"/>
              <a:gd name="connsiteY94948" fmla="*/ 442622 h 2398711"/>
              <a:gd name="connsiteX94949" fmla="*/ 740429 w 2119654"/>
              <a:gd name="connsiteY94949" fmla="*/ 451185 h 2398711"/>
              <a:gd name="connsiteX94950" fmla="*/ 741529 w 2119654"/>
              <a:gd name="connsiteY94950" fmla="*/ 451960 h 2398711"/>
              <a:gd name="connsiteX94951" fmla="*/ 744045 w 2119654"/>
              <a:gd name="connsiteY94951" fmla="*/ 443359 h 2398711"/>
              <a:gd name="connsiteX94952" fmla="*/ 783425 w 2119654"/>
              <a:gd name="connsiteY94952" fmla="*/ 350713 h 2398711"/>
              <a:gd name="connsiteX94953" fmla="*/ 782174 w 2119654"/>
              <a:gd name="connsiteY94953" fmla="*/ 355995 h 2398711"/>
              <a:gd name="connsiteX94954" fmla="*/ 784694 w 2119654"/>
              <a:gd name="connsiteY94954" fmla="*/ 359680 h 2398711"/>
              <a:gd name="connsiteX94955" fmla="*/ 790252 w 2119654"/>
              <a:gd name="connsiteY94955" fmla="*/ 364227 h 2398711"/>
              <a:gd name="connsiteX94956" fmla="*/ 790601 w 2119654"/>
              <a:gd name="connsiteY94956" fmla="*/ 362173 h 2398711"/>
              <a:gd name="connsiteX94957" fmla="*/ 329624 w 2119654"/>
              <a:gd name="connsiteY94957" fmla="*/ 1366820 h 2398711"/>
              <a:gd name="connsiteX94958" fmla="*/ 330978 w 2119654"/>
              <a:gd name="connsiteY94958" fmla="*/ 1368970 h 2398711"/>
              <a:gd name="connsiteX94959" fmla="*/ 330489 w 2119654"/>
              <a:gd name="connsiteY94959" fmla="*/ 1367313 h 2398711"/>
              <a:gd name="connsiteX94960" fmla="*/ 330109 w 2119654"/>
              <a:gd name="connsiteY94960" fmla="*/ 1366525 h 2398711"/>
              <a:gd name="connsiteX94961" fmla="*/ 330025 w 2119654"/>
              <a:gd name="connsiteY94961" fmla="*/ 1366448 h 2398711"/>
              <a:gd name="connsiteX94962" fmla="*/ 711337 w 2119654"/>
              <a:gd name="connsiteY94962" fmla="*/ 511997 h 2398711"/>
              <a:gd name="connsiteX94963" fmla="*/ 711339 w 2119654"/>
              <a:gd name="connsiteY94963" fmla="*/ 512498 h 2398711"/>
              <a:gd name="connsiteX94964" fmla="*/ 711526 w 2119654"/>
              <a:gd name="connsiteY94964" fmla="*/ 512687 h 2398711"/>
              <a:gd name="connsiteX94965" fmla="*/ 711429 w 2119654"/>
              <a:gd name="connsiteY94965" fmla="*/ 512240 h 2398711"/>
              <a:gd name="connsiteX94966" fmla="*/ 724336 w 2119654"/>
              <a:gd name="connsiteY94966" fmla="*/ 482705 h 2398711"/>
              <a:gd name="connsiteX94967" fmla="*/ 725978 w 2119654"/>
              <a:gd name="connsiteY94967" fmla="*/ 485069 h 2398711"/>
              <a:gd name="connsiteX94968" fmla="*/ 727715 w 2119654"/>
              <a:gd name="connsiteY94968" fmla="*/ 486639 h 2398711"/>
              <a:gd name="connsiteX94969" fmla="*/ 728028 w 2119654"/>
              <a:gd name="connsiteY94969" fmla="*/ 485076 h 2398711"/>
              <a:gd name="connsiteX94970" fmla="*/ 683896 w 2119654"/>
              <a:gd name="connsiteY94970" fmla="*/ 573166 h 2398711"/>
              <a:gd name="connsiteX94971" fmla="*/ 685052 w 2119654"/>
              <a:gd name="connsiteY94971" fmla="*/ 575459 h 2398711"/>
              <a:gd name="connsiteX94972" fmla="*/ 684941 w 2119654"/>
              <a:gd name="connsiteY94972" fmla="*/ 571619 h 2398711"/>
              <a:gd name="connsiteX94973" fmla="*/ 724044 w 2119654"/>
              <a:gd name="connsiteY94973" fmla="*/ 482824 h 2398711"/>
              <a:gd name="connsiteX94974" fmla="*/ 724160 w 2119654"/>
              <a:gd name="connsiteY94974" fmla="*/ 483425 h 2398711"/>
              <a:gd name="connsiteX94975" fmla="*/ 724968 w 2119654"/>
              <a:gd name="connsiteY94975" fmla="*/ 484157 h 2398711"/>
              <a:gd name="connsiteX94976" fmla="*/ 721203 w 2119654"/>
              <a:gd name="connsiteY94976" fmla="*/ 488968 h 2398711"/>
              <a:gd name="connsiteX94977" fmla="*/ 721214 w 2119654"/>
              <a:gd name="connsiteY94977" fmla="*/ 489819 h 2398711"/>
              <a:gd name="connsiteX94978" fmla="*/ 722823 w 2119654"/>
              <a:gd name="connsiteY94978" fmla="*/ 490990 h 2398711"/>
              <a:gd name="connsiteX94979" fmla="*/ 722901 w 2119654"/>
              <a:gd name="connsiteY94979" fmla="*/ 490870 h 2398711"/>
              <a:gd name="connsiteX94980" fmla="*/ 722920 w 2119654"/>
              <a:gd name="connsiteY94980" fmla="*/ 491061 h 2398711"/>
              <a:gd name="connsiteX94981" fmla="*/ 724581 w 2119654"/>
              <a:gd name="connsiteY94981" fmla="*/ 492270 h 2398711"/>
              <a:gd name="connsiteX94982" fmla="*/ 724410 w 2119654"/>
              <a:gd name="connsiteY94982" fmla="*/ 491384 h 2398711"/>
              <a:gd name="connsiteX94983" fmla="*/ 737653 w 2119654"/>
              <a:gd name="connsiteY94983" fmla="*/ 452014 h 2398711"/>
              <a:gd name="connsiteX94984" fmla="*/ 737771 w 2119654"/>
              <a:gd name="connsiteY94984" fmla="*/ 452807 h 2398711"/>
              <a:gd name="connsiteX94985" fmla="*/ 738074 w 2119654"/>
              <a:gd name="connsiteY94985" fmla="*/ 453180 h 2398711"/>
              <a:gd name="connsiteX94986" fmla="*/ 738278 w 2119654"/>
              <a:gd name="connsiteY94986" fmla="*/ 452455 h 2398711"/>
              <a:gd name="connsiteX94987" fmla="*/ 743212 w 2119654"/>
              <a:gd name="connsiteY94987" fmla="*/ 439396 h 2398711"/>
              <a:gd name="connsiteX94988" fmla="*/ 742679 w 2119654"/>
              <a:gd name="connsiteY94988" fmla="*/ 441581 h 2398711"/>
              <a:gd name="connsiteX94989" fmla="*/ 744285 w 2119654"/>
              <a:gd name="connsiteY94989" fmla="*/ 442540 h 2398711"/>
              <a:gd name="connsiteX94990" fmla="*/ 744645 w 2119654"/>
              <a:gd name="connsiteY94990" fmla="*/ 441306 h 2398711"/>
              <a:gd name="connsiteX94991" fmla="*/ 682141 w 2119654"/>
              <a:gd name="connsiteY94991" fmla="*/ 576128 h 2398711"/>
              <a:gd name="connsiteX94992" fmla="*/ 682375 w 2119654"/>
              <a:gd name="connsiteY94992" fmla="*/ 576759 h 2398711"/>
              <a:gd name="connsiteX94993" fmla="*/ 683890 w 2119654"/>
              <a:gd name="connsiteY94993" fmla="*/ 577638 h 2398711"/>
              <a:gd name="connsiteX94994" fmla="*/ 685127 w 2119654"/>
              <a:gd name="connsiteY94994" fmla="*/ 578026 h 2398711"/>
              <a:gd name="connsiteX94995" fmla="*/ 685084 w 2119654"/>
              <a:gd name="connsiteY94995" fmla="*/ 576532 h 2398711"/>
              <a:gd name="connsiteX94996" fmla="*/ 255613 w 2119654"/>
              <a:gd name="connsiteY94996" fmla="*/ 1531020 h 2398711"/>
              <a:gd name="connsiteX94997" fmla="*/ 257760 w 2119654"/>
              <a:gd name="connsiteY94997" fmla="*/ 1532332 h 2398711"/>
              <a:gd name="connsiteX94998" fmla="*/ 259810 w 2119654"/>
              <a:gd name="connsiteY94998" fmla="*/ 1533060 h 2398711"/>
              <a:gd name="connsiteX94999" fmla="*/ 741910 w 2119654"/>
              <a:gd name="connsiteY94999" fmla="*/ 442086 h 2398711"/>
              <a:gd name="connsiteX95000" fmla="*/ 739538 w 2119654"/>
              <a:gd name="connsiteY95000" fmla="*/ 450557 h 2398711"/>
              <a:gd name="connsiteX95001" fmla="*/ 740026 w 2119654"/>
              <a:gd name="connsiteY95001" fmla="*/ 450901 h 2398711"/>
              <a:gd name="connsiteX95002" fmla="*/ 742141 w 2119654"/>
              <a:gd name="connsiteY95002" fmla="*/ 442223 h 2398711"/>
              <a:gd name="connsiteX95003" fmla="*/ 682345 w 2119654"/>
              <a:gd name="connsiteY95003" fmla="*/ 575462 h 2398711"/>
              <a:gd name="connsiteX95004" fmla="*/ 684985 w 2119654"/>
              <a:gd name="connsiteY95004" fmla="*/ 575825 h 2398711"/>
              <a:gd name="connsiteX95005" fmla="*/ 683751 w 2119654"/>
              <a:gd name="connsiteY95005" fmla="*/ 573381 h 2398711"/>
              <a:gd name="connsiteX95006" fmla="*/ 750626 w 2119654"/>
              <a:gd name="connsiteY95006" fmla="*/ 422410 h 2398711"/>
              <a:gd name="connsiteX95007" fmla="*/ 749276 w 2119654"/>
              <a:gd name="connsiteY95007" fmla="*/ 427024 h 2398711"/>
              <a:gd name="connsiteX95008" fmla="*/ 750116 w 2119654"/>
              <a:gd name="connsiteY95008" fmla="*/ 427857 h 2398711"/>
              <a:gd name="connsiteX95009" fmla="*/ 750282 w 2119654"/>
              <a:gd name="connsiteY95009" fmla="*/ 427374 h 2398711"/>
              <a:gd name="connsiteX95010" fmla="*/ 750841 w 2119654"/>
              <a:gd name="connsiteY95010" fmla="*/ 422538 h 2398711"/>
              <a:gd name="connsiteX95011" fmla="*/ 237945 w 2119654"/>
              <a:gd name="connsiteY95011" fmla="*/ 1569990 h 2398711"/>
              <a:gd name="connsiteX95012" fmla="*/ 246532 w 2119654"/>
              <a:gd name="connsiteY95012" fmla="*/ 1577879 h 2398711"/>
              <a:gd name="connsiteX95013" fmla="*/ 249743 w 2119654"/>
              <a:gd name="connsiteY95013" fmla="*/ 1574348 h 2398711"/>
              <a:gd name="connsiteX95014" fmla="*/ 751007 w 2119654"/>
              <a:gd name="connsiteY95014" fmla="*/ 421107 h 2398711"/>
              <a:gd name="connsiteX95015" fmla="*/ 750719 w 2119654"/>
              <a:gd name="connsiteY95015" fmla="*/ 422092 h 2398711"/>
              <a:gd name="connsiteX95016" fmla="*/ 750881 w 2119654"/>
              <a:gd name="connsiteY95016" fmla="*/ 422191 h 2398711"/>
              <a:gd name="connsiteX95017" fmla="*/ 733741 w 2119654"/>
              <a:gd name="connsiteY95017" fmla="*/ 459727 h 2398711"/>
              <a:gd name="connsiteX95018" fmla="*/ 733647 w 2119654"/>
              <a:gd name="connsiteY95018" fmla="*/ 460195 h 2398711"/>
              <a:gd name="connsiteX95019" fmla="*/ 734864 w 2119654"/>
              <a:gd name="connsiteY95019" fmla="*/ 462302 h 2398711"/>
              <a:gd name="connsiteX95020" fmla="*/ 735427 w 2119654"/>
              <a:gd name="connsiteY95020" fmla="*/ 462638 h 2398711"/>
              <a:gd name="connsiteX95021" fmla="*/ 735965 w 2119654"/>
              <a:gd name="connsiteY95021" fmla="*/ 460715 h 2398711"/>
              <a:gd name="connsiteX95022" fmla="*/ 804408 w 2119654"/>
              <a:gd name="connsiteY95022" fmla="*/ 301276 h 2398711"/>
              <a:gd name="connsiteX95023" fmla="*/ 805009 w 2119654"/>
              <a:gd name="connsiteY95023" fmla="*/ 317209 h 2398711"/>
              <a:gd name="connsiteX95024" fmla="*/ 805805 w 2119654"/>
              <a:gd name="connsiteY95024" fmla="*/ 332776 h 2398711"/>
              <a:gd name="connsiteX95025" fmla="*/ 811887 w 2119654"/>
              <a:gd name="connsiteY95025" fmla="*/ 343660 h 2398711"/>
              <a:gd name="connsiteX95026" fmla="*/ 816175 w 2119654"/>
              <a:gd name="connsiteY95026" fmla="*/ 347533 h 2398711"/>
              <a:gd name="connsiteX95027" fmla="*/ 819189 w 2119654"/>
              <a:gd name="connsiteY95027" fmla="*/ 337657 h 2398711"/>
              <a:gd name="connsiteX95028" fmla="*/ 819188 w 2119654"/>
              <a:gd name="connsiteY95028" fmla="*/ 337654 h 2398711"/>
              <a:gd name="connsiteX95029" fmla="*/ 811844 w 2119654"/>
              <a:gd name="connsiteY95029" fmla="*/ 321249 h 2398711"/>
              <a:gd name="connsiteX95030" fmla="*/ 812076 w 2119654"/>
              <a:gd name="connsiteY95030" fmla="*/ 321370 h 2398711"/>
              <a:gd name="connsiteX95031" fmla="*/ 819261 w 2119654"/>
              <a:gd name="connsiteY95031" fmla="*/ 337421 h 2398711"/>
              <a:gd name="connsiteX95032" fmla="*/ 823386 w 2119654"/>
              <a:gd name="connsiteY95032" fmla="*/ 323905 h 2398711"/>
              <a:gd name="connsiteX95033" fmla="*/ 818278 w 2119654"/>
              <a:gd name="connsiteY95033" fmla="*/ 312071 h 2398711"/>
              <a:gd name="connsiteX95034" fmla="*/ 295776 w 2119654"/>
              <a:gd name="connsiteY95034" fmla="*/ 1440023 h 2398711"/>
              <a:gd name="connsiteX95035" fmla="*/ 295787 w 2119654"/>
              <a:gd name="connsiteY95035" fmla="*/ 1440047 h 2398711"/>
              <a:gd name="connsiteX95036" fmla="*/ 295825 w 2119654"/>
              <a:gd name="connsiteY95036" fmla="*/ 1440060 h 2398711"/>
              <a:gd name="connsiteX95037" fmla="*/ 784774 w 2119654"/>
              <a:gd name="connsiteY95037" fmla="*/ 345019 h 2398711"/>
              <a:gd name="connsiteX95038" fmla="*/ 783836 w 2119654"/>
              <a:gd name="connsiteY95038" fmla="*/ 348981 h 2398711"/>
              <a:gd name="connsiteX95039" fmla="*/ 790921 w 2119654"/>
              <a:gd name="connsiteY95039" fmla="*/ 360296 h 2398711"/>
              <a:gd name="connsiteX95040" fmla="*/ 792217 w 2119654"/>
              <a:gd name="connsiteY95040" fmla="*/ 352692 h 2398711"/>
              <a:gd name="connsiteX95041" fmla="*/ 742833 w 2119654"/>
              <a:gd name="connsiteY95041" fmla="*/ 438891 h 2398711"/>
              <a:gd name="connsiteX95042" fmla="*/ 742630 w 2119654"/>
              <a:gd name="connsiteY95042" fmla="*/ 439518 h 2398711"/>
              <a:gd name="connsiteX95043" fmla="*/ 742142 w 2119654"/>
              <a:gd name="connsiteY95043" fmla="*/ 441262 h 2398711"/>
              <a:gd name="connsiteX95044" fmla="*/ 742346 w 2119654"/>
              <a:gd name="connsiteY95044" fmla="*/ 441383 h 2398711"/>
              <a:gd name="connsiteX95045" fmla="*/ 742924 w 2119654"/>
              <a:gd name="connsiteY95045" fmla="*/ 439012 h 2398711"/>
              <a:gd name="connsiteX95046" fmla="*/ 721562 w 2119654"/>
              <a:gd name="connsiteY95046" fmla="*/ 486386 h 2398711"/>
              <a:gd name="connsiteX95047" fmla="*/ 721344 w 2119654"/>
              <a:gd name="connsiteY95047" fmla="*/ 487951 h 2398711"/>
              <a:gd name="connsiteX95048" fmla="*/ 724155 w 2119654"/>
              <a:gd name="connsiteY95048" fmla="*/ 490067 h 2398711"/>
              <a:gd name="connsiteX95049" fmla="*/ 723642 w 2119654"/>
              <a:gd name="connsiteY95049" fmla="*/ 487418 h 2398711"/>
              <a:gd name="connsiteX95050" fmla="*/ 723297 w 2119654"/>
              <a:gd name="connsiteY95050" fmla="*/ 487232 h 2398711"/>
              <a:gd name="connsiteX95051" fmla="*/ 274804 w 2119654"/>
              <a:gd name="connsiteY95051" fmla="*/ 1486743 h 2398711"/>
              <a:gd name="connsiteX95052" fmla="*/ 276083 w 2119654"/>
              <a:gd name="connsiteY95052" fmla="*/ 1488971 h 2398711"/>
              <a:gd name="connsiteX95053" fmla="*/ 278421 w 2119654"/>
              <a:gd name="connsiteY95053" fmla="*/ 1489659 h 2398711"/>
              <a:gd name="connsiteX95054" fmla="*/ 744100 w 2119654"/>
              <a:gd name="connsiteY95054" fmla="*/ 435752 h 2398711"/>
              <a:gd name="connsiteX95055" fmla="*/ 743969 w 2119654"/>
              <a:gd name="connsiteY95055" fmla="*/ 436287 h 2398711"/>
              <a:gd name="connsiteX95056" fmla="*/ 744130 w 2119654"/>
              <a:gd name="connsiteY95056" fmla="*/ 436484 h 2398711"/>
              <a:gd name="connsiteX95057" fmla="*/ 745747 w 2119654"/>
              <a:gd name="connsiteY95057" fmla="*/ 437538 h 2398711"/>
              <a:gd name="connsiteX95058" fmla="*/ 745923 w 2119654"/>
              <a:gd name="connsiteY95058" fmla="*/ 436940 h 2398711"/>
              <a:gd name="connsiteX95059" fmla="*/ 692890 w 2119654"/>
              <a:gd name="connsiteY95059" fmla="*/ 550260 h 2398711"/>
              <a:gd name="connsiteX95060" fmla="*/ 694603 w 2119654"/>
              <a:gd name="connsiteY95060" fmla="*/ 552221 h 2398711"/>
              <a:gd name="connsiteX95061" fmla="*/ 694884 w 2119654"/>
              <a:gd name="connsiteY95061" fmla="*/ 552436 h 2398711"/>
              <a:gd name="connsiteX95062" fmla="*/ 694520 w 2119654"/>
              <a:gd name="connsiteY95062" fmla="*/ 550909 h 2398711"/>
              <a:gd name="connsiteX95063" fmla="*/ 293375 w 2119654"/>
              <a:gd name="connsiteY95063" fmla="*/ 1444570 h 2398711"/>
              <a:gd name="connsiteX95064" fmla="*/ 293556 w 2119654"/>
              <a:gd name="connsiteY95064" fmla="*/ 1444681 h 2398711"/>
              <a:gd name="connsiteX95065" fmla="*/ 293550 w 2119654"/>
              <a:gd name="connsiteY95065" fmla="*/ 1444668 h 2398711"/>
              <a:gd name="connsiteX95066" fmla="*/ 228706 w 2119654"/>
              <a:gd name="connsiteY95066" fmla="*/ 1589283 h 2398711"/>
              <a:gd name="connsiteX95067" fmla="*/ 231797 w 2119654"/>
              <a:gd name="connsiteY95067" fmla="*/ 1592121 h 2398711"/>
              <a:gd name="connsiteX95068" fmla="*/ 233091 w 2119654"/>
              <a:gd name="connsiteY95068" fmla="*/ 1592658 h 2398711"/>
              <a:gd name="connsiteX95069" fmla="*/ 233771 w 2119654"/>
              <a:gd name="connsiteY95069" fmla="*/ 1591910 h 2398711"/>
              <a:gd name="connsiteX95070" fmla="*/ 231957 w 2119654"/>
              <a:gd name="connsiteY95070" fmla="*/ 1589990 h 2398711"/>
              <a:gd name="connsiteX95071" fmla="*/ 721168 w 2119654"/>
              <a:gd name="connsiteY95071" fmla="*/ 486194 h 2398711"/>
              <a:gd name="connsiteX95072" fmla="*/ 721180 w 2119654"/>
              <a:gd name="connsiteY95072" fmla="*/ 487120 h 2398711"/>
              <a:gd name="connsiteX95073" fmla="*/ 721300 w 2119654"/>
              <a:gd name="connsiteY95073" fmla="*/ 486259 h 2398711"/>
              <a:gd name="connsiteX95074" fmla="*/ 715174 w 2119654"/>
              <a:gd name="connsiteY95074" fmla="*/ 499478 h 2398711"/>
              <a:gd name="connsiteX95075" fmla="*/ 718307 w 2119654"/>
              <a:gd name="connsiteY95075" fmla="*/ 507748 h 2398711"/>
              <a:gd name="connsiteX95076" fmla="*/ 718395 w 2119654"/>
              <a:gd name="connsiteY95076" fmla="*/ 507110 h 2398711"/>
              <a:gd name="connsiteX95077" fmla="*/ 718260 w 2119654"/>
              <a:gd name="connsiteY95077" fmla="*/ 502940 h 2398711"/>
              <a:gd name="connsiteX95078" fmla="*/ 328541 w 2119654"/>
              <a:gd name="connsiteY95078" fmla="*/ 1365101 h 2398711"/>
              <a:gd name="connsiteX95079" fmla="*/ 328859 w 2119654"/>
              <a:gd name="connsiteY95079" fmla="*/ 1365605 h 2398711"/>
              <a:gd name="connsiteX95080" fmla="*/ 328976 w 2119654"/>
              <a:gd name="connsiteY95080" fmla="*/ 1365496 h 2398711"/>
              <a:gd name="connsiteX95081" fmla="*/ 744749 w 2119654"/>
              <a:gd name="connsiteY95081" fmla="*/ 433086 h 2398711"/>
              <a:gd name="connsiteX95082" fmla="*/ 744337 w 2119654"/>
              <a:gd name="connsiteY95082" fmla="*/ 434778 h 2398711"/>
              <a:gd name="connsiteX95083" fmla="*/ 746200 w 2119654"/>
              <a:gd name="connsiteY95083" fmla="*/ 435991 h 2398711"/>
              <a:gd name="connsiteX95084" fmla="*/ 746613 w 2119654"/>
              <a:gd name="connsiteY95084" fmla="*/ 434579 h 2398711"/>
              <a:gd name="connsiteX95085" fmla="*/ 752847 w 2119654"/>
              <a:gd name="connsiteY95085" fmla="*/ 414889 h 2398711"/>
              <a:gd name="connsiteX95086" fmla="*/ 752568 w 2119654"/>
              <a:gd name="connsiteY95086" fmla="*/ 415797 h 2398711"/>
              <a:gd name="connsiteX95087" fmla="*/ 751995 w 2119654"/>
              <a:gd name="connsiteY95087" fmla="*/ 420751 h 2398711"/>
              <a:gd name="connsiteX95088" fmla="*/ 752486 w 2119654"/>
              <a:gd name="connsiteY95088" fmla="*/ 420941 h 2398711"/>
              <a:gd name="connsiteX95089" fmla="*/ 752844 w 2119654"/>
              <a:gd name="connsiteY95089" fmla="*/ 419898 h 2398711"/>
              <a:gd name="connsiteX95090" fmla="*/ 737261 w 2119654"/>
              <a:gd name="connsiteY95090" fmla="*/ 449392 h 2398711"/>
              <a:gd name="connsiteX95091" fmla="*/ 737516 w 2119654"/>
              <a:gd name="connsiteY95091" fmla="*/ 451102 h 2398711"/>
              <a:gd name="connsiteX95092" fmla="*/ 738468 w 2119654"/>
              <a:gd name="connsiteY95092" fmla="*/ 451775 h 2398711"/>
              <a:gd name="connsiteX95093" fmla="*/ 738820 w 2119654"/>
              <a:gd name="connsiteY95093" fmla="*/ 450521 h 2398711"/>
              <a:gd name="connsiteX95094" fmla="*/ 758123 w 2119654"/>
              <a:gd name="connsiteY95094" fmla="*/ 402586 h 2398711"/>
              <a:gd name="connsiteX95095" fmla="*/ 758119 w 2119654"/>
              <a:gd name="connsiteY95095" fmla="*/ 409052 h 2398711"/>
              <a:gd name="connsiteX95096" fmla="*/ 759982 w 2119654"/>
              <a:gd name="connsiteY95096" fmla="*/ 409795 h 2398711"/>
              <a:gd name="connsiteX95097" fmla="*/ 761394 w 2119654"/>
              <a:gd name="connsiteY95097" fmla="*/ 406359 h 2398711"/>
              <a:gd name="connsiteX95098" fmla="*/ 736408 w 2119654"/>
              <a:gd name="connsiteY95098" fmla="*/ 451134 h 2398711"/>
              <a:gd name="connsiteX95099" fmla="*/ 737393 w 2119654"/>
              <a:gd name="connsiteY95099" fmla="*/ 452342 h 2398711"/>
              <a:gd name="connsiteX95100" fmla="*/ 737308 w 2119654"/>
              <a:gd name="connsiteY95100" fmla="*/ 451770 h 2398711"/>
              <a:gd name="connsiteX95101" fmla="*/ 274296 w 2119654"/>
              <a:gd name="connsiteY95101" fmla="*/ 1485860 h 2398711"/>
              <a:gd name="connsiteX95102" fmla="*/ 274629 w 2119654"/>
              <a:gd name="connsiteY95102" fmla="*/ 1486439 h 2398711"/>
              <a:gd name="connsiteX95103" fmla="*/ 278741 w 2119654"/>
              <a:gd name="connsiteY95103" fmla="*/ 1489753 h 2398711"/>
              <a:gd name="connsiteX95104" fmla="*/ 280853 w 2119654"/>
              <a:gd name="connsiteY95104" fmla="*/ 1490375 h 2398711"/>
              <a:gd name="connsiteX95105" fmla="*/ 279998 w 2119654"/>
              <a:gd name="connsiteY95105" fmla="*/ 1489119 h 2398711"/>
              <a:gd name="connsiteX95106" fmla="*/ 730818 w 2119654"/>
              <a:gd name="connsiteY95106" fmla="*/ 463315 h 2398711"/>
              <a:gd name="connsiteX95107" fmla="*/ 730917 w 2119654"/>
              <a:gd name="connsiteY95107" fmla="*/ 466270 h 2398711"/>
              <a:gd name="connsiteX95108" fmla="*/ 731189 w 2119654"/>
              <a:gd name="connsiteY95108" fmla="*/ 469314 h 2398711"/>
              <a:gd name="connsiteX95109" fmla="*/ 732065 w 2119654"/>
              <a:gd name="connsiteY95109" fmla="*/ 464944 h 2398711"/>
              <a:gd name="connsiteX95110" fmla="*/ 730992 w 2119654"/>
              <a:gd name="connsiteY95110" fmla="*/ 463086 h 2398711"/>
              <a:gd name="connsiteX95111" fmla="*/ 745803 w 2119654"/>
              <a:gd name="connsiteY95111" fmla="*/ 429712 h 2398711"/>
              <a:gd name="connsiteX95112" fmla="*/ 745173 w 2119654"/>
              <a:gd name="connsiteY95112" fmla="*/ 431659 h 2398711"/>
              <a:gd name="connsiteX95113" fmla="*/ 747033 w 2119654"/>
              <a:gd name="connsiteY95113" fmla="*/ 433149 h 2398711"/>
              <a:gd name="connsiteX95114" fmla="*/ 747478 w 2119654"/>
              <a:gd name="connsiteY95114" fmla="*/ 431703 h 2398711"/>
              <a:gd name="connsiteX95115" fmla="*/ 262895 w 2119654"/>
              <a:gd name="connsiteY95115" fmla="*/ 1511034 h 2398711"/>
              <a:gd name="connsiteX95116" fmla="*/ 264680 w 2119654"/>
              <a:gd name="connsiteY95116" fmla="*/ 1512481 h 2398711"/>
              <a:gd name="connsiteX95117" fmla="*/ 263999 w 2119654"/>
              <a:gd name="connsiteY95117" fmla="*/ 1511390 h 2398711"/>
              <a:gd name="connsiteX95118" fmla="*/ 263163 w 2119654"/>
              <a:gd name="connsiteY95118" fmla="*/ 1511061 h 2398711"/>
              <a:gd name="connsiteX95119" fmla="*/ 276658 w 2119654"/>
              <a:gd name="connsiteY95119" fmla="*/ 1480124 h 2398711"/>
              <a:gd name="connsiteX95120" fmla="*/ 283999 w 2119654"/>
              <a:gd name="connsiteY95120" fmla="*/ 1488008 h 2398711"/>
              <a:gd name="connsiteX95121" fmla="*/ 280309 w 2119654"/>
              <a:gd name="connsiteY95121" fmla="*/ 1482546 h 2398711"/>
              <a:gd name="connsiteX95122" fmla="*/ 278912 w 2119654"/>
              <a:gd name="connsiteY95122" fmla="*/ 1480820 h 2398711"/>
              <a:gd name="connsiteX95123" fmla="*/ 295136 w 2119654"/>
              <a:gd name="connsiteY95123" fmla="*/ 1438680 h 2398711"/>
              <a:gd name="connsiteX95124" fmla="*/ 295615 w 2119654"/>
              <a:gd name="connsiteY95124" fmla="*/ 1439686 h 2398711"/>
              <a:gd name="connsiteX95125" fmla="*/ 296371 w 2119654"/>
              <a:gd name="connsiteY95125" fmla="*/ 1440260 h 2398711"/>
              <a:gd name="connsiteX95126" fmla="*/ 296538 w 2119654"/>
              <a:gd name="connsiteY95126" fmla="*/ 1440320 h 2398711"/>
              <a:gd name="connsiteX95127" fmla="*/ 295518 w 2119654"/>
              <a:gd name="connsiteY95127" fmla="*/ 1438828 h 2398711"/>
              <a:gd name="connsiteX95128" fmla="*/ 762417 w 2119654"/>
              <a:gd name="connsiteY95128" fmla="*/ 392345 h 2398711"/>
              <a:gd name="connsiteX95129" fmla="*/ 765189 w 2119654"/>
              <a:gd name="connsiteY95129" fmla="*/ 397124 h 2398711"/>
              <a:gd name="connsiteX95130" fmla="*/ 765520 w 2119654"/>
              <a:gd name="connsiteY95130" fmla="*/ 396318 h 2398711"/>
              <a:gd name="connsiteX95131" fmla="*/ 765943 w 2119654"/>
              <a:gd name="connsiteY95131" fmla="*/ 396080 h 2398711"/>
              <a:gd name="connsiteX95132" fmla="*/ 765379 w 2119654"/>
              <a:gd name="connsiteY95132" fmla="*/ 397453 h 2398711"/>
              <a:gd name="connsiteX95133" fmla="*/ 768312 w 2119654"/>
              <a:gd name="connsiteY95133" fmla="*/ 402512 h 2398711"/>
              <a:gd name="connsiteX95134" fmla="*/ 770328 w 2119654"/>
              <a:gd name="connsiteY95134" fmla="*/ 403282 h 2398711"/>
              <a:gd name="connsiteX95135" fmla="*/ 770494 w 2119654"/>
              <a:gd name="connsiteY95135" fmla="*/ 400544 h 2398711"/>
              <a:gd name="connsiteX95136" fmla="*/ 734982 w 2119654"/>
              <a:gd name="connsiteY95136" fmla="*/ 453540 h 2398711"/>
              <a:gd name="connsiteX95137" fmla="*/ 733930 w 2119654"/>
              <a:gd name="connsiteY95137" fmla="*/ 458785 h 2398711"/>
              <a:gd name="connsiteX95138" fmla="*/ 734493 w 2119654"/>
              <a:gd name="connsiteY95138" fmla="*/ 458041 h 2398711"/>
              <a:gd name="connsiteX95139" fmla="*/ 734882 w 2119654"/>
              <a:gd name="connsiteY95139" fmla="*/ 457937 h 2398711"/>
              <a:gd name="connsiteX95140" fmla="*/ 734023 w 2119654"/>
              <a:gd name="connsiteY95140" fmla="*/ 459074 h 2398711"/>
              <a:gd name="connsiteX95141" fmla="*/ 736184 w 2119654"/>
              <a:gd name="connsiteY95141" fmla="*/ 459933 h 2398711"/>
              <a:gd name="connsiteX95142" fmla="*/ 737158 w 2119654"/>
              <a:gd name="connsiteY95142" fmla="*/ 456455 h 2398711"/>
              <a:gd name="connsiteX95143" fmla="*/ 752848 w 2119654"/>
              <a:gd name="connsiteY95143" fmla="*/ 413379 h 2398711"/>
              <a:gd name="connsiteX95144" fmla="*/ 752692 w 2119654"/>
              <a:gd name="connsiteY95144" fmla="*/ 414723 h 2398711"/>
              <a:gd name="connsiteX95145" fmla="*/ 752848 w 2119654"/>
              <a:gd name="connsiteY95145" fmla="*/ 414218 h 2398711"/>
              <a:gd name="connsiteX95146" fmla="*/ 730799 w 2119654"/>
              <a:gd name="connsiteY95146" fmla="*/ 462750 h 2398711"/>
              <a:gd name="connsiteX95147" fmla="*/ 730804 w 2119654"/>
              <a:gd name="connsiteY95147" fmla="*/ 462918 h 2398711"/>
              <a:gd name="connsiteX95148" fmla="*/ 730856 w 2119654"/>
              <a:gd name="connsiteY95148" fmla="*/ 462850 h 2398711"/>
              <a:gd name="connsiteX95149" fmla="*/ 754351 w 2119654"/>
              <a:gd name="connsiteY95149" fmla="*/ 409992 h 2398711"/>
              <a:gd name="connsiteX95150" fmla="*/ 754118 w 2119654"/>
              <a:gd name="connsiteY95150" fmla="*/ 410750 h 2398711"/>
              <a:gd name="connsiteX95151" fmla="*/ 754114 w 2119654"/>
              <a:gd name="connsiteY95151" fmla="*/ 416193 h 2398711"/>
              <a:gd name="connsiteX95152" fmla="*/ 754486 w 2119654"/>
              <a:gd name="connsiteY95152" fmla="*/ 415110 h 2398711"/>
              <a:gd name="connsiteX95153" fmla="*/ 754862 w 2119654"/>
              <a:gd name="connsiteY95153" fmla="*/ 414867 h 2398711"/>
              <a:gd name="connsiteX95154" fmla="*/ 754157 w 2119654"/>
              <a:gd name="connsiteY95154" fmla="*/ 416924 h 2398711"/>
              <a:gd name="connsiteX95155" fmla="*/ 754505 w 2119654"/>
              <a:gd name="connsiteY95155" fmla="*/ 421715 h 2398711"/>
              <a:gd name="connsiteX95156" fmla="*/ 754653 w 2119654"/>
              <a:gd name="connsiteY95156" fmla="*/ 421772 h 2398711"/>
              <a:gd name="connsiteX95157" fmla="*/ 755002 w 2119654"/>
              <a:gd name="connsiteY95157" fmla="*/ 421912 h 2398711"/>
              <a:gd name="connsiteX95158" fmla="*/ 757169 w 2119654"/>
              <a:gd name="connsiteY95158" fmla="*/ 416640 h 2398711"/>
              <a:gd name="connsiteX95159" fmla="*/ 757170 w 2119654"/>
              <a:gd name="connsiteY95159" fmla="*/ 415060 h 2398711"/>
              <a:gd name="connsiteX95160" fmla="*/ 321362 w 2119654"/>
              <a:gd name="connsiteY95160" fmla="*/ 1379315 h 2398711"/>
              <a:gd name="connsiteX95161" fmla="*/ 322268 w 2119654"/>
              <a:gd name="connsiteY95161" fmla="*/ 1380946 h 2398711"/>
              <a:gd name="connsiteX95162" fmla="*/ 322470 w 2119654"/>
              <a:gd name="connsiteY95162" fmla="*/ 1381277 h 2398711"/>
              <a:gd name="connsiteX95163" fmla="*/ 325391 w 2119654"/>
              <a:gd name="connsiteY95163" fmla="*/ 1381523 h 2398711"/>
              <a:gd name="connsiteX95164" fmla="*/ 746960 w 2119654"/>
              <a:gd name="connsiteY95164" fmla="*/ 426136 h 2398711"/>
              <a:gd name="connsiteX95165" fmla="*/ 745912 w 2119654"/>
              <a:gd name="connsiteY95165" fmla="*/ 429375 h 2398711"/>
              <a:gd name="connsiteX95166" fmla="*/ 747583 w 2119654"/>
              <a:gd name="connsiteY95166" fmla="*/ 431360 h 2398711"/>
              <a:gd name="connsiteX95167" fmla="*/ 748597 w 2119654"/>
              <a:gd name="connsiteY95167" fmla="*/ 428056 h 2398711"/>
              <a:gd name="connsiteX95168" fmla="*/ 754776 w 2119654"/>
              <a:gd name="connsiteY95168" fmla="*/ 408605 h 2398711"/>
              <a:gd name="connsiteX95169" fmla="*/ 754687 w 2119654"/>
              <a:gd name="connsiteY95169" fmla="*/ 408897 h 2398711"/>
              <a:gd name="connsiteX95170" fmla="*/ 757171 w 2119654"/>
              <a:gd name="connsiteY95170" fmla="*/ 413364 h 2398711"/>
              <a:gd name="connsiteX95171" fmla="*/ 757174 w 2119654"/>
              <a:gd name="connsiteY95171" fmla="*/ 409562 h 2398711"/>
              <a:gd name="connsiteX95172" fmla="*/ 691941 w 2119654"/>
              <a:gd name="connsiteY95172" fmla="*/ 549174 h 2398711"/>
              <a:gd name="connsiteX95173" fmla="*/ 692529 w 2119654"/>
              <a:gd name="connsiteY95173" fmla="*/ 549848 h 2398711"/>
              <a:gd name="connsiteX95174" fmla="*/ 694287 w 2119654"/>
              <a:gd name="connsiteY95174" fmla="*/ 550548 h 2398711"/>
              <a:gd name="connsiteX95175" fmla="*/ 742907 w 2119654"/>
              <a:gd name="connsiteY95175" fmla="*/ 434976 h 2398711"/>
              <a:gd name="connsiteX95176" fmla="*/ 743560 w 2119654"/>
              <a:gd name="connsiteY95176" fmla="*/ 435781 h 2398711"/>
              <a:gd name="connsiteX95177" fmla="*/ 743662 w 2119654"/>
              <a:gd name="connsiteY95177" fmla="*/ 435467 h 2398711"/>
              <a:gd name="connsiteX95178" fmla="*/ 802984 w 2119654"/>
              <a:gd name="connsiteY95178" fmla="*/ 300169 h 2398711"/>
              <a:gd name="connsiteX95179" fmla="*/ 800805 w 2119654"/>
              <a:gd name="connsiteY95179" fmla="*/ 315935 h 2398711"/>
              <a:gd name="connsiteX95180" fmla="*/ 800282 w 2119654"/>
              <a:gd name="connsiteY95180" fmla="*/ 322890 h 2398711"/>
              <a:gd name="connsiteX95181" fmla="*/ 805181 w 2119654"/>
              <a:gd name="connsiteY95181" fmla="*/ 331658 h 2398711"/>
              <a:gd name="connsiteX95182" fmla="*/ 804025 w 2119654"/>
              <a:gd name="connsiteY95182" fmla="*/ 300979 h 2398711"/>
              <a:gd name="connsiteX95183" fmla="*/ 754119 w 2119654"/>
              <a:gd name="connsiteY95183" fmla="*/ 409577 h 2398711"/>
              <a:gd name="connsiteX95184" fmla="*/ 754118 w 2119654"/>
              <a:gd name="connsiteY95184" fmla="*/ 410079 h 2398711"/>
              <a:gd name="connsiteX95185" fmla="*/ 754218 w 2119654"/>
              <a:gd name="connsiteY95185" fmla="*/ 409755 h 2398711"/>
              <a:gd name="connsiteX95186" fmla="*/ 754451 w 2119654"/>
              <a:gd name="connsiteY95186" fmla="*/ 408476 h 2398711"/>
              <a:gd name="connsiteX95187" fmla="*/ 754554 w 2119654"/>
              <a:gd name="connsiteY95187" fmla="*/ 408660 h 2398711"/>
              <a:gd name="connsiteX95188" fmla="*/ 754593 w 2119654"/>
              <a:gd name="connsiteY95188" fmla="*/ 408532 h 2398711"/>
              <a:gd name="connsiteX95189" fmla="*/ 682924 w 2119654"/>
              <a:gd name="connsiteY95189" fmla="*/ 568630 h 2398711"/>
              <a:gd name="connsiteX95190" fmla="*/ 682579 w 2119654"/>
              <a:gd name="connsiteY95190" fmla="*/ 571606 h 2398711"/>
              <a:gd name="connsiteX95191" fmla="*/ 683994 w 2119654"/>
              <a:gd name="connsiteY95191" fmla="*/ 569510 h 2398711"/>
              <a:gd name="connsiteX95192" fmla="*/ 735559 w 2119654"/>
              <a:gd name="connsiteY95192" fmla="*/ 450661 h 2398711"/>
              <a:gd name="connsiteX95193" fmla="*/ 735188 w 2119654"/>
              <a:gd name="connsiteY95193" fmla="*/ 452513 h 2398711"/>
              <a:gd name="connsiteX95194" fmla="*/ 737423 w 2119654"/>
              <a:gd name="connsiteY95194" fmla="*/ 455508 h 2398711"/>
              <a:gd name="connsiteX95195" fmla="*/ 737711 w 2119654"/>
              <a:gd name="connsiteY95195" fmla="*/ 454477 h 2398711"/>
              <a:gd name="connsiteX95196" fmla="*/ 737497 w 2119654"/>
              <a:gd name="connsiteY95196" fmla="*/ 453038 h 2398711"/>
              <a:gd name="connsiteX95197" fmla="*/ 682960 w 2119654"/>
              <a:gd name="connsiteY95197" fmla="*/ 568319 h 2398711"/>
              <a:gd name="connsiteX95198" fmla="*/ 682956 w 2119654"/>
              <a:gd name="connsiteY95198" fmla="*/ 568358 h 2398711"/>
              <a:gd name="connsiteX95199" fmla="*/ 684124 w 2119654"/>
              <a:gd name="connsiteY95199" fmla="*/ 569318 h 2398711"/>
              <a:gd name="connsiteX95200" fmla="*/ 684277 w 2119654"/>
              <a:gd name="connsiteY95200" fmla="*/ 569091 h 2398711"/>
              <a:gd name="connsiteX95201" fmla="*/ 748563 w 2119654"/>
              <a:gd name="connsiteY95201" fmla="*/ 421186 h 2398711"/>
              <a:gd name="connsiteX95202" fmla="*/ 747305 w 2119654"/>
              <a:gd name="connsiteY95202" fmla="*/ 425070 h 2398711"/>
              <a:gd name="connsiteX95203" fmla="*/ 748998 w 2119654"/>
              <a:gd name="connsiteY95203" fmla="*/ 426749 h 2398711"/>
              <a:gd name="connsiteX95204" fmla="*/ 750377 w 2119654"/>
              <a:gd name="connsiteY95204" fmla="*/ 422262 h 2398711"/>
              <a:gd name="connsiteX95205" fmla="*/ 746558 w 2119654"/>
              <a:gd name="connsiteY95205" fmla="*/ 425663 h 2398711"/>
              <a:gd name="connsiteX95206" fmla="*/ 745717 w 2119654"/>
              <a:gd name="connsiteY95206" fmla="*/ 429115 h 2398711"/>
              <a:gd name="connsiteX95207" fmla="*/ 746758 w 2119654"/>
              <a:gd name="connsiteY95207" fmla="*/ 425899 h 2398711"/>
              <a:gd name="connsiteX95208" fmla="*/ 266062 w 2119654"/>
              <a:gd name="connsiteY95208" fmla="*/ 1501569 h 2398711"/>
              <a:gd name="connsiteX95209" fmla="*/ 266217 w 2119654"/>
              <a:gd name="connsiteY95209" fmla="*/ 1501758 h 2398711"/>
              <a:gd name="connsiteX95210" fmla="*/ 276456 w 2119654"/>
              <a:gd name="connsiteY95210" fmla="*/ 1508311 h 2398711"/>
              <a:gd name="connsiteX95211" fmla="*/ 278770 w 2119654"/>
              <a:gd name="connsiteY95211" fmla="*/ 1508923 h 2398711"/>
              <a:gd name="connsiteX95212" fmla="*/ 275984 w 2119654"/>
              <a:gd name="connsiteY95212" fmla="*/ 1503325 h 2398711"/>
              <a:gd name="connsiteX95213" fmla="*/ 273613 w 2119654"/>
              <a:gd name="connsiteY95213" fmla="*/ 1502048 h 2398711"/>
              <a:gd name="connsiteX95214" fmla="*/ 721120 w 2119654"/>
              <a:gd name="connsiteY95214" fmla="*/ 482435 h 2398711"/>
              <a:gd name="connsiteX95215" fmla="*/ 721155 w 2119654"/>
              <a:gd name="connsiteY95215" fmla="*/ 485189 h 2398711"/>
              <a:gd name="connsiteX95216" fmla="*/ 723424 w 2119654"/>
              <a:gd name="connsiteY95216" fmla="*/ 486295 h 2398711"/>
              <a:gd name="connsiteX95217" fmla="*/ 723072 w 2119654"/>
              <a:gd name="connsiteY95217" fmla="*/ 484478 h 2398711"/>
              <a:gd name="connsiteX95218" fmla="*/ 758124 w 2119654"/>
              <a:gd name="connsiteY95218" fmla="*/ 399495 h 2398711"/>
              <a:gd name="connsiteX95219" fmla="*/ 758122 w 2119654"/>
              <a:gd name="connsiteY95219" fmla="*/ 402178 h 2398711"/>
              <a:gd name="connsiteX95220" fmla="*/ 761507 w 2119654"/>
              <a:gd name="connsiteY95220" fmla="*/ 406083 h 2398711"/>
              <a:gd name="connsiteX95221" fmla="*/ 762579 w 2119654"/>
              <a:gd name="connsiteY95221" fmla="*/ 403475 h 2398711"/>
              <a:gd name="connsiteX95222" fmla="*/ 748902 w 2119654"/>
              <a:gd name="connsiteY95222" fmla="*/ 420137 h 2398711"/>
              <a:gd name="connsiteX95223" fmla="*/ 748670 w 2119654"/>
              <a:gd name="connsiteY95223" fmla="*/ 420853 h 2398711"/>
              <a:gd name="connsiteX95224" fmla="*/ 750474 w 2119654"/>
              <a:gd name="connsiteY95224" fmla="*/ 421945 h 2398711"/>
              <a:gd name="connsiteX95225" fmla="*/ 750797 w 2119654"/>
              <a:gd name="connsiteY95225" fmla="*/ 420895 h 2398711"/>
              <a:gd name="connsiteX95226" fmla="*/ 259436 w 2119654"/>
              <a:gd name="connsiteY95226" fmla="*/ 1515966 h 2398711"/>
              <a:gd name="connsiteX95227" fmla="*/ 260694 w 2119654"/>
              <a:gd name="connsiteY95227" fmla="*/ 1517808 h 2398711"/>
              <a:gd name="connsiteX95228" fmla="*/ 267380 w 2119654"/>
              <a:gd name="connsiteY95228" fmla="*/ 1522497 h 2398711"/>
              <a:gd name="connsiteX95229" fmla="*/ 272422 w 2119654"/>
              <a:gd name="connsiteY95229" fmla="*/ 1524360 h 2398711"/>
              <a:gd name="connsiteX95230" fmla="*/ 271952 w 2119654"/>
              <a:gd name="connsiteY95230" fmla="*/ 1523669 h 2398711"/>
              <a:gd name="connsiteX95231" fmla="*/ 282690 w 2119654"/>
              <a:gd name="connsiteY95231" fmla="*/ 1463813 h 2398711"/>
              <a:gd name="connsiteX95232" fmla="*/ 283345 w 2119654"/>
              <a:gd name="connsiteY95232" fmla="*/ 1464954 h 2398711"/>
              <a:gd name="connsiteX95233" fmla="*/ 287329 w 2119654"/>
              <a:gd name="connsiteY95233" fmla="*/ 1467163 h 2398711"/>
              <a:gd name="connsiteX95234" fmla="*/ 286136 w 2119654"/>
              <a:gd name="connsiteY95234" fmla="*/ 1465863 h 2398711"/>
              <a:gd name="connsiteX95235" fmla="*/ 294488 w 2119654"/>
              <a:gd name="connsiteY95235" fmla="*/ 1437321 h 2398711"/>
              <a:gd name="connsiteX95236" fmla="*/ 294711 w 2119654"/>
              <a:gd name="connsiteY95236" fmla="*/ 1437791 h 2398711"/>
              <a:gd name="connsiteX95237" fmla="*/ 294844 w 2119654"/>
              <a:gd name="connsiteY95237" fmla="*/ 1437841 h 2398711"/>
              <a:gd name="connsiteX95238" fmla="*/ 718155 w 2119654"/>
              <a:gd name="connsiteY95238" fmla="*/ 488615 h 2398711"/>
              <a:gd name="connsiteX95239" fmla="*/ 718404 w 2119654"/>
              <a:gd name="connsiteY95239" fmla="*/ 496302 h 2398711"/>
              <a:gd name="connsiteX95240" fmla="*/ 718647 w 2119654"/>
              <a:gd name="connsiteY95240" fmla="*/ 499646 h 2398711"/>
              <a:gd name="connsiteX95241" fmla="*/ 719346 w 2119654"/>
              <a:gd name="connsiteY95241" fmla="*/ 500295 h 2398711"/>
              <a:gd name="connsiteX95242" fmla="*/ 720444 w 2119654"/>
              <a:gd name="connsiteY95242" fmla="*/ 492402 h 2398711"/>
              <a:gd name="connsiteX95243" fmla="*/ 720501 w 2119654"/>
              <a:gd name="connsiteY95243" fmla="*/ 490323 h 2398711"/>
              <a:gd name="connsiteX95244" fmla="*/ 758124 w 2119654"/>
              <a:gd name="connsiteY95244" fmla="*/ 398980 h 2398711"/>
              <a:gd name="connsiteX95245" fmla="*/ 758124 w 2119654"/>
              <a:gd name="connsiteY95245" fmla="*/ 399013 h 2398711"/>
              <a:gd name="connsiteX95246" fmla="*/ 762723 w 2119654"/>
              <a:gd name="connsiteY95246" fmla="*/ 403122 h 2398711"/>
              <a:gd name="connsiteX95247" fmla="*/ 763016 w 2119654"/>
              <a:gd name="connsiteY95247" fmla="*/ 402411 h 2398711"/>
              <a:gd name="connsiteX95248" fmla="*/ 761853 w 2119654"/>
              <a:gd name="connsiteY95248" fmla="*/ 400403 h 2398711"/>
              <a:gd name="connsiteX95249" fmla="*/ 735995 w 2119654"/>
              <a:gd name="connsiteY95249" fmla="*/ 448475 h 2398711"/>
              <a:gd name="connsiteX95250" fmla="*/ 735723 w 2119654"/>
              <a:gd name="connsiteY95250" fmla="*/ 449833 h 2398711"/>
              <a:gd name="connsiteX95251" fmla="*/ 737172 w 2119654"/>
              <a:gd name="connsiteY95251" fmla="*/ 450857 h 2398711"/>
              <a:gd name="connsiteX95252" fmla="*/ 736915 w 2119654"/>
              <a:gd name="connsiteY95252" fmla="*/ 449142 h 2398711"/>
              <a:gd name="connsiteX95253" fmla="*/ 683130 w 2119654"/>
              <a:gd name="connsiteY95253" fmla="*/ 566847 h 2398711"/>
              <a:gd name="connsiteX95254" fmla="*/ 683010 w 2119654"/>
              <a:gd name="connsiteY95254" fmla="*/ 567884 h 2398711"/>
              <a:gd name="connsiteX95255" fmla="*/ 683797 w 2119654"/>
              <a:gd name="connsiteY95255" fmla="*/ 568331 h 2398711"/>
              <a:gd name="connsiteX95256" fmla="*/ 684509 w 2119654"/>
              <a:gd name="connsiteY95256" fmla="*/ 568747 h 2398711"/>
              <a:gd name="connsiteX95257" fmla="*/ 684707 w 2119654"/>
              <a:gd name="connsiteY95257" fmla="*/ 568455 h 2398711"/>
              <a:gd name="connsiteX95258" fmla="*/ 684645 w 2119654"/>
              <a:gd name="connsiteY95258" fmla="*/ 567774 h 2398711"/>
              <a:gd name="connsiteX95259" fmla="*/ 757018 w 2119654"/>
              <a:gd name="connsiteY95259" fmla="*/ 401309 h 2398711"/>
              <a:gd name="connsiteX95260" fmla="*/ 755019 w 2119654"/>
              <a:gd name="connsiteY95260" fmla="*/ 407814 h 2398711"/>
              <a:gd name="connsiteX95261" fmla="*/ 757174 w 2119654"/>
              <a:gd name="connsiteY95261" fmla="*/ 408674 h 2398711"/>
              <a:gd name="connsiteX95262" fmla="*/ 757174 w 2119654"/>
              <a:gd name="connsiteY95262" fmla="*/ 408167 h 2398711"/>
              <a:gd name="connsiteX95263" fmla="*/ 757433 w 2119654"/>
              <a:gd name="connsiteY95263" fmla="*/ 401789 h 2398711"/>
              <a:gd name="connsiteX95264" fmla="*/ 287177 w 2119654"/>
              <a:gd name="connsiteY95264" fmla="*/ 1453251 h 2398711"/>
              <a:gd name="connsiteX95265" fmla="*/ 293796 w 2119654"/>
              <a:gd name="connsiteY95265" fmla="*/ 1463176 h 2398711"/>
              <a:gd name="connsiteX95266" fmla="*/ 297949 w 2119654"/>
              <a:gd name="connsiteY95266" fmla="*/ 1464936 h 2398711"/>
              <a:gd name="connsiteX95267" fmla="*/ 726749 w 2119654"/>
              <a:gd name="connsiteY95267" fmla="*/ 468701 h 2398711"/>
              <a:gd name="connsiteX95268" fmla="*/ 727658 w 2119654"/>
              <a:gd name="connsiteY95268" fmla="*/ 469976 h 2398711"/>
              <a:gd name="connsiteX95269" fmla="*/ 727580 w 2119654"/>
              <a:gd name="connsiteY95269" fmla="*/ 467601 h 2398711"/>
              <a:gd name="connsiteX95270" fmla="*/ 757518 w 2119654"/>
              <a:gd name="connsiteY95270" fmla="*/ 399678 h 2398711"/>
              <a:gd name="connsiteX95271" fmla="*/ 757110 w 2119654"/>
              <a:gd name="connsiteY95271" fmla="*/ 401008 h 2398711"/>
              <a:gd name="connsiteX95272" fmla="*/ 757448 w 2119654"/>
              <a:gd name="connsiteY95272" fmla="*/ 401401 h 2398711"/>
              <a:gd name="connsiteX95273" fmla="*/ 721154 w 2119654"/>
              <a:gd name="connsiteY95273" fmla="*/ 480663 h 2398711"/>
              <a:gd name="connsiteX95274" fmla="*/ 721153 w 2119654"/>
              <a:gd name="connsiteY95274" fmla="*/ 480706 h 2398711"/>
              <a:gd name="connsiteX95275" fmla="*/ 722594 w 2119654"/>
              <a:gd name="connsiteY95275" fmla="*/ 482009 h 2398711"/>
              <a:gd name="connsiteX95276" fmla="*/ 722501 w 2119654"/>
              <a:gd name="connsiteY95276" fmla="*/ 481527 h 2398711"/>
              <a:gd name="connsiteX95277" fmla="*/ 320046 w 2119654"/>
              <a:gd name="connsiteY95277" fmla="*/ 1378594 h 2398711"/>
              <a:gd name="connsiteX95278" fmla="*/ 320773 w 2119654"/>
              <a:gd name="connsiteY95278" fmla="*/ 1381135 h 2398711"/>
              <a:gd name="connsiteX95279" fmla="*/ 321817 w 2119654"/>
              <a:gd name="connsiteY95279" fmla="*/ 1381223 h 2398711"/>
              <a:gd name="connsiteX95280" fmla="*/ 320492 w 2119654"/>
              <a:gd name="connsiteY95280" fmla="*/ 1378838 h 2398711"/>
              <a:gd name="connsiteX95281" fmla="*/ 700716 w 2119654"/>
              <a:gd name="connsiteY95281" fmla="*/ 526178 h 2398711"/>
              <a:gd name="connsiteX95282" fmla="*/ 700405 w 2119654"/>
              <a:gd name="connsiteY95282" fmla="*/ 528601 h 2398711"/>
              <a:gd name="connsiteX95283" fmla="*/ 700547 w 2119654"/>
              <a:gd name="connsiteY95283" fmla="*/ 529332 h 2398711"/>
              <a:gd name="connsiteX95284" fmla="*/ 700593 w 2119654"/>
              <a:gd name="connsiteY95284" fmla="*/ 529357 h 2398711"/>
              <a:gd name="connsiteX95285" fmla="*/ 701061 w 2119654"/>
              <a:gd name="connsiteY95285" fmla="*/ 526419 h 2398711"/>
              <a:gd name="connsiteX95286" fmla="*/ 747764 w 2119654"/>
              <a:gd name="connsiteY95286" fmla="*/ 420712 h 2398711"/>
              <a:gd name="connsiteX95287" fmla="*/ 746820 w 2119654"/>
              <a:gd name="connsiteY95287" fmla="*/ 424588 h 2398711"/>
              <a:gd name="connsiteX95288" fmla="*/ 747094 w 2119654"/>
              <a:gd name="connsiteY95288" fmla="*/ 424859 h 2398711"/>
              <a:gd name="connsiteX95289" fmla="*/ 748328 w 2119654"/>
              <a:gd name="connsiteY95289" fmla="*/ 421046 h 2398711"/>
              <a:gd name="connsiteX95290" fmla="*/ 683378 w 2119654"/>
              <a:gd name="connsiteY95290" fmla="*/ 564705 h 2398711"/>
              <a:gd name="connsiteX95291" fmla="*/ 683156 w 2119654"/>
              <a:gd name="connsiteY95291" fmla="*/ 566622 h 2398711"/>
              <a:gd name="connsiteX95292" fmla="*/ 684624 w 2119654"/>
              <a:gd name="connsiteY95292" fmla="*/ 567538 h 2398711"/>
              <a:gd name="connsiteX95293" fmla="*/ 684408 w 2119654"/>
              <a:gd name="connsiteY95293" fmla="*/ 565123 h 2398711"/>
              <a:gd name="connsiteX95294" fmla="*/ 274797 w 2119654"/>
              <a:gd name="connsiteY95294" fmla="*/ 1479550 h 2398711"/>
              <a:gd name="connsiteX95295" fmla="*/ 276808 w 2119654"/>
              <a:gd name="connsiteY95295" fmla="*/ 1482504 h 2398711"/>
              <a:gd name="connsiteX95296" fmla="*/ 285548 w 2119654"/>
              <a:gd name="connsiteY95296" fmla="*/ 1490302 h 2398711"/>
              <a:gd name="connsiteX95297" fmla="*/ 285487 w 2119654"/>
              <a:gd name="connsiteY95297" fmla="*/ 1490212 h 2398711"/>
              <a:gd name="connsiteX95298" fmla="*/ 275867 w 2119654"/>
              <a:gd name="connsiteY95298" fmla="*/ 1479880 h 2398711"/>
              <a:gd name="connsiteX95299" fmla="*/ 747993 w 2119654"/>
              <a:gd name="connsiteY95299" fmla="*/ 419775 h 2398711"/>
              <a:gd name="connsiteX95300" fmla="*/ 747850 w 2119654"/>
              <a:gd name="connsiteY95300" fmla="*/ 420358 h 2398711"/>
              <a:gd name="connsiteX95301" fmla="*/ 748436 w 2119654"/>
              <a:gd name="connsiteY95301" fmla="*/ 420712 h 2398711"/>
              <a:gd name="connsiteX95302" fmla="*/ 748654 w 2119654"/>
              <a:gd name="connsiteY95302" fmla="*/ 420039 h 2398711"/>
              <a:gd name="connsiteX95303" fmla="*/ 725176 w 2119654"/>
              <a:gd name="connsiteY95303" fmla="*/ 470780 h 2398711"/>
              <a:gd name="connsiteX95304" fmla="*/ 727747 w 2119654"/>
              <a:gd name="connsiteY95304" fmla="*/ 472652 h 2398711"/>
              <a:gd name="connsiteX95305" fmla="*/ 727672 w 2119654"/>
              <a:gd name="connsiteY95305" fmla="*/ 470410 h 2398711"/>
              <a:gd name="connsiteX95306" fmla="*/ 726612 w 2119654"/>
              <a:gd name="connsiteY95306" fmla="*/ 468881 h 2398711"/>
              <a:gd name="connsiteX95307" fmla="*/ 718091 w 2119654"/>
              <a:gd name="connsiteY95307" fmla="*/ 486624 h 2398711"/>
              <a:gd name="connsiteX95308" fmla="*/ 718121 w 2119654"/>
              <a:gd name="connsiteY95308" fmla="*/ 487569 h 2398711"/>
              <a:gd name="connsiteX95309" fmla="*/ 720528 w 2119654"/>
              <a:gd name="connsiteY95309" fmla="*/ 489321 h 2398711"/>
              <a:gd name="connsiteX95310" fmla="*/ 720551 w 2119654"/>
              <a:gd name="connsiteY95310" fmla="*/ 488477 h 2398711"/>
              <a:gd name="connsiteX95311" fmla="*/ 803778 w 2119654"/>
              <a:gd name="connsiteY95311" fmla="*/ 294426 h 2398711"/>
              <a:gd name="connsiteX95312" fmla="*/ 803072 w 2119654"/>
              <a:gd name="connsiteY95312" fmla="*/ 299535 h 2398711"/>
              <a:gd name="connsiteX95313" fmla="*/ 803996 w 2119654"/>
              <a:gd name="connsiteY95313" fmla="*/ 300197 h 2398711"/>
              <a:gd name="connsiteX95314" fmla="*/ 752355 w 2119654"/>
              <a:gd name="connsiteY95314" fmla="*/ 409469 h 2398711"/>
              <a:gd name="connsiteX95315" fmla="*/ 749067 w 2119654"/>
              <a:gd name="connsiteY95315" fmla="*/ 419627 h 2398711"/>
              <a:gd name="connsiteX95316" fmla="*/ 750962 w 2119654"/>
              <a:gd name="connsiteY95316" fmla="*/ 420355 h 2398711"/>
              <a:gd name="connsiteX95317" fmla="*/ 751174 w 2119654"/>
              <a:gd name="connsiteY95317" fmla="*/ 419667 h 2398711"/>
              <a:gd name="connsiteX95318" fmla="*/ 722685 w 2119654"/>
              <a:gd name="connsiteY95318" fmla="*/ 475808 h 2398711"/>
              <a:gd name="connsiteX95319" fmla="*/ 723841 w 2119654"/>
              <a:gd name="connsiteY95319" fmla="*/ 481780 h 2398711"/>
              <a:gd name="connsiteX95320" fmla="*/ 728137 w 2119654"/>
              <a:gd name="connsiteY95320" fmla="*/ 484538 h 2398711"/>
              <a:gd name="connsiteX95321" fmla="*/ 728180 w 2119654"/>
              <a:gd name="connsiteY95321" fmla="*/ 484322 h 2398711"/>
              <a:gd name="connsiteX95322" fmla="*/ 728128 w 2119654"/>
              <a:gd name="connsiteY95322" fmla="*/ 484057 h 2398711"/>
              <a:gd name="connsiteX95323" fmla="*/ 728089 w 2119654"/>
              <a:gd name="connsiteY95323" fmla="*/ 482915 h 2398711"/>
              <a:gd name="connsiteX95324" fmla="*/ 724292 w 2119654"/>
              <a:gd name="connsiteY95324" fmla="*/ 477491 h 2398711"/>
              <a:gd name="connsiteX95325" fmla="*/ 721206 w 2119654"/>
              <a:gd name="connsiteY95325" fmla="*/ 478740 h 2398711"/>
              <a:gd name="connsiteX95326" fmla="*/ 721170 w 2119654"/>
              <a:gd name="connsiteY95326" fmla="*/ 480065 h 2398711"/>
              <a:gd name="connsiteX95327" fmla="*/ 722366 w 2119654"/>
              <a:gd name="connsiteY95327" fmla="*/ 480833 h 2398711"/>
              <a:gd name="connsiteX95328" fmla="*/ 722253 w 2119654"/>
              <a:gd name="connsiteY95328" fmla="*/ 480246 h 2398711"/>
              <a:gd name="connsiteX95329" fmla="*/ 250387 w 2119654"/>
              <a:gd name="connsiteY95329" fmla="*/ 1532874 h 2398711"/>
              <a:gd name="connsiteX95330" fmla="*/ 255773 w 2119654"/>
              <a:gd name="connsiteY95330" fmla="*/ 1538575 h 2398711"/>
              <a:gd name="connsiteX95331" fmla="*/ 256644 w 2119654"/>
              <a:gd name="connsiteY95331" fmla="*/ 1539037 h 2398711"/>
              <a:gd name="connsiteX95332" fmla="*/ 253037 w 2119654"/>
              <a:gd name="connsiteY95332" fmla="*/ 1533571 h 2398711"/>
              <a:gd name="connsiteX95333" fmla="*/ 252608 w 2119654"/>
              <a:gd name="connsiteY95333" fmla="*/ 1533357 h 2398711"/>
              <a:gd name="connsiteX95334" fmla="*/ 693564 w 2119654"/>
              <a:gd name="connsiteY95334" fmla="*/ 540459 h 2398711"/>
              <a:gd name="connsiteX95335" fmla="*/ 694662 w 2119654"/>
              <a:gd name="connsiteY95335" fmla="*/ 545060 h 2398711"/>
              <a:gd name="connsiteX95336" fmla="*/ 696323 w 2119654"/>
              <a:gd name="connsiteY95336" fmla="*/ 549553 h 2398711"/>
              <a:gd name="connsiteX95337" fmla="*/ 696756 w 2119654"/>
              <a:gd name="connsiteY95337" fmla="*/ 550018 h 2398711"/>
              <a:gd name="connsiteX95338" fmla="*/ 697701 w 2119654"/>
              <a:gd name="connsiteY95338" fmla="*/ 542644 h 2398711"/>
              <a:gd name="connsiteX95339" fmla="*/ 319715 w 2119654"/>
              <a:gd name="connsiteY95339" fmla="*/ 1377438 h 2398711"/>
              <a:gd name="connsiteX95340" fmla="*/ 319945 w 2119654"/>
              <a:gd name="connsiteY95340" fmla="*/ 1378240 h 2398711"/>
              <a:gd name="connsiteX95341" fmla="*/ 320250 w 2119654"/>
              <a:gd name="connsiteY95341" fmla="*/ 1378403 h 2398711"/>
              <a:gd name="connsiteX95342" fmla="*/ 320745 w 2119654"/>
              <a:gd name="connsiteY95342" fmla="*/ 1375061 h 2398711"/>
              <a:gd name="connsiteX95343" fmla="*/ 322394 w 2119654"/>
              <a:gd name="connsiteY95343" fmla="*/ 1375844 h 2398711"/>
              <a:gd name="connsiteX95344" fmla="*/ 321033 w 2119654"/>
              <a:gd name="connsiteY95344" fmla="*/ 1374794 h 2398711"/>
              <a:gd name="connsiteX95345" fmla="*/ 723605 w 2119654"/>
              <a:gd name="connsiteY95345" fmla="*/ 472858 h 2398711"/>
              <a:gd name="connsiteX95346" fmla="*/ 727904 w 2119654"/>
              <a:gd name="connsiteY95346" fmla="*/ 477358 h 2398711"/>
              <a:gd name="connsiteX95347" fmla="*/ 727773 w 2119654"/>
              <a:gd name="connsiteY95347" fmla="*/ 473435 h 2398711"/>
              <a:gd name="connsiteX95348" fmla="*/ 724803 w 2119654"/>
              <a:gd name="connsiteY95348" fmla="*/ 471274 h 2398711"/>
              <a:gd name="connsiteX95349" fmla="*/ 226080 w 2119654"/>
              <a:gd name="connsiteY95349" fmla="*/ 1586872 h 2398711"/>
              <a:gd name="connsiteX95350" fmla="*/ 228355 w 2119654"/>
              <a:gd name="connsiteY95350" fmla="*/ 1588960 h 2398711"/>
              <a:gd name="connsiteX95351" fmla="*/ 231610 w 2119654"/>
              <a:gd name="connsiteY95351" fmla="*/ 1589668 h 2398711"/>
              <a:gd name="connsiteX95352" fmla="*/ 234864 w 2119654"/>
              <a:gd name="connsiteY95352" fmla="*/ 1567162 h 2398711"/>
              <a:gd name="connsiteX95353" fmla="*/ 235942 w 2119654"/>
              <a:gd name="connsiteY95353" fmla="*/ 1568152 h 2398711"/>
              <a:gd name="connsiteX95354" fmla="*/ 250492 w 2119654"/>
              <a:gd name="connsiteY95354" fmla="*/ 1573526 h 2398711"/>
              <a:gd name="connsiteX95355" fmla="*/ 251696 w 2119654"/>
              <a:gd name="connsiteY95355" fmla="*/ 1572202 h 2398711"/>
              <a:gd name="connsiteX95356" fmla="*/ 320241 w 2119654"/>
              <a:gd name="connsiteY95356" fmla="*/ 1375529 h 2398711"/>
              <a:gd name="connsiteX95357" fmla="*/ 324364 w 2119654"/>
              <a:gd name="connsiteY95357" fmla="*/ 1377488 h 2398711"/>
              <a:gd name="connsiteX95358" fmla="*/ 324275 w 2119654"/>
              <a:gd name="connsiteY95358" fmla="*/ 1377295 h 2398711"/>
              <a:gd name="connsiteX95359" fmla="*/ 324054 w 2119654"/>
              <a:gd name="connsiteY95359" fmla="*/ 1377125 h 2398711"/>
              <a:gd name="connsiteX95360" fmla="*/ 320396 w 2119654"/>
              <a:gd name="connsiteY95360" fmla="*/ 1375386 h 2398711"/>
              <a:gd name="connsiteX95361" fmla="*/ 278013 w 2119654"/>
              <a:gd name="connsiteY95361" fmla="*/ 1470047 h 2398711"/>
              <a:gd name="connsiteX95362" fmla="*/ 285853 w 2119654"/>
              <a:gd name="connsiteY95362" fmla="*/ 1481803 h 2398711"/>
              <a:gd name="connsiteX95363" fmla="*/ 286140 w 2119654"/>
              <a:gd name="connsiteY95363" fmla="*/ 1481888 h 2398711"/>
              <a:gd name="connsiteX95364" fmla="*/ 283008 w 2119654"/>
              <a:gd name="connsiteY95364" fmla="*/ 1476435 h 2398711"/>
              <a:gd name="connsiteX95365" fmla="*/ 280234 w 2119654"/>
              <a:gd name="connsiteY95365" fmla="*/ 1470862 h 2398711"/>
              <a:gd name="connsiteX95366" fmla="*/ 699816 w 2119654"/>
              <a:gd name="connsiteY95366" fmla="*/ 525544 h 2398711"/>
              <a:gd name="connsiteX95367" fmla="*/ 699862 w 2119654"/>
              <a:gd name="connsiteY95367" fmla="*/ 525781 h 2398711"/>
              <a:gd name="connsiteX95368" fmla="*/ 699885 w 2119654"/>
              <a:gd name="connsiteY95368" fmla="*/ 525593 h 2398711"/>
              <a:gd name="connsiteX95369" fmla="*/ 718027 w 2119654"/>
              <a:gd name="connsiteY95369" fmla="*/ 484663 h 2398711"/>
              <a:gd name="connsiteX95370" fmla="*/ 718054 w 2119654"/>
              <a:gd name="connsiteY95370" fmla="*/ 485493 h 2398711"/>
              <a:gd name="connsiteX95371" fmla="*/ 719025 w 2119654"/>
              <a:gd name="connsiteY95371" fmla="*/ 486203 h 2398711"/>
              <a:gd name="connsiteX95372" fmla="*/ 720581 w 2119654"/>
              <a:gd name="connsiteY95372" fmla="*/ 487376 h 2398711"/>
              <a:gd name="connsiteX95373" fmla="*/ 720620 w 2119654"/>
              <a:gd name="connsiteY95373" fmla="*/ 485927 h 2398711"/>
              <a:gd name="connsiteX95374" fmla="*/ 758128 w 2119654"/>
              <a:gd name="connsiteY95374" fmla="*/ 394845 h 2398711"/>
              <a:gd name="connsiteX95375" fmla="*/ 758126 w 2119654"/>
              <a:gd name="connsiteY95375" fmla="*/ 397031 h 2398711"/>
              <a:gd name="connsiteX95376" fmla="*/ 758545 w 2119654"/>
              <a:gd name="connsiteY95376" fmla="*/ 395665 h 2398711"/>
              <a:gd name="connsiteX95377" fmla="*/ 758805 w 2119654"/>
              <a:gd name="connsiteY95377" fmla="*/ 395486 h 2398711"/>
              <a:gd name="connsiteX95378" fmla="*/ 758125 w 2119654"/>
              <a:gd name="connsiteY95378" fmla="*/ 397700 h 2398711"/>
              <a:gd name="connsiteX95379" fmla="*/ 758125 w 2119654"/>
              <a:gd name="connsiteY95379" fmla="*/ 398622 h 2398711"/>
              <a:gd name="connsiteX95380" fmla="*/ 761586 w 2119654"/>
              <a:gd name="connsiteY95380" fmla="*/ 399942 h 2398711"/>
              <a:gd name="connsiteX95381" fmla="*/ 759169 w 2119654"/>
              <a:gd name="connsiteY95381" fmla="*/ 395777 h 2398711"/>
              <a:gd name="connsiteX95382" fmla="*/ 272306 w 2119654"/>
              <a:gd name="connsiteY95382" fmla="*/ 1482396 h 2398711"/>
              <a:gd name="connsiteX95383" fmla="*/ 273766 w 2119654"/>
              <a:gd name="connsiteY95383" fmla="*/ 1484937 h 2398711"/>
              <a:gd name="connsiteX95384" fmla="*/ 279307 w 2119654"/>
              <a:gd name="connsiteY95384" fmla="*/ 1488104 h 2398711"/>
              <a:gd name="connsiteX95385" fmla="*/ 278269 w 2119654"/>
              <a:gd name="connsiteY95385" fmla="*/ 1486579 h 2398711"/>
              <a:gd name="connsiteX95386" fmla="*/ 300756 w 2119654"/>
              <a:gd name="connsiteY95386" fmla="*/ 1418544 h 2398711"/>
              <a:gd name="connsiteX95387" fmla="*/ 303562 w 2119654"/>
              <a:gd name="connsiteY95387" fmla="*/ 1422785 h 2398711"/>
              <a:gd name="connsiteX95388" fmla="*/ 304711 w 2119654"/>
              <a:gd name="connsiteY95388" fmla="*/ 1424176 h 2398711"/>
              <a:gd name="connsiteX95389" fmla="*/ 305987 w 2119654"/>
              <a:gd name="connsiteY95389" fmla="*/ 1424639 h 2398711"/>
              <a:gd name="connsiteX95390" fmla="*/ 302511 w 2119654"/>
              <a:gd name="connsiteY95390" fmla="*/ 1419626 h 2398711"/>
              <a:gd name="connsiteX95391" fmla="*/ 252509 w 2119654"/>
              <a:gd name="connsiteY95391" fmla="*/ 1526536 h 2398711"/>
              <a:gd name="connsiteX95392" fmla="*/ 254280 w 2119654"/>
              <a:gd name="connsiteY95392" fmla="*/ 1529220 h 2398711"/>
              <a:gd name="connsiteX95393" fmla="*/ 258312 w 2119654"/>
              <a:gd name="connsiteY95393" fmla="*/ 1531522 h 2398711"/>
              <a:gd name="connsiteX95394" fmla="*/ 266132 w 2119654"/>
              <a:gd name="connsiteY95394" fmla="*/ 1535305 h 2398711"/>
              <a:gd name="connsiteX95395" fmla="*/ 269073 w 2119654"/>
              <a:gd name="connsiteY95395" fmla="*/ 1536349 h 2398711"/>
              <a:gd name="connsiteX95396" fmla="*/ 269549 w 2119654"/>
              <a:gd name="connsiteY95396" fmla="*/ 1536497 h 2398711"/>
              <a:gd name="connsiteX95397" fmla="*/ 269515 w 2119654"/>
              <a:gd name="connsiteY95397" fmla="*/ 1536393 h 2398711"/>
              <a:gd name="connsiteX95398" fmla="*/ 269779 w 2119654"/>
              <a:gd name="connsiteY95398" fmla="*/ 1536568 h 2398711"/>
              <a:gd name="connsiteX95399" fmla="*/ 270876 w 2119654"/>
              <a:gd name="connsiteY95399" fmla="*/ 1536909 h 2398711"/>
              <a:gd name="connsiteX95400" fmla="*/ 271113 w 2119654"/>
              <a:gd name="connsiteY95400" fmla="*/ 1536957 h 2398711"/>
              <a:gd name="connsiteX95401" fmla="*/ 263455 w 2119654"/>
              <a:gd name="connsiteY95401" fmla="*/ 1529922 h 2398711"/>
              <a:gd name="connsiteX95402" fmla="*/ 701318 w 2119654"/>
              <a:gd name="connsiteY95402" fmla="*/ 521472 h 2398711"/>
              <a:gd name="connsiteX95403" fmla="*/ 701254 w 2119654"/>
              <a:gd name="connsiteY95403" fmla="*/ 521977 h 2398711"/>
              <a:gd name="connsiteX95404" fmla="*/ 701716 w 2119654"/>
              <a:gd name="connsiteY95404" fmla="*/ 522302 h 2398711"/>
              <a:gd name="connsiteX95405" fmla="*/ 701775 w 2119654"/>
              <a:gd name="connsiteY95405" fmla="*/ 521930 h 2398711"/>
              <a:gd name="connsiteX95406" fmla="*/ 319594 w 2119654"/>
              <a:gd name="connsiteY95406" fmla="*/ 1376130 h 2398711"/>
              <a:gd name="connsiteX95407" fmla="*/ 321109 w 2119654"/>
              <a:gd name="connsiteY95407" fmla="*/ 1378857 h 2398711"/>
              <a:gd name="connsiteX95408" fmla="*/ 326245 w 2119654"/>
              <a:gd name="connsiteY95408" fmla="*/ 1381581 h 2398711"/>
              <a:gd name="connsiteX95409" fmla="*/ 324580 w 2119654"/>
              <a:gd name="connsiteY95409" fmla="*/ 1377957 h 2398711"/>
              <a:gd name="connsiteX95410" fmla="*/ 319980 w 2119654"/>
              <a:gd name="connsiteY95410" fmla="*/ 1375772 h 2398711"/>
              <a:gd name="connsiteX95411" fmla="*/ 737773 w 2119654"/>
              <a:gd name="connsiteY95411" fmla="*/ 439617 h 2398711"/>
              <a:gd name="connsiteX95412" fmla="*/ 736069 w 2119654"/>
              <a:gd name="connsiteY95412" fmla="*/ 448113 h 2398711"/>
              <a:gd name="connsiteX95413" fmla="*/ 736843 w 2119654"/>
              <a:gd name="connsiteY95413" fmla="*/ 448659 h 2398711"/>
              <a:gd name="connsiteX95414" fmla="*/ 736582 w 2119654"/>
              <a:gd name="connsiteY95414" fmla="*/ 446902 h 2398711"/>
              <a:gd name="connsiteX95415" fmla="*/ 736836 w 2119654"/>
              <a:gd name="connsiteY95415" fmla="*/ 446540 h 2398711"/>
              <a:gd name="connsiteX95416" fmla="*/ 737189 w 2119654"/>
              <a:gd name="connsiteY95416" fmla="*/ 448901 h 2398711"/>
              <a:gd name="connsiteX95417" fmla="*/ 738930 w 2119654"/>
              <a:gd name="connsiteY95417" fmla="*/ 450129 h 2398711"/>
              <a:gd name="connsiteX95418" fmla="*/ 739021 w 2119654"/>
              <a:gd name="connsiteY95418" fmla="*/ 449806 h 2398711"/>
              <a:gd name="connsiteX95419" fmla="*/ 741582 w 2119654"/>
              <a:gd name="connsiteY95419" fmla="*/ 441890 h 2398711"/>
              <a:gd name="connsiteX95420" fmla="*/ 758128 w 2119654"/>
              <a:gd name="connsiteY95420" fmla="*/ 393981 h 2398711"/>
              <a:gd name="connsiteX95421" fmla="*/ 758128 w 2119654"/>
              <a:gd name="connsiteY95421" fmla="*/ 394200 h 2398711"/>
              <a:gd name="connsiteX95422" fmla="*/ 758393 w 2119654"/>
              <a:gd name="connsiteY95422" fmla="*/ 394437 h 2398711"/>
              <a:gd name="connsiteX95423" fmla="*/ 755546 w 2119654"/>
              <a:gd name="connsiteY95423" fmla="*/ 399611 h 2398711"/>
              <a:gd name="connsiteX95424" fmla="*/ 754122 w 2119654"/>
              <a:gd name="connsiteY95424" fmla="*/ 404013 h 2398711"/>
              <a:gd name="connsiteX95425" fmla="*/ 754120 w 2119654"/>
              <a:gd name="connsiteY95425" fmla="*/ 407455 h 2398711"/>
              <a:gd name="connsiteX95426" fmla="*/ 754836 w 2119654"/>
              <a:gd name="connsiteY95426" fmla="*/ 407741 h 2398711"/>
              <a:gd name="connsiteX95427" fmla="*/ 756866 w 2119654"/>
              <a:gd name="connsiteY95427" fmla="*/ 401134 h 2398711"/>
              <a:gd name="connsiteX95428" fmla="*/ 756012 w 2119654"/>
              <a:gd name="connsiteY95428" fmla="*/ 398173 h 2398711"/>
              <a:gd name="connsiteX95429" fmla="*/ 755636 w 2119654"/>
              <a:gd name="connsiteY95429" fmla="*/ 399336 h 2398711"/>
              <a:gd name="connsiteX95430" fmla="*/ 756551 w 2119654"/>
              <a:gd name="connsiteY95430" fmla="*/ 400364 h 2398711"/>
              <a:gd name="connsiteX95431" fmla="*/ 756958 w 2119654"/>
              <a:gd name="connsiteY95431" fmla="*/ 400833 h 2398711"/>
              <a:gd name="connsiteX95432" fmla="*/ 757532 w 2119654"/>
              <a:gd name="connsiteY95432" fmla="*/ 398966 h 2398711"/>
              <a:gd name="connsiteX95433" fmla="*/ 757117 w 2119654"/>
              <a:gd name="connsiteY95433" fmla="*/ 398595 h 2398711"/>
              <a:gd name="connsiteX95434" fmla="*/ 721283 w 2119654"/>
              <a:gd name="connsiteY95434" fmla="*/ 475930 h 2398711"/>
              <a:gd name="connsiteX95435" fmla="*/ 721220 w 2119654"/>
              <a:gd name="connsiteY95435" fmla="*/ 478220 h 2398711"/>
              <a:gd name="connsiteX95436" fmla="*/ 722108 w 2119654"/>
              <a:gd name="connsiteY95436" fmla="*/ 479497 h 2398711"/>
              <a:gd name="connsiteX95437" fmla="*/ 721389 w 2119654"/>
              <a:gd name="connsiteY95437" fmla="*/ 475789 h 2398711"/>
              <a:gd name="connsiteX95438" fmla="*/ 756154 w 2119654"/>
              <a:gd name="connsiteY95438" fmla="*/ 397734 h 2398711"/>
              <a:gd name="connsiteX95439" fmla="*/ 756115 w 2119654"/>
              <a:gd name="connsiteY95439" fmla="*/ 397855 h 2398711"/>
              <a:gd name="connsiteX95440" fmla="*/ 756418 w 2119654"/>
              <a:gd name="connsiteY95440" fmla="*/ 397970 h 2398711"/>
              <a:gd name="connsiteX95441" fmla="*/ 693151 w 2119654"/>
              <a:gd name="connsiteY95441" fmla="*/ 538725 h 2398711"/>
              <a:gd name="connsiteX95442" fmla="*/ 693472 w 2119654"/>
              <a:gd name="connsiteY95442" fmla="*/ 540072 h 2398711"/>
              <a:gd name="connsiteX95443" fmla="*/ 697741 w 2119654"/>
              <a:gd name="connsiteY95443" fmla="*/ 542328 h 2398711"/>
              <a:gd name="connsiteX95444" fmla="*/ 697912 w 2119654"/>
              <a:gd name="connsiteY95444" fmla="*/ 540992 h 2398711"/>
              <a:gd name="connsiteX95445" fmla="*/ 697911 w 2119654"/>
              <a:gd name="connsiteY95445" fmla="*/ 540956 h 2398711"/>
              <a:gd name="connsiteX95446" fmla="*/ 695614 w 2119654"/>
              <a:gd name="connsiteY95446" fmla="*/ 533144 h 2398711"/>
              <a:gd name="connsiteX95447" fmla="*/ 697021 w 2119654"/>
              <a:gd name="connsiteY95447" fmla="*/ 534977 h 2398711"/>
              <a:gd name="connsiteX95448" fmla="*/ 696795 w 2119654"/>
              <a:gd name="connsiteY95448" fmla="*/ 533814 h 2398711"/>
              <a:gd name="connsiteX95449" fmla="*/ 259043 w 2119654"/>
              <a:gd name="connsiteY95449" fmla="*/ 1510656 h 2398711"/>
              <a:gd name="connsiteX95450" fmla="*/ 269361 w 2119654"/>
              <a:gd name="connsiteY95450" fmla="*/ 1519863 h 2398711"/>
              <a:gd name="connsiteX95451" fmla="*/ 268460 w 2119654"/>
              <a:gd name="connsiteY95451" fmla="*/ 1518539 h 2398711"/>
              <a:gd name="connsiteX95452" fmla="*/ 265184 w 2119654"/>
              <a:gd name="connsiteY95452" fmla="*/ 1513290 h 2398711"/>
              <a:gd name="connsiteX95453" fmla="*/ 262335 w 2119654"/>
              <a:gd name="connsiteY95453" fmla="*/ 1510979 h 2398711"/>
              <a:gd name="connsiteX95454" fmla="*/ 255275 w 2119654"/>
              <a:gd name="connsiteY95454" fmla="*/ 1518846 h 2398711"/>
              <a:gd name="connsiteX95455" fmla="*/ 262128 w 2119654"/>
              <a:gd name="connsiteY95455" fmla="*/ 1522762 h 2398711"/>
              <a:gd name="connsiteX95456" fmla="*/ 260861 w 2119654"/>
              <a:gd name="connsiteY95456" fmla="*/ 1520909 h 2398711"/>
              <a:gd name="connsiteX95457" fmla="*/ 721299 w 2119654"/>
              <a:gd name="connsiteY95457" fmla="*/ 475323 h 2398711"/>
              <a:gd name="connsiteX95458" fmla="*/ 721294 w 2119654"/>
              <a:gd name="connsiteY95458" fmla="*/ 475498 h 2398711"/>
              <a:gd name="connsiteX95459" fmla="*/ 721325 w 2119654"/>
              <a:gd name="connsiteY95459" fmla="*/ 475458 h 2398711"/>
              <a:gd name="connsiteX95460" fmla="*/ 720422 w 2119654"/>
              <a:gd name="connsiteY95460" fmla="*/ 477070 h 2398711"/>
              <a:gd name="connsiteX95461" fmla="*/ 720845 w 2119654"/>
              <a:gd name="connsiteY95461" fmla="*/ 477679 h 2398711"/>
              <a:gd name="connsiteX95462" fmla="*/ 720878 w 2119654"/>
              <a:gd name="connsiteY95462" fmla="*/ 476467 h 2398711"/>
              <a:gd name="connsiteX95463" fmla="*/ 757346 w 2119654"/>
              <a:gd name="connsiteY95463" fmla="*/ 394148 h 2398711"/>
              <a:gd name="connsiteX95464" fmla="*/ 756624 w 2119654"/>
              <a:gd name="connsiteY95464" fmla="*/ 396280 h 2398711"/>
              <a:gd name="connsiteX95465" fmla="*/ 756275 w 2119654"/>
              <a:gd name="connsiteY95465" fmla="*/ 397360 h 2398711"/>
              <a:gd name="connsiteX95466" fmla="*/ 757360 w 2119654"/>
              <a:gd name="connsiteY95466" fmla="*/ 398330 h 2398711"/>
              <a:gd name="connsiteX95467" fmla="*/ 757570 w 2119654"/>
              <a:gd name="connsiteY95467" fmla="*/ 398410 h 2398711"/>
              <a:gd name="connsiteX95468" fmla="*/ 757728 w 2119654"/>
              <a:gd name="connsiteY95468" fmla="*/ 394488 h 2398711"/>
              <a:gd name="connsiteX95469" fmla="*/ 272810 w 2119654"/>
              <a:gd name="connsiteY95469" fmla="*/ 1478937 h 2398711"/>
              <a:gd name="connsiteX95470" fmla="*/ 273463 w 2119654"/>
              <a:gd name="connsiteY95470" fmla="*/ 1479518 h 2398711"/>
              <a:gd name="connsiteX95471" fmla="*/ 273134 w 2119654"/>
              <a:gd name="connsiteY95471" fmla="*/ 1479037 h 2398711"/>
              <a:gd name="connsiteX95472" fmla="*/ 249256 w 2119654"/>
              <a:gd name="connsiteY95472" fmla="*/ 1531677 h 2398711"/>
              <a:gd name="connsiteX95473" fmla="*/ 250169 w 2119654"/>
              <a:gd name="connsiteY95473" fmla="*/ 1532642 h 2398711"/>
              <a:gd name="connsiteX95474" fmla="*/ 251959 w 2119654"/>
              <a:gd name="connsiteY95474" fmla="*/ 1533031 h 2398711"/>
              <a:gd name="connsiteX95475" fmla="*/ 757670 w 2119654"/>
              <a:gd name="connsiteY95475" fmla="*/ 393190 h 2398711"/>
              <a:gd name="connsiteX95476" fmla="*/ 757514 w 2119654"/>
              <a:gd name="connsiteY95476" fmla="*/ 393652 h 2398711"/>
              <a:gd name="connsiteX95477" fmla="*/ 757753 w 2119654"/>
              <a:gd name="connsiteY95477" fmla="*/ 393865 h 2398711"/>
              <a:gd name="connsiteX95478" fmla="*/ 757773 w 2119654"/>
              <a:gd name="connsiteY95478" fmla="*/ 393369 h 2398711"/>
              <a:gd name="connsiteX95479" fmla="*/ 224995 w 2119654"/>
              <a:gd name="connsiteY95479" fmla="*/ 1585875 h 2398711"/>
              <a:gd name="connsiteX95480" fmla="*/ 225392 w 2119654"/>
              <a:gd name="connsiteY95480" fmla="*/ 1586240 h 2398711"/>
              <a:gd name="connsiteX95481" fmla="*/ 227790 w 2119654"/>
              <a:gd name="connsiteY95481" fmla="*/ 1587453 h 2398711"/>
              <a:gd name="connsiteX95482" fmla="*/ 231077 w 2119654"/>
              <a:gd name="connsiteY95482" fmla="*/ 1589058 h 2398711"/>
              <a:gd name="connsiteX95483" fmla="*/ 229382 w 2119654"/>
              <a:gd name="connsiteY95483" fmla="*/ 1587264 h 2398711"/>
              <a:gd name="connsiteX95484" fmla="*/ 325603 w 2119654"/>
              <a:gd name="connsiteY95484" fmla="*/ 1360438 h 2398711"/>
              <a:gd name="connsiteX95485" fmla="*/ 327430 w 2119654"/>
              <a:gd name="connsiteY95485" fmla="*/ 1363337 h 2398711"/>
              <a:gd name="connsiteX95486" fmla="*/ 329387 w 2119654"/>
              <a:gd name="connsiteY95486" fmla="*/ 1365114 h 2398711"/>
              <a:gd name="connsiteX95487" fmla="*/ 329417 w 2119654"/>
              <a:gd name="connsiteY95487" fmla="*/ 1365086 h 2398711"/>
              <a:gd name="connsiteX95488" fmla="*/ 328230 w 2119654"/>
              <a:gd name="connsiteY95488" fmla="*/ 1362624 h 2398711"/>
              <a:gd name="connsiteX95489" fmla="*/ 236658 w 2119654"/>
              <a:gd name="connsiteY95489" fmla="*/ 1559525 h 2398711"/>
              <a:gd name="connsiteX95490" fmla="*/ 253693 w 2119654"/>
              <a:gd name="connsiteY95490" fmla="*/ 1570008 h 2398711"/>
              <a:gd name="connsiteX95491" fmla="*/ 256057 w 2119654"/>
              <a:gd name="connsiteY95491" fmla="*/ 1567480 h 2398711"/>
              <a:gd name="connsiteX95492" fmla="*/ 250951 w 2119654"/>
              <a:gd name="connsiteY95492" fmla="*/ 1562795 h 2398711"/>
              <a:gd name="connsiteX95493" fmla="*/ 739777 w 2119654"/>
              <a:gd name="connsiteY95493" fmla="*/ 432938 h 2398711"/>
              <a:gd name="connsiteX95494" fmla="*/ 741014 w 2119654"/>
              <a:gd name="connsiteY95494" fmla="*/ 434455 h 2398711"/>
              <a:gd name="connsiteX95495" fmla="*/ 743470 w 2119654"/>
              <a:gd name="connsiteY95495" fmla="*/ 436056 h 2398711"/>
              <a:gd name="connsiteX95496" fmla="*/ 743478 w 2119654"/>
              <a:gd name="connsiteY95496" fmla="*/ 436032 h 2398711"/>
              <a:gd name="connsiteX95497" fmla="*/ 742305 w 2119654"/>
              <a:gd name="connsiteY95497" fmla="*/ 434585 h 2398711"/>
              <a:gd name="connsiteX95498" fmla="*/ 719142 w 2119654"/>
              <a:gd name="connsiteY95498" fmla="*/ 478763 h 2398711"/>
              <a:gd name="connsiteX95499" fmla="*/ 720787 w 2119654"/>
              <a:gd name="connsiteY95499" fmla="*/ 479819 h 2398711"/>
              <a:gd name="connsiteX95500" fmla="*/ 720831 w 2119654"/>
              <a:gd name="connsiteY95500" fmla="*/ 478200 h 2398711"/>
              <a:gd name="connsiteX95501" fmla="*/ 720225 w 2119654"/>
              <a:gd name="connsiteY95501" fmla="*/ 477330 h 2398711"/>
              <a:gd name="connsiteX95502" fmla="*/ 692861 w 2119654"/>
              <a:gd name="connsiteY95502" fmla="*/ 537504 h 2398711"/>
              <a:gd name="connsiteX95503" fmla="*/ 693060 w 2119654"/>
              <a:gd name="connsiteY95503" fmla="*/ 538341 h 2398711"/>
              <a:gd name="connsiteX95504" fmla="*/ 696863 w 2119654"/>
              <a:gd name="connsiteY95504" fmla="*/ 540124 h 2398711"/>
              <a:gd name="connsiteX95505" fmla="*/ 751075 w 2119654"/>
              <a:gd name="connsiteY95505" fmla="*/ 407128 h 2398711"/>
              <a:gd name="connsiteX95506" fmla="*/ 748118 w 2119654"/>
              <a:gd name="connsiteY95506" fmla="*/ 419262 h 2398711"/>
              <a:gd name="connsiteX95507" fmla="*/ 748819 w 2119654"/>
              <a:gd name="connsiteY95507" fmla="*/ 419532 h 2398711"/>
              <a:gd name="connsiteX95508" fmla="*/ 752511 w 2119654"/>
              <a:gd name="connsiteY95508" fmla="*/ 408123 h 2398711"/>
              <a:gd name="connsiteX95509" fmla="*/ 752558 w 2119654"/>
              <a:gd name="connsiteY95509" fmla="*/ 407720 h 2398711"/>
              <a:gd name="connsiteX95510" fmla="*/ 318928 w 2119654"/>
              <a:gd name="connsiteY95510" fmla="*/ 1374689 h 2398711"/>
              <a:gd name="connsiteX95511" fmla="*/ 318958 w 2119654"/>
              <a:gd name="connsiteY95511" fmla="*/ 1374793 h 2398711"/>
              <a:gd name="connsiteX95512" fmla="*/ 319023 w 2119654"/>
              <a:gd name="connsiteY95512" fmla="*/ 1374734 h 2398711"/>
              <a:gd name="connsiteX95513" fmla="*/ 738794 w 2119654"/>
              <a:gd name="connsiteY95513" fmla="*/ 434523 h 2398711"/>
              <a:gd name="connsiteX95514" fmla="*/ 737945 w 2119654"/>
              <a:gd name="connsiteY95514" fmla="*/ 438758 h 2398711"/>
              <a:gd name="connsiteX95515" fmla="*/ 741843 w 2119654"/>
              <a:gd name="connsiteY95515" fmla="*/ 441084 h 2398711"/>
              <a:gd name="connsiteX95516" fmla="*/ 742638 w 2119654"/>
              <a:gd name="connsiteY95516" fmla="*/ 438630 h 2398711"/>
              <a:gd name="connsiteX95517" fmla="*/ 740533 w 2119654"/>
              <a:gd name="connsiteY95517" fmla="*/ 435826 h 2398711"/>
              <a:gd name="connsiteX95518" fmla="*/ 738972 w 2119654"/>
              <a:gd name="connsiteY95518" fmla="*/ 434638 h 2398711"/>
              <a:gd name="connsiteX95519" fmla="*/ 296016 w 2119654"/>
              <a:gd name="connsiteY95519" fmla="*/ 1425955 h 2398711"/>
              <a:gd name="connsiteX95520" fmla="*/ 300638 w 2119654"/>
              <a:gd name="connsiteY95520" fmla="*/ 1435657 h 2398711"/>
              <a:gd name="connsiteX95521" fmla="*/ 309687 w 2119654"/>
              <a:gd name="connsiteY95521" fmla="*/ 1441556 h 2398711"/>
              <a:gd name="connsiteX95522" fmla="*/ 300491 w 2119654"/>
              <a:gd name="connsiteY95522" fmla="*/ 1428290 h 2398711"/>
              <a:gd name="connsiteX95523" fmla="*/ 299245 w 2119654"/>
              <a:gd name="connsiteY95523" fmla="*/ 1427369 h 2398711"/>
              <a:gd name="connsiteX95524" fmla="*/ 297248 w 2119654"/>
              <a:gd name="connsiteY95524" fmla="*/ 1426644 h 2398711"/>
              <a:gd name="connsiteX95525" fmla="*/ 276920 w 2119654"/>
              <a:gd name="connsiteY95525" fmla="*/ 1468407 h 2398711"/>
              <a:gd name="connsiteX95526" fmla="*/ 277431 w 2119654"/>
              <a:gd name="connsiteY95526" fmla="*/ 1469173 h 2398711"/>
              <a:gd name="connsiteX95527" fmla="*/ 278700 w 2119654"/>
              <a:gd name="connsiteY95527" fmla="*/ 1469639 h 2398711"/>
              <a:gd name="connsiteX95528" fmla="*/ 310360 w 2119654"/>
              <a:gd name="connsiteY95528" fmla="*/ 1393468 h 2398711"/>
              <a:gd name="connsiteX95529" fmla="*/ 315457 w 2119654"/>
              <a:gd name="connsiteY95529" fmla="*/ 1396965 h 2398711"/>
              <a:gd name="connsiteX95530" fmla="*/ 314289 w 2119654"/>
              <a:gd name="connsiteY95530" fmla="*/ 1395115 h 2398711"/>
              <a:gd name="connsiteX95531" fmla="*/ 313138 w 2119654"/>
              <a:gd name="connsiteY95531" fmla="*/ 1394154 h 2398711"/>
              <a:gd name="connsiteX95532" fmla="*/ 261787 w 2119654"/>
              <a:gd name="connsiteY95532" fmla="*/ 1502100 h 2398711"/>
              <a:gd name="connsiteX95533" fmla="*/ 264194 w 2119654"/>
              <a:gd name="connsiteY95533" fmla="*/ 1505073 h 2398711"/>
              <a:gd name="connsiteX95534" fmla="*/ 266298 w 2119654"/>
              <a:gd name="connsiteY95534" fmla="*/ 1505628 h 2398711"/>
              <a:gd name="connsiteX95535" fmla="*/ 754573 w 2119654"/>
              <a:gd name="connsiteY95535" fmla="*/ 398489 h 2398711"/>
              <a:gd name="connsiteX95536" fmla="*/ 754122 w 2119654"/>
              <a:gd name="connsiteY95536" fmla="*/ 402381 h 2398711"/>
              <a:gd name="connsiteX95537" fmla="*/ 754122 w 2119654"/>
              <a:gd name="connsiteY95537" fmla="*/ 403296 h 2398711"/>
              <a:gd name="connsiteX95538" fmla="*/ 755419 w 2119654"/>
              <a:gd name="connsiteY95538" fmla="*/ 399466 h 2398711"/>
              <a:gd name="connsiteX95539" fmla="*/ 701995 w 2119654"/>
              <a:gd name="connsiteY95539" fmla="*/ 516194 h 2398711"/>
              <a:gd name="connsiteX95540" fmla="*/ 701418 w 2119654"/>
              <a:gd name="connsiteY95540" fmla="*/ 520698 h 2398711"/>
              <a:gd name="connsiteX95541" fmla="*/ 701895 w 2119654"/>
              <a:gd name="connsiteY95541" fmla="*/ 521176 h 2398711"/>
              <a:gd name="connsiteX95542" fmla="*/ 702634 w 2119654"/>
              <a:gd name="connsiteY95542" fmla="*/ 516536 h 2398711"/>
              <a:gd name="connsiteX95543" fmla="*/ 751587 w 2119654"/>
              <a:gd name="connsiteY95543" fmla="*/ 405026 h 2398711"/>
              <a:gd name="connsiteX95544" fmla="*/ 751273 w 2119654"/>
              <a:gd name="connsiteY95544" fmla="*/ 406316 h 2398711"/>
              <a:gd name="connsiteX95545" fmla="*/ 752600 w 2119654"/>
              <a:gd name="connsiteY95545" fmla="*/ 406846 h 2398711"/>
              <a:gd name="connsiteX95546" fmla="*/ 299333 w 2119654"/>
              <a:gd name="connsiteY95546" fmla="*/ 1417666 h 2398711"/>
              <a:gd name="connsiteX95547" fmla="*/ 300204 w 2119654"/>
              <a:gd name="connsiteY95547" fmla="*/ 1418722 h 2398711"/>
              <a:gd name="connsiteX95548" fmla="*/ 299626 w 2119654"/>
              <a:gd name="connsiteY95548" fmla="*/ 1417847 h 2398711"/>
              <a:gd name="connsiteX95549" fmla="*/ 717889 w 2119654"/>
              <a:gd name="connsiteY95549" fmla="*/ 480427 h 2398711"/>
              <a:gd name="connsiteX95550" fmla="*/ 717994 w 2119654"/>
              <a:gd name="connsiteY95550" fmla="*/ 483648 h 2398711"/>
              <a:gd name="connsiteX95551" fmla="*/ 720647 w 2119654"/>
              <a:gd name="connsiteY95551" fmla="*/ 484941 h 2398711"/>
              <a:gd name="connsiteX95552" fmla="*/ 720727 w 2119654"/>
              <a:gd name="connsiteY95552" fmla="*/ 482023 h 2398711"/>
              <a:gd name="connsiteX95553" fmla="*/ 718466 w 2119654"/>
              <a:gd name="connsiteY95553" fmla="*/ 479657 h 2398711"/>
              <a:gd name="connsiteX95554" fmla="*/ 718102 w 2119654"/>
              <a:gd name="connsiteY95554" fmla="*/ 480138 h 2398711"/>
              <a:gd name="connsiteX95555" fmla="*/ 316531 w 2119654"/>
              <a:gd name="connsiteY95555" fmla="*/ 1378973 h 2398711"/>
              <a:gd name="connsiteX95556" fmla="*/ 317467 w 2119654"/>
              <a:gd name="connsiteY95556" fmla="*/ 1380608 h 2398711"/>
              <a:gd name="connsiteX95557" fmla="*/ 317944 w 2119654"/>
              <a:gd name="connsiteY95557" fmla="*/ 1380726 h 2398711"/>
              <a:gd name="connsiteX95558" fmla="*/ 317393 w 2119654"/>
              <a:gd name="connsiteY95558" fmla="*/ 1379644 h 2398711"/>
              <a:gd name="connsiteX95559" fmla="*/ 316919 w 2119654"/>
              <a:gd name="connsiteY95559" fmla="*/ 1378612 h 2398711"/>
              <a:gd name="connsiteX95560" fmla="*/ 661504 w 2119654"/>
              <a:gd name="connsiteY95560" fmla="*/ 606325 h 2398711"/>
              <a:gd name="connsiteX95561" fmla="*/ 663011 w 2119654"/>
              <a:gd name="connsiteY95561" fmla="*/ 608357 h 2398711"/>
              <a:gd name="connsiteX95562" fmla="*/ 662480 w 2119654"/>
              <a:gd name="connsiteY95562" fmla="*/ 604880 h 2398711"/>
              <a:gd name="connsiteX95563" fmla="*/ 754669 w 2119654"/>
              <a:gd name="connsiteY95563" fmla="*/ 397661 h 2398711"/>
              <a:gd name="connsiteX95564" fmla="*/ 754608 w 2119654"/>
              <a:gd name="connsiteY95564" fmla="*/ 398183 h 2398711"/>
              <a:gd name="connsiteX95565" fmla="*/ 755511 w 2119654"/>
              <a:gd name="connsiteY95565" fmla="*/ 399196 h 2398711"/>
              <a:gd name="connsiteX95566" fmla="*/ 755874 w 2119654"/>
              <a:gd name="connsiteY95566" fmla="*/ 398121 h 2398711"/>
              <a:gd name="connsiteX95567" fmla="*/ 224132 w 2119654"/>
              <a:gd name="connsiteY95567" fmla="*/ 1585602 h 2398711"/>
              <a:gd name="connsiteX95568" fmla="*/ 224343 w 2119654"/>
              <a:gd name="connsiteY95568" fmla="*/ 1585708 h 2398711"/>
              <a:gd name="connsiteX95569" fmla="*/ 224275 w 2119654"/>
              <a:gd name="connsiteY95569" fmla="*/ 1585647 h 2398711"/>
              <a:gd name="connsiteX95570" fmla="*/ 656845 w 2119654"/>
              <a:gd name="connsiteY95570" fmla="*/ 616620 h 2398711"/>
              <a:gd name="connsiteX95571" fmla="*/ 657049 w 2119654"/>
              <a:gd name="connsiteY95571" fmla="*/ 617623 h 2398711"/>
              <a:gd name="connsiteX95572" fmla="*/ 657483 w 2119654"/>
              <a:gd name="connsiteY95572" fmla="*/ 617812 h 2398711"/>
              <a:gd name="connsiteX95573" fmla="*/ 679275 w 2119654"/>
              <a:gd name="connsiteY95573" fmla="*/ 566164 h 2398711"/>
              <a:gd name="connsiteX95574" fmla="*/ 678960 w 2119654"/>
              <a:gd name="connsiteY95574" fmla="*/ 567524 h 2398711"/>
              <a:gd name="connsiteX95575" fmla="*/ 681216 w 2119654"/>
              <a:gd name="connsiteY95575" fmla="*/ 573625 h 2398711"/>
              <a:gd name="connsiteX95576" fmla="*/ 681263 w 2119654"/>
              <a:gd name="connsiteY95576" fmla="*/ 573554 h 2398711"/>
              <a:gd name="connsiteX95577" fmla="*/ 682135 w 2119654"/>
              <a:gd name="connsiteY95577" fmla="*/ 567983 h 2398711"/>
              <a:gd name="connsiteX95578" fmla="*/ 681519 w 2119654"/>
              <a:gd name="connsiteY95578" fmla="*/ 567477 h 2398711"/>
              <a:gd name="connsiteX95579" fmla="*/ 272701 w 2119654"/>
              <a:gd name="connsiteY95579" fmla="*/ 1476471 h 2398711"/>
              <a:gd name="connsiteX95580" fmla="*/ 273923 w 2119654"/>
              <a:gd name="connsiteY95580" fmla="*/ 1478267 h 2398711"/>
              <a:gd name="connsiteX95581" fmla="*/ 274534 w 2119654"/>
              <a:gd name="connsiteY95581" fmla="*/ 1478447 h 2398711"/>
              <a:gd name="connsiteX95582" fmla="*/ 272978 w 2119654"/>
              <a:gd name="connsiteY95582" fmla="*/ 1476777 h 2398711"/>
              <a:gd name="connsiteX95583" fmla="*/ 689570 w 2119654"/>
              <a:gd name="connsiteY95583" fmla="*/ 542945 h 2398711"/>
              <a:gd name="connsiteX95584" fmla="*/ 690529 w 2119654"/>
              <a:gd name="connsiteY95584" fmla="*/ 547560 h 2398711"/>
              <a:gd name="connsiteX95585" fmla="*/ 691300 w 2119654"/>
              <a:gd name="connsiteY95585" fmla="*/ 548440 h 2398711"/>
              <a:gd name="connsiteX95586" fmla="*/ 694358 w 2119654"/>
              <a:gd name="connsiteY95586" fmla="*/ 550231 h 2398711"/>
              <a:gd name="connsiteX95587" fmla="*/ 693671 w 2119654"/>
              <a:gd name="connsiteY95587" fmla="*/ 547346 h 2398711"/>
              <a:gd name="connsiteX95588" fmla="*/ 727269 w 2119654"/>
              <a:gd name="connsiteY95588" fmla="*/ 458491 h 2398711"/>
              <a:gd name="connsiteX95589" fmla="*/ 727277 w 2119654"/>
              <a:gd name="connsiteY95589" fmla="*/ 458527 h 2398711"/>
              <a:gd name="connsiteX95590" fmla="*/ 727276 w 2119654"/>
              <a:gd name="connsiteY95590" fmla="*/ 458493 h 2398711"/>
              <a:gd name="connsiteX95591" fmla="*/ 679378 w 2119654"/>
              <a:gd name="connsiteY95591" fmla="*/ 565719 h 2398711"/>
              <a:gd name="connsiteX95592" fmla="*/ 679357 w 2119654"/>
              <a:gd name="connsiteY95592" fmla="*/ 565813 h 2398711"/>
              <a:gd name="connsiteX95593" fmla="*/ 679797 w 2119654"/>
              <a:gd name="connsiteY95593" fmla="*/ 566063 h 2398711"/>
              <a:gd name="connsiteX95594" fmla="*/ 739481 w 2119654"/>
              <a:gd name="connsiteY95594" fmla="*/ 431096 h 2398711"/>
              <a:gd name="connsiteX95595" fmla="*/ 739389 w 2119654"/>
              <a:gd name="connsiteY95595" fmla="*/ 431553 h 2398711"/>
              <a:gd name="connsiteX95596" fmla="*/ 740369 w 2119654"/>
              <a:gd name="connsiteY95596" fmla="*/ 432192 h 2398711"/>
              <a:gd name="connsiteX95597" fmla="*/ 754800 w 2119654"/>
              <a:gd name="connsiteY95597" fmla="*/ 396525 h 2398711"/>
              <a:gd name="connsiteX95598" fmla="*/ 754709 w 2119654"/>
              <a:gd name="connsiteY95598" fmla="*/ 397318 h 2398711"/>
              <a:gd name="connsiteX95599" fmla="*/ 755982 w 2119654"/>
              <a:gd name="connsiteY95599" fmla="*/ 397804 h 2398711"/>
              <a:gd name="connsiteX95600" fmla="*/ 756040 w 2119654"/>
              <a:gd name="connsiteY95600" fmla="*/ 397633 h 2398711"/>
              <a:gd name="connsiteX95601" fmla="*/ 679616 w 2119654"/>
              <a:gd name="connsiteY95601" fmla="*/ 564693 h 2398711"/>
              <a:gd name="connsiteX95602" fmla="*/ 679436 w 2119654"/>
              <a:gd name="connsiteY95602" fmla="*/ 565469 h 2398711"/>
              <a:gd name="connsiteX95603" fmla="*/ 680967 w 2119654"/>
              <a:gd name="connsiteY95603" fmla="*/ 566726 h 2398711"/>
              <a:gd name="connsiteX95604" fmla="*/ 682221 w 2119654"/>
              <a:gd name="connsiteY95604" fmla="*/ 567437 h 2398711"/>
              <a:gd name="connsiteX95605" fmla="*/ 682385 w 2119654"/>
              <a:gd name="connsiteY95605" fmla="*/ 566389 h 2398711"/>
              <a:gd name="connsiteX95606" fmla="*/ 280079 w 2119654"/>
              <a:gd name="connsiteY95606" fmla="*/ 1459267 h 2398711"/>
              <a:gd name="connsiteX95607" fmla="*/ 280092 w 2119654"/>
              <a:gd name="connsiteY95607" fmla="*/ 1459290 h 2398711"/>
              <a:gd name="connsiteX95608" fmla="*/ 280125 w 2119654"/>
              <a:gd name="connsiteY95608" fmla="*/ 1459318 h 2398711"/>
              <a:gd name="connsiteX95609" fmla="*/ 716175 w 2119654"/>
              <a:gd name="connsiteY95609" fmla="*/ 482761 h 2398711"/>
              <a:gd name="connsiteX95610" fmla="*/ 717628 w 2119654"/>
              <a:gd name="connsiteY95610" fmla="*/ 483470 h 2398711"/>
              <a:gd name="connsiteX95611" fmla="*/ 717545 w 2119654"/>
              <a:gd name="connsiteY95611" fmla="*/ 480896 h 2398711"/>
              <a:gd name="connsiteX95612" fmla="*/ 717843 w 2119654"/>
              <a:gd name="connsiteY95612" fmla="*/ 479005 h 2398711"/>
              <a:gd name="connsiteX95613" fmla="*/ 717876 w 2119654"/>
              <a:gd name="connsiteY95613" fmla="*/ 480022 h 2398711"/>
              <a:gd name="connsiteX95614" fmla="*/ 718291 w 2119654"/>
              <a:gd name="connsiteY95614" fmla="*/ 479473 h 2398711"/>
              <a:gd name="connsiteX95615" fmla="*/ 744741 w 2119654"/>
              <a:gd name="connsiteY95615" fmla="*/ 418476 h 2398711"/>
              <a:gd name="connsiteX95616" fmla="*/ 747518 w 2119654"/>
              <a:gd name="connsiteY95616" fmla="*/ 420155 h 2398711"/>
              <a:gd name="connsiteX95617" fmla="*/ 747644 w 2119654"/>
              <a:gd name="connsiteY95617" fmla="*/ 419636 h 2398711"/>
              <a:gd name="connsiteX95618" fmla="*/ 656385 w 2119654"/>
              <a:gd name="connsiteY95618" fmla="*/ 616316 h 2398711"/>
              <a:gd name="connsiteX95619" fmla="*/ 656378 w 2119654"/>
              <a:gd name="connsiteY95619" fmla="*/ 616939 h 2398711"/>
              <a:gd name="connsiteX95620" fmla="*/ 656547 w 2119654"/>
              <a:gd name="connsiteY95620" fmla="*/ 617403 h 2398711"/>
              <a:gd name="connsiteX95621" fmla="*/ 656612 w 2119654"/>
              <a:gd name="connsiteY95621" fmla="*/ 617431 h 2398711"/>
              <a:gd name="connsiteX95622" fmla="*/ 731647 w 2119654"/>
              <a:gd name="connsiteY95622" fmla="*/ 447769 h 2398711"/>
              <a:gd name="connsiteX95623" fmla="*/ 734691 w 2119654"/>
              <a:gd name="connsiteY95623" fmla="*/ 451848 h 2398711"/>
              <a:gd name="connsiteX95624" fmla="*/ 735029 w 2119654"/>
              <a:gd name="connsiteY95624" fmla="*/ 450160 h 2398711"/>
              <a:gd name="connsiteX95625" fmla="*/ 261156 w 2119654"/>
              <a:gd name="connsiteY95625" fmla="*/ 1501259 h 2398711"/>
              <a:gd name="connsiteX95626" fmla="*/ 267768 w 2119654"/>
              <a:gd name="connsiteY95626" fmla="*/ 1506016 h 2398711"/>
              <a:gd name="connsiteX95627" fmla="*/ 268561 w 2119654"/>
              <a:gd name="connsiteY95627" fmla="*/ 1506226 h 2398711"/>
              <a:gd name="connsiteX95628" fmla="*/ 266489 w 2119654"/>
              <a:gd name="connsiteY95628" fmla="*/ 1503717 h 2398711"/>
              <a:gd name="connsiteX95629" fmla="*/ 265653 w 2119654"/>
              <a:gd name="connsiteY95629" fmla="*/ 1502823 h 2398711"/>
              <a:gd name="connsiteX95630" fmla="*/ 263639 w 2119654"/>
              <a:gd name="connsiteY95630" fmla="*/ 1501416 h 2398711"/>
              <a:gd name="connsiteX95631" fmla="*/ 693916 w 2119654"/>
              <a:gd name="connsiteY95631" fmla="*/ 532181 h 2398711"/>
              <a:gd name="connsiteX95632" fmla="*/ 697149 w 2119654"/>
              <a:gd name="connsiteY95632" fmla="*/ 535643 h 2398711"/>
              <a:gd name="connsiteX95633" fmla="*/ 697127 w 2119654"/>
              <a:gd name="connsiteY95633" fmla="*/ 535531 h 2398711"/>
              <a:gd name="connsiteX95634" fmla="*/ 695052 w 2119654"/>
              <a:gd name="connsiteY95634" fmla="*/ 532825 h 2398711"/>
              <a:gd name="connsiteX95635" fmla="*/ 805448 w 2119654"/>
              <a:gd name="connsiteY95635" fmla="*/ 282346 h 2398711"/>
              <a:gd name="connsiteX95636" fmla="*/ 804070 w 2119654"/>
              <a:gd name="connsiteY95636" fmla="*/ 292311 h 2398711"/>
              <a:gd name="connsiteX95637" fmla="*/ 804378 w 2119654"/>
              <a:gd name="connsiteY95637" fmla="*/ 300471 h 2398711"/>
              <a:gd name="connsiteX95638" fmla="*/ 812751 w 2119654"/>
              <a:gd name="connsiteY95638" fmla="*/ 306466 h 2398711"/>
              <a:gd name="connsiteX95639" fmla="*/ 817432 w 2119654"/>
              <a:gd name="connsiteY95639" fmla="*/ 310111 h 2398711"/>
              <a:gd name="connsiteX95640" fmla="*/ 739866 w 2119654"/>
              <a:gd name="connsiteY95640" fmla="*/ 429174 h 2398711"/>
              <a:gd name="connsiteX95641" fmla="*/ 739537 w 2119654"/>
              <a:gd name="connsiteY95641" fmla="*/ 430817 h 2398711"/>
              <a:gd name="connsiteX95642" fmla="*/ 740971 w 2119654"/>
              <a:gd name="connsiteY95642" fmla="*/ 432586 h 2398711"/>
              <a:gd name="connsiteX95643" fmla="*/ 743963 w 2119654"/>
              <a:gd name="connsiteY95643" fmla="*/ 434535 h 2398711"/>
              <a:gd name="connsiteX95644" fmla="*/ 744167 w 2119654"/>
              <a:gd name="connsiteY95644" fmla="*/ 433904 h 2398711"/>
              <a:gd name="connsiteX95645" fmla="*/ 744429 w 2119654"/>
              <a:gd name="connsiteY95645" fmla="*/ 432830 h 2398711"/>
              <a:gd name="connsiteX95646" fmla="*/ 715526 w 2119654"/>
              <a:gd name="connsiteY95646" fmla="*/ 483641 h 2398711"/>
              <a:gd name="connsiteX95647" fmla="*/ 717686 w 2119654"/>
              <a:gd name="connsiteY95647" fmla="*/ 485223 h 2398711"/>
              <a:gd name="connsiteX95648" fmla="*/ 717662 w 2119654"/>
              <a:gd name="connsiteY95648" fmla="*/ 484485 h 2398711"/>
              <a:gd name="connsiteX95649" fmla="*/ 715634 w 2119654"/>
              <a:gd name="connsiteY95649" fmla="*/ 483495 h 2398711"/>
              <a:gd name="connsiteX95650" fmla="*/ 679937 w 2119654"/>
              <a:gd name="connsiteY95650" fmla="*/ 563304 h 2398711"/>
              <a:gd name="connsiteX95651" fmla="*/ 679672 w 2119654"/>
              <a:gd name="connsiteY95651" fmla="*/ 564446 h 2398711"/>
              <a:gd name="connsiteX95652" fmla="*/ 682420 w 2119654"/>
              <a:gd name="connsiteY95652" fmla="*/ 566162 h 2398711"/>
              <a:gd name="connsiteX95653" fmla="*/ 682692 w 2119654"/>
              <a:gd name="connsiteY95653" fmla="*/ 564425 h 2398711"/>
              <a:gd name="connsiteX95654" fmla="*/ 702410 w 2119654"/>
              <a:gd name="connsiteY95654" fmla="*/ 512954 h 2398711"/>
              <a:gd name="connsiteX95655" fmla="*/ 702327 w 2119654"/>
              <a:gd name="connsiteY95655" fmla="*/ 513606 h 2398711"/>
              <a:gd name="connsiteX95656" fmla="*/ 702564 w 2119654"/>
              <a:gd name="connsiteY95656" fmla="*/ 513733 h 2398711"/>
              <a:gd name="connsiteX95657" fmla="*/ 226420 w 2119654"/>
              <a:gd name="connsiteY95657" fmla="*/ 1578687 h 2398711"/>
              <a:gd name="connsiteX95658" fmla="*/ 232404 w 2119654"/>
              <a:gd name="connsiteY95658" fmla="*/ 1585022 h 2398711"/>
              <a:gd name="connsiteX95659" fmla="*/ 234689 w 2119654"/>
              <a:gd name="connsiteY95659" fmla="*/ 1585833 h 2398711"/>
              <a:gd name="connsiteX95660" fmla="*/ 238407 w 2119654"/>
              <a:gd name="connsiteY95660" fmla="*/ 1586814 h 2398711"/>
              <a:gd name="connsiteX95661" fmla="*/ 238440 w 2119654"/>
              <a:gd name="connsiteY95661" fmla="*/ 1586777 h 2398711"/>
              <a:gd name="connsiteX95662" fmla="*/ 235376 w 2119654"/>
              <a:gd name="connsiteY95662" fmla="*/ 1581451 h 2398711"/>
              <a:gd name="connsiteX95663" fmla="*/ 318371 w 2119654"/>
              <a:gd name="connsiteY95663" fmla="*/ 1372741 h 2398711"/>
              <a:gd name="connsiteX95664" fmla="*/ 318765 w 2119654"/>
              <a:gd name="connsiteY95664" fmla="*/ 1374120 h 2398711"/>
              <a:gd name="connsiteX95665" fmla="*/ 319373 w 2119654"/>
              <a:gd name="connsiteY95665" fmla="*/ 1374409 h 2398711"/>
              <a:gd name="connsiteX95666" fmla="*/ 319900 w 2119654"/>
              <a:gd name="connsiteY95666" fmla="*/ 1373920 h 2398711"/>
              <a:gd name="connsiteX95667" fmla="*/ 246423 w 2119654"/>
              <a:gd name="connsiteY95667" fmla="*/ 1533665 h 2398711"/>
              <a:gd name="connsiteX95668" fmla="*/ 265098 w 2119654"/>
              <a:gd name="connsiteY95668" fmla="*/ 1556279 h 2398711"/>
              <a:gd name="connsiteX95669" fmla="*/ 266246 w 2119654"/>
              <a:gd name="connsiteY95669" fmla="*/ 1556582 h 2398711"/>
              <a:gd name="connsiteX95670" fmla="*/ 267406 w 2119654"/>
              <a:gd name="connsiteY95670" fmla="*/ 1555342 h 2398711"/>
              <a:gd name="connsiteX95671" fmla="*/ 266546 w 2119654"/>
              <a:gd name="connsiteY95671" fmla="*/ 1554041 h 2398711"/>
              <a:gd name="connsiteX95672" fmla="*/ 248243 w 2119654"/>
              <a:gd name="connsiteY95672" fmla="*/ 1534662 h 2398711"/>
              <a:gd name="connsiteX95673" fmla="*/ 694020 w 2119654"/>
              <a:gd name="connsiteY95673" fmla="*/ 531064 h 2398711"/>
              <a:gd name="connsiteX95674" fmla="*/ 695227 w 2119654"/>
              <a:gd name="connsiteY95674" fmla="*/ 532638 h 2398711"/>
              <a:gd name="connsiteX95675" fmla="*/ 696733 w 2119654"/>
              <a:gd name="connsiteY95675" fmla="*/ 533493 h 2398711"/>
              <a:gd name="connsiteX95676" fmla="*/ 696613 w 2119654"/>
              <a:gd name="connsiteY95676" fmla="*/ 532868 h 2398711"/>
              <a:gd name="connsiteX95677" fmla="*/ 714550 w 2119654"/>
              <a:gd name="connsiteY95677" fmla="*/ 484970 h 2398711"/>
              <a:gd name="connsiteX95678" fmla="*/ 717753 w 2119654"/>
              <a:gd name="connsiteY95678" fmla="*/ 487301 h 2398711"/>
              <a:gd name="connsiteX95679" fmla="*/ 717722 w 2119654"/>
              <a:gd name="connsiteY95679" fmla="*/ 486347 h 2398711"/>
              <a:gd name="connsiteX95680" fmla="*/ 715029 w 2119654"/>
              <a:gd name="connsiteY95680" fmla="*/ 484318 h 2398711"/>
              <a:gd name="connsiteX95681" fmla="*/ 231077 w 2119654"/>
              <a:gd name="connsiteY95681" fmla="*/ 1567453 h 2398711"/>
              <a:gd name="connsiteX95682" fmla="*/ 240413 w 2119654"/>
              <a:gd name="connsiteY95682" fmla="*/ 1581598 h 2398711"/>
              <a:gd name="connsiteX95683" fmla="*/ 242568 w 2119654"/>
              <a:gd name="connsiteY95683" fmla="*/ 1582238 h 2398711"/>
              <a:gd name="connsiteX95684" fmla="*/ 246080 w 2119654"/>
              <a:gd name="connsiteY95684" fmla="*/ 1578377 h 2398711"/>
              <a:gd name="connsiteX95685" fmla="*/ 236285 w 2119654"/>
              <a:gd name="connsiteY95685" fmla="*/ 1569377 h 2398711"/>
              <a:gd name="connsiteX95686" fmla="*/ 702614 w 2119654"/>
              <a:gd name="connsiteY95686" fmla="*/ 511360 h 2398711"/>
              <a:gd name="connsiteX95687" fmla="*/ 702611 w 2119654"/>
              <a:gd name="connsiteY95687" fmla="*/ 511382 h 2398711"/>
              <a:gd name="connsiteX95688" fmla="*/ 702614 w 2119654"/>
              <a:gd name="connsiteY95688" fmla="*/ 511396 h 2398711"/>
              <a:gd name="connsiteX95689" fmla="*/ 265834 w 2119654"/>
              <a:gd name="connsiteY95689" fmla="*/ 1489349 h 2398711"/>
              <a:gd name="connsiteX95690" fmla="*/ 269978 w 2119654"/>
              <a:gd name="connsiteY95690" fmla="*/ 1493330 h 2398711"/>
              <a:gd name="connsiteX95691" fmla="*/ 271402 w 2119654"/>
              <a:gd name="connsiteY95691" fmla="*/ 1494120 h 2398711"/>
              <a:gd name="connsiteX95692" fmla="*/ 270370 w 2119654"/>
              <a:gd name="connsiteY95692" fmla="*/ 1492048 h 2398711"/>
              <a:gd name="connsiteX95693" fmla="*/ 726924 w 2119654"/>
              <a:gd name="connsiteY95693" fmla="*/ 456698 h 2398711"/>
              <a:gd name="connsiteX95694" fmla="*/ 727113 w 2119654"/>
              <a:gd name="connsiteY95694" fmla="*/ 457679 h 2398711"/>
              <a:gd name="connsiteX95695" fmla="*/ 727251 w 2119654"/>
              <a:gd name="connsiteY95695" fmla="*/ 457762 h 2398711"/>
              <a:gd name="connsiteX95696" fmla="*/ 727219 w 2119654"/>
              <a:gd name="connsiteY95696" fmla="*/ 456830 h 2398711"/>
              <a:gd name="connsiteX95697" fmla="*/ 721475 w 2119654"/>
              <a:gd name="connsiteY95697" fmla="*/ 468852 h 2398711"/>
              <a:gd name="connsiteX95698" fmla="*/ 721458 w 2119654"/>
              <a:gd name="connsiteY95698" fmla="*/ 469474 h 2398711"/>
              <a:gd name="connsiteX95699" fmla="*/ 721734 w 2119654"/>
              <a:gd name="connsiteY95699" fmla="*/ 470899 h 2398711"/>
              <a:gd name="connsiteX95700" fmla="*/ 723429 w 2119654"/>
              <a:gd name="connsiteY95700" fmla="*/ 472675 h 2398711"/>
              <a:gd name="connsiteX95701" fmla="*/ 724600 w 2119654"/>
              <a:gd name="connsiteY95701" fmla="*/ 471125 h 2398711"/>
              <a:gd name="connsiteX95702" fmla="*/ 731872 w 2119654"/>
              <a:gd name="connsiteY95702" fmla="*/ 445567 h 2398711"/>
              <a:gd name="connsiteX95703" fmla="*/ 734841 w 2119654"/>
              <a:gd name="connsiteY95703" fmla="*/ 449211 h 2398711"/>
              <a:gd name="connsiteX95704" fmla="*/ 735173 w 2119654"/>
              <a:gd name="connsiteY95704" fmla="*/ 449445 h 2398711"/>
              <a:gd name="connsiteX95705" fmla="*/ 735446 w 2119654"/>
              <a:gd name="connsiteY95705" fmla="*/ 448084 h 2398711"/>
              <a:gd name="connsiteX95706" fmla="*/ 678232 w 2119654"/>
              <a:gd name="connsiteY95706" fmla="*/ 565554 h 2398711"/>
              <a:gd name="connsiteX95707" fmla="*/ 678518 w 2119654"/>
              <a:gd name="connsiteY95707" fmla="*/ 566328 h 2398711"/>
              <a:gd name="connsiteX95708" fmla="*/ 678648 w 2119654"/>
              <a:gd name="connsiteY95708" fmla="*/ 565798 h 2398711"/>
              <a:gd name="connsiteX95709" fmla="*/ 247869 w 2119654"/>
              <a:gd name="connsiteY95709" fmla="*/ 1529163 h 2398711"/>
              <a:gd name="connsiteX95710" fmla="*/ 251243 w 2119654"/>
              <a:gd name="connsiteY95710" fmla="*/ 1530855 h 2398711"/>
              <a:gd name="connsiteX95711" fmla="*/ 251060 w 2119654"/>
              <a:gd name="connsiteY95711" fmla="*/ 1530576 h 2398711"/>
              <a:gd name="connsiteX95712" fmla="*/ 250857 w 2119654"/>
              <a:gd name="connsiteY95712" fmla="*/ 1530224 h 2398711"/>
              <a:gd name="connsiteX95713" fmla="*/ 755288 w 2119654"/>
              <a:gd name="connsiteY95713" fmla="*/ 392309 h 2398711"/>
              <a:gd name="connsiteX95714" fmla="*/ 754851 w 2119654"/>
              <a:gd name="connsiteY95714" fmla="*/ 396088 h 2398711"/>
              <a:gd name="connsiteX95715" fmla="*/ 756166 w 2119654"/>
              <a:gd name="connsiteY95715" fmla="*/ 397262 h 2398711"/>
              <a:gd name="connsiteX95716" fmla="*/ 757249 w 2119654"/>
              <a:gd name="connsiteY95716" fmla="*/ 394061 h 2398711"/>
              <a:gd name="connsiteX95717" fmla="*/ 714719 w 2119654"/>
              <a:gd name="connsiteY95717" fmla="*/ 483050 h 2398711"/>
              <a:gd name="connsiteX95718" fmla="*/ 715278 w 2119654"/>
              <a:gd name="connsiteY95718" fmla="*/ 483459 h 2398711"/>
              <a:gd name="connsiteX95719" fmla="*/ 715353 w 2119654"/>
              <a:gd name="connsiteY95719" fmla="*/ 483359 h 2398711"/>
              <a:gd name="connsiteX95720" fmla="*/ 256599 w 2119654"/>
              <a:gd name="connsiteY95720" fmla="*/ 1508476 h 2398711"/>
              <a:gd name="connsiteX95721" fmla="*/ 258445 w 2119654"/>
              <a:gd name="connsiteY95721" fmla="*/ 1510123 h 2398711"/>
              <a:gd name="connsiteX95722" fmla="*/ 261539 w 2119654"/>
              <a:gd name="connsiteY95722" fmla="*/ 1510420 h 2398711"/>
              <a:gd name="connsiteX95723" fmla="*/ 726731 w 2119654"/>
              <a:gd name="connsiteY95723" fmla="*/ 455706 h 2398711"/>
              <a:gd name="connsiteX95724" fmla="*/ 726830 w 2119654"/>
              <a:gd name="connsiteY95724" fmla="*/ 456217 h 2398711"/>
              <a:gd name="connsiteX95725" fmla="*/ 727085 w 2119654"/>
              <a:gd name="connsiteY95725" fmla="*/ 456317 h 2398711"/>
              <a:gd name="connsiteX95726" fmla="*/ 270017 w 2119654"/>
              <a:gd name="connsiteY95726" fmla="*/ 1478074 h 2398711"/>
              <a:gd name="connsiteX95727" fmla="*/ 271276 w 2119654"/>
              <a:gd name="connsiteY95727" fmla="*/ 1480602 h 2398711"/>
              <a:gd name="connsiteX95728" fmla="*/ 271646 w 2119654"/>
              <a:gd name="connsiteY95728" fmla="*/ 1481245 h 2398711"/>
              <a:gd name="connsiteX95729" fmla="*/ 277374 w 2119654"/>
              <a:gd name="connsiteY95729" fmla="*/ 1485264 h 2398711"/>
              <a:gd name="connsiteX95730" fmla="*/ 274379 w 2119654"/>
              <a:gd name="connsiteY95730" fmla="*/ 1480866 h 2398711"/>
              <a:gd name="connsiteX95731" fmla="*/ 272960 w 2119654"/>
              <a:gd name="connsiteY95731" fmla="*/ 1479599 h 2398711"/>
              <a:gd name="connsiteX95732" fmla="*/ 271945 w 2119654"/>
              <a:gd name="connsiteY95732" fmla="*/ 1478669 h 2398711"/>
              <a:gd name="connsiteX95733" fmla="*/ 698480 w 2119654"/>
              <a:gd name="connsiteY95733" fmla="*/ 518625 h 2398711"/>
              <a:gd name="connsiteX95734" fmla="*/ 698793 w 2119654"/>
              <a:gd name="connsiteY95734" fmla="*/ 520246 h 2398711"/>
              <a:gd name="connsiteX95735" fmla="*/ 700423 w 2119654"/>
              <a:gd name="connsiteY95735" fmla="*/ 521393 h 2398711"/>
              <a:gd name="connsiteX95736" fmla="*/ 700516 w 2119654"/>
              <a:gd name="connsiteY95736" fmla="*/ 520668 h 2398711"/>
              <a:gd name="connsiteX95737" fmla="*/ 255573 w 2119654"/>
              <a:gd name="connsiteY95737" fmla="*/ 1510315 h 2398711"/>
              <a:gd name="connsiteX95738" fmla="*/ 258862 w 2119654"/>
              <a:gd name="connsiteY95738" fmla="*/ 1515128 h 2398711"/>
              <a:gd name="connsiteX95739" fmla="*/ 270181 w 2119654"/>
              <a:gd name="connsiteY95739" fmla="*/ 1522093 h 2398711"/>
              <a:gd name="connsiteX95740" fmla="*/ 271231 w 2119654"/>
              <a:gd name="connsiteY95740" fmla="*/ 1522610 h 2398711"/>
              <a:gd name="connsiteX95741" fmla="*/ 270592 w 2119654"/>
              <a:gd name="connsiteY95741" fmla="*/ 1521671 h 2398711"/>
              <a:gd name="connsiteX95742" fmla="*/ 268687 w 2119654"/>
              <a:gd name="connsiteY95742" fmla="*/ 1519971 h 2398711"/>
              <a:gd name="connsiteX95743" fmla="*/ 258463 w 2119654"/>
              <a:gd name="connsiteY95743" fmla="*/ 1510599 h 2398711"/>
              <a:gd name="connsiteX95744" fmla="*/ 730283 w 2119654"/>
              <a:gd name="connsiteY95744" fmla="*/ 447244 h 2398711"/>
              <a:gd name="connsiteX95745" fmla="*/ 730534 w 2119654"/>
              <a:gd name="connsiteY95745" fmla="*/ 454802 h 2398711"/>
              <a:gd name="connsiteX95746" fmla="*/ 732696 w 2119654"/>
              <a:gd name="connsiteY95746" fmla="*/ 458548 h 2398711"/>
              <a:gd name="connsiteX95747" fmla="*/ 733300 w 2119654"/>
              <a:gd name="connsiteY95747" fmla="*/ 458788 h 2398711"/>
              <a:gd name="connsiteX95748" fmla="*/ 734485 w 2119654"/>
              <a:gd name="connsiteY95748" fmla="*/ 452875 h 2398711"/>
              <a:gd name="connsiteX95749" fmla="*/ 279061 w 2119654"/>
              <a:gd name="connsiteY95749" fmla="*/ 1457496 h 2398711"/>
              <a:gd name="connsiteX95750" fmla="*/ 279631 w 2119654"/>
              <a:gd name="connsiteY95750" fmla="*/ 1458488 h 2398711"/>
              <a:gd name="connsiteX95751" fmla="*/ 280303 w 2119654"/>
              <a:gd name="connsiteY95751" fmla="*/ 1459220 h 2398711"/>
              <a:gd name="connsiteX95752" fmla="*/ 281400 w 2119654"/>
              <a:gd name="connsiteY95752" fmla="*/ 1460382 h 2398711"/>
              <a:gd name="connsiteX95753" fmla="*/ 283553 w 2119654"/>
              <a:gd name="connsiteY95753" fmla="*/ 1462181 h 2398711"/>
              <a:gd name="connsiteX95754" fmla="*/ 298082 w 2119654"/>
              <a:gd name="connsiteY95754" fmla="*/ 1470605 h 2398711"/>
              <a:gd name="connsiteX95755" fmla="*/ 293390 w 2119654"/>
              <a:gd name="connsiteY95755" fmla="*/ 1463569 h 2398711"/>
              <a:gd name="connsiteX95756" fmla="*/ 677820 w 2119654"/>
              <a:gd name="connsiteY95756" fmla="*/ 564440 h 2398711"/>
              <a:gd name="connsiteX95757" fmla="*/ 678055 w 2119654"/>
              <a:gd name="connsiteY95757" fmla="*/ 565075 h 2398711"/>
              <a:gd name="connsiteX95758" fmla="*/ 678731 w 2119654"/>
              <a:gd name="connsiteY95758" fmla="*/ 565458 h 2398711"/>
              <a:gd name="connsiteX95759" fmla="*/ 678786 w 2119654"/>
              <a:gd name="connsiteY95759" fmla="*/ 565233 h 2398711"/>
              <a:gd name="connsiteX95760" fmla="*/ 711336 w 2119654"/>
              <a:gd name="connsiteY95760" fmla="*/ 489344 h 2398711"/>
              <a:gd name="connsiteX95761" fmla="*/ 713231 w 2119654"/>
              <a:gd name="connsiteY95761" fmla="*/ 494348 h 2398711"/>
              <a:gd name="connsiteX95762" fmla="*/ 714318 w 2119654"/>
              <a:gd name="connsiteY95762" fmla="*/ 495624 h 2398711"/>
              <a:gd name="connsiteX95763" fmla="*/ 718138 w 2119654"/>
              <a:gd name="connsiteY95763" fmla="*/ 499173 h 2398711"/>
              <a:gd name="connsiteX95764" fmla="*/ 717787 w 2119654"/>
              <a:gd name="connsiteY95764" fmla="*/ 488348 h 2398711"/>
              <a:gd name="connsiteX95765" fmla="*/ 714061 w 2119654"/>
              <a:gd name="connsiteY95765" fmla="*/ 485636 h 2398711"/>
              <a:gd name="connsiteX95766" fmla="*/ 220819 w 2119654"/>
              <a:gd name="connsiteY95766" fmla="*/ 1587569 h 2398711"/>
              <a:gd name="connsiteX95767" fmla="*/ 231123 w 2119654"/>
              <a:gd name="connsiteY95767" fmla="*/ 1591842 h 2398711"/>
              <a:gd name="connsiteX95768" fmla="*/ 228164 w 2119654"/>
              <a:gd name="connsiteY95768" fmla="*/ 1589166 h 2398711"/>
              <a:gd name="connsiteX95769" fmla="*/ 316136 w 2119654"/>
              <a:gd name="connsiteY95769" fmla="*/ 1373945 h 2398711"/>
              <a:gd name="connsiteX95770" fmla="*/ 317335 w 2119654"/>
              <a:gd name="connsiteY95770" fmla="*/ 1376301 h 2398711"/>
              <a:gd name="connsiteX95771" fmla="*/ 317346 w 2119654"/>
              <a:gd name="connsiteY95771" fmla="*/ 1376292 h 2398711"/>
              <a:gd name="connsiteX95772" fmla="*/ 316758 w 2119654"/>
              <a:gd name="connsiteY95772" fmla="*/ 1374241 h 2398711"/>
              <a:gd name="connsiteX95773" fmla="*/ 691730 w 2119654"/>
              <a:gd name="connsiteY95773" fmla="*/ 532766 h 2398711"/>
              <a:gd name="connsiteX95774" fmla="*/ 692724 w 2119654"/>
              <a:gd name="connsiteY95774" fmla="*/ 536934 h 2398711"/>
              <a:gd name="connsiteX95775" fmla="*/ 697886 w 2119654"/>
              <a:gd name="connsiteY95775" fmla="*/ 540312 h 2398711"/>
              <a:gd name="connsiteX95776" fmla="*/ 697846 w 2119654"/>
              <a:gd name="connsiteY95776" fmla="*/ 539258 h 2398711"/>
              <a:gd name="connsiteX95777" fmla="*/ 697421 w 2119654"/>
              <a:gd name="connsiteY95777" fmla="*/ 537054 h 2398711"/>
              <a:gd name="connsiteX95778" fmla="*/ 306071 w 2119654"/>
              <a:gd name="connsiteY95778" fmla="*/ 1396231 h 2398711"/>
              <a:gd name="connsiteX95779" fmla="*/ 307457 w 2119654"/>
              <a:gd name="connsiteY95779" fmla="*/ 1400125 h 2398711"/>
              <a:gd name="connsiteX95780" fmla="*/ 311703 w 2119654"/>
              <a:gd name="connsiteY95780" fmla="*/ 1405100 h 2398711"/>
              <a:gd name="connsiteX95781" fmla="*/ 311833 w 2119654"/>
              <a:gd name="connsiteY95781" fmla="*/ 1405152 h 2398711"/>
              <a:gd name="connsiteX95782" fmla="*/ 755600 w 2119654"/>
              <a:gd name="connsiteY95782" fmla="*/ 389621 h 2398711"/>
              <a:gd name="connsiteX95783" fmla="*/ 755357 w 2119654"/>
              <a:gd name="connsiteY95783" fmla="*/ 391724 h 2398711"/>
              <a:gd name="connsiteX95784" fmla="*/ 757417 w 2119654"/>
              <a:gd name="connsiteY95784" fmla="*/ 393565 h 2398711"/>
              <a:gd name="connsiteX95785" fmla="*/ 757590 w 2119654"/>
              <a:gd name="connsiteY95785" fmla="*/ 393053 h 2398711"/>
              <a:gd name="connsiteX95786" fmla="*/ 258846 w 2119654"/>
              <a:gd name="connsiteY95786" fmla="*/ 1501833 h 2398711"/>
              <a:gd name="connsiteX95787" fmla="*/ 260362 w 2119654"/>
              <a:gd name="connsiteY95787" fmla="*/ 1504060 h 2398711"/>
              <a:gd name="connsiteX95788" fmla="*/ 260898 w 2119654"/>
              <a:gd name="connsiteY95788" fmla="*/ 1504201 h 2398711"/>
              <a:gd name="connsiteX95789" fmla="*/ 290943 w 2119654"/>
              <a:gd name="connsiteY95789" fmla="*/ 1429879 h 2398711"/>
              <a:gd name="connsiteX95790" fmla="*/ 291139 w 2119654"/>
              <a:gd name="connsiteY95790" fmla="*/ 1430291 h 2398711"/>
              <a:gd name="connsiteX95791" fmla="*/ 293309 w 2119654"/>
              <a:gd name="connsiteY95791" fmla="*/ 1433466 h 2398711"/>
              <a:gd name="connsiteX95792" fmla="*/ 297664 w 2119654"/>
              <a:gd name="connsiteY95792" fmla="*/ 1438930 h 2398711"/>
              <a:gd name="connsiteX95793" fmla="*/ 299162 w 2119654"/>
              <a:gd name="connsiteY95793" fmla="*/ 1439509 h 2398711"/>
              <a:gd name="connsiteX95794" fmla="*/ 296246 w 2119654"/>
              <a:gd name="connsiteY95794" fmla="*/ 1433386 h 2398711"/>
              <a:gd name="connsiteX95795" fmla="*/ 293559 w 2119654"/>
              <a:gd name="connsiteY95795" fmla="*/ 1431635 h 2398711"/>
              <a:gd name="connsiteX95796" fmla="*/ 668135 w 2119654"/>
              <a:gd name="connsiteY95796" fmla="*/ 585085 h 2398711"/>
              <a:gd name="connsiteX95797" fmla="*/ 668312 w 2119654"/>
              <a:gd name="connsiteY95797" fmla="*/ 586238 h 2398711"/>
              <a:gd name="connsiteX95798" fmla="*/ 668636 w 2119654"/>
              <a:gd name="connsiteY95798" fmla="*/ 586603 h 2398711"/>
              <a:gd name="connsiteX95799" fmla="*/ 668601 w 2119654"/>
              <a:gd name="connsiteY95799" fmla="*/ 585954 h 2398711"/>
              <a:gd name="connsiteX95800" fmla="*/ 668197 w 2119654"/>
              <a:gd name="connsiteY95800" fmla="*/ 585137 h 2398711"/>
              <a:gd name="connsiteX95801" fmla="*/ 741663 w 2119654"/>
              <a:gd name="connsiteY95801" fmla="*/ 420214 h 2398711"/>
              <a:gd name="connsiteX95802" fmla="*/ 740172 w 2119654"/>
              <a:gd name="connsiteY95802" fmla="*/ 427653 h 2398711"/>
              <a:gd name="connsiteX95803" fmla="*/ 744789 w 2119654"/>
              <a:gd name="connsiteY95803" fmla="*/ 431351 h 2398711"/>
              <a:gd name="connsiteX95804" fmla="*/ 745326 w 2119654"/>
              <a:gd name="connsiteY95804" fmla="*/ 429147 h 2398711"/>
              <a:gd name="connsiteX95805" fmla="*/ 744464 w 2119654"/>
              <a:gd name="connsiteY95805" fmla="*/ 428123 h 2398711"/>
              <a:gd name="connsiteX95806" fmla="*/ 744940 w 2119654"/>
              <a:gd name="connsiteY95806" fmla="*/ 428220 h 2398711"/>
              <a:gd name="connsiteX95807" fmla="*/ 745415 w 2119654"/>
              <a:gd name="connsiteY95807" fmla="*/ 428784 h 2398711"/>
              <a:gd name="connsiteX95808" fmla="*/ 746261 w 2119654"/>
              <a:gd name="connsiteY95808" fmla="*/ 425314 h 2398711"/>
              <a:gd name="connsiteX95809" fmla="*/ 743290 w 2119654"/>
              <a:gd name="connsiteY95809" fmla="*/ 421828 h 2398711"/>
              <a:gd name="connsiteX95810" fmla="*/ 652003 w 2119654"/>
              <a:gd name="connsiteY95810" fmla="*/ 620728 h 2398711"/>
              <a:gd name="connsiteX95811" fmla="*/ 651956 w 2119654"/>
              <a:gd name="connsiteY95811" fmla="*/ 621518 h 2398711"/>
              <a:gd name="connsiteX95812" fmla="*/ 652425 w 2119654"/>
              <a:gd name="connsiteY95812" fmla="*/ 621230 h 2398711"/>
              <a:gd name="connsiteX95813" fmla="*/ 652322 w 2119654"/>
              <a:gd name="connsiteY95813" fmla="*/ 620972 h 2398711"/>
              <a:gd name="connsiteX95814" fmla="*/ 717670 w 2119654"/>
              <a:gd name="connsiteY95814" fmla="*/ 473650 h 2398711"/>
              <a:gd name="connsiteX95815" fmla="*/ 717800 w 2119654"/>
              <a:gd name="connsiteY95815" fmla="*/ 477676 h 2398711"/>
              <a:gd name="connsiteX95816" fmla="*/ 718663 w 2119654"/>
              <a:gd name="connsiteY95816" fmla="*/ 478455 h 2398711"/>
              <a:gd name="connsiteX95817" fmla="*/ 718930 w 2119654"/>
              <a:gd name="connsiteY95817" fmla="*/ 478627 h 2398711"/>
              <a:gd name="connsiteX95818" fmla="*/ 720075 w 2119654"/>
              <a:gd name="connsiteY95818" fmla="*/ 477112 h 2398711"/>
              <a:gd name="connsiteX95819" fmla="*/ 274816 w 2119654"/>
              <a:gd name="connsiteY95819" fmla="*/ 1465252 h 2398711"/>
              <a:gd name="connsiteX95820" fmla="*/ 276018 w 2119654"/>
              <a:gd name="connsiteY95820" fmla="*/ 1467055 h 2398711"/>
              <a:gd name="connsiteX95821" fmla="*/ 279557 w 2119654"/>
              <a:gd name="connsiteY95821" fmla="*/ 1469503 h 2398711"/>
              <a:gd name="connsiteX95822" fmla="*/ 278402 w 2119654"/>
              <a:gd name="connsiteY95822" fmla="*/ 1467183 h 2398711"/>
              <a:gd name="connsiteX95823" fmla="*/ 229903 w 2119654"/>
              <a:gd name="connsiteY95823" fmla="*/ 1565676 h 2398711"/>
              <a:gd name="connsiteX95824" fmla="*/ 230116 w 2119654"/>
              <a:gd name="connsiteY95824" fmla="*/ 1565999 h 2398711"/>
              <a:gd name="connsiteX95825" fmla="*/ 234282 w 2119654"/>
              <a:gd name="connsiteY95825" fmla="*/ 1567538 h 2398711"/>
              <a:gd name="connsiteX95826" fmla="*/ 233392 w 2119654"/>
              <a:gd name="connsiteY95826" fmla="*/ 1566720 h 2398711"/>
              <a:gd name="connsiteX95827" fmla="*/ 677415 w 2119654"/>
              <a:gd name="connsiteY95827" fmla="*/ 563346 h 2398711"/>
              <a:gd name="connsiteX95828" fmla="*/ 677662 w 2119654"/>
              <a:gd name="connsiteY95828" fmla="*/ 564013 h 2398711"/>
              <a:gd name="connsiteX95829" fmla="*/ 678847 w 2119654"/>
              <a:gd name="connsiteY95829" fmla="*/ 564985 h 2398711"/>
              <a:gd name="connsiteX95830" fmla="*/ 679011 w 2119654"/>
              <a:gd name="connsiteY95830" fmla="*/ 564323 h 2398711"/>
              <a:gd name="connsiteX95831" fmla="*/ 315745 w 2119654"/>
              <a:gd name="connsiteY95831" fmla="*/ 1373176 h 2398711"/>
              <a:gd name="connsiteX95832" fmla="*/ 315890 w 2119654"/>
              <a:gd name="connsiteY95832" fmla="*/ 1373462 h 2398711"/>
              <a:gd name="connsiteX95833" fmla="*/ 316637 w 2119654"/>
              <a:gd name="connsiteY95833" fmla="*/ 1373816 h 2398711"/>
              <a:gd name="connsiteX95834" fmla="*/ 316565 w 2119654"/>
              <a:gd name="connsiteY95834" fmla="*/ 1373566 h 2398711"/>
              <a:gd name="connsiteX95835" fmla="*/ 314606 w 2119654"/>
              <a:gd name="connsiteY95835" fmla="*/ 1375612 h 2398711"/>
              <a:gd name="connsiteX95836" fmla="*/ 315810 w 2119654"/>
              <a:gd name="connsiteY95836" fmla="*/ 1377716 h 2398711"/>
              <a:gd name="connsiteX95837" fmla="*/ 316298 w 2119654"/>
              <a:gd name="connsiteY95837" fmla="*/ 1377263 h 2398711"/>
              <a:gd name="connsiteX95838" fmla="*/ 315854 w 2119654"/>
              <a:gd name="connsiteY95838" fmla="*/ 1376296 h 2398711"/>
              <a:gd name="connsiteX95839" fmla="*/ 754130 w 2119654"/>
              <a:gd name="connsiteY95839" fmla="*/ 391272 h 2398711"/>
              <a:gd name="connsiteX95840" fmla="*/ 754128 w 2119654"/>
              <a:gd name="connsiteY95840" fmla="*/ 394165 h 2398711"/>
              <a:gd name="connsiteX95841" fmla="*/ 754432 w 2119654"/>
              <a:gd name="connsiteY95841" fmla="*/ 391542 h 2398711"/>
              <a:gd name="connsiteX95842" fmla="*/ 244759 w 2119654"/>
              <a:gd name="connsiteY95842" fmla="*/ 1531651 h 2398711"/>
              <a:gd name="connsiteX95843" fmla="*/ 246145 w 2119654"/>
              <a:gd name="connsiteY95843" fmla="*/ 1533328 h 2398711"/>
              <a:gd name="connsiteX95844" fmla="*/ 247882 w 2119654"/>
              <a:gd name="connsiteY95844" fmla="*/ 1534279 h 2398711"/>
              <a:gd name="connsiteX95845" fmla="*/ 245564 w 2119654"/>
              <a:gd name="connsiteY95845" fmla="*/ 1531825 h 2398711"/>
              <a:gd name="connsiteX95846" fmla="*/ 305685 w 2119654"/>
              <a:gd name="connsiteY95846" fmla="*/ 1395148 h 2398711"/>
              <a:gd name="connsiteX95847" fmla="*/ 306066 w 2119654"/>
              <a:gd name="connsiteY95847" fmla="*/ 1396216 h 2398711"/>
              <a:gd name="connsiteX95848" fmla="*/ 306109 w 2119654"/>
              <a:gd name="connsiteY95848" fmla="*/ 1395747 h 2398711"/>
              <a:gd name="connsiteX95849" fmla="*/ 312305 w 2119654"/>
              <a:gd name="connsiteY95849" fmla="*/ 1405340 h 2398711"/>
              <a:gd name="connsiteX95850" fmla="*/ 319491 w 2119654"/>
              <a:gd name="connsiteY95850" fmla="*/ 1408196 h 2398711"/>
              <a:gd name="connsiteX95851" fmla="*/ 318387 w 2119654"/>
              <a:gd name="connsiteY95851" fmla="*/ 1404341 h 2398711"/>
              <a:gd name="connsiteX95852" fmla="*/ 315453 w 2119654"/>
              <a:gd name="connsiteY95852" fmla="*/ 1402117 h 2398711"/>
              <a:gd name="connsiteX95853" fmla="*/ 315369 w 2119654"/>
              <a:gd name="connsiteY95853" fmla="*/ 1401793 h 2398711"/>
              <a:gd name="connsiteX95854" fmla="*/ 318292 w 2119654"/>
              <a:gd name="connsiteY95854" fmla="*/ 1404010 h 2398711"/>
              <a:gd name="connsiteX95855" fmla="*/ 317110 w 2119654"/>
              <a:gd name="connsiteY95855" fmla="*/ 1399879 h 2398711"/>
              <a:gd name="connsiteX95856" fmla="*/ 310576 w 2119654"/>
              <a:gd name="connsiteY95856" fmla="*/ 1397307 h 2398711"/>
              <a:gd name="connsiteX95857" fmla="*/ 688497 w 2119654"/>
              <a:gd name="connsiteY95857" fmla="*/ 537783 h 2398711"/>
              <a:gd name="connsiteX95858" fmla="*/ 689399 w 2119654"/>
              <a:gd name="connsiteY95858" fmla="*/ 542121 h 2398711"/>
              <a:gd name="connsiteX95859" fmla="*/ 693465 w 2119654"/>
              <a:gd name="connsiteY95859" fmla="*/ 546485 h 2398711"/>
              <a:gd name="connsiteX95860" fmla="*/ 691806 w 2119654"/>
              <a:gd name="connsiteY95860" fmla="*/ 539530 h 2398711"/>
              <a:gd name="connsiteX95861" fmla="*/ 742214 w 2119654"/>
              <a:gd name="connsiteY95861" fmla="*/ 417467 h 2398711"/>
              <a:gd name="connsiteX95862" fmla="*/ 741787 w 2119654"/>
              <a:gd name="connsiteY95862" fmla="*/ 419597 h 2398711"/>
              <a:gd name="connsiteX95863" fmla="*/ 746512 w 2119654"/>
              <a:gd name="connsiteY95863" fmla="*/ 424283 h 2398711"/>
              <a:gd name="connsiteX95864" fmla="*/ 747430 w 2119654"/>
              <a:gd name="connsiteY95864" fmla="*/ 420514 h 2398711"/>
              <a:gd name="connsiteX95865" fmla="*/ 742460 w 2119654"/>
              <a:gd name="connsiteY95865" fmla="*/ 417565 h 2398711"/>
              <a:gd name="connsiteX95866" fmla="*/ 730187 w 2119654"/>
              <a:gd name="connsiteY95866" fmla="*/ 444380 h 2398711"/>
              <a:gd name="connsiteX95867" fmla="*/ 730237 w 2119654"/>
              <a:gd name="connsiteY95867" fmla="*/ 445881 h 2398711"/>
              <a:gd name="connsiteX95868" fmla="*/ 730357 w 2119654"/>
              <a:gd name="connsiteY95868" fmla="*/ 446040 h 2398711"/>
              <a:gd name="connsiteX95869" fmla="*/ 733746 w 2119654"/>
              <a:gd name="connsiteY95869" fmla="*/ 448437 h 2398711"/>
              <a:gd name="connsiteX95870" fmla="*/ 730782 w 2119654"/>
              <a:gd name="connsiteY95870" fmla="*/ 444799 h 2398711"/>
              <a:gd name="connsiteX95871" fmla="*/ 650745 w 2119654"/>
              <a:gd name="connsiteY95871" fmla="*/ 622261 h 2398711"/>
              <a:gd name="connsiteX95872" fmla="*/ 651727 w 2119654"/>
              <a:gd name="connsiteY95872" fmla="*/ 621658 h 2398711"/>
              <a:gd name="connsiteX95873" fmla="*/ 651783 w 2119654"/>
              <a:gd name="connsiteY95873" fmla="*/ 620725 h 2398711"/>
              <a:gd name="connsiteX95874" fmla="*/ 260726 w 2119654"/>
              <a:gd name="connsiteY95874" fmla="*/ 1495107 h 2398711"/>
              <a:gd name="connsiteX95875" fmla="*/ 265865 w 2119654"/>
              <a:gd name="connsiteY95875" fmla="*/ 1501331 h 2398711"/>
              <a:gd name="connsiteX95876" fmla="*/ 273137 w 2119654"/>
              <a:gd name="connsiteY95876" fmla="*/ 1501791 h 2398711"/>
              <a:gd name="connsiteX95877" fmla="*/ 712106 w 2119654"/>
              <a:gd name="connsiteY95877" fmla="*/ 484214 h 2398711"/>
              <a:gd name="connsiteX95878" fmla="*/ 711454 w 2119654"/>
              <a:gd name="connsiteY95878" fmla="*/ 487096 h 2398711"/>
              <a:gd name="connsiteX95879" fmla="*/ 711239 w 2119654"/>
              <a:gd name="connsiteY95879" fmla="*/ 488451 h 2398711"/>
              <a:gd name="connsiteX95880" fmla="*/ 711240 w 2119654"/>
              <a:gd name="connsiteY95880" fmla="*/ 488799 h 2398711"/>
              <a:gd name="connsiteX95881" fmla="*/ 713783 w 2119654"/>
              <a:gd name="connsiteY95881" fmla="*/ 485434 h 2398711"/>
              <a:gd name="connsiteX95882" fmla="*/ 686955 w 2119654"/>
              <a:gd name="connsiteY95882" fmla="*/ 540138 h 2398711"/>
              <a:gd name="connsiteX95883" fmla="*/ 686513 w 2119654"/>
              <a:gd name="connsiteY95883" fmla="*/ 542962 h 2398711"/>
              <a:gd name="connsiteX95884" fmla="*/ 689749 w 2119654"/>
              <a:gd name="connsiteY95884" fmla="*/ 546666 h 2398711"/>
              <a:gd name="connsiteX95885" fmla="*/ 688789 w 2119654"/>
              <a:gd name="connsiteY95885" fmla="*/ 542106 h 2398711"/>
              <a:gd name="connsiteX95886" fmla="*/ 268944 w 2119654"/>
              <a:gd name="connsiteY95886" fmla="*/ 1475918 h 2398711"/>
              <a:gd name="connsiteX95887" fmla="*/ 269454 w 2119654"/>
              <a:gd name="connsiteY95887" fmla="*/ 1476942 h 2398711"/>
              <a:gd name="connsiteX95888" fmla="*/ 270351 w 2119654"/>
              <a:gd name="connsiteY95888" fmla="*/ 1477207 h 2398711"/>
              <a:gd name="connsiteX95889" fmla="*/ 674794 w 2119654"/>
              <a:gd name="connsiteY95889" fmla="*/ 566989 h 2398711"/>
              <a:gd name="connsiteX95890" fmla="*/ 674838 w 2119654"/>
              <a:gd name="connsiteY95890" fmla="*/ 567587 h 2398711"/>
              <a:gd name="connsiteX95891" fmla="*/ 676960 w 2119654"/>
              <a:gd name="connsiteY95891" fmla="*/ 572859 h 2398711"/>
              <a:gd name="connsiteX95892" fmla="*/ 676962 w 2119654"/>
              <a:gd name="connsiteY95892" fmla="*/ 572851 h 2398711"/>
              <a:gd name="connsiteX95893" fmla="*/ 676950 w 2119654"/>
              <a:gd name="connsiteY95893" fmla="*/ 562088 h 2398711"/>
              <a:gd name="connsiteX95894" fmla="*/ 677267 w 2119654"/>
              <a:gd name="connsiteY95894" fmla="*/ 562945 h 2398711"/>
              <a:gd name="connsiteX95895" fmla="*/ 679072 w 2119654"/>
              <a:gd name="connsiteY95895" fmla="*/ 564071 h 2398711"/>
              <a:gd name="connsiteX95896" fmla="*/ 679322 w 2119654"/>
              <a:gd name="connsiteY95896" fmla="*/ 563053 h 2398711"/>
              <a:gd name="connsiteX95897" fmla="*/ 712511 w 2119654"/>
              <a:gd name="connsiteY95897" fmla="*/ 482422 h 2398711"/>
              <a:gd name="connsiteX95898" fmla="*/ 712305 w 2119654"/>
              <a:gd name="connsiteY95898" fmla="*/ 483337 h 2398711"/>
              <a:gd name="connsiteX95899" fmla="*/ 714281 w 2119654"/>
              <a:gd name="connsiteY95899" fmla="*/ 484776 h 2398711"/>
              <a:gd name="connsiteX95900" fmla="*/ 714773 w 2119654"/>
              <a:gd name="connsiteY95900" fmla="*/ 484125 h 2398711"/>
              <a:gd name="connsiteX95901" fmla="*/ 721667 w 2119654"/>
              <a:gd name="connsiteY95901" fmla="*/ 461802 h 2398711"/>
              <a:gd name="connsiteX95902" fmla="*/ 721496 w 2119654"/>
              <a:gd name="connsiteY95902" fmla="*/ 468103 h 2398711"/>
              <a:gd name="connsiteX95903" fmla="*/ 724972 w 2119654"/>
              <a:gd name="connsiteY95903" fmla="*/ 470632 h 2398711"/>
              <a:gd name="connsiteX95904" fmla="*/ 726461 w 2119654"/>
              <a:gd name="connsiteY95904" fmla="*/ 468663 h 2398711"/>
              <a:gd name="connsiteX95905" fmla="*/ 723011 w 2119654"/>
              <a:gd name="connsiteY95905" fmla="*/ 463687 h 2398711"/>
              <a:gd name="connsiteX95906" fmla="*/ 660735 w 2119654"/>
              <a:gd name="connsiteY95906" fmla="*/ 598216 h 2398711"/>
              <a:gd name="connsiteX95907" fmla="*/ 660316 w 2119654"/>
              <a:gd name="connsiteY95907" fmla="*/ 601904 h 2398711"/>
              <a:gd name="connsiteX95908" fmla="*/ 660918 w 2119654"/>
              <a:gd name="connsiteY95908" fmla="*/ 598426 h 2398711"/>
              <a:gd name="connsiteX95909" fmla="*/ 688211 w 2119654"/>
              <a:gd name="connsiteY95909" fmla="*/ 536408 h 2398711"/>
              <a:gd name="connsiteX95910" fmla="*/ 688418 w 2119654"/>
              <a:gd name="connsiteY95910" fmla="*/ 537403 h 2398711"/>
              <a:gd name="connsiteX95911" fmla="*/ 691714 w 2119654"/>
              <a:gd name="connsiteY95911" fmla="*/ 539143 h 2398711"/>
              <a:gd name="connsiteX95912" fmla="*/ 691420 w 2119654"/>
              <a:gd name="connsiteY95912" fmla="*/ 537913 h 2398711"/>
              <a:gd name="connsiteX95913" fmla="*/ 803531 w 2119654"/>
              <a:gd name="connsiteY95913" fmla="*/ 277988 h 2398711"/>
              <a:gd name="connsiteX95914" fmla="*/ 803736 w 2119654"/>
              <a:gd name="connsiteY95914" fmla="*/ 283459 h 2398711"/>
              <a:gd name="connsiteX95915" fmla="*/ 803985 w 2119654"/>
              <a:gd name="connsiteY95915" fmla="*/ 281659 h 2398711"/>
              <a:gd name="connsiteX95916" fmla="*/ 804344 w 2119654"/>
              <a:gd name="connsiteY95916" fmla="*/ 279805 h 2398711"/>
              <a:gd name="connsiteX95917" fmla="*/ 653708 w 2119654"/>
              <a:gd name="connsiteY95917" fmla="*/ 613443 h 2398711"/>
              <a:gd name="connsiteX95918" fmla="*/ 654002 w 2119654"/>
              <a:gd name="connsiteY95918" fmla="*/ 613928 h 2398711"/>
              <a:gd name="connsiteX95919" fmla="*/ 654182 w 2119654"/>
              <a:gd name="connsiteY95919" fmla="*/ 613662 h 2398711"/>
              <a:gd name="connsiteX95920" fmla="*/ 654158 w 2119654"/>
              <a:gd name="connsiteY95920" fmla="*/ 613599 h 2398711"/>
              <a:gd name="connsiteX95921" fmla="*/ 717566 w 2119654"/>
              <a:gd name="connsiteY95921" fmla="*/ 470449 h 2398711"/>
              <a:gd name="connsiteX95922" fmla="*/ 717651 w 2119654"/>
              <a:gd name="connsiteY95922" fmla="*/ 473082 h 2398711"/>
              <a:gd name="connsiteX95923" fmla="*/ 720271 w 2119654"/>
              <a:gd name="connsiteY95923" fmla="*/ 476853 h 2398711"/>
              <a:gd name="connsiteX95924" fmla="*/ 720889 w 2119654"/>
              <a:gd name="connsiteY95924" fmla="*/ 476035 h 2398711"/>
              <a:gd name="connsiteX95925" fmla="*/ 720945 w 2119654"/>
              <a:gd name="connsiteY95925" fmla="*/ 473987 h 2398711"/>
              <a:gd name="connsiteX95926" fmla="*/ 691031 w 2119654"/>
              <a:gd name="connsiteY95926" fmla="*/ 529839 h 2398711"/>
              <a:gd name="connsiteX95927" fmla="*/ 691485 w 2119654"/>
              <a:gd name="connsiteY95927" fmla="*/ 531743 h 2398711"/>
              <a:gd name="connsiteX95928" fmla="*/ 695663 w 2119654"/>
              <a:gd name="connsiteY95928" fmla="*/ 534888 h 2398711"/>
              <a:gd name="connsiteX95929" fmla="*/ 694665 w 2119654"/>
              <a:gd name="connsiteY95929" fmla="*/ 533730 h 2398711"/>
              <a:gd name="connsiteX95930" fmla="*/ 692432 w 2119654"/>
              <a:gd name="connsiteY95930" fmla="*/ 531339 h 2398711"/>
              <a:gd name="connsiteX95931" fmla="*/ 691861 w 2119654"/>
              <a:gd name="connsiteY95931" fmla="*/ 531014 h 2398711"/>
              <a:gd name="connsiteX95932" fmla="*/ 692096 w 2119654"/>
              <a:gd name="connsiteY95932" fmla="*/ 530979 h 2398711"/>
              <a:gd name="connsiteX95933" fmla="*/ 316859 w 2119654"/>
              <a:gd name="connsiteY95933" fmla="*/ 1367458 h 2398711"/>
              <a:gd name="connsiteX95934" fmla="*/ 316869 w 2119654"/>
              <a:gd name="connsiteY95934" fmla="*/ 1367496 h 2398711"/>
              <a:gd name="connsiteX95935" fmla="*/ 319113 w 2119654"/>
              <a:gd name="connsiteY95935" fmla="*/ 1369227 h 2398711"/>
              <a:gd name="connsiteX95936" fmla="*/ 320193 w 2119654"/>
              <a:gd name="connsiteY95936" fmla="*/ 1369599 h 2398711"/>
              <a:gd name="connsiteX95937" fmla="*/ 319684 w 2119654"/>
              <a:gd name="connsiteY95937" fmla="*/ 1369081 h 2398711"/>
              <a:gd name="connsiteX95938" fmla="*/ 319353 w 2119654"/>
              <a:gd name="connsiteY95938" fmla="*/ 1368826 h 2398711"/>
              <a:gd name="connsiteX95939" fmla="*/ 250029 w 2119654"/>
              <a:gd name="connsiteY95939" fmla="*/ 1516907 h 2398711"/>
              <a:gd name="connsiteX95940" fmla="*/ 263933 w 2119654"/>
              <a:gd name="connsiteY95940" fmla="*/ 1529681 h 2398711"/>
              <a:gd name="connsiteX95941" fmla="*/ 264267 w 2119654"/>
              <a:gd name="connsiteY95941" fmla="*/ 1529964 h 2398711"/>
              <a:gd name="connsiteX95942" fmla="*/ 266790 w 2119654"/>
              <a:gd name="connsiteY95942" fmla="*/ 1530744 h 2398711"/>
              <a:gd name="connsiteX95943" fmla="*/ 267785 w 2119654"/>
              <a:gd name="connsiteY95943" fmla="*/ 1531037 h 2398711"/>
              <a:gd name="connsiteX95944" fmla="*/ 263059 w 2119654"/>
              <a:gd name="connsiteY95944" fmla="*/ 1524125 h 2398711"/>
              <a:gd name="connsiteX95945" fmla="*/ 251163 w 2119654"/>
              <a:gd name="connsiteY95945" fmla="*/ 1517326 h 2398711"/>
              <a:gd name="connsiteX95946" fmla="*/ 687413 w 2119654"/>
              <a:gd name="connsiteY95946" fmla="*/ 537210 h 2398711"/>
              <a:gd name="connsiteX95947" fmla="*/ 687041 w 2119654"/>
              <a:gd name="connsiteY95947" fmla="*/ 539589 h 2398711"/>
              <a:gd name="connsiteX95948" fmla="*/ 688614 w 2119654"/>
              <a:gd name="connsiteY95948" fmla="*/ 541279 h 2398711"/>
              <a:gd name="connsiteX95949" fmla="*/ 687801 w 2119654"/>
              <a:gd name="connsiteY95949" fmla="*/ 537415 h 2398711"/>
              <a:gd name="connsiteX95950" fmla="*/ 283394 w 2119654"/>
              <a:gd name="connsiteY95950" fmla="*/ 1441513 h 2398711"/>
              <a:gd name="connsiteX95951" fmla="*/ 296059 w 2119654"/>
              <a:gd name="connsiteY95951" fmla="*/ 1451099 h 2398711"/>
              <a:gd name="connsiteX95952" fmla="*/ 296360 w 2119654"/>
              <a:gd name="connsiteY95952" fmla="*/ 1451223 h 2398711"/>
              <a:gd name="connsiteX95953" fmla="*/ 285356 w 2119654"/>
              <a:gd name="connsiteY95953" fmla="*/ 1442567 h 2398711"/>
              <a:gd name="connsiteX95954" fmla="*/ 687561 w 2119654"/>
              <a:gd name="connsiteY95954" fmla="*/ 536273 h 2398711"/>
              <a:gd name="connsiteX95955" fmla="*/ 687463 w 2119654"/>
              <a:gd name="connsiteY95955" fmla="*/ 536897 h 2398711"/>
              <a:gd name="connsiteX95956" fmla="*/ 687721 w 2119654"/>
              <a:gd name="connsiteY95956" fmla="*/ 537033 h 2398711"/>
              <a:gd name="connsiteX95957" fmla="*/ 697553 w 2119654"/>
              <a:gd name="connsiteY95957" fmla="*/ 513819 h 2398711"/>
              <a:gd name="connsiteX95958" fmla="*/ 698271 w 2119654"/>
              <a:gd name="connsiteY95958" fmla="*/ 517542 h 2398711"/>
              <a:gd name="connsiteX95959" fmla="*/ 700616 w 2119654"/>
              <a:gd name="connsiteY95959" fmla="*/ 519894 h 2398711"/>
              <a:gd name="connsiteX95960" fmla="*/ 701147 w 2119654"/>
              <a:gd name="connsiteY95960" fmla="*/ 515743 h 2398711"/>
              <a:gd name="connsiteX95961" fmla="*/ 754132 w 2119654"/>
              <a:gd name="connsiteY95961" fmla="*/ 387090 h 2398711"/>
              <a:gd name="connsiteX95962" fmla="*/ 754130 w 2119654"/>
              <a:gd name="connsiteY95962" fmla="*/ 390626 h 2398711"/>
              <a:gd name="connsiteX95963" fmla="*/ 754499 w 2119654"/>
              <a:gd name="connsiteY95963" fmla="*/ 390956 h 2398711"/>
              <a:gd name="connsiteX95964" fmla="*/ 754812 w 2119654"/>
              <a:gd name="connsiteY95964" fmla="*/ 388262 h 2398711"/>
              <a:gd name="connsiteX95965" fmla="*/ 661042 w 2119654"/>
              <a:gd name="connsiteY95965" fmla="*/ 595510 h 2398711"/>
              <a:gd name="connsiteX95966" fmla="*/ 660839 w 2119654"/>
              <a:gd name="connsiteY95966" fmla="*/ 597301 h 2398711"/>
              <a:gd name="connsiteX95967" fmla="*/ 661070 w 2119654"/>
              <a:gd name="connsiteY95967" fmla="*/ 597546 h 2398711"/>
              <a:gd name="connsiteX95968" fmla="*/ 661224 w 2119654"/>
              <a:gd name="connsiteY95968" fmla="*/ 596658 h 2398711"/>
              <a:gd name="connsiteX95969" fmla="*/ 661049 w 2119654"/>
              <a:gd name="connsiteY95969" fmla="*/ 595512 h 2398711"/>
              <a:gd name="connsiteX95970" fmla="*/ 690787 w 2119654"/>
              <a:gd name="connsiteY95970" fmla="*/ 528814 h 2398711"/>
              <a:gd name="connsiteX95971" fmla="*/ 690792 w 2119654"/>
              <a:gd name="connsiteY95971" fmla="*/ 528834 h 2398711"/>
              <a:gd name="connsiteX95972" fmla="*/ 693348 w 2119654"/>
              <a:gd name="connsiteY95972" fmla="*/ 531572 h 2398711"/>
              <a:gd name="connsiteX95973" fmla="*/ 694665 w 2119654"/>
              <a:gd name="connsiteY95973" fmla="*/ 532319 h 2398711"/>
              <a:gd name="connsiteX95974" fmla="*/ 693338 w 2119654"/>
              <a:gd name="connsiteY95974" fmla="*/ 530590 h 2398711"/>
              <a:gd name="connsiteX95975" fmla="*/ 258098 w 2119654"/>
              <a:gd name="connsiteY95975" fmla="*/ 1497544 h 2398711"/>
              <a:gd name="connsiteX95976" fmla="*/ 260910 w 2119654"/>
              <a:gd name="connsiteY95976" fmla="*/ 1501017 h 2398711"/>
              <a:gd name="connsiteX95977" fmla="*/ 263284 w 2119654"/>
              <a:gd name="connsiteY95977" fmla="*/ 1501167 h 2398711"/>
              <a:gd name="connsiteX95978" fmla="*/ 660050 w 2119654"/>
              <a:gd name="connsiteY95978" fmla="*/ 597430 h 2398711"/>
              <a:gd name="connsiteX95979" fmla="*/ 660048 w 2119654"/>
              <a:gd name="connsiteY95979" fmla="*/ 600613 h 2398711"/>
              <a:gd name="connsiteX95980" fmla="*/ 660401 w 2119654"/>
              <a:gd name="connsiteY95980" fmla="*/ 597834 h 2398711"/>
              <a:gd name="connsiteX95981" fmla="*/ 294807 w 2119654"/>
              <a:gd name="connsiteY95981" fmla="*/ 1414876 h 2398711"/>
              <a:gd name="connsiteX95982" fmla="*/ 297721 w 2119654"/>
              <a:gd name="connsiteY95982" fmla="*/ 1419081 h 2398711"/>
              <a:gd name="connsiteX95983" fmla="*/ 301840 w 2119654"/>
              <a:gd name="connsiteY95983" fmla="*/ 1423133 h 2398711"/>
              <a:gd name="connsiteX95984" fmla="*/ 303528 w 2119654"/>
              <a:gd name="connsiteY95984" fmla="*/ 1423747 h 2398711"/>
              <a:gd name="connsiteX95985" fmla="*/ 303394 w 2119654"/>
              <a:gd name="connsiteY95985" fmla="*/ 1423543 h 2398711"/>
              <a:gd name="connsiteX95986" fmla="*/ 297713 w 2119654"/>
              <a:gd name="connsiteY95986" fmla="*/ 1416668 h 2398711"/>
              <a:gd name="connsiteX95987" fmla="*/ 253475 w 2119654"/>
              <a:gd name="connsiteY95987" fmla="*/ 1507246 h 2398711"/>
              <a:gd name="connsiteX95988" fmla="*/ 255230 w 2119654"/>
              <a:gd name="connsiteY95988" fmla="*/ 1509814 h 2398711"/>
              <a:gd name="connsiteX95989" fmla="*/ 257885 w 2119654"/>
              <a:gd name="connsiteY95989" fmla="*/ 1510069 h 2398711"/>
              <a:gd name="connsiteX95990" fmla="*/ 255808 w 2119654"/>
              <a:gd name="connsiteY95990" fmla="*/ 1508165 h 2398711"/>
              <a:gd name="connsiteX95991" fmla="*/ 658465 w 2119654"/>
              <a:gd name="connsiteY95991" fmla="*/ 600293 h 2398711"/>
              <a:gd name="connsiteX95992" fmla="*/ 658110 w 2119654"/>
              <a:gd name="connsiteY95992" fmla="*/ 601752 h 2398711"/>
              <a:gd name="connsiteX95993" fmla="*/ 658822 w 2119654"/>
              <a:gd name="connsiteY95993" fmla="*/ 602711 h 2398711"/>
              <a:gd name="connsiteX95994" fmla="*/ 713955 w 2119654"/>
              <a:gd name="connsiteY95994" fmla="*/ 476040 h 2398711"/>
              <a:gd name="connsiteX95995" fmla="*/ 712806 w 2119654"/>
              <a:gd name="connsiteY95995" fmla="*/ 481119 h 2398711"/>
              <a:gd name="connsiteX95996" fmla="*/ 715905 w 2119654"/>
              <a:gd name="connsiteY95996" fmla="*/ 482629 h 2398711"/>
              <a:gd name="connsiteX95997" fmla="*/ 717532 w 2119654"/>
              <a:gd name="connsiteY95997" fmla="*/ 480477 h 2398711"/>
              <a:gd name="connsiteX95998" fmla="*/ 717473 w 2119654"/>
              <a:gd name="connsiteY95998" fmla="*/ 478654 h 2398711"/>
              <a:gd name="connsiteX95999" fmla="*/ 716114 w 2119654"/>
              <a:gd name="connsiteY95999" fmla="*/ 477426 h 2398711"/>
              <a:gd name="connsiteX96000" fmla="*/ 292763 w 2119654"/>
              <a:gd name="connsiteY96000" fmla="*/ 1419124 h 2398711"/>
              <a:gd name="connsiteX96001" fmla="*/ 293173 w 2119654"/>
              <a:gd name="connsiteY96001" fmla="*/ 1419986 h 2398711"/>
              <a:gd name="connsiteX96002" fmla="*/ 294835 w 2119654"/>
              <a:gd name="connsiteY96002" fmla="*/ 1420590 h 2398711"/>
              <a:gd name="connsiteX96003" fmla="*/ 263226 w 2119654"/>
              <a:gd name="connsiteY96003" fmla="*/ 1485217 h 2398711"/>
              <a:gd name="connsiteX96004" fmla="*/ 268490 w 2119654"/>
              <a:gd name="connsiteY96004" fmla="*/ 1488270 h 2398711"/>
              <a:gd name="connsiteX96005" fmla="*/ 267652 w 2119654"/>
              <a:gd name="connsiteY96005" fmla="*/ 1486587 h 2398711"/>
              <a:gd name="connsiteX96006" fmla="*/ 687878 w 2119654"/>
              <a:gd name="connsiteY96006" fmla="*/ 534245 h 2398711"/>
              <a:gd name="connsiteX96007" fmla="*/ 687828 w 2119654"/>
              <a:gd name="connsiteY96007" fmla="*/ 534568 h 2398711"/>
              <a:gd name="connsiteX96008" fmla="*/ 688131 w 2119654"/>
              <a:gd name="connsiteY96008" fmla="*/ 536031 h 2398711"/>
              <a:gd name="connsiteX96009" fmla="*/ 691328 w 2119654"/>
              <a:gd name="connsiteY96009" fmla="*/ 537530 h 2398711"/>
              <a:gd name="connsiteX96010" fmla="*/ 691038 w 2119654"/>
              <a:gd name="connsiteY96010" fmla="*/ 536312 h 2398711"/>
              <a:gd name="connsiteX96011" fmla="*/ 270888 w 2119654"/>
              <a:gd name="connsiteY96011" fmla="*/ 1467820 h 2398711"/>
              <a:gd name="connsiteX96012" fmla="*/ 279330 w 2119654"/>
              <a:gd name="connsiteY96012" fmla="*/ 1479869 h 2398711"/>
              <a:gd name="connsiteX96013" fmla="*/ 281666 w 2119654"/>
              <a:gd name="connsiteY96013" fmla="*/ 1480562 h 2398711"/>
              <a:gd name="connsiteX96014" fmla="*/ 277744 w 2119654"/>
              <a:gd name="connsiteY96014" fmla="*/ 1475724 h 2398711"/>
              <a:gd name="connsiteX96015" fmla="*/ 277736 w 2119654"/>
              <a:gd name="connsiteY96015" fmla="*/ 1475206 h 2398711"/>
              <a:gd name="connsiteX96016" fmla="*/ 282210 w 2119654"/>
              <a:gd name="connsiteY96016" fmla="*/ 1480723 h 2398711"/>
              <a:gd name="connsiteX96017" fmla="*/ 284736 w 2119654"/>
              <a:gd name="connsiteY96017" fmla="*/ 1481472 h 2398711"/>
              <a:gd name="connsiteX96018" fmla="*/ 276827 w 2119654"/>
              <a:gd name="connsiteY96018" fmla="*/ 1469611 h 2398711"/>
              <a:gd name="connsiteX96019" fmla="*/ 276645 w 2119654"/>
              <a:gd name="connsiteY96019" fmla="*/ 1469543 h 2398711"/>
              <a:gd name="connsiteX96020" fmla="*/ 649897 w 2119654"/>
              <a:gd name="connsiteY96020" fmla="*/ 619114 h 2398711"/>
              <a:gd name="connsiteX96021" fmla="*/ 649923 w 2119654"/>
              <a:gd name="connsiteY96021" fmla="*/ 619971 h 2398711"/>
              <a:gd name="connsiteX96022" fmla="*/ 650120 w 2119654"/>
              <a:gd name="connsiteY96022" fmla="*/ 619679 h 2398711"/>
              <a:gd name="connsiteX96023" fmla="*/ 650142 w 2119654"/>
              <a:gd name="connsiteY96023" fmla="*/ 619303 h 2398711"/>
              <a:gd name="connsiteX96024" fmla="*/ 245480 w 2119654"/>
              <a:gd name="connsiteY96024" fmla="*/ 1524568 h 2398711"/>
              <a:gd name="connsiteX96025" fmla="*/ 247906 w 2119654"/>
              <a:gd name="connsiteY96025" fmla="*/ 1526307 h 2398711"/>
              <a:gd name="connsiteX96026" fmla="*/ 248981 w 2119654"/>
              <a:gd name="connsiteY96026" fmla="*/ 1526965 h 2398711"/>
              <a:gd name="connsiteX96027" fmla="*/ 248641 w 2119654"/>
              <a:gd name="connsiteY96027" fmla="*/ 1526373 h 2398711"/>
              <a:gd name="connsiteX96028" fmla="*/ 702323 w 2119654"/>
              <a:gd name="connsiteY96028" fmla="*/ 501607 h 2398711"/>
              <a:gd name="connsiteX96029" fmla="*/ 702861 w 2119654"/>
              <a:gd name="connsiteY96029" fmla="*/ 502376 h 2398711"/>
              <a:gd name="connsiteX96030" fmla="*/ 703084 w 2119654"/>
              <a:gd name="connsiteY96030" fmla="*/ 500630 h 2398711"/>
              <a:gd name="connsiteX96031" fmla="*/ 703053 w 2119654"/>
              <a:gd name="connsiteY96031" fmla="*/ 500615 h 2398711"/>
              <a:gd name="connsiteX96032" fmla="*/ 220065 w 2119654"/>
              <a:gd name="connsiteY96032" fmla="*/ 1581349 h 2398711"/>
              <a:gd name="connsiteX96033" fmla="*/ 224555 w 2119654"/>
              <a:gd name="connsiteY96033" fmla="*/ 1585471 h 2398711"/>
              <a:gd name="connsiteX96034" fmla="*/ 229027 w 2119654"/>
              <a:gd name="connsiteY96034" fmla="*/ 1586887 h 2398711"/>
              <a:gd name="connsiteX96035" fmla="*/ 227147 w 2119654"/>
              <a:gd name="connsiteY96035" fmla="*/ 1584898 h 2398711"/>
              <a:gd name="connsiteX96036" fmla="*/ 262125 w 2119654"/>
              <a:gd name="connsiteY96036" fmla="*/ 1487142 h 2398711"/>
              <a:gd name="connsiteX96037" fmla="*/ 268601 w 2119654"/>
              <a:gd name="connsiteY96037" fmla="*/ 1492368 h 2398711"/>
              <a:gd name="connsiteX96038" fmla="*/ 265099 w 2119654"/>
              <a:gd name="connsiteY96038" fmla="*/ 1488911 h 2398711"/>
              <a:gd name="connsiteX96039" fmla="*/ 304579 w 2119654"/>
              <a:gd name="connsiteY96039" fmla="*/ 1392040 h 2398711"/>
              <a:gd name="connsiteX96040" fmla="*/ 304999 w 2119654"/>
              <a:gd name="connsiteY96040" fmla="*/ 1393220 h 2398711"/>
              <a:gd name="connsiteX96041" fmla="*/ 314235 w 2119654"/>
              <a:gd name="connsiteY96041" fmla="*/ 1396857 h 2398711"/>
              <a:gd name="connsiteX96042" fmla="*/ 308733 w 2119654"/>
              <a:gd name="connsiteY96042" fmla="*/ 1393066 h 2398711"/>
              <a:gd name="connsiteX96043" fmla="*/ 685643 w 2119654"/>
              <a:gd name="connsiteY96043" fmla="*/ 538730 h 2398711"/>
              <a:gd name="connsiteX96044" fmla="*/ 685323 w 2119654"/>
              <a:gd name="connsiteY96044" fmla="*/ 540031 h 2398711"/>
              <a:gd name="connsiteX96045" fmla="*/ 685037 w 2119654"/>
              <a:gd name="connsiteY96045" fmla="*/ 541271 h 2398711"/>
              <a:gd name="connsiteX96046" fmla="*/ 686121 w 2119654"/>
              <a:gd name="connsiteY96046" fmla="*/ 542514 h 2398711"/>
              <a:gd name="connsiteX96047" fmla="*/ 686560 w 2119654"/>
              <a:gd name="connsiteY96047" fmla="*/ 539714 h 2398711"/>
              <a:gd name="connsiteX96048" fmla="*/ 243077 w 2119654"/>
              <a:gd name="connsiteY96048" fmla="*/ 1529613 h 2398711"/>
              <a:gd name="connsiteX96049" fmla="*/ 244575 w 2119654"/>
              <a:gd name="connsiteY96049" fmla="*/ 1531426 h 2398711"/>
              <a:gd name="connsiteX96050" fmla="*/ 245345 w 2119654"/>
              <a:gd name="connsiteY96050" fmla="*/ 1531593 h 2398711"/>
              <a:gd name="connsiteX96051" fmla="*/ 243643 w 2119654"/>
              <a:gd name="connsiteY96051" fmla="*/ 1529792 h 2398711"/>
              <a:gd name="connsiteX96052" fmla="*/ 690825 w 2119654"/>
              <a:gd name="connsiteY96052" fmla="*/ 526895 h 2398711"/>
              <a:gd name="connsiteX96053" fmla="*/ 693671 w 2119654"/>
              <a:gd name="connsiteY96053" fmla="*/ 530608 h 2398711"/>
              <a:gd name="connsiteX96054" fmla="*/ 696565 w 2119654"/>
              <a:gd name="connsiteY96054" fmla="*/ 532623 h 2398711"/>
              <a:gd name="connsiteX96055" fmla="*/ 696060 w 2119654"/>
              <a:gd name="connsiteY96055" fmla="*/ 530006 h 2398711"/>
              <a:gd name="connsiteX96056" fmla="*/ 701571 w 2119654"/>
              <a:gd name="connsiteY96056" fmla="*/ 502631 h 2398711"/>
              <a:gd name="connsiteX96057" fmla="*/ 702200 w 2119654"/>
              <a:gd name="connsiteY96057" fmla="*/ 503267 h 2398711"/>
              <a:gd name="connsiteX96058" fmla="*/ 701908 w 2119654"/>
              <a:gd name="connsiteY96058" fmla="*/ 502851 h 2398711"/>
              <a:gd name="connsiteX96059" fmla="*/ 701580 w 2119654"/>
              <a:gd name="connsiteY96059" fmla="*/ 502619 h 2398711"/>
              <a:gd name="connsiteX96060" fmla="*/ 713531 w 2119654"/>
              <a:gd name="connsiteY96060" fmla="*/ 475767 h 2398711"/>
              <a:gd name="connsiteX96061" fmla="*/ 712920 w 2119654"/>
              <a:gd name="connsiteY96061" fmla="*/ 478781 h 2398711"/>
              <a:gd name="connsiteX96062" fmla="*/ 713593 w 2119654"/>
              <a:gd name="connsiteY96062" fmla="*/ 475807 h 2398711"/>
              <a:gd name="connsiteX96063" fmla="*/ 713647 w 2119654"/>
              <a:gd name="connsiteY96063" fmla="*/ 475195 h 2398711"/>
              <a:gd name="connsiteX96064" fmla="*/ 713640 w 2119654"/>
              <a:gd name="connsiteY96064" fmla="*/ 475230 h 2398711"/>
              <a:gd name="connsiteX96065" fmla="*/ 713713 w 2119654"/>
              <a:gd name="connsiteY96065" fmla="*/ 475277 h 2398711"/>
              <a:gd name="connsiteX96066" fmla="*/ 713717 w 2119654"/>
              <a:gd name="connsiteY96066" fmla="*/ 475259 h 2398711"/>
              <a:gd name="connsiteX96067" fmla="*/ 660051 w 2119654"/>
              <a:gd name="connsiteY96067" fmla="*/ 595166 h 2398711"/>
              <a:gd name="connsiteX96068" fmla="*/ 660050 w 2119654"/>
              <a:gd name="connsiteY96068" fmla="*/ 596466 h 2398711"/>
              <a:gd name="connsiteX96069" fmla="*/ 660513 w 2119654"/>
              <a:gd name="connsiteY96069" fmla="*/ 596956 h 2398711"/>
              <a:gd name="connsiteX96070" fmla="*/ 660712 w 2119654"/>
              <a:gd name="connsiteY96070" fmla="*/ 595396 h 2398711"/>
              <a:gd name="connsiteX96071" fmla="*/ 700964 w 2119654"/>
              <a:gd name="connsiteY96071" fmla="*/ 503456 h 2398711"/>
              <a:gd name="connsiteX96072" fmla="*/ 702052 w 2119654"/>
              <a:gd name="connsiteY96072" fmla="*/ 508690 h 2398711"/>
              <a:gd name="connsiteX96073" fmla="*/ 702531 w 2119654"/>
              <a:gd name="connsiteY96073" fmla="*/ 504950 h 2398711"/>
              <a:gd name="connsiteX96074" fmla="*/ 700972 w 2119654"/>
              <a:gd name="connsiteY96074" fmla="*/ 503445 h 2398711"/>
              <a:gd name="connsiteX96075" fmla="*/ 686177 w 2119654"/>
              <a:gd name="connsiteY96075" fmla="*/ 536557 h 2398711"/>
              <a:gd name="connsiteX96076" fmla="*/ 685766 w 2119654"/>
              <a:gd name="connsiteY96076" fmla="*/ 538230 h 2398711"/>
              <a:gd name="connsiteX96077" fmla="*/ 685979 w 2119654"/>
              <a:gd name="connsiteY96077" fmla="*/ 538449 h 2398711"/>
              <a:gd name="connsiteX96078" fmla="*/ 686646 w 2119654"/>
              <a:gd name="connsiteY96078" fmla="*/ 539164 h 2398711"/>
              <a:gd name="connsiteX96079" fmla="*/ 686987 w 2119654"/>
              <a:gd name="connsiteY96079" fmla="*/ 536985 h 2398711"/>
              <a:gd name="connsiteX96080" fmla="*/ 241977 w 2119654"/>
              <a:gd name="connsiteY96080" fmla="*/ 1531046 h 2398711"/>
              <a:gd name="connsiteX96081" fmla="*/ 242846 w 2119654"/>
              <a:gd name="connsiteY96081" fmla="*/ 1531522 h 2398711"/>
              <a:gd name="connsiteX96082" fmla="*/ 242558 w 2119654"/>
              <a:gd name="connsiteY96082" fmla="*/ 1531172 h 2398711"/>
              <a:gd name="connsiteX96083" fmla="*/ 686420 w 2119654"/>
              <a:gd name="connsiteY96083" fmla="*/ 535569 h 2398711"/>
              <a:gd name="connsiteX96084" fmla="*/ 686251 w 2119654"/>
              <a:gd name="connsiteY96084" fmla="*/ 536259 h 2398711"/>
              <a:gd name="connsiteX96085" fmla="*/ 687035 w 2119654"/>
              <a:gd name="connsiteY96085" fmla="*/ 536674 h 2398711"/>
              <a:gd name="connsiteX96086" fmla="*/ 687154 w 2119654"/>
              <a:gd name="connsiteY96086" fmla="*/ 535913 h 2398711"/>
              <a:gd name="connsiteX96087" fmla="*/ 312722 w 2119654"/>
              <a:gd name="connsiteY96087" fmla="*/ 1372323 h 2398711"/>
              <a:gd name="connsiteX96088" fmla="*/ 314367 w 2119654"/>
              <a:gd name="connsiteY96088" fmla="*/ 1375194 h 2398711"/>
              <a:gd name="connsiteX96089" fmla="*/ 315678 w 2119654"/>
              <a:gd name="connsiteY96089" fmla="*/ 1375913 h 2398711"/>
              <a:gd name="connsiteX96090" fmla="*/ 314393 w 2119654"/>
              <a:gd name="connsiteY96090" fmla="*/ 1373117 h 2398711"/>
              <a:gd name="connsiteX96091" fmla="*/ 744791 w 2119654"/>
              <a:gd name="connsiteY96091" fmla="*/ 404617 h 2398711"/>
              <a:gd name="connsiteX96092" fmla="*/ 742306 w 2119654"/>
              <a:gd name="connsiteY96092" fmla="*/ 417003 h 2398711"/>
              <a:gd name="connsiteX96093" fmla="*/ 742437 w 2119654"/>
              <a:gd name="connsiteY96093" fmla="*/ 417081 h 2398711"/>
              <a:gd name="connsiteX96094" fmla="*/ 747768 w 2119654"/>
              <a:gd name="connsiteY96094" fmla="*/ 419128 h 2398711"/>
              <a:gd name="connsiteX96095" fmla="*/ 750726 w 2119654"/>
              <a:gd name="connsiteY96095" fmla="*/ 406988 h 2398711"/>
              <a:gd name="connsiteX96096" fmla="*/ 285769 w 2119654"/>
              <a:gd name="connsiteY96096" fmla="*/ 1432448 h 2398711"/>
              <a:gd name="connsiteX96097" fmla="*/ 289489 w 2119654"/>
              <a:gd name="connsiteY96097" fmla="*/ 1435774 h 2398711"/>
              <a:gd name="connsiteX96098" fmla="*/ 289721 w 2119654"/>
              <a:gd name="connsiteY96098" fmla="*/ 1435864 h 2398711"/>
              <a:gd name="connsiteX96099" fmla="*/ 289486 w 2119654"/>
              <a:gd name="connsiteY96099" fmla="*/ 1435262 h 2398711"/>
              <a:gd name="connsiteX96100" fmla="*/ 717418 w 2119654"/>
              <a:gd name="connsiteY96100" fmla="*/ 465899 h 2398711"/>
              <a:gd name="connsiteX96101" fmla="*/ 717433 w 2119654"/>
              <a:gd name="connsiteY96101" fmla="*/ 466398 h 2398711"/>
              <a:gd name="connsiteX96102" fmla="*/ 720114 w 2119654"/>
              <a:gd name="connsiteY96102" fmla="*/ 469203 h 2398711"/>
              <a:gd name="connsiteX96103" fmla="*/ 719812 w 2119654"/>
              <a:gd name="connsiteY96103" fmla="*/ 467641 h 2398711"/>
              <a:gd name="connsiteX96104" fmla="*/ 658194 w 2119654"/>
              <a:gd name="connsiteY96104" fmla="*/ 598449 h 2398711"/>
              <a:gd name="connsiteX96105" fmla="*/ 657873 w 2119654"/>
              <a:gd name="connsiteY96105" fmla="*/ 600999 h 2398711"/>
              <a:gd name="connsiteX96106" fmla="*/ 657940 w 2119654"/>
              <a:gd name="connsiteY96106" fmla="*/ 601281 h 2398711"/>
              <a:gd name="connsiteX96107" fmla="*/ 658273 w 2119654"/>
              <a:gd name="connsiteY96107" fmla="*/ 599914 h 2398711"/>
              <a:gd name="connsiteX96108" fmla="*/ 658396 w 2119654"/>
              <a:gd name="connsiteY96108" fmla="*/ 599818 h 2398711"/>
              <a:gd name="connsiteX96109" fmla="*/ 690250 w 2119654"/>
              <a:gd name="connsiteY96109" fmla="*/ 526563 h 2398711"/>
              <a:gd name="connsiteX96110" fmla="*/ 690726 w 2119654"/>
              <a:gd name="connsiteY96110" fmla="*/ 528559 h 2398711"/>
              <a:gd name="connsiteX96111" fmla="*/ 692989 w 2119654"/>
              <a:gd name="connsiteY96111" fmla="*/ 530134 h 2398711"/>
              <a:gd name="connsiteX96112" fmla="*/ 311424 w 2119654"/>
              <a:gd name="connsiteY96112" fmla="*/ 1374697 h 2398711"/>
              <a:gd name="connsiteX96113" fmla="*/ 312785 w 2119654"/>
              <a:gd name="connsiteY96113" fmla="*/ 1379451 h 2398711"/>
              <a:gd name="connsiteX96114" fmla="*/ 313698 w 2119654"/>
              <a:gd name="connsiteY96114" fmla="*/ 1379677 h 2398711"/>
              <a:gd name="connsiteX96115" fmla="*/ 314465 w 2119654"/>
              <a:gd name="connsiteY96115" fmla="*/ 1378965 h 2398711"/>
              <a:gd name="connsiteX96116" fmla="*/ 314156 w 2119654"/>
              <a:gd name="connsiteY96116" fmla="*/ 1378320 h 2398711"/>
              <a:gd name="connsiteX96117" fmla="*/ 688492 w 2119654"/>
              <a:gd name="connsiteY96117" fmla="*/ 530327 h 2398711"/>
              <a:gd name="connsiteX96118" fmla="*/ 687946 w 2119654"/>
              <a:gd name="connsiteY96118" fmla="*/ 533807 h 2398711"/>
              <a:gd name="connsiteX96119" fmla="*/ 690902 w 2119654"/>
              <a:gd name="connsiteY96119" fmla="*/ 535741 h 2398711"/>
              <a:gd name="connsiteX96120" fmla="*/ 689856 w 2119654"/>
              <a:gd name="connsiteY96120" fmla="*/ 531355 h 2398711"/>
              <a:gd name="connsiteX96121" fmla="*/ 715276 w 2119654"/>
              <a:gd name="connsiteY96121" fmla="*/ 470203 h 2398711"/>
              <a:gd name="connsiteX96122" fmla="*/ 714301 w 2119654"/>
              <a:gd name="connsiteY96122" fmla="*/ 474512 h 2398711"/>
              <a:gd name="connsiteX96123" fmla="*/ 717429 w 2119654"/>
              <a:gd name="connsiteY96123" fmla="*/ 477342 h 2398711"/>
              <a:gd name="connsiteX96124" fmla="*/ 717293 w 2119654"/>
              <a:gd name="connsiteY96124" fmla="*/ 473108 h 2398711"/>
              <a:gd name="connsiteX96125" fmla="*/ 686902 w 2119654"/>
              <a:gd name="connsiteY96125" fmla="*/ 533607 h 2398711"/>
              <a:gd name="connsiteX96126" fmla="*/ 686496 w 2119654"/>
              <a:gd name="connsiteY96126" fmla="*/ 535263 h 2398711"/>
              <a:gd name="connsiteX96127" fmla="*/ 687204 w 2119654"/>
              <a:gd name="connsiteY96127" fmla="*/ 535595 h 2398711"/>
              <a:gd name="connsiteX96128" fmla="*/ 687295 w 2119654"/>
              <a:gd name="connsiteY96128" fmla="*/ 535012 h 2398711"/>
              <a:gd name="connsiteX96129" fmla="*/ 687014 w 2119654"/>
              <a:gd name="connsiteY96129" fmla="*/ 533680 h 2398711"/>
              <a:gd name="connsiteX96130" fmla="*/ 721845 w 2119654"/>
              <a:gd name="connsiteY96130" fmla="*/ 455254 h 2398711"/>
              <a:gd name="connsiteX96131" fmla="*/ 721673 w 2119654"/>
              <a:gd name="connsiteY96131" fmla="*/ 461588 h 2398711"/>
              <a:gd name="connsiteX96132" fmla="*/ 726595 w 2119654"/>
              <a:gd name="connsiteY96132" fmla="*/ 468487 h 2398711"/>
              <a:gd name="connsiteX96133" fmla="*/ 727566 w 2119654"/>
              <a:gd name="connsiteY96133" fmla="*/ 467204 h 2398711"/>
              <a:gd name="connsiteX96134" fmla="*/ 727446 w 2119654"/>
              <a:gd name="connsiteY96134" fmla="*/ 463605 h 2398711"/>
              <a:gd name="connsiteX96135" fmla="*/ 726605 w 2119654"/>
              <a:gd name="connsiteY96135" fmla="*/ 458093 h 2398711"/>
              <a:gd name="connsiteX96136" fmla="*/ 722091 w 2119654"/>
              <a:gd name="connsiteY96136" fmla="*/ 454684 h 2398711"/>
              <a:gd name="connsiteX96137" fmla="*/ 726484 w 2119654"/>
              <a:gd name="connsiteY96137" fmla="*/ 457304 h 2398711"/>
              <a:gd name="connsiteX96138" fmla="*/ 726353 w 2119654"/>
              <a:gd name="connsiteY96138" fmla="*/ 456444 h 2398711"/>
              <a:gd name="connsiteX96139" fmla="*/ 724902 w 2119654"/>
              <a:gd name="connsiteY96139" fmla="*/ 455801 h 2398711"/>
              <a:gd name="connsiteX96140" fmla="*/ 313683 w 2119654"/>
              <a:gd name="connsiteY96140" fmla="*/ 1369124 h 2398711"/>
              <a:gd name="connsiteX96141" fmla="*/ 315415 w 2119654"/>
              <a:gd name="connsiteY96141" fmla="*/ 1372528 h 2398711"/>
              <a:gd name="connsiteX96142" fmla="*/ 316402 w 2119654"/>
              <a:gd name="connsiteY96142" fmla="*/ 1372997 h 2398711"/>
              <a:gd name="connsiteX96143" fmla="*/ 315750 w 2119654"/>
              <a:gd name="connsiteY96143" fmla="*/ 1370719 h 2398711"/>
              <a:gd name="connsiteX96144" fmla="*/ 297614 w 2119654"/>
              <a:gd name="connsiteY96144" fmla="*/ 1405058 h 2398711"/>
              <a:gd name="connsiteX96145" fmla="*/ 299344 w 2119654"/>
              <a:gd name="connsiteY96145" fmla="*/ 1407673 h 2398711"/>
              <a:gd name="connsiteX96146" fmla="*/ 303519 w 2119654"/>
              <a:gd name="connsiteY96146" fmla="*/ 1411247 h 2398711"/>
              <a:gd name="connsiteX96147" fmla="*/ 302823 w 2119654"/>
              <a:gd name="connsiteY96147" fmla="*/ 1410011 h 2398711"/>
              <a:gd name="connsiteX96148" fmla="*/ 298143 w 2119654"/>
              <a:gd name="connsiteY96148" fmla="*/ 1405257 h 2398711"/>
              <a:gd name="connsiteX96149" fmla="*/ 648924 w 2119654"/>
              <a:gd name="connsiteY96149" fmla="*/ 618367 h 2398711"/>
              <a:gd name="connsiteX96150" fmla="*/ 649307 w 2119654"/>
              <a:gd name="connsiteY96150" fmla="*/ 620882 h 2398711"/>
              <a:gd name="connsiteX96151" fmla="*/ 649636 w 2119654"/>
              <a:gd name="connsiteY96151" fmla="*/ 620396 h 2398711"/>
              <a:gd name="connsiteX96152" fmla="*/ 649589 w 2119654"/>
              <a:gd name="connsiteY96152" fmla="*/ 618878 h 2398711"/>
              <a:gd name="connsiteX96153" fmla="*/ 647560 w 2119654"/>
              <a:gd name="connsiteY96153" fmla="*/ 621398 h 2398711"/>
              <a:gd name="connsiteX96154" fmla="*/ 647940 w 2119654"/>
              <a:gd name="connsiteY96154" fmla="*/ 622906 h 2398711"/>
              <a:gd name="connsiteX96155" fmla="*/ 648297 w 2119654"/>
              <a:gd name="connsiteY96155" fmla="*/ 622378 h 2398711"/>
              <a:gd name="connsiteX96156" fmla="*/ 735100 w 2119654"/>
              <a:gd name="connsiteY96156" fmla="*/ 425355 h 2398711"/>
              <a:gd name="connsiteX96157" fmla="*/ 735463 w 2119654"/>
              <a:gd name="connsiteY96157" fmla="*/ 425790 h 2398711"/>
              <a:gd name="connsiteX96158" fmla="*/ 739033 w 2119654"/>
              <a:gd name="connsiteY96158" fmla="*/ 430195 h 2398711"/>
              <a:gd name="connsiteX96159" fmla="*/ 739325 w 2119654"/>
              <a:gd name="connsiteY96159" fmla="*/ 428740 h 2398711"/>
              <a:gd name="connsiteX96160" fmla="*/ 715669 w 2119654"/>
              <a:gd name="connsiteY96160" fmla="*/ 468464 h 2398711"/>
              <a:gd name="connsiteX96161" fmla="*/ 715368 w 2119654"/>
              <a:gd name="connsiteY96161" fmla="*/ 469795 h 2398711"/>
              <a:gd name="connsiteX96162" fmla="*/ 717275 w 2119654"/>
              <a:gd name="connsiteY96162" fmla="*/ 472540 h 2398711"/>
              <a:gd name="connsiteX96163" fmla="*/ 717195 w 2119654"/>
              <a:gd name="connsiteY96163" fmla="*/ 470061 h 2398711"/>
              <a:gd name="connsiteX96164" fmla="*/ 257817 w 2119654"/>
              <a:gd name="connsiteY96164" fmla="*/ 1493541 h 2398711"/>
              <a:gd name="connsiteX96165" fmla="*/ 260112 w 2119654"/>
              <a:gd name="connsiteY96165" fmla="*/ 1495996 h 2398711"/>
              <a:gd name="connsiteX96166" fmla="*/ 258298 w 2119654"/>
              <a:gd name="connsiteY96166" fmla="*/ 1493800 h 2398711"/>
              <a:gd name="connsiteX96167" fmla="*/ 690040 w 2119654"/>
              <a:gd name="connsiteY96167" fmla="*/ 525681 h 2398711"/>
              <a:gd name="connsiteX96168" fmla="*/ 690106 w 2119654"/>
              <a:gd name="connsiteY96168" fmla="*/ 525959 h 2398711"/>
              <a:gd name="connsiteX96169" fmla="*/ 690505 w 2119654"/>
              <a:gd name="connsiteY96169" fmla="*/ 526479 h 2398711"/>
              <a:gd name="connsiteX96170" fmla="*/ 696011 w 2119654"/>
              <a:gd name="connsiteY96170" fmla="*/ 529750 h 2398711"/>
              <a:gd name="connsiteX96171" fmla="*/ 695827 w 2119654"/>
              <a:gd name="connsiteY96171" fmla="*/ 528795 h 2398711"/>
              <a:gd name="connsiteX96172" fmla="*/ 312263 w 2119654"/>
              <a:gd name="connsiteY96172" fmla="*/ 1371521 h 2398711"/>
              <a:gd name="connsiteX96173" fmla="*/ 312433 w 2119654"/>
              <a:gd name="connsiteY96173" fmla="*/ 1371819 h 2398711"/>
              <a:gd name="connsiteX96174" fmla="*/ 314178 w 2119654"/>
              <a:gd name="connsiteY96174" fmla="*/ 1372648 h 2398711"/>
              <a:gd name="connsiteX96175" fmla="*/ 314051 w 2119654"/>
              <a:gd name="connsiteY96175" fmla="*/ 1372371 h 2398711"/>
              <a:gd name="connsiteX96176" fmla="*/ 660052 w 2119654"/>
              <a:gd name="connsiteY96176" fmla="*/ 592622 h 2398711"/>
              <a:gd name="connsiteX96177" fmla="*/ 660052 w 2119654"/>
              <a:gd name="connsiteY96177" fmla="*/ 593798 h 2398711"/>
              <a:gd name="connsiteX96178" fmla="*/ 660823 w 2119654"/>
              <a:gd name="connsiteY96178" fmla="*/ 594031 h 2398711"/>
              <a:gd name="connsiteX96179" fmla="*/ 660723 w 2119654"/>
              <a:gd name="connsiteY96179" fmla="*/ 593372 h 2398711"/>
              <a:gd name="connsiteX96180" fmla="*/ 311143 w 2119654"/>
              <a:gd name="connsiteY96180" fmla="*/ 1373714 h 2398711"/>
              <a:gd name="connsiteX96181" fmla="*/ 311160 w 2119654"/>
              <a:gd name="connsiteY96181" fmla="*/ 1373774 h 2398711"/>
              <a:gd name="connsiteX96182" fmla="*/ 313403 w 2119654"/>
              <a:gd name="connsiteY96182" fmla="*/ 1376747 h 2398711"/>
              <a:gd name="connsiteX96183" fmla="*/ 312236 w 2119654"/>
              <a:gd name="connsiteY96183" fmla="*/ 1374313 h 2398711"/>
              <a:gd name="connsiteX96184" fmla="*/ 684541 w 2119654"/>
              <a:gd name="connsiteY96184" fmla="*/ 537546 h 2398711"/>
              <a:gd name="connsiteX96185" fmla="*/ 684627 w 2119654"/>
              <a:gd name="connsiteY96185" fmla="*/ 540802 h 2398711"/>
              <a:gd name="connsiteX96186" fmla="*/ 684753 w 2119654"/>
              <a:gd name="connsiteY96186" fmla="*/ 540947 h 2398711"/>
              <a:gd name="connsiteX96187" fmla="*/ 685370 w 2119654"/>
              <a:gd name="connsiteY96187" fmla="*/ 538437 h 2398711"/>
              <a:gd name="connsiteX96188" fmla="*/ 658540 w 2119654"/>
              <a:gd name="connsiteY96188" fmla="*/ 595697 h 2398711"/>
              <a:gd name="connsiteX96189" fmla="*/ 658340 w 2119654"/>
              <a:gd name="connsiteY96189" fmla="*/ 597291 h 2398711"/>
              <a:gd name="connsiteX96190" fmla="*/ 658676 w 2119654"/>
              <a:gd name="connsiteY96190" fmla="*/ 599579 h 2398711"/>
              <a:gd name="connsiteX96191" fmla="*/ 659102 w 2119654"/>
              <a:gd name="connsiteY96191" fmla="*/ 602217 h 2398711"/>
              <a:gd name="connsiteX96192" fmla="*/ 659105 w 2119654"/>
              <a:gd name="connsiteY96192" fmla="*/ 596345 h 2398711"/>
              <a:gd name="connsiteX96193" fmla="*/ 688921 w 2119654"/>
              <a:gd name="connsiteY96193" fmla="*/ 527579 h 2398711"/>
              <a:gd name="connsiteX96194" fmla="*/ 688609 w 2119654"/>
              <a:gd name="connsiteY96194" fmla="*/ 529575 h 2398711"/>
              <a:gd name="connsiteX96195" fmla="*/ 689611 w 2119654"/>
              <a:gd name="connsiteY96195" fmla="*/ 530331 h 2398711"/>
              <a:gd name="connsiteX96196" fmla="*/ 688967 w 2119654"/>
              <a:gd name="connsiteY96196" fmla="*/ 527628 h 2398711"/>
              <a:gd name="connsiteX96197" fmla="*/ 714798 w 2119654"/>
              <a:gd name="connsiteY96197" fmla="*/ 469514 h 2398711"/>
              <a:gd name="connsiteX96198" fmla="*/ 713865 w 2119654"/>
              <a:gd name="connsiteY96198" fmla="*/ 474118 h 2398711"/>
              <a:gd name="connsiteX96199" fmla="*/ 713956 w 2119654"/>
              <a:gd name="connsiteY96199" fmla="*/ 474200 h 2398711"/>
              <a:gd name="connsiteX96200" fmla="*/ 714963 w 2119654"/>
              <a:gd name="connsiteY96200" fmla="*/ 469752 h 2398711"/>
              <a:gd name="connsiteX96201" fmla="*/ 687831 w 2119654"/>
              <a:gd name="connsiteY96201" fmla="*/ 529829 h 2398711"/>
              <a:gd name="connsiteX96202" fmla="*/ 687296 w 2119654"/>
              <a:gd name="connsiteY96202" fmla="*/ 532007 h 2398711"/>
              <a:gd name="connsiteX96203" fmla="*/ 687564 w 2119654"/>
              <a:gd name="connsiteY96203" fmla="*/ 533298 h 2398711"/>
              <a:gd name="connsiteX96204" fmla="*/ 688077 w 2119654"/>
              <a:gd name="connsiteY96204" fmla="*/ 530015 h 2398711"/>
              <a:gd name="connsiteX96205" fmla="*/ 250181 w 2119654"/>
              <a:gd name="connsiteY96205" fmla="*/ 1509785 h 2398711"/>
              <a:gd name="connsiteX96206" fmla="*/ 255491 w 2119654"/>
              <a:gd name="connsiteY96206" fmla="*/ 1513053 h 2398711"/>
              <a:gd name="connsiteX96207" fmla="*/ 253478 w 2119654"/>
              <a:gd name="connsiteY96207" fmla="*/ 1510110 h 2398711"/>
              <a:gd name="connsiteX96208" fmla="*/ 759070 w 2119654"/>
              <a:gd name="connsiteY96208" fmla="*/ 370234 h 2398711"/>
              <a:gd name="connsiteX96209" fmla="*/ 758451 w 2119654"/>
              <a:gd name="connsiteY96209" fmla="*/ 385506 h 2398711"/>
              <a:gd name="connsiteX96210" fmla="*/ 759521 w 2119654"/>
              <a:gd name="connsiteY96210" fmla="*/ 387350 h 2398711"/>
              <a:gd name="connsiteX96211" fmla="*/ 760734 w 2119654"/>
              <a:gd name="connsiteY96211" fmla="*/ 383767 h 2398711"/>
              <a:gd name="connsiteX96212" fmla="*/ 760897 w 2119654"/>
              <a:gd name="connsiteY96212" fmla="*/ 383661 h 2398711"/>
              <a:gd name="connsiteX96213" fmla="*/ 759601 w 2119654"/>
              <a:gd name="connsiteY96213" fmla="*/ 387488 h 2398711"/>
              <a:gd name="connsiteX96214" fmla="*/ 762025 w 2119654"/>
              <a:gd name="connsiteY96214" fmla="*/ 391668 h 2398711"/>
              <a:gd name="connsiteX96215" fmla="*/ 770524 w 2119654"/>
              <a:gd name="connsiteY96215" fmla="*/ 400067 h 2398711"/>
              <a:gd name="connsiteX96216" fmla="*/ 770620 w 2119654"/>
              <a:gd name="connsiteY96216" fmla="*/ 398482 h 2398711"/>
              <a:gd name="connsiteX96217" fmla="*/ 766013 w 2119654"/>
              <a:gd name="connsiteY96217" fmla="*/ 392296 h 2398711"/>
              <a:gd name="connsiteX96218" fmla="*/ 766592 w 2119654"/>
              <a:gd name="connsiteY96218" fmla="*/ 392452 h 2398711"/>
              <a:gd name="connsiteX96219" fmla="*/ 770656 w 2119654"/>
              <a:gd name="connsiteY96219" fmla="*/ 397909 h 2398711"/>
              <a:gd name="connsiteX96220" fmla="*/ 771541 w 2119654"/>
              <a:gd name="connsiteY96220" fmla="*/ 383377 h 2398711"/>
              <a:gd name="connsiteX96221" fmla="*/ 761351 w 2119654"/>
              <a:gd name="connsiteY96221" fmla="*/ 372584 h 2398711"/>
              <a:gd name="connsiteX96222" fmla="*/ 691404 w 2119654"/>
              <a:gd name="connsiteY96222" fmla="*/ 521429 h 2398711"/>
              <a:gd name="connsiteX96223" fmla="*/ 695442 w 2119654"/>
              <a:gd name="connsiteY96223" fmla="*/ 525480 h 2398711"/>
              <a:gd name="connsiteX96224" fmla="*/ 695235 w 2119654"/>
              <a:gd name="connsiteY96224" fmla="*/ 522959 h 2398711"/>
              <a:gd name="connsiteX96225" fmla="*/ 658667 w 2119654"/>
              <a:gd name="connsiteY96225" fmla="*/ 594685 h 2398711"/>
              <a:gd name="connsiteX96226" fmla="*/ 658632 w 2119654"/>
              <a:gd name="connsiteY96226" fmla="*/ 594963 h 2398711"/>
              <a:gd name="connsiteX96227" fmla="*/ 659105 w 2119654"/>
              <a:gd name="connsiteY96227" fmla="*/ 595463 h 2398711"/>
              <a:gd name="connsiteX96228" fmla="*/ 659105 w 2119654"/>
              <a:gd name="connsiteY96228" fmla="*/ 594837 h 2398711"/>
              <a:gd name="connsiteX96229" fmla="*/ 696978 w 2119654"/>
              <a:gd name="connsiteY96229" fmla="*/ 508879 h 2398711"/>
              <a:gd name="connsiteX96230" fmla="*/ 697051 w 2119654"/>
              <a:gd name="connsiteY96230" fmla="*/ 510782 h 2398711"/>
              <a:gd name="connsiteX96231" fmla="*/ 701480 w 2119654"/>
              <a:gd name="connsiteY96231" fmla="*/ 513151 h 2398711"/>
              <a:gd name="connsiteX96232" fmla="*/ 701861 w 2119654"/>
              <a:gd name="connsiteY96232" fmla="*/ 510177 h 2398711"/>
              <a:gd name="connsiteX96233" fmla="*/ 700625 w 2119654"/>
              <a:gd name="connsiteY96233" fmla="*/ 503917 h 2398711"/>
              <a:gd name="connsiteX96234" fmla="*/ 716415 w 2119654"/>
              <a:gd name="connsiteY96234" fmla="*/ 465170 h 2398711"/>
              <a:gd name="connsiteX96235" fmla="*/ 716385 w 2119654"/>
              <a:gd name="connsiteY96235" fmla="*/ 465300 h 2398711"/>
              <a:gd name="connsiteX96236" fmla="*/ 717063 w 2119654"/>
              <a:gd name="connsiteY96236" fmla="*/ 466009 h 2398711"/>
              <a:gd name="connsiteX96237" fmla="*/ 717050 w 2119654"/>
              <a:gd name="connsiteY96237" fmla="*/ 465632 h 2398711"/>
              <a:gd name="connsiteX96238" fmla="*/ 719341 w 2119654"/>
              <a:gd name="connsiteY96238" fmla="*/ 458543 h 2398711"/>
              <a:gd name="connsiteX96239" fmla="*/ 721116 w 2119654"/>
              <a:gd name="connsiteY96239" fmla="*/ 467706 h 2398711"/>
              <a:gd name="connsiteX96240" fmla="*/ 721291 w 2119654"/>
              <a:gd name="connsiteY96240" fmla="*/ 461276 h 2398711"/>
              <a:gd name="connsiteX96241" fmla="*/ 729871 w 2119654"/>
              <a:gd name="connsiteY96241" fmla="*/ 434906 h 2398711"/>
              <a:gd name="connsiteX96242" fmla="*/ 730156 w 2119654"/>
              <a:gd name="connsiteY96242" fmla="*/ 443461 h 2398711"/>
              <a:gd name="connsiteX96243" fmla="*/ 731087 w 2119654"/>
              <a:gd name="connsiteY96243" fmla="*/ 444603 h 2398711"/>
              <a:gd name="connsiteX96244" fmla="*/ 735518 w 2119654"/>
              <a:gd name="connsiteY96244" fmla="*/ 447725 h 2398711"/>
              <a:gd name="connsiteX96245" fmla="*/ 737211 w 2119654"/>
              <a:gd name="connsiteY96245" fmla="*/ 439283 h 2398711"/>
              <a:gd name="connsiteX96246" fmla="*/ 715126 w 2119654"/>
              <a:gd name="connsiteY96246" fmla="*/ 467896 h 2398711"/>
              <a:gd name="connsiteX96247" fmla="*/ 714882 w 2119654"/>
              <a:gd name="connsiteY96247" fmla="*/ 469096 h 2398711"/>
              <a:gd name="connsiteX96248" fmla="*/ 715055 w 2119654"/>
              <a:gd name="connsiteY96248" fmla="*/ 469344 h 2398711"/>
              <a:gd name="connsiteX96249" fmla="*/ 715333 w 2119654"/>
              <a:gd name="connsiteY96249" fmla="*/ 468114 h 2398711"/>
              <a:gd name="connsiteX96250" fmla="*/ 700386 w 2119654"/>
              <a:gd name="connsiteY96250" fmla="*/ 500677 h 2398711"/>
              <a:gd name="connsiteX96251" fmla="*/ 700506 w 2119654"/>
              <a:gd name="connsiteY96251" fmla="*/ 501251 h 2398711"/>
              <a:gd name="connsiteX96252" fmla="*/ 701065 w 2119654"/>
              <a:gd name="connsiteY96252" fmla="*/ 501646 h 2398711"/>
              <a:gd name="connsiteX96253" fmla="*/ 700883 w 2119654"/>
              <a:gd name="connsiteY96253" fmla="*/ 499552 h 2398711"/>
              <a:gd name="connsiteX96254" fmla="*/ 701985 w 2119654"/>
              <a:gd name="connsiteY96254" fmla="*/ 501125 h 2398711"/>
              <a:gd name="connsiteX96255" fmla="*/ 702544 w 2119654"/>
              <a:gd name="connsiteY96255" fmla="*/ 500365 h 2398711"/>
              <a:gd name="connsiteX96256" fmla="*/ 656601 w 2119654"/>
              <a:gd name="connsiteY96256" fmla="*/ 598686 h 2398711"/>
              <a:gd name="connsiteX96257" fmla="*/ 656589 w 2119654"/>
              <a:gd name="connsiteY96257" fmla="*/ 599701 h 2398711"/>
              <a:gd name="connsiteX96258" fmla="*/ 656963 w 2119654"/>
              <a:gd name="connsiteY96258" fmla="*/ 600206 h 2398711"/>
              <a:gd name="connsiteX96259" fmla="*/ 296938 w 2119654"/>
              <a:gd name="connsiteY96259" fmla="*/ 1404033 h 2398711"/>
              <a:gd name="connsiteX96260" fmla="*/ 297067 w 2119654"/>
              <a:gd name="connsiteY96260" fmla="*/ 1404228 h 2398711"/>
              <a:gd name="connsiteX96261" fmla="*/ 297166 w 2119654"/>
              <a:gd name="connsiteY96261" fmla="*/ 1404266 h 2398711"/>
              <a:gd name="connsiteX96262" fmla="*/ 241620 w 2119654"/>
              <a:gd name="connsiteY96262" fmla="*/ 1527848 h 2398711"/>
              <a:gd name="connsiteX96263" fmla="*/ 242856 w 2119654"/>
              <a:gd name="connsiteY96263" fmla="*/ 1529345 h 2398711"/>
              <a:gd name="connsiteX96264" fmla="*/ 243377 w 2119654"/>
              <a:gd name="connsiteY96264" fmla="*/ 1529510 h 2398711"/>
              <a:gd name="connsiteX96265" fmla="*/ 241976 w 2119654"/>
              <a:gd name="connsiteY96265" fmla="*/ 1528027 h 2398711"/>
              <a:gd name="connsiteX96266" fmla="*/ 688476 w 2119654"/>
              <a:gd name="connsiteY96266" fmla="*/ 527205 h 2398711"/>
              <a:gd name="connsiteX96267" fmla="*/ 688005 w 2119654"/>
              <a:gd name="connsiteY96267" fmla="*/ 529121 h 2398711"/>
              <a:gd name="connsiteX96268" fmla="*/ 688195 w 2119654"/>
              <a:gd name="connsiteY96268" fmla="*/ 529263 h 2398711"/>
              <a:gd name="connsiteX96269" fmla="*/ 688513 w 2119654"/>
              <a:gd name="connsiteY96269" fmla="*/ 527231 h 2398711"/>
              <a:gd name="connsiteX96270" fmla="*/ 684490 w 2119654"/>
              <a:gd name="connsiteY96270" fmla="*/ 535666 h 2398711"/>
              <a:gd name="connsiteX96271" fmla="*/ 684525 w 2119654"/>
              <a:gd name="connsiteY96271" fmla="*/ 536955 h 2398711"/>
              <a:gd name="connsiteX96272" fmla="*/ 685490 w 2119654"/>
              <a:gd name="connsiteY96272" fmla="*/ 537947 h 2398711"/>
              <a:gd name="connsiteX96273" fmla="*/ 685871 w 2119654"/>
              <a:gd name="connsiteY96273" fmla="*/ 536396 h 2398711"/>
              <a:gd name="connsiteX96274" fmla="*/ 268486 w 2119654"/>
              <a:gd name="connsiteY96274" fmla="*/ 1467101 h 2398711"/>
              <a:gd name="connsiteX96275" fmla="*/ 276866 w 2119654"/>
              <a:gd name="connsiteY96275" fmla="*/ 1477449 h 2398711"/>
              <a:gd name="connsiteX96276" fmla="*/ 270229 w 2119654"/>
              <a:gd name="connsiteY96276" fmla="*/ 1467622 h 2398711"/>
              <a:gd name="connsiteX96277" fmla="*/ 667120 w 2119654"/>
              <a:gd name="connsiteY96277" fmla="*/ 574483 h 2398711"/>
              <a:gd name="connsiteX96278" fmla="*/ 667676 w 2119654"/>
              <a:gd name="connsiteY96278" fmla="*/ 575285 h 2398711"/>
              <a:gd name="connsiteX96279" fmla="*/ 667965 w 2119654"/>
              <a:gd name="connsiteY96279" fmla="*/ 575623 h 2398711"/>
              <a:gd name="connsiteX96280" fmla="*/ 242711 w 2119654"/>
              <a:gd name="connsiteY96280" fmla="*/ 1524747 h 2398711"/>
              <a:gd name="connsiteX96281" fmla="*/ 245896 w 2119654"/>
              <a:gd name="connsiteY96281" fmla="*/ 1528119 h 2398711"/>
              <a:gd name="connsiteX96282" fmla="*/ 250608 w 2119654"/>
              <a:gd name="connsiteY96282" fmla="*/ 1529792 h 2398711"/>
              <a:gd name="connsiteX96283" fmla="*/ 250225 w 2119654"/>
              <a:gd name="connsiteY96283" fmla="*/ 1529126 h 2398711"/>
              <a:gd name="connsiteX96284" fmla="*/ 247076 w 2119654"/>
              <a:gd name="connsiteY96284" fmla="*/ 1526869 h 2398711"/>
              <a:gd name="connsiteX96285" fmla="*/ 716958 w 2119654"/>
              <a:gd name="connsiteY96285" fmla="*/ 462769 h 2398711"/>
              <a:gd name="connsiteX96286" fmla="*/ 716563 w 2119654"/>
              <a:gd name="connsiteY96286" fmla="*/ 464514 h 2398711"/>
              <a:gd name="connsiteX96287" fmla="*/ 717025 w 2119654"/>
              <a:gd name="connsiteY96287" fmla="*/ 464851 h 2398711"/>
              <a:gd name="connsiteX96288" fmla="*/ 737904 w 2119654"/>
              <a:gd name="connsiteY96288" fmla="*/ 415746 h 2398711"/>
              <a:gd name="connsiteX96289" fmla="*/ 741299 w 2119654"/>
              <a:gd name="connsiteY96289" fmla="*/ 419112 h 2398711"/>
              <a:gd name="connsiteX96290" fmla="*/ 741696 w 2119654"/>
              <a:gd name="connsiteY96290" fmla="*/ 417260 h 2398711"/>
              <a:gd name="connsiteX96291" fmla="*/ 715907 w 2119654"/>
              <a:gd name="connsiteY96291" fmla="*/ 464801 h 2398711"/>
              <a:gd name="connsiteX96292" fmla="*/ 716050 w 2119654"/>
              <a:gd name="connsiteY96292" fmla="*/ 464949 h 2398711"/>
              <a:gd name="connsiteX96293" fmla="*/ 716058 w 2119654"/>
              <a:gd name="connsiteY96293" fmla="*/ 464910 h 2398711"/>
              <a:gd name="connsiteX96294" fmla="*/ 281330 w 2119654"/>
              <a:gd name="connsiteY96294" fmla="*/ 1437833 h 2398711"/>
              <a:gd name="connsiteX96295" fmla="*/ 285912 w 2119654"/>
              <a:gd name="connsiteY96295" fmla="*/ 1441076 h 2398711"/>
              <a:gd name="connsiteX96296" fmla="*/ 282310 w 2119654"/>
              <a:gd name="connsiteY96296" fmla="*/ 1438382 h 2398711"/>
              <a:gd name="connsiteX96297" fmla="*/ 746548 w 2119654"/>
              <a:gd name="connsiteY96297" fmla="*/ 395969 h 2398711"/>
              <a:gd name="connsiteX96298" fmla="*/ 746201 w 2119654"/>
              <a:gd name="connsiteY96298" fmla="*/ 397585 h 2398711"/>
              <a:gd name="connsiteX96299" fmla="*/ 744956 w 2119654"/>
              <a:gd name="connsiteY96299" fmla="*/ 403794 h 2398711"/>
              <a:gd name="connsiteX96300" fmla="*/ 750924 w 2119654"/>
              <a:gd name="connsiteY96300" fmla="*/ 406176 h 2398711"/>
              <a:gd name="connsiteX96301" fmla="*/ 751321 w 2119654"/>
              <a:gd name="connsiteY96301" fmla="*/ 404548 h 2398711"/>
              <a:gd name="connsiteX96302" fmla="*/ 651274 w 2119654"/>
              <a:gd name="connsiteY96302" fmla="*/ 609282 h 2398711"/>
              <a:gd name="connsiteX96303" fmla="*/ 651274 w 2119654"/>
              <a:gd name="connsiteY96303" fmla="*/ 609285 h 2398711"/>
              <a:gd name="connsiteX96304" fmla="*/ 651285 w 2119654"/>
              <a:gd name="connsiteY96304" fmla="*/ 609291 h 2398711"/>
              <a:gd name="connsiteX96305" fmla="*/ 647644 w 2119654"/>
              <a:gd name="connsiteY96305" fmla="*/ 617387 h 2398711"/>
              <a:gd name="connsiteX96306" fmla="*/ 647532 w 2119654"/>
              <a:gd name="connsiteY96306" fmla="*/ 620148 h 2398711"/>
              <a:gd name="connsiteX96307" fmla="*/ 648774 w 2119654"/>
              <a:gd name="connsiteY96307" fmla="*/ 621670 h 2398711"/>
              <a:gd name="connsiteX96308" fmla="*/ 648799 w 2119654"/>
              <a:gd name="connsiteY96308" fmla="*/ 621635 h 2398711"/>
              <a:gd name="connsiteX96309" fmla="*/ 648265 w 2119654"/>
              <a:gd name="connsiteY96309" fmla="*/ 618137 h 2398711"/>
              <a:gd name="connsiteX96310" fmla="*/ 648223 w 2119654"/>
              <a:gd name="connsiteY96310" fmla="*/ 617831 h 2398711"/>
              <a:gd name="connsiteX96311" fmla="*/ 648482 w 2119654"/>
              <a:gd name="connsiteY96311" fmla="*/ 615469 h 2398711"/>
              <a:gd name="connsiteX96312" fmla="*/ 648498 w 2119654"/>
              <a:gd name="connsiteY96312" fmla="*/ 615574 h 2398711"/>
              <a:gd name="connsiteX96313" fmla="*/ 650287 w 2119654"/>
              <a:gd name="connsiteY96313" fmla="*/ 616944 h 2398711"/>
              <a:gd name="connsiteX96314" fmla="*/ 650327 w 2119654"/>
              <a:gd name="connsiteY96314" fmla="*/ 616275 h 2398711"/>
              <a:gd name="connsiteX96315" fmla="*/ 291107 w 2119654"/>
              <a:gd name="connsiteY96315" fmla="*/ 1415648 h 2398711"/>
              <a:gd name="connsiteX96316" fmla="*/ 291240 w 2119654"/>
              <a:gd name="connsiteY96316" fmla="*/ 1415928 h 2398711"/>
              <a:gd name="connsiteX96317" fmla="*/ 291666 w 2119654"/>
              <a:gd name="connsiteY96317" fmla="*/ 1416229 h 2398711"/>
              <a:gd name="connsiteX96318" fmla="*/ 249111 w 2119654"/>
              <a:gd name="connsiteY96318" fmla="*/ 1509681 h 2398711"/>
              <a:gd name="connsiteX96319" fmla="*/ 256941 w 2119654"/>
              <a:gd name="connsiteY96319" fmla="*/ 1515174 h 2398711"/>
              <a:gd name="connsiteX96320" fmla="*/ 256064 w 2119654"/>
              <a:gd name="connsiteY96320" fmla="*/ 1513892 h 2398711"/>
              <a:gd name="connsiteX96321" fmla="*/ 249243 w 2119654"/>
              <a:gd name="connsiteY96321" fmla="*/ 1509694 h 2398711"/>
              <a:gd name="connsiteX96322" fmla="*/ 684464 w 2119654"/>
              <a:gd name="connsiteY96322" fmla="*/ 534651 h 2398711"/>
              <a:gd name="connsiteX96323" fmla="*/ 684481 w 2119654"/>
              <a:gd name="connsiteY96323" fmla="*/ 535325 h 2398711"/>
              <a:gd name="connsiteX96324" fmla="*/ 685944 w 2119654"/>
              <a:gd name="connsiteY96324" fmla="*/ 536098 h 2398711"/>
              <a:gd name="connsiteX96325" fmla="*/ 686110 w 2119654"/>
              <a:gd name="connsiteY96325" fmla="*/ 535424 h 2398711"/>
              <a:gd name="connsiteX96326" fmla="*/ 659065 w 2119654"/>
              <a:gd name="connsiteY96326" fmla="*/ 591514 h 2398711"/>
              <a:gd name="connsiteX96327" fmla="*/ 658825 w 2119654"/>
              <a:gd name="connsiteY96327" fmla="*/ 593425 h 2398711"/>
              <a:gd name="connsiteX96328" fmla="*/ 659107 w 2119654"/>
              <a:gd name="connsiteY96328" fmla="*/ 593511 h 2398711"/>
              <a:gd name="connsiteX96329" fmla="*/ 659108 w 2119654"/>
              <a:gd name="connsiteY96329" fmla="*/ 591563 h 2398711"/>
              <a:gd name="connsiteX96330" fmla="*/ 674787 w 2119654"/>
              <a:gd name="connsiteY96330" fmla="*/ 556236 h 2398711"/>
              <a:gd name="connsiteX96331" fmla="*/ 675319 w 2119654"/>
              <a:gd name="connsiteY96331" fmla="*/ 557678 h 2398711"/>
              <a:gd name="connsiteX96332" fmla="*/ 677113 w 2119654"/>
              <a:gd name="connsiteY96332" fmla="*/ 558305 h 2398711"/>
              <a:gd name="connsiteX96333" fmla="*/ 226279 w 2119654"/>
              <a:gd name="connsiteY96333" fmla="*/ 1560186 h 2398711"/>
              <a:gd name="connsiteX96334" fmla="*/ 229371 w 2119654"/>
              <a:gd name="connsiteY96334" fmla="*/ 1564870 h 2398711"/>
              <a:gd name="connsiteX96335" fmla="*/ 232348 w 2119654"/>
              <a:gd name="connsiteY96335" fmla="*/ 1565762 h 2398711"/>
              <a:gd name="connsiteX96336" fmla="*/ 693862 w 2119654"/>
              <a:gd name="connsiteY96336" fmla="*/ 513120 h 2398711"/>
              <a:gd name="connsiteX96337" fmla="*/ 694476 w 2119654"/>
              <a:gd name="connsiteY96337" fmla="*/ 513736 h 2398711"/>
              <a:gd name="connsiteX96338" fmla="*/ 694368 w 2119654"/>
              <a:gd name="connsiteY96338" fmla="*/ 512431 h 2398711"/>
              <a:gd name="connsiteX96339" fmla="*/ 686659 w 2119654"/>
              <a:gd name="connsiteY96339" fmla="*/ 528947 h 2398711"/>
              <a:gd name="connsiteX96340" fmla="*/ 687137 w 2119654"/>
              <a:gd name="connsiteY96340" fmla="*/ 531244 h 2398711"/>
              <a:gd name="connsiteX96341" fmla="*/ 687539 w 2119654"/>
              <a:gd name="connsiteY96341" fmla="*/ 529609 h 2398711"/>
              <a:gd name="connsiteX96342" fmla="*/ 757976 w 2119654"/>
              <a:gd name="connsiteY96342" fmla="*/ 369106 h 2398711"/>
              <a:gd name="connsiteX96343" fmla="*/ 756472 w 2119654"/>
              <a:gd name="connsiteY96343" fmla="*/ 382092 h 2398711"/>
              <a:gd name="connsiteX96344" fmla="*/ 758116 w 2119654"/>
              <a:gd name="connsiteY96344" fmla="*/ 384927 h 2398711"/>
              <a:gd name="connsiteX96345" fmla="*/ 758726 w 2119654"/>
              <a:gd name="connsiteY96345" fmla="*/ 369879 h 2398711"/>
              <a:gd name="connsiteX96346" fmla="*/ 310433 w 2119654"/>
              <a:gd name="connsiteY96346" fmla="*/ 1371235 h 2398711"/>
              <a:gd name="connsiteX96347" fmla="*/ 311046 w 2119654"/>
              <a:gd name="connsiteY96347" fmla="*/ 1373374 h 2398711"/>
              <a:gd name="connsiteX96348" fmla="*/ 312049 w 2119654"/>
              <a:gd name="connsiteY96348" fmla="*/ 1373925 h 2398711"/>
              <a:gd name="connsiteX96349" fmla="*/ 310857 w 2119654"/>
              <a:gd name="connsiteY96349" fmla="*/ 1371437 h 2398711"/>
              <a:gd name="connsiteX96350" fmla="*/ 282466 w 2119654"/>
              <a:gd name="connsiteY96350" fmla="*/ 1433789 h 2398711"/>
              <a:gd name="connsiteX96351" fmla="*/ 289706 w 2119654"/>
              <a:gd name="connsiteY96351" fmla="*/ 1437838 h 2398711"/>
              <a:gd name="connsiteX96352" fmla="*/ 289923 w 2119654"/>
              <a:gd name="connsiteY96352" fmla="*/ 1437918 h 2398711"/>
              <a:gd name="connsiteX96353" fmla="*/ 287466 w 2119654"/>
              <a:gd name="connsiteY96353" fmla="*/ 1435719 h 2398711"/>
              <a:gd name="connsiteX96354" fmla="*/ 683293 w 2119654"/>
              <a:gd name="connsiteY96354" fmla="*/ 536207 h 2398711"/>
              <a:gd name="connsiteX96355" fmla="*/ 683599 w 2119654"/>
              <a:gd name="connsiteY96355" fmla="*/ 539626 h 2398711"/>
              <a:gd name="connsiteX96356" fmla="*/ 684065 w 2119654"/>
              <a:gd name="connsiteY96356" fmla="*/ 540158 h 2398711"/>
              <a:gd name="connsiteX96357" fmla="*/ 684012 w 2119654"/>
              <a:gd name="connsiteY96357" fmla="*/ 536979 h 2398711"/>
              <a:gd name="connsiteX96358" fmla="*/ 689962 w 2119654"/>
              <a:gd name="connsiteY96358" fmla="*/ 521154 h 2398711"/>
              <a:gd name="connsiteX96359" fmla="*/ 689865 w 2119654"/>
              <a:gd name="connsiteY96359" fmla="*/ 521549 h 2398711"/>
              <a:gd name="connsiteX96360" fmla="*/ 689543 w 2119654"/>
              <a:gd name="connsiteY96360" fmla="*/ 523601 h 2398711"/>
              <a:gd name="connsiteX96361" fmla="*/ 689628 w 2119654"/>
              <a:gd name="connsiteY96361" fmla="*/ 523953 h 2398711"/>
              <a:gd name="connsiteX96362" fmla="*/ 695187 w 2119654"/>
              <a:gd name="connsiteY96362" fmla="*/ 526664 h 2398711"/>
              <a:gd name="connsiteX96363" fmla="*/ 691954 w 2119654"/>
              <a:gd name="connsiteY96363" fmla="*/ 523151 h 2398711"/>
              <a:gd name="connsiteX96364" fmla="*/ 279100 w 2119654"/>
              <a:gd name="connsiteY96364" fmla="*/ 1441139 h 2398711"/>
              <a:gd name="connsiteX96365" fmla="*/ 286399 w 2119654"/>
              <a:gd name="connsiteY96365" fmla="*/ 1452084 h 2398711"/>
              <a:gd name="connsiteX96366" fmla="*/ 295537 w 2119654"/>
              <a:gd name="connsiteY96366" fmla="*/ 1461995 h 2398711"/>
              <a:gd name="connsiteX96367" fmla="*/ 298571 w 2119654"/>
              <a:gd name="connsiteY96367" fmla="*/ 1465199 h 2398711"/>
              <a:gd name="connsiteX96368" fmla="*/ 304533 w 2119654"/>
              <a:gd name="connsiteY96368" fmla="*/ 1467726 h 2398711"/>
              <a:gd name="connsiteX96369" fmla="*/ 299020 w 2119654"/>
              <a:gd name="connsiteY96369" fmla="*/ 1456151 h 2398711"/>
              <a:gd name="connsiteX96370" fmla="*/ 297025 w 2119654"/>
              <a:gd name="connsiteY96370" fmla="*/ 1453538 h 2398711"/>
              <a:gd name="connsiteX96371" fmla="*/ 267849 w 2119654"/>
              <a:gd name="connsiteY96371" fmla="*/ 1466313 h 2398711"/>
              <a:gd name="connsiteX96372" fmla="*/ 267971 w 2119654"/>
              <a:gd name="connsiteY96372" fmla="*/ 1466464 h 2398711"/>
              <a:gd name="connsiteX96373" fmla="*/ 269527 w 2119654"/>
              <a:gd name="connsiteY96373" fmla="*/ 1466930 h 2398711"/>
              <a:gd name="connsiteX96374" fmla="*/ 724638 w 2119654"/>
              <a:gd name="connsiteY96374" fmla="*/ 442814 h 2398711"/>
              <a:gd name="connsiteX96375" fmla="*/ 725006 w 2119654"/>
              <a:gd name="connsiteY96375" fmla="*/ 445228 h 2398711"/>
              <a:gd name="connsiteX96376" fmla="*/ 726945 w 2119654"/>
              <a:gd name="connsiteY96376" fmla="*/ 448586 h 2398711"/>
              <a:gd name="connsiteX96377" fmla="*/ 726803 w 2119654"/>
              <a:gd name="connsiteY96377" fmla="*/ 444345 h 2398711"/>
              <a:gd name="connsiteX96378" fmla="*/ 690385 w 2119654"/>
              <a:gd name="connsiteY96378" fmla="*/ 519432 h 2398711"/>
              <a:gd name="connsiteX96379" fmla="*/ 690193 w 2119654"/>
              <a:gd name="connsiteY96379" fmla="*/ 520215 h 2398711"/>
              <a:gd name="connsiteX96380" fmla="*/ 690982 w 2119654"/>
              <a:gd name="connsiteY96380" fmla="*/ 521007 h 2398711"/>
              <a:gd name="connsiteX96381" fmla="*/ 695207 w 2119654"/>
              <a:gd name="connsiteY96381" fmla="*/ 522629 h 2398711"/>
              <a:gd name="connsiteX96382" fmla="*/ 695179 w 2119654"/>
              <a:gd name="connsiteY96382" fmla="*/ 522283 h 2398711"/>
              <a:gd name="connsiteX96383" fmla="*/ 693590 w 2119654"/>
              <a:gd name="connsiteY96383" fmla="*/ 521163 h 2398711"/>
              <a:gd name="connsiteX96384" fmla="*/ 692090 w 2119654"/>
              <a:gd name="connsiteY96384" fmla="*/ 515530 h 2398711"/>
              <a:gd name="connsiteX96385" fmla="*/ 694779 w 2119654"/>
              <a:gd name="connsiteY96385" fmla="*/ 517422 h 2398711"/>
              <a:gd name="connsiteX96386" fmla="*/ 694555 w 2119654"/>
              <a:gd name="connsiteY96386" fmla="*/ 514688 h 2398711"/>
              <a:gd name="connsiteX96387" fmla="*/ 693492 w 2119654"/>
              <a:gd name="connsiteY96387" fmla="*/ 513623 h 2398711"/>
              <a:gd name="connsiteX96388" fmla="*/ 310240 w 2119654"/>
              <a:gd name="connsiteY96388" fmla="*/ 1370560 h 2398711"/>
              <a:gd name="connsiteX96389" fmla="*/ 310311 w 2119654"/>
              <a:gd name="connsiteY96389" fmla="*/ 1370810 h 2398711"/>
              <a:gd name="connsiteX96390" fmla="*/ 310629 w 2119654"/>
              <a:gd name="connsiteY96390" fmla="*/ 1370961 h 2398711"/>
              <a:gd name="connsiteX96391" fmla="*/ 310495 w 2119654"/>
              <a:gd name="connsiteY96391" fmla="*/ 1370681 h 2398711"/>
              <a:gd name="connsiteX96392" fmla="*/ 648213 w 2119654"/>
              <a:gd name="connsiteY96392" fmla="*/ 613706 h 2398711"/>
              <a:gd name="connsiteX96393" fmla="*/ 648222 w 2119654"/>
              <a:gd name="connsiteY96393" fmla="*/ 613766 h 2398711"/>
              <a:gd name="connsiteX96394" fmla="*/ 648321 w 2119654"/>
              <a:gd name="connsiteY96394" fmla="*/ 613809 h 2398711"/>
              <a:gd name="connsiteX96395" fmla="*/ 248321 w 2119654"/>
              <a:gd name="connsiteY96395" fmla="*/ 1509127 h 2398711"/>
              <a:gd name="connsiteX96396" fmla="*/ 248359 w 2119654"/>
              <a:gd name="connsiteY96396" fmla="*/ 1509154 h 2398711"/>
              <a:gd name="connsiteX96397" fmla="*/ 248365 w 2119654"/>
              <a:gd name="connsiteY96397" fmla="*/ 1509154 h 2398711"/>
              <a:gd name="connsiteX96398" fmla="*/ 295190 w 2119654"/>
              <a:gd name="connsiteY96398" fmla="*/ 1404117 h 2398711"/>
              <a:gd name="connsiteX96399" fmla="*/ 298193 w 2119654"/>
              <a:gd name="connsiteY96399" fmla="*/ 1406688 h 2398711"/>
              <a:gd name="connsiteX96400" fmla="*/ 296949 w 2119654"/>
              <a:gd name="connsiteY96400" fmla="*/ 1404805 h 2398711"/>
              <a:gd name="connsiteX96401" fmla="*/ 296629 w 2119654"/>
              <a:gd name="connsiteY96401" fmla="*/ 1404685 h 2398711"/>
              <a:gd name="connsiteX96402" fmla="*/ 651409 w 2119654"/>
              <a:gd name="connsiteY96402" fmla="*/ 606451 h 2398711"/>
              <a:gd name="connsiteX96403" fmla="*/ 651357 w 2119654"/>
              <a:gd name="connsiteY96403" fmla="*/ 607537 h 2398711"/>
              <a:gd name="connsiteX96404" fmla="*/ 652249 w 2119654"/>
              <a:gd name="connsiteY96404" fmla="*/ 608349 h 2398711"/>
              <a:gd name="connsiteX96405" fmla="*/ 651879 w 2119654"/>
              <a:gd name="connsiteY96405" fmla="*/ 607330 h 2398711"/>
              <a:gd name="connsiteX96406" fmla="*/ 747699 w 2119654"/>
              <a:gd name="connsiteY96406" fmla="*/ 390603 h 2398711"/>
              <a:gd name="connsiteX96407" fmla="*/ 746811 w 2119654"/>
              <a:gd name="connsiteY96407" fmla="*/ 394743 h 2398711"/>
              <a:gd name="connsiteX96408" fmla="*/ 751609 w 2119654"/>
              <a:gd name="connsiteY96408" fmla="*/ 403366 h 2398711"/>
              <a:gd name="connsiteX96409" fmla="*/ 751741 w 2119654"/>
              <a:gd name="connsiteY96409" fmla="*/ 402822 h 2398711"/>
              <a:gd name="connsiteX96410" fmla="*/ 752215 w 2119654"/>
              <a:gd name="connsiteY96410" fmla="*/ 402452 h 2398711"/>
              <a:gd name="connsiteX96411" fmla="*/ 751875 w 2119654"/>
              <a:gd name="connsiteY96411" fmla="*/ 403846 h 2398711"/>
              <a:gd name="connsiteX96412" fmla="*/ 752811 w 2119654"/>
              <a:gd name="connsiteY96412" fmla="*/ 405528 h 2398711"/>
              <a:gd name="connsiteX96413" fmla="*/ 752853 w 2119654"/>
              <a:gd name="connsiteY96413" fmla="*/ 405163 h 2398711"/>
              <a:gd name="connsiteX96414" fmla="*/ 752859 w 2119654"/>
              <a:gd name="connsiteY96414" fmla="*/ 396511 h 2398711"/>
              <a:gd name="connsiteX96415" fmla="*/ 749211 w 2119654"/>
              <a:gd name="connsiteY96415" fmla="*/ 392302 h 2398711"/>
              <a:gd name="connsiteX96416" fmla="*/ 683183 w 2119654"/>
              <a:gd name="connsiteY96416" fmla="*/ 534975 h 2398711"/>
              <a:gd name="connsiteX96417" fmla="*/ 683242 w 2119654"/>
              <a:gd name="connsiteY96417" fmla="*/ 535638 h 2398711"/>
              <a:gd name="connsiteX96418" fmla="*/ 684003 w 2119654"/>
              <a:gd name="connsiteY96418" fmla="*/ 536419 h 2398711"/>
              <a:gd name="connsiteX96419" fmla="*/ 683985 w 2119654"/>
              <a:gd name="connsiteY96419" fmla="*/ 535400 h 2398711"/>
              <a:gd name="connsiteX96420" fmla="*/ 747774 w 2119654"/>
              <a:gd name="connsiteY96420" fmla="*/ 390246 h 2398711"/>
              <a:gd name="connsiteX96421" fmla="*/ 747729 w 2119654"/>
              <a:gd name="connsiteY96421" fmla="*/ 390457 h 2398711"/>
              <a:gd name="connsiteX96422" fmla="*/ 752859 w 2119654"/>
              <a:gd name="connsiteY96422" fmla="*/ 396218 h 2398711"/>
              <a:gd name="connsiteX96423" fmla="*/ 752860 w 2119654"/>
              <a:gd name="connsiteY96423" fmla="*/ 394790 h 2398711"/>
              <a:gd name="connsiteX96424" fmla="*/ 716848 w 2119654"/>
              <a:gd name="connsiteY96424" fmla="*/ 459398 h 2398711"/>
              <a:gd name="connsiteX96425" fmla="*/ 715908 w 2119654"/>
              <a:gd name="connsiteY96425" fmla="*/ 464038 h 2398711"/>
              <a:gd name="connsiteX96426" fmla="*/ 716207 w 2119654"/>
              <a:gd name="connsiteY96426" fmla="*/ 464256 h 2398711"/>
              <a:gd name="connsiteX96427" fmla="*/ 716495 w 2119654"/>
              <a:gd name="connsiteY96427" fmla="*/ 462979 h 2398711"/>
              <a:gd name="connsiteX96428" fmla="*/ 716952 w 2119654"/>
              <a:gd name="connsiteY96428" fmla="*/ 462608 h 2398711"/>
              <a:gd name="connsiteX96429" fmla="*/ 684393 w 2119654"/>
              <a:gd name="connsiteY96429" fmla="*/ 531964 h 2398711"/>
              <a:gd name="connsiteX96430" fmla="*/ 684454 w 2119654"/>
              <a:gd name="connsiteY96430" fmla="*/ 534306 h 2398711"/>
              <a:gd name="connsiteX96431" fmla="*/ 686185 w 2119654"/>
              <a:gd name="connsiteY96431" fmla="*/ 535118 h 2398711"/>
              <a:gd name="connsiteX96432" fmla="*/ 686604 w 2119654"/>
              <a:gd name="connsiteY96432" fmla="*/ 533411 h 2398711"/>
              <a:gd name="connsiteX96433" fmla="*/ 722053 w 2119654"/>
              <a:gd name="connsiteY96433" fmla="*/ 447603 h 2398711"/>
              <a:gd name="connsiteX96434" fmla="*/ 721872 w 2119654"/>
              <a:gd name="connsiteY96434" fmla="*/ 454247 h 2398711"/>
              <a:gd name="connsiteX96435" fmla="*/ 726286 w 2119654"/>
              <a:gd name="connsiteY96435" fmla="*/ 456000 h 2398711"/>
              <a:gd name="connsiteX96436" fmla="*/ 726064 w 2119654"/>
              <a:gd name="connsiteY96436" fmla="*/ 454551 h 2398711"/>
              <a:gd name="connsiteX96437" fmla="*/ 656659 w 2119654"/>
              <a:gd name="connsiteY96437" fmla="*/ 593987 h 2398711"/>
              <a:gd name="connsiteX96438" fmla="*/ 656637 w 2119654"/>
              <a:gd name="connsiteY96438" fmla="*/ 595809 h 2398711"/>
              <a:gd name="connsiteX96439" fmla="*/ 657329 w 2119654"/>
              <a:gd name="connsiteY96439" fmla="*/ 598711 h 2398711"/>
              <a:gd name="connsiteX96440" fmla="*/ 657745 w 2119654"/>
              <a:gd name="connsiteY96440" fmla="*/ 595396 h 2398711"/>
              <a:gd name="connsiteX96441" fmla="*/ 657636 w 2119654"/>
              <a:gd name="connsiteY96441" fmla="*/ 594660 h 2398711"/>
              <a:gd name="connsiteX96442" fmla="*/ 657219 w 2119654"/>
              <a:gd name="connsiteY96442" fmla="*/ 594182 h 2398711"/>
              <a:gd name="connsiteX96443" fmla="*/ 671777 w 2119654"/>
              <a:gd name="connsiteY96443" fmla="*/ 559983 h 2398711"/>
              <a:gd name="connsiteX96444" fmla="*/ 671794 w 2119654"/>
              <a:gd name="connsiteY96444" fmla="*/ 560023 h 2398711"/>
              <a:gd name="connsiteX96445" fmla="*/ 671797 w 2119654"/>
              <a:gd name="connsiteY96445" fmla="*/ 559991 h 2398711"/>
              <a:gd name="connsiteX96446" fmla="*/ 683096 w 2119654"/>
              <a:gd name="connsiteY96446" fmla="*/ 534010 h 2398711"/>
              <a:gd name="connsiteX96447" fmla="*/ 683150 w 2119654"/>
              <a:gd name="connsiteY96447" fmla="*/ 534621 h 2398711"/>
              <a:gd name="connsiteX96448" fmla="*/ 683980 w 2119654"/>
              <a:gd name="connsiteY96448" fmla="*/ 535060 h 2398711"/>
              <a:gd name="connsiteX96449" fmla="*/ 683970 w 2119654"/>
              <a:gd name="connsiteY96449" fmla="*/ 534420 h 2398711"/>
              <a:gd name="connsiteX96450" fmla="*/ 309949 w 2119654"/>
              <a:gd name="connsiteY96450" fmla="*/ 1369543 h 2398711"/>
              <a:gd name="connsiteX96451" fmla="*/ 310077 w 2119654"/>
              <a:gd name="connsiteY96451" fmla="*/ 1369991 h 2398711"/>
              <a:gd name="connsiteX96452" fmla="*/ 310189 w 2119654"/>
              <a:gd name="connsiteY96452" fmla="*/ 1370045 h 2398711"/>
              <a:gd name="connsiteX96453" fmla="*/ 646291 w 2119654"/>
              <a:gd name="connsiteY96453" fmla="*/ 616350 h 2398711"/>
              <a:gd name="connsiteX96454" fmla="*/ 646961 w 2119654"/>
              <a:gd name="connsiteY96454" fmla="*/ 619015 h 2398711"/>
              <a:gd name="connsiteX96455" fmla="*/ 647046 w 2119654"/>
              <a:gd name="connsiteY96455" fmla="*/ 616929 h 2398711"/>
              <a:gd name="connsiteX96456" fmla="*/ 244906 w 2119654"/>
              <a:gd name="connsiteY96456" fmla="*/ 1515015 h 2398711"/>
              <a:gd name="connsiteX96457" fmla="*/ 252335 w 2119654"/>
              <a:gd name="connsiteY96457" fmla="*/ 1526273 h 2398711"/>
              <a:gd name="connsiteX96458" fmla="*/ 263111 w 2119654"/>
              <a:gd name="connsiteY96458" fmla="*/ 1529606 h 2398711"/>
              <a:gd name="connsiteX96459" fmla="*/ 248791 w 2119654"/>
              <a:gd name="connsiteY96459" fmla="*/ 1516450 h 2398711"/>
              <a:gd name="connsiteX96460" fmla="*/ 312550 w 2119654"/>
              <a:gd name="connsiteY96460" fmla="*/ 1363453 h 2398711"/>
              <a:gd name="connsiteX96461" fmla="*/ 313242 w 2119654"/>
              <a:gd name="connsiteY96461" fmla="*/ 1364698 h 2398711"/>
              <a:gd name="connsiteX96462" fmla="*/ 313469 w 2119654"/>
              <a:gd name="connsiteY96462" fmla="*/ 1364873 h 2398711"/>
              <a:gd name="connsiteX96463" fmla="*/ 314178 w 2119654"/>
              <a:gd name="connsiteY96463" fmla="*/ 1365225 h 2398711"/>
              <a:gd name="connsiteX96464" fmla="*/ 314033 w 2119654"/>
              <a:gd name="connsiteY96464" fmla="*/ 1364723 h 2398711"/>
              <a:gd name="connsiteX96465" fmla="*/ 313147 w 2119654"/>
              <a:gd name="connsiteY96465" fmla="*/ 1364039 h 2398711"/>
              <a:gd name="connsiteX96466" fmla="*/ 268476 w 2119654"/>
              <a:gd name="connsiteY96466" fmla="*/ 1461838 h 2398711"/>
              <a:gd name="connsiteX96467" fmla="*/ 274355 w 2119654"/>
              <a:gd name="connsiteY96467" fmla="*/ 1465904 h 2398711"/>
              <a:gd name="connsiteX96468" fmla="*/ 273418 w 2119654"/>
              <a:gd name="connsiteY96468" fmla="*/ 1464499 h 2398711"/>
              <a:gd name="connsiteX96469" fmla="*/ 689302 w 2119654"/>
              <a:gd name="connsiteY96469" fmla="*/ 519323 h 2398711"/>
              <a:gd name="connsiteX96470" fmla="*/ 689690 w 2119654"/>
              <a:gd name="connsiteY96470" fmla="*/ 519711 h 2398711"/>
              <a:gd name="connsiteX96471" fmla="*/ 689784 w 2119654"/>
              <a:gd name="connsiteY96471" fmla="*/ 519107 h 2398711"/>
              <a:gd name="connsiteX96472" fmla="*/ 689552 w 2119654"/>
              <a:gd name="connsiteY96472" fmla="*/ 518982 h 2398711"/>
              <a:gd name="connsiteX96473" fmla="*/ 640762 w 2119654"/>
              <a:gd name="connsiteY96473" fmla="*/ 627968 h 2398711"/>
              <a:gd name="connsiteX96474" fmla="*/ 640618 w 2119654"/>
              <a:gd name="connsiteY96474" fmla="*/ 628474 h 2398711"/>
              <a:gd name="connsiteX96475" fmla="*/ 640935 w 2119654"/>
              <a:gd name="connsiteY96475" fmla="*/ 628279 h 2398711"/>
              <a:gd name="connsiteX96476" fmla="*/ 640935 w 2119654"/>
              <a:gd name="connsiteY96476" fmla="*/ 628189 h 2398711"/>
              <a:gd name="connsiteX96477" fmla="*/ 717534 w 2119654"/>
              <a:gd name="connsiteY96477" fmla="*/ 456010 h 2398711"/>
              <a:gd name="connsiteX96478" fmla="*/ 717157 w 2119654"/>
              <a:gd name="connsiteY96478" fmla="*/ 457869 h 2398711"/>
              <a:gd name="connsiteX96479" fmla="*/ 717393 w 2119654"/>
              <a:gd name="connsiteY96479" fmla="*/ 465117 h 2398711"/>
              <a:gd name="connsiteX96480" fmla="*/ 719639 w 2119654"/>
              <a:gd name="connsiteY96480" fmla="*/ 466752 h 2398711"/>
              <a:gd name="connsiteX96481" fmla="*/ 717568 w 2119654"/>
              <a:gd name="connsiteY96481" fmla="*/ 456058 h 2398711"/>
              <a:gd name="connsiteX96482" fmla="*/ 688775 w 2119654"/>
              <a:gd name="connsiteY96482" fmla="*/ 520379 h 2398711"/>
              <a:gd name="connsiteX96483" fmla="*/ 689264 w 2119654"/>
              <a:gd name="connsiteY96483" fmla="*/ 522429 h 2398711"/>
              <a:gd name="connsiteX96484" fmla="*/ 689532 w 2119654"/>
              <a:gd name="connsiteY96484" fmla="*/ 520722 h 2398711"/>
              <a:gd name="connsiteX96485" fmla="*/ 689462 w 2119654"/>
              <a:gd name="connsiteY96485" fmla="*/ 520653 h 2398711"/>
              <a:gd name="connsiteX96486" fmla="*/ 748612 w 2119654"/>
              <a:gd name="connsiteY96486" fmla="*/ 386342 h 2398711"/>
              <a:gd name="connsiteX96487" fmla="*/ 747837 w 2119654"/>
              <a:gd name="connsiteY96487" fmla="*/ 389956 h 2398711"/>
              <a:gd name="connsiteX96488" fmla="*/ 752860 w 2119654"/>
              <a:gd name="connsiteY96488" fmla="*/ 394325 h 2398711"/>
              <a:gd name="connsiteX96489" fmla="*/ 752863 w 2119654"/>
              <a:gd name="connsiteY96489" fmla="*/ 390140 h 2398711"/>
              <a:gd name="connsiteX96490" fmla="*/ 729660 w 2119654"/>
              <a:gd name="connsiteY96490" fmla="*/ 428574 h 2398711"/>
              <a:gd name="connsiteX96491" fmla="*/ 729839 w 2119654"/>
              <a:gd name="connsiteY96491" fmla="*/ 433923 h 2398711"/>
              <a:gd name="connsiteX96492" fmla="*/ 737383 w 2119654"/>
              <a:gd name="connsiteY96492" fmla="*/ 438423 h 2398711"/>
              <a:gd name="connsiteX96493" fmla="*/ 738238 w 2119654"/>
              <a:gd name="connsiteY96493" fmla="*/ 434161 h 2398711"/>
              <a:gd name="connsiteX96494" fmla="*/ 286553 w 2119654"/>
              <a:gd name="connsiteY96494" fmla="*/ 1420662 h 2398711"/>
              <a:gd name="connsiteX96495" fmla="*/ 290569 w 2119654"/>
              <a:gd name="connsiteY96495" fmla="*/ 1429094 h 2398711"/>
              <a:gd name="connsiteX96496" fmla="*/ 295836 w 2119654"/>
              <a:gd name="connsiteY96496" fmla="*/ 1432527 h 2398711"/>
              <a:gd name="connsiteX96497" fmla="*/ 291504 w 2119654"/>
              <a:gd name="connsiteY96497" fmla="*/ 1423431 h 2398711"/>
              <a:gd name="connsiteX96498" fmla="*/ 688714 w 2119654"/>
              <a:gd name="connsiteY96498" fmla="*/ 520123 h 2398711"/>
              <a:gd name="connsiteX96499" fmla="*/ 688717 w 2119654"/>
              <a:gd name="connsiteY96499" fmla="*/ 520137 h 2398711"/>
              <a:gd name="connsiteX96500" fmla="*/ 689091 w 2119654"/>
              <a:gd name="connsiteY96500" fmla="*/ 520280 h 2398711"/>
              <a:gd name="connsiteX96501" fmla="*/ 688807 w 2119654"/>
              <a:gd name="connsiteY96501" fmla="*/ 519996 h 2398711"/>
              <a:gd name="connsiteX96502" fmla="*/ 647887 w 2119654"/>
              <a:gd name="connsiteY96502" fmla="*/ 611424 h 2398711"/>
              <a:gd name="connsiteX96503" fmla="*/ 647882 w 2119654"/>
              <a:gd name="connsiteY96503" fmla="*/ 611537 h 2398711"/>
              <a:gd name="connsiteX96504" fmla="*/ 648057 w 2119654"/>
              <a:gd name="connsiteY96504" fmla="*/ 612684 h 2398711"/>
              <a:gd name="connsiteX96505" fmla="*/ 649564 w 2119654"/>
              <a:gd name="connsiteY96505" fmla="*/ 614119 h 2398711"/>
              <a:gd name="connsiteX96506" fmla="*/ 648575 w 2119654"/>
              <a:gd name="connsiteY96506" fmla="*/ 611663 h 2398711"/>
              <a:gd name="connsiteX96507" fmla="*/ 692145 w 2119654"/>
              <a:gd name="connsiteY96507" fmla="*/ 512271 h 2398711"/>
              <a:gd name="connsiteX96508" fmla="*/ 691453 w 2119654"/>
              <a:gd name="connsiteY96508" fmla="*/ 515086 h 2398711"/>
              <a:gd name="connsiteX96509" fmla="*/ 691475 w 2119654"/>
              <a:gd name="connsiteY96509" fmla="*/ 515098 h 2398711"/>
              <a:gd name="connsiteX96510" fmla="*/ 691635 w 2119654"/>
              <a:gd name="connsiteY96510" fmla="*/ 515209 h 2398711"/>
              <a:gd name="connsiteX96511" fmla="*/ 693094 w 2119654"/>
              <a:gd name="connsiteY96511" fmla="*/ 513224 h 2398711"/>
              <a:gd name="connsiteX96512" fmla="*/ 686687 w 2119654"/>
              <a:gd name="connsiteY96512" fmla="*/ 524437 h 2398711"/>
              <a:gd name="connsiteX96513" fmla="*/ 688367 w 2119654"/>
              <a:gd name="connsiteY96513" fmla="*/ 526237 h 2398711"/>
              <a:gd name="connsiteX96514" fmla="*/ 688504 w 2119654"/>
              <a:gd name="connsiteY96514" fmla="*/ 525682 h 2398711"/>
              <a:gd name="connsiteX96515" fmla="*/ 688457 w 2119654"/>
              <a:gd name="connsiteY96515" fmla="*/ 525489 h 2398711"/>
              <a:gd name="connsiteX96516" fmla="*/ 724237 w 2119654"/>
              <a:gd name="connsiteY96516" fmla="*/ 440188 h 2398711"/>
              <a:gd name="connsiteX96517" fmla="*/ 724498 w 2119654"/>
              <a:gd name="connsiteY96517" fmla="*/ 441899 h 2398711"/>
              <a:gd name="connsiteX96518" fmla="*/ 726776 w 2119654"/>
              <a:gd name="connsiteY96518" fmla="*/ 443510 h 2398711"/>
              <a:gd name="connsiteX96519" fmla="*/ 726742 w 2119654"/>
              <a:gd name="connsiteY96519" fmla="*/ 442502 h 2398711"/>
              <a:gd name="connsiteX96520" fmla="*/ 725880 w 2119654"/>
              <a:gd name="connsiteY96520" fmla="*/ 441346 h 2398711"/>
              <a:gd name="connsiteX96521" fmla="*/ 669377 w 2119654"/>
              <a:gd name="connsiteY96521" fmla="*/ 562912 h 2398711"/>
              <a:gd name="connsiteX96522" fmla="*/ 669304 w 2119654"/>
              <a:gd name="connsiteY96522" fmla="*/ 563200 h 2398711"/>
              <a:gd name="connsiteX96523" fmla="*/ 670046 w 2119654"/>
              <a:gd name="connsiteY96523" fmla="*/ 568384 h 2398711"/>
              <a:gd name="connsiteX96524" fmla="*/ 670786 w 2119654"/>
              <a:gd name="connsiteY96524" fmla="*/ 569381 h 2398711"/>
              <a:gd name="connsiteX96525" fmla="*/ 670880 w 2119654"/>
              <a:gd name="connsiteY96525" fmla="*/ 568504 h 2398711"/>
              <a:gd name="connsiteX96526" fmla="*/ 270275 w 2119654"/>
              <a:gd name="connsiteY96526" fmla="*/ 1456428 h 2398711"/>
              <a:gd name="connsiteX96527" fmla="*/ 274486 w 2119654"/>
              <a:gd name="connsiteY96527" fmla="*/ 1459316 h 2398711"/>
              <a:gd name="connsiteX96528" fmla="*/ 274215 w 2119654"/>
              <a:gd name="connsiteY96528" fmla="*/ 1458771 h 2398711"/>
              <a:gd name="connsiteX96529" fmla="*/ 718302 w 2119654"/>
              <a:gd name="connsiteY96529" fmla="*/ 453178 h 2398711"/>
              <a:gd name="connsiteX96530" fmla="*/ 719282 w 2119654"/>
              <a:gd name="connsiteY96530" fmla="*/ 458238 h 2398711"/>
              <a:gd name="connsiteX96531" fmla="*/ 721297 w 2119654"/>
              <a:gd name="connsiteY96531" fmla="*/ 461060 h 2398711"/>
              <a:gd name="connsiteX96532" fmla="*/ 721461 w 2119654"/>
              <a:gd name="connsiteY96532" fmla="*/ 455025 h 2398711"/>
              <a:gd name="connsiteX96533" fmla="*/ 718484 w 2119654"/>
              <a:gd name="connsiteY96533" fmla="*/ 453250 h 2398711"/>
              <a:gd name="connsiteX96534" fmla="*/ 692437 w 2119654"/>
              <a:gd name="connsiteY96534" fmla="*/ 511082 h 2398711"/>
              <a:gd name="connsiteX96535" fmla="*/ 692316 w 2119654"/>
              <a:gd name="connsiteY96535" fmla="*/ 511571 h 2398711"/>
              <a:gd name="connsiteX96536" fmla="*/ 693463 w 2119654"/>
              <a:gd name="connsiteY96536" fmla="*/ 512722 h 2398711"/>
              <a:gd name="connsiteX96537" fmla="*/ 694039 w 2119654"/>
              <a:gd name="connsiteY96537" fmla="*/ 511939 h 2398711"/>
              <a:gd name="connsiteX96538" fmla="*/ 685929 w 2119654"/>
              <a:gd name="connsiteY96538" fmla="*/ 525433 h 2398711"/>
              <a:gd name="connsiteX96539" fmla="*/ 686452 w 2119654"/>
              <a:gd name="connsiteY96539" fmla="*/ 527951 h 2398711"/>
              <a:gd name="connsiteX96540" fmla="*/ 687713 w 2119654"/>
              <a:gd name="connsiteY96540" fmla="*/ 528900 h 2398711"/>
              <a:gd name="connsiteX96541" fmla="*/ 688180 w 2119654"/>
              <a:gd name="connsiteY96541" fmla="*/ 527000 h 2398711"/>
              <a:gd name="connsiteX96542" fmla="*/ 308582 w 2119654"/>
              <a:gd name="connsiteY96542" fmla="*/ 1370355 h 2398711"/>
              <a:gd name="connsiteX96543" fmla="*/ 308705 w 2119654"/>
              <a:gd name="connsiteY96543" fmla="*/ 1370519 h 2398711"/>
              <a:gd name="connsiteX96544" fmla="*/ 308670 w 2119654"/>
              <a:gd name="connsiteY96544" fmla="*/ 1370397 h 2398711"/>
              <a:gd name="connsiteX96545" fmla="*/ 264978 w 2119654"/>
              <a:gd name="connsiteY96545" fmla="*/ 1467949 h 2398711"/>
              <a:gd name="connsiteX96546" fmla="*/ 268558 w 2119654"/>
              <a:gd name="connsiteY96546" fmla="*/ 1475143 h 2398711"/>
              <a:gd name="connsiteX96547" fmla="*/ 271132 w 2119654"/>
              <a:gd name="connsiteY96547" fmla="*/ 1477439 h 2398711"/>
              <a:gd name="connsiteX96548" fmla="*/ 272330 w 2119654"/>
              <a:gd name="connsiteY96548" fmla="*/ 1477794 h 2398711"/>
              <a:gd name="connsiteX96549" fmla="*/ 268861 w 2119654"/>
              <a:gd name="connsiteY96549" fmla="*/ 1472234 h 2398711"/>
              <a:gd name="connsiteX96550" fmla="*/ 265734 w 2119654"/>
              <a:gd name="connsiteY96550" fmla="*/ 1466239 h 2398711"/>
              <a:gd name="connsiteX96551" fmla="*/ 271190 w 2119654"/>
              <a:gd name="connsiteY96551" fmla="*/ 1474251 h 2398711"/>
              <a:gd name="connsiteX96552" fmla="*/ 275312 w 2119654"/>
              <a:gd name="connsiteY96552" fmla="*/ 1478678 h 2398711"/>
              <a:gd name="connsiteX96553" fmla="*/ 277767 w 2119654"/>
              <a:gd name="connsiteY96553" fmla="*/ 1479406 h 2398711"/>
              <a:gd name="connsiteX96554" fmla="*/ 267572 w 2119654"/>
              <a:gd name="connsiteY96554" fmla="*/ 1466817 h 2398711"/>
              <a:gd name="connsiteX96555" fmla="*/ 310014 w 2119654"/>
              <a:gd name="connsiteY96555" fmla="*/ 1367003 h 2398711"/>
              <a:gd name="connsiteX96556" fmla="*/ 311763 w 2119654"/>
              <a:gd name="connsiteY96556" fmla="*/ 1370651 h 2398711"/>
              <a:gd name="connsiteX96557" fmla="*/ 311873 w 2119654"/>
              <a:gd name="connsiteY96557" fmla="*/ 1370845 h 2398711"/>
              <a:gd name="connsiteX96558" fmla="*/ 313762 w 2119654"/>
              <a:gd name="connsiteY96558" fmla="*/ 1371742 h 2398711"/>
              <a:gd name="connsiteX96559" fmla="*/ 311967 w 2119654"/>
              <a:gd name="connsiteY96559" fmla="*/ 1367838 h 2398711"/>
              <a:gd name="connsiteX96560" fmla="*/ 746638 w 2119654"/>
              <a:gd name="connsiteY96560" fmla="*/ 389231 h 2398711"/>
              <a:gd name="connsiteX96561" fmla="*/ 747501 w 2119654"/>
              <a:gd name="connsiteY96561" fmla="*/ 390201 h 2398711"/>
              <a:gd name="connsiteX96562" fmla="*/ 747537 w 2119654"/>
              <a:gd name="connsiteY96562" fmla="*/ 390035 h 2398711"/>
              <a:gd name="connsiteX96563" fmla="*/ 687206 w 2119654"/>
              <a:gd name="connsiteY96563" fmla="*/ 522174 h 2398711"/>
              <a:gd name="connsiteX96564" fmla="*/ 687875 w 2119654"/>
              <a:gd name="connsiteY96564" fmla="*/ 523046 h 2398711"/>
              <a:gd name="connsiteX96565" fmla="*/ 687554 w 2119654"/>
              <a:gd name="connsiteY96565" fmla="*/ 521702 h 2398711"/>
              <a:gd name="connsiteX96566" fmla="*/ 657177 w 2119654"/>
              <a:gd name="connsiteY96566" fmla="*/ 589398 h 2398711"/>
              <a:gd name="connsiteX96567" fmla="*/ 657721 w 2119654"/>
              <a:gd name="connsiteY96567" fmla="*/ 593090 h 2398711"/>
              <a:gd name="connsiteX96568" fmla="*/ 658022 w 2119654"/>
              <a:gd name="connsiteY96568" fmla="*/ 593181 h 2398711"/>
              <a:gd name="connsiteX96569" fmla="*/ 658335 w 2119654"/>
              <a:gd name="connsiteY96569" fmla="*/ 590695 h 2398711"/>
              <a:gd name="connsiteX96570" fmla="*/ 735688 w 2119654"/>
              <a:gd name="connsiteY96570" fmla="*/ 413547 h 2398711"/>
              <a:gd name="connsiteX96571" fmla="*/ 737240 w 2119654"/>
              <a:gd name="connsiteY96571" fmla="*/ 415087 h 2398711"/>
              <a:gd name="connsiteX96572" fmla="*/ 740195 w 2119654"/>
              <a:gd name="connsiteY96572" fmla="*/ 416221 h 2398711"/>
              <a:gd name="connsiteX96573" fmla="*/ 686881 w 2119654"/>
              <a:gd name="connsiteY96573" fmla="*/ 522613 h 2398711"/>
              <a:gd name="connsiteX96574" fmla="*/ 687427 w 2119654"/>
              <a:gd name="connsiteY96574" fmla="*/ 522879 h 2398711"/>
              <a:gd name="connsiteX96575" fmla="*/ 687049 w 2119654"/>
              <a:gd name="connsiteY96575" fmla="*/ 522387 h 2398711"/>
              <a:gd name="connsiteX96576" fmla="*/ 295817 w 2119654"/>
              <a:gd name="connsiteY96576" fmla="*/ 1398199 h 2398711"/>
              <a:gd name="connsiteX96577" fmla="*/ 296520 w 2119654"/>
              <a:gd name="connsiteY96577" fmla="*/ 1398542 h 2398711"/>
              <a:gd name="connsiteX96578" fmla="*/ 296132 w 2119654"/>
              <a:gd name="connsiteY96578" fmla="*/ 1397906 h 2398711"/>
              <a:gd name="connsiteX96579" fmla="*/ 722905 w 2119654"/>
              <a:gd name="connsiteY96579" fmla="*/ 441589 h 2398711"/>
              <a:gd name="connsiteX96580" fmla="*/ 724510 w 2119654"/>
              <a:gd name="connsiteY96580" fmla="*/ 444370 h 2398711"/>
              <a:gd name="connsiteX96581" fmla="*/ 724229 w 2119654"/>
              <a:gd name="connsiteY96581" fmla="*/ 442525 h 2398711"/>
              <a:gd name="connsiteX96582" fmla="*/ 759107 w 2119654"/>
              <a:gd name="connsiteY96582" fmla="*/ 360498 h 2398711"/>
              <a:gd name="connsiteX96583" fmla="*/ 758594 w 2119654"/>
              <a:gd name="connsiteY96583" fmla="*/ 363772 h 2398711"/>
              <a:gd name="connsiteX96584" fmla="*/ 758000 w 2119654"/>
              <a:gd name="connsiteY96584" fmla="*/ 368898 h 2398711"/>
              <a:gd name="connsiteX96585" fmla="*/ 758735 w 2119654"/>
              <a:gd name="connsiteY96585" fmla="*/ 369655 h 2398711"/>
              <a:gd name="connsiteX96586" fmla="*/ 724036 w 2119654"/>
              <a:gd name="connsiteY96586" fmla="*/ 438878 h 2398711"/>
              <a:gd name="connsiteX96587" fmla="*/ 724166 w 2119654"/>
              <a:gd name="connsiteY96587" fmla="*/ 439730 h 2398711"/>
              <a:gd name="connsiteX96588" fmla="*/ 725233 w 2119654"/>
              <a:gd name="connsiteY96588" fmla="*/ 440481 h 2398711"/>
              <a:gd name="connsiteX96589" fmla="*/ 646616 w 2119654"/>
              <a:gd name="connsiteY96589" fmla="*/ 612186 h 2398711"/>
              <a:gd name="connsiteX96590" fmla="*/ 646547 w 2119654"/>
              <a:gd name="connsiteY96590" fmla="*/ 613034 h 2398711"/>
              <a:gd name="connsiteX96591" fmla="*/ 647193 w 2119654"/>
              <a:gd name="connsiteY96591" fmla="*/ 613316 h 2398711"/>
              <a:gd name="connsiteX96592" fmla="*/ 647215 w 2119654"/>
              <a:gd name="connsiteY96592" fmla="*/ 612756 h 2398711"/>
              <a:gd name="connsiteX96593" fmla="*/ 729585 w 2119654"/>
              <a:gd name="connsiteY96593" fmla="*/ 426298 h 2398711"/>
              <a:gd name="connsiteX96594" fmla="*/ 729609 w 2119654"/>
              <a:gd name="connsiteY96594" fmla="*/ 427027 h 2398711"/>
              <a:gd name="connsiteX96595" fmla="*/ 738059 w 2119654"/>
              <a:gd name="connsiteY96595" fmla="*/ 432531 h 2398711"/>
              <a:gd name="connsiteX96596" fmla="*/ 737013 w 2119654"/>
              <a:gd name="connsiteY96596" fmla="*/ 431137 h 2398711"/>
              <a:gd name="connsiteX96597" fmla="*/ 686046 w 2119654"/>
              <a:gd name="connsiteY96597" fmla="*/ 523751 h 2398711"/>
              <a:gd name="connsiteX96598" fmla="*/ 686212 w 2119654"/>
              <a:gd name="connsiteY96598" fmla="*/ 523928 h 2398711"/>
              <a:gd name="connsiteX96599" fmla="*/ 688393 w 2119654"/>
              <a:gd name="connsiteY96599" fmla="*/ 525223 h 2398711"/>
              <a:gd name="connsiteX96600" fmla="*/ 688277 w 2119654"/>
              <a:gd name="connsiteY96600" fmla="*/ 524732 h 2398711"/>
              <a:gd name="connsiteX96601" fmla="*/ 686162 w 2119654"/>
              <a:gd name="connsiteY96601" fmla="*/ 523594 h 2398711"/>
              <a:gd name="connsiteX96602" fmla="*/ 682821 w 2119654"/>
              <a:gd name="connsiteY96602" fmla="*/ 530935 h 2398711"/>
              <a:gd name="connsiteX96603" fmla="*/ 683064 w 2119654"/>
              <a:gd name="connsiteY96603" fmla="*/ 533655 h 2398711"/>
              <a:gd name="connsiteX96604" fmla="*/ 683964 w 2119654"/>
              <a:gd name="connsiteY96604" fmla="*/ 534077 h 2398711"/>
              <a:gd name="connsiteX96605" fmla="*/ 683924 w 2119654"/>
              <a:gd name="connsiteY96605" fmla="*/ 531658 h 2398711"/>
              <a:gd name="connsiteX96606" fmla="*/ 691429 w 2119654"/>
              <a:gd name="connsiteY96606" fmla="*/ 511555 h 2398711"/>
              <a:gd name="connsiteX96607" fmla="*/ 690921 w 2119654"/>
              <a:gd name="connsiteY96607" fmla="*/ 514801 h 2398711"/>
              <a:gd name="connsiteX96608" fmla="*/ 691148 w 2119654"/>
              <a:gd name="connsiteY96608" fmla="*/ 514922 h 2398711"/>
              <a:gd name="connsiteX96609" fmla="*/ 691868 w 2119654"/>
              <a:gd name="connsiteY96609" fmla="*/ 511994 h 2398711"/>
              <a:gd name="connsiteX96610" fmla="*/ 685683 w 2119654"/>
              <a:gd name="connsiteY96610" fmla="*/ 524246 h 2398711"/>
              <a:gd name="connsiteX96611" fmla="*/ 685877 w 2119654"/>
              <a:gd name="connsiteY96611" fmla="*/ 525184 h 2398711"/>
              <a:gd name="connsiteX96612" fmla="*/ 688185 w 2119654"/>
              <a:gd name="connsiteY96612" fmla="*/ 526789 h 2398711"/>
              <a:gd name="connsiteX96613" fmla="*/ 685739 w 2119654"/>
              <a:gd name="connsiteY96613" fmla="*/ 524169 h 2398711"/>
              <a:gd name="connsiteX96614" fmla="*/ 314749 w 2119654"/>
              <a:gd name="connsiteY96614" fmla="*/ 1354781 h 2398711"/>
              <a:gd name="connsiteX96615" fmla="*/ 316188 w 2119654"/>
              <a:gd name="connsiteY96615" fmla="*/ 1357912 h 2398711"/>
              <a:gd name="connsiteX96616" fmla="*/ 318696 w 2119654"/>
              <a:gd name="connsiteY96616" fmla="*/ 1362841 h 2398711"/>
              <a:gd name="connsiteX96617" fmla="*/ 322997 w 2119654"/>
              <a:gd name="connsiteY96617" fmla="*/ 1366158 h 2398711"/>
              <a:gd name="connsiteX96618" fmla="*/ 323582 w 2119654"/>
              <a:gd name="connsiteY96618" fmla="*/ 1366448 h 2398711"/>
              <a:gd name="connsiteX96619" fmla="*/ 688278 w 2119654"/>
              <a:gd name="connsiteY96619" fmla="*/ 518293 h 2398711"/>
              <a:gd name="connsiteX96620" fmla="*/ 688278 w 2119654"/>
              <a:gd name="connsiteY96620" fmla="*/ 518295 h 2398711"/>
              <a:gd name="connsiteX96621" fmla="*/ 688905 w 2119654"/>
              <a:gd name="connsiteY96621" fmla="*/ 518923 h 2398711"/>
              <a:gd name="connsiteX96622" fmla="*/ 689059 w 2119654"/>
              <a:gd name="connsiteY96622" fmla="*/ 518715 h 2398711"/>
              <a:gd name="connsiteX96623" fmla="*/ 656722 w 2119654"/>
              <a:gd name="connsiteY96623" fmla="*/ 588888 h 2398711"/>
              <a:gd name="connsiteX96624" fmla="*/ 656675 w 2119654"/>
              <a:gd name="connsiteY96624" fmla="*/ 592705 h 2398711"/>
              <a:gd name="connsiteX96625" fmla="*/ 657337 w 2119654"/>
              <a:gd name="connsiteY96625" fmla="*/ 592974 h 2398711"/>
              <a:gd name="connsiteX96626" fmla="*/ 657390 w 2119654"/>
              <a:gd name="connsiteY96626" fmla="*/ 592990 h 2398711"/>
              <a:gd name="connsiteX96627" fmla="*/ 656799 w 2119654"/>
              <a:gd name="connsiteY96627" fmla="*/ 588974 h 2398711"/>
              <a:gd name="connsiteX96628" fmla="*/ 684265 w 2119654"/>
              <a:gd name="connsiteY96628" fmla="*/ 527144 h 2398711"/>
              <a:gd name="connsiteX96629" fmla="*/ 684380 w 2119654"/>
              <a:gd name="connsiteY96629" fmla="*/ 531475 h 2398711"/>
              <a:gd name="connsiteX96630" fmla="*/ 686707 w 2119654"/>
              <a:gd name="connsiteY96630" fmla="*/ 532996 h 2398711"/>
              <a:gd name="connsiteX96631" fmla="*/ 686795 w 2119654"/>
              <a:gd name="connsiteY96631" fmla="*/ 532637 h 2398711"/>
              <a:gd name="connsiteX96632" fmla="*/ 685896 w 2119654"/>
              <a:gd name="connsiteY96632" fmla="*/ 528373 h 2398711"/>
              <a:gd name="connsiteX96633" fmla="*/ 749971 w 2119654"/>
              <a:gd name="connsiteY96633" fmla="*/ 380005 h 2398711"/>
              <a:gd name="connsiteX96634" fmla="*/ 748728 w 2119654"/>
              <a:gd name="connsiteY96634" fmla="*/ 385800 h 2398711"/>
              <a:gd name="connsiteX96635" fmla="*/ 752863 w 2119654"/>
              <a:gd name="connsiteY96635" fmla="*/ 389495 h 2398711"/>
              <a:gd name="connsiteX96636" fmla="*/ 752866 w 2119654"/>
              <a:gd name="connsiteY96636" fmla="*/ 384907 h 2398711"/>
              <a:gd name="connsiteX96637" fmla="*/ 750094 w 2119654"/>
              <a:gd name="connsiteY96637" fmla="*/ 380127 h 2398711"/>
              <a:gd name="connsiteX96638" fmla="*/ 716597 w 2119654"/>
              <a:gd name="connsiteY96638" fmla="*/ 454697 h 2398711"/>
              <a:gd name="connsiteX96639" fmla="*/ 716217 w 2119654"/>
              <a:gd name="connsiteY96639" fmla="*/ 457087 h 2398711"/>
              <a:gd name="connsiteX96640" fmla="*/ 716715 w 2119654"/>
              <a:gd name="connsiteY96640" fmla="*/ 455309 h 2398711"/>
              <a:gd name="connsiteX96641" fmla="*/ 716700 w 2119654"/>
              <a:gd name="connsiteY96641" fmla="*/ 454842 h 2398711"/>
              <a:gd name="connsiteX96642" fmla="*/ 691575 w 2119654"/>
              <a:gd name="connsiteY96642" fmla="*/ 510621 h 2398711"/>
              <a:gd name="connsiteX96643" fmla="*/ 691547 w 2119654"/>
              <a:gd name="connsiteY96643" fmla="*/ 510800 h 2398711"/>
              <a:gd name="connsiteX96644" fmla="*/ 692040 w 2119654"/>
              <a:gd name="connsiteY96644" fmla="*/ 511293 h 2398711"/>
              <a:gd name="connsiteX96645" fmla="*/ 692132 w 2119654"/>
              <a:gd name="connsiteY96645" fmla="*/ 510919 h 2398711"/>
              <a:gd name="connsiteX96646" fmla="*/ 646712 w 2119654"/>
              <a:gd name="connsiteY96646" fmla="*/ 611017 h 2398711"/>
              <a:gd name="connsiteX96647" fmla="*/ 646683 w 2119654"/>
              <a:gd name="connsiteY96647" fmla="*/ 611375 h 2398711"/>
              <a:gd name="connsiteX96648" fmla="*/ 647249 w 2119654"/>
              <a:gd name="connsiteY96648" fmla="*/ 611915 h 2398711"/>
              <a:gd name="connsiteX96649" fmla="*/ 647278 w 2119654"/>
              <a:gd name="connsiteY96649" fmla="*/ 611213 h 2398711"/>
              <a:gd name="connsiteX96650" fmla="*/ 693800 w 2119654"/>
              <a:gd name="connsiteY96650" fmla="*/ 505535 h 2398711"/>
              <a:gd name="connsiteX96651" fmla="*/ 693038 w 2119654"/>
              <a:gd name="connsiteY96651" fmla="*/ 508636 h 2398711"/>
              <a:gd name="connsiteX96652" fmla="*/ 694103 w 2119654"/>
              <a:gd name="connsiteY96652" fmla="*/ 509205 h 2398711"/>
              <a:gd name="connsiteX96653" fmla="*/ 716679 w 2119654"/>
              <a:gd name="connsiteY96653" fmla="*/ 454180 h 2398711"/>
              <a:gd name="connsiteX96654" fmla="*/ 716626 w 2119654"/>
              <a:gd name="connsiteY96654" fmla="*/ 454515 h 2398711"/>
              <a:gd name="connsiteX96655" fmla="*/ 716693 w 2119654"/>
              <a:gd name="connsiteY96655" fmla="*/ 454608 h 2398711"/>
              <a:gd name="connsiteX96656" fmla="*/ 265096 w 2119654"/>
              <a:gd name="connsiteY96656" fmla="*/ 1465302 h 2398711"/>
              <a:gd name="connsiteX96657" fmla="*/ 265354 w 2119654"/>
              <a:gd name="connsiteY96657" fmla="*/ 1465680 h 2398711"/>
              <a:gd name="connsiteX96658" fmla="*/ 267066 w 2119654"/>
              <a:gd name="connsiteY96658" fmla="*/ 1466193 h 2398711"/>
              <a:gd name="connsiteX96659" fmla="*/ 266873 w 2119654"/>
              <a:gd name="connsiteY96659" fmla="*/ 1465954 h 2398711"/>
              <a:gd name="connsiteX96660" fmla="*/ 307897 w 2119654"/>
              <a:gd name="connsiteY96660" fmla="*/ 1369447 h 2398711"/>
              <a:gd name="connsiteX96661" fmla="*/ 308151 w 2119654"/>
              <a:gd name="connsiteY96661" fmla="*/ 1369784 h 2398711"/>
              <a:gd name="connsiteX96662" fmla="*/ 308549 w 2119654"/>
              <a:gd name="connsiteY96662" fmla="*/ 1369973 h 2398711"/>
              <a:gd name="connsiteX96663" fmla="*/ 308477 w 2119654"/>
              <a:gd name="connsiteY96663" fmla="*/ 1369723 h 2398711"/>
              <a:gd name="connsiteX96664" fmla="*/ 309476 w 2119654"/>
              <a:gd name="connsiteY96664" fmla="*/ 1365880 h 2398711"/>
              <a:gd name="connsiteX96665" fmla="*/ 309494 w 2119654"/>
              <a:gd name="connsiteY96665" fmla="*/ 1365916 h 2398711"/>
              <a:gd name="connsiteX96666" fmla="*/ 309547 w 2119654"/>
              <a:gd name="connsiteY96666" fmla="*/ 1365934 h 2398711"/>
              <a:gd name="connsiteX96667" fmla="*/ 717004 w 2119654"/>
              <a:gd name="connsiteY96667" fmla="*/ 453147 h 2398711"/>
              <a:gd name="connsiteX96668" fmla="*/ 717038 w 2119654"/>
              <a:gd name="connsiteY96668" fmla="*/ 454159 h 2398711"/>
              <a:gd name="connsiteX96669" fmla="*/ 717134 w 2119654"/>
              <a:gd name="connsiteY96669" fmla="*/ 453815 h 2398711"/>
              <a:gd name="connsiteX96670" fmla="*/ 306905 w 2119654"/>
              <a:gd name="connsiteY96670" fmla="*/ 1371392 h 2398711"/>
              <a:gd name="connsiteX96671" fmla="*/ 308465 w 2119654"/>
              <a:gd name="connsiteY96671" fmla="*/ 1374117 h 2398711"/>
              <a:gd name="connsiteX96672" fmla="*/ 310567 w 2119654"/>
              <a:gd name="connsiteY96672" fmla="*/ 1377022 h 2398711"/>
              <a:gd name="connsiteX96673" fmla="*/ 309337 w 2119654"/>
              <a:gd name="connsiteY96673" fmla="*/ 1372725 h 2398711"/>
              <a:gd name="connsiteX96674" fmla="*/ 277096 w 2119654"/>
              <a:gd name="connsiteY96674" fmla="*/ 1438130 h 2398711"/>
              <a:gd name="connsiteX96675" fmla="*/ 278429 w 2119654"/>
              <a:gd name="connsiteY96675" fmla="*/ 1440130 h 2398711"/>
              <a:gd name="connsiteX96676" fmla="*/ 296143 w 2119654"/>
              <a:gd name="connsiteY96676" fmla="*/ 1452384 h 2398711"/>
              <a:gd name="connsiteX96677" fmla="*/ 296074 w 2119654"/>
              <a:gd name="connsiteY96677" fmla="*/ 1452293 h 2398711"/>
              <a:gd name="connsiteX96678" fmla="*/ 296080 w 2119654"/>
              <a:gd name="connsiteY96678" fmla="*/ 1451924 h 2398711"/>
              <a:gd name="connsiteX96679" fmla="*/ 296753 w 2119654"/>
              <a:gd name="connsiteY96679" fmla="*/ 1452806 h 2398711"/>
              <a:gd name="connsiteX96680" fmla="*/ 297758 w 2119654"/>
              <a:gd name="connsiteY96680" fmla="*/ 1453501 h 2398711"/>
              <a:gd name="connsiteX96681" fmla="*/ 297229 w 2119654"/>
              <a:gd name="connsiteY96681" fmla="*/ 1452390 h 2398711"/>
              <a:gd name="connsiteX96682" fmla="*/ 281551 w 2119654"/>
              <a:gd name="connsiteY96682" fmla="*/ 1440523 h 2398711"/>
              <a:gd name="connsiteX96683" fmla="*/ 268924 w 2119654"/>
              <a:gd name="connsiteY96683" fmla="*/ 1456417 h 2398711"/>
              <a:gd name="connsiteX96684" fmla="*/ 269496 w 2119654"/>
              <a:gd name="connsiteY96684" fmla="*/ 1457274 h 2398711"/>
              <a:gd name="connsiteX96685" fmla="*/ 272941 w 2119654"/>
              <a:gd name="connsiteY96685" fmla="*/ 1459184 h 2398711"/>
              <a:gd name="connsiteX96686" fmla="*/ 685636 w 2119654"/>
              <a:gd name="connsiteY96686" fmla="*/ 523312 h 2398711"/>
              <a:gd name="connsiteX96687" fmla="*/ 685659 w 2119654"/>
              <a:gd name="connsiteY96687" fmla="*/ 523336 h 2398711"/>
              <a:gd name="connsiteX96688" fmla="*/ 685666 w 2119654"/>
              <a:gd name="connsiteY96688" fmla="*/ 523327 h 2398711"/>
              <a:gd name="connsiteX96689" fmla="*/ 314647 w 2119654"/>
              <a:gd name="connsiteY96689" fmla="*/ 1354012 h 2398711"/>
              <a:gd name="connsiteX96690" fmla="*/ 315239 w 2119654"/>
              <a:gd name="connsiteY96690" fmla="*/ 1354794 h 2398711"/>
              <a:gd name="connsiteX96691" fmla="*/ 323861 w 2119654"/>
              <a:gd name="connsiteY96691" fmla="*/ 1365284 h 2398711"/>
              <a:gd name="connsiteX96692" fmla="*/ 319627 w 2119654"/>
              <a:gd name="connsiteY96692" fmla="*/ 1357004 h 2398711"/>
              <a:gd name="connsiteX96693" fmla="*/ 318429 w 2119654"/>
              <a:gd name="connsiteY96693" fmla="*/ 1355916 h 2398711"/>
              <a:gd name="connsiteX96694" fmla="*/ 720569 w 2119654"/>
              <a:gd name="connsiteY96694" fmla="*/ 445033 h 2398711"/>
              <a:gd name="connsiteX96695" fmla="*/ 718471 w 2119654"/>
              <a:gd name="connsiteY96695" fmla="*/ 452524 h 2398711"/>
              <a:gd name="connsiteX96696" fmla="*/ 720335 w 2119654"/>
              <a:gd name="connsiteY96696" fmla="*/ 453636 h 2398711"/>
              <a:gd name="connsiteX96697" fmla="*/ 721485 w 2119654"/>
              <a:gd name="connsiteY96697" fmla="*/ 454094 h 2398711"/>
              <a:gd name="connsiteX96698" fmla="*/ 721680 w 2119654"/>
              <a:gd name="connsiteY96698" fmla="*/ 446957 h 2398711"/>
              <a:gd name="connsiteX96699" fmla="*/ 239765 w 2119654"/>
              <a:gd name="connsiteY96699" fmla="*/ 1521628 h 2398711"/>
              <a:gd name="connsiteX96700" fmla="*/ 241369 w 2119654"/>
              <a:gd name="connsiteY96700" fmla="*/ 1523326 h 2398711"/>
              <a:gd name="connsiteX96701" fmla="*/ 243723 w 2119654"/>
              <a:gd name="connsiteY96701" fmla="*/ 1524465 h 2398711"/>
              <a:gd name="connsiteX96702" fmla="*/ 291795 w 2119654"/>
              <a:gd name="connsiteY96702" fmla="*/ 1404999 h 2398711"/>
              <a:gd name="connsiteX96703" fmla="*/ 293444 w 2119654"/>
              <a:gd name="connsiteY96703" fmla="*/ 1407492 h 2398711"/>
              <a:gd name="connsiteX96704" fmla="*/ 294543 w 2119654"/>
              <a:gd name="connsiteY96704" fmla="*/ 1408130 h 2398711"/>
              <a:gd name="connsiteX96705" fmla="*/ 292929 w 2119654"/>
              <a:gd name="connsiteY96705" fmla="*/ 1405801 h 2398711"/>
              <a:gd name="connsiteX96706" fmla="*/ 243566 w 2119654"/>
              <a:gd name="connsiteY96706" fmla="*/ 1512984 h 2398711"/>
              <a:gd name="connsiteX96707" fmla="*/ 244190 w 2119654"/>
              <a:gd name="connsiteY96707" fmla="*/ 1513931 h 2398711"/>
              <a:gd name="connsiteX96708" fmla="*/ 247108 w 2119654"/>
              <a:gd name="connsiteY96708" fmla="*/ 1515009 h 2398711"/>
              <a:gd name="connsiteX96709" fmla="*/ 684240 w 2119654"/>
              <a:gd name="connsiteY96709" fmla="*/ 526208 h 2398711"/>
              <a:gd name="connsiteX96710" fmla="*/ 684243 w 2119654"/>
              <a:gd name="connsiteY96710" fmla="*/ 526286 h 2398711"/>
              <a:gd name="connsiteX96711" fmla="*/ 685686 w 2119654"/>
              <a:gd name="connsiteY96711" fmla="*/ 527373 h 2398711"/>
              <a:gd name="connsiteX96712" fmla="*/ 685173 w 2119654"/>
              <a:gd name="connsiteY96712" fmla="*/ 524938 h 2398711"/>
              <a:gd name="connsiteX96713" fmla="*/ 730773 w 2119654"/>
              <a:gd name="connsiteY96713" fmla="*/ 421889 h 2398711"/>
              <a:gd name="connsiteX96714" fmla="*/ 737815 w 2119654"/>
              <a:gd name="connsiteY96714" fmla="*/ 430529 h 2398711"/>
              <a:gd name="connsiteX96715" fmla="*/ 738833 w 2119654"/>
              <a:gd name="connsiteY96715" fmla="*/ 431192 h 2398711"/>
              <a:gd name="connsiteX96716" fmla="*/ 738977 w 2119654"/>
              <a:gd name="connsiteY96716" fmla="*/ 430475 h 2398711"/>
              <a:gd name="connsiteX96717" fmla="*/ 734321 w 2119654"/>
              <a:gd name="connsiteY96717" fmla="*/ 424731 h 2398711"/>
              <a:gd name="connsiteX96718" fmla="*/ 223919 w 2119654"/>
              <a:gd name="connsiteY96718" fmla="*/ 1556611 h 2398711"/>
              <a:gd name="connsiteX96719" fmla="*/ 224749 w 2119654"/>
              <a:gd name="connsiteY96719" fmla="*/ 1557868 h 2398711"/>
              <a:gd name="connsiteX96720" fmla="*/ 233821 w 2119654"/>
              <a:gd name="connsiteY96720" fmla="*/ 1566203 h 2398711"/>
              <a:gd name="connsiteX96721" fmla="*/ 252158 w 2119654"/>
              <a:gd name="connsiteY96721" fmla="*/ 1571693 h 2398711"/>
              <a:gd name="connsiteX96722" fmla="*/ 253312 w 2119654"/>
              <a:gd name="connsiteY96722" fmla="*/ 1570425 h 2398711"/>
              <a:gd name="connsiteX96723" fmla="*/ 234974 w 2119654"/>
              <a:gd name="connsiteY96723" fmla="*/ 1559140 h 2398711"/>
              <a:gd name="connsiteX96724" fmla="*/ 691133 w 2119654"/>
              <a:gd name="connsiteY96724" fmla="*/ 510385 h 2398711"/>
              <a:gd name="connsiteX96725" fmla="*/ 691147 w 2119654"/>
              <a:gd name="connsiteY96725" fmla="*/ 510399 h 2398711"/>
              <a:gd name="connsiteX96726" fmla="*/ 691148 w 2119654"/>
              <a:gd name="connsiteY96726" fmla="*/ 510393 h 2398711"/>
              <a:gd name="connsiteX96727" fmla="*/ 688029 w 2119654"/>
              <a:gd name="connsiteY96727" fmla="*/ 517251 h 2398711"/>
              <a:gd name="connsiteX96728" fmla="*/ 688127 w 2119654"/>
              <a:gd name="connsiteY96728" fmla="*/ 517661 h 2398711"/>
              <a:gd name="connsiteX96729" fmla="*/ 689381 w 2119654"/>
              <a:gd name="connsiteY96729" fmla="*/ 518275 h 2398711"/>
              <a:gd name="connsiteX96730" fmla="*/ 689417 w 2119654"/>
              <a:gd name="connsiteY96730" fmla="*/ 518227 h 2398711"/>
              <a:gd name="connsiteX96731" fmla="*/ 759772 w 2119654"/>
              <a:gd name="connsiteY96731" fmla="*/ 356247 h 2398711"/>
              <a:gd name="connsiteX96732" fmla="*/ 759591 w 2119654"/>
              <a:gd name="connsiteY96732" fmla="*/ 357403 h 2398711"/>
              <a:gd name="connsiteX96733" fmla="*/ 759080 w 2119654"/>
              <a:gd name="connsiteY96733" fmla="*/ 370010 h 2398711"/>
              <a:gd name="connsiteX96734" fmla="*/ 771572 w 2119654"/>
              <a:gd name="connsiteY96734" fmla="*/ 382888 h 2398711"/>
              <a:gd name="connsiteX96735" fmla="*/ 771985 w 2119654"/>
              <a:gd name="connsiteY96735" fmla="*/ 376109 h 2398711"/>
              <a:gd name="connsiteX96736" fmla="*/ 772172 w 2119654"/>
              <a:gd name="connsiteY96736" fmla="*/ 375899 h 2398711"/>
              <a:gd name="connsiteX96737" fmla="*/ 771735 w 2119654"/>
              <a:gd name="connsiteY96737" fmla="*/ 383057 h 2398711"/>
              <a:gd name="connsiteX96738" fmla="*/ 774936 w 2119654"/>
              <a:gd name="connsiteY96738" fmla="*/ 386447 h 2398711"/>
              <a:gd name="connsiteX96739" fmla="*/ 775799 w 2119654"/>
              <a:gd name="connsiteY96739" fmla="*/ 382571 h 2398711"/>
              <a:gd name="connsiteX96740" fmla="*/ 776382 w 2119654"/>
              <a:gd name="connsiteY96740" fmla="*/ 375415 h 2398711"/>
              <a:gd name="connsiteX96741" fmla="*/ 696017 w 2119654"/>
              <a:gd name="connsiteY96741" fmla="*/ 498687 h 2398711"/>
              <a:gd name="connsiteX96742" fmla="*/ 696659 w 2119654"/>
              <a:gd name="connsiteY96742" fmla="*/ 507749 h 2398711"/>
              <a:gd name="connsiteX96743" fmla="*/ 696578 w 2119654"/>
              <a:gd name="connsiteY96743" fmla="*/ 505601 h 2398711"/>
              <a:gd name="connsiteX96744" fmla="*/ 696842 w 2119654"/>
              <a:gd name="connsiteY96744" fmla="*/ 505238 h 2398711"/>
              <a:gd name="connsiteX96745" fmla="*/ 696945 w 2119654"/>
              <a:gd name="connsiteY96745" fmla="*/ 507984 h 2398711"/>
              <a:gd name="connsiteX96746" fmla="*/ 700479 w 2119654"/>
              <a:gd name="connsiteY96746" fmla="*/ 503176 h 2398711"/>
              <a:gd name="connsiteX96747" fmla="*/ 700428 w 2119654"/>
              <a:gd name="connsiteY96747" fmla="*/ 502920 h 2398711"/>
              <a:gd name="connsiteX96748" fmla="*/ 696120 w 2119654"/>
              <a:gd name="connsiteY96748" fmla="*/ 498759 h 2398711"/>
              <a:gd name="connsiteX96749" fmla="*/ 646922 w 2119654"/>
              <a:gd name="connsiteY96749" fmla="*/ 608460 h 2398711"/>
              <a:gd name="connsiteX96750" fmla="*/ 646835 w 2119654"/>
              <a:gd name="connsiteY96750" fmla="*/ 609518 h 2398711"/>
              <a:gd name="connsiteX96751" fmla="*/ 647082 w 2119654"/>
              <a:gd name="connsiteY96751" fmla="*/ 609609 h 2398711"/>
              <a:gd name="connsiteX96752" fmla="*/ 682597 w 2119654"/>
              <a:gd name="connsiteY96752" fmla="*/ 528441 h 2398711"/>
              <a:gd name="connsiteX96753" fmla="*/ 682775 w 2119654"/>
              <a:gd name="connsiteY96753" fmla="*/ 530425 h 2398711"/>
              <a:gd name="connsiteX96754" fmla="*/ 683916 w 2119654"/>
              <a:gd name="connsiteY96754" fmla="*/ 531171 h 2398711"/>
              <a:gd name="connsiteX96755" fmla="*/ 683845 w 2119654"/>
              <a:gd name="connsiteY96755" fmla="*/ 526827 h 2398711"/>
              <a:gd name="connsiteX96756" fmla="*/ 683807 w 2119654"/>
              <a:gd name="connsiteY96756" fmla="*/ 526798 h 2398711"/>
              <a:gd name="connsiteX96757" fmla="*/ 653699 w 2119654"/>
              <a:gd name="connsiteY96757" fmla="*/ 592959 h 2398711"/>
              <a:gd name="connsiteX96758" fmla="*/ 653509 w 2119654"/>
              <a:gd name="connsiteY96758" fmla="*/ 595552 h 2398711"/>
              <a:gd name="connsiteX96759" fmla="*/ 654623 w 2119654"/>
              <a:gd name="connsiteY96759" fmla="*/ 597053 h 2398711"/>
              <a:gd name="connsiteX96760" fmla="*/ 654937 w 2119654"/>
              <a:gd name="connsiteY96760" fmla="*/ 593388 h 2398711"/>
              <a:gd name="connsiteX96761" fmla="*/ 707658 w 2119654"/>
              <a:gd name="connsiteY96761" fmla="*/ 471996 h 2398711"/>
              <a:gd name="connsiteX96762" fmla="*/ 706969 w 2119654"/>
              <a:gd name="connsiteY96762" fmla="*/ 477374 h 2398711"/>
              <a:gd name="connsiteX96763" fmla="*/ 707420 w 2119654"/>
              <a:gd name="connsiteY96763" fmla="*/ 477704 h 2398711"/>
              <a:gd name="connsiteX96764" fmla="*/ 708264 w 2119654"/>
              <a:gd name="connsiteY96764" fmla="*/ 472387 h 2398711"/>
              <a:gd name="connsiteX96765" fmla="*/ 730044 w 2119654"/>
              <a:gd name="connsiteY96765" fmla="*/ 421852 h 2398711"/>
              <a:gd name="connsiteX96766" fmla="*/ 729657 w 2119654"/>
              <a:gd name="connsiteY96766" fmla="*/ 425451 h 2398711"/>
              <a:gd name="connsiteX96767" fmla="*/ 733863 w 2119654"/>
              <a:gd name="connsiteY96767" fmla="*/ 427958 h 2398711"/>
              <a:gd name="connsiteX96768" fmla="*/ 735356 w 2119654"/>
              <a:gd name="connsiteY96768" fmla="*/ 428930 h 2398711"/>
              <a:gd name="connsiteX96769" fmla="*/ 266016 w 2119654"/>
              <a:gd name="connsiteY96769" fmla="*/ 1460864 h 2398711"/>
              <a:gd name="connsiteX96770" fmla="*/ 269898 w 2119654"/>
              <a:gd name="connsiteY96770" fmla="*/ 1466406 h 2398711"/>
              <a:gd name="connsiteX96771" fmla="*/ 276244 w 2119654"/>
              <a:gd name="connsiteY96771" fmla="*/ 1468737 h 2398711"/>
              <a:gd name="connsiteX96772" fmla="*/ 275257 w 2119654"/>
              <a:gd name="connsiteY96772" fmla="*/ 1467257 h 2398711"/>
              <a:gd name="connsiteX96773" fmla="*/ 680449 w 2119654"/>
              <a:gd name="connsiteY96773" fmla="*/ 532769 h 2398711"/>
              <a:gd name="connsiteX96774" fmla="*/ 681300 w 2119654"/>
              <a:gd name="connsiteY96774" fmla="*/ 533645 h 2398711"/>
              <a:gd name="connsiteX96775" fmla="*/ 681608 w 2119654"/>
              <a:gd name="connsiteY96775" fmla="*/ 533806 h 2398711"/>
              <a:gd name="connsiteX96776" fmla="*/ 681563 w 2119654"/>
              <a:gd name="connsiteY96776" fmla="*/ 533291 h 2398711"/>
              <a:gd name="connsiteX96777" fmla="*/ 263827 w 2119654"/>
              <a:gd name="connsiteY96777" fmla="*/ 1465639 h 2398711"/>
              <a:gd name="connsiteX96778" fmla="*/ 264582 w 2119654"/>
              <a:gd name="connsiteY96778" fmla="*/ 1467155 h 2398711"/>
              <a:gd name="connsiteX96779" fmla="*/ 267946 w 2119654"/>
              <a:gd name="connsiteY96779" fmla="*/ 1470768 h 2398711"/>
              <a:gd name="connsiteX96780" fmla="*/ 264970 w 2119654"/>
              <a:gd name="connsiteY96780" fmla="*/ 1465999 h 2398711"/>
              <a:gd name="connsiteX96781" fmla="*/ 292504 w 2119654"/>
              <a:gd name="connsiteY96781" fmla="*/ 1401300 h 2398711"/>
              <a:gd name="connsiteX96782" fmla="*/ 293386 w 2119654"/>
              <a:gd name="connsiteY96782" fmla="*/ 1402573 h 2398711"/>
              <a:gd name="connsiteX96783" fmla="*/ 293950 w 2119654"/>
              <a:gd name="connsiteY96783" fmla="*/ 1403056 h 2398711"/>
              <a:gd name="connsiteX96784" fmla="*/ 296400 w 2119654"/>
              <a:gd name="connsiteY96784" fmla="*/ 1403977 h 2398711"/>
              <a:gd name="connsiteX96785" fmla="*/ 295414 w 2119654"/>
              <a:gd name="connsiteY96785" fmla="*/ 1402485 h 2398711"/>
              <a:gd name="connsiteX96786" fmla="*/ 295325 w 2119654"/>
              <a:gd name="connsiteY96786" fmla="*/ 1402396 h 2398711"/>
              <a:gd name="connsiteX96787" fmla="*/ 292846 w 2119654"/>
              <a:gd name="connsiteY96787" fmla="*/ 1400957 h 2398711"/>
              <a:gd name="connsiteX96788" fmla="*/ 292841 w 2119654"/>
              <a:gd name="connsiteY96788" fmla="*/ 1400961 h 2398711"/>
              <a:gd name="connsiteX96789" fmla="*/ 252567 w 2119654"/>
              <a:gd name="connsiteY96789" fmla="*/ 1490713 h 2398711"/>
              <a:gd name="connsiteX96790" fmla="*/ 256195 w 2119654"/>
              <a:gd name="connsiteY96790" fmla="*/ 1495195 h 2398711"/>
              <a:gd name="connsiteX96791" fmla="*/ 258723 w 2119654"/>
              <a:gd name="connsiteY96791" fmla="*/ 1496961 h 2398711"/>
              <a:gd name="connsiteX96792" fmla="*/ 262337 w 2119654"/>
              <a:gd name="connsiteY96792" fmla="*/ 1499274 h 2398711"/>
              <a:gd name="connsiteX96793" fmla="*/ 256129 w 2119654"/>
              <a:gd name="connsiteY96793" fmla="*/ 1492632 h 2398711"/>
              <a:gd name="connsiteX96794" fmla="*/ 684189 w 2119654"/>
              <a:gd name="connsiteY96794" fmla="*/ 524220 h 2398711"/>
              <a:gd name="connsiteX96795" fmla="*/ 684217 w 2119654"/>
              <a:gd name="connsiteY96795" fmla="*/ 525300 h 2398711"/>
              <a:gd name="connsiteX96796" fmla="*/ 684732 w 2119654"/>
              <a:gd name="connsiteY96796" fmla="*/ 524599 h 2398711"/>
              <a:gd name="connsiteX96797" fmla="*/ 723594 w 2119654"/>
              <a:gd name="connsiteY96797" fmla="*/ 435978 h 2398711"/>
              <a:gd name="connsiteX96798" fmla="*/ 723794 w 2119654"/>
              <a:gd name="connsiteY96798" fmla="*/ 437286 h 2398711"/>
              <a:gd name="connsiteX96799" fmla="*/ 724155 w 2119654"/>
              <a:gd name="connsiteY96799" fmla="*/ 437731 h 2398711"/>
              <a:gd name="connsiteX96800" fmla="*/ 726697 w 2119654"/>
              <a:gd name="connsiteY96800" fmla="*/ 441137 h 2398711"/>
              <a:gd name="connsiteX96801" fmla="*/ 726650 w 2119654"/>
              <a:gd name="connsiteY96801" fmla="*/ 439727 h 2398711"/>
              <a:gd name="connsiteX96802" fmla="*/ 722306 w 2119654"/>
              <a:gd name="connsiteY96802" fmla="*/ 438829 h 2398711"/>
              <a:gd name="connsiteX96803" fmla="*/ 722290 w 2119654"/>
              <a:gd name="connsiteY96803" fmla="*/ 438887 h 2398711"/>
              <a:gd name="connsiteX96804" fmla="*/ 722251 w 2119654"/>
              <a:gd name="connsiteY96804" fmla="*/ 440312 h 2398711"/>
              <a:gd name="connsiteX96805" fmla="*/ 724090 w 2119654"/>
              <a:gd name="connsiteY96805" fmla="*/ 441612 h 2398711"/>
              <a:gd name="connsiteX96806" fmla="*/ 723829 w 2119654"/>
              <a:gd name="connsiteY96806" fmla="*/ 439901 h 2398711"/>
              <a:gd name="connsiteX96807" fmla="*/ 722768 w 2119654"/>
              <a:gd name="connsiteY96807" fmla="*/ 437178 h 2398711"/>
              <a:gd name="connsiteX96808" fmla="*/ 722402 w 2119654"/>
              <a:gd name="connsiteY96808" fmla="*/ 438485 h 2398711"/>
              <a:gd name="connsiteX96809" fmla="*/ 723759 w 2119654"/>
              <a:gd name="connsiteY96809" fmla="*/ 439441 h 2398711"/>
              <a:gd name="connsiteX96810" fmla="*/ 723579 w 2119654"/>
              <a:gd name="connsiteY96810" fmla="*/ 438265 h 2398711"/>
              <a:gd name="connsiteX96811" fmla="*/ 695907 w 2119654"/>
              <a:gd name="connsiteY96811" fmla="*/ 497113 h 2398711"/>
              <a:gd name="connsiteX96812" fmla="*/ 697896 w 2119654"/>
              <a:gd name="connsiteY96812" fmla="*/ 498919 h 2398711"/>
              <a:gd name="connsiteX96813" fmla="*/ 699505 w 2119654"/>
              <a:gd name="connsiteY96813" fmla="*/ 500544 h 2398711"/>
              <a:gd name="connsiteX96814" fmla="*/ 700032 w 2119654"/>
              <a:gd name="connsiteY96814" fmla="*/ 500917 h 2398711"/>
              <a:gd name="connsiteX96815" fmla="*/ 699827 w 2119654"/>
              <a:gd name="connsiteY96815" fmla="*/ 499878 h 2398711"/>
              <a:gd name="connsiteX96816" fmla="*/ 698928 w 2119654"/>
              <a:gd name="connsiteY96816" fmla="*/ 498593 h 2398711"/>
              <a:gd name="connsiteX96817" fmla="*/ 636200 w 2119654"/>
              <a:gd name="connsiteY96817" fmla="*/ 630720 h 2398711"/>
              <a:gd name="connsiteX96818" fmla="*/ 636103 w 2119654"/>
              <a:gd name="connsiteY96818" fmla="*/ 630950 h 2398711"/>
              <a:gd name="connsiteX96819" fmla="*/ 636345 w 2119654"/>
              <a:gd name="connsiteY96819" fmla="*/ 631096 h 2398711"/>
              <a:gd name="connsiteX96820" fmla="*/ 636593 w 2119654"/>
              <a:gd name="connsiteY96820" fmla="*/ 630944 h 2398711"/>
              <a:gd name="connsiteX96821" fmla="*/ 636576 w 2119654"/>
              <a:gd name="connsiteY96821" fmla="*/ 630928 h 2398711"/>
              <a:gd name="connsiteX96822" fmla="*/ 248182 w 2119654"/>
              <a:gd name="connsiteY96822" fmla="*/ 1499503 h 2398711"/>
              <a:gd name="connsiteX96823" fmla="*/ 248629 w 2119654"/>
              <a:gd name="connsiteY96823" fmla="*/ 1500158 h 2398711"/>
              <a:gd name="connsiteX96824" fmla="*/ 249329 w 2119654"/>
              <a:gd name="connsiteY96824" fmla="*/ 1500433 h 2398711"/>
              <a:gd name="connsiteX96825" fmla="*/ 707912 w 2119654"/>
              <a:gd name="connsiteY96825" fmla="*/ 470012 h 2398711"/>
              <a:gd name="connsiteX96826" fmla="*/ 707729 w 2119654"/>
              <a:gd name="connsiteY96826" fmla="*/ 471436 h 2398711"/>
              <a:gd name="connsiteX96827" fmla="*/ 708352 w 2119654"/>
              <a:gd name="connsiteY96827" fmla="*/ 471835 h 2398711"/>
              <a:gd name="connsiteX96828" fmla="*/ 708550 w 2119654"/>
              <a:gd name="connsiteY96828" fmla="*/ 470588 h 2398711"/>
              <a:gd name="connsiteX96829" fmla="*/ 723186 w 2119654"/>
              <a:gd name="connsiteY96829" fmla="*/ 435687 h 2398711"/>
              <a:gd name="connsiteX96830" fmla="*/ 723009 w 2119654"/>
              <a:gd name="connsiteY96830" fmla="*/ 436317 h 2398711"/>
              <a:gd name="connsiteX96831" fmla="*/ 723345 w 2119654"/>
              <a:gd name="connsiteY96831" fmla="*/ 436732 h 2398711"/>
              <a:gd name="connsiteX96832" fmla="*/ 638555 w 2119654"/>
              <a:gd name="connsiteY96832" fmla="*/ 625132 h 2398711"/>
              <a:gd name="connsiteX96833" fmla="*/ 637287 w 2119654"/>
              <a:gd name="connsiteY96833" fmla="*/ 628142 h 2398711"/>
              <a:gd name="connsiteX96834" fmla="*/ 638203 w 2119654"/>
              <a:gd name="connsiteY96834" fmla="*/ 629016 h 2398711"/>
              <a:gd name="connsiteX96835" fmla="*/ 639105 w 2119654"/>
              <a:gd name="connsiteY96835" fmla="*/ 625839 h 2398711"/>
              <a:gd name="connsiteX96836" fmla="*/ 653881 w 2119654"/>
              <a:gd name="connsiteY96836" fmla="*/ 590453 h 2398711"/>
              <a:gd name="connsiteX96837" fmla="*/ 653802 w 2119654"/>
              <a:gd name="connsiteY96837" fmla="*/ 591539 h 2398711"/>
              <a:gd name="connsiteX96838" fmla="*/ 655052 w 2119654"/>
              <a:gd name="connsiteY96838" fmla="*/ 592047 h 2398711"/>
              <a:gd name="connsiteX96839" fmla="*/ 655080 w 2119654"/>
              <a:gd name="connsiteY96839" fmla="*/ 591726 h 2398711"/>
              <a:gd name="connsiteX96840" fmla="*/ 655045 w 2119654"/>
              <a:gd name="connsiteY96840" fmla="*/ 591686 h 2398711"/>
              <a:gd name="connsiteX96841" fmla="*/ 679861 w 2119654"/>
              <a:gd name="connsiteY96841" fmla="*/ 532167 h 2398711"/>
              <a:gd name="connsiteX96842" fmla="*/ 680423 w 2119654"/>
              <a:gd name="connsiteY96842" fmla="*/ 532743 h 2398711"/>
              <a:gd name="connsiteX96843" fmla="*/ 680887 w 2119654"/>
              <a:gd name="connsiteY96843" fmla="*/ 532634 h 2398711"/>
              <a:gd name="connsiteX96844" fmla="*/ 681531 w 2119654"/>
              <a:gd name="connsiteY96844" fmla="*/ 532936 h 2398711"/>
              <a:gd name="connsiteX96845" fmla="*/ 681289 w 2119654"/>
              <a:gd name="connsiteY96845" fmla="*/ 530225 h 2398711"/>
              <a:gd name="connsiteX96846" fmla="*/ 684143 w 2119654"/>
              <a:gd name="connsiteY96846" fmla="*/ 522508 h 2398711"/>
              <a:gd name="connsiteX96847" fmla="*/ 684182 w 2119654"/>
              <a:gd name="connsiteY96847" fmla="*/ 524004 h 2398711"/>
              <a:gd name="connsiteX96848" fmla="*/ 684835 w 2119654"/>
              <a:gd name="connsiteY96848" fmla="*/ 524458 h 2398711"/>
              <a:gd name="connsiteX96849" fmla="*/ 685019 w 2119654"/>
              <a:gd name="connsiteY96849" fmla="*/ 524207 h 2398711"/>
              <a:gd name="connsiteX96850" fmla="*/ 684800 w 2119654"/>
              <a:gd name="connsiteY96850" fmla="*/ 523164 h 2398711"/>
              <a:gd name="connsiteX96851" fmla="*/ 684233 w 2119654"/>
              <a:gd name="connsiteY96851" fmla="*/ 522556 h 2398711"/>
              <a:gd name="connsiteX96852" fmla="*/ 263338 w 2119654"/>
              <a:gd name="connsiteY96852" fmla="*/ 1464657 h 2398711"/>
              <a:gd name="connsiteX96853" fmla="*/ 263584 w 2119654"/>
              <a:gd name="connsiteY96853" fmla="*/ 1465150 h 2398711"/>
              <a:gd name="connsiteX96854" fmla="*/ 264638 w 2119654"/>
              <a:gd name="connsiteY96854" fmla="*/ 1465466 h 2398711"/>
              <a:gd name="connsiteX96855" fmla="*/ 264369 w 2119654"/>
              <a:gd name="connsiteY96855" fmla="*/ 1465035 h 2398711"/>
              <a:gd name="connsiteX96856" fmla="*/ 313551 w 2119654"/>
              <a:gd name="connsiteY96856" fmla="*/ 1352175 h 2398711"/>
              <a:gd name="connsiteX96857" fmla="*/ 314007 w 2119654"/>
              <a:gd name="connsiteY96857" fmla="*/ 1353167 h 2398711"/>
              <a:gd name="connsiteX96858" fmla="*/ 314141 w 2119654"/>
              <a:gd name="connsiteY96858" fmla="*/ 1353344 h 2398711"/>
              <a:gd name="connsiteX96859" fmla="*/ 317257 w 2119654"/>
              <a:gd name="connsiteY96859" fmla="*/ 1354851 h 2398711"/>
              <a:gd name="connsiteX96860" fmla="*/ 316628 w 2119654"/>
              <a:gd name="connsiteY96860" fmla="*/ 1354280 h 2398711"/>
              <a:gd name="connsiteX96861" fmla="*/ 315071 w 2119654"/>
              <a:gd name="connsiteY96861" fmla="*/ 1353320 h 2398711"/>
              <a:gd name="connsiteX96862" fmla="*/ 679482 w 2119654"/>
              <a:gd name="connsiteY96862" fmla="*/ 532683 h 2398711"/>
              <a:gd name="connsiteX96863" fmla="*/ 680523 w 2119654"/>
              <a:gd name="connsiteY96863" fmla="*/ 533233 h 2398711"/>
              <a:gd name="connsiteX96864" fmla="*/ 679715 w 2119654"/>
              <a:gd name="connsiteY96864" fmla="*/ 532366 h 2398711"/>
              <a:gd name="connsiteX96865" fmla="*/ 648402 w 2119654"/>
              <a:gd name="connsiteY96865" fmla="*/ 602180 h 2398711"/>
              <a:gd name="connsiteX96866" fmla="*/ 650098 w 2119654"/>
              <a:gd name="connsiteY96866" fmla="*/ 606394 h 2398711"/>
              <a:gd name="connsiteX96867" fmla="*/ 650886 w 2119654"/>
              <a:gd name="connsiteY96867" fmla="*/ 607110 h 2398711"/>
              <a:gd name="connsiteX96868" fmla="*/ 650976 w 2119654"/>
              <a:gd name="connsiteY96868" fmla="*/ 605641 h 2398711"/>
              <a:gd name="connsiteX96869" fmla="*/ 650900 w 2119654"/>
              <a:gd name="connsiteY96869" fmla="*/ 605500 h 2398711"/>
              <a:gd name="connsiteX96870" fmla="*/ 648415 w 2119654"/>
              <a:gd name="connsiteY96870" fmla="*/ 602151 h 2398711"/>
              <a:gd name="connsiteX96871" fmla="*/ 291876 w 2119654"/>
              <a:gd name="connsiteY96871" fmla="*/ 1400394 h 2398711"/>
              <a:gd name="connsiteX96872" fmla="*/ 292191 w 2119654"/>
              <a:gd name="connsiteY96872" fmla="*/ 1400849 h 2398711"/>
              <a:gd name="connsiteX96873" fmla="*/ 292363 w 2119654"/>
              <a:gd name="connsiteY96873" fmla="*/ 1400677 h 2398711"/>
              <a:gd name="connsiteX96874" fmla="*/ 652603 w 2119654"/>
              <a:gd name="connsiteY96874" fmla="*/ 592578 h 2398711"/>
              <a:gd name="connsiteX96875" fmla="*/ 652156 w 2119654"/>
              <a:gd name="connsiteY96875" fmla="*/ 593601 h 2398711"/>
              <a:gd name="connsiteX96876" fmla="*/ 652192 w 2119654"/>
              <a:gd name="connsiteY96876" fmla="*/ 593775 h 2398711"/>
              <a:gd name="connsiteX96877" fmla="*/ 653419 w 2119654"/>
              <a:gd name="connsiteY96877" fmla="*/ 595430 h 2398711"/>
              <a:gd name="connsiteX96878" fmla="*/ 653602 w 2119654"/>
              <a:gd name="connsiteY96878" fmla="*/ 592926 h 2398711"/>
              <a:gd name="connsiteX96879" fmla="*/ 653644 w 2119654"/>
              <a:gd name="connsiteY96879" fmla="*/ 590203 h 2398711"/>
              <a:gd name="connsiteX96880" fmla="*/ 653171 w 2119654"/>
              <a:gd name="connsiteY96880" fmla="*/ 591283 h 2398711"/>
              <a:gd name="connsiteX96881" fmla="*/ 653706 w 2119654"/>
              <a:gd name="connsiteY96881" fmla="*/ 591500 h 2398711"/>
              <a:gd name="connsiteX96882" fmla="*/ 653789 w 2119654"/>
              <a:gd name="connsiteY96882" fmla="*/ 590357 h 2398711"/>
              <a:gd name="connsiteX96883" fmla="*/ 754145 w 2119654"/>
              <a:gd name="connsiteY96883" fmla="*/ 365157 h 2398711"/>
              <a:gd name="connsiteX96884" fmla="*/ 754138 w 2119654"/>
              <a:gd name="connsiteY96884" fmla="*/ 378067 h 2398711"/>
              <a:gd name="connsiteX96885" fmla="*/ 755684 w 2119654"/>
              <a:gd name="connsiteY96885" fmla="*/ 380732 h 2398711"/>
              <a:gd name="connsiteX96886" fmla="*/ 755982 w 2119654"/>
              <a:gd name="connsiteY96886" fmla="*/ 378154 h 2398711"/>
              <a:gd name="connsiteX96887" fmla="*/ 757478 w 2119654"/>
              <a:gd name="connsiteY96887" fmla="*/ 368592 h 2398711"/>
              <a:gd name="connsiteX96888" fmla="*/ 653831 w 2119654"/>
              <a:gd name="connsiteY96888" fmla="*/ 589774 h 2398711"/>
              <a:gd name="connsiteX96889" fmla="*/ 653800 w 2119654"/>
              <a:gd name="connsiteY96889" fmla="*/ 589846 h 2398711"/>
              <a:gd name="connsiteX96890" fmla="*/ 653824 w 2119654"/>
              <a:gd name="connsiteY96890" fmla="*/ 589872 h 2398711"/>
              <a:gd name="connsiteX96891" fmla="*/ 275775 w 2119654"/>
              <a:gd name="connsiteY96891" fmla="*/ 1436152 h 2398711"/>
              <a:gd name="connsiteX96892" fmla="*/ 276448 w 2119654"/>
              <a:gd name="connsiteY96892" fmla="*/ 1437160 h 2398711"/>
              <a:gd name="connsiteX96893" fmla="*/ 278550 w 2119654"/>
              <a:gd name="connsiteY96893" fmla="*/ 1438252 h 2398711"/>
              <a:gd name="connsiteX96894" fmla="*/ 682353 w 2119654"/>
              <a:gd name="connsiteY96894" fmla="*/ 525703 h 2398711"/>
              <a:gd name="connsiteX96895" fmla="*/ 682524 w 2119654"/>
              <a:gd name="connsiteY96895" fmla="*/ 527604 h 2398711"/>
              <a:gd name="connsiteX96896" fmla="*/ 683364 w 2119654"/>
              <a:gd name="connsiteY96896" fmla="*/ 526463 h 2398711"/>
              <a:gd name="connsiteX96897" fmla="*/ 724331 w 2119654"/>
              <a:gd name="connsiteY96897" fmla="*/ 431600 h 2398711"/>
              <a:gd name="connsiteX96898" fmla="*/ 723422 w 2119654"/>
              <a:gd name="connsiteY96898" fmla="*/ 434849 h 2398711"/>
              <a:gd name="connsiteX96899" fmla="*/ 723487 w 2119654"/>
              <a:gd name="connsiteY96899" fmla="*/ 435278 h 2398711"/>
              <a:gd name="connsiteX96900" fmla="*/ 726629 w 2119654"/>
              <a:gd name="connsiteY96900" fmla="*/ 439133 h 2398711"/>
              <a:gd name="connsiteX96901" fmla="*/ 726629 w 2119654"/>
              <a:gd name="connsiteY96901" fmla="*/ 439105 h 2398711"/>
              <a:gd name="connsiteX96902" fmla="*/ 727249 w 2119654"/>
              <a:gd name="connsiteY96902" fmla="*/ 433340 h 2398711"/>
              <a:gd name="connsiteX96903" fmla="*/ 678591 w 2119654"/>
              <a:gd name="connsiteY96903" fmla="*/ 533894 h 2398711"/>
              <a:gd name="connsiteX96904" fmla="*/ 681961 w 2119654"/>
              <a:gd name="connsiteY96904" fmla="*/ 537750 h 2398711"/>
              <a:gd name="connsiteX96905" fmla="*/ 681667 w 2119654"/>
              <a:gd name="connsiteY96905" fmla="*/ 534461 h 2398711"/>
              <a:gd name="connsiteX96906" fmla="*/ 681141 w 2119654"/>
              <a:gd name="connsiteY96906" fmla="*/ 533898 h 2398711"/>
              <a:gd name="connsiteX96907" fmla="*/ 679303 w 2119654"/>
              <a:gd name="connsiteY96907" fmla="*/ 532927 h 2398711"/>
              <a:gd name="connsiteX96908" fmla="*/ 312734 w 2119654"/>
              <a:gd name="connsiteY96908" fmla="*/ 1353049 h 2398711"/>
              <a:gd name="connsiteX96909" fmla="*/ 314642 w 2119654"/>
              <a:gd name="connsiteY96909" fmla="*/ 1359714 h 2398711"/>
              <a:gd name="connsiteX96910" fmla="*/ 317049 w 2119654"/>
              <a:gd name="connsiteY96910" fmla="*/ 1361570 h 2398711"/>
              <a:gd name="connsiteX96911" fmla="*/ 313253 w 2119654"/>
              <a:gd name="connsiteY96911" fmla="*/ 1353310 h 2398711"/>
              <a:gd name="connsiteX96912" fmla="*/ 635133 w 2119654"/>
              <a:gd name="connsiteY96912" fmla="*/ 631002 h 2398711"/>
              <a:gd name="connsiteX96913" fmla="*/ 635079 w 2119654"/>
              <a:gd name="connsiteY96913" fmla="*/ 631194 h 2398711"/>
              <a:gd name="connsiteX96914" fmla="*/ 635059 w 2119654"/>
              <a:gd name="connsiteY96914" fmla="*/ 631885 h 2398711"/>
              <a:gd name="connsiteX96915" fmla="*/ 635193 w 2119654"/>
              <a:gd name="connsiteY96915" fmla="*/ 631803 h 2398711"/>
              <a:gd name="connsiteX96916" fmla="*/ 635451 w 2119654"/>
              <a:gd name="connsiteY96916" fmla="*/ 631212 h 2398711"/>
              <a:gd name="connsiteX96917" fmla="*/ 635344 w 2119654"/>
              <a:gd name="connsiteY96917" fmla="*/ 630247 h 2398711"/>
              <a:gd name="connsiteX96918" fmla="*/ 635285 w 2119654"/>
              <a:gd name="connsiteY96918" fmla="*/ 630456 h 2398711"/>
              <a:gd name="connsiteX96919" fmla="*/ 635678 w 2119654"/>
              <a:gd name="connsiteY96919" fmla="*/ 630692 h 2398711"/>
              <a:gd name="connsiteX96920" fmla="*/ 635770 w 2119654"/>
              <a:gd name="connsiteY96920" fmla="*/ 630483 h 2398711"/>
              <a:gd name="connsiteX96921" fmla="*/ 165796 w 2119654"/>
              <a:gd name="connsiteY96921" fmla="*/ 1681651 h 2398711"/>
              <a:gd name="connsiteX96922" fmla="*/ 187762 w 2119654"/>
              <a:gd name="connsiteY96922" fmla="*/ 1701298 h 2398711"/>
              <a:gd name="connsiteX96923" fmla="*/ 196285 w 2119654"/>
              <a:gd name="connsiteY96923" fmla="*/ 1702118 h 2398711"/>
              <a:gd name="connsiteX96924" fmla="*/ 305462 w 2119654"/>
              <a:gd name="connsiteY96924" fmla="*/ 1368873 h 2398711"/>
              <a:gd name="connsiteX96925" fmla="*/ 306666 w 2119654"/>
              <a:gd name="connsiteY96925" fmla="*/ 1370974 h 2398711"/>
              <a:gd name="connsiteX96926" fmla="*/ 309240 w 2119654"/>
              <a:gd name="connsiteY96926" fmla="*/ 1372385 h 2398711"/>
              <a:gd name="connsiteX96927" fmla="*/ 308969 w 2119654"/>
              <a:gd name="connsiteY96927" fmla="*/ 1371441 h 2398711"/>
              <a:gd name="connsiteX96928" fmla="*/ 308372 w 2119654"/>
              <a:gd name="connsiteY96928" fmla="*/ 1370649 h 2398711"/>
              <a:gd name="connsiteX96929" fmla="*/ 307929 w 2119654"/>
              <a:gd name="connsiteY96929" fmla="*/ 1370045 h 2398711"/>
              <a:gd name="connsiteX96930" fmla="*/ 289607 w 2119654"/>
              <a:gd name="connsiteY96930" fmla="*/ 1404217 h 2398711"/>
              <a:gd name="connsiteX96931" fmla="*/ 292184 w 2119654"/>
              <a:gd name="connsiteY96931" fmla="*/ 1406759 h 2398711"/>
              <a:gd name="connsiteX96932" fmla="*/ 292359 w 2119654"/>
              <a:gd name="connsiteY96932" fmla="*/ 1406861 h 2398711"/>
              <a:gd name="connsiteX96933" fmla="*/ 290540 w 2119654"/>
              <a:gd name="connsiteY96933" fmla="*/ 1404112 h 2398711"/>
              <a:gd name="connsiteX96934" fmla="*/ 290053 w 2119654"/>
              <a:gd name="connsiteY96934" fmla="*/ 1403768 h 2398711"/>
              <a:gd name="connsiteX96935" fmla="*/ 652082 w 2119654"/>
              <a:gd name="connsiteY96935" fmla="*/ 592397 h 2398711"/>
              <a:gd name="connsiteX96936" fmla="*/ 652053 w 2119654"/>
              <a:gd name="connsiteY96936" fmla="*/ 592877 h 2398711"/>
              <a:gd name="connsiteX96937" fmla="*/ 652045 w 2119654"/>
              <a:gd name="connsiteY96937" fmla="*/ 593054 h 2398711"/>
              <a:gd name="connsiteX96938" fmla="*/ 652076 w 2119654"/>
              <a:gd name="connsiteY96938" fmla="*/ 593211 h 2398711"/>
              <a:gd name="connsiteX96939" fmla="*/ 652386 w 2119654"/>
              <a:gd name="connsiteY96939" fmla="*/ 592503 h 2398711"/>
              <a:gd name="connsiteX96940" fmla="*/ 684644 w 2119654"/>
              <a:gd name="connsiteY96940" fmla="*/ 519248 h 2398711"/>
              <a:gd name="connsiteX96941" fmla="*/ 685170 w 2119654"/>
              <a:gd name="connsiteY96941" fmla="*/ 521778 h 2398711"/>
              <a:gd name="connsiteX96942" fmla="*/ 686374 w 2119654"/>
              <a:gd name="connsiteY96942" fmla="*/ 522366 h 2398711"/>
              <a:gd name="connsiteX96943" fmla="*/ 686696 w 2119654"/>
              <a:gd name="connsiteY96943" fmla="*/ 521927 h 2398711"/>
              <a:gd name="connsiteX96944" fmla="*/ 722409 w 2119654"/>
              <a:gd name="connsiteY96944" fmla="*/ 434524 h 2398711"/>
              <a:gd name="connsiteX96945" fmla="*/ 722396 w 2119654"/>
              <a:gd name="connsiteY96945" fmla="*/ 435030 h 2398711"/>
              <a:gd name="connsiteX96946" fmla="*/ 722505 w 2119654"/>
              <a:gd name="connsiteY96946" fmla="*/ 434641 h 2398711"/>
              <a:gd name="connsiteX96947" fmla="*/ 289045 w 2119654"/>
              <a:gd name="connsiteY96947" fmla="*/ 1404782 h 2398711"/>
              <a:gd name="connsiteX96948" fmla="*/ 289662 w 2119654"/>
              <a:gd name="connsiteY96948" fmla="*/ 1405297 h 2398711"/>
              <a:gd name="connsiteX96949" fmla="*/ 291740 w 2119654"/>
              <a:gd name="connsiteY96949" fmla="*/ 1406502 h 2398711"/>
              <a:gd name="connsiteX96950" fmla="*/ 289517 w 2119654"/>
              <a:gd name="connsiteY96950" fmla="*/ 1404308 h 2398711"/>
              <a:gd name="connsiteX96951" fmla="*/ 309040 w 2119654"/>
              <a:gd name="connsiteY96951" fmla="*/ 1360001 h 2398711"/>
              <a:gd name="connsiteX96952" fmla="*/ 310260 w 2119654"/>
              <a:gd name="connsiteY96952" fmla="*/ 1362398 h 2398711"/>
              <a:gd name="connsiteX96953" fmla="*/ 312183 w 2119654"/>
              <a:gd name="connsiteY96953" fmla="*/ 1363881 h 2398711"/>
              <a:gd name="connsiteX96954" fmla="*/ 311216 w 2119654"/>
              <a:gd name="connsiteY96954" fmla="*/ 1362141 h 2398711"/>
              <a:gd name="connsiteX96955" fmla="*/ 693307 w 2119654"/>
              <a:gd name="connsiteY96955" fmla="*/ 499550 h 2398711"/>
              <a:gd name="connsiteX96956" fmla="*/ 691974 w 2119654"/>
              <a:gd name="connsiteY96956" fmla="*/ 508067 h 2398711"/>
              <a:gd name="connsiteX96957" fmla="*/ 692733 w 2119654"/>
              <a:gd name="connsiteY96957" fmla="*/ 508473 h 2398711"/>
              <a:gd name="connsiteX96958" fmla="*/ 693714 w 2119654"/>
              <a:gd name="connsiteY96958" fmla="*/ 504480 h 2398711"/>
              <a:gd name="connsiteX96959" fmla="*/ 695682 w 2119654"/>
              <a:gd name="connsiteY96959" fmla="*/ 493958 h 2398711"/>
              <a:gd name="connsiteX96960" fmla="*/ 695897 w 2119654"/>
              <a:gd name="connsiteY96960" fmla="*/ 496989 h 2398711"/>
              <a:gd name="connsiteX96961" fmla="*/ 698749 w 2119654"/>
              <a:gd name="connsiteY96961" fmla="*/ 498338 h 2398711"/>
              <a:gd name="connsiteX96962" fmla="*/ 684549 w 2119654"/>
              <a:gd name="connsiteY96962" fmla="*/ 518709 h 2398711"/>
              <a:gd name="connsiteX96963" fmla="*/ 686854 w 2119654"/>
              <a:gd name="connsiteY96963" fmla="*/ 521714 h 2398711"/>
              <a:gd name="connsiteX96964" fmla="*/ 687385 w 2119654"/>
              <a:gd name="connsiteY96964" fmla="*/ 520992 h 2398711"/>
              <a:gd name="connsiteX96965" fmla="*/ 687077 w 2119654"/>
              <a:gd name="connsiteY96965" fmla="*/ 519701 h 2398711"/>
              <a:gd name="connsiteX96966" fmla="*/ 685629 w 2119654"/>
              <a:gd name="connsiteY96966" fmla="*/ 519124 h 2398711"/>
              <a:gd name="connsiteX96967" fmla="*/ 725871 w 2119654"/>
              <a:gd name="connsiteY96967" fmla="*/ 426106 h 2398711"/>
              <a:gd name="connsiteX96968" fmla="*/ 724563 w 2119654"/>
              <a:gd name="connsiteY96968" fmla="*/ 430776 h 2398711"/>
              <a:gd name="connsiteX96969" fmla="*/ 727346 w 2119654"/>
              <a:gd name="connsiteY96969" fmla="*/ 432436 h 2398711"/>
              <a:gd name="connsiteX96970" fmla="*/ 727886 w 2119654"/>
              <a:gd name="connsiteY96970" fmla="*/ 427418 h 2398711"/>
              <a:gd name="connsiteX96971" fmla="*/ 654354 w 2119654"/>
              <a:gd name="connsiteY96971" fmla="*/ 586234 h 2398711"/>
              <a:gd name="connsiteX96972" fmla="*/ 654354 w 2119654"/>
              <a:gd name="connsiteY96972" fmla="*/ 586235 h 2398711"/>
              <a:gd name="connsiteX96973" fmla="*/ 655234 w 2119654"/>
              <a:gd name="connsiteY96973" fmla="*/ 589924 h 2398711"/>
              <a:gd name="connsiteX96974" fmla="*/ 655446 w 2119654"/>
              <a:gd name="connsiteY96974" fmla="*/ 587457 h 2398711"/>
              <a:gd name="connsiteX96975" fmla="*/ 684069 w 2119654"/>
              <a:gd name="connsiteY96975" fmla="*/ 519693 h 2398711"/>
              <a:gd name="connsiteX96976" fmla="*/ 684110 w 2119654"/>
              <a:gd name="connsiteY96976" fmla="*/ 521261 h 2398711"/>
              <a:gd name="connsiteX96977" fmla="*/ 684432 w 2119654"/>
              <a:gd name="connsiteY96977" fmla="*/ 521419 h 2398711"/>
              <a:gd name="connsiteX96978" fmla="*/ 251175 w 2119654"/>
              <a:gd name="connsiteY96978" fmla="*/ 1488994 h 2398711"/>
              <a:gd name="connsiteX96979" fmla="*/ 251471 w 2119654"/>
              <a:gd name="connsiteY96979" fmla="*/ 1489360 h 2398711"/>
              <a:gd name="connsiteX96980" fmla="*/ 254613 w 2119654"/>
              <a:gd name="connsiteY96980" fmla="*/ 1491052 h 2398711"/>
              <a:gd name="connsiteX96981" fmla="*/ 252074 w 2119654"/>
              <a:gd name="connsiteY96981" fmla="*/ 1489644 h 2398711"/>
              <a:gd name="connsiteX96982" fmla="*/ 654160 w 2119654"/>
              <a:gd name="connsiteY96982" fmla="*/ 586627 h 2398711"/>
              <a:gd name="connsiteX96983" fmla="*/ 653917 w 2119654"/>
              <a:gd name="connsiteY96983" fmla="*/ 589970 h 2398711"/>
              <a:gd name="connsiteX96984" fmla="*/ 655054 w 2119654"/>
              <a:gd name="connsiteY96984" fmla="*/ 591175 h 2398711"/>
              <a:gd name="connsiteX96985" fmla="*/ 720628 w 2119654"/>
              <a:gd name="connsiteY96985" fmla="*/ 437647 h 2398711"/>
              <a:gd name="connsiteX96986" fmla="*/ 721324 w 2119654"/>
              <a:gd name="connsiteY96986" fmla="*/ 438853 h 2398711"/>
              <a:gd name="connsiteX96987" fmla="*/ 721492 w 2119654"/>
              <a:gd name="connsiteY96987" fmla="*/ 438255 h 2398711"/>
              <a:gd name="connsiteX96988" fmla="*/ 305021 w 2119654"/>
              <a:gd name="connsiteY96988" fmla="*/ 1368080 h 2398711"/>
              <a:gd name="connsiteX96989" fmla="*/ 305090 w 2119654"/>
              <a:gd name="connsiteY96989" fmla="*/ 1368224 h 2398711"/>
              <a:gd name="connsiteX96990" fmla="*/ 305171 w 2119654"/>
              <a:gd name="connsiteY96990" fmla="*/ 1368368 h 2398711"/>
              <a:gd name="connsiteX96991" fmla="*/ 307517 w 2119654"/>
              <a:gd name="connsiteY96991" fmla="*/ 1369483 h 2398711"/>
              <a:gd name="connsiteX96992" fmla="*/ 307273 w 2119654"/>
              <a:gd name="connsiteY96992" fmla="*/ 1369150 h 2398711"/>
              <a:gd name="connsiteX96993" fmla="*/ 718657 w 2119654"/>
              <a:gd name="connsiteY96993" fmla="*/ 441722 h 2398711"/>
              <a:gd name="connsiteX96994" fmla="*/ 717498 w 2119654"/>
              <a:gd name="connsiteY96994" fmla="*/ 449023 h 2398711"/>
              <a:gd name="connsiteX96995" fmla="*/ 717897 w 2119654"/>
              <a:gd name="connsiteY96995" fmla="*/ 451087 h 2398711"/>
              <a:gd name="connsiteX96996" fmla="*/ 719912 w 2119654"/>
              <a:gd name="connsiteY96996" fmla="*/ 443895 h 2398711"/>
              <a:gd name="connsiteX96997" fmla="*/ 312306 w 2119654"/>
              <a:gd name="connsiteY96997" fmla="*/ 1351554 h 2398711"/>
              <a:gd name="connsiteX96998" fmla="*/ 312606 w 2119654"/>
              <a:gd name="connsiteY96998" fmla="*/ 1352601 h 2398711"/>
              <a:gd name="connsiteX96999" fmla="*/ 313019 w 2119654"/>
              <a:gd name="connsiteY96999" fmla="*/ 1352801 h 2398711"/>
              <a:gd name="connsiteX97000" fmla="*/ 312661 w 2119654"/>
              <a:gd name="connsiteY97000" fmla="*/ 1352023 h 2398711"/>
              <a:gd name="connsiteX97001" fmla="*/ 304123 w 2119654"/>
              <a:gd name="connsiteY97001" fmla="*/ 1369868 h 2398711"/>
              <a:gd name="connsiteX97002" fmla="*/ 306312 w 2119654"/>
              <a:gd name="connsiteY97002" fmla="*/ 1372771 h 2398711"/>
              <a:gd name="connsiteX97003" fmla="*/ 305204 w 2119654"/>
              <a:gd name="connsiteY97003" fmla="*/ 1370460 h 2398711"/>
              <a:gd name="connsiteX97004" fmla="*/ 728326 w 2119654"/>
              <a:gd name="connsiteY97004" fmla="*/ 419928 h 2398711"/>
              <a:gd name="connsiteX97005" fmla="*/ 728441 w 2119654"/>
              <a:gd name="connsiteY97005" fmla="*/ 422258 h 2398711"/>
              <a:gd name="connsiteX97006" fmla="*/ 728662 w 2119654"/>
              <a:gd name="connsiteY97006" fmla="*/ 420197 h 2398711"/>
              <a:gd name="connsiteX97007" fmla="*/ 726399 w 2119654"/>
              <a:gd name="connsiteY97007" fmla="*/ 424222 h 2398711"/>
              <a:gd name="connsiteX97008" fmla="*/ 726230 w 2119654"/>
              <a:gd name="connsiteY97008" fmla="*/ 424827 h 2398711"/>
              <a:gd name="connsiteX97009" fmla="*/ 727873 w 2119654"/>
              <a:gd name="connsiteY97009" fmla="*/ 425897 h 2398711"/>
              <a:gd name="connsiteX97010" fmla="*/ 727837 w 2119654"/>
              <a:gd name="connsiteY97010" fmla="*/ 425159 h 2398711"/>
              <a:gd name="connsiteX97011" fmla="*/ 651673 w 2119654"/>
              <a:gd name="connsiteY97011" fmla="*/ 591225 h 2398711"/>
              <a:gd name="connsiteX97012" fmla="*/ 651679 w 2119654"/>
              <a:gd name="connsiteY97012" fmla="*/ 591257 h 2398711"/>
              <a:gd name="connsiteX97013" fmla="*/ 651850 w 2119654"/>
              <a:gd name="connsiteY97013" fmla="*/ 591309 h 2398711"/>
              <a:gd name="connsiteX97014" fmla="*/ 651850 w 2119654"/>
              <a:gd name="connsiteY97014" fmla="*/ 591298 h 2398711"/>
              <a:gd name="connsiteX97015" fmla="*/ 637346 w 2119654"/>
              <a:gd name="connsiteY97015" fmla="*/ 623099 h 2398711"/>
              <a:gd name="connsiteX97016" fmla="*/ 636498 w 2119654"/>
              <a:gd name="connsiteY97016" fmla="*/ 626128 h 2398711"/>
              <a:gd name="connsiteX97017" fmla="*/ 637007 w 2119654"/>
              <a:gd name="connsiteY97017" fmla="*/ 627657 h 2398711"/>
              <a:gd name="connsiteX97018" fmla="*/ 638278 w 2119654"/>
              <a:gd name="connsiteY97018" fmla="*/ 624752 h 2398711"/>
              <a:gd name="connsiteX97019" fmla="*/ 697721 w 2119654"/>
              <a:gd name="connsiteY97019" fmla="*/ 487790 h 2398711"/>
              <a:gd name="connsiteX97020" fmla="*/ 697975 w 2119654"/>
              <a:gd name="connsiteY97020" fmla="*/ 489076 h 2398711"/>
              <a:gd name="connsiteX97021" fmla="*/ 699844 w 2119654"/>
              <a:gd name="connsiteY97021" fmla="*/ 498067 h 2398711"/>
              <a:gd name="connsiteX97022" fmla="*/ 700671 w 2119654"/>
              <a:gd name="connsiteY97022" fmla="*/ 499248 h 2398711"/>
              <a:gd name="connsiteX97023" fmla="*/ 702670 w 2119654"/>
              <a:gd name="connsiteY97023" fmla="*/ 500194 h 2398711"/>
              <a:gd name="connsiteX97024" fmla="*/ 703240 w 2119654"/>
              <a:gd name="connsiteY97024" fmla="*/ 499419 h 2398711"/>
              <a:gd name="connsiteX97025" fmla="*/ 704082 w 2119654"/>
              <a:gd name="connsiteY97025" fmla="*/ 492844 h 2398711"/>
              <a:gd name="connsiteX97026" fmla="*/ 703596 w 2119654"/>
              <a:gd name="connsiteY97026" fmla="*/ 491562 h 2398711"/>
              <a:gd name="connsiteX97027" fmla="*/ 685374 w 2119654"/>
              <a:gd name="connsiteY97027" fmla="*/ 515384 h 2398711"/>
              <a:gd name="connsiteX97028" fmla="*/ 686272 w 2119654"/>
              <a:gd name="connsiteY97028" fmla="*/ 516283 h 2398711"/>
              <a:gd name="connsiteX97029" fmla="*/ 686223 w 2119654"/>
              <a:gd name="connsiteY97029" fmla="*/ 515980 h 2398711"/>
              <a:gd name="connsiteX97030" fmla="*/ 241328 w 2119654"/>
              <a:gd name="connsiteY97030" fmla="*/ 1509594 h 2398711"/>
              <a:gd name="connsiteX97031" fmla="*/ 242685 w 2119654"/>
              <a:gd name="connsiteY97031" fmla="*/ 1511650 h 2398711"/>
              <a:gd name="connsiteX97032" fmla="*/ 245014 w 2119654"/>
              <a:gd name="connsiteY97032" fmla="*/ 1512981 h 2398711"/>
              <a:gd name="connsiteX97033" fmla="*/ 730997 w 2119654"/>
              <a:gd name="connsiteY97033" fmla="*/ 412986 h 2398711"/>
              <a:gd name="connsiteX97034" fmla="*/ 730288 w 2119654"/>
              <a:gd name="connsiteY97034" fmla="*/ 419578 h 2398711"/>
              <a:gd name="connsiteX97035" fmla="*/ 730679 w 2119654"/>
              <a:gd name="connsiteY97035" fmla="*/ 420048 h 2398711"/>
              <a:gd name="connsiteX97036" fmla="*/ 739630 w 2119654"/>
              <a:gd name="connsiteY97036" fmla="*/ 427219 h 2398711"/>
              <a:gd name="connsiteX97037" fmla="*/ 740636 w 2119654"/>
              <a:gd name="connsiteY97037" fmla="*/ 422201 h 2398711"/>
              <a:gd name="connsiteX97038" fmla="*/ 741168 w 2119654"/>
              <a:gd name="connsiteY97038" fmla="*/ 419722 h 2398711"/>
              <a:gd name="connsiteX97039" fmla="*/ 736654 w 2119654"/>
              <a:gd name="connsiteY97039" fmla="*/ 415246 h 2398711"/>
              <a:gd name="connsiteX97040" fmla="*/ 650980 w 2119654"/>
              <a:gd name="connsiteY97040" fmla="*/ 592014 h 2398711"/>
              <a:gd name="connsiteX97041" fmla="*/ 650954 w 2119654"/>
              <a:gd name="connsiteY97041" fmla="*/ 592107 h 2398711"/>
              <a:gd name="connsiteX97042" fmla="*/ 651667 w 2119654"/>
              <a:gd name="connsiteY97042" fmla="*/ 593068 h 2398711"/>
              <a:gd name="connsiteX97043" fmla="*/ 651502 w 2119654"/>
              <a:gd name="connsiteY97043" fmla="*/ 592195 h 2398711"/>
              <a:gd name="connsiteX97044" fmla="*/ 652302 w 2119654"/>
              <a:gd name="connsiteY97044" fmla="*/ 588783 h 2398711"/>
              <a:gd name="connsiteX97045" fmla="*/ 652175 w 2119654"/>
              <a:gd name="connsiteY97045" fmla="*/ 590878 h 2398711"/>
              <a:gd name="connsiteX97046" fmla="*/ 652959 w 2119654"/>
              <a:gd name="connsiteY97046" fmla="*/ 591196 h 2398711"/>
              <a:gd name="connsiteX97047" fmla="*/ 653473 w 2119654"/>
              <a:gd name="connsiteY97047" fmla="*/ 590021 h 2398711"/>
              <a:gd name="connsiteX97048" fmla="*/ 651253 w 2119654"/>
              <a:gd name="connsiteY97048" fmla="*/ 591055 h 2398711"/>
              <a:gd name="connsiteX97049" fmla="*/ 651234 w 2119654"/>
              <a:gd name="connsiteY97049" fmla="*/ 591122 h 2398711"/>
              <a:gd name="connsiteX97050" fmla="*/ 651303 w 2119654"/>
              <a:gd name="connsiteY97050" fmla="*/ 591143 h 2398711"/>
              <a:gd name="connsiteX97051" fmla="*/ 651288 w 2119654"/>
              <a:gd name="connsiteY97051" fmla="*/ 591069 h 2398711"/>
              <a:gd name="connsiteX97052" fmla="*/ 241331 w 2119654"/>
              <a:gd name="connsiteY97052" fmla="*/ 1508917 h 2398711"/>
              <a:gd name="connsiteX97053" fmla="*/ 246974 w 2119654"/>
              <a:gd name="connsiteY97053" fmla="*/ 1514101 h 2398711"/>
              <a:gd name="connsiteX97054" fmla="*/ 251219 w 2119654"/>
              <a:gd name="connsiteY97054" fmla="*/ 1516527 h 2398711"/>
              <a:gd name="connsiteX97055" fmla="*/ 260111 w 2119654"/>
              <a:gd name="connsiteY97055" fmla="*/ 1519813 h 2398711"/>
              <a:gd name="connsiteX97056" fmla="*/ 258150 w 2119654"/>
              <a:gd name="connsiteY97056" fmla="*/ 1516943 h 2398711"/>
              <a:gd name="connsiteX97057" fmla="*/ 247586 w 2119654"/>
              <a:gd name="connsiteY97057" fmla="*/ 1509531 h 2398711"/>
              <a:gd name="connsiteX97058" fmla="*/ 727582 w 2119654"/>
              <a:gd name="connsiteY97058" fmla="*/ 419996 h 2398711"/>
              <a:gd name="connsiteX97059" fmla="*/ 726570 w 2119654"/>
              <a:gd name="connsiteY97059" fmla="*/ 423612 h 2398711"/>
              <a:gd name="connsiteX97060" fmla="*/ 727796 w 2119654"/>
              <a:gd name="connsiteY97060" fmla="*/ 424344 h 2398711"/>
              <a:gd name="connsiteX97061" fmla="*/ 722785 w 2119654"/>
              <a:gd name="connsiteY97061" fmla="*/ 430679 h 2398711"/>
              <a:gd name="connsiteX97062" fmla="*/ 723078 w 2119654"/>
              <a:gd name="connsiteY97062" fmla="*/ 432595 h 2398711"/>
              <a:gd name="connsiteX97063" fmla="*/ 723496 w 2119654"/>
              <a:gd name="connsiteY97063" fmla="*/ 431102 h 2398711"/>
              <a:gd name="connsiteX97064" fmla="*/ 709005 w 2119654"/>
              <a:gd name="connsiteY97064" fmla="*/ 461488 h 2398711"/>
              <a:gd name="connsiteX97065" fmla="*/ 708058 w 2119654"/>
              <a:gd name="connsiteY97065" fmla="*/ 468869 h 2398711"/>
              <a:gd name="connsiteX97066" fmla="*/ 708727 w 2119654"/>
              <a:gd name="connsiteY97066" fmla="*/ 469472 h 2398711"/>
              <a:gd name="connsiteX97067" fmla="*/ 709851 w 2119654"/>
              <a:gd name="connsiteY97067" fmla="*/ 462393 h 2398711"/>
              <a:gd name="connsiteX97068" fmla="*/ 709800 w 2119654"/>
              <a:gd name="connsiteY97068" fmla="*/ 462320 h 2398711"/>
              <a:gd name="connsiteX97069" fmla="*/ 722500 w 2119654"/>
              <a:gd name="connsiteY97069" fmla="*/ 431185 h 2398711"/>
              <a:gd name="connsiteX97070" fmla="*/ 722424 w 2119654"/>
              <a:gd name="connsiteY97070" fmla="*/ 433974 h 2398711"/>
              <a:gd name="connsiteX97071" fmla="*/ 722623 w 2119654"/>
              <a:gd name="connsiteY97071" fmla="*/ 434217 h 2398711"/>
              <a:gd name="connsiteX97072" fmla="*/ 722843 w 2119654"/>
              <a:gd name="connsiteY97072" fmla="*/ 433434 h 2398711"/>
              <a:gd name="connsiteX97073" fmla="*/ 665695 w 2119654"/>
              <a:gd name="connsiteY97073" fmla="*/ 558280 h 2398711"/>
              <a:gd name="connsiteX97074" fmla="*/ 665714 w 2119654"/>
              <a:gd name="connsiteY97074" fmla="*/ 562603 h 2398711"/>
              <a:gd name="connsiteX97075" fmla="*/ 665868 w 2119654"/>
              <a:gd name="connsiteY97075" fmla="*/ 562753 h 2398711"/>
              <a:gd name="connsiteX97076" fmla="*/ 667426 w 2119654"/>
              <a:gd name="connsiteY97076" fmla="*/ 564854 h 2398711"/>
              <a:gd name="connsiteX97077" fmla="*/ 667104 w 2119654"/>
              <a:gd name="connsiteY97077" fmla="*/ 559079 h 2398711"/>
              <a:gd name="connsiteX97078" fmla="*/ 633555 w 2119654"/>
              <a:gd name="connsiteY97078" fmla="*/ 630008 h 2398711"/>
              <a:gd name="connsiteX97079" fmla="*/ 633594 w 2119654"/>
              <a:gd name="connsiteY97079" fmla="*/ 632783 h 2398711"/>
              <a:gd name="connsiteX97080" fmla="*/ 633970 w 2119654"/>
              <a:gd name="connsiteY97080" fmla="*/ 632553 h 2398711"/>
              <a:gd name="connsiteX97081" fmla="*/ 634518 w 2119654"/>
              <a:gd name="connsiteY97081" fmla="*/ 630596 h 2398711"/>
              <a:gd name="connsiteX97082" fmla="*/ 634417 w 2119654"/>
              <a:gd name="connsiteY97082" fmla="*/ 630529 h 2398711"/>
              <a:gd name="connsiteX97083" fmla="*/ 668748 w 2119654"/>
              <a:gd name="connsiteY97083" fmla="*/ 551175 h 2398711"/>
              <a:gd name="connsiteX97084" fmla="*/ 669783 w 2119654"/>
              <a:gd name="connsiteY97084" fmla="*/ 555023 h 2398711"/>
              <a:gd name="connsiteX97085" fmla="*/ 670119 w 2119654"/>
              <a:gd name="connsiteY97085" fmla="*/ 555859 h 2398711"/>
              <a:gd name="connsiteX97086" fmla="*/ 670248 w 2119654"/>
              <a:gd name="connsiteY97086" fmla="*/ 555905 h 2398711"/>
              <a:gd name="connsiteX97087" fmla="*/ 670439 w 2119654"/>
              <a:gd name="connsiteY97087" fmla="*/ 555141 h 2398711"/>
              <a:gd name="connsiteX97088" fmla="*/ 669658 w 2119654"/>
              <a:gd name="connsiteY97088" fmla="*/ 551873 h 2398711"/>
              <a:gd name="connsiteX97089" fmla="*/ 677335 w 2119654"/>
              <a:gd name="connsiteY97089" fmla="*/ 531887 h 2398711"/>
              <a:gd name="connsiteX97090" fmla="*/ 677245 w 2119654"/>
              <a:gd name="connsiteY97090" fmla="*/ 532352 h 2398711"/>
              <a:gd name="connsiteX97091" fmla="*/ 678217 w 2119654"/>
              <a:gd name="connsiteY97091" fmla="*/ 533465 h 2398711"/>
              <a:gd name="connsiteX97092" fmla="*/ 678806 w 2119654"/>
              <a:gd name="connsiteY97092" fmla="*/ 532663 h 2398711"/>
              <a:gd name="connsiteX97093" fmla="*/ 651993 w 2119654"/>
              <a:gd name="connsiteY97093" fmla="*/ 588454 h 2398711"/>
              <a:gd name="connsiteX97094" fmla="*/ 651477 w 2119654"/>
              <a:gd name="connsiteY97094" fmla="*/ 590267 h 2398711"/>
              <a:gd name="connsiteX97095" fmla="*/ 651550 w 2119654"/>
              <a:gd name="connsiteY97095" fmla="*/ 590624 h 2398711"/>
              <a:gd name="connsiteX97096" fmla="*/ 651883 w 2119654"/>
              <a:gd name="connsiteY97096" fmla="*/ 590759 h 2398711"/>
              <a:gd name="connsiteX97097" fmla="*/ 652022 w 2119654"/>
              <a:gd name="connsiteY97097" fmla="*/ 588484 h 2398711"/>
              <a:gd name="connsiteX97098" fmla="*/ 681964 w 2119654"/>
              <a:gd name="connsiteY97098" fmla="*/ 521336 h 2398711"/>
              <a:gd name="connsiteX97099" fmla="*/ 682274 w 2119654"/>
              <a:gd name="connsiteY97099" fmla="*/ 524803 h 2398711"/>
              <a:gd name="connsiteX97100" fmla="*/ 683759 w 2119654"/>
              <a:gd name="connsiteY97100" fmla="*/ 525923 h 2398711"/>
              <a:gd name="connsiteX97101" fmla="*/ 683828 w 2119654"/>
              <a:gd name="connsiteY97101" fmla="*/ 525829 h 2398711"/>
              <a:gd name="connsiteX97102" fmla="*/ 683797 w 2119654"/>
              <a:gd name="connsiteY97102" fmla="*/ 523949 h 2398711"/>
              <a:gd name="connsiteX97103" fmla="*/ 682105 w 2119654"/>
              <a:gd name="connsiteY97103" fmla="*/ 522772 h 2398711"/>
              <a:gd name="connsiteX97104" fmla="*/ 682389 w 2119654"/>
              <a:gd name="connsiteY97104" fmla="*/ 522754 h 2398711"/>
              <a:gd name="connsiteX97105" fmla="*/ 683794 w 2119654"/>
              <a:gd name="connsiteY97105" fmla="*/ 523732 h 2398711"/>
              <a:gd name="connsiteX97106" fmla="*/ 683770 w 2119654"/>
              <a:gd name="connsiteY97106" fmla="*/ 522308 h 2398711"/>
              <a:gd name="connsiteX97107" fmla="*/ 731221 w 2119654"/>
              <a:gd name="connsiteY97107" fmla="*/ 410898 h 2398711"/>
              <a:gd name="connsiteX97108" fmla="*/ 731028 w 2119654"/>
              <a:gd name="connsiteY97108" fmla="*/ 412701 h 2398711"/>
              <a:gd name="connsiteX97109" fmla="*/ 736021 w 2119654"/>
              <a:gd name="connsiteY97109" fmla="*/ 414619 h 2398711"/>
              <a:gd name="connsiteX97110" fmla="*/ 733828 w 2119654"/>
              <a:gd name="connsiteY97110" fmla="*/ 412444 h 2398711"/>
              <a:gd name="connsiteX97111" fmla="*/ 728318 w 2119654"/>
              <a:gd name="connsiteY97111" fmla="*/ 417368 h 2398711"/>
              <a:gd name="connsiteX97112" fmla="*/ 728216 w 2119654"/>
              <a:gd name="connsiteY97112" fmla="*/ 417730 h 2398711"/>
              <a:gd name="connsiteX97113" fmla="*/ 728235 w 2119654"/>
              <a:gd name="connsiteY97113" fmla="*/ 418089 h 2398711"/>
              <a:gd name="connsiteX97114" fmla="*/ 728838 w 2119654"/>
              <a:gd name="connsiteY97114" fmla="*/ 418572 h 2398711"/>
              <a:gd name="connsiteX97115" fmla="*/ 728893 w 2119654"/>
              <a:gd name="connsiteY97115" fmla="*/ 418058 h 2398711"/>
              <a:gd name="connsiteX97116" fmla="*/ 665690 w 2119654"/>
              <a:gd name="connsiteY97116" fmla="*/ 557505 h 2398711"/>
              <a:gd name="connsiteX97117" fmla="*/ 665692 w 2119654"/>
              <a:gd name="connsiteY97117" fmla="*/ 558065 h 2398711"/>
              <a:gd name="connsiteX97118" fmla="*/ 667092 w 2119654"/>
              <a:gd name="connsiteY97118" fmla="*/ 558859 h 2398711"/>
              <a:gd name="connsiteX97119" fmla="*/ 667048 w 2119654"/>
              <a:gd name="connsiteY97119" fmla="*/ 558058 h 2398711"/>
              <a:gd name="connsiteX97120" fmla="*/ 274259 w 2119654"/>
              <a:gd name="connsiteY97120" fmla="*/ 1433879 h 2398711"/>
              <a:gd name="connsiteX97121" fmla="*/ 275230 w 2119654"/>
              <a:gd name="connsiteY97121" fmla="*/ 1435334 h 2398711"/>
              <a:gd name="connsiteX97122" fmla="*/ 280257 w 2119654"/>
              <a:gd name="connsiteY97122" fmla="*/ 1439139 h 2398711"/>
              <a:gd name="connsiteX97123" fmla="*/ 282439 w 2119654"/>
              <a:gd name="connsiteY97123" fmla="*/ 1440272 h 2398711"/>
              <a:gd name="connsiteX97124" fmla="*/ 274443 w 2119654"/>
              <a:gd name="connsiteY97124" fmla="*/ 1433982 h 2398711"/>
              <a:gd name="connsiteX97125" fmla="*/ 633544 w 2119654"/>
              <a:gd name="connsiteY97125" fmla="*/ 629251 h 2398711"/>
              <a:gd name="connsiteX97126" fmla="*/ 633547 w 2119654"/>
              <a:gd name="connsiteY97126" fmla="*/ 629405 h 2398711"/>
              <a:gd name="connsiteX97127" fmla="*/ 634663 w 2119654"/>
              <a:gd name="connsiteY97127" fmla="*/ 630079 h 2398711"/>
              <a:gd name="connsiteX97128" fmla="*/ 634713 w 2119654"/>
              <a:gd name="connsiteY97128" fmla="*/ 629898 h 2398711"/>
              <a:gd name="connsiteX97129" fmla="*/ 668762 w 2119654"/>
              <a:gd name="connsiteY97129" fmla="*/ 550203 h 2398711"/>
              <a:gd name="connsiteX97130" fmla="*/ 669371 w 2119654"/>
              <a:gd name="connsiteY97130" fmla="*/ 550669 h 2398711"/>
              <a:gd name="connsiteX97131" fmla="*/ 669276 w 2119654"/>
              <a:gd name="connsiteY97131" fmla="*/ 550273 h 2398711"/>
              <a:gd name="connsiteX97132" fmla="*/ 677668 w 2119654"/>
              <a:gd name="connsiteY97132" fmla="*/ 530167 h 2398711"/>
              <a:gd name="connsiteX97133" fmla="*/ 677394 w 2119654"/>
              <a:gd name="connsiteY97133" fmla="*/ 531580 h 2398711"/>
              <a:gd name="connsiteX97134" fmla="*/ 678985 w 2119654"/>
              <a:gd name="connsiteY97134" fmla="*/ 532420 h 2398711"/>
              <a:gd name="connsiteX97135" fmla="*/ 679329 w 2119654"/>
              <a:gd name="connsiteY97135" fmla="*/ 531951 h 2398711"/>
              <a:gd name="connsiteX97136" fmla="*/ 731323 w 2119654"/>
              <a:gd name="connsiteY97136" fmla="*/ 409958 h 2398711"/>
              <a:gd name="connsiteX97137" fmla="*/ 731258 w 2119654"/>
              <a:gd name="connsiteY97137" fmla="*/ 410563 h 2398711"/>
              <a:gd name="connsiteX97138" fmla="*/ 732864 w 2119654"/>
              <a:gd name="connsiteY97138" fmla="*/ 411488 h 2398711"/>
              <a:gd name="connsiteX97139" fmla="*/ 683970 w 2119654"/>
              <a:gd name="connsiteY97139" fmla="*/ 515965 h 2398711"/>
              <a:gd name="connsiteX97140" fmla="*/ 683971 w 2119654"/>
              <a:gd name="connsiteY97140" fmla="*/ 516015 h 2398711"/>
              <a:gd name="connsiteX97141" fmla="*/ 684491 w 2119654"/>
              <a:gd name="connsiteY97141" fmla="*/ 518515 h 2398711"/>
              <a:gd name="connsiteX97142" fmla="*/ 687025 w 2119654"/>
              <a:gd name="connsiteY97142" fmla="*/ 519488 h 2398711"/>
              <a:gd name="connsiteX97143" fmla="*/ 686625 w 2119654"/>
              <a:gd name="connsiteY97143" fmla="*/ 517806 h 2398711"/>
              <a:gd name="connsiteX97144" fmla="*/ 685743 w 2119654"/>
              <a:gd name="connsiteY97144" fmla="*/ 516923 h 2398711"/>
              <a:gd name="connsiteX97145" fmla="*/ 211607 w 2119654"/>
              <a:gd name="connsiteY97145" fmla="*/ 1573581 h 2398711"/>
              <a:gd name="connsiteX97146" fmla="*/ 214223 w 2119654"/>
              <a:gd name="connsiteY97146" fmla="*/ 1575984 h 2398711"/>
              <a:gd name="connsiteX97147" fmla="*/ 222777 w 2119654"/>
              <a:gd name="connsiteY97147" fmla="*/ 1580271 h 2398711"/>
              <a:gd name="connsiteX97148" fmla="*/ 220764 w 2119654"/>
              <a:gd name="connsiteY97148" fmla="*/ 1578140 h 2398711"/>
              <a:gd name="connsiteX97149" fmla="*/ 219246 w 2119654"/>
              <a:gd name="connsiteY97149" fmla="*/ 1576278 h 2398711"/>
              <a:gd name="connsiteX97150" fmla="*/ 265934 w 2119654"/>
              <a:gd name="connsiteY97150" fmla="*/ 1451933 h 2398711"/>
              <a:gd name="connsiteX97151" fmla="*/ 265970 w 2119654"/>
              <a:gd name="connsiteY97151" fmla="*/ 1451986 h 2398711"/>
              <a:gd name="connsiteX97152" fmla="*/ 272813 w 2119654"/>
              <a:gd name="connsiteY97152" fmla="*/ 1455954 h 2398711"/>
              <a:gd name="connsiteX97153" fmla="*/ 272115 w 2119654"/>
              <a:gd name="connsiteY97153" fmla="*/ 1454553 h 2398711"/>
              <a:gd name="connsiteX97154" fmla="*/ 635267 w 2119654"/>
              <a:gd name="connsiteY97154" fmla="*/ 624732 h 2398711"/>
              <a:gd name="connsiteX97155" fmla="*/ 635225 w 2119654"/>
              <a:gd name="connsiteY97155" fmla="*/ 626173 h 2398711"/>
              <a:gd name="connsiteX97156" fmla="*/ 635645 w 2119654"/>
              <a:gd name="connsiteY97156" fmla="*/ 626574 h 2398711"/>
              <a:gd name="connsiteX97157" fmla="*/ 635749 w 2119654"/>
              <a:gd name="connsiteY97157" fmla="*/ 626203 h 2398711"/>
              <a:gd name="connsiteX97158" fmla="*/ 635359 w 2119654"/>
              <a:gd name="connsiteY97158" fmla="*/ 625022 h 2398711"/>
              <a:gd name="connsiteX97159" fmla="*/ 653041 w 2119654"/>
              <a:gd name="connsiteY97159" fmla="*/ 584764 h 2398711"/>
              <a:gd name="connsiteX97160" fmla="*/ 652412 w 2119654"/>
              <a:gd name="connsiteY97160" fmla="*/ 586975 h 2398711"/>
              <a:gd name="connsiteX97161" fmla="*/ 652333 w 2119654"/>
              <a:gd name="connsiteY97161" fmla="*/ 588292 h 2398711"/>
              <a:gd name="connsiteX97162" fmla="*/ 653686 w 2119654"/>
              <a:gd name="connsiteY97162" fmla="*/ 589725 h 2398711"/>
              <a:gd name="connsiteX97163" fmla="*/ 653840 w 2119654"/>
              <a:gd name="connsiteY97163" fmla="*/ 589643 h 2398711"/>
              <a:gd name="connsiteX97164" fmla="*/ 654088 w 2119654"/>
              <a:gd name="connsiteY97164" fmla="*/ 586258 h 2398711"/>
              <a:gd name="connsiteX97165" fmla="*/ 654007 w 2119654"/>
              <a:gd name="connsiteY97165" fmla="*/ 585844 h 2398711"/>
              <a:gd name="connsiteX97166" fmla="*/ 232522 w 2119654"/>
              <a:gd name="connsiteY97166" fmla="*/ 1526271 h 2398711"/>
              <a:gd name="connsiteX97167" fmla="*/ 251043 w 2119654"/>
              <a:gd name="connsiteY97167" fmla="*/ 1547644 h 2398711"/>
              <a:gd name="connsiteX97168" fmla="*/ 251939 w 2119654"/>
              <a:gd name="connsiteY97168" fmla="*/ 1548345 h 2398711"/>
              <a:gd name="connsiteX97169" fmla="*/ 261725 w 2119654"/>
              <a:gd name="connsiteY97169" fmla="*/ 1555388 h 2398711"/>
              <a:gd name="connsiteX97170" fmla="*/ 262788 w 2119654"/>
              <a:gd name="connsiteY97170" fmla="*/ 1555668 h 2398711"/>
              <a:gd name="connsiteX97171" fmla="*/ 243125 w 2119654"/>
              <a:gd name="connsiteY97171" fmla="*/ 1531859 h 2398711"/>
              <a:gd name="connsiteX97172" fmla="*/ 241418 w 2119654"/>
              <a:gd name="connsiteY97172" fmla="*/ 1530924 h 2398711"/>
              <a:gd name="connsiteX97173" fmla="*/ 235702 w 2119654"/>
              <a:gd name="connsiteY97173" fmla="*/ 1529681 h 2398711"/>
              <a:gd name="connsiteX97174" fmla="*/ 235554 w 2119654"/>
              <a:gd name="connsiteY97174" fmla="*/ 1529465 h 2398711"/>
              <a:gd name="connsiteX97175" fmla="*/ 240859 w 2119654"/>
              <a:gd name="connsiteY97175" fmla="*/ 1530618 h 2398711"/>
              <a:gd name="connsiteX97176" fmla="*/ 238652 w 2119654"/>
              <a:gd name="connsiteY97176" fmla="*/ 1529410 h 2398711"/>
              <a:gd name="connsiteX97177" fmla="*/ 238550 w 2119654"/>
              <a:gd name="connsiteY97177" fmla="*/ 1529169 h 2398711"/>
              <a:gd name="connsiteX97178" fmla="*/ 241418 w 2119654"/>
              <a:gd name="connsiteY97178" fmla="*/ 1530740 h 2398711"/>
              <a:gd name="connsiteX97179" fmla="*/ 242371 w 2119654"/>
              <a:gd name="connsiteY97179" fmla="*/ 1530947 h 2398711"/>
              <a:gd name="connsiteX97180" fmla="*/ 240629 w 2119654"/>
              <a:gd name="connsiteY97180" fmla="*/ 1528837 h 2398711"/>
              <a:gd name="connsiteX97181" fmla="*/ 729371 w 2119654"/>
              <a:gd name="connsiteY97181" fmla="*/ 413607 h 2398711"/>
              <a:gd name="connsiteX97182" fmla="*/ 728351 w 2119654"/>
              <a:gd name="connsiteY97182" fmla="*/ 417252 h 2398711"/>
              <a:gd name="connsiteX97183" fmla="*/ 728908 w 2119654"/>
              <a:gd name="connsiteY97183" fmla="*/ 417921 h 2398711"/>
              <a:gd name="connsiteX97184" fmla="*/ 681844 w 2119654"/>
              <a:gd name="connsiteY97184" fmla="*/ 519997 h 2398711"/>
              <a:gd name="connsiteX97185" fmla="*/ 681859 w 2119654"/>
              <a:gd name="connsiteY97185" fmla="*/ 520164 h 2398711"/>
              <a:gd name="connsiteX97186" fmla="*/ 682116 w 2119654"/>
              <a:gd name="connsiteY97186" fmla="*/ 520290 h 2398711"/>
              <a:gd name="connsiteX97187" fmla="*/ 683952 w 2119654"/>
              <a:gd name="connsiteY97187" fmla="*/ 515128 h 2398711"/>
              <a:gd name="connsiteX97188" fmla="*/ 683961 w 2119654"/>
              <a:gd name="connsiteY97188" fmla="*/ 515620 h 2398711"/>
              <a:gd name="connsiteX97189" fmla="*/ 684906 w 2119654"/>
              <a:gd name="connsiteY97189" fmla="*/ 516082 h 2398711"/>
              <a:gd name="connsiteX97190" fmla="*/ 302495 w 2119654"/>
              <a:gd name="connsiteY97190" fmla="*/ 1368976 h 2398711"/>
              <a:gd name="connsiteX97191" fmla="*/ 308432 w 2119654"/>
              <a:gd name="connsiteY97191" fmla="*/ 1378378 h 2398711"/>
              <a:gd name="connsiteX97192" fmla="*/ 309076 w 2119654"/>
              <a:gd name="connsiteY97192" fmla="*/ 1378537 h 2398711"/>
              <a:gd name="connsiteX97193" fmla="*/ 306874 w 2119654"/>
              <a:gd name="connsiteY97193" fmla="*/ 1373943 h 2398711"/>
              <a:gd name="connsiteX97194" fmla="*/ 303573 w 2119654"/>
              <a:gd name="connsiteY97194" fmla="*/ 1369566 h 2398711"/>
              <a:gd name="connsiteX97195" fmla="*/ 678127 w 2119654"/>
              <a:gd name="connsiteY97195" fmla="*/ 527864 h 2398711"/>
              <a:gd name="connsiteX97196" fmla="*/ 678064 w 2119654"/>
              <a:gd name="connsiteY97196" fmla="*/ 528115 h 2398711"/>
              <a:gd name="connsiteX97197" fmla="*/ 677709 w 2119654"/>
              <a:gd name="connsiteY97197" fmla="*/ 529955 h 2398711"/>
              <a:gd name="connsiteX97198" fmla="*/ 679468 w 2119654"/>
              <a:gd name="connsiteY97198" fmla="*/ 531762 h 2398711"/>
              <a:gd name="connsiteX97199" fmla="*/ 680966 w 2119654"/>
              <a:gd name="connsiteY97199" fmla="*/ 529723 h 2398711"/>
              <a:gd name="connsiteX97200" fmla="*/ 709508 w 2119654"/>
              <a:gd name="connsiteY97200" fmla="*/ 457555 h 2398711"/>
              <a:gd name="connsiteX97201" fmla="*/ 709348 w 2119654"/>
              <a:gd name="connsiteY97201" fmla="*/ 458805 h 2398711"/>
              <a:gd name="connsiteX97202" fmla="*/ 710286 w 2119654"/>
              <a:gd name="connsiteY97202" fmla="*/ 459652 h 2398711"/>
              <a:gd name="connsiteX97203" fmla="*/ 710427 w 2119654"/>
              <a:gd name="connsiteY97203" fmla="*/ 458762 h 2398711"/>
              <a:gd name="connsiteX97204" fmla="*/ 641570 w 2119654"/>
              <a:gd name="connsiteY97204" fmla="*/ 609234 h 2398711"/>
              <a:gd name="connsiteX97205" fmla="*/ 642251 w 2119654"/>
              <a:gd name="connsiteY97205" fmla="*/ 610787 h 2398711"/>
              <a:gd name="connsiteX97206" fmla="*/ 642501 w 2119654"/>
              <a:gd name="connsiteY97206" fmla="*/ 609556 h 2398711"/>
              <a:gd name="connsiteX97207" fmla="*/ 720034 w 2119654"/>
              <a:gd name="connsiteY97207" fmla="*/ 433513 h 2398711"/>
              <a:gd name="connsiteX97208" fmla="*/ 719674 w 2119654"/>
              <a:gd name="connsiteY97208" fmla="*/ 435314 h 2398711"/>
              <a:gd name="connsiteX97209" fmla="*/ 719589 w 2119654"/>
              <a:gd name="connsiteY97209" fmla="*/ 435847 h 2398711"/>
              <a:gd name="connsiteX97210" fmla="*/ 720228 w 2119654"/>
              <a:gd name="connsiteY97210" fmla="*/ 436953 h 2398711"/>
              <a:gd name="connsiteX97211" fmla="*/ 721588 w 2119654"/>
              <a:gd name="connsiteY97211" fmla="*/ 437911 h 2398711"/>
              <a:gd name="connsiteX97212" fmla="*/ 721962 w 2119654"/>
              <a:gd name="connsiteY97212" fmla="*/ 436577 h 2398711"/>
              <a:gd name="connsiteX97213" fmla="*/ 721975 w 2119654"/>
              <a:gd name="connsiteY97213" fmla="*/ 436114 h 2398711"/>
              <a:gd name="connsiteX97214" fmla="*/ 304165 w 2119654"/>
              <a:gd name="connsiteY97214" fmla="*/ 1364498 h 2398711"/>
              <a:gd name="connsiteX97215" fmla="*/ 307320 w 2119654"/>
              <a:gd name="connsiteY97215" fmla="*/ 1368681 h 2398711"/>
              <a:gd name="connsiteX97216" fmla="*/ 308315 w 2119654"/>
              <a:gd name="connsiteY97216" fmla="*/ 1369154 h 2398711"/>
              <a:gd name="connsiteX97217" fmla="*/ 307376 w 2119654"/>
              <a:gd name="connsiteY97217" fmla="*/ 1365872 h 2398711"/>
              <a:gd name="connsiteX97218" fmla="*/ 703834 w 2119654"/>
              <a:gd name="connsiteY97218" fmla="*/ 469542 h 2398711"/>
              <a:gd name="connsiteX97219" fmla="*/ 706250 w 2119654"/>
              <a:gd name="connsiteY97219" fmla="*/ 475920 h 2398711"/>
              <a:gd name="connsiteX97220" fmla="*/ 706822 w 2119654"/>
              <a:gd name="connsiteY97220" fmla="*/ 471460 h 2398711"/>
              <a:gd name="connsiteX97221" fmla="*/ 283447 w 2119654"/>
              <a:gd name="connsiteY97221" fmla="*/ 1410418 h 2398711"/>
              <a:gd name="connsiteX97222" fmla="*/ 287159 w 2119654"/>
              <a:gd name="connsiteY97222" fmla="*/ 1413042 h 2398711"/>
              <a:gd name="connsiteX97223" fmla="*/ 286178 w 2119654"/>
              <a:gd name="connsiteY97223" fmla="*/ 1410525 h 2398711"/>
              <a:gd name="connsiteX97224" fmla="*/ 284782 w 2119654"/>
              <a:gd name="connsiteY97224" fmla="*/ 1409073 h 2398711"/>
              <a:gd name="connsiteX97225" fmla="*/ 720340 w 2119654"/>
              <a:gd name="connsiteY97225" fmla="*/ 431985 h 2398711"/>
              <a:gd name="connsiteX97226" fmla="*/ 720173 w 2119654"/>
              <a:gd name="connsiteY97226" fmla="*/ 432820 h 2398711"/>
              <a:gd name="connsiteX97227" fmla="*/ 722003 w 2119654"/>
              <a:gd name="connsiteY97227" fmla="*/ 435077 h 2398711"/>
              <a:gd name="connsiteX97228" fmla="*/ 722030 w 2119654"/>
              <a:gd name="connsiteY97228" fmla="*/ 434059 h 2398711"/>
              <a:gd name="connsiteX97229" fmla="*/ 306702 w 2119654"/>
              <a:gd name="connsiteY97229" fmla="*/ 1358197 h 2398711"/>
              <a:gd name="connsiteX97230" fmla="*/ 307236 w 2119654"/>
              <a:gd name="connsiteY97230" fmla="*/ 1360065 h 2398711"/>
              <a:gd name="connsiteX97231" fmla="*/ 309032 w 2119654"/>
              <a:gd name="connsiteY97231" fmla="*/ 1361451 h 2398711"/>
              <a:gd name="connsiteX97232" fmla="*/ 307818 w 2119654"/>
              <a:gd name="connsiteY97232" fmla="*/ 1358809 h 2398711"/>
              <a:gd name="connsiteX97233" fmla="*/ 692054 w 2119654"/>
              <a:gd name="connsiteY97233" fmla="*/ 495277 h 2398711"/>
              <a:gd name="connsiteX97234" fmla="*/ 693011 w 2119654"/>
              <a:gd name="connsiteY97234" fmla="*/ 495954 h 2398711"/>
              <a:gd name="connsiteX97235" fmla="*/ 692993 w 2119654"/>
              <a:gd name="connsiteY97235" fmla="*/ 495738 h 2398711"/>
              <a:gd name="connsiteX97236" fmla="*/ 692960 w 2119654"/>
              <a:gd name="connsiteY97236" fmla="*/ 495707 h 2398711"/>
              <a:gd name="connsiteX97237" fmla="*/ 668100 w 2119654"/>
              <a:gd name="connsiteY97237" fmla="*/ 548764 h 2398711"/>
              <a:gd name="connsiteX97238" fmla="*/ 668378 w 2119654"/>
              <a:gd name="connsiteY97238" fmla="*/ 549797 h 2398711"/>
              <a:gd name="connsiteX97239" fmla="*/ 669187 w 2119654"/>
              <a:gd name="connsiteY97239" fmla="*/ 549897 h 2398711"/>
              <a:gd name="connsiteX97240" fmla="*/ 669081 w 2119654"/>
              <a:gd name="connsiteY97240" fmla="*/ 549454 h 2398711"/>
              <a:gd name="connsiteX97241" fmla="*/ 298776 w 2119654"/>
              <a:gd name="connsiteY97241" fmla="*/ 1375737 h 2398711"/>
              <a:gd name="connsiteX97242" fmla="*/ 298876 w 2119654"/>
              <a:gd name="connsiteY97242" fmla="*/ 1376017 h 2398711"/>
              <a:gd name="connsiteX97243" fmla="*/ 299121 w 2119654"/>
              <a:gd name="connsiteY97243" fmla="*/ 1376078 h 2398711"/>
              <a:gd name="connsiteX97244" fmla="*/ 641712 w 2119654"/>
              <a:gd name="connsiteY97244" fmla="*/ 607514 h 2398711"/>
              <a:gd name="connsiteX97245" fmla="*/ 641637 w 2119654"/>
              <a:gd name="connsiteY97245" fmla="*/ 607780 h 2398711"/>
              <a:gd name="connsiteX97246" fmla="*/ 642163 w 2119654"/>
              <a:gd name="connsiteY97246" fmla="*/ 607945 h 2398711"/>
              <a:gd name="connsiteX97247" fmla="*/ 679251 w 2119654"/>
              <a:gd name="connsiteY97247" fmla="*/ 523366 h 2398711"/>
              <a:gd name="connsiteX97248" fmla="*/ 678230 w 2119654"/>
              <a:gd name="connsiteY97248" fmla="*/ 527451 h 2398711"/>
              <a:gd name="connsiteX97249" fmla="*/ 681205 w 2119654"/>
              <a:gd name="connsiteY97249" fmla="*/ 529398 h 2398711"/>
              <a:gd name="connsiteX97250" fmla="*/ 681212 w 2119654"/>
              <a:gd name="connsiteY97250" fmla="*/ 529388 h 2398711"/>
              <a:gd name="connsiteX97251" fmla="*/ 680777 w 2119654"/>
              <a:gd name="connsiteY97251" fmla="*/ 524515 h 2398711"/>
              <a:gd name="connsiteX97252" fmla="*/ 154476 w 2119654"/>
              <a:gd name="connsiteY97252" fmla="*/ 1698270 h 2398711"/>
              <a:gd name="connsiteX97253" fmla="*/ 202458 w 2119654"/>
              <a:gd name="connsiteY97253" fmla="*/ 1716794 h 2398711"/>
              <a:gd name="connsiteX97254" fmla="*/ 185383 w 2119654"/>
              <a:gd name="connsiteY97254" fmla="*/ 1701522 h 2398711"/>
              <a:gd name="connsiteX97255" fmla="*/ 170444 w 2119654"/>
              <a:gd name="connsiteY97255" fmla="*/ 1700055 h 2398711"/>
              <a:gd name="connsiteX97256" fmla="*/ 634694 w 2119654"/>
              <a:gd name="connsiteY97256" fmla="*/ 622914 h 2398711"/>
              <a:gd name="connsiteX97257" fmla="*/ 634393 w 2119654"/>
              <a:gd name="connsiteY97257" fmla="*/ 623949 h 2398711"/>
              <a:gd name="connsiteX97258" fmla="*/ 634153 w 2119654"/>
              <a:gd name="connsiteY97258" fmla="*/ 625149 h 2398711"/>
              <a:gd name="connsiteX97259" fmla="*/ 634836 w 2119654"/>
              <a:gd name="connsiteY97259" fmla="*/ 625802 h 2398711"/>
              <a:gd name="connsiteX97260" fmla="*/ 634883 w 2119654"/>
              <a:gd name="connsiteY97260" fmla="*/ 624182 h 2398711"/>
              <a:gd name="connsiteX97261" fmla="*/ 634908 w 2119654"/>
              <a:gd name="connsiteY97261" fmla="*/ 623593 h 2398711"/>
              <a:gd name="connsiteX97262" fmla="*/ 302207 w 2119654"/>
              <a:gd name="connsiteY97262" fmla="*/ 1367325 h 2398711"/>
              <a:gd name="connsiteX97263" fmla="*/ 303755 w 2119654"/>
              <a:gd name="connsiteY97263" fmla="*/ 1369380 h 2398711"/>
              <a:gd name="connsiteX97264" fmla="*/ 305018 w 2119654"/>
              <a:gd name="connsiteY97264" fmla="*/ 1370071 h 2398711"/>
              <a:gd name="connsiteX97265" fmla="*/ 304991 w 2119654"/>
              <a:gd name="connsiteY97265" fmla="*/ 1370016 h 2398711"/>
              <a:gd name="connsiteX97266" fmla="*/ 303665 w 2119654"/>
              <a:gd name="connsiteY97266" fmla="*/ 1368019 h 2398711"/>
              <a:gd name="connsiteX97267" fmla="*/ 282352 w 2119654"/>
              <a:gd name="connsiteY97267" fmla="*/ 1411763 h 2398711"/>
              <a:gd name="connsiteX97268" fmla="*/ 282516 w 2119654"/>
              <a:gd name="connsiteY97268" fmla="*/ 1412188 h 2398711"/>
              <a:gd name="connsiteX97269" fmla="*/ 284278 w 2119654"/>
              <a:gd name="connsiteY97269" fmla="*/ 1415888 h 2398711"/>
              <a:gd name="connsiteX97270" fmla="*/ 284348 w 2119654"/>
              <a:gd name="connsiteY97270" fmla="*/ 1415939 h 2398711"/>
              <a:gd name="connsiteX97271" fmla="*/ 288637 w 2119654"/>
              <a:gd name="connsiteY97271" fmla="*/ 1418338 h 2398711"/>
              <a:gd name="connsiteX97272" fmla="*/ 289317 w 2119654"/>
              <a:gd name="connsiteY97272" fmla="*/ 1418585 h 2398711"/>
              <a:gd name="connsiteX97273" fmla="*/ 288298 w 2119654"/>
              <a:gd name="connsiteY97273" fmla="*/ 1415968 h 2398711"/>
              <a:gd name="connsiteX97274" fmla="*/ 286881 w 2119654"/>
              <a:gd name="connsiteY97274" fmla="*/ 1401525 h 2398711"/>
              <a:gd name="connsiteX97275" fmla="*/ 289223 w 2119654"/>
              <a:gd name="connsiteY97275" fmla="*/ 1403837 h 2398711"/>
              <a:gd name="connsiteX97276" fmla="*/ 289606 w 2119654"/>
              <a:gd name="connsiteY97276" fmla="*/ 1403452 h 2398711"/>
              <a:gd name="connsiteX97277" fmla="*/ 670068 w 2119654"/>
              <a:gd name="connsiteY97277" fmla="*/ 543473 h 2398711"/>
              <a:gd name="connsiteX97278" fmla="*/ 670333 w 2119654"/>
              <a:gd name="connsiteY97278" fmla="*/ 544190 h 2398711"/>
              <a:gd name="connsiteX97279" fmla="*/ 670444 w 2119654"/>
              <a:gd name="connsiteY97279" fmla="*/ 544039 h 2398711"/>
              <a:gd name="connsiteX97280" fmla="*/ 681628 w 2119654"/>
              <a:gd name="connsiteY97280" fmla="*/ 517587 h 2398711"/>
              <a:gd name="connsiteX97281" fmla="*/ 681769 w 2119654"/>
              <a:gd name="connsiteY97281" fmla="*/ 519168 h 2398711"/>
              <a:gd name="connsiteX97282" fmla="*/ 683400 w 2119654"/>
              <a:gd name="connsiteY97282" fmla="*/ 520916 h 2398711"/>
              <a:gd name="connsiteX97283" fmla="*/ 683751 w 2119654"/>
              <a:gd name="connsiteY97283" fmla="*/ 521087 h 2398711"/>
              <a:gd name="connsiteX97284" fmla="*/ 683707 w 2119654"/>
              <a:gd name="connsiteY97284" fmla="*/ 518385 h 2398711"/>
              <a:gd name="connsiteX97285" fmla="*/ 642280 w 2119654"/>
              <a:gd name="connsiteY97285" fmla="*/ 605483 h 2398711"/>
              <a:gd name="connsiteX97286" fmla="*/ 641905 w 2119654"/>
              <a:gd name="connsiteY97286" fmla="*/ 606823 h 2398711"/>
              <a:gd name="connsiteX97287" fmla="*/ 642867 w 2119654"/>
              <a:gd name="connsiteY97287" fmla="*/ 607740 h 2398711"/>
              <a:gd name="connsiteX97288" fmla="*/ 643205 w 2119654"/>
              <a:gd name="connsiteY97288" fmla="*/ 606069 h 2398711"/>
              <a:gd name="connsiteX97289" fmla="*/ 720836 w 2119654"/>
              <a:gd name="connsiteY97289" fmla="*/ 429516 h 2398711"/>
              <a:gd name="connsiteX97290" fmla="*/ 720432 w 2119654"/>
              <a:gd name="connsiteY97290" fmla="*/ 431529 h 2398711"/>
              <a:gd name="connsiteX97291" fmla="*/ 722046 w 2119654"/>
              <a:gd name="connsiteY97291" fmla="*/ 433509 h 2398711"/>
              <a:gd name="connsiteX97292" fmla="*/ 722103 w 2119654"/>
              <a:gd name="connsiteY97292" fmla="*/ 431422 h 2398711"/>
              <a:gd name="connsiteX97293" fmla="*/ 722148 w 2119654"/>
              <a:gd name="connsiteY97293" fmla="*/ 430298 h 2398711"/>
              <a:gd name="connsiteX97294" fmla="*/ 695382 w 2119654"/>
              <a:gd name="connsiteY97294" fmla="*/ 486289 h 2398711"/>
              <a:gd name="connsiteX97295" fmla="*/ 695215 w 2119654"/>
              <a:gd name="connsiteY97295" fmla="*/ 487358 h 2398711"/>
              <a:gd name="connsiteX97296" fmla="*/ 695538 w 2119654"/>
              <a:gd name="connsiteY97296" fmla="*/ 491918 h 2398711"/>
              <a:gd name="connsiteX97297" fmla="*/ 699323 w 2119654"/>
              <a:gd name="connsiteY97297" fmla="*/ 497322 h 2398711"/>
              <a:gd name="connsiteX97298" fmla="*/ 697398 w 2119654"/>
              <a:gd name="connsiteY97298" fmla="*/ 487584 h 2398711"/>
              <a:gd name="connsiteX97299" fmla="*/ 740921 w 2119654"/>
              <a:gd name="connsiteY97299" fmla="*/ 384156 h 2398711"/>
              <a:gd name="connsiteX97300" fmla="*/ 746605 w 2119654"/>
              <a:gd name="connsiteY97300" fmla="*/ 394375 h 2398711"/>
              <a:gd name="connsiteX97301" fmla="*/ 747470 w 2119654"/>
              <a:gd name="connsiteY97301" fmla="*/ 390346 h 2398711"/>
              <a:gd name="connsiteX97302" fmla="*/ 745849 w 2119654"/>
              <a:gd name="connsiteY97302" fmla="*/ 388527 h 2398711"/>
              <a:gd name="connsiteX97303" fmla="*/ 742334 w 2119654"/>
              <a:gd name="connsiteY97303" fmla="*/ 385386 h 2398711"/>
              <a:gd name="connsiteX97304" fmla="*/ 635455 w 2119654"/>
              <a:gd name="connsiteY97304" fmla="*/ 620292 h 2398711"/>
              <a:gd name="connsiteX97305" fmla="*/ 635389 w 2119654"/>
              <a:gd name="connsiteY97305" fmla="*/ 620518 h 2398711"/>
              <a:gd name="connsiteX97306" fmla="*/ 635328 w 2119654"/>
              <a:gd name="connsiteY97306" fmla="*/ 622615 h 2398711"/>
              <a:gd name="connsiteX97307" fmla="*/ 636102 w 2119654"/>
              <a:gd name="connsiteY97307" fmla="*/ 624941 h 2398711"/>
              <a:gd name="connsiteX97308" fmla="*/ 636860 w 2119654"/>
              <a:gd name="connsiteY97308" fmla="*/ 622238 h 2398711"/>
              <a:gd name="connsiteX97309" fmla="*/ 635861 w 2119654"/>
              <a:gd name="connsiteY97309" fmla="*/ 620471 h 2398711"/>
              <a:gd name="connsiteX97310" fmla="*/ 642754 w 2119654"/>
              <a:gd name="connsiteY97310" fmla="*/ 603793 h 2398711"/>
              <a:gd name="connsiteX97311" fmla="*/ 642589 w 2119654"/>
              <a:gd name="connsiteY97311" fmla="*/ 604380 h 2398711"/>
              <a:gd name="connsiteX97312" fmla="*/ 642916 w 2119654"/>
              <a:gd name="connsiteY97312" fmla="*/ 604564 h 2398711"/>
              <a:gd name="connsiteX97313" fmla="*/ 680019 w 2119654"/>
              <a:gd name="connsiteY97313" fmla="*/ 520289 h 2398711"/>
              <a:gd name="connsiteX97314" fmla="*/ 679428 w 2119654"/>
              <a:gd name="connsiteY97314" fmla="*/ 522660 h 2398711"/>
              <a:gd name="connsiteX97315" fmla="*/ 680696 w 2119654"/>
              <a:gd name="connsiteY97315" fmla="*/ 523615 h 2398711"/>
              <a:gd name="connsiteX97316" fmla="*/ 680419 w 2119654"/>
              <a:gd name="connsiteY97316" fmla="*/ 520504 h 2398711"/>
              <a:gd name="connsiteX97317" fmla="*/ 685698 w 2119654"/>
              <a:gd name="connsiteY97317" fmla="*/ 507477 h 2398711"/>
              <a:gd name="connsiteX97318" fmla="*/ 686933 w 2119654"/>
              <a:gd name="connsiteY97318" fmla="*/ 512658 h 2398711"/>
              <a:gd name="connsiteX97319" fmla="*/ 690495 w 2119654"/>
              <a:gd name="connsiteY97319" fmla="*/ 514571 h 2398711"/>
              <a:gd name="connsiteX97320" fmla="*/ 691029 w 2119654"/>
              <a:gd name="connsiteY97320" fmla="*/ 511154 h 2398711"/>
              <a:gd name="connsiteX97321" fmla="*/ 689267 w 2119654"/>
              <a:gd name="connsiteY97321" fmla="*/ 509387 h 2398711"/>
              <a:gd name="connsiteX97322" fmla="*/ 303080 w 2119654"/>
              <a:gd name="connsiteY97322" fmla="*/ 1364034 h 2398711"/>
              <a:gd name="connsiteX97323" fmla="*/ 304716 w 2119654"/>
              <a:gd name="connsiteY97323" fmla="*/ 1367444 h 2398711"/>
              <a:gd name="connsiteX97324" fmla="*/ 306720 w 2119654"/>
              <a:gd name="connsiteY97324" fmla="*/ 1368396 h 2398711"/>
              <a:gd name="connsiteX97325" fmla="*/ 303723 w 2119654"/>
              <a:gd name="connsiteY97325" fmla="*/ 1364308 h 2398711"/>
              <a:gd name="connsiteX97326" fmla="*/ 695127 w 2119654"/>
              <a:gd name="connsiteY97326" fmla="*/ 486126 h 2398711"/>
              <a:gd name="connsiteX97327" fmla="*/ 695129 w 2119654"/>
              <a:gd name="connsiteY97327" fmla="*/ 486136 h 2398711"/>
              <a:gd name="connsiteX97328" fmla="*/ 695130 w 2119654"/>
              <a:gd name="connsiteY97328" fmla="*/ 486127 h 2398711"/>
              <a:gd name="connsiteX97329" fmla="*/ 643214 w 2119654"/>
              <a:gd name="connsiteY97329" fmla="*/ 602350 h 2398711"/>
              <a:gd name="connsiteX97330" fmla="*/ 643592 w 2119654"/>
              <a:gd name="connsiteY97330" fmla="*/ 604155 h 2398711"/>
              <a:gd name="connsiteX97331" fmla="*/ 643852 w 2119654"/>
              <a:gd name="connsiteY97331" fmla="*/ 602869 h 2398711"/>
              <a:gd name="connsiteX97332" fmla="*/ 248171 w 2119654"/>
              <a:gd name="connsiteY97332" fmla="*/ 1486821 h 2398711"/>
              <a:gd name="connsiteX97333" fmla="*/ 249408 w 2119654"/>
              <a:gd name="connsiteY97333" fmla="*/ 1488249 h 2398711"/>
              <a:gd name="connsiteX97334" fmla="*/ 249637 w 2119654"/>
              <a:gd name="connsiteY97334" fmla="*/ 1488372 h 2398711"/>
              <a:gd name="connsiteX97335" fmla="*/ 249249 w 2119654"/>
              <a:gd name="connsiteY97335" fmla="*/ 1487750 h 2398711"/>
              <a:gd name="connsiteX97336" fmla="*/ 248958 w 2119654"/>
              <a:gd name="connsiteY97336" fmla="*/ 1487391 h 2398711"/>
              <a:gd name="connsiteX97337" fmla="*/ 680300 w 2119654"/>
              <a:gd name="connsiteY97337" fmla="*/ 519167 h 2398711"/>
              <a:gd name="connsiteX97338" fmla="*/ 680247 w 2119654"/>
              <a:gd name="connsiteY97338" fmla="*/ 519378 h 2398711"/>
              <a:gd name="connsiteX97339" fmla="*/ 680322 w 2119654"/>
              <a:gd name="connsiteY97339" fmla="*/ 519415 h 2398711"/>
              <a:gd name="connsiteX97340" fmla="*/ 219944 w 2119654"/>
              <a:gd name="connsiteY97340" fmla="*/ 1549891 h 2398711"/>
              <a:gd name="connsiteX97341" fmla="*/ 223072 w 2119654"/>
              <a:gd name="connsiteY97341" fmla="*/ 1555327 h 2398711"/>
              <a:gd name="connsiteX97342" fmla="*/ 223676 w 2119654"/>
              <a:gd name="connsiteY97342" fmla="*/ 1556243 h 2398711"/>
              <a:gd name="connsiteX97343" fmla="*/ 234164 w 2119654"/>
              <a:gd name="connsiteY97343" fmla="*/ 1558642 h 2398711"/>
              <a:gd name="connsiteX97344" fmla="*/ 722694 w 2119654"/>
              <a:gd name="connsiteY97344" fmla="*/ 424036 h 2398711"/>
              <a:gd name="connsiteX97345" fmla="*/ 722555 w 2119654"/>
              <a:gd name="connsiteY97345" fmla="*/ 429169 h 2398711"/>
              <a:gd name="connsiteX97346" fmla="*/ 722623 w 2119654"/>
              <a:gd name="connsiteY97346" fmla="*/ 429621 h 2398711"/>
              <a:gd name="connsiteX97347" fmla="*/ 723726 w 2119654"/>
              <a:gd name="connsiteY97347" fmla="*/ 430279 h 2398711"/>
              <a:gd name="connsiteX97348" fmla="*/ 725045 w 2119654"/>
              <a:gd name="connsiteY97348" fmla="*/ 425568 h 2398711"/>
              <a:gd name="connsiteX97349" fmla="*/ 260936 w 2119654"/>
              <a:gd name="connsiteY97349" fmla="*/ 1457776 h 2398711"/>
              <a:gd name="connsiteX97350" fmla="*/ 267089 w 2119654"/>
              <a:gd name="connsiteY97350" fmla="*/ 1465374 h 2398711"/>
              <a:gd name="connsiteX97351" fmla="*/ 269247 w 2119654"/>
              <a:gd name="connsiteY97351" fmla="*/ 1466167 h 2398711"/>
              <a:gd name="connsiteX97352" fmla="*/ 265357 w 2119654"/>
              <a:gd name="connsiteY97352" fmla="*/ 1460409 h 2398711"/>
              <a:gd name="connsiteX97353" fmla="*/ 263721 w 2119654"/>
              <a:gd name="connsiteY97353" fmla="*/ 1459277 h 2398711"/>
              <a:gd name="connsiteX97354" fmla="*/ 665667 w 2119654"/>
              <a:gd name="connsiteY97354" fmla="*/ 551479 h 2398711"/>
              <a:gd name="connsiteX97355" fmla="*/ 665678 w 2119654"/>
              <a:gd name="connsiteY97355" fmla="*/ 554308 h 2398711"/>
              <a:gd name="connsiteX97356" fmla="*/ 666862 w 2119654"/>
              <a:gd name="connsiteY97356" fmla="*/ 554721 h 2398711"/>
              <a:gd name="connsiteX97357" fmla="*/ 666781 w 2119654"/>
              <a:gd name="connsiteY97357" fmla="*/ 553252 h 2398711"/>
              <a:gd name="connsiteX97358" fmla="*/ 666133 w 2119654"/>
              <a:gd name="connsiteY97358" fmla="*/ 550845 h 2398711"/>
              <a:gd name="connsiteX97359" fmla="*/ 696610 w 2119654"/>
              <a:gd name="connsiteY97359" fmla="*/ 482163 h 2398711"/>
              <a:gd name="connsiteX97360" fmla="*/ 697537 w 2119654"/>
              <a:gd name="connsiteY97360" fmla="*/ 486856 h 2398711"/>
              <a:gd name="connsiteX97361" fmla="*/ 703187 w 2119654"/>
              <a:gd name="connsiteY97361" fmla="*/ 490484 h 2398711"/>
              <a:gd name="connsiteX97362" fmla="*/ 701895 w 2119654"/>
              <a:gd name="connsiteY97362" fmla="*/ 487074 h 2398711"/>
              <a:gd name="connsiteX97363" fmla="*/ 679620 w 2119654"/>
              <a:gd name="connsiteY97363" fmla="*/ 520075 h 2398711"/>
              <a:gd name="connsiteX97364" fmla="*/ 679613 w 2119654"/>
              <a:gd name="connsiteY97364" fmla="*/ 520109 h 2398711"/>
              <a:gd name="connsiteX97365" fmla="*/ 679623 w 2119654"/>
              <a:gd name="connsiteY97365" fmla="*/ 520077 h 2398711"/>
              <a:gd name="connsiteX97366" fmla="*/ 727925 w 2119654"/>
              <a:gd name="connsiteY97366" fmla="*/ 411807 h 2398711"/>
              <a:gd name="connsiteX97367" fmla="*/ 728070 w 2119654"/>
              <a:gd name="connsiteY97367" fmla="*/ 414766 h 2398711"/>
              <a:gd name="connsiteX97368" fmla="*/ 728545 w 2119654"/>
              <a:gd name="connsiteY97368" fmla="*/ 413074 h 2398711"/>
              <a:gd name="connsiteX97369" fmla="*/ 728841 w 2119654"/>
              <a:gd name="connsiteY97369" fmla="*/ 412160 h 2398711"/>
              <a:gd name="connsiteX97370" fmla="*/ 733187 w 2119654"/>
              <a:gd name="connsiteY97370" fmla="*/ 399981 h 2398711"/>
              <a:gd name="connsiteX97371" fmla="*/ 731902 w 2119654"/>
              <a:gd name="connsiteY97371" fmla="*/ 404569 h 2398711"/>
              <a:gd name="connsiteX97372" fmla="*/ 731395 w 2119654"/>
              <a:gd name="connsiteY97372" fmla="*/ 409289 h 2398711"/>
              <a:gd name="connsiteX97373" fmla="*/ 734644 w 2119654"/>
              <a:gd name="connsiteY97373" fmla="*/ 412511 h 2398711"/>
              <a:gd name="connsiteX97374" fmla="*/ 739521 w 2119654"/>
              <a:gd name="connsiteY97374" fmla="*/ 415318 h 2398711"/>
              <a:gd name="connsiteX97375" fmla="*/ 741815 w 2119654"/>
              <a:gd name="connsiteY97375" fmla="*/ 416705 h 2398711"/>
              <a:gd name="connsiteX97376" fmla="*/ 744438 w 2119654"/>
              <a:gd name="connsiteY97376" fmla="*/ 404476 h 2398711"/>
              <a:gd name="connsiteX97377" fmla="*/ 280668 w 2119654"/>
              <a:gd name="connsiteY97377" fmla="*/ 1413215 h 2398711"/>
              <a:gd name="connsiteX97378" fmla="*/ 280994 w 2119654"/>
              <a:gd name="connsiteY97378" fmla="*/ 1413457 h 2398711"/>
              <a:gd name="connsiteX97379" fmla="*/ 280835 w 2119654"/>
              <a:gd name="connsiteY97379" fmla="*/ 1413047 h 2398711"/>
              <a:gd name="connsiteX97380" fmla="*/ 260580 w 2119654"/>
              <a:gd name="connsiteY97380" fmla="*/ 1458183 h 2398711"/>
              <a:gd name="connsiteX97381" fmla="*/ 264205 w 2119654"/>
              <a:gd name="connsiteY97381" fmla="*/ 1463993 h 2398711"/>
              <a:gd name="connsiteX97382" fmla="*/ 264497 w 2119654"/>
              <a:gd name="connsiteY97382" fmla="*/ 1464422 h 2398711"/>
              <a:gd name="connsiteX97383" fmla="*/ 266113 w 2119654"/>
              <a:gd name="connsiteY97383" fmla="*/ 1465016 h 2398711"/>
              <a:gd name="connsiteX97384" fmla="*/ 643843 w 2119654"/>
              <a:gd name="connsiteY97384" fmla="*/ 599904 h 2398711"/>
              <a:gd name="connsiteX97385" fmla="*/ 643662 w 2119654"/>
              <a:gd name="connsiteY97385" fmla="*/ 600547 h 2398711"/>
              <a:gd name="connsiteX97386" fmla="*/ 644165 w 2119654"/>
              <a:gd name="connsiteY97386" fmla="*/ 601002 h 2398711"/>
              <a:gd name="connsiteX97387" fmla="*/ 644184 w 2119654"/>
              <a:gd name="connsiteY97387" fmla="*/ 600753 h 2398711"/>
              <a:gd name="connsiteX97388" fmla="*/ 301519 w 2119654"/>
              <a:gd name="connsiteY97388" fmla="*/ 1366417 h 2398711"/>
              <a:gd name="connsiteX97389" fmla="*/ 301775 w 2119654"/>
              <a:gd name="connsiteY97389" fmla="*/ 1366754 h 2398711"/>
              <a:gd name="connsiteX97390" fmla="*/ 303310 w 2119654"/>
              <a:gd name="connsiteY97390" fmla="*/ 1367483 h 2398711"/>
              <a:gd name="connsiteX97391" fmla="*/ 303099 w 2119654"/>
              <a:gd name="connsiteY97391" fmla="*/ 1367167 h 2398711"/>
              <a:gd name="connsiteX97392" fmla="*/ 721636 w 2119654"/>
              <a:gd name="connsiteY97392" fmla="*/ 425525 h 2398711"/>
              <a:gd name="connsiteX97393" fmla="*/ 721009 w 2119654"/>
              <a:gd name="connsiteY97393" fmla="*/ 428657 h 2398711"/>
              <a:gd name="connsiteX97394" fmla="*/ 722186 w 2119654"/>
              <a:gd name="connsiteY97394" fmla="*/ 429360 h 2398711"/>
              <a:gd name="connsiteX97395" fmla="*/ 722193 w 2119654"/>
              <a:gd name="connsiteY97395" fmla="*/ 429178 h 2398711"/>
              <a:gd name="connsiteX97396" fmla="*/ 280243 w 2119654"/>
              <a:gd name="connsiteY97396" fmla="*/ 1413642 h 2398711"/>
              <a:gd name="connsiteX97397" fmla="*/ 281296 w 2119654"/>
              <a:gd name="connsiteY97397" fmla="*/ 1414231 h 2398711"/>
              <a:gd name="connsiteX97398" fmla="*/ 281215 w 2119654"/>
              <a:gd name="connsiteY97398" fmla="*/ 1414025 h 2398711"/>
              <a:gd name="connsiteX97399" fmla="*/ 280436 w 2119654"/>
              <a:gd name="connsiteY97399" fmla="*/ 1413448 h 2398711"/>
              <a:gd name="connsiteX97400" fmla="*/ 641401 w 2119654"/>
              <a:gd name="connsiteY97400" fmla="*/ 604925 h 2398711"/>
              <a:gd name="connsiteX97401" fmla="*/ 641403 w 2119654"/>
              <a:gd name="connsiteY97401" fmla="*/ 606223 h 2398711"/>
              <a:gd name="connsiteX97402" fmla="*/ 641752 w 2119654"/>
              <a:gd name="connsiteY97402" fmla="*/ 605148 h 2398711"/>
              <a:gd name="connsiteX97403" fmla="*/ 301130 w 2119654"/>
              <a:gd name="connsiteY97403" fmla="*/ 1366814 h 2398711"/>
              <a:gd name="connsiteX97404" fmla="*/ 302219 w 2119654"/>
              <a:gd name="connsiteY97404" fmla="*/ 1368537 h 2398711"/>
              <a:gd name="connsiteX97405" fmla="*/ 303205 w 2119654"/>
              <a:gd name="connsiteY97405" fmla="*/ 1369078 h 2398711"/>
              <a:gd name="connsiteX97406" fmla="*/ 302559 w 2119654"/>
              <a:gd name="connsiteY97406" fmla="*/ 1368222 h 2398711"/>
              <a:gd name="connsiteX97407" fmla="*/ 301741 w 2119654"/>
              <a:gd name="connsiteY97407" fmla="*/ 1367104 h 2398711"/>
              <a:gd name="connsiteX97408" fmla="*/ 640643 w 2119654"/>
              <a:gd name="connsiteY97408" fmla="*/ 606495 h 2398711"/>
              <a:gd name="connsiteX97409" fmla="*/ 640805 w 2119654"/>
              <a:gd name="connsiteY97409" fmla="*/ 607490 h 2398711"/>
              <a:gd name="connsiteX97410" fmla="*/ 640820 w 2119654"/>
              <a:gd name="connsiteY97410" fmla="*/ 607524 h 2398711"/>
              <a:gd name="connsiteX97411" fmla="*/ 640968 w 2119654"/>
              <a:gd name="connsiteY97411" fmla="*/ 607571 h 2398711"/>
              <a:gd name="connsiteX97412" fmla="*/ 640971 w 2119654"/>
              <a:gd name="connsiteY97412" fmla="*/ 607560 h 2398711"/>
              <a:gd name="connsiteX97413" fmla="*/ 641094 w 2119654"/>
              <a:gd name="connsiteY97413" fmla="*/ 607180 h 2398711"/>
              <a:gd name="connsiteX97414" fmla="*/ 641097 w 2119654"/>
              <a:gd name="connsiteY97414" fmla="*/ 606927 h 2398711"/>
              <a:gd name="connsiteX97415" fmla="*/ 260203 w 2119654"/>
              <a:gd name="connsiteY97415" fmla="*/ 1458358 h 2398711"/>
              <a:gd name="connsiteX97416" fmla="*/ 262937 w 2119654"/>
              <a:gd name="connsiteY97416" fmla="*/ 1463849 h 2398711"/>
              <a:gd name="connsiteX97417" fmla="*/ 263835 w 2119654"/>
              <a:gd name="connsiteY97417" fmla="*/ 1464179 h 2398711"/>
              <a:gd name="connsiteX97418" fmla="*/ 710468 w 2119654"/>
              <a:gd name="connsiteY97418" fmla="*/ 450066 h 2398711"/>
              <a:gd name="connsiteX97419" fmla="*/ 709562 w 2119654"/>
              <a:gd name="connsiteY97419" fmla="*/ 457134 h 2398711"/>
              <a:gd name="connsiteX97420" fmla="*/ 710492 w 2119654"/>
              <a:gd name="connsiteY97420" fmla="*/ 458354 h 2398711"/>
              <a:gd name="connsiteX97421" fmla="*/ 711728 w 2119654"/>
              <a:gd name="connsiteY97421" fmla="*/ 450566 h 2398711"/>
              <a:gd name="connsiteX97422" fmla="*/ 681518 w 2119654"/>
              <a:gd name="connsiteY97422" fmla="*/ 514753 h 2398711"/>
              <a:gd name="connsiteX97423" fmla="*/ 681408 w 2119654"/>
              <a:gd name="connsiteY97423" fmla="*/ 515130 h 2398711"/>
              <a:gd name="connsiteX97424" fmla="*/ 681612 w 2119654"/>
              <a:gd name="connsiteY97424" fmla="*/ 517410 h 2398711"/>
              <a:gd name="connsiteX97425" fmla="*/ 683704 w 2119654"/>
              <a:gd name="connsiteY97425" fmla="*/ 518212 h 2398711"/>
              <a:gd name="connsiteX97426" fmla="*/ 683699 w 2119654"/>
              <a:gd name="connsiteY97426" fmla="*/ 517938 h 2398711"/>
              <a:gd name="connsiteX97427" fmla="*/ 683202 w 2119654"/>
              <a:gd name="connsiteY97427" fmla="*/ 515579 h 2398711"/>
              <a:gd name="connsiteX97428" fmla="*/ 680015 w 2119654"/>
              <a:gd name="connsiteY97428" fmla="*/ 518038 h 2398711"/>
              <a:gd name="connsiteX97429" fmla="*/ 679798 w 2119654"/>
              <a:gd name="connsiteY97429" fmla="*/ 519159 h 2398711"/>
              <a:gd name="connsiteX97430" fmla="*/ 679879 w 2119654"/>
              <a:gd name="connsiteY97430" fmla="*/ 519199 h 2398711"/>
              <a:gd name="connsiteX97431" fmla="*/ 680171 w 2119654"/>
              <a:gd name="connsiteY97431" fmla="*/ 518204 h 2398711"/>
              <a:gd name="connsiteX97432" fmla="*/ 696102 w 2119654"/>
              <a:gd name="connsiteY97432" fmla="*/ 481691 h 2398711"/>
              <a:gd name="connsiteX97433" fmla="*/ 695499 w 2119654"/>
              <a:gd name="connsiteY97433" fmla="*/ 485548 h 2398711"/>
              <a:gd name="connsiteX97434" fmla="*/ 697214 w 2119654"/>
              <a:gd name="connsiteY97434" fmla="*/ 486649 h 2398711"/>
              <a:gd name="connsiteX97435" fmla="*/ 696265 w 2119654"/>
              <a:gd name="connsiteY97435" fmla="*/ 481842 h 2398711"/>
              <a:gd name="connsiteX97436" fmla="*/ 763898 w 2119654"/>
              <a:gd name="connsiteY97436" fmla="*/ 329878 h 2398711"/>
              <a:gd name="connsiteX97437" fmla="*/ 759844 w 2119654"/>
              <a:gd name="connsiteY97437" fmla="*/ 355785 h 2398711"/>
              <a:gd name="connsiteX97438" fmla="*/ 776423 w 2119654"/>
              <a:gd name="connsiteY97438" fmla="*/ 374917 h 2398711"/>
              <a:gd name="connsiteX97439" fmla="*/ 777281 w 2119654"/>
              <a:gd name="connsiteY97439" fmla="*/ 364385 h 2398711"/>
              <a:gd name="connsiteX97440" fmla="*/ 777689 w 2119654"/>
              <a:gd name="connsiteY97440" fmla="*/ 363945 h 2398711"/>
              <a:gd name="connsiteX97441" fmla="*/ 776763 w 2119654"/>
              <a:gd name="connsiteY97441" fmla="*/ 375309 h 2398711"/>
              <a:gd name="connsiteX97442" fmla="*/ 777283 w 2119654"/>
              <a:gd name="connsiteY97442" fmla="*/ 375909 h 2398711"/>
              <a:gd name="connsiteX97443" fmla="*/ 777380 w 2119654"/>
              <a:gd name="connsiteY97443" fmla="*/ 375475 h 2398711"/>
              <a:gd name="connsiteX97444" fmla="*/ 781670 w 2119654"/>
              <a:gd name="connsiteY97444" fmla="*/ 357363 h 2398711"/>
              <a:gd name="connsiteX97445" fmla="*/ 777448 w 2119654"/>
              <a:gd name="connsiteY97445" fmla="*/ 353911 h 2398711"/>
              <a:gd name="connsiteX97446" fmla="*/ 777642 w 2119654"/>
              <a:gd name="connsiteY97446" fmla="*/ 353914 h 2398711"/>
              <a:gd name="connsiteX97447" fmla="*/ 781701 w 2119654"/>
              <a:gd name="connsiteY97447" fmla="*/ 357232 h 2398711"/>
              <a:gd name="connsiteX97448" fmla="*/ 781929 w 2119654"/>
              <a:gd name="connsiteY97448" fmla="*/ 356270 h 2398711"/>
              <a:gd name="connsiteX97449" fmla="*/ 634403 w 2119654"/>
              <a:gd name="connsiteY97449" fmla="*/ 619833 h 2398711"/>
              <a:gd name="connsiteX97450" fmla="*/ 634519 w 2119654"/>
              <a:gd name="connsiteY97450" fmla="*/ 620182 h 2398711"/>
              <a:gd name="connsiteX97451" fmla="*/ 634574 w 2119654"/>
              <a:gd name="connsiteY97451" fmla="*/ 619908 h 2398711"/>
              <a:gd name="connsiteX97452" fmla="*/ 722023 w 2119654"/>
              <a:gd name="connsiteY97452" fmla="*/ 423599 h 2398711"/>
              <a:gd name="connsiteX97453" fmla="*/ 721842 w 2119654"/>
              <a:gd name="connsiteY97453" fmla="*/ 424497 h 2398711"/>
              <a:gd name="connsiteX97454" fmla="*/ 722270 w 2119654"/>
              <a:gd name="connsiteY97454" fmla="*/ 427300 h 2398711"/>
              <a:gd name="connsiteX97455" fmla="*/ 722410 w 2119654"/>
              <a:gd name="connsiteY97455" fmla="*/ 423853 h 2398711"/>
              <a:gd name="connsiteX97456" fmla="*/ 665660 w 2119654"/>
              <a:gd name="connsiteY97456" fmla="*/ 549776 h 2398711"/>
              <a:gd name="connsiteX97457" fmla="*/ 665663 w 2119654"/>
              <a:gd name="connsiteY97457" fmla="*/ 550544 h 2398711"/>
              <a:gd name="connsiteX97458" fmla="*/ 665948 w 2119654"/>
              <a:gd name="connsiteY97458" fmla="*/ 550157 h 2398711"/>
              <a:gd name="connsiteX97459" fmla="*/ 665852 w 2119654"/>
              <a:gd name="connsiteY97459" fmla="*/ 549802 h 2398711"/>
              <a:gd name="connsiteX97460" fmla="*/ 681985 w 2119654"/>
              <a:gd name="connsiteY97460" fmla="*/ 513155 h 2398711"/>
              <a:gd name="connsiteX97461" fmla="*/ 681602 w 2119654"/>
              <a:gd name="connsiteY97461" fmla="*/ 514465 h 2398711"/>
              <a:gd name="connsiteX97462" fmla="*/ 683125 w 2119654"/>
              <a:gd name="connsiteY97462" fmla="*/ 515210 h 2398711"/>
              <a:gd name="connsiteX97463" fmla="*/ 682881 w 2119654"/>
              <a:gd name="connsiteY97463" fmla="*/ 514052 h 2398711"/>
              <a:gd name="connsiteX97464" fmla="*/ 722754 w 2119654"/>
              <a:gd name="connsiteY97464" fmla="*/ 421848 h 2398711"/>
              <a:gd name="connsiteX97465" fmla="*/ 722735 w 2119654"/>
              <a:gd name="connsiteY97465" fmla="*/ 422550 h 2398711"/>
              <a:gd name="connsiteX97466" fmla="*/ 725404 w 2119654"/>
              <a:gd name="connsiteY97466" fmla="*/ 424288 h 2398711"/>
              <a:gd name="connsiteX97467" fmla="*/ 725573 w 2119654"/>
              <a:gd name="connsiteY97467" fmla="*/ 423684 h 2398711"/>
              <a:gd name="connsiteX97468" fmla="*/ 680183 w 2119654"/>
              <a:gd name="connsiteY97468" fmla="*/ 517165 h 2398711"/>
              <a:gd name="connsiteX97469" fmla="*/ 680135 w 2119654"/>
              <a:gd name="connsiteY97469" fmla="*/ 517417 h 2398711"/>
              <a:gd name="connsiteX97470" fmla="*/ 680199 w 2119654"/>
              <a:gd name="connsiteY97470" fmla="*/ 517486 h 2398711"/>
              <a:gd name="connsiteX97471" fmla="*/ 710658 w 2119654"/>
              <a:gd name="connsiteY97471" fmla="*/ 448582 h 2398711"/>
              <a:gd name="connsiteX97472" fmla="*/ 710531 w 2119654"/>
              <a:gd name="connsiteY97472" fmla="*/ 449571 h 2398711"/>
              <a:gd name="connsiteX97473" fmla="*/ 710610 w 2119654"/>
              <a:gd name="connsiteY97473" fmla="*/ 449536 h 2398711"/>
              <a:gd name="connsiteX97474" fmla="*/ 710512 w 2119654"/>
              <a:gd name="connsiteY97474" fmla="*/ 449721 h 2398711"/>
              <a:gd name="connsiteX97475" fmla="*/ 710510 w 2119654"/>
              <a:gd name="connsiteY97475" fmla="*/ 449733 h 2398711"/>
              <a:gd name="connsiteX97476" fmla="*/ 711780 w 2119654"/>
              <a:gd name="connsiteY97476" fmla="*/ 450238 h 2398711"/>
              <a:gd name="connsiteX97477" fmla="*/ 711923 w 2119654"/>
              <a:gd name="connsiteY97477" fmla="*/ 449336 h 2398711"/>
              <a:gd name="connsiteX97478" fmla="*/ 707803 w 2119654"/>
              <a:gd name="connsiteY97478" fmla="*/ 454824 h 2398711"/>
              <a:gd name="connsiteX97479" fmla="*/ 708788 w 2119654"/>
              <a:gd name="connsiteY97479" fmla="*/ 456116 h 2398711"/>
              <a:gd name="connsiteX97480" fmla="*/ 709319 w 2119654"/>
              <a:gd name="connsiteY97480" fmla="*/ 451968 h 2398711"/>
              <a:gd name="connsiteX97481" fmla="*/ 732428 w 2119654"/>
              <a:gd name="connsiteY97481" fmla="*/ 399678 h 2398711"/>
              <a:gd name="connsiteX97482" fmla="*/ 732203 w 2119654"/>
              <a:gd name="connsiteY97482" fmla="*/ 401771 h 2398711"/>
              <a:gd name="connsiteX97483" fmla="*/ 732829 w 2119654"/>
              <a:gd name="connsiteY97483" fmla="*/ 399839 h 2398711"/>
              <a:gd name="connsiteX97484" fmla="*/ 675264 w 2119654"/>
              <a:gd name="connsiteY97484" fmla="*/ 527652 h 2398711"/>
              <a:gd name="connsiteX97485" fmla="*/ 675048 w 2119654"/>
              <a:gd name="connsiteY97485" fmla="*/ 529922 h 2398711"/>
              <a:gd name="connsiteX97486" fmla="*/ 675669 w 2119654"/>
              <a:gd name="connsiteY97486" fmla="*/ 530549 h 2398711"/>
              <a:gd name="connsiteX97487" fmla="*/ 675864 w 2119654"/>
              <a:gd name="connsiteY97487" fmla="*/ 530772 h 2398711"/>
              <a:gd name="connsiteX97488" fmla="*/ 676445 w 2119654"/>
              <a:gd name="connsiteY97488" fmla="*/ 531079 h 2398711"/>
              <a:gd name="connsiteX97489" fmla="*/ 676674 w 2119654"/>
              <a:gd name="connsiteY97489" fmla="*/ 530156 h 2398711"/>
              <a:gd name="connsiteX97490" fmla="*/ 676910 w 2119654"/>
              <a:gd name="connsiteY97490" fmla="*/ 529353 h 2398711"/>
              <a:gd name="connsiteX97491" fmla="*/ 676616 w 2119654"/>
              <a:gd name="connsiteY97491" fmla="*/ 529039 h 2398711"/>
              <a:gd name="connsiteX97492" fmla="*/ 237191 w 2119654"/>
              <a:gd name="connsiteY97492" fmla="*/ 1508511 h 2398711"/>
              <a:gd name="connsiteX97493" fmla="*/ 238937 w 2119654"/>
              <a:gd name="connsiteY97493" fmla="*/ 1509508 h 2398711"/>
              <a:gd name="connsiteX97494" fmla="*/ 238432 w 2119654"/>
              <a:gd name="connsiteY97494" fmla="*/ 1508632 h 2398711"/>
              <a:gd name="connsiteX97495" fmla="*/ 665657 w 2119654"/>
              <a:gd name="connsiteY97495" fmla="*/ 549076 h 2398711"/>
              <a:gd name="connsiteX97496" fmla="*/ 665659 w 2119654"/>
              <a:gd name="connsiteY97496" fmla="*/ 549460 h 2398711"/>
              <a:gd name="connsiteX97497" fmla="*/ 665764 w 2119654"/>
              <a:gd name="connsiteY97497" fmla="*/ 549473 h 2398711"/>
              <a:gd name="connsiteX97498" fmla="*/ 196215 w 2119654"/>
              <a:gd name="connsiteY97498" fmla="*/ 1600193 h 2398711"/>
              <a:gd name="connsiteX97499" fmla="*/ 217122 w 2119654"/>
              <a:gd name="connsiteY97499" fmla="*/ 1618893 h 2398711"/>
              <a:gd name="connsiteX97500" fmla="*/ 220128 w 2119654"/>
              <a:gd name="connsiteY97500" fmla="*/ 1620180 h 2398711"/>
              <a:gd name="connsiteX97501" fmla="*/ 217580 w 2119654"/>
              <a:gd name="connsiteY97501" fmla="*/ 1619303 h 2398711"/>
              <a:gd name="connsiteX97502" fmla="*/ 227011 w 2119654"/>
              <a:gd name="connsiteY97502" fmla="*/ 1627738 h 2398711"/>
              <a:gd name="connsiteX97503" fmla="*/ 248697 w 2119654"/>
              <a:gd name="connsiteY97503" fmla="*/ 1636110 h 2398711"/>
              <a:gd name="connsiteX97504" fmla="*/ 251990 w 2119654"/>
              <a:gd name="connsiteY97504" fmla="*/ 1637231 h 2398711"/>
              <a:gd name="connsiteX97505" fmla="*/ 236760 w 2119654"/>
              <a:gd name="connsiteY97505" fmla="*/ 1627301 h 2398711"/>
              <a:gd name="connsiteX97506" fmla="*/ 220128 w 2119654"/>
              <a:gd name="connsiteY97506" fmla="*/ 1620180 h 2398711"/>
              <a:gd name="connsiteX97507" fmla="*/ 232222 w 2119654"/>
              <a:gd name="connsiteY97507" fmla="*/ 1624343 h 2398711"/>
              <a:gd name="connsiteX97508" fmla="*/ 231080 w 2119654"/>
              <a:gd name="connsiteY97508" fmla="*/ 1623598 h 2398711"/>
              <a:gd name="connsiteX97509" fmla="*/ 706876 w 2119654"/>
              <a:gd name="connsiteY97509" fmla="*/ 456570 h 2398711"/>
              <a:gd name="connsiteX97510" fmla="*/ 708537 w 2119654"/>
              <a:gd name="connsiteY97510" fmla="*/ 458071 h 2398711"/>
              <a:gd name="connsiteX97511" fmla="*/ 708733 w 2119654"/>
              <a:gd name="connsiteY97511" fmla="*/ 456538 h 2398711"/>
              <a:gd name="connsiteX97512" fmla="*/ 707649 w 2119654"/>
              <a:gd name="connsiteY97512" fmla="*/ 455114 h 2398711"/>
              <a:gd name="connsiteX97513" fmla="*/ 270136 w 2119654"/>
              <a:gd name="connsiteY97513" fmla="*/ 1434393 h 2398711"/>
              <a:gd name="connsiteX97514" fmla="*/ 277187 w 2119654"/>
              <a:gd name="connsiteY97514" fmla="*/ 1439271 h 2398711"/>
              <a:gd name="connsiteX97515" fmla="*/ 276053 w 2119654"/>
              <a:gd name="connsiteY97515" fmla="*/ 1437571 h 2398711"/>
              <a:gd name="connsiteX97516" fmla="*/ 722418 w 2119654"/>
              <a:gd name="connsiteY97516" fmla="*/ 421629 h 2398711"/>
              <a:gd name="connsiteX97517" fmla="*/ 722291 w 2119654"/>
              <a:gd name="connsiteY97517" fmla="*/ 422261 h 2398711"/>
              <a:gd name="connsiteX97518" fmla="*/ 722470 w 2119654"/>
              <a:gd name="connsiteY97518" fmla="*/ 422379 h 2398711"/>
              <a:gd name="connsiteX97519" fmla="*/ 722499 w 2119654"/>
              <a:gd name="connsiteY97519" fmla="*/ 421682 h 2398711"/>
              <a:gd name="connsiteX97520" fmla="*/ 315362 w 2119654"/>
              <a:gd name="connsiteY97520" fmla="*/ 1332954 h 2398711"/>
              <a:gd name="connsiteX97521" fmla="*/ 315420 w 2119654"/>
              <a:gd name="connsiteY97521" fmla="*/ 1333075 h 2398711"/>
              <a:gd name="connsiteX97522" fmla="*/ 317340 w 2119654"/>
              <a:gd name="connsiteY97522" fmla="*/ 1334110 h 2398711"/>
              <a:gd name="connsiteX97523" fmla="*/ 316728 w 2119654"/>
              <a:gd name="connsiteY97523" fmla="*/ 1333212 h 2398711"/>
              <a:gd name="connsiteX97524" fmla="*/ 300605 w 2119654"/>
              <a:gd name="connsiteY97524" fmla="*/ 1365981 h 2398711"/>
              <a:gd name="connsiteX97525" fmla="*/ 300800 w 2119654"/>
              <a:gd name="connsiteY97525" fmla="*/ 1366291 h 2398711"/>
              <a:gd name="connsiteX97526" fmla="*/ 301329 w 2119654"/>
              <a:gd name="connsiteY97526" fmla="*/ 1366542 h 2398711"/>
              <a:gd name="connsiteX97527" fmla="*/ 301085 w 2119654"/>
              <a:gd name="connsiteY97527" fmla="*/ 1366209 h 2398711"/>
              <a:gd name="connsiteX97528" fmla="*/ 302248 w 2119654"/>
              <a:gd name="connsiteY97528" fmla="*/ 1362298 h 2398711"/>
              <a:gd name="connsiteX97529" fmla="*/ 302894 w 2119654"/>
              <a:gd name="connsiteY97529" fmla="*/ 1363645 h 2398711"/>
              <a:gd name="connsiteX97530" fmla="*/ 303352 w 2119654"/>
              <a:gd name="connsiteY97530" fmla="*/ 1363802 h 2398711"/>
              <a:gd name="connsiteX97531" fmla="*/ 649160 w 2119654"/>
              <a:gd name="connsiteY97531" fmla="*/ 585454 h 2398711"/>
              <a:gd name="connsiteX97532" fmla="*/ 648884 w 2119654"/>
              <a:gd name="connsiteY97532" fmla="*/ 586816 h 2398711"/>
              <a:gd name="connsiteX97533" fmla="*/ 648788 w 2119654"/>
              <a:gd name="connsiteY97533" fmla="*/ 589189 h 2398711"/>
              <a:gd name="connsiteX97534" fmla="*/ 649144 w 2119654"/>
              <a:gd name="connsiteY97534" fmla="*/ 589668 h 2398711"/>
              <a:gd name="connsiteX97535" fmla="*/ 649361 w 2119654"/>
              <a:gd name="connsiteY97535" fmla="*/ 589753 h 2398711"/>
              <a:gd name="connsiteX97536" fmla="*/ 649630 w 2119654"/>
              <a:gd name="connsiteY97536" fmla="*/ 588807 h 2398711"/>
              <a:gd name="connsiteX97537" fmla="*/ 650325 w 2119654"/>
              <a:gd name="connsiteY97537" fmla="*/ 586687 h 2398711"/>
              <a:gd name="connsiteX97538" fmla="*/ 722521 w 2119654"/>
              <a:gd name="connsiteY97538" fmla="*/ 421110 h 2398711"/>
              <a:gd name="connsiteX97539" fmla="*/ 722505 w 2119654"/>
              <a:gd name="connsiteY97539" fmla="*/ 421191 h 2398711"/>
              <a:gd name="connsiteX97540" fmla="*/ 722518 w 2119654"/>
              <a:gd name="connsiteY97540" fmla="*/ 421199 h 2398711"/>
              <a:gd name="connsiteX97541" fmla="*/ 696611 w 2119654"/>
              <a:gd name="connsiteY97541" fmla="*/ 478649 h 2398711"/>
              <a:gd name="connsiteX97542" fmla="*/ 696333 w 2119654"/>
              <a:gd name="connsiteY97542" fmla="*/ 480283 h 2398711"/>
              <a:gd name="connsiteX97543" fmla="*/ 700626 w 2119654"/>
              <a:gd name="connsiteY97543" fmla="*/ 483722 h 2398711"/>
              <a:gd name="connsiteX97544" fmla="*/ 700252 w 2119654"/>
              <a:gd name="connsiteY97544" fmla="*/ 482735 h 2398711"/>
              <a:gd name="connsiteX97545" fmla="*/ 727779 w 2119654"/>
              <a:gd name="connsiteY97545" fmla="*/ 408855 h 2398711"/>
              <a:gd name="connsiteX97546" fmla="*/ 727910 w 2119654"/>
              <a:gd name="connsiteY97546" fmla="*/ 411504 h 2398711"/>
              <a:gd name="connsiteX97547" fmla="*/ 728927 w 2119654"/>
              <a:gd name="connsiteY97547" fmla="*/ 411895 h 2398711"/>
              <a:gd name="connsiteX97548" fmla="*/ 729568 w 2119654"/>
              <a:gd name="connsiteY97548" fmla="*/ 409916 h 2398711"/>
              <a:gd name="connsiteX97549" fmla="*/ 675413 w 2119654"/>
              <a:gd name="connsiteY97549" fmla="*/ 526090 h 2398711"/>
              <a:gd name="connsiteX97550" fmla="*/ 675282 w 2119654"/>
              <a:gd name="connsiteY97550" fmla="*/ 527464 h 2398711"/>
              <a:gd name="connsiteX97551" fmla="*/ 676959 w 2119654"/>
              <a:gd name="connsiteY97551" fmla="*/ 529185 h 2398711"/>
              <a:gd name="connsiteX97552" fmla="*/ 677471 w 2119654"/>
              <a:gd name="connsiteY97552" fmla="*/ 527436 h 2398711"/>
              <a:gd name="connsiteX97553" fmla="*/ 754155 w 2119654"/>
              <a:gd name="connsiteY97553" fmla="*/ 349767 h 2398711"/>
              <a:gd name="connsiteX97554" fmla="*/ 754145 w 2119654"/>
              <a:gd name="connsiteY97554" fmla="*/ 364924 h 2398711"/>
              <a:gd name="connsiteX97555" fmla="*/ 757510 w 2119654"/>
              <a:gd name="connsiteY97555" fmla="*/ 368392 h 2398711"/>
              <a:gd name="connsiteX97556" fmla="*/ 759233 w 2119654"/>
              <a:gd name="connsiteY97556" fmla="*/ 357382 h 2398711"/>
              <a:gd name="connsiteX97557" fmla="*/ 759301 w 2119654"/>
              <a:gd name="connsiteY97557" fmla="*/ 355704 h 2398711"/>
              <a:gd name="connsiteX97558" fmla="*/ 683533 w 2119654"/>
              <a:gd name="connsiteY97558" fmla="*/ 507867 h 2398711"/>
              <a:gd name="connsiteX97559" fmla="*/ 682798 w 2119654"/>
              <a:gd name="connsiteY97559" fmla="*/ 510377 h 2398711"/>
              <a:gd name="connsiteX97560" fmla="*/ 682811 w 2119654"/>
              <a:gd name="connsiteY97560" fmla="*/ 510442 h 2398711"/>
              <a:gd name="connsiteX97561" fmla="*/ 683582 w 2119654"/>
              <a:gd name="connsiteY97561" fmla="*/ 510857 h 2398711"/>
              <a:gd name="connsiteX97562" fmla="*/ 679547 w 2119654"/>
              <a:gd name="connsiteY97562" fmla="*/ 516787 h 2398711"/>
              <a:gd name="connsiteX97563" fmla="*/ 679764 w 2119654"/>
              <a:gd name="connsiteY97563" fmla="*/ 517019 h 2398711"/>
              <a:gd name="connsiteX97564" fmla="*/ 679791 w 2119654"/>
              <a:gd name="connsiteY97564" fmla="*/ 516880 h 2398711"/>
              <a:gd name="connsiteX97565" fmla="*/ 702847 w 2119654"/>
              <a:gd name="connsiteY97565" fmla="*/ 464158 h 2398711"/>
              <a:gd name="connsiteX97566" fmla="*/ 707248 w 2119654"/>
              <a:gd name="connsiteY97566" fmla="*/ 468136 h 2398711"/>
              <a:gd name="connsiteX97567" fmla="*/ 708206 w 2119654"/>
              <a:gd name="connsiteY97567" fmla="*/ 460652 h 2398711"/>
              <a:gd name="connsiteX97568" fmla="*/ 705958 w 2119654"/>
              <a:gd name="connsiteY97568" fmla="*/ 458299 h 2398711"/>
              <a:gd name="connsiteX97569" fmla="*/ 683924 w 2119654"/>
              <a:gd name="connsiteY97569" fmla="*/ 506528 h 2398711"/>
              <a:gd name="connsiteX97570" fmla="*/ 683818 w 2119654"/>
              <a:gd name="connsiteY97570" fmla="*/ 506893 h 2398711"/>
              <a:gd name="connsiteX97571" fmla="*/ 683886 w 2119654"/>
              <a:gd name="connsiteY97571" fmla="*/ 511019 h 2398711"/>
              <a:gd name="connsiteX97572" fmla="*/ 685563 w 2119654"/>
              <a:gd name="connsiteY97572" fmla="*/ 511922 h 2398711"/>
              <a:gd name="connsiteX97573" fmla="*/ 684760 w 2119654"/>
              <a:gd name="connsiteY97573" fmla="*/ 506974 h 2398711"/>
              <a:gd name="connsiteX97574" fmla="*/ 640269 w 2119654"/>
              <a:gd name="connsiteY97574" fmla="*/ 604209 h 2398711"/>
              <a:gd name="connsiteX97575" fmla="*/ 640474 w 2119654"/>
              <a:gd name="connsiteY97575" fmla="*/ 605460 h 2398711"/>
              <a:gd name="connsiteX97576" fmla="*/ 641107 w 2119654"/>
              <a:gd name="connsiteY97576" fmla="*/ 606063 h 2398711"/>
              <a:gd name="connsiteX97577" fmla="*/ 641122 w 2119654"/>
              <a:gd name="connsiteY97577" fmla="*/ 604750 h 2398711"/>
              <a:gd name="connsiteX97578" fmla="*/ 270612 w 2119654"/>
              <a:gd name="connsiteY97578" fmla="*/ 1431839 h 2398711"/>
              <a:gd name="connsiteX97579" fmla="*/ 273914 w 2119654"/>
              <a:gd name="connsiteY97579" fmla="*/ 1434337 h 2398711"/>
              <a:gd name="connsiteX97580" fmla="*/ 273252 w 2119654"/>
              <a:gd name="connsiteY97580" fmla="*/ 1433315 h 2398711"/>
              <a:gd name="connsiteX97581" fmla="*/ 301234 w 2119654"/>
              <a:gd name="connsiteY97581" fmla="*/ 1363242 h 2398711"/>
              <a:gd name="connsiteX97582" fmla="*/ 303067 w 2119654"/>
              <a:gd name="connsiteY97582" fmla="*/ 1366002 h 2398711"/>
              <a:gd name="connsiteX97583" fmla="*/ 301877 w 2119654"/>
              <a:gd name="connsiteY97583" fmla="*/ 1363517 h 2398711"/>
              <a:gd name="connsiteX97584" fmla="*/ 633407 w 2119654"/>
              <a:gd name="connsiteY97584" fmla="*/ 619397 h 2398711"/>
              <a:gd name="connsiteX97585" fmla="*/ 633478 w 2119654"/>
              <a:gd name="connsiteY97585" fmla="*/ 624505 h 2398711"/>
              <a:gd name="connsiteX97586" fmla="*/ 633566 w 2119654"/>
              <a:gd name="connsiteY97586" fmla="*/ 624588 h 2398711"/>
              <a:gd name="connsiteX97587" fmla="*/ 633794 w 2119654"/>
              <a:gd name="connsiteY97587" fmla="*/ 623802 h 2398711"/>
              <a:gd name="connsiteX97588" fmla="*/ 634252 w 2119654"/>
              <a:gd name="connsiteY97588" fmla="*/ 621514 h 2398711"/>
              <a:gd name="connsiteX97589" fmla="*/ 633614 w 2119654"/>
              <a:gd name="connsiteY97589" fmla="*/ 619488 h 2398711"/>
              <a:gd name="connsiteX97590" fmla="*/ 681167 w 2119654"/>
              <a:gd name="connsiteY97590" fmla="*/ 512424 h 2398711"/>
              <a:gd name="connsiteX97591" fmla="*/ 681329 w 2119654"/>
              <a:gd name="connsiteY97591" fmla="*/ 514245 h 2398711"/>
              <a:gd name="connsiteX97592" fmla="*/ 681724 w 2119654"/>
              <a:gd name="connsiteY97592" fmla="*/ 512893 h 2398711"/>
              <a:gd name="connsiteX97593" fmla="*/ 681469 w 2119654"/>
              <a:gd name="connsiteY97593" fmla="*/ 512636 h 2398711"/>
              <a:gd name="connsiteX97594" fmla="*/ 702051 w 2119654"/>
              <a:gd name="connsiteY97594" fmla="*/ 465657 h 2398711"/>
              <a:gd name="connsiteX97595" fmla="*/ 702956 w 2119654"/>
              <a:gd name="connsiteY97595" fmla="*/ 467224 h 2398711"/>
              <a:gd name="connsiteX97596" fmla="*/ 703530 w 2119654"/>
              <a:gd name="connsiteY97596" fmla="*/ 468739 h 2398711"/>
              <a:gd name="connsiteX97597" fmla="*/ 706894 w 2119654"/>
              <a:gd name="connsiteY97597" fmla="*/ 470898 h 2398711"/>
              <a:gd name="connsiteX97598" fmla="*/ 707101 w 2119654"/>
              <a:gd name="connsiteY97598" fmla="*/ 469277 h 2398711"/>
              <a:gd name="connsiteX97599" fmla="*/ 702390 w 2119654"/>
              <a:gd name="connsiteY97599" fmla="*/ 465019 h 2398711"/>
              <a:gd name="connsiteX97600" fmla="*/ 288594 w 2119654"/>
              <a:gd name="connsiteY97600" fmla="*/ 1391423 h 2398711"/>
              <a:gd name="connsiteX97601" fmla="*/ 291424 w 2119654"/>
              <a:gd name="connsiteY97601" fmla="*/ 1395702 h 2398711"/>
              <a:gd name="connsiteX97602" fmla="*/ 295154 w 2119654"/>
              <a:gd name="connsiteY97602" fmla="*/ 1397867 h 2398711"/>
              <a:gd name="connsiteX97603" fmla="*/ 295599 w 2119654"/>
              <a:gd name="connsiteY97603" fmla="*/ 1397419 h 2398711"/>
              <a:gd name="connsiteX97604" fmla="*/ 284752 w 2119654"/>
              <a:gd name="connsiteY97604" fmla="*/ 1400019 h 2398711"/>
              <a:gd name="connsiteX97605" fmla="*/ 287890 w 2119654"/>
              <a:gd name="connsiteY97605" fmla="*/ 1403818 h 2398711"/>
              <a:gd name="connsiteX97606" fmla="*/ 288630 w 2119654"/>
              <a:gd name="connsiteY97606" fmla="*/ 1404434 h 2398711"/>
              <a:gd name="connsiteX97607" fmla="*/ 289132 w 2119654"/>
              <a:gd name="connsiteY97607" fmla="*/ 1403928 h 2398711"/>
              <a:gd name="connsiteX97608" fmla="*/ 286236 w 2119654"/>
              <a:gd name="connsiteY97608" fmla="*/ 1401069 h 2398711"/>
              <a:gd name="connsiteX97609" fmla="*/ 649708 w 2119654"/>
              <a:gd name="connsiteY97609" fmla="*/ 582740 h 2398711"/>
              <a:gd name="connsiteX97610" fmla="*/ 649247 w 2119654"/>
              <a:gd name="connsiteY97610" fmla="*/ 585023 h 2398711"/>
              <a:gd name="connsiteX97611" fmla="*/ 650366 w 2119654"/>
              <a:gd name="connsiteY97611" fmla="*/ 586211 h 2398711"/>
              <a:gd name="connsiteX97612" fmla="*/ 218636 w 2119654"/>
              <a:gd name="connsiteY97612" fmla="*/ 1547619 h 2398711"/>
              <a:gd name="connsiteX97613" fmla="*/ 219364 w 2119654"/>
              <a:gd name="connsiteY97613" fmla="*/ 1548883 h 2398711"/>
              <a:gd name="connsiteX97614" fmla="*/ 235848 w 2119654"/>
              <a:gd name="connsiteY97614" fmla="*/ 1559027 h 2398711"/>
              <a:gd name="connsiteX97615" fmla="*/ 250496 w 2119654"/>
              <a:gd name="connsiteY97615" fmla="*/ 1562377 h 2398711"/>
              <a:gd name="connsiteX97616" fmla="*/ 246264 w 2119654"/>
              <a:gd name="connsiteY97616" fmla="*/ 1558494 h 2398711"/>
              <a:gd name="connsiteX97617" fmla="*/ 641400 w 2119654"/>
              <a:gd name="connsiteY97617" fmla="*/ 600873 h 2398711"/>
              <a:gd name="connsiteX97618" fmla="*/ 641393 w 2119654"/>
              <a:gd name="connsiteY97618" fmla="*/ 601508 h 2398711"/>
              <a:gd name="connsiteX97619" fmla="*/ 641397 w 2119654"/>
              <a:gd name="connsiteY97619" fmla="*/ 603707 h 2398711"/>
              <a:gd name="connsiteX97620" fmla="*/ 642092 w 2119654"/>
              <a:gd name="connsiteY97620" fmla="*/ 604098 h 2398711"/>
              <a:gd name="connsiteX97621" fmla="*/ 642532 w 2119654"/>
              <a:gd name="connsiteY97621" fmla="*/ 602736 h 2398711"/>
              <a:gd name="connsiteX97622" fmla="*/ 642294 w 2119654"/>
              <a:gd name="connsiteY97622" fmla="*/ 601601 h 2398711"/>
              <a:gd name="connsiteX97623" fmla="*/ 738859 w 2119654"/>
              <a:gd name="connsiteY97623" fmla="*/ 382363 h 2398711"/>
              <a:gd name="connsiteX97624" fmla="*/ 733415 w 2119654"/>
              <a:gd name="connsiteY97624" fmla="*/ 399184 h 2398711"/>
              <a:gd name="connsiteX97625" fmla="*/ 744614 w 2119654"/>
              <a:gd name="connsiteY97625" fmla="*/ 403656 h 2398711"/>
              <a:gd name="connsiteX97626" fmla="*/ 746343 w 2119654"/>
              <a:gd name="connsiteY97626" fmla="*/ 395599 h 2398711"/>
              <a:gd name="connsiteX97627" fmla="*/ 739090 w 2119654"/>
              <a:gd name="connsiteY97627" fmla="*/ 382565 h 2398711"/>
              <a:gd name="connsiteX97628" fmla="*/ 649990 w 2119654"/>
              <a:gd name="connsiteY97628" fmla="*/ 581343 h 2398711"/>
              <a:gd name="connsiteX97629" fmla="*/ 649826 w 2119654"/>
              <a:gd name="connsiteY97629" fmla="*/ 582158 h 2398711"/>
              <a:gd name="connsiteX97630" fmla="*/ 650586 w 2119654"/>
              <a:gd name="connsiteY97630" fmla="*/ 585890 h 2398711"/>
              <a:gd name="connsiteX97631" fmla="*/ 651517 w 2119654"/>
              <a:gd name="connsiteY97631" fmla="*/ 583053 h 2398711"/>
              <a:gd name="connsiteX97632" fmla="*/ 278796 w 2119654"/>
              <a:gd name="connsiteY97632" fmla="*/ 1412235 h 2398711"/>
              <a:gd name="connsiteX97633" fmla="*/ 279459 w 2119654"/>
              <a:gd name="connsiteY97633" fmla="*/ 1413205 h 2398711"/>
              <a:gd name="connsiteX97634" fmla="*/ 279753 w 2119654"/>
              <a:gd name="connsiteY97634" fmla="*/ 1413369 h 2398711"/>
              <a:gd name="connsiteX97635" fmla="*/ 279997 w 2119654"/>
              <a:gd name="connsiteY97635" fmla="*/ 1413124 h 2398711"/>
              <a:gd name="connsiteX97636" fmla="*/ 641154 w 2119654"/>
              <a:gd name="connsiteY97636" fmla="*/ 600672 h 2398711"/>
              <a:gd name="connsiteX97637" fmla="*/ 640431 w 2119654"/>
              <a:gd name="connsiteY97637" fmla="*/ 603159 h 2398711"/>
              <a:gd name="connsiteX97638" fmla="*/ 641135 w 2119654"/>
              <a:gd name="connsiteY97638" fmla="*/ 603558 h 2398711"/>
              <a:gd name="connsiteX97639" fmla="*/ 641168 w 2119654"/>
              <a:gd name="connsiteY97639" fmla="*/ 600683 h 2398711"/>
              <a:gd name="connsiteX97640" fmla="*/ 723529 w 2119654"/>
              <a:gd name="connsiteY97640" fmla="*/ 416086 h 2398711"/>
              <a:gd name="connsiteX97641" fmla="*/ 722813 w 2119654"/>
              <a:gd name="connsiteY97641" fmla="*/ 419655 h 2398711"/>
              <a:gd name="connsiteX97642" fmla="*/ 722767 w 2119654"/>
              <a:gd name="connsiteY97642" fmla="*/ 421346 h 2398711"/>
              <a:gd name="connsiteX97643" fmla="*/ 725733 w 2119654"/>
              <a:gd name="connsiteY97643" fmla="*/ 423113 h 2398711"/>
              <a:gd name="connsiteX97644" fmla="*/ 726936 w 2119654"/>
              <a:gd name="connsiteY97644" fmla="*/ 418815 h 2398711"/>
              <a:gd name="connsiteX97645" fmla="*/ 697261 w 2119654"/>
              <a:gd name="connsiteY97645" fmla="*/ 474837 h 2398711"/>
              <a:gd name="connsiteX97646" fmla="*/ 697127 w 2119654"/>
              <a:gd name="connsiteY97646" fmla="*/ 475624 h 2398711"/>
              <a:gd name="connsiteX97647" fmla="*/ 697819 w 2119654"/>
              <a:gd name="connsiteY97647" fmla="*/ 476311 h 2398711"/>
              <a:gd name="connsiteX97648" fmla="*/ 229322 w 2119654"/>
              <a:gd name="connsiteY97648" fmla="*/ 1522579 h 2398711"/>
              <a:gd name="connsiteX97649" fmla="*/ 232287 w 2119654"/>
              <a:gd name="connsiteY97649" fmla="*/ 1526000 h 2398711"/>
              <a:gd name="connsiteX97650" fmla="*/ 240409 w 2119654"/>
              <a:gd name="connsiteY97650" fmla="*/ 1528571 h 2398711"/>
              <a:gd name="connsiteX97651" fmla="*/ 238536 w 2119654"/>
              <a:gd name="connsiteY97651" fmla="*/ 1526302 h 2398711"/>
              <a:gd name="connsiteX97652" fmla="*/ 235437 w 2119654"/>
              <a:gd name="connsiteY97652" fmla="*/ 1524749 h 2398711"/>
              <a:gd name="connsiteX97653" fmla="*/ 229328 w 2119654"/>
              <a:gd name="connsiteY97653" fmla="*/ 1522581 h 2398711"/>
              <a:gd name="connsiteX97654" fmla="*/ 694723 w 2119654"/>
              <a:gd name="connsiteY97654" fmla="*/ 480410 h 2398711"/>
              <a:gd name="connsiteX97655" fmla="*/ 695067 w 2119654"/>
              <a:gd name="connsiteY97655" fmla="*/ 485271 h 2398711"/>
              <a:gd name="connsiteX97656" fmla="*/ 695256 w 2119654"/>
              <a:gd name="connsiteY97656" fmla="*/ 485391 h 2398711"/>
              <a:gd name="connsiteX97657" fmla="*/ 695915 w 2119654"/>
              <a:gd name="connsiteY97657" fmla="*/ 481518 h 2398711"/>
              <a:gd name="connsiteX97658" fmla="*/ 696886 w 2119654"/>
              <a:gd name="connsiteY97658" fmla="*/ 475384 h 2398711"/>
              <a:gd name="connsiteX97659" fmla="*/ 696949 w 2119654"/>
              <a:gd name="connsiteY97659" fmla="*/ 475448 h 2398711"/>
              <a:gd name="connsiteX97660" fmla="*/ 696995 w 2119654"/>
              <a:gd name="connsiteY97660" fmla="*/ 475178 h 2398711"/>
              <a:gd name="connsiteX97661" fmla="*/ 740048 w 2119654"/>
              <a:gd name="connsiteY97661" fmla="*/ 378689 h 2398711"/>
              <a:gd name="connsiteX97662" fmla="*/ 739251 w 2119654"/>
              <a:gd name="connsiteY97662" fmla="*/ 381153 h 2398711"/>
              <a:gd name="connsiteX97663" fmla="*/ 740690 w 2119654"/>
              <a:gd name="connsiteY97663" fmla="*/ 383741 h 2398711"/>
              <a:gd name="connsiteX97664" fmla="*/ 744670 w 2119654"/>
              <a:gd name="connsiteY97664" fmla="*/ 387202 h 2398711"/>
              <a:gd name="connsiteX97665" fmla="*/ 740351 w 2119654"/>
              <a:gd name="connsiteY97665" fmla="*/ 382353 h 2398711"/>
              <a:gd name="connsiteX97666" fmla="*/ 740542 w 2119654"/>
              <a:gd name="connsiteY97666" fmla="*/ 382386 h 2398711"/>
              <a:gd name="connsiteX97667" fmla="*/ 745384 w 2119654"/>
              <a:gd name="connsiteY97667" fmla="*/ 387823 h 2398711"/>
              <a:gd name="connsiteX97668" fmla="*/ 747598 w 2119654"/>
              <a:gd name="connsiteY97668" fmla="*/ 389748 h 2398711"/>
              <a:gd name="connsiteX97669" fmla="*/ 748375 w 2119654"/>
              <a:gd name="connsiteY97669" fmla="*/ 386130 h 2398711"/>
              <a:gd name="connsiteX97670" fmla="*/ 315077 w 2119654"/>
              <a:gd name="connsiteY97670" fmla="*/ 1330210 h 2398711"/>
              <a:gd name="connsiteX97671" fmla="*/ 315528 w 2119654"/>
              <a:gd name="connsiteY97671" fmla="*/ 1330871 h 2398711"/>
              <a:gd name="connsiteX97672" fmla="*/ 315710 w 2119654"/>
              <a:gd name="connsiteY97672" fmla="*/ 1331032 h 2398711"/>
              <a:gd name="connsiteX97673" fmla="*/ 315340 w 2119654"/>
              <a:gd name="connsiteY97673" fmla="*/ 1330380 h 2398711"/>
              <a:gd name="connsiteX97674" fmla="*/ 727654 w 2119654"/>
              <a:gd name="connsiteY97674" fmla="*/ 406320 h 2398711"/>
              <a:gd name="connsiteX97675" fmla="*/ 727764 w 2119654"/>
              <a:gd name="connsiteY97675" fmla="*/ 408553 h 2398711"/>
              <a:gd name="connsiteX97676" fmla="*/ 729656 w 2119654"/>
              <a:gd name="connsiteY97676" fmla="*/ 409642 h 2398711"/>
              <a:gd name="connsiteX97677" fmla="*/ 729869 w 2119654"/>
              <a:gd name="connsiteY97677" fmla="*/ 408983 h 2398711"/>
              <a:gd name="connsiteX97678" fmla="*/ 729914 w 2119654"/>
              <a:gd name="connsiteY97678" fmla="*/ 408561 h 2398711"/>
              <a:gd name="connsiteX97679" fmla="*/ 681789 w 2119654"/>
              <a:gd name="connsiteY97679" fmla="*/ 508869 h 2398711"/>
              <a:gd name="connsiteX97680" fmla="*/ 681610 w 2119654"/>
              <a:gd name="connsiteY97680" fmla="*/ 509796 h 2398711"/>
              <a:gd name="connsiteX97681" fmla="*/ 682032 w 2119654"/>
              <a:gd name="connsiteY97681" fmla="*/ 510023 h 2398711"/>
              <a:gd name="connsiteX97682" fmla="*/ 695719 w 2119654"/>
              <a:gd name="connsiteY97682" fmla="*/ 477648 h 2398711"/>
              <a:gd name="connsiteX97683" fmla="*/ 696178 w 2119654"/>
              <a:gd name="connsiteY97683" fmla="*/ 479976 h 2398711"/>
              <a:gd name="connsiteX97684" fmla="*/ 696437 w 2119654"/>
              <a:gd name="connsiteY97684" fmla="*/ 478454 h 2398711"/>
              <a:gd name="connsiteX97685" fmla="*/ 694925 w 2119654"/>
              <a:gd name="connsiteY97685" fmla="*/ 479155 h 2398711"/>
              <a:gd name="connsiteX97686" fmla="*/ 695886 w 2119654"/>
              <a:gd name="connsiteY97686" fmla="*/ 479924 h 2398711"/>
              <a:gd name="connsiteX97687" fmla="*/ 695509 w 2119654"/>
              <a:gd name="connsiteY97687" fmla="*/ 478018 h 2398711"/>
              <a:gd name="connsiteX97688" fmla="*/ 723903 w 2119654"/>
              <a:gd name="connsiteY97688" fmla="*/ 414220 h 2398711"/>
              <a:gd name="connsiteX97689" fmla="*/ 723834 w 2119654"/>
              <a:gd name="connsiteY97689" fmla="*/ 414563 h 2398711"/>
              <a:gd name="connsiteX97690" fmla="*/ 724838 w 2119654"/>
              <a:gd name="connsiteY97690" fmla="*/ 415367 h 2398711"/>
              <a:gd name="connsiteX97691" fmla="*/ 765194 w 2119654"/>
              <a:gd name="connsiteY97691" fmla="*/ 321598 h 2398711"/>
              <a:gd name="connsiteX97692" fmla="*/ 763979 w 2119654"/>
              <a:gd name="connsiteY97692" fmla="*/ 329361 h 2398711"/>
              <a:gd name="connsiteX97693" fmla="*/ 782040 w 2119654"/>
              <a:gd name="connsiteY97693" fmla="*/ 355797 h 2398711"/>
              <a:gd name="connsiteX97694" fmla="*/ 783294 w 2119654"/>
              <a:gd name="connsiteY97694" fmla="*/ 350504 h 2398711"/>
              <a:gd name="connsiteX97695" fmla="*/ 642411 w 2119654"/>
              <a:gd name="connsiteY97695" fmla="*/ 596346 h 2398711"/>
              <a:gd name="connsiteX97696" fmla="*/ 642146 w 2119654"/>
              <a:gd name="connsiteY97696" fmla="*/ 597258 h 2398711"/>
              <a:gd name="connsiteX97697" fmla="*/ 642641 w 2119654"/>
              <a:gd name="connsiteY97697" fmla="*/ 599620 h 2398711"/>
              <a:gd name="connsiteX97698" fmla="*/ 643337 w 2119654"/>
              <a:gd name="connsiteY97698" fmla="*/ 600252 h 2398711"/>
              <a:gd name="connsiteX97699" fmla="*/ 643625 w 2119654"/>
              <a:gd name="connsiteY97699" fmla="*/ 599362 h 2398711"/>
              <a:gd name="connsiteX97700" fmla="*/ 275007 w 2119654"/>
              <a:gd name="connsiteY97700" fmla="*/ 1418913 h 2398711"/>
              <a:gd name="connsiteX97701" fmla="*/ 276803 w 2119654"/>
              <a:gd name="connsiteY97701" fmla="*/ 1420118 h 2398711"/>
              <a:gd name="connsiteX97702" fmla="*/ 285897 w 2119654"/>
              <a:gd name="connsiteY97702" fmla="*/ 1426048 h 2398711"/>
              <a:gd name="connsiteX97703" fmla="*/ 284726 w 2119654"/>
              <a:gd name="connsiteY97703" fmla="*/ 1423042 h 2398711"/>
              <a:gd name="connsiteX97704" fmla="*/ 280963 w 2119654"/>
              <a:gd name="connsiteY97704" fmla="*/ 1417537 h 2398711"/>
              <a:gd name="connsiteX97705" fmla="*/ 278014 w 2119654"/>
              <a:gd name="connsiteY97705" fmla="*/ 1415886 h 2398711"/>
              <a:gd name="connsiteX97706" fmla="*/ 280355 w 2119654"/>
              <a:gd name="connsiteY97706" fmla="*/ 1406636 h 2398711"/>
              <a:gd name="connsiteX97707" fmla="*/ 281214 w 2119654"/>
              <a:gd name="connsiteY97707" fmla="*/ 1408839 h 2398711"/>
              <a:gd name="connsiteX97708" fmla="*/ 283000 w 2119654"/>
              <a:gd name="connsiteY97708" fmla="*/ 1410102 h 2398711"/>
              <a:gd name="connsiteX97709" fmla="*/ 284408 w 2119654"/>
              <a:gd name="connsiteY97709" fmla="*/ 1408684 h 2398711"/>
              <a:gd name="connsiteX97710" fmla="*/ 283973 w 2119654"/>
              <a:gd name="connsiteY97710" fmla="*/ 1408232 h 2398711"/>
              <a:gd name="connsiteX97711" fmla="*/ 675913 w 2119654"/>
              <a:gd name="connsiteY97711" fmla="*/ 520851 h 2398711"/>
              <a:gd name="connsiteX97712" fmla="*/ 675456 w 2119654"/>
              <a:gd name="connsiteY97712" fmla="*/ 525644 h 2398711"/>
              <a:gd name="connsiteX97713" fmla="*/ 675760 w 2119654"/>
              <a:gd name="connsiteY97713" fmla="*/ 525835 h 2398711"/>
              <a:gd name="connsiteX97714" fmla="*/ 677589 w 2119654"/>
              <a:gd name="connsiteY97714" fmla="*/ 527032 h 2398711"/>
              <a:gd name="connsiteX97715" fmla="*/ 678293 w 2119654"/>
              <a:gd name="connsiteY97715" fmla="*/ 524630 h 2398711"/>
              <a:gd name="connsiteX97716" fmla="*/ 678627 w 2119654"/>
              <a:gd name="connsiteY97716" fmla="*/ 522895 h 2398711"/>
              <a:gd name="connsiteX97717" fmla="*/ 639017 w 2119654"/>
              <a:gd name="connsiteY97717" fmla="*/ 603415 h 2398711"/>
              <a:gd name="connsiteX97718" fmla="*/ 639339 w 2119654"/>
              <a:gd name="connsiteY97718" fmla="*/ 604149 h 2398711"/>
              <a:gd name="connsiteX97719" fmla="*/ 639242 w 2119654"/>
              <a:gd name="connsiteY97719" fmla="*/ 603558 h 2398711"/>
              <a:gd name="connsiteX97720" fmla="*/ 633360 w 2119654"/>
              <a:gd name="connsiteY97720" fmla="*/ 616036 h 2398711"/>
              <a:gd name="connsiteX97721" fmla="*/ 633370 w 2119654"/>
              <a:gd name="connsiteY97721" fmla="*/ 616727 h 2398711"/>
              <a:gd name="connsiteX97722" fmla="*/ 633731 w 2119654"/>
              <a:gd name="connsiteY97722" fmla="*/ 617813 h 2398711"/>
              <a:gd name="connsiteX97723" fmla="*/ 634584 w 2119654"/>
              <a:gd name="connsiteY97723" fmla="*/ 618207 h 2398711"/>
              <a:gd name="connsiteX97724" fmla="*/ 724251 w 2119654"/>
              <a:gd name="connsiteY97724" fmla="*/ 412486 h 2398711"/>
              <a:gd name="connsiteX97725" fmla="*/ 724026 w 2119654"/>
              <a:gd name="connsiteY97725" fmla="*/ 413608 h 2398711"/>
              <a:gd name="connsiteX97726" fmla="*/ 726627 w 2119654"/>
              <a:gd name="connsiteY97726" fmla="*/ 416801 h 2398711"/>
              <a:gd name="connsiteX97727" fmla="*/ 727340 w 2119654"/>
              <a:gd name="connsiteY97727" fmla="*/ 417371 h 2398711"/>
              <a:gd name="connsiteX97728" fmla="*/ 727437 w 2119654"/>
              <a:gd name="connsiteY97728" fmla="*/ 417027 h 2398711"/>
              <a:gd name="connsiteX97729" fmla="*/ 727399 w 2119654"/>
              <a:gd name="connsiteY97729" fmla="*/ 416264 h 2398711"/>
              <a:gd name="connsiteX97730" fmla="*/ 691402 w 2119654"/>
              <a:gd name="connsiteY97730" fmla="*/ 486012 h 2398711"/>
              <a:gd name="connsiteX97731" fmla="*/ 692297 w 2119654"/>
              <a:gd name="connsiteY97731" fmla="*/ 487289 h 2398711"/>
              <a:gd name="connsiteX97732" fmla="*/ 692082 w 2119654"/>
              <a:gd name="connsiteY97732" fmla="*/ 484689 h 2398711"/>
              <a:gd name="connsiteX97733" fmla="*/ 682399 w 2119654"/>
              <a:gd name="connsiteY97733" fmla="*/ 505713 h 2398711"/>
              <a:gd name="connsiteX97734" fmla="*/ 682124 w 2119654"/>
              <a:gd name="connsiteY97734" fmla="*/ 507134 h 2398711"/>
              <a:gd name="connsiteX97735" fmla="*/ 682658 w 2119654"/>
              <a:gd name="connsiteY97735" fmla="*/ 509702 h 2398711"/>
              <a:gd name="connsiteX97736" fmla="*/ 683515 w 2119654"/>
              <a:gd name="connsiteY97736" fmla="*/ 506772 h 2398711"/>
              <a:gd name="connsiteX97737" fmla="*/ 683507 w 2119654"/>
              <a:gd name="connsiteY97737" fmla="*/ 506305 h 2398711"/>
              <a:gd name="connsiteX97738" fmla="*/ 254947 w 2119654"/>
              <a:gd name="connsiteY97738" fmla="*/ 1462846 h 2398711"/>
              <a:gd name="connsiteX97739" fmla="*/ 256580 w 2119654"/>
              <a:gd name="connsiteY97739" fmla="*/ 1464343 h 2398711"/>
              <a:gd name="connsiteX97740" fmla="*/ 256000 w 2119654"/>
              <a:gd name="connsiteY97740" fmla="*/ 1463177 h 2398711"/>
              <a:gd name="connsiteX97741" fmla="*/ 314095 w 2119654"/>
              <a:gd name="connsiteY97741" fmla="*/ 1330323 h 2398711"/>
              <a:gd name="connsiteX97742" fmla="*/ 315240 w 2119654"/>
              <a:gd name="connsiteY97742" fmla="*/ 1332700 h 2398711"/>
              <a:gd name="connsiteX97743" fmla="*/ 316548 w 2119654"/>
              <a:gd name="connsiteY97743" fmla="*/ 1332948 h 2398711"/>
              <a:gd name="connsiteX97744" fmla="*/ 315997 w 2119654"/>
              <a:gd name="connsiteY97744" fmla="*/ 1332139 h 2398711"/>
              <a:gd name="connsiteX97745" fmla="*/ 299182 w 2119654"/>
              <a:gd name="connsiteY97745" fmla="*/ 1363616 h 2398711"/>
              <a:gd name="connsiteX97746" fmla="*/ 299935 w 2119654"/>
              <a:gd name="connsiteY97746" fmla="*/ 1364921 h 2398711"/>
              <a:gd name="connsiteX97747" fmla="*/ 300161 w 2119654"/>
              <a:gd name="connsiteY97747" fmla="*/ 1365279 h 2398711"/>
              <a:gd name="connsiteX97748" fmla="*/ 300532 w 2119654"/>
              <a:gd name="connsiteY97748" fmla="*/ 1365456 h 2398711"/>
              <a:gd name="connsiteX97749" fmla="*/ 688944 w 2119654"/>
              <a:gd name="connsiteY97749" fmla="*/ 490797 h 2398711"/>
              <a:gd name="connsiteX97750" fmla="*/ 692880 w 2119654"/>
              <a:gd name="connsiteY97750" fmla="*/ 494367 h 2398711"/>
              <a:gd name="connsiteX97751" fmla="*/ 692468 w 2119654"/>
              <a:gd name="connsiteY97751" fmla="*/ 489367 h 2398711"/>
              <a:gd name="connsiteX97752" fmla="*/ 690859 w 2119654"/>
              <a:gd name="connsiteY97752" fmla="*/ 487069 h 2398711"/>
              <a:gd name="connsiteX97753" fmla="*/ 687804 w 2119654"/>
              <a:gd name="connsiteY97753" fmla="*/ 493266 h 2398711"/>
              <a:gd name="connsiteX97754" fmla="*/ 684872 w 2119654"/>
              <a:gd name="connsiteY97754" fmla="*/ 503290 h 2398711"/>
              <a:gd name="connsiteX97755" fmla="*/ 685030 w 2119654"/>
              <a:gd name="connsiteY97755" fmla="*/ 504264 h 2398711"/>
              <a:gd name="connsiteX97756" fmla="*/ 685219 w 2119654"/>
              <a:gd name="connsiteY97756" fmla="*/ 504454 h 2398711"/>
              <a:gd name="connsiteX97757" fmla="*/ 691548 w 2119654"/>
              <a:gd name="connsiteY97757" fmla="*/ 507839 h 2398711"/>
              <a:gd name="connsiteX97758" fmla="*/ 692855 w 2119654"/>
              <a:gd name="connsiteY97758" fmla="*/ 499488 h 2398711"/>
              <a:gd name="connsiteX97759" fmla="*/ 693156 w 2119654"/>
              <a:gd name="connsiteY97759" fmla="*/ 497716 h 2398711"/>
              <a:gd name="connsiteX97760" fmla="*/ 693065 w 2119654"/>
              <a:gd name="connsiteY97760" fmla="*/ 496599 h 2398711"/>
              <a:gd name="connsiteX97761" fmla="*/ 689453 w 2119654"/>
              <a:gd name="connsiteY97761" fmla="*/ 494047 h 2398711"/>
              <a:gd name="connsiteX97762" fmla="*/ 297823 w 2119654"/>
              <a:gd name="connsiteY97762" fmla="*/ 1366415 h 2398711"/>
              <a:gd name="connsiteX97763" fmla="*/ 303698 w 2119654"/>
              <a:gd name="connsiteY97763" fmla="*/ 1375720 h 2398711"/>
              <a:gd name="connsiteX97764" fmla="*/ 306188 w 2119654"/>
              <a:gd name="connsiteY97764" fmla="*/ 1377823 h 2398711"/>
              <a:gd name="connsiteX97765" fmla="*/ 306616 w 2119654"/>
              <a:gd name="connsiteY97765" fmla="*/ 1377929 h 2398711"/>
              <a:gd name="connsiteX97766" fmla="*/ 306463 w 2119654"/>
              <a:gd name="connsiteY97766" fmla="*/ 1377662 h 2398711"/>
              <a:gd name="connsiteX97767" fmla="*/ 305704 w 2119654"/>
              <a:gd name="connsiteY97767" fmla="*/ 1376840 h 2398711"/>
              <a:gd name="connsiteX97768" fmla="*/ 305683 w 2119654"/>
              <a:gd name="connsiteY97768" fmla="*/ 1376577 h 2398711"/>
              <a:gd name="connsiteX97769" fmla="*/ 306094 w 2119654"/>
              <a:gd name="connsiteY97769" fmla="*/ 1377023 h 2398711"/>
              <a:gd name="connsiteX97770" fmla="*/ 300967 w 2119654"/>
              <a:gd name="connsiteY97770" fmla="*/ 1368138 h 2398711"/>
              <a:gd name="connsiteX97771" fmla="*/ 687898 w 2119654"/>
              <a:gd name="connsiteY97771" fmla="*/ 492948 h 2398711"/>
              <a:gd name="connsiteX97772" fmla="*/ 687833 w 2119654"/>
              <a:gd name="connsiteY97772" fmla="*/ 493170 h 2398711"/>
              <a:gd name="connsiteX97773" fmla="*/ 688984 w 2119654"/>
              <a:gd name="connsiteY97773" fmla="*/ 493714 h 2398711"/>
              <a:gd name="connsiteX97774" fmla="*/ 688084 w 2119654"/>
              <a:gd name="connsiteY97774" fmla="*/ 492471 h 2398711"/>
              <a:gd name="connsiteX97775" fmla="*/ 691587 w 2119654"/>
              <a:gd name="connsiteY97775" fmla="*/ 494948 h 2398711"/>
              <a:gd name="connsiteX97776" fmla="*/ 692736 w 2119654"/>
              <a:gd name="connsiteY97776" fmla="*/ 495492 h 2398711"/>
              <a:gd name="connsiteX97777" fmla="*/ 688590 w 2119654"/>
              <a:gd name="connsiteY97777" fmla="*/ 491487 h 2398711"/>
              <a:gd name="connsiteX97778" fmla="*/ 313306 w 2119654"/>
              <a:gd name="connsiteY97778" fmla="*/ 1331636 h 2398711"/>
              <a:gd name="connsiteX97779" fmla="*/ 313439 w 2119654"/>
              <a:gd name="connsiteY97779" fmla="*/ 1332006 h 2398711"/>
              <a:gd name="connsiteX97780" fmla="*/ 313500 w 2119654"/>
              <a:gd name="connsiteY97780" fmla="*/ 1332039 h 2398711"/>
              <a:gd name="connsiteX97781" fmla="*/ 724640 w 2119654"/>
              <a:gd name="connsiteY97781" fmla="*/ 410546 h 2398711"/>
              <a:gd name="connsiteX97782" fmla="*/ 724276 w 2119654"/>
              <a:gd name="connsiteY97782" fmla="*/ 412362 h 2398711"/>
              <a:gd name="connsiteX97783" fmla="*/ 727391 w 2119654"/>
              <a:gd name="connsiteY97783" fmla="*/ 416100 h 2398711"/>
              <a:gd name="connsiteX97784" fmla="*/ 727164 w 2119654"/>
              <a:gd name="connsiteY97784" fmla="*/ 411516 h 2398711"/>
              <a:gd name="connsiteX97785" fmla="*/ 700910 w 2119654"/>
              <a:gd name="connsiteY97785" fmla="*/ 463680 h 2398711"/>
              <a:gd name="connsiteX97786" fmla="*/ 701887 w 2119654"/>
              <a:gd name="connsiteY97786" fmla="*/ 465374 h 2398711"/>
              <a:gd name="connsiteX97787" fmla="*/ 702178 w 2119654"/>
              <a:gd name="connsiteY97787" fmla="*/ 464827 h 2398711"/>
              <a:gd name="connsiteX97788" fmla="*/ 626246 w 2119654"/>
              <a:gd name="connsiteY97788" fmla="*/ 630779 h 2398711"/>
              <a:gd name="connsiteX97789" fmla="*/ 627971 w 2119654"/>
              <a:gd name="connsiteY97789" fmla="*/ 632997 h 2398711"/>
              <a:gd name="connsiteX97790" fmla="*/ 628129 w 2119654"/>
              <a:gd name="connsiteY97790" fmla="*/ 632316 h 2398711"/>
              <a:gd name="connsiteX97791" fmla="*/ 628127 w 2119654"/>
              <a:gd name="connsiteY97791" fmla="*/ 632112 h 2398711"/>
              <a:gd name="connsiteX97792" fmla="*/ 626380 w 2119654"/>
              <a:gd name="connsiteY97792" fmla="*/ 630871 h 2398711"/>
              <a:gd name="connsiteX97793" fmla="*/ 743348 w 2119654"/>
              <a:gd name="connsiteY97793" fmla="*/ 368495 h 2398711"/>
              <a:gd name="connsiteX97794" fmla="*/ 740210 w 2119654"/>
              <a:gd name="connsiteY97794" fmla="*/ 378189 h 2398711"/>
              <a:gd name="connsiteX97795" fmla="*/ 748491 w 2119654"/>
              <a:gd name="connsiteY97795" fmla="*/ 385589 h 2398711"/>
              <a:gd name="connsiteX97796" fmla="*/ 749738 w 2119654"/>
              <a:gd name="connsiteY97796" fmla="*/ 379775 h 2398711"/>
              <a:gd name="connsiteX97797" fmla="*/ 746999 w 2119654"/>
              <a:gd name="connsiteY97797" fmla="*/ 377069 h 2398711"/>
              <a:gd name="connsiteX97798" fmla="*/ 747281 w 2119654"/>
              <a:gd name="connsiteY97798" fmla="*/ 377099 h 2398711"/>
              <a:gd name="connsiteX97799" fmla="*/ 749759 w 2119654"/>
              <a:gd name="connsiteY97799" fmla="*/ 379549 h 2398711"/>
              <a:gd name="connsiteX97800" fmla="*/ 666260 w 2119654"/>
              <a:gd name="connsiteY97800" fmla="*/ 540736 h 2398711"/>
              <a:gd name="connsiteX97801" fmla="*/ 666102 w 2119654"/>
              <a:gd name="connsiteY97801" fmla="*/ 541220 h 2398711"/>
              <a:gd name="connsiteX97802" fmla="*/ 666238 w 2119654"/>
              <a:gd name="connsiteY97802" fmla="*/ 541317 h 2398711"/>
              <a:gd name="connsiteX97803" fmla="*/ 313955 w 2119654"/>
              <a:gd name="connsiteY97803" fmla="*/ 1329486 h 2398711"/>
              <a:gd name="connsiteX97804" fmla="*/ 314533 w 2119654"/>
              <a:gd name="connsiteY97804" fmla="*/ 1329995 h 2398711"/>
              <a:gd name="connsiteX97805" fmla="*/ 314367 w 2119654"/>
              <a:gd name="connsiteY97805" fmla="*/ 1329752 h 2398711"/>
              <a:gd name="connsiteX97806" fmla="*/ 279952 w 2119654"/>
              <a:gd name="connsiteY97806" fmla="*/ 1405602 h 2398711"/>
              <a:gd name="connsiteX97807" fmla="*/ 280110 w 2119654"/>
              <a:gd name="connsiteY97807" fmla="*/ 1406007 h 2398711"/>
              <a:gd name="connsiteX97808" fmla="*/ 282125 w 2119654"/>
              <a:gd name="connsiteY97808" fmla="*/ 1406863 h 2398711"/>
              <a:gd name="connsiteX97809" fmla="*/ 676164 w 2119654"/>
              <a:gd name="connsiteY97809" fmla="*/ 518215 h 2398711"/>
              <a:gd name="connsiteX97810" fmla="*/ 675987 w 2119654"/>
              <a:gd name="connsiteY97810" fmla="*/ 520068 h 2398711"/>
              <a:gd name="connsiteX97811" fmla="*/ 678769 w 2119654"/>
              <a:gd name="connsiteY97811" fmla="*/ 522163 h 2398711"/>
              <a:gd name="connsiteX97812" fmla="*/ 679216 w 2119654"/>
              <a:gd name="connsiteY97812" fmla="*/ 519858 h 2398711"/>
              <a:gd name="connsiteX97813" fmla="*/ 682920 w 2119654"/>
              <a:gd name="connsiteY97813" fmla="*/ 503021 h 2398711"/>
              <a:gd name="connsiteX97814" fmla="*/ 682885 w 2119654"/>
              <a:gd name="connsiteY97814" fmla="*/ 503205 h 2398711"/>
              <a:gd name="connsiteX97815" fmla="*/ 683354 w 2119654"/>
              <a:gd name="connsiteY97815" fmla="*/ 503455 h 2398711"/>
              <a:gd name="connsiteX97816" fmla="*/ 272951 w 2119654"/>
              <a:gd name="connsiteY97816" fmla="*/ 1420982 h 2398711"/>
              <a:gd name="connsiteX97817" fmla="*/ 284201 w 2119654"/>
              <a:gd name="connsiteY97817" fmla="*/ 1431045 h 2398711"/>
              <a:gd name="connsiteX97818" fmla="*/ 289367 w 2119654"/>
              <a:gd name="connsiteY97818" fmla="*/ 1434956 h 2398711"/>
              <a:gd name="connsiteX97819" fmla="*/ 286132 w 2119654"/>
              <a:gd name="connsiteY97819" fmla="*/ 1426649 h 2398711"/>
              <a:gd name="connsiteX97820" fmla="*/ 274847 w 2119654"/>
              <a:gd name="connsiteY97820" fmla="*/ 1419074 h 2398711"/>
              <a:gd name="connsiteX97821" fmla="*/ 684309 w 2119654"/>
              <a:gd name="connsiteY97821" fmla="*/ 499820 h 2398711"/>
              <a:gd name="connsiteX97822" fmla="*/ 684751 w 2119654"/>
              <a:gd name="connsiteY97822" fmla="*/ 502546 h 2398711"/>
              <a:gd name="connsiteX97823" fmla="*/ 687187 w 2119654"/>
              <a:gd name="connsiteY97823" fmla="*/ 494218 h 2398711"/>
              <a:gd name="connsiteX97824" fmla="*/ 638901 w 2119654"/>
              <a:gd name="connsiteY97824" fmla="*/ 601468 h 2398711"/>
              <a:gd name="connsiteX97825" fmla="*/ 638752 w 2119654"/>
              <a:gd name="connsiteY97825" fmla="*/ 602212 h 2398711"/>
              <a:gd name="connsiteX97826" fmla="*/ 639050 w 2119654"/>
              <a:gd name="connsiteY97826" fmla="*/ 602381 h 2398711"/>
              <a:gd name="connsiteX97827" fmla="*/ 681757 w 2119654"/>
              <a:gd name="connsiteY97827" fmla="*/ 505370 h 2398711"/>
              <a:gd name="connsiteX97828" fmla="*/ 681893 w 2119654"/>
              <a:gd name="connsiteY97828" fmla="*/ 506023 h 2398711"/>
              <a:gd name="connsiteX97829" fmla="*/ 681995 w 2119654"/>
              <a:gd name="connsiteY97829" fmla="*/ 505496 h 2398711"/>
              <a:gd name="connsiteX97830" fmla="*/ 683720 w 2119654"/>
              <a:gd name="connsiteY97830" fmla="*/ 500966 h 2398711"/>
              <a:gd name="connsiteX97831" fmla="*/ 683753 w 2119654"/>
              <a:gd name="connsiteY97831" fmla="*/ 502983 h 2398711"/>
              <a:gd name="connsiteX97832" fmla="*/ 684181 w 2119654"/>
              <a:gd name="connsiteY97832" fmla="*/ 503413 h 2398711"/>
              <a:gd name="connsiteX97833" fmla="*/ 683769 w 2119654"/>
              <a:gd name="connsiteY97833" fmla="*/ 500870 h 2398711"/>
              <a:gd name="connsiteX97834" fmla="*/ 683074 w 2119654"/>
              <a:gd name="connsiteY97834" fmla="*/ 502221 h 2398711"/>
              <a:gd name="connsiteX97835" fmla="*/ 683061 w 2119654"/>
              <a:gd name="connsiteY97835" fmla="*/ 502290 h 2398711"/>
              <a:gd name="connsiteX97836" fmla="*/ 683447 w 2119654"/>
              <a:gd name="connsiteY97836" fmla="*/ 502678 h 2398711"/>
              <a:gd name="connsiteX97837" fmla="*/ 683429 w 2119654"/>
              <a:gd name="connsiteY97837" fmla="*/ 501532 h 2398711"/>
              <a:gd name="connsiteX97838" fmla="*/ 236602 w 2119654"/>
              <a:gd name="connsiteY97838" fmla="*/ 1501916 h 2398711"/>
              <a:gd name="connsiteX97839" fmla="*/ 238936 w 2119654"/>
              <a:gd name="connsiteY97839" fmla="*/ 1505970 h 2398711"/>
              <a:gd name="connsiteX97840" fmla="*/ 240187 w 2119654"/>
              <a:gd name="connsiteY97840" fmla="*/ 1507866 h 2398711"/>
              <a:gd name="connsiteX97841" fmla="*/ 240797 w 2119654"/>
              <a:gd name="connsiteY97841" fmla="*/ 1508426 h 2398711"/>
              <a:gd name="connsiteX97842" fmla="*/ 246837 w 2119654"/>
              <a:gd name="connsiteY97842" fmla="*/ 1509007 h 2398711"/>
              <a:gd name="connsiteX97843" fmla="*/ 237639 w 2119654"/>
              <a:gd name="connsiteY97843" fmla="*/ 1502554 h 2398711"/>
              <a:gd name="connsiteX97844" fmla="*/ 766009 w 2119654"/>
              <a:gd name="connsiteY97844" fmla="*/ 316385 h 2398711"/>
              <a:gd name="connsiteX97845" fmla="*/ 765412 w 2119654"/>
              <a:gd name="connsiteY97845" fmla="*/ 320202 h 2398711"/>
              <a:gd name="connsiteX97846" fmla="*/ 770240 w 2119654"/>
              <a:gd name="connsiteY97846" fmla="*/ 327268 h 2398711"/>
              <a:gd name="connsiteX97847" fmla="*/ 783705 w 2119654"/>
              <a:gd name="connsiteY97847" fmla="*/ 348771 h 2398711"/>
              <a:gd name="connsiteX97848" fmla="*/ 784629 w 2119654"/>
              <a:gd name="connsiteY97848" fmla="*/ 344868 h 2398711"/>
              <a:gd name="connsiteX97849" fmla="*/ 775820 w 2119654"/>
              <a:gd name="connsiteY97849" fmla="*/ 335787 h 2398711"/>
              <a:gd name="connsiteX97850" fmla="*/ 776263 w 2119654"/>
              <a:gd name="connsiteY97850" fmla="*/ 335848 h 2398711"/>
              <a:gd name="connsiteX97851" fmla="*/ 784705 w 2119654"/>
              <a:gd name="connsiteY97851" fmla="*/ 344550 h 2398711"/>
              <a:gd name="connsiteX97852" fmla="*/ 785514 w 2119654"/>
              <a:gd name="connsiteY97852" fmla="*/ 341129 h 2398711"/>
              <a:gd name="connsiteX97853" fmla="*/ 785737 w 2119654"/>
              <a:gd name="connsiteY97853" fmla="*/ 340952 h 2398711"/>
              <a:gd name="connsiteX97854" fmla="*/ 784850 w 2119654"/>
              <a:gd name="connsiteY97854" fmla="*/ 344700 h 2398711"/>
              <a:gd name="connsiteX97855" fmla="*/ 792274 w 2119654"/>
              <a:gd name="connsiteY97855" fmla="*/ 352355 h 2398711"/>
              <a:gd name="connsiteX97856" fmla="*/ 794031 w 2119654"/>
              <a:gd name="connsiteY97856" fmla="*/ 342039 h 2398711"/>
              <a:gd name="connsiteX97857" fmla="*/ 794175 w 2119654"/>
              <a:gd name="connsiteY97857" fmla="*/ 341909 h 2398711"/>
              <a:gd name="connsiteX97858" fmla="*/ 792377 w 2119654"/>
              <a:gd name="connsiteY97858" fmla="*/ 352460 h 2398711"/>
              <a:gd name="connsiteX97859" fmla="*/ 794901 w 2119654"/>
              <a:gd name="connsiteY97859" fmla="*/ 355062 h 2398711"/>
              <a:gd name="connsiteX97860" fmla="*/ 794629 w 2119654"/>
              <a:gd name="connsiteY97860" fmla="*/ 347847 h 2398711"/>
              <a:gd name="connsiteX97861" fmla="*/ 794892 w 2119654"/>
              <a:gd name="connsiteY97861" fmla="*/ 347485 h 2398711"/>
              <a:gd name="connsiteX97862" fmla="*/ 795188 w 2119654"/>
              <a:gd name="connsiteY97862" fmla="*/ 355337 h 2398711"/>
              <a:gd name="connsiteX97863" fmla="*/ 796210 w 2119654"/>
              <a:gd name="connsiteY97863" fmla="*/ 341769 h 2398711"/>
              <a:gd name="connsiteX97864" fmla="*/ 725288 w 2119654"/>
              <a:gd name="connsiteY97864" fmla="*/ 407376 h 2398711"/>
              <a:gd name="connsiteX97865" fmla="*/ 725248 w 2119654"/>
              <a:gd name="connsiteY97865" fmla="*/ 407515 h 2398711"/>
              <a:gd name="connsiteX97866" fmla="*/ 724695 w 2119654"/>
              <a:gd name="connsiteY97866" fmla="*/ 410271 h 2398711"/>
              <a:gd name="connsiteX97867" fmla="*/ 727149 w 2119654"/>
              <a:gd name="connsiteY97867" fmla="*/ 411212 h 2398711"/>
              <a:gd name="connsiteX97868" fmla="*/ 727010 w 2119654"/>
              <a:gd name="connsiteY97868" fmla="*/ 408398 h 2398711"/>
              <a:gd name="connsiteX97869" fmla="*/ 227952 w 2119654"/>
              <a:gd name="connsiteY97869" fmla="*/ 1520997 h 2398711"/>
              <a:gd name="connsiteX97870" fmla="*/ 228891 w 2119654"/>
              <a:gd name="connsiteY97870" fmla="*/ 1522082 h 2398711"/>
              <a:gd name="connsiteX97871" fmla="*/ 233084 w 2119654"/>
              <a:gd name="connsiteY97871" fmla="*/ 1523570 h 2398711"/>
              <a:gd name="connsiteX97872" fmla="*/ 639467 w 2119654"/>
              <a:gd name="connsiteY97872" fmla="*/ 599298 h 2398711"/>
              <a:gd name="connsiteX97873" fmla="*/ 639987 w 2119654"/>
              <a:gd name="connsiteY97873" fmla="*/ 602479 h 2398711"/>
              <a:gd name="connsiteX97874" fmla="*/ 640635 w 2119654"/>
              <a:gd name="connsiteY97874" fmla="*/ 600249 h 2398711"/>
              <a:gd name="connsiteX97875" fmla="*/ 242873 w 2119654"/>
              <a:gd name="connsiteY97875" fmla="*/ 1487308 h 2398711"/>
              <a:gd name="connsiteX97876" fmla="*/ 253696 w 2119654"/>
              <a:gd name="connsiteY97876" fmla="*/ 1499249 h 2398711"/>
              <a:gd name="connsiteX97877" fmla="*/ 257461 w 2119654"/>
              <a:gd name="connsiteY97877" fmla="*/ 1503294 h 2398711"/>
              <a:gd name="connsiteX97878" fmla="*/ 259241 w 2119654"/>
              <a:gd name="connsiteY97878" fmla="*/ 1503764 h 2398711"/>
              <a:gd name="connsiteX97879" fmla="*/ 257534 w 2119654"/>
              <a:gd name="connsiteY97879" fmla="*/ 1501028 h 2398711"/>
              <a:gd name="connsiteX97880" fmla="*/ 256678 w 2119654"/>
              <a:gd name="connsiteY97880" fmla="*/ 1500975 h 2398711"/>
              <a:gd name="connsiteX97881" fmla="*/ 256454 w 2119654"/>
              <a:gd name="connsiteY97881" fmla="*/ 1500733 h 2398711"/>
              <a:gd name="connsiteX97882" fmla="*/ 257387 w 2119654"/>
              <a:gd name="connsiteY97882" fmla="*/ 1500793 h 2398711"/>
              <a:gd name="connsiteX97883" fmla="*/ 255953 w 2119654"/>
              <a:gd name="connsiteY97883" fmla="*/ 1498495 h 2398711"/>
              <a:gd name="connsiteX97884" fmla="*/ 254811 w 2119654"/>
              <a:gd name="connsiteY97884" fmla="*/ 1497178 h 2398711"/>
              <a:gd name="connsiteX97885" fmla="*/ 253675 w 2119654"/>
              <a:gd name="connsiteY97885" fmla="*/ 1495755 h 2398711"/>
              <a:gd name="connsiteX97886" fmla="*/ 694424 w 2119654"/>
              <a:gd name="connsiteY97886" fmla="*/ 476196 h 2398711"/>
              <a:gd name="connsiteX97887" fmla="*/ 694617 w 2119654"/>
              <a:gd name="connsiteY97887" fmla="*/ 478907 h 2398711"/>
              <a:gd name="connsiteX97888" fmla="*/ 694677 w 2119654"/>
              <a:gd name="connsiteY97888" fmla="*/ 478956 h 2398711"/>
              <a:gd name="connsiteX97889" fmla="*/ 695419 w 2119654"/>
              <a:gd name="connsiteY97889" fmla="*/ 477559 h 2398711"/>
              <a:gd name="connsiteX97890" fmla="*/ 695356 w 2119654"/>
              <a:gd name="connsiteY97890" fmla="*/ 477241 h 2398711"/>
              <a:gd name="connsiteX97891" fmla="*/ 300395 w 2119654"/>
              <a:gd name="connsiteY97891" fmla="*/ 1358431 h 2398711"/>
              <a:gd name="connsiteX97892" fmla="*/ 301800 w 2119654"/>
              <a:gd name="connsiteY97892" fmla="*/ 1361360 h 2398711"/>
              <a:gd name="connsiteX97893" fmla="*/ 303741 w 2119654"/>
              <a:gd name="connsiteY97893" fmla="*/ 1363937 h 2398711"/>
              <a:gd name="connsiteX97894" fmla="*/ 307158 w 2119654"/>
              <a:gd name="connsiteY97894" fmla="*/ 1365112 h 2398711"/>
              <a:gd name="connsiteX97895" fmla="*/ 306783 w 2119654"/>
              <a:gd name="connsiteY97895" fmla="*/ 1363802 h 2398711"/>
              <a:gd name="connsiteX97896" fmla="*/ 306122 w 2119654"/>
              <a:gd name="connsiteY97896" fmla="*/ 1363292 h 2398711"/>
              <a:gd name="connsiteX97897" fmla="*/ 302165 w 2119654"/>
              <a:gd name="connsiteY97897" fmla="*/ 1359402 h 2398711"/>
              <a:gd name="connsiteX97898" fmla="*/ 680672 w 2119654"/>
              <a:gd name="connsiteY97898" fmla="*/ 506898 h 2398711"/>
              <a:gd name="connsiteX97899" fmla="*/ 680897 w 2119654"/>
              <a:gd name="connsiteY97899" fmla="*/ 509413 h 2398711"/>
              <a:gd name="connsiteX97900" fmla="*/ 681205 w 2119654"/>
              <a:gd name="connsiteY97900" fmla="*/ 509578 h 2398711"/>
              <a:gd name="connsiteX97901" fmla="*/ 681556 w 2119654"/>
              <a:gd name="connsiteY97901" fmla="*/ 507764 h 2398711"/>
              <a:gd name="connsiteX97902" fmla="*/ 681170 w 2119654"/>
              <a:gd name="connsiteY97902" fmla="*/ 505929 h 2398711"/>
              <a:gd name="connsiteX97903" fmla="*/ 659178 w 2119654"/>
              <a:gd name="connsiteY97903" fmla="*/ 554970 h 2398711"/>
              <a:gd name="connsiteX97904" fmla="*/ 659076 w 2119654"/>
              <a:gd name="connsiteY97904" fmla="*/ 556156 h 2398711"/>
              <a:gd name="connsiteX97905" fmla="*/ 659182 w 2119654"/>
              <a:gd name="connsiteY97905" fmla="*/ 556258 h 2398711"/>
              <a:gd name="connsiteX97906" fmla="*/ 716264 w 2119654"/>
              <a:gd name="connsiteY97906" fmla="*/ 426982 h 2398711"/>
              <a:gd name="connsiteX97907" fmla="*/ 716284 w 2119654"/>
              <a:gd name="connsiteY97907" fmla="*/ 428019 h 2398711"/>
              <a:gd name="connsiteX97908" fmla="*/ 716337 w 2119654"/>
              <a:gd name="connsiteY97908" fmla="*/ 428085 h 2398711"/>
              <a:gd name="connsiteX97909" fmla="*/ 716550 w 2119654"/>
              <a:gd name="connsiteY97909" fmla="*/ 427335 h 2398711"/>
              <a:gd name="connsiteX97910" fmla="*/ 689982 w 2119654"/>
              <a:gd name="connsiteY97910" fmla="*/ 485818 h 2398711"/>
              <a:gd name="connsiteX97911" fmla="*/ 688692 w 2119654"/>
              <a:gd name="connsiteY97911" fmla="*/ 490230 h 2398711"/>
              <a:gd name="connsiteX97912" fmla="*/ 690581 w 2119654"/>
              <a:gd name="connsiteY97912" fmla="*/ 486672 h 2398711"/>
              <a:gd name="connsiteX97913" fmla="*/ 304232 w 2119654"/>
              <a:gd name="connsiteY97913" fmla="*/ 1349567 h 2398711"/>
              <a:gd name="connsiteX97914" fmla="*/ 304311 w 2119654"/>
              <a:gd name="connsiteY97914" fmla="*/ 1349847 h 2398711"/>
              <a:gd name="connsiteX97915" fmla="*/ 305575 w 2119654"/>
              <a:gd name="connsiteY97915" fmla="*/ 1352595 h 2398711"/>
              <a:gd name="connsiteX97916" fmla="*/ 306258 w 2119654"/>
              <a:gd name="connsiteY97916" fmla="*/ 1353217 h 2398711"/>
              <a:gd name="connsiteX97917" fmla="*/ 679708 w 2119654"/>
              <a:gd name="connsiteY97917" fmla="*/ 508775 h 2398711"/>
              <a:gd name="connsiteX97918" fmla="*/ 679771 w 2119654"/>
              <a:gd name="connsiteY97918" fmla="*/ 508809 h 2398711"/>
              <a:gd name="connsiteX97919" fmla="*/ 679764 w 2119654"/>
              <a:gd name="connsiteY97919" fmla="*/ 508665 h 2398711"/>
              <a:gd name="connsiteX97920" fmla="*/ 304456 w 2119654"/>
              <a:gd name="connsiteY97920" fmla="*/ 1348882 h 2398711"/>
              <a:gd name="connsiteX97921" fmla="*/ 307348 w 2119654"/>
              <a:gd name="connsiteY97921" fmla="*/ 1354088 h 2398711"/>
              <a:gd name="connsiteX97922" fmla="*/ 312021 w 2119654"/>
              <a:gd name="connsiteY97922" fmla="*/ 1357692 h 2398711"/>
              <a:gd name="connsiteX97923" fmla="*/ 310348 w 2119654"/>
              <a:gd name="connsiteY97923" fmla="*/ 1351848 h 2398711"/>
              <a:gd name="connsiteX97924" fmla="*/ 726043 w 2119654"/>
              <a:gd name="connsiteY97924" fmla="*/ 404722 h 2398711"/>
              <a:gd name="connsiteX97925" fmla="*/ 725348 w 2119654"/>
              <a:gd name="connsiteY97925" fmla="*/ 407163 h 2398711"/>
              <a:gd name="connsiteX97926" fmla="*/ 726996 w 2119654"/>
              <a:gd name="connsiteY97926" fmla="*/ 408111 h 2398711"/>
              <a:gd name="connsiteX97927" fmla="*/ 726869 w 2119654"/>
              <a:gd name="connsiteY97927" fmla="*/ 405541 h 2398711"/>
              <a:gd name="connsiteX97928" fmla="*/ 641479 w 2119654"/>
              <a:gd name="connsiteY97928" fmla="*/ 594027 h 2398711"/>
              <a:gd name="connsiteX97929" fmla="*/ 641479 w 2119654"/>
              <a:gd name="connsiteY97929" fmla="*/ 594071 h 2398711"/>
              <a:gd name="connsiteX97930" fmla="*/ 641877 w 2119654"/>
              <a:gd name="connsiteY97930" fmla="*/ 595974 h 2398711"/>
              <a:gd name="connsiteX97931" fmla="*/ 642038 w 2119654"/>
              <a:gd name="connsiteY97931" fmla="*/ 595418 h 2398711"/>
              <a:gd name="connsiteX97932" fmla="*/ 676414 w 2119654"/>
              <a:gd name="connsiteY97932" fmla="*/ 515586 h 2398711"/>
              <a:gd name="connsiteX97933" fmla="*/ 676239 w 2119654"/>
              <a:gd name="connsiteY97933" fmla="*/ 517424 h 2398711"/>
              <a:gd name="connsiteX97934" fmla="*/ 679388 w 2119654"/>
              <a:gd name="connsiteY97934" fmla="*/ 518960 h 2398711"/>
              <a:gd name="connsiteX97935" fmla="*/ 679644 w 2119654"/>
              <a:gd name="connsiteY97935" fmla="*/ 517640 h 2398711"/>
              <a:gd name="connsiteX97936" fmla="*/ 678456 w 2119654"/>
              <a:gd name="connsiteY97936" fmla="*/ 516368 h 2398711"/>
              <a:gd name="connsiteX97937" fmla="*/ 677753 w 2119654"/>
              <a:gd name="connsiteY97937" fmla="*/ 512579 h 2398711"/>
              <a:gd name="connsiteX97938" fmla="*/ 680011 w 2119654"/>
              <a:gd name="connsiteY97938" fmla="*/ 513685 h 2398711"/>
              <a:gd name="connsiteX97939" fmla="*/ 679905 w 2119654"/>
              <a:gd name="connsiteY97939" fmla="*/ 511536 h 2398711"/>
              <a:gd name="connsiteX97940" fmla="*/ 678718 w 2119654"/>
              <a:gd name="connsiteY97940" fmla="*/ 510702 h 2398711"/>
              <a:gd name="connsiteX97941" fmla="*/ 676995 w 2119654"/>
              <a:gd name="connsiteY97941" fmla="*/ 514054 h 2398711"/>
              <a:gd name="connsiteX97942" fmla="*/ 679296 w 2119654"/>
              <a:gd name="connsiteY97942" fmla="*/ 516520 h 2398711"/>
              <a:gd name="connsiteX97943" fmla="*/ 679822 w 2119654"/>
              <a:gd name="connsiteY97943" fmla="*/ 516723 h 2398711"/>
              <a:gd name="connsiteX97944" fmla="*/ 680092 w 2119654"/>
              <a:gd name="connsiteY97944" fmla="*/ 515326 h 2398711"/>
              <a:gd name="connsiteX97945" fmla="*/ 680028 w 2119654"/>
              <a:gd name="connsiteY97945" fmla="*/ 514023 h 2398711"/>
              <a:gd name="connsiteX97946" fmla="*/ 677618 w 2119654"/>
              <a:gd name="connsiteY97946" fmla="*/ 512841 h 2398711"/>
              <a:gd name="connsiteX97947" fmla="*/ 690720 w 2119654"/>
              <a:gd name="connsiteY97947" fmla="*/ 483297 h 2398711"/>
              <a:gd name="connsiteX97948" fmla="*/ 690361 w 2119654"/>
              <a:gd name="connsiteY97948" fmla="*/ 484525 h 2398711"/>
              <a:gd name="connsiteX97949" fmla="*/ 691134 w 2119654"/>
              <a:gd name="connsiteY97949" fmla="*/ 485630 h 2398711"/>
              <a:gd name="connsiteX97950" fmla="*/ 691953 w 2119654"/>
              <a:gd name="connsiteY97950" fmla="*/ 484087 h 2398711"/>
              <a:gd name="connsiteX97951" fmla="*/ 249559 w 2119654"/>
              <a:gd name="connsiteY97951" fmla="*/ 1471103 h 2398711"/>
              <a:gd name="connsiteX97952" fmla="*/ 264074 w 2119654"/>
              <a:gd name="connsiteY97952" fmla="*/ 1479399 h 2398711"/>
              <a:gd name="connsiteX97953" fmla="*/ 262159 w 2119654"/>
              <a:gd name="connsiteY97953" fmla="*/ 1475551 h 2398711"/>
              <a:gd name="connsiteX97954" fmla="*/ 271110 w 2119654"/>
              <a:gd name="connsiteY97954" fmla="*/ 1422836 h 2398711"/>
              <a:gd name="connsiteX97955" fmla="*/ 279421 w 2119654"/>
              <a:gd name="connsiteY97955" fmla="*/ 1431888 h 2398711"/>
              <a:gd name="connsiteX97956" fmla="*/ 286037 w 2119654"/>
              <a:gd name="connsiteY97956" fmla="*/ 1434441 h 2398711"/>
              <a:gd name="connsiteX97957" fmla="*/ 272357 w 2119654"/>
              <a:gd name="connsiteY97957" fmla="*/ 1422205 h 2398711"/>
              <a:gd name="connsiteX97958" fmla="*/ 272041 w 2119654"/>
              <a:gd name="connsiteY97958" fmla="*/ 1421899 h 2398711"/>
              <a:gd name="connsiteX97959" fmla="*/ 676462 w 2119654"/>
              <a:gd name="connsiteY97959" fmla="*/ 515091 h 2398711"/>
              <a:gd name="connsiteX97960" fmla="*/ 676431 w 2119654"/>
              <a:gd name="connsiteY97960" fmla="*/ 515419 h 2398711"/>
              <a:gd name="connsiteX97961" fmla="*/ 678205 w 2119654"/>
              <a:gd name="connsiteY97961" fmla="*/ 516102 h 2398711"/>
              <a:gd name="connsiteX97962" fmla="*/ 676746 w 2119654"/>
              <a:gd name="connsiteY97962" fmla="*/ 514538 h 2398711"/>
              <a:gd name="connsiteX97963" fmla="*/ 712496 w 2119654"/>
              <a:gd name="connsiteY97963" fmla="*/ 434233 h 2398711"/>
              <a:gd name="connsiteX97964" fmla="*/ 710743 w 2119654"/>
              <a:gd name="connsiteY97964" fmla="*/ 447916 h 2398711"/>
              <a:gd name="connsiteX97965" fmla="*/ 712027 w 2119654"/>
              <a:gd name="connsiteY97965" fmla="*/ 448682 h 2398711"/>
              <a:gd name="connsiteX97966" fmla="*/ 713880 w 2119654"/>
              <a:gd name="connsiteY97966" fmla="*/ 437009 h 2398711"/>
              <a:gd name="connsiteX97967" fmla="*/ 713763 w 2119654"/>
              <a:gd name="connsiteY97967" fmla="*/ 436406 h 2398711"/>
              <a:gd name="connsiteX97968" fmla="*/ 713545 w 2119654"/>
              <a:gd name="connsiteY97968" fmla="*/ 434974 h 2398711"/>
              <a:gd name="connsiteX97969" fmla="*/ 726714 w 2119654"/>
              <a:gd name="connsiteY97969" fmla="*/ 402371 h 2398711"/>
              <a:gd name="connsiteX97970" fmla="*/ 726208 w 2119654"/>
              <a:gd name="connsiteY97970" fmla="*/ 404145 h 2398711"/>
              <a:gd name="connsiteX97971" fmla="*/ 726832 w 2119654"/>
              <a:gd name="connsiteY97971" fmla="*/ 404764 h 2398711"/>
              <a:gd name="connsiteX97972" fmla="*/ 760971 w 2119654"/>
              <a:gd name="connsiteY97972" fmla="*/ 325593 h 2398711"/>
              <a:gd name="connsiteX97973" fmla="*/ 760612 w 2119654"/>
              <a:gd name="connsiteY97973" fmla="*/ 332226 h 2398711"/>
              <a:gd name="connsiteX97974" fmla="*/ 759717 w 2119654"/>
              <a:gd name="connsiteY97974" fmla="*/ 354287 h 2398711"/>
              <a:gd name="connsiteX97975" fmla="*/ 763604 w 2119654"/>
              <a:gd name="connsiteY97975" fmla="*/ 329448 h 2398711"/>
              <a:gd name="connsiteX97976" fmla="*/ 300025 w 2119654"/>
              <a:gd name="connsiteY97976" fmla="*/ 1357656 h 2398711"/>
              <a:gd name="connsiteX97977" fmla="*/ 300087 w 2119654"/>
              <a:gd name="connsiteY97977" fmla="*/ 1357786 h 2398711"/>
              <a:gd name="connsiteX97978" fmla="*/ 300772 w 2119654"/>
              <a:gd name="connsiteY97978" fmla="*/ 1358163 h 2398711"/>
              <a:gd name="connsiteX97979" fmla="*/ 694873 w 2119654"/>
              <a:gd name="connsiteY97979" fmla="*/ 473373 h 2398711"/>
              <a:gd name="connsiteX97980" fmla="*/ 694877 w 2119654"/>
              <a:gd name="connsiteY97980" fmla="*/ 473392 h 2398711"/>
              <a:gd name="connsiteX97981" fmla="*/ 696681 w 2119654"/>
              <a:gd name="connsiteY97981" fmla="*/ 475181 h 2398711"/>
              <a:gd name="connsiteX97982" fmla="*/ 697072 w 2119654"/>
              <a:gd name="connsiteY97982" fmla="*/ 474444 h 2398711"/>
              <a:gd name="connsiteX97983" fmla="*/ 296765 w 2119654"/>
              <a:gd name="connsiteY97983" fmla="*/ 1364740 h 2398711"/>
              <a:gd name="connsiteX97984" fmla="*/ 297546 w 2119654"/>
              <a:gd name="connsiteY97984" fmla="*/ 1365977 h 2398711"/>
              <a:gd name="connsiteX97985" fmla="*/ 300725 w 2119654"/>
              <a:gd name="connsiteY97985" fmla="*/ 1367719 h 2398711"/>
              <a:gd name="connsiteX97986" fmla="*/ 299853 w 2119654"/>
              <a:gd name="connsiteY97986" fmla="*/ 1366207 h 2398711"/>
              <a:gd name="connsiteX97987" fmla="*/ 674486 w 2119654"/>
              <a:gd name="connsiteY97987" fmla="*/ 518937 h 2398711"/>
              <a:gd name="connsiteX97988" fmla="*/ 675101 w 2119654"/>
              <a:gd name="connsiteY97988" fmla="*/ 519400 h 2398711"/>
              <a:gd name="connsiteX97989" fmla="*/ 675260 w 2119654"/>
              <a:gd name="connsiteY97989" fmla="*/ 517728 h 2398711"/>
              <a:gd name="connsiteX97990" fmla="*/ 675140 w 2119654"/>
              <a:gd name="connsiteY97990" fmla="*/ 517664 h 2398711"/>
              <a:gd name="connsiteX97991" fmla="*/ 691693 w 2119654"/>
              <a:gd name="connsiteY97991" fmla="*/ 479972 h 2398711"/>
              <a:gd name="connsiteX97992" fmla="*/ 690921 w 2119654"/>
              <a:gd name="connsiteY97992" fmla="*/ 482609 h 2398711"/>
              <a:gd name="connsiteX97993" fmla="*/ 691966 w 2119654"/>
              <a:gd name="connsiteY97993" fmla="*/ 483279 h 2398711"/>
              <a:gd name="connsiteX97994" fmla="*/ 672110 w 2119654"/>
              <a:gd name="connsiteY97994" fmla="*/ 523560 h 2398711"/>
              <a:gd name="connsiteX97995" fmla="*/ 674559 w 2119654"/>
              <a:gd name="connsiteY97995" fmla="*/ 525086 h 2398711"/>
              <a:gd name="connsiteX97996" fmla="*/ 675026 w 2119654"/>
              <a:gd name="connsiteY97996" fmla="*/ 520182 h 2398711"/>
              <a:gd name="connsiteX97997" fmla="*/ 674175 w 2119654"/>
              <a:gd name="connsiteY97997" fmla="*/ 519542 h 2398711"/>
              <a:gd name="connsiteX97998" fmla="*/ 671893 w 2119654"/>
              <a:gd name="connsiteY97998" fmla="*/ 523982 h 2398711"/>
              <a:gd name="connsiteX97999" fmla="*/ 674417 w 2119654"/>
              <a:gd name="connsiteY97999" fmla="*/ 526573 h 2398711"/>
              <a:gd name="connsiteX98000" fmla="*/ 674518 w 2119654"/>
              <a:gd name="connsiteY98000" fmla="*/ 525504 h 2398711"/>
              <a:gd name="connsiteX98001" fmla="*/ 671968 w 2119654"/>
              <a:gd name="connsiteY98001" fmla="*/ 523836 h 2398711"/>
              <a:gd name="connsiteX98002" fmla="*/ 671703 w 2119654"/>
              <a:gd name="connsiteY98002" fmla="*/ 524352 h 2398711"/>
              <a:gd name="connsiteX98003" fmla="*/ 671768 w 2119654"/>
              <a:gd name="connsiteY98003" fmla="*/ 525226 h 2398711"/>
              <a:gd name="connsiteX98004" fmla="*/ 674196 w 2119654"/>
              <a:gd name="connsiteY98004" fmla="*/ 528889 h 2398711"/>
              <a:gd name="connsiteX98005" fmla="*/ 674399 w 2119654"/>
              <a:gd name="connsiteY98005" fmla="*/ 526761 h 2398711"/>
              <a:gd name="connsiteX98006" fmla="*/ 671824 w 2119654"/>
              <a:gd name="connsiteY98006" fmla="*/ 524117 h 2398711"/>
              <a:gd name="connsiteX98007" fmla="*/ 680474 w 2119654"/>
              <a:gd name="connsiteY98007" fmla="*/ 504683 h 2398711"/>
              <a:gd name="connsiteX98008" fmla="*/ 680569 w 2119654"/>
              <a:gd name="connsiteY98008" fmla="*/ 505748 h 2398711"/>
              <a:gd name="connsiteX98009" fmla="*/ 680967 w 2119654"/>
              <a:gd name="connsiteY98009" fmla="*/ 504972 h 2398711"/>
              <a:gd name="connsiteX98010" fmla="*/ 680962 w 2119654"/>
              <a:gd name="connsiteY98010" fmla="*/ 504944 h 2398711"/>
              <a:gd name="connsiteX98011" fmla="*/ 204251 w 2119654"/>
              <a:gd name="connsiteY98011" fmla="*/ 1570985 h 2398711"/>
              <a:gd name="connsiteX98012" fmla="*/ 212804 w 2119654"/>
              <a:gd name="connsiteY98012" fmla="*/ 1575272 h 2398711"/>
              <a:gd name="connsiteX98013" fmla="*/ 210504 w 2119654"/>
              <a:gd name="connsiteY98013" fmla="*/ 1573192 h 2398711"/>
              <a:gd name="connsiteX98014" fmla="*/ 665889 w 2119654"/>
              <a:gd name="connsiteY98014" fmla="*/ 537171 h 2398711"/>
              <a:gd name="connsiteX98015" fmla="*/ 665617 w 2119654"/>
              <a:gd name="connsiteY98015" fmla="*/ 539335 h 2398711"/>
              <a:gd name="connsiteX98016" fmla="*/ 665618 w 2119654"/>
              <a:gd name="connsiteY98016" fmla="*/ 539528 h 2398711"/>
              <a:gd name="connsiteX98017" fmla="*/ 665693 w 2119654"/>
              <a:gd name="connsiteY98017" fmla="*/ 539812 h 2398711"/>
              <a:gd name="connsiteX98018" fmla="*/ 666323 w 2119654"/>
              <a:gd name="connsiteY98018" fmla="*/ 537892 h 2398711"/>
              <a:gd name="connsiteX98019" fmla="*/ 666299 w 2119654"/>
              <a:gd name="connsiteY98019" fmla="*/ 537790 h 2398711"/>
              <a:gd name="connsiteX98020" fmla="*/ 712768 w 2119654"/>
              <a:gd name="connsiteY98020" fmla="*/ 432111 h 2398711"/>
              <a:gd name="connsiteX98021" fmla="*/ 712592 w 2119654"/>
              <a:gd name="connsiteY98021" fmla="*/ 433485 h 2398711"/>
              <a:gd name="connsiteX98022" fmla="*/ 713405 w 2119654"/>
              <a:gd name="connsiteY98022" fmla="*/ 434060 h 2398711"/>
              <a:gd name="connsiteX98023" fmla="*/ 713148 w 2119654"/>
              <a:gd name="connsiteY98023" fmla="*/ 432379 h 2398711"/>
              <a:gd name="connsiteX98024" fmla="*/ 727985 w 2119654"/>
              <a:gd name="connsiteY98024" fmla="*/ 397903 h 2398711"/>
              <a:gd name="connsiteX98025" fmla="*/ 727349 w 2119654"/>
              <a:gd name="connsiteY98025" fmla="*/ 400136 h 2398711"/>
              <a:gd name="connsiteX98026" fmla="*/ 727617 w 2119654"/>
              <a:gd name="connsiteY98026" fmla="*/ 405542 h 2398711"/>
              <a:gd name="connsiteX98027" fmla="*/ 729986 w 2119654"/>
              <a:gd name="connsiteY98027" fmla="*/ 407893 h 2398711"/>
              <a:gd name="connsiteX98028" fmla="*/ 730934 w 2119654"/>
              <a:gd name="connsiteY98028" fmla="*/ 399081 h 2398711"/>
              <a:gd name="connsiteX98029" fmla="*/ 235627 w 2119654"/>
              <a:gd name="connsiteY98029" fmla="*/ 1500221 h 2398711"/>
              <a:gd name="connsiteX98030" fmla="*/ 235627 w 2119654"/>
              <a:gd name="connsiteY98030" fmla="*/ 1500222 h 2398711"/>
              <a:gd name="connsiteX98031" fmla="*/ 242687 w 2119654"/>
              <a:gd name="connsiteY98031" fmla="*/ 1505174 h 2398711"/>
              <a:gd name="connsiteX98032" fmla="*/ 249300 w 2119654"/>
              <a:gd name="connsiteY98032" fmla="*/ 1509244 h 2398711"/>
              <a:gd name="connsiteX98033" fmla="*/ 253139 w 2119654"/>
              <a:gd name="connsiteY98033" fmla="*/ 1509613 h 2398711"/>
              <a:gd name="connsiteX98034" fmla="*/ 250803 w 2119654"/>
              <a:gd name="connsiteY98034" fmla="*/ 1506195 h 2398711"/>
              <a:gd name="connsiteX98035" fmla="*/ 241880 w 2119654"/>
              <a:gd name="connsiteY98035" fmla="*/ 1486211 h 2398711"/>
              <a:gd name="connsiteX98036" fmla="*/ 241924 w 2119654"/>
              <a:gd name="connsiteY98036" fmla="*/ 1486260 h 2398711"/>
              <a:gd name="connsiteX98037" fmla="*/ 253026 w 2119654"/>
              <a:gd name="connsiteY98037" fmla="*/ 1494942 h 2398711"/>
              <a:gd name="connsiteX98038" fmla="*/ 251320 w 2119654"/>
              <a:gd name="connsiteY98038" fmla="*/ 1492808 h 2398711"/>
              <a:gd name="connsiteX98039" fmla="*/ 712830 w 2119654"/>
              <a:gd name="connsiteY98039" fmla="*/ 431632 h 2398711"/>
              <a:gd name="connsiteX98040" fmla="*/ 712817 w 2119654"/>
              <a:gd name="connsiteY98040" fmla="*/ 431733 h 2398711"/>
              <a:gd name="connsiteX98041" fmla="*/ 712937 w 2119654"/>
              <a:gd name="connsiteY98041" fmla="*/ 431818 h 2398711"/>
              <a:gd name="connsiteX98042" fmla="*/ 676719 w 2119654"/>
              <a:gd name="connsiteY98042" fmla="*/ 512401 h 2398711"/>
              <a:gd name="connsiteX98043" fmla="*/ 676620 w 2119654"/>
              <a:gd name="connsiteY98043" fmla="*/ 513435 h 2398711"/>
              <a:gd name="connsiteX98044" fmla="*/ 677064 w 2119654"/>
              <a:gd name="connsiteY98044" fmla="*/ 512571 h 2398711"/>
              <a:gd name="connsiteX98045" fmla="*/ 640547 w 2119654"/>
              <a:gd name="connsiteY98045" fmla="*/ 593263 h 2398711"/>
              <a:gd name="connsiteX98046" fmla="*/ 639792 w 2119654"/>
              <a:gd name="connsiteY98046" fmla="*/ 597030 h 2398711"/>
              <a:gd name="connsiteX98047" fmla="*/ 641196 w 2119654"/>
              <a:gd name="connsiteY98047" fmla="*/ 598307 h 2398711"/>
              <a:gd name="connsiteX98048" fmla="*/ 641218 w 2119654"/>
              <a:gd name="connsiteY98048" fmla="*/ 596463 h 2398711"/>
              <a:gd name="connsiteX98049" fmla="*/ 214951 w 2119654"/>
              <a:gd name="connsiteY98049" fmla="*/ 1546168 h 2398711"/>
              <a:gd name="connsiteX98050" fmla="*/ 215142 w 2119654"/>
              <a:gd name="connsiteY98050" fmla="*/ 1546285 h 2398711"/>
              <a:gd name="connsiteX98051" fmla="*/ 215110 w 2119654"/>
              <a:gd name="connsiteY98051" fmla="*/ 1546230 h 2398711"/>
              <a:gd name="connsiteX98052" fmla="*/ 265863 w 2119654"/>
              <a:gd name="connsiteY98052" fmla="*/ 1432099 h 2398711"/>
              <a:gd name="connsiteX98053" fmla="*/ 274891 w 2119654"/>
              <a:gd name="connsiteY98053" fmla="*/ 1450234 h 2398711"/>
              <a:gd name="connsiteX98054" fmla="*/ 278633 w 2119654"/>
              <a:gd name="connsiteY98054" fmla="*/ 1456750 h 2398711"/>
              <a:gd name="connsiteX98055" fmla="*/ 292865 w 2119654"/>
              <a:gd name="connsiteY98055" fmla="*/ 1462781 h 2398711"/>
              <a:gd name="connsiteX98056" fmla="*/ 284762 w 2119654"/>
              <a:gd name="connsiteY98056" fmla="*/ 1450630 h 2398711"/>
              <a:gd name="connsiteX98057" fmla="*/ 279057 w 2119654"/>
              <a:gd name="connsiteY98057" fmla="*/ 1444441 h 2398711"/>
              <a:gd name="connsiteX98058" fmla="*/ 279029 w 2119654"/>
              <a:gd name="connsiteY98058" fmla="*/ 1444089 h 2398711"/>
              <a:gd name="connsiteX98059" fmla="*/ 283985 w 2119654"/>
              <a:gd name="connsiteY98059" fmla="*/ 1449465 h 2398711"/>
              <a:gd name="connsiteX98060" fmla="*/ 277859 w 2119654"/>
              <a:gd name="connsiteY98060" fmla="*/ 1440280 h 2398711"/>
              <a:gd name="connsiteX98061" fmla="*/ 266623 w 2119654"/>
              <a:gd name="connsiteY98061" fmla="*/ 1432507 h 2398711"/>
              <a:gd name="connsiteX98062" fmla="*/ 299073 w 2119654"/>
              <a:gd name="connsiteY98062" fmla="*/ 1357705 h 2398711"/>
              <a:gd name="connsiteX98063" fmla="*/ 299125 w 2119654"/>
              <a:gd name="connsiteY98063" fmla="*/ 1357776 h 2398711"/>
              <a:gd name="connsiteX98064" fmla="*/ 299097 w 2119654"/>
              <a:gd name="connsiteY98064" fmla="*/ 1357718 h 2398711"/>
              <a:gd name="connsiteX98065" fmla="*/ 296244 w 2119654"/>
              <a:gd name="connsiteY98065" fmla="*/ 1363909 h 2398711"/>
              <a:gd name="connsiteX98066" fmla="*/ 296266 w 2119654"/>
              <a:gd name="connsiteY98066" fmla="*/ 1363950 h 2398711"/>
              <a:gd name="connsiteX98067" fmla="*/ 296436 w 2119654"/>
              <a:gd name="connsiteY98067" fmla="*/ 1364217 h 2398711"/>
              <a:gd name="connsiteX98068" fmla="*/ 299561 w 2119654"/>
              <a:gd name="connsiteY98068" fmla="*/ 1365702 h 2398711"/>
              <a:gd name="connsiteX98069" fmla="*/ 299389 w 2119654"/>
              <a:gd name="connsiteY98069" fmla="*/ 1365404 h 2398711"/>
              <a:gd name="connsiteX98070" fmla="*/ 673401 w 2119654"/>
              <a:gd name="connsiteY98070" fmla="*/ 518958 h 2398711"/>
              <a:gd name="connsiteX98071" fmla="*/ 672727 w 2119654"/>
              <a:gd name="connsiteY98071" fmla="*/ 521013 h 2398711"/>
              <a:gd name="connsiteX98072" fmla="*/ 673676 w 2119654"/>
              <a:gd name="connsiteY98072" fmla="*/ 519165 h 2398711"/>
              <a:gd name="connsiteX98073" fmla="*/ 268588 w 2119654"/>
              <a:gd name="connsiteY98073" fmla="*/ 1425374 h 2398711"/>
              <a:gd name="connsiteX98074" fmla="*/ 269282 w 2119654"/>
              <a:gd name="connsiteY98074" fmla="*/ 1426416 h 2398711"/>
              <a:gd name="connsiteX98075" fmla="*/ 278276 w 2119654"/>
              <a:gd name="connsiteY98075" fmla="*/ 1431446 h 2398711"/>
              <a:gd name="connsiteX98076" fmla="*/ 279112 w 2119654"/>
              <a:gd name="connsiteY98076" fmla="*/ 1431768 h 2398711"/>
              <a:gd name="connsiteX98077" fmla="*/ 271006 w 2119654"/>
              <a:gd name="connsiteY98077" fmla="*/ 1422941 h 2398711"/>
              <a:gd name="connsiteX98078" fmla="*/ 300169 w 2119654"/>
              <a:gd name="connsiteY98078" fmla="*/ 1354614 h 2398711"/>
              <a:gd name="connsiteX98079" fmla="*/ 304334 w 2119654"/>
              <a:gd name="connsiteY98079" fmla="*/ 1357827 h 2398711"/>
              <a:gd name="connsiteX98080" fmla="*/ 303731 w 2119654"/>
              <a:gd name="connsiteY98080" fmla="*/ 1356568 h 2398711"/>
              <a:gd name="connsiteX98081" fmla="*/ 750701 w 2119654"/>
              <a:gd name="connsiteY98081" fmla="*/ 345779 h 2398711"/>
              <a:gd name="connsiteX98082" fmla="*/ 744883 w 2119654"/>
              <a:gd name="connsiteY98082" fmla="*/ 363754 h 2398711"/>
              <a:gd name="connsiteX98083" fmla="*/ 749405 w 2119654"/>
              <a:gd name="connsiteY98083" fmla="*/ 369905 h 2398711"/>
              <a:gd name="connsiteX98084" fmla="*/ 751194 w 2119654"/>
              <a:gd name="connsiteY98084" fmla="*/ 372990 h 2398711"/>
              <a:gd name="connsiteX98085" fmla="*/ 752325 w 2119654"/>
              <a:gd name="connsiteY98085" fmla="*/ 367717 h 2398711"/>
              <a:gd name="connsiteX98086" fmla="*/ 752668 w 2119654"/>
              <a:gd name="connsiteY98086" fmla="*/ 367431 h 2398711"/>
              <a:gd name="connsiteX98087" fmla="*/ 751399 w 2119654"/>
              <a:gd name="connsiteY98087" fmla="*/ 373345 h 2398711"/>
              <a:gd name="connsiteX98088" fmla="*/ 752871 w 2119654"/>
              <a:gd name="connsiteY98088" fmla="*/ 375882 h 2398711"/>
              <a:gd name="connsiteX98089" fmla="*/ 752879 w 2119654"/>
              <a:gd name="connsiteY98089" fmla="*/ 363850 h 2398711"/>
              <a:gd name="connsiteX98090" fmla="*/ 748838 w 2119654"/>
              <a:gd name="connsiteY98090" fmla="*/ 359684 h 2398711"/>
              <a:gd name="connsiteX98091" fmla="*/ 749097 w 2119654"/>
              <a:gd name="connsiteY98091" fmla="*/ 359719 h 2398711"/>
              <a:gd name="connsiteX98092" fmla="*/ 752879 w 2119654"/>
              <a:gd name="connsiteY98092" fmla="*/ 363617 h 2398711"/>
              <a:gd name="connsiteX98093" fmla="*/ 752883 w 2119654"/>
              <a:gd name="connsiteY98093" fmla="*/ 357249 h 2398711"/>
              <a:gd name="connsiteX98094" fmla="*/ 753230 w 2119654"/>
              <a:gd name="connsiteY98094" fmla="*/ 348698 h 2398711"/>
              <a:gd name="connsiteX98095" fmla="*/ 694481 w 2119654"/>
              <a:gd name="connsiteY98095" fmla="*/ 471389 h 2398711"/>
              <a:gd name="connsiteX98096" fmla="*/ 694655 w 2119654"/>
              <a:gd name="connsiteY98096" fmla="*/ 472268 h 2398711"/>
              <a:gd name="connsiteX98097" fmla="*/ 696658 w 2119654"/>
              <a:gd name="connsiteY98097" fmla="*/ 473244 h 2398711"/>
              <a:gd name="connsiteX98098" fmla="*/ 696516 w 2119654"/>
              <a:gd name="connsiteY98098" fmla="*/ 472869 h 2398711"/>
              <a:gd name="connsiteX98099" fmla="*/ 252633 w 2119654"/>
              <a:gd name="connsiteY98099" fmla="*/ 1460724 h 2398711"/>
              <a:gd name="connsiteX98100" fmla="*/ 254491 w 2119654"/>
              <a:gd name="connsiteY98100" fmla="*/ 1462428 h 2398711"/>
              <a:gd name="connsiteX98101" fmla="*/ 255826 w 2119654"/>
              <a:gd name="connsiteY98101" fmla="*/ 1462828 h 2398711"/>
              <a:gd name="connsiteX98102" fmla="*/ 255260 w 2119654"/>
              <a:gd name="connsiteY98102" fmla="*/ 1461689 h 2398711"/>
              <a:gd name="connsiteX98103" fmla="*/ 674015 w 2119654"/>
              <a:gd name="connsiteY98103" fmla="*/ 517084 h 2398711"/>
              <a:gd name="connsiteX98104" fmla="*/ 673621 w 2119654"/>
              <a:gd name="connsiteY98104" fmla="*/ 518285 h 2398711"/>
              <a:gd name="connsiteX98105" fmla="*/ 673986 w 2119654"/>
              <a:gd name="connsiteY98105" fmla="*/ 518560 h 2398711"/>
              <a:gd name="connsiteX98106" fmla="*/ 674597 w 2119654"/>
              <a:gd name="connsiteY98106" fmla="*/ 517372 h 2398711"/>
              <a:gd name="connsiteX98107" fmla="*/ 674523 w 2119654"/>
              <a:gd name="connsiteY98107" fmla="*/ 517331 h 2398711"/>
              <a:gd name="connsiteX98108" fmla="*/ 268172 w 2119654"/>
              <a:gd name="connsiteY98108" fmla="*/ 1425793 h 2398711"/>
              <a:gd name="connsiteX98109" fmla="*/ 268500 w 2119654"/>
              <a:gd name="connsiteY98109" fmla="*/ 1425977 h 2398711"/>
              <a:gd name="connsiteX98110" fmla="*/ 268298 w 2119654"/>
              <a:gd name="connsiteY98110" fmla="*/ 1425666 h 2398711"/>
              <a:gd name="connsiteX98111" fmla="*/ 645435 w 2119654"/>
              <a:gd name="connsiteY98111" fmla="*/ 580986 h 2398711"/>
              <a:gd name="connsiteX98112" fmla="*/ 646043 w 2119654"/>
              <a:gd name="connsiteY98112" fmla="*/ 581631 h 2398711"/>
              <a:gd name="connsiteX98113" fmla="*/ 646547 w 2119654"/>
              <a:gd name="connsiteY98113" fmla="*/ 579895 h 2398711"/>
              <a:gd name="connsiteX98114" fmla="*/ 646710 w 2119654"/>
              <a:gd name="connsiteY98114" fmla="*/ 579096 h 2398711"/>
              <a:gd name="connsiteX98115" fmla="*/ 260265 w 2119654"/>
              <a:gd name="connsiteY98115" fmla="*/ 1443432 h 2398711"/>
              <a:gd name="connsiteX98116" fmla="*/ 265409 w 2119654"/>
              <a:gd name="connsiteY98116" fmla="*/ 1451145 h 2398711"/>
              <a:gd name="connsiteX98117" fmla="*/ 271759 w 2119654"/>
              <a:gd name="connsiteY98117" fmla="*/ 1453836 h 2398711"/>
              <a:gd name="connsiteX98118" fmla="*/ 271247 w 2119654"/>
              <a:gd name="connsiteY98118" fmla="*/ 1452806 h 2398711"/>
              <a:gd name="connsiteX98119" fmla="*/ 268813 w 2119654"/>
              <a:gd name="connsiteY98119" fmla="*/ 1450774 h 2398711"/>
              <a:gd name="connsiteX98120" fmla="*/ 720146 w 2119654"/>
              <a:gd name="connsiteY98120" fmla="*/ 413374 h 2398711"/>
              <a:gd name="connsiteX98121" fmla="*/ 720278 w 2119654"/>
              <a:gd name="connsiteY98121" fmla="*/ 414244 h 2398711"/>
              <a:gd name="connsiteX98122" fmla="*/ 720455 w 2119654"/>
              <a:gd name="connsiteY98122" fmla="*/ 413622 h 2398711"/>
              <a:gd name="connsiteX98123" fmla="*/ 245356 w 2119654"/>
              <a:gd name="connsiteY98123" fmla="*/ 1476497 h 2398711"/>
              <a:gd name="connsiteX98124" fmla="*/ 250204 w 2119654"/>
              <a:gd name="connsiteY98124" fmla="*/ 1482366 h 2398711"/>
              <a:gd name="connsiteX98125" fmla="*/ 268340 w 2119654"/>
              <a:gd name="connsiteY98125" fmla="*/ 1492422 h 2398711"/>
              <a:gd name="connsiteX98126" fmla="*/ 260878 w 2119654"/>
              <a:gd name="connsiteY98126" fmla="*/ 1486400 h 2398711"/>
              <a:gd name="connsiteX98127" fmla="*/ 257252 w 2119654"/>
              <a:gd name="connsiteY98127" fmla="*/ 1484242 h 2398711"/>
              <a:gd name="connsiteX98128" fmla="*/ 767394 w 2119654"/>
              <a:gd name="connsiteY98128" fmla="*/ 307535 h 2398711"/>
              <a:gd name="connsiteX98129" fmla="*/ 766050 w 2119654"/>
              <a:gd name="connsiteY98129" fmla="*/ 316129 h 2398711"/>
              <a:gd name="connsiteX98130" fmla="*/ 773830 w 2119654"/>
              <a:gd name="connsiteY98130" fmla="*/ 322494 h 2398711"/>
              <a:gd name="connsiteX98131" fmla="*/ 796243 w 2119654"/>
              <a:gd name="connsiteY98131" fmla="*/ 341331 h 2398711"/>
              <a:gd name="connsiteX98132" fmla="*/ 796692 w 2119654"/>
              <a:gd name="connsiteY98132" fmla="*/ 335361 h 2398711"/>
              <a:gd name="connsiteX98133" fmla="*/ 792724 w 2119654"/>
              <a:gd name="connsiteY98133" fmla="*/ 330310 h 2398711"/>
              <a:gd name="connsiteX98134" fmla="*/ 768197 w 2119654"/>
              <a:gd name="connsiteY98134" fmla="*/ 308160 h 2398711"/>
              <a:gd name="connsiteX98135" fmla="*/ 291198 w 2119654"/>
              <a:gd name="connsiteY98135" fmla="*/ 1373807 h 2398711"/>
              <a:gd name="connsiteX98136" fmla="*/ 291405 w 2119654"/>
              <a:gd name="connsiteY98136" fmla="*/ 1374172 h 2398711"/>
              <a:gd name="connsiteX98137" fmla="*/ 292493 w 2119654"/>
              <a:gd name="connsiteY98137" fmla="*/ 1374440 h 2398711"/>
              <a:gd name="connsiteX98138" fmla="*/ 694201 w 2119654"/>
              <a:gd name="connsiteY98138" fmla="*/ 471398 h 2398711"/>
              <a:gd name="connsiteX98139" fmla="*/ 694109 w 2119654"/>
              <a:gd name="connsiteY98139" fmla="*/ 471714 h 2398711"/>
              <a:gd name="connsiteX98140" fmla="*/ 694130 w 2119654"/>
              <a:gd name="connsiteY98140" fmla="*/ 472011 h 2398711"/>
              <a:gd name="connsiteX98141" fmla="*/ 694343 w 2119654"/>
              <a:gd name="connsiteY98141" fmla="*/ 472115 h 2398711"/>
              <a:gd name="connsiteX98142" fmla="*/ 284226 w 2119654"/>
              <a:gd name="connsiteY98142" fmla="*/ 1389358 h 2398711"/>
              <a:gd name="connsiteX98143" fmla="*/ 286738 w 2119654"/>
              <a:gd name="connsiteY98143" fmla="*/ 1392982 h 2398711"/>
              <a:gd name="connsiteX98144" fmla="*/ 287857 w 2119654"/>
              <a:gd name="connsiteY98144" fmla="*/ 1393630 h 2398711"/>
              <a:gd name="connsiteX98145" fmla="*/ 674719 w 2119654"/>
              <a:gd name="connsiteY98145" fmla="*/ 514936 h 2398711"/>
              <a:gd name="connsiteX98146" fmla="*/ 674226 w 2119654"/>
              <a:gd name="connsiteY98146" fmla="*/ 516442 h 2398711"/>
              <a:gd name="connsiteX98147" fmla="*/ 674905 w 2119654"/>
              <a:gd name="connsiteY98147" fmla="*/ 516773 h 2398711"/>
              <a:gd name="connsiteX98148" fmla="*/ 675453 w 2119654"/>
              <a:gd name="connsiteY98148" fmla="*/ 515706 h 2398711"/>
              <a:gd name="connsiteX98149" fmla="*/ 675498 w 2119654"/>
              <a:gd name="connsiteY98149" fmla="*/ 515235 h 2398711"/>
              <a:gd name="connsiteX98150" fmla="*/ 257700 w 2119654"/>
              <a:gd name="connsiteY98150" fmla="*/ 1448684 h 2398711"/>
              <a:gd name="connsiteX98151" fmla="*/ 259467 w 2119654"/>
              <a:gd name="connsiteY98151" fmla="*/ 1451343 h 2398711"/>
              <a:gd name="connsiteX98152" fmla="*/ 261296 w 2119654"/>
              <a:gd name="connsiteY98152" fmla="*/ 1452727 h 2398711"/>
              <a:gd name="connsiteX98153" fmla="*/ 268193 w 2119654"/>
              <a:gd name="connsiteY98153" fmla="*/ 1456551 h 2398711"/>
              <a:gd name="connsiteX98154" fmla="*/ 267446 w 2119654"/>
              <a:gd name="connsiteY98154" fmla="*/ 1455399 h 2398711"/>
              <a:gd name="connsiteX98155" fmla="*/ 676987 w 2119654"/>
              <a:gd name="connsiteY98155" fmla="*/ 509599 h 2398711"/>
              <a:gd name="connsiteX98156" fmla="*/ 676749 w 2119654"/>
              <a:gd name="connsiteY98156" fmla="*/ 512087 h 2398711"/>
              <a:gd name="connsiteX98157" fmla="*/ 677199 w 2119654"/>
              <a:gd name="connsiteY98157" fmla="*/ 512308 h 2398711"/>
              <a:gd name="connsiteX98158" fmla="*/ 678209 w 2119654"/>
              <a:gd name="connsiteY98158" fmla="*/ 510343 h 2398711"/>
              <a:gd name="connsiteX98159" fmla="*/ 677687 w 2119654"/>
              <a:gd name="connsiteY98159" fmla="*/ 509976 h 2398711"/>
              <a:gd name="connsiteX98160" fmla="*/ 680834 w 2119654"/>
              <a:gd name="connsiteY98160" fmla="*/ 500930 h 2398711"/>
              <a:gd name="connsiteX98161" fmla="*/ 681133 w 2119654"/>
              <a:gd name="connsiteY98161" fmla="*/ 502368 h 2398711"/>
              <a:gd name="connsiteX98162" fmla="*/ 682087 w 2119654"/>
              <a:gd name="connsiteY98162" fmla="*/ 502793 h 2398711"/>
              <a:gd name="connsiteX98163" fmla="*/ 682293 w 2119654"/>
              <a:gd name="connsiteY98163" fmla="*/ 502392 h 2398711"/>
              <a:gd name="connsiteX98164" fmla="*/ 685233 w 2119654"/>
              <a:gd name="connsiteY98164" fmla="*/ 491064 h 2398711"/>
              <a:gd name="connsiteX98165" fmla="*/ 683958 w 2119654"/>
              <a:gd name="connsiteY98165" fmla="*/ 497657 h 2398711"/>
              <a:gd name="connsiteX98166" fmla="*/ 684143 w 2119654"/>
              <a:gd name="connsiteY98166" fmla="*/ 498799 h 2398711"/>
              <a:gd name="connsiteX98167" fmla="*/ 687226 w 2119654"/>
              <a:gd name="connsiteY98167" fmla="*/ 492993 h 2398711"/>
              <a:gd name="connsiteX98168" fmla="*/ 685219 w 2119654"/>
              <a:gd name="connsiteY98168" fmla="*/ 492043 h 2398711"/>
              <a:gd name="connsiteX98169" fmla="*/ 685376 w 2119654"/>
              <a:gd name="connsiteY98169" fmla="*/ 492007 h 2398711"/>
              <a:gd name="connsiteX98170" fmla="*/ 687273 w 2119654"/>
              <a:gd name="connsiteY98170" fmla="*/ 492904 h 2398711"/>
              <a:gd name="connsiteX98171" fmla="*/ 687426 w 2119654"/>
              <a:gd name="connsiteY98171" fmla="*/ 492615 h 2398711"/>
              <a:gd name="connsiteX98172" fmla="*/ 714371 w 2119654"/>
              <a:gd name="connsiteY98172" fmla="*/ 425660 h 2398711"/>
              <a:gd name="connsiteX98173" fmla="*/ 716119 w 2119654"/>
              <a:gd name="connsiteY98173" fmla="*/ 427817 h 2398711"/>
              <a:gd name="connsiteX98174" fmla="*/ 716099 w 2119654"/>
              <a:gd name="connsiteY98174" fmla="*/ 426780 h 2398711"/>
              <a:gd name="connsiteX98175" fmla="*/ 715957 w 2119654"/>
              <a:gd name="connsiteY98175" fmla="*/ 426606 h 2398711"/>
              <a:gd name="connsiteX98176" fmla="*/ 675343 w 2119654"/>
              <a:gd name="connsiteY98176" fmla="*/ 513034 h 2398711"/>
              <a:gd name="connsiteX98177" fmla="*/ 674770 w 2119654"/>
              <a:gd name="connsiteY98177" fmla="*/ 514782 h 2398711"/>
              <a:gd name="connsiteX98178" fmla="*/ 675514 w 2119654"/>
              <a:gd name="connsiteY98178" fmla="*/ 515068 h 2398711"/>
              <a:gd name="connsiteX98179" fmla="*/ 675674 w 2119654"/>
              <a:gd name="connsiteY98179" fmla="*/ 513389 h 2398711"/>
              <a:gd name="connsiteX98180" fmla="*/ 644132 w 2119654"/>
              <a:gd name="connsiteY98180" fmla="*/ 582915 h 2398711"/>
              <a:gd name="connsiteX98181" fmla="*/ 645237 w 2119654"/>
              <a:gd name="connsiteY98181" fmla="*/ 584404 h 2398711"/>
              <a:gd name="connsiteX98182" fmla="*/ 645927 w 2119654"/>
              <a:gd name="connsiteY98182" fmla="*/ 582029 h 2398711"/>
              <a:gd name="connsiteX98183" fmla="*/ 645229 w 2119654"/>
              <a:gd name="connsiteY98183" fmla="*/ 581291 h 2398711"/>
              <a:gd name="connsiteX98184" fmla="*/ 658096 w 2119654"/>
              <a:gd name="connsiteY98184" fmla="*/ 551547 h 2398711"/>
              <a:gd name="connsiteX98185" fmla="*/ 658119 w 2119654"/>
              <a:gd name="connsiteY98185" fmla="*/ 551664 h 2398711"/>
              <a:gd name="connsiteX98186" fmla="*/ 658499 w 2119654"/>
              <a:gd name="connsiteY98186" fmla="*/ 551798 h 2398711"/>
              <a:gd name="connsiteX98187" fmla="*/ 658500 w 2119654"/>
              <a:gd name="connsiteY98187" fmla="*/ 551787 h 2398711"/>
              <a:gd name="connsiteX98188" fmla="*/ 694865 w 2119654"/>
              <a:gd name="connsiteY98188" fmla="*/ 469130 h 2398711"/>
              <a:gd name="connsiteX98189" fmla="*/ 694499 w 2119654"/>
              <a:gd name="connsiteY98189" fmla="*/ 470379 h 2398711"/>
              <a:gd name="connsiteX98190" fmla="*/ 695981 w 2119654"/>
              <a:gd name="connsiteY98190" fmla="*/ 471458 h 2398711"/>
              <a:gd name="connsiteX98191" fmla="*/ 695193 w 2119654"/>
              <a:gd name="connsiteY98191" fmla="*/ 469376 h 2398711"/>
              <a:gd name="connsiteX98192" fmla="*/ 303222 w 2119654"/>
              <a:gd name="connsiteY98192" fmla="*/ 1346044 h 2398711"/>
              <a:gd name="connsiteX98193" fmla="*/ 303585 w 2119654"/>
              <a:gd name="connsiteY98193" fmla="*/ 1347315 h 2398711"/>
              <a:gd name="connsiteX98194" fmla="*/ 304214 w 2119654"/>
              <a:gd name="connsiteY98194" fmla="*/ 1348447 h 2398711"/>
              <a:gd name="connsiteX98195" fmla="*/ 309098 w 2119654"/>
              <a:gd name="connsiteY98195" fmla="*/ 1350905 h 2398711"/>
              <a:gd name="connsiteX98196" fmla="*/ 310235 w 2119654"/>
              <a:gd name="connsiteY98196" fmla="*/ 1351455 h 2398711"/>
              <a:gd name="connsiteX98197" fmla="*/ 309710 w 2119654"/>
              <a:gd name="connsiteY98197" fmla="*/ 1349619 h 2398711"/>
              <a:gd name="connsiteX98198" fmla="*/ 303280 w 2119654"/>
              <a:gd name="connsiteY98198" fmla="*/ 1346089 h 2398711"/>
              <a:gd name="connsiteX98199" fmla="*/ 675713 w 2119654"/>
              <a:gd name="connsiteY98199" fmla="*/ 511907 h 2398711"/>
              <a:gd name="connsiteX98200" fmla="*/ 675524 w 2119654"/>
              <a:gd name="connsiteY98200" fmla="*/ 512481 h 2398711"/>
              <a:gd name="connsiteX98201" fmla="*/ 675739 w 2119654"/>
              <a:gd name="connsiteY98201" fmla="*/ 512709 h 2398711"/>
              <a:gd name="connsiteX98202" fmla="*/ 675811 w 2119654"/>
              <a:gd name="connsiteY98202" fmla="*/ 511955 h 2398711"/>
              <a:gd name="connsiteX98203" fmla="*/ 675858 w 2119654"/>
              <a:gd name="connsiteY98203" fmla="*/ 511464 h 2398711"/>
              <a:gd name="connsiteX98204" fmla="*/ 675805 w 2119654"/>
              <a:gd name="connsiteY98204" fmla="*/ 511624 h 2398711"/>
              <a:gd name="connsiteX98205" fmla="*/ 675841 w 2119654"/>
              <a:gd name="connsiteY98205" fmla="*/ 511641 h 2398711"/>
              <a:gd name="connsiteX98206" fmla="*/ 657998 w 2119654"/>
              <a:gd name="connsiteY98206" fmla="*/ 551030 h 2398711"/>
              <a:gd name="connsiteX98207" fmla="*/ 658061 w 2119654"/>
              <a:gd name="connsiteY98207" fmla="*/ 551357 h 2398711"/>
              <a:gd name="connsiteX98208" fmla="*/ 658514 w 2119654"/>
              <a:gd name="connsiteY98208" fmla="*/ 551626 h 2398711"/>
              <a:gd name="connsiteX98209" fmla="*/ 658679 w 2119654"/>
              <a:gd name="connsiteY98209" fmla="*/ 549704 h 2398711"/>
              <a:gd name="connsiteX98210" fmla="*/ 753717 w 2119654"/>
              <a:gd name="connsiteY98210" fmla="*/ 336673 h 2398711"/>
              <a:gd name="connsiteX98211" fmla="*/ 752147 w 2119654"/>
              <a:gd name="connsiteY98211" fmla="*/ 341312 h 2398711"/>
              <a:gd name="connsiteX98212" fmla="*/ 750819 w 2119654"/>
              <a:gd name="connsiteY98212" fmla="*/ 345410 h 2398711"/>
              <a:gd name="connsiteX98213" fmla="*/ 752048 w 2119654"/>
              <a:gd name="connsiteY98213" fmla="*/ 346789 h 2398711"/>
              <a:gd name="connsiteX98214" fmla="*/ 753250 w 2119654"/>
              <a:gd name="connsiteY98214" fmla="*/ 348177 h 2398711"/>
              <a:gd name="connsiteX98215" fmla="*/ 281363 w 2119654"/>
              <a:gd name="connsiteY98215" fmla="*/ 1394294 h 2398711"/>
              <a:gd name="connsiteX98216" fmla="*/ 281819 w 2119654"/>
              <a:gd name="connsiteY98216" fmla="*/ 1395463 h 2398711"/>
              <a:gd name="connsiteX98217" fmla="*/ 287636 w 2119654"/>
              <a:gd name="connsiteY98217" fmla="*/ 1400062 h 2398711"/>
              <a:gd name="connsiteX98218" fmla="*/ 288062 w 2119654"/>
              <a:gd name="connsiteY98218" fmla="*/ 1400366 h 2398711"/>
              <a:gd name="connsiteX98219" fmla="*/ 287884 w 2119654"/>
              <a:gd name="connsiteY98219" fmla="*/ 1400097 h 2398711"/>
              <a:gd name="connsiteX98220" fmla="*/ 282974 w 2119654"/>
              <a:gd name="connsiteY98220" fmla="*/ 1395228 h 2398711"/>
              <a:gd name="connsiteX98221" fmla="*/ 285027 w 2119654"/>
              <a:gd name="connsiteY98221" fmla="*/ 1386031 h 2398711"/>
              <a:gd name="connsiteX98222" fmla="*/ 285886 w 2119654"/>
              <a:gd name="connsiteY98222" fmla="*/ 1387328 h 2398711"/>
              <a:gd name="connsiteX98223" fmla="*/ 293819 w 2119654"/>
              <a:gd name="connsiteY98223" fmla="*/ 1394120 h 2398711"/>
              <a:gd name="connsiteX98224" fmla="*/ 290302 w 2119654"/>
              <a:gd name="connsiteY98224" fmla="*/ 1388359 h 2398711"/>
              <a:gd name="connsiteX98225" fmla="*/ 680154 w 2119654"/>
              <a:gd name="connsiteY98225" fmla="*/ 501106 h 2398711"/>
              <a:gd name="connsiteX98226" fmla="*/ 680231 w 2119654"/>
              <a:gd name="connsiteY98226" fmla="*/ 501967 h 2398711"/>
              <a:gd name="connsiteX98227" fmla="*/ 680346 w 2119654"/>
              <a:gd name="connsiteY98227" fmla="*/ 502019 h 2398711"/>
              <a:gd name="connsiteX98228" fmla="*/ 685693 w 2119654"/>
              <a:gd name="connsiteY98228" fmla="*/ 488688 h 2398711"/>
              <a:gd name="connsiteX98229" fmla="*/ 685336 w 2119654"/>
              <a:gd name="connsiteY98229" fmla="*/ 490529 h 2398711"/>
              <a:gd name="connsiteX98230" fmla="*/ 687661 w 2119654"/>
              <a:gd name="connsiteY98230" fmla="*/ 492172 h 2398711"/>
              <a:gd name="connsiteX98231" fmla="*/ 687940 w 2119654"/>
              <a:gd name="connsiteY98231" fmla="*/ 491646 h 2398711"/>
              <a:gd name="connsiteX98232" fmla="*/ 688119 w 2119654"/>
              <a:gd name="connsiteY98232" fmla="*/ 491033 h 2398711"/>
              <a:gd name="connsiteX98233" fmla="*/ 734682 w 2119654"/>
              <a:gd name="connsiteY98233" fmla="*/ 378729 h 2398711"/>
              <a:gd name="connsiteX98234" fmla="*/ 732520 w 2119654"/>
              <a:gd name="connsiteY98234" fmla="*/ 398827 h 2398711"/>
              <a:gd name="connsiteX98235" fmla="*/ 733084 w 2119654"/>
              <a:gd name="connsiteY98235" fmla="*/ 399051 h 2398711"/>
              <a:gd name="connsiteX98236" fmla="*/ 738567 w 2119654"/>
              <a:gd name="connsiteY98236" fmla="*/ 382109 h 2398711"/>
              <a:gd name="connsiteX98237" fmla="*/ 298061 w 2119654"/>
              <a:gd name="connsiteY98237" fmla="*/ 1356326 h 2398711"/>
              <a:gd name="connsiteX98238" fmla="*/ 298490 w 2119654"/>
              <a:gd name="connsiteY98238" fmla="*/ 1356910 h 2398711"/>
              <a:gd name="connsiteX98239" fmla="*/ 298789 w 2119654"/>
              <a:gd name="connsiteY98239" fmla="*/ 1357074 h 2398711"/>
              <a:gd name="connsiteX98240" fmla="*/ 298608 w 2119654"/>
              <a:gd name="connsiteY98240" fmla="*/ 1356696 h 2398711"/>
              <a:gd name="connsiteX98241" fmla="*/ 688504 w 2119654"/>
              <a:gd name="connsiteY98241" fmla="*/ 481875 h 2398711"/>
              <a:gd name="connsiteX98242" fmla="*/ 690122 w 2119654"/>
              <a:gd name="connsiteY98242" fmla="*/ 484184 h 2398711"/>
              <a:gd name="connsiteX98243" fmla="*/ 690436 w 2119654"/>
              <a:gd name="connsiteY98243" fmla="*/ 483114 h 2398711"/>
              <a:gd name="connsiteX98244" fmla="*/ 716127 w 2119654"/>
              <a:gd name="connsiteY98244" fmla="*/ 419760 h 2398711"/>
              <a:gd name="connsiteX98245" fmla="*/ 716242 w 2119654"/>
              <a:gd name="connsiteY98245" fmla="*/ 425814 h 2398711"/>
              <a:gd name="connsiteX98246" fmla="*/ 716876 w 2119654"/>
              <a:gd name="connsiteY98246" fmla="*/ 426192 h 2398711"/>
              <a:gd name="connsiteX98247" fmla="*/ 718304 w 2119654"/>
              <a:gd name="connsiteY98247" fmla="*/ 421178 h 2398711"/>
              <a:gd name="connsiteX98248" fmla="*/ 207487 w 2119654"/>
              <a:gd name="connsiteY98248" fmla="*/ 1558642 h 2398711"/>
              <a:gd name="connsiteX98249" fmla="*/ 224798 w 2119654"/>
              <a:gd name="connsiteY98249" fmla="*/ 1576969 h 2398711"/>
              <a:gd name="connsiteX98250" fmla="*/ 234442 w 2119654"/>
              <a:gd name="connsiteY98250" fmla="*/ 1579828 h 2398711"/>
              <a:gd name="connsiteX98251" fmla="*/ 226294 w 2119654"/>
              <a:gd name="connsiteY98251" fmla="*/ 1565668 h 2398711"/>
              <a:gd name="connsiteX98252" fmla="*/ 215296 w 2119654"/>
              <a:gd name="connsiteY98252" fmla="*/ 1561098 h 2398711"/>
              <a:gd name="connsiteX98253" fmla="*/ 713649 w 2119654"/>
              <a:gd name="connsiteY98253" fmla="*/ 425240 h 2398711"/>
              <a:gd name="connsiteX98254" fmla="*/ 713404 w 2119654"/>
              <a:gd name="connsiteY98254" fmla="*/ 427161 h 2398711"/>
              <a:gd name="connsiteX98255" fmla="*/ 715720 w 2119654"/>
              <a:gd name="connsiteY98255" fmla="*/ 430251 h 2398711"/>
              <a:gd name="connsiteX98256" fmla="*/ 716137 w 2119654"/>
              <a:gd name="connsiteY98256" fmla="*/ 428785 h 2398711"/>
              <a:gd name="connsiteX98257" fmla="*/ 716128 w 2119654"/>
              <a:gd name="connsiteY98257" fmla="*/ 428297 h 2398711"/>
              <a:gd name="connsiteX98258" fmla="*/ 636838 w 2119654"/>
              <a:gd name="connsiteY98258" fmla="*/ 597155 h 2398711"/>
              <a:gd name="connsiteX98259" fmla="*/ 636643 w 2119654"/>
              <a:gd name="connsiteY98259" fmla="*/ 598004 h 2398711"/>
              <a:gd name="connsiteX98260" fmla="*/ 638238 w 2119654"/>
              <a:gd name="connsiteY98260" fmla="*/ 601639 h 2398711"/>
              <a:gd name="connsiteX98261" fmla="*/ 638619 w 2119654"/>
              <a:gd name="connsiteY98261" fmla="*/ 599739 h 2398711"/>
              <a:gd name="connsiteX98262" fmla="*/ 638405 w 2119654"/>
              <a:gd name="connsiteY98262" fmla="*/ 598433 h 2398711"/>
              <a:gd name="connsiteX98263" fmla="*/ 294475 w 2119654"/>
              <a:gd name="connsiteY98263" fmla="*/ 1363652 h 2398711"/>
              <a:gd name="connsiteX98264" fmla="*/ 296181 w 2119654"/>
              <a:gd name="connsiteY98264" fmla="*/ 1368444 h 2398711"/>
              <a:gd name="connsiteX98265" fmla="*/ 300989 w 2119654"/>
              <a:gd name="connsiteY98265" fmla="*/ 1373200 h 2398711"/>
              <a:gd name="connsiteX98266" fmla="*/ 296728 w 2119654"/>
              <a:gd name="connsiteY98266" fmla="*/ 1365815 h 2398711"/>
              <a:gd name="connsiteX98267" fmla="*/ 295535 w 2119654"/>
              <a:gd name="connsiteY98267" fmla="*/ 1365162 h 2398711"/>
              <a:gd name="connsiteX98268" fmla="*/ 295423 w 2119654"/>
              <a:gd name="connsiteY98268" fmla="*/ 1364813 h 2398711"/>
              <a:gd name="connsiteX98269" fmla="*/ 296486 w 2119654"/>
              <a:gd name="connsiteY98269" fmla="*/ 1365396 h 2398711"/>
              <a:gd name="connsiteX98270" fmla="*/ 295859 w 2119654"/>
              <a:gd name="connsiteY98270" fmla="*/ 1364309 h 2398711"/>
              <a:gd name="connsiteX98271" fmla="*/ 314238 w 2119654"/>
              <a:gd name="connsiteY98271" fmla="*/ 1319279 h 2398711"/>
              <a:gd name="connsiteX98272" fmla="*/ 315318 w 2119654"/>
              <a:gd name="connsiteY98272" fmla="*/ 1320349 h 2398711"/>
              <a:gd name="connsiteX98273" fmla="*/ 315177 w 2119654"/>
              <a:gd name="connsiteY98273" fmla="*/ 1319857 h 2398711"/>
              <a:gd name="connsiteX98274" fmla="*/ 678438 w 2119654"/>
              <a:gd name="connsiteY98274" fmla="*/ 503594 h 2398711"/>
              <a:gd name="connsiteX98275" fmla="*/ 677245 w 2119654"/>
              <a:gd name="connsiteY98275" fmla="*/ 507232 h 2398711"/>
              <a:gd name="connsiteX98276" fmla="*/ 677718 w 2119654"/>
              <a:gd name="connsiteY98276" fmla="*/ 507706 h 2398711"/>
              <a:gd name="connsiteX98277" fmla="*/ 679164 w 2119654"/>
              <a:gd name="connsiteY98277" fmla="*/ 508483 h 2398711"/>
              <a:gd name="connsiteX98278" fmla="*/ 679703 w 2119654"/>
              <a:gd name="connsiteY98278" fmla="*/ 507433 h 2398711"/>
              <a:gd name="connsiteX98279" fmla="*/ 679544 w 2119654"/>
              <a:gd name="connsiteY98279" fmla="*/ 504185 h 2398711"/>
              <a:gd name="connsiteX98280" fmla="*/ 240420 w 2119654"/>
              <a:gd name="connsiteY98280" fmla="*/ 1484172 h 2398711"/>
              <a:gd name="connsiteX98281" fmla="*/ 249476 w 2119654"/>
              <a:gd name="connsiteY98281" fmla="*/ 1490500 h 2398711"/>
              <a:gd name="connsiteX98282" fmla="*/ 247442 w 2119654"/>
              <a:gd name="connsiteY98282" fmla="*/ 1487954 h 2398711"/>
              <a:gd name="connsiteX98283" fmla="*/ 713811 w 2119654"/>
              <a:gd name="connsiteY98283" fmla="*/ 423974 h 2398711"/>
              <a:gd name="connsiteX98284" fmla="*/ 713765 w 2119654"/>
              <a:gd name="connsiteY98284" fmla="*/ 424337 h 2398711"/>
              <a:gd name="connsiteX98285" fmla="*/ 714432 w 2119654"/>
              <a:gd name="connsiteY98285" fmla="*/ 424735 h 2398711"/>
              <a:gd name="connsiteX98286" fmla="*/ 735737 w 2119654"/>
              <a:gd name="connsiteY98286" fmla="*/ 374838 h 2398711"/>
              <a:gd name="connsiteX98287" fmla="*/ 739014 w 2119654"/>
              <a:gd name="connsiteY98287" fmla="*/ 380728 h 2398711"/>
              <a:gd name="connsiteX98288" fmla="*/ 739758 w 2119654"/>
              <a:gd name="connsiteY98288" fmla="*/ 378430 h 2398711"/>
              <a:gd name="connsiteX98289" fmla="*/ 723468 w 2119654"/>
              <a:gd name="connsiteY98289" fmla="*/ 402169 h 2398711"/>
              <a:gd name="connsiteX98290" fmla="*/ 723427 w 2119654"/>
              <a:gd name="connsiteY98290" fmla="*/ 403185 h 2398711"/>
              <a:gd name="connsiteX98291" fmla="*/ 723661 w 2119654"/>
              <a:gd name="connsiteY98291" fmla="*/ 402360 h 2398711"/>
              <a:gd name="connsiteX98292" fmla="*/ 693890 w 2119654"/>
              <a:gd name="connsiteY98292" fmla="*/ 468394 h 2398711"/>
              <a:gd name="connsiteX98293" fmla="*/ 694245 w 2119654"/>
              <a:gd name="connsiteY98293" fmla="*/ 470196 h 2398711"/>
              <a:gd name="connsiteX98294" fmla="*/ 694302 w 2119654"/>
              <a:gd name="connsiteY98294" fmla="*/ 470238 h 2398711"/>
              <a:gd name="connsiteX98295" fmla="*/ 694685 w 2119654"/>
              <a:gd name="connsiteY98295" fmla="*/ 468993 h 2398711"/>
              <a:gd name="connsiteX98296" fmla="*/ 768353 w 2119654"/>
              <a:gd name="connsiteY98296" fmla="*/ 301587 h 2398711"/>
              <a:gd name="connsiteX98297" fmla="*/ 768015 w 2119654"/>
              <a:gd name="connsiteY98297" fmla="*/ 303574 h 2398711"/>
              <a:gd name="connsiteX98298" fmla="*/ 767638 w 2119654"/>
              <a:gd name="connsiteY98298" fmla="*/ 305979 h 2398711"/>
              <a:gd name="connsiteX98299" fmla="*/ 783002 w 2119654"/>
              <a:gd name="connsiteY98299" fmla="*/ 317938 h 2398711"/>
              <a:gd name="connsiteX98300" fmla="*/ 779865 w 2119654"/>
              <a:gd name="connsiteY98300" fmla="*/ 313945 h 2398711"/>
              <a:gd name="connsiteX98301" fmla="*/ 679374 w 2119654"/>
              <a:gd name="connsiteY98301" fmla="*/ 500739 h 2398711"/>
              <a:gd name="connsiteX98302" fmla="*/ 679132 w 2119654"/>
              <a:gd name="connsiteY98302" fmla="*/ 501479 h 2398711"/>
              <a:gd name="connsiteX98303" fmla="*/ 679417 w 2119654"/>
              <a:gd name="connsiteY98303" fmla="*/ 501606 h 2398711"/>
              <a:gd name="connsiteX98304" fmla="*/ 290196 w 2119654"/>
              <a:gd name="connsiteY98304" fmla="*/ 1372039 h 2398711"/>
              <a:gd name="connsiteX98305" fmla="*/ 291004 w 2119654"/>
              <a:gd name="connsiteY98305" fmla="*/ 1373464 h 2398711"/>
              <a:gd name="connsiteX98306" fmla="*/ 293034 w 2119654"/>
              <a:gd name="connsiteY98306" fmla="*/ 1374459 h 2398711"/>
              <a:gd name="connsiteX98307" fmla="*/ 264543 w 2119654"/>
              <a:gd name="connsiteY98307" fmla="*/ 1429446 h 2398711"/>
              <a:gd name="connsiteX98308" fmla="*/ 265361 w 2119654"/>
              <a:gd name="connsiteY98308" fmla="*/ 1431091 h 2398711"/>
              <a:gd name="connsiteX98309" fmla="*/ 267167 w 2119654"/>
              <a:gd name="connsiteY98309" fmla="*/ 1432340 h 2398711"/>
              <a:gd name="connsiteX98310" fmla="*/ 275425 w 2119654"/>
              <a:gd name="connsiteY98310" fmla="*/ 1436629 h 2398711"/>
              <a:gd name="connsiteX98311" fmla="*/ 274460 w 2119654"/>
              <a:gd name="connsiteY98311" fmla="*/ 1435182 h 2398711"/>
              <a:gd name="connsiteX98312" fmla="*/ 274427 w 2119654"/>
              <a:gd name="connsiteY98312" fmla="*/ 1435132 h 2398711"/>
              <a:gd name="connsiteX98313" fmla="*/ 268558 w 2119654"/>
              <a:gd name="connsiteY98313" fmla="*/ 1430690 h 2398711"/>
              <a:gd name="connsiteX98314" fmla="*/ 265182 w 2119654"/>
              <a:gd name="connsiteY98314" fmla="*/ 1428802 h 2398711"/>
              <a:gd name="connsiteX98315" fmla="*/ 294226 w 2119654"/>
              <a:gd name="connsiteY98315" fmla="*/ 1362951 h 2398711"/>
              <a:gd name="connsiteX98316" fmla="*/ 294318 w 2119654"/>
              <a:gd name="connsiteY98316" fmla="*/ 1363210 h 2398711"/>
              <a:gd name="connsiteX98317" fmla="*/ 295568 w 2119654"/>
              <a:gd name="connsiteY98317" fmla="*/ 1363804 h 2398711"/>
              <a:gd name="connsiteX98318" fmla="*/ 295396 w 2119654"/>
              <a:gd name="connsiteY98318" fmla="*/ 1363507 h 2398711"/>
              <a:gd name="connsiteX98319" fmla="*/ 278722 w 2119654"/>
              <a:gd name="connsiteY98319" fmla="*/ 1397623 h 2398711"/>
              <a:gd name="connsiteX98320" fmla="*/ 282139 w 2119654"/>
              <a:gd name="connsiteY98320" fmla="*/ 1400152 h 2398711"/>
              <a:gd name="connsiteX98321" fmla="*/ 281811 w 2119654"/>
              <a:gd name="connsiteY98321" fmla="*/ 1399310 h 2398711"/>
              <a:gd name="connsiteX98322" fmla="*/ 280868 w 2119654"/>
              <a:gd name="connsiteY98322" fmla="*/ 1398469 h 2398711"/>
              <a:gd name="connsiteX98323" fmla="*/ 732928 w 2119654"/>
              <a:gd name="connsiteY98323" fmla="*/ 380545 h 2398711"/>
              <a:gd name="connsiteX98324" fmla="*/ 728212 w 2119654"/>
              <a:gd name="connsiteY98324" fmla="*/ 397106 h 2398711"/>
              <a:gd name="connsiteX98325" fmla="*/ 731026 w 2119654"/>
              <a:gd name="connsiteY98325" fmla="*/ 398230 h 2398711"/>
              <a:gd name="connsiteX98326" fmla="*/ 637635 w 2119654"/>
              <a:gd name="connsiteY98326" fmla="*/ 593714 h 2398711"/>
              <a:gd name="connsiteX98327" fmla="*/ 637375 w 2119654"/>
              <a:gd name="connsiteY98327" fmla="*/ 594836 h 2398711"/>
              <a:gd name="connsiteX98328" fmla="*/ 637895 w 2119654"/>
              <a:gd name="connsiteY98328" fmla="*/ 595308 h 2398711"/>
              <a:gd name="connsiteX98329" fmla="*/ 768527 w 2119654"/>
              <a:gd name="connsiteY98329" fmla="*/ 300567 h 2398711"/>
              <a:gd name="connsiteX98330" fmla="*/ 768445 w 2119654"/>
              <a:gd name="connsiteY98330" fmla="*/ 301043 h 2398711"/>
              <a:gd name="connsiteX98331" fmla="*/ 788305 w 2119654"/>
              <a:gd name="connsiteY98331" fmla="*/ 322362 h 2398711"/>
              <a:gd name="connsiteX98332" fmla="*/ 794943 w 2119654"/>
              <a:gd name="connsiteY98332" fmla="*/ 328357 h 2398711"/>
              <a:gd name="connsiteX98333" fmla="*/ 775191 w 2119654"/>
              <a:gd name="connsiteY98333" fmla="*/ 307439 h 2398711"/>
              <a:gd name="connsiteX98334" fmla="*/ 674383 w 2119654"/>
              <a:gd name="connsiteY98334" fmla="*/ 511257 h 2398711"/>
              <a:gd name="connsiteX98335" fmla="*/ 674881 w 2119654"/>
              <a:gd name="connsiteY98335" fmla="*/ 511792 h 2398711"/>
              <a:gd name="connsiteX98336" fmla="*/ 674962 w 2119654"/>
              <a:gd name="connsiteY98336" fmla="*/ 511541 h 2398711"/>
              <a:gd name="connsiteX98337" fmla="*/ 636233 w 2119654"/>
              <a:gd name="connsiteY98337" fmla="*/ 596663 h 2398711"/>
              <a:gd name="connsiteX98338" fmla="*/ 636217 w 2119654"/>
              <a:gd name="connsiteY98338" fmla="*/ 597036 h 2398711"/>
              <a:gd name="connsiteX98339" fmla="*/ 636268 w 2119654"/>
              <a:gd name="connsiteY98339" fmla="*/ 597151 h 2398711"/>
              <a:gd name="connsiteX98340" fmla="*/ 636358 w 2119654"/>
              <a:gd name="connsiteY98340" fmla="*/ 596765 h 2398711"/>
              <a:gd name="connsiteX98341" fmla="*/ 720115 w 2119654"/>
              <a:gd name="connsiteY98341" fmla="*/ 408809 h 2398711"/>
              <a:gd name="connsiteX98342" fmla="*/ 721384 w 2119654"/>
              <a:gd name="connsiteY98342" fmla="*/ 410365 h 2398711"/>
              <a:gd name="connsiteX98343" fmla="*/ 721658 w 2119654"/>
              <a:gd name="connsiteY98343" fmla="*/ 409401 h 2398711"/>
              <a:gd name="connsiteX98344" fmla="*/ 645465 w 2119654"/>
              <a:gd name="connsiteY98344" fmla="*/ 575962 h 2398711"/>
              <a:gd name="connsiteX98345" fmla="*/ 646465 w 2119654"/>
              <a:gd name="connsiteY98345" fmla="*/ 576843 h 2398711"/>
              <a:gd name="connsiteX98346" fmla="*/ 646466 w 2119654"/>
              <a:gd name="connsiteY98346" fmla="*/ 576841 h 2398711"/>
              <a:gd name="connsiteX98347" fmla="*/ 645637 w 2119654"/>
              <a:gd name="connsiteY98347" fmla="*/ 575592 h 2398711"/>
              <a:gd name="connsiteX98348" fmla="*/ 716089 w 2119654"/>
              <a:gd name="connsiteY98348" fmla="*/ 417783 h 2398711"/>
              <a:gd name="connsiteX98349" fmla="*/ 716098 w 2119654"/>
              <a:gd name="connsiteY98349" fmla="*/ 418228 h 2398711"/>
              <a:gd name="connsiteX98350" fmla="*/ 718667 w 2119654"/>
              <a:gd name="connsiteY98350" fmla="*/ 419902 h 2398711"/>
              <a:gd name="connsiteX98351" fmla="*/ 718809 w 2119654"/>
              <a:gd name="connsiteY98351" fmla="*/ 419403 h 2398711"/>
              <a:gd name="connsiteX98352" fmla="*/ 735051 w 2119654"/>
              <a:gd name="connsiteY98352" fmla="*/ 375301 h 2398711"/>
              <a:gd name="connsiteX98353" fmla="*/ 734703 w 2119654"/>
              <a:gd name="connsiteY98353" fmla="*/ 378534 h 2398711"/>
              <a:gd name="connsiteX98354" fmla="*/ 738621 w 2119654"/>
              <a:gd name="connsiteY98354" fmla="*/ 381942 h 2398711"/>
              <a:gd name="connsiteX98355" fmla="*/ 738667 w 2119654"/>
              <a:gd name="connsiteY98355" fmla="*/ 381802 h 2398711"/>
              <a:gd name="connsiteX98356" fmla="*/ 643891 w 2119654"/>
              <a:gd name="connsiteY98356" fmla="*/ 579352 h 2398711"/>
              <a:gd name="connsiteX98357" fmla="*/ 644403 w 2119654"/>
              <a:gd name="connsiteY98357" fmla="*/ 579895 h 2398711"/>
              <a:gd name="connsiteX98358" fmla="*/ 646284 w 2119654"/>
              <a:gd name="connsiteY98358" fmla="*/ 577111 h 2398711"/>
              <a:gd name="connsiteX98359" fmla="*/ 645323 w 2119654"/>
              <a:gd name="connsiteY98359" fmla="*/ 576267 h 2398711"/>
              <a:gd name="connsiteX98360" fmla="*/ 643330 w 2119654"/>
              <a:gd name="connsiteY98360" fmla="*/ 580562 h 2398711"/>
              <a:gd name="connsiteX98361" fmla="*/ 643436 w 2119654"/>
              <a:gd name="connsiteY98361" fmla="*/ 581327 h 2398711"/>
              <a:gd name="connsiteX98362" fmla="*/ 644198 w 2119654"/>
              <a:gd name="connsiteY98362" fmla="*/ 580199 h 2398711"/>
              <a:gd name="connsiteX98363" fmla="*/ 643729 w 2119654"/>
              <a:gd name="connsiteY98363" fmla="*/ 579701 h 2398711"/>
              <a:gd name="connsiteX98364" fmla="*/ 657546 w 2119654"/>
              <a:gd name="connsiteY98364" fmla="*/ 548688 h 2398711"/>
              <a:gd name="connsiteX98365" fmla="*/ 657809 w 2119654"/>
              <a:gd name="connsiteY98365" fmla="*/ 550049 h 2398711"/>
              <a:gd name="connsiteX98366" fmla="*/ 658451 w 2119654"/>
              <a:gd name="connsiteY98366" fmla="*/ 548801 h 2398711"/>
              <a:gd name="connsiteX98367" fmla="*/ 255479 w 2119654"/>
              <a:gd name="connsiteY98367" fmla="*/ 1448868 h 2398711"/>
              <a:gd name="connsiteX98368" fmla="*/ 255915 w 2119654"/>
              <a:gd name="connsiteY98368" fmla="*/ 1449744 h 2398711"/>
              <a:gd name="connsiteX98369" fmla="*/ 258611 w 2119654"/>
              <a:gd name="connsiteY98369" fmla="*/ 1451238 h 2398711"/>
              <a:gd name="connsiteX98370" fmla="*/ 761505 w 2119654"/>
              <a:gd name="connsiteY98370" fmla="*/ 315705 h 2398711"/>
              <a:gd name="connsiteX98371" fmla="*/ 761003 w 2119654"/>
              <a:gd name="connsiteY98371" fmla="*/ 325004 h 2398711"/>
              <a:gd name="connsiteX98372" fmla="*/ 763685 w 2119654"/>
              <a:gd name="connsiteY98372" fmla="*/ 328931 h 2398711"/>
              <a:gd name="connsiteX98373" fmla="*/ 764905 w 2119654"/>
              <a:gd name="connsiteY98373" fmla="*/ 321134 h 2398711"/>
              <a:gd name="connsiteX98374" fmla="*/ 309903 w 2119654"/>
              <a:gd name="connsiteY98374" fmla="*/ 1326868 h 2398711"/>
              <a:gd name="connsiteX98375" fmla="*/ 311945 w 2119654"/>
              <a:gd name="connsiteY98375" fmla="*/ 1329962 h 2398711"/>
              <a:gd name="connsiteX98376" fmla="*/ 311113 w 2119654"/>
              <a:gd name="connsiteY98376" fmla="*/ 1327650 h 2398711"/>
              <a:gd name="connsiteX98377" fmla="*/ 712790 w 2119654"/>
              <a:gd name="connsiteY98377" fmla="*/ 424718 h 2398711"/>
              <a:gd name="connsiteX98378" fmla="*/ 713009 w 2119654"/>
              <a:gd name="connsiteY98378" fmla="*/ 425847 h 2398711"/>
              <a:gd name="connsiteX98379" fmla="*/ 713140 w 2119654"/>
              <a:gd name="connsiteY98379" fmla="*/ 424927 h 2398711"/>
              <a:gd name="connsiteX98380" fmla="*/ 638221 w 2119654"/>
              <a:gd name="connsiteY98380" fmla="*/ 591667 h 2398711"/>
              <a:gd name="connsiteX98381" fmla="*/ 638976 w 2119654"/>
              <a:gd name="connsiteY98381" fmla="*/ 596290 h 2398711"/>
              <a:gd name="connsiteX98382" fmla="*/ 639259 w 2119654"/>
              <a:gd name="connsiteY98382" fmla="*/ 596547 h 2398711"/>
              <a:gd name="connsiteX98383" fmla="*/ 640225 w 2119654"/>
              <a:gd name="connsiteY98383" fmla="*/ 591730 h 2398711"/>
              <a:gd name="connsiteX98384" fmla="*/ 640046 w 2119654"/>
              <a:gd name="connsiteY98384" fmla="*/ 590871 h 2398711"/>
              <a:gd name="connsiteX98385" fmla="*/ 639371 w 2119654"/>
              <a:gd name="connsiteY98385" fmla="*/ 589963 h 2398711"/>
              <a:gd name="connsiteX98386" fmla="*/ 296688 w 2119654"/>
              <a:gd name="connsiteY98386" fmla="*/ 1356398 h 2398711"/>
              <a:gd name="connsiteX98387" fmla="*/ 301089 w 2119654"/>
              <a:gd name="connsiteY98387" fmla="*/ 1363023 h 2398711"/>
              <a:gd name="connsiteX98388" fmla="*/ 301748 w 2119654"/>
              <a:gd name="connsiteY98388" fmla="*/ 1363250 h 2398711"/>
              <a:gd name="connsiteX98389" fmla="*/ 299486 w 2119654"/>
              <a:gd name="connsiteY98389" fmla="*/ 1358531 h 2398711"/>
              <a:gd name="connsiteX98390" fmla="*/ 298752 w 2119654"/>
              <a:gd name="connsiteY98390" fmla="*/ 1357529 h 2398711"/>
              <a:gd name="connsiteX98391" fmla="*/ 283670 w 2119654"/>
              <a:gd name="connsiteY98391" fmla="*/ 1385433 h 2398711"/>
              <a:gd name="connsiteX98392" fmla="*/ 284735 w 2119654"/>
              <a:gd name="connsiteY98392" fmla="*/ 1386343 h 2398711"/>
              <a:gd name="connsiteX98393" fmla="*/ 284514 w 2119654"/>
              <a:gd name="connsiteY98393" fmla="*/ 1386010 h 2398711"/>
              <a:gd name="connsiteX98394" fmla="*/ 284330 w 2119654"/>
              <a:gd name="connsiteY98394" fmla="*/ 1385723 h 2398711"/>
              <a:gd name="connsiteX98395" fmla="*/ 636902 w 2119654"/>
              <a:gd name="connsiteY98395" fmla="*/ 594406 h 2398711"/>
              <a:gd name="connsiteX98396" fmla="*/ 636903 w 2119654"/>
              <a:gd name="connsiteY98396" fmla="*/ 594408 h 2398711"/>
              <a:gd name="connsiteX98397" fmla="*/ 636907 w 2119654"/>
              <a:gd name="connsiteY98397" fmla="*/ 594396 h 2398711"/>
              <a:gd name="connsiteX98398" fmla="*/ 635957 w 2119654"/>
              <a:gd name="connsiteY98398" fmla="*/ 596443 h 2398711"/>
              <a:gd name="connsiteX98399" fmla="*/ 636054 w 2119654"/>
              <a:gd name="connsiteY98399" fmla="*/ 596663 h 2398711"/>
              <a:gd name="connsiteX98400" fmla="*/ 636059 w 2119654"/>
              <a:gd name="connsiteY98400" fmla="*/ 596522 h 2398711"/>
              <a:gd name="connsiteX98401" fmla="*/ 635959 w 2119654"/>
              <a:gd name="connsiteY98401" fmla="*/ 596439 h 2398711"/>
              <a:gd name="connsiteX98402" fmla="*/ 683537 w 2119654"/>
              <a:gd name="connsiteY98402" fmla="*/ 489866 h 2398711"/>
              <a:gd name="connsiteX98403" fmla="*/ 683632 w 2119654"/>
              <a:gd name="connsiteY98403" fmla="*/ 495654 h 2398711"/>
              <a:gd name="connsiteX98404" fmla="*/ 683754 w 2119654"/>
              <a:gd name="connsiteY98404" fmla="*/ 496402 h 2398711"/>
              <a:gd name="connsiteX98405" fmla="*/ 684840 w 2119654"/>
              <a:gd name="connsiteY98405" fmla="*/ 490787 h 2398711"/>
              <a:gd name="connsiteX98406" fmla="*/ 677601 w 2119654"/>
              <a:gd name="connsiteY98406" fmla="*/ 503146 h 2398711"/>
              <a:gd name="connsiteX98407" fmla="*/ 677554 w 2119654"/>
              <a:gd name="connsiteY98407" fmla="*/ 503638 h 2398711"/>
              <a:gd name="connsiteX98408" fmla="*/ 677698 w 2119654"/>
              <a:gd name="connsiteY98408" fmla="*/ 503198 h 2398711"/>
              <a:gd name="connsiteX98409" fmla="*/ 669343 w 2119654"/>
              <a:gd name="connsiteY98409" fmla="*/ 521569 h 2398711"/>
              <a:gd name="connsiteX98410" fmla="*/ 669643 w 2119654"/>
              <a:gd name="connsiteY98410" fmla="*/ 522022 h 2398711"/>
              <a:gd name="connsiteX98411" fmla="*/ 669954 w 2119654"/>
              <a:gd name="connsiteY98411" fmla="*/ 522216 h 2398711"/>
              <a:gd name="connsiteX98412" fmla="*/ 669954 w 2119654"/>
              <a:gd name="connsiteY98412" fmla="*/ 522197 h 2398711"/>
              <a:gd name="connsiteX98413" fmla="*/ 671193 w 2119654"/>
              <a:gd name="connsiteY98413" fmla="*/ 517295 h 2398711"/>
              <a:gd name="connsiteX98414" fmla="*/ 671534 w 2119654"/>
              <a:gd name="connsiteY98414" fmla="*/ 522000 h 2398711"/>
              <a:gd name="connsiteX98415" fmla="*/ 672703 w 2119654"/>
              <a:gd name="connsiteY98415" fmla="*/ 518433 h 2398711"/>
              <a:gd name="connsiteX98416" fmla="*/ 687057 w 2119654"/>
              <a:gd name="connsiteY98416" fmla="*/ 481640 h 2398711"/>
              <a:gd name="connsiteX98417" fmla="*/ 685831 w 2119654"/>
              <a:gd name="connsiteY98417" fmla="*/ 487974 h 2398711"/>
              <a:gd name="connsiteX98418" fmla="*/ 688347 w 2119654"/>
              <a:gd name="connsiteY98418" fmla="*/ 490255 h 2398711"/>
              <a:gd name="connsiteX98419" fmla="*/ 689744 w 2119654"/>
              <a:gd name="connsiteY98419" fmla="*/ 485477 h 2398711"/>
              <a:gd name="connsiteX98420" fmla="*/ 699739 w 2119654"/>
              <a:gd name="connsiteY98420" fmla="*/ 453035 h 2398711"/>
              <a:gd name="connsiteX98421" fmla="*/ 698011 w 2119654"/>
              <a:gd name="connsiteY98421" fmla="*/ 458661 h 2398711"/>
              <a:gd name="connsiteX98422" fmla="*/ 699369 w 2119654"/>
              <a:gd name="connsiteY98422" fmla="*/ 461012 h 2398711"/>
              <a:gd name="connsiteX98423" fmla="*/ 699402 w 2119654"/>
              <a:gd name="connsiteY98423" fmla="*/ 461042 h 2398711"/>
              <a:gd name="connsiteX98424" fmla="*/ 699789 w 2119654"/>
              <a:gd name="connsiteY98424" fmla="*/ 458769 h 2398711"/>
              <a:gd name="connsiteX98425" fmla="*/ 700035 w 2119654"/>
              <a:gd name="connsiteY98425" fmla="*/ 458547 h 2398711"/>
              <a:gd name="connsiteX98426" fmla="*/ 699582 w 2119654"/>
              <a:gd name="connsiteY98426" fmla="*/ 461204 h 2398711"/>
              <a:gd name="connsiteX98427" fmla="*/ 702635 w 2119654"/>
              <a:gd name="connsiteY98427" fmla="*/ 463965 h 2398711"/>
              <a:gd name="connsiteX98428" fmla="*/ 705756 w 2119654"/>
              <a:gd name="connsiteY98428" fmla="*/ 458087 h 2398711"/>
              <a:gd name="connsiteX98429" fmla="*/ 703648 w 2119654"/>
              <a:gd name="connsiteY98429" fmla="*/ 455881 h 2398711"/>
              <a:gd name="connsiteX98430" fmla="*/ 627557 w 2119654"/>
              <a:gd name="connsiteY98430" fmla="*/ 614535 h 2398711"/>
              <a:gd name="connsiteX98431" fmla="*/ 627883 w 2119654"/>
              <a:gd name="connsiteY98431" fmla="*/ 614731 h 2398711"/>
              <a:gd name="connsiteX98432" fmla="*/ 627872 w 2119654"/>
              <a:gd name="connsiteY98432" fmla="*/ 613858 h 2398711"/>
              <a:gd name="connsiteX98433" fmla="*/ 719439 w 2119654"/>
              <a:gd name="connsiteY98433" fmla="*/ 408743 h 2398711"/>
              <a:gd name="connsiteX98434" fmla="*/ 719839 w 2119654"/>
              <a:gd name="connsiteY98434" fmla="*/ 411364 h 2398711"/>
              <a:gd name="connsiteX98435" fmla="*/ 720865 w 2119654"/>
              <a:gd name="connsiteY98435" fmla="*/ 412185 h 2398711"/>
              <a:gd name="connsiteX98436" fmla="*/ 721222 w 2119654"/>
              <a:gd name="connsiteY98436" fmla="*/ 410930 h 2398711"/>
              <a:gd name="connsiteX98437" fmla="*/ 682298 w 2119654"/>
              <a:gd name="connsiteY98437" fmla="*/ 491821 h 2398711"/>
              <a:gd name="connsiteX98438" fmla="*/ 680244 w 2119654"/>
              <a:gd name="connsiteY98438" fmla="*/ 498087 h 2398711"/>
              <a:gd name="connsiteX98439" fmla="*/ 680606 w 2119654"/>
              <a:gd name="connsiteY98439" fmla="*/ 499827 h 2398711"/>
              <a:gd name="connsiteX98440" fmla="*/ 682589 w 2119654"/>
              <a:gd name="connsiteY98440" fmla="*/ 501816 h 2398711"/>
              <a:gd name="connsiteX98441" fmla="*/ 682777 w 2119654"/>
              <a:gd name="connsiteY98441" fmla="*/ 501450 h 2398711"/>
              <a:gd name="connsiteX98442" fmla="*/ 683367 w 2119654"/>
              <a:gd name="connsiteY98442" fmla="*/ 498401 h 2398711"/>
              <a:gd name="connsiteX98443" fmla="*/ 625746 w 2119654"/>
              <a:gd name="connsiteY98443" fmla="*/ 618435 h 2398711"/>
              <a:gd name="connsiteX98444" fmla="*/ 627959 w 2119654"/>
              <a:gd name="connsiteY98444" fmla="*/ 620132 h 2398711"/>
              <a:gd name="connsiteX98445" fmla="*/ 627916 w 2119654"/>
              <a:gd name="connsiteY98445" fmla="*/ 616998 h 2398711"/>
              <a:gd name="connsiteX98446" fmla="*/ 626666 w 2119654"/>
              <a:gd name="connsiteY98446" fmla="*/ 616453 h 2398711"/>
              <a:gd name="connsiteX98447" fmla="*/ 700029 w 2119654"/>
              <a:gd name="connsiteY98447" fmla="*/ 452091 h 2398711"/>
              <a:gd name="connsiteX98448" fmla="*/ 699887 w 2119654"/>
              <a:gd name="connsiteY98448" fmla="*/ 452553 h 2398711"/>
              <a:gd name="connsiteX98449" fmla="*/ 701683 w 2119654"/>
              <a:gd name="connsiteY98449" fmla="*/ 453824 h 2398711"/>
              <a:gd name="connsiteX98450" fmla="*/ 623983 w 2119654"/>
              <a:gd name="connsiteY98450" fmla="*/ 622232 h 2398711"/>
              <a:gd name="connsiteX98451" fmla="*/ 627786 w 2119654"/>
              <a:gd name="connsiteY98451" fmla="*/ 623986 h 2398711"/>
              <a:gd name="connsiteX98452" fmla="*/ 628014 w 2119654"/>
              <a:gd name="connsiteY98452" fmla="*/ 624112 h 2398711"/>
              <a:gd name="connsiteX98453" fmla="*/ 627995 w 2119654"/>
              <a:gd name="connsiteY98453" fmla="*/ 622734 h 2398711"/>
              <a:gd name="connsiteX98454" fmla="*/ 625054 w 2119654"/>
              <a:gd name="connsiteY98454" fmla="*/ 619925 h 2398711"/>
              <a:gd name="connsiteX98455" fmla="*/ 294248 w 2119654"/>
              <a:gd name="connsiteY98455" fmla="*/ 1360450 h 2398711"/>
              <a:gd name="connsiteX98456" fmla="*/ 295852 w 2119654"/>
              <a:gd name="connsiteY98456" fmla="*/ 1363232 h 2398711"/>
              <a:gd name="connsiteX98457" fmla="*/ 298998 w 2119654"/>
              <a:gd name="connsiteY98457" fmla="*/ 1364726 h 2398711"/>
              <a:gd name="connsiteX98458" fmla="*/ 297253 w 2119654"/>
              <a:gd name="connsiteY98458" fmla="*/ 1361703 h 2398711"/>
              <a:gd name="connsiteX98459" fmla="*/ 296504 w 2119654"/>
              <a:gd name="connsiteY98459" fmla="*/ 1361445 h 2398711"/>
              <a:gd name="connsiteX98460" fmla="*/ 300335 w 2119654"/>
              <a:gd name="connsiteY98460" fmla="*/ 1346809 h 2398711"/>
              <a:gd name="connsiteX98461" fmla="*/ 301208 w 2119654"/>
              <a:gd name="connsiteY98461" fmla="*/ 1348630 h 2398711"/>
              <a:gd name="connsiteX98462" fmla="*/ 302873 w 2119654"/>
              <a:gd name="connsiteY98462" fmla="*/ 1350141 h 2398711"/>
              <a:gd name="connsiteX98463" fmla="*/ 302185 w 2119654"/>
              <a:gd name="connsiteY98463" fmla="*/ 1347740 h 2398711"/>
              <a:gd name="connsiteX98464" fmla="*/ 622433 w 2119654"/>
              <a:gd name="connsiteY98464" fmla="*/ 625568 h 2398711"/>
              <a:gd name="connsiteX98465" fmla="*/ 622478 w 2119654"/>
              <a:gd name="connsiteY98465" fmla="*/ 625938 h 2398711"/>
              <a:gd name="connsiteX98466" fmla="*/ 623385 w 2119654"/>
              <a:gd name="connsiteY98466" fmla="*/ 627102 h 2398711"/>
              <a:gd name="connsiteX98467" fmla="*/ 623416 w 2119654"/>
              <a:gd name="connsiteY98467" fmla="*/ 626604 h 2398711"/>
              <a:gd name="connsiteX98468" fmla="*/ 623524 w 2119654"/>
              <a:gd name="connsiteY98468" fmla="*/ 626484 h 2398711"/>
              <a:gd name="connsiteX98469" fmla="*/ 623477 w 2119654"/>
              <a:gd name="connsiteY98469" fmla="*/ 627221 h 2398711"/>
              <a:gd name="connsiteX98470" fmla="*/ 626010 w 2119654"/>
              <a:gd name="connsiteY98470" fmla="*/ 630476 h 2398711"/>
              <a:gd name="connsiteX98471" fmla="*/ 628124 w 2119654"/>
              <a:gd name="connsiteY98471" fmla="*/ 631935 h 2398711"/>
              <a:gd name="connsiteX98472" fmla="*/ 628050 w 2119654"/>
              <a:gd name="connsiteY98472" fmla="*/ 626684 h 2398711"/>
              <a:gd name="connsiteX98473" fmla="*/ 623260 w 2119654"/>
              <a:gd name="connsiteY98473" fmla="*/ 623788 h 2398711"/>
              <a:gd name="connsiteX98474" fmla="*/ 206262 w 2119654"/>
              <a:gd name="connsiteY98474" fmla="*/ 1557344 h 2398711"/>
              <a:gd name="connsiteX98475" fmla="*/ 207060 w 2119654"/>
              <a:gd name="connsiteY98475" fmla="*/ 1558189 h 2398711"/>
              <a:gd name="connsiteX98476" fmla="*/ 211483 w 2119654"/>
              <a:gd name="connsiteY98476" fmla="*/ 1559514 h 2398711"/>
              <a:gd name="connsiteX98477" fmla="*/ 274108 w 2119654"/>
              <a:gd name="connsiteY98477" fmla="*/ 1405377 h 2398711"/>
              <a:gd name="connsiteX98478" fmla="*/ 278237 w 2119654"/>
              <a:gd name="connsiteY98478" fmla="*/ 1411416 h 2398711"/>
              <a:gd name="connsiteX98479" fmla="*/ 280229 w 2119654"/>
              <a:gd name="connsiteY98479" fmla="*/ 1412891 h 2398711"/>
              <a:gd name="connsiteX98480" fmla="*/ 280620 w 2119654"/>
              <a:gd name="connsiteY98480" fmla="*/ 1412497 h 2398711"/>
              <a:gd name="connsiteX98481" fmla="*/ 279570 w 2119654"/>
              <a:gd name="connsiteY98481" fmla="*/ 1409797 h 2398711"/>
              <a:gd name="connsiteX98482" fmla="*/ 277811 w 2119654"/>
              <a:gd name="connsiteY98482" fmla="*/ 1408553 h 2398711"/>
              <a:gd name="connsiteX98483" fmla="*/ 683052 w 2119654"/>
              <a:gd name="connsiteY98483" fmla="*/ 489523 h 2398711"/>
              <a:gd name="connsiteX98484" fmla="*/ 682774 w 2119654"/>
              <a:gd name="connsiteY98484" fmla="*/ 490370 h 2398711"/>
              <a:gd name="connsiteX98485" fmla="*/ 683298 w 2119654"/>
              <a:gd name="connsiteY98485" fmla="*/ 493594 h 2398711"/>
              <a:gd name="connsiteX98486" fmla="*/ 683233 w 2119654"/>
              <a:gd name="connsiteY98486" fmla="*/ 489651 h 2398711"/>
              <a:gd name="connsiteX98487" fmla="*/ 263851 w 2119654"/>
              <a:gd name="connsiteY98487" fmla="*/ 1428058 h 2398711"/>
              <a:gd name="connsiteX98488" fmla="*/ 264288 w 2119654"/>
              <a:gd name="connsiteY98488" fmla="*/ 1428936 h 2398711"/>
              <a:gd name="connsiteX98489" fmla="*/ 264693 w 2119654"/>
              <a:gd name="connsiteY98489" fmla="*/ 1428529 h 2398711"/>
              <a:gd name="connsiteX98490" fmla="*/ 683222 w 2119654"/>
              <a:gd name="connsiteY98490" fmla="*/ 489003 h 2398711"/>
              <a:gd name="connsiteX98491" fmla="*/ 683214 w 2119654"/>
              <a:gd name="connsiteY98491" fmla="*/ 489029 h 2398711"/>
              <a:gd name="connsiteX98492" fmla="*/ 683222 w 2119654"/>
              <a:gd name="connsiteY98492" fmla="*/ 489035 h 2398711"/>
              <a:gd name="connsiteX98493" fmla="*/ 714488 w 2119654"/>
              <a:gd name="connsiteY98493" fmla="*/ 418693 h 2398711"/>
              <a:gd name="connsiteX98494" fmla="*/ 713874 w 2119654"/>
              <a:gd name="connsiteY98494" fmla="*/ 423483 h 2398711"/>
              <a:gd name="connsiteX98495" fmla="*/ 715335 w 2119654"/>
              <a:gd name="connsiteY98495" fmla="*/ 425273 h 2398711"/>
              <a:gd name="connsiteX98496" fmla="*/ 716079 w 2119654"/>
              <a:gd name="connsiteY98496" fmla="*/ 425717 h 2398711"/>
              <a:gd name="connsiteX98497" fmla="*/ 715964 w 2119654"/>
              <a:gd name="connsiteY98497" fmla="*/ 419653 h 2398711"/>
              <a:gd name="connsiteX98498" fmla="*/ 693654 w 2119654"/>
              <a:gd name="connsiteY98498" fmla="*/ 465315 h 2398711"/>
              <a:gd name="connsiteX98499" fmla="*/ 693827 w 2119654"/>
              <a:gd name="connsiteY98499" fmla="*/ 467748 h 2398711"/>
              <a:gd name="connsiteX98500" fmla="*/ 694839 w 2119654"/>
              <a:gd name="connsiteY98500" fmla="*/ 468489 h 2398711"/>
              <a:gd name="connsiteX98501" fmla="*/ 694847 w 2119654"/>
              <a:gd name="connsiteY98501" fmla="*/ 468463 h 2398711"/>
              <a:gd name="connsiteX98502" fmla="*/ 776052 w 2119654"/>
              <a:gd name="connsiteY98502" fmla="*/ 280667 h 2398711"/>
              <a:gd name="connsiteX98503" fmla="*/ 796627 w 2119654"/>
              <a:gd name="connsiteY98503" fmla="*/ 316348 h 2398711"/>
              <a:gd name="connsiteX98504" fmla="*/ 798682 w 2119654"/>
              <a:gd name="connsiteY98504" fmla="*/ 320027 h 2398711"/>
              <a:gd name="connsiteX98505" fmla="*/ 801578 w 2119654"/>
              <a:gd name="connsiteY98505" fmla="*/ 299074 h 2398711"/>
              <a:gd name="connsiteX98506" fmla="*/ 799529 w 2119654"/>
              <a:gd name="connsiteY98506" fmla="*/ 297480 h 2398711"/>
              <a:gd name="connsiteX98507" fmla="*/ 683895 w 2119654"/>
              <a:gd name="connsiteY98507" fmla="*/ 486951 h 2398711"/>
              <a:gd name="connsiteX98508" fmla="*/ 683509 w 2119654"/>
              <a:gd name="connsiteY98508" fmla="*/ 488129 h 2398711"/>
              <a:gd name="connsiteX98509" fmla="*/ 683527 w 2119654"/>
              <a:gd name="connsiteY98509" fmla="*/ 489250 h 2398711"/>
              <a:gd name="connsiteX98510" fmla="*/ 684944 w 2119654"/>
              <a:gd name="connsiteY98510" fmla="*/ 490252 h 2398711"/>
              <a:gd name="connsiteX98511" fmla="*/ 685317 w 2119654"/>
              <a:gd name="connsiteY98511" fmla="*/ 488326 h 2398711"/>
              <a:gd name="connsiteX98512" fmla="*/ 274355 w 2119654"/>
              <a:gd name="connsiteY98512" fmla="*/ 1403990 h 2398711"/>
              <a:gd name="connsiteX98513" fmla="*/ 278430 w 2119654"/>
              <a:gd name="connsiteY98513" fmla="*/ 1406871 h 2398711"/>
              <a:gd name="connsiteX98514" fmla="*/ 277920 w 2119654"/>
              <a:gd name="connsiteY98514" fmla="*/ 1405562 h 2398711"/>
              <a:gd name="connsiteX98515" fmla="*/ 671074 w 2119654"/>
              <a:gd name="connsiteY98515" fmla="*/ 515650 h 2398711"/>
              <a:gd name="connsiteX98516" fmla="*/ 671129 w 2119654"/>
              <a:gd name="connsiteY98516" fmla="*/ 516413 h 2398711"/>
              <a:gd name="connsiteX98517" fmla="*/ 671337 w 2119654"/>
              <a:gd name="connsiteY98517" fmla="*/ 516564 h 2398711"/>
              <a:gd name="connsiteX98518" fmla="*/ 672924 w 2119654"/>
              <a:gd name="connsiteY98518" fmla="*/ 517761 h 2398711"/>
              <a:gd name="connsiteX98519" fmla="*/ 673266 w 2119654"/>
              <a:gd name="connsiteY98519" fmla="*/ 516718 h 2398711"/>
              <a:gd name="connsiteX98520" fmla="*/ 658491 w 2119654"/>
              <a:gd name="connsiteY98520" fmla="*/ 543324 h 2398711"/>
              <a:gd name="connsiteX98521" fmla="*/ 657385 w 2119654"/>
              <a:gd name="connsiteY98521" fmla="*/ 547857 h 2398711"/>
              <a:gd name="connsiteX98522" fmla="*/ 657500 w 2119654"/>
              <a:gd name="connsiteY98522" fmla="*/ 548450 h 2398711"/>
              <a:gd name="connsiteX98523" fmla="*/ 658563 w 2119654"/>
              <a:gd name="connsiteY98523" fmla="*/ 548581 h 2398711"/>
              <a:gd name="connsiteX98524" fmla="*/ 658817 w 2119654"/>
              <a:gd name="connsiteY98524" fmla="*/ 548087 h 2398711"/>
              <a:gd name="connsiteX98525" fmla="*/ 659135 w 2119654"/>
              <a:gd name="connsiteY98525" fmla="*/ 544381 h 2398711"/>
              <a:gd name="connsiteX98526" fmla="*/ 659132 w 2119654"/>
              <a:gd name="connsiteY98526" fmla="*/ 543814 h 2398711"/>
              <a:gd name="connsiteX98527" fmla="*/ 644159 w 2119654"/>
              <a:gd name="connsiteY98527" fmla="*/ 575243 h 2398711"/>
              <a:gd name="connsiteX98528" fmla="*/ 643707 w 2119654"/>
              <a:gd name="connsiteY98528" fmla="*/ 577497 h 2398711"/>
              <a:gd name="connsiteX98529" fmla="*/ 644646 w 2119654"/>
              <a:gd name="connsiteY98529" fmla="*/ 575671 h 2398711"/>
              <a:gd name="connsiteX98530" fmla="*/ 644294 w 2119654"/>
              <a:gd name="connsiteY98530" fmla="*/ 574933 h 2398711"/>
              <a:gd name="connsiteX98531" fmla="*/ 644798 w 2119654"/>
              <a:gd name="connsiteY98531" fmla="*/ 575375 h 2398711"/>
              <a:gd name="connsiteX98532" fmla="*/ 644898 w 2119654"/>
              <a:gd name="connsiteY98532" fmla="*/ 575179 h 2398711"/>
              <a:gd name="connsiteX98533" fmla="*/ 303810 w 2119654"/>
              <a:gd name="connsiteY98533" fmla="*/ 1337096 h 2398711"/>
              <a:gd name="connsiteX98534" fmla="*/ 306503 w 2119654"/>
              <a:gd name="connsiteY98534" fmla="*/ 1338759 h 2398711"/>
              <a:gd name="connsiteX98535" fmla="*/ 304764 w 2119654"/>
              <a:gd name="connsiteY98535" fmla="*/ 1337399 h 2398711"/>
              <a:gd name="connsiteX98536" fmla="*/ 714709 w 2119654"/>
              <a:gd name="connsiteY98536" fmla="*/ 416963 h 2398711"/>
              <a:gd name="connsiteX98537" fmla="*/ 714667 w 2119654"/>
              <a:gd name="connsiteY98537" fmla="*/ 417295 h 2398711"/>
              <a:gd name="connsiteX98538" fmla="*/ 715934 w 2119654"/>
              <a:gd name="connsiteY98538" fmla="*/ 418121 h 2398711"/>
              <a:gd name="connsiteX98539" fmla="*/ 715926 w 2119654"/>
              <a:gd name="connsiteY98539" fmla="*/ 417688 h 2398711"/>
              <a:gd name="connsiteX98540" fmla="*/ 658767 w 2119654"/>
              <a:gd name="connsiteY98540" fmla="*/ 542196 h 2398711"/>
              <a:gd name="connsiteX98541" fmla="*/ 658694 w 2119654"/>
              <a:gd name="connsiteY98541" fmla="*/ 542496 h 2398711"/>
              <a:gd name="connsiteX98542" fmla="*/ 659128 w 2119654"/>
              <a:gd name="connsiteY98542" fmla="*/ 542828 h 2398711"/>
              <a:gd name="connsiteX98543" fmla="*/ 659126 w 2119654"/>
              <a:gd name="connsiteY98543" fmla="*/ 542449 h 2398711"/>
              <a:gd name="connsiteX98544" fmla="*/ 254617 w 2119654"/>
              <a:gd name="connsiteY98544" fmla="*/ 1447137 h 2398711"/>
              <a:gd name="connsiteX98545" fmla="*/ 255046 w 2119654"/>
              <a:gd name="connsiteY98545" fmla="*/ 1447997 h 2398711"/>
              <a:gd name="connsiteX98546" fmla="*/ 258990 w 2119654"/>
              <a:gd name="connsiteY98546" fmla="*/ 1450982 h 2398711"/>
              <a:gd name="connsiteX98547" fmla="*/ 257210 w 2119654"/>
              <a:gd name="connsiteY98547" fmla="*/ 1448346 h 2398711"/>
              <a:gd name="connsiteX98548" fmla="*/ 256793 w 2119654"/>
              <a:gd name="connsiteY98548" fmla="*/ 1448058 h 2398711"/>
              <a:gd name="connsiteX98549" fmla="*/ 701452 w 2119654"/>
              <a:gd name="connsiteY98549" fmla="*/ 446483 h 2398711"/>
              <a:gd name="connsiteX98550" fmla="*/ 707618 w 2119654"/>
              <a:gd name="connsiteY98550" fmla="*/ 454579 h 2398711"/>
              <a:gd name="connsiteX98551" fmla="*/ 709419 w 2119654"/>
              <a:gd name="connsiteY98551" fmla="*/ 451187 h 2398711"/>
              <a:gd name="connsiteX98552" fmla="*/ 709451 w 2119654"/>
              <a:gd name="connsiteY98552" fmla="*/ 450940 h 2398711"/>
              <a:gd name="connsiteX98553" fmla="*/ 709623 w 2119654"/>
              <a:gd name="connsiteY98553" fmla="*/ 449729 h 2398711"/>
              <a:gd name="connsiteX98554" fmla="*/ 712283 w 2119654"/>
              <a:gd name="connsiteY98554" fmla="*/ 422099 h 2398711"/>
              <a:gd name="connsiteX98555" fmla="*/ 712535 w 2119654"/>
              <a:gd name="connsiteY98555" fmla="*/ 423394 h 2398711"/>
              <a:gd name="connsiteX98556" fmla="*/ 712862 w 2119654"/>
              <a:gd name="connsiteY98556" fmla="*/ 423798 h 2398711"/>
              <a:gd name="connsiteX98557" fmla="*/ 713266 w 2119654"/>
              <a:gd name="connsiteY98557" fmla="*/ 424039 h 2398711"/>
              <a:gd name="connsiteX98558" fmla="*/ 713354 w 2119654"/>
              <a:gd name="connsiteY98558" fmla="*/ 423413 h 2398711"/>
              <a:gd name="connsiteX98559" fmla="*/ 723711 w 2119654"/>
              <a:gd name="connsiteY98559" fmla="*/ 396196 h 2398711"/>
              <a:gd name="connsiteX98560" fmla="*/ 723497 w 2119654"/>
              <a:gd name="connsiteY98560" fmla="*/ 401458 h 2398711"/>
              <a:gd name="connsiteX98561" fmla="*/ 723825 w 2119654"/>
              <a:gd name="connsiteY98561" fmla="*/ 401783 h 2398711"/>
              <a:gd name="connsiteX98562" fmla="*/ 725242 w 2119654"/>
              <a:gd name="connsiteY98562" fmla="*/ 396808 h 2398711"/>
              <a:gd name="connsiteX98563" fmla="*/ 280672 w 2119654"/>
              <a:gd name="connsiteY98563" fmla="*/ 1388184 h 2398711"/>
              <a:gd name="connsiteX98564" fmla="*/ 282045 w 2119654"/>
              <a:gd name="connsiteY98564" fmla="*/ 1390260 h 2398711"/>
              <a:gd name="connsiteX98565" fmla="*/ 283942 w 2119654"/>
              <a:gd name="connsiteY98565" fmla="*/ 1391360 h 2398711"/>
              <a:gd name="connsiteX98566" fmla="*/ 283665 w 2119654"/>
              <a:gd name="connsiteY98566" fmla="*/ 1390891 h 2398711"/>
              <a:gd name="connsiteX98567" fmla="*/ 686072 w 2119654"/>
              <a:gd name="connsiteY98567" fmla="*/ 480311 h 2398711"/>
              <a:gd name="connsiteX98568" fmla="*/ 684081 w 2119654"/>
              <a:gd name="connsiteY98568" fmla="*/ 486385 h 2398711"/>
              <a:gd name="connsiteX98569" fmla="*/ 685452 w 2119654"/>
              <a:gd name="connsiteY98569" fmla="*/ 487629 h 2398711"/>
              <a:gd name="connsiteX98570" fmla="*/ 686708 w 2119654"/>
              <a:gd name="connsiteY98570" fmla="*/ 481140 h 2398711"/>
              <a:gd name="connsiteX98571" fmla="*/ 686170 w 2119654"/>
              <a:gd name="connsiteY98571" fmla="*/ 480372 h 2398711"/>
              <a:gd name="connsiteX98572" fmla="*/ 678077 w 2119654"/>
              <a:gd name="connsiteY98572" fmla="*/ 498164 h 2398711"/>
              <a:gd name="connsiteX98573" fmla="*/ 677816 w 2119654"/>
              <a:gd name="connsiteY98573" fmla="*/ 500895 h 2398711"/>
              <a:gd name="connsiteX98574" fmla="*/ 678373 w 2119654"/>
              <a:gd name="connsiteY98574" fmla="*/ 501142 h 2398711"/>
              <a:gd name="connsiteX98575" fmla="*/ 679034 w 2119654"/>
              <a:gd name="connsiteY98575" fmla="*/ 499124 h 2398711"/>
              <a:gd name="connsiteX98576" fmla="*/ 688309 w 2119654"/>
              <a:gd name="connsiteY98576" fmla="*/ 475170 h 2398711"/>
              <a:gd name="connsiteX98577" fmla="*/ 687335 w 2119654"/>
              <a:gd name="connsiteY98577" fmla="*/ 480203 h 2398711"/>
              <a:gd name="connsiteX98578" fmla="*/ 687468 w 2119654"/>
              <a:gd name="connsiteY98578" fmla="*/ 480391 h 2398711"/>
              <a:gd name="connsiteX98579" fmla="*/ 690637 w 2119654"/>
              <a:gd name="connsiteY98579" fmla="*/ 482426 h 2398711"/>
              <a:gd name="connsiteX98580" fmla="*/ 691619 w 2119654"/>
              <a:gd name="connsiteY98580" fmla="*/ 479067 h 2398711"/>
              <a:gd name="connsiteX98581" fmla="*/ 691593 w 2119654"/>
              <a:gd name="connsiteY98581" fmla="*/ 478745 h 2398711"/>
              <a:gd name="connsiteX98582" fmla="*/ 691574 w 2119654"/>
              <a:gd name="connsiteY98582" fmla="*/ 477786 h 2398711"/>
              <a:gd name="connsiteX98583" fmla="*/ 293165 w 2119654"/>
              <a:gd name="connsiteY98583" fmla="*/ 1359972 h 2398711"/>
              <a:gd name="connsiteX98584" fmla="*/ 294015 w 2119654"/>
              <a:gd name="connsiteY98584" fmla="*/ 1362359 h 2398711"/>
              <a:gd name="connsiteX98585" fmla="*/ 295005 w 2119654"/>
              <a:gd name="connsiteY98585" fmla="*/ 1362829 h 2398711"/>
              <a:gd name="connsiteX98586" fmla="*/ 293421 w 2119654"/>
              <a:gd name="connsiteY98586" fmla="*/ 1360085 h 2398711"/>
              <a:gd name="connsiteX98587" fmla="*/ 657740 w 2119654"/>
              <a:gd name="connsiteY98587" fmla="*/ 543599 h 2398711"/>
              <a:gd name="connsiteX98588" fmla="*/ 657626 w 2119654"/>
              <a:gd name="connsiteY98588" fmla="*/ 543972 h 2398711"/>
              <a:gd name="connsiteX98589" fmla="*/ 657031 w 2119654"/>
              <a:gd name="connsiteY98589" fmla="*/ 546021 h 2398711"/>
              <a:gd name="connsiteX98590" fmla="*/ 657083 w 2119654"/>
              <a:gd name="connsiteY98590" fmla="*/ 546291 h 2398711"/>
              <a:gd name="connsiteX98591" fmla="*/ 642287 w 2119654"/>
              <a:gd name="connsiteY98591" fmla="*/ 578176 h 2398711"/>
              <a:gd name="connsiteX98592" fmla="*/ 642714 w 2119654"/>
              <a:gd name="connsiteY98592" fmla="*/ 579352 h 2398711"/>
              <a:gd name="connsiteX98593" fmla="*/ 642816 w 2119654"/>
              <a:gd name="connsiteY98593" fmla="*/ 578882 h 2398711"/>
              <a:gd name="connsiteX98594" fmla="*/ 642792 w 2119654"/>
              <a:gd name="connsiteY98594" fmla="*/ 578709 h 2398711"/>
              <a:gd name="connsiteX98595" fmla="*/ 289275 w 2119654"/>
              <a:gd name="connsiteY98595" fmla="*/ 1368619 h 2398711"/>
              <a:gd name="connsiteX98596" fmla="*/ 292819 w 2119654"/>
              <a:gd name="connsiteY98596" fmla="*/ 1371641 h 2398711"/>
              <a:gd name="connsiteX98597" fmla="*/ 292681 w 2119654"/>
              <a:gd name="connsiteY98597" fmla="*/ 1371252 h 2398711"/>
              <a:gd name="connsiteX98598" fmla="*/ 292542 w 2119654"/>
              <a:gd name="connsiteY98598" fmla="*/ 1370771 h 2398711"/>
              <a:gd name="connsiteX98599" fmla="*/ 235436 w 2119654"/>
              <a:gd name="connsiteY98599" fmla="*/ 1489167 h 2398711"/>
              <a:gd name="connsiteX98600" fmla="*/ 245417 w 2119654"/>
              <a:gd name="connsiteY98600" fmla="*/ 1498316 h 2398711"/>
              <a:gd name="connsiteX98601" fmla="*/ 243798 w 2119654"/>
              <a:gd name="connsiteY98601" fmla="*/ 1495949 h 2398711"/>
              <a:gd name="connsiteX98602" fmla="*/ 241043 w 2119654"/>
              <a:gd name="connsiteY98602" fmla="*/ 1476483 h 2398711"/>
              <a:gd name="connsiteX98603" fmla="*/ 242225 w 2119654"/>
              <a:gd name="connsiteY98603" fmla="*/ 1477942 h 2398711"/>
              <a:gd name="connsiteX98604" fmla="*/ 242588 w 2119654"/>
              <a:gd name="connsiteY98604" fmla="*/ 1478143 h 2398711"/>
              <a:gd name="connsiteX98605" fmla="*/ 241313 w 2119654"/>
              <a:gd name="connsiteY98605" fmla="*/ 1476779 h 2398711"/>
              <a:gd name="connsiteX98606" fmla="*/ 295479 w 2119654"/>
              <a:gd name="connsiteY98606" fmla="*/ 1354576 h 2398711"/>
              <a:gd name="connsiteX98607" fmla="*/ 296191 w 2119654"/>
              <a:gd name="connsiteY98607" fmla="*/ 1355650 h 2398711"/>
              <a:gd name="connsiteX98608" fmla="*/ 298169 w 2119654"/>
              <a:gd name="connsiteY98608" fmla="*/ 1356734 h 2398711"/>
              <a:gd name="connsiteX98609" fmla="*/ 297681 w 2119654"/>
              <a:gd name="connsiteY98609" fmla="*/ 1356069 h 2398711"/>
              <a:gd name="connsiteX98610" fmla="*/ 276505 w 2119654"/>
              <a:gd name="connsiteY98610" fmla="*/ 1396749 h 2398711"/>
              <a:gd name="connsiteX98611" fmla="*/ 276964 w 2119654"/>
              <a:gd name="connsiteY98611" fmla="*/ 1397929 h 2398711"/>
              <a:gd name="connsiteX98612" fmla="*/ 282532 w 2119654"/>
              <a:gd name="connsiteY98612" fmla="*/ 1401160 h 2398711"/>
              <a:gd name="connsiteX98613" fmla="*/ 282304 w 2119654"/>
              <a:gd name="connsiteY98613" fmla="*/ 1400577 h 2398711"/>
              <a:gd name="connsiteX98614" fmla="*/ 277849 w 2119654"/>
              <a:gd name="connsiteY98614" fmla="*/ 1397279 h 2398711"/>
              <a:gd name="connsiteX98615" fmla="*/ 227068 w 2119654"/>
              <a:gd name="connsiteY98615" fmla="*/ 1507437 h 2398711"/>
              <a:gd name="connsiteX98616" fmla="*/ 230726 w 2119654"/>
              <a:gd name="connsiteY98616" fmla="*/ 1508958 h 2398711"/>
              <a:gd name="connsiteX98617" fmla="*/ 240750 w 2119654"/>
              <a:gd name="connsiteY98617" fmla="*/ 1512659 h 2398711"/>
              <a:gd name="connsiteX98618" fmla="*/ 239648 w 2119654"/>
              <a:gd name="connsiteY98618" fmla="*/ 1510745 h 2398711"/>
              <a:gd name="connsiteX98619" fmla="*/ 235436 w 2119654"/>
              <a:gd name="connsiteY98619" fmla="*/ 1508338 h 2398711"/>
              <a:gd name="connsiteX98620" fmla="*/ 232923 w 2119654"/>
              <a:gd name="connsiteY98620" fmla="*/ 1508092 h 2398711"/>
              <a:gd name="connsiteX98621" fmla="*/ 670916 w 2119654"/>
              <a:gd name="connsiteY98621" fmla="*/ 513474 h 2398711"/>
              <a:gd name="connsiteX98622" fmla="*/ 671018 w 2119654"/>
              <a:gd name="connsiteY98622" fmla="*/ 514878 h 2398711"/>
              <a:gd name="connsiteX98623" fmla="*/ 673476 w 2119654"/>
              <a:gd name="connsiteY98623" fmla="*/ 516076 h 2398711"/>
              <a:gd name="connsiteX98624" fmla="*/ 673947 w 2119654"/>
              <a:gd name="connsiteY98624" fmla="*/ 514639 h 2398711"/>
              <a:gd name="connsiteX98625" fmla="*/ 254193 w 2119654"/>
              <a:gd name="connsiteY98625" fmla="*/ 1446283 h 2398711"/>
              <a:gd name="connsiteX98626" fmla="*/ 254261 w 2119654"/>
              <a:gd name="connsiteY98626" fmla="*/ 1446420 h 2398711"/>
              <a:gd name="connsiteX98627" fmla="*/ 254657 w 2119654"/>
              <a:gd name="connsiteY98627" fmla="*/ 1446588 h 2398711"/>
              <a:gd name="connsiteX98628" fmla="*/ 254597 w 2119654"/>
              <a:gd name="connsiteY98628" fmla="*/ 1446546 h 2398711"/>
              <a:gd name="connsiteX98629" fmla="*/ 637573 w 2119654"/>
              <a:gd name="connsiteY98629" fmla="*/ 587696 h 2398711"/>
              <a:gd name="connsiteX98630" fmla="*/ 637788 w 2119654"/>
              <a:gd name="connsiteY98630" fmla="*/ 589017 h 2398711"/>
              <a:gd name="connsiteX98631" fmla="*/ 638149 w 2119654"/>
              <a:gd name="connsiteY98631" fmla="*/ 588315 h 2398711"/>
              <a:gd name="connsiteX98632" fmla="*/ 637724 w 2119654"/>
              <a:gd name="connsiteY98632" fmla="*/ 587742 h 2398711"/>
              <a:gd name="connsiteX98633" fmla="*/ 687872 w 2119654"/>
              <a:gd name="connsiteY98633" fmla="*/ 474821 h 2398711"/>
              <a:gd name="connsiteX98634" fmla="*/ 686499 w 2119654"/>
              <a:gd name="connsiteY98634" fmla="*/ 479009 h 2398711"/>
              <a:gd name="connsiteX98635" fmla="*/ 686986 w 2119654"/>
              <a:gd name="connsiteY98635" fmla="*/ 479704 h 2398711"/>
              <a:gd name="connsiteX98636" fmla="*/ 687848 w 2119654"/>
              <a:gd name="connsiteY98636" fmla="*/ 475248 h 2398711"/>
              <a:gd name="connsiteX98637" fmla="*/ 687929 w 2119654"/>
              <a:gd name="connsiteY98637" fmla="*/ 474866 h 2398711"/>
              <a:gd name="connsiteX98638" fmla="*/ 641664 w 2119654"/>
              <a:gd name="connsiteY98638" fmla="*/ 578065 h 2398711"/>
              <a:gd name="connsiteX98639" fmla="*/ 641647 w 2119654"/>
              <a:gd name="connsiteY98639" fmla="*/ 579565 h 2398711"/>
              <a:gd name="connsiteX98640" fmla="*/ 642236 w 2119654"/>
              <a:gd name="connsiteY98640" fmla="*/ 580359 h 2398711"/>
              <a:gd name="connsiteX98641" fmla="*/ 642334 w 2119654"/>
              <a:gd name="connsiteY98641" fmla="*/ 580167 h 2398711"/>
              <a:gd name="connsiteX98642" fmla="*/ 292857 w 2119654"/>
              <a:gd name="connsiteY98642" fmla="*/ 1359108 h 2398711"/>
              <a:gd name="connsiteX98643" fmla="*/ 293088 w 2119654"/>
              <a:gd name="connsiteY98643" fmla="*/ 1359755 h 2398711"/>
              <a:gd name="connsiteX98644" fmla="*/ 293278 w 2119654"/>
              <a:gd name="connsiteY98644" fmla="*/ 1359836 h 2398711"/>
              <a:gd name="connsiteX98645" fmla="*/ 623502 w 2119654"/>
              <a:gd name="connsiteY98645" fmla="*/ 618557 h 2398711"/>
              <a:gd name="connsiteX98646" fmla="*/ 622702 w 2119654"/>
              <a:gd name="connsiteY98646" fmla="*/ 621135 h 2398711"/>
              <a:gd name="connsiteX98647" fmla="*/ 623795 w 2119654"/>
              <a:gd name="connsiteY98647" fmla="*/ 618781 h 2398711"/>
              <a:gd name="connsiteX98648" fmla="*/ 276250 w 2119654"/>
              <a:gd name="connsiteY98648" fmla="*/ 1396096 h 2398711"/>
              <a:gd name="connsiteX98649" fmla="*/ 276385 w 2119654"/>
              <a:gd name="connsiteY98649" fmla="*/ 1396441 h 2398711"/>
              <a:gd name="connsiteX98650" fmla="*/ 276752 w 2119654"/>
              <a:gd name="connsiteY98650" fmla="*/ 1396586 h 2398711"/>
              <a:gd name="connsiteX98651" fmla="*/ 277079 w 2119654"/>
              <a:gd name="connsiteY98651" fmla="*/ 1396710 h 2398711"/>
              <a:gd name="connsiteX98652" fmla="*/ 295537 w 2119654"/>
              <a:gd name="connsiteY98652" fmla="*/ 1352882 h 2398711"/>
              <a:gd name="connsiteX98653" fmla="*/ 296393 w 2119654"/>
              <a:gd name="connsiteY98653" fmla="*/ 1354050 h 2398711"/>
              <a:gd name="connsiteX98654" fmla="*/ 297458 w 2119654"/>
              <a:gd name="connsiteY98654" fmla="*/ 1354772 h 2398711"/>
              <a:gd name="connsiteX98655" fmla="*/ 710580 w 2119654"/>
              <a:gd name="connsiteY98655" fmla="*/ 423398 h 2398711"/>
              <a:gd name="connsiteX98656" fmla="*/ 712085 w 2119654"/>
              <a:gd name="connsiteY98656" fmla="*/ 425406 h 2398711"/>
              <a:gd name="connsiteX98657" fmla="*/ 711899 w 2119654"/>
              <a:gd name="connsiteY98657" fmla="*/ 424185 h 2398711"/>
              <a:gd name="connsiteX98658" fmla="*/ 299210 w 2119654"/>
              <a:gd name="connsiteY98658" fmla="*/ 1344461 h 2398711"/>
              <a:gd name="connsiteX98659" fmla="*/ 300137 w 2119654"/>
              <a:gd name="connsiteY98659" fmla="*/ 1346394 h 2398711"/>
              <a:gd name="connsiteX98660" fmla="*/ 302080 w 2119654"/>
              <a:gd name="connsiteY98660" fmla="*/ 1347372 h 2398711"/>
              <a:gd name="connsiteX98661" fmla="*/ 301283 w 2119654"/>
              <a:gd name="connsiteY98661" fmla="*/ 1344590 h 2398711"/>
              <a:gd name="connsiteX98662" fmla="*/ 301239 w 2119654"/>
              <a:gd name="connsiteY98662" fmla="*/ 1344492 h 2398711"/>
              <a:gd name="connsiteX98663" fmla="*/ 300416 w 2119654"/>
              <a:gd name="connsiteY98663" fmla="*/ 1343849 h 2398711"/>
              <a:gd name="connsiteX98664" fmla="*/ 226396 w 2119654"/>
              <a:gd name="connsiteY98664" fmla="*/ 1507475 h 2398711"/>
              <a:gd name="connsiteX98665" fmla="*/ 236383 w 2119654"/>
              <a:gd name="connsiteY98665" fmla="*/ 1518047 h 2398711"/>
              <a:gd name="connsiteX98666" fmla="*/ 242906 w 2119654"/>
              <a:gd name="connsiteY98666" fmla="*/ 1522723 h 2398711"/>
              <a:gd name="connsiteX98667" fmla="*/ 248320 w 2119654"/>
              <a:gd name="connsiteY98667" fmla="*/ 1525815 h 2398711"/>
              <a:gd name="connsiteX98668" fmla="*/ 247918 w 2119654"/>
              <a:gd name="connsiteY98668" fmla="*/ 1525116 h 2398711"/>
              <a:gd name="connsiteX98669" fmla="*/ 246213 w 2119654"/>
              <a:gd name="connsiteY98669" fmla="*/ 1524588 h 2398711"/>
              <a:gd name="connsiteX98670" fmla="*/ 246072 w 2119654"/>
              <a:gd name="connsiteY98670" fmla="*/ 1524335 h 2398711"/>
              <a:gd name="connsiteX98671" fmla="*/ 247771 w 2119654"/>
              <a:gd name="connsiteY98671" fmla="*/ 1524861 h 2398711"/>
              <a:gd name="connsiteX98672" fmla="*/ 241340 w 2119654"/>
              <a:gd name="connsiteY98672" fmla="*/ 1513683 h 2398711"/>
              <a:gd name="connsiteX98673" fmla="*/ 738661 w 2119654"/>
              <a:gd name="connsiteY98673" fmla="*/ 360412 h 2398711"/>
              <a:gd name="connsiteX98674" fmla="*/ 735432 w 2119654"/>
              <a:gd name="connsiteY98674" fmla="*/ 371749 h 2398711"/>
              <a:gd name="connsiteX98675" fmla="*/ 735219 w 2119654"/>
              <a:gd name="connsiteY98675" fmla="*/ 373730 h 2398711"/>
              <a:gd name="connsiteX98676" fmla="*/ 739920 w 2119654"/>
              <a:gd name="connsiteY98676" fmla="*/ 377930 h 2398711"/>
              <a:gd name="connsiteX98677" fmla="*/ 743108 w 2119654"/>
              <a:gd name="connsiteY98677" fmla="*/ 368080 h 2398711"/>
              <a:gd name="connsiteX98678" fmla="*/ 620922 w 2119654"/>
              <a:gd name="connsiteY98678" fmla="*/ 623779 h 2398711"/>
              <a:gd name="connsiteX98679" fmla="*/ 620889 w 2119654"/>
              <a:gd name="connsiteY98679" fmla="*/ 623895 h 2398711"/>
              <a:gd name="connsiteX98680" fmla="*/ 620925 w 2119654"/>
              <a:gd name="connsiteY98680" fmla="*/ 623941 h 2398711"/>
              <a:gd name="connsiteX98681" fmla="*/ 689247 w 2119654"/>
              <a:gd name="connsiteY98681" fmla="*/ 470629 h 2398711"/>
              <a:gd name="connsiteX98682" fmla="*/ 689102 w 2119654"/>
              <a:gd name="connsiteY98682" fmla="*/ 471070 h 2398711"/>
              <a:gd name="connsiteX98683" fmla="*/ 688529 w 2119654"/>
              <a:gd name="connsiteY98683" fmla="*/ 474029 h 2398711"/>
              <a:gd name="connsiteX98684" fmla="*/ 691546 w 2119654"/>
              <a:gd name="connsiteY98684" fmla="*/ 476447 h 2398711"/>
              <a:gd name="connsiteX98685" fmla="*/ 691475 w 2119654"/>
              <a:gd name="connsiteY98685" fmla="*/ 472886 h 2398711"/>
              <a:gd name="connsiteX98686" fmla="*/ 689632 w 2119654"/>
              <a:gd name="connsiteY98686" fmla="*/ 470816 h 2398711"/>
              <a:gd name="connsiteX98687" fmla="*/ 294244 w 2119654"/>
              <a:gd name="connsiteY98687" fmla="*/ 1355057 h 2398711"/>
              <a:gd name="connsiteX98688" fmla="*/ 298222 w 2119654"/>
              <a:gd name="connsiteY98688" fmla="*/ 1361953 h 2398711"/>
              <a:gd name="connsiteX98689" fmla="*/ 299218 w 2119654"/>
              <a:gd name="connsiteY98689" fmla="*/ 1362379 h 2398711"/>
              <a:gd name="connsiteX98690" fmla="*/ 298284 w 2119654"/>
              <a:gd name="connsiteY98690" fmla="*/ 1362058 h 2398711"/>
              <a:gd name="connsiteX98691" fmla="*/ 298446 w 2119654"/>
              <a:gd name="connsiteY98691" fmla="*/ 1362341 h 2398711"/>
              <a:gd name="connsiteX98692" fmla="*/ 300943 w 2119654"/>
              <a:gd name="connsiteY98692" fmla="*/ 1365651 h 2398711"/>
              <a:gd name="connsiteX98693" fmla="*/ 302622 w 2119654"/>
              <a:gd name="connsiteY98693" fmla="*/ 1366449 h 2398711"/>
              <a:gd name="connsiteX98694" fmla="*/ 300198 w 2119654"/>
              <a:gd name="connsiteY98694" fmla="*/ 1362799 h 2398711"/>
              <a:gd name="connsiteX98695" fmla="*/ 299218 w 2119654"/>
              <a:gd name="connsiteY98695" fmla="*/ 1362379 h 2398711"/>
              <a:gd name="connsiteX98696" fmla="*/ 300127 w 2119654"/>
              <a:gd name="connsiteY98696" fmla="*/ 1362692 h 2398711"/>
              <a:gd name="connsiteX98697" fmla="*/ 295521 w 2119654"/>
              <a:gd name="connsiteY98697" fmla="*/ 1355758 h 2398711"/>
              <a:gd name="connsiteX98698" fmla="*/ 241185 w 2119654"/>
              <a:gd name="connsiteY98698" fmla="*/ 1473779 h 2398711"/>
              <a:gd name="connsiteX98699" fmla="*/ 244605 w 2119654"/>
              <a:gd name="connsiteY98699" fmla="*/ 1479262 h 2398711"/>
              <a:gd name="connsiteX98700" fmla="*/ 247717 w 2119654"/>
              <a:gd name="connsiteY98700" fmla="*/ 1480988 h 2398711"/>
              <a:gd name="connsiteX98701" fmla="*/ 247527 w 2119654"/>
              <a:gd name="connsiteY98701" fmla="*/ 1480757 h 2398711"/>
              <a:gd name="connsiteX98702" fmla="*/ 243234 w 2119654"/>
              <a:gd name="connsiteY98702" fmla="*/ 1475115 h 2398711"/>
              <a:gd name="connsiteX98703" fmla="*/ 624455 w 2119654"/>
              <a:gd name="connsiteY98703" fmla="*/ 615486 h 2398711"/>
              <a:gd name="connsiteX98704" fmla="*/ 623963 w 2119654"/>
              <a:gd name="connsiteY98704" fmla="*/ 617069 h 2398711"/>
              <a:gd name="connsiteX98705" fmla="*/ 624425 w 2119654"/>
              <a:gd name="connsiteY98705" fmla="*/ 617423 h 2398711"/>
              <a:gd name="connsiteX98706" fmla="*/ 625178 w 2119654"/>
              <a:gd name="connsiteY98706" fmla="*/ 615802 h 2398711"/>
              <a:gd name="connsiteX98707" fmla="*/ 621263 w 2119654"/>
              <a:gd name="connsiteY98707" fmla="*/ 622581 h 2398711"/>
              <a:gd name="connsiteX98708" fmla="*/ 621182 w 2119654"/>
              <a:gd name="connsiteY98708" fmla="*/ 622866 h 2398711"/>
              <a:gd name="connsiteX98709" fmla="*/ 621209 w 2119654"/>
              <a:gd name="connsiteY98709" fmla="*/ 624306 h 2398711"/>
              <a:gd name="connsiteX98710" fmla="*/ 621221 w 2119654"/>
              <a:gd name="connsiteY98710" fmla="*/ 624323 h 2398711"/>
              <a:gd name="connsiteX98711" fmla="*/ 621248 w 2119654"/>
              <a:gd name="connsiteY98711" fmla="*/ 624266 h 2398711"/>
              <a:gd name="connsiteX98712" fmla="*/ 621661 w 2119654"/>
              <a:gd name="connsiteY98712" fmla="*/ 622996 h 2398711"/>
              <a:gd name="connsiteX98713" fmla="*/ 621638 w 2119654"/>
              <a:gd name="connsiteY98713" fmla="*/ 622808 h 2398711"/>
              <a:gd name="connsiteX98714" fmla="*/ 641428 w 2119654"/>
              <a:gd name="connsiteY98714" fmla="*/ 577327 h 2398711"/>
              <a:gd name="connsiteX98715" fmla="*/ 641085 w 2119654"/>
              <a:gd name="connsiteY98715" fmla="*/ 578807 h 2398711"/>
              <a:gd name="connsiteX98716" fmla="*/ 641417 w 2119654"/>
              <a:gd name="connsiteY98716" fmla="*/ 579255 h 2398711"/>
              <a:gd name="connsiteX98717" fmla="*/ 641438 w 2119654"/>
              <a:gd name="connsiteY98717" fmla="*/ 577359 h 2398711"/>
              <a:gd name="connsiteX98718" fmla="*/ 690054 w 2119654"/>
              <a:gd name="connsiteY98718" fmla="*/ 468168 h 2398711"/>
              <a:gd name="connsiteX98719" fmla="*/ 689945 w 2119654"/>
              <a:gd name="connsiteY98719" fmla="*/ 468501 h 2398711"/>
              <a:gd name="connsiteX98720" fmla="*/ 691417 w 2119654"/>
              <a:gd name="connsiteY98720" fmla="*/ 469961 h 2398711"/>
              <a:gd name="connsiteX98721" fmla="*/ 691401 w 2119654"/>
              <a:gd name="connsiteY98721" fmla="*/ 469149 h 2398711"/>
              <a:gd name="connsiteX98722" fmla="*/ 280942 w 2119654"/>
              <a:gd name="connsiteY98722" fmla="*/ 1384228 h 2398711"/>
              <a:gd name="connsiteX98723" fmla="*/ 280960 w 2119654"/>
              <a:gd name="connsiteY98723" fmla="*/ 1384260 h 2398711"/>
              <a:gd name="connsiteX98724" fmla="*/ 287639 w 2119654"/>
              <a:gd name="connsiteY98724" fmla="*/ 1392119 h 2398711"/>
              <a:gd name="connsiteX98725" fmla="*/ 290437 w 2119654"/>
              <a:gd name="connsiteY98725" fmla="*/ 1394962 h 2398711"/>
              <a:gd name="connsiteX98726" fmla="*/ 287277 w 2119654"/>
              <a:gd name="connsiteY98726" fmla="*/ 1390187 h 2398711"/>
              <a:gd name="connsiteX98727" fmla="*/ 281530 w 2119654"/>
              <a:gd name="connsiteY98727" fmla="*/ 1384488 h 2398711"/>
              <a:gd name="connsiteX98728" fmla="*/ 625000 w 2119654"/>
              <a:gd name="connsiteY98728" fmla="*/ 613728 h 2398711"/>
              <a:gd name="connsiteX98729" fmla="*/ 624984 w 2119654"/>
              <a:gd name="connsiteY98729" fmla="*/ 613779 h 2398711"/>
              <a:gd name="connsiteX98730" fmla="*/ 625436 w 2119654"/>
              <a:gd name="connsiteY98730" fmla="*/ 613988 h 2398711"/>
              <a:gd name="connsiteX98731" fmla="*/ 222550 w 2119654"/>
              <a:gd name="connsiteY98731" fmla="*/ 1514763 h 2398711"/>
              <a:gd name="connsiteX98732" fmla="*/ 225168 w 2119654"/>
              <a:gd name="connsiteY98732" fmla="*/ 1517786 h 2398711"/>
              <a:gd name="connsiteX98733" fmla="*/ 235975 w 2119654"/>
              <a:gd name="connsiteY98733" fmla="*/ 1523202 h 2398711"/>
              <a:gd name="connsiteX98734" fmla="*/ 234588 w 2119654"/>
              <a:gd name="connsiteY98734" fmla="*/ 1521523 h 2398711"/>
              <a:gd name="connsiteX98735" fmla="*/ 233713 w 2119654"/>
              <a:gd name="connsiteY98735" fmla="*/ 1520372 h 2398711"/>
              <a:gd name="connsiteX98736" fmla="*/ 233118 w 2119654"/>
              <a:gd name="connsiteY98736" fmla="*/ 1520083 h 2398711"/>
              <a:gd name="connsiteX98737" fmla="*/ 690754 w 2119654"/>
              <a:gd name="connsiteY98737" fmla="*/ 466032 h 2398711"/>
              <a:gd name="connsiteX98738" fmla="*/ 690324 w 2119654"/>
              <a:gd name="connsiteY98738" fmla="*/ 467344 h 2398711"/>
              <a:gd name="connsiteX98739" fmla="*/ 691381 w 2119654"/>
              <a:gd name="connsiteY98739" fmla="*/ 468111 h 2398711"/>
              <a:gd name="connsiteX98740" fmla="*/ 691349 w 2119654"/>
              <a:gd name="connsiteY98740" fmla="*/ 466479 h 2398711"/>
              <a:gd name="connsiteX98741" fmla="*/ 642444 w 2119654"/>
              <a:gd name="connsiteY98741" fmla="*/ 574179 h 2398711"/>
              <a:gd name="connsiteX98742" fmla="*/ 642986 w 2119654"/>
              <a:gd name="connsiteY98742" fmla="*/ 578089 h 2398711"/>
              <a:gd name="connsiteX98743" fmla="*/ 643686 w 2119654"/>
              <a:gd name="connsiteY98743" fmla="*/ 574827 h 2398711"/>
              <a:gd name="connsiteX98744" fmla="*/ 643385 w 2119654"/>
              <a:gd name="connsiteY98744" fmla="*/ 574563 h 2398711"/>
              <a:gd name="connsiteX98745" fmla="*/ 627622 w 2119654"/>
              <a:gd name="connsiteY98745" fmla="*/ 607363 h 2398711"/>
              <a:gd name="connsiteX98746" fmla="*/ 627970 w 2119654"/>
              <a:gd name="connsiteY98746" fmla="*/ 609643 h 2398711"/>
              <a:gd name="connsiteX98747" fmla="*/ 628253 w 2119654"/>
              <a:gd name="connsiteY98747" fmla="*/ 606986 h 2398711"/>
              <a:gd name="connsiteX98748" fmla="*/ 628082 w 2119654"/>
              <a:gd name="connsiteY98748" fmla="*/ 606683 h 2398711"/>
              <a:gd name="connsiteX98749" fmla="*/ 668685 w 2119654"/>
              <a:gd name="connsiteY98749" fmla="*/ 515405 h 2398711"/>
              <a:gd name="connsiteX98750" fmla="*/ 668089 w 2119654"/>
              <a:gd name="connsiteY98750" fmla="*/ 519680 h 2398711"/>
              <a:gd name="connsiteX98751" fmla="*/ 668911 w 2119654"/>
              <a:gd name="connsiteY98751" fmla="*/ 520919 h 2398711"/>
              <a:gd name="connsiteX98752" fmla="*/ 669952 w 2119654"/>
              <a:gd name="connsiteY98752" fmla="*/ 521988 h 2398711"/>
              <a:gd name="connsiteX98753" fmla="*/ 669898 w 2119654"/>
              <a:gd name="connsiteY98753" fmla="*/ 516960 h 2398711"/>
              <a:gd name="connsiteX98754" fmla="*/ 669849 w 2119654"/>
              <a:gd name="connsiteY98754" fmla="*/ 516282 h 2398711"/>
              <a:gd name="connsiteX98755" fmla="*/ 718645 w 2119654"/>
              <a:gd name="connsiteY98755" fmla="*/ 403532 h 2398711"/>
              <a:gd name="connsiteX98756" fmla="*/ 719297 w 2119654"/>
              <a:gd name="connsiteY98756" fmla="*/ 407804 h 2398711"/>
              <a:gd name="connsiteX98757" fmla="*/ 719763 w 2119654"/>
              <a:gd name="connsiteY98757" fmla="*/ 408377 h 2398711"/>
              <a:gd name="connsiteX98758" fmla="*/ 721734 w 2119654"/>
              <a:gd name="connsiteY98758" fmla="*/ 409133 h 2398711"/>
              <a:gd name="connsiteX98759" fmla="*/ 722669 w 2119654"/>
              <a:gd name="connsiteY98759" fmla="*/ 405846 h 2398711"/>
              <a:gd name="connsiteX98760" fmla="*/ 678555 w 2119654"/>
              <a:gd name="connsiteY98760" fmla="*/ 493147 h 2398711"/>
              <a:gd name="connsiteX98761" fmla="*/ 678152 w 2119654"/>
              <a:gd name="connsiteY98761" fmla="*/ 497367 h 2398711"/>
              <a:gd name="connsiteX98762" fmla="*/ 679249 w 2119654"/>
              <a:gd name="connsiteY98762" fmla="*/ 498468 h 2398711"/>
              <a:gd name="connsiteX98763" fmla="*/ 679260 w 2119654"/>
              <a:gd name="connsiteY98763" fmla="*/ 498435 h 2398711"/>
              <a:gd name="connsiteX98764" fmla="*/ 679148 w 2119654"/>
              <a:gd name="connsiteY98764" fmla="*/ 496151 h 2398711"/>
              <a:gd name="connsiteX98765" fmla="*/ 715692 w 2119654"/>
              <a:gd name="connsiteY98765" fmla="*/ 409807 h 2398711"/>
              <a:gd name="connsiteX98766" fmla="*/ 715014 w 2119654"/>
              <a:gd name="connsiteY98766" fmla="*/ 414588 h 2398711"/>
              <a:gd name="connsiteX98767" fmla="*/ 714760 w 2119654"/>
              <a:gd name="connsiteY98767" fmla="*/ 416575 h 2398711"/>
              <a:gd name="connsiteX98768" fmla="*/ 715918 w 2119654"/>
              <a:gd name="connsiteY98768" fmla="*/ 417265 h 2398711"/>
              <a:gd name="connsiteX98769" fmla="*/ 715919 w 2119654"/>
              <a:gd name="connsiteY98769" fmla="*/ 417260 h 2398711"/>
              <a:gd name="connsiteX98770" fmla="*/ 716075 w 2119654"/>
              <a:gd name="connsiteY98770" fmla="*/ 417053 h 2398711"/>
              <a:gd name="connsiteX98771" fmla="*/ 716082 w 2119654"/>
              <a:gd name="connsiteY98771" fmla="*/ 417362 h 2398711"/>
              <a:gd name="connsiteX98772" fmla="*/ 718910 w 2119654"/>
              <a:gd name="connsiteY98772" fmla="*/ 419048 h 2398711"/>
              <a:gd name="connsiteX98773" fmla="*/ 720042 w 2119654"/>
              <a:gd name="connsiteY98773" fmla="*/ 415074 h 2398711"/>
              <a:gd name="connsiteX98774" fmla="*/ 719733 w 2119654"/>
              <a:gd name="connsiteY98774" fmla="*/ 413043 h 2398711"/>
              <a:gd name="connsiteX98775" fmla="*/ 297795 w 2119654"/>
              <a:gd name="connsiteY98775" fmla="*/ 1345530 h 2398711"/>
              <a:gd name="connsiteX98776" fmla="*/ 298934 w 2119654"/>
              <a:gd name="connsiteY98776" fmla="*/ 1346564 h 2398711"/>
              <a:gd name="connsiteX98777" fmla="*/ 298643 w 2119654"/>
              <a:gd name="connsiteY98777" fmla="*/ 1345957 h 2398711"/>
              <a:gd name="connsiteX98778" fmla="*/ 691305 w 2119654"/>
              <a:gd name="connsiteY98778" fmla="*/ 464351 h 2398711"/>
              <a:gd name="connsiteX98779" fmla="*/ 690895 w 2119654"/>
              <a:gd name="connsiteY98779" fmla="*/ 465602 h 2398711"/>
              <a:gd name="connsiteX98780" fmla="*/ 691337 w 2119654"/>
              <a:gd name="connsiteY98780" fmla="*/ 465924 h 2398711"/>
              <a:gd name="connsiteX98781" fmla="*/ 236550 w 2119654"/>
              <a:gd name="connsiteY98781" fmla="*/ 1482487 h 2398711"/>
              <a:gd name="connsiteX98782" fmla="*/ 247568 w 2119654"/>
              <a:gd name="connsiteY98782" fmla="*/ 1498606 h 2398711"/>
              <a:gd name="connsiteX98783" fmla="*/ 250286 w 2119654"/>
              <a:gd name="connsiteY98783" fmla="*/ 1500809 h 2398711"/>
              <a:gd name="connsiteX98784" fmla="*/ 254831 w 2119654"/>
              <a:gd name="connsiteY98784" fmla="*/ 1502600 h 2398711"/>
              <a:gd name="connsiteX98785" fmla="*/ 256889 w 2119654"/>
              <a:gd name="connsiteY98785" fmla="*/ 1503142 h 2398711"/>
              <a:gd name="connsiteX98786" fmla="*/ 241721 w 2119654"/>
              <a:gd name="connsiteY98786" fmla="*/ 1486406 h 2398711"/>
              <a:gd name="connsiteX98787" fmla="*/ 238052 w 2119654"/>
              <a:gd name="connsiteY98787" fmla="*/ 1483537 h 2398711"/>
              <a:gd name="connsiteX98788" fmla="*/ 668805 w 2119654"/>
              <a:gd name="connsiteY98788" fmla="*/ 514544 h 2398711"/>
              <a:gd name="connsiteX98789" fmla="*/ 668784 w 2119654"/>
              <a:gd name="connsiteY98789" fmla="*/ 514695 h 2398711"/>
              <a:gd name="connsiteX98790" fmla="*/ 669786 w 2119654"/>
              <a:gd name="connsiteY98790" fmla="*/ 515430 h 2398711"/>
              <a:gd name="connsiteX98791" fmla="*/ 669756 w 2119654"/>
              <a:gd name="connsiteY98791" fmla="*/ 515008 h 2398711"/>
              <a:gd name="connsiteX98792" fmla="*/ 642161 w 2119654"/>
              <a:gd name="connsiteY98792" fmla="*/ 574163 h 2398711"/>
              <a:gd name="connsiteX98793" fmla="*/ 641677 w 2119654"/>
              <a:gd name="connsiteY98793" fmla="*/ 576252 h 2398711"/>
              <a:gd name="connsiteX98794" fmla="*/ 641684 w 2119654"/>
              <a:gd name="connsiteY98794" fmla="*/ 576245 h 2398711"/>
              <a:gd name="connsiteX98795" fmla="*/ 641683 w 2119654"/>
              <a:gd name="connsiteY98795" fmla="*/ 576508 h 2398711"/>
              <a:gd name="connsiteX98796" fmla="*/ 641981 w 2119654"/>
              <a:gd name="connsiteY98796" fmla="*/ 577328 h 2398711"/>
              <a:gd name="connsiteX98797" fmla="*/ 642707 w 2119654"/>
              <a:gd name="connsiteY98797" fmla="*/ 578098 h 2398711"/>
              <a:gd name="connsiteX98798" fmla="*/ 622604 w 2119654"/>
              <a:gd name="connsiteY98798" fmla="*/ 617868 h 2398711"/>
              <a:gd name="connsiteX98799" fmla="*/ 621828 w 2119654"/>
              <a:gd name="connsiteY98799" fmla="*/ 620595 h 2398711"/>
              <a:gd name="connsiteX98800" fmla="*/ 621911 w 2119654"/>
              <a:gd name="connsiteY98800" fmla="*/ 621276 h 2398711"/>
              <a:gd name="connsiteX98801" fmla="*/ 622179 w 2119654"/>
              <a:gd name="connsiteY98801" fmla="*/ 621400 h 2398711"/>
              <a:gd name="connsiteX98802" fmla="*/ 623183 w 2119654"/>
              <a:gd name="connsiteY98802" fmla="*/ 618312 h 2398711"/>
              <a:gd name="connsiteX98803" fmla="*/ 681907 w 2119654"/>
              <a:gd name="connsiteY98803" fmla="*/ 485031 h 2398711"/>
              <a:gd name="connsiteX98804" fmla="*/ 682472 w 2119654"/>
              <a:gd name="connsiteY98804" fmla="*/ 488504 h 2398711"/>
              <a:gd name="connsiteX98805" fmla="*/ 682508 w 2119654"/>
              <a:gd name="connsiteY98805" fmla="*/ 488530 h 2398711"/>
              <a:gd name="connsiteX98806" fmla="*/ 683180 w 2119654"/>
              <a:gd name="connsiteY98806" fmla="*/ 486479 h 2398711"/>
              <a:gd name="connsiteX98807" fmla="*/ 683177 w 2119654"/>
              <a:gd name="connsiteY98807" fmla="*/ 486257 h 2398711"/>
              <a:gd name="connsiteX98808" fmla="*/ 297760 w 2119654"/>
              <a:gd name="connsiteY98808" fmla="*/ 1345197 h 2398711"/>
              <a:gd name="connsiteX98809" fmla="*/ 298444 w 2119654"/>
              <a:gd name="connsiteY98809" fmla="*/ 1345542 h 2398711"/>
              <a:gd name="connsiteX98810" fmla="*/ 298177 w 2119654"/>
              <a:gd name="connsiteY98810" fmla="*/ 1344986 h 2398711"/>
              <a:gd name="connsiteX98811" fmla="*/ 626428 w 2119654"/>
              <a:gd name="connsiteY98811" fmla="*/ 609132 h 2398711"/>
              <a:gd name="connsiteX98812" fmla="*/ 626373 w 2119654"/>
              <a:gd name="connsiteY98812" fmla="*/ 609303 h 2398711"/>
              <a:gd name="connsiteX98813" fmla="*/ 625188 w 2119654"/>
              <a:gd name="connsiteY98813" fmla="*/ 613123 h 2398711"/>
              <a:gd name="connsiteX98814" fmla="*/ 626156 w 2119654"/>
              <a:gd name="connsiteY98814" fmla="*/ 613700 h 2398711"/>
              <a:gd name="connsiteX98815" fmla="*/ 627714 w 2119654"/>
              <a:gd name="connsiteY98815" fmla="*/ 610342 h 2398711"/>
              <a:gd name="connsiteX98816" fmla="*/ 627326 w 2119654"/>
              <a:gd name="connsiteY98816" fmla="*/ 607802 h 2398711"/>
              <a:gd name="connsiteX98817" fmla="*/ 256402 w 2119654"/>
              <a:gd name="connsiteY98817" fmla="*/ 1437640 h 2398711"/>
              <a:gd name="connsiteX98818" fmla="*/ 259208 w 2119654"/>
              <a:gd name="connsiteY98818" fmla="*/ 1441847 h 2398711"/>
              <a:gd name="connsiteX98819" fmla="*/ 270476 w 2119654"/>
              <a:gd name="connsiteY98819" fmla="*/ 1451258 h 2398711"/>
              <a:gd name="connsiteX98820" fmla="*/ 267815 w 2119654"/>
              <a:gd name="connsiteY98820" fmla="*/ 1445913 h 2398711"/>
              <a:gd name="connsiteX98821" fmla="*/ 265460 w 2119654"/>
              <a:gd name="connsiteY98821" fmla="*/ 1443348 h 2398711"/>
              <a:gd name="connsiteX98822" fmla="*/ 265435 w 2119654"/>
              <a:gd name="connsiteY98822" fmla="*/ 1443030 h 2398711"/>
              <a:gd name="connsiteX98823" fmla="*/ 267498 w 2119654"/>
              <a:gd name="connsiteY98823" fmla="*/ 1445276 h 2398711"/>
              <a:gd name="connsiteX98824" fmla="*/ 261262 w 2119654"/>
              <a:gd name="connsiteY98824" fmla="*/ 1432748 h 2398711"/>
              <a:gd name="connsiteX98825" fmla="*/ 732593 w 2119654"/>
              <a:gd name="connsiteY98825" fmla="*/ 370884 h 2398711"/>
              <a:gd name="connsiteX98826" fmla="*/ 732516 w 2119654"/>
              <a:gd name="connsiteY98826" fmla="*/ 371270 h 2398711"/>
              <a:gd name="connsiteX98827" fmla="*/ 732614 w 2119654"/>
              <a:gd name="connsiteY98827" fmla="*/ 370923 h 2398711"/>
              <a:gd name="connsiteX98828" fmla="*/ 670622 w 2119654"/>
              <a:gd name="connsiteY98828" fmla="*/ 509413 h 2398711"/>
              <a:gd name="connsiteX98829" fmla="*/ 670903 w 2119654"/>
              <a:gd name="connsiteY98829" fmla="*/ 513298 h 2398711"/>
              <a:gd name="connsiteX98830" fmla="*/ 673998 w 2119654"/>
              <a:gd name="connsiteY98830" fmla="*/ 514487 h 2398711"/>
              <a:gd name="connsiteX98831" fmla="*/ 674699 w 2119654"/>
              <a:gd name="connsiteY98831" fmla="*/ 512345 h 2398711"/>
              <a:gd name="connsiteX98832" fmla="*/ 673096 w 2119654"/>
              <a:gd name="connsiteY98832" fmla="*/ 510625 h 2398711"/>
              <a:gd name="connsiteX98833" fmla="*/ 656228 w 2119654"/>
              <a:gd name="connsiteY98833" fmla="*/ 541592 h 2398711"/>
              <a:gd name="connsiteX98834" fmla="*/ 656201 w 2119654"/>
              <a:gd name="connsiteY98834" fmla="*/ 541724 h 2398711"/>
              <a:gd name="connsiteX98835" fmla="*/ 656907 w 2119654"/>
              <a:gd name="connsiteY98835" fmla="*/ 545379 h 2398711"/>
              <a:gd name="connsiteX98836" fmla="*/ 657715 w 2119654"/>
              <a:gd name="connsiteY98836" fmla="*/ 542730 h 2398711"/>
              <a:gd name="connsiteX98837" fmla="*/ 623412 w 2119654"/>
              <a:gd name="connsiteY98837" fmla="*/ 615031 h 2398711"/>
              <a:gd name="connsiteX98838" fmla="*/ 623034 w 2119654"/>
              <a:gd name="connsiteY98838" fmla="*/ 616357 h 2398711"/>
              <a:gd name="connsiteX98839" fmla="*/ 623662 w 2119654"/>
              <a:gd name="connsiteY98839" fmla="*/ 616838 h 2398711"/>
              <a:gd name="connsiteX98840" fmla="*/ 624146 w 2119654"/>
              <a:gd name="connsiteY98840" fmla="*/ 615351 h 2398711"/>
              <a:gd name="connsiteX98841" fmla="*/ 321138 w 2119654"/>
              <a:gd name="connsiteY98841" fmla="*/ 1291842 h 2398711"/>
              <a:gd name="connsiteX98842" fmla="*/ 321869 w 2119654"/>
              <a:gd name="connsiteY98842" fmla="*/ 1292776 h 2398711"/>
              <a:gd name="connsiteX98843" fmla="*/ 321461 w 2119654"/>
              <a:gd name="connsiteY98843" fmla="*/ 1291942 h 2398711"/>
              <a:gd name="connsiteX98844" fmla="*/ 669053 w 2119654"/>
              <a:gd name="connsiteY98844" fmla="*/ 512760 h 2398711"/>
              <a:gd name="connsiteX98845" fmla="*/ 668902 w 2119654"/>
              <a:gd name="connsiteY98845" fmla="*/ 513846 h 2398711"/>
              <a:gd name="connsiteX98846" fmla="*/ 669700 w 2119654"/>
              <a:gd name="connsiteY98846" fmla="*/ 514235 h 2398711"/>
              <a:gd name="connsiteX98847" fmla="*/ 669609 w 2119654"/>
              <a:gd name="connsiteY98847" fmla="*/ 512972 h 2398711"/>
              <a:gd name="connsiteX98848" fmla="*/ 716054 w 2119654"/>
              <a:gd name="connsiteY98848" fmla="*/ 407250 h 2398711"/>
              <a:gd name="connsiteX98849" fmla="*/ 715917 w 2119654"/>
              <a:gd name="connsiteY98849" fmla="*/ 408221 h 2398711"/>
              <a:gd name="connsiteX98850" fmla="*/ 719425 w 2119654"/>
              <a:gd name="connsiteY98850" fmla="*/ 411032 h 2398711"/>
              <a:gd name="connsiteX98851" fmla="*/ 719023 w 2119654"/>
              <a:gd name="connsiteY98851" fmla="*/ 408389 h 2398711"/>
              <a:gd name="connsiteX98852" fmla="*/ 255391 w 2119654"/>
              <a:gd name="connsiteY98852" fmla="*/ 1438658 h 2398711"/>
              <a:gd name="connsiteX98853" fmla="*/ 258036 w 2119654"/>
              <a:gd name="connsiteY98853" fmla="*/ 1440867 h 2398711"/>
              <a:gd name="connsiteX98854" fmla="*/ 256126 w 2119654"/>
              <a:gd name="connsiteY98854" fmla="*/ 1437919 h 2398711"/>
              <a:gd name="connsiteX98855" fmla="*/ 667946 w 2119654"/>
              <a:gd name="connsiteY98855" fmla="*/ 514850 h 2398711"/>
              <a:gd name="connsiteX98856" fmla="*/ 667942 w 2119654"/>
              <a:gd name="connsiteY98856" fmla="*/ 518048 h 2398711"/>
              <a:gd name="connsiteX98857" fmla="*/ 668346 w 2119654"/>
              <a:gd name="connsiteY98857" fmla="*/ 515150 h 2398711"/>
              <a:gd name="connsiteX98858" fmla="*/ 656440 w 2119654"/>
              <a:gd name="connsiteY98858" fmla="*/ 540559 h 2398711"/>
              <a:gd name="connsiteX98859" fmla="*/ 656402 w 2119654"/>
              <a:gd name="connsiteY98859" fmla="*/ 540742 h 2398711"/>
              <a:gd name="connsiteX98860" fmla="*/ 657958 w 2119654"/>
              <a:gd name="connsiteY98860" fmla="*/ 541933 h 2398711"/>
              <a:gd name="connsiteX98861" fmla="*/ 658035 w 2119654"/>
              <a:gd name="connsiteY98861" fmla="*/ 541681 h 2398711"/>
              <a:gd name="connsiteX98862" fmla="*/ 623961 w 2119654"/>
              <a:gd name="connsiteY98862" fmla="*/ 613108 h 2398711"/>
              <a:gd name="connsiteX98863" fmla="*/ 623911 w 2119654"/>
              <a:gd name="connsiteY98863" fmla="*/ 613284 h 2398711"/>
              <a:gd name="connsiteX98864" fmla="*/ 624699 w 2119654"/>
              <a:gd name="connsiteY98864" fmla="*/ 613648 h 2398711"/>
              <a:gd name="connsiteX98865" fmla="*/ 624727 w 2119654"/>
              <a:gd name="connsiteY98865" fmla="*/ 613565 h 2398711"/>
              <a:gd name="connsiteX98866" fmla="*/ 668125 w 2119654"/>
              <a:gd name="connsiteY98866" fmla="*/ 514213 h 2398711"/>
              <a:gd name="connsiteX98867" fmla="*/ 668443 w 2119654"/>
              <a:gd name="connsiteY98867" fmla="*/ 514446 h 2398711"/>
              <a:gd name="connsiteX98868" fmla="*/ 668453 w 2119654"/>
              <a:gd name="connsiteY98868" fmla="*/ 514373 h 2398711"/>
              <a:gd name="connsiteX98869" fmla="*/ 678848 w 2119654"/>
              <a:gd name="connsiteY98869" fmla="*/ 490068 h 2398711"/>
              <a:gd name="connsiteX98870" fmla="*/ 678763 w 2119654"/>
              <a:gd name="connsiteY98870" fmla="*/ 490964 h 2398711"/>
              <a:gd name="connsiteX98871" fmla="*/ 678933 w 2119654"/>
              <a:gd name="connsiteY98871" fmla="*/ 491782 h 2398711"/>
              <a:gd name="connsiteX98872" fmla="*/ 624151 w 2119654"/>
              <a:gd name="connsiteY98872" fmla="*/ 612504 h 2398711"/>
              <a:gd name="connsiteX98873" fmla="*/ 624921 w 2119654"/>
              <a:gd name="connsiteY98873" fmla="*/ 612964 h 2398711"/>
              <a:gd name="connsiteX98874" fmla="*/ 625926 w 2119654"/>
              <a:gd name="connsiteY98874" fmla="*/ 609876 h 2398711"/>
              <a:gd name="connsiteX98875" fmla="*/ 305746 w 2119654"/>
              <a:gd name="connsiteY98875" fmla="*/ 1325072 h 2398711"/>
              <a:gd name="connsiteX98876" fmla="*/ 306150 w 2119654"/>
              <a:gd name="connsiteY98876" fmla="*/ 1325861 h 2398711"/>
              <a:gd name="connsiteX98877" fmla="*/ 306289 w 2119654"/>
              <a:gd name="connsiteY98877" fmla="*/ 1326016 h 2398711"/>
              <a:gd name="connsiteX98878" fmla="*/ 275212 w 2119654"/>
              <a:gd name="connsiteY98878" fmla="*/ 1393428 h 2398711"/>
              <a:gd name="connsiteX98879" fmla="*/ 276085 w 2119654"/>
              <a:gd name="connsiteY98879" fmla="*/ 1395672 h 2398711"/>
              <a:gd name="connsiteX98880" fmla="*/ 277909 w 2119654"/>
              <a:gd name="connsiteY98880" fmla="*/ 1397021 h 2398711"/>
              <a:gd name="connsiteX98881" fmla="*/ 280218 w 2119654"/>
              <a:gd name="connsiteY98881" fmla="*/ 1397890 h 2398711"/>
              <a:gd name="connsiteX98882" fmla="*/ 274024 w 2119654"/>
              <a:gd name="connsiteY98882" fmla="*/ 1395771 h 2398711"/>
              <a:gd name="connsiteX98883" fmla="*/ 274157 w 2119654"/>
              <a:gd name="connsiteY98883" fmla="*/ 1395902 h 2398711"/>
              <a:gd name="connsiteX98884" fmla="*/ 274121 w 2119654"/>
              <a:gd name="connsiteY98884" fmla="*/ 1395809 h 2398711"/>
              <a:gd name="connsiteX98885" fmla="*/ 298019 w 2119654"/>
              <a:gd name="connsiteY98885" fmla="*/ 1341975 h 2398711"/>
              <a:gd name="connsiteX98886" fmla="*/ 299037 w 2119654"/>
              <a:gd name="connsiteY98886" fmla="*/ 1344100 h 2398711"/>
              <a:gd name="connsiteX98887" fmla="*/ 300068 w 2119654"/>
              <a:gd name="connsiteY98887" fmla="*/ 1343576 h 2398711"/>
              <a:gd name="connsiteX98888" fmla="*/ 670509 w 2119654"/>
              <a:gd name="connsiteY98888" fmla="*/ 507855 h 2398711"/>
              <a:gd name="connsiteX98889" fmla="*/ 670598 w 2119654"/>
              <a:gd name="connsiteY98889" fmla="*/ 509069 h 2398711"/>
              <a:gd name="connsiteX98890" fmla="*/ 672525 w 2119654"/>
              <a:gd name="connsiteY98890" fmla="*/ 510015 h 2398711"/>
              <a:gd name="connsiteX98891" fmla="*/ 169261 w 2119654"/>
              <a:gd name="connsiteY98891" fmla="*/ 1630204 h 2398711"/>
              <a:gd name="connsiteX98892" fmla="*/ 204914 w 2119654"/>
              <a:gd name="connsiteY98892" fmla="*/ 1662944 h 2398711"/>
              <a:gd name="connsiteX98893" fmla="*/ 208129 w 2119654"/>
              <a:gd name="connsiteY98893" fmla="*/ 1664568 h 2398711"/>
              <a:gd name="connsiteX98894" fmla="*/ 251998 w 2119654"/>
              <a:gd name="connsiteY98894" fmla="*/ 1685999 h 2398711"/>
              <a:gd name="connsiteX98895" fmla="*/ 255986 w 2119654"/>
              <a:gd name="connsiteY98895" fmla="*/ 1677047 h 2398711"/>
              <a:gd name="connsiteX98896" fmla="*/ 243968 w 2119654"/>
              <a:gd name="connsiteY98896" fmla="*/ 1669094 h 2398711"/>
              <a:gd name="connsiteX98897" fmla="*/ 243847 w 2119654"/>
              <a:gd name="connsiteY98897" fmla="*/ 1668730 h 2398711"/>
              <a:gd name="connsiteX98898" fmla="*/ 256084 w 2119654"/>
              <a:gd name="connsiteY98898" fmla="*/ 1676827 h 2398711"/>
              <a:gd name="connsiteX98899" fmla="*/ 257621 w 2119654"/>
              <a:gd name="connsiteY98899" fmla="*/ 1673377 h 2398711"/>
              <a:gd name="connsiteX98900" fmla="*/ 181741 w 2119654"/>
              <a:gd name="connsiteY98900" fmla="*/ 1636485 h 2398711"/>
              <a:gd name="connsiteX98901" fmla="*/ 652523 w 2119654"/>
              <a:gd name="connsiteY98901" fmla="*/ 548067 h 2398711"/>
              <a:gd name="connsiteX98902" fmla="*/ 653002 w 2119654"/>
              <a:gd name="connsiteY98902" fmla="*/ 548351 h 2398711"/>
              <a:gd name="connsiteX98903" fmla="*/ 653047 w 2119654"/>
              <a:gd name="connsiteY98903" fmla="*/ 548131 h 2398711"/>
              <a:gd name="connsiteX98904" fmla="*/ 711224 w 2119654"/>
              <a:gd name="connsiteY98904" fmla="*/ 416567 h 2398711"/>
              <a:gd name="connsiteX98905" fmla="*/ 711266 w 2119654"/>
              <a:gd name="connsiteY98905" fmla="*/ 416844 h 2398711"/>
              <a:gd name="connsiteX98906" fmla="*/ 712139 w 2119654"/>
              <a:gd name="connsiteY98906" fmla="*/ 421352 h 2398711"/>
              <a:gd name="connsiteX98907" fmla="*/ 713423 w 2119654"/>
              <a:gd name="connsiteY98907" fmla="*/ 422927 h 2398711"/>
              <a:gd name="connsiteX98908" fmla="*/ 714063 w 2119654"/>
              <a:gd name="connsiteY98908" fmla="*/ 418415 h 2398711"/>
              <a:gd name="connsiteX98909" fmla="*/ 716376 w 2119654"/>
              <a:gd name="connsiteY98909" fmla="*/ 404983 h 2398711"/>
              <a:gd name="connsiteX98910" fmla="*/ 716094 w 2119654"/>
              <a:gd name="connsiteY98910" fmla="*/ 406969 h 2398711"/>
              <a:gd name="connsiteX98911" fmla="*/ 718858 w 2119654"/>
              <a:gd name="connsiteY98911" fmla="*/ 408029 h 2398711"/>
              <a:gd name="connsiteX98912" fmla="*/ 292996 w 2119654"/>
              <a:gd name="connsiteY98912" fmla="*/ 1352895 h 2398711"/>
              <a:gd name="connsiteX98913" fmla="*/ 293842 w 2119654"/>
              <a:gd name="connsiteY98913" fmla="*/ 1354362 h 2398711"/>
              <a:gd name="connsiteX98914" fmla="*/ 295024 w 2119654"/>
              <a:gd name="connsiteY98914" fmla="*/ 1355010 h 2398711"/>
              <a:gd name="connsiteX98915" fmla="*/ 294130 w 2119654"/>
              <a:gd name="connsiteY98915" fmla="*/ 1353664 h 2398711"/>
              <a:gd name="connsiteX98916" fmla="*/ 758624 w 2119654"/>
              <a:gd name="connsiteY98916" fmla="*/ 310265 h 2398711"/>
              <a:gd name="connsiteX98917" fmla="*/ 761462 w 2119654"/>
              <a:gd name="connsiteY98917" fmla="*/ 314418 h 2398711"/>
              <a:gd name="connsiteX98918" fmla="*/ 761582 w 2119654"/>
              <a:gd name="connsiteY98918" fmla="*/ 314281 h 2398711"/>
              <a:gd name="connsiteX98919" fmla="*/ 761566 w 2119654"/>
              <a:gd name="connsiteY98919" fmla="*/ 314571 h 2398711"/>
              <a:gd name="connsiteX98920" fmla="*/ 765118 w 2119654"/>
              <a:gd name="connsiteY98920" fmla="*/ 319770 h 2398711"/>
              <a:gd name="connsiteX98921" fmla="*/ 765402 w 2119654"/>
              <a:gd name="connsiteY98921" fmla="*/ 317956 h 2398711"/>
              <a:gd name="connsiteX98922" fmla="*/ 765712 w 2119654"/>
              <a:gd name="connsiteY98922" fmla="*/ 316135 h 2398711"/>
              <a:gd name="connsiteX98923" fmla="*/ 762414 w 2119654"/>
              <a:gd name="connsiteY98923" fmla="*/ 313365 h 2398711"/>
              <a:gd name="connsiteX98924" fmla="*/ 208199 w 2119654"/>
              <a:gd name="connsiteY98924" fmla="*/ 1542663 h 2398711"/>
              <a:gd name="connsiteX98925" fmla="*/ 218506 w 2119654"/>
              <a:gd name="connsiteY98925" fmla="*/ 1552132 h 2398711"/>
              <a:gd name="connsiteX98926" fmla="*/ 215721 w 2119654"/>
              <a:gd name="connsiteY98926" fmla="*/ 1547292 h 2398711"/>
              <a:gd name="connsiteX98927" fmla="*/ 669489 w 2119654"/>
              <a:gd name="connsiteY98927" fmla="*/ 509636 h 2398711"/>
              <a:gd name="connsiteX98928" fmla="*/ 669074 w 2119654"/>
              <a:gd name="connsiteY98928" fmla="*/ 512612 h 2398711"/>
              <a:gd name="connsiteX98929" fmla="*/ 669100 w 2119654"/>
              <a:gd name="connsiteY98929" fmla="*/ 512604 h 2398711"/>
              <a:gd name="connsiteX98930" fmla="*/ 669596 w 2119654"/>
              <a:gd name="connsiteY98930" fmla="*/ 512795 h 2398711"/>
              <a:gd name="connsiteX98931" fmla="*/ 669587 w 2119654"/>
              <a:gd name="connsiteY98931" fmla="*/ 512679 h 2398711"/>
              <a:gd name="connsiteX98932" fmla="*/ 691013 w 2119654"/>
              <a:gd name="connsiteY98932" fmla="*/ 461311 h 2398711"/>
              <a:gd name="connsiteX98933" fmla="*/ 690797 w 2119654"/>
              <a:gd name="connsiteY98933" fmla="*/ 462306 h 2398711"/>
              <a:gd name="connsiteX98934" fmla="*/ 690353 w 2119654"/>
              <a:gd name="connsiteY98934" fmla="*/ 464601 h 2398711"/>
              <a:gd name="connsiteX98935" fmla="*/ 691256 w 2119654"/>
              <a:gd name="connsiteY98935" fmla="*/ 461849 h 2398711"/>
              <a:gd name="connsiteX98936" fmla="*/ 691248 w 2119654"/>
              <a:gd name="connsiteY98936" fmla="*/ 461461 h 2398711"/>
              <a:gd name="connsiteX98937" fmla="*/ 695925 w 2119654"/>
              <a:gd name="connsiteY98937" fmla="*/ 450261 h 2398711"/>
              <a:gd name="connsiteX98938" fmla="*/ 694924 w 2119654"/>
              <a:gd name="connsiteY98938" fmla="*/ 453314 h 2398711"/>
              <a:gd name="connsiteX98939" fmla="*/ 697911 w 2119654"/>
              <a:gd name="connsiteY98939" fmla="*/ 458487 h 2398711"/>
              <a:gd name="connsiteX98940" fmla="*/ 699614 w 2119654"/>
              <a:gd name="connsiteY98940" fmla="*/ 452944 h 2398711"/>
              <a:gd name="connsiteX98941" fmla="*/ 278066 w 2119654"/>
              <a:gd name="connsiteY98941" fmla="*/ 1385826 h 2398711"/>
              <a:gd name="connsiteX98942" fmla="*/ 279133 w 2119654"/>
              <a:gd name="connsiteY98942" fmla="*/ 1388570 h 2398711"/>
              <a:gd name="connsiteX98943" fmla="*/ 281107 w 2119654"/>
              <a:gd name="connsiteY98943" fmla="*/ 1389715 h 2398711"/>
              <a:gd name="connsiteX98944" fmla="*/ 279362 w 2119654"/>
              <a:gd name="connsiteY98944" fmla="*/ 1386999 h 2398711"/>
              <a:gd name="connsiteX98945" fmla="*/ 688387 w 2119654"/>
              <a:gd name="connsiteY98945" fmla="*/ 466955 h 2398711"/>
              <a:gd name="connsiteX98946" fmla="*/ 689288 w 2119654"/>
              <a:gd name="connsiteY98946" fmla="*/ 467849 h 2398711"/>
              <a:gd name="connsiteX98947" fmla="*/ 689351 w 2119654"/>
              <a:gd name="connsiteY98947" fmla="*/ 467657 h 2398711"/>
              <a:gd name="connsiteX98948" fmla="*/ 292248 w 2119654"/>
              <a:gd name="connsiteY98948" fmla="*/ 1353962 h 2398711"/>
              <a:gd name="connsiteX98949" fmla="*/ 294781 w 2119654"/>
              <a:gd name="connsiteY98949" fmla="*/ 1357418 h 2398711"/>
              <a:gd name="connsiteX98950" fmla="*/ 293037 w 2119654"/>
              <a:gd name="connsiteY98950" fmla="*/ 1354395 h 2398711"/>
              <a:gd name="connsiteX98951" fmla="*/ 696401 w 2119654"/>
              <a:gd name="connsiteY98951" fmla="*/ 448809 h 2398711"/>
              <a:gd name="connsiteX98952" fmla="*/ 696061 w 2119654"/>
              <a:gd name="connsiteY98952" fmla="*/ 449846 h 2398711"/>
              <a:gd name="connsiteX98953" fmla="*/ 699761 w 2119654"/>
              <a:gd name="connsiteY98953" fmla="*/ 452464 h 2398711"/>
              <a:gd name="connsiteX98954" fmla="*/ 699910 w 2119654"/>
              <a:gd name="connsiteY98954" fmla="*/ 451980 h 2398711"/>
              <a:gd name="connsiteX98955" fmla="*/ 691225 w 2119654"/>
              <a:gd name="connsiteY98955" fmla="*/ 460331 h 2398711"/>
              <a:gd name="connsiteX98956" fmla="*/ 691121 w 2119654"/>
              <a:gd name="connsiteY98956" fmla="*/ 460812 h 2398711"/>
              <a:gd name="connsiteX98957" fmla="*/ 691237 w 2119654"/>
              <a:gd name="connsiteY98957" fmla="*/ 460883 h 2398711"/>
              <a:gd name="connsiteX98958" fmla="*/ 641947 w 2119654"/>
              <a:gd name="connsiteY98958" fmla="*/ 570600 h 2398711"/>
              <a:gd name="connsiteX98959" fmla="*/ 641955 w 2119654"/>
              <a:gd name="connsiteY98959" fmla="*/ 570660 h 2398711"/>
              <a:gd name="connsiteX98960" fmla="*/ 642471 w 2119654"/>
              <a:gd name="connsiteY98960" fmla="*/ 570817 h 2398711"/>
              <a:gd name="connsiteX98961" fmla="*/ 642365 w 2119654"/>
              <a:gd name="connsiteY98961" fmla="*/ 570657 h 2398711"/>
              <a:gd name="connsiteX98962" fmla="*/ 679245 w 2119654"/>
              <a:gd name="connsiteY98962" fmla="*/ 486832 h 2398711"/>
              <a:gd name="connsiteX98963" fmla="*/ 679661 w 2119654"/>
              <a:gd name="connsiteY98963" fmla="*/ 495284 h 2398711"/>
              <a:gd name="connsiteX98964" fmla="*/ 679906 w 2119654"/>
              <a:gd name="connsiteY98964" fmla="*/ 496465 h 2398711"/>
              <a:gd name="connsiteX98965" fmla="*/ 682010 w 2119654"/>
              <a:gd name="connsiteY98965" fmla="*/ 490048 h 2398711"/>
              <a:gd name="connsiteX98966" fmla="*/ 681779 w 2119654"/>
              <a:gd name="connsiteY98966" fmla="*/ 488624 h 2398711"/>
              <a:gd name="connsiteX98967" fmla="*/ 640557 w 2119654"/>
              <a:gd name="connsiteY98967" fmla="*/ 573412 h 2398711"/>
              <a:gd name="connsiteX98968" fmla="*/ 640563 w 2119654"/>
              <a:gd name="connsiteY98968" fmla="*/ 573432 h 2398711"/>
              <a:gd name="connsiteX98969" fmla="*/ 641322 w 2119654"/>
              <a:gd name="connsiteY98969" fmla="*/ 575519 h 2398711"/>
              <a:gd name="connsiteX98970" fmla="*/ 641724 w 2119654"/>
              <a:gd name="connsiteY98970" fmla="*/ 573886 h 2398711"/>
              <a:gd name="connsiteX98971" fmla="*/ 626075 w 2119654"/>
              <a:gd name="connsiteY98971" fmla="*/ 605680 h 2398711"/>
              <a:gd name="connsiteX98972" fmla="*/ 625406 w 2119654"/>
              <a:gd name="connsiteY98972" fmla="*/ 608029 h 2398711"/>
              <a:gd name="connsiteX98973" fmla="*/ 626784 w 2119654"/>
              <a:gd name="connsiteY98973" fmla="*/ 605989 h 2398711"/>
              <a:gd name="connsiteX98974" fmla="*/ 755002 w 2119654"/>
              <a:gd name="connsiteY98974" fmla="*/ 316857 h 2398711"/>
              <a:gd name="connsiteX98975" fmla="*/ 754287 w 2119654"/>
              <a:gd name="connsiteY98975" fmla="*/ 334488 h 2398711"/>
              <a:gd name="connsiteX98976" fmla="*/ 757656 w 2119654"/>
              <a:gd name="connsiteY98976" fmla="*/ 324535 h 2398711"/>
              <a:gd name="connsiteX98977" fmla="*/ 757874 w 2119654"/>
              <a:gd name="connsiteY98977" fmla="*/ 324395 h 2398711"/>
              <a:gd name="connsiteX98978" fmla="*/ 754265 w 2119654"/>
              <a:gd name="connsiteY98978" fmla="*/ 335057 h 2398711"/>
              <a:gd name="connsiteX98979" fmla="*/ 754162 w 2119654"/>
              <a:gd name="connsiteY98979" fmla="*/ 337571 h 2398711"/>
              <a:gd name="connsiteX98980" fmla="*/ 754154 w 2119654"/>
              <a:gd name="connsiteY98980" fmla="*/ 349220 h 2398711"/>
              <a:gd name="connsiteX98981" fmla="*/ 759322 w 2119654"/>
              <a:gd name="connsiteY98981" fmla="*/ 355184 h 2398711"/>
              <a:gd name="connsiteX98982" fmla="*/ 759658 w 2119654"/>
              <a:gd name="connsiteY98982" fmla="*/ 346904 h 2398711"/>
              <a:gd name="connsiteX98983" fmla="*/ 760822 w 2119654"/>
              <a:gd name="connsiteY98983" fmla="*/ 325374 h 2398711"/>
              <a:gd name="connsiteX98984" fmla="*/ 716737 w 2119654"/>
              <a:gd name="connsiteY98984" fmla="*/ 402436 h 2398711"/>
              <a:gd name="connsiteX98985" fmla="*/ 716468 w 2119654"/>
              <a:gd name="connsiteY98985" fmla="*/ 404334 h 2398711"/>
              <a:gd name="connsiteX98986" fmla="*/ 718850 w 2119654"/>
              <a:gd name="connsiteY98986" fmla="*/ 407256 h 2398711"/>
              <a:gd name="connsiteX98987" fmla="*/ 718749 w 2119654"/>
              <a:gd name="connsiteY98987" fmla="*/ 406597 h 2398711"/>
              <a:gd name="connsiteX98988" fmla="*/ 718296 w 2119654"/>
              <a:gd name="connsiteY98988" fmla="*/ 403331 h 2398711"/>
              <a:gd name="connsiteX98989" fmla="*/ 274720 w 2119654"/>
              <a:gd name="connsiteY98989" fmla="*/ 1392167 h 2398711"/>
              <a:gd name="connsiteX98990" fmla="*/ 275101 w 2119654"/>
              <a:gd name="connsiteY98990" fmla="*/ 1393144 h 2398711"/>
              <a:gd name="connsiteX98991" fmla="*/ 275323 w 2119654"/>
              <a:gd name="connsiteY98991" fmla="*/ 1393342 h 2398711"/>
              <a:gd name="connsiteX98992" fmla="*/ 281239 w 2119654"/>
              <a:gd name="connsiteY98992" fmla="*/ 1398274 h 2398711"/>
              <a:gd name="connsiteX98993" fmla="*/ 281437 w 2119654"/>
              <a:gd name="connsiteY98993" fmla="*/ 1398349 h 2398711"/>
              <a:gd name="connsiteX98994" fmla="*/ 281411 w 2119654"/>
              <a:gd name="connsiteY98994" fmla="*/ 1398279 h 2398711"/>
              <a:gd name="connsiteX98995" fmla="*/ 280782 w 2119654"/>
              <a:gd name="connsiteY98995" fmla="*/ 1397213 h 2398711"/>
              <a:gd name="connsiteX98996" fmla="*/ 279766 w 2119654"/>
              <a:gd name="connsiteY98996" fmla="*/ 1396494 h 2398711"/>
              <a:gd name="connsiteX98997" fmla="*/ 252782 w 2119654"/>
              <a:gd name="connsiteY98997" fmla="*/ 1441284 h 2398711"/>
              <a:gd name="connsiteX98998" fmla="*/ 256086 w 2119654"/>
              <a:gd name="connsiteY98998" fmla="*/ 1446255 h 2398711"/>
              <a:gd name="connsiteX98999" fmla="*/ 262101 w 2119654"/>
              <a:gd name="connsiteY98999" fmla="*/ 1449743 h 2398711"/>
              <a:gd name="connsiteX99000" fmla="*/ 264420 w 2119654"/>
              <a:gd name="connsiteY99000" fmla="*/ 1450726 h 2398711"/>
              <a:gd name="connsiteX99001" fmla="*/ 258983 w 2119654"/>
              <a:gd name="connsiteY99001" fmla="*/ 1442331 h 2398711"/>
              <a:gd name="connsiteX99002" fmla="*/ 255076 w 2119654"/>
              <a:gd name="connsiteY99002" fmla="*/ 1438975 h 2398711"/>
              <a:gd name="connsiteX99003" fmla="*/ 618990 w 2119654"/>
              <a:gd name="connsiteY99003" fmla="*/ 621208 h 2398711"/>
              <a:gd name="connsiteX99004" fmla="*/ 619082 w 2119654"/>
              <a:gd name="connsiteY99004" fmla="*/ 621572 h 2398711"/>
              <a:gd name="connsiteX99005" fmla="*/ 619221 w 2119654"/>
              <a:gd name="connsiteY99005" fmla="*/ 621750 h 2398711"/>
              <a:gd name="connsiteX99006" fmla="*/ 619319 w 2119654"/>
              <a:gd name="connsiteY99006" fmla="*/ 621407 h 2398711"/>
              <a:gd name="connsiteX99007" fmla="*/ 641606 w 2119654"/>
              <a:gd name="connsiteY99007" fmla="*/ 570552 h 2398711"/>
              <a:gd name="connsiteX99008" fmla="*/ 641662 w 2119654"/>
              <a:gd name="connsiteY99008" fmla="*/ 570570 h 2398711"/>
              <a:gd name="connsiteX99009" fmla="*/ 641661 w 2119654"/>
              <a:gd name="connsiteY99009" fmla="*/ 570560 h 2398711"/>
              <a:gd name="connsiteX99010" fmla="*/ 697658 w 2119654"/>
              <a:gd name="connsiteY99010" fmla="*/ 444975 h 2398711"/>
              <a:gd name="connsiteX99011" fmla="*/ 696833 w 2119654"/>
              <a:gd name="connsiteY99011" fmla="*/ 447491 h 2398711"/>
              <a:gd name="connsiteX99012" fmla="*/ 700321 w 2119654"/>
              <a:gd name="connsiteY99012" fmla="*/ 450644 h 2398711"/>
              <a:gd name="connsiteX99013" fmla="*/ 700815 w 2119654"/>
              <a:gd name="connsiteY99013" fmla="*/ 449034 h 2398711"/>
              <a:gd name="connsiteX99014" fmla="*/ 701008 w 2119654"/>
              <a:gd name="connsiteY99014" fmla="*/ 448900 h 2398711"/>
              <a:gd name="connsiteX99015" fmla="*/ 700440 w 2119654"/>
              <a:gd name="connsiteY99015" fmla="*/ 450751 h 2398711"/>
              <a:gd name="connsiteX99016" fmla="*/ 706663 w 2119654"/>
              <a:gd name="connsiteY99016" fmla="*/ 456377 h 2398711"/>
              <a:gd name="connsiteX99017" fmla="*/ 707463 w 2119654"/>
              <a:gd name="connsiteY99017" fmla="*/ 454870 h 2398711"/>
              <a:gd name="connsiteX99018" fmla="*/ 700916 w 2119654"/>
              <a:gd name="connsiteY99018" fmla="*/ 446270 h 2398711"/>
              <a:gd name="connsiteX99019" fmla="*/ 670378 w 2119654"/>
              <a:gd name="connsiteY99019" fmla="*/ 506048 h 2398711"/>
              <a:gd name="connsiteX99020" fmla="*/ 670450 w 2119654"/>
              <a:gd name="connsiteY99020" fmla="*/ 507043 h 2398711"/>
              <a:gd name="connsiteX99021" fmla="*/ 673812 w 2119654"/>
              <a:gd name="connsiteY99021" fmla="*/ 510646 h 2398711"/>
              <a:gd name="connsiteX99022" fmla="*/ 675057 w 2119654"/>
              <a:gd name="connsiteY99022" fmla="*/ 511256 h 2398711"/>
              <a:gd name="connsiteX99023" fmla="*/ 675807 w 2119654"/>
              <a:gd name="connsiteY99023" fmla="*/ 508966 h 2398711"/>
              <a:gd name="connsiteX99024" fmla="*/ 641847 w 2119654"/>
              <a:gd name="connsiteY99024" fmla="*/ 569873 h 2398711"/>
              <a:gd name="connsiteX99025" fmla="*/ 641849 w 2119654"/>
              <a:gd name="connsiteY99025" fmla="*/ 569893 h 2398711"/>
              <a:gd name="connsiteX99026" fmla="*/ 641860 w 2119654"/>
              <a:gd name="connsiteY99026" fmla="*/ 569895 h 2398711"/>
              <a:gd name="connsiteX99027" fmla="*/ 626548 w 2119654"/>
              <a:gd name="connsiteY99027" fmla="*/ 604020 h 2398711"/>
              <a:gd name="connsiteX99028" fmla="*/ 626477 w 2119654"/>
              <a:gd name="connsiteY99028" fmla="*/ 604267 h 2398711"/>
              <a:gd name="connsiteX99029" fmla="*/ 626797 w 2119654"/>
              <a:gd name="connsiteY99029" fmla="*/ 604406 h 2398711"/>
              <a:gd name="connsiteX99030" fmla="*/ 626585 w 2119654"/>
              <a:gd name="connsiteY99030" fmla="*/ 604033 h 2398711"/>
              <a:gd name="connsiteX99031" fmla="*/ 288560 w 2119654"/>
              <a:gd name="connsiteY99031" fmla="*/ 1360793 h 2398711"/>
              <a:gd name="connsiteX99032" fmla="*/ 290126 w 2119654"/>
              <a:gd name="connsiteY99032" fmla="*/ 1362389 h 2398711"/>
              <a:gd name="connsiteX99033" fmla="*/ 289848 w 2119654"/>
              <a:gd name="connsiteY99033" fmla="*/ 1361427 h 2398711"/>
              <a:gd name="connsiteX99034" fmla="*/ 744833 w 2119654"/>
              <a:gd name="connsiteY99034" fmla="*/ 339010 h 2398711"/>
              <a:gd name="connsiteX99035" fmla="*/ 744484 w 2119654"/>
              <a:gd name="connsiteY99035" fmla="*/ 339964 h 2398711"/>
              <a:gd name="connsiteX99036" fmla="*/ 739712 w 2119654"/>
              <a:gd name="connsiteY99036" fmla="*/ 356721 h 2398711"/>
              <a:gd name="connsiteX99037" fmla="*/ 744623 w 2119654"/>
              <a:gd name="connsiteY99037" fmla="*/ 363400 h 2398711"/>
              <a:gd name="connsiteX99038" fmla="*/ 747307 w 2119654"/>
              <a:gd name="connsiteY99038" fmla="*/ 355105 h 2398711"/>
              <a:gd name="connsiteX99039" fmla="*/ 750530 w 2119654"/>
              <a:gd name="connsiteY99039" fmla="*/ 345583 h 2398711"/>
              <a:gd name="connsiteX99040" fmla="*/ 294778 w 2119654"/>
              <a:gd name="connsiteY99040" fmla="*/ 1346711 h 2398711"/>
              <a:gd name="connsiteX99041" fmla="*/ 297483 w 2119654"/>
              <a:gd name="connsiteY99041" fmla="*/ 1352354 h 2398711"/>
              <a:gd name="connsiteX99042" fmla="*/ 297828 w 2119654"/>
              <a:gd name="connsiteY99042" fmla="*/ 1352694 h 2398711"/>
              <a:gd name="connsiteX99043" fmla="*/ 303316 w 2119654"/>
              <a:gd name="connsiteY99043" fmla="*/ 1355703 h 2398711"/>
              <a:gd name="connsiteX99044" fmla="*/ 302108 w 2119654"/>
              <a:gd name="connsiteY99044" fmla="*/ 1353183 h 2398711"/>
              <a:gd name="connsiteX99045" fmla="*/ 295272 w 2119654"/>
              <a:gd name="connsiteY99045" fmla="*/ 1346461 h 2398711"/>
              <a:gd name="connsiteX99046" fmla="*/ 227843 w 2119654"/>
              <a:gd name="connsiteY99046" fmla="*/ 1496524 h 2398711"/>
              <a:gd name="connsiteX99047" fmla="*/ 235529 w 2119654"/>
              <a:gd name="connsiteY99047" fmla="*/ 1503587 h 2398711"/>
              <a:gd name="connsiteX99048" fmla="*/ 233454 w 2119654"/>
              <a:gd name="connsiteY99048" fmla="*/ 1499978 h 2398711"/>
              <a:gd name="connsiteX99049" fmla="*/ 710941 w 2119654"/>
              <a:gd name="connsiteY99049" fmla="*/ 414717 h 2398711"/>
              <a:gd name="connsiteX99050" fmla="*/ 710967 w 2119654"/>
              <a:gd name="connsiteY99050" fmla="*/ 414885 h 2398711"/>
              <a:gd name="connsiteX99051" fmla="*/ 714260 w 2119654"/>
              <a:gd name="connsiteY99051" fmla="*/ 417030 h 2398711"/>
              <a:gd name="connsiteX99052" fmla="*/ 714304 w 2119654"/>
              <a:gd name="connsiteY99052" fmla="*/ 416720 h 2398711"/>
              <a:gd name="connsiteX99053" fmla="*/ 698342 w 2119654"/>
              <a:gd name="connsiteY99053" fmla="*/ 442891 h 2398711"/>
              <a:gd name="connsiteX99054" fmla="*/ 697759 w 2119654"/>
              <a:gd name="connsiteY99054" fmla="*/ 444668 h 2398711"/>
              <a:gd name="connsiteX99055" fmla="*/ 700535 w 2119654"/>
              <a:gd name="connsiteY99055" fmla="*/ 445771 h 2398711"/>
              <a:gd name="connsiteX99056" fmla="*/ 168554 w 2119654"/>
              <a:gd name="connsiteY99056" fmla="*/ 1629104 h 2398711"/>
              <a:gd name="connsiteX99057" fmla="*/ 258057 w 2119654"/>
              <a:gd name="connsiteY99057" fmla="*/ 1672399 h 2398711"/>
              <a:gd name="connsiteX99058" fmla="*/ 260211 w 2119654"/>
              <a:gd name="connsiteY99058" fmla="*/ 1667562 h 2398711"/>
              <a:gd name="connsiteX99059" fmla="*/ 256567 w 2119654"/>
              <a:gd name="connsiteY99059" fmla="*/ 1666406 h 2398711"/>
              <a:gd name="connsiteX99060" fmla="*/ 252064 w 2119654"/>
              <a:gd name="connsiteY99060" fmla="*/ 1442007 h 2398711"/>
              <a:gd name="connsiteX99061" fmla="*/ 253377 w 2119654"/>
              <a:gd name="connsiteY99061" fmla="*/ 1444644 h 2398711"/>
              <a:gd name="connsiteX99062" fmla="*/ 253967 w 2119654"/>
              <a:gd name="connsiteY99062" fmla="*/ 1445026 h 2398711"/>
              <a:gd name="connsiteX99063" fmla="*/ 255611 w 2119654"/>
              <a:gd name="connsiteY99063" fmla="*/ 1445981 h 2398711"/>
              <a:gd name="connsiteX99064" fmla="*/ 252578 w 2119654"/>
              <a:gd name="connsiteY99064" fmla="*/ 1441489 h 2398711"/>
              <a:gd name="connsiteX99065" fmla="*/ 292830 w 2119654"/>
              <a:gd name="connsiteY99065" fmla="*/ 1350590 h 2398711"/>
              <a:gd name="connsiteX99066" fmla="*/ 294094 w 2119654"/>
              <a:gd name="connsiteY99066" fmla="*/ 1352493 h 2398711"/>
              <a:gd name="connsiteX99067" fmla="*/ 296013 w 2119654"/>
              <a:gd name="connsiteY99067" fmla="*/ 1353793 h 2398711"/>
              <a:gd name="connsiteX99068" fmla="*/ 294849 w 2119654"/>
              <a:gd name="connsiteY99068" fmla="*/ 1352206 h 2398711"/>
              <a:gd name="connsiteX99069" fmla="*/ 293679 w 2119654"/>
              <a:gd name="connsiteY99069" fmla="*/ 1351055 h 2398711"/>
              <a:gd name="connsiteX99070" fmla="*/ 619102 w 2119654"/>
              <a:gd name="connsiteY99070" fmla="*/ 619981 h 2398711"/>
              <a:gd name="connsiteX99071" fmla="*/ 619651 w 2119654"/>
              <a:gd name="connsiteY99071" fmla="*/ 620234 h 2398711"/>
              <a:gd name="connsiteX99072" fmla="*/ 620178 w 2119654"/>
              <a:gd name="connsiteY99072" fmla="*/ 618389 h 2398711"/>
              <a:gd name="connsiteX99073" fmla="*/ 698795 w 2119654"/>
              <a:gd name="connsiteY99073" fmla="*/ 441506 h 2398711"/>
              <a:gd name="connsiteX99074" fmla="*/ 698455 w 2119654"/>
              <a:gd name="connsiteY99074" fmla="*/ 442546 h 2398711"/>
              <a:gd name="connsiteX99075" fmla="*/ 701072 w 2119654"/>
              <a:gd name="connsiteY99075" fmla="*/ 445984 h 2398711"/>
              <a:gd name="connsiteX99076" fmla="*/ 709669 w 2119654"/>
              <a:gd name="connsiteY99076" fmla="*/ 449400 h 2398711"/>
              <a:gd name="connsiteX99077" fmla="*/ 709853 w 2119654"/>
              <a:gd name="connsiteY99077" fmla="*/ 448102 h 2398711"/>
              <a:gd name="connsiteX99078" fmla="*/ 633771 w 2119654"/>
              <a:gd name="connsiteY99078" fmla="*/ 586543 h 2398711"/>
              <a:gd name="connsiteX99079" fmla="*/ 633192 w 2119654"/>
              <a:gd name="connsiteY99079" fmla="*/ 588325 h 2398711"/>
              <a:gd name="connsiteX99080" fmla="*/ 632998 w 2119654"/>
              <a:gd name="connsiteY99080" fmla="*/ 590153 h 2398711"/>
              <a:gd name="connsiteX99081" fmla="*/ 633003 w 2119654"/>
              <a:gd name="connsiteY99081" fmla="*/ 590432 h 2398711"/>
              <a:gd name="connsiteX99082" fmla="*/ 633631 w 2119654"/>
              <a:gd name="connsiteY99082" fmla="*/ 591433 h 2398711"/>
              <a:gd name="connsiteX99083" fmla="*/ 635478 w 2119654"/>
              <a:gd name="connsiteY99083" fmla="*/ 593112 h 2398711"/>
              <a:gd name="connsiteX99084" fmla="*/ 636253 w 2119654"/>
              <a:gd name="connsiteY99084" fmla="*/ 591965 h 2398711"/>
              <a:gd name="connsiteX99085" fmla="*/ 636420 w 2119654"/>
              <a:gd name="connsiteY99085" fmla="*/ 588061 h 2398711"/>
              <a:gd name="connsiteX99086" fmla="*/ 636609 w 2119654"/>
              <a:gd name="connsiteY99086" fmla="*/ 587842 h 2398711"/>
              <a:gd name="connsiteX99087" fmla="*/ 636447 w 2119654"/>
              <a:gd name="connsiteY99087" fmla="*/ 591628 h 2398711"/>
              <a:gd name="connsiteX99088" fmla="*/ 637090 w 2119654"/>
              <a:gd name="connsiteY99088" fmla="*/ 590376 h 2398711"/>
              <a:gd name="connsiteX99089" fmla="*/ 636604 w 2119654"/>
              <a:gd name="connsiteY99089" fmla="*/ 587402 h 2398711"/>
              <a:gd name="connsiteX99090" fmla="*/ 666269 w 2119654"/>
              <a:gd name="connsiteY99090" fmla="*/ 513586 h 2398711"/>
              <a:gd name="connsiteX99091" fmla="*/ 665901 w 2119654"/>
              <a:gd name="connsiteY99091" fmla="*/ 515902 h 2398711"/>
              <a:gd name="connsiteX99092" fmla="*/ 666258 w 2119654"/>
              <a:gd name="connsiteY99092" fmla="*/ 514731 h 2398711"/>
              <a:gd name="connsiteX99093" fmla="*/ 666624 w 2119654"/>
              <a:gd name="connsiteY99093" fmla="*/ 514475 h 2398711"/>
              <a:gd name="connsiteX99094" fmla="*/ 665998 w 2119654"/>
              <a:gd name="connsiteY99094" fmla="*/ 516527 h 2398711"/>
              <a:gd name="connsiteX99095" fmla="*/ 667116 w 2119654"/>
              <a:gd name="connsiteY99095" fmla="*/ 518212 h 2398711"/>
              <a:gd name="connsiteX99096" fmla="*/ 667263 w 2119654"/>
              <a:gd name="connsiteY99096" fmla="*/ 514334 h 2398711"/>
              <a:gd name="connsiteX99097" fmla="*/ 634514 w 2119654"/>
              <a:gd name="connsiteY99097" fmla="*/ 584259 h 2398711"/>
              <a:gd name="connsiteX99098" fmla="*/ 633983 w 2119654"/>
              <a:gd name="connsiteY99098" fmla="*/ 585891 h 2398711"/>
              <a:gd name="connsiteX99099" fmla="*/ 636481 w 2119654"/>
              <a:gd name="connsiteY99099" fmla="*/ 586649 h 2398711"/>
              <a:gd name="connsiteX99100" fmla="*/ 636360 w 2119654"/>
              <a:gd name="connsiteY99100" fmla="*/ 585905 h 2398711"/>
              <a:gd name="connsiteX99101" fmla="*/ 635408 w 2119654"/>
              <a:gd name="connsiteY99101" fmla="*/ 584622 h 2398711"/>
              <a:gd name="connsiteX99102" fmla="*/ 274217 w 2119654"/>
              <a:gd name="connsiteY99102" fmla="*/ 1390876 h 2398711"/>
              <a:gd name="connsiteX99103" fmla="*/ 274279 w 2119654"/>
              <a:gd name="connsiteY99103" fmla="*/ 1391034 h 2398711"/>
              <a:gd name="connsiteX99104" fmla="*/ 275537 w 2119654"/>
              <a:gd name="connsiteY99104" fmla="*/ 1391923 h 2398711"/>
              <a:gd name="connsiteX99105" fmla="*/ 634704 w 2119654"/>
              <a:gd name="connsiteY99105" fmla="*/ 583673 h 2398711"/>
              <a:gd name="connsiteX99106" fmla="*/ 634601 w 2119654"/>
              <a:gd name="connsiteY99106" fmla="*/ 583990 h 2398711"/>
              <a:gd name="connsiteX99107" fmla="*/ 635077 w 2119654"/>
              <a:gd name="connsiteY99107" fmla="*/ 584175 h 2398711"/>
              <a:gd name="connsiteX99108" fmla="*/ 628978 w 2119654"/>
              <a:gd name="connsiteY99108" fmla="*/ 596362 h 2398711"/>
              <a:gd name="connsiteX99109" fmla="*/ 628878 w 2119654"/>
              <a:gd name="connsiteY99109" fmla="*/ 596634 h 2398711"/>
              <a:gd name="connsiteX99110" fmla="*/ 629170 w 2119654"/>
              <a:gd name="connsiteY99110" fmla="*/ 596799 h 2398711"/>
              <a:gd name="connsiteX99111" fmla="*/ 633394 w 2119654"/>
              <a:gd name="connsiteY99111" fmla="*/ 586429 h 2398711"/>
              <a:gd name="connsiteX99112" fmla="*/ 633319 w 2119654"/>
              <a:gd name="connsiteY99112" fmla="*/ 587131 h 2398711"/>
              <a:gd name="connsiteX99113" fmla="*/ 633534 w 2119654"/>
              <a:gd name="connsiteY99113" fmla="*/ 586471 h 2398711"/>
              <a:gd name="connsiteX99114" fmla="*/ 299680 w 2119654"/>
              <a:gd name="connsiteY99114" fmla="*/ 1333671 h 2398711"/>
              <a:gd name="connsiteX99115" fmla="*/ 299943 w 2119654"/>
              <a:gd name="connsiteY99115" fmla="*/ 1334590 h 2398711"/>
              <a:gd name="connsiteX99116" fmla="*/ 300114 w 2119654"/>
              <a:gd name="connsiteY99116" fmla="*/ 1334815 h 2398711"/>
              <a:gd name="connsiteX99117" fmla="*/ 303155 w 2119654"/>
              <a:gd name="connsiteY99117" fmla="*/ 1336692 h 2398711"/>
              <a:gd name="connsiteX99118" fmla="*/ 304340 w 2119654"/>
              <a:gd name="connsiteY99118" fmla="*/ 1337067 h 2398711"/>
              <a:gd name="connsiteX99119" fmla="*/ 300559 w 2119654"/>
              <a:gd name="connsiteY99119" fmla="*/ 1334111 h 2398711"/>
              <a:gd name="connsiteX99120" fmla="*/ 611360 w 2119654"/>
              <a:gd name="connsiteY99120" fmla="*/ 635706 h 2398711"/>
              <a:gd name="connsiteX99121" fmla="*/ 611403 w 2119654"/>
              <a:gd name="connsiteY99121" fmla="*/ 636139 h 2398711"/>
              <a:gd name="connsiteX99122" fmla="*/ 611469 w 2119654"/>
              <a:gd name="connsiteY99122" fmla="*/ 636166 h 2398711"/>
              <a:gd name="connsiteX99123" fmla="*/ 611470 w 2119654"/>
              <a:gd name="connsiteY99123" fmla="*/ 636167 h 2398711"/>
              <a:gd name="connsiteX99124" fmla="*/ 611403 w 2119654"/>
              <a:gd name="connsiteY99124" fmla="*/ 635724 h 2398711"/>
              <a:gd name="connsiteX99125" fmla="*/ 621024 w 2119654"/>
              <a:gd name="connsiteY99125" fmla="*/ 613988 h 2398711"/>
              <a:gd name="connsiteX99126" fmla="*/ 621079 w 2119654"/>
              <a:gd name="connsiteY99126" fmla="*/ 614438 h 2398711"/>
              <a:gd name="connsiteX99127" fmla="*/ 621299 w 2119654"/>
              <a:gd name="connsiteY99127" fmla="*/ 614109 h 2398711"/>
              <a:gd name="connsiteX99128" fmla="*/ 277229 w 2119654"/>
              <a:gd name="connsiteY99128" fmla="*/ 1383678 h 2398711"/>
              <a:gd name="connsiteX99129" fmla="*/ 277729 w 2119654"/>
              <a:gd name="connsiteY99129" fmla="*/ 1384964 h 2398711"/>
              <a:gd name="connsiteX99130" fmla="*/ 278522 w 2119654"/>
              <a:gd name="connsiteY99130" fmla="*/ 1385693 h 2398711"/>
              <a:gd name="connsiteX99131" fmla="*/ 650490 w 2119654"/>
              <a:gd name="connsiteY99131" fmla="*/ 547815 h 2398711"/>
              <a:gd name="connsiteX99132" fmla="*/ 652394 w 2119654"/>
              <a:gd name="connsiteY99132" fmla="*/ 549664 h 2398711"/>
              <a:gd name="connsiteX99133" fmla="*/ 652711 w 2119654"/>
              <a:gd name="connsiteY99133" fmla="*/ 549775 h 2398711"/>
              <a:gd name="connsiteX99134" fmla="*/ 652971 w 2119654"/>
              <a:gd name="connsiteY99134" fmla="*/ 548502 h 2398711"/>
              <a:gd name="connsiteX99135" fmla="*/ 652163 w 2119654"/>
              <a:gd name="connsiteY99135" fmla="*/ 548022 h 2398711"/>
              <a:gd name="connsiteX99136" fmla="*/ 679546 w 2119654"/>
              <a:gd name="connsiteY99136" fmla="*/ 482750 h 2398711"/>
              <a:gd name="connsiteX99137" fmla="*/ 679217 w 2119654"/>
              <a:gd name="connsiteY99137" fmla="*/ 486204 h 2398711"/>
              <a:gd name="connsiteX99138" fmla="*/ 681668 w 2119654"/>
              <a:gd name="connsiteY99138" fmla="*/ 487936 h 2398711"/>
              <a:gd name="connsiteX99139" fmla="*/ 681064 w 2119654"/>
              <a:gd name="connsiteY99139" fmla="*/ 484216 h 2398711"/>
              <a:gd name="connsiteX99140" fmla="*/ 290730 w 2119654"/>
              <a:gd name="connsiteY99140" fmla="*/ 1353130 h 2398711"/>
              <a:gd name="connsiteX99141" fmla="*/ 291868 w 2119654"/>
              <a:gd name="connsiteY99141" fmla="*/ 1356326 h 2398711"/>
              <a:gd name="connsiteX99142" fmla="*/ 294095 w 2119654"/>
              <a:gd name="connsiteY99142" fmla="*/ 1360186 h 2398711"/>
              <a:gd name="connsiteX99143" fmla="*/ 297127 w 2119654"/>
              <a:gd name="connsiteY99143" fmla="*/ 1361484 h 2398711"/>
              <a:gd name="connsiteX99144" fmla="*/ 295309 w 2119654"/>
              <a:gd name="connsiteY99144" fmla="*/ 1358335 h 2398711"/>
              <a:gd name="connsiteX99145" fmla="*/ 292008 w 2119654"/>
              <a:gd name="connsiteY99145" fmla="*/ 1353831 h 2398711"/>
              <a:gd name="connsiteX99146" fmla="*/ 294110 w 2119654"/>
              <a:gd name="connsiteY99146" fmla="*/ 1345318 h 2398711"/>
              <a:gd name="connsiteX99147" fmla="*/ 294605 w 2119654"/>
              <a:gd name="connsiteY99147" fmla="*/ 1346350 h 2398711"/>
              <a:gd name="connsiteX99148" fmla="*/ 294970 w 2119654"/>
              <a:gd name="connsiteY99148" fmla="*/ 1346164 h 2398711"/>
              <a:gd name="connsiteX99149" fmla="*/ 717462 w 2119654"/>
              <a:gd name="connsiteY99149" fmla="*/ 397326 h 2398711"/>
              <a:gd name="connsiteX99150" fmla="*/ 716768 w 2119654"/>
              <a:gd name="connsiteY99150" fmla="*/ 402226 h 2398711"/>
              <a:gd name="connsiteX99151" fmla="*/ 718262 w 2119654"/>
              <a:gd name="connsiteY99151" fmla="*/ 403086 h 2398711"/>
              <a:gd name="connsiteX99152" fmla="*/ 713462 w 2119654"/>
              <a:gd name="connsiteY99152" fmla="*/ 406254 h 2398711"/>
              <a:gd name="connsiteX99153" fmla="*/ 715551 w 2119654"/>
              <a:gd name="connsiteY99153" fmla="*/ 407927 h 2398711"/>
              <a:gd name="connsiteX99154" fmla="*/ 715668 w 2119654"/>
              <a:gd name="connsiteY99154" fmla="*/ 407101 h 2398711"/>
              <a:gd name="connsiteX99155" fmla="*/ 667955 w 2119654"/>
              <a:gd name="connsiteY99155" fmla="*/ 508106 h 2398711"/>
              <a:gd name="connsiteX99156" fmla="*/ 667948 w 2119654"/>
              <a:gd name="connsiteY99156" fmla="*/ 513381 h 2398711"/>
              <a:gd name="connsiteX99157" fmla="*/ 668551 w 2119654"/>
              <a:gd name="connsiteY99157" fmla="*/ 513675 h 2398711"/>
              <a:gd name="connsiteX99158" fmla="*/ 669238 w 2119654"/>
              <a:gd name="connsiteY99158" fmla="*/ 508735 h 2398711"/>
              <a:gd name="connsiteX99159" fmla="*/ 292122 w 2119654"/>
              <a:gd name="connsiteY99159" fmla="*/ 1349525 h 2398711"/>
              <a:gd name="connsiteX99160" fmla="*/ 292164 w 2119654"/>
              <a:gd name="connsiteY99160" fmla="*/ 1349589 h 2398711"/>
              <a:gd name="connsiteX99161" fmla="*/ 292216 w 2119654"/>
              <a:gd name="connsiteY99161" fmla="*/ 1349617 h 2398711"/>
              <a:gd name="connsiteX99162" fmla="*/ 650498 w 2119654"/>
              <a:gd name="connsiteY99162" fmla="*/ 547033 h 2398711"/>
              <a:gd name="connsiteX99163" fmla="*/ 650477 w 2119654"/>
              <a:gd name="connsiteY99163" fmla="*/ 547580 h 2398711"/>
              <a:gd name="connsiteX99164" fmla="*/ 651668 w 2119654"/>
              <a:gd name="connsiteY99164" fmla="*/ 547727 h 2398711"/>
              <a:gd name="connsiteX99165" fmla="*/ 292777 w 2119654"/>
              <a:gd name="connsiteY99165" fmla="*/ 1347727 h 2398711"/>
              <a:gd name="connsiteX99166" fmla="*/ 295672 w 2119654"/>
              <a:gd name="connsiteY99166" fmla="*/ 1350574 h 2398711"/>
              <a:gd name="connsiteX99167" fmla="*/ 294008 w 2119654"/>
              <a:gd name="connsiteY99167" fmla="*/ 1347102 h 2398711"/>
              <a:gd name="connsiteX99168" fmla="*/ 670590 w 2119654"/>
              <a:gd name="connsiteY99168" fmla="*/ 501727 h 2398711"/>
              <a:gd name="connsiteX99169" fmla="*/ 670312 w 2119654"/>
              <a:gd name="connsiteY99169" fmla="*/ 503726 h 2398711"/>
              <a:gd name="connsiteX99170" fmla="*/ 675204 w 2119654"/>
              <a:gd name="connsiteY99170" fmla="*/ 506354 h 2398711"/>
              <a:gd name="connsiteX99171" fmla="*/ 717601 w 2119654"/>
              <a:gd name="connsiteY99171" fmla="*/ 396351 h 2398711"/>
              <a:gd name="connsiteX99172" fmla="*/ 717576 w 2119654"/>
              <a:gd name="connsiteY99172" fmla="*/ 396526 h 2398711"/>
              <a:gd name="connsiteX99173" fmla="*/ 718607 w 2119654"/>
              <a:gd name="connsiteY99173" fmla="*/ 403284 h 2398711"/>
              <a:gd name="connsiteX99174" fmla="*/ 722724 w 2119654"/>
              <a:gd name="connsiteY99174" fmla="*/ 405654 h 2398711"/>
              <a:gd name="connsiteX99175" fmla="*/ 723221 w 2119654"/>
              <a:gd name="connsiteY99175" fmla="*/ 403906 h 2398711"/>
              <a:gd name="connsiteX99176" fmla="*/ 723298 w 2119654"/>
              <a:gd name="connsiteY99176" fmla="*/ 402000 h 2398711"/>
              <a:gd name="connsiteX99177" fmla="*/ 677672 w 2119654"/>
              <a:gd name="connsiteY99177" fmla="*/ 485721 h 2398711"/>
              <a:gd name="connsiteX99178" fmla="*/ 678133 w 2119654"/>
              <a:gd name="connsiteY99178" fmla="*/ 487936 h 2398711"/>
              <a:gd name="connsiteX99179" fmla="*/ 678367 w 2119654"/>
              <a:gd name="connsiteY99179" fmla="*/ 486212 h 2398711"/>
              <a:gd name="connsiteX99180" fmla="*/ 659197 w 2119654"/>
              <a:gd name="connsiteY99180" fmla="*/ 527082 h 2398711"/>
              <a:gd name="connsiteX99181" fmla="*/ 657537 w 2119654"/>
              <a:gd name="connsiteY99181" fmla="*/ 535194 h 2398711"/>
              <a:gd name="connsiteX99182" fmla="*/ 659101 w 2119654"/>
              <a:gd name="connsiteY99182" fmla="*/ 536294 h 2398711"/>
              <a:gd name="connsiteX99183" fmla="*/ 659087 w 2119654"/>
              <a:gd name="connsiteY99183" fmla="*/ 532871 h 2398711"/>
              <a:gd name="connsiteX99184" fmla="*/ 659850 w 2119654"/>
              <a:gd name="connsiteY99184" fmla="*/ 528066 h 2398711"/>
              <a:gd name="connsiteX99185" fmla="*/ 287389 w 2119654"/>
              <a:gd name="connsiteY99185" fmla="*/ 1359599 h 2398711"/>
              <a:gd name="connsiteX99186" fmla="*/ 287976 w 2119654"/>
              <a:gd name="connsiteY99186" fmla="*/ 1360198 h 2398711"/>
              <a:gd name="connsiteX99187" fmla="*/ 289735 w 2119654"/>
              <a:gd name="connsiteY99187" fmla="*/ 1361033 h 2398711"/>
              <a:gd name="connsiteX99188" fmla="*/ 289641 w 2119654"/>
              <a:gd name="connsiteY99188" fmla="*/ 1360707 h 2398711"/>
              <a:gd name="connsiteX99189" fmla="*/ 735647 w 2119654"/>
              <a:gd name="connsiteY99189" fmla="*/ 355652 h 2398711"/>
              <a:gd name="connsiteX99190" fmla="*/ 732843 w 2119654"/>
              <a:gd name="connsiteY99190" fmla="*/ 369636 h 2398711"/>
              <a:gd name="connsiteX99191" fmla="*/ 732934 w 2119654"/>
              <a:gd name="connsiteY99191" fmla="*/ 369800 h 2398711"/>
              <a:gd name="connsiteX99192" fmla="*/ 734965 w 2119654"/>
              <a:gd name="connsiteY99192" fmla="*/ 362668 h 2398711"/>
              <a:gd name="connsiteX99193" fmla="*/ 736182 w 2119654"/>
              <a:gd name="connsiteY99193" fmla="*/ 356380 h 2398711"/>
              <a:gd name="connsiteX99194" fmla="*/ 633662 w 2119654"/>
              <a:gd name="connsiteY99194" fmla="*/ 583913 h 2398711"/>
              <a:gd name="connsiteX99195" fmla="*/ 633468 w 2119654"/>
              <a:gd name="connsiteY99195" fmla="*/ 585734 h 2398711"/>
              <a:gd name="connsiteX99196" fmla="*/ 633746 w 2119654"/>
              <a:gd name="connsiteY99196" fmla="*/ 585819 h 2398711"/>
              <a:gd name="connsiteX99197" fmla="*/ 634283 w 2119654"/>
              <a:gd name="connsiteY99197" fmla="*/ 584166 h 2398711"/>
              <a:gd name="connsiteX99198" fmla="*/ 703309 w 2119654"/>
              <a:gd name="connsiteY99198" fmla="*/ 427739 h 2398711"/>
              <a:gd name="connsiteX99199" fmla="*/ 698951 w 2119654"/>
              <a:gd name="connsiteY99199" fmla="*/ 441032 h 2398711"/>
              <a:gd name="connsiteX99200" fmla="*/ 707177 w 2119654"/>
              <a:gd name="connsiteY99200" fmla="*/ 445789 h 2398711"/>
              <a:gd name="connsiteX99201" fmla="*/ 709947 w 2119654"/>
              <a:gd name="connsiteY99201" fmla="*/ 447440 h 2398711"/>
              <a:gd name="connsiteX99202" fmla="*/ 711882 w 2119654"/>
              <a:gd name="connsiteY99202" fmla="*/ 433799 h 2398711"/>
              <a:gd name="connsiteX99203" fmla="*/ 753654 w 2119654"/>
              <a:gd name="connsiteY99203" fmla="*/ 314885 h 2398711"/>
              <a:gd name="connsiteX99204" fmla="*/ 744916 w 2119654"/>
              <a:gd name="connsiteY99204" fmla="*/ 338781 h 2398711"/>
              <a:gd name="connsiteX99205" fmla="*/ 750652 w 2119654"/>
              <a:gd name="connsiteY99205" fmla="*/ 345221 h 2398711"/>
              <a:gd name="connsiteX99206" fmla="*/ 753740 w 2119654"/>
              <a:gd name="connsiteY99206" fmla="*/ 336104 h 2398711"/>
              <a:gd name="connsiteX99207" fmla="*/ 754547 w 2119654"/>
              <a:gd name="connsiteY99207" fmla="*/ 316192 h 2398711"/>
              <a:gd name="connsiteX99208" fmla="*/ 668661 w 2119654"/>
              <a:gd name="connsiteY99208" fmla="*/ 505127 h 2398711"/>
              <a:gd name="connsiteX99209" fmla="*/ 669366 w 2119654"/>
              <a:gd name="connsiteY99209" fmla="*/ 505881 h 2398711"/>
              <a:gd name="connsiteX99210" fmla="*/ 669353 w 2119654"/>
              <a:gd name="connsiteY99210" fmla="*/ 505499 h 2398711"/>
              <a:gd name="connsiteX99211" fmla="*/ 276866 w 2119654"/>
              <a:gd name="connsiteY99211" fmla="*/ 1382429 h 2398711"/>
              <a:gd name="connsiteX99212" fmla="*/ 279799 w 2119654"/>
              <a:gd name="connsiteY99212" fmla="*/ 1386865 h 2398711"/>
              <a:gd name="connsiteX99213" fmla="*/ 283052 w 2119654"/>
              <a:gd name="connsiteY99213" fmla="*/ 1389851 h 2398711"/>
              <a:gd name="connsiteX99214" fmla="*/ 279433 w 2119654"/>
              <a:gd name="connsiteY99214" fmla="*/ 1383717 h 2398711"/>
              <a:gd name="connsiteX99215" fmla="*/ 279224 w 2119654"/>
              <a:gd name="connsiteY99215" fmla="*/ 1383471 h 2398711"/>
              <a:gd name="connsiteX99216" fmla="*/ 633977 w 2119654"/>
              <a:gd name="connsiteY99216" fmla="*/ 582694 h 2398711"/>
              <a:gd name="connsiteX99217" fmla="*/ 633715 w 2119654"/>
              <a:gd name="connsiteY99217" fmla="*/ 583410 h 2398711"/>
              <a:gd name="connsiteX99218" fmla="*/ 633691 w 2119654"/>
              <a:gd name="connsiteY99218" fmla="*/ 583634 h 2398711"/>
              <a:gd name="connsiteX99219" fmla="*/ 634370 w 2119654"/>
              <a:gd name="connsiteY99219" fmla="*/ 583899 h 2398711"/>
              <a:gd name="connsiteX99220" fmla="*/ 634523 w 2119654"/>
              <a:gd name="connsiteY99220" fmla="*/ 583428 h 2398711"/>
              <a:gd name="connsiteX99221" fmla="*/ 693748 w 2119654"/>
              <a:gd name="connsiteY99221" fmla="*/ 448677 h 2398711"/>
              <a:gd name="connsiteX99222" fmla="*/ 693339 w 2119654"/>
              <a:gd name="connsiteY99222" fmla="*/ 450568 h 2398711"/>
              <a:gd name="connsiteX99223" fmla="*/ 694392 w 2119654"/>
              <a:gd name="connsiteY99223" fmla="*/ 452392 h 2398711"/>
              <a:gd name="connsiteX99224" fmla="*/ 695283 w 2119654"/>
              <a:gd name="connsiteY99224" fmla="*/ 449794 h 2398711"/>
              <a:gd name="connsiteX99225" fmla="*/ 754718 w 2119654"/>
              <a:gd name="connsiteY99225" fmla="*/ 311977 h 2398711"/>
              <a:gd name="connsiteX99226" fmla="*/ 753754 w 2119654"/>
              <a:gd name="connsiteY99226" fmla="*/ 314613 h 2398711"/>
              <a:gd name="connsiteX99227" fmla="*/ 754564 w 2119654"/>
              <a:gd name="connsiteY99227" fmla="*/ 315766 h 2398711"/>
              <a:gd name="connsiteX99228" fmla="*/ 670893 w 2119654"/>
              <a:gd name="connsiteY99228" fmla="*/ 499557 h 2398711"/>
              <a:gd name="connsiteX99229" fmla="*/ 670733 w 2119654"/>
              <a:gd name="connsiteY99229" fmla="*/ 500700 h 2398711"/>
              <a:gd name="connsiteX99230" fmla="*/ 676348 w 2119654"/>
              <a:gd name="connsiteY99230" fmla="*/ 506331 h 2398711"/>
              <a:gd name="connsiteX99231" fmla="*/ 676697 w 2119654"/>
              <a:gd name="connsiteY99231" fmla="*/ 502663 h 2398711"/>
              <a:gd name="connsiteX99232" fmla="*/ 620963 w 2119654"/>
              <a:gd name="connsiteY99232" fmla="*/ 611319 h 2398711"/>
              <a:gd name="connsiteX99233" fmla="*/ 620974 w 2119654"/>
              <a:gd name="connsiteY99233" fmla="*/ 611930 h 2398711"/>
              <a:gd name="connsiteX99234" fmla="*/ 622015 w 2119654"/>
              <a:gd name="connsiteY99234" fmla="*/ 612410 h 2398711"/>
              <a:gd name="connsiteX99235" fmla="*/ 622154 w 2119654"/>
              <a:gd name="connsiteY99235" fmla="*/ 612031 h 2398711"/>
              <a:gd name="connsiteX99236" fmla="*/ 667196 w 2119654"/>
              <a:gd name="connsiteY99236" fmla="*/ 507735 h 2398711"/>
              <a:gd name="connsiteX99237" fmla="*/ 666418 w 2119654"/>
              <a:gd name="connsiteY99237" fmla="*/ 512635 h 2398711"/>
              <a:gd name="connsiteX99238" fmla="*/ 667311 w 2119654"/>
              <a:gd name="connsiteY99238" fmla="*/ 513070 h 2398711"/>
              <a:gd name="connsiteX99239" fmla="*/ 667508 w 2119654"/>
              <a:gd name="connsiteY99239" fmla="*/ 507887 h 2398711"/>
              <a:gd name="connsiteX99240" fmla="*/ 307950 w 2119654"/>
              <a:gd name="connsiteY99240" fmla="*/ 1312132 h 2398711"/>
              <a:gd name="connsiteX99241" fmla="*/ 309143 w 2119654"/>
              <a:gd name="connsiteY99241" fmla="*/ 1314239 h 2398711"/>
              <a:gd name="connsiteX99242" fmla="*/ 312939 w 2119654"/>
              <a:gd name="connsiteY99242" fmla="*/ 1317995 h 2398711"/>
              <a:gd name="connsiteX99243" fmla="*/ 315007 w 2119654"/>
              <a:gd name="connsiteY99243" fmla="*/ 1319267 h 2398711"/>
              <a:gd name="connsiteX99244" fmla="*/ 314261 w 2119654"/>
              <a:gd name="connsiteY99244" fmla="*/ 1316680 h 2398711"/>
              <a:gd name="connsiteX99245" fmla="*/ 312854 w 2119654"/>
              <a:gd name="connsiteY99245" fmla="*/ 1315834 h 2398711"/>
              <a:gd name="connsiteX99246" fmla="*/ 312784 w 2119654"/>
              <a:gd name="connsiteY99246" fmla="*/ 1315577 h 2398711"/>
              <a:gd name="connsiteX99247" fmla="*/ 314186 w 2119654"/>
              <a:gd name="connsiteY99247" fmla="*/ 1316420 h 2398711"/>
              <a:gd name="connsiteX99248" fmla="*/ 313708 w 2119654"/>
              <a:gd name="connsiteY99248" fmla="*/ 1314760 h 2398711"/>
              <a:gd name="connsiteX99249" fmla="*/ 313500 w 2119654"/>
              <a:gd name="connsiteY99249" fmla="*/ 1314317 h 2398711"/>
              <a:gd name="connsiteX99250" fmla="*/ 670089 w 2119654"/>
              <a:gd name="connsiteY99250" fmla="*/ 501225 h 2398711"/>
              <a:gd name="connsiteX99251" fmla="*/ 670100 w 2119654"/>
              <a:gd name="connsiteY99251" fmla="*/ 502218 h 2398711"/>
              <a:gd name="connsiteX99252" fmla="*/ 670116 w 2119654"/>
              <a:gd name="connsiteY99252" fmla="*/ 502438 h 2398711"/>
              <a:gd name="connsiteX99253" fmla="*/ 670261 w 2119654"/>
              <a:gd name="connsiteY99253" fmla="*/ 501397 h 2398711"/>
              <a:gd name="connsiteX99254" fmla="*/ 291127 w 2119654"/>
              <a:gd name="connsiteY99254" fmla="*/ 1349656 h 2398711"/>
              <a:gd name="connsiteX99255" fmla="*/ 291910 w 2119654"/>
              <a:gd name="connsiteY99255" fmla="*/ 1351015 h 2398711"/>
              <a:gd name="connsiteX99256" fmla="*/ 292745 w 2119654"/>
              <a:gd name="connsiteY99256" fmla="*/ 1351580 h 2398711"/>
              <a:gd name="connsiteX99257" fmla="*/ 291663 w 2119654"/>
              <a:gd name="connsiteY99257" fmla="*/ 1349950 h 2398711"/>
              <a:gd name="connsiteX99258" fmla="*/ 717949 w 2119654"/>
              <a:gd name="connsiteY99258" fmla="*/ 393895 h 2398711"/>
              <a:gd name="connsiteX99259" fmla="*/ 717693 w 2119654"/>
              <a:gd name="connsiteY99259" fmla="*/ 395701 h 2398711"/>
              <a:gd name="connsiteX99260" fmla="*/ 723327 w 2119654"/>
              <a:gd name="connsiteY99260" fmla="*/ 401289 h 2398711"/>
              <a:gd name="connsiteX99261" fmla="*/ 723536 w 2119654"/>
              <a:gd name="connsiteY99261" fmla="*/ 396157 h 2398711"/>
              <a:gd name="connsiteX99262" fmla="*/ 723555 w 2119654"/>
              <a:gd name="connsiteY99262" fmla="*/ 396134 h 2398711"/>
              <a:gd name="connsiteX99263" fmla="*/ 756099 w 2119654"/>
              <a:gd name="connsiteY99263" fmla="*/ 308200 h 2398711"/>
              <a:gd name="connsiteX99264" fmla="*/ 755260 w 2119654"/>
              <a:gd name="connsiteY99264" fmla="*/ 310495 h 2398711"/>
              <a:gd name="connsiteX99265" fmla="*/ 755020 w 2119654"/>
              <a:gd name="connsiteY99265" fmla="*/ 316414 h 2398711"/>
              <a:gd name="connsiteX99266" fmla="*/ 759010 w 2119654"/>
              <a:gd name="connsiteY99266" fmla="*/ 322089 h 2398711"/>
              <a:gd name="connsiteX99267" fmla="*/ 760853 w 2119654"/>
              <a:gd name="connsiteY99267" fmla="*/ 324786 h 2398711"/>
              <a:gd name="connsiteX99268" fmla="*/ 761357 w 2119654"/>
              <a:gd name="connsiteY99268" fmla="*/ 315470 h 2398711"/>
              <a:gd name="connsiteX99269" fmla="*/ 758722 w 2119654"/>
              <a:gd name="connsiteY99269" fmla="*/ 311262 h 2398711"/>
              <a:gd name="connsiteX99270" fmla="*/ 757302 w 2119654"/>
              <a:gd name="connsiteY99270" fmla="*/ 309185 h 2398711"/>
              <a:gd name="connsiteX99271" fmla="*/ 756285 w 2119654"/>
              <a:gd name="connsiteY99271" fmla="*/ 307693 h 2398711"/>
              <a:gd name="connsiteX99272" fmla="*/ 756158 w 2119654"/>
              <a:gd name="connsiteY99272" fmla="*/ 308040 h 2398711"/>
              <a:gd name="connsiteX99273" fmla="*/ 756982 w 2119654"/>
              <a:gd name="connsiteY99273" fmla="*/ 308713 h 2398711"/>
              <a:gd name="connsiteX99274" fmla="*/ 694159 w 2119654"/>
              <a:gd name="connsiteY99274" fmla="*/ 446781 h 2398711"/>
              <a:gd name="connsiteX99275" fmla="*/ 693836 w 2119654"/>
              <a:gd name="connsiteY99275" fmla="*/ 448273 h 2398711"/>
              <a:gd name="connsiteX99276" fmla="*/ 695420 w 2119654"/>
              <a:gd name="connsiteY99276" fmla="*/ 449393 h 2398711"/>
              <a:gd name="connsiteX99277" fmla="*/ 695805 w 2119654"/>
              <a:gd name="connsiteY99277" fmla="*/ 448270 h 2398711"/>
              <a:gd name="connsiteX99278" fmla="*/ 618949 w 2119654"/>
              <a:gd name="connsiteY99278" fmla="*/ 615068 h 2398711"/>
              <a:gd name="connsiteX99279" fmla="*/ 618596 w 2119654"/>
              <a:gd name="connsiteY99279" fmla="*/ 618115 h 2398711"/>
              <a:gd name="connsiteX99280" fmla="*/ 620072 w 2119654"/>
              <a:gd name="connsiteY99280" fmla="*/ 615928 h 2398711"/>
              <a:gd name="connsiteX99281" fmla="*/ 620679 w 2119654"/>
              <a:gd name="connsiteY99281" fmla="*/ 611151 h 2398711"/>
              <a:gd name="connsiteX99282" fmla="*/ 620682 w 2119654"/>
              <a:gd name="connsiteY99282" fmla="*/ 611178 h 2398711"/>
              <a:gd name="connsiteX99283" fmla="*/ 620682 w 2119654"/>
              <a:gd name="connsiteY99283" fmla="*/ 611152 h 2398711"/>
              <a:gd name="connsiteX99284" fmla="*/ 667576 w 2119654"/>
              <a:gd name="connsiteY99284" fmla="*/ 506095 h 2398711"/>
              <a:gd name="connsiteX99285" fmla="*/ 667250 w 2119654"/>
              <a:gd name="connsiteY99285" fmla="*/ 507430 h 2398711"/>
              <a:gd name="connsiteX99286" fmla="*/ 667520 w 2119654"/>
              <a:gd name="connsiteY99286" fmla="*/ 507563 h 2398711"/>
              <a:gd name="connsiteX99287" fmla="*/ 667960 w 2119654"/>
              <a:gd name="connsiteY99287" fmla="*/ 505125 h 2398711"/>
              <a:gd name="connsiteX99288" fmla="*/ 667956 w 2119654"/>
              <a:gd name="connsiteY99288" fmla="*/ 507776 h 2398711"/>
              <a:gd name="connsiteX99289" fmla="*/ 669281 w 2119654"/>
              <a:gd name="connsiteY99289" fmla="*/ 508426 h 2398711"/>
              <a:gd name="connsiteX99290" fmla="*/ 669417 w 2119654"/>
              <a:gd name="connsiteY99290" fmla="*/ 507452 h 2398711"/>
              <a:gd name="connsiteX99291" fmla="*/ 669390 w 2119654"/>
              <a:gd name="connsiteY99291" fmla="*/ 506658 h 2398711"/>
              <a:gd name="connsiteX99292" fmla="*/ 705718 w 2119654"/>
              <a:gd name="connsiteY99292" fmla="*/ 420500 h 2398711"/>
              <a:gd name="connsiteX99293" fmla="*/ 704899 w 2119654"/>
              <a:gd name="connsiteY99293" fmla="*/ 422892 h 2398711"/>
              <a:gd name="connsiteX99294" fmla="*/ 703526 w 2119654"/>
              <a:gd name="connsiteY99294" fmla="*/ 427077 h 2398711"/>
              <a:gd name="connsiteX99295" fmla="*/ 711987 w 2119654"/>
              <a:gd name="connsiteY99295" fmla="*/ 433057 h 2398711"/>
              <a:gd name="connsiteX99296" fmla="*/ 712180 w 2119654"/>
              <a:gd name="connsiteY99296" fmla="*/ 431695 h 2398711"/>
              <a:gd name="connsiteX99297" fmla="*/ 705342 w 2119654"/>
              <a:gd name="connsiteY99297" fmla="*/ 426878 h 2398711"/>
              <a:gd name="connsiteX99298" fmla="*/ 705882 w 2119654"/>
              <a:gd name="connsiteY99298" fmla="*/ 426849 h 2398711"/>
              <a:gd name="connsiteX99299" fmla="*/ 712233 w 2119654"/>
              <a:gd name="connsiteY99299" fmla="*/ 431323 h 2398711"/>
              <a:gd name="connsiteX99300" fmla="*/ 712315 w 2119654"/>
              <a:gd name="connsiteY99300" fmla="*/ 430741 h 2398711"/>
              <a:gd name="connsiteX99301" fmla="*/ 708137 w 2119654"/>
              <a:gd name="connsiteY99301" fmla="*/ 423503 h 2398711"/>
              <a:gd name="connsiteX99302" fmla="*/ 706016 w 2119654"/>
              <a:gd name="connsiteY99302" fmla="*/ 420676 h 2398711"/>
              <a:gd name="connsiteX99303" fmla="*/ 680567 w 2119654"/>
              <a:gd name="connsiteY99303" fmla="*/ 476778 h 2398711"/>
              <a:gd name="connsiteX99304" fmla="*/ 681790 w 2119654"/>
              <a:gd name="connsiteY99304" fmla="*/ 484308 h 2398711"/>
              <a:gd name="connsiteX99305" fmla="*/ 683165 w 2119654"/>
              <a:gd name="connsiteY99305" fmla="*/ 485555 h 2398711"/>
              <a:gd name="connsiteX99306" fmla="*/ 683115 w 2119654"/>
              <a:gd name="connsiteY99306" fmla="*/ 482505 h 2398711"/>
              <a:gd name="connsiteX99307" fmla="*/ 683410 w 2119654"/>
              <a:gd name="connsiteY99307" fmla="*/ 482119 h 2398711"/>
              <a:gd name="connsiteX99308" fmla="*/ 683467 w 2119654"/>
              <a:gd name="connsiteY99308" fmla="*/ 485606 h 2398711"/>
              <a:gd name="connsiteX99309" fmla="*/ 685354 w 2119654"/>
              <a:gd name="connsiteY99309" fmla="*/ 479851 h 2398711"/>
              <a:gd name="connsiteX99310" fmla="*/ 220568 w 2119654"/>
              <a:gd name="connsiteY99310" fmla="*/ 1506711 h 2398711"/>
              <a:gd name="connsiteX99311" fmla="*/ 226620 w 2119654"/>
              <a:gd name="connsiteY99311" fmla="*/ 1511049 h 2398711"/>
              <a:gd name="connsiteX99312" fmla="*/ 223576 w 2119654"/>
              <a:gd name="connsiteY99312" fmla="*/ 1507047 h 2398711"/>
              <a:gd name="connsiteX99313" fmla="*/ 637488 w 2119654"/>
              <a:gd name="connsiteY99313" fmla="*/ 573092 h 2398711"/>
              <a:gd name="connsiteX99314" fmla="*/ 637275 w 2119654"/>
              <a:gd name="connsiteY99314" fmla="*/ 573673 h 2398711"/>
              <a:gd name="connsiteX99315" fmla="*/ 640656 w 2119654"/>
              <a:gd name="connsiteY99315" fmla="*/ 578229 h 2398711"/>
              <a:gd name="connsiteX99316" fmla="*/ 641004 w 2119654"/>
              <a:gd name="connsiteY99316" fmla="*/ 576816 h 2398711"/>
              <a:gd name="connsiteX99317" fmla="*/ 290010 w 2119654"/>
              <a:gd name="connsiteY99317" fmla="*/ 1351106 h 2398711"/>
              <a:gd name="connsiteX99318" fmla="*/ 290520 w 2119654"/>
              <a:gd name="connsiteY99318" fmla="*/ 1352540 h 2398711"/>
              <a:gd name="connsiteX99319" fmla="*/ 291425 w 2119654"/>
              <a:gd name="connsiteY99319" fmla="*/ 1353037 h 2398711"/>
              <a:gd name="connsiteX99320" fmla="*/ 680019 w 2119654"/>
              <a:gd name="connsiteY99320" fmla="*/ 477789 h 2398711"/>
              <a:gd name="connsiteX99321" fmla="*/ 679588 w 2119654"/>
              <a:gd name="connsiteY99321" fmla="*/ 482311 h 2398711"/>
              <a:gd name="connsiteX99322" fmla="*/ 680955 w 2119654"/>
              <a:gd name="connsiteY99322" fmla="*/ 483551 h 2398711"/>
              <a:gd name="connsiteX99323" fmla="*/ 653037 w 2119654"/>
              <a:gd name="connsiteY99323" fmla="*/ 538166 h 2398711"/>
              <a:gd name="connsiteX99324" fmla="*/ 653119 w 2119654"/>
              <a:gd name="connsiteY99324" fmla="*/ 538229 h 2398711"/>
              <a:gd name="connsiteX99325" fmla="*/ 653119 w 2119654"/>
              <a:gd name="connsiteY99325" fmla="*/ 538223 h 2398711"/>
              <a:gd name="connsiteX99326" fmla="*/ 637784 w 2119654"/>
              <a:gd name="connsiteY99326" fmla="*/ 572283 h 2398711"/>
              <a:gd name="connsiteX99327" fmla="*/ 637625 w 2119654"/>
              <a:gd name="connsiteY99327" fmla="*/ 572716 h 2398711"/>
              <a:gd name="connsiteX99328" fmla="*/ 641105 w 2119654"/>
              <a:gd name="connsiteY99328" fmla="*/ 576402 h 2398711"/>
              <a:gd name="connsiteX99329" fmla="*/ 641117 w 2119654"/>
              <a:gd name="connsiteY99329" fmla="*/ 576352 h 2398711"/>
              <a:gd name="connsiteX99330" fmla="*/ 640124 w 2119654"/>
              <a:gd name="connsiteY99330" fmla="*/ 573235 h 2398711"/>
              <a:gd name="connsiteX99331" fmla="*/ 696721 w 2119654"/>
              <a:gd name="connsiteY99331" fmla="*/ 440270 h 2398711"/>
              <a:gd name="connsiteX99332" fmla="*/ 697980 w 2119654"/>
              <a:gd name="connsiteY99332" fmla="*/ 441924 h 2398711"/>
              <a:gd name="connsiteX99333" fmla="*/ 698238 w 2119654"/>
              <a:gd name="connsiteY99333" fmla="*/ 441174 h 2398711"/>
              <a:gd name="connsiteX99334" fmla="*/ 236492 w 2119654"/>
              <a:gd name="connsiteY99334" fmla="*/ 1470723 h 2398711"/>
              <a:gd name="connsiteX99335" fmla="*/ 242912 w 2119654"/>
              <a:gd name="connsiteY99335" fmla="*/ 1477593 h 2398711"/>
              <a:gd name="connsiteX99336" fmla="*/ 240086 w 2119654"/>
              <a:gd name="connsiteY99336" fmla="*/ 1473064 h 2398711"/>
              <a:gd name="connsiteX99337" fmla="*/ 273254 w 2119654"/>
              <a:gd name="connsiteY99337" fmla="*/ 1388401 h 2398711"/>
              <a:gd name="connsiteX99338" fmla="*/ 273418 w 2119654"/>
              <a:gd name="connsiteY99338" fmla="*/ 1388823 h 2398711"/>
              <a:gd name="connsiteX99339" fmla="*/ 277130 w 2119654"/>
              <a:gd name="connsiteY99339" fmla="*/ 1391757 h 2398711"/>
              <a:gd name="connsiteX99340" fmla="*/ 276682 w 2119654"/>
              <a:gd name="connsiteY99340" fmla="*/ 1391215 h 2398711"/>
              <a:gd name="connsiteX99341" fmla="*/ 289955 w 2119654"/>
              <a:gd name="connsiteY99341" fmla="*/ 1350836 h 2398711"/>
              <a:gd name="connsiteX99342" fmla="*/ 291665 w 2119654"/>
              <a:gd name="connsiteY99342" fmla="*/ 1353168 h 2398711"/>
              <a:gd name="connsiteX99343" fmla="*/ 292636 w 2119654"/>
              <a:gd name="connsiteY99343" fmla="*/ 1353700 h 2398711"/>
              <a:gd name="connsiteX99344" fmla="*/ 291643 w 2119654"/>
              <a:gd name="connsiteY99344" fmla="*/ 1351979 h 2398711"/>
              <a:gd name="connsiteX99345" fmla="*/ 758791 w 2119654"/>
              <a:gd name="connsiteY99345" fmla="*/ 300838 h 2398711"/>
              <a:gd name="connsiteX99346" fmla="*/ 756488 w 2119654"/>
              <a:gd name="connsiteY99346" fmla="*/ 307138 h 2398711"/>
              <a:gd name="connsiteX99347" fmla="*/ 758302 w 2119654"/>
              <a:gd name="connsiteY99347" fmla="*/ 309794 h 2398711"/>
              <a:gd name="connsiteX99348" fmla="*/ 765755 w 2119654"/>
              <a:gd name="connsiteY99348" fmla="*/ 315887 h 2398711"/>
              <a:gd name="connsiteX99349" fmla="*/ 767203 w 2119654"/>
              <a:gd name="connsiteY99349" fmla="*/ 307385 h 2398711"/>
              <a:gd name="connsiteX99350" fmla="*/ 706934 w 2119654"/>
              <a:gd name="connsiteY99350" fmla="*/ 416953 h 2398711"/>
              <a:gd name="connsiteX99351" fmla="*/ 706561 w 2119654"/>
              <a:gd name="connsiteY99351" fmla="*/ 418042 h 2398711"/>
              <a:gd name="connsiteX99352" fmla="*/ 709273 w 2119654"/>
              <a:gd name="connsiteY99352" fmla="*/ 421658 h 2398711"/>
              <a:gd name="connsiteX99353" fmla="*/ 711736 w 2119654"/>
              <a:gd name="connsiteY99353" fmla="*/ 423127 h 2398711"/>
              <a:gd name="connsiteX99354" fmla="*/ 711690 w 2119654"/>
              <a:gd name="connsiteY99354" fmla="*/ 422822 h 2398711"/>
              <a:gd name="connsiteX99355" fmla="*/ 638871 w 2119654"/>
              <a:gd name="connsiteY99355" fmla="*/ 569310 h 2398711"/>
              <a:gd name="connsiteX99356" fmla="*/ 638811 w 2119654"/>
              <a:gd name="connsiteY99356" fmla="*/ 569475 h 2398711"/>
              <a:gd name="connsiteX99357" fmla="*/ 638929 w 2119654"/>
              <a:gd name="connsiteY99357" fmla="*/ 569491 h 2398711"/>
              <a:gd name="connsiteX99358" fmla="*/ 290696 w 2119654"/>
              <a:gd name="connsiteY99358" fmla="*/ 1348783 h 2398711"/>
              <a:gd name="connsiteX99359" fmla="*/ 290998 w 2119654"/>
              <a:gd name="connsiteY99359" fmla="*/ 1348948 h 2398711"/>
              <a:gd name="connsiteX99360" fmla="*/ 290840 w 2119654"/>
              <a:gd name="connsiteY99360" fmla="*/ 1348711 h 2398711"/>
              <a:gd name="connsiteX99361" fmla="*/ 707277 w 2119654"/>
              <a:gd name="connsiteY99361" fmla="*/ 415954 h 2398711"/>
              <a:gd name="connsiteX99362" fmla="*/ 707047 w 2119654"/>
              <a:gd name="connsiteY99362" fmla="*/ 416624 h 2398711"/>
              <a:gd name="connsiteX99363" fmla="*/ 711602 w 2119654"/>
              <a:gd name="connsiteY99363" fmla="*/ 422243 h 2398711"/>
              <a:gd name="connsiteX99364" fmla="*/ 711417 w 2119654"/>
              <a:gd name="connsiteY99364" fmla="*/ 421035 h 2398711"/>
              <a:gd name="connsiteX99365" fmla="*/ 619168 w 2119654"/>
              <a:gd name="connsiteY99365" fmla="*/ 613178 h 2398711"/>
              <a:gd name="connsiteX99366" fmla="*/ 619145 w 2119654"/>
              <a:gd name="connsiteY99366" fmla="*/ 613377 h 2398711"/>
              <a:gd name="connsiteX99367" fmla="*/ 620629 w 2119654"/>
              <a:gd name="connsiteY99367" fmla="*/ 614514 h 2398711"/>
              <a:gd name="connsiteX99368" fmla="*/ 620539 w 2119654"/>
              <a:gd name="connsiteY99368" fmla="*/ 613777 h 2398711"/>
              <a:gd name="connsiteX99369" fmla="*/ 670067 w 2119654"/>
              <a:gd name="connsiteY99369" fmla="*/ 499115 h 2398711"/>
              <a:gd name="connsiteX99370" fmla="*/ 670077 w 2119654"/>
              <a:gd name="connsiteY99370" fmla="*/ 500041 h 2398711"/>
              <a:gd name="connsiteX99371" fmla="*/ 670404 w 2119654"/>
              <a:gd name="connsiteY99371" fmla="*/ 500369 h 2398711"/>
              <a:gd name="connsiteX99372" fmla="*/ 670543 w 2119654"/>
              <a:gd name="connsiteY99372" fmla="*/ 499369 h 2398711"/>
              <a:gd name="connsiteX99373" fmla="*/ 639795 w 2119654"/>
              <a:gd name="connsiteY99373" fmla="*/ 566782 h 2398711"/>
              <a:gd name="connsiteX99374" fmla="*/ 639073 w 2119654"/>
              <a:gd name="connsiteY99374" fmla="*/ 568759 h 2398711"/>
              <a:gd name="connsiteX99375" fmla="*/ 639323 w 2119654"/>
              <a:gd name="connsiteY99375" fmla="*/ 569546 h 2398711"/>
              <a:gd name="connsiteX99376" fmla="*/ 641563 w 2119654"/>
              <a:gd name="connsiteY99376" fmla="*/ 569854 h 2398711"/>
              <a:gd name="connsiteX99377" fmla="*/ 641491 w 2119654"/>
              <a:gd name="connsiteY99377" fmla="*/ 569339 h 2398711"/>
              <a:gd name="connsiteX99378" fmla="*/ 717125 w 2119654"/>
              <a:gd name="connsiteY99378" fmla="*/ 393566 h 2398711"/>
              <a:gd name="connsiteX99379" fmla="*/ 717365 w 2119654"/>
              <a:gd name="connsiteY99379" fmla="*/ 395138 h 2398711"/>
              <a:gd name="connsiteX99380" fmla="*/ 717563 w 2119654"/>
              <a:gd name="connsiteY99380" fmla="*/ 393741 h 2398711"/>
              <a:gd name="connsiteX99381" fmla="*/ 707825 w 2119654"/>
              <a:gd name="connsiteY99381" fmla="*/ 414354 h 2398711"/>
              <a:gd name="connsiteX99382" fmla="*/ 707391 w 2119654"/>
              <a:gd name="connsiteY99382" fmla="*/ 415622 h 2398711"/>
              <a:gd name="connsiteX99383" fmla="*/ 710296 w 2119654"/>
              <a:gd name="connsiteY99383" fmla="*/ 419090 h 2398711"/>
              <a:gd name="connsiteX99384" fmla="*/ 711311 w 2119654"/>
              <a:gd name="connsiteY99384" fmla="*/ 420335 h 2398711"/>
              <a:gd name="connsiteX99385" fmla="*/ 710682 w 2119654"/>
              <a:gd name="connsiteY99385" fmla="*/ 416214 h 2398711"/>
              <a:gd name="connsiteX99386" fmla="*/ 708250 w 2119654"/>
              <a:gd name="connsiteY99386" fmla="*/ 413116 h 2398711"/>
              <a:gd name="connsiteX99387" fmla="*/ 710426 w 2119654"/>
              <a:gd name="connsiteY99387" fmla="*/ 414533 h 2398711"/>
              <a:gd name="connsiteX99388" fmla="*/ 710405 w 2119654"/>
              <a:gd name="connsiteY99388" fmla="*/ 414397 h 2398711"/>
              <a:gd name="connsiteX99389" fmla="*/ 708251 w 2119654"/>
              <a:gd name="connsiteY99389" fmla="*/ 413113 h 2398711"/>
              <a:gd name="connsiteX99390" fmla="*/ 648823 w 2119654"/>
              <a:gd name="connsiteY99390" fmla="*/ 546036 h 2398711"/>
              <a:gd name="connsiteX99391" fmla="*/ 648792 w 2119654"/>
              <a:gd name="connsiteY99391" fmla="*/ 546165 h 2398711"/>
              <a:gd name="connsiteX99392" fmla="*/ 649655 w 2119654"/>
              <a:gd name="connsiteY99392" fmla="*/ 547004 h 2398711"/>
              <a:gd name="connsiteX99393" fmla="*/ 649745 w 2119654"/>
              <a:gd name="connsiteY99393" fmla="*/ 546585 h 2398711"/>
              <a:gd name="connsiteX99394" fmla="*/ 268584 w 2119654"/>
              <a:gd name="connsiteY99394" fmla="*/ 1397295 h 2398711"/>
              <a:gd name="connsiteX99395" fmla="*/ 272044 w 2119654"/>
              <a:gd name="connsiteY99395" fmla="*/ 1402356 h 2398711"/>
              <a:gd name="connsiteX99396" fmla="*/ 272844 w 2119654"/>
              <a:gd name="connsiteY99396" fmla="*/ 1402922 h 2398711"/>
              <a:gd name="connsiteX99397" fmla="*/ 277693 w 2119654"/>
              <a:gd name="connsiteY99397" fmla="*/ 1404981 h 2398711"/>
              <a:gd name="connsiteX99398" fmla="*/ 277346 w 2119654"/>
              <a:gd name="connsiteY99398" fmla="*/ 1404089 h 2398711"/>
              <a:gd name="connsiteX99399" fmla="*/ 275694 w 2119654"/>
              <a:gd name="connsiteY99399" fmla="*/ 1403131 h 2398711"/>
              <a:gd name="connsiteX99400" fmla="*/ 761290 w 2119654"/>
              <a:gd name="connsiteY99400" fmla="*/ 294005 h 2398711"/>
              <a:gd name="connsiteX99401" fmla="*/ 759288 w 2119654"/>
              <a:gd name="connsiteY99401" fmla="*/ 299479 h 2398711"/>
              <a:gd name="connsiteX99402" fmla="*/ 767465 w 2119654"/>
              <a:gd name="connsiteY99402" fmla="*/ 305844 h 2398711"/>
              <a:gd name="connsiteX99403" fmla="*/ 768215 w 2119654"/>
              <a:gd name="connsiteY99403" fmla="*/ 301439 h 2398711"/>
              <a:gd name="connsiteX99404" fmla="*/ 761529 w 2119654"/>
              <a:gd name="connsiteY99404" fmla="*/ 293352 h 2398711"/>
              <a:gd name="connsiteX99405" fmla="*/ 761459 w 2119654"/>
              <a:gd name="connsiteY99405" fmla="*/ 293543 h 2398711"/>
              <a:gd name="connsiteX99406" fmla="*/ 768308 w 2119654"/>
              <a:gd name="connsiteY99406" fmla="*/ 300895 h 2398711"/>
              <a:gd name="connsiteX99407" fmla="*/ 768388 w 2119654"/>
              <a:gd name="connsiteY99407" fmla="*/ 300424 h 2398711"/>
              <a:gd name="connsiteX99408" fmla="*/ 237418 w 2119654"/>
              <a:gd name="connsiteY99408" fmla="*/ 1466818 h 2398711"/>
              <a:gd name="connsiteX99409" fmla="*/ 238060 w 2119654"/>
              <a:gd name="connsiteY99409" fmla="*/ 1467661 h 2398711"/>
              <a:gd name="connsiteX99410" fmla="*/ 242701 w 2119654"/>
              <a:gd name="connsiteY99410" fmla="*/ 1473280 h 2398711"/>
              <a:gd name="connsiteX99411" fmla="*/ 243224 w 2119654"/>
              <a:gd name="connsiteY99411" fmla="*/ 1473619 h 2398711"/>
              <a:gd name="connsiteX99412" fmla="*/ 258695 w 2119654"/>
              <a:gd name="connsiteY99412" fmla="*/ 1482591 h 2398711"/>
              <a:gd name="connsiteX99413" fmla="*/ 250461 w 2119654"/>
              <a:gd name="connsiteY99413" fmla="*/ 1474463 h 2398711"/>
              <a:gd name="connsiteX99414" fmla="*/ 250427 w 2119654"/>
              <a:gd name="connsiteY99414" fmla="*/ 1474187 h 2398711"/>
              <a:gd name="connsiteX99415" fmla="*/ 259290 w 2119654"/>
              <a:gd name="connsiteY99415" fmla="*/ 1482935 h 2398711"/>
              <a:gd name="connsiteX99416" fmla="*/ 262648 w 2119654"/>
              <a:gd name="connsiteY99416" fmla="*/ 1484883 h 2398711"/>
              <a:gd name="connsiteX99417" fmla="*/ 267560 w 2119654"/>
              <a:gd name="connsiteY99417" fmla="*/ 1486402 h 2398711"/>
              <a:gd name="connsiteX99418" fmla="*/ 264505 w 2119654"/>
              <a:gd name="connsiteY99418" fmla="*/ 1480265 h 2398711"/>
              <a:gd name="connsiteX99419" fmla="*/ 246723 w 2119654"/>
              <a:gd name="connsiteY99419" fmla="*/ 1470102 h 2398711"/>
              <a:gd name="connsiteX99420" fmla="*/ 669025 w 2119654"/>
              <a:gd name="connsiteY99420" fmla="*/ 500157 h 2398711"/>
              <a:gd name="connsiteX99421" fmla="*/ 668404 w 2119654"/>
              <a:gd name="connsiteY99421" fmla="*/ 502699 h 2398711"/>
              <a:gd name="connsiteX99422" fmla="*/ 669278 w 2119654"/>
              <a:gd name="connsiteY99422" fmla="*/ 503168 h 2398711"/>
              <a:gd name="connsiteX99423" fmla="*/ 669185 w 2119654"/>
              <a:gd name="connsiteY99423" fmla="*/ 500319 h 2398711"/>
              <a:gd name="connsiteX99424" fmla="*/ 692407 w 2119654"/>
              <a:gd name="connsiteY99424" fmla="*/ 447701 h 2398711"/>
              <a:gd name="connsiteX99425" fmla="*/ 692508 w 2119654"/>
              <a:gd name="connsiteY99425" fmla="*/ 449129 h 2398711"/>
              <a:gd name="connsiteX99426" fmla="*/ 693231 w 2119654"/>
              <a:gd name="connsiteY99426" fmla="*/ 450382 h 2398711"/>
              <a:gd name="connsiteX99427" fmla="*/ 693621 w 2119654"/>
              <a:gd name="connsiteY99427" fmla="*/ 448584 h 2398711"/>
              <a:gd name="connsiteX99428" fmla="*/ 245319 w 2119654"/>
              <a:gd name="connsiteY99428" fmla="*/ 1448796 h 2398711"/>
              <a:gd name="connsiteX99429" fmla="*/ 249812 w 2119654"/>
              <a:gd name="connsiteY99429" fmla="*/ 1451215 h 2398711"/>
              <a:gd name="connsiteX99430" fmla="*/ 247945 w 2119654"/>
              <a:gd name="connsiteY99430" fmla="*/ 1449156 h 2398711"/>
              <a:gd name="connsiteX99431" fmla="*/ 247924 w 2119654"/>
              <a:gd name="connsiteY99431" fmla="*/ 1448858 h 2398711"/>
              <a:gd name="connsiteX99432" fmla="*/ 250301 w 2119654"/>
              <a:gd name="connsiteY99432" fmla="*/ 1451479 h 2398711"/>
              <a:gd name="connsiteX99433" fmla="*/ 250454 w 2119654"/>
              <a:gd name="connsiteY99433" fmla="*/ 1451561 h 2398711"/>
              <a:gd name="connsiteX99434" fmla="*/ 249526 w 2119654"/>
              <a:gd name="connsiteY99434" fmla="*/ 1449457 h 2398711"/>
              <a:gd name="connsiteX99435" fmla="*/ 246644 w 2119654"/>
              <a:gd name="connsiteY99435" fmla="*/ 1447462 h 2398711"/>
              <a:gd name="connsiteX99436" fmla="*/ 709606 w 2119654"/>
              <a:gd name="connsiteY99436" fmla="*/ 409161 h 2398711"/>
              <a:gd name="connsiteX99437" fmla="*/ 708370 w 2119654"/>
              <a:gd name="connsiteY99437" fmla="*/ 412767 h 2398711"/>
              <a:gd name="connsiteX99438" fmla="*/ 710335 w 2119654"/>
              <a:gd name="connsiteY99438" fmla="*/ 413938 h 2398711"/>
              <a:gd name="connsiteX99439" fmla="*/ 651822 w 2119654"/>
              <a:gd name="connsiteY99439" fmla="*/ 538219 h 2398711"/>
              <a:gd name="connsiteX99440" fmla="*/ 650631 w 2119654"/>
              <a:gd name="connsiteY99440" fmla="*/ 543777 h 2398711"/>
              <a:gd name="connsiteX99441" fmla="*/ 650505 w 2119654"/>
              <a:gd name="connsiteY99441" fmla="*/ 546868 h 2398711"/>
              <a:gd name="connsiteX99442" fmla="*/ 652028 w 2119654"/>
              <a:gd name="connsiteY99442" fmla="*/ 547772 h 2398711"/>
              <a:gd name="connsiteX99443" fmla="*/ 653093 w 2119654"/>
              <a:gd name="connsiteY99443" fmla="*/ 547904 h 2398711"/>
              <a:gd name="connsiteX99444" fmla="*/ 653680 w 2119654"/>
              <a:gd name="connsiteY99444" fmla="*/ 545036 h 2398711"/>
              <a:gd name="connsiteX99445" fmla="*/ 653205 w 2119654"/>
              <a:gd name="connsiteY99445" fmla="*/ 539278 h 2398711"/>
              <a:gd name="connsiteX99446" fmla="*/ 713319 w 2119654"/>
              <a:gd name="connsiteY99446" fmla="*/ 400468 h 2398711"/>
              <a:gd name="connsiteX99447" fmla="*/ 716121 w 2119654"/>
              <a:gd name="connsiteY99447" fmla="*/ 403907 h 2398711"/>
              <a:gd name="connsiteX99448" fmla="*/ 716360 w 2119654"/>
              <a:gd name="connsiteY99448" fmla="*/ 402218 h 2398711"/>
              <a:gd name="connsiteX99449" fmla="*/ 648403 w 2119654"/>
              <a:gd name="connsiteY99449" fmla="*/ 545787 h 2398711"/>
              <a:gd name="connsiteX99450" fmla="*/ 648583 w 2119654"/>
              <a:gd name="connsiteY99450" fmla="*/ 545963 h 2398711"/>
              <a:gd name="connsiteX99451" fmla="*/ 648598 w 2119654"/>
              <a:gd name="connsiteY99451" fmla="*/ 545903 h 2398711"/>
              <a:gd name="connsiteX99452" fmla="*/ 289507 w 2119654"/>
              <a:gd name="connsiteY99452" fmla="*/ 1349387 h 2398711"/>
              <a:gd name="connsiteX99453" fmla="*/ 290557 w 2119654"/>
              <a:gd name="connsiteY99453" fmla="*/ 1350098 h 2398711"/>
              <a:gd name="connsiteX99454" fmla="*/ 290001 w 2119654"/>
              <a:gd name="connsiteY99454" fmla="*/ 1349136 h 2398711"/>
              <a:gd name="connsiteX99455" fmla="*/ 605911 w 2119654"/>
              <a:gd name="connsiteY99455" fmla="*/ 640844 h 2398711"/>
              <a:gd name="connsiteX99456" fmla="*/ 605838 w 2119654"/>
              <a:gd name="connsiteY99456" fmla="*/ 642664 h 2398711"/>
              <a:gd name="connsiteX99457" fmla="*/ 605836 w 2119654"/>
              <a:gd name="connsiteY99457" fmla="*/ 645673 h 2398711"/>
              <a:gd name="connsiteX99458" fmla="*/ 605879 w 2119654"/>
              <a:gd name="connsiteY99458" fmla="*/ 644072 h 2398711"/>
              <a:gd name="connsiteX99459" fmla="*/ 606017 w 2119654"/>
              <a:gd name="connsiteY99459" fmla="*/ 640660 h 2398711"/>
              <a:gd name="connsiteX99460" fmla="*/ 619485 w 2119654"/>
              <a:gd name="connsiteY99460" fmla="*/ 610439 h 2398711"/>
              <a:gd name="connsiteX99461" fmla="*/ 619397 w 2119654"/>
              <a:gd name="connsiteY99461" fmla="*/ 611202 h 2398711"/>
              <a:gd name="connsiteX99462" fmla="*/ 620276 w 2119654"/>
              <a:gd name="connsiteY99462" fmla="*/ 611608 h 2398711"/>
              <a:gd name="connsiteX99463" fmla="*/ 620184 w 2119654"/>
              <a:gd name="connsiteY99463" fmla="*/ 610855 h 2398711"/>
              <a:gd name="connsiteX99464" fmla="*/ 710743 w 2119654"/>
              <a:gd name="connsiteY99464" fmla="*/ 405843 h 2398711"/>
              <a:gd name="connsiteX99465" fmla="*/ 709943 w 2119654"/>
              <a:gd name="connsiteY99465" fmla="*/ 408176 h 2398711"/>
              <a:gd name="connsiteX99466" fmla="*/ 710871 w 2119654"/>
              <a:gd name="connsiteY99466" fmla="*/ 414257 h 2398711"/>
              <a:gd name="connsiteX99467" fmla="*/ 714358 w 2119654"/>
              <a:gd name="connsiteY99467" fmla="*/ 416335 h 2398711"/>
              <a:gd name="connsiteX99468" fmla="*/ 715326 w 2119654"/>
              <a:gd name="connsiteY99468" fmla="*/ 409513 h 2398711"/>
              <a:gd name="connsiteX99469" fmla="*/ 604335 w 2119654"/>
              <a:gd name="connsiteY99469" fmla="*/ 643593 h 2398711"/>
              <a:gd name="connsiteX99470" fmla="*/ 604490 w 2119654"/>
              <a:gd name="connsiteY99470" fmla="*/ 643977 h 2398711"/>
              <a:gd name="connsiteX99471" fmla="*/ 604728 w 2119654"/>
              <a:gd name="connsiteY99471" fmla="*/ 642908 h 2398711"/>
              <a:gd name="connsiteX99472" fmla="*/ 671943 w 2119654"/>
              <a:gd name="connsiteY99472" fmla="*/ 492014 h 2398711"/>
              <a:gd name="connsiteX99473" fmla="*/ 671120 w 2119654"/>
              <a:gd name="connsiteY99473" fmla="*/ 497920 h 2398711"/>
              <a:gd name="connsiteX99474" fmla="*/ 676904 w 2119654"/>
              <a:gd name="connsiteY99474" fmla="*/ 500490 h 2398711"/>
              <a:gd name="connsiteX99475" fmla="*/ 677209 w 2119654"/>
              <a:gd name="connsiteY99475" fmla="*/ 497294 h 2398711"/>
              <a:gd name="connsiteX99476" fmla="*/ 236678 w 2119654"/>
              <a:gd name="connsiteY99476" fmla="*/ 1466557 h 2398711"/>
              <a:gd name="connsiteX99477" fmla="*/ 239632 w 2119654"/>
              <a:gd name="connsiteY99477" fmla="*/ 1471292 h 2398711"/>
              <a:gd name="connsiteX99478" fmla="*/ 241001 w 2119654"/>
              <a:gd name="connsiteY99478" fmla="*/ 1472178 h 2398711"/>
              <a:gd name="connsiteX99479" fmla="*/ 236740 w 2119654"/>
              <a:gd name="connsiteY99479" fmla="*/ 1466578 h 2398711"/>
              <a:gd name="connsiteX99480" fmla="*/ 650147 w 2119654"/>
              <a:gd name="connsiteY99480" fmla="*/ 540651 h 2398711"/>
              <a:gd name="connsiteX99481" fmla="*/ 648860 w 2119654"/>
              <a:gd name="connsiteY99481" fmla="*/ 545890 h 2398711"/>
              <a:gd name="connsiteX99482" fmla="*/ 649777 w 2119654"/>
              <a:gd name="connsiteY99482" fmla="*/ 546435 h 2398711"/>
              <a:gd name="connsiteX99483" fmla="*/ 649935 w 2119654"/>
              <a:gd name="connsiteY99483" fmla="*/ 545696 h 2398711"/>
              <a:gd name="connsiteX99484" fmla="*/ 650121 w 2119654"/>
              <a:gd name="connsiteY99484" fmla="*/ 541119 h 2398711"/>
              <a:gd name="connsiteX99485" fmla="*/ 680604 w 2119654"/>
              <a:gd name="connsiteY99485" fmla="*/ 472425 h 2398711"/>
              <a:gd name="connsiteX99486" fmla="*/ 680361 w 2119654"/>
              <a:gd name="connsiteY99486" fmla="*/ 474208 h 2398711"/>
              <a:gd name="connsiteX99487" fmla="*/ 680283 w 2119654"/>
              <a:gd name="connsiteY99487" fmla="*/ 475029 h 2398711"/>
              <a:gd name="connsiteX99488" fmla="*/ 680419 w 2119654"/>
              <a:gd name="connsiteY99488" fmla="*/ 475868 h 2398711"/>
              <a:gd name="connsiteX99489" fmla="*/ 685132 w 2119654"/>
              <a:gd name="connsiteY99489" fmla="*/ 478893 h 2398711"/>
              <a:gd name="connsiteX99490" fmla="*/ 249645 w 2119654"/>
              <a:gd name="connsiteY99490" fmla="*/ 1437145 h 2398711"/>
              <a:gd name="connsiteX99491" fmla="*/ 251810 w 2119654"/>
              <a:gd name="connsiteY99491" fmla="*/ 1441496 h 2398711"/>
              <a:gd name="connsiteX99492" fmla="*/ 252270 w 2119654"/>
              <a:gd name="connsiteY99492" fmla="*/ 1441033 h 2398711"/>
              <a:gd name="connsiteX99493" fmla="*/ 626574 w 2119654"/>
              <a:gd name="connsiteY99493" fmla="*/ 593094 h 2398711"/>
              <a:gd name="connsiteX99494" fmla="*/ 628094 w 2119654"/>
              <a:gd name="connsiteY99494" fmla="*/ 595786 h 2398711"/>
              <a:gd name="connsiteX99495" fmla="*/ 628382 w 2119654"/>
              <a:gd name="connsiteY99495" fmla="*/ 595002 h 2398711"/>
              <a:gd name="connsiteX99496" fmla="*/ 628240 w 2119654"/>
              <a:gd name="connsiteY99496" fmla="*/ 594680 h 2398711"/>
              <a:gd name="connsiteX99497" fmla="*/ 712619 w 2119654"/>
              <a:gd name="connsiteY99497" fmla="*/ 400373 h 2398711"/>
              <a:gd name="connsiteX99498" fmla="*/ 711218 w 2119654"/>
              <a:gd name="connsiteY99498" fmla="*/ 404457 h 2398711"/>
              <a:gd name="connsiteX99499" fmla="*/ 712751 w 2119654"/>
              <a:gd name="connsiteY99499" fmla="*/ 405684 h 2398711"/>
              <a:gd name="connsiteX99500" fmla="*/ 715707 w 2119654"/>
              <a:gd name="connsiteY99500" fmla="*/ 406820 h 2398711"/>
              <a:gd name="connsiteX99501" fmla="*/ 716028 w 2119654"/>
              <a:gd name="connsiteY99501" fmla="*/ 404556 h 2398711"/>
              <a:gd name="connsiteX99502" fmla="*/ 289097 w 2119654"/>
              <a:gd name="connsiteY99502" fmla="*/ 1348544 h 2398711"/>
              <a:gd name="connsiteX99503" fmla="*/ 289279 w 2119654"/>
              <a:gd name="connsiteY99503" fmla="*/ 1349054 h 2398711"/>
              <a:gd name="connsiteX99504" fmla="*/ 289667 w 2119654"/>
              <a:gd name="connsiteY99504" fmla="*/ 1348856 h 2398711"/>
              <a:gd name="connsiteX99505" fmla="*/ 668682 w 2119654"/>
              <a:gd name="connsiteY99505" fmla="*/ 498374 h 2398711"/>
              <a:gd name="connsiteX99506" fmla="*/ 668646 w 2119654"/>
              <a:gd name="connsiteY99506" fmla="*/ 498606 h 2398711"/>
              <a:gd name="connsiteX99507" fmla="*/ 668705 w 2119654"/>
              <a:gd name="connsiteY99507" fmla="*/ 498665 h 2398711"/>
              <a:gd name="connsiteX99508" fmla="*/ 668765 w 2119654"/>
              <a:gd name="connsiteY99508" fmla="*/ 498417 h 2398711"/>
              <a:gd name="connsiteX99509" fmla="*/ 289646 w 2119654"/>
              <a:gd name="connsiteY99509" fmla="*/ 1347090 h 2398711"/>
              <a:gd name="connsiteX99510" fmla="*/ 290439 w 2119654"/>
              <a:gd name="connsiteY99510" fmla="*/ 1348465 h 2398711"/>
              <a:gd name="connsiteX99511" fmla="*/ 290616 w 2119654"/>
              <a:gd name="connsiteY99511" fmla="*/ 1348374 h 2398711"/>
              <a:gd name="connsiteX99512" fmla="*/ 289984 w 2119654"/>
              <a:gd name="connsiteY99512" fmla="*/ 1347422 h 2398711"/>
              <a:gd name="connsiteX99513" fmla="*/ 629803 w 2119654"/>
              <a:gd name="connsiteY99513" fmla="*/ 585340 h 2398711"/>
              <a:gd name="connsiteX99514" fmla="*/ 630446 w 2119654"/>
              <a:gd name="connsiteY99514" fmla="*/ 586364 h 2398711"/>
              <a:gd name="connsiteX99515" fmla="*/ 630532 w 2119654"/>
              <a:gd name="connsiteY99515" fmla="*/ 585561 h 2398711"/>
              <a:gd name="connsiteX99516" fmla="*/ 619801 w 2119654"/>
              <a:gd name="connsiteY99516" fmla="*/ 607712 h 2398711"/>
              <a:gd name="connsiteX99517" fmla="*/ 619563 w 2119654"/>
              <a:gd name="connsiteY99517" fmla="*/ 609768 h 2398711"/>
              <a:gd name="connsiteX99518" fmla="*/ 620089 w 2119654"/>
              <a:gd name="connsiteY99518" fmla="*/ 610082 h 2398711"/>
              <a:gd name="connsiteX99519" fmla="*/ 296189 w 2119654"/>
              <a:gd name="connsiteY99519" fmla="*/ 1332174 h 2398711"/>
              <a:gd name="connsiteX99520" fmla="*/ 296270 w 2119654"/>
              <a:gd name="connsiteY99520" fmla="*/ 1332349 h 2398711"/>
              <a:gd name="connsiteX99521" fmla="*/ 297294 w 2119654"/>
              <a:gd name="connsiteY99521" fmla="*/ 1333074 h 2398711"/>
              <a:gd name="connsiteX99522" fmla="*/ 298136 w 2119654"/>
              <a:gd name="connsiteY99522" fmla="*/ 1333594 h 2398711"/>
              <a:gd name="connsiteX99523" fmla="*/ 297903 w 2119654"/>
              <a:gd name="connsiteY99523" fmla="*/ 1332781 h 2398711"/>
              <a:gd name="connsiteX99524" fmla="*/ 678689 w 2119654"/>
              <a:gd name="connsiteY99524" fmla="*/ 475573 h 2398711"/>
              <a:gd name="connsiteX99525" fmla="*/ 678989 w 2119654"/>
              <a:gd name="connsiteY99525" fmla="*/ 481642 h 2398711"/>
              <a:gd name="connsiteX99526" fmla="*/ 679723 w 2119654"/>
              <a:gd name="connsiteY99526" fmla="*/ 476236 h 2398711"/>
              <a:gd name="connsiteX99527" fmla="*/ 768219 w 2119654"/>
              <a:gd name="connsiteY99527" fmla="*/ 275058 h 2398711"/>
              <a:gd name="connsiteX99528" fmla="*/ 761670 w 2119654"/>
              <a:gd name="connsiteY99528" fmla="*/ 292964 h 2398711"/>
              <a:gd name="connsiteX99529" fmla="*/ 768466 w 2119654"/>
              <a:gd name="connsiteY99529" fmla="*/ 299969 h 2398711"/>
              <a:gd name="connsiteX99530" fmla="*/ 770821 w 2119654"/>
              <a:gd name="connsiteY99530" fmla="*/ 286142 h 2398711"/>
              <a:gd name="connsiteX99531" fmla="*/ 771013 w 2119654"/>
              <a:gd name="connsiteY99531" fmla="*/ 285967 h 2398711"/>
              <a:gd name="connsiteX99532" fmla="*/ 768604 w 2119654"/>
              <a:gd name="connsiteY99532" fmla="*/ 300112 h 2398711"/>
              <a:gd name="connsiteX99533" fmla="*/ 797339 w 2119654"/>
              <a:gd name="connsiteY99533" fmla="*/ 329739 h 2398711"/>
              <a:gd name="connsiteX99534" fmla="*/ 798512 w 2119654"/>
              <a:gd name="connsiteY99534" fmla="*/ 321254 h 2398711"/>
              <a:gd name="connsiteX99535" fmla="*/ 781083 w 2119654"/>
              <a:gd name="connsiteY99535" fmla="*/ 290064 h 2398711"/>
              <a:gd name="connsiteX99536" fmla="*/ 775392 w 2119654"/>
              <a:gd name="connsiteY99536" fmla="*/ 280195 h 2398711"/>
              <a:gd name="connsiteX99537" fmla="*/ 650915 w 2119654"/>
              <a:gd name="connsiteY99537" fmla="*/ 537525 h 2398711"/>
              <a:gd name="connsiteX99538" fmla="*/ 650877 w 2119654"/>
              <a:gd name="connsiteY99538" fmla="*/ 537679 h 2398711"/>
              <a:gd name="connsiteX99539" fmla="*/ 650696 w 2119654"/>
              <a:gd name="connsiteY99539" fmla="*/ 542148 h 2398711"/>
              <a:gd name="connsiteX99540" fmla="*/ 651580 w 2119654"/>
              <a:gd name="connsiteY99540" fmla="*/ 538034 h 2398711"/>
              <a:gd name="connsiteX99541" fmla="*/ 692218 w 2119654"/>
              <a:gd name="connsiteY99541" fmla="*/ 445026 h 2398711"/>
              <a:gd name="connsiteX99542" fmla="*/ 692375 w 2119654"/>
              <a:gd name="connsiteY99542" fmla="*/ 447241 h 2398711"/>
              <a:gd name="connsiteX99543" fmla="*/ 693708 w 2119654"/>
              <a:gd name="connsiteY99543" fmla="*/ 448183 h 2398711"/>
              <a:gd name="connsiteX99544" fmla="*/ 694035 w 2119654"/>
              <a:gd name="connsiteY99544" fmla="*/ 446670 h 2398711"/>
              <a:gd name="connsiteX99545" fmla="*/ 714912 w 2119654"/>
              <a:gd name="connsiteY99545" fmla="*/ 393684 h 2398711"/>
              <a:gd name="connsiteX99546" fmla="*/ 712803 w 2119654"/>
              <a:gd name="connsiteY99546" fmla="*/ 399836 h 2398711"/>
              <a:gd name="connsiteX99547" fmla="*/ 712974 w 2119654"/>
              <a:gd name="connsiteY99547" fmla="*/ 400045 h 2398711"/>
              <a:gd name="connsiteX99548" fmla="*/ 716390 w 2119654"/>
              <a:gd name="connsiteY99548" fmla="*/ 402010 h 2398711"/>
              <a:gd name="connsiteX99549" fmla="*/ 717243 w 2119654"/>
              <a:gd name="connsiteY99549" fmla="*/ 395995 h 2398711"/>
              <a:gd name="connsiteX99550" fmla="*/ 769854 w 2119654"/>
              <a:gd name="connsiteY99550" fmla="*/ 270587 h 2398711"/>
              <a:gd name="connsiteX99551" fmla="*/ 768358 w 2119654"/>
              <a:gd name="connsiteY99551" fmla="*/ 274677 h 2398711"/>
              <a:gd name="connsiteX99552" fmla="*/ 774921 w 2119654"/>
              <a:gd name="connsiteY99552" fmla="*/ 279377 h 2398711"/>
              <a:gd name="connsiteX99553" fmla="*/ 676429 w 2119654"/>
              <a:gd name="connsiteY99553" fmla="*/ 479741 h 2398711"/>
              <a:gd name="connsiteX99554" fmla="*/ 677524 w 2119654"/>
              <a:gd name="connsiteY99554" fmla="*/ 485008 h 2398711"/>
              <a:gd name="connsiteX99555" fmla="*/ 678443 w 2119654"/>
              <a:gd name="connsiteY99555" fmla="*/ 485657 h 2398711"/>
              <a:gd name="connsiteX99556" fmla="*/ 678581 w 2119654"/>
              <a:gd name="connsiteY99556" fmla="*/ 484643 h 2398711"/>
              <a:gd name="connsiteX99557" fmla="*/ 678435 w 2119654"/>
              <a:gd name="connsiteY99557" fmla="*/ 481678 h 2398711"/>
              <a:gd name="connsiteX99558" fmla="*/ 650275 w 2119654"/>
              <a:gd name="connsiteY99558" fmla="*/ 538276 h 2398711"/>
              <a:gd name="connsiteX99559" fmla="*/ 649778 w 2119654"/>
              <a:gd name="connsiteY99559" fmla="*/ 539485 h 2398711"/>
              <a:gd name="connsiteX99560" fmla="*/ 647716 w 2119654"/>
              <a:gd name="connsiteY99560" fmla="*/ 545120 h 2398711"/>
              <a:gd name="connsiteX99561" fmla="*/ 647953 w 2119654"/>
              <a:gd name="connsiteY99561" fmla="*/ 545350 h 2398711"/>
              <a:gd name="connsiteX99562" fmla="*/ 648635 w 2119654"/>
              <a:gd name="connsiteY99562" fmla="*/ 545755 h 2398711"/>
              <a:gd name="connsiteX99563" fmla="*/ 650220 w 2119654"/>
              <a:gd name="connsiteY99563" fmla="*/ 539306 h 2398711"/>
              <a:gd name="connsiteX99564" fmla="*/ 715214 w 2119654"/>
              <a:gd name="connsiteY99564" fmla="*/ 392802 h 2398711"/>
              <a:gd name="connsiteX99565" fmla="*/ 715101 w 2119654"/>
              <a:gd name="connsiteY99565" fmla="*/ 393131 h 2398711"/>
              <a:gd name="connsiteX99566" fmla="*/ 717164 w 2119654"/>
              <a:gd name="connsiteY99566" fmla="*/ 395177 h 2398711"/>
              <a:gd name="connsiteX99567" fmla="*/ 716930 w 2119654"/>
              <a:gd name="connsiteY99567" fmla="*/ 393487 h 2398711"/>
              <a:gd name="connsiteX99568" fmla="*/ 319216 w 2119654"/>
              <a:gd name="connsiteY99568" fmla="*/ 1279511 h 2398711"/>
              <a:gd name="connsiteX99569" fmla="*/ 319323 w 2119654"/>
              <a:gd name="connsiteY99569" fmla="*/ 1279730 h 2398711"/>
              <a:gd name="connsiteX99570" fmla="*/ 319269 w 2119654"/>
              <a:gd name="connsiteY99570" fmla="*/ 1279548 h 2398711"/>
              <a:gd name="connsiteX99571" fmla="*/ 681023 w 2119654"/>
              <a:gd name="connsiteY99571" fmla="*/ 469334 h 2398711"/>
              <a:gd name="connsiteX99572" fmla="*/ 680803 w 2119654"/>
              <a:gd name="connsiteY99572" fmla="*/ 470953 h 2398711"/>
              <a:gd name="connsiteX99573" fmla="*/ 681499 w 2119654"/>
              <a:gd name="connsiteY99573" fmla="*/ 471866 h 2398711"/>
              <a:gd name="connsiteX99574" fmla="*/ 685907 w 2119654"/>
              <a:gd name="connsiteY99574" fmla="*/ 478163 h 2398711"/>
              <a:gd name="connsiteX99575" fmla="*/ 687183 w 2119654"/>
              <a:gd name="connsiteY99575" fmla="*/ 474269 h 2398711"/>
              <a:gd name="connsiteX99576" fmla="*/ 671196 w 2119654"/>
              <a:gd name="connsiteY99576" fmla="*/ 491264 h 2398711"/>
              <a:gd name="connsiteX99577" fmla="*/ 670033 w 2119654"/>
              <a:gd name="connsiteY99577" fmla="*/ 496027 h 2398711"/>
              <a:gd name="connsiteX99578" fmla="*/ 670049 w 2119654"/>
              <a:gd name="connsiteY99578" fmla="*/ 497443 h 2398711"/>
              <a:gd name="connsiteX99579" fmla="*/ 670766 w 2119654"/>
              <a:gd name="connsiteY99579" fmla="*/ 497763 h 2398711"/>
              <a:gd name="connsiteX99580" fmla="*/ 671613 w 2119654"/>
              <a:gd name="connsiteY99580" fmla="*/ 491683 h 2398711"/>
              <a:gd name="connsiteX99581" fmla="*/ 669048 w 2119654"/>
              <a:gd name="connsiteY99581" fmla="*/ 496072 h 2398711"/>
              <a:gd name="connsiteX99582" fmla="*/ 668911 w 2119654"/>
              <a:gd name="connsiteY99582" fmla="*/ 496937 h 2398711"/>
              <a:gd name="connsiteX99583" fmla="*/ 669079 w 2119654"/>
              <a:gd name="connsiteY99583" fmla="*/ 497012 h 2398711"/>
              <a:gd name="connsiteX99584" fmla="*/ 299867 w 2119654"/>
              <a:gd name="connsiteY99584" fmla="*/ 1322399 h 2398711"/>
              <a:gd name="connsiteX99585" fmla="*/ 301268 w 2119654"/>
              <a:gd name="connsiteY99585" fmla="*/ 1325447 h 2398711"/>
              <a:gd name="connsiteX99586" fmla="*/ 302988 w 2119654"/>
              <a:gd name="connsiteY99586" fmla="*/ 1326374 h 2398711"/>
              <a:gd name="connsiteX99587" fmla="*/ 269239 w 2119654"/>
              <a:gd name="connsiteY99587" fmla="*/ 1390907 h 2398711"/>
              <a:gd name="connsiteX99588" fmla="*/ 271093 w 2119654"/>
              <a:gd name="connsiteY99588" fmla="*/ 1392887 h 2398711"/>
              <a:gd name="connsiteX99589" fmla="*/ 273582 w 2119654"/>
              <a:gd name="connsiteY99589" fmla="*/ 1395336 h 2398711"/>
              <a:gd name="connsiteX99590" fmla="*/ 274001 w 2119654"/>
              <a:gd name="connsiteY99590" fmla="*/ 1395501 h 2398711"/>
              <a:gd name="connsiteX99591" fmla="*/ 273415 w 2119654"/>
              <a:gd name="connsiteY99591" fmla="*/ 1393997 h 2398711"/>
              <a:gd name="connsiteX99592" fmla="*/ 716368 w 2119654"/>
              <a:gd name="connsiteY99592" fmla="*/ 389439 h 2398711"/>
              <a:gd name="connsiteX99593" fmla="*/ 715470 w 2119654"/>
              <a:gd name="connsiteY99593" fmla="*/ 392056 h 2398711"/>
              <a:gd name="connsiteX99594" fmla="*/ 716802 w 2119654"/>
              <a:gd name="connsiteY99594" fmla="*/ 392568 h 2398711"/>
              <a:gd name="connsiteX99595" fmla="*/ 620811 w 2119654"/>
              <a:gd name="connsiteY99595" fmla="*/ 603380 h 2398711"/>
              <a:gd name="connsiteX99596" fmla="*/ 620949 w 2119654"/>
              <a:gd name="connsiteY99596" fmla="*/ 610594 h 2398711"/>
              <a:gd name="connsiteX99597" fmla="*/ 622369 w 2119654"/>
              <a:gd name="connsiteY99597" fmla="*/ 611441 h 2398711"/>
              <a:gd name="connsiteX99598" fmla="*/ 624696 w 2119654"/>
              <a:gd name="connsiteY99598" fmla="*/ 605077 h 2398711"/>
              <a:gd name="connsiteX99599" fmla="*/ 740867 w 2119654"/>
              <a:gd name="connsiteY99599" fmla="*/ 334474 h 2398711"/>
              <a:gd name="connsiteX99600" fmla="*/ 737659 w 2119654"/>
              <a:gd name="connsiteY99600" fmla="*/ 351056 h 2398711"/>
              <a:gd name="connsiteX99601" fmla="*/ 737388 w 2119654"/>
              <a:gd name="connsiteY99601" fmla="*/ 353562 h 2398711"/>
              <a:gd name="connsiteX99602" fmla="*/ 737827 w 2119654"/>
              <a:gd name="connsiteY99602" fmla="*/ 354157 h 2398711"/>
              <a:gd name="connsiteX99603" fmla="*/ 743801 w 2119654"/>
              <a:gd name="connsiteY99603" fmla="*/ 337819 h 2398711"/>
              <a:gd name="connsiteX99604" fmla="*/ 742207 w 2119654"/>
              <a:gd name="connsiteY99604" fmla="*/ 335980 h 2398711"/>
              <a:gd name="connsiteX99605" fmla="*/ 273458 w 2119654"/>
              <a:gd name="connsiteY99605" fmla="*/ 1381042 h 2398711"/>
              <a:gd name="connsiteX99606" fmla="*/ 275386 w 2119654"/>
              <a:gd name="connsiteY99606" fmla="*/ 1382813 h 2398711"/>
              <a:gd name="connsiteX99607" fmla="*/ 274929 w 2119654"/>
              <a:gd name="connsiteY99607" fmla="*/ 1381638 h 2398711"/>
              <a:gd name="connsiteX99608" fmla="*/ 709426 w 2119654"/>
              <a:gd name="connsiteY99608" fmla="*/ 404787 h 2398711"/>
              <a:gd name="connsiteX99609" fmla="*/ 709823 w 2119654"/>
              <a:gd name="connsiteY99609" fmla="*/ 407383 h 2398711"/>
              <a:gd name="connsiteX99610" fmla="*/ 710435 w 2119654"/>
              <a:gd name="connsiteY99610" fmla="*/ 405596 h 2398711"/>
              <a:gd name="connsiteX99611" fmla="*/ 656080 w 2119654"/>
              <a:gd name="connsiteY99611" fmla="*/ 524170 h 2398711"/>
              <a:gd name="connsiteX99612" fmla="*/ 654351 w 2119654"/>
              <a:gd name="connsiteY99612" fmla="*/ 528370 h 2398711"/>
              <a:gd name="connsiteX99613" fmla="*/ 654694 w 2119654"/>
              <a:gd name="connsiteY99613" fmla="*/ 533193 h 2398711"/>
              <a:gd name="connsiteX99614" fmla="*/ 656121 w 2119654"/>
              <a:gd name="connsiteY99614" fmla="*/ 534197 h 2398711"/>
              <a:gd name="connsiteX99615" fmla="*/ 658447 w 2119654"/>
              <a:gd name="connsiteY99615" fmla="*/ 525951 h 2398711"/>
              <a:gd name="connsiteX99616" fmla="*/ 658305 w 2119654"/>
              <a:gd name="connsiteY99616" fmla="*/ 525735 h 2398711"/>
              <a:gd name="connsiteX99617" fmla="*/ 656534 w 2119654"/>
              <a:gd name="connsiteY99617" fmla="*/ 523066 h 2398711"/>
              <a:gd name="connsiteX99618" fmla="*/ 656167 w 2119654"/>
              <a:gd name="connsiteY99618" fmla="*/ 523960 h 2398711"/>
              <a:gd name="connsiteX99619" fmla="*/ 657968 w 2119654"/>
              <a:gd name="connsiteY99619" fmla="*/ 525229 h 2398711"/>
              <a:gd name="connsiteX99620" fmla="*/ 679636 w 2119654"/>
              <a:gd name="connsiteY99620" fmla="*/ 471043 h 2398711"/>
              <a:gd name="connsiteX99621" fmla="*/ 680067 w 2119654"/>
              <a:gd name="connsiteY99621" fmla="*/ 473701 h 2398711"/>
              <a:gd name="connsiteX99622" fmla="*/ 680299 w 2119654"/>
              <a:gd name="connsiteY99622" fmla="*/ 471991 h 2398711"/>
              <a:gd name="connsiteX99623" fmla="*/ 692143 w 2119654"/>
              <a:gd name="connsiteY99623" fmla="*/ 442785 h 2398711"/>
              <a:gd name="connsiteX99624" fmla="*/ 692141 w 2119654"/>
              <a:gd name="connsiteY99624" fmla="*/ 443249 h 2398711"/>
              <a:gd name="connsiteX99625" fmla="*/ 696252 w 2119654"/>
              <a:gd name="connsiteY99625" fmla="*/ 446965 h 2398711"/>
              <a:gd name="connsiteX99626" fmla="*/ 697021 w 2119654"/>
              <a:gd name="connsiteY99626" fmla="*/ 444722 h 2398711"/>
              <a:gd name="connsiteX99627" fmla="*/ 681369 w 2119654"/>
              <a:gd name="connsiteY99627" fmla="*/ 466788 h 2398711"/>
              <a:gd name="connsiteX99628" fmla="*/ 681185 w 2119654"/>
              <a:gd name="connsiteY99628" fmla="*/ 468146 h 2398711"/>
              <a:gd name="connsiteX99629" fmla="*/ 687525 w 2119654"/>
              <a:gd name="connsiteY99629" fmla="*/ 473226 h 2398711"/>
              <a:gd name="connsiteX99630" fmla="*/ 688497 w 2119654"/>
              <a:gd name="connsiteY99630" fmla="*/ 470262 h 2398711"/>
              <a:gd name="connsiteX99631" fmla="*/ 272957 w 2119654"/>
              <a:gd name="connsiteY99631" fmla="*/ 1381206 h 2398711"/>
              <a:gd name="connsiteX99632" fmla="*/ 275538 w 2119654"/>
              <a:gd name="connsiteY99632" fmla="*/ 1385581 h 2398711"/>
              <a:gd name="connsiteX99633" fmla="*/ 277039 w 2119654"/>
              <a:gd name="connsiteY99633" fmla="*/ 1387057 h 2398711"/>
              <a:gd name="connsiteX99634" fmla="*/ 275742 w 2119654"/>
              <a:gd name="connsiteY99634" fmla="*/ 1383725 h 2398711"/>
              <a:gd name="connsiteX99635" fmla="*/ 714473 w 2119654"/>
              <a:gd name="connsiteY99635" fmla="*/ 392508 h 2398711"/>
              <a:gd name="connsiteX99636" fmla="*/ 714809 w 2119654"/>
              <a:gd name="connsiteY99636" fmla="*/ 392841 h 2398711"/>
              <a:gd name="connsiteX99637" fmla="*/ 714868 w 2119654"/>
              <a:gd name="connsiteY99637" fmla="*/ 392667 h 2398711"/>
              <a:gd name="connsiteX99638" fmla="*/ 636035 w 2119654"/>
              <a:gd name="connsiteY99638" fmla="*/ 568099 h 2398711"/>
              <a:gd name="connsiteX99639" fmla="*/ 636205 w 2119654"/>
              <a:gd name="connsiteY99639" fmla="*/ 568915 h 2398711"/>
              <a:gd name="connsiteX99640" fmla="*/ 637361 w 2119654"/>
              <a:gd name="connsiteY99640" fmla="*/ 569265 h 2398711"/>
              <a:gd name="connsiteX99641" fmla="*/ 661831 w 2119654"/>
              <a:gd name="connsiteY99641" fmla="*/ 510243 h 2398711"/>
              <a:gd name="connsiteX99642" fmla="*/ 661983 w 2119654"/>
              <a:gd name="connsiteY99642" fmla="*/ 510472 h 2398711"/>
              <a:gd name="connsiteX99643" fmla="*/ 662414 w 2119654"/>
              <a:gd name="connsiteY99643" fmla="*/ 510682 h 2398711"/>
              <a:gd name="connsiteX99644" fmla="*/ 620327 w 2119654"/>
              <a:gd name="connsiteY99644" fmla="*/ 603169 h 2398711"/>
              <a:gd name="connsiteX99645" fmla="*/ 620026 w 2119654"/>
              <a:gd name="connsiteY99645" fmla="*/ 605773 h 2398711"/>
              <a:gd name="connsiteX99646" fmla="*/ 620586 w 2119654"/>
              <a:gd name="connsiteY99646" fmla="*/ 610377 h 2398711"/>
              <a:gd name="connsiteX99647" fmla="*/ 620668 w 2119654"/>
              <a:gd name="connsiteY99647" fmla="*/ 610426 h 2398711"/>
              <a:gd name="connsiteX99648" fmla="*/ 620532 w 2119654"/>
              <a:gd name="connsiteY99648" fmla="*/ 603259 h 2398711"/>
              <a:gd name="connsiteX99649" fmla="*/ 672305 w 2119654"/>
              <a:gd name="connsiteY99649" fmla="*/ 486718 h 2398711"/>
              <a:gd name="connsiteX99650" fmla="*/ 671367 w 2119654"/>
              <a:gd name="connsiteY99650" fmla="*/ 490562 h 2398711"/>
              <a:gd name="connsiteX99651" fmla="*/ 671720 w 2119654"/>
              <a:gd name="connsiteY99651" fmla="*/ 490916 h 2398711"/>
              <a:gd name="connsiteX99652" fmla="*/ 652522 w 2119654"/>
              <a:gd name="connsiteY99652" fmla="*/ 530984 h 2398711"/>
              <a:gd name="connsiteX99653" fmla="*/ 652380 w 2119654"/>
              <a:gd name="connsiteY99653" fmla="*/ 531565 h 2398711"/>
              <a:gd name="connsiteX99654" fmla="*/ 652563 w 2119654"/>
              <a:gd name="connsiteY99654" fmla="*/ 531695 h 2398711"/>
              <a:gd name="connsiteX99655" fmla="*/ 652578 w 2119654"/>
              <a:gd name="connsiteY99655" fmla="*/ 531658 h 2398711"/>
              <a:gd name="connsiteX99656" fmla="*/ 245161 w 2119654"/>
              <a:gd name="connsiteY99656" fmla="*/ 1443129 h 2398711"/>
              <a:gd name="connsiteX99657" fmla="*/ 247476 w 2119654"/>
              <a:gd name="connsiteY99657" fmla="*/ 1444803 h 2398711"/>
              <a:gd name="connsiteX99658" fmla="*/ 247101 w 2119654"/>
              <a:gd name="connsiteY99658" fmla="*/ 1443951 h 2398711"/>
              <a:gd name="connsiteX99659" fmla="*/ 620785 w 2119654"/>
              <a:gd name="connsiteY99659" fmla="*/ 602022 h 2398711"/>
              <a:gd name="connsiteX99660" fmla="*/ 625187 w 2119654"/>
              <a:gd name="connsiteY99660" fmla="*/ 603737 h 2398711"/>
              <a:gd name="connsiteX99661" fmla="*/ 625248 w 2119654"/>
              <a:gd name="connsiteY99661" fmla="*/ 603569 h 2398711"/>
              <a:gd name="connsiteX99662" fmla="*/ 663222 w 2119654"/>
              <a:gd name="connsiteY99662" fmla="*/ 506825 h 2398711"/>
              <a:gd name="connsiteX99663" fmla="*/ 662021 w 2119654"/>
              <a:gd name="connsiteY99663" fmla="*/ 509742 h 2398711"/>
              <a:gd name="connsiteX99664" fmla="*/ 662681 w 2119654"/>
              <a:gd name="connsiteY99664" fmla="*/ 510226 h 2398711"/>
              <a:gd name="connsiteX99665" fmla="*/ 669634 w 2119654"/>
              <a:gd name="connsiteY99665" fmla="*/ 492384 h 2398711"/>
              <a:gd name="connsiteX99666" fmla="*/ 669464 w 2119654"/>
              <a:gd name="connsiteY99666" fmla="*/ 493452 h 2398711"/>
              <a:gd name="connsiteX99667" fmla="*/ 669582 w 2119654"/>
              <a:gd name="connsiteY99667" fmla="*/ 495070 h 2398711"/>
              <a:gd name="connsiteX99668" fmla="*/ 669659 w 2119654"/>
              <a:gd name="connsiteY99668" fmla="*/ 494752 h 2398711"/>
              <a:gd name="connsiteX99669" fmla="*/ 231043 w 2119654"/>
              <a:gd name="connsiteY99669" fmla="*/ 1474431 h 2398711"/>
              <a:gd name="connsiteX99670" fmla="*/ 235217 w 2119654"/>
              <a:gd name="connsiteY99670" fmla="*/ 1480536 h 2398711"/>
              <a:gd name="connsiteX99671" fmla="*/ 235649 w 2119654"/>
              <a:gd name="connsiteY99671" fmla="*/ 1480838 h 2398711"/>
              <a:gd name="connsiteX99672" fmla="*/ 237654 w 2119654"/>
              <a:gd name="connsiteY99672" fmla="*/ 1481918 h 2398711"/>
              <a:gd name="connsiteX99673" fmla="*/ 235151 w 2119654"/>
              <a:gd name="connsiteY99673" fmla="*/ 1479157 h 2398711"/>
              <a:gd name="connsiteX99674" fmla="*/ 235123 w 2119654"/>
              <a:gd name="connsiteY99674" fmla="*/ 1478756 h 2398711"/>
              <a:gd name="connsiteX99675" fmla="*/ 238309 w 2119654"/>
              <a:gd name="connsiteY99675" fmla="*/ 1482271 h 2398711"/>
              <a:gd name="connsiteX99676" fmla="*/ 246371 w 2119654"/>
              <a:gd name="connsiteY99676" fmla="*/ 1486613 h 2398711"/>
              <a:gd name="connsiteX99677" fmla="*/ 244299 w 2119654"/>
              <a:gd name="connsiteY99677" fmla="*/ 1484020 h 2398711"/>
              <a:gd name="connsiteX99678" fmla="*/ 271472 w 2119654"/>
              <a:gd name="connsiteY99678" fmla="*/ 1383824 h 2398711"/>
              <a:gd name="connsiteX99679" fmla="*/ 271479 w 2119654"/>
              <a:gd name="connsiteY99679" fmla="*/ 1383841 h 2398711"/>
              <a:gd name="connsiteX99680" fmla="*/ 271539 w 2119654"/>
              <a:gd name="connsiteY99680" fmla="*/ 1383891 h 2398711"/>
              <a:gd name="connsiteX99681" fmla="*/ 288191 w 2119654"/>
              <a:gd name="connsiteY99681" fmla="*/ 1345997 h 2398711"/>
              <a:gd name="connsiteX99682" fmla="*/ 288815 w 2119654"/>
              <a:gd name="connsiteY99682" fmla="*/ 1347751 h 2398711"/>
              <a:gd name="connsiteX99683" fmla="*/ 289383 w 2119654"/>
              <a:gd name="connsiteY99683" fmla="*/ 1348063 h 2398711"/>
              <a:gd name="connsiteX99684" fmla="*/ 740179 w 2119654"/>
              <a:gd name="connsiteY99684" fmla="*/ 333702 h 2398711"/>
              <a:gd name="connsiteX99685" fmla="*/ 738171 w 2119654"/>
              <a:gd name="connsiteY99685" fmla="*/ 343061 h 2398711"/>
              <a:gd name="connsiteX99686" fmla="*/ 736349 w 2119654"/>
              <a:gd name="connsiteY99686" fmla="*/ 352148 h 2398711"/>
              <a:gd name="connsiteX99687" fmla="*/ 736865 w 2119654"/>
              <a:gd name="connsiteY99687" fmla="*/ 352849 h 2398711"/>
              <a:gd name="connsiteX99688" fmla="*/ 740501 w 2119654"/>
              <a:gd name="connsiteY99688" fmla="*/ 334062 h 2398711"/>
              <a:gd name="connsiteX99689" fmla="*/ 219583 w 2119654"/>
              <a:gd name="connsiteY99689" fmla="*/ 1499278 h 2398711"/>
              <a:gd name="connsiteX99690" fmla="*/ 225412 w 2119654"/>
              <a:gd name="connsiteY99690" fmla="*/ 1506432 h 2398711"/>
              <a:gd name="connsiteX99691" fmla="*/ 225905 w 2119654"/>
              <a:gd name="connsiteY99691" fmla="*/ 1506954 h 2398711"/>
              <a:gd name="connsiteX99692" fmla="*/ 226027 w 2119654"/>
              <a:gd name="connsiteY99692" fmla="*/ 1507005 h 2398711"/>
              <a:gd name="connsiteX99693" fmla="*/ 234534 w 2119654"/>
              <a:gd name="connsiteY99693" fmla="*/ 1507823 h 2398711"/>
              <a:gd name="connsiteX99694" fmla="*/ 592511 w 2119654"/>
              <a:gd name="connsiteY99694" fmla="*/ 664209 h 2398711"/>
              <a:gd name="connsiteX99695" fmla="*/ 593245 w 2119654"/>
              <a:gd name="connsiteY99695" fmla="*/ 664746 h 2398711"/>
              <a:gd name="connsiteX99696" fmla="*/ 593769 w 2119654"/>
              <a:gd name="connsiteY99696" fmla="*/ 662874 h 2398711"/>
              <a:gd name="connsiteX99697" fmla="*/ 593435 w 2119654"/>
              <a:gd name="connsiteY99697" fmla="*/ 662599 h 2398711"/>
              <a:gd name="connsiteX99698" fmla="*/ 635320 w 2119654"/>
              <a:gd name="connsiteY99698" fmla="*/ 568325 h 2398711"/>
              <a:gd name="connsiteX99699" fmla="*/ 635287 w 2119654"/>
              <a:gd name="connsiteY99699" fmla="*/ 568636 h 2398711"/>
              <a:gd name="connsiteX99700" fmla="*/ 635392 w 2119654"/>
              <a:gd name="connsiteY99700" fmla="*/ 568668 h 2398711"/>
              <a:gd name="connsiteX99701" fmla="*/ 283625 w 2119654"/>
              <a:gd name="connsiteY99701" fmla="*/ 1355764 h 2398711"/>
              <a:gd name="connsiteX99702" fmla="*/ 286673 w 2119654"/>
              <a:gd name="connsiteY99702" fmla="*/ 1358871 h 2398711"/>
              <a:gd name="connsiteX99703" fmla="*/ 289498 w 2119654"/>
              <a:gd name="connsiteY99703" fmla="*/ 1360213 h 2398711"/>
              <a:gd name="connsiteX99704" fmla="*/ 288884 w 2119654"/>
              <a:gd name="connsiteY99704" fmla="*/ 1358084 h 2398711"/>
              <a:gd name="connsiteX99705" fmla="*/ 782260 w 2119654"/>
              <a:gd name="connsiteY99705" fmla="*/ 239219 h 2398711"/>
              <a:gd name="connsiteX99706" fmla="*/ 773883 w 2119654"/>
              <a:gd name="connsiteY99706" fmla="*/ 259568 h 2398711"/>
              <a:gd name="connsiteX99707" fmla="*/ 770004 w 2119654"/>
              <a:gd name="connsiteY99707" fmla="*/ 270177 h 2398711"/>
              <a:gd name="connsiteX99708" fmla="*/ 775581 w 2119654"/>
              <a:gd name="connsiteY99708" fmla="*/ 279849 h 2398711"/>
              <a:gd name="connsiteX99709" fmla="*/ 801655 w 2119654"/>
              <a:gd name="connsiteY99709" fmla="*/ 298521 h 2398711"/>
              <a:gd name="connsiteX99710" fmla="*/ 803444 w 2119654"/>
              <a:gd name="connsiteY99710" fmla="*/ 285573 h 2398711"/>
              <a:gd name="connsiteX99711" fmla="*/ 803124 w 2119654"/>
              <a:gd name="connsiteY99711" fmla="*/ 277081 h 2398711"/>
              <a:gd name="connsiteX99712" fmla="*/ 794703 w 2119654"/>
              <a:gd name="connsiteY99712" fmla="*/ 258269 h 2398711"/>
              <a:gd name="connsiteX99713" fmla="*/ 795014 w 2119654"/>
              <a:gd name="connsiteY99713" fmla="*/ 258431 h 2398711"/>
              <a:gd name="connsiteX99714" fmla="*/ 803103 w 2119654"/>
              <a:gd name="connsiteY99714" fmla="*/ 276499 h 2398711"/>
              <a:gd name="connsiteX99715" fmla="*/ 803098 w 2119654"/>
              <a:gd name="connsiteY99715" fmla="*/ 276379 h 2398711"/>
              <a:gd name="connsiteX99716" fmla="*/ 803452 w 2119654"/>
              <a:gd name="connsiteY99716" fmla="*/ 275893 h 2398711"/>
              <a:gd name="connsiteX99717" fmla="*/ 803508 w 2119654"/>
              <a:gd name="connsiteY99717" fmla="*/ 277408 h 2398711"/>
              <a:gd name="connsiteX99718" fmla="*/ 804416 w 2119654"/>
              <a:gd name="connsiteY99718" fmla="*/ 279434 h 2398711"/>
              <a:gd name="connsiteX99719" fmla="*/ 805646 w 2119654"/>
              <a:gd name="connsiteY99719" fmla="*/ 273078 h 2398711"/>
              <a:gd name="connsiteX99720" fmla="*/ 787896 w 2119654"/>
              <a:gd name="connsiteY99720" fmla="*/ 247203 h 2398711"/>
              <a:gd name="connsiteX99721" fmla="*/ 294588 w 2119654"/>
              <a:gd name="connsiteY99721" fmla="*/ 1331117 h 2398711"/>
              <a:gd name="connsiteX99722" fmla="*/ 294624 w 2119654"/>
              <a:gd name="connsiteY99722" fmla="*/ 1331183 h 2398711"/>
              <a:gd name="connsiteX99723" fmla="*/ 294879 w 2119654"/>
              <a:gd name="connsiteY99723" fmla="*/ 1331364 h 2398711"/>
              <a:gd name="connsiteX99724" fmla="*/ 295268 w 2119654"/>
              <a:gd name="connsiteY99724" fmla="*/ 1331502 h 2398711"/>
              <a:gd name="connsiteX99725" fmla="*/ 295242 w 2119654"/>
              <a:gd name="connsiteY99725" fmla="*/ 1331446 h 2398711"/>
              <a:gd name="connsiteX99726" fmla="*/ 755748 w 2119654"/>
              <a:gd name="connsiteY99726" fmla="*/ 298470 h 2398711"/>
              <a:gd name="connsiteX99727" fmla="*/ 755457 w 2119654"/>
              <a:gd name="connsiteY99727" fmla="*/ 305630 h 2398711"/>
              <a:gd name="connsiteX99728" fmla="*/ 755532 w 2119654"/>
              <a:gd name="connsiteY99728" fmla="*/ 305739 h 2398711"/>
              <a:gd name="connsiteX99729" fmla="*/ 757650 w 2119654"/>
              <a:gd name="connsiteY99729" fmla="*/ 299949 h 2398711"/>
              <a:gd name="connsiteX99730" fmla="*/ 725659 w 2119654"/>
              <a:gd name="connsiteY99730" fmla="*/ 365831 h 2398711"/>
              <a:gd name="connsiteX99731" fmla="*/ 726899 w 2119654"/>
              <a:gd name="connsiteY99731" fmla="*/ 390993 h 2398711"/>
              <a:gd name="connsiteX99732" fmla="*/ 729665 w 2119654"/>
              <a:gd name="connsiteY99732" fmla="*/ 381278 h 2398711"/>
              <a:gd name="connsiteX99733" fmla="*/ 730711 w 2119654"/>
              <a:gd name="connsiteY99733" fmla="*/ 376066 h 2398711"/>
              <a:gd name="connsiteX99734" fmla="*/ 730854 w 2119654"/>
              <a:gd name="connsiteY99734" fmla="*/ 375399 h 2398711"/>
              <a:gd name="connsiteX99735" fmla="*/ 728773 w 2119654"/>
              <a:gd name="connsiteY99735" fmla="*/ 373589 h 2398711"/>
              <a:gd name="connsiteX99736" fmla="*/ 729033 w 2119654"/>
              <a:gd name="connsiteY99736" fmla="*/ 373604 h 2398711"/>
              <a:gd name="connsiteX99737" fmla="*/ 730892 w 2119654"/>
              <a:gd name="connsiteY99737" fmla="*/ 375220 h 2398711"/>
              <a:gd name="connsiteX99738" fmla="*/ 731741 w 2119654"/>
              <a:gd name="connsiteY99738" fmla="*/ 371266 h 2398711"/>
              <a:gd name="connsiteX99739" fmla="*/ 670084 w 2119654"/>
              <a:gd name="connsiteY99739" fmla="*/ 490150 h 2398711"/>
              <a:gd name="connsiteX99740" fmla="*/ 669973 w 2119654"/>
              <a:gd name="connsiteY99740" fmla="*/ 490420 h 2398711"/>
              <a:gd name="connsiteX99741" fmla="*/ 670005 w 2119654"/>
              <a:gd name="connsiteY99741" fmla="*/ 493337 h 2398711"/>
              <a:gd name="connsiteX99742" fmla="*/ 670645 w 2119654"/>
              <a:gd name="connsiteY99742" fmla="*/ 490712 h 2398711"/>
              <a:gd name="connsiteX99743" fmla="*/ 637340 w 2119654"/>
              <a:gd name="connsiteY99743" fmla="*/ 563327 h 2398711"/>
              <a:gd name="connsiteX99744" fmla="*/ 638563 w 2119654"/>
              <a:gd name="connsiteY99744" fmla="*/ 567161 h 2398711"/>
              <a:gd name="connsiteX99745" fmla="*/ 639090 w 2119654"/>
              <a:gd name="connsiteY99745" fmla="*/ 565718 h 2398711"/>
              <a:gd name="connsiteX99746" fmla="*/ 637545 w 2119654"/>
              <a:gd name="connsiteY99746" fmla="*/ 563389 h 2398711"/>
              <a:gd name="connsiteX99747" fmla="*/ 239073 w 2119654"/>
              <a:gd name="connsiteY99747" fmla="*/ 1455084 h 2398711"/>
              <a:gd name="connsiteX99748" fmla="*/ 250992 w 2119654"/>
              <a:gd name="connsiteY99748" fmla="*/ 1459462 h 2398711"/>
              <a:gd name="connsiteX99749" fmla="*/ 246657 w 2119654"/>
              <a:gd name="connsiteY99749" fmla="*/ 1455489 h 2398711"/>
              <a:gd name="connsiteX99750" fmla="*/ 246613 w 2119654"/>
              <a:gd name="connsiteY99750" fmla="*/ 1455206 h 2398711"/>
              <a:gd name="connsiteX99751" fmla="*/ 251432 w 2119654"/>
              <a:gd name="connsiteY99751" fmla="*/ 1459623 h 2398711"/>
              <a:gd name="connsiteX99752" fmla="*/ 254858 w 2119654"/>
              <a:gd name="connsiteY99752" fmla="*/ 1460882 h 2398711"/>
              <a:gd name="connsiteX99753" fmla="*/ 252269 w 2119654"/>
              <a:gd name="connsiteY99753" fmla="*/ 1455684 h 2398711"/>
              <a:gd name="connsiteX99754" fmla="*/ 250783 w 2119654"/>
              <a:gd name="connsiteY99754" fmla="*/ 1452308 h 2398711"/>
              <a:gd name="connsiteX99755" fmla="*/ 244950 w 2119654"/>
              <a:gd name="connsiteY99755" fmla="*/ 1449167 h 2398711"/>
              <a:gd name="connsiteX99756" fmla="*/ 591289 w 2119654"/>
              <a:gd name="connsiteY99756" fmla="*/ 666340 h 2398711"/>
              <a:gd name="connsiteX99757" fmla="*/ 591679 w 2119654"/>
              <a:gd name="connsiteY99757" fmla="*/ 666731 h 2398711"/>
              <a:gd name="connsiteX99758" fmla="*/ 593063 w 2119654"/>
              <a:gd name="connsiteY99758" fmla="*/ 665394 h 2398711"/>
              <a:gd name="connsiteX99759" fmla="*/ 593194 w 2119654"/>
              <a:gd name="connsiteY99759" fmla="*/ 664926 h 2398711"/>
              <a:gd name="connsiteX99760" fmla="*/ 592423 w 2119654"/>
              <a:gd name="connsiteY99760" fmla="*/ 664362 h 2398711"/>
              <a:gd name="connsiteX99761" fmla="*/ 673302 w 2119654"/>
              <a:gd name="connsiteY99761" fmla="*/ 482631 h 2398711"/>
              <a:gd name="connsiteX99762" fmla="*/ 673179 w 2119654"/>
              <a:gd name="connsiteY99762" fmla="*/ 483134 h 2398711"/>
              <a:gd name="connsiteX99763" fmla="*/ 672050 w 2119654"/>
              <a:gd name="connsiteY99763" fmla="*/ 491248 h 2398711"/>
              <a:gd name="connsiteX99764" fmla="*/ 677285 w 2119654"/>
              <a:gd name="connsiteY99764" fmla="*/ 496498 h 2398711"/>
              <a:gd name="connsiteX99765" fmla="*/ 677913 w 2119654"/>
              <a:gd name="connsiteY99765" fmla="*/ 489902 h 2398711"/>
              <a:gd name="connsiteX99766" fmla="*/ 676993 w 2119654"/>
              <a:gd name="connsiteY99766" fmla="*/ 485240 h 2398711"/>
              <a:gd name="connsiteX99767" fmla="*/ 671798 w 2119654"/>
              <a:gd name="connsiteY99767" fmla="*/ 485989 h 2398711"/>
              <a:gd name="connsiteX99768" fmla="*/ 670339 w 2119654"/>
              <a:gd name="connsiteY99768" fmla="*/ 489532 h 2398711"/>
              <a:gd name="connsiteX99769" fmla="*/ 670816 w 2119654"/>
              <a:gd name="connsiteY99769" fmla="*/ 490010 h 2398711"/>
              <a:gd name="connsiteX99770" fmla="*/ 590982 w 2119654"/>
              <a:gd name="connsiteY99770" fmla="*/ 666906 h 2398711"/>
              <a:gd name="connsiteX99771" fmla="*/ 590935 w 2119654"/>
              <a:gd name="connsiteY99771" fmla="*/ 667450 h 2398711"/>
              <a:gd name="connsiteX99772" fmla="*/ 591236 w 2119654"/>
              <a:gd name="connsiteY99772" fmla="*/ 667160 h 2398711"/>
              <a:gd name="connsiteX99773" fmla="*/ 269314 w 2119654"/>
              <a:gd name="connsiteY99773" fmla="*/ 1386983 h 2398711"/>
              <a:gd name="connsiteX99774" fmla="*/ 271373 w 2119654"/>
              <a:gd name="connsiteY99774" fmla="*/ 1388750 h 2398711"/>
              <a:gd name="connsiteX99775" fmla="*/ 271298 w 2119654"/>
              <a:gd name="connsiteY99775" fmla="*/ 1388559 h 2398711"/>
              <a:gd name="connsiteX99776" fmla="*/ 704532 w 2119654"/>
              <a:gd name="connsiteY99776" fmla="*/ 412207 h 2398711"/>
              <a:gd name="connsiteX99777" fmla="*/ 707112 w 2119654"/>
              <a:gd name="connsiteY99777" fmla="*/ 415289 h 2398711"/>
              <a:gd name="connsiteX99778" fmla="*/ 707506 w 2119654"/>
              <a:gd name="connsiteY99778" fmla="*/ 414143 h 2398711"/>
              <a:gd name="connsiteX99779" fmla="*/ 674956 w 2119654"/>
              <a:gd name="connsiteY99779" fmla="*/ 478318 h 2398711"/>
              <a:gd name="connsiteX99780" fmla="*/ 673481 w 2119654"/>
              <a:gd name="connsiteY99780" fmla="*/ 481898 h 2398711"/>
              <a:gd name="connsiteX99781" fmla="*/ 673428 w 2119654"/>
              <a:gd name="connsiteY99781" fmla="*/ 482113 h 2398711"/>
              <a:gd name="connsiteX99782" fmla="*/ 676853 w 2119654"/>
              <a:gd name="connsiteY99782" fmla="*/ 484533 h 2398711"/>
              <a:gd name="connsiteX99783" fmla="*/ 675783 w 2119654"/>
              <a:gd name="connsiteY99783" fmla="*/ 479118 h 2398711"/>
              <a:gd name="connsiteX99784" fmla="*/ 637188 w 2119654"/>
              <a:gd name="connsiteY99784" fmla="*/ 562851 h 2398711"/>
              <a:gd name="connsiteX99785" fmla="*/ 637261 w 2119654"/>
              <a:gd name="connsiteY99785" fmla="*/ 563079 h 2398711"/>
              <a:gd name="connsiteX99786" fmla="*/ 637360 w 2119654"/>
              <a:gd name="connsiteY99786" fmla="*/ 563110 h 2398711"/>
              <a:gd name="connsiteX99787" fmla="*/ 237674 w 2119654"/>
              <a:gd name="connsiteY99787" fmla="*/ 1457413 h 2398711"/>
              <a:gd name="connsiteX99788" fmla="*/ 261425 w 2119654"/>
              <a:gd name="connsiteY99788" fmla="*/ 1474075 h 2398711"/>
              <a:gd name="connsiteX99789" fmla="*/ 256801 w 2119654"/>
              <a:gd name="connsiteY99789" fmla="*/ 1464786 h 2398711"/>
              <a:gd name="connsiteX99790" fmla="*/ 254547 w 2119654"/>
              <a:gd name="connsiteY99790" fmla="*/ 1462720 h 2398711"/>
              <a:gd name="connsiteX99791" fmla="*/ 675412 w 2119654"/>
              <a:gd name="connsiteY99791" fmla="*/ 477235 h 2398711"/>
              <a:gd name="connsiteX99792" fmla="*/ 675143 w 2119654"/>
              <a:gd name="connsiteY99792" fmla="*/ 477864 h 2398711"/>
              <a:gd name="connsiteX99793" fmla="*/ 675019 w 2119654"/>
              <a:gd name="connsiteY99793" fmla="*/ 478165 h 2398711"/>
              <a:gd name="connsiteX99794" fmla="*/ 675721 w 2119654"/>
              <a:gd name="connsiteY99794" fmla="*/ 478803 h 2398711"/>
              <a:gd name="connsiteX99795" fmla="*/ 676674 w 2119654"/>
              <a:gd name="connsiteY99795" fmla="*/ 474279 h 2398711"/>
              <a:gd name="connsiteX99796" fmla="*/ 675746 w 2119654"/>
              <a:gd name="connsiteY99796" fmla="*/ 476452 h 2398711"/>
              <a:gd name="connsiteX99797" fmla="*/ 676354 w 2119654"/>
              <a:gd name="connsiteY99797" fmla="*/ 479376 h 2398711"/>
              <a:gd name="connsiteX99798" fmla="*/ 678414 w 2119654"/>
              <a:gd name="connsiteY99798" fmla="*/ 481244 h 2398711"/>
              <a:gd name="connsiteX99799" fmla="*/ 678115 w 2119654"/>
              <a:gd name="connsiteY99799" fmla="*/ 475204 h 2398711"/>
              <a:gd name="connsiteX99800" fmla="*/ 681979 w 2119654"/>
              <a:gd name="connsiteY99800" fmla="*/ 462294 h 2398711"/>
              <a:gd name="connsiteX99801" fmla="*/ 681496 w 2119654"/>
              <a:gd name="connsiteY99801" fmla="*/ 465850 h 2398711"/>
              <a:gd name="connsiteX99802" fmla="*/ 688057 w 2119654"/>
              <a:gd name="connsiteY99802" fmla="*/ 469049 h 2398711"/>
              <a:gd name="connsiteX99803" fmla="*/ 682138 w 2119654"/>
              <a:gd name="connsiteY99803" fmla="*/ 462410 h 2398711"/>
              <a:gd name="connsiteX99804" fmla="*/ 677925 w 2119654"/>
              <a:gd name="connsiteY99804" fmla="*/ 471351 h 2398711"/>
              <a:gd name="connsiteX99805" fmla="*/ 676948 w 2119654"/>
              <a:gd name="connsiteY99805" fmla="*/ 473638 h 2398711"/>
              <a:gd name="connsiteX99806" fmla="*/ 678073 w 2119654"/>
              <a:gd name="connsiteY99806" fmla="*/ 474361 h 2398711"/>
              <a:gd name="connsiteX99807" fmla="*/ 678656 w 2119654"/>
              <a:gd name="connsiteY99807" fmla="*/ 469642 h 2398711"/>
              <a:gd name="connsiteX99808" fmla="*/ 678424 w 2119654"/>
              <a:gd name="connsiteY99808" fmla="*/ 470184 h 2398711"/>
              <a:gd name="connsiteX99809" fmla="*/ 678648 w 2119654"/>
              <a:gd name="connsiteY99809" fmla="*/ 474730 h 2398711"/>
              <a:gd name="connsiteX99810" fmla="*/ 679625 w 2119654"/>
              <a:gd name="connsiteY99810" fmla="*/ 475357 h 2398711"/>
              <a:gd name="connsiteX99811" fmla="*/ 679312 w 2119654"/>
              <a:gd name="connsiteY99811" fmla="*/ 473436 h 2398711"/>
              <a:gd name="connsiteX99812" fmla="*/ 678893 w 2119654"/>
              <a:gd name="connsiteY99812" fmla="*/ 469982 h 2398711"/>
              <a:gd name="connsiteX99813" fmla="*/ 299011 w 2119654"/>
              <a:gd name="connsiteY99813" fmla="*/ 1319723 h 2398711"/>
              <a:gd name="connsiteX99814" fmla="*/ 302083 w 2119654"/>
              <a:gd name="connsiteY99814" fmla="*/ 1322973 h 2398711"/>
              <a:gd name="connsiteX99815" fmla="*/ 301890 w 2119654"/>
              <a:gd name="connsiteY99815" fmla="*/ 1322301 h 2398711"/>
              <a:gd name="connsiteX99816" fmla="*/ 300129 w 2119654"/>
              <a:gd name="connsiteY99816" fmla="*/ 1320187 h 2398711"/>
              <a:gd name="connsiteX99817" fmla="*/ 298821 w 2119654"/>
              <a:gd name="connsiteY99817" fmla="*/ 1320122 h 2398711"/>
              <a:gd name="connsiteX99818" fmla="*/ 299335 w 2119654"/>
              <a:gd name="connsiteY99818" fmla="*/ 1321240 h 2398711"/>
              <a:gd name="connsiteX99819" fmla="*/ 302878 w 2119654"/>
              <a:gd name="connsiteY99819" fmla="*/ 1325753 h 2398711"/>
              <a:gd name="connsiteX99820" fmla="*/ 302356 w 2119654"/>
              <a:gd name="connsiteY99820" fmla="*/ 1323928 h 2398711"/>
              <a:gd name="connsiteX99821" fmla="*/ 679359 w 2119654"/>
              <a:gd name="connsiteY99821" fmla="*/ 468000 h 2398711"/>
              <a:gd name="connsiteX99822" fmla="*/ 679201 w 2119654"/>
              <a:gd name="connsiteY99822" fmla="*/ 468368 h 2398711"/>
              <a:gd name="connsiteX99823" fmla="*/ 679300 w 2119654"/>
              <a:gd name="connsiteY99823" fmla="*/ 468980 h 2398711"/>
              <a:gd name="connsiteX99824" fmla="*/ 680496 w 2119654"/>
              <a:gd name="connsiteY99824" fmla="*/ 470549 h 2398711"/>
              <a:gd name="connsiteX99825" fmla="*/ 680696 w 2119654"/>
              <a:gd name="connsiteY99825" fmla="*/ 469071 h 2398711"/>
              <a:gd name="connsiteX99826" fmla="*/ 680135 w 2119654"/>
              <a:gd name="connsiteY99826" fmla="*/ 466186 h 2398711"/>
              <a:gd name="connsiteX99827" fmla="*/ 679778 w 2119654"/>
              <a:gd name="connsiteY99827" fmla="*/ 467019 h 2398711"/>
              <a:gd name="connsiteX99828" fmla="*/ 680858 w 2119654"/>
              <a:gd name="connsiteY99828" fmla="*/ 467884 h 2398711"/>
              <a:gd name="connsiteX99829" fmla="*/ 681029 w 2119654"/>
              <a:gd name="connsiteY99829" fmla="*/ 466622 h 2398711"/>
              <a:gd name="connsiteX99830" fmla="*/ 317991 w 2119654"/>
              <a:gd name="connsiteY99830" fmla="*/ 1277003 h 2398711"/>
              <a:gd name="connsiteX99831" fmla="*/ 318705 w 2119654"/>
              <a:gd name="connsiteY99831" fmla="*/ 1278466 h 2398711"/>
              <a:gd name="connsiteX99832" fmla="*/ 319013 w 2119654"/>
              <a:gd name="connsiteY99832" fmla="*/ 1278682 h 2398711"/>
              <a:gd name="connsiteX99833" fmla="*/ 318684 w 2119654"/>
              <a:gd name="connsiteY99833" fmla="*/ 1277568 h 2398711"/>
              <a:gd name="connsiteX99834" fmla="*/ 215642 w 2119654"/>
              <a:gd name="connsiteY99834" fmla="*/ 1506160 h 2398711"/>
              <a:gd name="connsiteX99835" fmla="*/ 221791 w 2119654"/>
              <a:gd name="connsiteY99835" fmla="*/ 1513855 h 2398711"/>
              <a:gd name="connsiteX99836" fmla="*/ 232811 w 2119654"/>
              <a:gd name="connsiteY99836" fmla="*/ 1519187 h 2398711"/>
              <a:gd name="connsiteX99837" fmla="*/ 228555 w 2119654"/>
              <a:gd name="connsiteY99837" fmla="*/ 1513592 h 2398711"/>
              <a:gd name="connsiteX99838" fmla="*/ 218657 w 2119654"/>
              <a:gd name="connsiteY99838" fmla="*/ 1506497 h 2398711"/>
              <a:gd name="connsiteX99839" fmla="*/ 281995 w 2119654"/>
              <a:gd name="connsiteY99839" fmla="*/ 1357562 h 2398711"/>
              <a:gd name="connsiteX99840" fmla="*/ 287221 w 2119654"/>
              <a:gd name="connsiteY99840" fmla="*/ 1366786 h 2398711"/>
              <a:gd name="connsiteX99841" fmla="*/ 292371 w 2119654"/>
              <a:gd name="connsiteY99841" fmla="*/ 1370180 h 2398711"/>
              <a:gd name="connsiteX99842" fmla="*/ 292057 w 2119654"/>
              <a:gd name="connsiteY99842" fmla="*/ 1369091 h 2398711"/>
              <a:gd name="connsiteX99843" fmla="*/ 290872 w 2119654"/>
              <a:gd name="connsiteY99843" fmla="*/ 1367919 h 2398711"/>
              <a:gd name="connsiteX99844" fmla="*/ 282763 w 2119654"/>
              <a:gd name="connsiteY99844" fmla="*/ 1357939 h 2398711"/>
              <a:gd name="connsiteX99845" fmla="*/ 681532 w 2119654"/>
              <a:gd name="connsiteY99845" fmla="*/ 462915 h 2398711"/>
              <a:gd name="connsiteX99846" fmla="*/ 680488 w 2119654"/>
              <a:gd name="connsiteY99846" fmla="*/ 465359 h 2398711"/>
              <a:gd name="connsiteX99847" fmla="*/ 681156 w 2119654"/>
              <a:gd name="connsiteY99847" fmla="*/ 465685 h 2398711"/>
              <a:gd name="connsiteX99848" fmla="*/ 682728 w 2119654"/>
              <a:gd name="connsiteY99848" fmla="*/ 460120 h 2398711"/>
              <a:gd name="connsiteX99849" fmla="*/ 682473 w 2119654"/>
              <a:gd name="connsiteY99849" fmla="*/ 460714 h 2398711"/>
              <a:gd name="connsiteX99850" fmla="*/ 684795 w 2119654"/>
              <a:gd name="connsiteY99850" fmla="*/ 463320 h 2398711"/>
              <a:gd name="connsiteX99851" fmla="*/ 689622 w 2119654"/>
              <a:gd name="connsiteY99851" fmla="*/ 466832 h 2398711"/>
              <a:gd name="connsiteX99852" fmla="*/ 689762 w 2119654"/>
              <a:gd name="connsiteY99852" fmla="*/ 466404 h 2398711"/>
              <a:gd name="connsiteX99853" fmla="*/ 689970 w 2119654"/>
              <a:gd name="connsiteY99853" fmla="*/ 465442 h 2398711"/>
              <a:gd name="connsiteX99854" fmla="*/ 689119 w 2119654"/>
              <a:gd name="connsiteY99854" fmla="*/ 464801 h 2398711"/>
              <a:gd name="connsiteX99855" fmla="*/ 602623 w 2119654"/>
              <a:gd name="connsiteY99855" fmla="*/ 639341 h 2398711"/>
              <a:gd name="connsiteX99856" fmla="*/ 603236 w 2119654"/>
              <a:gd name="connsiteY99856" fmla="*/ 640862 h 2398711"/>
              <a:gd name="connsiteX99857" fmla="*/ 604022 w 2119654"/>
              <a:gd name="connsiteY99857" fmla="*/ 639697 h 2398711"/>
              <a:gd name="connsiteX99858" fmla="*/ 234680 w 2119654"/>
              <a:gd name="connsiteY99858" fmla="*/ 1463220 h 2398711"/>
              <a:gd name="connsiteX99859" fmla="*/ 236922 w 2119654"/>
              <a:gd name="connsiteY99859" fmla="*/ 1466165 h 2398711"/>
              <a:gd name="connsiteX99860" fmla="*/ 244462 w 2119654"/>
              <a:gd name="connsiteY99860" fmla="*/ 1468810 h 2398711"/>
              <a:gd name="connsiteX99861" fmla="*/ 232408 w 2119654"/>
              <a:gd name="connsiteY99861" fmla="*/ 1468064 h 2398711"/>
              <a:gd name="connsiteX99862" fmla="*/ 238216 w 2119654"/>
              <a:gd name="connsiteY99862" fmla="*/ 1475334 h 2398711"/>
              <a:gd name="connsiteX99863" fmla="*/ 238719 w 2119654"/>
              <a:gd name="connsiteY99863" fmla="*/ 1475914 h 2398711"/>
              <a:gd name="connsiteX99864" fmla="*/ 239853 w 2119654"/>
              <a:gd name="connsiteY99864" fmla="*/ 1476627 h 2398711"/>
              <a:gd name="connsiteX99865" fmla="*/ 240560 w 2119654"/>
              <a:gd name="connsiteY99865" fmla="*/ 1477019 h 2398711"/>
              <a:gd name="connsiteX99866" fmla="*/ 234313 w 2119654"/>
              <a:gd name="connsiteY99866" fmla="*/ 1469305 h 2398711"/>
              <a:gd name="connsiteX99867" fmla="*/ 679109 w 2119654"/>
              <a:gd name="connsiteY99867" fmla="*/ 467800 h 2398711"/>
              <a:gd name="connsiteX99868" fmla="*/ 679149 w 2119654"/>
              <a:gd name="connsiteY99868" fmla="*/ 468046 h 2398711"/>
              <a:gd name="connsiteX99869" fmla="*/ 679217 w 2119654"/>
              <a:gd name="connsiteY99869" fmla="*/ 467887 h 2398711"/>
              <a:gd name="connsiteX99870" fmla="*/ 678379 w 2119654"/>
              <a:gd name="connsiteY99870" fmla="*/ 469248 h 2398711"/>
              <a:gd name="connsiteX99871" fmla="*/ 678406 w 2119654"/>
              <a:gd name="connsiteY99871" fmla="*/ 469787 h 2398711"/>
              <a:gd name="connsiteX99872" fmla="*/ 678539 w 2119654"/>
              <a:gd name="connsiteY99872" fmla="*/ 469476 h 2398711"/>
              <a:gd name="connsiteX99873" fmla="*/ 674469 w 2119654"/>
              <a:gd name="connsiteY99873" fmla="*/ 477849 h 2398711"/>
              <a:gd name="connsiteX99874" fmla="*/ 673817 w 2119654"/>
              <a:gd name="connsiteY99874" fmla="*/ 480521 h 2398711"/>
              <a:gd name="connsiteX99875" fmla="*/ 674817 w 2119654"/>
              <a:gd name="connsiteY99875" fmla="*/ 478183 h 2398711"/>
              <a:gd name="connsiteX99876" fmla="*/ 237141 w 2119654"/>
              <a:gd name="connsiteY99876" fmla="*/ 1457028 h 2398711"/>
              <a:gd name="connsiteX99877" fmla="*/ 250716 w 2119654"/>
              <a:gd name="connsiteY99877" fmla="*/ 1461297 h 2398711"/>
              <a:gd name="connsiteX99878" fmla="*/ 254100 w 2119654"/>
              <a:gd name="connsiteY99878" fmla="*/ 1462311 h 2398711"/>
              <a:gd name="connsiteX99879" fmla="*/ 252193 w 2119654"/>
              <a:gd name="connsiteY99879" fmla="*/ 1460563 h 2398711"/>
              <a:gd name="connsiteX99880" fmla="*/ 239970 w 2119654"/>
              <a:gd name="connsiteY99880" fmla="*/ 1456073 h 2398711"/>
              <a:gd name="connsiteX99881" fmla="*/ 238608 w 2119654"/>
              <a:gd name="connsiteY99881" fmla="*/ 1455551 h 2398711"/>
              <a:gd name="connsiteX99882" fmla="*/ 620984 w 2119654"/>
              <a:gd name="connsiteY99882" fmla="*/ 597500 h 2398711"/>
              <a:gd name="connsiteX99883" fmla="*/ 620740 w 2119654"/>
              <a:gd name="connsiteY99883" fmla="*/ 599605 h 2398711"/>
              <a:gd name="connsiteX99884" fmla="*/ 620772 w 2119654"/>
              <a:gd name="connsiteY99884" fmla="*/ 601262 h 2398711"/>
              <a:gd name="connsiteX99885" fmla="*/ 625546 w 2119654"/>
              <a:gd name="connsiteY99885" fmla="*/ 602755 h 2398711"/>
              <a:gd name="connsiteX99886" fmla="*/ 625671 w 2119654"/>
              <a:gd name="connsiteY99886" fmla="*/ 602413 h 2398711"/>
              <a:gd name="connsiteX99887" fmla="*/ 624068 w 2119654"/>
              <a:gd name="connsiteY99887" fmla="*/ 599573 h 2398711"/>
              <a:gd name="connsiteX99888" fmla="*/ 618703 w 2119654"/>
              <a:gd name="connsiteY99888" fmla="*/ 602459 h 2398711"/>
              <a:gd name="connsiteX99889" fmla="*/ 618455 w 2119654"/>
              <a:gd name="connsiteY99889" fmla="*/ 605317 h 2398711"/>
              <a:gd name="connsiteX99890" fmla="*/ 618782 w 2119654"/>
              <a:gd name="connsiteY99890" fmla="*/ 602495 h 2398711"/>
              <a:gd name="connsiteX99891" fmla="*/ 252589 w 2119654"/>
              <a:gd name="connsiteY99891" fmla="*/ 1422255 h 2398711"/>
              <a:gd name="connsiteX99892" fmla="*/ 258323 w 2119654"/>
              <a:gd name="connsiteY99892" fmla="*/ 1426221 h 2398711"/>
              <a:gd name="connsiteX99893" fmla="*/ 257589 w 2119654"/>
              <a:gd name="connsiteY99893" fmla="*/ 1424555 h 2398711"/>
              <a:gd name="connsiteX99894" fmla="*/ 255458 w 2119654"/>
              <a:gd name="connsiteY99894" fmla="*/ 1423363 h 2398711"/>
              <a:gd name="connsiteX99895" fmla="*/ 682316 w 2119654"/>
              <a:gd name="connsiteY99895" fmla="*/ 459818 h 2398711"/>
              <a:gd name="connsiteX99896" fmla="*/ 682231 w 2119654"/>
              <a:gd name="connsiteY99896" fmla="*/ 460444 h 2398711"/>
              <a:gd name="connsiteX99897" fmla="*/ 682261 w 2119654"/>
              <a:gd name="connsiteY99897" fmla="*/ 460475 h 2398711"/>
              <a:gd name="connsiteX99898" fmla="*/ 682344 w 2119654"/>
              <a:gd name="connsiteY99898" fmla="*/ 460570 h 2398711"/>
              <a:gd name="connsiteX99899" fmla="*/ 682572 w 2119654"/>
              <a:gd name="connsiteY99899" fmla="*/ 460039 h 2398711"/>
              <a:gd name="connsiteX99900" fmla="*/ 682597 w 2119654"/>
              <a:gd name="connsiteY99900" fmla="*/ 460025 h 2398711"/>
              <a:gd name="connsiteX99901" fmla="*/ 258693 w 2119654"/>
              <a:gd name="connsiteY99901" fmla="*/ 1408230 h 2398711"/>
              <a:gd name="connsiteX99902" fmla="*/ 272548 w 2119654"/>
              <a:gd name="connsiteY99902" fmla="*/ 1420622 h 2398711"/>
              <a:gd name="connsiteX99903" fmla="*/ 274390 w 2119654"/>
              <a:gd name="connsiteY99903" fmla="*/ 1418768 h 2398711"/>
              <a:gd name="connsiteX99904" fmla="*/ 692155 w 2119654"/>
              <a:gd name="connsiteY99904" fmla="*/ 437547 h 2398711"/>
              <a:gd name="connsiteX99905" fmla="*/ 692144 w 2119654"/>
              <a:gd name="connsiteY99905" fmla="*/ 442437 h 2398711"/>
              <a:gd name="connsiteX99906" fmla="*/ 697126 w 2119654"/>
              <a:gd name="connsiteY99906" fmla="*/ 444417 h 2398711"/>
              <a:gd name="connsiteX99907" fmla="*/ 697865 w 2119654"/>
              <a:gd name="connsiteY99907" fmla="*/ 442263 h 2398711"/>
              <a:gd name="connsiteX99908" fmla="*/ 696034 w 2119654"/>
              <a:gd name="connsiteY99908" fmla="*/ 439861 h 2398711"/>
              <a:gd name="connsiteX99909" fmla="*/ 661947 w 2119654"/>
              <a:gd name="connsiteY99909" fmla="*/ 505162 h 2398711"/>
              <a:gd name="connsiteX99910" fmla="*/ 661779 w 2119654"/>
              <a:gd name="connsiteY99910" fmla="*/ 509303 h 2398711"/>
              <a:gd name="connsiteX99911" fmla="*/ 663226 w 2119654"/>
              <a:gd name="connsiteY99911" fmla="*/ 505788 h 2398711"/>
              <a:gd name="connsiteX99912" fmla="*/ 281510 w 2119654"/>
              <a:gd name="connsiteY99912" fmla="*/ 1356706 h 2398711"/>
              <a:gd name="connsiteX99913" fmla="*/ 281835 w 2119654"/>
              <a:gd name="connsiteY99913" fmla="*/ 1357279 h 2398711"/>
              <a:gd name="connsiteX99914" fmla="*/ 282471 w 2119654"/>
              <a:gd name="connsiteY99914" fmla="*/ 1357581 h 2398711"/>
              <a:gd name="connsiteX99915" fmla="*/ 281926 w 2119654"/>
              <a:gd name="connsiteY99915" fmla="*/ 1356910 h 2398711"/>
              <a:gd name="connsiteX99916" fmla="*/ 675057 w 2119654"/>
              <a:gd name="connsiteY99916" fmla="*/ 475439 h 2398711"/>
              <a:gd name="connsiteX99917" fmla="*/ 674505 w 2119654"/>
              <a:gd name="connsiteY99917" fmla="*/ 477699 h 2398711"/>
              <a:gd name="connsiteX99918" fmla="*/ 674878 w 2119654"/>
              <a:gd name="connsiteY99918" fmla="*/ 478038 h 2398711"/>
              <a:gd name="connsiteX99919" fmla="*/ 675351 w 2119654"/>
              <a:gd name="connsiteY99919" fmla="*/ 476932 h 2398711"/>
              <a:gd name="connsiteX99920" fmla="*/ 653948 w 2119654"/>
              <a:gd name="connsiteY99920" fmla="*/ 522669 h 2398711"/>
              <a:gd name="connsiteX99921" fmla="*/ 654179 w 2119654"/>
              <a:gd name="connsiteY99921" fmla="*/ 525919 h 2398711"/>
              <a:gd name="connsiteX99922" fmla="*/ 654275 w 2119654"/>
              <a:gd name="connsiteY99922" fmla="*/ 525472 h 2398711"/>
              <a:gd name="connsiteX99923" fmla="*/ 654618 w 2119654"/>
              <a:gd name="connsiteY99923" fmla="*/ 525188 h 2398711"/>
              <a:gd name="connsiteX99924" fmla="*/ 654249 w 2119654"/>
              <a:gd name="connsiteY99924" fmla="*/ 526910 h 2398711"/>
              <a:gd name="connsiteX99925" fmla="*/ 654290 w 2119654"/>
              <a:gd name="connsiteY99925" fmla="*/ 527496 h 2398711"/>
              <a:gd name="connsiteX99926" fmla="*/ 655754 w 2119654"/>
              <a:gd name="connsiteY99926" fmla="*/ 523940 h 2398711"/>
              <a:gd name="connsiteX99927" fmla="*/ 635899 w 2119654"/>
              <a:gd name="connsiteY99927" fmla="*/ 562890 h 2398711"/>
              <a:gd name="connsiteX99928" fmla="*/ 635577 w 2119654"/>
              <a:gd name="connsiteY99928" fmla="*/ 565913 h 2398711"/>
              <a:gd name="connsiteX99929" fmla="*/ 635925 w 2119654"/>
              <a:gd name="connsiteY99929" fmla="*/ 567574 h 2398711"/>
              <a:gd name="connsiteX99930" fmla="*/ 637807 w 2119654"/>
              <a:gd name="connsiteY99930" fmla="*/ 569228 h 2398711"/>
              <a:gd name="connsiteX99931" fmla="*/ 638362 w 2119654"/>
              <a:gd name="connsiteY99931" fmla="*/ 567713 h 2398711"/>
              <a:gd name="connsiteX99932" fmla="*/ 636923 w 2119654"/>
              <a:gd name="connsiteY99932" fmla="*/ 563201 h 2398711"/>
              <a:gd name="connsiteX99933" fmla="*/ 304110 w 2119654"/>
              <a:gd name="connsiteY99933" fmla="*/ 1305355 h 2398711"/>
              <a:gd name="connsiteX99934" fmla="*/ 304172 w 2119654"/>
              <a:gd name="connsiteY99934" fmla="*/ 1305464 h 2398711"/>
              <a:gd name="connsiteX99935" fmla="*/ 304290 w 2119654"/>
              <a:gd name="connsiteY99935" fmla="*/ 1305511 h 2398711"/>
              <a:gd name="connsiteX99936" fmla="*/ 244088 w 2119654"/>
              <a:gd name="connsiteY99936" fmla="*/ 1439704 h 2398711"/>
              <a:gd name="connsiteX99937" fmla="*/ 245799 w 2119654"/>
              <a:gd name="connsiteY99937" fmla="*/ 1440998 h 2398711"/>
              <a:gd name="connsiteX99938" fmla="*/ 245687 w 2119654"/>
              <a:gd name="connsiteY99938" fmla="*/ 1440745 h 2398711"/>
              <a:gd name="connsiteX99939" fmla="*/ 675520 w 2119654"/>
              <a:gd name="connsiteY99939" fmla="*/ 473538 h 2398711"/>
              <a:gd name="connsiteX99940" fmla="*/ 675315 w 2119654"/>
              <a:gd name="connsiteY99940" fmla="*/ 474381 h 2398711"/>
              <a:gd name="connsiteX99941" fmla="*/ 675684 w 2119654"/>
              <a:gd name="connsiteY99941" fmla="*/ 476155 h 2398711"/>
              <a:gd name="connsiteX99942" fmla="*/ 676526 w 2119654"/>
              <a:gd name="connsiteY99942" fmla="*/ 474184 h 2398711"/>
              <a:gd name="connsiteX99943" fmla="*/ 627325 w 2119654"/>
              <a:gd name="connsiteY99943" fmla="*/ 581395 h 2398711"/>
              <a:gd name="connsiteX99944" fmla="*/ 629247 w 2119654"/>
              <a:gd name="connsiteY99944" fmla="*/ 584454 h 2398711"/>
              <a:gd name="connsiteX99945" fmla="*/ 630606 w 2119654"/>
              <a:gd name="connsiteY99945" fmla="*/ 584867 h 2398711"/>
              <a:gd name="connsiteX99946" fmla="*/ 630830 w 2119654"/>
              <a:gd name="connsiteY99946" fmla="*/ 582764 h 2398711"/>
              <a:gd name="connsiteX99947" fmla="*/ 618895 w 2119654"/>
              <a:gd name="connsiteY99947" fmla="*/ 600262 h 2398711"/>
              <a:gd name="connsiteX99948" fmla="*/ 618860 w 2119654"/>
              <a:gd name="connsiteY99948" fmla="*/ 600668 h 2398711"/>
              <a:gd name="connsiteX99949" fmla="*/ 618948 w 2119654"/>
              <a:gd name="connsiteY99949" fmla="*/ 600695 h 2398711"/>
              <a:gd name="connsiteX99950" fmla="*/ 671841 w 2119654"/>
              <a:gd name="connsiteY99950" fmla="*/ 481599 h 2398711"/>
              <a:gd name="connsiteX99951" fmla="*/ 670708 w 2119654"/>
              <a:gd name="connsiteY99951" fmla="*/ 485617 h 2398711"/>
              <a:gd name="connsiteX99952" fmla="*/ 670158 w 2119654"/>
              <a:gd name="connsiteY99952" fmla="*/ 489080 h 2398711"/>
              <a:gd name="connsiteX99953" fmla="*/ 672220 w 2119654"/>
              <a:gd name="connsiteY99953" fmla="*/ 484259 h 2398711"/>
              <a:gd name="connsiteX99954" fmla="*/ 672718 w 2119654"/>
              <a:gd name="connsiteY99954" fmla="*/ 482219 h 2398711"/>
              <a:gd name="connsiteX99955" fmla="*/ 678275 w 2119654"/>
              <a:gd name="connsiteY99955" fmla="*/ 467131 h 2398711"/>
              <a:gd name="connsiteX99956" fmla="*/ 678301 w 2119654"/>
              <a:gd name="connsiteY99956" fmla="*/ 467667 h 2398711"/>
              <a:gd name="connsiteX99957" fmla="*/ 678670 w 2119654"/>
              <a:gd name="connsiteY99957" fmla="*/ 468152 h 2398711"/>
              <a:gd name="connsiteX99958" fmla="*/ 678576 w 2119654"/>
              <a:gd name="connsiteY99958" fmla="*/ 467371 h 2398711"/>
              <a:gd name="connsiteX99959" fmla="*/ 621310 w 2119654"/>
              <a:gd name="connsiteY99959" fmla="*/ 594685 h 2398711"/>
              <a:gd name="connsiteX99960" fmla="*/ 621132 w 2119654"/>
              <a:gd name="connsiteY99960" fmla="*/ 596221 h 2398711"/>
              <a:gd name="connsiteX99961" fmla="*/ 622816 w 2119654"/>
              <a:gd name="connsiteY99961" fmla="*/ 597353 h 2398711"/>
              <a:gd name="connsiteX99962" fmla="*/ 247178 w 2119654"/>
              <a:gd name="connsiteY99962" fmla="*/ 1432191 h 2398711"/>
              <a:gd name="connsiteX99963" fmla="*/ 248486 w 2119654"/>
              <a:gd name="connsiteY99963" fmla="*/ 1434819 h 2398711"/>
              <a:gd name="connsiteX99964" fmla="*/ 252477 w 2119654"/>
              <a:gd name="connsiteY99964" fmla="*/ 1440825 h 2398711"/>
              <a:gd name="connsiteX99965" fmla="*/ 254665 w 2119654"/>
              <a:gd name="connsiteY99965" fmla="*/ 1438622 h 2398711"/>
              <a:gd name="connsiteX99966" fmla="*/ 624538 w 2119654"/>
              <a:gd name="connsiteY99966" fmla="*/ 587135 h 2398711"/>
              <a:gd name="connsiteX99967" fmla="*/ 625029 w 2119654"/>
              <a:gd name="connsiteY99967" fmla="*/ 590354 h 2398711"/>
              <a:gd name="connsiteX99968" fmla="*/ 625798 w 2119654"/>
              <a:gd name="connsiteY99968" fmla="*/ 591716 h 2398711"/>
              <a:gd name="connsiteX99969" fmla="*/ 627657 w 2119654"/>
              <a:gd name="connsiteY99969" fmla="*/ 593351 h 2398711"/>
              <a:gd name="connsiteX99970" fmla="*/ 625148 w 2119654"/>
              <a:gd name="connsiteY99970" fmla="*/ 587632 h 2398711"/>
              <a:gd name="connsiteX99971" fmla="*/ 297993 w 2119654"/>
              <a:gd name="connsiteY99971" fmla="*/ 1318320 h 2398711"/>
              <a:gd name="connsiteX99972" fmla="*/ 298238 w 2119654"/>
              <a:gd name="connsiteY99972" fmla="*/ 1318853 h 2398711"/>
              <a:gd name="connsiteX99973" fmla="*/ 298886 w 2119654"/>
              <a:gd name="connsiteY99973" fmla="*/ 1319092 h 2398711"/>
              <a:gd name="connsiteX99974" fmla="*/ 636080 w 2119654"/>
              <a:gd name="connsiteY99974" fmla="*/ 561181 h 2398711"/>
              <a:gd name="connsiteX99975" fmla="*/ 635923 w 2119654"/>
              <a:gd name="connsiteY99975" fmla="*/ 562661 h 2398711"/>
              <a:gd name="connsiteX99976" fmla="*/ 636843 w 2119654"/>
              <a:gd name="connsiteY99976" fmla="*/ 562948 h 2398711"/>
              <a:gd name="connsiteX99977" fmla="*/ 636463 w 2119654"/>
              <a:gd name="connsiteY99977" fmla="*/ 561758 h 2398711"/>
              <a:gd name="connsiteX99978" fmla="*/ 678736 w 2119654"/>
              <a:gd name="connsiteY99978" fmla="*/ 465504 h 2398711"/>
              <a:gd name="connsiteX99979" fmla="*/ 678863 w 2119654"/>
              <a:gd name="connsiteY99979" fmla="*/ 466286 h 2398711"/>
              <a:gd name="connsiteX99980" fmla="*/ 679637 w 2119654"/>
              <a:gd name="connsiteY99980" fmla="*/ 466906 h 2398711"/>
              <a:gd name="connsiteX99981" fmla="*/ 679978 w 2119654"/>
              <a:gd name="connsiteY99981" fmla="*/ 466108 h 2398711"/>
              <a:gd name="connsiteX99982" fmla="*/ 602478 w 2119654"/>
              <a:gd name="connsiteY99982" fmla="*/ 636234 h 2398711"/>
              <a:gd name="connsiteX99983" fmla="*/ 602024 w 2119654"/>
              <a:gd name="connsiteY99983" fmla="*/ 637855 h 2398711"/>
              <a:gd name="connsiteX99984" fmla="*/ 602083 w 2119654"/>
              <a:gd name="connsiteY99984" fmla="*/ 638002 h 2398711"/>
              <a:gd name="connsiteX99985" fmla="*/ 604779 w 2119654"/>
              <a:gd name="connsiteY99985" fmla="*/ 638577 h 2398711"/>
              <a:gd name="connsiteX99986" fmla="*/ 604804 w 2119654"/>
              <a:gd name="connsiteY99986" fmla="*/ 638540 h 2398711"/>
              <a:gd name="connsiteX99987" fmla="*/ 682826 w 2119654"/>
              <a:gd name="connsiteY99987" fmla="*/ 456055 h 2398711"/>
              <a:gd name="connsiteX99988" fmla="*/ 682378 w 2119654"/>
              <a:gd name="connsiteY99988" fmla="*/ 459363 h 2398711"/>
              <a:gd name="connsiteX99989" fmla="*/ 690067 w 2119654"/>
              <a:gd name="connsiteY99989" fmla="*/ 464995 h 2398711"/>
              <a:gd name="connsiteX99990" fmla="*/ 690883 w 2119654"/>
              <a:gd name="connsiteY99990" fmla="*/ 461228 h 2398711"/>
              <a:gd name="connsiteX99991" fmla="*/ 602701 w 2119654"/>
              <a:gd name="connsiteY99991" fmla="*/ 635438 h 2398711"/>
              <a:gd name="connsiteX99992" fmla="*/ 602599 w 2119654"/>
              <a:gd name="connsiteY99992" fmla="*/ 635802 h 2398711"/>
              <a:gd name="connsiteX99993" fmla="*/ 605027 w 2119654"/>
              <a:gd name="connsiteY99993" fmla="*/ 638209 h 2398711"/>
              <a:gd name="connsiteX99994" fmla="*/ 605203 w 2119654"/>
              <a:gd name="connsiteY99994" fmla="*/ 637949 h 2398711"/>
              <a:gd name="connsiteX99995" fmla="*/ 605214 w 2119654"/>
              <a:gd name="connsiteY99995" fmla="*/ 637664 h 2398711"/>
              <a:gd name="connsiteX99996" fmla="*/ 604122 w 2119654"/>
              <a:gd name="connsiteY99996" fmla="*/ 635800 h 2398711"/>
              <a:gd name="connsiteX99997" fmla="*/ 209707 w 2119654"/>
              <a:gd name="connsiteY99997" fmla="*/ 1515315 h 2398711"/>
              <a:gd name="connsiteX99998" fmla="*/ 241962 w 2119654"/>
              <a:gd name="connsiteY99998" fmla="*/ 1540542 h 2398711"/>
              <a:gd name="connsiteX99999" fmla="*/ 229895 w 2119654"/>
              <a:gd name="connsiteY99999" fmla="*/ 1525439 h 2398711"/>
              <a:gd name="connsiteX100000" fmla="*/ 229384 w 2119654"/>
              <a:gd name="connsiteY100000" fmla="*/ 1525277 h 2398711"/>
              <a:gd name="connsiteX100001" fmla="*/ 229252 w 2119654"/>
              <a:gd name="connsiteY100001" fmla="*/ 1525040 h 2398711"/>
              <a:gd name="connsiteX100002" fmla="*/ 229685 w 2119654"/>
              <a:gd name="connsiteY100002" fmla="*/ 1525177 h 2398711"/>
              <a:gd name="connsiteX100003" fmla="*/ 226890 w 2119654"/>
              <a:gd name="connsiteY100003" fmla="*/ 1521678 h 2398711"/>
              <a:gd name="connsiteX100004" fmla="*/ 280935 w 2119654"/>
              <a:gd name="connsiteY100004" fmla="*/ 1355690 h 2398711"/>
              <a:gd name="connsiteX100005" fmla="*/ 281286 w 2119654"/>
              <a:gd name="connsiteY100005" fmla="*/ 1356310 h 2398711"/>
              <a:gd name="connsiteX100006" fmla="*/ 281534 w 2119654"/>
              <a:gd name="connsiteY100006" fmla="*/ 1356428 h 2398711"/>
              <a:gd name="connsiteX100007" fmla="*/ 692162 w 2119654"/>
              <a:gd name="connsiteY100007" fmla="*/ 434776 h 2398711"/>
              <a:gd name="connsiteX100008" fmla="*/ 692157 w 2119654"/>
              <a:gd name="connsiteY100008" fmla="*/ 437101 h 2398711"/>
              <a:gd name="connsiteX100009" fmla="*/ 695333 w 2119654"/>
              <a:gd name="connsiteY100009" fmla="*/ 438938 h 2398711"/>
              <a:gd name="connsiteX100010" fmla="*/ 613416 w 2119654"/>
              <a:gd name="connsiteY100010" fmla="*/ 610827 h 2398711"/>
              <a:gd name="connsiteX100011" fmla="*/ 613580 w 2119654"/>
              <a:gd name="connsiteY100011" fmla="*/ 614155 h 2398711"/>
              <a:gd name="connsiteX100012" fmla="*/ 613700 w 2119654"/>
              <a:gd name="connsiteY100012" fmla="*/ 614655 h 2398711"/>
              <a:gd name="connsiteX100013" fmla="*/ 614404 w 2119654"/>
              <a:gd name="connsiteY100013" fmla="*/ 615559 h 2398711"/>
              <a:gd name="connsiteX100014" fmla="*/ 614709 w 2119654"/>
              <a:gd name="connsiteY100014" fmla="*/ 611818 h 2398711"/>
              <a:gd name="connsiteX100015" fmla="*/ 267902 w 2119654"/>
              <a:gd name="connsiteY100015" fmla="*/ 1384462 h 2398711"/>
              <a:gd name="connsiteX100016" fmla="*/ 270504 w 2119654"/>
              <a:gd name="connsiteY100016" fmla="*/ 1386519 h 2398711"/>
              <a:gd name="connsiteX100017" fmla="*/ 270289 w 2119654"/>
              <a:gd name="connsiteY100017" fmla="*/ 1385967 h 2398711"/>
              <a:gd name="connsiteX100018" fmla="*/ 269343 w 2119654"/>
              <a:gd name="connsiteY100018" fmla="*/ 1385191 h 2398711"/>
              <a:gd name="connsiteX100019" fmla="*/ 215066 w 2119654"/>
              <a:gd name="connsiteY100019" fmla="*/ 1502767 h 2398711"/>
              <a:gd name="connsiteX100020" fmla="*/ 220195 w 2119654"/>
              <a:gd name="connsiteY100020" fmla="*/ 1506444 h 2398711"/>
              <a:gd name="connsiteX100021" fmla="*/ 223347 w 2119654"/>
              <a:gd name="connsiteY100021" fmla="*/ 1506747 h 2398711"/>
              <a:gd name="connsiteX100022" fmla="*/ 222747 w 2119654"/>
              <a:gd name="connsiteY100022" fmla="*/ 1505959 h 2398711"/>
              <a:gd name="connsiteX100023" fmla="*/ 673236 w 2119654"/>
              <a:gd name="connsiteY100023" fmla="*/ 476657 h 2398711"/>
              <a:gd name="connsiteX100024" fmla="*/ 671984 w 2119654"/>
              <a:gd name="connsiteY100024" fmla="*/ 481092 h 2398711"/>
              <a:gd name="connsiteX100025" fmla="*/ 672844 w 2119654"/>
              <a:gd name="connsiteY100025" fmla="*/ 481700 h 2398711"/>
              <a:gd name="connsiteX100026" fmla="*/ 673215 w 2119654"/>
              <a:gd name="connsiteY100026" fmla="*/ 480179 h 2398711"/>
              <a:gd name="connsiteX100027" fmla="*/ 673318 w 2119654"/>
              <a:gd name="connsiteY100027" fmla="*/ 479445 h 2398711"/>
              <a:gd name="connsiteX100028" fmla="*/ 673418 w 2119654"/>
              <a:gd name="connsiteY100028" fmla="*/ 479349 h 2398711"/>
              <a:gd name="connsiteX100029" fmla="*/ 673562 w 2119654"/>
              <a:gd name="connsiteY100029" fmla="*/ 478758 h 2398711"/>
              <a:gd name="connsiteX100030" fmla="*/ 673931 w 2119654"/>
              <a:gd name="connsiteY100030" fmla="*/ 477329 h 2398711"/>
              <a:gd name="connsiteX100031" fmla="*/ 662092 w 2119654"/>
              <a:gd name="connsiteY100031" fmla="*/ 501596 h 2398711"/>
              <a:gd name="connsiteX100032" fmla="*/ 661960 w 2119654"/>
              <a:gd name="connsiteY100032" fmla="*/ 504838 h 2398711"/>
              <a:gd name="connsiteX100033" fmla="*/ 663339 w 2119654"/>
              <a:gd name="connsiteY100033" fmla="*/ 505514 h 2398711"/>
              <a:gd name="connsiteX100034" fmla="*/ 663485 w 2119654"/>
              <a:gd name="connsiteY100034" fmla="*/ 505159 h 2398711"/>
              <a:gd name="connsiteX100035" fmla="*/ 663896 w 2119654"/>
              <a:gd name="connsiteY100035" fmla="*/ 502566 h 2398711"/>
              <a:gd name="connsiteX100036" fmla="*/ 292942 w 2119654"/>
              <a:gd name="connsiteY100036" fmla="*/ 1328155 h 2398711"/>
              <a:gd name="connsiteX100037" fmla="*/ 293189 w 2119654"/>
              <a:gd name="connsiteY100037" fmla="*/ 1328600 h 2398711"/>
              <a:gd name="connsiteX100038" fmla="*/ 294085 w 2119654"/>
              <a:gd name="connsiteY100038" fmla="*/ 1329049 h 2398711"/>
              <a:gd name="connsiteX100039" fmla="*/ 281598 w 2119654"/>
              <a:gd name="connsiteY100039" fmla="*/ 1353402 h 2398711"/>
              <a:gd name="connsiteX100040" fmla="*/ 283000 w 2119654"/>
              <a:gd name="connsiteY100040" fmla="*/ 1355126 h 2398711"/>
              <a:gd name="connsiteX100041" fmla="*/ 283523 w 2119654"/>
              <a:gd name="connsiteY100041" fmla="*/ 1355659 h 2398711"/>
              <a:gd name="connsiteX100042" fmla="*/ 288842 w 2119654"/>
              <a:gd name="connsiteY100042" fmla="*/ 1357937 h 2398711"/>
              <a:gd name="connsiteX100043" fmla="*/ 286841 w 2119654"/>
              <a:gd name="connsiteY100043" fmla="*/ 1350998 h 2398711"/>
              <a:gd name="connsiteX100044" fmla="*/ 286597 w 2119654"/>
              <a:gd name="connsiteY100044" fmla="*/ 1350864 h 2398711"/>
              <a:gd name="connsiteX100045" fmla="*/ 269866 w 2119654"/>
              <a:gd name="connsiteY100045" fmla="*/ 1379586 h 2398711"/>
              <a:gd name="connsiteX100046" fmla="*/ 271270 w 2119654"/>
              <a:gd name="connsiteY100046" fmla="*/ 1381087 h 2398711"/>
              <a:gd name="connsiteX100047" fmla="*/ 270548 w 2119654"/>
              <a:gd name="connsiteY100047" fmla="*/ 1379863 h 2398711"/>
              <a:gd name="connsiteX100048" fmla="*/ 678180 w 2119654"/>
              <a:gd name="connsiteY100048" fmla="*/ 465232 h 2398711"/>
              <a:gd name="connsiteX100049" fmla="*/ 678206 w 2119654"/>
              <a:gd name="connsiteY100049" fmla="*/ 465760 h 2398711"/>
              <a:gd name="connsiteX100050" fmla="*/ 678398 w 2119654"/>
              <a:gd name="connsiteY100050" fmla="*/ 465913 h 2398711"/>
              <a:gd name="connsiteX100051" fmla="*/ 678323 w 2119654"/>
              <a:gd name="connsiteY100051" fmla="*/ 465302 h 2398711"/>
              <a:gd name="connsiteX100052" fmla="*/ 708330 w 2119654"/>
              <a:gd name="connsiteY100052" fmla="*/ 397598 h 2398711"/>
              <a:gd name="connsiteX100053" fmla="*/ 709119 w 2119654"/>
              <a:gd name="connsiteY100053" fmla="*/ 402775 h 2398711"/>
              <a:gd name="connsiteX100054" fmla="*/ 710910 w 2119654"/>
              <a:gd name="connsiteY100054" fmla="*/ 404210 h 2398711"/>
              <a:gd name="connsiteX100055" fmla="*/ 712343 w 2119654"/>
              <a:gd name="connsiteY100055" fmla="*/ 400034 h 2398711"/>
              <a:gd name="connsiteX100056" fmla="*/ 712147 w 2119654"/>
              <a:gd name="connsiteY100056" fmla="*/ 399795 h 2398711"/>
              <a:gd name="connsiteX100057" fmla="*/ 284709 w 2119654"/>
              <a:gd name="connsiteY100057" fmla="*/ 1346137 h 2398711"/>
              <a:gd name="connsiteX100058" fmla="*/ 285617 w 2119654"/>
              <a:gd name="connsiteY100058" fmla="*/ 1346753 h 2398711"/>
              <a:gd name="connsiteX100059" fmla="*/ 285577 w 2119654"/>
              <a:gd name="connsiteY100059" fmla="*/ 1346613 h 2398711"/>
              <a:gd name="connsiteX100060" fmla="*/ 619473 w 2119654"/>
              <a:gd name="connsiteY100060" fmla="*/ 596484 h 2398711"/>
              <a:gd name="connsiteX100061" fmla="*/ 619144 w 2119654"/>
              <a:gd name="connsiteY100061" fmla="*/ 598527 h 2398711"/>
              <a:gd name="connsiteX100062" fmla="*/ 619222 w 2119654"/>
              <a:gd name="connsiteY100062" fmla="*/ 599169 h 2398711"/>
              <a:gd name="connsiteX100063" fmla="*/ 619626 w 2119654"/>
              <a:gd name="connsiteY100063" fmla="*/ 596587 h 2398711"/>
              <a:gd name="connsiteX100064" fmla="*/ 653730 w 2119654"/>
              <a:gd name="connsiteY100064" fmla="*/ 519581 h 2398711"/>
              <a:gd name="connsiteX100065" fmla="*/ 653929 w 2119654"/>
              <a:gd name="connsiteY100065" fmla="*/ 522385 h 2398711"/>
              <a:gd name="connsiteX100066" fmla="*/ 655841 w 2119654"/>
              <a:gd name="connsiteY100066" fmla="*/ 523730 h 2398711"/>
              <a:gd name="connsiteX100067" fmla="*/ 656275 w 2119654"/>
              <a:gd name="connsiteY100067" fmla="*/ 522676 h 2398711"/>
              <a:gd name="connsiteX100068" fmla="*/ 654474 w 2119654"/>
              <a:gd name="connsiteY100068" fmla="*/ 519962 h 2398711"/>
              <a:gd name="connsiteX100069" fmla="*/ 677036 w 2119654"/>
              <a:gd name="connsiteY100069" fmla="*/ 467330 h 2398711"/>
              <a:gd name="connsiteX100070" fmla="*/ 675693 w 2119654"/>
              <a:gd name="connsiteY100070" fmla="*/ 472833 h 2398711"/>
              <a:gd name="connsiteX100071" fmla="*/ 676800 w 2119654"/>
              <a:gd name="connsiteY100071" fmla="*/ 473544 h 2398711"/>
              <a:gd name="connsiteX100072" fmla="*/ 677907 w 2119654"/>
              <a:gd name="connsiteY100072" fmla="*/ 470955 h 2398711"/>
              <a:gd name="connsiteX100073" fmla="*/ 677780 w 2119654"/>
              <a:gd name="connsiteY100073" fmla="*/ 468392 h 2398711"/>
              <a:gd name="connsiteX100074" fmla="*/ 702279 w 2119654"/>
              <a:gd name="connsiteY100074" fmla="*/ 410741 h 2398711"/>
              <a:gd name="connsiteX100075" fmla="*/ 706772 w 2119654"/>
              <a:gd name="connsiteY100075" fmla="*/ 416282 h 2398711"/>
              <a:gd name="connsiteX100076" fmla="*/ 707001 w 2119654"/>
              <a:gd name="connsiteY100076" fmla="*/ 415615 h 2398711"/>
              <a:gd name="connsiteX100077" fmla="*/ 703877 w 2119654"/>
              <a:gd name="connsiteY100077" fmla="*/ 411781 h 2398711"/>
              <a:gd name="connsiteX100078" fmla="*/ 231536 w 2119654"/>
              <a:gd name="connsiteY100078" fmla="*/ 1464742 h 2398711"/>
              <a:gd name="connsiteX100079" fmla="*/ 233752 w 2119654"/>
              <a:gd name="connsiteY100079" fmla="*/ 1467479 h 2398711"/>
              <a:gd name="connsiteX100080" fmla="*/ 238537 w 2119654"/>
              <a:gd name="connsiteY100080" fmla="*/ 1470581 h 2398711"/>
              <a:gd name="connsiteX100081" fmla="*/ 235842 w 2119654"/>
              <a:gd name="connsiteY100081" fmla="*/ 1466261 h 2398711"/>
              <a:gd name="connsiteX100082" fmla="*/ 233205 w 2119654"/>
              <a:gd name="connsiteY100082" fmla="*/ 1460990 h 2398711"/>
              <a:gd name="connsiteX100083" fmla="*/ 233949 w 2119654"/>
              <a:gd name="connsiteY100083" fmla="*/ 1462183 h 2398711"/>
              <a:gd name="connsiteX100084" fmla="*/ 247270 w 2119654"/>
              <a:gd name="connsiteY100084" fmla="*/ 1469795 h 2398711"/>
              <a:gd name="connsiteX100085" fmla="*/ 257760 w 2119654"/>
              <a:gd name="connsiteY100085" fmla="*/ 1473475 h 2398711"/>
              <a:gd name="connsiteX100086" fmla="*/ 260928 w 2119654"/>
              <a:gd name="connsiteY100086" fmla="*/ 1474414 h 2398711"/>
              <a:gd name="connsiteX100087" fmla="*/ 236732 w 2119654"/>
              <a:gd name="connsiteY100087" fmla="*/ 1457440 h 2398711"/>
              <a:gd name="connsiteX100088" fmla="*/ 660396 w 2119654"/>
              <a:gd name="connsiteY100088" fmla="*/ 504403 h 2398711"/>
              <a:gd name="connsiteX100089" fmla="*/ 661440 w 2119654"/>
              <a:gd name="connsiteY100089" fmla="*/ 508781 h 2398711"/>
              <a:gd name="connsiteX100090" fmla="*/ 661593 w 2119654"/>
              <a:gd name="connsiteY100090" fmla="*/ 504989 h 2398711"/>
              <a:gd name="connsiteX100091" fmla="*/ 677298 w 2119654"/>
              <a:gd name="connsiteY100091" fmla="*/ 466348 h 2398711"/>
              <a:gd name="connsiteX100092" fmla="*/ 677705 w 2119654"/>
              <a:gd name="connsiteY100092" fmla="*/ 466884 h 2398711"/>
              <a:gd name="connsiteX100093" fmla="*/ 677694 w 2119654"/>
              <a:gd name="connsiteY100093" fmla="*/ 466667 h 2398711"/>
              <a:gd name="connsiteX100094" fmla="*/ 674374 w 2119654"/>
              <a:gd name="connsiteY100094" fmla="*/ 472801 h 2398711"/>
              <a:gd name="connsiteX100095" fmla="*/ 674001 w 2119654"/>
              <a:gd name="connsiteY100095" fmla="*/ 473945 h 2398711"/>
              <a:gd name="connsiteX100096" fmla="*/ 673260 w 2119654"/>
              <a:gd name="connsiteY100096" fmla="*/ 476571 h 2398711"/>
              <a:gd name="connsiteX100097" fmla="*/ 673963 w 2119654"/>
              <a:gd name="connsiteY100097" fmla="*/ 477207 h 2398711"/>
              <a:gd name="connsiteX100098" fmla="*/ 674780 w 2119654"/>
              <a:gd name="connsiteY100098" fmla="*/ 474042 h 2398711"/>
              <a:gd name="connsiteX100099" fmla="*/ 674559 w 2119654"/>
              <a:gd name="connsiteY100099" fmla="*/ 472920 h 2398711"/>
              <a:gd name="connsiteX100100" fmla="*/ 289204 w 2119654"/>
              <a:gd name="connsiteY100100" fmla="*/ 1335083 h 2398711"/>
              <a:gd name="connsiteX100101" fmla="*/ 291143 w 2119654"/>
              <a:gd name="connsiteY100101" fmla="*/ 1339126 h 2398711"/>
              <a:gd name="connsiteX100102" fmla="*/ 295951 w 2119654"/>
              <a:gd name="connsiteY100102" fmla="*/ 1343854 h 2398711"/>
              <a:gd name="connsiteX100103" fmla="*/ 297018 w 2119654"/>
              <a:gd name="connsiteY100103" fmla="*/ 1344824 h 2398711"/>
              <a:gd name="connsiteX100104" fmla="*/ 297315 w 2119654"/>
              <a:gd name="connsiteY100104" fmla="*/ 1344974 h 2398711"/>
              <a:gd name="connsiteX100105" fmla="*/ 298005 w 2119654"/>
              <a:gd name="connsiteY100105" fmla="*/ 1344624 h 2398711"/>
              <a:gd name="connsiteX100106" fmla="*/ 295965 w 2119654"/>
              <a:gd name="connsiteY100106" fmla="*/ 1340369 h 2398711"/>
              <a:gd name="connsiteX100107" fmla="*/ 232720 w 2119654"/>
              <a:gd name="connsiteY100107" fmla="*/ 1461479 h 2398711"/>
              <a:gd name="connsiteX100108" fmla="*/ 232935 w 2119654"/>
              <a:gd name="connsiteY100108" fmla="*/ 1461602 h 2398711"/>
              <a:gd name="connsiteX100109" fmla="*/ 232844 w 2119654"/>
              <a:gd name="connsiteY100109" fmla="*/ 1461457 h 2398711"/>
              <a:gd name="connsiteX100110" fmla="*/ 232800 w 2119654"/>
              <a:gd name="connsiteY100110" fmla="*/ 1461398 h 2398711"/>
              <a:gd name="connsiteX100111" fmla="*/ 612767 w 2119654"/>
              <a:gd name="connsiteY100111" fmla="*/ 610380 h 2398711"/>
              <a:gd name="connsiteX100112" fmla="*/ 612828 w 2119654"/>
              <a:gd name="connsiteY100112" fmla="*/ 611016 h 2398711"/>
              <a:gd name="connsiteX100113" fmla="*/ 612952 w 2119654"/>
              <a:gd name="connsiteY100113" fmla="*/ 611538 h 2398711"/>
              <a:gd name="connsiteX100114" fmla="*/ 612913 w 2119654"/>
              <a:gd name="connsiteY100114" fmla="*/ 610446 h 2398711"/>
              <a:gd name="connsiteX100115" fmla="*/ 653671 w 2119654"/>
              <a:gd name="connsiteY100115" fmla="*/ 518750 h 2398711"/>
              <a:gd name="connsiteX100116" fmla="*/ 653719 w 2119654"/>
              <a:gd name="connsiteY100116" fmla="*/ 519424 h 2398711"/>
              <a:gd name="connsiteX100117" fmla="*/ 654323 w 2119654"/>
              <a:gd name="connsiteY100117" fmla="*/ 519733 h 2398711"/>
              <a:gd name="connsiteX100118" fmla="*/ 623454 w 2119654"/>
              <a:gd name="connsiteY100118" fmla="*/ 586252 h 2398711"/>
              <a:gd name="connsiteX100119" fmla="*/ 624391 w 2119654"/>
              <a:gd name="connsiteY100119" fmla="*/ 589224 h 2398711"/>
              <a:gd name="connsiteX100120" fmla="*/ 624532 w 2119654"/>
              <a:gd name="connsiteY100120" fmla="*/ 589472 h 2398711"/>
              <a:gd name="connsiteX100121" fmla="*/ 624124 w 2119654"/>
              <a:gd name="connsiteY100121" fmla="*/ 586796 h 2398711"/>
              <a:gd name="connsiteX100122" fmla="*/ 677611 w 2119654"/>
              <a:gd name="connsiteY100122" fmla="*/ 464970 h 2398711"/>
              <a:gd name="connsiteX100123" fmla="*/ 677548 w 2119654"/>
              <a:gd name="connsiteY100123" fmla="*/ 465231 h 2398711"/>
              <a:gd name="connsiteX100124" fmla="*/ 677628 w 2119654"/>
              <a:gd name="connsiteY100124" fmla="*/ 465295 h 2398711"/>
              <a:gd name="connsiteX100125" fmla="*/ 662199 w 2119654"/>
              <a:gd name="connsiteY100125" fmla="*/ 498954 h 2398711"/>
              <a:gd name="connsiteX100126" fmla="*/ 662183 w 2119654"/>
              <a:gd name="connsiteY100126" fmla="*/ 499357 h 2398711"/>
              <a:gd name="connsiteX100127" fmla="*/ 662969 w 2119654"/>
              <a:gd name="connsiteY100127" fmla="*/ 499779 h 2398711"/>
              <a:gd name="connsiteX100128" fmla="*/ 678087 w 2119654"/>
              <a:gd name="connsiteY100128" fmla="*/ 463364 h 2398711"/>
              <a:gd name="connsiteX100129" fmla="*/ 678130 w 2119654"/>
              <a:gd name="connsiteY100129" fmla="*/ 464209 h 2398711"/>
              <a:gd name="connsiteX100130" fmla="*/ 678194 w 2119654"/>
              <a:gd name="connsiteY100130" fmla="*/ 464241 h 2398711"/>
              <a:gd name="connsiteX100131" fmla="*/ 605181 w 2119654"/>
              <a:gd name="connsiteY100131" fmla="*/ 626585 h 2398711"/>
              <a:gd name="connsiteX100132" fmla="*/ 604767 w 2119654"/>
              <a:gd name="connsiteY100132" fmla="*/ 628064 h 2398711"/>
              <a:gd name="connsiteX100133" fmla="*/ 605329 w 2119654"/>
              <a:gd name="connsiteY100133" fmla="*/ 628207 h 2398711"/>
              <a:gd name="connsiteX100134" fmla="*/ 605231 w 2119654"/>
              <a:gd name="connsiteY100134" fmla="*/ 626947 h 2398711"/>
              <a:gd name="connsiteX100135" fmla="*/ 725258 w 2119654"/>
              <a:gd name="connsiteY100135" fmla="*/ 357700 h 2398711"/>
              <a:gd name="connsiteX100136" fmla="*/ 725625 w 2119654"/>
              <a:gd name="connsiteY100136" fmla="*/ 365155 h 2398711"/>
              <a:gd name="connsiteX100137" fmla="*/ 731856 w 2119654"/>
              <a:gd name="connsiteY100137" fmla="*/ 370724 h 2398711"/>
              <a:gd name="connsiteX100138" fmla="*/ 732037 w 2119654"/>
              <a:gd name="connsiteY100138" fmla="*/ 369884 h 2398711"/>
              <a:gd name="connsiteX100139" fmla="*/ 756153 w 2119654"/>
              <a:gd name="connsiteY100139" fmla="*/ 288490 h 2398711"/>
              <a:gd name="connsiteX100140" fmla="*/ 755816 w 2119654"/>
              <a:gd name="connsiteY100140" fmla="*/ 296778 h 2398711"/>
              <a:gd name="connsiteX100141" fmla="*/ 758146 w 2119654"/>
              <a:gd name="connsiteY100141" fmla="*/ 298591 h 2398711"/>
              <a:gd name="connsiteX100142" fmla="*/ 760237 w 2119654"/>
              <a:gd name="connsiteY100142" fmla="*/ 292874 h 2398711"/>
              <a:gd name="connsiteX100143" fmla="*/ 620012 w 2119654"/>
              <a:gd name="connsiteY100143" fmla="*/ 593132 h 2398711"/>
              <a:gd name="connsiteX100144" fmla="*/ 619672 w 2119654"/>
              <a:gd name="connsiteY100144" fmla="*/ 595240 h 2398711"/>
              <a:gd name="connsiteX100145" fmla="*/ 619822 w 2119654"/>
              <a:gd name="connsiteY100145" fmla="*/ 595340 h 2398711"/>
              <a:gd name="connsiteX100146" fmla="*/ 620155 w 2119654"/>
              <a:gd name="connsiteY100146" fmla="*/ 593208 h 2398711"/>
              <a:gd name="connsiteX100147" fmla="*/ 744173 w 2119654"/>
              <a:gd name="connsiteY100147" fmla="*/ 315081 h 2398711"/>
              <a:gd name="connsiteX100148" fmla="*/ 740221 w 2119654"/>
              <a:gd name="connsiteY100148" fmla="*/ 333508 h 2398711"/>
              <a:gd name="connsiteX100149" fmla="*/ 740538 w 2119654"/>
              <a:gd name="connsiteY100149" fmla="*/ 333864 h 2398711"/>
              <a:gd name="connsiteX100150" fmla="*/ 296465 w 2119654"/>
              <a:gd name="connsiteY100150" fmla="*/ 1317583 h 2398711"/>
              <a:gd name="connsiteX100151" fmla="*/ 297144 w 2119654"/>
              <a:gd name="connsiteY100151" fmla="*/ 1318449 h 2398711"/>
              <a:gd name="connsiteX100152" fmla="*/ 297249 w 2119654"/>
              <a:gd name="connsiteY100152" fmla="*/ 1318488 h 2398711"/>
              <a:gd name="connsiteX100153" fmla="*/ 297197 w 2119654"/>
              <a:gd name="connsiteY100153" fmla="*/ 1318373 h 2398711"/>
              <a:gd name="connsiteX100154" fmla="*/ 296516 w 2119654"/>
              <a:gd name="connsiteY100154" fmla="*/ 1317641 h 2398711"/>
              <a:gd name="connsiteX100155" fmla="*/ 586834 w 2119654"/>
              <a:gd name="connsiteY100155" fmla="*/ 667345 h 2398711"/>
              <a:gd name="connsiteX100156" fmla="*/ 586806 w 2119654"/>
              <a:gd name="connsiteY100156" fmla="*/ 667881 h 2398711"/>
              <a:gd name="connsiteX100157" fmla="*/ 586934 w 2119654"/>
              <a:gd name="connsiteY100157" fmla="*/ 667659 h 2398711"/>
              <a:gd name="connsiteX100158" fmla="*/ 687871 w 2119654"/>
              <a:gd name="connsiteY100158" fmla="*/ 441097 h 2398711"/>
              <a:gd name="connsiteX100159" fmla="*/ 690757 w 2119654"/>
              <a:gd name="connsiteY100159" fmla="*/ 446096 h 2398711"/>
              <a:gd name="connsiteX100160" fmla="*/ 690943 w 2119654"/>
              <a:gd name="connsiteY100160" fmla="*/ 446228 h 2398711"/>
              <a:gd name="connsiteX100161" fmla="*/ 690894 w 2119654"/>
              <a:gd name="connsiteY100161" fmla="*/ 443831 h 2398711"/>
              <a:gd name="connsiteX100162" fmla="*/ 676434 w 2119654"/>
              <a:gd name="connsiteY100162" fmla="*/ 466471 h 2398711"/>
              <a:gd name="connsiteX100163" fmla="*/ 674748 w 2119654"/>
              <a:gd name="connsiteY100163" fmla="*/ 471651 h 2398711"/>
              <a:gd name="connsiteX100164" fmla="*/ 674885 w 2119654"/>
              <a:gd name="connsiteY100164" fmla="*/ 472314 h 2398711"/>
              <a:gd name="connsiteX100165" fmla="*/ 675178 w 2119654"/>
              <a:gd name="connsiteY100165" fmla="*/ 472502 h 2398711"/>
              <a:gd name="connsiteX100166" fmla="*/ 676654 w 2119654"/>
              <a:gd name="connsiteY100166" fmla="*/ 466786 h 2398711"/>
              <a:gd name="connsiteX100167" fmla="*/ 672276 w 2119654"/>
              <a:gd name="connsiteY100167" fmla="*/ 475730 h 2398711"/>
              <a:gd name="connsiteX100168" fmla="*/ 671511 w 2119654"/>
              <a:gd name="connsiteY100168" fmla="*/ 480546 h 2398711"/>
              <a:gd name="connsiteX100169" fmla="*/ 672888 w 2119654"/>
              <a:gd name="connsiteY100169" fmla="*/ 476321 h 2398711"/>
              <a:gd name="connsiteX100170" fmla="*/ 756179 w 2119654"/>
              <a:gd name="connsiteY100170" fmla="*/ 287838 h 2398711"/>
              <a:gd name="connsiteX100171" fmla="*/ 756178 w 2119654"/>
              <a:gd name="connsiteY100171" fmla="*/ 287874 h 2398711"/>
              <a:gd name="connsiteX100172" fmla="*/ 760405 w 2119654"/>
              <a:gd name="connsiteY100172" fmla="*/ 292413 h 2398711"/>
              <a:gd name="connsiteX100173" fmla="*/ 760463 w 2119654"/>
              <a:gd name="connsiteY100173" fmla="*/ 292254 h 2398711"/>
              <a:gd name="connsiteX100174" fmla="*/ 679962 w 2119654"/>
              <a:gd name="connsiteY100174" fmla="*/ 458094 h 2398711"/>
              <a:gd name="connsiteX100175" fmla="*/ 681913 w 2119654"/>
              <a:gd name="connsiteY100175" fmla="*/ 460114 h 2398711"/>
              <a:gd name="connsiteX100176" fmla="*/ 681985 w 2119654"/>
              <a:gd name="connsiteY100176" fmla="*/ 459577 h 2398711"/>
              <a:gd name="connsiteX100177" fmla="*/ 677021 w 2119654"/>
              <a:gd name="connsiteY100177" fmla="*/ 464668 h 2398711"/>
              <a:gd name="connsiteX100178" fmla="*/ 676984 w 2119654"/>
              <a:gd name="connsiteY100178" fmla="*/ 464780 h 2398711"/>
              <a:gd name="connsiteX100179" fmla="*/ 677141 w 2119654"/>
              <a:gd name="connsiteY100179" fmla="*/ 464906 h 2398711"/>
              <a:gd name="connsiteX100180" fmla="*/ 677182 w 2119654"/>
              <a:gd name="connsiteY100180" fmla="*/ 464746 h 2398711"/>
              <a:gd name="connsiteX100181" fmla="*/ 613446 w 2119654"/>
              <a:gd name="connsiteY100181" fmla="*/ 606835 h 2398711"/>
              <a:gd name="connsiteX100182" fmla="*/ 613260 w 2119654"/>
              <a:gd name="connsiteY100182" fmla="*/ 607668 h 2398711"/>
              <a:gd name="connsiteX100183" fmla="*/ 613296 w 2119654"/>
              <a:gd name="connsiteY100183" fmla="*/ 608389 h 2398711"/>
              <a:gd name="connsiteX100184" fmla="*/ 614929 w 2119654"/>
              <a:gd name="connsiteY100184" fmla="*/ 609142 h 2398711"/>
              <a:gd name="connsiteX100185" fmla="*/ 615040 w 2119654"/>
              <a:gd name="connsiteY100185" fmla="*/ 607787 h 2398711"/>
              <a:gd name="connsiteX100186" fmla="*/ 600863 w 2119654"/>
              <a:gd name="connsiteY100186" fmla="*/ 634968 h 2398711"/>
              <a:gd name="connsiteX100187" fmla="*/ 601289 w 2119654"/>
              <a:gd name="connsiteY100187" fmla="*/ 636026 h 2398711"/>
              <a:gd name="connsiteX100188" fmla="*/ 601502 w 2119654"/>
              <a:gd name="connsiteY100188" fmla="*/ 635266 h 2398711"/>
              <a:gd name="connsiteX100189" fmla="*/ 601319 w 2119654"/>
              <a:gd name="connsiteY100189" fmla="*/ 635084 h 2398711"/>
              <a:gd name="connsiteX100190" fmla="*/ 296311 w 2119654"/>
              <a:gd name="connsiteY100190" fmla="*/ 1316865 h 2398711"/>
              <a:gd name="connsiteX100191" fmla="*/ 296687 w 2119654"/>
              <a:gd name="connsiteY100191" fmla="*/ 1317263 h 2398711"/>
              <a:gd name="connsiteX100192" fmla="*/ 296632 w 2119654"/>
              <a:gd name="connsiteY100192" fmla="*/ 1317143 h 2398711"/>
              <a:gd name="connsiteX100193" fmla="*/ 256241 w 2119654"/>
              <a:gd name="connsiteY100193" fmla="*/ 1406590 h 2398711"/>
              <a:gd name="connsiteX100194" fmla="*/ 262290 w 2119654"/>
              <a:gd name="connsiteY100194" fmla="*/ 1415930 h 2398711"/>
              <a:gd name="connsiteX100195" fmla="*/ 268282 w 2119654"/>
              <a:gd name="connsiteY100195" fmla="*/ 1424916 h 2398711"/>
              <a:gd name="connsiteX100196" fmla="*/ 270640 w 2119654"/>
              <a:gd name="connsiteY100196" fmla="*/ 1422543 h 2398711"/>
              <a:gd name="connsiteX100197" fmla="*/ 270552 w 2119654"/>
              <a:gd name="connsiteY100197" fmla="*/ 1422447 h 2398711"/>
              <a:gd name="connsiteX100198" fmla="*/ 270534 w 2119654"/>
              <a:gd name="connsiteY100198" fmla="*/ 1422210 h 2398711"/>
              <a:gd name="connsiteX100199" fmla="*/ 270744 w 2119654"/>
              <a:gd name="connsiteY100199" fmla="*/ 1422438 h 2398711"/>
              <a:gd name="connsiteX100200" fmla="*/ 271653 w 2119654"/>
              <a:gd name="connsiteY100200" fmla="*/ 1421523 h 2398711"/>
              <a:gd name="connsiteX100201" fmla="*/ 677522 w 2119654"/>
              <a:gd name="connsiteY100201" fmla="*/ 463139 h 2398711"/>
              <a:gd name="connsiteX100202" fmla="*/ 677304 w 2119654"/>
              <a:gd name="connsiteY100202" fmla="*/ 463806 h 2398711"/>
              <a:gd name="connsiteX100203" fmla="*/ 677411 w 2119654"/>
              <a:gd name="connsiteY100203" fmla="*/ 463858 h 2398711"/>
              <a:gd name="connsiteX100204" fmla="*/ 677534 w 2119654"/>
              <a:gd name="connsiteY100204" fmla="*/ 463384 h 2398711"/>
              <a:gd name="connsiteX100205" fmla="*/ 586906 w 2119654"/>
              <a:gd name="connsiteY100205" fmla="*/ 665936 h 2398711"/>
              <a:gd name="connsiteX100206" fmla="*/ 586858 w 2119654"/>
              <a:gd name="connsiteY100206" fmla="*/ 666852 h 2398711"/>
              <a:gd name="connsiteX100207" fmla="*/ 587050 w 2119654"/>
              <a:gd name="connsiteY100207" fmla="*/ 667454 h 2398711"/>
              <a:gd name="connsiteX100208" fmla="*/ 587130 w 2119654"/>
              <a:gd name="connsiteY100208" fmla="*/ 667316 h 2398711"/>
              <a:gd name="connsiteX100209" fmla="*/ 223615 w 2119654"/>
              <a:gd name="connsiteY100209" fmla="*/ 1479343 h 2398711"/>
              <a:gd name="connsiteX100210" fmla="*/ 231773 w 2119654"/>
              <a:gd name="connsiteY100210" fmla="*/ 1493522 h 2398711"/>
              <a:gd name="connsiteX100211" fmla="*/ 245902 w 2119654"/>
              <a:gd name="connsiteY100211" fmla="*/ 1499084 h 2398711"/>
              <a:gd name="connsiteX100212" fmla="*/ 233425 w 2119654"/>
              <a:gd name="connsiteY100212" fmla="*/ 1487646 h 2398711"/>
              <a:gd name="connsiteX100213" fmla="*/ 233401 w 2119654"/>
              <a:gd name="connsiteY100213" fmla="*/ 1487500 h 2398711"/>
              <a:gd name="connsiteX100214" fmla="*/ 678825 w 2119654"/>
              <a:gd name="connsiteY100214" fmla="*/ 459998 h 2398711"/>
              <a:gd name="connsiteX100215" fmla="*/ 678240 w 2119654"/>
              <a:gd name="connsiteY100215" fmla="*/ 462397 h 2398711"/>
              <a:gd name="connsiteX100216" fmla="*/ 678262 w 2119654"/>
              <a:gd name="connsiteY100216" fmla="*/ 462586 h 2398711"/>
              <a:gd name="connsiteX100217" fmla="*/ 678560 w 2119654"/>
              <a:gd name="connsiteY100217" fmla="*/ 464418 h 2398711"/>
              <a:gd name="connsiteX100218" fmla="*/ 680331 w 2119654"/>
              <a:gd name="connsiteY100218" fmla="*/ 465283 h 2398711"/>
              <a:gd name="connsiteX100219" fmla="*/ 681621 w 2119654"/>
              <a:gd name="connsiteY100219" fmla="*/ 462264 h 2398711"/>
              <a:gd name="connsiteX100220" fmla="*/ 681650 w 2119654"/>
              <a:gd name="connsiteY100220" fmla="*/ 462054 h 2398711"/>
              <a:gd name="connsiteX100221" fmla="*/ 230612 w 2119654"/>
              <a:gd name="connsiteY100221" fmla="*/ 1463600 h 2398711"/>
              <a:gd name="connsiteX100222" fmla="*/ 231009 w 2119654"/>
              <a:gd name="connsiteY100222" fmla="*/ 1464091 h 2398711"/>
              <a:gd name="connsiteX100223" fmla="*/ 235463 w 2119654"/>
              <a:gd name="connsiteY100223" fmla="*/ 1465654 h 2398711"/>
              <a:gd name="connsiteX100224" fmla="*/ 233536 w 2119654"/>
              <a:gd name="connsiteY100224" fmla="*/ 1462566 h 2398711"/>
              <a:gd name="connsiteX100225" fmla="*/ 232327 w 2119654"/>
              <a:gd name="connsiteY100225" fmla="*/ 1461874 h 2398711"/>
              <a:gd name="connsiteX100226" fmla="*/ 651554 w 2119654"/>
              <a:gd name="connsiteY100226" fmla="*/ 520984 h 2398711"/>
              <a:gd name="connsiteX100227" fmla="*/ 651160 w 2119654"/>
              <a:gd name="connsiteY100227" fmla="*/ 530707 h 2398711"/>
              <a:gd name="connsiteX100228" fmla="*/ 652160 w 2119654"/>
              <a:gd name="connsiteY100228" fmla="*/ 531411 h 2398711"/>
              <a:gd name="connsiteX100229" fmla="*/ 652458 w 2119654"/>
              <a:gd name="connsiteY100229" fmla="*/ 530198 h 2398711"/>
              <a:gd name="connsiteX100230" fmla="*/ 651708 w 2119654"/>
              <a:gd name="connsiteY100230" fmla="*/ 521092 h 2398711"/>
              <a:gd name="connsiteX100231" fmla="*/ 285891 w 2119654"/>
              <a:gd name="connsiteY100231" fmla="*/ 1339538 h 2398711"/>
              <a:gd name="connsiteX100232" fmla="*/ 286356 w 2119654"/>
              <a:gd name="connsiteY100232" fmla="*/ 1340843 h 2398711"/>
              <a:gd name="connsiteX100233" fmla="*/ 287448 w 2119654"/>
              <a:gd name="connsiteY100233" fmla="*/ 1342487 h 2398711"/>
              <a:gd name="connsiteX100234" fmla="*/ 292476 w 2119654"/>
              <a:gd name="connsiteY100234" fmla="*/ 1347431 h 2398711"/>
              <a:gd name="connsiteX100235" fmla="*/ 293835 w 2119654"/>
              <a:gd name="connsiteY100235" fmla="*/ 1346740 h 2398711"/>
              <a:gd name="connsiteX100236" fmla="*/ 292300 w 2119654"/>
              <a:gd name="connsiteY100236" fmla="*/ 1343538 h 2398711"/>
              <a:gd name="connsiteX100237" fmla="*/ 290686 w 2119654"/>
              <a:gd name="connsiteY100237" fmla="*/ 1341951 h 2398711"/>
              <a:gd name="connsiteX100238" fmla="*/ 683881 w 2119654"/>
              <a:gd name="connsiteY100238" fmla="*/ 448284 h 2398711"/>
              <a:gd name="connsiteX100239" fmla="*/ 682877 w 2119654"/>
              <a:gd name="connsiteY100239" fmla="*/ 455675 h 2398711"/>
              <a:gd name="connsiteX100240" fmla="*/ 690991 w 2119654"/>
              <a:gd name="connsiteY100240" fmla="*/ 460730 h 2398711"/>
              <a:gd name="connsiteX100241" fmla="*/ 691212 w 2119654"/>
              <a:gd name="connsiteY100241" fmla="*/ 459707 h 2398711"/>
              <a:gd name="connsiteX100242" fmla="*/ 691194 w 2119654"/>
              <a:gd name="connsiteY100242" fmla="*/ 458821 h 2398711"/>
              <a:gd name="connsiteX100243" fmla="*/ 689073 w 2119654"/>
              <a:gd name="connsiteY100243" fmla="*/ 453220 h 2398711"/>
              <a:gd name="connsiteX100244" fmla="*/ 688782 w 2119654"/>
              <a:gd name="connsiteY100244" fmla="*/ 452714 h 2398711"/>
              <a:gd name="connsiteX100245" fmla="*/ 312441 w 2119654"/>
              <a:gd name="connsiteY100245" fmla="*/ 1279990 h 2398711"/>
              <a:gd name="connsiteX100246" fmla="*/ 317428 w 2119654"/>
              <a:gd name="connsiteY100246" fmla="*/ 1287068 h 2398711"/>
              <a:gd name="connsiteX100247" fmla="*/ 317744 w 2119654"/>
              <a:gd name="connsiteY100247" fmla="*/ 1287504 h 2398711"/>
              <a:gd name="connsiteX100248" fmla="*/ 320977 w 2119654"/>
              <a:gd name="connsiteY100248" fmla="*/ 1291636 h 2398711"/>
              <a:gd name="connsiteX100249" fmla="*/ 321371 w 2119654"/>
              <a:gd name="connsiteY100249" fmla="*/ 1291758 h 2398711"/>
              <a:gd name="connsiteX100250" fmla="*/ 316856 w 2119654"/>
              <a:gd name="connsiteY100250" fmla="*/ 1282513 h 2398711"/>
              <a:gd name="connsiteX100251" fmla="*/ 707863 w 2119654"/>
              <a:gd name="connsiteY100251" fmla="*/ 394535 h 2398711"/>
              <a:gd name="connsiteX100252" fmla="*/ 708292 w 2119654"/>
              <a:gd name="connsiteY100252" fmla="*/ 397352 h 2398711"/>
              <a:gd name="connsiteX100253" fmla="*/ 711803 w 2119654"/>
              <a:gd name="connsiteY100253" fmla="*/ 399371 h 2398711"/>
              <a:gd name="connsiteX100254" fmla="*/ 679075 w 2119654"/>
              <a:gd name="connsiteY100254" fmla="*/ 458972 h 2398711"/>
              <a:gd name="connsiteX100255" fmla="*/ 679037 w 2119654"/>
              <a:gd name="connsiteY100255" fmla="*/ 459129 h 2398711"/>
              <a:gd name="connsiteX100256" fmla="*/ 679545 w 2119654"/>
              <a:gd name="connsiteY100256" fmla="*/ 459500 h 2398711"/>
              <a:gd name="connsiteX100257" fmla="*/ 676566 w 2119654"/>
              <a:gd name="connsiteY100257" fmla="*/ 464446 h 2398711"/>
              <a:gd name="connsiteX100258" fmla="*/ 676717 w 2119654"/>
              <a:gd name="connsiteY100258" fmla="*/ 464566 h 2398711"/>
              <a:gd name="connsiteX100259" fmla="*/ 676731 w 2119654"/>
              <a:gd name="connsiteY100259" fmla="*/ 464525 h 2398711"/>
              <a:gd name="connsiteX100260" fmla="*/ 295238 w 2119654"/>
              <a:gd name="connsiteY100260" fmla="*/ 1318155 h 2398711"/>
              <a:gd name="connsiteX100261" fmla="*/ 295683 w 2119654"/>
              <a:gd name="connsiteY100261" fmla="*/ 1319709 h 2398711"/>
              <a:gd name="connsiteX100262" fmla="*/ 299737 w 2119654"/>
              <a:gd name="connsiteY100262" fmla="*/ 1323900 h 2398711"/>
              <a:gd name="connsiteX100263" fmla="*/ 297889 w 2119654"/>
              <a:gd name="connsiteY100263" fmla="*/ 1319879 h 2398711"/>
              <a:gd name="connsiteX100264" fmla="*/ 297164 w 2119654"/>
              <a:gd name="connsiteY100264" fmla="*/ 1318955 h 2398711"/>
              <a:gd name="connsiteX100265" fmla="*/ 622387 w 2119654"/>
              <a:gd name="connsiteY100265" fmla="*/ 585382 h 2398711"/>
              <a:gd name="connsiteX100266" fmla="*/ 622359 w 2119654"/>
              <a:gd name="connsiteY100266" fmla="*/ 585623 h 2398711"/>
              <a:gd name="connsiteX100267" fmla="*/ 623666 w 2119654"/>
              <a:gd name="connsiteY100267" fmla="*/ 587938 h 2398711"/>
              <a:gd name="connsiteX100268" fmla="*/ 623024 w 2119654"/>
              <a:gd name="connsiteY100268" fmla="*/ 585901 h 2398711"/>
              <a:gd name="connsiteX100269" fmla="*/ 651602 w 2119654"/>
              <a:gd name="connsiteY100269" fmla="*/ 519816 h 2398711"/>
              <a:gd name="connsiteX100270" fmla="*/ 651566 w 2119654"/>
              <a:gd name="connsiteY100270" fmla="*/ 520721 h 2398711"/>
              <a:gd name="connsiteX100271" fmla="*/ 651684 w 2119654"/>
              <a:gd name="connsiteY100271" fmla="*/ 520804 h 2398711"/>
              <a:gd name="connsiteX100272" fmla="*/ 229631 w 2119654"/>
              <a:gd name="connsiteY100272" fmla="*/ 1464588 h 2398711"/>
              <a:gd name="connsiteX100273" fmla="*/ 229992 w 2119654"/>
              <a:gd name="connsiteY100273" fmla="*/ 1465040 h 2398711"/>
              <a:gd name="connsiteX100274" fmla="*/ 231558 w 2119654"/>
              <a:gd name="connsiteY100274" fmla="*/ 1466056 h 2398711"/>
              <a:gd name="connsiteX100275" fmla="*/ 229940 w 2119654"/>
              <a:gd name="connsiteY100275" fmla="*/ 1464277 h 2398711"/>
              <a:gd name="connsiteX100276" fmla="*/ 614239 w 2119654"/>
              <a:gd name="connsiteY100276" fmla="*/ 603275 h 2398711"/>
              <a:gd name="connsiteX100277" fmla="*/ 613587 w 2119654"/>
              <a:gd name="connsiteY100277" fmla="*/ 606203 h 2398711"/>
              <a:gd name="connsiteX100278" fmla="*/ 615032 w 2119654"/>
              <a:gd name="connsiteY100278" fmla="*/ 607065 h 2398711"/>
              <a:gd name="connsiteX100279" fmla="*/ 672892 w 2119654"/>
              <a:gd name="connsiteY100279" fmla="*/ 471850 h 2398711"/>
              <a:gd name="connsiteX100280" fmla="*/ 672283 w 2119654"/>
              <a:gd name="connsiteY100280" fmla="*/ 475684 h 2398711"/>
              <a:gd name="connsiteX100281" fmla="*/ 672910 w 2119654"/>
              <a:gd name="connsiteY100281" fmla="*/ 476253 h 2398711"/>
              <a:gd name="connsiteX100282" fmla="*/ 674093 w 2119654"/>
              <a:gd name="connsiteY100282" fmla="*/ 472621 h 2398711"/>
              <a:gd name="connsiteX100283" fmla="*/ 662348 w 2119654"/>
              <a:gd name="connsiteY100283" fmla="*/ 495276 h 2398711"/>
              <a:gd name="connsiteX100284" fmla="*/ 662228 w 2119654"/>
              <a:gd name="connsiteY100284" fmla="*/ 498234 h 2398711"/>
              <a:gd name="connsiteX100285" fmla="*/ 664241 w 2119654"/>
              <a:gd name="connsiteY100285" fmla="*/ 500391 h 2398711"/>
              <a:gd name="connsiteX100286" fmla="*/ 664875 w 2119654"/>
              <a:gd name="connsiteY100286" fmla="*/ 496399 h 2398711"/>
              <a:gd name="connsiteX100287" fmla="*/ 755267 w 2119654"/>
              <a:gd name="connsiteY100287" fmla="*/ 286896 h 2398711"/>
              <a:gd name="connsiteX100288" fmla="*/ 755715 w 2119654"/>
              <a:gd name="connsiteY100288" fmla="*/ 287379 h 2398711"/>
              <a:gd name="connsiteX100289" fmla="*/ 755716 w 2119654"/>
              <a:gd name="connsiteY100289" fmla="*/ 287359 h 2398711"/>
              <a:gd name="connsiteX100290" fmla="*/ 612571 w 2119654"/>
              <a:gd name="connsiteY100290" fmla="*/ 606315 h 2398711"/>
              <a:gd name="connsiteX100291" fmla="*/ 612473 w 2119654"/>
              <a:gd name="connsiteY100291" fmla="*/ 607283 h 2398711"/>
              <a:gd name="connsiteX100292" fmla="*/ 612477 w 2119654"/>
              <a:gd name="connsiteY100292" fmla="*/ 607327 h 2398711"/>
              <a:gd name="connsiteX100293" fmla="*/ 612559 w 2119654"/>
              <a:gd name="connsiteY100293" fmla="*/ 607290 h 2398711"/>
              <a:gd name="connsiteX100294" fmla="*/ 612487 w 2119654"/>
              <a:gd name="connsiteY100294" fmla="*/ 607426 h 2398711"/>
              <a:gd name="connsiteX100295" fmla="*/ 612529 w 2119654"/>
              <a:gd name="connsiteY100295" fmla="*/ 607874 h 2398711"/>
              <a:gd name="connsiteX100296" fmla="*/ 612781 w 2119654"/>
              <a:gd name="connsiteY100296" fmla="*/ 606741 h 2398711"/>
              <a:gd name="connsiteX100297" fmla="*/ 612770 w 2119654"/>
              <a:gd name="connsiteY100297" fmla="*/ 606434 h 2398711"/>
              <a:gd name="connsiteX100298" fmla="*/ 680347 w 2119654"/>
              <a:gd name="connsiteY100298" fmla="*/ 454462 h 2398711"/>
              <a:gd name="connsiteX100299" fmla="*/ 679665 w 2119654"/>
              <a:gd name="connsiteY100299" fmla="*/ 456553 h 2398711"/>
              <a:gd name="connsiteX100300" fmla="*/ 679495 w 2119654"/>
              <a:gd name="connsiteY100300" fmla="*/ 457251 h 2398711"/>
              <a:gd name="connsiteX100301" fmla="*/ 682047 w 2119654"/>
              <a:gd name="connsiteY100301" fmla="*/ 459121 h 2398711"/>
              <a:gd name="connsiteX100302" fmla="*/ 682493 w 2119654"/>
              <a:gd name="connsiteY100302" fmla="*/ 455841 h 2398711"/>
              <a:gd name="connsiteX100303" fmla="*/ 587148 w 2119654"/>
              <a:gd name="connsiteY100303" fmla="*/ 663061 h 2398711"/>
              <a:gd name="connsiteX100304" fmla="*/ 587191 w 2119654"/>
              <a:gd name="connsiteY100304" fmla="*/ 663321 h 2398711"/>
              <a:gd name="connsiteX100305" fmla="*/ 587644 w 2119654"/>
              <a:gd name="connsiteY100305" fmla="*/ 665217 h 2398711"/>
              <a:gd name="connsiteX100306" fmla="*/ 587621 w 2119654"/>
              <a:gd name="connsiteY100306" fmla="*/ 664098 h 2398711"/>
              <a:gd name="connsiteX100307" fmla="*/ 587639 w 2119654"/>
              <a:gd name="connsiteY100307" fmla="*/ 663552 h 2398711"/>
              <a:gd name="connsiteX100308" fmla="*/ 622607 w 2119654"/>
              <a:gd name="connsiteY100308" fmla="*/ 583484 h 2398711"/>
              <a:gd name="connsiteX100309" fmla="*/ 622600 w 2119654"/>
              <a:gd name="connsiteY100309" fmla="*/ 583542 h 2398711"/>
              <a:gd name="connsiteX100310" fmla="*/ 622878 w 2119654"/>
              <a:gd name="connsiteY100310" fmla="*/ 584424 h 2398711"/>
              <a:gd name="connsiteX100311" fmla="*/ 623886 w 2119654"/>
              <a:gd name="connsiteY100311" fmla="*/ 585246 h 2398711"/>
              <a:gd name="connsiteX100312" fmla="*/ 623834 w 2119654"/>
              <a:gd name="connsiteY100312" fmla="*/ 584903 h 2398711"/>
              <a:gd name="connsiteX100313" fmla="*/ 623361 w 2119654"/>
              <a:gd name="connsiteY100313" fmla="*/ 584151 h 2398711"/>
              <a:gd name="connsiteX100314" fmla="*/ 259131 w 2119654"/>
              <a:gd name="connsiteY100314" fmla="*/ 1397276 h 2398711"/>
              <a:gd name="connsiteX100315" fmla="*/ 275288 w 2119654"/>
              <a:gd name="connsiteY100315" fmla="*/ 1409234 h 2398711"/>
              <a:gd name="connsiteX100316" fmla="*/ 271210 w 2119654"/>
              <a:gd name="connsiteY100316" fmla="*/ 1403269 h 2398711"/>
              <a:gd name="connsiteX100317" fmla="*/ 268628 w 2119654"/>
              <a:gd name="connsiteY100317" fmla="*/ 1401464 h 2398711"/>
              <a:gd name="connsiteX100318" fmla="*/ 328847 w 2119654"/>
              <a:gd name="connsiteY100318" fmla="*/ 1241151 h 2398711"/>
              <a:gd name="connsiteX100319" fmla="*/ 329078 w 2119654"/>
              <a:gd name="connsiteY100319" fmla="*/ 1241616 h 2398711"/>
              <a:gd name="connsiteX100320" fmla="*/ 329091 w 2119654"/>
              <a:gd name="connsiteY100320" fmla="*/ 1241396 h 2398711"/>
              <a:gd name="connsiteX100321" fmla="*/ 614800 w 2119654"/>
              <a:gd name="connsiteY100321" fmla="*/ 600754 h 2398711"/>
              <a:gd name="connsiteX100322" fmla="*/ 614531 w 2119654"/>
              <a:gd name="connsiteY100322" fmla="*/ 601960 h 2398711"/>
              <a:gd name="connsiteX100323" fmla="*/ 615241 w 2119654"/>
              <a:gd name="connsiteY100323" fmla="*/ 605346 h 2398711"/>
              <a:gd name="connsiteX100324" fmla="*/ 615396 w 2119654"/>
              <a:gd name="connsiteY100324" fmla="*/ 603468 h 2398711"/>
              <a:gd name="connsiteX100325" fmla="*/ 615100 w 2119654"/>
              <a:gd name="connsiteY100325" fmla="*/ 600884 h 2398711"/>
              <a:gd name="connsiteX100326" fmla="*/ 684327 w 2119654"/>
              <a:gd name="connsiteY100326" fmla="*/ 445000 h 2398711"/>
              <a:gd name="connsiteX100327" fmla="*/ 684021 w 2119654"/>
              <a:gd name="connsiteY100327" fmla="*/ 447251 h 2398711"/>
              <a:gd name="connsiteX100328" fmla="*/ 685674 w 2119654"/>
              <a:gd name="connsiteY100328" fmla="*/ 448631 h 2398711"/>
              <a:gd name="connsiteX100329" fmla="*/ 687241 w 2119654"/>
              <a:gd name="connsiteY100329" fmla="*/ 450046 h 2398711"/>
              <a:gd name="connsiteX100330" fmla="*/ 677888 w 2119654"/>
              <a:gd name="connsiteY100330" fmla="*/ 459317 h 2398711"/>
              <a:gd name="connsiteX100331" fmla="*/ 677904 w 2119654"/>
              <a:gd name="connsiteY100331" fmla="*/ 459644 h 2398711"/>
              <a:gd name="connsiteX100332" fmla="*/ 678017 w 2119654"/>
              <a:gd name="connsiteY100332" fmla="*/ 460571 h 2398711"/>
              <a:gd name="connsiteX100333" fmla="*/ 678322 w 2119654"/>
              <a:gd name="connsiteY100333" fmla="*/ 459633 h 2398711"/>
              <a:gd name="connsiteX100334" fmla="*/ 587720 w 2119654"/>
              <a:gd name="connsiteY100334" fmla="*/ 661181 h 2398711"/>
              <a:gd name="connsiteX100335" fmla="*/ 587331 w 2119654"/>
              <a:gd name="connsiteY100335" fmla="*/ 662371 h 2398711"/>
              <a:gd name="connsiteX100336" fmla="*/ 587668 w 2119654"/>
              <a:gd name="connsiteY100336" fmla="*/ 662709 h 2398711"/>
              <a:gd name="connsiteX100337" fmla="*/ 212230 w 2119654"/>
              <a:gd name="connsiteY100337" fmla="*/ 1501890 h 2398711"/>
              <a:gd name="connsiteX100338" fmla="*/ 215487 w 2119654"/>
              <a:gd name="connsiteY100338" fmla="*/ 1505967 h 2398711"/>
              <a:gd name="connsiteX100339" fmla="*/ 217056 w 2119654"/>
              <a:gd name="connsiteY100339" fmla="*/ 1506142 h 2398711"/>
              <a:gd name="connsiteX100340" fmla="*/ 218332 w 2119654"/>
              <a:gd name="connsiteY100340" fmla="*/ 1506265 h 2398711"/>
              <a:gd name="connsiteX100341" fmla="*/ 612716 w 2119654"/>
              <a:gd name="connsiteY100341" fmla="*/ 604903 h 2398711"/>
              <a:gd name="connsiteX100342" fmla="*/ 612641 w 2119654"/>
              <a:gd name="connsiteY100342" fmla="*/ 605639 h 2398711"/>
              <a:gd name="connsiteX100343" fmla="*/ 612744 w 2119654"/>
              <a:gd name="connsiteY100343" fmla="*/ 605700 h 2398711"/>
              <a:gd name="connsiteX100344" fmla="*/ 662419 w 2119654"/>
              <a:gd name="connsiteY100344" fmla="*/ 493533 h 2398711"/>
              <a:gd name="connsiteX100345" fmla="*/ 662398 w 2119654"/>
              <a:gd name="connsiteY100345" fmla="*/ 494044 h 2398711"/>
              <a:gd name="connsiteX100346" fmla="*/ 663351 w 2119654"/>
              <a:gd name="connsiteY100346" fmla="*/ 494467 h 2398711"/>
              <a:gd name="connsiteX100347" fmla="*/ 229053 w 2119654"/>
              <a:gd name="connsiteY100347" fmla="*/ 1463865 h 2398711"/>
              <a:gd name="connsiteX100348" fmla="*/ 229473 w 2119654"/>
              <a:gd name="connsiteY100348" fmla="*/ 1464390 h 2398711"/>
              <a:gd name="connsiteX100349" fmla="*/ 229745 w 2119654"/>
              <a:gd name="connsiteY100349" fmla="*/ 1464110 h 2398711"/>
              <a:gd name="connsiteX100350" fmla="*/ 290467 w 2119654"/>
              <a:gd name="connsiteY100350" fmla="*/ 1326220 h 2398711"/>
              <a:gd name="connsiteX100351" fmla="*/ 291107 w 2119654"/>
              <a:gd name="connsiteY100351" fmla="*/ 1327557 h 2398711"/>
              <a:gd name="connsiteX100352" fmla="*/ 292350 w 2119654"/>
              <a:gd name="connsiteY100352" fmla="*/ 1328180 h 2398711"/>
              <a:gd name="connsiteX100353" fmla="*/ 291871 w 2119654"/>
              <a:gd name="connsiteY100353" fmla="*/ 1327318 h 2398711"/>
              <a:gd name="connsiteX100354" fmla="*/ 659379 w 2119654"/>
              <a:gd name="connsiteY100354" fmla="*/ 500137 h 2398711"/>
              <a:gd name="connsiteX100355" fmla="*/ 660307 w 2119654"/>
              <a:gd name="connsiteY100355" fmla="*/ 504028 h 2398711"/>
              <a:gd name="connsiteX100356" fmla="*/ 661607 w 2119654"/>
              <a:gd name="connsiteY100356" fmla="*/ 504666 h 2398711"/>
              <a:gd name="connsiteX100357" fmla="*/ 661607 w 2119654"/>
              <a:gd name="connsiteY100357" fmla="*/ 504660 h 2398711"/>
              <a:gd name="connsiteX100358" fmla="*/ 661782 w 2119654"/>
              <a:gd name="connsiteY100358" fmla="*/ 501429 h 2398711"/>
              <a:gd name="connsiteX100359" fmla="*/ 746619 w 2119654"/>
              <a:gd name="connsiteY100359" fmla="*/ 304745 h 2398711"/>
              <a:gd name="connsiteX100360" fmla="*/ 740905 w 2119654"/>
              <a:gd name="connsiteY100360" fmla="*/ 334276 h 2398711"/>
              <a:gd name="connsiteX100361" fmla="*/ 743877 w 2119654"/>
              <a:gd name="connsiteY100361" fmla="*/ 337613 h 2398711"/>
              <a:gd name="connsiteX100362" fmla="*/ 752699 w 2119654"/>
              <a:gd name="connsiteY100362" fmla="*/ 313487 h 2398711"/>
              <a:gd name="connsiteX100363" fmla="*/ 750419 w 2119654"/>
              <a:gd name="connsiteY100363" fmla="*/ 310150 h 2398711"/>
              <a:gd name="connsiteX100364" fmla="*/ 699941 w 2119654"/>
              <a:gd name="connsiteY100364" fmla="*/ 409219 h 2398711"/>
              <a:gd name="connsiteX100365" fmla="*/ 706292 w 2119654"/>
              <a:gd name="connsiteY100365" fmla="*/ 417683 h 2398711"/>
              <a:gd name="connsiteX100366" fmla="*/ 706659 w 2119654"/>
              <a:gd name="connsiteY100366" fmla="*/ 416612 h 2398711"/>
              <a:gd name="connsiteX100367" fmla="*/ 701473 w 2119654"/>
              <a:gd name="connsiteY100367" fmla="*/ 410215 h 2398711"/>
              <a:gd name="connsiteX100368" fmla="*/ 600340 w 2119654"/>
              <a:gd name="connsiteY100368" fmla="*/ 632037 h 2398711"/>
              <a:gd name="connsiteX100369" fmla="*/ 600454 w 2119654"/>
              <a:gd name="connsiteY100369" fmla="*/ 633351 h 2398711"/>
              <a:gd name="connsiteX100370" fmla="*/ 601932 w 2119654"/>
              <a:gd name="connsiteY100370" fmla="*/ 633730 h 2398711"/>
              <a:gd name="connsiteX100371" fmla="*/ 602187 w 2119654"/>
              <a:gd name="connsiteY100371" fmla="*/ 632823 h 2398711"/>
              <a:gd name="connsiteX100372" fmla="*/ 189010 w 2119654"/>
              <a:gd name="connsiteY100372" fmla="*/ 1552830 h 2398711"/>
              <a:gd name="connsiteX100373" fmla="*/ 210383 w 2119654"/>
              <a:gd name="connsiteY100373" fmla="*/ 1572457 h 2398711"/>
              <a:gd name="connsiteX100374" fmla="*/ 214778 w 2119654"/>
              <a:gd name="connsiteY100374" fmla="*/ 1573999 h 2398711"/>
              <a:gd name="connsiteX100375" fmla="*/ 218221 w 2119654"/>
              <a:gd name="connsiteY100375" fmla="*/ 1575020 h 2398711"/>
              <a:gd name="connsiteX100376" fmla="*/ 203977 w 2119654"/>
              <a:gd name="connsiteY100376" fmla="*/ 1557538 h 2398711"/>
              <a:gd name="connsiteX100377" fmla="*/ 673541 w 2119654"/>
              <a:gd name="connsiteY100377" fmla="*/ 467766 h 2398711"/>
              <a:gd name="connsiteX100378" fmla="*/ 673010 w 2119654"/>
              <a:gd name="connsiteY100378" fmla="*/ 471110 h 2398711"/>
              <a:gd name="connsiteX100379" fmla="*/ 674313 w 2119654"/>
              <a:gd name="connsiteY100379" fmla="*/ 471947 h 2398711"/>
              <a:gd name="connsiteX100380" fmla="*/ 674347 w 2119654"/>
              <a:gd name="connsiteY100380" fmla="*/ 471844 h 2398711"/>
              <a:gd name="connsiteX100381" fmla="*/ 604173 w 2119654"/>
              <a:gd name="connsiteY100381" fmla="*/ 623085 h 2398711"/>
              <a:gd name="connsiteX100382" fmla="*/ 604528 w 2119654"/>
              <a:gd name="connsiteY100382" fmla="*/ 623287 h 2398711"/>
              <a:gd name="connsiteX100383" fmla="*/ 604350 w 2119654"/>
              <a:gd name="connsiteY100383" fmla="*/ 622782 h 2398711"/>
              <a:gd name="connsiteX100384" fmla="*/ 604339 w 2119654"/>
              <a:gd name="connsiteY100384" fmla="*/ 622772 h 2398711"/>
              <a:gd name="connsiteX100385" fmla="*/ 682705 w 2119654"/>
              <a:gd name="connsiteY100385" fmla="*/ 447221 h 2398711"/>
              <a:gd name="connsiteX100386" fmla="*/ 680445 w 2119654"/>
              <a:gd name="connsiteY100386" fmla="*/ 454158 h 2398711"/>
              <a:gd name="connsiteX100387" fmla="*/ 682543 w 2119654"/>
              <a:gd name="connsiteY100387" fmla="*/ 455466 h 2398711"/>
              <a:gd name="connsiteX100388" fmla="*/ 683558 w 2119654"/>
              <a:gd name="connsiteY100388" fmla="*/ 447993 h 2398711"/>
              <a:gd name="connsiteX100389" fmla="*/ 276740 w 2119654"/>
              <a:gd name="connsiteY100389" fmla="*/ 1355868 h 2398711"/>
              <a:gd name="connsiteX100390" fmla="*/ 278863 w 2119654"/>
              <a:gd name="connsiteY100390" fmla="*/ 1359347 h 2398711"/>
              <a:gd name="connsiteX100391" fmla="*/ 277130 w 2119654"/>
              <a:gd name="connsiteY100391" fmla="*/ 1355670 h 2398711"/>
              <a:gd name="connsiteX100392" fmla="*/ 602763 w 2119654"/>
              <a:gd name="connsiteY100392" fmla="*/ 625742 h 2398711"/>
              <a:gd name="connsiteX100393" fmla="*/ 603814 w 2119654"/>
              <a:gd name="connsiteY100393" fmla="*/ 627010 h 2398711"/>
              <a:gd name="connsiteX100394" fmla="*/ 604307 w 2119654"/>
              <a:gd name="connsiteY100394" fmla="*/ 625251 h 2398711"/>
              <a:gd name="connsiteX100395" fmla="*/ 603347 w 2119654"/>
              <a:gd name="connsiteY100395" fmla="*/ 624643 h 2398711"/>
              <a:gd name="connsiteX100396" fmla="*/ 677800 w 2119654"/>
              <a:gd name="connsiteY100396" fmla="*/ 457542 h 2398711"/>
              <a:gd name="connsiteX100397" fmla="*/ 677836 w 2119654"/>
              <a:gd name="connsiteY100397" fmla="*/ 458255 h 2398711"/>
              <a:gd name="connsiteX100398" fmla="*/ 678592 w 2119654"/>
              <a:gd name="connsiteY100398" fmla="*/ 458805 h 2398711"/>
              <a:gd name="connsiteX100399" fmla="*/ 678681 w 2119654"/>
              <a:gd name="connsiteY100399" fmla="*/ 458530 h 2398711"/>
              <a:gd name="connsiteX100400" fmla="*/ 226670 w 2119654"/>
              <a:gd name="connsiteY100400" fmla="*/ 1467642 h 2398711"/>
              <a:gd name="connsiteX100401" fmla="*/ 234049 w 2119654"/>
              <a:gd name="connsiteY100401" fmla="*/ 1472979 h 2398711"/>
              <a:gd name="connsiteX100402" fmla="*/ 236918 w 2119654"/>
              <a:gd name="connsiteY100402" fmla="*/ 1474782 h 2398711"/>
              <a:gd name="connsiteX100403" fmla="*/ 230621 w 2119654"/>
              <a:gd name="connsiteY100403" fmla="*/ 1466900 h 2398711"/>
              <a:gd name="connsiteX100404" fmla="*/ 228636 w 2119654"/>
              <a:gd name="connsiteY100404" fmla="*/ 1465608 h 2398711"/>
              <a:gd name="connsiteX100405" fmla="*/ 683752 w 2119654"/>
              <a:gd name="connsiteY100405" fmla="*/ 444005 h 2398711"/>
              <a:gd name="connsiteX100406" fmla="*/ 682978 w 2119654"/>
              <a:gd name="connsiteY100406" fmla="*/ 446382 h 2398711"/>
              <a:gd name="connsiteX100407" fmla="*/ 683696 w 2119654"/>
              <a:gd name="connsiteY100407" fmla="*/ 446980 h 2398711"/>
              <a:gd name="connsiteX100408" fmla="*/ 684034 w 2119654"/>
              <a:gd name="connsiteY100408" fmla="*/ 444494 h 2398711"/>
              <a:gd name="connsiteX100409" fmla="*/ 600250 w 2119654"/>
              <a:gd name="connsiteY100409" fmla="*/ 630978 h 2398711"/>
              <a:gd name="connsiteX100410" fmla="*/ 600287 w 2119654"/>
              <a:gd name="connsiteY100410" fmla="*/ 631409 h 2398711"/>
              <a:gd name="connsiteX100411" fmla="*/ 601964 w 2119654"/>
              <a:gd name="connsiteY100411" fmla="*/ 632123 h 2398711"/>
              <a:gd name="connsiteX100412" fmla="*/ 601639 w 2119654"/>
              <a:gd name="connsiteY100412" fmla="*/ 631569 h 2398711"/>
              <a:gd name="connsiteX100413" fmla="*/ 294494 w 2119654"/>
              <a:gd name="connsiteY100413" fmla="*/ 1315556 h 2398711"/>
              <a:gd name="connsiteX100414" fmla="*/ 295107 w 2119654"/>
              <a:gd name="connsiteY100414" fmla="*/ 1317696 h 2398711"/>
              <a:gd name="connsiteX100415" fmla="*/ 296612 w 2119654"/>
              <a:gd name="connsiteY100415" fmla="*/ 1318252 h 2398711"/>
              <a:gd name="connsiteX100416" fmla="*/ 621668 w 2119654"/>
              <a:gd name="connsiteY100416" fmla="*/ 582872 h 2398711"/>
              <a:gd name="connsiteX100417" fmla="*/ 621587 w 2119654"/>
              <a:gd name="connsiteY100417" fmla="*/ 583372 h 2398711"/>
              <a:gd name="connsiteX100418" fmla="*/ 621682 w 2119654"/>
              <a:gd name="connsiteY100418" fmla="*/ 583450 h 2398711"/>
              <a:gd name="connsiteX100419" fmla="*/ 621767 w 2119654"/>
              <a:gd name="connsiteY100419" fmla="*/ 582903 h 2398711"/>
              <a:gd name="connsiteX100420" fmla="*/ 600384 w 2119654"/>
              <a:gd name="connsiteY100420" fmla="*/ 630224 h 2398711"/>
              <a:gd name="connsiteX100421" fmla="*/ 601005 w 2119654"/>
              <a:gd name="connsiteY100421" fmla="*/ 630489 h 2398711"/>
              <a:gd name="connsiteX100422" fmla="*/ 600605 w 2119654"/>
              <a:gd name="connsiteY100422" fmla="*/ 629807 h 2398711"/>
              <a:gd name="connsiteX100423" fmla="*/ 305513 w 2119654"/>
              <a:gd name="connsiteY100423" fmla="*/ 1290476 h 2398711"/>
              <a:gd name="connsiteX100424" fmla="*/ 307501 w 2119654"/>
              <a:gd name="connsiteY100424" fmla="*/ 1293233 h 2398711"/>
              <a:gd name="connsiteX100425" fmla="*/ 307445 w 2119654"/>
              <a:gd name="connsiteY100425" fmla="*/ 1293042 h 2398711"/>
              <a:gd name="connsiteX100426" fmla="*/ 307136 w 2119654"/>
              <a:gd name="connsiteY100426" fmla="*/ 1292506 h 2398711"/>
              <a:gd name="connsiteX100427" fmla="*/ 293469 w 2119654"/>
              <a:gd name="connsiteY100427" fmla="*/ 1317420 h 2398711"/>
              <a:gd name="connsiteX100428" fmla="*/ 294347 w 2119654"/>
              <a:gd name="connsiteY100428" fmla="*/ 1318328 h 2398711"/>
              <a:gd name="connsiteX100429" fmla="*/ 294200 w 2119654"/>
              <a:gd name="connsiteY100429" fmla="*/ 1317724 h 2398711"/>
              <a:gd name="connsiteX100430" fmla="*/ 616093 w 2119654"/>
              <a:gd name="connsiteY100430" fmla="*/ 594948 h 2398711"/>
              <a:gd name="connsiteX100431" fmla="*/ 615397 w 2119654"/>
              <a:gd name="connsiteY100431" fmla="*/ 598074 h 2398711"/>
              <a:gd name="connsiteX100432" fmla="*/ 615577 w 2119654"/>
              <a:gd name="connsiteY100432" fmla="*/ 599643 h 2398711"/>
              <a:gd name="connsiteX100433" fmla="*/ 615705 w 2119654"/>
              <a:gd name="connsiteY100433" fmla="*/ 599682 h 2398711"/>
              <a:gd name="connsiteX100434" fmla="*/ 682148 w 2119654"/>
              <a:gd name="connsiteY100434" fmla="*/ 446717 h 2398711"/>
              <a:gd name="connsiteX100435" fmla="*/ 680681 w 2119654"/>
              <a:gd name="connsiteY100435" fmla="*/ 452392 h 2398711"/>
              <a:gd name="connsiteX100436" fmla="*/ 682443 w 2119654"/>
              <a:gd name="connsiteY100436" fmla="*/ 446985 h 2398711"/>
              <a:gd name="connsiteX100437" fmla="*/ 284840 w 2119654"/>
              <a:gd name="connsiteY100437" fmla="*/ 1336202 h 2398711"/>
              <a:gd name="connsiteX100438" fmla="*/ 285417 w 2119654"/>
              <a:gd name="connsiteY100438" fmla="*/ 1338204 h 2398711"/>
              <a:gd name="connsiteX100439" fmla="*/ 285756 w 2119654"/>
              <a:gd name="connsiteY100439" fmla="*/ 1339155 h 2398711"/>
              <a:gd name="connsiteX100440" fmla="*/ 290032 w 2119654"/>
              <a:gd name="connsiteY100440" fmla="*/ 1341308 h 2398711"/>
              <a:gd name="connsiteX100441" fmla="*/ 643855 w 2119654"/>
              <a:gd name="connsiteY100441" fmla="*/ 532120 h 2398711"/>
              <a:gd name="connsiteX100442" fmla="*/ 645593 w 2119654"/>
              <a:gd name="connsiteY100442" fmla="*/ 541641 h 2398711"/>
              <a:gd name="connsiteX100443" fmla="*/ 645937 w 2119654"/>
              <a:gd name="connsiteY100443" fmla="*/ 543392 h 2398711"/>
              <a:gd name="connsiteX100444" fmla="*/ 647230 w 2119654"/>
              <a:gd name="connsiteY100444" fmla="*/ 544648 h 2398711"/>
              <a:gd name="connsiteX100445" fmla="*/ 650339 w 2119654"/>
              <a:gd name="connsiteY100445" fmla="*/ 537096 h 2398711"/>
              <a:gd name="connsiteX100446" fmla="*/ 650339 w 2119654"/>
              <a:gd name="connsiteY100446" fmla="*/ 537084 h 2398711"/>
              <a:gd name="connsiteX100447" fmla="*/ 632606 w 2119654"/>
              <a:gd name="connsiteY100447" fmla="*/ 557283 h 2398711"/>
              <a:gd name="connsiteX100448" fmla="*/ 633171 w 2119654"/>
              <a:gd name="connsiteY100448" fmla="*/ 560749 h 2398711"/>
              <a:gd name="connsiteX100449" fmla="*/ 633360 w 2119654"/>
              <a:gd name="connsiteY100449" fmla="*/ 558974 h 2398711"/>
              <a:gd name="connsiteX100450" fmla="*/ 633097 w 2119654"/>
              <a:gd name="connsiteY100450" fmla="*/ 557718 h 2398711"/>
              <a:gd name="connsiteX100451" fmla="*/ 674257 w 2119654"/>
              <a:gd name="connsiteY100451" fmla="*/ 463914 h 2398711"/>
              <a:gd name="connsiteX100452" fmla="*/ 674021 w 2119654"/>
              <a:gd name="connsiteY100452" fmla="*/ 464745 h 2398711"/>
              <a:gd name="connsiteX100453" fmla="*/ 673713 w 2119654"/>
              <a:gd name="connsiteY100453" fmla="*/ 466679 h 2398711"/>
              <a:gd name="connsiteX100454" fmla="*/ 674616 w 2119654"/>
              <a:gd name="connsiteY100454" fmla="*/ 471018 h 2398711"/>
              <a:gd name="connsiteX100455" fmla="*/ 676204 w 2119654"/>
              <a:gd name="connsiteY100455" fmla="*/ 466143 h 2398711"/>
              <a:gd name="connsiteX100456" fmla="*/ 675137 w 2119654"/>
              <a:gd name="connsiteY100456" fmla="*/ 464619 h 2398711"/>
              <a:gd name="connsiteX100457" fmla="*/ 587281 w 2119654"/>
              <a:gd name="connsiteY100457" fmla="*/ 658633 h 2398711"/>
              <a:gd name="connsiteX100458" fmla="*/ 587102 w 2119654"/>
              <a:gd name="connsiteY100458" fmla="*/ 662139 h 2398711"/>
              <a:gd name="connsiteX100459" fmla="*/ 587226 w 2119654"/>
              <a:gd name="connsiteY100459" fmla="*/ 662265 h 2398711"/>
              <a:gd name="connsiteX100460" fmla="*/ 587733 w 2119654"/>
              <a:gd name="connsiteY100460" fmla="*/ 660772 h 2398711"/>
              <a:gd name="connsiteX100461" fmla="*/ 587796 w 2119654"/>
              <a:gd name="connsiteY100461" fmla="*/ 658934 h 2398711"/>
              <a:gd name="connsiteX100462" fmla="*/ 667562 w 2119654"/>
              <a:gd name="connsiteY100462" fmla="*/ 478575 h 2398711"/>
              <a:gd name="connsiteX100463" fmla="*/ 667014 w 2119654"/>
              <a:gd name="connsiteY100463" fmla="*/ 482928 h 2398711"/>
              <a:gd name="connsiteX100464" fmla="*/ 667578 w 2119654"/>
              <a:gd name="connsiteY100464" fmla="*/ 479375 h 2398711"/>
              <a:gd name="connsiteX100465" fmla="*/ 667765 w 2119654"/>
              <a:gd name="connsiteY100465" fmla="*/ 478719 h 2398711"/>
              <a:gd name="connsiteX100466" fmla="*/ 656782 w 2119654"/>
              <a:gd name="connsiteY100466" fmla="*/ 502631 h 2398711"/>
              <a:gd name="connsiteX100467" fmla="*/ 658548 w 2119654"/>
              <a:gd name="connsiteY100467" fmla="*/ 505294 h 2398711"/>
              <a:gd name="connsiteX100468" fmla="*/ 658063 w 2119654"/>
              <a:gd name="connsiteY100468" fmla="*/ 503259 h 2398711"/>
              <a:gd name="connsiteX100469" fmla="*/ 329220 w 2119654"/>
              <a:gd name="connsiteY100469" fmla="*/ 1235970 h 2398711"/>
              <a:gd name="connsiteX100470" fmla="*/ 329375 w 2119654"/>
              <a:gd name="connsiteY100470" fmla="*/ 1236489 h 2398711"/>
              <a:gd name="connsiteX100471" fmla="*/ 329384 w 2119654"/>
              <a:gd name="connsiteY100471" fmla="*/ 1236331 h 2398711"/>
              <a:gd name="connsiteX100472" fmla="*/ 613209 w 2119654"/>
              <a:gd name="connsiteY100472" fmla="*/ 600059 h 2398711"/>
              <a:gd name="connsiteX100473" fmla="*/ 612991 w 2119654"/>
              <a:gd name="connsiteY100473" fmla="*/ 602197 h 2398711"/>
              <a:gd name="connsiteX100474" fmla="*/ 613136 w 2119654"/>
              <a:gd name="connsiteY100474" fmla="*/ 605148 h 2398711"/>
              <a:gd name="connsiteX100475" fmla="*/ 613906 w 2119654"/>
              <a:gd name="connsiteY100475" fmla="*/ 601688 h 2398711"/>
              <a:gd name="connsiteX100476" fmla="*/ 613600 w 2119654"/>
              <a:gd name="connsiteY100476" fmla="*/ 600230 h 2398711"/>
              <a:gd name="connsiteX100477" fmla="*/ 202531 w 2119654"/>
              <a:gd name="connsiteY100477" fmla="*/ 1519629 h 2398711"/>
              <a:gd name="connsiteX100478" fmla="*/ 213469 w 2119654"/>
              <a:gd name="connsiteY100478" fmla="*/ 1538637 h 2398711"/>
              <a:gd name="connsiteX100479" fmla="*/ 237005 w 2119654"/>
              <a:gd name="connsiteY100479" fmla="*/ 1547903 h 2398711"/>
              <a:gd name="connsiteX100480" fmla="*/ 216668 w 2119654"/>
              <a:gd name="connsiteY100480" fmla="*/ 1531411 h 2398711"/>
              <a:gd name="connsiteX100481" fmla="*/ 707105 w 2119654"/>
              <a:gd name="connsiteY100481" fmla="*/ 389565 h 2398711"/>
              <a:gd name="connsiteX100482" fmla="*/ 707720 w 2119654"/>
              <a:gd name="connsiteY100482" fmla="*/ 393597 h 2398711"/>
              <a:gd name="connsiteX100483" fmla="*/ 712527 w 2119654"/>
              <a:gd name="connsiteY100483" fmla="*/ 399496 h 2398711"/>
              <a:gd name="connsiteX100484" fmla="*/ 714619 w 2119654"/>
              <a:gd name="connsiteY100484" fmla="*/ 393393 h 2398711"/>
              <a:gd name="connsiteX100485" fmla="*/ 713224 w 2119654"/>
              <a:gd name="connsiteY100485" fmla="*/ 392009 h 2398711"/>
              <a:gd name="connsiteX100486" fmla="*/ 683127 w 2119654"/>
              <a:gd name="connsiteY100486" fmla="*/ 442923 h 2398711"/>
              <a:gd name="connsiteX100487" fmla="*/ 682366 w 2119654"/>
              <a:gd name="connsiteY100487" fmla="*/ 445871 h 2398711"/>
              <a:gd name="connsiteX100488" fmla="*/ 682711 w 2119654"/>
              <a:gd name="connsiteY100488" fmla="*/ 446160 h 2398711"/>
              <a:gd name="connsiteX100489" fmla="*/ 683536 w 2119654"/>
              <a:gd name="connsiteY100489" fmla="*/ 443631 h 2398711"/>
              <a:gd name="connsiteX100490" fmla="*/ 600070 w 2119654"/>
              <a:gd name="connsiteY100490" fmla="*/ 628896 h 2398711"/>
              <a:gd name="connsiteX100491" fmla="*/ 600169 w 2119654"/>
              <a:gd name="connsiteY100491" fmla="*/ 630037 h 2398711"/>
              <a:gd name="connsiteX100492" fmla="*/ 600440 w 2119654"/>
              <a:gd name="connsiteY100492" fmla="*/ 629526 h 2398711"/>
              <a:gd name="connsiteX100493" fmla="*/ 275960 w 2119654"/>
              <a:gd name="connsiteY100493" fmla="*/ 1354591 h 2398711"/>
              <a:gd name="connsiteX100494" fmla="*/ 276530 w 2119654"/>
              <a:gd name="connsiteY100494" fmla="*/ 1355525 h 2398711"/>
              <a:gd name="connsiteX100495" fmla="*/ 276959 w 2119654"/>
              <a:gd name="connsiteY100495" fmla="*/ 1355307 h 2398711"/>
              <a:gd name="connsiteX100496" fmla="*/ 276822 w 2119654"/>
              <a:gd name="connsiteY100496" fmla="*/ 1355015 h 2398711"/>
              <a:gd name="connsiteX100497" fmla="*/ 282463 w 2119654"/>
              <a:gd name="connsiteY100497" fmla="*/ 1340026 h 2398711"/>
              <a:gd name="connsiteX100498" fmla="*/ 284892 w 2119654"/>
              <a:gd name="connsiteY100498" fmla="*/ 1344236 h 2398711"/>
              <a:gd name="connsiteX100499" fmla="*/ 284159 w 2119654"/>
              <a:gd name="connsiteY100499" fmla="*/ 1341694 h 2398711"/>
              <a:gd name="connsiteX100500" fmla="*/ 686880 w 2119654"/>
              <a:gd name="connsiteY100500" fmla="*/ 434400 h 2398711"/>
              <a:gd name="connsiteX100501" fmla="*/ 685851 w 2119654"/>
              <a:gd name="connsiteY100501" fmla="*/ 437561 h 2398711"/>
              <a:gd name="connsiteX100502" fmla="*/ 690540 w 2119654"/>
              <a:gd name="connsiteY100502" fmla="*/ 441801 h 2398711"/>
              <a:gd name="connsiteX100503" fmla="*/ 690857 w 2119654"/>
              <a:gd name="connsiteY100503" fmla="*/ 441926 h 2398711"/>
              <a:gd name="connsiteX100504" fmla="*/ 690752 w 2119654"/>
              <a:gd name="connsiteY100504" fmla="*/ 436710 h 2398711"/>
              <a:gd name="connsiteX100505" fmla="*/ 613325 w 2119654"/>
              <a:gd name="connsiteY100505" fmla="*/ 598919 h 2398711"/>
              <a:gd name="connsiteX100506" fmla="*/ 613323 w 2119654"/>
              <a:gd name="connsiteY100506" fmla="*/ 598939 h 2398711"/>
              <a:gd name="connsiteX100507" fmla="*/ 613330 w 2119654"/>
              <a:gd name="connsiteY100507" fmla="*/ 598941 h 2398711"/>
              <a:gd name="connsiteX100508" fmla="*/ 270499 w 2119654"/>
              <a:gd name="connsiteY100508" fmla="*/ 1366401 h 2398711"/>
              <a:gd name="connsiteX100509" fmla="*/ 270625 w 2119654"/>
              <a:gd name="connsiteY100509" fmla="*/ 1366725 h 2398711"/>
              <a:gd name="connsiteX100510" fmla="*/ 271395 w 2119654"/>
              <a:gd name="connsiteY100510" fmla="*/ 1367037 h 2398711"/>
              <a:gd name="connsiteX100511" fmla="*/ 576547 w 2119654"/>
              <a:gd name="connsiteY100511" fmla="*/ 680872 h 2398711"/>
              <a:gd name="connsiteX100512" fmla="*/ 576616 w 2119654"/>
              <a:gd name="connsiteY100512" fmla="*/ 681292 h 2398711"/>
              <a:gd name="connsiteX100513" fmla="*/ 576833 w 2119654"/>
              <a:gd name="connsiteY100513" fmla="*/ 681083 h 2398711"/>
              <a:gd name="connsiteX100514" fmla="*/ 227137 w 2119654"/>
              <a:gd name="connsiteY100514" fmla="*/ 1463189 h 2398711"/>
              <a:gd name="connsiteX100515" fmla="*/ 228213 w 2119654"/>
              <a:gd name="connsiteY100515" fmla="*/ 1463887 h 2398711"/>
              <a:gd name="connsiteX100516" fmla="*/ 227859 w 2119654"/>
              <a:gd name="connsiteY100516" fmla="*/ 1463444 h 2398711"/>
              <a:gd name="connsiteX100517" fmla="*/ 245767 w 2119654"/>
              <a:gd name="connsiteY100517" fmla="*/ 1421307 h 2398711"/>
              <a:gd name="connsiteX100518" fmla="*/ 254382 w 2119654"/>
              <a:gd name="connsiteY100518" fmla="*/ 1434610 h 2398711"/>
              <a:gd name="connsiteX100519" fmla="*/ 256097 w 2119654"/>
              <a:gd name="connsiteY100519" fmla="*/ 1437182 h 2398711"/>
              <a:gd name="connsiteX100520" fmla="*/ 261008 w 2119654"/>
              <a:gd name="connsiteY100520" fmla="*/ 1432239 h 2398711"/>
              <a:gd name="connsiteX100521" fmla="*/ 260714 w 2119654"/>
              <a:gd name="connsiteY100521" fmla="*/ 1431648 h 2398711"/>
              <a:gd name="connsiteX100522" fmla="*/ 259378 w 2119654"/>
              <a:gd name="connsiteY100522" fmla="*/ 1428616 h 2398711"/>
              <a:gd name="connsiteX100523" fmla="*/ 748308 w 2119654"/>
              <a:gd name="connsiteY100523" fmla="*/ 296018 h 2398711"/>
              <a:gd name="connsiteX100524" fmla="*/ 746661 w 2119654"/>
              <a:gd name="connsiteY100524" fmla="*/ 304526 h 2398711"/>
              <a:gd name="connsiteX100525" fmla="*/ 752789 w 2119654"/>
              <a:gd name="connsiteY100525" fmla="*/ 313241 h 2398711"/>
              <a:gd name="connsiteX100526" fmla="*/ 754901 w 2119654"/>
              <a:gd name="connsiteY100526" fmla="*/ 307464 h 2398711"/>
              <a:gd name="connsiteX100527" fmla="*/ 754911 w 2119654"/>
              <a:gd name="connsiteY100527" fmla="*/ 307229 h 2398711"/>
              <a:gd name="connsiteX100528" fmla="*/ 748588 w 2119654"/>
              <a:gd name="connsiteY100528" fmla="*/ 302058 h 2398711"/>
              <a:gd name="connsiteX100529" fmla="*/ 748848 w 2119654"/>
              <a:gd name="connsiteY100529" fmla="*/ 302062 h 2398711"/>
              <a:gd name="connsiteX100530" fmla="*/ 754919 w 2119654"/>
              <a:gd name="connsiteY100530" fmla="*/ 307026 h 2398711"/>
              <a:gd name="connsiteX100531" fmla="*/ 754969 w 2119654"/>
              <a:gd name="connsiteY100531" fmla="*/ 305769 h 2398711"/>
              <a:gd name="connsiteX100532" fmla="*/ 282938 w 2119654"/>
              <a:gd name="connsiteY100532" fmla="*/ 1338052 h 2398711"/>
              <a:gd name="connsiteX100533" fmla="*/ 283177 w 2119654"/>
              <a:gd name="connsiteY100533" fmla="*/ 1338286 h 2398711"/>
              <a:gd name="connsiteX100534" fmla="*/ 283138 w 2119654"/>
              <a:gd name="connsiteY100534" fmla="*/ 1338152 h 2398711"/>
              <a:gd name="connsiteX100535" fmla="*/ 675965 w 2119654"/>
              <a:gd name="connsiteY100535" fmla="*/ 457919 h 2398711"/>
              <a:gd name="connsiteX100536" fmla="*/ 674657 w 2119654"/>
              <a:gd name="connsiteY100536" fmla="*/ 462515 h 2398711"/>
              <a:gd name="connsiteX100537" fmla="*/ 677010 w 2119654"/>
              <a:gd name="connsiteY100537" fmla="*/ 463663 h 2398711"/>
              <a:gd name="connsiteX100538" fmla="*/ 677477 w 2119654"/>
              <a:gd name="connsiteY100538" fmla="*/ 462231 h 2398711"/>
              <a:gd name="connsiteX100539" fmla="*/ 677311 w 2119654"/>
              <a:gd name="connsiteY100539" fmla="*/ 458898 h 2398711"/>
              <a:gd name="connsiteX100540" fmla="*/ 688373 w 2119654"/>
              <a:gd name="connsiteY100540" fmla="*/ 429819 h 2398711"/>
              <a:gd name="connsiteX100541" fmla="*/ 686976 w 2119654"/>
              <a:gd name="connsiteY100541" fmla="*/ 434106 h 2398711"/>
              <a:gd name="connsiteX100542" fmla="*/ 690744 w 2119654"/>
              <a:gd name="connsiteY100542" fmla="*/ 436284 h 2398711"/>
              <a:gd name="connsiteX100543" fmla="*/ 690675 w 2119654"/>
              <a:gd name="connsiteY100543" fmla="*/ 432822 h 2398711"/>
              <a:gd name="connsiteX100544" fmla="*/ 688930 w 2119654"/>
              <a:gd name="connsiteY100544" fmla="*/ 430532 h 2398711"/>
              <a:gd name="connsiteX100545" fmla="*/ 588867 w 2119654"/>
              <a:gd name="connsiteY100545" fmla="*/ 652494 h 2398711"/>
              <a:gd name="connsiteX100546" fmla="*/ 588864 w 2119654"/>
              <a:gd name="connsiteY100546" fmla="*/ 653891 h 2398711"/>
              <a:gd name="connsiteX100547" fmla="*/ 588937 w 2119654"/>
              <a:gd name="connsiteY100547" fmla="*/ 654372 h 2398711"/>
              <a:gd name="connsiteX100548" fmla="*/ 589087 w 2119654"/>
              <a:gd name="connsiteY100548" fmla="*/ 652638 h 2398711"/>
              <a:gd name="connsiteX100549" fmla="*/ 588919 w 2119654"/>
              <a:gd name="connsiteY100549" fmla="*/ 652394 h 2398711"/>
              <a:gd name="connsiteX100550" fmla="*/ 213810 w 2119654"/>
              <a:gd name="connsiteY100550" fmla="*/ 1492194 h 2398711"/>
              <a:gd name="connsiteX100551" fmla="*/ 218315 w 2119654"/>
              <a:gd name="connsiteY100551" fmla="*/ 1497723 h 2398711"/>
              <a:gd name="connsiteX100552" fmla="*/ 236282 w 2119654"/>
              <a:gd name="connsiteY100552" fmla="*/ 1507991 h 2398711"/>
              <a:gd name="connsiteX100553" fmla="*/ 238168 w 2119654"/>
              <a:gd name="connsiteY100553" fmla="*/ 1508172 h 2398711"/>
              <a:gd name="connsiteX100554" fmla="*/ 236360 w 2119654"/>
              <a:gd name="connsiteY100554" fmla="*/ 1505031 h 2398711"/>
              <a:gd name="connsiteX100555" fmla="*/ 225982 w 2119654"/>
              <a:gd name="connsiteY100555" fmla="*/ 1495497 h 2398711"/>
              <a:gd name="connsiteX100556" fmla="*/ 219745 w 2119654"/>
              <a:gd name="connsiteY100556" fmla="*/ 1493850 h 2398711"/>
              <a:gd name="connsiteX100557" fmla="*/ 676491 w 2119654"/>
              <a:gd name="connsiteY100557" fmla="*/ 456072 h 2398711"/>
              <a:gd name="connsiteX100558" fmla="*/ 676207 w 2119654"/>
              <a:gd name="connsiteY100558" fmla="*/ 457070 h 2398711"/>
              <a:gd name="connsiteX100559" fmla="*/ 677259 w 2119654"/>
              <a:gd name="connsiteY100559" fmla="*/ 457836 h 2398711"/>
              <a:gd name="connsiteX100560" fmla="*/ 677211 w 2119654"/>
              <a:gd name="connsiteY100560" fmla="*/ 456881 h 2398711"/>
              <a:gd name="connsiteX100561" fmla="*/ 223050 w 2119654"/>
              <a:gd name="connsiteY100561" fmla="*/ 1471387 h 2398711"/>
              <a:gd name="connsiteX100562" fmla="*/ 228160 w 2119654"/>
              <a:gd name="connsiteY100562" fmla="*/ 1475495 h 2398711"/>
              <a:gd name="connsiteX100563" fmla="*/ 229483 w 2119654"/>
              <a:gd name="connsiteY100563" fmla="*/ 1476530 h 2398711"/>
              <a:gd name="connsiteX100564" fmla="*/ 231477 w 2119654"/>
              <a:gd name="connsiteY100564" fmla="*/ 1477924 h 2398711"/>
              <a:gd name="connsiteX100565" fmla="*/ 227179 w 2119654"/>
              <a:gd name="connsiteY100565" fmla="*/ 1471635 h 2398711"/>
              <a:gd name="connsiteX100566" fmla="*/ 224608 w 2119654"/>
              <a:gd name="connsiteY100566" fmla="*/ 1469775 h 2398711"/>
              <a:gd name="connsiteX100567" fmla="*/ 587498 w 2119654"/>
              <a:gd name="connsiteY100567" fmla="*/ 655159 h 2398711"/>
              <a:gd name="connsiteX100568" fmla="*/ 587712 w 2119654"/>
              <a:gd name="connsiteY100568" fmla="*/ 655284 h 2398711"/>
              <a:gd name="connsiteX100569" fmla="*/ 587690 w 2119654"/>
              <a:gd name="connsiteY100569" fmla="*/ 654997 h 2398711"/>
              <a:gd name="connsiteX100570" fmla="*/ 587606 w 2119654"/>
              <a:gd name="connsiteY100570" fmla="*/ 654947 h 2398711"/>
              <a:gd name="connsiteX100571" fmla="*/ 275422 w 2119654"/>
              <a:gd name="connsiteY100571" fmla="*/ 1353709 h 2398711"/>
              <a:gd name="connsiteX100572" fmla="*/ 275815 w 2119654"/>
              <a:gd name="connsiteY100572" fmla="*/ 1354354 h 2398711"/>
              <a:gd name="connsiteX100573" fmla="*/ 276720 w 2119654"/>
              <a:gd name="connsiteY100573" fmla="*/ 1354799 h 2398711"/>
              <a:gd name="connsiteX100574" fmla="*/ 276444 w 2119654"/>
              <a:gd name="connsiteY100574" fmla="*/ 1354212 h 2398711"/>
              <a:gd name="connsiteX100575" fmla="*/ 222676 w 2119654"/>
              <a:gd name="connsiteY100575" fmla="*/ 1471774 h 2398711"/>
              <a:gd name="connsiteX100576" fmla="*/ 227891 w 2119654"/>
              <a:gd name="connsiteY100576" fmla="*/ 1475417 h 2398711"/>
              <a:gd name="connsiteX100577" fmla="*/ 222975 w 2119654"/>
              <a:gd name="connsiteY100577" fmla="*/ 1471465 h 2398711"/>
              <a:gd name="connsiteX100578" fmla="*/ 631490 w 2119654"/>
              <a:gd name="connsiteY100578" fmla="*/ 556297 h 2398711"/>
              <a:gd name="connsiteX100579" fmla="*/ 631580 w 2119654"/>
              <a:gd name="connsiteY100579" fmla="*/ 556631 h 2398711"/>
              <a:gd name="connsiteX100580" fmla="*/ 631531 w 2119654"/>
              <a:gd name="connsiteY100580" fmla="*/ 556334 h 2398711"/>
              <a:gd name="connsiteX100581" fmla="*/ 668850 w 2119654"/>
              <a:gd name="connsiteY100581" fmla="*/ 472568 h 2398711"/>
              <a:gd name="connsiteX100582" fmla="*/ 668805 w 2119654"/>
              <a:gd name="connsiteY100582" fmla="*/ 473739 h 2398711"/>
              <a:gd name="connsiteX100583" fmla="*/ 668844 w 2119654"/>
              <a:gd name="connsiteY100583" fmla="*/ 474931 h 2398711"/>
              <a:gd name="connsiteX100584" fmla="*/ 669380 w 2119654"/>
              <a:gd name="connsiteY100584" fmla="*/ 473049 h 2398711"/>
              <a:gd name="connsiteX100585" fmla="*/ 676988 w 2119654"/>
              <a:gd name="connsiteY100585" fmla="*/ 454329 h 2398711"/>
              <a:gd name="connsiteX100586" fmla="*/ 676838 w 2119654"/>
              <a:gd name="connsiteY100586" fmla="*/ 454857 h 2398711"/>
              <a:gd name="connsiteX100587" fmla="*/ 677084 w 2119654"/>
              <a:gd name="connsiteY100587" fmla="*/ 455112 h 2398711"/>
              <a:gd name="connsiteX100588" fmla="*/ 614860 w 2119654"/>
              <a:gd name="connsiteY100588" fmla="*/ 593385 h 2398711"/>
              <a:gd name="connsiteX100589" fmla="*/ 615164 w 2119654"/>
              <a:gd name="connsiteY100589" fmla="*/ 596039 h 2398711"/>
              <a:gd name="connsiteX100590" fmla="*/ 615639 w 2119654"/>
              <a:gd name="connsiteY100590" fmla="*/ 593908 h 2398711"/>
              <a:gd name="connsiteX100591" fmla="*/ 748869 w 2119654"/>
              <a:gd name="connsiteY100591" fmla="*/ 293115 h 2398711"/>
              <a:gd name="connsiteX100592" fmla="*/ 748436 w 2119654"/>
              <a:gd name="connsiteY100592" fmla="*/ 295352 h 2398711"/>
              <a:gd name="connsiteX100593" fmla="*/ 755003 w 2119654"/>
              <a:gd name="connsiteY100593" fmla="*/ 304963 h 2398711"/>
              <a:gd name="connsiteX100594" fmla="*/ 755280 w 2119654"/>
              <a:gd name="connsiteY100594" fmla="*/ 298106 h 2398711"/>
              <a:gd name="connsiteX100595" fmla="*/ 677561 w 2119654"/>
              <a:gd name="connsiteY100595" fmla="*/ 452674 h 2398711"/>
              <a:gd name="connsiteX100596" fmla="*/ 677713 w 2119654"/>
              <a:gd name="connsiteY100596" fmla="*/ 455764 h 2398711"/>
              <a:gd name="connsiteX100597" fmla="*/ 678313 w 2119654"/>
              <a:gd name="connsiteY100597" fmla="*/ 456386 h 2398711"/>
              <a:gd name="connsiteX100598" fmla="*/ 679174 w 2119654"/>
              <a:gd name="connsiteY100598" fmla="*/ 457017 h 2398711"/>
              <a:gd name="connsiteX100599" fmla="*/ 679194 w 2119654"/>
              <a:gd name="connsiteY100599" fmla="*/ 456957 h 2398711"/>
              <a:gd name="connsiteX100600" fmla="*/ 679911 w 2119654"/>
              <a:gd name="connsiteY100600" fmla="*/ 454182 h 2398711"/>
              <a:gd name="connsiteX100601" fmla="*/ 692199 w 2119654"/>
              <a:gd name="connsiteY100601" fmla="*/ 419887 h 2398711"/>
              <a:gd name="connsiteX100602" fmla="*/ 692163 w 2119654"/>
              <a:gd name="connsiteY100602" fmla="*/ 434442 h 2398711"/>
              <a:gd name="connsiteX100603" fmla="*/ 695973 w 2119654"/>
              <a:gd name="connsiteY100603" fmla="*/ 439309 h 2398711"/>
              <a:gd name="connsiteX100604" fmla="*/ 698397 w 2119654"/>
              <a:gd name="connsiteY100604" fmla="*/ 440710 h 2398711"/>
              <a:gd name="connsiteX100605" fmla="*/ 702934 w 2119654"/>
              <a:gd name="connsiteY100605" fmla="*/ 427475 h 2398711"/>
              <a:gd name="connsiteX100606" fmla="*/ 604314 w 2119654"/>
              <a:gd name="connsiteY100606" fmla="*/ 616513 h 2398711"/>
              <a:gd name="connsiteX100607" fmla="*/ 604536 w 2119654"/>
              <a:gd name="connsiteY100607" fmla="*/ 617968 h 2398711"/>
              <a:gd name="connsiteX100608" fmla="*/ 604443 w 2119654"/>
              <a:gd name="connsiteY100608" fmla="*/ 616777 h 2398711"/>
              <a:gd name="connsiteX100609" fmla="*/ 614310 w 2119654"/>
              <a:gd name="connsiteY100609" fmla="*/ 593995 h 2398711"/>
              <a:gd name="connsiteX100610" fmla="*/ 613550 w 2119654"/>
              <a:gd name="connsiteY100610" fmla="*/ 596706 h 2398711"/>
              <a:gd name="connsiteX100611" fmla="*/ 613511 w 2119654"/>
              <a:gd name="connsiteY100611" fmla="*/ 597095 h 2398711"/>
              <a:gd name="connsiteX100612" fmla="*/ 613939 w 2119654"/>
              <a:gd name="connsiteY100612" fmla="*/ 599131 h 2398711"/>
              <a:gd name="connsiteX100613" fmla="*/ 614441 w 2119654"/>
              <a:gd name="connsiteY100613" fmla="*/ 599287 h 2398711"/>
              <a:gd name="connsiteX100614" fmla="*/ 614754 w 2119654"/>
              <a:gd name="connsiteY100614" fmla="*/ 597879 h 2398711"/>
              <a:gd name="connsiteX100615" fmla="*/ 685851 w 2119654"/>
              <a:gd name="connsiteY100615" fmla="*/ 433786 h 2398711"/>
              <a:gd name="connsiteX100616" fmla="*/ 685432 w 2119654"/>
              <a:gd name="connsiteY100616" fmla="*/ 436873 h 2398711"/>
              <a:gd name="connsiteX100617" fmla="*/ 685627 w 2119654"/>
              <a:gd name="connsiteY100617" fmla="*/ 437212 h 2398711"/>
              <a:gd name="connsiteX100618" fmla="*/ 686598 w 2119654"/>
              <a:gd name="connsiteY100618" fmla="*/ 434231 h 2398711"/>
              <a:gd name="connsiteX100619" fmla="*/ 669752 w 2119654"/>
              <a:gd name="connsiteY100619" fmla="*/ 469834 h 2398711"/>
              <a:gd name="connsiteX100620" fmla="*/ 669772 w 2119654"/>
              <a:gd name="connsiteY100620" fmla="*/ 471671 h 2398711"/>
              <a:gd name="connsiteX100621" fmla="*/ 670211 w 2119654"/>
              <a:gd name="connsiteY100621" fmla="*/ 470128 h 2398711"/>
              <a:gd name="connsiteX100622" fmla="*/ 583522 w 2119654"/>
              <a:gd name="connsiteY100622" fmla="*/ 662898 h 2398711"/>
              <a:gd name="connsiteX100623" fmla="*/ 582050 w 2119654"/>
              <a:gd name="connsiteY100623" fmla="*/ 667966 h 2398711"/>
              <a:gd name="connsiteX100624" fmla="*/ 582057 w 2119654"/>
              <a:gd name="connsiteY100624" fmla="*/ 668018 h 2398711"/>
              <a:gd name="connsiteX100625" fmla="*/ 583356 w 2119654"/>
              <a:gd name="connsiteY100625" fmla="*/ 669512 h 2398711"/>
              <a:gd name="connsiteX100626" fmla="*/ 583700 w 2119654"/>
              <a:gd name="connsiteY100626" fmla="*/ 669569 h 2398711"/>
              <a:gd name="connsiteX100627" fmla="*/ 584592 w 2119654"/>
              <a:gd name="connsiteY100627" fmla="*/ 660816 h 2398711"/>
              <a:gd name="connsiteX100628" fmla="*/ 609572 w 2119654"/>
              <a:gd name="connsiteY100628" fmla="*/ 604527 h 2398711"/>
              <a:gd name="connsiteX100629" fmla="*/ 609537 w 2119654"/>
              <a:gd name="connsiteY100629" fmla="*/ 606165 h 2398711"/>
              <a:gd name="connsiteX100630" fmla="*/ 609633 w 2119654"/>
              <a:gd name="connsiteY100630" fmla="*/ 606230 h 2398711"/>
              <a:gd name="connsiteX100631" fmla="*/ 610034 w 2119654"/>
              <a:gd name="connsiteY100631" fmla="*/ 604802 h 2398711"/>
              <a:gd name="connsiteX100632" fmla="*/ 327524 w 2119654"/>
              <a:gd name="connsiteY100632" fmla="*/ 1236068 h 2398711"/>
              <a:gd name="connsiteX100633" fmla="*/ 328732 w 2119654"/>
              <a:gd name="connsiteY100633" fmla="*/ 1237353 h 2398711"/>
              <a:gd name="connsiteX100634" fmla="*/ 328589 w 2119654"/>
              <a:gd name="connsiteY100634" fmla="*/ 1236873 h 2398711"/>
              <a:gd name="connsiteX100635" fmla="*/ 690684 w 2119654"/>
              <a:gd name="connsiteY100635" fmla="*/ 422725 h 2398711"/>
              <a:gd name="connsiteX100636" fmla="*/ 688423 w 2119654"/>
              <a:gd name="connsiteY100636" fmla="*/ 429665 h 2398711"/>
              <a:gd name="connsiteX100637" fmla="*/ 690669 w 2119654"/>
              <a:gd name="connsiteY100637" fmla="*/ 432534 h 2398711"/>
              <a:gd name="connsiteX100638" fmla="*/ 690551 w 2119654"/>
              <a:gd name="connsiteY100638" fmla="*/ 426637 h 2398711"/>
              <a:gd name="connsiteX100639" fmla="*/ 668293 w 2119654"/>
              <a:gd name="connsiteY100639" fmla="*/ 472779 h 2398711"/>
              <a:gd name="connsiteX100640" fmla="*/ 667633 w 2119654"/>
              <a:gd name="connsiteY100640" fmla="*/ 478017 h 2398711"/>
              <a:gd name="connsiteX100641" fmla="*/ 667909 w 2119654"/>
              <a:gd name="connsiteY100641" fmla="*/ 478212 h 2398711"/>
              <a:gd name="connsiteX100642" fmla="*/ 668391 w 2119654"/>
              <a:gd name="connsiteY100642" fmla="*/ 476520 h 2398711"/>
              <a:gd name="connsiteX100643" fmla="*/ 668406 w 2119654"/>
              <a:gd name="connsiteY100643" fmla="*/ 476263 h 2398711"/>
              <a:gd name="connsiteX100644" fmla="*/ 575496 w 2119654"/>
              <a:gd name="connsiteY100644" fmla="*/ 680569 h 2398711"/>
              <a:gd name="connsiteX100645" fmla="*/ 575463 w 2119654"/>
              <a:gd name="connsiteY100645" fmla="*/ 682406 h 2398711"/>
              <a:gd name="connsiteX100646" fmla="*/ 575692 w 2119654"/>
              <a:gd name="connsiteY100646" fmla="*/ 682185 h 2398711"/>
              <a:gd name="connsiteX100647" fmla="*/ 230707 w 2119654"/>
              <a:gd name="connsiteY100647" fmla="*/ 1452525 h 2398711"/>
              <a:gd name="connsiteX100648" fmla="*/ 236805 w 2119654"/>
              <a:gd name="connsiteY100648" fmla="*/ 1456804 h 2398711"/>
              <a:gd name="connsiteX100649" fmla="*/ 238176 w 2119654"/>
              <a:gd name="connsiteY100649" fmla="*/ 1455386 h 2398711"/>
              <a:gd name="connsiteX100650" fmla="*/ 597041 w 2119654"/>
              <a:gd name="connsiteY100650" fmla="*/ 632230 h 2398711"/>
              <a:gd name="connsiteX100651" fmla="*/ 597107 w 2119654"/>
              <a:gd name="connsiteY100651" fmla="*/ 632564 h 2398711"/>
              <a:gd name="connsiteX100652" fmla="*/ 597157 w 2119654"/>
              <a:gd name="connsiteY100652" fmla="*/ 632574 h 2398711"/>
              <a:gd name="connsiteX100653" fmla="*/ 597157 w 2119654"/>
              <a:gd name="connsiteY100653" fmla="*/ 632567 h 2398711"/>
              <a:gd name="connsiteX100654" fmla="*/ 587558 w 2119654"/>
              <a:gd name="connsiteY100654" fmla="*/ 653261 h 2398711"/>
              <a:gd name="connsiteX100655" fmla="*/ 587526 w 2119654"/>
              <a:gd name="connsiteY100655" fmla="*/ 653850 h 2398711"/>
              <a:gd name="connsiteX100656" fmla="*/ 587592 w 2119654"/>
              <a:gd name="connsiteY100656" fmla="*/ 653726 h 2398711"/>
              <a:gd name="connsiteX100657" fmla="*/ 221356 w 2119654"/>
              <a:gd name="connsiteY100657" fmla="*/ 1473141 h 2398711"/>
              <a:gd name="connsiteX100658" fmla="*/ 229285 w 2119654"/>
              <a:gd name="connsiteY100658" fmla="*/ 1477411 h 2398711"/>
              <a:gd name="connsiteX100659" fmla="*/ 222088 w 2119654"/>
              <a:gd name="connsiteY100659" fmla="*/ 1472382 h 2398711"/>
              <a:gd name="connsiteX100660" fmla="*/ 619773 w 2119654"/>
              <a:gd name="connsiteY100660" fmla="*/ 580979 h 2398711"/>
              <a:gd name="connsiteX100661" fmla="*/ 619764 w 2119654"/>
              <a:gd name="connsiteY100661" fmla="*/ 581025 h 2398711"/>
              <a:gd name="connsiteX100662" fmla="*/ 619929 w 2119654"/>
              <a:gd name="connsiteY100662" fmla="*/ 581318 h 2398711"/>
              <a:gd name="connsiteX100663" fmla="*/ 619958 w 2119654"/>
              <a:gd name="connsiteY100663" fmla="*/ 581142 h 2398711"/>
              <a:gd name="connsiteX100664" fmla="*/ 685489 w 2119654"/>
              <a:gd name="connsiteY100664" fmla="*/ 433781 h 2398711"/>
              <a:gd name="connsiteX100665" fmla="*/ 684919 w 2119654"/>
              <a:gd name="connsiteY100665" fmla="*/ 435986 h 2398711"/>
              <a:gd name="connsiteX100666" fmla="*/ 685138 w 2119654"/>
              <a:gd name="connsiteY100666" fmla="*/ 436366 h 2398711"/>
              <a:gd name="connsiteX100667" fmla="*/ 328382 w 2119654"/>
              <a:gd name="connsiteY100667" fmla="*/ 1233151 h 2398711"/>
              <a:gd name="connsiteX100668" fmla="*/ 329438 w 2119654"/>
              <a:gd name="connsiteY100668" fmla="*/ 1235398 h 2398711"/>
              <a:gd name="connsiteX100669" fmla="*/ 329517 w 2119654"/>
              <a:gd name="connsiteY100669" fmla="*/ 1234029 h 2398711"/>
              <a:gd name="connsiteX100670" fmla="*/ 615264 w 2119654"/>
              <a:gd name="connsiteY100670" fmla="*/ 590587 h 2398711"/>
              <a:gd name="connsiteX100671" fmla="*/ 614866 w 2119654"/>
              <a:gd name="connsiteY100671" fmla="*/ 592011 h 2398711"/>
              <a:gd name="connsiteX100672" fmla="*/ 615906 w 2119654"/>
              <a:gd name="connsiteY100672" fmla="*/ 592709 h 2398711"/>
              <a:gd name="connsiteX100673" fmla="*/ 616259 w 2119654"/>
              <a:gd name="connsiteY100673" fmla="*/ 591120 h 2398711"/>
              <a:gd name="connsiteX100674" fmla="*/ 573816 w 2119654"/>
              <a:gd name="connsiteY100674" fmla="*/ 683236 h 2398711"/>
              <a:gd name="connsiteX100675" fmla="*/ 573988 w 2119654"/>
              <a:gd name="connsiteY100675" fmla="*/ 683833 h 2398711"/>
              <a:gd name="connsiteX100676" fmla="*/ 574212 w 2119654"/>
              <a:gd name="connsiteY100676" fmla="*/ 683616 h 2398711"/>
              <a:gd name="connsiteX100677" fmla="*/ 574217 w 2119654"/>
              <a:gd name="connsiteY100677" fmla="*/ 683531 h 2398711"/>
              <a:gd name="connsiteX100678" fmla="*/ 624433 w 2119654"/>
              <a:gd name="connsiteY100678" fmla="*/ 569830 h 2398711"/>
              <a:gd name="connsiteX100679" fmla="*/ 623561 w 2119654"/>
              <a:gd name="connsiteY100679" fmla="*/ 575405 h 2398711"/>
              <a:gd name="connsiteX100680" fmla="*/ 627118 w 2119654"/>
              <a:gd name="connsiteY100680" fmla="*/ 581068 h 2398711"/>
              <a:gd name="connsiteX100681" fmla="*/ 630855 w 2119654"/>
              <a:gd name="connsiteY100681" fmla="*/ 582526 h 2398711"/>
              <a:gd name="connsiteX100682" fmla="*/ 631231 w 2119654"/>
              <a:gd name="connsiteY100682" fmla="*/ 578992 h 2398711"/>
              <a:gd name="connsiteX100683" fmla="*/ 658031 w 2119654"/>
              <a:gd name="connsiteY100683" fmla="*/ 494489 h 2398711"/>
              <a:gd name="connsiteX100684" fmla="*/ 658753 w 2119654"/>
              <a:gd name="connsiteY100684" fmla="*/ 497513 h 2398711"/>
              <a:gd name="connsiteX100685" fmla="*/ 661902 w 2119654"/>
              <a:gd name="connsiteY100685" fmla="*/ 499205 h 2398711"/>
              <a:gd name="connsiteX100686" fmla="*/ 661931 w 2119654"/>
              <a:gd name="connsiteY100686" fmla="*/ 498667 h 2398711"/>
              <a:gd name="connsiteX100687" fmla="*/ 584842 w 2119654"/>
              <a:gd name="connsiteY100687" fmla="*/ 658352 h 2398711"/>
              <a:gd name="connsiteX100688" fmla="*/ 584500 w 2119654"/>
              <a:gd name="connsiteY100688" fmla="*/ 659532 h 2398711"/>
              <a:gd name="connsiteX100689" fmla="*/ 584538 w 2119654"/>
              <a:gd name="connsiteY100689" fmla="*/ 659571 h 2398711"/>
              <a:gd name="connsiteX100690" fmla="*/ 584763 w 2119654"/>
              <a:gd name="connsiteY100690" fmla="*/ 659132 h 2398711"/>
              <a:gd name="connsiteX100691" fmla="*/ 220535 w 2119654"/>
              <a:gd name="connsiteY100691" fmla="*/ 1473990 h 2398711"/>
              <a:gd name="connsiteX100692" fmla="*/ 223414 w 2119654"/>
              <a:gd name="connsiteY100692" fmla="*/ 1478995 h 2398711"/>
              <a:gd name="connsiteX100693" fmla="*/ 224488 w 2119654"/>
              <a:gd name="connsiteY100693" fmla="*/ 1479891 h 2398711"/>
              <a:gd name="connsiteX100694" fmla="*/ 243185 w 2119654"/>
              <a:gd name="connsiteY100694" fmla="*/ 1495052 h 2398711"/>
              <a:gd name="connsiteX100695" fmla="*/ 233027 w 2119654"/>
              <a:gd name="connsiteY100695" fmla="*/ 1480190 h 2398711"/>
              <a:gd name="connsiteX100696" fmla="*/ 220870 w 2119654"/>
              <a:gd name="connsiteY100696" fmla="*/ 1473643 h 2398711"/>
              <a:gd name="connsiteX100697" fmla="*/ 620165 w 2119654"/>
              <a:gd name="connsiteY100697" fmla="*/ 579061 h 2398711"/>
              <a:gd name="connsiteX100698" fmla="*/ 620081 w 2119654"/>
              <a:gd name="connsiteY100698" fmla="*/ 579469 h 2398711"/>
              <a:gd name="connsiteX100699" fmla="*/ 620210 w 2119654"/>
              <a:gd name="connsiteY100699" fmla="*/ 579577 h 2398711"/>
              <a:gd name="connsiteX100700" fmla="*/ 620267 w 2119654"/>
              <a:gd name="connsiteY100700" fmla="*/ 579224 h 2398711"/>
              <a:gd name="connsiteX100701" fmla="*/ 310177 w 2119654"/>
              <a:gd name="connsiteY100701" fmla="*/ 1273170 h 2398711"/>
              <a:gd name="connsiteX100702" fmla="*/ 312123 w 2119654"/>
              <a:gd name="connsiteY100702" fmla="*/ 1279189 h 2398711"/>
              <a:gd name="connsiteX100703" fmla="*/ 316436 w 2119654"/>
              <a:gd name="connsiteY100703" fmla="*/ 1281653 h 2398711"/>
              <a:gd name="connsiteX100704" fmla="*/ 313921 w 2119654"/>
              <a:gd name="connsiteY100704" fmla="*/ 1276505 h 2398711"/>
              <a:gd name="connsiteX100705" fmla="*/ 312941 w 2119654"/>
              <a:gd name="connsiteY100705" fmla="*/ 1275258 h 2398711"/>
              <a:gd name="connsiteX100706" fmla="*/ 312721 w 2119654"/>
              <a:gd name="connsiteY100706" fmla="*/ 1274968 h 2398711"/>
              <a:gd name="connsiteX100707" fmla="*/ 312651 w 2119654"/>
              <a:gd name="connsiteY100707" fmla="*/ 1274905 h 2398711"/>
              <a:gd name="connsiteX100708" fmla="*/ 662940 w 2119654"/>
              <a:gd name="connsiteY100708" fmla="*/ 482985 h 2398711"/>
              <a:gd name="connsiteX100709" fmla="*/ 662563 w 2119654"/>
              <a:gd name="connsiteY100709" fmla="*/ 489982 h 2398711"/>
              <a:gd name="connsiteX100710" fmla="*/ 662464 w 2119654"/>
              <a:gd name="connsiteY100710" fmla="*/ 492408 h 2398711"/>
              <a:gd name="connsiteX100711" fmla="*/ 665091 w 2119654"/>
              <a:gd name="connsiteY100711" fmla="*/ 495042 h 2398711"/>
              <a:gd name="connsiteX100712" fmla="*/ 665251 w 2119654"/>
              <a:gd name="connsiteY100712" fmla="*/ 494028 h 2398711"/>
              <a:gd name="connsiteX100713" fmla="*/ 666228 w 2119654"/>
              <a:gd name="connsiteY100713" fmla="*/ 486282 h 2398711"/>
              <a:gd name="connsiteX100714" fmla="*/ 668972 w 2119654"/>
              <a:gd name="connsiteY100714" fmla="*/ 469333 h 2398711"/>
              <a:gd name="connsiteX100715" fmla="*/ 668850 w 2119654"/>
              <a:gd name="connsiteY100715" fmla="*/ 472549 h 2398711"/>
              <a:gd name="connsiteX100716" fmla="*/ 669386 w 2119654"/>
              <a:gd name="connsiteY100716" fmla="*/ 473027 h 2398711"/>
              <a:gd name="connsiteX100717" fmla="*/ 669424 w 2119654"/>
              <a:gd name="connsiteY100717" fmla="*/ 472893 h 2398711"/>
              <a:gd name="connsiteX100718" fmla="*/ 669389 w 2119654"/>
              <a:gd name="connsiteY100718" fmla="*/ 469601 h 2398711"/>
              <a:gd name="connsiteX100719" fmla="*/ 706453 w 2119654"/>
              <a:gd name="connsiteY100719" fmla="*/ 385294 h 2398711"/>
              <a:gd name="connsiteX100720" fmla="*/ 706988 w 2119654"/>
              <a:gd name="connsiteY100720" fmla="*/ 388799 h 2398711"/>
              <a:gd name="connsiteX100721" fmla="*/ 711880 w 2119654"/>
              <a:gd name="connsiteY100721" fmla="*/ 390677 h 2398711"/>
              <a:gd name="connsiteX100722" fmla="*/ 693839 w 2119654"/>
              <a:gd name="connsiteY100722" fmla="*/ 413414 h 2398711"/>
              <a:gd name="connsiteX100723" fmla="*/ 692203 w 2119654"/>
              <a:gd name="connsiteY100723" fmla="*/ 418216 h 2398711"/>
              <a:gd name="connsiteX100724" fmla="*/ 692202 w 2119654"/>
              <a:gd name="connsiteY100724" fmla="*/ 419154 h 2398711"/>
              <a:gd name="connsiteX100725" fmla="*/ 696263 w 2119654"/>
              <a:gd name="connsiteY100725" fmla="*/ 421944 h 2398711"/>
              <a:gd name="connsiteX100726" fmla="*/ 703160 w 2119654"/>
              <a:gd name="connsiteY100726" fmla="*/ 426818 h 2398711"/>
              <a:gd name="connsiteX100727" fmla="*/ 705393 w 2119654"/>
              <a:gd name="connsiteY100727" fmla="*/ 420305 h 2398711"/>
              <a:gd name="connsiteX100728" fmla="*/ 672574 w 2119654"/>
              <a:gd name="connsiteY100728" fmla="*/ 460958 h 2398711"/>
              <a:gd name="connsiteX100729" fmla="*/ 672642 w 2119654"/>
              <a:gd name="connsiteY100729" fmla="*/ 461302 h 2398711"/>
              <a:gd name="connsiteX100730" fmla="*/ 672709 w 2119654"/>
              <a:gd name="connsiteY100730" fmla="*/ 461356 h 2398711"/>
              <a:gd name="connsiteX100731" fmla="*/ 672751 w 2119654"/>
              <a:gd name="connsiteY100731" fmla="*/ 461210 h 2398711"/>
              <a:gd name="connsiteX100732" fmla="*/ 574229 w 2119654"/>
              <a:gd name="connsiteY100732" fmla="*/ 680986 h 2398711"/>
              <a:gd name="connsiteX100733" fmla="*/ 574351 w 2119654"/>
              <a:gd name="connsiteY100733" fmla="*/ 681219 h 2398711"/>
              <a:gd name="connsiteX100734" fmla="*/ 574381 w 2119654"/>
              <a:gd name="connsiteY100734" fmla="*/ 680691 h 2398711"/>
              <a:gd name="connsiteX100735" fmla="*/ 679768 w 2119654"/>
              <a:gd name="connsiteY100735" fmla="*/ 444565 h 2398711"/>
              <a:gd name="connsiteX100736" fmla="*/ 677550 w 2119654"/>
              <a:gd name="connsiteY100736" fmla="*/ 452354 h 2398711"/>
              <a:gd name="connsiteX100737" fmla="*/ 679990 w 2119654"/>
              <a:gd name="connsiteY100737" fmla="*/ 453875 h 2398711"/>
              <a:gd name="connsiteX100738" fmla="*/ 681897 w 2119654"/>
              <a:gd name="connsiteY100738" fmla="*/ 446491 h 2398711"/>
              <a:gd name="connsiteX100739" fmla="*/ 668745 w 2119654"/>
              <a:gd name="connsiteY100739" fmla="*/ 469188 h 2398711"/>
              <a:gd name="connsiteX100740" fmla="*/ 668675 w 2119654"/>
              <a:gd name="connsiteY100740" fmla="*/ 469746 h 2398711"/>
              <a:gd name="connsiteX100741" fmla="*/ 668714 w 2119654"/>
              <a:gd name="connsiteY100741" fmla="*/ 470920 h 2398711"/>
              <a:gd name="connsiteX100742" fmla="*/ 668811 w 2119654"/>
              <a:gd name="connsiteY100742" fmla="*/ 469229 h 2398711"/>
              <a:gd name="connsiteX100743" fmla="*/ 600198 w 2119654"/>
              <a:gd name="connsiteY100743" fmla="*/ 622647 h 2398711"/>
              <a:gd name="connsiteX100744" fmla="*/ 602572 w 2119654"/>
              <a:gd name="connsiteY100744" fmla="*/ 625511 h 2398711"/>
              <a:gd name="connsiteX100745" fmla="*/ 603111 w 2119654"/>
              <a:gd name="connsiteY100745" fmla="*/ 624494 h 2398711"/>
              <a:gd name="connsiteX100746" fmla="*/ 573548 w 2119654"/>
              <a:gd name="connsiteY100746" fmla="*/ 682312 h 2398711"/>
              <a:gd name="connsiteX100747" fmla="*/ 573678 w 2119654"/>
              <a:gd name="connsiteY100747" fmla="*/ 682762 h 2398711"/>
              <a:gd name="connsiteX100748" fmla="*/ 574238 w 2119654"/>
              <a:gd name="connsiteY100748" fmla="*/ 683172 h 2398711"/>
              <a:gd name="connsiteX100749" fmla="*/ 574258 w 2119654"/>
              <a:gd name="connsiteY100749" fmla="*/ 682826 h 2398711"/>
              <a:gd name="connsiteX100750" fmla="*/ 573640 w 2119654"/>
              <a:gd name="connsiteY100750" fmla="*/ 682133 h 2398711"/>
              <a:gd name="connsiteX100751" fmla="*/ 271565 w 2119654"/>
              <a:gd name="connsiteY100751" fmla="*/ 1358495 h 2398711"/>
              <a:gd name="connsiteX100752" fmla="*/ 272625 w 2119654"/>
              <a:gd name="connsiteY100752" fmla="*/ 1359405 h 2398711"/>
              <a:gd name="connsiteX100753" fmla="*/ 271949 w 2119654"/>
              <a:gd name="connsiteY100753" fmla="*/ 1358300 h 2398711"/>
              <a:gd name="connsiteX100754" fmla="*/ 235535 w 2119654"/>
              <a:gd name="connsiteY100754" fmla="*/ 1439049 h 2398711"/>
              <a:gd name="connsiteX100755" fmla="*/ 241201 w 2119654"/>
              <a:gd name="connsiteY100755" fmla="*/ 1442969 h 2398711"/>
              <a:gd name="connsiteX100756" fmla="*/ 236133 w 2119654"/>
              <a:gd name="connsiteY100756" fmla="*/ 1439303 h 2398711"/>
              <a:gd name="connsiteX100757" fmla="*/ 616665 w 2119654"/>
              <a:gd name="connsiteY100757" fmla="*/ 585588 h 2398711"/>
              <a:gd name="connsiteX100758" fmla="*/ 615452 w 2119654"/>
              <a:gd name="connsiteY100758" fmla="*/ 589916 h 2398711"/>
              <a:gd name="connsiteX100759" fmla="*/ 616421 w 2119654"/>
              <a:gd name="connsiteY100759" fmla="*/ 590396 h 2398711"/>
              <a:gd name="connsiteX100760" fmla="*/ 617016 w 2119654"/>
              <a:gd name="connsiteY100760" fmla="*/ 587724 h 2398711"/>
              <a:gd name="connsiteX100761" fmla="*/ 617171 w 2119654"/>
              <a:gd name="connsiteY100761" fmla="*/ 586965 h 2398711"/>
              <a:gd name="connsiteX100762" fmla="*/ 686974 w 2119654"/>
              <a:gd name="connsiteY100762" fmla="*/ 428032 h 2398711"/>
              <a:gd name="connsiteX100763" fmla="*/ 686254 w 2119654"/>
              <a:gd name="connsiteY100763" fmla="*/ 430822 h 2398711"/>
              <a:gd name="connsiteX100764" fmla="*/ 685893 w 2119654"/>
              <a:gd name="connsiteY100764" fmla="*/ 433478 h 2398711"/>
              <a:gd name="connsiteX100765" fmla="*/ 686695 w 2119654"/>
              <a:gd name="connsiteY100765" fmla="*/ 433943 h 2398711"/>
              <a:gd name="connsiteX100766" fmla="*/ 688182 w 2119654"/>
              <a:gd name="connsiteY100766" fmla="*/ 429576 h 2398711"/>
              <a:gd name="connsiteX100767" fmla="*/ 627813 w 2119654"/>
              <a:gd name="connsiteY100767" fmla="*/ 560442 h 2398711"/>
              <a:gd name="connsiteX100768" fmla="*/ 631620 w 2119654"/>
              <a:gd name="connsiteY100768" fmla="*/ 563789 h 2398711"/>
              <a:gd name="connsiteX100769" fmla="*/ 630977 w 2119654"/>
              <a:gd name="connsiteY100769" fmla="*/ 561401 h 2398711"/>
              <a:gd name="connsiteX100770" fmla="*/ 219140 w 2119654"/>
              <a:gd name="connsiteY100770" fmla="*/ 1475433 h 2398711"/>
              <a:gd name="connsiteX100771" fmla="*/ 219504 w 2119654"/>
              <a:gd name="connsiteY100771" fmla="*/ 1475737 h 2398711"/>
              <a:gd name="connsiteX100772" fmla="*/ 219259 w 2119654"/>
              <a:gd name="connsiteY100772" fmla="*/ 1475310 h 2398711"/>
              <a:gd name="connsiteX100773" fmla="*/ 244313 w 2119654"/>
              <a:gd name="connsiteY100773" fmla="*/ 1419060 h 2398711"/>
              <a:gd name="connsiteX100774" fmla="*/ 245343 w 2119654"/>
              <a:gd name="connsiteY100774" fmla="*/ 1420652 h 2398711"/>
              <a:gd name="connsiteX100775" fmla="*/ 259131 w 2119654"/>
              <a:gd name="connsiteY100775" fmla="*/ 1428056 h 2398711"/>
              <a:gd name="connsiteX100776" fmla="*/ 258668 w 2119654"/>
              <a:gd name="connsiteY100776" fmla="*/ 1427003 h 2398711"/>
              <a:gd name="connsiteX100777" fmla="*/ 252971 w 2119654"/>
              <a:gd name="connsiteY100777" fmla="*/ 1423063 h 2398711"/>
              <a:gd name="connsiteX100778" fmla="*/ 250948 w 2119654"/>
              <a:gd name="connsiteY100778" fmla="*/ 1421621 h 2398711"/>
              <a:gd name="connsiteX100779" fmla="*/ 623888 w 2119654"/>
              <a:gd name="connsiteY100779" fmla="*/ 569096 h 2398711"/>
              <a:gd name="connsiteX100780" fmla="*/ 623012 w 2119654"/>
              <a:gd name="connsiteY100780" fmla="*/ 574532 h 2398711"/>
              <a:gd name="connsiteX100781" fmla="*/ 623064 w 2119654"/>
              <a:gd name="connsiteY100781" fmla="*/ 574615 h 2398711"/>
              <a:gd name="connsiteX100782" fmla="*/ 623921 w 2119654"/>
              <a:gd name="connsiteY100782" fmla="*/ 569140 h 2398711"/>
              <a:gd name="connsiteX100783" fmla="*/ 220095 w 2119654"/>
              <a:gd name="connsiteY100783" fmla="*/ 1473226 h 2398711"/>
              <a:gd name="connsiteX100784" fmla="*/ 220408 w 2119654"/>
              <a:gd name="connsiteY100784" fmla="*/ 1473770 h 2398711"/>
              <a:gd name="connsiteX100785" fmla="*/ 220647 w 2119654"/>
              <a:gd name="connsiteY100785" fmla="*/ 1473523 h 2398711"/>
              <a:gd name="connsiteX100786" fmla="*/ 657729 w 2119654"/>
              <a:gd name="connsiteY100786" fmla="*/ 493224 h 2398711"/>
              <a:gd name="connsiteX100787" fmla="*/ 657790 w 2119654"/>
              <a:gd name="connsiteY100787" fmla="*/ 493480 h 2398711"/>
              <a:gd name="connsiteX100788" fmla="*/ 661969 w 2119654"/>
              <a:gd name="connsiteY100788" fmla="*/ 497956 h 2398711"/>
              <a:gd name="connsiteX100789" fmla="*/ 662120 w 2119654"/>
              <a:gd name="connsiteY100789" fmla="*/ 495175 h 2398711"/>
              <a:gd name="connsiteX100790" fmla="*/ 668870 w 2119654"/>
              <a:gd name="connsiteY100790" fmla="*/ 468203 h 2398711"/>
              <a:gd name="connsiteX100791" fmla="*/ 668840 w 2119654"/>
              <a:gd name="connsiteY100791" fmla="*/ 468434 h 2398711"/>
              <a:gd name="connsiteX100792" fmla="*/ 668856 w 2119654"/>
              <a:gd name="connsiteY100792" fmla="*/ 468443 h 2398711"/>
              <a:gd name="connsiteX100793" fmla="*/ 327918 w 2119654"/>
              <a:gd name="connsiteY100793" fmla="*/ 1231601 h 2398711"/>
              <a:gd name="connsiteX100794" fmla="*/ 328174 w 2119654"/>
              <a:gd name="connsiteY100794" fmla="*/ 1232462 h 2398711"/>
              <a:gd name="connsiteX100795" fmla="*/ 329065 w 2119654"/>
              <a:gd name="connsiteY100795" fmla="*/ 1233152 h 2398711"/>
              <a:gd name="connsiteX100796" fmla="*/ 226531 w 2119654"/>
              <a:gd name="connsiteY100796" fmla="*/ 1458562 h 2398711"/>
              <a:gd name="connsiteX100797" fmla="*/ 230441 w 2119654"/>
              <a:gd name="connsiteY100797" fmla="*/ 1463389 h 2398711"/>
              <a:gd name="connsiteX100798" fmla="*/ 232055 w 2119654"/>
              <a:gd name="connsiteY100798" fmla="*/ 1461719 h 2398711"/>
              <a:gd name="connsiteX100799" fmla="*/ 695941 w 2119654"/>
              <a:gd name="connsiteY100799" fmla="*/ 407246 h 2398711"/>
              <a:gd name="connsiteX100800" fmla="*/ 694112 w 2119654"/>
              <a:gd name="connsiteY100800" fmla="*/ 412614 h 2398711"/>
              <a:gd name="connsiteX100801" fmla="*/ 704710 w 2119654"/>
              <a:gd name="connsiteY100801" fmla="*/ 418936 h 2398711"/>
              <a:gd name="connsiteX100802" fmla="*/ 297426 w 2119654"/>
              <a:gd name="connsiteY100802" fmla="*/ 1299574 h 2398711"/>
              <a:gd name="connsiteX100803" fmla="*/ 298127 w 2119654"/>
              <a:gd name="connsiteY100803" fmla="*/ 1302024 h 2398711"/>
              <a:gd name="connsiteX100804" fmla="*/ 299205 w 2119654"/>
              <a:gd name="connsiteY100804" fmla="*/ 1303509 h 2398711"/>
              <a:gd name="connsiteX100805" fmla="*/ 300280 w 2119654"/>
              <a:gd name="connsiteY100805" fmla="*/ 1303932 h 2398711"/>
              <a:gd name="connsiteX100806" fmla="*/ 298971 w 2119654"/>
              <a:gd name="connsiteY100806" fmla="*/ 1300911 h 2398711"/>
              <a:gd name="connsiteX100807" fmla="*/ 274167 w 2119654"/>
              <a:gd name="connsiteY100807" fmla="*/ 1351653 h 2398711"/>
              <a:gd name="connsiteX100808" fmla="*/ 275227 w 2119654"/>
              <a:gd name="connsiteY100808" fmla="*/ 1353390 h 2398711"/>
              <a:gd name="connsiteX100809" fmla="*/ 276307 w 2119654"/>
              <a:gd name="connsiteY100809" fmla="*/ 1353921 h 2398711"/>
              <a:gd name="connsiteX100810" fmla="*/ 275509 w 2119654"/>
              <a:gd name="connsiteY100810" fmla="*/ 1352227 h 2398711"/>
              <a:gd name="connsiteX100811" fmla="*/ 594867 w 2119654"/>
              <a:gd name="connsiteY100811" fmla="*/ 633434 h 2398711"/>
              <a:gd name="connsiteX100812" fmla="*/ 594868 w 2119654"/>
              <a:gd name="connsiteY100812" fmla="*/ 633803 h 2398711"/>
              <a:gd name="connsiteX100813" fmla="*/ 596958 w 2119654"/>
              <a:gd name="connsiteY100813" fmla="*/ 636084 h 2398711"/>
              <a:gd name="connsiteX100814" fmla="*/ 597120 w 2119654"/>
              <a:gd name="connsiteY100814" fmla="*/ 635779 h 2398711"/>
              <a:gd name="connsiteX100815" fmla="*/ 597139 w 2119654"/>
              <a:gd name="connsiteY100815" fmla="*/ 634155 h 2398711"/>
              <a:gd name="connsiteX100816" fmla="*/ 597109 w 2119654"/>
              <a:gd name="connsiteY100816" fmla="*/ 634008 h 2398711"/>
              <a:gd name="connsiteX100817" fmla="*/ 326875 w 2119654"/>
              <a:gd name="connsiteY100817" fmla="*/ 1233514 h 2398711"/>
              <a:gd name="connsiteX100818" fmla="*/ 327111 w 2119654"/>
              <a:gd name="connsiteY100818" fmla="*/ 1235350 h 2398711"/>
              <a:gd name="connsiteX100819" fmla="*/ 328434 w 2119654"/>
              <a:gd name="connsiteY100819" fmla="*/ 1236351 h 2398711"/>
              <a:gd name="connsiteX100820" fmla="*/ 328168 w 2119654"/>
              <a:gd name="connsiteY100820" fmla="*/ 1235458 h 2398711"/>
              <a:gd name="connsiteX100821" fmla="*/ 686683 w 2119654"/>
              <a:gd name="connsiteY100821" fmla="*/ 427660 h 2398711"/>
              <a:gd name="connsiteX100822" fmla="*/ 686596 w 2119654"/>
              <a:gd name="connsiteY100822" fmla="*/ 428304 h 2398711"/>
              <a:gd name="connsiteX100823" fmla="*/ 686742 w 2119654"/>
              <a:gd name="connsiteY100823" fmla="*/ 427736 h 2398711"/>
              <a:gd name="connsiteX100824" fmla="*/ 262815 w 2119654"/>
              <a:gd name="connsiteY100824" fmla="*/ 1376729 h 2398711"/>
              <a:gd name="connsiteX100825" fmla="*/ 268514 w 2119654"/>
              <a:gd name="connsiteY100825" fmla="*/ 1381407 h 2398711"/>
              <a:gd name="connsiteX100826" fmla="*/ 268456 w 2119654"/>
              <a:gd name="connsiteY100826" fmla="*/ 1381259 h 2398711"/>
              <a:gd name="connsiteX100827" fmla="*/ 266512 w 2119654"/>
              <a:gd name="connsiteY100827" fmla="*/ 1378906 h 2398711"/>
              <a:gd name="connsiteX100828" fmla="*/ 265354 w 2119654"/>
              <a:gd name="connsiteY100828" fmla="*/ 1377758 h 2398711"/>
              <a:gd name="connsiteX100829" fmla="*/ 681166 w 2119654"/>
              <a:gd name="connsiteY100829" fmla="*/ 439653 h 2398711"/>
              <a:gd name="connsiteX100830" fmla="*/ 679965 w 2119654"/>
              <a:gd name="connsiteY100830" fmla="*/ 443870 h 2398711"/>
              <a:gd name="connsiteX100831" fmla="*/ 682112 w 2119654"/>
              <a:gd name="connsiteY100831" fmla="*/ 445660 h 2398711"/>
              <a:gd name="connsiteX100832" fmla="*/ 682914 w 2119654"/>
              <a:gd name="connsiteY100832" fmla="*/ 442555 h 2398711"/>
              <a:gd name="connsiteX100833" fmla="*/ 681290 w 2119654"/>
              <a:gd name="connsiteY100833" fmla="*/ 439741 h 2398711"/>
              <a:gd name="connsiteX100834" fmla="*/ 630569 w 2119654"/>
              <a:gd name="connsiteY100834" fmla="*/ 552870 h 2398711"/>
              <a:gd name="connsiteX100835" fmla="*/ 630911 w 2119654"/>
              <a:gd name="connsiteY100835" fmla="*/ 554142 h 2398711"/>
              <a:gd name="connsiteX100836" fmla="*/ 631215 w 2119654"/>
              <a:gd name="connsiteY100836" fmla="*/ 554399 h 2398711"/>
              <a:gd name="connsiteX100837" fmla="*/ 631095 w 2119654"/>
              <a:gd name="connsiteY100837" fmla="*/ 553662 h 2398711"/>
              <a:gd name="connsiteX100838" fmla="*/ 574072 w 2119654"/>
              <a:gd name="connsiteY100838" fmla="*/ 679046 h 2398711"/>
              <a:gd name="connsiteX100839" fmla="*/ 574264 w 2119654"/>
              <a:gd name="connsiteY100839" fmla="*/ 679573 h 2398711"/>
              <a:gd name="connsiteX100840" fmla="*/ 574408 w 2119654"/>
              <a:gd name="connsiteY100840" fmla="*/ 679293 h 2398711"/>
              <a:gd name="connsiteX100841" fmla="*/ 283152 w 2119654"/>
              <a:gd name="connsiteY100841" fmla="*/ 1330350 h 2398711"/>
              <a:gd name="connsiteX100842" fmla="*/ 283522 w 2119654"/>
              <a:gd name="connsiteY100842" fmla="*/ 1331632 h 2398711"/>
              <a:gd name="connsiteX100843" fmla="*/ 283546 w 2119654"/>
              <a:gd name="connsiteY100843" fmla="*/ 1331656 h 2398711"/>
              <a:gd name="connsiteX100844" fmla="*/ 289331 w 2119654"/>
              <a:gd name="connsiteY100844" fmla="*/ 1337345 h 2398711"/>
              <a:gd name="connsiteX100845" fmla="*/ 287674 w 2119654"/>
              <a:gd name="connsiteY100845" fmla="*/ 1333886 h 2398711"/>
              <a:gd name="connsiteX100846" fmla="*/ 750863 w 2119654"/>
              <a:gd name="connsiteY100846" fmla="*/ 282811 h 2398711"/>
              <a:gd name="connsiteX100847" fmla="*/ 749163 w 2119654"/>
              <a:gd name="connsiteY100847" fmla="*/ 291598 h 2398711"/>
              <a:gd name="connsiteX100848" fmla="*/ 755349 w 2119654"/>
              <a:gd name="connsiteY100848" fmla="*/ 296414 h 2398711"/>
              <a:gd name="connsiteX100849" fmla="*/ 755691 w 2119654"/>
              <a:gd name="connsiteY100849" fmla="*/ 287993 h 2398711"/>
              <a:gd name="connsiteX100850" fmla="*/ 269999 w 2119654"/>
              <a:gd name="connsiteY100850" fmla="*/ 1359290 h 2398711"/>
              <a:gd name="connsiteX100851" fmla="*/ 274073 w 2119654"/>
              <a:gd name="connsiteY100851" fmla="*/ 1361776 h 2398711"/>
              <a:gd name="connsiteX100852" fmla="*/ 273019 w 2119654"/>
              <a:gd name="connsiteY100852" fmla="*/ 1360051 h 2398711"/>
              <a:gd name="connsiteX100853" fmla="*/ 271340 w 2119654"/>
              <a:gd name="connsiteY100853" fmla="*/ 1358609 h 2398711"/>
              <a:gd name="connsiteX100854" fmla="*/ 225357 w 2119654"/>
              <a:gd name="connsiteY100854" fmla="*/ 1459240 h 2398711"/>
              <a:gd name="connsiteX100855" fmla="*/ 228543 w 2119654"/>
              <a:gd name="connsiteY100855" fmla="*/ 1463226 h 2398711"/>
              <a:gd name="connsiteX100856" fmla="*/ 229191 w 2119654"/>
              <a:gd name="connsiteY100856" fmla="*/ 1463454 h 2398711"/>
              <a:gd name="connsiteX100857" fmla="*/ 609704 w 2119654"/>
              <a:gd name="connsiteY100857" fmla="*/ 598527 h 2398711"/>
              <a:gd name="connsiteX100858" fmla="*/ 609588 w 2119654"/>
              <a:gd name="connsiteY100858" fmla="*/ 603818 h 2398711"/>
              <a:gd name="connsiteX100859" fmla="*/ 610205 w 2119654"/>
              <a:gd name="connsiteY100859" fmla="*/ 604186 h 2398711"/>
              <a:gd name="connsiteX100860" fmla="*/ 610398 w 2119654"/>
              <a:gd name="connsiteY100860" fmla="*/ 603497 h 2398711"/>
              <a:gd name="connsiteX100861" fmla="*/ 609936 w 2119654"/>
              <a:gd name="connsiteY100861" fmla="*/ 598628 h 2398711"/>
              <a:gd name="connsiteX100862" fmla="*/ 595847 w 2119654"/>
              <a:gd name="connsiteY100862" fmla="*/ 629105 h 2398711"/>
              <a:gd name="connsiteX100863" fmla="*/ 596021 w 2119654"/>
              <a:gd name="connsiteY100863" fmla="*/ 629278 h 2398711"/>
              <a:gd name="connsiteX100864" fmla="*/ 595981 w 2119654"/>
              <a:gd name="connsiteY100864" fmla="*/ 629163 h 2398711"/>
              <a:gd name="connsiteX100865" fmla="*/ 326656 w 2119654"/>
              <a:gd name="connsiteY100865" fmla="*/ 1231814 h 2398711"/>
              <a:gd name="connsiteX100866" fmla="*/ 326764 w 2119654"/>
              <a:gd name="connsiteY100866" fmla="*/ 1232655 h 2398711"/>
              <a:gd name="connsiteX100867" fmla="*/ 327794 w 2119654"/>
              <a:gd name="connsiteY100867" fmla="*/ 1234203 h 2398711"/>
              <a:gd name="connsiteX100868" fmla="*/ 327209 w 2119654"/>
              <a:gd name="connsiteY100868" fmla="*/ 1232242 h 2398711"/>
              <a:gd name="connsiteX100869" fmla="*/ 309318 w 2119654"/>
              <a:gd name="connsiteY100869" fmla="*/ 1270512 h 2398711"/>
              <a:gd name="connsiteX100870" fmla="*/ 309566 w 2119654"/>
              <a:gd name="connsiteY100870" fmla="*/ 1271279 h 2398711"/>
              <a:gd name="connsiteX100871" fmla="*/ 310657 w 2119654"/>
              <a:gd name="connsiteY100871" fmla="*/ 1272267 h 2398711"/>
              <a:gd name="connsiteX100872" fmla="*/ 669370 w 2119654"/>
              <a:gd name="connsiteY100872" fmla="*/ 464235 h 2398711"/>
              <a:gd name="connsiteX100873" fmla="*/ 669078 w 2119654"/>
              <a:gd name="connsiteY100873" fmla="*/ 466549 h 2398711"/>
              <a:gd name="connsiteX100874" fmla="*/ 669003 w 2119654"/>
              <a:gd name="connsiteY100874" fmla="*/ 468537 h 2398711"/>
              <a:gd name="connsiteX100875" fmla="*/ 669380 w 2119654"/>
              <a:gd name="connsiteY100875" fmla="*/ 468780 h 2398711"/>
              <a:gd name="connsiteX100876" fmla="*/ 669350 w 2119654"/>
              <a:gd name="connsiteY100876" fmla="*/ 465971 h 2398711"/>
              <a:gd name="connsiteX100877" fmla="*/ 572975 w 2119654"/>
              <a:gd name="connsiteY100877" fmla="*/ 680040 h 2398711"/>
              <a:gd name="connsiteX100878" fmla="*/ 572972 w 2119654"/>
              <a:gd name="connsiteY100878" fmla="*/ 680323 h 2398711"/>
              <a:gd name="connsiteX100879" fmla="*/ 573073 w 2119654"/>
              <a:gd name="connsiteY100879" fmla="*/ 680675 h 2398711"/>
              <a:gd name="connsiteX100880" fmla="*/ 573481 w 2119654"/>
              <a:gd name="connsiteY100880" fmla="*/ 681097 h 2398711"/>
              <a:gd name="connsiteX100881" fmla="*/ 573504 w 2119654"/>
              <a:gd name="connsiteY100881" fmla="*/ 681052 h 2398711"/>
              <a:gd name="connsiteX100882" fmla="*/ 281428 w 2119654"/>
              <a:gd name="connsiteY100882" fmla="*/ 1332847 h 2398711"/>
              <a:gd name="connsiteX100883" fmla="*/ 281789 w 2119654"/>
              <a:gd name="connsiteY100883" fmla="*/ 1333473 h 2398711"/>
              <a:gd name="connsiteX100884" fmla="*/ 281680 w 2119654"/>
              <a:gd name="connsiteY100884" fmla="*/ 1333096 h 2398711"/>
              <a:gd name="connsiteX100885" fmla="*/ 600183 w 2119654"/>
              <a:gd name="connsiteY100885" fmla="*/ 619015 h 2398711"/>
              <a:gd name="connsiteX100886" fmla="*/ 599954 w 2119654"/>
              <a:gd name="connsiteY100886" fmla="*/ 620702 h 2398711"/>
              <a:gd name="connsiteX100887" fmla="*/ 603932 w 2119654"/>
              <a:gd name="connsiteY100887" fmla="*/ 622949 h 2398711"/>
              <a:gd name="connsiteX100888" fmla="*/ 604127 w 2119654"/>
              <a:gd name="connsiteY100888" fmla="*/ 622581 h 2398711"/>
              <a:gd name="connsiteX100889" fmla="*/ 250759 w 2119654"/>
              <a:gd name="connsiteY100889" fmla="*/ 1401278 h 2398711"/>
              <a:gd name="connsiteX100890" fmla="*/ 252596 w 2119654"/>
              <a:gd name="connsiteY100890" fmla="*/ 1405446 h 2398711"/>
              <a:gd name="connsiteX100891" fmla="*/ 260127 w 2119654"/>
              <a:gd name="connsiteY100891" fmla="*/ 1420573 h 2398711"/>
              <a:gd name="connsiteX100892" fmla="*/ 262851 w 2119654"/>
              <a:gd name="connsiteY100892" fmla="*/ 1422818 h 2398711"/>
              <a:gd name="connsiteX100893" fmla="*/ 267682 w 2119654"/>
              <a:gd name="connsiteY100893" fmla="*/ 1425520 h 2398711"/>
              <a:gd name="connsiteX100894" fmla="*/ 267998 w 2119654"/>
              <a:gd name="connsiteY100894" fmla="*/ 1425202 h 2398711"/>
              <a:gd name="connsiteX100895" fmla="*/ 255444 w 2119654"/>
              <a:gd name="connsiteY100895" fmla="*/ 1405817 h 2398711"/>
              <a:gd name="connsiteX100896" fmla="*/ 258850 w 2119654"/>
              <a:gd name="connsiteY100896" fmla="*/ 1383055 h 2398711"/>
              <a:gd name="connsiteX100897" fmla="*/ 262105 w 2119654"/>
              <a:gd name="connsiteY100897" fmla="*/ 1387816 h 2398711"/>
              <a:gd name="connsiteX100898" fmla="*/ 268296 w 2119654"/>
              <a:gd name="connsiteY100898" fmla="*/ 1392899 h 2398711"/>
              <a:gd name="connsiteX100899" fmla="*/ 270195 w 2119654"/>
              <a:gd name="connsiteY100899" fmla="*/ 1394000 h 2398711"/>
              <a:gd name="connsiteX100900" fmla="*/ 270337 w 2119654"/>
              <a:gd name="connsiteY100900" fmla="*/ 1394056 h 2398711"/>
              <a:gd name="connsiteX100901" fmla="*/ 262226 w 2119654"/>
              <a:gd name="connsiteY100901" fmla="*/ 1385624 h 2398711"/>
              <a:gd name="connsiteX100902" fmla="*/ 654294 w 2119654"/>
              <a:gd name="connsiteY100902" fmla="*/ 497406 h 2398711"/>
              <a:gd name="connsiteX100903" fmla="*/ 654961 w 2119654"/>
              <a:gd name="connsiteY100903" fmla="*/ 499886 h 2398711"/>
              <a:gd name="connsiteX100904" fmla="*/ 656458 w 2119654"/>
              <a:gd name="connsiteY100904" fmla="*/ 502143 h 2398711"/>
              <a:gd name="connsiteX100905" fmla="*/ 657973 w 2119654"/>
              <a:gd name="connsiteY100905" fmla="*/ 502885 h 2398711"/>
              <a:gd name="connsiteX100906" fmla="*/ 657853 w 2119654"/>
              <a:gd name="connsiteY100906" fmla="*/ 502381 h 2398711"/>
              <a:gd name="connsiteX100907" fmla="*/ 657309 w 2119654"/>
              <a:gd name="connsiteY100907" fmla="*/ 499025 h 2398711"/>
              <a:gd name="connsiteX100908" fmla="*/ 703145 w 2119654"/>
              <a:gd name="connsiteY100908" fmla="*/ 387983 h 2398711"/>
              <a:gd name="connsiteX100909" fmla="*/ 707120 w 2119654"/>
              <a:gd name="connsiteY100909" fmla="*/ 392862 h 2398711"/>
              <a:gd name="connsiteX100910" fmla="*/ 706586 w 2119654"/>
              <a:gd name="connsiteY100910" fmla="*/ 389358 h 2398711"/>
              <a:gd name="connsiteX100911" fmla="*/ 692219 w 2119654"/>
              <a:gd name="connsiteY100911" fmla="*/ 412448 h 2398711"/>
              <a:gd name="connsiteX100912" fmla="*/ 692206 w 2119654"/>
              <a:gd name="connsiteY100912" fmla="*/ 417766 h 2398711"/>
              <a:gd name="connsiteX100913" fmla="*/ 693714 w 2119654"/>
              <a:gd name="connsiteY100913" fmla="*/ 413339 h 2398711"/>
              <a:gd name="connsiteX100914" fmla="*/ 724403 w 2119654"/>
              <a:gd name="connsiteY100914" fmla="*/ 340360 h 2398711"/>
              <a:gd name="connsiteX100915" fmla="*/ 725166 w 2119654"/>
              <a:gd name="connsiteY100915" fmla="*/ 355834 h 2398711"/>
              <a:gd name="connsiteX100916" fmla="*/ 732300 w 2119654"/>
              <a:gd name="connsiteY100916" fmla="*/ 368659 h 2398711"/>
              <a:gd name="connsiteX100917" fmla="*/ 735215 w 2119654"/>
              <a:gd name="connsiteY100917" fmla="*/ 355067 h 2398711"/>
              <a:gd name="connsiteX100918" fmla="*/ 683266 w 2119654"/>
              <a:gd name="connsiteY100918" fmla="*/ 432279 h 2398711"/>
              <a:gd name="connsiteX100919" fmla="*/ 683105 w 2119654"/>
              <a:gd name="connsiteY100919" fmla="*/ 432843 h 2398711"/>
              <a:gd name="connsiteX100920" fmla="*/ 684707 w 2119654"/>
              <a:gd name="connsiteY100920" fmla="*/ 435616 h 2398711"/>
              <a:gd name="connsiteX100921" fmla="*/ 685269 w 2119654"/>
              <a:gd name="connsiteY100921" fmla="*/ 433439 h 2398711"/>
              <a:gd name="connsiteX100922" fmla="*/ 685193 w 2119654"/>
              <a:gd name="connsiteY100922" fmla="*/ 433394 h 2398711"/>
              <a:gd name="connsiteX100923" fmla="*/ 757023 w 2119654"/>
              <a:gd name="connsiteY100923" fmla="*/ 267039 h 2398711"/>
              <a:gd name="connsiteX100924" fmla="*/ 756200 w 2119654"/>
              <a:gd name="connsiteY100924" fmla="*/ 287324 h 2398711"/>
              <a:gd name="connsiteX100925" fmla="*/ 760605 w 2119654"/>
              <a:gd name="connsiteY100925" fmla="*/ 291866 h 2398711"/>
              <a:gd name="connsiteX100926" fmla="*/ 765244 w 2119654"/>
              <a:gd name="connsiteY100926" fmla="*/ 279182 h 2398711"/>
              <a:gd name="connsiteX100927" fmla="*/ 767232 w 2119654"/>
              <a:gd name="connsiteY100927" fmla="*/ 274351 h 2398711"/>
              <a:gd name="connsiteX100928" fmla="*/ 609746 w 2119654"/>
              <a:gd name="connsiteY100928" fmla="*/ 596617 h 2398711"/>
              <a:gd name="connsiteX100929" fmla="*/ 609722 w 2119654"/>
              <a:gd name="connsiteY100929" fmla="*/ 597705 h 2398711"/>
              <a:gd name="connsiteX100930" fmla="*/ 609854 w 2119654"/>
              <a:gd name="connsiteY100930" fmla="*/ 597756 h 2398711"/>
              <a:gd name="connsiteX100931" fmla="*/ 618101 w 2119654"/>
              <a:gd name="connsiteY100931" fmla="*/ 577795 h 2398711"/>
              <a:gd name="connsiteX100932" fmla="*/ 618188 w 2119654"/>
              <a:gd name="connsiteY100932" fmla="*/ 577868 h 2398711"/>
              <a:gd name="connsiteX100933" fmla="*/ 618192 w 2119654"/>
              <a:gd name="connsiteY100933" fmla="*/ 577830 h 2398711"/>
              <a:gd name="connsiteX100934" fmla="*/ 309069 w 2119654"/>
              <a:gd name="connsiteY100934" fmla="*/ 1269743 h 2398711"/>
              <a:gd name="connsiteX100935" fmla="*/ 309192 w 2119654"/>
              <a:gd name="connsiteY100935" fmla="*/ 1270124 h 2398711"/>
              <a:gd name="connsiteX100936" fmla="*/ 311406 w 2119654"/>
              <a:gd name="connsiteY100936" fmla="*/ 1272944 h 2398711"/>
              <a:gd name="connsiteX100937" fmla="*/ 312795 w 2119654"/>
              <a:gd name="connsiteY100937" fmla="*/ 1274200 h 2398711"/>
              <a:gd name="connsiteX100938" fmla="*/ 311640 w 2119654"/>
              <a:gd name="connsiteY100938" fmla="*/ 1271835 h 2398711"/>
              <a:gd name="connsiteX100939" fmla="*/ 594860 w 2119654"/>
              <a:gd name="connsiteY100939" fmla="*/ 629705 h 2398711"/>
              <a:gd name="connsiteX100940" fmla="*/ 594865 w 2119654"/>
              <a:gd name="connsiteY100940" fmla="*/ 632085 h 2398711"/>
              <a:gd name="connsiteX100941" fmla="*/ 596812 w 2119654"/>
              <a:gd name="connsiteY100941" fmla="*/ 632501 h 2398711"/>
              <a:gd name="connsiteX100942" fmla="*/ 596388 w 2119654"/>
              <a:gd name="connsiteY100942" fmla="*/ 630355 h 2398711"/>
              <a:gd name="connsiteX100943" fmla="*/ 268317 w 2119654"/>
              <a:gd name="connsiteY100943" fmla="*/ 1360794 h 2398711"/>
              <a:gd name="connsiteX100944" fmla="*/ 270351 w 2119654"/>
              <a:gd name="connsiteY100944" fmla="*/ 1366021 h 2398711"/>
              <a:gd name="connsiteX100945" fmla="*/ 272464 w 2119654"/>
              <a:gd name="connsiteY100945" fmla="*/ 1367470 h 2398711"/>
              <a:gd name="connsiteX100946" fmla="*/ 272655 w 2119654"/>
              <a:gd name="connsiteY100946" fmla="*/ 1367548 h 2398711"/>
              <a:gd name="connsiteX100947" fmla="*/ 625989 w 2119654"/>
              <a:gd name="connsiteY100947" fmla="*/ 559890 h 2398711"/>
              <a:gd name="connsiteX100948" fmla="*/ 625954 w 2119654"/>
              <a:gd name="connsiteY100948" fmla="*/ 560116 h 2398711"/>
              <a:gd name="connsiteX100949" fmla="*/ 630469 w 2119654"/>
              <a:gd name="connsiteY100949" fmla="*/ 564501 h 2398711"/>
              <a:gd name="connsiteX100950" fmla="*/ 632484 w 2119654"/>
              <a:gd name="connsiteY100950" fmla="*/ 567218 h 2398711"/>
              <a:gd name="connsiteX100951" fmla="*/ 632500 w 2119654"/>
              <a:gd name="connsiteY100951" fmla="*/ 567066 h 2398711"/>
              <a:gd name="connsiteX100952" fmla="*/ 631770 w 2119654"/>
              <a:gd name="connsiteY100952" fmla="*/ 564349 h 2398711"/>
              <a:gd name="connsiteX100953" fmla="*/ 627069 w 2119654"/>
              <a:gd name="connsiteY100953" fmla="*/ 560217 h 2398711"/>
              <a:gd name="connsiteX100954" fmla="*/ 573000 w 2119654"/>
              <a:gd name="connsiteY100954" fmla="*/ 678255 h 2398711"/>
              <a:gd name="connsiteX100955" fmla="*/ 572995 w 2119654"/>
              <a:gd name="connsiteY100955" fmla="*/ 678622 h 2398711"/>
              <a:gd name="connsiteX100956" fmla="*/ 573880 w 2119654"/>
              <a:gd name="connsiteY100956" fmla="*/ 680319 h 2398711"/>
              <a:gd name="connsiteX100957" fmla="*/ 574183 w 2119654"/>
              <a:gd name="connsiteY100957" fmla="*/ 679730 h 2398711"/>
              <a:gd name="connsiteX100958" fmla="*/ 573884 w 2119654"/>
              <a:gd name="connsiteY100958" fmla="*/ 678907 h 2398711"/>
              <a:gd name="connsiteX100959" fmla="*/ 626074 w 2119654"/>
              <a:gd name="connsiteY100959" fmla="*/ 559343 h 2398711"/>
              <a:gd name="connsiteX100960" fmla="*/ 626031 w 2119654"/>
              <a:gd name="connsiteY100960" fmla="*/ 559619 h 2398711"/>
              <a:gd name="connsiteX100961" fmla="*/ 626563 w 2119654"/>
              <a:gd name="connsiteY100961" fmla="*/ 559772 h 2398711"/>
              <a:gd name="connsiteX100962" fmla="*/ 251115 w 2119654"/>
              <a:gd name="connsiteY100962" fmla="*/ 1398674 h 2398711"/>
              <a:gd name="connsiteX100963" fmla="*/ 255039 w 2119654"/>
              <a:gd name="connsiteY100963" fmla="*/ 1404733 h 2398711"/>
              <a:gd name="connsiteX100964" fmla="*/ 257641 w 2119654"/>
              <a:gd name="connsiteY100964" fmla="*/ 1407255 h 2398711"/>
              <a:gd name="connsiteX100965" fmla="*/ 274551 w 2119654"/>
              <a:gd name="connsiteY100965" fmla="*/ 1418606 h 2398711"/>
              <a:gd name="connsiteX100966" fmla="*/ 277524 w 2119654"/>
              <a:gd name="connsiteY100966" fmla="*/ 1415613 h 2398711"/>
              <a:gd name="connsiteX100967" fmla="*/ 261868 w 2119654"/>
              <a:gd name="connsiteY100967" fmla="*/ 1406856 h 2398711"/>
              <a:gd name="connsiteX100968" fmla="*/ 663340 w 2119654"/>
              <a:gd name="connsiteY100968" fmla="*/ 475591 h 2398711"/>
              <a:gd name="connsiteX100969" fmla="*/ 662985 w 2119654"/>
              <a:gd name="connsiteY100969" fmla="*/ 482157 h 2398711"/>
              <a:gd name="connsiteX100970" fmla="*/ 666327 w 2119654"/>
              <a:gd name="connsiteY100970" fmla="*/ 485508 h 2398711"/>
              <a:gd name="connsiteX100971" fmla="*/ 667231 w 2119654"/>
              <a:gd name="connsiteY100971" fmla="*/ 478341 h 2398711"/>
              <a:gd name="connsiteX100972" fmla="*/ 189387 w 2119654"/>
              <a:gd name="connsiteY100972" fmla="*/ 1536858 h 2398711"/>
              <a:gd name="connsiteX100973" fmla="*/ 204940 w 2119654"/>
              <a:gd name="connsiteY100973" fmla="*/ 1555945 h 2398711"/>
              <a:gd name="connsiteX100974" fmla="*/ 205601 w 2119654"/>
              <a:gd name="connsiteY100974" fmla="*/ 1556645 h 2398711"/>
              <a:gd name="connsiteX100975" fmla="*/ 212065 w 2119654"/>
              <a:gd name="connsiteY100975" fmla="*/ 1559331 h 2398711"/>
              <a:gd name="connsiteX100976" fmla="*/ 217165 w 2119654"/>
              <a:gd name="connsiteY100976" fmla="*/ 1561215 h 2398711"/>
              <a:gd name="connsiteX100977" fmla="*/ 225099 w 2119654"/>
              <a:gd name="connsiteY100977" fmla="*/ 1563591 h 2398711"/>
              <a:gd name="connsiteX100978" fmla="*/ 220653 w 2119654"/>
              <a:gd name="connsiteY100978" fmla="*/ 1555864 h 2398711"/>
              <a:gd name="connsiteX100979" fmla="*/ 219373 w 2119654"/>
              <a:gd name="connsiteY100979" fmla="*/ 1555571 h 2398711"/>
              <a:gd name="connsiteX100980" fmla="*/ 219127 w 2119654"/>
              <a:gd name="connsiteY100980" fmla="*/ 1555202 h 2398711"/>
              <a:gd name="connsiteX100981" fmla="*/ 220446 w 2119654"/>
              <a:gd name="connsiteY100981" fmla="*/ 1555503 h 2398711"/>
              <a:gd name="connsiteX100982" fmla="*/ 219620 w 2119654"/>
              <a:gd name="connsiteY100982" fmla="*/ 1554068 h 2398711"/>
              <a:gd name="connsiteX100983" fmla="*/ 205705 w 2119654"/>
              <a:gd name="connsiteY100983" fmla="*/ 1541286 h 2398711"/>
              <a:gd name="connsiteX100984" fmla="*/ 197342 w 2119654"/>
              <a:gd name="connsiteY100984" fmla="*/ 1539077 h 2398711"/>
              <a:gd name="connsiteX100985" fmla="*/ 669790 w 2119654"/>
              <a:gd name="connsiteY100985" fmla="*/ 461142 h 2398711"/>
              <a:gd name="connsiteX100986" fmla="*/ 669668 w 2119654"/>
              <a:gd name="connsiteY100986" fmla="*/ 462020 h 2398711"/>
              <a:gd name="connsiteX100987" fmla="*/ 669743 w 2119654"/>
              <a:gd name="connsiteY100987" fmla="*/ 469013 h 2398711"/>
              <a:gd name="connsiteX100988" fmla="*/ 670407 w 2119654"/>
              <a:gd name="connsiteY100988" fmla="*/ 469439 h 2398711"/>
              <a:gd name="connsiteX100989" fmla="*/ 672404 w 2119654"/>
              <a:gd name="connsiteY100989" fmla="*/ 462428 h 2398711"/>
              <a:gd name="connsiteX100990" fmla="*/ 672364 w 2119654"/>
              <a:gd name="connsiteY100990" fmla="*/ 462396 h 2398711"/>
              <a:gd name="connsiteX100991" fmla="*/ 639525 w 2119654"/>
              <a:gd name="connsiteY100991" fmla="*/ 528806 h 2398711"/>
              <a:gd name="connsiteX100992" fmla="*/ 638720 w 2119654"/>
              <a:gd name="connsiteY100992" fmla="*/ 536381 h 2398711"/>
              <a:gd name="connsiteX100993" fmla="*/ 645759 w 2119654"/>
              <a:gd name="connsiteY100993" fmla="*/ 543219 h 2398711"/>
              <a:gd name="connsiteX100994" fmla="*/ 643714 w 2119654"/>
              <a:gd name="connsiteY100994" fmla="*/ 532012 h 2398711"/>
              <a:gd name="connsiteX100995" fmla="*/ 268170 w 2119654"/>
              <a:gd name="connsiteY100995" fmla="*/ 1360218 h 2398711"/>
              <a:gd name="connsiteX100996" fmla="*/ 272957 w 2119654"/>
              <a:gd name="connsiteY100996" fmla="*/ 1367670 h 2398711"/>
              <a:gd name="connsiteX100997" fmla="*/ 279220 w 2119654"/>
              <a:gd name="connsiteY100997" fmla="*/ 1370207 h 2398711"/>
              <a:gd name="connsiteX100998" fmla="*/ 277244 w 2119654"/>
              <a:gd name="connsiteY100998" fmla="*/ 1366971 h 2398711"/>
              <a:gd name="connsiteX100999" fmla="*/ 274550 w 2119654"/>
              <a:gd name="connsiteY100999" fmla="*/ 1365651 h 2398711"/>
              <a:gd name="connsiteX101000" fmla="*/ 274436 w 2119654"/>
              <a:gd name="connsiteY101000" fmla="*/ 1365348 h 2398711"/>
              <a:gd name="connsiteX101001" fmla="*/ 277029 w 2119654"/>
              <a:gd name="connsiteY101001" fmla="*/ 1366619 h 2398711"/>
              <a:gd name="connsiteX101002" fmla="*/ 274337 w 2119654"/>
              <a:gd name="connsiteY101002" fmla="*/ 1362209 h 2398711"/>
              <a:gd name="connsiteX101003" fmla="*/ 269756 w 2119654"/>
              <a:gd name="connsiteY101003" fmla="*/ 1359413 h 2398711"/>
              <a:gd name="connsiteX101004" fmla="*/ 601874 w 2119654"/>
              <a:gd name="connsiteY101004" fmla="*/ 612976 h 2398711"/>
              <a:gd name="connsiteX101005" fmla="*/ 604201 w 2119654"/>
              <a:gd name="connsiteY101005" fmla="*/ 619537 h 2398711"/>
              <a:gd name="connsiteX101006" fmla="*/ 603574 w 2119654"/>
              <a:gd name="connsiteY101006" fmla="*/ 615014 h 2398711"/>
              <a:gd name="connsiteX101007" fmla="*/ 602773 w 2119654"/>
              <a:gd name="connsiteY101007" fmla="*/ 613391 h 2398711"/>
              <a:gd name="connsiteX101008" fmla="*/ 594858 w 2119654"/>
              <a:gd name="connsiteY101008" fmla="*/ 628684 h 2398711"/>
              <a:gd name="connsiteX101009" fmla="*/ 594859 w 2119654"/>
              <a:gd name="connsiteY101009" fmla="*/ 629100 h 2398711"/>
              <a:gd name="connsiteX101010" fmla="*/ 595607 w 2119654"/>
              <a:gd name="connsiteY101010" fmla="*/ 629418 h 2398711"/>
              <a:gd name="connsiteX101011" fmla="*/ 594872 w 2119654"/>
              <a:gd name="connsiteY101011" fmla="*/ 628691 h 2398711"/>
              <a:gd name="connsiteX101012" fmla="*/ 326386 w 2119654"/>
              <a:gd name="connsiteY101012" fmla="*/ 1229720 h 2398711"/>
              <a:gd name="connsiteX101013" fmla="*/ 326581 w 2119654"/>
              <a:gd name="connsiteY101013" fmla="*/ 1231228 h 2398711"/>
              <a:gd name="connsiteX101014" fmla="*/ 327006 w 2119654"/>
              <a:gd name="connsiteY101014" fmla="*/ 1231557 h 2398711"/>
              <a:gd name="connsiteX101015" fmla="*/ 326598 w 2119654"/>
              <a:gd name="connsiteY101015" fmla="*/ 1230187 h 2398711"/>
              <a:gd name="connsiteX101016" fmla="*/ 606341 w 2119654"/>
              <a:gd name="connsiteY101016" fmla="*/ 602600 h 2398711"/>
              <a:gd name="connsiteX101017" fmla="*/ 606320 w 2119654"/>
              <a:gd name="connsiteY101017" fmla="*/ 603275 h 2398711"/>
              <a:gd name="connsiteX101018" fmla="*/ 606589 w 2119654"/>
              <a:gd name="connsiteY101018" fmla="*/ 603752 h 2398711"/>
              <a:gd name="connsiteX101019" fmla="*/ 606629 w 2119654"/>
              <a:gd name="connsiteY101019" fmla="*/ 602771 h 2398711"/>
              <a:gd name="connsiteX101020" fmla="*/ 203354 w 2119654"/>
              <a:gd name="connsiteY101020" fmla="*/ 1504786 h 2398711"/>
              <a:gd name="connsiteX101021" fmla="*/ 211049 w 2119654"/>
              <a:gd name="connsiteY101021" fmla="*/ 1508660 h 2398711"/>
              <a:gd name="connsiteX101022" fmla="*/ 219915 w 2119654"/>
              <a:gd name="connsiteY101022" fmla="*/ 1512948 h 2398711"/>
              <a:gd name="connsiteX101023" fmla="*/ 214379 w 2119654"/>
              <a:gd name="connsiteY101023" fmla="*/ 1506019 h 2398711"/>
              <a:gd name="connsiteX101024" fmla="*/ 594236 w 2119654"/>
              <a:gd name="connsiteY101024" fmla="*/ 629439 h 2398711"/>
              <a:gd name="connsiteX101025" fmla="*/ 594023 w 2119654"/>
              <a:gd name="connsiteY101025" fmla="*/ 631905 h 2398711"/>
              <a:gd name="connsiteX101026" fmla="*/ 594408 w 2119654"/>
              <a:gd name="connsiteY101026" fmla="*/ 631987 h 2398711"/>
              <a:gd name="connsiteX101027" fmla="*/ 594403 w 2119654"/>
              <a:gd name="connsiteY101027" fmla="*/ 629511 h 2398711"/>
              <a:gd name="connsiteX101028" fmla="*/ 685142 w 2119654"/>
              <a:gd name="connsiteY101028" fmla="*/ 425692 h 2398711"/>
              <a:gd name="connsiteX101029" fmla="*/ 683344 w 2119654"/>
              <a:gd name="connsiteY101029" fmla="*/ 432005 h 2398711"/>
              <a:gd name="connsiteX101030" fmla="*/ 685341 w 2119654"/>
              <a:gd name="connsiteY101030" fmla="*/ 433160 h 2398711"/>
              <a:gd name="connsiteX101031" fmla="*/ 685831 w 2119654"/>
              <a:gd name="connsiteY101031" fmla="*/ 431264 h 2398711"/>
              <a:gd name="connsiteX101032" fmla="*/ 686277 w 2119654"/>
              <a:gd name="connsiteY101032" fmla="*/ 427974 h 2398711"/>
              <a:gd name="connsiteX101033" fmla="*/ 686382 w 2119654"/>
              <a:gd name="connsiteY101033" fmla="*/ 427276 h 2398711"/>
              <a:gd name="connsiteX101034" fmla="*/ 325367 w 2119654"/>
              <a:gd name="connsiteY101034" fmla="*/ 1231248 h 2398711"/>
              <a:gd name="connsiteX101035" fmla="*/ 325467 w 2119654"/>
              <a:gd name="connsiteY101035" fmla="*/ 1231701 h 2398711"/>
              <a:gd name="connsiteX101036" fmla="*/ 325419 w 2119654"/>
              <a:gd name="connsiteY101036" fmla="*/ 1231326 h 2398711"/>
              <a:gd name="connsiteX101037" fmla="*/ 599138 w 2119654"/>
              <a:gd name="connsiteY101037" fmla="*/ 618070 h 2398711"/>
              <a:gd name="connsiteX101038" fmla="*/ 599334 w 2119654"/>
              <a:gd name="connsiteY101038" fmla="*/ 620351 h 2398711"/>
              <a:gd name="connsiteX101039" fmla="*/ 599545 w 2119654"/>
              <a:gd name="connsiteY101039" fmla="*/ 620471 h 2398711"/>
              <a:gd name="connsiteX101040" fmla="*/ 599791 w 2119654"/>
              <a:gd name="connsiteY101040" fmla="*/ 618661 h 2398711"/>
              <a:gd name="connsiteX101041" fmla="*/ 614996 w 2119654"/>
              <a:gd name="connsiteY101041" fmla="*/ 582538 h 2398711"/>
              <a:gd name="connsiteX101042" fmla="*/ 614347 w 2119654"/>
              <a:gd name="connsiteY101042" fmla="*/ 588903 h 2398711"/>
              <a:gd name="connsiteX101043" fmla="*/ 614403 w 2119654"/>
              <a:gd name="connsiteY101043" fmla="*/ 589396 h 2398711"/>
              <a:gd name="connsiteX101044" fmla="*/ 614663 w 2119654"/>
              <a:gd name="connsiteY101044" fmla="*/ 589525 h 2398711"/>
              <a:gd name="connsiteX101045" fmla="*/ 616278 w 2119654"/>
              <a:gd name="connsiteY101045" fmla="*/ 584536 h 2398711"/>
              <a:gd name="connsiteX101046" fmla="*/ 615806 w 2119654"/>
              <a:gd name="connsiteY101046" fmla="*/ 583250 h 2398711"/>
              <a:gd name="connsiteX101047" fmla="*/ 669292 w 2119654"/>
              <a:gd name="connsiteY101047" fmla="*/ 460898 h 2398711"/>
              <a:gd name="connsiteX101048" fmla="*/ 669155 w 2119654"/>
              <a:gd name="connsiteY101048" fmla="*/ 464526 h 2398711"/>
              <a:gd name="connsiteX101049" fmla="*/ 669385 w 2119654"/>
              <a:gd name="connsiteY101049" fmla="*/ 462877 h 2398711"/>
              <a:gd name="connsiteX101050" fmla="*/ 669407 w 2119654"/>
              <a:gd name="connsiteY101050" fmla="*/ 460954 h 2398711"/>
              <a:gd name="connsiteX101051" fmla="*/ 227050 w 2119654"/>
              <a:gd name="connsiteY101051" fmla="*/ 1451125 h 2398711"/>
              <a:gd name="connsiteX101052" fmla="*/ 233030 w 2119654"/>
              <a:gd name="connsiteY101052" fmla="*/ 1460710 h 2398711"/>
              <a:gd name="connsiteX101053" fmla="*/ 236410 w 2119654"/>
              <a:gd name="connsiteY101053" fmla="*/ 1457214 h 2398711"/>
              <a:gd name="connsiteX101054" fmla="*/ 235897 w 2119654"/>
              <a:gd name="connsiteY101054" fmla="*/ 1456854 h 2398711"/>
              <a:gd name="connsiteX101055" fmla="*/ 229347 w 2119654"/>
              <a:gd name="connsiteY101055" fmla="*/ 1454794 h 2398711"/>
              <a:gd name="connsiteX101056" fmla="*/ 229201 w 2119654"/>
              <a:gd name="connsiteY101056" fmla="*/ 1454530 h 2398711"/>
              <a:gd name="connsiteX101057" fmla="*/ 235334 w 2119654"/>
              <a:gd name="connsiteY101057" fmla="*/ 1456459 h 2398711"/>
              <a:gd name="connsiteX101058" fmla="*/ 228548 w 2119654"/>
              <a:gd name="connsiteY101058" fmla="*/ 1451698 h 2398711"/>
              <a:gd name="connsiteX101059" fmla="*/ 183733 w 2119654"/>
              <a:gd name="connsiteY101059" fmla="*/ 1547984 h 2398711"/>
              <a:gd name="connsiteX101060" fmla="*/ 188526 w 2119654"/>
              <a:gd name="connsiteY101060" fmla="*/ 1552386 h 2398711"/>
              <a:gd name="connsiteX101061" fmla="*/ 203657 w 2119654"/>
              <a:gd name="connsiteY101061" fmla="*/ 1557145 h 2398711"/>
              <a:gd name="connsiteX101062" fmla="*/ 202569 w 2119654"/>
              <a:gd name="connsiteY101062" fmla="*/ 1555810 h 2398711"/>
              <a:gd name="connsiteX101063" fmla="*/ 255027 w 2119654"/>
              <a:gd name="connsiteY101063" fmla="*/ 1388278 h 2398711"/>
              <a:gd name="connsiteX101064" fmla="*/ 268598 w 2119654"/>
              <a:gd name="connsiteY101064" fmla="*/ 1399919 h 2398711"/>
              <a:gd name="connsiteX101065" fmla="*/ 269222 w 2119654"/>
              <a:gd name="connsiteY101065" fmla="*/ 1400360 h 2398711"/>
              <a:gd name="connsiteX101066" fmla="*/ 265261 w 2119654"/>
              <a:gd name="connsiteY101066" fmla="*/ 1394567 h 2398711"/>
              <a:gd name="connsiteX101067" fmla="*/ 259980 w 2119654"/>
              <a:gd name="connsiteY101067" fmla="*/ 1390232 h 2398711"/>
              <a:gd name="connsiteX101068" fmla="*/ 594854 w 2119654"/>
              <a:gd name="connsiteY101068" fmla="*/ 627263 h 2398711"/>
              <a:gd name="connsiteX101069" fmla="*/ 594856 w 2119654"/>
              <a:gd name="connsiteY101069" fmla="*/ 627873 h 2398711"/>
              <a:gd name="connsiteX101070" fmla="*/ 595655 w 2119654"/>
              <a:gd name="connsiteY101070" fmla="*/ 628212 h 2398711"/>
              <a:gd name="connsiteX101071" fmla="*/ 595372 w 2119654"/>
              <a:gd name="connsiteY101071" fmla="*/ 627395 h 2398711"/>
              <a:gd name="connsiteX101072" fmla="*/ 594321 w 2119654"/>
              <a:gd name="connsiteY101072" fmla="*/ 628456 h 2398711"/>
              <a:gd name="connsiteX101073" fmla="*/ 594287 w 2119654"/>
              <a:gd name="connsiteY101073" fmla="*/ 628857 h 2398711"/>
              <a:gd name="connsiteX101074" fmla="*/ 594402 w 2119654"/>
              <a:gd name="connsiteY101074" fmla="*/ 628906 h 2398711"/>
              <a:gd name="connsiteX101075" fmla="*/ 594401 w 2119654"/>
              <a:gd name="connsiteY101075" fmla="*/ 628490 h 2398711"/>
              <a:gd name="connsiteX101076" fmla="*/ 222157 w 2119654"/>
              <a:gd name="connsiteY101076" fmla="*/ 1461432 h 2398711"/>
              <a:gd name="connsiteX101077" fmla="*/ 226140 w 2119654"/>
              <a:gd name="connsiteY101077" fmla="*/ 1467258 h 2398711"/>
              <a:gd name="connsiteX101078" fmla="*/ 226471 w 2119654"/>
              <a:gd name="connsiteY101078" fmla="*/ 1467497 h 2398711"/>
              <a:gd name="connsiteX101079" fmla="*/ 228427 w 2119654"/>
              <a:gd name="connsiteY101079" fmla="*/ 1465472 h 2398711"/>
              <a:gd name="connsiteX101080" fmla="*/ 222300 w 2119654"/>
              <a:gd name="connsiteY101080" fmla="*/ 1461482 h 2398711"/>
              <a:gd name="connsiteX101081" fmla="*/ 615115 w 2119654"/>
              <a:gd name="connsiteY101081" fmla="*/ 581369 h 2398711"/>
              <a:gd name="connsiteX101082" fmla="*/ 615026 w 2119654"/>
              <a:gd name="connsiteY101082" fmla="*/ 582246 h 2398711"/>
              <a:gd name="connsiteX101083" fmla="*/ 615633 w 2119654"/>
              <a:gd name="connsiteY101083" fmla="*/ 582780 h 2398711"/>
              <a:gd name="connsiteX101084" fmla="*/ 274417 w 2119654"/>
              <a:gd name="connsiteY101084" fmla="*/ 1344185 h 2398711"/>
              <a:gd name="connsiteX101085" fmla="*/ 275126 w 2119654"/>
              <a:gd name="connsiteY101085" fmla="*/ 1345437 h 2398711"/>
              <a:gd name="connsiteX101086" fmla="*/ 281340 w 2119654"/>
              <a:gd name="connsiteY101086" fmla="*/ 1353084 h 2398711"/>
              <a:gd name="connsiteX101087" fmla="*/ 286172 w 2119654"/>
              <a:gd name="connsiteY101087" fmla="*/ 1350631 h 2398711"/>
              <a:gd name="connsiteX101088" fmla="*/ 610900 w 2119654"/>
              <a:gd name="connsiteY101088" fmla="*/ 590723 h 2398711"/>
              <a:gd name="connsiteX101089" fmla="*/ 611326 w 2119654"/>
              <a:gd name="connsiteY101089" fmla="*/ 595214 h 2398711"/>
              <a:gd name="connsiteX101090" fmla="*/ 611726 w 2119654"/>
              <a:gd name="connsiteY101090" fmla="*/ 591286 h 2398711"/>
              <a:gd name="connsiteX101091" fmla="*/ 611724 w 2119654"/>
              <a:gd name="connsiteY101091" fmla="*/ 591278 h 2398711"/>
              <a:gd name="connsiteX101092" fmla="*/ 670262 w 2119654"/>
              <a:gd name="connsiteY101092" fmla="*/ 457771 h 2398711"/>
              <a:gd name="connsiteX101093" fmla="*/ 670058 w 2119654"/>
              <a:gd name="connsiteY101093" fmla="*/ 459232 h 2398711"/>
              <a:gd name="connsiteX101094" fmla="*/ 672193 w 2119654"/>
              <a:gd name="connsiteY101094" fmla="*/ 460943 h 2398711"/>
              <a:gd name="connsiteX101095" fmla="*/ 672048 w 2119654"/>
              <a:gd name="connsiteY101095" fmla="*/ 460206 h 2398711"/>
              <a:gd name="connsiteX101096" fmla="*/ 671263 w 2119654"/>
              <a:gd name="connsiteY101096" fmla="*/ 459085 h 2398711"/>
              <a:gd name="connsiteX101097" fmla="*/ 234891 w 2119654"/>
              <a:gd name="connsiteY101097" fmla="*/ 1432599 h 2398711"/>
              <a:gd name="connsiteX101098" fmla="*/ 235261 w 2119654"/>
              <a:gd name="connsiteY101098" fmla="*/ 1432898 h 2398711"/>
              <a:gd name="connsiteX101099" fmla="*/ 235870 w 2119654"/>
              <a:gd name="connsiteY101099" fmla="*/ 1433293 h 2398711"/>
              <a:gd name="connsiteX101100" fmla="*/ 611753 w 2119654"/>
              <a:gd name="connsiteY101100" fmla="*/ 588707 h 2398711"/>
              <a:gd name="connsiteX101101" fmla="*/ 611913 w 2119654"/>
              <a:gd name="connsiteY101101" fmla="*/ 589467 h 2398711"/>
              <a:gd name="connsiteX101102" fmla="*/ 611978 w 2119654"/>
              <a:gd name="connsiteY101102" fmla="*/ 588827 h 2398711"/>
              <a:gd name="connsiteX101103" fmla="*/ 594399 w 2119654"/>
              <a:gd name="connsiteY101103" fmla="*/ 627564 h 2398711"/>
              <a:gd name="connsiteX101104" fmla="*/ 594391 w 2119654"/>
              <a:gd name="connsiteY101104" fmla="*/ 627661 h 2398711"/>
              <a:gd name="connsiteX101105" fmla="*/ 594400 w 2119654"/>
              <a:gd name="connsiteY101105" fmla="*/ 627669 h 2398711"/>
              <a:gd name="connsiteX101106" fmla="*/ 601054 w 2119654"/>
              <a:gd name="connsiteY101106" fmla="*/ 612598 h 2398711"/>
              <a:gd name="connsiteX101107" fmla="*/ 600337 w 2119654"/>
              <a:gd name="connsiteY101107" fmla="*/ 617879 h 2398711"/>
              <a:gd name="connsiteX101108" fmla="*/ 603805 w 2119654"/>
              <a:gd name="connsiteY101108" fmla="*/ 621014 h 2398711"/>
              <a:gd name="connsiteX101109" fmla="*/ 601362 w 2119654"/>
              <a:gd name="connsiteY101109" fmla="*/ 612740 h 2398711"/>
              <a:gd name="connsiteX101110" fmla="*/ 677040 w 2119654"/>
              <a:gd name="connsiteY101110" fmla="*/ 442100 h 2398711"/>
              <a:gd name="connsiteX101111" fmla="*/ 677210 w 2119654"/>
              <a:gd name="connsiteY101111" fmla="*/ 445549 h 2398711"/>
              <a:gd name="connsiteX101112" fmla="*/ 677956 w 2119654"/>
              <a:gd name="connsiteY101112" fmla="*/ 442927 h 2398711"/>
              <a:gd name="connsiteX101113" fmla="*/ 212435 w 2119654"/>
              <a:gd name="connsiteY101113" fmla="*/ 1482370 h 2398711"/>
              <a:gd name="connsiteX101114" fmla="*/ 216785 w 2119654"/>
              <a:gd name="connsiteY101114" fmla="*/ 1486367 h 2398711"/>
              <a:gd name="connsiteX101115" fmla="*/ 223022 w 2119654"/>
              <a:gd name="connsiteY101115" fmla="*/ 1490077 h 2398711"/>
              <a:gd name="connsiteX101116" fmla="*/ 229142 w 2119654"/>
              <a:gd name="connsiteY101116" fmla="*/ 1492485 h 2398711"/>
              <a:gd name="connsiteX101117" fmla="*/ 219705 w 2119654"/>
              <a:gd name="connsiteY101117" fmla="*/ 1476085 h 2398711"/>
              <a:gd name="connsiteX101118" fmla="*/ 219043 w 2119654"/>
              <a:gd name="connsiteY101118" fmla="*/ 1475534 h 2398711"/>
              <a:gd name="connsiteX101119" fmla="*/ 688114 w 2119654"/>
              <a:gd name="connsiteY101119" fmla="*/ 417120 h 2398711"/>
              <a:gd name="connsiteX101120" fmla="*/ 686708 w 2119654"/>
              <a:gd name="connsiteY101120" fmla="*/ 427474 h 2398711"/>
              <a:gd name="connsiteX101121" fmla="*/ 686785 w 2119654"/>
              <a:gd name="connsiteY101121" fmla="*/ 427572 h 2398711"/>
              <a:gd name="connsiteX101122" fmla="*/ 688615 w 2119654"/>
              <a:gd name="connsiteY101122" fmla="*/ 420485 h 2398711"/>
              <a:gd name="connsiteX101123" fmla="*/ 689000 w 2119654"/>
              <a:gd name="connsiteY101123" fmla="*/ 420192 h 2398711"/>
              <a:gd name="connsiteX101124" fmla="*/ 687016 w 2119654"/>
              <a:gd name="connsiteY101124" fmla="*/ 427868 h 2398711"/>
              <a:gd name="connsiteX101125" fmla="*/ 688234 w 2119654"/>
              <a:gd name="connsiteY101125" fmla="*/ 429423 h 2398711"/>
              <a:gd name="connsiteX101126" fmla="*/ 690702 w 2119654"/>
              <a:gd name="connsiteY101126" fmla="*/ 422177 h 2398711"/>
              <a:gd name="connsiteX101127" fmla="*/ 690812 w 2119654"/>
              <a:gd name="connsiteY101127" fmla="*/ 418906 h 2398711"/>
              <a:gd name="connsiteX101128" fmla="*/ 688161 w 2119654"/>
              <a:gd name="connsiteY101128" fmla="*/ 417032 h 2398711"/>
              <a:gd name="connsiteX101129" fmla="*/ 300442 w 2119654"/>
              <a:gd name="connsiteY101129" fmla="*/ 1284990 h 2398711"/>
              <a:gd name="connsiteX101130" fmla="*/ 304211 w 2119654"/>
              <a:gd name="connsiteY101130" fmla="*/ 1293053 h 2398711"/>
              <a:gd name="connsiteX101131" fmla="*/ 307813 w 2119654"/>
              <a:gd name="connsiteY101131" fmla="*/ 1295380 h 2398711"/>
              <a:gd name="connsiteX101132" fmla="*/ 301180 w 2119654"/>
              <a:gd name="connsiteY101132" fmla="*/ 1285393 h 2398711"/>
              <a:gd name="connsiteX101133" fmla="*/ 671304 w 2119654"/>
              <a:gd name="connsiteY101133" fmla="*/ 454527 h 2398711"/>
              <a:gd name="connsiteX101134" fmla="*/ 672358 w 2119654"/>
              <a:gd name="connsiteY101134" fmla="*/ 459861 h 2398711"/>
              <a:gd name="connsiteX101135" fmla="*/ 672923 w 2119654"/>
              <a:gd name="connsiteY101135" fmla="*/ 460604 h 2398711"/>
              <a:gd name="connsiteX101136" fmla="*/ 674079 w 2119654"/>
              <a:gd name="connsiteY101136" fmla="*/ 456546 h 2398711"/>
              <a:gd name="connsiteX101137" fmla="*/ 686968 w 2119654"/>
              <a:gd name="connsiteY101137" fmla="*/ 419280 h 2398711"/>
              <a:gd name="connsiteX101138" fmla="*/ 685188 w 2119654"/>
              <a:gd name="connsiteY101138" fmla="*/ 425532 h 2398711"/>
              <a:gd name="connsiteX101139" fmla="*/ 686409 w 2119654"/>
              <a:gd name="connsiteY101139" fmla="*/ 427092 h 2398711"/>
              <a:gd name="connsiteX101140" fmla="*/ 687817 w 2119654"/>
              <a:gd name="connsiteY101140" fmla="*/ 417681 h 2398711"/>
              <a:gd name="connsiteX101141" fmla="*/ 217942 w 2119654"/>
              <a:gd name="connsiteY101141" fmla="*/ 1469485 h 2398711"/>
              <a:gd name="connsiteX101142" fmla="*/ 219457 w 2119654"/>
              <a:gd name="connsiteY101142" fmla="*/ 1472118 h 2398711"/>
              <a:gd name="connsiteX101143" fmla="*/ 221132 w 2119654"/>
              <a:gd name="connsiteY101143" fmla="*/ 1473021 h 2398711"/>
              <a:gd name="connsiteX101144" fmla="*/ 221886 w 2119654"/>
              <a:gd name="connsiteY101144" fmla="*/ 1472241 h 2398711"/>
              <a:gd name="connsiteX101145" fmla="*/ 226520 w 2119654"/>
              <a:gd name="connsiteY101145" fmla="*/ 1450276 h 2398711"/>
              <a:gd name="connsiteX101146" fmla="*/ 226680 w 2119654"/>
              <a:gd name="connsiteY101146" fmla="*/ 1450532 h 2398711"/>
              <a:gd name="connsiteX101147" fmla="*/ 227112 w 2119654"/>
              <a:gd name="connsiteY101147" fmla="*/ 1450690 h 2398711"/>
              <a:gd name="connsiteX101148" fmla="*/ 669436 w 2119654"/>
              <a:gd name="connsiteY101148" fmla="*/ 458366 h 2398711"/>
              <a:gd name="connsiteX101149" fmla="*/ 669416 w 2119654"/>
              <a:gd name="connsiteY101149" fmla="*/ 458718 h 2398711"/>
              <a:gd name="connsiteX101150" fmla="*/ 669432 w 2119654"/>
              <a:gd name="connsiteY101150" fmla="*/ 458731 h 2398711"/>
              <a:gd name="connsiteX101151" fmla="*/ 744682 w 2119654"/>
              <a:gd name="connsiteY101151" fmla="*/ 289856 h 2398711"/>
              <a:gd name="connsiteX101152" fmla="*/ 748090 w 2119654"/>
              <a:gd name="connsiteY101152" fmla="*/ 294844 h 2398711"/>
              <a:gd name="connsiteX101153" fmla="*/ 748482 w 2119654"/>
              <a:gd name="connsiteY101153" fmla="*/ 292814 h 2398711"/>
              <a:gd name="connsiteX101154" fmla="*/ 656387 w 2119654"/>
              <a:gd name="connsiteY101154" fmla="*/ 487485 h 2398711"/>
              <a:gd name="connsiteX101155" fmla="*/ 656443 w 2119654"/>
              <a:gd name="connsiteY101155" fmla="*/ 487833 h 2398711"/>
              <a:gd name="connsiteX101156" fmla="*/ 657395 w 2119654"/>
              <a:gd name="connsiteY101156" fmla="*/ 491822 h 2398711"/>
              <a:gd name="connsiteX101157" fmla="*/ 662186 w 2119654"/>
              <a:gd name="connsiteY101157" fmla="*/ 493950 h 2398711"/>
              <a:gd name="connsiteX101158" fmla="*/ 662219 w 2119654"/>
              <a:gd name="connsiteY101158" fmla="*/ 493333 h 2398711"/>
              <a:gd name="connsiteX101159" fmla="*/ 223503 w 2119654"/>
              <a:gd name="connsiteY101159" fmla="*/ 1456792 h 2398711"/>
              <a:gd name="connsiteX101160" fmla="*/ 224640 w 2119654"/>
              <a:gd name="connsiteY101160" fmla="*/ 1458042 h 2398711"/>
              <a:gd name="connsiteX101161" fmla="*/ 229257 w 2119654"/>
              <a:gd name="connsiteY101161" fmla="*/ 1462981 h 2398711"/>
              <a:gd name="connsiteX101162" fmla="*/ 225142 w 2119654"/>
              <a:gd name="connsiteY101162" fmla="*/ 1457759 h 2398711"/>
              <a:gd name="connsiteX101163" fmla="*/ 606449 w 2119654"/>
              <a:gd name="connsiteY101163" fmla="*/ 599130 h 2398711"/>
              <a:gd name="connsiteX101164" fmla="*/ 606361 w 2119654"/>
              <a:gd name="connsiteY101164" fmla="*/ 601943 h 2398711"/>
              <a:gd name="connsiteX101165" fmla="*/ 606656 w 2119654"/>
              <a:gd name="connsiteY101165" fmla="*/ 602114 h 2398711"/>
              <a:gd name="connsiteX101166" fmla="*/ 606699 w 2119654"/>
              <a:gd name="connsiteY101166" fmla="*/ 601045 h 2398711"/>
              <a:gd name="connsiteX101167" fmla="*/ 668375 w 2119654"/>
              <a:gd name="connsiteY101167" fmla="*/ 460450 h 2398711"/>
              <a:gd name="connsiteX101168" fmla="*/ 668629 w 2119654"/>
              <a:gd name="connsiteY101168" fmla="*/ 468292 h 2398711"/>
              <a:gd name="connsiteX101169" fmla="*/ 669030 w 2119654"/>
              <a:gd name="connsiteY101169" fmla="*/ 465420 h 2398711"/>
              <a:gd name="connsiteX101170" fmla="*/ 669290 w 2119654"/>
              <a:gd name="connsiteY101170" fmla="*/ 460897 h 2398711"/>
              <a:gd name="connsiteX101171" fmla="*/ 601333 w 2119654"/>
              <a:gd name="connsiteY101171" fmla="*/ 610541 h 2398711"/>
              <a:gd name="connsiteX101172" fmla="*/ 601256 w 2119654"/>
              <a:gd name="connsiteY101172" fmla="*/ 611108 h 2398711"/>
              <a:gd name="connsiteX101173" fmla="*/ 601471 w 2119654"/>
              <a:gd name="connsiteY101173" fmla="*/ 611840 h 2398711"/>
              <a:gd name="connsiteX101174" fmla="*/ 601476 w 2119654"/>
              <a:gd name="connsiteY101174" fmla="*/ 611852 h 2398711"/>
              <a:gd name="connsiteX101175" fmla="*/ 602174 w 2119654"/>
              <a:gd name="connsiteY101175" fmla="*/ 612174 h 2398711"/>
              <a:gd name="connsiteX101176" fmla="*/ 601383 w 2119654"/>
              <a:gd name="connsiteY101176" fmla="*/ 610571 h 2398711"/>
              <a:gd name="connsiteX101177" fmla="*/ 211571 w 2119654"/>
              <a:gd name="connsiteY101177" fmla="*/ 1483266 h 2398711"/>
              <a:gd name="connsiteX101178" fmla="*/ 214756 w 2119654"/>
              <a:gd name="connsiteY101178" fmla="*/ 1485160 h 2398711"/>
              <a:gd name="connsiteX101179" fmla="*/ 212132 w 2119654"/>
              <a:gd name="connsiteY101179" fmla="*/ 1482684 h 2398711"/>
              <a:gd name="connsiteX101180" fmla="*/ 240462 w 2119654"/>
              <a:gd name="connsiteY101180" fmla="*/ 1418458 h 2398711"/>
              <a:gd name="connsiteX101181" fmla="*/ 241385 w 2119654"/>
              <a:gd name="connsiteY101181" fmla="*/ 1420555 h 2398711"/>
              <a:gd name="connsiteX101182" fmla="*/ 246819 w 2119654"/>
              <a:gd name="connsiteY101182" fmla="*/ 1431471 h 2398711"/>
              <a:gd name="connsiteX101183" fmla="*/ 248033 w 2119654"/>
              <a:gd name="connsiteY101183" fmla="*/ 1432513 h 2398711"/>
              <a:gd name="connsiteX101184" fmla="*/ 254975 w 2119654"/>
              <a:gd name="connsiteY101184" fmla="*/ 1438311 h 2398711"/>
              <a:gd name="connsiteX101185" fmla="*/ 255825 w 2119654"/>
              <a:gd name="connsiteY101185" fmla="*/ 1437454 h 2398711"/>
              <a:gd name="connsiteX101186" fmla="*/ 245156 w 2119654"/>
              <a:gd name="connsiteY101186" fmla="*/ 1420979 h 2398711"/>
              <a:gd name="connsiteX101187" fmla="*/ 627130 w 2119654"/>
              <a:gd name="connsiteY101187" fmla="*/ 552601 h 2398711"/>
              <a:gd name="connsiteX101188" fmla="*/ 626133 w 2119654"/>
              <a:gd name="connsiteY101188" fmla="*/ 558966 h 2398711"/>
              <a:gd name="connsiteX101189" fmla="*/ 627288 w 2119654"/>
              <a:gd name="connsiteY101189" fmla="*/ 559981 h 2398711"/>
              <a:gd name="connsiteX101190" fmla="*/ 627911 w 2119654"/>
              <a:gd name="connsiteY101190" fmla="*/ 560161 h 2398711"/>
              <a:gd name="connsiteX101191" fmla="*/ 630894 w 2119654"/>
              <a:gd name="connsiteY101191" fmla="*/ 561091 h 2398711"/>
              <a:gd name="connsiteX101192" fmla="*/ 629019 w 2119654"/>
              <a:gd name="connsiteY101192" fmla="*/ 554113 h 2398711"/>
              <a:gd name="connsiteX101193" fmla="*/ 628313 w 2119654"/>
              <a:gd name="connsiteY101193" fmla="*/ 553490 h 2398711"/>
              <a:gd name="connsiteX101194" fmla="*/ 621257 w 2119654"/>
              <a:gd name="connsiteY101194" fmla="*/ 565633 h 2398711"/>
              <a:gd name="connsiteX101195" fmla="*/ 621376 w 2119654"/>
              <a:gd name="connsiteY101195" fmla="*/ 566412 h 2398711"/>
              <a:gd name="connsiteX101196" fmla="*/ 621489 w 2119654"/>
              <a:gd name="connsiteY101196" fmla="*/ 565863 h 2398711"/>
              <a:gd name="connsiteX101197" fmla="*/ 621340 w 2119654"/>
              <a:gd name="connsiteY101197" fmla="*/ 565662 h 2398711"/>
              <a:gd name="connsiteX101198" fmla="*/ 201905 w 2119654"/>
              <a:gd name="connsiteY101198" fmla="*/ 1504624 h 2398711"/>
              <a:gd name="connsiteX101199" fmla="*/ 214075 w 2119654"/>
              <a:gd name="connsiteY101199" fmla="*/ 1512224 h 2398711"/>
              <a:gd name="connsiteX101200" fmla="*/ 222852 w 2119654"/>
              <a:gd name="connsiteY101200" fmla="*/ 1516624 h 2398711"/>
              <a:gd name="connsiteX101201" fmla="*/ 220568 w 2119654"/>
              <a:gd name="connsiteY101201" fmla="*/ 1513766 h 2398711"/>
              <a:gd name="connsiteX101202" fmla="*/ 202549 w 2119654"/>
              <a:gd name="connsiteY101202" fmla="*/ 1504697 h 2398711"/>
              <a:gd name="connsiteX101203" fmla="*/ 620338 w 2119654"/>
              <a:gd name="connsiteY101203" fmla="*/ 567628 h 2398711"/>
              <a:gd name="connsiteX101204" fmla="*/ 620139 w 2119654"/>
              <a:gd name="connsiteY101204" fmla="*/ 569957 h 2398711"/>
              <a:gd name="connsiteX101205" fmla="*/ 620526 w 2119654"/>
              <a:gd name="connsiteY101205" fmla="*/ 570572 h 2398711"/>
              <a:gd name="connsiteX101206" fmla="*/ 621106 w 2119654"/>
              <a:gd name="connsiteY101206" fmla="*/ 567733 h 2398711"/>
              <a:gd name="connsiteX101207" fmla="*/ 687701 w 2119654"/>
              <a:gd name="connsiteY101207" fmla="*/ 416707 h 2398711"/>
              <a:gd name="connsiteX101208" fmla="*/ 687456 w 2119654"/>
              <a:gd name="connsiteY101208" fmla="*/ 417567 h 2398711"/>
              <a:gd name="connsiteX101209" fmla="*/ 687855 w 2119654"/>
              <a:gd name="connsiteY101209" fmla="*/ 416815 h 2398711"/>
              <a:gd name="connsiteX101210" fmla="*/ 294529 w 2119654"/>
              <a:gd name="connsiteY101210" fmla="*/ 1297069 h 2398711"/>
              <a:gd name="connsiteX101211" fmla="*/ 296340 w 2119654"/>
              <a:gd name="connsiteY101211" fmla="*/ 1299562 h 2398711"/>
              <a:gd name="connsiteX101212" fmla="*/ 296053 w 2119654"/>
              <a:gd name="connsiteY101212" fmla="*/ 1298387 h 2398711"/>
              <a:gd name="connsiteX101213" fmla="*/ 580601 w 2119654"/>
              <a:gd name="connsiteY101213" fmla="*/ 656495 h 2398711"/>
              <a:gd name="connsiteX101214" fmla="*/ 580567 w 2119654"/>
              <a:gd name="connsiteY101214" fmla="*/ 657080 h 2398711"/>
              <a:gd name="connsiteX101215" fmla="*/ 581668 w 2119654"/>
              <a:gd name="connsiteY101215" fmla="*/ 665162 h 2398711"/>
              <a:gd name="connsiteX101216" fmla="*/ 582442 w 2119654"/>
              <a:gd name="connsiteY101216" fmla="*/ 663656 h 2398711"/>
              <a:gd name="connsiteX101217" fmla="*/ 583637 w 2119654"/>
              <a:gd name="connsiteY101217" fmla="*/ 659540 h 2398711"/>
              <a:gd name="connsiteX101218" fmla="*/ 669613 w 2119654"/>
              <a:gd name="connsiteY101218" fmla="*/ 456918 h 2398711"/>
              <a:gd name="connsiteX101219" fmla="*/ 669634 w 2119654"/>
              <a:gd name="connsiteY101219" fmla="*/ 458892 h 2398711"/>
              <a:gd name="connsiteX101220" fmla="*/ 669911 w 2119654"/>
              <a:gd name="connsiteY101220" fmla="*/ 459115 h 2398711"/>
              <a:gd name="connsiteX101221" fmla="*/ 670124 w 2119654"/>
              <a:gd name="connsiteY101221" fmla="*/ 457590 h 2398711"/>
              <a:gd name="connsiteX101222" fmla="*/ 241710 w 2119654"/>
              <a:gd name="connsiteY101222" fmla="*/ 1415041 h 2398711"/>
              <a:gd name="connsiteX101223" fmla="*/ 243685 w 2119654"/>
              <a:gd name="connsiteY101223" fmla="*/ 1418092 h 2398711"/>
              <a:gd name="connsiteX101224" fmla="*/ 248724 w 2119654"/>
              <a:gd name="connsiteY101224" fmla="*/ 1420037 h 2398711"/>
              <a:gd name="connsiteX101225" fmla="*/ 670769 w 2119654"/>
              <a:gd name="connsiteY101225" fmla="*/ 454138 h 2398711"/>
              <a:gd name="connsiteX101226" fmla="*/ 670340 w 2119654"/>
              <a:gd name="connsiteY101226" fmla="*/ 457212 h 2398711"/>
              <a:gd name="connsiteX101227" fmla="*/ 671848 w 2119654"/>
              <a:gd name="connsiteY101227" fmla="*/ 459192 h 2398711"/>
              <a:gd name="connsiteX101228" fmla="*/ 670863 w 2119654"/>
              <a:gd name="connsiteY101228" fmla="*/ 454206 h 2398711"/>
              <a:gd name="connsiteX101229" fmla="*/ 678296 w 2119654"/>
              <a:gd name="connsiteY101229" fmla="*/ 437284 h 2398711"/>
              <a:gd name="connsiteX101230" fmla="*/ 679351 w 2119654"/>
              <a:gd name="connsiteY101230" fmla="*/ 438031 h 2398711"/>
              <a:gd name="connsiteX101231" fmla="*/ 679434 w 2119654"/>
              <a:gd name="connsiteY101231" fmla="*/ 437737 h 2398711"/>
              <a:gd name="connsiteX101232" fmla="*/ 627923 w 2119654"/>
              <a:gd name="connsiteY101232" fmla="*/ 550037 h 2398711"/>
              <a:gd name="connsiteX101233" fmla="*/ 627522 w 2119654"/>
              <a:gd name="connsiteY101233" fmla="*/ 551277 h 2398711"/>
              <a:gd name="connsiteX101234" fmla="*/ 628472 w 2119654"/>
              <a:gd name="connsiteY101234" fmla="*/ 552081 h 2398711"/>
              <a:gd name="connsiteX101235" fmla="*/ 688252 w 2119654"/>
              <a:gd name="connsiteY101235" fmla="*/ 414768 h 2398711"/>
              <a:gd name="connsiteX101236" fmla="*/ 687854 w 2119654"/>
              <a:gd name="connsiteY101236" fmla="*/ 416167 h 2398711"/>
              <a:gd name="connsiteX101237" fmla="*/ 688026 w 2119654"/>
              <a:gd name="connsiteY101237" fmla="*/ 416286 h 2398711"/>
              <a:gd name="connsiteX101238" fmla="*/ 300016 w 2119654"/>
              <a:gd name="connsiteY101238" fmla="*/ 1284081 h 2398711"/>
              <a:gd name="connsiteX101239" fmla="*/ 300111 w 2119654"/>
              <a:gd name="connsiteY101239" fmla="*/ 1284284 h 2398711"/>
              <a:gd name="connsiteX101240" fmla="*/ 300338 w 2119654"/>
              <a:gd name="connsiteY101240" fmla="*/ 1284407 h 2398711"/>
              <a:gd name="connsiteX101241" fmla="*/ 300020 w 2119654"/>
              <a:gd name="connsiteY101241" fmla="*/ 1284085 h 2398711"/>
              <a:gd name="connsiteX101242" fmla="*/ 606738 w 2119654"/>
              <a:gd name="connsiteY101242" fmla="*/ 597232 h 2398711"/>
              <a:gd name="connsiteX101243" fmla="*/ 606817 w 2119654"/>
              <a:gd name="connsiteY101243" fmla="*/ 597949 h 2398711"/>
              <a:gd name="connsiteX101244" fmla="*/ 606823 w 2119654"/>
              <a:gd name="connsiteY101244" fmla="*/ 597985 h 2398711"/>
              <a:gd name="connsiteX101245" fmla="*/ 606852 w 2119654"/>
              <a:gd name="connsiteY101245" fmla="*/ 597282 h 2398711"/>
              <a:gd name="connsiteX101246" fmla="*/ 668333 w 2119654"/>
              <a:gd name="connsiteY101246" fmla="*/ 459167 h 2398711"/>
              <a:gd name="connsiteX101247" fmla="*/ 668342 w 2119654"/>
              <a:gd name="connsiteY101247" fmla="*/ 459436 h 2398711"/>
              <a:gd name="connsiteX101248" fmla="*/ 669179 w 2119654"/>
              <a:gd name="connsiteY101248" fmla="*/ 459844 h 2398711"/>
              <a:gd name="connsiteX101249" fmla="*/ 280177 w 2119654"/>
              <a:gd name="connsiteY101249" fmla="*/ 1328235 h 2398711"/>
              <a:gd name="connsiteX101250" fmla="*/ 280321 w 2119654"/>
              <a:gd name="connsiteY101250" fmla="*/ 1328382 h 2398711"/>
              <a:gd name="connsiteX101251" fmla="*/ 280306 w 2119654"/>
              <a:gd name="connsiteY101251" fmla="*/ 1328325 h 2398711"/>
              <a:gd name="connsiteX101252" fmla="*/ 584499 w 2119654"/>
              <a:gd name="connsiteY101252" fmla="*/ 646742 h 2398711"/>
              <a:gd name="connsiteX101253" fmla="*/ 585437 w 2119654"/>
              <a:gd name="connsiteY101253" fmla="*/ 652517 h 2398711"/>
              <a:gd name="connsiteX101254" fmla="*/ 585898 w 2119654"/>
              <a:gd name="connsiteY101254" fmla="*/ 647997 h 2398711"/>
              <a:gd name="connsiteX101255" fmla="*/ 585388 w 2119654"/>
              <a:gd name="connsiteY101255" fmla="*/ 647256 h 2398711"/>
              <a:gd name="connsiteX101256" fmla="*/ 681366 w 2119654"/>
              <a:gd name="connsiteY101256" fmla="*/ 429831 h 2398711"/>
              <a:gd name="connsiteX101257" fmla="*/ 681580 w 2119654"/>
              <a:gd name="connsiteY101257" fmla="*/ 430203 h 2398711"/>
              <a:gd name="connsiteX101258" fmla="*/ 682057 w 2119654"/>
              <a:gd name="connsiteY101258" fmla="*/ 428530 h 2398711"/>
              <a:gd name="connsiteX101259" fmla="*/ 610653 w 2119654"/>
              <a:gd name="connsiteY101259" fmla="*/ 588118 h 2398711"/>
              <a:gd name="connsiteX101260" fmla="*/ 610760 w 2119654"/>
              <a:gd name="connsiteY101260" fmla="*/ 589251 h 2398711"/>
              <a:gd name="connsiteX101261" fmla="*/ 611387 w 2119654"/>
              <a:gd name="connsiteY101261" fmla="*/ 589673 h 2398711"/>
              <a:gd name="connsiteX101262" fmla="*/ 611113 w 2119654"/>
              <a:gd name="connsiteY101262" fmla="*/ 588366 h 2398711"/>
              <a:gd name="connsiteX101263" fmla="*/ 580702 w 2119654"/>
              <a:gd name="connsiteY101263" fmla="*/ 654801 h 2398711"/>
              <a:gd name="connsiteX101264" fmla="*/ 580650 w 2119654"/>
              <a:gd name="connsiteY101264" fmla="*/ 655672 h 2398711"/>
              <a:gd name="connsiteX101265" fmla="*/ 583833 w 2119654"/>
              <a:gd name="connsiteY101265" fmla="*/ 658864 h 2398711"/>
              <a:gd name="connsiteX101266" fmla="*/ 584390 w 2119654"/>
              <a:gd name="connsiteY101266" fmla="*/ 656948 h 2398711"/>
              <a:gd name="connsiteX101267" fmla="*/ 620531 w 2119654"/>
              <a:gd name="connsiteY101267" fmla="*/ 565379 h 2398711"/>
              <a:gd name="connsiteX101268" fmla="*/ 620397 w 2119654"/>
              <a:gd name="connsiteY101268" fmla="*/ 566942 h 2398711"/>
              <a:gd name="connsiteX101269" fmla="*/ 621109 w 2119654"/>
              <a:gd name="connsiteY101269" fmla="*/ 567040 h 2398711"/>
              <a:gd name="connsiteX101270" fmla="*/ 620874 w 2119654"/>
              <a:gd name="connsiteY101270" fmla="*/ 565499 h 2398711"/>
              <a:gd name="connsiteX101271" fmla="*/ 239992 w 2119654"/>
              <a:gd name="connsiteY101271" fmla="*/ 1417392 h 2398711"/>
              <a:gd name="connsiteX101272" fmla="*/ 240215 w 2119654"/>
              <a:gd name="connsiteY101272" fmla="*/ 1417898 h 2398711"/>
              <a:gd name="connsiteX101273" fmla="*/ 244731 w 2119654"/>
              <a:gd name="connsiteY101273" fmla="*/ 1420323 h 2398711"/>
              <a:gd name="connsiteX101274" fmla="*/ 243780 w 2119654"/>
              <a:gd name="connsiteY101274" fmla="*/ 1418855 h 2398711"/>
              <a:gd name="connsiteX101275" fmla="*/ 264673 w 2119654"/>
              <a:gd name="connsiteY101275" fmla="*/ 1361994 h 2398711"/>
              <a:gd name="connsiteX101276" fmla="*/ 268022 w 2119654"/>
              <a:gd name="connsiteY101276" fmla="*/ 1364370 h 2398711"/>
              <a:gd name="connsiteX101277" fmla="*/ 266171 w 2119654"/>
              <a:gd name="connsiteY101277" fmla="*/ 1361233 h 2398711"/>
              <a:gd name="connsiteX101278" fmla="*/ 292783 w 2119654"/>
              <a:gd name="connsiteY101278" fmla="*/ 1299007 h 2398711"/>
              <a:gd name="connsiteX101279" fmla="*/ 292805 w 2119654"/>
              <a:gd name="connsiteY101279" fmla="*/ 1299046 h 2398711"/>
              <a:gd name="connsiteX101280" fmla="*/ 293189 w 2119654"/>
              <a:gd name="connsiteY101280" fmla="*/ 1299443 h 2398711"/>
              <a:gd name="connsiteX101281" fmla="*/ 627675 w 2119654"/>
              <a:gd name="connsiteY101281" fmla="*/ 549116 h 2398711"/>
              <a:gd name="connsiteX101282" fmla="*/ 627613 w 2119654"/>
              <a:gd name="connsiteY101282" fmla="*/ 549509 h 2398711"/>
              <a:gd name="connsiteX101283" fmla="*/ 627705 w 2119654"/>
              <a:gd name="connsiteY101283" fmla="*/ 549226 h 2398711"/>
              <a:gd name="connsiteX101284" fmla="*/ 256631 w 2119654"/>
              <a:gd name="connsiteY101284" fmla="*/ 1379809 h 2398711"/>
              <a:gd name="connsiteX101285" fmla="*/ 258656 w 2119654"/>
              <a:gd name="connsiteY101285" fmla="*/ 1382770 h 2398711"/>
              <a:gd name="connsiteX101286" fmla="*/ 258763 w 2119654"/>
              <a:gd name="connsiteY101286" fmla="*/ 1382852 h 2398711"/>
              <a:gd name="connsiteX101287" fmla="*/ 261526 w 2119654"/>
              <a:gd name="connsiteY101287" fmla="*/ 1384897 h 2398711"/>
              <a:gd name="connsiteX101288" fmla="*/ 689393 w 2119654"/>
              <a:gd name="connsiteY101288" fmla="*/ 410762 h 2398711"/>
              <a:gd name="connsiteX101289" fmla="*/ 688600 w 2119654"/>
              <a:gd name="connsiteY101289" fmla="*/ 413549 h 2398711"/>
              <a:gd name="connsiteX101290" fmla="*/ 688260 w 2119654"/>
              <a:gd name="connsiteY101290" fmla="*/ 416052 h 2398711"/>
              <a:gd name="connsiteX101291" fmla="*/ 689904 w 2119654"/>
              <a:gd name="connsiteY101291" fmla="*/ 412954 h 2398711"/>
              <a:gd name="connsiteX101292" fmla="*/ 690454 w 2119654"/>
              <a:gd name="connsiteY101292" fmla="*/ 412713 h 2398711"/>
              <a:gd name="connsiteX101293" fmla="*/ 688415 w 2119654"/>
              <a:gd name="connsiteY101293" fmla="*/ 416553 h 2398711"/>
              <a:gd name="connsiteX101294" fmla="*/ 690836 w 2119654"/>
              <a:gd name="connsiteY101294" fmla="*/ 418216 h 2398711"/>
              <a:gd name="connsiteX101295" fmla="*/ 691054 w 2119654"/>
              <a:gd name="connsiteY101295" fmla="*/ 411753 h 2398711"/>
              <a:gd name="connsiteX101296" fmla="*/ 754398 w 2119654"/>
              <a:gd name="connsiteY101296" fmla="*/ 265159 h 2398711"/>
              <a:gd name="connsiteX101297" fmla="*/ 753275 w 2119654"/>
              <a:gd name="connsiteY101297" fmla="*/ 270342 h 2398711"/>
              <a:gd name="connsiteX101298" fmla="*/ 751022 w 2119654"/>
              <a:gd name="connsiteY101298" fmla="*/ 281987 h 2398711"/>
              <a:gd name="connsiteX101299" fmla="*/ 755737 w 2119654"/>
              <a:gd name="connsiteY101299" fmla="*/ 286847 h 2398711"/>
              <a:gd name="connsiteX101300" fmla="*/ 756213 w 2119654"/>
              <a:gd name="connsiteY101300" fmla="*/ 275116 h 2398711"/>
              <a:gd name="connsiteX101301" fmla="*/ 756663 w 2119654"/>
              <a:gd name="connsiteY101301" fmla="*/ 266782 h 2398711"/>
              <a:gd name="connsiteX101302" fmla="*/ 671121 w 2119654"/>
              <a:gd name="connsiteY101302" fmla="*/ 451619 h 2398711"/>
              <a:gd name="connsiteX101303" fmla="*/ 670959 w 2119654"/>
              <a:gd name="connsiteY101303" fmla="*/ 452779 h 2398711"/>
              <a:gd name="connsiteX101304" fmla="*/ 671068 w 2119654"/>
              <a:gd name="connsiteY101304" fmla="*/ 453330 h 2398711"/>
              <a:gd name="connsiteX101305" fmla="*/ 674320 w 2119654"/>
              <a:gd name="connsiteY101305" fmla="*/ 455698 h 2398711"/>
              <a:gd name="connsiteX101306" fmla="*/ 674729 w 2119654"/>
              <a:gd name="connsiteY101306" fmla="*/ 454262 h 2398711"/>
              <a:gd name="connsiteX101307" fmla="*/ 584351 w 2119654"/>
              <a:gd name="connsiteY101307" fmla="*/ 645836 h 2398711"/>
              <a:gd name="connsiteX101308" fmla="*/ 584465 w 2119654"/>
              <a:gd name="connsiteY101308" fmla="*/ 646536 h 2398711"/>
              <a:gd name="connsiteX101309" fmla="*/ 585176 w 2119654"/>
              <a:gd name="connsiteY101309" fmla="*/ 646947 h 2398711"/>
              <a:gd name="connsiteX101310" fmla="*/ 584466 w 2119654"/>
              <a:gd name="connsiteY101310" fmla="*/ 645913 h 2398711"/>
              <a:gd name="connsiteX101311" fmla="*/ 692240 w 2119654"/>
              <a:gd name="connsiteY101311" fmla="*/ 404201 h 2398711"/>
              <a:gd name="connsiteX101312" fmla="*/ 692222 w 2119654"/>
              <a:gd name="connsiteY101312" fmla="*/ 411487 h 2398711"/>
              <a:gd name="connsiteX101313" fmla="*/ 693986 w 2119654"/>
              <a:gd name="connsiteY101313" fmla="*/ 412540 h 2398711"/>
              <a:gd name="connsiteX101314" fmla="*/ 695836 w 2119654"/>
              <a:gd name="connsiteY101314" fmla="*/ 407106 h 2398711"/>
              <a:gd name="connsiteX101315" fmla="*/ 695012 w 2119654"/>
              <a:gd name="connsiteY101315" fmla="*/ 406007 h 2398711"/>
              <a:gd name="connsiteX101316" fmla="*/ 677660 w 2119654"/>
              <a:gd name="connsiteY101316" fmla="*/ 436812 h 2398711"/>
              <a:gd name="connsiteX101317" fmla="*/ 679498 w 2119654"/>
              <a:gd name="connsiteY101317" fmla="*/ 437513 h 2398711"/>
              <a:gd name="connsiteX101318" fmla="*/ 679665 w 2119654"/>
              <a:gd name="connsiteY101318" fmla="*/ 436928 h 2398711"/>
              <a:gd name="connsiteX101319" fmla="*/ 678588 w 2119654"/>
              <a:gd name="connsiteY101319" fmla="*/ 435062 h 2398711"/>
              <a:gd name="connsiteX101320" fmla="*/ 248854 w 2119654"/>
              <a:gd name="connsiteY101320" fmla="*/ 1396954 h 2398711"/>
              <a:gd name="connsiteX101321" fmla="*/ 250228 w 2119654"/>
              <a:gd name="connsiteY101321" fmla="*/ 1400072 h 2398711"/>
              <a:gd name="connsiteX101322" fmla="*/ 254241 w 2119654"/>
              <a:gd name="connsiteY101322" fmla="*/ 1403961 h 2398711"/>
              <a:gd name="connsiteX101323" fmla="*/ 250528 w 2119654"/>
              <a:gd name="connsiteY101323" fmla="*/ 1398227 h 2398711"/>
              <a:gd name="connsiteX101324" fmla="*/ 676854 w 2119654"/>
              <a:gd name="connsiteY101324" fmla="*/ 438329 h 2398711"/>
              <a:gd name="connsiteX101325" fmla="*/ 677006 w 2119654"/>
              <a:gd name="connsiteY101325" fmla="*/ 441401 h 2398711"/>
              <a:gd name="connsiteX101326" fmla="*/ 678125 w 2119654"/>
              <a:gd name="connsiteY101326" fmla="*/ 442336 h 2398711"/>
              <a:gd name="connsiteX101327" fmla="*/ 679270 w 2119654"/>
              <a:gd name="connsiteY101327" fmla="*/ 438313 h 2398711"/>
              <a:gd name="connsiteX101328" fmla="*/ 677520 w 2119654"/>
              <a:gd name="connsiteY101328" fmla="*/ 437075 h 2398711"/>
              <a:gd name="connsiteX101329" fmla="*/ 580217 w 2119654"/>
              <a:gd name="connsiteY101329" fmla="*/ 654518 h 2398711"/>
              <a:gd name="connsiteX101330" fmla="*/ 580330 w 2119654"/>
              <a:gd name="connsiteY101330" fmla="*/ 655351 h 2398711"/>
              <a:gd name="connsiteX101331" fmla="*/ 580370 w 2119654"/>
              <a:gd name="connsiteY101331" fmla="*/ 655391 h 2398711"/>
              <a:gd name="connsiteX101332" fmla="*/ 580415 w 2119654"/>
              <a:gd name="connsiteY101332" fmla="*/ 654633 h 2398711"/>
              <a:gd name="connsiteX101333" fmla="*/ 224832 w 2119654"/>
              <a:gd name="connsiteY101333" fmla="*/ 1450275 h 2398711"/>
              <a:gd name="connsiteX101334" fmla="*/ 230592 w 2119654"/>
              <a:gd name="connsiteY101334" fmla="*/ 1457847 h 2398711"/>
              <a:gd name="connsiteX101335" fmla="*/ 226193 w 2119654"/>
              <a:gd name="connsiteY101335" fmla="*/ 1450797 h 2398711"/>
              <a:gd name="connsiteX101336" fmla="*/ 671273 w 2119654"/>
              <a:gd name="connsiteY101336" fmla="*/ 450534 h 2398711"/>
              <a:gd name="connsiteX101337" fmla="*/ 671185 w 2119654"/>
              <a:gd name="connsiteY101337" fmla="*/ 451165 h 2398711"/>
              <a:gd name="connsiteX101338" fmla="*/ 673873 w 2119654"/>
              <a:gd name="connsiteY101338" fmla="*/ 453135 h 2398711"/>
              <a:gd name="connsiteX101339" fmla="*/ 673714 w 2119654"/>
              <a:gd name="connsiteY101339" fmla="*/ 452955 h 2398711"/>
              <a:gd name="connsiteX101340" fmla="*/ 675613 w 2119654"/>
              <a:gd name="connsiteY101340" fmla="*/ 440809 h 2398711"/>
              <a:gd name="connsiteX101341" fmla="*/ 676495 w 2119654"/>
              <a:gd name="connsiteY101341" fmla="*/ 448057 h 2398711"/>
              <a:gd name="connsiteX101342" fmla="*/ 676734 w 2119654"/>
              <a:gd name="connsiteY101342" fmla="*/ 447216 h 2398711"/>
              <a:gd name="connsiteX101343" fmla="*/ 676456 w 2119654"/>
              <a:gd name="connsiteY101343" fmla="*/ 441572 h 2398711"/>
              <a:gd name="connsiteX101344" fmla="*/ 653097 w 2119654"/>
              <a:gd name="connsiteY101344" fmla="*/ 491166 h 2398711"/>
              <a:gd name="connsiteX101345" fmla="*/ 653017 w 2119654"/>
              <a:gd name="connsiteY101345" fmla="*/ 492654 h 2398711"/>
              <a:gd name="connsiteX101346" fmla="*/ 653575 w 2119654"/>
              <a:gd name="connsiteY101346" fmla="*/ 494731 h 2398711"/>
              <a:gd name="connsiteX101347" fmla="*/ 656902 w 2119654"/>
              <a:gd name="connsiteY101347" fmla="*/ 496518 h 2398711"/>
              <a:gd name="connsiteX101348" fmla="*/ 656264 w 2119654"/>
              <a:gd name="connsiteY101348" fmla="*/ 492597 h 2398711"/>
              <a:gd name="connsiteX101349" fmla="*/ 656227 w 2119654"/>
              <a:gd name="connsiteY101349" fmla="*/ 492556 h 2398711"/>
              <a:gd name="connsiteX101350" fmla="*/ 675770 w 2119654"/>
              <a:gd name="connsiteY101350" fmla="*/ 440372 h 2398711"/>
              <a:gd name="connsiteX101351" fmla="*/ 676423 w 2119654"/>
              <a:gd name="connsiteY101351" fmla="*/ 440916 h 2398711"/>
              <a:gd name="connsiteX101352" fmla="*/ 676344 w 2119654"/>
              <a:gd name="connsiteY101352" fmla="*/ 439291 h 2398711"/>
              <a:gd name="connsiteX101353" fmla="*/ 263862 w 2119654"/>
              <a:gd name="connsiteY101353" fmla="*/ 1362405 h 2398711"/>
              <a:gd name="connsiteX101354" fmla="*/ 265236 w 2119654"/>
              <a:gd name="connsiteY101354" fmla="*/ 1364542 h 2398711"/>
              <a:gd name="connsiteX101355" fmla="*/ 268841 w 2119654"/>
              <a:gd name="connsiteY101355" fmla="*/ 1366003 h 2398711"/>
              <a:gd name="connsiteX101356" fmla="*/ 268563 w 2119654"/>
              <a:gd name="connsiteY101356" fmla="*/ 1365287 h 2398711"/>
              <a:gd name="connsiteX101357" fmla="*/ 268299 w 2119654"/>
              <a:gd name="connsiteY101357" fmla="*/ 1364840 h 2398711"/>
              <a:gd name="connsiteX101358" fmla="*/ 264448 w 2119654"/>
              <a:gd name="connsiteY101358" fmla="*/ 1362108 h 2398711"/>
              <a:gd name="connsiteX101359" fmla="*/ 324396 w 2119654"/>
              <a:gd name="connsiteY101359" fmla="*/ 1226835 h 2398711"/>
              <a:gd name="connsiteX101360" fmla="*/ 325113 w 2119654"/>
              <a:gd name="connsiteY101360" fmla="*/ 1230092 h 2398711"/>
              <a:gd name="connsiteX101361" fmla="*/ 325277 w 2119654"/>
              <a:gd name="connsiteY101361" fmla="*/ 1230219 h 2398711"/>
              <a:gd name="connsiteX101362" fmla="*/ 324935 w 2119654"/>
              <a:gd name="connsiteY101362" fmla="*/ 1227564 h 2398711"/>
              <a:gd name="connsiteX101363" fmla="*/ 651880 w 2119654"/>
              <a:gd name="connsiteY101363" fmla="*/ 493457 h 2398711"/>
              <a:gd name="connsiteX101364" fmla="*/ 651907 w 2119654"/>
              <a:gd name="connsiteY101364" fmla="*/ 493835 h 2398711"/>
              <a:gd name="connsiteX101365" fmla="*/ 651958 w 2119654"/>
              <a:gd name="connsiteY101365" fmla="*/ 493862 h 2398711"/>
              <a:gd name="connsiteX101366" fmla="*/ 670663 w 2119654"/>
              <a:gd name="connsiteY101366" fmla="*/ 451285 h 2398711"/>
              <a:gd name="connsiteX101367" fmla="*/ 670863 w 2119654"/>
              <a:gd name="connsiteY101367" fmla="*/ 452296 h 2398711"/>
              <a:gd name="connsiteX101368" fmla="*/ 670973 w 2119654"/>
              <a:gd name="connsiteY101368" fmla="*/ 451512 h 2398711"/>
              <a:gd name="connsiteX101369" fmla="*/ 669723 w 2119654"/>
              <a:gd name="connsiteY101369" fmla="*/ 453377 h 2398711"/>
              <a:gd name="connsiteX101370" fmla="*/ 669599 w 2119654"/>
              <a:gd name="connsiteY101370" fmla="*/ 455550 h 2398711"/>
              <a:gd name="connsiteX101371" fmla="*/ 669606 w 2119654"/>
              <a:gd name="connsiteY101371" fmla="*/ 456248 h 2398711"/>
              <a:gd name="connsiteX101372" fmla="*/ 670202 w 2119654"/>
              <a:gd name="connsiteY101372" fmla="*/ 457031 h 2398711"/>
              <a:gd name="connsiteX101373" fmla="*/ 670621 w 2119654"/>
              <a:gd name="connsiteY101373" fmla="*/ 454029 h 2398711"/>
              <a:gd name="connsiteX101374" fmla="*/ 691287 w 2119654"/>
              <a:gd name="connsiteY101374" fmla="*/ 404857 h 2398711"/>
              <a:gd name="connsiteX101375" fmla="*/ 690326 w 2119654"/>
              <a:gd name="connsiteY101375" fmla="*/ 407487 h 2398711"/>
              <a:gd name="connsiteX101376" fmla="*/ 689628 w 2119654"/>
              <a:gd name="connsiteY101376" fmla="*/ 409939 h 2398711"/>
              <a:gd name="connsiteX101377" fmla="*/ 691086 w 2119654"/>
              <a:gd name="connsiteY101377" fmla="*/ 410810 h 2398711"/>
              <a:gd name="connsiteX101378" fmla="*/ 671507 w 2119654"/>
              <a:gd name="connsiteY101378" fmla="*/ 448860 h 2398711"/>
              <a:gd name="connsiteX101379" fmla="*/ 671449 w 2119654"/>
              <a:gd name="connsiteY101379" fmla="*/ 449275 h 2398711"/>
              <a:gd name="connsiteX101380" fmla="*/ 675078 w 2119654"/>
              <a:gd name="connsiteY101380" fmla="*/ 453034 h 2398711"/>
              <a:gd name="connsiteX101381" fmla="*/ 675548 w 2119654"/>
              <a:gd name="connsiteY101381" fmla="*/ 451381 h 2398711"/>
              <a:gd name="connsiteX101382" fmla="*/ 675339 w 2119654"/>
              <a:gd name="connsiteY101382" fmla="*/ 451248 h 2398711"/>
              <a:gd name="connsiteX101383" fmla="*/ 692244 w 2119654"/>
              <a:gd name="connsiteY101383" fmla="*/ 402318 h 2398711"/>
              <a:gd name="connsiteX101384" fmla="*/ 692243 w 2119654"/>
              <a:gd name="connsiteY101384" fmla="*/ 402691 h 2398711"/>
              <a:gd name="connsiteX101385" fmla="*/ 692793 w 2119654"/>
              <a:gd name="connsiteY101385" fmla="*/ 403049 h 2398711"/>
              <a:gd name="connsiteX101386" fmla="*/ 618518 w 2119654"/>
              <a:gd name="connsiteY101386" fmla="*/ 567377 h 2398711"/>
              <a:gd name="connsiteX101387" fmla="*/ 619018 w 2119654"/>
              <a:gd name="connsiteY101387" fmla="*/ 568173 h 2398711"/>
              <a:gd name="connsiteX101388" fmla="*/ 619080 w 2119654"/>
              <a:gd name="connsiteY101388" fmla="*/ 567453 h 2398711"/>
              <a:gd name="connsiteX101389" fmla="*/ 263251 w 2119654"/>
              <a:gd name="connsiteY101389" fmla="*/ 1362716 h 2398711"/>
              <a:gd name="connsiteX101390" fmla="*/ 263723 w 2119654"/>
              <a:gd name="connsiteY101390" fmla="*/ 1363929 h 2398711"/>
              <a:gd name="connsiteX101391" fmla="*/ 264831 w 2119654"/>
              <a:gd name="connsiteY101391" fmla="*/ 1364378 h 2398711"/>
              <a:gd name="connsiteX101392" fmla="*/ 263637 w 2119654"/>
              <a:gd name="connsiteY101392" fmla="*/ 1362519 h 2398711"/>
              <a:gd name="connsiteX101393" fmla="*/ 652560 w 2119654"/>
              <a:gd name="connsiteY101393" fmla="*/ 490927 h 2398711"/>
              <a:gd name="connsiteX101394" fmla="*/ 652578 w 2119654"/>
              <a:gd name="connsiteY101394" fmla="*/ 491021 h 2398711"/>
              <a:gd name="connsiteX101395" fmla="*/ 652787 w 2119654"/>
              <a:gd name="connsiteY101395" fmla="*/ 491796 h 2398711"/>
              <a:gd name="connsiteX101396" fmla="*/ 652827 w 2119654"/>
              <a:gd name="connsiteY101396" fmla="*/ 491046 h 2398711"/>
              <a:gd name="connsiteX101397" fmla="*/ 676773 w 2119654"/>
              <a:gd name="connsiteY101397" fmla="*/ 436680 h 2398711"/>
              <a:gd name="connsiteX101398" fmla="*/ 676818 w 2119654"/>
              <a:gd name="connsiteY101398" fmla="*/ 437604 h 2398711"/>
              <a:gd name="connsiteX101399" fmla="*/ 677214 w 2119654"/>
              <a:gd name="connsiteY101399" fmla="*/ 436858 h 2398711"/>
              <a:gd name="connsiteX101400" fmla="*/ 677203 w 2119654"/>
              <a:gd name="connsiteY101400" fmla="*/ 436850 h 2398711"/>
              <a:gd name="connsiteX101401" fmla="*/ 671594 w 2119654"/>
              <a:gd name="connsiteY101401" fmla="*/ 448239 h 2398711"/>
              <a:gd name="connsiteX101402" fmla="*/ 671542 w 2119654"/>
              <a:gd name="connsiteY101402" fmla="*/ 448611 h 2398711"/>
              <a:gd name="connsiteX101403" fmla="*/ 675614 w 2119654"/>
              <a:gd name="connsiteY101403" fmla="*/ 451149 h 2398711"/>
              <a:gd name="connsiteX101404" fmla="*/ 676306 w 2119654"/>
              <a:gd name="connsiteY101404" fmla="*/ 448719 h 2398711"/>
              <a:gd name="connsiteX101405" fmla="*/ 675380 w 2119654"/>
              <a:gd name="connsiteY101405" fmla="*/ 441105 h 2398711"/>
              <a:gd name="connsiteX101406" fmla="*/ 653198 w 2119654"/>
              <a:gd name="connsiteY101406" fmla="*/ 489312 h 2398711"/>
              <a:gd name="connsiteX101407" fmla="*/ 653163 w 2119654"/>
              <a:gd name="connsiteY101407" fmla="*/ 489943 h 2398711"/>
              <a:gd name="connsiteX101408" fmla="*/ 654228 w 2119654"/>
              <a:gd name="connsiteY101408" fmla="*/ 490415 h 2398711"/>
              <a:gd name="connsiteX101409" fmla="*/ 292843 w 2119654"/>
              <a:gd name="connsiteY101409" fmla="*/ 1296199 h 2398711"/>
              <a:gd name="connsiteX101410" fmla="*/ 294508 w 2119654"/>
              <a:gd name="connsiteY101410" fmla="*/ 1299760 h 2398711"/>
              <a:gd name="connsiteX101411" fmla="*/ 296984 w 2119654"/>
              <a:gd name="connsiteY101411" fmla="*/ 1302211 h 2398711"/>
              <a:gd name="connsiteX101412" fmla="*/ 296872 w 2119654"/>
              <a:gd name="connsiteY101412" fmla="*/ 1301747 h 2398711"/>
              <a:gd name="connsiteX101413" fmla="*/ 671187 w 2119654"/>
              <a:gd name="connsiteY101413" fmla="*/ 449005 h 2398711"/>
              <a:gd name="connsiteX101414" fmla="*/ 671306 w 2119654"/>
              <a:gd name="connsiteY101414" fmla="*/ 449129 h 2398711"/>
              <a:gd name="connsiteX101415" fmla="*/ 671357 w 2119654"/>
              <a:gd name="connsiteY101415" fmla="*/ 448767 h 2398711"/>
              <a:gd name="connsiteX101416" fmla="*/ 671324 w 2119654"/>
              <a:gd name="connsiteY101416" fmla="*/ 448747 h 2398711"/>
              <a:gd name="connsiteX101417" fmla="*/ 612617 w 2119654"/>
              <a:gd name="connsiteY101417" fmla="*/ 580128 h 2398711"/>
              <a:gd name="connsiteX101418" fmla="*/ 612844 w 2119654"/>
              <a:gd name="connsiteY101418" fmla="*/ 580326 h 2398711"/>
              <a:gd name="connsiteX101419" fmla="*/ 612852 w 2119654"/>
              <a:gd name="connsiteY101419" fmla="*/ 580245 h 2398711"/>
              <a:gd name="connsiteX101420" fmla="*/ 612847 w 2119654"/>
              <a:gd name="connsiteY101420" fmla="*/ 580197 h 2398711"/>
              <a:gd name="connsiteX101421" fmla="*/ 693105 w 2119654"/>
              <a:gd name="connsiteY101421" fmla="*/ 399889 h 2398711"/>
              <a:gd name="connsiteX101422" fmla="*/ 693052 w 2119654"/>
              <a:gd name="connsiteY101422" fmla="*/ 400035 h 2398711"/>
              <a:gd name="connsiteX101423" fmla="*/ 697720 w 2119654"/>
              <a:gd name="connsiteY101423" fmla="*/ 406257 h 2398711"/>
              <a:gd name="connsiteX101424" fmla="*/ 698877 w 2119654"/>
              <a:gd name="connsiteY101424" fmla="*/ 407010 h 2398711"/>
              <a:gd name="connsiteX101425" fmla="*/ 616021 w 2119654"/>
              <a:gd name="connsiteY101425" fmla="*/ 572466 h 2398711"/>
              <a:gd name="connsiteX101426" fmla="*/ 615999 w 2119654"/>
              <a:gd name="connsiteY101426" fmla="*/ 572678 h 2398711"/>
              <a:gd name="connsiteX101427" fmla="*/ 616248 w 2119654"/>
              <a:gd name="connsiteY101427" fmla="*/ 574719 h 2398711"/>
              <a:gd name="connsiteX101428" fmla="*/ 616329 w 2119654"/>
              <a:gd name="connsiteY101428" fmla="*/ 574941 h 2398711"/>
              <a:gd name="connsiteX101429" fmla="*/ 617715 w 2119654"/>
              <a:gd name="connsiteY101429" fmla="*/ 577396 h 2398711"/>
              <a:gd name="connsiteX101430" fmla="*/ 618212 w 2119654"/>
              <a:gd name="connsiteY101430" fmla="*/ 577590 h 2398711"/>
              <a:gd name="connsiteX101431" fmla="*/ 618335 w 2119654"/>
              <a:gd name="connsiteY101431" fmla="*/ 576149 h 2398711"/>
              <a:gd name="connsiteX101432" fmla="*/ 598567 w 2119654"/>
              <a:gd name="connsiteY101432" fmla="*/ 611451 h 2398711"/>
              <a:gd name="connsiteX101433" fmla="*/ 599019 w 2119654"/>
              <a:gd name="connsiteY101433" fmla="*/ 616687 h 2398711"/>
              <a:gd name="connsiteX101434" fmla="*/ 599945 w 2119654"/>
              <a:gd name="connsiteY101434" fmla="*/ 617525 h 2398711"/>
              <a:gd name="connsiteX101435" fmla="*/ 600503 w 2119654"/>
              <a:gd name="connsiteY101435" fmla="*/ 613410 h 2398711"/>
              <a:gd name="connsiteX101436" fmla="*/ 600660 w 2119654"/>
              <a:gd name="connsiteY101436" fmla="*/ 612417 h 2398711"/>
              <a:gd name="connsiteX101437" fmla="*/ 693378 w 2119654"/>
              <a:gd name="connsiteY101437" fmla="*/ 399141 h 2398711"/>
              <a:gd name="connsiteX101438" fmla="*/ 693223 w 2119654"/>
              <a:gd name="connsiteY101438" fmla="*/ 399566 h 2398711"/>
              <a:gd name="connsiteX101439" fmla="*/ 699684 w 2119654"/>
              <a:gd name="connsiteY101439" fmla="*/ 407536 h 2398711"/>
              <a:gd name="connsiteX101440" fmla="*/ 700677 w 2119654"/>
              <a:gd name="connsiteY101440" fmla="*/ 408183 h 2398711"/>
              <a:gd name="connsiteX101441" fmla="*/ 701198 w 2119654"/>
              <a:gd name="connsiteY101441" fmla="*/ 408494 h 2398711"/>
              <a:gd name="connsiteX101442" fmla="*/ 700729 w 2119654"/>
              <a:gd name="connsiteY101442" fmla="*/ 407918 h 2398711"/>
              <a:gd name="connsiteX101443" fmla="*/ 580933 w 2119654"/>
              <a:gd name="connsiteY101443" fmla="*/ 650915 h 2398711"/>
              <a:gd name="connsiteX101444" fmla="*/ 580909 w 2119654"/>
              <a:gd name="connsiteY101444" fmla="*/ 651321 h 2398711"/>
              <a:gd name="connsiteX101445" fmla="*/ 584911 w 2119654"/>
              <a:gd name="connsiteY101445" fmla="*/ 653652 h 2398711"/>
              <a:gd name="connsiteX101446" fmla="*/ 584851 w 2119654"/>
              <a:gd name="connsiteY101446" fmla="*/ 653283 h 2398711"/>
              <a:gd name="connsiteX101447" fmla="*/ 670483 w 2119654"/>
              <a:gd name="connsiteY101447" fmla="*/ 450367 h 2398711"/>
              <a:gd name="connsiteX101448" fmla="*/ 670548 w 2119654"/>
              <a:gd name="connsiteY101448" fmla="*/ 450699 h 2398711"/>
              <a:gd name="connsiteX101449" fmla="*/ 671037 w 2119654"/>
              <a:gd name="connsiteY101449" fmla="*/ 451057 h 2398711"/>
              <a:gd name="connsiteX101450" fmla="*/ 671130 w 2119654"/>
              <a:gd name="connsiteY101450" fmla="*/ 450393 h 2398711"/>
              <a:gd name="connsiteX101451" fmla="*/ 670692 w 2119654"/>
              <a:gd name="connsiteY101451" fmla="*/ 449959 h 2398711"/>
              <a:gd name="connsiteX101452" fmla="*/ 669823 w 2119654"/>
              <a:gd name="connsiteY101452" fmla="*/ 451651 h 2398711"/>
              <a:gd name="connsiteX101453" fmla="*/ 669780 w 2119654"/>
              <a:gd name="connsiteY101453" fmla="*/ 452394 h 2398711"/>
              <a:gd name="connsiteX101454" fmla="*/ 670627 w 2119654"/>
              <a:gd name="connsiteY101454" fmla="*/ 453010 h 2398711"/>
              <a:gd name="connsiteX101455" fmla="*/ 670221 w 2119654"/>
              <a:gd name="connsiteY101455" fmla="*/ 450961 h 2398711"/>
              <a:gd name="connsiteX101456" fmla="*/ 670189 w 2119654"/>
              <a:gd name="connsiteY101456" fmla="*/ 450937 h 2398711"/>
              <a:gd name="connsiteX101457" fmla="*/ 669627 w 2119654"/>
              <a:gd name="connsiteY101457" fmla="*/ 452031 h 2398711"/>
              <a:gd name="connsiteX101458" fmla="*/ 669626 w 2119654"/>
              <a:gd name="connsiteY101458" fmla="*/ 452100 h 2398711"/>
              <a:gd name="connsiteX101459" fmla="*/ 669629 w 2119654"/>
              <a:gd name="connsiteY101459" fmla="*/ 452028 h 2398711"/>
              <a:gd name="connsiteX101460" fmla="*/ 668200 w 2119654"/>
              <a:gd name="connsiteY101460" fmla="*/ 455063 h 2398711"/>
              <a:gd name="connsiteX101461" fmla="*/ 668289 w 2119654"/>
              <a:gd name="connsiteY101461" fmla="*/ 457815 h 2398711"/>
              <a:gd name="connsiteX101462" fmla="*/ 669377 w 2119654"/>
              <a:gd name="connsiteY101462" fmla="*/ 458686 h 2398711"/>
              <a:gd name="connsiteX101463" fmla="*/ 669452 w 2119654"/>
              <a:gd name="connsiteY101463" fmla="*/ 456707 h 2398711"/>
              <a:gd name="connsiteX101464" fmla="*/ 610314 w 2119654"/>
              <a:gd name="connsiteY101464" fmla="*/ 584550 h 2398711"/>
              <a:gd name="connsiteX101465" fmla="*/ 610595 w 2119654"/>
              <a:gd name="connsiteY101465" fmla="*/ 587508 h 2398711"/>
              <a:gd name="connsiteX101466" fmla="*/ 610973 w 2119654"/>
              <a:gd name="connsiteY101466" fmla="*/ 587695 h 2398711"/>
              <a:gd name="connsiteX101467" fmla="*/ 668324 w 2119654"/>
              <a:gd name="connsiteY101467" fmla="*/ 454567 h 2398711"/>
              <a:gd name="connsiteX101468" fmla="*/ 669463 w 2119654"/>
              <a:gd name="connsiteY101468" fmla="*/ 456060 h 2398711"/>
              <a:gd name="connsiteX101469" fmla="*/ 669494 w 2119654"/>
              <a:gd name="connsiteY101469" fmla="*/ 453211 h 2398711"/>
              <a:gd name="connsiteX101470" fmla="*/ 669150 w 2119654"/>
              <a:gd name="connsiteY101470" fmla="*/ 452959 h 2398711"/>
              <a:gd name="connsiteX101471" fmla="*/ 199820 w 2119654"/>
              <a:gd name="connsiteY101471" fmla="*/ 1503322 h 2398711"/>
              <a:gd name="connsiteX101472" fmla="*/ 201560 w 2119654"/>
              <a:gd name="connsiteY101472" fmla="*/ 1504409 h 2398711"/>
              <a:gd name="connsiteX101473" fmla="*/ 202099 w 2119654"/>
              <a:gd name="connsiteY101473" fmla="*/ 1504470 h 2398711"/>
              <a:gd name="connsiteX101474" fmla="*/ 599119 w 2119654"/>
              <a:gd name="connsiteY101474" fmla="*/ 609204 h 2398711"/>
              <a:gd name="connsiteX101475" fmla="*/ 598718 w 2119654"/>
              <a:gd name="connsiteY101475" fmla="*/ 610581 h 2398711"/>
              <a:gd name="connsiteX101476" fmla="*/ 600799 w 2119654"/>
              <a:gd name="connsiteY101476" fmla="*/ 611540 h 2398711"/>
              <a:gd name="connsiteX101477" fmla="*/ 600872 w 2119654"/>
              <a:gd name="connsiteY101477" fmla="*/ 611079 h 2398711"/>
              <a:gd name="connsiteX101478" fmla="*/ 600579 w 2119654"/>
              <a:gd name="connsiteY101478" fmla="*/ 610086 h 2398711"/>
              <a:gd name="connsiteX101479" fmla="*/ 695417 w 2119654"/>
              <a:gd name="connsiteY101479" fmla="*/ 393564 h 2398711"/>
              <a:gd name="connsiteX101480" fmla="*/ 693442 w 2119654"/>
              <a:gd name="connsiteY101480" fmla="*/ 398967 h 2398711"/>
              <a:gd name="connsiteX101481" fmla="*/ 701643 w 2119654"/>
              <a:gd name="connsiteY101481" fmla="*/ 408758 h 2398711"/>
              <a:gd name="connsiteX101482" fmla="*/ 708044 w 2119654"/>
              <a:gd name="connsiteY101482" fmla="*/ 412573 h 2398711"/>
              <a:gd name="connsiteX101483" fmla="*/ 709485 w 2119654"/>
              <a:gd name="connsiteY101483" fmla="*/ 408368 h 2398711"/>
              <a:gd name="connsiteX101484" fmla="*/ 708895 w 2119654"/>
              <a:gd name="connsiteY101484" fmla="*/ 404500 h 2398711"/>
              <a:gd name="connsiteX101485" fmla="*/ 702204 w 2119654"/>
              <a:gd name="connsiteY101485" fmla="*/ 401930 h 2398711"/>
              <a:gd name="connsiteX101486" fmla="*/ 702631 w 2119654"/>
              <a:gd name="connsiteY101486" fmla="*/ 401799 h 2398711"/>
              <a:gd name="connsiteX101487" fmla="*/ 708517 w 2119654"/>
              <a:gd name="connsiteY101487" fmla="*/ 404059 h 2398711"/>
              <a:gd name="connsiteX101488" fmla="*/ 667132 w 2119654"/>
              <a:gd name="connsiteY101488" fmla="*/ 456888 h 2398711"/>
              <a:gd name="connsiteX101489" fmla="*/ 667795 w 2119654"/>
              <a:gd name="connsiteY101489" fmla="*/ 457418 h 2398711"/>
              <a:gd name="connsiteX101490" fmla="*/ 667740 w 2119654"/>
              <a:gd name="connsiteY101490" fmla="*/ 455706 h 2398711"/>
              <a:gd name="connsiteX101491" fmla="*/ 670330 w 2119654"/>
              <a:gd name="connsiteY101491" fmla="*/ 449600 h 2398711"/>
              <a:gd name="connsiteX101492" fmla="*/ 670362 w 2119654"/>
              <a:gd name="connsiteY101492" fmla="*/ 449763 h 2398711"/>
              <a:gd name="connsiteX101493" fmla="*/ 670408 w 2119654"/>
              <a:gd name="connsiteY101493" fmla="*/ 449677 h 2398711"/>
              <a:gd name="connsiteX101494" fmla="*/ 613075 w 2119654"/>
              <a:gd name="connsiteY101494" fmla="*/ 577795 h 2398711"/>
              <a:gd name="connsiteX101495" fmla="*/ 613083 w 2119654"/>
              <a:gd name="connsiteY101495" fmla="*/ 577873 h 2398711"/>
              <a:gd name="connsiteX101496" fmla="*/ 613092 w 2119654"/>
              <a:gd name="connsiteY101496" fmla="*/ 577883 h 2398711"/>
              <a:gd name="connsiteX101497" fmla="*/ 613099 w 2119654"/>
              <a:gd name="connsiteY101497" fmla="*/ 577815 h 2398711"/>
              <a:gd name="connsiteX101498" fmla="*/ 612072 w 2119654"/>
              <a:gd name="connsiteY101498" fmla="*/ 579968 h 2398711"/>
              <a:gd name="connsiteX101499" fmla="*/ 612282 w 2119654"/>
              <a:gd name="connsiteY101499" fmla="*/ 585836 h 2398711"/>
              <a:gd name="connsiteX101500" fmla="*/ 612813 w 2119654"/>
              <a:gd name="connsiteY101500" fmla="*/ 580619 h 2398711"/>
              <a:gd name="connsiteX101501" fmla="*/ 666327 w 2119654"/>
              <a:gd name="connsiteY101501" fmla="*/ 458454 h 2398711"/>
              <a:gd name="connsiteX101502" fmla="*/ 667852 w 2119654"/>
              <a:gd name="connsiteY101502" fmla="*/ 459197 h 2398711"/>
              <a:gd name="connsiteX101503" fmla="*/ 667838 w 2119654"/>
              <a:gd name="connsiteY101503" fmla="*/ 458772 h 2398711"/>
              <a:gd name="connsiteX101504" fmla="*/ 666653 w 2119654"/>
              <a:gd name="connsiteY101504" fmla="*/ 457821 h 2398711"/>
              <a:gd name="connsiteX101505" fmla="*/ 599510 w 2119654"/>
              <a:gd name="connsiteY101505" fmla="*/ 607858 h 2398711"/>
              <a:gd name="connsiteX101506" fmla="*/ 599266 w 2119654"/>
              <a:gd name="connsiteY101506" fmla="*/ 608695 h 2398711"/>
              <a:gd name="connsiteX101507" fmla="*/ 600363 w 2119654"/>
              <a:gd name="connsiteY101507" fmla="*/ 609357 h 2398711"/>
              <a:gd name="connsiteX101508" fmla="*/ 600199 w 2119654"/>
              <a:gd name="connsiteY101508" fmla="*/ 608798 h 2398711"/>
              <a:gd name="connsiteX101509" fmla="*/ 599744 w 2119654"/>
              <a:gd name="connsiteY101509" fmla="*/ 608142 h 2398711"/>
              <a:gd name="connsiteX101510" fmla="*/ 281694 w 2119654"/>
              <a:gd name="connsiteY101510" fmla="*/ 1319361 h 2398711"/>
              <a:gd name="connsiteX101511" fmla="*/ 281924 w 2119654"/>
              <a:gd name="connsiteY101511" fmla="*/ 1319895 h 2398711"/>
              <a:gd name="connsiteX101512" fmla="*/ 283435 w 2119654"/>
              <a:gd name="connsiteY101512" fmla="*/ 1323046 h 2398711"/>
              <a:gd name="connsiteX101513" fmla="*/ 285120 w 2119654"/>
              <a:gd name="connsiteY101513" fmla="*/ 1324448 h 2398711"/>
              <a:gd name="connsiteX101514" fmla="*/ 285638 w 2119654"/>
              <a:gd name="connsiteY101514" fmla="*/ 1324815 h 2398711"/>
              <a:gd name="connsiteX101515" fmla="*/ 289418 w 2119654"/>
              <a:gd name="connsiteY101515" fmla="*/ 1326710 h 2398711"/>
              <a:gd name="connsiteX101516" fmla="*/ 288414 w 2119654"/>
              <a:gd name="connsiteY101516" fmla="*/ 1324615 h 2398711"/>
              <a:gd name="connsiteX101517" fmla="*/ 263021 w 2119654"/>
              <a:gd name="connsiteY101517" fmla="*/ 1361095 h 2398711"/>
              <a:gd name="connsiteX101518" fmla="*/ 263664 w 2119654"/>
              <a:gd name="connsiteY101518" fmla="*/ 1362096 h 2398711"/>
              <a:gd name="connsiteX101519" fmla="*/ 264105 w 2119654"/>
              <a:gd name="connsiteY101519" fmla="*/ 1361864 h 2398711"/>
              <a:gd name="connsiteX101520" fmla="*/ 669644 w 2119654"/>
              <a:gd name="connsiteY101520" fmla="*/ 450538 h 2398711"/>
              <a:gd name="connsiteX101521" fmla="*/ 669638 w 2119654"/>
              <a:gd name="connsiteY101521" fmla="*/ 451128 h 2398711"/>
              <a:gd name="connsiteX101522" fmla="*/ 669666 w 2119654"/>
              <a:gd name="connsiteY101522" fmla="*/ 451076 h 2398711"/>
              <a:gd name="connsiteX101523" fmla="*/ 669685 w 2119654"/>
              <a:gd name="connsiteY101523" fmla="*/ 450568 h 2398711"/>
              <a:gd name="connsiteX101524" fmla="*/ 669943 w 2119654"/>
              <a:gd name="connsiteY101524" fmla="*/ 449556 h 2398711"/>
              <a:gd name="connsiteX101525" fmla="*/ 669905 w 2119654"/>
              <a:gd name="connsiteY101525" fmla="*/ 450228 h 2398711"/>
              <a:gd name="connsiteX101526" fmla="*/ 670057 w 2119654"/>
              <a:gd name="connsiteY101526" fmla="*/ 450339 h 2398711"/>
              <a:gd name="connsiteX101527" fmla="*/ 670087 w 2119654"/>
              <a:gd name="connsiteY101527" fmla="*/ 450283 h 2398711"/>
              <a:gd name="connsiteX101528" fmla="*/ 663095 w 2119654"/>
              <a:gd name="connsiteY101528" fmla="*/ 464745 h 2398711"/>
              <a:gd name="connsiteX101529" fmla="*/ 668137 w 2119654"/>
              <a:gd name="connsiteY101529" fmla="*/ 467981 h 2398711"/>
              <a:gd name="connsiteX101530" fmla="*/ 667886 w 2119654"/>
              <a:gd name="connsiteY101530" fmla="*/ 460212 h 2398711"/>
              <a:gd name="connsiteX101531" fmla="*/ 665917 w 2119654"/>
              <a:gd name="connsiteY101531" fmla="*/ 459253 h 2398711"/>
              <a:gd name="connsiteX101532" fmla="*/ 635711 w 2119654"/>
              <a:gd name="connsiteY101532" fmla="*/ 525976 h 2398711"/>
              <a:gd name="connsiteX101533" fmla="*/ 633867 w 2119654"/>
              <a:gd name="connsiteY101533" fmla="*/ 531669 h 2398711"/>
              <a:gd name="connsiteX101534" fmla="*/ 636041 w 2119654"/>
              <a:gd name="connsiteY101534" fmla="*/ 533781 h 2398711"/>
              <a:gd name="connsiteX101535" fmla="*/ 636275 w 2119654"/>
              <a:gd name="connsiteY101535" fmla="*/ 531585 h 2398711"/>
              <a:gd name="connsiteX101536" fmla="*/ 637112 w 2119654"/>
              <a:gd name="connsiteY101536" fmla="*/ 526962 h 2398711"/>
              <a:gd name="connsiteX101537" fmla="*/ 698183 w 2119654"/>
              <a:gd name="connsiteY101537" fmla="*/ 386001 h 2398711"/>
              <a:gd name="connsiteX101538" fmla="*/ 695842 w 2119654"/>
              <a:gd name="connsiteY101538" fmla="*/ 392405 h 2398711"/>
              <a:gd name="connsiteX101539" fmla="*/ 700066 w 2119654"/>
              <a:gd name="connsiteY101539" fmla="*/ 395522 h 2398711"/>
              <a:gd name="connsiteX101540" fmla="*/ 708564 w 2119654"/>
              <a:gd name="connsiteY101540" fmla="*/ 402330 h 2398711"/>
              <a:gd name="connsiteX101541" fmla="*/ 707796 w 2119654"/>
              <a:gd name="connsiteY101541" fmla="*/ 397290 h 2398711"/>
              <a:gd name="connsiteX101542" fmla="*/ 705151 w 2119654"/>
              <a:gd name="connsiteY101542" fmla="*/ 395770 h 2398711"/>
              <a:gd name="connsiteX101543" fmla="*/ 705463 w 2119654"/>
              <a:gd name="connsiteY101543" fmla="*/ 395724 h 2398711"/>
              <a:gd name="connsiteX101544" fmla="*/ 707758 w 2119654"/>
              <a:gd name="connsiteY101544" fmla="*/ 397045 h 2398711"/>
              <a:gd name="connsiteX101545" fmla="*/ 707263 w 2119654"/>
              <a:gd name="connsiteY101545" fmla="*/ 393800 h 2398711"/>
              <a:gd name="connsiteX101546" fmla="*/ 702224 w 2119654"/>
              <a:gd name="connsiteY101546" fmla="*/ 387615 h 2398711"/>
              <a:gd name="connsiteX101547" fmla="*/ 641139 w 2119654"/>
              <a:gd name="connsiteY101547" fmla="*/ 513650 h 2398711"/>
              <a:gd name="connsiteX101548" fmla="*/ 640148 w 2119654"/>
              <a:gd name="connsiteY101548" fmla="*/ 522959 h 2398711"/>
              <a:gd name="connsiteX101549" fmla="*/ 650701 w 2119654"/>
              <a:gd name="connsiteY101549" fmla="*/ 530385 h 2398711"/>
              <a:gd name="connsiteX101550" fmla="*/ 651221 w 2119654"/>
              <a:gd name="connsiteY101550" fmla="*/ 520749 h 2398711"/>
              <a:gd name="connsiteX101551" fmla="*/ 670356 w 2119654"/>
              <a:gd name="connsiteY101551" fmla="*/ 448143 h 2398711"/>
              <a:gd name="connsiteX101552" fmla="*/ 670915 w 2119654"/>
              <a:gd name="connsiteY101552" fmla="*/ 448723 h 2398711"/>
              <a:gd name="connsiteX101553" fmla="*/ 671007 w 2119654"/>
              <a:gd name="connsiteY101553" fmla="*/ 448549 h 2398711"/>
              <a:gd name="connsiteX101554" fmla="*/ 308637 w 2119654"/>
              <a:gd name="connsiteY101554" fmla="*/ 1257855 h 2398711"/>
              <a:gd name="connsiteX101555" fmla="*/ 310471 w 2119654"/>
              <a:gd name="connsiteY101555" fmla="*/ 1261610 h 2398711"/>
              <a:gd name="connsiteX101556" fmla="*/ 311782 w 2119654"/>
              <a:gd name="connsiteY101556" fmla="*/ 1262873 h 2398711"/>
              <a:gd name="connsiteX101557" fmla="*/ 309628 w 2119654"/>
              <a:gd name="connsiteY101557" fmla="*/ 1258740 h 2398711"/>
              <a:gd name="connsiteX101558" fmla="*/ 308964 w 2119654"/>
              <a:gd name="connsiteY101558" fmla="*/ 1258031 h 2398711"/>
              <a:gd name="connsiteX101559" fmla="*/ 699027 w 2119654"/>
              <a:gd name="connsiteY101559" fmla="*/ 383693 h 2398711"/>
              <a:gd name="connsiteX101560" fmla="*/ 698370 w 2119654"/>
              <a:gd name="connsiteY101560" fmla="*/ 385490 h 2398711"/>
              <a:gd name="connsiteX101561" fmla="*/ 701458 w 2119654"/>
              <a:gd name="connsiteY101561" fmla="*/ 386675 h 2398711"/>
              <a:gd name="connsiteX101562" fmla="*/ 692253 w 2119654"/>
              <a:gd name="connsiteY101562" fmla="*/ 398837 h 2398711"/>
              <a:gd name="connsiteX101563" fmla="*/ 692252 w 2119654"/>
              <a:gd name="connsiteY101563" fmla="*/ 398968 h 2398711"/>
              <a:gd name="connsiteX101564" fmla="*/ 692317 w 2119654"/>
              <a:gd name="connsiteY101564" fmla="*/ 399055 h 2398711"/>
              <a:gd name="connsiteX101565" fmla="*/ 692351 w 2119654"/>
              <a:gd name="connsiteY101565" fmla="*/ 398960 h 2398711"/>
              <a:gd name="connsiteX101566" fmla="*/ 207351 w 2119654"/>
              <a:gd name="connsiteY101566" fmla="*/ 1484267 h 2398711"/>
              <a:gd name="connsiteX101567" fmla="*/ 213363 w 2119654"/>
              <a:gd name="connsiteY101567" fmla="*/ 1491645 h 2398711"/>
              <a:gd name="connsiteX101568" fmla="*/ 224836 w 2119654"/>
              <a:gd name="connsiteY101568" fmla="*/ 1494676 h 2398711"/>
              <a:gd name="connsiteX101569" fmla="*/ 224418 w 2119654"/>
              <a:gd name="connsiteY101569" fmla="*/ 1494418 h 2398711"/>
              <a:gd name="connsiteX101570" fmla="*/ 598333 w 2119654"/>
              <a:gd name="connsiteY101570" fmla="*/ 608729 h 2398711"/>
              <a:gd name="connsiteX101571" fmla="*/ 598348 w 2119654"/>
              <a:gd name="connsiteY101571" fmla="*/ 608895 h 2398711"/>
              <a:gd name="connsiteX101572" fmla="*/ 598386 w 2119654"/>
              <a:gd name="connsiteY101572" fmla="*/ 608762 h 2398711"/>
              <a:gd name="connsiteX101573" fmla="*/ 669662 w 2119654"/>
              <a:gd name="connsiteY101573" fmla="*/ 448937 h 2398711"/>
              <a:gd name="connsiteX101574" fmla="*/ 669650 w 2119654"/>
              <a:gd name="connsiteY101574" fmla="*/ 450040 h 2398711"/>
              <a:gd name="connsiteX101575" fmla="*/ 669703 w 2119654"/>
              <a:gd name="connsiteY101575" fmla="*/ 450081 h 2398711"/>
              <a:gd name="connsiteX101576" fmla="*/ 669744 w 2119654"/>
              <a:gd name="connsiteY101576" fmla="*/ 449018 h 2398711"/>
              <a:gd name="connsiteX101577" fmla="*/ 659301 w 2119654"/>
              <a:gd name="connsiteY101577" fmla="*/ 472128 h 2398711"/>
              <a:gd name="connsiteX101578" fmla="*/ 663215 w 2119654"/>
              <a:gd name="connsiteY101578" fmla="*/ 474895 h 2398711"/>
              <a:gd name="connsiteX101579" fmla="*/ 663360 w 2119654"/>
              <a:gd name="connsiteY101579" fmla="*/ 472231 h 2398711"/>
              <a:gd name="connsiteX101580" fmla="*/ 663531 w 2119654"/>
              <a:gd name="connsiteY101580" fmla="*/ 472035 h 2398711"/>
              <a:gd name="connsiteX101581" fmla="*/ 663371 w 2119654"/>
              <a:gd name="connsiteY101581" fmla="*/ 475005 h 2398711"/>
              <a:gd name="connsiteX101582" fmla="*/ 667303 w 2119654"/>
              <a:gd name="connsiteY101582" fmla="*/ 477784 h 2398711"/>
              <a:gd name="connsiteX101583" fmla="*/ 668123 w 2119654"/>
              <a:gd name="connsiteY101583" fmla="*/ 471910 h 2398711"/>
              <a:gd name="connsiteX101584" fmla="*/ 667472 w 2119654"/>
              <a:gd name="connsiteY101584" fmla="*/ 471319 h 2398711"/>
              <a:gd name="connsiteX101585" fmla="*/ 668125 w 2119654"/>
              <a:gd name="connsiteY101585" fmla="*/ 471902 h 2398711"/>
              <a:gd name="connsiteX101586" fmla="*/ 668238 w 2119654"/>
              <a:gd name="connsiteY101586" fmla="*/ 471090 h 2398711"/>
              <a:gd name="connsiteX101587" fmla="*/ 668164 w 2119654"/>
              <a:gd name="connsiteY101587" fmla="*/ 468813 h 2398711"/>
              <a:gd name="connsiteX101588" fmla="*/ 662780 w 2119654"/>
              <a:gd name="connsiteY101588" fmla="*/ 465356 h 2398711"/>
              <a:gd name="connsiteX101589" fmla="*/ 662183 w 2119654"/>
              <a:gd name="connsiteY101589" fmla="*/ 466521 h 2398711"/>
              <a:gd name="connsiteX101590" fmla="*/ 667472 w 2119654"/>
              <a:gd name="connsiteY101590" fmla="*/ 471319 h 2398711"/>
              <a:gd name="connsiteX101591" fmla="*/ 662153 w 2119654"/>
              <a:gd name="connsiteY101591" fmla="*/ 466578 h 2398711"/>
              <a:gd name="connsiteX101592" fmla="*/ 262467 w 2119654"/>
              <a:gd name="connsiteY101592" fmla="*/ 1360702 h 2398711"/>
              <a:gd name="connsiteX101593" fmla="*/ 263121 w 2119654"/>
              <a:gd name="connsiteY101593" fmla="*/ 1362381 h 2398711"/>
              <a:gd name="connsiteX101594" fmla="*/ 263441 w 2119654"/>
              <a:gd name="connsiteY101594" fmla="*/ 1362213 h 2398711"/>
              <a:gd name="connsiteX101595" fmla="*/ 262473 w 2119654"/>
              <a:gd name="connsiteY101595" fmla="*/ 1360707 h 2398711"/>
              <a:gd name="connsiteX101596" fmla="*/ 690196 w 2119654"/>
              <a:gd name="connsiteY101596" fmla="*/ 402870 h 2398711"/>
              <a:gd name="connsiteX101597" fmla="*/ 689694 w 2119654"/>
              <a:gd name="connsiteY101597" fmla="*/ 406225 h 2398711"/>
              <a:gd name="connsiteX101598" fmla="*/ 690782 w 2119654"/>
              <a:gd name="connsiteY101598" fmla="*/ 403251 h 2398711"/>
              <a:gd name="connsiteX101599" fmla="*/ 272041 w 2119654"/>
              <a:gd name="connsiteY101599" fmla="*/ 1339191 h 2398711"/>
              <a:gd name="connsiteX101600" fmla="*/ 274085 w 2119654"/>
              <a:gd name="connsiteY101600" fmla="*/ 1343528 h 2398711"/>
              <a:gd name="connsiteX101601" fmla="*/ 286621 w 2119654"/>
              <a:gd name="connsiteY101601" fmla="*/ 1350403 h 2398711"/>
              <a:gd name="connsiteX101602" fmla="*/ 286664 w 2119654"/>
              <a:gd name="connsiteY101602" fmla="*/ 1350380 h 2398711"/>
              <a:gd name="connsiteX101603" fmla="*/ 286021 w 2119654"/>
              <a:gd name="connsiteY101603" fmla="*/ 1348151 h 2398711"/>
              <a:gd name="connsiteX101604" fmla="*/ 279162 w 2119654"/>
              <a:gd name="connsiteY101604" fmla="*/ 1343095 h 2398711"/>
              <a:gd name="connsiteX101605" fmla="*/ 595509 w 2119654"/>
              <a:gd name="connsiteY101605" fmla="*/ 614791 h 2398711"/>
              <a:gd name="connsiteX101606" fmla="*/ 595337 w 2119654"/>
              <a:gd name="connsiteY101606" fmla="*/ 616782 h 2398711"/>
              <a:gd name="connsiteX101607" fmla="*/ 595870 w 2119654"/>
              <a:gd name="connsiteY101607" fmla="*/ 617425 h 2398711"/>
              <a:gd name="connsiteX101608" fmla="*/ 596073 w 2119654"/>
              <a:gd name="connsiteY101608" fmla="*/ 616726 h 2398711"/>
              <a:gd name="connsiteX101609" fmla="*/ 595939 w 2119654"/>
              <a:gd name="connsiteY101609" fmla="*/ 615179 h 2398711"/>
              <a:gd name="connsiteX101610" fmla="*/ 668106 w 2119654"/>
              <a:gd name="connsiteY101610" fmla="*/ 452200 h 2398711"/>
              <a:gd name="connsiteX101611" fmla="*/ 668162 w 2119654"/>
              <a:gd name="connsiteY101611" fmla="*/ 453909 h 2398711"/>
              <a:gd name="connsiteX101612" fmla="*/ 668800 w 2119654"/>
              <a:gd name="connsiteY101612" fmla="*/ 452706 h 2398711"/>
              <a:gd name="connsiteX101613" fmla="*/ 700574 w 2119654"/>
              <a:gd name="connsiteY101613" fmla="*/ 379463 h 2398711"/>
              <a:gd name="connsiteX101614" fmla="*/ 699220 w 2119654"/>
              <a:gd name="connsiteY101614" fmla="*/ 383167 h 2398711"/>
              <a:gd name="connsiteX101615" fmla="*/ 702362 w 2119654"/>
              <a:gd name="connsiteY101615" fmla="*/ 387022 h 2398711"/>
              <a:gd name="connsiteX101616" fmla="*/ 706470 w 2119654"/>
              <a:gd name="connsiteY101616" fmla="*/ 388600 h 2398711"/>
              <a:gd name="connsiteX101617" fmla="*/ 705879 w 2119654"/>
              <a:gd name="connsiteY101617" fmla="*/ 384725 h 2398711"/>
              <a:gd name="connsiteX101618" fmla="*/ 265518 w 2119654"/>
              <a:gd name="connsiteY101618" fmla="*/ 1353609 h 2398711"/>
              <a:gd name="connsiteX101619" fmla="*/ 267959 w 2119654"/>
              <a:gd name="connsiteY101619" fmla="*/ 1359876 h 2398711"/>
              <a:gd name="connsiteX101620" fmla="*/ 269354 w 2119654"/>
              <a:gd name="connsiteY101620" fmla="*/ 1359168 h 2398711"/>
              <a:gd name="connsiteX101621" fmla="*/ 268281 w 2119654"/>
              <a:gd name="connsiteY101621" fmla="*/ 1358513 h 2398711"/>
              <a:gd name="connsiteX101622" fmla="*/ 268194 w 2119654"/>
              <a:gd name="connsiteY101622" fmla="*/ 1358188 h 2398711"/>
              <a:gd name="connsiteX101623" fmla="*/ 269597 w 2119654"/>
              <a:gd name="connsiteY101623" fmla="*/ 1359045 h 2398711"/>
              <a:gd name="connsiteX101624" fmla="*/ 271011 w 2119654"/>
              <a:gd name="connsiteY101624" fmla="*/ 1358327 h 2398711"/>
              <a:gd name="connsiteX101625" fmla="*/ 589756 w 2119654"/>
              <a:gd name="connsiteY101625" fmla="*/ 627534 h 2398711"/>
              <a:gd name="connsiteX101626" fmla="*/ 589693 w 2119654"/>
              <a:gd name="connsiteY101626" fmla="*/ 628153 h 2398711"/>
              <a:gd name="connsiteX101627" fmla="*/ 591082 w 2119654"/>
              <a:gd name="connsiteY101627" fmla="*/ 629669 h 2398711"/>
              <a:gd name="connsiteX101628" fmla="*/ 591213 w 2119654"/>
              <a:gd name="connsiteY101628" fmla="*/ 628153 h 2398711"/>
              <a:gd name="connsiteX101629" fmla="*/ 612839 w 2119654"/>
              <a:gd name="connsiteY101629" fmla="*/ 575740 h 2398711"/>
              <a:gd name="connsiteX101630" fmla="*/ 612903 w 2119654"/>
              <a:gd name="connsiteY101630" fmla="*/ 576297 h 2398711"/>
              <a:gd name="connsiteX101631" fmla="*/ 613227 w 2119654"/>
              <a:gd name="connsiteY101631" fmla="*/ 576561 h 2398711"/>
              <a:gd name="connsiteX101632" fmla="*/ 613253 w 2119654"/>
              <a:gd name="connsiteY101632" fmla="*/ 576306 h 2398711"/>
              <a:gd name="connsiteX101633" fmla="*/ 613079 w 2119654"/>
              <a:gd name="connsiteY101633" fmla="*/ 575834 h 2398711"/>
              <a:gd name="connsiteX101634" fmla="*/ 652005 w 2119654"/>
              <a:gd name="connsiteY101634" fmla="*/ 488035 h 2398711"/>
              <a:gd name="connsiteX101635" fmla="*/ 652298 w 2119654"/>
              <a:gd name="connsiteY101635" fmla="*/ 489557 h 2398711"/>
              <a:gd name="connsiteX101636" fmla="*/ 652893 w 2119654"/>
              <a:gd name="connsiteY101636" fmla="*/ 489822 h 2398711"/>
              <a:gd name="connsiteX101637" fmla="*/ 652936 w 2119654"/>
              <a:gd name="connsiteY101637" fmla="*/ 489031 h 2398711"/>
              <a:gd name="connsiteX101638" fmla="*/ 579617 w 2119654"/>
              <a:gd name="connsiteY101638" fmla="*/ 650121 h 2398711"/>
              <a:gd name="connsiteX101639" fmla="*/ 579684 w 2119654"/>
              <a:gd name="connsiteY101639" fmla="*/ 650607 h 2398711"/>
              <a:gd name="connsiteX101640" fmla="*/ 580622 w 2119654"/>
              <a:gd name="connsiteY101640" fmla="*/ 651154 h 2398711"/>
              <a:gd name="connsiteX101641" fmla="*/ 580646 w 2119654"/>
              <a:gd name="connsiteY101641" fmla="*/ 650741 h 2398711"/>
              <a:gd name="connsiteX101642" fmla="*/ 561999 w 2119654"/>
              <a:gd name="connsiteY101642" fmla="*/ 689502 h 2398711"/>
              <a:gd name="connsiteX101643" fmla="*/ 561985 w 2119654"/>
              <a:gd name="connsiteY101643" fmla="*/ 690486 h 2398711"/>
              <a:gd name="connsiteX101644" fmla="*/ 562288 w 2119654"/>
              <a:gd name="connsiteY101644" fmla="*/ 690787 h 2398711"/>
              <a:gd name="connsiteX101645" fmla="*/ 562313 w 2119654"/>
              <a:gd name="connsiteY101645" fmla="*/ 690586 h 2398711"/>
              <a:gd name="connsiteX101646" fmla="*/ 692255 w 2119654"/>
              <a:gd name="connsiteY101646" fmla="*/ 397801 h 2398711"/>
              <a:gd name="connsiteX101647" fmla="*/ 692253 w 2119654"/>
              <a:gd name="connsiteY101647" fmla="*/ 398373 h 2398711"/>
              <a:gd name="connsiteX101648" fmla="*/ 692299 w 2119654"/>
              <a:gd name="connsiteY101648" fmla="*/ 398426 h 2398711"/>
              <a:gd name="connsiteX101649" fmla="*/ 692470 w 2119654"/>
              <a:gd name="connsiteY101649" fmla="*/ 398637 h 2398711"/>
              <a:gd name="connsiteX101650" fmla="*/ 692617 w 2119654"/>
              <a:gd name="connsiteY101650" fmla="*/ 398233 h 2398711"/>
              <a:gd name="connsiteX101651" fmla="*/ 657154 w 2119654"/>
              <a:gd name="connsiteY101651" fmla="*/ 476309 h 2398711"/>
              <a:gd name="connsiteX101652" fmla="*/ 662831 w 2119654"/>
              <a:gd name="connsiteY101652" fmla="*/ 482003 h 2398711"/>
              <a:gd name="connsiteX101653" fmla="*/ 663184 w 2119654"/>
              <a:gd name="connsiteY101653" fmla="*/ 475481 h 2398711"/>
              <a:gd name="connsiteX101654" fmla="*/ 659072 w 2119654"/>
              <a:gd name="connsiteY101654" fmla="*/ 472574 h 2398711"/>
              <a:gd name="connsiteX101655" fmla="*/ 185588 w 2119654"/>
              <a:gd name="connsiteY101655" fmla="*/ 1532196 h 2398711"/>
              <a:gd name="connsiteX101656" fmla="*/ 188787 w 2119654"/>
              <a:gd name="connsiteY101656" fmla="*/ 1536121 h 2398711"/>
              <a:gd name="connsiteX101657" fmla="*/ 202871 w 2119654"/>
              <a:gd name="connsiteY101657" fmla="*/ 1539842 h 2398711"/>
              <a:gd name="connsiteX101658" fmla="*/ 191768 w 2119654"/>
              <a:gd name="connsiteY101658" fmla="*/ 1535087 h 2398711"/>
              <a:gd name="connsiteX101659" fmla="*/ 239401 w 2119654"/>
              <a:gd name="connsiteY101659" fmla="*/ 1411476 h 2398711"/>
              <a:gd name="connsiteX101660" fmla="*/ 241344 w 2119654"/>
              <a:gd name="connsiteY101660" fmla="*/ 1414476 h 2398711"/>
              <a:gd name="connsiteX101661" fmla="*/ 250215 w 2119654"/>
              <a:gd name="connsiteY101661" fmla="*/ 1420612 h 2398711"/>
              <a:gd name="connsiteX101662" fmla="*/ 252639 w 2119654"/>
              <a:gd name="connsiteY101662" fmla="*/ 1421548 h 2398711"/>
              <a:gd name="connsiteX101663" fmla="*/ 675027 w 2119654"/>
              <a:gd name="connsiteY101663" fmla="*/ 435985 h 2398711"/>
              <a:gd name="connsiteX101664" fmla="*/ 675521 w 2119654"/>
              <a:gd name="connsiteY101664" fmla="*/ 440048 h 2398711"/>
              <a:gd name="connsiteX101665" fmla="*/ 676308 w 2119654"/>
              <a:gd name="connsiteY101665" fmla="*/ 438565 h 2398711"/>
              <a:gd name="connsiteX101666" fmla="*/ 676204 w 2119654"/>
              <a:gd name="connsiteY101666" fmla="*/ 436453 h 2398711"/>
              <a:gd name="connsiteX101667" fmla="*/ 611968 w 2119654"/>
              <a:gd name="connsiteY101667" fmla="*/ 577072 h 2398711"/>
              <a:gd name="connsiteX101668" fmla="*/ 612045 w 2119654"/>
              <a:gd name="connsiteY101668" fmla="*/ 579237 h 2398711"/>
              <a:gd name="connsiteX101669" fmla="*/ 612772 w 2119654"/>
              <a:gd name="connsiteY101669" fmla="*/ 579458 h 2398711"/>
              <a:gd name="connsiteX101670" fmla="*/ 612611 w 2119654"/>
              <a:gd name="connsiteY101670" fmla="*/ 577861 h 2398711"/>
              <a:gd name="connsiteX101671" fmla="*/ 589857 w 2119654"/>
              <a:gd name="connsiteY101671" fmla="*/ 626556 h 2398711"/>
              <a:gd name="connsiteX101672" fmla="*/ 589816 w 2119654"/>
              <a:gd name="connsiteY101672" fmla="*/ 626955 h 2398711"/>
              <a:gd name="connsiteX101673" fmla="*/ 591265 w 2119654"/>
              <a:gd name="connsiteY101673" fmla="*/ 627570 h 2398711"/>
              <a:gd name="connsiteX101674" fmla="*/ 591300 w 2119654"/>
              <a:gd name="connsiteY101674" fmla="*/ 627170 h 2398711"/>
              <a:gd name="connsiteX101675" fmla="*/ 655192 w 2119654"/>
              <a:gd name="connsiteY101675" fmla="*/ 480128 h 2398711"/>
              <a:gd name="connsiteX101676" fmla="*/ 656160 w 2119654"/>
              <a:gd name="connsiteY101676" fmla="*/ 486087 h 2398711"/>
              <a:gd name="connsiteX101677" fmla="*/ 662280 w 2119654"/>
              <a:gd name="connsiteY101677" fmla="*/ 492222 h 2398711"/>
              <a:gd name="connsiteX101678" fmla="*/ 662787 w 2119654"/>
              <a:gd name="connsiteY101678" fmla="*/ 482832 h 2398711"/>
              <a:gd name="connsiteX101679" fmla="*/ 656858 w 2119654"/>
              <a:gd name="connsiteY101679" fmla="*/ 476886 h 2398711"/>
              <a:gd name="connsiteX101680" fmla="*/ 603407 w 2119654"/>
              <a:gd name="connsiteY101680" fmla="*/ 595990 h 2398711"/>
              <a:gd name="connsiteX101681" fmla="*/ 603218 w 2119654"/>
              <a:gd name="connsiteY101681" fmla="*/ 597180 h 2398711"/>
              <a:gd name="connsiteX101682" fmla="*/ 603831 w 2119654"/>
              <a:gd name="connsiteY101682" fmla="*/ 598863 h 2398711"/>
              <a:gd name="connsiteX101683" fmla="*/ 604785 w 2119654"/>
              <a:gd name="connsiteY101683" fmla="*/ 600554 h 2398711"/>
              <a:gd name="connsiteX101684" fmla="*/ 604910 w 2119654"/>
              <a:gd name="connsiteY101684" fmla="*/ 596512 h 2398711"/>
              <a:gd name="connsiteX101685" fmla="*/ 603429 w 2119654"/>
              <a:gd name="connsiteY101685" fmla="*/ 595843 h 2398711"/>
              <a:gd name="connsiteX101686" fmla="*/ 603429 w 2119654"/>
              <a:gd name="connsiteY101686" fmla="*/ 595847 h 2398711"/>
              <a:gd name="connsiteX101687" fmla="*/ 603492 w 2119654"/>
              <a:gd name="connsiteY101687" fmla="*/ 595868 h 2398711"/>
              <a:gd name="connsiteX101688" fmla="*/ 612748 w 2119654"/>
              <a:gd name="connsiteY101688" fmla="*/ 574932 h 2398711"/>
              <a:gd name="connsiteX101689" fmla="*/ 612810 w 2119654"/>
              <a:gd name="connsiteY101689" fmla="*/ 575481 h 2398711"/>
              <a:gd name="connsiteX101690" fmla="*/ 612972 w 2119654"/>
              <a:gd name="connsiteY101690" fmla="*/ 575544 h 2398711"/>
              <a:gd name="connsiteX101691" fmla="*/ 653501 w 2119654"/>
              <a:gd name="connsiteY101691" fmla="*/ 483421 h 2398711"/>
              <a:gd name="connsiteX101692" fmla="*/ 655021 w 2119654"/>
              <a:gd name="connsiteY101692" fmla="*/ 484945 h 2398711"/>
              <a:gd name="connsiteX101693" fmla="*/ 654469 w 2119654"/>
              <a:gd name="connsiteY101693" fmla="*/ 481536 h 2398711"/>
              <a:gd name="connsiteX101694" fmla="*/ 606795 w 2119654"/>
              <a:gd name="connsiteY101694" fmla="*/ 587965 h 2398711"/>
              <a:gd name="connsiteX101695" fmla="*/ 606558 w 2119654"/>
              <a:gd name="connsiteY101695" fmla="*/ 595602 h 2398711"/>
              <a:gd name="connsiteX101696" fmla="*/ 606658 w 2119654"/>
              <a:gd name="connsiteY101696" fmla="*/ 596510 h 2398711"/>
              <a:gd name="connsiteX101697" fmla="*/ 606880 w 2119654"/>
              <a:gd name="connsiteY101697" fmla="*/ 596596 h 2398711"/>
              <a:gd name="connsiteX101698" fmla="*/ 607218 w 2119654"/>
              <a:gd name="connsiteY101698" fmla="*/ 588249 h 2398711"/>
              <a:gd name="connsiteX101699" fmla="*/ 621400 w 2119654"/>
              <a:gd name="connsiteY101699" fmla="*/ 555233 h 2398711"/>
              <a:gd name="connsiteX101700" fmla="*/ 621372 w 2119654"/>
              <a:gd name="connsiteY101700" fmla="*/ 555556 h 2398711"/>
              <a:gd name="connsiteX101701" fmla="*/ 623190 w 2119654"/>
              <a:gd name="connsiteY101701" fmla="*/ 557430 h 2398711"/>
              <a:gd name="connsiteX101702" fmla="*/ 623210 w 2119654"/>
              <a:gd name="connsiteY101702" fmla="*/ 557450 h 2398711"/>
              <a:gd name="connsiteX101703" fmla="*/ 623319 w 2119654"/>
              <a:gd name="connsiteY101703" fmla="*/ 556920 h 2398711"/>
              <a:gd name="connsiteX101704" fmla="*/ 703752 w 2119654"/>
              <a:gd name="connsiteY101704" fmla="*/ 370775 h 2398711"/>
              <a:gd name="connsiteX101705" fmla="*/ 700773 w 2119654"/>
              <a:gd name="connsiteY101705" fmla="*/ 378920 h 2398711"/>
              <a:gd name="connsiteX101706" fmla="*/ 705746 w 2119654"/>
              <a:gd name="connsiteY101706" fmla="*/ 383853 h 2398711"/>
              <a:gd name="connsiteX101707" fmla="*/ 674937 w 2119654"/>
              <a:gd name="connsiteY101707" fmla="*/ 435247 h 2398711"/>
              <a:gd name="connsiteX101708" fmla="*/ 675004 w 2119654"/>
              <a:gd name="connsiteY101708" fmla="*/ 435798 h 2398711"/>
              <a:gd name="connsiteX101709" fmla="*/ 676194 w 2119654"/>
              <a:gd name="connsiteY101709" fmla="*/ 436253 h 2398711"/>
              <a:gd name="connsiteX101710" fmla="*/ 676188 w 2119654"/>
              <a:gd name="connsiteY101710" fmla="*/ 436133 h 2398711"/>
              <a:gd name="connsiteX101711" fmla="*/ 690605 w 2119654"/>
              <a:gd name="connsiteY101711" fmla="*/ 400131 h 2398711"/>
              <a:gd name="connsiteX101712" fmla="*/ 690401 w 2119654"/>
              <a:gd name="connsiteY101712" fmla="*/ 401491 h 2398711"/>
              <a:gd name="connsiteX101713" fmla="*/ 691228 w 2119654"/>
              <a:gd name="connsiteY101713" fmla="*/ 402029 h 2398711"/>
              <a:gd name="connsiteX101714" fmla="*/ 691398 w 2119654"/>
              <a:gd name="connsiteY101714" fmla="*/ 401563 h 2398711"/>
              <a:gd name="connsiteX101715" fmla="*/ 691411 w 2119654"/>
              <a:gd name="connsiteY101715" fmla="*/ 401206 h 2398711"/>
              <a:gd name="connsiteX101716" fmla="*/ 581291 w 2119654"/>
              <a:gd name="connsiteY101716" fmla="*/ 644887 h 2398711"/>
              <a:gd name="connsiteX101717" fmla="*/ 580979 w 2119654"/>
              <a:gd name="connsiteY101717" fmla="*/ 650142 h 2398711"/>
              <a:gd name="connsiteX101718" fmla="*/ 584706 w 2119654"/>
              <a:gd name="connsiteY101718" fmla="*/ 652393 h 2398711"/>
              <a:gd name="connsiteX101719" fmla="*/ 583715 w 2119654"/>
              <a:gd name="connsiteY101719" fmla="*/ 646288 h 2398711"/>
              <a:gd name="connsiteX101720" fmla="*/ 222799 w 2119654"/>
              <a:gd name="connsiteY101720" fmla="*/ 1447602 h 2398711"/>
              <a:gd name="connsiteX101721" fmla="*/ 224387 w 2119654"/>
              <a:gd name="connsiteY101721" fmla="*/ 1449690 h 2398711"/>
              <a:gd name="connsiteX101722" fmla="*/ 225835 w 2119654"/>
              <a:gd name="connsiteY101722" fmla="*/ 1450221 h 2398711"/>
              <a:gd name="connsiteX101723" fmla="*/ 225350 w 2119654"/>
              <a:gd name="connsiteY101723" fmla="*/ 1449445 h 2398711"/>
              <a:gd name="connsiteX101724" fmla="*/ 323402 w 2119654"/>
              <a:gd name="connsiteY101724" fmla="*/ 1222316 h 2398711"/>
              <a:gd name="connsiteX101725" fmla="*/ 323478 w 2119654"/>
              <a:gd name="connsiteY101725" fmla="*/ 1222662 h 2398711"/>
              <a:gd name="connsiteX101726" fmla="*/ 324477 w 2119654"/>
              <a:gd name="connsiteY101726" fmla="*/ 1224015 h 2398711"/>
              <a:gd name="connsiteX101727" fmla="*/ 324472 w 2119654"/>
              <a:gd name="connsiteY101727" fmla="*/ 1223968 h 2398711"/>
              <a:gd name="connsiteX101728" fmla="*/ 595709 w 2119654"/>
              <a:gd name="connsiteY101728" fmla="*/ 612497 h 2398711"/>
              <a:gd name="connsiteX101729" fmla="*/ 595612 w 2119654"/>
              <a:gd name="connsiteY101729" fmla="*/ 613608 h 2398711"/>
              <a:gd name="connsiteX101730" fmla="*/ 595820 w 2119654"/>
              <a:gd name="connsiteY101730" fmla="*/ 613796 h 2398711"/>
              <a:gd name="connsiteX101731" fmla="*/ 639302 w 2119654"/>
              <a:gd name="connsiteY101731" fmla="*/ 514879 h 2398711"/>
              <a:gd name="connsiteX101732" fmla="*/ 637328 w 2119654"/>
              <a:gd name="connsiteY101732" fmla="*/ 520976 h 2398711"/>
              <a:gd name="connsiteX101733" fmla="*/ 638099 w 2119654"/>
              <a:gd name="connsiteY101733" fmla="*/ 521517 h 2398711"/>
              <a:gd name="connsiteX101734" fmla="*/ 265141 w 2119654"/>
              <a:gd name="connsiteY101734" fmla="*/ 1352641 h 2398711"/>
              <a:gd name="connsiteX101735" fmla="*/ 265339 w 2119654"/>
              <a:gd name="connsiteY101735" fmla="*/ 1353148 h 2398711"/>
              <a:gd name="connsiteX101736" fmla="*/ 271236 w 2119654"/>
              <a:gd name="connsiteY101736" fmla="*/ 1358213 h 2398711"/>
              <a:gd name="connsiteX101737" fmla="*/ 271740 w 2119654"/>
              <a:gd name="connsiteY101737" fmla="*/ 1357957 h 2398711"/>
              <a:gd name="connsiteX101738" fmla="*/ 270828 w 2119654"/>
              <a:gd name="connsiteY101738" fmla="*/ 1356464 h 2398711"/>
              <a:gd name="connsiteX101739" fmla="*/ 269009 w 2119654"/>
              <a:gd name="connsiteY101739" fmla="*/ 1355265 h 2398711"/>
              <a:gd name="connsiteX101740" fmla="*/ 676516 w 2119654"/>
              <a:gd name="connsiteY101740" fmla="*/ 431473 h 2398711"/>
              <a:gd name="connsiteX101741" fmla="*/ 676749 w 2119654"/>
              <a:gd name="connsiteY101741" fmla="*/ 436190 h 2398711"/>
              <a:gd name="connsiteX101742" fmla="*/ 677344 w 2119654"/>
              <a:gd name="connsiteY101742" fmla="*/ 436612 h 2398711"/>
              <a:gd name="connsiteX101743" fmla="*/ 678369 w 2119654"/>
              <a:gd name="connsiteY101743" fmla="*/ 434682 h 2398711"/>
              <a:gd name="connsiteX101744" fmla="*/ 651768 w 2119654"/>
              <a:gd name="connsiteY101744" fmla="*/ 486794 h 2398711"/>
              <a:gd name="connsiteX101745" fmla="*/ 651824 w 2119654"/>
              <a:gd name="connsiteY101745" fmla="*/ 487090 h 2398711"/>
              <a:gd name="connsiteX101746" fmla="*/ 652974 w 2119654"/>
              <a:gd name="connsiteY101746" fmla="*/ 488321 h 2398711"/>
              <a:gd name="connsiteX101747" fmla="*/ 653128 w 2119654"/>
              <a:gd name="connsiteY101747" fmla="*/ 485476 h 2398711"/>
              <a:gd name="connsiteX101748" fmla="*/ 653423 w 2119654"/>
              <a:gd name="connsiteY101748" fmla="*/ 485139 h 2398711"/>
              <a:gd name="connsiteX101749" fmla="*/ 653236 w 2119654"/>
              <a:gd name="connsiteY101749" fmla="*/ 488601 h 2398711"/>
              <a:gd name="connsiteX101750" fmla="*/ 655426 w 2119654"/>
              <a:gd name="connsiteY101750" fmla="*/ 490947 h 2398711"/>
              <a:gd name="connsiteX101751" fmla="*/ 656041 w 2119654"/>
              <a:gd name="connsiteY101751" fmla="*/ 491220 h 2398711"/>
              <a:gd name="connsiteX101752" fmla="*/ 655249 w 2119654"/>
              <a:gd name="connsiteY101752" fmla="*/ 486343 h 2398711"/>
              <a:gd name="connsiteX101753" fmla="*/ 653104 w 2119654"/>
              <a:gd name="connsiteY101753" fmla="*/ 484192 h 2398711"/>
              <a:gd name="connsiteX101754" fmla="*/ 602999 w 2119654"/>
              <a:gd name="connsiteY101754" fmla="*/ 595848 h 2398711"/>
              <a:gd name="connsiteX101755" fmla="*/ 602882 w 2119654"/>
              <a:gd name="connsiteY101755" fmla="*/ 596252 h 2398711"/>
              <a:gd name="connsiteX101756" fmla="*/ 603116 w 2119654"/>
              <a:gd name="connsiteY101756" fmla="*/ 596899 h 2398711"/>
              <a:gd name="connsiteX101757" fmla="*/ 603267 w 2119654"/>
              <a:gd name="connsiteY101757" fmla="*/ 595942 h 2398711"/>
              <a:gd name="connsiteX101758" fmla="*/ 603044 w 2119654"/>
              <a:gd name="connsiteY101758" fmla="*/ 595693 h 2398711"/>
              <a:gd name="connsiteX101759" fmla="*/ 603034 w 2119654"/>
              <a:gd name="connsiteY101759" fmla="*/ 595725 h 2398711"/>
              <a:gd name="connsiteX101760" fmla="*/ 603289 w 2119654"/>
              <a:gd name="connsiteY101760" fmla="*/ 595804 h 2398711"/>
              <a:gd name="connsiteX101761" fmla="*/ 603291 w 2119654"/>
              <a:gd name="connsiteY101761" fmla="*/ 595789 h 2398711"/>
              <a:gd name="connsiteX101762" fmla="*/ 254743 w 2119654"/>
              <a:gd name="connsiteY101762" fmla="*/ 1375417 h 2398711"/>
              <a:gd name="connsiteX101763" fmla="*/ 268322 w 2119654"/>
              <a:gd name="connsiteY101763" fmla="*/ 1389927 h 2398711"/>
              <a:gd name="connsiteX101764" fmla="*/ 273251 w 2119654"/>
              <a:gd name="connsiteY101764" fmla="*/ 1393575 h 2398711"/>
              <a:gd name="connsiteX101765" fmla="*/ 272122 w 2119654"/>
              <a:gd name="connsiteY101765" fmla="*/ 1390674 h 2398711"/>
              <a:gd name="connsiteX101766" fmla="*/ 263844 w 2119654"/>
              <a:gd name="connsiteY101766" fmla="*/ 1383297 h 2398711"/>
              <a:gd name="connsiteX101767" fmla="*/ 263805 w 2119654"/>
              <a:gd name="connsiteY101767" fmla="*/ 1383077 h 2398711"/>
              <a:gd name="connsiteX101768" fmla="*/ 272011 w 2119654"/>
              <a:gd name="connsiteY101768" fmla="*/ 1390391 h 2398711"/>
              <a:gd name="connsiteX101769" fmla="*/ 271691 w 2119654"/>
              <a:gd name="connsiteY101769" fmla="*/ 1389568 h 2398711"/>
              <a:gd name="connsiteX101770" fmla="*/ 260788 w 2119654"/>
              <a:gd name="connsiteY101770" fmla="*/ 1380216 h 2398711"/>
              <a:gd name="connsiteX101771" fmla="*/ 590084 w 2119654"/>
              <a:gd name="connsiteY101771" fmla="*/ 624332 h 2398711"/>
              <a:gd name="connsiteX101772" fmla="*/ 589978 w 2119654"/>
              <a:gd name="connsiteY101772" fmla="*/ 625374 h 2398711"/>
              <a:gd name="connsiteX101773" fmla="*/ 591433 w 2119654"/>
              <a:gd name="connsiteY101773" fmla="*/ 625634 h 2398711"/>
              <a:gd name="connsiteX101774" fmla="*/ 591461 w 2119654"/>
              <a:gd name="connsiteY101774" fmla="*/ 625307 h 2398711"/>
              <a:gd name="connsiteX101775" fmla="*/ 590755 w 2119654"/>
              <a:gd name="connsiteY101775" fmla="*/ 624606 h 2398711"/>
              <a:gd name="connsiteX101776" fmla="*/ 649506 w 2119654"/>
              <a:gd name="connsiteY101776" fmla="*/ 491196 h 2398711"/>
              <a:gd name="connsiteX101777" fmla="*/ 650244 w 2119654"/>
              <a:gd name="connsiteY101777" fmla="*/ 492773 h 2398711"/>
              <a:gd name="connsiteX101778" fmla="*/ 650418 w 2119654"/>
              <a:gd name="connsiteY101778" fmla="*/ 493034 h 2398711"/>
              <a:gd name="connsiteX101779" fmla="*/ 650518 w 2119654"/>
              <a:gd name="connsiteY101779" fmla="*/ 493088 h 2398711"/>
              <a:gd name="connsiteX101780" fmla="*/ 650456 w 2119654"/>
              <a:gd name="connsiteY101780" fmla="*/ 489992 h 2398711"/>
              <a:gd name="connsiteX101781" fmla="*/ 650185 w 2119654"/>
              <a:gd name="connsiteY101781" fmla="*/ 489872 h 2398711"/>
              <a:gd name="connsiteX101782" fmla="*/ 581357 w 2119654"/>
              <a:gd name="connsiteY101782" fmla="*/ 643789 h 2398711"/>
              <a:gd name="connsiteX101783" fmla="*/ 581302 w 2119654"/>
              <a:gd name="connsiteY101783" fmla="*/ 644706 h 2398711"/>
              <a:gd name="connsiteX101784" fmla="*/ 583681 w 2119654"/>
              <a:gd name="connsiteY101784" fmla="*/ 646083 h 2398711"/>
              <a:gd name="connsiteX101785" fmla="*/ 583553 w 2119654"/>
              <a:gd name="connsiteY101785" fmla="*/ 645289 h 2398711"/>
              <a:gd name="connsiteX101786" fmla="*/ 611908 w 2119654"/>
              <a:gd name="connsiteY101786" fmla="*/ 575377 h 2398711"/>
              <a:gd name="connsiteX101787" fmla="*/ 611912 w 2119654"/>
              <a:gd name="connsiteY101787" fmla="*/ 575489 h 2398711"/>
              <a:gd name="connsiteX101788" fmla="*/ 612413 w 2119654"/>
              <a:gd name="connsiteY101788" fmla="*/ 575898 h 2398711"/>
              <a:gd name="connsiteX101789" fmla="*/ 612379 w 2119654"/>
              <a:gd name="connsiteY101789" fmla="*/ 575561 h 2398711"/>
              <a:gd name="connsiteX101790" fmla="*/ 610124 w 2119654"/>
              <a:gd name="connsiteY101790" fmla="*/ 579371 h 2398711"/>
              <a:gd name="connsiteX101791" fmla="*/ 610093 w 2119654"/>
              <a:gd name="connsiteY101791" fmla="*/ 580783 h 2398711"/>
              <a:gd name="connsiteX101792" fmla="*/ 611607 w 2119654"/>
              <a:gd name="connsiteY101792" fmla="*/ 588009 h 2398711"/>
              <a:gd name="connsiteX101793" fmla="*/ 612039 w 2119654"/>
              <a:gd name="connsiteY101793" fmla="*/ 588224 h 2398711"/>
              <a:gd name="connsiteX101794" fmla="*/ 612097 w 2119654"/>
              <a:gd name="connsiteY101794" fmla="*/ 587656 h 2398711"/>
              <a:gd name="connsiteX101795" fmla="*/ 611819 w 2119654"/>
              <a:gd name="connsiteY101795" fmla="*/ 579886 h 2398711"/>
              <a:gd name="connsiteX101796" fmla="*/ 203716 w 2119654"/>
              <a:gd name="connsiteY101796" fmla="*/ 1489379 h 2398711"/>
              <a:gd name="connsiteX101797" fmla="*/ 215072 w 2119654"/>
              <a:gd name="connsiteY101797" fmla="*/ 1495868 h 2398711"/>
              <a:gd name="connsiteX101798" fmla="*/ 214436 w 2119654"/>
              <a:gd name="connsiteY101798" fmla="*/ 1495032 h 2398711"/>
              <a:gd name="connsiteX101799" fmla="*/ 211628 w 2119654"/>
              <a:gd name="connsiteY101799" fmla="*/ 1491586 h 2398711"/>
              <a:gd name="connsiteX101800" fmla="*/ 598113 w 2119654"/>
              <a:gd name="connsiteY101800" fmla="*/ 606174 h 2398711"/>
              <a:gd name="connsiteX101801" fmla="*/ 598278 w 2119654"/>
              <a:gd name="connsiteY101801" fmla="*/ 608098 h 2398711"/>
              <a:gd name="connsiteX101802" fmla="*/ 598534 w 2119654"/>
              <a:gd name="connsiteY101802" fmla="*/ 608251 h 2398711"/>
              <a:gd name="connsiteX101803" fmla="*/ 598871 w 2119654"/>
              <a:gd name="connsiteY101803" fmla="*/ 607089 h 2398711"/>
              <a:gd name="connsiteX101804" fmla="*/ 616874 w 2119654"/>
              <a:gd name="connsiteY101804" fmla="*/ 564102 h 2398711"/>
              <a:gd name="connsiteX101805" fmla="*/ 616816 w 2119654"/>
              <a:gd name="connsiteY101805" fmla="*/ 564668 h 2398711"/>
              <a:gd name="connsiteX101806" fmla="*/ 618046 w 2119654"/>
              <a:gd name="connsiteY101806" fmla="*/ 566626 h 2398711"/>
              <a:gd name="connsiteX101807" fmla="*/ 618510 w 2119654"/>
              <a:gd name="connsiteY101807" fmla="*/ 566683 h 2398711"/>
              <a:gd name="connsiteX101808" fmla="*/ 619138 w 2119654"/>
              <a:gd name="connsiteY101808" fmla="*/ 566769 h 2398711"/>
              <a:gd name="connsiteX101809" fmla="*/ 619294 w 2119654"/>
              <a:gd name="connsiteY101809" fmla="*/ 564947 h 2398711"/>
              <a:gd name="connsiteX101810" fmla="*/ 603621 w 2119654"/>
              <a:gd name="connsiteY101810" fmla="*/ 593710 h 2398711"/>
              <a:gd name="connsiteX101811" fmla="*/ 603199 w 2119654"/>
              <a:gd name="connsiteY101811" fmla="*/ 595160 h 2398711"/>
              <a:gd name="connsiteX101812" fmla="*/ 603380 w 2119654"/>
              <a:gd name="connsiteY101812" fmla="*/ 595231 h 2398711"/>
              <a:gd name="connsiteX101813" fmla="*/ 668014 w 2119654"/>
              <a:gd name="connsiteY101813" fmla="*/ 449344 h 2398711"/>
              <a:gd name="connsiteX101814" fmla="*/ 668073 w 2119654"/>
              <a:gd name="connsiteY101814" fmla="*/ 451152 h 2398711"/>
              <a:gd name="connsiteX101815" fmla="*/ 669192 w 2119654"/>
              <a:gd name="connsiteY101815" fmla="*/ 451967 h 2398711"/>
              <a:gd name="connsiteX101816" fmla="*/ 669516 w 2119654"/>
              <a:gd name="connsiteY101816" fmla="*/ 451357 h 2398711"/>
              <a:gd name="connsiteX101817" fmla="*/ 669526 w 2119654"/>
              <a:gd name="connsiteY101817" fmla="*/ 450452 h 2398711"/>
              <a:gd name="connsiteX101818" fmla="*/ 606854 w 2119654"/>
              <a:gd name="connsiteY101818" fmla="*/ 586083 h 2398711"/>
              <a:gd name="connsiteX101819" fmla="*/ 606837 w 2119654"/>
              <a:gd name="connsiteY101819" fmla="*/ 586615 h 2398711"/>
              <a:gd name="connsiteX101820" fmla="*/ 607255 w 2119654"/>
              <a:gd name="connsiteY101820" fmla="*/ 586896 h 2398711"/>
              <a:gd name="connsiteX101821" fmla="*/ 607268 w 2119654"/>
              <a:gd name="connsiteY101821" fmla="*/ 586306 h 2398711"/>
              <a:gd name="connsiteX101822" fmla="*/ 611650 w 2119654"/>
              <a:gd name="connsiteY101822" fmla="*/ 575276 h 2398711"/>
              <a:gd name="connsiteX101823" fmla="*/ 611653 w 2119654"/>
              <a:gd name="connsiteY101823" fmla="*/ 575279 h 2398711"/>
              <a:gd name="connsiteX101824" fmla="*/ 611653 w 2119654"/>
              <a:gd name="connsiteY101824" fmla="*/ 575277 h 2398711"/>
              <a:gd name="connsiteX101825" fmla="*/ 691025 w 2119654"/>
              <a:gd name="connsiteY101825" fmla="*/ 397323 h 2398711"/>
              <a:gd name="connsiteX101826" fmla="*/ 691023 w 2119654"/>
              <a:gd name="connsiteY101826" fmla="*/ 397331 h 2398711"/>
              <a:gd name="connsiteX101827" fmla="*/ 691520 w 2119654"/>
              <a:gd name="connsiteY101827" fmla="*/ 397993 h 2398711"/>
              <a:gd name="connsiteX101828" fmla="*/ 691521 w 2119654"/>
              <a:gd name="connsiteY101828" fmla="*/ 397936 h 2398711"/>
              <a:gd name="connsiteX101829" fmla="*/ 610147 w 2119654"/>
              <a:gd name="connsiteY101829" fmla="*/ 578276 h 2398711"/>
              <a:gd name="connsiteX101830" fmla="*/ 610139 w 2119654"/>
              <a:gd name="connsiteY101830" fmla="*/ 578659 h 2398711"/>
              <a:gd name="connsiteX101831" fmla="*/ 610818 w 2119654"/>
              <a:gd name="connsiteY101831" fmla="*/ 578865 h 2398711"/>
              <a:gd name="connsiteX101832" fmla="*/ 237697 w 2119654"/>
              <a:gd name="connsiteY101832" fmla="*/ 1412182 h 2398711"/>
              <a:gd name="connsiteX101833" fmla="*/ 239607 w 2119654"/>
              <a:gd name="connsiteY101833" fmla="*/ 1416517 h 2398711"/>
              <a:gd name="connsiteX101834" fmla="*/ 243153 w 2119654"/>
              <a:gd name="connsiteY101834" fmla="*/ 1417887 h 2398711"/>
              <a:gd name="connsiteX101835" fmla="*/ 240968 w 2119654"/>
              <a:gd name="connsiteY101835" fmla="*/ 1414513 h 2398711"/>
              <a:gd name="connsiteX101836" fmla="*/ 295553 w 2119654"/>
              <a:gd name="connsiteY101836" fmla="*/ 1282314 h 2398711"/>
              <a:gd name="connsiteX101837" fmla="*/ 297961 w 2119654"/>
              <a:gd name="connsiteY101837" fmla="*/ 1289004 h 2398711"/>
              <a:gd name="connsiteX101838" fmla="*/ 298014 w 2119654"/>
              <a:gd name="connsiteY101838" fmla="*/ 1289049 h 2398711"/>
              <a:gd name="connsiteX101839" fmla="*/ 303274 w 2119654"/>
              <a:gd name="connsiteY101839" fmla="*/ 1292447 h 2398711"/>
              <a:gd name="connsiteX101840" fmla="*/ 299564 w 2119654"/>
              <a:gd name="connsiteY101840" fmla="*/ 1284511 h 2398711"/>
              <a:gd name="connsiteX101841" fmla="*/ 295971 w 2119654"/>
              <a:gd name="connsiteY101841" fmla="*/ 1282550 h 2398711"/>
              <a:gd name="connsiteX101842" fmla="*/ 271070 w 2119654"/>
              <a:gd name="connsiteY101842" fmla="*/ 1337130 h 2398711"/>
              <a:gd name="connsiteX101843" fmla="*/ 271636 w 2119654"/>
              <a:gd name="connsiteY101843" fmla="*/ 1338332 h 2398711"/>
              <a:gd name="connsiteX101844" fmla="*/ 275788 w 2119654"/>
              <a:gd name="connsiteY101844" fmla="*/ 1340609 h 2398711"/>
              <a:gd name="connsiteX101845" fmla="*/ 691151 w 2119654"/>
              <a:gd name="connsiteY101845" fmla="*/ 396482 h 2398711"/>
              <a:gd name="connsiteX101846" fmla="*/ 691079 w 2119654"/>
              <a:gd name="connsiteY101846" fmla="*/ 396961 h 2398711"/>
              <a:gd name="connsiteX101847" fmla="*/ 691536 w 2119654"/>
              <a:gd name="connsiteY101847" fmla="*/ 397510 h 2398711"/>
              <a:gd name="connsiteX101848" fmla="*/ 691554 w 2119654"/>
              <a:gd name="connsiteY101848" fmla="*/ 396964 h 2398711"/>
              <a:gd name="connsiteX101849" fmla="*/ 611858 w 2119654"/>
              <a:gd name="connsiteY101849" fmla="*/ 573983 h 2398711"/>
              <a:gd name="connsiteX101850" fmla="*/ 611899 w 2119654"/>
              <a:gd name="connsiteY101850" fmla="*/ 575125 h 2398711"/>
              <a:gd name="connsiteX101851" fmla="*/ 612354 w 2119654"/>
              <a:gd name="connsiteY101851" fmla="*/ 575303 h 2398711"/>
              <a:gd name="connsiteX101852" fmla="*/ 612256 w 2119654"/>
              <a:gd name="connsiteY101852" fmla="*/ 574336 h 2398711"/>
              <a:gd name="connsiteX101853" fmla="*/ 281954 w 2119654"/>
              <a:gd name="connsiteY101853" fmla="*/ 1312636 h 2398711"/>
              <a:gd name="connsiteX101854" fmla="*/ 283758 w 2119654"/>
              <a:gd name="connsiteY101854" fmla="*/ 1314046 h 2398711"/>
              <a:gd name="connsiteX101855" fmla="*/ 283741 w 2119654"/>
              <a:gd name="connsiteY101855" fmla="*/ 1314009 h 2398711"/>
              <a:gd name="connsiteX101856" fmla="*/ 282230 w 2119654"/>
              <a:gd name="connsiteY101856" fmla="*/ 1312750 h 2398711"/>
              <a:gd name="connsiteX101857" fmla="*/ 644085 w 2119654"/>
              <a:gd name="connsiteY101857" fmla="*/ 501746 h 2398711"/>
              <a:gd name="connsiteX101858" fmla="*/ 645035 w 2119654"/>
              <a:gd name="connsiteY101858" fmla="*/ 502208 h 2398711"/>
              <a:gd name="connsiteX101859" fmla="*/ 644471 w 2119654"/>
              <a:gd name="connsiteY101859" fmla="*/ 501005 h 2398711"/>
              <a:gd name="connsiteX101860" fmla="*/ 644468 w 2119654"/>
              <a:gd name="connsiteY101860" fmla="*/ 501001 h 2398711"/>
              <a:gd name="connsiteX101861" fmla="*/ 246553 w 2119654"/>
              <a:gd name="connsiteY101861" fmla="*/ 1391730 h 2398711"/>
              <a:gd name="connsiteX101862" fmla="*/ 247806 w 2119654"/>
              <a:gd name="connsiteY101862" fmla="*/ 1394575 h 2398711"/>
              <a:gd name="connsiteX101863" fmla="*/ 248483 w 2119654"/>
              <a:gd name="connsiteY101863" fmla="*/ 1395068 h 2398711"/>
              <a:gd name="connsiteX101864" fmla="*/ 247125 w 2119654"/>
              <a:gd name="connsiteY101864" fmla="*/ 1392972 h 2398711"/>
              <a:gd name="connsiteX101865" fmla="*/ 247162 w 2119654"/>
              <a:gd name="connsiteY101865" fmla="*/ 1392569 h 2398711"/>
              <a:gd name="connsiteX101866" fmla="*/ 249047 w 2119654"/>
              <a:gd name="connsiteY101866" fmla="*/ 1395479 h 2398711"/>
              <a:gd name="connsiteX101867" fmla="*/ 253259 w 2119654"/>
              <a:gd name="connsiteY101867" fmla="*/ 1398550 h 2398711"/>
              <a:gd name="connsiteX101868" fmla="*/ 277100 w 2119654"/>
              <a:gd name="connsiteY101868" fmla="*/ 1411884 h 2398711"/>
              <a:gd name="connsiteX101869" fmla="*/ 275848 w 2119654"/>
              <a:gd name="connsiteY101869" fmla="*/ 1410053 h 2398711"/>
              <a:gd name="connsiteX101870" fmla="*/ 260163 w 2119654"/>
              <a:gd name="connsiteY101870" fmla="*/ 1398445 h 2398711"/>
              <a:gd name="connsiteX101871" fmla="*/ 257936 w 2119654"/>
              <a:gd name="connsiteY101871" fmla="*/ 1396750 h 2398711"/>
              <a:gd name="connsiteX101872" fmla="*/ 581488 w 2119654"/>
              <a:gd name="connsiteY101872" fmla="*/ 641580 h 2398711"/>
              <a:gd name="connsiteX101873" fmla="*/ 581473 w 2119654"/>
              <a:gd name="connsiteY101873" fmla="*/ 641833 h 2398711"/>
              <a:gd name="connsiteX101874" fmla="*/ 581829 w 2119654"/>
              <a:gd name="connsiteY101874" fmla="*/ 642077 h 2398711"/>
              <a:gd name="connsiteX101875" fmla="*/ 605081 w 2119654"/>
              <a:gd name="connsiteY101875" fmla="*/ 588682 h 2398711"/>
              <a:gd name="connsiteX101876" fmla="*/ 603942 w 2119654"/>
              <a:gd name="connsiteY101876" fmla="*/ 592603 h 2398711"/>
              <a:gd name="connsiteX101877" fmla="*/ 603518 w 2119654"/>
              <a:gd name="connsiteY101877" fmla="*/ 595285 h 2398711"/>
              <a:gd name="connsiteX101878" fmla="*/ 604932 w 2119654"/>
              <a:gd name="connsiteY101878" fmla="*/ 595836 h 2398711"/>
              <a:gd name="connsiteX101879" fmla="*/ 605140 w 2119654"/>
              <a:gd name="connsiteY101879" fmla="*/ 589138 h 2398711"/>
              <a:gd name="connsiteX101880" fmla="*/ 642692 w 2119654"/>
              <a:gd name="connsiteY101880" fmla="*/ 504458 h 2398711"/>
              <a:gd name="connsiteX101881" fmla="*/ 642471 w 2119654"/>
              <a:gd name="connsiteY101881" fmla="*/ 505111 h 2398711"/>
              <a:gd name="connsiteX101882" fmla="*/ 641443 w 2119654"/>
              <a:gd name="connsiteY101882" fmla="*/ 510785 h 2398711"/>
              <a:gd name="connsiteX101883" fmla="*/ 641159 w 2119654"/>
              <a:gd name="connsiteY101883" fmla="*/ 513456 h 2398711"/>
              <a:gd name="connsiteX101884" fmla="*/ 644223 w 2119654"/>
              <a:gd name="connsiteY101884" fmla="*/ 515552 h 2398711"/>
              <a:gd name="connsiteX101885" fmla="*/ 651236 w 2119654"/>
              <a:gd name="connsiteY101885" fmla="*/ 520490 h 2398711"/>
              <a:gd name="connsiteX101886" fmla="*/ 651351 w 2119654"/>
              <a:gd name="connsiteY101886" fmla="*/ 518365 h 2398711"/>
              <a:gd name="connsiteX101887" fmla="*/ 649930 w 2119654"/>
              <a:gd name="connsiteY101887" fmla="*/ 517639 h 2398711"/>
              <a:gd name="connsiteX101888" fmla="*/ 650143 w 2119654"/>
              <a:gd name="connsiteY101888" fmla="*/ 517597 h 2398711"/>
              <a:gd name="connsiteX101889" fmla="*/ 651359 w 2119654"/>
              <a:gd name="connsiteY101889" fmla="*/ 518219 h 2398711"/>
              <a:gd name="connsiteX101890" fmla="*/ 651404 w 2119654"/>
              <a:gd name="connsiteY101890" fmla="*/ 517401 h 2398711"/>
              <a:gd name="connsiteX101891" fmla="*/ 651208 w 2119654"/>
              <a:gd name="connsiteY101891" fmla="*/ 515037 h 2398711"/>
              <a:gd name="connsiteX101892" fmla="*/ 650655 w 2119654"/>
              <a:gd name="connsiteY101892" fmla="*/ 514201 h 2398711"/>
              <a:gd name="connsiteX101893" fmla="*/ 645487 w 2119654"/>
              <a:gd name="connsiteY101893" fmla="*/ 503174 h 2398711"/>
              <a:gd name="connsiteX101894" fmla="*/ 643780 w 2119654"/>
              <a:gd name="connsiteY101894" fmla="*/ 502341 h 2398711"/>
              <a:gd name="connsiteX101895" fmla="*/ 284432 w 2119654"/>
              <a:gd name="connsiteY101895" fmla="*/ 1306591 h 2398711"/>
              <a:gd name="connsiteX101896" fmla="*/ 285734 w 2119654"/>
              <a:gd name="connsiteY101896" fmla="*/ 1309424 h 2398711"/>
              <a:gd name="connsiteX101897" fmla="*/ 292958 w 2119654"/>
              <a:gd name="connsiteY101897" fmla="*/ 1316891 h 2398711"/>
              <a:gd name="connsiteX101898" fmla="*/ 293204 w 2119654"/>
              <a:gd name="connsiteY101898" fmla="*/ 1316994 h 2398711"/>
              <a:gd name="connsiteX101899" fmla="*/ 294103 w 2119654"/>
              <a:gd name="connsiteY101899" fmla="*/ 1317326 h 2398711"/>
              <a:gd name="connsiteX101900" fmla="*/ 293372 w 2119654"/>
              <a:gd name="connsiteY101900" fmla="*/ 1314324 h 2398711"/>
              <a:gd name="connsiteX101901" fmla="*/ 279487 w 2119654"/>
              <a:gd name="connsiteY101901" fmla="*/ 1317636 h 2398711"/>
              <a:gd name="connsiteX101902" fmla="*/ 280219 w 2119654"/>
              <a:gd name="connsiteY101902" fmla="*/ 1320171 h 2398711"/>
              <a:gd name="connsiteX101903" fmla="*/ 282167 w 2119654"/>
              <a:gd name="connsiteY101903" fmla="*/ 1321990 h 2398711"/>
              <a:gd name="connsiteX101904" fmla="*/ 282641 w 2119654"/>
              <a:gd name="connsiteY101904" fmla="*/ 1322385 h 2398711"/>
              <a:gd name="connsiteX101905" fmla="*/ 281156 w 2119654"/>
              <a:gd name="connsiteY101905" fmla="*/ 1318940 h 2398711"/>
              <a:gd name="connsiteX101906" fmla="*/ 576507 w 2119654"/>
              <a:gd name="connsiteY101906" fmla="*/ 652390 h 2398711"/>
              <a:gd name="connsiteX101907" fmla="*/ 576007 w 2119654"/>
              <a:gd name="connsiteY101907" fmla="*/ 661065 h 2398711"/>
              <a:gd name="connsiteX101908" fmla="*/ 579644 w 2119654"/>
              <a:gd name="connsiteY101908" fmla="*/ 665245 h 2398711"/>
              <a:gd name="connsiteX101909" fmla="*/ 578190 w 2119654"/>
              <a:gd name="connsiteY101909" fmla="*/ 654580 h 2398711"/>
              <a:gd name="connsiteX101910" fmla="*/ 578157 w 2119654"/>
              <a:gd name="connsiteY101910" fmla="*/ 654044 h 2398711"/>
              <a:gd name="connsiteX101911" fmla="*/ 710510 w 2119654"/>
              <a:gd name="connsiteY101911" fmla="*/ 352294 h 2398711"/>
              <a:gd name="connsiteX101912" fmla="*/ 704096 w 2119654"/>
              <a:gd name="connsiteY101912" fmla="*/ 369834 h 2398711"/>
              <a:gd name="connsiteX101913" fmla="*/ 706320 w 2119654"/>
              <a:gd name="connsiteY101913" fmla="*/ 384422 h 2398711"/>
              <a:gd name="connsiteX101914" fmla="*/ 713097 w 2119654"/>
              <a:gd name="connsiteY101914" fmla="*/ 391144 h 2398711"/>
              <a:gd name="connsiteX101915" fmla="*/ 715123 w 2119654"/>
              <a:gd name="connsiteY101915" fmla="*/ 391922 h 2398711"/>
              <a:gd name="connsiteX101916" fmla="*/ 716254 w 2119654"/>
              <a:gd name="connsiteY101916" fmla="*/ 388623 h 2398711"/>
              <a:gd name="connsiteX101917" fmla="*/ 714284 w 2119654"/>
              <a:gd name="connsiteY101917" fmla="*/ 374429 h 2398711"/>
              <a:gd name="connsiteX101918" fmla="*/ 714416 w 2119654"/>
              <a:gd name="connsiteY101918" fmla="*/ 374204 h 2398711"/>
              <a:gd name="connsiteX101919" fmla="*/ 716370 w 2119654"/>
              <a:gd name="connsiteY101919" fmla="*/ 388284 h 2398711"/>
              <a:gd name="connsiteX101920" fmla="*/ 717802 w 2119654"/>
              <a:gd name="connsiteY101920" fmla="*/ 384106 h 2398711"/>
              <a:gd name="connsiteX101921" fmla="*/ 718307 w 2119654"/>
              <a:gd name="connsiteY101921" fmla="*/ 383781 h 2398711"/>
              <a:gd name="connsiteX101922" fmla="*/ 716483 w 2119654"/>
              <a:gd name="connsiteY101922" fmla="*/ 389100 h 2398711"/>
              <a:gd name="connsiteX101923" fmla="*/ 716887 w 2119654"/>
              <a:gd name="connsiteY101923" fmla="*/ 392006 h 2398711"/>
              <a:gd name="connsiteX101924" fmla="*/ 716983 w 2119654"/>
              <a:gd name="connsiteY101924" fmla="*/ 392637 h 2398711"/>
              <a:gd name="connsiteX101925" fmla="*/ 717682 w 2119654"/>
              <a:gd name="connsiteY101925" fmla="*/ 392905 h 2398711"/>
              <a:gd name="connsiteX101926" fmla="*/ 720852 w 2119654"/>
              <a:gd name="connsiteY101926" fmla="*/ 370548 h 2398711"/>
              <a:gd name="connsiteX101927" fmla="*/ 721323 w 2119654"/>
              <a:gd name="connsiteY101927" fmla="*/ 370099 h 2398711"/>
              <a:gd name="connsiteX101928" fmla="*/ 718068 w 2119654"/>
              <a:gd name="connsiteY101928" fmla="*/ 393054 h 2398711"/>
              <a:gd name="connsiteX101929" fmla="*/ 725469 w 2119654"/>
              <a:gd name="connsiteY101929" fmla="*/ 396011 h 2398711"/>
              <a:gd name="connsiteX101930" fmla="*/ 726262 w 2119654"/>
              <a:gd name="connsiteY101930" fmla="*/ 393227 h 2398711"/>
              <a:gd name="connsiteX101931" fmla="*/ 724876 w 2119654"/>
              <a:gd name="connsiteY101931" fmla="*/ 365132 h 2398711"/>
              <a:gd name="connsiteX101932" fmla="*/ 667946 w 2119654"/>
              <a:gd name="connsiteY101932" fmla="*/ 447235 h 2398711"/>
              <a:gd name="connsiteX101933" fmla="*/ 667998 w 2119654"/>
              <a:gd name="connsiteY101933" fmla="*/ 448831 h 2398711"/>
              <a:gd name="connsiteX101934" fmla="*/ 669532 w 2119654"/>
              <a:gd name="connsiteY101934" fmla="*/ 449955 h 2398711"/>
              <a:gd name="connsiteX101935" fmla="*/ 669545 w 2119654"/>
              <a:gd name="connsiteY101935" fmla="*/ 448820 h 2398711"/>
              <a:gd name="connsiteX101936" fmla="*/ 322872 w 2119654"/>
              <a:gd name="connsiteY101936" fmla="*/ 1219910 h 2398711"/>
              <a:gd name="connsiteX101937" fmla="*/ 323249 w 2119654"/>
              <a:gd name="connsiteY101937" fmla="*/ 1221620 h 2398711"/>
              <a:gd name="connsiteX101938" fmla="*/ 324397 w 2119654"/>
              <a:gd name="connsiteY101938" fmla="*/ 1223395 h 2398711"/>
              <a:gd name="connsiteX101939" fmla="*/ 324284 w 2119654"/>
              <a:gd name="connsiteY101939" fmla="*/ 1222508 h 2398711"/>
              <a:gd name="connsiteX101940" fmla="*/ 322935 w 2119654"/>
              <a:gd name="connsiteY101940" fmla="*/ 1219967 h 2398711"/>
              <a:gd name="connsiteX101941" fmla="*/ 560128 w 2119654"/>
              <a:gd name="connsiteY101941" fmla="*/ 688636 h 2398711"/>
              <a:gd name="connsiteX101942" fmla="*/ 560191 w 2119654"/>
              <a:gd name="connsiteY101942" fmla="*/ 688700 h 2398711"/>
              <a:gd name="connsiteX101943" fmla="*/ 560192 w 2119654"/>
              <a:gd name="connsiteY101943" fmla="*/ 688647 h 2398711"/>
              <a:gd name="connsiteX101944" fmla="*/ 290034 w 2119654"/>
              <a:gd name="connsiteY101944" fmla="*/ 1293181 h 2398711"/>
              <a:gd name="connsiteX101945" fmla="*/ 293153 w 2119654"/>
              <a:gd name="connsiteY101945" fmla="*/ 1297885 h 2398711"/>
              <a:gd name="connsiteX101946" fmla="*/ 291668 w 2119654"/>
              <a:gd name="connsiteY101946" fmla="*/ 1294594 h 2398711"/>
              <a:gd name="connsiteX101947" fmla="*/ 638872 w 2119654"/>
              <a:gd name="connsiteY101947" fmla="*/ 511892 h 2398711"/>
              <a:gd name="connsiteX101948" fmla="*/ 639735 w 2119654"/>
              <a:gd name="connsiteY101948" fmla="*/ 512482 h 2398711"/>
              <a:gd name="connsiteX101949" fmla="*/ 640371 w 2119654"/>
              <a:gd name="connsiteY101949" fmla="*/ 508977 h 2398711"/>
              <a:gd name="connsiteX101950" fmla="*/ 617273 w 2119654"/>
              <a:gd name="connsiteY101950" fmla="*/ 560182 h 2398711"/>
              <a:gd name="connsiteX101951" fmla="*/ 617058 w 2119654"/>
              <a:gd name="connsiteY101951" fmla="*/ 562298 h 2398711"/>
              <a:gd name="connsiteX101952" fmla="*/ 619450 w 2119654"/>
              <a:gd name="connsiteY101952" fmla="*/ 563134 h 2398711"/>
              <a:gd name="connsiteX101953" fmla="*/ 619451 w 2119654"/>
              <a:gd name="connsiteY101953" fmla="*/ 563117 h 2398711"/>
              <a:gd name="connsiteX101954" fmla="*/ 611799 w 2119654"/>
              <a:gd name="connsiteY101954" fmla="*/ 572352 h 2398711"/>
              <a:gd name="connsiteX101955" fmla="*/ 611804 w 2119654"/>
              <a:gd name="connsiteY101955" fmla="*/ 572472 h 2398711"/>
              <a:gd name="connsiteX101956" fmla="*/ 611861 w 2119654"/>
              <a:gd name="connsiteY101956" fmla="*/ 572520 h 2398711"/>
              <a:gd name="connsiteX101957" fmla="*/ 667926 w 2119654"/>
              <a:gd name="connsiteY101957" fmla="*/ 446628 h 2398711"/>
              <a:gd name="connsiteX101958" fmla="*/ 667927 w 2119654"/>
              <a:gd name="connsiteY101958" fmla="*/ 446665 h 2398711"/>
              <a:gd name="connsiteX101959" fmla="*/ 669486 w 2119654"/>
              <a:gd name="connsiteY101959" fmla="*/ 448210 h 2398711"/>
              <a:gd name="connsiteX101960" fmla="*/ 668262 w 2119654"/>
              <a:gd name="connsiteY101960" fmla="*/ 446837 h 2398711"/>
              <a:gd name="connsiteX101961" fmla="*/ 289812 w 2119654"/>
              <a:gd name="connsiteY101961" fmla="*/ 1293112 h 2398711"/>
              <a:gd name="connsiteX101962" fmla="*/ 291515 w 2119654"/>
              <a:gd name="connsiteY101962" fmla="*/ 1296800 h 2398711"/>
              <a:gd name="connsiteX101963" fmla="*/ 293600 w 2119654"/>
              <a:gd name="connsiteY101963" fmla="*/ 1298863 h 2398711"/>
              <a:gd name="connsiteX101964" fmla="*/ 293543 w 2119654"/>
              <a:gd name="connsiteY101964" fmla="*/ 1298740 h 2398711"/>
              <a:gd name="connsiteX101965" fmla="*/ 202125 w 2119654"/>
              <a:gd name="connsiteY101965" fmla="*/ 1489243 h 2398711"/>
              <a:gd name="connsiteX101966" fmla="*/ 210067 w 2119654"/>
              <a:gd name="connsiteY101966" fmla="*/ 1499183 h 2398711"/>
              <a:gd name="connsiteX101967" fmla="*/ 214018 w 2119654"/>
              <a:gd name="connsiteY101967" fmla="*/ 1502016 h 2398711"/>
              <a:gd name="connsiteX101968" fmla="*/ 222396 w 2119654"/>
              <a:gd name="connsiteY101968" fmla="*/ 1505496 h 2398711"/>
              <a:gd name="connsiteX101969" fmla="*/ 216189 w 2119654"/>
              <a:gd name="connsiteY101969" fmla="*/ 1497338 h 2398711"/>
              <a:gd name="connsiteX101970" fmla="*/ 205229 w 2119654"/>
              <a:gd name="connsiteY101970" fmla="*/ 1491074 h 2398711"/>
              <a:gd name="connsiteX101971" fmla="*/ 610209 w 2119654"/>
              <a:gd name="connsiteY101971" fmla="*/ 575460 h 2398711"/>
              <a:gd name="connsiteX101972" fmla="*/ 610154 w 2119654"/>
              <a:gd name="connsiteY101972" fmla="*/ 577962 h 2398711"/>
              <a:gd name="connsiteX101973" fmla="*/ 611374 w 2119654"/>
              <a:gd name="connsiteY101973" fmla="*/ 579034 h 2398711"/>
              <a:gd name="connsiteX101974" fmla="*/ 611793 w 2119654"/>
              <a:gd name="connsiteY101974" fmla="*/ 579161 h 2398711"/>
              <a:gd name="connsiteX101975" fmla="*/ 611707 w 2119654"/>
              <a:gd name="connsiteY101975" fmla="*/ 576751 h 2398711"/>
              <a:gd name="connsiteX101976" fmla="*/ 611535 w 2119654"/>
              <a:gd name="connsiteY101976" fmla="*/ 576542 h 2398711"/>
              <a:gd name="connsiteX101977" fmla="*/ 715376 w 2119654"/>
              <a:gd name="connsiteY101977" fmla="*/ 339939 h 2398711"/>
              <a:gd name="connsiteX101978" fmla="*/ 712255 w 2119654"/>
              <a:gd name="connsiteY101978" fmla="*/ 347521 h 2398711"/>
              <a:gd name="connsiteX101979" fmla="*/ 710649 w 2119654"/>
              <a:gd name="connsiteY101979" fmla="*/ 351913 h 2398711"/>
              <a:gd name="connsiteX101980" fmla="*/ 716533 w 2119654"/>
              <a:gd name="connsiteY101980" fmla="*/ 357029 h 2398711"/>
              <a:gd name="connsiteX101981" fmla="*/ 724844 w 2119654"/>
              <a:gd name="connsiteY101981" fmla="*/ 364455 h 2398711"/>
              <a:gd name="connsiteX101982" fmla="*/ 724721 w 2119654"/>
              <a:gd name="connsiteY101982" fmla="*/ 361981 h 2398711"/>
              <a:gd name="connsiteX101983" fmla="*/ 724521 w 2119654"/>
              <a:gd name="connsiteY101983" fmla="*/ 356374 h 2398711"/>
              <a:gd name="connsiteX101984" fmla="*/ 633048 w 2119654"/>
              <a:gd name="connsiteY101984" fmla="*/ 524104 h 2398711"/>
              <a:gd name="connsiteX101985" fmla="*/ 631549 w 2119654"/>
              <a:gd name="connsiteY101985" fmla="*/ 529417 h 2398711"/>
              <a:gd name="connsiteX101986" fmla="*/ 633501 w 2119654"/>
              <a:gd name="connsiteY101986" fmla="*/ 531314 h 2398711"/>
              <a:gd name="connsiteX101987" fmla="*/ 635319 w 2119654"/>
              <a:gd name="connsiteY101987" fmla="*/ 525701 h 2398711"/>
              <a:gd name="connsiteX101988" fmla="*/ 621957 w 2119654"/>
              <a:gd name="connsiteY101988" fmla="*/ 548720 h 2398711"/>
              <a:gd name="connsiteX101989" fmla="*/ 621434 w 2119654"/>
              <a:gd name="connsiteY101989" fmla="*/ 554834 h 2398711"/>
              <a:gd name="connsiteX101990" fmla="*/ 623393 w 2119654"/>
              <a:gd name="connsiteY101990" fmla="*/ 556556 h 2398711"/>
              <a:gd name="connsiteX101991" fmla="*/ 623809 w 2119654"/>
              <a:gd name="connsiteY101991" fmla="*/ 554523 h 2398711"/>
              <a:gd name="connsiteX101992" fmla="*/ 624834 w 2119654"/>
              <a:gd name="connsiteY101992" fmla="*/ 550888 h 2398711"/>
              <a:gd name="connsiteX101993" fmla="*/ 624836 w 2119654"/>
              <a:gd name="connsiteY101993" fmla="*/ 550880 h 2398711"/>
              <a:gd name="connsiteX101994" fmla="*/ 635048 w 2119654"/>
              <a:gd name="connsiteY101994" fmla="*/ 519372 h 2398711"/>
              <a:gd name="connsiteX101995" fmla="*/ 636970 w 2119654"/>
              <a:gd name="connsiteY101995" fmla="*/ 520724 h 2398711"/>
              <a:gd name="connsiteX101996" fmla="*/ 639706 w 2119654"/>
              <a:gd name="connsiteY101996" fmla="*/ 512642 h 2398711"/>
              <a:gd name="connsiteX101997" fmla="*/ 638811 w 2119654"/>
              <a:gd name="connsiteY101997" fmla="*/ 512013 h 2398711"/>
              <a:gd name="connsiteX101998" fmla="*/ 638287 w 2119654"/>
              <a:gd name="connsiteY101998" fmla="*/ 513032 h 2398711"/>
              <a:gd name="connsiteX101999" fmla="*/ 638472 w 2119654"/>
              <a:gd name="connsiteY101999" fmla="*/ 512951 h 2398711"/>
              <a:gd name="connsiteX102000" fmla="*/ 648543 w 2119654"/>
              <a:gd name="connsiteY102000" fmla="*/ 489143 h 2398711"/>
              <a:gd name="connsiteX102001" fmla="*/ 649062 w 2119654"/>
              <a:gd name="connsiteY102001" fmla="*/ 490251 h 2398711"/>
              <a:gd name="connsiteX102002" fmla="*/ 649430 w 2119654"/>
              <a:gd name="connsiteY102002" fmla="*/ 489536 h 2398711"/>
              <a:gd name="connsiteX102003" fmla="*/ 718505 w 2119654"/>
              <a:gd name="connsiteY102003" fmla="*/ 332338 h 2398711"/>
              <a:gd name="connsiteX102004" fmla="*/ 715696 w 2119654"/>
              <a:gd name="connsiteY102004" fmla="*/ 339162 h 2398711"/>
              <a:gd name="connsiteX102005" fmla="*/ 721983 w 2119654"/>
              <a:gd name="connsiteY102005" fmla="*/ 350113 h 2398711"/>
              <a:gd name="connsiteX102006" fmla="*/ 724456 w 2119654"/>
              <a:gd name="connsiteY102006" fmla="*/ 354558 h 2398711"/>
              <a:gd name="connsiteX102007" fmla="*/ 723923 w 2119654"/>
              <a:gd name="connsiteY102007" fmla="*/ 339708 h 2398711"/>
              <a:gd name="connsiteX102008" fmla="*/ 587471 w 2119654"/>
              <a:gd name="connsiteY102008" fmla="*/ 625725 h 2398711"/>
              <a:gd name="connsiteX102009" fmla="*/ 587818 w 2119654"/>
              <a:gd name="connsiteY102009" fmla="*/ 626105 h 2398711"/>
              <a:gd name="connsiteX102010" fmla="*/ 588116 w 2119654"/>
              <a:gd name="connsiteY102010" fmla="*/ 626231 h 2398711"/>
              <a:gd name="connsiteX102011" fmla="*/ 588155 w 2119654"/>
              <a:gd name="connsiteY102011" fmla="*/ 625848 h 2398711"/>
              <a:gd name="connsiteX102012" fmla="*/ 692271 w 2119654"/>
              <a:gd name="connsiteY102012" fmla="*/ 391043 h 2398711"/>
              <a:gd name="connsiteX102013" fmla="*/ 692256 w 2119654"/>
              <a:gd name="connsiteY102013" fmla="*/ 397549 h 2398711"/>
              <a:gd name="connsiteX102014" fmla="*/ 692681 w 2119654"/>
              <a:gd name="connsiteY102014" fmla="*/ 398058 h 2398711"/>
              <a:gd name="connsiteX102015" fmla="*/ 694572 w 2119654"/>
              <a:gd name="connsiteY102015" fmla="*/ 392886 h 2398711"/>
              <a:gd name="connsiteX102016" fmla="*/ 263994 w 2119654"/>
              <a:gd name="connsiteY102016" fmla="*/ 1349694 h 2398711"/>
              <a:gd name="connsiteX102017" fmla="*/ 264930 w 2119654"/>
              <a:gd name="connsiteY102017" fmla="*/ 1352098 h 2398711"/>
              <a:gd name="connsiteX102018" fmla="*/ 270340 w 2119654"/>
              <a:gd name="connsiteY102018" fmla="*/ 1355663 h 2398711"/>
              <a:gd name="connsiteX102019" fmla="*/ 269630 w 2119654"/>
              <a:gd name="connsiteY102019" fmla="*/ 1354500 h 2398711"/>
              <a:gd name="connsiteX102020" fmla="*/ 607390 w 2119654"/>
              <a:gd name="connsiteY102020" fmla="*/ 580729 h 2398711"/>
              <a:gd name="connsiteX102021" fmla="*/ 606976 w 2119654"/>
              <a:gd name="connsiteY102021" fmla="*/ 582155 h 2398711"/>
              <a:gd name="connsiteX102022" fmla="*/ 606867 w 2119654"/>
              <a:gd name="connsiteY102022" fmla="*/ 585659 h 2398711"/>
              <a:gd name="connsiteX102023" fmla="*/ 607277 w 2119654"/>
              <a:gd name="connsiteY102023" fmla="*/ 585862 h 2398711"/>
              <a:gd name="connsiteX102024" fmla="*/ 622024 w 2119654"/>
              <a:gd name="connsiteY102024" fmla="*/ 547932 h 2398711"/>
              <a:gd name="connsiteX102025" fmla="*/ 621987 w 2119654"/>
              <a:gd name="connsiteY102025" fmla="*/ 548369 h 2398711"/>
              <a:gd name="connsiteX102026" fmla="*/ 624889 w 2119654"/>
              <a:gd name="connsiteY102026" fmla="*/ 550547 h 2398711"/>
              <a:gd name="connsiteX102027" fmla="*/ 624901 w 2119654"/>
              <a:gd name="connsiteY102027" fmla="*/ 550474 h 2398711"/>
              <a:gd name="connsiteX102028" fmla="*/ 651289 w 2119654"/>
              <a:gd name="connsiteY102028" fmla="*/ 482373 h 2398711"/>
              <a:gd name="connsiteX102029" fmla="*/ 651285 w 2119654"/>
              <a:gd name="connsiteY102029" fmla="*/ 484275 h 2398711"/>
              <a:gd name="connsiteX102030" fmla="*/ 651515 w 2119654"/>
              <a:gd name="connsiteY102030" fmla="*/ 485477 h 2398711"/>
              <a:gd name="connsiteX102031" fmla="*/ 652491 w 2119654"/>
              <a:gd name="connsiteY102031" fmla="*/ 483577 h 2398711"/>
              <a:gd name="connsiteX102032" fmla="*/ 643401 w 2119654"/>
              <a:gd name="connsiteY102032" fmla="*/ 499972 h 2398711"/>
              <a:gd name="connsiteX102033" fmla="*/ 643162 w 2119654"/>
              <a:gd name="connsiteY102033" fmla="*/ 501295 h 2398711"/>
              <a:gd name="connsiteX102034" fmla="*/ 643343 w 2119654"/>
              <a:gd name="connsiteY102034" fmla="*/ 501384 h 2398711"/>
              <a:gd name="connsiteX102035" fmla="*/ 643848 w 2119654"/>
              <a:gd name="connsiteY102035" fmla="*/ 500402 h 2398711"/>
              <a:gd name="connsiteX102036" fmla="*/ 267916 w 2119654"/>
              <a:gd name="connsiteY102036" fmla="*/ 1340620 h 2398711"/>
              <a:gd name="connsiteX102037" fmla="*/ 272000 w 2119654"/>
              <a:gd name="connsiteY102037" fmla="*/ 1344784 h 2398711"/>
              <a:gd name="connsiteX102038" fmla="*/ 271903 w 2119654"/>
              <a:gd name="connsiteY102038" fmla="*/ 1344577 h 2398711"/>
              <a:gd name="connsiteX102039" fmla="*/ 271407 w 2119654"/>
              <a:gd name="connsiteY102039" fmla="*/ 1343967 h 2398711"/>
              <a:gd name="connsiteX102040" fmla="*/ 268366 w 2119654"/>
              <a:gd name="connsiteY102040" fmla="*/ 1340867 h 2398711"/>
              <a:gd name="connsiteX102041" fmla="*/ 590765 w 2119654"/>
              <a:gd name="connsiteY102041" fmla="*/ 617647 h 2398711"/>
              <a:gd name="connsiteX102042" fmla="*/ 590169 w 2119654"/>
              <a:gd name="connsiteY102042" fmla="*/ 623475 h 2398711"/>
              <a:gd name="connsiteX102043" fmla="*/ 590430 w 2119654"/>
              <a:gd name="connsiteY102043" fmla="*/ 623732 h 2398711"/>
              <a:gd name="connsiteX102044" fmla="*/ 591558 w 2119654"/>
              <a:gd name="connsiteY102044" fmla="*/ 624191 h 2398711"/>
              <a:gd name="connsiteX102045" fmla="*/ 591616 w 2119654"/>
              <a:gd name="connsiteY102045" fmla="*/ 623534 h 2398711"/>
              <a:gd name="connsiteX102046" fmla="*/ 592272 w 2119654"/>
              <a:gd name="connsiteY102046" fmla="*/ 619464 h 2398711"/>
              <a:gd name="connsiteX102047" fmla="*/ 619403 w 2119654"/>
              <a:gd name="connsiteY102047" fmla="*/ 553478 h 2398711"/>
              <a:gd name="connsiteX102048" fmla="*/ 619412 w 2119654"/>
              <a:gd name="connsiteY102048" fmla="*/ 553535 h 2398711"/>
              <a:gd name="connsiteX102049" fmla="*/ 620202 w 2119654"/>
              <a:gd name="connsiteY102049" fmla="*/ 554350 h 2398711"/>
              <a:gd name="connsiteX102050" fmla="*/ 620216 w 2119654"/>
              <a:gd name="connsiteY102050" fmla="*/ 554192 h 2398711"/>
              <a:gd name="connsiteX102051" fmla="*/ 723247 w 2119654"/>
              <a:gd name="connsiteY102051" fmla="*/ 320818 h 2398711"/>
              <a:gd name="connsiteX102052" fmla="*/ 719656 w 2119654"/>
              <a:gd name="connsiteY102052" fmla="*/ 329542 h 2398711"/>
              <a:gd name="connsiteX102053" fmla="*/ 720257 w 2119654"/>
              <a:gd name="connsiteY102053" fmla="*/ 330261 h 2398711"/>
              <a:gd name="connsiteX102054" fmla="*/ 723755 w 2119654"/>
              <a:gd name="connsiteY102054" fmla="*/ 335019 h 2398711"/>
              <a:gd name="connsiteX102055" fmla="*/ 631542 w 2119654"/>
              <a:gd name="connsiteY102055" fmla="*/ 526158 h 2398711"/>
              <a:gd name="connsiteX102056" fmla="*/ 630916 w 2119654"/>
              <a:gd name="connsiteY102056" fmla="*/ 528802 h 2398711"/>
              <a:gd name="connsiteX102057" fmla="*/ 631032 w 2119654"/>
              <a:gd name="connsiteY102057" fmla="*/ 528916 h 2398711"/>
              <a:gd name="connsiteX102058" fmla="*/ 632137 w 2119654"/>
              <a:gd name="connsiteY102058" fmla="*/ 525001 h 2398711"/>
              <a:gd name="connsiteX102059" fmla="*/ 302010 w 2119654"/>
              <a:gd name="connsiteY102059" fmla="*/ 1263996 h 2398711"/>
              <a:gd name="connsiteX102060" fmla="*/ 302306 w 2119654"/>
              <a:gd name="connsiteY102060" fmla="*/ 1264565 h 2398711"/>
              <a:gd name="connsiteX102061" fmla="*/ 302219 w 2119654"/>
              <a:gd name="connsiteY102061" fmla="*/ 1264167 h 2398711"/>
              <a:gd name="connsiteX102062" fmla="*/ 264553 w 2119654"/>
              <a:gd name="connsiteY102062" fmla="*/ 1347537 h 2398711"/>
              <a:gd name="connsiteX102063" fmla="*/ 266214 w 2119654"/>
              <a:gd name="connsiteY102063" fmla="*/ 1348953 h 2398711"/>
              <a:gd name="connsiteX102064" fmla="*/ 266257 w 2119654"/>
              <a:gd name="connsiteY102064" fmla="*/ 1348975 h 2398711"/>
              <a:gd name="connsiteX102065" fmla="*/ 265672 w 2119654"/>
              <a:gd name="connsiteY102065" fmla="*/ 1348016 h 2398711"/>
              <a:gd name="connsiteX102066" fmla="*/ 274243 w 2119654"/>
              <a:gd name="connsiteY102066" fmla="*/ 1325782 h 2398711"/>
              <a:gd name="connsiteX102067" fmla="*/ 279204 w 2119654"/>
              <a:gd name="connsiteY102067" fmla="*/ 1334380 h 2398711"/>
              <a:gd name="connsiteX102068" fmla="*/ 282283 w 2119654"/>
              <a:gd name="connsiteY102068" fmla="*/ 1337408 h 2398711"/>
              <a:gd name="connsiteX102069" fmla="*/ 283032 w 2119654"/>
              <a:gd name="connsiteY102069" fmla="*/ 1337784 h 2398711"/>
              <a:gd name="connsiteX102070" fmla="*/ 282613 w 2119654"/>
              <a:gd name="connsiteY102070" fmla="*/ 1336330 h 2398711"/>
              <a:gd name="connsiteX102071" fmla="*/ 282589 w 2119654"/>
              <a:gd name="connsiteY102071" fmla="*/ 1336288 h 2398711"/>
              <a:gd name="connsiteX102072" fmla="*/ 278185 w 2119654"/>
              <a:gd name="connsiteY102072" fmla="*/ 1329658 h 2398711"/>
              <a:gd name="connsiteX102073" fmla="*/ 576738 w 2119654"/>
              <a:gd name="connsiteY102073" fmla="*/ 648380 h 2398711"/>
              <a:gd name="connsiteX102074" fmla="*/ 576709 w 2119654"/>
              <a:gd name="connsiteY102074" fmla="*/ 648875 h 2398711"/>
              <a:gd name="connsiteX102075" fmla="*/ 577877 w 2119654"/>
              <a:gd name="connsiteY102075" fmla="*/ 649555 h 2398711"/>
              <a:gd name="connsiteX102076" fmla="*/ 577846 w 2119654"/>
              <a:gd name="connsiteY102076" fmla="*/ 649050 h 2398711"/>
              <a:gd name="connsiteX102077" fmla="*/ 253184 w 2119654"/>
              <a:gd name="connsiteY102077" fmla="*/ 1372826 h 2398711"/>
              <a:gd name="connsiteX102078" fmla="*/ 266906 w 2119654"/>
              <a:gd name="connsiteY102078" fmla="*/ 1383675 h 2398711"/>
              <a:gd name="connsiteX102079" fmla="*/ 268443 w 2119654"/>
              <a:gd name="connsiteY102079" fmla="*/ 1384452 h 2398711"/>
              <a:gd name="connsiteX102080" fmla="*/ 255350 w 2119654"/>
              <a:gd name="connsiteY102080" fmla="*/ 1373704 h 2398711"/>
              <a:gd name="connsiteX102081" fmla="*/ 213476 w 2119654"/>
              <a:gd name="connsiteY102081" fmla="*/ 1461724 h 2398711"/>
              <a:gd name="connsiteX102082" fmla="*/ 216961 w 2119654"/>
              <a:gd name="connsiteY102082" fmla="*/ 1467780 h 2398711"/>
              <a:gd name="connsiteX102083" fmla="*/ 222474 w 2119654"/>
              <a:gd name="connsiteY102083" fmla="*/ 1471632 h 2398711"/>
              <a:gd name="connsiteX102084" fmla="*/ 222784 w 2119654"/>
              <a:gd name="connsiteY102084" fmla="*/ 1471312 h 2398711"/>
              <a:gd name="connsiteX102085" fmla="*/ 218831 w 2119654"/>
              <a:gd name="connsiteY102085" fmla="*/ 1468133 h 2398711"/>
              <a:gd name="connsiteX102086" fmla="*/ 218792 w 2119654"/>
              <a:gd name="connsiteY102086" fmla="*/ 1467963 h 2398711"/>
              <a:gd name="connsiteX102087" fmla="*/ 222860 w 2119654"/>
              <a:gd name="connsiteY102087" fmla="*/ 1471234 h 2398711"/>
              <a:gd name="connsiteX102088" fmla="*/ 224408 w 2119654"/>
              <a:gd name="connsiteY102088" fmla="*/ 1469631 h 2398711"/>
              <a:gd name="connsiteX102089" fmla="*/ 619083 w 2119654"/>
              <a:gd name="connsiteY102089" fmla="*/ 553196 h 2398711"/>
              <a:gd name="connsiteX102090" fmla="*/ 619161 w 2119654"/>
              <a:gd name="connsiteY102090" fmla="*/ 553277 h 2398711"/>
              <a:gd name="connsiteX102091" fmla="*/ 619159 w 2119654"/>
              <a:gd name="connsiteY102091" fmla="*/ 553264 h 2398711"/>
              <a:gd name="connsiteX102092" fmla="*/ 267424 w 2119654"/>
              <a:gd name="connsiteY102092" fmla="*/ 1340610 h 2398711"/>
              <a:gd name="connsiteX102093" fmla="*/ 274115 w 2119654"/>
              <a:gd name="connsiteY102093" fmla="*/ 1351568 h 2398711"/>
              <a:gd name="connsiteX102094" fmla="*/ 275482 w 2119654"/>
              <a:gd name="connsiteY102094" fmla="*/ 1352172 h 2398711"/>
              <a:gd name="connsiteX102095" fmla="*/ 272446 w 2119654"/>
              <a:gd name="connsiteY102095" fmla="*/ 1345729 h 2398711"/>
              <a:gd name="connsiteX102096" fmla="*/ 654240 w 2119654"/>
              <a:gd name="connsiteY102096" fmla="*/ 474261 h 2398711"/>
              <a:gd name="connsiteX102097" fmla="*/ 654970 w 2119654"/>
              <a:gd name="connsiteY102097" fmla="*/ 478759 h 2398711"/>
              <a:gd name="connsiteX102098" fmla="*/ 656275 w 2119654"/>
              <a:gd name="connsiteY102098" fmla="*/ 476301 h 2398711"/>
              <a:gd name="connsiteX102099" fmla="*/ 578700 w 2119654"/>
              <a:gd name="connsiteY102099" fmla="*/ 643388 h 2398711"/>
              <a:gd name="connsiteX102100" fmla="*/ 579498 w 2119654"/>
              <a:gd name="connsiteY102100" fmla="*/ 649247 h 2398711"/>
              <a:gd name="connsiteX102101" fmla="*/ 580692 w 2119654"/>
              <a:gd name="connsiteY102101" fmla="*/ 649968 h 2398711"/>
              <a:gd name="connsiteX102102" fmla="*/ 581004 w 2119654"/>
              <a:gd name="connsiteY102102" fmla="*/ 644721 h 2398711"/>
              <a:gd name="connsiteX102103" fmla="*/ 592617 w 2119654"/>
              <a:gd name="connsiteY102103" fmla="*/ 612175 h 2398711"/>
              <a:gd name="connsiteX102104" fmla="*/ 593182 w 2119654"/>
              <a:gd name="connsiteY102104" fmla="*/ 613813 h 2398711"/>
              <a:gd name="connsiteX102105" fmla="*/ 593341 w 2119654"/>
              <a:gd name="connsiteY102105" fmla="*/ 612829 h 2398711"/>
              <a:gd name="connsiteX102106" fmla="*/ 575032 w 2119654"/>
              <a:gd name="connsiteY102106" fmla="*/ 651497 h 2398711"/>
              <a:gd name="connsiteX102107" fmla="*/ 574421 w 2119654"/>
              <a:gd name="connsiteY102107" fmla="*/ 658480 h 2398711"/>
              <a:gd name="connsiteX102108" fmla="*/ 575120 w 2119654"/>
              <a:gd name="connsiteY102108" fmla="*/ 660044 h 2398711"/>
              <a:gd name="connsiteX102109" fmla="*/ 575541 w 2119654"/>
              <a:gd name="connsiteY102109" fmla="*/ 660528 h 2398711"/>
              <a:gd name="connsiteX102110" fmla="*/ 576028 w 2119654"/>
              <a:gd name="connsiteY102110" fmla="*/ 652076 h 2398711"/>
              <a:gd name="connsiteX102111" fmla="*/ 610272 w 2119654"/>
              <a:gd name="connsiteY102111" fmla="*/ 572583 h 2398711"/>
              <a:gd name="connsiteX102112" fmla="*/ 610237 w 2119654"/>
              <a:gd name="connsiteY102112" fmla="*/ 574180 h 2398711"/>
              <a:gd name="connsiteX102113" fmla="*/ 611063 w 2119654"/>
              <a:gd name="connsiteY102113" fmla="*/ 574799 h 2398711"/>
              <a:gd name="connsiteX102114" fmla="*/ 611644 w 2119654"/>
              <a:gd name="connsiteY102114" fmla="*/ 575026 h 2398711"/>
              <a:gd name="connsiteX102115" fmla="*/ 611599 w 2119654"/>
              <a:gd name="connsiteY102115" fmla="*/ 573755 h 2398711"/>
              <a:gd name="connsiteX102116" fmla="*/ 649252 w 2119654"/>
              <a:gd name="connsiteY102116" fmla="*/ 485086 h 2398711"/>
              <a:gd name="connsiteX102117" fmla="*/ 648334 w 2119654"/>
              <a:gd name="connsiteY102117" fmla="*/ 487797 h 2398711"/>
              <a:gd name="connsiteX102118" fmla="*/ 649953 w 2119654"/>
              <a:gd name="connsiteY102118" fmla="*/ 488516 h 2398711"/>
              <a:gd name="connsiteX102119" fmla="*/ 650409 w 2119654"/>
              <a:gd name="connsiteY102119" fmla="*/ 487630 h 2398711"/>
              <a:gd name="connsiteX102120" fmla="*/ 650382 w 2119654"/>
              <a:gd name="connsiteY102120" fmla="*/ 486296 h 2398711"/>
              <a:gd name="connsiteX102121" fmla="*/ 236370 w 2119654"/>
              <a:gd name="connsiteY102121" fmla="*/ 1409169 h 2398711"/>
              <a:gd name="connsiteX102122" fmla="*/ 237538 w 2119654"/>
              <a:gd name="connsiteY102122" fmla="*/ 1411822 h 2398711"/>
              <a:gd name="connsiteX102123" fmla="*/ 238570 w 2119654"/>
              <a:gd name="connsiteY102123" fmla="*/ 1412556 h 2398711"/>
              <a:gd name="connsiteX102124" fmla="*/ 240620 w 2119654"/>
              <a:gd name="connsiteY102124" fmla="*/ 1413975 h 2398711"/>
              <a:gd name="connsiteX102125" fmla="*/ 238613 w 2119654"/>
              <a:gd name="connsiteY102125" fmla="*/ 1410877 h 2398711"/>
              <a:gd name="connsiteX102126" fmla="*/ 670690 w 2119654"/>
              <a:gd name="connsiteY102126" fmla="*/ 436601 h 2398711"/>
              <a:gd name="connsiteX102127" fmla="*/ 670052 w 2119654"/>
              <a:gd name="connsiteY102127" fmla="*/ 447682 h 2398711"/>
              <a:gd name="connsiteX102128" fmla="*/ 671115 w 2119654"/>
              <a:gd name="connsiteY102128" fmla="*/ 448345 h 2398711"/>
              <a:gd name="connsiteX102129" fmla="*/ 671522 w 2119654"/>
              <a:gd name="connsiteY102129" fmla="*/ 447579 h 2398711"/>
              <a:gd name="connsiteX102130" fmla="*/ 671774 w 2119654"/>
              <a:gd name="connsiteY102130" fmla="*/ 445781 h 2398711"/>
              <a:gd name="connsiteX102131" fmla="*/ 671962 w 2119654"/>
              <a:gd name="connsiteY102131" fmla="*/ 445600 h 2398711"/>
              <a:gd name="connsiteX102132" fmla="*/ 671744 w 2119654"/>
              <a:gd name="connsiteY102132" fmla="*/ 447162 h 2398711"/>
              <a:gd name="connsiteX102133" fmla="*/ 675277 w 2119654"/>
              <a:gd name="connsiteY102133" fmla="*/ 440505 h 2398711"/>
              <a:gd name="connsiteX102134" fmla="*/ 674151 w 2119654"/>
              <a:gd name="connsiteY102134" fmla="*/ 439488 h 2398711"/>
              <a:gd name="connsiteX102135" fmla="*/ 306173 w 2119654"/>
              <a:gd name="connsiteY102135" fmla="*/ 1252810 h 2398711"/>
              <a:gd name="connsiteX102136" fmla="*/ 306808 w 2119654"/>
              <a:gd name="connsiteY102136" fmla="*/ 1254109 h 2398711"/>
              <a:gd name="connsiteX102137" fmla="*/ 307720 w 2119654"/>
              <a:gd name="connsiteY102137" fmla="*/ 1255081 h 2398711"/>
              <a:gd name="connsiteX102138" fmla="*/ 306757 w 2119654"/>
              <a:gd name="connsiteY102138" fmla="*/ 1253232 h 2398711"/>
              <a:gd name="connsiteX102139" fmla="*/ 214207 w 2119654"/>
              <a:gd name="connsiteY102139" fmla="*/ 1458626 h 2398711"/>
              <a:gd name="connsiteX102140" fmla="*/ 222274 w 2119654"/>
              <a:gd name="connsiteY102140" fmla="*/ 1464461 h 2398711"/>
              <a:gd name="connsiteX102141" fmla="*/ 219582 w 2119654"/>
              <a:gd name="connsiteY102141" fmla="*/ 1460523 h 2398711"/>
              <a:gd name="connsiteX102142" fmla="*/ 622287 w 2119654"/>
              <a:gd name="connsiteY102142" fmla="*/ 544852 h 2398711"/>
              <a:gd name="connsiteX102143" fmla="*/ 622128 w 2119654"/>
              <a:gd name="connsiteY102143" fmla="*/ 546717 h 2398711"/>
              <a:gd name="connsiteX102144" fmla="*/ 625102 w 2119654"/>
              <a:gd name="connsiteY102144" fmla="*/ 549230 h 2398711"/>
              <a:gd name="connsiteX102145" fmla="*/ 625532 w 2119654"/>
              <a:gd name="connsiteY102145" fmla="*/ 546566 h 2398711"/>
              <a:gd name="connsiteX102146" fmla="*/ 674137 w 2119654"/>
              <a:gd name="connsiteY102146" fmla="*/ 428682 h 2398711"/>
              <a:gd name="connsiteX102147" fmla="*/ 674891 w 2119654"/>
              <a:gd name="connsiteY102147" fmla="*/ 434877 h 2398711"/>
              <a:gd name="connsiteX102148" fmla="*/ 676171 w 2119654"/>
              <a:gd name="connsiteY102148" fmla="*/ 435782 h 2398711"/>
              <a:gd name="connsiteX102149" fmla="*/ 675906 w 2119654"/>
              <a:gd name="connsiteY102149" fmla="*/ 430418 h 2398711"/>
              <a:gd name="connsiteX102150" fmla="*/ 675741 w 2119654"/>
              <a:gd name="connsiteY102150" fmla="*/ 430132 h 2398711"/>
              <a:gd name="connsiteX102151" fmla="*/ 233588 w 2119654"/>
              <a:gd name="connsiteY102151" fmla="*/ 1414920 h 2398711"/>
              <a:gd name="connsiteX102152" fmla="*/ 236040 w 2119654"/>
              <a:gd name="connsiteY102152" fmla="*/ 1418849 h 2398711"/>
              <a:gd name="connsiteX102153" fmla="*/ 234456 w 2119654"/>
              <a:gd name="connsiteY102153" fmla="*/ 1415255 h 2398711"/>
              <a:gd name="connsiteX102154" fmla="*/ 607091 w 2119654"/>
              <a:gd name="connsiteY102154" fmla="*/ 578451 h 2398711"/>
              <a:gd name="connsiteX102155" fmla="*/ 607078 w 2119654"/>
              <a:gd name="connsiteY102155" fmla="*/ 578835 h 2398711"/>
              <a:gd name="connsiteX102156" fmla="*/ 607182 w 2119654"/>
              <a:gd name="connsiteY102156" fmla="*/ 578479 h 2398711"/>
              <a:gd name="connsiteX102157" fmla="*/ 631734 w 2119654"/>
              <a:gd name="connsiteY102157" fmla="*/ 523179 h 2398711"/>
              <a:gd name="connsiteX102158" fmla="*/ 631554 w 2119654"/>
              <a:gd name="connsiteY102158" fmla="*/ 524331 h 2398711"/>
              <a:gd name="connsiteX102159" fmla="*/ 631761 w 2119654"/>
              <a:gd name="connsiteY102159" fmla="*/ 523926 h 2398711"/>
              <a:gd name="connsiteX102160" fmla="*/ 631909 w 2119654"/>
              <a:gd name="connsiteY102160" fmla="*/ 523303 h 2398711"/>
              <a:gd name="connsiteX102161" fmla="*/ 664555 w 2119654"/>
              <a:gd name="connsiteY102161" fmla="*/ 449616 h 2398711"/>
              <a:gd name="connsiteX102162" fmla="*/ 667674 w 2119654"/>
              <a:gd name="connsiteY102162" fmla="*/ 453713 h 2398711"/>
              <a:gd name="connsiteX102163" fmla="*/ 667613 w 2119654"/>
              <a:gd name="connsiteY102163" fmla="*/ 451843 h 2398711"/>
              <a:gd name="connsiteX102164" fmla="*/ 622357 w 2119654"/>
              <a:gd name="connsiteY102164" fmla="*/ 544035 h 2398711"/>
              <a:gd name="connsiteX102165" fmla="*/ 622324 w 2119654"/>
              <a:gd name="connsiteY102165" fmla="*/ 544419 h 2398711"/>
              <a:gd name="connsiteX102166" fmla="*/ 625599 w 2119654"/>
              <a:gd name="connsiteY102166" fmla="*/ 546149 h 2398711"/>
              <a:gd name="connsiteX102167" fmla="*/ 625700 w 2119654"/>
              <a:gd name="connsiteY102167" fmla="*/ 545527 h 2398711"/>
              <a:gd name="connsiteX102168" fmla="*/ 623383 w 2119654"/>
              <a:gd name="connsiteY102168" fmla="*/ 542037 h 2398711"/>
              <a:gd name="connsiteX102169" fmla="*/ 738115 w 2119654"/>
              <a:gd name="connsiteY102169" fmla="*/ 284745 h 2398711"/>
              <a:gd name="connsiteX102170" fmla="*/ 737621 w 2119654"/>
              <a:gd name="connsiteY102170" fmla="*/ 285900 h 2398711"/>
              <a:gd name="connsiteX102171" fmla="*/ 723556 w 2119654"/>
              <a:gd name="connsiteY102171" fmla="*/ 320069 h 2398711"/>
              <a:gd name="connsiteX102172" fmla="*/ 723964 w 2119654"/>
              <a:gd name="connsiteY102172" fmla="*/ 331454 h 2398711"/>
              <a:gd name="connsiteX102173" fmla="*/ 724167 w 2119654"/>
              <a:gd name="connsiteY102173" fmla="*/ 335579 h 2398711"/>
              <a:gd name="connsiteX102174" fmla="*/ 733356 w 2119654"/>
              <a:gd name="connsiteY102174" fmla="*/ 348077 h 2398711"/>
              <a:gd name="connsiteX102175" fmla="*/ 729444 w 2119654"/>
              <a:gd name="connsiteY102175" fmla="*/ 341262 h 2398711"/>
              <a:gd name="connsiteX102176" fmla="*/ 729860 w 2119654"/>
              <a:gd name="connsiteY102176" fmla="*/ 341429 h 2398711"/>
              <a:gd name="connsiteX102177" fmla="*/ 734814 w 2119654"/>
              <a:gd name="connsiteY102177" fmla="*/ 350059 h 2398711"/>
              <a:gd name="connsiteX102178" fmla="*/ 735956 w 2119654"/>
              <a:gd name="connsiteY102178" fmla="*/ 351613 h 2398711"/>
              <a:gd name="connsiteX102179" fmla="*/ 739872 w 2119654"/>
              <a:gd name="connsiteY102179" fmla="*/ 333357 h 2398711"/>
              <a:gd name="connsiteX102180" fmla="*/ 730329 w 2119654"/>
              <a:gd name="connsiteY102180" fmla="*/ 322641 h 2398711"/>
              <a:gd name="connsiteX102181" fmla="*/ 730585 w 2119654"/>
              <a:gd name="connsiteY102181" fmla="*/ 322687 h 2398711"/>
              <a:gd name="connsiteX102182" fmla="*/ 739914 w 2119654"/>
              <a:gd name="connsiteY102182" fmla="*/ 333162 h 2398711"/>
              <a:gd name="connsiteX102183" fmla="*/ 746153 w 2119654"/>
              <a:gd name="connsiteY102183" fmla="*/ 304082 h 2398711"/>
              <a:gd name="connsiteX102184" fmla="*/ 740083 w 2119654"/>
              <a:gd name="connsiteY102184" fmla="*/ 295449 h 2398711"/>
              <a:gd name="connsiteX102185" fmla="*/ 740332 w 2119654"/>
              <a:gd name="connsiteY102185" fmla="*/ 295524 h 2398711"/>
              <a:gd name="connsiteX102186" fmla="*/ 746199 w 2119654"/>
              <a:gd name="connsiteY102186" fmla="*/ 303867 h 2398711"/>
              <a:gd name="connsiteX102187" fmla="*/ 746381 w 2119654"/>
              <a:gd name="connsiteY102187" fmla="*/ 303019 h 2398711"/>
              <a:gd name="connsiteX102188" fmla="*/ 746532 w 2119654"/>
              <a:gd name="connsiteY102188" fmla="*/ 302894 h 2398711"/>
              <a:gd name="connsiteX102189" fmla="*/ 747961 w 2119654"/>
              <a:gd name="connsiteY102189" fmla="*/ 295509 h 2398711"/>
              <a:gd name="connsiteX102190" fmla="*/ 743436 w 2119654"/>
              <a:gd name="connsiteY102190" fmla="*/ 288886 h 2398711"/>
              <a:gd name="connsiteX102191" fmla="*/ 739073 w 2119654"/>
              <a:gd name="connsiteY102191" fmla="*/ 282501 h 2398711"/>
              <a:gd name="connsiteX102192" fmla="*/ 738675 w 2119654"/>
              <a:gd name="connsiteY102192" fmla="*/ 283435 h 2398711"/>
              <a:gd name="connsiteX102193" fmla="*/ 740888 w 2119654"/>
              <a:gd name="connsiteY102193" fmla="*/ 285157 h 2398711"/>
              <a:gd name="connsiteX102194" fmla="*/ 578487 w 2119654"/>
              <a:gd name="connsiteY102194" fmla="*/ 641827 h 2398711"/>
              <a:gd name="connsiteX102195" fmla="*/ 578672 w 2119654"/>
              <a:gd name="connsiteY102195" fmla="*/ 643186 h 2398711"/>
              <a:gd name="connsiteX102196" fmla="*/ 581015 w 2119654"/>
              <a:gd name="connsiteY102196" fmla="*/ 644541 h 2398711"/>
              <a:gd name="connsiteX102197" fmla="*/ 581071 w 2119654"/>
              <a:gd name="connsiteY102197" fmla="*/ 643593 h 2398711"/>
              <a:gd name="connsiteX102198" fmla="*/ 620647 w 2119654"/>
              <a:gd name="connsiteY102198" fmla="*/ 547365 h 2398711"/>
              <a:gd name="connsiteX102199" fmla="*/ 620791 w 2119654"/>
              <a:gd name="connsiteY102199" fmla="*/ 547473 h 2398711"/>
              <a:gd name="connsiteX102200" fmla="*/ 620831 w 2119654"/>
              <a:gd name="connsiteY102200" fmla="*/ 547008 h 2398711"/>
              <a:gd name="connsiteX102201" fmla="*/ 742691 w 2119654"/>
              <a:gd name="connsiteY102201" fmla="*/ 274038 h 2398711"/>
              <a:gd name="connsiteX102202" fmla="*/ 739298 w 2119654"/>
              <a:gd name="connsiteY102202" fmla="*/ 281976 h 2398711"/>
              <a:gd name="connsiteX102203" fmla="*/ 742133 w 2119654"/>
              <a:gd name="connsiteY102203" fmla="*/ 286127 h 2398711"/>
              <a:gd name="connsiteX102204" fmla="*/ 748775 w 2119654"/>
              <a:gd name="connsiteY102204" fmla="*/ 291297 h 2398711"/>
              <a:gd name="connsiteX102205" fmla="*/ 750326 w 2119654"/>
              <a:gd name="connsiteY102205" fmla="*/ 283284 h 2398711"/>
              <a:gd name="connsiteX102206" fmla="*/ 750511 w 2119654"/>
              <a:gd name="connsiteY102206" fmla="*/ 282431 h 2398711"/>
              <a:gd name="connsiteX102207" fmla="*/ 610696 w 2119654"/>
              <a:gd name="connsiteY102207" fmla="*/ 569350 h 2398711"/>
              <a:gd name="connsiteX102208" fmla="*/ 610314 w 2119654"/>
              <a:gd name="connsiteY102208" fmla="*/ 570664 h 2398711"/>
              <a:gd name="connsiteX102209" fmla="*/ 610302 w 2119654"/>
              <a:gd name="connsiteY102209" fmla="*/ 571202 h 2398711"/>
              <a:gd name="connsiteX102210" fmla="*/ 611546 w 2119654"/>
              <a:gd name="connsiteY102210" fmla="*/ 572254 h 2398711"/>
              <a:gd name="connsiteX102211" fmla="*/ 611523 w 2119654"/>
              <a:gd name="connsiteY102211" fmla="*/ 571599 h 2398711"/>
              <a:gd name="connsiteX102212" fmla="*/ 294086 w 2119654"/>
              <a:gd name="connsiteY102212" fmla="*/ 1278238 h 2398711"/>
              <a:gd name="connsiteX102213" fmla="*/ 295321 w 2119654"/>
              <a:gd name="connsiteY102213" fmla="*/ 1281669 h 2398711"/>
              <a:gd name="connsiteX102214" fmla="*/ 299233 w 2119654"/>
              <a:gd name="connsiteY102214" fmla="*/ 1283804 h 2398711"/>
              <a:gd name="connsiteX102215" fmla="*/ 298804 w 2119654"/>
              <a:gd name="connsiteY102215" fmla="*/ 1282886 h 2398711"/>
              <a:gd name="connsiteX102216" fmla="*/ 636849 w 2119654"/>
              <a:gd name="connsiteY102216" fmla="*/ 510632 h 2398711"/>
              <a:gd name="connsiteX102217" fmla="*/ 634728 w 2119654"/>
              <a:gd name="connsiteY102217" fmla="*/ 518151 h 2398711"/>
              <a:gd name="connsiteX102218" fmla="*/ 638128 w 2119654"/>
              <a:gd name="connsiteY102218" fmla="*/ 511531 h 2398711"/>
              <a:gd name="connsiteX102219" fmla="*/ 618969 w 2119654"/>
              <a:gd name="connsiteY102219" fmla="*/ 550631 h 2398711"/>
              <a:gd name="connsiteX102220" fmla="*/ 619334 w 2119654"/>
              <a:gd name="connsiteY102220" fmla="*/ 553027 h 2398711"/>
              <a:gd name="connsiteX102221" fmla="*/ 620248 w 2119654"/>
              <a:gd name="connsiteY102221" fmla="*/ 553809 h 2398711"/>
              <a:gd name="connsiteX102222" fmla="*/ 620762 w 2119654"/>
              <a:gd name="connsiteY102222" fmla="*/ 547823 h 2398711"/>
              <a:gd name="connsiteX102223" fmla="*/ 620509 w 2119654"/>
              <a:gd name="connsiteY102223" fmla="*/ 547635 h 2398711"/>
              <a:gd name="connsiteX102224" fmla="*/ 670819 w 2119654"/>
              <a:gd name="connsiteY102224" fmla="*/ 434356 h 2398711"/>
              <a:gd name="connsiteX102225" fmla="*/ 670715 w 2119654"/>
              <a:gd name="connsiteY102225" fmla="*/ 436155 h 2398711"/>
              <a:gd name="connsiteX102226" fmla="*/ 675237 w 2119654"/>
              <a:gd name="connsiteY102226" fmla="*/ 439927 h 2398711"/>
              <a:gd name="connsiteX102227" fmla="*/ 674744 w 2119654"/>
              <a:gd name="connsiteY102227" fmla="*/ 435873 h 2398711"/>
              <a:gd name="connsiteX102228" fmla="*/ 673480 w 2119654"/>
              <a:gd name="connsiteY102228" fmla="*/ 435371 h 2398711"/>
              <a:gd name="connsiteX102229" fmla="*/ 618225 w 2119654"/>
              <a:gd name="connsiteY102229" fmla="*/ 552078 h 2398711"/>
              <a:gd name="connsiteX102230" fmla="*/ 619099 w 2119654"/>
              <a:gd name="connsiteY102230" fmla="*/ 552825 h 2398711"/>
              <a:gd name="connsiteX102231" fmla="*/ 618831 w 2119654"/>
              <a:gd name="connsiteY102231" fmla="*/ 550899 h 2398711"/>
              <a:gd name="connsiteX102232" fmla="*/ 575376 w 2119654"/>
              <a:gd name="connsiteY102232" fmla="*/ 647559 h 2398711"/>
              <a:gd name="connsiteX102233" fmla="*/ 575332 w 2119654"/>
              <a:gd name="connsiteY102233" fmla="*/ 648072 h 2398711"/>
              <a:gd name="connsiteX102234" fmla="*/ 576228 w 2119654"/>
              <a:gd name="connsiteY102234" fmla="*/ 648595 h 2398711"/>
              <a:gd name="connsiteX102235" fmla="*/ 576257 w 2119654"/>
              <a:gd name="connsiteY102235" fmla="*/ 648091 h 2398711"/>
              <a:gd name="connsiteX102236" fmla="*/ 215933 w 2119654"/>
              <a:gd name="connsiteY102236" fmla="*/ 1452326 h 2398711"/>
              <a:gd name="connsiteX102237" fmla="*/ 220351 w 2119654"/>
              <a:gd name="connsiteY102237" fmla="*/ 1458790 h 2398711"/>
              <a:gd name="connsiteX102238" fmla="*/ 225605 w 2119654"/>
              <a:gd name="connsiteY102238" fmla="*/ 1462195 h 2398711"/>
              <a:gd name="connsiteX102239" fmla="*/ 227351 w 2119654"/>
              <a:gd name="connsiteY102239" fmla="*/ 1462808 h 2398711"/>
              <a:gd name="connsiteX102240" fmla="*/ 221690 w 2119654"/>
              <a:gd name="connsiteY102240" fmla="*/ 1455723 h 2398711"/>
              <a:gd name="connsiteX102241" fmla="*/ 622555 w 2119654"/>
              <a:gd name="connsiteY102241" fmla="*/ 541739 h 2398711"/>
              <a:gd name="connsiteX102242" fmla="*/ 622544 w 2119654"/>
              <a:gd name="connsiteY102242" fmla="*/ 541866 h 2398711"/>
              <a:gd name="connsiteX102243" fmla="*/ 622602 w 2119654"/>
              <a:gd name="connsiteY102243" fmla="*/ 541755 h 2398711"/>
              <a:gd name="connsiteX102244" fmla="*/ 292485 w 2119654"/>
              <a:gd name="connsiteY102244" fmla="*/ 1280583 h 2398711"/>
              <a:gd name="connsiteX102245" fmla="*/ 293613 w 2119654"/>
              <a:gd name="connsiteY102245" fmla="*/ 1285214 h 2398711"/>
              <a:gd name="connsiteX102246" fmla="*/ 293636 w 2119654"/>
              <a:gd name="connsiteY102246" fmla="*/ 1285264 h 2398711"/>
              <a:gd name="connsiteX102247" fmla="*/ 296860 w 2119654"/>
              <a:gd name="connsiteY102247" fmla="*/ 1288051 h 2398711"/>
              <a:gd name="connsiteX102248" fmla="*/ 294602 w 2119654"/>
              <a:gd name="connsiteY102248" fmla="*/ 1281777 h 2398711"/>
              <a:gd name="connsiteX102249" fmla="*/ 295345 w 2119654"/>
              <a:gd name="connsiteY102249" fmla="*/ 1274088 h 2398711"/>
              <a:gd name="connsiteX102250" fmla="*/ 296637 w 2119654"/>
              <a:gd name="connsiteY102250" fmla="*/ 1276854 h 2398711"/>
              <a:gd name="connsiteX102251" fmla="*/ 299153 w 2119654"/>
              <a:gd name="connsiteY102251" fmla="*/ 1279333 h 2398711"/>
              <a:gd name="connsiteX102252" fmla="*/ 614460 w 2119654"/>
              <a:gd name="connsiteY102252" fmla="*/ 559408 h 2398711"/>
              <a:gd name="connsiteX102253" fmla="*/ 614657 w 2119654"/>
              <a:gd name="connsiteY102253" fmla="*/ 561230 h 2398711"/>
              <a:gd name="connsiteX102254" fmla="*/ 614771 w 2119654"/>
              <a:gd name="connsiteY102254" fmla="*/ 561412 h 2398711"/>
              <a:gd name="connsiteX102255" fmla="*/ 615103 w 2119654"/>
              <a:gd name="connsiteY102255" fmla="*/ 558157 h 2398711"/>
              <a:gd name="connsiteX102256" fmla="*/ 607177 w 2119654"/>
              <a:gd name="connsiteY102256" fmla="*/ 575665 h 2398711"/>
              <a:gd name="connsiteX102257" fmla="*/ 607113 w 2119654"/>
              <a:gd name="connsiteY102257" fmla="*/ 577741 h 2398711"/>
              <a:gd name="connsiteX102258" fmla="*/ 607374 w 2119654"/>
              <a:gd name="connsiteY102258" fmla="*/ 577820 h 2398711"/>
              <a:gd name="connsiteX102259" fmla="*/ 607461 w 2119654"/>
              <a:gd name="connsiteY102259" fmla="*/ 577522 h 2398711"/>
              <a:gd name="connsiteX102260" fmla="*/ 607495 w 2119654"/>
              <a:gd name="connsiteY102260" fmla="*/ 575944 h 2398711"/>
              <a:gd name="connsiteX102261" fmla="*/ 573652 w 2119654"/>
              <a:gd name="connsiteY102261" fmla="*/ 650692 h 2398711"/>
              <a:gd name="connsiteX102262" fmla="*/ 573331 w 2119654"/>
              <a:gd name="connsiteY102262" fmla="*/ 655778 h 2398711"/>
              <a:gd name="connsiteX102263" fmla="*/ 573475 w 2119654"/>
              <a:gd name="connsiteY102263" fmla="*/ 656177 h 2398711"/>
              <a:gd name="connsiteX102264" fmla="*/ 573940 w 2119654"/>
              <a:gd name="connsiteY102264" fmla="*/ 650860 h 2398711"/>
              <a:gd name="connsiteX102265" fmla="*/ 614033 w 2119654"/>
              <a:gd name="connsiteY102265" fmla="*/ 560239 h 2398711"/>
              <a:gd name="connsiteX102266" fmla="*/ 614407 w 2119654"/>
              <a:gd name="connsiteY102266" fmla="*/ 560831 h 2398711"/>
              <a:gd name="connsiteX102267" fmla="*/ 614289 w 2119654"/>
              <a:gd name="connsiteY102267" fmla="*/ 559742 h 2398711"/>
              <a:gd name="connsiteX102268" fmla="*/ 266286 w 2119654"/>
              <a:gd name="connsiteY102268" fmla="*/ 1338747 h 2398711"/>
              <a:gd name="connsiteX102269" fmla="*/ 266630 w 2119654"/>
              <a:gd name="connsiteY102269" fmla="*/ 1339311 h 2398711"/>
              <a:gd name="connsiteX102270" fmla="*/ 266906 w 2119654"/>
              <a:gd name="connsiteY102270" fmla="*/ 1339591 h 2398711"/>
              <a:gd name="connsiteX102271" fmla="*/ 267356 w 2119654"/>
              <a:gd name="connsiteY102271" fmla="*/ 1339838 h 2398711"/>
              <a:gd name="connsiteX102272" fmla="*/ 670953 w 2119654"/>
              <a:gd name="connsiteY102272" fmla="*/ 432430 h 2398711"/>
              <a:gd name="connsiteX102273" fmla="*/ 670829 w 2119654"/>
              <a:gd name="connsiteY102273" fmla="*/ 434178 h 2398711"/>
              <a:gd name="connsiteX102274" fmla="*/ 670828 w 2119654"/>
              <a:gd name="connsiteY102274" fmla="*/ 434203 h 2398711"/>
              <a:gd name="connsiteX102275" fmla="*/ 674722 w 2119654"/>
              <a:gd name="connsiteY102275" fmla="*/ 435691 h 2398711"/>
              <a:gd name="connsiteX102276" fmla="*/ 674643 w 2119654"/>
              <a:gd name="connsiteY102276" fmla="*/ 435040 h 2398711"/>
              <a:gd name="connsiteX102277" fmla="*/ 217568 w 2119654"/>
              <a:gd name="connsiteY102277" fmla="*/ 1447493 h 2398711"/>
              <a:gd name="connsiteX102278" fmla="*/ 225597 w 2119654"/>
              <a:gd name="connsiteY102278" fmla="*/ 1457409 h 2398711"/>
              <a:gd name="connsiteX102279" fmla="*/ 232441 w 2119654"/>
              <a:gd name="connsiteY102279" fmla="*/ 1461320 h 2398711"/>
              <a:gd name="connsiteX102280" fmla="*/ 232608 w 2119654"/>
              <a:gd name="connsiteY102280" fmla="*/ 1461147 h 2398711"/>
              <a:gd name="connsiteX102281" fmla="*/ 224133 w 2119654"/>
              <a:gd name="connsiteY102281" fmla="*/ 1450008 h 2398711"/>
              <a:gd name="connsiteX102282" fmla="*/ 577079 w 2119654"/>
              <a:gd name="connsiteY102282" fmla="*/ 642450 h 2398711"/>
              <a:gd name="connsiteX102283" fmla="*/ 576782 w 2119654"/>
              <a:gd name="connsiteY102283" fmla="*/ 647606 h 2398711"/>
              <a:gd name="connsiteX102284" fmla="*/ 577793 w 2119654"/>
              <a:gd name="connsiteY102284" fmla="*/ 648218 h 2398711"/>
              <a:gd name="connsiteX102285" fmla="*/ 577448 w 2119654"/>
              <a:gd name="connsiteY102285" fmla="*/ 642663 h 2398711"/>
              <a:gd name="connsiteX102286" fmla="*/ 585924 w 2119654"/>
              <a:gd name="connsiteY102286" fmla="*/ 622644 h 2398711"/>
              <a:gd name="connsiteX102287" fmla="*/ 586016 w 2119654"/>
              <a:gd name="connsiteY102287" fmla="*/ 623842 h 2398711"/>
              <a:gd name="connsiteX102288" fmla="*/ 586087 w 2119654"/>
              <a:gd name="connsiteY102288" fmla="*/ 624143 h 2398711"/>
              <a:gd name="connsiteX102289" fmla="*/ 588236 w 2119654"/>
              <a:gd name="connsiteY102289" fmla="*/ 625057 h 2398711"/>
              <a:gd name="connsiteX102290" fmla="*/ 588380 w 2119654"/>
              <a:gd name="connsiteY102290" fmla="*/ 623642 h 2398711"/>
              <a:gd name="connsiteX102291" fmla="*/ 594803 w 2119654"/>
              <a:gd name="connsiteY102291" fmla="*/ 602533 h 2398711"/>
              <a:gd name="connsiteX102292" fmla="*/ 594805 w 2119654"/>
              <a:gd name="connsiteY102292" fmla="*/ 603746 h 2398711"/>
              <a:gd name="connsiteX102293" fmla="*/ 594988 w 2119654"/>
              <a:gd name="connsiteY102293" fmla="*/ 602614 h 2398711"/>
              <a:gd name="connsiteX102294" fmla="*/ 692290 w 2119654"/>
              <a:gd name="connsiteY102294" fmla="*/ 383647 h 2398711"/>
              <a:gd name="connsiteX102295" fmla="*/ 692274 w 2119654"/>
              <a:gd name="connsiteY102295" fmla="*/ 389775 h 2398711"/>
              <a:gd name="connsiteX102296" fmla="*/ 694980 w 2119654"/>
              <a:gd name="connsiteY102296" fmla="*/ 391770 h 2398711"/>
              <a:gd name="connsiteX102297" fmla="*/ 697228 w 2119654"/>
              <a:gd name="connsiteY102297" fmla="*/ 385620 h 2398711"/>
              <a:gd name="connsiteX102298" fmla="*/ 640007 w 2119654"/>
              <a:gd name="connsiteY102298" fmla="*/ 500501 h 2398711"/>
              <a:gd name="connsiteX102299" fmla="*/ 637755 w 2119654"/>
              <a:gd name="connsiteY102299" fmla="*/ 507422 h 2398711"/>
              <a:gd name="connsiteX102300" fmla="*/ 636879 w 2119654"/>
              <a:gd name="connsiteY102300" fmla="*/ 510529 h 2398711"/>
              <a:gd name="connsiteX102301" fmla="*/ 638185 w 2119654"/>
              <a:gd name="connsiteY102301" fmla="*/ 511422 h 2398711"/>
              <a:gd name="connsiteX102302" fmla="*/ 640876 w 2119654"/>
              <a:gd name="connsiteY102302" fmla="*/ 506185 h 2398711"/>
              <a:gd name="connsiteX102303" fmla="*/ 641751 w 2119654"/>
              <a:gd name="connsiteY102303" fmla="*/ 501352 h 2398711"/>
              <a:gd name="connsiteX102304" fmla="*/ 607296 w 2119654"/>
              <a:gd name="connsiteY102304" fmla="*/ 573575 h 2398711"/>
              <a:gd name="connsiteX102305" fmla="*/ 607216 w 2119654"/>
              <a:gd name="connsiteY102305" fmla="*/ 574428 h 2398711"/>
              <a:gd name="connsiteX102306" fmla="*/ 607187 w 2119654"/>
              <a:gd name="connsiteY102306" fmla="*/ 575354 h 2398711"/>
              <a:gd name="connsiteX102307" fmla="*/ 607502 w 2119654"/>
              <a:gd name="connsiteY102307" fmla="*/ 575630 h 2398711"/>
              <a:gd name="connsiteX102308" fmla="*/ 607545 w 2119654"/>
              <a:gd name="connsiteY102308" fmla="*/ 573673 h 2398711"/>
              <a:gd name="connsiteX102309" fmla="*/ 577167 w 2119654"/>
              <a:gd name="connsiteY102309" fmla="*/ 640924 h 2398711"/>
              <a:gd name="connsiteX102310" fmla="*/ 577090 w 2119654"/>
              <a:gd name="connsiteY102310" fmla="*/ 642270 h 2398711"/>
              <a:gd name="connsiteX102311" fmla="*/ 577435 w 2119654"/>
              <a:gd name="connsiteY102311" fmla="*/ 642470 h 2398711"/>
              <a:gd name="connsiteX102312" fmla="*/ 577346 w 2119654"/>
              <a:gd name="connsiteY102312" fmla="*/ 641048 h 2398711"/>
              <a:gd name="connsiteX102313" fmla="*/ 591717 w 2119654"/>
              <a:gd name="connsiteY102313" fmla="*/ 608291 h 2398711"/>
              <a:gd name="connsiteX102314" fmla="*/ 591617 w 2119654"/>
              <a:gd name="connsiteY102314" fmla="*/ 609278 h 2398711"/>
              <a:gd name="connsiteX102315" fmla="*/ 591977 w 2119654"/>
              <a:gd name="connsiteY102315" fmla="*/ 610322 h 2398711"/>
              <a:gd name="connsiteX102316" fmla="*/ 593521 w 2119654"/>
              <a:gd name="connsiteY102316" fmla="*/ 611716 h 2398711"/>
              <a:gd name="connsiteX102317" fmla="*/ 593910 w 2119654"/>
              <a:gd name="connsiteY102317" fmla="*/ 609303 h 2398711"/>
              <a:gd name="connsiteX102318" fmla="*/ 618479 w 2119654"/>
              <a:gd name="connsiteY102318" fmla="*/ 548355 h 2398711"/>
              <a:gd name="connsiteX102319" fmla="*/ 618305 w 2119654"/>
              <a:gd name="connsiteY102319" fmla="*/ 550054 h 2398711"/>
              <a:gd name="connsiteX102320" fmla="*/ 618630 w 2119654"/>
              <a:gd name="connsiteY102320" fmla="*/ 549445 h 2398711"/>
              <a:gd name="connsiteX102321" fmla="*/ 607322 w 2119654"/>
              <a:gd name="connsiteY102321" fmla="*/ 573302 h 2398711"/>
              <a:gd name="connsiteX102322" fmla="*/ 607314 w 2119654"/>
              <a:gd name="connsiteY102322" fmla="*/ 573386 h 2398711"/>
              <a:gd name="connsiteX102323" fmla="*/ 607388 w 2119654"/>
              <a:gd name="connsiteY102323" fmla="*/ 573365 h 2398711"/>
              <a:gd name="connsiteX102324" fmla="*/ 607542 w 2119654"/>
              <a:gd name="connsiteY102324" fmla="*/ 573425 h 2398711"/>
              <a:gd name="connsiteX102325" fmla="*/ 607528 w 2119654"/>
              <a:gd name="connsiteY102325" fmla="*/ 573277 h 2398711"/>
              <a:gd name="connsiteX102326" fmla="*/ 607391 w 2119654"/>
              <a:gd name="connsiteY102326" fmla="*/ 573166 h 2398711"/>
              <a:gd name="connsiteX102327" fmla="*/ 244138 w 2119654"/>
              <a:gd name="connsiteY102327" fmla="*/ 1386249 h 2398711"/>
              <a:gd name="connsiteX102328" fmla="*/ 246372 w 2119654"/>
              <a:gd name="connsiteY102328" fmla="*/ 1391319 h 2398711"/>
              <a:gd name="connsiteX102329" fmla="*/ 256901 w 2119654"/>
              <a:gd name="connsiteY102329" fmla="*/ 1395962 h 2398711"/>
              <a:gd name="connsiteX102330" fmla="*/ 605428 w 2119654"/>
              <a:gd name="connsiteY102330" fmla="*/ 577230 h 2398711"/>
              <a:gd name="connsiteX102331" fmla="*/ 605989 w 2119654"/>
              <a:gd name="connsiteY102331" fmla="*/ 577401 h 2398711"/>
              <a:gd name="connsiteX102332" fmla="*/ 606150 w 2119654"/>
              <a:gd name="connsiteY102332" fmla="*/ 575675 h 2398711"/>
              <a:gd name="connsiteX102333" fmla="*/ 667644 w 2119654"/>
              <a:gd name="connsiteY102333" fmla="*/ 437912 h 2398711"/>
              <a:gd name="connsiteX102334" fmla="*/ 667892 w 2119654"/>
              <a:gd name="connsiteY102334" fmla="*/ 445593 h 2398711"/>
              <a:gd name="connsiteX102335" fmla="*/ 669487 w 2119654"/>
              <a:gd name="connsiteY102335" fmla="*/ 447244 h 2398711"/>
              <a:gd name="connsiteX102336" fmla="*/ 604703 w 2119654"/>
              <a:gd name="connsiteY102336" fmla="*/ 578792 h 2398711"/>
              <a:gd name="connsiteX102337" fmla="*/ 605328 w 2119654"/>
              <a:gd name="connsiteY102337" fmla="*/ 584459 h 2398711"/>
              <a:gd name="connsiteX102338" fmla="*/ 605924 w 2119654"/>
              <a:gd name="connsiteY102338" fmla="*/ 578097 h 2398711"/>
              <a:gd name="connsiteX102339" fmla="*/ 605137 w 2119654"/>
              <a:gd name="connsiteY102339" fmla="*/ 577858 h 2398711"/>
              <a:gd name="connsiteX102340" fmla="*/ 640951 w 2119654"/>
              <a:gd name="connsiteY102340" fmla="*/ 497605 h 2398711"/>
              <a:gd name="connsiteX102341" fmla="*/ 640218 w 2119654"/>
              <a:gd name="connsiteY102341" fmla="*/ 499860 h 2398711"/>
              <a:gd name="connsiteX102342" fmla="*/ 641875 w 2119654"/>
              <a:gd name="connsiteY102342" fmla="*/ 500668 h 2398711"/>
              <a:gd name="connsiteX102343" fmla="*/ 642210 w 2119654"/>
              <a:gd name="connsiteY102343" fmla="*/ 498821 h 2398711"/>
              <a:gd name="connsiteX102344" fmla="*/ 604294 w 2119654"/>
              <a:gd name="connsiteY102344" fmla="*/ 579672 h 2398711"/>
              <a:gd name="connsiteX102345" fmla="*/ 604953 w 2119654"/>
              <a:gd name="connsiteY102345" fmla="*/ 584709 h 2398711"/>
              <a:gd name="connsiteX102346" fmla="*/ 604965 w 2119654"/>
              <a:gd name="connsiteY102346" fmla="*/ 584715 h 2398711"/>
              <a:gd name="connsiteX102347" fmla="*/ 604387 w 2119654"/>
              <a:gd name="connsiteY102347" fmla="*/ 579473 h 2398711"/>
              <a:gd name="connsiteX102348" fmla="*/ 614071 w 2119654"/>
              <a:gd name="connsiteY102348" fmla="*/ 557731 h 2398711"/>
              <a:gd name="connsiteX102349" fmla="*/ 613903 w 2119654"/>
              <a:gd name="connsiteY102349" fmla="*/ 558309 h 2398711"/>
              <a:gd name="connsiteX102350" fmla="*/ 614095 w 2119654"/>
              <a:gd name="connsiteY102350" fmla="*/ 557949 h 2398711"/>
              <a:gd name="connsiteX102351" fmla="*/ 602517 w 2119654"/>
              <a:gd name="connsiteY102351" fmla="*/ 583500 h 2398711"/>
              <a:gd name="connsiteX102352" fmla="*/ 604533 w 2119654"/>
              <a:gd name="connsiteY102352" fmla="*/ 584501 h 2398711"/>
              <a:gd name="connsiteX102353" fmla="*/ 603987 w 2119654"/>
              <a:gd name="connsiteY102353" fmla="*/ 580333 h 2398711"/>
              <a:gd name="connsiteX102354" fmla="*/ 602337 w 2119654"/>
              <a:gd name="connsiteY102354" fmla="*/ 583885 h 2398711"/>
              <a:gd name="connsiteX102355" fmla="*/ 604632 w 2119654"/>
              <a:gd name="connsiteY102355" fmla="*/ 585254 h 2398711"/>
              <a:gd name="connsiteX102356" fmla="*/ 604581 w 2119654"/>
              <a:gd name="connsiteY102356" fmla="*/ 584865 h 2398711"/>
              <a:gd name="connsiteX102357" fmla="*/ 602420 w 2119654"/>
              <a:gd name="connsiteY102357" fmla="*/ 583708 h 2398711"/>
              <a:gd name="connsiteX102358" fmla="*/ 260419 w 2119654"/>
              <a:gd name="connsiteY102358" fmla="*/ 1349438 h 2398711"/>
              <a:gd name="connsiteX102359" fmla="*/ 266218 w 2119654"/>
              <a:gd name="connsiteY102359" fmla="*/ 1359269 h 2398711"/>
              <a:gd name="connsiteX102360" fmla="*/ 264496 w 2119654"/>
              <a:gd name="connsiteY102360" fmla="*/ 1354845 h 2398711"/>
              <a:gd name="connsiteX102361" fmla="*/ 264175 w 2119654"/>
              <a:gd name="connsiteY102361" fmla="*/ 1354347 h 2398711"/>
              <a:gd name="connsiteX102362" fmla="*/ 264200 w 2119654"/>
              <a:gd name="connsiteY102362" fmla="*/ 1354086 h 2398711"/>
              <a:gd name="connsiteX102363" fmla="*/ 263097 w 2119654"/>
              <a:gd name="connsiteY102363" fmla="*/ 1351254 h 2398711"/>
              <a:gd name="connsiteX102364" fmla="*/ 635447 w 2119654"/>
              <a:gd name="connsiteY102364" fmla="*/ 509669 h 2398711"/>
              <a:gd name="connsiteX102365" fmla="*/ 633420 w 2119654"/>
              <a:gd name="connsiteY102365" fmla="*/ 518226 h 2398711"/>
              <a:gd name="connsiteX102366" fmla="*/ 633944 w 2119654"/>
              <a:gd name="connsiteY102366" fmla="*/ 518595 h 2398711"/>
              <a:gd name="connsiteX102367" fmla="*/ 634478 w 2119654"/>
              <a:gd name="connsiteY102367" fmla="*/ 516700 h 2398711"/>
              <a:gd name="connsiteX102368" fmla="*/ 636528 w 2119654"/>
              <a:gd name="connsiteY102368" fmla="*/ 510409 h 2398711"/>
              <a:gd name="connsiteX102369" fmla="*/ 600251 w 2119654"/>
              <a:gd name="connsiteY102369" fmla="*/ 588378 h 2398711"/>
              <a:gd name="connsiteX102370" fmla="*/ 600396 w 2119654"/>
              <a:gd name="connsiteY102370" fmla="*/ 589417 h 2398711"/>
              <a:gd name="connsiteX102371" fmla="*/ 602365 w 2119654"/>
              <a:gd name="connsiteY102371" fmla="*/ 594835 h 2398711"/>
              <a:gd name="connsiteX102372" fmla="*/ 602424 w 2119654"/>
              <a:gd name="connsiteY102372" fmla="*/ 594858 h 2398711"/>
              <a:gd name="connsiteX102373" fmla="*/ 604653 w 2119654"/>
              <a:gd name="connsiteY102373" fmla="*/ 587187 h 2398711"/>
              <a:gd name="connsiteX102374" fmla="*/ 604747 w 2119654"/>
              <a:gd name="connsiteY102374" fmla="*/ 586589 h 2398711"/>
              <a:gd name="connsiteX102375" fmla="*/ 601954 w 2119654"/>
              <a:gd name="connsiteY102375" fmla="*/ 584712 h 2398711"/>
              <a:gd name="connsiteX102376" fmla="*/ 599196 w 2119654"/>
              <a:gd name="connsiteY102376" fmla="*/ 590652 h 2398711"/>
              <a:gd name="connsiteX102377" fmla="*/ 600517 w 2119654"/>
              <a:gd name="connsiteY102377" fmla="*/ 592992 h 2398711"/>
              <a:gd name="connsiteX102378" fmla="*/ 600485 w 2119654"/>
              <a:gd name="connsiteY102378" fmla="*/ 592765 h 2398711"/>
              <a:gd name="connsiteX102379" fmla="*/ 599561 w 2119654"/>
              <a:gd name="connsiteY102379" fmla="*/ 589865 h 2398711"/>
              <a:gd name="connsiteX102380" fmla="*/ 614452 w 2119654"/>
              <a:gd name="connsiteY102380" fmla="*/ 556420 h 2398711"/>
              <a:gd name="connsiteX102381" fmla="*/ 614222 w 2119654"/>
              <a:gd name="connsiteY102381" fmla="*/ 557209 h 2398711"/>
              <a:gd name="connsiteX102382" fmla="*/ 614267 w 2119654"/>
              <a:gd name="connsiteY102382" fmla="*/ 557626 h 2398711"/>
              <a:gd name="connsiteX102383" fmla="*/ 614731 w 2119654"/>
              <a:gd name="connsiteY102383" fmla="*/ 556755 h 2398711"/>
              <a:gd name="connsiteX102384" fmla="*/ 614492 w 2119654"/>
              <a:gd name="connsiteY102384" fmla="*/ 556432 h 2398711"/>
              <a:gd name="connsiteX102385" fmla="*/ 557859 w 2119654"/>
              <a:gd name="connsiteY102385" fmla="*/ 682874 h 2398711"/>
              <a:gd name="connsiteX102386" fmla="*/ 557856 w 2119654"/>
              <a:gd name="connsiteY102386" fmla="*/ 684075 h 2398711"/>
              <a:gd name="connsiteX102387" fmla="*/ 557887 w 2119654"/>
              <a:gd name="connsiteY102387" fmla="*/ 684202 h 2398711"/>
              <a:gd name="connsiteX102388" fmla="*/ 560251 w 2119654"/>
              <a:gd name="connsiteY102388" fmla="*/ 684422 h 2398711"/>
              <a:gd name="connsiteX102389" fmla="*/ 560255 w 2119654"/>
              <a:gd name="connsiteY102389" fmla="*/ 684143 h 2398711"/>
              <a:gd name="connsiteX102390" fmla="*/ 560057 w 2119654"/>
              <a:gd name="connsiteY102390" fmla="*/ 683947 h 2398711"/>
              <a:gd name="connsiteX102391" fmla="*/ 592670 w 2119654"/>
              <a:gd name="connsiteY102391" fmla="*/ 604709 h 2398711"/>
              <a:gd name="connsiteX102392" fmla="*/ 594453 w 2119654"/>
              <a:gd name="connsiteY102392" fmla="*/ 605786 h 2398711"/>
              <a:gd name="connsiteX102393" fmla="*/ 594492 w 2119654"/>
              <a:gd name="connsiteY102393" fmla="*/ 602397 h 2398711"/>
              <a:gd name="connsiteX102394" fmla="*/ 593870 w 2119654"/>
              <a:gd name="connsiteY102394" fmla="*/ 602126 h 2398711"/>
              <a:gd name="connsiteX102395" fmla="*/ 591917 w 2119654"/>
              <a:gd name="connsiteY102395" fmla="*/ 606330 h 2398711"/>
              <a:gd name="connsiteX102396" fmla="*/ 591809 w 2119654"/>
              <a:gd name="connsiteY102396" fmla="*/ 607393 h 2398711"/>
              <a:gd name="connsiteX102397" fmla="*/ 594050 w 2119654"/>
              <a:gd name="connsiteY102397" fmla="*/ 608427 h 2398711"/>
              <a:gd name="connsiteX102398" fmla="*/ 594386 w 2119654"/>
              <a:gd name="connsiteY102398" fmla="*/ 606344 h 2398711"/>
              <a:gd name="connsiteX102399" fmla="*/ 592453 w 2119654"/>
              <a:gd name="connsiteY102399" fmla="*/ 605175 h 2398711"/>
              <a:gd name="connsiteX102400" fmla="*/ 572388 w 2119654"/>
              <a:gd name="connsiteY102400" fmla="*/ 649957 h 2398711"/>
              <a:gd name="connsiteX102401" fmla="*/ 572978 w 2119654"/>
              <a:gd name="connsiteY102401" fmla="*/ 654800 h 2398711"/>
              <a:gd name="connsiteX102402" fmla="*/ 573217 w 2119654"/>
              <a:gd name="connsiteY102402" fmla="*/ 655463 h 2398711"/>
              <a:gd name="connsiteX102403" fmla="*/ 573522 w 2119654"/>
              <a:gd name="connsiteY102403" fmla="*/ 650617 h 2398711"/>
              <a:gd name="connsiteX102404" fmla="*/ 618692 w 2119654"/>
              <a:gd name="connsiteY102404" fmla="*/ 546270 h 2398711"/>
              <a:gd name="connsiteX102405" fmla="*/ 618547 w 2119654"/>
              <a:gd name="connsiteY102405" fmla="*/ 547680 h 2398711"/>
              <a:gd name="connsiteX102406" fmla="*/ 618759 w 2119654"/>
              <a:gd name="connsiteY102406" fmla="*/ 549203 h 2398711"/>
              <a:gd name="connsiteX102407" fmla="*/ 619176 w 2119654"/>
              <a:gd name="connsiteY102407" fmla="*/ 548422 h 2398711"/>
              <a:gd name="connsiteX102408" fmla="*/ 619839 w 2119654"/>
              <a:gd name="connsiteY102408" fmla="*/ 547131 h 2398711"/>
              <a:gd name="connsiteX102409" fmla="*/ 291033 w 2119654"/>
              <a:gd name="connsiteY102409" fmla="*/ 1279764 h 2398711"/>
              <a:gd name="connsiteX102410" fmla="*/ 292032 w 2119654"/>
              <a:gd name="connsiteY102410" fmla="*/ 1281876 h 2398711"/>
              <a:gd name="connsiteX102411" fmla="*/ 291596 w 2119654"/>
              <a:gd name="connsiteY102411" fmla="*/ 1280081 h 2398711"/>
              <a:gd name="connsiteX102412" fmla="*/ 653304 w 2119654"/>
              <a:gd name="connsiteY102412" fmla="*/ 468497 h 2398711"/>
              <a:gd name="connsiteX102413" fmla="*/ 654079 w 2119654"/>
              <a:gd name="connsiteY102413" fmla="*/ 473269 h 2398711"/>
              <a:gd name="connsiteX102414" fmla="*/ 655693 w 2119654"/>
              <a:gd name="connsiteY102414" fmla="*/ 474845 h 2398711"/>
              <a:gd name="connsiteX102415" fmla="*/ 656577 w 2119654"/>
              <a:gd name="connsiteY102415" fmla="*/ 475732 h 2398711"/>
              <a:gd name="connsiteX102416" fmla="*/ 658477 w 2119654"/>
              <a:gd name="connsiteY102416" fmla="*/ 472153 h 2398711"/>
              <a:gd name="connsiteX102417" fmla="*/ 585916 w 2119654"/>
              <a:gd name="connsiteY102417" fmla="*/ 619255 h 2398711"/>
              <a:gd name="connsiteX102418" fmla="*/ 588560 w 2119654"/>
              <a:gd name="connsiteY102418" fmla="*/ 621878 h 2398711"/>
              <a:gd name="connsiteX102419" fmla="*/ 589156 w 2119654"/>
              <a:gd name="connsiteY102419" fmla="*/ 616031 h 2398711"/>
              <a:gd name="connsiteX102420" fmla="*/ 587760 w 2119654"/>
              <a:gd name="connsiteY102420" fmla="*/ 615283 h 2398711"/>
              <a:gd name="connsiteX102421" fmla="*/ 585701 w 2119654"/>
              <a:gd name="connsiteY102421" fmla="*/ 619718 h 2398711"/>
              <a:gd name="connsiteX102422" fmla="*/ 585865 w 2119654"/>
              <a:gd name="connsiteY102422" fmla="*/ 621880 h 2398711"/>
              <a:gd name="connsiteX102423" fmla="*/ 588453 w 2119654"/>
              <a:gd name="connsiteY102423" fmla="*/ 622930 h 2398711"/>
              <a:gd name="connsiteX102424" fmla="*/ 588509 w 2119654"/>
              <a:gd name="connsiteY102424" fmla="*/ 622379 h 2398711"/>
              <a:gd name="connsiteX102425" fmla="*/ 585740 w 2119654"/>
              <a:gd name="connsiteY102425" fmla="*/ 619634 h 2398711"/>
              <a:gd name="connsiteX102426" fmla="*/ 553246 w 2119654"/>
              <a:gd name="connsiteY102426" fmla="*/ 692296 h 2398711"/>
              <a:gd name="connsiteX102427" fmla="*/ 553569 w 2119654"/>
              <a:gd name="connsiteY102427" fmla="*/ 693979 h 2398711"/>
              <a:gd name="connsiteX102428" fmla="*/ 553644 w 2119654"/>
              <a:gd name="connsiteY102428" fmla="*/ 694077 h 2398711"/>
              <a:gd name="connsiteX102429" fmla="*/ 554242 w 2119654"/>
              <a:gd name="connsiteY102429" fmla="*/ 694373 h 2398711"/>
              <a:gd name="connsiteX102430" fmla="*/ 553986 w 2119654"/>
              <a:gd name="connsiteY102430" fmla="*/ 693319 h 2398711"/>
              <a:gd name="connsiteX102431" fmla="*/ 584445 w 2119654"/>
              <a:gd name="connsiteY102431" fmla="*/ 622424 h 2398711"/>
              <a:gd name="connsiteX102432" fmla="*/ 585077 w 2119654"/>
              <a:gd name="connsiteY102432" fmla="*/ 623114 h 2398711"/>
              <a:gd name="connsiteX102433" fmla="*/ 584904 w 2119654"/>
              <a:gd name="connsiteY102433" fmla="*/ 622230 h 2398711"/>
              <a:gd name="connsiteX102434" fmla="*/ 584594 w 2119654"/>
              <a:gd name="connsiteY102434" fmla="*/ 622105 h 2398711"/>
              <a:gd name="connsiteX102435" fmla="*/ 180725 w 2119654"/>
              <a:gd name="connsiteY102435" fmla="*/ 1526229 h 2398711"/>
              <a:gd name="connsiteX102436" fmla="*/ 185391 w 2119654"/>
              <a:gd name="connsiteY102436" fmla="*/ 1531954 h 2398711"/>
              <a:gd name="connsiteX102437" fmla="*/ 203866 w 2119654"/>
              <a:gd name="connsiteY102437" fmla="*/ 1540104 h 2398711"/>
              <a:gd name="connsiteX102438" fmla="*/ 204168 w 2119654"/>
              <a:gd name="connsiteY102438" fmla="*/ 1540184 h 2398711"/>
              <a:gd name="connsiteX102439" fmla="*/ 203607 w 2119654"/>
              <a:gd name="connsiteY102439" fmla="*/ 1539838 h 2398711"/>
              <a:gd name="connsiteX102440" fmla="*/ 656344 w 2119654"/>
              <a:gd name="connsiteY102440" fmla="*/ 461224 h 2398711"/>
              <a:gd name="connsiteX102441" fmla="*/ 661699 w 2119654"/>
              <a:gd name="connsiteY102441" fmla="*/ 466083 h 2398711"/>
              <a:gd name="connsiteX102442" fmla="*/ 662261 w 2119654"/>
              <a:gd name="connsiteY102442" fmla="*/ 465024 h 2398711"/>
              <a:gd name="connsiteX102443" fmla="*/ 578012 w 2119654"/>
              <a:gd name="connsiteY102443" fmla="*/ 636521 h 2398711"/>
              <a:gd name="connsiteX102444" fmla="*/ 578204 w 2119654"/>
              <a:gd name="connsiteY102444" fmla="*/ 639599 h 2398711"/>
              <a:gd name="connsiteX102445" fmla="*/ 581187 w 2119654"/>
              <a:gd name="connsiteY102445" fmla="*/ 641639 h 2398711"/>
              <a:gd name="connsiteX102446" fmla="*/ 581215 w 2119654"/>
              <a:gd name="connsiteY102446" fmla="*/ 641182 h 2398711"/>
              <a:gd name="connsiteX102447" fmla="*/ 618811 w 2119654"/>
              <a:gd name="connsiteY102447" fmla="*/ 545092 h 2398711"/>
              <a:gd name="connsiteX102448" fmla="*/ 618727 w 2119654"/>
              <a:gd name="connsiteY102448" fmla="*/ 545923 h 2398711"/>
              <a:gd name="connsiteX102449" fmla="*/ 619977 w 2119654"/>
              <a:gd name="connsiteY102449" fmla="*/ 546861 h 2398711"/>
              <a:gd name="connsiteX102450" fmla="*/ 620238 w 2119654"/>
              <a:gd name="connsiteY102450" fmla="*/ 546354 h 2398711"/>
              <a:gd name="connsiteX102451" fmla="*/ 575980 w 2119654"/>
              <a:gd name="connsiteY102451" fmla="*/ 640657 h 2398711"/>
              <a:gd name="connsiteX102452" fmla="*/ 575443 w 2119654"/>
              <a:gd name="connsiteY102452" fmla="*/ 646797 h 2398711"/>
              <a:gd name="connsiteX102453" fmla="*/ 576302 w 2119654"/>
              <a:gd name="connsiteY102453" fmla="*/ 647316 h 2398711"/>
              <a:gd name="connsiteX102454" fmla="*/ 576688 w 2119654"/>
              <a:gd name="connsiteY102454" fmla="*/ 640599 h 2398711"/>
              <a:gd name="connsiteX102455" fmla="*/ 576172 w 2119654"/>
              <a:gd name="connsiteY102455" fmla="*/ 640244 h 2398711"/>
              <a:gd name="connsiteX102456" fmla="*/ 573636 w 2119654"/>
              <a:gd name="connsiteY102456" fmla="*/ 645705 h 2398711"/>
              <a:gd name="connsiteX102457" fmla="*/ 574353 w 2119654"/>
              <a:gd name="connsiteY102457" fmla="*/ 646138 h 2398711"/>
              <a:gd name="connsiteX102458" fmla="*/ 574566 w 2119654"/>
              <a:gd name="connsiteY102458" fmla="*/ 643703 h 2398711"/>
              <a:gd name="connsiteX102459" fmla="*/ 573132 w 2119654"/>
              <a:gd name="connsiteY102459" fmla="*/ 646791 h 2398711"/>
              <a:gd name="connsiteX102460" fmla="*/ 574239 w 2119654"/>
              <a:gd name="connsiteY102460" fmla="*/ 647437 h 2398711"/>
              <a:gd name="connsiteX102461" fmla="*/ 574286 w 2119654"/>
              <a:gd name="connsiteY102461" fmla="*/ 646900 h 2398711"/>
              <a:gd name="connsiteX102462" fmla="*/ 573345 w 2119654"/>
              <a:gd name="connsiteY102462" fmla="*/ 646332 h 2398711"/>
              <a:gd name="connsiteX102463" fmla="*/ 646610 w 2119654"/>
              <a:gd name="connsiteY102463" fmla="*/ 482255 h 2398711"/>
              <a:gd name="connsiteX102464" fmla="*/ 646249 w 2119654"/>
              <a:gd name="connsiteY102464" fmla="*/ 484247 h 2398711"/>
              <a:gd name="connsiteX102465" fmla="*/ 647802 w 2119654"/>
              <a:gd name="connsiteY102465" fmla="*/ 487561 h 2398711"/>
              <a:gd name="connsiteX102466" fmla="*/ 648147 w 2119654"/>
              <a:gd name="connsiteY102466" fmla="*/ 487715 h 2398711"/>
              <a:gd name="connsiteX102467" fmla="*/ 649094 w 2119654"/>
              <a:gd name="connsiteY102467" fmla="*/ 484916 h 2398711"/>
              <a:gd name="connsiteX102468" fmla="*/ 571418 w 2119654"/>
              <a:gd name="connsiteY102468" fmla="*/ 650482 h 2398711"/>
              <a:gd name="connsiteX102469" fmla="*/ 572047 w 2119654"/>
              <a:gd name="connsiteY102469" fmla="*/ 652225 h 2398711"/>
              <a:gd name="connsiteX102470" fmla="*/ 571748 w 2119654"/>
              <a:gd name="connsiteY102470" fmla="*/ 649769 h 2398711"/>
              <a:gd name="connsiteX102471" fmla="*/ 569811 w 2119654"/>
              <a:gd name="connsiteY102471" fmla="*/ 653942 h 2398711"/>
              <a:gd name="connsiteX102472" fmla="*/ 572615 w 2119654"/>
              <a:gd name="connsiteY102472" fmla="*/ 657166 h 2398711"/>
              <a:gd name="connsiteX102473" fmla="*/ 570947 w 2119654"/>
              <a:gd name="connsiteY102473" fmla="*/ 652551 h 2398711"/>
              <a:gd name="connsiteX102474" fmla="*/ 570717 w 2119654"/>
              <a:gd name="connsiteY102474" fmla="*/ 651990 h 2398711"/>
              <a:gd name="connsiteX102475" fmla="*/ 651317 w 2119654"/>
              <a:gd name="connsiteY102475" fmla="*/ 471330 h 2398711"/>
              <a:gd name="connsiteX102476" fmla="*/ 651293 w 2119654"/>
              <a:gd name="connsiteY102476" fmla="*/ 481206 h 2398711"/>
              <a:gd name="connsiteX102477" fmla="*/ 652887 w 2119654"/>
              <a:gd name="connsiteY102477" fmla="*/ 482805 h 2398711"/>
              <a:gd name="connsiteX102478" fmla="*/ 654245 w 2119654"/>
              <a:gd name="connsiteY102478" fmla="*/ 480161 h 2398711"/>
              <a:gd name="connsiteX102479" fmla="*/ 653101 w 2119654"/>
              <a:gd name="connsiteY102479" fmla="*/ 473119 h 2398711"/>
              <a:gd name="connsiteX102480" fmla="*/ 671396 w 2119654"/>
              <a:gd name="connsiteY102480" fmla="*/ 426202 h 2398711"/>
              <a:gd name="connsiteX102481" fmla="*/ 670976 w 2119654"/>
              <a:gd name="connsiteY102481" fmla="*/ 432107 h 2398711"/>
              <a:gd name="connsiteX102482" fmla="*/ 674598 w 2119654"/>
              <a:gd name="connsiteY102482" fmla="*/ 434669 h 2398711"/>
              <a:gd name="connsiteX102483" fmla="*/ 673836 w 2119654"/>
              <a:gd name="connsiteY102483" fmla="*/ 428408 h 2398711"/>
              <a:gd name="connsiteX102484" fmla="*/ 619013 w 2119654"/>
              <a:gd name="connsiteY102484" fmla="*/ 543122 h 2398711"/>
              <a:gd name="connsiteX102485" fmla="*/ 618923 w 2119654"/>
              <a:gd name="connsiteY102485" fmla="*/ 544009 h 2398711"/>
              <a:gd name="connsiteX102486" fmla="*/ 620680 w 2119654"/>
              <a:gd name="connsiteY102486" fmla="*/ 545493 h 2398711"/>
              <a:gd name="connsiteX102487" fmla="*/ 621016 w 2119654"/>
              <a:gd name="connsiteY102487" fmla="*/ 544839 h 2398711"/>
              <a:gd name="connsiteX102488" fmla="*/ 621070 w 2119654"/>
              <a:gd name="connsiteY102488" fmla="*/ 544210 h 2398711"/>
              <a:gd name="connsiteX102489" fmla="*/ 667515 w 2119654"/>
              <a:gd name="connsiteY102489" fmla="*/ 433953 h 2398711"/>
              <a:gd name="connsiteX102490" fmla="*/ 667569 w 2119654"/>
              <a:gd name="connsiteY102490" fmla="*/ 435623 h 2398711"/>
              <a:gd name="connsiteX102491" fmla="*/ 669578 w 2119654"/>
              <a:gd name="connsiteY102491" fmla="*/ 445794 h 2398711"/>
              <a:gd name="connsiteX102492" fmla="*/ 669622 w 2119654"/>
              <a:gd name="connsiteY102492" fmla="*/ 441902 h 2398711"/>
              <a:gd name="connsiteX102493" fmla="*/ 669744 w 2119654"/>
              <a:gd name="connsiteY102493" fmla="*/ 441749 h 2398711"/>
              <a:gd name="connsiteX102494" fmla="*/ 669691 w 2119654"/>
              <a:gd name="connsiteY102494" fmla="*/ 446366 h 2398711"/>
              <a:gd name="connsiteX102495" fmla="*/ 669819 w 2119654"/>
              <a:gd name="connsiteY102495" fmla="*/ 447016 h 2398711"/>
              <a:gd name="connsiteX102496" fmla="*/ 669859 w 2119654"/>
              <a:gd name="connsiteY102496" fmla="*/ 445987 h 2398711"/>
              <a:gd name="connsiteX102497" fmla="*/ 670535 w 2119654"/>
              <a:gd name="connsiteY102497" fmla="*/ 436472 h 2398711"/>
              <a:gd name="connsiteX102498" fmla="*/ 215269 w 2119654"/>
              <a:gd name="connsiteY102498" fmla="*/ 1446612 h 2398711"/>
              <a:gd name="connsiteX102499" fmla="*/ 222463 w 2119654"/>
              <a:gd name="connsiteY102499" fmla="*/ 1455618 h 2398711"/>
              <a:gd name="connsiteX102500" fmla="*/ 224268 w 2119654"/>
              <a:gd name="connsiteY102500" fmla="*/ 1456649 h 2398711"/>
              <a:gd name="connsiteX102501" fmla="*/ 216834 w 2119654"/>
              <a:gd name="connsiteY102501" fmla="*/ 1447212 h 2398711"/>
              <a:gd name="connsiteX102502" fmla="*/ 276950 w 2119654"/>
              <a:gd name="connsiteY102502" fmla="*/ 1308358 h 2398711"/>
              <a:gd name="connsiteX102503" fmla="*/ 277188 w 2119654"/>
              <a:gd name="connsiteY102503" fmla="*/ 1308910 h 2398711"/>
              <a:gd name="connsiteX102504" fmla="*/ 281091 w 2119654"/>
              <a:gd name="connsiteY102504" fmla="*/ 1311961 h 2398711"/>
              <a:gd name="connsiteX102505" fmla="*/ 281470 w 2119654"/>
              <a:gd name="connsiteY102505" fmla="*/ 1312119 h 2398711"/>
              <a:gd name="connsiteX102506" fmla="*/ 201562 w 2119654"/>
              <a:gd name="connsiteY102506" fmla="*/ 1477164 h 2398711"/>
              <a:gd name="connsiteX102507" fmla="*/ 201800 w 2119654"/>
              <a:gd name="connsiteY102507" fmla="*/ 1477455 h 2398711"/>
              <a:gd name="connsiteX102508" fmla="*/ 202738 w 2119654"/>
              <a:gd name="connsiteY102508" fmla="*/ 1478012 h 2398711"/>
              <a:gd name="connsiteX102509" fmla="*/ 240270 w 2119654"/>
              <a:gd name="connsiteY102509" fmla="*/ 1390422 h 2398711"/>
              <a:gd name="connsiteX102510" fmla="*/ 244247 w 2119654"/>
              <a:gd name="connsiteY102510" fmla="*/ 1394276 h 2398711"/>
              <a:gd name="connsiteX102511" fmla="*/ 243698 w 2119654"/>
              <a:gd name="connsiteY102511" fmla="*/ 1393032 h 2398711"/>
              <a:gd name="connsiteX102512" fmla="*/ 278081 w 2119654"/>
              <a:gd name="connsiteY102512" fmla="*/ 1305710 h 2398711"/>
              <a:gd name="connsiteX102513" fmla="*/ 279103 w 2119654"/>
              <a:gd name="connsiteY102513" fmla="*/ 1307061 h 2398711"/>
              <a:gd name="connsiteX102514" fmla="*/ 280299 w 2119654"/>
              <a:gd name="connsiteY102514" fmla="*/ 1308057 h 2398711"/>
              <a:gd name="connsiteX102515" fmla="*/ 552104 w 2119654"/>
              <a:gd name="connsiteY102515" fmla="*/ 692078 h 2398711"/>
              <a:gd name="connsiteX102516" fmla="*/ 552417 w 2119654"/>
              <a:gd name="connsiteY102516" fmla="*/ 692483 h 2398711"/>
              <a:gd name="connsiteX102517" fmla="*/ 552454 w 2119654"/>
              <a:gd name="connsiteY102517" fmla="*/ 691775 h 2398711"/>
              <a:gd name="connsiteX102518" fmla="*/ 552403 w 2119654"/>
              <a:gd name="connsiteY102518" fmla="*/ 691435 h 2398711"/>
              <a:gd name="connsiteX102519" fmla="*/ 634002 w 2119654"/>
              <a:gd name="connsiteY102519" fmla="*/ 508681 h 2398711"/>
              <a:gd name="connsiteX102520" fmla="*/ 632582 w 2119654"/>
              <a:gd name="connsiteY102520" fmla="*/ 517760 h 2398711"/>
              <a:gd name="connsiteX102521" fmla="*/ 633149 w 2119654"/>
              <a:gd name="connsiteY102521" fmla="*/ 518065 h 2398711"/>
              <a:gd name="connsiteX102522" fmla="*/ 635181 w 2119654"/>
              <a:gd name="connsiteY102522" fmla="*/ 509487 h 2398711"/>
              <a:gd name="connsiteX102523" fmla="*/ 647311 w 2119654"/>
              <a:gd name="connsiteY102523" fmla="*/ 478384 h 2398711"/>
              <a:gd name="connsiteX102524" fmla="*/ 646711 w 2119654"/>
              <a:gd name="connsiteY102524" fmla="*/ 481697 h 2398711"/>
              <a:gd name="connsiteX102525" fmla="*/ 649277 w 2119654"/>
              <a:gd name="connsiteY102525" fmla="*/ 484374 h 2398711"/>
              <a:gd name="connsiteX102526" fmla="*/ 649322 w 2119654"/>
              <a:gd name="connsiteY102526" fmla="*/ 484241 h 2398711"/>
              <a:gd name="connsiteX102527" fmla="*/ 649600 w 2119654"/>
              <a:gd name="connsiteY102527" fmla="*/ 484059 h 2398711"/>
              <a:gd name="connsiteX102528" fmla="*/ 649437 w 2119654"/>
              <a:gd name="connsiteY102528" fmla="*/ 484540 h 2398711"/>
              <a:gd name="connsiteX102529" fmla="*/ 649724 w 2119654"/>
              <a:gd name="connsiteY102529" fmla="*/ 484840 h 2398711"/>
              <a:gd name="connsiteX102530" fmla="*/ 650358 w 2119654"/>
              <a:gd name="connsiteY102530" fmla="*/ 485519 h 2398711"/>
              <a:gd name="connsiteX102531" fmla="*/ 649390 w 2119654"/>
              <a:gd name="connsiteY102531" fmla="*/ 480469 h 2398711"/>
              <a:gd name="connsiteX102532" fmla="*/ 667487 w 2119654"/>
              <a:gd name="connsiteY102532" fmla="*/ 433085 h 2398711"/>
              <a:gd name="connsiteX102533" fmla="*/ 667499 w 2119654"/>
              <a:gd name="connsiteY102533" fmla="*/ 433474 h 2398711"/>
              <a:gd name="connsiteX102534" fmla="*/ 670566 w 2119654"/>
              <a:gd name="connsiteY102534" fmla="*/ 436030 h 2398711"/>
              <a:gd name="connsiteX102535" fmla="*/ 670688 w 2119654"/>
              <a:gd name="connsiteY102535" fmla="*/ 434306 h 2398711"/>
              <a:gd name="connsiteX102536" fmla="*/ 291229 w 2119654"/>
              <a:gd name="connsiteY102536" fmla="*/ 1275422 h 2398711"/>
              <a:gd name="connsiteX102537" fmla="*/ 292355 w 2119654"/>
              <a:gd name="connsiteY102537" fmla="*/ 1280050 h 2398711"/>
              <a:gd name="connsiteX102538" fmla="*/ 294377 w 2119654"/>
              <a:gd name="connsiteY102538" fmla="*/ 1281153 h 2398711"/>
              <a:gd name="connsiteX102539" fmla="*/ 292910 w 2119654"/>
              <a:gd name="connsiteY102539" fmla="*/ 1277079 h 2398711"/>
              <a:gd name="connsiteX102540" fmla="*/ 242931 w 2119654"/>
              <a:gd name="connsiteY102540" fmla="*/ 1383509 h 2398711"/>
              <a:gd name="connsiteX102541" fmla="*/ 244016 w 2119654"/>
              <a:gd name="connsiteY102541" fmla="*/ 1385973 h 2398711"/>
              <a:gd name="connsiteX102542" fmla="*/ 249654 w 2119654"/>
              <a:gd name="connsiteY102542" fmla="*/ 1390263 h 2398711"/>
              <a:gd name="connsiteX102543" fmla="*/ 258024 w 2119654"/>
              <a:gd name="connsiteY102543" fmla="*/ 1396457 h 2398711"/>
              <a:gd name="connsiteX102544" fmla="*/ 267342 w 2119654"/>
              <a:gd name="connsiteY102544" fmla="*/ 1400566 h 2398711"/>
              <a:gd name="connsiteX102545" fmla="*/ 619271 w 2119654"/>
              <a:gd name="connsiteY102545" fmla="*/ 540591 h 2398711"/>
              <a:gd name="connsiteX102546" fmla="*/ 619057 w 2119654"/>
              <a:gd name="connsiteY102546" fmla="*/ 542693 h 2398711"/>
              <a:gd name="connsiteX102547" fmla="*/ 621107 w 2119654"/>
              <a:gd name="connsiteY102547" fmla="*/ 543776 h 2398711"/>
              <a:gd name="connsiteX102548" fmla="*/ 621319 w 2119654"/>
              <a:gd name="connsiteY102548" fmla="*/ 541307 h 2398711"/>
              <a:gd name="connsiteX102549" fmla="*/ 671623 w 2119654"/>
              <a:gd name="connsiteY102549" fmla="*/ 423001 h 2398711"/>
              <a:gd name="connsiteX102550" fmla="*/ 671509 w 2119654"/>
              <a:gd name="connsiteY102550" fmla="*/ 424596 h 2398711"/>
              <a:gd name="connsiteX102551" fmla="*/ 673243 w 2119654"/>
              <a:gd name="connsiteY102551" fmla="*/ 426163 h 2398711"/>
              <a:gd name="connsiteX102552" fmla="*/ 673553 w 2119654"/>
              <a:gd name="connsiteY102552" fmla="*/ 426342 h 2398711"/>
              <a:gd name="connsiteX102553" fmla="*/ 599363 w 2119654"/>
              <a:gd name="connsiteY102553" fmla="*/ 584679 h 2398711"/>
              <a:gd name="connsiteX102554" fmla="*/ 599151 w 2119654"/>
              <a:gd name="connsiteY102554" fmla="*/ 585994 h 2398711"/>
              <a:gd name="connsiteX102555" fmla="*/ 599241 w 2119654"/>
              <a:gd name="connsiteY102555" fmla="*/ 586240 h 2398711"/>
              <a:gd name="connsiteX102556" fmla="*/ 599508 w 2119654"/>
              <a:gd name="connsiteY102556" fmla="*/ 585723 h 2398711"/>
              <a:gd name="connsiteX102557" fmla="*/ 648332 w 2119654"/>
              <a:gd name="connsiteY102557" fmla="*/ 474945 h 2398711"/>
              <a:gd name="connsiteX102558" fmla="*/ 647523 w 2119654"/>
              <a:gd name="connsiteY102558" fmla="*/ 477426 h 2398711"/>
              <a:gd name="connsiteX102559" fmla="*/ 649113 w 2119654"/>
              <a:gd name="connsiteY102559" fmla="*/ 479020 h 2398711"/>
              <a:gd name="connsiteX102560" fmla="*/ 278996 w 2119654"/>
              <a:gd name="connsiteY102560" fmla="*/ 1301890 h 2398711"/>
              <a:gd name="connsiteX102561" fmla="*/ 279438 w 2119654"/>
              <a:gd name="connsiteY102561" fmla="*/ 1302914 h 2398711"/>
              <a:gd name="connsiteX102562" fmla="*/ 284567 w 2119654"/>
              <a:gd name="connsiteY102562" fmla="*/ 1308218 h 2398711"/>
              <a:gd name="connsiteX102563" fmla="*/ 283416 w 2119654"/>
              <a:gd name="connsiteY102563" fmla="*/ 1305713 h 2398711"/>
              <a:gd name="connsiteX102564" fmla="*/ 239849 w 2119654"/>
              <a:gd name="connsiteY102564" fmla="*/ 1388774 h 2398711"/>
              <a:gd name="connsiteX102565" fmla="*/ 242758 w 2119654"/>
              <a:gd name="connsiteY102565" fmla="*/ 1390894 h 2398711"/>
              <a:gd name="connsiteX102566" fmla="*/ 242300 w 2119654"/>
              <a:gd name="connsiteY102566" fmla="*/ 1389854 h 2398711"/>
              <a:gd name="connsiteX102567" fmla="*/ 599611 w 2119654"/>
              <a:gd name="connsiteY102567" fmla="*/ 583138 h 2398711"/>
              <a:gd name="connsiteX102568" fmla="*/ 599565 w 2119654"/>
              <a:gd name="connsiteY102568" fmla="*/ 583425 h 2398711"/>
              <a:gd name="connsiteX102569" fmla="*/ 599804 w 2119654"/>
              <a:gd name="connsiteY102569" fmla="*/ 585148 h 2398711"/>
              <a:gd name="connsiteX102570" fmla="*/ 600525 w 2119654"/>
              <a:gd name="connsiteY102570" fmla="*/ 583752 h 2398711"/>
              <a:gd name="connsiteX102571" fmla="*/ 586279 w 2119654"/>
              <a:gd name="connsiteY102571" fmla="*/ 612978 h 2398711"/>
              <a:gd name="connsiteX102572" fmla="*/ 586401 w 2119654"/>
              <a:gd name="connsiteY102572" fmla="*/ 613047 h 2398711"/>
              <a:gd name="connsiteX102573" fmla="*/ 586599 w 2119654"/>
              <a:gd name="connsiteY102573" fmla="*/ 612620 h 2398711"/>
              <a:gd name="connsiteX102574" fmla="*/ 586515 w 2119654"/>
              <a:gd name="connsiteY102574" fmla="*/ 612521 h 2398711"/>
              <a:gd name="connsiteX102575" fmla="*/ 692310 w 2119654"/>
              <a:gd name="connsiteY102575" fmla="*/ 375450 h 2398711"/>
              <a:gd name="connsiteX102576" fmla="*/ 692291 w 2119654"/>
              <a:gd name="connsiteY102576" fmla="*/ 383156 h 2398711"/>
              <a:gd name="connsiteX102577" fmla="*/ 697410 w 2119654"/>
              <a:gd name="connsiteY102577" fmla="*/ 385122 h 2398711"/>
              <a:gd name="connsiteX102578" fmla="*/ 698272 w 2119654"/>
              <a:gd name="connsiteY102578" fmla="*/ 382766 h 2398711"/>
              <a:gd name="connsiteX102579" fmla="*/ 620129 w 2119654"/>
              <a:gd name="connsiteY102579" fmla="*/ 536996 h 2398711"/>
              <a:gd name="connsiteX102580" fmla="*/ 619746 w 2119654"/>
              <a:gd name="connsiteY102580" fmla="*/ 538251 h 2398711"/>
              <a:gd name="connsiteX102581" fmla="*/ 621214 w 2119654"/>
              <a:gd name="connsiteY102581" fmla="*/ 538764 h 2398711"/>
              <a:gd name="connsiteX102582" fmla="*/ 620340 w 2119654"/>
              <a:gd name="connsiteY102582" fmla="*/ 537449 h 2398711"/>
              <a:gd name="connsiteX102583" fmla="*/ 651328 w 2119654"/>
              <a:gd name="connsiteY102583" fmla="*/ 467100 h 2398711"/>
              <a:gd name="connsiteX102584" fmla="*/ 651319 w 2119654"/>
              <a:gd name="connsiteY102584" fmla="*/ 470575 h 2398711"/>
              <a:gd name="connsiteX102585" fmla="*/ 652947 w 2119654"/>
              <a:gd name="connsiteY102585" fmla="*/ 472163 h 2398711"/>
              <a:gd name="connsiteX102586" fmla="*/ 652227 w 2119654"/>
              <a:gd name="connsiteY102586" fmla="*/ 467736 h 2398711"/>
              <a:gd name="connsiteX102587" fmla="*/ 604054 w 2119654"/>
              <a:gd name="connsiteY102587" fmla="*/ 572920 h 2398711"/>
              <a:gd name="connsiteX102588" fmla="*/ 604417 w 2119654"/>
              <a:gd name="connsiteY102588" fmla="*/ 576208 h 2398711"/>
              <a:gd name="connsiteX102589" fmla="*/ 605472 w 2119654"/>
              <a:gd name="connsiteY102589" fmla="*/ 574165 h 2398711"/>
              <a:gd name="connsiteX102590" fmla="*/ 639267 w 2119654"/>
              <a:gd name="connsiteY102590" fmla="*/ 494048 h 2398711"/>
              <a:gd name="connsiteX102591" fmla="*/ 640868 w 2119654"/>
              <a:gd name="connsiteY102591" fmla="*/ 495501 h 2398711"/>
              <a:gd name="connsiteX102592" fmla="*/ 639811 w 2119654"/>
              <a:gd name="connsiteY102592" fmla="*/ 494315 h 2398711"/>
              <a:gd name="connsiteX102593" fmla="*/ 585327 w 2119654"/>
              <a:gd name="connsiteY102593" fmla="*/ 614821 h 2398711"/>
              <a:gd name="connsiteX102594" fmla="*/ 585363 w 2119654"/>
              <a:gd name="connsiteY102594" fmla="*/ 615284 h 2398711"/>
              <a:gd name="connsiteX102595" fmla="*/ 585841 w 2119654"/>
              <a:gd name="connsiteY102595" fmla="*/ 614254 h 2398711"/>
              <a:gd name="connsiteX102596" fmla="*/ 585668 w 2119654"/>
              <a:gd name="connsiteY102596" fmla="*/ 614162 h 2398711"/>
              <a:gd name="connsiteX102597" fmla="*/ 263797 w 2119654"/>
              <a:gd name="connsiteY102597" fmla="*/ 1334671 h 2398711"/>
              <a:gd name="connsiteX102598" fmla="*/ 265222 w 2119654"/>
              <a:gd name="connsiteY102598" fmla="*/ 1337004 h 2398711"/>
              <a:gd name="connsiteX102599" fmla="*/ 268295 w 2119654"/>
              <a:gd name="connsiteY102599" fmla="*/ 1340137 h 2398711"/>
              <a:gd name="connsiteX102600" fmla="*/ 267869 w 2119654"/>
              <a:gd name="connsiteY102600" fmla="*/ 1339613 h 2398711"/>
              <a:gd name="connsiteX102601" fmla="*/ 264687 w 2119654"/>
              <a:gd name="connsiteY102601" fmla="*/ 1335159 h 2398711"/>
              <a:gd name="connsiteX102602" fmla="*/ 649954 w 2119654"/>
              <a:gd name="connsiteY102602" fmla="*/ 469962 h 2398711"/>
              <a:gd name="connsiteX102603" fmla="*/ 649064 w 2119654"/>
              <a:gd name="connsiteY102603" fmla="*/ 472694 h 2398711"/>
              <a:gd name="connsiteX102604" fmla="*/ 650232 w 2119654"/>
              <a:gd name="connsiteY102604" fmla="*/ 478784 h 2398711"/>
              <a:gd name="connsiteX102605" fmla="*/ 650099 w 2119654"/>
              <a:gd name="connsiteY102605" fmla="*/ 472137 h 2398711"/>
              <a:gd name="connsiteX102606" fmla="*/ 650165 w 2119654"/>
              <a:gd name="connsiteY102606" fmla="*/ 470174 h 2398711"/>
              <a:gd name="connsiteX102607" fmla="*/ 599750 w 2119654"/>
              <a:gd name="connsiteY102607" fmla="*/ 582278 h 2398711"/>
              <a:gd name="connsiteX102608" fmla="*/ 599741 w 2119654"/>
              <a:gd name="connsiteY102608" fmla="*/ 582335 h 2398711"/>
              <a:gd name="connsiteX102609" fmla="*/ 600899 w 2119654"/>
              <a:gd name="connsiteY102609" fmla="*/ 583027 h 2398711"/>
              <a:gd name="connsiteX102610" fmla="*/ 600953 w 2119654"/>
              <a:gd name="connsiteY102610" fmla="*/ 582923 h 2398711"/>
              <a:gd name="connsiteX102611" fmla="*/ 584327 w 2119654"/>
              <a:gd name="connsiteY102611" fmla="*/ 616759 h 2398711"/>
              <a:gd name="connsiteX102612" fmla="*/ 584446 w 2119654"/>
              <a:gd name="connsiteY102612" fmla="*/ 617257 h 2398711"/>
              <a:gd name="connsiteX102613" fmla="*/ 584759 w 2119654"/>
              <a:gd name="connsiteY102613" fmla="*/ 616584 h 2398711"/>
              <a:gd name="connsiteX102614" fmla="*/ 584715 w 2119654"/>
              <a:gd name="connsiteY102614" fmla="*/ 616009 h 2398711"/>
              <a:gd name="connsiteX102615" fmla="*/ 648127 w 2119654"/>
              <a:gd name="connsiteY102615" fmla="*/ 473877 h 2398711"/>
              <a:gd name="connsiteX102616" fmla="*/ 647721 w 2119654"/>
              <a:gd name="connsiteY102616" fmla="*/ 476118 h 2398711"/>
              <a:gd name="connsiteX102617" fmla="*/ 648256 w 2119654"/>
              <a:gd name="connsiteY102617" fmla="*/ 474549 h 2398711"/>
              <a:gd name="connsiteX102618" fmla="*/ 650197 w 2119654"/>
              <a:gd name="connsiteY102618" fmla="*/ 469218 h 2398711"/>
              <a:gd name="connsiteX102619" fmla="*/ 650132 w 2119654"/>
              <a:gd name="connsiteY102619" fmla="*/ 469417 h 2398711"/>
              <a:gd name="connsiteX102620" fmla="*/ 650188 w 2119654"/>
              <a:gd name="connsiteY102620" fmla="*/ 469471 h 2398711"/>
              <a:gd name="connsiteX102621" fmla="*/ 190428 w 2119654"/>
              <a:gd name="connsiteY102621" fmla="*/ 1498596 h 2398711"/>
              <a:gd name="connsiteX102622" fmla="*/ 202262 w 2119654"/>
              <a:gd name="connsiteY102622" fmla="*/ 1519161 h 2398711"/>
              <a:gd name="connsiteX102623" fmla="*/ 203703 w 2119654"/>
              <a:gd name="connsiteY102623" fmla="*/ 1520362 h 2398711"/>
              <a:gd name="connsiteX102624" fmla="*/ 238289 w 2119654"/>
              <a:gd name="connsiteY102624" fmla="*/ 1548408 h 2398711"/>
              <a:gd name="connsiteX102625" fmla="*/ 244382 w 2119654"/>
              <a:gd name="connsiteY102625" fmla="*/ 1550807 h 2398711"/>
              <a:gd name="connsiteX102626" fmla="*/ 252516 w 2119654"/>
              <a:gd name="connsiteY102626" fmla="*/ 1552955 h 2398711"/>
              <a:gd name="connsiteX102627" fmla="*/ 244356 w 2119654"/>
              <a:gd name="connsiteY102627" fmla="*/ 1543538 h 2398711"/>
              <a:gd name="connsiteX102628" fmla="*/ 242832 w 2119654"/>
              <a:gd name="connsiteY102628" fmla="*/ 1541632 h 2398711"/>
              <a:gd name="connsiteX102629" fmla="*/ 218814 w 2119654"/>
              <a:gd name="connsiteY102629" fmla="*/ 1522847 h 2398711"/>
              <a:gd name="connsiteX102630" fmla="*/ 209222 w 2119654"/>
              <a:gd name="connsiteY102630" fmla="*/ 1515136 h 2398711"/>
              <a:gd name="connsiteX102631" fmla="*/ 201844 w 2119654"/>
              <a:gd name="connsiteY102631" fmla="*/ 1512403 h 2398711"/>
              <a:gd name="connsiteX102632" fmla="*/ 201721 w 2119654"/>
              <a:gd name="connsiteY102632" fmla="*/ 1512202 h 2398711"/>
              <a:gd name="connsiteX102633" fmla="*/ 208864 w 2119654"/>
              <a:gd name="connsiteY102633" fmla="*/ 1514847 h 2398711"/>
              <a:gd name="connsiteX102634" fmla="*/ 196116 w 2119654"/>
              <a:gd name="connsiteY102634" fmla="*/ 1504598 h 2398711"/>
              <a:gd name="connsiteX102635" fmla="*/ 196063 w 2119654"/>
              <a:gd name="connsiteY102635" fmla="*/ 1504370 h 2398711"/>
              <a:gd name="connsiteX102636" fmla="*/ 208626 w 2119654"/>
              <a:gd name="connsiteY102636" fmla="*/ 1514469 h 2398711"/>
              <a:gd name="connsiteX102637" fmla="*/ 209329 w 2119654"/>
              <a:gd name="connsiteY102637" fmla="*/ 1515020 h 2398711"/>
              <a:gd name="connsiteX102638" fmla="*/ 216932 w 2119654"/>
              <a:gd name="connsiteY102638" fmla="*/ 1517835 h 2398711"/>
              <a:gd name="connsiteX102639" fmla="*/ 226548 w 2119654"/>
              <a:gd name="connsiteY102639" fmla="*/ 1521250 h 2398711"/>
              <a:gd name="connsiteX102640" fmla="*/ 225274 w 2119654"/>
              <a:gd name="connsiteY102640" fmla="*/ 1519655 h 2398711"/>
              <a:gd name="connsiteX102641" fmla="*/ 223841 w 2119654"/>
              <a:gd name="connsiteY102641" fmla="*/ 1518936 h 2398711"/>
              <a:gd name="connsiteX102642" fmla="*/ 200706 w 2119654"/>
              <a:gd name="connsiteY102642" fmla="*/ 1504490 h 2398711"/>
              <a:gd name="connsiteX102643" fmla="*/ 197846 w 2119654"/>
              <a:gd name="connsiteY102643" fmla="*/ 1504171 h 2398711"/>
              <a:gd name="connsiteX102644" fmla="*/ 197643 w 2119654"/>
              <a:gd name="connsiteY102644" fmla="*/ 1503971 h 2398711"/>
              <a:gd name="connsiteX102645" fmla="*/ 200362 w 2119654"/>
              <a:gd name="connsiteY102645" fmla="*/ 1504275 h 2398711"/>
              <a:gd name="connsiteX102646" fmla="*/ 194751 w 2119654"/>
              <a:gd name="connsiteY102646" fmla="*/ 1500771 h 2398711"/>
              <a:gd name="connsiteX102647" fmla="*/ 292959 w 2119654"/>
              <a:gd name="connsiteY102647" fmla="*/ 1268856 h 2398711"/>
              <a:gd name="connsiteX102648" fmla="*/ 300942 w 2119654"/>
              <a:gd name="connsiteY102648" fmla="*/ 1279851 h 2398711"/>
              <a:gd name="connsiteX102649" fmla="*/ 296827 w 2119654"/>
              <a:gd name="connsiteY102649" fmla="*/ 1271954 h 2398711"/>
              <a:gd name="connsiteX102650" fmla="*/ 295392 w 2119654"/>
              <a:gd name="connsiteY102650" fmla="*/ 1270247 h 2398711"/>
              <a:gd name="connsiteX102651" fmla="*/ 582898 w 2119654"/>
              <a:gd name="connsiteY102651" fmla="*/ 619528 h 2398711"/>
              <a:gd name="connsiteX102652" fmla="*/ 582818 w 2119654"/>
              <a:gd name="connsiteY102652" fmla="*/ 620644 h 2398711"/>
              <a:gd name="connsiteX102653" fmla="*/ 582864 w 2119654"/>
              <a:gd name="connsiteY102653" fmla="*/ 620664 h 2398711"/>
              <a:gd name="connsiteX102654" fmla="*/ 584081 w 2119654"/>
              <a:gd name="connsiteY102654" fmla="*/ 618042 h 2398711"/>
              <a:gd name="connsiteX102655" fmla="*/ 584068 w 2119654"/>
              <a:gd name="connsiteY102655" fmla="*/ 617975 h 2398711"/>
              <a:gd name="connsiteX102656" fmla="*/ 583824 w 2119654"/>
              <a:gd name="connsiteY102656" fmla="*/ 617733 h 2398711"/>
              <a:gd name="connsiteX102657" fmla="*/ 582500 w 2119654"/>
              <a:gd name="connsiteY102657" fmla="*/ 620300 h 2398711"/>
              <a:gd name="connsiteX102658" fmla="*/ 582693 w 2119654"/>
              <a:gd name="connsiteY102658" fmla="*/ 620511 h 2398711"/>
              <a:gd name="connsiteX102659" fmla="*/ 582743 w 2119654"/>
              <a:gd name="connsiteY102659" fmla="*/ 619829 h 2398711"/>
              <a:gd name="connsiteX102660" fmla="*/ 213694 w 2119654"/>
              <a:gd name="connsiteY102660" fmla="*/ 1446010 h 2398711"/>
              <a:gd name="connsiteX102661" fmla="*/ 215626 w 2119654"/>
              <a:gd name="connsiteY102661" fmla="*/ 1448134 h 2398711"/>
              <a:gd name="connsiteX102662" fmla="*/ 214033 w 2119654"/>
              <a:gd name="connsiteY102662" fmla="*/ 1446139 h 2398711"/>
              <a:gd name="connsiteX102663" fmla="*/ 667383 w 2119654"/>
              <a:gd name="connsiteY102663" fmla="*/ 429906 h 2398711"/>
              <a:gd name="connsiteX102664" fmla="*/ 667481 w 2119654"/>
              <a:gd name="connsiteY102664" fmla="*/ 432926 h 2398711"/>
              <a:gd name="connsiteX102665" fmla="*/ 670700 w 2119654"/>
              <a:gd name="connsiteY102665" fmla="*/ 434155 h 2398711"/>
              <a:gd name="connsiteX102666" fmla="*/ 670829 w 2119654"/>
              <a:gd name="connsiteY102666" fmla="*/ 432343 h 2398711"/>
              <a:gd name="connsiteX102667" fmla="*/ 589804 w 2119654"/>
              <a:gd name="connsiteY102667" fmla="*/ 603575 h 2398711"/>
              <a:gd name="connsiteX102668" fmla="*/ 589787 w 2119654"/>
              <a:gd name="connsiteY102668" fmla="*/ 603977 h 2398711"/>
              <a:gd name="connsiteX102669" fmla="*/ 589906 w 2119654"/>
              <a:gd name="connsiteY102669" fmla="*/ 604324 h 2398711"/>
              <a:gd name="connsiteX102670" fmla="*/ 590177 w 2119654"/>
              <a:gd name="connsiteY102670" fmla="*/ 603801 h 2398711"/>
              <a:gd name="connsiteX102671" fmla="*/ 264349 w 2119654"/>
              <a:gd name="connsiteY102671" fmla="*/ 1332176 h 2398711"/>
              <a:gd name="connsiteX102672" fmla="*/ 267514 w 2119654"/>
              <a:gd name="connsiteY102672" fmla="*/ 1336071 h 2398711"/>
              <a:gd name="connsiteX102673" fmla="*/ 268027 w 2119654"/>
              <a:gd name="connsiteY102673" fmla="*/ 1336352 h 2398711"/>
              <a:gd name="connsiteX102674" fmla="*/ 266970 w 2119654"/>
              <a:gd name="connsiteY102674" fmla="*/ 1334107 h 2398711"/>
              <a:gd name="connsiteX102675" fmla="*/ 651731 w 2119654"/>
              <a:gd name="connsiteY102675" fmla="*/ 464679 h 2398711"/>
              <a:gd name="connsiteX102676" fmla="*/ 651331 w 2119654"/>
              <a:gd name="connsiteY102676" fmla="*/ 465854 h 2398711"/>
              <a:gd name="connsiteX102677" fmla="*/ 651331 w 2119654"/>
              <a:gd name="connsiteY102677" fmla="*/ 466555 h 2398711"/>
              <a:gd name="connsiteX102678" fmla="*/ 652124 w 2119654"/>
              <a:gd name="connsiteY102678" fmla="*/ 467100 h 2398711"/>
              <a:gd name="connsiteX102679" fmla="*/ 619724 w 2119654"/>
              <a:gd name="connsiteY102679" fmla="*/ 536133 h 2398711"/>
              <a:gd name="connsiteX102680" fmla="*/ 619584 w 2119654"/>
              <a:gd name="connsiteY102680" fmla="*/ 537506 h 2398711"/>
              <a:gd name="connsiteX102681" fmla="*/ 619893 w 2119654"/>
              <a:gd name="connsiteY102681" fmla="*/ 536493 h 2398711"/>
              <a:gd name="connsiteX102682" fmla="*/ 589607 w 2119654"/>
              <a:gd name="connsiteY102682" fmla="*/ 603457 h 2398711"/>
              <a:gd name="connsiteX102683" fmla="*/ 589665 w 2119654"/>
              <a:gd name="connsiteY102683" fmla="*/ 603622 h 2398711"/>
              <a:gd name="connsiteX102684" fmla="*/ 589669 w 2119654"/>
              <a:gd name="connsiteY102684" fmla="*/ 603494 h 2398711"/>
              <a:gd name="connsiteX102685" fmla="*/ 291482 w 2119654"/>
              <a:gd name="connsiteY102685" fmla="*/ 1271001 h 2398711"/>
              <a:gd name="connsiteX102686" fmla="*/ 291913 w 2119654"/>
              <a:gd name="connsiteY102686" fmla="*/ 1272198 h 2398711"/>
              <a:gd name="connsiteX102687" fmla="*/ 293400 w 2119654"/>
              <a:gd name="connsiteY102687" fmla="*/ 1273664 h 2398711"/>
              <a:gd name="connsiteX102688" fmla="*/ 257240 w 2119654"/>
              <a:gd name="connsiteY102688" fmla="*/ 1347281 h 2398711"/>
              <a:gd name="connsiteX102689" fmla="*/ 262002 w 2119654"/>
              <a:gd name="connsiteY102689" fmla="*/ 1359508 h 2398711"/>
              <a:gd name="connsiteX102690" fmla="*/ 262699 w 2119654"/>
              <a:gd name="connsiteY102690" fmla="*/ 1360593 h 2398711"/>
              <a:gd name="connsiteX102691" fmla="*/ 264327 w 2119654"/>
              <a:gd name="connsiteY102691" fmla="*/ 1361748 h 2398711"/>
              <a:gd name="connsiteX102692" fmla="*/ 265946 w 2119654"/>
              <a:gd name="connsiteY102692" fmla="*/ 1360898 h 2398711"/>
              <a:gd name="connsiteX102693" fmla="*/ 265967 w 2119654"/>
              <a:gd name="connsiteY102693" fmla="*/ 1360887 h 2398711"/>
              <a:gd name="connsiteX102694" fmla="*/ 258408 w 2119654"/>
              <a:gd name="connsiteY102694" fmla="*/ 1348074 h 2398711"/>
              <a:gd name="connsiteX102695" fmla="*/ 603327 w 2119654"/>
              <a:gd name="connsiteY102695" fmla="*/ 572279 h 2398711"/>
              <a:gd name="connsiteX102696" fmla="*/ 603914 w 2119654"/>
              <a:gd name="connsiteY102696" fmla="*/ 576772 h 2398711"/>
              <a:gd name="connsiteX102697" fmla="*/ 604095 w 2119654"/>
              <a:gd name="connsiteY102697" fmla="*/ 576827 h 2398711"/>
              <a:gd name="connsiteX102698" fmla="*/ 603622 w 2119654"/>
              <a:gd name="connsiteY102698" fmla="*/ 572538 h 2398711"/>
              <a:gd name="connsiteX102699" fmla="*/ 232979 w 2119654"/>
              <a:gd name="connsiteY102699" fmla="*/ 1401475 h 2398711"/>
              <a:gd name="connsiteX102700" fmla="*/ 234965 w 2119654"/>
              <a:gd name="connsiteY102700" fmla="*/ 1405980 h 2398711"/>
              <a:gd name="connsiteX102701" fmla="*/ 235872 w 2119654"/>
              <a:gd name="connsiteY102701" fmla="*/ 1406641 h 2398711"/>
              <a:gd name="connsiteX102702" fmla="*/ 234051 w 2119654"/>
              <a:gd name="connsiteY102702" fmla="*/ 1403830 h 2398711"/>
              <a:gd name="connsiteX102703" fmla="*/ 234100 w 2119654"/>
              <a:gd name="connsiteY102703" fmla="*/ 1403291 h 2398711"/>
              <a:gd name="connsiteX102704" fmla="*/ 236627 w 2119654"/>
              <a:gd name="connsiteY102704" fmla="*/ 1407192 h 2398711"/>
              <a:gd name="connsiteX102705" fmla="*/ 242273 w 2119654"/>
              <a:gd name="connsiteY102705" fmla="*/ 1411309 h 2398711"/>
              <a:gd name="connsiteX102706" fmla="*/ 247110 w 2119654"/>
              <a:gd name="connsiteY102706" fmla="*/ 1414014 h 2398711"/>
              <a:gd name="connsiteX102707" fmla="*/ 242792 w 2119654"/>
              <a:gd name="connsiteY102707" fmla="*/ 1410516 h 2398711"/>
              <a:gd name="connsiteX102708" fmla="*/ 242763 w 2119654"/>
              <a:gd name="connsiteY102708" fmla="*/ 1410388 h 2398711"/>
              <a:gd name="connsiteX102709" fmla="*/ 247525 w 2119654"/>
              <a:gd name="connsiteY102709" fmla="*/ 1414246 h 2398711"/>
              <a:gd name="connsiteX102710" fmla="*/ 254852 w 2119654"/>
              <a:gd name="connsiteY102710" fmla="*/ 1418344 h 2398711"/>
              <a:gd name="connsiteX102711" fmla="*/ 254519 w 2119654"/>
              <a:gd name="connsiteY102711" fmla="*/ 1417589 h 2398711"/>
              <a:gd name="connsiteX102712" fmla="*/ 189958 w 2119654"/>
              <a:gd name="connsiteY102712" fmla="*/ 1497778 h 2398711"/>
              <a:gd name="connsiteX102713" fmla="*/ 190173 w 2119654"/>
              <a:gd name="connsiteY102713" fmla="*/ 1498152 h 2398711"/>
              <a:gd name="connsiteX102714" fmla="*/ 192153 w 2119654"/>
              <a:gd name="connsiteY102714" fmla="*/ 1499149 h 2398711"/>
              <a:gd name="connsiteX102715" fmla="*/ 302599 w 2119654"/>
              <a:gd name="connsiteY102715" fmla="*/ 1245493 h 2398711"/>
              <a:gd name="connsiteX102716" fmla="*/ 303952 w 2119654"/>
              <a:gd name="connsiteY102716" fmla="*/ 1248262 h 2398711"/>
              <a:gd name="connsiteX102717" fmla="*/ 304251 w 2119654"/>
              <a:gd name="connsiteY102717" fmla="*/ 1248422 h 2398711"/>
              <a:gd name="connsiteX102718" fmla="*/ 302854 w 2119654"/>
              <a:gd name="connsiteY102718" fmla="*/ 1245743 h 2398711"/>
              <a:gd name="connsiteX102719" fmla="*/ 277792 w 2119654"/>
              <a:gd name="connsiteY102719" fmla="*/ 1300849 h 2398711"/>
              <a:gd name="connsiteX102720" fmla="*/ 278234 w 2119654"/>
              <a:gd name="connsiteY102720" fmla="*/ 1301670 h 2398711"/>
              <a:gd name="connsiteX102721" fmla="*/ 278576 w 2119654"/>
              <a:gd name="connsiteY102721" fmla="*/ 1302023 h 2398711"/>
              <a:gd name="connsiteX102722" fmla="*/ 278234 w 2119654"/>
              <a:gd name="connsiteY102722" fmla="*/ 1301231 h 2398711"/>
              <a:gd name="connsiteX102723" fmla="*/ 653525 w 2119654"/>
              <a:gd name="connsiteY102723" fmla="*/ 459415 h 2398711"/>
              <a:gd name="connsiteX102724" fmla="*/ 652377 w 2119654"/>
              <a:gd name="connsiteY102724" fmla="*/ 462786 h 2398711"/>
              <a:gd name="connsiteX102725" fmla="*/ 653197 w 2119654"/>
              <a:gd name="connsiteY102725" fmla="*/ 467836 h 2398711"/>
              <a:gd name="connsiteX102726" fmla="*/ 654360 w 2119654"/>
              <a:gd name="connsiteY102726" fmla="*/ 468635 h 2398711"/>
              <a:gd name="connsiteX102727" fmla="*/ 658712 w 2119654"/>
              <a:gd name="connsiteY102727" fmla="*/ 471711 h 2398711"/>
              <a:gd name="connsiteX102728" fmla="*/ 661667 w 2119654"/>
              <a:gd name="connsiteY102728" fmla="*/ 466144 h 2398711"/>
              <a:gd name="connsiteX102729" fmla="*/ 655643 w 2119654"/>
              <a:gd name="connsiteY102729" fmla="*/ 460775 h 2398711"/>
              <a:gd name="connsiteX102730" fmla="*/ 610650 w 2119654"/>
              <a:gd name="connsiteY102730" fmla="*/ 555325 h 2398711"/>
              <a:gd name="connsiteX102731" fmla="*/ 610644 w 2119654"/>
              <a:gd name="connsiteY102731" fmla="*/ 555600 h 2398711"/>
              <a:gd name="connsiteX102732" fmla="*/ 610727 w 2119654"/>
              <a:gd name="connsiteY102732" fmla="*/ 556419 h 2398711"/>
              <a:gd name="connsiteX102733" fmla="*/ 613020 w 2119654"/>
              <a:gd name="connsiteY102733" fmla="*/ 559021 h 2398711"/>
              <a:gd name="connsiteX102734" fmla="*/ 613865 w 2119654"/>
              <a:gd name="connsiteY102734" fmla="*/ 556252 h 2398711"/>
              <a:gd name="connsiteX102735" fmla="*/ 583084 w 2119654"/>
              <a:gd name="connsiteY102735" fmla="*/ 616999 h 2398711"/>
              <a:gd name="connsiteX102736" fmla="*/ 583037 w 2119654"/>
              <a:gd name="connsiteY102736" fmla="*/ 617633 h 2398711"/>
              <a:gd name="connsiteX102737" fmla="*/ 583269 w 2119654"/>
              <a:gd name="connsiteY102737" fmla="*/ 617183 h 2398711"/>
              <a:gd name="connsiteX102738" fmla="*/ 291216 w 2119654"/>
              <a:gd name="connsiteY102738" fmla="*/ 1270264 h 2398711"/>
              <a:gd name="connsiteX102739" fmla="*/ 291273 w 2119654"/>
              <a:gd name="connsiteY102739" fmla="*/ 1270420 h 2398711"/>
              <a:gd name="connsiteX102740" fmla="*/ 291954 w 2119654"/>
              <a:gd name="connsiteY102740" fmla="*/ 1271408 h 2398711"/>
              <a:gd name="connsiteX102741" fmla="*/ 587664 w 2119654"/>
              <a:gd name="connsiteY102741" fmla="*/ 606422 h 2398711"/>
              <a:gd name="connsiteX102742" fmla="*/ 588338 w 2119654"/>
              <a:gd name="connsiteY102742" fmla="*/ 607031 h 2398711"/>
              <a:gd name="connsiteX102743" fmla="*/ 588215 w 2119654"/>
              <a:gd name="connsiteY102743" fmla="*/ 606676 h 2398711"/>
              <a:gd name="connsiteX102744" fmla="*/ 649007 w 2119654"/>
              <a:gd name="connsiteY102744" fmla="*/ 469014 h 2398711"/>
              <a:gd name="connsiteX102745" fmla="*/ 648693 w 2119654"/>
              <a:gd name="connsiteY102745" fmla="*/ 470753 h 2398711"/>
              <a:gd name="connsiteX102746" fmla="*/ 649001 w 2119654"/>
              <a:gd name="connsiteY102746" fmla="*/ 472363 h 2398711"/>
              <a:gd name="connsiteX102747" fmla="*/ 649853 w 2119654"/>
              <a:gd name="connsiteY102747" fmla="*/ 469862 h 2398711"/>
              <a:gd name="connsiteX102748" fmla="*/ 626426 w 2119654"/>
              <a:gd name="connsiteY102748" fmla="*/ 519443 h 2398711"/>
              <a:gd name="connsiteX102749" fmla="*/ 627502 w 2119654"/>
              <a:gd name="connsiteY102749" fmla="*/ 526036 h 2398711"/>
              <a:gd name="connsiteX102750" fmla="*/ 628694 w 2119654"/>
              <a:gd name="connsiteY102750" fmla="*/ 526943 h 2398711"/>
              <a:gd name="connsiteX102751" fmla="*/ 629549 w 2119654"/>
              <a:gd name="connsiteY102751" fmla="*/ 521641 h 2398711"/>
              <a:gd name="connsiteX102752" fmla="*/ 603755 w 2119654"/>
              <a:gd name="connsiteY102752" fmla="*/ 570203 h 2398711"/>
              <a:gd name="connsiteX102753" fmla="*/ 604015 w 2119654"/>
              <a:gd name="connsiteY102753" fmla="*/ 572564 h 2398711"/>
              <a:gd name="connsiteX102754" fmla="*/ 605586 w 2119654"/>
              <a:gd name="connsiteY102754" fmla="*/ 573945 h 2398711"/>
              <a:gd name="connsiteX102755" fmla="*/ 606249 w 2119654"/>
              <a:gd name="connsiteY102755" fmla="*/ 572659 h 2398711"/>
              <a:gd name="connsiteX102756" fmla="*/ 606407 w 2119654"/>
              <a:gd name="connsiteY102756" fmla="*/ 572364 h 2398711"/>
              <a:gd name="connsiteX102757" fmla="*/ 574017 w 2119654"/>
              <a:gd name="connsiteY102757" fmla="*/ 636738 h 2398711"/>
              <a:gd name="connsiteX102758" fmla="*/ 575067 w 2119654"/>
              <a:gd name="connsiteY102758" fmla="*/ 637456 h 2398711"/>
              <a:gd name="connsiteX102759" fmla="*/ 575124 w 2119654"/>
              <a:gd name="connsiteY102759" fmla="*/ 637333 h 2398711"/>
              <a:gd name="connsiteX102760" fmla="*/ 575413 w 2119654"/>
              <a:gd name="connsiteY102760" fmla="*/ 634031 h 2398711"/>
              <a:gd name="connsiteX102761" fmla="*/ 635618 w 2119654"/>
              <a:gd name="connsiteY102761" fmla="*/ 498361 h 2398711"/>
              <a:gd name="connsiteX102762" fmla="*/ 634020 w 2119654"/>
              <a:gd name="connsiteY102762" fmla="*/ 508573 h 2398711"/>
              <a:gd name="connsiteX102763" fmla="*/ 635205 w 2119654"/>
              <a:gd name="connsiteY102763" fmla="*/ 509384 h 2398711"/>
              <a:gd name="connsiteX102764" fmla="*/ 636688 w 2119654"/>
              <a:gd name="connsiteY102764" fmla="*/ 503121 h 2398711"/>
              <a:gd name="connsiteX102765" fmla="*/ 637070 w 2119654"/>
              <a:gd name="connsiteY102765" fmla="*/ 502819 h 2398711"/>
              <a:gd name="connsiteX102766" fmla="*/ 635471 w 2119654"/>
              <a:gd name="connsiteY102766" fmla="*/ 509566 h 2398711"/>
              <a:gd name="connsiteX102767" fmla="*/ 636560 w 2119654"/>
              <a:gd name="connsiteY102767" fmla="*/ 510310 h 2398711"/>
              <a:gd name="connsiteX102768" fmla="*/ 639790 w 2119654"/>
              <a:gd name="connsiteY102768" fmla="*/ 500395 h 2398711"/>
              <a:gd name="connsiteX102769" fmla="*/ 600679 w 2119654"/>
              <a:gd name="connsiteY102769" fmla="*/ 576507 h 2398711"/>
              <a:gd name="connsiteX102770" fmla="*/ 599772 w 2119654"/>
              <a:gd name="connsiteY102770" fmla="*/ 582140 h 2398711"/>
              <a:gd name="connsiteX102771" fmla="*/ 601035 w 2119654"/>
              <a:gd name="connsiteY102771" fmla="*/ 582765 h 2398711"/>
              <a:gd name="connsiteX102772" fmla="*/ 603644 w 2119654"/>
              <a:gd name="connsiteY102772" fmla="*/ 577707 h 2398711"/>
              <a:gd name="connsiteX102773" fmla="*/ 603603 w 2119654"/>
              <a:gd name="connsiteY102773" fmla="*/ 577393 h 2398711"/>
              <a:gd name="connsiteX102774" fmla="*/ 644011 w 2119654"/>
              <a:gd name="connsiteY102774" fmla="*/ 479470 h 2398711"/>
              <a:gd name="connsiteX102775" fmla="*/ 645239 w 2119654"/>
              <a:gd name="connsiteY102775" fmla="*/ 482092 h 2398711"/>
              <a:gd name="connsiteX102776" fmla="*/ 645437 w 2119654"/>
              <a:gd name="connsiteY102776" fmla="*/ 480998 h 2398711"/>
              <a:gd name="connsiteX102777" fmla="*/ 589939 w 2119654"/>
              <a:gd name="connsiteY102777" fmla="*/ 600408 h 2398711"/>
              <a:gd name="connsiteX102778" fmla="*/ 589829 w 2119654"/>
              <a:gd name="connsiteY102778" fmla="*/ 602993 h 2398711"/>
              <a:gd name="connsiteX102779" fmla="*/ 590412 w 2119654"/>
              <a:gd name="connsiteY102779" fmla="*/ 603345 h 2398711"/>
              <a:gd name="connsiteX102780" fmla="*/ 590459 w 2119654"/>
              <a:gd name="connsiteY102780" fmla="*/ 603255 h 2398711"/>
              <a:gd name="connsiteX102781" fmla="*/ 590713 w 2119654"/>
              <a:gd name="connsiteY102781" fmla="*/ 600747 h 2398711"/>
              <a:gd name="connsiteX102782" fmla="*/ 571397 w 2119654"/>
              <a:gd name="connsiteY102782" fmla="*/ 641812 h 2398711"/>
              <a:gd name="connsiteX102783" fmla="*/ 571731 w 2119654"/>
              <a:gd name="connsiteY102783" fmla="*/ 644554 h 2398711"/>
              <a:gd name="connsiteX102784" fmla="*/ 571762 w 2119654"/>
              <a:gd name="connsiteY102784" fmla="*/ 644572 h 2398711"/>
              <a:gd name="connsiteX102785" fmla="*/ 574350 w 2119654"/>
              <a:gd name="connsiteY102785" fmla="*/ 638998 h 2398711"/>
              <a:gd name="connsiteX102786" fmla="*/ 573241 w 2119654"/>
              <a:gd name="connsiteY102786" fmla="*/ 638241 h 2398711"/>
              <a:gd name="connsiteX102787" fmla="*/ 624296 w 2119654"/>
              <a:gd name="connsiteY102787" fmla="*/ 523338 h 2398711"/>
              <a:gd name="connsiteX102788" fmla="*/ 624233 w 2119654"/>
              <a:gd name="connsiteY102788" fmla="*/ 523545 h 2398711"/>
              <a:gd name="connsiteX102789" fmla="*/ 624398 w 2119654"/>
              <a:gd name="connsiteY102789" fmla="*/ 523670 h 2398711"/>
              <a:gd name="connsiteX102790" fmla="*/ 257522 w 2119654"/>
              <a:gd name="connsiteY102790" fmla="*/ 1344526 h 2398711"/>
              <a:gd name="connsiteX102791" fmla="*/ 260118 w 2119654"/>
              <a:gd name="connsiteY102791" fmla="*/ 1348927 h 2398711"/>
              <a:gd name="connsiteX102792" fmla="*/ 262906 w 2119654"/>
              <a:gd name="connsiteY102792" fmla="*/ 1350765 h 2398711"/>
              <a:gd name="connsiteX102793" fmla="*/ 261588 w 2119654"/>
              <a:gd name="connsiteY102793" fmla="*/ 1347383 h 2398711"/>
              <a:gd name="connsiteX102794" fmla="*/ 260614 w 2119654"/>
              <a:gd name="connsiteY102794" fmla="*/ 1346421 h 2398711"/>
              <a:gd name="connsiteX102795" fmla="*/ 258287 w 2119654"/>
              <a:gd name="connsiteY102795" fmla="*/ 1345276 h 2398711"/>
              <a:gd name="connsiteX102796" fmla="*/ 258184 w 2119654"/>
              <a:gd name="connsiteY102796" fmla="*/ 1345002 h 2398711"/>
              <a:gd name="connsiteX102797" fmla="*/ 260165 w 2119654"/>
              <a:gd name="connsiteY102797" fmla="*/ 1345977 h 2398711"/>
              <a:gd name="connsiteX102798" fmla="*/ 259595 w 2119654"/>
              <a:gd name="connsiteY102798" fmla="*/ 1345414 h 2398711"/>
              <a:gd name="connsiteX102799" fmla="*/ 666286 w 2119654"/>
              <a:gd name="connsiteY102799" fmla="*/ 429128 h 2398711"/>
              <a:gd name="connsiteX102800" fmla="*/ 666993 w 2119654"/>
              <a:gd name="connsiteY102800" fmla="*/ 432707 h 2398711"/>
              <a:gd name="connsiteX102801" fmla="*/ 666922 w 2119654"/>
              <a:gd name="connsiteY102801" fmla="*/ 430521 h 2398711"/>
              <a:gd name="connsiteX102802" fmla="*/ 666904 w 2119654"/>
              <a:gd name="connsiteY102802" fmla="*/ 429565 h 2398711"/>
              <a:gd name="connsiteX102803" fmla="*/ 570397 w 2119654"/>
              <a:gd name="connsiteY102803" fmla="*/ 643750 h 2398711"/>
              <a:gd name="connsiteX102804" fmla="*/ 571065 w 2119654"/>
              <a:gd name="connsiteY102804" fmla="*/ 644153 h 2398711"/>
              <a:gd name="connsiteX102805" fmla="*/ 570898 w 2119654"/>
              <a:gd name="connsiteY102805" fmla="*/ 642778 h 2398711"/>
              <a:gd name="connsiteX102806" fmla="*/ 615978 w 2119654"/>
              <a:gd name="connsiteY102806" fmla="*/ 541519 h 2398711"/>
              <a:gd name="connsiteX102807" fmla="*/ 616959 w 2119654"/>
              <a:gd name="connsiteY102807" fmla="*/ 542349 h 2398711"/>
              <a:gd name="connsiteX102808" fmla="*/ 617000 w 2119654"/>
              <a:gd name="connsiteY102808" fmla="*/ 542059 h 2398711"/>
              <a:gd name="connsiteX102809" fmla="*/ 569839 w 2119654"/>
              <a:gd name="connsiteY102809" fmla="*/ 644831 h 2398711"/>
              <a:gd name="connsiteX102810" fmla="*/ 569938 w 2119654"/>
              <a:gd name="connsiteY102810" fmla="*/ 644930 h 2398711"/>
              <a:gd name="connsiteX102811" fmla="*/ 571243 w 2119654"/>
              <a:gd name="connsiteY102811" fmla="*/ 645690 h 2398711"/>
              <a:gd name="connsiteX102812" fmla="*/ 571250 w 2119654"/>
              <a:gd name="connsiteY102812" fmla="*/ 645676 h 2398711"/>
              <a:gd name="connsiteX102813" fmla="*/ 571171 w 2119654"/>
              <a:gd name="connsiteY102813" fmla="*/ 645017 h 2398711"/>
              <a:gd name="connsiteX102814" fmla="*/ 570083 w 2119654"/>
              <a:gd name="connsiteY102814" fmla="*/ 644359 h 2398711"/>
              <a:gd name="connsiteX102815" fmla="*/ 277046 w 2119654"/>
              <a:gd name="connsiteY102815" fmla="*/ 1300442 h 2398711"/>
              <a:gd name="connsiteX102816" fmla="*/ 277625 w 2119654"/>
              <a:gd name="connsiteY102816" fmla="*/ 1301042 h 2398711"/>
              <a:gd name="connsiteX102817" fmla="*/ 277349 w 2119654"/>
              <a:gd name="connsiteY102817" fmla="*/ 1300527 h 2398711"/>
              <a:gd name="connsiteX102818" fmla="*/ 651341 w 2119654"/>
              <a:gd name="connsiteY102818" fmla="*/ 462276 h 2398711"/>
              <a:gd name="connsiteX102819" fmla="*/ 651333 w 2119654"/>
              <a:gd name="connsiteY102819" fmla="*/ 465517 h 2398711"/>
              <a:gd name="connsiteX102820" fmla="*/ 651695 w 2119654"/>
              <a:gd name="connsiteY102820" fmla="*/ 464456 h 2398711"/>
              <a:gd name="connsiteX102821" fmla="*/ 585014 w 2119654"/>
              <a:gd name="connsiteY102821" fmla="*/ 610709 h 2398711"/>
              <a:gd name="connsiteX102822" fmla="*/ 585137 w 2119654"/>
              <a:gd name="connsiteY102822" fmla="*/ 612332 h 2398711"/>
              <a:gd name="connsiteX102823" fmla="*/ 585629 w 2119654"/>
              <a:gd name="connsiteY102823" fmla="*/ 612610 h 2398711"/>
              <a:gd name="connsiteX102824" fmla="*/ 585997 w 2119654"/>
              <a:gd name="connsiteY102824" fmla="*/ 611896 h 2398711"/>
              <a:gd name="connsiteX102825" fmla="*/ 229620 w 2119654"/>
              <a:gd name="connsiteY102825" fmla="*/ 1406429 h 2398711"/>
              <a:gd name="connsiteX102826" fmla="*/ 232431 w 2119654"/>
              <a:gd name="connsiteY102826" fmla="*/ 1410659 h 2398711"/>
              <a:gd name="connsiteX102827" fmla="*/ 231000 w 2119654"/>
              <a:gd name="connsiteY102827" fmla="*/ 1407412 h 2398711"/>
              <a:gd name="connsiteX102828" fmla="*/ 659728 w 2119654"/>
              <a:gd name="connsiteY102828" fmla="*/ 443276 h 2398711"/>
              <a:gd name="connsiteX102829" fmla="*/ 662809 w 2119654"/>
              <a:gd name="connsiteY102829" fmla="*/ 447321 h 2398711"/>
              <a:gd name="connsiteX102830" fmla="*/ 667580 w 2119654"/>
              <a:gd name="connsiteY102830" fmla="*/ 450793 h 2398711"/>
              <a:gd name="connsiteX102831" fmla="*/ 667521 w 2119654"/>
              <a:gd name="connsiteY102831" fmla="*/ 448984 h 2398711"/>
              <a:gd name="connsiteX102832" fmla="*/ 271670 w 2119654"/>
              <a:gd name="connsiteY102832" fmla="*/ 1312195 h 2398711"/>
              <a:gd name="connsiteX102833" fmla="*/ 277120 w 2119654"/>
              <a:gd name="connsiteY102833" fmla="*/ 1317281 h 2398711"/>
              <a:gd name="connsiteX102834" fmla="*/ 276564 w 2119654"/>
              <a:gd name="connsiteY102834" fmla="*/ 1315349 h 2398711"/>
              <a:gd name="connsiteX102835" fmla="*/ 276301 w 2119654"/>
              <a:gd name="connsiteY102835" fmla="*/ 1315144 h 2398711"/>
              <a:gd name="connsiteX102836" fmla="*/ 649578 w 2119654"/>
              <a:gd name="connsiteY102836" fmla="*/ 465863 h 2398711"/>
              <a:gd name="connsiteX102837" fmla="*/ 649115 w 2119654"/>
              <a:gd name="connsiteY102837" fmla="*/ 468424 h 2398711"/>
              <a:gd name="connsiteX102838" fmla="*/ 650036 w 2119654"/>
              <a:gd name="connsiteY102838" fmla="*/ 469323 h 2398711"/>
              <a:gd name="connsiteX102839" fmla="*/ 650212 w 2119654"/>
              <a:gd name="connsiteY102839" fmla="*/ 468808 h 2398711"/>
              <a:gd name="connsiteX102840" fmla="*/ 650293 w 2119654"/>
              <a:gd name="connsiteY102840" fmla="*/ 466368 h 2398711"/>
              <a:gd name="connsiteX102841" fmla="*/ 613154 w 2119654"/>
              <a:gd name="connsiteY102841" fmla="*/ 547323 h 2398711"/>
              <a:gd name="connsiteX102842" fmla="*/ 613198 w 2119654"/>
              <a:gd name="connsiteY102842" fmla="*/ 547724 h 2398711"/>
              <a:gd name="connsiteX102843" fmla="*/ 613647 w 2119654"/>
              <a:gd name="connsiteY102843" fmla="*/ 548160 h 2398711"/>
              <a:gd name="connsiteX102844" fmla="*/ 615202 w 2119654"/>
              <a:gd name="connsiteY102844" fmla="*/ 549490 h 2398711"/>
              <a:gd name="connsiteX102845" fmla="*/ 625242 w 2119654"/>
              <a:gd name="connsiteY102845" fmla="*/ 520237 h 2398711"/>
              <a:gd name="connsiteX102846" fmla="*/ 624439 w 2119654"/>
              <a:gd name="connsiteY102846" fmla="*/ 522872 h 2398711"/>
              <a:gd name="connsiteX102847" fmla="*/ 624788 w 2119654"/>
              <a:gd name="connsiteY102847" fmla="*/ 523968 h 2398711"/>
              <a:gd name="connsiteX102848" fmla="*/ 626259 w 2119654"/>
              <a:gd name="connsiteY102848" fmla="*/ 525088 h 2398711"/>
              <a:gd name="connsiteX102849" fmla="*/ 567987 w 2119654"/>
              <a:gd name="connsiteY102849" fmla="*/ 648415 h 2398711"/>
              <a:gd name="connsiteX102850" fmla="*/ 567610 w 2119654"/>
              <a:gd name="connsiteY102850" fmla="*/ 651412 h 2398711"/>
              <a:gd name="connsiteX102851" fmla="*/ 568247 w 2119654"/>
              <a:gd name="connsiteY102851" fmla="*/ 652144 h 2398711"/>
              <a:gd name="connsiteX102852" fmla="*/ 569592 w 2119654"/>
              <a:gd name="connsiteY102852" fmla="*/ 649249 h 2398711"/>
              <a:gd name="connsiteX102853" fmla="*/ 569094 w 2119654"/>
              <a:gd name="connsiteY102853" fmla="*/ 648037 h 2398711"/>
              <a:gd name="connsiteX102854" fmla="*/ 568393 w 2119654"/>
              <a:gd name="connsiteY102854" fmla="*/ 647628 h 2398711"/>
              <a:gd name="connsiteX102855" fmla="*/ 675358 w 2119654"/>
              <a:gd name="connsiteY102855" fmla="*/ 407983 h 2398711"/>
              <a:gd name="connsiteX102856" fmla="*/ 675975 w 2119654"/>
              <a:gd name="connsiteY102856" fmla="*/ 420496 h 2398711"/>
              <a:gd name="connsiteX102857" fmla="*/ 681147 w 2119654"/>
              <a:gd name="connsiteY102857" fmla="*/ 429452 h 2398711"/>
              <a:gd name="connsiteX102858" fmla="*/ 682544 w 2119654"/>
              <a:gd name="connsiteY102858" fmla="*/ 426819 h 2398711"/>
              <a:gd name="connsiteX102859" fmla="*/ 683473 w 2119654"/>
              <a:gd name="connsiteY102859" fmla="*/ 423559 h 2398711"/>
              <a:gd name="connsiteX102860" fmla="*/ 679732 w 2119654"/>
              <a:gd name="connsiteY102860" fmla="*/ 418781 h 2398711"/>
              <a:gd name="connsiteX102861" fmla="*/ 679942 w 2119654"/>
              <a:gd name="connsiteY102861" fmla="*/ 418833 h 2398711"/>
              <a:gd name="connsiteX102862" fmla="*/ 683518 w 2119654"/>
              <a:gd name="connsiteY102862" fmla="*/ 423400 h 2398711"/>
              <a:gd name="connsiteX102863" fmla="*/ 683883 w 2119654"/>
              <a:gd name="connsiteY102863" fmla="*/ 422117 h 2398711"/>
              <a:gd name="connsiteX102864" fmla="*/ 686239 w 2119654"/>
              <a:gd name="connsiteY102864" fmla="*/ 415674 h 2398711"/>
              <a:gd name="connsiteX102865" fmla="*/ 583298 w 2119654"/>
              <a:gd name="connsiteY102865" fmla="*/ 614059 h 2398711"/>
              <a:gd name="connsiteX102866" fmla="*/ 583120 w 2119654"/>
              <a:gd name="connsiteY102866" fmla="*/ 616501 h 2398711"/>
              <a:gd name="connsiteX102867" fmla="*/ 583456 w 2119654"/>
              <a:gd name="connsiteY102867" fmla="*/ 616820 h 2398711"/>
              <a:gd name="connsiteX102868" fmla="*/ 583735 w 2119654"/>
              <a:gd name="connsiteY102868" fmla="*/ 616281 h 2398711"/>
              <a:gd name="connsiteX102869" fmla="*/ 590001 w 2119654"/>
              <a:gd name="connsiteY102869" fmla="*/ 598906 h 2398711"/>
              <a:gd name="connsiteX102870" fmla="*/ 589964 w 2119654"/>
              <a:gd name="connsiteY102870" fmla="*/ 599792 h 2398711"/>
              <a:gd name="connsiteX102871" fmla="*/ 590778 w 2119654"/>
              <a:gd name="connsiteY102871" fmla="*/ 600109 h 2398711"/>
              <a:gd name="connsiteX102872" fmla="*/ 590861 w 2119654"/>
              <a:gd name="connsiteY102872" fmla="*/ 599303 h 2398711"/>
              <a:gd name="connsiteX102873" fmla="*/ 597629 w 2119654"/>
              <a:gd name="connsiteY102873" fmla="*/ 581806 h 2398711"/>
              <a:gd name="connsiteX102874" fmla="*/ 597951 w 2119654"/>
              <a:gd name="connsiteY102874" fmla="*/ 582690 h 2398711"/>
              <a:gd name="connsiteX102875" fmla="*/ 598047 w 2119654"/>
              <a:gd name="connsiteY102875" fmla="*/ 582590 h 2398711"/>
              <a:gd name="connsiteX102876" fmla="*/ 598043 w 2119654"/>
              <a:gd name="connsiteY102876" fmla="*/ 582944 h 2398711"/>
              <a:gd name="connsiteX102877" fmla="*/ 598123 w 2119654"/>
              <a:gd name="connsiteY102877" fmla="*/ 583163 h 2398711"/>
              <a:gd name="connsiteX102878" fmla="*/ 598273 w 2119654"/>
              <a:gd name="connsiteY102878" fmla="*/ 582238 h 2398711"/>
              <a:gd name="connsiteX102879" fmla="*/ 538599 w 2119654"/>
              <a:gd name="connsiteY102879" fmla="*/ 713963 h 2398711"/>
              <a:gd name="connsiteX102880" fmla="*/ 538192 w 2119654"/>
              <a:gd name="connsiteY102880" fmla="*/ 716820 h 2398711"/>
              <a:gd name="connsiteX102881" fmla="*/ 538211 w 2119654"/>
              <a:gd name="connsiteY102881" fmla="*/ 716835 h 2398711"/>
              <a:gd name="connsiteX102882" fmla="*/ 539353 w 2119654"/>
              <a:gd name="connsiteY102882" fmla="*/ 714375 h 2398711"/>
              <a:gd name="connsiteX102883" fmla="*/ 566876 w 2119654"/>
              <a:gd name="connsiteY102883" fmla="*/ 650568 h 2398711"/>
              <a:gd name="connsiteX102884" fmla="*/ 567294 w 2119654"/>
              <a:gd name="connsiteY102884" fmla="*/ 651049 h 2398711"/>
              <a:gd name="connsiteX102885" fmla="*/ 567510 w 2119654"/>
              <a:gd name="connsiteY102885" fmla="*/ 649341 h 2398711"/>
              <a:gd name="connsiteX102886" fmla="*/ 604127 w 2119654"/>
              <a:gd name="connsiteY102886" fmla="*/ 567151 h 2398711"/>
              <a:gd name="connsiteX102887" fmla="*/ 606665 w 2119654"/>
              <a:gd name="connsiteY102887" fmla="*/ 570180 h 2398711"/>
              <a:gd name="connsiteX102888" fmla="*/ 606732 w 2119654"/>
              <a:gd name="connsiteY102888" fmla="*/ 569454 h 2398711"/>
              <a:gd name="connsiteX102889" fmla="*/ 610716 w 2119654"/>
              <a:gd name="connsiteY102889" fmla="*/ 552313 h 2398711"/>
              <a:gd name="connsiteX102890" fmla="*/ 610653 w 2119654"/>
              <a:gd name="connsiteY102890" fmla="*/ 555186 h 2398711"/>
              <a:gd name="connsiteX102891" fmla="*/ 613898 w 2119654"/>
              <a:gd name="connsiteY102891" fmla="*/ 556120 h 2398711"/>
              <a:gd name="connsiteX102892" fmla="*/ 613835 w 2119654"/>
              <a:gd name="connsiteY102892" fmla="*/ 555548 h 2398711"/>
              <a:gd name="connsiteX102893" fmla="*/ 613293 w 2119654"/>
              <a:gd name="connsiteY102893" fmla="*/ 554817 h 2398711"/>
              <a:gd name="connsiteX102894" fmla="*/ 602971 w 2119654"/>
              <a:gd name="connsiteY102894" fmla="*/ 569565 h 2398711"/>
              <a:gd name="connsiteX102895" fmla="*/ 603279 w 2119654"/>
              <a:gd name="connsiteY102895" fmla="*/ 571917 h 2398711"/>
              <a:gd name="connsiteX102896" fmla="*/ 603582 w 2119654"/>
              <a:gd name="connsiteY102896" fmla="*/ 572184 h 2398711"/>
              <a:gd name="connsiteX102897" fmla="*/ 603326 w 2119654"/>
              <a:gd name="connsiteY102897" fmla="*/ 569854 h 2398711"/>
              <a:gd name="connsiteX102898" fmla="*/ 583449 w 2119654"/>
              <a:gd name="connsiteY102898" fmla="*/ 612974 h 2398711"/>
              <a:gd name="connsiteX102899" fmla="*/ 583558 w 2119654"/>
              <a:gd name="connsiteY102899" fmla="*/ 613533 h 2398711"/>
              <a:gd name="connsiteX102900" fmla="*/ 584062 w 2119654"/>
              <a:gd name="connsiteY102900" fmla="*/ 615646 h 2398711"/>
              <a:gd name="connsiteX102901" fmla="*/ 584607 w 2119654"/>
              <a:gd name="connsiteY102901" fmla="*/ 614591 h 2398711"/>
              <a:gd name="connsiteX102902" fmla="*/ 584553 w 2119654"/>
              <a:gd name="connsiteY102902" fmla="*/ 613885 h 2398711"/>
              <a:gd name="connsiteX102903" fmla="*/ 584541 w 2119654"/>
              <a:gd name="connsiteY102903" fmla="*/ 613558 h 2398711"/>
              <a:gd name="connsiteX102904" fmla="*/ 275158 w 2119654"/>
              <a:gd name="connsiteY102904" fmla="*/ 1302620 h 2398711"/>
              <a:gd name="connsiteX102905" fmla="*/ 275597 w 2119654"/>
              <a:gd name="connsiteY102905" fmla="*/ 1304144 h 2398711"/>
              <a:gd name="connsiteX102906" fmla="*/ 278316 w 2119654"/>
              <a:gd name="connsiteY102906" fmla="*/ 1306405 h 2398711"/>
              <a:gd name="connsiteX102907" fmla="*/ 276831 w 2119654"/>
              <a:gd name="connsiteY102907" fmla="*/ 1304389 h 2398711"/>
              <a:gd name="connsiteX102908" fmla="*/ 536945 w 2119654"/>
              <a:gd name="connsiteY102908" fmla="*/ 716257 h 2398711"/>
              <a:gd name="connsiteX102909" fmla="*/ 536263 w 2119654"/>
              <a:gd name="connsiteY102909" fmla="*/ 718587 h 2398711"/>
              <a:gd name="connsiteX102910" fmla="*/ 536411 w 2119654"/>
              <a:gd name="connsiteY102910" fmla="*/ 719288 h 2398711"/>
              <a:gd name="connsiteX102911" fmla="*/ 536726 w 2119654"/>
              <a:gd name="connsiteY102911" fmla="*/ 719852 h 2398711"/>
              <a:gd name="connsiteX102912" fmla="*/ 536880 w 2119654"/>
              <a:gd name="connsiteY102912" fmla="*/ 719704 h 2398711"/>
              <a:gd name="connsiteX102913" fmla="*/ 537202 w 2119654"/>
              <a:gd name="connsiteY102913" fmla="*/ 719008 h 2398711"/>
              <a:gd name="connsiteX102914" fmla="*/ 537527 w 2119654"/>
              <a:gd name="connsiteY102914" fmla="*/ 716733 h 2398711"/>
              <a:gd name="connsiteX102915" fmla="*/ 537510 w 2119654"/>
              <a:gd name="connsiteY102915" fmla="*/ 716681 h 2398711"/>
              <a:gd name="connsiteX102916" fmla="*/ 243756 w 2119654"/>
              <a:gd name="connsiteY102916" fmla="*/ 1372753 h 2398711"/>
              <a:gd name="connsiteX102917" fmla="*/ 259109 w 2119654"/>
              <a:gd name="connsiteY102917" fmla="*/ 1385357 h 2398711"/>
              <a:gd name="connsiteX102918" fmla="*/ 256589 w 2119654"/>
              <a:gd name="connsiteY102918" fmla="*/ 1381334 h 2398711"/>
              <a:gd name="connsiteX102919" fmla="*/ 249149 w 2119654"/>
              <a:gd name="connsiteY102919" fmla="*/ 1375672 h 2398711"/>
              <a:gd name="connsiteX102920" fmla="*/ 249104 w 2119654"/>
              <a:gd name="connsiteY102920" fmla="*/ 1375501 h 2398711"/>
              <a:gd name="connsiteX102921" fmla="*/ 256425 w 2119654"/>
              <a:gd name="connsiteY102921" fmla="*/ 1381073 h 2398711"/>
              <a:gd name="connsiteX102922" fmla="*/ 253769 w 2119654"/>
              <a:gd name="connsiteY102922" fmla="*/ 1376832 h 2398711"/>
              <a:gd name="connsiteX102923" fmla="*/ 247801 w 2119654"/>
              <a:gd name="connsiteY102923" fmla="*/ 1370629 h 2398711"/>
              <a:gd name="connsiteX102924" fmla="*/ 297438 w 2119654"/>
              <a:gd name="connsiteY102924" fmla="*/ 1252469 h 2398711"/>
              <a:gd name="connsiteX102925" fmla="*/ 298517 w 2119654"/>
              <a:gd name="connsiteY102925" fmla="*/ 1256213 h 2398711"/>
              <a:gd name="connsiteX102926" fmla="*/ 299295 w 2119654"/>
              <a:gd name="connsiteY102926" fmla="*/ 1256847 h 2398711"/>
              <a:gd name="connsiteX102927" fmla="*/ 300865 w 2119654"/>
              <a:gd name="connsiteY102927" fmla="*/ 1257942 h 2398711"/>
              <a:gd name="connsiteX102928" fmla="*/ 300611 w 2119654"/>
              <a:gd name="connsiteY102928" fmla="*/ 1256770 h 2398711"/>
              <a:gd name="connsiteX102929" fmla="*/ 300404 w 2119654"/>
              <a:gd name="connsiteY102929" fmla="*/ 1255969 h 2398711"/>
              <a:gd name="connsiteX102930" fmla="*/ 538923 w 2119654"/>
              <a:gd name="connsiteY102930" fmla="*/ 711689 h 2398711"/>
              <a:gd name="connsiteX102931" fmla="*/ 538728 w 2119654"/>
              <a:gd name="connsiteY102931" fmla="*/ 713057 h 2398711"/>
              <a:gd name="connsiteX102932" fmla="*/ 539734 w 2119654"/>
              <a:gd name="connsiteY102932" fmla="*/ 713555 h 2398711"/>
              <a:gd name="connsiteX102933" fmla="*/ 539887 w 2119654"/>
              <a:gd name="connsiteY102933" fmla="*/ 713226 h 2398711"/>
              <a:gd name="connsiteX102934" fmla="*/ 539850 w 2119654"/>
              <a:gd name="connsiteY102934" fmla="*/ 712226 h 2398711"/>
              <a:gd name="connsiteX102935" fmla="*/ 537150 w 2119654"/>
              <a:gd name="connsiteY102935" fmla="*/ 715554 h 2398711"/>
              <a:gd name="connsiteX102936" fmla="*/ 537034 w 2119654"/>
              <a:gd name="connsiteY102936" fmla="*/ 715952 h 2398711"/>
              <a:gd name="connsiteX102937" fmla="*/ 537353 w 2119654"/>
              <a:gd name="connsiteY102937" fmla="*/ 716191 h 2398711"/>
              <a:gd name="connsiteX102938" fmla="*/ 636421 w 2119654"/>
              <a:gd name="connsiteY102938" fmla="*/ 493229 h 2398711"/>
              <a:gd name="connsiteX102939" fmla="*/ 635726 w 2119654"/>
              <a:gd name="connsiteY102939" fmla="*/ 497670 h 2398711"/>
              <a:gd name="connsiteX102940" fmla="*/ 639998 w 2119654"/>
              <a:gd name="connsiteY102940" fmla="*/ 499753 h 2398711"/>
              <a:gd name="connsiteX102941" fmla="*/ 640758 w 2119654"/>
              <a:gd name="connsiteY102941" fmla="*/ 497418 h 2398711"/>
              <a:gd name="connsiteX102942" fmla="*/ 192809 w 2119654"/>
              <a:gd name="connsiteY102942" fmla="*/ 1486336 h 2398711"/>
              <a:gd name="connsiteX102943" fmla="*/ 200456 w 2119654"/>
              <a:gd name="connsiteY102943" fmla="*/ 1492294 h 2398711"/>
              <a:gd name="connsiteX102944" fmla="*/ 207376 w 2119654"/>
              <a:gd name="connsiteY102944" fmla="*/ 1497254 h 2398711"/>
              <a:gd name="connsiteX102945" fmla="*/ 200329 w 2119654"/>
              <a:gd name="connsiteY102945" fmla="*/ 1488434 h 2398711"/>
              <a:gd name="connsiteX102946" fmla="*/ 259234 w 2119654"/>
              <a:gd name="connsiteY102946" fmla="*/ 1337472 h 2398711"/>
              <a:gd name="connsiteX102947" fmla="*/ 262457 w 2119654"/>
              <a:gd name="connsiteY102947" fmla="*/ 1345749 h 2398711"/>
              <a:gd name="connsiteX102948" fmla="*/ 264100 w 2119654"/>
              <a:gd name="connsiteY102948" fmla="*/ 1347150 h 2398711"/>
              <a:gd name="connsiteX102949" fmla="*/ 265528 w 2119654"/>
              <a:gd name="connsiteY102949" fmla="*/ 1347781 h 2398711"/>
              <a:gd name="connsiteX102950" fmla="*/ 601605 w 2119654"/>
              <a:gd name="connsiteY102950" fmla="*/ 570766 h 2398711"/>
              <a:gd name="connsiteX102951" fmla="*/ 600790 w 2119654"/>
              <a:gd name="connsiteY102951" fmla="*/ 575824 h 2398711"/>
              <a:gd name="connsiteX102952" fmla="*/ 603506 w 2119654"/>
              <a:gd name="connsiteY102952" fmla="*/ 576647 h 2398711"/>
              <a:gd name="connsiteX102953" fmla="*/ 602883 w 2119654"/>
              <a:gd name="connsiteY102953" fmla="*/ 571888 h 2398711"/>
              <a:gd name="connsiteX102954" fmla="*/ 590103 w 2119654"/>
              <a:gd name="connsiteY102954" fmla="*/ 596509 h 2398711"/>
              <a:gd name="connsiteX102955" fmla="*/ 590042 w 2119654"/>
              <a:gd name="connsiteY102955" fmla="*/ 597951 h 2398711"/>
              <a:gd name="connsiteX102956" fmla="*/ 590960 w 2119654"/>
              <a:gd name="connsiteY102956" fmla="*/ 598331 h 2398711"/>
              <a:gd name="connsiteX102957" fmla="*/ 591031 w 2119654"/>
              <a:gd name="connsiteY102957" fmla="*/ 597629 h 2398711"/>
              <a:gd name="connsiteX102958" fmla="*/ 207967 w 2119654"/>
              <a:gd name="connsiteY102958" fmla="*/ 1452150 h 2398711"/>
              <a:gd name="connsiteX102959" fmla="*/ 209902 w 2119654"/>
              <a:gd name="connsiteY102959" fmla="*/ 1455512 h 2398711"/>
              <a:gd name="connsiteX102960" fmla="*/ 213058 w 2119654"/>
              <a:gd name="connsiteY102960" fmla="*/ 1457794 h 2398711"/>
              <a:gd name="connsiteX102961" fmla="*/ 219187 w 2119654"/>
              <a:gd name="connsiteY102961" fmla="*/ 1459945 h 2398711"/>
              <a:gd name="connsiteX102962" fmla="*/ 218700 w 2119654"/>
              <a:gd name="connsiteY102962" fmla="*/ 1459232 h 2398711"/>
              <a:gd name="connsiteX102963" fmla="*/ 218601 w 2119654"/>
              <a:gd name="connsiteY102963" fmla="*/ 1459074 h 2398711"/>
              <a:gd name="connsiteX102964" fmla="*/ 568959 w 2119654"/>
              <a:gd name="connsiteY102964" fmla="*/ 643681 h 2398711"/>
              <a:gd name="connsiteX102965" fmla="*/ 569111 w 2119654"/>
              <a:gd name="connsiteY102965" fmla="*/ 644100 h 2398711"/>
              <a:gd name="connsiteX102966" fmla="*/ 569286 w 2119654"/>
              <a:gd name="connsiteY102966" fmla="*/ 644276 h 2398711"/>
              <a:gd name="connsiteX102967" fmla="*/ 569443 w 2119654"/>
              <a:gd name="connsiteY102967" fmla="*/ 643973 h 2398711"/>
              <a:gd name="connsiteX102968" fmla="*/ 537751 w 2119654"/>
              <a:gd name="connsiteY102968" fmla="*/ 713501 h 2398711"/>
              <a:gd name="connsiteX102969" fmla="*/ 537331 w 2119654"/>
              <a:gd name="connsiteY102969" fmla="*/ 714937 h 2398711"/>
              <a:gd name="connsiteX102970" fmla="*/ 537643 w 2119654"/>
              <a:gd name="connsiteY102970" fmla="*/ 715917 h 2398711"/>
              <a:gd name="connsiteX102971" fmla="*/ 537970 w 2119654"/>
              <a:gd name="connsiteY102971" fmla="*/ 713619 h 2398711"/>
              <a:gd name="connsiteX102972" fmla="*/ 603345 w 2119654"/>
              <a:gd name="connsiteY102972" fmla="*/ 566489 h 2398711"/>
              <a:gd name="connsiteX102973" fmla="*/ 603648 w 2119654"/>
              <a:gd name="connsiteY102973" fmla="*/ 569237 h 2398711"/>
              <a:gd name="connsiteX102974" fmla="*/ 606549 w 2119654"/>
              <a:gd name="connsiteY102974" fmla="*/ 571413 h 2398711"/>
              <a:gd name="connsiteX102975" fmla="*/ 606633 w 2119654"/>
              <a:gd name="connsiteY102975" fmla="*/ 570524 h 2398711"/>
              <a:gd name="connsiteX102976" fmla="*/ 291238 w 2119654"/>
              <a:gd name="connsiteY102976" fmla="*/ 1265303 h 2398711"/>
              <a:gd name="connsiteX102977" fmla="*/ 292481 w 2119654"/>
              <a:gd name="connsiteY102977" fmla="*/ 1267963 h 2398711"/>
              <a:gd name="connsiteX102978" fmla="*/ 294389 w 2119654"/>
              <a:gd name="connsiteY102978" fmla="*/ 1269053 h 2398711"/>
              <a:gd name="connsiteX102979" fmla="*/ 650478 w 2119654"/>
              <a:gd name="connsiteY102979" fmla="*/ 460894 h 2398711"/>
              <a:gd name="connsiteX102980" fmla="*/ 649661 w 2119654"/>
              <a:gd name="connsiteY102980" fmla="*/ 465408 h 2398711"/>
              <a:gd name="connsiteX102981" fmla="*/ 650311 w 2119654"/>
              <a:gd name="connsiteY102981" fmla="*/ 465854 h 2398711"/>
              <a:gd name="connsiteX102982" fmla="*/ 276028 w 2119654"/>
              <a:gd name="connsiteY102982" fmla="*/ 1299323 h 2398711"/>
              <a:gd name="connsiteX102983" fmla="*/ 276438 w 2119654"/>
              <a:gd name="connsiteY102983" fmla="*/ 1299814 h 2398711"/>
              <a:gd name="connsiteX102984" fmla="*/ 276471 w 2119654"/>
              <a:gd name="connsiteY102984" fmla="*/ 1299848 h 2398711"/>
              <a:gd name="connsiteX102985" fmla="*/ 276707 w 2119654"/>
              <a:gd name="connsiteY102985" fmla="*/ 1299910 h 2398711"/>
              <a:gd name="connsiteX102986" fmla="*/ 651631 w 2119654"/>
              <a:gd name="connsiteY102986" fmla="*/ 458199 h 2398711"/>
              <a:gd name="connsiteX102987" fmla="*/ 652340 w 2119654"/>
              <a:gd name="connsiteY102987" fmla="*/ 462561 h 2398711"/>
              <a:gd name="connsiteX102988" fmla="*/ 653432 w 2119654"/>
              <a:gd name="connsiteY102988" fmla="*/ 459355 h 2398711"/>
              <a:gd name="connsiteX102989" fmla="*/ 593832 w 2119654"/>
              <a:gd name="connsiteY102989" fmla="*/ 587548 h 2398711"/>
              <a:gd name="connsiteX102990" fmla="*/ 593801 w 2119654"/>
              <a:gd name="connsiteY102990" fmla="*/ 587851 h 2398711"/>
              <a:gd name="connsiteX102991" fmla="*/ 594104 w 2119654"/>
              <a:gd name="connsiteY102991" fmla="*/ 588288 h 2398711"/>
              <a:gd name="connsiteX102992" fmla="*/ 636682 w 2119654"/>
              <a:gd name="connsiteY102992" fmla="*/ 491558 h 2398711"/>
              <a:gd name="connsiteX102993" fmla="*/ 636662 w 2119654"/>
              <a:gd name="connsiteY102993" fmla="*/ 491685 h 2398711"/>
              <a:gd name="connsiteX102994" fmla="*/ 638892 w 2119654"/>
              <a:gd name="connsiteY102994" fmla="*/ 493708 h 2398711"/>
              <a:gd name="connsiteX102995" fmla="*/ 639546 w 2119654"/>
              <a:gd name="connsiteY102995" fmla="*/ 494018 h 2398711"/>
              <a:gd name="connsiteX102996" fmla="*/ 638616 w 2119654"/>
              <a:gd name="connsiteY102996" fmla="*/ 492974 h 2398711"/>
              <a:gd name="connsiteX102997" fmla="*/ 210878 w 2119654"/>
              <a:gd name="connsiteY102997" fmla="*/ 1444931 h 2398711"/>
              <a:gd name="connsiteX102998" fmla="*/ 215439 w 2119654"/>
              <a:gd name="connsiteY102998" fmla="*/ 1451603 h 2398711"/>
              <a:gd name="connsiteX102999" fmla="*/ 220885 w 2119654"/>
              <a:gd name="connsiteY102999" fmla="*/ 1454716 h 2398711"/>
              <a:gd name="connsiteX103000" fmla="*/ 218310 w 2119654"/>
              <a:gd name="connsiteY103000" fmla="*/ 1451493 h 2398711"/>
              <a:gd name="connsiteX103001" fmla="*/ 213122 w 2119654"/>
              <a:gd name="connsiteY103001" fmla="*/ 1445791 h 2398711"/>
              <a:gd name="connsiteX103002" fmla="*/ 538210 w 2119654"/>
              <a:gd name="connsiteY103002" fmla="*/ 711932 h 2398711"/>
              <a:gd name="connsiteX103003" fmla="*/ 537988 w 2119654"/>
              <a:gd name="connsiteY103003" fmla="*/ 712692 h 2398711"/>
              <a:gd name="connsiteX103004" fmla="*/ 538094 w 2119654"/>
              <a:gd name="connsiteY103004" fmla="*/ 712744 h 2398711"/>
              <a:gd name="connsiteX103005" fmla="*/ 588309 w 2119654"/>
              <a:gd name="connsiteY103005" fmla="*/ 599696 h 2398711"/>
              <a:gd name="connsiteX103006" fmla="*/ 589347 w 2119654"/>
              <a:gd name="connsiteY103006" fmla="*/ 602701 h 2398711"/>
              <a:gd name="connsiteX103007" fmla="*/ 589689 w 2119654"/>
              <a:gd name="connsiteY103007" fmla="*/ 602908 h 2398711"/>
              <a:gd name="connsiteX103008" fmla="*/ 589775 w 2119654"/>
              <a:gd name="connsiteY103008" fmla="*/ 600337 h 2398711"/>
              <a:gd name="connsiteX103009" fmla="*/ 215981 w 2119654"/>
              <a:gd name="connsiteY103009" fmla="*/ 1433384 h 2398711"/>
              <a:gd name="connsiteX103010" fmla="*/ 225758 w 2119654"/>
              <a:gd name="connsiteY103010" fmla="*/ 1449054 h 2398711"/>
              <a:gd name="connsiteX103011" fmla="*/ 229168 w 2119654"/>
              <a:gd name="connsiteY103011" fmla="*/ 1451446 h 2398711"/>
              <a:gd name="connsiteX103012" fmla="*/ 238626 w 2119654"/>
              <a:gd name="connsiteY103012" fmla="*/ 1454920 h 2398711"/>
              <a:gd name="connsiteX103013" fmla="*/ 244067 w 2119654"/>
              <a:gd name="connsiteY103013" fmla="*/ 1449291 h 2398711"/>
              <a:gd name="connsiteX103014" fmla="*/ 244455 w 2119654"/>
              <a:gd name="connsiteY103014" fmla="*/ 1448900 h 2398711"/>
              <a:gd name="connsiteX103015" fmla="*/ 226364 w 2119654"/>
              <a:gd name="connsiteY103015" fmla="*/ 1439158 h 2398711"/>
              <a:gd name="connsiteX103016" fmla="*/ 290127 w 2119654"/>
              <a:gd name="connsiteY103016" fmla="*/ 1267237 h 2398711"/>
              <a:gd name="connsiteX103017" fmla="*/ 290612 w 2119654"/>
              <a:gd name="connsiteY103017" fmla="*/ 1268586 h 2398711"/>
              <a:gd name="connsiteX103018" fmla="*/ 295072 w 2119654"/>
              <a:gd name="connsiteY103018" fmla="*/ 1275312 h 2398711"/>
              <a:gd name="connsiteX103019" fmla="*/ 295468 w 2119654"/>
              <a:gd name="connsiteY103019" fmla="*/ 1275702 h 2398711"/>
              <a:gd name="connsiteX103020" fmla="*/ 293747 w 2119654"/>
              <a:gd name="connsiteY103020" fmla="*/ 1271889 h 2398711"/>
              <a:gd name="connsiteX103021" fmla="*/ 290541 w 2119654"/>
              <a:gd name="connsiteY103021" fmla="*/ 1267474 h 2398711"/>
              <a:gd name="connsiteX103022" fmla="*/ 667159 w 2119654"/>
              <a:gd name="connsiteY103022" fmla="*/ 422963 h 2398711"/>
              <a:gd name="connsiteX103023" fmla="*/ 667372 w 2119654"/>
              <a:gd name="connsiteY103023" fmla="*/ 429558 h 2398711"/>
              <a:gd name="connsiteX103024" fmla="*/ 670852 w 2119654"/>
              <a:gd name="connsiteY103024" fmla="*/ 432020 h 2398711"/>
              <a:gd name="connsiteX103025" fmla="*/ 671273 w 2119654"/>
              <a:gd name="connsiteY103025" fmla="*/ 426092 h 2398711"/>
              <a:gd name="connsiteX103026" fmla="*/ 668976 w 2119654"/>
              <a:gd name="connsiteY103026" fmla="*/ 424015 h 2398711"/>
              <a:gd name="connsiteX103027" fmla="*/ 224961 w 2119654"/>
              <a:gd name="connsiteY103027" fmla="*/ 1413108 h 2398711"/>
              <a:gd name="connsiteX103028" fmla="*/ 231983 w 2119654"/>
              <a:gd name="connsiteY103028" fmla="*/ 1422021 h 2398711"/>
              <a:gd name="connsiteX103029" fmla="*/ 243947 w 2119654"/>
              <a:gd name="connsiteY103029" fmla="*/ 1436797 h 2398711"/>
              <a:gd name="connsiteX103030" fmla="*/ 238715 w 2119654"/>
              <a:gd name="connsiteY103030" fmla="*/ 1424922 h 2398711"/>
              <a:gd name="connsiteX103031" fmla="*/ 255896 w 2119654"/>
              <a:gd name="connsiteY103031" fmla="*/ 1343830 h 2398711"/>
              <a:gd name="connsiteX103032" fmla="*/ 257109 w 2119654"/>
              <a:gd name="connsiteY103032" fmla="*/ 1346944 h 2398711"/>
              <a:gd name="connsiteX103033" fmla="*/ 258144 w 2119654"/>
              <a:gd name="connsiteY103033" fmla="*/ 1347627 h 2398711"/>
              <a:gd name="connsiteX103034" fmla="*/ 256997 w 2119654"/>
              <a:gd name="connsiteY103034" fmla="*/ 1345681 h 2398711"/>
              <a:gd name="connsiteX103035" fmla="*/ 256033 w 2119654"/>
              <a:gd name="connsiteY103035" fmla="*/ 1343889 h 2398711"/>
              <a:gd name="connsiteX103036" fmla="*/ 636782 w 2119654"/>
              <a:gd name="connsiteY103036" fmla="*/ 490917 h 2398711"/>
              <a:gd name="connsiteX103037" fmla="*/ 636735 w 2119654"/>
              <a:gd name="connsiteY103037" fmla="*/ 491223 h 2398711"/>
              <a:gd name="connsiteX103038" fmla="*/ 637659 w 2119654"/>
              <a:gd name="connsiteY103038" fmla="*/ 491900 h 2398711"/>
              <a:gd name="connsiteX103039" fmla="*/ 567122 w 2119654"/>
              <a:gd name="connsiteY103039" fmla="*/ 646888 h 2398711"/>
              <a:gd name="connsiteX103040" fmla="*/ 566971 w 2119654"/>
              <a:gd name="connsiteY103040" fmla="*/ 648761 h 2398711"/>
              <a:gd name="connsiteX103041" fmla="*/ 567748 w 2119654"/>
              <a:gd name="connsiteY103041" fmla="*/ 647253 h 2398711"/>
              <a:gd name="connsiteX103042" fmla="*/ 596508 w 2119654"/>
              <a:gd name="connsiteY103042" fmla="*/ 581052 h 2398711"/>
              <a:gd name="connsiteX103043" fmla="*/ 596571 w 2119654"/>
              <a:gd name="connsiteY103043" fmla="*/ 586000 h 2398711"/>
              <a:gd name="connsiteX103044" fmla="*/ 597423 w 2119654"/>
              <a:gd name="connsiteY103044" fmla="*/ 587509 h 2398711"/>
              <a:gd name="connsiteX103045" fmla="*/ 597697 w 2119654"/>
              <a:gd name="connsiteY103045" fmla="*/ 585807 h 2398711"/>
              <a:gd name="connsiteX103046" fmla="*/ 597717 w 2119654"/>
              <a:gd name="connsiteY103046" fmla="*/ 584084 h 2398711"/>
              <a:gd name="connsiteX103047" fmla="*/ 596816 w 2119654"/>
              <a:gd name="connsiteY103047" fmla="*/ 581259 h 2398711"/>
              <a:gd name="connsiteX103048" fmla="*/ 605782 w 2119654"/>
              <a:gd name="connsiteY103048" fmla="*/ 560225 h 2398711"/>
              <a:gd name="connsiteX103049" fmla="*/ 606708 w 2119654"/>
              <a:gd name="connsiteY103049" fmla="*/ 564641 h 2398711"/>
              <a:gd name="connsiteX103050" fmla="*/ 606306 w 2119654"/>
              <a:gd name="connsiteY103050" fmla="*/ 560407 h 2398711"/>
              <a:gd name="connsiteX103051" fmla="*/ 624574 w 2119654"/>
              <a:gd name="connsiteY103051" fmla="*/ 518142 h 2398711"/>
              <a:gd name="connsiteX103052" fmla="*/ 624227 w 2119654"/>
              <a:gd name="connsiteY103052" fmla="*/ 522207 h 2398711"/>
              <a:gd name="connsiteX103053" fmla="*/ 624240 w 2119654"/>
              <a:gd name="connsiteY103053" fmla="*/ 522247 h 2398711"/>
              <a:gd name="connsiteX103054" fmla="*/ 625084 w 2119654"/>
              <a:gd name="connsiteY103054" fmla="*/ 519483 h 2398711"/>
              <a:gd name="connsiteX103055" fmla="*/ 624855 w 2119654"/>
              <a:gd name="connsiteY103055" fmla="*/ 518389 h 2398711"/>
              <a:gd name="connsiteX103056" fmla="*/ 624843 w 2119654"/>
              <a:gd name="connsiteY103056" fmla="*/ 518330 h 2398711"/>
              <a:gd name="connsiteX103057" fmla="*/ 601936 w 2119654"/>
              <a:gd name="connsiteY103057" fmla="*/ 568721 h 2398711"/>
              <a:gd name="connsiteX103058" fmla="*/ 601652 w 2119654"/>
              <a:gd name="connsiteY103058" fmla="*/ 570485 h 2398711"/>
              <a:gd name="connsiteX103059" fmla="*/ 602835 w 2119654"/>
              <a:gd name="connsiteY103059" fmla="*/ 571526 h 2398711"/>
              <a:gd name="connsiteX103060" fmla="*/ 602532 w 2119654"/>
              <a:gd name="connsiteY103060" fmla="*/ 569206 h 2398711"/>
              <a:gd name="connsiteX103061" fmla="*/ 289473 w 2119654"/>
              <a:gd name="connsiteY103061" fmla="*/ 1268213 h 2398711"/>
              <a:gd name="connsiteX103062" fmla="*/ 289863 w 2119654"/>
              <a:gd name="connsiteY103062" fmla="*/ 1269814 h 2398711"/>
              <a:gd name="connsiteX103063" fmla="*/ 290797 w 2119654"/>
              <a:gd name="connsiteY103063" fmla="*/ 1270983 h 2398711"/>
              <a:gd name="connsiteX103064" fmla="*/ 290181 w 2119654"/>
              <a:gd name="connsiteY103064" fmla="*/ 1269195 h 2398711"/>
              <a:gd name="connsiteX103065" fmla="*/ 667138 w 2119654"/>
              <a:gd name="connsiteY103065" fmla="*/ 422354 h 2398711"/>
              <a:gd name="connsiteX103066" fmla="*/ 667148 w 2119654"/>
              <a:gd name="connsiteY103066" fmla="*/ 422638 h 2398711"/>
              <a:gd name="connsiteX103067" fmla="*/ 667997 w 2119654"/>
              <a:gd name="connsiteY103067" fmla="*/ 423129 h 2398711"/>
              <a:gd name="connsiteX103068" fmla="*/ 603300 w 2119654"/>
              <a:gd name="connsiteY103068" fmla="*/ 565283 h 2398711"/>
              <a:gd name="connsiteX103069" fmla="*/ 606842 w 2119654"/>
              <a:gd name="connsiteY103069" fmla="*/ 568279 h 2398711"/>
              <a:gd name="connsiteX103070" fmla="*/ 606860 w 2119654"/>
              <a:gd name="connsiteY103070" fmla="*/ 568080 h 2398711"/>
              <a:gd name="connsiteX103071" fmla="*/ 606364 w 2119654"/>
              <a:gd name="connsiteY103071" fmla="*/ 565705 h 2398711"/>
              <a:gd name="connsiteX103072" fmla="*/ 536234 w 2119654"/>
              <a:gd name="connsiteY103072" fmla="*/ 715351 h 2398711"/>
              <a:gd name="connsiteX103073" fmla="*/ 536398 w 2119654"/>
              <a:gd name="connsiteY103073" fmla="*/ 715474 h 2398711"/>
              <a:gd name="connsiteX103074" fmla="*/ 536746 w 2119654"/>
              <a:gd name="connsiteY103074" fmla="*/ 714285 h 2398711"/>
              <a:gd name="connsiteX103075" fmla="*/ 536740 w 2119654"/>
              <a:gd name="connsiteY103075" fmla="*/ 714267 h 2398711"/>
              <a:gd name="connsiteX103076" fmla="*/ 535786 w 2119654"/>
              <a:gd name="connsiteY103076" fmla="*/ 716311 h 2398711"/>
              <a:gd name="connsiteX103077" fmla="*/ 535939 w 2119654"/>
              <a:gd name="connsiteY103077" fmla="*/ 717041 h 2398711"/>
              <a:gd name="connsiteX103078" fmla="*/ 536308 w 2119654"/>
              <a:gd name="connsiteY103078" fmla="*/ 715779 h 2398711"/>
              <a:gd name="connsiteX103079" fmla="*/ 536105 w 2119654"/>
              <a:gd name="connsiteY103079" fmla="*/ 715627 h 2398711"/>
              <a:gd name="connsiteX103080" fmla="*/ 598513 w 2119654"/>
              <a:gd name="connsiteY103080" fmla="*/ 575850 h 2398711"/>
              <a:gd name="connsiteX103081" fmla="*/ 598879 w 2119654"/>
              <a:gd name="connsiteY103081" fmla="*/ 578480 h 2398711"/>
              <a:gd name="connsiteX103082" fmla="*/ 599266 w 2119654"/>
              <a:gd name="connsiteY103082" fmla="*/ 576078 h 2398711"/>
              <a:gd name="connsiteX103083" fmla="*/ 535313 w 2119654"/>
              <a:gd name="connsiteY103083" fmla="*/ 717324 h 2398711"/>
              <a:gd name="connsiteX103084" fmla="*/ 535670 w 2119654"/>
              <a:gd name="connsiteY103084" fmla="*/ 717963 h 2398711"/>
              <a:gd name="connsiteX103085" fmla="*/ 535729 w 2119654"/>
              <a:gd name="connsiteY103085" fmla="*/ 717760 h 2398711"/>
              <a:gd name="connsiteX103086" fmla="*/ 535547 w 2119654"/>
              <a:gd name="connsiteY103086" fmla="*/ 716826 h 2398711"/>
              <a:gd name="connsiteX103087" fmla="*/ 596497 w 2119654"/>
              <a:gd name="connsiteY103087" fmla="*/ 580261 h 2398711"/>
              <a:gd name="connsiteX103088" fmla="*/ 596500 w 2119654"/>
              <a:gd name="connsiteY103088" fmla="*/ 580402 h 2398711"/>
              <a:gd name="connsiteX103089" fmla="*/ 596553 w 2119654"/>
              <a:gd name="connsiteY103089" fmla="*/ 580434 h 2398711"/>
              <a:gd name="connsiteX103090" fmla="*/ 651441 w 2119654"/>
              <a:gd name="connsiteY103090" fmla="*/ 457029 h 2398711"/>
              <a:gd name="connsiteX103091" fmla="*/ 651484 w 2119654"/>
              <a:gd name="connsiteY103091" fmla="*/ 457288 h 2398711"/>
              <a:gd name="connsiteX103092" fmla="*/ 652375 w 2119654"/>
              <a:gd name="connsiteY103092" fmla="*/ 457861 h 2398711"/>
              <a:gd name="connsiteX103093" fmla="*/ 629671 w 2119654"/>
              <a:gd name="connsiteY103093" fmla="*/ 505718 h 2398711"/>
              <a:gd name="connsiteX103094" fmla="*/ 626924 w 2119654"/>
              <a:gd name="connsiteY103094" fmla="*/ 514720 h 2398711"/>
              <a:gd name="connsiteX103095" fmla="*/ 630367 w 2119654"/>
              <a:gd name="connsiteY103095" fmla="*/ 516569 h 2398711"/>
              <a:gd name="connsiteX103096" fmla="*/ 631554 w 2119654"/>
              <a:gd name="connsiteY103096" fmla="*/ 509204 h 2398711"/>
              <a:gd name="connsiteX103097" fmla="*/ 631946 w 2119654"/>
              <a:gd name="connsiteY103097" fmla="*/ 507274 h 2398711"/>
              <a:gd name="connsiteX103098" fmla="*/ 255618 w 2119654"/>
              <a:gd name="connsiteY103098" fmla="*/ 1343116 h 2398711"/>
              <a:gd name="connsiteX103099" fmla="*/ 255756 w 2119654"/>
              <a:gd name="connsiteY103099" fmla="*/ 1343469 h 2398711"/>
              <a:gd name="connsiteX103100" fmla="*/ 255824 w 2119654"/>
              <a:gd name="connsiteY103100" fmla="*/ 1343499 h 2398711"/>
              <a:gd name="connsiteX103101" fmla="*/ 602229 w 2119654"/>
              <a:gd name="connsiteY103101" fmla="*/ 566900 h 2398711"/>
              <a:gd name="connsiteX103102" fmla="*/ 602047 w 2119654"/>
              <a:gd name="connsiteY103102" fmla="*/ 568034 h 2398711"/>
              <a:gd name="connsiteX103103" fmla="*/ 602414 w 2119654"/>
              <a:gd name="connsiteY103103" fmla="*/ 568311 h 2398711"/>
              <a:gd name="connsiteX103104" fmla="*/ 265455 w 2119654"/>
              <a:gd name="connsiteY103104" fmla="*/ 1320859 h 2398711"/>
              <a:gd name="connsiteX103105" fmla="*/ 277783 w 2119654"/>
              <a:gd name="connsiteY103105" fmla="*/ 1332983 h 2398711"/>
              <a:gd name="connsiteX103106" fmla="*/ 272822 w 2119654"/>
              <a:gd name="connsiteY103106" fmla="*/ 1324385 h 2398711"/>
              <a:gd name="connsiteX103107" fmla="*/ 271521 w 2119654"/>
              <a:gd name="connsiteY103107" fmla="*/ 1323106 h 2398711"/>
              <a:gd name="connsiteX103108" fmla="*/ 637204 w 2119654"/>
              <a:gd name="connsiteY103108" fmla="*/ 488222 h 2398711"/>
              <a:gd name="connsiteX103109" fmla="*/ 636907 w 2119654"/>
              <a:gd name="connsiteY103109" fmla="*/ 490117 h 2398711"/>
              <a:gd name="connsiteX103110" fmla="*/ 640970 w 2119654"/>
              <a:gd name="connsiteY103110" fmla="*/ 494323 h 2398711"/>
              <a:gd name="connsiteX103111" fmla="*/ 641534 w 2119654"/>
              <a:gd name="connsiteY103111" fmla="*/ 494738 h 2398711"/>
              <a:gd name="connsiteX103112" fmla="*/ 638911 w 2119654"/>
              <a:gd name="connsiteY103112" fmla="*/ 489139 h 2398711"/>
              <a:gd name="connsiteX103113" fmla="*/ 289218 w 2119654"/>
              <a:gd name="connsiteY103113" fmla="*/ 1267166 h 2398711"/>
              <a:gd name="connsiteX103114" fmla="*/ 289323 w 2119654"/>
              <a:gd name="connsiteY103114" fmla="*/ 1267594 h 2398711"/>
              <a:gd name="connsiteX103115" fmla="*/ 289935 w 2119654"/>
              <a:gd name="connsiteY103115" fmla="*/ 1268480 h 2398711"/>
              <a:gd name="connsiteX103116" fmla="*/ 289784 w 2119654"/>
              <a:gd name="connsiteY103116" fmla="*/ 1268043 h 2398711"/>
              <a:gd name="connsiteX103117" fmla="*/ 567691 w 2119654"/>
              <a:gd name="connsiteY103117" fmla="*/ 643549 h 2398711"/>
              <a:gd name="connsiteX103118" fmla="*/ 567718 w 2119654"/>
              <a:gd name="connsiteY103118" fmla="*/ 643611 h 2398711"/>
              <a:gd name="connsiteX103119" fmla="*/ 567697 w 2119654"/>
              <a:gd name="connsiteY103119" fmla="*/ 643554 h 2398711"/>
              <a:gd name="connsiteX103120" fmla="*/ 255882 w 2119654"/>
              <a:gd name="connsiteY103120" fmla="*/ 1341745 h 2398711"/>
              <a:gd name="connsiteX103121" fmla="*/ 257301 w 2119654"/>
              <a:gd name="connsiteY103121" fmla="*/ 1344151 h 2398711"/>
              <a:gd name="connsiteX103122" fmla="*/ 259135 w 2119654"/>
              <a:gd name="connsiteY103122" fmla="*/ 1344960 h 2398711"/>
              <a:gd name="connsiteX103123" fmla="*/ 602463 w 2119654"/>
              <a:gd name="connsiteY103123" fmla="*/ 565680 h 2398711"/>
              <a:gd name="connsiteX103124" fmla="*/ 602850 w 2119654"/>
              <a:gd name="connsiteY103124" fmla="*/ 568637 h 2398711"/>
              <a:gd name="connsiteX103125" fmla="*/ 603223 w 2119654"/>
              <a:gd name="connsiteY103125" fmla="*/ 568916 h 2398711"/>
              <a:gd name="connsiteX103126" fmla="*/ 602909 w 2119654"/>
              <a:gd name="connsiteY103126" fmla="*/ 566073 h 2398711"/>
              <a:gd name="connsiteX103127" fmla="*/ 570756 w 2119654"/>
              <a:gd name="connsiteY103127" fmla="*/ 636543 h 2398711"/>
              <a:gd name="connsiteX103128" fmla="*/ 571237 w 2119654"/>
              <a:gd name="connsiteY103128" fmla="*/ 640496 h 2398711"/>
              <a:gd name="connsiteX103129" fmla="*/ 572619 w 2119654"/>
              <a:gd name="connsiteY103129" fmla="*/ 637817 h 2398711"/>
              <a:gd name="connsiteX103130" fmla="*/ 647469 w 2119654"/>
              <a:gd name="connsiteY103130" fmla="*/ 464372 h 2398711"/>
              <a:gd name="connsiteX103131" fmla="*/ 647973 w 2119654"/>
              <a:gd name="connsiteY103131" fmla="*/ 466997 h 2398711"/>
              <a:gd name="connsiteX103132" fmla="*/ 648337 w 2119654"/>
              <a:gd name="connsiteY103132" fmla="*/ 464986 h 2398711"/>
              <a:gd name="connsiteX103133" fmla="*/ 287006 w 2119654"/>
              <a:gd name="connsiteY103133" fmla="*/ 1271261 h 2398711"/>
              <a:gd name="connsiteX103134" fmla="*/ 290753 w 2119654"/>
              <a:gd name="connsiteY103134" fmla="*/ 1279175 h 2398711"/>
              <a:gd name="connsiteX103135" fmla="*/ 291470 w 2119654"/>
              <a:gd name="connsiteY103135" fmla="*/ 1279566 h 2398711"/>
              <a:gd name="connsiteX103136" fmla="*/ 290218 w 2119654"/>
              <a:gd name="connsiteY103136" fmla="*/ 1274426 h 2398711"/>
              <a:gd name="connsiteX103137" fmla="*/ 675074 w 2119654"/>
              <a:gd name="connsiteY103137" fmla="*/ 402222 h 2398711"/>
              <a:gd name="connsiteX103138" fmla="*/ 675338 w 2119654"/>
              <a:gd name="connsiteY103138" fmla="*/ 407572 h 2398711"/>
              <a:gd name="connsiteX103139" fmla="*/ 686419 w 2119654"/>
              <a:gd name="connsiteY103139" fmla="*/ 415183 h 2398711"/>
              <a:gd name="connsiteX103140" fmla="*/ 688279 w 2119654"/>
              <a:gd name="connsiteY103140" fmla="*/ 410097 h 2398711"/>
              <a:gd name="connsiteX103141" fmla="*/ 637524 w 2119654"/>
              <a:gd name="connsiteY103141" fmla="*/ 486180 h 2398711"/>
              <a:gd name="connsiteX103142" fmla="*/ 637459 w 2119654"/>
              <a:gd name="connsiteY103142" fmla="*/ 486595 h 2398711"/>
              <a:gd name="connsiteX103143" fmla="*/ 637787 w 2119654"/>
              <a:gd name="connsiteY103143" fmla="*/ 486742 h 2398711"/>
              <a:gd name="connsiteX103144" fmla="*/ 587663 w 2119654"/>
              <a:gd name="connsiteY103144" fmla="*/ 597826 h 2398711"/>
              <a:gd name="connsiteX103145" fmla="*/ 588089 w 2119654"/>
              <a:gd name="connsiteY103145" fmla="*/ 599060 h 2398711"/>
              <a:gd name="connsiteX103146" fmla="*/ 589796 w 2119654"/>
              <a:gd name="connsiteY103146" fmla="*/ 599726 h 2398711"/>
              <a:gd name="connsiteX103147" fmla="*/ 589826 w 2119654"/>
              <a:gd name="connsiteY103147" fmla="*/ 598825 h 2398711"/>
              <a:gd name="connsiteX103148" fmla="*/ 321992 w 2119654"/>
              <a:gd name="connsiteY103148" fmla="*/ 1192640 h 2398711"/>
              <a:gd name="connsiteX103149" fmla="*/ 322069 w 2119654"/>
              <a:gd name="connsiteY103149" fmla="*/ 1193508 h 2398711"/>
              <a:gd name="connsiteX103150" fmla="*/ 322683 w 2119654"/>
              <a:gd name="connsiteY103150" fmla="*/ 1194343 h 2398711"/>
              <a:gd name="connsiteX103151" fmla="*/ 322473 w 2119654"/>
              <a:gd name="connsiteY103151" fmla="*/ 1193145 h 2398711"/>
              <a:gd name="connsiteX103152" fmla="*/ 602686 w 2119654"/>
              <a:gd name="connsiteY103152" fmla="*/ 564064 h 2398711"/>
              <a:gd name="connsiteX103153" fmla="*/ 602587 w 2119654"/>
              <a:gd name="connsiteY103153" fmla="*/ 564681 h 2398711"/>
              <a:gd name="connsiteX103154" fmla="*/ 602627 w 2119654"/>
              <a:gd name="connsiteY103154" fmla="*/ 564714 h 2398711"/>
              <a:gd name="connsiteX103155" fmla="*/ 602760 w 2119654"/>
              <a:gd name="connsiteY103155" fmla="*/ 564732 h 2398711"/>
              <a:gd name="connsiteX103156" fmla="*/ 284652 w 2119654"/>
              <a:gd name="connsiteY103156" fmla="*/ 1276166 h 2398711"/>
              <a:gd name="connsiteX103157" fmla="*/ 284900 w 2119654"/>
              <a:gd name="connsiteY103157" fmla="*/ 1277186 h 2398711"/>
              <a:gd name="connsiteX103158" fmla="*/ 290925 w 2119654"/>
              <a:gd name="connsiteY103158" fmla="*/ 1282918 h 2398711"/>
              <a:gd name="connsiteX103159" fmla="*/ 291326 w 2119654"/>
              <a:gd name="connsiteY103159" fmla="*/ 1283265 h 2398711"/>
              <a:gd name="connsiteX103160" fmla="*/ 290968 w 2119654"/>
              <a:gd name="connsiteY103160" fmla="*/ 1282438 h 2398711"/>
              <a:gd name="connsiteX103161" fmla="*/ 289217 w 2119654"/>
              <a:gd name="connsiteY103161" fmla="*/ 1278741 h 2398711"/>
              <a:gd name="connsiteX103162" fmla="*/ 227225 w 2119654"/>
              <a:gd name="connsiteY103162" fmla="*/ 1404723 h 2398711"/>
              <a:gd name="connsiteX103163" fmla="*/ 232991 w 2119654"/>
              <a:gd name="connsiteY103163" fmla="*/ 1413963 h 2398711"/>
              <a:gd name="connsiteX103164" fmla="*/ 234071 w 2119654"/>
              <a:gd name="connsiteY103164" fmla="*/ 1414381 h 2398711"/>
              <a:gd name="connsiteX103165" fmla="*/ 233701 w 2119654"/>
              <a:gd name="connsiteY103165" fmla="*/ 1413542 h 2398711"/>
              <a:gd name="connsiteX103166" fmla="*/ 228226 w 2119654"/>
              <a:gd name="connsiteY103166" fmla="*/ 1405436 h 2398711"/>
              <a:gd name="connsiteX103167" fmla="*/ 240654 w 2119654"/>
              <a:gd name="connsiteY103167" fmla="*/ 1374382 h 2398711"/>
              <a:gd name="connsiteX103168" fmla="*/ 242319 w 2119654"/>
              <a:gd name="connsiteY103168" fmla="*/ 1375666 h 2398711"/>
              <a:gd name="connsiteX103169" fmla="*/ 240945 w 2119654"/>
              <a:gd name="connsiteY103169" fmla="*/ 1374229 h 2398711"/>
              <a:gd name="connsiteX103170" fmla="*/ 260609 w 2119654"/>
              <a:gd name="connsiteY103170" fmla="*/ 1329449 h 2398711"/>
              <a:gd name="connsiteX103171" fmla="*/ 263212 w 2119654"/>
              <a:gd name="connsiteY103171" fmla="*/ 1333712 h 2398711"/>
              <a:gd name="connsiteX103172" fmla="*/ 263939 w 2119654"/>
              <a:gd name="connsiteY103172" fmla="*/ 1334110 h 2398711"/>
              <a:gd name="connsiteX103173" fmla="*/ 610877 w 2119654"/>
              <a:gd name="connsiteY103173" fmla="*/ 544969 h 2398711"/>
              <a:gd name="connsiteX103174" fmla="*/ 610866 w 2119654"/>
              <a:gd name="connsiteY103174" fmla="*/ 545459 h 2398711"/>
              <a:gd name="connsiteX103175" fmla="*/ 612966 w 2119654"/>
              <a:gd name="connsiteY103175" fmla="*/ 547499 h 2398711"/>
              <a:gd name="connsiteX103176" fmla="*/ 612920 w 2119654"/>
              <a:gd name="connsiteY103176" fmla="*/ 547074 h 2398711"/>
              <a:gd name="connsiteX103177" fmla="*/ 555827 w 2119654"/>
              <a:gd name="connsiteY103177" fmla="*/ 668184 h 2398711"/>
              <a:gd name="connsiteX103178" fmla="*/ 555427 w 2119654"/>
              <a:gd name="connsiteY103178" fmla="*/ 670154 h 2398711"/>
              <a:gd name="connsiteX103179" fmla="*/ 555758 w 2119654"/>
              <a:gd name="connsiteY103179" fmla="*/ 670485 h 2398711"/>
              <a:gd name="connsiteX103180" fmla="*/ 556229 w 2119654"/>
              <a:gd name="connsiteY103180" fmla="*/ 669572 h 2398711"/>
              <a:gd name="connsiteX103181" fmla="*/ 652005 w 2119654"/>
              <a:gd name="connsiteY103181" fmla="*/ 452468 h 2398711"/>
              <a:gd name="connsiteX103182" fmla="*/ 651356 w 2119654"/>
              <a:gd name="connsiteY103182" fmla="*/ 456046 h 2398711"/>
              <a:gd name="connsiteX103183" fmla="*/ 651355 w 2119654"/>
              <a:gd name="connsiteY103183" fmla="*/ 456498 h 2398711"/>
              <a:gd name="connsiteX103184" fmla="*/ 651393 w 2119654"/>
              <a:gd name="connsiteY103184" fmla="*/ 456734 h 2398711"/>
              <a:gd name="connsiteX103185" fmla="*/ 653269 w 2119654"/>
              <a:gd name="connsiteY103185" fmla="*/ 458435 h 2398711"/>
              <a:gd name="connsiteX103186" fmla="*/ 653660 w 2119654"/>
              <a:gd name="connsiteY103186" fmla="*/ 458685 h 2398711"/>
              <a:gd name="connsiteX103187" fmla="*/ 654186 w 2119654"/>
              <a:gd name="connsiteY103187" fmla="*/ 457140 h 2398711"/>
              <a:gd name="connsiteX103188" fmla="*/ 654333 w 2119654"/>
              <a:gd name="connsiteY103188" fmla="*/ 457045 h 2398711"/>
              <a:gd name="connsiteX103189" fmla="*/ 653753 w 2119654"/>
              <a:gd name="connsiteY103189" fmla="*/ 458746 h 2398711"/>
              <a:gd name="connsiteX103190" fmla="*/ 662584 w 2119654"/>
              <a:gd name="connsiteY103190" fmla="*/ 464416 h 2398711"/>
              <a:gd name="connsiteX103191" fmla="*/ 665446 w 2119654"/>
              <a:gd name="connsiteY103191" fmla="*/ 459023 h 2398711"/>
              <a:gd name="connsiteX103192" fmla="*/ 594950 w 2119654"/>
              <a:gd name="connsiteY103192" fmla="*/ 580005 h 2398711"/>
              <a:gd name="connsiteX103193" fmla="*/ 594916 w 2119654"/>
              <a:gd name="connsiteY103193" fmla="*/ 583067 h 2398711"/>
              <a:gd name="connsiteX103194" fmla="*/ 595160 w 2119654"/>
              <a:gd name="connsiteY103194" fmla="*/ 583501 h 2398711"/>
              <a:gd name="connsiteX103195" fmla="*/ 595117 w 2119654"/>
              <a:gd name="connsiteY103195" fmla="*/ 580118 h 2398711"/>
              <a:gd name="connsiteX103196" fmla="*/ 280161 w 2119654"/>
              <a:gd name="connsiteY103196" fmla="*/ 1284643 h 2398711"/>
              <a:gd name="connsiteX103197" fmla="*/ 283186 w 2119654"/>
              <a:gd name="connsiteY103197" fmla="*/ 1287887 h 2398711"/>
              <a:gd name="connsiteX103198" fmla="*/ 282706 w 2119654"/>
              <a:gd name="connsiteY103198" fmla="*/ 1286843 h 2398711"/>
              <a:gd name="connsiteX103199" fmla="*/ 239477 w 2119654"/>
              <a:gd name="connsiteY103199" fmla="*/ 1375672 h 2398711"/>
              <a:gd name="connsiteX103200" fmla="*/ 242447 w 2119654"/>
              <a:gd name="connsiteY103200" fmla="*/ 1382410 h 2398711"/>
              <a:gd name="connsiteX103201" fmla="*/ 268808 w 2119654"/>
              <a:gd name="connsiteY103201" fmla="*/ 1400831 h 2398711"/>
              <a:gd name="connsiteX103202" fmla="*/ 253450 w 2119654"/>
              <a:gd name="connsiteY103202" fmla="*/ 1387657 h 2398711"/>
              <a:gd name="connsiteX103203" fmla="*/ 252450 w 2119654"/>
              <a:gd name="connsiteY103203" fmla="*/ 1387262 h 2398711"/>
              <a:gd name="connsiteX103204" fmla="*/ 252302 w 2119654"/>
              <a:gd name="connsiteY103204" fmla="*/ 1386943 h 2398711"/>
              <a:gd name="connsiteX103205" fmla="*/ 252888 w 2119654"/>
              <a:gd name="connsiteY103205" fmla="*/ 1387174 h 2398711"/>
              <a:gd name="connsiteX103206" fmla="*/ 582379 w 2119654"/>
              <a:gd name="connsiteY103206" fmla="*/ 607531 h 2398711"/>
              <a:gd name="connsiteX103207" fmla="*/ 583097 w 2119654"/>
              <a:gd name="connsiteY103207" fmla="*/ 611179 h 2398711"/>
              <a:gd name="connsiteX103208" fmla="*/ 584483 w 2119654"/>
              <a:gd name="connsiteY103208" fmla="*/ 611963 h 2398711"/>
              <a:gd name="connsiteX103209" fmla="*/ 584412 w 2119654"/>
              <a:gd name="connsiteY103209" fmla="*/ 609982 h 2398711"/>
              <a:gd name="connsiteX103210" fmla="*/ 657183 w 2119654"/>
              <a:gd name="connsiteY103210" fmla="*/ 439932 h 2398711"/>
              <a:gd name="connsiteX103211" fmla="*/ 658865 w 2119654"/>
              <a:gd name="connsiteY103211" fmla="*/ 442142 h 2398711"/>
              <a:gd name="connsiteX103212" fmla="*/ 667504 w 2119654"/>
              <a:gd name="connsiteY103212" fmla="*/ 448470 h 2398711"/>
              <a:gd name="connsiteX103213" fmla="*/ 667448 w 2119654"/>
              <a:gd name="connsiteY103213" fmla="*/ 446741 h 2398711"/>
              <a:gd name="connsiteX103214" fmla="*/ 666333 w 2119654"/>
              <a:gd name="connsiteY103214" fmla="*/ 445635 h 2398711"/>
              <a:gd name="connsiteX103215" fmla="*/ 239520 w 2119654"/>
              <a:gd name="connsiteY103215" fmla="*/ 1374978 h 2398711"/>
              <a:gd name="connsiteX103216" fmla="*/ 254463 w 2119654"/>
              <a:gd name="connsiteY103216" fmla="*/ 1387796 h 2398711"/>
              <a:gd name="connsiteX103217" fmla="*/ 259370 w 2119654"/>
              <a:gd name="connsiteY103217" fmla="*/ 1389731 h 2398711"/>
              <a:gd name="connsiteX103218" fmla="*/ 242625 w 2119654"/>
              <a:gd name="connsiteY103218" fmla="*/ 1375986 h 2398711"/>
              <a:gd name="connsiteX103219" fmla="*/ 242584 w 2119654"/>
              <a:gd name="connsiteY103219" fmla="*/ 1375943 h 2398711"/>
              <a:gd name="connsiteX103220" fmla="*/ 240571 w 2119654"/>
              <a:gd name="connsiteY103220" fmla="*/ 1374425 h 2398711"/>
              <a:gd name="connsiteX103221" fmla="*/ 535836 w 2119654"/>
              <a:gd name="connsiteY103221" fmla="*/ 711430 h 2398711"/>
              <a:gd name="connsiteX103222" fmla="*/ 535812 w 2119654"/>
              <a:gd name="connsiteY103222" fmla="*/ 711611 h 2398711"/>
              <a:gd name="connsiteX103223" fmla="*/ 535860 w 2119654"/>
              <a:gd name="connsiteY103223" fmla="*/ 711507 h 2398711"/>
              <a:gd name="connsiteX103224" fmla="*/ 594621 w 2119654"/>
              <a:gd name="connsiteY103224" fmla="*/ 579789 h 2398711"/>
              <a:gd name="connsiteX103225" fmla="*/ 594410 w 2119654"/>
              <a:gd name="connsiteY103225" fmla="*/ 581862 h 2398711"/>
              <a:gd name="connsiteX103226" fmla="*/ 594715 w 2119654"/>
              <a:gd name="connsiteY103226" fmla="*/ 582691 h 2398711"/>
              <a:gd name="connsiteX103227" fmla="*/ 594748 w 2119654"/>
              <a:gd name="connsiteY103227" fmla="*/ 579869 h 2398711"/>
              <a:gd name="connsiteX103228" fmla="*/ 594691 w 2119654"/>
              <a:gd name="connsiteY103228" fmla="*/ 579831 h 2398711"/>
              <a:gd name="connsiteX103229" fmla="*/ 288663 w 2119654"/>
              <a:gd name="connsiteY103229" fmla="*/ 1264887 h 2398711"/>
              <a:gd name="connsiteX103230" fmla="*/ 288916 w 2119654"/>
              <a:gd name="connsiteY103230" fmla="*/ 1265925 h 2398711"/>
              <a:gd name="connsiteX103231" fmla="*/ 289087 w 2119654"/>
              <a:gd name="connsiteY103231" fmla="*/ 1266023 h 2398711"/>
              <a:gd name="connsiteX103232" fmla="*/ 288725 w 2119654"/>
              <a:gd name="connsiteY103232" fmla="*/ 1264971 h 2398711"/>
              <a:gd name="connsiteX103233" fmla="*/ 569586 w 2119654"/>
              <a:gd name="connsiteY103233" fmla="*/ 635744 h 2398711"/>
              <a:gd name="connsiteX103234" fmla="*/ 568706 w 2119654"/>
              <a:gd name="connsiteY103234" fmla="*/ 642727 h 2398711"/>
              <a:gd name="connsiteX103235" fmla="*/ 569758 w 2119654"/>
              <a:gd name="connsiteY103235" fmla="*/ 643362 h 2398711"/>
              <a:gd name="connsiteX103236" fmla="*/ 570738 w 2119654"/>
              <a:gd name="connsiteY103236" fmla="*/ 641463 h 2398711"/>
              <a:gd name="connsiteX103237" fmla="*/ 570084 w 2119654"/>
              <a:gd name="connsiteY103237" fmla="*/ 636083 h 2398711"/>
              <a:gd name="connsiteX103238" fmla="*/ 551092 w 2119654"/>
              <a:gd name="connsiteY103238" fmla="*/ 677041 h 2398711"/>
              <a:gd name="connsiteX103239" fmla="*/ 551089 w 2119654"/>
              <a:gd name="connsiteY103239" fmla="*/ 678288 h 2398711"/>
              <a:gd name="connsiteX103240" fmla="*/ 551329 w 2119654"/>
              <a:gd name="connsiteY103240" fmla="*/ 678350 h 2398711"/>
              <a:gd name="connsiteX103241" fmla="*/ 551235 w 2119654"/>
              <a:gd name="connsiteY103241" fmla="*/ 677142 h 2398711"/>
              <a:gd name="connsiteX103242" fmla="*/ 294974 w 2119654"/>
              <a:gd name="connsiteY103242" fmla="*/ 1250496 h 2398711"/>
              <a:gd name="connsiteX103243" fmla="*/ 295434 w 2119654"/>
              <a:gd name="connsiteY103243" fmla="*/ 1251380 h 2398711"/>
              <a:gd name="connsiteX103244" fmla="*/ 295218 w 2119654"/>
              <a:gd name="connsiteY103244" fmla="*/ 1250627 h 2398711"/>
              <a:gd name="connsiteX103245" fmla="*/ 319463 w 2119654"/>
              <a:gd name="connsiteY103245" fmla="*/ 1195633 h 2398711"/>
              <a:gd name="connsiteX103246" fmla="*/ 319734 w 2119654"/>
              <a:gd name="connsiteY103246" fmla="*/ 1196501 h 2398711"/>
              <a:gd name="connsiteX103247" fmla="*/ 320869 w 2119654"/>
              <a:gd name="connsiteY103247" fmla="*/ 1197850 h 2398711"/>
              <a:gd name="connsiteX103248" fmla="*/ 320868 w 2119654"/>
              <a:gd name="connsiteY103248" fmla="*/ 1197847 h 2398711"/>
              <a:gd name="connsiteX103249" fmla="*/ 319795 w 2119654"/>
              <a:gd name="connsiteY103249" fmla="*/ 1196084 h 2398711"/>
              <a:gd name="connsiteX103250" fmla="*/ 596434 w 2119654"/>
              <a:gd name="connsiteY103250" fmla="*/ 575219 h 2398711"/>
              <a:gd name="connsiteX103251" fmla="*/ 596477 w 2119654"/>
              <a:gd name="connsiteY103251" fmla="*/ 578610 h 2398711"/>
              <a:gd name="connsiteX103252" fmla="*/ 596543 w 2119654"/>
              <a:gd name="connsiteY103252" fmla="*/ 578818 h 2398711"/>
              <a:gd name="connsiteX103253" fmla="*/ 597291 w 2119654"/>
              <a:gd name="connsiteY103253" fmla="*/ 580874 h 2398711"/>
              <a:gd name="connsiteX103254" fmla="*/ 597631 w 2119654"/>
              <a:gd name="connsiteY103254" fmla="*/ 581077 h 2398711"/>
              <a:gd name="connsiteX103255" fmla="*/ 598399 w 2119654"/>
              <a:gd name="connsiteY103255" fmla="*/ 581457 h 2398711"/>
              <a:gd name="connsiteX103256" fmla="*/ 598677 w 2119654"/>
              <a:gd name="connsiteY103256" fmla="*/ 579733 h 2398711"/>
              <a:gd name="connsiteX103257" fmla="*/ 598122 w 2119654"/>
              <a:gd name="connsiteY103257" fmla="*/ 575732 h 2398711"/>
              <a:gd name="connsiteX103258" fmla="*/ 268257 w 2119654"/>
              <a:gd name="connsiteY103258" fmla="*/ 1310021 h 2398711"/>
              <a:gd name="connsiteX103259" fmla="*/ 268693 w 2119654"/>
              <a:gd name="connsiteY103259" fmla="*/ 1310777 h 2398711"/>
              <a:gd name="connsiteX103260" fmla="*/ 277313 w 2119654"/>
              <a:gd name="connsiteY103260" fmla="*/ 1317951 h 2398711"/>
              <a:gd name="connsiteX103261" fmla="*/ 277256 w 2119654"/>
              <a:gd name="connsiteY103261" fmla="*/ 1317749 h 2398711"/>
              <a:gd name="connsiteX103262" fmla="*/ 271396 w 2119654"/>
              <a:gd name="connsiteY103262" fmla="*/ 1312281 h 2398711"/>
              <a:gd name="connsiteX103263" fmla="*/ 271351 w 2119654"/>
              <a:gd name="connsiteY103263" fmla="*/ 1311991 h 2398711"/>
              <a:gd name="connsiteX103264" fmla="*/ 603421 w 2119654"/>
              <a:gd name="connsiteY103264" fmla="*/ 559508 h 2398711"/>
              <a:gd name="connsiteX103265" fmla="*/ 602918 w 2119654"/>
              <a:gd name="connsiteY103265" fmla="*/ 562625 h 2398711"/>
              <a:gd name="connsiteX103266" fmla="*/ 603157 w 2119654"/>
              <a:gd name="connsiteY103266" fmla="*/ 564780 h 2398711"/>
              <a:gd name="connsiteX103267" fmla="*/ 606250 w 2119654"/>
              <a:gd name="connsiteY103267" fmla="*/ 565164 h 2398711"/>
              <a:gd name="connsiteX103268" fmla="*/ 605178 w 2119654"/>
              <a:gd name="connsiteY103268" fmla="*/ 560040 h 2398711"/>
              <a:gd name="connsiteX103269" fmla="*/ 554988 w 2119654"/>
              <a:gd name="connsiteY103269" fmla="*/ 667920 h 2398711"/>
              <a:gd name="connsiteX103270" fmla="*/ 555036 w 2119654"/>
              <a:gd name="connsiteY103270" fmla="*/ 669283 h 2398711"/>
              <a:gd name="connsiteX103271" fmla="*/ 555300 w 2119654"/>
              <a:gd name="connsiteY103271" fmla="*/ 667972 h 2398711"/>
              <a:gd name="connsiteX103272" fmla="*/ 579355 w 2119654"/>
              <a:gd name="connsiteY103272" fmla="*/ 613301 h 2398711"/>
              <a:gd name="connsiteX103273" fmla="*/ 579855 w 2119654"/>
              <a:gd name="connsiteY103273" fmla="*/ 617413 h 2398711"/>
              <a:gd name="connsiteX103274" fmla="*/ 581963 w 2119654"/>
              <a:gd name="connsiteY103274" fmla="*/ 619715 h 2398711"/>
              <a:gd name="connsiteX103275" fmla="*/ 582882 w 2119654"/>
              <a:gd name="connsiteY103275" fmla="*/ 617934 h 2398711"/>
              <a:gd name="connsiteX103276" fmla="*/ 582959 w 2119654"/>
              <a:gd name="connsiteY103276" fmla="*/ 616875 h 2398711"/>
              <a:gd name="connsiteX103277" fmla="*/ 622454 w 2119654"/>
              <a:gd name="connsiteY103277" fmla="*/ 516650 h 2398711"/>
              <a:gd name="connsiteX103278" fmla="*/ 623608 w 2119654"/>
              <a:gd name="connsiteY103278" fmla="*/ 520267 h 2398711"/>
              <a:gd name="connsiteX103279" fmla="*/ 623933 w 2119654"/>
              <a:gd name="connsiteY103279" fmla="*/ 517690 h 2398711"/>
              <a:gd name="connsiteX103280" fmla="*/ 210621 w 2119654"/>
              <a:gd name="connsiteY103280" fmla="*/ 1438806 h 2398711"/>
              <a:gd name="connsiteX103281" fmla="*/ 213749 w 2119654"/>
              <a:gd name="connsiteY103281" fmla="*/ 1442777 h 2398711"/>
              <a:gd name="connsiteX103282" fmla="*/ 217213 w 2119654"/>
              <a:gd name="connsiteY103282" fmla="*/ 1447055 h 2398711"/>
              <a:gd name="connsiteX103283" fmla="*/ 223699 w 2119654"/>
              <a:gd name="connsiteY103283" fmla="*/ 1449437 h 2398711"/>
              <a:gd name="connsiteX103284" fmla="*/ 221698 w 2119654"/>
              <a:gd name="connsiteY103284" fmla="*/ 1446807 h 2398711"/>
              <a:gd name="connsiteX103285" fmla="*/ 321009 w 2119654"/>
              <a:gd name="connsiteY103285" fmla="*/ 1191607 h 2398711"/>
              <a:gd name="connsiteX103286" fmla="*/ 321261 w 2119654"/>
              <a:gd name="connsiteY103286" fmla="*/ 1192408 h 2398711"/>
              <a:gd name="connsiteX103287" fmla="*/ 321566 w 2119654"/>
              <a:gd name="connsiteY103287" fmla="*/ 1192822 h 2398711"/>
              <a:gd name="connsiteX103288" fmla="*/ 321505 w 2119654"/>
              <a:gd name="connsiteY103288" fmla="*/ 1192127 h 2398711"/>
              <a:gd name="connsiteX103289" fmla="*/ 699992 w 2119654"/>
              <a:gd name="connsiteY103289" fmla="*/ 342933 h 2398711"/>
              <a:gd name="connsiteX103290" fmla="*/ 703773 w 2119654"/>
              <a:gd name="connsiteY103290" fmla="*/ 367722 h 2398711"/>
              <a:gd name="connsiteX103291" fmla="*/ 705810 w 2119654"/>
              <a:gd name="connsiteY103291" fmla="*/ 362151 h 2398711"/>
              <a:gd name="connsiteX103292" fmla="*/ 710040 w 2119654"/>
              <a:gd name="connsiteY103292" fmla="*/ 351875 h 2398711"/>
              <a:gd name="connsiteX103293" fmla="*/ 701512 w 2119654"/>
              <a:gd name="connsiteY103293" fmla="*/ 344254 h 2398711"/>
              <a:gd name="connsiteX103294" fmla="*/ 223105 w 2119654"/>
              <a:gd name="connsiteY103294" fmla="*/ 1410753 h 2398711"/>
              <a:gd name="connsiteX103295" fmla="*/ 223958 w 2119654"/>
              <a:gd name="connsiteY103295" fmla="*/ 1411836 h 2398711"/>
              <a:gd name="connsiteX103296" fmla="*/ 238423 w 2119654"/>
              <a:gd name="connsiteY103296" fmla="*/ 1424259 h 2398711"/>
              <a:gd name="connsiteX103297" fmla="*/ 237209 w 2119654"/>
              <a:gd name="connsiteY103297" fmla="*/ 1421505 h 2398711"/>
              <a:gd name="connsiteX103298" fmla="*/ 235536 w 2119654"/>
              <a:gd name="connsiteY103298" fmla="*/ 1418822 h 2398711"/>
              <a:gd name="connsiteX103299" fmla="*/ 233048 w 2119654"/>
              <a:gd name="connsiteY103299" fmla="*/ 1414711 h 2398711"/>
              <a:gd name="connsiteX103300" fmla="*/ 230609 w 2119654"/>
              <a:gd name="connsiteY103300" fmla="*/ 1413770 h 2398711"/>
              <a:gd name="connsiteX103301" fmla="*/ 536018 w 2119654"/>
              <a:gd name="connsiteY103301" fmla="*/ 710014 h 2398711"/>
              <a:gd name="connsiteX103302" fmla="*/ 535944 w 2119654"/>
              <a:gd name="connsiteY103302" fmla="*/ 710589 h 2398711"/>
              <a:gd name="connsiteX103303" fmla="*/ 536084 w 2119654"/>
              <a:gd name="connsiteY103303" fmla="*/ 711027 h 2398711"/>
              <a:gd name="connsiteX103304" fmla="*/ 536442 w 2119654"/>
              <a:gd name="connsiteY103304" fmla="*/ 710258 h 2398711"/>
              <a:gd name="connsiteX103305" fmla="*/ 594764 w 2119654"/>
              <a:gd name="connsiteY103305" fmla="*/ 578384 h 2398711"/>
              <a:gd name="connsiteX103306" fmla="*/ 594670 w 2119654"/>
              <a:gd name="connsiteY103306" fmla="*/ 579310 h 2398711"/>
              <a:gd name="connsiteX103307" fmla="*/ 594754 w 2119654"/>
              <a:gd name="connsiteY103307" fmla="*/ 579360 h 2398711"/>
              <a:gd name="connsiteX103308" fmla="*/ 564777 w 2119654"/>
              <a:gd name="connsiteY103308" fmla="*/ 645522 h 2398711"/>
              <a:gd name="connsiteX103309" fmla="*/ 565229 w 2119654"/>
              <a:gd name="connsiteY103309" fmla="*/ 648675 h 2398711"/>
              <a:gd name="connsiteX103310" fmla="*/ 566350 w 2119654"/>
              <a:gd name="connsiteY103310" fmla="*/ 649963 h 2398711"/>
              <a:gd name="connsiteX103311" fmla="*/ 566765 w 2119654"/>
              <a:gd name="connsiteY103311" fmla="*/ 649158 h 2398711"/>
              <a:gd name="connsiteX103312" fmla="*/ 566957 w 2119654"/>
              <a:gd name="connsiteY103312" fmla="*/ 646792 h 2398711"/>
              <a:gd name="connsiteX103313" fmla="*/ 534880 w 2119654"/>
              <a:gd name="connsiteY103313" fmla="*/ 711986 h 2398711"/>
              <a:gd name="connsiteX103314" fmla="*/ 535114 w 2119654"/>
              <a:gd name="connsiteY103314" fmla="*/ 713105 h 2398711"/>
              <a:gd name="connsiteX103315" fmla="*/ 535495 w 2119654"/>
              <a:gd name="connsiteY103315" fmla="*/ 712291 h 2398711"/>
              <a:gd name="connsiteX103316" fmla="*/ 283200 w 2119654"/>
              <a:gd name="connsiteY103316" fmla="*/ 1275348 h 2398711"/>
              <a:gd name="connsiteX103317" fmla="*/ 283374 w 2119654"/>
              <a:gd name="connsiteY103317" fmla="*/ 1275732 h 2398711"/>
              <a:gd name="connsiteX103318" fmla="*/ 284154 w 2119654"/>
              <a:gd name="connsiteY103318" fmla="*/ 1276474 h 2398711"/>
              <a:gd name="connsiteX103319" fmla="*/ 283988 w 2119654"/>
              <a:gd name="connsiteY103319" fmla="*/ 1275791 h 2398711"/>
              <a:gd name="connsiteX103320" fmla="*/ 535703 w 2119654"/>
              <a:gd name="connsiteY103320" fmla="*/ 709832 h 2398711"/>
              <a:gd name="connsiteX103321" fmla="*/ 535827 w 2119654"/>
              <a:gd name="connsiteY103321" fmla="*/ 710220 h 2398711"/>
              <a:gd name="connsiteX103322" fmla="*/ 535863 w 2119654"/>
              <a:gd name="connsiteY103322" fmla="*/ 709924 h 2398711"/>
              <a:gd name="connsiteX103323" fmla="*/ 551096 w 2119654"/>
              <a:gd name="connsiteY103323" fmla="*/ 675339 h 2398711"/>
              <a:gd name="connsiteX103324" fmla="*/ 551092 w 2119654"/>
              <a:gd name="connsiteY103324" fmla="*/ 676770 h 2398711"/>
              <a:gd name="connsiteX103325" fmla="*/ 551213 w 2119654"/>
              <a:gd name="connsiteY103325" fmla="*/ 676855 h 2398711"/>
              <a:gd name="connsiteX103326" fmla="*/ 653014 w 2119654"/>
              <a:gd name="connsiteY103326" fmla="*/ 446894 h 2398711"/>
              <a:gd name="connsiteX103327" fmla="*/ 652171 w 2119654"/>
              <a:gd name="connsiteY103327" fmla="*/ 451551 h 2398711"/>
              <a:gd name="connsiteX103328" fmla="*/ 665868 w 2119654"/>
              <a:gd name="connsiteY103328" fmla="*/ 458230 h 2398711"/>
              <a:gd name="connsiteX103329" fmla="*/ 666255 w 2119654"/>
              <a:gd name="connsiteY103329" fmla="*/ 457501 h 2398711"/>
              <a:gd name="connsiteX103330" fmla="*/ 554244 w 2119654"/>
              <a:gd name="connsiteY103330" fmla="*/ 667795 h 2398711"/>
              <a:gd name="connsiteX103331" fmla="*/ 554343 w 2119654"/>
              <a:gd name="connsiteY103331" fmla="*/ 669075 h 2398711"/>
              <a:gd name="connsiteX103332" fmla="*/ 554903 w 2119654"/>
              <a:gd name="connsiteY103332" fmla="*/ 669632 h 2398711"/>
              <a:gd name="connsiteX103333" fmla="*/ 554842 w 2119654"/>
              <a:gd name="connsiteY103333" fmla="*/ 667896 h 2398711"/>
              <a:gd name="connsiteX103334" fmla="*/ 611062 w 2119654"/>
              <a:gd name="connsiteY103334" fmla="*/ 540545 h 2398711"/>
              <a:gd name="connsiteX103335" fmla="*/ 610948 w 2119654"/>
              <a:gd name="connsiteY103335" fmla="*/ 541746 h 2398711"/>
              <a:gd name="connsiteX103336" fmla="*/ 610882 w 2119654"/>
              <a:gd name="connsiteY103336" fmla="*/ 544740 h 2398711"/>
              <a:gd name="connsiteX103337" fmla="*/ 612891 w 2119654"/>
              <a:gd name="connsiteY103337" fmla="*/ 546813 h 2398711"/>
              <a:gd name="connsiteX103338" fmla="*/ 612415 w 2119654"/>
              <a:gd name="connsiteY103338" fmla="*/ 542401 h 2398711"/>
              <a:gd name="connsiteX103339" fmla="*/ 612592 w 2119654"/>
              <a:gd name="connsiteY103339" fmla="*/ 542120 h 2398711"/>
              <a:gd name="connsiteX103340" fmla="*/ 613126 w 2119654"/>
              <a:gd name="connsiteY103340" fmla="*/ 547055 h 2398711"/>
              <a:gd name="connsiteX103341" fmla="*/ 615823 w 2119654"/>
              <a:gd name="connsiteY103341" fmla="*/ 549835 h 2398711"/>
              <a:gd name="connsiteX103342" fmla="*/ 616017 w 2119654"/>
              <a:gd name="connsiteY103342" fmla="*/ 549199 h 2398711"/>
              <a:gd name="connsiteX103343" fmla="*/ 616098 w 2119654"/>
              <a:gd name="connsiteY103343" fmla="*/ 548395 h 2398711"/>
              <a:gd name="connsiteX103344" fmla="*/ 616623 w 2119654"/>
              <a:gd name="connsiteY103344" fmla="*/ 544718 h 2398711"/>
              <a:gd name="connsiteX103345" fmla="*/ 321635 w 2119654"/>
              <a:gd name="connsiteY103345" fmla="*/ 1188584 h 2398711"/>
              <a:gd name="connsiteX103346" fmla="*/ 321840 w 2119654"/>
              <a:gd name="connsiteY103346" fmla="*/ 1190899 h 2398711"/>
              <a:gd name="connsiteX103347" fmla="*/ 322194 w 2119654"/>
              <a:gd name="connsiteY103347" fmla="*/ 1191270 h 2398711"/>
              <a:gd name="connsiteX103348" fmla="*/ 321913 w 2119654"/>
              <a:gd name="connsiteY103348" fmla="*/ 1189010 h 2398711"/>
              <a:gd name="connsiteX103349" fmla="*/ 671454 w 2119654"/>
              <a:gd name="connsiteY103349" fmla="*/ 405268 h 2398711"/>
              <a:gd name="connsiteX103350" fmla="*/ 672438 w 2119654"/>
              <a:gd name="connsiteY103350" fmla="*/ 414369 h 2398711"/>
              <a:gd name="connsiteX103351" fmla="*/ 675430 w 2119654"/>
              <a:gd name="connsiteY103351" fmla="*/ 419550 h 2398711"/>
              <a:gd name="connsiteX103352" fmla="*/ 675006 w 2119654"/>
              <a:gd name="connsiteY103352" fmla="*/ 407734 h 2398711"/>
              <a:gd name="connsiteX103353" fmla="*/ 673625 w 2119654"/>
              <a:gd name="connsiteY103353" fmla="*/ 406759 h 2398711"/>
              <a:gd name="connsiteX103354" fmla="*/ 578789 w 2119654"/>
              <a:gd name="connsiteY103354" fmla="*/ 612740 h 2398711"/>
              <a:gd name="connsiteX103355" fmla="*/ 578651 w 2119654"/>
              <a:gd name="connsiteY103355" fmla="*/ 615157 h 2398711"/>
              <a:gd name="connsiteX103356" fmla="*/ 579172 w 2119654"/>
              <a:gd name="connsiteY103356" fmla="*/ 616666 h 2398711"/>
              <a:gd name="connsiteX103357" fmla="*/ 579546 w 2119654"/>
              <a:gd name="connsiteY103357" fmla="*/ 617075 h 2398711"/>
              <a:gd name="connsiteX103358" fmla="*/ 579050 w 2119654"/>
              <a:gd name="connsiteY103358" fmla="*/ 612999 h 2398711"/>
              <a:gd name="connsiteX103359" fmla="*/ 570198 w 2119654"/>
              <a:gd name="connsiteY103359" fmla="*/ 631956 h 2398711"/>
              <a:gd name="connsiteX103360" fmla="*/ 570486 w 2119654"/>
              <a:gd name="connsiteY103360" fmla="*/ 634325 h 2398711"/>
              <a:gd name="connsiteX103361" fmla="*/ 573397 w 2119654"/>
              <a:gd name="connsiteY103361" fmla="*/ 636314 h 2398711"/>
              <a:gd name="connsiteX103362" fmla="*/ 575105 w 2119654"/>
              <a:gd name="connsiteY103362" fmla="*/ 633003 h 2398711"/>
              <a:gd name="connsiteX103363" fmla="*/ 584325 w 2119654"/>
              <a:gd name="connsiteY103363" fmla="*/ 600265 h 2398711"/>
              <a:gd name="connsiteX103364" fmla="*/ 584425 w 2119654"/>
              <a:gd name="connsiteY103364" fmla="*/ 602983 h 2398711"/>
              <a:gd name="connsiteX103365" fmla="*/ 584479 w 2119654"/>
              <a:gd name="connsiteY103365" fmla="*/ 603684 h 2398711"/>
              <a:gd name="connsiteX103366" fmla="*/ 584687 w 2119654"/>
              <a:gd name="connsiteY103366" fmla="*/ 603936 h 2398711"/>
              <a:gd name="connsiteX103367" fmla="*/ 585153 w 2119654"/>
              <a:gd name="connsiteY103367" fmla="*/ 604325 h 2398711"/>
              <a:gd name="connsiteX103368" fmla="*/ 587831 w 2119654"/>
              <a:gd name="connsiteY103368" fmla="*/ 605559 h 2398711"/>
              <a:gd name="connsiteX103369" fmla="*/ 586444 w 2119654"/>
              <a:gd name="connsiteY103369" fmla="*/ 601546 h 2398711"/>
              <a:gd name="connsiteX103370" fmla="*/ 650589 w 2119654"/>
              <a:gd name="connsiteY103370" fmla="*/ 451778 h 2398711"/>
              <a:gd name="connsiteX103371" fmla="*/ 650656 w 2119654"/>
              <a:gd name="connsiteY103371" fmla="*/ 452185 h 2398711"/>
              <a:gd name="connsiteX103372" fmla="*/ 650718 w 2119654"/>
              <a:gd name="connsiteY103372" fmla="*/ 451841 h 2398711"/>
              <a:gd name="connsiteX103373" fmla="*/ 226401 w 2119654"/>
              <a:gd name="connsiteY103373" fmla="*/ 1401585 h 2398711"/>
              <a:gd name="connsiteX103374" fmla="*/ 229307 w 2119654"/>
              <a:gd name="connsiteY103374" fmla="*/ 1405958 h 2398711"/>
              <a:gd name="connsiteX103375" fmla="*/ 230841 w 2119654"/>
              <a:gd name="connsiteY103375" fmla="*/ 1407051 h 2398711"/>
              <a:gd name="connsiteX103376" fmla="*/ 229457 w 2119654"/>
              <a:gd name="connsiteY103376" fmla="*/ 1403910 h 2398711"/>
              <a:gd name="connsiteX103377" fmla="*/ 533585 w 2119654"/>
              <a:gd name="connsiteY103377" fmla="*/ 713736 h 2398711"/>
              <a:gd name="connsiteX103378" fmla="*/ 533511 w 2119654"/>
              <a:gd name="connsiteY103378" fmla="*/ 714100 h 2398711"/>
              <a:gd name="connsiteX103379" fmla="*/ 534131 w 2119654"/>
              <a:gd name="connsiteY103379" fmla="*/ 715210 h 2398711"/>
              <a:gd name="connsiteX103380" fmla="*/ 534499 w 2119654"/>
              <a:gd name="connsiteY103380" fmla="*/ 714422 h 2398711"/>
              <a:gd name="connsiteX103381" fmla="*/ 621760 w 2119654"/>
              <a:gd name="connsiteY103381" fmla="*/ 516161 h 2398711"/>
              <a:gd name="connsiteX103382" fmla="*/ 621499 w 2119654"/>
              <a:gd name="connsiteY103382" fmla="*/ 518717 h 2398711"/>
              <a:gd name="connsiteX103383" fmla="*/ 621776 w 2119654"/>
              <a:gd name="connsiteY103383" fmla="*/ 520158 h 2398711"/>
              <a:gd name="connsiteX103384" fmla="*/ 622288 w 2119654"/>
              <a:gd name="connsiteY103384" fmla="*/ 522064 h 2398711"/>
              <a:gd name="connsiteX103385" fmla="*/ 623286 w 2119654"/>
              <a:gd name="connsiteY103385" fmla="*/ 522825 h 2398711"/>
              <a:gd name="connsiteX103386" fmla="*/ 623536 w 2119654"/>
              <a:gd name="connsiteY103386" fmla="*/ 520839 h 2398711"/>
              <a:gd name="connsiteX103387" fmla="*/ 622210 w 2119654"/>
              <a:gd name="connsiteY103387" fmla="*/ 516478 h 2398711"/>
              <a:gd name="connsiteX103388" fmla="*/ 222340 w 2119654"/>
              <a:gd name="connsiteY103388" fmla="*/ 1410446 h 2398711"/>
              <a:gd name="connsiteX103389" fmla="*/ 223014 w 2119654"/>
              <a:gd name="connsiteY103389" fmla="*/ 1411025 h 2398711"/>
              <a:gd name="connsiteX103390" fmla="*/ 222659 w 2119654"/>
              <a:gd name="connsiteY103390" fmla="*/ 1410574 h 2398711"/>
              <a:gd name="connsiteX103391" fmla="*/ 666894 w 2119654"/>
              <a:gd name="connsiteY103391" fmla="*/ 414809 h 2398711"/>
              <a:gd name="connsiteX103392" fmla="*/ 667081 w 2119654"/>
              <a:gd name="connsiteY103392" fmla="*/ 420592 h 2398711"/>
              <a:gd name="connsiteX103393" fmla="*/ 671388 w 2119654"/>
              <a:gd name="connsiteY103393" fmla="*/ 424486 h 2398711"/>
              <a:gd name="connsiteX103394" fmla="*/ 671508 w 2119654"/>
              <a:gd name="connsiteY103394" fmla="*/ 422799 h 2398711"/>
              <a:gd name="connsiteX103395" fmla="*/ 595040 w 2119654"/>
              <a:gd name="connsiteY103395" fmla="*/ 575686 h 2398711"/>
              <a:gd name="connsiteX103396" fmla="*/ 594994 w 2119654"/>
              <a:gd name="connsiteY103396" fmla="*/ 576131 h 2398711"/>
              <a:gd name="connsiteX103397" fmla="*/ 594956 w 2119654"/>
              <a:gd name="connsiteY103397" fmla="*/ 579482 h 2398711"/>
              <a:gd name="connsiteX103398" fmla="*/ 595111 w 2119654"/>
              <a:gd name="connsiteY103398" fmla="*/ 579573 h 2398711"/>
              <a:gd name="connsiteX103399" fmla="*/ 595062 w 2119654"/>
              <a:gd name="connsiteY103399" fmla="*/ 575755 h 2398711"/>
              <a:gd name="connsiteX103400" fmla="*/ 282634 w 2119654"/>
              <a:gd name="connsiteY103400" fmla="*/ 1275028 h 2398711"/>
              <a:gd name="connsiteX103401" fmla="*/ 282992 w 2119654"/>
              <a:gd name="connsiteY103401" fmla="*/ 1275369 h 2398711"/>
              <a:gd name="connsiteX103402" fmla="*/ 282908 w 2119654"/>
              <a:gd name="connsiteY103402" fmla="*/ 1275183 h 2398711"/>
              <a:gd name="connsiteX103403" fmla="*/ 611785 w 2119654"/>
              <a:gd name="connsiteY103403" fmla="*/ 537975 h 2398711"/>
              <a:gd name="connsiteX103404" fmla="*/ 614552 w 2119654"/>
              <a:gd name="connsiteY103404" fmla="*/ 540313 h 2398711"/>
              <a:gd name="connsiteX103405" fmla="*/ 617060 w 2119654"/>
              <a:gd name="connsiteY103405" fmla="*/ 541638 h 2398711"/>
              <a:gd name="connsiteX103406" fmla="*/ 617306 w 2119654"/>
              <a:gd name="connsiteY103406" fmla="*/ 539911 h 2398711"/>
              <a:gd name="connsiteX103407" fmla="*/ 617305 w 2119654"/>
              <a:gd name="connsiteY103407" fmla="*/ 539904 h 2398711"/>
              <a:gd name="connsiteX103408" fmla="*/ 604136 w 2119654"/>
              <a:gd name="connsiteY103408" fmla="*/ 555073 h 2398711"/>
              <a:gd name="connsiteX103409" fmla="*/ 603722 w 2119654"/>
              <a:gd name="connsiteY103409" fmla="*/ 557637 h 2398711"/>
              <a:gd name="connsiteX103410" fmla="*/ 604748 w 2119654"/>
              <a:gd name="connsiteY103410" fmla="*/ 557995 h 2398711"/>
              <a:gd name="connsiteX103411" fmla="*/ 604508 w 2119654"/>
              <a:gd name="connsiteY103411" fmla="*/ 554137 h 2398711"/>
              <a:gd name="connsiteX103412" fmla="*/ 605361 w 2119654"/>
              <a:gd name="connsiteY103412" fmla="*/ 558209 h 2398711"/>
              <a:gd name="connsiteX103413" fmla="*/ 606122 w 2119654"/>
              <a:gd name="connsiteY103413" fmla="*/ 558474 h 2398711"/>
              <a:gd name="connsiteX103414" fmla="*/ 605925 w 2119654"/>
              <a:gd name="connsiteY103414" fmla="*/ 556393 h 2398711"/>
              <a:gd name="connsiteX103415" fmla="*/ 578863 w 2119654"/>
              <a:gd name="connsiteY103415" fmla="*/ 611460 h 2398711"/>
              <a:gd name="connsiteX103416" fmla="*/ 578808 w 2119654"/>
              <a:gd name="connsiteY103416" fmla="*/ 612410 h 2398711"/>
              <a:gd name="connsiteX103417" fmla="*/ 579001 w 2119654"/>
              <a:gd name="connsiteY103417" fmla="*/ 612593 h 2398711"/>
              <a:gd name="connsiteX103418" fmla="*/ 611209 w 2119654"/>
              <a:gd name="connsiteY103418" fmla="*/ 539000 h 2398711"/>
              <a:gd name="connsiteX103419" fmla="*/ 611095 w 2119654"/>
              <a:gd name="connsiteY103419" fmla="*/ 540197 h 2398711"/>
              <a:gd name="connsiteX103420" fmla="*/ 616671 w 2119654"/>
              <a:gd name="connsiteY103420" fmla="*/ 544381 h 2398711"/>
              <a:gd name="connsiteX103421" fmla="*/ 616820 w 2119654"/>
              <a:gd name="connsiteY103421" fmla="*/ 543332 h 2398711"/>
              <a:gd name="connsiteX103422" fmla="*/ 612970 w 2119654"/>
              <a:gd name="connsiteY103422" fmla="*/ 539931 h 2398711"/>
              <a:gd name="connsiteX103423" fmla="*/ 606899 w 2119654"/>
              <a:gd name="connsiteY103423" fmla="*/ 548605 h 2398711"/>
              <a:gd name="connsiteX103424" fmla="*/ 606986 w 2119654"/>
              <a:gd name="connsiteY103424" fmla="*/ 549520 h 2398711"/>
              <a:gd name="connsiteX103425" fmla="*/ 608284 w 2119654"/>
              <a:gd name="connsiteY103425" fmla="*/ 553052 h 2398711"/>
              <a:gd name="connsiteX103426" fmla="*/ 608685 w 2119654"/>
              <a:gd name="connsiteY103426" fmla="*/ 550341 h 2398711"/>
              <a:gd name="connsiteX103427" fmla="*/ 534024 w 2119654"/>
              <a:gd name="connsiteY103427" fmla="*/ 711564 h 2398711"/>
              <a:gd name="connsiteX103428" fmla="*/ 533649 w 2119654"/>
              <a:gd name="connsiteY103428" fmla="*/ 713413 h 2398711"/>
              <a:gd name="connsiteX103429" fmla="*/ 534627 w 2119654"/>
              <a:gd name="connsiteY103429" fmla="*/ 714147 h 2398711"/>
              <a:gd name="connsiteX103430" fmla="*/ 534905 w 2119654"/>
              <a:gd name="connsiteY103430" fmla="*/ 713552 h 2398711"/>
              <a:gd name="connsiteX103431" fmla="*/ 534569 w 2119654"/>
              <a:gd name="connsiteY103431" fmla="*/ 711833 h 2398711"/>
              <a:gd name="connsiteX103432" fmla="*/ 611265 w 2119654"/>
              <a:gd name="connsiteY103432" fmla="*/ 538423 h 2398711"/>
              <a:gd name="connsiteX103433" fmla="*/ 611251 w 2119654"/>
              <a:gd name="connsiteY103433" fmla="*/ 538570 h 2398711"/>
              <a:gd name="connsiteX103434" fmla="*/ 611699 w 2119654"/>
              <a:gd name="connsiteY103434" fmla="*/ 538807 h 2398711"/>
              <a:gd name="connsiteX103435" fmla="*/ 579027 w 2119654"/>
              <a:gd name="connsiteY103435" fmla="*/ 610605 h 2398711"/>
              <a:gd name="connsiteX103436" fmla="*/ 579303 w 2119654"/>
              <a:gd name="connsiteY103436" fmla="*/ 612880 h 2398711"/>
              <a:gd name="connsiteX103437" fmla="*/ 582995 w 2119654"/>
              <a:gd name="connsiteY103437" fmla="*/ 616382 h 2398711"/>
              <a:gd name="connsiteX103438" fmla="*/ 583201 w 2119654"/>
              <a:gd name="connsiteY103438" fmla="*/ 613564 h 2398711"/>
              <a:gd name="connsiteX103439" fmla="*/ 583042 w 2119654"/>
              <a:gd name="connsiteY103439" fmla="*/ 612756 h 2398711"/>
              <a:gd name="connsiteX103440" fmla="*/ 262549 w 2119654"/>
              <a:gd name="connsiteY103440" fmla="*/ 1318915 h 2398711"/>
              <a:gd name="connsiteX103441" fmla="*/ 263103 w 2119654"/>
              <a:gd name="connsiteY103441" fmla="*/ 1320222 h 2398711"/>
              <a:gd name="connsiteX103442" fmla="*/ 270747 w 2119654"/>
              <a:gd name="connsiteY103442" fmla="*/ 1336444 h 2398711"/>
              <a:gd name="connsiteX103443" fmla="*/ 274702 w 2119654"/>
              <a:gd name="connsiteY103443" fmla="*/ 1339360 h 2398711"/>
              <a:gd name="connsiteX103444" fmla="*/ 279767 w 2119654"/>
              <a:gd name="connsiteY103444" fmla="*/ 1342790 h 2398711"/>
              <a:gd name="connsiteX103445" fmla="*/ 285143 w 2119654"/>
              <a:gd name="connsiteY103445" fmla="*/ 1345738 h 2398711"/>
              <a:gd name="connsiteX103446" fmla="*/ 281041 w 2119654"/>
              <a:gd name="connsiteY103446" fmla="*/ 1338629 h 2398711"/>
              <a:gd name="connsiteX103447" fmla="*/ 272385 w 2119654"/>
              <a:gd name="connsiteY103447" fmla="*/ 1330116 h 2398711"/>
              <a:gd name="connsiteX103448" fmla="*/ 534275 w 2119654"/>
              <a:gd name="connsiteY103448" fmla="*/ 710328 h 2398711"/>
              <a:gd name="connsiteX103449" fmla="*/ 534178 w 2119654"/>
              <a:gd name="connsiteY103449" fmla="*/ 710807 h 2398711"/>
              <a:gd name="connsiteX103450" fmla="*/ 534389 w 2119654"/>
              <a:gd name="connsiteY103450" fmla="*/ 710912 h 2398711"/>
              <a:gd name="connsiteX103451" fmla="*/ 288078 w 2119654"/>
              <a:gd name="connsiteY103451" fmla="*/ 1261543 h 2398711"/>
              <a:gd name="connsiteX103452" fmla="*/ 288500 w 2119654"/>
              <a:gd name="connsiteY103452" fmla="*/ 1262716 h 2398711"/>
              <a:gd name="connsiteX103453" fmla="*/ 291427 w 2119654"/>
              <a:gd name="connsiteY103453" fmla="*/ 1266747 h 2398711"/>
              <a:gd name="connsiteX103454" fmla="*/ 290239 w 2119654"/>
              <a:gd name="connsiteY103454" fmla="*/ 1264115 h 2398711"/>
              <a:gd name="connsiteX103455" fmla="*/ 293878 w 2119654"/>
              <a:gd name="connsiteY103455" fmla="*/ 1248394 h 2398711"/>
              <a:gd name="connsiteX103456" fmla="*/ 294560 w 2119654"/>
              <a:gd name="connsiteY103456" fmla="*/ 1249704 h 2398711"/>
              <a:gd name="connsiteX103457" fmla="*/ 295023 w 2119654"/>
              <a:gd name="connsiteY103457" fmla="*/ 1249952 h 2398711"/>
              <a:gd name="connsiteX103458" fmla="*/ 294878 w 2119654"/>
              <a:gd name="connsiteY103458" fmla="*/ 1249448 h 2398711"/>
              <a:gd name="connsiteX103459" fmla="*/ 294460 w 2119654"/>
              <a:gd name="connsiteY103459" fmla="*/ 1248954 h 2398711"/>
              <a:gd name="connsiteX103460" fmla="*/ 275184 w 2119654"/>
              <a:gd name="connsiteY103460" fmla="*/ 1290253 h 2398711"/>
              <a:gd name="connsiteX103461" fmla="*/ 275433 w 2119654"/>
              <a:gd name="connsiteY103461" fmla="*/ 1290580 h 2398711"/>
              <a:gd name="connsiteX103462" fmla="*/ 275515 w 2119654"/>
              <a:gd name="connsiteY103462" fmla="*/ 1290650 h 2398711"/>
              <a:gd name="connsiteX103463" fmla="*/ 318171 w 2119654"/>
              <a:gd name="connsiteY103463" fmla="*/ 1193874 h 2398711"/>
              <a:gd name="connsiteX103464" fmla="*/ 318280 w 2119654"/>
              <a:gd name="connsiteY103464" fmla="*/ 1194774 h 2398711"/>
              <a:gd name="connsiteX103465" fmla="*/ 319449 w 2119654"/>
              <a:gd name="connsiteY103465" fmla="*/ 1196162 h 2398711"/>
              <a:gd name="connsiteX103466" fmla="*/ 319150 w 2119654"/>
              <a:gd name="connsiteY103466" fmla="*/ 1195208 h 2398711"/>
              <a:gd name="connsiteX103467" fmla="*/ 213195 w 2119654"/>
              <a:gd name="connsiteY103467" fmla="*/ 1428918 h 2398711"/>
              <a:gd name="connsiteX103468" fmla="*/ 215616 w 2119654"/>
              <a:gd name="connsiteY103468" fmla="*/ 1432799 h 2398711"/>
              <a:gd name="connsiteX103469" fmla="*/ 244823 w 2119654"/>
              <a:gd name="connsiteY103469" fmla="*/ 1448529 h 2398711"/>
              <a:gd name="connsiteX103470" fmla="*/ 246193 w 2119654"/>
              <a:gd name="connsiteY103470" fmla="*/ 1447150 h 2398711"/>
              <a:gd name="connsiteX103471" fmla="*/ 241887 w 2119654"/>
              <a:gd name="connsiteY103471" fmla="*/ 1444172 h 2398711"/>
              <a:gd name="connsiteX103472" fmla="*/ 233464 w 2119654"/>
              <a:gd name="connsiteY103472" fmla="*/ 1438172 h 2398711"/>
              <a:gd name="connsiteX103473" fmla="*/ 230008 w 2119654"/>
              <a:gd name="connsiteY103473" fmla="*/ 1436707 h 2398711"/>
              <a:gd name="connsiteX103474" fmla="*/ 185723 w 2119654"/>
              <a:gd name="connsiteY103474" fmla="*/ 1490418 h 2398711"/>
              <a:gd name="connsiteX103475" fmla="*/ 189407 w 2119654"/>
              <a:gd name="connsiteY103475" fmla="*/ 1496820 h 2398711"/>
              <a:gd name="connsiteX103476" fmla="*/ 197221 w 2119654"/>
              <a:gd name="connsiteY103476" fmla="*/ 1501699 h 2398711"/>
              <a:gd name="connsiteX103477" fmla="*/ 202903 w 2119654"/>
              <a:gd name="connsiteY103477" fmla="*/ 1504559 h 2398711"/>
              <a:gd name="connsiteX103478" fmla="*/ 214224 w 2119654"/>
              <a:gd name="connsiteY103478" fmla="*/ 1505825 h 2398711"/>
              <a:gd name="connsiteX103479" fmla="*/ 210147 w 2119654"/>
              <a:gd name="connsiteY103479" fmla="*/ 1500723 h 2398711"/>
              <a:gd name="connsiteX103480" fmla="*/ 195605 w 2119654"/>
              <a:gd name="connsiteY103480" fmla="*/ 1494681 h 2398711"/>
              <a:gd name="connsiteX103481" fmla="*/ 584244 w 2119654"/>
              <a:gd name="connsiteY103481" fmla="*/ 598003 h 2398711"/>
              <a:gd name="connsiteX103482" fmla="*/ 584304 w 2119654"/>
              <a:gd name="connsiteY103482" fmla="*/ 599654 h 2398711"/>
              <a:gd name="connsiteX103483" fmla="*/ 586184 w 2119654"/>
              <a:gd name="connsiteY103483" fmla="*/ 600790 h 2398711"/>
              <a:gd name="connsiteX103484" fmla="*/ 585373 w 2119654"/>
              <a:gd name="connsiteY103484" fmla="*/ 598443 h 2398711"/>
              <a:gd name="connsiteX103485" fmla="*/ 653923 w 2119654"/>
              <a:gd name="connsiteY103485" fmla="*/ 441879 h 2398711"/>
              <a:gd name="connsiteX103486" fmla="*/ 653182 w 2119654"/>
              <a:gd name="connsiteY103486" fmla="*/ 445966 h 2398711"/>
              <a:gd name="connsiteX103487" fmla="*/ 657197 w 2119654"/>
              <a:gd name="connsiteY103487" fmla="*/ 448926 h 2398711"/>
              <a:gd name="connsiteX103488" fmla="*/ 666745 w 2119654"/>
              <a:gd name="connsiteY103488" fmla="*/ 456577 h 2398711"/>
              <a:gd name="connsiteX103489" fmla="*/ 667708 w 2119654"/>
              <a:gd name="connsiteY103489" fmla="*/ 454763 h 2398711"/>
              <a:gd name="connsiteX103490" fmla="*/ 667697 w 2119654"/>
              <a:gd name="connsiteY103490" fmla="*/ 454401 h 2398711"/>
              <a:gd name="connsiteX103491" fmla="*/ 663426 w 2119654"/>
              <a:gd name="connsiteY103491" fmla="*/ 448795 h 2398711"/>
              <a:gd name="connsiteX103492" fmla="*/ 295260 w 2119654"/>
              <a:gd name="connsiteY103492" fmla="*/ 1244915 h 2398711"/>
              <a:gd name="connsiteX103493" fmla="*/ 295611 w 2119654"/>
              <a:gd name="connsiteY103493" fmla="*/ 1246132 h 2398711"/>
              <a:gd name="connsiteX103494" fmla="*/ 298847 w 2119654"/>
              <a:gd name="connsiteY103494" fmla="*/ 1249950 h 2398711"/>
              <a:gd name="connsiteX103495" fmla="*/ 298071 w 2119654"/>
              <a:gd name="connsiteY103495" fmla="*/ 1246949 h 2398711"/>
              <a:gd name="connsiteX103496" fmla="*/ 534514 w 2119654"/>
              <a:gd name="connsiteY103496" fmla="*/ 709146 h 2398711"/>
              <a:gd name="connsiteX103497" fmla="*/ 534405 w 2119654"/>
              <a:gd name="connsiteY103497" fmla="*/ 709688 h 2398711"/>
              <a:gd name="connsiteX103498" fmla="*/ 534492 w 2119654"/>
              <a:gd name="connsiteY103498" fmla="*/ 710135 h 2398711"/>
              <a:gd name="connsiteX103499" fmla="*/ 534685 w 2119654"/>
              <a:gd name="connsiteY103499" fmla="*/ 711057 h 2398711"/>
              <a:gd name="connsiteX103500" fmla="*/ 535665 w 2119654"/>
              <a:gd name="connsiteY103500" fmla="*/ 711542 h 2398711"/>
              <a:gd name="connsiteX103501" fmla="*/ 535722 w 2119654"/>
              <a:gd name="connsiteY103501" fmla="*/ 711077 h 2398711"/>
              <a:gd name="connsiteX103502" fmla="*/ 535240 w 2119654"/>
              <a:gd name="connsiteY103502" fmla="*/ 709564 h 2398711"/>
              <a:gd name="connsiteX103503" fmla="*/ 549384 w 2119654"/>
              <a:gd name="connsiteY103503" fmla="*/ 675838 h 2398711"/>
              <a:gd name="connsiteX103504" fmla="*/ 549482 w 2119654"/>
              <a:gd name="connsiteY103504" fmla="*/ 677771 h 2398711"/>
              <a:gd name="connsiteX103505" fmla="*/ 549578 w 2119654"/>
              <a:gd name="connsiteY103505" fmla="*/ 677903 h 2398711"/>
              <a:gd name="connsiteX103506" fmla="*/ 549624 w 2119654"/>
              <a:gd name="connsiteY103506" fmla="*/ 677915 h 2398711"/>
              <a:gd name="connsiteX103507" fmla="*/ 549629 w 2119654"/>
              <a:gd name="connsiteY103507" fmla="*/ 676011 h 2398711"/>
              <a:gd name="connsiteX103508" fmla="*/ 601582 w 2119654"/>
              <a:gd name="connsiteY103508" fmla="*/ 558949 h 2398711"/>
              <a:gd name="connsiteX103509" fmla="*/ 601782 w 2119654"/>
              <a:gd name="connsiteY103509" fmla="*/ 560477 h 2398711"/>
              <a:gd name="connsiteX103510" fmla="*/ 602007 w 2119654"/>
              <a:gd name="connsiteY103510" fmla="*/ 559079 h 2398711"/>
              <a:gd name="connsiteX103511" fmla="*/ 238111 w 2119654"/>
              <a:gd name="connsiteY103511" fmla="*/ 1372570 h 2398711"/>
              <a:gd name="connsiteX103512" fmla="*/ 238960 w 2119654"/>
              <a:gd name="connsiteY103512" fmla="*/ 1374497 h 2398711"/>
              <a:gd name="connsiteX103513" fmla="*/ 239373 w 2119654"/>
              <a:gd name="connsiteY103513" fmla="*/ 1374852 h 2398711"/>
              <a:gd name="connsiteX103514" fmla="*/ 240412 w 2119654"/>
              <a:gd name="connsiteY103514" fmla="*/ 1374306 h 2398711"/>
              <a:gd name="connsiteX103515" fmla="*/ 564257 w 2119654"/>
              <a:gd name="connsiteY103515" fmla="*/ 641895 h 2398711"/>
              <a:gd name="connsiteX103516" fmla="*/ 564298 w 2119654"/>
              <a:gd name="connsiteY103516" fmla="*/ 642183 h 2398711"/>
              <a:gd name="connsiteX103517" fmla="*/ 565313 w 2119654"/>
              <a:gd name="connsiteY103517" fmla="*/ 642620 h 2398711"/>
              <a:gd name="connsiteX103518" fmla="*/ 570627 w 2119654"/>
              <a:gd name="connsiteY103518" fmla="*/ 627479 h 2398711"/>
              <a:gd name="connsiteX103519" fmla="*/ 570160 w 2119654"/>
              <a:gd name="connsiteY103519" fmla="*/ 631186 h 2398711"/>
              <a:gd name="connsiteX103520" fmla="*/ 575065 w 2119654"/>
              <a:gd name="connsiteY103520" fmla="*/ 632233 h 2398711"/>
              <a:gd name="connsiteX103521" fmla="*/ 574069 w 2119654"/>
              <a:gd name="connsiteY103521" fmla="*/ 630783 h 2398711"/>
              <a:gd name="connsiteX103522" fmla="*/ 571142 w 2119654"/>
              <a:gd name="connsiteY103522" fmla="*/ 627588 h 2398711"/>
              <a:gd name="connsiteX103523" fmla="*/ 266249 w 2119654"/>
              <a:gd name="connsiteY103523" fmla="*/ 1308744 h 2398711"/>
              <a:gd name="connsiteX103524" fmla="*/ 267107 w 2119654"/>
              <a:gd name="connsiteY103524" fmla="*/ 1309457 h 2398711"/>
              <a:gd name="connsiteX103525" fmla="*/ 266954 w 2119654"/>
              <a:gd name="connsiteY103525" fmla="*/ 1309192 h 2398711"/>
              <a:gd name="connsiteX103526" fmla="*/ 275664 w 2119654"/>
              <a:gd name="connsiteY103526" fmla="*/ 1287515 h 2398711"/>
              <a:gd name="connsiteX103527" fmla="*/ 278156 w 2119654"/>
              <a:gd name="connsiteY103527" fmla="*/ 1292934 h 2398711"/>
              <a:gd name="connsiteX103528" fmla="*/ 281159 w 2119654"/>
              <a:gd name="connsiteY103528" fmla="*/ 1295532 h 2398711"/>
              <a:gd name="connsiteX103529" fmla="*/ 285500 w 2119654"/>
              <a:gd name="connsiteY103529" fmla="*/ 1298113 h 2398711"/>
              <a:gd name="connsiteX103530" fmla="*/ 286638 w 2119654"/>
              <a:gd name="connsiteY103530" fmla="*/ 1298561 h 2398711"/>
              <a:gd name="connsiteX103531" fmla="*/ 276472 w 2119654"/>
              <a:gd name="connsiteY103531" fmla="*/ 1287812 h 2398711"/>
              <a:gd name="connsiteX103532" fmla="*/ 285790 w 2119654"/>
              <a:gd name="connsiteY103532" fmla="*/ 1264716 h 2398711"/>
              <a:gd name="connsiteX103533" fmla="*/ 288758 w 2119654"/>
              <a:gd name="connsiteY103533" fmla="*/ 1268431 h 2398711"/>
              <a:gd name="connsiteX103534" fmla="*/ 288313 w 2119654"/>
              <a:gd name="connsiteY103534" fmla="*/ 1266603 h 2398711"/>
              <a:gd name="connsiteX103535" fmla="*/ 287813 w 2119654"/>
              <a:gd name="connsiteY103535" fmla="*/ 1265909 h 2398711"/>
              <a:gd name="connsiteX103536" fmla="*/ 654379 w 2119654"/>
              <a:gd name="connsiteY103536" fmla="*/ 439358 h 2398711"/>
              <a:gd name="connsiteX103537" fmla="*/ 654080 w 2119654"/>
              <a:gd name="connsiteY103537" fmla="*/ 441009 h 2398711"/>
              <a:gd name="connsiteX103538" fmla="*/ 655980 w 2119654"/>
              <a:gd name="connsiteY103538" fmla="*/ 442354 h 2398711"/>
              <a:gd name="connsiteX103539" fmla="*/ 661681 w 2119654"/>
              <a:gd name="connsiteY103539" fmla="*/ 446500 h 2398711"/>
              <a:gd name="connsiteX103540" fmla="*/ 658590 w 2119654"/>
              <a:gd name="connsiteY103540" fmla="*/ 442442 h 2398711"/>
              <a:gd name="connsiteX103541" fmla="*/ 640124 w 2119654"/>
              <a:gd name="connsiteY103541" fmla="*/ 471176 h 2398711"/>
              <a:gd name="connsiteX103542" fmla="*/ 643471 w 2119654"/>
              <a:gd name="connsiteY103542" fmla="*/ 478319 h 2398711"/>
              <a:gd name="connsiteX103543" fmla="*/ 645533 w 2119654"/>
              <a:gd name="connsiteY103543" fmla="*/ 480469 h 2398711"/>
              <a:gd name="connsiteX103544" fmla="*/ 646126 w 2119654"/>
              <a:gd name="connsiteY103544" fmla="*/ 477195 h 2398711"/>
              <a:gd name="connsiteX103545" fmla="*/ 609122 w 2119654"/>
              <a:gd name="connsiteY103545" fmla="*/ 540515 h 2398711"/>
              <a:gd name="connsiteX103546" fmla="*/ 609145 w 2119654"/>
              <a:gd name="connsiteY103546" fmla="*/ 540745 h 2398711"/>
              <a:gd name="connsiteX103547" fmla="*/ 609157 w 2119654"/>
              <a:gd name="connsiteY103547" fmla="*/ 540449 h 2398711"/>
              <a:gd name="connsiteX103548" fmla="*/ 597279 w 2119654"/>
              <a:gd name="connsiteY103548" fmla="*/ 566963 h 2398711"/>
              <a:gd name="connsiteX103549" fmla="*/ 598409 w 2119654"/>
              <a:gd name="connsiteY103549" fmla="*/ 575102 h 2398711"/>
              <a:gd name="connsiteX103550" fmla="*/ 599376 w 2119654"/>
              <a:gd name="connsiteY103550" fmla="*/ 575395 h 2398711"/>
              <a:gd name="connsiteX103551" fmla="*/ 600306 w 2119654"/>
              <a:gd name="connsiteY103551" fmla="*/ 569624 h 2398711"/>
              <a:gd name="connsiteX103552" fmla="*/ 584180 w 2119654"/>
              <a:gd name="connsiteY103552" fmla="*/ 596220 h 2398711"/>
              <a:gd name="connsiteX103553" fmla="*/ 584228 w 2119654"/>
              <a:gd name="connsiteY103553" fmla="*/ 597554 h 2398711"/>
              <a:gd name="connsiteX103554" fmla="*/ 585196 w 2119654"/>
              <a:gd name="connsiteY103554" fmla="*/ 597932 h 2398711"/>
              <a:gd name="connsiteX103555" fmla="*/ 584687 w 2119654"/>
              <a:gd name="connsiteY103555" fmla="*/ 596455 h 2398711"/>
              <a:gd name="connsiteX103556" fmla="*/ 651381 w 2119654"/>
              <a:gd name="connsiteY103556" fmla="*/ 445586 h 2398711"/>
              <a:gd name="connsiteX103557" fmla="*/ 651374 w 2119654"/>
              <a:gd name="connsiteY103557" fmla="*/ 448213 h 2398711"/>
              <a:gd name="connsiteX103558" fmla="*/ 651530 w 2119654"/>
              <a:gd name="connsiteY103558" fmla="*/ 447352 h 2398711"/>
              <a:gd name="connsiteX103559" fmla="*/ 651842 w 2119654"/>
              <a:gd name="connsiteY103559" fmla="*/ 445955 h 2398711"/>
              <a:gd name="connsiteX103560" fmla="*/ 608292 w 2119654"/>
              <a:gd name="connsiteY103560" fmla="*/ 542070 h 2398711"/>
              <a:gd name="connsiteX103561" fmla="*/ 609058 w 2119654"/>
              <a:gd name="connsiteY103561" fmla="*/ 542860 h 2398711"/>
              <a:gd name="connsiteX103562" fmla="*/ 609064 w 2119654"/>
              <a:gd name="connsiteY103562" fmla="*/ 542708 h 2398711"/>
              <a:gd name="connsiteX103563" fmla="*/ 608887 w 2119654"/>
              <a:gd name="connsiteY103563" fmla="*/ 540954 h 2398711"/>
              <a:gd name="connsiteX103564" fmla="*/ 607980 w 2119654"/>
              <a:gd name="connsiteY103564" fmla="*/ 542656 h 2398711"/>
              <a:gd name="connsiteX103565" fmla="*/ 609025 w 2119654"/>
              <a:gd name="connsiteY103565" fmla="*/ 543672 h 2398711"/>
              <a:gd name="connsiteX103566" fmla="*/ 609050 w 2119654"/>
              <a:gd name="connsiteY103566" fmla="*/ 543083 h 2398711"/>
              <a:gd name="connsiteX103567" fmla="*/ 608212 w 2119654"/>
              <a:gd name="connsiteY103567" fmla="*/ 542220 h 2398711"/>
              <a:gd name="connsiteX103568" fmla="*/ 654570 w 2119654"/>
              <a:gd name="connsiteY103568" fmla="*/ 438304 h 2398711"/>
              <a:gd name="connsiteX103569" fmla="*/ 654459 w 2119654"/>
              <a:gd name="connsiteY103569" fmla="*/ 438915 h 2398711"/>
              <a:gd name="connsiteX103570" fmla="*/ 657727 w 2119654"/>
              <a:gd name="connsiteY103570" fmla="*/ 441309 h 2398711"/>
              <a:gd name="connsiteX103571" fmla="*/ 656225 w 2119654"/>
              <a:gd name="connsiteY103571" fmla="*/ 439334 h 2398711"/>
              <a:gd name="connsiteX103572" fmla="*/ 674734 w 2119654"/>
              <a:gd name="connsiteY103572" fmla="*/ 393143 h 2398711"/>
              <a:gd name="connsiteX103573" fmla="*/ 675021 w 2119654"/>
              <a:gd name="connsiteY103573" fmla="*/ 401140 h 2398711"/>
              <a:gd name="connsiteX103574" fmla="*/ 675035 w 2119654"/>
              <a:gd name="connsiteY103574" fmla="*/ 401433 h 2398711"/>
              <a:gd name="connsiteX103575" fmla="*/ 685852 w 2119654"/>
              <a:gd name="connsiteY103575" fmla="*/ 407688 h 2398711"/>
              <a:gd name="connsiteX103576" fmla="*/ 688567 w 2119654"/>
              <a:gd name="connsiteY103576" fmla="*/ 409307 h 2398711"/>
              <a:gd name="connsiteX103577" fmla="*/ 689416 w 2119654"/>
              <a:gd name="connsiteY103577" fmla="*/ 406983 h 2398711"/>
              <a:gd name="connsiteX103578" fmla="*/ 690046 w 2119654"/>
              <a:gd name="connsiteY103578" fmla="*/ 402773 h 2398711"/>
              <a:gd name="connsiteX103579" fmla="*/ 680926 w 2119654"/>
              <a:gd name="connsiteY103579" fmla="*/ 396833 h 2398711"/>
              <a:gd name="connsiteX103580" fmla="*/ 577309 w 2119654"/>
              <a:gd name="connsiteY103580" fmla="*/ 611272 h 2398711"/>
              <a:gd name="connsiteX103581" fmla="*/ 577660 w 2119654"/>
              <a:gd name="connsiteY103581" fmla="*/ 612290 h 2398711"/>
              <a:gd name="connsiteX103582" fmla="*/ 577736 w 2119654"/>
              <a:gd name="connsiteY103582" fmla="*/ 611696 h 2398711"/>
              <a:gd name="connsiteX103583" fmla="*/ 564091 w 2119654"/>
              <a:gd name="connsiteY103583" fmla="*/ 640740 h 2398711"/>
              <a:gd name="connsiteX103584" fmla="*/ 564214 w 2119654"/>
              <a:gd name="connsiteY103584" fmla="*/ 641596 h 2398711"/>
              <a:gd name="connsiteX103585" fmla="*/ 566372 w 2119654"/>
              <a:gd name="connsiteY103585" fmla="*/ 643078 h 2398711"/>
              <a:gd name="connsiteX103586" fmla="*/ 567206 w 2119654"/>
              <a:gd name="connsiteY103586" fmla="*/ 643438 h 2398711"/>
              <a:gd name="connsiteX103587" fmla="*/ 566944 w 2119654"/>
              <a:gd name="connsiteY103587" fmla="*/ 642800 h 2398711"/>
              <a:gd name="connsiteX103588" fmla="*/ 566102 w 2119654"/>
              <a:gd name="connsiteY103588" fmla="*/ 641955 h 2398711"/>
              <a:gd name="connsiteX103589" fmla="*/ 235117 w 2119654"/>
              <a:gd name="connsiteY103589" fmla="*/ 1377290 h 2398711"/>
              <a:gd name="connsiteX103590" fmla="*/ 237893 w 2119654"/>
              <a:gd name="connsiteY103590" fmla="*/ 1379229 h 2398711"/>
              <a:gd name="connsiteX103591" fmla="*/ 236812 w 2119654"/>
              <a:gd name="connsiteY103591" fmla="*/ 1376400 h 2398711"/>
              <a:gd name="connsiteX103592" fmla="*/ 288410 w 2119654"/>
              <a:gd name="connsiteY103592" fmla="*/ 1257900 h 2398711"/>
              <a:gd name="connsiteX103593" fmla="*/ 291184 w 2119654"/>
              <a:gd name="connsiteY103593" fmla="*/ 1261126 h 2398711"/>
              <a:gd name="connsiteX103594" fmla="*/ 290133 w 2119654"/>
              <a:gd name="connsiteY103594" fmla="*/ 1259108 h 2398711"/>
              <a:gd name="connsiteX103595" fmla="*/ 549613 w 2119654"/>
              <a:gd name="connsiteY103595" fmla="*/ 672952 h 2398711"/>
              <a:gd name="connsiteX103596" fmla="*/ 549292 w 2119654"/>
              <a:gd name="connsiteY103596" fmla="*/ 674049 h 2398711"/>
              <a:gd name="connsiteX103597" fmla="*/ 549369 w 2119654"/>
              <a:gd name="connsiteY103597" fmla="*/ 675557 h 2398711"/>
              <a:gd name="connsiteX103598" fmla="*/ 549629 w 2119654"/>
              <a:gd name="connsiteY103598" fmla="*/ 675740 h 2398711"/>
              <a:gd name="connsiteX103599" fmla="*/ 549635 w 2119654"/>
              <a:gd name="connsiteY103599" fmla="*/ 673068 h 2398711"/>
              <a:gd name="connsiteX103600" fmla="*/ 549620 w 2119654"/>
              <a:gd name="connsiteY103600" fmla="*/ 672963 h 2398711"/>
              <a:gd name="connsiteX103601" fmla="*/ 674722 w 2119654"/>
              <a:gd name="connsiteY103601" fmla="*/ 392791 h 2398711"/>
              <a:gd name="connsiteX103602" fmla="*/ 674723 w 2119654"/>
              <a:gd name="connsiteY103602" fmla="*/ 392835 h 2398711"/>
              <a:gd name="connsiteX103603" fmla="*/ 675312 w 2119654"/>
              <a:gd name="connsiteY103603" fmla="*/ 393175 h 2398711"/>
              <a:gd name="connsiteX103604" fmla="*/ 654736 w 2119654"/>
              <a:gd name="connsiteY103604" fmla="*/ 437382 h 2398711"/>
              <a:gd name="connsiteX103605" fmla="*/ 654614 w 2119654"/>
              <a:gd name="connsiteY103605" fmla="*/ 438061 h 2398711"/>
              <a:gd name="connsiteX103606" fmla="*/ 655832 w 2119654"/>
              <a:gd name="connsiteY103606" fmla="*/ 438820 h 2398711"/>
              <a:gd name="connsiteX103607" fmla="*/ 309306 w 2119654"/>
              <a:gd name="connsiteY103607" fmla="*/ 1210483 h 2398711"/>
              <a:gd name="connsiteX103608" fmla="*/ 310449 w 2119654"/>
              <a:gd name="connsiteY103608" fmla="*/ 1215139 h 2398711"/>
              <a:gd name="connsiteX103609" fmla="*/ 309751 w 2119654"/>
              <a:gd name="connsiteY103609" fmla="*/ 1210722 h 2398711"/>
              <a:gd name="connsiteX103610" fmla="*/ 584129 w 2119654"/>
              <a:gd name="connsiteY103610" fmla="*/ 594840 h 2398711"/>
              <a:gd name="connsiteX103611" fmla="*/ 584153 w 2119654"/>
              <a:gd name="connsiteY103611" fmla="*/ 595517 h 2398711"/>
              <a:gd name="connsiteX103612" fmla="*/ 584398 w 2119654"/>
              <a:gd name="connsiteY103612" fmla="*/ 595617 h 2398711"/>
              <a:gd name="connsiteX103613" fmla="*/ 632786 w 2119654"/>
              <a:gd name="connsiteY103613" fmla="*/ 485847 h 2398711"/>
              <a:gd name="connsiteX103614" fmla="*/ 635677 w 2119654"/>
              <a:gd name="connsiteY103614" fmla="*/ 488842 h 2398711"/>
              <a:gd name="connsiteX103615" fmla="*/ 635940 w 2119654"/>
              <a:gd name="connsiteY103615" fmla="*/ 487542 h 2398711"/>
              <a:gd name="connsiteX103616" fmla="*/ 569628 w 2119654"/>
              <a:gd name="connsiteY103616" fmla="*/ 627265 h 2398711"/>
              <a:gd name="connsiteX103617" fmla="*/ 569990 w 2119654"/>
              <a:gd name="connsiteY103617" fmla="*/ 630250 h 2398711"/>
              <a:gd name="connsiteX103618" fmla="*/ 570385 w 2119654"/>
              <a:gd name="connsiteY103618" fmla="*/ 627427 h 2398711"/>
              <a:gd name="connsiteX103619" fmla="*/ 319787 w 2119654"/>
              <a:gd name="connsiteY103619" fmla="*/ 1186554 h 2398711"/>
              <a:gd name="connsiteX103620" fmla="*/ 320475 w 2119654"/>
              <a:gd name="connsiteY103620" fmla="*/ 1189463 h 2398711"/>
              <a:gd name="connsiteX103621" fmla="*/ 321351 w 2119654"/>
              <a:gd name="connsiteY103621" fmla="*/ 1190385 h 2398711"/>
              <a:gd name="connsiteX103622" fmla="*/ 321122 w 2119654"/>
              <a:gd name="connsiteY103622" fmla="*/ 1187796 h 2398711"/>
              <a:gd name="connsiteX103623" fmla="*/ 320722 w 2119654"/>
              <a:gd name="connsiteY103623" fmla="*/ 1187183 h 2398711"/>
              <a:gd name="connsiteX103624" fmla="*/ 563957 w 2119654"/>
              <a:gd name="connsiteY103624" fmla="*/ 639804 h 2398711"/>
              <a:gd name="connsiteX103625" fmla="*/ 563965 w 2119654"/>
              <a:gd name="connsiteY103625" fmla="*/ 639863 h 2398711"/>
              <a:gd name="connsiteX103626" fmla="*/ 564091 w 2119654"/>
              <a:gd name="connsiteY103626" fmla="*/ 639939 h 2398711"/>
              <a:gd name="connsiteX103627" fmla="*/ 275167 w 2119654"/>
              <a:gd name="connsiteY103627" fmla="*/ 1286432 h 2398711"/>
              <a:gd name="connsiteX103628" fmla="*/ 275569 w 2119654"/>
              <a:gd name="connsiteY103628" fmla="*/ 1287308 h 2398711"/>
              <a:gd name="connsiteX103629" fmla="*/ 276222 w 2119654"/>
              <a:gd name="connsiteY103629" fmla="*/ 1287548 h 2398711"/>
              <a:gd name="connsiteX103630" fmla="*/ 608966 w 2119654"/>
              <a:gd name="connsiteY103630" fmla="*/ 538973 h 2398711"/>
              <a:gd name="connsiteX103631" fmla="*/ 609076 w 2119654"/>
              <a:gd name="connsiteY103631" fmla="*/ 540068 h 2398711"/>
              <a:gd name="connsiteX103632" fmla="*/ 609180 w 2119654"/>
              <a:gd name="connsiteY103632" fmla="*/ 539873 h 2398711"/>
              <a:gd name="connsiteX103633" fmla="*/ 609209 w 2119654"/>
              <a:gd name="connsiteY103633" fmla="*/ 539156 h 2398711"/>
              <a:gd name="connsiteX103634" fmla="*/ 224394 w 2119654"/>
              <a:gd name="connsiteY103634" fmla="*/ 1400058 h 2398711"/>
              <a:gd name="connsiteX103635" fmla="*/ 226949 w 2119654"/>
              <a:gd name="connsiteY103635" fmla="*/ 1404279 h 2398711"/>
              <a:gd name="connsiteX103636" fmla="*/ 227904 w 2119654"/>
              <a:gd name="connsiteY103636" fmla="*/ 1404959 h 2398711"/>
              <a:gd name="connsiteX103637" fmla="*/ 224804 w 2119654"/>
              <a:gd name="connsiteY103637" fmla="*/ 1400370 h 2398711"/>
              <a:gd name="connsiteX103638" fmla="*/ 250080 w 2119654"/>
              <a:gd name="connsiteY103638" fmla="*/ 1342424 h 2398711"/>
              <a:gd name="connsiteX103639" fmla="*/ 259430 w 2119654"/>
              <a:gd name="connsiteY103639" fmla="*/ 1358274 h 2398711"/>
              <a:gd name="connsiteX103640" fmla="*/ 259533 w 2119654"/>
              <a:gd name="connsiteY103640" fmla="*/ 1358347 h 2398711"/>
              <a:gd name="connsiteX103641" fmla="*/ 257339 w 2119654"/>
              <a:gd name="connsiteY103641" fmla="*/ 1352713 h 2398711"/>
              <a:gd name="connsiteX103642" fmla="*/ 256910 w 2119654"/>
              <a:gd name="connsiteY103642" fmla="*/ 1352046 h 2398711"/>
              <a:gd name="connsiteX103643" fmla="*/ 256943 w 2119654"/>
              <a:gd name="connsiteY103643" fmla="*/ 1351697 h 2398711"/>
              <a:gd name="connsiteX103644" fmla="*/ 254499 w 2119654"/>
              <a:gd name="connsiteY103644" fmla="*/ 1345421 h 2398711"/>
              <a:gd name="connsiteX103645" fmla="*/ 590830 w 2119654"/>
              <a:gd name="connsiteY103645" fmla="*/ 579384 h 2398711"/>
              <a:gd name="connsiteX103646" fmla="*/ 590663 w 2119654"/>
              <a:gd name="connsiteY103646" fmla="*/ 583317 h 2398711"/>
              <a:gd name="connsiteX103647" fmla="*/ 592255 w 2119654"/>
              <a:gd name="connsiteY103647" fmla="*/ 585617 h 2398711"/>
              <a:gd name="connsiteX103648" fmla="*/ 592444 w 2119654"/>
              <a:gd name="connsiteY103648" fmla="*/ 583771 h 2398711"/>
              <a:gd name="connsiteX103649" fmla="*/ 622786 w 2119654"/>
              <a:gd name="connsiteY103649" fmla="*/ 507814 h 2398711"/>
              <a:gd name="connsiteX103650" fmla="*/ 622171 w 2119654"/>
              <a:gd name="connsiteY103650" fmla="*/ 512125 h 2398711"/>
              <a:gd name="connsiteX103651" fmla="*/ 622167 w 2119654"/>
              <a:gd name="connsiteY103651" fmla="*/ 512164 h 2398711"/>
              <a:gd name="connsiteX103652" fmla="*/ 623810 w 2119654"/>
              <a:gd name="connsiteY103652" fmla="*/ 513046 h 2398711"/>
              <a:gd name="connsiteX103653" fmla="*/ 204028 w 2119654"/>
              <a:gd name="connsiteY103653" fmla="*/ 1445303 h 2398711"/>
              <a:gd name="connsiteX103654" fmla="*/ 206693 w 2119654"/>
              <a:gd name="connsiteY103654" fmla="*/ 1449935 h 2398711"/>
              <a:gd name="connsiteX103655" fmla="*/ 217104 w 2119654"/>
              <a:gd name="connsiteY103655" fmla="*/ 1456685 h 2398711"/>
              <a:gd name="connsiteX103656" fmla="*/ 213459 w 2119654"/>
              <a:gd name="connsiteY103656" fmla="*/ 1450867 h 2398711"/>
              <a:gd name="connsiteX103657" fmla="*/ 602543 w 2119654"/>
              <a:gd name="connsiteY103657" fmla="*/ 552849 h 2398711"/>
              <a:gd name="connsiteX103658" fmla="*/ 602989 w 2119654"/>
              <a:gd name="connsiteY103658" fmla="*/ 552978 h 2398711"/>
              <a:gd name="connsiteX103659" fmla="*/ 603095 w 2119654"/>
              <a:gd name="connsiteY103659" fmla="*/ 552323 h 2398711"/>
              <a:gd name="connsiteX103660" fmla="*/ 602925 w 2119654"/>
              <a:gd name="connsiteY103660" fmla="*/ 552132 h 2398711"/>
              <a:gd name="connsiteX103661" fmla="*/ 597275 w 2119654"/>
              <a:gd name="connsiteY103661" fmla="*/ 564454 h 2398711"/>
              <a:gd name="connsiteX103662" fmla="*/ 600722 w 2119654"/>
              <a:gd name="connsiteY103662" fmla="*/ 567041 h 2398711"/>
              <a:gd name="connsiteX103663" fmla="*/ 601055 w 2119654"/>
              <a:gd name="connsiteY103663" fmla="*/ 564975 h 2398711"/>
              <a:gd name="connsiteX103664" fmla="*/ 601960 w 2119654"/>
              <a:gd name="connsiteY103664" fmla="*/ 553943 h 2398711"/>
              <a:gd name="connsiteX103665" fmla="*/ 602313 w 2119654"/>
              <a:gd name="connsiteY103665" fmla="*/ 557144 h 2398711"/>
              <a:gd name="connsiteX103666" fmla="*/ 602318 w 2119654"/>
              <a:gd name="connsiteY103666" fmla="*/ 557146 h 2398711"/>
              <a:gd name="connsiteX103667" fmla="*/ 602968 w 2119654"/>
              <a:gd name="connsiteY103667" fmla="*/ 553110 h 2398711"/>
              <a:gd name="connsiteX103668" fmla="*/ 602479 w 2119654"/>
              <a:gd name="connsiteY103668" fmla="*/ 552969 h 2398711"/>
              <a:gd name="connsiteX103669" fmla="*/ 655236 w 2119654"/>
              <a:gd name="connsiteY103669" fmla="*/ 434629 h 2398711"/>
              <a:gd name="connsiteX103670" fmla="*/ 654834 w 2119654"/>
              <a:gd name="connsiteY103670" fmla="*/ 436847 h 2398711"/>
              <a:gd name="connsiteX103671" fmla="*/ 656789 w 2119654"/>
              <a:gd name="connsiteY103671" fmla="*/ 439416 h 2398711"/>
              <a:gd name="connsiteX103672" fmla="*/ 665594 w 2119654"/>
              <a:gd name="connsiteY103672" fmla="*/ 444902 h 2398711"/>
              <a:gd name="connsiteX103673" fmla="*/ 601130 w 2119654"/>
              <a:gd name="connsiteY103673" fmla="*/ 555500 h 2398711"/>
              <a:gd name="connsiteX103674" fmla="*/ 601299 w 2119654"/>
              <a:gd name="connsiteY103674" fmla="*/ 556790 h 2398711"/>
              <a:gd name="connsiteX103675" fmla="*/ 601907 w 2119654"/>
              <a:gd name="connsiteY103675" fmla="*/ 557003 h 2398711"/>
              <a:gd name="connsiteX103676" fmla="*/ 601636 w 2119654"/>
              <a:gd name="connsiteY103676" fmla="*/ 554550 h 2398711"/>
              <a:gd name="connsiteX103677" fmla="*/ 596968 w 2119654"/>
              <a:gd name="connsiteY103677" fmla="*/ 564725 h 2398711"/>
              <a:gd name="connsiteX103678" fmla="*/ 597232 w 2119654"/>
              <a:gd name="connsiteY103678" fmla="*/ 566624 h 2398711"/>
              <a:gd name="connsiteX103679" fmla="*/ 598211 w 2119654"/>
              <a:gd name="connsiteY103679" fmla="*/ 567461 h 2398711"/>
              <a:gd name="connsiteX103680" fmla="*/ 600351 w 2119654"/>
              <a:gd name="connsiteY103680" fmla="*/ 569343 h 2398711"/>
              <a:gd name="connsiteX103681" fmla="*/ 600624 w 2119654"/>
              <a:gd name="connsiteY103681" fmla="*/ 567652 h 2398711"/>
              <a:gd name="connsiteX103682" fmla="*/ 597759 w 2119654"/>
              <a:gd name="connsiteY103682" fmla="*/ 565318 h 2398711"/>
              <a:gd name="connsiteX103683" fmla="*/ 585262 w 2119654"/>
              <a:gd name="connsiteY103683" fmla="*/ 590879 h 2398711"/>
              <a:gd name="connsiteX103684" fmla="*/ 587317 w 2119654"/>
              <a:gd name="connsiteY103684" fmla="*/ 596825 h 2398711"/>
              <a:gd name="connsiteX103685" fmla="*/ 589858 w 2119654"/>
              <a:gd name="connsiteY103685" fmla="*/ 597876 h 2398711"/>
              <a:gd name="connsiteX103686" fmla="*/ 589912 w 2119654"/>
              <a:gd name="connsiteY103686" fmla="*/ 596279 h 2398711"/>
              <a:gd name="connsiteX103687" fmla="*/ 585650 w 2119654"/>
              <a:gd name="connsiteY103687" fmla="*/ 591140 h 2398711"/>
              <a:gd name="connsiteX103688" fmla="*/ 596318 w 2119654"/>
              <a:gd name="connsiteY103688" fmla="*/ 566117 h 2398711"/>
              <a:gd name="connsiteX103689" fmla="*/ 596425 w 2119654"/>
              <a:gd name="connsiteY103689" fmla="*/ 574500 h 2398711"/>
              <a:gd name="connsiteX103690" fmla="*/ 598017 w 2119654"/>
              <a:gd name="connsiteY103690" fmla="*/ 574983 h 2398711"/>
              <a:gd name="connsiteX103691" fmla="*/ 596853 w 2119654"/>
              <a:gd name="connsiteY103691" fmla="*/ 566588 h 2398711"/>
              <a:gd name="connsiteX103692" fmla="*/ 600577 w 2119654"/>
              <a:gd name="connsiteY103692" fmla="*/ 556539 h 2398711"/>
              <a:gd name="connsiteX103693" fmla="*/ 600888 w 2119654"/>
              <a:gd name="connsiteY103693" fmla="*/ 556646 h 2398711"/>
              <a:gd name="connsiteX103694" fmla="*/ 600815 w 2119654"/>
              <a:gd name="connsiteY103694" fmla="*/ 556093 h 2398711"/>
              <a:gd name="connsiteX103695" fmla="*/ 655448 w 2119654"/>
              <a:gd name="connsiteY103695" fmla="*/ 433457 h 2398711"/>
              <a:gd name="connsiteX103696" fmla="*/ 655320 w 2119654"/>
              <a:gd name="connsiteY103696" fmla="*/ 434162 h 2398711"/>
              <a:gd name="connsiteX103697" fmla="*/ 667089 w 2119654"/>
              <a:gd name="connsiteY103697" fmla="*/ 445834 h 2398711"/>
              <a:gd name="connsiteX103698" fmla="*/ 667426 w 2119654"/>
              <a:gd name="connsiteY103698" fmla="*/ 446043 h 2398711"/>
              <a:gd name="connsiteX103699" fmla="*/ 667421 w 2119654"/>
              <a:gd name="connsiteY103699" fmla="*/ 445893 h 2398711"/>
              <a:gd name="connsiteX103700" fmla="*/ 667002 w 2119654"/>
              <a:gd name="connsiteY103700" fmla="*/ 445424 h 2398711"/>
              <a:gd name="connsiteX103701" fmla="*/ 553732 w 2119654"/>
              <a:gd name="connsiteY103701" fmla="*/ 661206 h 2398711"/>
              <a:gd name="connsiteX103702" fmla="*/ 553787 w 2119654"/>
              <a:gd name="connsiteY103702" fmla="*/ 661916 h 2398711"/>
              <a:gd name="connsiteX103703" fmla="*/ 554058 w 2119654"/>
              <a:gd name="connsiteY103703" fmla="*/ 662095 h 2398711"/>
              <a:gd name="connsiteX103704" fmla="*/ 554059 w 2119654"/>
              <a:gd name="connsiteY103704" fmla="*/ 662087 h 2398711"/>
              <a:gd name="connsiteX103705" fmla="*/ 553753 w 2119654"/>
              <a:gd name="connsiteY103705" fmla="*/ 661227 h 2398711"/>
              <a:gd name="connsiteX103706" fmla="*/ 608843 w 2119654"/>
              <a:gd name="connsiteY103706" fmla="*/ 537751 h 2398711"/>
              <a:gd name="connsiteX103707" fmla="*/ 608929 w 2119654"/>
              <a:gd name="connsiteY103707" fmla="*/ 538608 h 2398711"/>
              <a:gd name="connsiteX103708" fmla="*/ 609223 w 2119654"/>
              <a:gd name="connsiteY103708" fmla="*/ 538823 h 2398711"/>
              <a:gd name="connsiteX103709" fmla="*/ 609257 w 2119654"/>
              <a:gd name="connsiteY103709" fmla="*/ 537971 h 2398711"/>
              <a:gd name="connsiteX103710" fmla="*/ 579303 w 2119654"/>
              <a:gd name="connsiteY103710" fmla="*/ 603820 h 2398711"/>
              <a:gd name="connsiteX103711" fmla="*/ 579009 w 2119654"/>
              <a:gd name="connsiteY103711" fmla="*/ 608921 h 2398711"/>
              <a:gd name="connsiteX103712" fmla="*/ 579740 w 2119654"/>
              <a:gd name="connsiteY103712" fmla="*/ 609282 h 2398711"/>
              <a:gd name="connsiteX103713" fmla="*/ 582687 w 2119654"/>
              <a:gd name="connsiteY103713" fmla="*/ 610948 h 2398711"/>
              <a:gd name="connsiteX103714" fmla="*/ 581902 w 2119654"/>
              <a:gd name="connsiteY103714" fmla="*/ 606956 h 2398711"/>
              <a:gd name="connsiteX103715" fmla="*/ 237048 w 2119654"/>
              <a:gd name="connsiteY103715" fmla="*/ 1370159 h 2398711"/>
              <a:gd name="connsiteX103716" fmla="*/ 238011 w 2119654"/>
              <a:gd name="connsiteY103716" fmla="*/ 1372344 h 2398711"/>
              <a:gd name="connsiteX103717" fmla="*/ 240498 w 2119654"/>
              <a:gd name="connsiteY103717" fmla="*/ 1374261 h 2398711"/>
              <a:gd name="connsiteX103718" fmla="*/ 240815 w 2119654"/>
              <a:gd name="connsiteY103718" fmla="*/ 1374094 h 2398711"/>
              <a:gd name="connsiteX103719" fmla="*/ 569441 w 2119654"/>
              <a:gd name="connsiteY103719" fmla="*/ 625730 h 2398711"/>
              <a:gd name="connsiteX103720" fmla="*/ 569556 w 2119654"/>
              <a:gd name="connsiteY103720" fmla="*/ 626681 h 2398711"/>
              <a:gd name="connsiteX103721" fmla="*/ 570462 w 2119654"/>
              <a:gd name="connsiteY103721" fmla="*/ 626874 h 2398711"/>
              <a:gd name="connsiteX103722" fmla="*/ 570466 w 2119654"/>
              <a:gd name="connsiteY103722" fmla="*/ 626849 h 2398711"/>
              <a:gd name="connsiteX103723" fmla="*/ 206455 w 2119654"/>
              <a:gd name="connsiteY103723" fmla="*/ 1438461 h 2398711"/>
              <a:gd name="connsiteX103724" fmla="*/ 210601 w 2119654"/>
              <a:gd name="connsiteY103724" fmla="*/ 1444526 h 2398711"/>
              <a:gd name="connsiteX103725" fmla="*/ 212705 w 2119654"/>
              <a:gd name="connsiteY103725" fmla="*/ 1445332 h 2398711"/>
              <a:gd name="connsiteX103726" fmla="*/ 598499 w 2119654"/>
              <a:gd name="connsiteY103726" fmla="*/ 560431 h 2398711"/>
              <a:gd name="connsiteX103727" fmla="*/ 600774 w 2119654"/>
              <a:gd name="connsiteY103727" fmla="*/ 563148 h 2398711"/>
              <a:gd name="connsiteX103728" fmla="*/ 601282 w 2119654"/>
              <a:gd name="connsiteY103728" fmla="*/ 563576 h 2398711"/>
              <a:gd name="connsiteX103729" fmla="*/ 601565 w 2119654"/>
              <a:gd name="connsiteY103729" fmla="*/ 561822 h 2398711"/>
              <a:gd name="connsiteX103730" fmla="*/ 601172 w 2119654"/>
              <a:gd name="connsiteY103730" fmla="*/ 558825 h 2398711"/>
              <a:gd name="connsiteX103731" fmla="*/ 599608 w 2119654"/>
              <a:gd name="connsiteY103731" fmla="*/ 558351 h 2398711"/>
              <a:gd name="connsiteX103732" fmla="*/ 261194 w 2119654"/>
              <a:gd name="connsiteY103732" fmla="*/ 1315714 h 2398711"/>
              <a:gd name="connsiteX103733" fmla="*/ 261538 w 2119654"/>
              <a:gd name="connsiteY103733" fmla="*/ 1316526 h 2398711"/>
              <a:gd name="connsiteX103734" fmla="*/ 264632 w 2119654"/>
              <a:gd name="connsiteY103734" fmla="*/ 1320050 h 2398711"/>
              <a:gd name="connsiteX103735" fmla="*/ 265201 w 2119654"/>
              <a:gd name="connsiteY103735" fmla="*/ 1320609 h 2398711"/>
              <a:gd name="connsiteX103736" fmla="*/ 271268 w 2119654"/>
              <a:gd name="connsiteY103736" fmla="*/ 1322856 h 2398711"/>
              <a:gd name="connsiteX103737" fmla="*/ 269168 w 2119654"/>
              <a:gd name="connsiteY103737" fmla="*/ 1320791 h 2398711"/>
              <a:gd name="connsiteX103738" fmla="*/ 576636 w 2119654"/>
              <a:gd name="connsiteY103738" fmla="*/ 609325 h 2398711"/>
              <a:gd name="connsiteX103739" fmla="*/ 577163 w 2119654"/>
              <a:gd name="connsiteY103739" fmla="*/ 610849 h 2398711"/>
              <a:gd name="connsiteX103740" fmla="*/ 577771 w 2119654"/>
              <a:gd name="connsiteY103740" fmla="*/ 611426 h 2398711"/>
              <a:gd name="connsiteX103741" fmla="*/ 577949 w 2119654"/>
              <a:gd name="connsiteY103741" fmla="*/ 610028 h 2398711"/>
              <a:gd name="connsiteX103742" fmla="*/ 598207 w 2119654"/>
              <a:gd name="connsiteY103742" fmla="*/ 560977 h 2398711"/>
              <a:gd name="connsiteX103743" fmla="*/ 600055 w 2119654"/>
              <a:gd name="connsiteY103743" fmla="*/ 562539 h 2398711"/>
              <a:gd name="connsiteX103744" fmla="*/ 598417 w 2119654"/>
              <a:gd name="connsiteY103744" fmla="*/ 560584 h 2398711"/>
              <a:gd name="connsiteX103745" fmla="*/ 601831 w 2119654"/>
              <a:gd name="connsiteY103745" fmla="*/ 552783 h 2398711"/>
              <a:gd name="connsiteX103746" fmla="*/ 601911 w 2119654"/>
              <a:gd name="connsiteY103746" fmla="*/ 553501 h 2398711"/>
              <a:gd name="connsiteX103747" fmla="*/ 602233 w 2119654"/>
              <a:gd name="connsiteY103747" fmla="*/ 552899 h 2398711"/>
              <a:gd name="connsiteX103748" fmla="*/ 608758 w 2119654"/>
              <a:gd name="connsiteY103748" fmla="*/ 536917 h 2398711"/>
              <a:gd name="connsiteX103749" fmla="*/ 608797 w 2119654"/>
              <a:gd name="connsiteY103749" fmla="*/ 537297 h 2398711"/>
              <a:gd name="connsiteX103750" fmla="*/ 609275 w 2119654"/>
              <a:gd name="connsiteY103750" fmla="*/ 537541 h 2398711"/>
              <a:gd name="connsiteX103751" fmla="*/ 609292 w 2119654"/>
              <a:gd name="connsiteY103751" fmla="*/ 537104 h 2398711"/>
              <a:gd name="connsiteX103752" fmla="*/ 596658 w 2119654"/>
              <a:gd name="connsiteY103752" fmla="*/ 563975 h 2398711"/>
              <a:gd name="connsiteX103753" fmla="*/ 601127 w 2119654"/>
              <a:gd name="connsiteY103753" fmla="*/ 564530 h 2398711"/>
              <a:gd name="connsiteX103754" fmla="*/ 601131 w 2119654"/>
              <a:gd name="connsiteY103754" fmla="*/ 564503 h 2398711"/>
              <a:gd name="connsiteX103755" fmla="*/ 597872 w 2119654"/>
              <a:gd name="connsiteY103755" fmla="*/ 561624 h 2398711"/>
              <a:gd name="connsiteX103756" fmla="*/ 596299 w 2119654"/>
              <a:gd name="connsiteY103756" fmla="*/ 564670 h 2398711"/>
              <a:gd name="connsiteX103757" fmla="*/ 596315 w 2119654"/>
              <a:gd name="connsiteY103757" fmla="*/ 565838 h 2398711"/>
              <a:gd name="connsiteX103758" fmla="*/ 596807 w 2119654"/>
              <a:gd name="connsiteY103758" fmla="*/ 566260 h 2398711"/>
              <a:gd name="connsiteX103759" fmla="*/ 596598 w 2119654"/>
              <a:gd name="connsiteY103759" fmla="*/ 564756 h 2398711"/>
              <a:gd name="connsiteX103760" fmla="*/ 596724 w 2119654"/>
              <a:gd name="connsiteY103760" fmla="*/ 564542 h 2398711"/>
              <a:gd name="connsiteX103761" fmla="*/ 596466 w 2119654"/>
              <a:gd name="connsiteY103761" fmla="*/ 564348 h 2398711"/>
              <a:gd name="connsiteX103762" fmla="*/ 645535 w 2119654"/>
              <a:gd name="connsiteY103762" fmla="*/ 454286 h 2398711"/>
              <a:gd name="connsiteX103763" fmla="*/ 647366 w 2119654"/>
              <a:gd name="connsiteY103763" fmla="*/ 463831 h 2398711"/>
              <a:gd name="connsiteX103764" fmla="*/ 648415 w 2119654"/>
              <a:gd name="connsiteY103764" fmla="*/ 464552 h 2398711"/>
              <a:gd name="connsiteX103765" fmla="*/ 649781 w 2119654"/>
              <a:gd name="connsiteY103765" fmla="*/ 457011 h 2398711"/>
              <a:gd name="connsiteX103766" fmla="*/ 564251 w 2119654"/>
              <a:gd name="connsiteY103766" fmla="*/ 636242 h 2398711"/>
              <a:gd name="connsiteX103767" fmla="*/ 564011 w 2119654"/>
              <a:gd name="connsiteY103767" fmla="*/ 638985 h 2398711"/>
              <a:gd name="connsiteX103768" fmla="*/ 566281 w 2119654"/>
              <a:gd name="connsiteY103768" fmla="*/ 641262 h 2398711"/>
              <a:gd name="connsiteX103769" fmla="*/ 566323 w 2119654"/>
              <a:gd name="connsiteY103769" fmla="*/ 641288 h 2398711"/>
              <a:gd name="connsiteX103770" fmla="*/ 260434 w 2119654"/>
              <a:gd name="connsiteY103770" fmla="*/ 1316508 h 2398711"/>
              <a:gd name="connsiteX103771" fmla="*/ 266539 w 2119654"/>
              <a:gd name="connsiteY103771" fmla="*/ 1329398 h 2398711"/>
              <a:gd name="connsiteX103772" fmla="*/ 261684 w 2119654"/>
              <a:gd name="connsiteY103772" fmla="*/ 1317931 h 2398711"/>
              <a:gd name="connsiteX103773" fmla="*/ 623376 w 2119654"/>
              <a:gd name="connsiteY103773" fmla="*/ 503677 h 2398711"/>
              <a:gd name="connsiteX103774" fmla="*/ 623035 w 2119654"/>
              <a:gd name="connsiteY103774" fmla="*/ 506071 h 2398711"/>
              <a:gd name="connsiteX103775" fmla="*/ 624510 w 2119654"/>
              <a:gd name="connsiteY103775" fmla="*/ 513113 h 2398711"/>
              <a:gd name="connsiteX103776" fmla="*/ 624636 w 2119654"/>
              <a:gd name="connsiteY103776" fmla="*/ 512119 h 2398711"/>
              <a:gd name="connsiteX103777" fmla="*/ 528252 w 2119654"/>
              <a:gd name="connsiteY103777" fmla="*/ 716523 h 2398711"/>
              <a:gd name="connsiteX103778" fmla="*/ 528139 w 2119654"/>
              <a:gd name="connsiteY103778" fmla="*/ 716976 h 2398711"/>
              <a:gd name="connsiteX103779" fmla="*/ 528520 w 2119654"/>
              <a:gd name="connsiteY103779" fmla="*/ 717368 h 2398711"/>
              <a:gd name="connsiteX103780" fmla="*/ 206863 w 2119654"/>
              <a:gd name="connsiteY103780" fmla="*/ 1436091 h 2398711"/>
              <a:gd name="connsiteX103781" fmla="*/ 214924 w 2119654"/>
              <a:gd name="connsiteY103781" fmla="*/ 1446181 h 2398711"/>
              <a:gd name="connsiteX103782" fmla="*/ 216496 w 2119654"/>
              <a:gd name="connsiteY103782" fmla="*/ 1446784 h 2398711"/>
              <a:gd name="connsiteX103783" fmla="*/ 209672 w 2119654"/>
              <a:gd name="connsiteY103783" fmla="*/ 1438121 h 2398711"/>
              <a:gd name="connsiteX103784" fmla="*/ 641896 w 2119654"/>
              <a:gd name="connsiteY103784" fmla="*/ 461882 h 2398711"/>
              <a:gd name="connsiteX103785" fmla="*/ 640230 w 2119654"/>
              <a:gd name="connsiteY103785" fmla="*/ 470111 h 2398711"/>
              <a:gd name="connsiteX103786" fmla="*/ 646305 w 2119654"/>
              <a:gd name="connsiteY103786" fmla="*/ 476204 h 2398711"/>
              <a:gd name="connsiteX103787" fmla="*/ 647407 w 2119654"/>
              <a:gd name="connsiteY103787" fmla="*/ 470121 h 2398711"/>
              <a:gd name="connsiteX103788" fmla="*/ 646763 w 2119654"/>
              <a:gd name="connsiteY103788" fmla="*/ 466762 h 2398711"/>
              <a:gd name="connsiteX103789" fmla="*/ 627361 w 2119654"/>
              <a:gd name="connsiteY103789" fmla="*/ 494335 h 2398711"/>
              <a:gd name="connsiteX103790" fmla="*/ 625168 w 2119654"/>
              <a:gd name="connsiteY103790" fmla="*/ 511742 h 2398711"/>
              <a:gd name="connsiteX103791" fmla="*/ 625532 w 2119654"/>
              <a:gd name="connsiteY103791" fmla="*/ 513972 h 2398711"/>
              <a:gd name="connsiteX103792" fmla="*/ 626592 w 2119654"/>
              <a:gd name="connsiteY103792" fmla="*/ 514541 h 2398711"/>
              <a:gd name="connsiteX103793" fmla="*/ 629351 w 2119654"/>
              <a:gd name="connsiteY103793" fmla="*/ 505499 h 2398711"/>
              <a:gd name="connsiteX103794" fmla="*/ 627564 w 2119654"/>
              <a:gd name="connsiteY103794" fmla="*/ 504277 h 2398711"/>
              <a:gd name="connsiteX103795" fmla="*/ 627725 w 2119654"/>
              <a:gd name="connsiteY103795" fmla="*/ 504267 h 2398711"/>
              <a:gd name="connsiteX103796" fmla="*/ 629382 w 2119654"/>
              <a:gd name="connsiteY103796" fmla="*/ 505400 h 2398711"/>
              <a:gd name="connsiteX103797" fmla="*/ 630993 w 2119654"/>
              <a:gd name="connsiteY103797" fmla="*/ 500120 h 2398711"/>
              <a:gd name="connsiteX103798" fmla="*/ 631484 w 2119654"/>
              <a:gd name="connsiteY103798" fmla="*/ 499776 h 2398711"/>
              <a:gd name="connsiteX103799" fmla="*/ 629701 w 2119654"/>
              <a:gd name="connsiteY103799" fmla="*/ 505619 h 2398711"/>
              <a:gd name="connsiteX103800" fmla="*/ 631967 w 2119654"/>
              <a:gd name="connsiteY103800" fmla="*/ 507169 h 2398711"/>
              <a:gd name="connsiteX103801" fmla="*/ 633918 w 2119654"/>
              <a:gd name="connsiteY103801" fmla="*/ 497532 h 2398711"/>
              <a:gd name="connsiteX103802" fmla="*/ 593662 w 2119654"/>
              <a:gd name="connsiteY103802" fmla="*/ 569783 h 2398711"/>
              <a:gd name="connsiteX103803" fmla="*/ 593819 w 2119654"/>
              <a:gd name="connsiteY103803" fmla="*/ 570276 h 2398711"/>
              <a:gd name="connsiteX103804" fmla="*/ 593920 w 2119654"/>
              <a:gd name="connsiteY103804" fmla="*/ 569283 h 2398711"/>
              <a:gd name="connsiteX103805" fmla="*/ 282336 w 2119654"/>
              <a:gd name="connsiteY103805" fmla="*/ 1266660 h 2398711"/>
              <a:gd name="connsiteX103806" fmla="*/ 284562 w 2119654"/>
              <a:gd name="connsiteY103806" fmla="*/ 1275795 h 2398711"/>
              <a:gd name="connsiteX103807" fmla="*/ 288958 w 2119654"/>
              <a:gd name="connsiteY103807" fmla="*/ 1278195 h 2398711"/>
              <a:gd name="connsiteX103808" fmla="*/ 284511 w 2119654"/>
              <a:gd name="connsiteY103808" fmla="*/ 1268803 h 2398711"/>
              <a:gd name="connsiteX103809" fmla="*/ 651396 w 2119654"/>
              <a:gd name="connsiteY103809" fmla="*/ 440040 h 2398711"/>
              <a:gd name="connsiteX103810" fmla="*/ 651384 w 2119654"/>
              <a:gd name="connsiteY103810" fmla="*/ 444641 h 2398711"/>
              <a:gd name="connsiteX103811" fmla="*/ 652028 w 2119654"/>
              <a:gd name="connsiteY103811" fmla="*/ 445117 h 2398711"/>
              <a:gd name="connsiteX103812" fmla="*/ 652913 w 2119654"/>
              <a:gd name="connsiteY103812" fmla="*/ 441144 h 2398711"/>
              <a:gd name="connsiteX103813" fmla="*/ 591932 w 2119654"/>
              <a:gd name="connsiteY103813" fmla="*/ 573136 h 2398711"/>
              <a:gd name="connsiteX103814" fmla="*/ 593479 w 2119654"/>
              <a:gd name="connsiteY103814" fmla="*/ 573606 h 2398711"/>
              <a:gd name="connsiteX103815" fmla="*/ 593696 w 2119654"/>
              <a:gd name="connsiteY103815" fmla="*/ 571475 h 2398711"/>
              <a:gd name="connsiteX103816" fmla="*/ 593349 w 2119654"/>
              <a:gd name="connsiteY103816" fmla="*/ 570388 h 2398711"/>
              <a:gd name="connsiteX103817" fmla="*/ 642153 w 2119654"/>
              <a:gd name="connsiteY103817" fmla="*/ 460615 h 2398711"/>
              <a:gd name="connsiteX103818" fmla="*/ 641982 w 2119654"/>
              <a:gd name="connsiteY103818" fmla="*/ 461460 h 2398711"/>
              <a:gd name="connsiteX103819" fmla="*/ 646613 w 2119654"/>
              <a:gd name="connsiteY103819" fmla="*/ 465981 h 2398711"/>
              <a:gd name="connsiteX103820" fmla="*/ 646122 w 2119654"/>
              <a:gd name="connsiteY103820" fmla="*/ 463420 h 2398711"/>
              <a:gd name="connsiteX103821" fmla="*/ 606492 w 2119654"/>
              <a:gd name="connsiteY103821" fmla="*/ 540447 h 2398711"/>
              <a:gd name="connsiteX103822" fmla="*/ 606386 w 2119654"/>
              <a:gd name="connsiteY103822" fmla="*/ 541107 h 2398711"/>
              <a:gd name="connsiteX103823" fmla="*/ 607793 w 2119654"/>
              <a:gd name="connsiteY103823" fmla="*/ 542475 h 2398711"/>
              <a:gd name="connsiteX103824" fmla="*/ 608029 w 2119654"/>
              <a:gd name="connsiteY103824" fmla="*/ 542032 h 2398711"/>
              <a:gd name="connsiteX103825" fmla="*/ 268176 w 2119654"/>
              <a:gd name="connsiteY103825" fmla="*/ 1297968 h 2398711"/>
              <a:gd name="connsiteX103826" fmla="*/ 272619 w 2119654"/>
              <a:gd name="connsiteY103826" fmla="*/ 1301665 h 2398711"/>
              <a:gd name="connsiteX103827" fmla="*/ 271848 w 2119654"/>
              <a:gd name="connsiteY103827" fmla="*/ 1298992 h 2398711"/>
              <a:gd name="connsiteX103828" fmla="*/ 591507 w 2119654"/>
              <a:gd name="connsiteY103828" fmla="*/ 573961 h 2398711"/>
              <a:gd name="connsiteX103829" fmla="*/ 593023 w 2119654"/>
              <a:gd name="connsiteY103829" fmla="*/ 578087 h 2398711"/>
              <a:gd name="connsiteX103830" fmla="*/ 593409 w 2119654"/>
              <a:gd name="connsiteY103830" fmla="*/ 574302 h 2398711"/>
              <a:gd name="connsiteX103831" fmla="*/ 591612 w 2119654"/>
              <a:gd name="connsiteY103831" fmla="*/ 573758 h 2398711"/>
              <a:gd name="connsiteX103832" fmla="*/ 249063 w 2119654"/>
              <a:gd name="connsiteY103832" fmla="*/ 1340699 h 2398711"/>
              <a:gd name="connsiteX103833" fmla="*/ 249866 w 2119654"/>
              <a:gd name="connsiteY103833" fmla="*/ 1342061 h 2398711"/>
              <a:gd name="connsiteX103834" fmla="*/ 254384 w 2119654"/>
              <a:gd name="connsiteY103834" fmla="*/ 1345126 h 2398711"/>
              <a:gd name="connsiteX103835" fmla="*/ 253461 w 2119654"/>
              <a:gd name="connsiteY103835" fmla="*/ 1342757 h 2398711"/>
              <a:gd name="connsiteX103836" fmla="*/ 564408 w 2119654"/>
              <a:gd name="connsiteY103836" fmla="*/ 634452 h 2398711"/>
              <a:gd name="connsiteX103837" fmla="*/ 564306 w 2119654"/>
              <a:gd name="connsiteY103837" fmla="*/ 635616 h 2398711"/>
              <a:gd name="connsiteX103838" fmla="*/ 566866 w 2119654"/>
              <a:gd name="connsiteY103838" fmla="*/ 641616 h 2398711"/>
              <a:gd name="connsiteX103839" fmla="*/ 567033 w 2119654"/>
              <a:gd name="connsiteY103839" fmla="*/ 641716 h 2398711"/>
              <a:gd name="connsiteX103840" fmla="*/ 546740 w 2119654"/>
              <a:gd name="connsiteY103840" fmla="*/ 673977 h 2398711"/>
              <a:gd name="connsiteX103841" fmla="*/ 548020 w 2119654"/>
              <a:gd name="connsiteY103841" fmla="*/ 675746 h 2398711"/>
              <a:gd name="connsiteX103842" fmla="*/ 548230 w 2119654"/>
              <a:gd name="connsiteY103842" fmla="*/ 675026 h 2398711"/>
              <a:gd name="connsiteX103843" fmla="*/ 283397 w 2119654"/>
              <a:gd name="connsiteY103843" fmla="*/ 1263641 h 2398711"/>
              <a:gd name="connsiteX103844" fmla="*/ 283545 w 2119654"/>
              <a:gd name="connsiteY103844" fmla="*/ 1263954 h 2398711"/>
              <a:gd name="connsiteX103845" fmla="*/ 284260 w 2119654"/>
              <a:gd name="connsiteY103845" fmla="*/ 1264658 h 2398711"/>
              <a:gd name="connsiteX103846" fmla="*/ 260356 w 2119654"/>
              <a:gd name="connsiteY103846" fmla="*/ 1315180 h 2398711"/>
              <a:gd name="connsiteX103847" fmla="*/ 260672 w 2119654"/>
              <a:gd name="connsiteY103847" fmla="*/ 1315541 h 2398711"/>
              <a:gd name="connsiteX103848" fmla="*/ 260581 w 2119654"/>
              <a:gd name="connsiteY103848" fmla="*/ 1315324 h 2398711"/>
              <a:gd name="connsiteX103849" fmla="*/ 529048 w 2119654"/>
              <a:gd name="connsiteY103849" fmla="*/ 713333 h 2398711"/>
              <a:gd name="connsiteX103850" fmla="*/ 528360 w 2119654"/>
              <a:gd name="connsiteY103850" fmla="*/ 716093 h 2398711"/>
              <a:gd name="connsiteX103851" fmla="*/ 528775 w 2119654"/>
              <a:gd name="connsiteY103851" fmla="*/ 717399 h 2398711"/>
              <a:gd name="connsiteX103852" fmla="*/ 529509 w 2119654"/>
              <a:gd name="connsiteY103852" fmla="*/ 715299 h 2398711"/>
              <a:gd name="connsiteX103853" fmla="*/ 529409 w 2119654"/>
              <a:gd name="connsiteY103853" fmla="*/ 714636 h 2398711"/>
              <a:gd name="connsiteX103854" fmla="*/ 589830 w 2119654"/>
              <a:gd name="connsiteY103854" fmla="*/ 577207 h 2398711"/>
              <a:gd name="connsiteX103855" fmla="*/ 590075 w 2119654"/>
              <a:gd name="connsiteY103855" fmla="*/ 577329 h 2398711"/>
              <a:gd name="connsiteX103856" fmla="*/ 589957 w 2119654"/>
              <a:gd name="connsiteY103856" fmla="*/ 577006 h 2398711"/>
              <a:gd name="connsiteX103857" fmla="*/ 589938 w 2119654"/>
              <a:gd name="connsiteY103857" fmla="*/ 576996 h 2398711"/>
              <a:gd name="connsiteX103858" fmla="*/ 649315 w 2119654"/>
              <a:gd name="connsiteY103858" fmla="*/ 443930 h 2398711"/>
              <a:gd name="connsiteX103859" fmla="*/ 650413 w 2119654"/>
              <a:gd name="connsiteY103859" fmla="*/ 450694 h 2398711"/>
              <a:gd name="connsiteX103860" fmla="*/ 650817 w 2119654"/>
              <a:gd name="connsiteY103860" fmla="*/ 450892 h 2398711"/>
              <a:gd name="connsiteX103861" fmla="*/ 651006 w 2119654"/>
              <a:gd name="connsiteY103861" fmla="*/ 445286 h 2398711"/>
              <a:gd name="connsiteX103862" fmla="*/ 272688 w 2119654"/>
              <a:gd name="connsiteY103862" fmla="*/ 1287258 h 2398711"/>
              <a:gd name="connsiteX103863" fmla="*/ 273339 w 2119654"/>
              <a:gd name="connsiteY103863" fmla="*/ 1288769 h 2398711"/>
              <a:gd name="connsiteX103864" fmla="*/ 274938 w 2119654"/>
              <a:gd name="connsiteY103864" fmla="*/ 1290152 h 2398711"/>
              <a:gd name="connsiteX103865" fmla="*/ 273171 w 2119654"/>
              <a:gd name="connsiteY103865" fmla="*/ 1287838 h 2398711"/>
              <a:gd name="connsiteX103866" fmla="*/ 580498 w 2119654"/>
              <a:gd name="connsiteY103866" fmla="*/ 597953 h 2398711"/>
              <a:gd name="connsiteX103867" fmla="*/ 580736 w 2119654"/>
              <a:gd name="connsiteY103867" fmla="*/ 599170 h 2398711"/>
              <a:gd name="connsiteX103868" fmla="*/ 584169 w 2119654"/>
              <a:gd name="connsiteY103868" fmla="*/ 603312 h 2398711"/>
              <a:gd name="connsiteX103869" fmla="*/ 584054 w 2119654"/>
              <a:gd name="connsiteY103869" fmla="*/ 600101 h 2398711"/>
              <a:gd name="connsiteX103870" fmla="*/ 164302 w 2119654"/>
              <a:gd name="connsiteY103870" fmla="*/ 1529860 h 2398711"/>
              <a:gd name="connsiteX103871" fmla="*/ 179443 w 2119654"/>
              <a:gd name="connsiteY103871" fmla="*/ 1544044 h 2398711"/>
              <a:gd name="connsiteX103872" fmla="*/ 182890 w 2119654"/>
              <a:gd name="connsiteY103872" fmla="*/ 1547210 h 2398711"/>
              <a:gd name="connsiteX103873" fmla="*/ 202046 w 2119654"/>
              <a:gd name="connsiteY103873" fmla="*/ 1555169 h 2398711"/>
              <a:gd name="connsiteX103874" fmla="*/ 186460 w 2119654"/>
              <a:gd name="connsiteY103874" fmla="*/ 1536042 h 2398711"/>
              <a:gd name="connsiteX103875" fmla="*/ 601593 w 2119654"/>
              <a:gd name="connsiteY103875" fmla="*/ 550621 h 2398711"/>
              <a:gd name="connsiteX103876" fmla="*/ 601829 w 2119654"/>
              <a:gd name="connsiteY103876" fmla="*/ 552762 h 2398711"/>
              <a:gd name="connsiteX103877" fmla="*/ 602000 w 2119654"/>
              <a:gd name="connsiteY103877" fmla="*/ 552693 h 2398711"/>
              <a:gd name="connsiteX103878" fmla="*/ 602297 w 2119654"/>
              <a:gd name="connsiteY103878" fmla="*/ 552778 h 2398711"/>
              <a:gd name="connsiteX103879" fmla="*/ 602748 w 2119654"/>
              <a:gd name="connsiteY103879" fmla="*/ 551932 h 2398711"/>
              <a:gd name="connsiteX103880" fmla="*/ 209049 w 2119654"/>
              <a:gd name="connsiteY103880" fmla="*/ 1429529 h 2398711"/>
              <a:gd name="connsiteX103881" fmla="*/ 221780 w 2119654"/>
              <a:gd name="connsiteY103881" fmla="*/ 1446263 h 2398711"/>
              <a:gd name="connsiteX103882" fmla="*/ 224598 w 2119654"/>
              <a:gd name="connsiteY103882" fmla="*/ 1448240 h 2398711"/>
              <a:gd name="connsiteX103883" fmla="*/ 218514 w 2119654"/>
              <a:gd name="connsiteY103883" fmla="*/ 1438489 h 2398711"/>
              <a:gd name="connsiteX103884" fmla="*/ 215140 w 2119654"/>
              <a:gd name="connsiteY103884" fmla="*/ 1432917 h 2398711"/>
              <a:gd name="connsiteX103885" fmla="*/ 564944 w 2119654"/>
              <a:gd name="connsiteY103885" fmla="*/ 632570 h 2398711"/>
              <a:gd name="connsiteX103886" fmla="*/ 568414 w 2119654"/>
              <a:gd name="connsiteY103886" fmla="*/ 642170 h 2398711"/>
              <a:gd name="connsiteX103887" fmla="*/ 569229 w 2119654"/>
              <a:gd name="connsiteY103887" fmla="*/ 635697 h 2398711"/>
              <a:gd name="connsiteX103888" fmla="*/ 569254 w 2119654"/>
              <a:gd name="connsiteY103888" fmla="*/ 635517 h 2398711"/>
              <a:gd name="connsiteX103889" fmla="*/ 588380 w 2119654"/>
              <a:gd name="connsiteY103889" fmla="*/ 580016 h 2398711"/>
              <a:gd name="connsiteX103890" fmla="*/ 590365 w 2119654"/>
              <a:gd name="connsiteY103890" fmla="*/ 582884 h 2398711"/>
              <a:gd name="connsiteX103891" fmla="*/ 590397 w 2119654"/>
              <a:gd name="connsiteY103891" fmla="*/ 581935 h 2398711"/>
              <a:gd name="connsiteX103892" fmla="*/ 590578 w 2119654"/>
              <a:gd name="connsiteY103892" fmla="*/ 578696 h 2398711"/>
              <a:gd name="connsiteX103893" fmla="*/ 590080 w 2119654"/>
              <a:gd name="connsiteY103893" fmla="*/ 577344 h 2398711"/>
              <a:gd name="connsiteX103894" fmla="*/ 589823 w 2119654"/>
              <a:gd name="connsiteY103894" fmla="*/ 577219 h 2398711"/>
              <a:gd name="connsiteX103895" fmla="*/ 565577 w 2119654"/>
              <a:gd name="connsiteY103895" fmla="*/ 630969 h 2398711"/>
              <a:gd name="connsiteX103896" fmla="*/ 569514 w 2119654"/>
              <a:gd name="connsiteY103896" fmla="*/ 633660 h 2398711"/>
              <a:gd name="connsiteX103897" fmla="*/ 569661 w 2119654"/>
              <a:gd name="connsiteY103897" fmla="*/ 632608 h 2398711"/>
              <a:gd name="connsiteX103898" fmla="*/ 569565 w 2119654"/>
              <a:gd name="connsiteY103898" fmla="*/ 631821 h 2398711"/>
              <a:gd name="connsiteX103899" fmla="*/ 293649 w 2119654"/>
              <a:gd name="connsiteY103899" fmla="*/ 1239328 h 2398711"/>
              <a:gd name="connsiteX103900" fmla="*/ 293971 w 2119654"/>
              <a:gd name="connsiteY103900" fmla="*/ 1240444 h 2398711"/>
              <a:gd name="connsiteX103901" fmla="*/ 296417 w 2119654"/>
              <a:gd name="connsiteY103901" fmla="*/ 1243048 h 2398711"/>
              <a:gd name="connsiteX103902" fmla="*/ 297210 w 2119654"/>
              <a:gd name="connsiteY103902" fmla="*/ 1243622 h 2398711"/>
              <a:gd name="connsiteX103903" fmla="*/ 296595 w 2119654"/>
              <a:gd name="connsiteY103903" fmla="*/ 1241246 h 2398711"/>
              <a:gd name="connsiteX103904" fmla="*/ 547737 w 2119654"/>
              <a:gd name="connsiteY103904" fmla="*/ 670357 h 2398711"/>
              <a:gd name="connsiteX103905" fmla="*/ 546600 w 2119654"/>
              <a:gd name="connsiteY103905" fmla="*/ 673608 h 2398711"/>
              <a:gd name="connsiteX103906" fmla="*/ 548296 w 2119654"/>
              <a:gd name="connsiteY103906" fmla="*/ 674802 h 2398711"/>
              <a:gd name="connsiteX103907" fmla="*/ 548494 w 2119654"/>
              <a:gd name="connsiteY103907" fmla="*/ 674124 h 2398711"/>
              <a:gd name="connsiteX103908" fmla="*/ 548412 w 2119654"/>
              <a:gd name="connsiteY103908" fmla="*/ 671291 h 2398711"/>
              <a:gd name="connsiteX103909" fmla="*/ 606971 w 2119654"/>
              <a:gd name="connsiteY103909" fmla="*/ 537476 h 2398711"/>
              <a:gd name="connsiteX103910" fmla="*/ 606524 w 2119654"/>
              <a:gd name="connsiteY103910" fmla="*/ 540249 h 2398711"/>
              <a:gd name="connsiteX103911" fmla="*/ 608109 w 2119654"/>
              <a:gd name="connsiteY103911" fmla="*/ 541881 h 2398711"/>
              <a:gd name="connsiteX103912" fmla="*/ 608843 w 2119654"/>
              <a:gd name="connsiteY103912" fmla="*/ 540506 h 2398711"/>
              <a:gd name="connsiteX103913" fmla="*/ 608665 w 2119654"/>
              <a:gd name="connsiteY103913" fmla="*/ 538747 h 2398711"/>
              <a:gd name="connsiteX103914" fmla="*/ 578013 w 2119654"/>
              <a:gd name="connsiteY103914" fmla="*/ 602264 h 2398711"/>
              <a:gd name="connsiteX103915" fmla="*/ 578466 w 2119654"/>
              <a:gd name="connsiteY103915" fmla="*/ 605992 h 2398711"/>
              <a:gd name="connsiteX103916" fmla="*/ 578818 w 2119654"/>
              <a:gd name="connsiteY103916" fmla="*/ 603236 h 2398711"/>
              <a:gd name="connsiteX103917" fmla="*/ 596590 w 2119654"/>
              <a:gd name="connsiteY103917" fmla="*/ 560489 h 2398711"/>
              <a:gd name="connsiteX103918" fmla="*/ 596284 w 2119654"/>
              <a:gd name="connsiteY103918" fmla="*/ 563488 h 2398711"/>
              <a:gd name="connsiteX103919" fmla="*/ 596287 w 2119654"/>
              <a:gd name="connsiteY103919" fmla="*/ 563713 h 2398711"/>
              <a:gd name="connsiteX103920" fmla="*/ 596415 w 2119654"/>
              <a:gd name="connsiteY103920" fmla="*/ 563810 h 2398711"/>
              <a:gd name="connsiteX103921" fmla="*/ 597674 w 2119654"/>
              <a:gd name="connsiteY103921" fmla="*/ 561448 h 2398711"/>
              <a:gd name="connsiteX103922" fmla="*/ 657003 w 2119654"/>
              <a:gd name="connsiteY103922" fmla="*/ 425186 h 2398711"/>
              <a:gd name="connsiteX103923" fmla="*/ 656698 w 2119654"/>
              <a:gd name="connsiteY103923" fmla="*/ 426553 h 2398711"/>
              <a:gd name="connsiteX103924" fmla="*/ 655562 w 2119654"/>
              <a:gd name="connsiteY103924" fmla="*/ 432824 h 2398711"/>
              <a:gd name="connsiteX103925" fmla="*/ 667394 w 2119654"/>
              <a:gd name="connsiteY103925" fmla="*/ 445076 h 2398711"/>
              <a:gd name="connsiteX103926" fmla="*/ 667067 w 2119654"/>
              <a:gd name="connsiteY103926" fmla="*/ 434995 h 2398711"/>
              <a:gd name="connsiteX103927" fmla="*/ 666732 w 2119654"/>
              <a:gd name="connsiteY103927" fmla="*/ 433301 h 2398711"/>
              <a:gd name="connsiteX103928" fmla="*/ 665617 w 2119654"/>
              <a:gd name="connsiteY103928" fmla="*/ 432371 h 2398711"/>
              <a:gd name="connsiteX103929" fmla="*/ 658327 w 2119654"/>
              <a:gd name="connsiteY103929" fmla="*/ 429588 h 2398711"/>
              <a:gd name="connsiteX103930" fmla="*/ 658551 w 2119654"/>
              <a:gd name="connsiteY103930" fmla="*/ 429517 h 2398711"/>
              <a:gd name="connsiteX103931" fmla="*/ 665271 w 2119654"/>
              <a:gd name="connsiteY103931" fmla="*/ 432082 h 2398711"/>
              <a:gd name="connsiteX103932" fmla="*/ 579972 w 2119654"/>
              <a:gd name="connsiteY103932" fmla="*/ 597636 h 2398711"/>
              <a:gd name="connsiteX103933" fmla="*/ 579905 w 2119654"/>
              <a:gd name="connsiteY103933" fmla="*/ 598165 h 2398711"/>
              <a:gd name="connsiteX103934" fmla="*/ 580259 w 2119654"/>
              <a:gd name="connsiteY103934" fmla="*/ 598593 h 2398711"/>
              <a:gd name="connsiteX103935" fmla="*/ 580084 w 2119654"/>
              <a:gd name="connsiteY103935" fmla="*/ 597703 h 2398711"/>
              <a:gd name="connsiteX103936" fmla="*/ 607077 w 2119654"/>
              <a:gd name="connsiteY103936" fmla="*/ 536817 h 2398711"/>
              <a:gd name="connsiteX103937" fmla="*/ 607014 w 2119654"/>
              <a:gd name="connsiteY103937" fmla="*/ 537211 h 2398711"/>
              <a:gd name="connsiteX103938" fmla="*/ 608629 w 2119654"/>
              <a:gd name="connsiteY103938" fmla="*/ 538390 h 2398711"/>
              <a:gd name="connsiteX103939" fmla="*/ 608549 w 2119654"/>
              <a:gd name="connsiteY103939" fmla="*/ 537596 h 2398711"/>
              <a:gd name="connsiteX103940" fmla="*/ 607152 w 2119654"/>
              <a:gd name="connsiteY103940" fmla="*/ 536355 h 2398711"/>
              <a:gd name="connsiteX103941" fmla="*/ 607137 w 2119654"/>
              <a:gd name="connsiteY103941" fmla="*/ 536448 h 2398711"/>
              <a:gd name="connsiteX103942" fmla="*/ 608504 w 2119654"/>
              <a:gd name="connsiteY103942" fmla="*/ 537147 h 2398711"/>
              <a:gd name="connsiteX103943" fmla="*/ 608470 w 2119654"/>
              <a:gd name="connsiteY103943" fmla="*/ 536816 h 2398711"/>
              <a:gd name="connsiteX103944" fmla="*/ 284918 w 2119654"/>
              <a:gd name="connsiteY103944" fmla="*/ 1257784 h 2398711"/>
              <a:gd name="connsiteX103945" fmla="*/ 286794 w 2119654"/>
              <a:gd name="connsiteY103945" fmla="*/ 1260366 h 2398711"/>
              <a:gd name="connsiteX103946" fmla="*/ 286673 w 2119654"/>
              <a:gd name="connsiteY103946" fmla="*/ 1259872 h 2398711"/>
              <a:gd name="connsiteX103947" fmla="*/ 580197 w 2119654"/>
              <a:gd name="connsiteY103947" fmla="*/ 596423 h 2398711"/>
              <a:gd name="connsiteX103948" fmla="*/ 580364 w 2119654"/>
              <a:gd name="connsiteY103948" fmla="*/ 597274 h 2398711"/>
              <a:gd name="connsiteX103949" fmla="*/ 584032 w 2119654"/>
              <a:gd name="connsiteY103949" fmla="*/ 599489 h 2398711"/>
              <a:gd name="connsiteX103950" fmla="*/ 583974 w 2119654"/>
              <a:gd name="connsiteY103950" fmla="*/ 597897 h 2398711"/>
              <a:gd name="connsiteX103951" fmla="*/ 644951 w 2119654"/>
              <a:gd name="connsiteY103951" fmla="*/ 451243 h 2398711"/>
              <a:gd name="connsiteX103952" fmla="*/ 645357 w 2119654"/>
              <a:gd name="connsiteY103952" fmla="*/ 453354 h 2398711"/>
              <a:gd name="connsiteX103953" fmla="*/ 649914 w 2119654"/>
              <a:gd name="connsiteY103953" fmla="*/ 456280 h 2398711"/>
              <a:gd name="connsiteX103954" fmla="*/ 650009 w 2119654"/>
              <a:gd name="connsiteY103954" fmla="*/ 455752 h 2398711"/>
              <a:gd name="connsiteX103955" fmla="*/ 613212 w 2119654"/>
              <a:gd name="connsiteY103955" fmla="*/ 522234 h 2398711"/>
              <a:gd name="connsiteX103956" fmla="*/ 612079 w 2119654"/>
              <a:gd name="connsiteY103956" fmla="*/ 529873 h 2398711"/>
              <a:gd name="connsiteX103957" fmla="*/ 611554 w 2119654"/>
              <a:gd name="connsiteY103957" fmla="*/ 535389 h 2398711"/>
              <a:gd name="connsiteX103958" fmla="*/ 616939 w 2119654"/>
              <a:gd name="connsiteY103958" fmla="*/ 537270 h 2398711"/>
              <a:gd name="connsiteX103959" fmla="*/ 616233 w 2119654"/>
              <a:gd name="connsiteY103959" fmla="*/ 532184 h 2398711"/>
              <a:gd name="connsiteX103960" fmla="*/ 616367 w 2119654"/>
              <a:gd name="connsiteY103960" fmla="*/ 531959 h 2398711"/>
              <a:gd name="connsiteX103961" fmla="*/ 617111 w 2119654"/>
              <a:gd name="connsiteY103961" fmla="*/ 537332 h 2398711"/>
              <a:gd name="connsiteX103962" fmla="*/ 617646 w 2119654"/>
              <a:gd name="connsiteY103962" fmla="*/ 537518 h 2398711"/>
              <a:gd name="connsiteX103963" fmla="*/ 618283 w 2119654"/>
              <a:gd name="connsiteY103963" fmla="*/ 533056 h 2398711"/>
              <a:gd name="connsiteX103964" fmla="*/ 530716 w 2119654"/>
              <a:gd name="connsiteY103964" fmla="*/ 706954 h 2398711"/>
              <a:gd name="connsiteX103965" fmla="*/ 531112 w 2119654"/>
              <a:gd name="connsiteY103965" fmla="*/ 708629 h 2398711"/>
              <a:gd name="connsiteX103966" fmla="*/ 531315 w 2119654"/>
              <a:gd name="connsiteY103966" fmla="*/ 707628 h 2398711"/>
              <a:gd name="connsiteX103967" fmla="*/ 531394 w 2119654"/>
              <a:gd name="connsiteY103967" fmla="*/ 707347 h 2398711"/>
              <a:gd name="connsiteX103968" fmla="*/ 581044 w 2119654"/>
              <a:gd name="connsiteY103968" fmla="*/ 594231 h 2398711"/>
              <a:gd name="connsiteX103969" fmla="*/ 583884 w 2119654"/>
              <a:gd name="connsiteY103969" fmla="*/ 595405 h 2398711"/>
              <a:gd name="connsiteX103970" fmla="*/ 583832 w 2119654"/>
              <a:gd name="connsiteY103970" fmla="*/ 593979 h 2398711"/>
              <a:gd name="connsiteX103971" fmla="*/ 582766 w 2119654"/>
              <a:gd name="connsiteY103971" fmla="*/ 590893 h 2398711"/>
              <a:gd name="connsiteX103972" fmla="*/ 628068 w 2119654"/>
              <a:gd name="connsiteY103972" fmla="*/ 488730 h 2398711"/>
              <a:gd name="connsiteX103973" fmla="*/ 627450 w 2119654"/>
              <a:gd name="connsiteY103973" fmla="*/ 493633 h 2398711"/>
              <a:gd name="connsiteX103974" fmla="*/ 634055 w 2119654"/>
              <a:gd name="connsiteY103974" fmla="*/ 496855 h 2398711"/>
              <a:gd name="connsiteX103975" fmla="*/ 635032 w 2119654"/>
              <a:gd name="connsiteY103975" fmla="*/ 492028 h 2398711"/>
              <a:gd name="connsiteX103976" fmla="*/ 580198 w 2119654"/>
              <a:gd name="connsiteY103976" fmla="*/ 595873 h 2398711"/>
              <a:gd name="connsiteX103977" fmla="*/ 580184 w 2119654"/>
              <a:gd name="connsiteY103977" fmla="*/ 595976 h 2398711"/>
              <a:gd name="connsiteX103978" fmla="*/ 583958 w 2119654"/>
              <a:gd name="connsiteY103978" fmla="*/ 597449 h 2398711"/>
              <a:gd name="connsiteX103979" fmla="*/ 583909 w 2119654"/>
              <a:gd name="connsiteY103979" fmla="*/ 596096 h 2398711"/>
              <a:gd name="connsiteX103980" fmla="*/ 580817 w 2119654"/>
              <a:gd name="connsiteY103980" fmla="*/ 594670 h 2398711"/>
              <a:gd name="connsiteX103981" fmla="*/ 308024 w 2119654"/>
              <a:gd name="connsiteY103981" fmla="*/ 1205261 h 2398711"/>
              <a:gd name="connsiteX103982" fmla="*/ 308978 w 2119654"/>
              <a:gd name="connsiteY103982" fmla="*/ 1209148 h 2398711"/>
              <a:gd name="connsiteX103983" fmla="*/ 309551 w 2119654"/>
              <a:gd name="connsiteY103983" fmla="*/ 1209454 h 2398711"/>
              <a:gd name="connsiteX103984" fmla="*/ 309371 w 2119654"/>
              <a:gd name="connsiteY103984" fmla="*/ 1208319 h 2398711"/>
              <a:gd name="connsiteX103985" fmla="*/ 596779 w 2119654"/>
              <a:gd name="connsiteY103985" fmla="*/ 558628 h 2398711"/>
              <a:gd name="connsiteX103986" fmla="*/ 596671 w 2119654"/>
              <a:gd name="connsiteY103986" fmla="*/ 559680 h 2398711"/>
              <a:gd name="connsiteX103987" fmla="*/ 598013 w 2119654"/>
              <a:gd name="connsiteY103987" fmla="*/ 560814 h 2398711"/>
              <a:gd name="connsiteX103988" fmla="*/ 598245 w 2119654"/>
              <a:gd name="connsiteY103988" fmla="*/ 560379 h 2398711"/>
              <a:gd name="connsiteX103989" fmla="*/ 317053 w 2119654"/>
              <a:gd name="connsiteY103989" fmla="*/ 1184707 h 2398711"/>
              <a:gd name="connsiteX103990" fmla="*/ 317215 w 2119654"/>
              <a:gd name="connsiteY103990" fmla="*/ 1186036 h 2398711"/>
              <a:gd name="connsiteX103991" fmla="*/ 318990 w 2119654"/>
              <a:gd name="connsiteY103991" fmla="*/ 1187904 h 2398711"/>
              <a:gd name="connsiteX103992" fmla="*/ 318461 w 2119654"/>
              <a:gd name="connsiteY103992" fmla="*/ 1185657 h 2398711"/>
              <a:gd name="connsiteX103993" fmla="*/ 594204 w 2119654"/>
              <a:gd name="connsiteY103993" fmla="*/ 564032 h 2398711"/>
              <a:gd name="connsiteX103994" fmla="*/ 594435 w 2119654"/>
              <a:gd name="connsiteY103994" fmla="*/ 564231 h 2398711"/>
              <a:gd name="connsiteX103995" fmla="*/ 594451 w 2119654"/>
              <a:gd name="connsiteY103995" fmla="*/ 564067 h 2398711"/>
              <a:gd name="connsiteX103996" fmla="*/ 666596 w 2119654"/>
              <a:gd name="connsiteY103996" fmla="*/ 401930 h 2398711"/>
              <a:gd name="connsiteX103997" fmla="*/ 666663 w 2119654"/>
              <a:gd name="connsiteY103997" fmla="*/ 405519 h 2398711"/>
              <a:gd name="connsiteX103998" fmla="*/ 669546 w 2119654"/>
              <a:gd name="connsiteY103998" fmla="*/ 409361 h 2398711"/>
              <a:gd name="connsiteX103999" fmla="*/ 672290 w 2119654"/>
              <a:gd name="connsiteY103999" fmla="*/ 414114 h 2398711"/>
              <a:gd name="connsiteX104000" fmla="*/ 671326 w 2119654"/>
              <a:gd name="connsiteY104000" fmla="*/ 405178 h 2398711"/>
              <a:gd name="connsiteX104001" fmla="*/ 643676 w 2119654"/>
              <a:gd name="connsiteY104001" fmla="*/ 453092 h 2398711"/>
              <a:gd name="connsiteX104002" fmla="*/ 642217 w 2119654"/>
              <a:gd name="connsiteY104002" fmla="*/ 460295 h 2398711"/>
              <a:gd name="connsiteX104003" fmla="*/ 646025 w 2119654"/>
              <a:gd name="connsiteY104003" fmla="*/ 462911 h 2398711"/>
              <a:gd name="connsiteX104004" fmla="*/ 644209 w 2119654"/>
              <a:gd name="connsiteY104004" fmla="*/ 453434 h 2398711"/>
              <a:gd name="connsiteX104005" fmla="*/ 334278 w 2119654"/>
              <a:gd name="connsiteY104005" fmla="*/ 1145751 h 2398711"/>
              <a:gd name="connsiteX104006" fmla="*/ 334401 w 2119654"/>
              <a:gd name="connsiteY104006" fmla="*/ 1146745 h 2398711"/>
              <a:gd name="connsiteX104007" fmla="*/ 334755 w 2119654"/>
              <a:gd name="connsiteY104007" fmla="*/ 1147359 h 2398711"/>
              <a:gd name="connsiteX104008" fmla="*/ 334397 w 2119654"/>
              <a:gd name="connsiteY104008" fmla="*/ 1145844 h 2398711"/>
              <a:gd name="connsiteX104009" fmla="*/ 596892 w 2119654"/>
              <a:gd name="connsiteY104009" fmla="*/ 557527 h 2398711"/>
              <a:gd name="connsiteX104010" fmla="*/ 596802 w 2119654"/>
              <a:gd name="connsiteY104010" fmla="*/ 558405 h 2398711"/>
              <a:gd name="connsiteX104011" fmla="*/ 598327 w 2119654"/>
              <a:gd name="connsiteY104011" fmla="*/ 560226 h 2398711"/>
              <a:gd name="connsiteX104012" fmla="*/ 599366 w 2119654"/>
              <a:gd name="connsiteY104012" fmla="*/ 558278 h 2398711"/>
              <a:gd name="connsiteX104013" fmla="*/ 563015 w 2119654"/>
              <a:gd name="connsiteY104013" fmla="*/ 633229 h 2398711"/>
              <a:gd name="connsiteX104014" fmla="*/ 563414 w 2119654"/>
              <a:gd name="connsiteY104014" fmla="*/ 636017 h 2398711"/>
              <a:gd name="connsiteX104015" fmla="*/ 563545 w 2119654"/>
              <a:gd name="connsiteY104015" fmla="*/ 634521 h 2398711"/>
              <a:gd name="connsiteX104016" fmla="*/ 612876 w 2119654"/>
              <a:gd name="connsiteY104016" fmla="*/ 521517 h 2398711"/>
              <a:gd name="connsiteX104017" fmla="*/ 612737 w 2119654"/>
              <a:gd name="connsiteY104017" fmla="*/ 522982 h 2398711"/>
              <a:gd name="connsiteX104018" fmla="*/ 612935 w 2119654"/>
              <a:gd name="connsiteY104018" fmla="*/ 521643 h 2398711"/>
              <a:gd name="connsiteX104019" fmla="*/ 596933 w 2119654"/>
              <a:gd name="connsiteY104019" fmla="*/ 557131 h 2398711"/>
              <a:gd name="connsiteX104020" fmla="*/ 596921 w 2119654"/>
              <a:gd name="connsiteY104020" fmla="*/ 557244 h 2398711"/>
              <a:gd name="connsiteX104021" fmla="*/ 598832 w 2119654"/>
              <a:gd name="connsiteY104021" fmla="*/ 557795 h 2398711"/>
              <a:gd name="connsiteX104022" fmla="*/ 575985 w 2119654"/>
              <a:gd name="connsiteY104022" fmla="*/ 604030 h 2398711"/>
              <a:gd name="connsiteX104023" fmla="*/ 576204 w 2119654"/>
              <a:gd name="connsiteY104023" fmla="*/ 607529 h 2398711"/>
              <a:gd name="connsiteX104024" fmla="*/ 578146 w 2119654"/>
              <a:gd name="connsiteY104024" fmla="*/ 608493 h 2398711"/>
              <a:gd name="connsiteX104025" fmla="*/ 578329 w 2119654"/>
              <a:gd name="connsiteY104025" fmla="*/ 607065 h 2398711"/>
              <a:gd name="connsiteX104026" fmla="*/ 577699 w 2119654"/>
              <a:gd name="connsiteY104026" fmla="*/ 601885 h 2398711"/>
              <a:gd name="connsiteX104027" fmla="*/ 577619 w 2119654"/>
              <a:gd name="connsiteY104027" fmla="*/ 601789 h 2398711"/>
              <a:gd name="connsiteX104028" fmla="*/ 577234 w 2119654"/>
              <a:gd name="connsiteY104028" fmla="*/ 601612 h 2398711"/>
              <a:gd name="connsiteX104029" fmla="*/ 643916 w 2119654"/>
              <a:gd name="connsiteY104029" fmla="*/ 451909 h 2398711"/>
              <a:gd name="connsiteX104030" fmla="*/ 643823 w 2119654"/>
              <a:gd name="connsiteY104030" fmla="*/ 452369 h 2398711"/>
              <a:gd name="connsiteX104031" fmla="*/ 644030 w 2119654"/>
              <a:gd name="connsiteY104031" fmla="*/ 452502 h 2398711"/>
              <a:gd name="connsiteX104032" fmla="*/ 574158 w 2119654"/>
              <a:gd name="connsiteY104032" fmla="*/ 607998 h 2398711"/>
              <a:gd name="connsiteX104033" fmla="*/ 574387 w 2119654"/>
              <a:gd name="connsiteY104033" fmla="*/ 608215 h 2398711"/>
              <a:gd name="connsiteX104034" fmla="*/ 574347 w 2119654"/>
              <a:gd name="connsiteY104034" fmla="*/ 608098 h 2398711"/>
              <a:gd name="connsiteX104035" fmla="*/ 578955 w 2119654"/>
              <a:gd name="connsiteY104035" fmla="*/ 597022 h 2398711"/>
              <a:gd name="connsiteX104036" fmla="*/ 578968 w 2119654"/>
              <a:gd name="connsiteY104036" fmla="*/ 597037 h 2398711"/>
              <a:gd name="connsiteX104037" fmla="*/ 578971 w 2119654"/>
              <a:gd name="connsiteY104037" fmla="*/ 597031 h 2398711"/>
              <a:gd name="connsiteX104038" fmla="*/ 201817 w 2119654"/>
              <a:gd name="connsiteY104038" fmla="*/ 1441460 h 2398711"/>
              <a:gd name="connsiteX104039" fmla="*/ 203783 w 2119654"/>
              <a:gd name="connsiteY104039" fmla="*/ 1444877 h 2398711"/>
              <a:gd name="connsiteX104040" fmla="*/ 207262 w 2119654"/>
              <a:gd name="connsiteY104040" fmla="*/ 1446930 h 2398711"/>
              <a:gd name="connsiteX104041" fmla="*/ 213073 w 2119654"/>
              <a:gd name="connsiteY104041" fmla="*/ 1450251 h 2398711"/>
              <a:gd name="connsiteX104042" fmla="*/ 209381 w 2119654"/>
              <a:gd name="connsiteY104042" fmla="*/ 1444357 h 2398711"/>
              <a:gd name="connsiteX104043" fmla="*/ 600299 w 2119654"/>
              <a:gd name="connsiteY104043" fmla="*/ 549153 h 2398711"/>
              <a:gd name="connsiteX104044" fmla="*/ 601074 w 2119654"/>
              <a:gd name="connsiteY104044" fmla="*/ 555071 h 2398711"/>
              <a:gd name="connsiteX104045" fmla="*/ 601588 w 2119654"/>
              <a:gd name="connsiteY104045" fmla="*/ 554108 h 2398711"/>
              <a:gd name="connsiteX104046" fmla="*/ 601147 w 2119654"/>
              <a:gd name="connsiteY104046" fmla="*/ 550115 h 2398711"/>
              <a:gd name="connsiteX104047" fmla="*/ 250945 w 2119654"/>
              <a:gd name="connsiteY104047" fmla="*/ 1331116 h 2398711"/>
              <a:gd name="connsiteX104048" fmla="*/ 253535 w 2119654"/>
              <a:gd name="connsiteY104048" fmla="*/ 1337767 h 2398711"/>
              <a:gd name="connsiteX104049" fmla="*/ 253979 w 2119654"/>
              <a:gd name="connsiteY104049" fmla="*/ 1338519 h 2398711"/>
              <a:gd name="connsiteX104050" fmla="*/ 260205 w 2119654"/>
              <a:gd name="connsiteY104050" fmla="*/ 1343828 h 2398711"/>
              <a:gd name="connsiteX104051" fmla="*/ 258265 w 2119654"/>
              <a:gd name="connsiteY104051" fmla="*/ 1338847 h 2398711"/>
              <a:gd name="connsiteX104052" fmla="*/ 256733 w 2119654"/>
              <a:gd name="connsiteY104052" fmla="*/ 1334395 h 2398711"/>
              <a:gd name="connsiteX104053" fmla="*/ 303171 w 2119654"/>
              <a:gd name="connsiteY104053" fmla="*/ 1214128 h 2398711"/>
              <a:gd name="connsiteX104054" fmla="*/ 304512 w 2119654"/>
              <a:gd name="connsiteY104054" fmla="*/ 1216400 h 2398711"/>
              <a:gd name="connsiteX104055" fmla="*/ 304330 w 2119654"/>
              <a:gd name="connsiteY104055" fmla="*/ 1215700 h 2398711"/>
              <a:gd name="connsiteX104056" fmla="*/ 303239 w 2119654"/>
              <a:gd name="connsiteY104056" fmla="*/ 1214202 h 2398711"/>
              <a:gd name="connsiteX104057" fmla="*/ 573012 w 2119654"/>
              <a:gd name="connsiteY104057" fmla="*/ 609791 h 2398711"/>
              <a:gd name="connsiteX104058" fmla="*/ 572984 w 2119654"/>
              <a:gd name="connsiteY104058" fmla="*/ 609992 h 2398711"/>
              <a:gd name="connsiteX104059" fmla="*/ 573281 w 2119654"/>
              <a:gd name="connsiteY104059" fmla="*/ 610236 h 2398711"/>
              <a:gd name="connsiteX104060" fmla="*/ 575582 w 2119654"/>
              <a:gd name="connsiteY104060" fmla="*/ 612747 h 2398711"/>
              <a:gd name="connsiteX104061" fmla="*/ 575499 w 2119654"/>
              <a:gd name="connsiteY104061" fmla="*/ 611434 h 2398711"/>
              <a:gd name="connsiteX104062" fmla="*/ 574480 w 2119654"/>
              <a:gd name="connsiteY104062" fmla="*/ 608482 h 2398711"/>
              <a:gd name="connsiteX104063" fmla="*/ 573947 w 2119654"/>
              <a:gd name="connsiteY104063" fmla="*/ 607977 h 2398711"/>
              <a:gd name="connsiteX104064" fmla="*/ 628468 w 2119654"/>
              <a:gd name="connsiteY104064" fmla="*/ 485550 h 2398711"/>
              <a:gd name="connsiteX104065" fmla="*/ 628085 w 2119654"/>
              <a:gd name="connsiteY104065" fmla="*/ 488592 h 2398711"/>
              <a:gd name="connsiteX104066" fmla="*/ 635016 w 2119654"/>
              <a:gd name="connsiteY104066" fmla="*/ 491875 h 2398711"/>
              <a:gd name="connsiteX104067" fmla="*/ 658600 w 2119654"/>
              <a:gd name="connsiteY104067" fmla="*/ 418014 h 2398711"/>
              <a:gd name="connsiteX104068" fmla="*/ 657090 w 2119654"/>
              <a:gd name="connsiteY104068" fmla="*/ 424791 h 2398711"/>
              <a:gd name="connsiteX104069" fmla="*/ 666306 w 2119654"/>
              <a:gd name="connsiteY104069" fmla="*/ 432477 h 2398711"/>
              <a:gd name="connsiteX104070" fmla="*/ 666591 w 2119654"/>
              <a:gd name="connsiteY104070" fmla="*/ 432586 h 2398711"/>
              <a:gd name="connsiteX104071" fmla="*/ 665847 w 2119654"/>
              <a:gd name="connsiteY104071" fmla="*/ 428818 h 2398711"/>
              <a:gd name="connsiteX104072" fmla="*/ 662431 w 2119654"/>
              <a:gd name="connsiteY104072" fmla="*/ 426403 h 2398711"/>
              <a:gd name="connsiteX104073" fmla="*/ 662879 w 2119654"/>
              <a:gd name="connsiteY104073" fmla="*/ 426380 h 2398711"/>
              <a:gd name="connsiteX104074" fmla="*/ 665769 w 2119654"/>
              <a:gd name="connsiteY104074" fmla="*/ 428424 h 2398711"/>
              <a:gd name="connsiteX104075" fmla="*/ 665231 w 2119654"/>
              <a:gd name="connsiteY104075" fmla="*/ 425698 h 2398711"/>
              <a:gd name="connsiteX104076" fmla="*/ 665503 w 2119654"/>
              <a:gd name="connsiteY104076" fmla="*/ 425163 h 2398711"/>
              <a:gd name="connsiteX104077" fmla="*/ 666208 w 2119654"/>
              <a:gd name="connsiteY104077" fmla="*/ 428734 h 2398711"/>
              <a:gd name="connsiteX104078" fmla="*/ 666897 w 2119654"/>
              <a:gd name="connsiteY104078" fmla="*/ 429221 h 2398711"/>
              <a:gd name="connsiteX104079" fmla="*/ 666774 w 2119654"/>
              <a:gd name="connsiteY104079" fmla="*/ 422741 h 2398711"/>
              <a:gd name="connsiteX104080" fmla="*/ 563268 w 2119654"/>
              <a:gd name="connsiteY104080" fmla="*/ 631425 h 2398711"/>
              <a:gd name="connsiteX104081" fmla="*/ 563040 w 2119654"/>
              <a:gd name="connsiteY104081" fmla="*/ 632550 h 2398711"/>
              <a:gd name="connsiteX104082" fmla="*/ 563599 w 2119654"/>
              <a:gd name="connsiteY104082" fmla="*/ 633910 h 2398711"/>
              <a:gd name="connsiteX104083" fmla="*/ 563718 w 2119654"/>
              <a:gd name="connsiteY104083" fmla="*/ 632543 h 2398711"/>
              <a:gd name="connsiteX104084" fmla="*/ 563329 w 2119654"/>
              <a:gd name="connsiteY104084" fmla="*/ 631467 h 2398711"/>
              <a:gd name="connsiteX104085" fmla="*/ 619127 w 2119654"/>
              <a:gd name="connsiteY104085" fmla="*/ 506343 h 2398711"/>
              <a:gd name="connsiteX104086" fmla="*/ 620022 w 2119654"/>
              <a:gd name="connsiteY104086" fmla="*/ 511011 h 2398711"/>
              <a:gd name="connsiteX104087" fmla="*/ 620649 w 2119654"/>
              <a:gd name="connsiteY104087" fmla="*/ 511348 h 2398711"/>
              <a:gd name="connsiteX104088" fmla="*/ 579855 w 2119654"/>
              <a:gd name="connsiteY104088" fmla="*/ 594227 h 2398711"/>
              <a:gd name="connsiteX104089" fmla="*/ 579834 w 2119654"/>
              <a:gd name="connsiteY104089" fmla="*/ 594580 h 2398711"/>
              <a:gd name="connsiteX104090" fmla="*/ 579888 w 2119654"/>
              <a:gd name="connsiteY104090" fmla="*/ 594856 h 2398711"/>
              <a:gd name="connsiteX104091" fmla="*/ 579963 w 2119654"/>
              <a:gd name="connsiteY104091" fmla="*/ 594276 h 2398711"/>
              <a:gd name="connsiteX104092" fmla="*/ 259431 w 2119654"/>
              <a:gd name="connsiteY104092" fmla="*/ 1311551 h 2398711"/>
              <a:gd name="connsiteX104093" fmla="*/ 260292 w 2119654"/>
              <a:gd name="connsiteY104093" fmla="*/ 1313584 h 2398711"/>
              <a:gd name="connsiteX104094" fmla="*/ 265682 w 2119654"/>
              <a:gd name="connsiteY104094" fmla="*/ 1317016 h 2398711"/>
              <a:gd name="connsiteX104095" fmla="*/ 264770 w 2119654"/>
              <a:gd name="connsiteY104095" fmla="*/ 1315978 h 2398711"/>
              <a:gd name="connsiteX104096" fmla="*/ 260609 w 2119654"/>
              <a:gd name="connsiteY104096" fmla="*/ 1312724 h 2398711"/>
              <a:gd name="connsiteX104097" fmla="*/ 624879 w 2119654"/>
              <a:gd name="connsiteY104097" fmla="*/ 493125 h 2398711"/>
              <a:gd name="connsiteX104098" fmla="*/ 623597 w 2119654"/>
              <a:gd name="connsiteY104098" fmla="*/ 502121 h 2398711"/>
              <a:gd name="connsiteX104099" fmla="*/ 624894 w 2119654"/>
              <a:gd name="connsiteY104099" fmla="*/ 510063 h 2398711"/>
              <a:gd name="connsiteX104100" fmla="*/ 626904 w 2119654"/>
              <a:gd name="connsiteY104100" fmla="*/ 494112 h 2398711"/>
              <a:gd name="connsiteX104101" fmla="*/ 644538 w 2119654"/>
              <a:gd name="connsiteY104101" fmla="*/ 448828 h 2398711"/>
              <a:gd name="connsiteX104102" fmla="*/ 644513 w 2119654"/>
              <a:gd name="connsiteY104102" fmla="*/ 448951 h 2398711"/>
              <a:gd name="connsiteX104103" fmla="*/ 644869 w 2119654"/>
              <a:gd name="connsiteY104103" fmla="*/ 450815 h 2398711"/>
              <a:gd name="connsiteX104104" fmla="*/ 650052 w 2119654"/>
              <a:gd name="connsiteY104104" fmla="*/ 455517 h 2398711"/>
              <a:gd name="connsiteX104105" fmla="*/ 650153 w 2119654"/>
              <a:gd name="connsiteY104105" fmla="*/ 454960 h 2398711"/>
              <a:gd name="connsiteX104106" fmla="*/ 649554 w 2119654"/>
              <a:gd name="connsiteY104106" fmla="*/ 451274 h 2398711"/>
              <a:gd name="connsiteX104107" fmla="*/ 565122 w 2119654"/>
              <a:gd name="connsiteY104107" fmla="*/ 626303 h 2398711"/>
              <a:gd name="connsiteX104108" fmla="*/ 564794 w 2119654"/>
              <a:gd name="connsiteY104108" fmla="*/ 630040 h 2398711"/>
              <a:gd name="connsiteX104109" fmla="*/ 569470 w 2119654"/>
              <a:gd name="connsiteY104109" fmla="*/ 631038 h 2398711"/>
              <a:gd name="connsiteX104110" fmla="*/ 568994 w 2119654"/>
              <a:gd name="connsiteY104110" fmla="*/ 627130 h 2398711"/>
              <a:gd name="connsiteX104111" fmla="*/ 628699 w 2119654"/>
              <a:gd name="connsiteY104111" fmla="*/ 483718 h 2398711"/>
              <a:gd name="connsiteX104112" fmla="*/ 628615 w 2119654"/>
              <a:gd name="connsiteY104112" fmla="*/ 484386 h 2398711"/>
              <a:gd name="connsiteX104113" fmla="*/ 633707 w 2119654"/>
              <a:gd name="connsiteY104113" fmla="*/ 489006 h 2398711"/>
              <a:gd name="connsiteX104114" fmla="*/ 635393 w 2119654"/>
              <a:gd name="connsiteY104114" fmla="*/ 490241 h 2398711"/>
              <a:gd name="connsiteX104115" fmla="*/ 635539 w 2119654"/>
              <a:gd name="connsiteY104115" fmla="*/ 489521 h 2398711"/>
              <a:gd name="connsiteX104116" fmla="*/ 632534 w 2119654"/>
              <a:gd name="connsiteY104116" fmla="*/ 486149 h 2398711"/>
              <a:gd name="connsiteX104117" fmla="*/ 631658 w 2119654"/>
              <a:gd name="connsiteY104117" fmla="*/ 485242 h 2398711"/>
              <a:gd name="connsiteX104118" fmla="*/ 629435 w 2119654"/>
              <a:gd name="connsiteY104118" fmla="*/ 484048 h 2398711"/>
              <a:gd name="connsiteX104119" fmla="*/ 573325 w 2119654"/>
              <a:gd name="connsiteY104119" fmla="*/ 607551 h 2398711"/>
              <a:gd name="connsiteX104120" fmla="*/ 573244 w 2119654"/>
              <a:gd name="connsiteY104120" fmla="*/ 608126 h 2398711"/>
              <a:gd name="connsiteX104121" fmla="*/ 573494 w 2119654"/>
              <a:gd name="connsiteY104121" fmla="*/ 607641 h 2398711"/>
              <a:gd name="connsiteX104122" fmla="*/ 659227 w 2119654"/>
              <a:gd name="connsiteY104122" fmla="*/ 415200 h 2398711"/>
              <a:gd name="connsiteX104123" fmla="*/ 658617 w 2119654"/>
              <a:gd name="connsiteY104123" fmla="*/ 417937 h 2398711"/>
              <a:gd name="connsiteX104124" fmla="*/ 658940 w 2119654"/>
              <a:gd name="connsiteY104124" fmla="*/ 417891 h 2398711"/>
              <a:gd name="connsiteX104125" fmla="*/ 666768 w 2119654"/>
              <a:gd name="connsiteY104125" fmla="*/ 422418 h 2398711"/>
              <a:gd name="connsiteX104126" fmla="*/ 666760 w 2119654"/>
              <a:gd name="connsiteY104126" fmla="*/ 422011 h 2398711"/>
              <a:gd name="connsiteX104127" fmla="*/ 562701 w 2119654"/>
              <a:gd name="connsiteY104127" fmla="*/ 631037 h 2398711"/>
              <a:gd name="connsiteX104128" fmla="*/ 562740 w 2119654"/>
              <a:gd name="connsiteY104128" fmla="*/ 631313 h 2398711"/>
              <a:gd name="connsiteX104129" fmla="*/ 562788 w 2119654"/>
              <a:gd name="connsiteY104129" fmla="*/ 631097 h 2398711"/>
              <a:gd name="connsiteX104130" fmla="*/ 292609 w 2119654"/>
              <a:gd name="connsiteY104130" fmla="*/ 1235720 h 2398711"/>
              <a:gd name="connsiteX104131" fmla="*/ 293279 w 2119654"/>
              <a:gd name="connsiteY104131" fmla="*/ 1238042 h 2398711"/>
              <a:gd name="connsiteX104132" fmla="*/ 296276 w 2119654"/>
              <a:gd name="connsiteY104132" fmla="*/ 1239986 h 2398711"/>
              <a:gd name="connsiteX104133" fmla="*/ 296103 w 2119654"/>
              <a:gd name="connsiteY104133" fmla="*/ 1239138 h 2398711"/>
              <a:gd name="connsiteX104134" fmla="*/ 643506 w 2119654"/>
              <a:gd name="connsiteY104134" fmla="*/ 449953 h 2398711"/>
              <a:gd name="connsiteX104135" fmla="*/ 643275 w 2119654"/>
              <a:gd name="connsiteY104135" fmla="*/ 451309 h 2398711"/>
              <a:gd name="connsiteX104136" fmla="*/ 643543 w 2119654"/>
              <a:gd name="connsiteY104136" fmla="*/ 449986 h 2398711"/>
              <a:gd name="connsiteX104137" fmla="*/ 565251 w 2119654"/>
              <a:gd name="connsiteY104137" fmla="*/ 624828 h 2398711"/>
              <a:gd name="connsiteX104138" fmla="*/ 565171 w 2119654"/>
              <a:gd name="connsiteY104138" fmla="*/ 625745 h 2398711"/>
              <a:gd name="connsiteX104139" fmla="*/ 568923 w 2119654"/>
              <a:gd name="connsiteY104139" fmla="*/ 626546 h 2398711"/>
              <a:gd name="connsiteX104140" fmla="*/ 568730 w 2119654"/>
              <a:gd name="connsiteY104140" fmla="*/ 624955 h 2398711"/>
              <a:gd name="connsiteX104141" fmla="*/ 566463 w 2119654"/>
              <a:gd name="connsiteY104141" fmla="*/ 622479 h 2398711"/>
              <a:gd name="connsiteX104142" fmla="*/ 628870 w 2119654"/>
              <a:gd name="connsiteY104142" fmla="*/ 482354 h 2398711"/>
              <a:gd name="connsiteX104143" fmla="*/ 628822 w 2119654"/>
              <a:gd name="connsiteY104143" fmla="*/ 482739 h 2398711"/>
              <a:gd name="connsiteX104144" fmla="*/ 629559 w 2119654"/>
              <a:gd name="connsiteY104144" fmla="*/ 483067 h 2398711"/>
              <a:gd name="connsiteX104145" fmla="*/ 575794 w 2119654"/>
              <a:gd name="connsiteY104145" fmla="*/ 600947 h 2398711"/>
              <a:gd name="connsiteX104146" fmla="*/ 575918 w 2119654"/>
              <a:gd name="connsiteY104146" fmla="*/ 602948 h 2398711"/>
              <a:gd name="connsiteX104147" fmla="*/ 576728 w 2119654"/>
              <a:gd name="connsiteY104147" fmla="*/ 601379 h 2398711"/>
              <a:gd name="connsiteX104148" fmla="*/ 564184 w 2119654"/>
              <a:gd name="connsiteY104148" fmla="*/ 626894 h 2398711"/>
              <a:gd name="connsiteX104149" fmla="*/ 563720 w 2119654"/>
              <a:gd name="connsiteY104149" fmla="*/ 629186 h 2398711"/>
              <a:gd name="connsiteX104150" fmla="*/ 563956 w 2119654"/>
              <a:gd name="connsiteY104150" fmla="*/ 629836 h 2398711"/>
              <a:gd name="connsiteX104151" fmla="*/ 564219 w 2119654"/>
              <a:gd name="connsiteY104151" fmla="*/ 626827 h 2398711"/>
              <a:gd name="connsiteX104152" fmla="*/ 573565 w 2119654"/>
              <a:gd name="connsiteY104152" fmla="*/ 605834 h 2398711"/>
              <a:gd name="connsiteX104153" fmla="*/ 573514 w 2119654"/>
              <a:gd name="connsiteY104153" fmla="*/ 606195 h 2398711"/>
              <a:gd name="connsiteX104154" fmla="*/ 573725 w 2119654"/>
              <a:gd name="connsiteY104154" fmla="*/ 606300 h 2398711"/>
              <a:gd name="connsiteX104155" fmla="*/ 581081 w 2119654"/>
              <a:gd name="connsiteY104155" fmla="*/ 588975 h 2398711"/>
              <a:gd name="connsiteX104156" fmla="*/ 580440 w 2119654"/>
              <a:gd name="connsiteY104156" fmla="*/ 593981 h 2398711"/>
              <a:gd name="connsiteX104157" fmla="*/ 580527 w 2119654"/>
              <a:gd name="connsiteY104157" fmla="*/ 594016 h 2398711"/>
              <a:gd name="connsiteX104158" fmla="*/ 582516 w 2119654"/>
              <a:gd name="connsiteY104158" fmla="*/ 590167 h 2398711"/>
              <a:gd name="connsiteX104159" fmla="*/ 582224 w 2119654"/>
              <a:gd name="connsiteY104159" fmla="*/ 589321 h 2398711"/>
              <a:gd name="connsiteX104160" fmla="*/ 301630 w 2119654"/>
              <a:gd name="connsiteY104160" fmla="*/ 1214627 h 2398711"/>
              <a:gd name="connsiteX104161" fmla="*/ 303763 w 2119654"/>
              <a:gd name="connsiteY104161" fmla="*/ 1221140 h 2398711"/>
              <a:gd name="connsiteX104162" fmla="*/ 306166 w 2119654"/>
              <a:gd name="connsiteY104162" fmla="*/ 1223096 h 2398711"/>
              <a:gd name="connsiteX104163" fmla="*/ 305760 w 2119654"/>
              <a:gd name="connsiteY104163" fmla="*/ 1221225 h 2398711"/>
              <a:gd name="connsiteX104164" fmla="*/ 305437 w 2119654"/>
              <a:gd name="connsiteY104164" fmla="*/ 1219976 h 2398711"/>
              <a:gd name="connsiteX104165" fmla="*/ 615478 w 2119654"/>
              <a:gd name="connsiteY104165" fmla="*/ 511742 h 2398711"/>
              <a:gd name="connsiteX104166" fmla="*/ 618088 w 2119654"/>
              <a:gd name="connsiteY104166" fmla="*/ 517310 h 2398711"/>
              <a:gd name="connsiteX104167" fmla="*/ 620187 w 2119654"/>
              <a:gd name="connsiteY104167" fmla="*/ 519693 h 2398711"/>
              <a:gd name="connsiteX104168" fmla="*/ 620456 w 2119654"/>
              <a:gd name="connsiteY104168" fmla="*/ 517807 h 2398711"/>
              <a:gd name="connsiteX104169" fmla="*/ 619887 w 2119654"/>
              <a:gd name="connsiteY104169" fmla="*/ 514844 h 2398711"/>
              <a:gd name="connsiteX104170" fmla="*/ 181571 w 2119654"/>
              <a:gd name="connsiteY104170" fmla="*/ 1483201 h 2398711"/>
              <a:gd name="connsiteX104171" fmla="*/ 185603 w 2119654"/>
              <a:gd name="connsiteY104171" fmla="*/ 1490209 h 2398711"/>
              <a:gd name="connsiteX104172" fmla="*/ 209770 w 2119654"/>
              <a:gd name="connsiteY104172" fmla="*/ 1500251 h 2398711"/>
              <a:gd name="connsiteX104173" fmla="*/ 209246 w 2119654"/>
              <a:gd name="connsiteY104173" fmla="*/ 1499594 h 2398711"/>
              <a:gd name="connsiteX104174" fmla="*/ 191903 w 2119654"/>
              <a:gd name="connsiteY104174" fmla="*/ 1486083 h 2398711"/>
              <a:gd name="connsiteX104175" fmla="*/ 261705 w 2119654"/>
              <a:gd name="connsiteY104175" fmla="*/ 1303732 h 2398711"/>
              <a:gd name="connsiteX104176" fmla="*/ 261743 w 2119654"/>
              <a:gd name="connsiteY104176" fmla="*/ 1303789 h 2398711"/>
              <a:gd name="connsiteX104177" fmla="*/ 261935 w 2119654"/>
              <a:gd name="connsiteY104177" fmla="*/ 1303911 h 2398711"/>
              <a:gd name="connsiteX104178" fmla="*/ 651492 w 2119654"/>
              <a:gd name="connsiteY104178" fmla="*/ 430916 h 2398711"/>
              <a:gd name="connsiteX104179" fmla="*/ 651442 w 2119654"/>
              <a:gd name="connsiteY104179" fmla="*/ 432392 h 2398711"/>
              <a:gd name="connsiteX104180" fmla="*/ 654088 w 2119654"/>
              <a:gd name="connsiteY104180" fmla="*/ 435867 h 2398711"/>
              <a:gd name="connsiteX104181" fmla="*/ 654521 w 2119654"/>
              <a:gd name="connsiteY104181" fmla="*/ 433921 h 2398711"/>
              <a:gd name="connsiteX104182" fmla="*/ 315281 w 2119654"/>
              <a:gd name="connsiteY104182" fmla="*/ 1183680 h 2398711"/>
              <a:gd name="connsiteX104183" fmla="*/ 315328 w 2119654"/>
              <a:gd name="connsiteY104183" fmla="*/ 1184053 h 2398711"/>
              <a:gd name="connsiteX104184" fmla="*/ 315499 w 2119654"/>
              <a:gd name="connsiteY104184" fmla="*/ 1184232 h 2398711"/>
              <a:gd name="connsiteX104185" fmla="*/ 282678 w 2119654"/>
              <a:gd name="connsiteY104185" fmla="*/ 1256645 h 2398711"/>
              <a:gd name="connsiteX104186" fmla="*/ 284001 w 2119654"/>
              <a:gd name="connsiteY104186" fmla="*/ 1258697 h 2398711"/>
              <a:gd name="connsiteX104187" fmla="*/ 287769 w 2119654"/>
              <a:gd name="connsiteY104187" fmla="*/ 1264369 h 2398711"/>
              <a:gd name="connsiteX104188" fmla="*/ 287508 w 2119654"/>
              <a:gd name="connsiteY104188" fmla="*/ 1263297 h 2398711"/>
              <a:gd name="connsiteX104189" fmla="*/ 666504 w 2119654"/>
              <a:gd name="connsiteY104189" fmla="*/ 397111 h 2398711"/>
              <a:gd name="connsiteX104190" fmla="*/ 666588 w 2119654"/>
              <a:gd name="connsiteY104190" fmla="*/ 401562 h 2398711"/>
              <a:gd name="connsiteX104191" fmla="*/ 671282 w 2119654"/>
              <a:gd name="connsiteY104191" fmla="*/ 404787 h 2398711"/>
              <a:gd name="connsiteX104192" fmla="*/ 671240 w 2119654"/>
              <a:gd name="connsiteY104192" fmla="*/ 404389 h 2398711"/>
              <a:gd name="connsiteX104193" fmla="*/ 671342 w 2119654"/>
              <a:gd name="connsiteY104193" fmla="*/ 404224 h 2398711"/>
              <a:gd name="connsiteX104194" fmla="*/ 671412 w 2119654"/>
              <a:gd name="connsiteY104194" fmla="*/ 404875 h 2398711"/>
              <a:gd name="connsiteX104195" fmla="*/ 674992 w 2119654"/>
              <a:gd name="connsiteY104195" fmla="*/ 407334 h 2398711"/>
              <a:gd name="connsiteX104196" fmla="*/ 674803 w 2119654"/>
              <a:gd name="connsiteY104196" fmla="*/ 402061 h 2398711"/>
              <a:gd name="connsiteX104197" fmla="*/ 581187 w 2119654"/>
              <a:gd name="connsiteY104197" fmla="*/ 588140 h 2398711"/>
              <a:gd name="connsiteX104198" fmla="*/ 581093 w 2119654"/>
              <a:gd name="connsiteY104198" fmla="*/ 588874 h 2398711"/>
              <a:gd name="connsiteX104199" fmla="*/ 582187 w 2119654"/>
              <a:gd name="connsiteY104199" fmla="*/ 589215 h 2398711"/>
              <a:gd name="connsiteX104200" fmla="*/ 582005 w 2119654"/>
              <a:gd name="connsiteY104200" fmla="*/ 588690 h 2398711"/>
              <a:gd name="connsiteX104201" fmla="*/ 648320 w 2119654"/>
              <a:gd name="connsiteY104201" fmla="*/ 437802 h 2398711"/>
              <a:gd name="connsiteX104202" fmla="*/ 649164 w 2119654"/>
              <a:gd name="connsiteY104202" fmla="*/ 443003 h 2398711"/>
              <a:gd name="connsiteX104203" fmla="*/ 651036 w 2119654"/>
              <a:gd name="connsiteY104203" fmla="*/ 444385 h 2398711"/>
              <a:gd name="connsiteX104204" fmla="*/ 651188 w 2119654"/>
              <a:gd name="connsiteY104204" fmla="*/ 439889 h 2398711"/>
              <a:gd name="connsiteX104205" fmla="*/ 629103 w 2119654"/>
              <a:gd name="connsiteY104205" fmla="*/ 480506 h 2398711"/>
              <a:gd name="connsiteX104206" fmla="*/ 628933 w 2119654"/>
              <a:gd name="connsiteY104206" fmla="*/ 481857 h 2398711"/>
              <a:gd name="connsiteX104207" fmla="*/ 630512 w 2119654"/>
              <a:gd name="connsiteY104207" fmla="*/ 483493 h 2398711"/>
              <a:gd name="connsiteX104208" fmla="*/ 636241 w 2119654"/>
              <a:gd name="connsiteY104208" fmla="*/ 486051 h 2398711"/>
              <a:gd name="connsiteX104209" fmla="*/ 636611 w 2119654"/>
              <a:gd name="connsiteY104209" fmla="*/ 484228 h 2398711"/>
              <a:gd name="connsiteX104210" fmla="*/ 636381 w 2119654"/>
              <a:gd name="connsiteY104210" fmla="*/ 483738 h 2398711"/>
              <a:gd name="connsiteX104211" fmla="*/ 591512 w 2119654"/>
              <a:gd name="connsiteY104211" fmla="*/ 564625 h 2398711"/>
              <a:gd name="connsiteX104212" fmla="*/ 591284 w 2119654"/>
              <a:gd name="connsiteY104212" fmla="*/ 568691 h 2398711"/>
              <a:gd name="connsiteX104213" fmla="*/ 591107 w 2119654"/>
              <a:gd name="connsiteY104213" fmla="*/ 572874 h 2398711"/>
              <a:gd name="connsiteX104214" fmla="*/ 591112 w 2119654"/>
              <a:gd name="connsiteY104214" fmla="*/ 572888 h 2398711"/>
              <a:gd name="connsiteX104215" fmla="*/ 591509 w 2119654"/>
              <a:gd name="connsiteY104215" fmla="*/ 573009 h 2398711"/>
              <a:gd name="connsiteX104216" fmla="*/ 593183 w 2119654"/>
              <a:gd name="connsiteY104216" fmla="*/ 569867 h 2398711"/>
              <a:gd name="connsiteX104217" fmla="*/ 272802 w 2119654"/>
              <a:gd name="connsiteY104217" fmla="*/ 1278277 h 2398711"/>
              <a:gd name="connsiteX104218" fmla="*/ 273351 w 2119654"/>
              <a:gd name="connsiteY104218" fmla="*/ 1278934 h 2398711"/>
              <a:gd name="connsiteX104219" fmla="*/ 284250 w 2119654"/>
              <a:gd name="connsiteY104219" fmla="*/ 1290202 h 2398711"/>
              <a:gd name="connsiteX104220" fmla="*/ 283933 w 2119654"/>
              <a:gd name="connsiteY104220" fmla="*/ 1289513 h 2398711"/>
              <a:gd name="connsiteX104221" fmla="*/ 276197 w 2119654"/>
              <a:gd name="connsiteY104221" fmla="*/ 1281214 h 2398711"/>
              <a:gd name="connsiteX104222" fmla="*/ 581306 w 2119654"/>
              <a:gd name="connsiteY104222" fmla="*/ 587213 h 2398711"/>
              <a:gd name="connsiteX104223" fmla="*/ 581278 w 2119654"/>
              <a:gd name="connsiteY104223" fmla="*/ 587437 h 2398711"/>
              <a:gd name="connsiteX104224" fmla="*/ 581646 w 2119654"/>
              <a:gd name="connsiteY104224" fmla="*/ 587651 h 2398711"/>
              <a:gd name="connsiteX104225" fmla="*/ 581525 w 2119654"/>
              <a:gd name="connsiteY104225" fmla="*/ 587297 h 2398711"/>
              <a:gd name="connsiteX104226" fmla="*/ 203322 w 2119654"/>
              <a:gd name="connsiteY104226" fmla="*/ 1433533 h 2398711"/>
              <a:gd name="connsiteX104227" fmla="*/ 205484 w 2119654"/>
              <a:gd name="connsiteY104227" fmla="*/ 1436984 h 2398711"/>
              <a:gd name="connsiteX104228" fmla="*/ 213277 w 2119654"/>
              <a:gd name="connsiteY104228" fmla="*/ 1445550 h 2398711"/>
              <a:gd name="connsiteX104229" fmla="*/ 213689 w 2119654"/>
              <a:gd name="connsiteY104229" fmla="*/ 1445708 h 2398711"/>
              <a:gd name="connsiteX104230" fmla="*/ 204834 w 2119654"/>
              <a:gd name="connsiteY104230" fmla="*/ 1434625 h 2398711"/>
              <a:gd name="connsiteX104231" fmla="*/ 591718 w 2119654"/>
              <a:gd name="connsiteY104231" fmla="*/ 563691 h 2398711"/>
              <a:gd name="connsiteX104232" fmla="*/ 593499 w 2119654"/>
              <a:gd name="connsiteY104232" fmla="*/ 569276 h 2398711"/>
              <a:gd name="connsiteX104233" fmla="*/ 594020 w 2119654"/>
              <a:gd name="connsiteY104233" fmla="*/ 568300 h 2398711"/>
              <a:gd name="connsiteX104234" fmla="*/ 594413 w 2119654"/>
              <a:gd name="connsiteY104234" fmla="*/ 564442 h 2398711"/>
              <a:gd name="connsiteX104235" fmla="*/ 593899 w 2119654"/>
              <a:gd name="connsiteY104235" fmla="*/ 563990 h 2398711"/>
              <a:gd name="connsiteX104236" fmla="*/ 625666 w 2119654"/>
              <a:gd name="connsiteY104236" fmla="*/ 487594 h 2398711"/>
              <a:gd name="connsiteX104237" fmla="*/ 624978 w 2119654"/>
              <a:gd name="connsiteY104237" fmla="*/ 492428 h 2398711"/>
              <a:gd name="connsiteX104238" fmla="*/ 626992 w 2119654"/>
              <a:gd name="connsiteY104238" fmla="*/ 493411 h 2398711"/>
              <a:gd name="connsiteX104239" fmla="*/ 627609 w 2119654"/>
              <a:gd name="connsiteY104239" fmla="*/ 488514 h 2398711"/>
              <a:gd name="connsiteX104240" fmla="*/ 575701 w 2119654"/>
              <a:gd name="connsiteY104240" fmla="*/ 599474 h 2398711"/>
              <a:gd name="connsiteX104241" fmla="*/ 575744 w 2119654"/>
              <a:gd name="connsiteY104241" fmla="*/ 600170 h 2398711"/>
              <a:gd name="connsiteX104242" fmla="*/ 576556 w 2119654"/>
              <a:gd name="connsiteY104242" fmla="*/ 600505 h 2398711"/>
              <a:gd name="connsiteX104243" fmla="*/ 651541 w 2119654"/>
              <a:gd name="connsiteY104243" fmla="*/ 429411 h 2398711"/>
              <a:gd name="connsiteX104244" fmla="*/ 651509 w 2119654"/>
              <a:gd name="connsiteY104244" fmla="*/ 430383 h 2398711"/>
              <a:gd name="connsiteX104245" fmla="*/ 654622 w 2119654"/>
              <a:gd name="connsiteY104245" fmla="*/ 433469 h 2398711"/>
              <a:gd name="connsiteX104246" fmla="*/ 654779 w 2119654"/>
              <a:gd name="connsiteY104246" fmla="*/ 432764 h 2398711"/>
              <a:gd name="connsiteX104247" fmla="*/ 674209 w 2119654"/>
              <a:gd name="connsiteY104247" fmla="*/ 378470 h 2398711"/>
              <a:gd name="connsiteX104248" fmla="*/ 674697 w 2119654"/>
              <a:gd name="connsiteY104248" fmla="*/ 392121 h 2398711"/>
              <a:gd name="connsiteX104249" fmla="*/ 690155 w 2119654"/>
              <a:gd name="connsiteY104249" fmla="*/ 401331 h 2398711"/>
              <a:gd name="connsiteX104250" fmla="*/ 690252 w 2119654"/>
              <a:gd name="connsiteY104250" fmla="*/ 401395 h 2398711"/>
              <a:gd name="connsiteX104251" fmla="*/ 690469 w 2119654"/>
              <a:gd name="connsiteY104251" fmla="*/ 399950 h 2398711"/>
              <a:gd name="connsiteX104252" fmla="*/ 675265 w 2119654"/>
              <a:gd name="connsiteY104252" fmla="*/ 379683 h 2398711"/>
              <a:gd name="connsiteX104253" fmla="*/ 565514 w 2119654"/>
              <a:gd name="connsiteY104253" fmla="*/ 621806 h 2398711"/>
              <a:gd name="connsiteX104254" fmla="*/ 565377 w 2119654"/>
              <a:gd name="connsiteY104254" fmla="*/ 623368 h 2398711"/>
              <a:gd name="connsiteX104255" fmla="*/ 566062 w 2119654"/>
              <a:gd name="connsiteY104255" fmla="*/ 622042 h 2398711"/>
              <a:gd name="connsiteX104256" fmla="*/ 565909 w 2119654"/>
              <a:gd name="connsiteY104256" fmla="*/ 621876 h 2398711"/>
              <a:gd name="connsiteX104257" fmla="*/ 301255 w 2119654"/>
              <a:gd name="connsiteY104257" fmla="*/ 1213479 h 2398711"/>
              <a:gd name="connsiteX104258" fmla="*/ 301272 w 2119654"/>
              <a:gd name="connsiteY104258" fmla="*/ 1213531 h 2398711"/>
              <a:gd name="connsiteX104259" fmla="*/ 305196 w 2119654"/>
              <a:gd name="connsiteY104259" fmla="*/ 1219047 h 2398711"/>
              <a:gd name="connsiteX104260" fmla="*/ 305067 w 2119654"/>
              <a:gd name="connsiteY104260" fmla="*/ 1218546 h 2398711"/>
              <a:gd name="connsiteX104261" fmla="*/ 303872 w 2119654"/>
              <a:gd name="connsiteY104261" fmla="*/ 1216522 h 2398711"/>
              <a:gd name="connsiteX104262" fmla="*/ 545291 w 2119654"/>
              <a:gd name="connsiteY104262" fmla="*/ 666974 h 2398711"/>
              <a:gd name="connsiteX104263" fmla="*/ 544696 w 2119654"/>
              <a:gd name="connsiteY104263" fmla="*/ 671150 h 2398711"/>
              <a:gd name="connsiteX104264" fmla="*/ 544870 w 2119654"/>
              <a:gd name="connsiteY104264" fmla="*/ 671390 h 2398711"/>
              <a:gd name="connsiteX104265" fmla="*/ 546048 w 2119654"/>
              <a:gd name="connsiteY104265" fmla="*/ 668021 h 2398711"/>
              <a:gd name="connsiteX104266" fmla="*/ 646059 w 2119654"/>
              <a:gd name="connsiteY104266" fmla="*/ 441323 h 2398711"/>
              <a:gd name="connsiteX104267" fmla="*/ 644723 w 2119654"/>
              <a:gd name="connsiteY104267" fmla="*/ 447920 h 2398711"/>
              <a:gd name="connsiteX104268" fmla="*/ 649378 w 2119654"/>
              <a:gd name="connsiteY104268" fmla="*/ 450190 h 2398711"/>
              <a:gd name="connsiteX104269" fmla="*/ 648496 w 2119654"/>
              <a:gd name="connsiteY104269" fmla="*/ 444755 h 2398711"/>
              <a:gd name="connsiteX104270" fmla="*/ 648296 w 2119654"/>
              <a:gd name="connsiteY104270" fmla="*/ 443115 h 2398711"/>
              <a:gd name="connsiteX104271" fmla="*/ 245185 w 2119654"/>
              <a:gd name="connsiteY104271" fmla="*/ 1338886 h 2398711"/>
              <a:gd name="connsiteX104272" fmla="*/ 247185 w 2119654"/>
              <a:gd name="connsiteY104272" fmla="*/ 1340242 h 2398711"/>
              <a:gd name="connsiteX104273" fmla="*/ 246883 w 2119654"/>
              <a:gd name="connsiteY104273" fmla="*/ 1339679 h 2398711"/>
              <a:gd name="connsiteX104274" fmla="*/ 234149 w 2119654"/>
              <a:gd name="connsiteY104274" fmla="*/ 1363578 h 2398711"/>
              <a:gd name="connsiteX104275" fmla="*/ 235003 w 2119654"/>
              <a:gd name="connsiteY104275" fmla="*/ 1365517 h 2398711"/>
              <a:gd name="connsiteX104276" fmla="*/ 235229 w 2119654"/>
              <a:gd name="connsiteY104276" fmla="*/ 1365754 h 2398711"/>
              <a:gd name="connsiteX104277" fmla="*/ 243605 w 2119654"/>
              <a:gd name="connsiteY104277" fmla="*/ 1372629 h 2398711"/>
              <a:gd name="connsiteX104278" fmla="*/ 247671 w 2119654"/>
              <a:gd name="connsiteY104278" fmla="*/ 1370494 h 2398711"/>
              <a:gd name="connsiteX104279" fmla="*/ 247558 w 2119654"/>
              <a:gd name="connsiteY104279" fmla="*/ 1370376 h 2398711"/>
              <a:gd name="connsiteX104280" fmla="*/ 241602 w 2119654"/>
              <a:gd name="connsiteY104280" fmla="*/ 1366868 h 2398711"/>
              <a:gd name="connsiteX104281" fmla="*/ 577249 w 2119654"/>
              <a:gd name="connsiteY104281" fmla="*/ 595274 h 2398711"/>
              <a:gd name="connsiteX104282" fmla="*/ 577605 w 2119654"/>
              <a:gd name="connsiteY104282" fmla="*/ 595611 h 2398711"/>
              <a:gd name="connsiteX104283" fmla="*/ 577843 w 2119654"/>
              <a:gd name="connsiteY104283" fmla="*/ 595751 h 2398711"/>
              <a:gd name="connsiteX104284" fmla="*/ 579207 w 2119654"/>
              <a:gd name="connsiteY104284" fmla="*/ 596574 h 2398711"/>
              <a:gd name="connsiteX104285" fmla="*/ 579294 w 2119654"/>
              <a:gd name="connsiteY104285" fmla="*/ 596404 h 2398711"/>
              <a:gd name="connsiteX104286" fmla="*/ 579318 w 2119654"/>
              <a:gd name="connsiteY104286" fmla="*/ 596081 h 2398711"/>
              <a:gd name="connsiteX104287" fmla="*/ 284972 w 2119654"/>
              <a:gd name="connsiteY104287" fmla="*/ 1249734 h 2398711"/>
              <a:gd name="connsiteX104288" fmla="*/ 286062 w 2119654"/>
              <a:gd name="connsiteY104288" fmla="*/ 1254210 h 2398711"/>
              <a:gd name="connsiteX104289" fmla="*/ 286381 w 2119654"/>
              <a:gd name="connsiteY104289" fmla="*/ 1254916 h 2398711"/>
              <a:gd name="connsiteX104290" fmla="*/ 286988 w 2119654"/>
              <a:gd name="connsiteY104290" fmla="*/ 1256215 h 2398711"/>
              <a:gd name="connsiteX104291" fmla="*/ 289569 w 2119654"/>
              <a:gd name="connsiteY104291" fmla="*/ 1258025 h 2398711"/>
              <a:gd name="connsiteX104292" fmla="*/ 285507 w 2119654"/>
              <a:gd name="connsiteY104292" fmla="*/ 1250231 h 2398711"/>
              <a:gd name="connsiteX104293" fmla="*/ 580173 w 2119654"/>
              <a:gd name="connsiteY104293" fmla="*/ 588700 h 2398711"/>
              <a:gd name="connsiteX104294" fmla="*/ 579883 w 2119654"/>
              <a:gd name="connsiteY104294" fmla="*/ 593749 h 2398711"/>
              <a:gd name="connsiteX104295" fmla="*/ 580023 w 2119654"/>
              <a:gd name="connsiteY104295" fmla="*/ 593808 h 2398711"/>
              <a:gd name="connsiteX104296" fmla="*/ 580659 w 2119654"/>
              <a:gd name="connsiteY104296" fmla="*/ 588848 h 2398711"/>
              <a:gd name="connsiteX104297" fmla="*/ 600707 w 2119654"/>
              <a:gd name="connsiteY104297" fmla="*/ 542590 h 2398711"/>
              <a:gd name="connsiteX104298" fmla="*/ 601017 w 2119654"/>
              <a:gd name="connsiteY104298" fmla="*/ 545403 h 2398711"/>
              <a:gd name="connsiteX104299" fmla="*/ 602450 w 2119654"/>
              <a:gd name="connsiteY104299" fmla="*/ 547028 h 2398711"/>
              <a:gd name="connsiteX104300" fmla="*/ 602396 w 2119654"/>
              <a:gd name="connsiteY104300" fmla="*/ 546772 h 2398711"/>
              <a:gd name="connsiteX104301" fmla="*/ 602157 w 2119654"/>
              <a:gd name="connsiteY104301" fmla="*/ 546121 h 2398711"/>
              <a:gd name="connsiteX104302" fmla="*/ 601505 w 2119654"/>
              <a:gd name="connsiteY104302" fmla="*/ 543367 h 2398711"/>
              <a:gd name="connsiteX104303" fmla="*/ 269694 w 2119654"/>
              <a:gd name="connsiteY104303" fmla="*/ 1283664 h 2398711"/>
              <a:gd name="connsiteX104304" fmla="*/ 270443 w 2119654"/>
              <a:gd name="connsiteY104304" fmla="*/ 1286264 h 2398711"/>
              <a:gd name="connsiteX104305" fmla="*/ 272576 w 2119654"/>
              <a:gd name="connsiteY104305" fmla="*/ 1288109 h 2398711"/>
              <a:gd name="connsiteX104306" fmla="*/ 271696 w 2119654"/>
              <a:gd name="connsiteY104306" fmla="*/ 1286068 h 2398711"/>
              <a:gd name="connsiteX104307" fmla="*/ 674669 w 2119654"/>
              <a:gd name="connsiteY104307" fmla="*/ 376789 h 2398711"/>
              <a:gd name="connsiteX104308" fmla="*/ 691809 w 2119654"/>
              <a:gd name="connsiteY104308" fmla="*/ 389431 h 2398711"/>
              <a:gd name="connsiteX104309" fmla="*/ 692008 w 2119654"/>
              <a:gd name="connsiteY104309" fmla="*/ 383535 h 2398711"/>
              <a:gd name="connsiteX104310" fmla="*/ 686307 w 2119654"/>
              <a:gd name="connsiteY104310" fmla="*/ 381257 h 2398711"/>
              <a:gd name="connsiteX104311" fmla="*/ 135962 w 2119654"/>
              <a:gd name="connsiteY104311" fmla="*/ 1583052 h 2398711"/>
              <a:gd name="connsiteX104312" fmla="*/ 149120 w 2119654"/>
              <a:gd name="connsiteY104312" fmla="*/ 1589208 h 2398711"/>
              <a:gd name="connsiteX104313" fmla="*/ 192936 w 2119654"/>
              <a:gd name="connsiteY104313" fmla="*/ 1608537 h 2398711"/>
              <a:gd name="connsiteX104314" fmla="*/ 159834 w 2119654"/>
              <a:gd name="connsiteY104314" fmla="*/ 1594363 h 2398711"/>
              <a:gd name="connsiteX104315" fmla="*/ 136058 w 2119654"/>
              <a:gd name="connsiteY104315" fmla="*/ 1583242 h 2398711"/>
              <a:gd name="connsiteX104316" fmla="*/ 186549 w 2119654"/>
              <a:gd name="connsiteY104316" fmla="*/ 1469747 h 2398711"/>
              <a:gd name="connsiteX104317" fmla="*/ 200987 w 2119654"/>
              <a:gd name="connsiteY104317" fmla="*/ 1487819 h 2398711"/>
              <a:gd name="connsiteX104318" fmla="*/ 202799 w 2119654"/>
              <a:gd name="connsiteY104318" fmla="*/ 1488854 h 2398711"/>
              <a:gd name="connsiteX104319" fmla="*/ 211213 w 2119654"/>
              <a:gd name="connsiteY104319" fmla="*/ 1491077 h 2398711"/>
              <a:gd name="connsiteX104320" fmla="*/ 204079 w 2119654"/>
              <a:gd name="connsiteY104320" fmla="*/ 1482321 h 2398711"/>
              <a:gd name="connsiteX104321" fmla="*/ 196821 w 2119654"/>
              <a:gd name="connsiteY104321" fmla="*/ 1478004 h 2398711"/>
              <a:gd name="connsiteX104322" fmla="*/ 638397 w 2119654"/>
              <a:gd name="connsiteY104322" fmla="*/ 457959 h 2398711"/>
              <a:gd name="connsiteX104323" fmla="*/ 641346 w 2119654"/>
              <a:gd name="connsiteY104323" fmla="*/ 460839 h 2398711"/>
              <a:gd name="connsiteX104324" fmla="*/ 641487 w 2119654"/>
              <a:gd name="connsiteY104324" fmla="*/ 460144 h 2398711"/>
              <a:gd name="connsiteX104325" fmla="*/ 563368 w 2119654"/>
              <a:gd name="connsiteY104325" fmla="*/ 625928 h 2398711"/>
              <a:gd name="connsiteX104326" fmla="*/ 562999 w 2119654"/>
              <a:gd name="connsiteY104326" fmla="*/ 627188 h 2398711"/>
              <a:gd name="connsiteX104327" fmla="*/ 563167 w 2119654"/>
              <a:gd name="connsiteY104327" fmla="*/ 627654 h 2398711"/>
              <a:gd name="connsiteX104328" fmla="*/ 563798 w 2119654"/>
              <a:gd name="connsiteY104328" fmla="*/ 626432 h 2398711"/>
              <a:gd name="connsiteX104329" fmla="*/ 563882 w 2119654"/>
              <a:gd name="connsiteY104329" fmla="*/ 626037 h 2398711"/>
              <a:gd name="connsiteX104330" fmla="*/ 334663 w 2119654"/>
              <a:gd name="connsiteY104330" fmla="*/ 1137926 h 2398711"/>
              <a:gd name="connsiteX104331" fmla="*/ 334772 w 2119654"/>
              <a:gd name="connsiteY104331" fmla="*/ 1139151 h 2398711"/>
              <a:gd name="connsiteX104332" fmla="*/ 335466 w 2119654"/>
              <a:gd name="connsiteY104332" fmla="*/ 1141359 h 2398711"/>
              <a:gd name="connsiteX104333" fmla="*/ 336691 w 2119654"/>
              <a:gd name="connsiteY104333" fmla="*/ 1142412 h 2398711"/>
              <a:gd name="connsiteX104334" fmla="*/ 336740 w 2119654"/>
              <a:gd name="connsiteY104334" fmla="*/ 1142203 h 2398711"/>
              <a:gd name="connsiteX104335" fmla="*/ 335639 w 2119654"/>
              <a:gd name="connsiteY104335" fmla="*/ 1138917 h 2398711"/>
              <a:gd name="connsiteX104336" fmla="*/ 334862 w 2119654"/>
              <a:gd name="connsiteY104336" fmla="*/ 1138152 h 2398711"/>
              <a:gd name="connsiteX104337" fmla="*/ 674373 w 2119654"/>
              <a:gd name="connsiteY104337" fmla="*/ 377221 h 2398711"/>
              <a:gd name="connsiteX104338" fmla="*/ 676419 w 2119654"/>
              <a:gd name="connsiteY104338" fmla="*/ 379570 h 2398711"/>
              <a:gd name="connsiteX104339" fmla="*/ 674937 w 2119654"/>
              <a:gd name="connsiteY104339" fmla="*/ 377792 h 2398711"/>
              <a:gd name="connsiteX104340" fmla="*/ 675148 w 2119654"/>
              <a:gd name="connsiteY104340" fmla="*/ 377835 h 2398711"/>
              <a:gd name="connsiteX104341" fmla="*/ 680350 w 2119654"/>
              <a:gd name="connsiteY104341" fmla="*/ 384080 h 2398711"/>
              <a:gd name="connsiteX104342" fmla="*/ 685621 w 2119654"/>
              <a:gd name="connsiteY104342" fmla="*/ 390129 h 2398711"/>
              <a:gd name="connsiteX104343" fmla="*/ 687723 w 2119654"/>
              <a:gd name="connsiteY104343" fmla="*/ 392934 h 2398711"/>
              <a:gd name="connsiteX104344" fmla="*/ 690941 w 2119654"/>
              <a:gd name="connsiteY104344" fmla="*/ 396794 h 2398711"/>
              <a:gd name="connsiteX104345" fmla="*/ 691012 w 2119654"/>
              <a:gd name="connsiteY104345" fmla="*/ 396316 h 2398711"/>
              <a:gd name="connsiteX104346" fmla="*/ 689189 w 2119654"/>
              <a:gd name="connsiteY104346" fmla="*/ 394139 h 2398711"/>
              <a:gd name="connsiteX104347" fmla="*/ 689444 w 2119654"/>
              <a:gd name="connsiteY104347" fmla="*/ 394193 h 2398711"/>
              <a:gd name="connsiteX104348" fmla="*/ 691044 w 2119654"/>
              <a:gd name="connsiteY104348" fmla="*/ 396103 h 2398711"/>
              <a:gd name="connsiteX104349" fmla="*/ 691080 w 2119654"/>
              <a:gd name="connsiteY104349" fmla="*/ 395859 h 2398711"/>
              <a:gd name="connsiteX104350" fmla="*/ 691270 w 2119654"/>
              <a:gd name="connsiteY104350" fmla="*/ 395679 h 2398711"/>
              <a:gd name="connsiteX104351" fmla="*/ 691183 w 2119654"/>
              <a:gd name="connsiteY104351" fmla="*/ 396268 h 2398711"/>
              <a:gd name="connsiteX104352" fmla="*/ 691563 w 2119654"/>
              <a:gd name="connsiteY104352" fmla="*/ 396723 h 2398711"/>
              <a:gd name="connsiteX104353" fmla="*/ 691768 w 2119654"/>
              <a:gd name="connsiteY104353" fmla="*/ 390640 h 2398711"/>
              <a:gd name="connsiteX104354" fmla="*/ 682512 w 2119654"/>
              <a:gd name="connsiteY104354" fmla="*/ 383224 h 2398711"/>
              <a:gd name="connsiteX104355" fmla="*/ 627084 w 2119654"/>
              <a:gd name="connsiteY104355" fmla="*/ 482997 h 2398711"/>
              <a:gd name="connsiteX104356" fmla="*/ 628179 w 2119654"/>
              <a:gd name="connsiteY104356" fmla="*/ 483990 h 2398711"/>
              <a:gd name="connsiteX104357" fmla="*/ 628239 w 2119654"/>
              <a:gd name="connsiteY104357" fmla="*/ 483513 h 2398711"/>
              <a:gd name="connsiteX104358" fmla="*/ 591658 w 2119654"/>
              <a:gd name="connsiteY104358" fmla="*/ 562019 h 2398711"/>
              <a:gd name="connsiteX104359" fmla="*/ 591587 w 2119654"/>
              <a:gd name="connsiteY104359" fmla="*/ 563280 h 2398711"/>
              <a:gd name="connsiteX104360" fmla="*/ 591609 w 2119654"/>
              <a:gd name="connsiteY104360" fmla="*/ 563350 h 2398711"/>
              <a:gd name="connsiteX104361" fmla="*/ 593427 w 2119654"/>
              <a:gd name="connsiteY104361" fmla="*/ 563575 h 2398711"/>
              <a:gd name="connsiteX104362" fmla="*/ 284130 w 2119654"/>
              <a:gd name="connsiteY104362" fmla="*/ 1250579 h 2398711"/>
              <a:gd name="connsiteX104363" fmla="*/ 284994 w 2119654"/>
              <a:gd name="connsiteY104363" fmla="*/ 1252977 h 2398711"/>
              <a:gd name="connsiteX104364" fmla="*/ 284737 w 2119654"/>
              <a:gd name="connsiteY104364" fmla="*/ 1251922 h 2398711"/>
              <a:gd name="connsiteX104365" fmla="*/ 580242 w 2119654"/>
              <a:gd name="connsiteY104365" fmla="*/ 587505 h 2398711"/>
              <a:gd name="connsiteX104366" fmla="*/ 580180 w 2119654"/>
              <a:gd name="connsiteY104366" fmla="*/ 588588 h 2398711"/>
              <a:gd name="connsiteX104367" fmla="*/ 580672 w 2119654"/>
              <a:gd name="connsiteY104367" fmla="*/ 588742 h 2398711"/>
              <a:gd name="connsiteX104368" fmla="*/ 580784 w 2119654"/>
              <a:gd name="connsiteY104368" fmla="*/ 587869 h 2398711"/>
              <a:gd name="connsiteX104369" fmla="*/ 548944 w 2119654"/>
              <a:gd name="connsiteY104369" fmla="*/ 657587 h 2398711"/>
              <a:gd name="connsiteX104370" fmla="*/ 549131 w 2119654"/>
              <a:gd name="connsiteY104370" fmla="*/ 658829 h 2398711"/>
              <a:gd name="connsiteX104371" fmla="*/ 549239 w 2119654"/>
              <a:gd name="connsiteY104371" fmla="*/ 658901 h 2398711"/>
              <a:gd name="connsiteX104372" fmla="*/ 549500 w 2119654"/>
              <a:gd name="connsiteY104372" fmla="*/ 658154 h 2398711"/>
              <a:gd name="connsiteX104373" fmla="*/ 549206 w 2119654"/>
              <a:gd name="connsiteY104373" fmla="*/ 657024 h 2398711"/>
              <a:gd name="connsiteX104374" fmla="*/ 548615 w 2119654"/>
              <a:gd name="connsiteY104374" fmla="*/ 658295 h 2398711"/>
              <a:gd name="connsiteX104375" fmla="*/ 548620 w 2119654"/>
              <a:gd name="connsiteY104375" fmla="*/ 658492 h 2398711"/>
              <a:gd name="connsiteX104376" fmla="*/ 548768 w 2119654"/>
              <a:gd name="connsiteY104376" fmla="*/ 658589 h 2398711"/>
              <a:gd name="connsiteX104377" fmla="*/ 548697 w 2119654"/>
              <a:gd name="connsiteY104377" fmla="*/ 658119 h 2398711"/>
              <a:gd name="connsiteX104378" fmla="*/ 302110 w 2119654"/>
              <a:gd name="connsiteY104378" fmla="*/ 1210116 h 2398711"/>
              <a:gd name="connsiteX104379" fmla="*/ 303226 w 2119654"/>
              <a:gd name="connsiteY104379" fmla="*/ 1211434 h 2398711"/>
              <a:gd name="connsiteX104380" fmla="*/ 303182 w 2119654"/>
              <a:gd name="connsiteY104380" fmla="*/ 1211262 h 2398711"/>
              <a:gd name="connsiteX104381" fmla="*/ 546997 w 2119654"/>
              <a:gd name="connsiteY104381" fmla="*/ 661759 h 2398711"/>
              <a:gd name="connsiteX104382" fmla="*/ 547918 w 2119654"/>
              <a:gd name="connsiteY104382" fmla="*/ 662676 h 2398711"/>
              <a:gd name="connsiteX104383" fmla="*/ 548025 w 2119654"/>
              <a:gd name="connsiteY104383" fmla="*/ 662371 h 2398711"/>
              <a:gd name="connsiteX104384" fmla="*/ 547784 w 2119654"/>
              <a:gd name="connsiteY104384" fmla="*/ 660774 h 2398711"/>
              <a:gd name="connsiteX104385" fmla="*/ 547533 w 2119654"/>
              <a:gd name="connsiteY104385" fmla="*/ 660608 h 2398711"/>
              <a:gd name="connsiteX104386" fmla="*/ 275727 w 2119654"/>
              <a:gd name="connsiteY104386" fmla="*/ 1269161 h 2398711"/>
              <a:gd name="connsiteX104387" fmla="*/ 276331 w 2119654"/>
              <a:gd name="connsiteY104387" fmla="*/ 1270297 h 2398711"/>
              <a:gd name="connsiteX104388" fmla="*/ 279449 w 2119654"/>
              <a:gd name="connsiteY104388" fmla="*/ 1272994 h 2398711"/>
              <a:gd name="connsiteX104389" fmla="*/ 279666 w 2119654"/>
              <a:gd name="connsiteY104389" fmla="*/ 1273116 h 2398711"/>
              <a:gd name="connsiteX104390" fmla="*/ 279581 w 2119654"/>
              <a:gd name="connsiteY104390" fmla="*/ 1272932 h 2398711"/>
              <a:gd name="connsiteX104391" fmla="*/ 508693 w 2119654"/>
              <a:gd name="connsiteY104391" fmla="*/ 747355 h 2398711"/>
              <a:gd name="connsiteX104392" fmla="*/ 508650 w 2119654"/>
              <a:gd name="connsiteY104392" fmla="*/ 748760 h 2398711"/>
              <a:gd name="connsiteX104393" fmla="*/ 508681 w 2119654"/>
              <a:gd name="connsiteY104393" fmla="*/ 748862 h 2398711"/>
              <a:gd name="connsiteX104394" fmla="*/ 509126 w 2119654"/>
              <a:gd name="connsiteY104394" fmla="*/ 748211 h 2398711"/>
              <a:gd name="connsiteX104395" fmla="*/ 508752 w 2119654"/>
              <a:gd name="connsiteY104395" fmla="*/ 747398 h 2398711"/>
              <a:gd name="connsiteX104396" fmla="*/ 661423 w 2119654"/>
              <a:gd name="connsiteY104396" fmla="*/ 405334 h 2398711"/>
              <a:gd name="connsiteX104397" fmla="*/ 659543 w 2119654"/>
              <a:gd name="connsiteY104397" fmla="*/ 413777 h 2398711"/>
              <a:gd name="connsiteX104398" fmla="*/ 666727 w 2119654"/>
              <a:gd name="connsiteY104398" fmla="*/ 420272 h 2398711"/>
              <a:gd name="connsiteX104399" fmla="*/ 666615 w 2119654"/>
              <a:gd name="connsiteY104399" fmla="*/ 414326 h 2398711"/>
              <a:gd name="connsiteX104400" fmla="*/ 564637 w 2119654"/>
              <a:gd name="connsiteY104400" fmla="*/ 622046 h 2398711"/>
              <a:gd name="connsiteX104401" fmla="*/ 563818 w 2119654"/>
              <a:gd name="connsiteY104401" fmla="*/ 624386 h 2398711"/>
              <a:gd name="connsiteX104402" fmla="*/ 563524 w 2119654"/>
              <a:gd name="connsiteY104402" fmla="*/ 625393 h 2398711"/>
              <a:gd name="connsiteX104403" fmla="*/ 564001 w 2119654"/>
              <a:gd name="connsiteY104403" fmla="*/ 625495 h 2398711"/>
              <a:gd name="connsiteX104404" fmla="*/ 564562 w 2119654"/>
              <a:gd name="connsiteY104404" fmla="*/ 622904 h 2398711"/>
              <a:gd name="connsiteX104405" fmla="*/ 544096 w 2119654"/>
              <a:gd name="connsiteY104405" fmla="*/ 667975 h 2398711"/>
              <a:gd name="connsiteX104406" fmla="*/ 543622 w 2119654"/>
              <a:gd name="connsiteY104406" fmla="*/ 669665 h 2398711"/>
              <a:gd name="connsiteX104407" fmla="*/ 544131 w 2119654"/>
              <a:gd name="connsiteY104407" fmla="*/ 670367 h 2398711"/>
              <a:gd name="connsiteX104408" fmla="*/ 544636 w 2119654"/>
              <a:gd name="connsiteY104408" fmla="*/ 666818 h 2398711"/>
              <a:gd name="connsiteX104409" fmla="*/ 284731 w 2119654"/>
              <a:gd name="connsiteY104409" fmla="*/ 1248742 h 2398711"/>
              <a:gd name="connsiteX104410" fmla="*/ 284751 w 2119654"/>
              <a:gd name="connsiteY104410" fmla="*/ 1248825 h 2398711"/>
              <a:gd name="connsiteX104411" fmla="*/ 284794 w 2119654"/>
              <a:gd name="connsiteY104411" fmla="*/ 1248864 h 2398711"/>
              <a:gd name="connsiteX104412" fmla="*/ 580282 w 2119654"/>
              <a:gd name="connsiteY104412" fmla="*/ 586814 h 2398711"/>
              <a:gd name="connsiteX104413" fmla="*/ 580279 w 2119654"/>
              <a:gd name="connsiteY104413" fmla="*/ 586859 h 2398711"/>
              <a:gd name="connsiteX104414" fmla="*/ 580869 w 2119654"/>
              <a:gd name="connsiteY104414" fmla="*/ 587201 h 2398711"/>
              <a:gd name="connsiteX104415" fmla="*/ 580889 w 2119654"/>
              <a:gd name="connsiteY104415" fmla="*/ 587051 h 2398711"/>
              <a:gd name="connsiteX104416" fmla="*/ 626195 w 2119654"/>
              <a:gd name="connsiteY104416" fmla="*/ 483877 h 2398711"/>
              <a:gd name="connsiteX104417" fmla="*/ 625686 w 2119654"/>
              <a:gd name="connsiteY104417" fmla="*/ 487456 h 2398711"/>
              <a:gd name="connsiteX104418" fmla="*/ 627626 w 2119654"/>
              <a:gd name="connsiteY104418" fmla="*/ 488375 h 2398711"/>
              <a:gd name="connsiteX104419" fmla="*/ 628024 w 2119654"/>
              <a:gd name="connsiteY104419" fmla="*/ 485217 h 2398711"/>
              <a:gd name="connsiteX104420" fmla="*/ 591726 w 2119654"/>
              <a:gd name="connsiteY104420" fmla="*/ 560791 h 2398711"/>
              <a:gd name="connsiteX104421" fmla="*/ 591666 w 2119654"/>
              <a:gd name="connsiteY104421" fmla="*/ 561861 h 2398711"/>
              <a:gd name="connsiteX104422" fmla="*/ 593710 w 2119654"/>
              <a:gd name="connsiteY104422" fmla="*/ 563610 h 2398711"/>
              <a:gd name="connsiteX104423" fmla="*/ 594489 w 2119654"/>
              <a:gd name="connsiteY104423" fmla="*/ 563706 h 2398711"/>
              <a:gd name="connsiteX104424" fmla="*/ 594565 w 2119654"/>
              <a:gd name="connsiteY104424" fmla="*/ 562953 h 2398711"/>
              <a:gd name="connsiteX104425" fmla="*/ 594570 w 2119654"/>
              <a:gd name="connsiteY104425" fmla="*/ 562925 h 2398711"/>
              <a:gd name="connsiteX104426" fmla="*/ 626261 w 2119654"/>
              <a:gd name="connsiteY104426" fmla="*/ 483419 h 2398711"/>
              <a:gd name="connsiteX104427" fmla="*/ 626244 w 2119654"/>
              <a:gd name="connsiteY104427" fmla="*/ 483539 h 2398711"/>
              <a:gd name="connsiteX104428" fmla="*/ 626832 w 2119654"/>
              <a:gd name="connsiteY104428" fmla="*/ 483970 h 2398711"/>
              <a:gd name="connsiteX104429" fmla="*/ 270024 w 2119654"/>
              <a:gd name="connsiteY104429" fmla="*/ 1281079 h 2398711"/>
              <a:gd name="connsiteX104430" fmla="*/ 272106 w 2119654"/>
              <a:gd name="connsiteY104430" fmla="*/ 1285909 h 2398711"/>
              <a:gd name="connsiteX104431" fmla="*/ 277083 w 2119654"/>
              <a:gd name="connsiteY104431" fmla="*/ 1291881 h 2398711"/>
              <a:gd name="connsiteX104432" fmla="*/ 275045 w 2119654"/>
              <a:gd name="connsiteY104432" fmla="*/ 1287287 h 2398711"/>
              <a:gd name="connsiteX104433" fmla="*/ 274135 w 2119654"/>
              <a:gd name="connsiteY104433" fmla="*/ 1286952 h 2398711"/>
              <a:gd name="connsiteX104434" fmla="*/ 273998 w 2119654"/>
              <a:gd name="connsiteY104434" fmla="*/ 1286729 h 2398711"/>
              <a:gd name="connsiteX104435" fmla="*/ 274954 w 2119654"/>
              <a:gd name="connsiteY104435" fmla="*/ 1287081 h 2398711"/>
              <a:gd name="connsiteX104436" fmla="*/ 274225 w 2119654"/>
              <a:gd name="connsiteY104436" fmla="*/ 1285437 h 2398711"/>
              <a:gd name="connsiteX104437" fmla="*/ 273010 w 2119654"/>
              <a:gd name="connsiteY104437" fmla="*/ 1284152 h 2398711"/>
              <a:gd name="connsiteX104438" fmla="*/ 598009 w 2119654"/>
              <a:gd name="connsiteY104438" fmla="*/ 546554 h 2398711"/>
              <a:gd name="connsiteX104439" fmla="*/ 597115 w 2119654"/>
              <a:gd name="connsiteY104439" fmla="*/ 555327 h 2398711"/>
              <a:gd name="connsiteX104440" fmla="*/ 600337 w 2119654"/>
              <a:gd name="connsiteY104440" fmla="*/ 556454 h 2398711"/>
              <a:gd name="connsiteX104441" fmla="*/ 600758 w 2119654"/>
              <a:gd name="connsiteY104441" fmla="*/ 555663 h 2398711"/>
              <a:gd name="connsiteX104442" fmla="*/ 599838 w 2119654"/>
              <a:gd name="connsiteY104442" fmla="*/ 548629 h 2398711"/>
              <a:gd name="connsiteX104443" fmla="*/ 646971 w 2119654"/>
              <a:gd name="connsiteY104443" fmla="*/ 436820 h 2398711"/>
              <a:gd name="connsiteX104444" fmla="*/ 646167 w 2119654"/>
              <a:gd name="connsiteY104444" fmla="*/ 440792 h 2398711"/>
              <a:gd name="connsiteX104445" fmla="*/ 648196 w 2119654"/>
              <a:gd name="connsiteY104445" fmla="*/ 442288 h 2398711"/>
              <a:gd name="connsiteX104446" fmla="*/ 647585 w 2119654"/>
              <a:gd name="connsiteY104446" fmla="*/ 437268 h 2398711"/>
              <a:gd name="connsiteX104447" fmla="*/ 610915 w 2119654"/>
              <a:gd name="connsiteY104447" fmla="*/ 517481 h 2398711"/>
              <a:gd name="connsiteX104448" fmla="*/ 610208 w 2119654"/>
              <a:gd name="connsiteY104448" fmla="*/ 534918 h 2398711"/>
              <a:gd name="connsiteX104449" fmla="*/ 610321 w 2119654"/>
              <a:gd name="connsiteY104449" fmla="*/ 534957 h 2398711"/>
              <a:gd name="connsiteX104450" fmla="*/ 611818 w 2119654"/>
              <a:gd name="connsiteY104450" fmla="*/ 519261 h 2398711"/>
              <a:gd name="connsiteX104451" fmla="*/ 611023 w 2119654"/>
              <a:gd name="connsiteY104451" fmla="*/ 517565 h 2398711"/>
              <a:gd name="connsiteX104452" fmla="*/ 532612 w 2119654"/>
              <a:gd name="connsiteY104452" fmla="*/ 692594 h 2398711"/>
              <a:gd name="connsiteX104453" fmla="*/ 533498 w 2119654"/>
              <a:gd name="connsiteY104453" fmla="*/ 693110 h 2398711"/>
              <a:gd name="connsiteX104454" fmla="*/ 533552 w 2119654"/>
              <a:gd name="connsiteY104454" fmla="*/ 692928 h 2398711"/>
              <a:gd name="connsiteX104455" fmla="*/ 533113 w 2119654"/>
              <a:gd name="connsiteY104455" fmla="*/ 692067 h 2398711"/>
              <a:gd name="connsiteX104456" fmla="*/ 532896 w 2119654"/>
              <a:gd name="connsiteY104456" fmla="*/ 691983 h 2398711"/>
              <a:gd name="connsiteX104457" fmla="*/ 189344 w 2119654"/>
              <a:gd name="connsiteY104457" fmla="*/ 1461177 h 2398711"/>
              <a:gd name="connsiteX104458" fmla="*/ 200071 w 2119654"/>
              <a:gd name="connsiteY104458" fmla="*/ 1475277 h 2398711"/>
              <a:gd name="connsiteX104459" fmla="*/ 210829 w 2119654"/>
              <a:gd name="connsiteY104459" fmla="*/ 1482825 h 2398711"/>
              <a:gd name="connsiteX104460" fmla="*/ 211355 w 2119654"/>
              <a:gd name="connsiteY104460" fmla="*/ 1483137 h 2398711"/>
              <a:gd name="connsiteX104461" fmla="*/ 211955 w 2119654"/>
              <a:gd name="connsiteY104461" fmla="*/ 1482517 h 2398711"/>
              <a:gd name="connsiteX104462" fmla="*/ 525745 w 2119654"/>
              <a:gd name="connsiteY104462" fmla="*/ 707854 h 2398711"/>
              <a:gd name="connsiteX104463" fmla="*/ 527536 w 2119654"/>
              <a:gd name="connsiteY104463" fmla="*/ 713498 h 2398711"/>
              <a:gd name="connsiteX104464" fmla="*/ 528336 w 2119654"/>
              <a:gd name="connsiteY104464" fmla="*/ 710763 h 2398711"/>
              <a:gd name="connsiteX104465" fmla="*/ 527998 w 2119654"/>
              <a:gd name="connsiteY104465" fmla="*/ 709545 h 2398711"/>
              <a:gd name="connsiteX104466" fmla="*/ 300692 w 2119654"/>
              <a:gd name="connsiteY104466" fmla="*/ 1211708 h 2398711"/>
              <a:gd name="connsiteX104467" fmla="*/ 301054 w 2119654"/>
              <a:gd name="connsiteY104467" fmla="*/ 1212865 h 2398711"/>
              <a:gd name="connsiteX104468" fmla="*/ 303156 w 2119654"/>
              <a:gd name="connsiteY104468" fmla="*/ 1215309 h 2398711"/>
              <a:gd name="connsiteX104469" fmla="*/ 301315 w 2119654"/>
              <a:gd name="connsiteY104469" fmla="*/ 1212189 h 2398711"/>
              <a:gd name="connsiteX104470" fmla="*/ 530208 w 2119654"/>
              <a:gd name="connsiteY104470" fmla="*/ 697745 h 2398711"/>
              <a:gd name="connsiteX104471" fmla="*/ 530206 w 2119654"/>
              <a:gd name="connsiteY104471" fmla="*/ 697750 h 2398711"/>
              <a:gd name="connsiteX104472" fmla="*/ 530221 w 2119654"/>
              <a:gd name="connsiteY104472" fmla="*/ 697759 h 2398711"/>
              <a:gd name="connsiteX104473" fmla="*/ 233494 w 2119654"/>
              <a:gd name="connsiteY104473" fmla="*/ 1362091 h 2398711"/>
              <a:gd name="connsiteX104474" fmla="*/ 233747 w 2119654"/>
              <a:gd name="connsiteY104474" fmla="*/ 1362665 h 2398711"/>
              <a:gd name="connsiteX104475" fmla="*/ 236625 w 2119654"/>
              <a:gd name="connsiteY104475" fmla="*/ 1363935 h 2398711"/>
              <a:gd name="connsiteX104476" fmla="*/ 591002 w 2119654"/>
              <a:gd name="connsiteY104476" fmla="*/ 561443 h 2398711"/>
              <a:gd name="connsiteX104477" fmla="*/ 591463 w 2119654"/>
              <a:gd name="connsiteY104477" fmla="*/ 562888 h 2398711"/>
              <a:gd name="connsiteX104478" fmla="*/ 591518 w 2119654"/>
              <a:gd name="connsiteY104478" fmla="*/ 561897 h 2398711"/>
              <a:gd name="connsiteX104479" fmla="*/ 257018 w 2119654"/>
              <a:gd name="connsiteY104479" fmla="*/ 1309293 h 2398711"/>
              <a:gd name="connsiteX104480" fmla="*/ 258515 w 2119654"/>
              <a:gd name="connsiteY104480" fmla="*/ 1312453 h 2398711"/>
              <a:gd name="connsiteX104481" fmla="*/ 259680 w 2119654"/>
              <a:gd name="connsiteY104481" fmla="*/ 1313195 h 2398711"/>
              <a:gd name="connsiteX104482" fmla="*/ 258658 w 2119654"/>
              <a:gd name="connsiteY104482" fmla="*/ 1310780 h 2398711"/>
              <a:gd name="connsiteX104483" fmla="*/ 257793 w 2119654"/>
              <a:gd name="connsiteY104483" fmla="*/ 1309918 h 2398711"/>
              <a:gd name="connsiteX104484" fmla="*/ 236288 w 2119654"/>
              <a:gd name="connsiteY104484" fmla="*/ 1355699 h 2398711"/>
              <a:gd name="connsiteX104485" fmla="*/ 237404 w 2119654"/>
              <a:gd name="connsiteY104485" fmla="*/ 1356892 h 2398711"/>
              <a:gd name="connsiteX104486" fmla="*/ 239268 w 2119654"/>
              <a:gd name="connsiteY104486" fmla="*/ 1357990 h 2398711"/>
              <a:gd name="connsiteX104487" fmla="*/ 240332 w 2119654"/>
              <a:gd name="connsiteY104487" fmla="*/ 1358422 h 2398711"/>
              <a:gd name="connsiteX104488" fmla="*/ 239587 w 2119654"/>
              <a:gd name="connsiteY104488" fmla="*/ 1357642 h 2398711"/>
              <a:gd name="connsiteX104489" fmla="*/ 576883 w 2119654"/>
              <a:gd name="connsiteY104489" fmla="*/ 592979 h 2398711"/>
              <a:gd name="connsiteX104490" fmla="*/ 577101 w 2119654"/>
              <a:gd name="connsiteY104490" fmla="*/ 594774 h 2398711"/>
              <a:gd name="connsiteX104491" fmla="*/ 579348 w 2119654"/>
              <a:gd name="connsiteY104491" fmla="*/ 595651 h 2398711"/>
              <a:gd name="connsiteX104492" fmla="*/ 579436 w 2119654"/>
              <a:gd name="connsiteY104492" fmla="*/ 594406 h 2398711"/>
              <a:gd name="connsiteX104493" fmla="*/ 579357 w 2119654"/>
              <a:gd name="connsiteY104493" fmla="*/ 594003 h 2398711"/>
              <a:gd name="connsiteX104494" fmla="*/ 525999 w 2119654"/>
              <a:gd name="connsiteY104494" fmla="*/ 706762 h 2398711"/>
              <a:gd name="connsiteX104495" fmla="*/ 527421 w 2119654"/>
              <a:gd name="connsiteY104495" fmla="*/ 707465 h 2398711"/>
              <a:gd name="connsiteX104496" fmla="*/ 527139 w 2119654"/>
              <a:gd name="connsiteY104496" fmla="*/ 706446 h 2398711"/>
              <a:gd name="connsiteX104497" fmla="*/ 526666 w 2119654"/>
              <a:gd name="connsiteY104497" fmla="*/ 705333 h 2398711"/>
              <a:gd name="connsiteX104498" fmla="*/ 647321 w 2119654"/>
              <a:gd name="connsiteY104498" fmla="*/ 435092 h 2398711"/>
              <a:gd name="connsiteX104499" fmla="*/ 647119 w 2119654"/>
              <a:gd name="connsiteY104499" fmla="*/ 436086 h 2398711"/>
              <a:gd name="connsiteX104500" fmla="*/ 647472 w 2119654"/>
              <a:gd name="connsiteY104500" fmla="*/ 436336 h 2398711"/>
              <a:gd name="connsiteX104501" fmla="*/ 525691 w 2119654"/>
              <a:gd name="connsiteY104501" fmla="*/ 707440 h 2398711"/>
              <a:gd name="connsiteX104502" fmla="*/ 527867 w 2119654"/>
              <a:gd name="connsiteY104502" fmla="*/ 709074 h 2398711"/>
              <a:gd name="connsiteX104503" fmla="*/ 527689 w 2119654"/>
              <a:gd name="connsiteY104503" fmla="*/ 708429 h 2398711"/>
              <a:gd name="connsiteX104504" fmla="*/ 622006 w 2119654"/>
              <a:gd name="connsiteY104504" fmla="*/ 491725 h 2398711"/>
              <a:gd name="connsiteX104505" fmla="*/ 623113 w 2119654"/>
              <a:gd name="connsiteY104505" fmla="*/ 499145 h 2398711"/>
              <a:gd name="connsiteX104506" fmla="*/ 624029 w 2119654"/>
              <a:gd name="connsiteY104506" fmla="*/ 492710 h 2398711"/>
              <a:gd name="connsiteX104507" fmla="*/ 249173 w 2119654"/>
              <a:gd name="connsiteY104507" fmla="*/ 1326566 h 2398711"/>
              <a:gd name="connsiteX104508" fmla="*/ 250807 w 2119654"/>
              <a:gd name="connsiteY104508" fmla="*/ 1330764 h 2398711"/>
              <a:gd name="connsiteX104509" fmla="*/ 256570 w 2119654"/>
              <a:gd name="connsiteY104509" fmla="*/ 1333923 h 2398711"/>
              <a:gd name="connsiteX104510" fmla="*/ 255929 w 2119654"/>
              <a:gd name="connsiteY104510" fmla="*/ 1332058 h 2398711"/>
              <a:gd name="connsiteX104511" fmla="*/ 254366 w 2119654"/>
              <a:gd name="connsiteY104511" fmla="*/ 1329499 h 2398711"/>
              <a:gd name="connsiteX104512" fmla="*/ 253893 w 2119654"/>
              <a:gd name="connsiteY104512" fmla="*/ 1329240 h 2398711"/>
              <a:gd name="connsiteX104513" fmla="*/ 525103 w 2119654"/>
              <a:gd name="connsiteY104513" fmla="*/ 708682 h 2398711"/>
              <a:gd name="connsiteX104514" fmla="*/ 525973 w 2119654"/>
              <a:gd name="connsiteY104514" fmla="*/ 714107 h 2398711"/>
              <a:gd name="connsiteX104515" fmla="*/ 526916 w 2119654"/>
              <a:gd name="connsiteY104515" fmla="*/ 715444 h 2398711"/>
              <a:gd name="connsiteX104516" fmla="*/ 527418 w 2119654"/>
              <a:gd name="connsiteY104516" fmla="*/ 713893 h 2398711"/>
              <a:gd name="connsiteX104517" fmla="*/ 525496 w 2119654"/>
              <a:gd name="connsiteY104517" fmla="*/ 707840 h 2398711"/>
              <a:gd name="connsiteX104518" fmla="*/ 580398 w 2119654"/>
              <a:gd name="connsiteY104518" fmla="*/ 584803 h 2398711"/>
              <a:gd name="connsiteX104519" fmla="*/ 580316 w 2119654"/>
              <a:gd name="connsiteY104519" fmla="*/ 586233 h 2398711"/>
              <a:gd name="connsiteX104520" fmla="*/ 580960 w 2119654"/>
              <a:gd name="connsiteY104520" fmla="*/ 586484 h 2398711"/>
              <a:gd name="connsiteX104521" fmla="*/ 581037 w 2119654"/>
              <a:gd name="connsiteY104521" fmla="*/ 585886 h 2398711"/>
              <a:gd name="connsiteX104522" fmla="*/ 580853 w 2119654"/>
              <a:gd name="connsiteY104522" fmla="*/ 585351 h 2398711"/>
              <a:gd name="connsiteX104523" fmla="*/ 523927 w 2119654"/>
              <a:gd name="connsiteY104523" fmla="*/ 711201 h 2398711"/>
              <a:gd name="connsiteX104524" fmla="*/ 524064 w 2119654"/>
              <a:gd name="connsiteY104524" fmla="*/ 711395 h 2398711"/>
              <a:gd name="connsiteX104525" fmla="*/ 524005 w 2119654"/>
              <a:gd name="connsiteY104525" fmla="*/ 711033 h 2398711"/>
              <a:gd name="connsiteX104526" fmla="*/ 256886 w 2119654"/>
              <a:gd name="connsiteY104526" fmla="*/ 1309014 h 2398711"/>
              <a:gd name="connsiteX104527" fmla="*/ 256895 w 2119654"/>
              <a:gd name="connsiteY104527" fmla="*/ 1309033 h 2398711"/>
              <a:gd name="connsiteX104528" fmla="*/ 256939 w 2119654"/>
              <a:gd name="connsiteY104528" fmla="*/ 1309067 h 2398711"/>
              <a:gd name="connsiteX104529" fmla="*/ 207372 w 2119654"/>
              <a:gd name="connsiteY104529" fmla="*/ 1419586 h 2398711"/>
              <a:gd name="connsiteX104530" fmla="*/ 213069 w 2119654"/>
              <a:gd name="connsiteY104530" fmla="*/ 1428716 h 2398711"/>
              <a:gd name="connsiteX104531" fmla="*/ 219312 w 2119654"/>
              <a:gd name="connsiteY104531" fmla="*/ 1431608 h 2398711"/>
              <a:gd name="connsiteX104532" fmla="*/ 231503 w 2119654"/>
              <a:gd name="connsiteY104532" fmla="*/ 1436775 h 2398711"/>
              <a:gd name="connsiteX104533" fmla="*/ 515062 w 2119654"/>
              <a:gd name="connsiteY104533" fmla="*/ 730547 h 2398711"/>
              <a:gd name="connsiteX104534" fmla="*/ 514600 w 2119654"/>
              <a:gd name="connsiteY104534" fmla="*/ 731680 h 2398711"/>
              <a:gd name="connsiteX104535" fmla="*/ 514639 w 2119654"/>
              <a:gd name="connsiteY104535" fmla="*/ 732015 h 2398711"/>
              <a:gd name="connsiteX104536" fmla="*/ 517071 w 2119654"/>
              <a:gd name="connsiteY104536" fmla="*/ 733697 h 2398711"/>
              <a:gd name="connsiteX104537" fmla="*/ 516871 w 2119654"/>
              <a:gd name="connsiteY104537" fmla="*/ 732850 h 2398711"/>
              <a:gd name="connsiteX104538" fmla="*/ 515410 w 2119654"/>
              <a:gd name="connsiteY104538" fmla="*/ 729690 h 2398711"/>
              <a:gd name="connsiteX104539" fmla="*/ 515183 w 2119654"/>
              <a:gd name="connsiteY104539" fmla="*/ 730248 h 2398711"/>
              <a:gd name="connsiteX104540" fmla="*/ 516717 w 2119654"/>
              <a:gd name="connsiteY104540" fmla="*/ 732200 h 2398711"/>
              <a:gd name="connsiteX104541" fmla="*/ 516286 w 2119654"/>
              <a:gd name="connsiteY104541" fmla="*/ 730379 h 2398711"/>
              <a:gd name="connsiteX104542" fmla="*/ 578586 w 2119654"/>
              <a:gd name="connsiteY104542" fmla="*/ 588219 h 2398711"/>
              <a:gd name="connsiteX104543" fmla="*/ 579533 w 2119654"/>
              <a:gd name="connsiteY104543" fmla="*/ 593044 h 2398711"/>
              <a:gd name="connsiteX104544" fmla="*/ 579849 w 2119654"/>
              <a:gd name="connsiteY104544" fmla="*/ 588602 h 2398711"/>
              <a:gd name="connsiteX104545" fmla="*/ 573355 w 2119654"/>
              <a:gd name="connsiteY104545" fmla="*/ 599823 h 2398711"/>
              <a:gd name="connsiteX104546" fmla="*/ 575030 w 2119654"/>
              <a:gd name="connsiteY104546" fmla="*/ 604669 h 2398711"/>
              <a:gd name="connsiteX104547" fmla="*/ 575072 w 2119654"/>
              <a:gd name="connsiteY104547" fmla="*/ 604587 h 2398711"/>
              <a:gd name="connsiteX104548" fmla="*/ 574817 w 2119654"/>
              <a:gd name="connsiteY104548" fmla="*/ 600497 h 2398711"/>
              <a:gd name="connsiteX104549" fmla="*/ 219752 w 2119654"/>
              <a:gd name="connsiteY104549" fmla="*/ 1391579 h 2398711"/>
              <a:gd name="connsiteX104550" fmla="*/ 224020 w 2119654"/>
              <a:gd name="connsiteY104550" fmla="*/ 1398001 h 2398711"/>
              <a:gd name="connsiteX104551" fmla="*/ 228195 w 2119654"/>
              <a:gd name="connsiteY104551" fmla="*/ 1401045 h 2398711"/>
              <a:gd name="connsiteX104552" fmla="*/ 226125 w 2119654"/>
              <a:gd name="connsiteY104552" fmla="*/ 1396347 h 2398711"/>
              <a:gd name="connsiteX104553" fmla="*/ 601917 w 2119654"/>
              <a:gd name="connsiteY104553" fmla="*/ 535729 h 2398711"/>
              <a:gd name="connsiteX104554" fmla="*/ 602509 w 2119654"/>
              <a:gd name="connsiteY104554" fmla="*/ 537342 h 2398711"/>
              <a:gd name="connsiteX104555" fmla="*/ 604598 w 2119654"/>
              <a:gd name="connsiteY104555" fmla="*/ 539371 h 2398711"/>
              <a:gd name="connsiteX104556" fmla="*/ 604588 w 2119654"/>
              <a:gd name="connsiteY104556" fmla="*/ 538484 h 2398711"/>
              <a:gd name="connsiteX104557" fmla="*/ 610276 w 2119654"/>
              <a:gd name="connsiteY104557" fmla="*/ 516980 h 2398711"/>
              <a:gd name="connsiteX104558" fmla="*/ 607534 w 2119654"/>
              <a:gd name="connsiteY104558" fmla="*/ 533983 h 2398711"/>
              <a:gd name="connsiteX104559" fmla="*/ 608208 w 2119654"/>
              <a:gd name="connsiteY104559" fmla="*/ 534219 h 2398711"/>
              <a:gd name="connsiteX104560" fmla="*/ 608124 w 2119654"/>
              <a:gd name="connsiteY104560" fmla="*/ 533390 h 2398711"/>
              <a:gd name="connsiteX104561" fmla="*/ 608365 w 2119654"/>
              <a:gd name="connsiteY104561" fmla="*/ 533014 h 2398711"/>
              <a:gd name="connsiteX104562" fmla="*/ 608496 w 2119654"/>
              <a:gd name="connsiteY104562" fmla="*/ 534320 h 2398711"/>
              <a:gd name="connsiteX104563" fmla="*/ 609404 w 2119654"/>
              <a:gd name="connsiteY104563" fmla="*/ 534637 h 2398711"/>
              <a:gd name="connsiteX104564" fmla="*/ 610355 w 2119654"/>
              <a:gd name="connsiteY104564" fmla="*/ 517042 h 2398711"/>
              <a:gd name="connsiteX104565" fmla="*/ 626729 w 2119654"/>
              <a:gd name="connsiteY104565" fmla="*/ 480135 h 2398711"/>
              <a:gd name="connsiteX104566" fmla="*/ 626505 w 2119654"/>
              <a:gd name="connsiteY104566" fmla="*/ 481703 h 2398711"/>
              <a:gd name="connsiteX104567" fmla="*/ 628363 w 2119654"/>
              <a:gd name="connsiteY104567" fmla="*/ 482533 h 2398711"/>
              <a:gd name="connsiteX104568" fmla="*/ 628441 w 2119654"/>
              <a:gd name="connsiteY104568" fmla="*/ 481910 h 2398711"/>
              <a:gd name="connsiteX104569" fmla="*/ 662766 w 2119654"/>
              <a:gd name="connsiteY104569" fmla="*/ 399300 h 2398711"/>
              <a:gd name="connsiteX104570" fmla="*/ 662591 w 2119654"/>
              <a:gd name="connsiteY104570" fmla="*/ 400090 h 2398711"/>
              <a:gd name="connsiteX104571" fmla="*/ 666441 w 2119654"/>
              <a:gd name="connsiteY104571" fmla="*/ 405223 h 2398711"/>
              <a:gd name="connsiteX104572" fmla="*/ 666376 w 2119654"/>
              <a:gd name="connsiteY104572" fmla="*/ 401780 h 2398711"/>
              <a:gd name="connsiteX104573" fmla="*/ 546375 w 2119654"/>
              <a:gd name="connsiteY104573" fmla="*/ 659840 h 2398711"/>
              <a:gd name="connsiteX104574" fmla="*/ 546238 w 2119654"/>
              <a:gd name="connsiteY104574" fmla="*/ 660326 h 2398711"/>
              <a:gd name="connsiteX104575" fmla="*/ 546214 w 2119654"/>
              <a:gd name="connsiteY104575" fmla="*/ 660499 h 2398711"/>
              <a:gd name="connsiteX104576" fmla="*/ 546508 w 2119654"/>
              <a:gd name="connsiteY104576" fmla="*/ 659929 h 2398711"/>
              <a:gd name="connsiteX104577" fmla="*/ 592596 w 2119654"/>
              <a:gd name="connsiteY104577" fmla="*/ 556235 h 2398711"/>
              <a:gd name="connsiteX104578" fmla="*/ 594838 w 2119654"/>
              <a:gd name="connsiteY104578" fmla="*/ 558130 h 2398711"/>
              <a:gd name="connsiteX104579" fmla="*/ 594822 w 2119654"/>
              <a:gd name="connsiteY104579" fmla="*/ 556899 h 2398711"/>
              <a:gd name="connsiteX104580" fmla="*/ 593324 w 2119654"/>
              <a:gd name="connsiteY104580" fmla="*/ 556445 h 2398711"/>
              <a:gd name="connsiteX104581" fmla="*/ 626820 w 2119654"/>
              <a:gd name="connsiteY104581" fmla="*/ 479491 h 2398711"/>
              <a:gd name="connsiteX104582" fmla="*/ 626797 w 2119654"/>
              <a:gd name="connsiteY104582" fmla="*/ 479646 h 2398711"/>
              <a:gd name="connsiteX104583" fmla="*/ 628504 w 2119654"/>
              <a:gd name="connsiteY104583" fmla="*/ 481413 h 2398711"/>
              <a:gd name="connsiteX104584" fmla="*/ 628644 w 2119654"/>
              <a:gd name="connsiteY104584" fmla="*/ 480302 h 2398711"/>
              <a:gd name="connsiteX104585" fmla="*/ 599256 w 2119654"/>
              <a:gd name="connsiteY104585" fmla="*/ 541181 h 2398711"/>
              <a:gd name="connsiteX104586" fmla="*/ 599598 w 2119654"/>
              <a:gd name="connsiteY104586" fmla="*/ 543793 h 2398711"/>
              <a:gd name="connsiteX104587" fmla="*/ 600649 w 2119654"/>
              <a:gd name="connsiteY104587" fmla="*/ 544986 h 2398711"/>
              <a:gd name="connsiteX104588" fmla="*/ 600388 w 2119654"/>
              <a:gd name="connsiteY104588" fmla="*/ 542280 h 2398711"/>
              <a:gd name="connsiteX104589" fmla="*/ 570279 w 2119654"/>
              <a:gd name="connsiteY104589" fmla="*/ 605919 h 2398711"/>
              <a:gd name="connsiteX104590" fmla="*/ 569774 w 2119654"/>
              <a:gd name="connsiteY104590" fmla="*/ 607362 h 2398711"/>
              <a:gd name="connsiteX104591" fmla="*/ 572490 w 2119654"/>
              <a:gd name="connsiteY104591" fmla="*/ 609588 h 2398711"/>
              <a:gd name="connsiteX104592" fmla="*/ 573022 w 2119654"/>
              <a:gd name="connsiteY104592" fmla="*/ 608558 h 2398711"/>
              <a:gd name="connsiteX104593" fmla="*/ 573174 w 2119654"/>
              <a:gd name="connsiteY104593" fmla="*/ 607470 h 2398711"/>
              <a:gd name="connsiteX104594" fmla="*/ 283370 w 2119654"/>
              <a:gd name="connsiteY104594" fmla="*/ 1248245 h 2398711"/>
              <a:gd name="connsiteX104595" fmla="*/ 284394 w 2119654"/>
              <a:gd name="connsiteY104595" fmla="*/ 1250514 h 2398711"/>
              <a:gd name="connsiteX104596" fmla="*/ 283979 w 2119654"/>
              <a:gd name="connsiteY104596" fmla="*/ 1248811 h 2398711"/>
              <a:gd name="connsiteX104597" fmla="*/ 584213 w 2119654"/>
              <a:gd name="connsiteY104597" fmla="*/ 574496 h 2398711"/>
              <a:gd name="connsiteX104598" fmla="*/ 585446 w 2119654"/>
              <a:gd name="connsiteY104598" fmla="*/ 575776 h 2398711"/>
              <a:gd name="connsiteX104599" fmla="*/ 588036 w 2119654"/>
              <a:gd name="connsiteY104599" fmla="*/ 579519 h 2398711"/>
              <a:gd name="connsiteX104600" fmla="*/ 589379 w 2119654"/>
              <a:gd name="connsiteY104600" fmla="*/ 577003 h 2398711"/>
              <a:gd name="connsiteX104601" fmla="*/ 192686 w 2119654"/>
              <a:gd name="connsiteY104601" fmla="*/ 1450819 h 2398711"/>
              <a:gd name="connsiteX104602" fmla="*/ 213557 w 2119654"/>
              <a:gd name="connsiteY104602" fmla="*/ 1465402 h 2398711"/>
              <a:gd name="connsiteX104603" fmla="*/ 209990 w 2119654"/>
              <a:gd name="connsiteY104603" fmla="*/ 1459201 h 2398711"/>
              <a:gd name="connsiteX104604" fmla="*/ 205537 w 2119654"/>
              <a:gd name="connsiteY104604" fmla="*/ 1455980 h 2398711"/>
              <a:gd name="connsiteX104605" fmla="*/ 204014 w 2119654"/>
              <a:gd name="connsiteY104605" fmla="*/ 1454989 h 2398711"/>
              <a:gd name="connsiteX104606" fmla="*/ 630324 w 2119654"/>
              <a:gd name="connsiteY104606" fmla="*/ 470814 h 2398711"/>
              <a:gd name="connsiteX104607" fmla="*/ 629253 w 2119654"/>
              <a:gd name="connsiteY104607" fmla="*/ 479320 h 2398711"/>
              <a:gd name="connsiteX104608" fmla="*/ 635640 w 2119654"/>
              <a:gd name="connsiteY104608" fmla="*/ 482158 h 2398711"/>
              <a:gd name="connsiteX104609" fmla="*/ 547200 w 2119654"/>
              <a:gd name="connsiteY104609" fmla="*/ 656893 h 2398711"/>
              <a:gd name="connsiteX104610" fmla="*/ 547045 w 2119654"/>
              <a:gd name="connsiteY104610" fmla="*/ 657448 h 2398711"/>
              <a:gd name="connsiteX104611" fmla="*/ 547310 w 2119654"/>
              <a:gd name="connsiteY104611" fmla="*/ 657623 h 2398711"/>
              <a:gd name="connsiteX104612" fmla="*/ 590501 w 2119654"/>
              <a:gd name="connsiteY104612" fmla="*/ 559872 h 2398711"/>
              <a:gd name="connsiteX104613" fmla="*/ 590936 w 2119654"/>
              <a:gd name="connsiteY104613" fmla="*/ 561236 h 2398711"/>
              <a:gd name="connsiteX104614" fmla="*/ 591528 w 2119654"/>
              <a:gd name="connsiteY104614" fmla="*/ 561742 h 2398711"/>
              <a:gd name="connsiteX104615" fmla="*/ 591586 w 2119654"/>
              <a:gd name="connsiteY104615" fmla="*/ 560687 h 2398711"/>
              <a:gd name="connsiteX104616" fmla="*/ 548497 w 2119654"/>
              <a:gd name="connsiteY104616" fmla="*/ 653825 h 2398711"/>
              <a:gd name="connsiteX104617" fmla="*/ 548523 w 2119654"/>
              <a:gd name="connsiteY104617" fmla="*/ 654787 h 2398711"/>
              <a:gd name="connsiteX104618" fmla="*/ 548605 w 2119654"/>
              <a:gd name="connsiteY104618" fmla="*/ 655334 h 2398711"/>
              <a:gd name="connsiteX104619" fmla="*/ 548784 w 2119654"/>
              <a:gd name="connsiteY104619" fmla="*/ 655519 h 2398711"/>
              <a:gd name="connsiteX104620" fmla="*/ 548842 w 2119654"/>
              <a:gd name="connsiteY104620" fmla="*/ 655407 h 2398711"/>
              <a:gd name="connsiteX104621" fmla="*/ 591971 w 2119654"/>
              <a:gd name="connsiteY104621" fmla="*/ 556408 h 2398711"/>
              <a:gd name="connsiteX104622" fmla="*/ 591753 w 2119654"/>
              <a:gd name="connsiteY104622" fmla="*/ 560310 h 2398711"/>
              <a:gd name="connsiteX104623" fmla="*/ 594634 w 2119654"/>
              <a:gd name="connsiteY104623" fmla="*/ 562472 h 2398711"/>
              <a:gd name="connsiteX104624" fmla="*/ 594872 w 2119654"/>
              <a:gd name="connsiteY104624" fmla="*/ 560805 h 2398711"/>
              <a:gd name="connsiteX104625" fmla="*/ 594848 w 2119654"/>
              <a:gd name="connsiteY104625" fmla="*/ 558950 h 2398711"/>
              <a:gd name="connsiteX104626" fmla="*/ 571948 w 2119654"/>
              <a:gd name="connsiteY104626" fmla="*/ 601150 h 2398711"/>
              <a:gd name="connsiteX104627" fmla="*/ 570700 w 2119654"/>
              <a:gd name="connsiteY104627" fmla="*/ 604715 h 2398711"/>
              <a:gd name="connsiteX104628" fmla="*/ 570885 w 2119654"/>
              <a:gd name="connsiteY104628" fmla="*/ 604891 h 2398711"/>
              <a:gd name="connsiteX104629" fmla="*/ 573362 w 2119654"/>
              <a:gd name="connsiteY104629" fmla="*/ 606119 h 2398711"/>
              <a:gd name="connsiteX104630" fmla="*/ 573449 w 2119654"/>
              <a:gd name="connsiteY104630" fmla="*/ 605498 h 2398711"/>
              <a:gd name="connsiteX104631" fmla="*/ 547733 w 2119654"/>
              <a:gd name="connsiteY104631" fmla="*/ 654991 h 2398711"/>
              <a:gd name="connsiteX104632" fmla="*/ 547567 w 2119654"/>
              <a:gd name="connsiteY104632" fmla="*/ 655585 h 2398711"/>
              <a:gd name="connsiteX104633" fmla="*/ 547834 w 2119654"/>
              <a:gd name="connsiteY104633" fmla="*/ 657362 h 2398711"/>
              <a:gd name="connsiteX104634" fmla="*/ 547998 w 2119654"/>
              <a:gd name="connsiteY104634" fmla="*/ 657043 h 2398711"/>
              <a:gd name="connsiteX104635" fmla="*/ 547945 w 2119654"/>
              <a:gd name="connsiteY104635" fmla="*/ 655212 h 2398711"/>
              <a:gd name="connsiteX104636" fmla="*/ 663635 w 2119654"/>
              <a:gd name="connsiteY104636" fmla="*/ 395400 h 2398711"/>
              <a:gd name="connsiteX104637" fmla="*/ 662837 w 2119654"/>
              <a:gd name="connsiteY104637" fmla="*/ 398986 h 2398711"/>
              <a:gd name="connsiteX104638" fmla="*/ 666369 w 2119654"/>
              <a:gd name="connsiteY104638" fmla="*/ 401412 h 2398711"/>
              <a:gd name="connsiteX104639" fmla="*/ 666285 w 2119654"/>
              <a:gd name="connsiteY104639" fmla="*/ 396980 h 2398711"/>
              <a:gd name="connsiteX104640" fmla="*/ 648512 w 2119654"/>
              <a:gd name="connsiteY104640" fmla="*/ 429206 h 2398711"/>
              <a:gd name="connsiteX104641" fmla="*/ 647631 w 2119654"/>
              <a:gd name="connsiteY104641" fmla="*/ 433561 h 2398711"/>
              <a:gd name="connsiteX104642" fmla="*/ 648161 w 2119654"/>
              <a:gd name="connsiteY104642" fmla="*/ 436823 h 2398711"/>
              <a:gd name="connsiteX104643" fmla="*/ 651219 w 2119654"/>
              <a:gd name="connsiteY104643" fmla="*/ 438986 h 2398711"/>
              <a:gd name="connsiteX104644" fmla="*/ 651413 w 2119654"/>
              <a:gd name="connsiteY104644" fmla="*/ 433249 h 2398711"/>
              <a:gd name="connsiteX104645" fmla="*/ 651398 w 2119654"/>
              <a:gd name="connsiteY104645" fmla="*/ 439113 h 2398711"/>
              <a:gd name="connsiteX104646" fmla="*/ 653098 w 2119654"/>
              <a:gd name="connsiteY104646" fmla="*/ 440315 h 2398711"/>
              <a:gd name="connsiteX104647" fmla="*/ 653460 w 2119654"/>
              <a:gd name="connsiteY104647" fmla="*/ 438685 h 2398711"/>
              <a:gd name="connsiteX104648" fmla="*/ 652866 w 2119654"/>
              <a:gd name="connsiteY104648" fmla="*/ 438248 h 2398711"/>
              <a:gd name="connsiteX104649" fmla="*/ 653519 w 2119654"/>
              <a:gd name="connsiteY104649" fmla="*/ 438226 h 2398711"/>
              <a:gd name="connsiteX104650" fmla="*/ 653556 w 2119654"/>
              <a:gd name="connsiteY104650" fmla="*/ 438253 h 2398711"/>
              <a:gd name="connsiteX104651" fmla="*/ 653670 w 2119654"/>
              <a:gd name="connsiteY104651" fmla="*/ 437743 h 2398711"/>
              <a:gd name="connsiteX104652" fmla="*/ 653608 w 2119654"/>
              <a:gd name="connsiteY104652" fmla="*/ 437704 h 2398711"/>
              <a:gd name="connsiteX104653" fmla="*/ 653681 w 2119654"/>
              <a:gd name="connsiteY104653" fmla="*/ 437696 h 2398711"/>
              <a:gd name="connsiteX104654" fmla="*/ 653973 w 2119654"/>
              <a:gd name="connsiteY104654" fmla="*/ 436380 h 2398711"/>
              <a:gd name="connsiteX104655" fmla="*/ 651420 w 2119654"/>
              <a:gd name="connsiteY104655" fmla="*/ 433026 h 2398711"/>
              <a:gd name="connsiteX104656" fmla="*/ 651413 w 2119654"/>
              <a:gd name="connsiteY104656" fmla="*/ 433249 h 2398711"/>
              <a:gd name="connsiteX104657" fmla="*/ 651414 w 2119654"/>
              <a:gd name="connsiteY104657" fmla="*/ 433017 h 2398711"/>
              <a:gd name="connsiteX104658" fmla="*/ 329972 w 2119654"/>
              <a:gd name="connsiteY104658" fmla="*/ 1142396 h 2398711"/>
              <a:gd name="connsiteX104659" fmla="*/ 330040 w 2119654"/>
              <a:gd name="connsiteY104659" fmla="*/ 1142954 h 2398711"/>
              <a:gd name="connsiteX104660" fmla="*/ 332936 w 2119654"/>
              <a:gd name="connsiteY104660" fmla="*/ 1148121 h 2398711"/>
              <a:gd name="connsiteX104661" fmla="*/ 332649 w 2119654"/>
              <a:gd name="connsiteY104661" fmla="*/ 1145804 h 2398711"/>
              <a:gd name="connsiteX104662" fmla="*/ 331779 w 2119654"/>
              <a:gd name="connsiteY104662" fmla="*/ 1143961 h 2398711"/>
              <a:gd name="connsiteX104663" fmla="*/ 331681 w 2119654"/>
              <a:gd name="connsiteY104663" fmla="*/ 1143728 h 2398711"/>
              <a:gd name="connsiteX104664" fmla="*/ 547920 w 2119654"/>
              <a:gd name="connsiteY104664" fmla="*/ 654324 h 2398711"/>
              <a:gd name="connsiteX104665" fmla="*/ 547854 w 2119654"/>
              <a:gd name="connsiteY104665" fmla="*/ 654556 h 2398711"/>
              <a:gd name="connsiteX104666" fmla="*/ 547928 w 2119654"/>
              <a:gd name="connsiteY104666" fmla="*/ 654632 h 2398711"/>
              <a:gd name="connsiteX104667" fmla="*/ 331062 w 2119654"/>
              <a:gd name="connsiteY104667" fmla="*/ 1139892 h 2398711"/>
              <a:gd name="connsiteX104668" fmla="*/ 332221 w 2119654"/>
              <a:gd name="connsiteY104668" fmla="*/ 1142350 h 2398711"/>
              <a:gd name="connsiteX104669" fmla="*/ 332018 w 2119654"/>
              <a:gd name="connsiteY104669" fmla="*/ 1140714 h 2398711"/>
              <a:gd name="connsiteX104670" fmla="*/ 531342 w 2119654"/>
              <a:gd name="connsiteY104670" fmla="*/ 691386 h 2398711"/>
              <a:gd name="connsiteX104671" fmla="*/ 531491 w 2119654"/>
              <a:gd name="connsiteY104671" fmla="*/ 691529 h 2398711"/>
              <a:gd name="connsiteX104672" fmla="*/ 531524 w 2119654"/>
              <a:gd name="connsiteY104672" fmla="*/ 691457 h 2398711"/>
              <a:gd name="connsiteX104673" fmla="*/ 592026 w 2119654"/>
              <a:gd name="connsiteY104673" fmla="*/ 555416 h 2398711"/>
              <a:gd name="connsiteX104674" fmla="*/ 592008 w 2119654"/>
              <a:gd name="connsiteY104674" fmla="*/ 555738 h 2398711"/>
              <a:gd name="connsiteX104675" fmla="*/ 592167 w 2119654"/>
              <a:gd name="connsiteY104675" fmla="*/ 555871 h 2398711"/>
              <a:gd name="connsiteX104676" fmla="*/ 594818 w 2119654"/>
              <a:gd name="connsiteY104676" fmla="*/ 556637 h 2398711"/>
              <a:gd name="connsiteX104677" fmla="*/ 594815 w 2119654"/>
              <a:gd name="connsiteY104677" fmla="*/ 556392 h 2398711"/>
              <a:gd name="connsiteX104678" fmla="*/ 601408 w 2119654"/>
              <a:gd name="connsiteY104678" fmla="*/ 534347 h 2398711"/>
              <a:gd name="connsiteX104679" fmla="*/ 601780 w 2119654"/>
              <a:gd name="connsiteY104679" fmla="*/ 535356 h 2398711"/>
              <a:gd name="connsiteX104680" fmla="*/ 604585 w 2119654"/>
              <a:gd name="connsiteY104680" fmla="*/ 538250 h 2398711"/>
              <a:gd name="connsiteX104681" fmla="*/ 604558 w 2119654"/>
              <a:gd name="connsiteY104681" fmla="*/ 535666 h 2398711"/>
              <a:gd name="connsiteX104682" fmla="*/ 604015 w 2119654"/>
              <a:gd name="connsiteY104682" fmla="*/ 535258 h 2398711"/>
              <a:gd name="connsiteX104683" fmla="*/ 598620 w 2119654"/>
              <a:gd name="connsiteY104683" fmla="*/ 540564 h 2398711"/>
              <a:gd name="connsiteX104684" fmla="*/ 598426 w 2119654"/>
              <a:gd name="connsiteY104684" fmla="*/ 542464 h 2398711"/>
              <a:gd name="connsiteX104685" fmla="*/ 599157 w 2119654"/>
              <a:gd name="connsiteY104685" fmla="*/ 543293 h 2398711"/>
              <a:gd name="connsiteX104686" fmla="*/ 598865 w 2119654"/>
              <a:gd name="connsiteY104686" fmla="*/ 540801 h 2398711"/>
              <a:gd name="connsiteX104687" fmla="*/ 528944 w 2119654"/>
              <a:gd name="connsiteY104687" fmla="*/ 696528 h 2398711"/>
              <a:gd name="connsiteX104688" fmla="*/ 528999 w 2119654"/>
              <a:gd name="connsiteY104688" fmla="*/ 696874 h 2398711"/>
              <a:gd name="connsiteX104689" fmla="*/ 529093 w 2119654"/>
              <a:gd name="connsiteY104689" fmla="*/ 696673 h 2398711"/>
              <a:gd name="connsiteX104690" fmla="*/ 573474 w 2119654"/>
              <a:gd name="connsiteY104690" fmla="*/ 596787 h 2398711"/>
              <a:gd name="connsiteX104691" fmla="*/ 572887 w 2119654"/>
              <a:gd name="connsiteY104691" fmla="*/ 598465 h 2398711"/>
              <a:gd name="connsiteX104692" fmla="*/ 573098 w 2119654"/>
              <a:gd name="connsiteY104692" fmla="*/ 599076 h 2398711"/>
              <a:gd name="connsiteX104693" fmla="*/ 574772 w 2119654"/>
              <a:gd name="connsiteY104693" fmla="*/ 599768 h 2398711"/>
              <a:gd name="connsiteX104694" fmla="*/ 574677 w 2119654"/>
              <a:gd name="connsiteY104694" fmla="*/ 598238 h 2398711"/>
              <a:gd name="connsiteX104695" fmla="*/ 578179 w 2119654"/>
              <a:gd name="connsiteY104695" fmla="*/ 586150 h 2398711"/>
              <a:gd name="connsiteX104696" fmla="*/ 578559 w 2119654"/>
              <a:gd name="connsiteY104696" fmla="*/ 588082 h 2398711"/>
              <a:gd name="connsiteX104697" fmla="*/ 579857 w 2119654"/>
              <a:gd name="connsiteY104697" fmla="*/ 588488 h 2398711"/>
              <a:gd name="connsiteX104698" fmla="*/ 579941 w 2119654"/>
              <a:gd name="connsiteY104698" fmla="*/ 587303 h 2398711"/>
              <a:gd name="connsiteX104699" fmla="*/ 578599 w 2119654"/>
              <a:gd name="connsiteY104699" fmla="*/ 586400 h 2398711"/>
              <a:gd name="connsiteX104700" fmla="*/ 648722 w 2119654"/>
              <a:gd name="connsiteY104700" fmla="*/ 428170 h 2398711"/>
              <a:gd name="connsiteX104701" fmla="*/ 648618 w 2119654"/>
              <a:gd name="connsiteY104701" fmla="*/ 428684 h 2398711"/>
              <a:gd name="connsiteX104702" fmla="*/ 651416 w 2119654"/>
              <a:gd name="connsiteY104702" fmla="*/ 432358 h 2398711"/>
              <a:gd name="connsiteX104703" fmla="*/ 651417 w 2119654"/>
              <a:gd name="connsiteY104703" fmla="*/ 432010 h 2398711"/>
              <a:gd name="connsiteX104704" fmla="*/ 651463 w 2119654"/>
              <a:gd name="connsiteY104704" fmla="*/ 430889 h 2398711"/>
              <a:gd name="connsiteX104705" fmla="*/ 640376 w 2119654"/>
              <a:gd name="connsiteY104705" fmla="*/ 446799 h 2398711"/>
              <a:gd name="connsiteX104706" fmla="*/ 641872 w 2119654"/>
              <a:gd name="connsiteY104706" fmla="*/ 448096 h 2398711"/>
              <a:gd name="connsiteX104707" fmla="*/ 643319 w 2119654"/>
              <a:gd name="connsiteY104707" fmla="*/ 449409 h 2398711"/>
              <a:gd name="connsiteX104708" fmla="*/ 643374 w 2119654"/>
              <a:gd name="connsiteY104708" fmla="*/ 449086 h 2398711"/>
              <a:gd name="connsiteX104709" fmla="*/ 643199 w 2119654"/>
              <a:gd name="connsiteY104709" fmla="*/ 448176 h 2398711"/>
              <a:gd name="connsiteX104710" fmla="*/ 268494 w 2119654"/>
              <a:gd name="connsiteY104710" fmla="*/ 1279505 h 2398711"/>
              <a:gd name="connsiteX104711" fmla="*/ 269407 w 2119654"/>
              <a:gd name="connsiteY104711" fmla="*/ 1282670 h 2398711"/>
              <a:gd name="connsiteX104712" fmla="*/ 271115 w 2119654"/>
              <a:gd name="connsiteY104712" fmla="*/ 1284721 h 2398711"/>
              <a:gd name="connsiteX104713" fmla="*/ 269163 w 2119654"/>
              <a:gd name="connsiteY104713" fmla="*/ 1280193 h 2398711"/>
              <a:gd name="connsiteX104714" fmla="*/ 575254 w 2119654"/>
              <a:gd name="connsiteY104714" fmla="*/ 592306 h 2398711"/>
              <a:gd name="connsiteX104715" fmla="*/ 575326 w 2119654"/>
              <a:gd name="connsiteY104715" fmla="*/ 593451 h 2398711"/>
              <a:gd name="connsiteX104716" fmla="*/ 576456 w 2119654"/>
              <a:gd name="connsiteY104716" fmla="*/ 594522 h 2398711"/>
              <a:gd name="connsiteX104717" fmla="*/ 576821 w 2119654"/>
              <a:gd name="connsiteY104717" fmla="*/ 594664 h 2398711"/>
              <a:gd name="connsiteX104718" fmla="*/ 576602 w 2119654"/>
              <a:gd name="connsiteY104718" fmla="*/ 592864 h 2398711"/>
              <a:gd name="connsiteX104719" fmla="*/ 666335 w 2119654"/>
              <a:gd name="connsiteY104719" fmla="*/ 388175 h 2398711"/>
              <a:gd name="connsiteX104720" fmla="*/ 666493 w 2119654"/>
              <a:gd name="connsiteY104720" fmla="*/ 396492 h 2398711"/>
              <a:gd name="connsiteX104721" fmla="*/ 674776 w 2119654"/>
              <a:gd name="connsiteY104721" fmla="*/ 401282 h 2398711"/>
              <a:gd name="connsiteX104722" fmla="*/ 674478 w 2119654"/>
              <a:gd name="connsiteY104722" fmla="*/ 392992 h 2398711"/>
              <a:gd name="connsiteX104723" fmla="*/ 668376 w 2119654"/>
              <a:gd name="connsiteY104723" fmla="*/ 389355 h 2398711"/>
              <a:gd name="connsiteX104724" fmla="*/ 207400 w 2119654"/>
              <a:gd name="connsiteY104724" fmla="*/ 1415814 h 2398711"/>
              <a:gd name="connsiteX104725" fmla="*/ 243273 w 2119654"/>
              <a:gd name="connsiteY104725" fmla="*/ 1441763 h 2398711"/>
              <a:gd name="connsiteX104726" fmla="*/ 246794 w 2119654"/>
              <a:gd name="connsiteY104726" fmla="*/ 1443256 h 2398711"/>
              <a:gd name="connsiteX104727" fmla="*/ 246158 w 2119654"/>
              <a:gd name="connsiteY104727" fmla="*/ 1441813 h 2398711"/>
              <a:gd name="connsiteX104728" fmla="*/ 245177 w 2119654"/>
              <a:gd name="connsiteY104728" fmla="*/ 1441071 h 2398711"/>
              <a:gd name="connsiteX104729" fmla="*/ 241034 w 2119654"/>
              <a:gd name="connsiteY104729" fmla="*/ 1437715 h 2398711"/>
              <a:gd name="connsiteX104730" fmla="*/ 242348 w 2119654"/>
              <a:gd name="connsiteY104730" fmla="*/ 1337558 h 2398711"/>
              <a:gd name="connsiteX104731" fmla="*/ 254983 w 2119654"/>
              <a:gd name="connsiteY104731" fmla="*/ 1353689 h 2398711"/>
              <a:gd name="connsiteX104732" fmla="*/ 255393 w 2119654"/>
              <a:gd name="connsiteY104732" fmla="*/ 1354171 h 2398711"/>
              <a:gd name="connsiteX104733" fmla="*/ 247383 w 2119654"/>
              <a:gd name="connsiteY104733" fmla="*/ 1340594 h 2398711"/>
              <a:gd name="connsiteX104734" fmla="*/ 244153 w 2119654"/>
              <a:gd name="connsiteY104734" fmla="*/ 1338402 h 2398711"/>
              <a:gd name="connsiteX104735" fmla="*/ 299092 w 2119654"/>
              <a:gd name="connsiteY104735" fmla="*/ 1210468 h 2398711"/>
              <a:gd name="connsiteX104736" fmla="*/ 299570 w 2119654"/>
              <a:gd name="connsiteY104736" fmla="*/ 1211139 h 2398711"/>
              <a:gd name="connsiteX104737" fmla="*/ 300677 w 2119654"/>
              <a:gd name="connsiteY104737" fmla="*/ 1212428 h 2398711"/>
              <a:gd name="connsiteX104738" fmla="*/ 300376 w 2119654"/>
              <a:gd name="connsiteY104738" fmla="*/ 1211463 h 2398711"/>
              <a:gd name="connsiteX104739" fmla="*/ 649003 w 2119654"/>
              <a:gd name="connsiteY104739" fmla="*/ 426782 h 2398711"/>
              <a:gd name="connsiteX104740" fmla="*/ 648815 w 2119654"/>
              <a:gd name="connsiteY104740" fmla="*/ 427710 h 2398711"/>
              <a:gd name="connsiteX104741" fmla="*/ 651487 w 2119654"/>
              <a:gd name="connsiteY104741" fmla="*/ 430360 h 2398711"/>
              <a:gd name="connsiteX104742" fmla="*/ 651527 w 2119654"/>
              <a:gd name="connsiteY104742" fmla="*/ 429396 h 2398711"/>
              <a:gd name="connsiteX104743" fmla="*/ 201001 w 2119654"/>
              <a:gd name="connsiteY104743" fmla="*/ 1429829 h 2398711"/>
              <a:gd name="connsiteX104744" fmla="*/ 202965 w 2119654"/>
              <a:gd name="connsiteY104744" fmla="*/ 1432964 h 2398711"/>
              <a:gd name="connsiteX104745" fmla="*/ 204244 w 2119654"/>
              <a:gd name="connsiteY104745" fmla="*/ 1433888 h 2398711"/>
              <a:gd name="connsiteX104746" fmla="*/ 549001 w 2119654"/>
              <a:gd name="connsiteY104746" fmla="*/ 650463 h 2398711"/>
              <a:gd name="connsiteX104747" fmla="*/ 548730 w 2119654"/>
              <a:gd name="connsiteY104747" fmla="*/ 651430 h 2398711"/>
              <a:gd name="connsiteX104748" fmla="*/ 549455 w 2119654"/>
              <a:gd name="connsiteY104748" fmla="*/ 654219 h 2398711"/>
              <a:gd name="connsiteX104749" fmla="*/ 549458 w 2119654"/>
              <a:gd name="connsiteY104749" fmla="*/ 654213 h 2398711"/>
              <a:gd name="connsiteX104750" fmla="*/ 549343 w 2119654"/>
              <a:gd name="connsiteY104750" fmla="*/ 652735 h 2398711"/>
              <a:gd name="connsiteX104751" fmla="*/ 666326 w 2119654"/>
              <a:gd name="connsiteY104751" fmla="*/ 387692 h 2398711"/>
              <a:gd name="connsiteX104752" fmla="*/ 666331 w 2119654"/>
              <a:gd name="connsiteY104752" fmla="*/ 387987 h 2398711"/>
              <a:gd name="connsiteX104753" fmla="*/ 674468 w 2119654"/>
              <a:gd name="connsiteY104753" fmla="*/ 392687 h 2398711"/>
              <a:gd name="connsiteX104754" fmla="*/ 674465 w 2119654"/>
              <a:gd name="connsiteY104754" fmla="*/ 392624 h 2398711"/>
              <a:gd name="connsiteX104755" fmla="*/ 672974 w 2119654"/>
              <a:gd name="connsiteY104755" fmla="*/ 391652 h 2398711"/>
              <a:gd name="connsiteX104756" fmla="*/ 514034 w 2119654"/>
              <a:gd name="connsiteY104756" fmla="*/ 728608 h 2398711"/>
              <a:gd name="connsiteX104757" fmla="*/ 514049 w 2119654"/>
              <a:gd name="connsiteY104757" fmla="*/ 728804 h 2398711"/>
              <a:gd name="connsiteX104758" fmla="*/ 514080 w 2119654"/>
              <a:gd name="connsiteY104758" fmla="*/ 728844 h 2398711"/>
              <a:gd name="connsiteX104759" fmla="*/ 514090 w 2119654"/>
              <a:gd name="connsiteY104759" fmla="*/ 728824 h 2398711"/>
              <a:gd name="connsiteX104760" fmla="*/ 514067 w 2119654"/>
              <a:gd name="connsiteY104760" fmla="*/ 728635 h 2398711"/>
              <a:gd name="connsiteX104761" fmla="*/ 306334 w 2119654"/>
              <a:gd name="connsiteY104761" fmla="*/ 1193647 h 2398711"/>
              <a:gd name="connsiteX104762" fmla="*/ 307453 w 2119654"/>
              <a:gd name="connsiteY104762" fmla="*/ 1196188 h 2398711"/>
              <a:gd name="connsiteX104763" fmla="*/ 307170 w 2119654"/>
              <a:gd name="connsiteY104763" fmla="*/ 1194386 h 2398711"/>
              <a:gd name="connsiteX104764" fmla="*/ 542079 w 2119654"/>
              <a:gd name="connsiteY104764" fmla="*/ 665756 h 2398711"/>
              <a:gd name="connsiteX104765" fmla="*/ 541710 w 2119654"/>
              <a:gd name="connsiteY104765" fmla="*/ 667019 h 2398711"/>
              <a:gd name="connsiteX104766" fmla="*/ 542416 w 2119654"/>
              <a:gd name="connsiteY104766" fmla="*/ 667996 h 2398711"/>
              <a:gd name="connsiteX104767" fmla="*/ 543000 w 2119654"/>
              <a:gd name="connsiteY104767" fmla="*/ 665910 h 2398711"/>
              <a:gd name="connsiteX104768" fmla="*/ 616732 w 2119654"/>
              <a:gd name="connsiteY104768" fmla="*/ 498467 h 2398711"/>
              <a:gd name="connsiteX104769" fmla="*/ 615253 w 2119654"/>
              <a:gd name="connsiteY104769" fmla="*/ 508449 h 2398711"/>
              <a:gd name="connsiteX104770" fmla="*/ 619053 w 2119654"/>
              <a:gd name="connsiteY104770" fmla="*/ 510491 h 2398711"/>
              <a:gd name="connsiteX104771" fmla="*/ 616778 w 2119654"/>
              <a:gd name="connsiteY104771" fmla="*/ 498619 h 2398711"/>
              <a:gd name="connsiteX104772" fmla="*/ 591348 w 2119654"/>
              <a:gd name="connsiteY104772" fmla="*/ 555179 h 2398711"/>
              <a:gd name="connsiteX104773" fmla="*/ 591869 w 2119654"/>
              <a:gd name="connsiteY104773" fmla="*/ 555620 h 2398711"/>
              <a:gd name="connsiteX104774" fmla="*/ 591883 w 2119654"/>
              <a:gd name="connsiteY104774" fmla="*/ 555367 h 2398711"/>
              <a:gd name="connsiteX104775" fmla="*/ 249183 w 2119654"/>
              <a:gd name="connsiteY104775" fmla="*/ 1321314 h 2398711"/>
              <a:gd name="connsiteX104776" fmla="*/ 249734 w 2119654"/>
              <a:gd name="connsiteY104776" fmla="*/ 1321915 h 2398711"/>
              <a:gd name="connsiteX104777" fmla="*/ 249672 w 2119654"/>
              <a:gd name="connsiteY104777" fmla="*/ 1321813 h 2398711"/>
              <a:gd name="connsiteX104778" fmla="*/ 583339 w 2119654"/>
              <a:gd name="connsiteY104778" fmla="*/ 573059 h 2398711"/>
              <a:gd name="connsiteX104779" fmla="*/ 583359 w 2119654"/>
              <a:gd name="connsiteY104779" fmla="*/ 573612 h 2398711"/>
              <a:gd name="connsiteX104780" fmla="*/ 584075 w 2119654"/>
              <a:gd name="connsiteY104780" fmla="*/ 574352 h 2398711"/>
              <a:gd name="connsiteX104781" fmla="*/ 589387 w 2119654"/>
              <a:gd name="connsiteY104781" fmla="*/ 576987 h 2398711"/>
              <a:gd name="connsiteX104782" fmla="*/ 589517 w 2119654"/>
              <a:gd name="connsiteY104782" fmla="*/ 576744 h 2398711"/>
              <a:gd name="connsiteX104783" fmla="*/ 576148 w 2119654"/>
              <a:gd name="connsiteY104783" fmla="*/ 589140 h 2398711"/>
              <a:gd name="connsiteX104784" fmla="*/ 575222 w 2119654"/>
              <a:gd name="connsiteY104784" fmla="*/ 591789 h 2398711"/>
              <a:gd name="connsiteX104785" fmla="*/ 575224 w 2119654"/>
              <a:gd name="connsiteY104785" fmla="*/ 591822 h 2398711"/>
              <a:gd name="connsiteX104786" fmla="*/ 576541 w 2119654"/>
              <a:gd name="connsiteY104786" fmla="*/ 592368 h 2398711"/>
              <a:gd name="connsiteX104787" fmla="*/ 298626 w 2119654"/>
              <a:gd name="connsiteY104787" fmla="*/ 1210424 h 2398711"/>
              <a:gd name="connsiteX104788" fmla="*/ 302677 w 2119654"/>
              <a:gd name="connsiteY104788" fmla="*/ 1220256 h 2398711"/>
              <a:gd name="connsiteX104789" fmla="*/ 303277 w 2119654"/>
              <a:gd name="connsiteY104789" fmla="*/ 1220746 h 2398711"/>
              <a:gd name="connsiteX104790" fmla="*/ 301157 w 2119654"/>
              <a:gd name="connsiteY104790" fmla="*/ 1213961 h 2398711"/>
              <a:gd name="connsiteX104791" fmla="*/ 298704 w 2119654"/>
              <a:gd name="connsiteY104791" fmla="*/ 1210514 h 2398711"/>
              <a:gd name="connsiteX104792" fmla="*/ 592155 w 2119654"/>
              <a:gd name="connsiteY104792" fmla="*/ 553106 h 2398711"/>
              <a:gd name="connsiteX104793" fmla="*/ 592128 w 2119654"/>
              <a:gd name="connsiteY104793" fmla="*/ 553584 h 2398711"/>
              <a:gd name="connsiteX104794" fmla="*/ 592730 w 2119654"/>
              <a:gd name="connsiteY104794" fmla="*/ 553795 h 2398711"/>
              <a:gd name="connsiteX104795" fmla="*/ 596040 w 2119654"/>
              <a:gd name="connsiteY104795" fmla="*/ 544321 h 2398711"/>
              <a:gd name="connsiteX104796" fmla="*/ 596137 w 2119654"/>
              <a:gd name="connsiteY104796" fmla="*/ 551915 h 2398711"/>
              <a:gd name="connsiteX104797" fmla="*/ 597054 w 2119654"/>
              <a:gd name="connsiteY104797" fmla="*/ 545470 h 2398711"/>
              <a:gd name="connsiteX104798" fmla="*/ 260432 w 2119654"/>
              <a:gd name="connsiteY104798" fmla="*/ 1295808 h 2398711"/>
              <a:gd name="connsiteX104799" fmla="*/ 273985 w 2119654"/>
              <a:gd name="connsiteY104799" fmla="*/ 1306405 h 2398711"/>
              <a:gd name="connsiteX104800" fmla="*/ 273742 w 2119654"/>
              <a:gd name="connsiteY104800" fmla="*/ 1305563 h 2398711"/>
              <a:gd name="connsiteX104801" fmla="*/ 264062 w 2119654"/>
              <a:gd name="connsiteY104801" fmla="*/ 1296820 h 2398711"/>
              <a:gd name="connsiteX104802" fmla="*/ 583082 w 2119654"/>
              <a:gd name="connsiteY104802" fmla="*/ 573309 h 2398711"/>
              <a:gd name="connsiteX104803" fmla="*/ 583081 w 2119654"/>
              <a:gd name="connsiteY104803" fmla="*/ 573322 h 2398711"/>
              <a:gd name="connsiteX104804" fmla="*/ 583083 w 2119654"/>
              <a:gd name="connsiteY104804" fmla="*/ 573324 h 2398711"/>
              <a:gd name="connsiteX104805" fmla="*/ 576672 w 2119654"/>
              <a:gd name="connsiteY104805" fmla="*/ 587642 h 2398711"/>
              <a:gd name="connsiteX104806" fmla="*/ 576347 w 2119654"/>
              <a:gd name="connsiteY104806" fmla="*/ 588573 h 2398711"/>
              <a:gd name="connsiteX104807" fmla="*/ 576823 w 2119654"/>
              <a:gd name="connsiteY104807" fmla="*/ 592484 h 2398711"/>
              <a:gd name="connsiteX104808" fmla="*/ 579257 w 2119654"/>
              <a:gd name="connsiteY104808" fmla="*/ 593491 h 2398711"/>
              <a:gd name="connsiteX104809" fmla="*/ 578198 w 2119654"/>
              <a:gd name="connsiteY104809" fmla="*/ 588103 h 2398711"/>
              <a:gd name="connsiteX104810" fmla="*/ 542751 w 2119654"/>
              <a:gd name="connsiteY104810" fmla="*/ 663459 h 2398711"/>
              <a:gd name="connsiteX104811" fmla="*/ 542750 w 2119654"/>
              <a:gd name="connsiteY104811" fmla="*/ 663466 h 2398711"/>
              <a:gd name="connsiteX104812" fmla="*/ 542755 w 2119654"/>
              <a:gd name="connsiteY104812" fmla="*/ 663467 h 2398711"/>
              <a:gd name="connsiteX104813" fmla="*/ 524427 w 2119654"/>
              <a:gd name="connsiteY104813" fmla="*/ 704472 h 2398711"/>
              <a:gd name="connsiteX104814" fmla="*/ 524689 w 2119654"/>
              <a:gd name="connsiteY104814" fmla="*/ 706106 h 2398711"/>
              <a:gd name="connsiteX104815" fmla="*/ 524842 w 2119654"/>
              <a:gd name="connsiteY104815" fmla="*/ 705779 h 2398711"/>
              <a:gd name="connsiteX104816" fmla="*/ 587535 w 2119654"/>
              <a:gd name="connsiteY104816" fmla="*/ 563157 h 2398711"/>
              <a:gd name="connsiteX104817" fmla="*/ 590931 w 2119654"/>
              <a:gd name="connsiteY104817" fmla="*/ 572393 h 2398711"/>
              <a:gd name="connsiteX104818" fmla="*/ 591387 w 2119654"/>
              <a:gd name="connsiteY104818" fmla="*/ 564234 h 2398711"/>
              <a:gd name="connsiteX104819" fmla="*/ 591191 w 2119654"/>
              <a:gd name="connsiteY104819" fmla="*/ 563618 h 2398711"/>
              <a:gd name="connsiteX104820" fmla="*/ 590591 w 2119654"/>
              <a:gd name="connsiteY104820" fmla="*/ 563536 h 2398711"/>
              <a:gd name="connsiteX104821" fmla="*/ 661181 w 2119654"/>
              <a:gd name="connsiteY104821" fmla="*/ 398211 h 2398711"/>
              <a:gd name="connsiteX104822" fmla="*/ 662177 w 2119654"/>
              <a:gd name="connsiteY104822" fmla="*/ 399539 h 2398711"/>
              <a:gd name="connsiteX104823" fmla="*/ 662301 w 2119654"/>
              <a:gd name="connsiteY104823" fmla="*/ 398981 h 2398711"/>
              <a:gd name="connsiteX104824" fmla="*/ 619802 w 2119654"/>
              <a:gd name="connsiteY104824" fmla="*/ 490650 h 2398711"/>
              <a:gd name="connsiteX104825" fmla="*/ 622494 w 2119654"/>
              <a:gd name="connsiteY104825" fmla="*/ 503493 h 2398711"/>
              <a:gd name="connsiteX104826" fmla="*/ 622910 w 2119654"/>
              <a:gd name="connsiteY104826" fmla="*/ 500565 h 2398711"/>
              <a:gd name="connsiteX104827" fmla="*/ 621560 w 2119654"/>
              <a:gd name="connsiteY104827" fmla="*/ 491507 h 2398711"/>
              <a:gd name="connsiteX104828" fmla="*/ 577361 w 2119654"/>
              <a:gd name="connsiteY104828" fmla="*/ 585674 h 2398711"/>
              <a:gd name="connsiteX104829" fmla="*/ 576720 w 2119654"/>
              <a:gd name="connsiteY104829" fmla="*/ 587507 h 2398711"/>
              <a:gd name="connsiteX104830" fmla="*/ 578171 w 2119654"/>
              <a:gd name="connsiteY104830" fmla="*/ 587960 h 2398711"/>
              <a:gd name="connsiteX104831" fmla="*/ 577766 w 2119654"/>
              <a:gd name="connsiteY104831" fmla="*/ 585905 h 2398711"/>
              <a:gd name="connsiteX104832" fmla="*/ 577418 w 2119654"/>
              <a:gd name="connsiteY104832" fmla="*/ 585696 h 2398711"/>
              <a:gd name="connsiteX104833" fmla="*/ 577592 w 2119654"/>
              <a:gd name="connsiteY104833" fmla="*/ 585015 h 2398711"/>
              <a:gd name="connsiteX104834" fmla="*/ 577544 w 2119654"/>
              <a:gd name="connsiteY104834" fmla="*/ 585152 h 2398711"/>
              <a:gd name="connsiteX104835" fmla="*/ 577625 w 2119654"/>
              <a:gd name="connsiteY104835" fmla="*/ 585183 h 2398711"/>
              <a:gd name="connsiteX104836" fmla="*/ 241713 w 2119654"/>
              <a:gd name="connsiteY104836" fmla="*/ 1336747 h 2398711"/>
              <a:gd name="connsiteX104837" fmla="*/ 242215 w 2119654"/>
              <a:gd name="connsiteY104837" fmla="*/ 1337387 h 2398711"/>
              <a:gd name="connsiteX104838" fmla="*/ 243641 w 2119654"/>
              <a:gd name="connsiteY104838" fmla="*/ 1338055 h 2398711"/>
              <a:gd name="connsiteX104839" fmla="*/ 561269 w 2119654"/>
              <a:gd name="connsiteY104839" fmla="*/ 621048 h 2398711"/>
              <a:gd name="connsiteX104840" fmla="*/ 561590 w 2119654"/>
              <a:gd name="connsiteY104840" fmla="*/ 623287 h 2398711"/>
              <a:gd name="connsiteX104841" fmla="*/ 561645 w 2119654"/>
              <a:gd name="connsiteY104841" fmla="*/ 623439 h 2398711"/>
              <a:gd name="connsiteX104842" fmla="*/ 562410 w 2119654"/>
              <a:gd name="connsiteY104842" fmla="*/ 621252 h 2398711"/>
              <a:gd name="connsiteX104843" fmla="*/ 578477 w 2119654"/>
              <a:gd name="connsiteY104843" fmla="*/ 582485 h 2398711"/>
              <a:gd name="connsiteX104844" fmla="*/ 577824 w 2119654"/>
              <a:gd name="connsiteY104844" fmla="*/ 584349 h 2398711"/>
              <a:gd name="connsiteX104845" fmla="*/ 578019 w 2119654"/>
              <a:gd name="connsiteY104845" fmla="*/ 585337 h 2398711"/>
              <a:gd name="connsiteX104846" fmla="*/ 580025 w 2119654"/>
              <a:gd name="connsiteY104846" fmla="*/ 586120 h 2398711"/>
              <a:gd name="connsiteX104847" fmla="*/ 580141 w 2119654"/>
              <a:gd name="connsiteY104847" fmla="*/ 584493 h 2398711"/>
              <a:gd name="connsiteX104848" fmla="*/ 523129 w 2119654"/>
              <a:gd name="connsiteY104848" fmla="*/ 706173 h 2398711"/>
              <a:gd name="connsiteX104849" fmla="*/ 522884 w 2119654"/>
              <a:gd name="connsiteY104849" fmla="*/ 709706 h 2398711"/>
              <a:gd name="connsiteX104850" fmla="*/ 522958 w 2119654"/>
              <a:gd name="connsiteY104850" fmla="*/ 709820 h 2398711"/>
              <a:gd name="connsiteX104851" fmla="*/ 523592 w 2119654"/>
              <a:gd name="connsiteY104851" fmla="*/ 708459 h 2398711"/>
              <a:gd name="connsiteX104852" fmla="*/ 523234 w 2119654"/>
              <a:gd name="connsiteY104852" fmla="*/ 706225 h 2398711"/>
              <a:gd name="connsiteX104853" fmla="*/ 278975 w 2119654"/>
              <a:gd name="connsiteY104853" fmla="*/ 1252855 h 2398711"/>
              <a:gd name="connsiteX104854" fmla="*/ 279355 w 2119654"/>
              <a:gd name="connsiteY104854" fmla="*/ 1254419 h 2398711"/>
              <a:gd name="connsiteX104855" fmla="*/ 281479 w 2119654"/>
              <a:gd name="connsiteY104855" fmla="*/ 1259320 h 2398711"/>
              <a:gd name="connsiteX104856" fmla="*/ 284941 w 2119654"/>
              <a:gd name="connsiteY104856" fmla="*/ 1263654 h 2398711"/>
              <a:gd name="connsiteX104857" fmla="*/ 287061 w 2119654"/>
              <a:gd name="connsiteY104857" fmla="*/ 1264865 h 2398711"/>
              <a:gd name="connsiteX104858" fmla="*/ 285338 w 2119654"/>
              <a:gd name="connsiteY104858" fmla="*/ 1262473 h 2398711"/>
              <a:gd name="connsiteX104859" fmla="*/ 665368 w 2119654"/>
              <a:gd name="connsiteY104859" fmla="*/ 387617 h 2398711"/>
              <a:gd name="connsiteX104860" fmla="*/ 663746 w 2119654"/>
              <a:gd name="connsiteY104860" fmla="*/ 394904 h 2398711"/>
              <a:gd name="connsiteX104861" fmla="*/ 666273 w 2119654"/>
              <a:gd name="connsiteY104861" fmla="*/ 396365 h 2398711"/>
              <a:gd name="connsiteX104862" fmla="*/ 666115 w 2119654"/>
              <a:gd name="connsiteY104862" fmla="*/ 388049 h 2398711"/>
              <a:gd name="connsiteX104863" fmla="*/ 583347 w 2119654"/>
              <a:gd name="connsiteY104863" fmla="*/ 571252 h 2398711"/>
              <a:gd name="connsiteX104864" fmla="*/ 583290 w 2119654"/>
              <a:gd name="connsiteY104864" fmla="*/ 571699 h 2398711"/>
              <a:gd name="connsiteX104865" fmla="*/ 583321 w 2119654"/>
              <a:gd name="connsiteY104865" fmla="*/ 572539 h 2398711"/>
              <a:gd name="connsiteX104866" fmla="*/ 589719 w 2119654"/>
              <a:gd name="connsiteY104866" fmla="*/ 576357 h 2398711"/>
              <a:gd name="connsiteX104867" fmla="*/ 588406 w 2119654"/>
              <a:gd name="connsiteY104867" fmla="*/ 572786 h 2398711"/>
              <a:gd name="connsiteX104868" fmla="*/ 346048 w 2119654"/>
              <a:gd name="connsiteY104868" fmla="*/ 1102547 h 2398711"/>
              <a:gd name="connsiteX104869" fmla="*/ 346067 w 2119654"/>
              <a:gd name="connsiteY104869" fmla="*/ 1102742 h 2398711"/>
              <a:gd name="connsiteX104870" fmla="*/ 346087 w 2119654"/>
              <a:gd name="connsiteY104870" fmla="*/ 1102660 h 2398711"/>
              <a:gd name="connsiteX104871" fmla="*/ 642528 w 2119654"/>
              <a:gd name="connsiteY104871" fmla="*/ 438594 h 2398711"/>
              <a:gd name="connsiteX104872" fmla="*/ 643922 w 2119654"/>
              <a:gd name="connsiteY104872" fmla="*/ 445866 h 2398711"/>
              <a:gd name="connsiteX104873" fmla="*/ 644472 w 2119654"/>
              <a:gd name="connsiteY104873" fmla="*/ 442641 h 2398711"/>
              <a:gd name="connsiteX104874" fmla="*/ 644801 w 2119654"/>
              <a:gd name="connsiteY104874" fmla="*/ 442343 h 2398711"/>
              <a:gd name="connsiteX104875" fmla="*/ 644071 w 2119654"/>
              <a:gd name="connsiteY104875" fmla="*/ 446637 h 2398711"/>
              <a:gd name="connsiteX104876" fmla="*/ 644144 w 2119654"/>
              <a:gd name="connsiteY104876" fmla="*/ 447022 h 2398711"/>
              <a:gd name="connsiteX104877" fmla="*/ 645404 w 2119654"/>
              <a:gd name="connsiteY104877" fmla="*/ 440798 h 2398711"/>
              <a:gd name="connsiteX104878" fmla="*/ 644102 w 2119654"/>
              <a:gd name="connsiteY104878" fmla="*/ 439755 h 2398711"/>
              <a:gd name="connsiteX104879" fmla="*/ 665466 w 2119654"/>
              <a:gd name="connsiteY104879" fmla="*/ 387180 h 2398711"/>
              <a:gd name="connsiteX104880" fmla="*/ 665405 w 2119654"/>
              <a:gd name="connsiteY104880" fmla="*/ 387452 h 2398711"/>
              <a:gd name="connsiteX104881" fmla="*/ 666112 w 2119654"/>
              <a:gd name="connsiteY104881" fmla="*/ 387861 h 2398711"/>
              <a:gd name="connsiteX104882" fmla="*/ 666107 w 2119654"/>
              <a:gd name="connsiteY104882" fmla="*/ 387561 h 2398711"/>
              <a:gd name="connsiteX104883" fmla="*/ 286845 w 2119654"/>
              <a:gd name="connsiteY104883" fmla="*/ 1234898 h 2398711"/>
              <a:gd name="connsiteX104884" fmla="*/ 287871 w 2119654"/>
              <a:gd name="connsiteY104884" fmla="*/ 1236865 h 2398711"/>
              <a:gd name="connsiteX104885" fmla="*/ 291862 w 2119654"/>
              <a:gd name="connsiteY104885" fmla="*/ 1239753 h 2398711"/>
              <a:gd name="connsiteX104886" fmla="*/ 288059 w 2119654"/>
              <a:gd name="connsiteY104886" fmla="*/ 1235688 h 2398711"/>
              <a:gd name="connsiteX104887" fmla="*/ 530441 w 2119654"/>
              <a:gd name="connsiteY104887" fmla="*/ 689423 h 2398711"/>
              <a:gd name="connsiteX104888" fmla="*/ 530705 w 2119654"/>
              <a:gd name="connsiteY104888" fmla="*/ 690773 h 2398711"/>
              <a:gd name="connsiteX104889" fmla="*/ 531045 w 2119654"/>
              <a:gd name="connsiteY104889" fmla="*/ 691100 h 2398711"/>
              <a:gd name="connsiteX104890" fmla="*/ 531593 w 2119654"/>
              <a:gd name="connsiteY104890" fmla="*/ 691311 h 2398711"/>
              <a:gd name="connsiteX104891" fmla="*/ 531840 w 2119654"/>
              <a:gd name="connsiteY104891" fmla="*/ 690782 h 2398711"/>
              <a:gd name="connsiteX104892" fmla="*/ 544227 w 2119654"/>
              <a:gd name="connsiteY104892" fmla="*/ 658417 h 2398711"/>
              <a:gd name="connsiteX104893" fmla="*/ 544199 w 2119654"/>
              <a:gd name="connsiteY104893" fmla="*/ 658513 h 2398711"/>
              <a:gd name="connsiteX104894" fmla="*/ 544828 w 2119654"/>
              <a:gd name="connsiteY104894" fmla="*/ 659384 h 2398711"/>
              <a:gd name="connsiteX104895" fmla="*/ 544962 w 2119654"/>
              <a:gd name="connsiteY104895" fmla="*/ 658905 h 2398711"/>
              <a:gd name="connsiteX104896" fmla="*/ 179118 w 2119654"/>
              <a:gd name="connsiteY104896" fmla="*/ 1475670 h 2398711"/>
              <a:gd name="connsiteX104897" fmla="*/ 192339 w 2119654"/>
              <a:gd name="connsiteY104897" fmla="*/ 1485970 h 2398711"/>
              <a:gd name="connsiteX104898" fmla="*/ 200088 w 2119654"/>
              <a:gd name="connsiteY104898" fmla="*/ 1488132 h 2398711"/>
              <a:gd name="connsiteX104899" fmla="*/ 199950 w 2119654"/>
              <a:gd name="connsiteY104899" fmla="*/ 1487960 h 2398711"/>
              <a:gd name="connsiteX104900" fmla="*/ 522800 w 2119654"/>
              <a:gd name="connsiteY104900" fmla="*/ 706010 h 2398711"/>
              <a:gd name="connsiteX104901" fmla="*/ 522538 w 2119654"/>
              <a:gd name="connsiteY104901" fmla="*/ 709180 h 2398711"/>
              <a:gd name="connsiteX104902" fmla="*/ 522650 w 2119654"/>
              <a:gd name="connsiteY104902" fmla="*/ 709350 h 2398711"/>
              <a:gd name="connsiteX104903" fmla="*/ 522878 w 2119654"/>
              <a:gd name="connsiteY104903" fmla="*/ 706049 h 2398711"/>
              <a:gd name="connsiteX104904" fmla="*/ 497397 w 2119654"/>
              <a:gd name="connsiteY104904" fmla="*/ 762872 h 2398711"/>
              <a:gd name="connsiteX104905" fmla="*/ 497412 w 2119654"/>
              <a:gd name="connsiteY104905" fmla="*/ 763064 h 2398711"/>
              <a:gd name="connsiteX104906" fmla="*/ 497597 w 2119654"/>
              <a:gd name="connsiteY104906" fmla="*/ 763341 h 2398711"/>
              <a:gd name="connsiteX104907" fmla="*/ 542156 w 2119654"/>
              <a:gd name="connsiteY104907" fmla="*/ 662638 h 2398711"/>
              <a:gd name="connsiteX104908" fmla="*/ 542057 w 2119654"/>
              <a:gd name="connsiteY104908" fmla="*/ 663402 h 2398711"/>
              <a:gd name="connsiteX104909" fmla="*/ 542186 w 2119654"/>
              <a:gd name="connsiteY104909" fmla="*/ 663414 h 2398711"/>
              <a:gd name="connsiteX104910" fmla="*/ 542338 w 2119654"/>
              <a:gd name="connsiteY104910" fmla="*/ 662890 h 2398711"/>
              <a:gd name="connsiteX104911" fmla="*/ 236355 w 2119654"/>
              <a:gd name="connsiteY104911" fmla="*/ 1347279 h 2398711"/>
              <a:gd name="connsiteX104912" fmla="*/ 242261 w 2119654"/>
              <a:gd name="connsiteY104912" fmla="*/ 1353623 h 2398711"/>
              <a:gd name="connsiteX104913" fmla="*/ 244591 w 2119654"/>
              <a:gd name="connsiteY104913" fmla="*/ 1354995 h 2398711"/>
              <a:gd name="connsiteX104914" fmla="*/ 246300 w 2119654"/>
              <a:gd name="connsiteY104914" fmla="*/ 1324939 h 2398711"/>
              <a:gd name="connsiteX104915" fmla="*/ 247714 w 2119654"/>
              <a:gd name="connsiteY104915" fmla="*/ 1327571 h 2398711"/>
              <a:gd name="connsiteX104916" fmla="*/ 246931 w 2119654"/>
              <a:gd name="connsiteY104916" fmla="*/ 1325297 h 2398711"/>
              <a:gd name="connsiteX104917" fmla="*/ 329507 w 2119654"/>
              <a:gd name="connsiteY104917" fmla="*/ 1138593 h 2398711"/>
              <a:gd name="connsiteX104918" fmla="*/ 329842 w 2119654"/>
              <a:gd name="connsiteY104918" fmla="*/ 1141329 h 2398711"/>
              <a:gd name="connsiteX104919" fmla="*/ 331071 w 2119654"/>
              <a:gd name="connsiteY104919" fmla="*/ 1142286 h 2398711"/>
              <a:gd name="connsiteX104920" fmla="*/ 623038 w 2119654"/>
              <a:gd name="connsiteY104920" fmla="*/ 481192 h 2398711"/>
              <a:gd name="connsiteX104921" fmla="*/ 625422 w 2119654"/>
              <a:gd name="connsiteY104921" fmla="*/ 482937 h 2398711"/>
              <a:gd name="connsiteX104922" fmla="*/ 625463 w 2119654"/>
              <a:gd name="connsiteY104922" fmla="*/ 482648 h 2398711"/>
              <a:gd name="connsiteX104923" fmla="*/ 624745 w 2119654"/>
              <a:gd name="connsiteY104923" fmla="*/ 481953 h 2398711"/>
              <a:gd name="connsiteX104924" fmla="*/ 599338 w 2119654"/>
              <a:gd name="connsiteY104924" fmla="*/ 534204 h 2398711"/>
              <a:gd name="connsiteX104925" fmla="*/ 599331 w 2119654"/>
              <a:gd name="connsiteY104925" fmla="*/ 534255 h 2398711"/>
              <a:gd name="connsiteX104926" fmla="*/ 599356 w 2119654"/>
              <a:gd name="connsiteY104926" fmla="*/ 534280 h 2398711"/>
              <a:gd name="connsiteX104927" fmla="*/ 650434 w 2119654"/>
              <a:gd name="connsiteY104927" fmla="*/ 419707 h 2398711"/>
              <a:gd name="connsiteX104928" fmla="*/ 649127 w 2119654"/>
              <a:gd name="connsiteY104928" fmla="*/ 426158 h 2398711"/>
              <a:gd name="connsiteX104929" fmla="*/ 651558 w 2119654"/>
              <a:gd name="connsiteY104929" fmla="*/ 428675 h 2398711"/>
              <a:gd name="connsiteX104930" fmla="*/ 651606 w 2119654"/>
              <a:gd name="connsiteY104930" fmla="*/ 427516 h 2398711"/>
              <a:gd name="connsiteX104931" fmla="*/ 651567 w 2119654"/>
              <a:gd name="connsiteY104931" fmla="*/ 428684 h 2398711"/>
              <a:gd name="connsiteX104932" fmla="*/ 654915 w 2119654"/>
              <a:gd name="connsiteY104932" fmla="*/ 432152 h 2398711"/>
              <a:gd name="connsiteX104933" fmla="*/ 656550 w 2119654"/>
              <a:gd name="connsiteY104933" fmla="*/ 424809 h 2398711"/>
              <a:gd name="connsiteX104934" fmla="*/ 651886 w 2119654"/>
              <a:gd name="connsiteY104934" fmla="*/ 420919 h 2398711"/>
              <a:gd name="connsiteX104935" fmla="*/ 651606 w 2119654"/>
              <a:gd name="connsiteY104935" fmla="*/ 427516 h 2398711"/>
              <a:gd name="connsiteX104936" fmla="*/ 651831 w 2119654"/>
              <a:gd name="connsiteY104936" fmla="*/ 420873 h 2398711"/>
              <a:gd name="connsiteX104937" fmla="*/ 540620 w 2119654"/>
              <a:gd name="connsiteY104937" fmla="*/ 665512 h 2398711"/>
              <a:gd name="connsiteX104938" fmla="*/ 541182 w 2119654"/>
              <a:gd name="connsiteY104938" fmla="*/ 666288 h 2398711"/>
              <a:gd name="connsiteX104939" fmla="*/ 541264 w 2119654"/>
              <a:gd name="connsiteY104939" fmla="*/ 665620 h 2398711"/>
              <a:gd name="connsiteX104940" fmla="*/ 582134 w 2119654"/>
              <a:gd name="connsiteY104940" fmla="*/ 572338 h 2398711"/>
              <a:gd name="connsiteX104941" fmla="*/ 582695 w 2119654"/>
              <a:gd name="connsiteY104941" fmla="*/ 572921 h 2398711"/>
              <a:gd name="connsiteX104942" fmla="*/ 582724 w 2119654"/>
              <a:gd name="connsiteY104942" fmla="*/ 572691 h 2398711"/>
              <a:gd name="connsiteX104943" fmla="*/ 205288 w 2119654"/>
              <a:gd name="connsiteY104943" fmla="*/ 1416160 h 2398711"/>
              <a:gd name="connsiteX104944" fmla="*/ 207001 w 2119654"/>
              <a:gd name="connsiteY104944" fmla="*/ 1418990 h 2398711"/>
              <a:gd name="connsiteX104945" fmla="*/ 222581 w 2119654"/>
              <a:gd name="connsiteY104945" fmla="*/ 1430088 h 2398711"/>
              <a:gd name="connsiteX104946" fmla="*/ 233424 w 2119654"/>
              <a:gd name="connsiteY104946" fmla="*/ 1437589 h 2398711"/>
              <a:gd name="connsiteX104947" fmla="*/ 234244 w 2119654"/>
              <a:gd name="connsiteY104947" fmla="*/ 1437937 h 2398711"/>
              <a:gd name="connsiteX104948" fmla="*/ 212331 w 2119654"/>
              <a:gd name="connsiteY104948" fmla="*/ 1422085 h 2398711"/>
              <a:gd name="connsiteX104949" fmla="*/ 281977 w 2119654"/>
              <a:gd name="connsiteY104949" fmla="*/ 1244419 h 2398711"/>
              <a:gd name="connsiteX104950" fmla="*/ 282927 w 2119654"/>
              <a:gd name="connsiteY104950" fmla="*/ 1247174 h 2398711"/>
              <a:gd name="connsiteX104951" fmla="*/ 283766 w 2119654"/>
              <a:gd name="connsiteY104951" fmla="*/ 1247934 h 2398711"/>
              <a:gd name="connsiteX104952" fmla="*/ 283462 w 2119654"/>
              <a:gd name="connsiteY104952" fmla="*/ 1246684 h 2398711"/>
              <a:gd name="connsiteX104953" fmla="*/ 582534 w 2119654"/>
              <a:gd name="connsiteY104953" fmla="*/ 571005 h 2398711"/>
              <a:gd name="connsiteX104954" fmla="*/ 582193 w 2119654"/>
              <a:gd name="connsiteY104954" fmla="*/ 571867 h 2398711"/>
              <a:gd name="connsiteX104955" fmla="*/ 582786 w 2119654"/>
              <a:gd name="connsiteY104955" fmla="*/ 572221 h 2398711"/>
              <a:gd name="connsiteX104956" fmla="*/ 582926 w 2119654"/>
              <a:gd name="connsiteY104956" fmla="*/ 571123 h 2398711"/>
              <a:gd name="connsiteX104957" fmla="*/ 522935 w 2119654"/>
              <a:gd name="connsiteY104957" fmla="*/ 704370 h 2398711"/>
              <a:gd name="connsiteX104958" fmla="*/ 522866 w 2119654"/>
              <a:gd name="connsiteY104958" fmla="*/ 705212 h 2398711"/>
              <a:gd name="connsiteX104959" fmla="*/ 522934 w 2119654"/>
              <a:gd name="connsiteY104959" fmla="*/ 705245 h 2398711"/>
              <a:gd name="connsiteX104960" fmla="*/ 522977 w 2119654"/>
              <a:gd name="connsiteY104960" fmla="*/ 704629 h 2398711"/>
              <a:gd name="connsiteX104961" fmla="*/ 504595 w 2119654"/>
              <a:gd name="connsiteY104961" fmla="*/ 745403 h 2398711"/>
              <a:gd name="connsiteX104962" fmla="*/ 504746 w 2119654"/>
              <a:gd name="connsiteY104962" fmla="*/ 748995 h 2398711"/>
              <a:gd name="connsiteX104963" fmla="*/ 505209 w 2119654"/>
              <a:gd name="connsiteY104963" fmla="*/ 747860 h 2398711"/>
              <a:gd name="connsiteX104964" fmla="*/ 505247 w 2119654"/>
              <a:gd name="connsiteY104964" fmla="*/ 747779 h 2398711"/>
              <a:gd name="connsiteX104965" fmla="*/ 582960 w 2119654"/>
              <a:gd name="connsiteY104965" fmla="*/ 569925 h 2398711"/>
              <a:gd name="connsiteX104966" fmla="*/ 582787 w 2119654"/>
              <a:gd name="connsiteY104966" fmla="*/ 570363 h 2398711"/>
              <a:gd name="connsiteX104967" fmla="*/ 582978 w 2119654"/>
              <a:gd name="connsiteY104967" fmla="*/ 570421 h 2398711"/>
              <a:gd name="connsiteX104968" fmla="*/ 545811 w 2119654"/>
              <a:gd name="connsiteY104968" fmla="*/ 653001 h 2398711"/>
              <a:gd name="connsiteX104969" fmla="*/ 544922 w 2119654"/>
              <a:gd name="connsiteY104969" fmla="*/ 656041 h 2398711"/>
              <a:gd name="connsiteX104970" fmla="*/ 545632 w 2119654"/>
              <a:gd name="connsiteY104970" fmla="*/ 656511 h 2398711"/>
              <a:gd name="connsiteX104971" fmla="*/ 546434 w 2119654"/>
              <a:gd name="connsiteY104971" fmla="*/ 653647 h 2398711"/>
              <a:gd name="connsiteX104972" fmla="*/ 523988 w 2119654"/>
              <a:gd name="connsiteY104972" fmla="*/ 701735 h 2398711"/>
              <a:gd name="connsiteX104973" fmla="*/ 524178 w 2119654"/>
              <a:gd name="connsiteY104973" fmla="*/ 702922 h 2398711"/>
              <a:gd name="connsiteX104974" fmla="*/ 524987 w 2119654"/>
              <a:gd name="connsiteY104974" fmla="*/ 705468 h 2398711"/>
              <a:gd name="connsiteX104975" fmla="*/ 525896 w 2119654"/>
              <a:gd name="connsiteY104975" fmla="*/ 703518 h 2398711"/>
              <a:gd name="connsiteX104976" fmla="*/ 525716 w 2119654"/>
              <a:gd name="connsiteY104976" fmla="*/ 703094 h 2398711"/>
              <a:gd name="connsiteX104977" fmla="*/ 574375 w 2119654"/>
              <a:gd name="connsiteY104977" fmla="*/ 588865 h 2398711"/>
              <a:gd name="connsiteX104978" fmla="*/ 573912 w 2119654"/>
              <a:gd name="connsiteY104978" fmla="*/ 590373 h 2398711"/>
              <a:gd name="connsiteX104979" fmla="*/ 574382 w 2119654"/>
              <a:gd name="connsiteY104979" fmla="*/ 589184 h 2398711"/>
              <a:gd name="connsiteX104980" fmla="*/ 570135 w 2119654"/>
              <a:gd name="connsiteY104980" fmla="*/ 598337 h 2398711"/>
              <a:gd name="connsiteX104981" fmla="*/ 569376 w 2119654"/>
              <a:gd name="connsiteY104981" fmla="*/ 601848 h 2398711"/>
              <a:gd name="connsiteX104982" fmla="*/ 570666 w 2119654"/>
              <a:gd name="connsiteY104982" fmla="*/ 598583 h 2398711"/>
              <a:gd name="connsiteX104983" fmla="*/ 345846 w 2119654"/>
              <a:gd name="connsiteY104983" fmla="*/ 1100453 h 2398711"/>
              <a:gd name="connsiteX104984" fmla="*/ 345963 w 2119654"/>
              <a:gd name="connsiteY104984" fmla="*/ 1101670 h 2398711"/>
              <a:gd name="connsiteX104985" fmla="*/ 346173 w 2119654"/>
              <a:gd name="connsiteY104985" fmla="*/ 1102295 h 2398711"/>
              <a:gd name="connsiteX104986" fmla="*/ 346459 w 2119654"/>
              <a:gd name="connsiteY104986" fmla="*/ 1101084 h 2398711"/>
              <a:gd name="connsiteX104987" fmla="*/ 646669 w 2119654"/>
              <a:gd name="connsiteY104987" fmla="*/ 426787 h 2398711"/>
              <a:gd name="connsiteX104988" fmla="*/ 647086 w 2119654"/>
              <a:gd name="connsiteY104988" fmla="*/ 430207 h 2398711"/>
              <a:gd name="connsiteX104989" fmla="*/ 647292 w 2119654"/>
              <a:gd name="connsiteY104989" fmla="*/ 431475 h 2398711"/>
              <a:gd name="connsiteX104990" fmla="*/ 647911 w 2119654"/>
              <a:gd name="connsiteY104990" fmla="*/ 428417 h 2398711"/>
              <a:gd name="connsiteX104991" fmla="*/ 297691 w 2119654"/>
              <a:gd name="connsiteY104991" fmla="*/ 1208157 h 2398711"/>
              <a:gd name="connsiteX104992" fmla="*/ 298026 w 2119654"/>
              <a:gd name="connsiteY104992" fmla="*/ 1208972 h 2398711"/>
              <a:gd name="connsiteX104993" fmla="*/ 298256 w 2119654"/>
              <a:gd name="connsiteY104993" fmla="*/ 1209294 h 2398711"/>
              <a:gd name="connsiteX104994" fmla="*/ 299908 w 2119654"/>
              <a:gd name="connsiteY104994" fmla="*/ 1210574 h 2398711"/>
              <a:gd name="connsiteX104995" fmla="*/ 575926 w 2119654"/>
              <a:gd name="connsiteY104995" fmla="*/ 585115 h 2398711"/>
              <a:gd name="connsiteX104996" fmla="*/ 575942 w 2119654"/>
              <a:gd name="connsiteY104996" fmla="*/ 585239 h 2398711"/>
              <a:gd name="connsiteX104997" fmla="*/ 575982 w 2119654"/>
              <a:gd name="connsiteY104997" fmla="*/ 585135 h 2398711"/>
              <a:gd name="connsiteX104998" fmla="*/ 585236 w 2119654"/>
              <a:gd name="connsiteY104998" fmla="*/ 564167 h 2398711"/>
              <a:gd name="connsiteX104999" fmla="*/ 583783 w 2119654"/>
              <a:gd name="connsiteY104999" fmla="*/ 567843 h 2398711"/>
              <a:gd name="connsiteX105000" fmla="*/ 583436 w 2119654"/>
              <a:gd name="connsiteY105000" fmla="*/ 570561 h 2398711"/>
              <a:gd name="connsiteX105001" fmla="*/ 588109 w 2119654"/>
              <a:gd name="connsiteY105001" fmla="*/ 571977 h 2398711"/>
              <a:gd name="connsiteX105002" fmla="*/ 628584 w 2119654"/>
              <a:gd name="connsiteY105002" fmla="*/ 467101 h 2398711"/>
              <a:gd name="connsiteX105003" fmla="*/ 626988 w 2119654"/>
              <a:gd name="connsiteY105003" fmla="*/ 478313 h 2398711"/>
              <a:gd name="connsiteX105004" fmla="*/ 628793 w 2119654"/>
              <a:gd name="connsiteY105004" fmla="*/ 479116 h 2398711"/>
              <a:gd name="connsiteX105005" fmla="*/ 629942 w 2119654"/>
              <a:gd name="connsiteY105005" fmla="*/ 469999 h 2398711"/>
              <a:gd name="connsiteX105006" fmla="*/ 281901 w 2119654"/>
              <a:gd name="connsiteY105006" fmla="*/ 1243334 h 2398711"/>
              <a:gd name="connsiteX105007" fmla="*/ 281956 w 2119654"/>
              <a:gd name="connsiteY105007" fmla="*/ 1243417 h 2398711"/>
              <a:gd name="connsiteX105008" fmla="*/ 281918 w 2119654"/>
              <a:gd name="connsiteY105008" fmla="*/ 1243343 h 2398711"/>
              <a:gd name="connsiteX105009" fmla="*/ 546342 w 2119654"/>
              <a:gd name="connsiteY105009" fmla="*/ 651187 h 2398711"/>
              <a:gd name="connsiteX105010" fmla="*/ 545937 w 2119654"/>
              <a:gd name="connsiteY105010" fmla="*/ 652570 h 2398711"/>
              <a:gd name="connsiteX105011" fmla="*/ 546557 w 2119654"/>
              <a:gd name="connsiteY105011" fmla="*/ 653211 h 2398711"/>
              <a:gd name="connsiteX105012" fmla="*/ 546593 w 2119654"/>
              <a:gd name="connsiteY105012" fmla="*/ 653083 h 2398711"/>
              <a:gd name="connsiteX105013" fmla="*/ 546609 w 2119654"/>
              <a:gd name="connsiteY105013" fmla="*/ 652966 h 2398711"/>
              <a:gd name="connsiteX105014" fmla="*/ 574931 w 2119654"/>
              <a:gd name="connsiteY105014" fmla="*/ 587115 h 2398711"/>
              <a:gd name="connsiteX105015" fmla="*/ 574968 w 2119654"/>
              <a:gd name="connsiteY105015" fmla="*/ 587703 h 2398711"/>
              <a:gd name="connsiteX105016" fmla="*/ 575171 w 2119654"/>
              <a:gd name="connsiteY105016" fmla="*/ 587187 h 2398711"/>
              <a:gd name="connsiteX105017" fmla="*/ 235539 w 2119654"/>
              <a:gd name="connsiteY105017" fmla="*/ 1346875 h 2398711"/>
              <a:gd name="connsiteX105018" fmla="*/ 238307 w 2119654"/>
              <a:gd name="connsiteY105018" fmla="*/ 1351293 h 2398711"/>
              <a:gd name="connsiteX105019" fmla="*/ 241286 w 2119654"/>
              <a:gd name="connsiteY105019" fmla="*/ 1353048 h 2398711"/>
              <a:gd name="connsiteX105020" fmla="*/ 646699 w 2119654"/>
              <a:gd name="connsiteY105020" fmla="*/ 426165 h 2398711"/>
              <a:gd name="connsiteX105021" fmla="*/ 648017 w 2119654"/>
              <a:gd name="connsiteY105021" fmla="*/ 427894 h 2398711"/>
              <a:gd name="connsiteX105022" fmla="*/ 648088 w 2119654"/>
              <a:gd name="connsiteY105022" fmla="*/ 427542 h 2398711"/>
              <a:gd name="connsiteX105023" fmla="*/ 278452 w 2119654"/>
              <a:gd name="connsiteY105023" fmla="*/ 1250710 h 2398711"/>
              <a:gd name="connsiteX105024" fmla="*/ 278877 w 2119654"/>
              <a:gd name="connsiteY105024" fmla="*/ 1252455 h 2398711"/>
              <a:gd name="connsiteX105025" fmla="*/ 287686 w 2119654"/>
              <a:gd name="connsiteY105025" fmla="*/ 1265223 h 2398711"/>
              <a:gd name="connsiteX105026" fmla="*/ 288024 w 2119654"/>
              <a:gd name="connsiteY105026" fmla="*/ 1265416 h 2398711"/>
              <a:gd name="connsiteX105027" fmla="*/ 287984 w 2119654"/>
              <a:gd name="connsiteY105027" fmla="*/ 1265253 h 2398711"/>
              <a:gd name="connsiteX105028" fmla="*/ 279541 w 2119654"/>
              <a:gd name="connsiteY105028" fmla="*/ 1252163 h 2398711"/>
              <a:gd name="connsiteX105029" fmla="*/ 278682 w 2119654"/>
              <a:gd name="connsiteY105029" fmla="*/ 1250875 h 2398711"/>
              <a:gd name="connsiteX105030" fmla="*/ 570459 w 2119654"/>
              <a:gd name="connsiteY105030" fmla="*/ 596840 h 2398711"/>
              <a:gd name="connsiteX105031" fmla="*/ 570232 w 2119654"/>
              <a:gd name="connsiteY105031" fmla="*/ 597890 h 2398711"/>
              <a:gd name="connsiteX105032" fmla="*/ 570841 w 2119654"/>
              <a:gd name="connsiteY105032" fmla="*/ 598142 h 2398711"/>
              <a:gd name="connsiteX105033" fmla="*/ 570877 w 2119654"/>
              <a:gd name="connsiteY105033" fmla="*/ 598050 h 2398711"/>
              <a:gd name="connsiteX105034" fmla="*/ 589011 w 2119654"/>
              <a:gd name="connsiteY105034" fmla="*/ 555200 h 2398711"/>
              <a:gd name="connsiteX105035" fmla="*/ 590291 w 2119654"/>
              <a:gd name="connsiteY105035" fmla="*/ 559214 h 2398711"/>
              <a:gd name="connsiteX105036" fmla="*/ 591613 w 2119654"/>
              <a:gd name="connsiteY105036" fmla="*/ 560206 h 2398711"/>
              <a:gd name="connsiteX105037" fmla="*/ 591832 w 2119654"/>
              <a:gd name="connsiteY105037" fmla="*/ 556286 h 2398711"/>
              <a:gd name="connsiteX105038" fmla="*/ 591377 w 2119654"/>
              <a:gd name="connsiteY105038" fmla="*/ 555883 h 2398711"/>
              <a:gd name="connsiteX105039" fmla="*/ 185849 w 2119654"/>
              <a:gd name="connsiteY105039" fmla="*/ 1457878 h 2398711"/>
              <a:gd name="connsiteX105040" fmla="*/ 190679 w 2119654"/>
              <a:gd name="connsiteY105040" fmla="*/ 1463807 h 2398711"/>
              <a:gd name="connsiteX105041" fmla="*/ 186984 w 2119654"/>
              <a:gd name="connsiteY105041" fmla="*/ 1458950 h 2398711"/>
              <a:gd name="connsiteX105042" fmla="*/ 571474 w 2119654"/>
              <a:gd name="connsiteY105042" fmla="*/ 594375 h 2398711"/>
              <a:gd name="connsiteX105043" fmla="*/ 571873 w 2119654"/>
              <a:gd name="connsiteY105043" fmla="*/ 595531 h 2398711"/>
              <a:gd name="connsiteX105044" fmla="*/ 572053 w 2119654"/>
              <a:gd name="connsiteY105044" fmla="*/ 595075 h 2398711"/>
              <a:gd name="connsiteX105045" fmla="*/ 587500 w 2119654"/>
              <a:gd name="connsiteY105045" fmla="*/ 558440 h 2398711"/>
              <a:gd name="connsiteX105046" fmla="*/ 586620 w 2119654"/>
              <a:gd name="connsiteY105046" fmla="*/ 560668 h 2398711"/>
              <a:gd name="connsiteX105047" fmla="*/ 587415 w 2119654"/>
              <a:gd name="connsiteY105047" fmla="*/ 562829 h 2398711"/>
              <a:gd name="connsiteX105048" fmla="*/ 591084 w 2119654"/>
              <a:gd name="connsiteY105048" fmla="*/ 563284 h 2398711"/>
              <a:gd name="connsiteX105049" fmla="*/ 590304 w 2119654"/>
              <a:gd name="connsiteY105049" fmla="*/ 560838 h 2398711"/>
              <a:gd name="connsiteX105050" fmla="*/ 567057 w 2119654"/>
              <a:gd name="connsiteY105050" fmla="*/ 604194 h 2398711"/>
              <a:gd name="connsiteX105051" fmla="*/ 566980 w 2119654"/>
              <a:gd name="connsiteY105051" fmla="*/ 605071 h 2398711"/>
              <a:gd name="connsiteX105052" fmla="*/ 567828 w 2119654"/>
              <a:gd name="connsiteY105052" fmla="*/ 605765 h 2398711"/>
              <a:gd name="connsiteX105053" fmla="*/ 567828 w 2119654"/>
              <a:gd name="connsiteY105053" fmla="*/ 605763 h 2398711"/>
              <a:gd name="connsiteX105054" fmla="*/ 568206 w 2119654"/>
              <a:gd name="connsiteY105054" fmla="*/ 604809 h 2398711"/>
              <a:gd name="connsiteX105055" fmla="*/ 587751 w 2119654"/>
              <a:gd name="connsiteY105055" fmla="*/ 557808 h 2398711"/>
              <a:gd name="connsiteX105056" fmla="*/ 587543 w 2119654"/>
              <a:gd name="connsiteY105056" fmla="*/ 558334 h 2398711"/>
              <a:gd name="connsiteX105057" fmla="*/ 590242 w 2119654"/>
              <a:gd name="connsiteY105057" fmla="*/ 560642 h 2398711"/>
              <a:gd name="connsiteX105058" fmla="*/ 589837 w 2119654"/>
              <a:gd name="connsiteY105058" fmla="*/ 559374 h 2398711"/>
              <a:gd name="connsiteX105059" fmla="*/ 531444 w 2119654"/>
              <a:gd name="connsiteY105059" fmla="*/ 683828 h 2398711"/>
              <a:gd name="connsiteX105060" fmla="*/ 532770 w 2119654"/>
              <a:gd name="connsiteY105060" fmla="*/ 686201 h 2398711"/>
              <a:gd name="connsiteX105061" fmla="*/ 532414 w 2119654"/>
              <a:gd name="connsiteY105061" fmla="*/ 684195 h 2398711"/>
              <a:gd name="connsiteX105062" fmla="*/ 531787 w 2119654"/>
              <a:gd name="connsiteY105062" fmla="*/ 683886 h 2398711"/>
              <a:gd name="connsiteX105063" fmla="*/ 546979 w 2119654"/>
              <a:gd name="connsiteY105063" fmla="*/ 649007 h 2398711"/>
              <a:gd name="connsiteX105064" fmla="*/ 546711 w 2119654"/>
              <a:gd name="connsiteY105064" fmla="*/ 649918 h 2398711"/>
              <a:gd name="connsiteX105065" fmla="*/ 546882 w 2119654"/>
              <a:gd name="connsiteY105065" fmla="*/ 651048 h 2398711"/>
              <a:gd name="connsiteX105066" fmla="*/ 547156 w 2119654"/>
              <a:gd name="connsiteY105066" fmla="*/ 649123 h 2398711"/>
              <a:gd name="connsiteX105067" fmla="*/ 575570 w 2119654"/>
              <a:gd name="connsiteY105067" fmla="*/ 584975 h 2398711"/>
              <a:gd name="connsiteX105068" fmla="*/ 574961 w 2119654"/>
              <a:gd name="connsiteY105068" fmla="*/ 586958 h 2398711"/>
              <a:gd name="connsiteX105069" fmla="*/ 575229 w 2119654"/>
              <a:gd name="connsiteY105069" fmla="*/ 587042 h 2398711"/>
              <a:gd name="connsiteX105070" fmla="*/ 575740 w 2119654"/>
              <a:gd name="connsiteY105070" fmla="*/ 585748 h 2398711"/>
              <a:gd name="connsiteX105071" fmla="*/ 575660 w 2119654"/>
              <a:gd name="connsiteY105071" fmla="*/ 585010 h 2398711"/>
              <a:gd name="connsiteX105072" fmla="*/ 618019 w 2119654"/>
              <a:gd name="connsiteY105072" fmla="*/ 489780 h 2398711"/>
              <a:gd name="connsiteX105073" fmla="*/ 617118 w 2119654"/>
              <a:gd name="connsiteY105073" fmla="*/ 495863 h 2398711"/>
              <a:gd name="connsiteX105074" fmla="*/ 618838 w 2119654"/>
              <a:gd name="connsiteY105074" fmla="*/ 504840 h 2398711"/>
              <a:gd name="connsiteX105075" fmla="*/ 620851 w 2119654"/>
              <a:gd name="connsiteY105075" fmla="*/ 511456 h 2398711"/>
              <a:gd name="connsiteX105076" fmla="*/ 621324 w 2119654"/>
              <a:gd name="connsiteY105076" fmla="*/ 511711 h 2398711"/>
              <a:gd name="connsiteX105077" fmla="*/ 622261 w 2119654"/>
              <a:gd name="connsiteY105077" fmla="*/ 505130 h 2398711"/>
              <a:gd name="connsiteX105078" fmla="*/ 619390 w 2119654"/>
              <a:gd name="connsiteY105078" fmla="*/ 490449 h 2398711"/>
              <a:gd name="connsiteX105079" fmla="*/ 588629 w 2119654"/>
              <a:gd name="connsiteY105079" fmla="*/ 555586 h 2398711"/>
              <a:gd name="connsiteX105080" fmla="*/ 587903 w 2119654"/>
              <a:gd name="connsiteY105080" fmla="*/ 557422 h 2398711"/>
              <a:gd name="connsiteX105081" fmla="*/ 589627 w 2119654"/>
              <a:gd name="connsiteY105081" fmla="*/ 558716 h 2398711"/>
              <a:gd name="connsiteX105082" fmla="*/ 548300 w 2119654"/>
              <a:gd name="connsiteY105082" fmla="*/ 645851 h 2398711"/>
              <a:gd name="connsiteX105083" fmla="*/ 548289 w 2119654"/>
              <a:gd name="connsiteY105083" fmla="*/ 645934 h 2398711"/>
              <a:gd name="connsiteX105084" fmla="*/ 548315 w 2119654"/>
              <a:gd name="connsiteY105084" fmla="*/ 646934 h 2398711"/>
              <a:gd name="connsiteX105085" fmla="*/ 548415 w 2119654"/>
              <a:gd name="connsiteY105085" fmla="*/ 646575 h 2398711"/>
              <a:gd name="connsiteX105086" fmla="*/ 548310 w 2119654"/>
              <a:gd name="connsiteY105086" fmla="*/ 645876 h 2398711"/>
              <a:gd name="connsiteX105087" fmla="*/ 221976 w 2119654"/>
              <a:gd name="connsiteY105087" fmla="*/ 1376503 h 2398711"/>
              <a:gd name="connsiteX105088" fmla="*/ 230701 w 2119654"/>
              <a:gd name="connsiteY105088" fmla="*/ 1396304 h 2398711"/>
              <a:gd name="connsiteX105089" fmla="*/ 231262 w 2119654"/>
              <a:gd name="connsiteY105089" fmla="*/ 1396796 h 2398711"/>
              <a:gd name="connsiteX105090" fmla="*/ 230722 w 2119654"/>
              <a:gd name="connsiteY105090" fmla="*/ 1396352 h 2398711"/>
              <a:gd name="connsiteX105091" fmla="*/ 232586 w 2119654"/>
              <a:gd name="connsiteY105091" fmla="*/ 1400583 h 2398711"/>
              <a:gd name="connsiteX105092" fmla="*/ 252839 w 2119654"/>
              <a:gd name="connsiteY105092" fmla="*/ 1415734 h 2398711"/>
              <a:gd name="connsiteX105093" fmla="*/ 231262 w 2119654"/>
              <a:gd name="connsiteY105093" fmla="*/ 1396796 h 2398711"/>
              <a:gd name="connsiteX105094" fmla="*/ 253388 w 2119654"/>
              <a:gd name="connsiteY105094" fmla="*/ 1415023 h 2398711"/>
              <a:gd name="connsiteX105095" fmla="*/ 244779 w 2119654"/>
              <a:gd name="connsiteY105095" fmla="*/ 1395483 h 2398711"/>
              <a:gd name="connsiteX105096" fmla="*/ 236947 w 2119654"/>
              <a:gd name="connsiteY105096" fmla="*/ 1387894 h 2398711"/>
              <a:gd name="connsiteX105097" fmla="*/ 589100 w 2119654"/>
              <a:gd name="connsiteY105097" fmla="*/ 554394 h 2398711"/>
              <a:gd name="connsiteX105098" fmla="*/ 588909 w 2119654"/>
              <a:gd name="connsiteY105098" fmla="*/ 554877 h 2398711"/>
              <a:gd name="connsiteX105099" fmla="*/ 588927 w 2119654"/>
              <a:gd name="connsiteY105099" fmla="*/ 554937 h 2398711"/>
              <a:gd name="connsiteX105100" fmla="*/ 590976 w 2119654"/>
              <a:gd name="connsiteY105100" fmla="*/ 555528 h 2398711"/>
              <a:gd name="connsiteX105101" fmla="*/ 590080 w 2119654"/>
              <a:gd name="connsiteY105101" fmla="*/ 554737 h 2398711"/>
              <a:gd name="connsiteX105102" fmla="*/ 229435 w 2119654"/>
              <a:gd name="connsiteY105102" fmla="*/ 1359700 h 2398711"/>
              <a:gd name="connsiteX105103" fmla="*/ 231100 w 2119654"/>
              <a:gd name="connsiteY105103" fmla="*/ 1361440 h 2398711"/>
              <a:gd name="connsiteX105104" fmla="*/ 230726 w 2119654"/>
              <a:gd name="connsiteY105104" fmla="*/ 1360461 h 2398711"/>
              <a:gd name="connsiteX105105" fmla="*/ 577142 w 2119654"/>
              <a:gd name="connsiteY105105" fmla="*/ 580875 h 2398711"/>
              <a:gd name="connsiteX105106" fmla="*/ 577316 w 2119654"/>
              <a:gd name="connsiteY105106" fmla="*/ 581762 h 2398711"/>
              <a:gd name="connsiteX105107" fmla="*/ 577497 w 2119654"/>
              <a:gd name="connsiteY105107" fmla="*/ 581304 h 2398711"/>
              <a:gd name="connsiteX105108" fmla="*/ 332225 w 2119654"/>
              <a:gd name="connsiteY105108" fmla="*/ 1129196 h 2398711"/>
              <a:gd name="connsiteX105109" fmla="*/ 332455 w 2119654"/>
              <a:gd name="connsiteY105109" fmla="*/ 1131057 h 2398711"/>
              <a:gd name="connsiteX105110" fmla="*/ 333309 w 2119654"/>
              <a:gd name="connsiteY105110" fmla="*/ 1131955 h 2398711"/>
              <a:gd name="connsiteX105111" fmla="*/ 332429 w 2119654"/>
              <a:gd name="connsiteY105111" fmla="*/ 1129326 h 2398711"/>
              <a:gd name="connsiteX105112" fmla="*/ 298498 w 2119654"/>
              <a:gd name="connsiteY105112" fmla="*/ 1204686 h 2398711"/>
              <a:gd name="connsiteX105113" fmla="*/ 298724 w 2119654"/>
              <a:gd name="connsiteY105113" fmla="*/ 1205408 h 2398711"/>
              <a:gd name="connsiteX105114" fmla="*/ 302787 w 2119654"/>
              <a:gd name="connsiteY105114" fmla="*/ 1209734 h 2398711"/>
              <a:gd name="connsiteX105115" fmla="*/ 301962 w 2119654"/>
              <a:gd name="connsiteY105115" fmla="*/ 1206544 h 2398711"/>
              <a:gd name="connsiteX105116" fmla="*/ 516367 w 2119654"/>
              <a:gd name="connsiteY105116" fmla="*/ 716775 h 2398711"/>
              <a:gd name="connsiteX105117" fmla="*/ 516701 w 2119654"/>
              <a:gd name="connsiteY105117" fmla="*/ 719861 h 2398711"/>
              <a:gd name="connsiteX105118" fmla="*/ 517327 w 2119654"/>
              <a:gd name="connsiteY105118" fmla="*/ 720353 h 2398711"/>
              <a:gd name="connsiteX105119" fmla="*/ 517903 w 2119654"/>
              <a:gd name="connsiteY105119" fmla="*/ 720527 h 2398711"/>
              <a:gd name="connsiteX105120" fmla="*/ 517574 w 2119654"/>
              <a:gd name="connsiteY105120" fmla="*/ 719162 h 2398711"/>
              <a:gd name="connsiteX105121" fmla="*/ 517490 w 2119654"/>
              <a:gd name="connsiteY105121" fmla="*/ 718048 h 2398711"/>
              <a:gd name="connsiteX105122" fmla="*/ 598310 w 2119654"/>
              <a:gd name="connsiteY105122" fmla="*/ 533263 h 2398711"/>
              <a:gd name="connsiteX105123" fmla="*/ 598736 w 2119654"/>
              <a:gd name="connsiteY105123" fmla="*/ 533677 h 2398711"/>
              <a:gd name="connsiteX105124" fmla="*/ 598772 w 2119654"/>
              <a:gd name="connsiteY105124" fmla="*/ 533425 h 2398711"/>
              <a:gd name="connsiteX105125" fmla="*/ 613802 w 2119654"/>
              <a:gd name="connsiteY105125" fmla="*/ 498449 h 2398711"/>
              <a:gd name="connsiteX105126" fmla="*/ 612428 w 2119654"/>
              <a:gd name="connsiteY105126" fmla="*/ 505233 h 2398711"/>
              <a:gd name="connsiteX105127" fmla="*/ 613032 w 2119654"/>
              <a:gd name="connsiteY105127" fmla="*/ 506524 h 2398711"/>
              <a:gd name="connsiteX105128" fmla="*/ 600097 w 2119654"/>
              <a:gd name="connsiteY105128" fmla="*/ 528869 h 2398711"/>
              <a:gd name="connsiteX105129" fmla="*/ 600036 w 2119654"/>
              <a:gd name="connsiteY105129" fmla="*/ 529299 h 2398711"/>
              <a:gd name="connsiteX105130" fmla="*/ 600568 w 2119654"/>
              <a:gd name="connsiteY105130" fmla="*/ 531548 h 2398711"/>
              <a:gd name="connsiteX105131" fmla="*/ 604528 w 2119654"/>
              <a:gd name="connsiteY105131" fmla="*/ 532932 h 2398711"/>
              <a:gd name="connsiteX105132" fmla="*/ 604524 w 2119654"/>
              <a:gd name="connsiteY105132" fmla="*/ 532592 h 2398711"/>
              <a:gd name="connsiteX105133" fmla="*/ 576798 w 2119654"/>
              <a:gd name="connsiteY105133" fmla="*/ 580978 h 2398711"/>
              <a:gd name="connsiteX105134" fmla="*/ 575813 w 2119654"/>
              <a:gd name="connsiteY105134" fmla="*/ 584181 h 2398711"/>
              <a:gd name="connsiteX105135" fmla="*/ 575825 w 2119654"/>
              <a:gd name="connsiteY105135" fmla="*/ 584283 h 2398711"/>
              <a:gd name="connsiteX105136" fmla="*/ 576227 w 2119654"/>
              <a:gd name="connsiteY105136" fmla="*/ 584516 h 2398711"/>
              <a:gd name="connsiteX105137" fmla="*/ 577073 w 2119654"/>
              <a:gd name="connsiteY105137" fmla="*/ 582376 h 2398711"/>
              <a:gd name="connsiteX105138" fmla="*/ 595959 w 2119654"/>
              <a:gd name="connsiteY105138" fmla="*/ 537980 h 2398711"/>
              <a:gd name="connsiteX105139" fmla="*/ 595981 w 2119654"/>
              <a:gd name="connsiteY105139" fmla="*/ 539689 h 2398711"/>
              <a:gd name="connsiteX105140" fmla="*/ 597615 w 2119654"/>
              <a:gd name="connsiteY105140" fmla="*/ 541544 h 2398711"/>
              <a:gd name="connsiteX105141" fmla="*/ 597860 w 2119654"/>
              <a:gd name="connsiteY105141" fmla="*/ 539825 h 2398711"/>
              <a:gd name="connsiteX105142" fmla="*/ 581348 w 2119654"/>
              <a:gd name="connsiteY105142" fmla="*/ 570645 h 2398711"/>
              <a:gd name="connsiteX105143" fmla="*/ 581299 w 2119654"/>
              <a:gd name="connsiteY105143" fmla="*/ 571334 h 2398711"/>
              <a:gd name="connsiteX105144" fmla="*/ 581412 w 2119654"/>
              <a:gd name="connsiteY105144" fmla="*/ 571400 h 2398711"/>
              <a:gd name="connsiteX105145" fmla="*/ 581672 w 2119654"/>
              <a:gd name="connsiteY105145" fmla="*/ 570742 h 2398711"/>
              <a:gd name="connsiteX105146" fmla="*/ 144074 w 2119654"/>
              <a:gd name="connsiteY105146" fmla="*/ 1549713 h 2398711"/>
              <a:gd name="connsiteX105147" fmla="*/ 195163 w 2119654"/>
              <a:gd name="connsiteY105147" fmla="*/ 1599219 h 2398711"/>
              <a:gd name="connsiteX105148" fmla="*/ 214325 w 2119654"/>
              <a:gd name="connsiteY105148" fmla="*/ 1612082 h 2398711"/>
              <a:gd name="connsiteX105149" fmla="*/ 234147 w 2119654"/>
              <a:gd name="connsiteY105149" fmla="*/ 1625005 h 2398711"/>
              <a:gd name="connsiteX105150" fmla="*/ 262805 w 2119654"/>
              <a:gd name="connsiteY105150" fmla="*/ 1634869 h 2398711"/>
              <a:gd name="connsiteX105151" fmla="*/ 261931 w 2119654"/>
              <a:gd name="connsiteY105151" fmla="*/ 1634363 h 2398711"/>
              <a:gd name="connsiteX105152" fmla="*/ 257021 w 2119654"/>
              <a:gd name="connsiteY105152" fmla="*/ 1631438 h 2398711"/>
              <a:gd name="connsiteX105153" fmla="*/ 245205 w 2119654"/>
              <a:gd name="connsiteY105153" fmla="*/ 1625910 h 2398711"/>
              <a:gd name="connsiteX105154" fmla="*/ 245083 w 2119654"/>
              <a:gd name="connsiteY105154" fmla="*/ 1625669 h 2398711"/>
              <a:gd name="connsiteX105155" fmla="*/ 255583 w 2119654"/>
              <a:gd name="connsiteY105155" fmla="*/ 1630580 h 2398711"/>
              <a:gd name="connsiteX105156" fmla="*/ 237832 w 2119654"/>
              <a:gd name="connsiteY105156" fmla="*/ 1620003 h 2398711"/>
              <a:gd name="connsiteX105157" fmla="*/ 237752 w 2119654"/>
              <a:gd name="connsiteY105157" fmla="*/ 1619792 h 2398711"/>
              <a:gd name="connsiteX105158" fmla="*/ 251088 w 2119654"/>
              <a:gd name="connsiteY105158" fmla="*/ 1627740 h 2398711"/>
              <a:gd name="connsiteX105159" fmla="*/ 257796 w 2119654"/>
              <a:gd name="connsiteY105159" fmla="*/ 1631616 h 2398711"/>
              <a:gd name="connsiteX105160" fmla="*/ 261924 w 2119654"/>
              <a:gd name="connsiteY105160" fmla="*/ 1633547 h 2398711"/>
              <a:gd name="connsiteX105161" fmla="*/ 271415 w 2119654"/>
              <a:gd name="connsiteY105161" fmla="*/ 1637832 h 2398711"/>
              <a:gd name="connsiteX105162" fmla="*/ 272183 w 2119654"/>
              <a:gd name="connsiteY105162" fmla="*/ 1638096 h 2398711"/>
              <a:gd name="connsiteX105163" fmla="*/ 260090 w 2119654"/>
              <a:gd name="connsiteY105163" fmla="*/ 1619774 h 2398711"/>
              <a:gd name="connsiteX105164" fmla="*/ 248950 w 2119654"/>
              <a:gd name="connsiteY105164" fmla="*/ 1607981 h 2398711"/>
              <a:gd name="connsiteX105165" fmla="*/ 241337 w 2119654"/>
              <a:gd name="connsiteY105165" fmla="*/ 1605326 h 2398711"/>
              <a:gd name="connsiteX105166" fmla="*/ 241086 w 2119654"/>
              <a:gd name="connsiteY105166" fmla="*/ 1604840 h 2398711"/>
              <a:gd name="connsiteX105167" fmla="*/ 248259 w 2119654"/>
              <a:gd name="connsiteY105167" fmla="*/ 1607342 h 2398711"/>
              <a:gd name="connsiteX105168" fmla="*/ 238082 w 2119654"/>
              <a:gd name="connsiteY105168" fmla="*/ 1598136 h 2398711"/>
              <a:gd name="connsiteX105169" fmla="*/ 234151 w 2119654"/>
              <a:gd name="connsiteY105169" fmla="*/ 1596649 h 2398711"/>
              <a:gd name="connsiteX105170" fmla="*/ 230880 w 2119654"/>
              <a:gd name="connsiteY105170" fmla="*/ 1595358 h 2398711"/>
              <a:gd name="connsiteX105171" fmla="*/ 229844 w 2119654"/>
              <a:gd name="connsiteY105171" fmla="*/ 1596497 h 2398711"/>
              <a:gd name="connsiteX105172" fmla="*/ 229839 w 2119654"/>
              <a:gd name="connsiteY105172" fmla="*/ 1596235 h 2398711"/>
              <a:gd name="connsiteX105173" fmla="*/ 230700 w 2119654"/>
              <a:gd name="connsiteY105173" fmla="*/ 1595287 h 2398711"/>
              <a:gd name="connsiteX105174" fmla="*/ 189973 w 2119654"/>
              <a:gd name="connsiteY105174" fmla="*/ 1579226 h 2398711"/>
              <a:gd name="connsiteX105175" fmla="*/ 189824 w 2119654"/>
              <a:gd name="connsiteY105175" fmla="*/ 1578908 h 2398711"/>
              <a:gd name="connsiteX105176" fmla="*/ 214274 w 2119654"/>
              <a:gd name="connsiteY105176" fmla="*/ 1588550 h 2398711"/>
              <a:gd name="connsiteX105177" fmla="*/ 231078 w 2119654"/>
              <a:gd name="connsiteY105177" fmla="*/ 1594872 h 2398711"/>
              <a:gd name="connsiteX105178" fmla="*/ 232610 w 2119654"/>
              <a:gd name="connsiteY105178" fmla="*/ 1593187 h 2398711"/>
              <a:gd name="connsiteX105179" fmla="*/ 231514 w 2119654"/>
              <a:gd name="connsiteY105179" fmla="*/ 1592195 h 2398711"/>
              <a:gd name="connsiteX105180" fmla="*/ 220124 w 2119654"/>
              <a:gd name="connsiteY105180" fmla="*/ 1587471 h 2398711"/>
              <a:gd name="connsiteX105181" fmla="*/ 220091 w 2119654"/>
              <a:gd name="connsiteY105181" fmla="*/ 1587410 h 2398711"/>
              <a:gd name="connsiteX105182" fmla="*/ 218736 w 2119654"/>
              <a:gd name="connsiteY105182" fmla="*/ 1587116 h 2398711"/>
              <a:gd name="connsiteX105183" fmla="*/ 218538 w 2119654"/>
              <a:gd name="connsiteY105183" fmla="*/ 1586827 h 2398711"/>
              <a:gd name="connsiteX105184" fmla="*/ 227806 w 2119654"/>
              <a:gd name="connsiteY105184" fmla="*/ 1588841 h 2398711"/>
              <a:gd name="connsiteX105185" fmla="*/ 225055 w 2119654"/>
              <a:gd name="connsiteY105185" fmla="*/ 1586352 h 2398711"/>
              <a:gd name="connsiteX105186" fmla="*/ 222628 w 2119654"/>
              <a:gd name="connsiteY105186" fmla="*/ 1585126 h 2398711"/>
              <a:gd name="connsiteX105187" fmla="*/ 210266 w 2119654"/>
              <a:gd name="connsiteY105187" fmla="*/ 1581212 h 2398711"/>
              <a:gd name="connsiteX105188" fmla="*/ 210089 w 2119654"/>
              <a:gd name="connsiteY105188" fmla="*/ 1580892 h 2398711"/>
              <a:gd name="connsiteX105189" fmla="*/ 221231 w 2119654"/>
              <a:gd name="connsiteY105189" fmla="*/ 1584419 h 2398711"/>
              <a:gd name="connsiteX105190" fmla="*/ 203409 w 2119654"/>
              <a:gd name="connsiteY105190" fmla="*/ 1575407 h 2398711"/>
              <a:gd name="connsiteX105191" fmla="*/ 203287 w 2119654"/>
              <a:gd name="connsiteY105191" fmla="*/ 1575061 h 2398711"/>
              <a:gd name="connsiteX105192" fmla="*/ 222734 w 2119654"/>
              <a:gd name="connsiteY105192" fmla="*/ 1584895 h 2398711"/>
              <a:gd name="connsiteX105193" fmla="*/ 223825 w 2119654"/>
              <a:gd name="connsiteY105193" fmla="*/ 1585241 h 2398711"/>
              <a:gd name="connsiteX105194" fmla="*/ 218846 w 2119654"/>
              <a:gd name="connsiteY105194" fmla="*/ 1580737 h 2398711"/>
              <a:gd name="connsiteX105195" fmla="*/ 218382 w 2119654"/>
              <a:gd name="connsiteY105195" fmla="*/ 1580504 h 2398711"/>
              <a:gd name="connsiteX105196" fmla="*/ 210190 w 2119654"/>
              <a:gd name="connsiteY105196" fmla="*/ 1577595 h 2398711"/>
              <a:gd name="connsiteX105197" fmla="*/ 173343 w 2119654"/>
              <a:gd name="connsiteY105197" fmla="*/ 1563951 h 2398711"/>
              <a:gd name="connsiteX105198" fmla="*/ 173178 w 2119654"/>
              <a:gd name="connsiteY105198" fmla="*/ 1563682 h 2398711"/>
              <a:gd name="connsiteX105199" fmla="*/ 193571 w 2119654"/>
              <a:gd name="connsiteY105199" fmla="*/ 1571233 h 2398711"/>
              <a:gd name="connsiteX105200" fmla="*/ 215226 w 2119654"/>
              <a:gd name="connsiteY105200" fmla="*/ 1578923 h 2398711"/>
              <a:gd name="connsiteX105201" fmla="*/ 202835 w 2119654"/>
              <a:gd name="connsiteY105201" fmla="*/ 1572712 h 2398711"/>
              <a:gd name="connsiteX105202" fmla="*/ 193690 w 2119654"/>
              <a:gd name="connsiteY105202" fmla="*/ 1567257 h 2398711"/>
              <a:gd name="connsiteX105203" fmla="*/ 146133 w 2119654"/>
              <a:gd name="connsiteY105203" fmla="*/ 1550471 h 2398711"/>
              <a:gd name="connsiteX105204" fmla="*/ 567358 w 2119654"/>
              <a:gd name="connsiteY105204" fmla="*/ 601723 h 2398711"/>
              <a:gd name="connsiteX105205" fmla="*/ 567188 w 2119654"/>
              <a:gd name="connsiteY105205" fmla="*/ 603058 h 2398711"/>
              <a:gd name="connsiteX105206" fmla="*/ 568618 w 2119654"/>
              <a:gd name="connsiteY105206" fmla="*/ 603767 h 2398711"/>
              <a:gd name="connsiteX105207" fmla="*/ 568810 w 2119654"/>
              <a:gd name="connsiteY105207" fmla="*/ 603279 h 2398711"/>
              <a:gd name="connsiteX105208" fmla="*/ 568842 w 2119654"/>
              <a:gd name="connsiteY105208" fmla="*/ 603132 h 2398711"/>
              <a:gd name="connsiteX105209" fmla="*/ 593998 w 2119654"/>
              <a:gd name="connsiteY105209" fmla="*/ 542004 h 2398711"/>
              <a:gd name="connsiteX105210" fmla="*/ 589749 w 2119654"/>
              <a:gd name="connsiteY105210" fmla="*/ 552752 h 2398711"/>
              <a:gd name="connsiteX105211" fmla="*/ 591987 w 2119654"/>
              <a:gd name="connsiteY105211" fmla="*/ 553535 h 2398711"/>
              <a:gd name="connsiteX105212" fmla="*/ 592019 w 2119654"/>
              <a:gd name="connsiteY105212" fmla="*/ 552946 h 2398711"/>
              <a:gd name="connsiteX105213" fmla="*/ 591139 w 2119654"/>
              <a:gd name="connsiteY105213" fmla="*/ 551894 h 2398711"/>
              <a:gd name="connsiteX105214" fmla="*/ 591395 w 2119654"/>
              <a:gd name="connsiteY105214" fmla="*/ 551948 h 2398711"/>
              <a:gd name="connsiteX105215" fmla="*/ 592032 w 2119654"/>
              <a:gd name="connsiteY105215" fmla="*/ 552711 h 2398711"/>
              <a:gd name="connsiteX105216" fmla="*/ 592034 w 2119654"/>
              <a:gd name="connsiteY105216" fmla="*/ 552675 h 2398711"/>
              <a:gd name="connsiteX105217" fmla="*/ 592189 w 2119654"/>
              <a:gd name="connsiteY105217" fmla="*/ 552497 h 2398711"/>
              <a:gd name="connsiteX105218" fmla="*/ 592168 w 2119654"/>
              <a:gd name="connsiteY105218" fmla="*/ 552872 h 2398711"/>
              <a:gd name="connsiteX105219" fmla="*/ 593027 w 2119654"/>
              <a:gd name="connsiteY105219" fmla="*/ 553899 h 2398711"/>
              <a:gd name="connsiteX105220" fmla="*/ 594792 w 2119654"/>
              <a:gd name="connsiteY105220" fmla="*/ 554515 h 2398711"/>
              <a:gd name="connsiteX105221" fmla="*/ 594641 w 2119654"/>
              <a:gd name="connsiteY105221" fmla="*/ 542734 h 2398711"/>
              <a:gd name="connsiteX105222" fmla="*/ 348766 w 2119654"/>
              <a:gd name="connsiteY105222" fmla="*/ 1090925 h 2398711"/>
              <a:gd name="connsiteX105223" fmla="*/ 348814 w 2119654"/>
              <a:gd name="connsiteY105223" fmla="*/ 1091123 h 2398711"/>
              <a:gd name="connsiteX105224" fmla="*/ 348834 w 2119654"/>
              <a:gd name="connsiteY105224" fmla="*/ 1091038 h 2398711"/>
              <a:gd name="connsiteX105225" fmla="*/ 280910 w 2119654"/>
              <a:gd name="connsiteY105225" fmla="*/ 1242791 h 2398711"/>
              <a:gd name="connsiteX105226" fmla="*/ 281617 w 2119654"/>
              <a:gd name="connsiteY105226" fmla="*/ 1244361 h 2398711"/>
              <a:gd name="connsiteX105227" fmla="*/ 281262 w 2119654"/>
              <a:gd name="connsiteY105227" fmla="*/ 1243328 h 2398711"/>
              <a:gd name="connsiteX105228" fmla="*/ 500401 w 2119654"/>
              <a:gd name="connsiteY105228" fmla="*/ 751295 h 2398711"/>
              <a:gd name="connsiteX105229" fmla="*/ 501935 w 2119654"/>
              <a:gd name="connsiteY105229" fmla="*/ 755904 h 2398711"/>
              <a:gd name="connsiteX105230" fmla="*/ 502068 w 2119654"/>
              <a:gd name="connsiteY105230" fmla="*/ 755577 h 2398711"/>
              <a:gd name="connsiteX105231" fmla="*/ 502466 w 2119654"/>
              <a:gd name="connsiteY105231" fmla="*/ 752150 h 2398711"/>
              <a:gd name="connsiteX105232" fmla="*/ 574778 w 2119654"/>
              <a:gd name="connsiteY105232" fmla="*/ 584667 h 2398711"/>
              <a:gd name="connsiteX105233" fmla="*/ 574869 w 2119654"/>
              <a:gd name="connsiteY105233" fmla="*/ 586116 h 2398711"/>
              <a:gd name="connsiteX105234" fmla="*/ 575257 w 2119654"/>
              <a:gd name="connsiteY105234" fmla="*/ 584853 h 2398711"/>
              <a:gd name="connsiteX105235" fmla="*/ 652157 w 2119654"/>
              <a:gd name="connsiteY105235" fmla="*/ 411195 h 2398711"/>
              <a:gd name="connsiteX105236" fmla="*/ 650514 w 2119654"/>
              <a:gd name="connsiteY105236" fmla="*/ 419307 h 2398711"/>
              <a:gd name="connsiteX105237" fmla="*/ 651845 w 2119654"/>
              <a:gd name="connsiteY105237" fmla="*/ 420418 h 2398711"/>
              <a:gd name="connsiteX105238" fmla="*/ 584432 w 2119654"/>
              <a:gd name="connsiteY105238" fmla="*/ 562773 h 2398711"/>
              <a:gd name="connsiteX105239" fmla="*/ 584245 w 2119654"/>
              <a:gd name="connsiteY105239" fmla="*/ 564233 h 2398711"/>
              <a:gd name="connsiteX105240" fmla="*/ 584771 w 2119654"/>
              <a:gd name="connsiteY105240" fmla="*/ 562902 h 2398711"/>
              <a:gd name="connsiteX105241" fmla="*/ 584737 w 2119654"/>
              <a:gd name="connsiteY105241" fmla="*/ 562811 h 2398711"/>
              <a:gd name="connsiteX105242" fmla="*/ 560572 w 2119654"/>
              <a:gd name="connsiteY105242" fmla="*/ 616190 h 2398711"/>
              <a:gd name="connsiteX105243" fmla="*/ 561152 w 2119654"/>
              <a:gd name="connsiteY105243" fmla="*/ 620229 h 2398711"/>
              <a:gd name="connsiteX105244" fmla="*/ 562673 w 2119654"/>
              <a:gd name="connsiteY105244" fmla="*/ 620501 h 2398711"/>
              <a:gd name="connsiteX105245" fmla="*/ 563219 w 2119654"/>
              <a:gd name="connsiteY105245" fmla="*/ 618939 h 2398711"/>
              <a:gd name="connsiteX105246" fmla="*/ 560968 w 2119654"/>
              <a:gd name="connsiteY105246" fmla="*/ 616481 h 2398711"/>
              <a:gd name="connsiteX105247" fmla="*/ 528635 w 2119654"/>
              <a:gd name="connsiteY105247" fmla="*/ 687668 h 2398711"/>
              <a:gd name="connsiteX105248" fmla="*/ 529146 w 2119654"/>
              <a:gd name="connsiteY105248" fmla="*/ 689271 h 2398711"/>
              <a:gd name="connsiteX105249" fmla="*/ 530392 w 2119654"/>
              <a:gd name="connsiteY105249" fmla="*/ 690471 h 2398711"/>
              <a:gd name="connsiteX105250" fmla="*/ 530127 w 2119654"/>
              <a:gd name="connsiteY105250" fmla="*/ 689117 h 2398711"/>
              <a:gd name="connsiteX105251" fmla="*/ 577995 w 2119654"/>
              <a:gd name="connsiteY105251" fmla="*/ 577078 h 2398711"/>
              <a:gd name="connsiteX105252" fmla="*/ 577868 w 2119654"/>
              <a:gd name="connsiteY105252" fmla="*/ 577495 h 2398711"/>
              <a:gd name="connsiteX105253" fmla="*/ 578271 w 2119654"/>
              <a:gd name="connsiteY105253" fmla="*/ 577879 h 2398711"/>
              <a:gd name="connsiteX105254" fmla="*/ 646333 w 2119654"/>
              <a:gd name="connsiteY105254" fmla="*/ 424018 h 2398711"/>
              <a:gd name="connsiteX105255" fmla="*/ 646503 w 2119654"/>
              <a:gd name="connsiteY105255" fmla="*/ 425418 h 2398711"/>
              <a:gd name="connsiteX105256" fmla="*/ 648182 w 2119654"/>
              <a:gd name="connsiteY105256" fmla="*/ 427082 h 2398711"/>
              <a:gd name="connsiteX105257" fmla="*/ 648374 w 2119654"/>
              <a:gd name="connsiteY105257" fmla="*/ 426131 h 2398711"/>
              <a:gd name="connsiteX105258" fmla="*/ 346862 w 2119654"/>
              <a:gd name="connsiteY105258" fmla="*/ 1094546 h 2398711"/>
              <a:gd name="connsiteX105259" fmla="*/ 347624 w 2119654"/>
              <a:gd name="connsiteY105259" fmla="*/ 1096158 h 2398711"/>
              <a:gd name="connsiteX105260" fmla="*/ 347778 w 2119654"/>
              <a:gd name="connsiteY105260" fmla="*/ 1095505 h 2398711"/>
              <a:gd name="connsiteX105261" fmla="*/ 618553 w 2119654"/>
              <a:gd name="connsiteY105261" fmla="*/ 486173 h 2398711"/>
              <a:gd name="connsiteX105262" fmla="*/ 618122 w 2119654"/>
              <a:gd name="connsiteY105262" fmla="*/ 489085 h 2398711"/>
              <a:gd name="connsiteX105263" fmla="*/ 619228 w 2119654"/>
              <a:gd name="connsiteY105263" fmla="*/ 489625 h 2398711"/>
              <a:gd name="connsiteX105264" fmla="*/ 226571 w 2119654"/>
              <a:gd name="connsiteY105264" fmla="*/ 1363870 h 2398711"/>
              <a:gd name="connsiteX105265" fmla="*/ 234687 w 2119654"/>
              <a:gd name="connsiteY105265" fmla="*/ 1370832 h 2398711"/>
              <a:gd name="connsiteX105266" fmla="*/ 234235 w 2119654"/>
              <a:gd name="connsiteY105266" fmla="*/ 1369648 h 2398711"/>
              <a:gd name="connsiteX105267" fmla="*/ 277428 w 2119654"/>
              <a:gd name="connsiteY105267" fmla="*/ 1249970 h 2398711"/>
              <a:gd name="connsiteX105268" fmla="*/ 277876 w 2119654"/>
              <a:gd name="connsiteY105268" fmla="*/ 1251003 h 2398711"/>
              <a:gd name="connsiteX105269" fmla="*/ 277992 w 2119654"/>
              <a:gd name="connsiteY105269" fmla="*/ 1251172 h 2398711"/>
              <a:gd name="connsiteX105270" fmla="*/ 277757 w 2119654"/>
              <a:gd name="connsiteY105270" fmla="*/ 1250207 h 2398711"/>
              <a:gd name="connsiteX105271" fmla="*/ 286466 w 2119654"/>
              <a:gd name="connsiteY105271" fmla="*/ 1229710 h 2398711"/>
              <a:gd name="connsiteX105272" fmla="*/ 291141 w 2119654"/>
              <a:gd name="connsiteY105272" fmla="*/ 1236485 h 2398711"/>
              <a:gd name="connsiteX105273" fmla="*/ 290257 w 2119654"/>
              <a:gd name="connsiteY105273" fmla="*/ 1233419 h 2398711"/>
              <a:gd name="connsiteX105274" fmla="*/ 615631 w 2119654"/>
              <a:gd name="connsiteY105274" fmla="*/ 492634 h 2398711"/>
              <a:gd name="connsiteX105275" fmla="*/ 614178 w 2119654"/>
              <a:gd name="connsiteY105275" fmla="*/ 507870 h 2398711"/>
              <a:gd name="connsiteX105276" fmla="*/ 614915 w 2119654"/>
              <a:gd name="connsiteY105276" fmla="*/ 508267 h 2398711"/>
              <a:gd name="connsiteX105277" fmla="*/ 616533 w 2119654"/>
              <a:gd name="connsiteY105277" fmla="*/ 497343 h 2398711"/>
              <a:gd name="connsiteX105278" fmla="*/ 289142 w 2119654"/>
              <a:gd name="connsiteY105278" fmla="*/ 1223694 h 2398711"/>
              <a:gd name="connsiteX105279" fmla="*/ 292484 w 2119654"/>
              <a:gd name="connsiteY105279" fmla="*/ 1235286 h 2398711"/>
              <a:gd name="connsiteX105280" fmla="*/ 295141 w 2119654"/>
              <a:gd name="connsiteY105280" fmla="*/ 1237884 h 2398711"/>
              <a:gd name="connsiteX105281" fmla="*/ 296018 w 2119654"/>
              <a:gd name="connsiteY105281" fmla="*/ 1238719 h 2398711"/>
              <a:gd name="connsiteX105282" fmla="*/ 295366 w 2119654"/>
              <a:gd name="connsiteY105282" fmla="*/ 1235526 h 2398711"/>
              <a:gd name="connsiteX105283" fmla="*/ 292159 w 2119654"/>
              <a:gd name="connsiteY105283" fmla="*/ 1227524 h 2398711"/>
              <a:gd name="connsiteX105284" fmla="*/ 584507 w 2119654"/>
              <a:gd name="connsiteY105284" fmla="*/ 562184 h 2398711"/>
              <a:gd name="connsiteX105285" fmla="*/ 584471 w 2119654"/>
              <a:gd name="connsiteY105285" fmla="*/ 562465 h 2398711"/>
              <a:gd name="connsiteX105286" fmla="*/ 584617 w 2119654"/>
              <a:gd name="connsiteY105286" fmla="*/ 562484 h 2398711"/>
              <a:gd name="connsiteX105287" fmla="*/ 668322 w 2119654"/>
              <a:gd name="connsiteY105287" fmla="*/ 374352 h 2398711"/>
              <a:gd name="connsiteX105288" fmla="*/ 665576 w 2119654"/>
              <a:gd name="connsiteY105288" fmla="*/ 386687 h 2398711"/>
              <a:gd name="connsiteX105289" fmla="*/ 666096 w 2119654"/>
              <a:gd name="connsiteY105289" fmla="*/ 386995 h 2398711"/>
              <a:gd name="connsiteX105290" fmla="*/ 666096 w 2119654"/>
              <a:gd name="connsiteY105290" fmla="*/ 386989 h 2398711"/>
              <a:gd name="connsiteX105291" fmla="*/ 666307 w 2119654"/>
              <a:gd name="connsiteY105291" fmla="*/ 386711 h 2398711"/>
              <a:gd name="connsiteX105292" fmla="*/ 666314 w 2119654"/>
              <a:gd name="connsiteY105292" fmla="*/ 387126 h 2398711"/>
              <a:gd name="connsiteX105293" fmla="*/ 674442 w 2119654"/>
              <a:gd name="connsiteY105293" fmla="*/ 391969 h 2398711"/>
              <a:gd name="connsiteX105294" fmla="*/ 673948 w 2119654"/>
              <a:gd name="connsiteY105294" fmla="*/ 378171 h 2398711"/>
              <a:gd name="connsiteX105295" fmla="*/ 671775 w 2119654"/>
              <a:gd name="connsiteY105295" fmla="*/ 375678 h 2398711"/>
              <a:gd name="connsiteX105296" fmla="*/ 280997 w 2119654"/>
              <a:gd name="connsiteY105296" fmla="*/ 1241578 h 2398711"/>
              <a:gd name="connsiteX105297" fmla="*/ 281271 w 2119654"/>
              <a:gd name="connsiteY105297" fmla="*/ 1242372 h 2398711"/>
              <a:gd name="connsiteX105298" fmla="*/ 281447 w 2119654"/>
              <a:gd name="connsiteY105298" fmla="*/ 1242641 h 2398711"/>
              <a:gd name="connsiteX105299" fmla="*/ 281592 w 2119654"/>
              <a:gd name="connsiteY105299" fmla="*/ 1242719 h 2398711"/>
              <a:gd name="connsiteX105300" fmla="*/ 598493 w 2119654"/>
              <a:gd name="connsiteY105300" fmla="*/ 530632 h 2398711"/>
              <a:gd name="connsiteX105301" fmla="*/ 598426 w 2119654"/>
              <a:gd name="connsiteY105301" fmla="*/ 530800 h 2398711"/>
              <a:gd name="connsiteX105302" fmla="*/ 598542 w 2119654"/>
              <a:gd name="connsiteY105302" fmla="*/ 530839 h 2398711"/>
              <a:gd name="connsiteX105303" fmla="*/ 297585 w 2119654"/>
              <a:gd name="connsiteY105303" fmla="*/ 1204196 h 2398711"/>
              <a:gd name="connsiteX105304" fmla="*/ 298365 w 2119654"/>
              <a:gd name="connsiteY105304" fmla="*/ 1205026 h 2398711"/>
              <a:gd name="connsiteX105305" fmla="*/ 298210 w 2119654"/>
              <a:gd name="connsiteY105305" fmla="*/ 1204531 h 2398711"/>
              <a:gd name="connsiteX105306" fmla="*/ 652566 w 2119654"/>
              <a:gd name="connsiteY105306" fmla="*/ 409178 h 2398711"/>
              <a:gd name="connsiteX105307" fmla="*/ 652337 w 2119654"/>
              <a:gd name="connsiteY105307" fmla="*/ 410309 h 2398711"/>
              <a:gd name="connsiteX105308" fmla="*/ 651905 w 2119654"/>
              <a:gd name="connsiteY105308" fmla="*/ 420467 h 2398711"/>
              <a:gd name="connsiteX105309" fmla="*/ 656638 w 2119654"/>
              <a:gd name="connsiteY105309" fmla="*/ 424413 h 2398711"/>
              <a:gd name="connsiteX105310" fmla="*/ 658780 w 2119654"/>
              <a:gd name="connsiteY105310" fmla="*/ 414796 h 2398711"/>
              <a:gd name="connsiteX105311" fmla="*/ 668627 w 2119654"/>
              <a:gd name="connsiteY105311" fmla="*/ 372984 h 2398711"/>
              <a:gd name="connsiteX105312" fmla="*/ 668404 w 2119654"/>
              <a:gd name="connsiteY105312" fmla="*/ 373986 h 2398711"/>
              <a:gd name="connsiteX105313" fmla="*/ 671255 w 2119654"/>
              <a:gd name="connsiteY105313" fmla="*/ 375081 h 2398711"/>
              <a:gd name="connsiteX105314" fmla="*/ 670866 w 2119654"/>
              <a:gd name="connsiteY105314" fmla="*/ 374635 h 2398711"/>
              <a:gd name="connsiteX105315" fmla="*/ 345471 w 2119654"/>
              <a:gd name="connsiteY105315" fmla="*/ 1096541 h 2398711"/>
              <a:gd name="connsiteX105316" fmla="*/ 345773 w 2119654"/>
              <a:gd name="connsiteY105316" fmla="*/ 1099690 h 2398711"/>
              <a:gd name="connsiteX105317" fmla="*/ 346590 w 2119654"/>
              <a:gd name="connsiteY105317" fmla="*/ 1100531 h 2398711"/>
              <a:gd name="connsiteX105318" fmla="*/ 346778 w 2119654"/>
              <a:gd name="connsiteY105318" fmla="*/ 1099734 h 2398711"/>
              <a:gd name="connsiteX105319" fmla="*/ 346421 w 2119654"/>
              <a:gd name="connsiteY105319" fmla="*/ 1098341 h 2398711"/>
              <a:gd name="connsiteX105320" fmla="*/ 346361 w 2119654"/>
              <a:gd name="connsiteY105320" fmla="*/ 1098095 h 2398711"/>
              <a:gd name="connsiteX105321" fmla="*/ 345786 w 2119654"/>
              <a:gd name="connsiteY105321" fmla="*/ 1096879 h 2398711"/>
              <a:gd name="connsiteX105322" fmla="*/ 632460 w 2119654"/>
              <a:gd name="connsiteY105322" fmla="*/ 453865 h 2398711"/>
              <a:gd name="connsiteX105323" fmla="*/ 632366 w 2119654"/>
              <a:gd name="connsiteY105323" fmla="*/ 454619 h 2398711"/>
              <a:gd name="connsiteX105324" fmla="*/ 639092 w 2119654"/>
              <a:gd name="connsiteY105324" fmla="*/ 468971 h 2398711"/>
              <a:gd name="connsiteX105325" fmla="*/ 639598 w 2119654"/>
              <a:gd name="connsiteY105325" fmla="*/ 469477 h 2398711"/>
              <a:gd name="connsiteX105326" fmla="*/ 641264 w 2119654"/>
              <a:gd name="connsiteY105326" fmla="*/ 461247 h 2398711"/>
              <a:gd name="connsiteX105327" fmla="*/ 637441 w 2119654"/>
              <a:gd name="connsiteY105327" fmla="*/ 457413 h 2398711"/>
              <a:gd name="connsiteX105328" fmla="*/ 636994 w 2119654"/>
              <a:gd name="connsiteY105328" fmla="*/ 456978 h 2398711"/>
              <a:gd name="connsiteX105329" fmla="*/ 246125 w 2119654"/>
              <a:gd name="connsiteY105329" fmla="*/ 1318742 h 2398711"/>
              <a:gd name="connsiteX105330" fmla="*/ 248899 w 2119654"/>
              <a:gd name="connsiteY105330" fmla="*/ 1325864 h 2398711"/>
              <a:gd name="connsiteX105331" fmla="*/ 253779 w 2119654"/>
              <a:gd name="connsiteY105331" fmla="*/ 1328539 h 2398711"/>
              <a:gd name="connsiteX105332" fmla="*/ 249965 w 2119654"/>
              <a:gd name="connsiteY105332" fmla="*/ 1322292 h 2398711"/>
              <a:gd name="connsiteX105333" fmla="*/ 247919 w 2119654"/>
              <a:gd name="connsiteY105333" fmla="*/ 1320064 h 2398711"/>
              <a:gd name="connsiteX105334" fmla="*/ 668790 w 2119654"/>
              <a:gd name="connsiteY105334" fmla="*/ 372252 h 2398711"/>
              <a:gd name="connsiteX105335" fmla="*/ 668752 w 2119654"/>
              <a:gd name="connsiteY105335" fmla="*/ 372424 h 2398711"/>
              <a:gd name="connsiteX105336" fmla="*/ 669279 w 2119654"/>
              <a:gd name="connsiteY105336" fmla="*/ 372814 h 2398711"/>
              <a:gd name="connsiteX105337" fmla="*/ 251885 w 2119654"/>
              <a:gd name="connsiteY105337" fmla="*/ 1305533 h 2398711"/>
              <a:gd name="connsiteX105338" fmla="*/ 255289 w 2119654"/>
              <a:gd name="connsiteY105338" fmla="*/ 1309410 h 2398711"/>
              <a:gd name="connsiteX105339" fmla="*/ 254189 w 2119654"/>
              <a:gd name="connsiteY105339" fmla="*/ 1307088 h 2398711"/>
              <a:gd name="connsiteX105340" fmla="*/ 496918 w 2119654"/>
              <a:gd name="connsiteY105340" fmla="*/ 756765 h 2398711"/>
              <a:gd name="connsiteX105341" fmla="*/ 497192 w 2119654"/>
              <a:gd name="connsiteY105341" fmla="*/ 760262 h 2398711"/>
              <a:gd name="connsiteX105342" fmla="*/ 498608 w 2119654"/>
              <a:gd name="connsiteY105342" fmla="*/ 763581 h 2398711"/>
              <a:gd name="connsiteX105343" fmla="*/ 499050 w 2119654"/>
              <a:gd name="connsiteY105343" fmla="*/ 762936 h 2398711"/>
              <a:gd name="connsiteX105344" fmla="*/ 580150 w 2119654"/>
              <a:gd name="connsiteY105344" fmla="*/ 570282 h 2398711"/>
              <a:gd name="connsiteX105345" fmla="*/ 580980 w 2119654"/>
              <a:gd name="connsiteY105345" fmla="*/ 571143 h 2398711"/>
              <a:gd name="connsiteX105346" fmla="*/ 581085 w 2119654"/>
              <a:gd name="connsiteY105346" fmla="*/ 571205 h 2398711"/>
              <a:gd name="connsiteX105347" fmla="*/ 581129 w 2119654"/>
              <a:gd name="connsiteY105347" fmla="*/ 570579 h 2398711"/>
              <a:gd name="connsiteX105348" fmla="*/ 273292 w 2119654"/>
              <a:gd name="connsiteY105348" fmla="*/ 1257343 h 2398711"/>
              <a:gd name="connsiteX105349" fmla="*/ 280539 w 2119654"/>
              <a:gd name="connsiteY105349" fmla="*/ 1273034 h 2398711"/>
              <a:gd name="connsiteX105350" fmla="*/ 281930 w 2119654"/>
              <a:gd name="connsiteY105350" fmla="*/ 1274358 h 2398711"/>
              <a:gd name="connsiteX105351" fmla="*/ 282734 w 2119654"/>
              <a:gd name="connsiteY105351" fmla="*/ 1274797 h 2398711"/>
              <a:gd name="connsiteX105352" fmla="*/ 276980 w 2119654"/>
              <a:gd name="connsiteY105352" fmla="*/ 1262048 h 2398711"/>
              <a:gd name="connsiteX105353" fmla="*/ 277057 w 2119654"/>
              <a:gd name="connsiteY105353" fmla="*/ 1261736 h 2398711"/>
              <a:gd name="connsiteX105354" fmla="*/ 283023 w 2119654"/>
              <a:gd name="connsiteY105354" fmla="*/ 1274955 h 2398711"/>
              <a:gd name="connsiteX105355" fmla="*/ 283900 w 2119654"/>
              <a:gd name="connsiteY105355" fmla="*/ 1275433 h 2398711"/>
              <a:gd name="connsiteX105356" fmla="*/ 281583 w 2119654"/>
              <a:gd name="connsiteY105356" fmla="*/ 1265918 h 2398711"/>
              <a:gd name="connsiteX105357" fmla="*/ 278976 w 2119654"/>
              <a:gd name="connsiteY105357" fmla="*/ 1263349 h 2398711"/>
              <a:gd name="connsiteX105358" fmla="*/ 275287 w 2119654"/>
              <a:gd name="connsiteY105358" fmla="*/ 1258520 h 2398711"/>
              <a:gd name="connsiteX105359" fmla="*/ 632608 w 2119654"/>
              <a:gd name="connsiteY105359" fmla="*/ 452697 h 2398711"/>
              <a:gd name="connsiteX105360" fmla="*/ 632492 w 2119654"/>
              <a:gd name="connsiteY105360" fmla="*/ 453616 h 2398711"/>
              <a:gd name="connsiteX105361" fmla="*/ 636061 w 2119654"/>
              <a:gd name="connsiteY105361" fmla="*/ 456068 h 2398711"/>
              <a:gd name="connsiteX105362" fmla="*/ 566412 w 2119654"/>
              <a:gd name="connsiteY105362" fmla="*/ 600825 h 2398711"/>
              <a:gd name="connsiteX105363" fmla="*/ 566651 w 2119654"/>
              <a:gd name="connsiteY105363" fmla="*/ 602792 h 2398711"/>
              <a:gd name="connsiteX105364" fmla="*/ 566881 w 2119654"/>
              <a:gd name="connsiteY105364" fmla="*/ 602905 h 2398711"/>
              <a:gd name="connsiteX105365" fmla="*/ 567067 w 2119654"/>
              <a:gd name="connsiteY105365" fmla="*/ 601447 h 2398711"/>
              <a:gd name="connsiteX105366" fmla="*/ 198842 w 2119654"/>
              <a:gd name="connsiteY105366" fmla="*/ 1423854 h 2398711"/>
              <a:gd name="connsiteX105367" fmla="*/ 209965 w 2119654"/>
              <a:gd name="connsiteY105367" fmla="*/ 1437974 h 2398711"/>
              <a:gd name="connsiteX105368" fmla="*/ 220717 w 2119654"/>
              <a:gd name="connsiteY105368" fmla="*/ 1445517 h 2398711"/>
              <a:gd name="connsiteX105369" fmla="*/ 208190 w 2119654"/>
              <a:gd name="connsiteY105369" fmla="*/ 1429052 h 2398711"/>
              <a:gd name="connsiteX105370" fmla="*/ 604345 w 2119654"/>
              <a:gd name="connsiteY105370" fmla="*/ 515829 h 2398711"/>
              <a:gd name="connsiteX105371" fmla="*/ 600608 w 2119654"/>
              <a:gd name="connsiteY105371" fmla="*/ 525281 h 2398711"/>
              <a:gd name="connsiteX105372" fmla="*/ 600196 w 2119654"/>
              <a:gd name="connsiteY105372" fmla="*/ 528177 h 2398711"/>
              <a:gd name="connsiteX105373" fmla="*/ 604517 w 2119654"/>
              <a:gd name="connsiteY105373" fmla="*/ 531830 h 2398711"/>
              <a:gd name="connsiteX105374" fmla="*/ 641412 w 2119654"/>
              <a:gd name="connsiteY105374" fmla="*/ 432776 h 2398711"/>
              <a:gd name="connsiteX105375" fmla="*/ 642419 w 2119654"/>
              <a:gd name="connsiteY105375" fmla="*/ 438028 h 2398711"/>
              <a:gd name="connsiteX105376" fmla="*/ 645505 w 2119654"/>
              <a:gd name="connsiteY105376" fmla="*/ 440303 h 2398711"/>
              <a:gd name="connsiteX105377" fmla="*/ 646307 w 2119654"/>
              <a:gd name="connsiteY105377" fmla="*/ 436338 h 2398711"/>
              <a:gd name="connsiteX105378" fmla="*/ 567922 w 2119654"/>
              <a:gd name="connsiteY105378" fmla="*/ 597318 h 2398711"/>
              <a:gd name="connsiteX105379" fmla="*/ 567378 w 2119654"/>
              <a:gd name="connsiteY105379" fmla="*/ 601563 h 2398711"/>
              <a:gd name="connsiteX105380" fmla="*/ 568874 w 2119654"/>
              <a:gd name="connsiteY105380" fmla="*/ 602983 h 2398711"/>
              <a:gd name="connsiteX105381" fmla="*/ 569902 w 2119654"/>
              <a:gd name="connsiteY105381" fmla="*/ 598230 h 2398711"/>
              <a:gd name="connsiteX105382" fmla="*/ 572710 w 2119654"/>
              <a:gd name="connsiteY105382" fmla="*/ 586442 h 2398711"/>
              <a:gd name="connsiteX105383" fmla="*/ 571896 w 2119654"/>
              <a:gd name="connsiteY105383" fmla="*/ 590200 h 2398711"/>
              <a:gd name="connsiteX105384" fmla="*/ 572357 w 2119654"/>
              <a:gd name="connsiteY105384" fmla="*/ 590637 h 2398711"/>
              <a:gd name="connsiteX105385" fmla="*/ 573352 w 2119654"/>
              <a:gd name="connsiteY105385" fmla="*/ 591049 h 2398711"/>
              <a:gd name="connsiteX105386" fmla="*/ 574351 w 2119654"/>
              <a:gd name="connsiteY105386" fmla="*/ 587800 h 2398711"/>
              <a:gd name="connsiteX105387" fmla="*/ 574332 w 2119654"/>
              <a:gd name="connsiteY105387" fmla="*/ 586933 h 2398711"/>
              <a:gd name="connsiteX105388" fmla="*/ 620249 w 2119654"/>
              <a:gd name="connsiteY105388" fmla="*/ 479945 h 2398711"/>
              <a:gd name="connsiteX105389" fmla="*/ 621887 w 2119654"/>
              <a:gd name="connsiteY105389" fmla="*/ 490921 h 2398711"/>
              <a:gd name="connsiteX105390" fmla="*/ 624129 w 2119654"/>
              <a:gd name="connsiteY105390" fmla="*/ 492015 h 2398711"/>
              <a:gd name="connsiteX105391" fmla="*/ 625374 w 2119654"/>
              <a:gd name="connsiteY105391" fmla="*/ 483276 h 2398711"/>
              <a:gd name="connsiteX105392" fmla="*/ 621989 w 2119654"/>
              <a:gd name="connsiteY105392" fmla="*/ 480796 h 2398711"/>
              <a:gd name="connsiteX105393" fmla="*/ 622141 w 2119654"/>
              <a:gd name="connsiteY105393" fmla="*/ 480790 h 2398711"/>
              <a:gd name="connsiteX105394" fmla="*/ 605396 w 2119654"/>
              <a:gd name="connsiteY105394" fmla="*/ 513167 h 2398711"/>
              <a:gd name="connsiteX105395" fmla="*/ 604815 w 2119654"/>
              <a:gd name="connsiteY105395" fmla="*/ 514637 h 2398711"/>
              <a:gd name="connsiteX105396" fmla="*/ 604961 w 2119654"/>
              <a:gd name="connsiteY105396" fmla="*/ 528205 h 2398711"/>
              <a:gd name="connsiteX105397" fmla="*/ 605374 w 2119654"/>
              <a:gd name="connsiteY105397" fmla="*/ 532555 h 2398711"/>
              <a:gd name="connsiteX105398" fmla="*/ 606189 w 2119654"/>
              <a:gd name="connsiteY105398" fmla="*/ 533245 h 2398711"/>
              <a:gd name="connsiteX105399" fmla="*/ 609591 w 2119654"/>
              <a:gd name="connsiteY105399" fmla="*/ 516446 h 2398711"/>
              <a:gd name="connsiteX105400" fmla="*/ 515996 w 2119654"/>
              <a:gd name="connsiteY105400" fmla="*/ 713340 h 2398711"/>
              <a:gd name="connsiteX105401" fmla="*/ 516068 w 2119654"/>
              <a:gd name="connsiteY105401" fmla="*/ 714005 h 2398711"/>
              <a:gd name="connsiteX105402" fmla="*/ 517133 w 2119654"/>
              <a:gd name="connsiteY105402" fmla="*/ 714953 h 2398711"/>
              <a:gd name="connsiteX105403" fmla="*/ 176271 w 2119654"/>
              <a:gd name="connsiteY105403" fmla="*/ 1473991 h 2398711"/>
              <a:gd name="connsiteX105404" fmla="*/ 181410 w 2119654"/>
              <a:gd name="connsiteY105404" fmla="*/ 1482921 h 2398711"/>
              <a:gd name="connsiteX105405" fmla="*/ 191434 w 2119654"/>
              <a:gd name="connsiteY105405" fmla="*/ 1485717 h 2398711"/>
              <a:gd name="connsiteX105406" fmla="*/ 176724 w 2119654"/>
              <a:gd name="connsiteY105406" fmla="*/ 1474258 h 2398711"/>
              <a:gd name="connsiteX105407" fmla="*/ 529284 w 2119654"/>
              <a:gd name="connsiteY105407" fmla="*/ 683508 h 2398711"/>
              <a:gd name="connsiteX105408" fmla="*/ 529320 w 2119654"/>
              <a:gd name="connsiteY105408" fmla="*/ 683689 h 2398711"/>
              <a:gd name="connsiteX105409" fmla="*/ 529467 w 2119654"/>
              <a:gd name="connsiteY105409" fmla="*/ 683801 h 2398711"/>
              <a:gd name="connsiteX105410" fmla="*/ 529346 w 2119654"/>
              <a:gd name="connsiteY105410" fmla="*/ 683514 h 2398711"/>
              <a:gd name="connsiteX105411" fmla="*/ 548300 w 2119654"/>
              <a:gd name="connsiteY105411" fmla="*/ 640815 h 2398711"/>
              <a:gd name="connsiteX105412" fmla="*/ 548326 w 2119654"/>
              <a:gd name="connsiteY105412" fmla="*/ 640989 h 2398711"/>
              <a:gd name="connsiteX105413" fmla="*/ 548343 w 2119654"/>
              <a:gd name="connsiteY105413" fmla="*/ 640881 h 2398711"/>
              <a:gd name="connsiteX105414" fmla="*/ 509609 w 2119654"/>
              <a:gd name="connsiteY105414" fmla="*/ 727449 h 2398711"/>
              <a:gd name="connsiteX105415" fmla="*/ 509595 w 2119654"/>
              <a:gd name="connsiteY105415" fmla="*/ 727594 h 2398711"/>
              <a:gd name="connsiteX105416" fmla="*/ 509685 w 2119654"/>
              <a:gd name="connsiteY105416" fmla="*/ 727757 h 2398711"/>
              <a:gd name="connsiteX105417" fmla="*/ 543689 w 2119654"/>
              <a:gd name="connsiteY105417" fmla="*/ 650804 h 2398711"/>
              <a:gd name="connsiteX105418" fmla="*/ 543162 w 2119654"/>
              <a:gd name="connsiteY105418" fmla="*/ 654874 h 2398711"/>
              <a:gd name="connsiteX105419" fmla="*/ 544437 w 2119654"/>
              <a:gd name="connsiteY105419" fmla="*/ 655719 h 2398711"/>
              <a:gd name="connsiteX105420" fmla="*/ 545366 w 2119654"/>
              <a:gd name="connsiteY105420" fmla="*/ 652540 h 2398711"/>
              <a:gd name="connsiteX105421" fmla="*/ 615997 w 2119654"/>
              <a:gd name="connsiteY105421" fmla="*/ 488795 h 2398711"/>
              <a:gd name="connsiteX105422" fmla="*/ 615919 w 2119654"/>
              <a:gd name="connsiteY105422" fmla="*/ 489612 h 2398711"/>
              <a:gd name="connsiteX105423" fmla="*/ 616912 w 2119654"/>
              <a:gd name="connsiteY105423" fmla="*/ 494790 h 2398711"/>
              <a:gd name="connsiteX105424" fmla="*/ 617678 w 2119654"/>
              <a:gd name="connsiteY105424" fmla="*/ 489614 h 2398711"/>
              <a:gd name="connsiteX105425" fmla="*/ 631799 w 2119654"/>
              <a:gd name="connsiteY105425" fmla="*/ 453410 h 2398711"/>
              <a:gd name="connsiteX105426" fmla="*/ 631984 w 2119654"/>
              <a:gd name="connsiteY105426" fmla="*/ 453805 h 2398711"/>
              <a:gd name="connsiteX105427" fmla="*/ 632015 w 2119654"/>
              <a:gd name="connsiteY105427" fmla="*/ 453559 h 2398711"/>
              <a:gd name="connsiteX105428" fmla="*/ 675773 w 2119654"/>
              <a:gd name="connsiteY105428" fmla="*/ 354867 h 2398711"/>
              <a:gd name="connsiteX105429" fmla="*/ 690035 w 2119654"/>
              <a:gd name="connsiteY105429" fmla="*/ 371895 h 2398711"/>
              <a:gd name="connsiteX105430" fmla="*/ 692307 w 2119654"/>
              <a:gd name="connsiteY105430" fmla="*/ 374683 h 2398711"/>
              <a:gd name="connsiteX105431" fmla="*/ 692313 w 2119654"/>
              <a:gd name="connsiteY105431" fmla="*/ 374504 h 2398711"/>
              <a:gd name="connsiteX105432" fmla="*/ 692312 w 2119654"/>
              <a:gd name="connsiteY105432" fmla="*/ 374690 h 2398711"/>
              <a:gd name="connsiteX105433" fmla="*/ 698465 w 2119654"/>
              <a:gd name="connsiteY105433" fmla="*/ 382240 h 2398711"/>
              <a:gd name="connsiteX105434" fmla="*/ 699772 w 2119654"/>
              <a:gd name="connsiteY105434" fmla="*/ 378667 h 2398711"/>
              <a:gd name="connsiteX105435" fmla="*/ 692418 w 2119654"/>
              <a:gd name="connsiteY105435" fmla="*/ 371374 h 2398711"/>
              <a:gd name="connsiteX105436" fmla="*/ 692313 w 2119654"/>
              <a:gd name="connsiteY105436" fmla="*/ 374504 h 2398711"/>
              <a:gd name="connsiteX105437" fmla="*/ 692318 w 2119654"/>
              <a:gd name="connsiteY105437" fmla="*/ 372842 h 2398711"/>
              <a:gd name="connsiteX105438" fmla="*/ 692381 w 2119654"/>
              <a:gd name="connsiteY105438" fmla="*/ 371337 h 2398711"/>
              <a:gd name="connsiteX105439" fmla="*/ 582960 w 2119654"/>
              <a:gd name="connsiteY105439" fmla="*/ 562591 h 2398711"/>
              <a:gd name="connsiteX105440" fmla="*/ 583122 w 2119654"/>
              <a:gd name="connsiteY105440" fmla="*/ 567073 h 2398711"/>
              <a:gd name="connsiteX105441" fmla="*/ 583598 w 2119654"/>
              <a:gd name="connsiteY105441" fmla="*/ 565869 h 2398711"/>
              <a:gd name="connsiteX105442" fmla="*/ 584001 w 2119654"/>
              <a:gd name="connsiteY105442" fmla="*/ 562720 h 2398711"/>
              <a:gd name="connsiteX105443" fmla="*/ 296209 w 2119654"/>
              <a:gd name="connsiteY105443" fmla="*/ 1204559 h 2398711"/>
              <a:gd name="connsiteX105444" fmla="*/ 296702 w 2119654"/>
              <a:gd name="connsiteY105444" fmla="*/ 1205759 h 2398711"/>
              <a:gd name="connsiteX105445" fmla="*/ 298127 w 2119654"/>
              <a:gd name="connsiteY105445" fmla="*/ 1207190 h 2398711"/>
              <a:gd name="connsiteX105446" fmla="*/ 581471 w 2119654"/>
              <a:gd name="connsiteY105446" fmla="*/ 565764 h 2398711"/>
              <a:gd name="connsiteX105447" fmla="*/ 580290 w 2119654"/>
              <a:gd name="connsiteY105447" fmla="*/ 569606 h 2398711"/>
              <a:gd name="connsiteX105448" fmla="*/ 581180 w 2119654"/>
              <a:gd name="connsiteY105448" fmla="*/ 569875 h 2398711"/>
              <a:gd name="connsiteX105449" fmla="*/ 314769 w 2119654"/>
              <a:gd name="connsiteY105449" fmla="*/ 1162883 h 2398711"/>
              <a:gd name="connsiteX105450" fmla="*/ 315010 w 2119654"/>
              <a:gd name="connsiteY105450" fmla="*/ 1165841 h 2398711"/>
              <a:gd name="connsiteX105451" fmla="*/ 315308 w 2119654"/>
              <a:gd name="connsiteY105451" fmla="*/ 1166252 h 2398711"/>
              <a:gd name="connsiteX105452" fmla="*/ 317073 w 2119654"/>
              <a:gd name="connsiteY105452" fmla="*/ 1168266 h 2398711"/>
              <a:gd name="connsiteX105453" fmla="*/ 319462 w 2119654"/>
              <a:gd name="connsiteY105453" fmla="*/ 1169234 h 2398711"/>
              <a:gd name="connsiteX105454" fmla="*/ 319275 w 2119654"/>
              <a:gd name="connsiteY105454" fmla="*/ 1167722 h 2398711"/>
              <a:gd name="connsiteX105455" fmla="*/ 245674 w 2119654"/>
              <a:gd name="connsiteY105455" fmla="*/ 1317582 h 2398711"/>
              <a:gd name="connsiteX105456" fmla="*/ 245881 w 2119654"/>
              <a:gd name="connsiteY105456" fmla="*/ 1318114 h 2398711"/>
              <a:gd name="connsiteX105457" fmla="*/ 246645 w 2119654"/>
              <a:gd name="connsiteY105457" fmla="*/ 1318678 h 2398711"/>
              <a:gd name="connsiteX105458" fmla="*/ 245776 w 2119654"/>
              <a:gd name="connsiteY105458" fmla="*/ 1317730 h 2398711"/>
              <a:gd name="connsiteX105459" fmla="*/ 245773 w 2119654"/>
              <a:gd name="connsiteY105459" fmla="*/ 1317690 h 2398711"/>
              <a:gd name="connsiteX105460" fmla="*/ 573226 w 2119654"/>
              <a:gd name="connsiteY105460" fmla="*/ 584061 h 2398711"/>
              <a:gd name="connsiteX105461" fmla="*/ 572748 w 2119654"/>
              <a:gd name="connsiteY105461" fmla="*/ 586267 h 2398711"/>
              <a:gd name="connsiteX105462" fmla="*/ 574328 w 2119654"/>
              <a:gd name="connsiteY105462" fmla="*/ 586760 h 2398711"/>
              <a:gd name="connsiteX105463" fmla="*/ 574277 w 2119654"/>
              <a:gd name="connsiteY105463" fmla="*/ 584471 h 2398711"/>
              <a:gd name="connsiteX105464" fmla="*/ 519436 w 2119654"/>
              <a:gd name="connsiteY105464" fmla="*/ 704346 h 2398711"/>
              <a:gd name="connsiteX105465" fmla="*/ 519849 w 2119654"/>
              <a:gd name="connsiteY105465" fmla="*/ 705090 h 2398711"/>
              <a:gd name="connsiteX105466" fmla="*/ 522398 w 2119654"/>
              <a:gd name="connsiteY105466" fmla="*/ 708968 h 2398711"/>
              <a:gd name="connsiteX105467" fmla="*/ 522650 w 2119654"/>
              <a:gd name="connsiteY105467" fmla="*/ 705936 h 2398711"/>
              <a:gd name="connsiteX105468" fmla="*/ 573392 w 2119654"/>
              <a:gd name="connsiteY105468" fmla="*/ 583294 h 2398711"/>
              <a:gd name="connsiteX105469" fmla="*/ 573344 w 2119654"/>
              <a:gd name="connsiteY105469" fmla="*/ 583514 h 2398711"/>
              <a:gd name="connsiteX105470" fmla="*/ 574263 w 2119654"/>
              <a:gd name="connsiteY105470" fmla="*/ 583872 h 2398711"/>
              <a:gd name="connsiteX105471" fmla="*/ 574263 w 2119654"/>
              <a:gd name="connsiteY105471" fmla="*/ 583813 h 2398711"/>
              <a:gd name="connsiteX105472" fmla="*/ 527316 w 2119654"/>
              <a:gd name="connsiteY105472" fmla="*/ 686387 h 2398711"/>
              <a:gd name="connsiteX105473" fmla="*/ 527529 w 2119654"/>
              <a:gd name="connsiteY105473" fmla="*/ 687714 h 2398711"/>
              <a:gd name="connsiteX105474" fmla="*/ 528602 w 2119654"/>
              <a:gd name="connsiteY105474" fmla="*/ 688747 h 2398711"/>
              <a:gd name="connsiteX105475" fmla="*/ 528088 w 2119654"/>
              <a:gd name="connsiteY105475" fmla="*/ 687137 h 2398711"/>
              <a:gd name="connsiteX105476" fmla="*/ 498640 w 2119654"/>
              <a:gd name="connsiteY105476" fmla="*/ 750567 h 2398711"/>
              <a:gd name="connsiteX105477" fmla="*/ 501033 w 2119654"/>
              <a:gd name="connsiteY105477" fmla="*/ 758119 h 2398711"/>
              <a:gd name="connsiteX105478" fmla="*/ 501290 w 2119654"/>
              <a:gd name="connsiteY105478" fmla="*/ 757488 h 2398711"/>
              <a:gd name="connsiteX105479" fmla="*/ 499060 w 2119654"/>
              <a:gd name="connsiteY105479" fmla="*/ 750740 h 2398711"/>
              <a:gd name="connsiteX105480" fmla="*/ 611383 w 2119654"/>
              <a:gd name="connsiteY105480" fmla="*/ 498023 h 2398711"/>
              <a:gd name="connsiteX105481" fmla="*/ 610316 w 2119654"/>
              <a:gd name="connsiteY105481" fmla="*/ 500723 h 2398711"/>
              <a:gd name="connsiteX105482" fmla="*/ 611141 w 2119654"/>
              <a:gd name="connsiteY105482" fmla="*/ 502485 h 2398711"/>
              <a:gd name="connsiteX105483" fmla="*/ 585234 w 2119654"/>
              <a:gd name="connsiteY105483" fmla="*/ 556501 h 2398711"/>
              <a:gd name="connsiteX105484" fmla="*/ 585205 w 2119654"/>
              <a:gd name="connsiteY105484" fmla="*/ 556729 h 2398711"/>
              <a:gd name="connsiteX105485" fmla="*/ 585339 w 2119654"/>
              <a:gd name="connsiteY105485" fmla="*/ 557184 h 2398711"/>
              <a:gd name="connsiteX105486" fmla="*/ 586155 w 2119654"/>
              <a:gd name="connsiteY105486" fmla="*/ 559403 h 2398711"/>
              <a:gd name="connsiteX105487" fmla="*/ 586779 w 2119654"/>
              <a:gd name="connsiteY105487" fmla="*/ 557823 h 2398711"/>
              <a:gd name="connsiteX105488" fmla="*/ 575182 w 2119654"/>
              <a:gd name="connsiteY105488" fmla="*/ 578997 h 2398711"/>
              <a:gd name="connsiteX105489" fmla="*/ 575714 w 2119654"/>
              <a:gd name="connsiteY105489" fmla="*/ 583364 h 2398711"/>
              <a:gd name="connsiteX105490" fmla="*/ 576633 w 2119654"/>
              <a:gd name="connsiteY105490" fmla="*/ 580373 h 2398711"/>
              <a:gd name="connsiteX105491" fmla="*/ 254134 w 2119654"/>
              <a:gd name="connsiteY105491" fmla="*/ 1297811 h 2398711"/>
              <a:gd name="connsiteX105492" fmla="*/ 257382 w 2119654"/>
              <a:gd name="connsiteY105492" fmla="*/ 1301012 h 2398711"/>
              <a:gd name="connsiteX105493" fmla="*/ 260510 w 2119654"/>
              <a:gd name="connsiteY105493" fmla="*/ 1303003 h 2398711"/>
              <a:gd name="connsiteX105494" fmla="*/ 260304 w 2119654"/>
              <a:gd name="connsiteY105494" fmla="*/ 1302636 h 2398711"/>
              <a:gd name="connsiteX105495" fmla="*/ 619523 w 2119654"/>
              <a:gd name="connsiteY105495" fmla="*/ 479621 h 2398711"/>
              <a:gd name="connsiteX105496" fmla="*/ 618701 w 2119654"/>
              <a:gd name="connsiteY105496" fmla="*/ 485179 h 2398711"/>
              <a:gd name="connsiteX105497" fmla="*/ 619322 w 2119654"/>
              <a:gd name="connsiteY105497" fmla="*/ 488359 h 2398711"/>
              <a:gd name="connsiteX105498" fmla="*/ 619628 w 2119654"/>
              <a:gd name="connsiteY105498" fmla="*/ 489820 h 2398711"/>
              <a:gd name="connsiteX105499" fmla="*/ 621439 w 2119654"/>
              <a:gd name="connsiteY105499" fmla="*/ 490704 h 2398711"/>
              <a:gd name="connsiteX105500" fmla="*/ 619805 w 2119654"/>
              <a:gd name="connsiteY105500" fmla="*/ 479747 h 2398711"/>
              <a:gd name="connsiteX105501" fmla="*/ 509810 w 2119654"/>
              <a:gd name="connsiteY105501" fmla="*/ 725288 h 2398711"/>
              <a:gd name="connsiteX105502" fmla="*/ 509783 w 2119654"/>
              <a:gd name="connsiteY105502" fmla="*/ 725581 h 2398711"/>
              <a:gd name="connsiteX105503" fmla="*/ 510576 w 2119654"/>
              <a:gd name="connsiteY105503" fmla="*/ 728747 h 2398711"/>
              <a:gd name="connsiteX105504" fmla="*/ 510184 w 2119654"/>
              <a:gd name="connsiteY105504" fmla="*/ 725582 h 2398711"/>
              <a:gd name="connsiteX105505" fmla="*/ 241021 w 2119654"/>
              <a:gd name="connsiteY105505" fmla="*/ 1327066 h 2398711"/>
              <a:gd name="connsiteX105506" fmla="*/ 248917 w 2119654"/>
              <a:gd name="connsiteY105506" fmla="*/ 1340452 h 2398711"/>
              <a:gd name="connsiteX105507" fmla="*/ 253320 w 2119654"/>
              <a:gd name="connsiteY105507" fmla="*/ 1342395 h 2398711"/>
              <a:gd name="connsiteX105508" fmla="*/ 251308 w 2119654"/>
              <a:gd name="connsiteY105508" fmla="*/ 1337227 h 2398711"/>
              <a:gd name="connsiteX105509" fmla="*/ 328581 w 2119654"/>
              <a:gd name="connsiteY105509" fmla="*/ 1130999 h 2398711"/>
              <a:gd name="connsiteX105510" fmla="*/ 329178 w 2119654"/>
              <a:gd name="connsiteY105510" fmla="*/ 1135893 h 2398711"/>
              <a:gd name="connsiteX105511" fmla="*/ 329224 w 2119654"/>
              <a:gd name="connsiteY105511" fmla="*/ 1135991 h 2398711"/>
              <a:gd name="connsiteX105512" fmla="*/ 331696 w 2119654"/>
              <a:gd name="connsiteY105512" fmla="*/ 1138116 h 2398711"/>
              <a:gd name="connsiteX105513" fmla="*/ 331645 w 2119654"/>
              <a:gd name="connsiteY105513" fmla="*/ 1137710 h 2398711"/>
              <a:gd name="connsiteX105514" fmla="*/ 330119 w 2119654"/>
              <a:gd name="connsiteY105514" fmla="*/ 1135364 h 2398711"/>
              <a:gd name="connsiteX105515" fmla="*/ 330161 w 2119654"/>
              <a:gd name="connsiteY105515" fmla="*/ 1134918 h 2398711"/>
              <a:gd name="connsiteX105516" fmla="*/ 331568 w 2119654"/>
              <a:gd name="connsiteY105516" fmla="*/ 1137083 h 2398711"/>
              <a:gd name="connsiteX105517" fmla="*/ 331274 w 2119654"/>
              <a:gd name="connsiteY105517" fmla="*/ 1134717 h 2398711"/>
              <a:gd name="connsiteX105518" fmla="*/ 330283 w 2119654"/>
              <a:gd name="connsiteY105518" fmla="*/ 1132938 h 2398711"/>
              <a:gd name="connsiteX105519" fmla="*/ 276445 w 2119654"/>
              <a:gd name="connsiteY105519" fmla="*/ 1247702 h 2398711"/>
              <a:gd name="connsiteX105520" fmla="*/ 277140 w 2119654"/>
              <a:gd name="connsiteY105520" fmla="*/ 1249305 h 2398711"/>
              <a:gd name="connsiteX105521" fmla="*/ 277620 w 2119654"/>
              <a:gd name="connsiteY105521" fmla="*/ 1249642 h 2398711"/>
              <a:gd name="connsiteX105522" fmla="*/ 277482 w 2119654"/>
              <a:gd name="connsiteY105522" fmla="*/ 1249076 h 2398711"/>
              <a:gd name="connsiteX105523" fmla="*/ 277029 w 2119654"/>
              <a:gd name="connsiteY105523" fmla="*/ 1248397 h 2398711"/>
              <a:gd name="connsiteX105524" fmla="*/ 585302 w 2119654"/>
              <a:gd name="connsiteY105524" fmla="*/ 555971 h 2398711"/>
              <a:gd name="connsiteX105525" fmla="*/ 585251 w 2119654"/>
              <a:gd name="connsiteY105525" fmla="*/ 556373 h 2398711"/>
              <a:gd name="connsiteX105526" fmla="*/ 586821 w 2119654"/>
              <a:gd name="connsiteY105526" fmla="*/ 557717 h 2398711"/>
              <a:gd name="connsiteX105527" fmla="*/ 587006 w 2119654"/>
              <a:gd name="connsiteY105527" fmla="*/ 557250 h 2398711"/>
              <a:gd name="connsiteX105528" fmla="*/ 484844 w 2119654"/>
              <a:gd name="connsiteY105528" fmla="*/ 780729 h 2398711"/>
              <a:gd name="connsiteX105529" fmla="*/ 484301 w 2119654"/>
              <a:gd name="connsiteY105529" fmla="*/ 784489 h 2398711"/>
              <a:gd name="connsiteX105530" fmla="*/ 484509 w 2119654"/>
              <a:gd name="connsiteY105530" fmla="*/ 784185 h 2398711"/>
              <a:gd name="connsiteX105531" fmla="*/ 485187 w 2119654"/>
              <a:gd name="connsiteY105531" fmla="*/ 780871 h 2398711"/>
              <a:gd name="connsiteX105532" fmla="*/ 338839 w 2119654"/>
              <a:gd name="connsiteY105532" fmla="*/ 1107647 h 2398711"/>
              <a:gd name="connsiteX105533" fmla="*/ 338971 w 2119654"/>
              <a:gd name="connsiteY105533" fmla="*/ 1107907 h 2398711"/>
              <a:gd name="connsiteX105534" fmla="*/ 342686 w 2119654"/>
              <a:gd name="connsiteY105534" fmla="*/ 1111748 h 2398711"/>
              <a:gd name="connsiteX105535" fmla="*/ 342649 w 2119654"/>
              <a:gd name="connsiteY105535" fmla="*/ 1110988 h 2398711"/>
              <a:gd name="connsiteX105536" fmla="*/ 342628 w 2119654"/>
              <a:gd name="connsiteY105536" fmla="*/ 1110925 h 2398711"/>
              <a:gd name="connsiteX105537" fmla="*/ 614625 w 2119654"/>
              <a:gd name="connsiteY105537" fmla="*/ 489821 h 2398711"/>
              <a:gd name="connsiteX105538" fmla="*/ 611813 w 2119654"/>
              <a:gd name="connsiteY105538" fmla="*/ 496933 h 2398711"/>
              <a:gd name="connsiteX105539" fmla="*/ 611554 w 2119654"/>
              <a:gd name="connsiteY105539" fmla="*/ 501730 h 2398711"/>
              <a:gd name="connsiteX105540" fmla="*/ 611493 w 2119654"/>
              <a:gd name="connsiteY105540" fmla="*/ 503235 h 2398711"/>
              <a:gd name="connsiteX105541" fmla="*/ 612033 w 2119654"/>
              <a:gd name="connsiteY105541" fmla="*/ 504388 h 2398711"/>
              <a:gd name="connsiteX105542" fmla="*/ 614308 w 2119654"/>
              <a:gd name="connsiteY105542" fmla="*/ 493151 h 2398711"/>
              <a:gd name="connsiteX105543" fmla="*/ 524080 w 2119654"/>
              <a:gd name="connsiteY105543" fmla="*/ 692448 h 2398711"/>
              <a:gd name="connsiteX105544" fmla="*/ 524032 w 2119654"/>
              <a:gd name="connsiteY105544" fmla="*/ 693145 h 2398711"/>
              <a:gd name="connsiteX105545" fmla="*/ 524219 w 2119654"/>
              <a:gd name="connsiteY105545" fmla="*/ 693828 h 2398711"/>
              <a:gd name="connsiteX105546" fmla="*/ 526452 w 2119654"/>
              <a:gd name="connsiteY105546" fmla="*/ 695583 h 2398711"/>
              <a:gd name="connsiteX105547" fmla="*/ 526551 w 2119654"/>
              <a:gd name="connsiteY105547" fmla="*/ 695640 h 2398711"/>
              <a:gd name="connsiteX105548" fmla="*/ 526302 w 2119654"/>
              <a:gd name="connsiteY105548" fmla="*/ 693985 h 2398711"/>
              <a:gd name="connsiteX105549" fmla="*/ 525668 w 2119654"/>
              <a:gd name="connsiteY105549" fmla="*/ 693374 h 2398711"/>
              <a:gd name="connsiteX105550" fmla="*/ 341749 w 2119654"/>
              <a:gd name="connsiteY105550" fmla="*/ 1100643 h 2398711"/>
              <a:gd name="connsiteX105551" fmla="*/ 342177 w 2119654"/>
              <a:gd name="connsiteY105551" fmla="*/ 1102305 h 2398711"/>
              <a:gd name="connsiteX105552" fmla="*/ 342226 w 2119654"/>
              <a:gd name="connsiteY105552" fmla="*/ 1102348 h 2398711"/>
              <a:gd name="connsiteX105553" fmla="*/ 342164 w 2119654"/>
              <a:gd name="connsiteY105553" fmla="*/ 1101076 h 2398711"/>
              <a:gd name="connsiteX105554" fmla="*/ 256915 w 2119654"/>
              <a:gd name="connsiteY105554" fmla="*/ 1290366 h 2398711"/>
              <a:gd name="connsiteX105555" fmla="*/ 259745 w 2119654"/>
              <a:gd name="connsiteY105555" fmla="*/ 1295270 h 2398711"/>
              <a:gd name="connsiteX105556" fmla="*/ 259966 w 2119654"/>
              <a:gd name="connsiteY105556" fmla="*/ 1295443 h 2398711"/>
              <a:gd name="connsiteX105557" fmla="*/ 263001 w 2119654"/>
              <a:gd name="connsiteY105557" fmla="*/ 1296290 h 2398711"/>
              <a:gd name="connsiteX105558" fmla="*/ 263670 w 2119654"/>
              <a:gd name="connsiteY105558" fmla="*/ 1296466 h 2398711"/>
              <a:gd name="connsiteX105559" fmla="*/ 544164 w 2119654"/>
              <a:gd name="connsiteY105559" fmla="*/ 647141 h 2398711"/>
              <a:gd name="connsiteX105560" fmla="*/ 543754 w 2119654"/>
              <a:gd name="connsiteY105560" fmla="*/ 650308 h 2398711"/>
              <a:gd name="connsiteX105561" fmla="*/ 545492 w 2119654"/>
              <a:gd name="connsiteY105561" fmla="*/ 652108 h 2398711"/>
              <a:gd name="connsiteX105562" fmla="*/ 546144 w 2119654"/>
              <a:gd name="connsiteY105562" fmla="*/ 649880 h 2398711"/>
              <a:gd name="connsiteX105563" fmla="*/ 545906 w 2119654"/>
              <a:gd name="connsiteY105563" fmla="*/ 648295 h 2398711"/>
              <a:gd name="connsiteX105564" fmla="*/ 581930 w 2119654"/>
              <a:gd name="connsiteY105564" fmla="*/ 562463 h 2398711"/>
              <a:gd name="connsiteX105565" fmla="*/ 581783 w 2119654"/>
              <a:gd name="connsiteY105565" fmla="*/ 564526 h 2398711"/>
              <a:gd name="connsiteX105566" fmla="*/ 581870 w 2119654"/>
              <a:gd name="connsiteY105566" fmla="*/ 564466 h 2398711"/>
              <a:gd name="connsiteX105567" fmla="*/ 581762 w 2119654"/>
              <a:gd name="connsiteY105567" fmla="*/ 564817 h 2398711"/>
              <a:gd name="connsiteX105568" fmla="*/ 581398 w 2119654"/>
              <a:gd name="connsiteY105568" fmla="*/ 569942 h 2398711"/>
              <a:gd name="connsiteX105569" fmla="*/ 581925 w 2119654"/>
              <a:gd name="connsiteY105569" fmla="*/ 570102 h 2398711"/>
              <a:gd name="connsiteX105570" fmla="*/ 582889 w 2119654"/>
              <a:gd name="connsiteY105570" fmla="*/ 567663 h 2398711"/>
              <a:gd name="connsiteX105571" fmla="*/ 582773 w 2119654"/>
              <a:gd name="connsiteY105571" fmla="*/ 562568 h 2398711"/>
              <a:gd name="connsiteX105572" fmla="*/ 584889 w 2119654"/>
              <a:gd name="connsiteY105572" fmla="*/ 555661 h 2398711"/>
              <a:gd name="connsiteX105573" fmla="*/ 584900 w 2119654"/>
              <a:gd name="connsiteY105573" fmla="*/ 555696 h 2398711"/>
              <a:gd name="connsiteX105574" fmla="*/ 584903 w 2119654"/>
              <a:gd name="connsiteY105574" fmla="*/ 555671 h 2398711"/>
              <a:gd name="connsiteX105575" fmla="*/ 585529 w 2119654"/>
              <a:gd name="connsiteY105575" fmla="*/ 554195 h 2398711"/>
              <a:gd name="connsiteX105576" fmla="*/ 585361 w 2119654"/>
              <a:gd name="connsiteY105576" fmla="*/ 555514 h 2398711"/>
              <a:gd name="connsiteX105577" fmla="*/ 587159 w 2119654"/>
              <a:gd name="connsiteY105577" fmla="*/ 556863 h 2398711"/>
              <a:gd name="connsiteX105578" fmla="*/ 587938 w 2119654"/>
              <a:gd name="connsiteY105578" fmla="*/ 554891 h 2398711"/>
              <a:gd name="connsiteX105579" fmla="*/ 619875 w 2119654"/>
              <a:gd name="connsiteY105579" fmla="*/ 477248 h 2398711"/>
              <a:gd name="connsiteX105580" fmla="*/ 619861 w 2119654"/>
              <a:gd name="connsiteY105580" fmla="*/ 477344 h 2398711"/>
              <a:gd name="connsiteX105581" fmla="*/ 620084 w 2119654"/>
              <a:gd name="connsiteY105581" fmla="*/ 478836 h 2398711"/>
              <a:gd name="connsiteX105582" fmla="*/ 622753 w 2119654"/>
              <a:gd name="connsiteY105582" fmla="*/ 480029 h 2398711"/>
              <a:gd name="connsiteX105583" fmla="*/ 314012 w 2119654"/>
              <a:gd name="connsiteY105583" fmla="*/ 1162071 h 2398711"/>
              <a:gd name="connsiteX105584" fmla="*/ 314213 w 2119654"/>
              <a:gd name="connsiteY105584" fmla="*/ 1162921 h 2398711"/>
              <a:gd name="connsiteX105585" fmla="*/ 314156 w 2119654"/>
              <a:gd name="connsiteY105585" fmla="*/ 1162224 h 2398711"/>
              <a:gd name="connsiteX105586" fmla="*/ 539001 w 2119654"/>
              <a:gd name="connsiteY105586" fmla="*/ 658271 h 2398711"/>
              <a:gd name="connsiteX105587" fmla="*/ 539044 w 2119654"/>
              <a:gd name="connsiteY105587" fmla="*/ 660527 h 2398711"/>
              <a:gd name="connsiteX105588" fmla="*/ 539557 w 2119654"/>
              <a:gd name="connsiteY105588" fmla="*/ 663169 h 2398711"/>
              <a:gd name="connsiteX105589" fmla="*/ 541540 w 2119654"/>
              <a:gd name="connsiteY105589" fmla="*/ 663354 h 2398711"/>
              <a:gd name="connsiteX105590" fmla="*/ 541683 w 2119654"/>
              <a:gd name="connsiteY105590" fmla="*/ 662178 h 2398711"/>
              <a:gd name="connsiteX105591" fmla="*/ 541706 w 2119654"/>
              <a:gd name="connsiteY105591" fmla="*/ 662014 h 2398711"/>
              <a:gd name="connsiteX105592" fmla="*/ 617730 w 2119654"/>
              <a:gd name="connsiteY105592" fmla="*/ 481966 h 2398711"/>
              <a:gd name="connsiteX105593" fmla="*/ 616519 w 2119654"/>
              <a:gd name="connsiteY105593" fmla="*/ 485030 h 2398711"/>
              <a:gd name="connsiteX105594" fmla="*/ 616211 w 2119654"/>
              <a:gd name="connsiteY105594" fmla="*/ 486551 h 2398711"/>
              <a:gd name="connsiteX105595" fmla="*/ 616065 w 2119654"/>
              <a:gd name="connsiteY105595" fmla="*/ 488082 h 2398711"/>
              <a:gd name="connsiteX105596" fmla="*/ 617781 w 2119654"/>
              <a:gd name="connsiteY105596" fmla="*/ 488919 h 2398711"/>
              <a:gd name="connsiteX105597" fmla="*/ 618129 w 2119654"/>
              <a:gd name="connsiteY105597" fmla="*/ 486568 h 2398711"/>
              <a:gd name="connsiteX105598" fmla="*/ 618362 w 2119654"/>
              <a:gd name="connsiteY105598" fmla="*/ 485201 h 2398711"/>
              <a:gd name="connsiteX105599" fmla="*/ 523795 w 2119654"/>
              <a:gd name="connsiteY105599" fmla="*/ 692282 h 2398711"/>
              <a:gd name="connsiteX105600" fmla="*/ 523864 w 2119654"/>
              <a:gd name="connsiteY105600" fmla="*/ 692535 h 2398711"/>
              <a:gd name="connsiteX105601" fmla="*/ 523880 w 2119654"/>
              <a:gd name="connsiteY105601" fmla="*/ 692333 h 2398711"/>
              <a:gd name="connsiteX105602" fmla="*/ 568615 w 2119654"/>
              <a:gd name="connsiteY105602" fmla="*/ 591906 h 2398711"/>
              <a:gd name="connsiteX105603" fmla="*/ 567969 w 2119654"/>
              <a:gd name="connsiteY105603" fmla="*/ 596955 h 2398711"/>
              <a:gd name="connsiteX105604" fmla="*/ 569997 w 2119654"/>
              <a:gd name="connsiteY105604" fmla="*/ 597793 h 2398711"/>
              <a:gd name="connsiteX105605" fmla="*/ 570301 w 2119654"/>
              <a:gd name="connsiteY105605" fmla="*/ 596383 h 2398711"/>
              <a:gd name="connsiteX105606" fmla="*/ 568777 w 2119654"/>
              <a:gd name="connsiteY105606" fmla="*/ 591969 h 2398711"/>
              <a:gd name="connsiteX105607" fmla="*/ 314577 w 2119654"/>
              <a:gd name="connsiteY105607" fmla="*/ 1160543 h 2398711"/>
              <a:gd name="connsiteX105608" fmla="*/ 314736 w 2119654"/>
              <a:gd name="connsiteY105608" fmla="*/ 1162496 h 2398711"/>
              <a:gd name="connsiteX105609" fmla="*/ 316126 w 2119654"/>
              <a:gd name="connsiteY105609" fmla="*/ 1163988 h 2398711"/>
              <a:gd name="connsiteX105610" fmla="*/ 319188 w 2119654"/>
              <a:gd name="connsiteY105610" fmla="*/ 1167024 h 2398711"/>
              <a:gd name="connsiteX105611" fmla="*/ 319184 w 2119654"/>
              <a:gd name="connsiteY105611" fmla="*/ 1166989 h 2398711"/>
              <a:gd name="connsiteX105612" fmla="*/ 317740 w 2119654"/>
              <a:gd name="connsiteY105612" fmla="*/ 1164684 h 2398711"/>
              <a:gd name="connsiteX105613" fmla="*/ 315540 w 2119654"/>
              <a:gd name="connsiteY105613" fmla="*/ 1161829 h 2398711"/>
              <a:gd name="connsiteX105614" fmla="*/ 618787 w 2119654"/>
              <a:gd name="connsiteY105614" fmla="*/ 479292 h 2398711"/>
              <a:gd name="connsiteX105615" fmla="*/ 617958 w 2119654"/>
              <a:gd name="connsiteY105615" fmla="*/ 481388 h 2398711"/>
              <a:gd name="connsiteX105616" fmla="*/ 618522 w 2119654"/>
              <a:gd name="connsiteY105616" fmla="*/ 484268 h 2398711"/>
              <a:gd name="connsiteX105617" fmla="*/ 619330 w 2119654"/>
              <a:gd name="connsiteY105617" fmla="*/ 479535 h 2398711"/>
              <a:gd name="connsiteX105618" fmla="*/ 180072 w 2119654"/>
              <a:gd name="connsiteY105618" fmla="*/ 1461641 h 2398711"/>
              <a:gd name="connsiteX105619" fmla="*/ 182586 w 2119654"/>
              <a:gd name="connsiteY105619" fmla="*/ 1464787 h 2398711"/>
              <a:gd name="connsiteX105620" fmla="*/ 188515 w 2119654"/>
              <a:gd name="connsiteY105620" fmla="*/ 1469553 h 2398711"/>
              <a:gd name="connsiteX105621" fmla="*/ 198527 w 2119654"/>
              <a:gd name="connsiteY105621" fmla="*/ 1475507 h 2398711"/>
              <a:gd name="connsiteX105622" fmla="*/ 197464 w 2119654"/>
              <a:gd name="connsiteY105622" fmla="*/ 1474204 h 2398711"/>
              <a:gd name="connsiteX105623" fmla="*/ 513846 w 2119654"/>
              <a:gd name="connsiteY105623" fmla="*/ 714198 h 2398711"/>
              <a:gd name="connsiteX105624" fmla="*/ 514839 w 2119654"/>
              <a:gd name="connsiteY105624" fmla="*/ 718396 h 2398711"/>
              <a:gd name="connsiteX105625" fmla="*/ 516474 w 2119654"/>
              <a:gd name="connsiteY105625" fmla="*/ 719682 h 2398711"/>
              <a:gd name="connsiteX105626" fmla="*/ 516131 w 2119654"/>
              <a:gd name="connsiteY105626" fmla="*/ 716506 h 2398711"/>
              <a:gd name="connsiteX105627" fmla="*/ 515021 w 2119654"/>
              <a:gd name="connsiteY105627" fmla="*/ 715247 h 2398711"/>
              <a:gd name="connsiteX105628" fmla="*/ 633390 w 2119654"/>
              <a:gd name="connsiteY105628" fmla="*/ 446488 h 2398711"/>
              <a:gd name="connsiteX105629" fmla="*/ 632651 w 2119654"/>
              <a:gd name="connsiteY105629" fmla="*/ 452351 h 2398711"/>
              <a:gd name="connsiteX105630" fmla="*/ 637400 w 2119654"/>
              <a:gd name="connsiteY105630" fmla="*/ 456986 h 2398711"/>
              <a:gd name="connsiteX105631" fmla="*/ 641544 w 2119654"/>
              <a:gd name="connsiteY105631" fmla="*/ 459833 h 2398711"/>
              <a:gd name="connsiteX105632" fmla="*/ 642789 w 2119654"/>
              <a:gd name="connsiteY105632" fmla="*/ 452523 h 2398711"/>
              <a:gd name="connsiteX105633" fmla="*/ 574500 w 2119654"/>
              <a:gd name="connsiteY105633" fmla="*/ 578351 h 2398711"/>
              <a:gd name="connsiteX105634" fmla="*/ 574564 w 2119654"/>
              <a:gd name="connsiteY105634" fmla="*/ 581238 h 2398711"/>
              <a:gd name="connsiteX105635" fmla="*/ 574714 w 2119654"/>
              <a:gd name="connsiteY105635" fmla="*/ 583640 h 2398711"/>
              <a:gd name="connsiteX105636" fmla="*/ 575490 w 2119654"/>
              <a:gd name="connsiteY105636" fmla="*/ 584090 h 2398711"/>
              <a:gd name="connsiteX105637" fmla="*/ 575541 w 2119654"/>
              <a:gd name="connsiteY105637" fmla="*/ 583922 h 2398711"/>
              <a:gd name="connsiteX105638" fmla="*/ 574990 w 2119654"/>
              <a:gd name="connsiteY105638" fmla="*/ 578816 h 2398711"/>
              <a:gd name="connsiteX105639" fmla="*/ 190910 w 2119654"/>
              <a:gd name="connsiteY105639" fmla="*/ 1437282 h 2398711"/>
              <a:gd name="connsiteX105640" fmla="*/ 200703 w 2119654"/>
              <a:gd name="connsiteY105640" fmla="*/ 1443060 h 2398711"/>
              <a:gd name="connsiteX105641" fmla="*/ 199207 w 2119654"/>
              <a:gd name="connsiteY105641" fmla="*/ 1440461 h 2398711"/>
              <a:gd name="connsiteX105642" fmla="*/ 563749 w 2119654"/>
              <a:gd name="connsiteY105642" fmla="*/ 602421 h 2398711"/>
              <a:gd name="connsiteX105643" fmla="*/ 566237 w 2119654"/>
              <a:gd name="connsiteY105643" fmla="*/ 604461 h 2398711"/>
              <a:gd name="connsiteX105644" fmla="*/ 566145 w 2119654"/>
              <a:gd name="connsiteY105644" fmla="*/ 603705 h 2398711"/>
              <a:gd name="connsiteX105645" fmla="*/ 229201 w 2119654"/>
              <a:gd name="connsiteY105645" fmla="*/ 1351524 h 2398711"/>
              <a:gd name="connsiteX105646" fmla="*/ 229466 w 2119654"/>
              <a:gd name="connsiteY105646" fmla="*/ 1352216 h 2398711"/>
              <a:gd name="connsiteX105647" fmla="*/ 231852 w 2119654"/>
              <a:gd name="connsiteY105647" fmla="*/ 1353622 h 2398711"/>
              <a:gd name="connsiteX105648" fmla="*/ 230837 w 2119654"/>
              <a:gd name="connsiteY105648" fmla="*/ 1352487 h 2398711"/>
              <a:gd name="connsiteX105649" fmla="*/ 619992 w 2119654"/>
              <a:gd name="connsiteY105649" fmla="*/ 476459 h 2398711"/>
              <a:gd name="connsiteX105650" fmla="*/ 619978 w 2119654"/>
              <a:gd name="connsiteY105650" fmla="*/ 476552 h 2398711"/>
              <a:gd name="connsiteX105651" fmla="*/ 624837 w 2119654"/>
              <a:gd name="connsiteY105651" fmla="*/ 480958 h 2398711"/>
              <a:gd name="connsiteX105652" fmla="*/ 625652 w 2119654"/>
              <a:gd name="connsiteY105652" fmla="*/ 481322 h 2398711"/>
              <a:gd name="connsiteX105653" fmla="*/ 625937 w 2119654"/>
              <a:gd name="connsiteY105653" fmla="*/ 479316 h 2398711"/>
              <a:gd name="connsiteX105654" fmla="*/ 625571 w 2119654"/>
              <a:gd name="connsiteY105654" fmla="*/ 478937 h 2398711"/>
              <a:gd name="connsiteX105655" fmla="*/ 619476 w 2119654"/>
              <a:gd name="connsiteY105655" fmla="*/ 477548 h 2398711"/>
              <a:gd name="connsiteX105656" fmla="*/ 619134 w 2119654"/>
              <a:gd name="connsiteY105656" fmla="*/ 478414 h 2398711"/>
              <a:gd name="connsiteX105657" fmla="*/ 619495 w 2119654"/>
              <a:gd name="connsiteY105657" fmla="*/ 478573 h 2398711"/>
              <a:gd name="connsiteX105658" fmla="*/ 619567 w 2119654"/>
              <a:gd name="connsiteY105658" fmla="*/ 478151 h 2398711"/>
              <a:gd name="connsiteX105659" fmla="*/ 497688 w 2119654"/>
              <a:gd name="connsiteY105659" fmla="*/ 750173 h 2398711"/>
              <a:gd name="connsiteX105660" fmla="*/ 500454 w 2119654"/>
              <a:gd name="connsiteY105660" fmla="*/ 759545 h 2398711"/>
              <a:gd name="connsiteX105661" fmla="*/ 500706 w 2119654"/>
              <a:gd name="connsiteY105661" fmla="*/ 758925 h 2398711"/>
              <a:gd name="connsiteX105662" fmla="*/ 498720 w 2119654"/>
              <a:gd name="connsiteY105662" fmla="*/ 752655 h 2398711"/>
              <a:gd name="connsiteX105663" fmla="*/ 498011 w 2119654"/>
              <a:gd name="connsiteY105663" fmla="*/ 750306 h 2398711"/>
              <a:gd name="connsiteX105664" fmla="*/ 585657 w 2119654"/>
              <a:gd name="connsiteY105664" fmla="*/ 553191 h 2398711"/>
              <a:gd name="connsiteX105665" fmla="*/ 585558 w 2119654"/>
              <a:gd name="connsiteY105665" fmla="*/ 553964 h 2398711"/>
              <a:gd name="connsiteX105666" fmla="*/ 588023 w 2119654"/>
              <a:gd name="connsiteY105666" fmla="*/ 554676 h 2398711"/>
              <a:gd name="connsiteX105667" fmla="*/ 588198 w 2119654"/>
              <a:gd name="connsiteY105667" fmla="*/ 554235 h 2398711"/>
              <a:gd name="connsiteX105668" fmla="*/ 588142 w 2119654"/>
              <a:gd name="connsiteY105668" fmla="*/ 554059 h 2398711"/>
              <a:gd name="connsiteX105669" fmla="*/ 518840 w 2119654"/>
              <a:gd name="connsiteY105669" fmla="*/ 702673 h 2398711"/>
              <a:gd name="connsiteX105670" fmla="*/ 518882 w 2119654"/>
              <a:gd name="connsiteY105670" fmla="*/ 703241 h 2398711"/>
              <a:gd name="connsiteX105671" fmla="*/ 520978 w 2119654"/>
              <a:gd name="connsiteY105671" fmla="*/ 704278 h 2398711"/>
              <a:gd name="connsiteX105672" fmla="*/ 620858 w 2119654"/>
              <a:gd name="connsiteY105672" fmla="*/ 474056 h 2398711"/>
              <a:gd name="connsiteX105673" fmla="*/ 620341 w 2119654"/>
              <a:gd name="connsiteY105673" fmla="*/ 475362 h 2398711"/>
              <a:gd name="connsiteX105674" fmla="*/ 623453 w 2119654"/>
              <a:gd name="connsiteY105674" fmla="*/ 476743 h 2398711"/>
              <a:gd name="connsiteX105675" fmla="*/ 123461 w 2119654"/>
              <a:gd name="connsiteY105675" fmla="*/ 1587777 h 2398711"/>
              <a:gd name="connsiteX105676" fmla="*/ 143310 w 2119654"/>
              <a:gd name="connsiteY105676" fmla="*/ 1606372 h 2398711"/>
              <a:gd name="connsiteX105677" fmla="*/ 166502 w 2119654"/>
              <a:gd name="connsiteY105677" fmla="*/ 1627669 h 2398711"/>
              <a:gd name="connsiteX105678" fmla="*/ 245872 w 2119654"/>
              <a:gd name="connsiteY105678" fmla="*/ 1661307 h 2398711"/>
              <a:gd name="connsiteX105679" fmla="*/ 257175 w 2119654"/>
              <a:gd name="connsiteY105679" fmla="*/ 1664894 h 2398711"/>
              <a:gd name="connsiteX105680" fmla="*/ 240939 w 2119654"/>
              <a:gd name="connsiteY105680" fmla="*/ 1651890 h 2398711"/>
              <a:gd name="connsiteX105681" fmla="*/ 224521 w 2119654"/>
              <a:gd name="connsiteY105681" fmla="*/ 1644490 h 2398711"/>
              <a:gd name="connsiteX105682" fmla="*/ 224423 w 2119654"/>
              <a:gd name="connsiteY105682" fmla="*/ 1644302 h 2398711"/>
              <a:gd name="connsiteX105683" fmla="*/ 237667 w 2119654"/>
              <a:gd name="connsiteY105683" fmla="*/ 1650273 h 2398711"/>
              <a:gd name="connsiteX105684" fmla="*/ 240331 w 2119654"/>
              <a:gd name="connsiteY105684" fmla="*/ 1651403 h 2398711"/>
              <a:gd name="connsiteX105685" fmla="*/ 214046 w 2119654"/>
              <a:gd name="connsiteY105685" fmla="*/ 1630351 h 2398711"/>
              <a:gd name="connsiteX105686" fmla="*/ 213945 w 2119654"/>
              <a:gd name="connsiteY105686" fmla="*/ 1629918 h 2398711"/>
              <a:gd name="connsiteX105687" fmla="*/ 237864 w 2119654"/>
              <a:gd name="connsiteY105687" fmla="*/ 1649076 h 2398711"/>
              <a:gd name="connsiteX105688" fmla="*/ 241476 w 2119654"/>
              <a:gd name="connsiteY105688" fmla="*/ 1651890 h 2398711"/>
              <a:gd name="connsiteX105689" fmla="*/ 261603 w 2119654"/>
              <a:gd name="connsiteY105689" fmla="*/ 1660433 h 2398711"/>
              <a:gd name="connsiteX105690" fmla="*/ 224988 w 2119654"/>
              <a:gd name="connsiteY105690" fmla="*/ 1627683 h 2398711"/>
              <a:gd name="connsiteX105691" fmla="*/ 168131 w 2119654"/>
              <a:gd name="connsiteY105691" fmla="*/ 1605734 h 2398711"/>
              <a:gd name="connsiteX105692" fmla="*/ 597373 w 2119654"/>
              <a:gd name="connsiteY105692" fmla="*/ 526578 h 2398711"/>
              <a:gd name="connsiteX105693" fmla="*/ 597622 w 2119654"/>
              <a:gd name="connsiteY105693" fmla="*/ 528697 h 2398711"/>
              <a:gd name="connsiteX105694" fmla="*/ 597788 w 2119654"/>
              <a:gd name="connsiteY105694" fmla="*/ 529972 h 2398711"/>
              <a:gd name="connsiteX105695" fmla="*/ 598131 w 2119654"/>
              <a:gd name="connsiteY105695" fmla="*/ 529104 h 2398711"/>
              <a:gd name="connsiteX105696" fmla="*/ 597574 w 2119654"/>
              <a:gd name="connsiteY105696" fmla="*/ 526747 h 2398711"/>
              <a:gd name="connsiteX105697" fmla="*/ 328350 w 2119654"/>
              <a:gd name="connsiteY105697" fmla="*/ 1128862 h 2398711"/>
              <a:gd name="connsiteX105698" fmla="*/ 328899 w 2119654"/>
              <a:gd name="connsiteY105698" fmla="*/ 1129846 h 2398711"/>
              <a:gd name="connsiteX105699" fmla="*/ 330916 w 2119654"/>
              <a:gd name="connsiteY105699" fmla="*/ 1131830 h 2398711"/>
              <a:gd name="connsiteX105700" fmla="*/ 330877 w 2119654"/>
              <a:gd name="connsiteY105700" fmla="*/ 1131518 h 2398711"/>
              <a:gd name="connsiteX105701" fmla="*/ 477967 w 2119654"/>
              <a:gd name="connsiteY105701" fmla="*/ 793566 h 2398711"/>
              <a:gd name="connsiteX105702" fmla="*/ 477971 w 2119654"/>
              <a:gd name="connsiteY105702" fmla="*/ 793739 h 2398711"/>
              <a:gd name="connsiteX105703" fmla="*/ 478013 w 2119654"/>
              <a:gd name="connsiteY105703" fmla="*/ 793678 h 2398711"/>
              <a:gd name="connsiteX105704" fmla="*/ 248210 w 2119654"/>
              <a:gd name="connsiteY105704" fmla="*/ 1307990 h 2398711"/>
              <a:gd name="connsiteX105705" fmla="*/ 249115 w 2119654"/>
              <a:gd name="connsiteY105705" fmla="*/ 1310621 h 2398711"/>
              <a:gd name="connsiteX105706" fmla="*/ 251019 w 2119654"/>
              <a:gd name="connsiteY105706" fmla="*/ 1313740 h 2398711"/>
              <a:gd name="connsiteX105707" fmla="*/ 263005 w 2119654"/>
              <a:gd name="connsiteY105707" fmla="*/ 1330522 h 2398711"/>
              <a:gd name="connsiteX105708" fmla="*/ 263442 w 2119654"/>
              <a:gd name="connsiteY105708" fmla="*/ 1331059 h 2398711"/>
              <a:gd name="connsiteX105709" fmla="*/ 266646 w 2119654"/>
              <a:gd name="connsiteY105709" fmla="*/ 1333422 h 2398711"/>
              <a:gd name="connsiteX105710" fmla="*/ 263824 w 2119654"/>
              <a:gd name="connsiteY105710" fmla="*/ 1327431 h 2398711"/>
              <a:gd name="connsiteX105711" fmla="*/ 257013 w 2119654"/>
              <a:gd name="connsiteY105711" fmla="*/ 1313051 h 2398711"/>
              <a:gd name="connsiteX105712" fmla="*/ 255695 w 2119654"/>
              <a:gd name="connsiteY105712" fmla="*/ 1312212 h 2398711"/>
              <a:gd name="connsiteX105713" fmla="*/ 630876 w 2119654"/>
              <a:gd name="connsiteY105713" fmla="*/ 451005 h 2398711"/>
              <a:gd name="connsiteX105714" fmla="*/ 630829 w 2119654"/>
              <a:gd name="connsiteY105714" fmla="*/ 451340 h 2398711"/>
              <a:gd name="connsiteX105715" fmla="*/ 631612 w 2119654"/>
              <a:gd name="connsiteY105715" fmla="*/ 453012 h 2398711"/>
              <a:gd name="connsiteX105716" fmla="*/ 632046 w 2119654"/>
              <a:gd name="connsiteY105716" fmla="*/ 453310 h 2398711"/>
              <a:gd name="connsiteX105717" fmla="*/ 632177 w 2119654"/>
              <a:gd name="connsiteY105717" fmla="*/ 452275 h 2398711"/>
              <a:gd name="connsiteX105718" fmla="*/ 565878 w 2119654"/>
              <a:gd name="connsiteY105718" fmla="*/ 596441 h 2398711"/>
              <a:gd name="connsiteX105719" fmla="*/ 566387 w 2119654"/>
              <a:gd name="connsiteY105719" fmla="*/ 600623 h 2398711"/>
              <a:gd name="connsiteX105720" fmla="*/ 567087 w 2119654"/>
              <a:gd name="connsiteY105720" fmla="*/ 601287 h 2398711"/>
              <a:gd name="connsiteX105721" fmla="*/ 567613 w 2119654"/>
              <a:gd name="connsiteY105721" fmla="*/ 597175 h 2398711"/>
              <a:gd name="connsiteX105722" fmla="*/ 567257 w 2119654"/>
              <a:gd name="connsiteY105722" fmla="*/ 597011 h 2398711"/>
              <a:gd name="connsiteX105723" fmla="*/ 240430 w 2119654"/>
              <a:gd name="connsiteY105723" fmla="*/ 1325160 h 2398711"/>
              <a:gd name="connsiteX105724" fmla="*/ 250471 w 2119654"/>
              <a:gd name="connsiteY105724" fmla="*/ 1335078 h 2398711"/>
              <a:gd name="connsiteX105725" fmla="*/ 248986 w 2119654"/>
              <a:gd name="connsiteY105725" fmla="*/ 1331266 h 2398711"/>
              <a:gd name="connsiteX105726" fmla="*/ 248512 w 2119654"/>
              <a:gd name="connsiteY105726" fmla="*/ 1329888 h 2398711"/>
              <a:gd name="connsiteX105727" fmla="*/ 248396 w 2119654"/>
              <a:gd name="connsiteY105727" fmla="*/ 1329672 h 2398711"/>
              <a:gd name="connsiteX105728" fmla="*/ 595848 w 2119654"/>
              <a:gd name="connsiteY105728" fmla="*/ 529232 h 2398711"/>
              <a:gd name="connsiteX105729" fmla="*/ 595856 w 2119654"/>
              <a:gd name="connsiteY105729" fmla="*/ 529902 h 2398711"/>
              <a:gd name="connsiteX105730" fmla="*/ 597578 w 2119654"/>
              <a:gd name="connsiteY105730" fmla="*/ 530503 h 2398711"/>
              <a:gd name="connsiteX105731" fmla="*/ 597581 w 2119654"/>
              <a:gd name="connsiteY105731" fmla="*/ 530497 h 2398711"/>
              <a:gd name="connsiteX105732" fmla="*/ 262672 w 2119654"/>
              <a:gd name="connsiteY105732" fmla="*/ 1275238 h 2398711"/>
              <a:gd name="connsiteX105733" fmla="*/ 265473 w 2119654"/>
              <a:gd name="connsiteY105733" fmla="*/ 1281736 h 2398711"/>
              <a:gd name="connsiteX105734" fmla="*/ 267378 w 2119654"/>
              <a:gd name="connsiteY105734" fmla="*/ 1283485 h 2398711"/>
              <a:gd name="connsiteX105735" fmla="*/ 266452 w 2119654"/>
              <a:gd name="connsiteY105735" fmla="*/ 1280277 h 2398711"/>
              <a:gd name="connsiteX105736" fmla="*/ 265800 w 2119654"/>
              <a:gd name="connsiteY105736" fmla="*/ 1279064 h 2398711"/>
              <a:gd name="connsiteX105737" fmla="*/ 265811 w 2119654"/>
              <a:gd name="connsiteY105737" fmla="*/ 1279005 h 2398711"/>
              <a:gd name="connsiteX105738" fmla="*/ 538460 w 2119654"/>
              <a:gd name="connsiteY105738" fmla="*/ 657522 h 2398711"/>
              <a:gd name="connsiteX105739" fmla="*/ 538631 w 2119654"/>
              <a:gd name="connsiteY105739" fmla="*/ 658401 h 2398711"/>
              <a:gd name="connsiteX105740" fmla="*/ 538618 w 2119654"/>
              <a:gd name="connsiteY105740" fmla="*/ 657742 h 2398711"/>
              <a:gd name="connsiteX105741" fmla="*/ 485531 w 2119654"/>
              <a:gd name="connsiteY105741" fmla="*/ 775974 h 2398711"/>
              <a:gd name="connsiteX105742" fmla="*/ 484892 w 2119654"/>
              <a:gd name="connsiteY105742" fmla="*/ 780398 h 2398711"/>
              <a:gd name="connsiteX105743" fmla="*/ 485253 w 2119654"/>
              <a:gd name="connsiteY105743" fmla="*/ 780547 h 2398711"/>
              <a:gd name="connsiteX105744" fmla="*/ 485660 w 2119654"/>
              <a:gd name="connsiteY105744" fmla="*/ 778556 h 2398711"/>
              <a:gd name="connsiteX105745" fmla="*/ 485660 w 2119654"/>
              <a:gd name="connsiteY105745" fmla="*/ 776104 h 2398711"/>
              <a:gd name="connsiteX105746" fmla="*/ 523082 w 2119654"/>
              <a:gd name="connsiteY105746" fmla="*/ 691868 h 2398711"/>
              <a:gd name="connsiteX105747" fmla="*/ 523585 w 2119654"/>
              <a:gd name="connsiteY105747" fmla="*/ 693052 h 2398711"/>
              <a:gd name="connsiteX105748" fmla="*/ 523307 w 2119654"/>
              <a:gd name="connsiteY105748" fmla="*/ 691999 h 2398711"/>
              <a:gd name="connsiteX105749" fmla="*/ 585919 w 2119654"/>
              <a:gd name="connsiteY105749" fmla="*/ 551152 h 2398711"/>
              <a:gd name="connsiteX105750" fmla="*/ 585886 w 2119654"/>
              <a:gd name="connsiteY105750" fmla="*/ 551402 h 2398711"/>
              <a:gd name="connsiteX105751" fmla="*/ 586449 w 2119654"/>
              <a:gd name="connsiteY105751" fmla="*/ 551598 h 2398711"/>
              <a:gd name="connsiteX105752" fmla="*/ 478612 w 2119654"/>
              <a:gd name="connsiteY105752" fmla="*/ 791287 h 2398711"/>
              <a:gd name="connsiteX105753" fmla="*/ 479015 w 2119654"/>
              <a:gd name="connsiteY105753" fmla="*/ 792212 h 2398711"/>
              <a:gd name="connsiteX105754" fmla="*/ 479172 w 2119654"/>
              <a:gd name="connsiteY105754" fmla="*/ 791983 h 2398711"/>
              <a:gd name="connsiteX105755" fmla="*/ 625885 w 2119654"/>
              <a:gd name="connsiteY105755" fmla="*/ 461338 h 2398711"/>
              <a:gd name="connsiteX105756" fmla="*/ 621015 w 2119654"/>
              <a:gd name="connsiteY105756" fmla="*/ 473656 h 2398711"/>
              <a:gd name="connsiteX105757" fmla="*/ 624403 w 2119654"/>
              <a:gd name="connsiteY105757" fmla="*/ 477165 h 2398711"/>
              <a:gd name="connsiteX105758" fmla="*/ 626135 w 2119654"/>
              <a:gd name="connsiteY105758" fmla="*/ 477935 h 2398711"/>
              <a:gd name="connsiteX105759" fmla="*/ 627889 w 2119654"/>
              <a:gd name="connsiteY105759" fmla="*/ 465616 h 2398711"/>
              <a:gd name="connsiteX105760" fmla="*/ 219581 w 2119654"/>
              <a:gd name="connsiteY105760" fmla="*/ 1371067 h 2398711"/>
              <a:gd name="connsiteX105761" fmla="*/ 221484 w 2119654"/>
              <a:gd name="connsiteY105761" fmla="*/ 1375386 h 2398711"/>
              <a:gd name="connsiteX105762" fmla="*/ 231798 w 2119654"/>
              <a:gd name="connsiteY105762" fmla="*/ 1382905 h 2398711"/>
              <a:gd name="connsiteX105763" fmla="*/ 633757 w 2119654"/>
              <a:gd name="connsiteY105763" fmla="*/ 443572 h 2398711"/>
              <a:gd name="connsiteX105764" fmla="*/ 633481 w 2119654"/>
              <a:gd name="connsiteY105764" fmla="*/ 445770 h 2398711"/>
              <a:gd name="connsiteX105765" fmla="*/ 635699 w 2119654"/>
              <a:gd name="connsiteY105765" fmla="*/ 447153 h 2398711"/>
              <a:gd name="connsiteX105766" fmla="*/ 642914 w 2119654"/>
              <a:gd name="connsiteY105766" fmla="*/ 451786 h 2398711"/>
              <a:gd name="connsiteX105767" fmla="*/ 643264 w 2119654"/>
              <a:gd name="connsiteY105767" fmla="*/ 449737 h 2398711"/>
              <a:gd name="connsiteX105768" fmla="*/ 639471 w 2119654"/>
              <a:gd name="connsiteY105768" fmla="*/ 446357 h 2398711"/>
              <a:gd name="connsiteX105769" fmla="*/ 655428 w 2119654"/>
              <a:gd name="connsiteY105769" fmla="*/ 395046 h 2398711"/>
              <a:gd name="connsiteX105770" fmla="*/ 652808 w 2119654"/>
              <a:gd name="connsiteY105770" fmla="*/ 407983 h 2398711"/>
              <a:gd name="connsiteX105771" fmla="*/ 657023 w 2119654"/>
              <a:gd name="connsiteY105771" fmla="*/ 411499 h 2398711"/>
              <a:gd name="connsiteX105772" fmla="*/ 659097 w 2119654"/>
              <a:gd name="connsiteY105772" fmla="*/ 413373 h 2398711"/>
              <a:gd name="connsiteX105773" fmla="*/ 661035 w 2119654"/>
              <a:gd name="connsiteY105773" fmla="*/ 404665 h 2398711"/>
              <a:gd name="connsiteX105774" fmla="*/ 655662 w 2119654"/>
              <a:gd name="connsiteY105774" fmla="*/ 395358 h 2398711"/>
              <a:gd name="connsiteX105775" fmla="*/ 183003 w 2119654"/>
              <a:gd name="connsiteY105775" fmla="*/ 1452842 h 2398711"/>
              <a:gd name="connsiteX105776" fmla="*/ 188510 w 2119654"/>
              <a:gd name="connsiteY105776" fmla="*/ 1460080 h 2398711"/>
              <a:gd name="connsiteX105777" fmla="*/ 200916 w 2119654"/>
              <a:gd name="connsiteY105777" fmla="*/ 1471789 h 2398711"/>
              <a:gd name="connsiteX105778" fmla="*/ 212256 w 2119654"/>
              <a:gd name="connsiteY105778" fmla="*/ 1482206 h 2398711"/>
              <a:gd name="connsiteX105779" fmla="*/ 218855 w 2119654"/>
              <a:gd name="connsiteY105779" fmla="*/ 1475377 h 2398711"/>
              <a:gd name="connsiteX105780" fmla="*/ 212610 w 2119654"/>
              <a:gd name="connsiteY105780" fmla="*/ 1470171 h 2398711"/>
              <a:gd name="connsiteX105781" fmla="*/ 212563 w 2119654"/>
              <a:gd name="connsiteY105781" fmla="*/ 1469951 h 2398711"/>
              <a:gd name="connsiteX105782" fmla="*/ 218952 w 2119654"/>
              <a:gd name="connsiteY105782" fmla="*/ 1475276 h 2398711"/>
              <a:gd name="connsiteX105783" fmla="*/ 219132 w 2119654"/>
              <a:gd name="connsiteY105783" fmla="*/ 1475090 h 2398711"/>
              <a:gd name="connsiteX105784" fmla="*/ 217145 w 2119654"/>
              <a:gd name="connsiteY105784" fmla="*/ 1471637 h 2398711"/>
              <a:gd name="connsiteX105785" fmla="*/ 206216 w 2119654"/>
              <a:gd name="connsiteY105785" fmla="*/ 1465751 h 2398711"/>
              <a:gd name="connsiteX105786" fmla="*/ 247970 w 2119654"/>
              <a:gd name="connsiteY105786" fmla="*/ 1307293 h 2398711"/>
              <a:gd name="connsiteX105787" fmla="*/ 248047 w 2119654"/>
              <a:gd name="connsiteY105787" fmla="*/ 1307518 h 2398711"/>
              <a:gd name="connsiteX105788" fmla="*/ 249978 w 2119654"/>
              <a:gd name="connsiteY105788" fmla="*/ 1308571 h 2398711"/>
              <a:gd name="connsiteX105789" fmla="*/ 597215 w 2119654"/>
              <a:gd name="connsiteY105789" fmla="*/ 525232 h 2398711"/>
              <a:gd name="connsiteX105790" fmla="*/ 597271 w 2119654"/>
              <a:gd name="connsiteY105790" fmla="*/ 525705 h 2398711"/>
              <a:gd name="connsiteX105791" fmla="*/ 597342 w 2119654"/>
              <a:gd name="connsiteY105791" fmla="*/ 525765 h 2398711"/>
              <a:gd name="connsiteX105792" fmla="*/ 604747 w 2119654"/>
              <a:gd name="connsiteY105792" fmla="*/ 508293 h 2398711"/>
              <a:gd name="connsiteX105793" fmla="*/ 604752 w 2119654"/>
              <a:gd name="connsiteY105793" fmla="*/ 508708 h 2398711"/>
              <a:gd name="connsiteX105794" fmla="*/ 605851 w 2119654"/>
              <a:gd name="connsiteY105794" fmla="*/ 509546 h 2398711"/>
              <a:gd name="connsiteX105795" fmla="*/ 340611 w 2119654"/>
              <a:gd name="connsiteY105795" fmla="*/ 1099686 h 2398711"/>
              <a:gd name="connsiteX105796" fmla="*/ 341231 w 2119654"/>
              <a:gd name="connsiteY105796" fmla="*/ 1101487 h 2398711"/>
              <a:gd name="connsiteX105797" fmla="*/ 341531 w 2119654"/>
              <a:gd name="connsiteY105797" fmla="*/ 1101747 h 2398711"/>
              <a:gd name="connsiteX105798" fmla="*/ 341105 w 2119654"/>
              <a:gd name="connsiteY105798" fmla="*/ 1100089 h 2398711"/>
              <a:gd name="connsiteX105799" fmla="*/ 575662 w 2119654"/>
              <a:gd name="connsiteY105799" fmla="*/ 573346 h 2398711"/>
              <a:gd name="connsiteX105800" fmla="*/ 576160 w 2119654"/>
              <a:gd name="connsiteY105800" fmla="*/ 575876 h 2398711"/>
              <a:gd name="connsiteX105801" fmla="*/ 577596 w 2119654"/>
              <a:gd name="connsiteY105801" fmla="*/ 577237 h 2398711"/>
              <a:gd name="connsiteX105802" fmla="*/ 577809 w 2119654"/>
              <a:gd name="connsiteY105802" fmla="*/ 576539 h 2398711"/>
              <a:gd name="connsiteX105803" fmla="*/ 577747 w 2119654"/>
              <a:gd name="connsiteY105803" fmla="*/ 576358 h 2398711"/>
              <a:gd name="connsiteX105804" fmla="*/ 584357 w 2119654"/>
              <a:gd name="connsiteY105804" fmla="*/ 553858 h 2398711"/>
              <a:gd name="connsiteX105805" fmla="*/ 584700 w 2119654"/>
              <a:gd name="connsiteY105805" fmla="*/ 555018 h 2398711"/>
              <a:gd name="connsiteX105806" fmla="*/ 584961 w 2119654"/>
              <a:gd name="connsiteY105806" fmla="*/ 555215 h 2398711"/>
              <a:gd name="connsiteX105807" fmla="*/ 585108 w 2119654"/>
              <a:gd name="connsiteY105807" fmla="*/ 554074 h 2398711"/>
              <a:gd name="connsiteX105808" fmla="*/ 196410 w 2119654"/>
              <a:gd name="connsiteY105808" fmla="*/ 1422501 h 2398711"/>
              <a:gd name="connsiteX105809" fmla="*/ 197882 w 2119654"/>
              <a:gd name="connsiteY105809" fmla="*/ 1424850 h 2398711"/>
              <a:gd name="connsiteX105810" fmla="*/ 206272 w 2119654"/>
              <a:gd name="connsiteY105810" fmla="*/ 1435352 h 2398711"/>
              <a:gd name="connsiteX105811" fmla="*/ 207791 w 2119654"/>
              <a:gd name="connsiteY105811" fmla="*/ 1436449 h 2398711"/>
              <a:gd name="connsiteX105812" fmla="*/ 209052 w 2119654"/>
              <a:gd name="connsiteY105812" fmla="*/ 1437333 h 2398711"/>
              <a:gd name="connsiteX105813" fmla="*/ 198114 w 2119654"/>
              <a:gd name="connsiteY105813" fmla="*/ 1423448 h 2398711"/>
              <a:gd name="connsiteX105814" fmla="*/ 617772 w 2119654"/>
              <a:gd name="connsiteY105814" fmla="*/ 478839 h 2398711"/>
              <a:gd name="connsiteX105815" fmla="*/ 617613 w 2119654"/>
              <a:gd name="connsiteY105815" fmla="*/ 479625 h 2398711"/>
              <a:gd name="connsiteX105816" fmla="*/ 617639 w 2119654"/>
              <a:gd name="connsiteY105816" fmla="*/ 479755 h 2398711"/>
              <a:gd name="connsiteX105817" fmla="*/ 617967 w 2119654"/>
              <a:gd name="connsiteY105817" fmla="*/ 478926 h 2398711"/>
              <a:gd name="connsiteX105818" fmla="*/ 328998 w 2119654"/>
              <a:gd name="connsiteY105818" fmla="*/ 1125420 h 2398711"/>
              <a:gd name="connsiteX105819" fmla="*/ 329131 w 2119654"/>
              <a:gd name="connsiteY105819" fmla="*/ 1125672 h 2398711"/>
              <a:gd name="connsiteX105820" fmla="*/ 329729 w 2119654"/>
              <a:gd name="connsiteY105820" fmla="*/ 1126052 h 2398711"/>
              <a:gd name="connsiteX105821" fmla="*/ 329701 w 2119654"/>
              <a:gd name="connsiteY105821" fmla="*/ 1125932 h 2398711"/>
              <a:gd name="connsiteX105822" fmla="*/ 329338 w 2119654"/>
              <a:gd name="connsiteY105822" fmla="*/ 1125649 h 2398711"/>
              <a:gd name="connsiteX105823" fmla="*/ 275080 w 2119654"/>
              <a:gd name="connsiteY105823" fmla="*/ 1246078 h 2398711"/>
              <a:gd name="connsiteX105824" fmla="*/ 276344 w 2119654"/>
              <a:gd name="connsiteY105824" fmla="*/ 1248747 h 2398711"/>
              <a:gd name="connsiteX105825" fmla="*/ 276377 w 2119654"/>
              <a:gd name="connsiteY105825" fmla="*/ 1248771 h 2398711"/>
              <a:gd name="connsiteX105826" fmla="*/ 275348 w 2119654"/>
              <a:gd name="connsiteY105826" fmla="*/ 1246397 h 2398711"/>
              <a:gd name="connsiteX105827" fmla="*/ 352176 w 2119654"/>
              <a:gd name="connsiteY105827" fmla="*/ 1073380 h 2398711"/>
              <a:gd name="connsiteX105828" fmla="*/ 352372 w 2119654"/>
              <a:gd name="connsiteY105828" fmla="*/ 1075556 h 2398711"/>
              <a:gd name="connsiteX105829" fmla="*/ 352462 w 2119654"/>
              <a:gd name="connsiteY105829" fmla="*/ 1075689 h 2398711"/>
              <a:gd name="connsiteX105830" fmla="*/ 352869 w 2119654"/>
              <a:gd name="connsiteY105830" fmla="*/ 1073968 h 2398711"/>
              <a:gd name="connsiteX105831" fmla="*/ 352779 w 2119654"/>
              <a:gd name="connsiteY105831" fmla="*/ 1073851 h 2398711"/>
              <a:gd name="connsiteX105832" fmla="*/ 271615 w 2119654"/>
              <a:gd name="connsiteY105832" fmla="*/ 1253713 h 2398711"/>
              <a:gd name="connsiteX105833" fmla="*/ 273074 w 2119654"/>
              <a:gd name="connsiteY105833" fmla="*/ 1256872 h 2398711"/>
              <a:gd name="connsiteX105834" fmla="*/ 274768 w 2119654"/>
              <a:gd name="connsiteY105834" fmla="*/ 1257839 h 2398711"/>
              <a:gd name="connsiteX105835" fmla="*/ 344823 w 2119654"/>
              <a:gd name="connsiteY105835" fmla="*/ 1089779 h 2398711"/>
              <a:gd name="connsiteX105836" fmla="*/ 344854 w 2119654"/>
              <a:gd name="connsiteY105836" fmla="*/ 1090100 h 2398711"/>
              <a:gd name="connsiteX105837" fmla="*/ 345696 w 2119654"/>
              <a:gd name="connsiteY105837" fmla="*/ 1090982 h 2398711"/>
              <a:gd name="connsiteX105838" fmla="*/ 328319 w 2119654"/>
              <a:gd name="connsiteY105838" fmla="*/ 1126709 h 2398711"/>
              <a:gd name="connsiteX105839" fmla="*/ 330383 w 2119654"/>
              <a:gd name="connsiteY105839" fmla="*/ 1128880 h 2398711"/>
              <a:gd name="connsiteX105840" fmla="*/ 329695 w 2119654"/>
              <a:gd name="connsiteY105840" fmla="*/ 1127586 h 2398711"/>
              <a:gd name="connsiteX105841" fmla="*/ 544889 w 2119654"/>
              <a:gd name="connsiteY105841" fmla="*/ 641545 h 2398711"/>
              <a:gd name="connsiteX105842" fmla="*/ 544416 w 2119654"/>
              <a:gd name="connsiteY105842" fmla="*/ 645192 h 2398711"/>
              <a:gd name="connsiteX105843" fmla="*/ 545551 w 2119654"/>
              <a:gd name="connsiteY105843" fmla="*/ 645945 h 2398711"/>
              <a:gd name="connsiteX105844" fmla="*/ 496552 w 2119654"/>
              <a:gd name="connsiteY105844" fmla="*/ 749704 h 2398711"/>
              <a:gd name="connsiteX105845" fmla="*/ 496475 w 2119654"/>
              <a:gd name="connsiteY105845" fmla="*/ 750077 h 2398711"/>
              <a:gd name="connsiteX105846" fmla="*/ 500070 w 2119654"/>
              <a:gd name="connsiteY105846" fmla="*/ 760489 h 2398711"/>
              <a:gd name="connsiteX105847" fmla="*/ 500238 w 2119654"/>
              <a:gd name="connsiteY105847" fmla="*/ 760078 h 2398711"/>
              <a:gd name="connsiteX105848" fmla="*/ 497262 w 2119654"/>
              <a:gd name="connsiteY105848" fmla="*/ 749996 h 2398711"/>
              <a:gd name="connsiteX105849" fmla="*/ 546092 w 2119654"/>
              <a:gd name="connsiteY105849" fmla="*/ 638650 h 2398711"/>
              <a:gd name="connsiteX105850" fmla="*/ 547034 w 2119654"/>
              <a:gd name="connsiteY105850" fmla="*/ 644901 h 2398711"/>
              <a:gd name="connsiteX105851" fmla="*/ 547301 w 2119654"/>
              <a:gd name="connsiteY105851" fmla="*/ 645928 h 2398711"/>
              <a:gd name="connsiteX105852" fmla="*/ 547642 w 2119654"/>
              <a:gd name="connsiteY105852" fmla="*/ 644759 h 2398711"/>
              <a:gd name="connsiteX105853" fmla="*/ 547615 w 2119654"/>
              <a:gd name="connsiteY105853" fmla="*/ 643810 h 2398711"/>
              <a:gd name="connsiteX105854" fmla="*/ 482965 w 2119654"/>
              <a:gd name="connsiteY105854" fmla="*/ 779951 h 2398711"/>
              <a:gd name="connsiteX105855" fmla="*/ 483371 w 2119654"/>
              <a:gd name="connsiteY105855" fmla="*/ 785126 h 2398711"/>
              <a:gd name="connsiteX105856" fmla="*/ 483531 w 2119654"/>
              <a:gd name="connsiteY105856" fmla="*/ 785613 h 2398711"/>
              <a:gd name="connsiteX105857" fmla="*/ 483592 w 2119654"/>
              <a:gd name="connsiteY105857" fmla="*/ 785524 h 2398711"/>
              <a:gd name="connsiteX105858" fmla="*/ 484316 w 2119654"/>
              <a:gd name="connsiteY105858" fmla="*/ 780511 h 2398711"/>
              <a:gd name="connsiteX105859" fmla="*/ 634019 w 2119654"/>
              <a:gd name="connsiteY105859" fmla="*/ 441498 h 2398711"/>
              <a:gd name="connsiteX105860" fmla="*/ 633877 w 2119654"/>
              <a:gd name="connsiteY105860" fmla="*/ 442630 h 2398711"/>
              <a:gd name="connsiteX105861" fmla="*/ 636997 w 2119654"/>
              <a:gd name="connsiteY105861" fmla="*/ 444152 h 2398711"/>
              <a:gd name="connsiteX105862" fmla="*/ 346008 w 2119654"/>
              <a:gd name="connsiteY105862" fmla="*/ 1086384 h 2398711"/>
              <a:gd name="connsiteX105863" fmla="*/ 346831 w 2119654"/>
              <a:gd name="connsiteY105863" fmla="*/ 1089368 h 2398711"/>
              <a:gd name="connsiteX105864" fmla="*/ 348203 w 2119654"/>
              <a:gd name="connsiteY105864" fmla="*/ 1092983 h 2398711"/>
              <a:gd name="connsiteX105865" fmla="*/ 348332 w 2119654"/>
              <a:gd name="connsiteY105865" fmla="*/ 1093161 h 2398711"/>
              <a:gd name="connsiteX105866" fmla="*/ 348532 w 2119654"/>
              <a:gd name="connsiteY105866" fmla="*/ 1092315 h 2398711"/>
              <a:gd name="connsiteX105867" fmla="*/ 347810 w 2119654"/>
              <a:gd name="connsiteY105867" fmla="*/ 1089351 h 2398711"/>
              <a:gd name="connsiteX105868" fmla="*/ 586290 w 2119654"/>
              <a:gd name="connsiteY105868" fmla="*/ 548250 h 2398711"/>
              <a:gd name="connsiteX105869" fmla="*/ 585983 w 2119654"/>
              <a:gd name="connsiteY105869" fmla="*/ 550644 h 2398711"/>
              <a:gd name="connsiteX105870" fmla="*/ 587448 w 2119654"/>
              <a:gd name="connsiteY105870" fmla="*/ 551882 h 2398711"/>
              <a:gd name="connsiteX105871" fmla="*/ 632086 w 2119654"/>
              <a:gd name="connsiteY105871" fmla="*/ 445650 h 2398711"/>
              <a:gd name="connsiteX105872" fmla="*/ 631389 w 2119654"/>
              <a:gd name="connsiteY105872" fmla="*/ 447415 h 2398711"/>
              <a:gd name="connsiteX105873" fmla="*/ 630925 w 2119654"/>
              <a:gd name="connsiteY105873" fmla="*/ 450666 h 2398711"/>
              <a:gd name="connsiteX105874" fmla="*/ 632220 w 2119654"/>
              <a:gd name="connsiteY105874" fmla="*/ 451930 h 2398711"/>
              <a:gd name="connsiteX105875" fmla="*/ 632362 w 2119654"/>
              <a:gd name="connsiteY105875" fmla="*/ 450798 h 2398711"/>
              <a:gd name="connsiteX105876" fmla="*/ 633000 w 2119654"/>
              <a:gd name="connsiteY105876" fmla="*/ 446237 h 2398711"/>
              <a:gd name="connsiteX105877" fmla="*/ 695228 w 2119654"/>
              <a:gd name="connsiteY105877" fmla="*/ 304258 h 2398711"/>
              <a:gd name="connsiteX105878" fmla="*/ 693825 w 2119654"/>
              <a:gd name="connsiteY105878" fmla="*/ 337283 h 2398711"/>
              <a:gd name="connsiteX105879" fmla="*/ 699583 w 2119654"/>
              <a:gd name="connsiteY105879" fmla="*/ 342290 h 2398711"/>
              <a:gd name="connsiteX105880" fmla="*/ 695380 w 2119654"/>
              <a:gd name="connsiteY105880" fmla="*/ 312019 h 2398711"/>
              <a:gd name="connsiteX105881" fmla="*/ 695558 w 2119654"/>
              <a:gd name="connsiteY105881" fmla="*/ 311717 h 2398711"/>
              <a:gd name="connsiteX105882" fmla="*/ 698871 w 2119654"/>
              <a:gd name="connsiteY105882" fmla="*/ 335584 h 2398711"/>
              <a:gd name="connsiteX105883" fmla="*/ 699941 w 2119654"/>
              <a:gd name="connsiteY105883" fmla="*/ 342601 h 2398711"/>
              <a:gd name="connsiteX105884" fmla="*/ 710189 w 2119654"/>
              <a:gd name="connsiteY105884" fmla="*/ 351514 h 2398711"/>
              <a:gd name="connsiteX105885" fmla="*/ 715134 w 2119654"/>
              <a:gd name="connsiteY105885" fmla="*/ 339503 h 2398711"/>
              <a:gd name="connsiteX105886" fmla="*/ 704815 w 2119654"/>
              <a:gd name="connsiteY105886" fmla="*/ 320955 h 2398711"/>
              <a:gd name="connsiteX105887" fmla="*/ 247140 w 2119654"/>
              <a:gd name="connsiteY105887" fmla="*/ 1307387 h 2398711"/>
              <a:gd name="connsiteX105888" fmla="*/ 247826 w 2119654"/>
              <a:gd name="connsiteY105888" fmla="*/ 1308509 h 2398711"/>
              <a:gd name="connsiteX105889" fmla="*/ 247511 w 2119654"/>
              <a:gd name="connsiteY105889" fmla="*/ 1307596 h 2398711"/>
              <a:gd name="connsiteX105890" fmla="*/ 633045 w 2119654"/>
              <a:gd name="connsiteY105890" fmla="*/ 443225 h 2398711"/>
              <a:gd name="connsiteX105891" fmla="*/ 632324 w 2119654"/>
              <a:gd name="connsiteY105891" fmla="*/ 445050 h 2398711"/>
              <a:gd name="connsiteX105892" fmla="*/ 633098 w 2119654"/>
              <a:gd name="connsiteY105892" fmla="*/ 445532 h 2398711"/>
              <a:gd name="connsiteX105893" fmla="*/ 633397 w 2119654"/>
              <a:gd name="connsiteY105893" fmla="*/ 443396 h 2398711"/>
              <a:gd name="connsiteX105894" fmla="*/ 633626 w 2119654"/>
              <a:gd name="connsiteY105894" fmla="*/ 441754 h 2398711"/>
              <a:gd name="connsiteX105895" fmla="*/ 633376 w 2119654"/>
              <a:gd name="connsiteY105895" fmla="*/ 442387 h 2398711"/>
              <a:gd name="connsiteX105896" fmla="*/ 633528 w 2119654"/>
              <a:gd name="connsiteY105896" fmla="*/ 442460 h 2398711"/>
              <a:gd name="connsiteX105897" fmla="*/ 569440 w 2119654"/>
              <a:gd name="connsiteY105897" fmla="*/ 585451 h 2398711"/>
              <a:gd name="connsiteX105898" fmla="*/ 569164 w 2119654"/>
              <a:gd name="connsiteY105898" fmla="*/ 587610 h 2398711"/>
              <a:gd name="connsiteX105899" fmla="*/ 571684 w 2119654"/>
              <a:gd name="connsiteY105899" fmla="*/ 589998 h 2398711"/>
              <a:gd name="connsiteX105900" fmla="*/ 572469 w 2119654"/>
              <a:gd name="connsiteY105900" fmla="*/ 586369 h 2398711"/>
              <a:gd name="connsiteX105901" fmla="*/ 618386 w 2119654"/>
              <a:gd name="connsiteY105901" fmla="*/ 475811 h 2398711"/>
              <a:gd name="connsiteX105902" fmla="*/ 617965 w 2119654"/>
              <a:gd name="connsiteY105902" fmla="*/ 477890 h 2398711"/>
              <a:gd name="connsiteX105903" fmla="*/ 618315 w 2119654"/>
              <a:gd name="connsiteY105903" fmla="*/ 478047 h 2398711"/>
              <a:gd name="connsiteX105904" fmla="*/ 618974 w 2119654"/>
              <a:gd name="connsiteY105904" fmla="*/ 476378 h 2398711"/>
              <a:gd name="connsiteX105905" fmla="*/ 278365 w 2119654"/>
              <a:gd name="connsiteY105905" fmla="*/ 1237153 h 2398711"/>
              <a:gd name="connsiteX105906" fmla="*/ 279505 w 2119654"/>
              <a:gd name="connsiteY105906" fmla="*/ 1239679 h 2398711"/>
              <a:gd name="connsiteX105907" fmla="*/ 280556 w 2119654"/>
              <a:gd name="connsiteY105907" fmla="*/ 1241283 h 2398711"/>
              <a:gd name="connsiteX105908" fmla="*/ 279996 w 2119654"/>
              <a:gd name="connsiteY105908" fmla="*/ 1239657 h 2398711"/>
              <a:gd name="connsiteX105909" fmla="*/ 279679 w 2119654"/>
              <a:gd name="connsiteY105909" fmla="*/ 1239049 h 2398711"/>
              <a:gd name="connsiteX105910" fmla="*/ 656248 w 2119654"/>
              <a:gd name="connsiteY105910" fmla="*/ 390996 h 2398711"/>
              <a:gd name="connsiteX105911" fmla="*/ 656146 w 2119654"/>
              <a:gd name="connsiteY105911" fmla="*/ 391499 h 2398711"/>
              <a:gd name="connsiteX105912" fmla="*/ 660620 w 2119654"/>
              <a:gd name="connsiteY105912" fmla="*/ 397462 h 2398711"/>
              <a:gd name="connsiteX105913" fmla="*/ 662371 w 2119654"/>
              <a:gd name="connsiteY105913" fmla="*/ 398666 h 2398711"/>
              <a:gd name="connsiteX105914" fmla="*/ 663162 w 2119654"/>
              <a:gd name="connsiteY105914" fmla="*/ 395117 h 2398711"/>
              <a:gd name="connsiteX105915" fmla="*/ 656377 w 2119654"/>
              <a:gd name="connsiteY105915" fmla="*/ 391071 h 2398711"/>
              <a:gd name="connsiteX105916" fmla="*/ 602640 w 2119654"/>
              <a:gd name="connsiteY105916" fmla="*/ 511014 h 2398711"/>
              <a:gd name="connsiteX105917" fmla="*/ 601152 w 2119654"/>
              <a:gd name="connsiteY105917" fmla="*/ 521463 h 2398711"/>
              <a:gd name="connsiteX105918" fmla="*/ 604318 w 2119654"/>
              <a:gd name="connsiteY105918" fmla="*/ 513452 h 2398711"/>
              <a:gd name="connsiteX105919" fmla="*/ 604306 w 2119654"/>
              <a:gd name="connsiteY105919" fmla="*/ 512316 h 2398711"/>
              <a:gd name="connsiteX105920" fmla="*/ 645286 w 2119654"/>
              <a:gd name="connsiteY105920" fmla="*/ 415415 h 2398711"/>
              <a:gd name="connsiteX105921" fmla="*/ 646228 w 2119654"/>
              <a:gd name="connsiteY105921" fmla="*/ 423155 h 2398711"/>
              <a:gd name="connsiteX105922" fmla="*/ 648499 w 2119654"/>
              <a:gd name="connsiteY105922" fmla="*/ 425508 h 2398711"/>
              <a:gd name="connsiteX105923" fmla="*/ 649783 w 2119654"/>
              <a:gd name="connsiteY105923" fmla="*/ 419166 h 2398711"/>
              <a:gd name="connsiteX105924" fmla="*/ 583986 w 2119654"/>
              <a:gd name="connsiteY105924" fmla="*/ 552607 h 2398711"/>
              <a:gd name="connsiteX105925" fmla="*/ 584278 w 2119654"/>
              <a:gd name="connsiteY105925" fmla="*/ 553595 h 2398711"/>
              <a:gd name="connsiteX105926" fmla="*/ 585138 w 2119654"/>
              <a:gd name="connsiteY105926" fmla="*/ 553843 h 2398711"/>
              <a:gd name="connsiteX105927" fmla="*/ 585239 w 2119654"/>
              <a:gd name="connsiteY105927" fmla="*/ 553045 h 2398711"/>
              <a:gd name="connsiteX105928" fmla="*/ 497068 w 2119654"/>
              <a:gd name="connsiteY105928" fmla="*/ 747184 h 2398711"/>
              <a:gd name="connsiteX105929" fmla="*/ 496960 w 2119654"/>
              <a:gd name="connsiteY105929" fmla="*/ 747705 h 2398711"/>
              <a:gd name="connsiteX105930" fmla="*/ 497090 w 2119654"/>
              <a:gd name="connsiteY105930" fmla="*/ 748144 h 2398711"/>
              <a:gd name="connsiteX105931" fmla="*/ 497389 w 2119654"/>
              <a:gd name="connsiteY105931" fmla="*/ 748252 h 2398711"/>
              <a:gd name="connsiteX105932" fmla="*/ 276237 w 2119654"/>
              <a:gd name="connsiteY105932" fmla="*/ 1241614 h 2398711"/>
              <a:gd name="connsiteX105933" fmla="*/ 276960 w 2119654"/>
              <a:gd name="connsiteY105933" fmla="*/ 1244583 h 2398711"/>
              <a:gd name="connsiteX105934" fmla="*/ 284864 w 2119654"/>
              <a:gd name="connsiteY105934" fmla="*/ 1253775 h 2398711"/>
              <a:gd name="connsiteX105935" fmla="*/ 282762 w 2119654"/>
              <a:gd name="connsiteY105935" fmla="*/ 1247680 h 2398711"/>
              <a:gd name="connsiteX105936" fmla="*/ 346989 w 2119654"/>
              <a:gd name="connsiteY105936" fmla="*/ 1083177 h 2398711"/>
              <a:gd name="connsiteX105937" fmla="*/ 347240 w 2119654"/>
              <a:gd name="connsiteY105937" fmla="*/ 1083921 h 2398711"/>
              <a:gd name="connsiteX105938" fmla="*/ 347813 w 2119654"/>
              <a:gd name="connsiteY105938" fmla="*/ 1085140 h 2398711"/>
              <a:gd name="connsiteX105939" fmla="*/ 347475 w 2119654"/>
              <a:gd name="connsiteY105939" fmla="*/ 1083717 h 2398711"/>
              <a:gd name="connsiteX105940" fmla="*/ 347334 w 2119654"/>
              <a:gd name="connsiteY105940" fmla="*/ 1083508 h 2398711"/>
              <a:gd name="connsiteX105941" fmla="*/ 313229 w 2119654"/>
              <a:gd name="connsiteY105941" fmla="*/ 1158743 h 2398711"/>
              <a:gd name="connsiteX105942" fmla="*/ 313903 w 2119654"/>
              <a:gd name="connsiteY105942" fmla="*/ 1161600 h 2398711"/>
              <a:gd name="connsiteX105943" fmla="*/ 314125 w 2119654"/>
              <a:gd name="connsiteY105943" fmla="*/ 1161838 h 2398711"/>
              <a:gd name="connsiteX105944" fmla="*/ 313951 w 2119654"/>
              <a:gd name="connsiteY105944" fmla="*/ 1159706 h 2398711"/>
              <a:gd name="connsiteX105945" fmla="*/ 616980 w 2119654"/>
              <a:gd name="connsiteY105945" fmla="*/ 478486 h 2398711"/>
              <a:gd name="connsiteX105946" fmla="*/ 616716 w 2119654"/>
              <a:gd name="connsiteY105946" fmla="*/ 481259 h 2398711"/>
              <a:gd name="connsiteX105947" fmla="*/ 617161 w 2119654"/>
              <a:gd name="connsiteY105947" fmla="*/ 479058 h 2398711"/>
              <a:gd name="connsiteX105948" fmla="*/ 617056 w 2119654"/>
              <a:gd name="connsiteY105948" fmla="*/ 478519 h 2398711"/>
              <a:gd name="connsiteX105949" fmla="*/ 582723 w 2119654"/>
              <a:gd name="connsiteY105949" fmla="*/ 555147 h 2398711"/>
              <a:gd name="connsiteX105950" fmla="*/ 582778 w 2119654"/>
              <a:gd name="connsiteY105950" fmla="*/ 557565 h 2398711"/>
              <a:gd name="connsiteX105951" fmla="*/ 582948 w 2119654"/>
              <a:gd name="connsiteY105951" fmla="*/ 562277 h 2398711"/>
              <a:gd name="connsiteX105952" fmla="*/ 584040 w 2119654"/>
              <a:gd name="connsiteY105952" fmla="*/ 562412 h 2398711"/>
              <a:gd name="connsiteX105953" fmla="*/ 584183 w 2119654"/>
              <a:gd name="connsiteY105953" fmla="*/ 561301 h 2398711"/>
              <a:gd name="connsiteX105954" fmla="*/ 584167 w 2119654"/>
              <a:gd name="connsiteY105954" fmla="*/ 561256 h 2398711"/>
              <a:gd name="connsiteX105955" fmla="*/ 312416 w 2119654"/>
              <a:gd name="connsiteY105955" fmla="*/ 1160355 h 2398711"/>
              <a:gd name="connsiteX105956" fmla="*/ 312697 w 2119654"/>
              <a:gd name="connsiteY105956" fmla="*/ 1162643 h 2398711"/>
              <a:gd name="connsiteX105957" fmla="*/ 313195 w 2119654"/>
              <a:gd name="connsiteY105957" fmla="*/ 1163331 h 2398711"/>
              <a:gd name="connsiteX105958" fmla="*/ 312519 w 2119654"/>
              <a:gd name="connsiteY105958" fmla="*/ 1160466 h 2398711"/>
              <a:gd name="connsiteX105959" fmla="*/ 673222 w 2119654"/>
              <a:gd name="connsiteY105959" fmla="*/ 352346 h 2398711"/>
              <a:gd name="connsiteX105960" fmla="*/ 669045 w 2119654"/>
              <a:gd name="connsiteY105960" fmla="*/ 371107 h 2398711"/>
              <a:gd name="connsiteX105961" fmla="*/ 672785 w 2119654"/>
              <a:gd name="connsiteY105961" fmla="*/ 375399 h 2398711"/>
              <a:gd name="connsiteX105962" fmla="*/ 673544 w 2119654"/>
              <a:gd name="connsiteY105962" fmla="*/ 375960 h 2398711"/>
              <a:gd name="connsiteX105963" fmla="*/ 673872 w 2119654"/>
              <a:gd name="connsiteY105963" fmla="*/ 376085 h 2398711"/>
              <a:gd name="connsiteX105964" fmla="*/ 673785 w 2119654"/>
              <a:gd name="connsiteY105964" fmla="*/ 373653 h 2398711"/>
              <a:gd name="connsiteX105965" fmla="*/ 674024 w 2119654"/>
              <a:gd name="connsiteY105965" fmla="*/ 373327 h 2398711"/>
              <a:gd name="connsiteX105966" fmla="*/ 674126 w 2119654"/>
              <a:gd name="connsiteY105966" fmla="*/ 376182 h 2398711"/>
              <a:gd name="connsiteX105967" fmla="*/ 692024 w 2119654"/>
              <a:gd name="connsiteY105967" fmla="*/ 383055 h 2398711"/>
              <a:gd name="connsiteX105968" fmla="*/ 692282 w 2119654"/>
              <a:gd name="connsiteY105968" fmla="*/ 375415 h 2398711"/>
              <a:gd name="connsiteX105969" fmla="*/ 677208 w 2119654"/>
              <a:gd name="connsiteY105969" fmla="*/ 356916 h 2398711"/>
              <a:gd name="connsiteX105970" fmla="*/ 674110 w 2119654"/>
              <a:gd name="connsiteY105970" fmla="*/ 353218 h 2398711"/>
              <a:gd name="connsiteX105971" fmla="*/ 673429 w 2119654"/>
              <a:gd name="connsiteY105971" fmla="*/ 352542 h 2398711"/>
              <a:gd name="connsiteX105972" fmla="*/ 302450 w 2119654"/>
              <a:gd name="connsiteY105972" fmla="*/ 1182553 h 2398711"/>
              <a:gd name="connsiteX105973" fmla="*/ 303713 w 2119654"/>
              <a:gd name="connsiteY105973" fmla="*/ 1187699 h 2398711"/>
              <a:gd name="connsiteX105974" fmla="*/ 305052 w 2119654"/>
              <a:gd name="connsiteY105974" fmla="*/ 1190735 h 2398711"/>
              <a:gd name="connsiteX105975" fmla="*/ 306804 w 2119654"/>
              <a:gd name="connsiteY105975" fmla="*/ 1192074 h 2398711"/>
              <a:gd name="connsiteX105976" fmla="*/ 306713 w 2119654"/>
              <a:gd name="connsiteY105976" fmla="*/ 1191501 h 2398711"/>
              <a:gd name="connsiteX105977" fmla="*/ 545239 w 2119654"/>
              <a:gd name="connsiteY105977" fmla="*/ 638851 h 2398711"/>
              <a:gd name="connsiteX105978" fmla="*/ 545149 w 2119654"/>
              <a:gd name="connsiteY105978" fmla="*/ 639542 h 2398711"/>
              <a:gd name="connsiteX105979" fmla="*/ 546176 w 2119654"/>
              <a:gd name="connsiteY105979" fmla="*/ 646358 h 2398711"/>
              <a:gd name="connsiteX105980" fmla="*/ 546989 w 2119654"/>
              <a:gd name="connsiteY105980" fmla="*/ 646897 h 2398711"/>
              <a:gd name="connsiteX105981" fmla="*/ 636603 w 2119654"/>
              <a:gd name="connsiteY105981" fmla="*/ 434224 h 2398711"/>
              <a:gd name="connsiteX105982" fmla="*/ 634156 w 2119654"/>
              <a:gd name="connsiteY105982" fmla="*/ 440415 h 2398711"/>
              <a:gd name="connsiteX105983" fmla="*/ 634044 w 2119654"/>
              <a:gd name="connsiteY105983" fmla="*/ 441305 h 2398711"/>
              <a:gd name="connsiteX105984" fmla="*/ 637747 w 2119654"/>
              <a:gd name="connsiteY105984" fmla="*/ 444517 h 2398711"/>
              <a:gd name="connsiteX105985" fmla="*/ 642988 w 2119654"/>
              <a:gd name="connsiteY105985" fmla="*/ 447074 h 2398711"/>
              <a:gd name="connsiteX105986" fmla="*/ 641414 w 2119654"/>
              <a:gd name="connsiteY105986" fmla="*/ 438870 h 2398711"/>
              <a:gd name="connsiteX105987" fmla="*/ 641229 w 2119654"/>
              <a:gd name="connsiteY105987" fmla="*/ 437636 h 2398711"/>
              <a:gd name="connsiteX105988" fmla="*/ 695290 w 2119654"/>
              <a:gd name="connsiteY105988" fmla="*/ 302795 h 2398711"/>
              <a:gd name="connsiteX105989" fmla="*/ 695258 w 2119654"/>
              <a:gd name="connsiteY105989" fmla="*/ 303562 h 2398711"/>
              <a:gd name="connsiteX105990" fmla="*/ 715450 w 2119654"/>
              <a:gd name="connsiteY105990" fmla="*/ 338734 h 2398711"/>
              <a:gd name="connsiteX105991" fmla="*/ 718234 w 2119654"/>
              <a:gd name="connsiteY105991" fmla="*/ 331971 h 2398711"/>
              <a:gd name="connsiteX105992" fmla="*/ 707703 w 2119654"/>
              <a:gd name="connsiteY105992" fmla="*/ 317647 h 2398711"/>
              <a:gd name="connsiteX105993" fmla="*/ 513167 w 2119654"/>
              <a:gd name="connsiteY105993" fmla="*/ 710405 h 2398711"/>
              <a:gd name="connsiteX105994" fmla="*/ 513205 w 2119654"/>
              <a:gd name="connsiteY105994" fmla="*/ 711450 h 2398711"/>
              <a:gd name="connsiteX105995" fmla="*/ 515838 w 2119654"/>
              <a:gd name="connsiteY105995" fmla="*/ 713799 h 2398711"/>
              <a:gd name="connsiteX105996" fmla="*/ 515751 w 2119654"/>
              <a:gd name="connsiteY105996" fmla="*/ 712991 h 2398711"/>
              <a:gd name="connsiteX105997" fmla="*/ 514754 w 2119654"/>
              <a:gd name="connsiteY105997" fmla="*/ 711575 h 2398711"/>
              <a:gd name="connsiteX105998" fmla="*/ 564312 w 2119654"/>
              <a:gd name="connsiteY105998" fmla="*/ 595793 h 2398711"/>
              <a:gd name="connsiteX105999" fmla="*/ 562877 w 2119654"/>
              <a:gd name="connsiteY105999" fmla="*/ 600919 h 2398711"/>
              <a:gd name="connsiteX106000" fmla="*/ 565994 w 2119654"/>
              <a:gd name="connsiteY106000" fmla="*/ 602466 h 2398711"/>
              <a:gd name="connsiteX106001" fmla="*/ 565714 w 2119654"/>
              <a:gd name="connsiteY106001" fmla="*/ 600163 h 2398711"/>
              <a:gd name="connsiteX106002" fmla="*/ 564348 w 2119654"/>
              <a:gd name="connsiteY106002" fmla="*/ 598867 h 2398711"/>
              <a:gd name="connsiteX106003" fmla="*/ 564558 w 2119654"/>
              <a:gd name="connsiteY106003" fmla="*/ 598887 h 2398711"/>
              <a:gd name="connsiteX106004" fmla="*/ 565689 w 2119654"/>
              <a:gd name="connsiteY106004" fmla="*/ 599961 h 2398711"/>
              <a:gd name="connsiteX106005" fmla="*/ 565228 w 2119654"/>
              <a:gd name="connsiteY106005" fmla="*/ 596171 h 2398711"/>
              <a:gd name="connsiteX106006" fmla="*/ 497380 w 2119654"/>
              <a:gd name="connsiteY106006" fmla="*/ 745657 h 2398711"/>
              <a:gd name="connsiteX106007" fmla="*/ 497265 w 2119654"/>
              <a:gd name="connsiteY106007" fmla="*/ 746219 h 2398711"/>
              <a:gd name="connsiteX106008" fmla="*/ 497974 w 2119654"/>
              <a:gd name="connsiteY106008" fmla="*/ 748459 h 2398711"/>
              <a:gd name="connsiteX106009" fmla="*/ 498350 w 2119654"/>
              <a:gd name="connsiteY106009" fmla="*/ 748593 h 2398711"/>
              <a:gd name="connsiteX106010" fmla="*/ 574385 w 2119654"/>
              <a:gd name="connsiteY106010" fmla="*/ 573215 h 2398711"/>
              <a:gd name="connsiteX106011" fmla="*/ 574407 w 2119654"/>
              <a:gd name="connsiteY106011" fmla="*/ 574215 h 2398711"/>
              <a:gd name="connsiteX106012" fmla="*/ 574503 w 2119654"/>
              <a:gd name="connsiteY106012" fmla="*/ 574306 h 2398711"/>
              <a:gd name="connsiteX106013" fmla="*/ 595798 w 2119654"/>
              <a:gd name="connsiteY106013" fmla="*/ 525253 h 2398711"/>
              <a:gd name="connsiteX106014" fmla="*/ 595846 w 2119654"/>
              <a:gd name="connsiteY106014" fmla="*/ 529064 h 2398711"/>
              <a:gd name="connsiteX106015" fmla="*/ 597632 w 2119654"/>
              <a:gd name="connsiteY106015" fmla="*/ 530367 h 2398711"/>
              <a:gd name="connsiteX106016" fmla="*/ 597639 w 2119654"/>
              <a:gd name="connsiteY106016" fmla="*/ 530350 h 2398711"/>
              <a:gd name="connsiteX106017" fmla="*/ 597178 w 2119654"/>
              <a:gd name="connsiteY106017" fmla="*/ 526414 h 2398711"/>
              <a:gd name="connsiteX106018" fmla="*/ 583609 w 2119654"/>
              <a:gd name="connsiteY106018" fmla="*/ 552475 h 2398711"/>
              <a:gd name="connsiteX106019" fmla="*/ 583942 w 2119654"/>
              <a:gd name="connsiteY106019" fmla="*/ 553379 h 2398711"/>
              <a:gd name="connsiteX106020" fmla="*/ 583706 w 2119654"/>
              <a:gd name="connsiteY106020" fmla="*/ 552508 h 2398711"/>
              <a:gd name="connsiteX106021" fmla="*/ 638122 w 2119654"/>
              <a:gd name="connsiteY106021" fmla="*/ 430381 h 2398711"/>
              <a:gd name="connsiteX106022" fmla="*/ 636752 w 2119654"/>
              <a:gd name="connsiteY106022" fmla="*/ 433848 h 2398711"/>
              <a:gd name="connsiteX106023" fmla="*/ 641147 w 2119654"/>
              <a:gd name="connsiteY106023" fmla="*/ 437090 h 2398711"/>
              <a:gd name="connsiteX106024" fmla="*/ 640384 w 2119654"/>
              <a:gd name="connsiteY106024" fmla="*/ 432028 h 2398711"/>
              <a:gd name="connsiteX106025" fmla="*/ 524651 w 2119654"/>
              <a:gd name="connsiteY106025" fmla="*/ 684451 h 2398711"/>
              <a:gd name="connsiteX106026" fmla="*/ 524612 w 2119654"/>
              <a:gd name="connsiteY106026" fmla="*/ 684906 h 2398711"/>
              <a:gd name="connsiteX106027" fmla="*/ 525471 w 2119654"/>
              <a:gd name="connsiteY106027" fmla="*/ 685733 h 2398711"/>
              <a:gd name="connsiteX106028" fmla="*/ 525400 w 2119654"/>
              <a:gd name="connsiteY106028" fmla="*/ 684804 h 2398711"/>
              <a:gd name="connsiteX106029" fmla="*/ 618864 w 2119654"/>
              <a:gd name="connsiteY106029" fmla="*/ 473448 h 2398711"/>
              <a:gd name="connsiteX106030" fmla="*/ 618631 w 2119654"/>
              <a:gd name="connsiteY106030" fmla="*/ 474602 h 2398711"/>
              <a:gd name="connsiteX106031" fmla="*/ 619066 w 2119654"/>
              <a:gd name="connsiteY106031" fmla="*/ 474795 h 2398711"/>
              <a:gd name="connsiteX106032" fmla="*/ 312332 w 2119654"/>
              <a:gd name="connsiteY106032" fmla="*/ 1159674 h 2398711"/>
              <a:gd name="connsiteX106033" fmla="*/ 312366 w 2119654"/>
              <a:gd name="connsiteY106033" fmla="*/ 1159949 h 2398711"/>
              <a:gd name="connsiteX106034" fmla="*/ 312407 w 2119654"/>
              <a:gd name="connsiteY106034" fmla="*/ 1159994 h 2398711"/>
              <a:gd name="connsiteX106035" fmla="*/ 639592 w 2119654"/>
              <a:gd name="connsiteY106035" fmla="*/ 426765 h 2398711"/>
              <a:gd name="connsiteX106036" fmla="*/ 638535 w 2119654"/>
              <a:gd name="connsiteY106036" fmla="*/ 429337 h 2398711"/>
              <a:gd name="connsiteX106037" fmla="*/ 638325 w 2119654"/>
              <a:gd name="connsiteY106037" fmla="*/ 429867 h 2398711"/>
              <a:gd name="connsiteX106038" fmla="*/ 640265 w 2119654"/>
              <a:gd name="connsiteY106038" fmla="*/ 431239 h 2398711"/>
              <a:gd name="connsiteX106039" fmla="*/ 507140 w 2119654"/>
              <a:gd name="connsiteY106039" fmla="*/ 723187 h 2398711"/>
              <a:gd name="connsiteX106040" fmla="*/ 508782 w 2119654"/>
              <a:gd name="connsiteY106040" fmla="*/ 726136 h 2398711"/>
              <a:gd name="connsiteX106041" fmla="*/ 508917 w 2119654"/>
              <a:gd name="connsiteY106041" fmla="*/ 724691 h 2398711"/>
              <a:gd name="connsiteX106042" fmla="*/ 508884 w 2119654"/>
              <a:gd name="connsiteY106042" fmla="*/ 724559 h 2398711"/>
              <a:gd name="connsiteX106043" fmla="*/ 524700 w 2119654"/>
              <a:gd name="connsiteY106043" fmla="*/ 683846 h 2398711"/>
              <a:gd name="connsiteX106044" fmla="*/ 524666 w 2119654"/>
              <a:gd name="connsiteY106044" fmla="*/ 684264 h 2398711"/>
              <a:gd name="connsiteX106045" fmla="*/ 525385 w 2119654"/>
              <a:gd name="connsiteY106045" fmla="*/ 684602 h 2398711"/>
              <a:gd name="connsiteX106046" fmla="*/ 525377 w 2119654"/>
              <a:gd name="connsiteY106046" fmla="*/ 684504 h 2398711"/>
              <a:gd name="connsiteX106047" fmla="*/ 327801 w 2119654"/>
              <a:gd name="connsiteY106047" fmla="*/ 1124612 h 2398711"/>
              <a:gd name="connsiteX106048" fmla="*/ 327829 w 2119654"/>
              <a:gd name="connsiteY106048" fmla="*/ 1124842 h 2398711"/>
              <a:gd name="connsiteX106049" fmla="*/ 328444 w 2119654"/>
              <a:gd name="connsiteY106049" fmla="*/ 1125234 h 2398711"/>
              <a:gd name="connsiteX106050" fmla="*/ 328288 w 2119654"/>
              <a:gd name="connsiteY106050" fmla="*/ 1124940 h 2398711"/>
              <a:gd name="connsiteX106051" fmla="*/ 564919 w 2119654"/>
              <a:gd name="connsiteY106051" fmla="*/ 593629 h 2398711"/>
              <a:gd name="connsiteX106052" fmla="*/ 564401 w 2119654"/>
              <a:gd name="connsiteY106052" fmla="*/ 595479 h 2398711"/>
              <a:gd name="connsiteX106053" fmla="*/ 565183 w 2119654"/>
              <a:gd name="connsiteY106053" fmla="*/ 595802 h 2398711"/>
              <a:gd name="connsiteX106054" fmla="*/ 286943 w 2119654"/>
              <a:gd name="connsiteY106054" fmla="*/ 1216067 h 2398711"/>
              <a:gd name="connsiteX106055" fmla="*/ 288966 w 2119654"/>
              <a:gd name="connsiteY106055" fmla="*/ 1223084 h 2398711"/>
              <a:gd name="connsiteX106056" fmla="*/ 291843 w 2119654"/>
              <a:gd name="connsiteY106056" fmla="*/ 1226736 h 2398711"/>
              <a:gd name="connsiteX106057" fmla="*/ 288159 w 2119654"/>
              <a:gd name="connsiteY106057" fmla="*/ 1217546 h 2398711"/>
              <a:gd name="connsiteX106058" fmla="*/ 288097 w 2119654"/>
              <a:gd name="connsiteY106058" fmla="*/ 1217427 h 2398711"/>
              <a:gd name="connsiteX106059" fmla="*/ 569788 w 2119654"/>
              <a:gd name="connsiteY106059" fmla="*/ 582720 h 2398711"/>
              <a:gd name="connsiteX106060" fmla="*/ 569466 w 2119654"/>
              <a:gd name="connsiteY106060" fmla="*/ 585244 h 2398711"/>
              <a:gd name="connsiteX106061" fmla="*/ 572508 w 2119654"/>
              <a:gd name="connsiteY106061" fmla="*/ 586193 h 2398711"/>
              <a:gd name="connsiteX106062" fmla="*/ 572990 w 2119654"/>
              <a:gd name="connsiteY106062" fmla="*/ 583969 h 2398711"/>
              <a:gd name="connsiteX106063" fmla="*/ 619108 w 2119654"/>
              <a:gd name="connsiteY106063" fmla="*/ 472244 h 2398711"/>
              <a:gd name="connsiteX106064" fmla="*/ 619104 w 2119654"/>
              <a:gd name="connsiteY106064" fmla="*/ 472268 h 2398711"/>
              <a:gd name="connsiteX106065" fmla="*/ 619510 w 2119654"/>
              <a:gd name="connsiteY106065" fmla="*/ 474991 h 2398711"/>
              <a:gd name="connsiteX106066" fmla="*/ 619519 w 2119654"/>
              <a:gd name="connsiteY106066" fmla="*/ 474998 h 2398711"/>
              <a:gd name="connsiteX106067" fmla="*/ 620172 w 2119654"/>
              <a:gd name="connsiteY106067" fmla="*/ 473345 h 2398711"/>
              <a:gd name="connsiteX106068" fmla="*/ 641825 w 2119654"/>
              <a:gd name="connsiteY106068" fmla="*/ 421331 h 2398711"/>
              <a:gd name="connsiteX106069" fmla="*/ 640047 w 2119654"/>
              <a:gd name="connsiteY106069" fmla="*/ 425656 h 2398711"/>
              <a:gd name="connsiteX106070" fmla="*/ 641251 w 2119654"/>
              <a:gd name="connsiteY106070" fmla="*/ 431937 h 2398711"/>
              <a:gd name="connsiteX106071" fmla="*/ 646454 w 2119654"/>
              <a:gd name="connsiteY106071" fmla="*/ 435616 h 2398711"/>
              <a:gd name="connsiteX106072" fmla="*/ 647035 w 2119654"/>
              <a:gd name="connsiteY106072" fmla="*/ 432744 h 2398711"/>
              <a:gd name="connsiteX106073" fmla="*/ 646242 w 2119654"/>
              <a:gd name="connsiteY106073" fmla="*/ 426224 h 2398711"/>
              <a:gd name="connsiteX106074" fmla="*/ 644641 w 2119654"/>
              <a:gd name="connsiteY106074" fmla="*/ 424123 h 2398711"/>
              <a:gd name="connsiteX106075" fmla="*/ 642067 w 2119654"/>
              <a:gd name="connsiteY106075" fmla="*/ 420742 h 2398711"/>
              <a:gd name="connsiteX106076" fmla="*/ 641935 w 2119654"/>
              <a:gd name="connsiteY106076" fmla="*/ 421063 h 2398711"/>
              <a:gd name="connsiteX106077" fmla="*/ 643289 w 2119654"/>
              <a:gd name="connsiteY106077" fmla="*/ 422347 h 2398711"/>
              <a:gd name="connsiteX106078" fmla="*/ 642396 w 2119654"/>
              <a:gd name="connsiteY106078" fmla="*/ 419941 h 2398711"/>
              <a:gd name="connsiteX106079" fmla="*/ 642243 w 2119654"/>
              <a:gd name="connsiteY106079" fmla="*/ 420313 h 2398711"/>
              <a:gd name="connsiteX106080" fmla="*/ 645105 w 2119654"/>
              <a:gd name="connsiteY106080" fmla="*/ 424070 h 2398711"/>
              <a:gd name="connsiteX106081" fmla="*/ 646014 w 2119654"/>
              <a:gd name="connsiteY106081" fmla="*/ 424932 h 2398711"/>
              <a:gd name="connsiteX106082" fmla="*/ 646094 w 2119654"/>
              <a:gd name="connsiteY106082" fmla="*/ 425013 h 2398711"/>
              <a:gd name="connsiteX106083" fmla="*/ 645922 w 2119654"/>
              <a:gd name="connsiteY106083" fmla="*/ 423591 h 2398711"/>
              <a:gd name="connsiteX106084" fmla="*/ 246519 w 2119654"/>
              <a:gd name="connsiteY106084" fmla="*/ 1306370 h 2398711"/>
              <a:gd name="connsiteX106085" fmla="*/ 246806 w 2119654"/>
              <a:gd name="connsiteY106085" fmla="*/ 1306840 h 2398711"/>
              <a:gd name="connsiteX106086" fmla="*/ 247354 w 2119654"/>
              <a:gd name="connsiteY106086" fmla="*/ 1307139 h 2398711"/>
              <a:gd name="connsiteX106087" fmla="*/ 247249 w 2119654"/>
              <a:gd name="connsiteY106087" fmla="*/ 1306834 h 2398711"/>
              <a:gd name="connsiteX106088" fmla="*/ 545497 w 2119654"/>
              <a:gd name="connsiteY106088" fmla="*/ 636879 h 2398711"/>
              <a:gd name="connsiteX106089" fmla="*/ 545449 w 2119654"/>
              <a:gd name="connsiteY106089" fmla="*/ 637223 h 2398711"/>
              <a:gd name="connsiteX106090" fmla="*/ 545375 w 2119654"/>
              <a:gd name="connsiteY106090" fmla="*/ 637792 h 2398711"/>
              <a:gd name="connsiteX106091" fmla="*/ 546216 w 2119654"/>
              <a:gd name="connsiteY106091" fmla="*/ 641654 h 2398711"/>
              <a:gd name="connsiteX106092" fmla="*/ 476788 w 2119654"/>
              <a:gd name="connsiteY106092" fmla="*/ 790709 h 2398711"/>
              <a:gd name="connsiteX106093" fmla="*/ 477354 w 2119654"/>
              <a:gd name="connsiteY106093" fmla="*/ 793813 h 2398711"/>
              <a:gd name="connsiteX106094" fmla="*/ 477356 w 2119654"/>
              <a:gd name="connsiteY106094" fmla="*/ 793814 h 2398711"/>
              <a:gd name="connsiteX106095" fmla="*/ 477315 w 2119654"/>
              <a:gd name="connsiteY106095" fmla="*/ 791987 h 2398711"/>
              <a:gd name="connsiteX106096" fmla="*/ 518438 w 2119654"/>
              <a:gd name="connsiteY106096" fmla="*/ 697370 h 2398711"/>
              <a:gd name="connsiteX106097" fmla="*/ 518809 w 2119654"/>
              <a:gd name="connsiteY106097" fmla="*/ 702277 h 2398711"/>
              <a:gd name="connsiteX106098" fmla="*/ 522438 w 2119654"/>
              <a:gd name="connsiteY106098" fmla="*/ 704999 h 2398711"/>
              <a:gd name="connsiteX106099" fmla="*/ 522717 w 2119654"/>
              <a:gd name="connsiteY106099" fmla="*/ 705138 h 2398711"/>
              <a:gd name="connsiteX106100" fmla="*/ 522833 w 2119654"/>
              <a:gd name="connsiteY106100" fmla="*/ 703730 h 2398711"/>
              <a:gd name="connsiteX106101" fmla="*/ 522300 w 2119654"/>
              <a:gd name="connsiteY106101" fmla="*/ 700407 h 2398711"/>
              <a:gd name="connsiteX106102" fmla="*/ 612349 w 2119654"/>
              <a:gd name="connsiteY106102" fmla="*/ 487015 h 2398711"/>
              <a:gd name="connsiteX106103" fmla="*/ 611966 w 2119654"/>
              <a:gd name="connsiteY106103" fmla="*/ 494106 h 2398711"/>
              <a:gd name="connsiteX106104" fmla="*/ 614378 w 2119654"/>
              <a:gd name="connsiteY106104" fmla="*/ 488005 h 2398711"/>
              <a:gd name="connsiteX106105" fmla="*/ 326023 w 2119654"/>
              <a:gd name="connsiteY106105" fmla="*/ 1128086 h 2398711"/>
              <a:gd name="connsiteX106106" fmla="*/ 326078 w 2119654"/>
              <a:gd name="connsiteY106106" fmla="*/ 1128541 h 2398711"/>
              <a:gd name="connsiteX106107" fmla="*/ 326399 w 2119654"/>
              <a:gd name="connsiteY106107" fmla="*/ 1129995 h 2398711"/>
              <a:gd name="connsiteX106108" fmla="*/ 326912 w 2119654"/>
              <a:gd name="connsiteY106108" fmla="*/ 1131083 h 2398711"/>
              <a:gd name="connsiteX106109" fmla="*/ 326732 w 2119654"/>
              <a:gd name="connsiteY106109" fmla="*/ 1128895 h 2398711"/>
              <a:gd name="connsiteX106110" fmla="*/ 655401 w 2119654"/>
              <a:gd name="connsiteY106110" fmla="*/ 390506 h 2398711"/>
              <a:gd name="connsiteX106111" fmla="*/ 655547 w 2119654"/>
              <a:gd name="connsiteY106111" fmla="*/ 390699 h 2398711"/>
              <a:gd name="connsiteX106112" fmla="*/ 655566 w 2119654"/>
              <a:gd name="connsiteY106112" fmla="*/ 390601 h 2398711"/>
              <a:gd name="connsiteX106113" fmla="*/ 192941 w 2119654"/>
              <a:gd name="connsiteY106113" fmla="*/ 1426036 h 2398711"/>
              <a:gd name="connsiteX106114" fmla="*/ 201597 w 2119654"/>
              <a:gd name="connsiteY106114" fmla="*/ 1441077 h 2398711"/>
              <a:gd name="connsiteX106115" fmla="*/ 209134 w 2119654"/>
              <a:gd name="connsiteY106115" fmla="*/ 1443964 h 2398711"/>
              <a:gd name="connsiteX106116" fmla="*/ 202002 w 2119654"/>
              <a:gd name="connsiteY106116" fmla="*/ 1432580 h 2398711"/>
              <a:gd name="connsiteX106117" fmla="*/ 632055 w 2119654"/>
              <a:gd name="connsiteY106117" fmla="*/ 442742 h 2398711"/>
              <a:gd name="connsiteX106118" fmla="*/ 631774 w 2119654"/>
              <a:gd name="connsiteY106118" fmla="*/ 444708 h 2398711"/>
              <a:gd name="connsiteX106119" fmla="*/ 631780 w 2119654"/>
              <a:gd name="connsiteY106119" fmla="*/ 444712 h 2398711"/>
              <a:gd name="connsiteX106120" fmla="*/ 632500 w 2119654"/>
              <a:gd name="connsiteY106120" fmla="*/ 442959 h 2398711"/>
              <a:gd name="connsiteX106121" fmla="*/ 477843 w 2119654"/>
              <a:gd name="connsiteY106121" fmla="*/ 788016 h 2398711"/>
              <a:gd name="connsiteX106122" fmla="*/ 477875 w 2119654"/>
              <a:gd name="connsiteY106122" fmla="*/ 789474 h 2398711"/>
              <a:gd name="connsiteX106123" fmla="*/ 479504 w 2119654"/>
              <a:gd name="connsiteY106123" fmla="*/ 791498 h 2398711"/>
              <a:gd name="connsiteX106124" fmla="*/ 480433 w 2119654"/>
              <a:gd name="connsiteY106124" fmla="*/ 790140 h 2398711"/>
              <a:gd name="connsiteX106125" fmla="*/ 644519 w 2119654"/>
              <a:gd name="connsiteY106125" fmla="*/ 414775 h 2398711"/>
              <a:gd name="connsiteX106126" fmla="*/ 642614 w 2119654"/>
              <a:gd name="connsiteY106126" fmla="*/ 419412 h 2398711"/>
              <a:gd name="connsiteX106127" fmla="*/ 645817 w 2119654"/>
              <a:gd name="connsiteY106127" fmla="*/ 422729 h 2398711"/>
              <a:gd name="connsiteX106128" fmla="*/ 644886 w 2119654"/>
              <a:gd name="connsiteY106128" fmla="*/ 415081 h 2398711"/>
              <a:gd name="connsiteX106129" fmla="*/ 644774 w 2119654"/>
              <a:gd name="connsiteY106129" fmla="*/ 414154 h 2398711"/>
              <a:gd name="connsiteX106130" fmla="*/ 644662 w 2119654"/>
              <a:gd name="connsiteY106130" fmla="*/ 414427 h 2398711"/>
              <a:gd name="connsiteX106131" fmla="*/ 644823 w 2119654"/>
              <a:gd name="connsiteY106131" fmla="*/ 414560 h 2398711"/>
              <a:gd name="connsiteX106132" fmla="*/ 275834 w 2119654"/>
              <a:gd name="connsiteY106132" fmla="*/ 1239960 h 2398711"/>
              <a:gd name="connsiteX106133" fmla="*/ 276083 w 2119654"/>
              <a:gd name="connsiteY106133" fmla="*/ 1240982 h 2398711"/>
              <a:gd name="connsiteX106134" fmla="*/ 282365 w 2119654"/>
              <a:gd name="connsiteY106134" fmla="*/ 1246667 h 2398711"/>
              <a:gd name="connsiteX106135" fmla="*/ 280513 w 2119654"/>
              <a:gd name="connsiteY106135" fmla="*/ 1242562 h 2398711"/>
              <a:gd name="connsiteX106136" fmla="*/ 568271 w 2119654"/>
              <a:gd name="connsiteY106136" fmla="*/ 585097 h 2398711"/>
              <a:gd name="connsiteX106137" fmla="*/ 568918 w 2119654"/>
              <a:gd name="connsiteY106137" fmla="*/ 586974 h 2398711"/>
              <a:gd name="connsiteX106138" fmla="*/ 569125 w 2119654"/>
              <a:gd name="connsiteY106138" fmla="*/ 585355 h 2398711"/>
              <a:gd name="connsiteX106139" fmla="*/ 315089 w 2119654"/>
              <a:gd name="connsiteY106139" fmla="*/ 1152016 h 2398711"/>
              <a:gd name="connsiteX106140" fmla="*/ 317618 w 2119654"/>
              <a:gd name="connsiteY106140" fmla="*/ 1156986 h 2398711"/>
              <a:gd name="connsiteX106141" fmla="*/ 317132 w 2119654"/>
              <a:gd name="connsiteY106141" fmla="*/ 1153914 h 2398711"/>
              <a:gd name="connsiteX106142" fmla="*/ 316724 w 2119654"/>
              <a:gd name="connsiteY106142" fmla="*/ 1153308 h 2398711"/>
              <a:gd name="connsiteX106143" fmla="*/ 316475 w 2119654"/>
              <a:gd name="connsiteY106143" fmla="*/ 1153116 h 2398711"/>
              <a:gd name="connsiteX106144" fmla="*/ 569975 w 2119654"/>
              <a:gd name="connsiteY106144" fmla="*/ 581257 h 2398711"/>
              <a:gd name="connsiteX106145" fmla="*/ 569860 w 2119654"/>
              <a:gd name="connsiteY106145" fmla="*/ 582154 h 2398711"/>
              <a:gd name="connsiteX106146" fmla="*/ 573146 w 2119654"/>
              <a:gd name="connsiteY106146" fmla="*/ 583436 h 2398711"/>
              <a:gd name="connsiteX106147" fmla="*/ 573349 w 2119654"/>
              <a:gd name="connsiteY106147" fmla="*/ 583268 h 2398711"/>
              <a:gd name="connsiteX106148" fmla="*/ 565719 w 2119654"/>
              <a:gd name="connsiteY106148" fmla="*/ 590778 h 2398711"/>
              <a:gd name="connsiteX106149" fmla="*/ 565349 w 2119654"/>
              <a:gd name="connsiteY106149" fmla="*/ 592094 h 2398711"/>
              <a:gd name="connsiteX106150" fmla="*/ 565833 w 2119654"/>
              <a:gd name="connsiteY106150" fmla="*/ 596071 h 2398711"/>
              <a:gd name="connsiteX106151" fmla="*/ 567657 w 2119654"/>
              <a:gd name="connsiteY106151" fmla="*/ 596825 h 2398711"/>
              <a:gd name="connsiteX106152" fmla="*/ 568304 w 2119654"/>
              <a:gd name="connsiteY106152" fmla="*/ 591785 h 2398711"/>
              <a:gd name="connsiteX106153" fmla="*/ 574345 w 2119654"/>
              <a:gd name="connsiteY106153" fmla="*/ 571444 h 2398711"/>
              <a:gd name="connsiteX106154" fmla="*/ 574354 w 2119654"/>
              <a:gd name="connsiteY106154" fmla="*/ 571803 h 2398711"/>
              <a:gd name="connsiteX106155" fmla="*/ 574637 w 2119654"/>
              <a:gd name="connsiteY106155" fmla="*/ 574433 h 2398711"/>
              <a:gd name="connsiteX106156" fmla="*/ 575713 w 2119654"/>
              <a:gd name="connsiteY106156" fmla="*/ 575452 h 2398711"/>
              <a:gd name="connsiteX106157" fmla="*/ 575155 w 2119654"/>
              <a:gd name="connsiteY106157" fmla="*/ 572612 h 2398711"/>
              <a:gd name="connsiteX106158" fmla="*/ 617288 w 2119654"/>
              <a:gd name="connsiteY106158" fmla="*/ 475257 h 2398711"/>
              <a:gd name="connsiteX106159" fmla="*/ 617115 w 2119654"/>
              <a:gd name="connsiteY106159" fmla="*/ 477074 h 2398711"/>
              <a:gd name="connsiteX106160" fmla="*/ 617208 w 2119654"/>
              <a:gd name="connsiteY106160" fmla="*/ 477552 h 2398711"/>
              <a:gd name="connsiteX106161" fmla="*/ 617445 w 2119654"/>
              <a:gd name="connsiteY106161" fmla="*/ 477658 h 2398711"/>
              <a:gd name="connsiteX106162" fmla="*/ 617878 w 2119654"/>
              <a:gd name="connsiteY106162" fmla="*/ 475520 h 2398711"/>
              <a:gd name="connsiteX106163" fmla="*/ 603267 w 2119654"/>
              <a:gd name="connsiteY106163" fmla="*/ 506614 h 2398711"/>
              <a:gd name="connsiteX106164" fmla="*/ 603143 w 2119654"/>
              <a:gd name="connsiteY106164" fmla="*/ 507483 h 2398711"/>
              <a:gd name="connsiteX106165" fmla="*/ 604264 w 2119654"/>
              <a:gd name="connsiteY106165" fmla="*/ 508337 h 2398711"/>
              <a:gd name="connsiteX106166" fmla="*/ 604257 w 2119654"/>
              <a:gd name="connsiteY106166" fmla="*/ 507737 h 2398711"/>
              <a:gd name="connsiteX106167" fmla="*/ 261336 w 2119654"/>
              <a:gd name="connsiteY106167" fmla="*/ 1272140 h 2398711"/>
              <a:gd name="connsiteX106168" fmla="*/ 262091 w 2119654"/>
              <a:gd name="connsiteY106168" fmla="*/ 1273892 h 2398711"/>
              <a:gd name="connsiteX106169" fmla="*/ 265945 w 2119654"/>
              <a:gd name="connsiteY106169" fmla="*/ 1278517 h 2398711"/>
              <a:gd name="connsiteX106170" fmla="*/ 265276 w 2119654"/>
              <a:gd name="connsiteY106170" fmla="*/ 1276194 h 2398711"/>
              <a:gd name="connsiteX106171" fmla="*/ 648376 w 2119654"/>
              <a:gd name="connsiteY106171" fmla="*/ 405389 h 2398711"/>
              <a:gd name="connsiteX106172" fmla="*/ 645051 w 2119654"/>
              <a:gd name="connsiteY106172" fmla="*/ 413480 h 2398711"/>
              <a:gd name="connsiteX106173" fmla="*/ 645223 w 2119654"/>
              <a:gd name="connsiteY106173" fmla="*/ 414894 h 2398711"/>
              <a:gd name="connsiteX106174" fmla="*/ 649864 w 2119654"/>
              <a:gd name="connsiteY106174" fmla="*/ 418765 h 2398711"/>
              <a:gd name="connsiteX106175" fmla="*/ 651923 w 2119654"/>
              <a:gd name="connsiteY106175" fmla="*/ 408597 h 2398711"/>
              <a:gd name="connsiteX106176" fmla="*/ 352684 w 2119654"/>
              <a:gd name="connsiteY106176" fmla="*/ 1067286 h 2398711"/>
              <a:gd name="connsiteX106177" fmla="*/ 353729 w 2119654"/>
              <a:gd name="connsiteY106177" fmla="*/ 1070330 h 2398711"/>
              <a:gd name="connsiteX106178" fmla="*/ 353898 w 2119654"/>
              <a:gd name="connsiteY106178" fmla="*/ 1069615 h 2398711"/>
              <a:gd name="connsiteX106179" fmla="*/ 566139 w 2119654"/>
              <a:gd name="connsiteY106179" fmla="*/ 589279 h 2398711"/>
              <a:gd name="connsiteX106180" fmla="*/ 565831 w 2119654"/>
              <a:gd name="connsiteY106180" fmla="*/ 590377 h 2398711"/>
              <a:gd name="connsiteX106181" fmla="*/ 568357 w 2119654"/>
              <a:gd name="connsiteY106181" fmla="*/ 591363 h 2398711"/>
              <a:gd name="connsiteX106182" fmla="*/ 568414 w 2119654"/>
              <a:gd name="connsiteY106182" fmla="*/ 590915 h 2398711"/>
              <a:gd name="connsiteX106183" fmla="*/ 568373 w 2119654"/>
              <a:gd name="connsiteY106183" fmla="*/ 590797 h 2398711"/>
              <a:gd name="connsiteX106184" fmla="*/ 567633 w 2119654"/>
              <a:gd name="connsiteY106184" fmla="*/ 590181 h 2398711"/>
              <a:gd name="connsiteX106185" fmla="*/ 566325 w 2119654"/>
              <a:gd name="connsiteY106185" fmla="*/ 588613 h 2398711"/>
              <a:gd name="connsiteX106186" fmla="*/ 566323 w 2119654"/>
              <a:gd name="connsiteY106186" fmla="*/ 588619 h 2398711"/>
              <a:gd name="connsiteX106187" fmla="*/ 567555 w 2119654"/>
              <a:gd name="connsiteY106187" fmla="*/ 589647 h 2398711"/>
              <a:gd name="connsiteX106188" fmla="*/ 566892 w 2119654"/>
              <a:gd name="connsiteY106188" fmla="*/ 588847 h 2398711"/>
              <a:gd name="connsiteX106189" fmla="*/ 523652 w 2119654"/>
              <a:gd name="connsiteY106189" fmla="*/ 683981 h 2398711"/>
              <a:gd name="connsiteX106190" fmla="*/ 524504 w 2119654"/>
              <a:gd name="connsiteY106190" fmla="*/ 684802 h 2398711"/>
              <a:gd name="connsiteX106191" fmla="*/ 524538 w 2119654"/>
              <a:gd name="connsiteY106191" fmla="*/ 684398 h 2398711"/>
              <a:gd name="connsiteX106192" fmla="*/ 312666 w 2119654"/>
              <a:gd name="connsiteY106192" fmla="*/ 1156358 h 2398711"/>
              <a:gd name="connsiteX106193" fmla="*/ 312872 w 2119654"/>
              <a:gd name="connsiteY106193" fmla="*/ 1157229 h 2398711"/>
              <a:gd name="connsiteX106194" fmla="*/ 313852 w 2119654"/>
              <a:gd name="connsiteY106194" fmla="*/ 1158501 h 2398711"/>
              <a:gd name="connsiteX106195" fmla="*/ 313834 w 2119654"/>
              <a:gd name="connsiteY106195" fmla="*/ 1158279 h 2398711"/>
              <a:gd name="connsiteX106196" fmla="*/ 340211 w 2119654"/>
              <a:gd name="connsiteY106196" fmla="*/ 1094654 h 2398711"/>
              <a:gd name="connsiteX106197" fmla="*/ 341135 w 2119654"/>
              <a:gd name="connsiteY106197" fmla="*/ 1098252 h 2398711"/>
              <a:gd name="connsiteX106198" fmla="*/ 342074 w 2119654"/>
              <a:gd name="connsiteY106198" fmla="*/ 1099235 h 2398711"/>
              <a:gd name="connsiteX106199" fmla="*/ 341937 w 2119654"/>
              <a:gd name="connsiteY106199" fmla="*/ 1096430 h 2398711"/>
              <a:gd name="connsiteX106200" fmla="*/ 268733 w 2119654"/>
              <a:gd name="connsiteY106200" fmla="*/ 1254653 h 2398711"/>
              <a:gd name="connsiteX106201" fmla="*/ 273336 w 2119654"/>
              <a:gd name="connsiteY106201" fmla="*/ 1264668 h 2398711"/>
              <a:gd name="connsiteX106202" fmla="*/ 274965 w 2119654"/>
              <a:gd name="connsiteY106202" fmla="*/ 1267730 h 2398711"/>
              <a:gd name="connsiteX106203" fmla="*/ 278914 w 2119654"/>
              <a:gd name="connsiteY106203" fmla="*/ 1271489 h 2398711"/>
              <a:gd name="connsiteX106204" fmla="*/ 272040 w 2119654"/>
              <a:gd name="connsiteY106204" fmla="*/ 1256604 h 2398711"/>
              <a:gd name="connsiteX106205" fmla="*/ 652709 w 2119654"/>
              <a:gd name="connsiteY106205" fmla="*/ 394844 h 2398711"/>
              <a:gd name="connsiteX106206" fmla="*/ 648713 w 2119654"/>
              <a:gd name="connsiteY106206" fmla="*/ 404569 h 2398711"/>
              <a:gd name="connsiteX106207" fmla="*/ 652157 w 2119654"/>
              <a:gd name="connsiteY106207" fmla="*/ 407440 h 2398711"/>
              <a:gd name="connsiteX106208" fmla="*/ 652310 w 2119654"/>
              <a:gd name="connsiteY106208" fmla="*/ 406686 h 2398711"/>
              <a:gd name="connsiteX106209" fmla="*/ 349744 w 2119654"/>
              <a:gd name="connsiteY106209" fmla="*/ 1073187 h 2398711"/>
              <a:gd name="connsiteX106210" fmla="*/ 350817 w 2119654"/>
              <a:gd name="connsiteY106210" fmla="*/ 1077699 h 2398711"/>
              <a:gd name="connsiteX106211" fmla="*/ 351657 w 2119654"/>
              <a:gd name="connsiteY106211" fmla="*/ 1079094 h 2398711"/>
              <a:gd name="connsiteX106212" fmla="*/ 351929 w 2119654"/>
              <a:gd name="connsiteY106212" fmla="*/ 1077945 h 2398711"/>
              <a:gd name="connsiteX106213" fmla="*/ 351767 w 2119654"/>
              <a:gd name="connsiteY106213" fmla="*/ 1076151 h 2398711"/>
              <a:gd name="connsiteX106214" fmla="*/ 350016 w 2119654"/>
              <a:gd name="connsiteY106214" fmla="*/ 1073563 h 2398711"/>
              <a:gd name="connsiteX106215" fmla="*/ 498561 w 2119654"/>
              <a:gd name="connsiteY106215" fmla="*/ 739884 h 2398711"/>
              <a:gd name="connsiteX106216" fmla="*/ 497816 w 2119654"/>
              <a:gd name="connsiteY106216" fmla="*/ 743525 h 2398711"/>
              <a:gd name="connsiteX106217" fmla="*/ 499657 w 2119654"/>
              <a:gd name="connsiteY106217" fmla="*/ 749058 h 2398711"/>
              <a:gd name="connsiteX106218" fmla="*/ 502699 w 2119654"/>
              <a:gd name="connsiteY106218" fmla="*/ 750141 h 2398711"/>
              <a:gd name="connsiteX106219" fmla="*/ 503336 w 2119654"/>
              <a:gd name="connsiteY106219" fmla="*/ 744676 h 2398711"/>
              <a:gd name="connsiteX106220" fmla="*/ 503333 w 2119654"/>
              <a:gd name="connsiteY106220" fmla="*/ 743402 h 2398711"/>
              <a:gd name="connsiteX106221" fmla="*/ 653495 w 2119654"/>
              <a:gd name="connsiteY106221" fmla="*/ 392932 h 2398711"/>
              <a:gd name="connsiteX106222" fmla="*/ 653026 w 2119654"/>
              <a:gd name="connsiteY106222" fmla="*/ 394073 h 2398711"/>
              <a:gd name="connsiteX106223" fmla="*/ 652538 w 2119654"/>
              <a:gd name="connsiteY106223" fmla="*/ 405554 h 2398711"/>
              <a:gd name="connsiteX106224" fmla="*/ 654828 w 2119654"/>
              <a:gd name="connsiteY106224" fmla="*/ 394246 h 2398711"/>
              <a:gd name="connsiteX106225" fmla="*/ 654211 w 2119654"/>
              <a:gd name="connsiteY106225" fmla="*/ 393425 h 2398711"/>
              <a:gd name="connsiteX106226" fmla="*/ 657815 w 2119654"/>
              <a:gd name="connsiteY106226" fmla="*/ 383253 h 2398711"/>
              <a:gd name="connsiteX106227" fmla="*/ 656326 w 2119654"/>
              <a:gd name="connsiteY106227" fmla="*/ 390612 h 2398711"/>
              <a:gd name="connsiteX106228" fmla="*/ 663271 w 2119654"/>
              <a:gd name="connsiteY106228" fmla="*/ 394628 h 2398711"/>
              <a:gd name="connsiteX106229" fmla="*/ 664893 w 2119654"/>
              <a:gd name="connsiteY106229" fmla="*/ 387342 h 2398711"/>
              <a:gd name="connsiteX106230" fmla="*/ 632433 w 2119654"/>
              <a:gd name="connsiteY106230" fmla="*/ 440086 h 2398711"/>
              <a:gd name="connsiteX106231" fmla="*/ 632188 w 2119654"/>
              <a:gd name="connsiteY106231" fmla="*/ 441807 h 2398711"/>
              <a:gd name="connsiteX106232" fmla="*/ 632843 w 2119654"/>
              <a:gd name="connsiteY106232" fmla="*/ 442126 h 2398711"/>
              <a:gd name="connsiteX106233" fmla="*/ 633348 w 2119654"/>
              <a:gd name="connsiteY106233" fmla="*/ 440898 h 2398711"/>
              <a:gd name="connsiteX106234" fmla="*/ 632560 w 2119654"/>
              <a:gd name="connsiteY106234" fmla="*/ 440195 h 2398711"/>
              <a:gd name="connsiteX106235" fmla="*/ 653618 w 2119654"/>
              <a:gd name="connsiteY106235" fmla="*/ 392633 h 2398711"/>
              <a:gd name="connsiteX106236" fmla="*/ 653611 w 2119654"/>
              <a:gd name="connsiteY106236" fmla="*/ 392649 h 2398711"/>
              <a:gd name="connsiteX106237" fmla="*/ 653650 w 2119654"/>
              <a:gd name="connsiteY106237" fmla="*/ 392675 h 2398711"/>
              <a:gd name="connsiteX106238" fmla="*/ 180705 w 2119654"/>
              <a:gd name="connsiteY106238" fmla="*/ 1451565 h 2398711"/>
              <a:gd name="connsiteX106239" fmla="*/ 184757 w 2119654"/>
              <a:gd name="connsiteY106239" fmla="*/ 1456538 h 2398711"/>
              <a:gd name="connsiteX106240" fmla="*/ 186148 w 2119654"/>
              <a:gd name="connsiteY106240" fmla="*/ 1457852 h 2398711"/>
              <a:gd name="connsiteX106241" fmla="*/ 181850 w 2119654"/>
              <a:gd name="connsiteY106241" fmla="*/ 1452202 h 2398711"/>
              <a:gd name="connsiteX106242" fmla="*/ 657929 w 2119654"/>
              <a:gd name="connsiteY106242" fmla="*/ 382689 h 2398711"/>
              <a:gd name="connsiteX106243" fmla="*/ 657849 w 2119654"/>
              <a:gd name="connsiteY106243" fmla="*/ 383086 h 2398711"/>
              <a:gd name="connsiteX106244" fmla="*/ 664930 w 2119654"/>
              <a:gd name="connsiteY106244" fmla="*/ 387177 h 2398711"/>
              <a:gd name="connsiteX106245" fmla="*/ 664992 w 2119654"/>
              <a:gd name="connsiteY106245" fmla="*/ 386898 h 2398711"/>
              <a:gd name="connsiteX106246" fmla="*/ 281723 w 2119654"/>
              <a:gd name="connsiteY106246" fmla="*/ 1225070 h 2398711"/>
              <a:gd name="connsiteX106247" fmla="*/ 284458 w 2119654"/>
              <a:gd name="connsiteY106247" fmla="*/ 1230317 h 2398711"/>
              <a:gd name="connsiteX106248" fmla="*/ 289280 w 2119654"/>
              <a:gd name="connsiteY106248" fmla="*/ 1235451 h 2398711"/>
              <a:gd name="connsiteX106249" fmla="*/ 290672 w 2119654"/>
              <a:gd name="connsiteY106249" fmla="*/ 1236353 h 2398711"/>
              <a:gd name="connsiteX106250" fmla="*/ 285282 w 2119654"/>
              <a:gd name="connsiteY106250" fmla="*/ 1228872 h 2398711"/>
              <a:gd name="connsiteX106251" fmla="*/ 284681 w 2119654"/>
              <a:gd name="connsiteY106251" fmla="*/ 1227965 h 2398711"/>
              <a:gd name="connsiteX106252" fmla="*/ 544906 w 2119654"/>
              <a:gd name="connsiteY106252" fmla="*/ 635634 h 2398711"/>
              <a:gd name="connsiteX106253" fmla="*/ 545202 w 2119654"/>
              <a:gd name="connsiteY106253" fmla="*/ 636993 h 2398711"/>
              <a:gd name="connsiteX106254" fmla="*/ 545310 w 2119654"/>
              <a:gd name="connsiteY106254" fmla="*/ 636215 h 2398711"/>
              <a:gd name="connsiteX106255" fmla="*/ 544944 w 2119654"/>
              <a:gd name="connsiteY106255" fmla="*/ 635651 h 2398711"/>
              <a:gd name="connsiteX106256" fmla="*/ 525973 w 2119654"/>
              <a:gd name="connsiteY106256" fmla="*/ 678022 h 2398711"/>
              <a:gd name="connsiteX106257" fmla="*/ 526387 w 2119654"/>
              <a:gd name="connsiteY106257" fmla="*/ 680592 h 2398711"/>
              <a:gd name="connsiteX106258" fmla="*/ 527581 w 2119654"/>
              <a:gd name="connsiteY106258" fmla="*/ 681184 h 2398711"/>
              <a:gd name="connsiteX106259" fmla="*/ 345618 w 2119654"/>
              <a:gd name="connsiteY106259" fmla="*/ 1081857 h 2398711"/>
              <a:gd name="connsiteX106260" fmla="*/ 346232 w 2119654"/>
              <a:gd name="connsiteY106260" fmla="*/ 1082869 h 2398711"/>
              <a:gd name="connsiteX106261" fmla="*/ 346098 w 2119654"/>
              <a:gd name="connsiteY106261" fmla="*/ 1082319 h 2398711"/>
              <a:gd name="connsiteX106262" fmla="*/ 325788 w 2119654"/>
              <a:gd name="connsiteY106262" fmla="*/ 1126168 h 2398711"/>
              <a:gd name="connsiteX106263" fmla="*/ 325847 w 2119654"/>
              <a:gd name="connsiteY106263" fmla="*/ 1126648 h 2398711"/>
              <a:gd name="connsiteX106264" fmla="*/ 326621 w 2119654"/>
              <a:gd name="connsiteY106264" fmla="*/ 1127530 h 2398711"/>
              <a:gd name="connsiteX106265" fmla="*/ 326578 w 2119654"/>
              <a:gd name="connsiteY106265" fmla="*/ 1126998 h 2398711"/>
              <a:gd name="connsiteX106266" fmla="*/ 525026 w 2119654"/>
              <a:gd name="connsiteY106266" fmla="*/ 679907 h 2398711"/>
              <a:gd name="connsiteX106267" fmla="*/ 525025 w 2119654"/>
              <a:gd name="connsiteY106267" fmla="*/ 679918 h 2398711"/>
              <a:gd name="connsiteX106268" fmla="*/ 525027 w 2119654"/>
              <a:gd name="connsiteY106268" fmla="*/ 679919 h 2398711"/>
              <a:gd name="connsiteX106269" fmla="*/ 544610 w 2119654"/>
              <a:gd name="connsiteY106269" fmla="*/ 635962 h 2398711"/>
              <a:gd name="connsiteX106270" fmla="*/ 544992 w 2119654"/>
              <a:gd name="connsiteY106270" fmla="*/ 638497 h 2398711"/>
              <a:gd name="connsiteX106271" fmla="*/ 545058 w 2119654"/>
              <a:gd name="connsiteY106271" fmla="*/ 638022 h 2398711"/>
              <a:gd name="connsiteX106272" fmla="*/ 286393 w 2119654"/>
              <a:gd name="connsiteY106272" fmla="*/ 1214156 h 2398711"/>
              <a:gd name="connsiteX106273" fmla="*/ 286787 w 2119654"/>
              <a:gd name="connsiteY106273" fmla="*/ 1215522 h 2398711"/>
              <a:gd name="connsiteX106274" fmla="*/ 287611 w 2119654"/>
              <a:gd name="connsiteY106274" fmla="*/ 1216493 h 2398711"/>
              <a:gd name="connsiteX106275" fmla="*/ 562818 w 2119654"/>
              <a:gd name="connsiteY106275" fmla="*/ 595175 h 2398711"/>
              <a:gd name="connsiteX106276" fmla="*/ 561296 w 2119654"/>
              <a:gd name="connsiteY106276" fmla="*/ 600135 h 2398711"/>
              <a:gd name="connsiteX106277" fmla="*/ 561819 w 2119654"/>
              <a:gd name="connsiteY106277" fmla="*/ 600395 h 2398711"/>
              <a:gd name="connsiteX106278" fmla="*/ 563427 w 2119654"/>
              <a:gd name="connsiteY106278" fmla="*/ 595426 h 2398711"/>
              <a:gd name="connsiteX106279" fmla="*/ 482552 w 2119654"/>
              <a:gd name="connsiteY106279" fmla="*/ 774669 h 2398711"/>
              <a:gd name="connsiteX106280" fmla="*/ 482937 w 2119654"/>
              <a:gd name="connsiteY106280" fmla="*/ 779589 h 2398711"/>
              <a:gd name="connsiteX106281" fmla="*/ 484364 w 2119654"/>
              <a:gd name="connsiteY106281" fmla="*/ 780180 h 2398711"/>
              <a:gd name="connsiteX106282" fmla="*/ 484886 w 2119654"/>
              <a:gd name="connsiteY106282" fmla="*/ 776570 h 2398711"/>
              <a:gd name="connsiteX106283" fmla="*/ 485033 w 2119654"/>
              <a:gd name="connsiteY106283" fmla="*/ 775638 h 2398711"/>
              <a:gd name="connsiteX106284" fmla="*/ 635078 w 2119654"/>
              <a:gd name="connsiteY106284" fmla="*/ 433098 h 2398711"/>
              <a:gd name="connsiteX106285" fmla="*/ 634426 w 2119654"/>
              <a:gd name="connsiteY106285" fmla="*/ 438273 h 2398711"/>
              <a:gd name="connsiteX106286" fmla="*/ 636209 w 2119654"/>
              <a:gd name="connsiteY106286" fmla="*/ 433933 h 2398711"/>
              <a:gd name="connsiteX106287" fmla="*/ 344461 w 2119654"/>
              <a:gd name="connsiteY106287" fmla="*/ 1083837 h 2398711"/>
              <a:gd name="connsiteX106288" fmla="*/ 344671 w 2119654"/>
              <a:gd name="connsiteY106288" fmla="*/ 1088119 h 2398711"/>
              <a:gd name="connsiteX106289" fmla="*/ 347024 w 2119654"/>
              <a:gd name="connsiteY106289" fmla="*/ 1091358 h 2398711"/>
              <a:gd name="connsiteX106290" fmla="*/ 345355 w 2119654"/>
              <a:gd name="connsiteY106290" fmla="*/ 1085309 h 2398711"/>
              <a:gd name="connsiteX106291" fmla="*/ 653086 w 2119654"/>
              <a:gd name="connsiteY106291" fmla="*/ 392651 h 2398711"/>
              <a:gd name="connsiteX106292" fmla="*/ 653076 w 2119654"/>
              <a:gd name="connsiteY106292" fmla="*/ 392888 h 2398711"/>
              <a:gd name="connsiteX106293" fmla="*/ 653154 w 2119654"/>
              <a:gd name="connsiteY106293" fmla="*/ 392698 h 2398711"/>
              <a:gd name="connsiteX106294" fmla="*/ 476818 w 2119654"/>
              <a:gd name="connsiteY106294" fmla="*/ 787177 h 2398711"/>
              <a:gd name="connsiteX106295" fmla="*/ 477228 w 2119654"/>
              <a:gd name="connsiteY106295" fmla="*/ 788118 h 2398711"/>
              <a:gd name="connsiteX106296" fmla="*/ 477215 w 2119654"/>
              <a:gd name="connsiteY106296" fmla="*/ 787502 h 2398711"/>
              <a:gd name="connsiteX106297" fmla="*/ 568363 w 2119654"/>
              <a:gd name="connsiteY106297" fmla="*/ 582164 h 2398711"/>
              <a:gd name="connsiteX106298" fmla="*/ 567828 w 2119654"/>
              <a:gd name="connsiteY106298" fmla="*/ 583816 h 2398711"/>
              <a:gd name="connsiteX106299" fmla="*/ 568183 w 2119654"/>
              <a:gd name="connsiteY106299" fmla="*/ 584843 h 2398711"/>
              <a:gd name="connsiteX106300" fmla="*/ 569153 w 2119654"/>
              <a:gd name="connsiteY106300" fmla="*/ 585145 h 2398711"/>
              <a:gd name="connsiteX106301" fmla="*/ 569478 w 2119654"/>
              <a:gd name="connsiteY106301" fmla="*/ 582599 h 2398711"/>
              <a:gd name="connsiteX106302" fmla="*/ 527104 w 2119654"/>
              <a:gd name="connsiteY106302" fmla="*/ 674487 h 2398711"/>
              <a:gd name="connsiteX106303" fmla="*/ 529875 w 2119654"/>
              <a:gd name="connsiteY106303" fmla="*/ 681019 h 2398711"/>
              <a:gd name="connsiteX106304" fmla="*/ 530212 w 2119654"/>
              <a:gd name="connsiteY106304" fmla="*/ 681623 h 2398711"/>
              <a:gd name="connsiteX106305" fmla="*/ 531988 w 2119654"/>
              <a:gd name="connsiteY106305" fmla="*/ 681788 h 2398711"/>
              <a:gd name="connsiteX106306" fmla="*/ 530863 w 2119654"/>
              <a:gd name="connsiteY106306" fmla="*/ 675446 h 2398711"/>
              <a:gd name="connsiteX106307" fmla="*/ 346044 w 2119654"/>
              <a:gd name="connsiteY106307" fmla="*/ 1079746 h 2398711"/>
              <a:gd name="connsiteX106308" fmla="*/ 346327 w 2119654"/>
              <a:gd name="connsiteY106308" fmla="*/ 1080910 h 2398711"/>
              <a:gd name="connsiteX106309" fmla="*/ 347067 w 2119654"/>
              <a:gd name="connsiteY106309" fmla="*/ 1082003 h 2398711"/>
              <a:gd name="connsiteX106310" fmla="*/ 346754 w 2119654"/>
              <a:gd name="connsiteY106310" fmla="*/ 1080689 h 2398711"/>
              <a:gd name="connsiteX106311" fmla="*/ 230404 w 2119654"/>
              <a:gd name="connsiteY106311" fmla="*/ 1338679 h 2398711"/>
              <a:gd name="connsiteX106312" fmla="*/ 234367 w 2119654"/>
              <a:gd name="connsiteY106312" fmla="*/ 1345004 h 2398711"/>
              <a:gd name="connsiteX106313" fmla="*/ 241921 w 2119654"/>
              <a:gd name="connsiteY106313" fmla="*/ 1352080 h 2398711"/>
              <a:gd name="connsiteX106314" fmla="*/ 244640 w 2119654"/>
              <a:gd name="connsiteY106314" fmla="*/ 1354578 h 2398711"/>
              <a:gd name="connsiteX106315" fmla="*/ 211965 w 2119654"/>
              <a:gd name="connsiteY106315" fmla="*/ 1379860 h 2398711"/>
              <a:gd name="connsiteX106316" fmla="*/ 218962 w 2119654"/>
              <a:gd name="connsiteY106316" fmla="*/ 1390390 h 2398711"/>
              <a:gd name="connsiteX106317" fmla="*/ 225732 w 2119654"/>
              <a:gd name="connsiteY106317" fmla="*/ 1395454 h 2398711"/>
              <a:gd name="connsiteX106318" fmla="*/ 224077 w 2119654"/>
              <a:gd name="connsiteY106318" fmla="*/ 1391698 h 2398711"/>
              <a:gd name="connsiteX106319" fmla="*/ 223383 w 2119654"/>
              <a:gd name="connsiteY106319" fmla="*/ 1389881 h 2398711"/>
              <a:gd name="connsiteX106320" fmla="*/ 693778 w 2119654"/>
              <a:gd name="connsiteY106320" fmla="*/ 300986 h 2398711"/>
              <a:gd name="connsiteX106321" fmla="*/ 695019 w 2119654"/>
              <a:gd name="connsiteY106321" fmla="*/ 303147 h 2398711"/>
              <a:gd name="connsiteX106322" fmla="*/ 695054 w 2119654"/>
              <a:gd name="connsiteY106322" fmla="*/ 302513 h 2398711"/>
              <a:gd name="connsiteX106323" fmla="*/ 472026 w 2119654"/>
              <a:gd name="connsiteY106323" fmla="*/ 797529 h 2398711"/>
              <a:gd name="connsiteX106324" fmla="*/ 471961 w 2119654"/>
              <a:gd name="connsiteY106324" fmla="*/ 797729 h 2398711"/>
              <a:gd name="connsiteX106325" fmla="*/ 472103 w 2119654"/>
              <a:gd name="connsiteY106325" fmla="*/ 797947 h 2398711"/>
              <a:gd name="connsiteX106326" fmla="*/ 653116 w 2119654"/>
              <a:gd name="connsiteY106326" fmla="*/ 391964 h 2398711"/>
              <a:gd name="connsiteX106327" fmla="*/ 653102 w 2119654"/>
              <a:gd name="connsiteY106327" fmla="*/ 392299 h 2398711"/>
              <a:gd name="connsiteX106328" fmla="*/ 653270 w 2119654"/>
              <a:gd name="connsiteY106328" fmla="*/ 392416 h 2398711"/>
              <a:gd name="connsiteX106329" fmla="*/ 653336 w 2119654"/>
              <a:gd name="connsiteY106329" fmla="*/ 392257 h 2398711"/>
              <a:gd name="connsiteX106330" fmla="*/ 568870 w 2119654"/>
              <a:gd name="connsiteY106330" fmla="*/ 580596 h 2398711"/>
              <a:gd name="connsiteX106331" fmla="*/ 568534 w 2119654"/>
              <a:gd name="connsiteY106331" fmla="*/ 581637 h 2398711"/>
              <a:gd name="connsiteX106332" fmla="*/ 569550 w 2119654"/>
              <a:gd name="connsiteY106332" fmla="*/ 582033 h 2398711"/>
              <a:gd name="connsiteX106333" fmla="*/ 569673 w 2119654"/>
              <a:gd name="connsiteY106333" fmla="*/ 581076 h 2398711"/>
              <a:gd name="connsiteX106334" fmla="*/ 240902 w 2119654"/>
              <a:gd name="connsiteY106334" fmla="*/ 1314891 h 2398711"/>
              <a:gd name="connsiteX106335" fmla="*/ 245919 w 2119654"/>
              <a:gd name="connsiteY106335" fmla="*/ 1324230 h 2398711"/>
              <a:gd name="connsiteX106336" fmla="*/ 246715 w 2119654"/>
              <a:gd name="connsiteY106336" fmla="*/ 1324666 h 2398711"/>
              <a:gd name="connsiteX106337" fmla="*/ 244184 w 2119654"/>
              <a:gd name="connsiteY106337" fmla="*/ 1317310 h 2398711"/>
              <a:gd name="connsiteX106338" fmla="*/ 242885 w 2119654"/>
              <a:gd name="connsiteY106338" fmla="*/ 1310418 h 2398711"/>
              <a:gd name="connsiteX106339" fmla="*/ 245350 w 2119654"/>
              <a:gd name="connsiteY106339" fmla="*/ 1316749 h 2398711"/>
              <a:gd name="connsiteX106340" fmla="*/ 248609 w 2119654"/>
              <a:gd name="connsiteY106340" fmla="*/ 1320072 h 2398711"/>
              <a:gd name="connsiteX106341" fmla="*/ 243784 w 2119654"/>
              <a:gd name="connsiteY106341" fmla="*/ 1312166 h 2398711"/>
              <a:gd name="connsiteX106342" fmla="*/ 313834 w 2119654"/>
              <a:gd name="connsiteY106342" fmla="*/ 1151430 h 2398711"/>
              <a:gd name="connsiteX106343" fmla="*/ 314411 w 2119654"/>
              <a:gd name="connsiteY106343" fmla="*/ 1158510 h 2398711"/>
              <a:gd name="connsiteX106344" fmla="*/ 316811 w 2119654"/>
              <a:gd name="connsiteY106344" fmla="*/ 1162341 h 2398711"/>
              <a:gd name="connsiteX106345" fmla="*/ 318890 w 2119654"/>
              <a:gd name="connsiteY106345" fmla="*/ 1165039 h 2398711"/>
              <a:gd name="connsiteX106346" fmla="*/ 318049 w 2119654"/>
              <a:gd name="connsiteY106346" fmla="*/ 1159716 h 2398711"/>
              <a:gd name="connsiteX106347" fmla="*/ 617712 w 2119654"/>
              <a:gd name="connsiteY106347" fmla="*/ 470798 h 2398711"/>
              <a:gd name="connsiteX106348" fmla="*/ 617402 w 2119654"/>
              <a:gd name="connsiteY106348" fmla="*/ 474055 h 2398711"/>
              <a:gd name="connsiteX106349" fmla="*/ 618110 w 2119654"/>
              <a:gd name="connsiteY106349" fmla="*/ 474371 h 2398711"/>
              <a:gd name="connsiteX106350" fmla="*/ 618624 w 2119654"/>
              <a:gd name="connsiteY106350" fmla="*/ 471835 h 2398711"/>
              <a:gd name="connsiteX106351" fmla="*/ 618608 w 2119654"/>
              <a:gd name="connsiteY106351" fmla="*/ 471724 h 2398711"/>
              <a:gd name="connsiteX106352" fmla="*/ 564336 w 2119654"/>
              <a:gd name="connsiteY106352" fmla="*/ 590238 h 2398711"/>
              <a:gd name="connsiteX106353" fmla="*/ 562915 w 2119654"/>
              <a:gd name="connsiteY106353" fmla="*/ 594864 h 2398711"/>
              <a:gd name="connsiteX106354" fmla="*/ 563527 w 2119654"/>
              <a:gd name="connsiteY106354" fmla="*/ 595117 h 2398711"/>
              <a:gd name="connsiteX106355" fmla="*/ 564677 w 2119654"/>
              <a:gd name="connsiteY106355" fmla="*/ 591563 h 2398711"/>
              <a:gd name="connsiteX106356" fmla="*/ 564543 w 2119654"/>
              <a:gd name="connsiteY106356" fmla="*/ 590318 h 2398711"/>
              <a:gd name="connsiteX106357" fmla="*/ 349480 w 2119654"/>
              <a:gd name="connsiteY106357" fmla="*/ 1071280 h 2398711"/>
              <a:gd name="connsiteX106358" fmla="*/ 351611 w 2119654"/>
              <a:gd name="connsiteY106358" fmla="*/ 1074431 h 2398711"/>
              <a:gd name="connsiteX106359" fmla="*/ 351467 w 2119654"/>
              <a:gd name="connsiteY106359" fmla="*/ 1072829 h 2398711"/>
              <a:gd name="connsiteX106360" fmla="*/ 564483 w 2119654"/>
              <a:gd name="connsiteY106360" fmla="*/ 589757 h 2398711"/>
              <a:gd name="connsiteX106361" fmla="*/ 564457 w 2119654"/>
              <a:gd name="connsiteY106361" fmla="*/ 589840 h 2398711"/>
              <a:gd name="connsiteX106362" fmla="*/ 564493 w 2119654"/>
              <a:gd name="connsiteY106362" fmla="*/ 589856 h 2398711"/>
              <a:gd name="connsiteX106363" fmla="*/ 225281 w 2119654"/>
              <a:gd name="connsiteY106363" fmla="*/ 1349215 h 2398711"/>
              <a:gd name="connsiteX106364" fmla="*/ 226992 w 2119654"/>
              <a:gd name="connsiteY106364" fmla="*/ 1350682 h 2398711"/>
              <a:gd name="connsiteX106365" fmla="*/ 226765 w 2119654"/>
              <a:gd name="connsiteY106365" fmla="*/ 1350089 h 2398711"/>
              <a:gd name="connsiteX106366" fmla="*/ 564916 w 2119654"/>
              <a:gd name="connsiteY106366" fmla="*/ 588539 h 2398711"/>
              <a:gd name="connsiteX106367" fmla="*/ 565105 w 2119654"/>
              <a:gd name="connsiteY106367" fmla="*/ 590094 h 2398711"/>
              <a:gd name="connsiteX106368" fmla="*/ 565147 w 2119654"/>
              <a:gd name="connsiteY106368" fmla="*/ 590110 h 2398711"/>
              <a:gd name="connsiteX106369" fmla="*/ 565534 w 2119654"/>
              <a:gd name="connsiteY106369" fmla="*/ 588913 h 2398711"/>
              <a:gd name="connsiteX106370" fmla="*/ 582778 w 2119654"/>
              <a:gd name="connsiteY106370" fmla="*/ 548513 h 2398711"/>
              <a:gd name="connsiteX106371" fmla="*/ 583372 w 2119654"/>
              <a:gd name="connsiteY106371" fmla="*/ 550522 h 2398711"/>
              <a:gd name="connsiteX106372" fmla="*/ 585468 w 2119654"/>
              <a:gd name="connsiteY106372" fmla="*/ 551255 h 2398711"/>
              <a:gd name="connsiteX106373" fmla="*/ 585523 w 2119654"/>
              <a:gd name="connsiteY106373" fmla="*/ 550820 h 2398711"/>
              <a:gd name="connsiteX106374" fmla="*/ 267675 w 2119654"/>
              <a:gd name="connsiteY106374" fmla="*/ 1254029 h 2398711"/>
              <a:gd name="connsiteX106375" fmla="*/ 268957 w 2119654"/>
              <a:gd name="connsiteY106375" fmla="*/ 1256439 h 2398711"/>
              <a:gd name="connsiteX106376" fmla="*/ 267964 w 2119654"/>
              <a:gd name="connsiteY106376" fmla="*/ 1254200 h 2398711"/>
              <a:gd name="connsiteX106377" fmla="*/ 499701 w 2119654"/>
              <a:gd name="connsiteY106377" fmla="*/ 734306 h 2398711"/>
              <a:gd name="connsiteX106378" fmla="*/ 499561 w 2119654"/>
              <a:gd name="connsiteY106378" fmla="*/ 734992 h 2398711"/>
              <a:gd name="connsiteX106379" fmla="*/ 499658 w 2119654"/>
              <a:gd name="connsiteY106379" fmla="*/ 735064 h 2398711"/>
              <a:gd name="connsiteX106380" fmla="*/ 500422 w 2119654"/>
              <a:gd name="connsiteY106380" fmla="*/ 735331 h 2398711"/>
              <a:gd name="connsiteX106381" fmla="*/ 565003 w 2119654"/>
              <a:gd name="connsiteY106381" fmla="*/ 588066 h 2398711"/>
              <a:gd name="connsiteX106382" fmla="*/ 564961 w 2119654"/>
              <a:gd name="connsiteY106382" fmla="*/ 588203 h 2398711"/>
              <a:gd name="connsiteX106383" fmla="*/ 565637 w 2119654"/>
              <a:gd name="connsiteY106383" fmla="*/ 588599 h 2398711"/>
              <a:gd name="connsiteX106384" fmla="*/ 565657 w 2119654"/>
              <a:gd name="connsiteY106384" fmla="*/ 588533 h 2398711"/>
              <a:gd name="connsiteX106385" fmla="*/ 565189 w 2119654"/>
              <a:gd name="connsiteY106385" fmla="*/ 588142 h 2398711"/>
              <a:gd name="connsiteX106386" fmla="*/ 570300 w 2119654"/>
              <a:gd name="connsiteY106386" fmla="*/ 576180 h 2398711"/>
              <a:gd name="connsiteX106387" fmla="*/ 568973 w 2119654"/>
              <a:gd name="connsiteY106387" fmla="*/ 580279 h 2398711"/>
              <a:gd name="connsiteX106388" fmla="*/ 569719 w 2119654"/>
              <a:gd name="connsiteY106388" fmla="*/ 580724 h 2398711"/>
              <a:gd name="connsiteX106389" fmla="*/ 294816 w 2119654"/>
              <a:gd name="connsiteY106389" fmla="*/ 1192907 h 2398711"/>
              <a:gd name="connsiteX106390" fmla="*/ 298073 w 2119654"/>
              <a:gd name="connsiteY106390" fmla="*/ 1203326 h 2398711"/>
              <a:gd name="connsiteX106391" fmla="*/ 301619 w 2119654"/>
              <a:gd name="connsiteY106391" fmla="*/ 1205219 h 2398711"/>
              <a:gd name="connsiteX106392" fmla="*/ 299983 w 2119654"/>
              <a:gd name="connsiteY106392" fmla="*/ 1198898 h 2398711"/>
              <a:gd name="connsiteX106393" fmla="*/ 299440 w 2119654"/>
              <a:gd name="connsiteY106393" fmla="*/ 1196234 h 2398711"/>
              <a:gd name="connsiteX106394" fmla="*/ 482408 w 2119654"/>
              <a:gd name="connsiteY106394" fmla="*/ 772837 h 2398711"/>
              <a:gd name="connsiteX106395" fmla="*/ 482516 w 2119654"/>
              <a:gd name="connsiteY106395" fmla="*/ 774212 h 2398711"/>
              <a:gd name="connsiteX106396" fmla="*/ 484579 w 2119654"/>
              <a:gd name="connsiteY106396" fmla="*/ 775017 h 2398711"/>
              <a:gd name="connsiteX106397" fmla="*/ 570796 w 2119654"/>
              <a:gd name="connsiteY106397" fmla="*/ 574841 h 2398711"/>
              <a:gd name="connsiteX106398" fmla="*/ 570022 w 2119654"/>
              <a:gd name="connsiteY106398" fmla="*/ 580904 h 2398711"/>
              <a:gd name="connsiteX106399" fmla="*/ 571239 w 2119654"/>
              <a:gd name="connsiteY106399" fmla="*/ 581630 h 2398711"/>
              <a:gd name="connsiteX106400" fmla="*/ 574252 w 2119654"/>
              <a:gd name="connsiteY106400" fmla="*/ 583374 h 2398711"/>
              <a:gd name="connsiteX106401" fmla="*/ 574132 w 2119654"/>
              <a:gd name="connsiteY106401" fmla="*/ 578003 h 2398711"/>
              <a:gd name="connsiteX106402" fmla="*/ 246098 w 2119654"/>
              <a:gd name="connsiteY106402" fmla="*/ 1301857 h 2398711"/>
              <a:gd name="connsiteX106403" fmla="*/ 247284 w 2119654"/>
              <a:gd name="connsiteY106403" fmla="*/ 1305302 h 2398711"/>
              <a:gd name="connsiteX106404" fmla="*/ 254792 w 2119654"/>
              <a:gd name="connsiteY106404" fmla="*/ 1310082 h 2398711"/>
              <a:gd name="connsiteX106405" fmla="*/ 249355 w 2119654"/>
              <a:gd name="connsiteY106405" fmla="*/ 1303891 h 2398711"/>
              <a:gd name="connsiteX106406" fmla="*/ 565332 w 2119654"/>
              <a:gd name="connsiteY106406" fmla="*/ 586997 h 2398711"/>
              <a:gd name="connsiteX106407" fmla="*/ 565137 w 2119654"/>
              <a:gd name="connsiteY106407" fmla="*/ 587631 h 2398711"/>
              <a:gd name="connsiteX106408" fmla="*/ 565185 w 2119654"/>
              <a:gd name="connsiteY106408" fmla="*/ 587671 h 2398711"/>
              <a:gd name="connsiteX106409" fmla="*/ 565847 w 2119654"/>
              <a:gd name="connsiteY106409" fmla="*/ 587946 h 2398711"/>
              <a:gd name="connsiteX106410" fmla="*/ 565931 w 2119654"/>
              <a:gd name="connsiteY106410" fmla="*/ 587687 h 2398711"/>
              <a:gd name="connsiteX106411" fmla="*/ 565456 w 2119654"/>
              <a:gd name="connsiteY106411" fmla="*/ 587115 h 2398711"/>
              <a:gd name="connsiteX106412" fmla="*/ 248153 w 2119654"/>
              <a:gd name="connsiteY106412" fmla="*/ 1297220 h 2398711"/>
              <a:gd name="connsiteX106413" fmla="*/ 249319 w 2119654"/>
              <a:gd name="connsiteY106413" fmla="*/ 1298382 h 2398711"/>
              <a:gd name="connsiteX106414" fmla="*/ 248739 w 2119654"/>
              <a:gd name="connsiteY106414" fmla="*/ 1297721 h 2398711"/>
              <a:gd name="connsiteX106415" fmla="*/ 248372 w 2119654"/>
              <a:gd name="connsiteY106415" fmla="*/ 1297359 h 2398711"/>
              <a:gd name="connsiteX106416" fmla="*/ 522506 w 2119654"/>
              <a:gd name="connsiteY106416" fmla="*/ 682877 h 2398711"/>
              <a:gd name="connsiteX106417" fmla="*/ 523257 w 2119654"/>
              <a:gd name="connsiteY106417" fmla="*/ 683601 h 2398711"/>
              <a:gd name="connsiteX106418" fmla="*/ 524553 w 2119654"/>
              <a:gd name="connsiteY106418" fmla="*/ 684210 h 2398711"/>
              <a:gd name="connsiteX106419" fmla="*/ 524591 w 2119654"/>
              <a:gd name="connsiteY106419" fmla="*/ 683741 h 2398711"/>
              <a:gd name="connsiteX106420" fmla="*/ 523830 w 2119654"/>
              <a:gd name="connsiteY106420" fmla="*/ 683000 h 2398711"/>
              <a:gd name="connsiteX106421" fmla="*/ 260358 w 2119654"/>
              <a:gd name="connsiteY106421" fmla="*/ 1269871 h 2398711"/>
              <a:gd name="connsiteX106422" fmla="*/ 260803 w 2119654"/>
              <a:gd name="connsiteY106422" fmla="*/ 1270904 h 2398711"/>
              <a:gd name="connsiteX106423" fmla="*/ 264994 w 2119654"/>
              <a:gd name="connsiteY106423" fmla="*/ 1275215 h 2398711"/>
              <a:gd name="connsiteX106424" fmla="*/ 264761 w 2119654"/>
              <a:gd name="connsiteY106424" fmla="*/ 1274408 h 2398711"/>
              <a:gd name="connsiteX106425" fmla="*/ 261641 w 2119654"/>
              <a:gd name="connsiteY106425" fmla="*/ 1270587 h 2398711"/>
              <a:gd name="connsiteX106426" fmla="*/ 595717 w 2119654"/>
              <a:gd name="connsiteY106426" fmla="*/ 518895 h 2398711"/>
              <a:gd name="connsiteX106427" fmla="*/ 595787 w 2119654"/>
              <a:gd name="connsiteY106427" fmla="*/ 524451 h 2398711"/>
              <a:gd name="connsiteX106428" fmla="*/ 597076 w 2119654"/>
              <a:gd name="connsiteY106428" fmla="*/ 525540 h 2398711"/>
              <a:gd name="connsiteX106429" fmla="*/ 596867 w 2119654"/>
              <a:gd name="connsiteY106429" fmla="*/ 523756 h 2398711"/>
              <a:gd name="connsiteX106430" fmla="*/ 582567 w 2119654"/>
              <a:gd name="connsiteY106430" fmla="*/ 548335 h 2398711"/>
              <a:gd name="connsiteX106431" fmla="*/ 582574 w 2119654"/>
              <a:gd name="connsiteY106431" fmla="*/ 548669 h 2398711"/>
              <a:gd name="connsiteX106432" fmla="*/ 582981 w 2119654"/>
              <a:gd name="connsiteY106432" fmla="*/ 550386 h 2398711"/>
              <a:gd name="connsiteX106433" fmla="*/ 583145 w 2119654"/>
              <a:gd name="connsiteY106433" fmla="*/ 550443 h 2398711"/>
              <a:gd name="connsiteX106434" fmla="*/ 582574 w 2119654"/>
              <a:gd name="connsiteY106434" fmla="*/ 548341 h 2398711"/>
              <a:gd name="connsiteX106435" fmla="*/ 561742 w 2119654"/>
              <a:gd name="connsiteY106435" fmla="*/ 594729 h 2398711"/>
              <a:gd name="connsiteX106436" fmla="*/ 561026 w 2119654"/>
              <a:gd name="connsiteY106436" fmla="*/ 600002 h 2398711"/>
              <a:gd name="connsiteX106437" fmla="*/ 561068 w 2119654"/>
              <a:gd name="connsiteY106437" fmla="*/ 600023 h 2398711"/>
              <a:gd name="connsiteX106438" fmla="*/ 562587 w 2119654"/>
              <a:gd name="connsiteY106438" fmla="*/ 595078 h 2398711"/>
              <a:gd name="connsiteX106439" fmla="*/ 341183 w 2119654"/>
              <a:gd name="connsiteY106439" fmla="*/ 1088598 h 2398711"/>
              <a:gd name="connsiteX106440" fmla="*/ 341631 w 2119654"/>
              <a:gd name="connsiteY106440" fmla="*/ 1090154 h 2398711"/>
              <a:gd name="connsiteX106441" fmla="*/ 341585 w 2119654"/>
              <a:gd name="connsiteY106441" fmla="*/ 1089243 h 2398711"/>
              <a:gd name="connsiteX106442" fmla="*/ 341470 w 2119654"/>
              <a:gd name="connsiteY106442" fmla="*/ 1088899 h 2398711"/>
              <a:gd name="connsiteX106443" fmla="*/ 315298 w 2119654"/>
              <a:gd name="connsiteY106443" fmla="*/ 1146420 h 2398711"/>
              <a:gd name="connsiteX106444" fmla="*/ 316132 w 2119654"/>
              <a:gd name="connsiteY106444" fmla="*/ 1147587 h 2398711"/>
              <a:gd name="connsiteX106445" fmla="*/ 316112 w 2119654"/>
              <a:gd name="connsiteY106445" fmla="*/ 1147460 h 2398711"/>
              <a:gd name="connsiteX106446" fmla="*/ 315836 w 2119654"/>
              <a:gd name="connsiteY106446" fmla="*/ 1146945 h 2398711"/>
              <a:gd name="connsiteX106447" fmla="*/ 504984 w 2119654"/>
              <a:gd name="connsiteY106447" fmla="*/ 721494 h 2398711"/>
              <a:gd name="connsiteX106448" fmla="*/ 505876 w 2119654"/>
              <a:gd name="connsiteY106448" fmla="*/ 722825 h 2398711"/>
              <a:gd name="connsiteX106449" fmla="*/ 505891 w 2119654"/>
              <a:gd name="connsiteY106449" fmla="*/ 722691 h 2398711"/>
              <a:gd name="connsiteX106450" fmla="*/ 505411 w 2119654"/>
              <a:gd name="connsiteY106450" fmla="*/ 721828 h 2398711"/>
              <a:gd name="connsiteX106451" fmla="*/ 538762 w 2119654"/>
              <a:gd name="connsiteY106451" fmla="*/ 645700 h 2398711"/>
              <a:gd name="connsiteX106452" fmla="*/ 538865 w 2119654"/>
              <a:gd name="connsiteY106452" fmla="*/ 651134 h 2398711"/>
              <a:gd name="connsiteX106453" fmla="*/ 540103 w 2119654"/>
              <a:gd name="connsiteY106453" fmla="*/ 652846 h 2398711"/>
              <a:gd name="connsiteX106454" fmla="*/ 542742 w 2119654"/>
              <a:gd name="connsiteY106454" fmla="*/ 654595 h 2398711"/>
              <a:gd name="connsiteX106455" fmla="*/ 543325 w 2119654"/>
              <a:gd name="connsiteY106455" fmla="*/ 650426 h 2398711"/>
              <a:gd name="connsiteX106456" fmla="*/ 566115 w 2119654"/>
              <a:gd name="connsiteY106456" fmla="*/ 584444 h 2398711"/>
              <a:gd name="connsiteX106457" fmla="*/ 566050 w 2119654"/>
              <a:gd name="connsiteY106457" fmla="*/ 584658 h 2398711"/>
              <a:gd name="connsiteX106458" fmla="*/ 566351 w 2119654"/>
              <a:gd name="connsiteY106458" fmla="*/ 584944 h 2398711"/>
              <a:gd name="connsiteX106459" fmla="*/ 566186 w 2119654"/>
              <a:gd name="connsiteY106459" fmla="*/ 584465 h 2398711"/>
              <a:gd name="connsiteX106460" fmla="*/ 351431 w 2119654"/>
              <a:gd name="connsiteY106460" fmla="*/ 1065121 h 2398711"/>
              <a:gd name="connsiteX106461" fmla="*/ 351928 w 2119654"/>
              <a:gd name="connsiteY106461" fmla="*/ 1070639 h 2398711"/>
              <a:gd name="connsiteX106462" fmla="*/ 353247 w 2119654"/>
              <a:gd name="connsiteY106462" fmla="*/ 1072366 h 2398711"/>
              <a:gd name="connsiteX106463" fmla="*/ 353489 w 2119654"/>
              <a:gd name="connsiteY106463" fmla="*/ 1071343 h 2398711"/>
              <a:gd name="connsiteX106464" fmla="*/ 353117 w 2119654"/>
              <a:gd name="connsiteY106464" fmla="*/ 1070260 h 2398711"/>
              <a:gd name="connsiteX106465" fmla="*/ 635681 w 2119654"/>
              <a:gd name="connsiteY106465" fmla="*/ 428606 h 2398711"/>
              <a:gd name="connsiteX106466" fmla="*/ 635305 w 2119654"/>
              <a:gd name="connsiteY106466" fmla="*/ 431299 h 2398711"/>
              <a:gd name="connsiteX106467" fmla="*/ 635134 w 2119654"/>
              <a:gd name="connsiteY106467" fmla="*/ 432655 h 2398711"/>
              <a:gd name="connsiteX106468" fmla="*/ 636362 w 2119654"/>
              <a:gd name="connsiteY106468" fmla="*/ 433560 h 2398711"/>
              <a:gd name="connsiteX106469" fmla="*/ 637773 w 2119654"/>
              <a:gd name="connsiteY106469" fmla="*/ 430128 h 2398711"/>
              <a:gd name="connsiteX106470" fmla="*/ 294618 w 2119654"/>
              <a:gd name="connsiteY106470" fmla="*/ 1192273 h 2398711"/>
              <a:gd name="connsiteX106471" fmla="*/ 294677 w 2119654"/>
              <a:gd name="connsiteY106471" fmla="*/ 1192461 h 2398711"/>
              <a:gd name="connsiteX106472" fmla="*/ 298142 w 2119654"/>
              <a:gd name="connsiteY106472" fmla="*/ 1194955 h 2398711"/>
              <a:gd name="connsiteX106473" fmla="*/ 587964 w 2119654"/>
              <a:gd name="connsiteY106473" fmla="*/ 535157 h 2398711"/>
              <a:gd name="connsiteX106474" fmla="*/ 586434 w 2119654"/>
              <a:gd name="connsiteY106474" fmla="*/ 547118 h 2398711"/>
              <a:gd name="connsiteX106475" fmla="*/ 588040 w 2119654"/>
              <a:gd name="connsiteY106475" fmla="*/ 552156 h 2398711"/>
              <a:gd name="connsiteX106476" fmla="*/ 588901 w 2119654"/>
              <a:gd name="connsiteY106476" fmla="*/ 552456 h 2398711"/>
              <a:gd name="connsiteX106477" fmla="*/ 593332 w 2119654"/>
              <a:gd name="connsiteY106477" fmla="*/ 541247 h 2398711"/>
              <a:gd name="connsiteX106478" fmla="*/ 640332 w 2119654"/>
              <a:gd name="connsiteY106478" fmla="*/ 417802 h 2398711"/>
              <a:gd name="connsiteX106479" fmla="*/ 641960 w 2119654"/>
              <a:gd name="connsiteY106479" fmla="*/ 419941 h 2398711"/>
              <a:gd name="connsiteX106480" fmla="*/ 642090 w 2119654"/>
              <a:gd name="connsiteY106480" fmla="*/ 419623 h 2398711"/>
              <a:gd name="connsiteX106481" fmla="*/ 325397 w 2119654"/>
              <a:gd name="connsiteY106481" fmla="*/ 1122988 h 2398711"/>
              <a:gd name="connsiteX106482" fmla="*/ 325438 w 2119654"/>
              <a:gd name="connsiteY106482" fmla="*/ 1123319 h 2398711"/>
              <a:gd name="connsiteX106483" fmla="*/ 326323 w 2119654"/>
              <a:gd name="connsiteY106483" fmla="*/ 1123883 h 2398711"/>
              <a:gd name="connsiteX106484" fmla="*/ 326300 w 2119654"/>
              <a:gd name="connsiteY106484" fmla="*/ 1123598 h 2398711"/>
              <a:gd name="connsiteX106485" fmla="*/ 618008 w 2119654"/>
              <a:gd name="connsiteY106485" fmla="*/ 467701 h 2398711"/>
              <a:gd name="connsiteX106486" fmla="*/ 617761 w 2119654"/>
              <a:gd name="connsiteY106486" fmla="*/ 470286 h 2398711"/>
              <a:gd name="connsiteX106487" fmla="*/ 618509 w 2119654"/>
              <a:gd name="connsiteY106487" fmla="*/ 471060 h 2398711"/>
              <a:gd name="connsiteX106488" fmla="*/ 479230 w 2119654"/>
              <a:gd name="connsiteY106488" fmla="*/ 778406 h 2398711"/>
              <a:gd name="connsiteX106489" fmla="*/ 479911 w 2119654"/>
              <a:gd name="connsiteY106489" fmla="*/ 779751 h 2398711"/>
              <a:gd name="connsiteX106490" fmla="*/ 479862 w 2119654"/>
              <a:gd name="connsiteY106490" fmla="*/ 778794 h 2398711"/>
              <a:gd name="connsiteX106491" fmla="*/ 479816 w 2119654"/>
              <a:gd name="connsiteY106491" fmla="*/ 778650 h 2398711"/>
              <a:gd name="connsiteX106492" fmla="*/ 567086 w 2119654"/>
              <a:gd name="connsiteY106492" fmla="*/ 581665 h 2398711"/>
              <a:gd name="connsiteX106493" fmla="*/ 567496 w 2119654"/>
              <a:gd name="connsiteY106493" fmla="*/ 582852 h 2398711"/>
              <a:gd name="connsiteX106494" fmla="*/ 567791 w 2119654"/>
              <a:gd name="connsiteY106494" fmla="*/ 581940 h 2398711"/>
              <a:gd name="connsiteX106495" fmla="*/ 525564 w 2119654"/>
              <a:gd name="connsiteY106495" fmla="*/ 674600 h 2398711"/>
              <a:gd name="connsiteX106496" fmla="*/ 525691 w 2119654"/>
              <a:gd name="connsiteY106496" fmla="*/ 676261 h 2398711"/>
              <a:gd name="connsiteX106497" fmla="*/ 525789 w 2119654"/>
              <a:gd name="connsiteY106497" fmla="*/ 676870 h 2398711"/>
              <a:gd name="connsiteX106498" fmla="*/ 528105 w 2119654"/>
              <a:gd name="connsiteY106498" fmla="*/ 681427 h 2398711"/>
              <a:gd name="connsiteX106499" fmla="*/ 528475 w 2119654"/>
              <a:gd name="connsiteY106499" fmla="*/ 681460 h 2398711"/>
              <a:gd name="connsiteX106500" fmla="*/ 273550 w 2119654"/>
              <a:gd name="connsiteY106500" fmla="*/ 1238690 h 2398711"/>
              <a:gd name="connsiteX106501" fmla="*/ 275348 w 2119654"/>
              <a:gd name="connsiteY106501" fmla="*/ 1240317 h 2398711"/>
              <a:gd name="connsiteX106502" fmla="*/ 275196 w 2119654"/>
              <a:gd name="connsiteY106502" fmla="*/ 1239694 h 2398711"/>
              <a:gd name="connsiteX106503" fmla="*/ 275173 w 2119654"/>
              <a:gd name="connsiteY106503" fmla="*/ 1239593 h 2398711"/>
              <a:gd name="connsiteX106504" fmla="*/ 572633 w 2119654"/>
              <a:gd name="connsiteY106504" fmla="*/ 568971 h 2398711"/>
              <a:gd name="connsiteX106505" fmla="*/ 571751 w 2119654"/>
              <a:gd name="connsiteY106505" fmla="*/ 571697 h 2398711"/>
              <a:gd name="connsiteX106506" fmla="*/ 574040 w 2119654"/>
              <a:gd name="connsiteY106506" fmla="*/ 573867 h 2398711"/>
              <a:gd name="connsiteX106507" fmla="*/ 573974 w 2119654"/>
              <a:gd name="connsiteY106507" fmla="*/ 570906 h 2398711"/>
              <a:gd name="connsiteX106508" fmla="*/ 217007 w 2119654"/>
              <a:gd name="connsiteY106508" fmla="*/ 1365224 h 2398711"/>
              <a:gd name="connsiteX106509" fmla="*/ 219049 w 2119654"/>
              <a:gd name="connsiteY106509" fmla="*/ 1369860 h 2398711"/>
              <a:gd name="connsiteX106510" fmla="*/ 234680 w 2119654"/>
              <a:gd name="connsiteY106510" fmla="*/ 1385006 h 2398711"/>
              <a:gd name="connsiteX106511" fmla="*/ 238700 w 2119654"/>
              <a:gd name="connsiteY106511" fmla="*/ 1387936 h 2398711"/>
              <a:gd name="connsiteX106512" fmla="*/ 242119 w 2119654"/>
              <a:gd name="connsiteY106512" fmla="*/ 1389443 h 2398711"/>
              <a:gd name="connsiteX106513" fmla="*/ 239685 w 2119654"/>
              <a:gd name="connsiteY106513" fmla="*/ 1383923 h 2398711"/>
              <a:gd name="connsiteX106514" fmla="*/ 239114 w 2119654"/>
              <a:gd name="connsiteY106514" fmla="*/ 1382425 h 2398711"/>
              <a:gd name="connsiteX106515" fmla="*/ 236764 w 2119654"/>
              <a:gd name="connsiteY106515" fmla="*/ 1380637 h 2398711"/>
              <a:gd name="connsiteX106516" fmla="*/ 236705 w 2119654"/>
              <a:gd name="connsiteY106516" fmla="*/ 1380408 h 2398711"/>
              <a:gd name="connsiteX106517" fmla="*/ 239014 w 2119654"/>
              <a:gd name="connsiteY106517" fmla="*/ 1382166 h 2398711"/>
              <a:gd name="connsiteX106518" fmla="*/ 238289 w 2119654"/>
              <a:gd name="connsiteY106518" fmla="*/ 1380265 h 2398711"/>
              <a:gd name="connsiteX106519" fmla="*/ 225243 w 2119654"/>
              <a:gd name="connsiteY106519" fmla="*/ 1371150 h 2398711"/>
              <a:gd name="connsiteX106520" fmla="*/ 565688 w 2119654"/>
              <a:gd name="connsiteY106520" fmla="*/ 584316 h 2398711"/>
              <a:gd name="connsiteX106521" fmla="*/ 565847 w 2119654"/>
              <a:gd name="connsiteY106521" fmla="*/ 584465 h 2398711"/>
              <a:gd name="connsiteX106522" fmla="*/ 565876 w 2119654"/>
              <a:gd name="connsiteY106522" fmla="*/ 584372 h 2398711"/>
              <a:gd name="connsiteX106523" fmla="*/ 313608 w 2119654"/>
              <a:gd name="connsiteY106523" fmla="*/ 1148683 h 2398711"/>
              <a:gd name="connsiteX106524" fmla="*/ 313649 w 2119654"/>
              <a:gd name="connsiteY106524" fmla="*/ 1149187 h 2398711"/>
              <a:gd name="connsiteX106525" fmla="*/ 314459 w 2119654"/>
              <a:gd name="connsiteY106525" fmla="*/ 1150780 h 2398711"/>
              <a:gd name="connsiteX106526" fmla="*/ 315628 w 2119654"/>
              <a:gd name="connsiteY106526" fmla="*/ 1151681 h 2398711"/>
              <a:gd name="connsiteX106527" fmla="*/ 633586 w 2119654"/>
              <a:gd name="connsiteY106527" fmla="*/ 431997 h 2398711"/>
              <a:gd name="connsiteX106528" fmla="*/ 632456 w 2119654"/>
              <a:gd name="connsiteY106528" fmla="*/ 439927 h 2398711"/>
              <a:gd name="connsiteX106529" fmla="*/ 633407 w 2119654"/>
              <a:gd name="connsiteY106529" fmla="*/ 440752 h 2398711"/>
              <a:gd name="connsiteX106530" fmla="*/ 633951 w 2119654"/>
              <a:gd name="connsiteY106530" fmla="*/ 439428 h 2398711"/>
              <a:gd name="connsiteX106531" fmla="*/ 634858 w 2119654"/>
              <a:gd name="connsiteY106531" fmla="*/ 432937 h 2398711"/>
              <a:gd name="connsiteX106532" fmla="*/ 564060 w 2119654"/>
              <a:gd name="connsiteY106532" fmla="*/ 587675 h 2398711"/>
              <a:gd name="connsiteX106533" fmla="*/ 564271 w 2119654"/>
              <a:gd name="connsiteY106533" fmla="*/ 587799 h 2398711"/>
              <a:gd name="connsiteX106534" fmla="*/ 564267 w 2119654"/>
              <a:gd name="connsiteY106534" fmla="*/ 587761 h 2398711"/>
              <a:gd name="connsiteX106535" fmla="*/ 564650 w 2119654"/>
              <a:gd name="connsiteY106535" fmla="*/ 586351 h 2398711"/>
              <a:gd name="connsiteX106536" fmla="*/ 564768 w 2119654"/>
              <a:gd name="connsiteY106536" fmla="*/ 587323 h 2398711"/>
              <a:gd name="connsiteX106537" fmla="*/ 564928 w 2119654"/>
              <a:gd name="connsiteY106537" fmla="*/ 587456 h 2398711"/>
              <a:gd name="connsiteX106538" fmla="*/ 565128 w 2119654"/>
              <a:gd name="connsiteY106538" fmla="*/ 586804 h 2398711"/>
              <a:gd name="connsiteX106539" fmla="*/ 275558 w 2119654"/>
              <a:gd name="connsiteY106539" fmla="*/ 1233660 h 2398711"/>
              <a:gd name="connsiteX106540" fmla="*/ 278567 w 2119654"/>
              <a:gd name="connsiteY106540" fmla="*/ 1238250 h 2398711"/>
              <a:gd name="connsiteX106541" fmla="*/ 277528 w 2119654"/>
              <a:gd name="connsiteY106541" fmla="*/ 1235945 h 2398711"/>
              <a:gd name="connsiteX106542" fmla="*/ 276185 w 2119654"/>
              <a:gd name="connsiteY106542" fmla="*/ 1234008 h 2398711"/>
              <a:gd name="connsiteX106543" fmla="*/ 613488 w 2119654"/>
              <a:gd name="connsiteY106543" fmla="*/ 476926 h 2398711"/>
              <a:gd name="connsiteX106544" fmla="*/ 615069 w 2119654"/>
              <a:gd name="connsiteY106544" fmla="*/ 485169 h 2398711"/>
              <a:gd name="connsiteX106545" fmla="*/ 615293 w 2119654"/>
              <a:gd name="connsiteY106545" fmla="*/ 482809 h 2398711"/>
              <a:gd name="connsiteX106546" fmla="*/ 615944 w 2119654"/>
              <a:gd name="connsiteY106546" fmla="*/ 478023 h 2398711"/>
              <a:gd name="connsiteX106547" fmla="*/ 567539 w 2119654"/>
              <a:gd name="connsiteY106547" fmla="*/ 579811 h 2398711"/>
              <a:gd name="connsiteX106548" fmla="*/ 567146 w 2119654"/>
              <a:gd name="connsiteY106548" fmla="*/ 581095 h 2398711"/>
              <a:gd name="connsiteX106549" fmla="*/ 567962 w 2119654"/>
              <a:gd name="connsiteY106549" fmla="*/ 581413 h 2398711"/>
              <a:gd name="connsiteX106550" fmla="*/ 568331 w 2119654"/>
              <a:gd name="connsiteY106550" fmla="*/ 580274 h 2398711"/>
              <a:gd name="connsiteX106551" fmla="*/ 568029 w 2119654"/>
              <a:gd name="connsiteY106551" fmla="*/ 580094 h 2398711"/>
              <a:gd name="connsiteX106552" fmla="*/ 553164 w 2119654"/>
              <a:gd name="connsiteY106552" fmla="*/ 611965 h 2398711"/>
              <a:gd name="connsiteX106553" fmla="*/ 553040 w 2119654"/>
              <a:gd name="connsiteY106553" fmla="*/ 612756 h 2398711"/>
              <a:gd name="connsiteX106554" fmla="*/ 553850 w 2119654"/>
              <a:gd name="connsiteY106554" fmla="*/ 618402 h 2398711"/>
              <a:gd name="connsiteX106555" fmla="*/ 553851 w 2119654"/>
              <a:gd name="connsiteY106555" fmla="*/ 612257 h 2398711"/>
              <a:gd name="connsiteX106556" fmla="*/ 301659 w 2119654"/>
              <a:gd name="connsiteY106556" fmla="*/ 1175016 h 2398711"/>
              <a:gd name="connsiteX106557" fmla="*/ 304676 w 2119654"/>
              <a:gd name="connsiteY106557" fmla="*/ 1178601 h 2398711"/>
              <a:gd name="connsiteX106558" fmla="*/ 304256 w 2119654"/>
              <a:gd name="connsiteY106558" fmla="*/ 1175948 h 2398711"/>
              <a:gd name="connsiteX106559" fmla="*/ 509214 w 2119654"/>
              <a:gd name="connsiteY106559" fmla="*/ 710068 h 2398711"/>
              <a:gd name="connsiteX106560" fmla="*/ 509526 w 2119654"/>
              <a:gd name="connsiteY106560" fmla="*/ 712581 h 2398711"/>
              <a:gd name="connsiteX106561" fmla="*/ 509597 w 2119654"/>
              <a:gd name="connsiteY106561" fmla="*/ 710409 h 2398711"/>
              <a:gd name="connsiteX106562" fmla="*/ 477091 w 2119654"/>
              <a:gd name="connsiteY106562" fmla="*/ 781983 h 2398711"/>
              <a:gd name="connsiteX106563" fmla="*/ 477052 w 2119654"/>
              <a:gd name="connsiteY106563" fmla="*/ 782103 h 2398711"/>
              <a:gd name="connsiteX106564" fmla="*/ 477095 w 2119654"/>
              <a:gd name="connsiteY106564" fmla="*/ 782138 h 2398711"/>
              <a:gd name="connsiteX106565" fmla="*/ 553313 w 2119654"/>
              <a:gd name="connsiteY106565" fmla="*/ 611007 h 2398711"/>
              <a:gd name="connsiteX106566" fmla="*/ 553238 w 2119654"/>
              <a:gd name="connsiteY106566" fmla="*/ 611493 h 2398711"/>
              <a:gd name="connsiteX106567" fmla="*/ 553851 w 2119654"/>
              <a:gd name="connsiteY106567" fmla="*/ 611744 h 2398711"/>
              <a:gd name="connsiteX106568" fmla="*/ 553851 w 2119654"/>
              <a:gd name="connsiteY106568" fmla="*/ 611236 h 2398711"/>
              <a:gd name="connsiteX106569" fmla="*/ 492158 w 2119654"/>
              <a:gd name="connsiteY106569" fmla="*/ 747945 h 2398711"/>
              <a:gd name="connsiteX106570" fmla="*/ 492156 w 2119654"/>
              <a:gd name="connsiteY106570" fmla="*/ 747993 h 2398711"/>
              <a:gd name="connsiteX106571" fmla="*/ 492182 w 2119654"/>
              <a:gd name="connsiteY106571" fmla="*/ 748101 h 2398711"/>
              <a:gd name="connsiteX106572" fmla="*/ 492219 w 2119654"/>
              <a:gd name="connsiteY106572" fmla="*/ 747967 h 2398711"/>
              <a:gd name="connsiteX106573" fmla="*/ 622283 w 2119654"/>
              <a:gd name="connsiteY106573" fmla="*/ 456558 h 2398711"/>
              <a:gd name="connsiteX106574" fmla="*/ 619201 w 2119654"/>
              <a:gd name="connsiteY106574" fmla="*/ 471778 h 2398711"/>
              <a:gd name="connsiteX106575" fmla="*/ 620330 w 2119654"/>
              <a:gd name="connsiteY106575" fmla="*/ 472947 h 2398711"/>
              <a:gd name="connsiteX106576" fmla="*/ 620550 w 2119654"/>
              <a:gd name="connsiteY106576" fmla="*/ 472391 h 2398711"/>
              <a:gd name="connsiteX106577" fmla="*/ 622181 w 2119654"/>
              <a:gd name="connsiteY106577" fmla="*/ 462839 h 2398711"/>
              <a:gd name="connsiteX106578" fmla="*/ 622324 w 2119654"/>
              <a:gd name="connsiteY106578" fmla="*/ 462709 h 2398711"/>
              <a:gd name="connsiteX106579" fmla="*/ 620766 w 2119654"/>
              <a:gd name="connsiteY106579" fmla="*/ 471845 h 2398711"/>
              <a:gd name="connsiteX106580" fmla="*/ 624183 w 2119654"/>
              <a:gd name="connsiteY106580" fmla="*/ 463198 h 2398711"/>
              <a:gd name="connsiteX106581" fmla="*/ 625385 w 2119654"/>
              <a:gd name="connsiteY106581" fmla="*/ 460273 h 2398711"/>
              <a:gd name="connsiteX106582" fmla="*/ 624946 w 2119654"/>
              <a:gd name="connsiteY106582" fmla="*/ 459335 h 2398711"/>
              <a:gd name="connsiteX106583" fmla="*/ 547696 w 2119654"/>
              <a:gd name="connsiteY106583" fmla="*/ 623497 h 2398711"/>
              <a:gd name="connsiteX106584" fmla="*/ 547725 w 2119654"/>
              <a:gd name="connsiteY106584" fmla="*/ 624619 h 2398711"/>
              <a:gd name="connsiteX106585" fmla="*/ 548256 w 2119654"/>
              <a:gd name="connsiteY106585" fmla="*/ 625435 h 2398711"/>
              <a:gd name="connsiteX106586" fmla="*/ 548297 w 2119654"/>
              <a:gd name="connsiteY106586" fmla="*/ 624102 h 2398711"/>
              <a:gd name="connsiteX106587" fmla="*/ 538721 w 2119654"/>
              <a:gd name="connsiteY106587" fmla="*/ 643533 h 2398711"/>
              <a:gd name="connsiteX106588" fmla="*/ 538751 w 2119654"/>
              <a:gd name="connsiteY106588" fmla="*/ 645127 h 2398711"/>
              <a:gd name="connsiteX106589" fmla="*/ 543393 w 2119654"/>
              <a:gd name="connsiteY106589" fmla="*/ 649936 h 2398711"/>
              <a:gd name="connsiteX106590" fmla="*/ 543816 w 2119654"/>
              <a:gd name="connsiteY106590" fmla="*/ 646910 h 2398711"/>
              <a:gd name="connsiteX106591" fmla="*/ 508421 w 2119654"/>
              <a:gd name="connsiteY106591" fmla="*/ 711356 h 2398711"/>
              <a:gd name="connsiteX106592" fmla="*/ 508208 w 2119654"/>
              <a:gd name="connsiteY106592" fmla="*/ 713183 h 2398711"/>
              <a:gd name="connsiteX106593" fmla="*/ 508695 w 2119654"/>
              <a:gd name="connsiteY106593" fmla="*/ 713566 h 2398711"/>
              <a:gd name="connsiteX106594" fmla="*/ 612869 w 2119654"/>
              <a:gd name="connsiteY106594" fmla="*/ 477406 h 2398711"/>
              <a:gd name="connsiteX106595" fmla="*/ 612389 w 2119654"/>
              <a:gd name="connsiteY106595" fmla="*/ 486290 h 2398711"/>
              <a:gd name="connsiteX106596" fmla="*/ 614622 w 2119654"/>
              <a:gd name="connsiteY106596" fmla="*/ 487379 h 2398711"/>
              <a:gd name="connsiteX106597" fmla="*/ 613449 w 2119654"/>
              <a:gd name="connsiteY106597" fmla="*/ 481260 h 2398711"/>
              <a:gd name="connsiteX106598" fmla="*/ 338147 w 2119654"/>
              <a:gd name="connsiteY106598" fmla="*/ 1092530 h 2398711"/>
              <a:gd name="connsiteX106599" fmla="*/ 339543 w 2119654"/>
              <a:gd name="connsiteY106599" fmla="*/ 1096585 h 2398711"/>
              <a:gd name="connsiteX106600" fmla="*/ 340447 w 2119654"/>
              <a:gd name="connsiteY106600" fmla="*/ 1097532 h 2398711"/>
              <a:gd name="connsiteX106601" fmla="*/ 339527 w 2119654"/>
              <a:gd name="connsiteY106601" fmla="*/ 1093951 h 2398711"/>
              <a:gd name="connsiteX106602" fmla="*/ 344220 w 2119654"/>
              <a:gd name="connsiteY106602" fmla="*/ 1078906 h 2398711"/>
              <a:gd name="connsiteX106603" fmla="*/ 344255 w 2119654"/>
              <a:gd name="connsiteY106603" fmla="*/ 1079611 h 2398711"/>
              <a:gd name="connsiteX106604" fmla="*/ 345148 w 2119654"/>
              <a:gd name="connsiteY106604" fmla="*/ 1081082 h 2398711"/>
              <a:gd name="connsiteX106605" fmla="*/ 345955 w 2119654"/>
              <a:gd name="connsiteY106605" fmla="*/ 1081860 h 2398711"/>
              <a:gd name="connsiteX106606" fmla="*/ 345360 w 2119654"/>
              <a:gd name="connsiteY106606" fmla="*/ 1080590 h 2398711"/>
              <a:gd name="connsiteX106607" fmla="*/ 660244 w 2119654"/>
              <a:gd name="connsiteY106607" fmla="*/ 371251 h 2398711"/>
              <a:gd name="connsiteX106608" fmla="*/ 658030 w 2119654"/>
              <a:gd name="connsiteY106608" fmla="*/ 382190 h 2398711"/>
              <a:gd name="connsiteX106609" fmla="*/ 665102 w 2119654"/>
              <a:gd name="connsiteY106609" fmla="*/ 386403 h 2398711"/>
              <a:gd name="connsiteX106610" fmla="*/ 667828 w 2119654"/>
              <a:gd name="connsiteY106610" fmla="*/ 374162 h 2398711"/>
              <a:gd name="connsiteX106611" fmla="*/ 575162 w 2119654"/>
              <a:gd name="connsiteY106611" fmla="*/ 561624 h 2398711"/>
              <a:gd name="connsiteX106612" fmla="*/ 577036 w 2119654"/>
              <a:gd name="connsiteY106612" fmla="*/ 567050 h 2398711"/>
              <a:gd name="connsiteX106613" fmla="*/ 579173 w 2119654"/>
              <a:gd name="connsiteY106613" fmla="*/ 569267 h 2398711"/>
              <a:gd name="connsiteX106614" fmla="*/ 579969 w 2119654"/>
              <a:gd name="connsiteY106614" fmla="*/ 569509 h 2398711"/>
              <a:gd name="connsiteX106615" fmla="*/ 581423 w 2119654"/>
              <a:gd name="connsiteY106615" fmla="*/ 564774 h 2398711"/>
              <a:gd name="connsiteX106616" fmla="*/ 581548 w 2119654"/>
              <a:gd name="connsiteY106616" fmla="*/ 564689 h 2398711"/>
              <a:gd name="connsiteX106617" fmla="*/ 581708 w 2119654"/>
              <a:gd name="connsiteY106617" fmla="*/ 562435 h 2398711"/>
              <a:gd name="connsiteX106618" fmla="*/ 259136 w 2119654"/>
              <a:gd name="connsiteY106618" fmla="*/ 1269188 h 2398711"/>
              <a:gd name="connsiteX106619" fmla="*/ 260459 w 2119654"/>
              <a:gd name="connsiteY106619" fmla="*/ 1270550 h 2398711"/>
              <a:gd name="connsiteX106620" fmla="*/ 260122 w 2119654"/>
              <a:gd name="connsiteY106620" fmla="*/ 1269740 h 2398711"/>
              <a:gd name="connsiteX106621" fmla="*/ 336821 w 2119654"/>
              <a:gd name="connsiteY106621" fmla="*/ 1095206 h 2398711"/>
              <a:gd name="connsiteX106622" fmla="*/ 337624 w 2119654"/>
              <a:gd name="connsiteY106622" fmla="*/ 1096397 h 2398711"/>
              <a:gd name="connsiteX106623" fmla="*/ 337466 w 2119654"/>
              <a:gd name="connsiteY106623" fmla="*/ 1095938 h 2398711"/>
              <a:gd name="connsiteX106624" fmla="*/ 259593 w 2119654"/>
              <a:gd name="connsiteY106624" fmla="*/ 1268080 h 2398711"/>
              <a:gd name="connsiteX106625" fmla="*/ 259779 w 2119654"/>
              <a:gd name="connsiteY106625" fmla="*/ 1268530 h 2398711"/>
              <a:gd name="connsiteX106626" fmla="*/ 259955 w 2119654"/>
              <a:gd name="connsiteY106626" fmla="*/ 1268937 h 2398711"/>
              <a:gd name="connsiteX106627" fmla="*/ 260576 w 2119654"/>
              <a:gd name="connsiteY106627" fmla="*/ 1269283 h 2398711"/>
              <a:gd name="connsiteX106628" fmla="*/ 581982 w 2119654"/>
              <a:gd name="connsiteY106628" fmla="*/ 546160 h 2398711"/>
              <a:gd name="connsiteX106629" fmla="*/ 582308 w 2119654"/>
              <a:gd name="connsiteY106629" fmla="*/ 547538 h 2398711"/>
              <a:gd name="connsiteX106630" fmla="*/ 582370 w 2119654"/>
              <a:gd name="connsiteY106630" fmla="*/ 547591 h 2398711"/>
              <a:gd name="connsiteX106631" fmla="*/ 553473 w 2119654"/>
              <a:gd name="connsiteY106631" fmla="*/ 609984 h 2398711"/>
              <a:gd name="connsiteX106632" fmla="*/ 553405 w 2119654"/>
              <a:gd name="connsiteY106632" fmla="*/ 610418 h 2398711"/>
              <a:gd name="connsiteX106633" fmla="*/ 553615 w 2119654"/>
              <a:gd name="connsiteY106633" fmla="*/ 610573 h 2398711"/>
              <a:gd name="connsiteX106634" fmla="*/ 553735 w 2119654"/>
              <a:gd name="connsiteY106634" fmla="*/ 610621 h 2398711"/>
              <a:gd name="connsiteX106635" fmla="*/ 236618 w 2119654"/>
              <a:gd name="connsiteY106635" fmla="*/ 1319455 h 2398711"/>
              <a:gd name="connsiteX106636" fmla="*/ 237500 w 2119654"/>
              <a:gd name="connsiteY106636" fmla="*/ 1321097 h 2398711"/>
              <a:gd name="connsiteX106637" fmla="*/ 239153 w 2119654"/>
              <a:gd name="connsiteY106637" fmla="*/ 1323899 h 2398711"/>
              <a:gd name="connsiteX106638" fmla="*/ 239918 w 2119654"/>
              <a:gd name="connsiteY106638" fmla="*/ 1324654 h 2398711"/>
              <a:gd name="connsiteX106639" fmla="*/ 247553 w 2119654"/>
              <a:gd name="connsiteY106639" fmla="*/ 1328979 h 2398711"/>
              <a:gd name="connsiteX106640" fmla="*/ 248220 w 2119654"/>
              <a:gd name="connsiteY106640" fmla="*/ 1329344 h 2398711"/>
              <a:gd name="connsiteX106641" fmla="*/ 245658 w 2119654"/>
              <a:gd name="connsiteY106641" fmla="*/ 1324575 h 2398711"/>
              <a:gd name="connsiteX106642" fmla="*/ 478371 w 2119654"/>
              <a:gd name="connsiteY106642" fmla="*/ 778050 h 2398711"/>
              <a:gd name="connsiteX106643" fmla="*/ 477668 w 2119654"/>
              <a:gd name="connsiteY106643" fmla="*/ 780211 h 2398711"/>
              <a:gd name="connsiteX106644" fmla="*/ 477722 w 2119654"/>
              <a:gd name="connsiteY106644" fmla="*/ 782652 h 2398711"/>
              <a:gd name="connsiteX106645" fmla="*/ 479514 w 2119654"/>
              <a:gd name="connsiteY106645" fmla="*/ 784123 h 2398711"/>
              <a:gd name="connsiteX106646" fmla="*/ 478914 w 2119654"/>
              <a:gd name="connsiteY106646" fmla="*/ 782902 h 2398711"/>
              <a:gd name="connsiteX106647" fmla="*/ 478954 w 2119654"/>
              <a:gd name="connsiteY106647" fmla="*/ 782712 h 2398711"/>
              <a:gd name="connsiteX106648" fmla="*/ 479736 w 2119654"/>
              <a:gd name="connsiteY106648" fmla="*/ 784304 h 2398711"/>
              <a:gd name="connsiteX106649" fmla="*/ 480159 w 2119654"/>
              <a:gd name="connsiteY106649" fmla="*/ 784650 h 2398711"/>
              <a:gd name="connsiteX106650" fmla="*/ 479940 w 2119654"/>
              <a:gd name="connsiteY106650" fmla="*/ 780327 h 2398711"/>
              <a:gd name="connsiteX106651" fmla="*/ 478941 w 2119654"/>
              <a:gd name="connsiteY106651" fmla="*/ 778286 h 2398711"/>
              <a:gd name="connsiteX106652" fmla="*/ 553583 w 2119654"/>
              <a:gd name="connsiteY106652" fmla="*/ 609514 h 2398711"/>
              <a:gd name="connsiteX106653" fmla="*/ 553851 w 2119654"/>
              <a:gd name="connsiteY106653" fmla="*/ 610164 h 2398711"/>
              <a:gd name="connsiteX106654" fmla="*/ 553851 w 2119654"/>
              <a:gd name="connsiteY106654" fmla="*/ 609622 h 2398711"/>
              <a:gd name="connsiteX106655" fmla="*/ 478553 w 2119654"/>
              <a:gd name="connsiteY106655" fmla="*/ 777493 h 2398711"/>
              <a:gd name="connsiteX106656" fmla="*/ 478472 w 2119654"/>
              <a:gd name="connsiteY106656" fmla="*/ 777742 h 2398711"/>
              <a:gd name="connsiteX106657" fmla="*/ 478726 w 2119654"/>
              <a:gd name="connsiteY106657" fmla="*/ 777848 h 2398711"/>
              <a:gd name="connsiteX106658" fmla="*/ 348602 w 2119654"/>
              <a:gd name="connsiteY106658" fmla="*/ 1068381 h 2398711"/>
              <a:gd name="connsiteX106659" fmla="*/ 348870 w 2119654"/>
              <a:gd name="connsiteY106659" fmla="*/ 1069510 h 2398711"/>
              <a:gd name="connsiteX106660" fmla="*/ 350336 w 2119654"/>
              <a:gd name="connsiteY106660" fmla="*/ 1070652 h 2398711"/>
              <a:gd name="connsiteX106661" fmla="*/ 562452 w 2119654"/>
              <a:gd name="connsiteY106661" fmla="*/ 589501 h 2398711"/>
              <a:gd name="connsiteX106662" fmla="*/ 561787 w 2119654"/>
              <a:gd name="connsiteY106662" fmla="*/ 594397 h 2398711"/>
              <a:gd name="connsiteX106663" fmla="*/ 562682 w 2119654"/>
              <a:gd name="connsiteY106663" fmla="*/ 594768 h 2398711"/>
              <a:gd name="connsiteX106664" fmla="*/ 564103 w 2119654"/>
              <a:gd name="connsiteY106664" fmla="*/ 590146 h 2398711"/>
              <a:gd name="connsiteX106665" fmla="*/ 547671 w 2119654"/>
              <a:gd name="connsiteY106665" fmla="*/ 622577 h 2398711"/>
              <a:gd name="connsiteX106666" fmla="*/ 547679 w 2119654"/>
              <a:gd name="connsiteY106666" fmla="*/ 622873 h 2398711"/>
              <a:gd name="connsiteX106667" fmla="*/ 548286 w 2119654"/>
              <a:gd name="connsiteY106667" fmla="*/ 623466 h 2398711"/>
              <a:gd name="connsiteX106668" fmla="*/ 548175 w 2119654"/>
              <a:gd name="connsiteY106668" fmla="*/ 622684 h 2398711"/>
              <a:gd name="connsiteX106669" fmla="*/ 622694 w 2119654"/>
              <a:gd name="connsiteY106669" fmla="*/ 454528 h 2398711"/>
              <a:gd name="connsiteX106670" fmla="*/ 622338 w 2119654"/>
              <a:gd name="connsiteY106670" fmla="*/ 456284 h 2398711"/>
              <a:gd name="connsiteX106671" fmla="*/ 624642 w 2119654"/>
              <a:gd name="connsiteY106671" fmla="*/ 458686 h 2398711"/>
              <a:gd name="connsiteX106672" fmla="*/ 470450 w 2119654"/>
              <a:gd name="connsiteY106672" fmla="*/ 795405 h 2398711"/>
              <a:gd name="connsiteX106673" fmla="*/ 471673 w 2119654"/>
              <a:gd name="connsiteY106673" fmla="*/ 797285 h 2398711"/>
              <a:gd name="connsiteX106674" fmla="*/ 471871 w 2119654"/>
              <a:gd name="connsiteY106674" fmla="*/ 796678 h 2398711"/>
              <a:gd name="connsiteX106675" fmla="*/ 471734 w 2119654"/>
              <a:gd name="connsiteY106675" fmla="*/ 795931 h 2398711"/>
              <a:gd name="connsiteX106676" fmla="*/ 479008 w 2119654"/>
              <a:gd name="connsiteY106676" fmla="*/ 776099 h 2398711"/>
              <a:gd name="connsiteX106677" fmla="*/ 478638 w 2119654"/>
              <a:gd name="connsiteY106677" fmla="*/ 777236 h 2398711"/>
              <a:gd name="connsiteX106678" fmla="*/ 479007 w 2119654"/>
              <a:gd name="connsiteY106678" fmla="*/ 777963 h 2398711"/>
              <a:gd name="connsiteX106679" fmla="*/ 479687 w 2119654"/>
              <a:gd name="connsiteY106679" fmla="*/ 778244 h 2398711"/>
              <a:gd name="connsiteX106680" fmla="*/ 300808 w 2119654"/>
              <a:gd name="connsiteY106680" fmla="*/ 1175053 h 2398711"/>
              <a:gd name="connsiteX106681" fmla="*/ 305757 w 2119654"/>
              <a:gd name="connsiteY106681" fmla="*/ 1185441 h 2398711"/>
              <a:gd name="connsiteX106682" fmla="*/ 304920 w 2119654"/>
              <a:gd name="connsiteY106682" fmla="*/ 1180149 h 2398711"/>
              <a:gd name="connsiteX106683" fmla="*/ 588526 w 2119654"/>
              <a:gd name="connsiteY106683" fmla="*/ 530759 h 2398711"/>
              <a:gd name="connsiteX106684" fmla="*/ 588473 w 2119654"/>
              <a:gd name="connsiteY106684" fmla="*/ 531171 h 2398711"/>
              <a:gd name="connsiteX106685" fmla="*/ 594577 w 2119654"/>
              <a:gd name="connsiteY106685" fmla="*/ 538096 h 2398711"/>
              <a:gd name="connsiteX106686" fmla="*/ 594583 w 2119654"/>
              <a:gd name="connsiteY106686" fmla="*/ 538082 h 2398711"/>
              <a:gd name="connsiteX106687" fmla="*/ 594564 w 2119654"/>
              <a:gd name="connsiteY106687" fmla="*/ 536624 h 2398711"/>
              <a:gd name="connsiteX106688" fmla="*/ 638755 w 2119654"/>
              <a:gd name="connsiteY106688" fmla="*/ 418284 h 2398711"/>
              <a:gd name="connsiteX106689" fmla="*/ 639196 w 2119654"/>
              <a:gd name="connsiteY106689" fmla="*/ 421211 h 2398711"/>
              <a:gd name="connsiteX106690" fmla="*/ 639908 w 2119654"/>
              <a:gd name="connsiteY106690" fmla="*/ 424931 h 2398711"/>
              <a:gd name="connsiteX106691" fmla="*/ 641515 w 2119654"/>
              <a:gd name="connsiteY106691" fmla="*/ 421023 h 2398711"/>
              <a:gd name="connsiteX106692" fmla="*/ 560229 w 2119654"/>
              <a:gd name="connsiteY106692" fmla="*/ 594104 h 2398711"/>
              <a:gd name="connsiteX106693" fmla="*/ 560006 w 2119654"/>
              <a:gd name="connsiteY106693" fmla="*/ 599352 h 2398711"/>
              <a:gd name="connsiteX106694" fmla="*/ 560447 w 2119654"/>
              <a:gd name="connsiteY106694" fmla="*/ 599715 h 2398711"/>
              <a:gd name="connsiteX106695" fmla="*/ 560587 w 2119654"/>
              <a:gd name="connsiteY106695" fmla="*/ 599784 h 2398711"/>
              <a:gd name="connsiteX106696" fmla="*/ 561366 w 2119654"/>
              <a:gd name="connsiteY106696" fmla="*/ 594574 h 2398711"/>
              <a:gd name="connsiteX106697" fmla="*/ 552756 w 2119654"/>
              <a:gd name="connsiteY106697" fmla="*/ 610770 h 2398711"/>
              <a:gd name="connsiteX106698" fmla="*/ 552835 w 2119654"/>
              <a:gd name="connsiteY106698" fmla="*/ 611327 h 2398711"/>
              <a:gd name="connsiteX106699" fmla="*/ 552951 w 2119654"/>
              <a:gd name="connsiteY106699" fmla="*/ 611374 h 2398711"/>
              <a:gd name="connsiteX106700" fmla="*/ 553027 w 2119654"/>
              <a:gd name="connsiteY106700" fmla="*/ 610886 h 2398711"/>
              <a:gd name="connsiteX106701" fmla="*/ 479291 w 2119654"/>
              <a:gd name="connsiteY106701" fmla="*/ 775227 h 2398711"/>
              <a:gd name="connsiteX106702" fmla="*/ 479179 w 2119654"/>
              <a:gd name="connsiteY106702" fmla="*/ 775569 h 2398711"/>
              <a:gd name="connsiteX106703" fmla="*/ 479797 w 2119654"/>
              <a:gd name="connsiteY106703" fmla="*/ 777517 h 2398711"/>
              <a:gd name="connsiteX106704" fmla="*/ 479760 w 2119654"/>
              <a:gd name="connsiteY106704" fmla="*/ 776782 h 2398711"/>
              <a:gd name="connsiteX106705" fmla="*/ 553698 w 2119654"/>
              <a:gd name="connsiteY106705" fmla="*/ 608544 h 2398711"/>
              <a:gd name="connsiteX106706" fmla="*/ 553601 w 2119654"/>
              <a:gd name="connsiteY106706" fmla="*/ 609165 h 2398711"/>
              <a:gd name="connsiteX106707" fmla="*/ 553851 w 2119654"/>
              <a:gd name="connsiteY106707" fmla="*/ 609263 h 2398711"/>
              <a:gd name="connsiteX106708" fmla="*/ 553850 w 2119654"/>
              <a:gd name="connsiteY106708" fmla="*/ 608710 h 2398711"/>
              <a:gd name="connsiteX106709" fmla="*/ 225832 w 2119654"/>
              <a:gd name="connsiteY106709" fmla="*/ 1342700 h 2398711"/>
              <a:gd name="connsiteX106710" fmla="*/ 226444 w 2119654"/>
              <a:gd name="connsiteY106710" fmla="*/ 1344304 h 2398711"/>
              <a:gd name="connsiteX106711" fmla="*/ 227830 w 2119654"/>
              <a:gd name="connsiteY106711" fmla="*/ 1345121 h 2398711"/>
              <a:gd name="connsiteX106712" fmla="*/ 517845 w 2119654"/>
              <a:gd name="connsiteY106712" fmla="*/ 688816 h 2398711"/>
              <a:gd name="connsiteX106713" fmla="*/ 520569 w 2119654"/>
              <a:gd name="connsiteY106713" fmla="*/ 690958 h 2398711"/>
              <a:gd name="connsiteX106714" fmla="*/ 520257 w 2119654"/>
              <a:gd name="connsiteY106714" fmla="*/ 690222 h 2398711"/>
              <a:gd name="connsiteX106715" fmla="*/ 571622 w 2119654"/>
              <a:gd name="connsiteY106715" fmla="*/ 568386 h 2398711"/>
              <a:gd name="connsiteX106716" fmla="*/ 571260 w 2119654"/>
              <a:gd name="connsiteY106716" fmla="*/ 571221 h 2398711"/>
              <a:gd name="connsiteX106717" fmla="*/ 572102 w 2119654"/>
              <a:gd name="connsiteY106717" fmla="*/ 568619 h 2398711"/>
              <a:gd name="connsiteX106718" fmla="*/ 463707 w 2119654"/>
              <a:gd name="connsiteY106718" fmla="*/ 809952 h 2398711"/>
              <a:gd name="connsiteX106719" fmla="*/ 464399 w 2119654"/>
              <a:gd name="connsiteY106719" fmla="*/ 810582 h 2398711"/>
              <a:gd name="connsiteX106720" fmla="*/ 464152 w 2119654"/>
              <a:gd name="connsiteY106720" fmla="*/ 810048 h 2398711"/>
              <a:gd name="connsiteX106721" fmla="*/ 338877 w 2119654"/>
              <a:gd name="connsiteY106721" fmla="*/ 1089467 h 2398711"/>
              <a:gd name="connsiteX106722" fmla="*/ 339970 w 2119654"/>
              <a:gd name="connsiteY106722" fmla="*/ 1093720 h 2398711"/>
              <a:gd name="connsiteX106723" fmla="*/ 341901 w 2119654"/>
              <a:gd name="connsiteY106723" fmla="*/ 1095706 h 2398711"/>
              <a:gd name="connsiteX106724" fmla="*/ 341746 w 2119654"/>
              <a:gd name="connsiteY106724" fmla="*/ 1092545 h 2398711"/>
              <a:gd name="connsiteX106725" fmla="*/ 579303 w 2119654"/>
              <a:gd name="connsiteY106725" fmla="*/ 550969 h 2398711"/>
              <a:gd name="connsiteX106726" fmla="*/ 581880 w 2119654"/>
              <a:gd name="connsiteY106726" fmla="*/ 552903 h 2398711"/>
              <a:gd name="connsiteX106727" fmla="*/ 582214 w 2119654"/>
              <a:gd name="connsiteY106727" fmla="*/ 552999 h 2398711"/>
              <a:gd name="connsiteX106728" fmla="*/ 581952 w 2119654"/>
              <a:gd name="connsiteY106728" fmla="*/ 551894 h 2398711"/>
              <a:gd name="connsiteX106729" fmla="*/ 245152 w 2119654"/>
              <a:gd name="connsiteY106729" fmla="*/ 1299104 h 2398711"/>
              <a:gd name="connsiteX106730" fmla="*/ 245634 w 2119654"/>
              <a:gd name="connsiteY106730" fmla="*/ 1300505 h 2398711"/>
              <a:gd name="connsiteX106731" fmla="*/ 247470 w 2119654"/>
              <a:gd name="connsiteY106731" fmla="*/ 1301744 h 2398711"/>
              <a:gd name="connsiteX106732" fmla="*/ 192689 w 2119654"/>
              <a:gd name="connsiteY106732" fmla="*/ 1416561 h 2398711"/>
              <a:gd name="connsiteX106733" fmla="*/ 196162 w 2119654"/>
              <a:gd name="connsiteY106733" fmla="*/ 1422106 h 2398711"/>
              <a:gd name="connsiteX106734" fmla="*/ 197753 w 2119654"/>
              <a:gd name="connsiteY106734" fmla="*/ 1422990 h 2398711"/>
              <a:gd name="connsiteX106735" fmla="*/ 571707 w 2119654"/>
              <a:gd name="connsiteY106735" fmla="*/ 567720 h 2398711"/>
              <a:gd name="connsiteX106736" fmla="*/ 571647 w 2119654"/>
              <a:gd name="connsiteY106736" fmla="*/ 568190 h 2398711"/>
              <a:gd name="connsiteX106737" fmla="*/ 572159 w 2119654"/>
              <a:gd name="connsiteY106737" fmla="*/ 568443 h 2398711"/>
              <a:gd name="connsiteX106738" fmla="*/ 572194 w 2119654"/>
              <a:gd name="connsiteY106738" fmla="*/ 568336 h 2398711"/>
              <a:gd name="connsiteX106739" fmla="*/ 571784 w 2119654"/>
              <a:gd name="connsiteY106739" fmla="*/ 567744 h 2398711"/>
              <a:gd name="connsiteX106740" fmla="*/ 344138 w 2119654"/>
              <a:gd name="connsiteY106740" fmla="*/ 1077220 h 2398711"/>
              <a:gd name="connsiteX106741" fmla="*/ 344143 w 2119654"/>
              <a:gd name="connsiteY106741" fmla="*/ 1077330 h 2398711"/>
              <a:gd name="connsiteX106742" fmla="*/ 344682 w 2119654"/>
              <a:gd name="connsiteY106742" fmla="*/ 1078476 h 2398711"/>
              <a:gd name="connsiteX106743" fmla="*/ 345281 w 2119654"/>
              <a:gd name="connsiteY106743" fmla="*/ 1079361 h 2398711"/>
              <a:gd name="connsiteX106744" fmla="*/ 344899 w 2119654"/>
              <a:gd name="connsiteY106744" fmla="*/ 1078229 h 2398711"/>
              <a:gd name="connsiteX106745" fmla="*/ 634220 w 2119654"/>
              <a:gd name="connsiteY106745" fmla="*/ 427543 h 2398711"/>
              <a:gd name="connsiteX106746" fmla="*/ 633648 w 2119654"/>
              <a:gd name="connsiteY106746" fmla="*/ 431559 h 2398711"/>
              <a:gd name="connsiteX106747" fmla="*/ 634919 w 2119654"/>
              <a:gd name="connsiteY106747" fmla="*/ 432496 h 2398711"/>
              <a:gd name="connsiteX106748" fmla="*/ 635483 w 2119654"/>
              <a:gd name="connsiteY106748" fmla="*/ 428461 h 2398711"/>
              <a:gd name="connsiteX106749" fmla="*/ 312729 w 2119654"/>
              <a:gd name="connsiteY106749" fmla="*/ 1147380 h 2398711"/>
              <a:gd name="connsiteX106750" fmla="*/ 312985 w 2119654"/>
              <a:gd name="connsiteY106750" fmla="*/ 1147882 h 2398711"/>
              <a:gd name="connsiteX106751" fmla="*/ 312974 w 2119654"/>
              <a:gd name="connsiteY106751" fmla="*/ 1147741 h 2398711"/>
              <a:gd name="connsiteX106752" fmla="*/ 661028 w 2119654"/>
              <a:gd name="connsiteY106752" fmla="*/ 367378 h 2398711"/>
              <a:gd name="connsiteX106753" fmla="*/ 660319 w 2119654"/>
              <a:gd name="connsiteY106753" fmla="*/ 370882 h 2398711"/>
              <a:gd name="connsiteX106754" fmla="*/ 667909 w 2119654"/>
              <a:gd name="connsiteY106754" fmla="*/ 373796 h 2398711"/>
              <a:gd name="connsiteX106755" fmla="*/ 668166 w 2119654"/>
              <a:gd name="connsiteY106755" fmla="*/ 372643 h 2398711"/>
              <a:gd name="connsiteX106756" fmla="*/ 272219 w 2119654"/>
              <a:gd name="connsiteY106756" fmla="*/ 1237950 h 2398711"/>
              <a:gd name="connsiteX106757" fmla="*/ 272747 w 2119654"/>
              <a:gd name="connsiteY106757" fmla="*/ 1239168 h 2398711"/>
              <a:gd name="connsiteX106758" fmla="*/ 276143 w 2119654"/>
              <a:gd name="connsiteY106758" fmla="*/ 1243632 h 2398711"/>
              <a:gd name="connsiteX106759" fmla="*/ 276160 w 2119654"/>
              <a:gd name="connsiteY106759" fmla="*/ 1243653 h 2398711"/>
              <a:gd name="connsiteX106760" fmla="*/ 275496 w 2119654"/>
              <a:gd name="connsiteY106760" fmla="*/ 1240924 h 2398711"/>
              <a:gd name="connsiteX106761" fmla="*/ 272410 w 2119654"/>
              <a:gd name="connsiteY106761" fmla="*/ 1238056 h 2398711"/>
              <a:gd name="connsiteX106762" fmla="*/ 562760 w 2119654"/>
              <a:gd name="connsiteY106762" fmla="*/ 587236 h 2398711"/>
              <a:gd name="connsiteX106763" fmla="*/ 562509 w 2119654"/>
              <a:gd name="connsiteY106763" fmla="*/ 589081 h 2398711"/>
              <a:gd name="connsiteX106764" fmla="*/ 564224 w 2119654"/>
              <a:gd name="connsiteY106764" fmla="*/ 589751 h 2398711"/>
              <a:gd name="connsiteX106765" fmla="*/ 564415 w 2119654"/>
              <a:gd name="connsiteY106765" fmla="*/ 589128 h 2398711"/>
              <a:gd name="connsiteX106766" fmla="*/ 564312 w 2119654"/>
              <a:gd name="connsiteY106766" fmla="*/ 588173 h 2398711"/>
              <a:gd name="connsiteX106767" fmla="*/ 547742 w 2119654"/>
              <a:gd name="connsiteY106767" fmla="*/ 620814 h 2398711"/>
              <a:gd name="connsiteX106768" fmla="*/ 547643 w 2119654"/>
              <a:gd name="connsiteY106768" fmla="*/ 621522 h 2398711"/>
              <a:gd name="connsiteX106769" fmla="*/ 547656 w 2119654"/>
              <a:gd name="connsiteY106769" fmla="*/ 622004 h 2398711"/>
              <a:gd name="connsiteX106770" fmla="*/ 548135 w 2119654"/>
              <a:gd name="connsiteY106770" fmla="*/ 622106 h 2398711"/>
              <a:gd name="connsiteX106771" fmla="*/ 548135 w 2119654"/>
              <a:gd name="connsiteY106771" fmla="*/ 621082 h 2398711"/>
              <a:gd name="connsiteX106772" fmla="*/ 269341 w 2119654"/>
              <a:gd name="connsiteY106772" fmla="*/ 1244127 h 2398711"/>
              <a:gd name="connsiteX106773" fmla="*/ 277897 w 2119654"/>
              <a:gd name="connsiteY106773" fmla="*/ 1254837 h 2398711"/>
              <a:gd name="connsiteX106774" fmla="*/ 274638 w 2119654"/>
              <a:gd name="connsiteY106774" fmla="*/ 1247954 h 2398711"/>
              <a:gd name="connsiteX106775" fmla="*/ 477613 w 2119654"/>
              <a:gd name="connsiteY106775" fmla="*/ 777737 h 2398711"/>
              <a:gd name="connsiteX106776" fmla="*/ 477640 w 2119654"/>
              <a:gd name="connsiteY106776" fmla="*/ 778964 h 2398711"/>
              <a:gd name="connsiteX106777" fmla="*/ 477989 w 2119654"/>
              <a:gd name="connsiteY106777" fmla="*/ 777893 h 2398711"/>
              <a:gd name="connsiteX106778" fmla="*/ 275377 w 2119654"/>
              <a:gd name="connsiteY106778" fmla="*/ 1230532 h 2398711"/>
              <a:gd name="connsiteX106779" fmla="*/ 275413 w 2119654"/>
              <a:gd name="connsiteY106779" fmla="*/ 1230611 h 2398711"/>
              <a:gd name="connsiteX106780" fmla="*/ 275672 w 2119654"/>
              <a:gd name="connsiteY106780" fmla="*/ 1231003 h 2398711"/>
              <a:gd name="connsiteX106781" fmla="*/ 275877 w 2119654"/>
              <a:gd name="connsiteY106781" fmla="*/ 1231233 h 2398711"/>
              <a:gd name="connsiteX106782" fmla="*/ 275818 w 2119654"/>
              <a:gd name="connsiteY106782" fmla="*/ 1231077 h 2398711"/>
              <a:gd name="connsiteX106783" fmla="*/ 275496 w 2119654"/>
              <a:gd name="connsiteY106783" fmla="*/ 1230618 h 2398711"/>
              <a:gd name="connsiteX106784" fmla="*/ 566172 w 2119654"/>
              <a:gd name="connsiteY106784" fmla="*/ 579019 h 2398711"/>
              <a:gd name="connsiteX106785" fmla="*/ 566849 w 2119654"/>
              <a:gd name="connsiteY106785" fmla="*/ 580979 h 2398711"/>
              <a:gd name="connsiteX106786" fmla="*/ 566911 w 2119654"/>
              <a:gd name="connsiteY106786" fmla="*/ 581003 h 2398711"/>
              <a:gd name="connsiteX106787" fmla="*/ 567316 w 2119654"/>
              <a:gd name="connsiteY106787" fmla="*/ 579681 h 2398711"/>
              <a:gd name="connsiteX106788" fmla="*/ 508899 w 2119654"/>
              <a:gd name="connsiteY106788" fmla="*/ 707258 h 2398711"/>
              <a:gd name="connsiteX106789" fmla="*/ 508883 w 2119654"/>
              <a:gd name="connsiteY106789" fmla="*/ 707391 h 2398711"/>
              <a:gd name="connsiteX106790" fmla="*/ 508911 w 2119654"/>
              <a:gd name="connsiteY106790" fmla="*/ 707621 h 2398711"/>
              <a:gd name="connsiteX106791" fmla="*/ 509666 w 2119654"/>
              <a:gd name="connsiteY106791" fmla="*/ 708295 h 2398711"/>
              <a:gd name="connsiteX106792" fmla="*/ 509682 w 2119654"/>
              <a:gd name="connsiteY106792" fmla="*/ 707835 h 2398711"/>
              <a:gd name="connsiteX106793" fmla="*/ 562896 w 2119654"/>
              <a:gd name="connsiteY106793" fmla="*/ 586230 h 2398711"/>
              <a:gd name="connsiteX106794" fmla="*/ 562833 w 2119654"/>
              <a:gd name="connsiteY106794" fmla="*/ 586698 h 2398711"/>
              <a:gd name="connsiteX106795" fmla="*/ 564073 w 2119654"/>
              <a:gd name="connsiteY106795" fmla="*/ 587211 h 2398711"/>
              <a:gd name="connsiteX106796" fmla="*/ 274104 w 2119654"/>
              <a:gd name="connsiteY106796" fmla="*/ 1232855 h 2398711"/>
              <a:gd name="connsiteX106797" fmla="*/ 275739 w 2119654"/>
              <a:gd name="connsiteY106797" fmla="*/ 1239568 h 2398711"/>
              <a:gd name="connsiteX106798" fmla="*/ 280261 w 2119654"/>
              <a:gd name="connsiteY106798" fmla="*/ 1242002 h 2398711"/>
              <a:gd name="connsiteX106799" fmla="*/ 279971 w 2119654"/>
              <a:gd name="connsiteY106799" fmla="*/ 1241361 h 2398711"/>
              <a:gd name="connsiteX106800" fmla="*/ 274558 w 2119654"/>
              <a:gd name="connsiteY106800" fmla="*/ 1233106 h 2398711"/>
              <a:gd name="connsiteX106801" fmla="*/ 578108 w 2119654"/>
              <a:gd name="connsiteY106801" fmla="*/ 552053 h 2398711"/>
              <a:gd name="connsiteX106802" fmla="*/ 575113 w 2119654"/>
              <a:gd name="connsiteY106802" fmla="*/ 561306 h 2398711"/>
              <a:gd name="connsiteX106803" fmla="*/ 581730 w 2119654"/>
              <a:gd name="connsiteY106803" fmla="*/ 562125 h 2398711"/>
              <a:gd name="connsiteX106804" fmla="*/ 582155 w 2119654"/>
              <a:gd name="connsiteY106804" fmla="*/ 556148 h 2398711"/>
              <a:gd name="connsiteX106805" fmla="*/ 582397 w 2119654"/>
              <a:gd name="connsiteY106805" fmla="*/ 555882 h 2398711"/>
              <a:gd name="connsiteX106806" fmla="*/ 581952 w 2119654"/>
              <a:gd name="connsiteY106806" fmla="*/ 562153 h 2398711"/>
              <a:gd name="connsiteX106807" fmla="*/ 582765 w 2119654"/>
              <a:gd name="connsiteY106807" fmla="*/ 562254 h 2398711"/>
              <a:gd name="connsiteX106808" fmla="*/ 582589 w 2119654"/>
              <a:gd name="connsiteY106808" fmla="*/ 554586 h 2398711"/>
              <a:gd name="connsiteX106809" fmla="*/ 582486 w 2119654"/>
              <a:gd name="connsiteY106809" fmla="*/ 554149 h 2398711"/>
              <a:gd name="connsiteX106810" fmla="*/ 581530 w 2119654"/>
              <a:gd name="connsiteY106810" fmla="*/ 553331 h 2398711"/>
              <a:gd name="connsiteX106811" fmla="*/ 581705 w 2119654"/>
              <a:gd name="connsiteY106811" fmla="*/ 553338 h 2398711"/>
              <a:gd name="connsiteX106812" fmla="*/ 582444 w 2119654"/>
              <a:gd name="connsiteY106812" fmla="*/ 553971 h 2398711"/>
              <a:gd name="connsiteX106813" fmla="*/ 582402 w 2119654"/>
              <a:gd name="connsiteY106813" fmla="*/ 553795 h 2398711"/>
              <a:gd name="connsiteX106814" fmla="*/ 581314 w 2119654"/>
              <a:gd name="connsiteY106814" fmla="*/ 552978 h 2398711"/>
              <a:gd name="connsiteX106815" fmla="*/ 340125 w 2119654"/>
              <a:gd name="connsiteY106815" fmla="*/ 1084902 h 2398711"/>
              <a:gd name="connsiteX106816" fmla="*/ 340214 w 2119654"/>
              <a:gd name="connsiteY106816" fmla="*/ 1085228 h 2398711"/>
              <a:gd name="connsiteX106817" fmla="*/ 340219 w 2119654"/>
              <a:gd name="connsiteY106817" fmla="*/ 1085246 h 2398711"/>
              <a:gd name="connsiteX106818" fmla="*/ 340259 w 2119654"/>
              <a:gd name="connsiteY106818" fmla="*/ 1085289 h 2398711"/>
              <a:gd name="connsiteX106819" fmla="*/ 340140 w 2119654"/>
              <a:gd name="connsiteY106819" fmla="*/ 1084934 h 2398711"/>
              <a:gd name="connsiteX106820" fmla="*/ 615424 w 2119654"/>
              <a:gd name="connsiteY106820" fmla="*/ 468428 h 2398711"/>
              <a:gd name="connsiteX106821" fmla="*/ 616373 w 2119654"/>
              <a:gd name="connsiteY106821" fmla="*/ 473281 h 2398711"/>
              <a:gd name="connsiteX106822" fmla="*/ 616565 w 2119654"/>
              <a:gd name="connsiteY106822" fmla="*/ 473455 h 2398711"/>
              <a:gd name="connsiteX106823" fmla="*/ 617022 w 2119654"/>
              <a:gd name="connsiteY106823" fmla="*/ 470083 h 2398711"/>
              <a:gd name="connsiteX106824" fmla="*/ 456960 w 2119654"/>
              <a:gd name="connsiteY106824" fmla="*/ 823170 h 2398711"/>
              <a:gd name="connsiteX106825" fmla="*/ 456819 w 2119654"/>
              <a:gd name="connsiteY106825" fmla="*/ 824648 h 2398711"/>
              <a:gd name="connsiteX106826" fmla="*/ 457407 w 2119654"/>
              <a:gd name="connsiteY106826" fmla="*/ 823789 h 2398711"/>
              <a:gd name="connsiteX106827" fmla="*/ 552513 w 2119654"/>
              <a:gd name="connsiteY106827" fmla="*/ 609078 h 2398711"/>
              <a:gd name="connsiteX106828" fmla="*/ 552622 w 2119654"/>
              <a:gd name="connsiteY106828" fmla="*/ 609840 h 2398711"/>
              <a:gd name="connsiteX106829" fmla="*/ 553133 w 2119654"/>
              <a:gd name="connsiteY106829" fmla="*/ 610217 h 2398711"/>
              <a:gd name="connsiteX106830" fmla="*/ 553253 w 2119654"/>
              <a:gd name="connsiteY106830" fmla="*/ 609448 h 2398711"/>
              <a:gd name="connsiteX106831" fmla="*/ 553219 w 2119654"/>
              <a:gd name="connsiteY106831" fmla="*/ 609366 h 2398711"/>
              <a:gd name="connsiteX106832" fmla="*/ 578494 w 2119654"/>
              <a:gd name="connsiteY106832" fmla="*/ 550863 h 2398711"/>
              <a:gd name="connsiteX106833" fmla="*/ 578179 w 2119654"/>
              <a:gd name="connsiteY106833" fmla="*/ 551835 h 2398711"/>
              <a:gd name="connsiteX106834" fmla="*/ 580796 w 2119654"/>
              <a:gd name="connsiteY106834" fmla="*/ 552591 h 2398711"/>
              <a:gd name="connsiteX106835" fmla="*/ 613086 w 2119654"/>
              <a:gd name="connsiteY106835" fmla="*/ 473391 h 2398711"/>
              <a:gd name="connsiteX106836" fmla="*/ 613025 w 2119654"/>
              <a:gd name="connsiteY106836" fmla="*/ 474512 h 2398711"/>
              <a:gd name="connsiteX106837" fmla="*/ 613271 w 2119654"/>
              <a:gd name="connsiteY106837" fmla="*/ 475794 h 2398711"/>
              <a:gd name="connsiteX106838" fmla="*/ 616076 w 2119654"/>
              <a:gd name="connsiteY106838" fmla="*/ 477047 h 2398711"/>
              <a:gd name="connsiteX106839" fmla="*/ 616360 w 2119654"/>
              <a:gd name="connsiteY106839" fmla="*/ 474961 h 2398711"/>
              <a:gd name="connsiteX106840" fmla="*/ 616335 w 2119654"/>
              <a:gd name="connsiteY106840" fmla="*/ 474834 h 2398711"/>
              <a:gd name="connsiteX106841" fmla="*/ 559309 w 2119654"/>
              <a:gd name="connsiteY106841" fmla="*/ 593723 h 2398711"/>
              <a:gd name="connsiteX106842" fmla="*/ 559307 w 2119654"/>
              <a:gd name="connsiteY106842" fmla="*/ 598218 h 2398711"/>
              <a:gd name="connsiteX106843" fmla="*/ 559495 w 2119654"/>
              <a:gd name="connsiteY106843" fmla="*/ 593801 h 2398711"/>
              <a:gd name="connsiteX106844" fmla="*/ 295615 w 2119654"/>
              <a:gd name="connsiteY106844" fmla="*/ 1184161 h 2398711"/>
              <a:gd name="connsiteX106845" fmla="*/ 297626 w 2119654"/>
              <a:gd name="connsiteY106845" fmla="*/ 1187346 h 2398711"/>
              <a:gd name="connsiteX106846" fmla="*/ 297276 w 2119654"/>
              <a:gd name="connsiteY106846" fmla="*/ 1185632 h 2398711"/>
              <a:gd name="connsiteX106847" fmla="*/ 492346 w 2119654"/>
              <a:gd name="connsiteY106847" fmla="*/ 743525 h 2398711"/>
              <a:gd name="connsiteX106848" fmla="*/ 492223 w 2119654"/>
              <a:gd name="connsiteY106848" fmla="*/ 746413 h 2398711"/>
              <a:gd name="connsiteX106849" fmla="*/ 492619 w 2119654"/>
              <a:gd name="connsiteY106849" fmla="*/ 746554 h 2398711"/>
              <a:gd name="connsiteX106850" fmla="*/ 492966 w 2119654"/>
              <a:gd name="connsiteY106850" fmla="*/ 745320 h 2398711"/>
              <a:gd name="connsiteX106851" fmla="*/ 344680 w 2119654"/>
              <a:gd name="connsiteY106851" fmla="*/ 1074147 h 2398711"/>
              <a:gd name="connsiteX106852" fmla="*/ 344847 w 2119654"/>
              <a:gd name="connsiteY106852" fmla="*/ 1074834 h 2398711"/>
              <a:gd name="connsiteX106853" fmla="*/ 345413 w 2119654"/>
              <a:gd name="connsiteY106853" fmla="*/ 1075583 h 2398711"/>
              <a:gd name="connsiteX106854" fmla="*/ 345179 w 2119654"/>
              <a:gd name="connsiteY106854" fmla="*/ 1074934 h 2398711"/>
              <a:gd name="connsiteX106855" fmla="*/ 344727 w 2119654"/>
              <a:gd name="connsiteY106855" fmla="*/ 1074190 h 2398711"/>
              <a:gd name="connsiteX106856" fmla="*/ 482391 w 2119654"/>
              <a:gd name="connsiteY106856" fmla="*/ 765713 h 2398711"/>
              <a:gd name="connsiteX106857" fmla="*/ 482063 w 2119654"/>
              <a:gd name="connsiteY106857" fmla="*/ 766720 h 2398711"/>
              <a:gd name="connsiteX106858" fmla="*/ 485117 w 2119654"/>
              <a:gd name="connsiteY106858" fmla="*/ 769788 h 2398711"/>
              <a:gd name="connsiteX106859" fmla="*/ 467166 w 2119654"/>
              <a:gd name="connsiteY106859" fmla="*/ 799785 h 2398711"/>
              <a:gd name="connsiteX106860" fmla="*/ 467571 w 2119654"/>
              <a:gd name="connsiteY106860" fmla="*/ 800509 h 2398711"/>
              <a:gd name="connsiteX106861" fmla="*/ 467844 w 2119654"/>
              <a:gd name="connsiteY106861" fmla="*/ 800627 h 2398711"/>
              <a:gd name="connsiteX106862" fmla="*/ 467665 w 2119654"/>
              <a:gd name="connsiteY106862" fmla="*/ 800097 h 2398711"/>
              <a:gd name="connsiteX106863" fmla="*/ 548039 w 2119654"/>
              <a:gd name="connsiteY106863" fmla="*/ 618687 h 2398711"/>
              <a:gd name="connsiteX106864" fmla="*/ 548002 w 2119654"/>
              <a:gd name="connsiteY106864" fmla="*/ 618957 h 2398711"/>
              <a:gd name="connsiteX106865" fmla="*/ 548135 w 2119654"/>
              <a:gd name="connsiteY106865" fmla="*/ 619049 h 2398711"/>
              <a:gd name="connsiteX106866" fmla="*/ 548135 w 2119654"/>
              <a:gd name="connsiteY106866" fmla="*/ 618705 h 2398711"/>
              <a:gd name="connsiteX106867" fmla="*/ 661692 w 2119654"/>
              <a:gd name="connsiteY106867" fmla="*/ 364106 h 2398711"/>
              <a:gd name="connsiteX106868" fmla="*/ 661144 w 2119654"/>
              <a:gd name="connsiteY106868" fmla="*/ 366813 h 2398711"/>
              <a:gd name="connsiteX106869" fmla="*/ 668290 w 2119654"/>
              <a:gd name="connsiteY106869" fmla="*/ 372084 h 2398711"/>
              <a:gd name="connsiteX106870" fmla="*/ 668362 w 2119654"/>
              <a:gd name="connsiteY106870" fmla="*/ 371762 h 2398711"/>
              <a:gd name="connsiteX106871" fmla="*/ 563097 w 2119654"/>
              <a:gd name="connsiteY106871" fmla="*/ 584878 h 2398711"/>
              <a:gd name="connsiteX106872" fmla="*/ 562957 w 2119654"/>
              <a:gd name="connsiteY106872" fmla="*/ 585812 h 2398711"/>
              <a:gd name="connsiteX106873" fmla="*/ 564166 w 2119654"/>
              <a:gd name="connsiteY106873" fmla="*/ 586820 h 2398711"/>
              <a:gd name="connsiteX106874" fmla="*/ 564054 w 2119654"/>
              <a:gd name="connsiteY106874" fmla="*/ 585786 h 2398711"/>
              <a:gd name="connsiteX106875" fmla="*/ 335143 w 2119654"/>
              <a:gd name="connsiteY106875" fmla="*/ 1095221 h 2398711"/>
              <a:gd name="connsiteX106876" fmla="*/ 335523 w 2119654"/>
              <a:gd name="connsiteY106876" fmla="*/ 1096550 h 2398711"/>
              <a:gd name="connsiteX106877" fmla="*/ 338591 w 2119654"/>
              <a:gd name="connsiteY106877" fmla="*/ 1099204 h 2398711"/>
              <a:gd name="connsiteX106878" fmla="*/ 338575 w 2119654"/>
              <a:gd name="connsiteY106878" fmla="*/ 1099156 h 2398711"/>
              <a:gd name="connsiteX106879" fmla="*/ 336879 w 2119654"/>
              <a:gd name="connsiteY106879" fmla="*/ 1096639 h 2398711"/>
              <a:gd name="connsiteX106880" fmla="*/ 273934 w 2119654"/>
              <a:gd name="connsiteY106880" fmla="*/ 1232156 h 2398711"/>
              <a:gd name="connsiteX106881" fmla="*/ 273956 w 2119654"/>
              <a:gd name="connsiteY106881" fmla="*/ 1232249 h 2398711"/>
              <a:gd name="connsiteX106882" fmla="*/ 274016 w 2119654"/>
              <a:gd name="connsiteY106882" fmla="*/ 1232281 h 2398711"/>
              <a:gd name="connsiteX106883" fmla="*/ 638399 w 2119654"/>
              <a:gd name="connsiteY106883" fmla="*/ 415925 h 2398711"/>
              <a:gd name="connsiteX106884" fmla="*/ 638713 w 2119654"/>
              <a:gd name="connsiteY106884" fmla="*/ 418005 h 2398711"/>
              <a:gd name="connsiteX106885" fmla="*/ 641621 w 2119654"/>
              <a:gd name="connsiteY106885" fmla="*/ 420764 h 2398711"/>
              <a:gd name="connsiteX106886" fmla="*/ 641784 w 2119654"/>
              <a:gd name="connsiteY106886" fmla="*/ 420369 h 2398711"/>
              <a:gd name="connsiteX106887" fmla="*/ 548135 w 2119654"/>
              <a:gd name="connsiteY106887" fmla="*/ 618002 h 2398711"/>
              <a:gd name="connsiteX106888" fmla="*/ 548103 w 2119654"/>
              <a:gd name="connsiteY106888" fmla="*/ 618227 h 2398711"/>
              <a:gd name="connsiteX106889" fmla="*/ 548135 w 2119654"/>
              <a:gd name="connsiteY106889" fmla="*/ 618232 h 2398711"/>
              <a:gd name="connsiteX106890" fmla="*/ 250452 w 2119654"/>
              <a:gd name="connsiteY106890" fmla="*/ 1284529 h 2398711"/>
              <a:gd name="connsiteX106891" fmla="*/ 250846 w 2119654"/>
              <a:gd name="connsiteY106891" fmla="*/ 1285233 h 2398711"/>
              <a:gd name="connsiteX106892" fmla="*/ 254084 w 2119654"/>
              <a:gd name="connsiteY106892" fmla="*/ 1290844 h 2398711"/>
              <a:gd name="connsiteX106893" fmla="*/ 258245 w 2119654"/>
              <a:gd name="connsiteY106893" fmla="*/ 1294097 h 2398711"/>
              <a:gd name="connsiteX106894" fmla="*/ 255195 w 2119654"/>
              <a:gd name="connsiteY106894" fmla="*/ 1288812 h 2398711"/>
              <a:gd name="connsiteX106895" fmla="*/ 546193 w 2119654"/>
              <a:gd name="connsiteY106895" fmla="*/ 622261 h 2398711"/>
              <a:gd name="connsiteX106896" fmla="*/ 547027 w 2119654"/>
              <a:gd name="connsiteY106896" fmla="*/ 623545 h 2398711"/>
              <a:gd name="connsiteX106897" fmla="*/ 547006 w 2119654"/>
              <a:gd name="connsiteY106897" fmla="*/ 622806 h 2398711"/>
              <a:gd name="connsiteX106898" fmla="*/ 546536 w 2119654"/>
              <a:gd name="connsiteY106898" fmla="*/ 622334 h 2398711"/>
              <a:gd name="connsiteX106899" fmla="*/ 552769 w 2119654"/>
              <a:gd name="connsiteY106899" fmla="*/ 607530 h 2398711"/>
              <a:gd name="connsiteX106900" fmla="*/ 553337 w 2119654"/>
              <a:gd name="connsiteY106900" fmla="*/ 608912 h 2398711"/>
              <a:gd name="connsiteX106901" fmla="*/ 553438 w 2119654"/>
              <a:gd name="connsiteY106901" fmla="*/ 608260 h 2398711"/>
              <a:gd name="connsiteX106902" fmla="*/ 310992 w 2119654"/>
              <a:gd name="connsiteY106902" fmla="*/ 1148765 h 2398711"/>
              <a:gd name="connsiteX106903" fmla="*/ 311120 w 2119654"/>
              <a:gd name="connsiteY106903" fmla="*/ 1149805 h 2398711"/>
              <a:gd name="connsiteX106904" fmla="*/ 312427 w 2119654"/>
              <a:gd name="connsiteY106904" fmla="*/ 1155343 h 2398711"/>
              <a:gd name="connsiteX106905" fmla="*/ 313769 w 2119654"/>
              <a:gd name="connsiteY106905" fmla="*/ 1157486 h 2398711"/>
              <a:gd name="connsiteX106906" fmla="*/ 313199 w 2119654"/>
              <a:gd name="connsiteY106906" fmla="*/ 1150517 h 2398711"/>
              <a:gd name="connsiteX106907" fmla="*/ 520454 w 2119654"/>
              <a:gd name="connsiteY106907" fmla="*/ 679722 h 2398711"/>
              <a:gd name="connsiteX106908" fmla="*/ 520606 w 2119654"/>
              <a:gd name="connsiteY106908" fmla="*/ 680664 h 2398711"/>
              <a:gd name="connsiteX106909" fmla="*/ 520623 w 2119654"/>
              <a:gd name="connsiteY106909" fmla="*/ 680729 h 2398711"/>
              <a:gd name="connsiteX106910" fmla="*/ 521583 w 2119654"/>
              <a:gd name="connsiteY106910" fmla="*/ 680818 h 2398711"/>
              <a:gd name="connsiteX106911" fmla="*/ 525152 w 2119654"/>
              <a:gd name="connsiteY106911" fmla="*/ 669200 h 2398711"/>
              <a:gd name="connsiteX106912" fmla="*/ 525216 w 2119654"/>
              <a:gd name="connsiteY106912" fmla="*/ 670035 h 2398711"/>
              <a:gd name="connsiteX106913" fmla="*/ 526002 w 2119654"/>
              <a:gd name="connsiteY106913" fmla="*/ 671888 h 2398711"/>
              <a:gd name="connsiteX106914" fmla="*/ 528643 w 2119654"/>
              <a:gd name="connsiteY106914" fmla="*/ 672562 h 2398711"/>
              <a:gd name="connsiteX106915" fmla="*/ 580008 w 2119654"/>
              <a:gd name="connsiteY106915" fmla="*/ 546182 h 2398711"/>
              <a:gd name="connsiteX106916" fmla="*/ 579089 w 2119654"/>
              <a:gd name="connsiteY106916" fmla="*/ 549025 h 2398711"/>
              <a:gd name="connsiteX106917" fmla="*/ 581471 w 2119654"/>
              <a:gd name="connsiteY106917" fmla="*/ 549858 h 2398711"/>
              <a:gd name="connsiteX106918" fmla="*/ 580749 w 2119654"/>
              <a:gd name="connsiteY106918" fmla="*/ 546806 h 2398711"/>
              <a:gd name="connsiteX106919" fmla="*/ 626475 w 2119654"/>
              <a:gd name="connsiteY106919" fmla="*/ 442048 h 2398711"/>
              <a:gd name="connsiteX106920" fmla="*/ 629885 w 2119654"/>
              <a:gd name="connsiteY106920" fmla="*/ 449325 h 2398711"/>
              <a:gd name="connsiteX106921" fmla="*/ 630381 w 2119654"/>
              <a:gd name="connsiteY106921" fmla="*/ 448117 h 2398711"/>
              <a:gd name="connsiteX106922" fmla="*/ 630846 w 2119654"/>
              <a:gd name="connsiteY106922" fmla="*/ 444854 h 2398711"/>
              <a:gd name="connsiteX106923" fmla="*/ 477562 w 2119654"/>
              <a:gd name="connsiteY106923" fmla="*/ 775467 h 2398711"/>
              <a:gd name="connsiteX106924" fmla="*/ 477605 w 2119654"/>
              <a:gd name="connsiteY106924" fmla="*/ 777382 h 2398711"/>
              <a:gd name="connsiteX106925" fmla="*/ 478090 w 2119654"/>
              <a:gd name="connsiteY106925" fmla="*/ 777583 h 2398711"/>
              <a:gd name="connsiteX106926" fmla="*/ 478293 w 2119654"/>
              <a:gd name="connsiteY106926" fmla="*/ 776961 h 2398711"/>
              <a:gd name="connsiteX106927" fmla="*/ 243243 w 2119654"/>
              <a:gd name="connsiteY106927" fmla="*/ 1300074 h 2398711"/>
              <a:gd name="connsiteX106928" fmla="*/ 245272 w 2119654"/>
              <a:gd name="connsiteY106928" fmla="*/ 1304020 h 2398711"/>
              <a:gd name="connsiteX106929" fmla="*/ 246564 w 2119654"/>
              <a:gd name="connsiteY106929" fmla="*/ 1304843 h 2398711"/>
              <a:gd name="connsiteX106930" fmla="*/ 245383 w 2119654"/>
              <a:gd name="connsiteY106930" fmla="*/ 1301410 h 2398711"/>
              <a:gd name="connsiteX106931" fmla="*/ 547566 w 2119654"/>
              <a:gd name="connsiteY106931" fmla="*/ 618603 h 2398711"/>
              <a:gd name="connsiteX106932" fmla="*/ 547568 w 2119654"/>
              <a:gd name="connsiteY106932" fmla="*/ 618667 h 2398711"/>
              <a:gd name="connsiteX106933" fmla="*/ 547678 w 2119654"/>
              <a:gd name="connsiteY106933" fmla="*/ 618736 h 2398711"/>
              <a:gd name="connsiteX106934" fmla="*/ 547746 w 2119654"/>
              <a:gd name="connsiteY106934" fmla="*/ 618783 h 2398711"/>
              <a:gd name="connsiteX106935" fmla="*/ 547767 w 2119654"/>
              <a:gd name="connsiteY106935" fmla="*/ 618639 h 2398711"/>
              <a:gd name="connsiteX106936" fmla="*/ 580351 w 2119654"/>
              <a:gd name="connsiteY106936" fmla="*/ 545122 h 2398711"/>
              <a:gd name="connsiteX106937" fmla="*/ 580158 w 2119654"/>
              <a:gd name="connsiteY106937" fmla="*/ 545719 h 2398711"/>
              <a:gd name="connsiteX106938" fmla="*/ 580576 w 2119654"/>
              <a:gd name="connsiteY106938" fmla="*/ 546073 h 2398711"/>
              <a:gd name="connsiteX106939" fmla="*/ 271080 w 2119654"/>
              <a:gd name="connsiteY106939" fmla="*/ 1237631 h 2398711"/>
              <a:gd name="connsiteX106940" fmla="*/ 271199 w 2119654"/>
              <a:gd name="connsiteY106940" fmla="*/ 1237882 h 2398711"/>
              <a:gd name="connsiteX106941" fmla="*/ 271828 w 2119654"/>
              <a:gd name="connsiteY106941" fmla="*/ 1238614 h 2398711"/>
              <a:gd name="connsiteX106942" fmla="*/ 469584 w 2119654"/>
              <a:gd name="connsiteY106942" fmla="*/ 793131 h 2398711"/>
              <a:gd name="connsiteX106943" fmla="*/ 469837 w 2119654"/>
              <a:gd name="connsiteY106943" fmla="*/ 794153 h 2398711"/>
              <a:gd name="connsiteX106944" fmla="*/ 470256 w 2119654"/>
              <a:gd name="connsiteY106944" fmla="*/ 795055 h 2398711"/>
              <a:gd name="connsiteX106945" fmla="*/ 471682 w 2119654"/>
              <a:gd name="connsiteY106945" fmla="*/ 795640 h 2398711"/>
              <a:gd name="connsiteX106946" fmla="*/ 471463 w 2119654"/>
              <a:gd name="connsiteY106946" fmla="*/ 794438 h 2398711"/>
              <a:gd name="connsiteX106947" fmla="*/ 471028 w 2119654"/>
              <a:gd name="connsiteY106947" fmla="*/ 793646 h 2398711"/>
              <a:gd name="connsiteX106948" fmla="*/ 552450 w 2119654"/>
              <a:gd name="connsiteY106948" fmla="*/ 607492 h 2398711"/>
              <a:gd name="connsiteX106949" fmla="*/ 552413 w 2119654"/>
              <a:gd name="connsiteY106949" fmla="*/ 608381 h 2398711"/>
              <a:gd name="connsiteX106950" fmla="*/ 552462 w 2119654"/>
              <a:gd name="connsiteY106950" fmla="*/ 608721 h 2398711"/>
              <a:gd name="connsiteX106951" fmla="*/ 553048 w 2119654"/>
              <a:gd name="connsiteY106951" fmla="*/ 608950 h 2398711"/>
              <a:gd name="connsiteX106952" fmla="*/ 257332 w 2119654"/>
              <a:gd name="connsiteY106952" fmla="*/ 1268181 h 2398711"/>
              <a:gd name="connsiteX106953" fmla="*/ 261604 w 2119654"/>
              <a:gd name="connsiteY106953" fmla="*/ 1273308 h 2398711"/>
              <a:gd name="connsiteX106954" fmla="*/ 260958 w 2119654"/>
              <a:gd name="connsiteY106954" fmla="*/ 1271751 h 2398711"/>
              <a:gd name="connsiteX106955" fmla="*/ 257675 w 2119654"/>
              <a:gd name="connsiteY106955" fmla="*/ 1268372 h 2398711"/>
              <a:gd name="connsiteX106956" fmla="*/ 653590 w 2119654"/>
              <a:gd name="connsiteY106956" fmla="*/ 380811 h 2398711"/>
              <a:gd name="connsiteX106957" fmla="*/ 653297 w 2119654"/>
              <a:gd name="connsiteY106957" fmla="*/ 387701 h 2398711"/>
              <a:gd name="connsiteX106958" fmla="*/ 654532 w 2119654"/>
              <a:gd name="connsiteY106958" fmla="*/ 389346 h 2398711"/>
              <a:gd name="connsiteX106959" fmla="*/ 655046 w 2119654"/>
              <a:gd name="connsiteY106959" fmla="*/ 388094 h 2398711"/>
              <a:gd name="connsiteX106960" fmla="*/ 655615 w 2119654"/>
              <a:gd name="connsiteY106960" fmla="*/ 387773 h 2398711"/>
              <a:gd name="connsiteX106961" fmla="*/ 654814 w 2119654"/>
              <a:gd name="connsiteY106961" fmla="*/ 389723 h 2398711"/>
              <a:gd name="connsiteX106962" fmla="*/ 654834 w 2119654"/>
              <a:gd name="connsiteY106962" fmla="*/ 389749 h 2398711"/>
              <a:gd name="connsiteX106963" fmla="*/ 655644 w 2119654"/>
              <a:gd name="connsiteY106963" fmla="*/ 390217 h 2398711"/>
              <a:gd name="connsiteX106964" fmla="*/ 656812 w 2119654"/>
              <a:gd name="connsiteY106964" fmla="*/ 384444 h 2398711"/>
              <a:gd name="connsiteX106965" fmla="*/ 657153 w 2119654"/>
              <a:gd name="connsiteY106965" fmla="*/ 382870 h 2398711"/>
              <a:gd name="connsiteX106966" fmla="*/ 589395 w 2119654"/>
              <a:gd name="connsiteY106966" fmla="*/ 524524 h 2398711"/>
              <a:gd name="connsiteX106967" fmla="*/ 589385 w 2119654"/>
              <a:gd name="connsiteY106967" fmla="*/ 524593 h 2398711"/>
              <a:gd name="connsiteX106968" fmla="*/ 594282 w 2119654"/>
              <a:gd name="connsiteY106968" fmla="*/ 529351 h 2398711"/>
              <a:gd name="connsiteX106969" fmla="*/ 594472 w 2119654"/>
              <a:gd name="connsiteY106969" fmla="*/ 529417 h 2398711"/>
              <a:gd name="connsiteX106970" fmla="*/ 594457 w 2119654"/>
              <a:gd name="connsiteY106970" fmla="*/ 528217 h 2398711"/>
              <a:gd name="connsiteX106971" fmla="*/ 267613 w 2119654"/>
              <a:gd name="connsiteY106971" fmla="*/ 1245045 h 2398711"/>
              <a:gd name="connsiteX106972" fmla="*/ 269166 w 2119654"/>
              <a:gd name="connsiteY106972" fmla="*/ 1248409 h 2398711"/>
              <a:gd name="connsiteX106973" fmla="*/ 270607 w 2119654"/>
              <a:gd name="connsiteY106973" fmla="*/ 1250296 h 2398711"/>
              <a:gd name="connsiteX106974" fmla="*/ 280315 w 2119654"/>
              <a:gd name="connsiteY106974" fmla="*/ 1260711 h 2398711"/>
              <a:gd name="connsiteX106975" fmla="*/ 280076 w 2119654"/>
              <a:gd name="connsiteY106975" fmla="*/ 1259729 h 2398711"/>
              <a:gd name="connsiteX106976" fmla="*/ 552462 w 2119654"/>
              <a:gd name="connsiteY106976" fmla="*/ 607195 h 2398711"/>
              <a:gd name="connsiteX106977" fmla="*/ 552455 w 2119654"/>
              <a:gd name="connsiteY106977" fmla="*/ 607370 h 2398711"/>
              <a:gd name="connsiteX106978" fmla="*/ 552505 w 2119654"/>
              <a:gd name="connsiteY106978" fmla="*/ 607241 h 2398711"/>
              <a:gd name="connsiteX106979" fmla="*/ 478378 w 2119654"/>
              <a:gd name="connsiteY106979" fmla="*/ 773041 h 2398711"/>
              <a:gd name="connsiteX106980" fmla="*/ 478966 w 2119654"/>
              <a:gd name="connsiteY106980" fmla="*/ 774894 h 2398711"/>
              <a:gd name="connsiteX106981" fmla="*/ 478973 w 2119654"/>
              <a:gd name="connsiteY106981" fmla="*/ 774872 h 2398711"/>
              <a:gd name="connsiteX106982" fmla="*/ 479084 w 2119654"/>
              <a:gd name="connsiteY106982" fmla="*/ 774546 h 2398711"/>
              <a:gd name="connsiteX106983" fmla="*/ 478663 w 2119654"/>
              <a:gd name="connsiteY106983" fmla="*/ 773152 h 2398711"/>
              <a:gd name="connsiteX106984" fmla="*/ 217839 w 2119654"/>
              <a:gd name="connsiteY106984" fmla="*/ 1356381 h 2398711"/>
              <a:gd name="connsiteX106985" fmla="*/ 222541 w 2119654"/>
              <a:gd name="connsiteY106985" fmla="*/ 1360413 h 2398711"/>
              <a:gd name="connsiteX106986" fmla="*/ 234117 w 2119654"/>
              <a:gd name="connsiteY106986" fmla="*/ 1369341 h 2398711"/>
              <a:gd name="connsiteX106987" fmla="*/ 232691 w 2119654"/>
              <a:gd name="connsiteY106987" fmla="*/ 1365606 h 2398711"/>
              <a:gd name="connsiteX106988" fmla="*/ 228266 w 2119654"/>
              <a:gd name="connsiteY106988" fmla="*/ 1360983 h 2398711"/>
              <a:gd name="connsiteX106989" fmla="*/ 244357 w 2119654"/>
              <a:gd name="connsiteY106989" fmla="*/ 1296796 h 2398711"/>
              <a:gd name="connsiteX106990" fmla="*/ 244451 w 2119654"/>
              <a:gd name="connsiteY106990" fmla="*/ 1297069 h 2398711"/>
              <a:gd name="connsiteX106991" fmla="*/ 250139 w 2119654"/>
              <a:gd name="connsiteY106991" fmla="*/ 1303544 h 2398711"/>
              <a:gd name="connsiteX106992" fmla="*/ 253625 w 2119654"/>
              <a:gd name="connsiteY106992" fmla="*/ 1305896 h 2398711"/>
              <a:gd name="connsiteX106993" fmla="*/ 253507 w 2119654"/>
              <a:gd name="connsiteY106993" fmla="*/ 1305648 h 2398711"/>
              <a:gd name="connsiteX106994" fmla="*/ 244826 w 2119654"/>
              <a:gd name="connsiteY106994" fmla="*/ 1296999 h 2398711"/>
              <a:gd name="connsiteX106995" fmla="*/ 613224 w 2119654"/>
              <a:gd name="connsiteY106995" fmla="*/ 470826 h 2398711"/>
              <a:gd name="connsiteX106996" fmla="*/ 613142 w 2119654"/>
              <a:gd name="connsiteY106996" fmla="*/ 472358 h 2398711"/>
              <a:gd name="connsiteX106997" fmla="*/ 615975 w 2119654"/>
              <a:gd name="connsiteY106997" fmla="*/ 473483 h 2398711"/>
              <a:gd name="connsiteX106998" fmla="*/ 637322 w 2119654"/>
              <a:gd name="connsiteY106998" fmla="*/ 416863 h 2398711"/>
              <a:gd name="connsiteX106999" fmla="*/ 635758 w 2119654"/>
              <a:gd name="connsiteY106999" fmla="*/ 428051 h 2398711"/>
              <a:gd name="connsiteX107000" fmla="*/ 637981 w 2119654"/>
              <a:gd name="connsiteY107000" fmla="*/ 429623 h 2398711"/>
              <a:gd name="connsiteX107001" fmla="*/ 639475 w 2119654"/>
              <a:gd name="connsiteY107001" fmla="*/ 425987 h 2398711"/>
              <a:gd name="connsiteX107002" fmla="*/ 638238 w 2119654"/>
              <a:gd name="connsiteY107002" fmla="*/ 417772 h 2398711"/>
              <a:gd name="connsiteX107003" fmla="*/ 637328 w 2119654"/>
              <a:gd name="connsiteY107003" fmla="*/ 416869 h 2398711"/>
              <a:gd name="connsiteX107004" fmla="*/ 481801 w 2119654"/>
              <a:gd name="connsiteY107004" fmla="*/ 765092 h 2398711"/>
              <a:gd name="connsiteX107005" fmla="*/ 481895 w 2119654"/>
              <a:gd name="connsiteY107005" fmla="*/ 766292 h 2398711"/>
              <a:gd name="connsiteX107006" fmla="*/ 482193 w 2119654"/>
              <a:gd name="connsiteY107006" fmla="*/ 765417 h 2398711"/>
              <a:gd name="connsiteX107007" fmla="*/ 482126 w 2119654"/>
              <a:gd name="connsiteY107007" fmla="*/ 765317 h 2398711"/>
              <a:gd name="connsiteX107008" fmla="*/ 343957 w 2119654"/>
              <a:gd name="connsiteY107008" fmla="*/ 1073527 h 2398711"/>
              <a:gd name="connsiteX107009" fmla="*/ 343964 w 2119654"/>
              <a:gd name="connsiteY107009" fmla="*/ 1073663 h 2398711"/>
              <a:gd name="connsiteX107010" fmla="*/ 344003 w 2119654"/>
              <a:gd name="connsiteY107010" fmla="*/ 1073714 h 2398711"/>
              <a:gd name="connsiteX107011" fmla="*/ 653619 w 2119654"/>
              <a:gd name="connsiteY107011" fmla="*/ 380121 h 2398711"/>
              <a:gd name="connsiteX107012" fmla="*/ 653597 w 2119654"/>
              <a:gd name="connsiteY107012" fmla="*/ 380630 h 2398711"/>
              <a:gd name="connsiteX107013" fmla="*/ 657189 w 2119654"/>
              <a:gd name="connsiteY107013" fmla="*/ 382704 h 2398711"/>
              <a:gd name="connsiteX107014" fmla="*/ 657277 w 2119654"/>
              <a:gd name="connsiteY107014" fmla="*/ 382300 h 2398711"/>
              <a:gd name="connsiteX107015" fmla="*/ 456187 w 2119654"/>
              <a:gd name="connsiteY107015" fmla="*/ 822205 h 2398711"/>
              <a:gd name="connsiteX107016" fmla="*/ 456191 w 2119654"/>
              <a:gd name="connsiteY107016" fmla="*/ 822241 h 2398711"/>
              <a:gd name="connsiteX107017" fmla="*/ 456194 w 2119654"/>
              <a:gd name="connsiteY107017" fmla="*/ 822209 h 2398711"/>
              <a:gd name="connsiteX107018" fmla="*/ 560457 w 2119654"/>
              <a:gd name="connsiteY107018" fmla="*/ 588724 h 2398711"/>
              <a:gd name="connsiteX107019" fmla="*/ 560243 w 2119654"/>
              <a:gd name="connsiteY107019" fmla="*/ 593759 h 2398711"/>
              <a:gd name="connsiteX107020" fmla="*/ 561415 w 2119654"/>
              <a:gd name="connsiteY107020" fmla="*/ 594244 h 2398711"/>
              <a:gd name="connsiteX107021" fmla="*/ 562143 w 2119654"/>
              <a:gd name="connsiteY107021" fmla="*/ 589381 h 2398711"/>
              <a:gd name="connsiteX107022" fmla="*/ 563595 w 2119654"/>
              <a:gd name="connsiteY107022" fmla="*/ 581542 h 2398711"/>
              <a:gd name="connsiteX107023" fmla="*/ 563492 w 2119654"/>
              <a:gd name="connsiteY107023" fmla="*/ 582233 h 2398711"/>
              <a:gd name="connsiteX107024" fmla="*/ 563690 w 2119654"/>
              <a:gd name="connsiteY107024" fmla="*/ 582421 h 2398711"/>
              <a:gd name="connsiteX107025" fmla="*/ 545686 w 2119654"/>
              <a:gd name="connsiteY107025" fmla="*/ 621482 h 2398711"/>
              <a:gd name="connsiteX107026" fmla="*/ 545763 w 2119654"/>
              <a:gd name="connsiteY107026" fmla="*/ 621600 h 2398711"/>
              <a:gd name="connsiteX107027" fmla="*/ 545815 w 2119654"/>
              <a:gd name="connsiteY107027" fmla="*/ 621612 h 2398711"/>
              <a:gd name="connsiteX107028" fmla="*/ 589063 w 2119654"/>
              <a:gd name="connsiteY107028" fmla="*/ 524281 h 2398711"/>
              <a:gd name="connsiteX107029" fmla="*/ 589211 w 2119654"/>
              <a:gd name="connsiteY107029" fmla="*/ 524426 h 2398711"/>
              <a:gd name="connsiteX107030" fmla="*/ 589216 w 2119654"/>
              <a:gd name="connsiteY107030" fmla="*/ 524393 h 2398711"/>
              <a:gd name="connsiteX107031" fmla="*/ 572528 w 2119654"/>
              <a:gd name="connsiteY107031" fmla="*/ 561298 h 2398711"/>
              <a:gd name="connsiteX107032" fmla="*/ 572407 w 2119654"/>
              <a:gd name="connsiteY107032" fmla="*/ 562249 h 2398711"/>
              <a:gd name="connsiteX107033" fmla="*/ 573138 w 2119654"/>
              <a:gd name="connsiteY107033" fmla="*/ 563007 h 2398711"/>
              <a:gd name="connsiteX107034" fmla="*/ 572548 w 2119654"/>
              <a:gd name="connsiteY107034" fmla="*/ 561300 h 2398711"/>
              <a:gd name="connsiteX107035" fmla="*/ 244218 w 2119654"/>
              <a:gd name="connsiteY107035" fmla="*/ 1296392 h 2398711"/>
              <a:gd name="connsiteX107036" fmla="*/ 244300 w 2119654"/>
              <a:gd name="connsiteY107036" fmla="*/ 1296630 h 2398711"/>
              <a:gd name="connsiteX107037" fmla="*/ 244575 w 2119654"/>
              <a:gd name="connsiteY107037" fmla="*/ 1296748 h 2398711"/>
              <a:gd name="connsiteX107038" fmla="*/ 563930 w 2119654"/>
              <a:gd name="connsiteY107038" fmla="*/ 580434 h 2398711"/>
              <a:gd name="connsiteX107039" fmla="*/ 564235 w 2119654"/>
              <a:gd name="connsiteY107039" fmla="*/ 582937 h 2398711"/>
              <a:gd name="connsiteX107040" fmla="*/ 565294 w 2119654"/>
              <a:gd name="connsiteY107040" fmla="*/ 583941 h 2398711"/>
              <a:gd name="connsiteX107041" fmla="*/ 565946 w 2119654"/>
              <a:gd name="connsiteY107041" fmla="*/ 584144 h 2398711"/>
              <a:gd name="connsiteX107042" fmla="*/ 566006 w 2119654"/>
              <a:gd name="connsiteY107042" fmla="*/ 583945 h 2398711"/>
              <a:gd name="connsiteX107043" fmla="*/ 564929 w 2119654"/>
              <a:gd name="connsiteY107043" fmla="*/ 580823 h 2398711"/>
              <a:gd name="connsiteX107044" fmla="*/ 455226 w 2119654"/>
              <a:gd name="connsiteY107044" fmla="*/ 823760 h 2398711"/>
              <a:gd name="connsiteX107045" fmla="*/ 455682 w 2119654"/>
              <a:gd name="connsiteY107045" fmla="*/ 825489 h 2398711"/>
              <a:gd name="connsiteX107046" fmla="*/ 455849 w 2119654"/>
              <a:gd name="connsiteY107046" fmla="*/ 825829 h 2398711"/>
              <a:gd name="connsiteX107047" fmla="*/ 455958 w 2119654"/>
              <a:gd name="connsiteY107047" fmla="*/ 824692 h 2398711"/>
              <a:gd name="connsiteX107048" fmla="*/ 513056 w 2119654"/>
              <a:gd name="connsiteY107048" fmla="*/ 694198 h 2398711"/>
              <a:gd name="connsiteX107049" fmla="*/ 512865 w 2119654"/>
              <a:gd name="connsiteY107049" fmla="*/ 695485 h 2398711"/>
              <a:gd name="connsiteX107050" fmla="*/ 516132 w 2119654"/>
              <a:gd name="connsiteY107050" fmla="*/ 700128 h 2398711"/>
              <a:gd name="connsiteX107051" fmla="*/ 516099 w 2119654"/>
              <a:gd name="connsiteY107051" fmla="*/ 699658 h 2398711"/>
              <a:gd name="connsiteX107052" fmla="*/ 513295 w 2119654"/>
              <a:gd name="connsiteY107052" fmla="*/ 693328 h 2398711"/>
              <a:gd name="connsiteX107053" fmla="*/ 515984 w 2119654"/>
              <a:gd name="connsiteY107053" fmla="*/ 698153 h 2398711"/>
              <a:gd name="connsiteX107054" fmla="*/ 515765 w 2119654"/>
              <a:gd name="connsiteY107054" fmla="*/ 695270 h 2398711"/>
              <a:gd name="connsiteX107055" fmla="*/ 637588 w 2119654"/>
              <a:gd name="connsiteY107055" fmla="*/ 414959 h 2398711"/>
              <a:gd name="connsiteX107056" fmla="*/ 637344 w 2119654"/>
              <a:gd name="connsiteY107056" fmla="*/ 416705 h 2398711"/>
              <a:gd name="connsiteX107057" fmla="*/ 638200 w 2119654"/>
              <a:gd name="connsiteY107057" fmla="*/ 417517 h 2398711"/>
              <a:gd name="connsiteX107058" fmla="*/ 637856 w 2119654"/>
              <a:gd name="connsiteY107058" fmla="*/ 415238 h 2398711"/>
              <a:gd name="connsiteX107059" fmla="*/ 270671 w 2119654"/>
              <a:gd name="connsiteY107059" fmla="*/ 1236440 h 2398711"/>
              <a:gd name="connsiteX107060" fmla="*/ 271183 w 2119654"/>
              <a:gd name="connsiteY107060" fmla="*/ 1237113 h 2398711"/>
              <a:gd name="connsiteX107061" fmla="*/ 271369 w 2119654"/>
              <a:gd name="connsiteY107061" fmla="*/ 1237213 h 2398711"/>
              <a:gd name="connsiteX107062" fmla="*/ 271278 w 2119654"/>
              <a:gd name="connsiteY107062" fmla="*/ 1237004 h 2398711"/>
              <a:gd name="connsiteX107063" fmla="*/ 582839 w 2119654"/>
              <a:gd name="connsiteY107063" fmla="*/ 537433 h 2398711"/>
              <a:gd name="connsiteX107064" fmla="*/ 581152 w 2119654"/>
              <a:gd name="connsiteY107064" fmla="*/ 542646 h 2398711"/>
              <a:gd name="connsiteX107065" fmla="*/ 582355 w 2119654"/>
              <a:gd name="connsiteY107065" fmla="*/ 547078 h 2398711"/>
              <a:gd name="connsiteX107066" fmla="*/ 582425 w 2119654"/>
              <a:gd name="connsiteY107066" fmla="*/ 547313 h 2398711"/>
              <a:gd name="connsiteX107067" fmla="*/ 582359 w 2119654"/>
              <a:gd name="connsiteY107067" fmla="*/ 544402 h 2398711"/>
              <a:gd name="connsiteX107068" fmla="*/ 582475 w 2119654"/>
              <a:gd name="connsiteY107068" fmla="*/ 544248 h 2398711"/>
              <a:gd name="connsiteX107069" fmla="*/ 582555 w 2119654"/>
              <a:gd name="connsiteY107069" fmla="*/ 547745 h 2398711"/>
              <a:gd name="connsiteX107070" fmla="*/ 585589 w 2119654"/>
              <a:gd name="connsiteY107070" fmla="*/ 550312 h 2398711"/>
              <a:gd name="connsiteX107071" fmla="*/ 585977 w 2119654"/>
              <a:gd name="connsiteY107071" fmla="*/ 547273 h 2398711"/>
              <a:gd name="connsiteX107072" fmla="*/ 586499 w 2119654"/>
              <a:gd name="connsiteY107072" fmla="*/ 529135 h 2398711"/>
              <a:gd name="connsiteX107073" fmla="*/ 587339 w 2119654"/>
              <a:gd name="connsiteY107073" fmla="*/ 529884 h 2398711"/>
              <a:gd name="connsiteX107074" fmla="*/ 588286 w 2119654"/>
              <a:gd name="connsiteY107074" fmla="*/ 530959 h 2398711"/>
              <a:gd name="connsiteX107075" fmla="*/ 588340 w 2119654"/>
              <a:gd name="connsiteY107075" fmla="*/ 530578 h 2398711"/>
              <a:gd name="connsiteX107076" fmla="*/ 587054 w 2119654"/>
              <a:gd name="connsiteY107076" fmla="*/ 529329 h 2398711"/>
              <a:gd name="connsiteX107077" fmla="*/ 299693 w 2119654"/>
              <a:gd name="connsiteY107077" fmla="*/ 1171319 h 2398711"/>
              <a:gd name="connsiteX107078" fmla="*/ 300165 w 2119654"/>
              <a:gd name="connsiteY107078" fmla="*/ 1173239 h 2398711"/>
              <a:gd name="connsiteX107079" fmla="*/ 301370 w 2119654"/>
              <a:gd name="connsiteY107079" fmla="*/ 1174673 h 2398711"/>
              <a:gd name="connsiteX107080" fmla="*/ 304215 w 2119654"/>
              <a:gd name="connsiteY107080" fmla="*/ 1175693 h 2398711"/>
              <a:gd name="connsiteX107081" fmla="*/ 304172 w 2119654"/>
              <a:gd name="connsiteY107081" fmla="*/ 1175419 h 2398711"/>
              <a:gd name="connsiteX107082" fmla="*/ 334566 w 2119654"/>
              <a:gd name="connsiteY107082" fmla="*/ 1093207 h 2398711"/>
              <a:gd name="connsiteX107083" fmla="*/ 335008 w 2119654"/>
              <a:gd name="connsiteY107083" fmla="*/ 1094749 h 2398711"/>
              <a:gd name="connsiteX107084" fmla="*/ 336336 w 2119654"/>
              <a:gd name="connsiteY107084" fmla="*/ 1095834 h 2398711"/>
              <a:gd name="connsiteX107085" fmla="*/ 273409 w 2119654"/>
              <a:gd name="connsiteY107085" fmla="*/ 1230003 h 2398711"/>
              <a:gd name="connsiteX107086" fmla="*/ 273558 w 2119654"/>
              <a:gd name="connsiteY107086" fmla="*/ 1230611 h 2398711"/>
              <a:gd name="connsiteX107087" fmla="*/ 274995 w 2119654"/>
              <a:gd name="connsiteY107087" fmla="*/ 1232803 h 2398711"/>
              <a:gd name="connsiteX107088" fmla="*/ 275559 w 2119654"/>
              <a:gd name="connsiteY107088" fmla="*/ 1233104 h 2398711"/>
              <a:gd name="connsiteX107089" fmla="*/ 606467 w 2119654"/>
              <a:gd name="connsiteY107089" fmla="*/ 484148 h 2398711"/>
              <a:gd name="connsiteX107090" fmla="*/ 605553 w 2119654"/>
              <a:gd name="connsiteY107090" fmla="*/ 490561 h 2398711"/>
              <a:gd name="connsiteX107091" fmla="*/ 609792 w 2119654"/>
              <a:gd name="connsiteY107091" fmla="*/ 499606 h 2398711"/>
              <a:gd name="connsiteX107092" fmla="*/ 611536 w 2119654"/>
              <a:gd name="connsiteY107092" fmla="*/ 495196 h 2398711"/>
              <a:gd name="connsiteX107093" fmla="*/ 611987 w 2119654"/>
              <a:gd name="connsiteY107093" fmla="*/ 486838 h 2398711"/>
              <a:gd name="connsiteX107094" fmla="*/ 637697 w 2119654"/>
              <a:gd name="connsiteY107094" fmla="*/ 414177 h 2398711"/>
              <a:gd name="connsiteX107095" fmla="*/ 637679 w 2119654"/>
              <a:gd name="connsiteY107095" fmla="*/ 414301 h 2398711"/>
              <a:gd name="connsiteX107096" fmla="*/ 637722 w 2119654"/>
              <a:gd name="connsiteY107096" fmla="*/ 414346 h 2398711"/>
              <a:gd name="connsiteX107097" fmla="*/ 643535 w 2119654"/>
              <a:gd name="connsiteY107097" fmla="*/ 401013 h 2398711"/>
              <a:gd name="connsiteX107098" fmla="*/ 644951 w 2119654"/>
              <a:gd name="connsiteY107098" fmla="*/ 412660 h 2398711"/>
              <a:gd name="connsiteX107099" fmla="*/ 648057 w 2119654"/>
              <a:gd name="connsiteY107099" fmla="*/ 405102 h 2398711"/>
              <a:gd name="connsiteX107100" fmla="*/ 477500 w 2119654"/>
              <a:gd name="connsiteY107100" fmla="*/ 772698 h 2398711"/>
              <a:gd name="connsiteX107101" fmla="*/ 477552 w 2119654"/>
              <a:gd name="connsiteY107101" fmla="*/ 775026 h 2398711"/>
              <a:gd name="connsiteX107102" fmla="*/ 478375 w 2119654"/>
              <a:gd name="connsiteY107102" fmla="*/ 776708 h 2398711"/>
              <a:gd name="connsiteX107103" fmla="*/ 478793 w 2119654"/>
              <a:gd name="connsiteY107103" fmla="*/ 775422 h 2398711"/>
              <a:gd name="connsiteX107104" fmla="*/ 477991 w 2119654"/>
              <a:gd name="connsiteY107104" fmla="*/ 772889 h 2398711"/>
              <a:gd name="connsiteX107105" fmla="*/ 177097 w 2119654"/>
              <a:gd name="connsiteY107105" fmla="*/ 1445079 h 2398711"/>
              <a:gd name="connsiteX107106" fmla="*/ 182542 w 2119654"/>
              <a:gd name="connsiteY107106" fmla="*/ 1452236 h 2398711"/>
              <a:gd name="connsiteX107107" fmla="*/ 216508 w 2119654"/>
              <a:gd name="connsiteY107107" fmla="*/ 1470529 h 2398711"/>
              <a:gd name="connsiteX107108" fmla="*/ 214538 w 2119654"/>
              <a:gd name="connsiteY107108" fmla="*/ 1467107 h 2398711"/>
              <a:gd name="connsiteX107109" fmla="*/ 189603 w 2119654"/>
              <a:gd name="connsiteY107109" fmla="*/ 1449684 h 2398711"/>
              <a:gd name="connsiteX107110" fmla="*/ 619710 w 2119654"/>
              <a:gd name="connsiteY107110" fmla="*/ 453876 h 2398711"/>
              <a:gd name="connsiteX107111" fmla="*/ 618425 w 2119654"/>
              <a:gd name="connsiteY107111" fmla="*/ 463339 h 2398711"/>
              <a:gd name="connsiteX107112" fmla="*/ 618169 w 2119654"/>
              <a:gd name="connsiteY107112" fmla="*/ 466008 h 2398711"/>
              <a:gd name="connsiteX107113" fmla="*/ 618862 w 2119654"/>
              <a:gd name="connsiteY107113" fmla="*/ 470651 h 2398711"/>
              <a:gd name="connsiteX107114" fmla="*/ 621815 w 2119654"/>
              <a:gd name="connsiteY107114" fmla="*/ 456070 h 2398711"/>
              <a:gd name="connsiteX107115" fmla="*/ 589985 w 2119654"/>
              <a:gd name="connsiteY107115" fmla="*/ 520363 h 2398711"/>
              <a:gd name="connsiteX107116" fmla="*/ 589416 w 2119654"/>
              <a:gd name="connsiteY107116" fmla="*/ 524373 h 2398711"/>
              <a:gd name="connsiteX107117" fmla="*/ 594455 w 2119654"/>
              <a:gd name="connsiteY107117" fmla="*/ 528049 h 2398711"/>
              <a:gd name="connsiteX107118" fmla="*/ 594409 w 2119654"/>
              <a:gd name="connsiteY107118" fmla="*/ 524464 h 2398711"/>
              <a:gd name="connsiteX107119" fmla="*/ 594419 w 2119654"/>
              <a:gd name="connsiteY107119" fmla="*/ 524094 h 2398711"/>
              <a:gd name="connsiteX107120" fmla="*/ 535510 w 2119654"/>
              <a:gd name="connsiteY107120" fmla="*/ 642332 h 2398711"/>
              <a:gd name="connsiteX107121" fmla="*/ 536613 w 2119654"/>
              <a:gd name="connsiteY107121" fmla="*/ 648020 h 2398711"/>
              <a:gd name="connsiteX107122" fmla="*/ 538483 w 2119654"/>
              <a:gd name="connsiteY107122" fmla="*/ 650605 h 2398711"/>
              <a:gd name="connsiteX107123" fmla="*/ 538382 w 2119654"/>
              <a:gd name="connsiteY107123" fmla="*/ 645306 h 2398711"/>
              <a:gd name="connsiteX107124" fmla="*/ 560563 w 2119654"/>
              <a:gd name="connsiteY107124" fmla="*/ 586229 h 2398711"/>
              <a:gd name="connsiteX107125" fmla="*/ 560475 w 2119654"/>
              <a:gd name="connsiteY107125" fmla="*/ 588288 h 2398711"/>
              <a:gd name="connsiteX107126" fmla="*/ 562205 w 2119654"/>
              <a:gd name="connsiteY107126" fmla="*/ 588963 h 2398711"/>
              <a:gd name="connsiteX107127" fmla="*/ 562488 w 2119654"/>
              <a:gd name="connsiteY107127" fmla="*/ 587072 h 2398711"/>
              <a:gd name="connsiteX107128" fmla="*/ 562243 w 2119654"/>
              <a:gd name="connsiteY107128" fmla="*/ 586924 h 2398711"/>
              <a:gd name="connsiteX107129" fmla="*/ 564073 w 2119654"/>
              <a:gd name="connsiteY107129" fmla="*/ 578346 h 2398711"/>
              <a:gd name="connsiteX107130" fmla="*/ 563854 w 2119654"/>
              <a:gd name="connsiteY107130" fmla="*/ 579808 h 2398711"/>
              <a:gd name="connsiteX107131" fmla="*/ 563855 w 2119654"/>
              <a:gd name="connsiteY107131" fmla="*/ 579811 h 2398711"/>
              <a:gd name="connsiteX107132" fmla="*/ 564692 w 2119654"/>
              <a:gd name="connsiteY107132" fmla="*/ 580138 h 2398711"/>
              <a:gd name="connsiteX107133" fmla="*/ 512634 w 2119654"/>
              <a:gd name="connsiteY107133" fmla="*/ 693442 h 2398711"/>
              <a:gd name="connsiteX107134" fmla="*/ 512657 w 2119654"/>
              <a:gd name="connsiteY107134" fmla="*/ 694437 h 2398711"/>
              <a:gd name="connsiteX107135" fmla="*/ 512769 w 2119654"/>
              <a:gd name="connsiteY107135" fmla="*/ 693683 h 2398711"/>
              <a:gd name="connsiteX107136" fmla="*/ 569120 w 2119654"/>
              <a:gd name="connsiteY107136" fmla="*/ 566936 h 2398711"/>
              <a:gd name="connsiteX107137" fmla="*/ 571341 w 2119654"/>
              <a:gd name="connsiteY107137" fmla="*/ 568038 h 2398711"/>
              <a:gd name="connsiteX107138" fmla="*/ 571394 w 2119654"/>
              <a:gd name="connsiteY107138" fmla="*/ 567626 h 2398711"/>
              <a:gd name="connsiteX107139" fmla="*/ 337723 w 2119654"/>
              <a:gd name="connsiteY107139" fmla="*/ 1084975 h 2398711"/>
              <a:gd name="connsiteX107140" fmla="*/ 338585 w 2119654"/>
              <a:gd name="connsiteY107140" fmla="*/ 1088328 h 2398711"/>
              <a:gd name="connsiteX107141" fmla="*/ 341696 w 2119654"/>
              <a:gd name="connsiteY107141" fmla="*/ 1091667 h 2398711"/>
              <a:gd name="connsiteX107142" fmla="*/ 340729 w 2119654"/>
              <a:gd name="connsiteY107142" fmla="*/ 1088123 h 2398711"/>
              <a:gd name="connsiteX107143" fmla="*/ 237657 w 2119654"/>
              <a:gd name="connsiteY107143" fmla="*/ 1308852 h 2398711"/>
              <a:gd name="connsiteX107144" fmla="*/ 240503 w 2119654"/>
              <a:gd name="connsiteY107144" fmla="*/ 1314150 h 2398711"/>
              <a:gd name="connsiteX107145" fmla="*/ 243977 w 2119654"/>
              <a:gd name="connsiteY107145" fmla="*/ 1316711 h 2398711"/>
              <a:gd name="connsiteX107146" fmla="*/ 243440 w 2119654"/>
              <a:gd name="connsiteY107146" fmla="*/ 1315149 h 2398711"/>
              <a:gd name="connsiteX107147" fmla="*/ 466441 w 2119654"/>
              <a:gd name="connsiteY107147" fmla="*/ 796501 h 2398711"/>
              <a:gd name="connsiteX107148" fmla="*/ 466604 w 2119654"/>
              <a:gd name="connsiteY107148" fmla="*/ 798782 h 2398711"/>
              <a:gd name="connsiteX107149" fmla="*/ 466837 w 2119654"/>
              <a:gd name="connsiteY107149" fmla="*/ 799197 h 2398711"/>
              <a:gd name="connsiteX107150" fmla="*/ 467500 w 2119654"/>
              <a:gd name="connsiteY107150" fmla="*/ 799612 h 2398711"/>
              <a:gd name="connsiteX107151" fmla="*/ 466453 w 2119654"/>
              <a:gd name="connsiteY107151" fmla="*/ 796529 h 2398711"/>
              <a:gd name="connsiteX107152" fmla="*/ 584755 w 2119654"/>
              <a:gd name="connsiteY107152" fmla="*/ 531516 h 2398711"/>
              <a:gd name="connsiteX107153" fmla="*/ 583095 w 2119654"/>
              <a:gd name="connsiteY107153" fmla="*/ 536647 h 2398711"/>
              <a:gd name="connsiteX107154" fmla="*/ 586132 w 2119654"/>
              <a:gd name="connsiteY107154" fmla="*/ 546173 h 2398711"/>
              <a:gd name="connsiteX107155" fmla="*/ 587729 w 2119654"/>
              <a:gd name="connsiteY107155" fmla="*/ 534891 h 2398711"/>
              <a:gd name="connsiteX107156" fmla="*/ 261500 w 2119654"/>
              <a:gd name="connsiteY107156" fmla="*/ 1255243 h 2398711"/>
              <a:gd name="connsiteX107157" fmla="*/ 262221 w 2119654"/>
              <a:gd name="connsiteY107157" fmla="*/ 1257742 h 2398711"/>
              <a:gd name="connsiteX107158" fmla="*/ 262473 w 2119654"/>
              <a:gd name="connsiteY107158" fmla="*/ 1258312 h 2398711"/>
              <a:gd name="connsiteX107159" fmla="*/ 272145 w 2119654"/>
              <a:gd name="connsiteY107159" fmla="*/ 1266677 h 2398711"/>
              <a:gd name="connsiteX107160" fmla="*/ 271337 w 2119654"/>
              <a:gd name="connsiteY107160" fmla="*/ 1265273 h 2398711"/>
              <a:gd name="connsiteX107161" fmla="*/ 270558 w 2119654"/>
              <a:gd name="connsiteY107161" fmla="*/ 1264104 h 2398711"/>
              <a:gd name="connsiteX107162" fmla="*/ 553590 w 2119654"/>
              <a:gd name="connsiteY107162" fmla="*/ 601149 h 2398711"/>
              <a:gd name="connsiteX107163" fmla="*/ 553740 w 2119654"/>
              <a:gd name="connsiteY107163" fmla="*/ 601565 h 2398711"/>
              <a:gd name="connsiteX107164" fmla="*/ 553705 w 2119654"/>
              <a:gd name="connsiteY107164" fmla="*/ 601243 h 2398711"/>
              <a:gd name="connsiteX107165" fmla="*/ 625708 w 2119654"/>
              <a:gd name="connsiteY107165" fmla="*/ 439647 h 2398711"/>
              <a:gd name="connsiteX107166" fmla="*/ 625600 w 2119654"/>
              <a:gd name="connsiteY107166" fmla="*/ 440179 h 2398711"/>
              <a:gd name="connsiteX107167" fmla="*/ 626051 w 2119654"/>
              <a:gd name="connsiteY107167" fmla="*/ 441142 h 2398711"/>
              <a:gd name="connsiteX107168" fmla="*/ 630941 w 2119654"/>
              <a:gd name="connsiteY107168" fmla="*/ 444189 h 2398711"/>
              <a:gd name="connsiteX107169" fmla="*/ 631206 w 2119654"/>
              <a:gd name="connsiteY107169" fmla="*/ 442328 h 2398711"/>
              <a:gd name="connsiteX107170" fmla="*/ 559310 w 2119654"/>
              <a:gd name="connsiteY107170" fmla="*/ 588276 h 2398711"/>
              <a:gd name="connsiteX107171" fmla="*/ 559309 w 2119654"/>
              <a:gd name="connsiteY107171" fmla="*/ 593372 h 2398711"/>
              <a:gd name="connsiteX107172" fmla="*/ 559510 w 2119654"/>
              <a:gd name="connsiteY107172" fmla="*/ 593455 h 2398711"/>
              <a:gd name="connsiteX107173" fmla="*/ 559722 w 2119654"/>
              <a:gd name="connsiteY107173" fmla="*/ 588437 h 2398711"/>
              <a:gd name="connsiteX107174" fmla="*/ 571350 w 2119654"/>
              <a:gd name="connsiteY107174" fmla="*/ 561152 h 2398711"/>
              <a:gd name="connsiteX107175" fmla="*/ 572121 w 2119654"/>
              <a:gd name="connsiteY107175" fmla="*/ 561952 h 2398711"/>
              <a:gd name="connsiteX107176" fmla="*/ 572220 w 2119654"/>
              <a:gd name="connsiteY107176" fmla="*/ 561260 h 2398711"/>
              <a:gd name="connsiteX107177" fmla="*/ 508256 w 2119654"/>
              <a:gd name="connsiteY107177" fmla="*/ 702346 h 2398711"/>
              <a:gd name="connsiteX107178" fmla="*/ 508257 w 2119654"/>
              <a:gd name="connsiteY107178" fmla="*/ 702352 h 2398711"/>
              <a:gd name="connsiteX107179" fmla="*/ 508258 w 2119654"/>
              <a:gd name="connsiteY107179" fmla="*/ 702348 h 2398711"/>
              <a:gd name="connsiteX107180" fmla="*/ 612113 w 2119654"/>
              <a:gd name="connsiteY107180" fmla="*/ 469751 h 2398711"/>
              <a:gd name="connsiteX107181" fmla="*/ 612569 w 2119654"/>
              <a:gd name="connsiteY107181" fmla="*/ 472129 h 2398711"/>
              <a:gd name="connsiteX107182" fmla="*/ 612777 w 2119654"/>
              <a:gd name="connsiteY107182" fmla="*/ 472212 h 2398711"/>
              <a:gd name="connsiteX107183" fmla="*/ 612870 w 2119654"/>
              <a:gd name="connsiteY107183" fmla="*/ 470484 h 2398711"/>
              <a:gd name="connsiteX107184" fmla="*/ 477467 w 2119654"/>
              <a:gd name="connsiteY107184" fmla="*/ 771237 h 2398711"/>
              <a:gd name="connsiteX107185" fmla="*/ 477490 w 2119654"/>
              <a:gd name="connsiteY107185" fmla="*/ 772251 h 2398711"/>
              <a:gd name="connsiteX107186" fmla="*/ 477831 w 2119654"/>
              <a:gd name="connsiteY107186" fmla="*/ 772384 h 2398711"/>
              <a:gd name="connsiteX107187" fmla="*/ 346160 w 2119654"/>
              <a:gd name="connsiteY107187" fmla="*/ 1065185 h 2398711"/>
              <a:gd name="connsiteX107188" fmla="*/ 346190 w 2119654"/>
              <a:gd name="connsiteY107188" fmla="*/ 1065355 h 2398711"/>
              <a:gd name="connsiteX107189" fmla="*/ 346414 w 2119654"/>
              <a:gd name="connsiteY107189" fmla="*/ 1066532 h 2398711"/>
              <a:gd name="connsiteX107190" fmla="*/ 346449 w 2119654"/>
              <a:gd name="connsiteY107190" fmla="*/ 1066645 h 2398711"/>
              <a:gd name="connsiteX107191" fmla="*/ 346272 w 2119654"/>
              <a:gd name="connsiteY107191" fmla="*/ 1065331 h 2398711"/>
              <a:gd name="connsiteX107192" fmla="*/ 310519 w 2119654"/>
              <a:gd name="connsiteY107192" fmla="*/ 1144919 h 2398711"/>
              <a:gd name="connsiteX107193" fmla="*/ 310903 w 2119654"/>
              <a:gd name="connsiteY107193" fmla="*/ 1148036 h 2398711"/>
              <a:gd name="connsiteX107194" fmla="*/ 312882 w 2119654"/>
              <a:gd name="connsiteY107194" fmla="*/ 1149563 h 2398711"/>
              <a:gd name="connsiteX107195" fmla="*/ 613464 w 2119654"/>
              <a:gd name="connsiteY107195" fmla="*/ 466397 h 2398711"/>
              <a:gd name="connsiteX107196" fmla="*/ 613245 w 2119654"/>
              <a:gd name="connsiteY107196" fmla="*/ 470443 h 2398711"/>
              <a:gd name="connsiteX107197" fmla="*/ 615957 w 2119654"/>
              <a:gd name="connsiteY107197" fmla="*/ 472904 h 2398711"/>
              <a:gd name="connsiteX107198" fmla="*/ 614995 w 2119654"/>
              <a:gd name="connsiteY107198" fmla="*/ 467983 h 2398711"/>
              <a:gd name="connsiteX107199" fmla="*/ 506624 w 2119654"/>
              <a:gd name="connsiteY107199" fmla="*/ 705580 h 2398711"/>
              <a:gd name="connsiteX107200" fmla="*/ 507764 w 2119654"/>
              <a:gd name="connsiteY107200" fmla="*/ 706598 h 2398711"/>
              <a:gd name="connsiteX107201" fmla="*/ 507783 w 2119654"/>
              <a:gd name="connsiteY107201" fmla="*/ 706435 h 2398711"/>
              <a:gd name="connsiteX107202" fmla="*/ 535304 w 2119654"/>
              <a:gd name="connsiteY107202" fmla="*/ 641269 h 2398711"/>
              <a:gd name="connsiteX107203" fmla="*/ 535374 w 2119654"/>
              <a:gd name="connsiteY107203" fmla="*/ 641629 h 2398711"/>
              <a:gd name="connsiteX107204" fmla="*/ 538371 w 2119654"/>
              <a:gd name="connsiteY107204" fmla="*/ 644734 h 2398711"/>
              <a:gd name="connsiteX107205" fmla="*/ 538344 w 2119654"/>
              <a:gd name="connsiteY107205" fmla="*/ 643283 h 2398711"/>
              <a:gd name="connsiteX107206" fmla="*/ 277849 w 2119654"/>
              <a:gd name="connsiteY107206" fmla="*/ 1217636 h 2398711"/>
              <a:gd name="connsiteX107207" fmla="*/ 281391 w 2119654"/>
              <a:gd name="connsiteY107207" fmla="*/ 1224432 h 2398711"/>
              <a:gd name="connsiteX107208" fmla="*/ 284096 w 2119654"/>
              <a:gd name="connsiteY107208" fmla="*/ 1227079 h 2398711"/>
              <a:gd name="connsiteX107209" fmla="*/ 560643 w 2119654"/>
              <a:gd name="connsiteY107209" fmla="*/ 584350 h 2398711"/>
              <a:gd name="connsiteX107210" fmla="*/ 560588 w 2119654"/>
              <a:gd name="connsiteY107210" fmla="*/ 585641 h 2398711"/>
              <a:gd name="connsiteX107211" fmla="*/ 561335 w 2119654"/>
              <a:gd name="connsiteY107211" fmla="*/ 586079 h 2398711"/>
              <a:gd name="connsiteX107212" fmla="*/ 562560 w 2119654"/>
              <a:gd name="connsiteY107212" fmla="*/ 586586 h 2398711"/>
              <a:gd name="connsiteX107213" fmla="*/ 562645 w 2119654"/>
              <a:gd name="connsiteY107213" fmla="*/ 586021 h 2398711"/>
              <a:gd name="connsiteX107214" fmla="*/ 188319 w 2119654"/>
              <a:gd name="connsiteY107214" fmla="*/ 1418002 h 2398711"/>
              <a:gd name="connsiteX107215" fmla="*/ 192634 w 2119654"/>
              <a:gd name="connsiteY107215" fmla="*/ 1425501 h 2398711"/>
              <a:gd name="connsiteX107216" fmla="*/ 201646 w 2119654"/>
              <a:gd name="connsiteY107216" fmla="*/ 1432011 h 2398711"/>
              <a:gd name="connsiteX107217" fmla="*/ 197652 w 2119654"/>
              <a:gd name="connsiteY107217" fmla="*/ 1425637 h 2398711"/>
              <a:gd name="connsiteX107218" fmla="*/ 194137 w 2119654"/>
              <a:gd name="connsiteY107218" fmla="*/ 1421237 h 2398711"/>
              <a:gd name="connsiteX107219" fmla="*/ 620089 w 2119654"/>
              <a:gd name="connsiteY107219" fmla="*/ 451085 h 2398711"/>
              <a:gd name="connsiteX107220" fmla="*/ 619749 w 2119654"/>
              <a:gd name="connsiteY107220" fmla="*/ 453584 h 2398711"/>
              <a:gd name="connsiteX107221" fmla="*/ 621871 w 2119654"/>
              <a:gd name="connsiteY107221" fmla="*/ 455796 h 2398711"/>
              <a:gd name="connsiteX107222" fmla="*/ 622298 w 2119654"/>
              <a:gd name="connsiteY107222" fmla="*/ 453683 h 2398711"/>
              <a:gd name="connsiteX107223" fmla="*/ 621959 w 2119654"/>
              <a:gd name="connsiteY107223" fmla="*/ 452960 h 2398711"/>
              <a:gd name="connsiteX107224" fmla="*/ 491087 w 2119654"/>
              <a:gd name="connsiteY107224" fmla="*/ 739881 h 2398711"/>
              <a:gd name="connsiteX107225" fmla="*/ 490818 w 2119654"/>
              <a:gd name="connsiteY107225" fmla="*/ 740674 h 2398711"/>
              <a:gd name="connsiteX107226" fmla="*/ 490657 w 2119654"/>
              <a:gd name="connsiteY107226" fmla="*/ 741691 h 2398711"/>
              <a:gd name="connsiteX107227" fmla="*/ 491739 w 2119654"/>
              <a:gd name="connsiteY107227" fmla="*/ 746241 h 2398711"/>
              <a:gd name="connsiteX107228" fmla="*/ 491819 w 2119654"/>
              <a:gd name="connsiteY107228" fmla="*/ 746270 h 2398711"/>
              <a:gd name="connsiteX107229" fmla="*/ 492025 w 2119654"/>
              <a:gd name="connsiteY107229" fmla="*/ 742592 h 2398711"/>
              <a:gd name="connsiteX107230" fmla="*/ 635930 w 2119654"/>
              <a:gd name="connsiteY107230" fmla="*/ 415543 h 2398711"/>
              <a:gd name="connsiteX107231" fmla="*/ 634295 w 2119654"/>
              <a:gd name="connsiteY107231" fmla="*/ 427017 h 2398711"/>
              <a:gd name="connsiteX107232" fmla="*/ 635560 w 2119654"/>
              <a:gd name="connsiteY107232" fmla="*/ 427911 h 2398711"/>
              <a:gd name="connsiteX107233" fmla="*/ 637129 w 2119654"/>
              <a:gd name="connsiteY107233" fmla="*/ 416681 h 2398711"/>
              <a:gd name="connsiteX107234" fmla="*/ 563576 w 2119654"/>
              <a:gd name="connsiteY107234" fmla="*/ 577518 h 2398711"/>
              <a:gd name="connsiteX107235" fmla="*/ 563729 w 2119654"/>
              <a:gd name="connsiteY107235" fmla="*/ 578775 h 2398711"/>
              <a:gd name="connsiteX107236" fmla="*/ 563878 w 2119654"/>
              <a:gd name="connsiteY107236" fmla="*/ 577780 h 2398711"/>
              <a:gd name="connsiteX107237" fmla="*/ 563840 w 2119654"/>
              <a:gd name="connsiteY107237" fmla="*/ 577671 h 2398711"/>
              <a:gd name="connsiteX107238" fmla="*/ 478299 w 2119654"/>
              <a:gd name="connsiteY107238" fmla="*/ 768429 h 2398711"/>
              <a:gd name="connsiteX107239" fmla="*/ 479563 w 2119654"/>
              <a:gd name="connsiteY107239" fmla="*/ 772882 h 2398711"/>
              <a:gd name="connsiteX107240" fmla="*/ 479408 w 2119654"/>
              <a:gd name="connsiteY107240" fmla="*/ 769824 h 2398711"/>
              <a:gd name="connsiteX107241" fmla="*/ 479324 w 2119654"/>
              <a:gd name="connsiteY107241" fmla="*/ 769739 h 2398711"/>
              <a:gd name="connsiteX107242" fmla="*/ 448539 w 2119654"/>
              <a:gd name="connsiteY107242" fmla="*/ 835029 h 2398711"/>
              <a:gd name="connsiteX107243" fmla="*/ 448360 w 2119654"/>
              <a:gd name="connsiteY107243" fmla="*/ 836740 h 2398711"/>
              <a:gd name="connsiteX107244" fmla="*/ 448473 w 2119654"/>
              <a:gd name="connsiteY107244" fmla="*/ 836844 h 2398711"/>
              <a:gd name="connsiteX107245" fmla="*/ 449245 w 2119654"/>
              <a:gd name="connsiteY107245" fmla="*/ 835716 h 2398711"/>
              <a:gd name="connsiteX107246" fmla="*/ 449211 w 2119654"/>
              <a:gd name="connsiteY107246" fmla="*/ 835578 h 2398711"/>
              <a:gd name="connsiteX107247" fmla="*/ 504926 w 2119654"/>
              <a:gd name="connsiteY107247" fmla="*/ 708766 h 2398711"/>
              <a:gd name="connsiteX107248" fmla="*/ 504602 w 2119654"/>
              <a:gd name="connsiteY107248" fmla="*/ 710350 h 2398711"/>
              <a:gd name="connsiteX107249" fmla="*/ 505499 w 2119654"/>
              <a:gd name="connsiteY107249" fmla="*/ 711055 h 2398711"/>
              <a:gd name="connsiteX107250" fmla="*/ 512144 w 2119654"/>
              <a:gd name="connsiteY107250" fmla="*/ 692562 h 2398711"/>
              <a:gd name="connsiteX107251" fmla="*/ 512084 w 2119654"/>
              <a:gd name="connsiteY107251" fmla="*/ 694376 h 2398711"/>
              <a:gd name="connsiteX107252" fmla="*/ 512463 w 2119654"/>
              <a:gd name="connsiteY107252" fmla="*/ 694913 h 2398711"/>
              <a:gd name="connsiteX107253" fmla="*/ 512420 w 2119654"/>
              <a:gd name="connsiteY107253" fmla="*/ 693057 h 2398711"/>
              <a:gd name="connsiteX107254" fmla="*/ 545006 w 2119654"/>
              <a:gd name="connsiteY107254" fmla="*/ 618944 h 2398711"/>
              <a:gd name="connsiteX107255" fmla="*/ 545239 w 2119654"/>
              <a:gd name="connsiteY107255" fmla="*/ 620491 h 2398711"/>
              <a:gd name="connsiteX107256" fmla="*/ 546547 w 2119654"/>
              <a:gd name="connsiteY107256" fmla="*/ 621769 h 2398711"/>
              <a:gd name="connsiteX107257" fmla="*/ 546978 w 2119654"/>
              <a:gd name="connsiteY107257" fmla="*/ 621860 h 2398711"/>
              <a:gd name="connsiteX107258" fmla="*/ 546932 w 2119654"/>
              <a:gd name="connsiteY107258" fmla="*/ 620259 h 2398711"/>
              <a:gd name="connsiteX107259" fmla="*/ 180792 w 2119654"/>
              <a:gd name="connsiteY107259" fmla="*/ 1434454 h 2398711"/>
              <a:gd name="connsiteX107260" fmla="*/ 206416 w 2119654"/>
              <a:gd name="connsiteY107260" fmla="*/ 1452990 h 2398711"/>
              <a:gd name="connsiteX107261" fmla="*/ 204714 w 2119654"/>
              <a:gd name="connsiteY107261" fmla="*/ 1450031 h 2398711"/>
              <a:gd name="connsiteX107262" fmla="*/ 545271 w 2119654"/>
              <a:gd name="connsiteY107262" fmla="*/ 618193 h 2398711"/>
              <a:gd name="connsiteX107263" fmla="*/ 546485 w 2119654"/>
              <a:gd name="connsiteY107263" fmla="*/ 618954 h 2398711"/>
              <a:gd name="connsiteX107264" fmla="*/ 545408 w 2119654"/>
              <a:gd name="connsiteY107264" fmla="*/ 618217 h 2398711"/>
              <a:gd name="connsiteX107265" fmla="*/ 490989 w 2119654"/>
              <a:gd name="connsiteY107265" fmla="*/ 739594 h 2398711"/>
              <a:gd name="connsiteX107266" fmla="*/ 490987 w 2119654"/>
              <a:gd name="connsiteY107266" fmla="*/ 739610 h 2398711"/>
              <a:gd name="connsiteX107267" fmla="*/ 490990 w 2119654"/>
              <a:gd name="connsiteY107267" fmla="*/ 739598 h 2398711"/>
              <a:gd name="connsiteX107268" fmla="*/ 595545 w 2119654"/>
              <a:gd name="connsiteY107268" fmla="*/ 505468 h 2398711"/>
              <a:gd name="connsiteX107269" fmla="*/ 595610 w 2119654"/>
              <a:gd name="connsiteY107269" fmla="*/ 510586 h 2398711"/>
              <a:gd name="connsiteX107270" fmla="*/ 598504 w 2119654"/>
              <a:gd name="connsiteY107270" fmla="*/ 522822 h 2398711"/>
              <a:gd name="connsiteX107271" fmla="*/ 597757 w 2119654"/>
              <a:gd name="connsiteY107271" fmla="*/ 515095 h 2398711"/>
              <a:gd name="connsiteX107272" fmla="*/ 597910 w 2119654"/>
              <a:gd name="connsiteY107272" fmla="*/ 514856 h 2398711"/>
              <a:gd name="connsiteX107273" fmla="*/ 598802 w 2119654"/>
              <a:gd name="connsiteY107273" fmla="*/ 524079 h 2398711"/>
              <a:gd name="connsiteX107274" fmla="*/ 599294 w 2119654"/>
              <a:gd name="connsiteY107274" fmla="*/ 526162 h 2398711"/>
              <a:gd name="connsiteX107275" fmla="*/ 600095 w 2119654"/>
              <a:gd name="connsiteY107275" fmla="*/ 524138 h 2398711"/>
              <a:gd name="connsiteX107276" fmla="*/ 602032 w 2119654"/>
              <a:gd name="connsiteY107276" fmla="*/ 510538 h 2398711"/>
              <a:gd name="connsiteX107277" fmla="*/ 474521 w 2119654"/>
              <a:gd name="connsiteY107277" fmla="*/ 776458 h 2398711"/>
              <a:gd name="connsiteX107278" fmla="*/ 475070 w 2119654"/>
              <a:gd name="connsiteY107278" fmla="*/ 780480 h 2398711"/>
              <a:gd name="connsiteX107279" fmla="*/ 476709 w 2119654"/>
              <a:gd name="connsiteY107279" fmla="*/ 781822 h 2398711"/>
              <a:gd name="connsiteX107280" fmla="*/ 477063 w 2119654"/>
              <a:gd name="connsiteY107280" fmla="*/ 780734 h 2398711"/>
              <a:gd name="connsiteX107281" fmla="*/ 476991 w 2119654"/>
              <a:gd name="connsiteY107281" fmla="*/ 777480 h 2398711"/>
              <a:gd name="connsiteX107282" fmla="*/ 250201 w 2119654"/>
              <a:gd name="connsiteY107282" fmla="*/ 1278727 h 2398711"/>
              <a:gd name="connsiteX107283" fmla="*/ 254955 w 2119654"/>
              <a:gd name="connsiteY107283" fmla="*/ 1286966 h 2398711"/>
              <a:gd name="connsiteX107284" fmla="*/ 267629 w 2119654"/>
              <a:gd name="connsiteY107284" fmla="*/ 1297512 h 2398711"/>
              <a:gd name="connsiteX107285" fmla="*/ 271734 w 2119654"/>
              <a:gd name="connsiteY107285" fmla="*/ 1298597 h 2398711"/>
              <a:gd name="connsiteX107286" fmla="*/ 271701 w 2119654"/>
              <a:gd name="connsiteY107286" fmla="*/ 1298483 h 2398711"/>
              <a:gd name="connsiteX107287" fmla="*/ 263655 w 2119654"/>
              <a:gd name="connsiteY107287" fmla="*/ 1288631 h 2398711"/>
              <a:gd name="connsiteX107288" fmla="*/ 259298 w 2119654"/>
              <a:gd name="connsiteY107288" fmla="*/ 1286039 h 2398711"/>
              <a:gd name="connsiteX107289" fmla="*/ 638334 w 2119654"/>
              <a:gd name="connsiteY107289" fmla="*/ 409616 h 2398711"/>
              <a:gd name="connsiteX107290" fmla="*/ 637909 w 2119654"/>
              <a:gd name="connsiteY107290" fmla="*/ 412664 h 2398711"/>
              <a:gd name="connsiteX107291" fmla="*/ 638242 w 2119654"/>
              <a:gd name="connsiteY107291" fmla="*/ 414885 h 2398711"/>
              <a:gd name="connsiteX107292" fmla="*/ 642307 w 2119654"/>
              <a:gd name="connsiteY107292" fmla="*/ 419095 h 2398711"/>
              <a:gd name="connsiteX107293" fmla="*/ 644194 w 2119654"/>
              <a:gd name="connsiteY107293" fmla="*/ 414504 h 2398711"/>
              <a:gd name="connsiteX107294" fmla="*/ 336045 w 2119654"/>
              <a:gd name="connsiteY107294" fmla="*/ 1086429 h 2398711"/>
              <a:gd name="connsiteX107295" fmla="*/ 337780 w 2119654"/>
              <a:gd name="connsiteY107295" fmla="*/ 1091466 h 2398711"/>
              <a:gd name="connsiteX107296" fmla="*/ 339287 w 2119654"/>
              <a:gd name="connsiteY107296" fmla="*/ 1093017 h 2398711"/>
              <a:gd name="connsiteX107297" fmla="*/ 338184 w 2119654"/>
              <a:gd name="connsiteY107297" fmla="*/ 1088722 h 2398711"/>
              <a:gd name="connsiteX107298" fmla="*/ 453924 w 2119654"/>
              <a:gd name="connsiteY107298" fmla="*/ 822461 h 2398711"/>
              <a:gd name="connsiteX107299" fmla="*/ 454863 w 2119654"/>
              <a:gd name="connsiteY107299" fmla="*/ 827507 h 2398711"/>
              <a:gd name="connsiteX107300" fmla="*/ 455275 w 2119654"/>
              <a:gd name="connsiteY107300" fmla="*/ 826904 h 2398711"/>
              <a:gd name="connsiteX107301" fmla="*/ 454314 w 2119654"/>
              <a:gd name="connsiteY107301" fmla="*/ 823258 h 2398711"/>
              <a:gd name="connsiteX107302" fmla="*/ 454526 w 2119654"/>
              <a:gd name="connsiteY107302" fmla="*/ 821104 h 2398711"/>
              <a:gd name="connsiteX107303" fmla="*/ 454892 w 2119654"/>
              <a:gd name="connsiteY107303" fmla="*/ 822496 h 2398711"/>
              <a:gd name="connsiteX107304" fmla="*/ 455966 w 2119654"/>
              <a:gd name="connsiteY107304" fmla="*/ 823824 h 2398711"/>
              <a:gd name="connsiteX107305" fmla="*/ 455736 w 2119654"/>
              <a:gd name="connsiteY107305" fmla="*/ 821906 h 2398711"/>
              <a:gd name="connsiteX107306" fmla="*/ 492685 w 2119654"/>
              <a:gd name="connsiteY107306" fmla="*/ 735553 h 2398711"/>
              <a:gd name="connsiteX107307" fmla="*/ 492551 w 2119654"/>
              <a:gd name="connsiteY107307" fmla="*/ 738713 h 2398711"/>
              <a:gd name="connsiteX107308" fmla="*/ 493249 w 2119654"/>
              <a:gd name="connsiteY107308" fmla="*/ 740737 h 2398711"/>
              <a:gd name="connsiteX107309" fmla="*/ 492999 w 2119654"/>
              <a:gd name="connsiteY107309" fmla="*/ 735784 h 2398711"/>
              <a:gd name="connsiteX107310" fmla="*/ 289973 w 2119654"/>
              <a:gd name="connsiteY107310" fmla="*/ 1189423 h 2398711"/>
              <a:gd name="connsiteX107311" fmla="*/ 293174 w 2119654"/>
              <a:gd name="connsiteY107311" fmla="*/ 1197190 h 2398711"/>
              <a:gd name="connsiteX107312" fmla="*/ 296207 w 2119654"/>
              <a:gd name="connsiteY107312" fmla="*/ 1202329 h 2398711"/>
              <a:gd name="connsiteX107313" fmla="*/ 297785 w 2119654"/>
              <a:gd name="connsiteY107313" fmla="*/ 1203172 h 2398711"/>
              <a:gd name="connsiteX107314" fmla="*/ 294508 w 2119654"/>
              <a:gd name="connsiteY107314" fmla="*/ 1192686 h 2398711"/>
              <a:gd name="connsiteX107315" fmla="*/ 538519 w 2119654"/>
              <a:gd name="connsiteY107315" fmla="*/ 632877 h 2398711"/>
              <a:gd name="connsiteX107316" fmla="*/ 538680 w 2119654"/>
              <a:gd name="connsiteY107316" fmla="*/ 641391 h 2398711"/>
              <a:gd name="connsiteX107317" fmla="*/ 544087 w 2119654"/>
              <a:gd name="connsiteY107317" fmla="*/ 644973 h 2398711"/>
              <a:gd name="connsiteX107318" fmla="*/ 544721 w 2119654"/>
              <a:gd name="connsiteY107318" fmla="*/ 640431 h 2398711"/>
              <a:gd name="connsiteX107319" fmla="*/ 543937 w 2119654"/>
              <a:gd name="connsiteY107319" fmla="*/ 635216 h 2398711"/>
              <a:gd name="connsiteX107320" fmla="*/ 468620 w 2119654"/>
              <a:gd name="connsiteY107320" fmla="*/ 789249 h 2398711"/>
              <a:gd name="connsiteX107321" fmla="*/ 469016 w 2119654"/>
              <a:gd name="connsiteY107321" fmla="*/ 790844 h 2398711"/>
              <a:gd name="connsiteX107322" fmla="*/ 469610 w 2119654"/>
              <a:gd name="connsiteY107322" fmla="*/ 791055 h 2398711"/>
              <a:gd name="connsiteX107323" fmla="*/ 476157 w 2119654"/>
              <a:gd name="connsiteY107323" fmla="*/ 772174 h 2398711"/>
              <a:gd name="connsiteX107324" fmla="*/ 476907 w 2119654"/>
              <a:gd name="connsiteY107324" fmla="*/ 773706 h 2398711"/>
              <a:gd name="connsiteX107325" fmla="*/ 476879 w 2119654"/>
              <a:gd name="connsiteY107325" fmla="*/ 772455 h 2398711"/>
              <a:gd name="connsiteX107326" fmla="*/ 560709 w 2119654"/>
              <a:gd name="connsiteY107326" fmla="*/ 582807 h 2398711"/>
              <a:gd name="connsiteX107327" fmla="*/ 560662 w 2119654"/>
              <a:gd name="connsiteY107327" fmla="*/ 583899 h 2398711"/>
              <a:gd name="connsiteX107328" fmla="*/ 562707 w 2119654"/>
              <a:gd name="connsiteY107328" fmla="*/ 585604 h 2398711"/>
              <a:gd name="connsiteX107329" fmla="*/ 562851 w 2119654"/>
              <a:gd name="connsiteY107329" fmla="*/ 584645 h 2398711"/>
              <a:gd name="connsiteX107330" fmla="*/ 561008 w 2119654"/>
              <a:gd name="connsiteY107330" fmla="*/ 582898 h 2398711"/>
              <a:gd name="connsiteX107331" fmla="*/ 505387 w 2119654"/>
              <a:gd name="connsiteY107331" fmla="*/ 706653 h 2398711"/>
              <a:gd name="connsiteX107332" fmla="*/ 505285 w 2119654"/>
              <a:gd name="connsiteY107332" fmla="*/ 707013 h 2398711"/>
              <a:gd name="connsiteX107333" fmla="*/ 505215 w 2119654"/>
              <a:gd name="connsiteY107333" fmla="*/ 707353 h 2398711"/>
              <a:gd name="connsiteX107334" fmla="*/ 506301 w 2119654"/>
              <a:gd name="connsiteY107334" fmla="*/ 711684 h 2398711"/>
              <a:gd name="connsiteX107335" fmla="*/ 507100 w 2119654"/>
              <a:gd name="connsiteY107335" fmla="*/ 712313 h 2398711"/>
              <a:gd name="connsiteX107336" fmla="*/ 507535 w 2119654"/>
              <a:gd name="connsiteY107336" fmla="*/ 708570 h 2398711"/>
              <a:gd name="connsiteX107337" fmla="*/ 524756 w 2119654"/>
              <a:gd name="connsiteY107337" fmla="*/ 663260 h 2398711"/>
              <a:gd name="connsiteX107338" fmla="*/ 529513 w 2119654"/>
              <a:gd name="connsiteY107338" fmla="*/ 667842 h 2398711"/>
              <a:gd name="connsiteX107339" fmla="*/ 528767 w 2119654"/>
              <a:gd name="connsiteY107339" fmla="*/ 663634 h 2398711"/>
              <a:gd name="connsiteX107340" fmla="*/ 360088 w 2119654"/>
              <a:gd name="connsiteY107340" fmla="*/ 1031979 h 2398711"/>
              <a:gd name="connsiteX107341" fmla="*/ 360072 w 2119654"/>
              <a:gd name="connsiteY107341" fmla="*/ 1032336 h 2398711"/>
              <a:gd name="connsiteX107342" fmla="*/ 361415 w 2119654"/>
              <a:gd name="connsiteY107342" fmla="*/ 1034955 h 2398711"/>
              <a:gd name="connsiteX107343" fmla="*/ 361380 w 2119654"/>
              <a:gd name="connsiteY107343" fmla="*/ 1034844 h 2398711"/>
              <a:gd name="connsiteX107344" fmla="*/ 360626 w 2119654"/>
              <a:gd name="connsiteY107344" fmla="*/ 1033197 h 2398711"/>
              <a:gd name="connsiteX107345" fmla="*/ 563460 w 2119654"/>
              <a:gd name="connsiteY107345" fmla="*/ 576570 h 2398711"/>
              <a:gd name="connsiteX107346" fmla="*/ 563515 w 2119654"/>
              <a:gd name="connsiteY107346" fmla="*/ 577022 h 2398711"/>
              <a:gd name="connsiteX107347" fmla="*/ 563643 w 2119654"/>
              <a:gd name="connsiteY107347" fmla="*/ 577099 h 2398711"/>
              <a:gd name="connsiteX107348" fmla="*/ 626637 w 2119654"/>
              <a:gd name="connsiteY107348" fmla="*/ 435057 h 2398711"/>
              <a:gd name="connsiteX107349" fmla="*/ 625892 w 2119654"/>
              <a:gd name="connsiteY107349" fmla="*/ 438738 h 2398711"/>
              <a:gd name="connsiteX107350" fmla="*/ 631339 w 2119654"/>
              <a:gd name="connsiteY107350" fmla="*/ 441393 h 2398711"/>
              <a:gd name="connsiteX107351" fmla="*/ 631625 w 2119654"/>
              <a:gd name="connsiteY107351" fmla="*/ 439385 h 2398711"/>
              <a:gd name="connsiteX107352" fmla="*/ 636215 w 2119654"/>
              <a:gd name="connsiteY107352" fmla="*/ 413537 h 2398711"/>
              <a:gd name="connsiteX107353" fmla="*/ 635953 w 2119654"/>
              <a:gd name="connsiteY107353" fmla="*/ 415385 h 2398711"/>
              <a:gd name="connsiteX107354" fmla="*/ 637151 w 2119654"/>
              <a:gd name="connsiteY107354" fmla="*/ 416523 h 2398711"/>
              <a:gd name="connsiteX107355" fmla="*/ 637397 w 2119654"/>
              <a:gd name="connsiteY107355" fmla="*/ 414762 h 2398711"/>
              <a:gd name="connsiteX107356" fmla="*/ 559310 w 2119654"/>
              <a:gd name="connsiteY107356" fmla="*/ 585711 h 2398711"/>
              <a:gd name="connsiteX107357" fmla="*/ 559310 w 2119654"/>
              <a:gd name="connsiteY107357" fmla="*/ 587833 h 2398711"/>
              <a:gd name="connsiteX107358" fmla="*/ 559741 w 2119654"/>
              <a:gd name="connsiteY107358" fmla="*/ 588002 h 2398711"/>
              <a:gd name="connsiteX107359" fmla="*/ 559830 w 2119654"/>
              <a:gd name="connsiteY107359" fmla="*/ 585925 h 2398711"/>
              <a:gd name="connsiteX107360" fmla="*/ 477418 w 2119654"/>
              <a:gd name="connsiteY107360" fmla="*/ 769031 h 2398711"/>
              <a:gd name="connsiteX107361" fmla="*/ 477442 w 2119654"/>
              <a:gd name="connsiteY107361" fmla="*/ 770082 h 2398711"/>
              <a:gd name="connsiteX107362" fmla="*/ 478219 w 2119654"/>
              <a:gd name="connsiteY107362" fmla="*/ 772536 h 2398711"/>
              <a:gd name="connsiteX107363" fmla="*/ 478512 w 2119654"/>
              <a:gd name="connsiteY107363" fmla="*/ 772651 h 2398711"/>
              <a:gd name="connsiteX107364" fmla="*/ 474159 w 2119654"/>
              <a:gd name="connsiteY107364" fmla="*/ 776310 h 2398711"/>
              <a:gd name="connsiteX107365" fmla="*/ 474514 w 2119654"/>
              <a:gd name="connsiteY107365" fmla="*/ 778257 h 2398711"/>
              <a:gd name="connsiteX107366" fmla="*/ 474254 w 2119654"/>
              <a:gd name="connsiteY107366" fmla="*/ 776348 h 2398711"/>
              <a:gd name="connsiteX107367" fmla="*/ 266112 w 2119654"/>
              <a:gd name="connsiteY107367" fmla="*/ 1241795 h 2398711"/>
              <a:gd name="connsiteX107368" fmla="*/ 267123 w 2119654"/>
              <a:gd name="connsiteY107368" fmla="*/ 1243986 h 2398711"/>
              <a:gd name="connsiteX107369" fmla="*/ 268619 w 2119654"/>
              <a:gd name="connsiteY107369" fmla="*/ 1245747 h 2398711"/>
              <a:gd name="connsiteX107370" fmla="*/ 279492 w 2119654"/>
              <a:gd name="connsiteY107370" fmla="*/ 1258204 h 2398711"/>
              <a:gd name="connsiteX107371" fmla="*/ 279146 w 2119654"/>
              <a:gd name="connsiteY107371" fmla="*/ 1257474 h 2398711"/>
              <a:gd name="connsiteX107372" fmla="*/ 267311 w 2119654"/>
              <a:gd name="connsiteY107372" fmla="*/ 1242662 h 2398711"/>
              <a:gd name="connsiteX107373" fmla="*/ 620470 w 2119654"/>
              <a:gd name="connsiteY107373" fmla="*/ 448281 h 2398711"/>
              <a:gd name="connsiteX107374" fmla="*/ 620228 w 2119654"/>
              <a:gd name="connsiteY107374" fmla="*/ 450055 h 2398711"/>
              <a:gd name="connsiteX107375" fmla="*/ 621269 w 2119654"/>
              <a:gd name="connsiteY107375" fmla="*/ 451098 h 2398711"/>
              <a:gd name="connsiteX107376" fmla="*/ 559310 w 2119654"/>
              <a:gd name="connsiteY107376" fmla="*/ 585158 h 2398711"/>
              <a:gd name="connsiteX107377" fmla="*/ 559310 w 2119654"/>
              <a:gd name="connsiteY107377" fmla="*/ 585241 h 2398711"/>
              <a:gd name="connsiteX107378" fmla="*/ 559777 w 2119654"/>
              <a:gd name="connsiteY107378" fmla="*/ 585434 h 2398711"/>
              <a:gd name="connsiteX107379" fmla="*/ 559647 w 2119654"/>
              <a:gd name="connsiteY107379" fmla="*/ 585355 h 2398711"/>
              <a:gd name="connsiteX107380" fmla="*/ 588711 w 2119654"/>
              <a:gd name="connsiteY107380" fmla="*/ 519293 h 2398711"/>
              <a:gd name="connsiteX107381" fmla="*/ 587567 w 2119654"/>
              <a:gd name="connsiteY107381" fmla="*/ 522828 h 2398711"/>
              <a:gd name="connsiteX107382" fmla="*/ 588781 w 2119654"/>
              <a:gd name="connsiteY107382" fmla="*/ 524007 h 2398711"/>
              <a:gd name="connsiteX107383" fmla="*/ 588909 w 2119654"/>
              <a:gd name="connsiteY107383" fmla="*/ 524003 h 2398711"/>
              <a:gd name="connsiteX107384" fmla="*/ 589238 w 2119654"/>
              <a:gd name="connsiteY107384" fmla="*/ 524243 h 2398711"/>
              <a:gd name="connsiteX107385" fmla="*/ 589808 w 2119654"/>
              <a:gd name="connsiteY107385" fmla="*/ 520215 h 2398711"/>
              <a:gd name="connsiteX107386" fmla="*/ 573576 w 2119654"/>
              <a:gd name="connsiteY107386" fmla="*/ 553110 h 2398711"/>
              <a:gd name="connsiteX107387" fmla="*/ 573211 w 2119654"/>
              <a:gd name="connsiteY107387" fmla="*/ 555971 h 2398711"/>
              <a:gd name="connsiteX107388" fmla="*/ 573670 w 2119654"/>
              <a:gd name="connsiteY107388" fmla="*/ 557301 h 2398711"/>
              <a:gd name="connsiteX107389" fmla="*/ 261994 w 2119654"/>
              <a:gd name="connsiteY107389" fmla="*/ 1250678 h 2398711"/>
              <a:gd name="connsiteX107390" fmla="*/ 268887 w 2119654"/>
              <a:gd name="connsiteY107390" fmla="*/ 1261015 h 2398711"/>
              <a:gd name="connsiteX107391" fmla="*/ 263426 w 2119654"/>
              <a:gd name="connsiteY107391" fmla="*/ 1251522 h 2398711"/>
              <a:gd name="connsiteX107392" fmla="*/ 360136 w 2119654"/>
              <a:gd name="connsiteY107392" fmla="*/ 1030889 h 2398711"/>
              <a:gd name="connsiteX107393" fmla="*/ 360123 w 2119654"/>
              <a:gd name="connsiteY107393" fmla="*/ 1031181 h 2398711"/>
              <a:gd name="connsiteX107394" fmla="*/ 360458 w 2119654"/>
              <a:gd name="connsiteY107394" fmla="*/ 1031912 h 2398711"/>
              <a:gd name="connsiteX107395" fmla="*/ 289563 w 2119654"/>
              <a:gd name="connsiteY107395" fmla="*/ 1188426 h 2398711"/>
              <a:gd name="connsiteX107396" fmla="*/ 289771 w 2119654"/>
              <a:gd name="connsiteY107396" fmla="*/ 1188931 h 2398711"/>
              <a:gd name="connsiteX107397" fmla="*/ 294368 w 2119654"/>
              <a:gd name="connsiteY107397" fmla="*/ 1192240 h 2398711"/>
              <a:gd name="connsiteX107398" fmla="*/ 294304 w 2119654"/>
              <a:gd name="connsiteY107398" fmla="*/ 1192034 h 2398711"/>
              <a:gd name="connsiteX107399" fmla="*/ 604477 w 2119654"/>
              <a:gd name="connsiteY107399" fmla="*/ 483178 h 2398711"/>
              <a:gd name="connsiteX107400" fmla="*/ 604533 w 2119654"/>
              <a:gd name="connsiteY107400" fmla="*/ 488385 h 2398711"/>
              <a:gd name="connsiteX107401" fmla="*/ 605033 w 2119654"/>
              <a:gd name="connsiteY107401" fmla="*/ 489452 h 2398711"/>
              <a:gd name="connsiteX107402" fmla="*/ 605834 w 2119654"/>
              <a:gd name="connsiteY107402" fmla="*/ 483839 h 2398711"/>
              <a:gd name="connsiteX107403" fmla="*/ 195231 w 2119654"/>
              <a:gd name="connsiteY107403" fmla="*/ 1399549 h 2398711"/>
              <a:gd name="connsiteX107404" fmla="*/ 202604 w 2119654"/>
              <a:gd name="connsiteY107404" fmla="*/ 1411726 h 2398711"/>
              <a:gd name="connsiteX107405" fmla="*/ 234399 w 2119654"/>
              <a:gd name="connsiteY107405" fmla="*/ 1432340 h 2398711"/>
              <a:gd name="connsiteX107406" fmla="*/ 233506 w 2119654"/>
              <a:gd name="connsiteY107406" fmla="*/ 1431616 h 2398711"/>
              <a:gd name="connsiteX107407" fmla="*/ 205163 w 2119654"/>
              <a:gd name="connsiteY107407" fmla="*/ 1411507 h 2398711"/>
              <a:gd name="connsiteX107408" fmla="*/ 205079 w 2119654"/>
              <a:gd name="connsiteY107408" fmla="*/ 1411080 h 2398711"/>
              <a:gd name="connsiteX107409" fmla="*/ 229864 w 2119654"/>
              <a:gd name="connsiteY107409" fmla="*/ 1428666 h 2398711"/>
              <a:gd name="connsiteX107410" fmla="*/ 228241 w 2119654"/>
              <a:gd name="connsiteY107410" fmla="*/ 1427352 h 2398711"/>
              <a:gd name="connsiteX107411" fmla="*/ 228203 w 2119654"/>
              <a:gd name="connsiteY107411" fmla="*/ 1427181 h 2398711"/>
              <a:gd name="connsiteX107412" fmla="*/ 231253 w 2119654"/>
              <a:gd name="connsiteY107412" fmla="*/ 1429651 h 2398711"/>
              <a:gd name="connsiteX107413" fmla="*/ 231520 w 2119654"/>
              <a:gd name="connsiteY107413" fmla="*/ 1429841 h 2398711"/>
              <a:gd name="connsiteX107414" fmla="*/ 244939 w 2119654"/>
              <a:gd name="connsiteY107414" fmla="*/ 1439046 h 2398711"/>
              <a:gd name="connsiteX107415" fmla="*/ 244749 w 2119654"/>
              <a:gd name="connsiteY107415" fmla="*/ 1438617 h 2398711"/>
              <a:gd name="connsiteX107416" fmla="*/ 224017 w 2119654"/>
              <a:gd name="connsiteY107416" fmla="*/ 1412297 h 2398711"/>
              <a:gd name="connsiteX107417" fmla="*/ 222384 w 2119654"/>
              <a:gd name="connsiteY107417" fmla="*/ 1410895 h 2398711"/>
              <a:gd name="connsiteX107418" fmla="*/ 222338 w 2119654"/>
              <a:gd name="connsiteY107418" fmla="*/ 1410445 h 2398711"/>
              <a:gd name="connsiteX107419" fmla="*/ 238515 w 2119654"/>
              <a:gd name="connsiteY107419" fmla="*/ 1302523 h 2398711"/>
              <a:gd name="connsiteX107420" fmla="*/ 239748 w 2119654"/>
              <a:gd name="connsiteY107420" fmla="*/ 1304418 h 2398711"/>
              <a:gd name="connsiteX107421" fmla="*/ 239644 w 2119654"/>
              <a:gd name="connsiteY107421" fmla="*/ 1304115 h 2398711"/>
              <a:gd name="connsiteX107422" fmla="*/ 238951 w 2119654"/>
              <a:gd name="connsiteY107422" fmla="*/ 1302769 h 2398711"/>
              <a:gd name="connsiteX107423" fmla="*/ 490519 w 2119654"/>
              <a:gd name="connsiteY107423" fmla="*/ 738231 h 2398711"/>
              <a:gd name="connsiteX107424" fmla="*/ 490289 w 2119654"/>
              <a:gd name="connsiteY107424" fmla="*/ 740142 h 2398711"/>
              <a:gd name="connsiteX107425" fmla="*/ 490501 w 2119654"/>
              <a:gd name="connsiteY107425" fmla="*/ 741033 h 2398711"/>
              <a:gd name="connsiteX107426" fmla="*/ 490517 w 2119654"/>
              <a:gd name="connsiteY107426" fmla="*/ 740986 h 2398711"/>
              <a:gd name="connsiteX107427" fmla="*/ 490816 w 2119654"/>
              <a:gd name="connsiteY107427" fmla="*/ 739093 h 2398711"/>
              <a:gd name="connsiteX107428" fmla="*/ 552206 w 2119654"/>
              <a:gd name="connsiteY107428" fmla="*/ 600014 h 2398711"/>
              <a:gd name="connsiteX107429" fmla="*/ 552207 w 2119654"/>
              <a:gd name="connsiteY107429" fmla="*/ 600115 h 2398711"/>
              <a:gd name="connsiteX107430" fmla="*/ 552210 w 2119654"/>
              <a:gd name="connsiteY107430" fmla="*/ 600017 h 2398711"/>
              <a:gd name="connsiteX107431" fmla="*/ 232013 w 2119654"/>
              <a:gd name="connsiteY107431" fmla="*/ 1316846 h 2398711"/>
              <a:gd name="connsiteX107432" fmla="*/ 237557 w 2119654"/>
              <a:gd name="connsiteY107432" fmla="*/ 1322322 h 2398711"/>
              <a:gd name="connsiteX107433" fmla="*/ 235753 w 2119654"/>
              <a:gd name="connsiteY107433" fmla="*/ 1318964 h 2398711"/>
              <a:gd name="connsiteX107434" fmla="*/ 507076 w 2119654"/>
              <a:gd name="connsiteY107434" fmla="*/ 700668 h 2398711"/>
              <a:gd name="connsiteX107435" fmla="*/ 506831 w 2119654"/>
              <a:gd name="connsiteY107435" fmla="*/ 701535 h 2398711"/>
              <a:gd name="connsiteX107436" fmla="*/ 507240 w 2119654"/>
              <a:gd name="connsiteY107436" fmla="*/ 701838 h 2398711"/>
              <a:gd name="connsiteX107437" fmla="*/ 507100 w 2119654"/>
              <a:gd name="connsiteY107437" fmla="*/ 700702 h 2398711"/>
              <a:gd name="connsiteX107438" fmla="*/ 340556 w 2119654"/>
              <a:gd name="connsiteY107438" fmla="*/ 1073490 h 2398711"/>
              <a:gd name="connsiteX107439" fmla="*/ 340568 w 2119654"/>
              <a:gd name="connsiteY107439" fmla="*/ 1073541 h 2398711"/>
              <a:gd name="connsiteX107440" fmla="*/ 340839 w 2119654"/>
              <a:gd name="connsiteY107440" fmla="*/ 1073988 h 2398711"/>
              <a:gd name="connsiteX107441" fmla="*/ 340835 w 2119654"/>
              <a:gd name="connsiteY107441" fmla="*/ 1073904 h 2398711"/>
              <a:gd name="connsiteX107442" fmla="*/ 453551 w 2119654"/>
              <a:gd name="connsiteY107442" fmla="*/ 820459 h 2398711"/>
              <a:gd name="connsiteX107443" fmla="*/ 453642 w 2119654"/>
              <a:gd name="connsiteY107443" fmla="*/ 820949 h 2398711"/>
              <a:gd name="connsiteX107444" fmla="*/ 453736 w 2119654"/>
              <a:gd name="connsiteY107444" fmla="*/ 821064 h 2398711"/>
              <a:gd name="connsiteX107445" fmla="*/ 453582 w 2119654"/>
              <a:gd name="connsiteY107445" fmla="*/ 820479 h 2398711"/>
              <a:gd name="connsiteX107446" fmla="*/ 491724 w 2119654"/>
              <a:gd name="connsiteY107446" fmla="*/ 734949 h 2398711"/>
              <a:gd name="connsiteX107447" fmla="*/ 491575 w 2119654"/>
              <a:gd name="connsiteY107447" fmla="*/ 735889 h 2398711"/>
              <a:gd name="connsiteX107448" fmla="*/ 492283 w 2119654"/>
              <a:gd name="connsiteY107448" fmla="*/ 737940 h 2398711"/>
              <a:gd name="connsiteX107449" fmla="*/ 492428 w 2119654"/>
              <a:gd name="connsiteY107449" fmla="*/ 735362 h 2398711"/>
              <a:gd name="connsiteX107450" fmla="*/ 492146 w 2119654"/>
              <a:gd name="connsiteY107450" fmla="*/ 735155 h 2398711"/>
              <a:gd name="connsiteX107451" fmla="*/ 491739 w 2119654"/>
              <a:gd name="connsiteY107451" fmla="*/ 734854 h 2398711"/>
              <a:gd name="connsiteX107452" fmla="*/ 491726 w 2119654"/>
              <a:gd name="connsiteY107452" fmla="*/ 734935 h 2398711"/>
              <a:gd name="connsiteX107453" fmla="*/ 492101 w 2119654"/>
              <a:gd name="connsiteY107453" fmla="*/ 735121 h 2398711"/>
              <a:gd name="connsiteX107454" fmla="*/ 356133 w 2119654"/>
              <a:gd name="connsiteY107454" fmla="*/ 1038476 h 2398711"/>
              <a:gd name="connsiteX107455" fmla="*/ 356443 w 2119654"/>
              <a:gd name="connsiteY107455" fmla="*/ 1039402 h 2398711"/>
              <a:gd name="connsiteX107456" fmla="*/ 357155 w 2119654"/>
              <a:gd name="connsiteY107456" fmla="*/ 1040188 h 2398711"/>
              <a:gd name="connsiteX107457" fmla="*/ 357130 w 2119654"/>
              <a:gd name="connsiteY107457" fmla="*/ 1040068 h 2398711"/>
              <a:gd name="connsiteX107458" fmla="*/ 573885 w 2119654"/>
              <a:gd name="connsiteY107458" fmla="*/ 550834 h 2398711"/>
              <a:gd name="connsiteX107459" fmla="*/ 574055 w 2119654"/>
              <a:gd name="connsiteY107459" fmla="*/ 558417 h 2398711"/>
              <a:gd name="connsiteX107460" fmla="*/ 574751 w 2119654"/>
              <a:gd name="connsiteY107460" fmla="*/ 560434 h 2398711"/>
              <a:gd name="connsiteX107461" fmla="*/ 577519 w 2119654"/>
              <a:gd name="connsiteY107461" fmla="*/ 551884 h 2398711"/>
              <a:gd name="connsiteX107462" fmla="*/ 360700 w 2119654"/>
              <a:gd name="connsiteY107462" fmla="*/ 1028187 h 2398711"/>
              <a:gd name="connsiteX107463" fmla="*/ 362406 w 2119654"/>
              <a:gd name="connsiteY107463" fmla="*/ 1033616 h 2398711"/>
              <a:gd name="connsiteX107464" fmla="*/ 362529 w 2119654"/>
              <a:gd name="connsiteY107464" fmla="*/ 1033097 h 2398711"/>
              <a:gd name="connsiteX107465" fmla="*/ 362427 w 2119654"/>
              <a:gd name="connsiteY107465" fmla="*/ 1032035 h 2398711"/>
              <a:gd name="connsiteX107466" fmla="*/ 362344 w 2119654"/>
              <a:gd name="connsiteY107466" fmla="*/ 1030324 h 2398711"/>
              <a:gd name="connsiteX107467" fmla="*/ 361998 w 2119654"/>
              <a:gd name="connsiteY107467" fmla="*/ 1029720 h 2398711"/>
              <a:gd name="connsiteX107468" fmla="*/ 361603 w 2119654"/>
              <a:gd name="connsiteY107468" fmla="*/ 1029263 h 2398711"/>
              <a:gd name="connsiteX107469" fmla="*/ 637322 w 2119654"/>
              <a:gd name="connsiteY107469" fmla="*/ 408773 h 2398711"/>
              <a:gd name="connsiteX107470" fmla="*/ 637795 w 2119654"/>
              <a:gd name="connsiteY107470" fmla="*/ 411913 h 2398711"/>
              <a:gd name="connsiteX107471" fmla="*/ 638138 w 2119654"/>
              <a:gd name="connsiteY107471" fmla="*/ 409454 h 2398711"/>
              <a:gd name="connsiteX107472" fmla="*/ 613728 w 2119654"/>
              <a:gd name="connsiteY107472" fmla="*/ 461505 h 2398711"/>
              <a:gd name="connsiteX107473" fmla="*/ 613492 w 2119654"/>
              <a:gd name="connsiteY107473" fmla="*/ 465866 h 2398711"/>
              <a:gd name="connsiteX107474" fmla="*/ 614858 w 2119654"/>
              <a:gd name="connsiteY107474" fmla="*/ 467280 h 2398711"/>
              <a:gd name="connsiteX107475" fmla="*/ 665659 w 2119654"/>
              <a:gd name="connsiteY107475" fmla="*/ 345169 h 2398711"/>
              <a:gd name="connsiteX107476" fmla="*/ 663603 w 2119654"/>
              <a:gd name="connsiteY107476" fmla="*/ 354672 h 2398711"/>
              <a:gd name="connsiteX107477" fmla="*/ 661928 w 2119654"/>
              <a:gd name="connsiteY107477" fmla="*/ 362940 h 2398711"/>
              <a:gd name="connsiteX107478" fmla="*/ 668618 w 2119654"/>
              <a:gd name="connsiteY107478" fmla="*/ 370616 h 2398711"/>
              <a:gd name="connsiteX107479" fmla="*/ 670948 w 2119654"/>
              <a:gd name="connsiteY107479" fmla="*/ 360148 h 2398711"/>
              <a:gd name="connsiteX107480" fmla="*/ 672874 w 2119654"/>
              <a:gd name="connsiteY107480" fmla="*/ 352015 h 2398711"/>
              <a:gd name="connsiteX107481" fmla="*/ 590892 w 2119654"/>
              <a:gd name="connsiteY107481" fmla="*/ 512556 h 2398711"/>
              <a:gd name="connsiteX107482" fmla="*/ 588921 w 2119654"/>
              <a:gd name="connsiteY107482" fmla="*/ 518646 h 2398711"/>
              <a:gd name="connsiteX107483" fmla="*/ 589912 w 2119654"/>
              <a:gd name="connsiteY107483" fmla="*/ 519484 h 2398711"/>
              <a:gd name="connsiteX107484" fmla="*/ 565367 w 2119654"/>
              <a:gd name="connsiteY107484" fmla="*/ 569694 h 2398711"/>
              <a:gd name="connsiteX107485" fmla="*/ 564637 w 2119654"/>
              <a:gd name="connsiteY107485" fmla="*/ 574573 h 2398711"/>
              <a:gd name="connsiteX107486" fmla="*/ 565994 w 2119654"/>
              <a:gd name="connsiteY107486" fmla="*/ 578501 h 2398711"/>
              <a:gd name="connsiteX107487" fmla="*/ 567418 w 2119654"/>
              <a:gd name="connsiteY107487" fmla="*/ 579351 h 2398711"/>
              <a:gd name="connsiteX107488" fmla="*/ 568702 w 2119654"/>
              <a:gd name="connsiteY107488" fmla="*/ 575170 h 2398711"/>
              <a:gd name="connsiteX107489" fmla="*/ 569036 w 2119654"/>
              <a:gd name="connsiteY107489" fmla="*/ 574941 h 2398711"/>
              <a:gd name="connsiteX107490" fmla="*/ 567638 w 2119654"/>
              <a:gd name="connsiteY107490" fmla="*/ 579482 h 2398711"/>
              <a:gd name="connsiteX107491" fmla="*/ 568434 w 2119654"/>
              <a:gd name="connsiteY107491" fmla="*/ 579957 h 2398711"/>
              <a:gd name="connsiteX107492" fmla="*/ 570255 w 2119654"/>
              <a:gd name="connsiteY107492" fmla="*/ 574328 h 2398711"/>
              <a:gd name="connsiteX107493" fmla="*/ 559310 w 2119654"/>
              <a:gd name="connsiteY107493" fmla="*/ 583239 h 2398711"/>
              <a:gd name="connsiteX107494" fmla="*/ 559310 w 2119654"/>
              <a:gd name="connsiteY107494" fmla="*/ 584893 h 2398711"/>
              <a:gd name="connsiteX107495" fmla="*/ 559861 w 2119654"/>
              <a:gd name="connsiteY107495" fmla="*/ 585214 h 2398711"/>
              <a:gd name="connsiteX107496" fmla="*/ 559923 w 2119654"/>
              <a:gd name="connsiteY107496" fmla="*/ 583750 h 2398711"/>
              <a:gd name="connsiteX107497" fmla="*/ 607855 w 2119654"/>
              <a:gd name="connsiteY107497" fmla="*/ 474411 h 2398711"/>
              <a:gd name="connsiteX107498" fmla="*/ 606567 w 2119654"/>
              <a:gd name="connsiteY107498" fmla="*/ 483451 h 2398711"/>
              <a:gd name="connsiteX107499" fmla="*/ 612026 w 2119654"/>
              <a:gd name="connsiteY107499" fmla="*/ 486113 h 2398711"/>
              <a:gd name="connsiteX107500" fmla="*/ 612545 w 2119654"/>
              <a:gd name="connsiteY107500" fmla="*/ 476506 h 2398711"/>
              <a:gd name="connsiteX107501" fmla="*/ 263961 w 2119654"/>
              <a:gd name="connsiteY107501" fmla="*/ 1244270 h 2398711"/>
              <a:gd name="connsiteX107502" fmla="*/ 268555 w 2119654"/>
              <a:gd name="connsiteY107502" fmla="*/ 1254268 h 2398711"/>
              <a:gd name="connsiteX107503" fmla="*/ 269740 w 2119654"/>
              <a:gd name="connsiteY107503" fmla="*/ 1254967 h 2398711"/>
              <a:gd name="connsiteX107504" fmla="*/ 271837 w 2119654"/>
              <a:gd name="connsiteY107504" fmla="*/ 1256165 h 2398711"/>
              <a:gd name="connsiteX107505" fmla="*/ 269312 w 2119654"/>
              <a:gd name="connsiteY107505" fmla="*/ 1250697 h 2398711"/>
              <a:gd name="connsiteX107506" fmla="*/ 266409 w 2119654"/>
              <a:gd name="connsiteY107506" fmla="*/ 1246897 h 2398711"/>
              <a:gd name="connsiteX107507" fmla="*/ 519295 w 2119654"/>
              <a:gd name="connsiteY107507" fmla="*/ 672495 h 2398711"/>
              <a:gd name="connsiteX107508" fmla="*/ 519945 w 2119654"/>
              <a:gd name="connsiteY107508" fmla="*/ 676549 h 2398711"/>
              <a:gd name="connsiteX107509" fmla="*/ 523157 w 2119654"/>
              <a:gd name="connsiteY107509" fmla="*/ 678995 h 2398711"/>
              <a:gd name="connsiteX107510" fmla="*/ 524914 w 2119654"/>
              <a:gd name="connsiteY107510" fmla="*/ 679865 h 2398711"/>
              <a:gd name="connsiteX107511" fmla="*/ 524970 w 2119654"/>
              <a:gd name="connsiteY107511" fmla="*/ 679181 h 2398711"/>
              <a:gd name="connsiteX107512" fmla="*/ 524891 w 2119654"/>
              <a:gd name="connsiteY107512" fmla="*/ 678131 h 2398711"/>
              <a:gd name="connsiteX107513" fmla="*/ 524383 w 2119654"/>
              <a:gd name="connsiteY107513" fmla="*/ 674971 h 2398711"/>
              <a:gd name="connsiteX107514" fmla="*/ 524261 w 2119654"/>
              <a:gd name="connsiteY107514" fmla="*/ 674569 h 2398711"/>
              <a:gd name="connsiteX107515" fmla="*/ 523808 w 2119654"/>
              <a:gd name="connsiteY107515" fmla="*/ 673647 h 2398711"/>
              <a:gd name="connsiteX107516" fmla="*/ 594293 w 2119654"/>
              <a:gd name="connsiteY107516" fmla="*/ 504490 h 2398711"/>
              <a:gd name="connsiteX107517" fmla="*/ 594872 w 2119654"/>
              <a:gd name="connsiteY107517" fmla="*/ 507452 h 2398711"/>
              <a:gd name="connsiteX107518" fmla="*/ 594939 w 2119654"/>
              <a:gd name="connsiteY107518" fmla="*/ 504995 h 2398711"/>
              <a:gd name="connsiteX107519" fmla="*/ 560861 w 2119654"/>
              <a:gd name="connsiteY107519" fmla="*/ 579236 h 2398711"/>
              <a:gd name="connsiteX107520" fmla="*/ 560840 w 2119654"/>
              <a:gd name="connsiteY107520" fmla="*/ 579720 h 2398711"/>
              <a:gd name="connsiteX107521" fmla="*/ 563246 w 2119654"/>
              <a:gd name="connsiteY107521" fmla="*/ 582000 h 2398711"/>
              <a:gd name="connsiteX107522" fmla="*/ 563478 w 2119654"/>
              <a:gd name="connsiteY107522" fmla="*/ 580454 h 2398711"/>
              <a:gd name="connsiteX107523" fmla="*/ 563456 w 2119654"/>
              <a:gd name="connsiteY107523" fmla="*/ 580249 h 2398711"/>
              <a:gd name="connsiteX107524" fmla="*/ 547325 w 2119654"/>
              <a:gd name="connsiteY107524" fmla="*/ 609481 h 2398711"/>
              <a:gd name="connsiteX107525" fmla="*/ 547555 w 2119654"/>
              <a:gd name="connsiteY107525" fmla="*/ 618152 h 2398711"/>
              <a:gd name="connsiteX107526" fmla="*/ 547829 w 2119654"/>
              <a:gd name="connsiteY107526" fmla="*/ 618189 h 2398711"/>
              <a:gd name="connsiteX107527" fmla="*/ 548135 w 2119654"/>
              <a:gd name="connsiteY107527" fmla="*/ 615998 h 2398711"/>
              <a:gd name="connsiteX107528" fmla="*/ 548136 w 2119654"/>
              <a:gd name="connsiteY107528" fmla="*/ 609825 h 2398711"/>
              <a:gd name="connsiteX107529" fmla="*/ 636889 w 2119654"/>
              <a:gd name="connsiteY107529" fmla="*/ 408812 h 2398711"/>
              <a:gd name="connsiteX107530" fmla="*/ 636336 w 2119654"/>
              <a:gd name="connsiteY107530" fmla="*/ 412692 h 2398711"/>
              <a:gd name="connsiteX107531" fmla="*/ 637240 w 2119654"/>
              <a:gd name="connsiteY107531" fmla="*/ 413845 h 2398711"/>
              <a:gd name="connsiteX107532" fmla="*/ 637489 w 2119654"/>
              <a:gd name="connsiteY107532" fmla="*/ 414105 h 2398711"/>
              <a:gd name="connsiteX107533" fmla="*/ 637583 w 2119654"/>
              <a:gd name="connsiteY107533" fmla="*/ 413426 h 2398711"/>
              <a:gd name="connsiteX107534" fmla="*/ 666010 w 2119654"/>
              <a:gd name="connsiteY107534" fmla="*/ 343546 h 2398711"/>
              <a:gd name="connsiteX107535" fmla="*/ 665702 w 2119654"/>
              <a:gd name="connsiteY107535" fmla="*/ 344969 h 2398711"/>
              <a:gd name="connsiteX107536" fmla="*/ 672921 w 2119654"/>
              <a:gd name="connsiteY107536" fmla="*/ 351819 h 2398711"/>
              <a:gd name="connsiteX107537" fmla="*/ 672925 w 2119654"/>
              <a:gd name="connsiteY107537" fmla="*/ 351802 h 2398711"/>
              <a:gd name="connsiteX107538" fmla="*/ 559310 w 2119654"/>
              <a:gd name="connsiteY107538" fmla="*/ 582384 h 2398711"/>
              <a:gd name="connsiteX107539" fmla="*/ 559310 w 2119654"/>
              <a:gd name="connsiteY107539" fmla="*/ 582771 h 2398711"/>
              <a:gd name="connsiteX107540" fmla="*/ 559943 w 2119654"/>
              <a:gd name="connsiteY107540" fmla="*/ 583298 h 2398711"/>
              <a:gd name="connsiteX107541" fmla="*/ 559972 w 2119654"/>
              <a:gd name="connsiteY107541" fmla="*/ 582584 h 2398711"/>
              <a:gd name="connsiteX107542" fmla="*/ 271301 w 2119654"/>
              <a:gd name="connsiteY107542" fmla="*/ 1227170 h 2398711"/>
              <a:gd name="connsiteX107543" fmla="*/ 272875 w 2119654"/>
              <a:gd name="connsiteY107543" fmla="*/ 1229571 h 2398711"/>
              <a:gd name="connsiteX107544" fmla="*/ 272759 w 2119654"/>
              <a:gd name="connsiteY107544" fmla="*/ 1229067 h 2398711"/>
              <a:gd name="connsiteX107545" fmla="*/ 271647 w 2119654"/>
              <a:gd name="connsiteY107545" fmla="*/ 1227461 h 2398711"/>
              <a:gd name="connsiteX107546" fmla="*/ 574083 w 2119654"/>
              <a:gd name="connsiteY107546" fmla="*/ 549145 h 2398711"/>
              <a:gd name="connsiteX107547" fmla="*/ 573897 w 2119654"/>
              <a:gd name="connsiteY107547" fmla="*/ 550598 h 2398711"/>
              <a:gd name="connsiteX107548" fmla="*/ 577590 w 2119654"/>
              <a:gd name="connsiteY107548" fmla="*/ 551665 h 2398711"/>
              <a:gd name="connsiteX107549" fmla="*/ 577966 w 2119654"/>
              <a:gd name="connsiteY107549" fmla="*/ 550502 h 2398711"/>
              <a:gd name="connsiteX107550" fmla="*/ 265417 w 2119654"/>
              <a:gd name="connsiteY107550" fmla="*/ 1240291 h 2398711"/>
              <a:gd name="connsiteX107551" fmla="*/ 265895 w 2119654"/>
              <a:gd name="connsiteY107551" fmla="*/ 1241327 h 2398711"/>
              <a:gd name="connsiteX107552" fmla="*/ 266721 w 2119654"/>
              <a:gd name="connsiteY107552" fmla="*/ 1241923 h 2398711"/>
              <a:gd name="connsiteX107553" fmla="*/ 595572 w 2119654"/>
              <a:gd name="connsiteY107553" fmla="*/ 500939 h 2398711"/>
              <a:gd name="connsiteX107554" fmla="*/ 595551 w 2119654"/>
              <a:gd name="connsiteY107554" fmla="*/ 501701 h 2398711"/>
              <a:gd name="connsiteX107555" fmla="*/ 602534 w 2119654"/>
              <a:gd name="connsiteY107555" fmla="*/ 507019 h 2398711"/>
              <a:gd name="connsiteX107556" fmla="*/ 602685 w 2119654"/>
              <a:gd name="connsiteY107556" fmla="*/ 505954 h 2398711"/>
              <a:gd name="connsiteX107557" fmla="*/ 600690 w 2119654"/>
              <a:gd name="connsiteY107557" fmla="*/ 503689 h 2398711"/>
              <a:gd name="connsiteX107558" fmla="*/ 543340 w 2119654"/>
              <a:gd name="connsiteY107558" fmla="*/ 617873 h 2398711"/>
              <a:gd name="connsiteX107559" fmla="*/ 544351 w 2119654"/>
              <a:gd name="connsiteY107559" fmla="*/ 619429 h 2398711"/>
              <a:gd name="connsiteX107560" fmla="*/ 544209 w 2119654"/>
              <a:gd name="connsiteY107560" fmla="*/ 618399 h 2398711"/>
              <a:gd name="connsiteX107561" fmla="*/ 543466 w 2119654"/>
              <a:gd name="connsiteY107561" fmla="*/ 617891 h 2398711"/>
              <a:gd name="connsiteX107562" fmla="*/ 491156 w 2119654"/>
              <a:gd name="connsiteY107562" fmla="*/ 734675 h 2398711"/>
              <a:gd name="connsiteX107563" fmla="*/ 491403 w 2119654"/>
              <a:gd name="connsiteY107563" fmla="*/ 735388 h 2398711"/>
              <a:gd name="connsiteX107564" fmla="*/ 491490 w 2119654"/>
              <a:gd name="connsiteY107564" fmla="*/ 734837 h 2398711"/>
              <a:gd name="connsiteX107565" fmla="*/ 521822 w 2119654"/>
              <a:gd name="connsiteY107565" fmla="*/ 665993 h 2398711"/>
              <a:gd name="connsiteX107566" fmla="*/ 523415 w 2119654"/>
              <a:gd name="connsiteY107566" fmla="*/ 671229 h 2398711"/>
              <a:gd name="connsiteX107567" fmla="*/ 523798 w 2119654"/>
              <a:gd name="connsiteY107567" fmla="*/ 671327 h 2398711"/>
              <a:gd name="connsiteX107568" fmla="*/ 523568 w 2119654"/>
              <a:gd name="connsiteY107568" fmla="*/ 669893 h 2398711"/>
              <a:gd name="connsiteX107569" fmla="*/ 521978 w 2119654"/>
              <a:gd name="connsiteY107569" fmla="*/ 666143 h 2398711"/>
              <a:gd name="connsiteX107570" fmla="*/ 242499 w 2119654"/>
              <a:gd name="connsiteY107570" fmla="*/ 1291399 h 2398711"/>
              <a:gd name="connsiteX107571" fmla="*/ 242560 w 2119654"/>
              <a:gd name="connsiteY107571" fmla="*/ 1291574 h 2398711"/>
              <a:gd name="connsiteX107572" fmla="*/ 242731 w 2119654"/>
              <a:gd name="connsiteY107572" fmla="*/ 1291683 h 2398711"/>
              <a:gd name="connsiteX107573" fmla="*/ 486147 w 2119654"/>
              <a:gd name="connsiteY107573" fmla="*/ 745803 h 2398711"/>
              <a:gd name="connsiteX107574" fmla="*/ 486195 w 2119654"/>
              <a:gd name="connsiteY107574" fmla="*/ 746295 h 2398711"/>
              <a:gd name="connsiteX107575" fmla="*/ 486822 w 2119654"/>
              <a:gd name="connsiteY107575" fmla="*/ 747232 h 2398711"/>
              <a:gd name="connsiteX107576" fmla="*/ 486591 w 2119654"/>
              <a:gd name="connsiteY107576" fmla="*/ 745962 h 2398711"/>
              <a:gd name="connsiteX107577" fmla="*/ 240760 w 2119654"/>
              <a:gd name="connsiteY107577" fmla="*/ 1295245 h 2398711"/>
              <a:gd name="connsiteX107578" fmla="*/ 242313 w 2119654"/>
              <a:gd name="connsiteY107578" fmla="*/ 1298265 h 2398711"/>
              <a:gd name="connsiteX107579" fmla="*/ 244901 w 2119654"/>
              <a:gd name="connsiteY107579" fmla="*/ 1300012 h 2398711"/>
              <a:gd name="connsiteX107580" fmla="*/ 244225 w 2119654"/>
              <a:gd name="connsiteY107580" fmla="*/ 1298050 h 2398711"/>
              <a:gd name="connsiteX107581" fmla="*/ 242374 w 2119654"/>
              <a:gd name="connsiteY107581" fmla="*/ 1295941 h 2398711"/>
              <a:gd name="connsiteX107582" fmla="*/ 628079 w 2119654"/>
              <a:gd name="connsiteY107582" fmla="*/ 427935 h 2398711"/>
              <a:gd name="connsiteX107583" fmla="*/ 626667 w 2119654"/>
              <a:gd name="connsiteY107583" fmla="*/ 434906 h 2398711"/>
              <a:gd name="connsiteX107584" fmla="*/ 631647 w 2119654"/>
              <a:gd name="connsiteY107584" fmla="*/ 439226 h 2398711"/>
              <a:gd name="connsiteX107585" fmla="*/ 632764 w 2119654"/>
              <a:gd name="connsiteY107585" fmla="*/ 431391 h 2398711"/>
              <a:gd name="connsiteX107586" fmla="*/ 446873 w 2119654"/>
              <a:gd name="connsiteY107586" fmla="*/ 833670 h 2398711"/>
              <a:gd name="connsiteX107587" fmla="*/ 446822 w 2119654"/>
              <a:gd name="connsiteY107587" fmla="*/ 834271 h 2398711"/>
              <a:gd name="connsiteX107588" fmla="*/ 447187 w 2119654"/>
              <a:gd name="connsiteY107588" fmla="*/ 835521 h 2398711"/>
              <a:gd name="connsiteX107589" fmla="*/ 447364 w 2119654"/>
              <a:gd name="connsiteY107589" fmla="*/ 834070 h 2398711"/>
              <a:gd name="connsiteX107590" fmla="*/ 246925 w 2119654"/>
              <a:gd name="connsiteY107590" fmla="*/ 1281343 h 2398711"/>
              <a:gd name="connsiteX107591" fmla="*/ 249960 w 2119654"/>
              <a:gd name="connsiteY107591" fmla="*/ 1286049 h 2398711"/>
              <a:gd name="connsiteX107592" fmla="*/ 252130 w 2119654"/>
              <a:gd name="connsiteY107592" fmla="*/ 1289316 h 2398711"/>
              <a:gd name="connsiteX107593" fmla="*/ 253418 w 2119654"/>
              <a:gd name="connsiteY107593" fmla="*/ 1290323 h 2398711"/>
              <a:gd name="connsiteX107594" fmla="*/ 249900 w 2119654"/>
              <a:gd name="connsiteY107594" fmla="*/ 1284030 h 2398711"/>
              <a:gd name="connsiteX107595" fmla="*/ 516876 w 2119654"/>
              <a:gd name="connsiteY107595" fmla="*/ 676745 h 2398711"/>
              <a:gd name="connsiteX107596" fmla="*/ 516920 w 2119654"/>
              <a:gd name="connsiteY107596" fmla="*/ 677339 h 2398711"/>
              <a:gd name="connsiteX107597" fmla="*/ 517323 w 2119654"/>
              <a:gd name="connsiteY107597" fmla="*/ 678287 h 2398711"/>
              <a:gd name="connsiteX107598" fmla="*/ 518801 w 2119654"/>
              <a:gd name="connsiteY107598" fmla="*/ 679308 h 2398711"/>
              <a:gd name="connsiteX107599" fmla="*/ 518934 w 2119654"/>
              <a:gd name="connsiteY107599" fmla="*/ 679438 h 2398711"/>
              <a:gd name="connsiteX107600" fmla="*/ 518729 w 2119654"/>
              <a:gd name="connsiteY107600" fmla="*/ 678157 h 2398711"/>
              <a:gd name="connsiteX107601" fmla="*/ 246737 w 2119654"/>
              <a:gd name="connsiteY107601" fmla="*/ 1281565 h 2398711"/>
              <a:gd name="connsiteX107602" fmla="*/ 248974 w 2119654"/>
              <a:gd name="connsiteY107602" fmla="*/ 1286849 h 2398711"/>
              <a:gd name="connsiteX107603" fmla="*/ 251337 w 2119654"/>
              <a:gd name="connsiteY107603" fmla="*/ 1288696 h 2398711"/>
              <a:gd name="connsiteX107604" fmla="*/ 592813 w 2119654"/>
              <a:gd name="connsiteY107604" fmla="*/ 506621 h 2398711"/>
              <a:gd name="connsiteX107605" fmla="*/ 591243 w 2119654"/>
              <a:gd name="connsiteY107605" fmla="*/ 511472 h 2398711"/>
              <a:gd name="connsiteX107606" fmla="*/ 590088 w 2119654"/>
              <a:gd name="connsiteY107606" fmla="*/ 519633 h 2398711"/>
              <a:gd name="connsiteX107607" fmla="*/ 594441 w 2119654"/>
              <a:gd name="connsiteY107607" fmla="*/ 523313 h 2398711"/>
              <a:gd name="connsiteX107608" fmla="*/ 594680 w 2119654"/>
              <a:gd name="connsiteY107608" fmla="*/ 514514 h 2398711"/>
              <a:gd name="connsiteX107609" fmla="*/ 573845 w 2119654"/>
              <a:gd name="connsiteY107609" fmla="*/ 549062 h 2398711"/>
              <a:gd name="connsiteX107610" fmla="*/ 573859 w 2119654"/>
              <a:gd name="connsiteY107610" fmla="*/ 549673 h 2398711"/>
              <a:gd name="connsiteX107611" fmla="*/ 573941 w 2119654"/>
              <a:gd name="connsiteY107611" fmla="*/ 549095 h 2398711"/>
              <a:gd name="connsiteX107612" fmla="*/ 547298 w 2119654"/>
              <a:gd name="connsiteY107612" fmla="*/ 608449 h 2398711"/>
              <a:gd name="connsiteX107613" fmla="*/ 547315 w 2119654"/>
              <a:gd name="connsiteY107613" fmla="*/ 609065 h 2398711"/>
              <a:gd name="connsiteX107614" fmla="*/ 548136 w 2119654"/>
              <a:gd name="connsiteY107614" fmla="*/ 609402 h 2398711"/>
              <a:gd name="connsiteX107615" fmla="*/ 548137 w 2119654"/>
              <a:gd name="connsiteY107615" fmla="*/ 608806 h 2398711"/>
              <a:gd name="connsiteX107616" fmla="*/ 241335 w 2119654"/>
              <a:gd name="connsiteY107616" fmla="*/ 1293520 h 2398711"/>
              <a:gd name="connsiteX107617" fmla="*/ 243525 w 2119654"/>
              <a:gd name="connsiteY107617" fmla="*/ 1296014 h 2398711"/>
              <a:gd name="connsiteX107618" fmla="*/ 243362 w 2119654"/>
              <a:gd name="connsiteY107618" fmla="*/ 1295540 h 2398711"/>
              <a:gd name="connsiteX107619" fmla="*/ 491041 w 2119654"/>
              <a:gd name="connsiteY107619" fmla="*/ 734340 h 2398711"/>
              <a:gd name="connsiteX107620" fmla="*/ 491148 w 2119654"/>
              <a:gd name="connsiteY107620" fmla="*/ 734648 h 2398711"/>
              <a:gd name="connsiteX107621" fmla="*/ 491493 w 2119654"/>
              <a:gd name="connsiteY107621" fmla="*/ 734820 h 2398711"/>
              <a:gd name="connsiteX107622" fmla="*/ 491514 w 2119654"/>
              <a:gd name="connsiteY107622" fmla="*/ 734688 h 2398711"/>
              <a:gd name="connsiteX107623" fmla="*/ 654198 w 2119654"/>
              <a:gd name="connsiteY107623" fmla="*/ 368930 h 2398711"/>
              <a:gd name="connsiteX107624" fmla="*/ 653763 w 2119654"/>
              <a:gd name="connsiteY107624" fmla="*/ 376728 h 2398711"/>
              <a:gd name="connsiteX107625" fmla="*/ 653642 w 2119654"/>
              <a:gd name="connsiteY107625" fmla="*/ 379575 h 2398711"/>
              <a:gd name="connsiteX107626" fmla="*/ 657384 w 2119654"/>
              <a:gd name="connsiteY107626" fmla="*/ 381805 h 2398711"/>
              <a:gd name="connsiteX107627" fmla="*/ 659714 w 2119654"/>
              <a:gd name="connsiteY107627" fmla="*/ 371047 h 2398711"/>
              <a:gd name="connsiteX107628" fmla="*/ 559310 w 2119654"/>
              <a:gd name="connsiteY107628" fmla="*/ 581289 h 2398711"/>
              <a:gd name="connsiteX107629" fmla="*/ 559311 w 2119654"/>
              <a:gd name="connsiteY107629" fmla="*/ 582072 h 2398711"/>
              <a:gd name="connsiteX107630" fmla="*/ 559985 w 2119654"/>
              <a:gd name="connsiteY107630" fmla="*/ 582283 h 2398711"/>
              <a:gd name="connsiteX107631" fmla="*/ 560000 w 2119654"/>
              <a:gd name="connsiteY107631" fmla="*/ 581942 h 2398711"/>
              <a:gd name="connsiteX107632" fmla="*/ 503864 w 2119654"/>
              <a:gd name="connsiteY107632" fmla="*/ 705295 h 2398711"/>
              <a:gd name="connsiteX107633" fmla="*/ 503866 w 2119654"/>
              <a:gd name="connsiteY107633" fmla="*/ 705789 h 2398711"/>
              <a:gd name="connsiteX107634" fmla="*/ 503976 w 2119654"/>
              <a:gd name="connsiteY107634" fmla="*/ 705396 h 2398711"/>
              <a:gd name="connsiteX107635" fmla="*/ 267794 w 2119654"/>
              <a:gd name="connsiteY107635" fmla="*/ 1233766 h 2398711"/>
              <a:gd name="connsiteX107636" fmla="*/ 268258 w 2119654"/>
              <a:gd name="connsiteY107636" fmla="*/ 1234461 h 2398711"/>
              <a:gd name="connsiteX107637" fmla="*/ 269229 w 2119654"/>
              <a:gd name="connsiteY107637" fmla="*/ 1235591 h 2398711"/>
              <a:gd name="connsiteX107638" fmla="*/ 268884 w 2119654"/>
              <a:gd name="connsiteY107638" fmla="*/ 1234779 h 2398711"/>
              <a:gd name="connsiteX107639" fmla="*/ 608303 w 2119654"/>
              <a:gd name="connsiteY107639" fmla="*/ 471265 h 2398711"/>
              <a:gd name="connsiteX107640" fmla="*/ 607994 w 2119654"/>
              <a:gd name="connsiteY107640" fmla="*/ 473438 h 2398711"/>
              <a:gd name="connsiteX107641" fmla="*/ 612580 w 2119654"/>
              <a:gd name="connsiteY107641" fmla="*/ 475486 h 2398711"/>
              <a:gd name="connsiteX107642" fmla="*/ 612205 w 2119654"/>
              <a:gd name="connsiteY107642" fmla="*/ 473000 h 2398711"/>
              <a:gd name="connsiteX107643" fmla="*/ 239260 w 2119654"/>
              <a:gd name="connsiteY107643" fmla="*/ 1297587 h 2398711"/>
              <a:gd name="connsiteX107644" fmla="*/ 239271 w 2119654"/>
              <a:gd name="connsiteY107644" fmla="*/ 1297605 h 2398711"/>
              <a:gd name="connsiteX107645" fmla="*/ 242670 w 2119654"/>
              <a:gd name="connsiteY107645" fmla="*/ 1302363 h 2398711"/>
              <a:gd name="connsiteX107646" fmla="*/ 243085 w 2119654"/>
              <a:gd name="connsiteY107646" fmla="*/ 1302628 h 2398711"/>
              <a:gd name="connsiteX107647" fmla="*/ 241248 w 2119654"/>
              <a:gd name="connsiteY107647" fmla="*/ 1299053 h 2398711"/>
              <a:gd name="connsiteX107648" fmla="*/ 241009 w 2119654"/>
              <a:gd name="connsiteY107648" fmla="*/ 1298679 h 2398711"/>
              <a:gd name="connsiteX107649" fmla="*/ 440741 w 2119654"/>
              <a:gd name="connsiteY107649" fmla="*/ 846363 h 2398711"/>
              <a:gd name="connsiteX107650" fmla="*/ 440457 w 2119654"/>
              <a:gd name="connsiteY107650" fmla="*/ 848558 h 2398711"/>
              <a:gd name="connsiteX107651" fmla="*/ 441359 w 2119654"/>
              <a:gd name="connsiteY107651" fmla="*/ 847240 h 2398711"/>
              <a:gd name="connsiteX107652" fmla="*/ 565925 w 2119654"/>
              <a:gd name="connsiteY107652" fmla="*/ 565966 h 2398711"/>
              <a:gd name="connsiteX107653" fmla="*/ 565898 w 2119654"/>
              <a:gd name="connsiteY107653" fmla="*/ 566148 h 2398711"/>
              <a:gd name="connsiteX107654" fmla="*/ 570968 w 2119654"/>
              <a:gd name="connsiteY107654" fmla="*/ 570955 h 2398711"/>
              <a:gd name="connsiteX107655" fmla="*/ 571315 w 2119654"/>
              <a:gd name="connsiteY107655" fmla="*/ 568238 h 2398711"/>
              <a:gd name="connsiteX107656" fmla="*/ 567821 w 2119654"/>
              <a:gd name="connsiteY107656" fmla="*/ 566541 h 2398711"/>
              <a:gd name="connsiteX107657" fmla="*/ 360340 w 2119654"/>
              <a:gd name="connsiteY107657" fmla="*/ 1026306 h 2398711"/>
              <a:gd name="connsiteX107658" fmla="*/ 360320 w 2119654"/>
              <a:gd name="connsiteY107658" fmla="*/ 1026756 h 2398711"/>
              <a:gd name="connsiteX107659" fmla="*/ 360794 w 2119654"/>
              <a:gd name="connsiteY107659" fmla="*/ 1027307 h 2398711"/>
              <a:gd name="connsiteX107660" fmla="*/ 222693 w 2119654"/>
              <a:gd name="connsiteY107660" fmla="*/ 1334480 h 2398711"/>
              <a:gd name="connsiteX107661" fmla="*/ 225009 w 2119654"/>
              <a:gd name="connsiteY107661" fmla="*/ 1340544 h 2398711"/>
              <a:gd name="connsiteX107662" fmla="*/ 231404 w 2119654"/>
              <a:gd name="connsiteY107662" fmla="*/ 1347226 h 2398711"/>
              <a:gd name="connsiteX107663" fmla="*/ 237452 w 2119654"/>
              <a:gd name="connsiteY107663" fmla="*/ 1350789 h 2398711"/>
              <a:gd name="connsiteX107664" fmla="*/ 233890 w 2119654"/>
              <a:gd name="connsiteY107664" fmla="*/ 1345104 h 2398711"/>
              <a:gd name="connsiteX107665" fmla="*/ 232914 w 2119654"/>
              <a:gd name="connsiteY107665" fmla="*/ 1344056 h 2398711"/>
              <a:gd name="connsiteX107666" fmla="*/ 559960 w 2119654"/>
              <a:gd name="connsiteY107666" fmla="*/ 578886 h 2398711"/>
              <a:gd name="connsiteX107667" fmla="*/ 560123 w 2119654"/>
              <a:gd name="connsiteY107667" fmla="*/ 579039 h 2398711"/>
              <a:gd name="connsiteX107668" fmla="*/ 560127 w 2119654"/>
              <a:gd name="connsiteY107668" fmla="*/ 578950 h 2398711"/>
              <a:gd name="connsiteX107669" fmla="*/ 611183 w 2119654"/>
              <a:gd name="connsiteY107669" fmla="*/ 464036 h 2398711"/>
              <a:gd name="connsiteX107670" fmla="*/ 611794 w 2119654"/>
              <a:gd name="connsiteY107670" fmla="*/ 468089 h 2398711"/>
              <a:gd name="connsiteX107671" fmla="*/ 612034 w 2119654"/>
              <a:gd name="connsiteY107671" fmla="*/ 469345 h 2398711"/>
              <a:gd name="connsiteX107672" fmla="*/ 612890 w 2119654"/>
              <a:gd name="connsiteY107672" fmla="*/ 470122 h 2398711"/>
              <a:gd name="connsiteX107673" fmla="*/ 613111 w 2119654"/>
              <a:gd name="connsiteY107673" fmla="*/ 466032 h 2398711"/>
              <a:gd name="connsiteX107674" fmla="*/ 509870 w 2119654"/>
              <a:gd name="connsiteY107674" fmla="*/ 690761 h 2398711"/>
              <a:gd name="connsiteX107675" fmla="*/ 509776 w 2119654"/>
              <a:gd name="connsiteY107675" fmla="*/ 691097 h 2398711"/>
              <a:gd name="connsiteX107676" fmla="*/ 509810 w 2119654"/>
              <a:gd name="connsiteY107676" fmla="*/ 691146 h 2398711"/>
              <a:gd name="connsiteX107677" fmla="*/ 547260 w 2119654"/>
              <a:gd name="connsiteY107677" fmla="*/ 607022 h 2398711"/>
              <a:gd name="connsiteX107678" fmla="*/ 547286 w 2119654"/>
              <a:gd name="connsiteY107678" fmla="*/ 607980 h 2398711"/>
              <a:gd name="connsiteX107679" fmla="*/ 548137 w 2119654"/>
              <a:gd name="connsiteY107679" fmla="*/ 608328 h 2398711"/>
              <a:gd name="connsiteX107680" fmla="*/ 548136 w 2119654"/>
              <a:gd name="connsiteY107680" fmla="*/ 607364 h 2398711"/>
              <a:gd name="connsiteX107681" fmla="*/ 594787 w 2119654"/>
              <a:gd name="connsiteY107681" fmla="*/ 500518 h 2398711"/>
              <a:gd name="connsiteX107682" fmla="*/ 594631 w 2119654"/>
              <a:gd name="connsiteY107682" fmla="*/ 501000 h 2398711"/>
              <a:gd name="connsiteX107683" fmla="*/ 595039 w 2119654"/>
              <a:gd name="connsiteY107683" fmla="*/ 501310 h 2398711"/>
              <a:gd name="connsiteX107684" fmla="*/ 595057 w 2119654"/>
              <a:gd name="connsiteY107684" fmla="*/ 500662 h 2398711"/>
              <a:gd name="connsiteX107685" fmla="*/ 565603 w 2119654"/>
              <a:gd name="connsiteY107685" fmla="*/ 565868 h 2398711"/>
              <a:gd name="connsiteX107686" fmla="*/ 565652 w 2119654"/>
              <a:gd name="connsiteY107686" fmla="*/ 565915 h 2398711"/>
              <a:gd name="connsiteX107687" fmla="*/ 565657 w 2119654"/>
              <a:gd name="connsiteY107687" fmla="*/ 565885 h 2398711"/>
              <a:gd name="connsiteX107688" fmla="*/ 332796 w 2119654"/>
              <a:gd name="connsiteY107688" fmla="*/ 1087025 h 2398711"/>
              <a:gd name="connsiteX107689" fmla="*/ 333816 w 2119654"/>
              <a:gd name="connsiteY107689" fmla="*/ 1090586 h 2398711"/>
              <a:gd name="connsiteX107690" fmla="*/ 336643 w 2119654"/>
              <a:gd name="connsiteY107690" fmla="*/ 1093547 h 2398711"/>
              <a:gd name="connsiteX107691" fmla="*/ 336318 w 2119654"/>
              <a:gd name="connsiteY107691" fmla="*/ 1092603 h 2398711"/>
              <a:gd name="connsiteX107692" fmla="*/ 334724 w 2119654"/>
              <a:gd name="connsiteY107692" fmla="*/ 1089009 h 2398711"/>
              <a:gd name="connsiteX107693" fmla="*/ 473809 w 2119654"/>
              <a:gd name="connsiteY107693" fmla="*/ 771258 h 2398711"/>
              <a:gd name="connsiteX107694" fmla="*/ 474469 w 2119654"/>
              <a:gd name="connsiteY107694" fmla="*/ 776087 h 2398711"/>
              <a:gd name="connsiteX107695" fmla="*/ 476983 w 2119654"/>
              <a:gd name="connsiteY107695" fmla="*/ 777126 h 2398711"/>
              <a:gd name="connsiteX107696" fmla="*/ 476916 w 2119654"/>
              <a:gd name="connsiteY107696" fmla="*/ 774148 h 2398711"/>
              <a:gd name="connsiteX107697" fmla="*/ 475902 w 2119654"/>
              <a:gd name="connsiteY107697" fmla="*/ 772075 h 2398711"/>
              <a:gd name="connsiteX107698" fmla="*/ 560997 w 2119654"/>
              <a:gd name="connsiteY107698" fmla="*/ 576027 h 2398711"/>
              <a:gd name="connsiteX107699" fmla="*/ 560885 w 2119654"/>
              <a:gd name="connsiteY107699" fmla="*/ 578653 h 2398711"/>
              <a:gd name="connsiteX107700" fmla="*/ 563389 w 2119654"/>
              <a:gd name="connsiteY107700" fmla="*/ 579629 h 2398711"/>
              <a:gd name="connsiteX107701" fmla="*/ 563133 w 2119654"/>
              <a:gd name="connsiteY107701" fmla="*/ 577262 h 2398711"/>
              <a:gd name="connsiteX107702" fmla="*/ 628937 w 2119654"/>
              <a:gd name="connsiteY107702" fmla="*/ 423697 h 2398711"/>
              <a:gd name="connsiteX107703" fmla="*/ 628163 w 2119654"/>
              <a:gd name="connsiteY107703" fmla="*/ 427513 h 2398711"/>
              <a:gd name="connsiteX107704" fmla="*/ 632826 w 2119654"/>
              <a:gd name="connsiteY107704" fmla="*/ 430953 h 2398711"/>
              <a:gd name="connsiteX107705" fmla="*/ 633397 w 2119654"/>
              <a:gd name="connsiteY107705" fmla="*/ 426944 h 2398711"/>
              <a:gd name="connsiteX107706" fmla="*/ 346641 w 2119654"/>
              <a:gd name="connsiteY107706" fmla="*/ 1055790 h 2398711"/>
              <a:gd name="connsiteX107707" fmla="*/ 348150 w 2119654"/>
              <a:gd name="connsiteY107707" fmla="*/ 1065692 h 2398711"/>
              <a:gd name="connsiteX107708" fmla="*/ 351181 w 2119654"/>
              <a:gd name="connsiteY107708" fmla="*/ 1069661 h 2398711"/>
              <a:gd name="connsiteX107709" fmla="*/ 350607 w 2119654"/>
              <a:gd name="connsiteY107709" fmla="*/ 1063300 h 2398711"/>
              <a:gd name="connsiteX107710" fmla="*/ 346897 w 2119654"/>
              <a:gd name="connsiteY107710" fmla="*/ 1056182 h 2398711"/>
              <a:gd name="connsiteX107711" fmla="*/ 330649 w 2119654"/>
              <a:gd name="connsiteY107711" fmla="*/ 1091552 h 2398711"/>
              <a:gd name="connsiteX107712" fmla="*/ 331360 w 2119654"/>
              <a:gd name="connsiteY107712" fmla="*/ 1092951 h 2398711"/>
              <a:gd name="connsiteX107713" fmla="*/ 335067 w 2119654"/>
              <a:gd name="connsiteY107713" fmla="*/ 1096157 h 2398711"/>
              <a:gd name="connsiteX107714" fmla="*/ 334750 w 2119654"/>
              <a:gd name="connsiteY107714" fmla="*/ 1094901 h 2398711"/>
              <a:gd name="connsiteX107715" fmla="*/ 494415 w 2119654"/>
              <a:gd name="connsiteY107715" fmla="*/ 724845 h 2398711"/>
              <a:gd name="connsiteX107716" fmla="*/ 494944 w 2119654"/>
              <a:gd name="connsiteY107716" fmla="*/ 731587 h 2398711"/>
              <a:gd name="connsiteX107717" fmla="*/ 496515 w 2119654"/>
              <a:gd name="connsiteY107717" fmla="*/ 732745 h 2398711"/>
              <a:gd name="connsiteX107718" fmla="*/ 497198 w 2119654"/>
              <a:gd name="connsiteY107718" fmla="*/ 730318 h 2398711"/>
              <a:gd name="connsiteX107719" fmla="*/ 453363 w 2119654"/>
              <a:gd name="connsiteY107719" fmla="*/ 816690 h 2398711"/>
              <a:gd name="connsiteX107720" fmla="*/ 453850 w 2119654"/>
              <a:gd name="connsiteY107720" fmla="*/ 818541 h 2398711"/>
              <a:gd name="connsiteX107721" fmla="*/ 454699 w 2119654"/>
              <a:gd name="connsiteY107721" fmla="*/ 819104 h 2398711"/>
              <a:gd name="connsiteX107722" fmla="*/ 477622 w 2119654"/>
              <a:gd name="connsiteY107722" fmla="*/ 762260 h 2398711"/>
              <a:gd name="connsiteX107723" fmla="*/ 479101 w 2119654"/>
              <a:gd name="connsiteY107723" fmla="*/ 763747 h 2398711"/>
              <a:gd name="connsiteX107724" fmla="*/ 479074 w 2119654"/>
              <a:gd name="connsiteY107724" fmla="*/ 763207 h 2398711"/>
              <a:gd name="connsiteX107725" fmla="*/ 477888 w 2119654"/>
              <a:gd name="connsiteY107725" fmla="*/ 762386 h 2398711"/>
              <a:gd name="connsiteX107726" fmla="*/ 547243 w 2119654"/>
              <a:gd name="connsiteY107726" fmla="*/ 606358 h 2398711"/>
              <a:gd name="connsiteX107727" fmla="*/ 547252 w 2119654"/>
              <a:gd name="connsiteY107727" fmla="*/ 606687 h 2398711"/>
              <a:gd name="connsiteX107728" fmla="*/ 548136 w 2119654"/>
              <a:gd name="connsiteY107728" fmla="*/ 607033 h 2398711"/>
              <a:gd name="connsiteX107729" fmla="*/ 548136 w 2119654"/>
              <a:gd name="connsiteY107729" fmla="*/ 607017 h 2398711"/>
              <a:gd name="connsiteX107730" fmla="*/ 542740 w 2119654"/>
              <a:gd name="connsiteY107730" fmla="*/ 616395 h 2398711"/>
              <a:gd name="connsiteX107731" fmla="*/ 542776 w 2119654"/>
              <a:gd name="connsiteY107731" fmla="*/ 616630 h 2398711"/>
              <a:gd name="connsiteX107732" fmla="*/ 544079 w 2119654"/>
              <a:gd name="connsiteY107732" fmla="*/ 617447 h 2398711"/>
              <a:gd name="connsiteX107733" fmla="*/ 544058 w 2119654"/>
              <a:gd name="connsiteY107733" fmla="*/ 617296 h 2398711"/>
              <a:gd name="connsiteX107734" fmla="*/ 268717 w 2119654"/>
              <a:gd name="connsiteY107734" fmla="*/ 1229869 h 2398711"/>
              <a:gd name="connsiteX107735" fmla="*/ 271889 w 2119654"/>
              <a:gd name="connsiteY107735" fmla="*/ 1237187 h 2398711"/>
              <a:gd name="connsiteX107736" fmla="*/ 272725 w 2119654"/>
              <a:gd name="connsiteY107736" fmla="*/ 1237943 h 2398711"/>
              <a:gd name="connsiteX107737" fmla="*/ 275087 w 2119654"/>
              <a:gd name="connsiteY107737" fmla="*/ 1239215 h 2398711"/>
              <a:gd name="connsiteX107738" fmla="*/ 273560 w 2119654"/>
              <a:gd name="connsiteY107738" fmla="*/ 1232553 h 2398711"/>
              <a:gd name="connsiteX107739" fmla="*/ 237128 w 2119654"/>
              <a:gd name="connsiteY107739" fmla="*/ 1300390 h 2398711"/>
              <a:gd name="connsiteX107740" fmla="*/ 238186 w 2119654"/>
              <a:gd name="connsiteY107740" fmla="*/ 1302017 h 2398711"/>
              <a:gd name="connsiteX107741" fmla="*/ 238720 w 2119654"/>
              <a:gd name="connsiteY107741" fmla="*/ 1302318 h 2398711"/>
              <a:gd name="connsiteX107742" fmla="*/ 238020 w 2119654"/>
              <a:gd name="connsiteY107742" fmla="*/ 1300958 h 2398711"/>
              <a:gd name="connsiteX107743" fmla="*/ 475975 w 2119654"/>
              <a:gd name="connsiteY107743" fmla="*/ 765454 h 2398711"/>
              <a:gd name="connsiteX107744" fmla="*/ 476779 w 2119654"/>
              <a:gd name="connsiteY107744" fmla="*/ 767991 h 2398711"/>
              <a:gd name="connsiteX107745" fmla="*/ 476753 w 2119654"/>
              <a:gd name="connsiteY107745" fmla="*/ 766829 h 2398711"/>
              <a:gd name="connsiteX107746" fmla="*/ 476566 w 2119654"/>
              <a:gd name="connsiteY107746" fmla="*/ 766210 h 2398711"/>
              <a:gd name="connsiteX107747" fmla="*/ 263919 w 2119654"/>
              <a:gd name="connsiteY107747" fmla="*/ 1240212 h 2398711"/>
              <a:gd name="connsiteX107748" fmla="*/ 265126 w 2119654"/>
              <a:gd name="connsiteY107748" fmla="*/ 1241633 h 2398711"/>
              <a:gd name="connsiteX107749" fmla="*/ 264745 w 2119654"/>
              <a:gd name="connsiteY107749" fmla="*/ 1240808 h 2398711"/>
              <a:gd name="connsiteX107750" fmla="*/ 566377 w 2119654"/>
              <a:gd name="connsiteY107750" fmla="*/ 562938 h 2398711"/>
              <a:gd name="connsiteX107751" fmla="*/ 566027 w 2119654"/>
              <a:gd name="connsiteY107751" fmla="*/ 565280 h 2398711"/>
              <a:gd name="connsiteX107752" fmla="*/ 570989 w 2119654"/>
              <a:gd name="connsiteY107752" fmla="*/ 566784 h 2398711"/>
              <a:gd name="connsiteX107753" fmla="*/ 568506 w 2119654"/>
              <a:gd name="connsiteY107753" fmla="*/ 564209 h 2398711"/>
              <a:gd name="connsiteX107754" fmla="*/ 259813 w 2119654"/>
              <a:gd name="connsiteY107754" fmla="*/ 1249391 h 2398711"/>
              <a:gd name="connsiteX107755" fmla="*/ 261332 w 2119654"/>
              <a:gd name="connsiteY107755" fmla="*/ 1254660 h 2398711"/>
              <a:gd name="connsiteX107756" fmla="*/ 264895 w 2119654"/>
              <a:gd name="connsiteY107756" fmla="*/ 1258145 h 2398711"/>
              <a:gd name="connsiteX107757" fmla="*/ 269520 w 2119654"/>
              <a:gd name="connsiteY107757" fmla="*/ 1262548 h 2398711"/>
              <a:gd name="connsiteX107758" fmla="*/ 261352 w 2119654"/>
              <a:gd name="connsiteY107758" fmla="*/ 1250299 h 2398711"/>
              <a:gd name="connsiteX107759" fmla="*/ 241411 w 2119654"/>
              <a:gd name="connsiteY107759" fmla="*/ 1290501 h 2398711"/>
              <a:gd name="connsiteX107760" fmla="*/ 241742 w 2119654"/>
              <a:gd name="connsiteY107760" fmla="*/ 1290831 h 2398711"/>
              <a:gd name="connsiteX107761" fmla="*/ 241651 w 2119654"/>
              <a:gd name="connsiteY107761" fmla="*/ 1290568 h 2398711"/>
              <a:gd name="connsiteX107762" fmla="*/ 190378 w 2119654"/>
              <a:gd name="connsiteY107762" fmla="*/ 1404730 h 2398711"/>
              <a:gd name="connsiteX107763" fmla="*/ 197272 w 2119654"/>
              <a:gd name="connsiteY107763" fmla="*/ 1414050 h 2398711"/>
              <a:gd name="connsiteX107764" fmla="*/ 208705 w 2119654"/>
              <a:gd name="connsiteY107764" fmla="*/ 1429076 h 2398711"/>
              <a:gd name="connsiteX107765" fmla="*/ 214805 w 2119654"/>
              <a:gd name="connsiteY107765" fmla="*/ 1432362 h 2398711"/>
              <a:gd name="connsiteX107766" fmla="*/ 212535 w 2119654"/>
              <a:gd name="connsiteY107766" fmla="*/ 1428612 h 2398711"/>
              <a:gd name="connsiteX107767" fmla="*/ 206271 w 2119654"/>
              <a:gd name="connsiteY107767" fmla="*/ 1425710 h 2398711"/>
              <a:gd name="connsiteX107768" fmla="*/ 206175 w 2119654"/>
              <a:gd name="connsiteY107768" fmla="*/ 1425521 h 2398711"/>
              <a:gd name="connsiteX107769" fmla="*/ 212415 w 2119654"/>
              <a:gd name="connsiteY107769" fmla="*/ 1428413 h 2398711"/>
              <a:gd name="connsiteX107770" fmla="*/ 206842 w 2119654"/>
              <a:gd name="connsiteY107770" fmla="*/ 1419208 h 2398711"/>
              <a:gd name="connsiteX107771" fmla="*/ 198826 w 2119654"/>
              <a:gd name="connsiteY107771" fmla="*/ 1413498 h 2398711"/>
              <a:gd name="connsiteX107772" fmla="*/ 198751 w 2119654"/>
              <a:gd name="connsiteY107772" fmla="*/ 1413113 h 2398711"/>
              <a:gd name="connsiteX107773" fmla="*/ 206490 w 2119654"/>
              <a:gd name="connsiteY107773" fmla="*/ 1418625 h 2398711"/>
              <a:gd name="connsiteX107774" fmla="*/ 204696 w 2119654"/>
              <a:gd name="connsiteY107774" fmla="*/ 1415662 h 2398711"/>
              <a:gd name="connsiteX107775" fmla="*/ 196232 w 2119654"/>
              <a:gd name="connsiteY107775" fmla="*/ 1408542 h 2398711"/>
              <a:gd name="connsiteX107776" fmla="*/ 298153 w 2119654"/>
              <a:gd name="connsiteY107776" fmla="*/ 1163374 h 2398711"/>
              <a:gd name="connsiteX107777" fmla="*/ 299821 w 2119654"/>
              <a:gd name="connsiteY107777" fmla="*/ 1164900 h 2398711"/>
              <a:gd name="connsiteX107778" fmla="*/ 299362 w 2119654"/>
              <a:gd name="connsiteY107778" fmla="*/ 1164087 h 2398711"/>
              <a:gd name="connsiteX107779" fmla="*/ 151899 w 2119654"/>
              <a:gd name="connsiteY107779" fmla="*/ 1490851 h 2398711"/>
              <a:gd name="connsiteX107780" fmla="*/ 173283 w 2119654"/>
              <a:gd name="connsiteY107780" fmla="*/ 1517095 h 2398711"/>
              <a:gd name="connsiteX107781" fmla="*/ 190654 w 2119654"/>
              <a:gd name="connsiteY107781" fmla="*/ 1527427 h 2398711"/>
              <a:gd name="connsiteX107782" fmla="*/ 459573 w 2119654"/>
              <a:gd name="connsiteY107782" fmla="*/ 801807 h 2398711"/>
              <a:gd name="connsiteX107783" fmla="*/ 458994 w 2119654"/>
              <a:gd name="connsiteY107783" fmla="*/ 805668 h 2398711"/>
              <a:gd name="connsiteX107784" fmla="*/ 462890 w 2119654"/>
              <a:gd name="connsiteY107784" fmla="*/ 809209 h 2398711"/>
              <a:gd name="connsiteX107785" fmla="*/ 463861 w 2119654"/>
              <a:gd name="connsiteY107785" fmla="*/ 809417 h 2398711"/>
              <a:gd name="connsiteX107786" fmla="*/ 462633 w 2119654"/>
              <a:gd name="connsiteY107786" fmla="*/ 806759 h 2398711"/>
              <a:gd name="connsiteX107787" fmla="*/ 461937 w 2119654"/>
              <a:gd name="connsiteY107787" fmla="*/ 805078 h 2398711"/>
              <a:gd name="connsiteX107788" fmla="*/ 443133 w 2119654"/>
              <a:gd name="connsiteY107788" fmla="*/ 838612 h 2398711"/>
              <a:gd name="connsiteX107789" fmla="*/ 443503 w 2119654"/>
              <a:gd name="connsiteY107789" fmla="*/ 841489 h 2398711"/>
              <a:gd name="connsiteX107790" fmla="*/ 444650 w 2119654"/>
              <a:gd name="connsiteY107790" fmla="*/ 842283 h 2398711"/>
              <a:gd name="connsiteX107791" fmla="*/ 444773 w 2119654"/>
              <a:gd name="connsiteY107791" fmla="*/ 840888 h 2398711"/>
              <a:gd name="connsiteX107792" fmla="*/ 441185 w 2119654"/>
              <a:gd name="connsiteY107792" fmla="*/ 842932 h 2398711"/>
              <a:gd name="connsiteX107793" fmla="*/ 440771 w 2119654"/>
              <a:gd name="connsiteY107793" fmla="*/ 846127 h 2398711"/>
              <a:gd name="connsiteX107794" fmla="*/ 441456 w 2119654"/>
              <a:gd name="connsiteY107794" fmla="*/ 847098 h 2398711"/>
              <a:gd name="connsiteX107795" fmla="*/ 443303 w 2119654"/>
              <a:gd name="connsiteY107795" fmla="*/ 844399 h 2398711"/>
              <a:gd name="connsiteX107796" fmla="*/ 566499 w 2119654"/>
              <a:gd name="connsiteY107796" fmla="*/ 562126 h 2398711"/>
              <a:gd name="connsiteX107797" fmla="*/ 566447 w 2119654"/>
              <a:gd name="connsiteY107797" fmla="*/ 562472 h 2398711"/>
              <a:gd name="connsiteX107798" fmla="*/ 567354 w 2119654"/>
              <a:gd name="connsiteY107798" fmla="*/ 563013 h 2398711"/>
              <a:gd name="connsiteX107799" fmla="*/ 473194 w 2119654"/>
              <a:gd name="connsiteY107799" fmla="*/ 771018 h 2398711"/>
              <a:gd name="connsiteX107800" fmla="*/ 474090 w 2119654"/>
              <a:gd name="connsiteY107800" fmla="*/ 775930 h 2398711"/>
              <a:gd name="connsiteX107801" fmla="*/ 474203 w 2119654"/>
              <a:gd name="connsiteY107801" fmla="*/ 775977 h 2398711"/>
              <a:gd name="connsiteX107802" fmla="*/ 473544 w 2119654"/>
              <a:gd name="connsiteY107802" fmla="*/ 771154 h 2398711"/>
              <a:gd name="connsiteX107803" fmla="*/ 440001 w 2119654"/>
              <a:gd name="connsiteY107803" fmla="*/ 845313 h 2398711"/>
              <a:gd name="connsiteX107804" fmla="*/ 440107 w 2119654"/>
              <a:gd name="connsiteY107804" fmla="*/ 846491 h 2398711"/>
              <a:gd name="connsiteX107805" fmla="*/ 440172 w 2119654"/>
              <a:gd name="connsiteY107805" fmla="*/ 845556 h 2398711"/>
              <a:gd name="connsiteX107806" fmla="*/ 608953 w 2119654"/>
              <a:gd name="connsiteY107806" fmla="*/ 466701 h 2398711"/>
              <a:gd name="connsiteX107807" fmla="*/ 608415 w 2119654"/>
              <a:gd name="connsiteY107807" fmla="*/ 470479 h 2398711"/>
              <a:gd name="connsiteX107808" fmla="*/ 612043 w 2119654"/>
              <a:gd name="connsiteY107808" fmla="*/ 471921 h 2398711"/>
              <a:gd name="connsiteX107809" fmla="*/ 611649 w 2119654"/>
              <a:gd name="connsiteY107809" fmla="*/ 469304 h 2398711"/>
              <a:gd name="connsiteX107810" fmla="*/ 334316 w 2119654"/>
              <a:gd name="connsiteY107810" fmla="*/ 1081407 h 2398711"/>
              <a:gd name="connsiteX107811" fmla="*/ 335595 w 2119654"/>
              <a:gd name="connsiteY107811" fmla="*/ 1085121 h 2398711"/>
              <a:gd name="connsiteX107812" fmla="*/ 337891 w 2119654"/>
              <a:gd name="connsiteY107812" fmla="*/ 1087584 h 2398711"/>
              <a:gd name="connsiteX107813" fmla="*/ 337035 w 2119654"/>
              <a:gd name="connsiteY107813" fmla="*/ 1084254 h 2398711"/>
              <a:gd name="connsiteX107814" fmla="*/ 542089 w 2119654"/>
              <a:gd name="connsiteY107814" fmla="*/ 615950 h 2398711"/>
              <a:gd name="connsiteX107815" fmla="*/ 542364 w 2119654"/>
              <a:gd name="connsiteY107815" fmla="*/ 616373 h 2398711"/>
              <a:gd name="connsiteX107816" fmla="*/ 542444 w 2119654"/>
              <a:gd name="connsiteY107816" fmla="*/ 616423 h 2398711"/>
              <a:gd name="connsiteX107817" fmla="*/ 542410 w 2119654"/>
              <a:gd name="connsiteY107817" fmla="*/ 616169 h 2398711"/>
              <a:gd name="connsiteX107818" fmla="*/ 575088 w 2119654"/>
              <a:gd name="connsiteY107818" fmla="*/ 542044 h 2398711"/>
              <a:gd name="connsiteX107819" fmla="*/ 574351 w 2119654"/>
              <a:gd name="connsiteY107819" fmla="*/ 547253 h 2398711"/>
              <a:gd name="connsiteX107820" fmla="*/ 574643 w 2119654"/>
              <a:gd name="connsiteY107820" fmla="*/ 547473 h 2398711"/>
              <a:gd name="connsiteX107821" fmla="*/ 578509 w 2119654"/>
              <a:gd name="connsiteY107821" fmla="*/ 548824 h 2398711"/>
              <a:gd name="connsiteX107822" fmla="*/ 579502 w 2119654"/>
              <a:gd name="connsiteY107822" fmla="*/ 545757 h 2398711"/>
              <a:gd name="connsiteX107823" fmla="*/ 553143 w 2119654"/>
              <a:gd name="connsiteY107823" fmla="*/ 591173 h 2398711"/>
              <a:gd name="connsiteX107824" fmla="*/ 553104 w 2119654"/>
              <a:gd name="connsiteY107824" fmla="*/ 592106 h 2398711"/>
              <a:gd name="connsiteX107825" fmla="*/ 553294 w 2119654"/>
              <a:gd name="connsiteY107825" fmla="*/ 593848 h 2398711"/>
              <a:gd name="connsiteX107826" fmla="*/ 553852 w 2119654"/>
              <a:gd name="connsiteY107826" fmla="*/ 594306 h 2398711"/>
              <a:gd name="connsiteX107827" fmla="*/ 553852 w 2119654"/>
              <a:gd name="connsiteY107827" fmla="*/ 591467 h 2398711"/>
              <a:gd name="connsiteX107828" fmla="*/ 440814 w 2119654"/>
              <a:gd name="connsiteY107828" fmla="*/ 842676 h 2398711"/>
              <a:gd name="connsiteX107829" fmla="*/ 440753 w 2119654"/>
              <a:gd name="connsiteY107829" fmla="*/ 843556 h 2398711"/>
              <a:gd name="connsiteX107830" fmla="*/ 440856 w 2119654"/>
              <a:gd name="connsiteY107830" fmla="*/ 842706 h 2398711"/>
              <a:gd name="connsiteX107831" fmla="*/ 459841 w 2119654"/>
              <a:gd name="connsiteY107831" fmla="*/ 800020 h 2398711"/>
              <a:gd name="connsiteX107832" fmla="*/ 459624 w 2119654"/>
              <a:gd name="connsiteY107832" fmla="*/ 801467 h 2398711"/>
              <a:gd name="connsiteX107833" fmla="*/ 461539 w 2119654"/>
              <a:gd name="connsiteY107833" fmla="*/ 804117 h 2398711"/>
              <a:gd name="connsiteX107834" fmla="*/ 516981 w 2119654"/>
              <a:gd name="connsiteY107834" fmla="*/ 671906 h 2398711"/>
              <a:gd name="connsiteX107835" fmla="*/ 516904 w 2119654"/>
              <a:gd name="connsiteY107835" fmla="*/ 674233 h 2398711"/>
              <a:gd name="connsiteX107836" fmla="*/ 518266 w 2119654"/>
              <a:gd name="connsiteY107836" fmla="*/ 675271 h 2398711"/>
              <a:gd name="connsiteX107837" fmla="*/ 517897 w 2119654"/>
              <a:gd name="connsiteY107837" fmla="*/ 672964 h 2398711"/>
              <a:gd name="connsiteX107838" fmla="*/ 517794 w 2119654"/>
              <a:gd name="connsiteY107838" fmla="*/ 672113 h 2398711"/>
              <a:gd name="connsiteX107839" fmla="*/ 491697 w 2119654"/>
              <a:gd name="connsiteY107839" fmla="*/ 728463 h 2398711"/>
              <a:gd name="connsiteX107840" fmla="*/ 491690 w 2119654"/>
              <a:gd name="connsiteY107840" fmla="*/ 728521 h 2398711"/>
              <a:gd name="connsiteX107841" fmla="*/ 491949 w 2119654"/>
              <a:gd name="connsiteY107841" fmla="*/ 729380 h 2398711"/>
              <a:gd name="connsiteX107842" fmla="*/ 492016 w 2119654"/>
              <a:gd name="connsiteY107842" fmla="*/ 729429 h 2398711"/>
              <a:gd name="connsiteX107843" fmla="*/ 598257 w 2119654"/>
              <a:gd name="connsiteY107843" fmla="*/ 489797 h 2398711"/>
              <a:gd name="connsiteX107844" fmla="*/ 596502 w 2119654"/>
              <a:gd name="connsiteY107844" fmla="*/ 495224 h 2398711"/>
              <a:gd name="connsiteX107845" fmla="*/ 603344 w 2119654"/>
              <a:gd name="connsiteY107845" fmla="*/ 501326 h 2398711"/>
              <a:gd name="connsiteX107846" fmla="*/ 603361 w 2119654"/>
              <a:gd name="connsiteY107846" fmla="*/ 501210 h 2398711"/>
              <a:gd name="connsiteX107847" fmla="*/ 598633 w 2119654"/>
              <a:gd name="connsiteY107847" fmla="*/ 491120 h 2398711"/>
              <a:gd name="connsiteX107848" fmla="*/ 463672 w 2119654"/>
              <a:gd name="connsiteY107848" fmla="*/ 791026 h 2398711"/>
              <a:gd name="connsiteX107849" fmla="*/ 463895 w 2119654"/>
              <a:gd name="connsiteY107849" fmla="*/ 791673 h 2398711"/>
              <a:gd name="connsiteX107850" fmla="*/ 463853 w 2119654"/>
              <a:gd name="connsiteY107850" fmla="*/ 791091 h 2398711"/>
              <a:gd name="connsiteX107851" fmla="*/ 467498 w 2119654"/>
              <a:gd name="connsiteY107851" fmla="*/ 782446 h 2398711"/>
              <a:gd name="connsiteX107852" fmla="*/ 467926 w 2119654"/>
              <a:gd name="connsiteY107852" fmla="*/ 786450 h 2398711"/>
              <a:gd name="connsiteX107853" fmla="*/ 467980 w 2119654"/>
              <a:gd name="connsiteY107853" fmla="*/ 786671 h 2398711"/>
              <a:gd name="connsiteX107854" fmla="*/ 470569 w 2119654"/>
              <a:gd name="connsiteY107854" fmla="*/ 791396 h 2398711"/>
              <a:gd name="connsiteX107855" fmla="*/ 471008 w 2119654"/>
              <a:gd name="connsiteY107855" fmla="*/ 791553 h 2398711"/>
              <a:gd name="connsiteX107856" fmla="*/ 469895 w 2119654"/>
              <a:gd name="connsiteY107856" fmla="*/ 783284 h 2398711"/>
              <a:gd name="connsiteX107857" fmla="*/ 547941 w 2119654"/>
              <a:gd name="connsiteY107857" fmla="*/ 602301 h 2398711"/>
              <a:gd name="connsiteX107858" fmla="*/ 548136 w 2119654"/>
              <a:gd name="connsiteY107858" fmla="*/ 602840 h 2398711"/>
              <a:gd name="connsiteX107859" fmla="*/ 548138 w 2119654"/>
              <a:gd name="connsiteY107859" fmla="*/ 602472 h 2398711"/>
              <a:gd name="connsiteX107860" fmla="*/ 548095 w 2119654"/>
              <a:gd name="connsiteY107860" fmla="*/ 602425 h 2398711"/>
              <a:gd name="connsiteX107861" fmla="*/ 463003 w 2119654"/>
              <a:gd name="connsiteY107861" fmla="*/ 792354 h 2398711"/>
              <a:gd name="connsiteX107862" fmla="*/ 464082 w 2119654"/>
              <a:gd name="connsiteY107862" fmla="*/ 794282 h 2398711"/>
              <a:gd name="connsiteX107863" fmla="*/ 464066 w 2119654"/>
              <a:gd name="connsiteY107863" fmla="*/ 794055 h 2398711"/>
              <a:gd name="connsiteX107864" fmla="*/ 463558 w 2119654"/>
              <a:gd name="connsiteY107864" fmla="*/ 792586 h 2398711"/>
              <a:gd name="connsiteX107865" fmla="*/ 463557 w 2119654"/>
              <a:gd name="connsiteY107865" fmla="*/ 792582 h 2398711"/>
              <a:gd name="connsiteX107866" fmla="*/ 571164 w 2119654"/>
              <a:gd name="connsiteY107866" fmla="*/ 550049 h 2398711"/>
              <a:gd name="connsiteX107867" fmla="*/ 573039 w 2119654"/>
              <a:gd name="connsiteY107867" fmla="*/ 555474 h 2398711"/>
              <a:gd name="connsiteX107868" fmla="*/ 573548 w 2119654"/>
              <a:gd name="connsiteY107868" fmla="*/ 551871 h 2398711"/>
              <a:gd name="connsiteX107869" fmla="*/ 573522 w 2119654"/>
              <a:gd name="connsiteY107869" fmla="*/ 550730 h 2398711"/>
              <a:gd name="connsiteX107870" fmla="*/ 212165 w 2119654"/>
              <a:gd name="connsiteY107870" fmla="*/ 1353876 h 2398711"/>
              <a:gd name="connsiteX107871" fmla="*/ 213194 w 2119654"/>
              <a:gd name="connsiteY107871" fmla="*/ 1356570 h 2398711"/>
              <a:gd name="connsiteX107872" fmla="*/ 216632 w 2119654"/>
              <a:gd name="connsiteY107872" fmla="*/ 1364372 h 2398711"/>
              <a:gd name="connsiteX107873" fmla="*/ 234951 w 2119654"/>
              <a:gd name="connsiteY107873" fmla="*/ 1377173 h 2398711"/>
              <a:gd name="connsiteX107874" fmla="*/ 236748 w 2119654"/>
              <a:gd name="connsiteY107874" fmla="*/ 1376230 h 2398711"/>
              <a:gd name="connsiteX107875" fmla="*/ 235102 w 2119654"/>
              <a:gd name="connsiteY107875" fmla="*/ 1371919 h 2398711"/>
              <a:gd name="connsiteX107876" fmla="*/ 218702 w 2119654"/>
              <a:gd name="connsiteY107876" fmla="*/ 1357852 h 2398711"/>
              <a:gd name="connsiteX107877" fmla="*/ 215721 w 2119654"/>
              <a:gd name="connsiteY107877" fmla="*/ 1355446 h 2398711"/>
              <a:gd name="connsiteX107878" fmla="*/ 312075 w 2119654"/>
              <a:gd name="connsiteY107878" fmla="*/ 1129929 h 2398711"/>
              <a:gd name="connsiteX107879" fmla="*/ 312341 w 2119654"/>
              <a:gd name="connsiteY107879" fmla="*/ 1133173 h 2398711"/>
              <a:gd name="connsiteX107880" fmla="*/ 314062 w 2119654"/>
              <a:gd name="connsiteY107880" fmla="*/ 1134488 h 2398711"/>
              <a:gd name="connsiteX107881" fmla="*/ 313940 w 2119654"/>
              <a:gd name="connsiteY107881" fmla="*/ 1133721 h 2398711"/>
              <a:gd name="connsiteX107882" fmla="*/ 312196 w 2119654"/>
              <a:gd name="connsiteY107882" fmla="*/ 1130061 h 2398711"/>
              <a:gd name="connsiteX107883" fmla="*/ 221785 w 2119654"/>
              <a:gd name="connsiteY107883" fmla="*/ 1332103 h 2398711"/>
              <a:gd name="connsiteX107884" fmla="*/ 222448 w 2119654"/>
              <a:gd name="connsiteY107884" fmla="*/ 1333838 h 2398711"/>
              <a:gd name="connsiteX107885" fmla="*/ 229906 w 2119654"/>
              <a:gd name="connsiteY107885" fmla="*/ 1340825 h 2398711"/>
              <a:gd name="connsiteX107886" fmla="*/ 238625 w 2119654"/>
              <a:gd name="connsiteY107886" fmla="*/ 1294324 h 2398711"/>
              <a:gd name="connsiteX107887" fmla="*/ 239619 w 2119654"/>
              <a:gd name="connsiteY107887" fmla="*/ 1295888 h 2398711"/>
              <a:gd name="connsiteX107888" fmla="*/ 238870 w 2119654"/>
              <a:gd name="connsiteY107888" fmla="*/ 1294429 h 2398711"/>
              <a:gd name="connsiteX107889" fmla="*/ 383743 w 2119654"/>
              <a:gd name="connsiteY107889" fmla="*/ 969295 h 2398711"/>
              <a:gd name="connsiteX107890" fmla="*/ 383767 w 2119654"/>
              <a:gd name="connsiteY107890" fmla="*/ 969918 h 2398711"/>
              <a:gd name="connsiteX107891" fmla="*/ 383905 w 2119654"/>
              <a:gd name="connsiteY107891" fmla="*/ 969602 h 2398711"/>
              <a:gd name="connsiteX107892" fmla="*/ 312063 w 2119654"/>
              <a:gd name="connsiteY107892" fmla="*/ 1129780 h 2398711"/>
              <a:gd name="connsiteX107893" fmla="*/ 312063 w 2119654"/>
              <a:gd name="connsiteY107893" fmla="*/ 1129789 h 2398711"/>
              <a:gd name="connsiteX107894" fmla="*/ 312071 w 2119654"/>
              <a:gd name="connsiteY107894" fmla="*/ 1129797 h 2398711"/>
              <a:gd name="connsiteX107895" fmla="*/ 239341 w 2119654"/>
              <a:gd name="connsiteY107895" fmla="*/ 1292487 h 2398711"/>
              <a:gd name="connsiteX107896" fmla="*/ 240665 w 2119654"/>
              <a:gd name="connsiteY107896" fmla="*/ 1295062 h 2398711"/>
              <a:gd name="connsiteX107897" fmla="*/ 242173 w 2119654"/>
              <a:gd name="connsiteY107897" fmla="*/ 1295712 h 2398711"/>
              <a:gd name="connsiteX107898" fmla="*/ 593367 w 2119654"/>
              <a:gd name="connsiteY107898" fmla="*/ 499754 h 2398711"/>
              <a:gd name="connsiteX107899" fmla="*/ 593432 w 2119654"/>
              <a:gd name="connsiteY107899" fmla="*/ 500087 h 2398711"/>
              <a:gd name="connsiteX107900" fmla="*/ 594247 w 2119654"/>
              <a:gd name="connsiteY107900" fmla="*/ 500707 h 2398711"/>
              <a:gd name="connsiteX107901" fmla="*/ 594384 w 2119654"/>
              <a:gd name="connsiteY107901" fmla="*/ 500302 h 2398711"/>
              <a:gd name="connsiteX107902" fmla="*/ 601388 w 2119654"/>
              <a:gd name="connsiteY107902" fmla="*/ 481671 h 2398711"/>
              <a:gd name="connsiteX107903" fmla="*/ 604039 w 2119654"/>
              <a:gd name="connsiteY107903" fmla="*/ 487329 h 2398711"/>
              <a:gd name="connsiteX107904" fmla="*/ 603991 w 2119654"/>
              <a:gd name="connsiteY107904" fmla="*/ 482941 h 2398711"/>
              <a:gd name="connsiteX107905" fmla="*/ 337038 w 2119654"/>
              <a:gd name="connsiteY107905" fmla="*/ 1073597 h 2398711"/>
              <a:gd name="connsiteX107906" fmla="*/ 337144 w 2119654"/>
              <a:gd name="connsiteY107906" fmla="*/ 1073984 h 2398711"/>
              <a:gd name="connsiteX107907" fmla="*/ 341266 w 2119654"/>
              <a:gd name="connsiteY107907" fmla="*/ 1082707 h 2398711"/>
              <a:gd name="connsiteX107908" fmla="*/ 341007 w 2119654"/>
              <a:gd name="connsiteY107908" fmla="*/ 1077418 h 2398711"/>
              <a:gd name="connsiteX107909" fmla="*/ 654552 w 2119654"/>
              <a:gd name="connsiteY107909" fmla="*/ 362600 h 2398711"/>
              <a:gd name="connsiteX107910" fmla="*/ 654220 w 2119654"/>
              <a:gd name="connsiteY107910" fmla="*/ 368541 h 2398711"/>
              <a:gd name="connsiteX107911" fmla="*/ 659793 w 2119654"/>
              <a:gd name="connsiteY107911" fmla="*/ 370680 h 2398711"/>
              <a:gd name="connsiteX107912" fmla="*/ 660580 w 2119654"/>
              <a:gd name="connsiteY107912" fmla="*/ 367046 h 2398711"/>
              <a:gd name="connsiteX107913" fmla="*/ 361569 w 2119654"/>
              <a:gd name="connsiteY107913" fmla="*/ 1018504 h 2398711"/>
              <a:gd name="connsiteX107914" fmla="*/ 361779 w 2119654"/>
              <a:gd name="connsiteY107914" fmla="*/ 1018798 h 2398711"/>
              <a:gd name="connsiteX107915" fmla="*/ 361771 w 2119654"/>
              <a:gd name="connsiteY107915" fmla="*/ 1018661 h 2398711"/>
              <a:gd name="connsiteX107916" fmla="*/ 488802 w 2119654"/>
              <a:gd name="connsiteY107916" fmla="*/ 733533 h 2398711"/>
              <a:gd name="connsiteX107917" fmla="*/ 488849 w 2119654"/>
              <a:gd name="connsiteY107917" fmla="*/ 733789 h 2398711"/>
              <a:gd name="connsiteX107918" fmla="*/ 488876 w 2119654"/>
              <a:gd name="connsiteY107918" fmla="*/ 733568 h 2398711"/>
              <a:gd name="connsiteX107919" fmla="*/ 408940 w 2119654"/>
              <a:gd name="connsiteY107919" fmla="*/ 912076 h 2398711"/>
              <a:gd name="connsiteX107920" fmla="*/ 408933 w 2119654"/>
              <a:gd name="connsiteY107920" fmla="*/ 912246 h 2398711"/>
              <a:gd name="connsiteX107921" fmla="*/ 408980 w 2119654"/>
              <a:gd name="connsiteY107921" fmla="*/ 912138 h 2398711"/>
              <a:gd name="connsiteX107922" fmla="*/ 466878 w 2119654"/>
              <a:gd name="connsiteY107922" fmla="*/ 782229 h 2398711"/>
              <a:gd name="connsiteX107923" fmla="*/ 467303 w 2119654"/>
              <a:gd name="connsiteY107923" fmla="*/ 783939 h 2398711"/>
              <a:gd name="connsiteX107924" fmla="*/ 467166 w 2119654"/>
              <a:gd name="connsiteY107924" fmla="*/ 782330 h 2398711"/>
              <a:gd name="connsiteX107925" fmla="*/ 261594 w 2119654"/>
              <a:gd name="connsiteY107925" fmla="*/ 1241731 h 2398711"/>
              <a:gd name="connsiteX107926" fmla="*/ 266049 w 2119654"/>
              <a:gd name="connsiteY107926" fmla="*/ 1250974 h 2398711"/>
              <a:gd name="connsiteX107927" fmla="*/ 267456 w 2119654"/>
              <a:gd name="connsiteY107927" fmla="*/ 1253618 h 2398711"/>
              <a:gd name="connsiteX107928" fmla="*/ 267796 w 2119654"/>
              <a:gd name="connsiteY107928" fmla="*/ 1253819 h 2398711"/>
              <a:gd name="connsiteX107929" fmla="*/ 263200 w 2119654"/>
              <a:gd name="connsiteY107929" fmla="*/ 1243454 h 2398711"/>
              <a:gd name="connsiteX107930" fmla="*/ 488725 w 2119654"/>
              <a:gd name="connsiteY107930" fmla="*/ 733112 h 2398711"/>
              <a:gd name="connsiteX107931" fmla="*/ 488792 w 2119654"/>
              <a:gd name="connsiteY107931" fmla="*/ 733481 h 2398711"/>
              <a:gd name="connsiteX107932" fmla="*/ 488881 w 2119654"/>
              <a:gd name="connsiteY107932" fmla="*/ 733525 h 2398711"/>
              <a:gd name="connsiteX107933" fmla="*/ 488922 w 2119654"/>
              <a:gd name="connsiteY107933" fmla="*/ 733181 h 2398711"/>
              <a:gd name="connsiteX107934" fmla="*/ 593003 w 2119654"/>
              <a:gd name="connsiteY107934" fmla="*/ 499559 h 2398711"/>
              <a:gd name="connsiteX107935" fmla="*/ 593061 w 2119654"/>
              <a:gd name="connsiteY107935" fmla="*/ 499804 h 2398711"/>
              <a:gd name="connsiteX107936" fmla="*/ 593134 w 2119654"/>
              <a:gd name="connsiteY107936" fmla="*/ 499861 h 2398711"/>
              <a:gd name="connsiteX107937" fmla="*/ 593084 w 2119654"/>
              <a:gd name="connsiteY107937" fmla="*/ 499603 h 2398711"/>
              <a:gd name="connsiteX107938" fmla="*/ 609571 w 2119654"/>
              <a:gd name="connsiteY107938" fmla="*/ 462364 h 2398711"/>
              <a:gd name="connsiteX107939" fmla="*/ 608972 w 2119654"/>
              <a:gd name="connsiteY107939" fmla="*/ 466567 h 2398711"/>
              <a:gd name="connsiteX107940" fmla="*/ 611595 w 2119654"/>
              <a:gd name="connsiteY107940" fmla="*/ 468947 h 2398711"/>
              <a:gd name="connsiteX107941" fmla="*/ 610795 w 2119654"/>
              <a:gd name="connsiteY107941" fmla="*/ 463632 h 2398711"/>
              <a:gd name="connsiteX107942" fmla="*/ 559310 w 2119654"/>
              <a:gd name="connsiteY107942" fmla="*/ 574892 h 2398711"/>
              <a:gd name="connsiteX107943" fmla="*/ 559310 w 2119654"/>
              <a:gd name="connsiteY107943" fmla="*/ 578038 h 2398711"/>
              <a:gd name="connsiteX107944" fmla="*/ 560151 w 2119654"/>
              <a:gd name="connsiteY107944" fmla="*/ 578367 h 2398711"/>
              <a:gd name="connsiteX107945" fmla="*/ 560274 w 2119654"/>
              <a:gd name="connsiteY107945" fmla="*/ 575467 h 2398711"/>
              <a:gd name="connsiteX107946" fmla="*/ 552208 w 2119654"/>
              <a:gd name="connsiteY107946" fmla="*/ 590786 h 2398711"/>
              <a:gd name="connsiteX107947" fmla="*/ 552208 w 2119654"/>
              <a:gd name="connsiteY107947" fmla="*/ 592959 h 2398711"/>
              <a:gd name="connsiteX107948" fmla="*/ 552499 w 2119654"/>
              <a:gd name="connsiteY107948" fmla="*/ 593197 h 2398711"/>
              <a:gd name="connsiteX107949" fmla="*/ 552591 w 2119654"/>
              <a:gd name="connsiteY107949" fmla="*/ 591022 h 2398711"/>
              <a:gd name="connsiteX107950" fmla="*/ 552583 w 2119654"/>
              <a:gd name="connsiteY107950" fmla="*/ 590941 h 2398711"/>
              <a:gd name="connsiteX107951" fmla="*/ 330227 w 2119654"/>
              <a:gd name="connsiteY107951" fmla="*/ 1087714 h 2398711"/>
              <a:gd name="connsiteX107952" fmla="*/ 330525 w 2119654"/>
              <a:gd name="connsiteY107952" fmla="*/ 1091089 h 2398711"/>
              <a:gd name="connsiteX107953" fmla="*/ 334634 w 2119654"/>
              <a:gd name="connsiteY107953" fmla="*/ 1094445 h 2398711"/>
              <a:gd name="connsiteX107954" fmla="*/ 334175 w 2119654"/>
              <a:gd name="connsiteY107954" fmla="*/ 1092627 h 2398711"/>
              <a:gd name="connsiteX107955" fmla="*/ 332945 w 2119654"/>
              <a:gd name="connsiteY107955" fmla="*/ 1090802 h 2398711"/>
              <a:gd name="connsiteX107956" fmla="*/ 442839 w 2119654"/>
              <a:gd name="connsiteY107956" fmla="*/ 835549 h 2398711"/>
              <a:gd name="connsiteX107957" fmla="*/ 443009 w 2119654"/>
              <a:gd name="connsiteY107957" fmla="*/ 837472 h 2398711"/>
              <a:gd name="connsiteX107958" fmla="*/ 444854 w 2119654"/>
              <a:gd name="connsiteY107958" fmla="*/ 839959 h 2398711"/>
              <a:gd name="connsiteX107959" fmla="*/ 444858 w 2119654"/>
              <a:gd name="connsiteY107959" fmla="*/ 839909 h 2398711"/>
              <a:gd name="connsiteX107960" fmla="*/ 259101 w 2119654"/>
              <a:gd name="connsiteY107960" fmla="*/ 1246924 h 2398711"/>
              <a:gd name="connsiteX107961" fmla="*/ 259715 w 2119654"/>
              <a:gd name="connsiteY107961" fmla="*/ 1249052 h 2398711"/>
              <a:gd name="connsiteX107962" fmla="*/ 261043 w 2119654"/>
              <a:gd name="connsiteY107962" fmla="*/ 1249835 h 2398711"/>
              <a:gd name="connsiteX107963" fmla="*/ 547126 w 2119654"/>
              <a:gd name="connsiteY107963" fmla="*/ 601938 h 2398711"/>
              <a:gd name="connsiteX107964" fmla="*/ 547229 w 2119654"/>
              <a:gd name="connsiteY107964" fmla="*/ 605863 h 2398711"/>
              <a:gd name="connsiteX107965" fmla="*/ 548135 w 2119654"/>
              <a:gd name="connsiteY107965" fmla="*/ 606531 h 2398711"/>
              <a:gd name="connsiteX107966" fmla="*/ 548135 w 2119654"/>
              <a:gd name="connsiteY107966" fmla="*/ 605128 h 2398711"/>
              <a:gd name="connsiteX107967" fmla="*/ 361085 w 2119654"/>
              <a:gd name="connsiteY107967" fmla="*/ 1018415 h 2398711"/>
              <a:gd name="connsiteX107968" fmla="*/ 361850 w 2119654"/>
              <a:gd name="connsiteY107968" fmla="*/ 1020273 h 2398711"/>
              <a:gd name="connsiteX107969" fmla="*/ 361809 w 2119654"/>
              <a:gd name="connsiteY107969" fmla="*/ 1019433 h 2398711"/>
              <a:gd name="connsiteX107970" fmla="*/ 561247 w 2119654"/>
              <a:gd name="connsiteY107970" fmla="*/ 570158 h 2398711"/>
              <a:gd name="connsiteX107971" fmla="*/ 561018 w 2119654"/>
              <a:gd name="connsiteY107971" fmla="*/ 575532 h 2398711"/>
              <a:gd name="connsiteX107972" fmla="*/ 563079 w 2119654"/>
              <a:gd name="connsiteY107972" fmla="*/ 576762 h 2398711"/>
              <a:gd name="connsiteX107973" fmla="*/ 562874 w 2119654"/>
              <a:gd name="connsiteY107973" fmla="*/ 574873 h 2398711"/>
              <a:gd name="connsiteX107974" fmla="*/ 444445 w 2119654"/>
              <a:gd name="connsiteY107974" fmla="*/ 831688 h 2398711"/>
              <a:gd name="connsiteX107975" fmla="*/ 444791 w 2119654"/>
              <a:gd name="connsiteY107975" fmla="*/ 832673 h 2398711"/>
              <a:gd name="connsiteX107976" fmla="*/ 444867 w 2119654"/>
              <a:gd name="connsiteY107976" fmla="*/ 832821 h 2398711"/>
              <a:gd name="connsiteX107977" fmla="*/ 444565 w 2119654"/>
              <a:gd name="connsiteY107977" fmla="*/ 831786 h 2398711"/>
              <a:gd name="connsiteX107978" fmla="*/ 519278 w 2119654"/>
              <a:gd name="connsiteY107978" fmla="*/ 664062 h 2398711"/>
              <a:gd name="connsiteX107979" fmla="*/ 522847 w 2119654"/>
              <a:gd name="connsiteY107979" fmla="*/ 671085 h 2398711"/>
              <a:gd name="connsiteX107980" fmla="*/ 523231 w 2119654"/>
              <a:gd name="connsiteY107980" fmla="*/ 671182 h 2398711"/>
              <a:gd name="connsiteX107981" fmla="*/ 521583 w 2119654"/>
              <a:gd name="connsiteY107981" fmla="*/ 665762 h 2398711"/>
              <a:gd name="connsiteX107982" fmla="*/ 520370 w 2119654"/>
              <a:gd name="connsiteY107982" fmla="*/ 664594 h 2398711"/>
              <a:gd name="connsiteX107983" fmla="*/ 514257 w 2119654"/>
              <a:gd name="connsiteY107983" fmla="*/ 675214 h 2398711"/>
              <a:gd name="connsiteX107984" fmla="*/ 514032 w 2119654"/>
              <a:gd name="connsiteY107984" fmla="*/ 676011 h 2398711"/>
              <a:gd name="connsiteX107985" fmla="*/ 515228 w 2119654"/>
              <a:gd name="connsiteY107985" fmla="*/ 676838 h 2398711"/>
              <a:gd name="connsiteX107986" fmla="*/ 514739 w 2119654"/>
              <a:gd name="connsiteY107986" fmla="*/ 675452 h 2398711"/>
              <a:gd name="connsiteX107987" fmla="*/ 638605 w 2119654"/>
              <a:gd name="connsiteY107987" fmla="*/ 396764 h 2398711"/>
              <a:gd name="connsiteX107988" fmla="*/ 637103 w 2119654"/>
              <a:gd name="connsiteY107988" fmla="*/ 407311 h 2398711"/>
              <a:gd name="connsiteX107989" fmla="*/ 637247 w 2119654"/>
              <a:gd name="connsiteY107989" fmla="*/ 408272 h 2398711"/>
              <a:gd name="connsiteX107990" fmla="*/ 638197 w 2119654"/>
              <a:gd name="connsiteY107990" fmla="*/ 409042 h 2398711"/>
              <a:gd name="connsiteX107991" fmla="*/ 638387 w 2119654"/>
              <a:gd name="connsiteY107991" fmla="*/ 407678 h 2398711"/>
              <a:gd name="connsiteX107992" fmla="*/ 638639 w 2119654"/>
              <a:gd name="connsiteY107992" fmla="*/ 407436 h 2398711"/>
              <a:gd name="connsiteX107993" fmla="*/ 638393 w 2119654"/>
              <a:gd name="connsiteY107993" fmla="*/ 409202 h 2398711"/>
              <a:gd name="connsiteX107994" fmla="*/ 638589 w 2119654"/>
              <a:gd name="connsiteY107994" fmla="*/ 409360 h 2398711"/>
              <a:gd name="connsiteX107995" fmla="*/ 644337 w 2119654"/>
              <a:gd name="connsiteY107995" fmla="*/ 414155 h 2398711"/>
              <a:gd name="connsiteX107996" fmla="*/ 644674 w 2119654"/>
              <a:gd name="connsiteY107996" fmla="*/ 413335 h 2398711"/>
              <a:gd name="connsiteX107997" fmla="*/ 643130 w 2119654"/>
              <a:gd name="connsiteY107997" fmla="*/ 400648 h 2398711"/>
              <a:gd name="connsiteX107998" fmla="*/ 641576 w 2119654"/>
              <a:gd name="connsiteY107998" fmla="*/ 399243 h 2398711"/>
              <a:gd name="connsiteX107999" fmla="*/ 266937 w 2119654"/>
              <a:gd name="connsiteY107999" fmla="*/ 1228882 h 2398711"/>
              <a:gd name="connsiteX108000" fmla="*/ 270074 w 2119654"/>
              <a:gd name="connsiteY108000" fmla="*/ 1235505 h 2398711"/>
              <a:gd name="connsiteX108001" fmla="*/ 271003 w 2119654"/>
              <a:gd name="connsiteY108001" fmla="*/ 1236369 h 2398711"/>
              <a:gd name="connsiteX108002" fmla="*/ 270104 w 2119654"/>
              <a:gd name="connsiteY108002" fmla="*/ 1234294 h 2398711"/>
              <a:gd name="connsiteX108003" fmla="*/ 268118 w 2119654"/>
              <a:gd name="connsiteY108003" fmla="*/ 1229537 h 2398711"/>
              <a:gd name="connsiteX108004" fmla="*/ 441956 w 2119654"/>
              <a:gd name="connsiteY108004" fmla="*/ 836980 h 2398711"/>
              <a:gd name="connsiteX108005" fmla="*/ 441547 w 2119654"/>
              <a:gd name="connsiteY108005" fmla="*/ 840136 h 2398711"/>
              <a:gd name="connsiteX108006" fmla="*/ 443082 w 2119654"/>
              <a:gd name="connsiteY108006" fmla="*/ 841198 h 2398711"/>
              <a:gd name="connsiteX108007" fmla="*/ 442814 w 2119654"/>
              <a:gd name="connsiteY108007" fmla="*/ 838169 h 2398711"/>
              <a:gd name="connsiteX108008" fmla="*/ 450289 w 2119654"/>
              <a:gd name="connsiteY108008" fmla="*/ 818297 h 2398711"/>
              <a:gd name="connsiteX108009" fmla="*/ 449622 w 2119654"/>
              <a:gd name="connsiteY108009" fmla="*/ 824678 h 2398711"/>
              <a:gd name="connsiteX108010" fmla="*/ 454226 w 2119654"/>
              <a:gd name="connsiteY108010" fmla="*/ 828437 h 2398711"/>
              <a:gd name="connsiteX108011" fmla="*/ 454497 w 2119654"/>
              <a:gd name="connsiteY108011" fmla="*/ 828041 h 2398711"/>
              <a:gd name="connsiteX108012" fmla="*/ 453229 w 2119654"/>
              <a:gd name="connsiteY108012" fmla="*/ 821217 h 2398711"/>
              <a:gd name="connsiteX108013" fmla="*/ 451635 w 2119654"/>
              <a:gd name="connsiteY108013" fmla="*/ 819189 h 2398711"/>
              <a:gd name="connsiteX108014" fmla="*/ 439693 w 2119654"/>
              <a:gd name="connsiteY108014" fmla="*/ 841900 h 2398711"/>
              <a:gd name="connsiteX108015" fmla="*/ 439971 w 2119654"/>
              <a:gd name="connsiteY108015" fmla="*/ 844995 h 2398711"/>
              <a:gd name="connsiteX108016" fmla="*/ 440189 w 2119654"/>
              <a:gd name="connsiteY108016" fmla="*/ 845304 h 2398711"/>
              <a:gd name="connsiteX108017" fmla="*/ 440392 w 2119654"/>
              <a:gd name="connsiteY108017" fmla="*/ 842384 h 2398711"/>
              <a:gd name="connsiteX108018" fmla="*/ 270915 w 2119654"/>
              <a:gd name="connsiteY108018" fmla="*/ 1219761 h 2398711"/>
              <a:gd name="connsiteX108019" fmla="*/ 271397 w 2119654"/>
              <a:gd name="connsiteY108019" fmla="*/ 1221738 h 2398711"/>
              <a:gd name="connsiteX108020" fmla="*/ 273386 w 2119654"/>
              <a:gd name="connsiteY108020" fmla="*/ 1224562 h 2398711"/>
              <a:gd name="connsiteX108021" fmla="*/ 272306 w 2119654"/>
              <a:gd name="connsiteY108021" fmla="*/ 1221669 h 2398711"/>
              <a:gd name="connsiteX108022" fmla="*/ 517095 w 2119654"/>
              <a:gd name="connsiteY108022" fmla="*/ 668448 h 2398711"/>
              <a:gd name="connsiteX108023" fmla="*/ 517057 w 2119654"/>
              <a:gd name="connsiteY108023" fmla="*/ 669607 h 2398711"/>
              <a:gd name="connsiteX108024" fmla="*/ 517426 w 2119654"/>
              <a:gd name="connsiteY108024" fmla="*/ 669701 h 2398711"/>
              <a:gd name="connsiteX108025" fmla="*/ 335293 w 2119654"/>
              <a:gd name="connsiteY108025" fmla="*/ 1075526 h 2398711"/>
              <a:gd name="connsiteX108026" fmla="*/ 336898 w 2119654"/>
              <a:gd name="connsiteY108026" fmla="*/ 1081770 h 2398711"/>
              <a:gd name="connsiteX108027" fmla="*/ 339833 w 2119654"/>
              <a:gd name="connsiteY108027" fmla="*/ 1084842 h 2398711"/>
              <a:gd name="connsiteX108028" fmla="*/ 339471 w 2119654"/>
              <a:gd name="connsiteY108028" fmla="*/ 1083517 h 2398711"/>
              <a:gd name="connsiteX108029" fmla="*/ 336670 w 2119654"/>
              <a:gd name="connsiteY108029" fmla="*/ 1077590 h 2398711"/>
              <a:gd name="connsiteX108030" fmla="*/ 438834 w 2119654"/>
              <a:gd name="connsiteY108030" fmla="*/ 843660 h 2398711"/>
              <a:gd name="connsiteX108031" fmla="*/ 438836 w 2119654"/>
              <a:gd name="connsiteY108031" fmla="*/ 843812 h 2398711"/>
              <a:gd name="connsiteX108032" fmla="*/ 439171 w 2119654"/>
              <a:gd name="connsiteY108032" fmla="*/ 846092 h 2398711"/>
              <a:gd name="connsiteX108033" fmla="*/ 439927 w 2119654"/>
              <a:gd name="connsiteY108033" fmla="*/ 848753 h 2398711"/>
              <a:gd name="connsiteX108034" fmla="*/ 439560 w 2119654"/>
              <a:gd name="connsiteY108034" fmla="*/ 844687 h 2398711"/>
              <a:gd name="connsiteX108035" fmla="*/ 256979 w 2119654"/>
              <a:gd name="connsiteY108035" fmla="*/ 1250820 h 2398711"/>
              <a:gd name="connsiteX108036" fmla="*/ 258825 w 2119654"/>
              <a:gd name="connsiteY108036" fmla="*/ 1255101 h 2398711"/>
              <a:gd name="connsiteX108037" fmla="*/ 259019 w 2119654"/>
              <a:gd name="connsiteY108037" fmla="*/ 1255325 h 2398711"/>
              <a:gd name="connsiteX108038" fmla="*/ 259339 w 2119654"/>
              <a:gd name="connsiteY108038" fmla="*/ 1255602 h 2398711"/>
              <a:gd name="connsiteX108039" fmla="*/ 258346 w 2119654"/>
              <a:gd name="connsiteY108039" fmla="*/ 1252158 h 2398711"/>
              <a:gd name="connsiteX108040" fmla="*/ 357892 w 2119654"/>
              <a:gd name="connsiteY108040" fmla="*/ 1024843 h 2398711"/>
              <a:gd name="connsiteX108041" fmla="*/ 358058 w 2119654"/>
              <a:gd name="connsiteY108041" fmla="*/ 1025520 h 2398711"/>
              <a:gd name="connsiteX108042" fmla="*/ 358079 w 2119654"/>
              <a:gd name="connsiteY108042" fmla="*/ 1025064 h 2398711"/>
              <a:gd name="connsiteX108043" fmla="*/ 604366 w 2119654"/>
              <a:gd name="connsiteY108043" fmla="*/ 472854 h 2398711"/>
              <a:gd name="connsiteX108044" fmla="*/ 604469 w 2119654"/>
              <a:gd name="connsiteY108044" fmla="*/ 482428 h 2398711"/>
              <a:gd name="connsiteX108045" fmla="*/ 605933 w 2119654"/>
              <a:gd name="connsiteY108045" fmla="*/ 483142 h 2398711"/>
              <a:gd name="connsiteX108046" fmla="*/ 607217 w 2119654"/>
              <a:gd name="connsiteY108046" fmla="*/ 474127 h 2398711"/>
              <a:gd name="connsiteX108047" fmla="*/ 338987 w 2119654"/>
              <a:gd name="connsiteY108047" fmla="*/ 1067027 h 2398711"/>
              <a:gd name="connsiteX108048" fmla="*/ 339001 w 2119654"/>
              <a:gd name="connsiteY108048" fmla="*/ 1067084 h 2398711"/>
              <a:gd name="connsiteX108049" fmla="*/ 339035 w 2119654"/>
              <a:gd name="connsiteY108049" fmla="*/ 1067129 h 2398711"/>
              <a:gd name="connsiteX108050" fmla="*/ 622726 w 2119654"/>
              <a:gd name="connsiteY108050" fmla="*/ 431663 h 2398711"/>
              <a:gd name="connsiteX108051" fmla="*/ 622475 w 2119654"/>
              <a:gd name="connsiteY108051" fmla="*/ 433511 h 2398711"/>
              <a:gd name="connsiteX108052" fmla="*/ 624637 w 2119654"/>
              <a:gd name="connsiteY108052" fmla="*/ 438126 h 2398711"/>
              <a:gd name="connsiteX108053" fmla="*/ 625403 w 2119654"/>
              <a:gd name="connsiteY108053" fmla="*/ 438498 h 2398711"/>
              <a:gd name="connsiteX108054" fmla="*/ 626225 w 2119654"/>
              <a:gd name="connsiteY108054" fmla="*/ 434700 h 2398711"/>
              <a:gd name="connsiteX108055" fmla="*/ 570759 w 2119654"/>
              <a:gd name="connsiteY108055" fmla="*/ 547983 h 2398711"/>
              <a:gd name="connsiteX108056" fmla="*/ 571088 w 2119654"/>
              <a:gd name="connsiteY108056" fmla="*/ 549787 h 2398711"/>
              <a:gd name="connsiteX108057" fmla="*/ 573517 w 2119654"/>
              <a:gd name="connsiteY108057" fmla="*/ 550489 h 2398711"/>
              <a:gd name="connsiteX108058" fmla="*/ 573482 w 2119654"/>
              <a:gd name="connsiteY108058" fmla="*/ 548935 h 2398711"/>
              <a:gd name="connsiteX108059" fmla="*/ 473151 w 2119654"/>
              <a:gd name="connsiteY108059" fmla="*/ 766452 h 2398711"/>
              <a:gd name="connsiteX108060" fmla="*/ 473746 w 2119654"/>
              <a:gd name="connsiteY108060" fmla="*/ 770793 h 2398711"/>
              <a:gd name="connsiteX108061" fmla="*/ 473853 w 2119654"/>
              <a:gd name="connsiteY108061" fmla="*/ 770833 h 2398711"/>
              <a:gd name="connsiteX108062" fmla="*/ 475634 w 2119654"/>
              <a:gd name="connsiteY108062" fmla="*/ 771527 h 2398711"/>
              <a:gd name="connsiteX108063" fmla="*/ 330130 w 2119654"/>
              <a:gd name="connsiteY108063" fmla="*/ 1086625 h 2398711"/>
              <a:gd name="connsiteX108064" fmla="*/ 330141 w 2119654"/>
              <a:gd name="connsiteY108064" fmla="*/ 1086738 h 2398711"/>
              <a:gd name="connsiteX108065" fmla="*/ 330365 w 2119654"/>
              <a:gd name="connsiteY108065" fmla="*/ 1086973 h 2398711"/>
              <a:gd name="connsiteX108066" fmla="*/ 485570 w 2119654"/>
              <a:gd name="connsiteY108066" fmla="*/ 738560 h 2398711"/>
              <a:gd name="connsiteX108067" fmla="*/ 485655 w 2119654"/>
              <a:gd name="connsiteY108067" fmla="*/ 740900 h 2398711"/>
              <a:gd name="connsiteX108068" fmla="*/ 485985 w 2119654"/>
              <a:gd name="connsiteY108068" fmla="*/ 744192 h 2398711"/>
              <a:gd name="connsiteX108069" fmla="*/ 486346 w 2119654"/>
              <a:gd name="connsiteY108069" fmla="*/ 744321 h 2398711"/>
              <a:gd name="connsiteX108070" fmla="*/ 562275 w 2119654"/>
              <a:gd name="connsiteY108070" fmla="*/ 566763 h 2398711"/>
              <a:gd name="connsiteX108071" fmla="*/ 562334 w 2119654"/>
              <a:gd name="connsiteY108071" fmla="*/ 567310 h 2398711"/>
              <a:gd name="connsiteX108072" fmla="*/ 562446 w 2119654"/>
              <a:gd name="connsiteY108072" fmla="*/ 568228 h 2398711"/>
              <a:gd name="connsiteX108073" fmla="*/ 564442 w 2119654"/>
              <a:gd name="connsiteY108073" fmla="*/ 574006 h 2398711"/>
              <a:gd name="connsiteX108074" fmla="*/ 565122 w 2119654"/>
              <a:gd name="connsiteY108074" fmla="*/ 569461 h 2398711"/>
              <a:gd name="connsiteX108075" fmla="*/ 492336 w 2119654"/>
              <a:gd name="connsiteY108075" fmla="*/ 723160 h 2398711"/>
              <a:gd name="connsiteX108076" fmla="*/ 491991 w 2119654"/>
              <a:gd name="connsiteY108076" fmla="*/ 726020 h 2398711"/>
              <a:gd name="connsiteX108077" fmla="*/ 492597 w 2119654"/>
              <a:gd name="connsiteY108077" fmla="*/ 727839 h 2398711"/>
              <a:gd name="connsiteX108078" fmla="*/ 492597 w 2119654"/>
              <a:gd name="connsiteY108078" fmla="*/ 727841 h 2398711"/>
              <a:gd name="connsiteX108079" fmla="*/ 492597 w 2119654"/>
              <a:gd name="connsiteY108079" fmla="*/ 727841 h 2398711"/>
              <a:gd name="connsiteX108080" fmla="*/ 492597 w 2119654"/>
              <a:gd name="connsiteY108080" fmla="*/ 727839 h 2398711"/>
              <a:gd name="connsiteX108081" fmla="*/ 492361 w 2119654"/>
              <a:gd name="connsiteY108081" fmla="*/ 723177 h 2398711"/>
              <a:gd name="connsiteX108082" fmla="*/ 421545 w 2119654"/>
              <a:gd name="connsiteY108082" fmla="*/ 881626 h 2398711"/>
              <a:gd name="connsiteX108083" fmla="*/ 421572 w 2119654"/>
              <a:gd name="connsiteY108083" fmla="*/ 881976 h 2398711"/>
              <a:gd name="connsiteX108084" fmla="*/ 421881 w 2119654"/>
              <a:gd name="connsiteY108084" fmla="*/ 882572 h 2398711"/>
              <a:gd name="connsiteX108085" fmla="*/ 422146 w 2119654"/>
              <a:gd name="connsiteY108085" fmla="*/ 881966 h 2398711"/>
              <a:gd name="connsiteX108086" fmla="*/ 579971 w 2119654"/>
              <a:gd name="connsiteY108086" fmla="*/ 526853 h 2398711"/>
              <a:gd name="connsiteX108087" fmla="*/ 582775 w 2119654"/>
              <a:gd name="connsiteY108087" fmla="*/ 535645 h 2398711"/>
              <a:gd name="connsiteX108088" fmla="*/ 584284 w 2119654"/>
              <a:gd name="connsiteY108088" fmla="*/ 530982 h 2398711"/>
              <a:gd name="connsiteX108089" fmla="*/ 580945 w 2119654"/>
              <a:gd name="connsiteY108089" fmla="*/ 527194 h 2398711"/>
              <a:gd name="connsiteX108090" fmla="*/ 631533 w 2119654"/>
              <a:gd name="connsiteY108090" fmla="*/ 411370 h 2398711"/>
              <a:gd name="connsiteX108091" fmla="*/ 629998 w 2119654"/>
              <a:gd name="connsiteY108091" fmla="*/ 418457 h 2398711"/>
              <a:gd name="connsiteX108092" fmla="*/ 629020 w 2119654"/>
              <a:gd name="connsiteY108092" fmla="*/ 423285 h 2398711"/>
              <a:gd name="connsiteX108093" fmla="*/ 633470 w 2119654"/>
              <a:gd name="connsiteY108093" fmla="*/ 426432 h 2398711"/>
              <a:gd name="connsiteX108094" fmla="*/ 635129 w 2119654"/>
              <a:gd name="connsiteY108094" fmla="*/ 414783 h 2398711"/>
              <a:gd name="connsiteX108095" fmla="*/ 211446 w 2119654"/>
              <a:gd name="connsiteY108095" fmla="*/ 1351996 h 2398711"/>
              <a:gd name="connsiteX108096" fmla="*/ 211827 w 2119654"/>
              <a:gd name="connsiteY108096" fmla="*/ 1352992 h 2398711"/>
              <a:gd name="connsiteX108097" fmla="*/ 213713 w 2119654"/>
              <a:gd name="connsiteY108097" fmla="*/ 1353825 h 2398711"/>
              <a:gd name="connsiteX108098" fmla="*/ 573662 w 2119654"/>
              <a:gd name="connsiteY108098" fmla="*/ 540846 h 2398711"/>
              <a:gd name="connsiteX108099" fmla="*/ 573795 w 2119654"/>
              <a:gd name="connsiteY108099" fmla="*/ 546837 h 2398711"/>
              <a:gd name="connsiteX108100" fmla="*/ 574217 w 2119654"/>
              <a:gd name="connsiteY108100" fmla="*/ 547153 h 2398711"/>
              <a:gd name="connsiteX108101" fmla="*/ 574955 w 2119654"/>
              <a:gd name="connsiteY108101" fmla="*/ 541933 h 2398711"/>
              <a:gd name="connsiteX108102" fmla="*/ 515310 w 2119654"/>
              <a:gd name="connsiteY108102" fmla="*/ 671480 h 2398711"/>
              <a:gd name="connsiteX108103" fmla="*/ 514974 w 2119654"/>
              <a:gd name="connsiteY108103" fmla="*/ 672673 h 2398711"/>
              <a:gd name="connsiteX108104" fmla="*/ 515016 w 2119654"/>
              <a:gd name="connsiteY108104" fmla="*/ 672795 h 2398711"/>
              <a:gd name="connsiteX108105" fmla="*/ 515479 w 2119654"/>
              <a:gd name="connsiteY108105" fmla="*/ 673147 h 2398711"/>
              <a:gd name="connsiteX108106" fmla="*/ 515532 w 2119654"/>
              <a:gd name="connsiteY108106" fmla="*/ 671536 h 2398711"/>
              <a:gd name="connsiteX108107" fmla="*/ 603885 w 2119654"/>
              <a:gd name="connsiteY108107" fmla="*/ 473097 h 2398711"/>
              <a:gd name="connsiteX108108" fmla="*/ 601257 w 2119654"/>
              <a:gd name="connsiteY108108" fmla="*/ 480861 h 2398711"/>
              <a:gd name="connsiteX108109" fmla="*/ 603983 w 2119654"/>
              <a:gd name="connsiteY108109" fmla="*/ 482191 h 2398711"/>
              <a:gd name="connsiteX108110" fmla="*/ 467156 w 2119654"/>
              <a:gd name="connsiteY108110" fmla="*/ 779254 h 2398711"/>
              <a:gd name="connsiteX108111" fmla="*/ 467377 w 2119654"/>
              <a:gd name="connsiteY108111" fmla="*/ 781314 h 2398711"/>
              <a:gd name="connsiteX108112" fmla="*/ 469742 w 2119654"/>
              <a:gd name="connsiteY108112" fmla="*/ 782141 h 2398711"/>
              <a:gd name="connsiteX108113" fmla="*/ 469625 w 2119654"/>
              <a:gd name="connsiteY108113" fmla="*/ 781279 h 2398711"/>
              <a:gd name="connsiteX108114" fmla="*/ 301957 w 2119654"/>
              <a:gd name="connsiteY108114" fmla="*/ 1149122 h 2398711"/>
              <a:gd name="connsiteX108115" fmla="*/ 302724 w 2119654"/>
              <a:gd name="connsiteY108115" fmla="*/ 1151108 h 2398711"/>
              <a:gd name="connsiteX108116" fmla="*/ 302677 w 2119654"/>
              <a:gd name="connsiteY108116" fmla="*/ 1149895 h 2398711"/>
              <a:gd name="connsiteX108117" fmla="*/ 331913 w 2119654"/>
              <a:gd name="connsiteY108117" fmla="*/ 1081995 h 2398711"/>
              <a:gd name="connsiteX108118" fmla="*/ 334906 w 2119654"/>
              <a:gd name="connsiteY108118" fmla="*/ 1088509 h 2398711"/>
              <a:gd name="connsiteX108119" fmla="*/ 335087 w 2119654"/>
              <a:gd name="connsiteY108119" fmla="*/ 1088694 h 2398711"/>
              <a:gd name="connsiteX108120" fmla="*/ 333627 w 2119654"/>
              <a:gd name="connsiteY108120" fmla="*/ 1083833 h 2398711"/>
              <a:gd name="connsiteX108121" fmla="*/ 570409 w 2119654"/>
              <a:gd name="connsiteY108121" fmla="*/ 547861 h 2398711"/>
              <a:gd name="connsiteX108122" fmla="*/ 570758 w 2119654"/>
              <a:gd name="connsiteY108122" fmla="*/ 548873 h 2398711"/>
              <a:gd name="connsiteX108123" fmla="*/ 570585 w 2119654"/>
              <a:gd name="connsiteY108123" fmla="*/ 547922 h 2398711"/>
              <a:gd name="connsiteX108124" fmla="*/ 553365 w 2119654"/>
              <a:gd name="connsiteY108124" fmla="*/ 585956 h 2398711"/>
              <a:gd name="connsiteX108125" fmla="*/ 553156 w 2119654"/>
              <a:gd name="connsiteY108125" fmla="*/ 590827 h 2398711"/>
              <a:gd name="connsiteX108126" fmla="*/ 553852 w 2119654"/>
              <a:gd name="connsiteY108126" fmla="*/ 591116 h 2398711"/>
              <a:gd name="connsiteX108127" fmla="*/ 553852 w 2119654"/>
              <a:gd name="connsiteY108127" fmla="*/ 586146 h 2398711"/>
              <a:gd name="connsiteX108128" fmla="*/ 442264 w 2119654"/>
              <a:gd name="connsiteY108128" fmla="*/ 834601 h 2398711"/>
              <a:gd name="connsiteX108129" fmla="*/ 442059 w 2119654"/>
              <a:gd name="connsiteY108129" fmla="*/ 836190 h 2398711"/>
              <a:gd name="connsiteX108130" fmla="*/ 442717 w 2119654"/>
              <a:gd name="connsiteY108130" fmla="*/ 837077 h 2398711"/>
              <a:gd name="connsiteX108131" fmla="*/ 442521 w 2119654"/>
              <a:gd name="connsiteY108131" fmla="*/ 834864 h 2398711"/>
              <a:gd name="connsiteX108132" fmla="*/ 442460 w 2119654"/>
              <a:gd name="connsiteY108132" fmla="*/ 834732 h 2398711"/>
              <a:gd name="connsiteX108133" fmla="*/ 610072 w 2119654"/>
              <a:gd name="connsiteY108133" fmla="*/ 458840 h 2398711"/>
              <a:gd name="connsiteX108134" fmla="*/ 609640 w 2119654"/>
              <a:gd name="connsiteY108134" fmla="*/ 461876 h 2398711"/>
              <a:gd name="connsiteX108135" fmla="*/ 610695 w 2119654"/>
              <a:gd name="connsiteY108135" fmla="*/ 462968 h 2398711"/>
              <a:gd name="connsiteX108136" fmla="*/ 416029 w 2119654"/>
              <a:gd name="connsiteY108136" fmla="*/ 893329 h 2398711"/>
              <a:gd name="connsiteX108137" fmla="*/ 416077 w 2119654"/>
              <a:gd name="connsiteY108137" fmla="*/ 894639 h 2398711"/>
              <a:gd name="connsiteX108138" fmla="*/ 416474 w 2119654"/>
              <a:gd name="connsiteY108138" fmla="*/ 894964 h 2398711"/>
              <a:gd name="connsiteX108139" fmla="*/ 416537 w 2119654"/>
              <a:gd name="connsiteY108139" fmla="*/ 894821 h 2398711"/>
              <a:gd name="connsiteX108140" fmla="*/ 416223 w 2119654"/>
              <a:gd name="connsiteY108140" fmla="*/ 893545 h 2398711"/>
              <a:gd name="connsiteX108141" fmla="*/ 503846 w 2119654"/>
              <a:gd name="connsiteY108141" fmla="*/ 696635 h 2398711"/>
              <a:gd name="connsiteX108142" fmla="*/ 503852 w 2119654"/>
              <a:gd name="connsiteY108142" fmla="*/ 699337 h 2398711"/>
              <a:gd name="connsiteX108143" fmla="*/ 505369 w 2119654"/>
              <a:gd name="connsiteY108143" fmla="*/ 700457 h 2398711"/>
              <a:gd name="connsiteX108144" fmla="*/ 505880 w 2119654"/>
              <a:gd name="connsiteY108144" fmla="*/ 698646 h 2398711"/>
              <a:gd name="connsiteX108145" fmla="*/ 505198 w 2119654"/>
              <a:gd name="connsiteY108145" fmla="*/ 697303 h 2398711"/>
              <a:gd name="connsiteX108146" fmla="*/ 442294 w 2119654"/>
              <a:gd name="connsiteY108146" fmla="*/ 834373 h 2398711"/>
              <a:gd name="connsiteX108147" fmla="*/ 442291 w 2119654"/>
              <a:gd name="connsiteY108147" fmla="*/ 834393 h 2398711"/>
              <a:gd name="connsiteX108148" fmla="*/ 442309 w 2119654"/>
              <a:gd name="connsiteY108148" fmla="*/ 834405 h 2398711"/>
              <a:gd name="connsiteX108149" fmla="*/ 517151 w 2119654"/>
              <a:gd name="connsiteY108149" fmla="*/ 666740 h 2398711"/>
              <a:gd name="connsiteX108150" fmla="*/ 517127 w 2119654"/>
              <a:gd name="connsiteY108150" fmla="*/ 667485 h 2398711"/>
              <a:gd name="connsiteX108151" fmla="*/ 517335 w 2119654"/>
              <a:gd name="connsiteY108151" fmla="*/ 668276 h 2398711"/>
              <a:gd name="connsiteX108152" fmla="*/ 518788 w 2119654"/>
              <a:gd name="connsiteY108152" fmla="*/ 663070 h 2398711"/>
              <a:gd name="connsiteX108153" fmla="*/ 518956 w 2119654"/>
              <a:gd name="connsiteY108153" fmla="*/ 663411 h 2398711"/>
              <a:gd name="connsiteX108154" fmla="*/ 519321 w 2119654"/>
              <a:gd name="connsiteY108154" fmla="*/ 663583 h 2398711"/>
              <a:gd name="connsiteX108155" fmla="*/ 461907 w 2119654"/>
              <a:gd name="connsiteY108155" fmla="*/ 790399 h 2398711"/>
              <a:gd name="connsiteX108156" fmla="*/ 462806 w 2119654"/>
              <a:gd name="connsiteY108156" fmla="*/ 792005 h 2398711"/>
              <a:gd name="connsiteX108157" fmla="*/ 463454 w 2119654"/>
              <a:gd name="connsiteY108157" fmla="*/ 792270 h 2398711"/>
              <a:gd name="connsiteX108158" fmla="*/ 462960 w 2119654"/>
              <a:gd name="connsiteY108158" fmla="*/ 790773 h 2398711"/>
              <a:gd name="connsiteX108159" fmla="*/ 533230 w 2119654"/>
              <a:gd name="connsiteY108159" fmla="*/ 630593 h 2398711"/>
              <a:gd name="connsiteX108160" fmla="*/ 534831 w 2119654"/>
              <a:gd name="connsiteY108160" fmla="*/ 638840 h 2398711"/>
              <a:gd name="connsiteX108161" fmla="*/ 538303 w 2119654"/>
              <a:gd name="connsiteY108161" fmla="*/ 641141 h 2398711"/>
              <a:gd name="connsiteX108162" fmla="*/ 538143 w 2119654"/>
              <a:gd name="connsiteY108162" fmla="*/ 632715 h 2398711"/>
              <a:gd name="connsiteX108163" fmla="*/ 450571 w 2119654"/>
              <a:gd name="connsiteY108163" fmla="*/ 815608 h 2398711"/>
              <a:gd name="connsiteX108164" fmla="*/ 450497 w 2119654"/>
              <a:gd name="connsiteY108164" fmla="*/ 816319 h 2398711"/>
              <a:gd name="connsiteX108165" fmla="*/ 451122 w 2119654"/>
              <a:gd name="connsiteY108165" fmla="*/ 816732 h 2398711"/>
              <a:gd name="connsiteX108166" fmla="*/ 605002 w 2119654"/>
              <a:gd name="connsiteY108166" fmla="*/ 469798 h 2398711"/>
              <a:gd name="connsiteX108167" fmla="*/ 604354 w 2119654"/>
              <a:gd name="connsiteY108167" fmla="*/ 471714 h 2398711"/>
              <a:gd name="connsiteX108168" fmla="*/ 604355 w 2119654"/>
              <a:gd name="connsiteY108168" fmla="*/ 471813 h 2398711"/>
              <a:gd name="connsiteX108169" fmla="*/ 607356 w 2119654"/>
              <a:gd name="connsiteY108169" fmla="*/ 473153 h 2398711"/>
              <a:gd name="connsiteX108170" fmla="*/ 607665 w 2119654"/>
              <a:gd name="connsiteY108170" fmla="*/ 470982 h 2398711"/>
              <a:gd name="connsiteX108171" fmla="*/ 261656 w 2119654"/>
              <a:gd name="connsiteY108171" fmla="*/ 1238577 h 2398711"/>
              <a:gd name="connsiteX108172" fmla="*/ 266863 w 2119654"/>
              <a:gd name="connsiteY108172" fmla="*/ 1245393 h 2398711"/>
              <a:gd name="connsiteX108173" fmla="*/ 265615 w 2119654"/>
              <a:gd name="connsiteY108173" fmla="*/ 1242691 h 2398711"/>
              <a:gd name="connsiteX108174" fmla="*/ 262861 w 2119654"/>
              <a:gd name="connsiteY108174" fmla="*/ 1239448 h 2398711"/>
              <a:gd name="connsiteX108175" fmla="*/ 523807 w 2119654"/>
              <a:gd name="connsiteY108175" fmla="*/ 651568 h 2398711"/>
              <a:gd name="connsiteX108176" fmla="*/ 524586 w 2119654"/>
              <a:gd name="connsiteY108176" fmla="*/ 661773 h 2398711"/>
              <a:gd name="connsiteX108177" fmla="*/ 528502 w 2119654"/>
              <a:gd name="connsiteY108177" fmla="*/ 662139 h 2398711"/>
              <a:gd name="connsiteX108178" fmla="*/ 527544 w 2119654"/>
              <a:gd name="connsiteY108178" fmla="*/ 656738 h 2398711"/>
              <a:gd name="connsiteX108179" fmla="*/ 211238 w 2119654"/>
              <a:gd name="connsiteY108179" fmla="*/ 1351450 h 2398711"/>
              <a:gd name="connsiteX108180" fmla="*/ 211361 w 2119654"/>
              <a:gd name="connsiteY108180" fmla="*/ 1351773 h 2398711"/>
              <a:gd name="connsiteX108181" fmla="*/ 211895 w 2119654"/>
              <a:gd name="connsiteY108181" fmla="*/ 1352203 h 2398711"/>
              <a:gd name="connsiteX108182" fmla="*/ 214082 w 2119654"/>
              <a:gd name="connsiteY108182" fmla="*/ 1353890 h 2398711"/>
              <a:gd name="connsiteX108183" fmla="*/ 543324 w 2119654"/>
              <a:gd name="connsiteY108183" fmla="*/ 607778 h 2398711"/>
              <a:gd name="connsiteX108184" fmla="*/ 544694 w 2119654"/>
              <a:gd name="connsiteY108184" fmla="*/ 616867 h 2398711"/>
              <a:gd name="connsiteX108185" fmla="*/ 546517 w 2119654"/>
              <a:gd name="connsiteY108185" fmla="*/ 618009 h 2398711"/>
              <a:gd name="connsiteX108186" fmla="*/ 546868 w 2119654"/>
              <a:gd name="connsiteY108186" fmla="*/ 618058 h 2398711"/>
              <a:gd name="connsiteX108187" fmla="*/ 546610 w 2119654"/>
              <a:gd name="connsiteY108187" fmla="*/ 609176 h 2398711"/>
              <a:gd name="connsiteX108188" fmla="*/ 632007 w 2119654"/>
              <a:gd name="connsiteY108188" fmla="*/ 409179 h 2398711"/>
              <a:gd name="connsiteX108189" fmla="*/ 631565 w 2119654"/>
              <a:gd name="connsiteY108189" fmla="*/ 411221 h 2398711"/>
              <a:gd name="connsiteX108190" fmla="*/ 635152 w 2119654"/>
              <a:gd name="connsiteY108190" fmla="*/ 414626 h 2398711"/>
              <a:gd name="connsiteX108191" fmla="*/ 635424 w 2119654"/>
              <a:gd name="connsiteY108191" fmla="*/ 412718 h 2398711"/>
              <a:gd name="connsiteX108192" fmla="*/ 409102 w 2119654"/>
              <a:gd name="connsiteY108192" fmla="*/ 908279 h 2398711"/>
              <a:gd name="connsiteX108193" fmla="*/ 409032 w 2119654"/>
              <a:gd name="connsiteY108193" fmla="*/ 909944 h 2398711"/>
              <a:gd name="connsiteX108194" fmla="*/ 409579 w 2119654"/>
              <a:gd name="connsiteY108194" fmla="*/ 910736 h 2398711"/>
              <a:gd name="connsiteX108195" fmla="*/ 409589 w 2119654"/>
              <a:gd name="connsiteY108195" fmla="*/ 910742 h 2398711"/>
              <a:gd name="connsiteX108196" fmla="*/ 410176 w 2119654"/>
              <a:gd name="connsiteY108196" fmla="*/ 909399 h 2398711"/>
              <a:gd name="connsiteX108197" fmla="*/ 409575 w 2119654"/>
              <a:gd name="connsiteY108197" fmla="*/ 908715 h 2398711"/>
              <a:gd name="connsiteX108198" fmla="*/ 561777 w 2119654"/>
              <a:gd name="connsiteY108198" fmla="*/ 566291 h 2398711"/>
              <a:gd name="connsiteX108199" fmla="*/ 562025 w 2119654"/>
              <a:gd name="connsiteY108199" fmla="*/ 567007 h 2398711"/>
              <a:gd name="connsiteX108200" fmla="*/ 561966 w 2119654"/>
              <a:gd name="connsiteY108200" fmla="*/ 566470 h 2398711"/>
              <a:gd name="connsiteX108201" fmla="*/ 441275 w 2119654"/>
              <a:gd name="connsiteY108201" fmla="*/ 836033 h 2398711"/>
              <a:gd name="connsiteX108202" fmla="*/ 441016 w 2119654"/>
              <a:gd name="connsiteY108202" fmla="*/ 839770 h 2398711"/>
              <a:gd name="connsiteX108203" fmla="*/ 441199 w 2119654"/>
              <a:gd name="connsiteY108203" fmla="*/ 839896 h 2398711"/>
              <a:gd name="connsiteX108204" fmla="*/ 441613 w 2119654"/>
              <a:gd name="connsiteY108204" fmla="*/ 836502 h 2398711"/>
              <a:gd name="connsiteX108205" fmla="*/ 552208 w 2119654"/>
              <a:gd name="connsiteY108205" fmla="*/ 587507 h 2398711"/>
              <a:gd name="connsiteX108206" fmla="*/ 552209 w 2119654"/>
              <a:gd name="connsiteY108206" fmla="*/ 590436 h 2398711"/>
              <a:gd name="connsiteX108207" fmla="*/ 552542 w 2119654"/>
              <a:gd name="connsiteY108207" fmla="*/ 590574 h 2398711"/>
              <a:gd name="connsiteX108208" fmla="*/ 243659 w 2119654"/>
              <a:gd name="connsiteY108208" fmla="*/ 1278394 h 2398711"/>
              <a:gd name="connsiteX108209" fmla="*/ 246380 w 2119654"/>
              <a:gd name="connsiteY108209" fmla="*/ 1284820 h 2398711"/>
              <a:gd name="connsiteX108210" fmla="*/ 248304 w 2119654"/>
              <a:gd name="connsiteY108210" fmla="*/ 1286324 h 2398711"/>
              <a:gd name="connsiteX108211" fmla="*/ 245743 w 2119654"/>
              <a:gd name="connsiteY108211" fmla="*/ 1280276 h 2398711"/>
              <a:gd name="connsiteX108212" fmla="*/ 166256 w 2119654"/>
              <a:gd name="connsiteY108212" fmla="*/ 1451662 h 2398711"/>
              <a:gd name="connsiteX108213" fmla="*/ 179371 w 2119654"/>
              <a:gd name="connsiteY108213" fmla="*/ 1462203 h 2398711"/>
              <a:gd name="connsiteX108214" fmla="*/ 177352 w 2119654"/>
              <a:gd name="connsiteY108214" fmla="*/ 1459676 h 2398711"/>
              <a:gd name="connsiteX108215" fmla="*/ 360796 w 2119654"/>
              <a:gd name="connsiteY108215" fmla="*/ 1016013 h 2398711"/>
              <a:gd name="connsiteX108216" fmla="*/ 360738 w 2119654"/>
              <a:gd name="connsiteY108216" fmla="*/ 1017334 h 2398711"/>
              <a:gd name="connsiteX108217" fmla="*/ 361745 w 2119654"/>
              <a:gd name="connsiteY108217" fmla="*/ 1018114 h 2398711"/>
              <a:gd name="connsiteX108218" fmla="*/ 361742 w 2119654"/>
              <a:gd name="connsiteY108218" fmla="*/ 1018054 h 2398711"/>
              <a:gd name="connsiteX108219" fmla="*/ 438804 w 2119654"/>
              <a:gd name="connsiteY108219" fmla="*/ 841286 h 2398711"/>
              <a:gd name="connsiteX108220" fmla="*/ 438831 w 2119654"/>
              <a:gd name="connsiteY108220" fmla="*/ 843376 h 2398711"/>
              <a:gd name="connsiteX108221" fmla="*/ 439531 w 2119654"/>
              <a:gd name="connsiteY108221" fmla="*/ 844369 h 2398711"/>
              <a:gd name="connsiteX108222" fmla="*/ 439282 w 2119654"/>
              <a:gd name="connsiteY108222" fmla="*/ 841617 h 2398711"/>
              <a:gd name="connsiteX108223" fmla="*/ 249966 w 2119654"/>
              <a:gd name="connsiteY108223" fmla="*/ 1264036 h 2398711"/>
              <a:gd name="connsiteX108224" fmla="*/ 264824 w 2119654"/>
              <a:gd name="connsiteY108224" fmla="*/ 1281139 h 2398711"/>
              <a:gd name="connsiteX108225" fmla="*/ 264882 w 2119654"/>
              <a:gd name="connsiteY108225" fmla="*/ 1281192 h 2398711"/>
              <a:gd name="connsiteX108226" fmla="*/ 264789 w 2119654"/>
              <a:gd name="connsiteY108226" fmla="*/ 1280978 h 2398711"/>
              <a:gd name="connsiteX108227" fmla="*/ 262142 w 2119654"/>
              <a:gd name="connsiteY108227" fmla="*/ 1274603 h 2398711"/>
              <a:gd name="connsiteX108228" fmla="*/ 261594 w 2119654"/>
              <a:gd name="connsiteY108228" fmla="*/ 1273946 h 2398711"/>
              <a:gd name="connsiteX108229" fmla="*/ 256579 w 2119654"/>
              <a:gd name="connsiteY108229" fmla="*/ 1267761 h 2398711"/>
              <a:gd name="connsiteX108230" fmla="*/ 251657 w 2119654"/>
              <a:gd name="connsiteY108230" fmla="*/ 1265012 h 2398711"/>
              <a:gd name="connsiteX108231" fmla="*/ 236783 w 2119654"/>
              <a:gd name="connsiteY108231" fmla="*/ 1293529 h 2398711"/>
              <a:gd name="connsiteX108232" fmla="*/ 237826 w 2119654"/>
              <a:gd name="connsiteY108232" fmla="*/ 1295238 h 2398711"/>
              <a:gd name="connsiteX108233" fmla="*/ 239569 w 2119654"/>
              <a:gd name="connsiteY108233" fmla="*/ 1296414 h 2398711"/>
              <a:gd name="connsiteX108234" fmla="*/ 238094 w 2119654"/>
              <a:gd name="connsiteY108234" fmla="*/ 1294095 h 2398711"/>
              <a:gd name="connsiteX108235" fmla="*/ 632285 w 2119654"/>
              <a:gd name="connsiteY108235" fmla="*/ 407895 h 2398711"/>
              <a:gd name="connsiteX108236" fmla="*/ 632140 w 2119654"/>
              <a:gd name="connsiteY108236" fmla="*/ 408564 h 2398711"/>
              <a:gd name="connsiteX108237" fmla="*/ 635236 w 2119654"/>
              <a:gd name="connsiteY108237" fmla="*/ 411771 h 2398711"/>
              <a:gd name="connsiteX108238" fmla="*/ 415246 w 2119654"/>
              <a:gd name="connsiteY108238" fmla="*/ 893788 h 2398711"/>
              <a:gd name="connsiteX108239" fmla="*/ 415286 w 2119654"/>
              <a:gd name="connsiteY108239" fmla="*/ 893995 h 2398711"/>
              <a:gd name="connsiteX108240" fmla="*/ 415461 w 2119654"/>
              <a:gd name="connsiteY108240" fmla="*/ 894136 h 2398711"/>
              <a:gd name="connsiteX108241" fmla="*/ 334817 w 2119654"/>
              <a:gd name="connsiteY108241" fmla="*/ 1073670 h 2398711"/>
              <a:gd name="connsiteX108242" fmla="*/ 335050 w 2119654"/>
              <a:gd name="connsiteY108242" fmla="*/ 1074579 h 2398711"/>
              <a:gd name="connsiteX108243" fmla="*/ 335724 w 2119654"/>
              <a:gd name="connsiteY108243" fmla="*/ 1075588 h 2398711"/>
              <a:gd name="connsiteX108244" fmla="*/ 606767 w 2119654"/>
              <a:gd name="connsiteY108244" fmla="*/ 464589 h 2398711"/>
              <a:gd name="connsiteX108245" fmla="*/ 605204 w 2119654"/>
              <a:gd name="connsiteY108245" fmla="*/ 469204 h 2398711"/>
              <a:gd name="connsiteX108246" fmla="*/ 607773 w 2119654"/>
              <a:gd name="connsiteY108246" fmla="*/ 470225 h 2398711"/>
              <a:gd name="connsiteX108247" fmla="*/ 608357 w 2119654"/>
              <a:gd name="connsiteY108247" fmla="*/ 466125 h 2398711"/>
              <a:gd name="connsiteX108248" fmla="*/ 188197 w 2119654"/>
              <a:gd name="connsiteY108248" fmla="*/ 1401782 h 2398711"/>
              <a:gd name="connsiteX108249" fmla="*/ 189057 w 2119654"/>
              <a:gd name="connsiteY108249" fmla="*/ 1402943 h 2398711"/>
              <a:gd name="connsiteX108250" fmla="*/ 191326 w 2119654"/>
              <a:gd name="connsiteY108250" fmla="*/ 1404414 h 2398711"/>
              <a:gd name="connsiteX108251" fmla="*/ 543160 w 2119654"/>
              <a:gd name="connsiteY108251" fmla="*/ 606689 h 2398711"/>
              <a:gd name="connsiteX108252" fmla="*/ 543268 w 2119654"/>
              <a:gd name="connsiteY108252" fmla="*/ 607408 h 2398711"/>
              <a:gd name="connsiteX108253" fmla="*/ 546599 w 2119654"/>
              <a:gd name="connsiteY108253" fmla="*/ 608772 h 2398711"/>
              <a:gd name="connsiteX108254" fmla="*/ 546581 w 2119654"/>
              <a:gd name="connsiteY108254" fmla="*/ 608144 h 2398711"/>
              <a:gd name="connsiteX108255" fmla="*/ 327699 w 2119654"/>
              <a:gd name="connsiteY108255" fmla="*/ 1089144 h 2398711"/>
              <a:gd name="connsiteX108256" fmla="*/ 327767 w 2119654"/>
              <a:gd name="connsiteY108256" fmla="*/ 1089347 h 2398711"/>
              <a:gd name="connsiteX108257" fmla="*/ 328081 w 2119654"/>
              <a:gd name="connsiteY108257" fmla="*/ 1090073 h 2398711"/>
              <a:gd name="connsiteX108258" fmla="*/ 328226 w 2119654"/>
              <a:gd name="connsiteY108258" fmla="*/ 1090239 h 2398711"/>
              <a:gd name="connsiteX108259" fmla="*/ 329068 w 2119654"/>
              <a:gd name="connsiteY108259" fmla="*/ 1090968 h 2398711"/>
              <a:gd name="connsiteX108260" fmla="*/ 328454 w 2119654"/>
              <a:gd name="connsiteY108260" fmla="*/ 1089761 h 2398711"/>
              <a:gd name="connsiteX108261" fmla="*/ 517829 w 2119654"/>
              <a:gd name="connsiteY108261" fmla="*/ 663356 h 2398711"/>
              <a:gd name="connsiteX108262" fmla="*/ 518908 w 2119654"/>
              <a:gd name="connsiteY108262" fmla="*/ 670079 h 2398711"/>
              <a:gd name="connsiteX108263" fmla="*/ 522505 w 2119654"/>
              <a:gd name="connsiteY108263" fmla="*/ 670997 h 2398711"/>
              <a:gd name="connsiteX108264" fmla="*/ 519039 w 2119654"/>
              <a:gd name="connsiteY108264" fmla="*/ 663945 h 2398711"/>
              <a:gd name="connsiteX108265" fmla="*/ 503842 w 2119654"/>
              <a:gd name="connsiteY108265" fmla="*/ 694638 h 2398711"/>
              <a:gd name="connsiteX108266" fmla="*/ 503844 w 2119654"/>
              <a:gd name="connsiteY108266" fmla="*/ 695802 h 2398711"/>
              <a:gd name="connsiteX108267" fmla="*/ 504632 w 2119654"/>
              <a:gd name="connsiteY108267" fmla="*/ 696192 h 2398711"/>
              <a:gd name="connsiteX108268" fmla="*/ 329902 w 2119654"/>
              <a:gd name="connsiteY108268" fmla="*/ 1084029 h 2398711"/>
              <a:gd name="connsiteX108269" fmla="*/ 329994 w 2119654"/>
              <a:gd name="connsiteY108269" fmla="*/ 1085071 h 2398711"/>
              <a:gd name="connsiteX108270" fmla="*/ 333456 w 2119654"/>
              <a:gd name="connsiteY108270" fmla="*/ 1090211 h 2398711"/>
              <a:gd name="connsiteX108271" fmla="*/ 333604 w 2119654"/>
              <a:gd name="connsiteY108271" fmla="*/ 1090365 h 2398711"/>
              <a:gd name="connsiteX108272" fmla="*/ 332747 w 2119654"/>
              <a:gd name="connsiteY108272" fmla="*/ 1086974 h 2398711"/>
              <a:gd name="connsiteX108273" fmla="*/ 330149 w 2119654"/>
              <a:gd name="connsiteY108273" fmla="*/ 1084302 h 2398711"/>
              <a:gd name="connsiteX108274" fmla="*/ 604330 w 2119654"/>
              <a:gd name="connsiteY108274" fmla="*/ 469499 h 2398711"/>
              <a:gd name="connsiteX108275" fmla="*/ 604345 w 2119654"/>
              <a:gd name="connsiteY108275" fmla="*/ 470885 h 2398711"/>
              <a:gd name="connsiteX108276" fmla="*/ 604751 w 2119654"/>
              <a:gd name="connsiteY108276" fmla="*/ 469686 h 2398711"/>
              <a:gd name="connsiteX108277" fmla="*/ 553477 w 2119654"/>
              <a:gd name="connsiteY108277" fmla="*/ 583298 h 2398711"/>
              <a:gd name="connsiteX108278" fmla="*/ 553382 w 2119654"/>
              <a:gd name="connsiteY108278" fmla="*/ 585521 h 2398711"/>
              <a:gd name="connsiteX108279" fmla="*/ 553852 w 2119654"/>
              <a:gd name="connsiteY108279" fmla="*/ 585705 h 2398711"/>
              <a:gd name="connsiteX108280" fmla="*/ 553852 w 2119654"/>
              <a:gd name="connsiteY108280" fmla="*/ 583453 h 2398711"/>
              <a:gd name="connsiteX108281" fmla="*/ 552393 w 2119654"/>
              <a:gd name="connsiteY108281" fmla="*/ 585578 h 2398711"/>
              <a:gd name="connsiteX108282" fmla="*/ 552703 w 2119654"/>
              <a:gd name="connsiteY108282" fmla="*/ 588427 h 2398711"/>
              <a:gd name="connsiteX108283" fmla="*/ 552817 w 2119654"/>
              <a:gd name="connsiteY108283" fmla="*/ 585743 h 2398711"/>
              <a:gd name="connsiteX108284" fmla="*/ 441414 w 2119654"/>
              <a:gd name="connsiteY108284" fmla="*/ 834035 h 2398711"/>
              <a:gd name="connsiteX108285" fmla="*/ 441332 w 2119654"/>
              <a:gd name="connsiteY108285" fmla="*/ 835210 h 2398711"/>
              <a:gd name="connsiteX108286" fmla="*/ 441708 w 2119654"/>
              <a:gd name="connsiteY108286" fmla="*/ 835718 h 2398711"/>
              <a:gd name="connsiteX108287" fmla="*/ 441876 w 2119654"/>
              <a:gd name="connsiteY108287" fmla="*/ 834343 h 2398711"/>
              <a:gd name="connsiteX108288" fmla="*/ 244765 w 2119654"/>
              <a:gd name="connsiteY108288" fmla="*/ 1274357 h 2398711"/>
              <a:gd name="connsiteX108289" fmla="*/ 249070 w 2119654"/>
              <a:gd name="connsiteY108289" fmla="*/ 1282058 h 2398711"/>
              <a:gd name="connsiteX108290" fmla="*/ 249251 w 2119654"/>
              <a:gd name="connsiteY108290" fmla="*/ 1282221 h 2398711"/>
              <a:gd name="connsiteX108291" fmla="*/ 253368 w 2119654"/>
              <a:gd name="connsiteY108291" fmla="*/ 1285647 h 2398711"/>
              <a:gd name="connsiteX108292" fmla="*/ 253025 w 2119654"/>
              <a:gd name="connsiteY108292" fmla="*/ 1285053 h 2398711"/>
              <a:gd name="connsiteX108293" fmla="*/ 248907 w 2119654"/>
              <a:gd name="connsiteY108293" fmla="*/ 1277687 h 2398711"/>
              <a:gd name="connsiteX108294" fmla="*/ 608052 w 2119654"/>
              <a:gd name="connsiteY108294" fmla="*/ 460792 h 2398711"/>
              <a:gd name="connsiteX108295" fmla="*/ 606772 w 2119654"/>
              <a:gd name="connsiteY108295" fmla="*/ 464571 h 2398711"/>
              <a:gd name="connsiteX108296" fmla="*/ 608372 w 2119654"/>
              <a:gd name="connsiteY108296" fmla="*/ 466022 h 2398711"/>
              <a:gd name="connsiteX108297" fmla="*/ 608979 w 2119654"/>
              <a:gd name="connsiteY108297" fmla="*/ 461753 h 2398711"/>
              <a:gd name="connsiteX108298" fmla="*/ 632894 w 2119654"/>
              <a:gd name="connsiteY108298" fmla="*/ 405080 h 2398711"/>
              <a:gd name="connsiteX108299" fmla="*/ 632349 w 2119654"/>
              <a:gd name="connsiteY108299" fmla="*/ 407599 h 2398711"/>
              <a:gd name="connsiteX108300" fmla="*/ 635567 w 2119654"/>
              <a:gd name="connsiteY108300" fmla="*/ 411710 h 2398711"/>
              <a:gd name="connsiteX108301" fmla="*/ 636127 w 2119654"/>
              <a:gd name="connsiteY108301" fmla="*/ 407775 h 2398711"/>
              <a:gd name="connsiteX108302" fmla="*/ 301333 w 2119654"/>
              <a:gd name="connsiteY108302" fmla="*/ 1147504 h 2398711"/>
              <a:gd name="connsiteX108303" fmla="*/ 301725 w 2119654"/>
              <a:gd name="connsiteY108303" fmla="*/ 1148520 h 2398711"/>
              <a:gd name="connsiteX108304" fmla="*/ 302662 w 2119654"/>
              <a:gd name="connsiteY108304" fmla="*/ 1149527 h 2398711"/>
              <a:gd name="connsiteX108305" fmla="*/ 302660 w 2119654"/>
              <a:gd name="connsiteY108305" fmla="*/ 1149464 h 2398711"/>
              <a:gd name="connsiteX108306" fmla="*/ 517811 w 2119654"/>
              <a:gd name="connsiteY108306" fmla="*/ 662614 h 2398711"/>
              <a:gd name="connsiteX108307" fmla="*/ 517748 w 2119654"/>
              <a:gd name="connsiteY108307" fmla="*/ 662842 h 2398711"/>
              <a:gd name="connsiteX108308" fmla="*/ 518723 w 2119654"/>
              <a:gd name="connsiteY108308" fmla="*/ 663301 h 2398711"/>
              <a:gd name="connsiteX108309" fmla="*/ 518448 w 2119654"/>
              <a:gd name="connsiteY108309" fmla="*/ 662743 h 2398711"/>
              <a:gd name="connsiteX108310" fmla="*/ 518368 w 2119654"/>
              <a:gd name="connsiteY108310" fmla="*/ 662665 h 2398711"/>
              <a:gd name="connsiteX108311" fmla="*/ 450920 w 2119654"/>
              <a:gd name="connsiteY108311" fmla="*/ 812281 h 2398711"/>
              <a:gd name="connsiteX108312" fmla="*/ 450619 w 2119654"/>
              <a:gd name="connsiteY108312" fmla="*/ 815142 h 2398711"/>
              <a:gd name="connsiteX108313" fmla="*/ 451531 w 2119654"/>
              <a:gd name="connsiteY108313" fmla="*/ 817003 h 2398711"/>
              <a:gd name="connsiteX108314" fmla="*/ 452573 w 2119654"/>
              <a:gd name="connsiteY108314" fmla="*/ 817694 h 2398711"/>
              <a:gd name="connsiteX108315" fmla="*/ 451914 w 2119654"/>
              <a:gd name="connsiteY108315" fmla="*/ 814153 h 2398711"/>
              <a:gd name="connsiteX108316" fmla="*/ 451875 w 2119654"/>
              <a:gd name="connsiteY108316" fmla="*/ 814005 h 2398711"/>
              <a:gd name="connsiteX108317" fmla="*/ 592491 w 2119654"/>
              <a:gd name="connsiteY108317" fmla="*/ 495276 h 2398711"/>
              <a:gd name="connsiteX108318" fmla="*/ 592696 w 2119654"/>
              <a:gd name="connsiteY108318" fmla="*/ 496327 h 2398711"/>
              <a:gd name="connsiteX108319" fmla="*/ 595107 w 2119654"/>
              <a:gd name="connsiteY108319" fmla="*/ 497623 h 2398711"/>
              <a:gd name="connsiteX108320" fmla="*/ 593733 w 2119654"/>
              <a:gd name="connsiteY108320" fmla="*/ 496150 h 2398711"/>
              <a:gd name="connsiteX108321" fmla="*/ 360908 w 2119654"/>
              <a:gd name="connsiteY108321" fmla="*/ 1013500 h 2398711"/>
              <a:gd name="connsiteX108322" fmla="*/ 360845 w 2119654"/>
              <a:gd name="connsiteY108322" fmla="*/ 1014930 h 2398711"/>
              <a:gd name="connsiteX108323" fmla="*/ 361660 w 2119654"/>
              <a:gd name="connsiteY108323" fmla="*/ 1016391 h 2398711"/>
              <a:gd name="connsiteX108324" fmla="*/ 361651 w 2119654"/>
              <a:gd name="connsiteY108324" fmla="*/ 1016203 h 2398711"/>
              <a:gd name="connsiteX108325" fmla="*/ 361560 w 2119654"/>
              <a:gd name="connsiteY108325" fmla="*/ 1015884 h 2398711"/>
              <a:gd name="connsiteX108326" fmla="*/ 441483 w 2119654"/>
              <a:gd name="connsiteY108326" fmla="*/ 833018 h 2398711"/>
              <a:gd name="connsiteX108327" fmla="*/ 441428 w 2119654"/>
              <a:gd name="connsiteY108327" fmla="*/ 833819 h 2398711"/>
              <a:gd name="connsiteX108328" fmla="*/ 441902 w 2119654"/>
              <a:gd name="connsiteY108328" fmla="*/ 834134 h 2398711"/>
              <a:gd name="connsiteX108329" fmla="*/ 441960 w 2119654"/>
              <a:gd name="connsiteY108329" fmla="*/ 833653 h 2398711"/>
              <a:gd name="connsiteX108330" fmla="*/ 441882 w 2119654"/>
              <a:gd name="connsiteY108330" fmla="*/ 833482 h 2398711"/>
              <a:gd name="connsiteX108331" fmla="*/ 421305 w 2119654"/>
              <a:gd name="connsiteY108331" fmla="*/ 878151 h 2398711"/>
              <a:gd name="connsiteX108332" fmla="*/ 421337 w 2119654"/>
              <a:gd name="connsiteY108332" fmla="*/ 878990 h 2398711"/>
              <a:gd name="connsiteX108333" fmla="*/ 421342 w 2119654"/>
              <a:gd name="connsiteY108333" fmla="*/ 878981 h 2398711"/>
              <a:gd name="connsiteX108334" fmla="*/ 421377 w 2119654"/>
              <a:gd name="connsiteY108334" fmla="*/ 879441 h 2398711"/>
              <a:gd name="connsiteX108335" fmla="*/ 422462 w 2119654"/>
              <a:gd name="connsiteY108335" fmla="*/ 880054 h 2398711"/>
              <a:gd name="connsiteX108336" fmla="*/ 422496 w 2119654"/>
              <a:gd name="connsiteY108336" fmla="*/ 879068 h 2398711"/>
              <a:gd name="connsiteX108337" fmla="*/ 465880 w 2119654"/>
              <a:gd name="connsiteY108337" fmla="*/ 778208 h 2398711"/>
              <a:gd name="connsiteX108338" fmla="*/ 466582 w 2119654"/>
              <a:gd name="connsiteY108338" fmla="*/ 781037 h 2398711"/>
              <a:gd name="connsiteX108339" fmla="*/ 467071 w 2119654"/>
              <a:gd name="connsiteY108339" fmla="*/ 781207 h 2398711"/>
              <a:gd name="connsiteX108340" fmla="*/ 466887 w 2119654"/>
              <a:gd name="connsiteY108340" fmla="*/ 779033 h 2398711"/>
              <a:gd name="connsiteX108341" fmla="*/ 553542 w 2119654"/>
              <a:gd name="connsiteY108341" fmla="*/ 581778 h 2398711"/>
              <a:gd name="connsiteX108342" fmla="*/ 553497 w 2119654"/>
              <a:gd name="connsiteY108342" fmla="*/ 582835 h 2398711"/>
              <a:gd name="connsiteX108343" fmla="*/ 553853 w 2119654"/>
              <a:gd name="connsiteY108343" fmla="*/ 582983 h 2398711"/>
              <a:gd name="connsiteX108344" fmla="*/ 553853 w 2119654"/>
              <a:gd name="connsiteY108344" fmla="*/ 581960 h 2398711"/>
              <a:gd name="connsiteX108345" fmla="*/ 570140 w 2119654"/>
              <a:gd name="connsiteY108345" fmla="*/ 544594 h 2398711"/>
              <a:gd name="connsiteX108346" fmla="*/ 570395 w 2119654"/>
              <a:gd name="connsiteY108346" fmla="*/ 545987 h 2398711"/>
              <a:gd name="connsiteX108347" fmla="*/ 573394 w 2119654"/>
              <a:gd name="connsiteY108347" fmla="*/ 547035 h 2398711"/>
              <a:gd name="connsiteX108348" fmla="*/ 309821 w 2119654"/>
              <a:gd name="connsiteY108348" fmla="*/ 1127474 h 2398711"/>
              <a:gd name="connsiteX108349" fmla="*/ 309963 w 2119654"/>
              <a:gd name="connsiteY108349" fmla="*/ 1131178 h 2398711"/>
              <a:gd name="connsiteX108350" fmla="*/ 311454 w 2119654"/>
              <a:gd name="connsiteY108350" fmla="*/ 1132497 h 2398711"/>
              <a:gd name="connsiteX108351" fmla="*/ 311746 w 2119654"/>
              <a:gd name="connsiteY108351" fmla="*/ 1132719 h 2398711"/>
              <a:gd name="connsiteX108352" fmla="*/ 311463 w 2119654"/>
              <a:gd name="connsiteY108352" fmla="*/ 1129262 h 2398711"/>
              <a:gd name="connsiteX108353" fmla="*/ 623674 w 2119654"/>
              <a:gd name="connsiteY108353" fmla="*/ 424686 h 2398711"/>
              <a:gd name="connsiteX108354" fmla="*/ 622748 w 2119654"/>
              <a:gd name="connsiteY108354" fmla="*/ 431505 h 2398711"/>
              <a:gd name="connsiteX108355" fmla="*/ 626258 w 2119654"/>
              <a:gd name="connsiteY108355" fmla="*/ 434550 h 2398711"/>
              <a:gd name="connsiteX108356" fmla="*/ 627744 w 2119654"/>
              <a:gd name="connsiteY108356" fmla="*/ 427687 h 2398711"/>
              <a:gd name="connsiteX108357" fmla="*/ 461769 w 2119654"/>
              <a:gd name="connsiteY108357" fmla="*/ 787167 h 2398711"/>
              <a:gd name="connsiteX108358" fmla="*/ 461613 w 2119654"/>
              <a:gd name="connsiteY108358" fmla="*/ 788209 h 2398711"/>
              <a:gd name="connsiteX108359" fmla="*/ 462180 w 2119654"/>
              <a:gd name="connsiteY108359" fmla="*/ 788411 h 2398711"/>
              <a:gd name="connsiteX108360" fmla="*/ 592378 w 2119654"/>
              <a:gd name="connsiteY108360" fmla="*/ 494698 h 2398711"/>
              <a:gd name="connsiteX108361" fmla="*/ 592449 w 2119654"/>
              <a:gd name="connsiteY108361" fmla="*/ 495063 h 2398711"/>
              <a:gd name="connsiteX108362" fmla="*/ 593194 w 2119654"/>
              <a:gd name="connsiteY108362" fmla="*/ 495572 h 2398711"/>
              <a:gd name="connsiteX108363" fmla="*/ 414905 w 2119654"/>
              <a:gd name="connsiteY108363" fmla="*/ 892079 h 2398711"/>
              <a:gd name="connsiteX108364" fmla="*/ 415116 w 2119654"/>
              <a:gd name="connsiteY108364" fmla="*/ 893141 h 2398711"/>
              <a:gd name="connsiteX108365" fmla="*/ 415593 w 2119654"/>
              <a:gd name="connsiteY108365" fmla="*/ 893925 h 2398711"/>
              <a:gd name="connsiteX108366" fmla="*/ 415552 w 2119654"/>
              <a:gd name="connsiteY108366" fmla="*/ 892799 h 2398711"/>
              <a:gd name="connsiteX108367" fmla="*/ 542958 w 2119654"/>
              <a:gd name="connsiteY108367" fmla="*/ 605341 h 2398711"/>
              <a:gd name="connsiteX108368" fmla="*/ 543097 w 2119654"/>
              <a:gd name="connsiteY108368" fmla="*/ 606264 h 2398711"/>
              <a:gd name="connsiteX108369" fmla="*/ 546567 w 2119654"/>
              <a:gd name="connsiteY108369" fmla="*/ 607686 h 2398711"/>
              <a:gd name="connsiteX108370" fmla="*/ 546540 w 2119654"/>
              <a:gd name="connsiteY108370" fmla="*/ 606740 h 2398711"/>
              <a:gd name="connsiteX108371" fmla="*/ 260108 w 2119654"/>
              <a:gd name="connsiteY108371" fmla="*/ 1238647 h 2398711"/>
              <a:gd name="connsiteX108372" fmla="*/ 260492 w 2119654"/>
              <a:gd name="connsiteY108372" fmla="*/ 1239444 h 2398711"/>
              <a:gd name="connsiteX108373" fmla="*/ 261735 w 2119654"/>
              <a:gd name="connsiteY108373" fmla="*/ 1240777 h 2398711"/>
              <a:gd name="connsiteX108374" fmla="*/ 513353 w 2119654"/>
              <a:gd name="connsiteY108374" fmla="*/ 671518 h 2398711"/>
              <a:gd name="connsiteX108375" fmla="*/ 513352 w 2119654"/>
              <a:gd name="connsiteY108375" fmla="*/ 671527 h 2398711"/>
              <a:gd name="connsiteX108376" fmla="*/ 513358 w 2119654"/>
              <a:gd name="connsiteY108376" fmla="*/ 671532 h 2398711"/>
              <a:gd name="connsiteX108377" fmla="*/ 343714 w 2119654"/>
              <a:gd name="connsiteY108377" fmla="*/ 1051327 h 2398711"/>
              <a:gd name="connsiteX108378" fmla="*/ 345679 w 2119654"/>
              <a:gd name="connsiteY108378" fmla="*/ 1062457 h 2398711"/>
              <a:gd name="connsiteX108379" fmla="*/ 345928 w 2119654"/>
              <a:gd name="connsiteY108379" fmla="*/ 1062783 h 2398711"/>
              <a:gd name="connsiteX108380" fmla="*/ 345370 w 2119654"/>
              <a:gd name="connsiteY108380" fmla="*/ 1058655 h 2398711"/>
              <a:gd name="connsiteX108381" fmla="*/ 344028 w 2119654"/>
              <a:gd name="connsiteY108381" fmla="*/ 1051804 h 2398711"/>
              <a:gd name="connsiteX108382" fmla="*/ 448333 w 2119654"/>
              <a:gd name="connsiteY108382" fmla="*/ 817000 h 2398711"/>
              <a:gd name="connsiteX108383" fmla="*/ 448013 w 2119654"/>
              <a:gd name="connsiteY108383" fmla="*/ 820655 h 2398711"/>
              <a:gd name="connsiteX108384" fmla="*/ 448722 w 2119654"/>
              <a:gd name="connsiteY108384" fmla="*/ 822931 h 2398711"/>
              <a:gd name="connsiteX108385" fmla="*/ 449362 w 2119654"/>
              <a:gd name="connsiteY108385" fmla="*/ 817682 h 2398711"/>
              <a:gd name="connsiteX108386" fmla="*/ 456929 w 2119654"/>
              <a:gd name="connsiteY108386" fmla="*/ 797737 h 2398711"/>
              <a:gd name="connsiteX108387" fmla="*/ 459352 w 2119654"/>
              <a:gd name="connsiteY108387" fmla="*/ 801091 h 2398711"/>
              <a:gd name="connsiteX108388" fmla="*/ 459582 w 2119654"/>
              <a:gd name="connsiteY108388" fmla="*/ 799556 h 2398711"/>
              <a:gd name="connsiteX108389" fmla="*/ 459213 w 2119654"/>
              <a:gd name="connsiteY108389" fmla="*/ 798899 h 2398711"/>
              <a:gd name="connsiteX108390" fmla="*/ 458054 w 2119654"/>
              <a:gd name="connsiteY108390" fmla="*/ 798223 h 2398711"/>
              <a:gd name="connsiteX108391" fmla="*/ 502343 w 2119654"/>
              <a:gd name="connsiteY108391" fmla="*/ 695892 h 2398711"/>
              <a:gd name="connsiteX108392" fmla="*/ 503060 w 2119654"/>
              <a:gd name="connsiteY108392" fmla="*/ 698754 h 2398711"/>
              <a:gd name="connsiteX108393" fmla="*/ 503239 w 2119654"/>
              <a:gd name="connsiteY108393" fmla="*/ 698885 h 2398711"/>
              <a:gd name="connsiteX108394" fmla="*/ 503234 w 2119654"/>
              <a:gd name="connsiteY108394" fmla="*/ 696332 h 2398711"/>
              <a:gd name="connsiteX108395" fmla="*/ 383640 w 2119654"/>
              <a:gd name="connsiteY108395" fmla="*/ 961644 h 2398711"/>
              <a:gd name="connsiteX108396" fmla="*/ 383572 w 2119654"/>
              <a:gd name="connsiteY108396" fmla="*/ 963168 h 2398711"/>
              <a:gd name="connsiteX108397" fmla="*/ 385289 w 2119654"/>
              <a:gd name="connsiteY108397" fmla="*/ 966430 h 2398711"/>
              <a:gd name="connsiteX108398" fmla="*/ 385340 w 2119654"/>
              <a:gd name="connsiteY108398" fmla="*/ 966315 h 2398711"/>
              <a:gd name="connsiteX108399" fmla="*/ 229614 w 2119654"/>
              <a:gd name="connsiteY108399" fmla="*/ 1306418 h 2398711"/>
              <a:gd name="connsiteX108400" fmla="*/ 236369 w 2119654"/>
              <a:gd name="connsiteY108400" fmla="*/ 1318992 h 2398711"/>
              <a:gd name="connsiteX108401" fmla="*/ 245285 w 2119654"/>
              <a:gd name="connsiteY108401" fmla="*/ 1323882 h 2398711"/>
              <a:gd name="connsiteX108402" fmla="*/ 240161 w 2119654"/>
              <a:gd name="connsiteY108402" fmla="*/ 1314345 h 2398711"/>
              <a:gd name="connsiteX108403" fmla="*/ 236847 w 2119654"/>
              <a:gd name="connsiteY108403" fmla="*/ 1311902 h 2398711"/>
              <a:gd name="connsiteX108404" fmla="*/ 264359 w 2119654"/>
              <a:gd name="connsiteY108404" fmla="*/ 1228614 h 2398711"/>
              <a:gd name="connsiteX108405" fmla="*/ 267127 w 2119654"/>
              <a:gd name="connsiteY108405" fmla="*/ 1232767 h 2398711"/>
              <a:gd name="connsiteX108406" fmla="*/ 268098 w 2119654"/>
              <a:gd name="connsiteY108406" fmla="*/ 1233669 h 2398711"/>
              <a:gd name="connsiteX108407" fmla="*/ 360964 w 2119654"/>
              <a:gd name="connsiteY108407" fmla="*/ 1012274 h 2398711"/>
              <a:gd name="connsiteX108408" fmla="*/ 360941 w 2119654"/>
              <a:gd name="connsiteY108408" fmla="*/ 1012797 h 2398711"/>
              <a:gd name="connsiteX108409" fmla="*/ 361597 w 2119654"/>
              <a:gd name="connsiteY108409" fmla="*/ 1015075 h 2398711"/>
              <a:gd name="connsiteX108410" fmla="*/ 361521 w 2119654"/>
              <a:gd name="connsiteY108410" fmla="*/ 1013539 h 2398711"/>
              <a:gd name="connsiteX108411" fmla="*/ 471890 w 2119654"/>
              <a:gd name="connsiteY108411" fmla="*/ 763872 h 2398711"/>
              <a:gd name="connsiteX108412" fmla="*/ 473109 w 2119654"/>
              <a:gd name="connsiteY108412" fmla="*/ 770553 h 2398711"/>
              <a:gd name="connsiteX108413" fmla="*/ 473480 w 2119654"/>
              <a:gd name="connsiteY108413" fmla="*/ 770692 h 2398711"/>
              <a:gd name="connsiteX108414" fmla="*/ 472801 w 2119654"/>
              <a:gd name="connsiteY108414" fmla="*/ 765736 h 2398711"/>
              <a:gd name="connsiteX108415" fmla="*/ 546962 w 2119654"/>
              <a:gd name="connsiteY108415" fmla="*/ 595714 h 2398711"/>
              <a:gd name="connsiteX108416" fmla="*/ 546976 w 2119654"/>
              <a:gd name="connsiteY108416" fmla="*/ 596246 h 2398711"/>
              <a:gd name="connsiteX108417" fmla="*/ 548136 w 2119654"/>
              <a:gd name="connsiteY108417" fmla="*/ 597197 h 2398711"/>
              <a:gd name="connsiteX108418" fmla="*/ 548136 w 2119654"/>
              <a:gd name="connsiteY108418" fmla="*/ 596678 h 2398711"/>
              <a:gd name="connsiteX108419" fmla="*/ 519090 w 2119654"/>
              <a:gd name="connsiteY108419" fmla="*/ 658080 h 2398711"/>
              <a:gd name="connsiteX108420" fmla="*/ 518970 w 2119654"/>
              <a:gd name="connsiteY108420" fmla="*/ 658509 h 2398711"/>
              <a:gd name="connsiteX108421" fmla="*/ 519329 w 2119654"/>
              <a:gd name="connsiteY108421" fmla="*/ 658757 h 2398711"/>
              <a:gd name="connsiteX108422" fmla="*/ 260618 w 2119654"/>
              <a:gd name="connsiteY108422" fmla="*/ 1236805 h 2398711"/>
              <a:gd name="connsiteX108423" fmla="*/ 261054 w 2119654"/>
              <a:gd name="connsiteY108423" fmla="*/ 1237789 h 2398711"/>
              <a:gd name="connsiteX108424" fmla="*/ 261124 w 2119654"/>
              <a:gd name="connsiteY108424" fmla="*/ 1237881 h 2398711"/>
              <a:gd name="connsiteX108425" fmla="*/ 262176 w 2119654"/>
              <a:gd name="connsiteY108425" fmla="*/ 1238641 h 2398711"/>
              <a:gd name="connsiteX108426" fmla="*/ 553590 w 2119654"/>
              <a:gd name="connsiteY108426" fmla="*/ 580652 h 2398711"/>
              <a:gd name="connsiteX108427" fmla="*/ 553553 w 2119654"/>
              <a:gd name="connsiteY108427" fmla="*/ 581519 h 2398711"/>
              <a:gd name="connsiteX108428" fmla="*/ 553853 w 2119654"/>
              <a:gd name="connsiteY108428" fmla="*/ 581694 h 2398711"/>
              <a:gd name="connsiteX108429" fmla="*/ 553853 w 2119654"/>
              <a:gd name="connsiteY108429" fmla="*/ 580732 h 2398711"/>
              <a:gd name="connsiteX108430" fmla="*/ 437565 w 2119654"/>
              <a:gd name="connsiteY108430" fmla="*/ 840429 h 2398711"/>
              <a:gd name="connsiteX108431" fmla="*/ 437733 w 2119654"/>
              <a:gd name="connsiteY108431" fmla="*/ 841022 h 2398711"/>
              <a:gd name="connsiteX108432" fmla="*/ 437746 w 2119654"/>
              <a:gd name="connsiteY108432" fmla="*/ 840554 h 2398711"/>
              <a:gd name="connsiteX108433" fmla="*/ 484987 w 2119654"/>
              <a:gd name="connsiteY108433" fmla="*/ 734233 h 2398711"/>
              <a:gd name="connsiteX108434" fmla="*/ 485236 w 2119654"/>
              <a:gd name="connsiteY108434" fmla="*/ 736719 h 2398711"/>
              <a:gd name="connsiteX108435" fmla="*/ 485204 w 2119654"/>
              <a:gd name="connsiteY108435" fmla="*/ 735848 h 2398711"/>
              <a:gd name="connsiteX108436" fmla="*/ 591889 w 2119654"/>
              <a:gd name="connsiteY108436" fmla="*/ 494852 h 2398711"/>
              <a:gd name="connsiteX108437" fmla="*/ 592171 w 2119654"/>
              <a:gd name="connsiteY108437" fmla="*/ 496044 h 2398711"/>
              <a:gd name="connsiteX108438" fmla="*/ 592413 w 2119654"/>
              <a:gd name="connsiteY108438" fmla="*/ 496174 h 2398711"/>
              <a:gd name="connsiteX108439" fmla="*/ 592197 w 2119654"/>
              <a:gd name="connsiteY108439" fmla="*/ 495069 h 2398711"/>
              <a:gd name="connsiteX108440" fmla="*/ 283635 w 2119654"/>
              <a:gd name="connsiteY108440" fmla="*/ 1184863 h 2398711"/>
              <a:gd name="connsiteX108441" fmla="*/ 285176 w 2119654"/>
              <a:gd name="connsiteY108441" fmla="*/ 1187820 h 2398711"/>
              <a:gd name="connsiteX108442" fmla="*/ 285807 w 2119654"/>
              <a:gd name="connsiteY108442" fmla="*/ 1188685 h 2398711"/>
              <a:gd name="connsiteX108443" fmla="*/ 285265 w 2119654"/>
              <a:gd name="connsiteY108443" fmla="*/ 1186036 h 2398711"/>
              <a:gd name="connsiteX108444" fmla="*/ 309770 w 2119654"/>
              <a:gd name="connsiteY108444" fmla="*/ 1126147 h 2398711"/>
              <a:gd name="connsiteX108445" fmla="*/ 309816 w 2119654"/>
              <a:gd name="connsiteY108445" fmla="*/ 1127341 h 2398711"/>
              <a:gd name="connsiteX108446" fmla="*/ 311452 w 2119654"/>
              <a:gd name="connsiteY108446" fmla="*/ 1129123 h 2398711"/>
              <a:gd name="connsiteX108447" fmla="*/ 311390 w 2119654"/>
              <a:gd name="connsiteY108447" fmla="*/ 1128368 h 2398711"/>
              <a:gd name="connsiteX108448" fmla="*/ 310711 w 2119654"/>
              <a:gd name="connsiteY108448" fmla="*/ 1126942 h 2398711"/>
              <a:gd name="connsiteX108449" fmla="*/ 437390 w 2119654"/>
              <a:gd name="connsiteY108449" fmla="*/ 840308 h 2398711"/>
              <a:gd name="connsiteX108450" fmla="*/ 437446 w 2119654"/>
              <a:gd name="connsiteY108450" fmla="*/ 840497 h 2398711"/>
              <a:gd name="connsiteX108451" fmla="*/ 437393 w 2119654"/>
              <a:gd name="connsiteY108451" fmla="*/ 840310 h 2398711"/>
              <a:gd name="connsiteX108452" fmla="*/ 206362 w 2119654"/>
              <a:gd name="connsiteY108452" fmla="*/ 1357565 h 2398711"/>
              <a:gd name="connsiteX108453" fmla="*/ 213792 w 2119654"/>
              <a:gd name="connsiteY108453" fmla="*/ 1364766 h 2398711"/>
              <a:gd name="connsiteX108454" fmla="*/ 212815 w 2119654"/>
              <a:gd name="connsiteY108454" fmla="*/ 1362209 h 2398711"/>
              <a:gd name="connsiteX108455" fmla="*/ 232405 w 2119654"/>
              <a:gd name="connsiteY108455" fmla="*/ 1299077 h 2398711"/>
              <a:gd name="connsiteX108456" fmla="*/ 237437 w 2119654"/>
              <a:gd name="connsiteY108456" fmla="*/ 1308442 h 2398711"/>
              <a:gd name="connsiteX108457" fmla="*/ 240892 w 2119654"/>
              <a:gd name="connsiteY108457" fmla="*/ 1312205 h 2398711"/>
              <a:gd name="connsiteX108458" fmla="*/ 243257 w 2119654"/>
              <a:gd name="connsiteY108458" fmla="*/ 1314615 h 2398711"/>
              <a:gd name="connsiteX108459" fmla="*/ 240119 w 2119654"/>
              <a:gd name="connsiteY108459" fmla="*/ 1305498 h 2398711"/>
              <a:gd name="connsiteX108460" fmla="*/ 237993 w 2119654"/>
              <a:gd name="connsiteY108460" fmla="*/ 1302228 h 2398711"/>
              <a:gd name="connsiteX108461" fmla="*/ 562367 w 2119654"/>
              <a:gd name="connsiteY108461" fmla="*/ 560038 h 2398711"/>
              <a:gd name="connsiteX108462" fmla="*/ 566190 w 2119654"/>
              <a:gd name="connsiteY108462" fmla="*/ 562318 h 2398711"/>
              <a:gd name="connsiteX108463" fmla="*/ 566257 w 2119654"/>
              <a:gd name="connsiteY108463" fmla="*/ 561874 h 2398711"/>
              <a:gd name="connsiteX108464" fmla="*/ 564775 w 2119654"/>
              <a:gd name="connsiteY108464" fmla="*/ 560337 h 2398711"/>
              <a:gd name="connsiteX108465" fmla="*/ 552207 w 2119654"/>
              <a:gd name="connsiteY108465" fmla="*/ 582773 h 2398711"/>
              <a:gd name="connsiteX108466" fmla="*/ 552207 w 2119654"/>
              <a:gd name="connsiteY108466" fmla="*/ 583878 h 2398711"/>
              <a:gd name="connsiteX108467" fmla="*/ 552342 w 2119654"/>
              <a:gd name="connsiteY108467" fmla="*/ 585115 h 2398711"/>
              <a:gd name="connsiteX108468" fmla="*/ 552835 w 2119654"/>
              <a:gd name="connsiteY108468" fmla="*/ 585308 h 2398711"/>
              <a:gd name="connsiteX108469" fmla="*/ 552930 w 2119654"/>
              <a:gd name="connsiteY108469" fmla="*/ 583072 h 2398711"/>
              <a:gd name="connsiteX108470" fmla="*/ 512861 w 2119654"/>
              <a:gd name="connsiteY108470" fmla="*/ 670855 h 2398711"/>
              <a:gd name="connsiteX108471" fmla="*/ 512851 w 2119654"/>
              <a:gd name="connsiteY108471" fmla="*/ 671147 h 2398711"/>
              <a:gd name="connsiteX108472" fmla="*/ 512939 w 2119654"/>
              <a:gd name="connsiteY108472" fmla="*/ 671213 h 2398711"/>
              <a:gd name="connsiteX108473" fmla="*/ 512990 w 2119654"/>
              <a:gd name="connsiteY108473" fmla="*/ 670887 h 2398711"/>
              <a:gd name="connsiteX108474" fmla="*/ 541314 w 2119654"/>
              <a:gd name="connsiteY108474" fmla="*/ 606922 h 2398711"/>
              <a:gd name="connsiteX108475" fmla="*/ 542615 w 2119654"/>
              <a:gd name="connsiteY108475" fmla="*/ 615564 h 2398711"/>
              <a:gd name="connsiteX108476" fmla="*/ 543935 w 2119654"/>
              <a:gd name="connsiteY108476" fmla="*/ 616392 h 2398711"/>
              <a:gd name="connsiteX108477" fmla="*/ 542721 w 2119654"/>
              <a:gd name="connsiteY108477" fmla="*/ 607521 h 2398711"/>
              <a:gd name="connsiteX108478" fmla="*/ 326977 w 2119654"/>
              <a:gd name="connsiteY108478" fmla="*/ 1086858 h 2398711"/>
              <a:gd name="connsiteX108479" fmla="*/ 327002 w 2119654"/>
              <a:gd name="connsiteY108479" fmla="*/ 1087061 h 2398711"/>
              <a:gd name="connsiteX108480" fmla="*/ 327533 w 2119654"/>
              <a:gd name="connsiteY108480" fmla="*/ 1088647 h 2398711"/>
              <a:gd name="connsiteX108481" fmla="*/ 328139 w 2119654"/>
              <a:gd name="connsiteY108481" fmla="*/ 1089141 h 2398711"/>
              <a:gd name="connsiteX108482" fmla="*/ 402123 w 2119654"/>
              <a:gd name="connsiteY108482" fmla="*/ 918503 h 2398711"/>
              <a:gd name="connsiteX108483" fmla="*/ 402156 w 2119654"/>
              <a:gd name="connsiteY108483" fmla="*/ 919103 h 2398711"/>
              <a:gd name="connsiteX108484" fmla="*/ 402316 w 2119654"/>
              <a:gd name="connsiteY108484" fmla="*/ 919662 h 2398711"/>
              <a:gd name="connsiteX108485" fmla="*/ 402412 w 2119654"/>
              <a:gd name="connsiteY108485" fmla="*/ 918849 h 2398711"/>
              <a:gd name="connsiteX108486" fmla="*/ 219756 w 2119654"/>
              <a:gd name="connsiteY108486" fmla="*/ 1326788 h 2398711"/>
              <a:gd name="connsiteX108487" fmla="*/ 221480 w 2119654"/>
              <a:gd name="connsiteY108487" fmla="*/ 1331303 h 2398711"/>
              <a:gd name="connsiteX108488" fmla="*/ 232986 w 2119654"/>
              <a:gd name="connsiteY108488" fmla="*/ 1343660 h 2398711"/>
              <a:gd name="connsiteX108489" fmla="*/ 228608 w 2119654"/>
              <a:gd name="connsiteY108489" fmla="*/ 1336674 h 2398711"/>
              <a:gd name="connsiteX108490" fmla="*/ 591674 w 2119654"/>
              <a:gd name="connsiteY108490" fmla="*/ 493944 h 2398711"/>
              <a:gd name="connsiteX108491" fmla="*/ 591841 w 2119654"/>
              <a:gd name="connsiteY108491" fmla="*/ 494647 h 2398711"/>
              <a:gd name="connsiteX108492" fmla="*/ 592157 w 2119654"/>
              <a:gd name="connsiteY108492" fmla="*/ 494863 h 2398711"/>
              <a:gd name="connsiteX108493" fmla="*/ 592057 w 2119654"/>
              <a:gd name="connsiteY108493" fmla="*/ 494355 h 2398711"/>
              <a:gd name="connsiteX108494" fmla="*/ 456141 w 2119654"/>
              <a:gd name="connsiteY108494" fmla="*/ 797397 h 2398711"/>
              <a:gd name="connsiteX108495" fmla="*/ 456921 w 2119654"/>
              <a:gd name="connsiteY108495" fmla="*/ 803782 h 2398711"/>
              <a:gd name="connsiteX108496" fmla="*/ 458705 w 2119654"/>
              <a:gd name="connsiteY108496" fmla="*/ 805404 h 2398711"/>
              <a:gd name="connsiteX108497" fmla="*/ 459301 w 2119654"/>
              <a:gd name="connsiteY108497" fmla="*/ 801430 h 2398711"/>
              <a:gd name="connsiteX108498" fmla="*/ 456497 w 2119654"/>
              <a:gd name="connsiteY108498" fmla="*/ 797551 h 2398711"/>
              <a:gd name="connsiteX108499" fmla="*/ 361054 w 2119654"/>
              <a:gd name="connsiteY108499" fmla="*/ 1010242 h 2398711"/>
              <a:gd name="connsiteX108500" fmla="*/ 361039 w 2119654"/>
              <a:gd name="connsiteY108500" fmla="*/ 1010576 h 2398711"/>
              <a:gd name="connsiteX108501" fmla="*/ 361419 w 2119654"/>
              <a:gd name="connsiteY108501" fmla="*/ 1011435 h 2398711"/>
              <a:gd name="connsiteX108502" fmla="*/ 361377 w 2119654"/>
              <a:gd name="connsiteY108502" fmla="*/ 1010597 h 2398711"/>
              <a:gd name="connsiteX108503" fmla="*/ 472386 w 2119654"/>
              <a:gd name="connsiteY108503" fmla="*/ 760861 h 2398711"/>
              <a:gd name="connsiteX108504" fmla="*/ 473071 w 2119654"/>
              <a:gd name="connsiteY108504" fmla="*/ 765867 h 2398711"/>
              <a:gd name="connsiteX108505" fmla="*/ 475890 w 2119654"/>
              <a:gd name="connsiteY108505" fmla="*/ 771627 h 2398711"/>
              <a:gd name="connsiteX108506" fmla="*/ 476868 w 2119654"/>
              <a:gd name="connsiteY108506" fmla="*/ 772009 h 2398711"/>
              <a:gd name="connsiteX108507" fmla="*/ 476804 w 2119654"/>
              <a:gd name="connsiteY108507" fmla="*/ 769146 h 2398711"/>
              <a:gd name="connsiteX108508" fmla="*/ 475403 w 2119654"/>
              <a:gd name="connsiteY108508" fmla="*/ 764723 h 2398711"/>
              <a:gd name="connsiteX108509" fmla="*/ 356681 w 2119654"/>
              <a:gd name="connsiteY108509" fmla="*/ 1019907 h 2398711"/>
              <a:gd name="connsiteX108510" fmla="*/ 357583 w 2119654"/>
              <a:gd name="connsiteY108510" fmla="*/ 1023583 h 2398711"/>
              <a:gd name="connsiteX108511" fmla="*/ 357984 w 2119654"/>
              <a:gd name="connsiteY108511" fmla="*/ 1024048 h 2398711"/>
              <a:gd name="connsiteX108512" fmla="*/ 210021 w 2119654"/>
              <a:gd name="connsiteY108512" fmla="*/ 1348262 h 2398711"/>
              <a:gd name="connsiteX108513" fmla="*/ 210822 w 2119654"/>
              <a:gd name="connsiteY108513" fmla="*/ 1350362 h 2398711"/>
              <a:gd name="connsiteX108514" fmla="*/ 216074 w 2119654"/>
              <a:gd name="connsiteY108514" fmla="*/ 1354866 h 2398711"/>
              <a:gd name="connsiteX108515" fmla="*/ 227050 w 2119654"/>
              <a:gd name="connsiteY108515" fmla="*/ 1359710 h 2398711"/>
              <a:gd name="connsiteX108516" fmla="*/ 223943 w 2119654"/>
              <a:gd name="connsiteY108516" fmla="*/ 1356464 h 2398711"/>
              <a:gd name="connsiteX108517" fmla="*/ 339573 w 2119654"/>
              <a:gd name="connsiteY108517" fmla="*/ 1058128 h 2398711"/>
              <a:gd name="connsiteX108518" fmla="*/ 340333 w 2119654"/>
              <a:gd name="connsiteY108518" fmla="*/ 1060240 h 2398711"/>
              <a:gd name="connsiteX108519" fmla="*/ 340335 w 2119654"/>
              <a:gd name="connsiteY108519" fmla="*/ 1059254 h 2398711"/>
              <a:gd name="connsiteX108520" fmla="*/ 438770 w 2119654"/>
              <a:gd name="connsiteY108520" fmla="*/ 835935 h 2398711"/>
              <a:gd name="connsiteX108521" fmla="*/ 438747 w 2119654"/>
              <a:gd name="connsiteY108521" fmla="*/ 836773 h 2398711"/>
              <a:gd name="connsiteX108522" fmla="*/ 438765 w 2119654"/>
              <a:gd name="connsiteY108522" fmla="*/ 838213 h 2398711"/>
              <a:gd name="connsiteX108523" fmla="*/ 438989 w 2119654"/>
              <a:gd name="connsiteY108523" fmla="*/ 838368 h 2398711"/>
              <a:gd name="connsiteX108524" fmla="*/ 309722 w 2119654"/>
              <a:gd name="connsiteY108524" fmla="*/ 1124867 h 2398711"/>
              <a:gd name="connsiteX108525" fmla="*/ 309753 w 2119654"/>
              <a:gd name="connsiteY108525" fmla="*/ 1125682 h 2398711"/>
              <a:gd name="connsiteX108526" fmla="*/ 310321 w 2119654"/>
              <a:gd name="connsiteY108526" fmla="*/ 1126124 h 2398711"/>
              <a:gd name="connsiteX108527" fmla="*/ 553680 w 2119654"/>
              <a:gd name="connsiteY108527" fmla="*/ 578544 h 2398711"/>
              <a:gd name="connsiteX108528" fmla="*/ 553606 w 2119654"/>
              <a:gd name="connsiteY108528" fmla="*/ 580291 h 2398711"/>
              <a:gd name="connsiteX108529" fmla="*/ 553853 w 2119654"/>
              <a:gd name="connsiteY108529" fmla="*/ 580369 h 2398711"/>
              <a:gd name="connsiteX108530" fmla="*/ 553853 w 2119654"/>
              <a:gd name="connsiteY108530" fmla="*/ 578688 h 2398711"/>
              <a:gd name="connsiteX108531" fmla="*/ 343380 w 2119654"/>
              <a:gd name="connsiteY108531" fmla="*/ 1049431 h 2398711"/>
              <a:gd name="connsiteX108532" fmla="*/ 343480 w 2119654"/>
              <a:gd name="connsiteY108532" fmla="*/ 1049999 h 2398711"/>
              <a:gd name="connsiteX108533" fmla="*/ 343756 w 2119654"/>
              <a:gd name="connsiteY108533" fmla="*/ 1050419 h 2398711"/>
              <a:gd name="connsiteX108534" fmla="*/ 343672 w 2119654"/>
              <a:gd name="connsiteY108534" fmla="*/ 1049992 h 2398711"/>
              <a:gd name="connsiteX108535" fmla="*/ 577186 w 2119654"/>
              <a:gd name="connsiteY108535" fmla="*/ 525880 h 2398711"/>
              <a:gd name="connsiteX108536" fmla="*/ 580880 w 2119654"/>
              <a:gd name="connsiteY108536" fmla="*/ 541500 h 2398711"/>
              <a:gd name="connsiteX108537" fmla="*/ 582521 w 2119654"/>
              <a:gd name="connsiteY108537" fmla="*/ 536431 h 2398711"/>
              <a:gd name="connsiteX108538" fmla="*/ 579403 w 2119654"/>
              <a:gd name="connsiteY108538" fmla="*/ 526655 h 2398711"/>
              <a:gd name="connsiteX108539" fmla="*/ 641261 w 2119654"/>
              <a:gd name="connsiteY108539" fmla="*/ 382328 h 2398711"/>
              <a:gd name="connsiteX108540" fmla="*/ 643431 w 2119654"/>
              <a:gd name="connsiteY108540" fmla="*/ 400163 h 2398711"/>
              <a:gd name="connsiteX108541" fmla="*/ 648388 w 2119654"/>
              <a:gd name="connsiteY108541" fmla="*/ 404297 h 2398711"/>
              <a:gd name="connsiteX108542" fmla="*/ 652748 w 2119654"/>
              <a:gd name="connsiteY108542" fmla="*/ 393686 h 2398711"/>
              <a:gd name="connsiteX108543" fmla="*/ 652790 w 2119654"/>
              <a:gd name="connsiteY108543" fmla="*/ 392449 h 2398711"/>
              <a:gd name="connsiteX108544" fmla="*/ 646170 w 2119654"/>
              <a:gd name="connsiteY108544" fmla="*/ 387901 h 2398711"/>
              <a:gd name="connsiteX108545" fmla="*/ 646652 w 2119654"/>
              <a:gd name="connsiteY108545" fmla="*/ 387869 h 2398711"/>
              <a:gd name="connsiteX108546" fmla="*/ 652802 w 2119654"/>
              <a:gd name="connsiteY108546" fmla="*/ 392094 h 2398711"/>
              <a:gd name="connsiteX108547" fmla="*/ 652821 w 2119654"/>
              <a:gd name="connsiteY108547" fmla="*/ 391569 h 2398711"/>
              <a:gd name="connsiteX108548" fmla="*/ 649433 w 2119654"/>
              <a:gd name="connsiteY108548" fmla="*/ 387055 h 2398711"/>
              <a:gd name="connsiteX108549" fmla="*/ 624259 w 2119654"/>
              <a:gd name="connsiteY108549" fmla="*/ 420375 h 2398711"/>
              <a:gd name="connsiteX108550" fmla="*/ 623733 w 2119654"/>
              <a:gd name="connsiteY108550" fmla="*/ 424245 h 2398711"/>
              <a:gd name="connsiteX108551" fmla="*/ 627834 w 2119654"/>
              <a:gd name="connsiteY108551" fmla="*/ 427269 h 2398711"/>
              <a:gd name="connsiteX108552" fmla="*/ 628652 w 2119654"/>
              <a:gd name="connsiteY108552" fmla="*/ 423490 h 2398711"/>
              <a:gd name="connsiteX108553" fmla="*/ 628142 w 2119654"/>
              <a:gd name="connsiteY108553" fmla="*/ 423119 h 2398711"/>
              <a:gd name="connsiteX108554" fmla="*/ 520841 w 2119654"/>
              <a:gd name="connsiteY108554" fmla="*/ 651880 h 2398711"/>
              <a:gd name="connsiteX108555" fmla="*/ 519512 w 2119654"/>
              <a:gd name="connsiteY108555" fmla="*/ 656588 h 2398711"/>
              <a:gd name="connsiteX108556" fmla="*/ 520890 w 2119654"/>
              <a:gd name="connsiteY108556" fmla="*/ 659837 h 2398711"/>
              <a:gd name="connsiteX108557" fmla="*/ 521992 w 2119654"/>
              <a:gd name="connsiteY108557" fmla="*/ 660599 h 2398711"/>
              <a:gd name="connsiteX108558" fmla="*/ 522093 w 2119654"/>
              <a:gd name="connsiteY108558" fmla="*/ 660696 h 2398711"/>
              <a:gd name="connsiteX108559" fmla="*/ 521318 w 2119654"/>
              <a:gd name="connsiteY108559" fmla="*/ 655867 h 2398711"/>
              <a:gd name="connsiteX108560" fmla="*/ 366790 w 2119654"/>
              <a:gd name="connsiteY108560" fmla="*/ 996791 h 2398711"/>
              <a:gd name="connsiteX108561" fmla="*/ 367153 w 2119654"/>
              <a:gd name="connsiteY108561" fmla="*/ 998464 h 2398711"/>
              <a:gd name="connsiteX108562" fmla="*/ 367182 w 2119654"/>
              <a:gd name="connsiteY108562" fmla="*/ 998488 h 2398711"/>
              <a:gd name="connsiteX108563" fmla="*/ 367287 w 2119654"/>
              <a:gd name="connsiteY108563" fmla="*/ 997959 h 2398711"/>
              <a:gd name="connsiteX108564" fmla="*/ 255186 w 2119654"/>
              <a:gd name="connsiteY108564" fmla="*/ 1246662 h 2398711"/>
              <a:gd name="connsiteX108565" fmla="*/ 256666 w 2119654"/>
              <a:gd name="connsiteY108565" fmla="*/ 1250096 h 2398711"/>
              <a:gd name="connsiteX108566" fmla="*/ 258178 w 2119654"/>
              <a:gd name="connsiteY108566" fmla="*/ 1251575 h 2398711"/>
              <a:gd name="connsiteX108567" fmla="*/ 257085 w 2119654"/>
              <a:gd name="connsiteY108567" fmla="*/ 1247782 h 2398711"/>
              <a:gd name="connsiteX108568" fmla="*/ 301434 w 2119654"/>
              <a:gd name="connsiteY108568" fmla="*/ 1142992 h 2398711"/>
              <a:gd name="connsiteX108569" fmla="*/ 302499 w 2119654"/>
              <a:gd name="connsiteY108569" fmla="*/ 1145270 h 2398711"/>
              <a:gd name="connsiteX108570" fmla="*/ 302464 w 2119654"/>
              <a:gd name="connsiteY108570" fmla="*/ 1144368 h 2398711"/>
              <a:gd name="connsiteX108571" fmla="*/ 542595 w 2119654"/>
              <a:gd name="connsiteY108571" fmla="*/ 602929 h 2398711"/>
              <a:gd name="connsiteX108572" fmla="*/ 542905 w 2119654"/>
              <a:gd name="connsiteY108572" fmla="*/ 604989 h 2398711"/>
              <a:gd name="connsiteX108573" fmla="*/ 546530 w 2119654"/>
              <a:gd name="connsiteY108573" fmla="*/ 606405 h 2398711"/>
              <a:gd name="connsiteX108574" fmla="*/ 546513 w 2119654"/>
              <a:gd name="connsiteY108574" fmla="*/ 605819 h 2398711"/>
              <a:gd name="connsiteX108575" fmla="*/ 261612 w 2119654"/>
              <a:gd name="connsiteY108575" fmla="*/ 1232052 h 2398711"/>
              <a:gd name="connsiteX108576" fmla="*/ 264240 w 2119654"/>
              <a:gd name="connsiteY108576" fmla="*/ 1237744 h 2398711"/>
              <a:gd name="connsiteX108577" fmla="*/ 268750 w 2119654"/>
              <a:gd name="connsiteY108577" fmla="*/ 1243389 h 2398711"/>
              <a:gd name="connsiteX108578" fmla="*/ 270269 w 2119654"/>
              <a:gd name="connsiteY108578" fmla="*/ 1244485 h 2398711"/>
              <a:gd name="connsiteX108579" fmla="*/ 274351 w 2119654"/>
              <a:gd name="connsiteY108579" fmla="*/ 1247349 h 2398711"/>
              <a:gd name="connsiteX108580" fmla="*/ 273188 w 2119654"/>
              <a:gd name="connsiteY108580" fmla="*/ 1244893 h 2398711"/>
              <a:gd name="connsiteX108581" fmla="*/ 272430 w 2119654"/>
              <a:gd name="connsiteY108581" fmla="*/ 1243111 h 2398711"/>
              <a:gd name="connsiteX108582" fmla="*/ 271709 w 2119654"/>
              <a:gd name="connsiteY108582" fmla="*/ 1242067 h 2398711"/>
              <a:gd name="connsiteX108583" fmla="*/ 264767 w 2119654"/>
              <a:gd name="connsiteY108583" fmla="*/ 1233806 h 2398711"/>
              <a:gd name="connsiteX108584" fmla="*/ 561671 w 2119654"/>
              <a:gd name="connsiteY108584" fmla="*/ 560130 h 2398711"/>
              <a:gd name="connsiteX108585" fmla="*/ 561639 w 2119654"/>
              <a:gd name="connsiteY108585" fmla="*/ 560878 h 2398711"/>
              <a:gd name="connsiteX108586" fmla="*/ 561788 w 2119654"/>
              <a:gd name="connsiteY108586" fmla="*/ 562253 h 2398711"/>
              <a:gd name="connsiteX108587" fmla="*/ 564103 w 2119654"/>
              <a:gd name="connsiteY108587" fmla="*/ 564447 h 2398711"/>
              <a:gd name="connsiteX108588" fmla="*/ 565397 w 2119654"/>
              <a:gd name="connsiteY108588" fmla="*/ 565090 h 2398711"/>
              <a:gd name="connsiteX108589" fmla="*/ 565759 w 2119654"/>
              <a:gd name="connsiteY108589" fmla="*/ 565200 h 2398711"/>
              <a:gd name="connsiteX108590" fmla="*/ 566120 w 2119654"/>
              <a:gd name="connsiteY108590" fmla="*/ 562785 h 2398711"/>
              <a:gd name="connsiteX108591" fmla="*/ 466523 w 2119654"/>
              <a:gd name="connsiteY108591" fmla="*/ 773150 h 2398711"/>
              <a:gd name="connsiteX108592" fmla="*/ 466552 w 2119654"/>
              <a:gd name="connsiteY108592" fmla="*/ 773495 h 2398711"/>
              <a:gd name="connsiteX108593" fmla="*/ 468829 w 2119654"/>
              <a:gd name="connsiteY108593" fmla="*/ 775362 h 2398711"/>
              <a:gd name="connsiteX108594" fmla="*/ 468650 w 2119654"/>
              <a:gd name="connsiteY108594" fmla="*/ 774030 h 2398711"/>
              <a:gd name="connsiteX108595" fmla="*/ 568980 w 2119654"/>
              <a:gd name="connsiteY108595" fmla="*/ 543724 h 2398711"/>
              <a:gd name="connsiteX108596" fmla="*/ 569674 w 2119654"/>
              <a:gd name="connsiteY108596" fmla="*/ 545736 h 2398711"/>
              <a:gd name="connsiteX108597" fmla="*/ 570221 w 2119654"/>
              <a:gd name="connsiteY108597" fmla="*/ 545926 h 2398711"/>
              <a:gd name="connsiteX108598" fmla="*/ 569952 w 2119654"/>
              <a:gd name="connsiteY108598" fmla="*/ 544453 h 2398711"/>
              <a:gd name="connsiteX108599" fmla="*/ 235602 w 2119654"/>
              <a:gd name="connsiteY108599" fmla="*/ 1290177 h 2398711"/>
              <a:gd name="connsiteX108600" fmla="*/ 236693 w 2119654"/>
              <a:gd name="connsiteY108600" fmla="*/ 1293348 h 2398711"/>
              <a:gd name="connsiteX108601" fmla="*/ 237969 w 2119654"/>
              <a:gd name="connsiteY108601" fmla="*/ 1293898 h 2398711"/>
              <a:gd name="connsiteX108602" fmla="*/ 379164 w 2119654"/>
              <a:gd name="connsiteY108602" fmla="*/ 968679 h 2398711"/>
              <a:gd name="connsiteX108603" fmla="*/ 378044 w 2119654"/>
              <a:gd name="connsiteY108603" fmla="*/ 974387 h 2398711"/>
              <a:gd name="connsiteX108604" fmla="*/ 378154 w 2119654"/>
              <a:gd name="connsiteY108604" fmla="*/ 974709 h 2398711"/>
              <a:gd name="connsiteX108605" fmla="*/ 379865 w 2119654"/>
              <a:gd name="connsiteY108605" fmla="*/ 976662 h 2398711"/>
              <a:gd name="connsiteX108606" fmla="*/ 380158 w 2119654"/>
              <a:gd name="connsiteY108606" fmla="*/ 970094 h 2398711"/>
              <a:gd name="connsiteX108607" fmla="*/ 170355 w 2119654"/>
              <a:gd name="connsiteY108607" fmla="*/ 1436216 h 2398711"/>
              <a:gd name="connsiteX108608" fmla="*/ 176915 w 2119654"/>
              <a:gd name="connsiteY108608" fmla="*/ 1444840 h 2398711"/>
              <a:gd name="connsiteX108609" fmla="*/ 189082 w 2119654"/>
              <a:gd name="connsiteY108609" fmla="*/ 1449320 h 2398711"/>
              <a:gd name="connsiteX108610" fmla="*/ 171183 w 2119654"/>
              <a:gd name="connsiteY108610" fmla="*/ 1436812 h 2398711"/>
              <a:gd name="connsiteX108611" fmla="*/ 541149 w 2119654"/>
              <a:gd name="connsiteY108611" fmla="*/ 605833 h 2398711"/>
              <a:gd name="connsiteX108612" fmla="*/ 541263 w 2119654"/>
              <a:gd name="connsiteY108612" fmla="*/ 606586 h 2398711"/>
              <a:gd name="connsiteX108613" fmla="*/ 542673 w 2119654"/>
              <a:gd name="connsiteY108613" fmla="*/ 607164 h 2398711"/>
              <a:gd name="connsiteX108614" fmla="*/ 542574 w 2119654"/>
              <a:gd name="connsiteY108614" fmla="*/ 606439 h 2398711"/>
              <a:gd name="connsiteX108615" fmla="*/ 342803 w 2119654"/>
              <a:gd name="connsiteY108615" fmla="*/ 1049937 h 2398711"/>
              <a:gd name="connsiteX108616" fmla="*/ 343082 w 2119654"/>
              <a:gd name="connsiteY108616" fmla="*/ 1055647 h 2398711"/>
              <a:gd name="connsiteX108617" fmla="*/ 344825 w 2119654"/>
              <a:gd name="connsiteY108617" fmla="*/ 1061339 h 2398711"/>
              <a:gd name="connsiteX108618" fmla="*/ 345255 w 2119654"/>
              <a:gd name="connsiteY108618" fmla="*/ 1061902 h 2398711"/>
              <a:gd name="connsiteX108619" fmla="*/ 343268 w 2119654"/>
              <a:gd name="connsiteY108619" fmla="*/ 1050646 h 2398711"/>
              <a:gd name="connsiteX108620" fmla="*/ 361114 w 2119654"/>
              <a:gd name="connsiteY108620" fmla="*/ 1008910 h 2398711"/>
              <a:gd name="connsiteX108621" fmla="*/ 361080 w 2119654"/>
              <a:gd name="connsiteY108621" fmla="*/ 1009656 h 2398711"/>
              <a:gd name="connsiteX108622" fmla="*/ 361345 w 2119654"/>
              <a:gd name="connsiteY108622" fmla="*/ 1009939 h 2398711"/>
              <a:gd name="connsiteX108623" fmla="*/ 361303 w 2119654"/>
              <a:gd name="connsiteY108623" fmla="*/ 1009071 h 2398711"/>
              <a:gd name="connsiteX108624" fmla="*/ 552208 w 2119654"/>
              <a:gd name="connsiteY108624" fmla="*/ 580997 h 2398711"/>
              <a:gd name="connsiteX108625" fmla="*/ 552208 w 2119654"/>
              <a:gd name="connsiteY108625" fmla="*/ 582303 h 2398711"/>
              <a:gd name="connsiteX108626" fmla="*/ 552950 w 2119654"/>
              <a:gd name="connsiteY108626" fmla="*/ 582610 h 2398711"/>
              <a:gd name="connsiteX108627" fmla="*/ 552998 w 2119654"/>
              <a:gd name="connsiteY108627" fmla="*/ 581460 h 2398711"/>
              <a:gd name="connsiteX108628" fmla="*/ 578532 w 2119654"/>
              <a:gd name="connsiteY108628" fmla="*/ 522029 h 2398711"/>
              <a:gd name="connsiteX108629" fmla="*/ 581882 w 2119654"/>
              <a:gd name="connsiteY108629" fmla="*/ 525017 h 2398711"/>
              <a:gd name="connsiteX108630" fmla="*/ 583025 w 2119654"/>
              <a:gd name="connsiteY108630" fmla="*/ 525415 h 2398711"/>
              <a:gd name="connsiteX108631" fmla="*/ 580655 w 2119654"/>
              <a:gd name="connsiteY108631" fmla="*/ 523114 h 2398711"/>
              <a:gd name="connsiteX108632" fmla="*/ 243130 w 2119654"/>
              <a:gd name="connsiteY108632" fmla="*/ 1273044 h 2398711"/>
              <a:gd name="connsiteX108633" fmla="*/ 245631 w 2119654"/>
              <a:gd name="connsiteY108633" fmla="*/ 1278951 h 2398711"/>
              <a:gd name="connsiteX108634" fmla="*/ 248518 w 2119654"/>
              <a:gd name="connsiteY108634" fmla="*/ 1281558 h 2398711"/>
              <a:gd name="connsiteX108635" fmla="*/ 244269 w 2119654"/>
              <a:gd name="connsiteY108635" fmla="*/ 1273959 h 2398711"/>
              <a:gd name="connsiteX108636" fmla="*/ 634918 w 2119654"/>
              <a:gd name="connsiteY108636" fmla="*/ 395731 h 2398711"/>
              <a:gd name="connsiteX108637" fmla="*/ 632957 w 2119654"/>
              <a:gd name="connsiteY108637" fmla="*/ 404790 h 2398711"/>
              <a:gd name="connsiteX108638" fmla="*/ 636179 w 2119654"/>
              <a:gd name="connsiteY108638" fmla="*/ 407405 h 2398711"/>
              <a:gd name="connsiteX108639" fmla="*/ 636421 w 2119654"/>
              <a:gd name="connsiteY108639" fmla="*/ 405713 h 2398711"/>
              <a:gd name="connsiteX108640" fmla="*/ 515792 w 2119654"/>
              <a:gd name="connsiteY108640" fmla="*/ 662425 h 2398711"/>
              <a:gd name="connsiteX108641" fmla="*/ 515827 w 2119654"/>
              <a:gd name="connsiteY108641" fmla="*/ 662560 h 2398711"/>
              <a:gd name="connsiteX108642" fmla="*/ 515832 w 2119654"/>
              <a:gd name="connsiteY108642" fmla="*/ 662429 h 2398711"/>
              <a:gd name="connsiteX108643" fmla="*/ 329493 w 2119654"/>
              <a:gd name="connsiteY108643" fmla="*/ 1079399 h 2398711"/>
              <a:gd name="connsiteX108644" fmla="*/ 329837 w 2119654"/>
              <a:gd name="connsiteY108644" fmla="*/ 1083293 h 2398711"/>
              <a:gd name="connsiteX108645" fmla="*/ 332512 w 2119654"/>
              <a:gd name="connsiteY108645" fmla="*/ 1086046 h 2398711"/>
              <a:gd name="connsiteX108646" fmla="*/ 332486 w 2119654"/>
              <a:gd name="connsiteY108646" fmla="*/ 1085944 h 2398711"/>
              <a:gd name="connsiteX108647" fmla="*/ 332517 w 2119654"/>
              <a:gd name="connsiteY108647" fmla="*/ 1086051 h 2398711"/>
              <a:gd name="connsiteX108648" fmla="*/ 334164 w 2119654"/>
              <a:gd name="connsiteY108648" fmla="*/ 1087745 h 2398711"/>
              <a:gd name="connsiteX108649" fmla="*/ 331344 w 2119654"/>
              <a:gd name="connsiteY108649" fmla="*/ 1081385 h 2398711"/>
              <a:gd name="connsiteX108650" fmla="*/ 331331 w 2119654"/>
              <a:gd name="connsiteY108650" fmla="*/ 1081371 h 2398711"/>
              <a:gd name="connsiteX108651" fmla="*/ 332486 w 2119654"/>
              <a:gd name="connsiteY108651" fmla="*/ 1085944 h 2398711"/>
              <a:gd name="connsiteX108652" fmla="*/ 332145 w 2119654"/>
              <a:gd name="connsiteY108652" fmla="*/ 1084751 h 2398711"/>
              <a:gd name="connsiteX108653" fmla="*/ 331319 w 2119654"/>
              <a:gd name="connsiteY108653" fmla="*/ 1081358 h 2398711"/>
              <a:gd name="connsiteX108654" fmla="*/ 498623 w 2119654"/>
              <a:gd name="connsiteY108654" fmla="*/ 700621 h 2398711"/>
              <a:gd name="connsiteX108655" fmla="*/ 499469 w 2119654"/>
              <a:gd name="connsiteY108655" fmla="*/ 706312 h 2398711"/>
              <a:gd name="connsiteX108656" fmla="*/ 502946 w 2119654"/>
              <a:gd name="connsiteY108656" fmla="*/ 709047 h 2398711"/>
              <a:gd name="connsiteX108657" fmla="*/ 503258 w 2119654"/>
              <a:gd name="connsiteY108657" fmla="*/ 707941 h 2398711"/>
              <a:gd name="connsiteX108658" fmla="*/ 503252 w 2119654"/>
              <a:gd name="connsiteY108658" fmla="*/ 704749 h 2398711"/>
              <a:gd name="connsiteX108659" fmla="*/ 241434 w 2119654"/>
              <a:gd name="connsiteY108659" fmla="*/ 1276384 h 2398711"/>
              <a:gd name="connsiteX108660" fmla="*/ 244869 w 2119654"/>
              <a:gd name="connsiteY108660" fmla="*/ 1283638 h 2398711"/>
              <a:gd name="connsiteX108661" fmla="*/ 245483 w 2119654"/>
              <a:gd name="connsiteY108661" fmla="*/ 1284118 h 2398711"/>
              <a:gd name="connsiteX108662" fmla="*/ 242688 w 2119654"/>
              <a:gd name="connsiteY108662" fmla="*/ 1277517 h 2398711"/>
              <a:gd name="connsiteX108663" fmla="*/ 521737 w 2119654"/>
              <a:gd name="connsiteY108663" fmla="*/ 648705 h 2398711"/>
              <a:gd name="connsiteX108664" fmla="*/ 521439 w 2119654"/>
              <a:gd name="connsiteY108664" fmla="*/ 649761 h 2398711"/>
              <a:gd name="connsiteX108665" fmla="*/ 523347 w 2119654"/>
              <a:gd name="connsiteY108665" fmla="*/ 661658 h 2398711"/>
              <a:gd name="connsiteX108666" fmla="*/ 523635 w 2119654"/>
              <a:gd name="connsiteY108666" fmla="*/ 661685 h 2398711"/>
              <a:gd name="connsiteX108667" fmla="*/ 522752 w 2119654"/>
              <a:gd name="connsiteY108667" fmla="*/ 650109 h 2398711"/>
              <a:gd name="connsiteX108668" fmla="*/ 559312 w 2119654"/>
              <a:gd name="connsiteY108668" fmla="*/ 564557 h 2398711"/>
              <a:gd name="connsiteX108669" fmla="*/ 559311 w 2119654"/>
              <a:gd name="connsiteY108669" fmla="*/ 574514 h 2398711"/>
              <a:gd name="connsiteX108670" fmla="*/ 560289 w 2119654"/>
              <a:gd name="connsiteY108670" fmla="*/ 575099 h 2398711"/>
              <a:gd name="connsiteX108671" fmla="*/ 560580 w 2119654"/>
              <a:gd name="connsiteY108671" fmla="*/ 568229 h 2398711"/>
              <a:gd name="connsiteX108672" fmla="*/ 439527 w 2119654"/>
              <a:gd name="connsiteY108672" fmla="*/ 832777 h 2398711"/>
              <a:gd name="connsiteX108673" fmla="*/ 440927 w 2119654"/>
              <a:gd name="connsiteY108673" fmla="*/ 834665 h 2398711"/>
              <a:gd name="connsiteX108674" fmla="*/ 440990 w 2119654"/>
              <a:gd name="connsiteY108674" fmla="*/ 833752 h 2398711"/>
              <a:gd name="connsiteX108675" fmla="*/ 489224 w 2119654"/>
              <a:gd name="connsiteY108675" fmla="*/ 721496 h 2398711"/>
              <a:gd name="connsiteX108676" fmla="*/ 490009 w 2119654"/>
              <a:gd name="connsiteY108676" fmla="*/ 724154 h 2398711"/>
              <a:gd name="connsiteX108677" fmla="*/ 490038 w 2119654"/>
              <a:gd name="connsiteY108677" fmla="*/ 723920 h 2398711"/>
              <a:gd name="connsiteX108678" fmla="*/ 489319 w 2119654"/>
              <a:gd name="connsiteY108678" fmla="*/ 721540 h 2398711"/>
              <a:gd name="connsiteX108679" fmla="*/ 596084 w 2119654"/>
              <a:gd name="connsiteY108679" fmla="*/ 482141 h 2398711"/>
              <a:gd name="connsiteX108680" fmla="*/ 595747 w 2119654"/>
              <a:gd name="connsiteY108680" fmla="*/ 494548 h 2398711"/>
              <a:gd name="connsiteX108681" fmla="*/ 596196 w 2119654"/>
              <a:gd name="connsiteY108681" fmla="*/ 494950 h 2398711"/>
              <a:gd name="connsiteX108682" fmla="*/ 598113 w 2119654"/>
              <a:gd name="connsiteY108682" fmla="*/ 489288 h 2398711"/>
              <a:gd name="connsiteX108683" fmla="*/ 263451 w 2119654"/>
              <a:gd name="connsiteY108683" fmla="*/ 1226950 h 2398711"/>
              <a:gd name="connsiteX108684" fmla="*/ 268219 w 2119654"/>
              <a:gd name="connsiteY108684" fmla="*/ 1233217 h 2398711"/>
              <a:gd name="connsiteX108685" fmla="*/ 266201 w 2119654"/>
              <a:gd name="connsiteY108685" fmla="*/ 1228474 h 2398711"/>
              <a:gd name="connsiteX108686" fmla="*/ 330310 w 2119654"/>
              <a:gd name="connsiteY108686" fmla="*/ 1077211 h 2398711"/>
              <a:gd name="connsiteX108687" fmla="*/ 330970 w 2119654"/>
              <a:gd name="connsiteY108687" fmla="*/ 1079924 h 2398711"/>
              <a:gd name="connsiteX108688" fmla="*/ 331169 w 2119654"/>
              <a:gd name="connsiteY108688" fmla="*/ 1080374 h 2398711"/>
              <a:gd name="connsiteX108689" fmla="*/ 333261 w 2119654"/>
              <a:gd name="connsiteY108689" fmla="*/ 1082618 h 2398711"/>
              <a:gd name="connsiteX108690" fmla="*/ 332247 w 2119654"/>
              <a:gd name="connsiteY108690" fmla="*/ 1079241 h 2398711"/>
              <a:gd name="connsiteX108691" fmla="*/ 448776 w 2119654"/>
              <a:gd name="connsiteY108691" fmla="*/ 811938 h 2398711"/>
              <a:gd name="connsiteX108692" fmla="*/ 448540 w 2119654"/>
              <a:gd name="connsiteY108692" fmla="*/ 814633 h 2398711"/>
              <a:gd name="connsiteX108693" fmla="*/ 449215 w 2119654"/>
              <a:gd name="connsiteY108693" fmla="*/ 815469 h 2398711"/>
              <a:gd name="connsiteX108694" fmla="*/ 449601 w 2119654"/>
              <a:gd name="connsiteY108694" fmla="*/ 815724 h 2398711"/>
              <a:gd name="connsiteX108695" fmla="*/ 449806 w 2119654"/>
              <a:gd name="connsiteY108695" fmla="*/ 814043 h 2398711"/>
              <a:gd name="connsiteX108696" fmla="*/ 552208 w 2119654"/>
              <a:gd name="connsiteY108696" fmla="*/ 580233 h 2398711"/>
              <a:gd name="connsiteX108697" fmla="*/ 552208 w 2119654"/>
              <a:gd name="connsiteY108697" fmla="*/ 580731 h 2398711"/>
              <a:gd name="connsiteX108698" fmla="*/ 553010 w 2119654"/>
              <a:gd name="connsiteY108698" fmla="*/ 581200 h 2398711"/>
              <a:gd name="connsiteX108699" fmla="*/ 553040 w 2119654"/>
              <a:gd name="connsiteY108699" fmla="*/ 580485 h 2398711"/>
              <a:gd name="connsiteX108700" fmla="*/ 322035 w 2119654"/>
              <a:gd name="connsiteY108700" fmla="*/ 1095620 h 2398711"/>
              <a:gd name="connsiteX108701" fmla="*/ 322083 w 2119654"/>
              <a:gd name="connsiteY108701" fmla="*/ 1096010 h 2398711"/>
              <a:gd name="connsiteX108702" fmla="*/ 322680 w 2119654"/>
              <a:gd name="connsiteY108702" fmla="*/ 1096692 h 2398711"/>
              <a:gd name="connsiteX108703" fmla="*/ 322666 w 2119654"/>
              <a:gd name="connsiteY108703" fmla="*/ 1096621 h 2398711"/>
              <a:gd name="connsiteX108704" fmla="*/ 640706 w 2119654"/>
              <a:gd name="connsiteY108704" fmla="*/ 382007 h 2398711"/>
              <a:gd name="connsiteX108705" fmla="*/ 638684 w 2119654"/>
              <a:gd name="connsiteY108705" fmla="*/ 396204 h 2398711"/>
              <a:gd name="connsiteX108706" fmla="*/ 643032 w 2119654"/>
              <a:gd name="connsiteY108706" fmla="*/ 399829 h 2398711"/>
              <a:gd name="connsiteX108707" fmla="*/ 641138 w 2119654"/>
              <a:gd name="connsiteY108707" fmla="*/ 384271 h 2398711"/>
              <a:gd name="connsiteX108708" fmla="*/ 640905 w 2119654"/>
              <a:gd name="connsiteY108708" fmla="*/ 382122 h 2398711"/>
              <a:gd name="connsiteX108709" fmla="*/ 282816 w 2119654"/>
              <a:gd name="connsiteY108709" fmla="*/ 1183293 h 2398711"/>
              <a:gd name="connsiteX108710" fmla="*/ 283346 w 2119654"/>
              <a:gd name="connsiteY108710" fmla="*/ 1184309 h 2398711"/>
              <a:gd name="connsiteX108711" fmla="*/ 285182 w 2119654"/>
              <a:gd name="connsiteY108711" fmla="*/ 1185630 h 2398711"/>
              <a:gd name="connsiteX108712" fmla="*/ 285052 w 2119654"/>
              <a:gd name="connsiteY108712" fmla="*/ 1184994 h 2398711"/>
              <a:gd name="connsiteX108713" fmla="*/ 257254 w 2119654"/>
              <a:gd name="connsiteY108713" fmla="*/ 1240514 h 2398711"/>
              <a:gd name="connsiteX108714" fmla="*/ 258805 w 2119654"/>
              <a:gd name="connsiteY108714" fmla="*/ 1245895 h 2398711"/>
              <a:gd name="connsiteX108715" fmla="*/ 261685 w 2119654"/>
              <a:gd name="connsiteY108715" fmla="*/ 1250214 h 2398711"/>
              <a:gd name="connsiteX108716" fmla="*/ 263180 w 2119654"/>
              <a:gd name="connsiteY108716" fmla="*/ 1251096 h 2398711"/>
              <a:gd name="connsiteX108717" fmla="*/ 258895 w 2119654"/>
              <a:gd name="connsiteY108717" fmla="*/ 1243651 h 2398711"/>
              <a:gd name="connsiteX108718" fmla="*/ 635292 w 2119654"/>
              <a:gd name="connsiteY108718" fmla="*/ 394001 h 2398711"/>
              <a:gd name="connsiteX108719" fmla="*/ 635177 w 2119654"/>
              <a:gd name="connsiteY108719" fmla="*/ 394532 h 2398711"/>
              <a:gd name="connsiteX108720" fmla="*/ 636635 w 2119654"/>
              <a:gd name="connsiteY108720" fmla="*/ 404211 h 2398711"/>
              <a:gd name="connsiteX108721" fmla="*/ 637716 w 2119654"/>
              <a:gd name="connsiteY108721" fmla="*/ 396627 h 2398711"/>
              <a:gd name="connsiteX108722" fmla="*/ 637800 w 2119654"/>
              <a:gd name="connsiteY108722" fmla="*/ 396093 h 2398711"/>
              <a:gd name="connsiteX108723" fmla="*/ 265394 w 2119654"/>
              <a:gd name="connsiteY108723" fmla="*/ 1222201 h 2398711"/>
              <a:gd name="connsiteX108724" fmla="*/ 268482 w 2119654"/>
              <a:gd name="connsiteY108724" fmla="*/ 1229326 h 2398711"/>
              <a:gd name="connsiteX108725" fmla="*/ 273424 w 2119654"/>
              <a:gd name="connsiteY108725" fmla="*/ 1231964 h 2398711"/>
              <a:gd name="connsiteX108726" fmla="*/ 273217 w 2119654"/>
              <a:gd name="connsiteY108726" fmla="*/ 1231064 h 2398711"/>
              <a:gd name="connsiteX108727" fmla="*/ 269881 w 2119654"/>
              <a:gd name="connsiteY108727" fmla="*/ 1225975 h 2398711"/>
              <a:gd name="connsiteX108728" fmla="*/ 553768 w 2119654"/>
              <a:gd name="connsiteY108728" fmla="*/ 576470 h 2398711"/>
              <a:gd name="connsiteX108729" fmla="*/ 553700 w 2119654"/>
              <a:gd name="connsiteY108729" fmla="*/ 578092 h 2398711"/>
              <a:gd name="connsiteX108730" fmla="*/ 553853 w 2119654"/>
              <a:gd name="connsiteY108730" fmla="*/ 578221 h 2398711"/>
              <a:gd name="connsiteX108731" fmla="*/ 553853 w 2119654"/>
              <a:gd name="connsiteY108731" fmla="*/ 576502 h 2398711"/>
              <a:gd name="connsiteX108732" fmla="*/ 286106 w 2119654"/>
              <a:gd name="connsiteY108732" fmla="*/ 1175749 h 2398711"/>
              <a:gd name="connsiteX108733" fmla="*/ 287482 w 2119654"/>
              <a:gd name="connsiteY108733" fmla="*/ 1183374 h 2398711"/>
              <a:gd name="connsiteX108734" fmla="*/ 289020 w 2119654"/>
              <a:gd name="connsiteY108734" fmla="*/ 1187109 h 2398711"/>
              <a:gd name="connsiteX108735" fmla="*/ 293870 w 2119654"/>
              <a:gd name="connsiteY108735" fmla="*/ 1190645 h 2398711"/>
              <a:gd name="connsiteX108736" fmla="*/ 293334 w 2119654"/>
              <a:gd name="connsiteY108736" fmla="*/ 1188931 h 2398711"/>
              <a:gd name="connsiteX108737" fmla="*/ 293466 w 2119654"/>
              <a:gd name="connsiteY108737" fmla="*/ 1188586 h 2398711"/>
              <a:gd name="connsiteX108738" fmla="*/ 294180 w 2119654"/>
              <a:gd name="connsiteY108738" fmla="*/ 1190871 h 2398711"/>
              <a:gd name="connsiteX108739" fmla="*/ 299073 w 2119654"/>
              <a:gd name="connsiteY108739" fmla="*/ 1194439 h 2398711"/>
              <a:gd name="connsiteX108740" fmla="*/ 298098 w 2119654"/>
              <a:gd name="connsiteY108740" fmla="*/ 1189661 h 2398711"/>
              <a:gd name="connsiteX108741" fmla="*/ 293123 w 2119654"/>
              <a:gd name="connsiteY108741" fmla="*/ 1181957 h 2398711"/>
              <a:gd name="connsiteX108742" fmla="*/ 361171 w 2119654"/>
              <a:gd name="connsiteY108742" fmla="*/ 1007615 h 2398711"/>
              <a:gd name="connsiteX108743" fmla="*/ 361129 w 2119654"/>
              <a:gd name="connsiteY108743" fmla="*/ 1008557 h 2398711"/>
              <a:gd name="connsiteX108744" fmla="*/ 361284 w 2119654"/>
              <a:gd name="connsiteY108744" fmla="*/ 1008689 h 2398711"/>
              <a:gd name="connsiteX108745" fmla="*/ 361235 w 2119654"/>
              <a:gd name="connsiteY108745" fmla="*/ 1007683 h 2398711"/>
              <a:gd name="connsiteX108746" fmla="*/ 212027 w 2119654"/>
              <a:gd name="connsiteY108746" fmla="*/ 1341512 h 2398711"/>
              <a:gd name="connsiteX108747" fmla="*/ 212974 w 2119654"/>
              <a:gd name="connsiteY108747" fmla="*/ 1342500 h 2398711"/>
              <a:gd name="connsiteX108748" fmla="*/ 214134 w 2119654"/>
              <a:gd name="connsiteY108748" fmla="*/ 1343184 h 2398711"/>
              <a:gd name="connsiteX108749" fmla="*/ 379675 w 2119654"/>
              <a:gd name="connsiteY108749" fmla="*/ 966079 h 2398711"/>
              <a:gd name="connsiteX108750" fmla="*/ 379194 w 2119654"/>
              <a:gd name="connsiteY108750" fmla="*/ 968532 h 2398711"/>
              <a:gd name="connsiteX108751" fmla="*/ 380165 w 2119654"/>
              <a:gd name="connsiteY108751" fmla="*/ 969917 h 2398711"/>
              <a:gd name="connsiteX108752" fmla="*/ 380283 w 2119654"/>
              <a:gd name="connsiteY108752" fmla="*/ 967273 h 2398711"/>
              <a:gd name="connsiteX108753" fmla="*/ 640812 w 2119654"/>
              <a:gd name="connsiteY108753" fmla="*/ 381262 h 2398711"/>
              <a:gd name="connsiteX108754" fmla="*/ 640762 w 2119654"/>
              <a:gd name="connsiteY108754" fmla="*/ 381611 h 2398711"/>
              <a:gd name="connsiteX108755" fmla="*/ 640855 w 2119654"/>
              <a:gd name="connsiteY108755" fmla="*/ 381665 h 2398711"/>
              <a:gd name="connsiteX108756" fmla="*/ 540163 w 2119654"/>
              <a:gd name="connsiteY108756" fmla="*/ 606433 h 2398711"/>
              <a:gd name="connsiteX108757" fmla="*/ 541426 w 2119654"/>
              <a:gd name="connsiteY108757" fmla="*/ 614819 h 2398711"/>
              <a:gd name="connsiteX108758" fmla="*/ 542300 w 2119654"/>
              <a:gd name="connsiteY108758" fmla="*/ 615367 h 2398711"/>
              <a:gd name="connsiteX108759" fmla="*/ 541133 w 2119654"/>
              <a:gd name="connsiteY108759" fmla="*/ 606847 h 2398711"/>
              <a:gd name="connsiteX108760" fmla="*/ 540969 w 2119654"/>
              <a:gd name="connsiteY108760" fmla="*/ 604565 h 2398711"/>
              <a:gd name="connsiteX108761" fmla="*/ 541074 w 2119654"/>
              <a:gd name="connsiteY108761" fmla="*/ 605338 h 2398711"/>
              <a:gd name="connsiteX108762" fmla="*/ 541090 w 2119654"/>
              <a:gd name="connsiteY108762" fmla="*/ 605441 h 2398711"/>
              <a:gd name="connsiteX108763" fmla="*/ 542517 w 2119654"/>
              <a:gd name="connsiteY108763" fmla="*/ 606026 h 2398711"/>
              <a:gd name="connsiteX108764" fmla="*/ 542393 w 2119654"/>
              <a:gd name="connsiteY108764" fmla="*/ 605122 h 2398711"/>
              <a:gd name="connsiteX108765" fmla="*/ 635069 w 2119654"/>
              <a:gd name="connsiteY108765" fmla="*/ 393816 h 2398711"/>
              <a:gd name="connsiteX108766" fmla="*/ 635072 w 2119654"/>
              <a:gd name="connsiteY108766" fmla="*/ 393835 h 2398711"/>
              <a:gd name="connsiteX108767" fmla="*/ 635075 w 2119654"/>
              <a:gd name="connsiteY108767" fmla="*/ 393821 h 2398711"/>
              <a:gd name="connsiteX108768" fmla="*/ 235235 w 2119654"/>
              <a:gd name="connsiteY108768" fmla="*/ 1288996 h 2398711"/>
              <a:gd name="connsiteX108769" fmla="*/ 238499 w 2119654"/>
              <a:gd name="connsiteY108769" fmla="*/ 1294127 h 2398711"/>
              <a:gd name="connsiteX108770" fmla="*/ 238776 w 2119654"/>
              <a:gd name="connsiteY108770" fmla="*/ 1294246 h 2398711"/>
              <a:gd name="connsiteX108771" fmla="*/ 236485 w 2119654"/>
              <a:gd name="connsiteY108771" fmla="*/ 1289791 h 2398711"/>
              <a:gd name="connsiteX108772" fmla="*/ 465734 w 2119654"/>
              <a:gd name="connsiteY108772" fmla="*/ 772824 h 2398711"/>
              <a:gd name="connsiteX108773" fmla="*/ 466408 w 2119654"/>
              <a:gd name="connsiteY108773" fmla="*/ 773376 h 2398711"/>
              <a:gd name="connsiteX108774" fmla="*/ 466384 w 2119654"/>
              <a:gd name="connsiteY108774" fmla="*/ 773094 h 2398711"/>
              <a:gd name="connsiteX108775" fmla="*/ 467484 w 2119654"/>
              <a:gd name="connsiteY108775" fmla="*/ 768790 h 2398711"/>
              <a:gd name="connsiteX108776" fmla="*/ 468069 w 2119654"/>
              <a:gd name="connsiteY108776" fmla="*/ 769714 h 2398711"/>
              <a:gd name="connsiteX108777" fmla="*/ 467970 w 2119654"/>
              <a:gd name="connsiteY108777" fmla="*/ 768980 h 2398711"/>
              <a:gd name="connsiteX108778" fmla="*/ 446494 w 2119654"/>
              <a:gd name="connsiteY108778" fmla="*/ 815782 h 2398711"/>
              <a:gd name="connsiteX108779" fmla="*/ 447018 w 2119654"/>
              <a:gd name="connsiteY108779" fmla="*/ 817463 h 2398711"/>
              <a:gd name="connsiteX108780" fmla="*/ 447175 w 2119654"/>
              <a:gd name="connsiteY108780" fmla="*/ 816232 h 2398711"/>
              <a:gd name="connsiteX108781" fmla="*/ 342715 w 2119654"/>
              <a:gd name="connsiteY108781" fmla="*/ 1048156 h 2398711"/>
              <a:gd name="connsiteX108782" fmla="*/ 342751 w 2119654"/>
              <a:gd name="connsiteY108782" fmla="*/ 1048886 h 2398711"/>
              <a:gd name="connsiteX108783" fmla="*/ 343034 w 2119654"/>
              <a:gd name="connsiteY108783" fmla="*/ 1049318 h 2398711"/>
              <a:gd name="connsiteX108784" fmla="*/ 342887 w 2119654"/>
              <a:gd name="connsiteY108784" fmla="*/ 1048487 h 2398711"/>
              <a:gd name="connsiteX108785" fmla="*/ 162885 w 2119654"/>
              <a:gd name="connsiteY108785" fmla="*/ 1450727 h 2398711"/>
              <a:gd name="connsiteX108786" fmla="*/ 175709 w 2119654"/>
              <a:gd name="connsiteY108786" fmla="*/ 1473014 h 2398711"/>
              <a:gd name="connsiteX108787" fmla="*/ 177127 w 2119654"/>
              <a:gd name="connsiteY108787" fmla="*/ 1474119 h 2398711"/>
              <a:gd name="connsiteX108788" fmla="*/ 180608 w 2119654"/>
              <a:gd name="connsiteY108788" fmla="*/ 1476172 h 2398711"/>
              <a:gd name="connsiteX108789" fmla="*/ 198871 w 2119654"/>
              <a:gd name="connsiteY108789" fmla="*/ 1486610 h 2398711"/>
              <a:gd name="connsiteX108790" fmla="*/ 183334 w 2119654"/>
              <a:gd name="connsiteY108790" fmla="*/ 1467163 h 2398711"/>
              <a:gd name="connsiteX108791" fmla="*/ 438860 w 2119654"/>
              <a:gd name="connsiteY108791" fmla="*/ 832683 h 2398711"/>
              <a:gd name="connsiteX108792" fmla="*/ 439399 w 2119654"/>
              <a:gd name="connsiteY108792" fmla="*/ 838651 h 2398711"/>
              <a:gd name="connsiteX108793" fmla="*/ 440594 w 2119654"/>
              <a:gd name="connsiteY108793" fmla="*/ 839478 h 2398711"/>
              <a:gd name="connsiteX108794" fmla="*/ 440871 w 2119654"/>
              <a:gd name="connsiteY108794" fmla="*/ 835473 h 2398711"/>
              <a:gd name="connsiteX108795" fmla="*/ 385336 w 2119654"/>
              <a:gd name="connsiteY108795" fmla="*/ 952521 h 2398711"/>
              <a:gd name="connsiteX108796" fmla="*/ 386010 w 2119654"/>
              <a:gd name="connsiteY108796" fmla="*/ 953948 h 2398711"/>
              <a:gd name="connsiteX108797" fmla="*/ 385836 w 2119654"/>
              <a:gd name="connsiteY108797" fmla="*/ 953311 h 2398711"/>
              <a:gd name="connsiteX108798" fmla="*/ 561794 w 2119654"/>
              <a:gd name="connsiteY108798" fmla="*/ 557243 h 2398711"/>
              <a:gd name="connsiteX108799" fmla="*/ 561692 w 2119654"/>
              <a:gd name="connsiteY108799" fmla="*/ 559636 h 2398711"/>
              <a:gd name="connsiteX108800" fmla="*/ 561711 w 2119654"/>
              <a:gd name="connsiteY108800" fmla="*/ 559646 h 2398711"/>
              <a:gd name="connsiteX108801" fmla="*/ 564435 w 2119654"/>
              <a:gd name="connsiteY108801" fmla="*/ 559983 h 2398711"/>
              <a:gd name="connsiteX108802" fmla="*/ 514794 w 2119654"/>
              <a:gd name="connsiteY108802" fmla="*/ 662331 h 2398711"/>
              <a:gd name="connsiteX108803" fmla="*/ 513756 w 2119654"/>
              <a:gd name="connsiteY108803" fmla="*/ 668951 h 2398711"/>
              <a:gd name="connsiteX108804" fmla="*/ 514234 w 2119654"/>
              <a:gd name="connsiteY108804" fmla="*/ 669037 h 2398711"/>
              <a:gd name="connsiteX108805" fmla="*/ 515793 w 2119654"/>
              <a:gd name="connsiteY108805" fmla="*/ 663512 h 2398711"/>
              <a:gd name="connsiteX108806" fmla="*/ 515499 w 2119654"/>
              <a:gd name="connsiteY108806" fmla="*/ 662397 h 2398711"/>
              <a:gd name="connsiteX108807" fmla="*/ 616257 w 2119654"/>
              <a:gd name="connsiteY108807" fmla="*/ 435038 h 2398711"/>
              <a:gd name="connsiteX108808" fmla="*/ 616808 w 2119654"/>
              <a:gd name="connsiteY108808" fmla="*/ 435382 h 2398711"/>
              <a:gd name="connsiteX108809" fmla="*/ 616783 w 2119654"/>
              <a:gd name="connsiteY108809" fmla="*/ 435295 h 2398711"/>
              <a:gd name="connsiteX108810" fmla="*/ 241688 w 2119654"/>
              <a:gd name="connsiteY108810" fmla="*/ 1273736 h 2398711"/>
              <a:gd name="connsiteX108811" fmla="*/ 242821 w 2119654"/>
              <a:gd name="connsiteY108811" fmla="*/ 1276414 h 2398711"/>
              <a:gd name="connsiteX108812" fmla="*/ 244243 w 2119654"/>
              <a:gd name="connsiteY108812" fmla="*/ 1277697 h 2398711"/>
              <a:gd name="connsiteX108813" fmla="*/ 326599 w 2119654"/>
              <a:gd name="connsiteY108813" fmla="*/ 1083593 h 2398711"/>
              <a:gd name="connsiteX108814" fmla="*/ 329829 w 2119654"/>
              <a:gd name="connsiteY108814" fmla="*/ 1089941 h 2398711"/>
              <a:gd name="connsiteX108815" fmla="*/ 329566 w 2119654"/>
              <a:gd name="connsiteY108815" fmla="*/ 1086964 h 2398711"/>
              <a:gd name="connsiteX108816" fmla="*/ 336580 w 2119654"/>
              <a:gd name="connsiteY108816" fmla="*/ 1061231 h 2398711"/>
              <a:gd name="connsiteX108817" fmla="*/ 339871 w 2119654"/>
              <a:gd name="connsiteY108817" fmla="*/ 1068238 h 2398711"/>
              <a:gd name="connsiteX108818" fmla="*/ 340606 w 2119654"/>
              <a:gd name="connsiteY108818" fmla="*/ 1069211 h 2398711"/>
              <a:gd name="connsiteX108819" fmla="*/ 340539 w 2119654"/>
              <a:gd name="connsiteY108819" fmla="*/ 1067853 h 2398711"/>
              <a:gd name="connsiteX108820" fmla="*/ 340255 w 2119654"/>
              <a:gd name="connsiteY108820" fmla="*/ 1066826 h 2398711"/>
              <a:gd name="connsiteX108821" fmla="*/ 337108 w 2119654"/>
              <a:gd name="connsiteY108821" fmla="*/ 1061643 h 2398711"/>
              <a:gd name="connsiteX108822" fmla="*/ 327550 w 2119654"/>
              <a:gd name="connsiteY108822" fmla="*/ 1081444 h 2398711"/>
              <a:gd name="connsiteX108823" fmla="*/ 329310 w 2119654"/>
              <a:gd name="connsiteY108823" fmla="*/ 1084055 h 2398711"/>
              <a:gd name="connsiteX108824" fmla="*/ 329243 w 2119654"/>
              <a:gd name="connsiteY108824" fmla="*/ 1083306 h 2398711"/>
              <a:gd name="connsiteX108825" fmla="*/ 448990 w 2119654"/>
              <a:gd name="connsiteY108825" fmla="*/ 809500 h 2398711"/>
              <a:gd name="connsiteX108826" fmla="*/ 448818 w 2119654"/>
              <a:gd name="connsiteY108826" fmla="*/ 811458 h 2398711"/>
              <a:gd name="connsiteX108827" fmla="*/ 449860 w 2119654"/>
              <a:gd name="connsiteY108827" fmla="*/ 813591 h 2398711"/>
              <a:gd name="connsiteX108828" fmla="*/ 450175 w 2119654"/>
              <a:gd name="connsiteY108828" fmla="*/ 811017 h 2398711"/>
              <a:gd name="connsiteX108829" fmla="*/ 531907 w 2119654"/>
              <a:gd name="connsiteY108829" fmla="*/ 623780 h 2398711"/>
              <a:gd name="connsiteX108830" fmla="*/ 532844 w 2119654"/>
              <a:gd name="connsiteY108830" fmla="*/ 628603 h 2398711"/>
              <a:gd name="connsiteX108831" fmla="*/ 538108 w 2119654"/>
              <a:gd name="connsiteY108831" fmla="*/ 630876 h 2398711"/>
              <a:gd name="connsiteX108832" fmla="*/ 538020 w 2119654"/>
              <a:gd name="connsiteY108832" fmla="*/ 626220 h 2398711"/>
              <a:gd name="connsiteX108833" fmla="*/ 538383 w 2119654"/>
              <a:gd name="connsiteY108833" fmla="*/ 625741 h 2398711"/>
              <a:gd name="connsiteX108834" fmla="*/ 538484 w 2119654"/>
              <a:gd name="connsiteY108834" fmla="*/ 631038 h 2398711"/>
              <a:gd name="connsiteX108835" fmla="*/ 543296 w 2119654"/>
              <a:gd name="connsiteY108835" fmla="*/ 633116 h 2398711"/>
              <a:gd name="connsiteX108836" fmla="*/ 538084 w 2119654"/>
              <a:gd name="connsiteY108836" fmla="*/ 625099 h 2398711"/>
              <a:gd name="connsiteX108837" fmla="*/ 380234 w 2119654"/>
              <a:gd name="connsiteY108837" fmla="*/ 963233 h 2398711"/>
              <a:gd name="connsiteX108838" fmla="*/ 379942 w 2119654"/>
              <a:gd name="connsiteY108838" fmla="*/ 964721 h 2398711"/>
              <a:gd name="connsiteX108839" fmla="*/ 380361 w 2119654"/>
              <a:gd name="connsiteY108839" fmla="*/ 965543 h 2398711"/>
              <a:gd name="connsiteX108840" fmla="*/ 380452 w 2119654"/>
              <a:gd name="connsiteY108840" fmla="*/ 963478 h 2398711"/>
              <a:gd name="connsiteX108841" fmla="*/ 577938 w 2119654"/>
              <a:gd name="connsiteY108841" fmla="*/ 520473 h 2398711"/>
              <a:gd name="connsiteX108842" fmla="*/ 578337 w 2119654"/>
              <a:gd name="connsiteY108842" fmla="*/ 521727 h 2398711"/>
              <a:gd name="connsiteX108843" fmla="*/ 580216 w 2119654"/>
              <a:gd name="connsiteY108843" fmla="*/ 522687 h 2398711"/>
              <a:gd name="connsiteX108844" fmla="*/ 473985 w 2119654"/>
              <a:gd name="connsiteY108844" fmla="*/ 753225 h 2398711"/>
              <a:gd name="connsiteX108845" fmla="*/ 474736 w 2119654"/>
              <a:gd name="connsiteY108845" fmla="*/ 755873 h 2398711"/>
              <a:gd name="connsiteX108846" fmla="*/ 476307 w 2119654"/>
              <a:gd name="connsiteY108846" fmla="*/ 756618 h 2398711"/>
              <a:gd name="connsiteX108847" fmla="*/ 474072 w 2119654"/>
              <a:gd name="connsiteY108847" fmla="*/ 753277 h 2398711"/>
              <a:gd name="connsiteX108848" fmla="*/ 540001 w 2119654"/>
              <a:gd name="connsiteY108848" fmla="*/ 605358 h 2398711"/>
              <a:gd name="connsiteX108849" fmla="*/ 540115 w 2119654"/>
              <a:gd name="connsiteY108849" fmla="*/ 606116 h 2398711"/>
              <a:gd name="connsiteX108850" fmla="*/ 541088 w 2119654"/>
              <a:gd name="connsiteY108850" fmla="*/ 606514 h 2398711"/>
              <a:gd name="connsiteX108851" fmla="*/ 540985 w 2119654"/>
              <a:gd name="connsiteY108851" fmla="*/ 605763 h 2398711"/>
              <a:gd name="connsiteX108852" fmla="*/ 540839 w 2119654"/>
              <a:gd name="connsiteY108852" fmla="*/ 605701 h 2398711"/>
              <a:gd name="connsiteX108853" fmla="*/ 544978 w 2119654"/>
              <a:gd name="connsiteY108853" fmla="*/ 594088 h 2398711"/>
              <a:gd name="connsiteX108854" fmla="*/ 545014 w 2119654"/>
              <a:gd name="connsiteY108854" fmla="*/ 594201 h 2398711"/>
              <a:gd name="connsiteX108855" fmla="*/ 545237 w 2119654"/>
              <a:gd name="connsiteY108855" fmla="*/ 594820 h 2398711"/>
              <a:gd name="connsiteX108856" fmla="*/ 546218 w 2119654"/>
              <a:gd name="connsiteY108856" fmla="*/ 595624 h 2398711"/>
              <a:gd name="connsiteX108857" fmla="*/ 546202 w 2119654"/>
              <a:gd name="connsiteY108857" fmla="*/ 595092 h 2398711"/>
              <a:gd name="connsiteX108858" fmla="*/ 612291 w 2119654"/>
              <a:gd name="connsiteY108858" fmla="*/ 443265 h 2398711"/>
              <a:gd name="connsiteX108859" fmla="*/ 610232 w 2119654"/>
              <a:gd name="connsiteY108859" fmla="*/ 457720 h 2398711"/>
              <a:gd name="connsiteX108860" fmla="*/ 611082 w 2119654"/>
              <a:gd name="connsiteY108860" fmla="*/ 463369 h 2398711"/>
              <a:gd name="connsiteX108861" fmla="*/ 613140 w 2119654"/>
              <a:gd name="connsiteY108861" fmla="*/ 465501 h 2398711"/>
              <a:gd name="connsiteX108862" fmla="*/ 613388 w 2119654"/>
              <a:gd name="connsiteY108862" fmla="*/ 460897 h 2398711"/>
              <a:gd name="connsiteX108863" fmla="*/ 613569 w 2119654"/>
              <a:gd name="connsiteY108863" fmla="*/ 460692 h 2398711"/>
              <a:gd name="connsiteX108864" fmla="*/ 611912 w 2119654"/>
              <a:gd name="connsiteY108864" fmla="*/ 452222 h 2398711"/>
              <a:gd name="connsiteX108865" fmla="*/ 612160 w 2119654"/>
              <a:gd name="connsiteY108865" fmla="*/ 451739 h 2398711"/>
              <a:gd name="connsiteX108866" fmla="*/ 615286 w 2119654"/>
              <a:gd name="connsiteY108866" fmla="*/ 467724 h 2398711"/>
              <a:gd name="connsiteX108867" fmla="*/ 617089 w 2119654"/>
              <a:gd name="connsiteY108867" fmla="*/ 469591 h 2398711"/>
              <a:gd name="connsiteX108868" fmla="*/ 617662 w 2119654"/>
              <a:gd name="connsiteY108868" fmla="*/ 465377 h 2398711"/>
              <a:gd name="connsiteX108869" fmla="*/ 616250 w 2119654"/>
              <a:gd name="connsiteY108869" fmla="*/ 455912 h 2398711"/>
              <a:gd name="connsiteX108870" fmla="*/ 616591 w 2119654"/>
              <a:gd name="connsiteY108870" fmla="*/ 455425 h 2398711"/>
              <a:gd name="connsiteX108871" fmla="*/ 617859 w 2119654"/>
              <a:gd name="connsiteY108871" fmla="*/ 463925 h 2398711"/>
              <a:gd name="connsiteX108872" fmla="*/ 619284 w 2119654"/>
              <a:gd name="connsiteY108872" fmla="*/ 453431 h 2398711"/>
              <a:gd name="connsiteX108873" fmla="*/ 617330 w 2119654"/>
              <a:gd name="connsiteY108873" fmla="*/ 451392 h 2398711"/>
              <a:gd name="connsiteX108874" fmla="*/ 617698 w 2119654"/>
              <a:gd name="connsiteY108874" fmla="*/ 451445 h 2398711"/>
              <a:gd name="connsiteX108875" fmla="*/ 619324 w 2119654"/>
              <a:gd name="connsiteY108875" fmla="*/ 453139 h 2398711"/>
              <a:gd name="connsiteX108876" fmla="*/ 619661 w 2119654"/>
              <a:gd name="connsiteY108876" fmla="*/ 450656 h 2398711"/>
              <a:gd name="connsiteX108877" fmla="*/ 524119 w 2119654"/>
              <a:gd name="connsiteY108877" fmla="*/ 640692 h 2398711"/>
              <a:gd name="connsiteX108878" fmla="*/ 523700 w 2119654"/>
              <a:gd name="connsiteY108878" fmla="*/ 641977 h 2398711"/>
              <a:gd name="connsiteX108879" fmla="*/ 524665 w 2119654"/>
              <a:gd name="connsiteY108879" fmla="*/ 642615 h 2398711"/>
              <a:gd name="connsiteX108880" fmla="*/ 232601 w 2119654"/>
              <a:gd name="connsiteY108880" fmla="*/ 1293428 h 2398711"/>
              <a:gd name="connsiteX108881" fmla="*/ 235402 w 2119654"/>
              <a:gd name="connsiteY108881" fmla="*/ 1297736 h 2398711"/>
              <a:gd name="connsiteX108882" fmla="*/ 236831 w 2119654"/>
              <a:gd name="connsiteY108882" fmla="*/ 1298646 h 2398711"/>
              <a:gd name="connsiteX108883" fmla="*/ 234880 w 2119654"/>
              <a:gd name="connsiteY108883" fmla="*/ 1294852 h 2398711"/>
              <a:gd name="connsiteX108884" fmla="*/ 334636 w 2119654"/>
              <a:gd name="connsiteY108884" fmla="*/ 1064800 h 2398711"/>
              <a:gd name="connsiteX108885" fmla="*/ 336919 w 2119654"/>
              <a:gd name="connsiteY108885" fmla="*/ 1073161 h 2398711"/>
              <a:gd name="connsiteX108886" fmla="*/ 340848 w 2119654"/>
              <a:gd name="connsiteY108886" fmla="*/ 1076942 h 2398711"/>
              <a:gd name="connsiteX108887" fmla="*/ 334643 w 2119654"/>
              <a:gd name="connsiteY108887" fmla="*/ 1064807 h 2398711"/>
              <a:gd name="connsiteX108888" fmla="*/ 515050 w 2119654"/>
              <a:gd name="connsiteY108888" fmla="*/ 660698 h 2398711"/>
              <a:gd name="connsiteX108889" fmla="*/ 515022 w 2119654"/>
              <a:gd name="connsiteY108889" fmla="*/ 660882 h 2398711"/>
              <a:gd name="connsiteX108890" fmla="*/ 515101 w 2119654"/>
              <a:gd name="connsiteY108890" fmla="*/ 660890 h 2398711"/>
              <a:gd name="connsiteX108891" fmla="*/ 329251 w 2119654"/>
              <a:gd name="connsiteY108891" fmla="*/ 1076664 h 2398711"/>
              <a:gd name="connsiteX108892" fmla="*/ 329413 w 2119654"/>
              <a:gd name="connsiteY108892" fmla="*/ 1078489 h 2398711"/>
              <a:gd name="connsiteX108893" fmla="*/ 330648 w 2119654"/>
              <a:gd name="connsiteY108893" fmla="*/ 1079814 h 2398711"/>
              <a:gd name="connsiteX108894" fmla="*/ 471023 w 2119654"/>
              <a:gd name="connsiteY108894" fmla="*/ 759126 h 2398711"/>
              <a:gd name="connsiteX108895" fmla="*/ 471767 w 2119654"/>
              <a:gd name="connsiteY108895" fmla="*/ 763200 h 2398711"/>
              <a:gd name="connsiteX108896" fmla="*/ 472721 w 2119654"/>
              <a:gd name="connsiteY108896" fmla="*/ 765151 h 2398711"/>
              <a:gd name="connsiteX108897" fmla="*/ 472080 w 2119654"/>
              <a:gd name="connsiteY108897" fmla="*/ 760469 h 2398711"/>
              <a:gd name="connsiteX108898" fmla="*/ 471035 w 2119654"/>
              <a:gd name="connsiteY108898" fmla="*/ 759132 h 2398711"/>
              <a:gd name="connsiteX108899" fmla="*/ 552209 w 2119654"/>
              <a:gd name="connsiteY108899" fmla="*/ 577316 h 2398711"/>
              <a:gd name="connsiteX108900" fmla="*/ 552208 w 2119654"/>
              <a:gd name="connsiteY108900" fmla="*/ 579855 h 2398711"/>
              <a:gd name="connsiteX108901" fmla="*/ 553055 w 2119654"/>
              <a:gd name="connsiteY108901" fmla="*/ 580119 h 2398711"/>
              <a:gd name="connsiteX108902" fmla="*/ 553140 w 2119654"/>
              <a:gd name="connsiteY108902" fmla="*/ 578094 h 2398711"/>
              <a:gd name="connsiteX108903" fmla="*/ 295292 w 2119654"/>
              <a:gd name="connsiteY108903" fmla="*/ 1152594 h 2398711"/>
              <a:gd name="connsiteX108904" fmla="*/ 298271 w 2119654"/>
              <a:gd name="connsiteY108904" fmla="*/ 1157849 h 2398711"/>
              <a:gd name="connsiteX108905" fmla="*/ 298631 w 2119654"/>
              <a:gd name="connsiteY108905" fmla="*/ 1158061 h 2398711"/>
              <a:gd name="connsiteX108906" fmla="*/ 297875 w 2119654"/>
              <a:gd name="connsiteY108906" fmla="*/ 1156225 h 2398711"/>
              <a:gd name="connsiteX108907" fmla="*/ 297845 w 2119654"/>
              <a:gd name="connsiteY108907" fmla="*/ 1156190 h 2398711"/>
              <a:gd name="connsiteX108908" fmla="*/ 295906 w 2119654"/>
              <a:gd name="connsiteY108908" fmla="*/ 1153084 h 2398711"/>
              <a:gd name="connsiteX108909" fmla="*/ 231022 w 2119654"/>
              <a:gd name="connsiteY108909" fmla="*/ 1296501 h 2398711"/>
              <a:gd name="connsiteX108910" fmla="*/ 232159 w 2119654"/>
              <a:gd name="connsiteY108910" fmla="*/ 1298618 h 2398711"/>
              <a:gd name="connsiteX108911" fmla="*/ 237664 w 2119654"/>
              <a:gd name="connsiteY108911" fmla="*/ 1301723 h 2398711"/>
              <a:gd name="connsiteX108912" fmla="*/ 236564 w 2119654"/>
              <a:gd name="connsiteY108912" fmla="*/ 1300030 h 2398711"/>
              <a:gd name="connsiteX108913" fmla="*/ 329298 w 2119654"/>
              <a:gd name="connsiteY108913" fmla="*/ 1076152 h 2398711"/>
              <a:gd name="connsiteX108914" fmla="*/ 330960 w 2119654"/>
              <a:gd name="connsiteY108914" fmla="*/ 1079902 h 2398711"/>
              <a:gd name="connsiteX108915" fmla="*/ 330270 w 2119654"/>
              <a:gd name="connsiteY108915" fmla="*/ 1077170 h 2398711"/>
              <a:gd name="connsiteX108916" fmla="*/ 509418 w 2119654"/>
              <a:gd name="connsiteY108916" fmla="*/ 672820 h 2398711"/>
              <a:gd name="connsiteX108917" fmla="*/ 510981 w 2119654"/>
              <a:gd name="connsiteY108917" fmla="*/ 673901 h 2398711"/>
              <a:gd name="connsiteX108918" fmla="*/ 511010 w 2119654"/>
              <a:gd name="connsiteY108918" fmla="*/ 673607 h 2398711"/>
              <a:gd name="connsiteX108919" fmla="*/ 515218 w 2119654"/>
              <a:gd name="connsiteY108919" fmla="*/ 659632 h 2398711"/>
              <a:gd name="connsiteX108920" fmla="*/ 515157 w 2119654"/>
              <a:gd name="connsiteY108920" fmla="*/ 660019 h 2398711"/>
              <a:gd name="connsiteX108921" fmla="*/ 515394 w 2119654"/>
              <a:gd name="connsiteY108921" fmla="*/ 660918 h 2398711"/>
              <a:gd name="connsiteX108922" fmla="*/ 515879 w 2119654"/>
              <a:gd name="connsiteY108922" fmla="*/ 660962 h 2398711"/>
              <a:gd name="connsiteX108923" fmla="*/ 515903 w 2119654"/>
              <a:gd name="connsiteY108923" fmla="*/ 660292 h 2398711"/>
              <a:gd name="connsiteX108924" fmla="*/ 546862 w 2119654"/>
              <a:gd name="connsiteY108924" fmla="*/ 588575 h 2398711"/>
              <a:gd name="connsiteX108925" fmla="*/ 548138 w 2119654"/>
              <a:gd name="connsiteY108925" fmla="*/ 589621 h 2398711"/>
              <a:gd name="connsiteX108926" fmla="*/ 548138 w 2119654"/>
              <a:gd name="connsiteY108926" fmla="*/ 589103 h 2398711"/>
              <a:gd name="connsiteX108927" fmla="*/ 438924 w 2119654"/>
              <a:gd name="connsiteY108927" fmla="*/ 830233 h 2398711"/>
              <a:gd name="connsiteX108928" fmla="*/ 438879 w 2119654"/>
              <a:gd name="connsiteY108928" fmla="*/ 831904 h 2398711"/>
              <a:gd name="connsiteX108929" fmla="*/ 439195 w 2119654"/>
              <a:gd name="connsiteY108929" fmla="*/ 832330 h 2398711"/>
              <a:gd name="connsiteX108930" fmla="*/ 441005 w 2119654"/>
              <a:gd name="connsiteY108930" fmla="*/ 833535 h 2398711"/>
              <a:gd name="connsiteX108931" fmla="*/ 441042 w 2119654"/>
              <a:gd name="connsiteY108931" fmla="*/ 833006 h 2398711"/>
              <a:gd name="connsiteX108932" fmla="*/ 441080 w 2119654"/>
              <a:gd name="connsiteY108932" fmla="*/ 832547 h 2398711"/>
              <a:gd name="connsiteX108933" fmla="*/ 439751 w 2119654"/>
              <a:gd name="connsiteY108933" fmla="*/ 830996 h 2398711"/>
              <a:gd name="connsiteX108934" fmla="*/ 641494 w 2119654"/>
              <a:gd name="connsiteY108934" fmla="*/ 376472 h 2398711"/>
              <a:gd name="connsiteX108935" fmla="*/ 640985 w 2119654"/>
              <a:gd name="connsiteY108935" fmla="*/ 380050 h 2398711"/>
              <a:gd name="connsiteX108936" fmla="*/ 641206 w 2119654"/>
              <a:gd name="connsiteY108936" fmla="*/ 381867 h 2398711"/>
              <a:gd name="connsiteX108937" fmla="*/ 648866 w 2119654"/>
              <a:gd name="connsiteY108937" fmla="*/ 386298 h 2398711"/>
              <a:gd name="connsiteX108938" fmla="*/ 642755 w 2119654"/>
              <a:gd name="connsiteY108938" fmla="*/ 373648 h 2398711"/>
              <a:gd name="connsiteX108939" fmla="*/ 653022 w 2119654"/>
              <a:gd name="connsiteY108939" fmla="*/ 387334 h 2398711"/>
              <a:gd name="connsiteX108940" fmla="*/ 653393 w 2119654"/>
              <a:gd name="connsiteY108940" fmla="*/ 380697 h 2398711"/>
              <a:gd name="connsiteX108941" fmla="*/ 652815 w 2119654"/>
              <a:gd name="connsiteY108941" fmla="*/ 380364 h 2398711"/>
              <a:gd name="connsiteX108942" fmla="*/ 653073 w 2119654"/>
              <a:gd name="connsiteY108942" fmla="*/ 380327 h 2398711"/>
              <a:gd name="connsiteX108943" fmla="*/ 653403 w 2119654"/>
              <a:gd name="connsiteY108943" fmla="*/ 380518 h 2398711"/>
              <a:gd name="connsiteX108944" fmla="*/ 653432 w 2119654"/>
              <a:gd name="connsiteY108944" fmla="*/ 380009 h 2398711"/>
              <a:gd name="connsiteX108945" fmla="*/ 539813 w 2119654"/>
              <a:gd name="connsiteY108945" fmla="*/ 604114 h 2398711"/>
              <a:gd name="connsiteX108946" fmla="*/ 539942 w 2119654"/>
              <a:gd name="connsiteY108946" fmla="*/ 604971 h 2398711"/>
              <a:gd name="connsiteX108947" fmla="*/ 540932 w 2119654"/>
              <a:gd name="connsiteY108947" fmla="*/ 605376 h 2398711"/>
              <a:gd name="connsiteX108948" fmla="*/ 540813 w 2119654"/>
              <a:gd name="connsiteY108948" fmla="*/ 604505 h 2398711"/>
              <a:gd name="connsiteX108949" fmla="*/ 517578 w 2119654"/>
              <a:gd name="connsiteY108949" fmla="*/ 653792 h 2398711"/>
              <a:gd name="connsiteX108950" fmla="*/ 517457 w 2119654"/>
              <a:gd name="connsiteY108950" fmla="*/ 657463 h 2398711"/>
              <a:gd name="connsiteX108951" fmla="*/ 517493 w 2119654"/>
              <a:gd name="connsiteY108951" fmla="*/ 657488 h 2398711"/>
              <a:gd name="connsiteX108952" fmla="*/ 518109 w 2119654"/>
              <a:gd name="connsiteY108952" fmla="*/ 655300 h 2398711"/>
              <a:gd name="connsiteX108953" fmla="*/ 576323 w 2119654"/>
              <a:gd name="connsiteY108953" fmla="*/ 522235 h 2398711"/>
              <a:gd name="connsiteX108954" fmla="*/ 576539 w 2119654"/>
              <a:gd name="connsiteY108954" fmla="*/ 523149 h 2398711"/>
              <a:gd name="connsiteX108955" fmla="*/ 577755 w 2119654"/>
              <a:gd name="connsiteY108955" fmla="*/ 523574 h 2398711"/>
              <a:gd name="connsiteX108956" fmla="*/ 577500 w 2119654"/>
              <a:gd name="connsiteY108956" fmla="*/ 523284 h 2398711"/>
              <a:gd name="connsiteX108957" fmla="*/ 455544 w 2119654"/>
              <a:gd name="connsiteY108957" fmla="*/ 792505 h 2398711"/>
              <a:gd name="connsiteX108958" fmla="*/ 455906 w 2119654"/>
              <a:gd name="connsiteY108958" fmla="*/ 795472 h 2398711"/>
              <a:gd name="connsiteX108959" fmla="*/ 457736 w 2119654"/>
              <a:gd name="connsiteY108959" fmla="*/ 796263 h 2398711"/>
              <a:gd name="connsiteX108960" fmla="*/ 455677 w 2119654"/>
              <a:gd name="connsiteY108960" fmla="*/ 792588 h 2398711"/>
              <a:gd name="connsiteX108961" fmla="*/ 483876 w 2119654"/>
              <a:gd name="connsiteY108961" fmla="*/ 729057 h 2398711"/>
              <a:gd name="connsiteX108962" fmla="*/ 484085 w 2119654"/>
              <a:gd name="connsiteY108962" fmla="*/ 729548 h 2398711"/>
              <a:gd name="connsiteX108963" fmla="*/ 484054 w 2119654"/>
              <a:gd name="connsiteY108963" fmla="*/ 729189 h 2398711"/>
              <a:gd name="connsiteX108964" fmla="*/ 356392 w 2119654"/>
              <a:gd name="connsiteY108964" fmla="*/ 1014496 h 2398711"/>
              <a:gd name="connsiteX108965" fmla="*/ 357482 w 2119654"/>
              <a:gd name="connsiteY108965" fmla="*/ 1017961 h 2398711"/>
              <a:gd name="connsiteX108966" fmla="*/ 358328 w 2119654"/>
              <a:gd name="connsiteY108966" fmla="*/ 1019460 h 2398711"/>
              <a:gd name="connsiteX108967" fmla="*/ 358343 w 2119654"/>
              <a:gd name="connsiteY108967" fmla="*/ 1019081 h 2398711"/>
              <a:gd name="connsiteX108968" fmla="*/ 356483 w 2119654"/>
              <a:gd name="connsiteY108968" fmla="*/ 1014566 h 2398711"/>
              <a:gd name="connsiteX108969" fmla="*/ 165080 w 2119654"/>
              <a:gd name="connsiteY108969" fmla="*/ 1442877 h 2398711"/>
              <a:gd name="connsiteX108970" fmla="*/ 179280 w 2119654"/>
              <a:gd name="connsiteY108970" fmla="*/ 1460649 h 2398711"/>
              <a:gd name="connsiteX108971" fmla="*/ 181316 w 2119654"/>
              <a:gd name="connsiteY108971" fmla="*/ 1462120 h 2398711"/>
              <a:gd name="connsiteX108972" fmla="*/ 196028 w 2119654"/>
              <a:gd name="connsiteY108972" fmla="*/ 1472441 h 2398711"/>
              <a:gd name="connsiteX108973" fmla="*/ 185916 w 2119654"/>
              <a:gd name="connsiteY108973" fmla="*/ 1460031 h 2398711"/>
              <a:gd name="connsiteX108974" fmla="*/ 178745 w 2119654"/>
              <a:gd name="connsiteY108974" fmla="*/ 1450476 h 2398711"/>
              <a:gd name="connsiteX108975" fmla="*/ 412335 w 2119654"/>
              <a:gd name="connsiteY108975" fmla="*/ 889222 h 2398711"/>
              <a:gd name="connsiteX108976" fmla="*/ 412180 w 2119654"/>
              <a:gd name="connsiteY108976" fmla="*/ 891460 h 2398711"/>
              <a:gd name="connsiteX108977" fmla="*/ 413250 w 2119654"/>
              <a:gd name="connsiteY108977" fmla="*/ 892333 h 2398711"/>
              <a:gd name="connsiteX108978" fmla="*/ 413156 w 2119654"/>
              <a:gd name="connsiteY108978" fmla="*/ 891577 h 2398711"/>
              <a:gd name="connsiteX108979" fmla="*/ 412665 w 2119654"/>
              <a:gd name="connsiteY108979" fmla="*/ 889621 h 2398711"/>
              <a:gd name="connsiteX108980" fmla="*/ 412602 w 2119654"/>
              <a:gd name="connsiteY108980" fmla="*/ 889518 h 2398711"/>
              <a:gd name="connsiteX108981" fmla="*/ 559495 w 2119654"/>
              <a:gd name="connsiteY108981" fmla="*/ 559683 h 2398711"/>
              <a:gd name="connsiteX108982" fmla="*/ 559699 w 2119654"/>
              <a:gd name="connsiteY108982" fmla="*/ 560272 h 2398711"/>
              <a:gd name="connsiteX108983" fmla="*/ 560870 w 2119654"/>
              <a:gd name="connsiteY108983" fmla="*/ 561383 h 2398711"/>
              <a:gd name="connsiteX108984" fmla="*/ 560936 w 2119654"/>
              <a:gd name="connsiteY108984" fmla="*/ 559861 h 2398711"/>
              <a:gd name="connsiteX108985" fmla="*/ 552236 w 2119654"/>
              <a:gd name="connsiteY108985" fmla="*/ 575872 h 2398711"/>
              <a:gd name="connsiteX108986" fmla="*/ 552208 w 2119654"/>
              <a:gd name="connsiteY108986" fmla="*/ 576161 h 2398711"/>
              <a:gd name="connsiteX108987" fmla="*/ 552209 w 2119654"/>
              <a:gd name="connsiteY108987" fmla="*/ 576849 h 2398711"/>
              <a:gd name="connsiteX108988" fmla="*/ 553160 w 2119654"/>
              <a:gd name="connsiteY108988" fmla="*/ 577641 h 2398711"/>
              <a:gd name="connsiteX108989" fmla="*/ 553218 w 2119654"/>
              <a:gd name="connsiteY108989" fmla="*/ 576255 h 2398711"/>
              <a:gd name="connsiteX108990" fmla="*/ 338324 w 2119654"/>
              <a:gd name="connsiteY108990" fmla="*/ 1054658 h 2398711"/>
              <a:gd name="connsiteX108991" fmla="*/ 338427 w 2119654"/>
              <a:gd name="connsiteY108991" fmla="*/ 1054941 h 2398711"/>
              <a:gd name="connsiteX108992" fmla="*/ 339994 w 2119654"/>
              <a:gd name="connsiteY108992" fmla="*/ 1057259 h 2398711"/>
              <a:gd name="connsiteX108993" fmla="*/ 339941 w 2119654"/>
              <a:gd name="connsiteY108993" fmla="*/ 1057043 h 2398711"/>
              <a:gd name="connsiteX108994" fmla="*/ 339364 w 2119654"/>
              <a:gd name="connsiteY108994" fmla="*/ 1056287 h 2398711"/>
              <a:gd name="connsiteX108995" fmla="*/ 444581 w 2119654"/>
              <a:gd name="connsiteY108995" fmla="*/ 816726 h 2398711"/>
              <a:gd name="connsiteX108996" fmla="*/ 444132 w 2119654"/>
              <a:gd name="connsiteY108996" fmla="*/ 820198 h 2398711"/>
              <a:gd name="connsiteX108997" fmla="*/ 445760 w 2119654"/>
              <a:gd name="connsiteY108997" fmla="*/ 821526 h 2398711"/>
              <a:gd name="connsiteX108998" fmla="*/ 256976 w 2119654"/>
              <a:gd name="connsiteY108998" fmla="*/ 1236777 h 2398711"/>
              <a:gd name="connsiteX108999" fmla="*/ 266158 w 2119654"/>
              <a:gd name="connsiteY108999" fmla="*/ 1252734 h 2398711"/>
              <a:gd name="connsiteX109000" fmla="*/ 260063 w 2119654"/>
              <a:gd name="connsiteY109000" fmla="*/ 1240089 h 2398711"/>
              <a:gd name="connsiteX109001" fmla="*/ 523738 w 2119654"/>
              <a:gd name="connsiteY109001" fmla="*/ 639348 h 2398711"/>
              <a:gd name="connsiteX109002" fmla="*/ 523168 w 2119654"/>
              <a:gd name="connsiteY109002" fmla="*/ 641369 h 2398711"/>
              <a:gd name="connsiteX109003" fmla="*/ 523271 w 2119654"/>
              <a:gd name="connsiteY109003" fmla="*/ 641511 h 2398711"/>
              <a:gd name="connsiteX109004" fmla="*/ 523848 w 2119654"/>
              <a:gd name="connsiteY109004" fmla="*/ 639738 h 2398711"/>
              <a:gd name="connsiteX109005" fmla="*/ 300087 w 2119654"/>
              <a:gd name="connsiteY109005" fmla="*/ 1140111 h 2398711"/>
              <a:gd name="connsiteX109006" fmla="*/ 300712 w 2119654"/>
              <a:gd name="connsiteY109006" fmla="*/ 1141449 h 2398711"/>
              <a:gd name="connsiteX109007" fmla="*/ 302439 w 2119654"/>
              <a:gd name="connsiteY109007" fmla="*/ 1143689 h 2398711"/>
              <a:gd name="connsiteX109008" fmla="*/ 302371 w 2119654"/>
              <a:gd name="connsiteY109008" fmla="*/ 1141923 h 2398711"/>
              <a:gd name="connsiteX109009" fmla="*/ 466107 w 2119654"/>
              <a:gd name="connsiteY109009" fmla="*/ 768253 h 2398711"/>
              <a:gd name="connsiteX109010" fmla="*/ 466492 w 2119654"/>
              <a:gd name="connsiteY109010" fmla="*/ 772786 h 2398711"/>
              <a:gd name="connsiteX109011" fmla="*/ 468600 w 2119654"/>
              <a:gd name="connsiteY109011" fmla="*/ 773660 h 2398711"/>
              <a:gd name="connsiteX109012" fmla="*/ 468217 w 2119654"/>
              <a:gd name="connsiteY109012" fmla="*/ 770811 h 2398711"/>
              <a:gd name="connsiteX109013" fmla="*/ 466758 w 2119654"/>
              <a:gd name="connsiteY109013" fmla="*/ 768508 h 2398711"/>
              <a:gd name="connsiteX109014" fmla="*/ 310906 w 2119654"/>
              <a:gd name="connsiteY109014" fmla="*/ 1115622 h 2398711"/>
              <a:gd name="connsiteX109015" fmla="*/ 311018 w 2119654"/>
              <a:gd name="connsiteY109015" fmla="*/ 1116985 h 2398711"/>
              <a:gd name="connsiteX109016" fmla="*/ 311532 w 2119654"/>
              <a:gd name="connsiteY109016" fmla="*/ 1118484 h 2398711"/>
              <a:gd name="connsiteX109017" fmla="*/ 311100 w 2119654"/>
              <a:gd name="connsiteY109017" fmla="*/ 1115745 h 2398711"/>
              <a:gd name="connsiteX109018" fmla="*/ 540538 w 2119654"/>
              <a:gd name="connsiteY109018" fmla="*/ 601412 h 2398711"/>
              <a:gd name="connsiteX109019" fmla="*/ 540921 w 2119654"/>
              <a:gd name="connsiteY109019" fmla="*/ 604214 h 2398711"/>
              <a:gd name="connsiteX109020" fmla="*/ 542345 w 2119654"/>
              <a:gd name="connsiteY109020" fmla="*/ 604771 h 2398711"/>
              <a:gd name="connsiteX109021" fmla="*/ 542036 w 2119654"/>
              <a:gd name="connsiteY109021" fmla="*/ 602518 h 2398711"/>
              <a:gd name="connsiteX109022" fmla="*/ 401764 w 2119654"/>
              <a:gd name="connsiteY109022" fmla="*/ 912058 h 2398711"/>
              <a:gd name="connsiteX109023" fmla="*/ 402082 w 2119654"/>
              <a:gd name="connsiteY109023" fmla="*/ 917781 h 2398711"/>
              <a:gd name="connsiteX109024" fmla="*/ 402483 w 2119654"/>
              <a:gd name="connsiteY109024" fmla="*/ 918246 h 2398711"/>
              <a:gd name="connsiteX109025" fmla="*/ 402772 w 2119654"/>
              <a:gd name="connsiteY109025" fmla="*/ 915803 h 2398711"/>
              <a:gd name="connsiteX109026" fmla="*/ 552346 w 2119654"/>
              <a:gd name="connsiteY109026" fmla="*/ 574688 h 2398711"/>
              <a:gd name="connsiteX109027" fmla="*/ 552289 w 2119654"/>
              <a:gd name="connsiteY109027" fmla="*/ 575299 h 2398711"/>
              <a:gd name="connsiteX109028" fmla="*/ 553244 w 2119654"/>
              <a:gd name="connsiteY109028" fmla="*/ 575671 h 2398711"/>
              <a:gd name="connsiteX109029" fmla="*/ 553249 w 2119654"/>
              <a:gd name="connsiteY109029" fmla="*/ 575543 h 2398711"/>
              <a:gd name="connsiteX109030" fmla="*/ 385902 w 2119654"/>
              <a:gd name="connsiteY109030" fmla="*/ 947347 h 2398711"/>
              <a:gd name="connsiteX109031" fmla="*/ 386229 w 2119654"/>
              <a:gd name="connsiteY109031" fmla="*/ 948296 h 2398711"/>
              <a:gd name="connsiteX109032" fmla="*/ 386247 w 2119654"/>
              <a:gd name="connsiteY109032" fmla="*/ 947781 h 2398711"/>
              <a:gd name="connsiteX109033" fmla="*/ 513249 w 2119654"/>
              <a:gd name="connsiteY109033" fmla="*/ 662187 h 2398711"/>
              <a:gd name="connsiteX109034" fmla="*/ 513092 w 2119654"/>
              <a:gd name="connsiteY109034" fmla="*/ 663827 h 2398711"/>
              <a:gd name="connsiteX109035" fmla="*/ 512985 w 2119654"/>
              <a:gd name="connsiteY109035" fmla="*/ 667035 h 2398711"/>
              <a:gd name="connsiteX109036" fmla="*/ 513407 w 2119654"/>
              <a:gd name="connsiteY109036" fmla="*/ 668231 h 2398711"/>
              <a:gd name="connsiteX109037" fmla="*/ 514339 w 2119654"/>
              <a:gd name="connsiteY109037" fmla="*/ 662289 h 2398711"/>
              <a:gd name="connsiteX109038" fmla="*/ 326231 w 2119654"/>
              <a:gd name="connsiteY109038" fmla="*/ 1080837 h 2398711"/>
              <a:gd name="connsiteX109039" fmla="*/ 326467 w 2119654"/>
              <a:gd name="connsiteY109039" fmla="*/ 1082745 h 2398711"/>
              <a:gd name="connsiteX109040" fmla="*/ 328115 w 2119654"/>
              <a:gd name="connsiteY109040" fmla="*/ 1084616 h 2398711"/>
              <a:gd name="connsiteX109041" fmla="*/ 329485 w 2119654"/>
              <a:gd name="connsiteY109041" fmla="*/ 1086052 h 2398711"/>
              <a:gd name="connsiteX109042" fmla="*/ 329446 w 2119654"/>
              <a:gd name="connsiteY109042" fmla="*/ 1085609 h 2398711"/>
              <a:gd name="connsiteX109043" fmla="*/ 294771 w 2119654"/>
              <a:gd name="connsiteY109043" fmla="*/ 1151265 h 2398711"/>
              <a:gd name="connsiteX109044" fmla="*/ 294845 w 2119654"/>
              <a:gd name="connsiteY109044" fmla="*/ 1151569 h 2398711"/>
              <a:gd name="connsiteX109045" fmla="*/ 295068 w 2119654"/>
              <a:gd name="connsiteY109045" fmla="*/ 1151741 h 2398711"/>
              <a:gd name="connsiteX109046" fmla="*/ 452384 w 2119654"/>
              <a:gd name="connsiteY109046" fmla="*/ 798285 h 2398711"/>
              <a:gd name="connsiteX109047" fmla="*/ 452159 w 2119654"/>
              <a:gd name="connsiteY109047" fmla="*/ 800437 h 2398711"/>
              <a:gd name="connsiteX109048" fmla="*/ 453194 w 2119654"/>
              <a:gd name="connsiteY109048" fmla="*/ 801137 h 2398711"/>
              <a:gd name="connsiteX109049" fmla="*/ 538387 w 2119654"/>
              <a:gd name="connsiteY109049" fmla="*/ 605678 h 2398711"/>
              <a:gd name="connsiteX109050" fmla="*/ 539885 w 2119654"/>
              <a:gd name="connsiteY109050" fmla="*/ 612559 h 2398711"/>
              <a:gd name="connsiteX109051" fmla="*/ 540776 w 2119654"/>
              <a:gd name="connsiteY109051" fmla="*/ 613930 h 2398711"/>
              <a:gd name="connsiteX109052" fmla="*/ 539725 w 2119654"/>
              <a:gd name="connsiteY109052" fmla="*/ 606246 h 2398711"/>
              <a:gd name="connsiteX109053" fmla="*/ 538431 w 2119654"/>
              <a:gd name="connsiteY109053" fmla="*/ 605696 h 2398711"/>
              <a:gd name="connsiteX109054" fmla="*/ 357704 w 2119654"/>
              <a:gd name="connsiteY109054" fmla="*/ 1010212 h 2398711"/>
              <a:gd name="connsiteX109055" fmla="*/ 358993 w 2119654"/>
              <a:gd name="connsiteY109055" fmla="*/ 1013340 h 2398711"/>
              <a:gd name="connsiteX109056" fmla="*/ 359065 w 2119654"/>
              <a:gd name="connsiteY109056" fmla="*/ 1012732 h 2398711"/>
              <a:gd name="connsiteX109057" fmla="*/ 507154 w 2119654"/>
              <a:gd name="connsiteY109057" fmla="*/ 675543 h 2398711"/>
              <a:gd name="connsiteX109058" fmla="*/ 507547 w 2119654"/>
              <a:gd name="connsiteY109058" fmla="*/ 677990 h 2398711"/>
              <a:gd name="connsiteX109059" fmla="*/ 510606 w 2119654"/>
              <a:gd name="connsiteY109059" fmla="*/ 679772 h 2398711"/>
              <a:gd name="connsiteX109060" fmla="*/ 510636 w 2119654"/>
              <a:gd name="connsiteY109060" fmla="*/ 678896 h 2398711"/>
              <a:gd name="connsiteX109061" fmla="*/ 508504 w 2119654"/>
              <a:gd name="connsiteY109061" fmla="*/ 676843 h 2398711"/>
              <a:gd name="connsiteX109062" fmla="*/ 508155 w 2119654"/>
              <a:gd name="connsiteY109062" fmla="*/ 676679 h 2398711"/>
              <a:gd name="connsiteX109063" fmla="*/ 508299 w 2119654"/>
              <a:gd name="connsiteY109063" fmla="*/ 676646 h 2398711"/>
              <a:gd name="connsiteX109064" fmla="*/ 472775 w 2119654"/>
              <a:gd name="connsiteY109064" fmla="*/ 752503 h 2398711"/>
              <a:gd name="connsiteX109065" fmla="*/ 473635 w 2119654"/>
              <a:gd name="connsiteY109065" fmla="*/ 755349 h 2398711"/>
              <a:gd name="connsiteX109066" fmla="*/ 474041 w 2119654"/>
              <a:gd name="connsiteY109066" fmla="*/ 755543 h 2398711"/>
              <a:gd name="connsiteX109067" fmla="*/ 473302 w 2119654"/>
              <a:gd name="connsiteY109067" fmla="*/ 752817 h 2398711"/>
              <a:gd name="connsiteX109068" fmla="*/ 520125 w 2119654"/>
              <a:gd name="connsiteY109068" fmla="*/ 646475 h 2398711"/>
              <a:gd name="connsiteX109069" fmla="*/ 519602 w 2119654"/>
              <a:gd name="connsiteY109069" fmla="*/ 650011 h 2398711"/>
              <a:gd name="connsiteX109070" fmla="*/ 519654 w 2119654"/>
              <a:gd name="connsiteY109070" fmla="*/ 649825 h 2398711"/>
              <a:gd name="connsiteX109071" fmla="*/ 520342 w 2119654"/>
              <a:gd name="connsiteY109071" fmla="*/ 647713 h 2398711"/>
              <a:gd name="connsiteX109072" fmla="*/ 520207 w 2119654"/>
              <a:gd name="connsiteY109072" fmla="*/ 646589 h 2398711"/>
              <a:gd name="connsiteX109073" fmla="*/ 559312 w 2119654"/>
              <a:gd name="connsiteY109073" fmla="*/ 558723 h 2398711"/>
              <a:gd name="connsiteX109074" fmla="*/ 559311 w 2119654"/>
              <a:gd name="connsiteY109074" fmla="*/ 559151 h 2398711"/>
              <a:gd name="connsiteX109075" fmla="*/ 559383 w 2119654"/>
              <a:gd name="connsiteY109075" fmla="*/ 559359 h 2398711"/>
              <a:gd name="connsiteX109076" fmla="*/ 560637 w 2119654"/>
              <a:gd name="connsiteY109076" fmla="*/ 559514 h 2398711"/>
              <a:gd name="connsiteX109077" fmla="*/ 337533 w 2119654"/>
              <a:gd name="connsiteY109077" fmla="*/ 1055113 h 2398711"/>
              <a:gd name="connsiteX109078" fmla="*/ 337919 w 2119654"/>
              <a:gd name="connsiteY109078" fmla="*/ 1056259 h 2398711"/>
              <a:gd name="connsiteX109079" fmla="*/ 339258 w 2119654"/>
              <a:gd name="connsiteY109079" fmla="*/ 1058483 h 2398711"/>
              <a:gd name="connsiteX109080" fmla="*/ 338626 w 2119654"/>
              <a:gd name="connsiteY109080" fmla="*/ 1056728 h 2398711"/>
              <a:gd name="connsiteX109081" fmla="*/ 466031 w 2119654"/>
              <a:gd name="connsiteY109081" fmla="*/ 767362 h 2398711"/>
              <a:gd name="connsiteX109082" fmla="*/ 466079 w 2119654"/>
              <a:gd name="connsiteY109082" fmla="*/ 767920 h 2398711"/>
              <a:gd name="connsiteX109083" fmla="*/ 466481 w 2119654"/>
              <a:gd name="connsiteY109083" fmla="*/ 768071 h 2398711"/>
              <a:gd name="connsiteX109084" fmla="*/ 531361 w 2119654"/>
              <a:gd name="connsiteY109084" fmla="*/ 620966 h 2398711"/>
              <a:gd name="connsiteX109085" fmla="*/ 531753 w 2119654"/>
              <a:gd name="connsiteY109085" fmla="*/ 622983 h 2398711"/>
              <a:gd name="connsiteX109086" fmla="*/ 536313 w 2119654"/>
              <a:gd name="connsiteY109086" fmla="*/ 623959 h 2398711"/>
              <a:gd name="connsiteX109087" fmla="*/ 515832 w 2119654"/>
              <a:gd name="connsiteY109087" fmla="*/ 655721 h 2398711"/>
              <a:gd name="connsiteX109088" fmla="*/ 515744 w 2119654"/>
              <a:gd name="connsiteY109088" fmla="*/ 656277 h 2398711"/>
              <a:gd name="connsiteX109089" fmla="*/ 515912 w 2119654"/>
              <a:gd name="connsiteY109089" fmla="*/ 656394 h 2398711"/>
              <a:gd name="connsiteX109090" fmla="*/ 366538 w 2119654"/>
              <a:gd name="connsiteY109090" fmla="*/ 989916 h 2398711"/>
              <a:gd name="connsiteX109091" fmla="*/ 367308 w 2119654"/>
              <a:gd name="connsiteY109091" fmla="*/ 991533 h 2398711"/>
              <a:gd name="connsiteX109092" fmla="*/ 367086 w 2119654"/>
              <a:gd name="connsiteY109092" fmla="*/ 990630 h 2398711"/>
              <a:gd name="connsiteX109093" fmla="*/ 438996 w 2119654"/>
              <a:gd name="connsiteY109093" fmla="*/ 827631 h 2398711"/>
              <a:gd name="connsiteX109094" fmla="*/ 438983 w 2119654"/>
              <a:gd name="connsiteY109094" fmla="*/ 828075 h 2398711"/>
              <a:gd name="connsiteX109095" fmla="*/ 439566 w 2119654"/>
              <a:gd name="connsiteY109095" fmla="*/ 828614 h 2398711"/>
              <a:gd name="connsiteX109096" fmla="*/ 439174 w 2119654"/>
              <a:gd name="connsiteY109096" fmla="*/ 827854 h 2398711"/>
              <a:gd name="connsiteX109097" fmla="*/ 494816 w 2119654"/>
              <a:gd name="connsiteY109097" fmla="*/ 702608 h 2398711"/>
              <a:gd name="connsiteX109098" fmla="*/ 494811 w 2119654"/>
              <a:gd name="connsiteY109098" fmla="*/ 702651 h 2398711"/>
              <a:gd name="connsiteX109099" fmla="*/ 494855 w 2119654"/>
              <a:gd name="connsiteY109099" fmla="*/ 702686 h 2398711"/>
              <a:gd name="connsiteX109100" fmla="*/ 453058 w 2119654"/>
              <a:gd name="connsiteY109100" fmla="*/ 796066 h 2398711"/>
              <a:gd name="connsiteX109101" fmla="*/ 453589 w 2119654"/>
              <a:gd name="connsiteY109101" fmla="*/ 800506 h 2398711"/>
              <a:gd name="connsiteX109102" fmla="*/ 453905 w 2119654"/>
              <a:gd name="connsiteY109102" fmla="*/ 801618 h 2398711"/>
              <a:gd name="connsiteX109103" fmla="*/ 455968 w 2119654"/>
              <a:gd name="connsiteY109103" fmla="*/ 803015 h 2398711"/>
              <a:gd name="connsiteX109104" fmla="*/ 455234 w 2119654"/>
              <a:gd name="connsiteY109104" fmla="*/ 797006 h 2398711"/>
              <a:gd name="connsiteX109105" fmla="*/ 434238 w 2119654"/>
              <a:gd name="connsiteY109105" fmla="*/ 838128 h 2398711"/>
              <a:gd name="connsiteX109106" fmla="*/ 434295 w 2119654"/>
              <a:gd name="connsiteY109106" fmla="*/ 838906 h 2398711"/>
              <a:gd name="connsiteX109107" fmla="*/ 436574 w 2119654"/>
              <a:gd name="connsiteY109107" fmla="*/ 850349 h 2398711"/>
              <a:gd name="connsiteX109108" fmla="*/ 437170 w 2119654"/>
              <a:gd name="connsiteY109108" fmla="*/ 851414 h 2398711"/>
              <a:gd name="connsiteX109109" fmla="*/ 437449 w 2119654"/>
              <a:gd name="connsiteY109109" fmla="*/ 851440 h 2398711"/>
              <a:gd name="connsiteX109110" fmla="*/ 437529 w 2119654"/>
              <a:gd name="connsiteY109110" fmla="*/ 848516 h 2398711"/>
              <a:gd name="connsiteX109111" fmla="*/ 434533 w 2119654"/>
              <a:gd name="connsiteY109111" fmla="*/ 838333 h 2398711"/>
              <a:gd name="connsiteX109112" fmla="*/ 541733 w 2119654"/>
              <a:gd name="connsiteY109112" fmla="*/ 597211 h 2398711"/>
              <a:gd name="connsiteX109113" fmla="*/ 542513 w 2119654"/>
              <a:gd name="connsiteY109113" fmla="*/ 602384 h 2398711"/>
              <a:gd name="connsiteX109114" fmla="*/ 546499 w 2119654"/>
              <a:gd name="connsiteY109114" fmla="*/ 605324 h 2398711"/>
              <a:gd name="connsiteX109115" fmla="*/ 546374 w 2119654"/>
              <a:gd name="connsiteY109115" fmla="*/ 601015 h 2398711"/>
              <a:gd name="connsiteX109116" fmla="*/ 568694 w 2119654"/>
              <a:gd name="connsiteY109116" fmla="*/ 536668 h 2398711"/>
              <a:gd name="connsiteX109117" fmla="*/ 570034 w 2119654"/>
              <a:gd name="connsiteY109117" fmla="*/ 544015 h 2398711"/>
              <a:gd name="connsiteX109118" fmla="*/ 573429 w 2119654"/>
              <a:gd name="connsiteY109118" fmla="*/ 546562 h 2398711"/>
              <a:gd name="connsiteX109119" fmla="*/ 573294 w 2119654"/>
              <a:gd name="connsiteY109119" fmla="*/ 540537 h 2398711"/>
              <a:gd name="connsiteX109120" fmla="*/ 500629 w 2119654"/>
              <a:gd name="connsiteY109120" fmla="*/ 689052 h 2398711"/>
              <a:gd name="connsiteX109121" fmla="*/ 502105 w 2119654"/>
              <a:gd name="connsiteY109121" fmla="*/ 694942 h 2398711"/>
              <a:gd name="connsiteX109122" fmla="*/ 503232 w 2119654"/>
              <a:gd name="connsiteY109122" fmla="*/ 695499 h 2398711"/>
              <a:gd name="connsiteX109123" fmla="*/ 503228 w 2119654"/>
              <a:gd name="connsiteY109123" fmla="*/ 693431 h 2398711"/>
              <a:gd name="connsiteX109124" fmla="*/ 501221 w 2119654"/>
              <a:gd name="connsiteY109124" fmla="*/ 689484 h 2398711"/>
              <a:gd name="connsiteX109125" fmla="*/ 233238 w 2119654"/>
              <a:gd name="connsiteY109125" fmla="*/ 1287724 h 2398711"/>
              <a:gd name="connsiteX109126" fmla="*/ 234990 w 2119654"/>
              <a:gd name="connsiteY109126" fmla="*/ 1290591 h 2398711"/>
              <a:gd name="connsiteX109127" fmla="*/ 234217 w 2119654"/>
              <a:gd name="connsiteY109127" fmla="*/ 1288347 h 2398711"/>
              <a:gd name="connsiteX109128" fmla="*/ 180992 w 2119654"/>
              <a:gd name="connsiteY109128" fmla="*/ 1404700 h 2398711"/>
              <a:gd name="connsiteX109129" fmla="*/ 184295 w 2119654"/>
              <a:gd name="connsiteY109129" fmla="*/ 1411008 h 2398711"/>
              <a:gd name="connsiteX109130" fmla="*/ 188102 w 2119654"/>
              <a:gd name="connsiteY109130" fmla="*/ 1417623 h 2398711"/>
              <a:gd name="connsiteX109131" fmla="*/ 193767 w 2119654"/>
              <a:gd name="connsiteY109131" fmla="*/ 1420774 h 2398711"/>
              <a:gd name="connsiteX109132" fmla="*/ 183436 w 2119654"/>
              <a:gd name="connsiteY109132" fmla="*/ 1407844 h 2398711"/>
              <a:gd name="connsiteX109133" fmla="*/ 260975 w 2119654"/>
              <a:gd name="connsiteY109133" fmla="*/ 1225577 h 2398711"/>
              <a:gd name="connsiteX109134" fmla="*/ 262024 w 2119654"/>
              <a:gd name="connsiteY109134" fmla="*/ 1227211 h 2398711"/>
              <a:gd name="connsiteX109135" fmla="*/ 265499 w 2119654"/>
              <a:gd name="connsiteY109135" fmla="*/ 1231252 h 2398711"/>
              <a:gd name="connsiteX109136" fmla="*/ 265755 w 2119654"/>
              <a:gd name="connsiteY109136" fmla="*/ 1231491 h 2398711"/>
              <a:gd name="connsiteX109137" fmla="*/ 262303 w 2119654"/>
              <a:gd name="connsiteY109137" fmla="*/ 1226314 h 2398711"/>
              <a:gd name="connsiteX109138" fmla="*/ 263266 w 2119654"/>
              <a:gd name="connsiteY109138" fmla="*/ 1220410 h 2398711"/>
              <a:gd name="connsiteX109139" fmla="*/ 266285 w 2119654"/>
              <a:gd name="connsiteY109139" fmla="*/ 1227506 h 2398711"/>
              <a:gd name="connsiteX109140" fmla="*/ 266696 w 2119654"/>
              <a:gd name="connsiteY109140" fmla="*/ 1228373 h 2398711"/>
              <a:gd name="connsiteX109141" fmla="*/ 267901 w 2119654"/>
              <a:gd name="connsiteY109141" fmla="*/ 1229016 h 2398711"/>
              <a:gd name="connsiteX109142" fmla="*/ 264873 w 2119654"/>
              <a:gd name="connsiteY109142" fmla="*/ 1221762 h 2398711"/>
              <a:gd name="connsiteX109143" fmla="*/ 547577 w 2119654"/>
              <a:gd name="connsiteY109143" fmla="*/ 583698 h 2398711"/>
              <a:gd name="connsiteX109144" fmla="*/ 548138 w 2119654"/>
              <a:gd name="connsiteY109144" fmla="*/ 585470 h 2398711"/>
              <a:gd name="connsiteX109145" fmla="*/ 548138 w 2119654"/>
              <a:gd name="connsiteY109145" fmla="*/ 583917 h 2398711"/>
              <a:gd name="connsiteX109146" fmla="*/ 604193 w 2119654"/>
              <a:gd name="connsiteY109146" fmla="*/ 456796 h 2398711"/>
              <a:gd name="connsiteX109147" fmla="*/ 604252 w 2119654"/>
              <a:gd name="connsiteY109147" fmla="*/ 462237 h 2398711"/>
              <a:gd name="connsiteX109148" fmla="*/ 605285 w 2119654"/>
              <a:gd name="connsiteY109148" fmla="*/ 463159 h 2398711"/>
              <a:gd name="connsiteX109149" fmla="*/ 606387 w 2119654"/>
              <a:gd name="connsiteY109149" fmla="*/ 464221 h 2398711"/>
              <a:gd name="connsiteX109150" fmla="*/ 604253 w 2119654"/>
              <a:gd name="connsiteY109150" fmla="*/ 462285 h 2398711"/>
              <a:gd name="connsiteX109151" fmla="*/ 604323 w 2119654"/>
              <a:gd name="connsiteY109151" fmla="*/ 468854 h 2398711"/>
              <a:gd name="connsiteX109152" fmla="*/ 604949 w 2119654"/>
              <a:gd name="connsiteY109152" fmla="*/ 469102 h 2398711"/>
              <a:gd name="connsiteX109153" fmla="*/ 606548 w 2119654"/>
              <a:gd name="connsiteY109153" fmla="*/ 464378 h 2398711"/>
              <a:gd name="connsiteX109154" fmla="*/ 606387 w 2119654"/>
              <a:gd name="connsiteY109154" fmla="*/ 464221 h 2398711"/>
              <a:gd name="connsiteX109155" fmla="*/ 606551 w 2119654"/>
              <a:gd name="connsiteY109155" fmla="*/ 464371 h 2398711"/>
              <a:gd name="connsiteX109156" fmla="*/ 607838 w 2119654"/>
              <a:gd name="connsiteY109156" fmla="*/ 460570 h 2398711"/>
              <a:gd name="connsiteX109157" fmla="*/ 538153 w 2119654"/>
              <a:gd name="connsiteY109157" fmla="*/ 604600 h 2398711"/>
              <a:gd name="connsiteX109158" fmla="*/ 538323 w 2119654"/>
              <a:gd name="connsiteY109158" fmla="*/ 605381 h 2398711"/>
              <a:gd name="connsiteX109159" fmla="*/ 539681 w 2119654"/>
              <a:gd name="connsiteY109159" fmla="*/ 605938 h 2398711"/>
              <a:gd name="connsiteX109160" fmla="*/ 539579 w 2119654"/>
              <a:gd name="connsiteY109160" fmla="*/ 605185 h 2398711"/>
              <a:gd name="connsiteX109161" fmla="*/ 257465 w 2119654"/>
              <a:gd name="connsiteY109161" fmla="*/ 1233090 h 2398711"/>
              <a:gd name="connsiteX109162" fmla="*/ 260182 w 2119654"/>
              <a:gd name="connsiteY109162" fmla="*/ 1236647 h 2398711"/>
              <a:gd name="connsiteX109163" fmla="*/ 259851 w 2119654"/>
              <a:gd name="connsiteY109163" fmla="*/ 1235901 h 2398711"/>
              <a:gd name="connsiteX109164" fmla="*/ 462009 w 2119654"/>
              <a:gd name="connsiteY109164" fmla="*/ 775034 h 2398711"/>
              <a:gd name="connsiteX109165" fmla="*/ 462221 w 2119654"/>
              <a:gd name="connsiteY109165" fmla="*/ 775659 h 2398711"/>
              <a:gd name="connsiteX109166" fmla="*/ 462081 w 2119654"/>
              <a:gd name="connsiteY109166" fmla="*/ 775093 h 2398711"/>
              <a:gd name="connsiteX109167" fmla="*/ 488531 w 2119654"/>
              <a:gd name="connsiteY109167" fmla="*/ 715623 h 2398711"/>
              <a:gd name="connsiteX109168" fmla="*/ 489243 w 2119654"/>
              <a:gd name="connsiteY109168" fmla="*/ 717763 h 2398711"/>
              <a:gd name="connsiteX109169" fmla="*/ 490298 w 2119654"/>
              <a:gd name="connsiteY109169" fmla="*/ 718264 h 2398711"/>
              <a:gd name="connsiteX109170" fmla="*/ 436965 w 2119654"/>
              <a:gd name="connsiteY109170" fmla="*/ 831070 h 2398711"/>
              <a:gd name="connsiteX109171" fmla="*/ 437841 w 2119654"/>
              <a:gd name="connsiteY109171" fmla="*/ 837034 h 2398711"/>
              <a:gd name="connsiteX109172" fmla="*/ 437985 w 2119654"/>
              <a:gd name="connsiteY109172" fmla="*/ 831750 h 2398711"/>
              <a:gd name="connsiteX109173" fmla="*/ 452629 w 2119654"/>
              <a:gd name="connsiteY109173" fmla="*/ 795952 h 2398711"/>
              <a:gd name="connsiteX109174" fmla="*/ 452539 w 2119654"/>
              <a:gd name="connsiteY109174" fmla="*/ 796805 h 2398711"/>
              <a:gd name="connsiteX109175" fmla="*/ 452871 w 2119654"/>
              <a:gd name="connsiteY109175" fmla="*/ 797974 h 2398711"/>
              <a:gd name="connsiteX109176" fmla="*/ 240500 w 2119654"/>
              <a:gd name="connsiteY109176" fmla="*/ 1270929 h 2398711"/>
              <a:gd name="connsiteX109177" fmla="*/ 241057 w 2119654"/>
              <a:gd name="connsiteY109177" fmla="*/ 1272247 h 2398711"/>
              <a:gd name="connsiteX109178" fmla="*/ 244801 w 2119654"/>
              <a:gd name="connsiteY109178" fmla="*/ 1278051 h 2398711"/>
              <a:gd name="connsiteX109179" fmla="*/ 242449 w 2119654"/>
              <a:gd name="connsiteY109179" fmla="*/ 1272497 h 2398711"/>
              <a:gd name="connsiteX109180" fmla="*/ 486356 w 2119654"/>
              <a:gd name="connsiteY109180" fmla="*/ 720134 h 2398711"/>
              <a:gd name="connsiteX109181" fmla="*/ 486606 w 2119654"/>
              <a:gd name="connsiteY109181" fmla="*/ 721496 h 2398711"/>
              <a:gd name="connsiteX109182" fmla="*/ 488569 w 2119654"/>
              <a:gd name="connsiteY109182" fmla="*/ 727180 h 2398711"/>
              <a:gd name="connsiteX109183" fmla="*/ 489576 w 2119654"/>
              <a:gd name="connsiteY109183" fmla="*/ 727752 h 2398711"/>
              <a:gd name="connsiteX109184" fmla="*/ 489900 w 2119654"/>
              <a:gd name="connsiteY109184" fmla="*/ 725059 h 2398711"/>
              <a:gd name="connsiteX109185" fmla="*/ 488787 w 2119654"/>
              <a:gd name="connsiteY109185" fmla="*/ 721288 h 2398711"/>
              <a:gd name="connsiteX109186" fmla="*/ 258107 w 2119654"/>
              <a:gd name="connsiteY109186" fmla="*/ 1231142 h 2398711"/>
              <a:gd name="connsiteX109187" fmla="*/ 260170 w 2119654"/>
              <a:gd name="connsiteY109187" fmla="*/ 1235794 h 2398711"/>
              <a:gd name="connsiteX109188" fmla="*/ 263234 w 2119654"/>
              <a:gd name="connsiteY109188" fmla="*/ 1239405 h 2398711"/>
              <a:gd name="connsiteX109189" fmla="*/ 264528 w 2119654"/>
              <a:gd name="connsiteY109189" fmla="*/ 1240339 h 2398711"/>
              <a:gd name="connsiteX109190" fmla="*/ 263258 w 2119654"/>
              <a:gd name="connsiteY109190" fmla="*/ 1237589 h 2398711"/>
              <a:gd name="connsiteX109191" fmla="*/ 310719 w 2119654"/>
              <a:gd name="connsiteY109191" fmla="*/ 1113333 h 2398711"/>
              <a:gd name="connsiteX109192" fmla="*/ 310772 w 2119654"/>
              <a:gd name="connsiteY109192" fmla="*/ 1113981 h 2398711"/>
              <a:gd name="connsiteX109193" fmla="*/ 310826 w 2119654"/>
              <a:gd name="connsiteY109193" fmla="*/ 1114016 h 2398711"/>
              <a:gd name="connsiteX109194" fmla="*/ 487809 w 2119654"/>
              <a:gd name="connsiteY109194" fmla="*/ 716701 h 2398711"/>
              <a:gd name="connsiteX109195" fmla="*/ 487940 w 2119654"/>
              <a:gd name="connsiteY109195" fmla="*/ 717144 h 2398711"/>
              <a:gd name="connsiteX109196" fmla="*/ 487958 w 2119654"/>
              <a:gd name="connsiteY109196" fmla="*/ 717153 h 2398711"/>
              <a:gd name="connsiteX109197" fmla="*/ 299052 w 2119654"/>
              <a:gd name="connsiteY109197" fmla="*/ 1139288 h 2398711"/>
              <a:gd name="connsiteX109198" fmla="*/ 299210 w 2119654"/>
              <a:gd name="connsiteY109198" fmla="*/ 1139499 h 2398711"/>
              <a:gd name="connsiteX109199" fmla="*/ 299991 w 2119654"/>
              <a:gd name="connsiteY109199" fmla="*/ 1140512 h 2398711"/>
              <a:gd name="connsiteX109200" fmla="*/ 299635 w 2119654"/>
              <a:gd name="connsiteY109200" fmla="*/ 1139752 h 2398711"/>
              <a:gd name="connsiteX109201" fmla="*/ 640366 w 2119654"/>
              <a:gd name="connsiteY109201" fmla="*/ 374967 h 2398711"/>
              <a:gd name="connsiteX109202" fmla="*/ 640687 w 2119654"/>
              <a:gd name="connsiteY109202" fmla="*/ 377604 h 2398711"/>
              <a:gd name="connsiteX109203" fmla="*/ 640973 w 2119654"/>
              <a:gd name="connsiteY109203" fmla="*/ 375776 h 2398711"/>
              <a:gd name="connsiteX109204" fmla="*/ 552696 w 2119654"/>
              <a:gd name="connsiteY109204" fmla="*/ 570948 h 2398711"/>
              <a:gd name="connsiteX109205" fmla="*/ 552606 w 2119654"/>
              <a:gd name="connsiteY109205" fmla="*/ 571915 h 2398711"/>
              <a:gd name="connsiteX109206" fmla="*/ 553371 w 2119654"/>
              <a:gd name="connsiteY109206" fmla="*/ 572640 h 2398711"/>
              <a:gd name="connsiteX109207" fmla="*/ 553426 w 2119654"/>
              <a:gd name="connsiteY109207" fmla="*/ 571382 h 2398711"/>
              <a:gd name="connsiteX109208" fmla="*/ 415480 w 2119654"/>
              <a:gd name="connsiteY109208" fmla="*/ 878191 h 2398711"/>
              <a:gd name="connsiteX109209" fmla="*/ 415544 w 2119654"/>
              <a:gd name="connsiteY109209" fmla="*/ 879958 h 2398711"/>
              <a:gd name="connsiteX109210" fmla="*/ 416548 w 2119654"/>
              <a:gd name="connsiteY109210" fmla="*/ 881074 h 2398711"/>
              <a:gd name="connsiteX109211" fmla="*/ 415594 w 2119654"/>
              <a:gd name="connsiteY109211" fmla="*/ 878296 h 2398711"/>
              <a:gd name="connsiteX109212" fmla="*/ 415578 w 2119654"/>
              <a:gd name="connsiteY109212" fmla="*/ 878247 h 2398711"/>
              <a:gd name="connsiteX109213" fmla="*/ 241174 w 2119654"/>
              <a:gd name="connsiteY109213" fmla="*/ 1268426 h 2398711"/>
              <a:gd name="connsiteX109214" fmla="*/ 241991 w 2119654"/>
              <a:gd name="connsiteY109214" fmla="*/ 1270352 h 2398711"/>
              <a:gd name="connsiteX109215" fmla="*/ 242465 w 2119654"/>
              <a:gd name="connsiteY109215" fmla="*/ 1270735 h 2398711"/>
              <a:gd name="connsiteX109216" fmla="*/ 531168 w 2119654"/>
              <a:gd name="connsiteY109216" fmla="*/ 619053 h 2398711"/>
              <a:gd name="connsiteX109217" fmla="*/ 531057 w 2119654"/>
              <a:gd name="connsiteY109217" fmla="*/ 619397 h 2398711"/>
              <a:gd name="connsiteX109218" fmla="*/ 531185 w 2119654"/>
              <a:gd name="connsiteY109218" fmla="*/ 620058 h 2398711"/>
              <a:gd name="connsiteX109219" fmla="*/ 537150 w 2119654"/>
              <a:gd name="connsiteY109219" fmla="*/ 623662 h 2398711"/>
              <a:gd name="connsiteX109220" fmla="*/ 537077 w 2119654"/>
              <a:gd name="connsiteY109220" fmla="*/ 623549 h 2398711"/>
              <a:gd name="connsiteX109221" fmla="*/ 535413 w 2119654"/>
              <a:gd name="connsiteY109221" fmla="*/ 619960 h 2398711"/>
              <a:gd name="connsiteX109222" fmla="*/ 364668 w 2119654"/>
              <a:gd name="connsiteY109222" fmla="*/ 991806 h 2398711"/>
              <a:gd name="connsiteX109223" fmla="*/ 364840 w 2119654"/>
              <a:gd name="connsiteY109223" fmla="*/ 995338 h 2398711"/>
              <a:gd name="connsiteX109224" fmla="*/ 364910 w 2119654"/>
              <a:gd name="connsiteY109224" fmla="*/ 996060 h 2398711"/>
              <a:gd name="connsiteX109225" fmla="*/ 366076 w 2119654"/>
              <a:gd name="connsiteY109225" fmla="*/ 997399 h 2398711"/>
              <a:gd name="connsiteX109226" fmla="*/ 365060 w 2119654"/>
              <a:gd name="connsiteY109226" fmla="*/ 992727 h 2398711"/>
              <a:gd name="connsiteX109227" fmla="*/ 445306 w 2119654"/>
              <a:gd name="connsiteY109227" fmla="*/ 811132 h 2398711"/>
              <a:gd name="connsiteX109228" fmla="*/ 445230 w 2119654"/>
              <a:gd name="connsiteY109228" fmla="*/ 811724 h 2398711"/>
              <a:gd name="connsiteX109229" fmla="*/ 445663 w 2119654"/>
              <a:gd name="connsiteY109229" fmla="*/ 813114 h 2398711"/>
              <a:gd name="connsiteX109230" fmla="*/ 447425 w 2119654"/>
              <a:gd name="connsiteY109230" fmla="*/ 814283 h 2398711"/>
              <a:gd name="connsiteX109231" fmla="*/ 447475 w 2119654"/>
              <a:gd name="connsiteY109231" fmla="*/ 813892 h 2398711"/>
              <a:gd name="connsiteX109232" fmla="*/ 513638 w 2119654"/>
              <a:gd name="connsiteY109232" fmla="*/ 658111 h 2398711"/>
              <a:gd name="connsiteX109233" fmla="*/ 513388 w 2119654"/>
              <a:gd name="connsiteY109233" fmla="*/ 660730 h 2398711"/>
              <a:gd name="connsiteX109234" fmla="*/ 514567 w 2119654"/>
              <a:gd name="connsiteY109234" fmla="*/ 660840 h 2398711"/>
              <a:gd name="connsiteX109235" fmla="*/ 514761 w 2119654"/>
              <a:gd name="connsiteY109235" fmla="*/ 659602 h 2398711"/>
              <a:gd name="connsiteX109236" fmla="*/ 514617 w 2119654"/>
              <a:gd name="connsiteY109236" fmla="*/ 659054 h 2398711"/>
              <a:gd name="connsiteX109237" fmla="*/ 573297 w 2119654"/>
              <a:gd name="connsiteY109237" fmla="*/ 524521 h 2398711"/>
              <a:gd name="connsiteX109238" fmla="*/ 573648 w 2119654"/>
              <a:gd name="connsiteY109238" fmla="*/ 540217 h 2398711"/>
              <a:gd name="connsiteX109239" fmla="*/ 575034 w 2119654"/>
              <a:gd name="connsiteY109239" fmla="*/ 541389 h 2398711"/>
              <a:gd name="connsiteX109240" fmla="*/ 576212 w 2119654"/>
              <a:gd name="connsiteY109240" fmla="*/ 533062 h 2398711"/>
              <a:gd name="connsiteX109241" fmla="*/ 576382 w 2119654"/>
              <a:gd name="connsiteY109241" fmla="*/ 532899 h 2398711"/>
              <a:gd name="connsiteX109242" fmla="*/ 575165 w 2119654"/>
              <a:gd name="connsiteY109242" fmla="*/ 541499 h 2398711"/>
              <a:gd name="connsiteX109243" fmla="*/ 579653 w 2119654"/>
              <a:gd name="connsiteY109243" fmla="*/ 545292 h 2398711"/>
              <a:gd name="connsiteX109244" fmla="*/ 580080 w 2119654"/>
              <a:gd name="connsiteY109244" fmla="*/ 543973 h 2398711"/>
              <a:gd name="connsiteX109245" fmla="*/ 575731 w 2119654"/>
              <a:gd name="connsiteY109245" fmla="*/ 525599 h 2398711"/>
              <a:gd name="connsiteX109246" fmla="*/ 575693 w 2119654"/>
              <a:gd name="connsiteY109246" fmla="*/ 525359 h 2398711"/>
              <a:gd name="connsiteX109247" fmla="*/ 464690 w 2119654"/>
              <a:gd name="connsiteY109247" fmla="*/ 767700 h 2398711"/>
              <a:gd name="connsiteX109248" fmla="*/ 464472 w 2119654"/>
              <a:gd name="connsiteY109248" fmla="*/ 769155 h 2398711"/>
              <a:gd name="connsiteX109249" fmla="*/ 464674 w 2119654"/>
              <a:gd name="connsiteY109249" fmla="*/ 771954 h 2398711"/>
              <a:gd name="connsiteX109250" fmla="*/ 464913 w 2119654"/>
              <a:gd name="connsiteY109250" fmla="*/ 772151 h 2398711"/>
              <a:gd name="connsiteX109251" fmla="*/ 466035 w 2119654"/>
              <a:gd name="connsiteY109251" fmla="*/ 772598 h 2398711"/>
              <a:gd name="connsiteX109252" fmla="*/ 466353 w 2119654"/>
              <a:gd name="connsiteY109252" fmla="*/ 772729 h 2398711"/>
              <a:gd name="connsiteX109253" fmla="*/ 465969 w 2119654"/>
              <a:gd name="connsiteY109253" fmla="*/ 768200 h 2398711"/>
              <a:gd name="connsiteX109254" fmla="*/ 258158 w 2119654"/>
              <a:gd name="connsiteY109254" fmla="*/ 1230131 h 2398711"/>
              <a:gd name="connsiteX109255" fmla="*/ 262082 w 2119654"/>
              <a:gd name="connsiteY109255" fmla="*/ 1235042 h 2398711"/>
              <a:gd name="connsiteX109256" fmla="*/ 260386 w 2119654"/>
              <a:gd name="connsiteY109256" fmla="*/ 1231370 h 2398711"/>
              <a:gd name="connsiteX109257" fmla="*/ 358699 w 2119654"/>
              <a:gd name="connsiteY109257" fmla="*/ 1004972 h 2398711"/>
              <a:gd name="connsiteX109258" fmla="*/ 358893 w 2119654"/>
              <a:gd name="connsiteY109258" fmla="*/ 1005676 h 2398711"/>
              <a:gd name="connsiteX109259" fmla="*/ 358916 w 2119654"/>
              <a:gd name="connsiteY109259" fmla="*/ 1005756 h 2398711"/>
              <a:gd name="connsiteX109260" fmla="*/ 359562 w 2119654"/>
              <a:gd name="connsiteY109260" fmla="*/ 1007225 h 2398711"/>
              <a:gd name="connsiteX109261" fmla="*/ 359702 w 2119654"/>
              <a:gd name="connsiteY109261" fmla="*/ 1007343 h 2398711"/>
              <a:gd name="connsiteX109262" fmla="*/ 359839 w 2119654"/>
              <a:gd name="connsiteY109262" fmla="*/ 1006190 h 2398711"/>
              <a:gd name="connsiteX109263" fmla="*/ 259403 w 2119654"/>
              <a:gd name="connsiteY109263" fmla="*/ 1227270 h 2398711"/>
              <a:gd name="connsiteX109264" fmla="*/ 261451 w 2119654"/>
              <a:gd name="connsiteY109264" fmla="*/ 1231705 h 2398711"/>
              <a:gd name="connsiteX109265" fmla="*/ 264360 w 2119654"/>
              <a:gd name="connsiteY109265" fmla="*/ 1233322 h 2398711"/>
              <a:gd name="connsiteX109266" fmla="*/ 260904 w 2119654"/>
              <a:gd name="connsiteY109266" fmla="*/ 1229210 h 2398711"/>
              <a:gd name="connsiteX109267" fmla="*/ 260296 w 2119654"/>
              <a:gd name="connsiteY109267" fmla="*/ 1225201 h 2398711"/>
              <a:gd name="connsiteX109268" fmla="*/ 261513 w 2119654"/>
              <a:gd name="connsiteY109268" fmla="*/ 1226617 h 2398711"/>
              <a:gd name="connsiteX109269" fmla="*/ 260775 w 2119654"/>
              <a:gd name="connsiteY109269" fmla="*/ 1225467 h 2398711"/>
              <a:gd name="connsiteX109270" fmla="*/ 384266 w 2119654"/>
              <a:gd name="connsiteY109270" fmla="*/ 947560 h 2398711"/>
              <a:gd name="connsiteX109271" fmla="*/ 384166 w 2119654"/>
              <a:gd name="connsiteY109271" fmla="*/ 949810 h 2398711"/>
              <a:gd name="connsiteX109272" fmla="*/ 385422 w 2119654"/>
              <a:gd name="connsiteY109272" fmla="*/ 951794 h 2398711"/>
              <a:gd name="connsiteX109273" fmla="*/ 539264 w 2119654"/>
              <a:gd name="connsiteY109273" fmla="*/ 600473 h 2398711"/>
              <a:gd name="connsiteX109274" fmla="*/ 539760 w 2119654"/>
              <a:gd name="connsiteY109274" fmla="*/ 603762 h 2398711"/>
              <a:gd name="connsiteX109275" fmla="*/ 540765 w 2119654"/>
              <a:gd name="connsiteY109275" fmla="*/ 604154 h 2398711"/>
              <a:gd name="connsiteX109276" fmla="*/ 540373 w 2119654"/>
              <a:gd name="connsiteY109276" fmla="*/ 601291 h 2398711"/>
              <a:gd name="connsiteX109277" fmla="*/ 471660 w 2119654"/>
              <a:gd name="connsiteY109277" fmla="*/ 751839 h 2398711"/>
              <a:gd name="connsiteX109278" fmla="*/ 472621 w 2119654"/>
              <a:gd name="connsiteY109278" fmla="*/ 754868 h 2398711"/>
              <a:gd name="connsiteX109279" fmla="*/ 473226 w 2119654"/>
              <a:gd name="connsiteY109279" fmla="*/ 755156 h 2398711"/>
              <a:gd name="connsiteX109280" fmla="*/ 472349 w 2119654"/>
              <a:gd name="connsiteY109280" fmla="*/ 752250 h 2398711"/>
              <a:gd name="connsiteX109281" fmla="*/ 613638 w 2119654"/>
              <a:gd name="connsiteY109281" fmla="*/ 433807 h 2398711"/>
              <a:gd name="connsiteX109282" fmla="*/ 612423 w 2119654"/>
              <a:gd name="connsiteY109282" fmla="*/ 442343 h 2398711"/>
              <a:gd name="connsiteX109283" fmla="*/ 616828 w 2119654"/>
              <a:gd name="connsiteY109283" fmla="*/ 446644 h 2398711"/>
              <a:gd name="connsiteX109284" fmla="*/ 619801 w 2119654"/>
              <a:gd name="connsiteY109284" fmla="*/ 449626 h 2398711"/>
              <a:gd name="connsiteX109285" fmla="*/ 620141 w 2119654"/>
              <a:gd name="connsiteY109285" fmla="*/ 447124 h 2398711"/>
              <a:gd name="connsiteX109286" fmla="*/ 619534 w 2119654"/>
              <a:gd name="connsiteY109286" fmla="*/ 444986 h 2398711"/>
              <a:gd name="connsiteX109287" fmla="*/ 616995 w 2119654"/>
              <a:gd name="connsiteY109287" fmla="*/ 443242 h 2398711"/>
              <a:gd name="connsiteX109288" fmla="*/ 617355 w 2119654"/>
              <a:gd name="connsiteY109288" fmla="*/ 443219 h 2398711"/>
              <a:gd name="connsiteX109289" fmla="*/ 619439 w 2119654"/>
              <a:gd name="connsiteY109289" fmla="*/ 444650 h 2398711"/>
              <a:gd name="connsiteX109290" fmla="*/ 617550 w 2119654"/>
              <a:gd name="connsiteY109290" fmla="*/ 437997 h 2398711"/>
              <a:gd name="connsiteX109291" fmla="*/ 615373 w 2119654"/>
              <a:gd name="connsiteY109291" fmla="*/ 435871 h 2398711"/>
              <a:gd name="connsiteX109292" fmla="*/ 615818 w 2119654"/>
              <a:gd name="connsiteY109292" fmla="*/ 435918 h 2398711"/>
              <a:gd name="connsiteX109293" fmla="*/ 617398 w 2119654"/>
              <a:gd name="connsiteY109293" fmla="*/ 437460 h 2398711"/>
              <a:gd name="connsiteX109294" fmla="*/ 616968 w 2119654"/>
              <a:gd name="connsiteY109294" fmla="*/ 435945 h 2398711"/>
              <a:gd name="connsiteX109295" fmla="*/ 436777 w 2119654"/>
              <a:gd name="connsiteY109295" fmla="*/ 829791 h 2398711"/>
              <a:gd name="connsiteX109296" fmla="*/ 436928 w 2119654"/>
              <a:gd name="connsiteY109296" fmla="*/ 830819 h 2398711"/>
              <a:gd name="connsiteX109297" fmla="*/ 437991 w 2119654"/>
              <a:gd name="connsiteY109297" fmla="*/ 831527 h 2398711"/>
              <a:gd name="connsiteX109298" fmla="*/ 437992 w 2119654"/>
              <a:gd name="connsiteY109298" fmla="*/ 831477 h 2398711"/>
              <a:gd name="connsiteX109299" fmla="*/ 500269 w 2119654"/>
              <a:gd name="connsiteY109299" fmla="*/ 687611 h 2398711"/>
              <a:gd name="connsiteX109300" fmla="*/ 500579 w 2119654"/>
              <a:gd name="connsiteY109300" fmla="*/ 688849 h 2398711"/>
              <a:gd name="connsiteX109301" fmla="*/ 501086 w 2119654"/>
              <a:gd name="connsiteY109301" fmla="*/ 689219 h 2398711"/>
              <a:gd name="connsiteX109302" fmla="*/ 537883 w 2119654"/>
              <a:gd name="connsiteY109302" fmla="*/ 603360 h 2398711"/>
              <a:gd name="connsiteX109303" fmla="*/ 538066 w 2119654"/>
              <a:gd name="connsiteY109303" fmla="*/ 604202 h 2398711"/>
              <a:gd name="connsiteX109304" fmla="*/ 539526 w 2119654"/>
              <a:gd name="connsiteY109304" fmla="*/ 604801 h 2398711"/>
              <a:gd name="connsiteX109305" fmla="*/ 539410 w 2119654"/>
              <a:gd name="connsiteY109305" fmla="*/ 603957 h 2398711"/>
              <a:gd name="connsiteX109306" fmla="*/ 497595 w 2119654"/>
              <a:gd name="connsiteY109306" fmla="*/ 693544 h 2398711"/>
              <a:gd name="connsiteX109307" fmla="*/ 497619 w 2119654"/>
              <a:gd name="connsiteY109307" fmla="*/ 693864 h 2398711"/>
              <a:gd name="connsiteX109308" fmla="*/ 497847 w 2119654"/>
              <a:gd name="connsiteY109308" fmla="*/ 695402 h 2398711"/>
              <a:gd name="connsiteX109309" fmla="*/ 500725 w 2119654"/>
              <a:gd name="connsiteY109309" fmla="*/ 697032 h 2398711"/>
              <a:gd name="connsiteX109310" fmla="*/ 502271 w 2119654"/>
              <a:gd name="connsiteY109310" fmla="*/ 698173 h 2398711"/>
              <a:gd name="connsiteX109311" fmla="*/ 501608 w 2119654"/>
              <a:gd name="connsiteY109311" fmla="*/ 695529 h 2398711"/>
              <a:gd name="connsiteX109312" fmla="*/ 532058 w 2119654"/>
              <a:gd name="connsiteY109312" fmla="*/ 616321 h 2398711"/>
              <a:gd name="connsiteX109313" fmla="*/ 531341 w 2119654"/>
              <a:gd name="connsiteY109313" fmla="*/ 618521 h 2398711"/>
              <a:gd name="connsiteX109314" fmla="*/ 535120 w 2119654"/>
              <a:gd name="connsiteY109314" fmla="*/ 619328 h 2398711"/>
              <a:gd name="connsiteX109315" fmla="*/ 533840 w 2119654"/>
              <a:gd name="connsiteY109315" fmla="*/ 616566 h 2398711"/>
              <a:gd name="connsiteX109316" fmla="*/ 516579 w 2119654"/>
              <a:gd name="connsiteY109316" fmla="*/ 650959 h 2398711"/>
              <a:gd name="connsiteX109317" fmla="*/ 516214 w 2119654"/>
              <a:gd name="connsiteY109317" fmla="*/ 653286 h 2398711"/>
              <a:gd name="connsiteX109318" fmla="*/ 516376 w 2119654"/>
              <a:gd name="connsiteY109318" fmla="*/ 654298 h 2398711"/>
              <a:gd name="connsiteX109319" fmla="*/ 516670 w 2119654"/>
              <a:gd name="connsiteY109319" fmla="*/ 651218 h 2398711"/>
              <a:gd name="connsiteX109320" fmla="*/ 296635 w 2119654"/>
              <a:gd name="connsiteY109320" fmla="*/ 1143406 h 2398711"/>
              <a:gd name="connsiteX109321" fmla="*/ 297415 w 2119654"/>
              <a:gd name="connsiteY109321" fmla="*/ 1145299 h 2398711"/>
              <a:gd name="connsiteX109322" fmla="*/ 298339 w 2119654"/>
              <a:gd name="connsiteY109322" fmla="*/ 1146885 h 2398711"/>
              <a:gd name="connsiteX109323" fmla="*/ 302755 w 2119654"/>
              <a:gd name="connsiteY109323" fmla="*/ 1151925 h 2398711"/>
              <a:gd name="connsiteX109324" fmla="*/ 302754 w 2119654"/>
              <a:gd name="connsiteY109324" fmla="*/ 1151915 h 2398711"/>
              <a:gd name="connsiteX109325" fmla="*/ 301429 w 2119654"/>
              <a:gd name="connsiteY109325" fmla="*/ 1148555 h 2398711"/>
              <a:gd name="connsiteX109326" fmla="*/ 472134 w 2119654"/>
              <a:gd name="connsiteY109326" fmla="*/ 750382 h 2398711"/>
              <a:gd name="connsiteX109327" fmla="*/ 472636 w 2119654"/>
              <a:gd name="connsiteY109327" fmla="*/ 752041 h 2398711"/>
              <a:gd name="connsiteX109328" fmla="*/ 473179 w 2119654"/>
              <a:gd name="connsiteY109328" fmla="*/ 752366 h 2398711"/>
              <a:gd name="connsiteX109329" fmla="*/ 472987 w 2119654"/>
              <a:gd name="connsiteY109329" fmla="*/ 751655 h 2398711"/>
              <a:gd name="connsiteX109330" fmla="*/ 410835 w 2119654"/>
              <a:gd name="connsiteY109330" fmla="*/ 887552 h 2398711"/>
              <a:gd name="connsiteX109331" fmla="*/ 411874 w 2119654"/>
              <a:gd name="connsiteY109331" fmla="*/ 891108 h 2398711"/>
              <a:gd name="connsiteX109332" fmla="*/ 412056 w 2119654"/>
              <a:gd name="connsiteY109332" fmla="*/ 888911 h 2398711"/>
              <a:gd name="connsiteX109333" fmla="*/ 328773 w 2119654"/>
              <a:gd name="connsiteY109333" fmla="*/ 1071245 h 2398711"/>
              <a:gd name="connsiteX109334" fmla="*/ 328969 w 2119654"/>
              <a:gd name="connsiteY109334" fmla="*/ 1073466 h 2398711"/>
              <a:gd name="connsiteX109335" fmla="*/ 329465 w 2119654"/>
              <a:gd name="connsiteY109335" fmla="*/ 1073985 h 2398711"/>
              <a:gd name="connsiteX109336" fmla="*/ 464359 w 2119654"/>
              <a:gd name="connsiteY109336" fmla="*/ 767571 h 2398711"/>
              <a:gd name="connsiteX109337" fmla="*/ 464365 w 2119654"/>
              <a:gd name="connsiteY109337" fmla="*/ 767673 h 2398711"/>
              <a:gd name="connsiteX109338" fmla="*/ 464379 w 2119654"/>
              <a:gd name="connsiteY109338" fmla="*/ 767580 h 2398711"/>
              <a:gd name="connsiteX109339" fmla="*/ 358454 w 2119654"/>
              <a:gd name="connsiteY109339" fmla="*/ 1004710 h 2398711"/>
              <a:gd name="connsiteX109340" fmla="*/ 358597 w 2119654"/>
              <a:gd name="connsiteY109340" fmla="*/ 1005032 h 2398711"/>
              <a:gd name="connsiteX109341" fmla="*/ 358531 w 2119654"/>
              <a:gd name="connsiteY109341" fmla="*/ 1004791 h 2398711"/>
              <a:gd name="connsiteX109342" fmla="*/ 546635 w 2119654"/>
              <a:gd name="connsiteY109342" fmla="*/ 583331 h 2398711"/>
              <a:gd name="connsiteX109343" fmla="*/ 546763 w 2119654"/>
              <a:gd name="connsiteY109343" fmla="*/ 588183 h 2398711"/>
              <a:gd name="connsiteX109344" fmla="*/ 548138 w 2119654"/>
              <a:gd name="connsiteY109344" fmla="*/ 588751 h 2398711"/>
              <a:gd name="connsiteX109345" fmla="*/ 548138 w 2119654"/>
              <a:gd name="connsiteY109345" fmla="*/ 586907 h 2398711"/>
              <a:gd name="connsiteX109346" fmla="*/ 547057 w 2119654"/>
              <a:gd name="connsiteY109346" fmla="*/ 583496 h 2398711"/>
              <a:gd name="connsiteX109347" fmla="*/ 309328 w 2119654"/>
              <a:gd name="connsiteY109347" fmla="*/ 1114617 h 2398711"/>
              <a:gd name="connsiteX109348" fmla="*/ 309343 w 2119654"/>
              <a:gd name="connsiteY109348" fmla="*/ 1114972 h 2398711"/>
              <a:gd name="connsiteX109349" fmla="*/ 310303 w 2119654"/>
              <a:gd name="connsiteY109349" fmla="*/ 1116544 h 2398711"/>
              <a:gd name="connsiteX109350" fmla="*/ 309727 w 2119654"/>
              <a:gd name="connsiteY109350" fmla="*/ 1114870 h 2398711"/>
              <a:gd name="connsiteX109351" fmla="*/ 532746 w 2119654"/>
              <a:gd name="connsiteY109351" fmla="*/ 614207 h 2398711"/>
              <a:gd name="connsiteX109352" fmla="*/ 532152 w 2119654"/>
              <a:gd name="connsiteY109352" fmla="*/ 616033 h 2398711"/>
              <a:gd name="connsiteX109353" fmla="*/ 533691 w 2119654"/>
              <a:gd name="connsiteY109353" fmla="*/ 616244 h 2398711"/>
              <a:gd name="connsiteX109354" fmla="*/ 559312 w 2119654"/>
              <a:gd name="connsiteY109354" fmla="*/ 554669 h 2398711"/>
              <a:gd name="connsiteX109355" fmla="*/ 559312 w 2119654"/>
              <a:gd name="connsiteY109355" fmla="*/ 558216 h 2398711"/>
              <a:gd name="connsiteX109356" fmla="*/ 560963 w 2119654"/>
              <a:gd name="connsiteY109356" fmla="*/ 559201 h 2398711"/>
              <a:gd name="connsiteX109357" fmla="*/ 561025 w 2119654"/>
              <a:gd name="connsiteY109357" fmla="*/ 557761 h 2398711"/>
              <a:gd name="connsiteX109358" fmla="*/ 560865 w 2119654"/>
              <a:gd name="connsiteY109358" fmla="*/ 556280 h 2398711"/>
              <a:gd name="connsiteX109359" fmla="*/ 495402 w 2119654"/>
              <a:gd name="connsiteY109359" fmla="*/ 697748 h 2398711"/>
              <a:gd name="connsiteX109360" fmla="*/ 494968 w 2119654"/>
              <a:gd name="connsiteY109360" fmla="*/ 701344 h 2398711"/>
              <a:gd name="connsiteX109361" fmla="*/ 496387 w 2119654"/>
              <a:gd name="connsiteY109361" fmla="*/ 703889 h 2398711"/>
              <a:gd name="connsiteX109362" fmla="*/ 497924 w 2119654"/>
              <a:gd name="connsiteY109362" fmla="*/ 705098 h 2398711"/>
              <a:gd name="connsiteX109363" fmla="*/ 497717 w 2119654"/>
              <a:gd name="connsiteY109363" fmla="*/ 703701 h 2398711"/>
              <a:gd name="connsiteX109364" fmla="*/ 497408 w 2119654"/>
              <a:gd name="connsiteY109364" fmla="*/ 699536 h 2398711"/>
              <a:gd name="connsiteX109365" fmla="*/ 452972 w 2119654"/>
              <a:gd name="connsiteY109365" fmla="*/ 792672 h 2398711"/>
              <a:gd name="connsiteX109366" fmla="*/ 452822 w 2119654"/>
              <a:gd name="connsiteY109366" fmla="*/ 794102 h 2398711"/>
              <a:gd name="connsiteX109367" fmla="*/ 452827 w 2119654"/>
              <a:gd name="connsiteY109367" fmla="*/ 794143 h 2398711"/>
              <a:gd name="connsiteX109368" fmla="*/ 454583 w 2119654"/>
              <a:gd name="connsiteY109368" fmla="*/ 794901 h 2398711"/>
              <a:gd name="connsiteX109369" fmla="*/ 464988 w 2119654"/>
              <a:gd name="connsiteY109369" fmla="*/ 765713 h 2398711"/>
              <a:gd name="connsiteX109370" fmla="*/ 464733 w 2119654"/>
              <a:gd name="connsiteY109370" fmla="*/ 767415 h 2398711"/>
              <a:gd name="connsiteX109371" fmla="*/ 465941 w 2119654"/>
              <a:gd name="connsiteY109371" fmla="*/ 767868 h 2398711"/>
              <a:gd name="connsiteX109372" fmla="*/ 465878 w 2119654"/>
              <a:gd name="connsiteY109372" fmla="*/ 767118 h 2398711"/>
              <a:gd name="connsiteX109373" fmla="*/ 221484 w 2119654"/>
              <a:gd name="connsiteY109373" fmla="*/ 1310882 h 2398711"/>
              <a:gd name="connsiteX109374" fmla="*/ 222529 w 2119654"/>
              <a:gd name="connsiteY109374" fmla="*/ 1312254 h 2398711"/>
              <a:gd name="connsiteX109375" fmla="*/ 241350 w 2119654"/>
              <a:gd name="connsiteY109375" fmla="*/ 1336283 h 2398711"/>
              <a:gd name="connsiteX109376" fmla="*/ 244674 w 2119654"/>
              <a:gd name="connsiteY109376" fmla="*/ 1338538 h 2398711"/>
              <a:gd name="connsiteX109377" fmla="*/ 246254 w 2119654"/>
              <a:gd name="connsiteY109377" fmla="*/ 1339278 h 2398711"/>
              <a:gd name="connsiteX109378" fmla="*/ 246796 w 2119654"/>
              <a:gd name="connsiteY109378" fmla="*/ 1339517 h 2398711"/>
              <a:gd name="connsiteX109379" fmla="*/ 239069 w 2119654"/>
              <a:gd name="connsiteY109379" fmla="*/ 1325138 h 2398711"/>
              <a:gd name="connsiteX109380" fmla="*/ 237294 w 2119654"/>
              <a:gd name="connsiteY109380" fmla="*/ 1323384 h 2398711"/>
              <a:gd name="connsiteX109381" fmla="*/ 229924 w 2119654"/>
              <a:gd name="connsiteY109381" fmla="*/ 1319209 h 2398711"/>
              <a:gd name="connsiteX109382" fmla="*/ 229845 w 2119654"/>
              <a:gd name="connsiteY109382" fmla="*/ 1318949 h 2398711"/>
              <a:gd name="connsiteX109383" fmla="*/ 236783 w 2119654"/>
              <a:gd name="connsiteY109383" fmla="*/ 1322879 h 2398711"/>
              <a:gd name="connsiteX109384" fmla="*/ 228876 w 2119654"/>
              <a:gd name="connsiteY109384" fmla="*/ 1315069 h 2398711"/>
              <a:gd name="connsiteX109385" fmla="*/ 444894 w 2119654"/>
              <a:gd name="connsiteY109385" fmla="*/ 810608 h 2398711"/>
              <a:gd name="connsiteX109386" fmla="*/ 444921 w 2119654"/>
              <a:gd name="connsiteY109386" fmla="*/ 810716 h 2398711"/>
              <a:gd name="connsiteX109387" fmla="*/ 444930 w 2119654"/>
              <a:gd name="connsiteY109387" fmla="*/ 810652 h 2398711"/>
              <a:gd name="connsiteX109388" fmla="*/ 166682 w 2119654"/>
              <a:gd name="connsiteY109388" fmla="*/ 1433575 h 2398711"/>
              <a:gd name="connsiteX109389" fmla="*/ 174113 w 2119654"/>
              <a:gd name="connsiteY109389" fmla="*/ 1443476 h 2398711"/>
              <a:gd name="connsiteX109390" fmla="*/ 180190 w 2119654"/>
              <a:gd name="connsiteY109390" fmla="*/ 1450933 h 2398711"/>
              <a:gd name="connsiteX109391" fmla="*/ 181395 w 2119654"/>
              <a:gd name="connsiteY109391" fmla="*/ 1451603 h 2398711"/>
              <a:gd name="connsiteX109392" fmla="*/ 179907 w 2119654"/>
              <a:gd name="connsiteY109392" fmla="*/ 1449647 h 2398711"/>
              <a:gd name="connsiteX109393" fmla="*/ 176315 w 2119654"/>
              <a:gd name="connsiteY109393" fmla="*/ 1444791 h 2398711"/>
              <a:gd name="connsiteX109394" fmla="*/ 176084 w 2119654"/>
              <a:gd name="connsiteY109394" fmla="*/ 1444706 h 2398711"/>
              <a:gd name="connsiteX109395" fmla="*/ 175948 w 2119654"/>
              <a:gd name="connsiteY109395" fmla="*/ 1444484 h 2398711"/>
              <a:gd name="connsiteX109396" fmla="*/ 176140 w 2119654"/>
              <a:gd name="connsiteY109396" fmla="*/ 1444555 h 2398711"/>
              <a:gd name="connsiteX109397" fmla="*/ 169536 w 2119654"/>
              <a:gd name="connsiteY109397" fmla="*/ 1435628 h 2398711"/>
              <a:gd name="connsiteX109398" fmla="*/ 511211 w 2119654"/>
              <a:gd name="connsiteY109398" fmla="*/ 661998 h 2398711"/>
              <a:gd name="connsiteX109399" fmla="*/ 511924 w 2119654"/>
              <a:gd name="connsiteY109399" fmla="*/ 664024 h 2398711"/>
              <a:gd name="connsiteX109400" fmla="*/ 512110 w 2119654"/>
              <a:gd name="connsiteY109400" fmla="*/ 662082 h 2398711"/>
              <a:gd name="connsiteX109401" fmla="*/ 536653 w 2119654"/>
              <a:gd name="connsiteY109401" fmla="*/ 604968 h 2398711"/>
              <a:gd name="connsiteX109402" fmla="*/ 538069 w 2119654"/>
              <a:gd name="connsiteY109402" fmla="*/ 609766 h 2398711"/>
              <a:gd name="connsiteX109403" fmla="*/ 539332 w 2119654"/>
              <a:gd name="connsiteY109403" fmla="*/ 611709 h 2398711"/>
              <a:gd name="connsiteX109404" fmla="*/ 537985 w 2119654"/>
              <a:gd name="connsiteY109404" fmla="*/ 605513 h 2398711"/>
              <a:gd name="connsiteX109405" fmla="*/ 255621 w 2119654"/>
              <a:gd name="connsiteY109405" fmla="*/ 1234218 h 2398711"/>
              <a:gd name="connsiteX109406" fmla="*/ 258961 w 2119654"/>
              <a:gd name="connsiteY109406" fmla="*/ 1237801 h 2398711"/>
              <a:gd name="connsiteX109407" fmla="*/ 258104 w 2119654"/>
              <a:gd name="connsiteY109407" fmla="*/ 1236023 h 2398711"/>
              <a:gd name="connsiteX109408" fmla="*/ 258084 w 2119654"/>
              <a:gd name="connsiteY109408" fmla="*/ 1235996 h 2398711"/>
              <a:gd name="connsiteX109409" fmla="*/ 414791 w 2119654"/>
              <a:gd name="connsiteY109409" fmla="*/ 877800 h 2398711"/>
              <a:gd name="connsiteX109410" fmla="*/ 415047 w 2119654"/>
              <a:gd name="connsiteY109410" fmla="*/ 878842 h 2398711"/>
              <a:gd name="connsiteX109411" fmla="*/ 415014 w 2119654"/>
              <a:gd name="connsiteY109411" fmla="*/ 877927 h 2398711"/>
              <a:gd name="connsiteX109412" fmla="*/ 384335 w 2119654"/>
              <a:gd name="connsiteY109412" fmla="*/ 945993 h 2398711"/>
              <a:gd name="connsiteX109413" fmla="*/ 384295 w 2119654"/>
              <a:gd name="connsiteY109413" fmla="*/ 946910 h 2398711"/>
              <a:gd name="connsiteX109414" fmla="*/ 385785 w 2119654"/>
              <a:gd name="connsiteY109414" fmla="*/ 952366 h 2398711"/>
              <a:gd name="connsiteX109415" fmla="*/ 386074 w 2119654"/>
              <a:gd name="connsiteY109415" fmla="*/ 952823 h 2398711"/>
              <a:gd name="connsiteX109416" fmla="*/ 386105 w 2119654"/>
              <a:gd name="connsiteY109416" fmla="*/ 951912 h 2398711"/>
              <a:gd name="connsiteX109417" fmla="*/ 384376 w 2119654"/>
              <a:gd name="connsiteY109417" fmla="*/ 946150 h 2398711"/>
              <a:gd name="connsiteX109418" fmla="*/ 626548 w 2119654"/>
              <a:gd name="connsiteY109418" fmla="*/ 403526 h 2398711"/>
              <a:gd name="connsiteX109419" fmla="*/ 624316 w 2119654"/>
              <a:gd name="connsiteY109419" fmla="*/ 419959 h 2398711"/>
              <a:gd name="connsiteX109420" fmla="*/ 628739 w 2119654"/>
              <a:gd name="connsiteY109420" fmla="*/ 423086 h 2398711"/>
              <a:gd name="connsiteX109421" fmla="*/ 631321 w 2119654"/>
              <a:gd name="connsiteY109421" fmla="*/ 411168 h 2398711"/>
              <a:gd name="connsiteX109422" fmla="*/ 626826 w 2119654"/>
              <a:gd name="connsiteY109422" fmla="*/ 406904 h 2398711"/>
              <a:gd name="connsiteX109423" fmla="*/ 627036 w 2119654"/>
              <a:gd name="connsiteY109423" fmla="*/ 406923 h 2398711"/>
              <a:gd name="connsiteX109424" fmla="*/ 631352 w 2119654"/>
              <a:gd name="connsiteY109424" fmla="*/ 411019 h 2398711"/>
              <a:gd name="connsiteX109425" fmla="*/ 631797 w 2119654"/>
              <a:gd name="connsiteY109425" fmla="*/ 408962 h 2398711"/>
              <a:gd name="connsiteX109426" fmla="*/ 516877 w 2119654"/>
              <a:gd name="connsiteY109426" fmla="*/ 649062 h 2398711"/>
              <a:gd name="connsiteX109427" fmla="*/ 516858 w 2119654"/>
              <a:gd name="connsiteY109427" fmla="*/ 649182 h 2398711"/>
              <a:gd name="connsiteX109428" fmla="*/ 516864 w 2119654"/>
              <a:gd name="connsiteY109428" fmla="*/ 649198 h 2398711"/>
              <a:gd name="connsiteX109429" fmla="*/ 403349 w 2119654"/>
              <a:gd name="connsiteY109429" fmla="*/ 903247 h 2398711"/>
              <a:gd name="connsiteX109430" fmla="*/ 404062 w 2119654"/>
              <a:gd name="connsiteY109430" fmla="*/ 904911 h 2398711"/>
              <a:gd name="connsiteX109431" fmla="*/ 404115 w 2119654"/>
              <a:gd name="connsiteY109431" fmla="*/ 904465 h 2398711"/>
              <a:gd name="connsiteX109432" fmla="*/ 404116 w 2119654"/>
              <a:gd name="connsiteY109432" fmla="*/ 904458 h 2398711"/>
              <a:gd name="connsiteX109433" fmla="*/ 284813 w 2119654"/>
              <a:gd name="connsiteY109433" fmla="*/ 1168589 h 2398711"/>
              <a:gd name="connsiteX109434" fmla="*/ 285730 w 2119654"/>
              <a:gd name="connsiteY109434" fmla="*/ 1173664 h 2398711"/>
              <a:gd name="connsiteX109435" fmla="*/ 290918 w 2119654"/>
              <a:gd name="connsiteY109435" fmla="*/ 1178254 h 2398711"/>
              <a:gd name="connsiteX109436" fmla="*/ 357458 w 2119654"/>
              <a:gd name="connsiteY109436" fmla="*/ 1005800 h 2398711"/>
              <a:gd name="connsiteX109437" fmla="*/ 358688 w 2119654"/>
              <a:gd name="connsiteY109437" fmla="*/ 1007110 h 2398711"/>
              <a:gd name="connsiteX109438" fmla="*/ 358503 w 2119654"/>
              <a:gd name="connsiteY109438" fmla="*/ 1006689 h 2398711"/>
              <a:gd name="connsiteX109439" fmla="*/ 575301 w 2119654"/>
              <a:gd name="connsiteY109439" fmla="*/ 517914 h 2398711"/>
              <a:gd name="connsiteX109440" fmla="*/ 575671 w 2119654"/>
              <a:gd name="connsiteY109440" fmla="*/ 519476 h 2398711"/>
              <a:gd name="connsiteX109441" fmla="*/ 577688 w 2119654"/>
              <a:gd name="connsiteY109441" fmla="*/ 521275 h 2398711"/>
              <a:gd name="connsiteX109442" fmla="*/ 577206 w 2119654"/>
              <a:gd name="connsiteY109442" fmla="*/ 519762 h 2398711"/>
              <a:gd name="connsiteX109443" fmla="*/ 181760 w 2119654"/>
              <a:gd name="connsiteY109443" fmla="*/ 1399118 h 2398711"/>
              <a:gd name="connsiteX109444" fmla="*/ 191648 w 2119654"/>
              <a:gd name="connsiteY109444" fmla="*/ 1414901 h 2398711"/>
              <a:gd name="connsiteX109445" fmla="*/ 191648 w 2119654"/>
              <a:gd name="connsiteY109445" fmla="*/ 1414722 h 2398711"/>
              <a:gd name="connsiteX109446" fmla="*/ 198480 w 2119654"/>
              <a:gd name="connsiteY109446" fmla="*/ 1423394 h 2398711"/>
              <a:gd name="connsiteX109447" fmla="*/ 207849 w 2119654"/>
              <a:gd name="connsiteY109447" fmla="*/ 1428605 h 2398711"/>
              <a:gd name="connsiteX109448" fmla="*/ 206740 w 2119654"/>
              <a:gd name="connsiteY109448" fmla="*/ 1427146 h 2398711"/>
              <a:gd name="connsiteX109449" fmla="*/ 189953 w 2119654"/>
              <a:gd name="connsiteY109449" fmla="*/ 1404453 h 2398711"/>
              <a:gd name="connsiteX109450" fmla="*/ 546601 w 2119654"/>
              <a:gd name="connsiteY109450" fmla="*/ 582055 h 2398711"/>
              <a:gd name="connsiteX109451" fmla="*/ 546623 w 2119654"/>
              <a:gd name="connsiteY109451" fmla="*/ 582884 h 2398711"/>
              <a:gd name="connsiteX109452" fmla="*/ 546898 w 2119654"/>
              <a:gd name="connsiteY109452" fmla="*/ 582991 h 2398711"/>
              <a:gd name="connsiteX109453" fmla="*/ 300929 w 2119654"/>
              <a:gd name="connsiteY109453" fmla="*/ 1132075 h 2398711"/>
              <a:gd name="connsiteX109454" fmla="*/ 302194 w 2119654"/>
              <a:gd name="connsiteY109454" fmla="*/ 1137336 h 2398711"/>
              <a:gd name="connsiteX109455" fmla="*/ 302087 w 2119654"/>
              <a:gd name="connsiteY109455" fmla="*/ 1134525 h 2398711"/>
              <a:gd name="connsiteX109456" fmla="*/ 301694 w 2119654"/>
              <a:gd name="connsiteY109456" fmla="*/ 1134213 h 2398711"/>
              <a:gd name="connsiteX109457" fmla="*/ 301650 w 2119654"/>
              <a:gd name="connsiteY109457" fmla="*/ 1133914 h 2398711"/>
              <a:gd name="connsiteX109458" fmla="*/ 302077 w 2119654"/>
              <a:gd name="connsiteY109458" fmla="*/ 1134251 h 2398711"/>
              <a:gd name="connsiteX109459" fmla="*/ 302017 w 2119654"/>
              <a:gd name="connsiteY109459" fmla="*/ 1132692 h 2398711"/>
              <a:gd name="connsiteX109460" fmla="*/ 522585 w 2119654"/>
              <a:gd name="connsiteY109460" fmla="*/ 635562 h 2398711"/>
              <a:gd name="connsiteX109461" fmla="*/ 522910 w 2119654"/>
              <a:gd name="connsiteY109461" fmla="*/ 639826 h 2398711"/>
              <a:gd name="connsiteX109462" fmla="*/ 523424 w 2119654"/>
              <a:gd name="connsiteY109462" fmla="*/ 638248 h 2398711"/>
              <a:gd name="connsiteX109463" fmla="*/ 522712 w 2119654"/>
              <a:gd name="connsiteY109463" fmla="*/ 635737 h 2398711"/>
              <a:gd name="connsiteX109464" fmla="*/ 453147 w 2119654"/>
              <a:gd name="connsiteY109464" fmla="*/ 791004 h 2398711"/>
              <a:gd name="connsiteX109465" fmla="*/ 453009 w 2119654"/>
              <a:gd name="connsiteY109465" fmla="*/ 792315 h 2398711"/>
              <a:gd name="connsiteX109466" fmla="*/ 454998 w 2119654"/>
              <a:gd name="connsiteY109466" fmla="*/ 795065 h 2398711"/>
              <a:gd name="connsiteX109467" fmla="*/ 454613 w 2119654"/>
              <a:gd name="connsiteY109467" fmla="*/ 791923 h 2398711"/>
              <a:gd name="connsiteX109468" fmla="*/ 366398 w 2119654"/>
              <a:gd name="connsiteY109468" fmla="*/ 985242 h 2398711"/>
              <a:gd name="connsiteX109469" fmla="*/ 367778 w 2119654"/>
              <a:gd name="connsiteY109469" fmla="*/ 990860 h 2398711"/>
              <a:gd name="connsiteX109470" fmla="*/ 367832 w 2119654"/>
              <a:gd name="connsiteY109470" fmla="*/ 990931 h 2398711"/>
              <a:gd name="connsiteX109471" fmla="*/ 366996 w 2119654"/>
              <a:gd name="connsiteY109471" fmla="*/ 985647 h 2398711"/>
              <a:gd name="connsiteX109472" fmla="*/ 596707 w 2119654"/>
              <a:gd name="connsiteY109472" fmla="*/ 469434 h 2398711"/>
              <a:gd name="connsiteX109473" fmla="*/ 598326 w 2119654"/>
              <a:gd name="connsiteY109473" fmla="*/ 475137 h 2398711"/>
              <a:gd name="connsiteX109474" fmla="*/ 600935 w 2119654"/>
              <a:gd name="connsiteY109474" fmla="*/ 480704 h 2398711"/>
              <a:gd name="connsiteX109475" fmla="*/ 601007 w 2119654"/>
              <a:gd name="connsiteY109475" fmla="*/ 480740 h 2398711"/>
              <a:gd name="connsiteX109476" fmla="*/ 603768 w 2119654"/>
              <a:gd name="connsiteY109476" fmla="*/ 472587 h 2398711"/>
              <a:gd name="connsiteX109477" fmla="*/ 232541 w 2119654"/>
              <a:gd name="connsiteY109477" fmla="*/ 1284757 h 2398711"/>
              <a:gd name="connsiteX109478" fmla="*/ 233008 w 2119654"/>
              <a:gd name="connsiteY109478" fmla="*/ 1285492 h 2398711"/>
              <a:gd name="connsiteX109479" fmla="*/ 233298 w 2119654"/>
              <a:gd name="connsiteY109479" fmla="*/ 1285677 h 2398711"/>
              <a:gd name="connsiteX109480" fmla="*/ 233211 w 2119654"/>
              <a:gd name="connsiteY109480" fmla="*/ 1285425 h 2398711"/>
              <a:gd name="connsiteX109481" fmla="*/ 331877 w 2119654"/>
              <a:gd name="connsiteY109481" fmla="*/ 1062233 h 2398711"/>
              <a:gd name="connsiteX109482" fmla="*/ 332221 w 2119654"/>
              <a:gd name="connsiteY109482" fmla="*/ 1063569 h 2398711"/>
              <a:gd name="connsiteX109483" fmla="*/ 336489 w 2119654"/>
              <a:gd name="connsiteY109483" fmla="*/ 1072599 h 2398711"/>
              <a:gd name="connsiteX109484" fmla="*/ 334266 w 2119654"/>
              <a:gd name="connsiteY109484" fmla="*/ 1064455 h 2398711"/>
              <a:gd name="connsiteX109485" fmla="*/ 309453 w 2119654"/>
              <a:gd name="connsiteY109485" fmla="*/ 1112441 h 2398711"/>
              <a:gd name="connsiteX109486" fmla="*/ 309762 w 2119654"/>
              <a:gd name="connsiteY109486" fmla="*/ 1113339 h 2398711"/>
              <a:gd name="connsiteX109487" fmla="*/ 310184 w 2119654"/>
              <a:gd name="connsiteY109487" fmla="*/ 1113607 h 2398711"/>
              <a:gd name="connsiteX109488" fmla="*/ 310109 w 2119654"/>
              <a:gd name="connsiteY109488" fmla="*/ 1112676 h 2398711"/>
              <a:gd name="connsiteX109489" fmla="*/ 531046 w 2119654"/>
              <a:gd name="connsiteY109489" fmla="*/ 616182 h 2398711"/>
              <a:gd name="connsiteX109490" fmla="*/ 530660 w 2119654"/>
              <a:gd name="connsiteY109490" fmla="*/ 617364 h 2398711"/>
              <a:gd name="connsiteX109491" fmla="*/ 530839 w 2119654"/>
              <a:gd name="connsiteY109491" fmla="*/ 618283 h 2398711"/>
              <a:gd name="connsiteX109492" fmla="*/ 531503 w 2119654"/>
              <a:gd name="connsiteY109492" fmla="*/ 616245 h 2398711"/>
              <a:gd name="connsiteX109493" fmla="*/ 618322 w 2119654"/>
              <a:gd name="connsiteY109493" fmla="*/ 420739 h 2398711"/>
              <a:gd name="connsiteX109494" fmla="*/ 621139 w 2119654"/>
              <a:gd name="connsiteY109494" fmla="*/ 430661 h 2398711"/>
              <a:gd name="connsiteX109495" fmla="*/ 622098 w 2119654"/>
              <a:gd name="connsiteY109495" fmla="*/ 432708 h 2398711"/>
              <a:gd name="connsiteX109496" fmla="*/ 622291 w 2119654"/>
              <a:gd name="connsiteY109496" fmla="*/ 431286 h 2398711"/>
              <a:gd name="connsiteX109497" fmla="*/ 621288 w 2119654"/>
              <a:gd name="connsiteY109497" fmla="*/ 430415 h 2398711"/>
              <a:gd name="connsiteX109498" fmla="*/ 621504 w 2119654"/>
              <a:gd name="connsiteY109498" fmla="*/ 430425 h 2398711"/>
              <a:gd name="connsiteX109499" fmla="*/ 622313 w 2119654"/>
              <a:gd name="connsiteY109499" fmla="*/ 431127 h 2398711"/>
              <a:gd name="connsiteX109500" fmla="*/ 623232 w 2119654"/>
              <a:gd name="connsiteY109500" fmla="*/ 424360 h 2398711"/>
              <a:gd name="connsiteX109501" fmla="*/ 336440 w 2119654"/>
              <a:gd name="connsiteY109501" fmla="*/ 1051708 h 2398711"/>
              <a:gd name="connsiteX109502" fmla="*/ 336579 w 2119654"/>
              <a:gd name="connsiteY109502" fmla="*/ 1052211 h 2398711"/>
              <a:gd name="connsiteX109503" fmla="*/ 337479 w 2119654"/>
              <a:gd name="connsiteY109503" fmla="*/ 1053543 h 2398711"/>
              <a:gd name="connsiteX109504" fmla="*/ 337308 w 2119654"/>
              <a:gd name="connsiteY109504" fmla="*/ 1053069 h 2398711"/>
              <a:gd name="connsiteX109505" fmla="*/ 297773 w 2119654"/>
              <a:gd name="connsiteY109505" fmla="*/ 1138273 h 2398711"/>
              <a:gd name="connsiteX109506" fmla="*/ 300861 w 2119654"/>
              <a:gd name="connsiteY109506" fmla="*/ 1146279 h 2398711"/>
              <a:gd name="connsiteX109507" fmla="*/ 302631 w 2119654"/>
              <a:gd name="connsiteY109507" fmla="*/ 1148727 h 2398711"/>
              <a:gd name="connsiteX109508" fmla="*/ 302524 w 2119654"/>
              <a:gd name="connsiteY109508" fmla="*/ 1145934 h 2398711"/>
              <a:gd name="connsiteX109509" fmla="*/ 300677 w 2119654"/>
              <a:gd name="connsiteY109509" fmla="*/ 1141982 h 2398711"/>
              <a:gd name="connsiteX109510" fmla="*/ 298087 w 2119654"/>
              <a:gd name="connsiteY109510" fmla="*/ 1138523 h 2398711"/>
              <a:gd name="connsiteX109511" fmla="*/ 442867 w 2119654"/>
              <a:gd name="connsiteY109511" fmla="*/ 813378 h 2398711"/>
              <a:gd name="connsiteX109512" fmla="*/ 442733 w 2119654"/>
              <a:gd name="connsiteY109512" fmla="*/ 814982 h 2398711"/>
              <a:gd name="connsiteX109513" fmla="*/ 442466 w 2119654"/>
              <a:gd name="connsiteY109513" fmla="*/ 818839 h 2398711"/>
              <a:gd name="connsiteX109514" fmla="*/ 443651 w 2119654"/>
              <a:gd name="connsiteY109514" fmla="*/ 819806 h 2398711"/>
              <a:gd name="connsiteX109515" fmla="*/ 444263 w 2119654"/>
              <a:gd name="connsiteY109515" fmla="*/ 815428 h 2398711"/>
              <a:gd name="connsiteX109516" fmla="*/ 443932 w 2119654"/>
              <a:gd name="connsiteY109516" fmla="*/ 814083 h 2398711"/>
              <a:gd name="connsiteX109517" fmla="*/ 401601 w 2119654"/>
              <a:gd name="connsiteY109517" fmla="*/ 905722 h 2398711"/>
              <a:gd name="connsiteX109518" fmla="*/ 401471 w 2119654"/>
              <a:gd name="connsiteY109518" fmla="*/ 906809 h 2398711"/>
              <a:gd name="connsiteX109519" fmla="*/ 401680 w 2119654"/>
              <a:gd name="connsiteY109519" fmla="*/ 910563 h 2398711"/>
              <a:gd name="connsiteX109520" fmla="*/ 402889 w 2119654"/>
              <a:gd name="connsiteY109520" fmla="*/ 914820 h 2398711"/>
              <a:gd name="connsiteX109521" fmla="*/ 403229 w 2119654"/>
              <a:gd name="connsiteY109521" fmla="*/ 911950 h 2398711"/>
              <a:gd name="connsiteX109522" fmla="*/ 402175 w 2119654"/>
              <a:gd name="connsiteY109522" fmla="*/ 909969 h 2398711"/>
              <a:gd name="connsiteX109523" fmla="*/ 402225 w 2119654"/>
              <a:gd name="connsiteY109523" fmla="*/ 909689 h 2398711"/>
              <a:gd name="connsiteX109524" fmla="*/ 403265 w 2119654"/>
              <a:gd name="connsiteY109524" fmla="*/ 911643 h 2398711"/>
              <a:gd name="connsiteX109525" fmla="*/ 403549 w 2119654"/>
              <a:gd name="connsiteY109525" fmla="*/ 909243 h 2398711"/>
              <a:gd name="connsiteX109526" fmla="*/ 402216 w 2119654"/>
              <a:gd name="connsiteY109526" fmla="*/ 906132 h 2398711"/>
              <a:gd name="connsiteX109527" fmla="*/ 445928 w 2119654"/>
              <a:gd name="connsiteY109527" fmla="*/ 806337 h 2398711"/>
              <a:gd name="connsiteX109528" fmla="*/ 445374 w 2119654"/>
              <a:gd name="connsiteY109528" fmla="*/ 810609 h 2398711"/>
              <a:gd name="connsiteX109529" fmla="*/ 447542 w 2119654"/>
              <a:gd name="connsiteY109529" fmla="*/ 813369 h 2398711"/>
              <a:gd name="connsiteX109530" fmla="*/ 448171 w 2119654"/>
              <a:gd name="connsiteY109530" fmla="*/ 808452 h 2398711"/>
              <a:gd name="connsiteX109531" fmla="*/ 447409 w 2119654"/>
              <a:gd name="connsiteY109531" fmla="*/ 807478 h 2398711"/>
              <a:gd name="connsiteX109532" fmla="*/ 514049 w 2119654"/>
              <a:gd name="connsiteY109532" fmla="*/ 653793 h 2398711"/>
              <a:gd name="connsiteX109533" fmla="*/ 513932 w 2119654"/>
              <a:gd name="connsiteY109533" fmla="*/ 655025 h 2398711"/>
              <a:gd name="connsiteX109534" fmla="*/ 515027 w 2119654"/>
              <a:gd name="connsiteY109534" fmla="*/ 655782 h 2398711"/>
              <a:gd name="connsiteX109535" fmla="*/ 536323 w 2119654"/>
              <a:gd name="connsiteY109535" fmla="*/ 603851 h 2398711"/>
              <a:gd name="connsiteX109536" fmla="*/ 536562 w 2119654"/>
              <a:gd name="connsiteY109536" fmla="*/ 604661 h 2398711"/>
              <a:gd name="connsiteX109537" fmla="*/ 537920 w 2119654"/>
              <a:gd name="connsiteY109537" fmla="*/ 605217 h 2398711"/>
              <a:gd name="connsiteX109538" fmla="*/ 537750 w 2119654"/>
              <a:gd name="connsiteY109538" fmla="*/ 604435 h 2398711"/>
              <a:gd name="connsiteX109539" fmla="*/ 465481 w 2119654"/>
              <a:gd name="connsiteY109539" fmla="*/ 762433 h 2398711"/>
              <a:gd name="connsiteX109540" fmla="*/ 465093 w 2119654"/>
              <a:gd name="connsiteY109540" fmla="*/ 765015 h 2398711"/>
              <a:gd name="connsiteX109541" fmla="*/ 465793 w 2119654"/>
              <a:gd name="connsiteY109541" fmla="*/ 766121 h 2398711"/>
              <a:gd name="connsiteX109542" fmla="*/ 626900 w 2119654"/>
              <a:gd name="connsiteY109542" fmla="*/ 400933 h 2398711"/>
              <a:gd name="connsiteX109543" fmla="*/ 626638 w 2119654"/>
              <a:gd name="connsiteY109543" fmla="*/ 402865 h 2398711"/>
              <a:gd name="connsiteX109544" fmla="*/ 631930 w 2119654"/>
              <a:gd name="connsiteY109544" fmla="*/ 408346 h 2398711"/>
              <a:gd name="connsiteX109545" fmla="*/ 632084 w 2119654"/>
              <a:gd name="connsiteY109545" fmla="*/ 407632 h 2398711"/>
              <a:gd name="connsiteX109546" fmla="*/ 629914 w 2119654"/>
              <a:gd name="connsiteY109546" fmla="*/ 404781 h 2398711"/>
              <a:gd name="connsiteX109547" fmla="*/ 339814 w 2119654"/>
              <a:gd name="connsiteY109547" fmla="*/ 1043705 h 2398711"/>
              <a:gd name="connsiteX109548" fmla="*/ 340059 w 2119654"/>
              <a:gd name="connsiteY109548" fmla="*/ 1044783 h 2398711"/>
              <a:gd name="connsiteX109549" fmla="*/ 340353 w 2119654"/>
              <a:gd name="connsiteY109549" fmla="*/ 1045231 h 2398711"/>
              <a:gd name="connsiteX109550" fmla="*/ 340355 w 2119654"/>
              <a:gd name="connsiteY109550" fmla="*/ 1044485 h 2398711"/>
              <a:gd name="connsiteX109551" fmla="*/ 535862 w 2119654"/>
              <a:gd name="connsiteY109551" fmla="*/ 604644 h 2398711"/>
              <a:gd name="connsiteX109552" fmla="*/ 535487 w 2119654"/>
              <a:gd name="connsiteY109552" fmla="*/ 605794 h 2398711"/>
              <a:gd name="connsiteX109553" fmla="*/ 537147 w 2119654"/>
              <a:gd name="connsiteY109553" fmla="*/ 608348 h 2398711"/>
              <a:gd name="connsiteX109554" fmla="*/ 536081 w 2119654"/>
              <a:gd name="connsiteY109554" fmla="*/ 604733 h 2398711"/>
              <a:gd name="connsiteX109555" fmla="*/ 535963 w 2119654"/>
              <a:gd name="connsiteY109555" fmla="*/ 604334 h 2398711"/>
              <a:gd name="connsiteX109556" fmla="*/ 535940 w 2119654"/>
              <a:gd name="connsiteY109556" fmla="*/ 604406 h 2398711"/>
              <a:gd name="connsiteX109557" fmla="*/ 535990 w 2119654"/>
              <a:gd name="connsiteY109557" fmla="*/ 604426 h 2398711"/>
              <a:gd name="connsiteX109558" fmla="*/ 532126 w 2119654"/>
              <a:gd name="connsiteY109558" fmla="*/ 612867 h 2398711"/>
              <a:gd name="connsiteX109559" fmla="*/ 531140 w 2119654"/>
              <a:gd name="connsiteY109559" fmla="*/ 615894 h 2398711"/>
              <a:gd name="connsiteX109560" fmla="*/ 531596 w 2119654"/>
              <a:gd name="connsiteY109560" fmla="*/ 615956 h 2398711"/>
              <a:gd name="connsiteX109561" fmla="*/ 532406 w 2119654"/>
              <a:gd name="connsiteY109561" fmla="*/ 613471 h 2398711"/>
              <a:gd name="connsiteX109562" fmla="*/ 401697 w 2119654"/>
              <a:gd name="connsiteY109562" fmla="*/ 904919 h 2398711"/>
              <a:gd name="connsiteX109563" fmla="*/ 401634 w 2119654"/>
              <a:gd name="connsiteY109563" fmla="*/ 905441 h 2398711"/>
              <a:gd name="connsiteX109564" fmla="*/ 402035 w 2119654"/>
              <a:gd name="connsiteY109564" fmla="*/ 905708 h 2398711"/>
              <a:gd name="connsiteX109565" fmla="*/ 546558 w 2119654"/>
              <a:gd name="connsiteY109565" fmla="*/ 580436 h 2398711"/>
              <a:gd name="connsiteX109566" fmla="*/ 546560 w 2119654"/>
              <a:gd name="connsiteY109566" fmla="*/ 580488 h 2398711"/>
              <a:gd name="connsiteX109567" fmla="*/ 547418 w 2119654"/>
              <a:gd name="connsiteY109567" fmla="*/ 583194 h 2398711"/>
              <a:gd name="connsiteX109568" fmla="*/ 548138 w 2119654"/>
              <a:gd name="connsiteY109568" fmla="*/ 583475 h 2398711"/>
              <a:gd name="connsiteX109569" fmla="*/ 548138 w 2119654"/>
              <a:gd name="connsiteY109569" fmla="*/ 581090 h 2398711"/>
              <a:gd name="connsiteX109570" fmla="*/ 518231 w 2119654"/>
              <a:gd name="connsiteY109570" fmla="*/ 643855 h 2398711"/>
              <a:gd name="connsiteX109571" fmla="*/ 517736 w 2119654"/>
              <a:gd name="connsiteY109571" fmla="*/ 649051 h 2398711"/>
              <a:gd name="connsiteX109572" fmla="*/ 517656 w 2119654"/>
              <a:gd name="connsiteY109572" fmla="*/ 651445 h 2398711"/>
              <a:gd name="connsiteX109573" fmla="*/ 518512 w 2119654"/>
              <a:gd name="connsiteY109573" fmla="*/ 653873 h 2398711"/>
              <a:gd name="connsiteX109574" fmla="*/ 518832 w 2119654"/>
              <a:gd name="connsiteY109574" fmla="*/ 652738 h 2398711"/>
              <a:gd name="connsiteX109575" fmla="*/ 519822 w 2119654"/>
              <a:gd name="connsiteY109575" fmla="*/ 646056 h 2398711"/>
              <a:gd name="connsiteX109576" fmla="*/ 465598 w 2119654"/>
              <a:gd name="connsiteY109576" fmla="*/ 761651 h 2398711"/>
              <a:gd name="connsiteX109577" fmla="*/ 465566 w 2119654"/>
              <a:gd name="connsiteY109577" fmla="*/ 761866 h 2398711"/>
              <a:gd name="connsiteX109578" fmla="*/ 465947 w 2119654"/>
              <a:gd name="connsiteY109578" fmla="*/ 766364 h 2398711"/>
              <a:gd name="connsiteX109579" fmla="*/ 467198 w 2119654"/>
              <a:gd name="connsiteY109579" fmla="*/ 768338 h 2398711"/>
              <a:gd name="connsiteX109580" fmla="*/ 467920 w 2119654"/>
              <a:gd name="connsiteY109580" fmla="*/ 768609 h 2398711"/>
              <a:gd name="connsiteX109581" fmla="*/ 467714 w 2119654"/>
              <a:gd name="connsiteY109581" fmla="*/ 767082 h 2398711"/>
              <a:gd name="connsiteX109582" fmla="*/ 562312 w 2119654"/>
              <a:gd name="connsiteY109582" fmla="*/ 545031 h 2398711"/>
              <a:gd name="connsiteX109583" fmla="*/ 562038 w 2119654"/>
              <a:gd name="connsiteY109583" fmla="*/ 551489 h 2398711"/>
              <a:gd name="connsiteX109584" fmla="*/ 567034 w 2119654"/>
              <a:gd name="connsiteY109584" fmla="*/ 556674 h 2398711"/>
              <a:gd name="connsiteX109585" fmla="*/ 567152 w 2119654"/>
              <a:gd name="connsiteY109585" fmla="*/ 555881 h 2398711"/>
              <a:gd name="connsiteX109586" fmla="*/ 567478 w 2119654"/>
              <a:gd name="connsiteY109586" fmla="*/ 555575 h 2398711"/>
              <a:gd name="connsiteX109587" fmla="*/ 567276 w 2119654"/>
              <a:gd name="connsiteY109587" fmla="*/ 556926 h 2398711"/>
              <a:gd name="connsiteX109588" fmla="*/ 571010 w 2119654"/>
              <a:gd name="connsiteY109588" fmla="*/ 560799 h 2398711"/>
              <a:gd name="connsiteX109589" fmla="*/ 572263 w 2119654"/>
              <a:gd name="connsiteY109589" fmla="*/ 560954 h 2398711"/>
              <a:gd name="connsiteX109590" fmla="*/ 572311 w 2119654"/>
              <a:gd name="connsiteY109590" fmla="*/ 560613 h 2398711"/>
              <a:gd name="connsiteX109591" fmla="*/ 567563 w 2119654"/>
              <a:gd name="connsiteY109591" fmla="*/ 546866 h 2398711"/>
              <a:gd name="connsiteX109592" fmla="*/ 627004 w 2119654"/>
              <a:gd name="connsiteY109592" fmla="*/ 400169 h 2398711"/>
              <a:gd name="connsiteX109593" fmla="*/ 626935 w 2119654"/>
              <a:gd name="connsiteY109593" fmla="*/ 400682 h 2398711"/>
              <a:gd name="connsiteX109594" fmla="*/ 632147 w 2119654"/>
              <a:gd name="connsiteY109594" fmla="*/ 407342 h 2398711"/>
              <a:gd name="connsiteX109595" fmla="*/ 632676 w 2119654"/>
              <a:gd name="connsiteY109595" fmla="*/ 404898 h 2398711"/>
              <a:gd name="connsiteX109596" fmla="*/ 627066 w 2119654"/>
              <a:gd name="connsiteY109596" fmla="*/ 400219 h 2398711"/>
              <a:gd name="connsiteX109597" fmla="*/ 539738 w 2119654"/>
              <a:gd name="connsiteY109597" fmla="*/ 595575 h 2398711"/>
              <a:gd name="connsiteX109598" fmla="*/ 540465 w 2119654"/>
              <a:gd name="connsiteY109598" fmla="*/ 600887 h 2398711"/>
              <a:gd name="connsiteX109599" fmla="*/ 541090 w 2119654"/>
              <a:gd name="connsiteY109599" fmla="*/ 601334 h 2398711"/>
              <a:gd name="connsiteX109600" fmla="*/ 541963 w 2119654"/>
              <a:gd name="connsiteY109600" fmla="*/ 601978 h 2398711"/>
              <a:gd name="connsiteX109601" fmla="*/ 541255 w 2119654"/>
              <a:gd name="connsiteY109601" fmla="*/ 596820 h 2398711"/>
              <a:gd name="connsiteX109602" fmla="*/ 521676 w 2119654"/>
              <a:gd name="connsiteY109602" fmla="*/ 636005 h 2398711"/>
              <a:gd name="connsiteX109603" fmla="*/ 521271 w 2119654"/>
              <a:gd name="connsiteY109603" fmla="*/ 638744 h 2398711"/>
              <a:gd name="connsiteX109604" fmla="*/ 521958 w 2119654"/>
              <a:gd name="connsiteY109604" fmla="*/ 639695 h 2398711"/>
              <a:gd name="connsiteX109605" fmla="*/ 325525 w 2119654"/>
              <a:gd name="connsiteY109605" fmla="*/ 1075143 h 2398711"/>
              <a:gd name="connsiteX109606" fmla="*/ 326025 w 2119654"/>
              <a:gd name="connsiteY109606" fmla="*/ 1079182 h 2398711"/>
              <a:gd name="connsiteX109607" fmla="*/ 326441 w 2119654"/>
              <a:gd name="connsiteY109607" fmla="*/ 1079799 h 2398711"/>
              <a:gd name="connsiteX109608" fmla="*/ 329183 w 2119654"/>
              <a:gd name="connsiteY109608" fmla="*/ 1082620 h 2398711"/>
              <a:gd name="connsiteX109609" fmla="*/ 328836 w 2119654"/>
              <a:gd name="connsiteY109609" fmla="*/ 1078694 h 2398711"/>
              <a:gd name="connsiteX109610" fmla="*/ 536461 w 2119654"/>
              <a:gd name="connsiteY109610" fmla="*/ 602804 h 2398711"/>
              <a:gd name="connsiteX109611" fmla="*/ 536249 w 2119654"/>
              <a:gd name="connsiteY109611" fmla="*/ 603459 h 2398711"/>
              <a:gd name="connsiteX109612" fmla="*/ 537664 w 2119654"/>
              <a:gd name="connsiteY109612" fmla="*/ 604038 h 2398711"/>
              <a:gd name="connsiteX109613" fmla="*/ 537482 w 2119654"/>
              <a:gd name="connsiteY109613" fmla="*/ 603203 h 2398711"/>
              <a:gd name="connsiteX109614" fmla="*/ 530414 w 2119654"/>
              <a:gd name="connsiteY109614" fmla="*/ 616096 h 2398711"/>
              <a:gd name="connsiteX109615" fmla="*/ 530499 w 2119654"/>
              <a:gd name="connsiteY109615" fmla="*/ 616530 h 2398711"/>
              <a:gd name="connsiteX109616" fmla="*/ 530631 w 2119654"/>
              <a:gd name="connsiteY109616" fmla="*/ 616125 h 2398711"/>
              <a:gd name="connsiteX109617" fmla="*/ 453405 w 2119654"/>
              <a:gd name="connsiteY109617" fmla="*/ 788532 h 2398711"/>
              <a:gd name="connsiteX109618" fmla="*/ 453184 w 2119654"/>
              <a:gd name="connsiteY109618" fmla="*/ 790645 h 2398711"/>
              <a:gd name="connsiteX109619" fmla="*/ 454563 w 2119654"/>
              <a:gd name="connsiteY109619" fmla="*/ 791508 h 2398711"/>
              <a:gd name="connsiteX109620" fmla="*/ 454421 w 2119654"/>
              <a:gd name="connsiteY109620" fmla="*/ 790346 h 2398711"/>
              <a:gd name="connsiteX109621" fmla="*/ 504698 w 2119654"/>
              <a:gd name="connsiteY109621" fmla="*/ 673640 h 2398711"/>
              <a:gd name="connsiteX109622" fmla="*/ 505058 w 2119654"/>
              <a:gd name="connsiteY109622" fmla="*/ 676540 h 2398711"/>
              <a:gd name="connsiteX109623" fmla="*/ 506891 w 2119654"/>
              <a:gd name="connsiteY109623" fmla="*/ 677608 h 2398711"/>
              <a:gd name="connsiteX109624" fmla="*/ 506578 w 2119654"/>
              <a:gd name="connsiteY109624" fmla="*/ 674989 h 2398711"/>
              <a:gd name="connsiteX109625" fmla="*/ 506398 w 2119654"/>
              <a:gd name="connsiteY109625" fmla="*/ 674815 h 2398711"/>
              <a:gd name="connsiteX109626" fmla="*/ 331363 w 2119654"/>
              <a:gd name="connsiteY109626" fmla="*/ 1061754 h 2398711"/>
              <a:gd name="connsiteX109627" fmla="*/ 331408 w 2119654"/>
              <a:gd name="connsiteY109627" fmla="*/ 1061849 h 2398711"/>
              <a:gd name="connsiteX109628" fmla="*/ 331391 w 2119654"/>
              <a:gd name="connsiteY109628" fmla="*/ 1061780 h 2398711"/>
              <a:gd name="connsiteX109629" fmla="*/ 332873 w 2119654"/>
              <a:gd name="connsiteY109629" fmla="*/ 1058345 h 2398711"/>
              <a:gd name="connsiteX109630" fmla="*/ 333136 w 2119654"/>
              <a:gd name="connsiteY109630" fmla="*/ 1059310 h 2398711"/>
              <a:gd name="connsiteX109631" fmla="*/ 338752 w 2119654"/>
              <a:gd name="connsiteY109631" fmla="*/ 1066754 h 2398711"/>
              <a:gd name="connsiteX109632" fmla="*/ 338676 w 2119654"/>
              <a:gd name="connsiteY109632" fmla="*/ 1066439 h 2398711"/>
              <a:gd name="connsiteX109633" fmla="*/ 338694 w 2119654"/>
              <a:gd name="connsiteY109633" fmla="*/ 1066402 h 2398711"/>
              <a:gd name="connsiteX109634" fmla="*/ 336773 w 2119654"/>
              <a:gd name="connsiteY109634" fmla="*/ 1062312 h 2398711"/>
              <a:gd name="connsiteX109635" fmla="*/ 336120 w 2119654"/>
              <a:gd name="connsiteY109635" fmla="*/ 1060874 h 2398711"/>
              <a:gd name="connsiteX109636" fmla="*/ 204765 w 2119654"/>
              <a:gd name="connsiteY109636" fmla="*/ 1345166 h 2398711"/>
              <a:gd name="connsiteX109637" fmla="*/ 207058 w 2119654"/>
              <a:gd name="connsiteY109637" fmla="*/ 1347133 h 2398711"/>
              <a:gd name="connsiteX109638" fmla="*/ 206755 w 2119654"/>
              <a:gd name="connsiteY109638" fmla="*/ 1346338 h 2398711"/>
              <a:gd name="connsiteX109639" fmla="*/ 464126 w 2119654"/>
              <a:gd name="connsiteY109639" fmla="*/ 764351 h 2398711"/>
              <a:gd name="connsiteX109640" fmla="*/ 464336 w 2119654"/>
              <a:gd name="connsiteY109640" fmla="*/ 767267 h 2398711"/>
              <a:gd name="connsiteX109641" fmla="*/ 464422 w 2119654"/>
              <a:gd name="connsiteY109641" fmla="*/ 767299 h 2398711"/>
              <a:gd name="connsiteX109642" fmla="*/ 464723 w 2119654"/>
              <a:gd name="connsiteY109642" fmla="*/ 765293 h 2398711"/>
              <a:gd name="connsiteX109643" fmla="*/ 503802 w 2119654"/>
              <a:gd name="connsiteY109643" fmla="*/ 675502 h 2398711"/>
              <a:gd name="connsiteX109644" fmla="*/ 503802 w 2119654"/>
              <a:gd name="connsiteY109644" fmla="*/ 675808 h 2398711"/>
              <a:gd name="connsiteX109645" fmla="*/ 503873 w 2119654"/>
              <a:gd name="connsiteY109645" fmla="*/ 675850 h 2398711"/>
              <a:gd name="connsiteX109646" fmla="*/ 450460 w 2119654"/>
              <a:gd name="connsiteY109646" fmla="*/ 794945 h 2398711"/>
              <a:gd name="connsiteX109647" fmla="*/ 450000 w 2119654"/>
              <a:gd name="connsiteY109647" fmla="*/ 798539 h 2398711"/>
              <a:gd name="connsiteX109648" fmla="*/ 450576 w 2119654"/>
              <a:gd name="connsiteY109648" fmla="*/ 799365 h 2398711"/>
              <a:gd name="connsiteX109649" fmla="*/ 451517 w 2119654"/>
              <a:gd name="connsiteY109649" fmla="*/ 800002 h 2398711"/>
              <a:gd name="connsiteX109650" fmla="*/ 451925 w 2119654"/>
              <a:gd name="connsiteY109650" fmla="*/ 796663 h 2398711"/>
              <a:gd name="connsiteX109651" fmla="*/ 451573 w 2119654"/>
              <a:gd name="connsiteY109651" fmla="*/ 795425 h 2398711"/>
              <a:gd name="connsiteX109652" fmla="*/ 250074 w 2119654"/>
              <a:gd name="connsiteY109652" fmla="*/ 1243646 h 2398711"/>
              <a:gd name="connsiteX109653" fmla="*/ 255955 w 2119654"/>
              <a:gd name="connsiteY109653" fmla="*/ 1249399 h 2398711"/>
              <a:gd name="connsiteX109654" fmla="*/ 254699 w 2119654"/>
              <a:gd name="connsiteY109654" fmla="*/ 1246374 h 2398711"/>
              <a:gd name="connsiteX109655" fmla="*/ 537021 w 2119654"/>
              <a:gd name="connsiteY109655" fmla="*/ 601086 h 2398711"/>
              <a:gd name="connsiteX109656" fmla="*/ 536557 w 2119654"/>
              <a:gd name="connsiteY109656" fmla="*/ 602510 h 2398711"/>
              <a:gd name="connsiteX109657" fmla="*/ 537402 w 2119654"/>
              <a:gd name="connsiteY109657" fmla="*/ 602840 h 2398711"/>
              <a:gd name="connsiteX109658" fmla="*/ 452396 w 2119654"/>
              <a:gd name="connsiteY109658" fmla="*/ 790533 h 2398711"/>
              <a:gd name="connsiteX109659" fmla="*/ 452528 w 2119654"/>
              <a:gd name="connsiteY109659" fmla="*/ 791649 h 2398711"/>
              <a:gd name="connsiteX109660" fmla="*/ 452535 w 2119654"/>
              <a:gd name="connsiteY109660" fmla="*/ 791657 h 2398711"/>
              <a:gd name="connsiteX109661" fmla="*/ 452651 w 2119654"/>
              <a:gd name="connsiteY109661" fmla="*/ 790694 h 2398711"/>
              <a:gd name="connsiteX109662" fmla="*/ 614548 w 2119654"/>
              <a:gd name="connsiteY109662" fmla="*/ 427422 h 2398711"/>
              <a:gd name="connsiteX109663" fmla="*/ 613766 w 2119654"/>
              <a:gd name="connsiteY109663" fmla="*/ 432909 h 2398711"/>
              <a:gd name="connsiteX109664" fmla="*/ 616467 w 2119654"/>
              <a:gd name="connsiteY109664" fmla="*/ 434182 h 2398711"/>
              <a:gd name="connsiteX109665" fmla="*/ 496005 w 2119654"/>
              <a:gd name="connsiteY109665" fmla="*/ 692756 h 2398711"/>
              <a:gd name="connsiteX109666" fmla="*/ 495823 w 2119654"/>
              <a:gd name="connsiteY109666" fmla="*/ 694255 h 2398711"/>
              <a:gd name="connsiteX109667" fmla="*/ 497066 w 2119654"/>
              <a:gd name="connsiteY109667" fmla="*/ 694960 h 2398711"/>
              <a:gd name="connsiteX109668" fmla="*/ 496937 w 2119654"/>
              <a:gd name="connsiteY109668" fmla="*/ 693217 h 2398711"/>
              <a:gd name="connsiteX109669" fmla="*/ 309187 w 2119654"/>
              <a:gd name="connsiteY109669" fmla="*/ 1110926 h 2398711"/>
              <a:gd name="connsiteX109670" fmla="*/ 309219 w 2119654"/>
              <a:gd name="connsiteY109670" fmla="*/ 1111761 h 2398711"/>
              <a:gd name="connsiteX109671" fmla="*/ 309327 w 2119654"/>
              <a:gd name="connsiteY109671" fmla="*/ 1112074 h 2398711"/>
              <a:gd name="connsiteX109672" fmla="*/ 310081 w 2119654"/>
              <a:gd name="connsiteY109672" fmla="*/ 1112345 h 2398711"/>
              <a:gd name="connsiteX109673" fmla="*/ 310028 w 2119654"/>
              <a:gd name="connsiteY109673" fmla="*/ 1111697 h 2398711"/>
              <a:gd name="connsiteX109674" fmla="*/ 329082 w 2119654"/>
              <a:gd name="connsiteY109674" fmla="*/ 1066210 h 2398711"/>
              <a:gd name="connsiteX109675" fmla="*/ 333054 w 2119654"/>
              <a:gd name="connsiteY109675" fmla="*/ 1077744 h 2398711"/>
              <a:gd name="connsiteX109676" fmla="*/ 336210 w 2119654"/>
              <a:gd name="connsiteY109676" fmla="*/ 1081049 h 2398711"/>
              <a:gd name="connsiteX109677" fmla="*/ 334476 w 2119654"/>
              <a:gd name="connsiteY109677" fmla="*/ 1074300 h 2398711"/>
              <a:gd name="connsiteX109678" fmla="*/ 537616 w 2119654"/>
              <a:gd name="connsiteY109678" fmla="*/ 599258 h 2398711"/>
              <a:gd name="connsiteX109679" fmla="*/ 537241 w 2119654"/>
              <a:gd name="connsiteY109679" fmla="*/ 600408 h 2398711"/>
              <a:gd name="connsiteX109680" fmla="*/ 537804 w 2119654"/>
              <a:gd name="connsiteY109680" fmla="*/ 602998 h 2398711"/>
              <a:gd name="connsiteX109681" fmla="*/ 539363 w 2119654"/>
              <a:gd name="connsiteY109681" fmla="*/ 603606 h 2398711"/>
              <a:gd name="connsiteX109682" fmla="*/ 538897 w 2119654"/>
              <a:gd name="connsiteY109682" fmla="*/ 600202 h 2398711"/>
              <a:gd name="connsiteX109683" fmla="*/ 573189 w 2119654"/>
              <a:gd name="connsiteY109683" fmla="*/ 519439 h 2398711"/>
              <a:gd name="connsiteX109684" fmla="*/ 573194 w 2119654"/>
              <a:gd name="connsiteY109684" fmla="*/ 519940 h 2398711"/>
              <a:gd name="connsiteX109685" fmla="*/ 573240 w 2119654"/>
              <a:gd name="connsiteY109685" fmla="*/ 521996 h 2398711"/>
              <a:gd name="connsiteX109686" fmla="*/ 575268 w 2119654"/>
              <a:gd name="connsiteY109686" fmla="*/ 522705 h 2398711"/>
              <a:gd name="connsiteX109687" fmla="*/ 575004 w 2119654"/>
              <a:gd name="connsiteY109687" fmla="*/ 521057 h 2398711"/>
              <a:gd name="connsiteX109688" fmla="*/ 434693 w 2119654"/>
              <a:gd name="connsiteY109688" fmla="*/ 829556 h 2398711"/>
              <a:gd name="connsiteX109689" fmla="*/ 434580 w 2119654"/>
              <a:gd name="connsiteY109689" fmla="*/ 830750 h 2398711"/>
              <a:gd name="connsiteX109690" fmla="*/ 436265 w 2119654"/>
              <a:gd name="connsiteY109690" fmla="*/ 836484 h 2398711"/>
              <a:gd name="connsiteX109691" fmla="*/ 436318 w 2119654"/>
              <a:gd name="connsiteY109691" fmla="*/ 836520 h 2398711"/>
              <a:gd name="connsiteX109692" fmla="*/ 435944 w 2119654"/>
              <a:gd name="connsiteY109692" fmla="*/ 835202 h 2398711"/>
              <a:gd name="connsiteX109693" fmla="*/ 436026 w 2119654"/>
              <a:gd name="connsiteY109693" fmla="*/ 835003 h 2398711"/>
              <a:gd name="connsiteX109694" fmla="*/ 436490 w 2119654"/>
              <a:gd name="connsiteY109694" fmla="*/ 836640 h 2398711"/>
              <a:gd name="connsiteX109695" fmla="*/ 437666 w 2119654"/>
              <a:gd name="connsiteY109695" fmla="*/ 837453 h 2398711"/>
              <a:gd name="connsiteX109696" fmla="*/ 436704 w 2119654"/>
              <a:gd name="connsiteY109696" fmla="*/ 830895 h 2398711"/>
              <a:gd name="connsiteX109697" fmla="*/ 443093 w 2119654"/>
              <a:gd name="connsiteY109697" fmla="*/ 810666 h 2398711"/>
              <a:gd name="connsiteX109698" fmla="*/ 443034 w 2119654"/>
              <a:gd name="connsiteY109698" fmla="*/ 811373 h 2398711"/>
              <a:gd name="connsiteX109699" fmla="*/ 443311 w 2119654"/>
              <a:gd name="connsiteY109699" fmla="*/ 811556 h 2398711"/>
              <a:gd name="connsiteX109700" fmla="*/ 301451 w 2119654"/>
              <a:gd name="connsiteY109700" fmla="*/ 1127666 h 2398711"/>
              <a:gd name="connsiteX109701" fmla="*/ 301848 w 2119654"/>
              <a:gd name="connsiteY109701" fmla="*/ 1128295 h 2398711"/>
              <a:gd name="connsiteX109702" fmla="*/ 301844 w 2119654"/>
              <a:gd name="connsiteY109702" fmla="*/ 1128200 h 2398711"/>
              <a:gd name="connsiteX109703" fmla="*/ 510414 w 2119654"/>
              <a:gd name="connsiteY109703" fmla="*/ 659740 h 2398711"/>
              <a:gd name="connsiteX109704" fmla="*/ 510674 w 2119654"/>
              <a:gd name="connsiteY109704" fmla="*/ 660478 h 2398711"/>
              <a:gd name="connsiteX109705" fmla="*/ 512224 w 2119654"/>
              <a:gd name="connsiteY109705" fmla="*/ 660622 h 2398711"/>
              <a:gd name="connsiteX109706" fmla="*/ 469753 w 2119654"/>
              <a:gd name="connsiteY109706" fmla="*/ 750700 h 2398711"/>
              <a:gd name="connsiteX109707" fmla="*/ 470155 w 2119654"/>
              <a:gd name="connsiteY109707" fmla="*/ 753697 h 2398711"/>
              <a:gd name="connsiteX109708" fmla="*/ 472221 w 2119654"/>
              <a:gd name="connsiteY109708" fmla="*/ 754678 h 2398711"/>
              <a:gd name="connsiteX109709" fmla="*/ 471241 w 2119654"/>
              <a:gd name="connsiteY109709" fmla="*/ 751588 h 2398711"/>
              <a:gd name="connsiteX109710" fmla="*/ 506126 w 2119654"/>
              <a:gd name="connsiteY109710" fmla="*/ 669136 h 2398711"/>
              <a:gd name="connsiteX109711" fmla="*/ 506375 w 2119654"/>
              <a:gd name="connsiteY109711" fmla="*/ 670695 h 2398711"/>
              <a:gd name="connsiteX109712" fmla="*/ 511067 w 2119654"/>
              <a:gd name="connsiteY109712" fmla="*/ 673015 h 2398711"/>
              <a:gd name="connsiteX109713" fmla="*/ 511128 w 2119654"/>
              <a:gd name="connsiteY109713" fmla="*/ 672369 h 2398711"/>
              <a:gd name="connsiteX109714" fmla="*/ 507266 w 2119654"/>
              <a:gd name="connsiteY109714" fmla="*/ 669427 h 2398711"/>
              <a:gd name="connsiteX109715" fmla="*/ 538427 w 2119654"/>
              <a:gd name="connsiteY109715" fmla="*/ 596770 h 2398711"/>
              <a:gd name="connsiteX109716" fmla="*/ 537726 w 2119654"/>
              <a:gd name="connsiteY109716" fmla="*/ 598922 h 2398711"/>
              <a:gd name="connsiteX109717" fmla="*/ 538830 w 2119654"/>
              <a:gd name="connsiteY109717" fmla="*/ 599714 h 2398711"/>
              <a:gd name="connsiteX109718" fmla="*/ 470621 w 2119654"/>
              <a:gd name="connsiteY109718" fmla="*/ 748562 h 2398711"/>
              <a:gd name="connsiteX109719" fmla="*/ 471522 w 2119654"/>
              <a:gd name="connsiteY109719" fmla="*/ 751403 h 2398711"/>
              <a:gd name="connsiteX109720" fmla="*/ 472211 w 2119654"/>
              <a:gd name="connsiteY109720" fmla="*/ 751795 h 2398711"/>
              <a:gd name="connsiteX109721" fmla="*/ 471497 w 2119654"/>
              <a:gd name="connsiteY109721" fmla="*/ 749428 h 2398711"/>
              <a:gd name="connsiteX109722" fmla="*/ 471146 w 2119654"/>
              <a:gd name="connsiteY109722" fmla="*/ 748903 h 2398711"/>
              <a:gd name="connsiteX109723" fmla="*/ 471077 w 2119654"/>
              <a:gd name="connsiteY109723" fmla="*/ 748838 h 2398711"/>
              <a:gd name="connsiteX109724" fmla="*/ 479027 w 2119654"/>
              <a:gd name="connsiteY109724" fmla="*/ 729720 h 2398711"/>
              <a:gd name="connsiteX109725" fmla="*/ 479683 w 2119654"/>
              <a:gd name="connsiteY109725" fmla="*/ 738094 h 2398711"/>
              <a:gd name="connsiteX109726" fmla="*/ 483689 w 2119654"/>
              <a:gd name="connsiteY109726" fmla="*/ 742550 h 2398711"/>
              <a:gd name="connsiteX109727" fmla="*/ 484415 w 2119654"/>
              <a:gd name="connsiteY109727" fmla="*/ 743633 h 2398711"/>
              <a:gd name="connsiteX109728" fmla="*/ 485467 w 2119654"/>
              <a:gd name="connsiteY109728" fmla="*/ 744008 h 2398711"/>
              <a:gd name="connsiteX109729" fmla="*/ 484508 w 2119654"/>
              <a:gd name="connsiteY109729" fmla="*/ 734433 h 2398711"/>
              <a:gd name="connsiteX109730" fmla="*/ 484316 w 2119654"/>
              <a:gd name="connsiteY109730" fmla="*/ 732217 h 2398711"/>
              <a:gd name="connsiteX109731" fmla="*/ 483991 w 2119654"/>
              <a:gd name="connsiteY109731" fmla="*/ 731457 h 2398711"/>
              <a:gd name="connsiteX109732" fmla="*/ 546507 w 2119654"/>
              <a:gd name="connsiteY109732" fmla="*/ 578507 h 2398711"/>
              <a:gd name="connsiteX109733" fmla="*/ 546545 w 2119654"/>
              <a:gd name="connsiteY109733" fmla="*/ 579961 h 2398711"/>
              <a:gd name="connsiteX109734" fmla="*/ 548139 w 2119654"/>
              <a:gd name="connsiteY109734" fmla="*/ 580620 h 2398711"/>
              <a:gd name="connsiteX109735" fmla="*/ 548139 w 2119654"/>
              <a:gd name="connsiteY109735" fmla="*/ 579001 h 2398711"/>
              <a:gd name="connsiteX109736" fmla="*/ 534929 w 2119654"/>
              <a:gd name="connsiteY109736" fmla="*/ 604261 h 2398711"/>
              <a:gd name="connsiteX109737" fmla="*/ 534783 w 2119654"/>
              <a:gd name="connsiteY109737" fmla="*/ 604712 h 2398711"/>
              <a:gd name="connsiteX109738" fmla="*/ 535099 w 2119654"/>
              <a:gd name="connsiteY109738" fmla="*/ 605198 h 2398711"/>
              <a:gd name="connsiteX109739" fmla="*/ 535349 w 2119654"/>
              <a:gd name="connsiteY109739" fmla="*/ 604433 h 2398711"/>
              <a:gd name="connsiteX109740" fmla="*/ 233024 w 2119654"/>
              <a:gd name="connsiteY109740" fmla="*/ 1280203 h 2398711"/>
              <a:gd name="connsiteX109741" fmla="*/ 235072 w 2119654"/>
              <a:gd name="connsiteY109741" fmla="*/ 1284186 h 2398711"/>
              <a:gd name="connsiteX109742" fmla="*/ 241085 w 2119654"/>
              <a:gd name="connsiteY109742" fmla="*/ 1290176 h 2398711"/>
              <a:gd name="connsiteX109743" fmla="*/ 241561 w 2119654"/>
              <a:gd name="connsiteY109743" fmla="*/ 1290308 h 2398711"/>
              <a:gd name="connsiteX109744" fmla="*/ 241526 w 2119654"/>
              <a:gd name="connsiteY109744" fmla="*/ 1290206 h 2398711"/>
              <a:gd name="connsiteX109745" fmla="*/ 234324 w 2119654"/>
              <a:gd name="connsiteY109745" fmla="*/ 1281377 h 2398711"/>
              <a:gd name="connsiteX109746" fmla="*/ 596517 w 2119654"/>
              <a:gd name="connsiteY109746" fmla="*/ 466221 h 2398711"/>
              <a:gd name="connsiteX109747" fmla="*/ 596460 w 2119654"/>
              <a:gd name="connsiteY109747" fmla="*/ 468289 h 2398711"/>
              <a:gd name="connsiteX109748" fmla="*/ 603869 w 2119654"/>
              <a:gd name="connsiteY109748" fmla="*/ 471597 h 2398711"/>
              <a:gd name="connsiteX109749" fmla="*/ 603845 w 2119654"/>
              <a:gd name="connsiteY109749" fmla="*/ 469283 h 2398711"/>
              <a:gd name="connsiteX109750" fmla="*/ 600592 w 2119654"/>
              <a:gd name="connsiteY109750" fmla="*/ 467839 h 2398711"/>
              <a:gd name="connsiteX109751" fmla="*/ 539010 w 2119654"/>
              <a:gd name="connsiteY109751" fmla="*/ 594978 h 2398711"/>
              <a:gd name="connsiteX109752" fmla="*/ 538617 w 2119654"/>
              <a:gd name="connsiteY109752" fmla="*/ 596181 h 2398711"/>
              <a:gd name="connsiteX109753" fmla="*/ 539189 w 2119654"/>
              <a:gd name="connsiteY109753" fmla="*/ 599972 h 2398711"/>
              <a:gd name="connsiteX109754" fmla="*/ 540301 w 2119654"/>
              <a:gd name="connsiteY109754" fmla="*/ 600769 h 2398711"/>
              <a:gd name="connsiteX109755" fmla="*/ 539573 w 2119654"/>
              <a:gd name="connsiteY109755" fmla="*/ 595439 h 2398711"/>
              <a:gd name="connsiteX109756" fmla="*/ 450763 w 2119654"/>
              <a:gd name="connsiteY109756" fmla="*/ 792572 h 2398711"/>
              <a:gd name="connsiteX109757" fmla="*/ 450681 w 2119654"/>
              <a:gd name="connsiteY109757" fmla="*/ 793217 h 2398711"/>
              <a:gd name="connsiteX109758" fmla="*/ 450983 w 2119654"/>
              <a:gd name="connsiteY109758" fmla="*/ 793347 h 2398711"/>
              <a:gd name="connsiteX109759" fmla="*/ 535212 w 2119654"/>
              <a:gd name="connsiteY109759" fmla="*/ 603395 h 2398711"/>
              <a:gd name="connsiteX109760" fmla="*/ 535007 w 2119654"/>
              <a:gd name="connsiteY109760" fmla="*/ 604023 h 2398711"/>
              <a:gd name="connsiteX109761" fmla="*/ 535427 w 2119654"/>
              <a:gd name="connsiteY109761" fmla="*/ 604196 h 2398711"/>
              <a:gd name="connsiteX109762" fmla="*/ 535632 w 2119654"/>
              <a:gd name="connsiteY109762" fmla="*/ 603567 h 2398711"/>
              <a:gd name="connsiteX109763" fmla="*/ 515428 w 2119654"/>
              <a:gd name="connsiteY109763" fmla="*/ 647694 h 2398711"/>
              <a:gd name="connsiteX109764" fmla="*/ 515756 w 2119654"/>
              <a:gd name="connsiteY109764" fmla="*/ 650432 h 2398711"/>
              <a:gd name="connsiteX109765" fmla="*/ 515980 w 2119654"/>
              <a:gd name="connsiteY109765" fmla="*/ 651831 h 2398711"/>
              <a:gd name="connsiteX109766" fmla="*/ 516260 w 2119654"/>
              <a:gd name="connsiteY109766" fmla="*/ 650053 h 2398711"/>
              <a:gd name="connsiteX109767" fmla="*/ 331291 w 2119654"/>
              <a:gd name="connsiteY109767" fmla="*/ 1059954 h 2398711"/>
              <a:gd name="connsiteX109768" fmla="*/ 331760 w 2119654"/>
              <a:gd name="connsiteY109768" fmla="*/ 1061778 h 2398711"/>
              <a:gd name="connsiteX109769" fmla="*/ 334113 w 2119654"/>
              <a:gd name="connsiteY109769" fmla="*/ 1063968 h 2398711"/>
              <a:gd name="connsiteX109770" fmla="*/ 333882 w 2119654"/>
              <a:gd name="connsiteY109770" fmla="*/ 1063626 h 2398711"/>
              <a:gd name="connsiteX109771" fmla="*/ 332354 w 2119654"/>
              <a:gd name="connsiteY109771" fmla="*/ 1061601 h 2398711"/>
              <a:gd name="connsiteX109772" fmla="*/ 254659 w 2119654"/>
              <a:gd name="connsiteY109772" fmla="*/ 1231513 h 2398711"/>
              <a:gd name="connsiteX109773" fmla="*/ 255277 w 2119654"/>
              <a:gd name="connsiteY109773" fmla="*/ 1233657 h 2398711"/>
              <a:gd name="connsiteX109774" fmla="*/ 257550 w 2119654"/>
              <a:gd name="connsiteY109774" fmla="*/ 1235299 h 2398711"/>
              <a:gd name="connsiteX109775" fmla="*/ 535460 w 2119654"/>
              <a:gd name="connsiteY109775" fmla="*/ 602632 h 2398711"/>
              <a:gd name="connsiteX109776" fmla="*/ 535316 w 2119654"/>
              <a:gd name="connsiteY109776" fmla="*/ 603076 h 2398711"/>
              <a:gd name="connsiteX109777" fmla="*/ 535629 w 2119654"/>
              <a:gd name="connsiteY109777" fmla="*/ 603204 h 2398711"/>
              <a:gd name="connsiteX109778" fmla="*/ 553514 w 2119654"/>
              <a:gd name="connsiteY109778" fmla="*/ 562203 h 2398711"/>
              <a:gd name="connsiteX109779" fmla="*/ 552730 w 2119654"/>
              <a:gd name="connsiteY109779" fmla="*/ 570588 h 2398711"/>
              <a:gd name="connsiteX109780" fmla="*/ 553441 w 2119654"/>
              <a:gd name="connsiteY109780" fmla="*/ 571012 h 2398711"/>
              <a:gd name="connsiteX109781" fmla="*/ 553694 w 2119654"/>
              <a:gd name="connsiteY109781" fmla="*/ 565056 h 2398711"/>
              <a:gd name="connsiteX109782" fmla="*/ 553849 w 2119654"/>
              <a:gd name="connsiteY109782" fmla="*/ 562304 h 2398711"/>
              <a:gd name="connsiteX109783" fmla="*/ 540744 w 2119654"/>
              <a:gd name="connsiteY109783" fmla="*/ 590616 h 2398711"/>
              <a:gd name="connsiteX109784" fmla="*/ 540798 w 2119654"/>
              <a:gd name="connsiteY109784" fmla="*/ 591002 h 2398711"/>
              <a:gd name="connsiteX109785" fmla="*/ 540829 w 2119654"/>
              <a:gd name="connsiteY109785" fmla="*/ 591205 h 2398711"/>
              <a:gd name="connsiteX109786" fmla="*/ 544742 w 2119654"/>
              <a:gd name="connsiteY109786" fmla="*/ 594414 h 2398711"/>
              <a:gd name="connsiteX109787" fmla="*/ 544520 w 2119654"/>
              <a:gd name="connsiteY109787" fmla="*/ 593712 h 2398711"/>
              <a:gd name="connsiteX109788" fmla="*/ 328327 w 2119654"/>
              <a:gd name="connsiteY109788" fmla="*/ 1066187 h 2398711"/>
              <a:gd name="connsiteX109789" fmla="*/ 328726 w 2119654"/>
              <a:gd name="connsiteY109789" fmla="*/ 1070705 h 2398711"/>
              <a:gd name="connsiteX109790" fmla="*/ 329544 w 2119654"/>
              <a:gd name="connsiteY109790" fmla="*/ 1074068 h 2398711"/>
              <a:gd name="connsiteX109791" fmla="*/ 331221 w 2119654"/>
              <a:gd name="connsiteY109791" fmla="*/ 1075824 h 2398711"/>
              <a:gd name="connsiteX109792" fmla="*/ 237838 w 2119654"/>
              <a:gd name="connsiteY109792" fmla="*/ 1268791 h 2398711"/>
              <a:gd name="connsiteX109793" fmla="*/ 240422 w 2119654"/>
              <a:gd name="connsiteY109793" fmla="*/ 1274247 h 2398711"/>
              <a:gd name="connsiteX109794" fmla="*/ 241849 w 2119654"/>
              <a:gd name="connsiteY109794" fmla="*/ 1275536 h 2398711"/>
              <a:gd name="connsiteX109795" fmla="*/ 239941 w 2119654"/>
              <a:gd name="connsiteY109795" fmla="*/ 1271028 h 2398711"/>
              <a:gd name="connsiteX109796" fmla="*/ 239207 w 2119654"/>
              <a:gd name="connsiteY109796" fmla="*/ 1269892 h 2398711"/>
              <a:gd name="connsiteX109797" fmla="*/ 332090 w 2119654"/>
              <a:gd name="connsiteY109797" fmla="*/ 1057733 h 2398711"/>
              <a:gd name="connsiteX109798" fmla="*/ 332389 w 2119654"/>
              <a:gd name="connsiteY109798" fmla="*/ 1058320 h 2398711"/>
              <a:gd name="connsiteX109799" fmla="*/ 332706 w 2119654"/>
              <a:gd name="connsiteY109799" fmla="*/ 1058739 h 2398711"/>
              <a:gd name="connsiteX109800" fmla="*/ 332523 w 2119654"/>
              <a:gd name="connsiteY109800" fmla="*/ 1058071 h 2398711"/>
              <a:gd name="connsiteX109801" fmla="*/ 526412 w 2119654"/>
              <a:gd name="connsiteY109801" fmla="*/ 622607 h 2398711"/>
              <a:gd name="connsiteX109802" fmla="*/ 526646 w 2119654"/>
              <a:gd name="connsiteY109802" fmla="*/ 625095 h 2398711"/>
              <a:gd name="connsiteX109803" fmla="*/ 526468 w 2119654"/>
              <a:gd name="connsiteY109803" fmla="*/ 622617 h 2398711"/>
              <a:gd name="connsiteX109804" fmla="*/ 546484 w 2119654"/>
              <a:gd name="connsiteY109804" fmla="*/ 577643 h 2398711"/>
              <a:gd name="connsiteX109805" fmla="*/ 546497 w 2119654"/>
              <a:gd name="connsiteY109805" fmla="*/ 578110 h 2398711"/>
              <a:gd name="connsiteX109806" fmla="*/ 548041 w 2119654"/>
              <a:gd name="connsiteY109806" fmla="*/ 578556 h 2398711"/>
              <a:gd name="connsiteX109807" fmla="*/ 165718 w 2119654"/>
              <a:gd name="connsiteY109807" fmla="*/ 1430067 h 2398711"/>
              <a:gd name="connsiteX109808" fmla="*/ 167214 w 2119654"/>
              <a:gd name="connsiteY109808" fmla="*/ 1432089 h 2398711"/>
              <a:gd name="connsiteX109809" fmla="*/ 168727 w 2119654"/>
              <a:gd name="connsiteY109809" fmla="*/ 1434078 h 2398711"/>
              <a:gd name="connsiteX109810" fmla="*/ 192165 w 2119654"/>
              <a:gd name="connsiteY109810" fmla="*/ 1450455 h 2398711"/>
              <a:gd name="connsiteX109811" fmla="*/ 192812 w 2119654"/>
              <a:gd name="connsiteY109811" fmla="*/ 1450693 h 2398711"/>
              <a:gd name="connsiteX109812" fmla="*/ 202792 w 2119654"/>
              <a:gd name="connsiteY109812" fmla="*/ 1454194 h 2398711"/>
              <a:gd name="connsiteX109813" fmla="*/ 503796 w 2119654"/>
              <a:gd name="connsiteY109813" fmla="*/ 673016 h 2398711"/>
              <a:gd name="connsiteX109814" fmla="*/ 503798 w 2119654"/>
              <a:gd name="connsiteY109814" fmla="*/ 674009 h 2398711"/>
              <a:gd name="connsiteX109815" fmla="*/ 504211 w 2119654"/>
              <a:gd name="connsiteY109815" fmla="*/ 675696 h 2398711"/>
              <a:gd name="connsiteX109816" fmla="*/ 503999 w 2119654"/>
              <a:gd name="connsiteY109816" fmla="*/ 673156 h 2398711"/>
              <a:gd name="connsiteX109817" fmla="*/ 434917 w 2119654"/>
              <a:gd name="connsiteY109817" fmla="*/ 827209 h 2398711"/>
              <a:gd name="connsiteX109818" fmla="*/ 434714 w 2119654"/>
              <a:gd name="connsiteY109818" fmla="*/ 829343 h 2398711"/>
              <a:gd name="connsiteX109819" fmla="*/ 436666 w 2119654"/>
              <a:gd name="connsiteY109819" fmla="*/ 830645 h 2398711"/>
              <a:gd name="connsiteX109820" fmla="*/ 436517 w 2119654"/>
              <a:gd name="connsiteY109820" fmla="*/ 829627 h 2398711"/>
              <a:gd name="connsiteX109821" fmla="*/ 436587 w 2119654"/>
              <a:gd name="connsiteY109821" fmla="*/ 829528 h 2398711"/>
              <a:gd name="connsiteX109822" fmla="*/ 466313 w 2119654"/>
              <a:gd name="connsiteY109822" fmla="*/ 756889 h 2398711"/>
              <a:gd name="connsiteX109823" fmla="*/ 465810 w 2119654"/>
              <a:gd name="connsiteY109823" fmla="*/ 760243 h 2398711"/>
              <a:gd name="connsiteX109824" fmla="*/ 467365 w 2119654"/>
              <a:gd name="connsiteY109824" fmla="*/ 764487 h 2398711"/>
              <a:gd name="connsiteX109825" fmla="*/ 466345 w 2119654"/>
              <a:gd name="connsiteY109825" fmla="*/ 756904 h 2398711"/>
              <a:gd name="connsiteX109826" fmla="*/ 536871 w 2119654"/>
              <a:gd name="connsiteY109826" fmla="*/ 598708 h 2398711"/>
              <a:gd name="connsiteX109827" fmla="*/ 537009 w 2119654"/>
              <a:gd name="connsiteY109827" fmla="*/ 599339 h 2398711"/>
              <a:gd name="connsiteX109828" fmla="*/ 537148 w 2119654"/>
              <a:gd name="connsiteY109828" fmla="*/ 598912 h 2398711"/>
              <a:gd name="connsiteX109829" fmla="*/ 540413 w 2119654"/>
              <a:gd name="connsiteY109829" fmla="*/ 590668 h 2398711"/>
              <a:gd name="connsiteX109830" fmla="*/ 540363 w 2119654"/>
              <a:gd name="connsiteY109830" fmla="*/ 590822 h 2398711"/>
              <a:gd name="connsiteX109831" fmla="*/ 540443 w 2119654"/>
              <a:gd name="connsiteY109831" fmla="*/ 590888 h 2398711"/>
              <a:gd name="connsiteX109832" fmla="*/ 334800 w 2119654"/>
              <a:gd name="connsiteY109832" fmla="*/ 1051072 h 2398711"/>
              <a:gd name="connsiteX109833" fmla="*/ 336848 w 2119654"/>
              <a:gd name="connsiteY109833" fmla="*/ 1054476 h 2398711"/>
              <a:gd name="connsiteX109834" fmla="*/ 336672 w 2119654"/>
              <a:gd name="connsiteY109834" fmla="*/ 1053840 h 2398711"/>
              <a:gd name="connsiteX109835" fmla="*/ 565664 w 2119654"/>
              <a:gd name="connsiteY109835" fmla="*/ 534121 h 2398711"/>
              <a:gd name="connsiteX109836" fmla="*/ 568747 w 2119654"/>
              <a:gd name="connsiteY109836" fmla="*/ 543048 h 2398711"/>
              <a:gd name="connsiteX109837" fmla="*/ 569845 w 2119654"/>
              <a:gd name="connsiteY109837" fmla="*/ 543874 h 2398711"/>
              <a:gd name="connsiteX109838" fmla="*/ 568501 w 2119654"/>
              <a:gd name="connsiteY109838" fmla="*/ 536506 h 2398711"/>
              <a:gd name="connsiteX109839" fmla="*/ 536597 w 2119654"/>
              <a:gd name="connsiteY109839" fmla="*/ 599140 h 2398711"/>
              <a:gd name="connsiteX109840" fmla="*/ 535725 w 2119654"/>
              <a:gd name="connsiteY109840" fmla="*/ 601822 h 2398711"/>
              <a:gd name="connsiteX109841" fmla="*/ 535846 w 2119654"/>
              <a:gd name="connsiteY109841" fmla="*/ 602233 h 2398711"/>
              <a:gd name="connsiteX109842" fmla="*/ 536041 w 2119654"/>
              <a:gd name="connsiteY109842" fmla="*/ 602308 h 2398711"/>
              <a:gd name="connsiteX109843" fmla="*/ 536788 w 2119654"/>
              <a:gd name="connsiteY109843" fmla="*/ 600016 h 2398711"/>
              <a:gd name="connsiteX109844" fmla="*/ 300101 w 2119654"/>
              <a:gd name="connsiteY109844" fmla="*/ 1128637 h 2398711"/>
              <a:gd name="connsiteX109845" fmla="*/ 300869 w 2119654"/>
              <a:gd name="connsiteY109845" fmla="*/ 1131825 h 2398711"/>
              <a:gd name="connsiteX109846" fmla="*/ 302008 w 2119654"/>
              <a:gd name="connsiteY109846" fmla="*/ 1132471 h 2398711"/>
              <a:gd name="connsiteX109847" fmla="*/ 301968 w 2119654"/>
              <a:gd name="connsiteY109847" fmla="*/ 1131406 h 2398711"/>
              <a:gd name="connsiteX109848" fmla="*/ 434977 w 2119654"/>
              <a:gd name="connsiteY109848" fmla="*/ 826584 h 2398711"/>
              <a:gd name="connsiteX109849" fmla="*/ 434972 w 2119654"/>
              <a:gd name="connsiteY109849" fmla="*/ 826635 h 2398711"/>
              <a:gd name="connsiteX109850" fmla="*/ 438012 w 2119654"/>
              <a:gd name="connsiteY109850" fmla="*/ 830734 h 2398711"/>
              <a:gd name="connsiteX109851" fmla="*/ 438048 w 2119654"/>
              <a:gd name="connsiteY109851" fmla="*/ 829423 h 2398711"/>
              <a:gd name="connsiteX109852" fmla="*/ 534331 w 2119654"/>
              <a:gd name="connsiteY109852" fmla="*/ 604016 h 2398711"/>
              <a:gd name="connsiteX109853" fmla="*/ 534493 w 2119654"/>
              <a:gd name="connsiteY109853" fmla="*/ 604267 h 2398711"/>
              <a:gd name="connsiteX109854" fmla="*/ 534547 w 2119654"/>
              <a:gd name="connsiteY109854" fmla="*/ 604105 h 2398711"/>
              <a:gd name="connsiteX109855" fmla="*/ 414273 w 2119654"/>
              <a:gd name="connsiteY109855" fmla="*/ 872737 h 2398711"/>
              <a:gd name="connsiteX109856" fmla="*/ 414545 w 2119654"/>
              <a:gd name="connsiteY109856" fmla="*/ 873529 h 2398711"/>
              <a:gd name="connsiteX109857" fmla="*/ 414301 w 2119654"/>
              <a:gd name="connsiteY109857" fmla="*/ 872758 h 2398711"/>
              <a:gd name="connsiteX109858" fmla="*/ 227740 w 2119654"/>
              <a:gd name="connsiteY109858" fmla="*/ 1290393 h 2398711"/>
              <a:gd name="connsiteX109859" fmla="*/ 229752 w 2119654"/>
              <a:gd name="connsiteY109859" fmla="*/ 1294139 h 2398711"/>
              <a:gd name="connsiteX109860" fmla="*/ 234839 w 2119654"/>
              <a:gd name="connsiteY109860" fmla="*/ 1297377 h 2398711"/>
              <a:gd name="connsiteX109861" fmla="*/ 232069 w 2119654"/>
              <a:gd name="connsiteY109861" fmla="*/ 1293119 h 2398711"/>
              <a:gd name="connsiteX109862" fmla="*/ 232071 w 2119654"/>
              <a:gd name="connsiteY109862" fmla="*/ 1293097 h 2398711"/>
              <a:gd name="connsiteX109863" fmla="*/ 625708 w 2119654"/>
              <a:gd name="connsiteY109863" fmla="*/ 399116 h 2398711"/>
              <a:gd name="connsiteX109864" fmla="*/ 626534 w 2119654"/>
              <a:gd name="connsiteY109864" fmla="*/ 400171 h 2398711"/>
              <a:gd name="connsiteX109865" fmla="*/ 626585 w 2119654"/>
              <a:gd name="connsiteY109865" fmla="*/ 399829 h 2398711"/>
              <a:gd name="connsiteX109866" fmla="*/ 452077 w 2119654"/>
              <a:gd name="connsiteY109866" fmla="*/ 787879 h 2398711"/>
              <a:gd name="connsiteX109867" fmla="*/ 452346 w 2119654"/>
              <a:gd name="connsiteY109867" fmla="*/ 790119 h 2398711"/>
              <a:gd name="connsiteX109868" fmla="*/ 452695 w 2119654"/>
              <a:gd name="connsiteY109868" fmla="*/ 790338 h 2398711"/>
              <a:gd name="connsiteX109869" fmla="*/ 452951 w 2119654"/>
              <a:gd name="connsiteY109869" fmla="*/ 788236 h 2398711"/>
              <a:gd name="connsiteX109870" fmla="*/ 451084 w 2119654"/>
              <a:gd name="connsiteY109870" fmla="*/ 790061 h 2398711"/>
              <a:gd name="connsiteX109871" fmla="*/ 450942 w 2119654"/>
              <a:gd name="connsiteY109871" fmla="*/ 791178 h 2398711"/>
              <a:gd name="connsiteX109872" fmla="*/ 451638 w 2119654"/>
              <a:gd name="connsiteY109872" fmla="*/ 793630 h 2398711"/>
              <a:gd name="connsiteX109873" fmla="*/ 452261 w 2119654"/>
              <a:gd name="connsiteY109873" fmla="*/ 793899 h 2398711"/>
              <a:gd name="connsiteX109874" fmla="*/ 452322 w 2119654"/>
              <a:gd name="connsiteY109874" fmla="*/ 793395 h 2398711"/>
              <a:gd name="connsiteX109875" fmla="*/ 452089 w 2119654"/>
              <a:gd name="connsiteY109875" fmla="*/ 791450 h 2398711"/>
              <a:gd name="connsiteX109876" fmla="*/ 496561 w 2119654"/>
              <a:gd name="connsiteY109876" fmla="*/ 688156 h 2398711"/>
              <a:gd name="connsiteX109877" fmla="*/ 496100 w 2119654"/>
              <a:gd name="connsiteY109877" fmla="*/ 691971 h 2398711"/>
              <a:gd name="connsiteX109878" fmla="*/ 496872 w 2119654"/>
              <a:gd name="connsiteY109878" fmla="*/ 692353 h 2398711"/>
              <a:gd name="connsiteX109879" fmla="*/ 451165 w 2119654"/>
              <a:gd name="connsiteY109879" fmla="*/ 789763 h 2398711"/>
              <a:gd name="connsiteX109880" fmla="*/ 452030 w 2119654"/>
              <a:gd name="connsiteY109880" fmla="*/ 790958 h 2398711"/>
              <a:gd name="connsiteX109881" fmla="*/ 451945 w 2119654"/>
              <a:gd name="connsiteY109881" fmla="*/ 790250 h 2398711"/>
              <a:gd name="connsiteX109882" fmla="*/ 255216 w 2119654"/>
              <a:gd name="connsiteY109882" fmla="*/ 1228496 h 2398711"/>
              <a:gd name="connsiteX109883" fmla="*/ 256845 w 2119654"/>
              <a:gd name="connsiteY109883" fmla="*/ 1231878 h 2398711"/>
              <a:gd name="connsiteX109884" fmla="*/ 259403 w 2119654"/>
              <a:gd name="connsiteY109884" fmla="*/ 1234891 h 2398711"/>
              <a:gd name="connsiteX109885" fmla="*/ 257283 w 2119654"/>
              <a:gd name="connsiteY109885" fmla="*/ 1230111 h 2398711"/>
              <a:gd name="connsiteX109886" fmla="*/ 256615 w 2119654"/>
              <a:gd name="connsiteY109886" fmla="*/ 1229274 h 2398711"/>
              <a:gd name="connsiteX109887" fmla="*/ 538360 w 2119654"/>
              <a:gd name="connsiteY109887" fmla="*/ 594445 h 2398711"/>
              <a:gd name="connsiteX109888" fmla="*/ 538400 w 2119654"/>
              <a:gd name="connsiteY109888" fmla="*/ 594733 h 2398711"/>
              <a:gd name="connsiteX109889" fmla="*/ 538435 w 2119654"/>
              <a:gd name="connsiteY109889" fmla="*/ 594963 h 2398711"/>
              <a:gd name="connsiteX109890" fmla="*/ 538551 w 2119654"/>
              <a:gd name="connsiteY109890" fmla="*/ 594603 h 2398711"/>
              <a:gd name="connsiteX109891" fmla="*/ 512896 w 2119654"/>
              <a:gd name="connsiteY109891" fmla="*/ 651446 h 2398711"/>
              <a:gd name="connsiteX109892" fmla="*/ 513064 w 2119654"/>
              <a:gd name="connsiteY109892" fmla="*/ 652083 h 2398711"/>
              <a:gd name="connsiteX109893" fmla="*/ 513087 w 2119654"/>
              <a:gd name="connsiteY109893" fmla="*/ 651836 h 2398711"/>
              <a:gd name="connsiteX109894" fmla="*/ 492278 w 2119654"/>
              <a:gd name="connsiteY109894" fmla="*/ 697592 h 2398711"/>
              <a:gd name="connsiteX109895" fmla="*/ 492534 w 2119654"/>
              <a:gd name="connsiteY109895" fmla="*/ 700861 h 2398711"/>
              <a:gd name="connsiteX109896" fmla="*/ 492796 w 2119654"/>
              <a:gd name="connsiteY109896" fmla="*/ 701067 h 2398711"/>
              <a:gd name="connsiteX109897" fmla="*/ 493141 w 2119654"/>
              <a:gd name="connsiteY109897" fmla="*/ 699300 h 2398711"/>
              <a:gd name="connsiteX109898" fmla="*/ 355404 w 2119654"/>
              <a:gd name="connsiteY109898" fmla="*/ 1004052 h 2398711"/>
              <a:gd name="connsiteX109899" fmla="*/ 358474 w 2119654"/>
              <a:gd name="connsiteY109899" fmla="*/ 1010680 h 2398711"/>
              <a:gd name="connsiteX109900" fmla="*/ 359161 w 2119654"/>
              <a:gd name="connsiteY109900" fmla="*/ 1011913 h 2398711"/>
              <a:gd name="connsiteX109901" fmla="*/ 359509 w 2119654"/>
              <a:gd name="connsiteY109901" fmla="*/ 1008972 h 2398711"/>
              <a:gd name="connsiteX109902" fmla="*/ 359143 w 2119654"/>
              <a:gd name="connsiteY109902" fmla="*/ 1008142 h 2398711"/>
              <a:gd name="connsiteX109903" fmla="*/ 355480 w 2119654"/>
              <a:gd name="connsiteY109903" fmla="*/ 1004117 h 2398711"/>
              <a:gd name="connsiteX109904" fmla="*/ 595702 w 2119654"/>
              <a:gd name="connsiteY109904" fmla="*/ 465897 h 2398711"/>
              <a:gd name="connsiteX109905" fmla="*/ 595976 w 2119654"/>
              <a:gd name="connsiteY109905" fmla="*/ 466860 h 2398711"/>
              <a:gd name="connsiteX109906" fmla="*/ 595999 w 2119654"/>
              <a:gd name="connsiteY109906" fmla="*/ 466014 h 2398711"/>
              <a:gd name="connsiteX109907" fmla="*/ 325106 w 2119654"/>
              <a:gd name="connsiteY109907" fmla="*/ 1071762 h 2398711"/>
              <a:gd name="connsiteX109908" fmla="*/ 325407 w 2119654"/>
              <a:gd name="connsiteY109908" fmla="*/ 1074192 h 2398711"/>
              <a:gd name="connsiteX109909" fmla="*/ 328755 w 2119654"/>
              <a:gd name="connsiteY109909" fmla="*/ 1077783 h 2398711"/>
              <a:gd name="connsiteX109910" fmla="*/ 328540 w 2119654"/>
              <a:gd name="connsiteY109910" fmla="*/ 1075358 h 2398711"/>
              <a:gd name="connsiteX109911" fmla="*/ 272170 w 2119654"/>
              <a:gd name="connsiteY109911" fmla="*/ 1190244 h 2398711"/>
              <a:gd name="connsiteX109912" fmla="*/ 280749 w 2119654"/>
              <a:gd name="connsiteY109912" fmla="*/ 1203325 h 2398711"/>
              <a:gd name="connsiteX109913" fmla="*/ 277696 w 2119654"/>
              <a:gd name="connsiteY109913" fmla="*/ 1197468 h 2398711"/>
              <a:gd name="connsiteX109914" fmla="*/ 273011 w 2119654"/>
              <a:gd name="connsiteY109914" fmla="*/ 1190710 h 2398711"/>
              <a:gd name="connsiteX109915" fmla="*/ 553747 w 2119654"/>
              <a:gd name="connsiteY109915" fmla="*/ 559713 h 2398711"/>
              <a:gd name="connsiteX109916" fmla="*/ 553571 w 2119654"/>
              <a:gd name="connsiteY109916" fmla="*/ 561601 h 2398711"/>
              <a:gd name="connsiteX109917" fmla="*/ 553855 w 2119654"/>
              <a:gd name="connsiteY109917" fmla="*/ 561683 h 2398711"/>
              <a:gd name="connsiteX109918" fmla="*/ 553856 w 2119654"/>
              <a:gd name="connsiteY109918" fmla="*/ 559764 h 2398711"/>
              <a:gd name="connsiteX109919" fmla="*/ 230737 w 2119654"/>
              <a:gd name="connsiteY109919" fmla="*/ 1282960 h 2398711"/>
              <a:gd name="connsiteX109920" fmla="*/ 231566 w 2119654"/>
              <a:gd name="connsiteY109920" fmla="*/ 1284574 h 2398711"/>
              <a:gd name="connsiteX109921" fmla="*/ 232359 w 2119654"/>
              <a:gd name="connsiteY109921" fmla="*/ 1285079 h 2398711"/>
              <a:gd name="connsiteX109922" fmla="*/ 231488 w 2119654"/>
              <a:gd name="connsiteY109922" fmla="*/ 1283708 h 2398711"/>
              <a:gd name="connsiteX109923" fmla="*/ 364275 w 2119654"/>
              <a:gd name="connsiteY109923" fmla="*/ 983805 h 2398711"/>
              <a:gd name="connsiteX109924" fmla="*/ 364304 w 2119654"/>
              <a:gd name="connsiteY109924" fmla="*/ 984389 h 2398711"/>
              <a:gd name="connsiteX109925" fmla="*/ 364853 w 2119654"/>
              <a:gd name="connsiteY109925" fmla="*/ 986378 h 2398711"/>
              <a:gd name="connsiteX109926" fmla="*/ 365697 w 2119654"/>
              <a:gd name="connsiteY109926" fmla="*/ 988150 h 2398711"/>
              <a:gd name="connsiteX109927" fmla="*/ 366844 w 2119654"/>
              <a:gd name="connsiteY109927" fmla="*/ 989645 h 2398711"/>
              <a:gd name="connsiteX109928" fmla="*/ 365637 w 2119654"/>
              <a:gd name="connsiteY109928" fmla="*/ 984726 h 2398711"/>
              <a:gd name="connsiteX109929" fmla="*/ 497067 w 2119654"/>
              <a:gd name="connsiteY109929" fmla="*/ 686453 h 2398711"/>
              <a:gd name="connsiteX109930" fmla="*/ 497531 w 2119654"/>
              <a:gd name="connsiteY109930" fmla="*/ 692679 h 2398711"/>
              <a:gd name="connsiteX109931" fmla="*/ 501370 w 2119654"/>
              <a:gd name="connsiteY109931" fmla="*/ 694579 h 2398711"/>
              <a:gd name="connsiteX109932" fmla="*/ 499842 w 2119654"/>
              <a:gd name="connsiteY109932" fmla="*/ 688479 h 2398711"/>
              <a:gd name="connsiteX109933" fmla="*/ 538114 w 2119654"/>
              <a:gd name="connsiteY109933" fmla="*/ 594484 h 2398711"/>
              <a:gd name="connsiteX109934" fmla="*/ 536868 w 2119654"/>
              <a:gd name="connsiteY109934" fmla="*/ 598307 h 2398711"/>
              <a:gd name="connsiteX109935" fmla="*/ 537254 w 2119654"/>
              <a:gd name="connsiteY109935" fmla="*/ 598584 h 2398711"/>
              <a:gd name="connsiteX109936" fmla="*/ 538254 w 2119654"/>
              <a:gd name="connsiteY109936" fmla="*/ 595514 h 2398711"/>
              <a:gd name="connsiteX109937" fmla="*/ 573157 w 2119654"/>
              <a:gd name="connsiteY109937" fmla="*/ 515832 h 2398711"/>
              <a:gd name="connsiteX109938" fmla="*/ 573170 w 2119654"/>
              <a:gd name="connsiteY109938" fmla="*/ 517246 h 2398711"/>
              <a:gd name="connsiteX109939" fmla="*/ 574597 w 2119654"/>
              <a:gd name="connsiteY109939" fmla="*/ 518518 h 2398711"/>
              <a:gd name="connsiteX109940" fmla="*/ 574351 w 2119654"/>
              <a:gd name="connsiteY109940" fmla="*/ 516991 h 2398711"/>
              <a:gd name="connsiteX109941" fmla="*/ 514737 w 2119654"/>
              <a:gd name="connsiteY109941" fmla="*/ 646582 h 2398711"/>
              <a:gd name="connsiteX109942" fmla="*/ 514078 w 2119654"/>
              <a:gd name="connsiteY109942" fmla="*/ 653490 h 2398711"/>
              <a:gd name="connsiteX109943" fmla="*/ 515297 w 2119654"/>
              <a:gd name="connsiteY109943" fmla="*/ 655968 h 2398711"/>
              <a:gd name="connsiteX109944" fmla="*/ 515328 w 2119654"/>
              <a:gd name="connsiteY109944" fmla="*/ 655990 h 2398711"/>
              <a:gd name="connsiteX109945" fmla="*/ 515632 w 2119654"/>
              <a:gd name="connsiteY109945" fmla="*/ 654053 h 2398711"/>
              <a:gd name="connsiteX109946" fmla="*/ 443684 w 2119654"/>
              <a:gd name="connsiteY109946" fmla="*/ 805677 h 2398711"/>
              <a:gd name="connsiteX109947" fmla="*/ 444677 w 2119654"/>
              <a:gd name="connsiteY109947" fmla="*/ 809722 h 2398711"/>
              <a:gd name="connsiteX109948" fmla="*/ 445002 w 2119654"/>
              <a:gd name="connsiteY109948" fmla="*/ 810135 h 2398711"/>
              <a:gd name="connsiteX109949" fmla="*/ 445569 w 2119654"/>
              <a:gd name="connsiteY109949" fmla="*/ 806080 h 2398711"/>
              <a:gd name="connsiteX109950" fmla="*/ 447941 w 2119654"/>
              <a:gd name="connsiteY109950" fmla="*/ 796123 h 2398711"/>
              <a:gd name="connsiteX109951" fmla="*/ 448409 w 2119654"/>
              <a:gd name="connsiteY109951" fmla="*/ 797898 h 2398711"/>
              <a:gd name="connsiteX109952" fmla="*/ 448959 w 2119654"/>
              <a:gd name="connsiteY109952" fmla="*/ 798271 h 2398711"/>
              <a:gd name="connsiteX109953" fmla="*/ 448786 w 2119654"/>
              <a:gd name="connsiteY109953" fmla="*/ 797335 h 2398711"/>
              <a:gd name="connsiteX109954" fmla="*/ 324038 w 2119654"/>
              <a:gd name="connsiteY109954" fmla="*/ 1073547 h 2398711"/>
              <a:gd name="connsiteX109955" fmla="*/ 324488 w 2119654"/>
              <a:gd name="connsiteY109955" fmla="*/ 1075770 h 2398711"/>
              <a:gd name="connsiteX109956" fmla="*/ 324328 w 2119654"/>
              <a:gd name="connsiteY109956" fmla="*/ 1073859 h 2398711"/>
              <a:gd name="connsiteX109957" fmla="*/ 440757 w 2119654"/>
              <a:gd name="connsiteY109957" fmla="*/ 811980 h 2398711"/>
              <a:gd name="connsiteX109958" fmla="*/ 440951 w 2119654"/>
              <a:gd name="connsiteY109958" fmla="*/ 814177 h 2398711"/>
              <a:gd name="connsiteX109959" fmla="*/ 442237 w 2119654"/>
              <a:gd name="connsiteY109959" fmla="*/ 818577 h 2398711"/>
              <a:gd name="connsiteX109960" fmla="*/ 442678 w 2119654"/>
              <a:gd name="connsiteY109960" fmla="*/ 813253 h 2398711"/>
              <a:gd name="connsiteX109961" fmla="*/ 553836 w 2119654"/>
              <a:gd name="connsiteY109961" fmla="*/ 558762 h 2398711"/>
              <a:gd name="connsiteX109962" fmla="*/ 553767 w 2119654"/>
              <a:gd name="connsiteY109962" fmla="*/ 559497 h 2398711"/>
              <a:gd name="connsiteX109963" fmla="*/ 553855 w 2119654"/>
              <a:gd name="connsiteY109963" fmla="*/ 559539 h 2398711"/>
              <a:gd name="connsiteX109964" fmla="*/ 553855 w 2119654"/>
              <a:gd name="connsiteY109964" fmla="*/ 558781 h 2398711"/>
              <a:gd name="connsiteX109965" fmla="*/ 261549 w 2119654"/>
              <a:gd name="connsiteY109965" fmla="*/ 1213235 h 2398711"/>
              <a:gd name="connsiteX109966" fmla="*/ 262627 w 2119654"/>
              <a:gd name="connsiteY109966" fmla="*/ 1215816 h 2398711"/>
              <a:gd name="connsiteX109967" fmla="*/ 264046 w 2119654"/>
              <a:gd name="connsiteY109967" fmla="*/ 1219091 h 2398711"/>
              <a:gd name="connsiteX109968" fmla="*/ 266341 w 2119654"/>
              <a:gd name="connsiteY109968" fmla="*/ 1220578 h 2398711"/>
              <a:gd name="connsiteX109969" fmla="*/ 262372 w 2119654"/>
              <a:gd name="connsiteY109969" fmla="*/ 1214527 h 2398711"/>
              <a:gd name="connsiteX109970" fmla="*/ 451954 w 2119654"/>
              <a:gd name="connsiteY109970" fmla="*/ 786856 h 2398711"/>
              <a:gd name="connsiteX109971" fmla="*/ 452042 w 2119654"/>
              <a:gd name="connsiteY109971" fmla="*/ 787595 h 2398711"/>
              <a:gd name="connsiteX109972" fmla="*/ 452983 w 2119654"/>
              <a:gd name="connsiteY109972" fmla="*/ 787979 h 2398711"/>
              <a:gd name="connsiteX109973" fmla="*/ 453003 w 2119654"/>
              <a:gd name="connsiteY109973" fmla="*/ 787815 h 2398711"/>
              <a:gd name="connsiteX109974" fmla="*/ 452592 w 2119654"/>
              <a:gd name="connsiteY109974" fmla="*/ 787083 h 2398711"/>
              <a:gd name="connsiteX109975" fmla="*/ 448660 w 2119654"/>
              <a:gd name="connsiteY109975" fmla="*/ 794167 h 2398711"/>
              <a:gd name="connsiteX109976" fmla="*/ 449281 w 2119654"/>
              <a:gd name="connsiteY109976" fmla="*/ 797504 h 2398711"/>
              <a:gd name="connsiteX109977" fmla="*/ 449527 w 2119654"/>
              <a:gd name="connsiteY109977" fmla="*/ 797858 h 2398711"/>
              <a:gd name="connsiteX109978" fmla="*/ 449928 w 2119654"/>
              <a:gd name="connsiteY109978" fmla="*/ 794715 h 2398711"/>
              <a:gd name="connsiteX109979" fmla="*/ 469363 w 2119654"/>
              <a:gd name="connsiteY109979" fmla="*/ 747802 h 2398711"/>
              <a:gd name="connsiteX109980" fmla="*/ 469709 w 2119654"/>
              <a:gd name="connsiteY109980" fmla="*/ 750375 h 2398711"/>
              <a:gd name="connsiteX109981" fmla="*/ 471108 w 2119654"/>
              <a:gd name="connsiteY109981" fmla="*/ 751168 h 2398711"/>
              <a:gd name="connsiteX109982" fmla="*/ 470202 w 2119654"/>
              <a:gd name="connsiteY109982" fmla="*/ 748309 h 2398711"/>
              <a:gd name="connsiteX109983" fmla="*/ 413684 w 2119654"/>
              <a:gd name="connsiteY109983" fmla="*/ 872476 h 2398711"/>
              <a:gd name="connsiteX109984" fmla="*/ 413680 w 2119654"/>
              <a:gd name="connsiteY109984" fmla="*/ 872526 h 2398711"/>
              <a:gd name="connsiteX109985" fmla="*/ 414029 w 2119654"/>
              <a:gd name="connsiteY109985" fmla="*/ 874699 h 2398711"/>
              <a:gd name="connsiteX109986" fmla="*/ 414194 w 2119654"/>
              <a:gd name="connsiteY109986" fmla="*/ 875372 h 2398711"/>
              <a:gd name="connsiteX109987" fmla="*/ 414735 w 2119654"/>
              <a:gd name="connsiteY109987" fmla="*/ 875678 h 2398711"/>
              <a:gd name="connsiteX109988" fmla="*/ 355039 w 2119654"/>
              <a:gd name="connsiteY109988" fmla="*/ 1003743 h 2398711"/>
              <a:gd name="connsiteX109989" fmla="*/ 356268 w 2119654"/>
              <a:gd name="connsiteY109989" fmla="*/ 1006726 h 2398711"/>
              <a:gd name="connsiteX109990" fmla="*/ 357607 w 2119654"/>
              <a:gd name="connsiteY109990" fmla="*/ 1009125 h 2398711"/>
              <a:gd name="connsiteX109991" fmla="*/ 355161 w 2119654"/>
              <a:gd name="connsiteY109991" fmla="*/ 1003846 h 2398711"/>
              <a:gd name="connsiteX109992" fmla="*/ 435221 w 2119654"/>
              <a:gd name="connsiteY109992" fmla="*/ 824081 h 2398711"/>
              <a:gd name="connsiteX109993" fmla="*/ 435198 w 2119654"/>
              <a:gd name="connsiteY109993" fmla="*/ 824269 h 2398711"/>
              <a:gd name="connsiteX109994" fmla="*/ 435171 w 2119654"/>
              <a:gd name="connsiteY109994" fmla="*/ 824552 h 2398711"/>
              <a:gd name="connsiteX109995" fmla="*/ 437976 w 2119654"/>
              <a:gd name="connsiteY109995" fmla="*/ 827145 h 2398711"/>
              <a:gd name="connsiteX109996" fmla="*/ 437905 w 2119654"/>
              <a:gd name="connsiteY109996" fmla="*/ 826351 h 2398711"/>
              <a:gd name="connsiteX109997" fmla="*/ 435462 w 2119654"/>
              <a:gd name="connsiteY109997" fmla="*/ 824357 h 2398711"/>
              <a:gd name="connsiteX109998" fmla="*/ 562572 w 2119654"/>
              <a:gd name="connsiteY109998" fmla="*/ 538914 h 2398711"/>
              <a:gd name="connsiteX109999" fmla="*/ 562390 w 2119654"/>
              <a:gd name="connsiteY109999" fmla="*/ 543189 h 2398711"/>
              <a:gd name="connsiteX110000" fmla="*/ 566829 w 2119654"/>
              <a:gd name="connsiteY110000" fmla="*/ 544741 h 2398711"/>
              <a:gd name="connsiteX110001" fmla="*/ 565603 w 2119654"/>
              <a:gd name="connsiteY110001" fmla="*/ 541189 h 2398711"/>
              <a:gd name="connsiteX110002" fmla="*/ 644588 w 2119654"/>
              <a:gd name="connsiteY110002" fmla="*/ 355250 h 2398711"/>
              <a:gd name="connsiteX110003" fmla="*/ 643789 w 2119654"/>
              <a:gd name="connsiteY110003" fmla="*/ 360356 h 2398711"/>
              <a:gd name="connsiteX110004" fmla="*/ 642037 w 2119654"/>
              <a:gd name="connsiteY110004" fmla="*/ 372660 h 2398711"/>
              <a:gd name="connsiteX110005" fmla="*/ 653462 w 2119654"/>
              <a:gd name="connsiteY110005" fmla="*/ 379467 h 2398711"/>
              <a:gd name="connsiteX110006" fmla="*/ 654055 w 2119654"/>
              <a:gd name="connsiteY110006" fmla="*/ 368875 h 2398711"/>
              <a:gd name="connsiteX110007" fmla="*/ 647709 w 2119654"/>
              <a:gd name="connsiteY110007" fmla="*/ 366438 h 2398711"/>
              <a:gd name="connsiteX110008" fmla="*/ 648282 w 2119654"/>
              <a:gd name="connsiteY110008" fmla="*/ 366261 h 2398711"/>
              <a:gd name="connsiteX110009" fmla="*/ 654077 w 2119654"/>
              <a:gd name="connsiteY110009" fmla="*/ 368486 h 2398711"/>
              <a:gd name="connsiteX110010" fmla="*/ 654412 w 2119654"/>
              <a:gd name="connsiteY110010" fmla="*/ 362497 h 2398711"/>
              <a:gd name="connsiteX110011" fmla="*/ 545471 w 2119654"/>
              <a:gd name="connsiteY110011" fmla="*/ 577049 h 2398711"/>
              <a:gd name="connsiteX110012" fmla="*/ 545738 w 2119654"/>
              <a:gd name="connsiteY110012" fmla="*/ 577892 h 2398711"/>
              <a:gd name="connsiteX110013" fmla="*/ 545790 w 2119654"/>
              <a:gd name="connsiteY110013" fmla="*/ 577907 h 2398711"/>
              <a:gd name="connsiteX110014" fmla="*/ 545780 w 2119654"/>
              <a:gd name="connsiteY110014" fmla="*/ 577229 h 2398711"/>
              <a:gd name="connsiteX110015" fmla="*/ 543237 w 2119654"/>
              <a:gd name="connsiteY110015" fmla="*/ 582005 h 2398711"/>
              <a:gd name="connsiteX110016" fmla="*/ 542311 w 2119654"/>
              <a:gd name="connsiteY110016" fmla="*/ 584844 h 2398711"/>
              <a:gd name="connsiteX110017" fmla="*/ 545993 w 2119654"/>
              <a:gd name="connsiteY110017" fmla="*/ 587861 h 2398711"/>
              <a:gd name="connsiteX110018" fmla="*/ 545904 w 2119654"/>
              <a:gd name="connsiteY110018" fmla="*/ 584829 h 2398711"/>
              <a:gd name="connsiteX110019" fmla="*/ 545875 w 2119654"/>
              <a:gd name="connsiteY110019" fmla="*/ 583035 h 2398711"/>
              <a:gd name="connsiteX110020" fmla="*/ 451398 w 2119654"/>
              <a:gd name="connsiteY110020" fmla="*/ 787600 h 2398711"/>
              <a:gd name="connsiteX110021" fmla="*/ 451171 w 2119654"/>
              <a:gd name="connsiteY110021" fmla="*/ 789383 h 2398711"/>
              <a:gd name="connsiteX110022" fmla="*/ 451896 w 2119654"/>
              <a:gd name="connsiteY110022" fmla="*/ 789837 h 2398711"/>
              <a:gd name="connsiteX110023" fmla="*/ 451640 w 2119654"/>
              <a:gd name="connsiteY110023" fmla="*/ 787700 h 2398711"/>
              <a:gd name="connsiteX110024" fmla="*/ 552210 w 2119654"/>
              <a:gd name="connsiteY110024" fmla="*/ 561808 h 2398711"/>
              <a:gd name="connsiteX110025" fmla="*/ 552210 w 2119654"/>
              <a:gd name="connsiteY110025" fmla="*/ 562542 h 2398711"/>
              <a:gd name="connsiteX110026" fmla="*/ 552277 w 2119654"/>
              <a:gd name="connsiteY110026" fmla="*/ 561828 h 2398711"/>
              <a:gd name="connsiteX110027" fmla="*/ 235484 w 2119654"/>
              <a:gd name="connsiteY110027" fmla="*/ 1271011 h 2398711"/>
              <a:gd name="connsiteX110028" fmla="*/ 237840 w 2119654"/>
              <a:gd name="connsiteY110028" fmla="*/ 1277858 h 2398711"/>
              <a:gd name="connsiteX110029" fmla="*/ 239163 w 2119654"/>
              <a:gd name="connsiteY110029" fmla="*/ 1279177 h 2398711"/>
              <a:gd name="connsiteX110030" fmla="*/ 242036 w 2119654"/>
              <a:gd name="connsiteY110030" fmla="*/ 1281423 h 2398711"/>
              <a:gd name="connsiteX110031" fmla="*/ 238316 w 2119654"/>
              <a:gd name="connsiteY110031" fmla="*/ 1273569 h 2398711"/>
              <a:gd name="connsiteX110032" fmla="*/ 539663 w 2119654"/>
              <a:gd name="connsiteY110032" fmla="*/ 589730 h 2398711"/>
              <a:gd name="connsiteX110033" fmla="*/ 539529 w 2119654"/>
              <a:gd name="connsiteY110033" fmla="*/ 590139 h 2398711"/>
              <a:gd name="connsiteX110034" fmla="*/ 539905 w 2119654"/>
              <a:gd name="connsiteY110034" fmla="*/ 590448 h 2398711"/>
              <a:gd name="connsiteX110035" fmla="*/ 540039 w 2119654"/>
              <a:gd name="connsiteY110035" fmla="*/ 590039 h 2398711"/>
              <a:gd name="connsiteX110036" fmla="*/ 607300 w 2119654"/>
              <a:gd name="connsiteY110036" fmla="*/ 438260 h 2398711"/>
              <a:gd name="connsiteX110037" fmla="*/ 609883 w 2119654"/>
              <a:gd name="connsiteY110037" fmla="*/ 455409 h 2398711"/>
              <a:gd name="connsiteX110038" fmla="*/ 610690 w 2119654"/>
              <a:gd name="connsiteY110038" fmla="*/ 449751 h 2398711"/>
              <a:gd name="connsiteX110039" fmla="*/ 611782 w 2119654"/>
              <a:gd name="connsiteY110039" fmla="*/ 442754 h 2398711"/>
              <a:gd name="connsiteX110040" fmla="*/ 299688 w 2119654"/>
              <a:gd name="connsiteY110040" fmla="*/ 1126926 h 2398711"/>
              <a:gd name="connsiteX110041" fmla="*/ 299722 w 2119654"/>
              <a:gd name="connsiteY110041" fmla="*/ 1127070 h 2398711"/>
              <a:gd name="connsiteX110042" fmla="*/ 300615 w 2119654"/>
              <a:gd name="connsiteY110042" fmla="*/ 1128394 h 2398711"/>
              <a:gd name="connsiteX110043" fmla="*/ 469272 w 2119654"/>
              <a:gd name="connsiteY110043" fmla="*/ 747127 h 2398711"/>
              <a:gd name="connsiteX110044" fmla="*/ 469304 w 2119654"/>
              <a:gd name="connsiteY110044" fmla="*/ 747360 h 2398711"/>
              <a:gd name="connsiteX110045" fmla="*/ 469865 w 2119654"/>
              <a:gd name="connsiteY110045" fmla="*/ 747688 h 2398711"/>
              <a:gd name="connsiteX110046" fmla="*/ 443599 w 2119654"/>
              <a:gd name="connsiteY110046" fmla="*/ 804543 h 2398711"/>
              <a:gd name="connsiteX110047" fmla="*/ 443555 w 2119654"/>
              <a:gd name="connsiteY110047" fmla="*/ 805081 h 2398711"/>
              <a:gd name="connsiteX110048" fmla="*/ 444582 w 2119654"/>
              <a:gd name="connsiteY110048" fmla="*/ 805300 h 2398711"/>
              <a:gd name="connsiteX110049" fmla="*/ 450404 w 2119654"/>
              <a:gd name="connsiteY110049" fmla="*/ 789285 h 2398711"/>
              <a:gd name="connsiteX110050" fmla="*/ 450554 w 2119654"/>
              <a:gd name="connsiteY110050" fmla="*/ 789811 h 2398711"/>
              <a:gd name="connsiteX110051" fmla="*/ 450605 w 2119654"/>
              <a:gd name="connsiteY110051" fmla="*/ 789411 h 2398711"/>
              <a:gd name="connsiteX110052" fmla="*/ 439367 w 2119654"/>
              <a:gd name="connsiteY110052" fmla="*/ 813989 h 2398711"/>
              <a:gd name="connsiteX110053" fmla="*/ 439305 w 2119654"/>
              <a:gd name="connsiteY110053" fmla="*/ 816258 h 2398711"/>
              <a:gd name="connsiteX110054" fmla="*/ 440257 w 2119654"/>
              <a:gd name="connsiteY110054" fmla="*/ 817035 h 2398711"/>
              <a:gd name="connsiteX110055" fmla="*/ 215419 w 2119654"/>
              <a:gd name="connsiteY110055" fmla="*/ 1315434 h 2398711"/>
              <a:gd name="connsiteX110056" fmla="*/ 219275 w 2119654"/>
              <a:gd name="connsiteY110056" fmla="*/ 1325532 h 2398711"/>
              <a:gd name="connsiteX110057" fmla="*/ 226391 w 2119654"/>
              <a:gd name="connsiteY110057" fmla="*/ 1333136 h 2398711"/>
              <a:gd name="connsiteX110058" fmla="*/ 219282 w 2119654"/>
              <a:gd name="connsiteY110058" fmla="*/ 1321787 h 2398711"/>
              <a:gd name="connsiteX110059" fmla="*/ 335195 w 2119654"/>
              <a:gd name="connsiteY110059" fmla="*/ 1047194 h 2398711"/>
              <a:gd name="connsiteX110060" fmla="*/ 335858 w 2119654"/>
              <a:gd name="connsiteY110060" fmla="*/ 1049600 h 2398711"/>
              <a:gd name="connsiteX110061" fmla="*/ 336241 w 2119654"/>
              <a:gd name="connsiteY110061" fmla="*/ 1050100 h 2398711"/>
              <a:gd name="connsiteX110062" fmla="*/ 239823 w 2119654"/>
              <a:gd name="connsiteY110062" fmla="*/ 1260744 h 2398711"/>
              <a:gd name="connsiteX110063" fmla="*/ 248290 w 2119654"/>
              <a:gd name="connsiteY110063" fmla="*/ 1275416 h 2398711"/>
              <a:gd name="connsiteX110064" fmla="*/ 250993 w 2119654"/>
              <a:gd name="connsiteY110064" fmla="*/ 1277589 h 2398711"/>
              <a:gd name="connsiteX110065" fmla="*/ 258078 w 2119654"/>
              <a:gd name="connsiteY110065" fmla="*/ 1281802 h 2398711"/>
              <a:gd name="connsiteX110066" fmla="*/ 243842 w 2119654"/>
              <a:gd name="connsiteY110066" fmla="*/ 1264372 h 2398711"/>
              <a:gd name="connsiteX110067" fmla="*/ 559834 w 2119654"/>
              <a:gd name="connsiteY110067" fmla="*/ 544164 h 2398711"/>
              <a:gd name="connsiteX110068" fmla="*/ 560447 w 2119654"/>
              <a:gd name="connsiteY110068" fmla="*/ 549839 h 2398711"/>
              <a:gd name="connsiteX110069" fmla="*/ 561328 w 2119654"/>
              <a:gd name="connsiteY110069" fmla="*/ 550753 h 2398711"/>
              <a:gd name="connsiteX110070" fmla="*/ 561661 w 2119654"/>
              <a:gd name="connsiteY110070" fmla="*/ 544803 h 2398711"/>
              <a:gd name="connsiteX110071" fmla="*/ 451515 w 2119654"/>
              <a:gd name="connsiteY110071" fmla="*/ 786700 h 2398711"/>
              <a:gd name="connsiteX110072" fmla="*/ 451432 w 2119654"/>
              <a:gd name="connsiteY110072" fmla="*/ 787345 h 2398711"/>
              <a:gd name="connsiteX110073" fmla="*/ 451607 w 2119654"/>
              <a:gd name="connsiteY110073" fmla="*/ 787416 h 2398711"/>
              <a:gd name="connsiteX110074" fmla="*/ 451521 w 2119654"/>
              <a:gd name="connsiteY110074" fmla="*/ 786702 h 2398711"/>
              <a:gd name="connsiteX110075" fmla="*/ 544081 w 2119654"/>
              <a:gd name="connsiteY110075" fmla="*/ 579413 h 2398711"/>
              <a:gd name="connsiteX110076" fmla="*/ 543364 w 2119654"/>
              <a:gd name="connsiteY110076" fmla="*/ 581612 h 2398711"/>
              <a:gd name="connsiteX110077" fmla="*/ 545867 w 2119654"/>
              <a:gd name="connsiteY110077" fmla="*/ 582589 h 2398711"/>
              <a:gd name="connsiteX110078" fmla="*/ 545827 w 2119654"/>
              <a:gd name="connsiteY110078" fmla="*/ 580134 h 2398711"/>
              <a:gd name="connsiteX110079" fmla="*/ 485183 w 2119654"/>
              <a:gd name="connsiteY110079" fmla="*/ 711287 h 2398711"/>
              <a:gd name="connsiteX110080" fmla="*/ 485331 w 2119654"/>
              <a:gd name="connsiteY110080" fmla="*/ 713271 h 2398711"/>
              <a:gd name="connsiteX110081" fmla="*/ 485709 w 2119654"/>
              <a:gd name="connsiteY110081" fmla="*/ 716083 h 2398711"/>
              <a:gd name="connsiteX110082" fmla="*/ 487503 w 2119654"/>
              <a:gd name="connsiteY110082" fmla="*/ 716936 h 2398711"/>
              <a:gd name="connsiteX110083" fmla="*/ 487045 w 2119654"/>
              <a:gd name="connsiteY110083" fmla="*/ 715386 h 2398711"/>
              <a:gd name="connsiteX110084" fmla="*/ 486137 w 2119654"/>
              <a:gd name="connsiteY110084" fmla="*/ 712043 h 2398711"/>
              <a:gd name="connsiteX110085" fmla="*/ 485738 w 2119654"/>
              <a:gd name="connsiteY110085" fmla="*/ 711447 h 2398711"/>
              <a:gd name="connsiteX110086" fmla="*/ 413378 w 2119654"/>
              <a:gd name="connsiteY110086" fmla="*/ 872046 h 2398711"/>
              <a:gd name="connsiteX110087" fmla="*/ 413434 w 2119654"/>
              <a:gd name="connsiteY110087" fmla="*/ 872278 h 2398711"/>
              <a:gd name="connsiteX110088" fmla="*/ 413450 w 2119654"/>
              <a:gd name="connsiteY110088" fmla="*/ 872102 h 2398711"/>
              <a:gd name="connsiteX110089" fmla="*/ 447239 w 2119654"/>
              <a:gd name="connsiteY110089" fmla="*/ 796215 h 2398711"/>
              <a:gd name="connsiteX110090" fmla="*/ 447133 w 2119654"/>
              <a:gd name="connsiteY110090" fmla="*/ 797035 h 2398711"/>
              <a:gd name="connsiteX110091" fmla="*/ 447506 w 2119654"/>
              <a:gd name="connsiteY110091" fmla="*/ 797288 h 2398711"/>
              <a:gd name="connsiteX110092" fmla="*/ 422455 w 2119654"/>
              <a:gd name="connsiteY110092" fmla="*/ 851513 h 2398711"/>
              <a:gd name="connsiteX110093" fmla="*/ 423073 w 2119654"/>
              <a:gd name="connsiteY110093" fmla="*/ 852165 h 2398711"/>
              <a:gd name="connsiteX110094" fmla="*/ 423094 w 2119654"/>
              <a:gd name="connsiteY110094" fmla="*/ 851993 h 2398711"/>
              <a:gd name="connsiteX110095" fmla="*/ 422769 w 2119654"/>
              <a:gd name="connsiteY110095" fmla="*/ 851542 h 2398711"/>
              <a:gd name="connsiteX110096" fmla="*/ 504075 w 2119654"/>
              <a:gd name="connsiteY110096" fmla="*/ 668613 h 2398711"/>
              <a:gd name="connsiteX110097" fmla="*/ 504145 w 2119654"/>
              <a:gd name="connsiteY110097" fmla="*/ 669173 h 2398711"/>
              <a:gd name="connsiteX110098" fmla="*/ 506037 w 2119654"/>
              <a:gd name="connsiteY110098" fmla="*/ 670483 h 2398711"/>
              <a:gd name="connsiteX110099" fmla="*/ 505869 w 2119654"/>
              <a:gd name="connsiteY110099" fmla="*/ 669070 h 2398711"/>
              <a:gd name="connsiteX110100" fmla="*/ 440203 w 2119654"/>
              <a:gd name="connsiteY110100" fmla="*/ 811612 h 2398711"/>
              <a:gd name="connsiteX110101" fmla="*/ 440581 w 2119654"/>
              <a:gd name="connsiteY110101" fmla="*/ 812906 h 2398711"/>
              <a:gd name="connsiteX110102" fmla="*/ 440484 w 2119654"/>
              <a:gd name="connsiteY110102" fmla="*/ 811799 h 2398711"/>
              <a:gd name="connsiteX110103" fmla="*/ 544567 w 2119654"/>
              <a:gd name="connsiteY110103" fmla="*/ 577920 h 2398711"/>
              <a:gd name="connsiteX110104" fmla="*/ 544215 w 2119654"/>
              <a:gd name="connsiteY110104" fmla="*/ 578997 h 2398711"/>
              <a:gd name="connsiteX110105" fmla="*/ 545819 w 2119654"/>
              <a:gd name="connsiteY110105" fmla="*/ 579660 h 2398711"/>
              <a:gd name="connsiteX110106" fmla="*/ 545818 w 2119654"/>
              <a:gd name="connsiteY110106" fmla="*/ 579587 h 2398711"/>
              <a:gd name="connsiteX110107" fmla="*/ 545367 w 2119654"/>
              <a:gd name="connsiteY110107" fmla="*/ 578162 h 2398711"/>
              <a:gd name="connsiteX110108" fmla="*/ 485156 w 2119654"/>
              <a:gd name="connsiteY110108" fmla="*/ 710923 h 2398711"/>
              <a:gd name="connsiteX110109" fmla="*/ 485165 w 2119654"/>
              <a:gd name="connsiteY110109" fmla="*/ 711043 h 2398711"/>
              <a:gd name="connsiteX110110" fmla="*/ 485369 w 2119654"/>
              <a:gd name="connsiteY110110" fmla="*/ 711101 h 2398711"/>
              <a:gd name="connsiteX110111" fmla="*/ 533462 w 2119654"/>
              <a:gd name="connsiteY110111" fmla="*/ 602678 h 2398711"/>
              <a:gd name="connsiteX110112" fmla="*/ 534092 w 2119654"/>
              <a:gd name="connsiteY110112" fmla="*/ 603649 h 2398711"/>
              <a:gd name="connsiteX110113" fmla="*/ 534624 w 2119654"/>
              <a:gd name="connsiteY110113" fmla="*/ 603866 h 2398711"/>
              <a:gd name="connsiteX110114" fmla="*/ 534829 w 2119654"/>
              <a:gd name="connsiteY110114" fmla="*/ 603238 h 2398711"/>
              <a:gd name="connsiteX110115" fmla="*/ 443360 w 2119654"/>
              <a:gd name="connsiteY110115" fmla="*/ 804359 h 2398711"/>
              <a:gd name="connsiteX110116" fmla="*/ 443401 w 2119654"/>
              <a:gd name="connsiteY110116" fmla="*/ 804533 h 2398711"/>
              <a:gd name="connsiteX110117" fmla="*/ 443413 w 2119654"/>
              <a:gd name="connsiteY110117" fmla="*/ 804400 h 2398711"/>
              <a:gd name="connsiteX110118" fmla="*/ 478674 w 2119654"/>
              <a:gd name="connsiteY110118" fmla="*/ 725221 h 2398711"/>
              <a:gd name="connsiteX110119" fmla="*/ 478891 w 2119654"/>
              <a:gd name="connsiteY110119" fmla="*/ 727993 h 2398711"/>
              <a:gd name="connsiteX110120" fmla="*/ 483055 w 2119654"/>
              <a:gd name="connsiteY110120" fmla="*/ 729264 h 2398711"/>
              <a:gd name="connsiteX110121" fmla="*/ 482551 w 2119654"/>
              <a:gd name="connsiteY110121" fmla="*/ 728081 h 2398711"/>
              <a:gd name="connsiteX110122" fmla="*/ 546377 w 2119654"/>
              <a:gd name="connsiteY110122" fmla="*/ 573586 h 2398711"/>
              <a:gd name="connsiteX110123" fmla="*/ 546477 w 2119654"/>
              <a:gd name="connsiteY110123" fmla="*/ 577372 h 2398711"/>
              <a:gd name="connsiteX110124" fmla="*/ 548139 w 2119654"/>
              <a:gd name="connsiteY110124" fmla="*/ 578346 h 2398711"/>
              <a:gd name="connsiteX110125" fmla="*/ 548140 w 2119654"/>
              <a:gd name="connsiteY110125" fmla="*/ 574274 h 2398711"/>
              <a:gd name="connsiteX110126" fmla="*/ 544933 w 2119654"/>
              <a:gd name="connsiteY110126" fmla="*/ 576793 h 2398711"/>
              <a:gd name="connsiteX110127" fmla="*/ 544675 w 2119654"/>
              <a:gd name="connsiteY110127" fmla="*/ 577586 h 2398711"/>
              <a:gd name="connsiteX110128" fmla="*/ 545235 w 2119654"/>
              <a:gd name="connsiteY110128" fmla="*/ 577747 h 2398711"/>
              <a:gd name="connsiteX110129" fmla="*/ 455004 w 2119654"/>
              <a:gd name="connsiteY110129" fmla="*/ 778079 h 2398711"/>
              <a:gd name="connsiteX110130" fmla="*/ 460447 w 2119654"/>
              <a:gd name="connsiteY110130" fmla="*/ 787795 h 2398711"/>
              <a:gd name="connsiteX110131" fmla="*/ 461300 w 2119654"/>
              <a:gd name="connsiteY110131" fmla="*/ 788098 h 2398711"/>
              <a:gd name="connsiteX110132" fmla="*/ 461543 w 2119654"/>
              <a:gd name="connsiteY110132" fmla="*/ 786482 h 2398711"/>
              <a:gd name="connsiteX110133" fmla="*/ 460916 w 2119654"/>
              <a:gd name="connsiteY110133" fmla="*/ 784585 h 2398711"/>
              <a:gd name="connsiteX110134" fmla="*/ 458461 w 2119654"/>
              <a:gd name="connsiteY110134" fmla="*/ 779286 h 2398711"/>
              <a:gd name="connsiteX110135" fmla="*/ 492062 w 2119654"/>
              <a:gd name="connsiteY110135" fmla="*/ 694845 h 2398711"/>
              <a:gd name="connsiteX110136" fmla="*/ 492179 w 2119654"/>
              <a:gd name="connsiteY110136" fmla="*/ 696340 h 2398711"/>
              <a:gd name="connsiteX110137" fmla="*/ 493320 w 2119654"/>
              <a:gd name="connsiteY110137" fmla="*/ 698387 h 2398711"/>
              <a:gd name="connsiteX110138" fmla="*/ 493736 w 2119654"/>
              <a:gd name="connsiteY110138" fmla="*/ 696261 h 2398711"/>
              <a:gd name="connsiteX110139" fmla="*/ 492555 w 2119654"/>
              <a:gd name="connsiteY110139" fmla="*/ 695208 h 2398711"/>
              <a:gd name="connsiteX110140" fmla="*/ 247612 w 2119654"/>
              <a:gd name="connsiteY110140" fmla="*/ 1242194 h 2398711"/>
              <a:gd name="connsiteX110141" fmla="*/ 257873 w 2119654"/>
              <a:gd name="connsiteY110141" fmla="*/ 1254005 h 2398711"/>
              <a:gd name="connsiteX110142" fmla="*/ 257733 w 2119654"/>
              <a:gd name="connsiteY110142" fmla="*/ 1253682 h 2398711"/>
              <a:gd name="connsiteX110143" fmla="*/ 256247 w 2119654"/>
              <a:gd name="connsiteY110143" fmla="*/ 1250104 h 2398711"/>
              <a:gd name="connsiteX110144" fmla="*/ 248996 w 2119654"/>
              <a:gd name="connsiteY110144" fmla="*/ 1243010 h 2398711"/>
              <a:gd name="connsiteX110145" fmla="*/ 541484 w 2119654"/>
              <a:gd name="connsiteY110145" fmla="*/ 584134 h 2398711"/>
              <a:gd name="connsiteX110146" fmla="*/ 541476 w 2119654"/>
              <a:gd name="connsiteY110146" fmla="*/ 584160 h 2398711"/>
              <a:gd name="connsiteX110147" fmla="*/ 541499 w 2119654"/>
              <a:gd name="connsiteY110147" fmla="*/ 584178 h 2398711"/>
              <a:gd name="connsiteX110148" fmla="*/ 205504 w 2119654"/>
              <a:gd name="connsiteY110148" fmla="*/ 1336433 h 2398711"/>
              <a:gd name="connsiteX110149" fmla="*/ 206325 w 2119654"/>
              <a:gd name="connsiteY110149" fmla="*/ 1338583 h 2398711"/>
              <a:gd name="connsiteX110150" fmla="*/ 208183 w 2119654"/>
              <a:gd name="connsiteY110150" fmla="*/ 1339678 h 2398711"/>
              <a:gd name="connsiteX110151" fmla="*/ 447516 w 2119654"/>
              <a:gd name="connsiteY110151" fmla="*/ 794509 h 2398711"/>
              <a:gd name="connsiteX110152" fmla="*/ 447711 w 2119654"/>
              <a:gd name="connsiteY110152" fmla="*/ 795249 h 2398711"/>
              <a:gd name="connsiteX110153" fmla="*/ 448162 w 2119654"/>
              <a:gd name="connsiteY110153" fmla="*/ 795897 h 2398711"/>
              <a:gd name="connsiteX110154" fmla="*/ 559313 w 2119654"/>
              <a:gd name="connsiteY110154" fmla="*/ 543983 h 2398711"/>
              <a:gd name="connsiteX110155" fmla="*/ 559313 w 2119654"/>
              <a:gd name="connsiteY110155" fmla="*/ 548662 h 2398711"/>
              <a:gd name="connsiteX110156" fmla="*/ 560134 w 2119654"/>
              <a:gd name="connsiteY110156" fmla="*/ 549514 h 2398711"/>
              <a:gd name="connsiteX110157" fmla="*/ 559546 w 2119654"/>
              <a:gd name="connsiteY110157" fmla="*/ 544064 h 2398711"/>
              <a:gd name="connsiteX110158" fmla="*/ 226773 w 2119654"/>
              <a:gd name="connsiteY110158" fmla="*/ 1288594 h 2398711"/>
              <a:gd name="connsiteX110159" fmla="*/ 227243 w 2119654"/>
              <a:gd name="connsiteY110159" fmla="*/ 1289469 h 2398711"/>
              <a:gd name="connsiteX110160" fmla="*/ 234414 w 2119654"/>
              <a:gd name="connsiteY110160" fmla="*/ 1293946 h 2398711"/>
              <a:gd name="connsiteX110161" fmla="*/ 234258 w 2119654"/>
              <a:gd name="connsiteY110161" fmla="*/ 1293643 h 2398711"/>
              <a:gd name="connsiteX110162" fmla="*/ 545732 w 2119654"/>
              <a:gd name="connsiteY110162" fmla="*/ 574342 h 2398711"/>
              <a:gd name="connsiteX110163" fmla="*/ 545165 w 2119654"/>
              <a:gd name="connsiteY110163" fmla="*/ 576084 h 2398711"/>
              <a:gd name="connsiteX110164" fmla="*/ 545367 w 2119654"/>
              <a:gd name="connsiteY110164" fmla="*/ 576721 h 2398711"/>
              <a:gd name="connsiteX110165" fmla="*/ 545775 w 2119654"/>
              <a:gd name="connsiteY110165" fmla="*/ 576960 h 2398711"/>
              <a:gd name="connsiteX110166" fmla="*/ 356694 w 2119654"/>
              <a:gd name="connsiteY110166" fmla="*/ 997625 h 2398711"/>
              <a:gd name="connsiteX110167" fmla="*/ 358194 w 2119654"/>
              <a:gd name="connsiteY110167" fmla="*/ 1003118 h 2398711"/>
              <a:gd name="connsiteX110168" fmla="*/ 360004 w 2119654"/>
              <a:gd name="connsiteY110168" fmla="*/ 1004791 h 2398711"/>
              <a:gd name="connsiteX110169" fmla="*/ 360354 w 2119654"/>
              <a:gd name="connsiteY110169" fmla="*/ 1001826 h 2398711"/>
              <a:gd name="connsiteX110170" fmla="*/ 497531 w 2119654"/>
              <a:gd name="connsiteY110170" fmla="*/ 682228 h 2398711"/>
              <a:gd name="connsiteX110171" fmla="*/ 496966 w 2119654"/>
              <a:gd name="connsiteY110171" fmla="*/ 685105 h 2398711"/>
              <a:gd name="connsiteX110172" fmla="*/ 497054 w 2119654"/>
              <a:gd name="connsiteY110172" fmla="*/ 686277 h 2398711"/>
              <a:gd name="connsiteX110173" fmla="*/ 499791 w 2119654"/>
              <a:gd name="connsiteY110173" fmla="*/ 688274 h 2398711"/>
              <a:gd name="connsiteX110174" fmla="*/ 498998 w 2119654"/>
              <a:gd name="connsiteY110174" fmla="*/ 685114 h 2398711"/>
              <a:gd name="connsiteX110175" fmla="*/ 459440 w 2119654"/>
              <a:gd name="connsiteY110175" fmla="*/ 767470 h 2398711"/>
              <a:gd name="connsiteX110176" fmla="*/ 459532 w 2119654"/>
              <a:gd name="connsiteY110176" fmla="*/ 767739 h 2398711"/>
              <a:gd name="connsiteX110177" fmla="*/ 459900 w 2119654"/>
              <a:gd name="connsiteY110177" fmla="*/ 768042 h 2398711"/>
              <a:gd name="connsiteX110178" fmla="*/ 375895 w 2119654"/>
              <a:gd name="connsiteY110178" fmla="*/ 954392 h 2398711"/>
              <a:gd name="connsiteX110179" fmla="*/ 375918 w 2119654"/>
              <a:gd name="connsiteY110179" fmla="*/ 954663 h 2398711"/>
              <a:gd name="connsiteX110180" fmla="*/ 375925 w 2119654"/>
              <a:gd name="connsiteY110180" fmla="*/ 954674 h 2398711"/>
              <a:gd name="connsiteX110181" fmla="*/ 375964 w 2119654"/>
              <a:gd name="connsiteY110181" fmla="*/ 954522 h 2398711"/>
              <a:gd name="connsiteX110182" fmla="*/ 628600 w 2119654"/>
              <a:gd name="connsiteY110182" fmla="*/ 388421 h 2398711"/>
              <a:gd name="connsiteX110183" fmla="*/ 627030 w 2119654"/>
              <a:gd name="connsiteY110183" fmla="*/ 399981 h 2398711"/>
              <a:gd name="connsiteX110184" fmla="*/ 632738 w 2119654"/>
              <a:gd name="connsiteY110184" fmla="*/ 404613 h 2398711"/>
              <a:gd name="connsiteX110185" fmla="*/ 634812 w 2119654"/>
              <a:gd name="connsiteY110185" fmla="*/ 395034 h 2398711"/>
              <a:gd name="connsiteX110186" fmla="*/ 634566 w 2119654"/>
              <a:gd name="connsiteY110186" fmla="*/ 393396 h 2398711"/>
              <a:gd name="connsiteX110187" fmla="*/ 542297 w 2119654"/>
              <a:gd name="connsiteY110187" fmla="*/ 581640 h 2398711"/>
              <a:gd name="connsiteX110188" fmla="*/ 541657 w 2119654"/>
              <a:gd name="connsiteY110188" fmla="*/ 583605 h 2398711"/>
              <a:gd name="connsiteX110189" fmla="*/ 541892 w 2119654"/>
              <a:gd name="connsiteY110189" fmla="*/ 584343 h 2398711"/>
              <a:gd name="connsiteX110190" fmla="*/ 542719 w 2119654"/>
              <a:gd name="connsiteY110190" fmla="*/ 581804 h 2398711"/>
              <a:gd name="connsiteX110191" fmla="*/ 616701 w 2119654"/>
              <a:gd name="connsiteY110191" fmla="*/ 415029 h 2398711"/>
              <a:gd name="connsiteX110192" fmla="*/ 618148 w 2119654"/>
              <a:gd name="connsiteY110192" fmla="*/ 420125 h 2398711"/>
              <a:gd name="connsiteX110193" fmla="*/ 623292 w 2119654"/>
              <a:gd name="connsiteY110193" fmla="*/ 423920 h 2398711"/>
              <a:gd name="connsiteX110194" fmla="*/ 623816 w 2119654"/>
              <a:gd name="connsiteY110194" fmla="*/ 420061 h 2398711"/>
              <a:gd name="connsiteX110195" fmla="*/ 387087 w 2119654"/>
              <a:gd name="connsiteY110195" fmla="*/ 929166 h 2398711"/>
              <a:gd name="connsiteX110196" fmla="*/ 386420 w 2119654"/>
              <a:gd name="connsiteY110196" fmla="*/ 931740 h 2398711"/>
              <a:gd name="connsiteX110197" fmla="*/ 385506 w 2119654"/>
              <a:gd name="connsiteY110197" fmla="*/ 936391 h 2398711"/>
              <a:gd name="connsiteX110198" fmla="*/ 386969 w 2119654"/>
              <a:gd name="connsiteY110198" fmla="*/ 937759 h 2398711"/>
              <a:gd name="connsiteX110199" fmla="*/ 387457 w 2119654"/>
              <a:gd name="connsiteY110199" fmla="*/ 933687 h 2398711"/>
              <a:gd name="connsiteX110200" fmla="*/ 447577 w 2119654"/>
              <a:gd name="connsiteY110200" fmla="*/ 793700 h 2398711"/>
              <a:gd name="connsiteX110201" fmla="*/ 447518 w 2119654"/>
              <a:gd name="connsiteY110201" fmla="*/ 794122 h 2398711"/>
              <a:gd name="connsiteX110202" fmla="*/ 448608 w 2119654"/>
              <a:gd name="connsiteY110202" fmla="*/ 796383 h 2398711"/>
              <a:gd name="connsiteX110203" fmla="*/ 448155 w 2119654"/>
              <a:gd name="connsiteY110203" fmla="*/ 793949 h 2398711"/>
              <a:gd name="connsiteX110204" fmla="*/ 476520 w 2119654"/>
              <a:gd name="connsiteY110204" fmla="*/ 728845 h 2398711"/>
              <a:gd name="connsiteX110205" fmla="*/ 476651 w 2119654"/>
              <a:gd name="connsiteY110205" fmla="*/ 734722 h 2398711"/>
              <a:gd name="connsiteX110206" fmla="*/ 477688 w 2119654"/>
              <a:gd name="connsiteY110206" fmla="*/ 735875 h 2398711"/>
              <a:gd name="connsiteX110207" fmla="*/ 477346 w 2119654"/>
              <a:gd name="connsiteY110207" fmla="*/ 729134 h 2398711"/>
              <a:gd name="connsiteX110208" fmla="*/ 546353 w 2119654"/>
              <a:gd name="connsiteY110208" fmla="*/ 572433 h 2398711"/>
              <a:gd name="connsiteX110209" fmla="*/ 546347 w 2119654"/>
              <a:gd name="connsiteY110209" fmla="*/ 572451 h 2398711"/>
              <a:gd name="connsiteX110210" fmla="*/ 546361 w 2119654"/>
              <a:gd name="connsiteY110210" fmla="*/ 572987 h 2398711"/>
              <a:gd name="connsiteX110211" fmla="*/ 547592 w 2119654"/>
              <a:gd name="connsiteY110211" fmla="*/ 573466 h 2398711"/>
              <a:gd name="connsiteX110212" fmla="*/ 179735 w 2119654"/>
              <a:gd name="connsiteY110212" fmla="*/ 1393320 h 2398711"/>
              <a:gd name="connsiteX110213" fmla="*/ 185528 w 2119654"/>
              <a:gd name="connsiteY110213" fmla="*/ 1398194 h 2398711"/>
              <a:gd name="connsiteX110214" fmla="*/ 185528 w 2119654"/>
              <a:gd name="connsiteY110214" fmla="*/ 1398175 h 2398711"/>
              <a:gd name="connsiteX110215" fmla="*/ 185565 w 2119654"/>
              <a:gd name="connsiteY110215" fmla="*/ 1398224 h 2398711"/>
              <a:gd name="connsiteX110216" fmla="*/ 198287 w 2119654"/>
              <a:gd name="connsiteY110216" fmla="*/ 1408927 h 2398711"/>
              <a:gd name="connsiteX110217" fmla="*/ 202125 w 2119654"/>
              <a:gd name="connsiteY110217" fmla="*/ 1411415 h 2398711"/>
              <a:gd name="connsiteX110218" fmla="*/ 194848 w 2119654"/>
              <a:gd name="connsiteY110218" fmla="*/ 1399395 h 2398711"/>
              <a:gd name="connsiteX110219" fmla="*/ 525975 w 2119654"/>
              <a:gd name="connsiteY110219" fmla="*/ 617944 h 2398711"/>
              <a:gd name="connsiteX110220" fmla="*/ 526340 w 2119654"/>
              <a:gd name="connsiteY110220" fmla="*/ 621828 h 2398711"/>
              <a:gd name="connsiteX110221" fmla="*/ 526414 w 2119654"/>
              <a:gd name="connsiteY110221" fmla="*/ 621844 h 2398711"/>
              <a:gd name="connsiteX110222" fmla="*/ 526135 w 2119654"/>
              <a:gd name="connsiteY110222" fmla="*/ 617977 h 2398711"/>
              <a:gd name="connsiteX110223" fmla="*/ 375207 w 2119654"/>
              <a:gd name="connsiteY110223" fmla="*/ 955416 h 2398711"/>
              <a:gd name="connsiteX110224" fmla="*/ 375462 w 2119654"/>
              <a:gd name="connsiteY110224" fmla="*/ 955918 h 2398711"/>
              <a:gd name="connsiteX110225" fmla="*/ 375451 w 2119654"/>
              <a:gd name="connsiteY110225" fmla="*/ 955777 h 2398711"/>
              <a:gd name="connsiteX110226" fmla="*/ 552211 w 2119654"/>
              <a:gd name="connsiteY110226" fmla="*/ 558966 h 2398711"/>
              <a:gd name="connsiteX110227" fmla="*/ 552210 w 2119654"/>
              <a:gd name="connsiteY110227" fmla="*/ 561208 h 2398711"/>
              <a:gd name="connsiteX110228" fmla="*/ 552331 w 2119654"/>
              <a:gd name="connsiteY110228" fmla="*/ 561242 h 2398711"/>
              <a:gd name="connsiteX110229" fmla="*/ 552530 w 2119654"/>
              <a:gd name="connsiteY110229" fmla="*/ 559121 h 2398711"/>
              <a:gd name="connsiteX110230" fmla="*/ 523985 w 2119654"/>
              <a:gd name="connsiteY110230" fmla="*/ 622155 h 2398711"/>
              <a:gd name="connsiteX110231" fmla="*/ 523648 w 2119654"/>
              <a:gd name="connsiteY110231" fmla="*/ 624129 h 2398711"/>
              <a:gd name="connsiteX110232" fmla="*/ 523872 w 2119654"/>
              <a:gd name="connsiteY110232" fmla="*/ 624918 h 2398711"/>
              <a:gd name="connsiteX110233" fmla="*/ 524144 w 2119654"/>
              <a:gd name="connsiteY110233" fmla="*/ 625012 h 2398711"/>
              <a:gd name="connsiteX110234" fmla="*/ 464215 w 2119654"/>
              <a:gd name="connsiteY110234" fmla="*/ 755892 h 2398711"/>
              <a:gd name="connsiteX110235" fmla="*/ 465608 w 2119654"/>
              <a:gd name="connsiteY110235" fmla="*/ 759694 h 2398711"/>
              <a:gd name="connsiteX110236" fmla="*/ 466109 w 2119654"/>
              <a:gd name="connsiteY110236" fmla="*/ 756792 h 2398711"/>
              <a:gd name="connsiteX110237" fmla="*/ 387507 w 2119654"/>
              <a:gd name="connsiteY110237" fmla="*/ 927543 h 2398711"/>
              <a:gd name="connsiteX110238" fmla="*/ 387334 w 2119654"/>
              <a:gd name="connsiteY110238" fmla="*/ 928213 h 2398711"/>
              <a:gd name="connsiteX110239" fmla="*/ 387649 w 2119654"/>
              <a:gd name="connsiteY110239" fmla="*/ 932073 h 2398711"/>
              <a:gd name="connsiteX110240" fmla="*/ 388067 w 2119654"/>
              <a:gd name="connsiteY110240" fmla="*/ 928580 h 2398711"/>
              <a:gd name="connsiteX110241" fmla="*/ 543148 w 2119654"/>
              <a:gd name="connsiteY110241" fmla="*/ 579027 h 2398711"/>
              <a:gd name="connsiteX110242" fmla="*/ 542426 w 2119654"/>
              <a:gd name="connsiteY110242" fmla="*/ 581246 h 2398711"/>
              <a:gd name="connsiteX110243" fmla="*/ 542847 w 2119654"/>
              <a:gd name="connsiteY110243" fmla="*/ 581411 h 2398711"/>
              <a:gd name="connsiteX110244" fmla="*/ 543568 w 2119654"/>
              <a:gd name="connsiteY110244" fmla="*/ 579200 h 2398711"/>
              <a:gd name="connsiteX110245" fmla="*/ 253517 w 2119654"/>
              <a:gd name="connsiteY110245" fmla="*/ 1227551 h 2398711"/>
              <a:gd name="connsiteX110246" fmla="*/ 253689 w 2119654"/>
              <a:gd name="connsiteY110246" fmla="*/ 1228145 h 2398711"/>
              <a:gd name="connsiteX110247" fmla="*/ 253782 w 2119654"/>
              <a:gd name="connsiteY110247" fmla="*/ 1228268 h 2398711"/>
              <a:gd name="connsiteX110248" fmla="*/ 255135 w 2119654"/>
              <a:gd name="connsiteY110248" fmla="*/ 1229862 h 2398711"/>
              <a:gd name="connsiteX110249" fmla="*/ 254206 w 2119654"/>
              <a:gd name="connsiteY110249" fmla="*/ 1227934 h 2398711"/>
              <a:gd name="connsiteX110250" fmla="*/ 547206 w 2119654"/>
              <a:gd name="connsiteY110250" fmla="*/ 569815 h 2398711"/>
              <a:gd name="connsiteX110251" fmla="*/ 546473 w 2119654"/>
              <a:gd name="connsiteY110251" fmla="*/ 572065 h 2398711"/>
              <a:gd name="connsiteX110252" fmla="*/ 548140 w 2119654"/>
              <a:gd name="connsiteY110252" fmla="*/ 573456 h 2398711"/>
              <a:gd name="connsiteX110253" fmla="*/ 548140 w 2119654"/>
              <a:gd name="connsiteY110253" fmla="*/ 570700 h 2398711"/>
              <a:gd name="connsiteX110254" fmla="*/ 447267 w 2119654"/>
              <a:gd name="connsiteY110254" fmla="*/ 793567 h 2398711"/>
              <a:gd name="connsiteX110255" fmla="*/ 447287 w 2119654"/>
              <a:gd name="connsiteY110255" fmla="*/ 793641 h 2398711"/>
              <a:gd name="connsiteX110256" fmla="*/ 447302 w 2119654"/>
              <a:gd name="connsiteY110256" fmla="*/ 793673 h 2398711"/>
              <a:gd name="connsiteX110257" fmla="*/ 447314 w 2119654"/>
              <a:gd name="connsiteY110257" fmla="*/ 793587 h 2398711"/>
              <a:gd name="connsiteX110258" fmla="*/ 503854 w 2119654"/>
              <a:gd name="connsiteY110258" fmla="*/ 666828 h 2398711"/>
              <a:gd name="connsiteX110259" fmla="*/ 503899 w 2119654"/>
              <a:gd name="connsiteY110259" fmla="*/ 667192 h 2398711"/>
              <a:gd name="connsiteX110260" fmla="*/ 504464 w 2119654"/>
              <a:gd name="connsiteY110260" fmla="*/ 667293 h 2398711"/>
              <a:gd name="connsiteX110261" fmla="*/ 519635 w 2119654"/>
              <a:gd name="connsiteY110261" fmla="*/ 631482 h 2398711"/>
              <a:gd name="connsiteX110262" fmla="*/ 519169 w 2119654"/>
              <a:gd name="connsiteY110262" fmla="*/ 634453 h 2398711"/>
              <a:gd name="connsiteX110263" fmla="*/ 519368 w 2119654"/>
              <a:gd name="connsiteY110263" fmla="*/ 636112 h 2398711"/>
              <a:gd name="connsiteX110264" fmla="*/ 521077 w 2119654"/>
              <a:gd name="connsiteY110264" fmla="*/ 638477 h 2398711"/>
              <a:gd name="connsiteX110265" fmla="*/ 521622 w 2119654"/>
              <a:gd name="connsiteY110265" fmla="*/ 635289 h 2398711"/>
              <a:gd name="connsiteX110266" fmla="*/ 521531 w 2119654"/>
              <a:gd name="connsiteY110266" fmla="*/ 634104 h 2398711"/>
              <a:gd name="connsiteX110267" fmla="*/ 254033 w 2119654"/>
              <a:gd name="connsiteY110267" fmla="*/ 1226042 h 2398711"/>
              <a:gd name="connsiteX110268" fmla="*/ 255045 w 2119654"/>
              <a:gd name="connsiteY110268" fmla="*/ 1228144 h 2398711"/>
              <a:gd name="connsiteX110269" fmla="*/ 256244 w 2119654"/>
              <a:gd name="connsiteY110269" fmla="*/ 1228810 h 2398711"/>
              <a:gd name="connsiteX110270" fmla="*/ 543605 w 2119654"/>
              <a:gd name="connsiteY110270" fmla="*/ 577628 h 2398711"/>
              <a:gd name="connsiteX110271" fmla="*/ 543284 w 2119654"/>
              <a:gd name="connsiteY110271" fmla="*/ 578612 h 2398711"/>
              <a:gd name="connsiteX110272" fmla="*/ 543703 w 2119654"/>
              <a:gd name="connsiteY110272" fmla="*/ 578785 h 2398711"/>
              <a:gd name="connsiteX110273" fmla="*/ 544037 w 2119654"/>
              <a:gd name="connsiteY110273" fmla="*/ 577760 h 2398711"/>
              <a:gd name="connsiteX110274" fmla="*/ 336582 w 2119654"/>
              <a:gd name="connsiteY110274" fmla="*/ 1040891 h 2398711"/>
              <a:gd name="connsiteX110275" fmla="*/ 340034 w 2119654"/>
              <a:gd name="connsiteY110275" fmla="*/ 1055068 h 2398711"/>
              <a:gd name="connsiteX110276" fmla="*/ 340340 w 2119654"/>
              <a:gd name="connsiteY110276" fmla="*/ 1055468 h 2398711"/>
              <a:gd name="connsiteX110277" fmla="*/ 340343 w 2119654"/>
              <a:gd name="connsiteY110277" fmla="*/ 1053732 h 2398711"/>
              <a:gd name="connsiteX110278" fmla="*/ 337526 w 2119654"/>
              <a:gd name="connsiteY110278" fmla="*/ 1041891 h 2398711"/>
              <a:gd name="connsiteX110279" fmla="*/ 337035 w 2119654"/>
              <a:gd name="connsiteY110279" fmla="*/ 1041141 h 2398711"/>
              <a:gd name="connsiteX110280" fmla="*/ 387930 w 2119654"/>
              <a:gd name="connsiteY110280" fmla="*/ 925912 h 2398711"/>
              <a:gd name="connsiteX110281" fmla="*/ 387715 w 2119654"/>
              <a:gd name="connsiteY110281" fmla="*/ 926741 h 2398711"/>
              <a:gd name="connsiteX110282" fmla="*/ 388187 w 2119654"/>
              <a:gd name="connsiteY110282" fmla="*/ 927575 h 2398711"/>
              <a:gd name="connsiteX110283" fmla="*/ 388260 w 2119654"/>
              <a:gd name="connsiteY110283" fmla="*/ 926963 h 2398711"/>
              <a:gd name="connsiteX110284" fmla="*/ 326796 w 2119654"/>
              <a:gd name="connsiteY110284" fmla="*/ 1062783 h 2398711"/>
              <a:gd name="connsiteX110285" fmla="*/ 327878 w 2119654"/>
              <a:gd name="connsiteY110285" fmla="*/ 1067226 h 2398711"/>
              <a:gd name="connsiteX110286" fmla="*/ 327641 w 2119654"/>
              <a:gd name="connsiteY110286" fmla="*/ 1064049 h 2398711"/>
              <a:gd name="connsiteX110287" fmla="*/ 350461 w 2119654"/>
              <a:gd name="connsiteY110287" fmla="*/ 1009775 h 2398711"/>
              <a:gd name="connsiteX110288" fmla="*/ 351211 w 2119654"/>
              <a:gd name="connsiteY110288" fmla="*/ 1011472 h 2398711"/>
              <a:gd name="connsiteX110289" fmla="*/ 351175 w 2119654"/>
              <a:gd name="connsiteY110289" fmla="*/ 1010887 h 2398711"/>
              <a:gd name="connsiteX110290" fmla="*/ 351042 w 2119654"/>
              <a:gd name="connsiteY110290" fmla="*/ 1010238 h 2398711"/>
              <a:gd name="connsiteX110291" fmla="*/ 544062 w 2119654"/>
              <a:gd name="connsiteY110291" fmla="*/ 576223 h 2398711"/>
              <a:gd name="connsiteX110292" fmla="*/ 543709 w 2119654"/>
              <a:gd name="connsiteY110292" fmla="*/ 577307 h 2398711"/>
              <a:gd name="connsiteX110293" fmla="*/ 544144 w 2119654"/>
              <a:gd name="connsiteY110293" fmla="*/ 577432 h 2398711"/>
              <a:gd name="connsiteX110294" fmla="*/ 544461 w 2119654"/>
              <a:gd name="connsiteY110294" fmla="*/ 576456 h 2398711"/>
              <a:gd name="connsiteX110295" fmla="*/ 532818 w 2119654"/>
              <a:gd name="connsiteY110295" fmla="*/ 601382 h 2398711"/>
              <a:gd name="connsiteX110296" fmla="*/ 533201 w 2119654"/>
              <a:gd name="connsiteY110296" fmla="*/ 602209 h 2398711"/>
              <a:gd name="connsiteX110297" fmla="*/ 534933 w 2119654"/>
              <a:gd name="connsiteY110297" fmla="*/ 602919 h 2398711"/>
              <a:gd name="connsiteX110298" fmla="*/ 535138 w 2119654"/>
              <a:gd name="connsiteY110298" fmla="*/ 602288 h 2398711"/>
              <a:gd name="connsiteX110299" fmla="*/ 502899 w 2119654"/>
              <a:gd name="connsiteY110299" fmla="*/ 668312 h 2398711"/>
              <a:gd name="connsiteX110300" fmla="*/ 503175 w 2119654"/>
              <a:gd name="connsiteY110300" fmla="*/ 668503 h 2398711"/>
              <a:gd name="connsiteX110301" fmla="*/ 503175 w 2119654"/>
              <a:gd name="connsiteY110301" fmla="*/ 668382 h 2398711"/>
              <a:gd name="connsiteX110302" fmla="*/ 463555 w 2119654"/>
              <a:gd name="connsiteY110302" fmla="*/ 756406 h 2398711"/>
              <a:gd name="connsiteX110303" fmla="*/ 464056 w 2119654"/>
              <a:gd name="connsiteY110303" fmla="*/ 763377 h 2398711"/>
              <a:gd name="connsiteX110304" fmla="*/ 464827 w 2119654"/>
              <a:gd name="connsiteY110304" fmla="*/ 764595 h 2398711"/>
              <a:gd name="connsiteX110305" fmla="*/ 465255 w 2119654"/>
              <a:gd name="connsiteY110305" fmla="*/ 761743 h 2398711"/>
              <a:gd name="connsiteX110306" fmla="*/ 465367 w 2119654"/>
              <a:gd name="connsiteY110306" fmla="*/ 761091 h 2398711"/>
              <a:gd name="connsiteX110307" fmla="*/ 465363 w 2119654"/>
              <a:gd name="connsiteY110307" fmla="*/ 761049 h 2398711"/>
              <a:gd name="connsiteX110308" fmla="*/ 559314 w 2119654"/>
              <a:gd name="connsiteY110308" fmla="*/ 541919 h 2398711"/>
              <a:gd name="connsiteX110309" fmla="*/ 559314 w 2119654"/>
              <a:gd name="connsiteY110309" fmla="*/ 542114 h 2398711"/>
              <a:gd name="connsiteX110310" fmla="*/ 559336 w 2119654"/>
              <a:gd name="connsiteY110310" fmla="*/ 542122 h 2398711"/>
              <a:gd name="connsiteX110311" fmla="*/ 270221 w 2119654"/>
              <a:gd name="connsiteY110311" fmla="*/ 1189163 h 2398711"/>
              <a:gd name="connsiteX110312" fmla="*/ 276548 w 2119654"/>
              <a:gd name="connsiteY110312" fmla="*/ 1215140 h 2398711"/>
              <a:gd name="connsiteX110313" fmla="*/ 276963 w 2119654"/>
              <a:gd name="connsiteY110313" fmla="*/ 1215938 h 2398711"/>
              <a:gd name="connsiteX110314" fmla="*/ 285803 w 2119654"/>
              <a:gd name="connsiteY110314" fmla="*/ 1228749 h 2398711"/>
              <a:gd name="connsiteX110315" fmla="*/ 290132 w 2119654"/>
              <a:gd name="connsiteY110315" fmla="*/ 1232984 h 2398711"/>
              <a:gd name="connsiteX110316" fmla="*/ 287942 w 2119654"/>
              <a:gd name="connsiteY110316" fmla="*/ 1225389 h 2398711"/>
              <a:gd name="connsiteX110317" fmla="*/ 286794 w 2119654"/>
              <a:gd name="connsiteY110317" fmla="*/ 1220713 h 2398711"/>
              <a:gd name="connsiteX110318" fmla="*/ 277975 w 2119654"/>
              <a:gd name="connsiteY110318" fmla="*/ 1209519 h 2398711"/>
              <a:gd name="connsiteX110319" fmla="*/ 277975 w 2119654"/>
              <a:gd name="connsiteY110319" fmla="*/ 1209132 h 2398711"/>
              <a:gd name="connsiteX110320" fmla="*/ 286656 w 2119654"/>
              <a:gd name="connsiteY110320" fmla="*/ 1220151 h 2398711"/>
              <a:gd name="connsiteX110321" fmla="*/ 285128 w 2119654"/>
              <a:gd name="connsiteY110321" fmla="*/ 1213928 h 2398711"/>
              <a:gd name="connsiteX110322" fmla="*/ 281551 w 2119654"/>
              <a:gd name="connsiteY110322" fmla="*/ 1209715 h 2398711"/>
              <a:gd name="connsiteX110323" fmla="*/ 281571 w 2119654"/>
              <a:gd name="connsiteY110323" fmla="*/ 1209377 h 2398711"/>
              <a:gd name="connsiteX110324" fmla="*/ 285003 w 2119654"/>
              <a:gd name="connsiteY110324" fmla="*/ 1213422 h 2398711"/>
              <a:gd name="connsiteX110325" fmla="*/ 284107 w 2119654"/>
              <a:gd name="connsiteY110325" fmla="*/ 1209769 h 2398711"/>
              <a:gd name="connsiteX110326" fmla="*/ 284051 w 2119654"/>
              <a:gd name="connsiteY110326" fmla="*/ 1209662 h 2398711"/>
              <a:gd name="connsiteX110327" fmla="*/ 270829 w 2119654"/>
              <a:gd name="connsiteY110327" fmla="*/ 1189499 h 2398711"/>
              <a:gd name="connsiteX110328" fmla="*/ 544412 w 2119654"/>
              <a:gd name="connsiteY110328" fmla="*/ 575149 h 2398711"/>
              <a:gd name="connsiteX110329" fmla="*/ 544135 w 2119654"/>
              <a:gd name="connsiteY110329" fmla="*/ 576000 h 2398711"/>
              <a:gd name="connsiteX110330" fmla="*/ 544533 w 2119654"/>
              <a:gd name="connsiteY110330" fmla="*/ 576234 h 2398711"/>
              <a:gd name="connsiteX110331" fmla="*/ 544646 w 2119654"/>
              <a:gd name="connsiteY110331" fmla="*/ 575887 h 2398711"/>
              <a:gd name="connsiteX110332" fmla="*/ 548386 w 2119654"/>
              <a:gd name="connsiteY110332" fmla="*/ 566192 h 2398711"/>
              <a:gd name="connsiteX110333" fmla="*/ 547958 w 2119654"/>
              <a:gd name="connsiteY110333" fmla="*/ 567508 h 2398711"/>
              <a:gd name="connsiteX110334" fmla="*/ 548200 w 2119654"/>
              <a:gd name="connsiteY110334" fmla="*/ 567737 h 2398711"/>
              <a:gd name="connsiteX110335" fmla="*/ 296681 w 2119654"/>
              <a:gd name="connsiteY110335" fmla="*/ 1129669 h 2398711"/>
              <a:gd name="connsiteX110336" fmla="*/ 302253 w 2119654"/>
              <a:gd name="connsiteY110336" fmla="*/ 1138835 h 2398711"/>
              <a:gd name="connsiteX110337" fmla="*/ 302225 w 2119654"/>
              <a:gd name="connsiteY110337" fmla="*/ 1138084 h 2398711"/>
              <a:gd name="connsiteX110338" fmla="*/ 300754 w 2119654"/>
              <a:gd name="connsiteY110338" fmla="*/ 1131976 h 2398711"/>
              <a:gd name="connsiteX110339" fmla="*/ 270657 w 2119654"/>
              <a:gd name="connsiteY110339" fmla="*/ 1187935 h 2398711"/>
              <a:gd name="connsiteX110340" fmla="*/ 271417 w 2119654"/>
              <a:gd name="connsiteY110340" fmla="*/ 1189094 h 2398711"/>
              <a:gd name="connsiteX110341" fmla="*/ 272172 w 2119654"/>
              <a:gd name="connsiteY110341" fmla="*/ 1189497 h 2398711"/>
              <a:gd name="connsiteX110342" fmla="*/ 271622 w 2119654"/>
              <a:gd name="connsiteY110342" fmla="*/ 1188703 h 2398711"/>
              <a:gd name="connsiteX110343" fmla="*/ 515375 w 2119654"/>
              <a:gd name="connsiteY110343" fmla="*/ 639903 h 2398711"/>
              <a:gd name="connsiteX110344" fmla="*/ 514995 w 2119654"/>
              <a:gd name="connsiteY110344" fmla="*/ 643895 h 2398711"/>
              <a:gd name="connsiteX110345" fmla="*/ 516538 w 2119654"/>
              <a:gd name="connsiteY110345" fmla="*/ 648276 h 2398711"/>
              <a:gd name="connsiteX110346" fmla="*/ 517411 w 2119654"/>
              <a:gd name="connsiteY110346" fmla="*/ 642719 h 2398711"/>
              <a:gd name="connsiteX110347" fmla="*/ 632583 w 2119654"/>
              <a:gd name="connsiteY110347" fmla="*/ 377309 h 2398711"/>
              <a:gd name="connsiteX110348" fmla="*/ 634961 w 2119654"/>
              <a:gd name="connsiteY110348" fmla="*/ 393098 h 2398711"/>
              <a:gd name="connsiteX110349" fmla="*/ 635190 w 2119654"/>
              <a:gd name="connsiteY110349" fmla="*/ 393289 h 2398711"/>
              <a:gd name="connsiteX110350" fmla="*/ 635574 w 2119654"/>
              <a:gd name="connsiteY110350" fmla="*/ 391515 h 2398711"/>
              <a:gd name="connsiteX110351" fmla="*/ 635886 w 2119654"/>
              <a:gd name="connsiteY110351" fmla="*/ 391257 h 2398711"/>
              <a:gd name="connsiteX110352" fmla="*/ 635407 w 2119654"/>
              <a:gd name="connsiteY110352" fmla="*/ 393470 h 2398711"/>
              <a:gd name="connsiteX110353" fmla="*/ 637886 w 2119654"/>
              <a:gd name="connsiteY110353" fmla="*/ 395538 h 2398711"/>
              <a:gd name="connsiteX110354" fmla="*/ 640058 w 2119654"/>
              <a:gd name="connsiteY110354" fmla="*/ 381632 h 2398711"/>
              <a:gd name="connsiteX110355" fmla="*/ 463631 w 2119654"/>
              <a:gd name="connsiteY110355" fmla="*/ 755615 h 2398711"/>
              <a:gd name="connsiteX110356" fmla="*/ 465257 w 2119654"/>
              <a:gd name="connsiteY110356" fmla="*/ 759785 h 2398711"/>
              <a:gd name="connsiteX110357" fmla="*/ 465256 w 2119654"/>
              <a:gd name="connsiteY110357" fmla="*/ 759770 h 2398711"/>
              <a:gd name="connsiteX110358" fmla="*/ 463754 w 2119654"/>
              <a:gd name="connsiteY110358" fmla="*/ 755673 h 2398711"/>
              <a:gd name="connsiteX110359" fmla="*/ 552211 w 2119654"/>
              <a:gd name="connsiteY110359" fmla="*/ 557222 h 2398711"/>
              <a:gd name="connsiteX110360" fmla="*/ 552210 w 2119654"/>
              <a:gd name="connsiteY110360" fmla="*/ 558768 h 2398711"/>
              <a:gd name="connsiteX110361" fmla="*/ 552548 w 2119654"/>
              <a:gd name="connsiteY110361" fmla="*/ 558926 h 2398711"/>
              <a:gd name="connsiteX110362" fmla="*/ 552667 w 2119654"/>
              <a:gd name="connsiteY110362" fmla="*/ 557654 h 2398711"/>
              <a:gd name="connsiteX110363" fmla="*/ 529214 w 2119654"/>
              <a:gd name="connsiteY110363" fmla="*/ 608648 h 2398711"/>
              <a:gd name="connsiteX110364" fmla="*/ 529359 w 2119654"/>
              <a:gd name="connsiteY110364" fmla="*/ 610658 h 2398711"/>
              <a:gd name="connsiteX110365" fmla="*/ 530354 w 2119654"/>
              <a:gd name="connsiteY110365" fmla="*/ 615785 h 2398711"/>
              <a:gd name="connsiteX110366" fmla="*/ 530725 w 2119654"/>
              <a:gd name="connsiteY110366" fmla="*/ 615836 h 2398711"/>
              <a:gd name="connsiteX110367" fmla="*/ 531871 w 2119654"/>
              <a:gd name="connsiteY110367" fmla="*/ 612319 h 2398711"/>
              <a:gd name="connsiteX110368" fmla="*/ 530560 w 2119654"/>
              <a:gd name="connsiteY110368" fmla="*/ 609491 h 2398711"/>
              <a:gd name="connsiteX110369" fmla="*/ 545085 w 2119654"/>
              <a:gd name="connsiteY110369" fmla="*/ 573082 h 2398711"/>
              <a:gd name="connsiteX110370" fmla="*/ 544643 w 2119654"/>
              <a:gd name="connsiteY110370" fmla="*/ 574439 h 2398711"/>
              <a:gd name="connsiteX110371" fmla="*/ 544878 w 2119654"/>
              <a:gd name="connsiteY110371" fmla="*/ 575179 h 2398711"/>
              <a:gd name="connsiteX110372" fmla="*/ 544887 w 2119654"/>
              <a:gd name="connsiteY110372" fmla="*/ 575150 h 2398711"/>
              <a:gd name="connsiteX110373" fmla="*/ 545532 w 2119654"/>
              <a:gd name="connsiteY110373" fmla="*/ 573256 h 2398711"/>
              <a:gd name="connsiteX110374" fmla="*/ 323253 w 2119654"/>
              <a:gd name="connsiteY110374" fmla="*/ 1069671 h 2398711"/>
              <a:gd name="connsiteX110375" fmla="*/ 323825 w 2119654"/>
              <a:gd name="connsiteY110375" fmla="*/ 1072494 h 2398711"/>
              <a:gd name="connsiteX110376" fmla="*/ 324253 w 2119654"/>
              <a:gd name="connsiteY110376" fmla="*/ 1072954 h 2398711"/>
              <a:gd name="connsiteX110377" fmla="*/ 324055 w 2119654"/>
              <a:gd name="connsiteY110377" fmla="*/ 1070582 h 2398711"/>
              <a:gd name="connsiteX110378" fmla="*/ 336412 w 2119654"/>
              <a:gd name="connsiteY110378" fmla="*/ 1040192 h 2398711"/>
              <a:gd name="connsiteX110379" fmla="*/ 336434 w 2119654"/>
              <a:gd name="connsiteY110379" fmla="*/ 1040285 h 2398711"/>
              <a:gd name="connsiteX110380" fmla="*/ 336493 w 2119654"/>
              <a:gd name="connsiteY110380" fmla="*/ 1040317 h 2398711"/>
              <a:gd name="connsiteX110381" fmla="*/ 301233 w 2119654"/>
              <a:gd name="connsiteY110381" fmla="*/ 1118932 h 2398711"/>
              <a:gd name="connsiteX110382" fmla="*/ 302039 w 2119654"/>
              <a:gd name="connsiteY110382" fmla="*/ 1120431 h 2398711"/>
              <a:gd name="connsiteX110383" fmla="*/ 302079 w 2119654"/>
              <a:gd name="connsiteY110383" fmla="*/ 1119647 h 2398711"/>
              <a:gd name="connsiteX110384" fmla="*/ 236016 w 2119654"/>
              <a:gd name="connsiteY110384" fmla="*/ 1264944 h 2398711"/>
              <a:gd name="connsiteX110385" fmla="*/ 236481 w 2119654"/>
              <a:gd name="connsiteY110385" fmla="*/ 1265925 h 2398711"/>
              <a:gd name="connsiteX110386" fmla="*/ 236830 w 2119654"/>
              <a:gd name="connsiteY110386" fmla="*/ 1266206 h 2398711"/>
              <a:gd name="connsiteX110387" fmla="*/ 422210 w 2119654"/>
              <a:gd name="connsiteY110387" fmla="*/ 847996 h 2398711"/>
              <a:gd name="connsiteX110388" fmla="*/ 422119 w 2119654"/>
              <a:gd name="connsiteY110388" fmla="*/ 850010 h 2398711"/>
              <a:gd name="connsiteX110389" fmla="*/ 423334 w 2119654"/>
              <a:gd name="connsiteY110389" fmla="*/ 850123 h 2398711"/>
              <a:gd name="connsiteX110390" fmla="*/ 423357 w 2119654"/>
              <a:gd name="connsiteY110390" fmla="*/ 849940 h 2398711"/>
              <a:gd name="connsiteX110391" fmla="*/ 562817 w 2119654"/>
              <a:gd name="connsiteY110391" fmla="*/ 533123 h 2398711"/>
              <a:gd name="connsiteX110392" fmla="*/ 562592 w 2119654"/>
              <a:gd name="connsiteY110392" fmla="*/ 538430 h 2398711"/>
              <a:gd name="connsiteX110393" fmla="*/ 565369 w 2119654"/>
              <a:gd name="connsiteY110393" fmla="*/ 540514 h 2398711"/>
              <a:gd name="connsiteX110394" fmla="*/ 545523 w 2119654"/>
              <a:gd name="connsiteY110394" fmla="*/ 571740 h 2398711"/>
              <a:gd name="connsiteX110395" fmla="*/ 545256 w 2119654"/>
              <a:gd name="connsiteY110395" fmla="*/ 572556 h 2398711"/>
              <a:gd name="connsiteX110396" fmla="*/ 545705 w 2119654"/>
              <a:gd name="connsiteY110396" fmla="*/ 572730 h 2398711"/>
              <a:gd name="connsiteX110397" fmla="*/ 545691 w 2119654"/>
              <a:gd name="connsiteY110397" fmla="*/ 571881 h 2398711"/>
              <a:gd name="connsiteX110398" fmla="*/ 545681 w 2119654"/>
              <a:gd name="connsiteY110398" fmla="*/ 571254 h 2398711"/>
              <a:gd name="connsiteX110399" fmla="*/ 545642 w 2119654"/>
              <a:gd name="connsiteY110399" fmla="*/ 571372 h 2398711"/>
              <a:gd name="connsiteX110400" fmla="*/ 545684 w 2119654"/>
              <a:gd name="connsiteY110400" fmla="*/ 571406 h 2398711"/>
              <a:gd name="connsiteX110401" fmla="*/ 283110 w 2119654"/>
              <a:gd name="connsiteY110401" fmla="*/ 1159147 h 2398711"/>
              <a:gd name="connsiteX110402" fmla="*/ 284427 w 2119654"/>
              <a:gd name="connsiteY110402" fmla="*/ 1166447 h 2398711"/>
              <a:gd name="connsiteX110403" fmla="*/ 293108 w 2119654"/>
              <a:gd name="connsiteY110403" fmla="*/ 1180192 h 2398711"/>
              <a:gd name="connsiteX110404" fmla="*/ 296840 w 2119654"/>
              <a:gd name="connsiteY110404" fmla="*/ 1183494 h 2398711"/>
              <a:gd name="connsiteX110405" fmla="*/ 294591 w 2119654"/>
              <a:gd name="connsiteY110405" fmla="*/ 1172480 h 2398711"/>
              <a:gd name="connsiteX110406" fmla="*/ 287587 w 2119654"/>
              <a:gd name="connsiteY110406" fmla="*/ 1169966 h 2398711"/>
              <a:gd name="connsiteX110407" fmla="*/ 287437 w 2119654"/>
              <a:gd name="connsiteY110407" fmla="*/ 1169672 h 2398711"/>
              <a:gd name="connsiteX110408" fmla="*/ 294539 w 2119654"/>
              <a:gd name="connsiteY110408" fmla="*/ 1172221 h 2398711"/>
              <a:gd name="connsiteX110409" fmla="*/ 294439 w 2119654"/>
              <a:gd name="connsiteY110409" fmla="*/ 1171731 h 2398711"/>
              <a:gd name="connsiteX110410" fmla="*/ 291374 w 2119654"/>
              <a:gd name="connsiteY110410" fmla="*/ 1163706 h 2398711"/>
              <a:gd name="connsiteX110411" fmla="*/ 289680 w 2119654"/>
              <a:gd name="connsiteY110411" fmla="*/ 1162155 h 2398711"/>
              <a:gd name="connsiteX110412" fmla="*/ 490846 w 2119654"/>
              <a:gd name="connsiteY110412" fmla="*/ 693947 h 2398711"/>
              <a:gd name="connsiteX110413" fmla="*/ 490883 w 2119654"/>
              <a:gd name="connsiteY110413" fmla="*/ 694015 h 2398711"/>
              <a:gd name="connsiteX110414" fmla="*/ 490881 w 2119654"/>
              <a:gd name="connsiteY110414" fmla="*/ 693973 h 2398711"/>
              <a:gd name="connsiteX110415" fmla="*/ 534230 w 2119654"/>
              <a:gd name="connsiteY110415" fmla="*/ 596760 h 2398711"/>
              <a:gd name="connsiteX110416" fmla="*/ 535518 w 2119654"/>
              <a:gd name="connsiteY110416" fmla="*/ 601122 h 2398711"/>
              <a:gd name="connsiteX110417" fmla="*/ 536414 w 2119654"/>
              <a:gd name="connsiteY110417" fmla="*/ 598371 h 2398711"/>
              <a:gd name="connsiteX110418" fmla="*/ 523009 w 2119654"/>
              <a:gd name="connsiteY110418" fmla="*/ 621880 h 2398711"/>
              <a:gd name="connsiteX110419" fmla="*/ 523573 w 2119654"/>
              <a:gd name="connsiteY110419" fmla="*/ 623863 h 2398711"/>
              <a:gd name="connsiteX110420" fmla="*/ 523880 w 2119654"/>
              <a:gd name="connsiteY110420" fmla="*/ 622065 h 2398711"/>
              <a:gd name="connsiteX110421" fmla="*/ 508502 w 2119654"/>
              <a:gd name="connsiteY110421" fmla="*/ 654315 h 2398711"/>
              <a:gd name="connsiteX110422" fmla="*/ 510266 w 2119654"/>
              <a:gd name="connsiteY110422" fmla="*/ 659318 h 2398711"/>
              <a:gd name="connsiteX110423" fmla="*/ 512282 w 2119654"/>
              <a:gd name="connsiteY110423" fmla="*/ 660269 h 2398711"/>
              <a:gd name="connsiteX110424" fmla="*/ 512582 w 2119654"/>
              <a:gd name="connsiteY110424" fmla="*/ 657136 h 2398711"/>
              <a:gd name="connsiteX110425" fmla="*/ 406492 w 2119654"/>
              <a:gd name="connsiteY110425" fmla="*/ 882723 h 2398711"/>
              <a:gd name="connsiteX110426" fmla="*/ 406629 w 2119654"/>
              <a:gd name="connsiteY110426" fmla="*/ 885546 h 2398711"/>
              <a:gd name="connsiteX110427" fmla="*/ 406738 w 2119654"/>
              <a:gd name="connsiteY110427" fmla="*/ 882996 h 2398711"/>
              <a:gd name="connsiteX110428" fmla="*/ 461330 w 2119654"/>
              <a:gd name="connsiteY110428" fmla="*/ 759871 h 2398711"/>
              <a:gd name="connsiteX110429" fmla="*/ 461720 w 2119654"/>
              <a:gd name="connsiteY110429" fmla="*/ 761443 h 2398711"/>
              <a:gd name="connsiteX110430" fmla="*/ 461644 w 2119654"/>
              <a:gd name="connsiteY110430" fmla="*/ 760383 h 2398711"/>
              <a:gd name="connsiteX110431" fmla="*/ 269993 w 2119654"/>
              <a:gd name="connsiteY110431" fmla="*/ 1188226 h 2398711"/>
              <a:gd name="connsiteX110432" fmla="*/ 270024 w 2119654"/>
              <a:gd name="connsiteY110432" fmla="*/ 1188351 h 2398711"/>
              <a:gd name="connsiteX110433" fmla="*/ 270103 w 2119654"/>
              <a:gd name="connsiteY110433" fmla="*/ 1188393 h 2398711"/>
              <a:gd name="connsiteX110434" fmla="*/ 441059 w 2119654"/>
              <a:gd name="connsiteY110434" fmla="*/ 805116 h 2398711"/>
              <a:gd name="connsiteX110435" fmla="*/ 442035 w 2119654"/>
              <a:gd name="connsiteY110435" fmla="*/ 806358 h 2398711"/>
              <a:gd name="connsiteX110436" fmla="*/ 441767 w 2119654"/>
              <a:gd name="connsiteY110436" fmla="*/ 805267 h 2398711"/>
              <a:gd name="connsiteX110437" fmla="*/ 525742 w 2119654"/>
              <a:gd name="connsiteY110437" fmla="*/ 615452 h 2398711"/>
              <a:gd name="connsiteX110438" fmla="*/ 525873 w 2119654"/>
              <a:gd name="connsiteY110438" fmla="*/ 616849 h 2398711"/>
              <a:gd name="connsiteX110439" fmla="*/ 526063 w 2119654"/>
              <a:gd name="connsiteY110439" fmla="*/ 616964 h 2398711"/>
              <a:gd name="connsiteX110440" fmla="*/ 525956 w 2119654"/>
              <a:gd name="connsiteY110440" fmla="*/ 615481 h 2398711"/>
              <a:gd name="connsiteX110441" fmla="*/ 505197 w 2119654"/>
              <a:gd name="connsiteY110441" fmla="*/ 661437 h 2398711"/>
              <a:gd name="connsiteX110442" fmla="*/ 505708 w 2119654"/>
              <a:gd name="connsiteY110442" fmla="*/ 665706 h 2398711"/>
              <a:gd name="connsiteX110443" fmla="*/ 508810 w 2119654"/>
              <a:gd name="connsiteY110443" fmla="*/ 668069 h 2398711"/>
              <a:gd name="connsiteX110444" fmla="*/ 511492 w 2119654"/>
              <a:gd name="connsiteY110444" fmla="*/ 668548 h 2398711"/>
              <a:gd name="connsiteX110445" fmla="*/ 511665 w 2119654"/>
              <a:gd name="connsiteY110445" fmla="*/ 666732 h 2398711"/>
              <a:gd name="connsiteX110446" fmla="*/ 509955 w 2119654"/>
              <a:gd name="connsiteY110446" fmla="*/ 661881 h 2398711"/>
              <a:gd name="connsiteX110447" fmla="*/ 646014 w 2119654"/>
              <a:gd name="connsiteY110447" fmla="*/ 346117 h 2398711"/>
              <a:gd name="connsiteX110448" fmla="*/ 644679 w 2119654"/>
              <a:gd name="connsiteY110448" fmla="*/ 354668 h 2398711"/>
              <a:gd name="connsiteX110449" fmla="*/ 654447 w 2119654"/>
              <a:gd name="connsiteY110449" fmla="*/ 361872 h 2398711"/>
              <a:gd name="connsiteX110450" fmla="*/ 654512 w 2119654"/>
              <a:gd name="connsiteY110450" fmla="*/ 360710 h 2398711"/>
              <a:gd name="connsiteX110451" fmla="*/ 654667 w 2119654"/>
              <a:gd name="connsiteY110451" fmla="*/ 360533 h 2398711"/>
              <a:gd name="connsiteX110452" fmla="*/ 654586 w 2119654"/>
              <a:gd name="connsiteY110452" fmla="*/ 361976 h 2398711"/>
              <a:gd name="connsiteX110453" fmla="*/ 660701 w 2119654"/>
              <a:gd name="connsiteY110453" fmla="*/ 366485 h 2398711"/>
              <a:gd name="connsiteX110454" fmla="*/ 661311 w 2119654"/>
              <a:gd name="connsiteY110454" fmla="*/ 363670 h 2398711"/>
              <a:gd name="connsiteX110455" fmla="*/ 458730 w 2119654"/>
              <a:gd name="connsiteY110455" fmla="*/ 765376 h 2398711"/>
              <a:gd name="connsiteX110456" fmla="*/ 458914 w 2119654"/>
              <a:gd name="connsiteY110456" fmla="*/ 765920 h 2398711"/>
              <a:gd name="connsiteX110457" fmla="*/ 460201 w 2119654"/>
              <a:gd name="connsiteY110457" fmla="*/ 767519 h 2398711"/>
              <a:gd name="connsiteX110458" fmla="*/ 459770 w 2119654"/>
              <a:gd name="connsiteY110458" fmla="*/ 765782 h 2398711"/>
              <a:gd name="connsiteX110459" fmla="*/ 546399 w 2119654"/>
              <a:gd name="connsiteY110459" fmla="*/ 569050 h 2398711"/>
              <a:gd name="connsiteX110460" fmla="*/ 546268 w 2119654"/>
              <a:gd name="connsiteY110460" fmla="*/ 569452 h 2398711"/>
              <a:gd name="connsiteX110461" fmla="*/ 546308 w 2119654"/>
              <a:gd name="connsiteY110461" fmla="*/ 570977 h 2398711"/>
              <a:gd name="connsiteX110462" fmla="*/ 546827 w 2119654"/>
              <a:gd name="connsiteY110462" fmla="*/ 569455 h 2398711"/>
              <a:gd name="connsiteX110463" fmla="*/ 496622 w 2119654"/>
              <a:gd name="connsiteY110463" fmla="*/ 680464 h 2398711"/>
              <a:gd name="connsiteX110464" fmla="*/ 496680 w 2119654"/>
              <a:gd name="connsiteY110464" fmla="*/ 681228 h 2398711"/>
              <a:gd name="connsiteX110465" fmla="*/ 496773 w 2119654"/>
              <a:gd name="connsiteY110465" fmla="*/ 680740 h 2398711"/>
              <a:gd name="connsiteX110466" fmla="*/ 496635 w 2119654"/>
              <a:gd name="connsiteY110466" fmla="*/ 680465 h 2398711"/>
              <a:gd name="connsiteX110467" fmla="*/ 573098 w 2119654"/>
              <a:gd name="connsiteY110467" fmla="*/ 509178 h 2398711"/>
              <a:gd name="connsiteX110468" fmla="*/ 573112 w 2119654"/>
              <a:gd name="connsiteY110468" fmla="*/ 510765 h 2398711"/>
              <a:gd name="connsiteX110469" fmla="*/ 573386 w 2119654"/>
              <a:gd name="connsiteY110469" fmla="*/ 510974 h 2398711"/>
              <a:gd name="connsiteX110470" fmla="*/ 500836 w 2119654"/>
              <a:gd name="connsiteY110470" fmla="*/ 670969 h 2398711"/>
              <a:gd name="connsiteX110471" fmla="*/ 503189 w 2119654"/>
              <a:gd name="connsiteY110471" fmla="*/ 675192 h 2398711"/>
              <a:gd name="connsiteX110472" fmla="*/ 503184 w 2119654"/>
              <a:gd name="connsiteY110472" fmla="*/ 672592 h 2398711"/>
              <a:gd name="connsiteX110473" fmla="*/ 449464 w 2119654"/>
              <a:gd name="connsiteY110473" fmla="*/ 785969 h 2398711"/>
              <a:gd name="connsiteX110474" fmla="*/ 450136 w 2119654"/>
              <a:gd name="connsiteY110474" fmla="*/ 788338 h 2398711"/>
              <a:gd name="connsiteX110475" fmla="*/ 450652 w 2119654"/>
              <a:gd name="connsiteY110475" fmla="*/ 789052 h 2398711"/>
              <a:gd name="connsiteX110476" fmla="*/ 450865 w 2119654"/>
              <a:gd name="connsiteY110476" fmla="*/ 787382 h 2398711"/>
              <a:gd name="connsiteX110477" fmla="*/ 450201 w 2119654"/>
              <a:gd name="connsiteY110477" fmla="*/ 787110 h 2398711"/>
              <a:gd name="connsiteX110478" fmla="*/ 450589 w 2119654"/>
              <a:gd name="connsiteY110478" fmla="*/ 786999 h 2398711"/>
              <a:gd name="connsiteX110479" fmla="*/ 450898 w 2119654"/>
              <a:gd name="connsiteY110479" fmla="*/ 787126 h 2398711"/>
              <a:gd name="connsiteX110480" fmla="*/ 450977 w 2119654"/>
              <a:gd name="connsiteY110480" fmla="*/ 786508 h 2398711"/>
              <a:gd name="connsiteX110481" fmla="*/ 222741 w 2119654"/>
              <a:gd name="connsiteY110481" fmla="*/ 1293627 h 2398711"/>
              <a:gd name="connsiteX110482" fmla="*/ 229351 w 2119654"/>
              <a:gd name="connsiteY110482" fmla="*/ 1305928 h 2398711"/>
              <a:gd name="connsiteX110483" fmla="*/ 239763 w 2119654"/>
              <a:gd name="connsiteY110483" fmla="*/ 1313604 h 2398711"/>
              <a:gd name="connsiteX110484" fmla="*/ 236579 w 2119654"/>
              <a:gd name="connsiteY110484" fmla="*/ 1307678 h 2398711"/>
              <a:gd name="connsiteX110485" fmla="*/ 232241 w 2119654"/>
              <a:gd name="connsiteY110485" fmla="*/ 1302954 h 2398711"/>
              <a:gd name="connsiteX110486" fmla="*/ 232228 w 2119654"/>
              <a:gd name="connsiteY110486" fmla="*/ 1302769 h 2398711"/>
              <a:gd name="connsiteX110487" fmla="*/ 236359 w 2119654"/>
              <a:gd name="connsiteY110487" fmla="*/ 1307269 h 2398711"/>
              <a:gd name="connsiteX110488" fmla="*/ 231764 w 2119654"/>
              <a:gd name="connsiteY110488" fmla="*/ 1298715 h 2398711"/>
              <a:gd name="connsiteX110489" fmla="*/ 529132 w 2119654"/>
              <a:gd name="connsiteY110489" fmla="*/ 607500 h 2398711"/>
              <a:gd name="connsiteX110490" fmla="*/ 529176 w 2119654"/>
              <a:gd name="connsiteY110490" fmla="*/ 608111 h 2398711"/>
              <a:gd name="connsiteX110491" fmla="*/ 530227 w 2119654"/>
              <a:gd name="connsiteY110491" fmla="*/ 608770 h 2398711"/>
              <a:gd name="connsiteX110492" fmla="*/ 529847 w 2119654"/>
              <a:gd name="connsiteY110492" fmla="*/ 607949 h 2398711"/>
              <a:gd name="connsiteX110493" fmla="*/ 446227 w 2119654"/>
              <a:gd name="connsiteY110493" fmla="*/ 793118 h 2398711"/>
              <a:gd name="connsiteX110494" fmla="*/ 446603 w 2119654"/>
              <a:gd name="connsiteY110494" fmla="*/ 793658 h 2398711"/>
              <a:gd name="connsiteX110495" fmla="*/ 446497 w 2119654"/>
              <a:gd name="connsiteY110495" fmla="*/ 793235 h 2398711"/>
              <a:gd name="connsiteX110496" fmla="*/ 327648 w 2119654"/>
              <a:gd name="connsiteY110496" fmla="*/ 1058502 h 2398711"/>
              <a:gd name="connsiteX110497" fmla="*/ 328037 w 2119654"/>
              <a:gd name="connsiteY110497" fmla="*/ 1062905 h 2398711"/>
              <a:gd name="connsiteX110498" fmla="*/ 328667 w 2119654"/>
              <a:gd name="connsiteY110498" fmla="*/ 1065003 h 2398711"/>
              <a:gd name="connsiteX110499" fmla="*/ 328668 w 2119654"/>
              <a:gd name="connsiteY110499" fmla="*/ 1065007 h 2398711"/>
              <a:gd name="connsiteX110500" fmla="*/ 334233 w 2119654"/>
              <a:gd name="connsiteY110500" fmla="*/ 1073353 h 2398711"/>
              <a:gd name="connsiteX110501" fmla="*/ 333716 w 2119654"/>
              <a:gd name="connsiteY110501" fmla="*/ 1071340 h 2398711"/>
              <a:gd name="connsiteX110502" fmla="*/ 540856 w 2119654"/>
              <a:gd name="connsiteY110502" fmla="*/ 581077 h 2398711"/>
              <a:gd name="connsiteX110503" fmla="*/ 541443 w 2119654"/>
              <a:gd name="connsiteY110503" fmla="*/ 582931 h 2398711"/>
              <a:gd name="connsiteX110504" fmla="*/ 541450 w 2119654"/>
              <a:gd name="connsiteY110504" fmla="*/ 582907 h 2398711"/>
              <a:gd name="connsiteX110505" fmla="*/ 541931 w 2119654"/>
              <a:gd name="connsiteY110505" fmla="*/ 581496 h 2398711"/>
              <a:gd name="connsiteX110506" fmla="*/ 178114 w 2119654"/>
              <a:gd name="connsiteY110506" fmla="*/ 1393299 h 2398711"/>
              <a:gd name="connsiteX110507" fmla="*/ 180805 w 2119654"/>
              <a:gd name="connsiteY110507" fmla="*/ 1397594 h 2398711"/>
              <a:gd name="connsiteX110508" fmla="*/ 188632 w 2119654"/>
              <a:gd name="connsiteY110508" fmla="*/ 1402668 h 2398711"/>
              <a:gd name="connsiteX110509" fmla="*/ 187613 w 2119654"/>
              <a:gd name="connsiteY110509" fmla="*/ 1401290 h 2398711"/>
              <a:gd name="connsiteX110510" fmla="*/ 537530 w 2119654"/>
              <a:gd name="connsiteY110510" fmla="*/ 588378 h 2398711"/>
              <a:gd name="connsiteX110511" fmla="*/ 537548 w 2119654"/>
              <a:gd name="connsiteY110511" fmla="*/ 588517 h 2398711"/>
              <a:gd name="connsiteX110512" fmla="*/ 538760 w 2119654"/>
              <a:gd name="connsiteY110512" fmla="*/ 589509 h 2398711"/>
              <a:gd name="connsiteX110513" fmla="*/ 538757 w 2119654"/>
              <a:gd name="connsiteY110513" fmla="*/ 589473 h 2398711"/>
              <a:gd name="connsiteX110514" fmla="*/ 538875 w 2119654"/>
              <a:gd name="connsiteY110514" fmla="*/ 589269 h 2398711"/>
              <a:gd name="connsiteX110515" fmla="*/ 538926 w 2119654"/>
              <a:gd name="connsiteY110515" fmla="*/ 589646 h 2398711"/>
              <a:gd name="connsiteX110516" fmla="*/ 539186 w 2119654"/>
              <a:gd name="connsiteY110516" fmla="*/ 589858 h 2398711"/>
              <a:gd name="connsiteX110517" fmla="*/ 539320 w 2119654"/>
              <a:gd name="connsiteY110517" fmla="*/ 589448 h 2398711"/>
              <a:gd name="connsiteX110518" fmla="*/ 538927 w 2119654"/>
              <a:gd name="connsiteY110518" fmla="*/ 589126 h 2398711"/>
              <a:gd name="connsiteX110519" fmla="*/ 448372 w 2119654"/>
              <a:gd name="connsiteY110519" fmla="*/ 788013 h 2398711"/>
              <a:gd name="connsiteX110520" fmla="*/ 448004 w 2119654"/>
              <a:gd name="connsiteY110520" fmla="*/ 790647 h 2398711"/>
              <a:gd name="connsiteX110521" fmla="*/ 448291 w 2119654"/>
              <a:gd name="connsiteY110521" fmla="*/ 792185 h 2398711"/>
              <a:gd name="connsiteX110522" fmla="*/ 450149 w 2119654"/>
              <a:gd name="connsiteY110522" fmla="*/ 792987 h 2398711"/>
              <a:gd name="connsiteX110523" fmla="*/ 450376 w 2119654"/>
              <a:gd name="connsiteY110523" fmla="*/ 791206 h 2398711"/>
              <a:gd name="connsiteX110524" fmla="*/ 449706 w 2119654"/>
              <a:gd name="connsiteY110524" fmla="*/ 788848 h 2398711"/>
              <a:gd name="connsiteX110525" fmla="*/ 324340 w 2119654"/>
              <a:gd name="connsiteY110525" fmla="*/ 1065588 h 2398711"/>
              <a:gd name="connsiteX110526" fmla="*/ 324772 w 2119654"/>
              <a:gd name="connsiteY110526" fmla="*/ 1069070 h 2398711"/>
              <a:gd name="connsiteX110527" fmla="*/ 326848 w 2119654"/>
              <a:gd name="connsiteY110527" fmla="*/ 1071244 h 2398711"/>
              <a:gd name="connsiteX110528" fmla="*/ 587989 w 2119654"/>
              <a:gd name="connsiteY110528" fmla="*/ 475138 h 2398711"/>
              <a:gd name="connsiteX110529" fmla="*/ 589601 w 2119654"/>
              <a:gd name="connsiteY110529" fmla="*/ 485183 h 2398711"/>
              <a:gd name="connsiteX110530" fmla="*/ 590766 w 2119654"/>
              <a:gd name="connsiteY110530" fmla="*/ 490106 h 2398711"/>
              <a:gd name="connsiteX110531" fmla="*/ 591621 w 2119654"/>
              <a:gd name="connsiteY110531" fmla="*/ 490870 h 2398711"/>
              <a:gd name="connsiteX110532" fmla="*/ 591627 w 2119654"/>
              <a:gd name="connsiteY110532" fmla="*/ 490859 h 2398711"/>
              <a:gd name="connsiteX110533" fmla="*/ 591631 w 2119654"/>
              <a:gd name="connsiteY110533" fmla="*/ 490878 h 2398711"/>
              <a:gd name="connsiteX110534" fmla="*/ 595235 w 2119654"/>
              <a:gd name="connsiteY110534" fmla="*/ 494093 h 2398711"/>
              <a:gd name="connsiteX110535" fmla="*/ 595606 w 2119654"/>
              <a:gd name="connsiteY110535" fmla="*/ 480458 h 2398711"/>
              <a:gd name="connsiteX110536" fmla="*/ 595076 w 2119654"/>
              <a:gd name="connsiteY110536" fmla="*/ 478593 h 2398711"/>
              <a:gd name="connsiteX110537" fmla="*/ 491733 w 2119654"/>
              <a:gd name="connsiteY110537" fmla="*/ 690643 h 2398711"/>
              <a:gd name="connsiteX110538" fmla="*/ 491839 w 2119654"/>
              <a:gd name="connsiteY110538" fmla="*/ 691999 h 2398711"/>
              <a:gd name="connsiteX110539" fmla="*/ 494299 w 2119654"/>
              <a:gd name="connsiteY110539" fmla="*/ 693392 h 2398711"/>
              <a:gd name="connsiteX110540" fmla="*/ 494563 w 2119654"/>
              <a:gd name="connsiteY110540" fmla="*/ 692043 h 2398711"/>
              <a:gd name="connsiteX110541" fmla="*/ 162459 w 2119654"/>
              <a:gd name="connsiteY110541" fmla="*/ 1427946 h 2398711"/>
              <a:gd name="connsiteX110542" fmla="*/ 165222 w 2119654"/>
              <a:gd name="connsiteY110542" fmla="*/ 1431628 h 2398711"/>
              <a:gd name="connsiteX110543" fmla="*/ 168028 w 2119654"/>
              <a:gd name="connsiteY110543" fmla="*/ 1433589 h 2398711"/>
              <a:gd name="connsiteX110544" fmla="*/ 165148 w 2119654"/>
              <a:gd name="connsiteY110544" fmla="*/ 1429696 h 2398711"/>
              <a:gd name="connsiteX110545" fmla="*/ 308776 w 2119654"/>
              <a:gd name="connsiteY110545" fmla="*/ 1100228 h 2398711"/>
              <a:gd name="connsiteX110546" fmla="*/ 308826 w 2119654"/>
              <a:gd name="connsiteY110546" fmla="*/ 1101518 h 2398711"/>
              <a:gd name="connsiteX110547" fmla="*/ 309218 w 2119654"/>
              <a:gd name="connsiteY110547" fmla="*/ 1101783 h 2398711"/>
              <a:gd name="connsiteX110548" fmla="*/ 309117 w 2119654"/>
              <a:gd name="connsiteY110548" fmla="*/ 1100535 h 2398711"/>
              <a:gd name="connsiteX110549" fmla="*/ 518664 w 2119654"/>
              <a:gd name="connsiteY110549" fmla="*/ 630242 h 2398711"/>
              <a:gd name="connsiteX110550" fmla="*/ 518668 w 2119654"/>
              <a:gd name="connsiteY110550" fmla="*/ 630277 h 2398711"/>
              <a:gd name="connsiteX110551" fmla="*/ 518672 w 2119654"/>
              <a:gd name="connsiteY110551" fmla="*/ 630247 h 2398711"/>
              <a:gd name="connsiteX110552" fmla="*/ 573469 w 2119654"/>
              <a:gd name="connsiteY110552" fmla="*/ 507500 h 2398711"/>
              <a:gd name="connsiteX110553" fmla="*/ 574116 w 2119654"/>
              <a:gd name="connsiteY110553" fmla="*/ 511530 h 2398711"/>
              <a:gd name="connsiteX110554" fmla="*/ 574870 w 2119654"/>
              <a:gd name="connsiteY110554" fmla="*/ 512104 h 2398711"/>
              <a:gd name="connsiteX110555" fmla="*/ 349486 w 2119654"/>
              <a:gd name="connsiteY110555" fmla="*/ 1008998 h 2398711"/>
              <a:gd name="connsiteX110556" fmla="*/ 351377 w 2119654"/>
              <a:gd name="connsiteY110556" fmla="*/ 1014116 h 2398711"/>
              <a:gd name="connsiteX110557" fmla="*/ 351242 w 2119654"/>
              <a:gd name="connsiteY110557" fmla="*/ 1011967 h 2398711"/>
              <a:gd name="connsiteX110558" fmla="*/ 350172 w 2119654"/>
              <a:gd name="connsiteY110558" fmla="*/ 1009544 h 2398711"/>
              <a:gd name="connsiteX110559" fmla="*/ 251773 w 2119654"/>
              <a:gd name="connsiteY110559" fmla="*/ 1227736 h 2398711"/>
              <a:gd name="connsiteX110560" fmla="*/ 251977 w 2119654"/>
              <a:gd name="connsiteY110560" fmla="*/ 1228090 h 2398711"/>
              <a:gd name="connsiteX110561" fmla="*/ 251945 w 2119654"/>
              <a:gd name="connsiteY110561" fmla="*/ 1227962 h 2398711"/>
              <a:gd name="connsiteX110562" fmla="*/ 537468 w 2119654"/>
              <a:gd name="connsiteY110562" fmla="*/ 587931 h 2398711"/>
              <a:gd name="connsiteX110563" fmla="*/ 537525 w 2119654"/>
              <a:gd name="connsiteY110563" fmla="*/ 588344 h 2398711"/>
              <a:gd name="connsiteX110564" fmla="*/ 538659 w 2119654"/>
              <a:gd name="connsiteY110564" fmla="*/ 588908 h 2398711"/>
              <a:gd name="connsiteX110565" fmla="*/ 373307 w 2119654"/>
              <a:gd name="connsiteY110565" fmla="*/ 955473 h 2398711"/>
              <a:gd name="connsiteX110566" fmla="*/ 373599 w 2119654"/>
              <a:gd name="connsiteY110566" fmla="*/ 957842 h 2398711"/>
              <a:gd name="connsiteX110567" fmla="*/ 374454 w 2119654"/>
              <a:gd name="connsiteY110567" fmla="*/ 961470 h 2398711"/>
              <a:gd name="connsiteX110568" fmla="*/ 375213 w 2119654"/>
              <a:gd name="connsiteY110568" fmla="*/ 957609 h 2398711"/>
              <a:gd name="connsiteX110569" fmla="*/ 195168 w 2119654"/>
              <a:gd name="connsiteY110569" fmla="*/ 1354327 h 2398711"/>
              <a:gd name="connsiteX110570" fmla="*/ 202928 w 2119654"/>
              <a:gd name="connsiteY110570" fmla="*/ 1366260 h 2398711"/>
              <a:gd name="connsiteX110571" fmla="*/ 211611 w 2119654"/>
              <a:gd name="connsiteY110571" fmla="*/ 1379326 h 2398711"/>
              <a:gd name="connsiteX110572" fmla="*/ 223359 w 2119654"/>
              <a:gd name="connsiteY110572" fmla="*/ 1389819 h 2398711"/>
              <a:gd name="connsiteX110573" fmla="*/ 216757 w 2119654"/>
              <a:gd name="connsiteY110573" fmla="*/ 1372532 h 2398711"/>
              <a:gd name="connsiteX110574" fmla="*/ 207686 w 2119654"/>
              <a:gd name="connsiteY110574" fmla="*/ 1365630 h 2398711"/>
              <a:gd name="connsiteX110575" fmla="*/ 520535 w 2119654"/>
              <a:gd name="connsiteY110575" fmla="*/ 625750 h 2398711"/>
              <a:gd name="connsiteX110576" fmla="*/ 520532 w 2119654"/>
              <a:gd name="connsiteY110576" fmla="*/ 625771 h 2398711"/>
              <a:gd name="connsiteX110577" fmla="*/ 520540 w 2119654"/>
              <a:gd name="connsiteY110577" fmla="*/ 625783 h 2398711"/>
              <a:gd name="connsiteX110578" fmla="*/ 455126 w 2119654"/>
              <a:gd name="connsiteY110578" fmla="*/ 772091 h 2398711"/>
              <a:gd name="connsiteX110579" fmla="*/ 454627 w 2119654"/>
              <a:gd name="connsiteY110579" fmla="*/ 776858 h 2398711"/>
              <a:gd name="connsiteX110580" fmla="*/ 457858 w 2119654"/>
              <a:gd name="connsiteY110580" fmla="*/ 777988 h 2398711"/>
              <a:gd name="connsiteX110581" fmla="*/ 328460 w 2119654"/>
              <a:gd name="connsiteY110581" fmla="*/ 1055612 h 2398711"/>
              <a:gd name="connsiteX110582" fmla="*/ 331071 w 2119654"/>
              <a:gd name="connsiteY110582" fmla="*/ 1061137 h 2398711"/>
              <a:gd name="connsiteX110583" fmla="*/ 331282 w 2119654"/>
              <a:gd name="connsiteY110583" fmla="*/ 1061333 h 2398711"/>
              <a:gd name="connsiteX110584" fmla="*/ 330741 w 2119654"/>
              <a:gd name="connsiteY110584" fmla="*/ 1059100 h 2398711"/>
              <a:gd name="connsiteX110585" fmla="*/ 329095 w 2119654"/>
              <a:gd name="connsiteY110585" fmla="*/ 1056551 h 2398711"/>
              <a:gd name="connsiteX110586" fmla="*/ 448572 w 2119654"/>
              <a:gd name="connsiteY110586" fmla="*/ 786583 h 2398711"/>
              <a:gd name="connsiteX110587" fmla="*/ 448421 w 2119654"/>
              <a:gd name="connsiteY110587" fmla="*/ 787661 h 2398711"/>
              <a:gd name="connsiteX110588" fmla="*/ 449575 w 2119654"/>
              <a:gd name="connsiteY110588" fmla="*/ 788383 h 2398711"/>
              <a:gd name="connsiteX110589" fmla="*/ 449383 w 2119654"/>
              <a:gd name="connsiteY110589" fmla="*/ 787706 h 2398711"/>
              <a:gd name="connsiteX110590" fmla="*/ 448616 w 2119654"/>
              <a:gd name="connsiteY110590" fmla="*/ 786645 h 2398711"/>
              <a:gd name="connsiteX110591" fmla="*/ 544090 w 2119654"/>
              <a:gd name="connsiteY110591" fmla="*/ 572694 h 2398711"/>
              <a:gd name="connsiteX110592" fmla="*/ 544495 w 2119654"/>
              <a:gd name="connsiteY110592" fmla="*/ 573971 h 2398711"/>
              <a:gd name="connsiteX110593" fmla="*/ 544832 w 2119654"/>
              <a:gd name="connsiteY110593" fmla="*/ 572983 h 2398711"/>
              <a:gd name="connsiteX110594" fmla="*/ 252767 w 2119654"/>
              <a:gd name="connsiteY110594" fmla="*/ 1224949 h 2398711"/>
              <a:gd name="connsiteX110595" fmla="*/ 253428 w 2119654"/>
              <a:gd name="connsiteY110595" fmla="*/ 1227244 h 2398711"/>
              <a:gd name="connsiteX110596" fmla="*/ 254036 w 2119654"/>
              <a:gd name="connsiteY110596" fmla="*/ 1227582 h 2398711"/>
              <a:gd name="connsiteX110597" fmla="*/ 535419 w 2119654"/>
              <a:gd name="connsiteY110597" fmla="*/ 592033 h 2398711"/>
              <a:gd name="connsiteX110598" fmla="*/ 536644 w 2119654"/>
              <a:gd name="connsiteY110598" fmla="*/ 597664 h 2398711"/>
              <a:gd name="connsiteX110599" fmla="*/ 537833 w 2119654"/>
              <a:gd name="connsiteY110599" fmla="*/ 594013 h 2398711"/>
              <a:gd name="connsiteX110600" fmla="*/ 364711 w 2119654"/>
              <a:gd name="connsiteY110600" fmla="*/ 974212 h 2398711"/>
              <a:gd name="connsiteX110601" fmla="*/ 364617 w 2119654"/>
              <a:gd name="connsiteY110601" fmla="*/ 975005 h 2398711"/>
              <a:gd name="connsiteX110602" fmla="*/ 365622 w 2119654"/>
              <a:gd name="connsiteY110602" fmla="*/ 975684 h 2398711"/>
              <a:gd name="connsiteX110603" fmla="*/ 529038 w 2119654"/>
              <a:gd name="connsiteY110603" fmla="*/ 606202 h 2398711"/>
              <a:gd name="connsiteX110604" fmla="*/ 529101 w 2119654"/>
              <a:gd name="connsiteY110604" fmla="*/ 607100 h 2398711"/>
              <a:gd name="connsiteX110605" fmla="*/ 529598 w 2119654"/>
              <a:gd name="connsiteY110605" fmla="*/ 607410 h 2398711"/>
              <a:gd name="connsiteX110606" fmla="*/ 537099 w 2119654"/>
              <a:gd name="connsiteY110606" fmla="*/ 588147 h 2398711"/>
              <a:gd name="connsiteX110607" fmla="*/ 537264 w 2119654"/>
              <a:gd name="connsiteY110607" fmla="*/ 588283 h 2398711"/>
              <a:gd name="connsiteX110608" fmla="*/ 537257 w 2119654"/>
              <a:gd name="connsiteY110608" fmla="*/ 588232 h 2398711"/>
              <a:gd name="connsiteX110609" fmla="*/ 548959 w 2119654"/>
              <a:gd name="connsiteY110609" fmla="*/ 561446 h 2398711"/>
              <a:gd name="connsiteX110610" fmla="*/ 547152 w 2119654"/>
              <a:gd name="connsiteY110610" fmla="*/ 566744 h 2398711"/>
              <a:gd name="connsiteX110611" fmla="*/ 547604 w 2119654"/>
              <a:gd name="connsiteY110611" fmla="*/ 567172 h 2398711"/>
              <a:gd name="connsiteX110612" fmla="*/ 548632 w 2119654"/>
              <a:gd name="connsiteY110612" fmla="*/ 564155 h 2398711"/>
              <a:gd name="connsiteX110613" fmla="*/ 573474 w 2119654"/>
              <a:gd name="connsiteY110613" fmla="*/ 506481 h 2398711"/>
              <a:gd name="connsiteX110614" fmla="*/ 575395 w 2119654"/>
              <a:gd name="connsiteY110614" fmla="*/ 512504 h 2398711"/>
              <a:gd name="connsiteX110615" fmla="*/ 582542 w 2119654"/>
              <a:gd name="connsiteY110615" fmla="*/ 517946 h 2398711"/>
              <a:gd name="connsiteX110616" fmla="*/ 587076 w 2119654"/>
              <a:gd name="connsiteY110616" fmla="*/ 522352 h 2398711"/>
              <a:gd name="connsiteX110617" fmla="*/ 588204 w 2119654"/>
              <a:gd name="connsiteY110617" fmla="*/ 518867 h 2398711"/>
              <a:gd name="connsiteX110618" fmla="*/ 440134 w 2119654"/>
              <a:gd name="connsiteY110618" fmla="*/ 804918 h 2398711"/>
              <a:gd name="connsiteX110619" fmla="*/ 440560 w 2119654"/>
              <a:gd name="connsiteY110619" fmla="*/ 809733 h 2398711"/>
              <a:gd name="connsiteX110620" fmla="*/ 442845 w 2119654"/>
              <a:gd name="connsiteY110620" fmla="*/ 811246 h 2398711"/>
              <a:gd name="connsiteX110621" fmla="*/ 442943 w 2119654"/>
              <a:gd name="connsiteY110621" fmla="*/ 810059 h 2398711"/>
              <a:gd name="connsiteX110622" fmla="*/ 442252 w 2119654"/>
              <a:gd name="connsiteY110622" fmla="*/ 807244 h 2398711"/>
              <a:gd name="connsiteX110623" fmla="*/ 440484 w 2119654"/>
              <a:gd name="connsiteY110623" fmla="*/ 804993 h 2398711"/>
              <a:gd name="connsiteX110624" fmla="*/ 448696 w 2119654"/>
              <a:gd name="connsiteY110624" fmla="*/ 785696 h 2398711"/>
              <a:gd name="connsiteX110625" fmla="*/ 448620 w 2119654"/>
              <a:gd name="connsiteY110625" fmla="*/ 786240 h 2398711"/>
              <a:gd name="connsiteX110626" fmla="*/ 449192 w 2119654"/>
              <a:gd name="connsiteY110626" fmla="*/ 787031 h 2398711"/>
              <a:gd name="connsiteX110627" fmla="*/ 448826 w 2119654"/>
              <a:gd name="connsiteY110627" fmla="*/ 785742 h 2398711"/>
              <a:gd name="connsiteX110628" fmla="*/ 292941 w 2119654"/>
              <a:gd name="connsiteY110628" fmla="*/ 1134439 h 2398711"/>
              <a:gd name="connsiteX110629" fmla="*/ 293640 w 2119654"/>
              <a:gd name="connsiteY110629" fmla="*/ 1136136 h 2398711"/>
              <a:gd name="connsiteX110630" fmla="*/ 295323 w 2119654"/>
              <a:gd name="connsiteY110630" fmla="*/ 1138623 h 2398711"/>
              <a:gd name="connsiteX110631" fmla="*/ 294720 w 2119654"/>
              <a:gd name="connsiteY110631" fmla="*/ 1137792 h 2398711"/>
              <a:gd name="connsiteX110632" fmla="*/ 293670 w 2119654"/>
              <a:gd name="connsiteY110632" fmla="*/ 1136210 h 2398711"/>
              <a:gd name="connsiteX110633" fmla="*/ 296374 w 2119654"/>
              <a:gd name="connsiteY110633" fmla="*/ 1142774 h 2398711"/>
              <a:gd name="connsiteX110634" fmla="*/ 301188 w 2119654"/>
              <a:gd name="connsiteY110634" fmla="*/ 1147943 h 2398711"/>
              <a:gd name="connsiteX110635" fmla="*/ 300569 w 2119654"/>
              <a:gd name="connsiteY110635" fmla="*/ 1146375 h 2398711"/>
              <a:gd name="connsiteX110636" fmla="*/ 295323 w 2119654"/>
              <a:gd name="connsiteY110636" fmla="*/ 1138623 h 2398711"/>
              <a:gd name="connsiteX110637" fmla="*/ 300137 w 2119654"/>
              <a:gd name="connsiteY110637" fmla="*/ 1145278 h 2398711"/>
              <a:gd name="connsiteX110638" fmla="*/ 297193 w 2119654"/>
              <a:gd name="connsiteY110638" fmla="*/ 1137813 h 2398711"/>
              <a:gd name="connsiteX110639" fmla="*/ 258997 w 2119654"/>
              <a:gd name="connsiteY110639" fmla="*/ 1210381 h 2398711"/>
              <a:gd name="connsiteX110640" fmla="*/ 262192 w 2119654"/>
              <a:gd name="connsiteY110640" fmla="*/ 1217888 h 2398711"/>
              <a:gd name="connsiteX110641" fmla="*/ 263650 w 2119654"/>
              <a:gd name="connsiteY110641" fmla="*/ 1218834 h 2398711"/>
              <a:gd name="connsiteX110642" fmla="*/ 261102 w 2119654"/>
              <a:gd name="connsiteY110642" fmla="*/ 1212730 h 2398711"/>
              <a:gd name="connsiteX110643" fmla="*/ 514338 w 2119654"/>
              <a:gd name="connsiteY110643" fmla="*/ 638609 h 2398711"/>
              <a:gd name="connsiteX110644" fmla="*/ 514344 w 2119654"/>
              <a:gd name="connsiteY110644" fmla="*/ 638655 h 2398711"/>
              <a:gd name="connsiteX110645" fmla="*/ 514349 w 2119654"/>
              <a:gd name="connsiteY110645" fmla="*/ 638615 h 2398711"/>
              <a:gd name="connsiteX110646" fmla="*/ 476401 w 2119654"/>
              <a:gd name="connsiteY110646" fmla="*/ 723546 h 2398711"/>
              <a:gd name="connsiteX110647" fmla="*/ 476484 w 2119654"/>
              <a:gd name="connsiteY110647" fmla="*/ 727257 h 2398711"/>
              <a:gd name="connsiteX110648" fmla="*/ 477263 w 2119654"/>
              <a:gd name="connsiteY110648" fmla="*/ 727495 h 2398711"/>
              <a:gd name="connsiteX110649" fmla="*/ 477088 w 2119654"/>
              <a:gd name="connsiteY110649" fmla="*/ 724053 h 2398711"/>
              <a:gd name="connsiteX110650" fmla="*/ 253902 w 2119654"/>
              <a:gd name="connsiteY110650" fmla="*/ 1221656 h 2398711"/>
              <a:gd name="connsiteX110651" fmla="*/ 257037 w 2119654"/>
              <a:gd name="connsiteY110651" fmla="*/ 1228730 h 2398711"/>
              <a:gd name="connsiteX110652" fmla="*/ 257787 w 2119654"/>
              <a:gd name="connsiteY110652" fmla="*/ 1229667 h 2398711"/>
              <a:gd name="connsiteX110653" fmla="*/ 260226 w 2119654"/>
              <a:gd name="connsiteY110653" fmla="*/ 1231023 h 2398711"/>
              <a:gd name="connsiteX110654" fmla="*/ 257143 w 2119654"/>
              <a:gd name="connsiteY110654" fmla="*/ 1224348 h 2398711"/>
              <a:gd name="connsiteX110655" fmla="*/ 255931 w 2119654"/>
              <a:gd name="connsiteY110655" fmla="*/ 1222782 h 2398711"/>
              <a:gd name="connsiteX110656" fmla="*/ 553311 w 2119654"/>
              <a:gd name="connsiteY110656" fmla="*/ 551194 h 2398711"/>
              <a:gd name="connsiteX110657" fmla="*/ 552532 w 2119654"/>
              <a:gd name="connsiteY110657" fmla="*/ 553478 h 2398711"/>
              <a:gd name="connsiteX110658" fmla="*/ 553014 w 2119654"/>
              <a:gd name="connsiteY110658" fmla="*/ 553936 h 2398711"/>
              <a:gd name="connsiteX110659" fmla="*/ 553204 w 2119654"/>
              <a:gd name="connsiteY110659" fmla="*/ 551913 h 2398711"/>
              <a:gd name="connsiteX110660" fmla="*/ 335888 w 2119654"/>
              <a:gd name="connsiteY110660" fmla="*/ 1038041 h 2398711"/>
              <a:gd name="connsiteX110661" fmla="*/ 336036 w 2119654"/>
              <a:gd name="connsiteY110661" fmla="*/ 1038647 h 2398711"/>
              <a:gd name="connsiteX110662" fmla="*/ 337163 w 2119654"/>
              <a:gd name="connsiteY110662" fmla="*/ 1040367 h 2398711"/>
              <a:gd name="connsiteX110663" fmla="*/ 336987 w 2119654"/>
              <a:gd name="connsiteY110663" fmla="*/ 1039626 h 2398711"/>
              <a:gd name="connsiteX110664" fmla="*/ 347372 w 2119654"/>
              <a:gd name="connsiteY110664" fmla="*/ 1012310 h 2398711"/>
              <a:gd name="connsiteX110665" fmla="*/ 347879 w 2119654"/>
              <a:gd name="connsiteY110665" fmla="*/ 1013824 h 2398711"/>
              <a:gd name="connsiteX110666" fmla="*/ 349959 w 2119654"/>
              <a:gd name="connsiteY110666" fmla="*/ 1018080 h 2398711"/>
              <a:gd name="connsiteX110667" fmla="*/ 348186 w 2119654"/>
              <a:gd name="connsiteY110667" fmla="*/ 1013280 h 2398711"/>
              <a:gd name="connsiteX110668" fmla="*/ 422375 w 2119654"/>
              <a:gd name="connsiteY110668" fmla="*/ 844287 h 2398711"/>
              <a:gd name="connsiteX110669" fmla="*/ 422232 w 2119654"/>
              <a:gd name="connsiteY110669" fmla="*/ 847510 h 2398711"/>
              <a:gd name="connsiteX110670" fmla="*/ 423412 w 2119654"/>
              <a:gd name="connsiteY110670" fmla="*/ 849511 h 2398711"/>
              <a:gd name="connsiteX110671" fmla="*/ 423609 w 2119654"/>
              <a:gd name="connsiteY110671" fmla="*/ 847972 h 2398711"/>
              <a:gd name="connsiteX110672" fmla="*/ 436634 w 2119654"/>
              <a:gd name="connsiteY110672" fmla="*/ 812268 h 2398711"/>
              <a:gd name="connsiteX110673" fmla="*/ 436437 w 2119654"/>
              <a:gd name="connsiteY110673" fmla="*/ 813917 h 2398711"/>
              <a:gd name="connsiteX110674" fmla="*/ 436810 w 2119654"/>
              <a:gd name="connsiteY110674" fmla="*/ 814222 h 2398711"/>
              <a:gd name="connsiteX110675" fmla="*/ 176163 w 2119654"/>
              <a:gd name="connsiteY110675" fmla="*/ 1395473 h 2398711"/>
              <a:gd name="connsiteX110676" fmla="*/ 179494 w 2119654"/>
              <a:gd name="connsiteY110676" fmla="*/ 1401837 h 2398711"/>
              <a:gd name="connsiteX110677" fmla="*/ 194534 w 2119654"/>
              <a:gd name="connsiteY110677" fmla="*/ 1420661 h 2398711"/>
              <a:gd name="connsiteX110678" fmla="*/ 180540 w 2119654"/>
              <a:gd name="connsiteY110678" fmla="*/ 1398324 h 2398711"/>
              <a:gd name="connsiteX110679" fmla="*/ 499865 w 2119654"/>
              <a:gd name="connsiteY110679" fmla="*/ 670298 h 2398711"/>
              <a:gd name="connsiteX110680" fmla="*/ 499512 w 2119654"/>
              <a:gd name="connsiteY110680" fmla="*/ 672097 h 2398711"/>
              <a:gd name="connsiteX110681" fmla="*/ 500387 w 2119654"/>
              <a:gd name="connsiteY110681" fmla="*/ 673819 h 2398711"/>
              <a:gd name="connsiteX110682" fmla="*/ 502671 w 2119654"/>
              <a:gd name="connsiteY110682" fmla="*/ 675150 h 2398711"/>
              <a:gd name="connsiteX110683" fmla="*/ 500406 w 2119654"/>
              <a:gd name="connsiteY110683" fmla="*/ 670672 h 2398711"/>
              <a:gd name="connsiteX110684" fmla="*/ 353060 w 2119654"/>
              <a:gd name="connsiteY110684" fmla="*/ 998938 h 2398711"/>
              <a:gd name="connsiteX110685" fmla="*/ 354642 w 2119654"/>
              <a:gd name="connsiteY110685" fmla="*/ 1002780 h 2398711"/>
              <a:gd name="connsiteX110686" fmla="*/ 354693 w 2119654"/>
              <a:gd name="connsiteY110686" fmla="*/ 1002835 h 2398711"/>
              <a:gd name="connsiteX110687" fmla="*/ 354629 w 2119654"/>
              <a:gd name="connsiteY110687" fmla="*/ 1002697 h 2398711"/>
              <a:gd name="connsiteX110688" fmla="*/ 354679 w 2119654"/>
              <a:gd name="connsiteY110688" fmla="*/ 1002488 h 2398711"/>
              <a:gd name="connsiteX110689" fmla="*/ 354992 w 2119654"/>
              <a:gd name="connsiteY110689" fmla="*/ 1003163 h 2398711"/>
              <a:gd name="connsiteX110690" fmla="*/ 355326 w 2119654"/>
              <a:gd name="connsiteY110690" fmla="*/ 1003531 h 2398711"/>
              <a:gd name="connsiteX110691" fmla="*/ 355744 w 2119654"/>
              <a:gd name="connsiteY110691" fmla="*/ 1003975 h 2398711"/>
              <a:gd name="connsiteX110692" fmla="*/ 358245 w 2119654"/>
              <a:gd name="connsiteY110692" fmla="*/ 1006102 h 2398711"/>
              <a:gd name="connsiteX110693" fmla="*/ 356896 w 2119654"/>
              <a:gd name="connsiteY110693" fmla="*/ 1003042 h 2398711"/>
              <a:gd name="connsiteX110694" fmla="*/ 520039 w 2119654"/>
              <a:gd name="connsiteY110694" fmla="*/ 624898 h 2398711"/>
              <a:gd name="connsiteX110695" fmla="*/ 520023 w 2119654"/>
              <a:gd name="connsiteY110695" fmla="*/ 625067 h 2398711"/>
              <a:gd name="connsiteX110696" fmla="*/ 520153 w 2119654"/>
              <a:gd name="connsiteY110696" fmla="*/ 625247 h 2398711"/>
              <a:gd name="connsiteX110697" fmla="*/ 520197 w 2119654"/>
              <a:gd name="connsiteY110697" fmla="*/ 624967 h 2398711"/>
              <a:gd name="connsiteX110698" fmla="*/ 503772 w 2119654"/>
              <a:gd name="connsiteY110698" fmla="*/ 661304 h 2398711"/>
              <a:gd name="connsiteX110699" fmla="*/ 503778 w 2119654"/>
              <a:gd name="connsiteY110699" fmla="*/ 664236 h 2398711"/>
              <a:gd name="connsiteX110700" fmla="*/ 505442 w 2119654"/>
              <a:gd name="connsiteY110700" fmla="*/ 665503 h 2398711"/>
              <a:gd name="connsiteX110701" fmla="*/ 504953 w 2119654"/>
              <a:gd name="connsiteY110701" fmla="*/ 661414 h 2398711"/>
              <a:gd name="connsiteX110702" fmla="*/ 364956 w 2119654"/>
              <a:gd name="connsiteY110702" fmla="*/ 972128 h 2398711"/>
              <a:gd name="connsiteX110703" fmla="*/ 364798 w 2119654"/>
              <a:gd name="connsiteY110703" fmla="*/ 973469 h 2398711"/>
              <a:gd name="connsiteX110704" fmla="*/ 365816 w 2119654"/>
              <a:gd name="connsiteY110704" fmla="*/ 975143 h 2398711"/>
              <a:gd name="connsiteX110705" fmla="*/ 365758 w 2119654"/>
              <a:gd name="connsiteY110705" fmla="*/ 973648 h 2398711"/>
              <a:gd name="connsiteX110706" fmla="*/ 447401 w 2119654"/>
              <a:gd name="connsiteY110706" fmla="*/ 787405 h 2398711"/>
              <a:gd name="connsiteX110707" fmla="*/ 447844 w 2119654"/>
              <a:gd name="connsiteY110707" fmla="*/ 789786 h 2398711"/>
              <a:gd name="connsiteX110708" fmla="*/ 448115 w 2119654"/>
              <a:gd name="connsiteY110708" fmla="*/ 787852 h 2398711"/>
              <a:gd name="connsiteX110709" fmla="*/ 439616 w 2119654"/>
              <a:gd name="connsiteY110709" fmla="*/ 804808 h 2398711"/>
              <a:gd name="connsiteX110710" fmla="*/ 439501 w 2119654"/>
              <a:gd name="connsiteY110710" fmla="*/ 809031 h 2398711"/>
              <a:gd name="connsiteX110711" fmla="*/ 440285 w 2119654"/>
              <a:gd name="connsiteY110711" fmla="*/ 809550 h 2398711"/>
              <a:gd name="connsiteX110712" fmla="*/ 439871 w 2119654"/>
              <a:gd name="connsiteY110712" fmla="*/ 804863 h 2398711"/>
              <a:gd name="connsiteX110713" fmla="*/ 260389 w 2119654"/>
              <a:gd name="connsiteY110713" fmla="*/ 1206115 h 2398711"/>
              <a:gd name="connsiteX110714" fmla="*/ 270925 w 2119654"/>
              <a:gd name="connsiteY110714" fmla="*/ 1221069 h 2398711"/>
              <a:gd name="connsiteX110715" fmla="*/ 270492 w 2119654"/>
              <a:gd name="connsiteY110715" fmla="*/ 1219181 h 2398711"/>
              <a:gd name="connsiteX110716" fmla="*/ 263005 w 2119654"/>
              <a:gd name="connsiteY110716" fmla="*/ 1208912 h 2398711"/>
              <a:gd name="connsiteX110717" fmla="*/ 465025 w 2119654"/>
              <a:gd name="connsiteY110717" fmla="*/ 747879 h 2398711"/>
              <a:gd name="connsiteX110718" fmla="*/ 465153 w 2119654"/>
              <a:gd name="connsiteY110718" fmla="*/ 748042 h 2398711"/>
              <a:gd name="connsiteX110719" fmla="*/ 465140 w 2119654"/>
              <a:gd name="connsiteY110719" fmla="*/ 747948 h 2398711"/>
              <a:gd name="connsiteX110720" fmla="*/ 237676 w 2119654"/>
              <a:gd name="connsiteY110720" fmla="*/ 1256949 h 2398711"/>
              <a:gd name="connsiteX110721" fmla="*/ 238619 w 2119654"/>
              <a:gd name="connsiteY110721" fmla="*/ 1258635 h 2398711"/>
              <a:gd name="connsiteX110722" fmla="*/ 240519 w 2119654"/>
              <a:gd name="connsiteY110722" fmla="*/ 1260303 h 2398711"/>
              <a:gd name="connsiteX110723" fmla="*/ 237871 w 2119654"/>
              <a:gd name="connsiteY110723" fmla="*/ 1257061 h 2398711"/>
              <a:gd name="connsiteX110724" fmla="*/ 287136 w 2119654"/>
              <a:gd name="connsiteY110724" fmla="*/ 1146096 h 2398711"/>
              <a:gd name="connsiteX110725" fmla="*/ 287678 w 2119654"/>
              <a:gd name="connsiteY110725" fmla="*/ 1147488 h 2398711"/>
              <a:gd name="connsiteX110726" fmla="*/ 288904 w 2119654"/>
              <a:gd name="connsiteY110726" fmla="*/ 1150061 h 2398711"/>
              <a:gd name="connsiteX110727" fmla="*/ 290318 w 2119654"/>
              <a:gd name="connsiteY110727" fmla="*/ 1151539 h 2398711"/>
              <a:gd name="connsiteX110728" fmla="*/ 289609 w 2119654"/>
              <a:gd name="connsiteY110728" fmla="*/ 1148067 h 2398711"/>
              <a:gd name="connsiteX110729" fmla="*/ 559315 w 2119654"/>
              <a:gd name="connsiteY110729" fmla="*/ 536471 h 2398711"/>
              <a:gd name="connsiteX110730" fmla="*/ 559314 w 2119654"/>
              <a:gd name="connsiteY110730" fmla="*/ 539353 h 2398711"/>
              <a:gd name="connsiteX110731" fmla="*/ 559624 w 2119654"/>
              <a:gd name="connsiteY110731" fmla="*/ 542223 h 2398711"/>
              <a:gd name="connsiteX110732" fmla="*/ 561765 w 2119654"/>
              <a:gd name="connsiteY110732" fmla="*/ 542971 h 2398711"/>
              <a:gd name="connsiteX110733" fmla="*/ 562015 w 2119654"/>
              <a:gd name="connsiteY110733" fmla="*/ 538497 h 2398711"/>
              <a:gd name="connsiteX110734" fmla="*/ 270292 w 2119654"/>
              <a:gd name="connsiteY110734" fmla="*/ 1183617 h 2398711"/>
              <a:gd name="connsiteX110735" fmla="*/ 272325 w 2119654"/>
              <a:gd name="connsiteY110735" fmla="*/ 1186681 h 2398711"/>
              <a:gd name="connsiteX110736" fmla="*/ 272599 w 2119654"/>
              <a:gd name="connsiteY110736" fmla="*/ 1186989 h 2398711"/>
              <a:gd name="connsiteX110737" fmla="*/ 272520 w 2119654"/>
              <a:gd name="connsiteY110737" fmla="*/ 1186779 h 2398711"/>
              <a:gd name="connsiteX110738" fmla="*/ 448064 w 2119654"/>
              <a:gd name="connsiteY110738" fmla="*/ 785471 h 2398711"/>
              <a:gd name="connsiteX110739" fmla="*/ 448386 w 2119654"/>
              <a:gd name="connsiteY110739" fmla="*/ 785916 h 2398711"/>
              <a:gd name="connsiteX110740" fmla="*/ 448429 w 2119654"/>
              <a:gd name="connsiteY110740" fmla="*/ 785601 h 2398711"/>
              <a:gd name="connsiteX110741" fmla="*/ 308867 w 2119654"/>
              <a:gd name="connsiteY110741" fmla="*/ 1096919 h 2398711"/>
              <a:gd name="connsiteX110742" fmla="*/ 308745 w 2119654"/>
              <a:gd name="connsiteY110742" fmla="*/ 1099287 h 2398711"/>
              <a:gd name="connsiteX110743" fmla="*/ 309048 w 2119654"/>
              <a:gd name="connsiteY110743" fmla="*/ 1099561 h 2398711"/>
              <a:gd name="connsiteX110744" fmla="*/ 478145 w 2119654"/>
              <a:gd name="connsiteY110744" fmla="*/ 717755 h 2398711"/>
              <a:gd name="connsiteX110745" fmla="*/ 478195 w 2119654"/>
              <a:gd name="connsiteY110745" fmla="*/ 719130 h 2398711"/>
              <a:gd name="connsiteX110746" fmla="*/ 478374 w 2119654"/>
              <a:gd name="connsiteY110746" fmla="*/ 721407 h 2398711"/>
              <a:gd name="connsiteX110747" fmla="*/ 480126 w 2119654"/>
              <a:gd name="connsiteY110747" fmla="*/ 722399 h 2398711"/>
              <a:gd name="connsiteX110748" fmla="*/ 294683 w 2119654"/>
              <a:gd name="connsiteY110748" fmla="*/ 1128538 h 2398711"/>
              <a:gd name="connsiteX110749" fmla="*/ 294886 w 2119654"/>
              <a:gd name="connsiteY110749" fmla="*/ 1128988 h 2398711"/>
              <a:gd name="connsiteX110750" fmla="*/ 299781 w 2119654"/>
              <a:gd name="connsiteY110750" fmla="*/ 1139457 h 2398711"/>
              <a:gd name="connsiteX110751" fmla="*/ 302353 w 2119654"/>
              <a:gd name="connsiteY110751" fmla="*/ 1141441 h 2398711"/>
              <a:gd name="connsiteX110752" fmla="*/ 302270 w 2119654"/>
              <a:gd name="connsiteY110752" fmla="*/ 1139257 h 2398711"/>
              <a:gd name="connsiteX110753" fmla="*/ 296315 w 2119654"/>
              <a:gd name="connsiteY110753" fmla="*/ 1129462 h 2398711"/>
              <a:gd name="connsiteX110754" fmla="*/ 439640 w 2119654"/>
              <a:gd name="connsiteY110754" fmla="*/ 803919 h 2398711"/>
              <a:gd name="connsiteX110755" fmla="*/ 439630 w 2119654"/>
              <a:gd name="connsiteY110755" fmla="*/ 804295 h 2398711"/>
              <a:gd name="connsiteX110756" fmla="*/ 439830 w 2119654"/>
              <a:gd name="connsiteY110756" fmla="*/ 804335 h 2398711"/>
              <a:gd name="connsiteX110757" fmla="*/ 439816 w 2119654"/>
              <a:gd name="connsiteY110757" fmla="*/ 804141 h 2398711"/>
              <a:gd name="connsiteX110758" fmla="*/ 269290 w 2119654"/>
              <a:gd name="connsiteY110758" fmla="*/ 1185342 h 2398711"/>
              <a:gd name="connsiteX110759" fmla="*/ 269489 w 2119654"/>
              <a:gd name="connsiteY110759" fmla="*/ 1186154 h 2398711"/>
              <a:gd name="connsiteX110760" fmla="*/ 270329 w 2119654"/>
              <a:gd name="connsiteY110760" fmla="*/ 1187435 h 2398711"/>
              <a:gd name="connsiteX110761" fmla="*/ 271252 w 2119654"/>
              <a:gd name="connsiteY110761" fmla="*/ 1188170 h 2398711"/>
              <a:gd name="connsiteX110762" fmla="*/ 520176 w 2119654"/>
              <a:gd name="connsiteY110762" fmla="*/ 623475 h 2398711"/>
              <a:gd name="connsiteX110763" fmla="*/ 520161 w 2119654"/>
              <a:gd name="connsiteY110763" fmla="*/ 623630 h 2398711"/>
              <a:gd name="connsiteX110764" fmla="*/ 520202 w 2119654"/>
              <a:gd name="connsiteY110764" fmla="*/ 623645 h 2398711"/>
              <a:gd name="connsiteX110765" fmla="*/ 233527 w 2119654"/>
              <a:gd name="connsiteY110765" fmla="*/ 1265325 h 2398711"/>
              <a:gd name="connsiteX110766" fmla="*/ 234873 w 2119654"/>
              <a:gd name="connsiteY110766" fmla="*/ 1269236 h 2398711"/>
              <a:gd name="connsiteX110767" fmla="*/ 237305 w 2119654"/>
              <a:gd name="connsiteY110767" fmla="*/ 1271431 h 2398711"/>
              <a:gd name="connsiteX110768" fmla="*/ 235462 w 2119654"/>
              <a:gd name="connsiteY110768" fmla="*/ 1267540 h 2398711"/>
              <a:gd name="connsiteX110769" fmla="*/ 235035 w 2119654"/>
              <a:gd name="connsiteY110769" fmla="*/ 1266538 h 2398711"/>
              <a:gd name="connsiteX110770" fmla="*/ 539359 w 2119654"/>
              <a:gd name="connsiteY110770" fmla="*/ 580493 h 2398711"/>
              <a:gd name="connsiteX110771" fmla="*/ 539656 w 2119654"/>
              <a:gd name="connsiteY110771" fmla="*/ 582667 h 2398711"/>
              <a:gd name="connsiteX110772" fmla="*/ 541133 w 2119654"/>
              <a:gd name="connsiteY110772" fmla="*/ 583879 h 2398711"/>
              <a:gd name="connsiteX110773" fmla="*/ 541270 w 2119654"/>
              <a:gd name="connsiteY110773" fmla="*/ 583459 h 2398711"/>
              <a:gd name="connsiteX110774" fmla="*/ 540468 w 2119654"/>
              <a:gd name="connsiteY110774" fmla="*/ 580926 h 2398711"/>
              <a:gd name="connsiteX110775" fmla="*/ 372997 w 2119654"/>
              <a:gd name="connsiteY110775" fmla="*/ 952955 h 2398711"/>
              <a:gd name="connsiteX110776" fmla="*/ 373230 w 2119654"/>
              <a:gd name="connsiteY110776" fmla="*/ 954844 h 2398711"/>
              <a:gd name="connsiteX110777" fmla="*/ 374864 w 2119654"/>
              <a:gd name="connsiteY110777" fmla="*/ 956625 h 2398711"/>
              <a:gd name="connsiteX110778" fmla="*/ 236747 w 2119654"/>
              <a:gd name="connsiteY110778" fmla="*/ 1257967 h 2398711"/>
              <a:gd name="connsiteX110779" fmla="*/ 240322 w 2119654"/>
              <a:gd name="connsiteY110779" fmla="*/ 1266413 h 2398711"/>
              <a:gd name="connsiteX110780" fmla="*/ 242962 w 2119654"/>
              <a:gd name="connsiteY110780" fmla="*/ 1271133 h 2398711"/>
              <a:gd name="connsiteX110781" fmla="*/ 247104 w 2119654"/>
              <a:gd name="connsiteY110781" fmla="*/ 1274462 h 2398711"/>
              <a:gd name="connsiteX110782" fmla="*/ 239034 w 2119654"/>
              <a:gd name="connsiteY110782" fmla="*/ 1260032 h 2398711"/>
              <a:gd name="connsiteX110783" fmla="*/ 282461 w 2119654"/>
              <a:gd name="connsiteY110783" fmla="*/ 1155549 h 2398711"/>
              <a:gd name="connsiteX110784" fmla="*/ 283025 w 2119654"/>
              <a:gd name="connsiteY110784" fmla="*/ 1158675 h 2398711"/>
              <a:gd name="connsiteX110785" fmla="*/ 288533 w 2119654"/>
              <a:gd name="connsiteY110785" fmla="*/ 1161105 h 2398711"/>
              <a:gd name="connsiteX110786" fmla="*/ 436968 w 2119654"/>
              <a:gd name="connsiteY110786" fmla="*/ 809468 h 2398711"/>
              <a:gd name="connsiteX110787" fmla="*/ 436853 w 2119654"/>
              <a:gd name="connsiteY110787" fmla="*/ 810434 h 2398711"/>
              <a:gd name="connsiteX110788" fmla="*/ 437225 w 2119654"/>
              <a:gd name="connsiteY110788" fmla="*/ 814561 h 2398711"/>
              <a:gd name="connsiteX110789" fmla="*/ 438425 w 2119654"/>
              <a:gd name="connsiteY110789" fmla="*/ 815541 h 2398711"/>
              <a:gd name="connsiteX110790" fmla="*/ 438544 w 2119654"/>
              <a:gd name="connsiteY110790" fmla="*/ 811175 h 2398711"/>
              <a:gd name="connsiteX110791" fmla="*/ 438304 w 2119654"/>
              <a:gd name="connsiteY110791" fmla="*/ 810354 h 2398711"/>
              <a:gd name="connsiteX110792" fmla="*/ 478469 w 2119654"/>
              <a:gd name="connsiteY110792" fmla="*/ 716387 h 2398711"/>
              <a:gd name="connsiteX110793" fmla="*/ 481324 w 2119654"/>
              <a:gd name="connsiteY110793" fmla="*/ 723078 h 2398711"/>
              <a:gd name="connsiteX110794" fmla="*/ 483638 w 2119654"/>
              <a:gd name="connsiteY110794" fmla="*/ 724388 h 2398711"/>
              <a:gd name="connsiteX110795" fmla="*/ 483595 w 2119654"/>
              <a:gd name="connsiteY110795" fmla="*/ 723894 h 2398711"/>
              <a:gd name="connsiteX110796" fmla="*/ 482866 w 2119654"/>
              <a:gd name="connsiteY110796" fmla="*/ 718476 h 2398711"/>
              <a:gd name="connsiteX110797" fmla="*/ 549343 w 2119654"/>
              <a:gd name="connsiteY110797" fmla="*/ 557575 h 2398711"/>
              <a:gd name="connsiteX110798" fmla="*/ 549383 w 2119654"/>
              <a:gd name="connsiteY110798" fmla="*/ 557938 h 2398711"/>
              <a:gd name="connsiteX110799" fmla="*/ 549422 w 2119654"/>
              <a:gd name="connsiteY110799" fmla="*/ 557613 h 2398711"/>
              <a:gd name="connsiteX110800" fmla="*/ 365228 w 2119654"/>
              <a:gd name="connsiteY110800" fmla="*/ 969826 h 2398711"/>
              <a:gd name="connsiteX110801" fmla="*/ 365053 w 2119654"/>
              <a:gd name="connsiteY110801" fmla="*/ 971314 h 2398711"/>
              <a:gd name="connsiteX110802" fmla="*/ 365715 w 2119654"/>
              <a:gd name="connsiteY110802" fmla="*/ 972530 h 2398711"/>
              <a:gd name="connsiteX110803" fmla="*/ 365628 w 2119654"/>
              <a:gd name="connsiteY110803" fmla="*/ 970283 h 2398711"/>
              <a:gd name="connsiteX110804" fmla="*/ 553368 w 2119654"/>
              <a:gd name="connsiteY110804" fmla="*/ 548502 h 2398711"/>
              <a:gd name="connsiteX110805" fmla="*/ 552376 w 2119654"/>
              <a:gd name="connsiteY110805" fmla="*/ 551414 h 2398711"/>
              <a:gd name="connsiteX110806" fmla="*/ 552211 w 2119654"/>
              <a:gd name="connsiteY110806" fmla="*/ 552775 h 2398711"/>
              <a:gd name="connsiteX110807" fmla="*/ 552211 w 2119654"/>
              <a:gd name="connsiteY110807" fmla="*/ 553175 h 2398711"/>
              <a:gd name="connsiteX110808" fmla="*/ 552333 w 2119654"/>
              <a:gd name="connsiteY110808" fmla="*/ 553291 h 2398711"/>
              <a:gd name="connsiteX110809" fmla="*/ 553512 w 2119654"/>
              <a:gd name="connsiteY110809" fmla="*/ 549833 h 2398711"/>
              <a:gd name="connsiteX110810" fmla="*/ 553664 w 2119654"/>
              <a:gd name="connsiteY110810" fmla="*/ 548808 h 2398711"/>
              <a:gd name="connsiteX110811" fmla="*/ 630364 w 2119654"/>
              <a:gd name="connsiteY110811" fmla="*/ 376025 h 2398711"/>
              <a:gd name="connsiteX110812" fmla="*/ 629488 w 2119654"/>
              <a:gd name="connsiteY110812" fmla="*/ 381884 h 2398711"/>
              <a:gd name="connsiteX110813" fmla="*/ 628677 w 2119654"/>
              <a:gd name="connsiteY110813" fmla="*/ 387857 h 2398711"/>
              <a:gd name="connsiteX110814" fmla="*/ 634457 w 2119654"/>
              <a:gd name="connsiteY110814" fmla="*/ 392678 h 2398711"/>
              <a:gd name="connsiteX110815" fmla="*/ 632101 w 2119654"/>
              <a:gd name="connsiteY110815" fmla="*/ 377030 h 2398711"/>
              <a:gd name="connsiteX110816" fmla="*/ 461321 w 2119654"/>
              <a:gd name="connsiteY110816" fmla="*/ 754518 h 2398711"/>
              <a:gd name="connsiteX110817" fmla="*/ 461562 w 2119654"/>
              <a:gd name="connsiteY110817" fmla="*/ 756019 h 2398711"/>
              <a:gd name="connsiteX110818" fmla="*/ 461564 w 2119654"/>
              <a:gd name="connsiteY110818" fmla="*/ 754633 h 2398711"/>
              <a:gd name="connsiteX110819" fmla="*/ 363747 w 2119654"/>
              <a:gd name="connsiteY110819" fmla="*/ 972994 h 2398711"/>
              <a:gd name="connsiteX110820" fmla="*/ 363751 w 2119654"/>
              <a:gd name="connsiteY110820" fmla="*/ 973080 h 2398711"/>
              <a:gd name="connsiteX110821" fmla="*/ 363759 w 2119654"/>
              <a:gd name="connsiteY110821" fmla="*/ 973009 h 2398711"/>
              <a:gd name="connsiteX110822" fmla="*/ 604019 w 2119654"/>
              <a:gd name="connsiteY110822" fmla="*/ 434969 h 2398711"/>
              <a:gd name="connsiteX110823" fmla="*/ 603988 w 2119654"/>
              <a:gd name="connsiteY110823" fmla="*/ 437681 h 2398711"/>
              <a:gd name="connsiteX110824" fmla="*/ 604187 w 2119654"/>
              <a:gd name="connsiteY110824" fmla="*/ 456228 h 2398711"/>
              <a:gd name="connsiteX110825" fmla="*/ 607978 w 2119654"/>
              <a:gd name="connsiteY110825" fmla="*/ 460154 h 2398711"/>
              <a:gd name="connsiteX110826" fmla="*/ 608287 w 2119654"/>
              <a:gd name="connsiteY110826" fmla="*/ 459241 h 2398711"/>
              <a:gd name="connsiteX110827" fmla="*/ 608659 w 2119654"/>
              <a:gd name="connsiteY110827" fmla="*/ 458998 h 2398711"/>
              <a:gd name="connsiteX110828" fmla="*/ 608192 w 2119654"/>
              <a:gd name="connsiteY110828" fmla="*/ 460376 h 2398711"/>
              <a:gd name="connsiteX110829" fmla="*/ 609050 w 2119654"/>
              <a:gd name="connsiteY110829" fmla="*/ 461265 h 2398711"/>
              <a:gd name="connsiteX110830" fmla="*/ 609724 w 2119654"/>
              <a:gd name="connsiteY110830" fmla="*/ 456529 h 2398711"/>
              <a:gd name="connsiteX110831" fmla="*/ 606914 w 2119654"/>
              <a:gd name="connsiteY110831" fmla="*/ 437873 h 2398711"/>
              <a:gd name="connsiteX110832" fmla="*/ 253294 w 2119654"/>
              <a:gd name="connsiteY110832" fmla="*/ 1220286 h 2398711"/>
              <a:gd name="connsiteX110833" fmla="*/ 253697 w 2119654"/>
              <a:gd name="connsiteY110833" fmla="*/ 1221194 h 2398711"/>
              <a:gd name="connsiteX110834" fmla="*/ 255119 w 2119654"/>
              <a:gd name="connsiteY110834" fmla="*/ 1221983 h 2398711"/>
              <a:gd name="connsiteX110835" fmla="*/ 302426 w 2119654"/>
              <a:gd name="connsiteY110835" fmla="*/ 1110222 h 2398711"/>
              <a:gd name="connsiteX110836" fmla="*/ 302542 w 2119654"/>
              <a:gd name="connsiteY110836" fmla="*/ 1110823 h 2398711"/>
              <a:gd name="connsiteX110837" fmla="*/ 302569 w 2119654"/>
              <a:gd name="connsiteY110837" fmla="*/ 1110314 h 2398711"/>
              <a:gd name="connsiteX110838" fmla="*/ 248462 w 2119654"/>
              <a:gd name="connsiteY110838" fmla="*/ 1230842 h 2398711"/>
              <a:gd name="connsiteX110839" fmla="*/ 251016 w 2119654"/>
              <a:gd name="connsiteY110839" fmla="*/ 1236993 h 2398711"/>
              <a:gd name="connsiteX110840" fmla="*/ 255023 w 2119654"/>
              <a:gd name="connsiteY110840" fmla="*/ 1246284 h 2398711"/>
              <a:gd name="connsiteX110841" fmla="*/ 256987 w 2119654"/>
              <a:gd name="connsiteY110841" fmla="*/ 1247442 h 2398711"/>
              <a:gd name="connsiteX110842" fmla="*/ 255243 w 2119654"/>
              <a:gd name="connsiteY110842" fmla="*/ 1241393 h 2398711"/>
              <a:gd name="connsiteX110843" fmla="*/ 255144 w 2119654"/>
              <a:gd name="connsiteY110843" fmla="*/ 1240989 h 2398711"/>
              <a:gd name="connsiteX110844" fmla="*/ 251342 w 2119654"/>
              <a:gd name="connsiteY110844" fmla="*/ 1235289 h 2398711"/>
              <a:gd name="connsiteX110845" fmla="*/ 606067 w 2119654"/>
              <a:gd name="connsiteY110845" fmla="*/ 430069 h 2398711"/>
              <a:gd name="connsiteX110846" fmla="*/ 607139 w 2119654"/>
              <a:gd name="connsiteY110846" fmla="*/ 437185 h 2398711"/>
              <a:gd name="connsiteX110847" fmla="*/ 611923 w 2119654"/>
              <a:gd name="connsiteY110847" fmla="*/ 441855 h 2398711"/>
              <a:gd name="connsiteX110848" fmla="*/ 613219 w 2119654"/>
              <a:gd name="connsiteY110848" fmla="*/ 433557 h 2398711"/>
              <a:gd name="connsiteX110849" fmla="*/ 363729 w 2119654"/>
              <a:gd name="connsiteY110849" fmla="*/ 972625 h 2398711"/>
              <a:gd name="connsiteX110850" fmla="*/ 363737 w 2119654"/>
              <a:gd name="connsiteY110850" fmla="*/ 972791 h 2398711"/>
              <a:gd name="connsiteX110851" fmla="*/ 363779 w 2119654"/>
              <a:gd name="connsiteY110851" fmla="*/ 972843 h 2398711"/>
              <a:gd name="connsiteX110852" fmla="*/ 363793 w 2119654"/>
              <a:gd name="connsiteY110852" fmla="*/ 972728 h 2398711"/>
              <a:gd name="connsiteX110853" fmla="*/ 504667 w 2119654"/>
              <a:gd name="connsiteY110853" fmla="*/ 657013 h 2398711"/>
              <a:gd name="connsiteX110854" fmla="*/ 505018 w 2119654"/>
              <a:gd name="connsiteY110854" fmla="*/ 659951 h 2398711"/>
              <a:gd name="connsiteX110855" fmla="*/ 509419 w 2119654"/>
              <a:gd name="connsiteY110855" fmla="*/ 660361 h 2398711"/>
              <a:gd name="connsiteX110856" fmla="*/ 508950 w 2119654"/>
              <a:gd name="connsiteY110856" fmla="*/ 659031 h 2398711"/>
              <a:gd name="connsiteX110857" fmla="*/ 439682 w 2119654"/>
              <a:gd name="connsiteY110857" fmla="*/ 802370 h 2398711"/>
              <a:gd name="connsiteX110858" fmla="*/ 439656 w 2119654"/>
              <a:gd name="connsiteY110858" fmla="*/ 803330 h 2398711"/>
              <a:gd name="connsiteX110859" fmla="*/ 439765 w 2119654"/>
              <a:gd name="connsiteY110859" fmla="*/ 803468 h 2398711"/>
              <a:gd name="connsiteX110860" fmla="*/ 203456 w 2119654"/>
              <a:gd name="connsiteY110860" fmla="*/ 1331073 h 2398711"/>
              <a:gd name="connsiteX110861" fmla="*/ 204399 w 2119654"/>
              <a:gd name="connsiteY110861" fmla="*/ 1333541 h 2398711"/>
              <a:gd name="connsiteX110862" fmla="*/ 207233 w 2119654"/>
              <a:gd name="connsiteY110862" fmla="*/ 1336501 h 2398711"/>
              <a:gd name="connsiteX110863" fmla="*/ 220225 w 2119654"/>
              <a:gd name="connsiteY110863" fmla="*/ 1346771 h 2398711"/>
              <a:gd name="connsiteX110864" fmla="*/ 225243 w 2119654"/>
              <a:gd name="connsiteY110864" fmla="*/ 1349728 h 2398711"/>
              <a:gd name="connsiteX110865" fmla="*/ 221426 w 2119654"/>
              <a:gd name="connsiteY110865" fmla="*/ 1346455 h 2398711"/>
              <a:gd name="connsiteX110866" fmla="*/ 216339 w 2119654"/>
              <a:gd name="connsiteY110866" fmla="*/ 1341791 h 2398711"/>
              <a:gd name="connsiteX110867" fmla="*/ 439847 w 2119654"/>
              <a:gd name="connsiteY110867" fmla="*/ 801653 h 2398711"/>
              <a:gd name="connsiteX110868" fmla="*/ 440037 w 2119654"/>
              <a:gd name="connsiteY110868" fmla="*/ 803815 h 2398711"/>
              <a:gd name="connsiteX110869" fmla="*/ 440560 w 2119654"/>
              <a:gd name="connsiteY110869" fmla="*/ 804481 h 2398711"/>
              <a:gd name="connsiteX110870" fmla="*/ 441626 w 2119654"/>
              <a:gd name="connsiteY110870" fmla="*/ 804693 h 2398711"/>
              <a:gd name="connsiteX110871" fmla="*/ 441119 w 2119654"/>
              <a:gd name="connsiteY110871" fmla="*/ 802633 h 2398711"/>
              <a:gd name="connsiteX110872" fmla="*/ 500973 w 2119654"/>
              <a:gd name="connsiteY110872" fmla="*/ 664636 h 2398711"/>
              <a:gd name="connsiteX110873" fmla="*/ 500589 w 2119654"/>
              <a:gd name="connsiteY110873" fmla="*/ 666601 h 2398711"/>
              <a:gd name="connsiteX110874" fmla="*/ 502018 w 2119654"/>
              <a:gd name="connsiteY110874" fmla="*/ 666855 h 2398711"/>
              <a:gd name="connsiteX110875" fmla="*/ 501855 w 2119654"/>
              <a:gd name="connsiteY110875" fmla="*/ 666071 h 2398711"/>
              <a:gd name="connsiteX110876" fmla="*/ 502049 w 2119654"/>
              <a:gd name="connsiteY110876" fmla="*/ 666862 h 2398711"/>
              <a:gd name="connsiteX110877" fmla="*/ 503171 w 2119654"/>
              <a:gd name="connsiteY110877" fmla="*/ 667062 h 2398711"/>
              <a:gd name="connsiteX110878" fmla="*/ 503170 w 2119654"/>
              <a:gd name="connsiteY110878" fmla="*/ 666308 h 2398711"/>
              <a:gd name="connsiteX110879" fmla="*/ 501668 w 2119654"/>
              <a:gd name="connsiteY110879" fmla="*/ 665164 h 2398711"/>
              <a:gd name="connsiteX110880" fmla="*/ 501855 w 2119654"/>
              <a:gd name="connsiteY110880" fmla="*/ 666071 h 2398711"/>
              <a:gd name="connsiteX110881" fmla="*/ 501625 w 2119654"/>
              <a:gd name="connsiteY110881" fmla="*/ 665131 h 2398711"/>
              <a:gd name="connsiteX110882" fmla="*/ 539763 w 2119654"/>
              <a:gd name="connsiteY110882" fmla="*/ 577625 h 2398711"/>
              <a:gd name="connsiteX110883" fmla="*/ 540696 w 2119654"/>
              <a:gd name="connsiteY110883" fmla="*/ 580572 h 2398711"/>
              <a:gd name="connsiteX110884" fmla="*/ 542064 w 2119654"/>
              <a:gd name="connsiteY110884" fmla="*/ 581105 h 2398711"/>
              <a:gd name="connsiteX110885" fmla="*/ 542818 w 2119654"/>
              <a:gd name="connsiteY110885" fmla="*/ 578890 h 2398711"/>
              <a:gd name="connsiteX110886" fmla="*/ 555347 w 2119654"/>
              <a:gd name="connsiteY110886" fmla="*/ 542597 h 2398711"/>
              <a:gd name="connsiteX110887" fmla="*/ 555182 w 2119654"/>
              <a:gd name="connsiteY110887" fmla="*/ 544374 h 2398711"/>
              <a:gd name="connsiteX110888" fmla="*/ 555194 w 2119654"/>
              <a:gd name="connsiteY110888" fmla="*/ 544387 h 2398711"/>
              <a:gd name="connsiteX110889" fmla="*/ 555407 w 2119654"/>
              <a:gd name="connsiteY110889" fmla="*/ 542618 h 2398711"/>
              <a:gd name="connsiteX110890" fmla="*/ 244502 w 2119654"/>
              <a:gd name="connsiteY110890" fmla="*/ 1238614 h 2398711"/>
              <a:gd name="connsiteX110891" fmla="*/ 247110 w 2119654"/>
              <a:gd name="connsiteY110891" fmla="*/ 1241616 h 2398711"/>
              <a:gd name="connsiteX110892" fmla="*/ 248270 w 2119654"/>
              <a:gd name="connsiteY110892" fmla="*/ 1242300 h 2398711"/>
              <a:gd name="connsiteX110893" fmla="*/ 596977 w 2119654"/>
              <a:gd name="connsiteY110893" fmla="*/ 449321 h 2398711"/>
              <a:gd name="connsiteX110894" fmla="*/ 596808 w 2119654"/>
              <a:gd name="connsiteY110894" fmla="*/ 455532 h 2398711"/>
              <a:gd name="connsiteX110895" fmla="*/ 601144 w 2119654"/>
              <a:gd name="connsiteY110895" fmla="*/ 459466 h 2398711"/>
              <a:gd name="connsiteX110896" fmla="*/ 596806 w 2119654"/>
              <a:gd name="connsiteY110896" fmla="*/ 455598 h 2398711"/>
              <a:gd name="connsiteX110897" fmla="*/ 596529 w 2119654"/>
              <a:gd name="connsiteY110897" fmla="*/ 465758 h 2398711"/>
              <a:gd name="connsiteX110898" fmla="*/ 603838 w 2119654"/>
              <a:gd name="connsiteY110898" fmla="*/ 468662 h 2398711"/>
              <a:gd name="connsiteX110899" fmla="*/ 603765 w 2119654"/>
              <a:gd name="connsiteY110899" fmla="*/ 461843 h 2398711"/>
              <a:gd name="connsiteX110900" fmla="*/ 601144 w 2119654"/>
              <a:gd name="connsiteY110900" fmla="*/ 459466 h 2398711"/>
              <a:gd name="connsiteX110901" fmla="*/ 603764 w 2119654"/>
              <a:gd name="connsiteY110901" fmla="*/ 461803 h 2398711"/>
              <a:gd name="connsiteX110902" fmla="*/ 603705 w 2119654"/>
              <a:gd name="connsiteY110902" fmla="*/ 456290 h 2398711"/>
              <a:gd name="connsiteX110903" fmla="*/ 543166 w 2119654"/>
              <a:gd name="connsiteY110903" fmla="*/ 569775 h 2398711"/>
              <a:gd name="connsiteX110904" fmla="*/ 543876 w 2119654"/>
              <a:gd name="connsiteY110904" fmla="*/ 572017 h 2398711"/>
              <a:gd name="connsiteX110905" fmla="*/ 545010 w 2119654"/>
              <a:gd name="connsiteY110905" fmla="*/ 572460 h 2398711"/>
              <a:gd name="connsiteX110906" fmla="*/ 545314 w 2119654"/>
              <a:gd name="connsiteY110906" fmla="*/ 571567 h 2398711"/>
              <a:gd name="connsiteX110907" fmla="*/ 437281 w 2119654"/>
              <a:gd name="connsiteY110907" fmla="*/ 806847 h 2398711"/>
              <a:gd name="connsiteX110908" fmla="*/ 437202 w 2119654"/>
              <a:gd name="connsiteY110908" fmla="*/ 807507 h 2398711"/>
              <a:gd name="connsiteX110909" fmla="*/ 437538 w 2119654"/>
              <a:gd name="connsiteY110909" fmla="*/ 807730 h 2398711"/>
              <a:gd name="connsiteX110910" fmla="*/ 293832 w 2119654"/>
              <a:gd name="connsiteY110910" fmla="*/ 1128055 h 2398711"/>
              <a:gd name="connsiteX110911" fmla="*/ 297222 w 2119654"/>
              <a:gd name="connsiteY110911" fmla="*/ 1136847 h 2398711"/>
              <a:gd name="connsiteX110912" fmla="*/ 298353 w 2119654"/>
              <a:gd name="connsiteY110912" fmla="*/ 1138356 h 2398711"/>
              <a:gd name="connsiteX110913" fmla="*/ 299337 w 2119654"/>
              <a:gd name="connsiteY110913" fmla="*/ 1139115 h 2398711"/>
              <a:gd name="connsiteX110914" fmla="*/ 299120 w 2119654"/>
              <a:gd name="connsiteY110914" fmla="*/ 1138650 h 2398711"/>
              <a:gd name="connsiteX110915" fmla="*/ 294513 w 2119654"/>
              <a:gd name="connsiteY110915" fmla="*/ 1128441 h 2398711"/>
              <a:gd name="connsiteX110916" fmla="*/ 449597 w 2119654"/>
              <a:gd name="connsiteY110916" fmla="*/ 779242 h 2398711"/>
              <a:gd name="connsiteX110917" fmla="*/ 448973 w 2119654"/>
              <a:gd name="connsiteY110917" fmla="*/ 783711 h 2398711"/>
              <a:gd name="connsiteX110918" fmla="*/ 451233 w 2119654"/>
              <a:gd name="connsiteY110918" fmla="*/ 784515 h 2398711"/>
              <a:gd name="connsiteX110919" fmla="*/ 451246 w 2119654"/>
              <a:gd name="connsiteY110919" fmla="*/ 784409 h 2398711"/>
              <a:gd name="connsiteX110920" fmla="*/ 451132 w 2119654"/>
              <a:gd name="connsiteY110920" fmla="*/ 783456 h 2398711"/>
              <a:gd name="connsiteX110921" fmla="*/ 522915 w 2119654"/>
              <a:gd name="connsiteY110921" fmla="*/ 615062 h 2398711"/>
              <a:gd name="connsiteX110922" fmla="*/ 523613 w 2119654"/>
              <a:gd name="connsiteY110922" fmla="*/ 615484 h 2398711"/>
              <a:gd name="connsiteX110923" fmla="*/ 523595 w 2119654"/>
              <a:gd name="connsiteY110923" fmla="*/ 615156 h 2398711"/>
              <a:gd name="connsiteX110924" fmla="*/ 446969 w 2119654"/>
              <a:gd name="connsiteY110924" fmla="*/ 785082 h 2398711"/>
              <a:gd name="connsiteX110925" fmla="*/ 447321 w 2119654"/>
              <a:gd name="connsiteY110925" fmla="*/ 786972 h 2398711"/>
              <a:gd name="connsiteX110926" fmla="*/ 448164 w 2119654"/>
              <a:gd name="connsiteY110926" fmla="*/ 787499 h 2398711"/>
              <a:gd name="connsiteX110927" fmla="*/ 448339 w 2119654"/>
              <a:gd name="connsiteY110927" fmla="*/ 786250 h 2398711"/>
              <a:gd name="connsiteX110928" fmla="*/ 447701 w 2119654"/>
              <a:gd name="connsiteY110928" fmla="*/ 785342 h 2398711"/>
              <a:gd name="connsiteX110929" fmla="*/ 512762 w 2119654"/>
              <a:gd name="connsiteY110929" fmla="*/ 637565 h 2398711"/>
              <a:gd name="connsiteX110930" fmla="*/ 514090 w 2119654"/>
              <a:gd name="connsiteY110930" fmla="*/ 641329 h 2398711"/>
              <a:gd name="connsiteX110931" fmla="*/ 514097 w 2119654"/>
              <a:gd name="connsiteY110931" fmla="*/ 641241 h 2398711"/>
              <a:gd name="connsiteX110932" fmla="*/ 513734 w 2119654"/>
              <a:gd name="connsiteY110932" fmla="*/ 638208 h 2398711"/>
              <a:gd name="connsiteX110933" fmla="*/ 552799 w 2119654"/>
              <a:gd name="connsiteY110933" fmla="*/ 547910 h 2398711"/>
              <a:gd name="connsiteX110934" fmla="*/ 552484 w 2119654"/>
              <a:gd name="connsiteY110934" fmla="*/ 550525 h 2398711"/>
              <a:gd name="connsiteX110935" fmla="*/ 553223 w 2119654"/>
              <a:gd name="connsiteY110935" fmla="*/ 548351 h 2398711"/>
              <a:gd name="connsiteX110936" fmla="*/ 521897 w 2119654"/>
              <a:gd name="connsiteY110936" fmla="*/ 617073 h 2398711"/>
              <a:gd name="connsiteX110937" fmla="*/ 521807 w 2119654"/>
              <a:gd name="connsiteY110937" fmla="*/ 617645 h 2398711"/>
              <a:gd name="connsiteX110938" fmla="*/ 522779 w 2119654"/>
              <a:gd name="connsiteY110938" fmla="*/ 621069 h 2398711"/>
              <a:gd name="connsiteX110939" fmla="*/ 523938 w 2119654"/>
              <a:gd name="connsiteY110939" fmla="*/ 621316 h 2398711"/>
              <a:gd name="connsiteX110940" fmla="*/ 523724 w 2119654"/>
              <a:gd name="connsiteY110940" fmla="*/ 617463 h 2398711"/>
              <a:gd name="connsiteX110941" fmla="*/ 605898 w 2119654"/>
              <a:gd name="connsiteY110941" fmla="*/ 428946 h 2398711"/>
              <a:gd name="connsiteX110942" fmla="*/ 605939 w 2119654"/>
              <a:gd name="connsiteY110942" fmla="*/ 429222 h 2398711"/>
              <a:gd name="connsiteX110943" fmla="*/ 607586 w 2119654"/>
              <a:gd name="connsiteY110943" fmla="*/ 429998 h 2398711"/>
              <a:gd name="connsiteX110944" fmla="*/ 463011 w 2119654"/>
              <a:gd name="connsiteY110944" fmla="*/ 748862 h 2398711"/>
              <a:gd name="connsiteX110945" fmla="*/ 463119 w 2119654"/>
              <a:gd name="connsiteY110945" fmla="*/ 750354 h 2398711"/>
              <a:gd name="connsiteX110946" fmla="*/ 464801 w 2119654"/>
              <a:gd name="connsiteY110946" fmla="*/ 751152 h 2398711"/>
              <a:gd name="connsiteX110947" fmla="*/ 456066 w 2119654"/>
              <a:gd name="connsiteY110947" fmla="*/ 764366 h 2398711"/>
              <a:gd name="connsiteX110948" fmla="*/ 456059 w 2119654"/>
              <a:gd name="connsiteY110948" fmla="*/ 764420 h 2398711"/>
              <a:gd name="connsiteX110949" fmla="*/ 456635 w 2119654"/>
              <a:gd name="connsiteY110949" fmla="*/ 765662 h 2398711"/>
              <a:gd name="connsiteX110950" fmla="*/ 457616 w 2119654"/>
              <a:gd name="connsiteY110950" fmla="*/ 766287 h 2398711"/>
              <a:gd name="connsiteX110951" fmla="*/ 457230 w 2119654"/>
              <a:gd name="connsiteY110951" fmla="*/ 764802 h 2398711"/>
              <a:gd name="connsiteX110952" fmla="*/ 438123 w 2119654"/>
              <a:gd name="connsiteY110952" fmla="*/ 804489 h 2398711"/>
              <a:gd name="connsiteX110953" fmla="*/ 438675 w 2119654"/>
              <a:gd name="connsiteY110953" fmla="*/ 806379 h 2398711"/>
              <a:gd name="connsiteX110954" fmla="*/ 438723 w 2119654"/>
              <a:gd name="connsiteY110954" fmla="*/ 804618 h 2398711"/>
              <a:gd name="connsiteX110955" fmla="*/ 372878 w 2119654"/>
              <a:gd name="connsiteY110955" fmla="*/ 950557 h 2398711"/>
              <a:gd name="connsiteX110956" fmla="*/ 372889 w 2119654"/>
              <a:gd name="connsiteY110956" fmla="*/ 950860 h 2398711"/>
              <a:gd name="connsiteX110957" fmla="*/ 373116 w 2119654"/>
              <a:gd name="connsiteY110957" fmla="*/ 951305 h 2398711"/>
              <a:gd name="connsiteX110958" fmla="*/ 375357 w 2119654"/>
              <a:gd name="connsiteY110958" fmla="*/ 954632 h 2398711"/>
              <a:gd name="connsiteX110959" fmla="*/ 375322 w 2119654"/>
              <a:gd name="connsiteY110959" fmla="*/ 954195 h 2398711"/>
              <a:gd name="connsiteX110960" fmla="*/ 373248 w 2119654"/>
              <a:gd name="connsiteY110960" fmla="*/ 951131 h 2398711"/>
              <a:gd name="connsiteX110961" fmla="*/ 453760 w 2119654"/>
              <a:gd name="connsiteY110961" fmla="*/ 769143 h 2398711"/>
              <a:gd name="connsiteX110962" fmla="*/ 453214 w 2119654"/>
              <a:gd name="connsiteY110962" fmla="*/ 773411 h 2398711"/>
              <a:gd name="connsiteX110963" fmla="*/ 453444 w 2119654"/>
              <a:gd name="connsiteY110963" fmla="*/ 775296 h 2398711"/>
              <a:gd name="connsiteX110964" fmla="*/ 454245 w 2119654"/>
              <a:gd name="connsiteY110964" fmla="*/ 776724 h 2398711"/>
              <a:gd name="connsiteX110965" fmla="*/ 454350 w 2119654"/>
              <a:gd name="connsiteY110965" fmla="*/ 776761 h 2398711"/>
              <a:gd name="connsiteX110966" fmla="*/ 454962 w 2119654"/>
              <a:gd name="connsiteY110966" fmla="*/ 771737 h 2398711"/>
              <a:gd name="connsiteX110967" fmla="*/ 516438 w 2119654"/>
              <a:gd name="connsiteY110967" fmla="*/ 628766 h 2398711"/>
              <a:gd name="connsiteX110968" fmla="*/ 516160 w 2119654"/>
              <a:gd name="connsiteY110968" fmla="*/ 631672 h 2398711"/>
              <a:gd name="connsiteX110969" fmla="*/ 518258 w 2119654"/>
              <a:gd name="connsiteY110969" fmla="*/ 634577 h 2398711"/>
              <a:gd name="connsiteX110970" fmla="*/ 518485 w 2119654"/>
              <a:gd name="connsiteY110970" fmla="*/ 632204 h 2398711"/>
              <a:gd name="connsiteX110971" fmla="*/ 518214 w 2119654"/>
              <a:gd name="connsiteY110971" fmla="*/ 629943 h 2398711"/>
              <a:gd name="connsiteX110972" fmla="*/ 560582 w 2119654"/>
              <a:gd name="connsiteY110972" fmla="*/ 529847 h 2398711"/>
              <a:gd name="connsiteX110973" fmla="*/ 559534 w 2119654"/>
              <a:gd name="connsiteY110973" fmla="*/ 532925 h 2398711"/>
              <a:gd name="connsiteX110974" fmla="*/ 559315 w 2119654"/>
              <a:gd name="connsiteY110974" fmla="*/ 534750 h 2398711"/>
              <a:gd name="connsiteX110975" fmla="*/ 559314 w 2119654"/>
              <a:gd name="connsiteY110975" fmla="*/ 535971 h 2398711"/>
              <a:gd name="connsiteX110976" fmla="*/ 562042 w 2119654"/>
              <a:gd name="connsiteY110976" fmla="*/ 538017 h 2398711"/>
              <a:gd name="connsiteX110977" fmla="*/ 562385 w 2119654"/>
              <a:gd name="connsiteY110977" fmla="*/ 531871 h 2398711"/>
              <a:gd name="connsiteX110978" fmla="*/ 562138 w 2119654"/>
              <a:gd name="connsiteY110978" fmla="*/ 531155 h 2398711"/>
              <a:gd name="connsiteX110979" fmla="*/ 266914 w 2119654"/>
              <a:gd name="connsiteY110979" fmla="*/ 1187330 h 2398711"/>
              <a:gd name="connsiteX110980" fmla="*/ 274889 w 2119654"/>
              <a:gd name="connsiteY110980" fmla="*/ 1211487 h 2398711"/>
              <a:gd name="connsiteX110981" fmla="*/ 271687 w 2119654"/>
              <a:gd name="connsiteY110981" fmla="*/ 1198333 h 2398711"/>
              <a:gd name="connsiteX110982" fmla="*/ 269491 w 2119654"/>
              <a:gd name="connsiteY110982" fmla="*/ 1188758 h 2398711"/>
              <a:gd name="connsiteX110983" fmla="*/ 155210 w 2119654"/>
              <a:gd name="connsiteY110983" fmla="*/ 1437389 h 2398711"/>
              <a:gd name="connsiteX110984" fmla="*/ 160985 w 2119654"/>
              <a:gd name="connsiteY110984" fmla="*/ 1447425 h 2398711"/>
              <a:gd name="connsiteX110985" fmla="*/ 161116 w 2119654"/>
              <a:gd name="connsiteY110985" fmla="*/ 1447530 h 2398711"/>
              <a:gd name="connsiteX110986" fmla="*/ 176560 w 2119654"/>
              <a:gd name="connsiteY110986" fmla="*/ 1458686 h 2398711"/>
              <a:gd name="connsiteX110987" fmla="*/ 163010 w 2119654"/>
              <a:gd name="connsiteY110987" fmla="*/ 1441726 h 2398711"/>
              <a:gd name="connsiteX110988" fmla="*/ 456188 w 2119654"/>
              <a:gd name="connsiteY110988" fmla="*/ 763429 h 2398711"/>
              <a:gd name="connsiteX110989" fmla="*/ 456090 w 2119654"/>
              <a:gd name="connsiteY110989" fmla="*/ 764178 h 2398711"/>
              <a:gd name="connsiteX110990" fmla="*/ 457092 w 2119654"/>
              <a:gd name="connsiteY110990" fmla="*/ 764554 h 2398711"/>
              <a:gd name="connsiteX110991" fmla="*/ 353461 w 2119654"/>
              <a:gd name="connsiteY110991" fmla="*/ 993377 h 2398711"/>
              <a:gd name="connsiteX110992" fmla="*/ 357451 w 2119654"/>
              <a:gd name="connsiteY110992" fmla="*/ 1002432 h 2398711"/>
              <a:gd name="connsiteX110993" fmla="*/ 358034 w 2119654"/>
              <a:gd name="connsiteY110993" fmla="*/ 1002971 h 2398711"/>
              <a:gd name="connsiteX110994" fmla="*/ 356519 w 2119654"/>
              <a:gd name="connsiteY110994" fmla="*/ 997423 h 2398711"/>
              <a:gd name="connsiteX110995" fmla="*/ 355363 w 2119654"/>
              <a:gd name="connsiteY110995" fmla="*/ 996098 h 2398711"/>
              <a:gd name="connsiteX110996" fmla="*/ 561130 w 2119654"/>
              <a:gd name="connsiteY110996" fmla="*/ 528239 h 2398711"/>
              <a:gd name="connsiteX110997" fmla="*/ 560761 w 2119654"/>
              <a:gd name="connsiteY110997" fmla="*/ 529324 h 2398711"/>
              <a:gd name="connsiteX110998" fmla="*/ 561811 w 2119654"/>
              <a:gd name="connsiteY110998" fmla="*/ 530212 h 2398711"/>
              <a:gd name="connsiteX110999" fmla="*/ 522158 w 2119654"/>
              <a:gd name="connsiteY110999" fmla="*/ 615406 h 2398711"/>
              <a:gd name="connsiteX111000" fmla="*/ 521983 w 2119654"/>
              <a:gd name="connsiteY111000" fmla="*/ 616523 h 2398711"/>
              <a:gd name="connsiteX111001" fmla="*/ 523692 w 2119654"/>
              <a:gd name="connsiteY111001" fmla="*/ 616887 h 2398711"/>
              <a:gd name="connsiteX111002" fmla="*/ 523660 w 2119654"/>
              <a:gd name="connsiteY111002" fmla="*/ 616312 h 2398711"/>
              <a:gd name="connsiteX111003" fmla="*/ 503762 w 2119654"/>
              <a:gd name="connsiteY111003" fmla="*/ 656587 h 2398711"/>
              <a:gd name="connsiteX111004" fmla="*/ 503769 w 2119654"/>
              <a:gd name="connsiteY111004" fmla="*/ 659833 h 2398711"/>
              <a:gd name="connsiteX111005" fmla="*/ 504773 w 2119654"/>
              <a:gd name="connsiteY111005" fmla="*/ 659927 h 2398711"/>
              <a:gd name="connsiteX111006" fmla="*/ 504411 w 2119654"/>
              <a:gd name="connsiteY111006" fmla="*/ 656893 h 2398711"/>
              <a:gd name="connsiteX111007" fmla="*/ 501664 w 2119654"/>
              <a:gd name="connsiteY111007" fmla="*/ 661108 h 2398711"/>
              <a:gd name="connsiteX111008" fmla="*/ 501405 w 2119654"/>
              <a:gd name="connsiteY111008" fmla="*/ 662429 h 2398711"/>
              <a:gd name="connsiteX111009" fmla="*/ 503165 w 2119654"/>
              <a:gd name="connsiteY111009" fmla="*/ 663769 h 2398711"/>
              <a:gd name="connsiteX111010" fmla="*/ 503163 w 2119654"/>
              <a:gd name="connsiteY111010" fmla="*/ 663150 h 2398711"/>
              <a:gd name="connsiteX111011" fmla="*/ 503003 w 2119654"/>
              <a:gd name="connsiteY111011" fmla="*/ 661232 h 2398711"/>
              <a:gd name="connsiteX111012" fmla="*/ 220783 w 2119654"/>
              <a:gd name="connsiteY111012" fmla="*/ 1289982 h 2398711"/>
              <a:gd name="connsiteX111013" fmla="*/ 222495 w 2119654"/>
              <a:gd name="connsiteY111013" fmla="*/ 1293168 h 2398711"/>
              <a:gd name="connsiteX111014" fmla="*/ 231517 w 2119654"/>
              <a:gd name="connsiteY111014" fmla="*/ 1298256 h 2398711"/>
              <a:gd name="connsiteX111015" fmla="*/ 230342 w 2119654"/>
              <a:gd name="connsiteY111015" fmla="*/ 1296068 h 2398711"/>
              <a:gd name="connsiteX111016" fmla="*/ 332891 w 2119654"/>
              <a:gd name="connsiteY111016" fmla="*/ 1038846 h 2398711"/>
              <a:gd name="connsiteX111017" fmla="*/ 333739 w 2119654"/>
              <a:gd name="connsiteY111017" fmla="*/ 1041920 h 2398711"/>
              <a:gd name="connsiteX111018" fmla="*/ 337078 w 2119654"/>
              <a:gd name="connsiteY111018" fmla="*/ 1051197 h 2398711"/>
              <a:gd name="connsiteX111019" fmla="*/ 339192 w 2119654"/>
              <a:gd name="connsiteY111019" fmla="*/ 1053965 h 2398711"/>
              <a:gd name="connsiteX111020" fmla="*/ 337675 w 2119654"/>
              <a:gd name="connsiteY111020" fmla="*/ 1047731 h 2398711"/>
              <a:gd name="connsiteX111021" fmla="*/ 336037 w 2119654"/>
              <a:gd name="connsiteY111021" fmla="*/ 1040589 h 2398711"/>
              <a:gd name="connsiteX111022" fmla="*/ 235875 w 2119654"/>
              <a:gd name="connsiteY111022" fmla="*/ 1255910 h 2398711"/>
              <a:gd name="connsiteX111023" fmla="*/ 236089 w 2119654"/>
              <a:gd name="connsiteY111023" fmla="*/ 1256413 h 2398711"/>
              <a:gd name="connsiteX111024" fmla="*/ 237900 w 2119654"/>
              <a:gd name="connsiteY111024" fmla="*/ 1258003 h 2398711"/>
              <a:gd name="connsiteX111025" fmla="*/ 237135 w 2119654"/>
              <a:gd name="connsiteY111025" fmla="*/ 1256637 h 2398711"/>
              <a:gd name="connsiteX111026" fmla="*/ 539356 w 2119654"/>
              <a:gd name="connsiteY111026" fmla="*/ 576342 h 2398711"/>
              <a:gd name="connsiteX111027" fmla="*/ 539591 w 2119654"/>
              <a:gd name="connsiteY111027" fmla="*/ 577084 h 2398711"/>
              <a:gd name="connsiteX111028" fmla="*/ 542959 w 2119654"/>
              <a:gd name="connsiteY111028" fmla="*/ 578478 h 2398711"/>
              <a:gd name="connsiteX111029" fmla="*/ 543282 w 2119654"/>
              <a:gd name="connsiteY111029" fmla="*/ 577531 h 2398711"/>
              <a:gd name="connsiteX111030" fmla="*/ 538919 w 2119654"/>
              <a:gd name="connsiteY111030" fmla="*/ 577277 h 2398711"/>
              <a:gd name="connsiteX111031" fmla="*/ 539295 w 2119654"/>
              <a:gd name="connsiteY111031" fmla="*/ 580025 h 2398711"/>
              <a:gd name="connsiteX111032" fmla="*/ 540308 w 2119654"/>
              <a:gd name="connsiteY111032" fmla="*/ 580420 h 2398711"/>
              <a:gd name="connsiteX111033" fmla="*/ 539372 w 2119654"/>
              <a:gd name="connsiteY111033" fmla="*/ 577464 h 2398711"/>
              <a:gd name="connsiteX111034" fmla="*/ 631153 w 2119654"/>
              <a:gd name="connsiteY111034" fmla="*/ 370743 h 2398711"/>
              <a:gd name="connsiteX111035" fmla="*/ 630423 w 2119654"/>
              <a:gd name="connsiteY111035" fmla="*/ 375631 h 2398711"/>
              <a:gd name="connsiteX111036" fmla="*/ 632030 w 2119654"/>
              <a:gd name="connsiteY111036" fmla="*/ 376560 h 2398711"/>
              <a:gd name="connsiteX111037" fmla="*/ 497909 w 2119654"/>
              <a:gd name="connsiteY111037" fmla="*/ 668946 h 2398711"/>
              <a:gd name="connsiteX111038" fmla="*/ 498757 w 2119654"/>
              <a:gd name="connsiteY111038" fmla="*/ 670611 h 2398711"/>
              <a:gd name="connsiteX111039" fmla="*/ 498943 w 2119654"/>
              <a:gd name="connsiteY111039" fmla="*/ 669659 h 2398711"/>
              <a:gd name="connsiteX111040" fmla="*/ 254508 w 2119654"/>
              <a:gd name="connsiteY111040" fmla="*/ 1213842 h 2398711"/>
              <a:gd name="connsiteX111041" fmla="*/ 261819 w 2119654"/>
              <a:gd name="connsiteY111041" fmla="*/ 1224806 h 2398711"/>
              <a:gd name="connsiteX111042" fmla="*/ 262991 w 2119654"/>
              <a:gd name="connsiteY111042" fmla="*/ 1226346 h 2398711"/>
              <a:gd name="connsiteX111043" fmla="*/ 265380 w 2119654"/>
              <a:gd name="connsiteY111043" fmla="*/ 1227671 h 2398711"/>
              <a:gd name="connsiteX111044" fmla="*/ 265999 w 2119654"/>
              <a:gd name="connsiteY111044" fmla="*/ 1228001 h 2398711"/>
              <a:gd name="connsiteX111045" fmla="*/ 262492 w 2119654"/>
              <a:gd name="connsiteY111045" fmla="*/ 1219760 h 2398711"/>
              <a:gd name="connsiteX111046" fmla="*/ 258709 w 2119654"/>
              <a:gd name="connsiteY111046" fmla="*/ 1216577 h 2398711"/>
              <a:gd name="connsiteX111047" fmla="*/ 456416 w 2119654"/>
              <a:gd name="connsiteY111047" fmla="*/ 761668 h 2398711"/>
              <a:gd name="connsiteX111048" fmla="*/ 456287 w 2119654"/>
              <a:gd name="connsiteY111048" fmla="*/ 762656 h 2398711"/>
              <a:gd name="connsiteX111049" fmla="*/ 456856 w 2119654"/>
              <a:gd name="connsiteY111049" fmla="*/ 763362 h 2398711"/>
              <a:gd name="connsiteX111050" fmla="*/ 363577 w 2119654"/>
              <a:gd name="connsiteY111050" fmla="*/ 969512 h 2398711"/>
              <a:gd name="connsiteX111051" fmla="*/ 363680 w 2119654"/>
              <a:gd name="connsiteY111051" fmla="*/ 971632 h 2398711"/>
              <a:gd name="connsiteX111052" fmla="*/ 363883 w 2119654"/>
              <a:gd name="connsiteY111052" fmla="*/ 971964 h 2398711"/>
              <a:gd name="connsiteX111053" fmla="*/ 364063 w 2119654"/>
              <a:gd name="connsiteY111053" fmla="*/ 970435 h 2398711"/>
              <a:gd name="connsiteX111054" fmla="*/ 346289 w 2119654"/>
              <a:gd name="connsiteY111054" fmla="*/ 1008145 h 2398711"/>
              <a:gd name="connsiteX111055" fmla="*/ 346404 w 2119654"/>
              <a:gd name="connsiteY111055" fmla="*/ 1009417 h 2398711"/>
              <a:gd name="connsiteX111056" fmla="*/ 347064 w 2119654"/>
              <a:gd name="connsiteY111056" fmla="*/ 1011389 h 2398711"/>
              <a:gd name="connsiteX111057" fmla="*/ 347805 w 2119654"/>
              <a:gd name="connsiteY111057" fmla="*/ 1012247 h 2398711"/>
              <a:gd name="connsiteX111058" fmla="*/ 257516 w 2119654"/>
              <a:gd name="connsiteY111058" fmla="*/ 1206900 h 2398711"/>
              <a:gd name="connsiteX111059" fmla="*/ 257855 w 2119654"/>
              <a:gd name="connsiteY111059" fmla="*/ 1207697 h 2398711"/>
              <a:gd name="connsiteX111060" fmla="*/ 258437 w 2119654"/>
              <a:gd name="connsiteY111060" fmla="*/ 1208346 h 2398711"/>
              <a:gd name="connsiteX111061" fmla="*/ 548999 w 2119654"/>
              <a:gd name="connsiteY111061" fmla="*/ 554179 h 2398711"/>
              <a:gd name="connsiteX111062" fmla="*/ 549100 w 2119654"/>
              <a:gd name="connsiteY111062" fmla="*/ 555349 h 2398711"/>
              <a:gd name="connsiteX111063" fmla="*/ 549325 w 2119654"/>
              <a:gd name="connsiteY111063" fmla="*/ 557415 h 2398711"/>
              <a:gd name="connsiteX111064" fmla="*/ 549439 w 2119654"/>
              <a:gd name="connsiteY111064" fmla="*/ 557469 h 2398711"/>
              <a:gd name="connsiteX111065" fmla="*/ 549750 w 2119654"/>
              <a:gd name="connsiteY111065" fmla="*/ 554890 h 2398711"/>
              <a:gd name="connsiteX111066" fmla="*/ 459825 w 2119654"/>
              <a:gd name="connsiteY111066" fmla="*/ 753807 h 2398711"/>
              <a:gd name="connsiteX111067" fmla="*/ 461003 w 2119654"/>
              <a:gd name="connsiteY111067" fmla="*/ 758556 h 2398711"/>
              <a:gd name="connsiteX111068" fmla="*/ 461577 w 2119654"/>
              <a:gd name="connsiteY111068" fmla="*/ 759462 h 2398711"/>
              <a:gd name="connsiteX111069" fmla="*/ 461573 w 2119654"/>
              <a:gd name="connsiteY111069" fmla="*/ 759399 h 2398711"/>
              <a:gd name="connsiteX111070" fmla="*/ 460821 w 2119654"/>
              <a:gd name="connsiteY111070" fmla="*/ 754280 h 2398711"/>
              <a:gd name="connsiteX111071" fmla="*/ 275092 w 2119654"/>
              <a:gd name="connsiteY111071" fmla="*/ 1167335 h 2398711"/>
              <a:gd name="connsiteX111072" fmla="*/ 279129 w 2119654"/>
              <a:gd name="connsiteY111072" fmla="*/ 1176218 h 2398711"/>
              <a:gd name="connsiteX111073" fmla="*/ 282223 w 2119654"/>
              <a:gd name="connsiteY111073" fmla="*/ 1182155 h 2398711"/>
              <a:gd name="connsiteX111074" fmla="*/ 284619 w 2119654"/>
              <a:gd name="connsiteY111074" fmla="*/ 1183902 h 2398711"/>
              <a:gd name="connsiteX111075" fmla="*/ 283058 w 2119654"/>
              <a:gd name="connsiteY111075" fmla="*/ 1181257 h 2398711"/>
              <a:gd name="connsiteX111076" fmla="*/ 372799 w 2119654"/>
              <a:gd name="connsiteY111076" fmla="*/ 948513 h 2398711"/>
              <a:gd name="connsiteX111077" fmla="*/ 372859 w 2119654"/>
              <a:gd name="connsiteY111077" fmla="*/ 950058 h 2398711"/>
              <a:gd name="connsiteX111078" fmla="*/ 375281 w 2119654"/>
              <a:gd name="connsiteY111078" fmla="*/ 953706 h 2398711"/>
              <a:gd name="connsiteX111079" fmla="*/ 375235 w 2119654"/>
              <a:gd name="connsiteY111079" fmla="*/ 953137 h 2398711"/>
              <a:gd name="connsiteX111080" fmla="*/ 251421 w 2119654"/>
              <a:gd name="connsiteY111080" fmla="*/ 1220281 h 2398711"/>
              <a:gd name="connsiteX111081" fmla="*/ 251666 w 2119654"/>
              <a:gd name="connsiteY111081" fmla="*/ 1221130 h 2398711"/>
              <a:gd name="connsiteX111082" fmla="*/ 252728 w 2119654"/>
              <a:gd name="connsiteY111082" fmla="*/ 1223336 h 2398711"/>
              <a:gd name="connsiteX111083" fmla="*/ 256214 w 2119654"/>
              <a:gd name="connsiteY111083" fmla="*/ 1227699 h 2398711"/>
              <a:gd name="connsiteX111084" fmla="*/ 253416 w 2119654"/>
              <a:gd name="connsiteY111084" fmla="*/ 1221387 h 2398711"/>
              <a:gd name="connsiteX111085" fmla="*/ 559968 w 2119654"/>
              <a:gd name="connsiteY111085" fmla="*/ 529331 h 2398711"/>
              <a:gd name="connsiteX111086" fmla="*/ 559678 w 2119654"/>
              <a:gd name="connsiteY111086" fmla="*/ 531733 h 2398711"/>
              <a:gd name="connsiteX111087" fmla="*/ 560379 w 2119654"/>
              <a:gd name="connsiteY111087" fmla="*/ 529676 h 2398711"/>
              <a:gd name="connsiteX111088" fmla="*/ 252346 w 2119654"/>
              <a:gd name="connsiteY111088" fmla="*/ 1218147 h 2398711"/>
              <a:gd name="connsiteX111089" fmla="*/ 253008 w 2119654"/>
              <a:gd name="connsiteY111089" fmla="*/ 1219640 h 2398711"/>
              <a:gd name="connsiteX111090" fmla="*/ 254763 w 2119654"/>
              <a:gd name="connsiteY111090" fmla="*/ 1221272 h 2398711"/>
              <a:gd name="connsiteX111091" fmla="*/ 445295 w 2119654"/>
              <a:gd name="connsiteY111091" fmla="*/ 786085 h 2398711"/>
              <a:gd name="connsiteX111092" fmla="*/ 446725 w 2119654"/>
              <a:gd name="connsiteY111092" fmla="*/ 791508 h 2398711"/>
              <a:gd name="connsiteX111093" fmla="*/ 447554 w 2119654"/>
              <a:gd name="connsiteY111093" fmla="*/ 791866 h 2398711"/>
              <a:gd name="connsiteX111094" fmla="*/ 447645 w 2119654"/>
              <a:gd name="connsiteY111094" fmla="*/ 791210 h 2398711"/>
              <a:gd name="connsiteX111095" fmla="*/ 446877 w 2119654"/>
              <a:gd name="connsiteY111095" fmla="*/ 787075 h 2398711"/>
              <a:gd name="connsiteX111096" fmla="*/ 516679 w 2119654"/>
              <a:gd name="connsiteY111096" fmla="*/ 626240 h 2398711"/>
              <a:gd name="connsiteX111097" fmla="*/ 516627 w 2119654"/>
              <a:gd name="connsiteY111097" fmla="*/ 626775 h 2398711"/>
              <a:gd name="connsiteX111098" fmla="*/ 517177 w 2119654"/>
              <a:gd name="connsiteY111098" fmla="*/ 627139 h 2398711"/>
              <a:gd name="connsiteX111099" fmla="*/ 619376 w 2119654"/>
              <a:gd name="connsiteY111099" fmla="*/ 396098 h 2398711"/>
              <a:gd name="connsiteX111100" fmla="*/ 616519 w 2119654"/>
              <a:gd name="connsiteY111100" fmla="*/ 414387 h 2398711"/>
              <a:gd name="connsiteX111101" fmla="*/ 616539 w 2119654"/>
              <a:gd name="connsiteY111101" fmla="*/ 414459 h 2398711"/>
              <a:gd name="connsiteX111102" fmla="*/ 623872 w 2119654"/>
              <a:gd name="connsiteY111102" fmla="*/ 419646 h 2398711"/>
              <a:gd name="connsiteX111103" fmla="*/ 626122 w 2119654"/>
              <a:gd name="connsiteY111103" fmla="*/ 403083 h 2398711"/>
              <a:gd name="connsiteX111104" fmla="*/ 491412 w 2119654"/>
              <a:gd name="connsiteY111104" fmla="*/ 682327 h 2398711"/>
              <a:gd name="connsiteX111105" fmla="*/ 491687 w 2119654"/>
              <a:gd name="connsiteY111105" fmla="*/ 689788 h 2398711"/>
              <a:gd name="connsiteX111106" fmla="*/ 494711 w 2119654"/>
              <a:gd name="connsiteY111106" fmla="*/ 691284 h 2398711"/>
              <a:gd name="connsiteX111107" fmla="*/ 495833 w 2119654"/>
              <a:gd name="connsiteY111107" fmla="*/ 685553 h 2398711"/>
              <a:gd name="connsiteX111108" fmla="*/ 323623 w 2119654"/>
              <a:gd name="connsiteY111108" fmla="*/ 1058026 h 2398711"/>
              <a:gd name="connsiteX111109" fmla="*/ 324081 w 2119654"/>
              <a:gd name="connsiteY111109" fmla="*/ 1063493 h 2398711"/>
              <a:gd name="connsiteX111110" fmla="*/ 324234 w 2119654"/>
              <a:gd name="connsiteY111110" fmla="*/ 1064732 h 2398711"/>
              <a:gd name="connsiteX111111" fmla="*/ 327359 w 2119654"/>
              <a:gd name="connsiteY111111" fmla="*/ 1071779 h 2398711"/>
              <a:gd name="connsiteX111112" fmla="*/ 328313 w 2119654"/>
              <a:gd name="connsiteY111112" fmla="*/ 1072778 h 2398711"/>
              <a:gd name="connsiteX111113" fmla="*/ 328184 w 2119654"/>
              <a:gd name="connsiteY111113" fmla="*/ 1071322 h 2398711"/>
              <a:gd name="connsiteX111114" fmla="*/ 327929 w 2119654"/>
              <a:gd name="connsiteY111114" fmla="*/ 1067903 h 2398711"/>
              <a:gd name="connsiteX111115" fmla="*/ 326536 w 2119654"/>
              <a:gd name="connsiteY111115" fmla="*/ 1062393 h 2398711"/>
              <a:gd name="connsiteX111116" fmla="*/ 538766 w 2119654"/>
              <a:gd name="connsiteY111116" fmla="*/ 576163 h 2398711"/>
              <a:gd name="connsiteX111117" fmla="*/ 538850 w 2119654"/>
              <a:gd name="connsiteY111117" fmla="*/ 576777 h 2398711"/>
              <a:gd name="connsiteX111118" fmla="*/ 539199 w 2119654"/>
              <a:gd name="connsiteY111118" fmla="*/ 576922 h 2398711"/>
              <a:gd name="connsiteX111119" fmla="*/ 538980 w 2119654"/>
              <a:gd name="connsiteY111119" fmla="*/ 576227 h 2398711"/>
              <a:gd name="connsiteX111120" fmla="*/ 546016 w 2119654"/>
              <a:gd name="connsiteY111120" fmla="*/ 559929 h 2398711"/>
              <a:gd name="connsiteX111121" fmla="*/ 546172 w 2119654"/>
              <a:gd name="connsiteY111121" fmla="*/ 565814 h 2398711"/>
              <a:gd name="connsiteX111122" fmla="*/ 547004 w 2119654"/>
              <a:gd name="connsiteY111122" fmla="*/ 566604 h 2398711"/>
              <a:gd name="connsiteX111123" fmla="*/ 548975 w 2119654"/>
              <a:gd name="connsiteY111123" fmla="*/ 560827 h 2398711"/>
              <a:gd name="connsiteX111124" fmla="*/ 563331 w 2119654"/>
              <a:gd name="connsiteY111124" fmla="*/ 521037 h 2398711"/>
              <a:gd name="connsiteX111125" fmla="*/ 563091 w 2119654"/>
              <a:gd name="connsiteY111125" fmla="*/ 526672 h 2398711"/>
              <a:gd name="connsiteX111126" fmla="*/ 565346 w 2119654"/>
              <a:gd name="connsiteY111126" fmla="*/ 533199 h 2398711"/>
              <a:gd name="connsiteX111127" fmla="*/ 573280 w 2119654"/>
              <a:gd name="connsiteY111127" fmla="*/ 539906 h 2398711"/>
              <a:gd name="connsiteX111128" fmla="*/ 573163 w 2119654"/>
              <a:gd name="connsiteY111128" fmla="*/ 534648 h 2398711"/>
              <a:gd name="connsiteX111129" fmla="*/ 573072 w 2119654"/>
              <a:gd name="connsiteY111129" fmla="*/ 524441 h 2398711"/>
              <a:gd name="connsiteX111130" fmla="*/ 502943 w 2119654"/>
              <a:gd name="connsiteY111130" fmla="*/ 656201 h 2398711"/>
              <a:gd name="connsiteX111131" fmla="*/ 503154 w 2119654"/>
              <a:gd name="connsiteY111131" fmla="*/ 658730 h 2398711"/>
              <a:gd name="connsiteX111132" fmla="*/ 503149 w 2119654"/>
              <a:gd name="connsiteY111132" fmla="*/ 656298 h 2398711"/>
              <a:gd name="connsiteX111133" fmla="*/ 437896 w 2119654"/>
              <a:gd name="connsiteY111133" fmla="*/ 801698 h 2398711"/>
              <a:gd name="connsiteX111134" fmla="*/ 437725 w 2119654"/>
              <a:gd name="connsiteY111134" fmla="*/ 803128 h 2398711"/>
              <a:gd name="connsiteX111135" fmla="*/ 437969 w 2119654"/>
              <a:gd name="connsiteY111135" fmla="*/ 803964 h 2398711"/>
              <a:gd name="connsiteX111136" fmla="*/ 438736 w 2119654"/>
              <a:gd name="connsiteY111136" fmla="*/ 804117 h 2398711"/>
              <a:gd name="connsiteX111137" fmla="*/ 438772 w 2119654"/>
              <a:gd name="connsiteY111137" fmla="*/ 802813 h 2398711"/>
              <a:gd name="connsiteX111138" fmla="*/ 488250 w 2119654"/>
              <a:gd name="connsiteY111138" fmla="*/ 688920 h 2398711"/>
              <a:gd name="connsiteX111139" fmla="*/ 488852 w 2119654"/>
              <a:gd name="connsiteY111139" fmla="*/ 690108 h 2398711"/>
              <a:gd name="connsiteX111140" fmla="*/ 489838 w 2119654"/>
              <a:gd name="connsiteY111140" fmla="*/ 690866 h 2398711"/>
              <a:gd name="connsiteX111141" fmla="*/ 490748 w 2119654"/>
              <a:gd name="connsiteY111141" fmla="*/ 691382 h 2398711"/>
              <a:gd name="connsiteX111142" fmla="*/ 490685 w 2119654"/>
              <a:gd name="connsiteY111142" fmla="*/ 690125 h 2398711"/>
              <a:gd name="connsiteX111143" fmla="*/ 521294 w 2119654"/>
              <a:gd name="connsiteY111143" fmla="*/ 614883 h 2398711"/>
              <a:gd name="connsiteX111144" fmla="*/ 521200 w 2119654"/>
              <a:gd name="connsiteY111144" fmla="*/ 615507 h 2398711"/>
              <a:gd name="connsiteX111145" fmla="*/ 521457 w 2119654"/>
              <a:gd name="connsiteY111145" fmla="*/ 616411 h 2398711"/>
              <a:gd name="connsiteX111146" fmla="*/ 521587 w 2119654"/>
              <a:gd name="connsiteY111146" fmla="*/ 616438 h 2398711"/>
              <a:gd name="connsiteX111147" fmla="*/ 521800 w 2119654"/>
              <a:gd name="connsiteY111147" fmla="*/ 615190 h 2398711"/>
              <a:gd name="connsiteX111148" fmla="*/ 295380 w 2119654"/>
              <a:gd name="connsiteY111148" fmla="*/ 1120624 h 2398711"/>
              <a:gd name="connsiteX111149" fmla="*/ 299488 w 2119654"/>
              <a:gd name="connsiteY111149" fmla="*/ 1126721 h 2398711"/>
              <a:gd name="connsiteX111150" fmla="*/ 299445 w 2119654"/>
              <a:gd name="connsiteY111150" fmla="*/ 1126541 h 2398711"/>
              <a:gd name="connsiteX111151" fmla="*/ 296124 w 2119654"/>
              <a:gd name="connsiteY111151" fmla="*/ 1121283 h 2398711"/>
              <a:gd name="connsiteX111152" fmla="*/ 278412 w 2119654"/>
              <a:gd name="connsiteY111152" fmla="*/ 1158451 h 2398711"/>
              <a:gd name="connsiteX111153" fmla="*/ 282294 w 2119654"/>
              <a:gd name="connsiteY111153" fmla="*/ 1170263 h 2398711"/>
              <a:gd name="connsiteX111154" fmla="*/ 281080 w 2119654"/>
              <a:gd name="connsiteY111154" fmla="*/ 1162675 h 2398711"/>
              <a:gd name="connsiteX111155" fmla="*/ 363495 w 2119654"/>
              <a:gd name="connsiteY111155" fmla="*/ 967849 h 2398711"/>
              <a:gd name="connsiteX111156" fmla="*/ 363527 w 2119654"/>
              <a:gd name="connsiteY111156" fmla="*/ 968519 h 2398711"/>
              <a:gd name="connsiteX111157" fmla="*/ 364154 w 2119654"/>
              <a:gd name="connsiteY111157" fmla="*/ 969667 h 2398711"/>
              <a:gd name="connsiteX111158" fmla="*/ 364265 w 2119654"/>
              <a:gd name="connsiteY111158" fmla="*/ 968727 h 2398711"/>
              <a:gd name="connsiteX111159" fmla="*/ 619669 w 2119654"/>
              <a:gd name="connsiteY111159" fmla="*/ 394216 h 2398711"/>
              <a:gd name="connsiteX111160" fmla="*/ 619474 w 2119654"/>
              <a:gd name="connsiteY111160" fmla="*/ 395465 h 2398711"/>
              <a:gd name="connsiteX111161" fmla="*/ 620205 w 2119654"/>
              <a:gd name="connsiteY111161" fmla="*/ 396203 h 2398711"/>
              <a:gd name="connsiteX111162" fmla="*/ 626211 w 2119654"/>
              <a:gd name="connsiteY111162" fmla="*/ 402424 h 2398711"/>
              <a:gd name="connsiteX111163" fmla="*/ 626356 w 2119654"/>
              <a:gd name="connsiteY111163" fmla="*/ 401355 h 2398711"/>
              <a:gd name="connsiteX111164" fmla="*/ 626497 w 2119654"/>
              <a:gd name="connsiteY111164" fmla="*/ 400417 h 2398711"/>
              <a:gd name="connsiteX111165" fmla="*/ 625081 w 2119654"/>
              <a:gd name="connsiteY111165" fmla="*/ 398607 h 2398711"/>
              <a:gd name="connsiteX111166" fmla="*/ 604085 w 2119654"/>
              <a:gd name="connsiteY111166" fmla="*/ 429103 h 2398711"/>
              <a:gd name="connsiteX111167" fmla="*/ 604028 w 2119654"/>
              <a:gd name="connsiteY111167" fmla="*/ 434149 h 2398711"/>
              <a:gd name="connsiteX111168" fmla="*/ 606754 w 2119654"/>
              <a:gd name="connsiteY111168" fmla="*/ 436810 h 2398711"/>
              <a:gd name="connsiteX111169" fmla="*/ 605713 w 2119654"/>
              <a:gd name="connsiteY111169" fmla="*/ 429897 h 2398711"/>
              <a:gd name="connsiteX111170" fmla="*/ 502595 w 2119654"/>
              <a:gd name="connsiteY111170" fmla="*/ 656353 h 2398711"/>
              <a:gd name="connsiteX111171" fmla="*/ 501947 w 2119654"/>
              <a:gd name="connsiteY111171" fmla="*/ 659663 h 2398711"/>
              <a:gd name="connsiteX111172" fmla="*/ 502879 w 2119654"/>
              <a:gd name="connsiteY111172" fmla="*/ 659750 h 2398711"/>
              <a:gd name="connsiteX111173" fmla="*/ 476217 w 2119654"/>
              <a:gd name="connsiteY111173" fmla="*/ 715318 h 2398711"/>
              <a:gd name="connsiteX111174" fmla="*/ 476327 w 2119654"/>
              <a:gd name="connsiteY111174" fmla="*/ 720248 h 2398711"/>
              <a:gd name="connsiteX111175" fmla="*/ 476911 w 2119654"/>
              <a:gd name="connsiteY111175" fmla="*/ 720578 h 2398711"/>
              <a:gd name="connsiteX111176" fmla="*/ 476656 w 2119654"/>
              <a:gd name="connsiteY111176" fmla="*/ 715526 h 2398711"/>
              <a:gd name="connsiteX111177" fmla="*/ 486923 w 2119654"/>
              <a:gd name="connsiteY111177" fmla="*/ 691305 h 2398711"/>
              <a:gd name="connsiteX111178" fmla="*/ 491169 w 2119654"/>
              <a:gd name="connsiteY111178" fmla="*/ 699655 h 2398711"/>
              <a:gd name="connsiteX111179" fmla="*/ 490929 w 2119654"/>
              <a:gd name="connsiteY111179" fmla="*/ 694929 h 2398711"/>
              <a:gd name="connsiteX111180" fmla="*/ 490187 w 2119654"/>
              <a:gd name="connsiteY111180" fmla="*/ 693462 h 2398711"/>
              <a:gd name="connsiteX111181" fmla="*/ 488389 w 2119654"/>
              <a:gd name="connsiteY111181" fmla="*/ 692135 h 2398711"/>
              <a:gd name="connsiteX111182" fmla="*/ 631704 w 2119654"/>
              <a:gd name="connsiteY111182" fmla="*/ 367064 h 2398711"/>
              <a:gd name="connsiteX111183" fmla="*/ 631373 w 2119654"/>
              <a:gd name="connsiteY111183" fmla="*/ 369275 h 2398711"/>
              <a:gd name="connsiteX111184" fmla="*/ 632512 w 2119654"/>
              <a:gd name="connsiteY111184" fmla="*/ 376839 h 2398711"/>
              <a:gd name="connsiteX111185" fmla="*/ 640119 w 2119654"/>
              <a:gd name="connsiteY111185" fmla="*/ 381239 h 2398711"/>
              <a:gd name="connsiteX111186" fmla="*/ 640527 w 2119654"/>
              <a:gd name="connsiteY111186" fmla="*/ 378626 h 2398711"/>
              <a:gd name="connsiteX111187" fmla="*/ 640093 w 2119654"/>
              <a:gd name="connsiteY111187" fmla="*/ 374603 h 2398711"/>
              <a:gd name="connsiteX111188" fmla="*/ 636645 w 2119654"/>
              <a:gd name="connsiteY111188" fmla="*/ 370006 h 2398711"/>
              <a:gd name="connsiteX111189" fmla="*/ 326858 w 2119654"/>
              <a:gd name="connsiteY111189" fmla="*/ 1049579 h 2398711"/>
              <a:gd name="connsiteX111190" fmla="*/ 326999 w 2119654"/>
              <a:gd name="connsiteY111190" fmla="*/ 1051175 h 2398711"/>
              <a:gd name="connsiteX111191" fmla="*/ 329094 w 2119654"/>
              <a:gd name="connsiteY111191" fmla="*/ 1053952 h 2398711"/>
              <a:gd name="connsiteX111192" fmla="*/ 331895 w 2119654"/>
              <a:gd name="connsiteY111192" fmla="*/ 1038293 h 2398711"/>
              <a:gd name="connsiteX111193" fmla="*/ 332259 w 2119654"/>
              <a:gd name="connsiteY111193" fmla="*/ 1039458 h 2398711"/>
              <a:gd name="connsiteX111194" fmla="*/ 334713 w 2119654"/>
              <a:gd name="connsiteY111194" fmla="*/ 1046741 h 2398711"/>
              <a:gd name="connsiteX111195" fmla="*/ 333667 w 2119654"/>
              <a:gd name="connsiteY111195" fmla="*/ 1042950 h 2398711"/>
              <a:gd name="connsiteX111196" fmla="*/ 332015 w 2119654"/>
              <a:gd name="connsiteY111196" fmla="*/ 1038360 h 2398711"/>
              <a:gd name="connsiteX111197" fmla="*/ 553516 w 2119654"/>
              <a:gd name="connsiteY111197" fmla="*/ 541955 h 2398711"/>
              <a:gd name="connsiteX111198" fmla="*/ 553479 w 2119654"/>
              <a:gd name="connsiteY111198" fmla="*/ 542264 h 2398711"/>
              <a:gd name="connsiteX111199" fmla="*/ 553664 w 2119654"/>
              <a:gd name="connsiteY111199" fmla="*/ 542800 h 2398711"/>
              <a:gd name="connsiteX111200" fmla="*/ 554435 w 2119654"/>
              <a:gd name="connsiteY111200" fmla="*/ 543600 h 2398711"/>
              <a:gd name="connsiteX111201" fmla="*/ 554622 w 2119654"/>
              <a:gd name="connsiteY111201" fmla="*/ 542341 h 2398711"/>
              <a:gd name="connsiteX111202" fmla="*/ 374877 w 2119654"/>
              <a:gd name="connsiteY111202" fmla="*/ 941933 h 2398711"/>
              <a:gd name="connsiteX111203" fmla="*/ 375334 w 2119654"/>
              <a:gd name="connsiteY111203" fmla="*/ 947524 h 2398711"/>
              <a:gd name="connsiteX111204" fmla="*/ 376972 w 2119654"/>
              <a:gd name="connsiteY111204" fmla="*/ 950634 h 2398711"/>
              <a:gd name="connsiteX111205" fmla="*/ 378078 w 2119654"/>
              <a:gd name="connsiteY111205" fmla="*/ 946366 h 2398711"/>
              <a:gd name="connsiteX111206" fmla="*/ 376494 w 2119654"/>
              <a:gd name="connsiteY111206" fmla="*/ 942019 h 2398711"/>
              <a:gd name="connsiteX111207" fmla="*/ 297286 w 2119654"/>
              <a:gd name="connsiteY111207" fmla="*/ 1115596 h 2398711"/>
              <a:gd name="connsiteX111208" fmla="*/ 297470 w 2119654"/>
              <a:gd name="connsiteY111208" fmla="*/ 1115997 h 2398711"/>
              <a:gd name="connsiteX111209" fmla="*/ 301952 w 2119654"/>
              <a:gd name="connsiteY111209" fmla="*/ 1122075 h 2398711"/>
              <a:gd name="connsiteX111210" fmla="*/ 301999 w 2119654"/>
              <a:gd name="connsiteY111210" fmla="*/ 1121190 h 2398711"/>
              <a:gd name="connsiteX111211" fmla="*/ 300413 w 2119654"/>
              <a:gd name="connsiteY111211" fmla="*/ 1118238 h 2398711"/>
              <a:gd name="connsiteX111212" fmla="*/ 538620 w 2119654"/>
              <a:gd name="connsiteY111212" fmla="*/ 575092 h 2398711"/>
              <a:gd name="connsiteX111213" fmla="*/ 538726 w 2119654"/>
              <a:gd name="connsiteY111213" fmla="*/ 575871 h 2398711"/>
              <a:gd name="connsiteX111214" fmla="*/ 538881 w 2119654"/>
              <a:gd name="connsiteY111214" fmla="*/ 575915 h 2398711"/>
              <a:gd name="connsiteX111215" fmla="*/ 524847 w 2119654"/>
              <a:gd name="connsiteY111215" fmla="*/ 605912 h 2398711"/>
              <a:gd name="connsiteX111216" fmla="*/ 525713 w 2119654"/>
              <a:gd name="connsiteY111216" fmla="*/ 615147 h 2398711"/>
              <a:gd name="connsiteX111217" fmla="*/ 525934 w 2119654"/>
              <a:gd name="connsiteY111217" fmla="*/ 615177 h 2398711"/>
              <a:gd name="connsiteX111218" fmla="*/ 525286 w 2119654"/>
              <a:gd name="connsiteY111218" fmla="*/ 606187 h 2398711"/>
              <a:gd name="connsiteX111219" fmla="*/ 234825 w 2119654"/>
              <a:gd name="connsiteY111219" fmla="*/ 1255304 h 2398711"/>
              <a:gd name="connsiteX111220" fmla="*/ 235754 w 2119654"/>
              <a:gd name="connsiteY111220" fmla="*/ 1256120 h 2398711"/>
              <a:gd name="connsiteX111221" fmla="*/ 235605 w 2119654"/>
              <a:gd name="connsiteY111221" fmla="*/ 1255754 h 2398711"/>
              <a:gd name="connsiteX111222" fmla="*/ 352202 w 2119654"/>
              <a:gd name="connsiteY111222" fmla="*/ 992392 h 2398711"/>
              <a:gd name="connsiteX111223" fmla="*/ 352504 w 2119654"/>
              <a:gd name="connsiteY111223" fmla="*/ 997227 h 2398711"/>
              <a:gd name="connsiteX111224" fmla="*/ 355966 w 2119654"/>
              <a:gd name="connsiteY111224" fmla="*/ 1000932 h 2398711"/>
              <a:gd name="connsiteX111225" fmla="*/ 325087 w 2119654"/>
              <a:gd name="connsiteY111225" fmla="*/ 1053083 h 2398711"/>
              <a:gd name="connsiteX111226" fmla="*/ 327397 w 2119654"/>
              <a:gd name="connsiteY111226" fmla="*/ 1060774 h 2398711"/>
              <a:gd name="connsiteX111227" fmla="*/ 327147 w 2119654"/>
              <a:gd name="connsiteY111227" fmla="*/ 1057443 h 2398711"/>
              <a:gd name="connsiteX111228" fmla="*/ 438117 w 2119654"/>
              <a:gd name="connsiteY111228" fmla="*/ 799851 h 2398711"/>
              <a:gd name="connsiteX111229" fmla="*/ 437959 w 2119654"/>
              <a:gd name="connsiteY111229" fmla="*/ 801169 h 2398711"/>
              <a:gd name="connsiteX111230" fmla="*/ 438788 w 2119654"/>
              <a:gd name="connsiteY111230" fmla="*/ 802224 h 2398711"/>
              <a:gd name="connsiteX111231" fmla="*/ 438832 w 2119654"/>
              <a:gd name="connsiteY111231" fmla="*/ 800614 h 2398711"/>
              <a:gd name="connsiteX111232" fmla="*/ 560366 w 2119654"/>
              <a:gd name="connsiteY111232" fmla="*/ 526026 h 2398711"/>
              <a:gd name="connsiteX111233" fmla="*/ 560042 w 2119654"/>
              <a:gd name="connsiteY111233" fmla="*/ 528716 h 2398711"/>
              <a:gd name="connsiteX111234" fmla="*/ 560558 w 2119654"/>
              <a:gd name="connsiteY111234" fmla="*/ 529152 h 2398711"/>
              <a:gd name="connsiteX111235" fmla="*/ 560998 w 2119654"/>
              <a:gd name="connsiteY111235" fmla="*/ 527858 h 2398711"/>
              <a:gd name="connsiteX111236" fmla="*/ 194243 w 2119654"/>
              <a:gd name="connsiteY111236" fmla="*/ 1345744 h 2398711"/>
              <a:gd name="connsiteX111237" fmla="*/ 197237 w 2119654"/>
              <a:gd name="connsiteY111237" fmla="*/ 1348724 h 2398711"/>
              <a:gd name="connsiteX111238" fmla="*/ 204976 w 2119654"/>
              <a:gd name="connsiteY111238" fmla="*/ 1356223 h 2398711"/>
              <a:gd name="connsiteX111239" fmla="*/ 205237 w 2119654"/>
              <a:gd name="connsiteY111239" fmla="*/ 1356411 h 2398711"/>
              <a:gd name="connsiteX111240" fmla="*/ 212554 w 2119654"/>
              <a:gd name="connsiteY111240" fmla="*/ 1361523 h 2398711"/>
              <a:gd name="connsiteX111241" fmla="*/ 209120 w 2119654"/>
              <a:gd name="connsiteY111241" fmla="*/ 1352533 h 2398711"/>
              <a:gd name="connsiteX111242" fmla="*/ 207747 w 2119654"/>
              <a:gd name="connsiteY111242" fmla="*/ 1351927 h 2398711"/>
              <a:gd name="connsiteX111243" fmla="*/ 324613 w 2119654"/>
              <a:gd name="connsiteY111243" fmla="*/ 1053820 h 2398711"/>
              <a:gd name="connsiteX111244" fmla="*/ 326572 w 2119654"/>
              <a:gd name="connsiteY111244" fmla="*/ 1061864 h 2398711"/>
              <a:gd name="connsiteX111245" fmla="*/ 327403 w 2119654"/>
              <a:gd name="connsiteY111245" fmla="*/ 1063109 h 2398711"/>
              <a:gd name="connsiteX111246" fmla="*/ 321848 w 2119654"/>
              <a:gd name="connsiteY111246" fmla="*/ 1059966 h 2398711"/>
              <a:gd name="connsiteX111247" fmla="*/ 322227 w 2119654"/>
              <a:gd name="connsiteY111247" fmla="*/ 1064611 h 2398711"/>
              <a:gd name="connsiteX111248" fmla="*/ 322689 w 2119654"/>
              <a:gd name="connsiteY111248" fmla="*/ 1066889 h 2398711"/>
              <a:gd name="connsiteX111249" fmla="*/ 323847 w 2119654"/>
              <a:gd name="connsiteY111249" fmla="*/ 1068102 h 2398711"/>
              <a:gd name="connsiteX111250" fmla="*/ 323474 w 2119654"/>
              <a:gd name="connsiteY111250" fmla="*/ 1063633 h 2398711"/>
              <a:gd name="connsiteX111251" fmla="*/ 278478 w 2119654"/>
              <a:gd name="connsiteY111251" fmla="*/ 1157027 h 2398711"/>
              <a:gd name="connsiteX111252" fmla="*/ 280752 w 2119654"/>
              <a:gd name="connsiteY111252" fmla="*/ 1160625 h 2398711"/>
              <a:gd name="connsiteX111253" fmla="*/ 280309 w 2119654"/>
              <a:gd name="connsiteY111253" fmla="*/ 1157864 h 2398711"/>
              <a:gd name="connsiteX111254" fmla="*/ 452476 w 2119654"/>
              <a:gd name="connsiteY111254" fmla="*/ 767359 h 2398711"/>
              <a:gd name="connsiteX111255" fmla="*/ 452940 w 2119654"/>
              <a:gd name="connsiteY111255" fmla="*/ 771168 h 2398711"/>
              <a:gd name="connsiteX111256" fmla="*/ 453321 w 2119654"/>
              <a:gd name="connsiteY111256" fmla="*/ 768193 h 2398711"/>
              <a:gd name="connsiteX111257" fmla="*/ 453110 w 2119654"/>
              <a:gd name="connsiteY111257" fmla="*/ 767737 h 2398711"/>
              <a:gd name="connsiteX111258" fmla="*/ 452810 w 2119654"/>
              <a:gd name="connsiteY111258" fmla="*/ 767492 h 2398711"/>
              <a:gd name="connsiteX111259" fmla="*/ 604100 w 2119654"/>
              <a:gd name="connsiteY111259" fmla="*/ 427825 h 2398711"/>
              <a:gd name="connsiteX111260" fmla="*/ 604094 w 2119654"/>
              <a:gd name="connsiteY111260" fmla="*/ 428353 h 2398711"/>
              <a:gd name="connsiteX111261" fmla="*/ 605587 w 2119654"/>
              <a:gd name="connsiteY111261" fmla="*/ 429057 h 2398711"/>
              <a:gd name="connsiteX111262" fmla="*/ 605536 w 2119654"/>
              <a:gd name="connsiteY111262" fmla="*/ 428720 h 2398711"/>
              <a:gd name="connsiteX111263" fmla="*/ 532009 w 2119654"/>
              <a:gd name="connsiteY111263" fmla="*/ 589239 h 2398711"/>
              <a:gd name="connsiteX111264" fmla="*/ 534101 w 2119654"/>
              <a:gd name="connsiteY111264" fmla="*/ 596323 h 2398711"/>
              <a:gd name="connsiteX111265" fmla="*/ 536332 w 2119654"/>
              <a:gd name="connsiteY111265" fmla="*/ 597922 h 2398711"/>
              <a:gd name="connsiteX111266" fmla="*/ 536087 w 2119654"/>
              <a:gd name="connsiteY111266" fmla="*/ 596793 h 2398711"/>
              <a:gd name="connsiteX111267" fmla="*/ 535058 w 2119654"/>
              <a:gd name="connsiteY111267" fmla="*/ 591737 h 2398711"/>
              <a:gd name="connsiteX111268" fmla="*/ 329984 w 2119654"/>
              <a:gd name="connsiteY111268" fmla="*/ 1041599 h 2398711"/>
              <a:gd name="connsiteX111269" fmla="*/ 331313 w 2119654"/>
              <a:gd name="connsiteY111269" fmla="*/ 1044429 h 2398711"/>
              <a:gd name="connsiteX111270" fmla="*/ 335698 w 2119654"/>
              <a:gd name="connsiteY111270" fmla="*/ 1050909 h 2398711"/>
              <a:gd name="connsiteX111271" fmla="*/ 335476 w 2119654"/>
              <a:gd name="connsiteY111271" fmla="*/ 1050200 h 2398711"/>
              <a:gd name="connsiteX111272" fmla="*/ 533887 w 2119654"/>
              <a:gd name="connsiteY111272" fmla="*/ 584995 h 2398711"/>
              <a:gd name="connsiteX111273" fmla="*/ 534025 w 2119654"/>
              <a:gd name="connsiteY111273" fmla="*/ 585627 h 2398711"/>
              <a:gd name="connsiteX111274" fmla="*/ 537056 w 2119654"/>
              <a:gd name="connsiteY111274" fmla="*/ 588112 h 2398711"/>
              <a:gd name="connsiteX111275" fmla="*/ 537254 w 2119654"/>
              <a:gd name="connsiteY111275" fmla="*/ 588210 h 2398711"/>
              <a:gd name="connsiteX111276" fmla="*/ 537184 w 2119654"/>
              <a:gd name="connsiteY111276" fmla="*/ 587698 h 2398711"/>
              <a:gd name="connsiteX111277" fmla="*/ 619998 w 2119654"/>
              <a:gd name="connsiteY111277" fmla="*/ 392115 h 2398711"/>
              <a:gd name="connsiteX111278" fmla="*/ 619698 w 2119654"/>
              <a:gd name="connsiteY111278" fmla="*/ 394031 h 2398711"/>
              <a:gd name="connsiteX111279" fmla="*/ 624633 w 2119654"/>
              <a:gd name="connsiteY111279" fmla="*/ 398037 h 2398711"/>
              <a:gd name="connsiteX111280" fmla="*/ 444830 w 2119654"/>
              <a:gd name="connsiteY111280" fmla="*/ 784320 h 2398711"/>
              <a:gd name="connsiteX111281" fmla="*/ 445174 w 2119654"/>
              <a:gd name="connsiteY111281" fmla="*/ 785626 h 2398711"/>
              <a:gd name="connsiteX111282" fmla="*/ 446796 w 2119654"/>
              <a:gd name="connsiteY111282" fmla="*/ 786643 h 2398711"/>
              <a:gd name="connsiteX111283" fmla="*/ 446473 w 2119654"/>
              <a:gd name="connsiteY111283" fmla="*/ 784905 h 2398711"/>
              <a:gd name="connsiteX111284" fmla="*/ 347222 w 2119654"/>
              <a:gd name="connsiteY111284" fmla="*/ 1002871 h 2398711"/>
              <a:gd name="connsiteX111285" fmla="*/ 349291 w 2119654"/>
              <a:gd name="connsiteY111285" fmla="*/ 1008469 h 2398711"/>
              <a:gd name="connsiteX111286" fmla="*/ 349908 w 2119654"/>
              <a:gd name="connsiteY111286" fmla="*/ 1008948 h 2398711"/>
              <a:gd name="connsiteX111287" fmla="*/ 441734 w 2119654"/>
              <a:gd name="connsiteY111287" fmla="*/ 791178 h 2398711"/>
              <a:gd name="connsiteX111288" fmla="*/ 443686 w 2119654"/>
              <a:gd name="connsiteY111288" fmla="*/ 794701 h 2398711"/>
              <a:gd name="connsiteX111289" fmla="*/ 444188 w 2119654"/>
              <a:gd name="connsiteY111289" fmla="*/ 795041 h 2398711"/>
              <a:gd name="connsiteX111290" fmla="*/ 444343 w 2119654"/>
              <a:gd name="connsiteY111290" fmla="*/ 793174 h 2398711"/>
              <a:gd name="connsiteX111291" fmla="*/ 444563 w 2119654"/>
              <a:gd name="connsiteY111291" fmla="*/ 792940 h 2398711"/>
              <a:gd name="connsiteX111292" fmla="*/ 444376 w 2119654"/>
              <a:gd name="connsiteY111292" fmla="*/ 795169 h 2398711"/>
              <a:gd name="connsiteX111293" fmla="*/ 446859 w 2119654"/>
              <a:gd name="connsiteY111293" fmla="*/ 796849 h 2398711"/>
              <a:gd name="connsiteX111294" fmla="*/ 447052 w 2119654"/>
              <a:gd name="connsiteY111294" fmla="*/ 795462 h 2398711"/>
              <a:gd name="connsiteX111295" fmla="*/ 446813 w 2119654"/>
              <a:gd name="connsiteY111295" fmla="*/ 794503 h 2398711"/>
              <a:gd name="connsiteX111296" fmla="*/ 445687 w 2119654"/>
              <a:gd name="connsiteY111296" fmla="*/ 792884 h 2398711"/>
              <a:gd name="connsiteX111297" fmla="*/ 226106 w 2119654"/>
              <a:gd name="connsiteY111297" fmla="*/ 1273956 h 2398711"/>
              <a:gd name="connsiteX111298" fmla="*/ 227474 w 2119654"/>
              <a:gd name="connsiteY111298" fmla="*/ 1276615 h 2398711"/>
              <a:gd name="connsiteX111299" fmla="*/ 231592 w 2119654"/>
              <a:gd name="connsiteY111299" fmla="*/ 1280718 h 2398711"/>
              <a:gd name="connsiteX111300" fmla="*/ 231132 w 2119654"/>
              <a:gd name="connsiteY111300" fmla="*/ 1279384 h 2398711"/>
              <a:gd name="connsiteX111301" fmla="*/ 230280 w 2119654"/>
              <a:gd name="connsiteY111301" fmla="*/ 1277724 h 2398711"/>
              <a:gd name="connsiteX111302" fmla="*/ 523229 w 2119654"/>
              <a:gd name="connsiteY111302" fmla="*/ 608583 h 2398711"/>
              <a:gd name="connsiteX111303" fmla="*/ 522273 w 2119654"/>
              <a:gd name="connsiteY111303" fmla="*/ 614674 h 2398711"/>
              <a:gd name="connsiteX111304" fmla="*/ 523578 w 2119654"/>
              <a:gd name="connsiteY111304" fmla="*/ 614853 h 2398711"/>
              <a:gd name="connsiteX111305" fmla="*/ 503143 w 2119654"/>
              <a:gd name="connsiteY111305" fmla="*/ 653544 h 2398711"/>
              <a:gd name="connsiteX111306" fmla="*/ 502847 w 2119654"/>
              <a:gd name="connsiteY111306" fmla="*/ 655057 h 2398711"/>
              <a:gd name="connsiteX111307" fmla="*/ 502914 w 2119654"/>
              <a:gd name="connsiteY111307" fmla="*/ 655855 h 2398711"/>
              <a:gd name="connsiteX111308" fmla="*/ 503148 w 2119654"/>
              <a:gd name="connsiteY111308" fmla="*/ 655965 h 2398711"/>
              <a:gd name="connsiteX111309" fmla="*/ 536287 w 2119654"/>
              <a:gd name="connsiteY111309" fmla="*/ 579295 h 2398711"/>
              <a:gd name="connsiteX111310" fmla="*/ 536382 w 2119654"/>
              <a:gd name="connsiteY111310" fmla="*/ 579982 h 2398711"/>
              <a:gd name="connsiteX111311" fmla="*/ 539275 w 2119654"/>
              <a:gd name="connsiteY111311" fmla="*/ 582355 h 2398711"/>
              <a:gd name="connsiteX111312" fmla="*/ 539001 w 2119654"/>
              <a:gd name="connsiteY111312" fmla="*/ 580354 h 2398711"/>
              <a:gd name="connsiteX111313" fmla="*/ 491325 w 2119654"/>
              <a:gd name="connsiteY111313" fmla="*/ 679970 h 2398711"/>
              <a:gd name="connsiteX111314" fmla="*/ 491406 w 2119654"/>
              <a:gd name="connsiteY111314" fmla="*/ 682157 h 2398711"/>
              <a:gd name="connsiteX111315" fmla="*/ 495861 w 2119654"/>
              <a:gd name="connsiteY111315" fmla="*/ 685407 h 2398711"/>
              <a:gd name="connsiteX111316" fmla="*/ 496220 w 2119654"/>
              <a:gd name="connsiteY111316" fmla="*/ 683579 h 2398711"/>
              <a:gd name="connsiteX111317" fmla="*/ 495983 w 2119654"/>
              <a:gd name="connsiteY111317" fmla="*/ 680404 h 2398711"/>
              <a:gd name="connsiteX111318" fmla="*/ 454800 w 2119654"/>
              <a:gd name="connsiteY111318" fmla="*/ 761705 h 2398711"/>
              <a:gd name="connsiteX111319" fmla="*/ 455896 w 2119654"/>
              <a:gd name="connsiteY111319" fmla="*/ 764073 h 2398711"/>
              <a:gd name="connsiteX111320" fmla="*/ 456003 w 2119654"/>
              <a:gd name="connsiteY111320" fmla="*/ 763201 h 2398711"/>
              <a:gd name="connsiteX111321" fmla="*/ 556313 w 2119654"/>
              <a:gd name="connsiteY111321" fmla="*/ 534219 h 2398711"/>
              <a:gd name="connsiteX111322" fmla="*/ 555821 w 2119654"/>
              <a:gd name="connsiteY111322" fmla="*/ 537533 h 2398711"/>
              <a:gd name="connsiteX111323" fmla="*/ 555516 w 2119654"/>
              <a:gd name="connsiteY111323" fmla="*/ 540787 h 2398711"/>
              <a:gd name="connsiteX111324" fmla="*/ 555623 w 2119654"/>
              <a:gd name="connsiteY111324" fmla="*/ 540824 h 2398711"/>
              <a:gd name="connsiteX111325" fmla="*/ 556412 w 2119654"/>
              <a:gd name="connsiteY111325" fmla="*/ 534293 h 2398711"/>
              <a:gd name="connsiteX111326" fmla="*/ 274410 w 2119654"/>
              <a:gd name="connsiteY111326" fmla="*/ 1165400 h 2398711"/>
              <a:gd name="connsiteX111327" fmla="*/ 284564 w 2119654"/>
              <a:gd name="connsiteY111327" fmla="*/ 1182604 h 2398711"/>
              <a:gd name="connsiteX111328" fmla="*/ 283891 w 2119654"/>
              <a:gd name="connsiteY111328" fmla="*/ 1179303 h 2398711"/>
              <a:gd name="connsiteX111329" fmla="*/ 281334 w 2119654"/>
              <a:gd name="connsiteY111329" fmla="*/ 1171527 h 2398711"/>
              <a:gd name="connsiteX111330" fmla="*/ 524738 w 2119654"/>
              <a:gd name="connsiteY111330" fmla="*/ 604748 h 2398711"/>
              <a:gd name="connsiteX111331" fmla="*/ 524796 w 2119654"/>
              <a:gd name="connsiteY111331" fmla="*/ 605368 h 2398711"/>
              <a:gd name="connsiteX111332" fmla="*/ 525248 w 2119654"/>
              <a:gd name="connsiteY111332" fmla="*/ 605650 h 2398711"/>
              <a:gd name="connsiteX111333" fmla="*/ 525203 w 2119654"/>
              <a:gd name="connsiteY111333" fmla="*/ 605040 h 2398711"/>
              <a:gd name="connsiteX111334" fmla="*/ 462644 w 2119654"/>
              <a:gd name="connsiteY111334" fmla="*/ 743743 h 2398711"/>
              <a:gd name="connsiteX111335" fmla="*/ 462729 w 2119654"/>
              <a:gd name="connsiteY111335" fmla="*/ 744942 h 2398711"/>
              <a:gd name="connsiteX111336" fmla="*/ 464800 w 2119654"/>
              <a:gd name="connsiteY111336" fmla="*/ 747591 h 2398711"/>
              <a:gd name="connsiteX111337" fmla="*/ 465116 w 2119654"/>
              <a:gd name="connsiteY111337" fmla="*/ 747772 h 2398711"/>
              <a:gd name="connsiteX111338" fmla="*/ 464745 w 2119654"/>
              <a:gd name="connsiteY111338" fmla="*/ 745012 h 2398711"/>
              <a:gd name="connsiteX111339" fmla="*/ 222701 w 2119654"/>
              <a:gd name="connsiteY111339" fmla="*/ 1281014 h 2398711"/>
              <a:gd name="connsiteX111340" fmla="*/ 226090 w 2119654"/>
              <a:gd name="connsiteY111340" fmla="*/ 1287321 h 2398711"/>
              <a:gd name="connsiteX111341" fmla="*/ 233619 w 2119654"/>
              <a:gd name="connsiteY111341" fmla="*/ 1292401 h 2398711"/>
              <a:gd name="connsiteX111342" fmla="*/ 230228 w 2119654"/>
              <a:gd name="connsiteY111342" fmla="*/ 1285808 h 2398711"/>
              <a:gd name="connsiteX111343" fmla="*/ 503968 w 2119654"/>
              <a:gd name="connsiteY111343" fmla="*/ 651179 h 2398711"/>
              <a:gd name="connsiteX111344" fmla="*/ 504623 w 2119654"/>
              <a:gd name="connsiteY111344" fmla="*/ 656659 h 2398711"/>
              <a:gd name="connsiteX111345" fmla="*/ 508810 w 2119654"/>
              <a:gd name="connsiteY111345" fmla="*/ 658631 h 2398711"/>
              <a:gd name="connsiteX111346" fmla="*/ 506897 w 2119654"/>
              <a:gd name="connsiteY111346" fmla="*/ 653206 h 2398711"/>
              <a:gd name="connsiteX111347" fmla="*/ 632158 w 2119654"/>
              <a:gd name="connsiteY111347" fmla="*/ 364026 h 2398711"/>
              <a:gd name="connsiteX111348" fmla="*/ 631780 w 2119654"/>
              <a:gd name="connsiteY111348" fmla="*/ 366548 h 2398711"/>
              <a:gd name="connsiteX111349" fmla="*/ 635884 w 2119654"/>
              <a:gd name="connsiteY111349" fmla="*/ 368993 h 2398711"/>
              <a:gd name="connsiteX111350" fmla="*/ 517524 w 2119654"/>
              <a:gd name="connsiteY111350" fmla="*/ 620708 h 2398711"/>
              <a:gd name="connsiteX111351" fmla="*/ 517654 w 2119654"/>
              <a:gd name="connsiteY111351" fmla="*/ 621789 h 2398711"/>
              <a:gd name="connsiteX111352" fmla="*/ 518590 w 2119654"/>
              <a:gd name="connsiteY111352" fmla="*/ 623083 h 2398711"/>
              <a:gd name="connsiteX111353" fmla="*/ 519680 w 2119654"/>
              <a:gd name="connsiteY111353" fmla="*/ 623463 h 2398711"/>
              <a:gd name="connsiteX111354" fmla="*/ 519920 w 2119654"/>
              <a:gd name="connsiteY111354" fmla="*/ 621857 h 2398711"/>
              <a:gd name="connsiteX111355" fmla="*/ 519814 w 2119654"/>
              <a:gd name="connsiteY111355" fmla="*/ 621198 h 2398711"/>
              <a:gd name="connsiteX111356" fmla="*/ 630974 w 2119654"/>
              <a:gd name="connsiteY111356" fmla="*/ 366628 h 2398711"/>
              <a:gd name="connsiteX111357" fmla="*/ 631263 w 2119654"/>
              <a:gd name="connsiteY111357" fmla="*/ 368546 h 2398711"/>
              <a:gd name="connsiteX111358" fmla="*/ 631502 w 2119654"/>
              <a:gd name="connsiteY111358" fmla="*/ 366943 h 2398711"/>
              <a:gd name="connsiteX111359" fmla="*/ 172511 w 2119654"/>
              <a:gd name="connsiteY111359" fmla="*/ 1393095 h 2398711"/>
              <a:gd name="connsiteX111360" fmla="*/ 177302 w 2119654"/>
              <a:gd name="connsiteY111360" fmla="*/ 1399094 h 2398711"/>
              <a:gd name="connsiteX111361" fmla="*/ 175017 w 2119654"/>
              <a:gd name="connsiteY111361" fmla="*/ 1394727 h 2398711"/>
              <a:gd name="connsiteX111362" fmla="*/ 503751 w 2119654"/>
              <a:gd name="connsiteY111362" fmla="*/ 651376 h 2398711"/>
              <a:gd name="connsiteX111363" fmla="*/ 503761 w 2119654"/>
              <a:gd name="connsiteY111363" fmla="*/ 656254 h 2398711"/>
              <a:gd name="connsiteX111364" fmla="*/ 504367 w 2119654"/>
              <a:gd name="connsiteY111364" fmla="*/ 656539 h 2398711"/>
              <a:gd name="connsiteX111365" fmla="*/ 250737 w 2119654"/>
              <a:gd name="connsiteY111365" fmla="*/ 1217909 h 2398711"/>
              <a:gd name="connsiteX111366" fmla="*/ 251301 w 2119654"/>
              <a:gd name="connsiteY111366" fmla="*/ 1219866 h 2398711"/>
              <a:gd name="connsiteX111367" fmla="*/ 253211 w 2119654"/>
              <a:gd name="connsiteY111367" fmla="*/ 1220924 h 2398711"/>
              <a:gd name="connsiteX111368" fmla="*/ 252670 w 2119654"/>
              <a:gd name="connsiteY111368" fmla="*/ 1219706 h 2398711"/>
              <a:gd name="connsiteX111369" fmla="*/ 233939 w 2119654"/>
              <a:gd name="connsiteY111369" fmla="*/ 1255433 h 2398711"/>
              <a:gd name="connsiteX111370" fmla="*/ 239361 w 2119654"/>
              <a:gd name="connsiteY111370" fmla="*/ 1268239 h 2398711"/>
              <a:gd name="connsiteX111371" fmla="*/ 241341 w 2119654"/>
              <a:gd name="connsiteY111371" fmla="*/ 1269830 h 2398711"/>
              <a:gd name="connsiteX111372" fmla="*/ 239680 w 2119654"/>
              <a:gd name="connsiteY111372" fmla="*/ 1265753 h 2398711"/>
              <a:gd name="connsiteX111373" fmla="*/ 237785 w 2119654"/>
              <a:gd name="connsiteY111373" fmla="*/ 1262366 h 2398711"/>
              <a:gd name="connsiteX111374" fmla="*/ 237846 w 2119654"/>
              <a:gd name="connsiteY111374" fmla="*/ 1261985 h 2398711"/>
              <a:gd name="connsiteX111375" fmla="*/ 238945 w 2119654"/>
              <a:gd name="connsiteY111375" fmla="*/ 1263950 h 2398711"/>
              <a:gd name="connsiteX111376" fmla="*/ 236368 w 2119654"/>
              <a:gd name="connsiteY111376" fmla="*/ 1257626 h 2398711"/>
              <a:gd name="connsiteX111377" fmla="*/ 253293 w 2119654"/>
              <a:gd name="connsiteY111377" fmla="*/ 1212021 h 2398711"/>
              <a:gd name="connsiteX111378" fmla="*/ 253410 w 2119654"/>
              <a:gd name="connsiteY111378" fmla="*/ 1212194 h 2398711"/>
              <a:gd name="connsiteX111379" fmla="*/ 253804 w 2119654"/>
              <a:gd name="connsiteY111379" fmla="*/ 1212450 h 2398711"/>
              <a:gd name="connsiteX111380" fmla="*/ 252820 w 2119654"/>
              <a:gd name="connsiteY111380" fmla="*/ 1213016 h 2398711"/>
              <a:gd name="connsiteX111381" fmla="*/ 256302 w 2119654"/>
              <a:gd name="connsiteY111381" fmla="*/ 1220556 h 2398711"/>
              <a:gd name="connsiteX111382" fmla="*/ 259724 w 2119654"/>
              <a:gd name="connsiteY111382" fmla="*/ 1224535 h 2398711"/>
              <a:gd name="connsiteX111383" fmla="*/ 260425 w 2119654"/>
              <a:gd name="connsiteY111383" fmla="*/ 1224924 h 2398711"/>
              <a:gd name="connsiteX111384" fmla="*/ 255914 w 2119654"/>
              <a:gd name="connsiteY111384" fmla="*/ 1217900 h 2398711"/>
              <a:gd name="connsiteX111385" fmla="*/ 255930 w 2119654"/>
              <a:gd name="connsiteY111385" fmla="*/ 1217724 h 2398711"/>
              <a:gd name="connsiteX111386" fmla="*/ 260627 w 2119654"/>
              <a:gd name="connsiteY111386" fmla="*/ 1225035 h 2398711"/>
              <a:gd name="connsiteX111387" fmla="*/ 261934 w 2119654"/>
              <a:gd name="connsiteY111387" fmla="*/ 1225760 h 2398711"/>
              <a:gd name="connsiteX111388" fmla="*/ 259066 w 2119654"/>
              <a:gd name="connsiteY111388" fmla="*/ 1221460 h 2398711"/>
              <a:gd name="connsiteX111389" fmla="*/ 499391 w 2119654"/>
              <a:gd name="connsiteY111389" fmla="*/ 660895 h 2398711"/>
              <a:gd name="connsiteX111390" fmla="*/ 500493 w 2119654"/>
              <a:gd name="connsiteY111390" fmla="*/ 661734 h 2398711"/>
              <a:gd name="connsiteX111391" fmla="*/ 500626 w 2119654"/>
              <a:gd name="connsiteY111391" fmla="*/ 661050 h 2398711"/>
              <a:gd name="connsiteX111392" fmla="*/ 500616 w 2119654"/>
              <a:gd name="connsiteY111392" fmla="*/ 661010 h 2398711"/>
              <a:gd name="connsiteX111393" fmla="*/ 477827 w 2119654"/>
              <a:gd name="connsiteY111393" fmla="*/ 709165 h 2398711"/>
              <a:gd name="connsiteX111394" fmla="*/ 477947 w 2119654"/>
              <a:gd name="connsiteY111394" fmla="*/ 712396 h 2398711"/>
              <a:gd name="connsiteX111395" fmla="*/ 482328 w 2119654"/>
              <a:gd name="connsiteY111395" fmla="*/ 714477 h 2398711"/>
              <a:gd name="connsiteX111396" fmla="*/ 481767 w 2119654"/>
              <a:gd name="connsiteY111396" fmla="*/ 710301 h 2398711"/>
              <a:gd name="connsiteX111397" fmla="*/ 234809 w 2119654"/>
              <a:gd name="connsiteY111397" fmla="*/ 1253312 h 2398711"/>
              <a:gd name="connsiteX111398" fmla="*/ 235643 w 2119654"/>
              <a:gd name="connsiteY111398" fmla="*/ 1255359 h 2398711"/>
              <a:gd name="connsiteX111399" fmla="*/ 236774 w 2119654"/>
              <a:gd name="connsiteY111399" fmla="*/ 1255990 h 2398711"/>
              <a:gd name="connsiteX111400" fmla="*/ 236290 w 2119654"/>
              <a:gd name="connsiteY111400" fmla="*/ 1255125 h 2398711"/>
              <a:gd name="connsiteX111401" fmla="*/ 252855 w 2119654"/>
              <a:gd name="connsiteY111401" fmla="*/ 1212766 h 2398711"/>
              <a:gd name="connsiteX111402" fmla="*/ 257045 w 2119654"/>
              <a:gd name="connsiteY111402" fmla="*/ 1218428 h 2398711"/>
              <a:gd name="connsiteX111403" fmla="*/ 253586 w 2119654"/>
              <a:gd name="connsiteY111403" fmla="*/ 1213242 h 2398711"/>
              <a:gd name="connsiteX111404" fmla="*/ 211527 w 2119654"/>
              <a:gd name="connsiteY111404" fmla="*/ 1305242 h 2398711"/>
              <a:gd name="connsiteX111405" fmla="*/ 214761 w 2119654"/>
              <a:gd name="connsiteY111405" fmla="*/ 1313712 h 2398711"/>
              <a:gd name="connsiteX111406" fmla="*/ 228023 w 2119654"/>
              <a:gd name="connsiteY111406" fmla="*/ 1334879 h 2398711"/>
              <a:gd name="connsiteX111407" fmla="*/ 248308 w 2119654"/>
              <a:gd name="connsiteY111407" fmla="*/ 1356553 h 2398711"/>
              <a:gd name="connsiteX111408" fmla="*/ 223164 w 2119654"/>
              <a:gd name="connsiteY111408" fmla="*/ 1325274 h 2398711"/>
              <a:gd name="connsiteX111409" fmla="*/ 223159 w 2119654"/>
              <a:gd name="connsiteY111409" fmla="*/ 1324829 h 2398711"/>
              <a:gd name="connsiteX111410" fmla="*/ 242360 w 2119654"/>
              <a:gd name="connsiteY111410" fmla="*/ 1348714 h 2398711"/>
              <a:gd name="connsiteX111411" fmla="*/ 250354 w 2119654"/>
              <a:gd name="connsiteY111411" fmla="*/ 1358389 h 2398711"/>
              <a:gd name="connsiteX111412" fmla="*/ 251016 w 2119654"/>
              <a:gd name="connsiteY111412" fmla="*/ 1358780 h 2398711"/>
              <a:gd name="connsiteX111413" fmla="*/ 258944 w 2119654"/>
              <a:gd name="connsiteY111413" fmla="*/ 1361992 h 2398711"/>
              <a:gd name="connsiteX111414" fmla="*/ 232226 w 2119654"/>
              <a:gd name="connsiteY111414" fmla="*/ 1333296 h 2398711"/>
              <a:gd name="connsiteX111415" fmla="*/ 217639 w 2119654"/>
              <a:gd name="connsiteY111415" fmla="*/ 1317199 h 2398711"/>
              <a:gd name="connsiteX111416" fmla="*/ 217627 w 2119654"/>
              <a:gd name="connsiteY111416" fmla="*/ 1317026 h 2398711"/>
              <a:gd name="connsiteX111417" fmla="*/ 225700 w 2119654"/>
              <a:gd name="connsiteY111417" fmla="*/ 1325934 h 2398711"/>
              <a:gd name="connsiteX111418" fmla="*/ 253649 w 2119654"/>
              <a:gd name="connsiteY111418" fmla="*/ 1355952 h 2398711"/>
              <a:gd name="connsiteX111419" fmla="*/ 260291 w 2119654"/>
              <a:gd name="connsiteY111419" fmla="*/ 1362538 h 2398711"/>
              <a:gd name="connsiteX111420" fmla="*/ 260340 w 2119654"/>
              <a:gd name="connsiteY111420" fmla="*/ 1362558 h 2398711"/>
              <a:gd name="connsiteX111421" fmla="*/ 256926 w 2119654"/>
              <a:gd name="connsiteY111421" fmla="*/ 1356771 h 2398711"/>
              <a:gd name="connsiteX111422" fmla="*/ 250589 w 2119654"/>
              <a:gd name="connsiteY111422" fmla="*/ 1352274 h 2398711"/>
              <a:gd name="connsiteX111423" fmla="*/ 250526 w 2119654"/>
              <a:gd name="connsiteY111423" fmla="*/ 1351957 h 2398711"/>
              <a:gd name="connsiteX111424" fmla="*/ 256620 w 2119654"/>
              <a:gd name="connsiteY111424" fmla="*/ 1356282 h 2398711"/>
              <a:gd name="connsiteX111425" fmla="*/ 241730 w 2119654"/>
              <a:gd name="connsiteY111425" fmla="*/ 1337268 h 2398711"/>
              <a:gd name="connsiteX111426" fmla="*/ 236511 w 2119654"/>
              <a:gd name="connsiteY111426" fmla="*/ 1334828 h 2398711"/>
              <a:gd name="connsiteX111427" fmla="*/ 236439 w 2119654"/>
              <a:gd name="connsiteY111427" fmla="*/ 1334686 h 2398711"/>
              <a:gd name="connsiteX111428" fmla="*/ 241596 w 2119654"/>
              <a:gd name="connsiteY111428" fmla="*/ 1337098 h 2398711"/>
              <a:gd name="connsiteX111429" fmla="*/ 240877 w 2119654"/>
              <a:gd name="connsiteY111429" fmla="*/ 1336180 h 2398711"/>
              <a:gd name="connsiteX111430" fmla="*/ 239092 w 2119654"/>
              <a:gd name="connsiteY111430" fmla="*/ 1334969 h 2398711"/>
              <a:gd name="connsiteX111431" fmla="*/ 239004 w 2119654"/>
              <a:gd name="connsiteY111431" fmla="*/ 1334692 h 2398711"/>
              <a:gd name="connsiteX111432" fmla="*/ 240513 w 2119654"/>
              <a:gd name="connsiteY111432" fmla="*/ 1335716 h 2398711"/>
              <a:gd name="connsiteX111433" fmla="*/ 230069 w 2119654"/>
              <a:gd name="connsiteY111433" fmla="*/ 1322381 h 2398711"/>
              <a:gd name="connsiteX111434" fmla="*/ 221178 w 2119654"/>
              <a:gd name="connsiteY111434" fmla="*/ 1310708 h 2398711"/>
              <a:gd name="connsiteX111435" fmla="*/ 417456 w 2119654"/>
              <a:gd name="connsiteY111435" fmla="*/ 844071 h 2398711"/>
              <a:gd name="connsiteX111436" fmla="*/ 417316 w 2119654"/>
              <a:gd name="connsiteY111436" fmla="*/ 844846 h 2398711"/>
              <a:gd name="connsiteX111437" fmla="*/ 418395 w 2119654"/>
              <a:gd name="connsiteY111437" fmla="*/ 847166 h 2398711"/>
              <a:gd name="connsiteX111438" fmla="*/ 418644 w 2119654"/>
              <a:gd name="connsiteY111438" fmla="*/ 847479 h 2398711"/>
              <a:gd name="connsiteX111439" fmla="*/ 419858 w 2119654"/>
              <a:gd name="connsiteY111439" fmla="*/ 848765 h 2398711"/>
              <a:gd name="connsiteX111440" fmla="*/ 419911 w 2119654"/>
              <a:gd name="connsiteY111440" fmla="*/ 847567 h 2398711"/>
              <a:gd name="connsiteX111441" fmla="*/ 273865 w 2119654"/>
              <a:gd name="connsiteY111441" fmla="*/ 1165465 h 2398711"/>
              <a:gd name="connsiteX111442" fmla="*/ 274167 w 2119654"/>
              <a:gd name="connsiteY111442" fmla="*/ 1166697 h 2398711"/>
              <a:gd name="connsiteX111443" fmla="*/ 276179 w 2119654"/>
              <a:gd name="connsiteY111443" fmla="*/ 1170558 h 2398711"/>
              <a:gd name="connsiteX111444" fmla="*/ 460268 w 2119654"/>
              <a:gd name="connsiteY111444" fmla="*/ 747972 h 2398711"/>
              <a:gd name="connsiteX111445" fmla="*/ 460447 w 2119654"/>
              <a:gd name="connsiteY111445" fmla="*/ 749085 h 2398711"/>
              <a:gd name="connsiteX111446" fmla="*/ 460759 w 2119654"/>
              <a:gd name="connsiteY111446" fmla="*/ 749233 h 2398711"/>
              <a:gd name="connsiteX111447" fmla="*/ 327567 w 2119654"/>
              <a:gd name="connsiteY111447" fmla="*/ 1045100 h 2398711"/>
              <a:gd name="connsiteX111448" fmla="*/ 329154 w 2119654"/>
              <a:gd name="connsiteY111448" fmla="*/ 1051638 h 2398711"/>
              <a:gd name="connsiteX111449" fmla="*/ 329338 w 2119654"/>
              <a:gd name="connsiteY111449" fmla="*/ 1052351 h 2398711"/>
              <a:gd name="connsiteX111450" fmla="*/ 330990 w 2119654"/>
              <a:gd name="connsiteY111450" fmla="*/ 1055583 h 2398711"/>
              <a:gd name="connsiteX111451" fmla="*/ 332382 w 2119654"/>
              <a:gd name="connsiteY111451" fmla="*/ 1056667 h 2398711"/>
              <a:gd name="connsiteX111452" fmla="*/ 332402 w 2119654"/>
              <a:gd name="connsiteY111452" fmla="*/ 1056619 h 2398711"/>
              <a:gd name="connsiteX111453" fmla="*/ 332424 w 2119654"/>
              <a:gd name="connsiteY111453" fmla="*/ 1056699 h 2398711"/>
              <a:gd name="connsiteX111454" fmla="*/ 335211 w 2119654"/>
              <a:gd name="connsiteY111454" fmla="*/ 1058870 h 2398711"/>
              <a:gd name="connsiteX111455" fmla="*/ 334583 w 2119654"/>
              <a:gd name="connsiteY111455" fmla="*/ 1057486 h 2398711"/>
              <a:gd name="connsiteX111456" fmla="*/ 330257 w 2119654"/>
              <a:gd name="connsiteY111456" fmla="*/ 1050362 h 2398711"/>
              <a:gd name="connsiteX111457" fmla="*/ 457359 w 2119654"/>
              <a:gd name="connsiteY111457" fmla="*/ 754389 h 2398711"/>
              <a:gd name="connsiteX111458" fmla="*/ 456851 w 2119654"/>
              <a:gd name="connsiteY111458" fmla="*/ 758302 h 2398711"/>
              <a:gd name="connsiteX111459" fmla="*/ 458560 w 2119654"/>
              <a:gd name="connsiteY111459" fmla="*/ 764877 h 2398711"/>
              <a:gd name="connsiteX111460" fmla="*/ 458647 w 2119654"/>
              <a:gd name="connsiteY111460" fmla="*/ 765135 h 2398711"/>
              <a:gd name="connsiteX111461" fmla="*/ 459708 w 2119654"/>
              <a:gd name="connsiteY111461" fmla="*/ 765532 h 2398711"/>
              <a:gd name="connsiteX111462" fmla="*/ 458294 w 2119654"/>
              <a:gd name="connsiteY111462" fmla="*/ 759838 h 2398711"/>
              <a:gd name="connsiteX111463" fmla="*/ 290387 w 2119654"/>
              <a:gd name="connsiteY111463" fmla="*/ 1128238 h 2398711"/>
              <a:gd name="connsiteX111464" fmla="*/ 292724 w 2119654"/>
              <a:gd name="connsiteY111464" fmla="*/ 1133912 h 2398711"/>
              <a:gd name="connsiteX111465" fmla="*/ 296989 w 2119654"/>
              <a:gd name="connsiteY111465" fmla="*/ 1137296 h 2398711"/>
              <a:gd name="connsiteX111466" fmla="*/ 296788 w 2119654"/>
              <a:gd name="connsiteY111466" fmla="*/ 1136786 h 2398711"/>
              <a:gd name="connsiteX111467" fmla="*/ 545912 w 2119654"/>
              <a:gd name="connsiteY111467" fmla="*/ 555963 h 2398711"/>
              <a:gd name="connsiteX111468" fmla="*/ 546003 w 2119654"/>
              <a:gd name="connsiteY111468" fmla="*/ 559416 h 2398711"/>
              <a:gd name="connsiteX111469" fmla="*/ 549097 w 2119654"/>
              <a:gd name="connsiteY111469" fmla="*/ 560309 h 2398711"/>
              <a:gd name="connsiteX111470" fmla="*/ 549273 w 2119654"/>
              <a:gd name="connsiteY111470" fmla="*/ 558847 h 2398711"/>
              <a:gd name="connsiteX111471" fmla="*/ 549155 w 2119654"/>
              <a:gd name="connsiteY111471" fmla="*/ 557483 h 2398711"/>
              <a:gd name="connsiteX111472" fmla="*/ 549151 w 2119654"/>
              <a:gd name="connsiteY111472" fmla="*/ 557482 h 2398711"/>
              <a:gd name="connsiteX111473" fmla="*/ 345113 w 2119654"/>
              <a:gd name="connsiteY111473" fmla="*/ 1005514 h 2398711"/>
              <a:gd name="connsiteX111474" fmla="*/ 345140 w 2119654"/>
              <a:gd name="connsiteY111474" fmla="*/ 1005641 h 2398711"/>
              <a:gd name="connsiteX111475" fmla="*/ 345948 w 2119654"/>
              <a:gd name="connsiteY111475" fmla="*/ 1008055 h 2398711"/>
              <a:gd name="connsiteX111476" fmla="*/ 345868 w 2119654"/>
              <a:gd name="connsiteY111476" fmla="*/ 1007004 h 2398711"/>
              <a:gd name="connsiteX111477" fmla="*/ 345403 w 2119654"/>
              <a:gd name="connsiteY111477" fmla="*/ 1005745 h 2398711"/>
              <a:gd name="connsiteX111478" fmla="*/ 538313 w 2119654"/>
              <a:gd name="connsiteY111478" fmla="*/ 572854 h 2398711"/>
              <a:gd name="connsiteX111479" fmla="*/ 538361 w 2119654"/>
              <a:gd name="connsiteY111479" fmla="*/ 573204 h 2398711"/>
              <a:gd name="connsiteX111480" fmla="*/ 539254 w 2119654"/>
              <a:gd name="connsiteY111480" fmla="*/ 576023 h 2398711"/>
              <a:gd name="connsiteX111481" fmla="*/ 543389 w 2119654"/>
              <a:gd name="connsiteY111481" fmla="*/ 577215 h 2398711"/>
              <a:gd name="connsiteX111482" fmla="*/ 543783 w 2119654"/>
              <a:gd name="connsiteY111482" fmla="*/ 576059 h 2398711"/>
              <a:gd name="connsiteX111483" fmla="*/ 555695 w 2119654"/>
              <a:gd name="connsiteY111483" fmla="*/ 533756 h 2398711"/>
              <a:gd name="connsiteX111484" fmla="*/ 555575 w 2119654"/>
              <a:gd name="connsiteY111484" fmla="*/ 535907 h 2398711"/>
              <a:gd name="connsiteX111485" fmla="*/ 555873 w 2119654"/>
              <a:gd name="connsiteY111485" fmla="*/ 533890 h 2398711"/>
              <a:gd name="connsiteX111486" fmla="*/ 331261 w 2119654"/>
              <a:gd name="connsiteY111486" fmla="*/ 1036265 h 2398711"/>
              <a:gd name="connsiteX111487" fmla="*/ 331733 w 2119654"/>
              <a:gd name="connsiteY111487" fmla="*/ 1037775 h 2398711"/>
              <a:gd name="connsiteX111488" fmla="*/ 331821 w 2119654"/>
              <a:gd name="connsiteY111488" fmla="*/ 1037823 h 2398711"/>
              <a:gd name="connsiteX111489" fmla="*/ 411985 w 2119654"/>
              <a:gd name="connsiteY111489" fmla="*/ 855232 h 2398711"/>
              <a:gd name="connsiteX111490" fmla="*/ 411702 w 2119654"/>
              <a:gd name="connsiteY111490" fmla="*/ 857668 h 2398711"/>
              <a:gd name="connsiteX111491" fmla="*/ 412494 w 2119654"/>
              <a:gd name="connsiteY111491" fmla="*/ 858204 h 2398711"/>
              <a:gd name="connsiteX111492" fmla="*/ 412768 w 2119654"/>
              <a:gd name="connsiteY111492" fmla="*/ 856687 h 2398711"/>
              <a:gd name="connsiteX111493" fmla="*/ 586330 w 2119654"/>
              <a:gd name="connsiteY111493" fmla="*/ 464801 h 2398711"/>
              <a:gd name="connsiteX111494" fmla="*/ 587884 w 2119654"/>
              <a:gd name="connsiteY111494" fmla="*/ 474486 h 2398711"/>
              <a:gd name="connsiteX111495" fmla="*/ 594841 w 2119654"/>
              <a:gd name="connsiteY111495" fmla="*/ 477763 h 2398711"/>
              <a:gd name="connsiteX111496" fmla="*/ 591861 w 2119654"/>
              <a:gd name="connsiteY111496" fmla="*/ 467270 h 2398711"/>
              <a:gd name="connsiteX111497" fmla="*/ 516754 w 2119654"/>
              <a:gd name="connsiteY111497" fmla="*/ 620544 h 2398711"/>
              <a:gd name="connsiteX111498" fmla="*/ 516995 w 2119654"/>
              <a:gd name="connsiteY111498" fmla="*/ 620879 h 2398711"/>
              <a:gd name="connsiteX111499" fmla="*/ 517037 w 2119654"/>
              <a:gd name="connsiteY111499" fmla="*/ 620605 h 2398711"/>
              <a:gd name="connsiteX111500" fmla="*/ 249387 w 2119654"/>
              <a:gd name="connsiteY111500" fmla="*/ 1219154 h 2398711"/>
              <a:gd name="connsiteX111501" fmla="*/ 249958 w 2119654"/>
              <a:gd name="connsiteY111501" fmla="*/ 1219868 h 2398711"/>
              <a:gd name="connsiteX111502" fmla="*/ 249845 w 2119654"/>
              <a:gd name="connsiteY111502" fmla="*/ 1219407 h 2398711"/>
              <a:gd name="connsiteX111503" fmla="*/ 451322 w 2119654"/>
              <a:gd name="connsiteY111503" fmla="*/ 766899 h 2398711"/>
              <a:gd name="connsiteX111504" fmla="*/ 450806 w 2119654"/>
              <a:gd name="connsiteY111504" fmla="*/ 770587 h 2398711"/>
              <a:gd name="connsiteX111505" fmla="*/ 452547 w 2119654"/>
              <a:gd name="connsiteY111505" fmla="*/ 773693 h 2398711"/>
              <a:gd name="connsiteX111506" fmla="*/ 452013 w 2119654"/>
              <a:gd name="connsiteY111506" fmla="*/ 767175 h 2398711"/>
              <a:gd name="connsiteX111507" fmla="*/ 556897 w 2119654"/>
              <a:gd name="connsiteY111507" fmla="*/ 530268 h 2398711"/>
              <a:gd name="connsiteX111508" fmla="*/ 556378 w 2119654"/>
              <a:gd name="connsiteY111508" fmla="*/ 533771 h 2398711"/>
              <a:gd name="connsiteX111509" fmla="*/ 556466 w 2119654"/>
              <a:gd name="connsiteY111509" fmla="*/ 533835 h 2398711"/>
              <a:gd name="connsiteX111510" fmla="*/ 451400 w 2119654"/>
              <a:gd name="connsiteY111510" fmla="*/ 766336 h 2398711"/>
              <a:gd name="connsiteX111511" fmla="*/ 451343 w 2119654"/>
              <a:gd name="connsiteY111511" fmla="*/ 766751 h 2398711"/>
              <a:gd name="connsiteX111512" fmla="*/ 452000 w 2119654"/>
              <a:gd name="connsiteY111512" fmla="*/ 767013 h 2398711"/>
              <a:gd name="connsiteX111513" fmla="*/ 451984 w 2119654"/>
              <a:gd name="connsiteY111513" fmla="*/ 766815 h 2398711"/>
              <a:gd name="connsiteX111514" fmla="*/ 386057 w 2119654"/>
              <a:gd name="connsiteY111514" fmla="*/ 912586 h 2398711"/>
              <a:gd name="connsiteX111515" fmla="*/ 386191 w 2119654"/>
              <a:gd name="connsiteY111515" fmla="*/ 914220 h 2398711"/>
              <a:gd name="connsiteX111516" fmla="*/ 386370 w 2119654"/>
              <a:gd name="connsiteY111516" fmla="*/ 914357 h 2398711"/>
              <a:gd name="connsiteX111517" fmla="*/ 386631 w 2119654"/>
              <a:gd name="connsiteY111517" fmla="*/ 913348 h 2398711"/>
              <a:gd name="connsiteX111518" fmla="*/ 528830 w 2119654"/>
              <a:gd name="connsiteY111518" fmla="*/ 592777 h 2398711"/>
              <a:gd name="connsiteX111519" fmla="*/ 532630 w 2119654"/>
              <a:gd name="connsiteY111519" fmla="*/ 600977 h 2398711"/>
              <a:gd name="connsiteX111520" fmla="*/ 535234 w 2119654"/>
              <a:gd name="connsiteY111520" fmla="*/ 601994 h 2398711"/>
              <a:gd name="connsiteX111521" fmla="*/ 535254 w 2119654"/>
              <a:gd name="connsiteY111521" fmla="*/ 601933 h 2398711"/>
              <a:gd name="connsiteX111522" fmla="*/ 533587 w 2119654"/>
              <a:gd name="connsiteY111522" fmla="*/ 596286 h 2398711"/>
              <a:gd name="connsiteX111523" fmla="*/ 418044 w 2119654"/>
              <a:gd name="connsiteY111523" fmla="*/ 840821 h 2398711"/>
              <a:gd name="connsiteX111524" fmla="*/ 417519 w 2119654"/>
              <a:gd name="connsiteY111524" fmla="*/ 843726 h 2398711"/>
              <a:gd name="connsiteX111525" fmla="*/ 419934 w 2119654"/>
              <a:gd name="connsiteY111525" fmla="*/ 847068 h 2398711"/>
              <a:gd name="connsiteX111526" fmla="*/ 420055 w 2119654"/>
              <a:gd name="connsiteY111526" fmla="*/ 844335 h 2398711"/>
              <a:gd name="connsiteX111527" fmla="*/ 443097 w 2119654"/>
              <a:gd name="connsiteY111527" fmla="*/ 784707 h 2398711"/>
              <a:gd name="connsiteX111528" fmla="*/ 445844 w 2119654"/>
              <a:gd name="connsiteY111528" fmla="*/ 790609 h 2398711"/>
              <a:gd name="connsiteX111529" fmla="*/ 444611 w 2119654"/>
              <a:gd name="connsiteY111529" fmla="*/ 785656 h 2398711"/>
              <a:gd name="connsiteX111530" fmla="*/ 541450 w 2119654"/>
              <a:gd name="connsiteY111530" fmla="*/ 564358 h 2398711"/>
              <a:gd name="connsiteX111531" fmla="*/ 542964 w 2119654"/>
              <a:gd name="connsiteY111531" fmla="*/ 569138 h 2398711"/>
              <a:gd name="connsiteX111532" fmla="*/ 545438 w 2119654"/>
              <a:gd name="connsiteY111532" fmla="*/ 571202 h 2398711"/>
              <a:gd name="connsiteX111533" fmla="*/ 545669 w 2119654"/>
              <a:gd name="connsiteY111533" fmla="*/ 570525 h 2398711"/>
              <a:gd name="connsiteX111534" fmla="*/ 545633 w 2119654"/>
              <a:gd name="connsiteY111534" fmla="*/ 568323 h 2398711"/>
              <a:gd name="connsiteX111535" fmla="*/ 455277 w 2119654"/>
              <a:gd name="connsiteY111535" fmla="*/ 757286 h 2398711"/>
              <a:gd name="connsiteX111536" fmla="*/ 454823 w 2119654"/>
              <a:gd name="connsiteY111536" fmla="*/ 760836 h 2398711"/>
              <a:gd name="connsiteX111537" fmla="*/ 456098 w 2119654"/>
              <a:gd name="connsiteY111537" fmla="*/ 762421 h 2398711"/>
              <a:gd name="connsiteX111538" fmla="*/ 456262 w 2119654"/>
              <a:gd name="connsiteY111538" fmla="*/ 761077 h 2398711"/>
              <a:gd name="connsiteX111539" fmla="*/ 462611 w 2119654"/>
              <a:gd name="connsiteY111539" fmla="*/ 740811 h 2398711"/>
              <a:gd name="connsiteX111540" fmla="*/ 462608 w 2119654"/>
              <a:gd name="connsiteY111540" fmla="*/ 743241 h 2398711"/>
              <a:gd name="connsiteX111541" fmla="*/ 462622 w 2119654"/>
              <a:gd name="connsiteY111541" fmla="*/ 743445 h 2398711"/>
              <a:gd name="connsiteX111542" fmla="*/ 464697 w 2119654"/>
              <a:gd name="connsiteY111542" fmla="*/ 744661 h 2398711"/>
              <a:gd name="connsiteX111543" fmla="*/ 464409 w 2119654"/>
              <a:gd name="connsiteY111543" fmla="*/ 742517 h 2398711"/>
              <a:gd name="connsiteX111544" fmla="*/ 406229 w 2119654"/>
              <a:gd name="connsiteY111544" fmla="*/ 866999 h 2398711"/>
              <a:gd name="connsiteX111545" fmla="*/ 405954 w 2119654"/>
              <a:gd name="connsiteY111545" fmla="*/ 869296 h 2398711"/>
              <a:gd name="connsiteX111546" fmla="*/ 407259 w 2119654"/>
              <a:gd name="connsiteY111546" fmla="*/ 870747 h 2398711"/>
              <a:gd name="connsiteX111547" fmla="*/ 407346 w 2119654"/>
              <a:gd name="connsiteY111547" fmla="*/ 868702 h 2398711"/>
              <a:gd name="connsiteX111548" fmla="*/ 561063 w 2119654"/>
              <a:gd name="connsiteY111548" fmla="*/ 520245 h 2398711"/>
              <a:gd name="connsiteX111549" fmla="*/ 561014 w 2119654"/>
              <a:gd name="connsiteY111549" fmla="*/ 520658 h 2398711"/>
              <a:gd name="connsiteX111550" fmla="*/ 562732 w 2119654"/>
              <a:gd name="connsiteY111550" fmla="*/ 525636 h 2398711"/>
              <a:gd name="connsiteX111551" fmla="*/ 562996 w 2119654"/>
              <a:gd name="connsiteY111551" fmla="*/ 520920 h 2398711"/>
              <a:gd name="connsiteX111552" fmla="*/ 460424 w 2119654"/>
              <a:gd name="connsiteY111552" fmla="*/ 745551 h 2398711"/>
              <a:gd name="connsiteX111553" fmla="*/ 461573 w 2119654"/>
              <a:gd name="connsiteY111553" fmla="*/ 748684 h 2398711"/>
              <a:gd name="connsiteX111554" fmla="*/ 461575 w 2119654"/>
              <a:gd name="connsiteY111554" fmla="*/ 747024 h 2398711"/>
              <a:gd name="connsiteX111555" fmla="*/ 518127 w 2119654"/>
              <a:gd name="connsiteY111555" fmla="*/ 616268 h 2398711"/>
              <a:gd name="connsiteX111556" fmla="*/ 517573 w 2119654"/>
              <a:gd name="connsiteY111556" fmla="*/ 619956 h 2398711"/>
              <a:gd name="connsiteX111557" fmla="*/ 519690 w 2119654"/>
              <a:gd name="connsiteY111557" fmla="*/ 620409 h 2398711"/>
              <a:gd name="connsiteX111558" fmla="*/ 519068 w 2119654"/>
              <a:gd name="connsiteY111558" fmla="*/ 616470 h 2398711"/>
              <a:gd name="connsiteX111559" fmla="*/ 534866 w 2119654"/>
              <a:gd name="connsiteY111559" fmla="*/ 578740 h 2398711"/>
              <a:gd name="connsiteX111560" fmla="*/ 536097 w 2119654"/>
              <a:gd name="connsiteY111560" fmla="*/ 579750 h 2398711"/>
              <a:gd name="connsiteX111561" fmla="*/ 536021 w 2119654"/>
              <a:gd name="connsiteY111561" fmla="*/ 579190 h 2398711"/>
              <a:gd name="connsiteX111562" fmla="*/ 469003 w 2119654"/>
              <a:gd name="connsiteY111562" fmla="*/ 726217 h 2398711"/>
              <a:gd name="connsiteX111563" fmla="*/ 476037 w 2119654"/>
              <a:gd name="connsiteY111563" fmla="*/ 734040 h 2398711"/>
              <a:gd name="connsiteX111564" fmla="*/ 475989 w 2119654"/>
              <a:gd name="connsiteY111564" fmla="*/ 728659 h 2398711"/>
              <a:gd name="connsiteX111565" fmla="*/ 298288 w 2119654"/>
              <a:gd name="connsiteY111565" fmla="*/ 1108434 h 2398711"/>
              <a:gd name="connsiteX111566" fmla="*/ 302404 w 2119654"/>
              <a:gd name="connsiteY111566" fmla="*/ 1112274 h 2398711"/>
              <a:gd name="connsiteX111567" fmla="*/ 301946 w 2119654"/>
              <a:gd name="connsiteY111567" fmla="*/ 1109916 h 2398711"/>
              <a:gd name="connsiteX111568" fmla="*/ 301335 w 2119654"/>
              <a:gd name="connsiteY111568" fmla="*/ 1109527 h 2398711"/>
              <a:gd name="connsiteX111569" fmla="*/ 344820 w 2119654"/>
              <a:gd name="connsiteY111569" fmla="*/ 1004168 h 2398711"/>
              <a:gd name="connsiteX111570" fmla="*/ 345039 w 2119654"/>
              <a:gd name="connsiteY111570" fmla="*/ 1005177 h 2398711"/>
              <a:gd name="connsiteX111571" fmla="*/ 345254 w 2119654"/>
              <a:gd name="connsiteY111571" fmla="*/ 1005344 h 2398711"/>
              <a:gd name="connsiteX111572" fmla="*/ 246067 w 2119654"/>
              <a:gd name="connsiteY111572" fmla="*/ 1225074 h 2398711"/>
              <a:gd name="connsiteX111573" fmla="*/ 247962 w 2119654"/>
              <a:gd name="connsiteY111573" fmla="*/ 1229635 h 2398711"/>
              <a:gd name="connsiteX111574" fmla="*/ 254917 w 2119654"/>
              <a:gd name="connsiteY111574" fmla="*/ 1240065 h 2398711"/>
              <a:gd name="connsiteX111575" fmla="*/ 253085 w 2119654"/>
              <a:gd name="connsiteY111575" fmla="*/ 1232602 h 2398711"/>
              <a:gd name="connsiteX111576" fmla="*/ 252466 w 2119654"/>
              <a:gd name="connsiteY111576" fmla="*/ 1231938 h 2398711"/>
              <a:gd name="connsiteX111577" fmla="*/ 248078 w 2119654"/>
              <a:gd name="connsiteY111577" fmla="*/ 1228770 h 2398711"/>
              <a:gd name="connsiteX111578" fmla="*/ 248010 w 2119654"/>
              <a:gd name="connsiteY111578" fmla="*/ 1228407 h 2398711"/>
              <a:gd name="connsiteX111579" fmla="*/ 251575 w 2119654"/>
              <a:gd name="connsiteY111579" fmla="*/ 1230983 h 2398711"/>
              <a:gd name="connsiteX111580" fmla="*/ 504596 w 2119654"/>
              <a:gd name="connsiteY111580" fmla="*/ 646118 h 2398711"/>
              <a:gd name="connsiteX111581" fmla="*/ 504174 w 2119654"/>
              <a:gd name="connsiteY111581" fmla="*/ 648277 h 2398711"/>
              <a:gd name="connsiteX111582" fmla="*/ 505499 w 2119654"/>
              <a:gd name="connsiteY111582" fmla="*/ 649193 h 2398711"/>
              <a:gd name="connsiteX111583" fmla="*/ 372542 w 2119654"/>
              <a:gd name="connsiteY111583" fmla="*/ 941809 h 2398711"/>
              <a:gd name="connsiteX111584" fmla="*/ 372560 w 2119654"/>
              <a:gd name="connsiteY111584" fmla="*/ 942256 h 2398711"/>
              <a:gd name="connsiteX111585" fmla="*/ 374675 w 2119654"/>
              <a:gd name="connsiteY111585" fmla="*/ 946271 h 2398711"/>
              <a:gd name="connsiteX111586" fmla="*/ 374318 w 2119654"/>
              <a:gd name="connsiteY111586" fmla="*/ 941903 h 2398711"/>
              <a:gd name="connsiteX111587" fmla="*/ 320813 w 2119654"/>
              <a:gd name="connsiteY111587" fmla="*/ 1057633 h 2398711"/>
              <a:gd name="connsiteX111588" fmla="*/ 320976 w 2119654"/>
              <a:gd name="connsiteY111588" fmla="*/ 1058433 h 2398711"/>
              <a:gd name="connsiteX111589" fmla="*/ 320932 w 2119654"/>
              <a:gd name="connsiteY111589" fmla="*/ 1057900 h 2398711"/>
              <a:gd name="connsiteX111590" fmla="*/ 406348 w 2119654"/>
              <a:gd name="connsiteY111590" fmla="*/ 866002 h 2398711"/>
              <a:gd name="connsiteX111591" fmla="*/ 406281 w 2119654"/>
              <a:gd name="connsiteY111591" fmla="*/ 866567 h 2398711"/>
              <a:gd name="connsiteX111592" fmla="*/ 407262 w 2119654"/>
              <a:gd name="connsiteY111592" fmla="*/ 868061 h 2398711"/>
              <a:gd name="connsiteX111593" fmla="*/ 406891 w 2119654"/>
              <a:gd name="connsiteY111593" fmla="*/ 866581 h 2398711"/>
              <a:gd name="connsiteX111594" fmla="*/ 535836 w 2119654"/>
              <a:gd name="connsiteY111594" fmla="*/ 576001 h 2398711"/>
              <a:gd name="connsiteX111595" fmla="*/ 536223 w 2119654"/>
              <a:gd name="connsiteY111595" fmla="*/ 578828 h 2398711"/>
              <a:gd name="connsiteX111596" fmla="*/ 536329 w 2119654"/>
              <a:gd name="connsiteY111596" fmla="*/ 578868 h 2398711"/>
              <a:gd name="connsiteX111597" fmla="*/ 538937 w 2119654"/>
              <a:gd name="connsiteY111597" fmla="*/ 579886 h 2398711"/>
              <a:gd name="connsiteX111598" fmla="*/ 538561 w 2119654"/>
              <a:gd name="connsiteY111598" fmla="*/ 577129 h 2398711"/>
              <a:gd name="connsiteX111599" fmla="*/ 347579 w 2119654"/>
              <a:gd name="connsiteY111599" fmla="*/ 997395 h 2398711"/>
              <a:gd name="connsiteX111600" fmla="*/ 349108 w 2119654"/>
              <a:gd name="connsiteY111600" fmla="*/ 1000759 h 2398711"/>
              <a:gd name="connsiteX111601" fmla="*/ 348598 w 2119654"/>
              <a:gd name="connsiteY111601" fmla="*/ 998262 h 2398711"/>
              <a:gd name="connsiteX111602" fmla="*/ 346218 w 2119654"/>
              <a:gd name="connsiteY111602" fmla="*/ 1000150 h 2398711"/>
              <a:gd name="connsiteX111603" fmla="*/ 346676 w 2119654"/>
              <a:gd name="connsiteY111603" fmla="*/ 1001392 h 2398711"/>
              <a:gd name="connsiteX111604" fmla="*/ 346706 w 2119654"/>
              <a:gd name="connsiteY111604" fmla="*/ 1001277 h 2398711"/>
              <a:gd name="connsiteX111605" fmla="*/ 350194 w 2119654"/>
              <a:gd name="connsiteY111605" fmla="*/ 1009168 h 2398711"/>
              <a:gd name="connsiteX111606" fmla="*/ 350942 w 2119654"/>
              <a:gd name="connsiteY111606" fmla="*/ 1009748 h 2398711"/>
              <a:gd name="connsiteX111607" fmla="*/ 350739 w 2119654"/>
              <a:gd name="connsiteY111607" fmla="*/ 1008751 h 2398711"/>
              <a:gd name="connsiteX111608" fmla="*/ 347894 w 2119654"/>
              <a:gd name="connsiteY111608" fmla="*/ 1003708 h 2398711"/>
              <a:gd name="connsiteX111609" fmla="*/ 522831 w 2119654"/>
              <a:gd name="connsiteY111609" fmla="*/ 604648 h 2398711"/>
              <a:gd name="connsiteX111610" fmla="*/ 521404 w 2119654"/>
              <a:gd name="connsiteY111610" fmla="*/ 614150 h 2398711"/>
              <a:gd name="connsiteX111611" fmla="*/ 521924 w 2119654"/>
              <a:gd name="connsiteY111611" fmla="*/ 614464 h 2398711"/>
              <a:gd name="connsiteX111612" fmla="*/ 523155 w 2119654"/>
              <a:gd name="connsiteY111612" fmla="*/ 607251 h 2398711"/>
              <a:gd name="connsiteX111613" fmla="*/ 523017 w 2119654"/>
              <a:gd name="connsiteY111613" fmla="*/ 604766 h 2398711"/>
              <a:gd name="connsiteX111614" fmla="*/ 256188 w 2119654"/>
              <a:gd name="connsiteY111614" fmla="*/ 1201625 h 2398711"/>
              <a:gd name="connsiteX111615" fmla="*/ 256937 w 2119654"/>
              <a:gd name="connsiteY111615" fmla="*/ 1202755 h 2398711"/>
              <a:gd name="connsiteX111616" fmla="*/ 256250 w 2119654"/>
              <a:gd name="connsiteY111616" fmla="*/ 1201691 h 2398711"/>
              <a:gd name="connsiteX111617" fmla="*/ 518401 w 2119654"/>
              <a:gd name="connsiteY111617" fmla="*/ 614441 h 2398711"/>
              <a:gd name="connsiteX111618" fmla="*/ 518209 w 2119654"/>
              <a:gd name="connsiteY111618" fmla="*/ 615717 h 2398711"/>
              <a:gd name="connsiteX111619" fmla="*/ 518976 w 2119654"/>
              <a:gd name="connsiteY111619" fmla="*/ 615881 h 2398711"/>
              <a:gd name="connsiteX111620" fmla="*/ 518757 w 2119654"/>
              <a:gd name="connsiteY111620" fmla="*/ 614491 h 2398711"/>
              <a:gd name="connsiteX111621" fmla="*/ 502434 w 2119654"/>
              <a:gd name="connsiteY111621" fmla="*/ 650120 h 2398711"/>
              <a:gd name="connsiteX111622" fmla="*/ 502534 w 2119654"/>
              <a:gd name="connsiteY111622" fmla="*/ 651306 h 2398711"/>
              <a:gd name="connsiteX111623" fmla="*/ 502726 w 2119654"/>
              <a:gd name="connsiteY111623" fmla="*/ 650322 h 2398711"/>
              <a:gd name="connsiteX111624" fmla="*/ 461045 w 2119654"/>
              <a:gd name="connsiteY111624" fmla="*/ 742787 h 2398711"/>
              <a:gd name="connsiteX111625" fmla="*/ 461579 w 2119654"/>
              <a:gd name="connsiteY111625" fmla="*/ 743468 h 2398711"/>
              <a:gd name="connsiteX111626" fmla="*/ 461579 w 2119654"/>
              <a:gd name="connsiteY111626" fmla="*/ 743099 h 2398711"/>
              <a:gd name="connsiteX111627" fmla="*/ 374448 w 2119654"/>
              <a:gd name="connsiteY111627" fmla="*/ 936680 h 2398711"/>
              <a:gd name="connsiteX111628" fmla="*/ 374850 w 2119654"/>
              <a:gd name="connsiteY111628" fmla="*/ 941606 h 2398711"/>
              <a:gd name="connsiteX111629" fmla="*/ 376372 w 2119654"/>
              <a:gd name="connsiteY111629" fmla="*/ 941687 h 2398711"/>
              <a:gd name="connsiteX111630" fmla="*/ 375291 w 2119654"/>
              <a:gd name="connsiteY111630" fmla="*/ 938713 h 2398711"/>
              <a:gd name="connsiteX111631" fmla="*/ 172595 w 2119654"/>
              <a:gd name="connsiteY111631" fmla="*/ 1388656 h 2398711"/>
              <a:gd name="connsiteX111632" fmla="*/ 175458 w 2119654"/>
              <a:gd name="connsiteY111632" fmla="*/ 1394127 h 2398711"/>
              <a:gd name="connsiteX111633" fmla="*/ 179588 w 2119654"/>
              <a:gd name="connsiteY111633" fmla="*/ 1396804 h 2398711"/>
              <a:gd name="connsiteX111634" fmla="*/ 176620 w 2119654"/>
              <a:gd name="connsiteY111634" fmla="*/ 1392067 h 2398711"/>
              <a:gd name="connsiteX111635" fmla="*/ 175166 w 2119654"/>
              <a:gd name="connsiteY111635" fmla="*/ 1391483 h 2398711"/>
              <a:gd name="connsiteX111636" fmla="*/ 174982 w 2119654"/>
              <a:gd name="connsiteY111636" fmla="*/ 1391079 h 2398711"/>
              <a:gd name="connsiteX111637" fmla="*/ 175928 w 2119654"/>
              <a:gd name="connsiteY111637" fmla="*/ 1391459 h 2398711"/>
              <a:gd name="connsiteX111638" fmla="*/ 591413 w 2119654"/>
              <a:gd name="connsiteY111638" fmla="*/ 450791 h 2398711"/>
              <a:gd name="connsiteX111639" fmla="*/ 595553 w 2119654"/>
              <a:gd name="connsiteY111639" fmla="*/ 465371 h 2398711"/>
              <a:gd name="connsiteX111640" fmla="*/ 596011 w 2119654"/>
              <a:gd name="connsiteY111640" fmla="*/ 465553 h 2398711"/>
              <a:gd name="connsiteX111641" fmla="*/ 596294 w 2119654"/>
              <a:gd name="connsiteY111641" fmla="*/ 455141 h 2398711"/>
              <a:gd name="connsiteX111642" fmla="*/ 524495 w 2119654"/>
              <a:gd name="connsiteY111642" fmla="*/ 600628 h 2398711"/>
              <a:gd name="connsiteX111643" fmla="*/ 524402 w 2119654"/>
              <a:gd name="connsiteY111643" fmla="*/ 601170 h 2398711"/>
              <a:gd name="connsiteX111644" fmla="*/ 524700 w 2119654"/>
              <a:gd name="connsiteY111644" fmla="*/ 604342 h 2398711"/>
              <a:gd name="connsiteX111645" fmla="*/ 525175 w 2119654"/>
              <a:gd name="connsiteY111645" fmla="*/ 604640 h 2398711"/>
              <a:gd name="connsiteX111646" fmla="*/ 524915 w 2119654"/>
              <a:gd name="connsiteY111646" fmla="*/ 601038 h 2398711"/>
              <a:gd name="connsiteX111647" fmla="*/ 426894 w 2119654"/>
              <a:gd name="connsiteY111647" fmla="*/ 819117 h 2398711"/>
              <a:gd name="connsiteX111648" fmla="*/ 426980 w 2119654"/>
              <a:gd name="connsiteY111648" fmla="*/ 821425 h 2398711"/>
              <a:gd name="connsiteX111649" fmla="*/ 426995 w 2119654"/>
              <a:gd name="connsiteY111649" fmla="*/ 821505 h 2398711"/>
              <a:gd name="connsiteX111650" fmla="*/ 427211 w 2119654"/>
              <a:gd name="connsiteY111650" fmla="*/ 819815 h 2398711"/>
              <a:gd name="connsiteX111651" fmla="*/ 427196 w 2119654"/>
              <a:gd name="connsiteY111651" fmla="*/ 819396 h 2398711"/>
              <a:gd name="connsiteX111652" fmla="*/ 485599 w 2119654"/>
              <a:gd name="connsiteY111652" fmla="*/ 687609 h 2398711"/>
              <a:gd name="connsiteX111653" fmla="*/ 488260 w 2119654"/>
              <a:gd name="connsiteY111653" fmla="*/ 689654 h 2398711"/>
              <a:gd name="connsiteX111654" fmla="*/ 487769 w 2119654"/>
              <a:gd name="connsiteY111654" fmla="*/ 688682 h 2398711"/>
              <a:gd name="connsiteX111655" fmla="*/ 537964 w 2119654"/>
              <a:gd name="connsiteY111655" fmla="*/ 570305 h 2398711"/>
              <a:gd name="connsiteX111656" fmla="*/ 538273 w 2119654"/>
              <a:gd name="connsiteY111656" fmla="*/ 572565 h 2398711"/>
              <a:gd name="connsiteX111657" fmla="*/ 543858 w 2119654"/>
              <a:gd name="connsiteY111657" fmla="*/ 575838 h 2398711"/>
              <a:gd name="connsiteX111658" fmla="*/ 544259 w 2119654"/>
              <a:gd name="connsiteY111658" fmla="*/ 574664 h 2398711"/>
              <a:gd name="connsiteX111659" fmla="*/ 543570 w 2119654"/>
              <a:gd name="connsiteY111659" fmla="*/ 572490 h 2398711"/>
              <a:gd name="connsiteX111660" fmla="*/ 535732 w 2119654"/>
              <a:gd name="connsiteY111660" fmla="*/ 575245 h 2398711"/>
              <a:gd name="connsiteX111661" fmla="*/ 535768 w 2119654"/>
              <a:gd name="connsiteY111661" fmla="*/ 575504 h 2398711"/>
              <a:gd name="connsiteX111662" fmla="*/ 538493 w 2119654"/>
              <a:gd name="connsiteY111662" fmla="*/ 576631 h 2398711"/>
              <a:gd name="connsiteX111663" fmla="*/ 538415 w 2119654"/>
              <a:gd name="connsiteY111663" fmla="*/ 576056 h 2398711"/>
              <a:gd name="connsiteX111664" fmla="*/ 512878 w 2119654"/>
              <a:gd name="connsiteY111664" fmla="*/ 626406 h 2398711"/>
              <a:gd name="connsiteX111665" fmla="*/ 512982 w 2119654"/>
              <a:gd name="connsiteY111665" fmla="*/ 627276 h 2398711"/>
              <a:gd name="connsiteX111666" fmla="*/ 515511 w 2119654"/>
              <a:gd name="connsiteY111666" fmla="*/ 630773 h 2398711"/>
              <a:gd name="connsiteX111667" fmla="*/ 515868 w 2119654"/>
              <a:gd name="connsiteY111667" fmla="*/ 628389 h 2398711"/>
              <a:gd name="connsiteX111668" fmla="*/ 554604 w 2119654"/>
              <a:gd name="connsiteY111668" fmla="*/ 532937 h 2398711"/>
              <a:gd name="connsiteX111669" fmla="*/ 553732 w 2119654"/>
              <a:gd name="connsiteY111669" fmla="*/ 540162 h 2398711"/>
              <a:gd name="connsiteX111670" fmla="*/ 554885 w 2119654"/>
              <a:gd name="connsiteY111670" fmla="*/ 540565 h 2398711"/>
              <a:gd name="connsiteX111671" fmla="*/ 555175 w 2119654"/>
              <a:gd name="connsiteY111671" fmla="*/ 538607 h 2398711"/>
              <a:gd name="connsiteX111672" fmla="*/ 555456 w 2119654"/>
              <a:gd name="connsiteY111672" fmla="*/ 533576 h 2398711"/>
              <a:gd name="connsiteX111673" fmla="*/ 522962 w 2119654"/>
              <a:gd name="connsiteY111673" fmla="*/ 603777 h 2398711"/>
              <a:gd name="connsiteX111674" fmla="*/ 522901 w 2119654"/>
              <a:gd name="connsiteY111674" fmla="*/ 604181 h 2398711"/>
              <a:gd name="connsiteX111675" fmla="*/ 522987 w 2119654"/>
              <a:gd name="connsiteY111675" fmla="*/ 604234 h 2398711"/>
              <a:gd name="connsiteX111676" fmla="*/ 476088 w 2119654"/>
              <a:gd name="connsiteY111676" fmla="*/ 708663 h 2398711"/>
              <a:gd name="connsiteX111677" fmla="*/ 476101 w 2119654"/>
              <a:gd name="connsiteY111677" fmla="*/ 710124 h 2398711"/>
              <a:gd name="connsiteX111678" fmla="*/ 476117 w 2119654"/>
              <a:gd name="connsiteY111678" fmla="*/ 710877 h 2398711"/>
              <a:gd name="connsiteX111679" fmla="*/ 476461 w 2119654"/>
              <a:gd name="connsiteY111679" fmla="*/ 711684 h 2398711"/>
              <a:gd name="connsiteX111680" fmla="*/ 476312 w 2119654"/>
              <a:gd name="connsiteY111680" fmla="*/ 708726 h 2398711"/>
              <a:gd name="connsiteX111681" fmla="*/ 524597 w 2119654"/>
              <a:gd name="connsiteY111681" fmla="*/ 600029 h 2398711"/>
              <a:gd name="connsiteX111682" fmla="*/ 524552 w 2119654"/>
              <a:gd name="connsiteY111682" fmla="*/ 600295 h 2398711"/>
              <a:gd name="connsiteX111683" fmla="*/ 524885 w 2119654"/>
              <a:gd name="connsiteY111683" fmla="*/ 600620 h 2398711"/>
              <a:gd name="connsiteX111684" fmla="*/ 524850 w 2119654"/>
              <a:gd name="connsiteY111684" fmla="*/ 600133 h 2398711"/>
              <a:gd name="connsiteX111685" fmla="*/ 446368 w 2119654"/>
              <a:gd name="connsiteY111685" fmla="*/ 775060 h 2398711"/>
              <a:gd name="connsiteX111686" fmla="*/ 448737 w 2119654"/>
              <a:gd name="connsiteY111686" fmla="*/ 783404 h 2398711"/>
              <a:gd name="connsiteX111687" fmla="*/ 449396 w 2119654"/>
              <a:gd name="connsiteY111687" fmla="*/ 778688 h 2398711"/>
              <a:gd name="connsiteX111688" fmla="*/ 448324 w 2119654"/>
              <a:gd name="connsiteY111688" fmla="*/ 775744 h 2398711"/>
              <a:gd name="connsiteX111689" fmla="*/ 272704 w 2119654"/>
              <a:gd name="connsiteY111689" fmla="*/ 1163891 h 2398711"/>
              <a:gd name="connsiteX111690" fmla="*/ 272966 w 2119654"/>
              <a:gd name="connsiteY111690" fmla="*/ 1164394 h 2398711"/>
              <a:gd name="connsiteX111691" fmla="*/ 272881 w 2119654"/>
              <a:gd name="connsiteY111691" fmla="*/ 1164048 h 2398711"/>
              <a:gd name="connsiteX111692" fmla="*/ 249891 w 2119654"/>
              <a:gd name="connsiteY111692" fmla="*/ 1214974 h 2398711"/>
              <a:gd name="connsiteX111693" fmla="*/ 250588 w 2119654"/>
              <a:gd name="connsiteY111693" fmla="*/ 1217390 h 2398711"/>
              <a:gd name="connsiteX111694" fmla="*/ 252384 w 2119654"/>
              <a:gd name="connsiteY111694" fmla="*/ 1219060 h 2398711"/>
              <a:gd name="connsiteX111695" fmla="*/ 251487 w 2119654"/>
              <a:gd name="connsiteY111695" fmla="*/ 1217037 h 2398711"/>
              <a:gd name="connsiteX111696" fmla="*/ 251769 w 2119654"/>
              <a:gd name="connsiteY111696" fmla="*/ 1210738 h 2398711"/>
              <a:gd name="connsiteX111697" fmla="*/ 252027 w 2119654"/>
              <a:gd name="connsiteY111697" fmla="*/ 1211298 h 2398711"/>
              <a:gd name="connsiteX111698" fmla="*/ 252490 w 2119654"/>
              <a:gd name="connsiteY111698" fmla="*/ 1211599 h 2398711"/>
              <a:gd name="connsiteX111699" fmla="*/ 252105 w 2119654"/>
              <a:gd name="connsiteY111699" fmla="*/ 1211022 h 2398711"/>
              <a:gd name="connsiteX111700" fmla="*/ 518571 w 2119654"/>
              <a:gd name="connsiteY111700" fmla="*/ 613315 h 2398711"/>
              <a:gd name="connsiteX111701" fmla="*/ 518446 w 2119654"/>
              <a:gd name="connsiteY111701" fmla="*/ 614147 h 2398711"/>
              <a:gd name="connsiteX111702" fmla="*/ 518708 w 2119654"/>
              <a:gd name="connsiteY111702" fmla="*/ 614184 h 2398711"/>
              <a:gd name="connsiteX111703" fmla="*/ 321420 w 2119654"/>
              <a:gd name="connsiteY111703" fmla="*/ 1054721 h 2398711"/>
              <a:gd name="connsiteX111704" fmla="*/ 321786 w 2119654"/>
              <a:gd name="connsiteY111704" fmla="*/ 1059211 h 2398711"/>
              <a:gd name="connsiteX111705" fmla="*/ 323410 w 2119654"/>
              <a:gd name="connsiteY111705" fmla="*/ 1062874 h 2398711"/>
              <a:gd name="connsiteX111706" fmla="*/ 322916 w 2119654"/>
              <a:gd name="connsiteY111706" fmla="*/ 1056966 h 2398711"/>
              <a:gd name="connsiteX111707" fmla="*/ 442537 w 2119654"/>
              <a:gd name="connsiteY111707" fmla="*/ 783504 h 2398711"/>
              <a:gd name="connsiteX111708" fmla="*/ 442846 w 2119654"/>
              <a:gd name="connsiteY111708" fmla="*/ 784169 h 2398711"/>
              <a:gd name="connsiteX111709" fmla="*/ 444498 w 2119654"/>
              <a:gd name="connsiteY111709" fmla="*/ 785203 h 2398711"/>
              <a:gd name="connsiteX111710" fmla="*/ 444225 w 2119654"/>
              <a:gd name="connsiteY111710" fmla="*/ 784105 h 2398711"/>
              <a:gd name="connsiteX111711" fmla="*/ 459767 w 2119654"/>
              <a:gd name="connsiteY111711" fmla="*/ 744861 h 2398711"/>
              <a:gd name="connsiteX111712" fmla="*/ 459997 w 2119654"/>
              <a:gd name="connsiteY111712" fmla="*/ 746290 h 2398711"/>
              <a:gd name="connsiteX111713" fmla="*/ 461232 w 2119654"/>
              <a:gd name="connsiteY111713" fmla="*/ 749457 h 2398711"/>
              <a:gd name="connsiteX111714" fmla="*/ 461527 w 2119654"/>
              <a:gd name="connsiteY111714" fmla="*/ 749598 h 2398711"/>
              <a:gd name="connsiteX111715" fmla="*/ 459796 w 2119654"/>
              <a:gd name="connsiteY111715" fmla="*/ 744877 h 2398711"/>
              <a:gd name="connsiteX111716" fmla="*/ 477660 w 2119654"/>
              <a:gd name="connsiteY111716" fmla="*/ 704618 h 2398711"/>
              <a:gd name="connsiteX111717" fmla="*/ 477819 w 2119654"/>
              <a:gd name="connsiteY111717" fmla="*/ 708922 h 2398711"/>
              <a:gd name="connsiteX111718" fmla="*/ 481733 w 2119654"/>
              <a:gd name="connsiteY111718" fmla="*/ 710052 h 2398711"/>
              <a:gd name="connsiteX111719" fmla="*/ 481518 w 2119654"/>
              <a:gd name="connsiteY111719" fmla="*/ 708459 h 2398711"/>
              <a:gd name="connsiteX111720" fmla="*/ 481278 w 2119654"/>
              <a:gd name="connsiteY111720" fmla="*/ 707662 h 2398711"/>
              <a:gd name="connsiteX111721" fmla="*/ 524754 w 2119654"/>
              <a:gd name="connsiteY111721" fmla="*/ 599111 h 2398711"/>
              <a:gd name="connsiteX111722" fmla="*/ 524640 w 2119654"/>
              <a:gd name="connsiteY111722" fmla="*/ 599777 h 2398711"/>
              <a:gd name="connsiteX111723" fmla="*/ 524830 w 2119654"/>
              <a:gd name="connsiteY111723" fmla="*/ 599854 h 2398711"/>
              <a:gd name="connsiteX111724" fmla="*/ 524777 w 2119654"/>
              <a:gd name="connsiteY111724" fmla="*/ 599121 h 2398711"/>
              <a:gd name="connsiteX111725" fmla="*/ 510474 w 2119654"/>
              <a:gd name="connsiteY111725" fmla="*/ 631075 h 2398711"/>
              <a:gd name="connsiteX111726" fmla="*/ 511457 w 2119654"/>
              <a:gd name="connsiteY111726" fmla="*/ 633862 h 2398711"/>
              <a:gd name="connsiteX111727" fmla="*/ 512345 w 2119654"/>
              <a:gd name="connsiteY111727" fmla="*/ 634451 h 2398711"/>
              <a:gd name="connsiteX111728" fmla="*/ 418922 w 2119654"/>
              <a:gd name="connsiteY111728" fmla="*/ 835975 h 2398711"/>
              <a:gd name="connsiteX111729" fmla="*/ 418101 w 2119654"/>
              <a:gd name="connsiteY111729" fmla="*/ 840512 h 2398711"/>
              <a:gd name="connsiteX111730" fmla="*/ 420076 w 2119654"/>
              <a:gd name="connsiteY111730" fmla="*/ 843860 h 2398711"/>
              <a:gd name="connsiteX111731" fmla="*/ 420300 w 2119654"/>
              <a:gd name="connsiteY111731" fmla="*/ 838836 h 2398711"/>
              <a:gd name="connsiteX111732" fmla="*/ 585880 w 2119654"/>
              <a:gd name="connsiteY111732" fmla="*/ 461994 h 2398711"/>
              <a:gd name="connsiteX111733" fmla="*/ 586179 w 2119654"/>
              <a:gd name="connsiteY111733" fmla="*/ 463857 h 2398711"/>
              <a:gd name="connsiteX111734" fmla="*/ 589580 w 2119654"/>
              <a:gd name="connsiteY111734" fmla="*/ 465216 h 2398711"/>
              <a:gd name="connsiteX111735" fmla="*/ 591524 w 2119654"/>
              <a:gd name="connsiteY111735" fmla="*/ 466084 h 2398711"/>
              <a:gd name="connsiteX111736" fmla="*/ 590933 w 2119654"/>
              <a:gd name="connsiteY111736" fmla="*/ 464001 h 2398711"/>
              <a:gd name="connsiteX111737" fmla="*/ 524283 w 2119654"/>
              <a:gd name="connsiteY111737" fmla="*/ 599901 h 2398711"/>
              <a:gd name="connsiteX111738" fmla="*/ 524297 w 2119654"/>
              <a:gd name="connsiteY111738" fmla="*/ 600047 h 2398711"/>
              <a:gd name="connsiteX111739" fmla="*/ 524373 w 2119654"/>
              <a:gd name="connsiteY111739" fmla="*/ 600121 h 2398711"/>
              <a:gd name="connsiteX111740" fmla="*/ 524402 w 2119654"/>
              <a:gd name="connsiteY111740" fmla="*/ 599950 h 2398711"/>
              <a:gd name="connsiteX111741" fmla="*/ 563881 w 2119654"/>
              <a:gd name="connsiteY111741" fmla="*/ 511136 h 2398711"/>
              <a:gd name="connsiteX111742" fmla="*/ 563464 w 2119654"/>
              <a:gd name="connsiteY111742" fmla="*/ 518579 h 2398711"/>
              <a:gd name="connsiteX111743" fmla="*/ 573049 w 2119654"/>
              <a:gd name="connsiteY111743" fmla="*/ 521930 h 2398711"/>
              <a:gd name="connsiteX111744" fmla="*/ 573026 w 2119654"/>
              <a:gd name="connsiteY111744" fmla="*/ 519293 h 2398711"/>
              <a:gd name="connsiteX111745" fmla="*/ 199218 w 2119654"/>
              <a:gd name="connsiteY111745" fmla="*/ 1327546 h 2398711"/>
              <a:gd name="connsiteX111746" fmla="*/ 199889 w 2119654"/>
              <a:gd name="connsiteY111746" fmla="*/ 1328359 h 2398711"/>
              <a:gd name="connsiteX111747" fmla="*/ 199747 w 2119654"/>
              <a:gd name="connsiteY111747" fmla="*/ 1327986 h 2398711"/>
              <a:gd name="connsiteX111748" fmla="*/ 516962 w 2119654"/>
              <a:gd name="connsiteY111748" fmla="*/ 616019 h 2398711"/>
              <a:gd name="connsiteX111749" fmla="*/ 517300 w 2119654"/>
              <a:gd name="connsiteY111749" fmla="*/ 618843 h 2398711"/>
              <a:gd name="connsiteX111750" fmla="*/ 517700 w 2119654"/>
              <a:gd name="connsiteY111750" fmla="*/ 616177 h 2398711"/>
              <a:gd name="connsiteX111751" fmla="*/ 326324 w 2119654"/>
              <a:gd name="connsiteY111751" fmla="*/ 1042885 h 2398711"/>
              <a:gd name="connsiteX111752" fmla="*/ 326637 w 2119654"/>
              <a:gd name="connsiteY111752" fmla="*/ 1047068 h 2398711"/>
              <a:gd name="connsiteX111753" fmla="*/ 328890 w 2119654"/>
              <a:gd name="connsiteY111753" fmla="*/ 1051475 h 2398711"/>
              <a:gd name="connsiteX111754" fmla="*/ 327139 w 2119654"/>
              <a:gd name="connsiteY111754" fmla="*/ 1044262 h 2398711"/>
              <a:gd name="connsiteX111755" fmla="*/ 327112 w 2119654"/>
              <a:gd name="connsiteY111755" fmla="*/ 1044211 h 2398711"/>
              <a:gd name="connsiteX111756" fmla="*/ 322975 w 2119654"/>
              <a:gd name="connsiteY111756" fmla="*/ 1050272 h 2398711"/>
              <a:gd name="connsiteX111757" fmla="*/ 323568 w 2119654"/>
              <a:gd name="connsiteY111757" fmla="*/ 1057360 h 2398711"/>
              <a:gd name="connsiteX111758" fmla="*/ 326298 w 2119654"/>
              <a:gd name="connsiteY111758" fmla="*/ 1061453 h 2398711"/>
              <a:gd name="connsiteX111759" fmla="*/ 323608 w 2119654"/>
              <a:gd name="connsiteY111759" fmla="*/ 1050807 h 2398711"/>
              <a:gd name="connsiteX111760" fmla="*/ 537369 w 2119654"/>
              <a:gd name="connsiteY111760" fmla="*/ 570071 h 2398711"/>
              <a:gd name="connsiteX111761" fmla="*/ 537768 w 2119654"/>
              <a:gd name="connsiteY111761" fmla="*/ 571331 h 2398711"/>
              <a:gd name="connsiteX111762" fmla="*/ 537608 w 2119654"/>
              <a:gd name="connsiteY111762" fmla="*/ 570165 h 2398711"/>
              <a:gd name="connsiteX111763" fmla="*/ 157971 w 2119654"/>
              <a:gd name="connsiteY111763" fmla="*/ 1419594 h 2398711"/>
              <a:gd name="connsiteX111764" fmla="*/ 165023 w 2119654"/>
              <a:gd name="connsiteY111764" fmla="*/ 1429126 h 2398711"/>
              <a:gd name="connsiteX111765" fmla="*/ 185968 w 2119654"/>
              <a:gd name="connsiteY111765" fmla="*/ 1442758 h 2398711"/>
              <a:gd name="connsiteX111766" fmla="*/ 195807 w 2119654"/>
              <a:gd name="connsiteY111766" fmla="*/ 1448942 h 2398711"/>
              <a:gd name="connsiteX111767" fmla="*/ 187403 w 2119654"/>
              <a:gd name="connsiteY111767" fmla="*/ 1442862 h 2398711"/>
              <a:gd name="connsiteX111768" fmla="*/ 165819 w 2119654"/>
              <a:gd name="connsiteY111768" fmla="*/ 1424705 h 2398711"/>
              <a:gd name="connsiteX111769" fmla="*/ 462615 w 2119654"/>
              <a:gd name="connsiteY111769" fmla="*/ 737429 h 2398711"/>
              <a:gd name="connsiteX111770" fmla="*/ 462612 w 2119654"/>
              <a:gd name="connsiteY111770" fmla="*/ 739115 h 2398711"/>
              <a:gd name="connsiteX111771" fmla="*/ 464117 w 2119654"/>
              <a:gd name="connsiteY111771" fmla="*/ 740347 h 2398711"/>
              <a:gd name="connsiteX111772" fmla="*/ 463788 w 2119654"/>
              <a:gd name="connsiteY111772" fmla="*/ 737906 h 2398711"/>
              <a:gd name="connsiteX111773" fmla="*/ 463736 w 2119654"/>
              <a:gd name="connsiteY111773" fmla="*/ 737828 h 2398711"/>
              <a:gd name="connsiteX111774" fmla="*/ 419157 w 2119654"/>
              <a:gd name="connsiteY111774" fmla="*/ 834679 h 2398711"/>
              <a:gd name="connsiteX111775" fmla="*/ 419148 w 2119654"/>
              <a:gd name="connsiteY111775" fmla="*/ 834727 h 2398711"/>
              <a:gd name="connsiteX111776" fmla="*/ 419222 w 2119654"/>
              <a:gd name="connsiteY111776" fmla="*/ 834872 h 2398711"/>
              <a:gd name="connsiteX111777" fmla="*/ 545783 w 2119654"/>
              <a:gd name="connsiteY111777" fmla="*/ 551130 h 2398711"/>
              <a:gd name="connsiteX111778" fmla="*/ 545907 w 2119654"/>
              <a:gd name="connsiteY111778" fmla="*/ 555813 h 2398711"/>
              <a:gd name="connsiteX111779" fmla="*/ 549142 w 2119654"/>
              <a:gd name="connsiteY111779" fmla="*/ 557329 h 2398711"/>
              <a:gd name="connsiteX111780" fmla="*/ 548857 w 2119654"/>
              <a:gd name="connsiteY111780" fmla="*/ 554043 h 2398711"/>
              <a:gd name="connsiteX111781" fmla="*/ 459347 w 2119654"/>
              <a:gd name="connsiteY111781" fmla="*/ 744624 h 2398711"/>
              <a:gd name="connsiteX111782" fmla="*/ 459436 w 2119654"/>
              <a:gd name="connsiteY111782" fmla="*/ 744848 h 2398711"/>
              <a:gd name="connsiteX111783" fmla="*/ 459407 w 2119654"/>
              <a:gd name="connsiteY111783" fmla="*/ 744657 h 2398711"/>
              <a:gd name="connsiteX111784" fmla="*/ 385988 w 2119654"/>
              <a:gd name="connsiteY111784" fmla="*/ 908830 h 2398711"/>
              <a:gd name="connsiteX111785" fmla="*/ 385905 w 2119654"/>
              <a:gd name="connsiteY111785" fmla="*/ 910717 h 2398711"/>
              <a:gd name="connsiteX111786" fmla="*/ 386011 w 2119654"/>
              <a:gd name="connsiteY111786" fmla="*/ 912015 h 2398711"/>
              <a:gd name="connsiteX111787" fmla="*/ 386349 w 2119654"/>
              <a:gd name="connsiteY111787" fmla="*/ 912465 h 2398711"/>
              <a:gd name="connsiteX111788" fmla="*/ 386732 w 2119654"/>
              <a:gd name="connsiteY111788" fmla="*/ 912958 h 2398711"/>
              <a:gd name="connsiteX111789" fmla="*/ 386783 w 2119654"/>
              <a:gd name="connsiteY111789" fmla="*/ 912757 h 2398711"/>
              <a:gd name="connsiteX111790" fmla="*/ 331241 w 2119654"/>
              <a:gd name="connsiteY111790" fmla="*/ 1031338 h 2398711"/>
              <a:gd name="connsiteX111791" fmla="*/ 335353 w 2119654"/>
              <a:gd name="connsiteY111791" fmla="*/ 1037607 h 2398711"/>
              <a:gd name="connsiteX111792" fmla="*/ 335238 w 2119654"/>
              <a:gd name="connsiteY111792" fmla="*/ 1037103 h 2398711"/>
              <a:gd name="connsiteX111793" fmla="*/ 330975 w 2119654"/>
              <a:gd name="connsiteY111793" fmla="*/ 1031903 h 2398711"/>
              <a:gd name="connsiteX111794" fmla="*/ 332745 w 2119654"/>
              <a:gd name="connsiteY111794" fmla="*/ 1038316 h 2398711"/>
              <a:gd name="connsiteX111795" fmla="*/ 335902 w 2119654"/>
              <a:gd name="connsiteY111795" fmla="*/ 1040001 h 2398711"/>
              <a:gd name="connsiteX111796" fmla="*/ 335694 w 2119654"/>
              <a:gd name="connsiteY111796" fmla="*/ 1039100 h 2398711"/>
              <a:gd name="connsiteX111797" fmla="*/ 499482 w 2119654"/>
              <a:gd name="connsiteY111797" fmla="*/ 654572 h 2398711"/>
              <a:gd name="connsiteX111798" fmla="*/ 500505 w 2119654"/>
              <a:gd name="connsiteY111798" fmla="*/ 659530 h 2398711"/>
              <a:gd name="connsiteX111799" fmla="*/ 500917 w 2119654"/>
              <a:gd name="connsiteY111799" fmla="*/ 659567 h 2398711"/>
              <a:gd name="connsiteX111800" fmla="*/ 501691 w 2119654"/>
              <a:gd name="connsiteY111800" fmla="*/ 655612 h 2398711"/>
              <a:gd name="connsiteX111801" fmla="*/ 455956 w 2119654"/>
              <a:gd name="connsiteY111801" fmla="*/ 751970 h 2398711"/>
              <a:gd name="connsiteX111802" fmla="*/ 455709 w 2119654"/>
              <a:gd name="connsiteY111802" fmla="*/ 753904 h 2398711"/>
              <a:gd name="connsiteX111803" fmla="*/ 456681 w 2119654"/>
              <a:gd name="connsiteY111803" fmla="*/ 757645 h 2398711"/>
              <a:gd name="connsiteX111804" fmla="*/ 457195 w 2119654"/>
              <a:gd name="connsiteY111804" fmla="*/ 753433 h 2398711"/>
              <a:gd name="connsiteX111805" fmla="*/ 457125 w 2119654"/>
              <a:gd name="connsiteY111805" fmla="*/ 753022 h 2398711"/>
              <a:gd name="connsiteX111806" fmla="*/ 456692 w 2119654"/>
              <a:gd name="connsiteY111806" fmla="*/ 752319 h 2398711"/>
              <a:gd name="connsiteX111807" fmla="*/ 491075 w 2119654"/>
              <a:gd name="connsiteY111807" fmla="*/ 673219 h 2398711"/>
              <a:gd name="connsiteX111808" fmla="*/ 491252 w 2119654"/>
              <a:gd name="connsiteY111808" fmla="*/ 677992 h 2398711"/>
              <a:gd name="connsiteX111809" fmla="*/ 495582 w 2119654"/>
              <a:gd name="connsiteY111809" fmla="*/ 678395 h 2398711"/>
              <a:gd name="connsiteX111810" fmla="*/ 494967 w 2119654"/>
              <a:gd name="connsiteY111810" fmla="*/ 677186 h 2398711"/>
              <a:gd name="connsiteX111811" fmla="*/ 491392 w 2119654"/>
              <a:gd name="connsiteY111811" fmla="*/ 673404 h 2398711"/>
              <a:gd name="connsiteX111812" fmla="*/ 524187 w 2119654"/>
              <a:gd name="connsiteY111812" fmla="*/ 598879 h 2398711"/>
              <a:gd name="connsiteX111813" fmla="*/ 524257 w 2119654"/>
              <a:gd name="connsiteY111813" fmla="*/ 599620 h 2398711"/>
              <a:gd name="connsiteX111814" fmla="*/ 524446 w 2119654"/>
              <a:gd name="connsiteY111814" fmla="*/ 599697 h 2398711"/>
              <a:gd name="connsiteX111815" fmla="*/ 524559 w 2119654"/>
              <a:gd name="connsiteY111815" fmla="*/ 599032 h 2398711"/>
              <a:gd name="connsiteX111816" fmla="*/ 449477 w 2119654"/>
              <a:gd name="connsiteY111816" fmla="*/ 766165 h 2398711"/>
              <a:gd name="connsiteX111817" fmla="*/ 449629 w 2119654"/>
              <a:gd name="connsiteY111817" fmla="*/ 767426 h 2398711"/>
              <a:gd name="connsiteX111818" fmla="*/ 450597 w 2119654"/>
              <a:gd name="connsiteY111818" fmla="*/ 770086 h 2398711"/>
              <a:gd name="connsiteX111819" fmla="*/ 451057 w 2119654"/>
              <a:gd name="connsiteY111819" fmla="*/ 766794 h 2398711"/>
              <a:gd name="connsiteX111820" fmla="*/ 443536 w 2119654"/>
              <a:gd name="connsiteY111820" fmla="*/ 779413 h 2398711"/>
              <a:gd name="connsiteX111821" fmla="*/ 444224 w 2119654"/>
              <a:gd name="connsiteY111821" fmla="*/ 782021 h 2398711"/>
              <a:gd name="connsiteX111822" fmla="*/ 445749 w 2119654"/>
              <a:gd name="connsiteY111822" fmla="*/ 782564 h 2398711"/>
              <a:gd name="connsiteX111823" fmla="*/ 630186 w 2119654"/>
              <a:gd name="connsiteY111823" fmla="*/ 361397 h 2398711"/>
              <a:gd name="connsiteX111824" fmla="*/ 630881 w 2119654"/>
              <a:gd name="connsiteY111824" fmla="*/ 366012 h 2398711"/>
              <a:gd name="connsiteX111825" fmla="*/ 631580 w 2119654"/>
              <a:gd name="connsiteY111825" fmla="*/ 366428 h 2398711"/>
              <a:gd name="connsiteX111826" fmla="*/ 631976 w 2119654"/>
              <a:gd name="connsiteY111826" fmla="*/ 363783 h 2398711"/>
              <a:gd name="connsiteX111827" fmla="*/ 281661 w 2119654"/>
              <a:gd name="connsiteY111827" fmla="*/ 1141735 h 2398711"/>
              <a:gd name="connsiteX111828" fmla="*/ 284121 w 2119654"/>
              <a:gd name="connsiteY111828" fmla="*/ 1144714 h 2398711"/>
              <a:gd name="connsiteX111829" fmla="*/ 283562 w 2119654"/>
              <a:gd name="connsiteY111829" fmla="*/ 1143249 h 2398711"/>
              <a:gd name="connsiteX111830" fmla="*/ 475044 w 2119654"/>
              <a:gd name="connsiteY111830" fmla="*/ 708361 h 2398711"/>
              <a:gd name="connsiteX111831" fmla="*/ 475825 w 2119654"/>
              <a:gd name="connsiteY111831" fmla="*/ 710190 h 2398711"/>
              <a:gd name="connsiteX111832" fmla="*/ 475810 w 2119654"/>
              <a:gd name="connsiteY111832" fmla="*/ 708581 h 2398711"/>
              <a:gd name="connsiteX111833" fmla="*/ 511872 w 2119654"/>
              <a:gd name="connsiteY111833" fmla="*/ 625740 h 2398711"/>
              <a:gd name="connsiteX111834" fmla="*/ 512315 w 2119654"/>
              <a:gd name="connsiteY111834" fmla="*/ 626353 h 2398711"/>
              <a:gd name="connsiteX111835" fmla="*/ 512273 w 2119654"/>
              <a:gd name="connsiteY111835" fmla="*/ 626007 h 2398711"/>
              <a:gd name="connsiteX111836" fmla="*/ 524161 w 2119654"/>
              <a:gd name="connsiteY111836" fmla="*/ 598002 h 2398711"/>
              <a:gd name="connsiteX111837" fmla="*/ 524161 w 2119654"/>
              <a:gd name="connsiteY111837" fmla="*/ 598506 h 2398711"/>
              <a:gd name="connsiteX111838" fmla="*/ 524617 w 2119654"/>
              <a:gd name="connsiteY111838" fmla="*/ 598693 h 2398711"/>
              <a:gd name="connsiteX111839" fmla="*/ 524699 w 2119654"/>
              <a:gd name="connsiteY111839" fmla="*/ 598213 h 2398711"/>
              <a:gd name="connsiteX111840" fmla="*/ 264389 w 2119654"/>
              <a:gd name="connsiteY111840" fmla="*/ 1179681 h 2398711"/>
              <a:gd name="connsiteX111841" fmla="*/ 265742 w 2119654"/>
              <a:gd name="connsiteY111841" fmla="*/ 1183781 h 2398711"/>
              <a:gd name="connsiteX111842" fmla="*/ 264887 w 2119654"/>
              <a:gd name="connsiteY111842" fmla="*/ 1183099 h 2398711"/>
              <a:gd name="connsiteX111843" fmla="*/ 264926 w 2119654"/>
              <a:gd name="connsiteY111843" fmla="*/ 1183370 h 2398711"/>
              <a:gd name="connsiteX111844" fmla="*/ 265849 w 2119654"/>
              <a:gd name="connsiteY111844" fmla="*/ 1184105 h 2398711"/>
              <a:gd name="connsiteX111845" fmla="*/ 266658 w 2119654"/>
              <a:gd name="connsiteY111845" fmla="*/ 1186555 h 2398711"/>
              <a:gd name="connsiteX111846" fmla="*/ 269310 w 2119654"/>
              <a:gd name="connsiteY111846" fmla="*/ 1187970 h 2398711"/>
              <a:gd name="connsiteX111847" fmla="*/ 269033 w 2119654"/>
              <a:gd name="connsiteY111847" fmla="*/ 1186762 h 2398711"/>
              <a:gd name="connsiteX111848" fmla="*/ 268866 w 2119654"/>
              <a:gd name="connsiteY111848" fmla="*/ 1186509 h 2398711"/>
              <a:gd name="connsiteX111849" fmla="*/ 265849 w 2119654"/>
              <a:gd name="connsiteY111849" fmla="*/ 1184105 h 2398711"/>
              <a:gd name="connsiteX111850" fmla="*/ 265742 w 2119654"/>
              <a:gd name="connsiteY111850" fmla="*/ 1183781 h 2398711"/>
              <a:gd name="connsiteX111851" fmla="*/ 268539 w 2119654"/>
              <a:gd name="connsiteY111851" fmla="*/ 1186009 h 2398711"/>
              <a:gd name="connsiteX111852" fmla="*/ 449117 w 2119654"/>
              <a:gd name="connsiteY111852" fmla="*/ 766021 h 2398711"/>
              <a:gd name="connsiteX111853" fmla="*/ 449242 w 2119654"/>
              <a:gd name="connsiteY111853" fmla="*/ 766366 h 2398711"/>
              <a:gd name="connsiteX111854" fmla="*/ 449209 w 2119654"/>
              <a:gd name="connsiteY111854" fmla="*/ 766059 h 2398711"/>
              <a:gd name="connsiteX111855" fmla="*/ 290849 w 2119654"/>
              <a:gd name="connsiteY111855" fmla="*/ 1120321 h 2398711"/>
              <a:gd name="connsiteX111856" fmla="*/ 293725 w 2119654"/>
              <a:gd name="connsiteY111856" fmla="*/ 1127779 h 2398711"/>
              <a:gd name="connsiteX111857" fmla="*/ 294382 w 2119654"/>
              <a:gd name="connsiteY111857" fmla="*/ 1128152 h 2398711"/>
              <a:gd name="connsiteX111858" fmla="*/ 426776 w 2119654"/>
              <a:gd name="connsiteY111858" fmla="*/ 815910 h 2398711"/>
              <a:gd name="connsiteX111859" fmla="*/ 426810 w 2119654"/>
              <a:gd name="connsiteY111859" fmla="*/ 816827 h 2398711"/>
              <a:gd name="connsiteX111860" fmla="*/ 427113 w 2119654"/>
              <a:gd name="connsiteY111860" fmla="*/ 817108 h 2398711"/>
              <a:gd name="connsiteX111861" fmla="*/ 427094 w 2119654"/>
              <a:gd name="connsiteY111861" fmla="*/ 816572 h 2398711"/>
              <a:gd name="connsiteX111862" fmla="*/ 427033 w 2119654"/>
              <a:gd name="connsiteY111862" fmla="*/ 816267 h 2398711"/>
              <a:gd name="connsiteX111863" fmla="*/ 458998 w 2119654"/>
              <a:gd name="connsiteY111863" fmla="*/ 743725 h 2398711"/>
              <a:gd name="connsiteX111864" fmla="*/ 459286 w 2119654"/>
              <a:gd name="connsiteY111864" fmla="*/ 744464 h 2398711"/>
              <a:gd name="connsiteX111865" fmla="*/ 459387 w 2119654"/>
              <a:gd name="connsiteY111865" fmla="*/ 744522 h 2398711"/>
              <a:gd name="connsiteX111866" fmla="*/ 459334 w 2119654"/>
              <a:gd name="connsiteY111866" fmla="*/ 744156 h 2398711"/>
              <a:gd name="connsiteX111867" fmla="*/ 556124 w 2119654"/>
              <a:gd name="connsiteY111867" fmla="*/ 526098 h 2398711"/>
              <a:gd name="connsiteX111868" fmla="*/ 555721 w 2119654"/>
              <a:gd name="connsiteY111868" fmla="*/ 533291 h 2398711"/>
              <a:gd name="connsiteX111869" fmla="*/ 555938 w 2119654"/>
              <a:gd name="connsiteY111869" fmla="*/ 533449 h 2398711"/>
              <a:gd name="connsiteX111870" fmla="*/ 556927 w 2119654"/>
              <a:gd name="connsiteY111870" fmla="*/ 526773 h 2398711"/>
              <a:gd name="connsiteX111871" fmla="*/ 266627 w 2119654"/>
              <a:gd name="connsiteY111871" fmla="*/ 1174308 h 2398711"/>
              <a:gd name="connsiteX111872" fmla="*/ 269260 w 2119654"/>
              <a:gd name="connsiteY111872" fmla="*/ 1178046 h 2398711"/>
              <a:gd name="connsiteX111873" fmla="*/ 268714 w 2119654"/>
              <a:gd name="connsiteY111873" fmla="*/ 1176582 h 2398711"/>
              <a:gd name="connsiteX111874" fmla="*/ 217603 w 2119654"/>
              <a:gd name="connsiteY111874" fmla="*/ 1284063 h 2398711"/>
              <a:gd name="connsiteX111875" fmla="*/ 219514 w 2119654"/>
              <a:gd name="connsiteY111875" fmla="*/ 1287619 h 2398711"/>
              <a:gd name="connsiteX111876" fmla="*/ 229069 w 2119654"/>
              <a:gd name="connsiteY111876" fmla="*/ 1293704 h 2398711"/>
              <a:gd name="connsiteX111877" fmla="*/ 227065 w 2119654"/>
              <a:gd name="connsiteY111877" fmla="*/ 1289971 h 2398711"/>
              <a:gd name="connsiteX111878" fmla="*/ 516747 w 2119654"/>
              <a:gd name="connsiteY111878" fmla="*/ 614214 h 2398711"/>
              <a:gd name="connsiteX111879" fmla="*/ 516893 w 2119654"/>
              <a:gd name="connsiteY111879" fmla="*/ 615436 h 2398711"/>
              <a:gd name="connsiteX111880" fmla="*/ 517783 w 2119654"/>
              <a:gd name="connsiteY111880" fmla="*/ 615626 h 2398711"/>
              <a:gd name="connsiteX111881" fmla="*/ 517970 w 2119654"/>
              <a:gd name="connsiteY111881" fmla="*/ 614382 h 2398711"/>
              <a:gd name="connsiteX111882" fmla="*/ 458672 w 2119654"/>
              <a:gd name="connsiteY111882" fmla="*/ 744240 h 2398711"/>
              <a:gd name="connsiteX111883" fmla="*/ 458254 w 2119654"/>
              <a:gd name="connsiteY111883" fmla="*/ 747476 h 2398711"/>
              <a:gd name="connsiteX111884" fmla="*/ 458413 w 2119654"/>
              <a:gd name="connsiteY111884" fmla="*/ 748119 h 2398711"/>
              <a:gd name="connsiteX111885" fmla="*/ 460028 w 2119654"/>
              <a:gd name="connsiteY111885" fmla="*/ 748886 h 2398711"/>
              <a:gd name="connsiteX111886" fmla="*/ 459668 w 2119654"/>
              <a:gd name="connsiteY111886" fmla="*/ 746434 h 2398711"/>
              <a:gd name="connsiteX111887" fmla="*/ 458853 w 2119654"/>
              <a:gd name="connsiteY111887" fmla="*/ 744342 h 2398711"/>
              <a:gd name="connsiteX111888" fmla="*/ 503733 w 2119654"/>
              <a:gd name="connsiteY111888" fmla="*/ 643175 h 2398711"/>
              <a:gd name="connsiteX111889" fmla="*/ 503737 w 2119654"/>
              <a:gd name="connsiteY111889" fmla="*/ 645150 h 2398711"/>
              <a:gd name="connsiteX111890" fmla="*/ 503968 w 2119654"/>
              <a:gd name="connsiteY111890" fmla="*/ 643974 h 2398711"/>
              <a:gd name="connsiteX111891" fmla="*/ 458708 w 2119654"/>
              <a:gd name="connsiteY111891" fmla="*/ 743969 h 2398711"/>
              <a:gd name="connsiteX111892" fmla="*/ 458687 w 2119654"/>
              <a:gd name="connsiteY111892" fmla="*/ 744125 h 2398711"/>
              <a:gd name="connsiteX111893" fmla="*/ 458791 w 2119654"/>
              <a:gd name="connsiteY111893" fmla="*/ 744184 h 2398711"/>
              <a:gd name="connsiteX111894" fmla="*/ 322807 w 2119654"/>
              <a:gd name="connsiteY111894" fmla="*/ 1048259 h 2398711"/>
              <a:gd name="connsiteX111895" fmla="*/ 322892 w 2119654"/>
              <a:gd name="connsiteY111895" fmla="*/ 1049274 h 2398711"/>
              <a:gd name="connsiteX111896" fmla="*/ 323300 w 2119654"/>
              <a:gd name="connsiteY111896" fmla="*/ 1049592 h 2398711"/>
              <a:gd name="connsiteX111897" fmla="*/ 323144 w 2119654"/>
              <a:gd name="connsiteY111897" fmla="*/ 1048972 h 2398711"/>
              <a:gd name="connsiteX111898" fmla="*/ 445017 w 2119654"/>
              <a:gd name="connsiteY111898" fmla="*/ 774588 h 2398711"/>
              <a:gd name="connsiteX111899" fmla="*/ 446554 w 2119654"/>
              <a:gd name="connsiteY111899" fmla="*/ 782850 h 2398711"/>
              <a:gd name="connsiteX111900" fmla="*/ 448167 w 2119654"/>
              <a:gd name="connsiteY111900" fmla="*/ 783424 h 2398711"/>
              <a:gd name="connsiteX111901" fmla="*/ 445730 w 2119654"/>
              <a:gd name="connsiteY111901" fmla="*/ 774837 h 2398711"/>
              <a:gd name="connsiteX111902" fmla="*/ 449289 w 2119654"/>
              <a:gd name="connsiteY111902" fmla="*/ 764606 h 2398711"/>
              <a:gd name="connsiteX111903" fmla="*/ 449458 w 2119654"/>
              <a:gd name="connsiteY111903" fmla="*/ 766000 h 2398711"/>
              <a:gd name="connsiteX111904" fmla="*/ 451077 w 2119654"/>
              <a:gd name="connsiteY111904" fmla="*/ 766646 h 2398711"/>
              <a:gd name="connsiteX111905" fmla="*/ 451150 w 2119654"/>
              <a:gd name="connsiteY111905" fmla="*/ 766132 h 2398711"/>
              <a:gd name="connsiteX111906" fmla="*/ 455100 w 2119654"/>
              <a:gd name="connsiteY111906" fmla="*/ 751563 h 2398711"/>
              <a:gd name="connsiteX111907" fmla="*/ 455333 w 2119654"/>
              <a:gd name="connsiteY111907" fmla="*/ 752457 h 2398711"/>
              <a:gd name="connsiteX111908" fmla="*/ 455428 w 2119654"/>
              <a:gd name="connsiteY111908" fmla="*/ 751718 h 2398711"/>
              <a:gd name="connsiteX111909" fmla="*/ 425519 w 2119654"/>
              <a:gd name="connsiteY111909" fmla="*/ 817653 h 2398711"/>
              <a:gd name="connsiteX111910" fmla="*/ 426024 w 2119654"/>
              <a:gd name="connsiteY111910" fmla="*/ 819494 h 2398711"/>
              <a:gd name="connsiteX111911" fmla="*/ 426004 w 2119654"/>
              <a:gd name="connsiteY111911" fmla="*/ 818172 h 2398711"/>
              <a:gd name="connsiteX111912" fmla="*/ 564095 w 2119654"/>
              <a:gd name="connsiteY111912" fmla="*/ 507295 h 2398711"/>
              <a:gd name="connsiteX111913" fmla="*/ 563996 w 2119654"/>
              <a:gd name="connsiteY111913" fmla="*/ 509063 h 2398711"/>
              <a:gd name="connsiteX111914" fmla="*/ 573007 w 2119654"/>
              <a:gd name="connsiteY111914" fmla="*/ 517100 h 2398711"/>
              <a:gd name="connsiteX111915" fmla="*/ 572994 w 2119654"/>
              <a:gd name="connsiteY111915" fmla="*/ 515672 h 2398711"/>
              <a:gd name="connsiteX111916" fmla="*/ 565365 w 2119654"/>
              <a:gd name="connsiteY111916" fmla="*/ 508262 h 2398711"/>
              <a:gd name="connsiteX111917" fmla="*/ 440162 w 2119654"/>
              <a:gd name="connsiteY111917" fmla="*/ 784734 h 2398711"/>
              <a:gd name="connsiteX111918" fmla="*/ 440069 w 2119654"/>
              <a:gd name="connsiteY111918" fmla="*/ 788171 h 2398711"/>
              <a:gd name="connsiteX111919" fmla="*/ 440406 w 2119654"/>
              <a:gd name="connsiteY111919" fmla="*/ 788780 h 2398711"/>
              <a:gd name="connsiteX111920" fmla="*/ 443928 w 2119654"/>
              <a:gd name="connsiteY111920" fmla="*/ 790300 h 2398711"/>
              <a:gd name="connsiteX111921" fmla="*/ 426734 w 2119654"/>
              <a:gd name="connsiteY111921" fmla="*/ 814762 h 2398711"/>
              <a:gd name="connsiteX111922" fmla="*/ 426756 w 2119654"/>
              <a:gd name="connsiteY111922" fmla="*/ 815363 h 2398711"/>
              <a:gd name="connsiteX111923" fmla="*/ 426890 w 2119654"/>
              <a:gd name="connsiteY111923" fmla="*/ 815551 h 2398711"/>
              <a:gd name="connsiteX111924" fmla="*/ 255375 w 2119654"/>
              <a:gd name="connsiteY111924" fmla="*/ 1198445 h 2398711"/>
              <a:gd name="connsiteX111925" fmla="*/ 255944 w 2119654"/>
              <a:gd name="connsiteY111925" fmla="*/ 1199807 h 2398711"/>
              <a:gd name="connsiteX111926" fmla="*/ 256385 w 2119654"/>
              <a:gd name="connsiteY111926" fmla="*/ 1200431 h 2398711"/>
              <a:gd name="connsiteX111927" fmla="*/ 258347 w 2119654"/>
              <a:gd name="connsiteY111927" fmla="*/ 1202521 h 2398711"/>
              <a:gd name="connsiteX111928" fmla="*/ 425102 w 2119654"/>
              <a:gd name="connsiteY111928" fmla="*/ 818345 h 2398711"/>
              <a:gd name="connsiteX111929" fmla="*/ 425106 w 2119654"/>
              <a:gd name="connsiteY111929" fmla="*/ 818402 h 2398711"/>
              <a:gd name="connsiteX111930" fmla="*/ 426134 w 2119654"/>
              <a:gd name="connsiteY111930" fmla="*/ 826824 h 2398711"/>
              <a:gd name="connsiteX111931" fmla="*/ 426058 w 2119654"/>
              <a:gd name="connsiteY111931" fmla="*/ 821798 h 2398711"/>
              <a:gd name="connsiteX111932" fmla="*/ 495546 w 2119654"/>
              <a:gd name="connsiteY111932" fmla="*/ 660537 h 2398711"/>
              <a:gd name="connsiteX111933" fmla="*/ 497641 w 2119654"/>
              <a:gd name="connsiteY111933" fmla="*/ 664676 h 2398711"/>
              <a:gd name="connsiteX111934" fmla="*/ 499646 w 2119654"/>
              <a:gd name="connsiteY111934" fmla="*/ 666062 h 2398711"/>
              <a:gd name="connsiteX111935" fmla="*/ 500061 w 2119654"/>
              <a:gd name="connsiteY111935" fmla="*/ 663940 h 2398711"/>
              <a:gd name="connsiteX111936" fmla="*/ 495600 w 2119654"/>
              <a:gd name="connsiteY111936" fmla="*/ 660543 h 2398711"/>
              <a:gd name="connsiteX111937" fmla="*/ 548027 w 2119654"/>
              <a:gd name="connsiteY111937" fmla="*/ 542960 h 2398711"/>
              <a:gd name="connsiteX111938" fmla="*/ 548617 w 2119654"/>
              <a:gd name="connsiteY111938" fmla="*/ 549768 h 2398711"/>
              <a:gd name="connsiteX111939" fmla="*/ 550188 w 2119654"/>
              <a:gd name="connsiteY111939" fmla="*/ 551258 h 2398711"/>
              <a:gd name="connsiteX111940" fmla="*/ 550837 w 2119654"/>
              <a:gd name="connsiteY111940" fmla="*/ 545876 h 2398711"/>
              <a:gd name="connsiteX111941" fmla="*/ 440798 w 2119654"/>
              <a:gd name="connsiteY111941" fmla="*/ 782886 h 2398711"/>
              <a:gd name="connsiteX111942" fmla="*/ 442644 w 2119654"/>
              <a:gd name="connsiteY111942" fmla="*/ 784042 h 2398711"/>
              <a:gd name="connsiteX111943" fmla="*/ 442365 w 2119654"/>
              <a:gd name="connsiteY111943" fmla="*/ 783443 h 2398711"/>
              <a:gd name="connsiteX111944" fmla="*/ 283140 w 2119654"/>
              <a:gd name="connsiteY111944" fmla="*/ 1135837 h 2398711"/>
              <a:gd name="connsiteX111945" fmla="*/ 286859 w 2119654"/>
              <a:gd name="connsiteY111945" fmla="*/ 1145385 h 2398711"/>
              <a:gd name="connsiteX111946" fmla="*/ 289474 w 2119654"/>
              <a:gd name="connsiteY111946" fmla="*/ 1147410 h 2398711"/>
              <a:gd name="connsiteX111947" fmla="*/ 289201 w 2119654"/>
              <a:gd name="connsiteY111947" fmla="*/ 1146073 h 2398711"/>
              <a:gd name="connsiteX111948" fmla="*/ 285388 w 2119654"/>
              <a:gd name="connsiteY111948" fmla="*/ 1139312 h 2398711"/>
              <a:gd name="connsiteX111949" fmla="*/ 284427 w 2119654"/>
              <a:gd name="connsiteY111949" fmla="*/ 1137275 h 2398711"/>
              <a:gd name="connsiteX111950" fmla="*/ 223615 w 2119654"/>
              <a:gd name="connsiteY111950" fmla="*/ 1269111 h 2398711"/>
              <a:gd name="connsiteX111951" fmla="*/ 225230 w 2119654"/>
              <a:gd name="connsiteY111951" fmla="*/ 1272253 h 2398711"/>
              <a:gd name="connsiteX111952" fmla="*/ 229403 w 2119654"/>
              <a:gd name="connsiteY111952" fmla="*/ 1276020 h 2398711"/>
              <a:gd name="connsiteX111953" fmla="*/ 229008 w 2119654"/>
              <a:gd name="connsiteY111953" fmla="*/ 1275253 h 2398711"/>
              <a:gd name="connsiteX111954" fmla="*/ 378714 w 2119654"/>
              <a:gd name="connsiteY111954" fmla="*/ 921767 h 2398711"/>
              <a:gd name="connsiteX111955" fmla="*/ 381182 w 2119654"/>
              <a:gd name="connsiteY111955" fmla="*/ 931038 h 2398711"/>
              <a:gd name="connsiteX111956" fmla="*/ 381835 w 2119654"/>
              <a:gd name="connsiteY111956" fmla="*/ 931860 h 2398711"/>
              <a:gd name="connsiteX111957" fmla="*/ 381863 w 2119654"/>
              <a:gd name="connsiteY111957" fmla="*/ 931752 h 2398711"/>
              <a:gd name="connsiteX111958" fmla="*/ 382252 w 2119654"/>
              <a:gd name="connsiteY111958" fmla="*/ 923028 h 2398711"/>
              <a:gd name="connsiteX111959" fmla="*/ 423387 w 2119654"/>
              <a:gd name="connsiteY111959" fmla="*/ 821537 h 2398711"/>
              <a:gd name="connsiteX111960" fmla="*/ 423174 w 2119654"/>
              <a:gd name="connsiteY111960" fmla="*/ 826351 h 2398711"/>
              <a:gd name="connsiteX111961" fmla="*/ 423260 w 2119654"/>
              <a:gd name="connsiteY111961" fmla="*/ 826588 h 2398711"/>
              <a:gd name="connsiteX111962" fmla="*/ 425133 w 2119654"/>
              <a:gd name="connsiteY111962" fmla="*/ 829931 h 2398711"/>
              <a:gd name="connsiteX111963" fmla="*/ 425634 w 2119654"/>
              <a:gd name="connsiteY111963" fmla="*/ 830195 h 2398711"/>
              <a:gd name="connsiteX111964" fmla="*/ 425552 w 2119654"/>
              <a:gd name="connsiteY111964" fmla="*/ 829186 h 2398711"/>
              <a:gd name="connsiteX111965" fmla="*/ 424037 w 2119654"/>
              <a:gd name="connsiteY111965" fmla="*/ 823921 h 2398711"/>
              <a:gd name="connsiteX111966" fmla="*/ 477498 w 2119654"/>
              <a:gd name="connsiteY111966" fmla="*/ 700244 h 2398711"/>
              <a:gd name="connsiteX111967" fmla="*/ 477633 w 2119654"/>
              <a:gd name="connsiteY111967" fmla="*/ 703904 h 2398711"/>
              <a:gd name="connsiteX111968" fmla="*/ 480976 w 2119654"/>
              <a:gd name="connsiteY111968" fmla="*/ 706660 h 2398711"/>
              <a:gd name="connsiteX111969" fmla="*/ 479821 w 2119654"/>
              <a:gd name="connsiteY111969" fmla="*/ 702827 h 2398711"/>
              <a:gd name="connsiteX111970" fmla="*/ 524172 w 2119654"/>
              <a:gd name="connsiteY111970" fmla="*/ 595704 h 2398711"/>
              <a:gd name="connsiteX111971" fmla="*/ 524165 w 2119654"/>
              <a:gd name="connsiteY111971" fmla="*/ 595753 h 2398711"/>
              <a:gd name="connsiteX111972" fmla="*/ 524162 w 2119654"/>
              <a:gd name="connsiteY111972" fmla="*/ 597672 h 2398711"/>
              <a:gd name="connsiteX111973" fmla="*/ 524688 w 2119654"/>
              <a:gd name="connsiteY111973" fmla="*/ 597877 h 2398711"/>
              <a:gd name="connsiteX111974" fmla="*/ 524598 w 2119654"/>
              <a:gd name="connsiteY111974" fmla="*/ 596624 h 2398711"/>
              <a:gd name="connsiteX111975" fmla="*/ 555493 w 2119654"/>
              <a:gd name="connsiteY111975" fmla="*/ 525568 h 2398711"/>
              <a:gd name="connsiteX111976" fmla="*/ 554655 w 2119654"/>
              <a:gd name="connsiteY111976" fmla="*/ 532514 h 2398711"/>
              <a:gd name="connsiteX111977" fmla="*/ 555482 w 2119654"/>
              <a:gd name="connsiteY111977" fmla="*/ 533116 h 2398711"/>
              <a:gd name="connsiteX111978" fmla="*/ 555885 w 2119654"/>
              <a:gd name="connsiteY111978" fmla="*/ 525897 h 2398711"/>
              <a:gd name="connsiteX111979" fmla="*/ 345532 w 2119654"/>
              <a:gd name="connsiteY111979" fmla="*/ 995654 h 2398711"/>
              <a:gd name="connsiteX111980" fmla="*/ 348323 w 2119654"/>
              <a:gd name="connsiteY111980" fmla="*/ 999863 h 2398711"/>
              <a:gd name="connsiteX111981" fmla="*/ 346962 w 2119654"/>
              <a:gd name="connsiteY111981" fmla="*/ 996871 h 2398711"/>
              <a:gd name="connsiteX111982" fmla="*/ 520731 w 2119654"/>
              <a:gd name="connsiteY111982" fmla="*/ 603334 h 2398711"/>
              <a:gd name="connsiteX111983" fmla="*/ 521113 w 2119654"/>
              <a:gd name="connsiteY111983" fmla="*/ 613896 h 2398711"/>
              <a:gd name="connsiteX111984" fmla="*/ 522529 w 2119654"/>
              <a:gd name="connsiteY111984" fmla="*/ 604460 h 2398711"/>
              <a:gd name="connsiteX111985" fmla="*/ 476041 w 2119654"/>
              <a:gd name="connsiteY111985" fmla="*/ 703377 h 2398711"/>
              <a:gd name="connsiteX111986" fmla="*/ 476086 w 2119654"/>
              <a:gd name="connsiteY111986" fmla="*/ 708422 h 2398711"/>
              <a:gd name="connsiteX111987" fmla="*/ 476300 w 2119654"/>
              <a:gd name="connsiteY111987" fmla="*/ 708483 h 2398711"/>
              <a:gd name="connsiteX111988" fmla="*/ 349219 w 2119654"/>
              <a:gd name="connsiteY111988" fmla="*/ 987313 h 2398711"/>
              <a:gd name="connsiteX111989" fmla="*/ 349959 w 2119654"/>
              <a:gd name="connsiteY111989" fmla="*/ 991410 h 2398711"/>
              <a:gd name="connsiteX111990" fmla="*/ 349961 w 2119654"/>
              <a:gd name="connsiteY111990" fmla="*/ 991416 h 2398711"/>
              <a:gd name="connsiteX111991" fmla="*/ 349753 w 2119654"/>
              <a:gd name="connsiteY111991" fmla="*/ 988076 h 2398711"/>
              <a:gd name="connsiteX111992" fmla="*/ 533527 w 2119654"/>
              <a:gd name="connsiteY111992" fmla="*/ 574576 h 2398711"/>
              <a:gd name="connsiteX111993" fmla="*/ 535499 w 2119654"/>
              <a:gd name="connsiteY111993" fmla="*/ 575393 h 2398711"/>
              <a:gd name="connsiteX111994" fmla="*/ 535468 w 2119654"/>
              <a:gd name="connsiteY111994" fmla="*/ 575164 h 2398711"/>
              <a:gd name="connsiteX111995" fmla="*/ 495135 w 2119654"/>
              <a:gd name="connsiteY111995" fmla="*/ 660500 h 2398711"/>
              <a:gd name="connsiteX111996" fmla="*/ 495328 w 2119654"/>
              <a:gd name="connsiteY111996" fmla="*/ 663076 h 2398711"/>
              <a:gd name="connsiteX111997" fmla="*/ 497228 w 2119654"/>
              <a:gd name="connsiteY111997" fmla="*/ 664390 h 2398711"/>
              <a:gd name="connsiteX111998" fmla="*/ 495265 w 2119654"/>
              <a:gd name="connsiteY111998" fmla="*/ 660511 h 2398711"/>
              <a:gd name="connsiteX111999" fmla="*/ 440405 w 2119654"/>
              <a:gd name="connsiteY111999" fmla="*/ 783021 h 2398711"/>
              <a:gd name="connsiteX112000" fmla="*/ 440177 w 2119654"/>
              <a:gd name="connsiteY112000" fmla="*/ 784179 h 2398711"/>
              <a:gd name="connsiteX112001" fmla="*/ 440171 w 2119654"/>
              <a:gd name="connsiteY112001" fmla="*/ 784418 h 2398711"/>
              <a:gd name="connsiteX112002" fmla="*/ 444411 w 2119654"/>
              <a:gd name="connsiteY112002" fmla="*/ 790509 h 2398711"/>
              <a:gd name="connsiteX112003" fmla="*/ 445966 w 2119654"/>
              <a:gd name="connsiteY112003" fmla="*/ 791180 h 2398711"/>
              <a:gd name="connsiteX112004" fmla="*/ 442895 w 2119654"/>
              <a:gd name="connsiteY112004" fmla="*/ 784581 h 2398711"/>
              <a:gd name="connsiteX112005" fmla="*/ 189286 w 2119654"/>
              <a:gd name="connsiteY112005" fmla="*/ 1345281 h 2398711"/>
              <a:gd name="connsiteX112006" fmla="*/ 194088 w 2119654"/>
              <a:gd name="connsiteY112006" fmla="*/ 1352665 h 2398711"/>
              <a:gd name="connsiteX112007" fmla="*/ 216389 w 2119654"/>
              <a:gd name="connsiteY112007" fmla="*/ 1371570 h 2398711"/>
              <a:gd name="connsiteX112008" fmla="*/ 214212 w 2119654"/>
              <a:gd name="connsiteY112008" fmla="*/ 1365863 h 2398711"/>
              <a:gd name="connsiteX112009" fmla="*/ 211490 w 2119654"/>
              <a:gd name="connsiteY112009" fmla="*/ 1363226 h 2398711"/>
              <a:gd name="connsiteX112010" fmla="*/ 204347 w 2119654"/>
              <a:gd name="connsiteY112010" fmla="*/ 1356116 h 2398711"/>
              <a:gd name="connsiteX112011" fmla="*/ 507015 w 2119654"/>
              <a:gd name="connsiteY112011" fmla="*/ 633755 h 2398711"/>
              <a:gd name="connsiteX112012" fmla="*/ 504958 w 2119654"/>
              <a:gd name="connsiteY112012" fmla="*/ 644265 h 2398711"/>
              <a:gd name="connsiteX112013" fmla="*/ 507082 w 2119654"/>
              <a:gd name="connsiteY112013" fmla="*/ 650288 h 2398711"/>
              <a:gd name="connsiteX112014" fmla="*/ 512854 w 2119654"/>
              <a:gd name="connsiteY112014" fmla="*/ 654279 h 2398711"/>
              <a:gd name="connsiteX112015" fmla="*/ 512988 w 2119654"/>
              <a:gd name="connsiteY112015" fmla="*/ 652880 h 2398711"/>
              <a:gd name="connsiteX112016" fmla="*/ 512494 w 2119654"/>
              <a:gd name="connsiteY112016" fmla="*/ 651008 h 2398711"/>
              <a:gd name="connsiteX112017" fmla="*/ 512582 w 2119654"/>
              <a:gd name="connsiteY112017" fmla="*/ 650807 h 2398711"/>
              <a:gd name="connsiteX112018" fmla="*/ 511277 w 2119654"/>
              <a:gd name="connsiteY112018" fmla="*/ 648152 h 2398711"/>
              <a:gd name="connsiteX112019" fmla="*/ 511330 w 2119654"/>
              <a:gd name="connsiteY112019" fmla="*/ 647899 h 2398711"/>
              <a:gd name="connsiteX112020" fmla="*/ 512665 w 2119654"/>
              <a:gd name="connsiteY112020" fmla="*/ 650615 h 2398711"/>
              <a:gd name="connsiteX112021" fmla="*/ 512673 w 2119654"/>
              <a:gd name="connsiteY112021" fmla="*/ 650598 h 2398711"/>
              <a:gd name="connsiteX112022" fmla="*/ 512690 w 2119654"/>
              <a:gd name="connsiteY112022" fmla="*/ 650665 h 2398711"/>
              <a:gd name="connsiteX112023" fmla="*/ 513116 w 2119654"/>
              <a:gd name="connsiteY112023" fmla="*/ 651532 h 2398711"/>
              <a:gd name="connsiteX112024" fmla="*/ 513896 w 2119654"/>
              <a:gd name="connsiteY112024" fmla="*/ 643349 h 2398711"/>
              <a:gd name="connsiteX112025" fmla="*/ 512126 w 2119654"/>
              <a:gd name="connsiteY112025" fmla="*/ 638326 h 2398711"/>
              <a:gd name="connsiteX112026" fmla="*/ 511696 w 2119654"/>
              <a:gd name="connsiteY112026" fmla="*/ 636858 h 2398711"/>
              <a:gd name="connsiteX112027" fmla="*/ 512319 w 2119654"/>
              <a:gd name="connsiteY112027" fmla="*/ 621736 h 2398711"/>
              <a:gd name="connsiteX112028" fmla="*/ 512603 w 2119654"/>
              <a:gd name="connsiteY112028" fmla="*/ 624108 h 2398711"/>
              <a:gd name="connsiteX112029" fmla="*/ 516157 w 2119654"/>
              <a:gd name="connsiteY112029" fmla="*/ 626463 h 2398711"/>
              <a:gd name="connsiteX112030" fmla="*/ 516295 w 2119654"/>
              <a:gd name="connsiteY112030" fmla="*/ 625547 h 2398711"/>
              <a:gd name="connsiteX112031" fmla="*/ 514645 w 2119654"/>
              <a:gd name="connsiteY112031" fmla="*/ 622569 h 2398711"/>
              <a:gd name="connsiteX112032" fmla="*/ 514346 w 2119654"/>
              <a:gd name="connsiteY112032" fmla="*/ 622440 h 2398711"/>
              <a:gd name="connsiteX112033" fmla="*/ 562329 w 2119654"/>
              <a:gd name="connsiteY112033" fmla="*/ 509753 h 2398711"/>
              <a:gd name="connsiteX112034" fmla="*/ 561354 w 2119654"/>
              <a:gd name="connsiteY112034" fmla="*/ 517841 h 2398711"/>
              <a:gd name="connsiteX112035" fmla="*/ 563135 w 2119654"/>
              <a:gd name="connsiteY112035" fmla="*/ 518464 h 2398711"/>
              <a:gd name="connsiteX112036" fmla="*/ 563560 w 2119654"/>
              <a:gd name="connsiteY112036" fmla="*/ 510851 h 2398711"/>
              <a:gd name="connsiteX112037" fmla="*/ 226085 w 2119654"/>
              <a:gd name="connsiteY112037" fmla="*/ 1262522 h 2398711"/>
              <a:gd name="connsiteX112038" fmla="*/ 227981 w 2119654"/>
              <a:gd name="connsiteY112038" fmla="*/ 1268035 h 2398711"/>
              <a:gd name="connsiteX112039" fmla="*/ 236984 w 2119654"/>
              <a:gd name="connsiteY112039" fmla="*/ 1277005 h 2398711"/>
              <a:gd name="connsiteX112040" fmla="*/ 234667 w 2119654"/>
              <a:gd name="connsiteY112040" fmla="*/ 1270273 h 2398711"/>
              <a:gd name="connsiteX112041" fmla="*/ 389744 w 2119654"/>
              <a:gd name="connsiteY112041" fmla="*/ 895883 h 2398711"/>
              <a:gd name="connsiteX112042" fmla="*/ 390775 w 2119654"/>
              <a:gd name="connsiteY112042" fmla="*/ 898965 h 2398711"/>
              <a:gd name="connsiteX112043" fmla="*/ 390812 w 2119654"/>
              <a:gd name="connsiteY112043" fmla="*/ 899037 h 2398711"/>
              <a:gd name="connsiteX112044" fmla="*/ 391365 w 2119654"/>
              <a:gd name="connsiteY112044" fmla="*/ 897253 h 2398711"/>
              <a:gd name="connsiteX112045" fmla="*/ 391204 w 2119654"/>
              <a:gd name="connsiteY112045" fmla="*/ 896577 h 2398711"/>
              <a:gd name="connsiteX112046" fmla="*/ 345276 w 2119654"/>
              <a:gd name="connsiteY112046" fmla="*/ 995436 h 2398711"/>
              <a:gd name="connsiteX112047" fmla="*/ 345355 w 2119654"/>
              <a:gd name="connsiteY112047" fmla="*/ 996461 h 2398711"/>
              <a:gd name="connsiteX112048" fmla="*/ 349860 w 2119654"/>
              <a:gd name="connsiteY112048" fmla="*/ 1004450 h 2398711"/>
              <a:gd name="connsiteX112049" fmla="*/ 349416 w 2119654"/>
              <a:gd name="connsiteY112049" fmla="*/ 1002268 h 2398711"/>
              <a:gd name="connsiteX112050" fmla="*/ 348547 w 2119654"/>
              <a:gd name="connsiteY112050" fmla="*/ 1000357 h 2398711"/>
              <a:gd name="connsiteX112051" fmla="*/ 345294 w 2119654"/>
              <a:gd name="connsiteY112051" fmla="*/ 995451 h 2398711"/>
              <a:gd name="connsiteX112052" fmla="*/ 358910 w 2119654"/>
              <a:gd name="connsiteY112052" fmla="*/ 964839 h 2398711"/>
              <a:gd name="connsiteX112053" fmla="*/ 359185 w 2119654"/>
              <a:gd name="connsiteY112053" fmla="*/ 965841 h 2398711"/>
              <a:gd name="connsiteX112054" fmla="*/ 359179 w 2119654"/>
              <a:gd name="connsiteY112054" fmla="*/ 965701 h 2398711"/>
              <a:gd name="connsiteX112055" fmla="*/ 359035 w 2119654"/>
              <a:gd name="connsiteY112055" fmla="*/ 965042 h 2398711"/>
              <a:gd name="connsiteX112056" fmla="*/ 516478 w 2119654"/>
              <a:gd name="connsiteY112056" fmla="*/ 611974 h 2398711"/>
              <a:gd name="connsiteX112057" fmla="*/ 516710 w 2119654"/>
              <a:gd name="connsiteY112057" fmla="*/ 613908 h 2398711"/>
              <a:gd name="connsiteX112058" fmla="*/ 518014 w 2119654"/>
              <a:gd name="connsiteY112058" fmla="*/ 614088 h 2398711"/>
              <a:gd name="connsiteX112059" fmla="*/ 518177 w 2119654"/>
              <a:gd name="connsiteY112059" fmla="*/ 613001 h 2398711"/>
              <a:gd name="connsiteX112060" fmla="*/ 327211 w 2119654"/>
              <a:gd name="connsiteY112060" fmla="*/ 1035697 h 2398711"/>
              <a:gd name="connsiteX112061" fmla="*/ 328794 w 2119654"/>
              <a:gd name="connsiteY112061" fmla="*/ 1039066 h 2398711"/>
              <a:gd name="connsiteX112062" fmla="*/ 333803 w 2119654"/>
              <a:gd name="connsiteY112062" fmla="*/ 1046909 h 2398711"/>
              <a:gd name="connsiteX112063" fmla="*/ 334895 w 2119654"/>
              <a:gd name="connsiteY112063" fmla="*/ 1048339 h 2398711"/>
              <a:gd name="connsiteX112064" fmla="*/ 331725 w 2119654"/>
              <a:gd name="connsiteY112064" fmla="*/ 1038199 h 2398711"/>
              <a:gd name="connsiteX112065" fmla="*/ 429739 w 2119654"/>
              <a:gd name="connsiteY112065" fmla="*/ 805936 h 2398711"/>
              <a:gd name="connsiteX112066" fmla="*/ 429672 w 2119654"/>
              <a:gd name="connsiteY112066" fmla="*/ 806462 h 2398711"/>
              <a:gd name="connsiteX112067" fmla="*/ 429764 w 2119654"/>
              <a:gd name="connsiteY112067" fmla="*/ 805995 h 2398711"/>
              <a:gd name="connsiteX112068" fmla="*/ 520690 w 2119654"/>
              <a:gd name="connsiteY112068" fmla="*/ 602213 h 2398711"/>
              <a:gd name="connsiteX112069" fmla="*/ 520712 w 2119654"/>
              <a:gd name="connsiteY112069" fmla="*/ 602809 h 2398711"/>
              <a:gd name="connsiteX112070" fmla="*/ 522599 w 2119654"/>
              <a:gd name="connsiteY112070" fmla="*/ 603991 h 2398711"/>
              <a:gd name="connsiteX112071" fmla="*/ 522679 w 2119654"/>
              <a:gd name="connsiteY112071" fmla="*/ 603458 h 2398711"/>
              <a:gd name="connsiteX112072" fmla="*/ 392477 w 2119654"/>
              <a:gd name="connsiteY112072" fmla="*/ 889294 h 2398711"/>
              <a:gd name="connsiteX112073" fmla="*/ 392717 w 2119654"/>
              <a:gd name="connsiteY112073" fmla="*/ 889673 h 2398711"/>
              <a:gd name="connsiteX112074" fmla="*/ 392728 w 2119654"/>
              <a:gd name="connsiteY112074" fmla="*/ 889578 h 2398711"/>
              <a:gd name="connsiteX112075" fmla="*/ 319729 w 2119654"/>
              <a:gd name="connsiteY112075" fmla="*/ 1052185 h 2398711"/>
              <a:gd name="connsiteX112076" fmla="*/ 319763 w 2119654"/>
              <a:gd name="connsiteY112076" fmla="*/ 1052453 h 2398711"/>
              <a:gd name="connsiteX112077" fmla="*/ 320583 w 2119654"/>
              <a:gd name="connsiteY112077" fmla="*/ 1056498 h 2398711"/>
              <a:gd name="connsiteX112078" fmla="*/ 320870 w 2119654"/>
              <a:gd name="connsiteY112078" fmla="*/ 1057145 h 2398711"/>
              <a:gd name="connsiteX112079" fmla="*/ 320568 w 2119654"/>
              <a:gd name="connsiteY112079" fmla="*/ 1053444 h 2398711"/>
              <a:gd name="connsiteX112080" fmla="*/ 230183 w 2119654"/>
              <a:gd name="connsiteY112080" fmla="*/ 1252626 h 2398711"/>
              <a:gd name="connsiteX112081" fmla="*/ 235103 w 2119654"/>
              <a:gd name="connsiteY112081" fmla="*/ 1263015 h 2398711"/>
              <a:gd name="connsiteX112082" fmla="*/ 237516 w 2119654"/>
              <a:gd name="connsiteY112082" fmla="*/ 1266757 h 2398711"/>
              <a:gd name="connsiteX112083" fmla="*/ 238450 w 2119654"/>
              <a:gd name="connsiteY112083" fmla="*/ 1267508 h 2398711"/>
              <a:gd name="connsiteX112084" fmla="*/ 232967 w 2119654"/>
              <a:gd name="connsiteY112084" fmla="*/ 1254556 h 2398711"/>
              <a:gd name="connsiteX112085" fmla="*/ 231974 w 2119654"/>
              <a:gd name="connsiteY112085" fmla="*/ 1253660 h 2398711"/>
              <a:gd name="connsiteX112086" fmla="*/ 271219 w 2119654"/>
              <a:gd name="connsiteY112086" fmla="*/ 1160569 h 2398711"/>
              <a:gd name="connsiteX112087" fmla="*/ 271363 w 2119654"/>
              <a:gd name="connsiteY112087" fmla="*/ 1160950 h 2398711"/>
              <a:gd name="connsiteX112088" fmla="*/ 271516 w 2119654"/>
              <a:gd name="connsiteY112088" fmla="*/ 1161087 h 2398711"/>
              <a:gd name="connsiteX112089" fmla="*/ 529759 w 2119654"/>
              <a:gd name="connsiteY112089" fmla="*/ 581610 h 2398711"/>
              <a:gd name="connsiteX112090" fmla="*/ 529961 w 2119654"/>
              <a:gd name="connsiteY112090" fmla="*/ 582295 h 2398711"/>
              <a:gd name="connsiteX112091" fmla="*/ 533771 w 2119654"/>
              <a:gd name="connsiteY112091" fmla="*/ 585419 h 2398711"/>
              <a:gd name="connsiteX112092" fmla="*/ 533645 w 2119654"/>
              <a:gd name="connsiteY112092" fmla="*/ 584796 h 2398711"/>
              <a:gd name="connsiteX112093" fmla="*/ 345799 w 2119654"/>
              <a:gd name="connsiteY112093" fmla="*/ 993480 h 2398711"/>
              <a:gd name="connsiteX112094" fmla="*/ 347307 w 2119654"/>
              <a:gd name="connsiteY112094" fmla="*/ 996797 h 2398711"/>
              <a:gd name="connsiteX112095" fmla="*/ 348508 w 2119654"/>
              <a:gd name="connsiteY112095" fmla="*/ 997819 h 2398711"/>
              <a:gd name="connsiteX112096" fmla="*/ 348149 w 2119654"/>
              <a:gd name="connsiteY112096" fmla="*/ 996062 h 2398711"/>
              <a:gd name="connsiteX112097" fmla="*/ 537213 w 2119654"/>
              <a:gd name="connsiteY112097" fmla="*/ 564811 h 2398711"/>
              <a:gd name="connsiteX112098" fmla="*/ 537879 w 2119654"/>
              <a:gd name="connsiteY112098" fmla="*/ 569679 h 2398711"/>
              <a:gd name="connsiteX112099" fmla="*/ 538022 w 2119654"/>
              <a:gd name="connsiteY112099" fmla="*/ 569734 h 2398711"/>
              <a:gd name="connsiteX112100" fmla="*/ 543356 w 2119654"/>
              <a:gd name="connsiteY112100" fmla="*/ 571814 h 2398711"/>
              <a:gd name="connsiteX112101" fmla="*/ 542546 w 2119654"/>
              <a:gd name="connsiteY112101" fmla="*/ 569258 h 2398711"/>
              <a:gd name="connsiteX112102" fmla="*/ 372249 w 2119654"/>
              <a:gd name="connsiteY112102" fmla="*/ 934184 h 2398711"/>
              <a:gd name="connsiteX112103" fmla="*/ 372529 w 2119654"/>
              <a:gd name="connsiteY112103" fmla="*/ 941483 h 2398711"/>
              <a:gd name="connsiteX112104" fmla="*/ 374291 w 2119654"/>
              <a:gd name="connsiteY112104" fmla="*/ 941578 h 2398711"/>
              <a:gd name="connsiteX112105" fmla="*/ 373793 w 2119654"/>
              <a:gd name="connsiteY112105" fmla="*/ 935488 h 2398711"/>
              <a:gd name="connsiteX112106" fmla="*/ 294949 w 2119654"/>
              <a:gd name="connsiteY112106" fmla="*/ 1107236 h 2398711"/>
              <a:gd name="connsiteX112107" fmla="*/ 300860 w 2119654"/>
              <a:gd name="connsiteY112107" fmla="*/ 1118236 h 2398711"/>
              <a:gd name="connsiteX112108" fmla="*/ 302099 w 2119654"/>
              <a:gd name="connsiteY112108" fmla="*/ 1119284 h 2398711"/>
              <a:gd name="connsiteX112109" fmla="*/ 302417 w 2119654"/>
              <a:gd name="connsiteY112109" fmla="*/ 1113208 h 2398711"/>
              <a:gd name="connsiteX112110" fmla="*/ 296684 w 2119654"/>
              <a:gd name="connsiteY112110" fmla="*/ 1107859 h 2398711"/>
              <a:gd name="connsiteX112111" fmla="*/ 522316 w 2119654"/>
              <a:gd name="connsiteY112111" fmla="*/ 598112 h 2398711"/>
              <a:gd name="connsiteX112112" fmla="*/ 522666 w 2119654"/>
              <a:gd name="connsiteY112112" fmla="*/ 598454 h 2398711"/>
              <a:gd name="connsiteX112113" fmla="*/ 522654 w 2119654"/>
              <a:gd name="connsiteY112113" fmla="*/ 598252 h 2398711"/>
              <a:gd name="connsiteX112114" fmla="*/ 440928 w 2119654"/>
              <a:gd name="connsiteY112114" fmla="*/ 780354 h 2398711"/>
              <a:gd name="connsiteX112115" fmla="*/ 440837 w 2119654"/>
              <a:gd name="connsiteY112115" fmla="*/ 780816 h 2398711"/>
              <a:gd name="connsiteX112116" fmla="*/ 441203 w 2119654"/>
              <a:gd name="connsiteY112116" fmla="*/ 780945 h 2398711"/>
              <a:gd name="connsiteX112117" fmla="*/ 448309 w 2119654"/>
              <a:gd name="connsiteY112117" fmla="*/ 763802 h 2398711"/>
              <a:gd name="connsiteX112118" fmla="*/ 449050 w 2119654"/>
              <a:gd name="connsiteY112118" fmla="*/ 765838 h 2398711"/>
              <a:gd name="connsiteX112119" fmla="*/ 449194 w 2119654"/>
              <a:gd name="connsiteY112119" fmla="*/ 765896 h 2398711"/>
              <a:gd name="connsiteX112120" fmla="*/ 449035 w 2119654"/>
              <a:gd name="connsiteY112120" fmla="*/ 764397 h 2398711"/>
              <a:gd name="connsiteX112121" fmla="*/ 520125 w 2119654"/>
              <a:gd name="connsiteY112121" fmla="*/ 602954 h 2398711"/>
              <a:gd name="connsiteX112122" fmla="*/ 519651 w 2119654"/>
              <a:gd name="connsiteY112122" fmla="*/ 606113 h 2398711"/>
              <a:gd name="connsiteX112123" fmla="*/ 520721 w 2119654"/>
              <a:gd name="connsiteY112123" fmla="*/ 612887 h 2398711"/>
              <a:gd name="connsiteX112124" fmla="*/ 520366 w 2119654"/>
              <a:gd name="connsiteY112124" fmla="*/ 603105 h 2398711"/>
              <a:gd name="connsiteX112125" fmla="*/ 425636 w 2119654"/>
              <a:gd name="connsiteY112125" fmla="*/ 814525 h 2398711"/>
              <a:gd name="connsiteX112126" fmla="*/ 425926 w 2119654"/>
              <a:gd name="connsiteY112126" fmla="*/ 816010 h 2398711"/>
              <a:gd name="connsiteX112127" fmla="*/ 425973 w 2119654"/>
              <a:gd name="connsiteY112127" fmla="*/ 816053 h 2398711"/>
              <a:gd name="connsiteX112128" fmla="*/ 425955 w 2119654"/>
              <a:gd name="connsiteY112128" fmla="*/ 814896 h 2398711"/>
              <a:gd name="connsiteX112129" fmla="*/ 245785 w 2119654"/>
              <a:gd name="connsiteY112129" fmla="*/ 1217157 h 2398711"/>
              <a:gd name="connsiteX112130" fmla="*/ 246773 w 2119654"/>
              <a:gd name="connsiteY112130" fmla="*/ 1219044 h 2398711"/>
              <a:gd name="connsiteX112131" fmla="*/ 246885 w 2119654"/>
              <a:gd name="connsiteY112131" fmla="*/ 1219240 h 2398711"/>
              <a:gd name="connsiteX112132" fmla="*/ 251186 w 2119654"/>
              <a:gd name="connsiteY112132" fmla="*/ 1224870 h 2398711"/>
              <a:gd name="connsiteX112133" fmla="*/ 250339 w 2119654"/>
              <a:gd name="connsiteY112133" fmla="*/ 1221418 h 2398711"/>
              <a:gd name="connsiteX112134" fmla="*/ 247848 w 2119654"/>
              <a:gd name="connsiteY112134" fmla="*/ 1218300 h 2398711"/>
              <a:gd name="connsiteX112135" fmla="*/ 457251 w 2119654"/>
              <a:gd name="connsiteY112135" fmla="*/ 743434 h 2398711"/>
              <a:gd name="connsiteX112136" fmla="*/ 458030 w 2119654"/>
              <a:gd name="connsiteY112136" fmla="*/ 746574 h 2398711"/>
              <a:gd name="connsiteX112137" fmla="*/ 458337 w 2119654"/>
              <a:gd name="connsiteY112137" fmla="*/ 744050 h 2398711"/>
              <a:gd name="connsiteX112138" fmla="*/ 248624 w 2119654"/>
              <a:gd name="connsiteY112138" fmla="*/ 1210580 h 2398711"/>
              <a:gd name="connsiteX112139" fmla="*/ 248959 w 2119654"/>
              <a:gd name="connsiteY112139" fmla="*/ 1211743 h 2398711"/>
              <a:gd name="connsiteX112140" fmla="*/ 249379 w 2119654"/>
              <a:gd name="connsiteY112140" fmla="*/ 1212284 h 2398711"/>
              <a:gd name="connsiteX112141" fmla="*/ 295428 w 2119654"/>
              <a:gd name="connsiteY112141" fmla="*/ 1105765 h 2398711"/>
              <a:gd name="connsiteX112142" fmla="*/ 297727 w 2119654"/>
              <a:gd name="connsiteY112142" fmla="*/ 1107911 h 2398711"/>
              <a:gd name="connsiteX112143" fmla="*/ 300177 w 2119654"/>
              <a:gd name="connsiteY112143" fmla="*/ 1108790 h 2398711"/>
              <a:gd name="connsiteX112144" fmla="*/ 248784 w 2119654"/>
              <a:gd name="connsiteY112144" fmla="*/ 1210116 h 2398711"/>
              <a:gd name="connsiteX112145" fmla="*/ 250234 w 2119654"/>
              <a:gd name="connsiteY112145" fmla="*/ 1213384 h 2398711"/>
              <a:gd name="connsiteX112146" fmla="*/ 251151 w 2119654"/>
              <a:gd name="connsiteY112146" fmla="*/ 1214565 h 2398711"/>
              <a:gd name="connsiteX112147" fmla="*/ 254334 w 2119654"/>
              <a:gd name="connsiteY112147" fmla="*/ 1218266 h 2398711"/>
              <a:gd name="connsiteX112148" fmla="*/ 251337 w 2119654"/>
              <a:gd name="connsiteY112148" fmla="*/ 1211777 h 2398711"/>
              <a:gd name="connsiteX112149" fmla="*/ 320914 w 2119654"/>
              <a:gd name="connsiteY112149" fmla="*/ 1048530 h 2398711"/>
              <a:gd name="connsiteX112150" fmla="*/ 321365 w 2119654"/>
              <a:gd name="connsiteY112150" fmla="*/ 1054057 h 2398711"/>
              <a:gd name="connsiteX112151" fmla="*/ 322861 w 2119654"/>
              <a:gd name="connsiteY112151" fmla="*/ 1056299 h 2398711"/>
              <a:gd name="connsiteX112152" fmla="*/ 322310 w 2119654"/>
              <a:gd name="connsiteY112152" fmla="*/ 1049710 h 2398711"/>
              <a:gd name="connsiteX112153" fmla="*/ 285267 w 2119654"/>
              <a:gd name="connsiteY112153" fmla="*/ 1128349 h 2398711"/>
              <a:gd name="connsiteX112154" fmla="*/ 285738 w 2119654"/>
              <a:gd name="connsiteY112154" fmla="*/ 1129104 h 2398711"/>
              <a:gd name="connsiteX112155" fmla="*/ 285645 w 2119654"/>
              <a:gd name="connsiteY112155" fmla="*/ 1128649 h 2398711"/>
              <a:gd name="connsiteX112156" fmla="*/ 377650 w 2119654"/>
              <a:gd name="connsiteY112156" fmla="*/ 921389 h 2398711"/>
              <a:gd name="connsiteX112157" fmla="*/ 377847 w 2119654"/>
              <a:gd name="connsiteY112157" fmla="*/ 924016 h 2398711"/>
              <a:gd name="connsiteX112158" fmla="*/ 379573 w 2119654"/>
              <a:gd name="connsiteY112158" fmla="*/ 929017 h 2398711"/>
              <a:gd name="connsiteX112159" fmla="*/ 380162 w 2119654"/>
              <a:gd name="connsiteY112159" fmla="*/ 929757 h 2398711"/>
              <a:gd name="connsiteX112160" fmla="*/ 378048 w 2119654"/>
              <a:gd name="connsiteY112160" fmla="*/ 921530 h 2398711"/>
              <a:gd name="connsiteX112161" fmla="*/ 263500 w 2119654"/>
              <a:gd name="connsiteY112161" fmla="*/ 1176988 h 2398711"/>
              <a:gd name="connsiteX112162" fmla="*/ 263524 w 2119654"/>
              <a:gd name="connsiteY112162" fmla="*/ 1177061 h 2398711"/>
              <a:gd name="connsiteX112163" fmla="*/ 268574 w 2119654"/>
              <a:gd name="connsiteY112163" fmla="*/ 1184760 h 2398711"/>
              <a:gd name="connsiteX112164" fmla="*/ 268419 w 2119654"/>
              <a:gd name="connsiteY112164" fmla="*/ 1184084 h 2398711"/>
              <a:gd name="connsiteX112165" fmla="*/ 520275 w 2119654"/>
              <a:gd name="connsiteY112165" fmla="*/ 601953 h 2398711"/>
              <a:gd name="connsiteX112166" fmla="*/ 520195 w 2119654"/>
              <a:gd name="connsiteY112166" fmla="*/ 602486 h 2398711"/>
              <a:gd name="connsiteX112167" fmla="*/ 520347 w 2119654"/>
              <a:gd name="connsiteY112167" fmla="*/ 602580 h 2398711"/>
              <a:gd name="connsiteX112168" fmla="*/ 520325 w 2119654"/>
              <a:gd name="connsiteY112168" fmla="*/ 601984 h 2398711"/>
              <a:gd name="connsiteX112169" fmla="*/ 527553 w 2119654"/>
              <a:gd name="connsiteY112169" fmla="*/ 585585 h 2398711"/>
              <a:gd name="connsiteX112170" fmla="*/ 527932 w 2119654"/>
              <a:gd name="connsiteY112170" fmla="*/ 590839 h 2398711"/>
              <a:gd name="connsiteX112171" fmla="*/ 528668 w 2119654"/>
              <a:gd name="connsiteY112171" fmla="*/ 592428 h 2398711"/>
              <a:gd name="connsiteX112172" fmla="*/ 533462 w 2119654"/>
              <a:gd name="connsiteY112172" fmla="*/ 595865 h 2398711"/>
              <a:gd name="connsiteX112173" fmla="*/ 531345 w 2119654"/>
              <a:gd name="connsiteY112173" fmla="*/ 588694 h 2398711"/>
              <a:gd name="connsiteX112174" fmla="*/ 534892 w 2119654"/>
              <a:gd name="connsiteY112174" fmla="*/ 569106 h 2398711"/>
              <a:gd name="connsiteX112175" fmla="*/ 535699 w 2119654"/>
              <a:gd name="connsiteY112175" fmla="*/ 574998 h 2398711"/>
              <a:gd name="connsiteX112176" fmla="*/ 538375 w 2119654"/>
              <a:gd name="connsiteY112176" fmla="*/ 575769 h 2398711"/>
              <a:gd name="connsiteX112177" fmla="*/ 538026 w 2119654"/>
              <a:gd name="connsiteY112177" fmla="*/ 573218 h 2398711"/>
              <a:gd name="connsiteX112178" fmla="*/ 537819 w 2119654"/>
              <a:gd name="connsiteY112178" fmla="*/ 572565 h 2398711"/>
              <a:gd name="connsiteX112179" fmla="*/ 537553 w 2119654"/>
              <a:gd name="connsiteY112179" fmla="*/ 572409 h 2398711"/>
              <a:gd name="connsiteX112180" fmla="*/ 537760 w 2119654"/>
              <a:gd name="connsiteY112180" fmla="*/ 572381 h 2398711"/>
              <a:gd name="connsiteX112181" fmla="*/ 536981 w 2119654"/>
              <a:gd name="connsiteY112181" fmla="*/ 569920 h 2398711"/>
              <a:gd name="connsiteX112182" fmla="*/ 459496 w 2119654"/>
              <a:gd name="connsiteY112182" fmla="*/ 737895 h 2398711"/>
              <a:gd name="connsiteX112183" fmla="*/ 459173 w 2119654"/>
              <a:gd name="connsiteY112183" fmla="*/ 740390 h 2398711"/>
              <a:gd name="connsiteX112184" fmla="*/ 460663 w 2119654"/>
              <a:gd name="connsiteY112184" fmla="*/ 742296 h 2398711"/>
              <a:gd name="connsiteX112185" fmla="*/ 461580 w 2119654"/>
              <a:gd name="connsiteY112185" fmla="*/ 742834 h 2398711"/>
              <a:gd name="connsiteX112186" fmla="*/ 461584 w 2119654"/>
              <a:gd name="connsiteY112186" fmla="*/ 739838 h 2398711"/>
              <a:gd name="connsiteX112187" fmla="*/ 459772 w 2119654"/>
              <a:gd name="connsiteY112187" fmla="*/ 738120 h 2398711"/>
              <a:gd name="connsiteX112188" fmla="*/ 332225 w 2119654"/>
              <a:gd name="connsiteY112188" fmla="*/ 1022853 h 2398711"/>
              <a:gd name="connsiteX112189" fmla="*/ 332827 w 2119654"/>
              <a:gd name="connsiteY112189" fmla="*/ 1025475 h 2398711"/>
              <a:gd name="connsiteX112190" fmla="*/ 333874 w 2119654"/>
              <a:gd name="connsiteY112190" fmla="*/ 1029774 h 2398711"/>
              <a:gd name="connsiteX112191" fmla="*/ 335036 w 2119654"/>
              <a:gd name="connsiteY112191" fmla="*/ 1031423 h 2398711"/>
              <a:gd name="connsiteX112192" fmla="*/ 334352 w 2119654"/>
              <a:gd name="connsiteY112192" fmla="*/ 1028549 h 2398711"/>
              <a:gd name="connsiteX112193" fmla="*/ 229336 w 2119654"/>
              <a:gd name="connsiteY112193" fmla="*/ 1253146 h 2398711"/>
              <a:gd name="connsiteX112194" fmla="*/ 232683 w 2119654"/>
              <a:gd name="connsiteY112194" fmla="*/ 1262872 h 2398711"/>
              <a:gd name="connsiteX112195" fmla="*/ 233887 w 2119654"/>
              <a:gd name="connsiteY112195" fmla="*/ 1263840 h 2398711"/>
              <a:gd name="connsiteX112196" fmla="*/ 279717 w 2119654"/>
              <a:gd name="connsiteY112196" fmla="*/ 1140332 h 2398711"/>
              <a:gd name="connsiteX112197" fmla="*/ 280892 w 2119654"/>
              <a:gd name="connsiteY112197" fmla="*/ 1146845 h 2398711"/>
              <a:gd name="connsiteX112198" fmla="*/ 281251 w 2119654"/>
              <a:gd name="connsiteY112198" fmla="*/ 1147342 h 2398711"/>
              <a:gd name="connsiteX112199" fmla="*/ 282121 w 2119654"/>
              <a:gd name="connsiteY112199" fmla="*/ 1148334 h 2398711"/>
              <a:gd name="connsiteX112200" fmla="*/ 286485 w 2119654"/>
              <a:gd name="connsiteY112200" fmla="*/ 1150904 h 2398711"/>
              <a:gd name="connsiteX112201" fmla="*/ 284798 w 2119654"/>
              <a:gd name="connsiteY112201" fmla="*/ 1146485 h 2398711"/>
              <a:gd name="connsiteX112202" fmla="*/ 597543 w 2119654"/>
              <a:gd name="connsiteY112202" fmla="*/ 428476 h 2398711"/>
              <a:gd name="connsiteX112203" fmla="*/ 596991 w 2119654"/>
              <a:gd name="connsiteY112203" fmla="*/ 448790 h 2398711"/>
              <a:gd name="connsiteX112204" fmla="*/ 597628 w 2119654"/>
              <a:gd name="connsiteY112204" fmla="*/ 449434 h 2398711"/>
              <a:gd name="connsiteX112205" fmla="*/ 603699 w 2119654"/>
              <a:gd name="connsiteY112205" fmla="*/ 455721 h 2398711"/>
              <a:gd name="connsiteX112206" fmla="*/ 603662 w 2119654"/>
              <a:gd name="connsiteY112206" fmla="*/ 452295 h 2398711"/>
              <a:gd name="connsiteX112207" fmla="*/ 603860 w 2119654"/>
              <a:gd name="connsiteY112207" fmla="*/ 434810 h 2398711"/>
              <a:gd name="connsiteX112208" fmla="*/ 301886 w 2119654"/>
              <a:gd name="connsiteY112208" fmla="*/ 1090451 h 2398711"/>
              <a:gd name="connsiteX112209" fmla="*/ 302892 w 2119654"/>
              <a:gd name="connsiteY112209" fmla="*/ 1093376 h 2398711"/>
              <a:gd name="connsiteX112210" fmla="*/ 303406 w 2119654"/>
              <a:gd name="connsiteY112210" fmla="*/ 1094347 h 2398711"/>
              <a:gd name="connsiteX112211" fmla="*/ 303545 w 2119654"/>
              <a:gd name="connsiteY112211" fmla="*/ 1091712 h 2398711"/>
              <a:gd name="connsiteX112212" fmla="*/ 231137 w 2119654"/>
              <a:gd name="connsiteY112212" fmla="*/ 1248817 h 2398711"/>
              <a:gd name="connsiteX112213" fmla="*/ 233328 w 2119654"/>
              <a:gd name="connsiteY112213" fmla="*/ 1253990 h 2398711"/>
              <a:gd name="connsiteX112214" fmla="*/ 233566 w 2119654"/>
              <a:gd name="connsiteY112214" fmla="*/ 1254199 h 2398711"/>
              <a:gd name="connsiteX112215" fmla="*/ 235386 w 2119654"/>
              <a:gd name="connsiteY112215" fmla="*/ 1255215 h 2398711"/>
              <a:gd name="connsiteX112216" fmla="*/ 234410 w 2119654"/>
              <a:gd name="connsiteY112216" fmla="*/ 1252823 h 2398711"/>
              <a:gd name="connsiteX112217" fmla="*/ 562749 w 2119654"/>
              <a:gd name="connsiteY112217" fmla="*/ 506269 h 2398711"/>
              <a:gd name="connsiteX112218" fmla="*/ 562566 w 2119654"/>
              <a:gd name="connsiteY112218" fmla="*/ 507787 h 2398711"/>
              <a:gd name="connsiteX112219" fmla="*/ 563676 w 2119654"/>
              <a:gd name="connsiteY112219" fmla="*/ 508777 h 2398711"/>
              <a:gd name="connsiteX112220" fmla="*/ 563773 w 2119654"/>
              <a:gd name="connsiteY112220" fmla="*/ 507050 h 2398711"/>
              <a:gd name="connsiteX112221" fmla="*/ 265821 w 2119654"/>
              <a:gd name="connsiteY112221" fmla="*/ 1171092 h 2398711"/>
              <a:gd name="connsiteX112222" fmla="*/ 266186 w 2119654"/>
              <a:gd name="connsiteY112222" fmla="*/ 1172592 h 2398711"/>
              <a:gd name="connsiteX112223" fmla="*/ 267935 w 2119654"/>
              <a:gd name="connsiteY112223" fmla="*/ 1174498 h 2398711"/>
              <a:gd name="connsiteX112224" fmla="*/ 267249 w 2119654"/>
              <a:gd name="connsiteY112224" fmla="*/ 1172663 h 2398711"/>
              <a:gd name="connsiteX112225" fmla="*/ 512056 w 2119654"/>
              <a:gd name="connsiteY112225" fmla="*/ 619541 h 2398711"/>
              <a:gd name="connsiteX112226" fmla="*/ 512215 w 2119654"/>
              <a:gd name="connsiteY112226" fmla="*/ 620869 h 2398711"/>
              <a:gd name="connsiteX112227" fmla="*/ 514058 w 2119654"/>
              <a:gd name="connsiteY112227" fmla="*/ 621510 h 2398711"/>
              <a:gd name="connsiteX112228" fmla="*/ 513090 w 2119654"/>
              <a:gd name="connsiteY112228" fmla="*/ 619762 h 2398711"/>
              <a:gd name="connsiteX112229" fmla="*/ 329110 w 2119654"/>
              <a:gd name="connsiteY112229" fmla="*/ 1029059 h 2398711"/>
              <a:gd name="connsiteX112230" fmla="*/ 332211 w 2119654"/>
              <a:gd name="connsiteY112230" fmla="*/ 1037674 h 2398711"/>
              <a:gd name="connsiteX112231" fmla="*/ 331603 w 2119654"/>
              <a:gd name="connsiteY112231" fmla="*/ 1035471 h 2398711"/>
              <a:gd name="connsiteX112232" fmla="*/ 330611 w 2119654"/>
              <a:gd name="connsiteY112232" fmla="*/ 1031348 h 2398711"/>
              <a:gd name="connsiteX112233" fmla="*/ 430142 w 2119654"/>
              <a:gd name="connsiteY112233" fmla="*/ 802785 h 2398711"/>
              <a:gd name="connsiteX112234" fmla="*/ 430137 w 2119654"/>
              <a:gd name="connsiteY112234" fmla="*/ 802824 h 2398711"/>
              <a:gd name="connsiteX112235" fmla="*/ 430359 w 2119654"/>
              <a:gd name="connsiteY112235" fmla="*/ 802971 h 2398711"/>
              <a:gd name="connsiteX112236" fmla="*/ 430385 w 2119654"/>
              <a:gd name="connsiteY112236" fmla="*/ 802836 h 2398711"/>
              <a:gd name="connsiteX112237" fmla="*/ 229701 w 2119654"/>
              <a:gd name="connsiteY112237" fmla="*/ 1251608 h 2398711"/>
              <a:gd name="connsiteX112238" fmla="*/ 229974 w 2119654"/>
              <a:gd name="connsiteY112238" fmla="*/ 1252184 h 2398711"/>
              <a:gd name="connsiteX112239" fmla="*/ 230405 w 2119654"/>
              <a:gd name="connsiteY112239" fmla="*/ 1252434 h 2398711"/>
              <a:gd name="connsiteX112240" fmla="*/ 230956 w 2119654"/>
              <a:gd name="connsiteY112240" fmla="*/ 1252742 h 2398711"/>
              <a:gd name="connsiteX112241" fmla="*/ 221556 w 2119654"/>
              <a:gd name="connsiteY112241" fmla="*/ 1269845 h 2398711"/>
              <a:gd name="connsiteX112242" fmla="*/ 222232 w 2119654"/>
              <a:gd name="connsiteY112242" fmla="*/ 1270908 h 2398711"/>
              <a:gd name="connsiteX112243" fmla="*/ 223153 w 2119654"/>
              <a:gd name="connsiteY112243" fmla="*/ 1272047 h 2398711"/>
              <a:gd name="connsiteX112244" fmla="*/ 222426 w 2119654"/>
              <a:gd name="connsiteY112244" fmla="*/ 1270632 h 2398711"/>
              <a:gd name="connsiteX112245" fmla="*/ 326331 w 2119654"/>
              <a:gd name="connsiteY112245" fmla="*/ 1035209 h 2398711"/>
              <a:gd name="connsiteX112246" fmla="*/ 327192 w 2119654"/>
              <a:gd name="connsiteY112246" fmla="*/ 1036558 h 2398711"/>
              <a:gd name="connsiteX112247" fmla="*/ 326638 w 2119654"/>
              <a:gd name="connsiteY112247" fmla="*/ 1035380 h 2398711"/>
              <a:gd name="connsiteX112248" fmla="*/ 390626 w 2119654"/>
              <a:gd name="connsiteY112248" fmla="*/ 891119 h 2398711"/>
              <a:gd name="connsiteX112249" fmla="*/ 391355 w 2119654"/>
              <a:gd name="connsiteY112249" fmla="*/ 894184 h 2398711"/>
              <a:gd name="connsiteX112250" fmla="*/ 392145 w 2119654"/>
              <a:gd name="connsiteY112250" fmla="*/ 894459 h 2398711"/>
              <a:gd name="connsiteX112251" fmla="*/ 392344 w 2119654"/>
              <a:gd name="connsiteY112251" fmla="*/ 892794 h 2398711"/>
              <a:gd name="connsiteX112252" fmla="*/ 391232 w 2119654"/>
              <a:gd name="connsiteY112252" fmla="*/ 891766 h 2398711"/>
              <a:gd name="connsiteX112253" fmla="*/ 465952 w 2119654"/>
              <a:gd name="connsiteY112253" fmla="*/ 722443 h 2398711"/>
              <a:gd name="connsiteX112254" fmla="*/ 466012 w 2119654"/>
              <a:gd name="connsiteY112254" fmla="*/ 722892 h 2398711"/>
              <a:gd name="connsiteX112255" fmla="*/ 467460 w 2119654"/>
              <a:gd name="connsiteY112255" fmla="*/ 724502 h 2398711"/>
              <a:gd name="connsiteX112256" fmla="*/ 474833 w 2119654"/>
              <a:gd name="connsiteY112256" fmla="*/ 726753 h 2398711"/>
              <a:gd name="connsiteX112257" fmla="*/ 539412 w 2119654"/>
              <a:gd name="connsiteY112257" fmla="*/ 557926 h 2398711"/>
              <a:gd name="connsiteX112258" fmla="*/ 540082 w 2119654"/>
              <a:gd name="connsiteY112258" fmla="*/ 560042 h 2398711"/>
              <a:gd name="connsiteX112259" fmla="*/ 545583 w 2119654"/>
              <a:gd name="connsiteY112259" fmla="*/ 565255 h 2398711"/>
              <a:gd name="connsiteX112260" fmla="*/ 545492 w 2119654"/>
              <a:gd name="connsiteY112260" fmla="*/ 559769 h 2398711"/>
              <a:gd name="connsiteX112261" fmla="*/ 459691 w 2119654"/>
              <a:gd name="connsiteY112261" fmla="*/ 736388 h 2398711"/>
              <a:gd name="connsiteX112262" fmla="*/ 459651 w 2119654"/>
              <a:gd name="connsiteY112262" fmla="*/ 736695 h 2398711"/>
              <a:gd name="connsiteX112263" fmla="*/ 461586 w 2119654"/>
              <a:gd name="connsiteY112263" fmla="*/ 738276 h 2398711"/>
              <a:gd name="connsiteX112264" fmla="*/ 461587 w 2119654"/>
              <a:gd name="connsiteY112264" fmla="*/ 737063 h 2398711"/>
              <a:gd name="connsiteX112265" fmla="*/ 441642 w 2119654"/>
              <a:gd name="connsiteY112265" fmla="*/ 776716 h 2398711"/>
              <a:gd name="connsiteX112266" fmla="*/ 440970 w 2119654"/>
              <a:gd name="connsiteY112266" fmla="*/ 780139 h 2398711"/>
              <a:gd name="connsiteX112267" fmla="*/ 441374 w 2119654"/>
              <a:gd name="connsiteY112267" fmla="*/ 781007 h 2398711"/>
              <a:gd name="connsiteX112268" fmla="*/ 443656 w 2119654"/>
              <a:gd name="connsiteY112268" fmla="*/ 781819 h 2398711"/>
              <a:gd name="connsiteX112269" fmla="*/ 442794 w 2119654"/>
              <a:gd name="connsiteY112269" fmla="*/ 778356 h 2398711"/>
              <a:gd name="connsiteX112270" fmla="*/ 344316 w 2119654"/>
              <a:gd name="connsiteY112270" fmla="*/ 994620 h 2398711"/>
              <a:gd name="connsiteX112271" fmla="*/ 345012 w 2119654"/>
              <a:gd name="connsiteY112271" fmla="*/ 995854 h 2398711"/>
              <a:gd name="connsiteX112272" fmla="*/ 344959 w 2119654"/>
              <a:gd name="connsiteY112272" fmla="*/ 995167 h 2398711"/>
              <a:gd name="connsiteX112273" fmla="*/ 216208 w 2119654"/>
              <a:gd name="connsiteY112273" fmla="*/ 1281468 h 2398711"/>
              <a:gd name="connsiteX112274" fmla="*/ 217106 w 2119654"/>
              <a:gd name="connsiteY112274" fmla="*/ 1283139 h 2398711"/>
              <a:gd name="connsiteX112275" fmla="*/ 226569 w 2119654"/>
              <a:gd name="connsiteY112275" fmla="*/ 1289048 h 2398711"/>
              <a:gd name="connsiteX112276" fmla="*/ 226071 w 2119654"/>
              <a:gd name="connsiteY112276" fmla="*/ 1288120 h 2398711"/>
              <a:gd name="connsiteX112277" fmla="*/ 457291 w 2119654"/>
              <a:gd name="connsiteY112277" fmla="*/ 741541 h 2398711"/>
              <a:gd name="connsiteX112278" fmla="*/ 457118 w 2119654"/>
              <a:gd name="connsiteY112278" fmla="*/ 742898 h 2398711"/>
              <a:gd name="connsiteX112279" fmla="*/ 457215 w 2119654"/>
              <a:gd name="connsiteY112279" fmla="*/ 743291 h 2398711"/>
              <a:gd name="connsiteX112280" fmla="*/ 458352 w 2119654"/>
              <a:gd name="connsiteY112280" fmla="*/ 743935 h 2398711"/>
              <a:gd name="connsiteX112281" fmla="*/ 458433 w 2119654"/>
              <a:gd name="connsiteY112281" fmla="*/ 743265 h 2398711"/>
              <a:gd name="connsiteX112282" fmla="*/ 458230 w 2119654"/>
              <a:gd name="connsiteY112282" fmla="*/ 742743 h 2398711"/>
              <a:gd name="connsiteX112283" fmla="*/ 493539 w 2119654"/>
              <a:gd name="connsiteY112283" fmla="*/ 660351 h 2398711"/>
              <a:gd name="connsiteX112284" fmla="*/ 494707 w 2119654"/>
              <a:gd name="connsiteY112284" fmla="*/ 662647 h 2398711"/>
              <a:gd name="connsiteX112285" fmla="*/ 494737 w 2119654"/>
              <a:gd name="connsiteY112285" fmla="*/ 662668 h 2398711"/>
              <a:gd name="connsiteX112286" fmla="*/ 494660 w 2119654"/>
              <a:gd name="connsiteY112286" fmla="*/ 660455 h 2398711"/>
              <a:gd name="connsiteX112287" fmla="*/ 345067 w 2119654"/>
              <a:gd name="connsiteY112287" fmla="*/ 992700 h 2398711"/>
              <a:gd name="connsiteX112288" fmla="*/ 345247 w 2119654"/>
              <a:gd name="connsiteY112288" fmla="*/ 995044 h 2398711"/>
              <a:gd name="connsiteX112289" fmla="*/ 346691 w 2119654"/>
              <a:gd name="connsiteY112289" fmla="*/ 996272 h 2398711"/>
              <a:gd name="connsiteX112290" fmla="*/ 508305 w 2119654"/>
              <a:gd name="connsiteY112290" fmla="*/ 627158 h 2398711"/>
              <a:gd name="connsiteX112291" fmla="*/ 507505 w 2119654"/>
              <a:gd name="connsiteY112291" fmla="*/ 631243 h 2398711"/>
              <a:gd name="connsiteX112292" fmla="*/ 510663 w 2119654"/>
              <a:gd name="connsiteY112292" fmla="*/ 633335 h 2398711"/>
              <a:gd name="connsiteX112293" fmla="*/ 509465 w 2119654"/>
              <a:gd name="connsiteY112293" fmla="*/ 629254 h 2398711"/>
              <a:gd name="connsiteX112294" fmla="*/ 351333 w 2119654"/>
              <a:gd name="connsiteY112294" fmla="*/ 978457 h 2398711"/>
              <a:gd name="connsiteX112295" fmla="*/ 351408 w 2119654"/>
              <a:gd name="connsiteY112295" fmla="*/ 979652 h 2398711"/>
              <a:gd name="connsiteX112296" fmla="*/ 354638 w 2119654"/>
              <a:gd name="connsiteY112296" fmla="*/ 984271 h 2398711"/>
              <a:gd name="connsiteX112297" fmla="*/ 357865 w 2119654"/>
              <a:gd name="connsiteY112297" fmla="*/ 987975 h 2398711"/>
              <a:gd name="connsiteX112298" fmla="*/ 357972 w 2119654"/>
              <a:gd name="connsiteY112298" fmla="*/ 987674 h 2398711"/>
              <a:gd name="connsiteX112299" fmla="*/ 358204 w 2119654"/>
              <a:gd name="connsiteY112299" fmla="*/ 988364 h 2398711"/>
              <a:gd name="connsiteX112300" fmla="*/ 360414 w 2119654"/>
              <a:gd name="connsiteY112300" fmla="*/ 990901 h 2398711"/>
              <a:gd name="connsiteX112301" fmla="*/ 359956 w 2119654"/>
              <a:gd name="connsiteY112301" fmla="*/ 981552 h 2398711"/>
              <a:gd name="connsiteX112302" fmla="*/ 372153 w 2119654"/>
              <a:gd name="connsiteY112302" fmla="*/ 931703 h 2398711"/>
              <a:gd name="connsiteX112303" fmla="*/ 372230 w 2119654"/>
              <a:gd name="connsiteY112303" fmla="*/ 933717 h 2398711"/>
              <a:gd name="connsiteX112304" fmla="*/ 373692 w 2119654"/>
              <a:gd name="connsiteY112304" fmla="*/ 934856 h 2398711"/>
              <a:gd name="connsiteX112305" fmla="*/ 372825 w 2119654"/>
              <a:gd name="connsiteY112305" fmla="*/ 932764 h 2398711"/>
              <a:gd name="connsiteX112306" fmla="*/ 425274 w 2119654"/>
              <a:gd name="connsiteY112306" fmla="*/ 812666 h 2398711"/>
              <a:gd name="connsiteX112307" fmla="*/ 425446 w 2119654"/>
              <a:gd name="connsiteY112307" fmla="*/ 813545 h 2398711"/>
              <a:gd name="connsiteX112308" fmla="*/ 425945 w 2119654"/>
              <a:gd name="connsiteY112308" fmla="*/ 814238 h 2398711"/>
              <a:gd name="connsiteX112309" fmla="*/ 425932 w 2119654"/>
              <a:gd name="connsiteY112309" fmla="*/ 813421 h 2398711"/>
              <a:gd name="connsiteX112310" fmla="*/ 376840 w 2119654"/>
              <a:gd name="connsiteY112310" fmla="*/ 921101 h 2398711"/>
              <a:gd name="connsiteX112311" fmla="*/ 377593 w 2119654"/>
              <a:gd name="connsiteY112311" fmla="*/ 923282 h 2398711"/>
              <a:gd name="connsiteX112312" fmla="*/ 377446 w 2119654"/>
              <a:gd name="connsiteY112312" fmla="*/ 921316 h 2398711"/>
              <a:gd name="connsiteX112313" fmla="*/ 556538 w 2119654"/>
              <a:gd name="connsiteY112313" fmla="*/ 518664 h 2398711"/>
              <a:gd name="connsiteX112314" fmla="*/ 556160 w 2119654"/>
              <a:gd name="connsiteY112314" fmla="*/ 525434 h 2398711"/>
              <a:gd name="connsiteX112315" fmla="*/ 557018 w 2119654"/>
              <a:gd name="connsiteY112315" fmla="*/ 526160 h 2398711"/>
              <a:gd name="connsiteX112316" fmla="*/ 558049 w 2119654"/>
              <a:gd name="connsiteY112316" fmla="*/ 519192 h 2398711"/>
              <a:gd name="connsiteX112317" fmla="*/ 556256 w 2119654"/>
              <a:gd name="connsiteY112317" fmla="*/ 519248 h 2398711"/>
              <a:gd name="connsiteX112318" fmla="*/ 555569 w 2119654"/>
              <a:gd name="connsiteY112318" fmla="*/ 524935 h 2398711"/>
              <a:gd name="connsiteX112319" fmla="*/ 555922 w 2119654"/>
              <a:gd name="connsiteY112319" fmla="*/ 525233 h 2398711"/>
              <a:gd name="connsiteX112320" fmla="*/ 531669 w 2119654"/>
              <a:gd name="connsiteY112320" fmla="*/ 574278 h 2398711"/>
              <a:gd name="connsiteX112321" fmla="*/ 532118 w 2119654"/>
              <a:gd name="connsiteY112321" fmla="*/ 576487 h 2398711"/>
              <a:gd name="connsiteX112322" fmla="*/ 533922 w 2119654"/>
              <a:gd name="connsiteY112322" fmla="*/ 577966 h 2398711"/>
              <a:gd name="connsiteX112323" fmla="*/ 535956 w 2119654"/>
              <a:gd name="connsiteY112323" fmla="*/ 578728 h 2398711"/>
              <a:gd name="connsiteX112324" fmla="*/ 535569 w 2119654"/>
              <a:gd name="connsiteY112324" fmla="*/ 575891 h 2398711"/>
              <a:gd name="connsiteX112325" fmla="*/ 377501 w 2119654"/>
              <a:gd name="connsiteY112325" fmla="*/ 919405 h 2398711"/>
              <a:gd name="connsiteX112326" fmla="*/ 377530 w 2119654"/>
              <a:gd name="connsiteY112326" fmla="*/ 919791 h 2398711"/>
              <a:gd name="connsiteX112327" fmla="*/ 377608 w 2119654"/>
              <a:gd name="connsiteY112327" fmla="*/ 919819 h 2398711"/>
              <a:gd name="connsiteX112328" fmla="*/ 441970 w 2119654"/>
              <a:gd name="connsiteY112328" fmla="*/ 775047 h 2398711"/>
              <a:gd name="connsiteX112329" fmla="*/ 441671 w 2119654"/>
              <a:gd name="connsiteY112329" fmla="*/ 776569 h 2398711"/>
              <a:gd name="connsiteX112330" fmla="*/ 442721 w 2119654"/>
              <a:gd name="connsiteY112330" fmla="*/ 778065 h 2398711"/>
              <a:gd name="connsiteX112331" fmla="*/ 520798 w 2119654"/>
              <a:gd name="connsiteY112331" fmla="*/ 598472 h 2398711"/>
              <a:gd name="connsiteX112332" fmla="*/ 520602 w 2119654"/>
              <a:gd name="connsiteY112332" fmla="*/ 599778 h 2398711"/>
              <a:gd name="connsiteX112333" fmla="*/ 520676 w 2119654"/>
              <a:gd name="connsiteY112333" fmla="*/ 601822 h 2398711"/>
              <a:gd name="connsiteX112334" fmla="*/ 522731 w 2119654"/>
              <a:gd name="connsiteY112334" fmla="*/ 603109 h 2398711"/>
              <a:gd name="connsiteX112335" fmla="*/ 522872 w 2119654"/>
              <a:gd name="connsiteY112335" fmla="*/ 602172 h 2398711"/>
              <a:gd name="connsiteX112336" fmla="*/ 522710 w 2119654"/>
              <a:gd name="connsiteY112336" fmla="*/ 599255 h 2398711"/>
              <a:gd name="connsiteX112337" fmla="*/ 519045 w 2119654"/>
              <a:gd name="connsiteY112337" fmla="*/ 602278 h 2398711"/>
              <a:gd name="connsiteX112338" fmla="*/ 519425 w 2119654"/>
              <a:gd name="connsiteY112338" fmla="*/ 604678 h 2398711"/>
              <a:gd name="connsiteX112339" fmla="*/ 519721 w 2119654"/>
              <a:gd name="connsiteY112339" fmla="*/ 602701 h 2398711"/>
              <a:gd name="connsiteX112340" fmla="*/ 511896 w 2119654"/>
              <a:gd name="connsiteY112340" fmla="*/ 618200 h 2398711"/>
              <a:gd name="connsiteX112341" fmla="*/ 511961 w 2119654"/>
              <a:gd name="connsiteY112341" fmla="*/ 618759 h 2398711"/>
              <a:gd name="connsiteX112342" fmla="*/ 512579 w 2119654"/>
              <a:gd name="connsiteY112342" fmla="*/ 618890 h 2398711"/>
              <a:gd name="connsiteX112343" fmla="*/ 424700 w 2119654"/>
              <a:gd name="connsiteY112343" fmla="*/ 813431 h 2398711"/>
              <a:gd name="connsiteX112344" fmla="*/ 424828 w 2119654"/>
              <a:gd name="connsiteY112344" fmla="*/ 814995 h 2398711"/>
              <a:gd name="connsiteX112345" fmla="*/ 425745 w 2119654"/>
              <a:gd name="connsiteY112345" fmla="*/ 815843 h 2398711"/>
              <a:gd name="connsiteX112346" fmla="*/ 425445 w 2119654"/>
              <a:gd name="connsiteY112346" fmla="*/ 814302 h 2398711"/>
              <a:gd name="connsiteX112347" fmla="*/ 325731 w 2119654"/>
              <a:gd name="connsiteY112347" fmla="*/ 1034939 h 2398711"/>
              <a:gd name="connsiteX112348" fmla="*/ 325820 w 2119654"/>
              <a:gd name="connsiteY112348" fmla="*/ 1036145 h 2398711"/>
              <a:gd name="connsiteX112349" fmla="*/ 326715 w 2119654"/>
              <a:gd name="connsiteY112349" fmla="*/ 1037632 h 2398711"/>
              <a:gd name="connsiteX112350" fmla="*/ 329929 w 2119654"/>
              <a:gd name="connsiteY112350" fmla="*/ 1042383 h 2398711"/>
              <a:gd name="connsiteX112351" fmla="*/ 328382 w 2119654"/>
              <a:gd name="connsiteY112351" fmla="*/ 1039091 h 2398711"/>
              <a:gd name="connsiteX112352" fmla="*/ 423648 w 2119654"/>
              <a:gd name="connsiteY112352" fmla="*/ 815651 h 2398711"/>
              <a:gd name="connsiteX112353" fmla="*/ 423418 w 2119654"/>
              <a:gd name="connsiteY112353" fmla="*/ 820833 h 2398711"/>
              <a:gd name="connsiteX112354" fmla="*/ 425445 w 2119654"/>
              <a:gd name="connsiteY112354" fmla="*/ 827880 h 2398711"/>
              <a:gd name="connsiteX112355" fmla="*/ 424521 w 2119654"/>
              <a:gd name="connsiteY112355" fmla="*/ 816587 h 2398711"/>
              <a:gd name="connsiteX112356" fmla="*/ 502508 w 2119654"/>
              <a:gd name="connsiteY112356" fmla="*/ 638996 h 2398711"/>
              <a:gd name="connsiteX112357" fmla="*/ 503192 w 2119654"/>
              <a:gd name="connsiteY112357" fmla="*/ 644714 h 2398711"/>
              <a:gd name="connsiteX112358" fmla="*/ 503229 w 2119654"/>
              <a:gd name="connsiteY112358" fmla="*/ 641456 h 2398711"/>
              <a:gd name="connsiteX112359" fmla="*/ 570232 w 2119654"/>
              <a:gd name="connsiteY112359" fmla="*/ 487322 h 2398711"/>
              <a:gd name="connsiteX112360" fmla="*/ 572889 w 2119654"/>
              <a:gd name="connsiteY112360" fmla="*/ 503884 h 2398711"/>
              <a:gd name="connsiteX112361" fmla="*/ 572874 w 2119654"/>
              <a:gd name="connsiteY112361" fmla="*/ 502175 h 2398711"/>
              <a:gd name="connsiteX112362" fmla="*/ 573033 w 2119654"/>
              <a:gd name="connsiteY112362" fmla="*/ 501969 h 2398711"/>
              <a:gd name="connsiteX112363" fmla="*/ 573060 w 2119654"/>
              <a:gd name="connsiteY112363" fmla="*/ 504949 h 2398711"/>
              <a:gd name="connsiteX112364" fmla="*/ 573114 w 2119654"/>
              <a:gd name="connsiteY112364" fmla="*/ 505285 h 2398711"/>
              <a:gd name="connsiteX112365" fmla="*/ 588415 w 2119654"/>
              <a:gd name="connsiteY112365" fmla="*/ 518218 h 2398711"/>
              <a:gd name="connsiteX112366" fmla="*/ 590527 w 2119654"/>
              <a:gd name="connsiteY112366" fmla="*/ 511692 h 2398711"/>
              <a:gd name="connsiteX112367" fmla="*/ 591363 w 2119654"/>
              <a:gd name="connsiteY112367" fmla="*/ 509222 h 2398711"/>
              <a:gd name="connsiteX112368" fmla="*/ 591491 w 2119654"/>
              <a:gd name="connsiteY112368" fmla="*/ 508320 h 2398711"/>
              <a:gd name="connsiteX112369" fmla="*/ 591720 w 2119654"/>
              <a:gd name="connsiteY112369" fmla="*/ 508102 h 2398711"/>
              <a:gd name="connsiteX112370" fmla="*/ 591704 w 2119654"/>
              <a:gd name="connsiteY112370" fmla="*/ 508218 h 2398711"/>
              <a:gd name="connsiteX112371" fmla="*/ 592579 w 2119654"/>
              <a:gd name="connsiteY112371" fmla="*/ 505632 h 2398711"/>
              <a:gd name="connsiteX112372" fmla="*/ 591859 w 2119654"/>
              <a:gd name="connsiteY112372" fmla="*/ 502588 h 2398711"/>
              <a:gd name="connsiteX112373" fmla="*/ 576935 w 2119654"/>
              <a:gd name="connsiteY112373" fmla="*/ 490924 h 2398711"/>
              <a:gd name="connsiteX112374" fmla="*/ 458627 w 2119654"/>
              <a:gd name="connsiteY112374" fmla="*/ 737185 h 2398711"/>
              <a:gd name="connsiteX112375" fmla="*/ 458926 w 2119654"/>
              <a:gd name="connsiteY112375" fmla="*/ 739225 h 2398711"/>
              <a:gd name="connsiteX112376" fmla="*/ 459126 w 2119654"/>
              <a:gd name="connsiteY112376" fmla="*/ 737592 h 2398711"/>
              <a:gd name="connsiteX112377" fmla="*/ 597612 w 2119654"/>
              <a:gd name="connsiteY112377" fmla="*/ 425947 h 2398711"/>
              <a:gd name="connsiteX112378" fmla="*/ 597561 w 2119654"/>
              <a:gd name="connsiteY112378" fmla="*/ 427836 h 2398711"/>
              <a:gd name="connsiteX112379" fmla="*/ 603869 w 2119654"/>
              <a:gd name="connsiteY112379" fmla="*/ 433994 h 2398711"/>
              <a:gd name="connsiteX112380" fmla="*/ 603926 w 2119654"/>
              <a:gd name="connsiteY112380" fmla="*/ 429025 h 2398711"/>
              <a:gd name="connsiteX112381" fmla="*/ 513060 w 2119654"/>
              <a:gd name="connsiteY112381" fmla="*/ 615186 h 2398711"/>
              <a:gd name="connsiteX112382" fmla="*/ 513650 w 2119654"/>
              <a:gd name="connsiteY112382" fmla="*/ 616251 h 2398711"/>
              <a:gd name="connsiteX112383" fmla="*/ 516101 w 2119654"/>
              <a:gd name="connsiteY112383" fmla="*/ 619643 h 2398711"/>
              <a:gd name="connsiteX112384" fmla="*/ 517004 w 2119654"/>
              <a:gd name="connsiteY112384" fmla="*/ 619834 h 2398711"/>
              <a:gd name="connsiteX112385" fmla="*/ 516536 w 2119654"/>
              <a:gd name="connsiteY112385" fmla="*/ 615928 h 2398711"/>
              <a:gd name="connsiteX112386" fmla="*/ 520936 w 2119654"/>
              <a:gd name="connsiteY112386" fmla="*/ 597548 h 2398711"/>
              <a:gd name="connsiteX112387" fmla="*/ 520836 w 2119654"/>
              <a:gd name="connsiteY112387" fmla="*/ 598218 h 2398711"/>
              <a:gd name="connsiteX112388" fmla="*/ 522695 w 2119654"/>
              <a:gd name="connsiteY112388" fmla="*/ 598979 h 2398711"/>
              <a:gd name="connsiteX112389" fmla="*/ 522688 w 2119654"/>
              <a:gd name="connsiteY112389" fmla="*/ 598865 h 2398711"/>
              <a:gd name="connsiteX112390" fmla="*/ 521631 w 2119654"/>
              <a:gd name="connsiteY112390" fmla="*/ 597832 h 2398711"/>
              <a:gd name="connsiteX112391" fmla="*/ 442250 w 2119654"/>
              <a:gd name="connsiteY112391" fmla="*/ 773620 h 2398711"/>
              <a:gd name="connsiteX112392" fmla="*/ 442147 w 2119654"/>
              <a:gd name="connsiteY112392" fmla="*/ 774144 h 2398711"/>
              <a:gd name="connsiteX112393" fmla="*/ 443451 w 2119654"/>
              <a:gd name="connsiteY112393" fmla="*/ 779087 h 2398711"/>
              <a:gd name="connsiteX112394" fmla="*/ 446037 w 2119654"/>
              <a:gd name="connsiteY112394" fmla="*/ 782666 h 2398711"/>
              <a:gd name="connsiteX112395" fmla="*/ 446057 w 2119654"/>
              <a:gd name="connsiteY112395" fmla="*/ 782673 h 2398711"/>
              <a:gd name="connsiteX112396" fmla="*/ 445508 w 2119654"/>
              <a:gd name="connsiteY112396" fmla="*/ 779718 h 2398711"/>
              <a:gd name="connsiteX112397" fmla="*/ 444599 w 2119654"/>
              <a:gd name="connsiteY112397" fmla="*/ 774441 h 2398711"/>
              <a:gd name="connsiteX112398" fmla="*/ 458959 w 2119654"/>
              <a:gd name="connsiteY112398" fmla="*/ 736128 h 2398711"/>
              <a:gd name="connsiteX112399" fmla="*/ 459273 w 2119654"/>
              <a:gd name="connsiteY112399" fmla="*/ 736385 h 2398711"/>
              <a:gd name="connsiteX112400" fmla="*/ 459289 w 2119654"/>
              <a:gd name="connsiteY112400" fmla="*/ 736246 h 2398711"/>
              <a:gd name="connsiteX112401" fmla="*/ 520987 w 2119654"/>
              <a:gd name="connsiteY112401" fmla="*/ 597204 h 2398711"/>
              <a:gd name="connsiteX112402" fmla="*/ 520987 w 2119654"/>
              <a:gd name="connsiteY112402" fmla="*/ 597206 h 2398711"/>
              <a:gd name="connsiteX112403" fmla="*/ 520991 w 2119654"/>
              <a:gd name="connsiteY112403" fmla="*/ 597207 h 2398711"/>
              <a:gd name="connsiteX112404" fmla="*/ 362700 w 2119654"/>
              <a:gd name="connsiteY112404" fmla="*/ 951610 h 2398711"/>
              <a:gd name="connsiteX112405" fmla="*/ 362983 w 2119654"/>
              <a:gd name="connsiteY112405" fmla="*/ 957395 h 2398711"/>
              <a:gd name="connsiteX112406" fmla="*/ 364596 w 2119654"/>
              <a:gd name="connsiteY112406" fmla="*/ 959235 h 2398711"/>
              <a:gd name="connsiteX112407" fmla="*/ 300985 w 2119654"/>
              <a:gd name="connsiteY112407" fmla="*/ 1089767 h 2398711"/>
              <a:gd name="connsiteX112408" fmla="*/ 301277 w 2119654"/>
              <a:gd name="connsiteY112408" fmla="*/ 1090320 h 2398711"/>
              <a:gd name="connsiteX112409" fmla="*/ 301123 w 2119654"/>
              <a:gd name="connsiteY112409" fmla="*/ 1089872 h 2398711"/>
              <a:gd name="connsiteX112410" fmla="*/ 460068 w 2119654"/>
              <a:gd name="connsiteY112410" fmla="*/ 733483 h 2398711"/>
              <a:gd name="connsiteX112411" fmla="*/ 459883 w 2119654"/>
              <a:gd name="connsiteY112411" fmla="*/ 734903 h 2398711"/>
              <a:gd name="connsiteX112412" fmla="*/ 461589 w 2119654"/>
              <a:gd name="connsiteY112412" fmla="*/ 735510 h 2398711"/>
              <a:gd name="connsiteX112413" fmla="*/ 461589 w 2119654"/>
              <a:gd name="connsiteY112413" fmla="*/ 735175 h 2398711"/>
              <a:gd name="connsiteX112414" fmla="*/ 265400 w 2119654"/>
              <a:gd name="connsiteY112414" fmla="*/ 1169364 h 2398711"/>
              <a:gd name="connsiteX112415" fmla="*/ 265587 w 2119654"/>
              <a:gd name="connsiteY112415" fmla="*/ 1170132 h 2398711"/>
              <a:gd name="connsiteX112416" fmla="*/ 266779 w 2119654"/>
              <a:gd name="connsiteY112416" fmla="*/ 1171402 h 2398711"/>
              <a:gd name="connsiteX112417" fmla="*/ 266332 w 2119654"/>
              <a:gd name="connsiteY112417" fmla="*/ 1170206 h 2398711"/>
              <a:gd name="connsiteX112418" fmla="*/ 528212 w 2119654"/>
              <a:gd name="connsiteY112418" fmla="*/ 580860 h 2398711"/>
              <a:gd name="connsiteX112419" fmla="*/ 529295 w 2119654"/>
              <a:gd name="connsiteY112419" fmla="*/ 581749 h 2398711"/>
              <a:gd name="connsiteX112420" fmla="*/ 529147 w 2119654"/>
              <a:gd name="connsiteY112420" fmla="*/ 581248 h 2398711"/>
              <a:gd name="connsiteX112421" fmla="*/ 430578 w 2119654"/>
              <a:gd name="connsiteY112421" fmla="*/ 799381 h 2398711"/>
              <a:gd name="connsiteX112422" fmla="*/ 430189 w 2119654"/>
              <a:gd name="connsiteY112422" fmla="*/ 802412 h 2398711"/>
              <a:gd name="connsiteX112423" fmla="*/ 430457 w 2119654"/>
              <a:gd name="connsiteY112423" fmla="*/ 802466 h 2398711"/>
              <a:gd name="connsiteX112424" fmla="*/ 430624 w 2119654"/>
              <a:gd name="connsiteY112424" fmla="*/ 801617 h 2398711"/>
              <a:gd name="connsiteX112425" fmla="*/ 521050 w 2119654"/>
              <a:gd name="connsiteY112425" fmla="*/ 596787 h 2398711"/>
              <a:gd name="connsiteX112426" fmla="*/ 521038 w 2119654"/>
              <a:gd name="connsiteY112426" fmla="*/ 596865 h 2398711"/>
              <a:gd name="connsiteX112427" fmla="*/ 521676 w 2119654"/>
              <a:gd name="connsiteY112427" fmla="*/ 597488 h 2398711"/>
              <a:gd name="connsiteX112428" fmla="*/ 522633 w 2119654"/>
              <a:gd name="connsiteY112428" fmla="*/ 597881 h 2398711"/>
              <a:gd name="connsiteX112429" fmla="*/ 522607 w 2119654"/>
              <a:gd name="connsiteY112429" fmla="*/ 597395 h 2398711"/>
              <a:gd name="connsiteX112430" fmla="*/ 511804 w 2119654"/>
              <a:gd name="connsiteY112430" fmla="*/ 617441 h 2398711"/>
              <a:gd name="connsiteX112431" fmla="*/ 511861 w 2119654"/>
              <a:gd name="connsiteY112431" fmla="*/ 617918 h 2398711"/>
              <a:gd name="connsiteX112432" fmla="*/ 512330 w 2119654"/>
              <a:gd name="connsiteY112432" fmla="*/ 618390 h 2398711"/>
              <a:gd name="connsiteX112433" fmla="*/ 242245 w 2119654"/>
              <a:gd name="connsiteY112433" fmla="*/ 1220972 h 2398711"/>
              <a:gd name="connsiteX112434" fmla="*/ 244250 w 2119654"/>
              <a:gd name="connsiteY112434" fmla="*/ 1224069 h 2398711"/>
              <a:gd name="connsiteX112435" fmla="*/ 247394 w 2119654"/>
              <a:gd name="connsiteY112435" fmla="*/ 1228785 h 2398711"/>
              <a:gd name="connsiteX112436" fmla="*/ 245682 w 2119654"/>
              <a:gd name="connsiteY112436" fmla="*/ 1224660 h 2398711"/>
              <a:gd name="connsiteX112437" fmla="*/ 246728 w 2119654"/>
              <a:gd name="connsiteY112437" fmla="*/ 1210884 h 2398711"/>
              <a:gd name="connsiteX112438" fmla="*/ 248815 w 2119654"/>
              <a:gd name="connsiteY112438" fmla="*/ 1215216 h 2398711"/>
              <a:gd name="connsiteX112439" fmla="*/ 248229 w 2119654"/>
              <a:gd name="connsiteY112439" fmla="*/ 1212824 h 2398711"/>
              <a:gd name="connsiteX112440" fmla="*/ 536751 w 2119654"/>
              <a:gd name="connsiteY112440" fmla="*/ 561434 h 2398711"/>
              <a:gd name="connsiteX112441" fmla="*/ 537152 w 2119654"/>
              <a:gd name="connsiteY112441" fmla="*/ 564367 h 2398711"/>
              <a:gd name="connsiteX112442" fmla="*/ 540538 w 2119654"/>
              <a:gd name="connsiteY112442" fmla="*/ 567115 h 2398711"/>
              <a:gd name="connsiteX112443" fmla="*/ 542345 w 2119654"/>
              <a:gd name="connsiteY112443" fmla="*/ 568622 h 2398711"/>
              <a:gd name="connsiteX112444" fmla="*/ 540840 w 2119654"/>
              <a:gd name="connsiteY112444" fmla="*/ 563873 h 2398711"/>
              <a:gd name="connsiteX112445" fmla="*/ 293876 w 2119654"/>
              <a:gd name="connsiteY112445" fmla="*/ 1105239 h 2398711"/>
              <a:gd name="connsiteX112446" fmla="*/ 294735 w 2119654"/>
              <a:gd name="connsiteY112446" fmla="*/ 1106837 h 2398711"/>
              <a:gd name="connsiteX112447" fmla="*/ 296124 w 2119654"/>
              <a:gd name="connsiteY112447" fmla="*/ 1107335 h 2398711"/>
              <a:gd name="connsiteX112448" fmla="*/ 154490 w 2119654"/>
              <a:gd name="connsiteY112448" fmla="*/ 1417328 h 2398711"/>
              <a:gd name="connsiteX112449" fmla="*/ 161743 w 2119654"/>
              <a:gd name="connsiteY112449" fmla="*/ 1426992 h 2398711"/>
              <a:gd name="connsiteX112450" fmla="*/ 164452 w 2119654"/>
              <a:gd name="connsiteY112450" fmla="*/ 1428756 h 2398711"/>
              <a:gd name="connsiteX112451" fmla="*/ 157400 w 2119654"/>
              <a:gd name="connsiteY112451" fmla="*/ 1419224 h 2398711"/>
              <a:gd name="connsiteX112452" fmla="*/ 564560 w 2119654"/>
              <a:gd name="connsiteY112452" fmla="*/ 498985 h 2398711"/>
              <a:gd name="connsiteX112453" fmla="*/ 564278 w 2119654"/>
              <a:gd name="connsiteY112453" fmla="*/ 504037 h 2398711"/>
              <a:gd name="connsiteX112454" fmla="*/ 572949 w 2119654"/>
              <a:gd name="connsiteY112454" fmla="*/ 510642 h 2398711"/>
              <a:gd name="connsiteX112455" fmla="*/ 572927 w 2119654"/>
              <a:gd name="connsiteY112455" fmla="*/ 508111 h 2398711"/>
              <a:gd name="connsiteX112456" fmla="*/ 572539 w 2119654"/>
              <a:gd name="connsiteY112456" fmla="*/ 505695 h 2398711"/>
              <a:gd name="connsiteX112457" fmla="*/ 414568 w 2119654"/>
              <a:gd name="connsiteY112457" fmla="*/ 834746 h 2398711"/>
              <a:gd name="connsiteX112458" fmla="*/ 414996 w 2119654"/>
              <a:gd name="connsiteY112458" fmla="*/ 839863 h 2398711"/>
              <a:gd name="connsiteX112459" fmla="*/ 415482 w 2119654"/>
              <a:gd name="connsiteY112459" fmla="*/ 840906 h 2398711"/>
              <a:gd name="connsiteX112460" fmla="*/ 415598 w 2119654"/>
              <a:gd name="connsiteY112460" fmla="*/ 841066 h 2398711"/>
              <a:gd name="connsiteX112461" fmla="*/ 415945 w 2119654"/>
              <a:gd name="connsiteY112461" fmla="*/ 839146 h 2398711"/>
              <a:gd name="connsiteX112462" fmla="*/ 415749 w 2119654"/>
              <a:gd name="connsiteY112462" fmla="*/ 836811 h 2398711"/>
              <a:gd name="connsiteX112463" fmla="*/ 293146 w 2119654"/>
              <a:gd name="connsiteY112463" fmla="*/ 1106589 h 2398711"/>
              <a:gd name="connsiteX112464" fmla="*/ 297001 w 2119654"/>
              <a:gd name="connsiteY112464" fmla="*/ 1114976 h 2398711"/>
              <a:gd name="connsiteX112465" fmla="*/ 300039 w 2119654"/>
              <a:gd name="connsiteY112465" fmla="*/ 1117543 h 2398711"/>
              <a:gd name="connsiteX112466" fmla="*/ 294394 w 2119654"/>
              <a:gd name="connsiteY112466" fmla="*/ 1107037 h 2398711"/>
              <a:gd name="connsiteX112467" fmla="*/ 520515 w 2119654"/>
              <a:gd name="connsiteY112467" fmla="*/ 597374 h 2398711"/>
              <a:gd name="connsiteX112468" fmla="*/ 520516 w 2119654"/>
              <a:gd name="connsiteY112468" fmla="*/ 597408 h 2398711"/>
              <a:gd name="connsiteX112469" fmla="*/ 520521 w 2119654"/>
              <a:gd name="connsiteY112469" fmla="*/ 597377 h 2398711"/>
              <a:gd name="connsiteX112470" fmla="*/ 456544 w 2119654"/>
              <a:gd name="connsiteY112470" fmla="*/ 740586 h 2398711"/>
              <a:gd name="connsiteX112471" fmla="*/ 456747 w 2119654"/>
              <a:gd name="connsiteY112471" fmla="*/ 741404 h 2398711"/>
              <a:gd name="connsiteX112472" fmla="*/ 456808 w 2119654"/>
              <a:gd name="connsiteY112472" fmla="*/ 740924 h 2398711"/>
              <a:gd name="connsiteX112473" fmla="*/ 518854 w 2119654"/>
              <a:gd name="connsiteY112473" fmla="*/ 601062 h 2398711"/>
              <a:gd name="connsiteX112474" fmla="*/ 518955 w 2119654"/>
              <a:gd name="connsiteY112474" fmla="*/ 601710 h 2398711"/>
              <a:gd name="connsiteX112475" fmla="*/ 519791 w 2119654"/>
              <a:gd name="connsiteY112475" fmla="*/ 602233 h 2398711"/>
              <a:gd name="connsiteX112476" fmla="*/ 519871 w 2119654"/>
              <a:gd name="connsiteY112476" fmla="*/ 601699 h 2398711"/>
              <a:gd name="connsiteX112477" fmla="*/ 155047 w 2119654"/>
              <a:gd name="connsiteY112477" fmla="*/ 1415642 h 2398711"/>
              <a:gd name="connsiteX112478" fmla="*/ 156198 w 2119654"/>
              <a:gd name="connsiteY112478" fmla="*/ 1417198 h 2398711"/>
              <a:gd name="connsiteX112479" fmla="*/ 159242 w 2119654"/>
              <a:gd name="connsiteY112479" fmla="*/ 1419171 h 2398711"/>
              <a:gd name="connsiteX112480" fmla="*/ 187614 w 2119654"/>
              <a:gd name="connsiteY112480" fmla="*/ 1342709 h 2398711"/>
              <a:gd name="connsiteX112481" fmla="*/ 188863 w 2119654"/>
              <a:gd name="connsiteY112481" fmla="*/ 1344629 h 2398711"/>
              <a:gd name="connsiteX112482" fmla="*/ 203094 w 2119654"/>
              <a:gd name="connsiteY112482" fmla="*/ 1354869 h 2398711"/>
              <a:gd name="connsiteX112483" fmla="*/ 193658 w 2119654"/>
              <a:gd name="connsiteY112483" fmla="*/ 1345477 h 2398711"/>
              <a:gd name="connsiteX112484" fmla="*/ 424200 w 2119654"/>
              <a:gd name="connsiteY112484" fmla="*/ 812848 h 2398711"/>
              <a:gd name="connsiteX112485" fmla="*/ 424224 w 2119654"/>
              <a:gd name="connsiteY112485" fmla="*/ 812935 h 2398711"/>
              <a:gd name="connsiteX112486" fmla="*/ 424218 w 2119654"/>
              <a:gd name="connsiteY112486" fmla="*/ 812870 h 2398711"/>
              <a:gd name="connsiteX112487" fmla="*/ 424572 w 2119654"/>
              <a:gd name="connsiteY112487" fmla="*/ 811859 h 2398711"/>
              <a:gd name="connsiteX112488" fmla="*/ 424615 w 2119654"/>
              <a:gd name="connsiteY112488" fmla="*/ 812392 h 2398711"/>
              <a:gd name="connsiteX112489" fmla="*/ 425244 w 2119654"/>
              <a:gd name="connsiteY112489" fmla="*/ 813264 h 2398711"/>
              <a:gd name="connsiteX112490" fmla="*/ 425119 w 2119654"/>
              <a:gd name="connsiteY112490" fmla="*/ 812625 h 2398711"/>
              <a:gd name="connsiteX112491" fmla="*/ 425163 w 2119654"/>
              <a:gd name="connsiteY112491" fmla="*/ 812539 h 2398711"/>
              <a:gd name="connsiteX112492" fmla="*/ 492985 w 2119654"/>
              <a:gd name="connsiteY112492" fmla="*/ 658550 h 2398711"/>
              <a:gd name="connsiteX112493" fmla="*/ 493056 w 2119654"/>
              <a:gd name="connsiteY112493" fmla="*/ 658835 h 2398711"/>
              <a:gd name="connsiteX112494" fmla="*/ 493401 w 2119654"/>
              <a:gd name="connsiteY112494" fmla="*/ 658867 h 2398711"/>
              <a:gd name="connsiteX112495" fmla="*/ 527991 w 2119654"/>
              <a:gd name="connsiteY112495" fmla="*/ 580160 h 2398711"/>
              <a:gd name="connsiteX112496" fmla="*/ 527948 w 2119654"/>
              <a:gd name="connsiteY112496" fmla="*/ 580409 h 2398711"/>
              <a:gd name="connsiteX112497" fmla="*/ 528512 w 2119654"/>
              <a:gd name="connsiteY112497" fmla="*/ 580633 h 2398711"/>
              <a:gd name="connsiteX112498" fmla="*/ 528624 w 2119654"/>
              <a:gd name="connsiteY112498" fmla="*/ 580679 h 2398711"/>
              <a:gd name="connsiteX112499" fmla="*/ 344874 w 2119654"/>
              <a:gd name="connsiteY112499" fmla="*/ 990181 h 2398711"/>
              <a:gd name="connsiteX112500" fmla="*/ 344990 w 2119654"/>
              <a:gd name="connsiteY112500" fmla="*/ 991700 h 2398711"/>
              <a:gd name="connsiteX112501" fmla="*/ 345420 w 2119654"/>
              <a:gd name="connsiteY112501" fmla="*/ 992646 h 2398711"/>
              <a:gd name="connsiteX112502" fmla="*/ 348039 w 2119654"/>
              <a:gd name="connsiteY112502" fmla="*/ 995524 h 2398711"/>
              <a:gd name="connsiteX112503" fmla="*/ 347528 w 2119654"/>
              <a:gd name="connsiteY112503" fmla="*/ 993020 h 2398711"/>
              <a:gd name="connsiteX112504" fmla="*/ 423746 w 2119654"/>
              <a:gd name="connsiteY112504" fmla="*/ 813455 h 2398711"/>
              <a:gd name="connsiteX112505" fmla="*/ 423723 w 2119654"/>
              <a:gd name="connsiteY112505" fmla="*/ 813974 h 2398711"/>
              <a:gd name="connsiteX112506" fmla="*/ 423947 w 2119654"/>
              <a:gd name="connsiteY112506" fmla="*/ 814182 h 2398711"/>
              <a:gd name="connsiteX112507" fmla="*/ 325598 w 2119654"/>
              <a:gd name="connsiteY112507" fmla="*/ 1033164 h 2398711"/>
              <a:gd name="connsiteX112508" fmla="*/ 325674 w 2119654"/>
              <a:gd name="connsiteY112508" fmla="*/ 1034180 h 2398711"/>
              <a:gd name="connsiteX112509" fmla="*/ 325986 w 2119654"/>
              <a:gd name="connsiteY112509" fmla="*/ 1034669 h 2398711"/>
              <a:gd name="connsiteX112510" fmla="*/ 326416 w 2119654"/>
              <a:gd name="connsiteY112510" fmla="*/ 1034908 h 2398711"/>
              <a:gd name="connsiteX112511" fmla="*/ 520491 w 2119654"/>
              <a:gd name="connsiteY112511" fmla="*/ 596719 h 2398711"/>
              <a:gd name="connsiteX112512" fmla="*/ 520501 w 2119654"/>
              <a:gd name="connsiteY112512" fmla="*/ 597006 h 2398711"/>
              <a:gd name="connsiteX112513" fmla="*/ 520573 w 2119654"/>
              <a:gd name="connsiteY112513" fmla="*/ 597035 h 2398711"/>
              <a:gd name="connsiteX112514" fmla="*/ 520604 w 2119654"/>
              <a:gd name="connsiteY112514" fmla="*/ 596829 h 2398711"/>
              <a:gd name="connsiteX112515" fmla="*/ 324986 w 2119654"/>
              <a:gd name="connsiteY112515" fmla="*/ 1034463 h 2398711"/>
              <a:gd name="connsiteX112516" fmla="*/ 325105 w 2119654"/>
              <a:gd name="connsiteY112516" fmla="*/ 1034957 h 2398711"/>
              <a:gd name="connsiteX112517" fmla="*/ 325516 w 2119654"/>
              <a:gd name="connsiteY112517" fmla="*/ 1035639 h 2398711"/>
              <a:gd name="connsiteX112518" fmla="*/ 325447 w 2119654"/>
              <a:gd name="connsiteY112518" fmla="*/ 1034719 h 2398711"/>
              <a:gd name="connsiteX112519" fmla="*/ 597670 w 2119654"/>
              <a:gd name="connsiteY112519" fmla="*/ 423818 h 2398711"/>
              <a:gd name="connsiteX112520" fmla="*/ 597630 w 2119654"/>
              <a:gd name="connsiteY112520" fmla="*/ 425309 h 2398711"/>
              <a:gd name="connsiteX112521" fmla="*/ 603934 w 2119654"/>
              <a:gd name="connsiteY112521" fmla="*/ 428279 h 2398711"/>
              <a:gd name="connsiteX112522" fmla="*/ 603940 w 2119654"/>
              <a:gd name="connsiteY112522" fmla="*/ 427725 h 2398711"/>
              <a:gd name="connsiteX112523" fmla="*/ 545577 w 2119654"/>
              <a:gd name="connsiteY112523" fmla="*/ 540417 h 2398711"/>
              <a:gd name="connsiteX112524" fmla="*/ 545685 w 2119654"/>
              <a:gd name="connsiteY112524" fmla="*/ 546989 h 2398711"/>
              <a:gd name="connsiteX112525" fmla="*/ 548475 w 2119654"/>
              <a:gd name="connsiteY112525" fmla="*/ 549634 h 2398711"/>
              <a:gd name="connsiteX112526" fmla="*/ 547884 w 2119654"/>
              <a:gd name="connsiteY112526" fmla="*/ 542812 h 2398711"/>
              <a:gd name="connsiteX112527" fmla="*/ 247734 w 2119654"/>
              <a:gd name="connsiteY112527" fmla="*/ 1207344 h 2398711"/>
              <a:gd name="connsiteX112528" fmla="*/ 247955 w 2119654"/>
              <a:gd name="connsiteY112528" fmla="*/ 1208245 h 2398711"/>
              <a:gd name="connsiteX112529" fmla="*/ 248213 w 2119654"/>
              <a:gd name="connsiteY112529" fmla="*/ 1208826 h 2398711"/>
              <a:gd name="connsiteX112530" fmla="*/ 250727 w 2119654"/>
              <a:gd name="connsiteY112530" fmla="*/ 1210456 h 2398711"/>
              <a:gd name="connsiteX112531" fmla="*/ 250396 w 2119654"/>
              <a:gd name="connsiteY112531" fmla="*/ 1209739 h 2398711"/>
              <a:gd name="connsiteX112532" fmla="*/ 250091 w 2119654"/>
              <a:gd name="connsiteY112532" fmla="*/ 1209327 h 2398711"/>
              <a:gd name="connsiteX112533" fmla="*/ 509639 w 2119654"/>
              <a:gd name="connsiteY112533" fmla="*/ 620806 h 2398711"/>
              <a:gd name="connsiteX112534" fmla="*/ 509364 w 2119654"/>
              <a:gd name="connsiteY112534" fmla="*/ 621962 h 2398711"/>
              <a:gd name="connsiteX112535" fmla="*/ 511998 w 2119654"/>
              <a:gd name="connsiteY112535" fmla="*/ 623707 h 2398711"/>
              <a:gd name="connsiteX112536" fmla="*/ 511737 w 2119654"/>
              <a:gd name="connsiteY112536" fmla="*/ 621535 h 2398711"/>
              <a:gd name="connsiteX112537" fmla="*/ 457921 w 2119654"/>
              <a:gd name="connsiteY112537" fmla="*/ 736608 h 2398711"/>
              <a:gd name="connsiteX112538" fmla="*/ 457721 w 2119654"/>
              <a:gd name="connsiteY112538" fmla="*/ 738177 h 2398711"/>
              <a:gd name="connsiteX112539" fmla="*/ 457965 w 2119654"/>
              <a:gd name="connsiteY112539" fmla="*/ 738844 h 2398711"/>
              <a:gd name="connsiteX112540" fmla="*/ 458690 w 2119654"/>
              <a:gd name="connsiteY112540" fmla="*/ 739772 h 2398711"/>
              <a:gd name="connsiteX112541" fmla="*/ 458266 w 2119654"/>
              <a:gd name="connsiteY112541" fmla="*/ 736890 h 2398711"/>
              <a:gd name="connsiteX112542" fmla="*/ 364543 w 2119654"/>
              <a:gd name="connsiteY112542" fmla="*/ 945655 h 2398711"/>
              <a:gd name="connsiteX112543" fmla="*/ 364699 w 2119654"/>
              <a:gd name="connsiteY112543" fmla="*/ 946108 h 2398711"/>
              <a:gd name="connsiteX112544" fmla="*/ 364608 w 2119654"/>
              <a:gd name="connsiteY112544" fmla="*/ 945728 h 2398711"/>
              <a:gd name="connsiteX112545" fmla="*/ 497919 w 2119654"/>
              <a:gd name="connsiteY112545" fmla="*/ 646997 h 2398711"/>
              <a:gd name="connsiteX112546" fmla="*/ 499406 w 2119654"/>
              <a:gd name="connsiteY112546" fmla="*/ 654201 h 2398711"/>
              <a:gd name="connsiteX112547" fmla="*/ 501751 w 2119654"/>
              <a:gd name="connsiteY112547" fmla="*/ 655306 h 2398711"/>
              <a:gd name="connsiteX112548" fmla="*/ 502281 w 2119654"/>
              <a:gd name="connsiteY112548" fmla="*/ 652597 h 2398711"/>
              <a:gd name="connsiteX112549" fmla="*/ 502051 w 2119654"/>
              <a:gd name="connsiteY112549" fmla="*/ 649855 h 2398711"/>
              <a:gd name="connsiteX112550" fmla="*/ 274636 w 2119654"/>
              <a:gd name="connsiteY112550" fmla="*/ 1146969 h 2398711"/>
              <a:gd name="connsiteX112551" fmla="*/ 277363 w 2119654"/>
              <a:gd name="connsiteY112551" fmla="*/ 1155260 h 2398711"/>
              <a:gd name="connsiteX112552" fmla="*/ 278166 w 2119654"/>
              <a:gd name="connsiteY112552" fmla="*/ 1156531 h 2398711"/>
              <a:gd name="connsiteX112553" fmla="*/ 280242 w 2119654"/>
              <a:gd name="connsiteY112553" fmla="*/ 1157447 h 2398711"/>
              <a:gd name="connsiteX112554" fmla="*/ 279505 w 2119654"/>
              <a:gd name="connsiteY112554" fmla="*/ 1152844 h 2398711"/>
              <a:gd name="connsiteX112555" fmla="*/ 278672 w 2119654"/>
              <a:gd name="connsiteY112555" fmla="*/ 1152082 h 2398711"/>
              <a:gd name="connsiteX112556" fmla="*/ 431717 w 2119654"/>
              <a:gd name="connsiteY112556" fmla="*/ 795201 h 2398711"/>
              <a:gd name="connsiteX112557" fmla="*/ 431741 w 2119654"/>
              <a:gd name="connsiteY112557" fmla="*/ 795926 h 2398711"/>
              <a:gd name="connsiteX112558" fmla="*/ 431865 w 2119654"/>
              <a:gd name="connsiteY112558" fmla="*/ 795301 h 2398711"/>
              <a:gd name="connsiteX112559" fmla="*/ 443794 w 2119654"/>
              <a:gd name="connsiteY112559" fmla="*/ 768018 h 2398711"/>
              <a:gd name="connsiteX112560" fmla="*/ 444823 w 2119654"/>
              <a:gd name="connsiteY112560" fmla="*/ 773544 h 2398711"/>
              <a:gd name="connsiteX112561" fmla="*/ 445414 w 2119654"/>
              <a:gd name="connsiteY112561" fmla="*/ 773725 h 2398711"/>
              <a:gd name="connsiteX112562" fmla="*/ 343459 w 2119654"/>
              <a:gd name="connsiteY112562" fmla="*/ 992685 h 2398711"/>
              <a:gd name="connsiteX112563" fmla="*/ 343680 w 2119654"/>
              <a:gd name="connsiteY112563" fmla="*/ 993282 h 2398711"/>
              <a:gd name="connsiteX112564" fmla="*/ 344018 w 2119654"/>
              <a:gd name="connsiteY112564" fmla="*/ 993999 h 2398711"/>
              <a:gd name="connsiteX112565" fmla="*/ 344736 w 2119654"/>
              <a:gd name="connsiteY112565" fmla="*/ 994610 h 2398711"/>
              <a:gd name="connsiteX112566" fmla="*/ 322147 w 2119654"/>
              <a:gd name="connsiteY112566" fmla="*/ 1040362 h 2398711"/>
              <a:gd name="connsiteX112567" fmla="*/ 322338 w 2119654"/>
              <a:gd name="connsiteY112567" fmla="*/ 1042661 h 2398711"/>
              <a:gd name="connsiteX112568" fmla="*/ 325294 w 2119654"/>
              <a:gd name="connsiteY112568" fmla="*/ 1048915 h 2398711"/>
              <a:gd name="connsiteX112569" fmla="*/ 326642 w 2119654"/>
              <a:gd name="connsiteY112569" fmla="*/ 1050701 h 2398711"/>
              <a:gd name="connsiteX112570" fmla="*/ 326506 w 2119654"/>
              <a:gd name="connsiteY112570" fmla="*/ 1048891 h 2398711"/>
              <a:gd name="connsiteX112571" fmla="*/ 483346 w 2119654"/>
              <a:gd name="connsiteY112571" fmla="*/ 679226 h 2398711"/>
              <a:gd name="connsiteX112572" fmla="*/ 487689 w 2119654"/>
              <a:gd name="connsiteY112572" fmla="*/ 687810 h 2398711"/>
              <a:gd name="connsiteX112573" fmla="*/ 490642 w 2119654"/>
              <a:gd name="connsiteY112573" fmla="*/ 689271 h 2398711"/>
              <a:gd name="connsiteX112574" fmla="*/ 490166 w 2119654"/>
              <a:gd name="connsiteY112574" fmla="*/ 679862 h 2398711"/>
              <a:gd name="connsiteX112575" fmla="*/ 319074 w 2119654"/>
              <a:gd name="connsiteY112575" fmla="*/ 1046976 h 2398711"/>
              <a:gd name="connsiteX112576" fmla="*/ 319638 w 2119654"/>
              <a:gd name="connsiteY112576" fmla="*/ 1051468 h 2398711"/>
              <a:gd name="connsiteX112577" fmla="*/ 320513 w 2119654"/>
              <a:gd name="connsiteY112577" fmla="*/ 1052779 h 2398711"/>
              <a:gd name="connsiteX112578" fmla="*/ 320111 w 2119654"/>
              <a:gd name="connsiteY112578" fmla="*/ 1047851 h 2398711"/>
              <a:gd name="connsiteX112579" fmla="*/ 324721 w 2119654"/>
              <a:gd name="connsiteY112579" fmla="*/ 1034316 h 2398711"/>
              <a:gd name="connsiteX112580" fmla="*/ 324727 w 2119654"/>
              <a:gd name="connsiteY112580" fmla="*/ 1034327 h 2398711"/>
              <a:gd name="connsiteX112581" fmla="*/ 324724 w 2119654"/>
              <a:gd name="connsiteY112581" fmla="*/ 1034319 h 2398711"/>
              <a:gd name="connsiteX112582" fmla="*/ 535159 w 2119654"/>
              <a:gd name="connsiteY112582" fmla="*/ 563097 h 2398711"/>
              <a:gd name="connsiteX112583" fmla="*/ 537160 w 2119654"/>
              <a:gd name="connsiteY112583" fmla="*/ 569410 h 2398711"/>
              <a:gd name="connsiteX112584" fmla="*/ 537522 w 2119654"/>
              <a:gd name="connsiteY112584" fmla="*/ 569546 h 2398711"/>
              <a:gd name="connsiteX112585" fmla="*/ 536830 w 2119654"/>
              <a:gd name="connsiteY112585" fmla="*/ 564491 h 2398711"/>
              <a:gd name="connsiteX112586" fmla="*/ 423973 w 2119654"/>
              <a:gd name="connsiteY112586" fmla="*/ 812021 h 2398711"/>
              <a:gd name="connsiteX112587" fmla="*/ 424027 w 2119654"/>
              <a:gd name="connsiteY112587" fmla="*/ 812218 h 2398711"/>
              <a:gd name="connsiteX112588" fmla="*/ 424179 w 2119654"/>
              <a:gd name="connsiteY112588" fmla="*/ 812397 h 2398711"/>
              <a:gd name="connsiteX112589" fmla="*/ 424172 w 2119654"/>
              <a:gd name="connsiteY112589" fmla="*/ 812297 h 2398711"/>
              <a:gd name="connsiteX112590" fmla="*/ 556835 w 2119654"/>
              <a:gd name="connsiteY112590" fmla="*/ 514443 h 2398711"/>
              <a:gd name="connsiteX112591" fmla="*/ 556723 w 2119654"/>
              <a:gd name="connsiteY112591" fmla="*/ 515375 h 2398711"/>
              <a:gd name="connsiteX112592" fmla="*/ 556676 w 2119654"/>
              <a:gd name="connsiteY112592" fmla="*/ 516207 h 2398711"/>
              <a:gd name="connsiteX112593" fmla="*/ 557447 w 2119654"/>
              <a:gd name="connsiteY112593" fmla="*/ 516477 h 2398711"/>
              <a:gd name="connsiteX112594" fmla="*/ 320505 w 2119654"/>
              <a:gd name="connsiteY112594" fmla="*/ 1043526 h 2398711"/>
              <a:gd name="connsiteX112595" fmla="*/ 320844 w 2119654"/>
              <a:gd name="connsiteY112595" fmla="*/ 1047679 h 2398711"/>
              <a:gd name="connsiteX112596" fmla="*/ 322230 w 2119654"/>
              <a:gd name="connsiteY112596" fmla="*/ 1048759 h 2398711"/>
              <a:gd name="connsiteX112597" fmla="*/ 322056 w 2119654"/>
              <a:gd name="connsiteY112597" fmla="*/ 1046671 h 2398711"/>
              <a:gd name="connsiteX112598" fmla="*/ 320735 w 2119654"/>
              <a:gd name="connsiteY112598" fmla="*/ 1043875 h 2398711"/>
              <a:gd name="connsiteX112599" fmla="*/ 510043 w 2119654"/>
              <a:gd name="connsiteY112599" fmla="*/ 619111 h 2398711"/>
              <a:gd name="connsiteX112600" fmla="*/ 509822 w 2119654"/>
              <a:gd name="connsiteY112600" fmla="*/ 620037 h 2398711"/>
              <a:gd name="connsiteX112601" fmla="*/ 511634 w 2119654"/>
              <a:gd name="connsiteY112601" fmla="*/ 620667 h 2398711"/>
              <a:gd name="connsiteX112602" fmla="*/ 511484 w 2119654"/>
              <a:gd name="connsiteY112602" fmla="*/ 619418 h 2398711"/>
              <a:gd name="connsiteX112603" fmla="*/ 288679 w 2119654"/>
              <a:gd name="connsiteY112603" fmla="*/ 1114695 h 2398711"/>
              <a:gd name="connsiteX112604" fmla="*/ 290110 w 2119654"/>
              <a:gd name="connsiteY112604" fmla="*/ 1118405 h 2398711"/>
              <a:gd name="connsiteX112605" fmla="*/ 294553 w 2119654"/>
              <a:gd name="connsiteY112605" fmla="*/ 1128248 h 2398711"/>
              <a:gd name="connsiteX112606" fmla="*/ 296115 w 2119654"/>
              <a:gd name="connsiteY112606" fmla="*/ 1129133 h 2398711"/>
              <a:gd name="connsiteX112607" fmla="*/ 295876 w 2119654"/>
              <a:gd name="connsiteY112607" fmla="*/ 1128740 h 2398711"/>
              <a:gd name="connsiteX112608" fmla="*/ 295916 w 2119654"/>
              <a:gd name="connsiteY112608" fmla="*/ 1128410 h 2398711"/>
              <a:gd name="connsiteX112609" fmla="*/ 296481 w 2119654"/>
              <a:gd name="connsiteY112609" fmla="*/ 1129340 h 2398711"/>
              <a:gd name="connsiteX112610" fmla="*/ 300692 w 2119654"/>
              <a:gd name="connsiteY112610" fmla="*/ 1131726 h 2398711"/>
              <a:gd name="connsiteX112611" fmla="*/ 299864 w 2119654"/>
              <a:gd name="connsiteY112611" fmla="*/ 1128287 h 2398711"/>
              <a:gd name="connsiteX112612" fmla="*/ 293699 w 2119654"/>
              <a:gd name="connsiteY112612" fmla="*/ 1119138 h 2398711"/>
              <a:gd name="connsiteX112613" fmla="*/ 351111 w 2119654"/>
              <a:gd name="connsiteY112613" fmla="*/ 974893 h 2398711"/>
              <a:gd name="connsiteX112614" fmla="*/ 351318 w 2119654"/>
              <a:gd name="connsiteY112614" fmla="*/ 978212 h 2398711"/>
              <a:gd name="connsiteX112615" fmla="*/ 359924 w 2119654"/>
              <a:gd name="connsiteY112615" fmla="*/ 981301 h 2398711"/>
              <a:gd name="connsiteX112616" fmla="*/ 359354 w 2119654"/>
              <a:gd name="connsiteY112616" fmla="*/ 980558 h 2398711"/>
              <a:gd name="connsiteX112617" fmla="*/ 359362 w 2119654"/>
              <a:gd name="connsiteY112617" fmla="*/ 980479 h 2398711"/>
              <a:gd name="connsiteX112618" fmla="*/ 536509 w 2119654"/>
              <a:gd name="connsiteY112618" fmla="*/ 559674 h 2398711"/>
              <a:gd name="connsiteX112619" fmla="*/ 536694 w 2119654"/>
              <a:gd name="connsiteY112619" fmla="*/ 561022 h 2398711"/>
              <a:gd name="connsiteX112620" fmla="*/ 540028 w 2119654"/>
              <a:gd name="connsiteY112620" fmla="*/ 563010 h 2398711"/>
              <a:gd name="connsiteX112621" fmla="*/ 224572 w 2119654"/>
              <a:gd name="connsiteY112621" fmla="*/ 1258127 h 2398711"/>
              <a:gd name="connsiteX112622" fmla="*/ 225474 w 2119654"/>
              <a:gd name="connsiteY112622" fmla="*/ 1260748 h 2398711"/>
              <a:gd name="connsiteX112623" fmla="*/ 234056 w 2119654"/>
              <a:gd name="connsiteY112623" fmla="*/ 1268498 h 2398711"/>
              <a:gd name="connsiteX112624" fmla="*/ 232749 w 2119654"/>
              <a:gd name="connsiteY112624" fmla="*/ 1264700 h 2398711"/>
              <a:gd name="connsiteX112625" fmla="*/ 415272 w 2119654"/>
              <a:gd name="connsiteY112625" fmla="*/ 831097 h 2398711"/>
              <a:gd name="connsiteX112626" fmla="*/ 414822 w 2119654"/>
              <a:gd name="connsiteY112626" fmla="*/ 832328 h 2398711"/>
              <a:gd name="connsiteX112627" fmla="*/ 414525 w 2119654"/>
              <a:gd name="connsiteY112627" fmla="*/ 834225 h 2398711"/>
              <a:gd name="connsiteX112628" fmla="*/ 414544 w 2119654"/>
              <a:gd name="connsiteY112628" fmla="*/ 834465 h 2398711"/>
              <a:gd name="connsiteX112629" fmla="*/ 414962 w 2119654"/>
              <a:gd name="connsiteY112629" fmla="*/ 835194 h 2398711"/>
              <a:gd name="connsiteX112630" fmla="*/ 415722 w 2119654"/>
              <a:gd name="connsiteY112630" fmla="*/ 836483 h 2398711"/>
              <a:gd name="connsiteX112631" fmla="*/ 246580 w 2119654"/>
              <a:gd name="connsiteY112631" fmla="*/ 1208679 h 2398711"/>
              <a:gd name="connsiteX112632" fmla="*/ 247503 w 2119654"/>
              <a:gd name="connsiteY112632" fmla="*/ 1209868 h 2398711"/>
              <a:gd name="connsiteX112633" fmla="*/ 247331 w 2119654"/>
              <a:gd name="connsiteY112633" fmla="*/ 1209169 h 2398711"/>
              <a:gd name="connsiteX112634" fmla="*/ 415833 w 2119654"/>
              <a:gd name="connsiteY112634" fmla="*/ 829564 h 2398711"/>
              <a:gd name="connsiteX112635" fmla="*/ 415775 w 2119654"/>
              <a:gd name="connsiteY112635" fmla="*/ 829722 h 2398711"/>
              <a:gd name="connsiteX112636" fmla="*/ 416368 w 2119654"/>
              <a:gd name="connsiteY112636" fmla="*/ 836812 h 2398711"/>
              <a:gd name="connsiteX112637" fmla="*/ 417176 w 2119654"/>
              <a:gd name="connsiteY112637" fmla="*/ 832351 h 2398711"/>
              <a:gd name="connsiteX112638" fmla="*/ 362577 w 2119654"/>
              <a:gd name="connsiteY112638" fmla="*/ 948780 h 2398711"/>
              <a:gd name="connsiteX112639" fmla="*/ 365209 w 2119654"/>
              <a:gd name="connsiteY112639" fmla="*/ 959371 h 2398711"/>
              <a:gd name="connsiteX112640" fmla="*/ 365002 w 2119654"/>
              <a:gd name="connsiteY112640" fmla="*/ 953969 h 2398711"/>
              <a:gd name="connsiteX112641" fmla="*/ 443427 w 2119654"/>
              <a:gd name="connsiteY112641" fmla="*/ 767634 h 2398711"/>
              <a:gd name="connsiteX112642" fmla="*/ 442410 w 2119654"/>
              <a:gd name="connsiteY112642" fmla="*/ 772807 h 2398711"/>
              <a:gd name="connsiteX112643" fmla="*/ 444423 w 2119654"/>
              <a:gd name="connsiteY112643" fmla="*/ 773422 h 2398711"/>
              <a:gd name="connsiteX112644" fmla="*/ 563713 w 2119654"/>
              <a:gd name="connsiteY112644" fmla="*/ 498274 h 2398711"/>
              <a:gd name="connsiteX112645" fmla="*/ 563124 w 2119654"/>
              <a:gd name="connsiteY112645" fmla="*/ 503159 h 2398711"/>
              <a:gd name="connsiteX112646" fmla="*/ 563955 w 2119654"/>
              <a:gd name="connsiteY112646" fmla="*/ 503791 h 2398711"/>
              <a:gd name="connsiteX112647" fmla="*/ 564239 w 2119654"/>
              <a:gd name="connsiteY112647" fmla="*/ 498715 h 2398711"/>
              <a:gd name="connsiteX112648" fmla="*/ 324714 w 2119654"/>
              <a:gd name="connsiteY112648" fmla="*/ 1033348 h 2398711"/>
              <a:gd name="connsiteX112649" fmla="*/ 324888 w 2119654"/>
              <a:gd name="connsiteY112649" fmla="*/ 1034061 h 2398711"/>
              <a:gd name="connsiteX112650" fmla="*/ 325325 w 2119654"/>
              <a:gd name="connsiteY112650" fmla="*/ 1034302 h 2398711"/>
              <a:gd name="connsiteX112651" fmla="*/ 512174 w 2119654"/>
              <a:gd name="connsiteY112651" fmla="*/ 613585 h 2398711"/>
              <a:gd name="connsiteX112652" fmla="*/ 512703 w 2119654"/>
              <a:gd name="connsiteY112652" fmla="*/ 614542 h 2398711"/>
              <a:gd name="connsiteX112653" fmla="*/ 516466 w 2119654"/>
              <a:gd name="connsiteY112653" fmla="*/ 615345 h 2398711"/>
              <a:gd name="connsiteX112654" fmla="*/ 516325 w 2119654"/>
              <a:gd name="connsiteY112654" fmla="*/ 614156 h 2398711"/>
              <a:gd name="connsiteX112655" fmla="*/ 416675 w 2119654"/>
              <a:gd name="connsiteY112655" fmla="*/ 827262 h 2398711"/>
              <a:gd name="connsiteX112656" fmla="*/ 416118 w 2119654"/>
              <a:gd name="connsiteY112656" fmla="*/ 828779 h 2398711"/>
              <a:gd name="connsiteX112657" fmla="*/ 417376 w 2119654"/>
              <a:gd name="connsiteY112657" fmla="*/ 831247 h 2398711"/>
              <a:gd name="connsiteX112658" fmla="*/ 417598 w 2119654"/>
              <a:gd name="connsiteY112658" fmla="*/ 830019 h 2398711"/>
              <a:gd name="connsiteX112659" fmla="*/ 270945 w 2119654"/>
              <a:gd name="connsiteY112659" fmla="*/ 1153577 h 2398711"/>
              <a:gd name="connsiteX112660" fmla="*/ 273143 w 2119654"/>
              <a:gd name="connsiteY112660" fmla="*/ 1162528 h 2398711"/>
              <a:gd name="connsiteX112661" fmla="*/ 280522 w 2119654"/>
              <a:gd name="connsiteY112661" fmla="*/ 1169056 h 2398711"/>
              <a:gd name="connsiteX112662" fmla="*/ 276229 w 2119654"/>
              <a:gd name="connsiteY112662" fmla="*/ 1155996 h 2398711"/>
              <a:gd name="connsiteX112663" fmla="*/ 431159 w 2119654"/>
              <a:gd name="connsiteY112663" fmla="*/ 794824 h 2398711"/>
              <a:gd name="connsiteX112664" fmla="*/ 430669 w 2119654"/>
              <a:gd name="connsiteY112664" fmla="*/ 798660 h 2398711"/>
              <a:gd name="connsiteX112665" fmla="*/ 430721 w 2119654"/>
              <a:gd name="connsiteY112665" fmla="*/ 801124 h 2398711"/>
              <a:gd name="connsiteX112666" fmla="*/ 431391 w 2119654"/>
              <a:gd name="connsiteY112666" fmla="*/ 797712 h 2398711"/>
              <a:gd name="connsiteX112667" fmla="*/ 431295 w 2119654"/>
              <a:gd name="connsiteY112667" fmla="*/ 794915 h 2398711"/>
              <a:gd name="connsiteX112668" fmla="*/ 482793 w 2119654"/>
              <a:gd name="connsiteY112668" fmla="*/ 679175 h 2398711"/>
              <a:gd name="connsiteX112669" fmla="*/ 483143 w 2119654"/>
              <a:gd name="connsiteY112669" fmla="*/ 683873 h 2398711"/>
              <a:gd name="connsiteX112670" fmla="*/ 484290 w 2119654"/>
              <a:gd name="connsiteY112670" fmla="*/ 686129 h 2398711"/>
              <a:gd name="connsiteX112671" fmla="*/ 487207 w 2119654"/>
              <a:gd name="connsiteY112671" fmla="*/ 687572 h 2398711"/>
              <a:gd name="connsiteX112672" fmla="*/ 482967 w 2119654"/>
              <a:gd name="connsiteY112672" fmla="*/ 679192 h 2398711"/>
              <a:gd name="connsiteX112673" fmla="*/ 357485 w 2119654"/>
              <a:gd name="connsiteY112673" fmla="*/ 959682 h 2398711"/>
              <a:gd name="connsiteX112674" fmla="*/ 358380 w 2119654"/>
              <a:gd name="connsiteY112674" fmla="*/ 962924 h 2398711"/>
              <a:gd name="connsiteX112675" fmla="*/ 358682 w 2119654"/>
              <a:gd name="connsiteY112675" fmla="*/ 963419 h 2398711"/>
              <a:gd name="connsiteX112676" fmla="*/ 358074 w 2119654"/>
              <a:gd name="connsiteY112676" fmla="*/ 960625 h 2398711"/>
              <a:gd name="connsiteX112677" fmla="*/ 510575 w 2119654"/>
              <a:gd name="connsiteY112677" fmla="*/ 616869 h 2398711"/>
              <a:gd name="connsiteX112678" fmla="*/ 510215 w 2119654"/>
              <a:gd name="connsiteY112678" fmla="*/ 618385 h 2398711"/>
              <a:gd name="connsiteX112679" fmla="*/ 511391 w 2119654"/>
              <a:gd name="connsiteY112679" fmla="*/ 618636 h 2398711"/>
              <a:gd name="connsiteX112680" fmla="*/ 511263 w 2119654"/>
              <a:gd name="connsiteY112680" fmla="*/ 617563 h 2398711"/>
              <a:gd name="connsiteX112681" fmla="*/ 423853 w 2119654"/>
              <a:gd name="connsiteY112681" fmla="*/ 811034 h 2398711"/>
              <a:gd name="connsiteX112682" fmla="*/ 423841 w 2119654"/>
              <a:gd name="connsiteY112682" fmla="*/ 811318 h 2398711"/>
              <a:gd name="connsiteX112683" fmla="*/ 424124 w 2119654"/>
              <a:gd name="connsiteY112683" fmla="*/ 811711 h 2398711"/>
              <a:gd name="connsiteX112684" fmla="*/ 424091 w 2119654"/>
              <a:gd name="connsiteY112684" fmla="*/ 811307 h 2398711"/>
              <a:gd name="connsiteX112685" fmla="*/ 298723 w 2119654"/>
              <a:gd name="connsiteY112685" fmla="*/ 1091149 h 2398711"/>
              <a:gd name="connsiteX112686" fmla="*/ 299063 w 2119654"/>
              <a:gd name="connsiteY112686" fmla="*/ 1092899 h 2398711"/>
              <a:gd name="connsiteX112687" fmla="*/ 303280 w 2119654"/>
              <a:gd name="connsiteY112687" fmla="*/ 1096758 h 2398711"/>
              <a:gd name="connsiteX112688" fmla="*/ 303309 w 2119654"/>
              <a:gd name="connsiteY112688" fmla="*/ 1096220 h 2398711"/>
              <a:gd name="connsiteX112689" fmla="*/ 302844 w 2119654"/>
              <a:gd name="connsiteY112689" fmla="*/ 1094870 h 2398711"/>
              <a:gd name="connsiteX112690" fmla="*/ 537115 w 2119654"/>
              <a:gd name="connsiteY112690" fmla="*/ 557230 h 2398711"/>
              <a:gd name="connsiteX112691" fmla="*/ 539430 w 2119654"/>
              <a:gd name="connsiteY112691" fmla="*/ 559425 h 2398711"/>
              <a:gd name="connsiteX112692" fmla="*/ 538907 w 2119654"/>
              <a:gd name="connsiteY112692" fmla="*/ 557773 h 2398711"/>
              <a:gd name="connsiteX112693" fmla="*/ 494619 w 2119654"/>
              <a:gd name="connsiteY112693" fmla="*/ 652279 h 2398711"/>
              <a:gd name="connsiteX112694" fmla="*/ 494701 w 2119654"/>
              <a:gd name="connsiteY112694" fmla="*/ 654673 h 2398711"/>
              <a:gd name="connsiteX112695" fmla="*/ 494911 w 2119654"/>
              <a:gd name="connsiteY112695" fmla="*/ 657483 h 2398711"/>
              <a:gd name="connsiteX112696" fmla="*/ 497191 w 2119654"/>
              <a:gd name="connsiteY112696" fmla="*/ 659220 h 2398711"/>
              <a:gd name="connsiteX112697" fmla="*/ 500247 w 2119654"/>
              <a:gd name="connsiteY112697" fmla="*/ 659506 h 2398711"/>
              <a:gd name="connsiteX112698" fmla="*/ 499198 w 2119654"/>
              <a:gd name="connsiteY112698" fmla="*/ 655215 h 2398711"/>
              <a:gd name="connsiteX112699" fmla="*/ 499039 w 2119654"/>
              <a:gd name="connsiteY112699" fmla="*/ 654362 h 2398711"/>
              <a:gd name="connsiteX112700" fmla="*/ 527112 w 2119654"/>
              <a:gd name="connsiteY112700" fmla="*/ 579440 h 2398711"/>
              <a:gd name="connsiteX112701" fmla="*/ 527152 w 2119654"/>
              <a:gd name="connsiteY112701" fmla="*/ 579990 h 2398711"/>
              <a:gd name="connsiteX112702" fmla="*/ 527392 w 2119654"/>
              <a:gd name="connsiteY112702" fmla="*/ 580189 h 2398711"/>
              <a:gd name="connsiteX112703" fmla="*/ 527751 w 2119654"/>
              <a:gd name="connsiteY112703" fmla="*/ 580331 h 2398711"/>
              <a:gd name="connsiteX112704" fmla="*/ 527806 w 2119654"/>
              <a:gd name="connsiteY112704" fmla="*/ 580010 h 2398711"/>
              <a:gd name="connsiteX112705" fmla="*/ 603014 w 2119654"/>
              <a:gd name="connsiteY112705" fmla="*/ 409447 h 2398711"/>
              <a:gd name="connsiteX112706" fmla="*/ 603553 w 2119654"/>
              <a:gd name="connsiteY112706" fmla="*/ 413374 h 2398711"/>
              <a:gd name="connsiteX112707" fmla="*/ 605837 w 2119654"/>
              <a:gd name="connsiteY112707" fmla="*/ 428545 h 2398711"/>
              <a:gd name="connsiteX112708" fmla="*/ 609979 w 2119654"/>
              <a:gd name="connsiteY112708" fmla="*/ 431126 h 2398711"/>
              <a:gd name="connsiteX112709" fmla="*/ 613351 w 2119654"/>
              <a:gd name="connsiteY112709" fmla="*/ 432714 h 2398711"/>
              <a:gd name="connsiteX112710" fmla="*/ 614308 w 2119654"/>
              <a:gd name="connsiteY112710" fmla="*/ 426582 h 2398711"/>
              <a:gd name="connsiteX112711" fmla="*/ 611147 w 2119654"/>
              <a:gd name="connsiteY112711" fmla="*/ 415447 h 2398711"/>
              <a:gd name="connsiteX112712" fmla="*/ 427215 w 2119654"/>
              <a:gd name="connsiteY112712" fmla="*/ 803004 h 2398711"/>
              <a:gd name="connsiteX112713" fmla="*/ 427230 w 2119654"/>
              <a:gd name="connsiteY112713" fmla="*/ 803411 h 2398711"/>
              <a:gd name="connsiteX112714" fmla="*/ 427360 w 2119654"/>
              <a:gd name="connsiteY112714" fmla="*/ 804065 h 2398711"/>
              <a:gd name="connsiteX112715" fmla="*/ 428987 w 2119654"/>
              <a:gd name="connsiteY112715" fmla="*/ 805934 h 2398711"/>
              <a:gd name="connsiteX112716" fmla="*/ 429161 w 2119654"/>
              <a:gd name="connsiteY112716" fmla="*/ 804577 h 2398711"/>
              <a:gd name="connsiteX112717" fmla="*/ 428993 w 2119654"/>
              <a:gd name="connsiteY112717" fmla="*/ 804183 h 2398711"/>
              <a:gd name="connsiteX112718" fmla="*/ 510848 w 2119654"/>
              <a:gd name="connsiteY112718" fmla="*/ 615715 h 2398711"/>
              <a:gd name="connsiteX112719" fmla="*/ 510621 w 2119654"/>
              <a:gd name="connsiteY112719" fmla="*/ 616667 h 2398711"/>
              <a:gd name="connsiteX112720" fmla="*/ 511229 w 2119654"/>
              <a:gd name="connsiteY112720" fmla="*/ 617280 h 2398711"/>
              <a:gd name="connsiteX112721" fmla="*/ 511094 w 2119654"/>
              <a:gd name="connsiteY112721" fmla="*/ 616160 h 2398711"/>
              <a:gd name="connsiteX112722" fmla="*/ 521936 w 2119654"/>
              <a:gd name="connsiteY112722" fmla="*/ 590881 h 2398711"/>
              <a:gd name="connsiteX112723" fmla="*/ 521096 w 2119654"/>
              <a:gd name="connsiteY112723" fmla="*/ 596475 h 2398711"/>
              <a:gd name="connsiteX112724" fmla="*/ 522588 w 2119654"/>
              <a:gd name="connsiteY112724" fmla="*/ 597057 h 2398711"/>
              <a:gd name="connsiteX112725" fmla="*/ 522286 w 2119654"/>
              <a:gd name="connsiteY112725" fmla="*/ 591637 h 2398711"/>
              <a:gd name="connsiteX112726" fmla="*/ 503709 w 2119654"/>
              <a:gd name="connsiteY112726" fmla="*/ 631563 h 2398711"/>
              <a:gd name="connsiteX112727" fmla="*/ 503728 w 2119654"/>
              <a:gd name="connsiteY112727" fmla="*/ 640774 h 2398711"/>
              <a:gd name="connsiteX112728" fmla="*/ 504285 w 2119654"/>
              <a:gd name="connsiteY112728" fmla="*/ 642354 h 2398711"/>
              <a:gd name="connsiteX112729" fmla="*/ 505054 w 2119654"/>
              <a:gd name="connsiteY112729" fmla="*/ 638431 h 2398711"/>
              <a:gd name="connsiteX112730" fmla="*/ 506280 w 2119654"/>
              <a:gd name="connsiteY112730" fmla="*/ 633268 h 2398711"/>
              <a:gd name="connsiteX112731" fmla="*/ 450900 w 2119654"/>
              <a:gd name="connsiteY112731" fmla="*/ 749568 h 2398711"/>
              <a:gd name="connsiteX112732" fmla="*/ 451269 w 2119654"/>
              <a:gd name="connsiteY112732" fmla="*/ 754087 h 2398711"/>
              <a:gd name="connsiteX112733" fmla="*/ 453821 w 2119654"/>
              <a:gd name="connsiteY112733" fmla="*/ 759592 h 2398711"/>
              <a:gd name="connsiteX112734" fmla="*/ 454339 w 2119654"/>
              <a:gd name="connsiteY112734" fmla="*/ 760237 h 2398711"/>
              <a:gd name="connsiteX112735" fmla="*/ 454901 w 2119654"/>
              <a:gd name="connsiteY112735" fmla="*/ 755839 h 2398711"/>
              <a:gd name="connsiteX112736" fmla="*/ 453605 w 2119654"/>
              <a:gd name="connsiteY112736" fmla="*/ 750853 h 2398711"/>
              <a:gd name="connsiteX112737" fmla="*/ 448257 w 2119654"/>
              <a:gd name="connsiteY112737" fmla="*/ 755324 h 2398711"/>
              <a:gd name="connsiteX112738" fmla="*/ 448828 w 2119654"/>
              <a:gd name="connsiteY112738" fmla="*/ 760693 h 2398711"/>
              <a:gd name="connsiteX112739" fmla="*/ 450308 w 2119654"/>
              <a:gd name="connsiteY112739" fmla="*/ 761636 h 2398711"/>
              <a:gd name="connsiteX112740" fmla="*/ 379186 w 2119654"/>
              <a:gd name="connsiteY112740" fmla="*/ 909750 h 2398711"/>
              <a:gd name="connsiteX112741" fmla="*/ 379422 w 2119654"/>
              <a:gd name="connsiteY112741" fmla="*/ 910249 h 2398711"/>
              <a:gd name="connsiteX112742" fmla="*/ 382637 w 2119654"/>
              <a:gd name="connsiteY112742" fmla="*/ 914362 h 2398711"/>
              <a:gd name="connsiteX112743" fmla="*/ 382722 w 2119654"/>
              <a:gd name="connsiteY112743" fmla="*/ 912436 h 2398711"/>
              <a:gd name="connsiteX112744" fmla="*/ 343756 w 2119654"/>
              <a:gd name="connsiteY112744" fmla="*/ 988986 h 2398711"/>
              <a:gd name="connsiteX112745" fmla="*/ 344634 w 2119654"/>
              <a:gd name="connsiteY112745" fmla="*/ 990916 h 2398711"/>
              <a:gd name="connsiteX112746" fmla="*/ 344551 w 2119654"/>
              <a:gd name="connsiteY112746" fmla="*/ 989835 h 2398711"/>
              <a:gd name="connsiteX112747" fmla="*/ 444109 w 2119654"/>
              <a:gd name="connsiteY112747" fmla="*/ 764161 h 2398711"/>
              <a:gd name="connsiteX112748" fmla="*/ 443768 w 2119654"/>
              <a:gd name="connsiteY112748" fmla="*/ 765897 h 2398711"/>
              <a:gd name="connsiteX112749" fmla="*/ 446045 w 2119654"/>
              <a:gd name="connsiteY112749" fmla="*/ 773916 h 2398711"/>
              <a:gd name="connsiteX112750" fmla="*/ 447376 w 2119654"/>
              <a:gd name="connsiteY112750" fmla="*/ 774324 h 2398711"/>
              <a:gd name="connsiteX112751" fmla="*/ 447870 w 2119654"/>
              <a:gd name="connsiteY112751" fmla="*/ 774496 h 2398711"/>
              <a:gd name="connsiteX112752" fmla="*/ 456812 w 2119654"/>
              <a:gd name="connsiteY112752" fmla="*/ 735700 h 2398711"/>
              <a:gd name="connsiteX112753" fmla="*/ 457306 w 2119654"/>
              <a:gd name="connsiteY112753" fmla="*/ 737045 h 2398711"/>
              <a:gd name="connsiteX112754" fmla="*/ 457415 w 2119654"/>
              <a:gd name="connsiteY112754" fmla="*/ 736193 h 2398711"/>
              <a:gd name="connsiteX112755" fmla="*/ 458540 w 2119654"/>
              <a:gd name="connsiteY112755" fmla="*/ 731785 h 2398711"/>
              <a:gd name="connsiteX112756" fmla="*/ 458217 w 2119654"/>
              <a:gd name="connsiteY112756" fmla="*/ 734309 h 2398711"/>
              <a:gd name="connsiteX112757" fmla="*/ 459471 w 2119654"/>
              <a:gd name="connsiteY112757" fmla="*/ 734756 h 2398711"/>
              <a:gd name="connsiteX112758" fmla="*/ 459679 w 2119654"/>
              <a:gd name="connsiteY112758" fmla="*/ 733051 h 2398711"/>
              <a:gd name="connsiteX112759" fmla="*/ 465183 w 2119654"/>
              <a:gd name="connsiteY112759" fmla="*/ 716739 h 2398711"/>
              <a:gd name="connsiteX112760" fmla="*/ 465910 w 2119654"/>
              <a:gd name="connsiteY112760" fmla="*/ 722131 h 2398711"/>
              <a:gd name="connsiteX112761" fmla="*/ 475862 w 2119654"/>
              <a:gd name="connsiteY112761" fmla="*/ 727067 h 2398711"/>
              <a:gd name="connsiteX112762" fmla="*/ 475975 w 2119654"/>
              <a:gd name="connsiteY112762" fmla="*/ 727102 h 2398711"/>
              <a:gd name="connsiteX112763" fmla="*/ 475940 w 2119654"/>
              <a:gd name="connsiteY112763" fmla="*/ 723207 h 2398711"/>
              <a:gd name="connsiteX112764" fmla="*/ 473747 w 2119654"/>
              <a:gd name="connsiteY112764" fmla="*/ 721588 h 2398711"/>
              <a:gd name="connsiteX112765" fmla="*/ 588505 w 2119654"/>
              <a:gd name="connsiteY112765" fmla="*/ 440547 h 2398711"/>
              <a:gd name="connsiteX112766" fmla="*/ 591355 w 2119654"/>
              <a:gd name="connsiteY112766" fmla="*/ 450585 h 2398711"/>
              <a:gd name="connsiteX112767" fmla="*/ 596296 w 2119654"/>
              <a:gd name="connsiteY112767" fmla="*/ 455068 h 2398711"/>
              <a:gd name="connsiteX112768" fmla="*/ 596467 w 2119654"/>
              <a:gd name="connsiteY112768" fmla="*/ 448794 h 2398711"/>
              <a:gd name="connsiteX112769" fmla="*/ 374181 w 2119654"/>
              <a:gd name="connsiteY112769" fmla="*/ 920155 h 2398711"/>
              <a:gd name="connsiteX112770" fmla="*/ 375162 w 2119654"/>
              <a:gd name="connsiteY112770" fmla="*/ 923476 h 2398711"/>
              <a:gd name="connsiteX112771" fmla="*/ 377862 w 2119654"/>
              <a:gd name="connsiteY112771" fmla="*/ 926867 h 2398711"/>
              <a:gd name="connsiteX112772" fmla="*/ 377835 w 2119654"/>
              <a:gd name="connsiteY112772" fmla="*/ 926514 h 2398711"/>
              <a:gd name="connsiteX112773" fmla="*/ 375843 w 2119654"/>
              <a:gd name="connsiteY112773" fmla="*/ 920746 h 2398711"/>
              <a:gd name="connsiteX112774" fmla="*/ 518282 w 2119654"/>
              <a:gd name="connsiteY112774" fmla="*/ 597442 h 2398711"/>
              <a:gd name="connsiteX112775" fmla="*/ 518786 w 2119654"/>
              <a:gd name="connsiteY112775" fmla="*/ 600639 h 2398711"/>
              <a:gd name="connsiteX112776" fmla="*/ 519924 w 2119654"/>
              <a:gd name="connsiteY112776" fmla="*/ 601351 h 2398711"/>
              <a:gd name="connsiteX112777" fmla="*/ 520228 w 2119654"/>
              <a:gd name="connsiteY112777" fmla="*/ 599322 h 2398711"/>
              <a:gd name="connsiteX112778" fmla="*/ 520189 w 2119654"/>
              <a:gd name="connsiteY112778" fmla="*/ 598223 h 2398711"/>
              <a:gd name="connsiteX112779" fmla="*/ 243471 w 2119654"/>
              <a:gd name="connsiteY112779" fmla="*/ 1212737 h 2398711"/>
              <a:gd name="connsiteX112780" fmla="*/ 245527 w 2119654"/>
              <a:gd name="connsiteY112780" fmla="*/ 1216665 h 2398711"/>
              <a:gd name="connsiteX112781" fmla="*/ 247347 w 2119654"/>
              <a:gd name="connsiteY112781" fmla="*/ 1217674 h 2398711"/>
              <a:gd name="connsiteX112782" fmla="*/ 245914 w 2119654"/>
              <a:gd name="connsiteY112782" fmla="*/ 1215881 h 2398711"/>
              <a:gd name="connsiteX112783" fmla="*/ 251873 w 2119654"/>
              <a:gd name="connsiteY112783" fmla="*/ 1193642 h 2398711"/>
              <a:gd name="connsiteX112784" fmla="*/ 251930 w 2119654"/>
              <a:gd name="connsiteY112784" fmla="*/ 1193776 h 2398711"/>
              <a:gd name="connsiteX112785" fmla="*/ 254546 w 2119654"/>
              <a:gd name="connsiteY112785" fmla="*/ 1197823 h 2398711"/>
              <a:gd name="connsiteX112786" fmla="*/ 255360 w 2119654"/>
              <a:gd name="connsiteY112786" fmla="*/ 1198978 h 2398711"/>
              <a:gd name="connsiteX112787" fmla="*/ 254820 w 2119654"/>
              <a:gd name="connsiteY112787" fmla="*/ 1197683 h 2398711"/>
              <a:gd name="connsiteX112788" fmla="*/ 389346 w 2119654"/>
              <a:gd name="connsiteY112788" fmla="*/ 885737 h 2398711"/>
              <a:gd name="connsiteX112789" fmla="*/ 389749 w 2119654"/>
              <a:gd name="connsiteY112789" fmla="*/ 887430 h 2398711"/>
              <a:gd name="connsiteX112790" fmla="*/ 392663 w 2119654"/>
              <a:gd name="connsiteY112790" fmla="*/ 890123 h 2398711"/>
              <a:gd name="connsiteX112791" fmla="*/ 392670 w 2119654"/>
              <a:gd name="connsiteY112791" fmla="*/ 890070 h 2398711"/>
              <a:gd name="connsiteX112792" fmla="*/ 391425 w 2119654"/>
              <a:gd name="connsiteY112792" fmla="*/ 888100 h 2398711"/>
              <a:gd name="connsiteX112793" fmla="*/ 507858 w 2119654"/>
              <a:gd name="connsiteY112793" fmla="*/ 620186 h 2398711"/>
              <a:gd name="connsiteX112794" fmla="*/ 508936 w 2119654"/>
              <a:gd name="connsiteY112794" fmla="*/ 621678 h 2398711"/>
              <a:gd name="connsiteX112795" fmla="*/ 509019 w 2119654"/>
              <a:gd name="connsiteY112795" fmla="*/ 621732 h 2398711"/>
              <a:gd name="connsiteX112796" fmla="*/ 509269 w 2119654"/>
              <a:gd name="connsiteY112796" fmla="*/ 620677 h 2398711"/>
              <a:gd name="connsiteX112797" fmla="*/ 344540 w 2119654"/>
              <a:gd name="connsiteY112797" fmla="*/ 985829 h 2398711"/>
              <a:gd name="connsiteX112798" fmla="*/ 344780 w 2119654"/>
              <a:gd name="connsiteY112798" fmla="*/ 988965 h 2398711"/>
              <a:gd name="connsiteX112799" fmla="*/ 347236 w 2119654"/>
              <a:gd name="connsiteY112799" fmla="*/ 991593 h 2398711"/>
              <a:gd name="connsiteX112800" fmla="*/ 346984 w 2119654"/>
              <a:gd name="connsiteY112800" fmla="*/ 990355 h 2398711"/>
              <a:gd name="connsiteX112801" fmla="*/ 548738 w 2119654"/>
              <a:gd name="connsiteY112801" fmla="*/ 528535 h 2398711"/>
              <a:gd name="connsiteX112802" fmla="*/ 551843 w 2119654"/>
              <a:gd name="connsiteY112802" fmla="*/ 537527 h 2398711"/>
              <a:gd name="connsiteX112803" fmla="*/ 552580 w 2119654"/>
              <a:gd name="connsiteY112803" fmla="*/ 531419 h 2398711"/>
              <a:gd name="connsiteX112804" fmla="*/ 250721 w 2119654"/>
              <a:gd name="connsiteY112804" fmla="*/ 1195782 h 2398711"/>
              <a:gd name="connsiteX112805" fmla="*/ 250865 w 2119654"/>
              <a:gd name="connsiteY112805" fmla="*/ 1196008 h 2398711"/>
              <a:gd name="connsiteX112806" fmla="*/ 255194 w 2119654"/>
              <a:gd name="connsiteY112806" fmla="*/ 1202611 h 2398711"/>
              <a:gd name="connsiteX112807" fmla="*/ 255065 w 2119654"/>
              <a:gd name="connsiteY112807" fmla="*/ 1202305 h 2398711"/>
              <a:gd name="connsiteX112808" fmla="*/ 252062 w 2119654"/>
              <a:gd name="connsiteY112808" fmla="*/ 1197215 h 2398711"/>
              <a:gd name="connsiteX112809" fmla="*/ 197356 w 2119654"/>
              <a:gd name="connsiteY112809" fmla="*/ 1315098 h 2398711"/>
              <a:gd name="connsiteX112810" fmla="*/ 201260 w 2119654"/>
              <a:gd name="connsiteY112810" fmla="*/ 1325320 h 2398711"/>
              <a:gd name="connsiteX112811" fmla="*/ 218342 w 2119654"/>
              <a:gd name="connsiteY112811" fmla="*/ 1339531 h 2398711"/>
              <a:gd name="connsiteX112812" fmla="*/ 220232 w 2119654"/>
              <a:gd name="connsiteY112812" fmla="*/ 1340644 h 2398711"/>
              <a:gd name="connsiteX112813" fmla="*/ 264380 w 2119654"/>
              <a:gd name="connsiteY112813" fmla="*/ 1164979 h 2398711"/>
              <a:gd name="connsiteX112814" fmla="*/ 265049 w 2119654"/>
              <a:gd name="connsiteY112814" fmla="*/ 1167893 h 2398711"/>
              <a:gd name="connsiteX112815" fmla="*/ 265662 w 2119654"/>
              <a:gd name="connsiteY112815" fmla="*/ 1168413 h 2398711"/>
              <a:gd name="connsiteX112816" fmla="*/ 512332 w 2119654"/>
              <a:gd name="connsiteY112816" fmla="*/ 609469 h 2398711"/>
              <a:gd name="connsiteX112817" fmla="*/ 511601 w 2119654"/>
              <a:gd name="connsiteY112817" fmla="*/ 612550 h 2398711"/>
              <a:gd name="connsiteX112818" fmla="*/ 511994 w 2119654"/>
              <a:gd name="connsiteY112818" fmla="*/ 613260 h 2398711"/>
              <a:gd name="connsiteX112819" fmla="*/ 516288 w 2119654"/>
              <a:gd name="connsiteY112819" fmla="*/ 613850 h 2398711"/>
              <a:gd name="connsiteX112820" fmla="*/ 516030 w 2119654"/>
              <a:gd name="connsiteY112820" fmla="*/ 611704 h 2398711"/>
              <a:gd name="connsiteX112821" fmla="*/ 387847 w 2119654"/>
              <a:gd name="connsiteY112821" fmla="*/ 888144 h 2398711"/>
              <a:gd name="connsiteX112822" fmla="*/ 388897 w 2119654"/>
              <a:gd name="connsiteY112822" fmla="*/ 893329 h 2398711"/>
              <a:gd name="connsiteX112823" fmla="*/ 390570 w 2119654"/>
              <a:gd name="connsiteY112823" fmla="*/ 893911 h 2398711"/>
              <a:gd name="connsiteX112824" fmla="*/ 389660 w 2119654"/>
              <a:gd name="connsiteY112824" fmla="*/ 890084 h 2398711"/>
              <a:gd name="connsiteX112825" fmla="*/ 518116 w 2119654"/>
              <a:gd name="connsiteY112825" fmla="*/ 596391 h 2398711"/>
              <a:gd name="connsiteX112826" fmla="*/ 518236 w 2119654"/>
              <a:gd name="connsiteY112826" fmla="*/ 597152 h 2398711"/>
              <a:gd name="connsiteX112827" fmla="*/ 520178 w 2119654"/>
              <a:gd name="connsiteY112827" fmla="*/ 597949 h 2398711"/>
              <a:gd name="connsiteX112828" fmla="*/ 520152 w 2119654"/>
              <a:gd name="connsiteY112828" fmla="*/ 597226 h 2398711"/>
              <a:gd name="connsiteX112829" fmla="*/ 291668 w 2119654"/>
              <a:gd name="connsiteY112829" fmla="*/ 1103372 h 2398711"/>
              <a:gd name="connsiteX112830" fmla="*/ 292969 w 2119654"/>
              <a:gd name="connsiteY112830" fmla="*/ 1106203 h 2398711"/>
              <a:gd name="connsiteX112831" fmla="*/ 294179 w 2119654"/>
              <a:gd name="connsiteY112831" fmla="*/ 1106637 h 2398711"/>
              <a:gd name="connsiteX112832" fmla="*/ 292977 w 2119654"/>
              <a:gd name="connsiteY112832" fmla="*/ 1104399 h 2398711"/>
              <a:gd name="connsiteX112833" fmla="*/ 292323 w 2119654"/>
              <a:gd name="connsiteY112833" fmla="*/ 1103789 h 2398711"/>
              <a:gd name="connsiteX112834" fmla="*/ 342356 w 2119654"/>
              <a:gd name="connsiteY112834" fmla="*/ 989697 h 2398711"/>
              <a:gd name="connsiteX112835" fmla="*/ 343328 w 2119654"/>
              <a:gd name="connsiteY112835" fmla="*/ 992330 h 2398711"/>
              <a:gd name="connsiteX112836" fmla="*/ 344927 w 2119654"/>
              <a:gd name="connsiteY112836" fmla="*/ 994741 h 2398711"/>
              <a:gd name="connsiteX112837" fmla="*/ 344742 w 2119654"/>
              <a:gd name="connsiteY112837" fmla="*/ 992317 h 2398711"/>
              <a:gd name="connsiteX112838" fmla="*/ 501103 w 2119654"/>
              <a:gd name="connsiteY112838" fmla="*/ 634204 h 2398711"/>
              <a:gd name="connsiteX112839" fmla="*/ 502163 w 2119654"/>
              <a:gd name="connsiteY112839" fmla="*/ 646887 h 2398711"/>
              <a:gd name="connsiteX112840" fmla="*/ 503160 w 2119654"/>
              <a:gd name="connsiteY112840" fmla="*/ 647576 h 2398711"/>
              <a:gd name="connsiteX112841" fmla="*/ 503172 w 2119654"/>
              <a:gd name="connsiteY112841" fmla="*/ 646551 h 2398711"/>
              <a:gd name="connsiteX112842" fmla="*/ 502152 w 2119654"/>
              <a:gd name="connsiteY112842" fmla="*/ 638037 h 2398711"/>
              <a:gd name="connsiteX112843" fmla="*/ 502109 w 2119654"/>
              <a:gd name="connsiteY112843" fmla="*/ 637633 h 2398711"/>
              <a:gd name="connsiteX112844" fmla="*/ 481085 w 2119654"/>
              <a:gd name="connsiteY112844" fmla="*/ 679016 h 2398711"/>
              <a:gd name="connsiteX112845" fmla="*/ 481143 w 2119654"/>
              <a:gd name="connsiteY112845" fmla="*/ 679939 h 2398711"/>
              <a:gd name="connsiteX112846" fmla="*/ 482261 w 2119654"/>
              <a:gd name="connsiteY112846" fmla="*/ 682137 h 2398711"/>
              <a:gd name="connsiteX112847" fmla="*/ 482156 w 2119654"/>
              <a:gd name="connsiteY112847" fmla="*/ 679116 h 2398711"/>
              <a:gd name="connsiteX112848" fmla="*/ 222066 w 2119654"/>
              <a:gd name="connsiteY112848" fmla="*/ 1258893 h 2398711"/>
              <a:gd name="connsiteX112849" fmla="*/ 225491 w 2119654"/>
              <a:gd name="connsiteY112849" fmla="*/ 1265554 h 2398711"/>
              <a:gd name="connsiteX112850" fmla="*/ 226833 w 2119654"/>
              <a:gd name="connsiteY112850" fmla="*/ 1266891 h 2398711"/>
              <a:gd name="connsiteX112851" fmla="*/ 224990 w 2119654"/>
              <a:gd name="connsiteY112851" fmla="*/ 1261533 h 2398711"/>
              <a:gd name="connsiteX112852" fmla="*/ 427096 w 2119654"/>
              <a:gd name="connsiteY112852" fmla="*/ 799726 h 2398711"/>
              <a:gd name="connsiteX112853" fmla="*/ 427136 w 2119654"/>
              <a:gd name="connsiteY112853" fmla="*/ 800837 h 2398711"/>
              <a:gd name="connsiteX112854" fmla="*/ 427739 w 2119654"/>
              <a:gd name="connsiteY112854" fmla="*/ 801235 h 2398711"/>
              <a:gd name="connsiteX112855" fmla="*/ 534138 w 2119654"/>
              <a:gd name="connsiteY112855" fmla="*/ 559874 h 2398711"/>
              <a:gd name="connsiteX112856" fmla="*/ 535012 w 2119654"/>
              <a:gd name="connsiteY112856" fmla="*/ 562630 h 2398711"/>
              <a:gd name="connsiteX112857" fmla="*/ 536771 w 2119654"/>
              <a:gd name="connsiteY112857" fmla="*/ 564058 h 2398711"/>
              <a:gd name="connsiteX112858" fmla="*/ 536382 w 2119654"/>
              <a:gd name="connsiteY112858" fmla="*/ 561213 h 2398711"/>
              <a:gd name="connsiteX112859" fmla="*/ 280241 w 2119654"/>
              <a:gd name="connsiteY112859" fmla="*/ 1128391 h 2398711"/>
              <a:gd name="connsiteX112860" fmla="*/ 282616 w 2119654"/>
              <a:gd name="connsiteY112860" fmla="*/ 1134491 h 2398711"/>
              <a:gd name="connsiteX112861" fmla="*/ 283622 w 2119654"/>
              <a:gd name="connsiteY112861" fmla="*/ 1135565 h 2398711"/>
              <a:gd name="connsiteX112862" fmla="*/ 395430 w 2119654"/>
              <a:gd name="connsiteY112862" fmla="*/ 870423 h 2398711"/>
              <a:gd name="connsiteX112863" fmla="*/ 395752 w 2119654"/>
              <a:gd name="connsiteY112863" fmla="*/ 871178 h 2398711"/>
              <a:gd name="connsiteX112864" fmla="*/ 395816 w 2119654"/>
              <a:gd name="connsiteY112864" fmla="*/ 870852 h 2398711"/>
              <a:gd name="connsiteX112865" fmla="*/ 363701 w 2119654"/>
              <a:gd name="connsiteY112865" fmla="*/ 941340 h 2398711"/>
              <a:gd name="connsiteX112866" fmla="*/ 364673 w 2119654"/>
              <a:gd name="connsiteY112866" fmla="*/ 945373 h 2398711"/>
              <a:gd name="connsiteX112867" fmla="*/ 364520 w 2119654"/>
              <a:gd name="connsiteY112867" fmla="*/ 941383 h 2398711"/>
              <a:gd name="connsiteX112868" fmla="*/ 457696 w 2119654"/>
              <a:gd name="connsiteY112868" fmla="*/ 730846 h 2398711"/>
              <a:gd name="connsiteX112869" fmla="*/ 457911 w 2119654"/>
              <a:gd name="connsiteY112869" fmla="*/ 732309 h 2398711"/>
              <a:gd name="connsiteX112870" fmla="*/ 458048 w 2119654"/>
              <a:gd name="connsiteY112870" fmla="*/ 731238 h 2398711"/>
              <a:gd name="connsiteX112871" fmla="*/ 537547 w 2119654"/>
              <a:gd name="connsiteY112871" fmla="*/ 552041 h 2398711"/>
              <a:gd name="connsiteX112872" fmla="*/ 539268 w 2119654"/>
              <a:gd name="connsiteY112872" fmla="*/ 557472 h 2398711"/>
              <a:gd name="connsiteX112873" fmla="*/ 545483 w 2119654"/>
              <a:gd name="connsiteY112873" fmla="*/ 559266 h 2398711"/>
              <a:gd name="connsiteX112874" fmla="*/ 545426 w 2119654"/>
              <a:gd name="connsiteY112874" fmla="*/ 555735 h 2398711"/>
              <a:gd name="connsiteX112875" fmla="*/ 321710 w 2119654"/>
              <a:gd name="connsiteY112875" fmla="*/ 1035130 h 2398711"/>
              <a:gd name="connsiteX112876" fmla="*/ 321939 w 2119654"/>
              <a:gd name="connsiteY112876" fmla="*/ 1037879 h 2398711"/>
              <a:gd name="connsiteX112877" fmla="*/ 326325 w 2119654"/>
              <a:gd name="connsiteY112877" fmla="*/ 1046457 h 2398711"/>
              <a:gd name="connsiteX112878" fmla="*/ 326020 w 2119654"/>
              <a:gd name="connsiteY112878" fmla="*/ 1042373 h 2398711"/>
              <a:gd name="connsiteX112879" fmla="*/ 567037 w 2119654"/>
              <a:gd name="connsiteY112879" fmla="*/ 485605 h 2398711"/>
              <a:gd name="connsiteX112880" fmla="*/ 571568 w 2119654"/>
              <a:gd name="connsiteY112880" fmla="*/ 500504 h 2398711"/>
              <a:gd name="connsiteX112881" fmla="*/ 571846 w 2119654"/>
              <a:gd name="connsiteY112881" fmla="*/ 501377 h 2398711"/>
              <a:gd name="connsiteX112882" fmla="*/ 569531 w 2119654"/>
              <a:gd name="connsiteY112882" fmla="*/ 486947 h 2398711"/>
              <a:gd name="connsiteX112883" fmla="*/ 388991 w 2119654"/>
              <a:gd name="connsiteY112883" fmla="*/ 884240 h 2398711"/>
              <a:gd name="connsiteX112884" fmla="*/ 389118 w 2119654"/>
              <a:gd name="connsiteY112884" fmla="*/ 884779 h 2398711"/>
              <a:gd name="connsiteX112885" fmla="*/ 389866 w 2119654"/>
              <a:gd name="connsiteY112885" fmla="*/ 885628 h 2398711"/>
              <a:gd name="connsiteX112886" fmla="*/ 320597 w 2119654"/>
              <a:gd name="connsiteY112886" fmla="*/ 1037331 h 2398711"/>
              <a:gd name="connsiteX112887" fmla="*/ 321423 w 2119654"/>
              <a:gd name="connsiteY112887" fmla="*/ 1040723 h 2398711"/>
              <a:gd name="connsiteX112888" fmla="*/ 321588 w 2119654"/>
              <a:gd name="connsiteY112888" fmla="*/ 1041072 h 2398711"/>
              <a:gd name="connsiteX112889" fmla="*/ 321408 w 2119654"/>
              <a:gd name="connsiteY112889" fmla="*/ 1038917 h 2398711"/>
              <a:gd name="connsiteX112890" fmla="*/ 449410 w 2119654"/>
              <a:gd name="connsiteY112890" fmla="*/ 748860 h 2398711"/>
              <a:gd name="connsiteX112891" fmla="*/ 450809 w 2119654"/>
              <a:gd name="connsiteY112891" fmla="*/ 753094 h 2398711"/>
              <a:gd name="connsiteX112892" fmla="*/ 450873 w 2119654"/>
              <a:gd name="connsiteY112892" fmla="*/ 753235 h 2398711"/>
              <a:gd name="connsiteX112893" fmla="*/ 450561 w 2119654"/>
              <a:gd name="connsiteY112893" fmla="*/ 749407 h 2398711"/>
              <a:gd name="connsiteX112894" fmla="*/ 455566 w 2119654"/>
              <a:gd name="connsiteY112894" fmla="*/ 734920 h 2398711"/>
              <a:gd name="connsiteX112895" fmla="*/ 456231 w 2119654"/>
              <a:gd name="connsiteY112895" fmla="*/ 736626 h 2398711"/>
              <a:gd name="connsiteX112896" fmla="*/ 457200 w 2119654"/>
              <a:gd name="connsiteY112896" fmla="*/ 737866 h 2398711"/>
              <a:gd name="connsiteX112897" fmla="*/ 457207 w 2119654"/>
              <a:gd name="connsiteY112897" fmla="*/ 737813 h 2398711"/>
              <a:gd name="connsiteX112898" fmla="*/ 456269 w 2119654"/>
              <a:gd name="connsiteY112898" fmla="*/ 735255 h 2398711"/>
              <a:gd name="connsiteX112899" fmla="*/ 456084 w 2119654"/>
              <a:gd name="connsiteY112899" fmla="*/ 735105 h 2398711"/>
              <a:gd name="connsiteX112900" fmla="*/ 246615 w 2119654"/>
              <a:gd name="connsiteY112900" fmla="*/ 1202787 h 2398711"/>
              <a:gd name="connsiteX112901" fmla="*/ 247318 w 2119654"/>
              <a:gd name="connsiteY112901" fmla="*/ 1205650 h 2398711"/>
              <a:gd name="connsiteX112902" fmla="*/ 248007 w 2119654"/>
              <a:gd name="connsiteY112902" fmla="*/ 1206230 h 2398711"/>
              <a:gd name="connsiteX112903" fmla="*/ 248007 w 2119654"/>
              <a:gd name="connsiteY112903" fmla="*/ 1206212 h 2398711"/>
              <a:gd name="connsiteX112904" fmla="*/ 248043 w 2119654"/>
              <a:gd name="connsiteY112904" fmla="*/ 1206261 h 2398711"/>
              <a:gd name="connsiteX112905" fmla="*/ 249263 w 2119654"/>
              <a:gd name="connsiteY112905" fmla="*/ 1207287 h 2398711"/>
              <a:gd name="connsiteX112906" fmla="*/ 248471 w 2119654"/>
              <a:gd name="connsiteY112906" fmla="*/ 1205571 h 2398711"/>
              <a:gd name="connsiteX112907" fmla="*/ 557879 w 2119654"/>
              <a:gd name="connsiteY112907" fmla="*/ 505783 h 2398711"/>
              <a:gd name="connsiteX112908" fmla="*/ 557362 w 2119654"/>
              <a:gd name="connsiteY112908" fmla="*/ 510080 h 2398711"/>
              <a:gd name="connsiteX112909" fmla="*/ 558788 w 2119654"/>
              <a:gd name="connsiteY112909" fmla="*/ 514209 h 2398711"/>
              <a:gd name="connsiteX112910" fmla="*/ 559035 w 2119654"/>
              <a:gd name="connsiteY112910" fmla="*/ 512539 h 2398711"/>
              <a:gd name="connsiteX112911" fmla="*/ 559658 w 2119654"/>
              <a:gd name="connsiteY112911" fmla="*/ 507371 h 2398711"/>
              <a:gd name="connsiteX112912" fmla="*/ 298018 w 2119654"/>
              <a:gd name="connsiteY112912" fmla="*/ 1087513 h 2398711"/>
              <a:gd name="connsiteX112913" fmla="*/ 298508 w 2119654"/>
              <a:gd name="connsiteY112913" fmla="*/ 1090042 h 2398711"/>
              <a:gd name="connsiteX112914" fmla="*/ 302268 w 2119654"/>
              <a:gd name="connsiteY112914" fmla="*/ 1093438 h 2398711"/>
              <a:gd name="connsiteX112915" fmla="*/ 299862 w 2119654"/>
              <a:gd name="connsiteY112915" fmla="*/ 1088915 h 2398711"/>
              <a:gd name="connsiteX112916" fmla="*/ 530247 w 2119654"/>
              <a:gd name="connsiteY112916" fmla="*/ 567294 h 2398711"/>
              <a:gd name="connsiteX112917" fmla="*/ 531564 w 2119654"/>
              <a:gd name="connsiteY112917" fmla="*/ 573764 h 2398711"/>
              <a:gd name="connsiteX112918" fmla="*/ 531895 w 2119654"/>
              <a:gd name="connsiteY112918" fmla="*/ 573901 h 2398711"/>
              <a:gd name="connsiteX112919" fmla="*/ 535435 w 2119654"/>
              <a:gd name="connsiteY112919" fmla="*/ 574922 h 2398711"/>
              <a:gd name="connsiteX112920" fmla="*/ 534627 w 2119654"/>
              <a:gd name="connsiteY112920" fmla="*/ 569002 h 2398711"/>
              <a:gd name="connsiteX112921" fmla="*/ 527728 w 2119654"/>
              <a:gd name="connsiteY112921" fmla="*/ 572888 h 2398711"/>
              <a:gd name="connsiteX112922" fmla="*/ 531920 w 2119654"/>
              <a:gd name="connsiteY112922" fmla="*/ 576325 h 2398711"/>
              <a:gd name="connsiteX112923" fmla="*/ 531489 w 2119654"/>
              <a:gd name="connsiteY112923" fmla="*/ 574204 h 2398711"/>
              <a:gd name="connsiteX112924" fmla="*/ 529631 w 2119654"/>
              <a:gd name="connsiteY112924" fmla="*/ 573436 h 2398711"/>
              <a:gd name="connsiteX112925" fmla="*/ 491721 w 2119654"/>
              <a:gd name="connsiteY112925" fmla="*/ 653509 h 2398711"/>
              <a:gd name="connsiteX112926" fmla="*/ 492200 w 2119654"/>
              <a:gd name="connsiteY112926" fmla="*/ 655419 h 2398711"/>
              <a:gd name="connsiteX112927" fmla="*/ 492994 w 2119654"/>
              <a:gd name="connsiteY112927" fmla="*/ 656023 h 2398711"/>
              <a:gd name="connsiteX112928" fmla="*/ 296960 w 2119654"/>
              <a:gd name="connsiteY112928" fmla="*/ 1089556 h 2398711"/>
              <a:gd name="connsiteX112929" fmla="*/ 297524 w 2119654"/>
              <a:gd name="connsiteY112929" fmla="*/ 1090887 h 2398711"/>
              <a:gd name="connsiteX112930" fmla="*/ 298027 w 2119654"/>
              <a:gd name="connsiteY112930" fmla="*/ 1091951 h 2398711"/>
              <a:gd name="connsiteX112931" fmla="*/ 298553 w 2119654"/>
              <a:gd name="connsiteY112931" fmla="*/ 1092433 h 2398711"/>
              <a:gd name="connsiteX112932" fmla="*/ 298215 w 2119654"/>
              <a:gd name="connsiteY112932" fmla="*/ 1090690 h 2398711"/>
              <a:gd name="connsiteX112933" fmla="*/ 414677 w 2119654"/>
              <a:gd name="connsiteY112933" fmla="*/ 825945 h 2398711"/>
              <a:gd name="connsiteX112934" fmla="*/ 414874 w 2119654"/>
              <a:gd name="connsiteY112934" fmla="*/ 826333 h 2398711"/>
              <a:gd name="connsiteX112935" fmla="*/ 414854 w 2119654"/>
              <a:gd name="connsiteY112935" fmla="*/ 826093 h 2398711"/>
              <a:gd name="connsiteX112936" fmla="*/ 414851 w 2119654"/>
              <a:gd name="connsiteY112936" fmla="*/ 826036 h 2398711"/>
              <a:gd name="connsiteX112937" fmla="*/ 412396 w 2119654"/>
              <a:gd name="connsiteY112937" fmla="*/ 830951 h 2398711"/>
              <a:gd name="connsiteX112938" fmla="*/ 412268 w 2119654"/>
              <a:gd name="connsiteY112938" fmla="*/ 833960 h 2398711"/>
              <a:gd name="connsiteX112939" fmla="*/ 412302 w 2119654"/>
              <a:gd name="connsiteY112939" fmla="*/ 834076 h 2398711"/>
              <a:gd name="connsiteX112940" fmla="*/ 412303 w 2119654"/>
              <a:gd name="connsiteY112940" fmla="*/ 834077 h 2398711"/>
              <a:gd name="connsiteX112941" fmla="*/ 412661 w 2119654"/>
              <a:gd name="connsiteY112941" fmla="*/ 833101 h 2398711"/>
              <a:gd name="connsiteX112942" fmla="*/ 412495 w 2119654"/>
              <a:gd name="connsiteY112942" fmla="*/ 831123 h 2398711"/>
              <a:gd name="connsiteX112943" fmla="*/ 564738 w 2119654"/>
              <a:gd name="connsiteY112943" fmla="*/ 489800 h 2398711"/>
              <a:gd name="connsiteX112944" fmla="*/ 563817 w 2119654"/>
              <a:gd name="connsiteY112944" fmla="*/ 497425 h 2398711"/>
              <a:gd name="connsiteX112945" fmla="*/ 564290 w 2119654"/>
              <a:gd name="connsiteY112945" fmla="*/ 497823 h 2398711"/>
              <a:gd name="connsiteX112946" fmla="*/ 362285 w 2119654"/>
              <a:gd name="connsiteY112946" fmla="*/ 943126 h 2398711"/>
              <a:gd name="connsiteX112947" fmla="*/ 362527 w 2119654"/>
              <a:gd name="connsiteY112947" fmla="*/ 948069 h 2398711"/>
              <a:gd name="connsiteX112948" fmla="*/ 364976 w 2119654"/>
              <a:gd name="connsiteY112948" fmla="*/ 953306 h 2398711"/>
              <a:gd name="connsiteX112949" fmla="*/ 364779 w 2119654"/>
              <a:gd name="connsiteY112949" fmla="*/ 948131 h 2398711"/>
              <a:gd name="connsiteX112950" fmla="*/ 363620 w 2119654"/>
              <a:gd name="connsiteY112950" fmla="*/ 944621 h 2398711"/>
              <a:gd name="connsiteX112951" fmla="*/ 363041 w 2119654"/>
              <a:gd name="connsiteY112951" fmla="*/ 941305 h 2398711"/>
              <a:gd name="connsiteX112952" fmla="*/ 364306 w 2119654"/>
              <a:gd name="connsiteY112952" fmla="*/ 944967 h 2398711"/>
              <a:gd name="connsiteX112953" fmla="*/ 364468 w 2119654"/>
              <a:gd name="connsiteY112953" fmla="*/ 945150 h 2398711"/>
              <a:gd name="connsiteX112954" fmla="*/ 363549 w 2119654"/>
              <a:gd name="connsiteY112954" fmla="*/ 941332 h 2398711"/>
              <a:gd name="connsiteX112955" fmla="*/ 429058 w 2119654"/>
              <a:gd name="connsiteY112955" fmla="*/ 793401 h 2398711"/>
              <a:gd name="connsiteX112956" fmla="*/ 427652 w 2119654"/>
              <a:gd name="connsiteY112956" fmla="*/ 797246 h 2398711"/>
              <a:gd name="connsiteX112957" fmla="*/ 428799 w 2119654"/>
              <a:gd name="connsiteY112957" fmla="*/ 800389 h 2398711"/>
              <a:gd name="connsiteX112958" fmla="*/ 429489 w 2119654"/>
              <a:gd name="connsiteY112958" fmla="*/ 802011 h 2398711"/>
              <a:gd name="connsiteX112959" fmla="*/ 430468 w 2119654"/>
              <a:gd name="connsiteY112959" fmla="*/ 794355 h 2398711"/>
              <a:gd name="connsiteX112960" fmla="*/ 527636 w 2119654"/>
              <a:gd name="connsiteY112960" fmla="*/ 572610 h 2398711"/>
              <a:gd name="connsiteX112961" fmla="*/ 527627 w 2119654"/>
              <a:gd name="connsiteY112961" fmla="*/ 572671 h 2398711"/>
              <a:gd name="connsiteX112962" fmla="*/ 528140 w 2119654"/>
              <a:gd name="connsiteY112962" fmla="*/ 572819 h 2398711"/>
              <a:gd name="connsiteX112963" fmla="*/ 471089 w 2119654"/>
              <a:gd name="connsiteY112963" fmla="*/ 699094 h 2398711"/>
              <a:gd name="connsiteX112964" fmla="*/ 474928 w 2119654"/>
              <a:gd name="connsiteY112964" fmla="*/ 708088 h 2398711"/>
              <a:gd name="connsiteX112965" fmla="*/ 475808 w 2119654"/>
              <a:gd name="connsiteY112965" fmla="*/ 708342 h 2398711"/>
              <a:gd name="connsiteX112966" fmla="*/ 475761 w 2119654"/>
              <a:gd name="connsiteY112966" fmla="*/ 703021 h 2398711"/>
              <a:gd name="connsiteX112967" fmla="*/ 323677 w 2119654"/>
              <a:gd name="connsiteY112967" fmla="*/ 1029078 h 2398711"/>
              <a:gd name="connsiteX112968" fmla="*/ 324452 w 2119654"/>
              <a:gd name="connsiteY112968" fmla="*/ 1032267 h 2398711"/>
              <a:gd name="connsiteX112969" fmla="*/ 325372 w 2119654"/>
              <a:gd name="connsiteY112969" fmla="*/ 1033707 h 2398711"/>
              <a:gd name="connsiteX112970" fmla="*/ 325280 w 2119654"/>
              <a:gd name="connsiteY112970" fmla="*/ 1032489 h 2398711"/>
              <a:gd name="connsiteX112971" fmla="*/ 602393 w 2119654"/>
              <a:gd name="connsiteY112971" fmla="*/ 404909 h 2398711"/>
              <a:gd name="connsiteX112972" fmla="*/ 602943 w 2119654"/>
              <a:gd name="connsiteY112972" fmla="*/ 408922 h 2398711"/>
              <a:gd name="connsiteX112973" fmla="*/ 603567 w 2119654"/>
              <a:gd name="connsiteY112973" fmla="*/ 409370 h 2398711"/>
              <a:gd name="connsiteX112974" fmla="*/ 610973 w 2119654"/>
              <a:gd name="connsiteY112974" fmla="*/ 414834 h 2398711"/>
              <a:gd name="connsiteX112975" fmla="*/ 609604 w 2119654"/>
              <a:gd name="connsiteY112975" fmla="*/ 410009 h 2398711"/>
              <a:gd name="connsiteX112976" fmla="*/ 412424 w 2119654"/>
              <a:gd name="connsiteY112976" fmla="*/ 830284 h 2398711"/>
              <a:gd name="connsiteX112977" fmla="*/ 412405 w 2119654"/>
              <a:gd name="connsiteY112977" fmla="*/ 830726 h 2398711"/>
              <a:gd name="connsiteX112978" fmla="*/ 412471 w 2119654"/>
              <a:gd name="connsiteY112978" fmla="*/ 830840 h 2398711"/>
              <a:gd name="connsiteX112979" fmla="*/ 289592 w 2119654"/>
              <a:gd name="connsiteY112979" fmla="*/ 1105313 h 2398711"/>
              <a:gd name="connsiteX112980" fmla="*/ 296247 w 2119654"/>
              <a:gd name="connsiteY112980" fmla="*/ 1114338 h 2398711"/>
              <a:gd name="connsiteX112981" fmla="*/ 296417 w 2119654"/>
              <a:gd name="connsiteY112981" fmla="*/ 1114482 h 2398711"/>
              <a:gd name="connsiteX112982" fmla="*/ 292720 w 2119654"/>
              <a:gd name="connsiteY112982" fmla="*/ 1106436 h 2398711"/>
              <a:gd name="connsiteX112983" fmla="*/ 286312 w 2119654"/>
              <a:gd name="connsiteY112983" fmla="*/ 1112601 h 2398711"/>
              <a:gd name="connsiteX112984" fmla="*/ 288156 w 2119654"/>
              <a:gd name="connsiteY112984" fmla="*/ 1122825 h 2398711"/>
              <a:gd name="connsiteX112985" fmla="*/ 289909 w 2119654"/>
              <a:gd name="connsiteY112985" fmla="*/ 1127081 h 2398711"/>
              <a:gd name="connsiteX112986" fmla="*/ 296353 w 2119654"/>
              <a:gd name="connsiteY112986" fmla="*/ 1135686 h 2398711"/>
              <a:gd name="connsiteX112987" fmla="*/ 293204 w 2119654"/>
              <a:gd name="connsiteY112987" fmla="*/ 1127699 h 2398711"/>
              <a:gd name="connsiteX112988" fmla="*/ 292402 w 2119654"/>
              <a:gd name="connsiteY112988" fmla="*/ 1127245 h 2398711"/>
              <a:gd name="connsiteX112989" fmla="*/ 292323 w 2119654"/>
              <a:gd name="connsiteY112989" fmla="*/ 1126985 h 2398711"/>
              <a:gd name="connsiteX112990" fmla="*/ 293094 w 2119654"/>
              <a:gd name="connsiteY112990" fmla="*/ 1127422 h 2398711"/>
              <a:gd name="connsiteX112991" fmla="*/ 287752 w 2119654"/>
              <a:gd name="connsiteY112991" fmla="*/ 1113875 h 2398711"/>
              <a:gd name="connsiteX112992" fmla="*/ 342194 w 2119654"/>
              <a:gd name="connsiteY112992" fmla="*/ 987313 h 2398711"/>
              <a:gd name="connsiteX112993" fmla="*/ 342192 w 2119654"/>
              <a:gd name="connsiteY112993" fmla="*/ 989099 h 2398711"/>
              <a:gd name="connsiteX112994" fmla="*/ 344665 w 2119654"/>
              <a:gd name="connsiteY112994" fmla="*/ 991816 h 2398711"/>
              <a:gd name="connsiteX112995" fmla="*/ 343020 w 2119654"/>
              <a:gd name="connsiteY112995" fmla="*/ 988198 h 2398711"/>
              <a:gd name="connsiteX112996" fmla="*/ 268433 w 2119654"/>
              <a:gd name="connsiteY112996" fmla="*/ 1152426 h 2398711"/>
              <a:gd name="connsiteX112997" fmla="*/ 269683 w 2119654"/>
              <a:gd name="connsiteY112997" fmla="*/ 1155434 h 2398711"/>
              <a:gd name="connsiteX112998" fmla="*/ 272041 w 2119654"/>
              <a:gd name="connsiteY112998" fmla="*/ 1160625 h 2398711"/>
              <a:gd name="connsiteX112999" fmla="*/ 270230 w 2119654"/>
              <a:gd name="connsiteY112999" fmla="*/ 1153249 h 2398711"/>
              <a:gd name="connsiteX113000" fmla="*/ 321561 w 2119654"/>
              <a:gd name="connsiteY113000" fmla="*/ 1033351 h 2398711"/>
              <a:gd name="connsiteX113001" fmla="*/ 321627 w 2119654"/>
              <a:gd name="connsiteY113001" fmla="*/ 1034143 h 2398711"/>
              <a:gd name="connsiteX113002" fmla="*/ 323747 w 2119654"/>
              <a:gd name="connsiteY113002" fmla="*/ 1037627 h 2398711"/>
              <a:gd name="connsiteX113003" fmla="*/ 517744 w 2119654"/>
              <a:gd name="connsiteY113003" fmla="*/ 594037 h 2398711"/>
              <a:gd name="connsiteX113004" fmla="*/ 518054 w 2119654"/>
              <a:gd name="connsiteY113004" fmla="*/ 596004 h 2398711"/>
              <a:gd name="connsiteX113005" fmla="*/ 520139 w 2119654"/>
              <a:gd name="connsiteY113005" fmla="*/ 596858 h 2398711"/>
              <a:gd name="connsiteX113006" fmla="*/ 520123 w 2119654"/>
              <a:gd name="connsiteY113006" fmla="*/ 596425 h 2398711"/>
              <a:gd name="connsiteX113007" fmla="*/ 520113 w 2119654"/>
              <a:gd name="connsiteY113007" fmla="*/ 596421 h 2398711"/>
              <a:gd name="connsiteX113008" fmla="*/ 520122 w 2119654"/>
              <a:gd name="connsiteY113008" fmla="*/ 596419 h 2398711"/>
              <a:gd name="connsiteX113009" fmla="*/ 520121 w 2119654"/>
              <a:gd name="connsiteY113009" fmla="*/ 596358 h 2398711"/>
              <a:gd name="connsiteX113010" fmla="*/ 506825 w 2119654"/>
              <a:gd name="connsiteY113010" fmla="*/ 618424 h 2398711"/>
              <a:gd name="connsiteX113011" fmla="*/ 507218 w 2119654"/>
              <a:gd name="connsiteY113011" fmla="*/ 619133 h 2398711"/>
              <a:gd name="connsiteX113012" fmla="*/ 509452 w 2119654"/>
              <a:gd name="connsiteY113012" fmla="*/ 619909 h 2398711"/>
              <a:gd name="connsiteX113013" fmla="*/ 509661 w 2119654"/>
              <a:gd name="connsiteY113013" fmla="*/ 619030 h 2398711"/>
              <a:gd name="connsiteX113014" fmla="*/ 593645 w 2119654"/>
              <a:gd name="connsiteY113014" fmla="*/ 424012 h 2398711"/>
              <a:gd name="connsiteX113015" fmla="*/ 597152 w 2119654"/>
              <a:gd name="connsiteY113015" fmla="*/ 427436 h 2398711"/>
              <a:gd name="connsiteX113016" fmla="*/ 597220 w 2119654"/>
              <a:gd name="connsiteY113016" fmla="*/ 425756 h 2398711"/>
              <a:gd name="connsiteX113017" fmla="*/ 206252 w 2119654"/>
              <a:gd name="connsiteY113017" fmla="*/ 1291429 h 2398711"/>
              <a:gd name="connsiteX113018" fmla="*/ 211387 w 2119654"/>
              <a:gd name="connsiteY113018" fmla="*/ 1304874 h 2398711"/>
              <a:gd name="connsiteX113019" fmla="*/ 220790 w 2119654"/>
              <a:gd name="connsiteY113019" fmla="*/ 1310199 h 2398711"/>
              <a:gd name="connsiteX113020" fmla="*/ 213176 w 2119654"/>
              <a:gd name="connsiteY113020" fmla="*/ 1300204 h 2398711"/>
              <a:gd name="connsiteX113021" fmla="*/ 213180 w 2119654"/>
              <a:gd name="connsiteY113021" fmla="*/ 1299981 h 2398711"/>
              <a:gd name="connsiteX113022" fmla="*/ 221096 w 2119654"/>
              <a:gd name="connsiteY113022" fmla="*/ 1310372 h 2398711"/>
              <a:gd name="connsiteX113023" fmla="*/ 228190 w 2119654"/>
              <a:gd name="connsiteY113023" fmla="*/ 1314391 h 2398711"/>
              <a:gd name="connsiteX113024" fmla="*/ 221978 w 2119654"/>
              <a:gd name="connsiteY113024" fmla="*/ 1308255 h 2398711"/>
              <a:gd name="connsiteX113025" fmla="*/ 448687 w 2119654"/>
              <a:gd name="connsiteY113025" fmla="*/ 748516 h 2398711"/>
              <a:gd name="connsiteX113026" fmla="*/ 449795 w 2119654"/>
              <a:gd name="connsiteY113026" fmla="*/ 750907 h 2398711"/>
              <a:gd name="connsiteX113027" fmla="*/ 449065 w 2119654"/>
              <a:gd name="connsiteY113027" fmla="*/ 748696 h 2398711"/>
              <a:gd name="connsiteX113028" fmla="*/ 515015 w 2119654"/>
              <a:gd name="connsiteY113028" fmla="*/ 599753 h 2398711"/>
              <a:gd name="connsiteX113029" fmla="*/ 516375 w 2119654"/>
              <a:gd name="connsiteY113029" fmla="*/ 611111 h 2398711"/>
              <a:gd name="connsiteX113030" fmla="*/ 518287 w 2119654"/>
              <a:gd name="connsiteY113030" fmla="*/ 612266 h 2398711"/>
              <a:gd name="connsiteX113031" fmla="*/ 518344 w 2119654"/>
              <a:gd name="connsiteY113031" fmla="*/ 611883 h 2398711"/>
              <a:gd name="connsiteX113032" fmla="*/ 516583 w 2119654"/>
              <a:gd name="connsiteY113032" fmla="*/ 600736 h 2398711"/>
              <a:gd name="connsiteX113033" fmla="*/ 501440 w 2119654"/>
              <a:gd name="connsiteY113033" fmla="*/ 630061 h 2398711"/>
              <a:gd name="connsiteX113034" fmla="*/ 502195 w 2119654"/>
              <a:gd name="connsiteY113034" fmla="*/ 636375 h 2398711"/>
              <a:gd name="connsiteX113035" fmla="*/ 502282 w 2119654"/>
              <a:gd name="connsiteY113035" fmla="*/ 636673 h 2398711"/>
              <a:gd name="connsiteX113036" fmla="*/ 503253 w 2119654"/>
              <a:gd name="connsiteY113036" fmla="*/ 639425 h 2398711"/>
              <a:gd name="connsiteX113037" fmla="*/ 503344 w 2119654"/>
              <a:gd name="connsiteY113037" fmla="*/ 631323 h 2398711"/>
              <a:gd name="connsiteX113038" fmla="*/ 558236 w 2119654"/>
              <a:gd name="connsiteY113038" fmla="*/ 502834 h 2398711"/>
              <a:gd name="connsiteX113039" fmla="*/ 558118 w 2119654"/>
              <a:gd name="connsiteY113039" fmla="*/ 503819 h 2398711"/>
              <a:gd name="connsiteX113040" fmla="*/ 559895 w 2119654"/>
              <a:gd name="connsiteY113040" fmla="*/ 505404 h 2398711"/>
              <a:gd name="connsiteX113041" fmla="*/ 560040 w 2119654"/>
              <a:gd name="connsiteY113041" fmla="*/ 504206 h 2398711"/>
              <a:gd name="connsiteX113042" fmla="*/ 527138 w 2119654"/>
              <a:gd name="connsiteY113042" fmla="*/ 572404 h 2398711"/>
              <a:gd name="connsiteX113043" fmla="*/ 527316 w 2119654"/>
              <a:gd name="connsiteY113043" fmla="*/ 572550 h 2398711"/>
              <a:gd name="connsiteX113044" fmla="*/ 527326 w 2119654"/>
              <a:gd name="connsiteY113044" fmla="*/ 572482 h 2398711"/>
              <a:gd name="connsiteX113045" fmla="*/ 320013 w 2119654"/>
              <a:gd name="connsiteY113045" fmla="*/ 1036188 h 2398711"/>
              <a:gd name="connsiteX113046" fmla="*/ 320362 w 2119654"/>
              <a:gd name="connsiteY113046" fmla="*/ 1037350 h 2398711"/>
              <a:gd name="connsiteX113047" fmla="*/ 320163 w 2119654"/>
              <a:gd name="connsiteY113047" fmla="*/ 1036482 h 2398711"/>
              <a:gd name="connsiteX113048" fmla="*/ 388592 w 2119654"/>
              <a:gd name="connsiteY113048" fmla="*/ 882564 h 2398711"/>
              <a:gd name="connsiteX113049" fmla="*/ 388810 w 2119654"/>
              <a:gd name="connsiteY113049" fmla="*/ 883483 h 2398711"/>
              <a:gd name="connsiteX113050" fmla="*/ 390918 w 2119654"/>
              <a:gd name="connsiteY113050" fmla="*/ 886823 h 2398711"/>
              <a:gd name="connsiteX113051" fmla="*/ 392802 w 2119654"/>
              <a:gd name="connsiteY113051" fmla="*/ 888963 h 2398711"/>
              <a:gd name="connsiteX113052" fmla="*/ 392967 w 2119654"/>
              <a:gd name="connsiteY113052" fmla="*/ 887586 h 2398711"/>
              <a:gd name="connsiteX113053" fmla="*/ 268127 w 2119654"/>
              <a:gd name="connsiteY113053" fmla="*/ 1152287 h 2398711"/>
              <a:gd name="connsiteX113054" fmla="*/ 270625 w 2119654"/>
              <a:gd name="connsiteY113054" fmla="*/ 1158975 h 2398711"/>
              <a:gd name="connsiteX113055" fmla="*/ 270841 w 2119654"/>
              <a:gd name="connsiteY113055" fmla="*/ 1159353 h 2398711"/>
              <a:gd name="connsiteX113056" fmla="*/ 272114 w 2119654"/>
              <a:gd name="connsiteY113056" fmla="*/ 1161510 h 2398711"/>
              <a:gd name="connsiteX113057" fmla="*/ 268319 w 2119654"/>
              <a:gd name="connsiteY113057" fmla="*/ 1152376 h 2398711"/>
              <a:gd name="connsiteX113058" fmla="*/ 261879 w 2119654"/>
              <a:gd name="connsiteY113058" fmla="*/ 1166185 h 2398711"/>
              <a:gd name="connsiteX113059" fmla="*/ 265101 w 2119654"/>
              <a:gd name="connsiteY113059" fmla="*/ 1169616 h 2398711"/>
              <a:gd name="connsiteX113060" fmla="*/ 264951 w 2119654"/>
              <a:gd name="connsiteY113060" fmla="*/ 1168959 h 2398711"/>
              <a:gd name="connsiteX113061" fmla="*/ 415199 w 2119654"/>
              <a:gd name="connsiteY113061" fmla="*/ 822832 h 2398711"/>
              <a:gd name="connsiteX113062" fmla="*/ 415362 w 2119654"/>
              <a:gd name="connsiteY113062" fmla="*/ 824782 h 2398711"/>
              <a:gd name="connsiteX113063" fmla="*/ 415531 w 2119654"/>
              <a:gd name="connsiteY113063" fmla="*/ 824872 h 2398711"/>
              <a:gd name="connsiteX113064" fmla="*/ 415641 w 2119654"/>
              <a:gd name="connsiteY113064" fmla="*/ 824174 h 2398711"/>
              <a:gd name="connsiteX113065" fmla="*/ 415207 w 2119654"/>
              <a:gd name="connsiteY113065" fmla="*/ 822879 h 2398711"/>
              <a:gd name="connsiteX113066" fmla="*/ 318199 w 2119654"/>
              <a:gd name="connsiteY113066" fmla="*/ 1040015 h 2398711"/>
              <a:gd name="connsiteX113067" fmla="*/ 318980 w 2119654"/>
              <a:gd name="connsiteY113067" fmla="*/ 1046227 h 2398711"/>
              <a:gd name="connsiteX113068" fmla="*/ 320046 w 2119654"/>
              <a:gd name="connsiteY113068" fmla="*/ 1047058 h 2398711"/>
              <a:gd name="connsiteX113069" fmla="*/ 319651 w 2119654"/>
              <a:gd name="connsiteY113069" fmla="*/ 1042225 h 2398711"/>
              <a:gd name="connsiteX113070" fmla="*/ 362194 w 2119654"/>
              <a:gd name="connsiteY113070" fmla="*/ 941259 h 2398711"/>
              <a:gd name="connsiteX113071" fmla="*/ 362263 w 2119654"/>
              <a:gd name="connsiteY113071" fmla="*/ 942679 h 2398711"/>
              <a:gd name="connsiteX113072" fmla="*/ 363399 w 2119654"/>
              <a:gd name="connsiteY113072" fmla="*/ 943951 h 2398711"/>
              <a:gd name="connsiteX113073" fmla="*/ 362515 w 2119654"/>
              <a:gd name="connsiteY113073" fmla="*/ 941277 h 2398711"/>
              <a:gd name="connsiteX113074" fmla="*/ 183705 w 2119654"/>
              <a:gd name="connsiteY113074" fmla="*/ 1340919 h 2398711"/>
              <a:gd name="connsiteX113075" fmla="*/ 188029 w 2119654"/>
              <a:gd name="connsiteY113075" fmla="*/ 1344030 h 2398711"/>
              <a:gd name="connsiteX113076" fmla="*/ 186982 w 2119654"/>
              <a:gd name="connsiteY113076" fmla="*/ 1342419 h 2398711"/>
              <a:gd name="connsiteX113077" fmla="*/ 486990 w 2119654"/>
              <a:gd name="connsiteY113077" fmla="*/ 661726 h 2398711"/>
              <a:gd name="connsiteX113078" fmla="*/ 488554 w 2119654"/>
              <a:gd name="connsiteY113078" fmla="*/ 663380 h 2398711"/>
              <a:gd name="connsiteX113079" fmla="*/ 488201 w 2119654"/>
              <a:gd name="connsiteY113079" fmla="*/ 662324 h 2398711"/>
              <a:gd name="connsiteX113080" fmla="*/ 514612 w 2119654"/>
              <a:gd name="connsiteY113080" fmla="*/ 599866 h 2398711"/>
              <a:gd name="connsiteX113081" fmla="*/ 512498 w 2119654"/>
              <a:gd name="connsiteY113081" fmla="*/ 608768 h 2398711"/>
              <a:gd name="connsiteX113082" fmla="*/ 515927 w 2119654"/>
              <a:gd name="connsiteY113082" fmla="*/ 610839 h 2398711"/>
              <a:gd name="connsiteX113083" fmla="*/ 510735 w 2119654"/>
              <a:gd name="connsiteY113083" fmla="*/ 608504 h 2398711"/>
              <a:gd name="connsiteX113084" fmla="*/ 511114 w 2119654"/>
              <a:gd name="connsiteY113084" fmla="*/ 611672 h 2398711"/>
              <a:gd name="connsiteX113085" fmla="*/ 511320 w 2119654"/>
              <a:gd name="connsiteY113085" fmla="*/ 612045 h 2398711"/>
              <a:gd name="connsiteX113086" fmla="*/ 511982 w 2119654"/>
              <a:gd name="connsiteY113086" fmla="*/ 609257 h 2398711"/>
              <a:gd name="connsiteX113087" fmla="*/ 277836 w 2119654"/>
              <a:gd name="connsiteY113087" fmla="*/ 1129915 h 2398711"/>
              <a:gd name="connsiteX113088" fmla="*/ 279496 w 2119654"/>
              <a:gd name="connsiteY113088" fmla="*/ 1139114 h 2398711"/>
              <a:gd name="connsiteX113089" fmla="*/ 280801 w 2119654"/>
              <a:gd name="connsiteY113089" fmla="*/ 1140694 h 2398711"/>
              <a:gd name="connsiteX113090" fmla="*/ 283336 w 2119654"/>
              <a:gd name="connsiteY113090" fmla="*/ 1142656 h 2398711"/>
              <a:gd name="connsiteX113091" fmla="*/ 278940 w 2119654"/>
              <a:gd name="connsiteY113091" fmla="*/ 1131147 h 2398711"/>
              <a:gd name="connsiteX113092" fmla="*/ 413794 w 2119654"/>
              <a:gd name="connsiteY113092" fmla="*/ 825479 h 2398711"/>
              <a:gd name="connsiteX113093" fmla="*/ 414101 w 2119654"/>
              <a:gd name="connsiteY113093" fmla="*/ 829164 h 2398711"/>
              <a:gd name="connsiteX113094" fmla="*/ 414764 w 2119654"/>
              <a:gd name="connsiteY113094" fmla="*/ 827347 h 2398711"/>
              <a:gd name="connsiteX113095" fmla="*/ 413890 w 2119654"/>
              <a:gd name="connsiteY113095" fmla="*/ 825530 h 2398711"/>
              <a:gd name="connsiteX113096" fmla="*/ 282412 w 2119654"/>
              <a:gd name="connsiteY113096" fmla="*/ 1119546 h 2398711"/>
              <a:gd name="connsiteX113097" fmla="*/ 284528 w 2119654"/>
              <a:gd name="connsiteY113097" fmla="*/ 1123179 h 2398711"/>
              <a:gd name="connsiteX113098" fmla="*/ 284380 w 2119654"/>
              <a:gd name="connsiteY113098" fmla="*/ 1122454 h 2398711"/>
              <a:gd name="connsiteX113099" fmla="*/ 433591 w 2119654"/>
              <a:gd name="connsiteY113099" fmla="*/ 781001 h 2398711"/>
              <a:gd name="connsiteX113100" fmla="*/ 432590 w 2119654"/>
              <a:gd name="connsiteY113100" fmla="*/ 783738 h 2398711"/>
              <a:gd name="connsiteX113101" fmla="*/ 433825 w 2119654"/>
              <a:gd name="connsiteY113101" fmla="*/ 785318 h 2398711"/>
              <a:gd name="connsiteX113102" fmla="*/ 434354 w 2119654"/>
              <a:gd name="connsiteY113102" fmla="*/ 782624 h 2398711"/>
              <a:gd name="connsiteX113103" fmla="*/ 434332 w 2119654"/>
              <a:gd name="connsiteY113103" fmla="*/ 782339 h 2398711"/>
              <a:gd name="connsiteX113104" fmla="*/ 520139 w 2119654"/>
              <a:gd name="connsiteY113104" fmla="*/ 587004 h 2398711"/>
              <a:gd name="connsiteX113105" fmla="*/ 520476 w 2119654"/>
              <a:gd name="connsiteY113105" fmla="*/ 596311 h 2398711"/>
              <a:gd name="connsiteX113106" fmla="*/ 520590 w 2119654"/>
              <a:gd name="connsiteY113106" fmla="*/ 596277 h 2398711"/>
              <a:gd name="connsiteX113107" fmla="*/ 520681 w 2119654"/>
              <a:gd name="connsiteY113107" fmla="*/ 596312 h 2398711"/>
              <a:gd name="connsiteX113108" fmla="*/ 521602 w 2119654"/>
              <a:gd name="connsiteY113108" fmla="*/ 590161 h 2398711"/>
              <a:gd name="connsiteX113109" fmla="*/ 480833 w 2119654"/>
              <a:gd name="connsiteY113109" fmla="*/ 674972 h 2398711"/>
              <a:gd name="connsiteX113110" fmla="*/ 480962 w 2119654"/>
              <a:gd name="connsiteY113110" fmla="*/ 677033 h 2398711"/>
              <a:gd name="connsiteX113111" fmla="*/ 481921 w 2119654"/>
              <a:gd name="connsiteY113111" fmla="*/ 677122 h 2398711"/>
              <a:gd name="connsiteX113112" fmla="*/ 514914 w 2119654"/>
              <a:gd name="connsiteY113112" fmla="*/ 598594 h 2398711"/>
              <a:gd name="connsiteX113113" fmla="*/ 514889 w 2119654"/>
              <a:gd name="connsiteY113113" fmla="*/ 598702 h 2398711"/>
              <a:gd name="connsiteX113114" fmla="*/ 514949 w 2119654"/>
              <a:gd name="connsiteY113114" fmla="*/ 599200 h 2398711"/>
              <a:gd name="connsiteX113115" fmla="*/ 516494 w 2119654"/>
              <a:gd name="connsiteY113115" fmla="*/ 600167 h 2398711"/>
              <a:gd name="connsiteX113116" fmla="*/ 516391 w 2119654"/>
              <a:gd name="connsiteY113116" fmla="*/ 599520 h 2398711"/>
              <a:gd name="connsiteX113117" fmla="*/ 446599 w 2119654"/>
              <a:gd name="connsiteY113117" fmla="*/ 751471 h 2398711"/>
              <a:gd name="connsiteX113118" fmla="*/ 445625 w 2119654"/>
              <a:gd name="connsiteY113118" fmla="*/ 756433 h 2398711"/>
              <a:gd name="connsiteX113119" fmla="*/ 446679 w 2119654"/>
              <a:gd name="connsiteY113119" fmla="*/ 759326 h 2398711"/>
              <a:gd name="connsiteX113120" fmla="*/ 448629 w 2119654"/>
              <a:gd name="connsiteY113120" fmla="*/ 760567 h 2398711"/>
              <a:gd name="connsiteX113121" fmla="*/ 447981 w 2119654"/>
              <a:gd name="connsiteY113121" fmla="*/ 754472 h 2398711"/>
              <a:gd name="connsiteX113122" fmla="*/ 447294 w 2119654"/>
              <a:gd name="connsiteY113122" fmla="*/ 752358 h 2398711"/>
              <a:gd name="connsiteX113123" fmla="*/ 494354 w 2119654"/>
              <a:gd name="connsiteY113123" fmla="*/ 644532 h 2398711"/>
              <a:gd name="connsiteX113124" fmla="*/ 494607 w 2119654"/>
              <a:gd name="connsiteY113124" fmla="*/ 651941 h 2398711"/>
              <a:gd name="connsiteX113125" fmla="*/ 498971 w 2119654"/>
              <a:gd name="connsiteY113125" fmla="*/ 653997 h 2398711"/>
              <a:gd name="connsiteX113126" fmla="*/ 497632 w 2119654"/>
              <a:gd name="connsiteY113126" fmla="*/ 646799 h 2398711"/>
              <a:gd name="connsiteX113127" fmla="*/ 434916 w 2119654"/>
              <a:gd name="connsiteY113127" fmla="*/ 777377 h 2398711"/>
              <a:gd name="connsiteX113128" fmla="*/ 434672 w 2119654"/>
              <a:gd name="connsiteY113128" fmla="*/ 778045 h 2398711"/>
              <a:gd name="connsiteX113129" fmla="*/ 434860 w 2119654"/>
              <a:gd name="connsiteY113129" fmla="*/ 778687 h 2398711"/>
              <a:gd name="connsiteX113130" fmla="*/ 435111 w 2119654"/>
              <a:gd name="connsiteY113130" fmla="*/ 778777 h 2398711"/>
              <a:gd name="connsiteX113131" fmla="*/ 435177 w 2119654"/>
              <a:gd name="connsiteY113131" fmla="*/ 778438 h 2398711"/>
              <a:gd name="connsiteX113132" fmla="*/ 344134 w 2119654"/>
              <a:gd name="connsiteY113132" fmla="*/ 980542 h 2398711"/>
              <a:gd name="connsiteX113133" fmla="*/ 344481 w 2119654"/>
              <a:gd name="connsiteY113133" fmla="*/ 985061 h 2398711"/>
              <a:gd name="connsiteX113134" fmla="*/ 346768 w 2119654"/>
              <a:gd name="connsiteY113134" fmla="*/ 989300 h 2398711"/>
              <a:gd name="connsiteX113135" fmla="*/ 346369 w 2119654"/>
              <a:gd name="connsiteY113135" fmla="*/ 987340 h 2398711"/>
              <a:gd name="connsiteX113136" fmla="*/ 446753 w 2119654"/>
              <a:gd name="connsiteY113136" fmla="*/ 750692 h 2398711"/>
              <a:gd name="connsiteX113137" fmla="*/ 446735 w 2119654"/>
              <a:gd name="connsiteY113137" fmla="*/ 750789 h 2398711"/>
              <a:gd name="connsiteX113138" fmla="*/ 446819 w 2119654"/>
              <a:gd name="connsiteY113138" fmla="*/ 750894 h 2398711"/>
              <a:gd name="connsiteX113139" fmla="*/ 362139 w 2119654"/>
              <a:gd name="connsiteY113139" fmla="*/ 940137 h 2398711"/>
              <a:gd name="connsiteX113140" fmla="*/ 362183 w 2119654"/>
              <a:gd name="connsiteY113140" fmla="*/ 941039 h 2398711"/>
              <a:gd name="connsiteX113141" fmla="*/ 362440 w 2119654"/>
              <a:gd name="connsiteY113141" fmla="*/ 941048 h 2398711"/>
              <a:gd name="connsiteX113142" fmla="*/ 500717 w 2119654"/>
              <a:gd name="connsiteY113142" fmla="*/ 629581 h 2398711"/>
              <a:gd name="connsiteX113143" fmla="*/ 500922 w 2119654"/>
              <a:gd name="connsiteY113143" fmla="*/ 632035 h 2398711"/>
              <a:gd name="connsiteX113144" fmla="*/ 501851 w 2119654"/>
              <a:gd name="connsiteY113144" fmla="*/ 635201 h 2398711"/>
              <a:gd name="connsiteX113145" fmla="*/ 501295 w 2119654"/>
              <a:gd name="connsiteY113145" fmla="*/ 629964 h 2398711"/>
              <a:gd name="connsiteX113146" fmla="*/ 565357 w 2119654"/>
              <a:gd name="connsiteY113146" fmla="*/ 484702 h 2398711"/>
              <a:gd name="connsiteX113147" fmla="*/ 564608 w 2119654"/>
              <a:gd name="connsiteY113147" fmla="*/ 498095 h 2398711"/>
              <a:gd name="connsiteX113148" fmla="*/ 572373 w 2119654"/>
              <a:gd name="connsiteY113148" fmla="*/ 504658 h 2398711"/>
              <a:gd name="connsiteX113149" fmla="*/ 572113 w 2119654"/>
              <a:gd name="connsiteY113149" fmla="*/ 503041 h 2398711"/>
              <a:gd name="connsiteX113150" fmla="*/ 566766 w 2119654"/>
              <a:gd name="connsiteY113150" fmla="*/ 485460 h 2398711"/>
              <a:gd name="connsiteX113151" fmla="*/ 382194 w 2119654"/>
              <a:gd name="connsiteY113151" fmla="*/ 894762 h 2398711"/>
              <a:gd name="connsiteX113152" fmla="*/ 383533 w 2119654"/>
              <a:gd name="connsiteY113152" fmla="*/ 898699 h 2398711"/>
              <a:gd name="connsiteX113153" fmla="*/ 383572 w 2119654"/>
              <a:gd name="connsiteY113153" fmla="*/ 898761 h 2398711"/>
              <a:gd name="connsiteX113154" fmla="*/ 383709 w 2119654"/>
              <a:gd name="connsiteY113154" fmla="*/ 897587 h 2398711"/>
              <a:gd name="connsiteX113155" fmla="*/ 383438 w 2119654"/>
              <a:gd name="connsiteY113155" fmla="*/ 896245 h 2398711"/>
              <a:gd name="connsiteX113156" fmla="*/ 515462 w 2119654"/>
              <a:gd name="connsiteY113156" fmla="*/ 596287 h 2398711"/>
              <a:gd name="connsiteX113157" fmla="*/ 514993 w 2119654"/>
              <a:gd name="connsiteY113157" fmla="*/ 598262 h 2398711"/>
              <a:gd name="connsiteX113158" fmla="*/ 516324 w 2119654"/>
              <a:gd name="connsiteY113158" fmla="*/ 599096 h 2398711"/>
              <a:gd name="connsiteX113159" fmla="*/ 515909 w 2119654"/>
              <a:gd name="connsiteY113159" fmla="*/ 596469 h 2398711"/>
              <a:gd name="connsiteX113160" fmla="*/ 228697 w 2119654"/>
              <a:gd name="connsiteY113160" fmla="*/ 1238318 h 2398711"/>
              <a:gd name="connsiteX113161" fmla="*/ 229455 w 2119654"/>
              <a:gd name="connsiteY113161" fmla="*/ 1240177 h 2398711"/>
              <a:gd name="connsiteX113162" fmla="*/ 230225 w 2119654"/>
              <a:gd name="connsiteY113162" fmla="*/ 1241312 h 2398711"/>
              <a:gd name="connsiteX113163" fmla="*/ 248822 w 2119654"/>
              <a:gd name="connsiteY113163" fmla="*/ 1262719 h 2398711"/>
              <a:gd name="connsiteX113164" fmla="*/ 255528 w 2119654"/>
              <a:gd name="connsiteY113164" fmla="*/ 1266465 h 2398711"/>
              <a:gd name="connsiteX113165" fmla="*/ 254058 w 2119654"/>
              <a:gd name="connsiteY113165" fmla="*/ 1264652 h 2398711"/>
              <a:gd name="connsiteX113166" fmla="*/ 232100 w 2119654"/>
              <a:gd name="connsiteY113166" fmla="*/ 1242057 h 2398711"/>
              <a:gd name="connsiteX113167" fmla="*/ 245885 w 2119654"/>
              <a:gd name="connsiteY113167" fmla="*/ 1199815 h 2398711"/>
              <a:gd name="connsiteX113168" fmla="*/ 246310 w 2119654"/>
              <a:gd name="connsiteY113168" fmla="*/ 1201550 h 2398711"/>
              <a:gd name="connsiteX113169" fmla="*/ 247358 w 2119654"/>
              <a:gd name="connsiteY113169" fmla="*/ 1203120 h 2398711"/>
              <a:gd name="connsiteX113170" fmla="*/ 212462 w 2119654"/>
              <a:gd name="connsiteY113170" fmla="*/ 1274494 h 2398711"/>
              <a:gd name="connsiteX113171" fmla="*/ 215525 w 2119654"/>
              <a:gd name="connsiteY113171" fmla="*/ 1280194 h 2398711"/>
              <a:gd name="connsiteX113172" fmla="*/ 225388 w 2119654"/>
              <a:gd name="connsiteY113172" fmla="*/ 1286848 h 2398711"/>
              <a:gd name="connsiteX113173" fmla="*/ 225114 w 2119654"/>
              <a:gd name="connsiteY113173" fmla="*/ 1286340 h 2398711"/>
              <a:gd name="connsiteX113174" fmla="*/ 222169 w 2119654"/>
              <a:gd name="connsiteY113174" fmla="*/ 1280675 h 2398711"/>
              <a:gd name="connsiteX113175" fmla="*/ 297387 w 2119654"/>
              <a:gd name="connsiteY113175" fmla="*/ 1084260 h 2398711"/>
              <a:gd name="connsiteX113176" fmla="*/ 297824 w 2119654"/>
              <a:gd name="connsiteY113176" fmla="*/ 1086515 h 2398711"/>
              <a:gd name="connsiteX113177" fmla="*/ 299102 w 2119654"/>
              <a:gd name="connsiteY113177" fmla="*/ 1087486 h 2398711"/>
              <a:gd name="connsiteX113178" fmla="*/ 528536 w 2119654"/>
              <a:gd name="connsiteY113178" fmla="*/ 566626 h 2398711"/>
              <a:gd name="connsiteX113179" fmla="*/ 527703 w 2119654"/>
              <a:gd name="connsiteY113179" fmla="*/ 572167 h 2398711"/>
              <a:gd name="connsiteX113180" fmla="*/ 531383 w 2119654"/>
              <a:gd name="connsiteY113180" fmla="*/ 573690 h 2398711"/>
              <a:gd name="connsiteX113181" fmla="*/ 530067 w 2119654"/>
              <a:gd name="connsiteY113181" fmla="*/ 567223 h 2398711"/>
              <a:gd name="connsiteX113182" fmla="*/ 450271 w 2119654"/>
              <a:gd name="connsiteY113182" fmla="*/ 741862 h 2398711"/>
              <a:gd name="connsiteX113183" fmla="*/ 450474 w 2119654"/>
              <a:gd name="connsiteY113183" fmla="*/ 744348 h 2398711"/>
              <a:gd name="connsiteX113184" fmla="*/ 452119 w 2119654"/>
              <a:gd name="connsiteY113184" fmla="*/ 745129 h 2398711"/>
              <a:gd name="connsiteX113185" fmla="*/ 452003 w 2119654"/>
              <a:gd name="connsiteY113185" fmla="*/ 744683 h 2398711"/>
              <a:gd name="connsiteX113186" fmla="*/ 515675 w 2119654"/>
              <a:gd name="connsiteY113186" fmla="*/ 595392 h 2398711"/>
              <a:gd name="connsiteX113187" fmla="*/ 515521 w 2119654"/>
              <a:gd name="connsiteY113187" fmla="*/ 596041 h 2398711"/>
              <a:gd name="connsiteX113188" fmla="*/ 515863 w 2119654"/>
              <a:gd name="connsiteY113188" fmla="*/ 596180 h 2398711"/>
              <a:gd name="connsiteX113189" fmla="*/ 515744 w 2119654"/>
              <a:gd name="connsiteY113189" fmla="*/ 595420 h 2398711"/>
              <a:gd name="connsiteX113190" fmla="*/ 387127 w 2119654"/>
              <a:gd name="connsiteY113190" fmla="*/ 883218 h 2398711"/>
              <a:gd name="connsiteX113191" fmla="*/ 387077 w 2119654"/>
              <a:gd name="connsiteY113191" fmla="*/ 884349 h 2398711"/>
              <a:gd name="connsiteX113192" fmla="*/ 387230 w 2119654"/>
              <a:gd name="connsiteY113192" fmla="*/ 885102 h 2398711"/>
              <a:gd name="connsiteX113193" fmla="*/ 388825 w 2119654"/>
              <a:gd name="connsiteY113193" fmla="*/ 886577 h 2398711"/>
              <a:gd name="connsiteX113194" fmla="*/ 388359 w 2119654"/>
              <a:gd name="connsiteY113194" fmla="*/ 884615 h 2398711"/>
              <a:gd name="connsiteX113195" fmla="*/ 490984 w 2119654"/>
              <a:gd name="connsiteY113195" fmla="*/ 650569 h 2398711"/>
              <a:gd name="connsiteX113196" fmla="*/ 491459 w 2119654"/>
              <a:gd name="connsiteY113196" fmla="*/ 652458 h 2398711"/>
              <a:gd name="connsiteX113197" fmla="*/ 493430 w 2119654"/>
              <a:gd name="connsiteY113197" fmla="*/ 656356 h 2398711"/>
              <a:gd name="connsiteX113198" fmla="*/ 494549 w 2119654"/>
              <a:gd name="connsiteY113198" fmla="*/ 657207 h 2398711"/>
              <a:gd name="connsiteX113199" fmla="*/ 494376 w 2119654"/>
              <a:gd name="connsiteY113199" fmla="*/ 652165 h 2398711"/>
              <a:gd name="connsiteX113200" fmla="*/ 533029 w 2119654"/>
              <a:gd name="connsiteY113200" fmla="*/ 556375 h 2398711"/>
              <a:gd name="connsiteX113201" fmla="*/ 534000 w 2119654"/>
              <a:gd name="connsiteY113201" fmla="*/ 559440 h 2398711"/>
              <a:gd name="connsiteX113202" fmla="*/ 534877 w 2119654"/>
              <a:gd name="connsiteY113202" fmla="*/ 559938 h 2398711"/>
              <a:gd name="connsiteX113203" fmla="*/ 536326 w 2119654"/>
              <a:gd name="connsiteY113203" fmla="*/ 560801 h 2398711"/>
              <a:gd name="connsiteX113204" fmla="*/ 536120 w 2119654"/>
              <a:gd name="connsiteY113204" fmla="*/ 559307 h 2398711"/>
              <a:gd name="connsiteX113205" fmla="*/ 295503 w 2119654"/>
              <a:gd name="connsiteY113205" fmla="*/ 1088240 h 2398711"/>
              <a:gd name="connsiteX113206" fmla="*/ 296864 w 2119654"/>
              <a:gd name="connsiteY113206" fmla="*/ 1090886 h 2398711"/>
              <a:gd name="connsiteX113207" fmla="*/ 296946 w 2119654"/>
              <a:gd name="connsiteY113207" fmla="*/ 1090962 h 2398711"/>
              <a:gd name="connsiteX113208" fmla="*/ 295972 w 2119654"/>
              <a:gd name="connsiteY113208" fmla="*/ 1088664 h 2398711"/>
              <a:gd name="connsiteX113209" fmla="*/ 324799 w 2119654"/>
              <a:gd name="connsiteY113209" fmla="*/ 1022483 h 2398711"/>
              <a:gd name="connsiteX113210" fmla="*/ 325518 w 2119654"/>
              <a:gd name="connsiteY113210" fmla="*/ 1032093 h 2398711"/>
              <a:gd name="connsiteX113211" fmla="*/ 326989 w 2119654"/>
              <a:gd name="connsiteY113211" fmla="*/ 1035225 h 2398711"/>
              <a:gd name="connsiteX113212" fmla="*/ 327858 w 2119654"/>
              <a:gd name="connsiteY113212" fmla="*/ 1035707 h 2398711"/>
              <a:gd name="connsiteX113213" fmla="*/ 331565 w 2119654"/>
              <a:gd name="connsiteY113213" fmla="*/ 1037685 h 2398711"/>
              <a:gd name="connsiteX113214" fmla="*/ 330198 w 2119654"/>
              <a:gd name="connsiteY113214" fmla="*/ 1033313 h 2398711"/>
              <a:gd name="connsiteX113215" fmla="*/ 328129 w 2119654"/>
              <a:gd name="connsiteY113215" fmla="*/ 1027563 h 2398711"/>
              <a:gd name="connsiteX113216" fmla="*/ 324849 w 2119654"/>
              <a:gd name="connsiteY113216" fmla="*/ 1022563 h 2398711"/>
              <a:gd name="connsiteX113217" fmla="*/ 454767 w 2119654"/>
              <a:gd name="connsiteY113217" fmla="*/ 731160 h 2398711"/>
              <a:gd name="connsiteX113218" fmla="*/ 455075 w 2119654"/>
              <a:gd name="connsiteY113218" fmla="*/ 732951 h 2398711"/>
              <a:gd name="connsiteX113219" fmla="*/ 455574 w 2119654"/>
              <a:gd name="connsiteY113219" fmla="*/ 733359 h 2398711"/>
              <a:gd name="connsiteX113220" fmla="*/ 298561 w 2119654"/>
              <a:gd name="connsiteY113220" fmla="*/ 1080788 h 2398711"/>
              <a:gd name="connsiteX113221" fmla="*/ 301489 w 2119654"/>
              <a:gd name="connsiteY113221" fmla="*/ 1089300 h 2398711"/>
              <a:gd name="connsiteX113222" fmla="*/ 303587 w 2119654"/>
              <a:gd name="connsiteY113222" fmla="*/ 1090893 h 2398711"/>
              <a:gd name="connsiteX113223" fmla="*/ 303723 w 2119654"/>
              <a:gd name="connsiteY113223" fmla="*/ 1088290 h 2398711"/>
              <a:gd name="connsiteX113224" fmla="*/ 302050 w 2119654"/>
              <a:gd name="connsiteY113224" fmla="*/ 1086379 h 2398711"/>
              <a:gd name="connsiteX113225" fmla="*/ 215299 w 2119654"/>
              <a:gd name="connsiteY113225" fmla="*/ 1267084 h 2398711"/>
              <a:gd name="connsiteX113226" fmla="*/ 217816 w 2119654"/>
              <a:gd name="connsiteY113226" fmla="*/ 1271921 h 2398711"/>
              <a:gd name="connsiteX113227" fmla="*/ 220998 w 2119654"/>
              <a:gd name="connsiteY113227" fmla="*/ 1277845 h 2398711"/>
              <a:gd name="connsiteX113228" fmla="*/ 228635 w 2119654"/>
              <a:gd name="connsiteY113228" fmla="*/ 1282707 h 2398711"/>
              <a:gd name="connsiteX113229" fmla="*/ 226694 w 2119654"/>
              <a:gd name="connsiteY113229" fmla="*/ 1278932 h 2398711"/>
              <a:gd name="connsiteX113230" fmla="*/ 218436 w 2119654"/>
              <a:gd name="connsiteY113230" fmla="*/ 1270703 h 2398711"/>
              <a:gd name="connsiteX113231" fmla="*/ 464226 w 2119654"/>
              <a:gd name="connsiteY113231" fmla="*/ 709622 h 2398711"/>
              <a:gd name="connsiteX113232" fmla="*/ 464775 w 2119654"/>
              <a:gd name="connsiteY113232" fmla="*/ 713704 h 2398711"/>
              <a:gd name="connsiteX113233" fmla="*/ 475912 w 2119654"/>
              <a:gd name="connsiteY113233" fmla="*/ 720012 h 2398711"/>
              <a:gd name="connsiteX113234" fmla="*/ 475869 w 2119654"/>
              <a:gd name="connsiteY113234" fmla="*/ 715152 h 2398711"/>
              <a:gd name="connsiteX113235" fmla="*/ 500079 w 2119654"/>
              <a:gd name="connsiteY113235" fmla="*/ 629158 h 2398711"/>
              <a:gd name="connsiteX113236" fmla="*/ 500418 w 2119654"/>
              <a:gd name="connsiteY113236" fmla="*/ 630314 h 2398711"/>
              <a:gd name="connsiteX113237" fmla="*/ 500335 w 2119654"/>
              <a:gd name="connsiteY113237" fmla="*/ 629329 h 2398711"/>
              <a:gd name="connsiteX113238" fmla="*/ 320211 w 2119654"/>
              <a:gd name="connsiteY113238" fmla="*/ 1031817 h 2398711"/>
              <a:gd name="connsiteX113239" fmla="*/ 320909 w 2119654"/>
              <a:gd name="connsiteY113239" fmla="*/ 1032965 h 2398711"/>
              <a:gd name="connsiteX113240" fmla="*/ 320843 w 2119654"/>
              <a:gd name="connsiteY113240" fmla="*/ 1032167 h 2398711"/>
              <a:gd name="connsiteX113241" fmla="*/ 362578 w 2119654"/>
              <a:gd name="connsiteY113241" fmla="*/ 936672 h 2398711"/>
              <a:gd name="connsiteX113242" fmla="*/ 363642 w 2119654"/>
              <a:gd name="connsiteY113242" fmla="*/ 941095 h 2398711"/>
              <a:gd name="connsiteX113243" fmla="*/ 364509 w 2119654"/>
              <a:gd name="connsiteY113243" fmla="*/ 941129 h 2398711"/>
              <a:gd name="connsiteX113244" fmla="*/ 364445 w 2119654"/>
              <a:gd name="connsiteY113244" fmla="*/ 939442 h 2398711"/>
              <a:gd name="connsiteX113245" fmla="*/ 387208 w 2119654"/>
              <a:gd name="connsiteY113245" fmla="*/ 881416 h 2398711"/>
              <a:gd name="connsiteX113246" fmla="*/ 387157 w 2119654"/>
              <a:gd name="connsiteY113246" fmla="*/ 882551 h 2398711"/>
              <a:gd name="connsiteX113247" fmla="*/ 388132 w 2119654"/>
              <a:gd name="connsiteY113247" fmla="*/ 883657 h 2398711"/>
              <a:gd name="connsiteX113248" fmla="*/ 387834 w 2119654"/>
              <a:gd name="connsiteY113248" fmla="*/ 882409 h 2398711"/>
              <a:gd name="connsiteX113249" fmla="*/ 503744 w 2119654"/>
              <a:gd name="connsiteY113249" fmla="*/ 620352 h 2398711"/>
              <a:gd name="connsiteX113250" fmla="*/ 503694 w 2119654"/>
              <a:gd name="connsiteY113250" fmla="*/ 624689 h 2398711"/>
              <a:gd name="connsiteX113251" fmla="*/ 503703 w 2119654"/>
              <a:gd name="connsiteY113251" fmla="*/ 628723 h 2398711"/>
              <a:gd name="connsiteX113252" fmla="*/ 506862 w 2119654"/>
              <a:gd name="connsiteY113252" fmla="*/ 630818 h 2398711"/>
              <a:gd name="connsiteX113253" fmla="*/ 507903 w 2119654"/>
              <a:gd name="connsiteY113253" fmla="*/ 626434 h 2398711"/>
              <a:gd name="connsiteX113254" fmla="*/ 504993 w 2119654"/>
              <a:gd name="connsiteY113254" fmla="*/ 621181 h 2398711"/>
              <a:gd name="connsiteX113255" fmla="*/ 490238 w 2119654"/>
              <a:gd name="connsiteY113255" fmla="*/ 650577 h 2398711"/>
              <a:gd name="connsiteX113256" fmla="*/ 490348 w 2119654"/>
              <a:gd name="connsiteY113256" fmla="*/ 653553 h 2398711"/>
              <a:gd name="connsiteX113257" fmla="*/ 490552 w 2119654"/>
              <a:gd name="connsiteY113257" fmla="*/ 654164 h 2398711"/>
              <a:gd name="connsiteX113258" fmla="*/ 491523 w 2119654"/>
              <a:gd name="connsiteY113258" fmla="*/ 654903 h 2398711"/>
              <a:gd name="connsiteX113259" fmla="*/ 490732 w 2119654"/>
              <a:gd name="connsiteY113259" fmla="*/ 651553 h 2398711"/>
              <a:gd name="connsiteX113260" fmla="*/ 582859 w 2119654"/>
              <a:gd name="connsiteY113260" fmla="*/ 443165 h 2398711"/>
              <a:gd name="connsiteX113261" fmla="*/ 585800 w 2119654"/>
              <a:gd name="connsiteY113261" fmla="*/ 461496 h 2398711"/>
              <a:gd name="connsiteX113262" fmla="*/ 590784 w 2119654"/>
              <a:gd name="connsiteY113262" fmla="*/ 463476 h 2398711"/>
              <a:gd name="connsiteX113263" fmla="*/ 585749 w 2119654"/>
              <a:gd name="connsiteY113263" fmla="*/ 445740 h 2398711"/>
              <a:gd name="connsiteX113264" fmla="*/ 490351 w 2119654"/>
              <a:gd name="connsiteY113264" fmla="*/ 650269 h 2398711"/>
              <a:gd name="connsiteX113265" fmla="*/ 490498 w 2119654"/>
              <a:gd name="connsiteY113265" fmla="*/ 650560 h 2398711"/>
              <a:gd name="connsiteX113266" fmla="*/ 490439 w 2119654"/>
              <a:gd name="connsiteY113266" fmla="*/ 650311 h 2398711"/>
              <a:gd name="connsiteX113267" fmla="*/ 387281 w 2119654"/>
              <a:gd name="connsiteY113267" fmla="*/ 881060 h 2398711"/>
              <a:gd name="connsiteX113268" fmla="*/ 387654 w 2119654"/>
              <a:gd name="connsiteY113268" fmla="*/ 881650 h 2398711"/>
              <a:gd name="connsiteX113269" fmla="*/ 387600 w 2119654"/>
              <a:gd name="connsiteY113269" fmla="*/ 881427 h 2398711"/>
              <a:gd name="connsiteX113270" fmla="*/ 514556 w 2119654"/>
              <a:gd name="connsiteY113270" fmla="*/ 595915 h 2398711"/>
              <a:gd name="connsiteX113271" fmla="*/ 514754 w 2119654"/>
              <a:gd name="connsiteY113271" fmla="*/ 597582 h 2398711"/>
              <a:gd name="connsiteX113272" fmla="*/ 515097 w 2119654"/>
              <a:gd name="connsiteY113272" fmla="*/ 596137 h 2398711"/>
              <a:gd name="connsiteX113273" fmla="*/ 243171 w 2119654"/>
              <a:gd name="connsiteY113273" fmla="*/ 1203506 h 2398711"/>
              <a:gd name="connsiteX113274" fmla="*/ 244169 w 2119654"/>
              <a:gd name="connsiteY113274" fmla="*/ 1205576 h 2398711"/>
              <a:gd name="connsiteX113275" fmla="*/ 245154 w 2119654"/>
              <a:gd name="connsiteY113275" fmla="*/ 1206843 h 2398711"/>
              <a:gd name="connsiteX113276" fmla="*/ 247064 w 2119654"/>
              <a:gd name="connsiteY113276" fmla="*/ 1208082 h 2398711"/>
              <a:gd name="connsiteX113277" fmla="*/ 246662 w 2119654"/>
              <a:gd name="connsiteY113277" fmla="*/ 1206442 h 2398711"/>
              <a:gd name="connsiteX113278" fmla="*/ 426898 w 2119654"/>
              <a:gd name="connsiteY113278" fmla="*/ 791939 h 2398711"/>
              <a:gd name="connsiteX113279" fmla="*/ 426828 w 2119654"/>
              <a:gd name="connsiteY113279" fmla="*/ 792329 h 2398711"/>
              <a:gd name="connsiteX113280" fmla="*/ 426895 w 2119654"/>
              <a:gd name="connsiteY113280" fmla="*/ 794178 h 2398711"/>
              <a:gd name="connsiteX113281" fmla="*/ 427552 w 2119654"/>
              <a:gd name="connsiteY113281" fmla="*/ 792382 h 2398711"/>
              <a:gd name="connsiteX113282" fmla="*/ 342201 w 2119654"/>
              <a:gd name="connsiteY113282" fmla="*/ 981496 h 2398711"/>
              <a:gd name="connsiteX113283" fmla="*/ 342196 w 2119654"/>
              <a:gd name="connsiteY113283" fmla="*/ 985550 h 2398711"/>
              <a:gd name="connsiteX113284" fmla="*/ 342770 w 2119654"/>
              <a:gd name="connsiteY113284" fmla="*/ 986814 h 2398711"/>
              <a:gd name="connsiteX113285" fmla="*/ 344457 w 2119654"/>
              <a:gd name="connsiteY113285" fmla="*/ 988620 h 2398711"/>
              <a:gd name="connsiteX113286" fmla="*/ 344194 w 2119654"/>
              <a:gd name="connsiteY113286" fmla="*/ 985188 h 2398711"/>
              <a:gd name="connsiteX113287" fmla="*/ 451344 w 2119654"/>
              <a:gd name="connsiteY113287" fmla="*/ 737101 h 2398711"/>
              <a:gd name="connsiteX113288" fmla="*/ 453614 w 2119654"/>
              <a:gd name="connsiteY113288" fmla="*/ 745840 h 2398711"/>
              <a:gd name="connsiteX113289" fmla="*/ 456032 w 2119654"/>
              <a:gd name="connsiteY113289" fmla="*/ 746988 h 2398711"/>
              <a:gd name="connsiteX113290" fmla="*/ 456056 w 2119654"/>
              <a:gd name="connsiteY113290" fmla="*/ 746802 h 2398711"/>
              <a:gd name="connsiteX113291" fmla="*/ 455286 w 2119654"/>
              <a:gd name="connsiteY113291" fmla="*/ 742320 h 2398711"/>
              <a:gd name="connsiteX113292" fmla="*/ 453331 w 2119654"/>
              <a:gd name="connsiteY113292" fmla="*/ 741211 h 2398711"/>
              <a:gd name="connsiteX113293" fmla="*/ 453503 w 2119654"/>
              <a:gd name="connsiteY113293" fmla="*/ 741185 h 2398711"/>
              <a:gd name="connsiteX113294" fmla="*/ 455263 w 2119654"/>
              <a:gd name="connsiteY113294" fmla="*/ 742182 h 2398711"/>
              <a:gd name="connsiteX113295" fmla="*/ 454731 w 2119654"/>
              <a:gd name="connsiteY113295" fmla="*/ 739086 h 2398711"/>
              <a:gd name="connsiteX113296" fmla="*/ 482102 w 2119654"/>
              <a:gd name="connsiteY113296" fmla="*/ 668173 h 2398711"/>
              <a:gd name="connsiteX113297" fmla="*/ 482212 w 2119654"/>
              <a:gd name="connsiteY113297" fmla="*/ 671365 h 2398711"/>
              <a:gd name="connsiteX113298" fmla="*/ 482646 w 2119654"/>
              <a:gd name="connsiteY113298" fmla="*/ 677189 h 2398711"/>
              <a:gd name="connsiteX113299" fmla="*/ 490065 w 2119654"/>
              <a:gd name="connsiteY113299" fmla="*/ 677882 h 2398711"/>
              <a:gd name="connsiteX113300" fmla="*/ 489792 w 2119654"/>
              <a:gd name="connsiteY113300" fmla="*/ 672471 h 2398711"/>
              <a:gd name="connsiteX113301" fmla="*/ 483309 w 2119654"/>
              <a:gd name="connsiteY113301" fmla="*/ 668694 h 2398711"/>
              <a:gd name="connsiteX113302" fmla="*/ 277270 w 2119654"/>
              <a:gd name="connsiteY113302" fmla="*/ 1126774 h 2398711"/>
              <a:gd name="connsiteX113303" fmla="*/ 277691 w 2119654"/>
              <a:gd name="connsiteY113303" fmla="*/ 1129105 h 2398711"/>
              <a:gd name="connsiteX113304" fmla="*/ 278512 w 2119654"/>
              <a:gd name="connsiteY113304" fmla="*/ 1130027 h 2398711"/>
              <a:gd name="connsiteX113305" fmla="*/ 150103 w 2119654"/>
              <a:gd name="connsiteY113305" fmla="*/ 1411483 h 2398711"/>
              <a:gd name="connsiteX113306" fmla="*/ 152681 w 2119654"/>
              <a:gd name="connsiteY113306" fmla="*/ 1414919 h 2398711"/>
              <a:gd name="connsiteX113307" fmla="*/ 155630 w 2119654"/>
              <a:gd name="connsiteY113307" fmla="*/ 1416831 h 2398711"/>
              <a:gd name="connsiteX113308" fmla="*/ 154263 w 2119654"/>
              <a:gd name="connsiteY113308" fmla="*/ 1414983 h 2398711"/>
              <a:gd name="connsiteX113309" fmla="*/ 285520 w 2119654"/>
              <a:gd name="connsiteY113309" fmla="*/ 1108217 h 2398711"/>
              <a:gd name="connsiteX113310" fmla="*/ 285807 w 2119654"/>
              <a:gd name="connsiteY113310" fmla="*/ 1109805 h 2398711"/>
              <a:gd name="connsiteX113311" fmla="*/ 286329 w 2119654"/>
              <a:gd name="connsiteY113311" fmla="*/ 1110267 h 2398711"/>
              <a:gd name="connsiteX113312" fmla="*/ 627426 w 2119654"/>
              <a:gd name="connsiteY113312" fmla="*/ 342593 h 2398711"/>
              <a:gd name="connsiteX113313" fmla="*/ 628146 w 2119654"/>
              <a:gd name="connsiteY113313" fmla="*/ 347857 h 2398711"/>
              <a:gd name="connsiteX113314" fmla="*/ 629337 w 2119654"/>
              <a:gd name="connsiteY113314" fmla="*/ 355763 h 2398711"/>
              <a:gd name="connsiteX113315" fmla="*/ 632537 w 2119654"/>
              <a:gd name="connsiteY113315" fmla="*/ 360027 h 2398711"/>
              <a:gd name="connsiteX113316" fmla="*/ 632796 w 2119654"/>
              <a:gd name="connsiteY113316" fmla="*/ 358296 h 2398711"/>
              <a:gd name="connsiteX113317" fmla="*/ 633051 w 2119654"/>
              <a:gd name="connsiteY113317" fmla="*/ 358056 h 2398711"/>
              <a:gd name="connsiteX113318" fmla="*/ 632720 w 2119654"/>
              <a:gd name="connsiteY113318" fmla="*/ 360270 h 2398711"/>
              <a:gd name="connsiteX113319" fmla="*/ 639524 w 2119654"/>
              <a:gd name="connsiteY113319" fmla="*/ 369341 h 2398711"/>
              <a:gd name="connsiteX113320" fmla="*/ 637670 w 2119654"/>
              <a:gd name="connsiteY113320" fmla="*/ 352185 h 2398711"/>
              <a:gd name="connsiteX113321" fmla="*/ 637809 w 2119654"/>
              <a:gd name="connsiteY113321" fmla="*/ 351965 h 2398711"/>
              <a:gd name="connsiteX113322" fmla="*/ 639714 w 2119654"/>
              <a:gd name="connsiteY113322" fmla="*/ 369594 h 2398711"/>
              <a:gd name="connsiteX113323" fmla="*/ 641554 w 2119654"/>
              <a:gd name="connsiteY113323" fmla="*/ 372048 h 2398711"/>
              <a:gd name="connsiteX113324" fmla="*/ 644220 w 2119654"/>
              <a:gd name="connsiteY113324" fmla="*/ 354980 h 2398711"/>
              <a:gd name="connsiteX113325" fmla="*/ 372946 w 2119654"/>
              <a:gd name="connsiteY113325" fmla="*/ 912352 h 2398711"/>
              <a:gd name="connsiteX113326" fmla="*/ 372625 w 2119654"/>
              <a:gd name="connsiteY113326" fmla="*/ 914374 h 2398711"/>
              <a:gd name="connsiteX113327" fmla="*/ 372683 w 2119654"/>
              <a:gd name="connsiteY113327" fmla="*/ 915080 h 2398711"/>
              <a:gd name="connsiteX113328" fmla="*/ 373669 w 2119654"/>
              <a:gd name="connsiteY113328" fmla="*/ 918417 h 2398711"/>
              <a:gd name="connsiteX113329" fmla="*/ 375232 w 2119654"/>
              <a:gd name="connsiteY113329" fmla="*/ 918974 h 2398711"/>
              <a:gd name="connsiteX113330" fmla="*/ 285853 w 2119654"/>
              <a:gd name="connsiteY113330" fmla="*/ 1107368 h 2398711"/>
              <a:gd name="connsiteX113331" fmla="*/ 287304 w 2119654"/>
              <a:gd name="connsiteY113331" fmla="*/ 1111130 h 2398711"/>
              <a:gd name="connsiteX113332" fmla="*/ 289781 w 2119654"/>
              <a:gd name="connsiteY113332" fmla="*/ 1113321 h 2398711"/>
              <a:gd name="connsiteX113333" fmla="*/ 288624 w 2119654"/>
              <a:gd name="connsiteY113333" fmla="*/ 1111605 h 2398711"/>
              <a:gd name="connsiteX113334" fmla="*/ 286083 w 2119654"/>
              <a:gd name="connsiteY113334" fmla="*/ 1106827 h 2398711"/>
              <a:gd name="connsiteX113335" fmla="*/ 291461 w 2119654"/>
              <a:gd name="connsiteY113335" fmla="*/ 1114807 h 2398711"/>
              <a:gd name="connsiteX113336" fmla="*/ 292763 w 2119654"/>
              <a:gd name="connsiteY113336" fmla="*/ 1115960 h 2398711"/>
              <a:gd name="connsiteX113337" fmla="*/ 292435 w 2119654"/>
              <a:gd name="connsiteY113337" fmla="*/ 1115440 h 2398711"/>
              <a:gd name="connsiteX113338" fmla="*/ 381579 w 2119654"/>
              <a:gd name="connsiteY113338" fmla="*/ 892956 h 2398711"/>
              <a:gd name="connsiteX113339" fmla="*/ 381996 w 2119654"/>
              <a:gd name="connsiteY113339" fmla="*/ 894180 h 2398711"/>
              <a:gd name="connsiteX113340" fmla="*/ 383345 w 2119654"/>
              <a:gd name="connsiteY113340" fmla="*/ 895786 h 2398711"/>
              <a:gd name="connsiteX113341" fmla="*/ 382857 w 2119654"/>
              <a:gd name="connsiteY113341" fmla="*/ 893383 h 2398711"/>
              <a:gd name="connsiteX113342" fmla="*/ 346404 w 2119654"/>
              <a:gd name="connsiteY113342" fmla="*/ 971708 h 2398711"/>
              <a:gd name="connsiteX113343" fmla="*/ 346596 w 2119654"/>
              <a:gd name="connsiteY113343" fmla="*/ 972773 h 2398711"/>
              <a:gd name="connsiteX113344" fmla="*/ 349014 w 2119654"/>
              <a:gd name="connsiteY113344" fmla="*/ 976230 h 2398711"/>
              <a:gd name="connsiteX113345" fmla="*/ 348834 w 2119654"/>
              <a:gd name="connsiteY113345" fmla="*/ 973352 h 2398711"/>
              <a:gd name="connsiteX113346" fmla="*/ 545340 w 2119654"/>
              <a:gd name="connsiteY113346" fmla="*/ 525985 h 2398711"/>
              <a:gd name="connsiteX113347" fmla="*/ 545481 w 2119654"/>
              <a:gd name="connsiteY113347" fmla="*/ 534606 h 2398711"/>
              <a:gd name="connsiteX113348" fmla="*/ 546945 w 2119654"/>
              <a:gd name="connsiteY113348" fmla="*/ 535828 h 2398711"/>
              <a:gd name="connsiteX113349" fmla="*/ 549798 w 2119654"/>
              <a:gd name="connsiteY113349" fmla="*/ 538789 h 2398711"/>
              <a:gd name="connsiteX113350" fmla="*/ 550819 w 2119654"/>
              <a:gd name="connsiteY113350" fmla="*/ 539145 h 2398711"/>
              <a:gd name="connsiteX113351" fmla="*/ 547298 w 2119654"/>
              <a:gd name="connsiteY113351" fmla="*/ 527455 h 2398711"/>
              <a:gd name="connsiteX113352" fmla="*/ 319518 w 2119654"/>
              <a:gd name="connsiteY113352" fmla="*/ 1031447 h 2398711"/>
              <a:gd name="connsiteX113353" fmla="*/ 319683 w 2119654"/>
              <a:gd name="connsiteY113353" fmla="*/ 1033465 h 2398711"/>
              <a:gd name="connsiteX113354" fmla="*/ 321200 w 2119654"/>
              <a:gd name="connsiteY113354" fmla="*/ 1036433 h 2398711"/>
              <a:gd name="connsiteX113355" fmla="*/ 320990 w 2119654"/>
              <a:gd name="connsiteY113355" fmla="*/ 1033921 h 2398711"/>
              <a:gd name="connsiteX113356" fmla="*/ 490188 w 2119654"/>
              <a:gd name="connsiteY113356" fmla="*/ 649247 h 2398711"/>
              <a:gd name="connsiteX113357" fmla="*/ 490211 w 2119654"/>
              <a:gd name="connsiteY113357" fmla="*/ 649871 h 2398711"/>
              <a:gd name="connsiteX113358" fmla="*/ 490351 w 2119654"/>
              <a:gd name="connsiteY113358" fmla="*/ 649936 h 2398711"/>
              <a:gd name="connsiteX113359" fmla="*/ 514429 w 2119654"/>
              <a:gd name="connsiteY113359" fmla="*/ 594882 h 2398711"/>
              <a:gd name="connsiteX113360" fmla="*/ 514519 w 2119654"/>
              <a:gd name="connsiteY113360" fmla="*/ 595629 h 2398711"/>
              <a:gd name="connsiteX113361" fmla="*/ 515155 w 2119654"/>
              <a:gd name="connsiteY113361" fmla="*/ 595890 h 2398711"/>
              <a:gd name="connsiteX113362" fmla="*/ 515309 w 2119654"/>
              <a:gd name="connsiteY113362" fmla="*/ 595242 h 2398711"/>
              <a:gd name="connsiteX113363" fmla="*/ 559240 w 2119654"/>
              <a:gd name="connsiteY113363" fmla="*/ 494511 h 2398711"/>
              <a:gd name="connsiteX113364" fmla="*/ 558612 w 2119654"/>
              <a:gd name="connsiteY113364" fmla="*/ 499721 h 2398711"/>
              <a:gd name="connsiteX113365" fmla="*/ 560415 w 2119654"/>
              <a:gd name="connsiteY113365" fmla="*/ 501095 h 2398711"/>
              <a:gd name="connsiteX113366" fmla="*/ 561027 w 2119654"/>
              <a:gd name="connsiteY113366" fmla="*/ 496015 h 2398711"/>
              <a:gd name="connsiteX113367" fmla="*/ 418332 w 2119654"/>
              <a:gd name="connsiteY113367" fmla="*/ 809964 h 2398711"/>
              <a:gd name="connsiteX113368" fmla="*/ 417993 w 2119654"/>
              <a:gd name="connsiteY113368" fmla="*/ 812122 h 2398711"/>
              <a:gd name="connsiteX113369" fmla="*/ 419160 w 2119654"/>
              <a:gd name="connsiteY113369" fmla="*/ 815328 h 2398711"/>
              <a:gd name="connsiteX113370" fmla="*/ 420338 w 2119654"/>
              <a:gd name="connsiteY113370" fmla="*/ 812109 h 2398711"/>
              <a:gd name="connsiteX113371" fmla="*/ 225450 w 2119654"/>
              <a:gd name="connsiteY113371" fmla="*/ 1241852 h 2398711"/>
              <a:gd name="connsiteX113372" fmla="*/ 226429 w 2119654"/>
              <a:gd name="connsiteY113372" fmla="*/ 1244700 h 2398711"/>
              <a:gd name="connsiteX113373" fmla="*/ 229050 w 2119654"/>
              <a:gd name="connsiteY113373" fmla="*/ 1250234 h 2398711"/>
              <a:gd name="connsiteX113374" fmla="*/ 232372 w 2119654"/>
              <a:gd name="connsiteY113374" fmla="*/ 1253151 h 2398711"/>
              <a:gd name="connsiteX113375" fmla="*/ 229891 w 2119654"/>
              <a:gd name="connsiteY113375" fmla="*/ 1247289 h 2398711"/>
              <a:gd name="connsiteX113376" fmla="*/ 321085 w 2119654"/>
              <a:gd name="connsiteY113376" fmla="*/ 1027665 h 2398711"/>
              <a:gd name="connsiteX113377" fmla="*/ 321145 w 2119654"/>
              <a:gd name="connsiteY113377" fmla="*/ 1028372 h 2398711"/>
              <a:gd name="connsiteX113378" fmla="*/ 324406 w 2119654"/>
              <a:gd name="connsiteY113378" fmla="*/ 1033793 h 2398711"/>
              <a:gd name="connsiteX113379" fmla="*/ 324627 w 2119654"/>
              <a:gd name="connsiteY113379" fmla="*/ 1033916 h 2398711"/>
              <a:gd name="connsiteX113380" fmla="*/ 324351 w 2119654"/>
              <a:gd name="connsiteY113380" fmla="*/ 1032778 h 2398711"/>
              <a:gd name="connsiteX113381" fmla="*/ 433619 w 2119654"/>
              <a:gd name="connsiteY113381" fmla="*/ 775608 h 2398711"/>
              <a:gd name="connsiteX113382" fmla="*/ 433584 w 2119654"/>
              <a:gd name="connsiteY113382" fmla="*/ 775885 h 2398711"/>
              <a:gd name="connsiteX113383" fmla="*/ 433648 w 2119654"/>
              <a:gd name="connsiteY113383" fmla="*/ 775708 h 2398711"/>
              <a:gd name="connsiteX113384" fmla="*/ 295180 w 2119654"/>
              <a:gd name="connsiteY113384" fmla="*/ 1085357 h 2398711"/>
              <a:gd name="connsiteX113385" fmla="*/ 296334 w 2119654"/>
              <a:gd name="connsiteY113385" fmla="*/ 1088078 h 2398711"/>
              <a:gd name="connsiteX113386" fmla="*/ 298000 w 2119654"/>
              <a:gd name="connsiteY113386" fmla="*/ 1089582 h 2398711"/>
              <a:gd name="connsiteX113387" fmla="*/ 297525 w 2119654"/>
              <a:gd name="connsiteY113387" fmla="*/ 1087138 h 2398711"/>
              <a:gd name="connsiteX113388" fmla="*/ 508667 w 2119654"/>
              <a:gd name="connsiteY113388" fmla="*/ 607254 h 2398711"/>
              <a:gd name="connsiteX113389" fmla="*/ 510404 w 2119654"/>
              <a:gd name="connsiteY113389" fmla="*/ 610391 h 2398711"/>
              <a:gd name="connsiteX113390" fmla="*/ 510135 w 2119654"/>
              <a:gd name="connsiteY113390" fmla="*/ 608142 h 2398711"/>
              <a:gd name="connsiteX113391" fmla="*/ 414320 w 2119654"/>
              <a:gd name="connsiteY113391" fmla="*/ 818466 h 2398711"/>
              <a:gd name="connsiteX113392" fmla="*/ 413538 w 2119654"/>
              <a:gd name="connsiteY113392" fmla="*/ 822450 h 2398711"/>
              <a:gd name="connsiteX113393" fmla="*/ 413657 w 2119654"/>
              <a:gd name="connsiteY113393" fmla="*/ 823884 h 2398711"/>
              <a:gd name="connsiteX113394" fmla="*/ 414740 w 2119654"/>
              <a:gd name="connsiteY113394" fmla="*/ 824454 h 2398711"/>
              <a:gd name="connsiteX113395" fmla="*/ 361921 w 2119654"/>
              <a:gd name="connsiteY113395" fmla="*/ 935698 h 2398711"/>
              <a:gd name="connsiteX113396" fmla="*/ 362056 w 2119654"/>
              <a:gd name="connsiteY113396" fmla="*/ 938453 h 2398711"/>
              <a:gd name="connsiteX113397" fmla="*/ 362960 w 2119654"/>
              <a:gd name="connsiteY113397" fmla="*/ 941069 h 2398711"/>
              <a:gd name="connsiteX113398" fmla="*/ 363491 w 2119654"/>
              <a:gd name="connsiteY113398" fmla="*/ 941090 h 2398711"/>
              <a:gd name="connsiteX113399" fmla="*/ 362343 w 2119654"/>
              <a:gd name="connsiteY113399" fmla="*/ 936323 h 2398711"/>
              <a:gd name="connsiteX113400" fmla="*/ 460783 w 2119654"/>
              <a:gd name="connsiteY113400" fmla="*/ 714245 h 2398711"/>
              <a:gd name="connsiteX113401" fmla="*/ 460466 w 2119654"/>
              <a:gd name="connsiteY113401" fmla="*/ 716724 h 2398711"/>
              <a:gd name="connsiteX113402" fmla="*/ 461384 w 2119654"/>
              <a:gd name="connsiteY113402" fmla="*/ 717745 h 2398711"/>
              <a:gd name="connsiteX113403" fmla="*/ 461106 w 2119654"/>
              <a:gd name="connsiteY113403" fmla="*/ 714428 h 2398711"/>
              <a:gd name="connsiteX113404" fmla="*/ 219630 w 2119654"/>
              <a:gd name="connsiteY113404" fmla="*/ 1254155 h 2398711"/>
              <a:gd name="connsiteX113405" fmla="*/ 220891 w 2119654"/>
              <a:gd name="connsiteY113405" fmla="*/ 1256608 h 2398711"/>
              <a:gd name="connsiteX113406" fmla="*/ 224379 w 2119654"/>
              <a:gd name="connsiteY113406" fmla="*/ 1259758 h 2398711"/>
              <a:gd name="connsiteX113407" fmla="*/ 223529 w 2119654"/>
              <a:gd name="connsiteY113407" fmla="*/ 1257289 h 2398711"/>
              <a:gd name="connsiteX113408" fmla="*/ 554986 w 2119654"/>
              <a:gd name="connsiteY113408" fmla="*/ 503202 h 2398711"/>
              <a:gd name="connsiteX113409" fmla="*/ 555907 w 2119654"/>
              <a:gd name="connsiteY113409" fmla="*/ 505869 h 2398711"/>
              <a:gd name="connsiteX113410" fmla="*/ 556215 w 2119654"/>
              <a:gd name="connsiteY113410" fmla="*/ 504298 h 2398711"/>
              <a:gd name="connsiteX113411" fmla="*/ 266751 w 2119654"/>
              <a:gd name="connsiteY113411" fmla="*/ 1148598 h 2398711"/>
              <a:gd name="connsiteX113412" fmla="*/ 268016 w 2119654"/>
              <a:gd name="connsiteY113412" fmla="*/ 1151988 h 2398711"/>
              <a:gd name="connsiteX113413" fmla="*/ 268192 w 2119654"/>
              <a:gd name="connsiteY113413" fmla="*/ 1152068 h 2398711"/>
              <a:gd name="connsiteX113414" fmla="*/ 435204 w 2119654"/>
              <a:gd name="connsiteY113414" fmla="*/ 771158 h 2398711"/>
              <a:gd name="connsiteX113415" fmla="*/ 435248 w 2119654"/>
              <a:gd name="connsiteY113415" fmla="*/ 771336 h 2398711"/>
              <a:gd name="connsiteX113416" fmla="*/ 435301 w 2119654"/>
              <a:gd name="connsiteY113416" fmla="*/ 771192 h 2398711"/>
              <a:gd name="connsiteX113417" fmla="*/ 607973 w 2119654"/>
              <a:gd name="connsiteY113417" fmla="*/ 384287 h 2398711"/>
              <a:gd name="connsiteX113418" fmla="*/ 616323 w 2119654"/>
              <a:gd name="connsiteY113418" fmla="*/ 413695 h 2398711"/>
              <a:gd name="connsiteX113419" fmla="*/ 619114 w 2119654"/>
              <a:gd name="connsiteY113419" fmla="*/ 395825 h 2398711"/>
              <a:gd name="connsiteX113420" fmla="*/ 598262 w 2119654"/>
              <a:gd name="connsiteY113420" fmla="*/ 405942 h 2398711"/>
              <a:gd name="connsiteX113421" fmla="*/ 597944 w 2119654"/>
              <a:gd name="connsiteY113421" fmla="*/ 413752 h 2398711"/>
              <a:gd name="connsiteX113422" fmla="*/ 597679 w 2119654"/>
              <a:gd name="connsiteY113422" fmla="*/ 423461 h 2398711"/>
              <a:gd name="connsiteX113423" fmla="*/ 603945 w 2119654"/>
              <a:gd name="connsiteY113423" fmla="*/ 427364 h 2398711"/>
              <a:gd name="connsiteX113424" fmla="*/ 604027 w 2119654"/>
              <a:gd name="connsiteY113424" fmla="*/ 420025 h 2398711"/>
              <a:gd name="connsiteX113425" fmla="*/ 604190 w 2119654"/>
              <a:gd name="connsiteY113425" fmla="*/ 419822 h 2398711"/>
              <a:gd name="connsiteX113426" fmla="*/ 604104 w 2119654"/>
              <a:gd name="connsiteY113426" fmla="*/ 427464 h 2398711"/>
              <a:gd name="connsiteX113427" fmla="*/ 605475 w 2119654"/>
              <a:gd name="connsiteY113427" fmla="*/ 428320 h 2398711"/>
              <a:gd name="connsiteX113428" fmla="*/ 605208 w 2119654"/>
              <a:gd name="connsiteY113428" fmla="*/ 426545 h 2398711"/>
              <a:gd name="connsiteX113429" fmla="*/ 602851 w 2119654"/>
              <a:gd name="connsiteY113429" fmla="*/ 409327 h 2398711"/>
              <a:gd name="connsiteX113430" fmla="*/ 364461 w 2119654"/>
              <a:gd name="connsiteY113430" fmla="*/ 929466 h 2398711"/>
              <a:gd name="connsiteX113431" fmla="*/ 364463 w 2119654"/>
              <a:gd name="connsiteY113431" fmla="*/ 929473 h 2398711"/>
              <a:gd name="connsiteX113432" fmla="*/ 364463 w 2119654"/>
              <a:gd name="connsiteY113432" fmla="*/ 929470 h 2398711"/>
              <a:gd name="connsiteX113433" fmla="*/ 374655 w 2119654"/>
              <a:gd name="connsiteY113433" fmla="*/ 906524 h 2398711"/>
              <a:gd name="connsiteX113434" fmla="*/ 376999 w 2119654"/>
              <a:gd name="connsiteY113434" fmla="*/ 915329 h 2398711"/>
              <a:gd name="connsiteX113435" fmla="*/ 376835 w 2119654"/>
              <a:gd name="connsiteY113435" fmla="*/ 913139 h 2398711"/>
              <a:gd name="connsiteX113436" fmla="*/ 377014 w 2119654"/>
              <a:gd name="connsiteY113436" fmla="*/ 912873 h 2398711"/>
              <a:gd name="connsiteX113437" fmla="*/ 377275 w 2119654"/>
              <a:gd name="connsiteY113437" fmla="*/ 916363 h 2398711"/>
              <a:gd name="connsiteX113438" fmla="*/ 378257 w 2119654"/>
              <a:gd name="connsiteY113438" fmla="*/ 920050 h 2398711"/>
              <a:gd name="connsiteX113439" fmla="*/ 382319 w 2119654"/>
              <a:gd name="connsiteY113439" fmla="*/ 921496 h 2398711"/>
              <a:gd name="connsiteX113440" fmla="*/ 382466 w 2119654"/>
              <a:gd name="connsiteY113440" fmla="*/ 918203 h 2398711"/>
              <a:gd name="connsiteX113441" fmla="*/ 381591 w 2119654"/>
              <a:gd name="connsiteY113441" fmla="*/ 916582 h 2398711"/>
              <a:gd name="connsiteX113442" fmla="*/ 380191 w 2119654"/>
              <a:gd name="connsiteY113442" fmla="*/ 914791 h 2398711"/>
              <a:gd name="connsiteX113443" fmla="*/ 518123 w 2119654"/>
              <a:gd name="connsiteY113443" fmla="*/ 585082 h 2398711"/>
              <a:gd name="connsiteX113444" fmla="*/ 517046 w 2119654"/>
              <a:gd name="connsiteY113444" fmla="*/ 589618 h 2398711"/>
              <a:gd name="connsiteX113445" fmla="*/ 517685 w 2119654"/>
              <a:gd name="connsiteY113445" fmla="*/ 593663 h 2398711"/>
              <a:gd name="connsiteX113446" fmla="*/ 517767 w 2119654"/>
              <a:gd name="connsiteY113446" fmla="*/ 593673 h 2398711"/>
              <a:gd name="connsiteX113447" fmla="*/ 520107 w 2119654"/>
              <a:gd name="connsiteY113447" fmla="*/ 595956 h 2398711"/>
              <a:gd name="connsiteX113448" fmla="*/ 519755 w 2119654"/>
              <a:gd name="connsiteY113448" fmla="*/ 586252 h 2398711"/>
              <a:gd name="connsiteX113449" fmla="*/ 380729 w 2119654"/>
              <a:gd name="connsiteY113449" fmla="*/ 892670 h 2398711"/>
              <a:gd name="connsiteX113450" fmla="*/ 381632 w 2119654"/>
              <a:gd name="connsiteY113450" fmla="*/ 893746 h 2398711"/>
              <a:gd name="connsiteX113451" fmla="*/ 381335 w 2119654"/>
              <a:gd name="connsiteY113451" fmla="*/ 892873 h 2398711"/>
              <a:gd name="connsiteX113452" fmla="*/ 145388 w 2119654"/>
              <a:gd name="connsiteY113452" fmla="*/ 1419555 h 2398711"/>
              <a:gd name="connsiteX113453" fmla="*/ 149815 w 2119654"/>
              <a:gd name="connsiteY113453" fmla="*/ 1428012 h 2398711"/>
              <a:gd name="connsiteX113454" fmla="*/ 154918 w 2119654"/>
              <a:gd name="connsiteY113454" fmla="*/ 1436880 h 2398711"/>
              <a:gd name="connsiteX113455" fmla="*/ 162512 w 2119654"/>
              <a:gd name="connsiteY113455" fmla="*/ 1441103 h 2398711"/>
              <a:gd name="connsiteX113456" fmla="*/ 148665 w 2119654"/>
              <a:gd name="connsiteY113456" fmla="*/ 1423771 h 2398711"/>
              <a:gd name="connsiteX113457" fmla="*/ 252619 w 2119654"/>
              <a:gd name="connsiteY113457" fmla="*/ 1179407 h 2398711"/>
              <a:gd name="connsiteX113458" fmla="*/ 254652 w 2119654"/>
              <a:gd name="connsiteY113458" fmla="*/ 1182570 h 2398711"/>
              <a:gd name="connsiteX113459" fmla="*/ 262921 w 2119654"/>
              <a:gd name="connsiteY113459" fmla="*/ 1195070 h 2398711"/>
              <a:gd name="connsiteX113460" fmla="*/ 259480 w 2119654"/>
              <a:gd name="connsiteY113460" fmla="*/ 1183209 h 2398711"/>
              <a:gd name="connsiteX113461" fmla="*/ 431176 w 2119654"/>
              <a:gd name="connsiteY113461" fmla="*/ 779460 h 2398711"/>
              <a:gd name="connsiteX113462" fmla="*/ 431224 w 2119654"/>
              <a:gd name="connsiteY113462" fmla="*/ 780870 h 2398711"/>
              <a:gd name="connsiteX113463" fmla="*/ 431462 w 2119654"/>
              <a:gd name="connsiteY113463" fmla="*/ 781686 h 2398711"/>
              <a:gd name="connsiteX113464" fmla="*/ 432149 w 2119654"/>
              <a:gd name="connsiteY113464" fmla="*/ 779807 h 2398711"/>
              <a:gd name="connsiteX113465" fmla="*/ 433915 w 2119654"/>
              <a:gd name="connsiteY113465" fmla="*/ 773299 h 2398711"/>
              <a:gd name="connsiteX113466" fmla="*/ 433723 w 2119654"/>
              <a:gd name="connsiteY113466" fmla="*/ 774803 h 2398711"/>
              <a:gd name="connsiteX113467" fmla="*/ 433805 w 2119654"/>
              <a:gd name="connsiteY113467" fmla="*/ 775086 h 2398711"/>
              <a:gd name="connsiteX113468" fmla="*/ 433851 w 2119654"/>
              <a:gd name="connsiteY113468" fmla="*/ 775155 h 2398711"/>
              <a:gd name="connsiteX113469" fmla="*/ 434162 w 2119654"/>
              <a:gd name="connsiteY113469" fmla="*/ 774306 h 2398711"/>
              <a:gd name="connsiteX113470" fmla="*/ 448926 w 2119654"/>
              <a:gd name="connsiteY113470" fmla="*/ 739672 h 2398711"/>
              <a:gd name="connsiteX113471" fmla="*/ 448898 w 2119654"/>
              <a:gd name="connsiteY113471" fmla="*/ 739777 h 2398711"/>
              <a:gd name="connsiteX113472" fmla="*/ 448211 w 2119654"/>
              <a:gd name="connsiteY113472" fmla="*/ 743273 h 2398711"/>
              <a:gd name="connsiteX113473" fmla="*/ 450134 w 2119654"/>
              <a:gd name="connsiteY113473" fmla="*/ 744187 h 2398711"/>
              <a:gd name="connsiteX113474" fmla="*/ 449895 w 2119654"/>
              <a:gd name="connsiteY113474" fmla="*/ 741249 h 2398711"/>
              <a:gd name="connsiteX113475" fmla="*/ 529772 w 2119654"/>
              <a:gd name="connsiteY113475" fmla="*/ 558605 h 2398711"/>
              <a:gd name="connsiteX113476" fmla="*/ 529514 w 2119654"/>
              <a:gd name="connsiteY113476" fmla="*/ 560104 h 2398711"/>
              <a:gd name="connsiteX113477" fmla="*/ 528599 w 2119654"/>
              <a:gd name="connsiteY113477" fmla="*/ 566203 h 2398711"/>
              <a:gd name="connsiteX113478" fmla="*/ 529964 w 2119654"/>
              <a:gd name="connsiteY113478" fmla="*/ 566714 h 2398711"/>
              <a:gd name="connsiteX113479" fmla="*/ 529609 w 2119654"/>
              <a:gd name="connsiteY113479" fmla="*/ 564973 h 2398711"/>
              <a:gd name="connsiteX113480" fmla="*/ 529727 w 2119654"/>
              <a:gd name="connsiteY113480" fmla="*/ 564739 h 2398711"/>
              <a:gd name="connsiteX113481" fmla="*/ 530142 w 2119654"/>
              <a:gd name="connsiteY113481" fmla="*/ 566781 h 2398711"/>
              <a:gd name="connsiteX113482" fmla="*/ 534549 w 2119654"/>
              <a:gd name="connsiteY113482" fmla="*/ 568432 h 2398711"/>
              <a:gd name="connsiteX113483" fmla="*/ 534422 w 2119654"/>
              <a:gd name="connsiteY113483" fmla="*/ 567509 h 2398711"/>
              <a:gd name="connsiteX113484" fmla="*/ 534626 w 2119654"/>
              <a:gd name="connsiteY113484" fmla="*/ 567160 h 2398711"/>
              <a:gd name="connsiteX113485" fmla="*/ 534815 w 2119654"/>
              <a:gd name="connsiteY113485" fmla="*/ 568531 h 2398711"/>
              <a:gd name="connsiteX113486" fmla="*/ 536773 w 2119654"/>
              <a:gd name="connsiteY113486" fmla="*/ 569266 h 2398711"/>
              <a:gd name="connsiteX113487" fmla="*/ 534697 w 2119654"/>
              <a:gd name="connsiteY113487" fmla="*/ 562712 h 2398711"/>
              <a:gd name="connsiteX113488" fmla="*/ 568071 w 2119654"/>
              <a:gd name="connsiteY113488" fmla="*/ 472781 h 2398711"/>
              <a:gd name="connsiteX113489" fmla="*/ 568576 w 2119654"/>
              <a:gd name="connsiteY113489" fmla="*/ 477003 h 2398711"/>
              <a:gd name="connsiteX113490" fmla="*/ 569660 w 2119654"/>
              <a:gd name="connsiteY113490" fmla="*/ 483763 h 2398711"/>
              <a:gd name="connsiteX113491" fmla="*/ 571239 w 2119654"/>
              <a:gd name="connsiteY113491" fmla="*/ 484796 h 2398711"/>
              <a:gd name="connsiteX113492" fmla="*/ 590325 w 2119654"/>
              <a:gd name="connsiteY113492" fmla="*/ 495052 h 2398711"/>
              <a:gd name="connsiteX113493" fmla="*/ 590095 w 2119654"/>
              <a:gd name="connsiteY113493" fmla="*/ 493613 h 2398711"/>
              <a:gd name="connsiteX113494" fmla="*/ 579115 w 2119654"/>
              <a:gd name="connsiteY113494" fmla="*/ 486103 h 2398711"/>
              <a:gd name="connsiteX113495" fmla="*/ 579331 w 2119654"/>
              <a:gd name="connsiteY113495" fmla="*/ 486090 h 2398711"/>
              <a:gd name="connsiteX113496" fmla="*/ 590066 w 2119654"/>
              <a:gd name="connsiteY113496" fmla="*/ 493433 h 2398711"/>
              <a:gd name="connsiteX113497" fmla="*/ 589872 w 2119654"/>
              <a:gd name="connsiteY113497" fmla="*/ 492227 h 2398711"/>
              <a:gd name="connsiteX113498" fmla="*/ 379848 w 2119654"/>
              <a:gd name="connsiteY113498" fmla="*/ 894200 h 2398711"/>
              <a:gd name="connsiteX113499" fmla="*/ 383075 w 2119654"/>
              <a:gd name="connsiteY113499" fmla="*/ 904462 h 2398711"/>
              <a:gd name="connsiteX113500" fmla="*/ 383185 w 2119654"/>
              <a:gd name="connsiteY113500" fmla="*/ 902032 h 2398711"/>
              <a:gd name="connsiteX113501" fmla="*/ 383381 w 2119654"/>
              <a:gd name="connsiteY113501" fmla="*/ 900373 h 2398711"/>
              <a:gd name="connsiteX113502" fmla="*/ 259356 w 2119654"/>
              <a:gd name="connsiteY113502" fmla="*/ 1163989 h 2398711"/>
              <a:gd name="connsiteX113503" fmla="*/ 262878 w 2119654"/>
              <a:gd name="connsiteY113503" fmla="*/ 1168987 h 2398711"/>
              <a:gd name="connsiteX113504" fmla="*/ 265650 w 2119654"/>
              <a:gd name="connsiteY113504" fmla="*/ 1172008 h 2398711"/>
              <a:gd name="connsiteX113505" fmla="*/ 265312 w 2119654"/>
              <a:gd name="connsiteY113505" fmla="*/ 1170534 h 2398711"/>
              <a:gd name="connsiteX113506" fmla="*/ 505188 w 2119654"/>
              <a:gd name="connsiteY113506" fmla="*/ 613506 h 2398711"/>
              <a:gd name="connsiteX113507" fmla="*/ 506378 w 2119654"/>
              <a:gd name="connsiteY113507" fmla="*/ 617566 h 2398711"/>
              <a:gd name="connsiteX113508" fmla="*/ 509833 w 2119654"/>
              <a:gd name="connsiteY113508" fmla="*/ 618304 h 2398711"/>
              <a:gd name="connsiteX113509" fmla="*/ 510252 w 2119654"/>
              <a:gd name="connsiteY113509" fmla="*/ 616543 h 2398711"/>
              <a:gd name="connsiteX113510" fmla="*/ 510015 w 2119654"/>
              <a:gd name="connsiteY113510" fmla="*/ 616305 h 2398711"/>
              <a:gd name="connsiteX113511" fmla="*/ 510294 w 2119654"/>
              <a:gd name="connsiteY113511" fmla="*/ 616338 h 2398711"/>
              <a:gd name="connsiteX113512" fmla="*/ 510300 w 2119654"/>
              <a:gd name="connsiteY113512" fmla="*/ 616342 h 2398711"/>
              <a:gd name="connsiteX113513" fmla="*/ 510568 w 2119654"/>
              <a:gd name="connsiteY113513" fmla="*/ 615211 h 2398711"/>
              <a:gd name="connsiteX113514" fmla="*/ 510218 w 2119654"/>
              <a:gd name="connsiteY113514" fmla="*/ 614580 h 2398711"/>
              <a:gd name="connsiteX113515" fmla="*/ 361852 w 2119654"/>
              <a:gd name="connsiteY113515" fmla="*/ 934282 h 2398711"/>
              <a:gd name="connsiteX113516" fmla="*/ 361869 w 2119654"/>
              <a:gd name="connsiteY113516" fmla="*/ 934611 h 2398711"/>
              <a:gd name="connsiteX113517" fmla="*/ 361966 w 2119654"/>
              <a:gd name="connsiteY113517" fmla="*/ 934757 h 2398711"/>
              <a:gd name="connsiteX113518" fmla="*/ 518504 w 2119654"/>
              <a:gd name="connsiteY113518" fmla="*/ 583476 h 2398711"/>
              <a:gd name="connsiteX113519" fmla="*/ 518167 w 2119654"/>
              <a:gd name="connsiteY113519" fmla="*/ 584897 h 2398711"/>
              <a:gd name="connsiteX113520" fmla="*/ 519659 w 2119654"/>
              <a:gd name="connsiteY113520" fmla="*/ 585968 h 2398711"/>
              <a:gd name="connsiteX113521" fmla="*/ 342205 w 2119654"/>
              <a:gd name="connsiteY113521" fmla="*/ 978142 h 2398711"/>
              <a:gd name="connsiteX113522" fmla="*/ 342202 w 2119654"/>
              <a:gd name="connsiteY113522" fmla="*/ 980840 h 2398711"/>
              <a:gd name="connsiteX113523" fmla="*/ 344136 w 2119654"/>
              <a:gd name="connsiteY113523" fmla="*/ 984424 h 2398711"/>
              <a:gd name="connsiteX113524" fmla="*/ 343760 w 2119654"/>
              <a:gd name="connsiteY113524" fmla="*/ 979517 h 2398711"/>
              <a:gd name="connsiteX113525" fmla="*/ 399690 w 2119654"/>
              <a:gd name="connsiteY113525" fmla="*/ 849390 h 2398711"/>
              <a:gd name="connsiteX113526" fmla="*/ 399742 w 2119654"/>
              <a:gd name="connsiteY113526" fmla="*/ 849572 h 2398711"/>
              <a:gd name="connsiteX113527" fmla="*/ 399965 w 2119654"/>
              <a:gd name="connsiteY113527" fmla="*/ 849723 h 2398711"/>
              <a:gd name="connsiteX113528" fmla="*/ 400024 w 2119654"/>
              <a:gd name="connsiteY113528" fmla="*/ 849421 h 2398711"/>
              <a:gd name="connsiteX113529" fmla="*/ 269098 w 2119654"/>
              <a:gd name="connsiteY113529" fmla="*/ 1141741 h 2398711"/>
              <a:gd name="connsiteX113530" fmla="*/ 271976 w 2119654"/>
              <a:gd name="connsiteY113530" fmla="*/ 1146730 h 2398711"/>
              <a:gd name="connsiteX113531" fmla="*/ 274492 w 2119654"/>
              <a:gd name="connsiteY113531" fmla="*/ 1150714 h 2398711"/>
              <a:gd name="connsiteX113532" fmla="*/ 272462 w 2119654"/>
              <a:gd name="connsiteY113532" fmla="*/ 1144540 h 2398711"/>
              <a:gd name="connsiteX113533" fmla="*/ 419172 w 2119654"/>
              <a:gd name="connsiteY113533" fmla="*/ 805661 h 2398711"/>
              <a:gd name="connsiteX113534" fmla="*/ 420671 w 2119654"/>
              <a:gd name="connsiteY113534" fmla="*/ 811154 h 2398711"/>
              <a:gd name="connsiteX113535" fmla="*/ 420682 w 2119654"/>
              <a:gd name="connsiteY113535" fmla="*/ 811164 h 2398711"/>
              <a:gd name="connsiteX113536" fmla="*/ 421303 w 2119654"/>
              <a:gd name="connsiteY113536" fmla="*/ 809468 h 2398711"/>
              <a:gd name="connsiteX113537" fmla="*/ 420231 w 2119654"/>
              <a:gd name="connsiteY113537" fmla="*/ 808215 h 2398711"/>
              <a:gd name="connsiteX113538" fmla="*/ 420251 w 2119654"/>
              <a:gd name="connsiteY113538" fmla="*/ 807811 h 2398711"/>
              <a:gd name="connsiteX113539" fmla="*/ 421381 w 2119654"/>
              <a:gd name="connsiteY113539" fmla="*/ 809130 h 2398711"/>
              <a:gd name="connsiteX113540" fmla="*/ 421484 w 2119654"/>
              <a:gd name="connsiteY113540" fmla="*/ 808566 h 2398711"/>
              <a:gd name="connsiteX113541" fmla="*/ 420435 w 2119654"/>
              <a:gd name="connsiteY113541" fmla="*/ 807112 h 2398711"/>
              <a:gd name="connsiteX113542" fmla="*/ 372310 w 2119654"/>
              <a:gd name="connsiteY113542" fmla="*/ 910510 h 2398711"/>
              <a:gd name="connsiteX113543" fmla="*/ 372484 w 2119654"/>
              <a:gd name="connsiteY113543" fmla="*/ 912641 h 2398711"/>
              <a:gd name="connsiteX113544" fmla="*/ 372661 w 2119654"/>
              <a:gd name="connsiteY113544" fmla="*/ 911526 h 2398711"/>
              <a:gd name="connsiteX113545" fmla="*/ 529981 w 2119654"/>
              <a:gd name="connsiteY113545" fmla="*/ 557394 h 2398711"/>
              <a:gd name="connsiteX113546" fmla="*/ 529806 w 2119654"/>
              <a:gd name="connsiteY113546" fmla="*/ 558407 h 2398711"/>
              <a:gd name="connsiteX113547" fmla="*/ 534554 w 2119654"/>
              <a:gd name="connsiteY113547" fmla="*/ 562260 h 2398711"/>
              <a:gd name="connsiteX113548" fmla="*/ 533719 w 2119654"/>
              <a:gd name="connsiteY113548" fmla="*/ 559624 h 2398711"/>
              <a:gd name="connsiteX113549" fmla="*/ 449572 w 2119654"/>
              <a:gd name="connsiteY113549" fmla="*/ 737300 h 2398711"/>
              <a:gd name="connsiteX113550" fmla="*/ 449458 w 2119654"/>
              <a:gd name="connsiteY113550" fmla="*/ 737614 h 2398711"/>
              <a:gd name="connsiteX113551" fmla="*/ 448998 w 2119654"/>
              <a:gd name="connsiteY113551" fmla="*/ 739392 h 2398711"/>
              <a:gd name="connsiteX113552" fmla="*/ 449857 w 2119654"/>
              <a:gd name="connsiteY113552" fmla="*/ 740792 h 2398711"/>
              <a:gd name="connsiteX113553" fmla="*/ 319315 w 2119654"/>
              <a:gd name="connsiteY113553" fmla="*/ 1028958 h 2398711"/>
              <a:gd name="connsiteX113554" fmla="*/ 319445 w 2119654"/>
              <a:gd name="connsiteY113554" fmla="*/ 1030558 h 2398711"/>
              <a:gd name="connsiteX113555" fmla="*/ 319891 w 2119654"/>
              <a:gd name="connsiteY113555" fmla="*/ 1031291 h 2398711"/>
              <a:gd name="connsiteX113556" fmla="*/ 320751 w 2119654"/>
              <a:gd name="connsiteY113556" fmla="*/ 1031767 h 2398711"/>
              <a:gd name="connsiteX113557" fmla="*/ 145434 w 2119654"/>
              <a:gd name="connsiteY113557" fmla="*/ 1418288 h 2398711"/>
              <a:gd name="connsiteX113558" fmla="*/ 164583 w 2119654"/>
              <a:gd name="connsiteY113558" fmla="*/ 1442255 h 2398711"/>
              <a:gd name="connsiteX113559" fmla="*/ 178300 w 2119654"/>
              <a:gd name="connsiteY113559" fmla="*/ 1449882 h 2398711"/>
              <a:gd name="connsiteX113560" fmla="*/ 165333 w 2119654"/>
              <a:gd name="connsiteY113560" fmla="*/ 1432604 h 2398711"/>
              <a:gd name="connsiteX113561" fmla="*/ 226736 w 2119654"/>
              <a:gd name="connsiteY113561" fmla="*/ 1236162 h 2398711"/>
              <a:gd name="connsiteX113562" fmla="*/ 228954 w 2119654"/>
              <a:gd name="connsiteY113562" fmla="*/ 1239436 h 2398711"/>
              <a:gd name="connsiteX113563" fmla="*/ 228337 w 2119654"/>
              <a:gd name="connsiteY113563" fmla="*/ 1237921 h 2398711"/>
              <a:gd name="connsiteX113564" fmla="*/ 419023 w 2119654"/>
              <a:gd name="connsiteY113564" fmla="*/ 805559 h 2398711"/>
              <a:gd name="connsiteX113565" fmla="*/ 418482 w 2119654"/>
              <a:gd name="connsiteY113565" fmla="*/ 809009 h 2398711"/>
              <a:gd name="connsiteX113566" fmla="*/ 419322 w 2119654"/>
              <a:gd name="connsiteY113566" fmla="*/ 809908 h 2398711"/>
              <a:gd name="connsiteX113567" fmla="*/ 420511 w 2119654"/>
              <a:gd name="connsiteY113567" fmla="*/ 811007 h 2398711"/>
              <a:gd name="connsiteX113568" fmla="*/ 449872 w 2119654"/>
              <a:gd name="connsiteY113568" fmla="*/ 736480 h 2398711"/>
              <a:gd name="connsiteX113569" fmla="*/ 449838 w 2119654"/>
              <a:gd name="connsiteY113569" fmla="*/ 736572 h 2398711"/>
              <a:gd name="connsiteX113570" fmla="*/ 450233 w 2119654"/>
              <a:gd name="connsiteY113570" fmla="*/ 741404 h 2398711"/>
              <a:gd name="connsiteX113571" fmla="*/ 451824 w 2119654"/>
              <a:gd name="connsiteY113571" fmla="*/ 743994 h 2398711"/>
              <a:gd name="connsiteX113572" fmla="*/ 271199 w 2119654"/>
              <a:gd name="connsiteY113572" fmla="*/ 1136512 h 2398711"/>
              <a:gd name="connsiteX113573" fmla="*/ 271894 w 2119654"/>
              <a:gd name="connsiteY113573" fmla="*/ 1138621 h 2398711"/>
              <a:gd name="connsiteX113574" fmla="*/ 273943 w 2119654"/>
              <a:gd name="connsiteY113574" fmla="*/ 1141218 h 2398711"/>
              <a:gd name="connsiteX113575" fmla="*/ 278277 w 2119654"/>
              <a:gd name="connsiteY113575" fmla="*/ 1145185 h 2398711"/>
              <a:gd name="connsiteX113576" fmla="*/ 278160 w 2119654"/>
              <a:gd name="connsiteY113576" fmla="*/ 1144449 h 2398711"/>
              <a:gd name="connsiteX113577" fmla="*/ 526121 w 2119654"/>
              <a:gd name="connsiteY113577" fmla="*/ 565685 h 2398711"/>
              <a:gd name="connsiteX113578" fmla="*/ 526464 w 2119654"/>
              <a:gd name="connsiteY113578" fmla="*/ 570447 h 2398711"/>
              <a:gd name="connsiteX113579" fmla="*/ 526873 w 2119654"/>
              <a:gd name="connsiteY113579" fmla="*/ 571834 h 2398711"/>
              <a:gd name="connsiteX113580" fmla="*/ 527392 w 2119654"/>
              <a:gd name="connsiteY113580" fmla="*/ 572040 h 2398711"/>
              <a:gd name="connsiteX113581" fmla="*/ 527732 w 2119654"/>
              <a:gd name="connsiteY113581" fmla="*/ 569779 h 2398711"/>
              <a:gd name="connsiteX113582" fmla="*/ 528293 w 2119654"/>
              <a:gd name="connsiteY113582" fmla="*/ 566531 h 2398711"/>
              <a:gd name="connsiteX113583" fmla="*/ 318399 w 2119654"/>
              <a:gd name="connsiteY113583" fmla="*/ 1030812 h 2398711"/>
              <a:gd name="connsiteX113584" fmla="*/ 318501 w 2119654"/>
              <a:gd name="connsiteY113584" fmla="*/ 1031154 h 2398711"/>
              <a:gd name="connsiteX113585" fmla="*/ 318793 w 2119654"/>
              <a:gd name="connsiteY113585" fmla="*/ 1031725 h 2398711"/>
              <a:gd name="connsiteX113586" fmla="*/ 318734 w 2119654"/>
              <a:gd name="connsiteY113586" fmla="*/ 1030998 h 2398711"/>
              <a:gd name="connsiteX113587" fmla="*/ 481971 w 2119654"/>
              <a:gd name="connsiteY113587" fmla="*/ 664349 h 2398711"/>
              <a:gd name="connsiteX113588" fmla="*/ 482017 w 2119654"/>
              <a:gd name="connsiteY113588" fmla="*/ 665692 h 2398711"/>
              <a:gd name="connsiteX113589" fmla="*/ 485543 w 2119654"/>
              <a:gd name="connsiteY113589" fmla="*/ 667215 h 2398711"/>
              <a:gd name="connsiteX113590" fmla="*/ 483011 w 2119654"/>
              <a:gd name="connsiteY113590" fmla="*/ 664535 h 2398711"/>
              <a:gd name="connsiteX113591" fmla="*/ 361809 w 2119654"/>
              <a:gd name="connsiteY113591" fmla="*/ 933396 h 2398711"/>
              <a:gd name="connsiteX113592" fmla="*/ 361814 w 2119654"/>
              <a:gd name="connsiteY113592" fmla="*/ 933502 h 2398711"/>
              <a:gd name="connsiteX113593" fmla="*/ 362200 w 2119654"/>
              <a:gd name="connsiteY113593" fmla="*/ 935106 h 2398711"/>
              <a:gd name="connsiteX113594" fmla="*/ 364404 w 2119654"/>
              <a:gd name="connsiteY113594" fmla="*/ 938376 h 2398711"/>
              <a:gd name="connsiteX113595" fmla="*/ 364364 w 2119654"/>
              <a:gd name="connsiteY113595" fmla="*/ 937358 h 2398711"/>
              <a:gd name="connsiteX113596" fmla="*/ 285032 w 2119654"/>
              <a:gd name="connsiteY113596" fmla="*/ 1105238 h 2398711"/>
              <a:gd name="connsiteX113597" fmla="*/ 285056 w 2119654"/>
              <a:gd name="connsiteY113597" fmla="*/ 1105303 h 2398711"/>
              <a:gd name="connsiteX113598" fmla="*/ 285709 w 2119654"/>
              <a:gd name="connsiteY113598" fmla="*/ 1106272 h 2398711"/>
              <a:gd name="connsiteX113599" fmla="*/ 285182 w 2119654"/>
              <a:gd name="connsiteY113599" fmla="*/ 1105365 h 2398711"/>
              <a:gd name="connsiteX113600" fmla="*/ 454010 w 2119654"/>
              <a:gd name="connsiteY113600" fmla="*/ 726747 h 2398711"/>
              <a:gd name="connsiteX113601" fmla="*/ 454432 w 2119654"/>
              <a:gd name="connsiteY113601" fmla="*/ 729209 h 2398711"/>
              <a:gd name="connsiteX113602" fmla="*/ 456015 w 2119654"/>
              <a:gd name="connsiteY113602" fmla="*/ 733525 h 2398711"/>
              <a:gd name="connsiteX113603" fmla="*/ 457680 w 2119654"/>
              <a:gd name="connsiteY113603" fmla="*/ 734118 h 2398711"/>
              <a:gd name="connsiteX113604" fmla="*/ 457764 w 2119654"/>
              <a:gd name="connsiteY113604" fmla="*/ 733461 h 2398711"/>
              <a:gd name="connsiteX113605" fmla="*/ 457318 w 2119654"/>
              <a:gd name="connsiteY113605" fmla="*/ 730425 h 2398711"/>
              <a:gd name="connsiteX113606" fmla="*/ 450977 w 2119654"/>
              <a:gd name="connsiteY113606" fmla="*/ 733460 h 2398711"/>
              <a:gd name="connsiteX113607" fmla="*/ 450639 w 2119654"/>
              <a:gd name="connsiteY113607" fmla="*/ 734386 h 2398711"/>
              <a:gd name="connsiteX113608" fmla="*/ 451262 w 2119654"/>
              <a:gd name="connsiteY113608" fmla="*/ 736788 h 2398711"/>
              <a:gd name="connsiteX113609" fmla="*/ 454679 w 2119654"/>
              <a:gd name="connsiteY113609" fmla="*/ 738790 h 2398711"/>
              <a:gd name="connsiteX113610" fmla="*/ 454550 w 2119654"/>
              <a:gd name="connsiteY113610" fmla="*/ 738033 h 2398711"/>
              <a:gd name="connsiteX113611" fmla="*/ 373986 w 2119654"/>
              <a:gd name="connsiteY113611" fmla="*/ 905799 h 2398711"/>
              <a:gd name="connsiteX113612" fmla="*/ 373221 w 2119654"/>
              <a:gd name="connsiteY113612" fmla="*/ 910618 h 2398711"/>
              <a:gd name="connsiteX113613" fmla="*/ 376229 w 2119654"/>
              <a:gd name="connsiteY113613" fmla="*/ 919328 h 2398711"/>
              <a:gd name="connsiteX113614" fmla="*/ 377327 w 2119654"/>
              <a:gd name="connsiteY113614" fmla="*/ 919719 h 2398711"/>
              <a:gd name="connsiteX113615" fmla="*/ 377223 w 2119654"/>
              <a:gd name="connsiteY113615" fmla="*/ 918323 h 2398711"/>
              <a:gd name="connsiteX113616" fmla="*/ 374009 w 2119654"/>
              <a:gd name="connsiteY113616" fmla="*/ 905815 h 2398711"/>
              <a:gd name="connsiteX113617" fmla="*/ 504919 w 2119654"/>
              <a:gd name="connsiteY113617" fmla="*/ 612588 h 2398711"/>
              <a:gd name="connsiteX113618" fmla="*/ 505015 w 2119654"/>
              <a:gd name="connsiteY113618" fmla="*/ 612912 h 2398711"/>
              <a:gd name="connsiteX113619" fmla="*/ 505872 w 2119654"/>
              <a:gd name="connsiteY113619" fmla="*/ 613083 h 2398711"/>
              <a:gd name="connsiteX113620" fmla="*/ 509861 w 2119654"/>
              <a:gd name="connsiteY113620" fmla="*/ 613934 h 2398711"/>
              <a:gd name="connsiteX113621" fmla="*/ 509461 w 2119654"/>
              <a:gd name="connsiteY113621" fmla="*/ 613212 h 2398711"/>
              <a:gd name="connsiteX113622" fmla="*/ 502696 w 2119654"/>
              <a:gd name="connsiteY113622" fmla="*/ 617543 h 2398711"/>
              <a:gd name="connsiteX113623" fmla="*/ 502756 w 2119654"/>
              <a:gd name="connsiteY113623" fmla="*/ 617583 h 2398711"/>
              <a:gd name="connsiteX113624" fmla="*/ 503057 w 2119654"/>
              <a:gd name="connsiteY113624" fmla="*/ 617686 h 2398711"/>
              <a:gd name="connsiteX113625" fmla="*/ 503014 w 2119654"/>
              <a:gd name="connsiteY113625" fmla="*/ 617610 h 2398711"/>
              <a:gd name="connsiteX113626" fmla="*/ 480362 w 2119654"/>
              <a:gd name="connsiteY113626" fmla="*/ 667422 h 2398711"/>
              <a:gd name="connsiteX113627" fmla="*/ 480783 w 2119654"/>
              <a:gd name="connsiteY113627" fmla="*/ 674160 h 2398711"/>
              <a:gd name="connsiteX113628" fmla="*/ 482075 w 2119654"/>
              <a:gd name="connsiteY113628" fmla="*/ 676715 h 2398711"/>
              <a:gd name="connsiteX113629" fmla="*/ 481776 w 2119654"/>
              <a:gd name="connsiteY113629" fmla="*/ 668032 h 2398711"/>
              <a:gd name="connsiteX113630" fmla="*/ 423209 w 2119654"/>
              <a:gd name="connsiteY113630" fmla="*/ 795189 h 2398711"/>
              <a:gd name="connsiteX113631" fmla="*/ 423426 w 2119654"/>
              <a:gd name="connsiteY113631" fmla="*/ 797840 h 2398711"/>
              <a:gd name="connsiteX113632" fmla="*/ 423535 w 2119654"/>
              <a:gd name="connsiteY113632" fmla="*/ 797239 h 2398711"/>
              <a:gd name="connsiteX113633" fmla="*/ 423433 w 2119654"/>
              <a:gd name="connsiteY113633" fmla="*/ 796417 h 2398711"/>
              <a:gd name="connsiteX113634" fmla="*/ 530356 w 2119654"/>
              <a:gd name="connsiteY113634" fmla="*/ 555221 h 2398711"/>
              <a:gd name="connsiteX113635" fmla="*/ 530018 w 2119654"/>
              <a:gd name="connsiteY113635" fmla="*/ 557182 h 2398711"/>
              <a:gd name="connsiteX113636" fmla="*/ 533585 w 2119654"/>
              <a:gd name="connsiteY113636" fmla="*/ 559204 h 2398711"/>
              <a:gd name="connsiteX113637" fmla="*/ 532543 w 2119654"/>
              <a:gd name="connsiteY113637" fmla="*/ 555915 h 2398711"/>
              <a:gd name="connsiteX113638" fmla="*/ 532448 w 2119654"/>
              <a:gd name="connsiteY113638" fmla="*/ 555824 h 2398711"/>
              <a:gd name="connsiteX113639" fmla="*/ 428473 w 2119654"/>
              <a:gd name="connsiteY113639" fmla="*/ 783244 h 2398711"/>
              <a:gd name="connsiteX113640" fmla="*/ 428408 w 2119654"/>
              <a:gd name="connsiteY113640" fmla="*/ 783602 h 2398711"/>
              <a:gd name="connsiteX113641" fmla="*/ 428928 w 2119654"/>
              <a:gd name="connsiteY113641" fmla="*/ 783825 h 2398711"/>
              <a:gd name="connsiteX113642" fmla="*/ 452780 w 2119654"/>
              <a:gd name="connsiteY113642" fmla="*/ 728759 h 2398711"/>
              <a:gd name="connsiteX113643" fmla="*/ 452067 w 2119654"/>
              <a:gd name="connsiteY113643" fmla="*/ 730492 h 2398711"/>
              <a:gd name="connsiteX113644" fmla="*/ 453449 w 2119654"/>
              <a:gd name="connsiteY113644" fmla="*/ 731620 h 2398711"/>
              <a:gd name="connsiteX113645" fmla="*/ 453097 w 2119654"/>
              <a:gd name="connsiteY113645" fmla="*/ 729572 h 2398711"/>
              <a:gd name="connsiteX113646" fmla="*/ 241409 w 2119654"/>
              <a:gd name="connsiteY113646" fmla="*/ 1202023 h 2398711"/>
              <a:gd name="connsiteX113647" fmla="*/ 242222 w 2119654"/>
              <a:gd name="connsiteY113647" fmla="*/ 1203070 h 2398711"/>
              <a:gd name="connsiteX113648" fmla="*/ 241928 w 2119654"/>
              <a:gd name="connsiteY113648" fmla="*/ 1202460 h 2398711"/>
              <a:gd name="connsiteX113649" fmla="*/ 431098 w 2119654"/>
              <a:gd name="connsiteY113649" fmla="*/ 777191 h 2398711"/>
              <a:gd name="connsiteX113650" fmla="*/ 431103 w 2119654"/>
              <a:gd name="connsiteY113650" fmla="*/ 777350 h 2398711"/>
              <a:gd name="connsiteX113651" fmla="*/ 431678 w 2119654"/>
              <a:gd name="connsiteY113651" fmla="*/ 777554 h 2398711"/>
              <a:gd name="connsiteX113652" fmla="*/ 535084 w 2119654"/>
              <a:gd name="connsiteY113652" fmla="*/ 544268 h 2398711"/>
              <a:gd name="connsiteX113653" fmla="*/ 537492 w 2119654"/>
              <a:gd name="connsiteY113653" fmla="*/ 551867 h 2398711"/>
              <a:gd name="connsiteX113654" fmla="*/ 545423 w 2119654"/>
              <a:gd name="connsiteY113654" fmla="*/ 555586 h 2398711"/>
              <a:gd name="connsiteX113655" fmla="*/ 545342 w 2119654"/>
              <a:gd name="connsiteY113655" fmla="*/ 550712 h 2398711"/>
              <a:gd name="connsiteX113656" fmla="*/ 544423 w 2119654"/>
              <a:gd name="connsiteY113656" fmla="*/ 549841 h 2398711"/>
              <a:gd name="connsiteX113657" fmla="*/ 317469 w 2119654"/>
              <a:gd name="connsiteY113657" fmla="*/ 1031213 h 2398711"/>
              <a:gd name="connsiteX113658" fmla="*/ 317516 w 2119654"/>
              <a:gd name="connsiteY113658" fmla="*/ 1032457 h 2398711"/>
              <a:gd name="connsiteX113659" fmla="*/ 319132 w 2119654"/>
              <a:gd name="connsiteY113659" fmla="*/ 1035876 h 2398711"/>
              <a:gd name="connsiteX113660" fmla="*/ 319098 w 2119654"/>
              <a:gd name="connsiteY113660" fmla="*/ 1035457 h 2398711"/>
              <a:gd name="connsiteX113661" fmla="*/ 318328 w 2119654"/>
              <a:gd name="connsiteY113661" fmla="*/ 1032894 h 2398711"/>
              <a:gd name="connsiteX113662" fmla="*/ 598418 w 2119654"/>
              <a:gd name="connsiteY113662" fmla="*/ 402098 h 2398711"/>
              <a:gd name="connsiteX113663" fmla="*/ 598277 w 2119654"/>
              <a:gd name="connsiteY113663" fmla="*/ 405577 h 2398711"/>
              <a:gd name="connsiteX113664" fmla="*/ 602779 w 2119654"/>
              <a:gd name="connsiteY113664" fmla="*/ 408805 h 2398711"/>
              <a:gd name="connsiteX113665" fmla="*/ 602230 w 2119654"/>
              <a:gd name="connsiteY113665" fmla="*/ 404794 h 2398711"/>
              <a:gd name="connsiteX113666" fmla="*/ 339818 w 2119654"/>
              <a:gd name="connsiteY113666" fmla="*/ 981150 h 2398711"/>
              <a:gd name="connsiteX113667" fmla="*/ 340433 w 2119654"/>
              <a:gd name="connsiteY113667" fmla="*/ 983987 h 2398711"/>
              <a:gd name="connsiteX113668" fmla="*/ 340436 w 2119654"/>
              <a:gd name="connsiteY113668" fmla="*/ 982511 h 2398711"/>
              <a:gd name="connsiteX113669" fmla="*/ 530561 w 2119654"/>
              <a:gd name="connsiteY113669" fmla="*/ 554034 h 2398711"/>
              <a:gd name="connsiteX113670" fmla="*/ 530409 w 2119654"/>
              <a:gd name="connsiteY113670" fmla="*/ 554915 h 2398711"/>
              <a:gd name="connsiteX113671" fmla="*/ 531961 w 2119654"/>
              <a:gd name="connsiteY113671" fmla="*/ 555364 h 2398711"/>
              <a:gd name="connsiteX113672" fmla="*/ 379496 w 2119654"/>
              <a:gd name="connsiteY113672" fmla="*/ 892257 h 2398711"/>
              <a:gd name="connsiteX113673" fmla="*/ 383059 w 2119654"/>
              <a:gd name="connsiteY113673" fmla="*/ 897943 h 2398711"/>
              <a:gd name="connsiteX113674" fmla="*/ 381830 w 2119654"/>
              <a:gd name="connsiteY113674" fmla="*/ 894328 h 2398711"/>
              <a:gd name="connsiteX113675" fmla="*/ 380324 w 2119654"/>
              <a:gd name="connsiteY113675" fmla="*/ 892535 h 2398711"/>
              <a:gd name="connsiteX113676" fmla="*/ 431072 w 2119654"/>
              <a:gd name="connsiteY113676" fmla="*/ 776455 h 2398711"/>
              <a:gd name="connsiteX113677" fmla="*/ 431088 w 2119654"/>
              <a:gd name="connsiteY113677" fmla="*/ 776937 h 2398711"/>
              <a:gd name="connsiteX113678" fmla="*/ 431467 w 2119654"/>
              <a:gd name="connsiteY113678" fmla="*/ 777168 h 2398711"/>
              <a:gd name="connsiteX113679" fmla="*/ 503954 w 2119654"/>
              <a:gd name="connsiteY113679" fmla="*/ 613242 h 2398711"/>
              <a:gd name="connsiteX113680" fmla="*/ 505693 w 2119654"/>
              <a:gd name="connsiteY113680" fmla="*/ 616382 h 2398711"/>
              <a:gd name="connsiteX113681" fmla="*/ 504828 w 2119654"/>
              <a:gd name="connsiteY113681" fmla="*/ 613429 h 2398711"/>
              <a:gd name="connsiteX113682" fmla="*/ 220822 w 2119654"/>
              <a:gd name="connsiteY113682" fmla="*/ 1247228 h 2398711"/>
              <a:gd name="connsiteX113683" fmla="*/ 223728 w 2119654"/>
              <a:gd name="connsiteY113683" fmla="*/ 1255673 h 2398711"/>
              <a:gd name="connsiteX113684" fmla="*/ 231904 w 2119654"/>
              <a:gd name="connsiteY113684" fmla="*/ 1262246 h 2398711"/>
              <a:gd name="connsiteX113685" fmla="*/ 228693 w 2119654"/>
              <a:gd name="connsiteY113685" fmla="*/ 1252913 h 2398711"/>
              <a:gd name="connsiteX113686" fmla="*/ 228227 w 2119654"/>
              <a:gd name="connsiteY113686" fmla="*/ 1251499 h 2398711"/>
              <a:gd name="connsiteX113687" fmla="*/ 545252 w 2119654"/>
              <a:gd name="connsiteY113687" fmla="*/ 520661 h 2398711"/>
              <a:gd name="connsiteX113688" fmla="*/ 545335 w 2119654"/>
              <a:gd name="connsiteY113688" fmla="*/ 525714 h 2398711"/>
              <a:gd name="connsiteX113689" fmla="*/ 547179 w 2119654"/>
              <a:gd name="connsiteY113689" fmla="*/ 527059 h 2398711"/>
              <a:gd name="connsiteX113690" fmla="*/ 459136 w 2119654"/>
              <a:gd name="connsiteY113690" fmla="*/ 713313 h 2398711"/>
              <a:gd name="connsiteX113691" fmla="*/ 458592 w 2119654"/>
              <a:gd name="connsiteY113691" fmla="*/ 714640 h 2398711"/>
              <a:gd name="connsiteX113692" fmla="*/ 460116 w 2119654"/>
              <a:gd name="connsiteY113692" fmla="*/ 716336 h 2398711"/>
              <a:gd name="connsiteX113693" fmla="*/ 460440 w 2119654"/>
              <a:gd name="connsiteY113693" fmla="*/ 714051 h 2398711"/>
              <a:gd name="connsiteX113694" fmla="*/ 161648 w 2119654"/>
              <a:gd name="connsiteY113694" fmla="*/ 1379318 h 2398711"/>
              <a:gd name="connsiteX113695" fmla="*/ 166843 w 2119654"/>
              <a:gd name="connsiteY113695" fmla="*/ 1386002 h 2398711"/>
              <a:gd name="connsiteX113696" fmla="*/ 171053 w 2119654"/>
              <a:gd name="connsiteY113696" fmla="*/ 1391271 h 2398711"/>
              <a:gd name="connsiteX113697" fmla="*/ 174315 w 2119654"/>
              <a:gd name="connsiteY113697" fmla="*/ 1393386 h 2398711"/>
              <a:gd name="connsiteX113698" fmla="*/ 171244 w 2119654"/>
              <a:gd name="connsiteY113698" fmla="*/ 1387519 h 2398711"/>
              <a:gd name="connsiteX113699" fmla="*/ 163471 w 2119654"/>
              <a:gd name="connsiteY113699" fmla="*/ 1380980 h 2398711"/>
              <a:gd name="connsiteX113700" fmla="*/ 424641 w 2119654"/>
              <a:gd name="connsiteY113700" fmla="*/ 790411 h 2398711"/>
              <a:gd name="connsiteX113701" fmla="*/ 424710 w 2119654"/>
              <a:gd name="connsiteY113701" fmla="*/ 790753 h 2398711"/>
              <a:gd name="connsiteX113702" fmla="*/ 424757 w 2119654"/>
              <a:gd name="connsiteY113702" fmla="*/ 790489 h 2398711"/>
              <a:gd name="connsiteX113703" fmla="*/ 350022 w 2119654"/>
              <a:gd name="connsiteY113703" fmla="*/ 957435 h 2398711"/>
              <a:gd name="connsiteX113704" fmla="*/ 350198 w 2119654"/>
              <a:gd name="connsiteY113704" fmla="*/ 960251 h 2398711"/>
              <a:gd name="connsiteX113705" fmla="*/ 351773 w 2119654"/>
              <a:gd name="connsiteY113705" fmla="*/ 961933 h 2398711"/>
              <a:gd name="connsiteX113706" fmla="*/ 566914 w 2119654"/>
              <a:gd name="connsiteY113706" fmla="*/ 471749 h 2398711"/>
              <a:gd name="connsiteX113707" fmla="*/ 565772 w 2119654"/>
              <a:gd name="connsiteY113707" fmla="*/ 481219 h 2398711"/>
              <a:gd name="connsiteX113708" fmla="*/ 569101 w 2119654"/>
              <a:gd name="connsiteY113708" fmla="*/ 483396 h 2398711"/>
              <a:gd name="connsiteX113709" fmla="*/ 567800 w 2119654"/>
              <a:gd name="connsiteY113709" fmla="*/ 472539 h 2398711"/>
              <a:gd name="connsiteX113710" fmla="*/ 332889 w 2119654"/>
              <a:gd name="connsiteY113710" fmla="*/ 995776 h 2398711"/>
              <a:gd name="connsiteX113711" fmla="*/ 333183 w 2119654"/>
              <a:gd name="connsiteY113711" fmla="*/ 996495 h 2398711"/>
              <a:gd name="connsiteX113712" fmla="*/ 333071 w 2119654"/>
              <a:gd name="connsiteY113712" fmla="*/ 995921 h 2398711"/>
              <a:gd name="connsiteX113713" fmla="*/ 460696 w 2119654"/>
              <a:gd name="connsiteY113713" fmla="*/ 709526 h 2398711"/>
              <a:gd name="connsiteX113714" fmla="*/ 460073 w 2119654"/>
              <a:gd name="connsiteY113714" fmla="*/ 711041 h 2398711"/>
              <a:gd name="connsiteX113715" fmla="*/ 460807 w 2119654"/>
              <a:gd name="connsiteY113715" fmla="*/ 711456 h 2398711"/>
              <a:gd name="connsiteX113716" fmla="*/ 460839 w 2119654"/>
              <a:gd name="connsiteY113716" fmla="*/ 711231 h 2398711"/>
              <a:gd name="connsiteX113717" fmla="*/ 244367 w 2119654"/>
              <a:gd name="connsiteY113717" fmla="*/ 1193627 h 2398711"/>
              <a:gd name="connsiteX113718" fmla="*/ 244935 w 2119654"/>
              <a:gd name="connsiteY113718" fmla="*/ 1195944 h 2398711"/>
              <a:gd name="connsiteX113719" fmla="*/ 250258 w 2119654"/>
              <a:gd name="connsiteY113719" fmla="*/ 1207469 h 2398711"/>
              <a:gd name="connsiteX113720" fmla="*/ 251254 w 2119654"/>
              <a:gd name="connsiteY113720" fmla="*/ 1208962 h 2398711"/>
              <a:gd name="connsiteX113721" fmla="*/ 260766 w 2119654"/>
              <a:gd name="connsiteY113721" fmla="*/ 1216964 h 2398711"/>
              <a:gd name="connsiteX113722" fmla="*/ 261507 w 2119654"/>
              <a:gd name="connsiteY113722" fmla="*/ 1217444 h 2398711"/>
              <a:gd name="connsiteX113723" fmla="*/ 258051 w 2119654"/>
              <a:gd name="connsiteY113723" fmla="*/ 1209324 h 2398711"/>
              <a:gd name="connsiteX113724" fmla="*/ 248842 w 2119654"/>
              <a:gd name="connsiteY113724" fmla="*/ 1199044 h 2398711"/>
              <a:gd name="connsiteX113725" fmla="*/ 320667 w 2119654"/>
              <a:gd name="connsiteY113725" fmla="*/ 1022668 h 2398711"/>
              <a:gd name="connsiteX113726" fmla="*/ 321021 w 2119654"/>
              <a:gd name="connsiteY113726" fmla="*/ 1026895 h 2398711"/>
              <a:gd name="connsiteX113727" fmla="*/ 324088 w 2119654"/>
              <a:gd name="connsiteY113727" fmla="*/ 1031698 h 2398711"/>
              <a:gd name="connsiteX113728" fmla="*/ 323261 w 2119654"/>
              <a:gd name="connsiteY113728" fmla="*/ 1028290 h 2398711"/>
              <a:gd name="connsiteX113729" fmla="*/ 323285 w 2119654"/>
              <a:gd name="connsiteY113729" fmla="*/ 1028240 h 2398711"/>
              <a:gd name="connsiteX113730" fmla="*/ 320708 w 2119654"/>
              <a:gd name="connsiteY113730" fmla="*/ 1022756 h 2398711"/>
              <a:gd name="connsiteX113731" fmla="*/ 503833 w 2119654"/>
              <a:gd name="connsiteY113731" fmla="*/ 612438 h 2398711"/>
              <a:gd name="connsiteX113732" fmla="*/ 503831 w 2119654"/>
              <a:gd name="connsiteY113732" fmla="*/ 612675 h 2398711"/>
              <a:gd name="connsiteX113733" fmla="*/ 504654 w 2119654"/>
              <a:gd name="connsiteY113733" fmla="*/ 612840 h 2398711"/>
              <a:gd name="connsiteX113734" fmla="*/ 504566 w 2119654"/>
              <a:gd name="connsiteY113734" fmla="*/ 612540 h 2398711"/>
              <a:gd name="connsiteX113735" fmla="*/ 293277 w 2119654"/>
              <a:gd name="connsiteY113735" fmla="*/ 1083910 h 2398711"/>
              <a:gd name="connsiteX113736" fmla="*/ 294627 w 2119654"/>
              <a:gd name="connsiteY113736" fmla="*/ 1086536 h 2398711"/>
              <a:gd name="connsiteX113737" fmla="*/ 295345 w 2119654"/>
              <a:gd name="connsiteY113737" fmla="*/ 1087185 h 2398711"/>
              <a:gd name="connsiteX113738" fmla="*/ 294280 w 2119654"/>
              <a:gd name="connsiteY113738" fmla="*/ 1084673 h 2398711"/>
              <a:gd name="connsiteX113739" fmla="*/ 416489 w 2119654"/>
              <a:gd name="connsiteY113739" fmla="*/ 807993 h 2398711"/>
              <a:gd name="connsiteX113740" fmla="*/ 416991 w 2119654"/>
              <a:gd name="connsiteY113740" fmla="*/ 809369 h 2398711"/>
              <a:gd name="connsiteX113741" fmla="*/ 416984 w 2119654"/>
              <a:gd name="connsiteY113741" fmla="*/ 809332 h 2398711"/>
              <a:gd name="connsiteX113742" fmla="*/ 417126 w 2119654"/>
              <a:gd name="connsiteY113742" fmla="*/ 809067 h 2398711"/>
              <a:gd name="connsiteX113743" fmla="*/ 417358 w 2119654"/>
              <a:gd name="connsiteY113743" fmla="*/ 810378 h 2398711"/>
              <a:gd name="connsiteX113744" fmla="*/ 417670 w 2119654"/>
              <a:gd name="connsiteY113744" fmla="*/ 811237 h 2398711"/>
              <a:gd name="connsiteX113745" fmla="*/ 417936 w 2119654"/>
              <a:gd name="connsiteY113745" fmla="*/ 809542 h 2398711"/>
              <a:gd name="connsiteX113746" fmla="*/ 374647 w 2119654"/>
              <a:gd name="connsiteY113746" fmla="*/ 901641 h 2398711"/>
              <a:gd name="connsiteX113747" fmla="*/ 374317 w 2119654"/>
              <a:gd name="connsiteY113747" fmla="*/ 903715 h 2398711"/>
              <a:gd name="connsiteX113748" fmla="*/ 377106 w 2119654"/>
              <a:gd name="connsiteY113748" fmla="*/ 907282 h 2398711"/>
              <a:gd name="connsiteX113749" fmla="*/ 271122 w 2119654"/>
              <a:gd name="connsiteY113749" fmla="*/ 1133339 h 2398711"/>
              <a:gd name="connsiteX113750" fmla="*/ 277875 w 2119654"/>
              <a:gd name="connsiteY113750" fmla="*/ 1142675 h 2398711"/>
              <a:gd name="connsiteX113751" fmla="*/ 277149 w 2119654"/>
              <a:gd name="connsiteY113751" fmla="*/ 1138140 h 2398711"/>
              <a:gd name="connsiteX113752" fmla="*/ 531066 w 2119654"/>
              <a:gd name="connsiteY113752" fmla="*/ 551109 h 2398711"/>
              <a:gd name="connsiteX113753" fmla="*/ 530926 w 2119654"/>
              <a:gd name="connsiteY113753" fmla="*/ 551924 h 2398711"/>
              <a:gd name="connsiteX113754" fmla="*/ 531438 w 2119654"/>
              <a:gd name="connsiteY113754" fmla="*/ 552344 h 2398711"/>
              <a:gd name="connsiteX113755" fmla="*/ 267768 w 2119654"/>
              <a:gd name="connsiteY113755" fmla="*/ 1140634 h 2398711"/>
              <a:gd name="connsiteX113756" fmla="*/ 270877 w 2119654"/>
              <a:gd name="connsiteY113756" fmla="*/ 1153298 h 2398711"/>
              <a:gd name="connsiteX113757" fmla="*/ 271877 w 2119654"/>
              <a:gd name="connsiteY113757" fmla="*/ 1153756 h 2398711"/>
              <a:gd name="connsiteX113758" fmla="*/ 276106 w 2119654"/>
              <a:gd name="connsiteY113758" fmla="*/ 1155621 h 2398711"/>
              <a:gd name="connsiteX113759" fmla="*/ 275254 w 2119654"/>
              <a:gd name="connsiteY113759" fmla="*/ 1153032 h 2398711"/>
              <a:gd name="connsiteX113760" fmla="*/ 268408 w 2119654"/>
              <a:gd name="connsiteY113760" fmla="*/ 1141167 h 2398711"/>
              <a:gd name="connsiteX113761" fmla="*/ 181623 w 2119654"/>
              <a:gd name="connsiteY113761" fmla="*/ 1333497 h 2398711"/>
              <a:gd name="connsiteX113762" fmla="*/ 187247 w 2119654"/>
              <a:gd name="connsiteY113762" fmla="*/ 1342145 h 2398711"/>
              <a:gd name="connsiteX113763" fmla="*/ 192752 w 2119654"/>
              <a:gd name="connsiteY113763" fmla="*/ 1344575 h 2398711"/>
              <a:gd name="connsiteX113764" fmla="*/ 520710 w 2119654"/>
              <a:gd name="connsiteY113764" fmla="*/ 574191 h 2398711"/>
              <a:gd name="connsiteX113765" fmla="*/ 520601 w 2119654"/>
              <a:gd name="connsiteY113765" fmla="*/ 574647 h 2398711"/>
              <a:gd name="connsiteX113766" fmla="*/ 520741 w 2119654"/>
              <a:gd name="connsiteY113766" fmla="*/ 574736 h 2398711"/>
              <a:gd name="connsiteX113767" fmla="*/ 522023 w 2119654"/>
              <a:gd name="connsiteY113767" fmla="*/ 575787 h 2398711"/>
              <a:gd name="connsiteX113768" fmla="*/ 522032 w 2119654"/>
              <a:gd name="connsiteY113768" fmla="*/ 575275 h 2398711"/>
              <a:gd name="connsiteX113769" fmla="*/ 429281 w 2119654"/>
              <a:gd name="connsiteY113769" fmla="*/ 778786 h 2398711"/>
              <a:gd name="connsiteX113770" fmla="*/ 429175 w 2119654"/>
              <a:gd name="connsiteY113770" fmla="*/ 779369 h 2398711"/>
              <a:gd name="connsiteX113771" fmla="*/ 430505 w 2119654"/>
              <a:gd name="connsiteY113771" fmla="*/ 781072 h 2398711"/>
              <a:gd name="connsiteX113772" fmla="*/ 430000 w 2119654"/>
              <a:gd name="connsiteY113772" fmla="*/ 779043 h 2398711"/>
              <a:gd name="connsiteX113773" fmla="*/ 466560 w 2119654"/>
              <a:gd name="connsiteY113773" fmla="*/ 695285 h 2398711"/>
              <a:gd name="connsiteX113774" fmla="*/ 464308 w 2119654"/>
              <a:gd name="connsiteY113774" fmla="*/ 700752 h 2398711"/>
              <a:gd name="connsiteX113775" fmla="*/ 463682 w 2119654"/>
              <a:gd name="connsiteY113775" fmla="*/ 705583 h 2398711"/>
              <a:gd name="connsiteX113776" fmla="*/ 463692 w 2119654"/>
              <a:gd name="connsiteY113776" fmla="*/ 705652 h 2398711"/>
              <a:gd name="connsiteX113777" fmla="*/ 463894 w 2119654"/>
              <a:gd name="connsiteY113777" fmla="*/ 705723 h 2398711"/>
              <a:gd name="connsiteX113778" fmla="*/ 475328 w 2119654"/>
              <a:gd name="connsiteY113778" fmla="*/ 711152 h 2398711"/>
              <a:gd name="connsiteX113779" fmla="*/ 474899 w 2119654"/>
              <a:gd name="connsiteY113779" fmla="*/ 710147 h 2398711"/>
              <a:gd name="connsiteX113780" fmla="*/ 474047 w 2119654"/>
              <a:gd name="connsiteY113780" fmla="*/ 708073 h 2398711"/>
              <a:gd name="connsiteX113781" fmla="*/ 470671 w 2119654"/>
              <a:gd name="connsiteY113781" fmla="*/ 707099 h 2398711"/>
              <a:gd name="connsiteX113782" fmla="*/ 471017 w 2119654"/>
              <a:gd name="connsiteY113782" fmla="*/ 706959 h 2398711"/>
              <a:gd name="connsiteX113783" fmla="*/ 473936 w 2119654"/>
              <a:gd name="connsiteY113783" fmla="*/ 707801 h 2398711"/>
              <a:gd name="connsiteX113784" fmla="*/ 469976 w 2119654"/>
              <a:gd name="connsiteY113784" fmla="*/ 698157 h 2398711"/>
              <a:gd name="connsiteX113785" fmla="*/ 561502 w 2119654"/>
              <a:gd name="connsiteY113785" fmla="*/ 482631 h 2398711"/>
              <a:gd name="connsiteX113786" fmla="*/ 559347 w 2119654"/>
              <a:gd name="connsiteY113786" fmla="*/ 493646 h 2398711"/>
              <a:gd name="connsiteX113787" fmla="*/ 561133 w 2119654"/>
              <a:gd name="connsiteY113787" fmla="*/ 495156 h 2398711"/>
              <a:gd name="connsiteX113788" fmla="*/ 562573 w 2119654"/>
              <a:gd name="connsiteY113788" fmla="*/ 483206 h 2398711"/>
              <a:gd name="connsiteX113789" fmla="*/ 467679 w 2119654"/>
              <a:gd name="connsiteY113789" fmla="*/ 692561 h 2398711"/>
              <a:gd name="connsiteX113790" fmla="*/ 466714 w 2119654"/>
              <a:gd name="connsiteY113790" fmla="*/ 694905 h 2398711"/>
              <a:gd name="connsiteX113791" fmla="*/ 469627 w 2119654"/>
              <a:gd name="connsiteY113791" fmla="*/ 697307 h 2398711"/>
              <a:gd name="connsiteX113792" fmla="*/ 503482 w 2119654"/>
              <a:gd name="connsiteY113792" fmla="*/ 612391 h 2398711"/>
              <a:gd name="connsiteX113793" fmla="*/ 503558 w 2119654"/>
              <a:gd name="connsiteY113793" fmla="*/ 612526 h 2398711"/>
              <a:gd name="connsiteX113794" fmla="*/ 503559 w 2119654"/>
              <a:gd name="connsiteY113794" fmla="*/ 612401 h 2398711"/>
              <a:gd name="connsiteX113795" fmla="*/ 357941 w 2119654"/>
              <a:gd name="connsiteY113795" fmla="*/ 938259 h 2398711"/>
              <a:gd name="connsiteX113796" fmla="*/ 359037 w 2119654"/>
              <a:gd name="connsiteY113796" fmla="*/ 940602 h 2398711"/>
              <a:gd name="connsiteX113797" fmla="*/ 359038 w 2119654"/>
              <a:gd name="connsiteY113797" fmla="*/ 939487 h 2398711"/>
              <a:gd name="connsiteX113798" fmla="*/ 452163 w 2119654"/>
              <a:gd name="connsiteY113798" fmla="*/ 727173 h 2398711"/>
              <a:gd name="connsiteX113799" fmla="*/ 451436 w 2119654"/>
              <a:gd name="connsiteY113799" fmla="*/ 729976 h 2398711"/>
              <a:gd name="connsiteX113800" fmla="*/ 451524 w 2119654"/>
              <a:gd name="connsiteY113800" fmla="*/ 730048 h 2398711"/>
              <a:gd name="connsiteX113801" fmla="*/ 452428 w 2119654"/>
              <a:gd name="connsiteY113801" fmla="*/ 727855 h 2398711"/>
              <a:gd name="connsiteX113802" fmla="*/ 468592 w 2119654"/>
              <a:gd name="connsiteY113802" fmla="*/ 690341 h 2398711"/>
              <a:gd name="connsiteX113803" fmla="*/ 467985 w 2119654"/>
              <a:gd name="connsiteY113803" fmla="*/ 691817 h 2398711"/>
              <a:gd name="connsiteX113804" fmla="*/ 470707 w 2119654"/>
              <a:gd name="connsiteY113804" fmla="*/ 698196 h 2398711"/>
              <a:gd name="connsiteX113805" fmla="*/ 475755 w 2119654"/>
              <a:gd name="connsiteY113805" fmla="*/ 702357 h 2398711"/>
              <a:gd name="connsiteX113806" fmla="*/ 475718 w 2119654"/>
              <a:gd name="connsiteY113806" fmla="*/ 698265 h 2398711"/>
              <a:gd name="connsiteX113807" fmla="*/ 317642 w 2119654"/>
              <a:gd name="connsiteY113807" fmla="*/ 1028292 h 2398711"/>
              <a:gd name="connsiteX113808" fmla="*/ 318273 w 2119654"/>
              <a:gd name="connsiteY113808" fmla="*/ 1030394 h 2398711"/>
              <a:gd name="connsiteX113809" fmla="*/ 318704 w 2119654"/>
              <a:gd name="connsiteY113809" fmla="*/ 1030632 h 2398711"/>
              <a:gd name="connsiteX113810" fmla="*/ 318652 w 2119654"/>
              <a:gd name="connsiteY113810" fmla="*/ 1029989 h 2398711"/>
              <a:gd name="connsiteX113811" fmla="*/ 516100 w 2119654"/>
              <a:gd name="connsiteY113811" fmla="*/ 583631 h 2398711"/>
              <a:gd name="connsiteX113812" fmla="*/ 516886 w 2119654"/>
              <a:gd name="connsiteY113812" fmla="*/ 588604 h 2398711"/>
              <a:gd name="connsiteX113813" fmla="*/ 517780 w 2119654"/>
              <a:gd name="connsiteY113813" fmla="*/ 584835 h 2398711"/>
              <a:gd name="connsiteX113814" fmla="*/ 429940 w 2119654"/>
              <a:gd name="connsiteY113814" fmla="*/ 776466 h 2398711"/>
              <a:gd name="connsiteX113815" fmla="*/ 429947 w 2119654"/>
              <a:gd name="connsiteY113815" fmla="*/ 776499 h 2398711"/>
              <a:gd name="connsiteX113816" fmla="*/ 430091 w 2119654"/>
              <a:gd name="connsiteY113816" fmla="*/ 776990 h 2398711"/>
              <a:gd name="connsiteX113817" fmla="*/ 430686 w 2119654"/>
              <a:gd name="connsiteY113817" fmla="*/ 777201 h 2398711"/>
              <a:gd name="connsiteX113818" fmla="*/ 430676 w 2119654"/>
              <a:gd name="connsiteY113818" fmla="*/ 776927 h 2398711"/>
              <a:gd name="connsiteX113819" fmla="*/ 480150 w 2119654"/>
              <a:gd name="connsiteY113819" fmla="*/ 664024 h 2398711"/>
              <a:gd name="connsiteX113820" fmla="*/ 480205 w 2119654"/>
              <a:gd name="connsiteY113820" fmla="*/ 664910 h 2398711"/>
              <a:gd name="connsiteX113821" fmla="*/ 481691 w 2119654"/>
              <a:gd name="connsiteY113821" fmla="*/ 665551 h 2398711"/>
              <a:gd name="connsiteX113822" fmla="*/ 481647 w 2119654"/>
              <a:gd name="connsiteY113822" fmla="*/ 664292 h 2398711"/>
              <a:gd name="connsiteX113823" fmla="*/ 452477 w 2119654"/>
              <a:gd name="connsiteY113823" fmla="*/ 725960 h 2398711"/>
              <a:gd name="connsiteX113824" fmla="*/ 452316 w 2119654"/>
              <a:gd name="connsiteY113824" fmla="*/ 726581 h 2398711"/>
              <a:gd name="connsiteX113825" fmla="*/ 452625 w 2119654"/>
              <a:gd name="connsiteY113825" fmla="*/ 727375 h 2398711"/>
              <a:gd name="connsiteX113826" fmla="*/ 452692 w 2119654"/>
              <a:gd name="connsiteY113826" fmla="*/ 727214 h 2398711"/>
              <a:gd name="connsiteX113827" fmla="*/ 553654 w 2119654"/>
              <a:gd name="connsiteY113827" fmla="*/ 499342 h 2398711"/>
              <a:gd name="connsiteX113828" fmla="*/ 553929 w 2119654"/>
              <a:gd name="connsiteY113828" fmla="*/ 500142 h 2398711"/>
              <a:gd name="connsiteX113829" fmla="*/ 554408 w 2119654"/>
              <a:gd name="connsiteY113829" fmla="*/ 500509 h 2398711"/>
              <a:gd name="connsiteX113830" fmla="*/ 556578 w 2119654"/>
              <a:gd name="connsiteY113830" fmla="*/ 502446 h 2398711"/>
              <a:gd name="connsiteX113831" fmla="*/ 556727 w 2119654"/>
              <a:gd name="connsiteY113831" fmla="*/ 501684 h 2398711"/>
              <a:gd name="connsiteX113832" fmla="*/ 214498 w 2119654"/>
              <a:gd name="connsiteY113832" fmla="*/ 1258748 h 2398711"/>
              <a:gd name="connsiteX113833" fmla="*/ 220193 w 2119654"/>
              <a:gd name="connsiteY113833" fmla="*/ 1267703 h 2398711"/>
              <a:gd name="connsiteX113834" fmla="*/ 221551 w 2119654"/>
              <a:gd name="connsiteY113834" fmla="*/ 1268930 h 2398711"/>
              <a:gd name="connsiteX113835" fmla="*/ 218295 w 2119654"/>
              <a:gd name="connsiteY113835" fmla="*/ 1262598 h 2398711"/>
              <a:gd name="connsiteX113836" fmla="*/ 218011 w 2119654"/>
              <a:gd name="connsiteY113836" fmla="*/ 1262249 h 2398711"/>
              <a:gd name="connsiteX113837" fmla="*/ 295879 w 2119654"/>
              <a:gd name="connsiteY113837" fmla="*/ 1076491 h 2398711"/>
              <a:gd name="connsiteX113838" fmla="*/ 296988 w 2119654"/>
              <a:gd name="connsiteY113838" fmla="*/ 1082207 h 2398711"/>
              <a:gd name="connsiteX113839" fmla="*/ 300233 w 2119654"/>
              <a:gd name="connsiteY113839" fmla="*/ 1088344 h 2398711"/>
              <a:gd name="connsiteX113840" fmla="*/ 300727 w 2119654"/>
              <a:gd name="connsiteY113840" fmla="*/ 1088720 h 2398711"/>
              <a:gd name="connsiteX113841" fmla="*/ 297307 w 2119654"/>
              <a:gd name="connsiteY113841" fmla="*/ 1078779 h 2398711"/>
              <a:gd name="connsiteX113842" fmla="*/ 567504 w 2119654"/>
              <a:gd name="connsiteY113842" fmla="*/ 468053 h 2398711"/>
              <a:gd name="connsiteX113843" fmla="*/ 567678 w 2119654"/>
              <a:gd name="connsiteY113843" fmla="*/ 469513 h 2398711"/>
              <a:gd name="connsiteX113844" fmla="*/ 574782 w 2119654"/>
              <a:gd name="connsiteY113844" fmla="*/ 475849 h 2398711"/>
              <a:gd name="connsiteX113845" fmla="*/ 472905 w 2119654"/>
              <a:gd name="connsiteY113845" fmla="*/ 679866 h 2398711"/>
              <a:gd name="connsiteX113846" fmla="*/ 472689 w 2119654"/>
              <a:gd name="connsiteY113846" fmla="*/ 680390 h 2398711"/>
              <a:gd name="connsiteX113847" fmla="*/ 473129 w 2119654"/>
              <a:gd name="connsiteY113847" fmla="*/ 680608 h 2398711"/>
              <a:gd name="connsiteX113848" fmla="*/ 567311 w 2119654"/>
              <a:gd name="connsiteY113848" fmla="*/ 468463 h 2398711"/>
              <a:gd name="connsiteX113849" fmla="*/ 567233 w 2119654"/>
              <a:gd name="connsiteY113849" fmla="*/ 469115 h 2398711"/>
              <a:gd name="connsiteX113850" fmla="*/ 567409 w 2119654"/>
              <a:gd name="connsiteY113850" fmla="*/ 469272 h 2398711"/>
              <a:gd name="connsiteX113851" fmla="*/ 371220 w 2119654"/>
              <a:gd name="connsiteY113851" fmla="*/ 907354 h 2398711"/>
              <a:gd name="connsiteX113852" fmla="*/ 371220 w 2119654"/>
              <a:gd name="connsiteY113852" fmla="*/ 907366 h 2398711"/>
              <a:gd name="connsiteX113853" fmla="*/ 371341 w 2119654"/>
              <a:gd name="connsiteY113853" fmla="*/ 910537 h 2398711"/>
              <a:gd name="connsiteX113854" fmla="*/ 371912 w 2119654"/>
              <a:gd name="connsiteY113854" fmla="*/ 912470 h 2398711"/>
              <a:gd name="connsiteX113855" fmla="*/ 371583 w 2119654"/>
              <a:gd name="connsiteY113855" fmla="*/ 908452 h 2398711"/>
              <a:gd name="connsiteX113856" fmla="*/ 371579 w 2119654"/>
              <a:gd name="connsiteY113856" fmla="*/ 908392 h 2398711"/>
              <a:gd name="connsiteX113857" fmla="*/ 332311 w 2119654"/>
              <a:gd name="connsiteY113857" fmla="*/ 994366 h 2398711"/>
              <a:gd name="connsiteX113858" fmla="*/ 332743 w 2119654"/>
              <a:gd name="connsiteY113858" fmla="*/ 995420 h 2398711"/>
              <a:gd name="connsiteX113859" fmla="*/ 333015 w 2119654"/>
              <a:gd name="connsiteY113859" fmla="*/ 995637 h 2398711"/>
              <a:gd name="connsiteX113860" fmla="*/ 332905 w 2119654"/>
              <a:gd name="connsiteY113860" fmla="*/ 995073 h 2398711"/>
              <a:gd name="connsiteX113861" fmla="*/ 562020 w 2119654"/>
              <a:gd name="connsiteY113861" fmla="*/ 479982 h 2398711"/>
              <a:gd name="connsiteX113862" fmla="*/ 561937 w 2119654"/>
              <a:gd name="connsiteY113862" fmla="*/ 480406 h 2398711"/>
              <a:gd name="connsiteX113863" fmla="*/ 562861 w 2119654"/>
              <a:gd name="connsiteY113863" fmla="*/ 480818 h 2398711"/>
              <a:gd name="connsiteX113864" fmla="*/ 562893 w 2119654"/>
              <a:gd name="connsiteY113864" fmla="*/ 480552 h 2398711"/>
              <a:gd name="connsiteX113865" fmla="*/ 318933 w 2119654"/>
              <a:gd name="connsiteY113865" fmla="*/ 1024295 h 2398711"/>
              <a:gd name="connsiteX113866" fmla="*/ 318971 w 2119654"/>
              <a:gd name="connsiteY113866" fmla="*/ 1024759 h 2398711"/>
              <a:gd name="connsiteX113867" fmla="*/ 320426 w 2119654"/>
              <a:gd name="connsiteY113867" fmla="*/ 1027177 h 2398711"/>
              <a:gd name="connsiteX113868" fmla="*/ 320373 w 2119654"/>
              <a:gd name="connsiteY113868" fmla="*/ 1026550 h 2398711"/>
              <a:gd name="connsiteX113869" fmla="*/ 489901 w 2119654"/>
              <a:gd name="connsiteY113869" fmla="*/ 641453 h 2398711"/>
              <a:gd name="connsiteX113870" fmla="*/ 490108 w 2119654"/>
              <a:gd name="connsiteY113870" fmla="*/ 647069 h 2398711"/>
              <a:gd name="connsiteX113871" fmla="*/ 490890 w 2119654"/>
              <a:gd name="connsiteY113871" fmla="*/ 650190 h 2398711"/>
              <a:gd name="connsiteX113872" fmla="*/ 494364 w 2119654"/>
              <a:gd name="connsiteY113872" fmla="*/ 651827 h 2398711"/>
              <a:gd name="connsiteX113873" fmla="*/ 494107 w 2119654"/>
              <a:gd name="connsiteY113873" fmla="*/ 644362 h 2398711"/>
              <a:gd name="connsiteX113874" fmla="*/ 317992 w 2119654"/>
              <a:gd name="connsiteY113874" fmla="*/ 1026372 h 2398711"/>
              <a:gd name="connsiteX113875" fmla="*/ 318556 w 2119654"/>
              <a:gd name="connsiteY113875" fmla="*/ 1028831 h 2398711"/>
              <a:gd name="connsiteX113876" fmla="*/ 318424 w 2119654"/>
              <a:gd name="connsiteY113876" fmla="*/ 1027216 h 2398711"/>
              <a:gd name="connsiteX113877" fmla="*/ 503860 w 2119654"/>
              <a:gd name="connsiteY113877" fmla="*/ 610127 h 2398711"/>
              <a:gd name="connsiteX113878" fmla="*/ 503837 w 2119654"/>
              <a:gd name="connsiteY113878" fmla="*/ 612163 h 2398711"/>
              <a:gd name="connsiteX113879" fmla="*/ 504479 w 2119654"/>
              <a:gd name="connsiteY113879" fmla="*/ 612242 h 2398711"/>
              <a:gd name="connsiteX113880" fmla="*/ 432362 w 2119654"/>
              <a:gd name="connsiteY113880" fmla="*/ 770164 h 2398711"/>
              <a:gd name="connsiteX113881" fmla="*/ 433198 w 2119654"/>
              <a:gd name="connsiteY113881" fmla="*/ 773017 h 2398711"/>
              <a:gd name="connsiteX113882" fmla="*/ 433420 w 2119654"/>
              <a:gd name="connsiteY113882" fmla="*/ 771285 h 2398711"/>
              <a:gd name="connsiteX113883" fmla="*/ 433218 w 2119654"/>
              <a:gd name="connsiteY113883" fmla="*/ 770464 h 2398711"/>
              <a:gd name="connsiteX113884" fmla="*/ 375202 w 2119654"/>
              <a:gd name="connsiteY113884" fmla="*/ 898146 h 2398711"/>
              <a:gd name="connsiteX113885" fmla="*/ 374822 w 2119654"/>
              <a:gd name="connsiteY113885" fmla="*/ 900534 h 2398711"/>
              <a:gd name="connsiteX113886" fmla="*/ 378558 w 2119654"/>
              <a:gd name="connsiteY113886" fmla="*/ 908421 h 2398711"/>
              <a:gd name="connsiteX113887" fmla="*/ 382759 w 2119654"/>
              <a:gd name="connsiteY113887" fmla="*/ 911614 h 2398711"/>
              <a:gd name="connsiteX113888" fmla="*/ 382842 w 2119654"/>
              <a:gd name="connsiteY113888" fmla="*/ 909741 h 2398711"/>
              <a:gd name="connsiteX113889" fmla="*/ 382067 w 2119654"/>
              <a:gd name="connsiteY113889" fmla="*/ 907277 h 2398711"/>
              <a:gd name="connsiteX113890" fmla="*/ 379788 w 2119654"/>
              <a:gd name="connsiteY113890" fmla="*/ 887689 h 2398711"/>
              <a:gd name="connsiteX113891" fmla="*/ 380740 w 2119654"/>
              <a:gd name="connsiteY113891" fmla="*/ 890489 h 2398711"/>
              <a:gd name="connsiteX113892" fmla="*/ 381772 w 2119654"/>
              <a:gd name="connsiteY113892" fmla="*/ 890847 h 2398711"/>
              <a:gd name="connsiteX113893" fmla="*/ 477456 w 2119654"/>
              <a:gd name="connsiteY113893" fmla="*/ 668814 h 2398711"/>
              <a:gd name="connsiteX113894" fmla="*/ 476666 w 2119654"/>
              <a:gd name="connsiteY113894" fmla="*/ 670732 h 2398711"/>
              <a:gd name="connsiteX113895" fmla="*/ 477060 w 2119654"/>
              <a:gd name="connsiteY113895" fmla="*/ 671913 h 2398711"/>
              <a:gd name="connsiteX113896" fmla="*/ 477844 w 2119654"/>
              <a:gd name="connsiteY113896" fmla="*/ 673451 h 2398711"/>
              <a:gd name="connsiteX113897" fmla="*/ 361560 w 2119654"/>
              <a:gd name="connsiteY113897" fmla="*/ 928318 h 2398711"/>
              <a:gd name="connsiteX113898" fmla="*/ 361797 w 2119654"/>
              <a:gd name="connsiteY113898" fmla="*/ 933154 h 2398711"/>
              <a:gd name="connsiteX113899" fmla="*/ 364356 w 2119654"/>
              <a:gd name="connsiteY113899" fmla="*/ 937121 h 2398711"/>
              <a:gd name="connsiteX113900" fmla="*/ 364324 w 2119654"/>
              <a:gd name="connsiteY113900" fmla="*/ 936305 h 2398711"/>
              <a:gd name="connsiteX113901" fmla="*/ 363285 w 2119654"/>
              <a:gd name="connsiteY113901" fmla="*/ 932070 h 2398711"/>
              <a:gd name="connsiteX113902" fmla="*/ 238642 w 2119654"/>
              <a:gd name="connsiteY113902" fmla="*/ 1203511 h 2398711"/>
              <a:gd name="connsiteX113903" fmla="*/ 241972 w 2119654"/>
              <a:gd name="connsiteY113903" fmla="*/ 1209872 h 2398711"/>
              <a:gd name="connsiteX113904" fmla="*/ 248887 w 2119654"/>
              <a:gd name="connsiteY113904" fmla="*/ 1218527 h 2398711"/>
              <a:gd name="connsiteX113905" fmla="*/ 249745 w 2119654"/>
              <a:gd name="connsiteY113905" fmla="*/ 1219003 h 2398711"/>
              <a:gd name="connsiteX113906" fmla="*/ 249583 w 2119654"/>
              <a:gd name="connsiteY113906" fmla="*/ 1218342 h 2398711"/>
              <a:gd name="connsiteX113907" fmla="*/ 244768 w 2119654"/>
              <a:gd name="connsiteY113907" fmla="*/ 1208351 h 2398711"/>
              <a:gd name="connsiteX113908" fmla="*/ 243440 w 2119654"/>
              <a:gd name="connsiteY113908" fmla="*/ 1206636 h 2398711"/>
              <a:gd name="connsiteX113909" fmla="*/ 500130 w 2119654"/>
              <a:gd name="connsiteY113909" fmla="*/ 617958 h 2398711"/>
              <a:gd name="connsiteX113910" fmla="*/ 501089 w 2119654"/>
              <a:gd name="connsiteY113910" fmla="*/ 626991 h 2398711"/>
              <a:gd name="connsiteX113911" fmla="*/ 503377 w 2119654"/>
              <a:gd name="connsiteY113911" fmla="*/ 628506 h 2398711"/>
              <a:gd name="connsiteX113912" fmla="*/ 503471 w 2119654"/>
              <a:gd name="connsiteY113912" fmla="*/ 620172 h 2398711"/>
              <a:gd name="connsiteX113913" fmla="*/ 417289 w 2119654"/>
              <a:gd name="connsiteY113913" fmla="*/ 803347 h 2398711"/>
              <a:gd name="connsiteX113914" fmla="*/ 416577 w 2119654"/>
              <a:gd name="connsiteY113914" fmla="*/ 806971 h 2398711"/>
              <a:gd name="connsiteX113915" fmla="*/ 418087 w 2119654"/>
              <a:gd name="connsiteY113915" fmla="*/ 808586 h 2398711"/>
              <a:gd name="connsiteX113916" fmla="*/ 418641 w 2119654"/>
              <a:gd name="connsiteY113916" fmla="*/ 805052 h 2398711"/>
              <a:gd name="connsiteX113917" fmla="*/ 417841 w 2119654"/>
              <a:gd name="connsiteY113917" fmla="*/ 804134 h 2398711"/>
              <a:gd name="connsiteX113918" fmla="*/ 519914 w 2119654"/>
              <a:gd name="connsiteY113918" fmla="*/ 573538 h 2398711"/>
              <a:gd name="connsiteX113919" fmla="*/ 520277 w 2119654"/>
              <a:gd name="connsiteY113919" fmla="*/ 574322 h 2398711"/>
              <a:gd name="connsiteX113920" fmla="*/ 520373 w 2119654"/>
              <a:gd name="connsiteY113920" fmla="*/ 573915 h 2398711"/>
              <a:gd name="connsiteX113921" fmla="*/ 277930 w 2119654"/>
              <a:gd name="connsiteY113921" fmla="*/ 1115369 h 2398711"/>
              <a:gd name="connsiteX113922" fmla="*/ 279976 w 2119654"/>
              <a:gd name="connsiteY113922" fmla="*/ 1119870 h 2398711"/>
              <a:gd name="connsiteX113923" fmla="*/ 284827 w 2119654"/>
              <a:gd name="connsiteY113923" fmla="*/ 1127644 h 2398711"/>
              <a:gd name="connsiteX113924" fmla="*/ 285299 w 2119654"/>
              <a:gd name="connsiteY113924" fmla="*/ 1128019 h 2398711"/>
              <a:gd name="connsiteX113925" fmla="*/ 545190 w 2119654"/>
              <a:gd name="connsiteY113925" fmla="*/ 516903 h 2398711"/>
              <a:gd name="connsiteX113926" fmla="*/ 545211 w 2119654"/>
              <a:gd name="connsiteY113926" fmla="*/ 518210 h 2398711"/>
              <a:gd name="connsiteX113927" fmla="*/ 545478 w 2119654"/>
              <a:gd name="connsiteY113927" fmla="*/ 519096 h 2398711"/>
              <a:gd name="connsiteX113928" fmla="*/ 548581 w 2119654"/>
              <a:gd name="connsiteY113928" fmla="*/ 528082 h 2398711"/>
              <a:gd name="connsiteX113929" fmla="*/ 552627 w 2119654"/>
              <a:gd name="connsiteY113929" fmla="*/ 531033 h 2398711"/>
              <a:gd name="connsiteX113930" fmla="*/ 553489 w 2119654"/>
              <a:gd name="connsiteY113930" fmla="*/ 523883 h 2398711"/>
              <a:gd name="connsiteX113931" fmla="*/ 430040 w 2119654"/>
              <a:gd name="connsiteY113931" fmla="*/ 774593 h 2398711"/>
              <a:gd name="connsiteX113932" fmla="*/ 429801 w 2119654"/>
              <a:gd name="connsiteY113932" fmla="*/ 775911 h 2398711"/>
              <a:gd name="connsiteX113933" fmla="*/ 429873 w 2119654"/>
              <a:gd name="connsiteY113933" fmla="*/ 776198 h 2398711"/>
              <a:gd name="connsiteX113934" fmla="*/ 430668 w 2119654"/>
              <a:gd name="connsiteY113934" fmla="*/ 776681 h 2398711"/>
              <a:gd name="connsiteX113935" fmla="*/ 430632 w 2119654"/>
              <a:gd name="connsiteY113935" fmla="*/ 775661 h 2398711"/>
              <a:gd name="connsiteX113936" fmla="*/ 285055 w 2119654"/>
              <a:gd name="connsiteY113936" fmla="*/ 1099162 h 2398711"/>
              <a:gd name="connsiteX113937" fmla="*/ 289268 w 2119654"/>
              <a:gd name="connsiteY113937" fmla="*/ 1104875 h 2398711"/>
              <a:gd name="connsiteX113938" fmla="*/ 292542 w 2119654"/>
              <a:gd name="connsiteY113938" fmla="*/ 1106049 h 2398711"/>
              <a:gd name="connsiteX113939" fmla="*/ 291164 w 2119654"/>
              <a:gd name="connsiteY113939" fmla="*/ 1103050 h 2398711"/>
              <a:gd name="connsiteX113940" fmla="*/ 212467 w 2119654"/>
              <a:gd name="connsiteY113940" fmla="*/ 1261638 h 2398711"/>
              <a:gd name="connsiteX113941" fmla="*/ 212494 w 2119654"/>
              <a:gd name="connsiteY113941" fmla="*/ 1261688 h 2398711"/>
              <a:gd name="connsiteX113942" fmla="*/ 221661 w 2119654"/>
              <a:gd name="connsiteY113942" fmla="*/ 1270823 h 2398711"/>
              <a:gd name="connsiteX113943" fmla="*/ 221287 w 2119654"/>
              <a:gd name="connsiteY113943" fmla="*/ 1270236 h 2398711"/>
              <a:gd name="connsiteX113944" fmla="*/ 219382 w 2119654"/>
              <a:gd name="connsiteY113944" fmla="*/ 1267883 h 2398711"/>
              <a:gd name="connsiteX113945" fmla="*/ 480368 w 2119654"/>
              <a:gd name="connsiteY113945" fmla="*/ 661737 h 2398711"/>
              <a:gd name="connsiteX113946" fmla="*/ 480055 w 2119654"/>
              <a:gd name="connsiteY113946" fmla="*/ 662497 h 2398711"/>
              <a:gd name="connsiteX113947" fmla="*/ 480082 w 2119654"/>
              <a:gd name="connsiteY113947" fmla="*/ 662943 h 2398711"/>
              <a:gd name="connsiteX113948" fmla="*/ 481610 w 2119654"/>
              <a:gd name="connsiteY113948" fmla="*/ 663215 h 2398711"/>
              <a:gd name="connsiteX113949" fmla="*/ 481605 w 2119654"/>
              <a:gd name="connsiteY113949" fmla="*/ 663046 h 2398711"/>
              <a:gd name="connsiteX113950" fmla="*/ 522158 w 2119654"/>
              <a:gd name="connsiteY113950" fmla="*/ 568092 h 2398711"/>
              <a:gd name="connsiteX113951" fmla="*/ 522112 w 2119654"/>
              <a:gd name="connsiteY113951" fmla="*/ 568284 h 2398711"/>
              <a:gd name="connsiteX113952" fmla="*/ 522154 w 2119654"/>
              <a:gd name="connsiteY113952" fmla="*/ 568318 h 2398711"/>
              <a:gd name="connsiteX113953" fmla="*/ 487618 w 2119654"/>
              <a:gd name="connsiteY113953" fmla="*/ 645400 h 2398711"/>
              <a:gd name="connsiteX113954" fmla="*/ 488822 w 2119654"/>
              <a:gd name="connsiteY113954" fmla="*/ 648994 h 2398711"/>
              <a:gd name="connsiteX113955" fmla="*/ 488803 w 2119654"/>
              <a:gd name="connsiteY113955" fmla="*/ 647742 h 2398711"/>
              <a:gd name="connsiteX113956" fmla="*/ 355516 w 2119654"/>
              <a:gd name="connsiteY113956" fmla="*/ 940919 h 2398711"/>
              <a:gd name="connsiteX113957" fmla="*/ 357597 w 2119654"/>
              <a:gd name="connsiteY113957" fmla="*/ 949395 h 2398711"/>
              <a:gd name="connsiteX113958" fmla="*/ 359022 w 2119654"/>
              <a:gd name="connsiteY113958" fmla="*/ 951842 h 2398711"/>
              <a:gd name="connsiteX113959" fmla="*/ 359037 w 2119654"/>
              <a:gd name="connsiteY113959" fmla="*/ 941091 h 2398711"/>
              <a:gd name="connsiteX113960" fmla="*/ 356576 w 2119654"/>
              <a:gd name="connsiteY113960" fmla="*/ 940962 h 2398711"/>
              <a:gd name="connsiteX113961" fmla="*/ 177823 w 2119654"/>
              <a:gd name="connsiteY113961" fmla="*/ 1338667 h 2398711"/>
              <a:gd name="connsiteX113962" fmla="*/ 181658 w 2119654"/>
              <a:gd name="connsiteY113962" fmla="*/ 1342130 h 2398711"/>
              <a:gd name="connsiteX113963" fmla="*/ 180806 w 2119654"/>
              <a:gd name="connsiteY113963" fmla="*/ 1341408 h 2398711"/>
              <a:gd name="connsiteX113964" fmla="*/ 527106 w 2119654"/>
              <a:gd name="connsiteY113964" fmla="*/ 556424 h 2398711"/>
              <a:gd name="connsiteX113965" fmla="*/ 525989 w 2119654"/>
              <a:gd name="connsiteY113965" fmla="*/ 563862 h 2398711"/>
              <a:gd name="connsiteX113966" fmla="*/ 526090 w 2119654"/>
              <a:gd name="connsiteY113966" fmla="*/ 565262 h 2398711"/>
              <a:gd name="connsiteX113967" fmla="*/ 528365 w 2119654"/>
              <a:gd name="connsiteY113967" fmla="*/ 566115 h 2398711"/>
              <a:gd name="connsiteX113968" fmla="*/ 529677 w 2119654"/>
              <a:gd name="connsiteY113968" fmla="*/ 558525 h 2398711"/>
              <a:gd name="connsiteX113969" fmla="*/ 529016 w 2119654"/>
              <a:gd name="connsiteY113969" fmla="*/ 557974 h 2398711"/>
              <a:gd name="connsiteX113970" fmla="*/ 499723 w 2119654"/>
              <a:gd name="connsiteY113970" fmla="*/ 617688 h 2398711"/>
              <a:gd name="connsiteX113971" fmla="*/ 500466 w 2119654"/>
              <a:gd name="connsiteY113971" fmla="*/ 626578 h 2398711"/>
              <a:gd name="connsiteX113972" fmla="*/ 500971 w 2119654"/>
              <a:gd name="connsiteY113972" fmla="*/ 626913 h 2398711"/>
              <a:gd name="connsiteX113973" fmla="*/ 500012 w 2119654"/>
              <a:gd name="connsiteY113973" fmla="*/ 617880 h 2398711"/>
              <a:gd name="connsiteX113974" fmla="*/ 371788 w 2119654"/>
              <a:gd name="connsiteY113974" fmla="*/ 904129 h 2398711"/>
              <a:gd name="connsiteX113975" fmla="*/ 372039 w 2119654"/>
              <a:gd name="connsiteY113975" fmla="*/ 907192 h 2398711"/>
              <a:gd name="connsiteX113976" fmla="*/ 372936 w 2119654"/>
              <a:gd name="connsiteY113976" fmla="*/ 909793 h 2398711"/>
              <a:gd name="connsiteX113977" fmla="*/ 373615 w 2119654"/>
              <a:gd name="connsiteY113977" fmla="*/ 905517 h 2398711"/>
              <a:gd name="connsiteX113978" fmla="*/ 484377 w 2119654"/>
              <a:gd name="connsiteY113978" fmla="*/ 651995 h 2398711"/>
              <a:gd name="connsiteX113979" fmla="*/ 483253 w 2119654"/>
              <a:gd name="connsiteY113979" fmla="*/ 654726 h 2398711"/>
              <a:gd name="connsiteX113980" fmla="*/ 486381 w 2119654"/>
              <a:gd name="connsiteY113980" fmla="*/ 656889 h 2398711"/>
              <a:gd name="connsiteX113981" fmla="*/ 484868 w 2119654"/>
              <a:gd name="connsiteY113981" fmla="*/ 652368 h 2398711"/>
              <a:gd name="connsiteX113982" fmla="*/ 567692 w 2119654"/>
              <a:gd name="connsiteY113982" fmla="*/ 465307 h 2398711"/>
              <a:gd name="connsiteX113983" fmla="*/ 567455 w 2119654"/>
              <a:gd name="connsiteY113983" fmla="*/ 467276 h 2398711"/>
              <a:gd name="connsiteX113984" fmla="*/ 577349 w 2119654"/>
              <a:gd name="connsiteY113984" fmla="*/ 477592 h 2398711"/>
              <a:gd name="connsiteX113985" fmla="*/ 580400 w 2119654"/>
              <a:gd name="connsiteY113985" fmla="*/ 480859 h 2398711"/>
              <a:gd name="connsiteX113986" fmla="*/ 589327 w 2119654"/>
              <a:gd name="connsiteY113986" fmla="*/ 488823 h 2398711"/>
              <a:gd name="connsiteX113987" fmla="*/ 587058 w 2119654"/>
              <a:gd name="connsiteY113987" fmla="*/ 474684 h 2398711"/>
              <a:gd name="connsiteX113988" fmla="*/ 571748 w 2119654"/>
              <a:gd name="connsiteY113988" fmla="*/ 467218 h 2398711"/>
              <a:gd name="connsiteX113989" fmla="*/ 371346 w 2119654"/>
              <a:gd name="connsiteY113989" fmla="*/ 904957 h 2398711"/>
              <a:gd name="connsiteX113990" fmla="*/ 371335 w 2119654"/>
              <a:gd name="connsiteY113990" fmla="*/ 905156 h 2398711"/>
              <a:gd name="connsiteX113991" fmla="*/ 371366 w 2119654"/>
              <a:gd name="connsiteY113991" fmla="*/ 905242 h 2398711"/>
              <a:gd name="connsiteX113992" fmla="*/ 509255 w 2119654"/>
              <a:gd name="connsiteY113992" fmla="*/ 596145 h 2398711"/>
              <a:gd name="connsiteX113993" fmla="*/ 510635 w 2119654"/>
              <a:gd name="connsiteY113993" fmla="*/ 607676 h 2398711"/>
              <a:gd name="connsiteX113994" fmla="*/ 512148 w 2119654"/>
              <a:gd name="connsiteY113994" fmla="*/ 608561 h 2398711"/>
              <a:gd name="connsiteX113995" fmla="*/ 514340 w 2119654"/>
              <a:gd name="connsiteY113995" fmla="*/ 599330 h 2398711"/>
              <a:gd name="connsiteX113996" fmla="*/ 269814 w 2119654"/>
              <a:gd name="connsiteY113996" fmla="*/ 1132297 h 2398711"/>
              <a:gd name="connsiteX113997" fmla="*/ 270868 w 2119654"/>
              <a:gd name="connsiteY113997" fmla="*/ 1135502 h 2398711"/>
              <a:gd name="connsiteX113998" fmla="*/ 276703 w 2119654"/>
              <a:gd name="connsiteY113998" fmla="*/ 1142156 h 2398711"/>
              <a:gd name="connsiteX113999" fmla="*/ 270286 w 2119654"/>
              <a:gd name="connsiteY113999" fmla="*/ 1132673 h 2398711"/>
              <a:gd name="connsiteX114000" fmla="*/ 287095 w 2119654"/>
              <a:gd name="connsiteY114000" fmla="*/ 1093421 h 2398711"/>
              <a:gd name="connsiteX114001" fmla="*/ 290659 w 2119654"/>
              <a:gd name="connsiteY114001" fmla="*/ 1101174 h 2398711"/>
              <a:gd name="connsiteX114002" fmla="*/ 291548 w 2119654"/>
              <a:gd name="connsiteY114002" fmla="*/ 1101740 h 2398711"/>
              <a:gd name="connsiteX114003" fmla="*/ 287592 w 2119654"/>
              <a:gd name="connsiteY114003" fmla="*/ 1094376 h 2398711"/>
              <a:gd name="connsiteX114004" fmla="*/ 527208 w 2119654"/>
              <a:gd name="connsiteY114004" fmla="*/ 555741 h 2398711"/>
              <a:gd name="connsiteX114005" fmla="*/ 527134 w 2119654"/>
              <a:gd name="connsiteY114005" fmla="*/ 556238 h 2398711"/>
              <a:gd name="connsiteX114006" fmla="*/ 529711 w 2119654"/>
              <a:gd name="connsiteY114006" fmla="*/ 558329 h 2398711"/>
              <a:gd name="connsiteX114007" fmla="*/ 529883 w 2119654"/>
              <a:gd name="connsiteY114007" fmla="*/ 557336 h 2398711"/>
              <a:gd name="connsiteX114008" fmla="*/ 544693 w 2119654"/>
              <a:gd name="connsiteY114008" fmla="*/ 516486 h 2398711"/>
              <a:gd name="connsiteX114009" fmla="*/ 544785 w 2119654"/>
              <a:gd name="connsiteY114009" fmla="*/ 516789 h 2398711"/>
              <a:gd name="connsiteX114010" fmla="*/ 544781 w 2119654"/>
              <a:gd name="connsiteY114010" fmla="*/ 516559 h 2398711"/>
              <a:gd name="connsiteX114011" fmla="*/ 437618 w 2119654"/>
              <a:gd name="connsiteY114011" fmla="*/ 756158 h 2398711"/>
              <a:gd name="connsiteX114012" fmla="*/ 438834 w 2119654"/>
              <a:gd name="connsiteY114012" fmla="*/ 761043 h 2398711"/>
              <a:gd name="connsiteX114013" fmla="*/ 439574 w 2119654"/>
              <a:gd name="connsiteY114013" fmla="*/ 758187 h 2398711"/>
              <a:gd name="connsiteX114014" fmla="*/ 438662 w 2119654"/>
              <a:gd name="connsiteY114014" fmla="*/ 757844 h 2398711"/>
              <a:gd name="connsiteX114015" fmla="*/ 438948 w 2119654"/>
              <a:gd name="connsiteY114015" fmla="*/ 757754 h 2398711"/>
              <a:gd name="connsiteX114016" fmla="*/ 439621 w 2119654"/>
              <a:gd name="connsiteY114016" fmla="*/ 758007 h 2398711"/>
              <a:gd name="connsiteX114017" fmla="*/ 439749 w 2119654"/>
              <a:gd name="connsiteY114017" fmla="*/ 757513 h 2398711"/>
              <a:gd name="connsiteX114018" fmla="*/ 344938 w 2119654"/>
              <a:gd name="connsiteY114018" fmla="*/ 963585 h 2398711"/>
              <a:gd name="connsiteX114019" fmla="*/ 345220 w 2119654"/>
              <a:gd name="connsiteY114019" fmla="*/ 965142 h 2398711"/>
              <a:gd name="connsiteX114020" fmla="*/ 348207 w 2119654"/>
              <a:gd name="connsiteY114020" fmla="*/ 966576 h 2398711"/>
              <a:gd name="connsiteX114021" fmla="*/ 430885 w 2119654"/>
              <a:gd name="connsiteY114021" fmla="*/ 771019 h 2398711"/>
              <a:gd name="connsiteX114022" fmla="*/ 430905 w 2119654"/>
              <a:gd name="connsiteY114022" fmla="*/ 771633 h 2398711"/>
              <a:gd name="connsiteX114023" fmla="*/ 432911 w 2119654"/>
              <a:gd name="connsiteY114023" fmla="*/ 775254 h 2398711"/>
              <a:gd name="connsiteX114024" fmla="*/ 433045 w 2119654"/>
              <a:gd name="connsiteY114024" fmla="*/ 774212 h 2398711"/>
              <a:gd name="connsiteX114025" fmla="*/ 488484 w 2119654"/>
              <a:gd name="connsiteY114025" fmla="*/ 642025 h 2398711"/>
              <a:gd name="connsiteX114026" fmla="*/ 487450 w 2119654"/>
              <a:gd name="connsiteY114026" fmla="*/ 644535 h 2398711"/>
              <a:gd name="connsiteX114027" fmla="*/ 488795 w 2119654"/>
              <a:gd name="connsiteY114027" fmla="*/ 647194 h 2398711"/>
              <a:gd name="connsiteX114028" fmla="*/ 488735 w 2119654"/>
              <a:gd name="connsiteY114028" fmla="*/ 643088 h 2398711"/>
              <a:gd name="connsiteX114029" fmla="*/ 361467 w 2119654"/>
              <a:gd name="connsiteY114029" fmla="*/ 926422 h 2398711"/>
              <a:gd name="connsiteX114030" fmla="*/ 361518 w 2119654"/>
              <a:gd name="connsiteY114030" fmla="*/ 927448 h 2398711"/>
              <a:gd name="connsiteX114031" fmla="*/ 362517 w 2119654"/>
              <a:gd name="connsiteY114031" fmla="*/ 929624 h 2398711"/>
              <a:gd name="connsiteX114032" fmla="*/ 488710 w 2119654"/>
              <a:gd name="connsiteY114032" fmla="*/ 641474 h 2398711"/>
              <a:gd name="connsiteX114033" fmla="*/ 488708 w 2119654"/>
              <a:gd name="connsiteY114033" fmla="*/ 641481 h 2398711"/>
              <a:gd name="connsiteX114034" fmla="*/ 488711 w 2119654"/>
              <a:gd name="connsiteY114034" fmla="*/ 641495 h 2398711"/>
              <a:gd name="connsiteX114035" fmla="*/ 392734 w 2119654"/>
              <a:gd name="connsiteY114035" fmla="*/ 856361 h 2398711"/>
              <a:gd name="connsiteX114036" fmla="*/ 393106 w 2119654"/>
              <a:gd name="connsiteY114036" fmla="*/ 856973 h 2398711"/>
              <a:gd name="connsiteX114037" fmla="*/ 396931 w 2119654"/>
              <a:gd name="connsiteY114037" fmla="*/ 860136 h 2398711"/>
              <a:gd name="connsiteX114038" fmla="*/ 396948 w 2119654"/>
              <a:gd name="connsiteY114038" fmla="*/ 859213 h 2398711"/>
              <a:gd name="connsiteX114039" fmla="*/ 465168 w 2119654"/>
              <a:gd name="connsiteY114039" fmla="*/ 694113 h 2398711"/>
              <a:gd name="connsiteX114040" fmla="*/ 464641 w 2119654"/>
              <a:gd name="connsiteY114040" fmla="*/ 698186 h 2398711"/>
              <a:gd name="connsiteX114041" fmla="*/ 466021 w 2119654"/>
              <a:gd name="connsiteY114041" fmla="*/ 694832 h 2398711"/>
              <a:gd name="connsiteX114042" fmla="*/ 339408 w 2119654"/>
              <a:gd name="connsiteY114042" fmla="*/ 975666 h 2398711"/>
              <a:gd name="connsiteX114043" fmla="*/ 340443 w 2119654"/>
              <a:gd name="connsiteY114043" fmla="*/ 977582 h 2398711"/>
              <a:gd name="connsiteX114044" fmla="*/ 340444 w 2119654"/>
              <a:gd name="connsiteY114044" fmla="*/ 976582 h 2398711"/>
              <a:gd name="connsiteX114045" fmla="*/ 317235 w 2119654"/>
              <a:gd name="connsiteY114045" fmla="*/ 1025109 h 2398711"/>
              <a:gd name="connsiteX114046" fmla="*/ 317309 w 2119654"/>
              <a:gd name="connsiteY114046" fmla="*/ 1027048 h 2398711"/>
              <a:gd name="connsiteX114047" fmla="*/ 318416 w 2119654"/>
              <a:gd name="connsiteY114047" fmla="*/ 1028867 h 2398711"/>
              <a:gd name="connsiteX114048" fmla="*/ 317723 w 2119654"/>
              <a:gd name="connsiteY114048" fmla="*/ 1025844 h 2398711"/>
              <a:gd name="connsiteX114049" fmla="*/ 317696 w 2119654"/>
              <a:gd name="connsiteY114049" fmla="*/ 1025791 h 2398711"/>
              <a:gd name="connsiteX114050" fmla="*/ 545153 w 2119654"/>
              <a:gd name="connsiteY114050" fmla="*/ 514684 h 2398711"/>
              <a:gd name="connsiteX114051" fmla="*/ 545177 w 2119654"/>
              <a:gd name="connsiteY114051" fmla="*/ 516150 h 2398711"/>
              <a:gd name="connsiteX114052" fmla="*/ 553567 w 2119654"/>
              <a:gd name="connsiteY114052" fmla="*/ 523242 h 2398711"/>
              <a:gd name="connsiteX114053" fmla="*/ 554217 w 2119654"/>
              <a:gd name="connsiteY114053" fmla="*/ 517852 h 2398711"/>
              <a:gd name="connsiteX114054" fmla="*/ 269609 w 2119654"/>
              <a:gd name="connsiteY114054" fmla="*/ 1131673 h 2398711"/>
              <a:gd name="connsiteX114055" fmla="*/ 269671 w 2119654"/>
              <a:gd name="connsiteY114055" fmla="*/ 1131862 h 2398711"/>
              <a:gd name="connsiteX114056" fmla="*/ 269814 w 2119654"/>
              <a:gd name="connsiteY114056" fmla="*/ 1131976 h 2398711"/>
              <a:gd name="connsiteX114057" fmla="*/ 527413 w 2119654"/>
              <a:gd name="connsiteY114057" fmla="*/ 554372 h 2398711"/>
              <a:gd name="connsiteX114058" fmla="*/ 527229 w 2119654"/>
              <a:gd name="connsiteY114058" fmla="*/ 555600 h 2398711"/>
              <a:gd name="connsiteX114059" fmla="*/ 529917 w 2119654"/>
              <a:gd name="connsiteY114059" fmla="*/ 557124 h 2398711"/>
              <a:gd name="connsiteX114060" fmla="*/ 530252 w 2119654"/>
              <a:gd name="connsiteY114060" fmla="*/ 555191 h 2398711"/>
              <a:gd name="connsiteX114061" fmla="*/ 124641 w 2119654"/>
              <a:gd name="connsiteY114061" fmla="*/ 1456186 h 2398711"/>
              <a:gd name="connsiteX114062" fmla="*/ 136163 w 2119654"/>
              <a:gd name="connsiteY114062" fmla="*/ 1471540 h 2398711"/>
              <a:gd name="connsiteX114063" fmla="*/ 150434 w 2119654"/>
              <a:gd name="connsiteY114063" fmla="*/ 1489054 h 2398711"/>
              <a:gd name="connsiteX114064" fmla="*/ 172098 w 2119654"/>
              <a:gd name="connsiteY114064" fmla="*/ 1509500 h 2398711"/>
              <a:gd name="connsiteX114065" fmla="*/ 193373 w 2119654"/>
              <a:gd name="connsiteY114065" fmla="*/ 1529045 h 2398711"/>
              <a:gd name="connsiteX114066" fmla="*/ 201737 w 2119654"/>
              <a:gd name="connsiteY114066" fmla="*/ 1534019 h 2398711"/>
              <a:gd name="connsiteX114067" fmla="*/ 209941 w 2119654"/>
              <a:gd name="connsiteY114067" fmla="*/ 1537249 h 2398711"/>
              <a:gd name="connsiteX114068" fmla="*/ 197289 w 2119654"/>
              <a:gd name="connsiteY114068" fmla="*/ 1515260 h 2398711"/>
              <a:gd name="connsiteX114069" fmla="*/ 187777 w 2119654"/>
              <a:gd name="connsiteY114069" fmla="*/ 1507332 h 2398711"/>
              <a:gd name="connsiteX114070" fmla="*/ 187714 w 2119654"/>
              <a:gd name="connsiteY114070" fmla="*/ 1507037 h 2398711"/>
              <a:gd name="connsiteX114071" fmla="*/ 197020 w 2119654"/>
              <a:gd name="connsiteY114071" fmla="*/ 1514792 h 2398711"/>
              <a:gd name="connsiteX114072" fmla="*/ 186588 w 2119654"/>
              <a:gd name="connsiteY114072" fmla="*/ 1496662 h 2398711"/>
              <a:gd name="connsiteX114073" fmla="*/ 184008 w 2119654"/>
              <a:gd name="connsiteY114073" fmla="*/ 1495364 h 2398711"/>
              <a:gd name="connsiteX114074" fmla="*/ 183871 w 2119654"/>
              <a:gd name="connsiteY114074" fmla="*/ 1494980 h 2398711"/>
              <a:gd name="connsiteX114075" fmla="*/ 186333 w 2119654"/>
              <a:gd name="connsiteY114075" fmla="*/ 1496219 h 2398711"/>
              <a:gd name="connsiteX114076" fmla="*/ 185701 w 2119654"/>
              <a:gd name="connsiteY114076" fmla="*/ 1495120 h 2398711"/>
              <a:gd name="connsiteX114077" fmla="*/ 141818 w 2119654"/>
              <a:gd name="connsiteY114077" fmla="*/ 1467717 h 2398711"/>
              <a:gd name="connsiteX114078" fmla="*/ 162981 w 2119654"/>
              <a:gd name="connsiteY114078" fmla="*/ 1370288 h 2398711"/>
              <a:gd name="connsiteX114079" fmla="*/ 171340 w 2119654"/>
              <a:gd name="connsiteY114079" fmla="*/ 1386256 h 2398711"/>
              <a:gd name="connsiteX114080" fmla="*/ 174807 w 2119654"/>
              <a:gd name="connsiteY114080" fmla="*/ 1389174 h 2398711"/>
              <a:gd name="connsiteX114081" fmla="*/ 163191 w 2119654"/>
              <a:gd name="connsiteY114081" fmla="*/ 1370633 h 2398711"/>
              <a:gd name="connsiteX114082" fmla="*/ 375965 w 2119654"/>
              <a:gd name="connsiteY114082" fmla="*/ 893348 h 2398711"/>
              <a:gd name="connsiteX114083" fmla="*/ 375268 w 2119654"/>
              <a:gd name="connsiteY114083" fmla="*/ 897727 h 2398711"/>
              <a:gd name="connsiteX114084" fmla="*/ 381793 w 2119654"/>
              <a:gd name="connsiteY114084" fmla="*/ 906404 h 2398711"/>
              <a:gd name="connsiteX114085" fmla="*/ 381673 w 2119654"/>
              <a:gd name="connsiteY114085" fmla="*/ 906025 h 2398711"/>
              <a:gd name="connsiteX114086" fmla="*/ 389203 w 2119654"/>
              <a:gd name="connsiteY114086" fmla="*/ 863498 h 2398711"/>
              <a:gd name="connsiteX114087" fmla="*/ 388679 w 2119654"/>
              <a:gd name="connsiteY114087" fmla="*/ 867926 h 2398711"/>
              <a:gd name="connsiteX114088" fmla="*/ 394971 w 2119654"/>
              <a:gd name="connsiteY114088" fmla="*/ 875147 h 2398711"/>
              <a:gd name="connsiteX114089" fmla="*/ 395151 w 2119654"/>
              <a:gd name="connsiteY114089" fmla="*/ 874240 h 2398711"/>
              <a:gd name="connsiteX114090" fmla="*/ 392874 w 2119654"/>
              <a:gd name="connsiteY114090" fmla="*/ 868891 h 2398711"/>
              <a:gd name="connsiteX114091" fmla="*/ 391537 w 2119654"/>
              <a:gd name="connsiteY114091" fmla="*/ 867648 h 2398711"/>
              <a:gd name="connsiteX114092" fmla="*/ 391514 w 2119654"/>
              <a:gd name="connsiteY114092" fmla="*/ 867280 h 2398711"/>
              <a:gd name="connsiteX114093" fmla="*/ 392631 w 2119654"/>
              <a:gd name="connsiteY114093" fmla="*/ 868319 h 2398711"/>
              <a:gd name="connsiteX114094" fmla="*/ 391814 w 2119654"/>
              <a:gd name="connsiteY114094" fmla="*/ 866401 h 2398711"/>
              <a:gd name="connsiteX114095" fmla="*/ 509113 w 2119654"/>
              <a:gd name="connsiteY114095" fmla="*/ 594961 h 2398711"/>
              <a:gd name="connsiteX114096" fmla="*/ 509187 w 2119654"/>
              <a:gd name="connsiteY114096" fmla="*/ 595591 h 2398711"/>
              <a:gd name="connsiteX114097" fmla="*/ 514446 w 2119654"/>
              <a:gd name="connsiteY114097" fmla="*/ 598884 h 2398711"/>
              <a:gd name="connsiteX114098" fmla="*/ 514478 w 2119654"/>
              <a:gd name="connsiteY114098" fmla="*/ 598745 h 2398711"/>
              <a:gd name="connsiteX114099" fmla="*/ 514422 w 2119654"/>
              <a:gd name="connsiteY114099" fmla="*/ 598287 h 2398711"/>
              <a:gd name="connsiteX114100" fmla="*/ 354624 w 2119654"/>
              <a:gd name="connsiteY114100" fmla="*/ 940884 h 2398711"/>
              <a:gd name="connsiteX114101" fmla="*/ 355808 w 2119654"/>
              <a:gd name="connsiteY114101" fmla="*/ 946323 h 2398711"/>
              <a:gd name="connsiteX114102" fmla="*/ 356923 w 2119654"/>
              <a:gd name="connsiteY114102" fmla="*/ 948237 h 2398711"/>
              <a:gd name="connsiteX114103" fmla="*/ 355227 w 2119654"/>
              <a:gd name="connsiteY114103" fmla="*/ 940908 h 2398711"/>
              <a:gd name="connsiteX114104" fmla="*/ 493600 w 2119654"/>
              <a:gd name="connsiteY114104" fmla="*/ 629594 h 2398711"/>
              <a:gd name="connsiteX114105" fmla="*/ 489803 w 2119654"/>
              <a:gd name="connsiteY114105" fmla="*/ 638819 h 2398711"/>
              <a:gd name="connsiteX114106" fmla="*/ 489814 w 2119654"/>
              <a:gd name="connsiteY114106" fmla="*/ 639129 h 2398711"/>
              <a:gd name="connsiteX114107" fmla="*/ 494004 w 2119654"/>
              <a:gd name="connsiteY114107" fmla="*/ 641337 h 2398711"/>
              <a:gd name="connsiteX114108" fmla="*/ 581257 w 2119654"/>
              <a:gd name="connsiteY114108" fmla="*/ 433177 h 2398711"/>
              <a:gd name="connsiteX114109" fmla="*/ 582805 w 2119654"/>
              <a:gd name="connsiteY114109" fmla="*/ 442829 h 2398711"/>
              <a:gd name="connsiteX114110" fmla="*/ 585656 w 2119654"/>
              <a:gd name="connsiteY114110" fmla="*/ 445416 h 2398711"/>
              <a:gd name="connsiteX114111" fmla="*/ 583838 w 2119654"/>
              <a:gd name="connsiteY114111" fmla="*/ 439013 h 2398711"/>
              <a:gd name="connsiteX114112" fmla="*/ 583231 w 2119654"/>
              <a:gd name="connsiteY114112" fmla="*/ 435167 h 2398711"/>
              <a:gd name="connsiteX114113" fmla="*/ 430925 w 2119654"/>
              <a:gd name="connsiteY114113" fmla="*/ 769708 h 2398711"/>
              <a:gd name="connsiteX114114" fmla="*/ 430855 w 2119654"/>
              <a:gd name="connsiteY114114" fmla="*/ 770091 h 2398711"/>
              <a:gd name="connsiteX114115" fmla="*/ 430878 w 2119654"/>
              <a:gd name="connsiteY114115" fmla="*/ 770758 h 2398711"/>
              <a:gd name="connsiteX114116" fmla="*/ 433072 w 2119654"/>
              <a:gd name="connsiteY114116" fmla="*/ 774002 h 2398711"/>
              <a:gd name="connsiteX114117" fmla="*/ 433095 w 2119654"/>
              <a:gd name="connsiteY114117" fmla="*/ 773820 h 2398711"/>
              <a:gd name="connsiteX114118" fmla="*/ 432506 w 2119654"/>
              <a:gd name="connsiteY114118" fmla="*/ 771812 h 2398711"/>
              <a:gd name="connsiteX114119" fmla="*/ 432032 w 2119654"/>
              <a:gd name="connsiteY114119" fmla="*/ 770048 h 2398711"/>
              <a:gd name="connsiteX114120" fmla="*/ 431976 w 2119654"/>
              <a:gd name="connsiteY114120" fmla="*/ 770029 h 2398711"/>
              <a:gd name="connsiteX114121" fmla="*/ 495130 w 2119654"/>
              <a:gd name="connsiteY114121" fmla="*/ 625878 h 2398711"/>
              <a:gd name="connsiteX114122" fmla="*/ 494172 w 2119654"/>
              <a:gd name="connsiteY114122" fmla="*/ 628205 h 2398711"/>
              <a:gd name="connsiteX114123" fmla="*/ 495371 w 2119654"/>
              <a:gd name="connsiteY114123" fmla="*/ 634647 h 2398711"/>
              <a:gd name="connsiteX114124" fmla="*/ 494086 w 2119654"/>
              <a:gd name="connsiteY114124" fmla="*/ 628417 h 2398711"/>
              <a:gd name="connsiteX114125" fmla="*/ 493822 w 2119654"/>
              <a:gd name="connsiteY114125" fmla="*/ 629057 h 2398711"/>
              <a:gd name="connsiteX114126" fmla="*/ 494247 w 2119654"/>
              <a:gd name="connsiteY114126" fmla="*/ 641466 h 2398711"/>
              <a:gd name="connsiteX114127" fmla="*/ 494573 w 2119654"/>
              <a:gd name="connsiteY114127" fmla="*/ 641637 h 2398711"/>
              <a:gd name="connsiteX114128" fmla="*/ 496982 w 2119654"/>
              <a:gd name="connsiteY114128" fmla="*/ 643301 h 2398711"/>
              <a:gd name="connsiteX114129" fmla="*/ 495371 w 2119654"/>
              <a:gd name="connsiteY114129" fmla="*/ 634647 h 2398711"/>
              <a:gd name="connsiteX114130" fmla="*/ 497186 w 2119654"/>
              <a:gd name="connsiteY114130" fmla="*/ 643443 h 2398711"/>
              <a:gd name="connsiteX114131" fmla="*/ 501781 w 2119654"/>
              <a:gd name="connsiteY114131" fmla="*/ 646622 h 2398711"/>
              <a:gd name="connsiteX114132" fmla="*/ 500599 w 2119654"/>
              <a:gd name="connsiteY114132" fmla="*/ 632482 h 2398711"/>
              <a:gd name="connsiteX114133" fmla="*/ 499515 w 2119654"/>
              <a:gd name="connsiteY114133" fmla="*/ 628785 h 2398711"/>
              <a:gd name="connsiteX114134" fmla="*/ 399020 w 2119654"/>
              <a:gd name="connsiteY114134" fmla="*/ 841078 h 2398711"/>
              <a:gd name="connsiteX114135" fmla="*/ 398920 w 2119654"/>
              <a:gd name="connsiteY114135" fmla="*/ 846757 h 2398711"/>
              <a:gd name="connsiteX114136" fmla="*/ 399256 w 2119654"/>
              <a:gd name="connsiteY114136" fmla="*/ 847906 h 2398711"/>
              <a:gd name="connsiteX114137" fmla="*/ 399950 w 2119654"/>
              <a:gd name="connsiteY114137" fmla="*/ 847943 h 2398711"/>
              <a:gd name="connsiteX114138" fmla="*/ 400309 w 2119654"/>
              <a:gd name="connsiteY114138" fmla="*/ 847978 h 2398711"/>
              <a:gd name="connsiteX114139" fmla="*/ 401152 w 2119654"/>
              <a:gd name="connsiteY114139" fmla="*/ 843684 h 2398711"/>
              <a:gd name="connsiteX114140" fmla="*/ 400709 w 2119654"/>
              <a:gd name="connsiteY114140" fmla="*/ 841914 h 2398711"/>
              <a:gd name="connsiteX114141" fmla="*/ 533597 w 2119654"/>
              <a:gd name="connsiteY114141" fmla="*/ 539577 h 2398711"/>
              <a:gd name="connsiteX114142" fmla="*/ 534898 w 2119654"/>
              <a:gd name="connsiteY114142" fmla="*/ 543685 h 2398711"/>
              <a:gd name="connsiteX114143" fmla="*/ 536075 w 2119654"/>
              <a:gd name="connsiteY114143" fmla="*/ 544353 h 2398711"/>
              <a:gd name="connsiteX114144" fmla="*/ 542980 w 2119654"/>
              <a:gd name="connsiteY114144" fmla="*/ 548471 h 2398711"/>
              <a:gd name="connsiteX114145" fmla="*/ 215147 w 2119654"/>
              <a:gd name="connsiteY114145" fmla="*/ 1252644 h 2398711"/>
              <a:gd name="connsiteX114146" fmla="*/ 217642 w 2119654"/>
              <a:gd name="connsiteY114146" fmla="*/ 1257496 h 2398711"/>
              <a:gd name="connsiteX114147" fmla="*/ 218679 w 2119654"/>
              <a:gd name="connsiteY114147" fmla="*/ 1258766 h 2398711"/>
              <a:gd name="connsiteX114148" fmla="*/ 222475 w 2119654"/>
              <a:gd name="connsiteY114148" fmla="*/ 1262548 h 2398711"/>
              <a:gd name="connsiteX114149" fmla="*/ 219319 w 2119654"/>
              <a:gd name="connsiteY114149" fmla="*/ 1256412 h 2398711"/>
              <a:gd name="connsiteX114150" fmla="*/ 443621 w 2119654"/>
              <a:gd name="connsiteY114150" fmla="*/ 741045 h 2398711"/>
              <a:gd name="connsiteX114151" fmla="*/ 443614 w 2119654"/>
              <a:gd name="connsiteY114151" fmla="*/ 741091 h 2398711"/>
              <a:gd name="connsiteX114152" fmla="*/ 443639 w 2119654"/>
              <a:gd name="connsiteY114152" fmla="*/ 741102 h 2398711"/>
              <a:gd name="connsiteX114153" fmla="*/ 361423 w 2119654"/>
              <a:gd name="connsiteY114153" fmla="*/ 925035 h 2398711"/>
              <a:gd name="connsiteX114154" fmla="*/ 361423 w 2119654"/>
              <a:gd name="connsiteY114154" fmla="*/ 925212 h 2398711"/>
              <a:gd name="connsiteX114155" fmla="*/ 362131 w 2119654"/>
              <a:gd name="connsiteY114155" fmla="*/ 927368 h 2398711"/>
              <a:gd name="connsiteX114156" fmla="*/ 361592 w 2119654"/>
              <a:gd name="connsiteY114156" fmla="*/ 925177 h 2398711"/>
              <a:gd name="connsiteX114157" fmla="*/ 497219 w 2119654"/>
              <a:gd name="connsiteY114157" fmla="*/ 620952 h 2398711"/>
              <a:gd name="connsiteX114158" fmla="*/ 496063 w 2119654"/>
              <a:gd name="connsiteY114158" fmla="*/ 623660 h 2398711"/>
              <a:gd name="connsiteX114159" fmla="*/ 498484 w 2119654"/>
              <a:gd name="connsiteY114159" fmla="*/ 625264 h 2398711"/>
              <a:gd name="connsiteX114160" fmla="*/ 488448 w 2119654"/>
              <a:gd name="connsiteY114160" fmla="*/ 640448 h 2398711"/>
              <a:gd name="connsiteX114161" fmla="*/ 488489 w 2119654"/>
              <a:gd name="connsiteY114161" fmla="*/ 640608 h 2398711"/>
              <a:gd name="connsiteX114162" fmla="*/ 488533 w 2119654"/>
              <a:gd name="connsiteY114162" fmla="*/ 640505 h 2398711"/>
              <a:gd name="connsiteX114163" fmla="*/ 498859 w 2119654"/>
              <a:gd name="connsiteY114163" fmla="*/ 617115 h 2398711"/>
              <a:gd name="connsiteX114164" fmla="*/ 497489 w 2119654"/>
              <a:gd name="connsiteY114164" fmla="*/ 620322 h 2398711"/>
              <a:gd name="connsiteX114165" fmla="*/ 499047 w 2119654"/>
              <a:gd name="connsiteY114165" fmla="*/ 625637 h 2398711"/>
              <a:gd name="connsiteX114166" fmla="*/ 500084 w 2119654"/>
              <a:gd name="connsiteY114166" fmla="*/ 626325 h 2398711"/>
              <a:gd name="connsiteX114167" fmla="*/ 499541 w 2119654"/>
              <a:gd name="connsiteY114167" fmla="*/ 619828 h 2398711"/>
              <a:gd name="connsiteX114168" fmla="*/ 499375 w 2119654"/>
              <a:gd name="connsiteY114168" fmla="*/ 617457 h 2398711"/>
              <a:gd name="connsiteX114169" fmla="*/ 371612 w 2119654"/>
              <a:gd name="connsiteY114169" fmla="*/ 901980 h 2398711"/>
              <a:gd name="connsiteX114170" fmla="*/ 371714 w 2119654"/>
              <a:gd name="connsiteY114170" fmla="*/ 903221 h 2398711"/>
              <a:gd name="connsiteX114171" fmla="*/ 373200 w 2119654"/>
              <a:gd name="connsiteY114171" fmla="*/ 904350 h 2398711"/>
              <a:gd name="connsiteX114172" fmla="*/ 500549 w 2119654"/>
              <a:gd name="connsiteY114172" fmla="*/ 613161 h 2398711"/>
              <a:gd name="connsiteX114173" fmla="*/ 499564 w 2119654"/>
              <a:gd name="connsiteY114173" fmla="*/ 615466 h 2398711"/>
              <a:gd name="connsiteX114174" fmla="*/ 500999 w 2119654"/>
              <a:gd name="connsiteY114174" fmla="*/ 616418 h 2398711"/>
              <a:gd name="connsiteX114175" fmla="*/ 502536 w 2119654"/>
              <a:gd name="connsiteY114175" fmla="*/ 616745 h 2398711"/>
              <a:gd name="connsiteX114176" fmla="*/ 376308 w 2119654"/>
              <a:gd name="connsiteY114176" fmla="*/ 891187 h 2398711"/>
              <a:gd name="connsiteX114177" fmla="*/ 376116 w 2119654"/>
              <a:gd name="connsiteY114177" fmla="*/ 892389 h 2398711"/>
              <a:gd name="connsiteX114178" fmla="*/ 380320 w 2119654"/>
              <a:gd name="connsiteY114178" fmla="*/ 901723 h 2398711"/>
              <a:gd name="connsiteX114179" fmla="*/ 377088 w 2119654"/>
              <a:gd name="connsiteY114179" fmla="*/ 891449 h 2398711"/>
              <a:gd name="connsiteX114180" fmla="*/ 361423 w 2119654"/>
              <a:gd name="connsiteY114180" fmla="*/ 924495 h 2398711"/>
              <a:gd name="connsiteX114181" fmla="*/ 361423 w 2119654"/>
              <a:gd name="connsiteY114181" fmla="*/ 924656 h 2398711"/>
              <a:gd name="connsiteX114182" fmla="*/ 361474 w 2119654"/>
              <a:gd name="connsiteY114182" fmla="*/ 924698 h 2398711"/>
              <a:gd name="connsiteX114183" fmla="*/ 503041 w 2119654"/>
              <a:gd name="connsiteY114183" fmla="*/ 607333 h 2398711"/>
              <a:gd name="connsiteX114184" fmla="*/ 502013 w 2119654"/>
              <a:gd name="connsiteY114184" fmla="*/ 609739 h 2398711"/>
              <a:gd name="connsiteX114185" fmla="*/ 503321 w 2119654"/>
              <a:gd name="connsiteY114185" fmla="*/ 612099 h 2398711"/>
              <a:gd name="connsiteX114186" fmla="*/ 503562 w 2119654"/>
              <a:gd name="connsiteY114186" fmla="*/ 612129 h 2398711"/>
              <a:gd name="connsiteX114187" fmla="*/ 503595 w 2119654"/>
              <a:gd name="connsiteY114187" fmla="*/ 609222 h 2398711"/>
              <a:gd name="connsiteX114188" fmla="*/ 441502 w 2119654"/>
              <a:gd name="connsiteY114188" fmla="*/ 745104 h 2398711"/>
              <a:gd name="connsiteX114189" fmla="*/ 442036 w 2119654"/>
              <a:gd name="connsiteY114189" fmla="*/ 746571 h 2398711"/>
              <a:gd name="connsiteX114190" fmla="*/ 442145 w 2119654"/>
              <a:gd name="connsiteY114190" fmla="*/ 745776 h 2398711"/>
              <a:gd name="connsiteX114191" fmla="*/ 441687 w 2119654"/>
              <a:gd name="connsiteY114191" fmla="*/ 745192 h 2398711"/>
              <a:gd name="connsiteX114192" fmla="*/ 503632 w 2119654"/>
              <a:gd name="connsiteY114192" fmla="*/ 605951 h 2398711"/>
              <a:gd name="connsiteX114193" fmla="*/ 503242 w 2119654"/>
              <a:gd name="connsiteY114193" fmla="*/ 606863 h 2398711"/>
              <a:gd name="connsiteX114194" fmla="*/ 503608 w 2119654"/>
              <a:gd name="connsiteY114194" fmla="*/ 608110 h 2398711"/>
              <a:gd name="connsiteX114195" fmla="*/ 504222 w 2119654"/>
              <a:gd name="connsiteY114195" fmla="*/ 604570 h 2398711"/>
              <a:gd name="connsiteX114196" fmla="*/ 503915 w 2119654"/>
              <a:gd name="connsiteY114196" fmla="*/ 605290 h 2398711"/>
              <a:gd name="connsiteX114197" fmla="*/ 503872 w 2119654"/>
              <a:gd name="connsiteY114197" fmla="*/ 609013 h 2398711"/>
              <a:gd name="connsiteX114198" fmla="*/ 504831 w 2119654"/>
              <a:gd name="connsiteY114198" fmla="*/ 612285 h 2398711"/>
              <a:gd name="connsiteX114199" fmla="*/ 505652 w 2119654"/>
              <a:gd name="connsiteY114199" fmla="*/ 612387 h 2398711"/>
              <a:gd name="connsiteX114200" fmla="*/ 509281 w 2119654"/>
              <a:gd name="connsiteY114200" fmla="*/ 612886 h 2398711"/>
              <a:gd name="connsiteX114201" fmla="*/ 504901 w 2119654"/>
              <a:gd name="connsiteY114201" fmla="*/ 604980 h 2398711"/>
              <a:gd name="connsiteX114202" fmla="*/ 401479 w 2119654"/>
              <a:gd name="connsiteY114202" fmla="*/ 834482 h 2398711"/>
              <a:gd name="connsiteX114203" fmla="*/ 402405 w 2119654"/>
              <a:gd name="connsiteY114203" fmla="*/ 837307 h 2398711"/>
              <a:gd name="connsiteX114204" fmla="*/ 402408 w 2119654"/>
              <a:gd name="connsiteY114204" fmla="*/ 837294 h 2398711"/>
              <a:gd name="connsiteX114205" fmla="*/ 401851 w 2119654"/>
              <a:gd name="connsiteY114205" fmla="*/ 835032 h 2398711"/>
              <a:gd name="connsiteX114206" fmla="*/ 527850 w 2119654"/>
              <a:gd name="connsiteY114206" fmla="*/ 551466 h 2398711"/>
              <a:gd name="connsiteX114207" fmla="*/ 527460 w 2119654"/>
              <a:gd name="connsiteY114207" fmla="*/ 554064 h 2398711"/>
              <a:gd name="connsiteX114208" fmla="*/ 530304 w 2119654"/>
              <a:gd name="connsiteY114208" fmla="*/ 554886 h 2398711"/>
              <a:gd name="connsiteX114209" fmla="*/ 530467 w 2119654"/>
              <a:gd name="connsiteY114209" fmla="*/ 553947 h 2398711"/>
              <a:gd name="connsiteX114210" fmla="*/ 222873 w 2119654"/>
              <a:gd name="connsiteY114210" fmla="*/ 1234365 h 2398711"/>
              <a:gd name="connsiteX114211" fmla="*/ 223661 w 2119654"/>
              <a:gd name="connsiteY114211" fmla="*/ 1236655 h 2398711"/>
              <a:gd name="connsiteX114212" fmla="*/ 227161 w 2119654"/>
              <a:gd name="connsiteY114212" fmla="*/ 1240845 h 2398711"/>
              <a:gd name="connsiteX114213" fmla="*/ 226999 w 2119654"/>
              <a:gd name="connsiteY114213" fmla="*/ 1240461 h 2398711"/>
              <a:gd name="connsiteX114214" fmla="*/ 226996 w 2119654"/>
              <a:gd name="connsiteY114214" fmla="*/ 1240453 h 2398711"/>
              <a:gd name="connsiteX114215" fmla="*/ 431332 w 2119654"/>
              <a:gd name="connsiteY114215" fmla="*/ 767456 h 2398711"/>
              <a:gd name="connsiteX114216" fmla="*/ 430994 w 2119654"/>
              <a:gd name="connsiteY114216" fmla="*/ 769322 h 2398711"/>
              <a:gd name="connsiteX114217" fmla="*/ 431911 w 2119654"/>
              <a:gd name="connsiteY114217" fmla="*/ 769601 h 2398711"/>
              <a:gd name="connsiteX114218" fmla="*/ 259485 w 2119654"/>
              <a:gd name="connsiteY114218" fmla="*/ 1152193 h 2398711"/>
              <a:gd name="connsiteX114219" fmla="*/ 259762 w 2119654"/>
              <a:gd name="connsiteY114219" fmla="*/ 1152607 h 2398711"/>
              <a:gd name="connsiteX114220" fmla="*/ 259668 w 2119654"/>
              <a:gd name="connsiteY114220" fmla="*/ 1152355 h 2398711"/>
              <a:gd name="connsiteX114221" fmla="*/ 508125 w 2119654"/>
              <a:gd name="connsiteY114221" fmla="*/ 595437 h 2398711"/>
              <a:gd name="connsiteX114222" fmla="*/ 505510 w 2119654"/>
              <a:gd name="connsiteY114222" fmla="*/ 601557 h 2398711"/>
              <a:gd name="connsiteX114223" fmla="*/ 508066 w 2119654"/>
              <a:gd name="connsiteY114223" fmla="*/ 606170 h 2398711"/>
              <a:gd name="connsiteX114224" fmla="*/ 510037 w 2119654"/>
              <a:gd name="connsiteY114224" fmla="*/ 607325 h 2398711"/>
              <a:gd name="connsiteX114225" fmla="*/ 508652 w 2119654"/>
              <a:gd name="connsiteY114225" fmla="*/ 595767 h 2398711"/>
              <a:gd name="connsiteX114226" fmla="*/ 508494 w 2119654"/>
              <a:gd name="connsiteY114226" fmla="*/ 594573 h 2398711"/>
              <a:gd name="connsiteX114227" fmla="*/ 508298 w 2119654"/>
              <a:gd name="connsiteY114227" fmla="*/ 595034 h 2398711"/>
              <a:gd name="connsiteX114228" fmla="*/ 508587 w 2119654"/>
              <a:gd name="connsiteY114228" fmla="*/ 595214 h 2398711"/>
              <a:gd name="connsiteX114229" fmla="*/ 508511 w 2119654"/>
              <a:gd name="connsiteY114229" fmla="*/ 594583 h 2398711"/>
              <a:gd name="connsiteX114230" fmla="*/ 456186 w 2119654"/>
              <a:gd name="connsiteY114230" fmla="*/ 711642 h 2398711"/>
              <a:gd name="connsiteX114231" fmla="*/ 456121 w 2119654"/>
              <a:gd name="connsiteY114231" fmla="*/ 711892 h 2398711"/>
              <a:gd name="connsiteX114232" fmla="*/ 458094 w 2119654"/>
              <a:gd name="connsiteY114232" fmla="*/ 714087 h 2398711"/>
              <a:gd name="connsiteX114233" fmla="*/ 458549 w 2119654"/>
              <a:gd name="connsiteY114233" fmla="*/ 712981 h 2398711"/>
              <a:gd name="connsiteX114234" fmla="*/ 298556 w 2119654"/>
              <a:gd name="connsiteY114234" fmla="*/ 1064423 h 2398711"/>
              <a:gd name="connsiteX114235" fmla="*/ 302188 w 2119654"/>
              <a:gd name="connsiteY114235" fmla="*/ 1073003 h 2398711"/>
              <a:gd name="connsiteX114236" fmla="*/ 302712 w 2119654"/>
              <a:gd name="connsiteY114236" fmla="*/ 1073904 h 2398711"/>
              <a:gd name="connsiteX114237" fmla="*/ 304379 w 2119654"/>
              <a:gd name="connsiteY114237" fmla="*/ 1075806 h 2398711"/>
              <a:gd name="connsiteX114238" fmla="*/ 304614 w 2119654"/>
              <a:gd name="connsiteY114238" fmla="*/ 1071327 h 2398711"/>
              <a:gd name="connsiteX114239" fmla="*/ 476536 w 2119654"/>
              <a:gd name="connsiteY114239" fmla="*/ 665770 h 2398711"/>
              <a:gd name="connsiteX114240" fmla="*/ 477333 w 2119654"/>
              <a:gd name="connsiteY114240" fmla="*/ 667344 h 2398711"/>
              <a:gd name="connsiteX114241" fmla="*/ 477225 w 2119654"/>
              <a:gd name="connsiteY114241" fmla="*/ 666068 h 2398711"/>
              <a:gd name="connsiteX114242" fmla="*/ 503924 w 2119654"/>
              <a:gd name="connsiteY114242" fmla="*/ 604391 h 2398711"/>
              <a:gd name="connsiteX114243" fmla="*/ 503923 w 2119654"/>
              <a:gd name="connsiteY114243" fmla="*/ 604503 h 2398711"/>
              <a:gd name="connsiteX114244" fmla="*/ 503962 w 2119654"/>
              <a:gd name="connsiteY114244" fmla="*/ 604412 h 2398711"/>
              <a:gd name="connsiteX114245" fmla="*/ 421713 w 2119654"/>
              <a:gd name="connsiteY114245" fmla="*/ 788429 h 2398711"/>
              <a:gd name="connsiteX114246" fmla="*/ 420495 w 2119654"/>
              <a:gd name="connsiteY114246" fmla="*/ 796187 h 2398711"/>
              <a:gd name="connsiteX114247" fmla="*/ 421394 w 2119654"/>
              <a:gd name="connsiteY114247" fmla="*/ 797219 h 2398711"/>
              <a:gd name="connsiteX114248" fmla="*/ 423019 w 2119654"/>
              <a:gd name="connsiteY114248" fmla="*/ 798204 h 2398711"/>
              <a:gd name="connsiteX114249" fmla="*/ 422445 w 2119654"/>
              <a:gd name="connsiteY114249" fmla="*/ 791181 h 2398711"/>
              <a:gd name="connsiteX114250" fmla="*/ 421765 w 2119654"/>
              <a:gd name="connsiteY114250" fmla="*/ 788464 h 2398711"/>
              <a:gd name="connsiteX114251" fmla="*/ 338438 w 2119654"/>
              <a:gd name="connsiteY114251" fmla="*/ 974808 h 2398711"/>
              <a:gd name="connsiteX114252" fmla="*/ 339471 w 2119654"/>
              <a:gd name="connsiteY114252" fmla="*/ 979555 h 2398711"/>
              <a:gd name="connsiteX114253" fmla="*/ 340437 w 2119654"/>
              <a:gd name="connsiteY114253" fmla="*/ 981682 h 2398711"/>
              <a:gd name="connsiteX114254" fmla="*/ 340442 w 2119654"/>
              <a:gd name="connsiteY114254" fmla="*/ 978239 h 2398711"/>
              <a:gd name="connsiteX114255" fmla="*/ 338728 w 2119654"/>
              <a:gd name="connsiteY114255" fmla="*/ 975065 h 2398711"/>
              <a:gd name="connsiteX114256" fmla="*/ 544032 w 2119654"/>
              <a:gd name="connsiteY114256" fmla="*/ 514292 h 2398711"/>
              <a:gd name="connsiteX114257" fmla="*/ 544392 w 2119654"/>
              <a:gd name="connsiteY114257" fmla="*/ 515486 h 2398711"/>
              <a:gd name="connsiteX114258" fmla="*/ 544768 w 2119654"/>
              <a:gd name="connsiteY114258" fmla="*/ 515804 h 2398711"/>
              <a:gd name="connsiteX114259" fmla="*/ 544748 w 2119654"/>
              <a:gd name="connsiteY114259" fmla="*/ 514542 h 2398711"/>
              <a:gd name="connsiteX114260" fmla="*/ 564119 w 2119654"/>
              <a:gd name="connsiteY114260" fmla="*/ 469256 h 2398711"/>
              <a:gd name="connsiteX114261" fmla="*/ 562231 w 2119654"/>
              <a:gd name="connsiteY114261" fmla="*/ 478903 h 2398711"/>
              <a:gd name="connsiteX114262" fmla="*/ 563029 w 2119654"/>
              <a:gd name="connsiteY114262" fmla="*/ 479424 h 2398711"/>
              <a:gd name="connsiteX114263" fmla="*/ 563414 w 2119654"/>
              <a:gd name="connsiteY114263" fmla="*/ 476234 h 2398711"/>
              <a:gd name="connsiteX114264" fmla="*/ 564681 w 2119654"/>
              <a:gd name="connsiteY114264" fmla="*/ 469758 h 2398711"/>
              <a:gd name="connsiteX114265" fmla="*/ 330004 w 2119654"/>
              <a:gd name="connsiteY114265" fmla="*/ 993477 h 2398711"/>
              <a:gd name="connsiteX114266" fmla="*/ 333769 w 2119654"/>
              <a:gd name="connsiteY114266" fmla="*/ 999485 h 2398711"/>
              <a:gd name="connsiteX114267" fmla="*/ 333386 w 2119654"/>
              <a:gd name="connsiteY114267" fmla="*/ 997532 h 2398711"/>
              <a:gd name="connsiteX114268" fmla="*/ 332559 w 2119654"/>
              <a:gd name="connsiteY114268" fmla="*/ 995512 h 2398711"/>
              <a:gd name="connsiteX114269" fmla="*/ 349540 w 2119654"/>
              <a:gd name="connsiteY114269" fmla="*/ 949701 h 2398711"/>
              <a:gd name="connsiteX114270" fmla="*/ 349776 w 2119654"/>
              <a:gd name="connsiteY114270" fmla="*/ 953485 h 2398711"/>
              <a:gd name="connsiteX114271" fmla="*/ 354702 w 2119654"/>
              <a:gd name="connsiteY114271" fmla="*/ 965060 h 2398711"/>
              <a:gd name="connsiteX114272" fmla="*/ 359393 w 2119654"/>
              <a:gd name="connsiteY114272" fmla="*/ 970065 h 2398711"/>
              <a:gd name="connsiteX114273" fmla="*/ 359289 w 2119654"/>
              <a:gd name="connsiteY114273" fmla="*/ 967947 h 2398711"/>
              <a:gd name="connsiteX114274" fmla="*/ 358048 w 2119654"/>
              <a:gd name="connsiteY114274" fmla="*/ 963446 h 2398711"/>
              <a:gd name="connsiteX114275" fmla="*/ 219007 w 2119654"/>
              <a:gd name="connsiteY114275" fmla="*/ 1241956 h 2398711"/>
              <a:gd name="connsiteX114276" fmla="*/ 220684 w 2119654"/>
              <a:gd name="connsiteY114276" fmla="*/ 1246827 h 2398711"/>
              <a:gd name="connsiteX114277" fmla="*/ 228097 w 2119654"/>
              <a:gd name="connsiteY114277" fmla="*/ 1251102 h 2398711"/>
              <a:gd name="connsiteX114278" fmla="*/ 227656 w 2119654"/>
              <a:gd name="connsiteY114278" fmla="*/ 1249762 h 2398711"/>
              <a:gd name="connsiteX114279" fmla="*/ 493742 w 2119654"/>
              <a:gd name="connsiteY114279" fmla="*/ 626753 h 2398711"/>
              <a:gd name="connsiteX114280" fmla="*/ 493792 w 2119654"/>
              <a:gd name="connsiteY114280" fmla="*/ 628205 h 2398711"/>
              <a:gd name="connsiteX114281" fmla="*/ 493960 w 2119654"/>
              <a:gd name="connsiteY114281" fmla="*/ 627811 h 2398711"/>
              <a:gd name="connsiteX114282" fmla="*/ 476227 w 2119654"/>
              <a:gd name="connsiteY114282" fmla="*/ 665872 h 2398711"/>
              <a:gd name="connsiteX114283" fmla="*/ 476369 w 2119654"/>
              <a:gd name="connsiteY114283" fmla="*/ 669694 h 2398711"/>
              <a:gd name="connsiteX114284" fmla="*/ 477173 w 2119654"/>
              <a:gd name="connsiteY114284" fmla="*/ 667741 h 2398711"/>
              <a:gd name="connsiteX114285" fmla="*/ 436221 w 2119654"/>
              <a:gd name="connsiteY114285" fmla="*/ 755268 h 2398711"/>
              <a:gd name="connsiteX114286" fmla="*/ 434536 w 2119654"/>
              <a:gd name="connsiteY114286" fmla="*/ 768440 h 2398711"/>
              <a:gd name="connsiteX114287" fmla="*/ 435057 w 2119654"/>
              <a:gd name="connsiteY114287" fmla="*/ 770562 h 2398711"/>
              <a:gd name="connsiteX114288" fmla="*/ 435483 w 2119654"/>
              <a:gd name="connsiteY114288" fmla="*/ 770692 h 2398711"/>
              <a:gd name="connsiteX114289" fmla="*/ 436142 w 2119654"/>
              <a:gd name="connsiteY114289" fmla="*/ 768887 h 2398711"/>
              <a:gd name="connsiteX114290" fmla="*/ 436130 w 2119654"/>
              <a:gd name="connsiteY114290" fmla="*/ 768868 h 2398711"/>
              <a:gd name="connsiteX114291" fmla="*/ 436139 w 2119654"/>
              <a:gd name="connsiteY114291" fmla="*/ 768693 h 2398711"/>
              <a:gd name="connsiteX114292" fmla="*/ 436189 w 2119654"/>
              <a:gd name="connsiteY114292" fmla="*/ 768764 h 2398711"/>
              <a:gd name="connsiteX114293" fmla="*/ 438404 w 2119654"/>
              <a:gd name="connsiteY114293" fmla="*/ 762702 h 2398711"/>
              <a:gd name="connsiteX114294" fmla="*/ 438626 w 2119654"/>
              <a:gd name="connsiteY114294" fmla="*/ 761847 h 2398711"/>
              <a:gd name="connsiteX114295" fmla="*/ 438580 w 2119654"/>
              <a:gd name="connsiteY114295" fmla="*/ 761829 h 2398711"/>
              <a:gd name="connsiteX114296" fmla="*/ 438635 w 2119654"/>
              <a:gd name="connsiteY114296" fmla="*/ 761812 h 2398711"/>
              <a:gd name="connsiteX114297" fmla="*/ 438656 w 2119654"/>
              <a:gd name="connsiteY114297" fmla="*/ 761732 h 2398711"/>
              <a:gd name="connsiteX114298" fmla="*/ 437202 w 2119654"/>
              <a:gd name="connsiteY114298" fmla="*/ 755893 h 2398711"/>
              <a:gd name="connsiteX114299" fmla="*/ 508828 w 2119654"/>
              <a:gd name="connsiteY114299" fmla="*/ 592587 h 2398711"/>
              <a:gd name="connsiteX114300" fmla="*/ 509063 w 2119654"/>
              <a:gd name="connsiteY114300" fmla="*/ 594547 h 2398711"/>
              <a:gd name="connsiteX114301" fmla="*/ 514375 w 2119654"/>
              <a:gd name="connsiteY114301" fmla="*/ 597875 h 2398711"/>
              <a:gd name="connsiteX114302" fmla="*/ 514118 w 2119654"/>
              <a:gd name="connsiteY114302" fmla="*/ 595736 h 2398711"/>
              <a:gd name="connsiteX114303" fmla="*/ 512678 w 2119654"/>
              <a:gd name="connsiteY114303" fmla="*/ 595147 h 2398711"/>
              <a:gd name="connsiteX114304" fmla="*/ 513067 w 2119654"/>
              <a:gd name="connsiteY114304" fmla="*/ 595036 h 2398711"/>
              <a:gd name="connsiteX114305" fmla="*/ 514084 w 2119654"/>
              <a:gd name="connsiteY114305" fmla="*/ 595452 h 2398711"/>
              <a:gd name="connsiteX114306" fmla="*/ 513994 w 2119654"/>
              <a:gd name="connsiteY114306" fmla="*/ 594704 h 2398711"/>
              <a:gd name="connsiteX114307" fmla="*/ 466236 w 2119654"/>
              <a:gd name="connsiteY114307" fmla="*/ 687720 h 2398711"/>
              <a:gd name="connsiteX114308" fmla="*/ 467617 w 2119654"/>
              <a:gd name="connsiteY114308" fmla="*/ 690955 h 2398711"/>
              <a:gd name="connsiteX114309" fmla="*/ 468097 w 2119654"/>
              <a:gd name="connsiteY114309" fmla="*/ 689789 h 2398711"/>
              <a:gd name="connsiteX114310" fmla="*/ 431819 w 2119654"/>
              <a:gd name="connsiteY114310" fmla="*/ 764770 h 2398711"/>
              <a:gd name="connsiteX114311" fmla="*/ 431422 w 2119654"/>
              <a:gd name="connsiteY114311" fmla="*/ 766960 h 2398711"/>
              <a:gd name="connsiteX114312" fmla="*/ 432224 w 2119654"/>
              <a:gd name="connsiteY114312" fmla="*/ 769697 h 2398711"/>
              <a:gd name="connsiteX114313" fmla="*/ 433094 w 2119654"/>
              <a:gd name="connsiteY114313" fmla="*/ 769962 h 2398711"/>
              <a:gd name="connsiteX114314" fmla="*/ 503938 w 2119654"/>
              <a:gd name="connsiteY114314" fmla="*/ 603242 h 2398711"/>
              <a:gd name="connsiteX114315" fmla="*/ 503932 w 2119654"/>
              <a:gd name="connsiteY114315" fmla="*/ 603748 h 2398711"/>
              <a:gd name="connsiteX114316" fmla="*/ 504183 w 2119654"/>
              <a:gd name="connsiteY114316" fmla="*/ 603895 h 2398711"/>
              <a:gd name="connsiteX114317" fmla="*/ 504234 w 2119654"/>
              <a:gd name="connsiteY114317" fmla="*/ 603777 h 2398711"/>
              <a:gd name="connsiteX114318" fmla="*/ 375447 w 2119654"/>
              <a:gd name="connsiteY114318" fmla="*/ 890899 h 2398711"/>
              <a:gd name="connsiteX114319" fmla="*/ 375809 w 2119654"/>
              <a:gd name="connsiteY114319" fmla="*/ 891705 h 2398711"/>
              <a:gd name="connsiteX114320" fmla="*/ 375912 w 2119654"/>
              <a:gd name="connsiteY114320" fmla="*/ 891056 h 2398711"/>
              <a:gd name="connsiteX114321" fmla="*/ 320026 w 2119654"/>
              <a:gd name="connsiteY114321" fmla="*/ 1014987 h 2398711"/>
              <a:gd name="connsiteX114322" fmla="*/ 320577 w 2119654"/>
              <a:gd name="connsiteY114322" fmla="*/ 1021577 h 2398711"/>
              <a:gd name="connsiteX114323" fmla="*/ 325200 w 2119654"/>
              <a:gd name="connsiteY114323" fmla="*/ 1031418 h 2398711"/>
              <a:gd name="connsiteX114324" fmla="*/ 324497 w 2119654"/>
              <a:gd name="connsiteY114324" fmla="*/ 1022009 h 2398711"/>
              <a:gd name="connsiteX114325" fmla="*/ 465924 w 2119654"/>
              <a:gd name="connsiteY114325" fmla="*/ 688285 h 2398711"/>
              <a:gd name="connsiteX114326" fmla="*/ 465225 w 2119654"/>
              <a:gd name="connsiteY114326" fmla="*/ 693679 h 2398711"/>
              <a:gd name="connsiteX114327" fmla="*/ 466174 w 2119654"/>
              <a:gd name="connsiteY114327" fmla="*/ 694461 h 2398711"/>
              <a:gd name="connsiteX114328" fmla="*/ 467318 w 2119654"/>
              <a:gd name="connsiteY114328" fmla="*/ 691682 h 2398711"/>
              <a:gd name="connsiteX114329" fmla="*/ 399075 w 2119654"/>
              <a:gd name="connsiteY114329" fmla="*/ 837921 h 2398711"/>
              <a:gd name="connsiteX114330" fmla="*/ 399028 w 2119654"/>
              <a:gd name="connsiteY114330" fmla="*/ 840609 h 2398711"/>
              <a:gd name="connsiteX114331" fmla="*/ 400566 w 2119654"/>
              <a:gd name="connsiteY114331" fmla="*/ 841344 h 2398711"/>
              <a:gd name="connsiteX114332" fmla="*/ 400545 w 2119654"/>
              <a:gd name="connsiteY114332" fmla="*/ 841264 h 2398711"/>
              <a:gd name="connsiteX114333" fmla="*/ 399622 w 2119654"/>
              <a:gd name="connsiteY114333" fmla="*/ 839421 h 2398711"/>
              <a:gd name="connsiteX114334" fmla="*/ 399680 w 2119654"/>
              <a:gd name="connsiteY114334" fmla="*/ 839231 h 2398711"/>
              <a:gd name="connsiteX114335" fmla="*/ 317092 w 2119654"/>
              <a:gd name="connsiteY114335" fmla="*/ 1021413 h 2398711"/>
              <a:gd name="connsiteX114336" fmla="*/ 317102 w 2119654"/>
              <a:gd name="connsiteY114336" fmla="*/ 1021652 h 2398711"/>
              <a:gd name="connsiteX114337" fmla="*/ 318106 w 2119654"/>
              <a:gd name="connsiteY114337" fmla="*/ 1023321 h 2398711"/>
              <a:gd name="connsiteX114338" fmla="*/ 318076 w 2119654"/>
              <a:gd name="connsiteY114338" fmla="*/ 1022953 h 2398711"/>
              <a:gd name="connsiteX114339" fmla="*/ 525352 w 2119654"/>
              <a:gd name="connsiteY114339" fmla="*/ 555000 h 2398711"/>
              <a:gd name="connsiteX114340" fmla="*/ 525847 w 2119654"/>
              <a:gd name="connsiteY114340" fmla="*/ 561876 h 2398711"/>
              <a:gd name="connsiteX114341" fmla="*/ 526495 w 2119654"/>
              <a:gd name="connsiteY114341" fmla="*/ 557548 h 2398711"/>
              <a:gd name="connsiteX114342" fmla="*/ 526741 w 2119654"/>
              <a:gd name="connsiteY114342" fmla="*/ 556128 h 2398711"/>
              <a:gd name="connsiteX114343" fmla="*/ 445482 w 2119654"/>
              <a:gd name="connsiteY114343" fmla="*/ 733668 h 2398711"/>
              <a:gd name="connsiteX114344" fmla="*/ 445795 w 2119654"/>
              <a:gd name="connsiteY114344" fmla="*/ 734176 h 2398711"/>
              <a:gd name="connsiteX114345" fmla="*/ 445868 w 2119654"/>
              <a:gd name="connsiteY114345" fmla="*/ 733894 h 2398711"/>
              <a:gd name="connsiteX114346" fmla="*/ 463690 w 2119654"/>
              <a:gd name="connsiteY114346" fmla="*/ 692872 h 2398711"/>
              <a:gd name="connsiteX114347" fmla="*/ 462810 w 2119654"/>
              <a:gd name="connsiteY114347" fmla="*/ 699096 h 2398711"/>
              <a:gd name="connsiteX114348" fmla="*/ 463169 w 2119654"/>
              <a:gd name="connsiteY114348" fmla="*/ 701764 h 2398711"/>
              <a:gd name="connsiteX114349" fmla="*/ 463629 w 2119654"/>
              <a:gd name="connsiteY114349" fmla="*/ 700644 h 2398711"/>
              <a:gd name="connsiteX114350" fmla="*/ 463976 w 2119654"/>
              <a:gd name="connsiteY114350" fmla="*/ 697801 h 2398711"/>
              <a:gd name="connsiteX114351" fmla="*/ 464562 w 2119654"/>
              <a:gd name="connsiteY114351" fmla="*/ 693605 h 2398711"/>
              <a:gd name="connsiteX114352" fmla="*/ 525391 w 2119654"/>
              <a:gd name="connsiteY114352" fmla="*/ 554682 h 2398711"/>
              <a:gd name="connsiteX114353" fmla="*/ 525362 w 2119654"/>
              <a:gd name="connsiteY114353" fmla="*/ 554800 h 2398711"/>
              <a:gd name="connsiteX114354" fmla="*/ 526773 w 2119654"/>
              <a:gd name="connsiteY114354" fmla="*/ 555945 h 2398711"/>
              <a:gd name="connsiteX114355" fmla="*/ 526845 w 2119654"/>
              <a:gd name="connsiteY114355" fmla="*/ 555524 h 2398711"/>
              <a:gd name="connsiteX114356" fmla="*/ 526266 w 2119654"/>
              <a:gd name="connsiteY114356" fmla="*/ 555178 h 2398711"/>
              <a:gd name="connsiteX114357" fmla="*/ 244530 w 2119654"/>
              <a:gd name="connsiteY114357" fmla="*/ 1183568 h 2398711"/>
              <a:gd name="connsiteX114358" fmla="*/ 246049 w 2119654"/>
              <a:gd name="connsiteY114358" fmla="*/ 1186339 h 2398711"/>
              <a:gd name="connsiteX114359" fmla="*/ 252244 w 2119654"/>
              <a:gd name="connsiteY114359" fmla="*/ 1195680 h 2398711"/>
              <a:gd name="connsiteX114360" fmla="*/ 252014 w 2119654"/>
              <a:gd name="connsiteY114360" fmla="*/ 1195141 h 2398711"/>
              <a:gd name="connsiteX114361" fmla="*/ 244567 w 2119654"/>
              <a:gd name="connsiteY114361" fmla="*/ 1183619 h 2398711"/>
              <a:gd name="connsiteX114362" fmla="*/ 478464 w 2119654"/>
              <a:gd name="connsiteY114362" fmla="*/ 659722 h 2398711"/>
              <a:gd name="connsiteX114363" fmla="*/ 478712 w 2119654"/>
              <a:gd name="connsiteY114363" fmla="*/ 662698 h 2398711"/>
              <a:gd name="connsiteX114364" fmla="*/ 478798 w 2119654"/>
              <a:gd name="connsiteY114364" fmla="*/ 662713 h 2398711"/>
              <a:gd name="connsiteX114365" fmla="*/ 478621 w 2119654"/>
              <a:gd name="connsiteY114365" fmla="*/ 659889 h 2398711"/>
              <a:gd name="connsiteX114366" fmla="*/ 242823 w 2119654"/>
              <a:gd name="connsiteY114366" fmla="*/ 1187340 h 2398711"/>
              <a:gd name="connsiteX114367" fmla="*/ 244032 w 2119654"/>
              <a:gd name="connsiteY114367" fmla="*/ 1192264 h 2398711"/>
              <a:gd name="connsiteX114368" fmla="*/ 256909 w 2119654"/>
              <a:gd name="connsiteY114368" fmla="*/ 1206640 h 2398711"/>
              <a:gd name="connsiteX114369" fmla="*/ 256019 w 2119654"/>
              <a:gd name="connsiteY114369" fmla="*/ 1204550 h 2398711"/>
              <a:gd name="connsiteX114370" fmla="*/ 249831 w 2119654"/>
              <a:gd name="connsiteY114370" fmla="*/ 1194831 h 2398711"/>
              <a:gd name="connsiteX114371" fmla="*/ 457532 w 2119654"/>
              <a:gd name="connsiteY114371" fmla="*/ 706443 h 2398711"/>
              <a:gd name="connsiteX114372" fmla="*/ 456818 w 2119654"/>
              <a:gd name="connsiteY114372" fmla="*/ 709197 h 2398711"/>
              <a:gd name="connsiteX114373" fmla="*/ 459486 w 2119654"/>
              <a:gd name="connsiteY114373" fmla="*/ 710707 h 2398711"/>
              <a:gd name="connsiteX114374" fmla="*/ 460573 w 2119654"/>
              <a:gd name="connsiteY114374" fmla="*/ 708066 h 2398711"/>
              <a:gd name="connsiteX114375" fmla="*/ 460558 w 2119654"/>
              <a:gd name="connsiteY114375" fmla="*/ 707880 h 2398711"/>
              <a:gd name="connsiteX114376" fmla="*/ 476740 w 2119654"/>
              <a:gd name="connsiteY114376" fmla="*/ 663415 h 2398711"/>
              <a:gd name="connsiteX114377" fmla="*/ 477013 w 2119654"/>
              <a:gd name="connsiteY114377" fmla="*/ 663532 h 2398711"/>
              <a:gd name="connsiteX114378" fmla="*/ 477007 w 2119654"/>
              <a:gd name="connsiteY114378" fmla="*/ 663462 h 2398711"/>
              <a:gd name="connsiteX114379" fmla="*/ 515114 w 2119654"/>
              <a:gd name="connsiteY114379" fmla="*/ 577392 h 2398711"/>
              <a:gd name="connsiteX114380" fmla="*/ 516062 w 2119654"/>
              <a:gd name="connsiteY114380" fmla="*/ 583389 h 2398711"/>
              <a:gd name="connsiteX114381" fmla="*/ 517823 w 2119654"/>
              <a:gd name="connsiteY114381" fmla="*/ 584651 h 2398711"/>
              <a:gd name="connsiteX114382" fmla="*/ 518239 w 2119654"/>
              <a:gd name="connsiteY114382" fmla="*/ 582903 h 2398711"/>
              <a:gd name="connsiteX114383" fmla="*/ 515851 w 2119654"/>
              <a:gd name="connsiteY114383" fmla="*/ 577749 h 2398711"/>
              <a:gd name="connsiteX114384" fmla="*/ 357805 w 2119654"/>
              <a:gd name="connsiteY114384" fmla="*/ 929588 h 2398711"/>
              <a:gd name="connsiteX114385" fmla="*/ 359044 w 2119654"/>
              <a:gd name="connsiteY114385" fmla="*/ 934575 h 2398711"/>
              <a:gd name="connsiteX114386" fmla="*/ 359049 w 2119654"/>
              <a:gd name="connsiteY114386" fmla="*/ 931435 h 2398711"/>
              <a:gd name="connsiteX114387" fmla="*/ 525600 w 2119654"/>
              <a:gd name="connsiteY114387" fmla="*/ 553849 h 2398711"/>
              <a:gd name="connsiteX114388" fmla="*/ 525418 w 2119654"/>
              <a:gd name="connsiteY114388" fmla="*/ 554573 h 2398711"/>
              <a:gd name="connsiteX114389" fmla="*/ 526868 w 2119654"/>
              <a:gd name="connsiteY114389" fmla="*/ 555395 h 2398711"/>
              <a:gd name="connsiteX114390" fmla="*/ 527062 w 2119654"/>
              <a:gd name="connsiteY114390" fmla="*/ 554270 h 2398711"/>
              <a:gd name="connsiteX114391" fmla="*/ 568664 w 2119654"/>
              <a:gd name="connsiteY114391" fmla="*/ 457249 h 2398711"/>
              <a:gd name="connsiteX114392" fmla="*/ 567731 w 2119654"/>
              <a:gd name="connsiteY114392" fmla="*/ 464993 h 2398711"/>
              <a:gd name="connsiteX114393" fmla="*/ 586956 w 2119654"/>
              <a:gd name="connsiteY114393" fmla="*/ 474049 h 2398711"/>
              <a:gd name="connsiteX114394" fmla="*/ 585406 w 2119654"/>
              <a:gd name="connsiteY114394" fmla="*/ 464388 h 2398711"/>
              <a:gd name="connsiteX114395" fmla="*/ 575792 w 2119654"/>
              <a:gd name="connsiteY114395" fmla="*/ 460096 h 2398711"/>
              <a:gd name="connsiteX114396" fmla="*/ 318389 w 2119654"/>
              <a:gd name="connsiteY114396" fmla="*/ 1017645 h 2398711"/>
              <a:gd name="connsiteX114397" fmla="*/ 318871 w 2119654"/>
              <a:gd name="connsiteY114397" fmla="*/ 1023528 h 2398711"/>
              <a:gd name="connsiteX114398" fmla="*/ 320310 w 2119654"/>
              <a:gd name="connsiteY114398" fmla="*/ 1025780 h 2398711"/>
              <a:gd name="connsiteX114399" fmla="*/ 319909 w 2119654"/>
              <a:gd name="connsiteY114399" fmla="*/ 1020995 h 2398711"/>
              <a:gd name="connsiteX114400" fmla="*/ 493679 w 2119654"/>
              <a:gd name="connsiteY114400" fmla="*/ 624917 h 2398711"/>
              <a:gd name="connsiteX114401" fmla="*/ 493706 w 2119654"/>
              <a:gd name="connsiteY114401" fmla="*/ 625698 h 2398711"/>
              <a:gd name="connsiteX114402" fmla="*/ 494057 w 2119654"/>
              <a:gd name="connsiteY114402" fmla="*/ 627585 h 2398711"/>
              <a:gd name="connsiteX114403" fmla="*/ 494862 w 2119654"/>
              <a:gd name="connsiteY114403" fmla="*/ 625700 h 2398711"/>
              <a:gd name="connsiteX114404" fmla="*/ 352592 w 2119654"/>
              <a:gd name="connsiteY114404" fmla="*/ 940803 h 2398711"/>
              <a:gd name="connsiteX114405" fmla="*/ 354458 w 2119654"/>
              <a:gd name="connsiteY114405" fmla="*/ 944005 h 2398711"/>
              <a:gd name="connsiteX114406" fmla="*/ 353771 w 2119654"/>
              <a:gd name="connsiteY114406" fmla="*/ 940849 h 2398711"/>
              <a:gd name="connsiteX114407" fmla="*/ 321989 w 2119654"/>
              <a:gd name="connsiteY114407" fmla="*/ 1009276 h 2398711"/>
              <a:gd name="connsiteX114408" fmla="*/ 324661 w 2119654"/>
              <a:gd name="connsiteY114408" fmla="*/ 1016698 h 2398711"/>
              <a:gd name="connsiteX114409" fmla="*/ 328339 w 2119654"/>
              <a:gd name="connsiteY114409" fmla="*/ 1021920 h 2398711"/>
              <a:gd name="connsiteX114410" fmla="*/ 327562 w 2119654"/>
              <a:gd name="connsiteY114410" fmla="*/ 1018685 h 2398711"/>
              <a:gd name="connsiteX114411" fmla="*/ 327620 w 2119654"/>
              <a:gd name="connsiteY114411" fmla="*/ 1018560 h 2398711"/>
              <a:gd name="connsiteX114412" fmla="*/ 328475 w 2119654"/>
              <a:gd name="connsiteY114412" fmla="*/ 1022110 h 2398711"/>
              <a:gd name="connsiteX114413" fmla="*/ 333403 w 2119654"/>
              <a:gd name="connsiteY114413" fmla="*/ 1029105 h 2398711"/>
              <a:gd name="connsiteX114414" fmla="*/ 331562 w 2119654"/>
              <a:gd name="connsiteY114414" fmla="*/ 1021075 h 2398711"/>
              <a:gd name="connsiteX114415" fmla="*/ 329203 w 2119654"/>
              <a:gd name="connsiteY114415" fmla="*/ 1014757 h 2398711"/>
              <a:gd name="connsiteX114416" fmla="*/ 499267 w 2119654"/>
              <a:gd name="connsiteY114416" fmla="*/ 612241 h 2398711"/>
              <a:gd name="connsiteX114417" fmla="*/ 499488 w 2119654"/>
              <a:gd name="connsiteY114417" fmla="*/ 614881 h 2398711"/>
              <a:gd name="connsiteX114418" fmla="*/ 500365 w 2119654"/>
              <a:gd name="connsiteY114418" fmla="*/ 612828 h 2398711"/>
              <a:gd name="connsiteX114419" fmla="*/ 500144 w 2119654"/>
              <a:gd name="connsiteY114419" fmla="*/ 612429 h 2398711"/>
              <a:gd name="connsiteX114420" fmla="*/ 564900 w 2119654"/>
              <a:gd name="connsiteY114420" fmla="*/ 465263 h 2398711"/>
              <a:gd name="connsiteX114421" fmla="*/ 564605 w 2119654"/>
              <a:gd name="connsiteY114421" fmla="*/ 466771 h 2398711"/>
              <a:gd name="connsiteX114422" fmla="*/ 565168 w 2119654"/>
              <a:gd name="connsiteY114422" fmla="*/ 467273 h 2398711"/>
              <a:gd name="connsiteX114423" fmla="*/ 565447 w 2119654"/>
              <a:gd name="connsiteY114423" fmla="*/ 465849 h 2398711"/>
              <a:gd name="connsiteX114424" fmla="*/ 525261 w 2119654"/>
              <a:gd name="connsiteY114424" fmla="*/ 553751 h 2398711"/>
              <a:gd name="connsiteX114425" fmla="*/ 525302 w 2119654"/>
              <a:gd name="connsiteY114425" fmla="*/ 554315 h 2398711"/>
              <a:gd name="connsiteX114426" fmla="*/ 525432 w 2119654"/>
              <a:gd name="connsiteY114426" fmla="*/ 553800 h 2398711"/>
              <a:gd name="connsiteX114427" fmla="*/ 337073 w 2119654"/>
              <a:gd name="connsiteY114427" fmla="*/ 975112 h 2398711"/>
              <a:gd name="connsiteX114428" fmla="*/ 337201 w 2119654"/>
              <a:gd name="connsiteY114428" fmla="*/ 975741 h 2398711"/>
              <a:gd name="connsiteX114429" fmla="*/ 339152 w 2119654"/>
              <a:gd name="connsiteY114429" fmla="*/ 981024 h 2398711"/>
              <a:gd name="connsiteX114430" fmla="*/ 338769 w 2119654"/>
              <a:gd name="connsiteY114430" fmla="*/ 978842 h 2398711"/>
              <a:gd name="connsiteX114431" fmla="*/ 390709 w 2119654"/>
              <a:gd name="connsiteY114431" fmla="*/ 854989 h 2398711"/>
              <a:gd name="connsiteX114432" fmla="*/ 391780 w 2119654"/>
              <a:gd name="connsiteY114432" fmla="*/ 855875 h 2398711"/>
              <a:gd name="connsiteX114433" fmla="*/ 391609 w 2119654"/>
              <a:gd name="connsiteY114433" fmla="*/ 855599 h 2398711"/>
              <a:gd name="connsiteX114434" fmla="*/ 565128 w 2119654"/>
              <a:gd name="connsiteY114434" fmla="*/ 464100 h 2398711"/>
              <a:gd name="connsiteX114435" fmla="*/ 565007 w 2119654"/>
              <a:gd name="connsiteY114435" fmla="*/ 464722 h 2398711"/>
              <a:gd name="connsiteX114436" fmla="*/ 565555 w 2119654"/>
              <a:gd name="connsiteY114436" fmla="*/ 465294 h 2398711"/>
              <a:gd name="connsiteX114437" fmla="*/ 565734 w 2119654"/>
              <a:gd name="connsiteY114437" fmla="*/ 464385 h 2398711"/>
              <a:gd name="connsiteX114438" fmla="*/ 512801 w 2119654"/>
              <a:gd name="connsiteY114438" fmla="*/ 581265 h 2398711"/>
              <a:gd name="connsiteX114439" fmla="*/ 514384 w 2119654"/>
              <a:gd name="connsiteY114439" fmla="*/ 594501 h 2398711"/>
              <a:gd name="connsiteX114440" fmla="*/ 515387 w 2119654"/>
              <a:gd name="connsiteY114440" fmla="*/ 594912 h 2398711"/>
              <a:gd name="connsiteX114441" fmla="*/ 515553 w 2119654"/>
              <a:gd name="connsiteY114441" fmla="*/ 594214 h 2398711"/>
              <a:gd name="connsiteX114442" fmla="*/ 513598 w 2119654"/>
              <a:gd name="connsiteY114442" fmla="*/ 581837 h 2398711"/>
              <a:gd name="connsiteX114443" fmla="*/ 328739 w 2119654"/>
              <a:gd name="connsiteY114443" fmla="*/ 993390 h 2398711"/>
              <a:gd name="connsiteX114444" fmla="*/ 330302 w 2119654"/>
              <a:gd name="connsiteY114444" fmla="*/ 998124 h 2398711"/>
              <a:gd name="connsiteX114445" fmla="*/ 335815 w 2119654"/>
              <a:gd name="connsiteY114445" fmla="*/ 1010987 h 2398711"/>
              <a:gd name="connsiteX114446" fmla="*/ 336120 w 2119654"/>
              <a:gd name="connsiteY114446" fmla="*/ 1011470 h 2398711"/>
              <a:gd name="connsiteX114447" fmla="*/ 334572 w 2119654"/>
              <a:gd name="connsiteY114447" fmla="*/ 1003581 h 2398711"/>
              <a:gd name="connsiteX114448" fmla="*/ 400717 w 2119654"/>
              <a:gd name="connsiteY114448" fmla="*/ 832162 h 2398711"/>
              <a:gd name="connsiteX114449" fmla="*/ 401266 w 2119654"/>
              <a:gd name="connsiteY114449" fmla="*/ 833834 h 2398711"/>
              <a:gd name="connsiteX114450" fmla="*/ 401723 w 2119654"/>
              <a:gd name="connsiteY114450" fmla="*/ 834509 h 2398711"/>
              <a:gd name="connsiteX114451" fmla="*/ 401481 w 2119654"/>
              <a:gd name="connsiteY114451" fmla="*/ 833526 h 2398711"/>
              <a:gd name="connsiteX114452" fmla="*/ 371764 w 2119654"/>
              <a:gd name="connsiteY114452" fmla="*/ 896957 h 2398711"/>
              <a:gd name="connsiteX114453" fmla="*/ 371598 w 2119654"/>
              <a:gd name="connsiteY114453" fmla="*/ 900115 h 2398711"/>
              <a:gd name="connsiteX114454" fmla="*/ 372167 w 2119654"/>
              <a:gd name="connsiteY114454" fmla="*/ 900963 h 2398711"/>
              <a:gd name="connsiteX114455" fmla="*/ 373052 w 2119654"/>
              <a:gd name="connsiteY114455" fmla="*/ 902095 h 2398711"/>
              <a:gd name="connsiteX114456" fmla="*/ 372320 w 2119654"/>
              <a:gd name="connsiteY114456" fmla="*/ 899246 h 2398711"/>
              <a:gd name="connsiteX114457" fmla="*/ 283182 w 2119654"/>
              <a:gd name="connsiteY114457" fmla="*/ 1095260 h 2398711"/>
              <a:gd name="connsiteX114458" fmla="*/ 283417 w 2119654"/>
              <a:gd name="connsiteY114458" fmla="*/ 1096563 h 2398711"/>
              <a:gd name="connsiteX114459" fmla="*/ 287076 w 2119654"/>
              <a:gd name="connsiteY114459" fmla="*/ 1098893 h 2398711"/>
              <a:gd name="connsiteX114460" fmla="*/ 397093 w 2119654"/>
              <a:gd name="connsiteY114460" fmla="*/ 840126 h 2398711"/>
              <a:gd name="connsiteX114461" fmla="*/ 397108 w 2119654"/>
              <a:gd name="connsiteY114461" fmla="*/ 840555 h 2398711"/>
              <a:gd name="connsiteX114462" fmla="*/ 397267 w 2119654"/>
              <a:gd name="connsiteY114462" fmla="*/ 841098 h 2398711"/>
              <a:gd name="connsiteX114463" fmla="*/ 397282 w 2119654"/>
              <a:gd name="connsiteY114463" fmla="*/ 840219 h 2398711"/>
              <a:gd name="connsiteX114464" fmla="*/ 399117 w 2119654"/>
              <a:gd name="connsiteY114464" fmla="*/ 835559 h 2398711"/>
              <a:gd name="connsiteX114465" fmla="*/ 399090 w 2119654"/>
              <a:gd name="connsiteY114465" fmla="*/ 837095 h 2398711"/>
              <a:gd name="connsiteX114466" fmla="*/ 399990 w 2119654"/>
              <a:gd name="connsiteY114466" fmla="*/ 839042 h 2398711"/>
              <a:gd name="connsiteX114467" fmla="*/ 568923 w 2119654"/>
              <a:gd name="connsiteY114467" fmla="*/ 455258 h 2398711"/>
              <a:gd name="connsiteX114468" fmla="*/ 568874 w 2119654"/>
              <a:gd name="connsiteY114468" fmla="*/ 455509 h 2398711"/>
              <a:gd name="connsiteX114469" fmla="*/ 568709 w 2119654"/>
              <a:gd name="connsiteY114469" fmla="*/ 456880 h 2398711"/>
              <a:gd name="connsiteX114470" fmla="*/ 585262 w 2119654"/>
              <a:gd name="connsiteY114470" fmla="*/ 463491 h 2398711"/>
              <a:gd name="connsiteX114471" fmla="*/ 584964 w 2119654"/>
              <a:gd name="connsiteY114471" fmla="*/ 461630 h 2398711"/>
              <a:gd name="connsiteX114472" fmla="*/ 526519 w 2119654"/>
              <a:gd name="connsiteY114472" fmla="*/ 550204 h 2398711"/>
              <a:gd name="connsiteX114473" fmla="*/ 525676 w 2119654"/>
              <a:gd name="connsiteY114473" fmla="*/ 553549 h 2398711"/>
              <a:gd name="connsiteX114474" fmla="*/ 527115 w 2119654"/>
              <a:gd name="connsiteY114474" fmla="*/ 553964 h 2398711"/>
              <a:gd name="connsiteX114475" fmla="*/ 527589 w 2119654"/>
              <a:gd name="connsiteY114475" fmla="*/ 551218 h 2398711"/>
              <a:gd name="connsiteX114476" fmla="*/ 377460 w 2119654"/>
              <a:gd name="connsiteY114476" fmla="*/ 883944 h 2398711"/>
              <a:gd name="connsiteX114477" fmla="*/ 377178 w 2119654"/>
              <a:gd name="connsiteY114477" fmla="*/ 885714 h 2398711"/>
              <a:gd name="connsiteX114478" fmla="*/ 378427 w 2119654"/>
              <a:gd name="connsiteY114478" fmla="*/ 889683 h 2398711"/>
              <a:gd name="connsiteX114479" fmla="*/ 380494 w 2119654"/>
              <a:gd name="connsiteY114479" fmla="*/ 890403 h 2398711"/>
              <a:gd name="connsiteX114480" fmla="*/ 379316 w 2119654"/>
              <a:gd name="connsiteY114480" fmla="*/ 886937 h 2398711"/>
              <a:gd name="connsiteX114481" fmla="*/ 378203 w 2119654"/>
              <a:gd name="connsiteY114481" fmla="*/ 885164 h 2398711"/>
              <a:gd name="connsiteX114482" fmla="*/ 387162 w 2119654"/>
              <a:gd name="connsiteY114482" fmla="*/ 862152 h 2398711"/>
              <a:gd name="connsiteX114483" fmla="*/ 387657 w 2119654"/>
              <a:gd name="connsiteY114483" fmla="*/ 864184 h 2398711"/>
              <a:gd name="connsiteX114484" fmla="*/ 387851 w 2119654"/>
              <a:gd name="connsiteY114484" fmla="*/ 862542 h 2398711"/>
              <a:gd name="connsiteX114485" fmla="*/ 444686 w 2119654"/>
              <a:gd name="connsiteY114485" fmla="*/ 733199 h 2398711"/>
              <a:gd name="connsiteX114486" fmla="*/ 444300 w 2119654"/>
              <a:gd name="connsiteY114486" fmla="*/ 736042 h 2398711"/>
              <a:gd name="connsiteX114487" fmla="*/ 444862 w 2119654"/>
              <a:gd name="connsiteY114487" fmla="*/ 737774 h 2398711"/>
              <a:gd name="connsiteX114488" fmla="*/ 445723 w 2119654"/>
              <a:gd name="connsiteY114488" fmla="*/ 734454 h 2398711"/>
              <a:gd name="connsiteX114489" fmla="*/ 445102 w 2119654"/>
              <a:gd name="connsiteY114489" fmla="*/ 733444 h 2398711"/>
              <a:gd name="connsiteX114490" fmla="*/ 349350 w 2119654"/>
              <a:gd name="connsiteY114490" fmla="*/ 946644 h 2398711"/>
              <a:gd name="connsiteX114491" fmla="*/ 349450 w 2119654"/>
              <a:gd name="connsiteY114491" fmla="*/ 948248 h 2398711"/>
              <a:gd name="connsiteX114492" fmla="*/ 357506 w 2119654"/>
              <a:gd name="connsiteY114492" fmla="*/ 961489 h 2398711"/>
              <a:gd name="connsiteX114493" fmla="*/ 356630 w 2119654"/>
              <a:gd name="connsiteY114493" fmla="*/ 958312 h 2398711"/>
              <a:gd name="connsiteX114494" fmla="*/ 420395 w 2119654"/>
              <a:gd name="connsiteY114494" fmla="*/ 787537 h 2398711"/>
              <a:gd name="connsiteX114495" fmla="*/ 419084 w 2119654"/>
              <a:gd name="connsiteY114495" fmla="*/ 794209 h 2398711"/>
              <a:gd name="connsiteX114496" fmla="*/ 419227 w 2119654"/>
              <a:gd name="connsiteY114496" fmla="*/ 794731 h 2398711"/>
              <a:gd name="connsiteX114497" fmla="*/ 420103 w 2119654"/>
              <a:gd name="connsiteY114497" fmla="*/ 795737 h 2398711"/>
              <a:gd name="connsiteX114498" fmla="*/ 421295 w 2119654"/>
              <a:gd name="connsiteY114498" fmla="*/ 788146 h 2398711"/>
              <a:gd name="connsiteX114499" fmla="*/ 342227 w 2119654"/>
              <a:gd name="connsiteY114499" fmla="*/ 962401 h 2398711"/>
              <a:gd name="connsiteX114500" fmla="*/ 342224 w 2119654"/>
              <a:gd name="connsiteY114500" fmla="*/ 963703 h 2398711"/>
              <a:gd name="connsiteX114501" fmla="*/ 342453 w 2119654"/>
              <a:gd name="connsiteY114501" fmla="*/ 963813 h 2398711"/>
              <a:gd name="connsiteX114502" fmla="*/ 444734 w 2119654"/>
              <a:gd name="connsiteY114502" fmla="*/ 732846 h 2398711"/>
              <a:gd name="connsiteX114503" fmla="*/ 444719 w 2119654"/>
              <a:gd name="connsiteY114503" fmla="*/ 732955 h 2398711"/>
              <a:gd name="connsiteX114504" fmla="*/ 444847 w 2119654"/>
              <a:gd name="connsiteY114504" fmla="*/ 733029 h 2398711"/>
              <a:gd name="connsiteX114505" fmla="*/ 585985 w 2119654"/>
              <a:gd name="connsiteY114505" fmla="*/ 416535 h 2398711"/>
              <a:gd name="connsiteX114506" fmla="*/ 592495 w 2119654"/>
              <a:gd name="connsiteY114506" fmla="*/ 422890 h 2398711"/>
              <a:gd name="connsiteX114507" fmla="*/ 597246 w 2119654"/>
              <a:gd name="connsiteY114507" fmla="*/ 425128 h 2398711"/>
              <a:gd name="connsiteX114508" fmla="*/ 597308 w 2119654"/>
              <a:gd name="connsiteY114508" fmla="*/ 423593 h 2398711"/>
              <a:gd name="connsiteX114509" fmla="*/ 306046 w 2119654"/>
              <a:gd name="connsiteY114509" fmla="*/ 1043321 h 2398711"/>
              <a:gd name="connsiteX114510" fmla="*/ 306459 w 2119654"/>
              <a:gd name="connsiteY114510" fmla="*/ 1046653 h 2398711"/>
              <a:gd name="connsiteX114511" fmla="*/ 306710 w 2119654"/>
              <a:gd name="connsiteY114511" fmla="*/ 1044765 h 2398711"/>
              <a:gd name="connsiteX114512" fmla="*/ 528959 w 2119654"/>
              <a:gd name="connsiteY114512" fmla="*/ 544135 h 2398711"/>
              <a:gd name="connsiteX114513" fmla="*/ 528883 w 2119654"/>
              <a:gd name="connsiteY114513" fmla="*/ 544575 h 2398711"/>
              <a:gd name="connsiteX114514" fmla="*/ 528124 w 2119654"/>
              <a:gd name="connsiteY114514" fmla="*/ 549633 h 2398711"/>
              <a:gd name="connsiteX114515" fmla="*/ 530830 w 2119654"/>
              <a:gd name="connsiteY114515" fmla="*/ 551846 h 2398711"/>
              <a:gd name="connsiteX114516" fmla="*/ 530997 w 2119654"/>
              <a:gd name="connsiteY114516" fmla="*/ 550879 h 2398711"/>
              <a:gd name="connsiteX114517" fmla="*/ 459020 w 2119654"/>
              <a:gd name="connsiteY114517" fmla="*/ 700706 h 2398711"/>
              <a:gd name="connsiteX114518" fmla="*/ 458232 w 2119654"/>
              <a:gd name="connsiteY114518" fmla="*/ 703750 h 2398711"/>
              <a:gd name="connsiteX114519" fmla="*/ 460006 w 2119654"/>
              <a:gd name="connsiteY114519" fmla="*/ 704368 h 2398711"/>
              <a:gd name="connsiteX114520" fmla="*/ 426168 w 2119654"/>
              <a:gd name="connsiteY114520" fmla="*/ 774117 h 2398711"/>
              <a:gd name="connsiteX114521" fmla="*/ 426222 w 2119654"/>
              <a:gd name="connsiteY114521" fmla="*/ 775588 h 2398711"/>
              <a:gd name="connsiteX114522" fmla="*/ 426247 w 2119654"/>
              <a:gd name="connsiteY114522" fmla="*/ 775622 h 2398711"/>
              <a:gd name="connsiteX114523" fmla="*/ 426851 w 2119654"/>
              <a:gd name="connsiteY114523" fmla="*/ 775837 h 2398711"/>
              <a:gd name="connsiteX114524" fmla="*/ 426995 w 2119654"/>
              <a:gd name="connsiteY114524" fmla="*/ 774622 h 2398711"/>
              <a:gd name="connsiteX114525" fmla="*/ 426892 w 2119654"/>
              <a:gd name="connsiteY114525" fmla="*/ 774556 h 2398711"/>
              <a:gd name="connsiteX114526" fmla="*/ 469115 w 2119654"/>
              <a:gd name="connsiteY114526" fmla="*/ 677899 h 2398711"/>
              <a:gd name="connsiteX114527" fmla="*/ 470396 w 2119654"/>
              <a:gd name="connsiteY114527" fmla="*/ 679257 h 2398711"/>
              <a:gd name="connsiteX114528" fmla="*/ 472088 w 2119654"/>
              <a:gd name="connsiteY114528" fmla="*/ 680093 h 2398711"/>
              <a:gd name="connsiteX114529" fmla="*/ 472583 w 2119654"/>
              <a:gd name="connsiteY114529" fmla="*/ 678894 h 2398711"/>
              <a:gd name="connsiteX114530" fmla="*/ 472435 w 2119654"/>
              <a:gd name="connsiteY114530" fmla="*/ 678453 h 2398711"/>
              <a:gd name="connsiteX114531" fmla="*/ 472074 w 2119654"/>
              <a:gd name="connsiteY114531" fmla="*/ 678176 h 2398711"/>
              <a:gd name="connsiteX114532" fmla="*/ 191449 w 2119654"/>
              <a:gd name="connsiteY114532" fmla="*/ 1299630 h 2398711"/>
              <a:gd name="connsiteX114533" fmla="*/ 196713 w 2119654"/>
              <a:gd name="connsiteY114533" fmla="*/ 1313415 h 2398711"/>
              <a:gd name="connsiteX114534" fmla="*/ 223820 w 2119654"/>
              <a:gd name="connsiteY114534" fmla="*/ 1342378 h 2398711"/>
              <a:gd name="connsiteX114535" fmla="*/ 222320 w 2119654"/>
              <a:gd name="connsiteY114535" fmla="*/ 1338448 h 2398711"/>
              <a:gd name="connsiteX114536" fmla="*/ 205318 w 2119654"/>
              <a:gd name="connsiteY114536" fmla="*/ 1317861 h 2398711"/>
              <a:gd name="connsiteX114537" fmla="*/ 514818 w 2119654"/>
              <a:gd name="connsiteY114537" fmla="*/ 575524 h 2398711"/>
              <a:gd name="connsiteX114538" fmla="*/ 515086 w 2119654"/>
              <a:gd name="connsiteY114538" fmla="*/ 577215 h 2398711"/>
              <a:gd name="connsiteX114539" fmla="*/ 515757 w 2119654"/>
              <a:gd name="connsiteY114539" fmla="*/ 577548 h 2398711"/>
              <a:gd name="connsiteX114540" fmla="*/ 499129 w 2119654"/>
              <a:gd name="connsiteY114540" fmla="*/ 610597 h 2398711"/>
              <a:gd name="connsiteX114541" fmla="*/ 499212 w 2119654"/>
              <a:gd name="connsiteY114541" fmla="*/ 611591 h 2398711"/>
              <a:gd name="connsiteX114542" fmla="*/ 499714 w 2119654"/>
              <a:gd name="connsiteY114542" fmla="*/ 611653 h 2398711"/>
              <a:gd name="connsiteX114543" fmla="*/ 377727 w 2119654"/>
              <a:gd name="connsiteY114543" fmla="*/ 882262 h 2398711"/>
              <a:gd name="connsiteX114544" fmla="*/ 377669 w 2119654"/>
              <a:gd name="connsiteY114544" fmla="*/ 882626 h 2398711"/>
              <a:gd name="connsiteX114545" fmla="*/ 378063 w 2119654"/>
              <a:gd name="connsiteY114545" fmla="*/ 883251 h 2398711"/>
              <a:gd name="connsiteX114546" fmla="*/ 462674 w 2119654"/>
              <a:gd name="connsiteY114546" fmla="*/ 692017 h 2398711"/>
              <a:gd name="connsiteX114547" fmla="*/ 462667 w 2119654"/>
              <a:gd name="connsiteY114547" fmla="*/ 698036 h 2398711"/>
              <a:gd name="connsiteX114548" fmla="*/ 462687 w 2119654"/>
              <a:gd name="connsiteY114548" fmla="*/ 698182 h 2398711"/>
              <a:gd name="connsiteX114549" fmla="*/ 463465 w 2119654"/>
              <a:gd name="connsiteY114549" fmla="*/ 692683 h 2398711"/>
              <a:gd name="connsiteX114550" fmla="*/ 502213 w 2119654"/>
              <a:gd name="connsiteY114550" fmla="*/ 603356 h 2398711"/>
              <a:gd name="connsiteX114551" fmla="*/ 503108 w 2119654"/>
              <a:gd name="connsiteY114551" fmla="*/ 606409 h 2398711"/>
              <a:gd name="connsiteX114552" fmla="*/ 503641 w 2119654"/>
              <a:gd name="connsiteY114552" fmla="*/ 605164 h 2398711"/>
              <a:gd name="connsiteX114553" fmla="*/ 503651 w 2119654"/>
              <a:gd name="connsiteY114553" fmla="*/ 604225 h 2398711"/>
              <a:gd name="connsiteX114554" fmla="*/ 371854 w 2119654"/>
              <a:gd name="connsiteY114554" fmla="*/ 895234 h 2398711"/>
              <a:gd name="connsiteX114555" fmla="*/ 371820 w 2119654"/>
              <a:gd name="connsiteY114555" fmla="*/ 895878 h 2398711"/>
              <a:gd name="connsiteX114556" fmla="*/ 373695 w 2119654"/>
              <a:gd name="connsiteY114556" fmla="*/ 902917 h 2398711"/>
              <a:gd name="connsiteX114557" fmla="*/ 373972 w 2119654"/>
              <a:gd name="connsiteY114557" fmla="*/ 903272 h 2398711"/>
              <a:gd name="connsiteX114558" fmla="*/ 374343 w 2119654"/>
              <a:gd name="connsiteY114558" fmla="*/ 900942 h 2398711"/>
              <a:gd name="connsiteX114559" fmla="*/ 481470 w 2119654"/>
              <a:gd name="connsiteY114559" fmla="*/ 649780 h 2398711"/>
              <a:gd name="connsiteX114560" fmla="*/ 481603 w 2119654"/>
              <a:gd name="connsiteY114560" fmla="*/ 653657 h 2398711"/>
              <a:gd name="connsiteX114561" fmla="*/ 482039 w 2119654"/>
              <a:gd name="connsiteY114561" fmla="*/ 653887 h 2398711"/>
              <a:gd name="connsiteX114562" fmla="*/ 482690 w 2119654"/>
              <a:gd name="connsiteY114562" fmla="*/ 654337 h 2398711"/>
              <a:gd name="connsiteX114563" fmla="*/ 483827 w 2119654"/>
              <a:gd name="connsiteY114563" fmla="*/ 651577 h 2398711"/>
              <a:gd name="connsiteX114564" fmla="*/ 542177 w 2119654"/>
              <a:gd name="connsiteY114564" fmla="*/ 513643 h 2398711"/>
              <a:gd name="connsiteX114565" fmla="*/ 543454 w 2119654"/>
              <a:gd name="connsiteY114565" fmla="*/ 514696 h 2398711"/>
              <a:gd name="connsiteX114566" fmla="*/ 543250 w 2119654"/>
              <a:gd name="connsiteY114566" fmla="*/ 514019 h 2398711"/>
              <a:gd name="connsiteX114567" fmla="*/ 444965 w 2119654"/>
              <a:gd name="connsiteY114567" fmla="*/ 731147 h 2398711"/>
              <a:gd name="connsiteX114568" fmla="*/ 444779 w 2119654"/>
              <a:gd name="connsiteY114568" fmla="*/ 732520 h 2398711"/>
              <a:gd name="connsiteX114569" fmla="*/ 445228 w 2119654"/>
              <a:gd name="connsiteY114569" fmla="*/ 733252 h 2398711"/>
              <a:gd name="connsiteX114570" fmla="*/ 445928 w 2119654"/>
              <a:gd name="connsiteY114570" fmla="*/ 733662 h 2398711"/>
              <a:gd name="connsiteX114571" fmla="*/ 446443 w 2119654"/>
              <a:gd name="connsiteY114571" fmla="*/ 731673 h 2398711"/>
              <a:gd name="connsiteX114572" fmla="*/ 496271 w 2119654"/>
              <a:gd name="connsiteY114572" fmla="*/ 616171 h 2398711"/>
              <a:gd name="connsiteX114573" fmla="*/ 497356 w 2119654"/>
              <a:gd name="connsiteY114573" fmla="*/ 619867 h 2398711"/>
              <a:gd name="connsiteX114574" fmla="*/ 498594 w 2119654"/>
              <a:gd name="connsiteY114574" fmla="*/ 616968 h 2398711"/>
              <a:gd name="connsiteX114575" fmla="*/ 496347 w 2119654"/>
              <a:gd name="connsiteY114575" fmla="*/ 616187 h 2398711"/>
              <a:gd name="connsiteX114576" fmla="*/ 459729 w 2119654"/>
              <a:gd name="connsiteY114576" fmla="*/ 697972 h 2398711"/>
              <a:gd name="connsiteX114577" fmla="*/ 459114 w 2119654"/>
              <a:gd name="connsiteY114577" fmla="*/ 700343 h 2398711"/>
              <a:gd name="connsiteX114578" fmla="*/ 460217 w 2119654"/>
              <a:gd name="connsiteY114578" fmla="*/ 704442 h 2398711"/>
              <a:gd name="connsiteX114579" fmla="*/ 460272 w 2119654"/>
              <a:gd name="connsiteY114579" fmla="*/ 704461 h 2398711"/>
              <a:gd name="connsiteX114580" fmla="*/ 234988 w 2119654"/>
              <a:gd name="connsiteY114580" fmla="*/ 1201131 h 2398711"/>
              <a:gd name="connsiteX114581" fmla="*/ 239779 w 2119654"/>
              <a:gd name="connsiteY114581" fmla="*/ 1207129 h 2398711"/>
              <a:gd name="connsiteX114582" fmla="*/ 237495 w 2119654"/>
              <a:gd name="connsiteY114582" fmla="*/ 1202764 h 2398711"/>
              <a:gd name="connsiteX114583" fmla="*/ 336700 w 2119654"/>
              <a:gd name="connsiteY114583" fmla="*/ 973270 h 2398711"/>
              <a:gd name="connsiteX114584" fmla="*/ 336769 w 2119654"/>
              <a:gd name="connsiteY114584" fmla="*/ 973613 h 2398711"/>
              <a:gd name="connsiteX114585" fmla="*/ 338529 w 2119654"/>
              <a:gd name="connsiteY114585" fmla="*/ 977484 h 2398711"/>
              <a:gd name="connsiteX114586" fmla="*/ 337989 w 2119654"/>
              <a:gd name="connsiteY114586" fmla="*/ 974411 h 2398711"/>
              <a:gd name="connsiteX114587" fmla="*/ 285076 w 2119654"/>
              <a:gd name="connsiteY114587" fmla="*/ 1088860 h 2398711"/>
              <a:gd name="connsiteX114588" fmla="*/ 292229 w 2119654"/>
              <a:gd name="connsiteY114588" fmla="*/ 1102174 h 2398711"/>
              <a:gd name="connsiteX114589" fmla="*/ 301602 w 2119654"/>
              <a:gd name="connsiteY114589" fmla="*/ 1108142 h 2398711"/>
              <a:gd name="connsiteX114590" fmla="*/ 301497 w 2119654"/>
              <a:gd name="connsiteY114590" fmla="*/ 1107604 h 2398711"/>
              <a:gd name="connsiteX114591" fmla="*/ 297535 w 2119654"/>
              <a:gd name="connsiteY114591" fmla="*/ 1100262 h 2398711"/>
              <a:gd name="connsiteX114592" fmla="*/ 279725 w 2119654"/>
              <a:gd name="connsiteY114592" fmla="*/ 1100751 h 2398711"/>
              <a:gd name="connsiteX114593" fmla="*/ 281203 w 2119654"/>
              <a:gd name="connsiteY114593" fmla="*/ 1105249 h 2398711"/>
              <a:gd name="connsiteX114594" fmla="*/ 280602 w 2119654"/>
              <a:gd name="connsiteY114594" fmla="*/ 1101494 h 2398711"/>
              <a:gd name="connsiteX114595" fmla="*/ 279804 w 2119654"/>
              <a:gd name="connsiteY114595" fmla="*/ 1100820 h 2398711"/>
              <a:gd name="connsiteX114596" fmla="*/ 297288 w 2119654"/>
              <a:gd name="connsiteY114596" fmla="*/ 1061348 h 2398711"/>
              <a:gd name="connsiteX114597" fmla="*/ 298144 w 2119654"/>
              <a:gd name="connsiteY114597" fmla="*/ 1063449 h 2398711"/>
              <a:gd name="connsiteX114598" fmla="*/ 298243 w 2119654"/>
              <a:gd name="connsiteY114598" fmla="*/ 1063684 h 2398711"/>
              <a:gd name="connsiteX114599" fmla="*/ 304633 w 2119654"/>
              <a:gd name="connsiteY114599" fmla="*/ 1070966 h 2398711"/>
              <a:gd name="connsiteX114600" fmla="*/ 304664 w 2119654"/>
              <a:gd name="connsiteY114600" fmla="*/ 1070380 h 2398711"/>
              <a:gd name="connsiteX114601" fmla="*/ 213314 w 2119654"/>
              <a:gd name="connsiteY114601" fmla="*/ 1249079 h 2398711"/>
              <a:gd name="connsiteX114602" fmla="*/ 213973 w 2119654"/>
              <a:gd name="connsiteY114602" fmla="*/ 1250359 h 2398711"/>
              <a:gd name="connsiteX114603" fmla="*/ 218145 w 2119654"/>
              <a:gd name="connsiteY114603" fmla="*/ 1254127 h 2398711"/>
              <a:gd name="connsiteX114604" fmla="*/ 217246 w 2119654"/>
              <a:gd name="connsiteY114604" fmla="*/ 1252380 h 2398711"/>
              <a:gd name="connsiteX114605" fmla="*/ 217142 w 2119654"/>
              <a:gd name="connsiteY114605" fmla="*/ 1252155 h 2398711"/>
              <a:gd name="connsiteX114606" fmla="*/ 529510 w 2119654"/>
              <a:gd name="connsiteY114606" fmla="*/ 540942 h 2398711"/>
              <a:gd name="connsiteX114607" fmla="*/ 529027 w 2119654"/>
              <a:gd name="connsiteY114607" fmla="*/ 543743 h 2398711"/>
              <a:gd name="connsiteX114608" fmla="*/ 531100 w 2119654"/>
              <a:gd name="connsiteY114608" fmla="*/ 550285 h 2398711"/>
              <a:gd name="connsiteX114609" fmla="*/ 531428 w 2119654"/>
              <a:gd name="connsiteY114609" fmla="*/ 548373 h 2398711"/>
              <a:gd name="connsiteX114610" fmla="*/ 531559 w 2119654"/>
              <a:gd name="connsiteY114610" fmla="*/ 548256 h 2398711"/>
              <a:gd name="connsiteX114611" fmla="*/ 531170 w 2119654"/>
              <a:gd name="connsiteY114611" fmla="*/ 550508 h 2398711"/>
              <a:gd name="connsiteX114612" fmla="*/ 531861 w 2119654"/>
              <a:gd name="connsiteY114612" fmla="*/ 552690 h 2398711"/>
              <a:gd name="connsiteX114613" fmla="*/ 535250 w 2119654"/>
              <a:gd name="connsiteY114613" fmla="*/ 555460 h 2398711"/>
              <a:gd name="connsiteX114614" fmla="*/ 535646 w 2119654"/>
              <a:gd name="connsiteY114614" fmla="*/ 555837 h 2398711"/>
              <a:gd name="connsiteX114615" fmla="*/ 535464 w 2119654"/>
              <a:gd name="connsiteY114615" fmla="*/ 554502 h 2398711"/>
              <a:gd name="connsiteX114616" fmla="*/ 535738 w 2119654"/>
              <a:gd name="connsiteY114616" fmla="*/ 554036 h 2398711"/>
              <a:gd name="connsiteX114617" fmla="*/ 536035 w 2119654"/>
              <a:gd name="connsiteY114617" fmla="*/ 556205 h 2398711"/>
              <a:gd name="connsiteX114618" fmla="*/ 536541 w 2119654"/>
              <a:gd name="connsiteY114618" fmla="*/ 556685 h 2398711"/>
              <a:gd name="connsiteX114619" fmla="*/ 538766 w 2119654"/>
              <a:gd name="connsiteY114619" fmla="*/ 557327 h 2398711"/>
              <a:gd name="connsiteX114620" fmla="*/ 537012 w 2119654"/>
              <a:gd name="connsiteY114620" fmla="*/ 551791 h 2398711"/>
              <a:gd name="connsiteX114621" fmla="*/ 535638 w 2119654"/>
              <a:gd name="connsiteY114621" fmla="*/ 551147 h 2398711"/>
              <a:gd name="connsiteX114622" fmla="*/ 535849 w 2119654"/>
              <a:gd name="connsiteY114622" fmla="*/ 551098 h 2398711"/>
              <a:gd name="connsiteX114623" fmla="*/ 536956 w 2119654"/>
              <a:gd name="connsiteY114623" fmla="*/ 551616 h 2398711"/>
              <a:gd name="connsiteX114624" fmla="*/ 534522 w 2119654"/>
              <a:gd name="connsiteY114624" fmla="*/ 543933 h 2398711"/>
              <a:gd name="connsiteX114625" fmla="*/ 371930 w 2119654"/>
              <a:gd name="connsiteY114625" fmla="*/ 893793 h 2398711"/>
              <a:gd name="connsiteX114626" fmla="*/ 371900 w 2119654"/>
              <a:gd name="connsiteY114626" fmla="*/ 894363 h 2398711"/>
              <a:gd name="connsiteX114627" fmla="*/ 374511 w 2119654"/>
              <a:gd name="connsiteY114627" fmla="*/ 899877 h 2398711"/>
              <a:gd name="connsiteX114628" fmla="*/ 374859 w 2119654"/>
              <a:gd name="connsiteY114628" fmla="*/ 897690 h 2398711"/>
              <a:gd name="connsiteX114629" fmla="*/ 566158 w 2119654"/>
              <a:gd name="connsiteY114629" fmla="*/ 458835 h 2398711"/>
              <a:gd name="connsiteX114630" fmla="*/ 565187 w 2119654"/>
              <a:gd name="connsiteY114630" fmla="*/ 463794 h 2398711"/>
              <a:gd name="connsiteX114631" fmla="*/ 565793 w 2119654"/>
              <a:gd name="connsiteY114631" fmla="*/ 464080 h 2398711"/>
              <a:gd name="connsiteX114632" fmla="*/ 566410 w 2119654"/>
              <a:gd name="connsiteY114632" fmla="*/ 460929 h 2398711"/>
              <a:gd name="connsiteX114633" fmla="*/ 441431 w 2119654"/>
              <a:gd name="connsiteY114633" fmla="*/ 738068 h 2398711"/>
              <a:gd name="connsiteX114634" fmla="*/ 441378 w 2119654"/>
              <a:gd name="connsiteY114634" fmla="*/ 740028 h 2398711"/>
              <a:gd name="connsiteX114635" fmla="*/ 442831 w 2119654"/>
              <a:gd name="connsiteY114635" fmla="*/ 740719 h 2398711"/>
              <a:gd name="connsiteX114636" fmla="*/ 442832 w 2119654"/>
              <a:gd name="connsiteY114636" fmla="*/ 740713 h 2398711"/>
              <a:gd name="connsiteX114637" fmla="*/ 464667 w 2119654"/>
              <a:gd name="connsiteY114637" fmla="*/ 685975 h 2398711"/>
              <a:gd name="connsiteX114638" fmla="*/ 463749 w 2119654"/>
              <a:gd name="connsiteY114638" fmla="*/ 692463 h 2398711"/>
              <a:gd name="connsiteX114639" fmla="*/ 464621 w 2119654"/>
              <a:gd name="connsiteY114639" fmla="*/ 693182 h 2398711"/>
              <a:gd name="connsiteX114640" fmla="*/ 465462 w 2119654"/>
              <a:gd name="connsiteY114640" fmla="*/ 687162 h 2398711"/>
              <a:gd name="connsiteX114641" fmla="*/ 465234 w 2119654"/>
              <a:gd name="connsiteY114641" fmla="*/ 686606 h 2398711"/>
              <a:gd name="connsiteX114642" fmla="*/ 287891 w 2119654"/>
              <a:gd name="connsiteY114642" fmla="*/ 1081366 h 2398711"/>
              <a:gd name="connsiteX114643" fmla="*/ 289039 w 2119654"/>
              <a:gd name="connsiteY114643" fmla="*/ 1083392 h 2398711"/>
              <a:gd name="connsiteX114644" fmla="*/ 289546 w 2119654"/>
              <a:gd name="connsiteY114644" fmla="*/ 1084191 h 2398711"/>
              <a:gd name="connsiteX114645" fmla="*/ 291702 w 2119654"/>
              <a:gd name="connsiteY114645" fmla="*/ 1086163 h 2398711"/>
              <a:gd name="connsiteX114646" fmla="*/ 290888 w 2119654"/>
              <a:gd name="connsiteY114646" fmla="*/ 1084072 h 2398711"/>
              <a:gd name="connsiteX114647" fmla="*/ 563819 w 2119654"/>
              <a:gd name="connsiteY114647" fmla="*/ 463483 h 2398711"/>
              <a:gd name="connsiteX114648" fmla="*/ 564137 w 2119654"/>
              <a:gd name="connsiteY114648" fmla="*/ 463815 h 2398711"/>
              <a:gd name="connsiteX114649" fmla="*/ 564170 w 2119654"/>
              <a:gd name="connsiteY114649" fmla="*/ 463648 h 2398711"/>
              <a:gd name="connsiteX114650" fmla="*/ 353836 w 2119654"/>
              <a:gd name="connsiteY114650" fmla="*/ 933659 h 2398711"/>
              <a:gd name="connsiteX114651" fmla="*/ 355480 w 2119654"/>
              <a:gd name="connsiteY114651" fmla="*/ 940772 h 2398711"/>
              <a:gd name="connsiteX114652" fmla="*/ 358991 w 2119654"/>
              <a:gd name="connsiteY114652" fmla="*/ 940911 h 2398711"/>
              <a:gd name="connsiteX114653" fmla="*/ 357645 w 2119654"/>
              <a:gd name="connsiteY114653" fmla="*/ 937928 h 2398711"/>
              <a:gd name="connsiteX114654" fmla="*/ 361434 w 2119654"/>
              <a:gd name="connsiteY114654" fmla="*/ 916609 h 2398711"/>
              <a:gd name="connsiteX114655" fmla="*/ 361432 w 2119654"/>
              <a:gd name="connsiteY114655" fmla="*/ 917139 h 2398711"/>
              <a:gd name="connsiteX114656" fmla="*/ 362679 w 2119654"/>
              <a:gd name="connsiteY114656" fmla="*/ 922209 h 2398711"/>
              <a:gd name="connsiteX114657" fmla="*/ 364612 w 2119654"/>
              <a:gd name="connsiteY114657" fmla="*/ 926640 h 2398711"/>
              <a:gd name="connsiteX114658" fmla="*/ 364908 w 2119654"/>
              <a:gd name="connsiteY114658" fmla="*/ 920974 h 2398711"/>
              <a:gd name="connsiteX114659" fmla="*/ 495991 w 2119654"/>
              <a:gd name="connsiteY114659" fmla="*/ 615215 h 2398711"/>
              <a:gd name="connsiteX114660" fmla="*/ 495997 w 2119654"/>
              <a:gd name="connsiteY114660" fmla="*/ 615234 h 2398711"/>
              <a:gd name="connsiteX114661" fmla="*/ 496047 w 2119654"/>
              <a:gd name="connsiteY114661" fmla="*/ 615251 h 2398711"/>
              <a:gd name="connsiteX114662" fmla="*/ 528462 w 2119654"/>
              <a:gd name="connsiteY114662" fmla="*/ 542488 h 2398711"/>
              <a:gd name="connsiteX114663" fmla="*/ 526912 w 2119654"/>
              <a:gd name="connsiteY114663" fmla="*/ 548643 h 2398711"/>
              <a:gd name="connsiteX114664" fmla="*/ 527895 w 2119654"/>
              <a:gd name="connsiteY114664" fmla="*/ 549447 h 2398711"/>
              <a:gd name="connsiteX114665" fmla="*/ 528866 w 2119654"/>
              <a:gd name="connsiteY114665" fmla="*/ 543826 h 2398711"/>
              <a:gd name="connsiteX114666" fmla="*/ 519269 w 2119654"/>
              <a:gd name="connsiteY114666" fmla="*/ 563011 h 2398711"/>
              <a:gd name="connsiteX114667" fmla="*/ 519379 w 2119654"/>
              <a:gd name="connsiteY114667" fmla="*/ 566043 h 2398711"/>
              <a:gd name="connsiteX114668" fmla="*/ 521842 w 2119654"/>
              <a:gd name="connsiteY114668" fmla="*/ 568062 h 2398711"/>
              <a:gd name="connsiteX114669" fmla="*/ 522183 w 2119654"/>
              <a:gd name="connsiteY114669" fmla="*/ 566711 h 2398711"/>
              <a:gd name="connsiteX114670" fmla="*/ 522227 w 2119654"/>
              <a:gd name="connsiteY114670" fmla="*/ 564166 h 2398711"/>
              <a:gd name="connsiteX114671" fmla="*/ 531964 w 2119654"/>
              <a:gd name="connsiteY114671" fmla="*/ 534422 h 2398711"/>
              <a:gd name="connsiteX114672" fmla="*/ 532032 w 2119654"/>
              <a:gd name="connsiteY114672" fmla="*/ 534636 h 2398711"/>
              <a:gd name="connsiteX114673" fmla="*/ 536574 w 2119654"/>
              <a:gd name="connsiteY114673" fmla="*/ 538351 h 2398711"/>
              <a:gd name="connsiteX114674" fmla="*/ 545275 w 2119654"/>
              <a:gd name="connsiteY114674" fmla="*/ 546600 h 2398711"/>
              <a:gd name="connsiteX114675" fmla="*/ 545166 w 2119654"/>
              <a:gd name="connsiteY114675" fmla="*/ 539991 h 2398711"/>
              <a:gd name="connsiteX114676" fmla="*/ 543780 w 2119654"/>
              <a:gd name="connsiteY114676" fmla="*/ 538552 h 2398711"/>
              <a:gd name="connsiteX114677" fmla="*/ 350450 w 2119654"/>
              <a:gd name="connsiteY114677" fmla="*/ 940718 h 2398711"/>
              <a:gd name="connsiteX114678" fmla="*/ 351119 w 2119654"/>
              <a:gd name="connsiteY114678" fmla="*/ 941792 h 2398711"/>
              <a:gd name="connsiteX114679" fmla="*/ 350496 w 2119654"/>
              <a:gd name="connsiteY114679" fmla="*/ 940720 h 2398711"/>
              <a:gd name="connsiteX114680" fmla="*/ 437419 w 2119654"/>
              <a:gd name="connsiteY114680" fmla="*/ 745906 h 2398711"/>
              <a:gd name="connsiteX114681" fmla="*/ 436620 w 2119654"/>
              <a:gd name="connsiteY114681" fmla="*/ 752148 h 2398711"/>
              <a:gd name="connsiteX114682" fmla="*/ 436850 w 2119654"/>
              <a:gd name="connsiteY114682" fmla="*/ 753070 h 2398711"/>
              <a:gd name="connsiteX114683" fmla="*/ 440069 w 2119654"/>
              <a:gd name="connsiteY114683" fmla="*/ 755120 h 2398711"/>
              <a:gd name="connsiteX114684" fmla="*/ 440091 w 2119654"/>
              <a:gd name="connsiteY114684" fmla="*/ 754307 h 2398711"/>
              <a:gd name="connsiteX114685" fmla="*/ 438870 w 2119654"/>
              <a:gd name="connsiteY114685" fmla="*/ 749778 h 2398711"/>
              <a:gd name="connsiteX114686" fmla="*/ 437768 w 2119654"/>
              <a:gd name="connsiteY114686" fmla="*/ 746750 h 2398711"/>
              <a:gd name="connsiteX114687" fmla="*/ 378399 w 2119654"/>
              <a:gd name="connsiteY114687" fmla="*/ 878037 h 2398711"/>
              <a:gd name="connsiteX114688" fmla="*/ 377796 w 2119654"/>
              <a:gd name="connsiteY114688" fmla="*/ 881829 h 2398711"/>
              <a:gd name="connsiteX114689" fmla="*/ 378533 w 2119654"/>
              <a:gd name="connsiteY114689" fmla="*/ 883997 h 2398711"/>
              <a:gd name="connsiteX114690" fmla="*/ 382101 w 2119654"/>
              <a:gd name="connsiteY114690" fmla="*/ 889654 h 2398711"/>
              <a:gd name="connsiteX114691" fmla="*/ 380292 w 2119654"/>
              <a:gd name="connsiteY114691" fmla="*/ 880728 h 2398711"/>
              <a:gd name="connsiteX114692" fmla="*/ 380195 w 2119654"/>
              <a:gd name="connsiteY114692" fmla="*/ 879960 h 2398711"/>
              <a:gd name="connsiteX114693" fmla="*/ 423521 w 2119654"/>
              <a:gd name="connsiteY114693" fmla="*/ 776905 h 2398711"/>
              <a:gd name="connsiteX114694" fmla="*/ 423123 w 2119654"/>
              <a:gd name="connsiteY114694" fmla="*/ 779437 h 2398711"/>
              <a:gd name="connsiteX114695" fmla="*/ 425463 w 2119654"/>
              <a:gd name="connsiteY114695" fmla="*/ 781935 h 2398711"/>
              <a:gd name="connsiteX114696" fmla="*/ 425425 w 2119654"/>
              <a:gd name="connsiteY114696" fmla="*/ 779342 h 2398711"/>
              <a:gd name="connsiteX114697" fmla="*/ 566629 w 2119654"/>
              <a:gd name="connsiteY114697" fmla="*/ 456436 h 2398711"/>
              <a:gd name="connsiteX114698" fmla="*/ 566309 w 2119654"/>
              <a:gd name="connsiteY114698" fmla="*/ 458069 h 2398711"/>
              <a:gd name="connsiteX114699" fmla="*/ 566560 w 2119654"/>
              <a:gd name="connsiteY114699" fmla="*/ 460162 h 2398711"/>
              <a:gd name="connsiteX114700" fmla="*/ 567241 w 2119654"/>
              <a:gd name="connsiteY114700" fmla="*/ 456681 h 2398711"/>
              <a:gd name="connsiteX114701" fmla="*/ 461753 w 2119654"/>
              <a:gd name="connsiteY114701" fmla="*/ 691243 h 2398711"/>
              <a:gd name="connsiteX114702" fmla="*/ 461798 w 2119654"/>
              <a:gd name="connsiteY114702" fmla="*/ 691573 h 2398711"/>
              <a:gd name="connsiteX114703" fmla="*/ 461809 w 2119654"/>
              <a:gd name="connsiteY114703" fmla="*/ 691290 h 2398711"/>
              <a:gd name="connsiteX114704" fmla="*/ 433817 w 2119654"/>
              <a:gd name="connsiteY114704" fmla="*/ 753738 h 2398711"/>
              <a:gd name="connsiteX114705" fmla="*/ 432590 w 2119654"/>
              <a:gd name="connsiteY114705" fmla="*/ 760513 h 2398711"/>
              <a:gd name="connsiteX114706" fmla="*/ 434071 w 2119654"/>
              <a:gd name="connsiteY114706" fmla="*/ 766548 h 2398711"/>
              <a:gd name="connsiteX114707" fmla="*/ 435714 w 2119654"/>
              <a:gd name="connsiteY114707" fmla="*/ 754945 h 2398711"/>
              <a:gd name="connsiteX114708" fmla="*/ 337445 w 2119654"/>
              <a:gd name="connsiteY114708" fmla="*/ 969527 h 2398711"/>
              <a:gd name="connsiteX114709" fmla="*/ 337997 w 2119654"/>
              <a:gd name="connsiteY114709" fmla="*/ 972666 h 2398711"/>
              <a:gd name="connsiteX114710" fmla="*/ 340447 w 2119654"/>
              <a:gd name="connsiteY114710" fmla="*/ 974834 h 2398711"/>
              <a:gd name="connsiteX114711" fmla="*/ 340447 w 2119654"/>
              <a:gd name="connsiteY114711" fmla="*/ 974769 h 2398711"/>
              <a:gd name="connsiteX114712" fmla="*/ 339387 w 2119654"/>
              <a:gd name="connsiteY114712" fmla="*/ 973253 h 2398711"/>
              <a:gd name="connsiteX114713" fmla="*/ 448538 w 2119654"/>
              <a:gd name="connsiteY114713" fmla="*/ 720662 h 2398711"/>
              <a:gd name="connsiteX114714" fmla="*/ 448719 w 2119654"/>
              <a:gd name="connsiteY114714" fmla="*/ 722885 h 2398711"/>
              <a:gd name="connsiteX114715" fmla="*/ 449126 w 2119654"/>
              <a:gd name="connsiteY114715" fmla="*/ 721316 h 2398711"/>
              <a:gd name="connsiteX114716" fmla="*/ 267645 w 2119654"/>
              <a:gd name="connsiteY114716" fmla="*/ 1125698 h 2398711"/>
              <a:gd name="connsiteX114717" fmla="*/ 269352 w 2119654"/>
              <a:gd name="connsiteY114717" fmla="*/ 1130892 h 2398711"/>
              <a:gd name="connsiteX114718" fmla="*/ 270574 w 2119654"/>
              <a:gd name="connsiteY114718" fmla="*/ 1132581 h 2398711"/>
              <a:gd name="connsiteX114719" fmla="*/ 277090 w 2119654"/>
              <a:gd name="connsiteY114719" fmla="*/ 1137772 h 2398711"/>
              <a:gd name="connsiteX114720" fmla="*/ 276966 w 2119654"/>
              <a:gd name="connsiteY114720" fmla="*/ 1137002 h 2398711"/>
              <a:gd name="connsiteX114721" fmla="*/ 267796 w 2119654"/>
              <a:gd name="connsiteY114721" fmla="*/ 1125897 h 2398711"/>
              <a:gd name="connsiteX114722" fmla="*/ 528937 w 2119654"/>
              <a:gd name="connsiteY114722" fmla="*/ 540601 h 2398711"/>
              <a:gd name="connsiteX114723" fmla="*/ 528536 w 2119654"/>
              <a:gd name="connsiteY114723" fmla="*/ 542192 h 2398711"/>
              <a:gd name="connsiteX114724" fmla="*/ 528932 w 2119654"/>
              <a:gd name="connsiteY114724" fmla="*/ 543445 h 2398711"/>
              <a:gd name="connsiteX114725" fmla="*/ 529378 w 2119654"/>
              <a:gd name="connsiteY114725" fmla="*/ 540864 h 2398711"/>
              <a:gd name="connsiteX114726" fmla="*/ 399196 w 2119654"/>
              <a:gd name="connsiteY114726" fmla="*/ 831106 h 2398711"/>
              <a:gd name="connsiteX114727" fmla="*/ 399159 w 2119654"/>
              <a:gd name="connsiteY114727" fmla="*/ 833164 h 2398711"/>
              <a:gd name="connsiteX114728" fmla="*/ 401297 w 2119654"/>
              <a:gd name="connsiteY114728" fmla="*/ 841693 h 2398711"/>
              <a:gd name="connsiteX114729" fmla="*/ 401522 w 2119654"/>
              <a:gd name="connsiteY114729" fmla="*/ 841802 h 2398711"/>
              <a:gd name="connsiteX114730" fmla="*/ 402307 w 2119654"/>
              <a:gd name="connsiteY114730" fmla="*/ 837807 h 2398711"/>
              <a:gd name="connsiteX114731" fmla="*/ 400969 w 2119654"/>
              <a:gd name="connsiteY114731" fmla="*/ 833728 h 2398711"/>
              <a:gd name="connsiteX114732" fmla="*/ 220578 w 2119654"/>
              <a:gd name="connsiteY114732" fmla="*/ 1231003 h 2398711"/>
              <a:gd name="connsiteX114733" fmla="*/ 222279 w 2119654"/>
              <a:gd name="connsiteY114733" fmla="*/ 1235000 h 2398711"/>
              <a:gd name="connsiteX114734" fmla="*/ 223135 w 2119654"/>
              <a:gd name="connsiteY114734" fmla="*/ 1236024 h 2398711"/>
              <a:gd name="connsiteX114735" fmla="*/ 222320 w 2119654"/>
              <a:gd name="connsiteY114735" fmla="*/ 1233548 h 2398711"/>
              <a:gd name="connsiteX114736" fmla="*/ 220755 w 2119654"/>
              <a:gd name="connsiteY114736" fmla="*/ 1231238 h 2398711"/>
              <a:gd name="connsiteX114737" fmla="*/ 485219 w 2119654"/>
              <a:gd name="connsiteY114737" fmla="*/ 638231 h 2398711"/>
              <a:gd name="connsiteX114738" fmla="*/ 487092 w 2119654"/>
              <a:gd name="connsiteY114738" fmla="*/ 643826 h 2398711"/>
              <a:gd name="connsiteX114739" fmla="*/ 487104 w 2119654"/>
              <a:gd name="connsiteY114739" fmla="*/ 643850 h 2398711"/>
              <a:gd name="connsiteX114740" fmla="*/ 488271 w 2119654"/>
              <a:gd name="connsiteY114740" fmla="*/ 641120 h 2398711"/>
              <a:gd name="connsiteX114741" fmla="*/ 488045 w 2119654"/>
              <a:gd name="connsiteY114741" fmla="*/ 640169 h 2398711"/>
              <a:gd name="connsiteX114742" fmla="*/ 485323 w 2119654"/>
              <a:gd name="connsiteY114742" fmla="*/ 638285 h 2398711"/>
              <a:gd name="connsiteX114743" fmla="*/ 525089 w 2119654"/>
              <a:gd name="connsiteY114743" fmla="*/ 548848 h 2398711"/>
              <a:gd name="connsiteX114744" fmla="*/ 525085 w 2119654"/>
              <a:gd name="connsiteY114744" fmla="*/ 551278 h 2398711"/>
              <a:gd name="connsiteX114745" fmla="*/ 525238 w 2119654"/>
              <a:gd name="connsiteY114745" fmla="*/ 553423 h 2398711"/>
              <a:gd name="connsiteX114746" fmla="*/ 525507 w 2119654"/>
              <a:gd name="connsiteY114746" fmla="*/ 553500 h 2398711"/>
              <a:gd name="connsiteX114747" fmla="*/ 526373 w 2119654"/>
              <a:gd name="connsiteY114747" fmla="*/ 550066 h 2398711"/>
              <a:gd name="connsiteX114748" fmla="*/ 475963 w 2119654"/>
              <a:gd name="connsiteY114748" fmla="*/ 658712 h 2398711"/>
              <a:gd name="connsiteX114749" fmla="*/ 476092 w 2119654"/>
              <a:gd name="connsiteY114749" fmla="*/ 662230 h 2398711"/>
              <a:gd name="connsiteX114750" fmla="*/ 476916 w 2119654"/>
              <a:gd name="connsiteY114750" fmla="*/ 662377 h 2398711"/>
              <a:gd name="connsiteX114751" fmla="*/ 476614 w 2119654"/>
              <a:gd name="connsiteY114751" fmla="*/ 658773 h 2398711"/>
              <a:gd name="connsiteX114752" fmla="*/ 200322 w 2119654"/>
              <a:gd name="connsiteY114752" fmla="*/ 1275898 h 2398711"/>
              <a:gd name="connsiteX114753" fmla="*/ 205915 w 2119654"/>
              <a:gd name="connsiteY114753" fmla="*/ 1290543 h 2398711"/>
              <a:gd name="connsiteX114754" fmla="*/ 212262 w 2119654"/>
              <a:gd name="connsiteY114754" fmla="*/ 1297335 h 2398711"/>
              <a:gd name="connsiteX114755" fmla="*/ 231326 w 2119654"/>
              <a:gd name="connsiteY114755" fmla="*/ 1316167 h 2398711"/>
              <a:gd name="connsiteX114756" fmla="*/ 234627 w 2119654"/>
              <a:gd name="connsiteY114756" fmla="*/ 1318037 h 2398711"/>
              <a:gd name="connsiteX114757" fmla="*/ 235518 w 2119654"/>
              <a:gd name="connsiteY114757" fmla="*/ 1318526 h 2398711"/>
              <a:gd name="connsiteX114758" fmla="*/ 228600 w 2119654"/>
              <a:gd name="connsiteY114758" fmla="*/ 1305650 h 2398711"/>
              <a:gd name="connsiteX114759" fmla="*/ 210883 w 2119654"/>
              <a:gd name="connsiteY114759" fmla="*/ 1292217 h 2398711"/>
              <a:gd name="connsiteX114760" fmla="*/ 210816 w 2119654"/>
              <a:gd name="connsiteY114760" fmla="*/ 1291964 h 2398711"/>
              <a:gd name="connsiteX114761" fmla="*/ 225186 w 2119654"/>
              <a:gd name="connsiteY114761" fmla="*/ 1302858 h 2398711"/>
              <a:gd name="connsiteX114762" fmla="*/ 228356 w 2119654"/>
              <a:gd name="connsiteY114762" fmla="*/ 1305196 h 2398711"/>
              <a:gd name="connsiteX114763" fmla="*/ 221880 w 2119654"/>
              <a:gd name="connsiteY114763" fmla="*/ 1293141 h 2398711"/>
              <a:gd name="connsiteX114764" fmla="*/ 218415 w 2119654"/>
              <a:gd name="connsiteY114764" fmla="*/ 1291187 h 2398711"/>
              <a:gd name="connsiteX114765" fmla="*/ 218297 w 2119654"/>
              <a:gd name="connsiteY114765" fmla="*/ 1290801 h 2398711"/>
              <a:gd name="connsiteX114766" fmla="*/ 221633 w 2119654"/>
              <a:gd name="connsiteY114766" fmla="*/ 1292682 h 2398711"/>
              <a:gd name="connsiteX114767" fmla="*/ 219871 w 2119654"/>
              <a:gd name="connsiteY114767" fmla="*/ 1289402 h 2398711"/>
              <a:gd name="connsiteX114768" fmla="*/ 218374 w 2119654"/>
              <a:gd name="connsiteY114768" fmla="*/ 1288448 h 2398711"/>
              <a:gd name="connsiteX114769" fmla="*/ 443069 w 2119654"/>
              <a:gd name="connsiteY114769" fmla="*/ 732253 h 2398711"/>
              <a:gd name="connsiteX114770" fmla="*/ 443713 w 2119654"/>
              <a:gd name="connsiteY114770" fmla="*/ 734233 h 2398711"/>
              <a:gd name="connsiteX114771" fmla="*/ 443914 w 2119654"/>
              <a:gd name="connsiteY114771" fmla="*/ 732748 h 2398711"/>
              <a:gd name="connsiteX114772" fmla="*/ 299762 w 2119654"/>
              <a:gd name="connsiteY114772" fmla="*/ 1053109 h 2398711"/>
              <a:gd name="connsiteX114773" fmla="*/ 302085 w 2119654"/>
              <a:gd name="connsiteY114773" fmla="*/ 1058458 h 2398711"/>
              <a:gd name="connsiteX114774" fmla="*/ 304921 w 2119654"/>
              <a:gd name="connsiteY114774" fmla="*/ 1063414 h 2398711"/>
              <a:gd name="connsiteX114775" fmla="*/ 305022 w 2119654"/>
              <a:gd name="connsiteY114775" fmla="*/ 1063530 h 2398711"/>
              <a:gd name="connsiteX114776" fmla="*/ 305030 w 2119654"/>
              <a:gd name="connsiteY114776" fmla="*/ 1063385 h 2398711"/>
              <a:gd name="connsiteX114777" fmla="*/ 304792 w 2119654"/>
              <a:gd name="connsiteY114777" fmla="*/ 1062283 h 2398711"/>
              <a:gd name="connsiteX114778" fmla="*/ 304277 w 2119654"/>
              <a:gd name="connsiteY114778" fmla="*/ 1058626 h 2398711"/>
              <a:gd name="connsiteX114779" fmla="*/ 303625 w 2119654"/>
              <a:gd name="connsiteY114779" fmla="*/ 1057497 h 2398711"/>
              <a:gd name="connsiteX114780" fmla="*/ 445587 w 2119654"/>
              <a:gd name="connsiteY114780" fmla="*/ 726562 h 2398711"/>
              <a:gd name="connsiteX114781" fmla="*/ 445167 w 2119654"/>
              <a:gd name="connsiteY114781" fmla="*/ 729663 h 2398711"/>
              <a:gd name="connsiteX114782" fmla="*/ 446813 w 2119654"/>
              <a:gd name="connsiteY114782" fmla="*/ 730250 h 2398711"/>
              <a:gd name="connsiteX114783" fmla="*/ 447225 w 2119654"/>
              <a:gd name="connsiteY114783" fmla="*/ 728658 h 2398711"/>
              <a:gd name="connsiteX114784" fmla="*/ 461862 w 2119654"/>
              <a:gd name="connsiteY114784" fmla="*/ 690002 h 2398711"/>
              <a:gd name="connsiteX114785" fmla="*/ 461669 w 2119654"/>
              <a:gd name="connsiteY114785" fmla="*/ 690623 h 2398711"/>
              <a:gd name="connsiteX114786" fmla="*/ 461689 w 2119654"/>
              <a:gd name="connsiteY114786" fmla="*/ 690767 h 2398711"/>
              <a:gd name="connsiteX114787" fmla="*/ 461825 w 2119654"/>
              <a:gd name="connsiteY114787" fmla="*/ 690878 h 2398711"/>
              <a:gd name="connsiteX114788" fmla="*/ 567008 w 2119654"/>
              <a:gd name="connsiteY114788" fmla="*/ 454497 h 2398711"/>
              <a:gd name="connsiteX114789" fmla="*/ 566699 w 2119654"/>
              <a:gd name="connsiteY114789" fmla="*/ 456076 h 2398711"/>
              <a:gd name="connsiteX114790" fmla="*/ 567311 w 2119654"/>
              <a:gd name="connsiteY114790" fmla="*/ 456321 h 2398711"/>
              <a:gd name="connsiteX114791" fmla="*/ 567621 w 2119654"/>
              <a:gd name="connsiteY114791" fmla="*/ 454740 h 2398711"/>
              <a:gd name="connsiteX114792" fmla="*/ 378697 w 2119654"/>
              <a:gd name="connsiteY114792" fmla="*/ 876159 h 2398711"/>
              <a:gd name="connsiteX114793" fmla="*/ 378601 w 2119654"/>
              <a:gd name="connsiteY114793" fmla="*/ 876759 h 2398711"/>
              <a:gd name="connsiteX114794" fmla="*/ 379504 w 2119654"/>
              <a:gd name="connsiteY114794" fmla="*/ 877725 h 2398711"/>
              <a:gd name="connsiteX114795" fmla="*/ 443647 w 2119654"/>
              <a:gd name="connsiteY114795" fmla="*/ 730678 h 2398711"/>
              <a:gd name="connsiteX114796" fmla="*/ 444096 w 2119654"/>
              <a:gd name="connsiteY114796" fmla="*/ 731409 h 2398711"/>
              <a:gd name="connsiteX114797" fmla="*/ 444170 w 2119654"/>
              <a:gd name="connsiteY114797" fmla="*/ 730864 h 2398711"/>
              <a:gd name="connsiteX114798" fmla="*/ 423101 w 2119654"/>
              <a:gd name="connsiteY114798" fmla="*/ 776587 h 2398711"/>
              <a:gd name="connsiteX114799" fmla="*/ 422528 w 2119654"/>
              <a:gd name="connsiteY114799" fmla="*/ 778801 h 2398711"/>
              <a:gd name="connsiteX114800" fmla="*/ 422728 w 2119654"/>
              <a:gd name="connsiteY114800" fmla="*/ 779015 h 2398711"/>
              <a:gd name="connsiteX114801" fmla="*/ 422887 w 2119654"/>
              <a:gd name="connsiteY114801" fmla="*/ 778000 h 2398711"/>
              <a:gd name="connsiteX114802" fmla="*/ 423127 w 2119654"/>
              <a:gd name="connsiteY114802" fmla="*/ 776596 h 2398711"/>
              <a:gd name="connsiteX114803" fmla="*/ 582864 w 2119654"/>
              <a:gd name="connsiteY114803" fmla="*/ 418799 h 2398711"/>
              <a:gd name="connsiteX114804" fmla="*/ 583533 w 2119654"/>
              <a:gd name="connsiteY114804" fmla="*/ 423032 h 2398711"/>
              <a:gd name="connsiteX114805" fmla="*/ 588382 w 2119654"/>
              <a:gd name="connsiteY114805" fmla="*/ 440112 h 2398711"/>
              <a:gd name="connsiteX114806" fmla="*/ 596481 w 2119654"/>
              <a:gd name="connsiteY114806" fmla="*/ 448277 h 2398711"/>
              <a:gd name="connsiteX114807" fmla="*/ 596838 w 2119654"/>
              <a:gd name="connsiteY114807" fmla="*/ 435156 h 2398711"/>
              <a:gd name="connsiteX114808" fmla="*/ 597127 w 2119654"/>
              <a:gd name="connsiteY114808" fmla="*/ 428057 h 2398711"/>
              <a:gd name="connsiteX114809" fmla="*/ 592571 w 2119654"/>
              <a:gd name="connsiteY114809" fmla="*/ 423489 h 2398711"/>
              <a:gd name="connsiteX114810" fmla="*/ 585507 w 2119654"/>
              <a:gd name="connsiteY114810" fmla="*/ 420044 h 2398711"/>
              <a:gd name="connsiteX114811" fmla="*/ 530288 w 2119654"/>
              <a:gd name="connsiteY114811" fmla="*/ 536440 h 2398711"/>
              <a:gd name="connsiteX114812" fmla="*/ 529559 w 2119654"/>
              <a:gd name="connsiteY114812" fmla="*/ 540657 h 2398711"/>
              <a:gd name="connsiteX114813" fmla="*/ 534342 w 2119654"/>
              <a:gd name="connsiteY114813" fmla="*/ 543369 h 2398711"/>
              <a:gd name="connsiteX114814" fmla="*/ 532946 w 2119654"/>
              <a:gd name="connsiteY114814" fmla="*/ 538960 h 2398711"/>
              <a:gd name="connsiteX114815" fmla="*/ 481341 w 2119654"/>
              <a:gd name="connsiteY114815" fmla="*/ 646025 h 2398711"/>
              <a:gd name="connsiteX114816" fmla="*/ 481408 w 2119654"/>
              <a:gd name="connsiteY114816" fmla="*/ 647976 h 2398711"/>
              <a:gd name="connsiteX114817" fmla="*/ 483953 w 2119654"/>
              <a:gd name="connsiteY114817" fmla="*/ 649635 h 2398711"/>
              <a:gd name="connsiteX114818" fmla="*/ 483596 w 2119654"/>
              <a:gd name="connsiteY114818" fmla="*/ 648569 h 2398711"/>
              <a:gd name="connsiteX114819" fmla="*/ 482672 w 2119654"/>
              <a:gd name="connsiteY114819" fmla="*/ 646652 h 2398711"/>
              <a:gd name="connsiteX114820" fmla="*/ 385283 w 2119654"/>
              <a:gd name="connsiteY114820" fmla="*/ 861087 h 2398711"/>
              <a:gd name="connsiteX114821" fmla="*/ 387431 w 2119654"/>
              <a:gd name="connsiteY114821" fmla="*/ 866100 h 2398711"/>
              <a:gd name="connsiteX114822" fmla="*/ 387587 w 2119654"/>
              <a:gd name="connsiteY114822" fmla="*/ 864783 h 2398711"/>
              <a:gd name="connsiteX114823" fmla="*/ 386881 w 2119654"/>
              <a:gd name="connsiteY114823" fmla="*/ 861992 h 2398711"/>
              <a:gd name="connsiteX114824" fmla="*/ 316814 w 2119654"/>
              <a:gd name="connsiteY114824" fmla="*/ 1014171 h 2398711"/>
              <a:gd name="connsiteX114825" fmla="*/ 317066 w 2119654"/>
              <a:gd name="connsiteY114825" fmla="*/ 1020701 h 2398711"/>
              <a:gd name="connsiteX114826" fmla="*/ 318013 w 2119654"/>
              <a:gd name="connsiteY114826" fmla="*/ 1022185 h 2398711"/>
              <a:gd name="connsiteX114827" fmla="*/ 317478 w 2119654"/>
              <a:gd name="connsiteY114827" fmla="*/ 1015634 h 2398711"/>
              <a:gd name="connsiteX114828" fmla="*/ 209132 w 2119654"/>
              <a:gd name="connsiteY114828" fmla="*/ 1255225 h 2398711"/>
              <a:gd name="connsiteX114829" fmla="*/ 211573 w 2119654"/>
              <a:gd name="connsiteY114829" fmla="*/ 1259918 h 2398711"/>
              <a:gd name="connsiteX114830" fmla="*/ 216630 w 2119654"/>
              <a:gd name="connsiteY114830" fmla="*/ 1264486 h 2398711"/>
              <a:gd name="connsiteX114831" fmla="*/ 317899 w 2119654"/>
              <a:gd name="connsiteY114831" fmla="*/ 1011647 h 2398711"/>
              <a:gd name="connsiteX114832" fmla="*/ 318318 w 2119654"/>
              <a:gd name="connsiteY114832" fmla="*/ 1016770 h 2398711"/>
              <a:gd name="connsiteX114833" fmla="*/ 319824 w 2119654"/>
              <a:gd name="connsiteY114833" fmla="*/ 1019974 h 2398711"/>
              <a:gd name="connsiteX114834" fmla="*/ 319313 w 2119654"/>
              <a:gd name="connsiteY114834" fmla="*/ 1013868 h 2398711"/>
              <a:gd name="connsiteX114835" fmla="*/ 399223 w 2119654"/>
              <a:gd name="connsiteY114835" fmla="*/ 829496 h 2398711"/>
              <a:gd name="connsiteX114836" fmla="*/ 399201 w 2119654"/>
              <a:gd name="connsiteY114836" fmla="*/ 830779 h 2398711"/>
              <a:gd name="connsiteX114837" fmla="*/ 400756 w 2119654"/>
              <a:gd name="connsiteY114837" fmla="*/ 833079 h 2398711"/>
              <a:gd name="connsiteX114838" fmla="*/ 400083 w 2119654"/>
              <a:gd name="connsiteY114838" fmla="*/ 831030 h 2398711"/>
              <a:gd name="connsiteX114839" fmla="*/ 429668 w 2119654"/>
              <a:gd name="connsiteY114839" fmla="*/ 761271 h 2398711"/>
              <a:gd name="connsiteX114840" fmla="*/ 428950 w 2119654"/>
              <a:gd name="connsiteY114840" fmla="*/ 767339 h 2398711"/>
              <a:gd name="connsiteX114841" fmla="*/ 429896 w 2119654"/>
              <a:gd name="connsiteY114841" fmla="*/ 762119 h 2398711"/>
              <a:gd name="connsiteX114842" fmla="*/ 407160 w 2119654"/>
              <a:gd name="connsiteY114842" fmla="*/ 811565 h 2398711"/>
              <a:gd name="connsiteX114843" fmla="*/ 407513 w 2119654"/>
              <a:gd name="connsiteY114843" fmla="*/ 813191 h 2398711"/>
              <a:gd name="connsiteX114844" fmla="*/ 407663 w 2119654"/>
              <a:gd name="connsiteY114844" fmla="*/ 812610 h 2398711"/>
              <a:gd name="connsiteX114845" fmla="*/ 441526 w 2119654"/>
              <a:gd name="connsiteY114845" fmla="*/ 734594 h 2398711"/>
              <a:gd name="connsiteX114846" fmla="*/ 441448 w 2119654"/>
              <a:gd name="connsiteY114846" fmla="*/ 737448 h 2398711"/>
              <a:gd name="connsiteX114847" fmla="*/ 442903 w 2119654"/>
              <a:gd name="connsiteY114847" fmla="*/ 740193 h 2398711"/>
              <a:gd name="connsiteX114848" fmla="*/ 443033 w 2119654"/>
              <a:gd name="connsiteY114848" fmla="*/ 739235 h 2398711"/>
              <a:gd name="connsiteX114849" fmla="*/ 372140 w 2119654"/>
              <a:gd name="connsiteY114849" fmla="*/ 889791 h 2398711"/>
              <a:gd name="connsiteX114850" fmla="*/ 371954 w 2119654"/>
              <a:gd name="connsiteY114850" fmla="*/ 893318 h 2398711"/>
              <a:gd name="connsiteX114851" fmla="*/ 374926 w 2119654"/>
              <a:gd name="connsiteY114851" fmla="*/ 897269 h 2398711"/>
              <a:gd name="connsiteX114852" fmla="*/ 375658 w 2119654"/>
              <a:gd name="connsiteY114852" fmla="*/ 892652 h 2398711"/>
              <a:gd name="connsiteX114853" fmla="*/ 374804 w 2119654"/>
              <a:gd name="connsiteY114853" fmla="*/ 890685 h 2398711"/>
              <a:gd name="connsiteX114854" fmla="*/ 235073 w 2119654"/>
              <a:gd name="connsiteY114854" fmla="*/ 1196692 h 2398711"/>
              <a:gd name="connsiteX114855" fmla="*/ 237937 w 2119654"/>
              <a:gd name="connsiteY114855" fmla="*/ 1202164 h 2398711"/>
              <a:gd name="connsiteX114856" fmla="*/ 242040 w 2119654"/>
              <a:gd name="connsiteY114856" fmla="*/ 1204824 h 2398711"/>
              <a:gd name="connsiteX114857" fmla="*/ 237010 w 2119654"/>
              <a:gd name="connsiteY114857" fmla="*/ 1198322 h 2398711"/>
              <a:gd name="connsiteX114858" fmla="*/ 265028 w 2119654"/>
              <a:gd name="connsiteY114858" fmla="*/ 1129476 h 2398711"/>
              <a:gd name="connsiteX114859" fmla="*/ 265187 w 2119654"/>
              <a:gd name="connsiteY114859" fmla="*/ 1130125 h 2398711"/>
              <a:gd name="connsiteX114860" fmla="*/ 269534 w 2119654"/>
              <a:gd name="connsiteY114860" fmla="*/ 1135632 h 2398711"/>
              <a:gd name="connsiteX114861" fmla="*/ 269000 w 2119654"/>
              <a:gd name="connsiteY114861" fmla="*/ 1134003 h 2398711"/>
              <a:gd name="connsiteX114862" fmla="*/ 512166 w 2119654"/>
              <a:gd name="connsiteY114862" fmla="*/ 575961 h 2398711"/>
              <a:gd name="connsiteX114863" fmla="*/ 512772 w 2119654"/>
              <a:gd name="connsiteY114863" fmla="*/ 581029 h 2398711"/>
              <a:gd name="connsiteX114864" fmla="*/ 513560 w 2119654"/>
              <a:gd name="connsiteY114864" fmla="*/ 581593 h 2398711"/>
              <a:gd name="connsiteX114865" fmla="*/ 512713 w 2119654"/>
              <a:gd name="connsiteY114865" fmla="*/ 576227 h 2398711"/>
              <a:gd name="connsiteX114866" fmla="*/ 214064 w 2119654"/>
              <a:gd name="connsiteY114866" fmla="*/ 1243330 h 2398711"/>
              <a:gd name="connsiteX114867" fmla="*/ 218074 w 2119654"/>
              <a:gd name="connsiteY114867" fmla="*/ 1251129 h 2398711"/>
              <a:gd name="connsiteX114868" fmla="*/ 222685 w 2119654"/>
              <a:gd name="connsiteY114868" fmla="*/ 1254835 h 2398711"/>
              <a:gd name="connsiteX114869" fmla="*/ 219880 w 2119654"/>
              <a:gd name="connsiteY114869" fmla="*/ 1246684 h 2398711"/>
              <a:gd name="connsiteX114870" fmla="*/ 424150 w 2119654"/>
              <a:gd name="connsiteY114870" fmla="*/ 772890 h 2398711"/>
              <a:gd name="connsiteX114871" fmla="*/ 424144 w 2119654"/>
              <a:gd name="connsiteY114871" fmla="*/ 772929 h 2398711"/>
              <a:gd name="connsiteX114872" fmla="*/ 425352 w 2119654"/>
              <a:gd name="connsiteY114872" fmla="*/ 774475 h 2398711"/>
              <a:gd name="connsiteX114873" fmla="*/ 425339 w 2119654"/>
              <a:gd name="connsiteY114873" fmla="*/ 773612 h 2398711"/>
              <a:gd name="connsiteX114874" fmla="*/ 475899 w 2119654"/>
              <a:gd name="connsiteY114874" fmla="*/ 657008 h 2398711"/>
              <a:gd name="connsiteX114875" fmla="*/ 475907 w 2119654"/>
              <a:gd name="connsiteY114875" fmla="*/ 657237 h 2398711"/>
              <a:gd name="connsiteX114876" fmla="*/ 476135 w 2119654"/>
              <a:gd name="connsiteY114876" fmla="*/ 657258 h 2398711"/>
              <a:gd name="connsiteX114877" fmla="*/ 379070 w 2119654"/>
              <a:gd name="connsiteY114877" fmla="*/ 873809 h 2398711"/>
              <a:gd name="connsiteX114878" fmla="*/ 378770 w 2119654"/>
              <a:gd name="connsiteY114878" fmla="*/ 875697 h 2398711"/>
              <a:gd name="connsiteX114879" fmla="*/ 379947 w 2119654"/>
              <a:gd name="connsiteY114879" fmla="*/ 877978 h 2398711"/>
              <a:gd name="connsiteX114880" fmla="*/ 379484 w 2119654"/>
              <a:gd name="connsiteY114880" fmla="*/ 874292 h 2398711"/>
              <a:gd name="connsiteX114881" fmla="*/ 463507 w 2119654"/>
              <a:gd name="connsiteY114881" fmla="*/ 684686 h 2398711"/>
              <a:gd name="connsiteX114882" fmla="*/ 462681 w 2119654"/>
              <a:gd name="connsiteY114882" fmla="*/ 687357 h 2398711"/>
              <a:gd name="connsiteX114883" fmla="*/ 462675 w 2119654"/>
              <a:gd name="connsiteY114883" fmla="*/ 691579 h 2398711"/>
              <a:gd name="connsiteX114884" fmla="*/ 463523 w 2119654"/>
              <a:gd name="connsiteY114884" fmla="*/ 692277 h 2398711"/>
              <a:gd name="connsiteX114885" fmla="*/ 464449 w 2119654"/>
              <a:gd name="connsiteY114885" fmla="*/ 685733 h 2398711"/>
              <a:gd name="connsiteX114886" fmla="*/ 317833 w 2119654"/>
              <a:gd name="connsiteY114886" fmla="*/ 1010835 h 2398711"/>
              <a:gd name="connsiteX114887" fmla="*/ 317838 w 2119654"/>
              <a:gd name="connsiteY114887" fmla="*/ 1010900 h 2398711"/>
              <a:gd name="connsiteX114888" fmla="*/ 318172 w 2119654"/>
              <a:gd name="connsiteY114888" fmla="*/ 1011410 h 2398711"/>
              <a:gd name="connsiteX114889" fmla="*/ 352800 w 2119654"/>
              <a:gd name="connsiteY114889" fmla="*/ 932499 h 2398711"/>
              <a:gd name="connsiteX114890" fmla="*/ 354592 w 2119654"/>
              <a:gd name="connsiteY114890" fmla="*/ 940737 h 2398711"/>
              <a:gd name="connsiteX114891" fmla="*/ 355193 w 2119654"/>
              <a:gd name="connsiteY114891" fmla="*/ 940760 h 2398711"/>
              <a:gd name="connsiteX114892" fmla="*/ 353451 w 2119654"/>
              <a:gd name="connsiteY114892" fmla="*/ 933228 h 2398711"/>
              <a:gd name="connsiteX114893" fmla="*/ 319383 w 2119654"/>
              <a:gd name="connsiteY114893" fmla="*/ 1007296 h 2398711"/>
              <a:gd name="connsiteX114894" fmla="*/ 319564 w 2119654"/>
              <a:gd name="connsiteY114894" fmla="*/ 1009464 h 2398711"/>
              <a:gd name="connsiteX114895" fmla="*/ 323897 w 2119654"/>
              <a:gd name="connsiteY114895" fmla="*/ 1015614 h 2398711"/>
              <a:gd name="connsiteX114896" fmla="*/ 321613 w 2119654"/>
              <a:gd name="connsiteY114896" fmla="*/ 1008991 h 2398711"/>
              <a:gd name="connsiteX114897" fmla="*/ 261980 w 2119654"/>
              <a:gd name="connsiteY114897" fmla="*/ 1135819 h 2398711"/>
              <a:gd name="connsiteX114898" fmla="*/ 266015 w 2119654"/>
              <a:gd name="connsiteY114898" fmla="*/ 1146626 h 2398711"/>
              <a:gd name="connsiteX114899" fmla="*/ 266018 w 2119654"/>
              <a:gd name="connsiteY114899" fmla="*/ 1146611 h 2398711"/>
              <a:gd name="connsiteX114900" fmla="*/ 268306 w 2119654"/>
              <a:gd name="connsiteY114900" fmla="*/ 1152121 h 2398711"/>
              <a:gd name="connsiteX114901" fmla="*/ 270161 w 2119654"/>
              <a:gd name="connsiteY114901" fmla="*/ 1152970 h 2398711"/>
              <a:gd name="connsiteX114902" fmla="*/ 266970 w 2119654"/>
              <a:gd name="connsiteY114902" fmla="*/ 1139971 h 2398711"/>
              <a:gd name="connsiteX114903" fmla="*/ 375725 w 2119654"/>
              <a:gd name="connsiteY114903" fmla="*/ 881094 h 2398711"/>
              <a:gd name="connsiteX114904" fmla="*/ 376902 w 2119654"/>
              <a:gd name="connsiteY114904" fmla="*/ 884832 h 2398711"/>
              <a:gd name="connsiteX114905" fmla="*/ 377129 w 2119654"/>
              <a:gd name="connsiteY114905" fmla="*/ 883399 h 2398711"/>
              <a:gd name="connsiteX114906" fmla="*/ 241418 w 2119654"/>
              <a:gd name="connsiteY114906" fmla="*/ 1181619 h 2398711"/>
              <a:gd name="connsiteX114907" fmla="*/ 242376 w 2119654"/>
              <a:gd name="connsiteY114907" fmla="*/ 1185519 h 2398711"/>
              <a:gd name="connsiteX114908" fmla="*/ 247113 w 2119654"/>
              <a:gd name="connsiteY114908" fmla="*/ 1190563 h 2398711"/>
              <a:gd name="connsiteX114909" fmla="*/ 273993 w 2119654"/>
              <a:gd name="connsiteY114909" fmla="*/ 1108610 h 2398711"/>
              <a:gd name="connsiteX114910" fmla="*/ 274417 w 2119654"/>
              <a:gd name="connsiteY114910" fmla="*/ 1110963 h 2398711"/>
              <a:gd name="connsiteX114911" fmla="*/ 278110 w 2119654"/>
              <a:gd name="connsiteY114911" fmla="*/ 1116880 h 2398711"/>
              <a:gd name="connsiteX114912" fmla="*/ 275624 w 2119654"/>
              <a:gd name="connsiteY114912" fmla="*/ 1111411 h 2398711"/>
              <a:gd name="connsiteX114913" fmla="*/ 467671 w 2119654"/>
              <a:gd name="connsiteY114913" fmla="*/ 674794 h 2398711"/>
              <a:gd name="connsiteX114914" fmla="*/ 467543 w 2119654"/>
              <a:gd name="connsiteY114914" fmla="*/ 675781 h 2398711"/>
              <a:gd name="connsiteX114915" fmla="*/ 469153 w 2119654"/>
              <a:gd name="connsiteY114915" fmla="*/ 675932 h 2398711"/>
              <a:gd name="connsiteX114916" fmla="*/ 425953 w 2119654"/>
              <a:gd name="connsiteY114916" fmla="*/ 768190 h 2398711"/>
              <a:gd name="connsiteX114917" fmla="*/ 426161 w 2119654"/>
              <a:gd name="connsiteY114917" fmla="*/ 773943 h 2398711"/>
              <a:gd name="connsiteX114918" fmla="*/ 427014 w 2119654"/>
              <a:gd name="connsiteY114918" fmla="*/ 774461 h 2398711"/>
              <a:gd name="connsiteX114919" fmla="*/ 427552 w 2119654"/>
              <a:gd name="connsiteY114919" fmla="*/ 769913 h 2398711"/>
              <a:gd name="connsiteX114920" fmla="*/ 426887 w 2119654"/>
              <a:gd name="connsiteY114920" fmla="*/ 768476 h 2398711"/>
              <a:gd name="connsiteX114921" fmla="*/ 527847 w 2119654"/>
              <a:gd name="connsiteY114921" fmla="*/ 539951 h 2398711"/>
              <a:gd name="connsiteX114922" fmla="*/ 528301 w 2119654"/>
              <a:gd name="connsiteY114922" fmla="*/ 541452 h 2398711"/>
              <a:gd name="connsiteX114923" fmla="*/ 528435 w 2119654"/>
              <a:gd name="connsiteY114923" fmla="*/ 541876 h 2398711"/>
              <a:gd name="connsiteX114924" fmla="*/ 528780 w 2119654"/>
              <a:gd name="connsiteY114924" fmla="*/ 540508 h 2398711"/>
              <a:gd name="connsiteX114925" fmla="*/ 379267 w 2119654"/>
              <a:gd name="connsiteY114925" fmla="*/ 872569 h 2398711"/>
              <a:gd name="connsiteX114926" fmla="*/ 379130 w 2119654"/>
              <a:gd name="connsiteY114926" fmla="*/ 873433 h 2398711"/>
              <a:gd name="connsiteX114927" fmla="*/ 379416 w 2119654"/>
              <a:gd name="connsiteY114927" fmla="*/ 873758 h 2398711"/>
              <a:gd name="connsiteX114928" fmla="*/ 396851 w 2119654"/>
              <a:gd name="connsiteY114928" fmla="*/ 833104 h 2398711"/>
              <a:gd name="connsiteX114929" fmla="*/ 397077 w 2119654"/>
              <a:gd name="connsiteY114929" fmla="*/ 839676 h 2398711"/>
              <a:gd name="connsiteX114930" fmla="*/ 397290 w 2119654"/>
              <a:gd name="connsiteY114930" fmla="*/ 839778 h 2398711"/>
              <a:gd name="connsiteX114931" fmla="*/ 397387 w 2119654"/>
              <a:gd name="connsiteY114931" fmla="*/ 834263 h 2398711"/>
              <a:gd name="connsiteX114932" fmla="*/ 530965 w 2119654"/>
              <a:gd name="connsiteY114932" fmla="*/ 532517 h 2398711"/>
              <a:gd name="connsiteX114933" fmla="*/ 530911 w 2119654"/>
              <a:gd name="connsiteY114933" fmla="*/ 532836 h 2398711"/>
              <a:gd name="connsiteX114934" fmla="*/ 531077 w 2119654"/>
              <a:gd name="connsiteY114934" fmla="*/ 532887 h 2398711"/>
              <a:gd name="connsiteX114935" fmla="*/ 481262 w 2119654"/>
              <a:gd name="connsiteY114935" fmla="*/ 643725 h 2398711"/>
              <a:gd name="connsiteX114936" fmla="*/ 481329 w 2119654"/>
              <a:gd name="connsiteY114936" fmla="*/ 645687 h 2398711"/>
              <a:gd name="connsiteX114937" fmla="*/ 482464 w 2119654"/>
              <a:gd name="connsiteY114937" fmla="*/ 646222 h 2398711"/>
              <a:gd name="connsiteX114938" fmla="*/ 446173 w 2119654"/>
              <a:gd name="connsiteY114938" fmla="*/ 722246 h 2398711"/>
              <a:gd name="connsiteX114939" fmla="*/ 445999 w 2119654"/>
              <a:gd name="connsiteY114939" fmla="*/ 723530 h 2398711"/>
              <a:gd name="connsiteX114940" fmla="*/ 446760 w 2119654"/>
              <a:gd name="connsiteY114940" fmla="*/ 724504 h 2398711"/>
              <a:gd name="connsiteX114941" fmla="*/ 340373 w 2119654"/>
              <a:gd name="connsiteY114941" fmla="*/ 959133 h 2398711"/>
              <a:gd name="connsiteX114942" fmla="*/ 340467 w 2119654"/>
              <a:gd name="connsiteY114942" fmla="*/ 959517 h 2398711"/>
              <a:gd name="connsiteX114943" fmla="*/ 340467 w 2119654"/>
              <a:gd name="connsiteY114943" fmla="*/ 959252 h 2398711"/>
              <a:gd name="connsiteX114944" fmla="*/ 435017 w 2119654"/>
              <a:gd name="connsiteY114944" fmla="*/ 747112 h 2398711"/>
              <a:gd name="connsiteX114945" fmla="*/ 434239 w 2119654"/>
              <a:gd name="connsiteY114945" fmla="*/ 751409 h 2398711"/>
              <a:gd name="connsiteX114946" fmla="*/ 436051 w 2119654"/>
              <a:gd name="connsiteY114946" fmla="*/ 752562 h 2398711"/>
              <a:gd name="connsiteX114947" fmla="*/ 436168 w 2119654"/>
              <a:gd name="connsiteY114947" fmla="*/ 751737 h 2398711"/>
              <a:gd name="connsiteX114948" fmla="*/ 430036 w 2119654"/>
              <a:gd name="connsiteY114948" fmla="*/ 758146 h 2398711"/>
              <a:gd name="connsiteX114949" fmla="*/ 429701 w 2119654"/>
              <a:gd name="connsiteY114949" fmla="*/ 760983 h 2398711"/>
              <a:gd name="connsiteX114950" fmla="*/ 429941 w 2119654"/>
              <a:gd name="connsiteY114950" fmla="*/ 761872 h 2398711"/>
              <a:gd name="connsiteX114951" fmla="*/ 430123 w 2119654"/>
              <a:gd name="connsiteY114951" fmla="*/ 760861 h 2398711"/>
              <a:gd name="connsiteX114952" fmla="*/ 430045 w 2119654"/>
              <a:gd name="connsiteY114952" fmla="*/ 758557 h 2398711"/>
              <a:gd name="connsiteX114953" fmla="*/ 264725 w 2119654"/>
              <a:gd name="connsiteY114953" fmla="*/ 1128243 h 2398711"/>
              <a:gd name="connsiteX114954" fmla="*/ 264812 w 2119654"/>
              <a:gd name="connsiteY114954" fmla="*/ 1128597 h 2398711"/>
              <a:gd name="connsiteX114955" fmla="*/ 268666 w 2119654"/>
              <a:gd name="connsiteY114955" fmla="*/ 1132991 h 2398711"/>
              <a:gd name="connsiteX114956" fmla="*/ 267949 w 2119654"/>
              <a:gd name="connsiteY114956" fmla="*/ 1130811 h 2398711"/>
              <a:gd name="connsiteX114957" fmla="*/ 565823 w 2119654"/>
              <a:gd name="connsiteY114957" fmla="*/ 454026 h 2398711"/>
              <a:gd name="connsiteX114958" fmla="*/ 565909 w 2119654"/>
              <a:gd name="connsiteY114958" fmla="*/ 454748 h 2398711"/>
              <a:gd name="connsiteX114959" fmla="*/ 566034 w 2119654"/>
              <a:gd name="connsiteY114959" fmla="*/ 454110 h 2398711"/>
              <a:gd name="connsiteX114960" fmla="*/ 479152 w 2119654"/>
              <a:gd name="connsiteY114960" fmla="*/ 648015 h 2398711"/>
              <a:gd name="connsiteX114961" fmla="*/ 479432 w 2119654"/>
              <a:gd name="connsiteY114961" fmla="*/ 652513 h 2398711"/>
              <a:gd name="connsiteX114962" fmla="*/ 481276 w 2119654"/>
              <a:gd name="connsiteY114962" fmla="*/ 653484 h 2398711"/>
              <a:gd name="connsiteX114963" fmla="*/ 481140 w 2119654"/>
              <a:gd name="connsiteY114963" fmla="*/ 649530 h 2398711"/>
              <a:gd name="connsiteX114964" fmla="*/ 327191 w 2119654"/>
              <a:gd name="connsiteY114964" fmla="*/ 988267 h 2398711"/>
              <a:gd name="connsiteX114965" fmla="*/ 327449 w 2119654"/>
              <a:gd name="connsiteY114965" fmla="*/ 989401 h 2398711"/>
              <a:gd name="connsiteX114966" fmla="*/ 329704 w 2119654"/>
              <a:gd name="connsiteY114966" fmla="*/ 992999 h 2398711"/>
              <a:gd name="connsiteX114967" fmla="*/ 332413 w 2119654"/>
              <a:gd name="connsiteY114967" fmla="*/ 995157 h 2398711"/>
              <a:gd name="connsiteX114968" fmla="*/ 331877 w 2119654"/>
              <a:gd name="connsiteY114968" fmla="*/ 993849 h 2398711"/>
              <a:gd name="connsiteX114969" fmla="*/ 442415 w 2119654"/>
              <a:gd name="connsiteY114969" fmla="*/ 730239 h 2398711"/>
              <a:gd name="connsiteX114970" fmla="*/ 442963 w 2119654"/>
              <a:gd name="connsiteY114970" fmla="*/ 731925 h 2398711"/>
              <a:gd name="connsiteX114971" fmla="*/ 443947 w 2119654"/>
              <a:gd name="connsiteY114971" fmla="*/ 732503 h 2398711"/>
              <a:gd name="connsiteX114972" fmla="*/ 444052 w 2119654"/>
              <a:gd name="connsiteY114972" fmla="*/ 731734 h 2398711"/>
              <a:gd name="connsiteX114973" fmla="*/ 443334 w 2119654"/>
              <a:gd name="connsiteY114973" fmla="*/ 730566 h 2398711"/>
              <a:gd name="connsiteX114974" fmla="*/ 383711 w 2119654"/>
              <a:gd name="connsiteY114974" fmla="*/ 861470 h 2398711"/>
              <a:gd name="connsiteX114975" fmla="*/ 383902 w 2119654"/>
              <a:gd name="connsiteY114975" fmla="*/ 862442 h 2398711"/>
              <a:gd name="connsiteX114976" fmla="*/ 384141 w 2119654"/>
              <a:gd name="connsiteY114976" fmla="*/ 862716 h 2398711"/>
              <a:gd name="connsiteX114977" fmla="*/ 511954 w 2119654"/>
              <a:gd name="connsiteY114977" fmla="*/ 574201 h 2398711"/>
              <a:gd name="connsiteX114978" fmla="*/ 512140 w 2119654"/>
              <a:gd name="connsiteY114978" fmla="*/ 575754 h 2398711"/>
              <a:gd name="connsiteX114979" fmla="*/ 512680 w 2119654"/>
              <a:gd name="connsiteY114979" fmla="*/ 576022 h 2398711"/>
              <a:gd name="connsiteX114980" fmla="*/ 512422 w 2119654"/>
              <a:gd name="connsiteY114980" fmla="*/ 574387 h 2398711"/>
              <a:gd name="connsiteX114981" fmla="*/ 425258 w 2119654"/>
              <a:gd name="connsiteY114981" fmla="*/ 768265 h 2398711"/>
              <a:gd name="connsiteX114982" fmla="*/ 424290 w 2119654"/>
              <a:gd name="connsiteY114982" fmla="*/ 772002 h 2398711"/>
              <a:gd name="connsiteX114983" fmla="*/ 424175 w 2119654"/>
              <a:gd name="connsiteY114983" fmla="*/ 772735 h 2398711"/>
              <a:gd name="connsiteX114984" fmla="*/ 425336 w 2119654"/>
              <a:gd name="connsiteY114984" fmla="*/ 773440 h 2398711"/>
              <a:gd name="connsiteX114985" fmla="*/ 493356 w 2119654"/>
              <a:gd name="connsiteY114985" fmla="*/ 615548 h 2398711"/>
              <a:gd name="connsiteX114986" fmla="*/ 493578 w 2119654"/>
              <a:gd name="connsiteY114986" fmla="*/ 622013 h 2398711"/>
              <a:gd name="connsiteX114987" fmla="*/ 495807 w 2119654"/>
              <a:gd name="connsiteY114987" fmla="*/ 623491 h 2398711"/>
              <a:gd name="connsiteX114988" fmla="*/ 497086 w 2119654"/>
              <a:gd name="connsiteY114988" fmla="*/ 620497 h 2398711"/>
              <a:gd name="connsiteX114989" fmla="*/ 495788 w 2119654"/>
              <a:gd name="connsiteY114989" fmla="*/ 616068 h 2398711"/>
              <a:gd name="connsiteX114990" fmla="*/ 243714 w 2119654"/>
              <a:gd name="connsiteY114990" fmla="*/ 1174470 h 2398711"/>
              <a:gd name="connsiteX114991" fmla="*/ 249673 w 2119654"/>
              <a:gd name="connsiteY114991" fmla="*/ 1188470 h 2398711"/>
              <a:gd name="connsiteX114992" fmla="*/ 253237 w 2119654"/>
              <a:gd name="connsiteY114992" fmla="*/ 1193360 h 2398711"/>
              <a:gd name="connsiteX114993" fmla="*/ 253243 w 2119654"/>
              <a:gd name="connsiteY114993" fmla="*/ 1193338 h 2398711"/>
              <a:gd name="connsiteX114994" fmla="*/ 253273 w 2119654"/>
              <a:gd name="connsiteY114994" fmla="*/ 1193408 h 2398711"/>
              <a:gd name="connsiteX114995" fmla="*/ 265354 w 2119654"/>
              <a:gd name="connsiteY114995" fmla="*/ 1209980 h 2398711"/>
              <a:gd name="connsiteX114996" fmla="*/ 269360 w 2119654"/>
              <a:gd name="connsiteY114996" fmla="*/ 1214245 h 2398711"/>
              <a:gd name="connsiteX114997" fmla="*/ 269084 w 2119654"/>
              <a:gd name="connsiteY114997" fmla="*/ 1213039 h 2398711"/>
              <a:gd name="connsiteX114998" fmla="*/ 264818 w 2119654"/>
              <a:gd name="connsiteY114998" fmla="*/ 1201611 h 2398711"/>
              <a:gd name="connsiteX114999" fmla="*/ 263178 w 2119654"/>
              <a:gd name="connsiteY114999" fmla="*/ 1195960 h 2398711"/>
              <a:gd name="connsiteX115000" fmla="*/ 261725 w 2119654"/>
              <a:gd name="connsiteY115000" fmla="*/ 1193854 h 2398711"/>
              <a:gd name="connsiteX115001" fmla="*/ 252349 w 2119654"/>
              <a:gd name="connsiteY115001" fmla="*/ 1179257 h 2398711"/>
              <a:gd name="connsiteX115002" fmla="*/ 286444 w 2119654"/>
              <a:gd name="connsiteY115002" fmla="*/ 1078712 h 2398711"/>
              <a:gd name="connsiteX115003" fmla="*/ 286728 w 2119654"/>
              <a:gd name="connsiteY115003" fmla="*/ 1079314 h 2398711"/>
              <a:gd name="connsiteX115004" fmla="*/ 286832 w 2119654"/>
              <a:gd name="connsiteY115004" fmla="*/ 1079497 h 2398711"/>
              <a:gd name="connsiteX115005" fmla="*/ 290340 w 2119654"/>
              <a:gd name="connsiteY115005" fmla="*/ 1082665 h 2398711"/>
              <a:gd name="connsiteX115006" fmla="*/ 289795 w 2119654"/>
              <a:gd name="connsiteY115006" fmla="*/ 1081266 h 2398711"/>
              <a:gd name="connsiteX115007" fmla="*/ 286748 w 2119654"/>
              <a:gd name="connsiteY115007" fmla="*/ 1078950 h 2398711"/>
              <a:gd name="connsiteX115008" fmla="*/ 425885 w 2119654"/>
              <a:gd name="connsiteY115008" fmla="*/ 766304 h 2398711"/>
              <a:gd name="connsiteX115009" fmla="*/ 425938 w 2119654"/>
              <a:gd name="connsiteY115009" fmla="*/ 767778 h 2398711"/>
              <a:gd name="connsiteX115010" fmla="*/ 426669 w 2119654"/>
              <a:gd name="connsiteY115010" fmla="*/ 768001 h 2398711"/>
              <a:gd name="connsiteX115011" fmla="*/ 232434 w 2119654"/>
              <a:gd name="connsiteY115011" fmla="*/ 1199469 h 2398711"/>
              <a:gd name="connsiteX115012" fmla="*/ 235752 w 2119654"/>
              <a:gd name="connsiteY115012" fmla="*/ 1204665 h 2398711"/>
              <a:gd name="connsiteX115013" fmla="*/ 244449 w 2119654"/>
              <a:gd name="connsiteY115013" fmla="*/ 1216051 h 2398711"/>
              <a:gd name="connsiteX115014" fmla="*/ 241155 w 2119654"/>
              <a:gd name="connsiteY115014" fmla="*/ 1209757 h 2398711"/>
              <a:gd name="connsiteX115015" fmla="*/ 233901 w 2119654"/>
              <a:gd name="connsiteY115015" fmla="*/ 1200423 h 2398711"/>
              <a:gd name="connsiteX115016" fmla="*/ 521188 w 2119654"/>
              <a:gd name="connsiteY115016" fmla="*/ 552575 h 2398711"/>
              <a:gd name="connsiteX115017" fmla="*/ 521540 w 2119654"/>
              <a:gd name="connsiteY115017" fmla="*/ 553768 h 2398711"/>
              <a:gd name="connsiteX115018" fmla="*/ 521542 w 2119654"/>
              <a:gd name="connsiteY115018" fmla="*/ 552677 h 2398711"/>
              <a:gd name="connsiteX115019" fmla="*/ 473206 w 2119654"/>
              <a:gd name="connsiteY115019" fmla="*/ 659900 h 2398711"/>
              <a:gd name="connsiteX115020" fmla="*/ 473404 w 2119654"/>
              <a:gd name="connsiteY115020" fmla="*/ 660990 h 2398711"/>
              <a:gd name="connsiteX115021" fmla="*/ 473675 w 2119654"/>
              <a:gd name="connsiteY115021" fmla="*/ 661798 h 2398711"/>
              <a:gd name="connsiteX115022" fmla="*/ 474215 w 2119654"/>
              <a:gd name="connsiteY115022" fmla="*/ 661895 h 2398711"/>
              <a:gd name="connsiteX115023" fmla="*/ 494842 w 2119654"/>
              <a:gd name="connsiteY115023" fmla="*/ 611296 h 2398711"/>
              <a:gd name="connsiteX115024" fmla="*/ 495221 w 2119654"/>
              <a:gd name="connsiteY115024" fmla="*/ 612588 h 2398711"/>
              <a:gd name="connsiteX115025" fmla="*/ 499219 w 2119654"/>
              <a:gd name="connsiteY115025" fmla="*/ 615238 h 2398711"/>
              <a:gd name="connsiteX115026" fmla="*/ 499005 w 2119654"/>
              <a:gd name="connsiteY115026" fmla="*/ 612185 h 2398711"/>
              <a:gd name="connsiteX115027" fmla="*/ 466783 w 2119654"/>
              <a:gd name="connsiteY115027" fmla="*/ 674111 h 2398711"/>
              <a:gd name="connsiteX115028" fmla="*/ 466475 w 2119654"/>
              <a:gd name="connsiteY115028" fmla="*/ 675107 h 2398711"/>
              <a:gd name="connsiteX115029" fmla="*/ 467060 w 2119654"/>
              <a:gd name="connsiteY115029" fmla="*/ 675727 h 2398711"/>
              <a:gd name="connsiteX115030" fmla="*/ 467238 w 2119654"/>
              <a:gd name="connsiteY115030" fmla="*/ 674460 h 2398711"/>
              <a:gd name="connsiteX115031" fmla="*/ 255754 w 2119654"/>
              <a:gd name="connsiteY115031" fmla="*/ 1146622 h 2398711"/>
              <a:gd name="connsiteX115032" fmla="*/ 256608 w 2119654"/>
              <a:gd name="connsiteY115032" fmla="*/ 1147896 h 2398711"/>
              <a:gd name="connsiteX115033" fmla="*/ 258691 w 2119654"/>
              <a:gd name="connsiteY115033" fmla="*/ 1149739 h 2398711"/>
              <a:gd name="connsiteX115034" fmla="*/ 257893 w 2119654"/>
              <a:gd name="connsiteY115034" fmla="*/ 1147601 h 2398711"/>
              <a:gd name="connsiteX115035" fmla="*/ 294490 w 2119654"/>
              <a:gd name="connsiteY115035" fmla="*/ 1059789 h 2398711"/>
              <a:gd name="connsiteX115036" fmla="*/ 301022 w 2119654"/>
              <a:gd name="connsiteY115036" fmla="*/ 1071002 h 2398711"/>
              <a:gd name="connsiteX115037" fmla="*/ 298153 w 2119654"/>
              <a:gd name="connsiteY115037" fmla="*/ 1063964 h 2398711"/>
              <a:gd name="connsiteX115038" fmla="*/ 317600 w 2119654"/>
              <a:gd name="connsiteY115038" fmla="*/ 1007984 h 2398711"/>
              <a:gd name="connsiteX115039" fmla="*/ 317607 w 2119654"/>
              <a:gd name="connsiteY115039" fmla="*/ 1008064 h 2398711"/>
              <a:gd name="connsiteX115040" fmla="*/ 319004 w 2119654"/>
              <a:gd name="connsiteY115040" fmla="*/ 1010171 h 2398711"/>
              <a:gd name="connsiteX115041" fmla="*/ 319002 w 2119654"/>
              <a:gd name="connsiteY115041" fmla="*/ 1010153 h 2398711"/>
              <a:gd name="connsiteX115042" fmla="*/ 372386 w 2119654"/>
              <a:gd name="connsiteY115042" fmla="*/ 885113 h 2398711"/>
              <a:gd name="connsiteX115043" fmla="*/ 372259 w 2119654"/>
              <a:gd name="connsiteY115043" fmla="*/ 887537 h 2398711"/>
              <a:gd name="connsiteX115044" fmla="*/ 373648 w 2119654"/>
              <a:gd name="connsiteY115044" fmla="*/ 888021 h 2398711"/>
              <a:gd name="connsiteX115045" fmla="*/ 446636 w 2119654"/>
              <a:gd name="connsiteY115045" fmla="*/ 718844 h 2398711"/>
              <a:gd name="connsiteX115046" fmla="*/ 446624 w 2119654"/>
              <a:gd name="connsiteY115046" fmla="*/ 718935 h 2398711"/>
              <a:gd name="connsiteX115047" fmla="*/ 448186 w 2119654"/>
              <a:gd name="connsiteY115047" fmla="*/ 724947 h 2398711"/>
              <a:gd name="connsiteX115048" fmla="*/ 448472 w 2119654"/>
              <a:gd name="connsiteY115048" fmla="*/ 723840 h 2398711"/>
              <a:gd name="connsiteX115049" fmla="*/ 448359 w 2119654"/>
              <a:gd name="connsiteY115049" fmla="*/ 722451 h 2398711"/>
              <a:gd name="connsiteX115050" fmla="*/ 448212 w 2119654"/>
              <a:gd name="connsiteY115050" fmla="*/ 720300 h 2398711"/>
              <a:gd name="connsiteX115051" fmla="*/ 447004 w 2119654"/>
              <a:gd name="connsiteY115051" fmla="*/ 718957 h 2398711"/>
              <a:gd name="connsiteX115052" fmla="*/ 239147 w 2119654"/>
              <a:gd name="connsiteY115052" fmla="*/ 1183412 h 2398711"/>
              <a:gd name="connsiteX115053" fmla="*/ 242387 w 2119654"/>
              <a:gd name="connsiteY115053" fmla="*/ 1190429 h 2398711"/>
              <a:gd name="connsiteX115054" fmla="*/ 242859 w 2119654"/>
              <a:gd name="connsiteY115054" fmla="*/ 1190955 h 2398711"/>
              <a:gd name="connsiteX115055" fmla="*/ 241669 w 2119654"/>
              <a:gd name="connsiteY115055" fmla="*/ 1186107 h 2398711"/>
              <a:gd name="connsiteX115056" fmla="*/ 316682 w 2119654"/>
              <a:gd name="connsiteY115056" fmla="*/ 1009735 h 2398711"/>
              <a:gd name="connsiteX115057" fmla="*/ 316660 w 2119654"/>
              <a:gd name="connsiteY115057" fmla="*/ 1010147 h 2398711"/>
              <a:gd name="connsiteX115058" fmla="*/ 316790 w 2119654"/>
              <a:gd name="connsiteY115058" fmla="*/ 1013516 h 2398711"/>
              <a:gd name="connsiteX115059" fmla="*/ 317413 w 2119654"/>
              <a:gd name="connsiteY115059" fmla="*/ 1014844 h 2398711"/>
              <a:gd name="connsiteX115060" fmla="*/ 317149 w 2119654"/>
              <a:gd name="connsiteY115060" fmla="*/ 1011605 h 2398711"/>
              <a:gd name="connsiteX115061" fmla="*/ 317062 w 2119654"/>
              <a:gd name="connsiteY115061" fmla="*/ 1010332 h 2398711"/>
              <a:gd name="connsiteX115062" fmla="*/ 348797 w 2119654"/>
              <a:gd name="connsiteY115062" fmla="*/ 937808 h 2398711"/>
              <a:gd name="connsiteX115063" fmla="*/ 348816 w 2119654"/>
              <a:gd name="connsiteY115063" fmla="*/ 938100 h 2398711"/>
              <a:gd name="connsiteX115064" fmla="*/ 350357 w 2119654"/>
              <a:gd name="connsiteY115064" fmla="*/ 940569 h 2398711"/>
              <a:gd name="connsiteX115065" fmla="*/ 350408 w 2119654"/>
              <a:gd name="connsiteY115065" fmla="*/ 940571 h 2398711"/>
              <a:gd name="connsiteX115066" fmla="*/ 481180 w 2119654"/>
              <a:gd name="connsiteY115066" fmla="*/ 641358 h 2398711"/>
              <a:gd name="connsiteX115067" fmla="*/ 481200 w 2119654"/>
              <a:gd name="connsiteY115067" fmla="*/ 641928 h 2398711"/>
              <a:gd name="connsiteX115068" fmla="*/ 481699 w 2119654"/>
              <a:gd name="connsiteY115068" fmla="*/ 642909 h 2398711"/>
              <a:gd name="connsiteX115069" fmla="*/ 511768 w 2119654"/>
              <a:gd name="connsiteY115069" fmla="*/ 572642 h 2398711"/>
              <a:gd name="connsiteX115070" fmla="*/ 511935 w 2119654"/>
              <a:gd name="connsiteY115070" fmla="*/ 574037 h 2398711"/>
              <a:gd name="connsiteX115071" fmla="*/ 512396 w 2119654"/>
              <a:gd name="connsiteY115071" fmla="*/ 574220 h 2398711"/>
              <a:gd name="connsiteX115072" fmla="*/ 512203 w 2119654"/>
              <a:gd name="connsiteY115072" fmla="*/ 573000 h 2398711"/>
              <a:gd name="connsiteX115073" fmla="*/ 467700 w 2119654"/>
              <a:gd name="connsiteY115073" fmla="*/ 671150 h 2398711"/>
              <a:gd name="connsiteX115074" fmla="*/ 467024 w 2119654"/>
              <a:gd name="connsiteY115074" fmla="*/ 673334 h 2398711"/>
              <a:gd name="connsiteX115075" fmla="*/ 467359 w 2119654"/>
              <a:gd name="connsiteY115075" fmla="*/ 673592 h 2398711"/>
              <a:gd name="connsiteX115076" fmla="*/ 435865 w 2119654"/>
              <a:gd name="connsiteY115076" fmla="*/ 742427 h 2398711"/>
              <a:gd name="connsiteX115077" fmla="*/ 435164 w 2119654"/>
              <a:gd name="connsiteY115077" fmla="*/ 746298 h 2398711"/>
              <a:gd name="connsiteX115078" fmla="*/ 436295 w 2119654"/>
              <a:gd name="connsiteY115078" fmla="*/ 750842 h 2398711"/>
              <a:gd name="connsiteX115079" fmla="*/ 437102 w 2119654"/>
              <a:gd name="connsiteY115079" fmla="*/ 745143 h 2398711"/>
              <a:gd name="connsiteX115080" fmla="*/ 436004 w 2119654"/>
              <a:gd name="connsiteY115080" fmla="*/ 742493 h 2398711"/>
              <a:gd name="connsiteX115081" fmla="*/ 138914 w 2119654"/>
              <a:gd name="connsiteY115081" fmla="*/ 1407186 h 2398711"/>
              <a:gd name="connsiteX115082" fmla="*/ 143379 w 2119654"/>
              <a:gd name="connsiteY115082" fmla="*/ 1415716 h 2398711"/>
              <a:gd name="connsiteX115083" fmla="*/ 144555 w 2119654"/>
              <a:gd name="connsiteY115083" fmla="*/ 1417188 h 2398711"/>
              <a:gd name="connsiteX115084" fmla="*/ 163916 w 2119654"/>
              <a:gd name="connsiteY115084" fmla="*/ 1430716 h 2398711"/>
              <a:gd name="connsiteX115085" fmla="*/ 161244 w 2119654"/>
              <a:gd name="connsiteY115085" fmla="*/ 1427155 h 2398711"/>
              <a:gd name="connsiteX115086" fmla="*/ 148947 w 2119654"/>
              <a:gd name="connsiteY115086" fmla="*/ 1419153 h 2398711"/>
              <a:gd name="connsiteX115087" fmla="*/ 148808 w 2119654"/>
              <a:gd name="connsiteY115087" fmla="*/ 1418575 h 2398711"/>
              <a:gd name="connsiteX115088" fmla="*/ 160529 w 2119654"/>
              <a:gd name="connsiteY115088" fmla="*/ 1426202 h 2398711"/>
              <a:gd name="connsiteX115089" fmla="*/ 153276 w 2119654"/>
              <a:gd name="connsiteY115089" fmla="*/ 1416538 h 2398711"/>
              <a:gd name="connsiteX115090" fmla="*/ 316722 w 2119654"/>
              <a:gd name="connsiteY115090" fmla="*/ 1008952 h 2398711"/>
              <a:gd name="connsiteX115091" fmla="*/ 316711 w 2119654"/>
              <a:gd name="connsiteY115091" fmla="*/ 1009181 h 2398711"/>
              <a:gd name="connsiteX115092" fmla="*/ 317015 w 2119654"/>
              <a:gd name="connsiteY115092" fmla="*/ 1009645 h 2398711"/>
              <a:gd name="connsiteX115093" fmla="*/ 317000 w 2119654"/>
              <a:gd name="connsiteY115093" fmla="*/ 1009422 h 2398711"/>
              <a:gd name="connsiteX115094" fmla="*/ 305028 w 2119654"/>
              <a:gd name="connsiteY115094" fmla="*/ 1035104 h 2398711"/>
              <a:gd name="connsiteX115095" fmla="*/ 305869 w 2119654"/>
              <a:gd name="connsiteY115095" fmla="*/ 1041894 h 2398711"/>
              <a:gd name="connsiteX115096" fmla="*/ 306817 w 2119654"/>
              <a:gd name="connsiteY115096" fmla="*/ 1043956 h 2398711"/>
              <a:gd name="connsiteX115097" fmla="*/ 307693 w 2119654"/>
              <a:gd name="connsiteY115097" fmla="*/ 1037356 h 2398711"/>
              <a:gd name="connsiteX115098" fmla="*/ 493288 w 2119654"/>
              <a:gd name="connsiteY115098" fmla="*/ 613423 h 2398711"/>
              <a:gd name="connsiteX115099" fmla="*/ 493292 w 2119654"/>
              <a:gd name="connsiteY115099" fmla="*/ 613684 h 2398711"/>
              <a:gd name="connsiteX115100" fmla="*/ 493313 w 2119654"/>
              <a:gd name="connsiteY115100" fmla="*/ 614302 h 2398711"/>
              <a:gd name="connsiteX115101" fmla="*/ 495492 w 2119654"/>
              <a:gd name="connsiteY115101" fmla="*/ 615058 h 2398711"/>
              <a:gd name="connsiteX115102" fmla="*/ 495428 w 2119654"/>
              <a:gd name="connsiteY115102" fmla="*/ 614841 h 2398711"/>
              <a:gd name="connsiteX115103" fmla="*/ 392938 w 2119654"/>
              <a:gd name="connsiteY115103" fmla="*/ 838070 h 2398711"/>
              <a:gd name="connsiteX115104" fmla="*/ 395277 w 2119654"/>
              <a:gd name="connsiteY115104" fmla="*/ 846549 h 2398711"/>
              <a:gd name="connsiteX115105" fmla="*/ 396797 w 2119654"/>
              <a:gd name="connsiteY115105" fmla="*/ 847578 h 2398711"/>
              <a:gd name="connsiteX115106" fmla="*/ 396632 w 2119654"/>
              <a:gd name="connsiteY115106" fmla="*/ 842788 h 2398711"/>
              <a:gd name="connsiteX115107" fmla="*/ 395812 w 2119654"/>
              <a:gd name="connsiteY115107" fmla="*/ 839493 h 2398711"/>
              <a:gd name="connsiteX115108" fmla="*/ 603111 w 2119654"/>
              <a:gd name="connsiteY115108" fmla="*/ 367163 h 2398711"/>
              <a:gd name="connsiteX115109" fmla="*/ 607807 w 2119654"/>
              <a:gd name="connsiteY115109" fmla="*/ 383703 h 2398711"/>
              <a:gd name="connsiteX115110" fmla="*/ 619211 w 2119654"/>
              <a:gd name="connsiteY115110" fmla="*/ 395200 h 2398711"/>
              <a:gd name="connsiteX115111" fmla="*/ 619399 w 2119654"/>
              <a:gd name="connsiteY115111" fmla="*/ 393996 h 2398711"/>
              <a:gd name="connsiteX115112" fmla="*/ 613111 w 2119654"/>
              <a:gd name="connsiteY115112" fmla="*/ 388894 h 2398711"/>
              <a:gd name="connsiteX115113" fmla="*/ 613371 w 2119654"/>
              <a:gd name="connsiteY115113" fmla="*/ 388898 h 2398711"/>
              <a:gd name="connsiteX115114" fmla="*/ 619428 w 2119654"/>
              <a:gd name="connsiteY115114" fmla="*/ 393812 h 2398711"/>
              <a:gd name="connsiteX115115" fmla="*/ 619744 w 2119654"/>
              <a:gd name="connsiteY115115" fmla="*/ 391790 h 2398711"/>
              <a:gd name="connsiteX115116" fmla="*/ 617581 w 2119654"/>
              <a:gd name="connsiteY115116" fmla="*/ 389028 h 2398711"/>
              <a:gd name="connsiteX115117" fmla="*/ 617863 w 2119654"/>
              <a:gd name="connsiteY115117" fmla="*/ 389098 h 2398711"/>
              <a:gd name="connsiteX115118" fmla="*/ 619781 w 2119654"/>
              <a:gd name="connsiteY115118" fmla="*/ 391548 h 2398711"/>
              <a:gd name="connsiteX115119" fmla="*/ 620037 w 2119654"/>
              <a:gd name="connsiteY115119" fmla="*/ 389915 h 2398711"/>
              <a:gd name="connsiteX115120" fmla="*/ 620393 w 2119654"/>
              <a:gd name="connsiteY115120" fmla="*/ 389582 h 2398711"/>
              <a:gd name="connsiteX115121" fmla="*/ 620036 w 2119654"/>
              <a:gd name="connsiteY115121" fmla="*/ 391872 h 2398711"/>
              <a:gd name="connsiteX115122" fmla="*/ 625260 w 2119654"/>
              <a:gd name="connsiteY115122" fmla="*/ 398546 h 2398711"/>
              <a:gd name="connsiteX115123" fmla="*/ 626613 w 2119654"/>
              <a:gd name="connsiteY115123" fmla="*/ 399643 h 2398711"/>
              <a:gd name="connsiteX115124" fmla="*/ 628325 w 2119654"/>
              <a:gd name="connsiteY115124" fmla="*/ 388192 h 2398711"/>
              <a:gd name="connsiteX115125" fmla="*/ 209806 w 2119654"/>
              <a:gd name="connsiteY115125" fmla="*/ 1247820 h 2398711"/>
              <a:gd name="connsiteX115126" fmla="*/ 210218 w 2119654"/>
              <a:gd name="connsiteY115126" fmla="*/ 1248395 h 2398711"/>
              <a:gd name="connsiteX115127" fmla="*/ 212307 w 2119654"/>
              <a:gd name="connsiteY115127" fmla="*/ 1250956 h 2398711"/>
              <a:gd name="connsiteX115128" fmla="*/ 211466 w 2119654"/>
              <a:gd name="connsiteY115128" fmla="*/ 1249319 h 2398711"/>
              <a:gd name="connsiteX115129" fmla="*/ 520817 w 2119654"/>
              <a:gd name="connsiteY115129" fmla="*/ 551320 h 2398711"/>
              <a:gd name="connsiteX115130" fmla="*/ 521045 w 2119654"/>
              <a:gd name="connsiteY115130" fmla="*/ 552094 h 2398711"/>
              <a:gd name="connsiteX115131" fmla="*/ 521476 w 2119654"/>
              <a:gd name="connsiteY115131" fmla="*/ 552337 h 2398711"/>
              <a:gd name="connsiteX115132" fmla="*/ 521543 w 2119654"/>
              <a:gd name="connsiteY115132" fmla="*/ 552356 h 2398711"/>
              <a:gd name="connsiteX115133" fmla="*/ 521543 w 2119654"/>
              <a:gd name="connsiteY115133" fmla="*/ 551909 h 2398711"/>
              <a:gd name="connsiteX115134" fmla="*/ 277904 w 2119654"/>
              <a:gd name="connsiteY115134" fmla="*/ 1095211 h 2398711"/>
              <a:gd name="connsiteX115135" fmla="*/ 279553 w 2119654"/>
              <a:gd name="connsiteY115135" fmla="*/ 1100229 h 2398711"/>
              <a:gd name="connsiteX115136" fmla="*/ 280531 w 2119654"/>
              <a:gd name="connsiteY115136" fmla="*/ 1101056 h 2398711"/>
              <a:gd name="connsiteX115137" fmla="*/ 280144 w 2119654"/>
              <a:gd name="connsiteY115137" fmla="*/ 1098637 h 2398711"/>
              <a:gd name="connsiteX115138" fmla="*/ 573008 w 2119654"/>
              <a:gd name="connsiteY115138" fmla="*/ 434384 h 2398711"/>
              <a:gd name="connsiteX115139" fmla="*/ 569008 w 2119654"/>
              <a:gd name="connsiteY115139" fmla="*/ 454825 h 2398711"/>
              <a:gd name="connsiteX115140" fmla="*/ 584884 w 2119654"/>
              <a:gd name="connsiteY115140" fmla="*/ 461132 h 2398711"/>
              <a:gd name="connsiteX115141" fmla="*/ 582503 w 2119654"/>
              <a:gd name="connsiteY115141" fmla="*/ 446295 h 2398711"/>
              <a:gd name="connsiteX115142" fmla="*/ 582040 w 2119654"/>
              <a:gd name="connsiteY115142" fmla="*/ 442436 h 2398711"/>
              <a:gd name="connsiteX115143" fmla="*/ 198878 w 2119654"/>
              <a:gd name="connsiteY115143" fmla="*/ 1272116 h 2398711"/>
              <a:gd name="connsiteX115144" fmla="*/ 200004 w 2119654"/>
              <a:gd name="connsiteY115144" fmla="*/ 1275066 h 2398711"/>
              <a:gd name="connsiteX115145" fmla="*/ 202229 w 2119654"/>
              <a:gd name="connsiteY115145" fmla="*/ 1276612 h 2398711"/>
              <a:gd name="connsiteX115146" fmla="*/ 218600 w 2119654"/>
              <a:gd name="connsiteY115146" fmla="*/ 1287037 h 2398711"/>
              <a:gd name="connsiteX115147" fmla="*/ 216699 w 2119654"/>
              <a:gd name="connsiteY115147" fmla="*/ 1283499 h 2398711"/>
              <a:gd name="connsiteX115148" fmla="*/ 204294 w 2119654"/>
              <a:gd name="connsiteY115148" fmla="*/ 1275752 h 2398711"/>
              <a:gd name="connsiteX115149" fmla="*/ 472939 w 2119654"/>
              <a:gd name="connsiteY115149" fmla="*/ 658430 h 2398711"/>
              <a:gd name="connsiteX115150" fmla="*/ 473003 w 2119654"/>
              <a:gd name="connsiteY115150" fmla="*/ 658787 h 2398711"/>
              <a:gd name="connsiteX115151" fmla="*/ 474292 w 2119654"/>
              <a:gd name="connsiteY115151" fmla="*/ 661336 h 2398711"/>
              <a:gd name="connsiteX115152" fmla="*/ 474251 w 2119654"/>
              <a:gd name="connsiteY115152" fmla="*/ 658553 h 2398711"/>
              <a:gd name="connsiteX115153" fmla="*/ 472715 w 2119654"/>
              <a:gd name="connsiteY115153" fmla="*/ 658930 h 2398711"/>
              <a:gd name="connsiteX115154" fmla="*/ 473136 w 2119654"/>
              <a:gd name="connsiteY115154" fmla="*/ 660191 h 2398711"/>
              <a:gd name="connsiteX115155" fmla="*/ 473015 w 2119654"/>
              <a:gd name="connsiteY115155" fmla="*/ 659524 h 2398711"/>
              <a:gd name="connsiteX115156" fmla="*/ 478958 w 2119654"/>
              <a:gd name="connsiteY115156" fmla="*/ 644902 h 2398711"/>
              <a:gd name="connsiteX115157" fmla="*/ 479054 w 2119654"/>
              <a:gd name="connsiteY115157" fmla="*/ 646441 h 2398711"/>
              <a:gd name="connsiteX115158" fmla="*/ 481079 w 2119654"/>
              <a:gd name="connsiteY115158" fmla="*/ 647762 h 2398711"/>
              <a:gd name="connsiteX115159" fmla="*/ 481014 w 2119654"/>
              <a:gd name="connsiteY115159" fmla="*/ 645872 h 2398711"/>
              <a:gd name="connsiteX115160" fmla="*/ 468800 w 2119654"/>
              <a:gd name="connsiteY115160" fmla="*/ 667596 h 2398711"/>
              <a:gd name="connsiteX115161" fmla="*/ 468462 w 2119654"/>
              <a:gd name="connsiteY115161" fmla="*/ 668689 h 2398711"/>
              <a:gd name="connsiteX115162" fmla="*/ 467785 w 2119654"/>
              <a:gd name="connsiteY115162" fmla="*/ 673919 h 2398711"/>
              <a:gd name="connsiteX115163" fmla="*/ 470576 w 2119654"/>
              <a:gd name="connsiteY115163" fmla="*/ 676063 h 2398711"/>
              <a:gd name="connsiteX115164" fmla="*/ 471669 w 2119654"/>
              <a:gd name="connsiteY115164" fmla="*/ 676165 h 2398711"/>
              <a:gd name="connsiteX115165" fmla="*/ 383860 w 2119654"/>
              <a:gd name="connsiteY115165" fmla="*/ 857767 h 2398711"/>
              <a:gd name="connsiteX115166" fmla="*/ 384656 w 2119654"/>
              <a:gd name="connsiteY115166" fmla="*/ 859624 h 2398711"/>
              <a:gd name="connsiteX115167" fmla="*/ 386503 w 2119654"/>
              <a:gd name="connsiteY115167" fmla="*/ 860498 h 2398711"/>
              <a:gd name="connsiteX115168" fmla="*/ 386502 w 2119654"/>
              <a:gd name="connsiteY115168" fmla="*/ 860495 h 2398711"/>
              <a:gd name="connsiteX115169" fmla="*/ 384597 w 2119654"/>
              <a:gd name="connsiteY115169" fmla="*/ 858377 h 2398711"/>
              <a:gd name="connsiteX115170" fmla="*/ 489180 w 2119654"/>
              <a:gd name="connsiteY115170" fmla="*/ 621934 h 2398711"/>
              <a:gd name="connsiteX115171" fmla="*/ 489760 w 2119654"/>
              <a:gd name="connsiteY115171" fmla="*/ 637637 h 2398711"/>
              <a:gd name="connsiteX115172" fmla="*/ 493570 w 2119654"/>
              <a:gd name="connsiteY115172" fmla="*/ 628723 h 2398711"/>
              <a:gd name="connsiteX115173" fmla="*/ 493454 w 2119654"/>
              <a:gd name="connsiteY115173" fmla="*/ 625355 h 2398711"/>
              <a:gd name="connsiteX115174" fmla="*/ 493313 w 2119654"/>
              <a:gd name="connsiteY115174" fmla="*/ 624675 h 2398711"/>
              <a:gd name="connsiteX115175" fmla="*/ 355902 w 2119654"/>
              <a:gd name="connsiteY115175" fmla="*/ 920368 h 2398711"/>
              <a:gd name="connsiteX115176" fmla="*/ 357858 w 2119654"/>
              <a:gd name="connsiteY115176" fmla="*/ 926289 h 2398711"/>
              <a:gd name="connsiteX115177" fmla="*/ 359051 w 2119654"/>
              <a:gd name="connsiteY115177" fmla="*/ 929748 h 2398711"/>
              <a:gd name="connsiteX115178" fmla="*/ 359061 w 2119654"/>
              <a:gd name="connsiteY115178" fmla="*/ 923038 h 2398711"/>
              <a:gd name="connsiteX115179" fmla="*/ 297651 w 2119654"/>
              <a:gd name="connsiteY115179" fmla="*/ 1050711 h 2398711"/>
              <a:gd name="connsiteX115180" fmla="*/ 300605 w 2119654"/>
              <a:gd name="connsiteY115180" fmla="*/ 1055872 h 2398711"/>
              <a:gd name="connsiteX115181" fmla="*/ 298934 w 2119654"/>
              <a:gd name="connsiteY115181" fmla="*/ 1052168 h 2398711"/>
              <a:gd name="connsiteX115182" fmla="*/ 233658 w 2119654"/>
              <a:gd name="connsiteY115182" fmla="*/ 1193989 h 2398711"/>
              <a:gd name="connsiteX115183" fmla="*/ 233816 w 2119654"/>
              <a:gd name="connsiteY115183" fmla="*/ 1194292 h 2398711"/>
              <a:gd name="connsiteX115184" fmla="*/ 234033 w 2119654"/>
              <a:gd name="connsiteY115184" fmla="*/ 1194474 h 2398711"/>
              <a:gd name="connsiteX115185" fmla="*/ 335302 w 2119654"/>
              <a:gd name="connsiteY115185" fmla="*/ 966372 h 2398711"/>
              <a:gd name="connsiteX115186" fmla="*/ 336268 w 2119654"/>
              <a:gd name="connsiteY115186" fmla="*/ 971137 h 2398711"/>
              <a:gd name="connsiteX115187" fmla="*/ 337261 w 2119654"/>
              <a:gd name="connsiteY115187" fmla="*/ 972015 h 2398711"/>
              <a:gd name="connsiteX115188" fmla="*/ 337319 w 2119654"/>
              <a:gd name="connsiteY115188" fmla="*/ 971798 h 2398711"/>
              <a:gd name="connsiteX115189" fmla="*/ 337597 w 2119654"/>
              <a:gd name="connsiteY115189" fmla="*/ 972313 h 2398711"/>
              <a:gd name="connsiteX115190" fmla="*/ 337624 w 2119654"/>
              <a:gd name="connsiteY115190" fmla="*/ 972336 h 2398711"/>
              <a:gd name="connsiteX115191" fmla="*/ 336970 w 2119654"/>
              <a:gd name="connsiteY115191" fmla="*/ 968615 h 2398711"/>
              <a:gd name="connsiteX115192" fmla="*/ 335966 w 2119654"/>
              <a:gd name="connsiteY115192" fmla="*/ 966690 h 2398711"/>
              <a:gd name="connsiteX115193" fmla="*/ 498386 w 2119654"/>
              <a:gd name="connsiteY115193" fmla="*/ 601043 h 2398711"/>
              <a:gd name="connsiteX115194" fmla="*/ 498559 w 2119654"/>
              <a:gd name="connsiteY115194" fmla="*/ 603502 h 2398711"/>
              <a:gd name="connsiteX115195" fmla="*/ 501829 w 2119654"/>
              <a:gd name="connsiteY115195" fmla="*/ 609405 h 2398711"/>
              <a:gd name="connsiteX115196" fmla="*/ 502908 w 2119654"/>
              <a:gd name="connsiteY115196" fmla="*/ 606879 h 2398711"/>
              <a:gd name="connsiteX115197" fmla="*/ 501802 w 2119654"/>
              <a:gd name="connsiteY115197" fmla="*/ 603108 h 2398711"/>
              <a:gd name="connsiteX115198" fmla="*/ 441707 w 2119654"/>
              <a:gd name="connsiteY115198" fmla="*/ 727917 h 2398711"/>
              <a:gd name="connsiteX115199" fmla="*/ 441704 w 2119654"/>
              <a:gd name="connsiteY115199" fmla="*/ 728048 h 2398711"/>
              <a:gd name="connsiteX115200" fmla="*/ 441845 w 2119654"/>
              <a:gd name="connsiteY115200" fmla="*/ 728482 h 2398711"/>
              <a:gd name="connsiteX115201" fmla="*/ 442113 w 2119654"/>
              <a:gd name="connsiteY115201" fmla="*/ 728577 h 2398711"/>
              <a:gd name="connsiteX115202" fmla="*/ 439071 w 2119654"/>
              <a:gd name="connsiteY115202" fmla="*/ 733616 h 2398711"/>
              <a:gd name="connsiteX115203" fmla="*/ 438581 w 2119654"/>
              <a:gd name="connsiteY115203" fmla="*/ 737082 h 2398711"/>
              <a:gd name="connsiteX115204" fmla="*/ 439379 w 2119654"/>
              <a:gd name="connsiteY115204" fmla="*/ 739272 h 2398711"/>
              <a:gd name="connsiteX115205" fmla="*/ 440489 w 2119654"/>
              <a:gd name="connsiteY115205" fmla="*/ 739659 h 2398711"/>
              <a:gd name="connsiteX115206" fmla="*/ 440576 w 2119654"/>
              <a:gd name="connsiteY115206" fmla="*/ 736456 h 2398711"/>
              <a:gd name="connsiteX115207" fmla="*/ 240559 w 2119654"/>
              <a:gd name="connsiteY115207" fmla="*/ 1178121 h 2398711"/>
              <a:gd name="connsiteX115208" fmla="*/ 241239 w 2119654"/>
              <a:gd name="connsiteY115208" fmla="*/ 1180891 h 2398711"/>
              <a:gd name="connsiteX115209" fmla="*/ 247996 w 2119654"/>
              <a:gd name="connsiteY115209" fmla="*/ 1191503 h 2398711"/>
              <a:gd name="connsiteX115210" fmla="*/ 249867 w 2119654"/>
              <a:gd name="connsiteY115210" fmla="*/ 1193495 h 2398711"/>
              <a:gd name="connsiteX115211" fmla="*/ 241813 w 2119654"/>
              <a:gd name="connsiteY115211" fmla="*/ 1179841 h 2398711"/>
              <a:gd name="connsiteX115212" fmla="*/ 358778 w 2119654"/>
              <a:gd name="connsiteY115212" fmla="*/ 913273 h 2398711"/>
              <a:gd name="connsiteX115213" fmla="*/ 358881 w 2119654"/>
              <a:gd name="connsiteY115213" fmla="*/ 913509 h 2398711"/>
              <a:gd name="connsiteX115214" fmla="*/ 358993 w 2119654"/>
              <a:gd name="connsiteY115214" fmla="*/ 913544 h 2398711"/>
              <a:gd name="connsiteX115215" fmla="*/ 317423 w 2119654"/>
              <a:gd name="connsiteY115215" fmla="*/ 1005807 h 2398711"/>
              <a:gd name="connsiteX115216" fmla="*/ 317479 w 2119654"/>
              <a:gd name="connsiteY115216" fmla="*/ 1006505 h 2398711"/>
              <a:gd name="connsiteX115217" fmla="*/ 318861 w 2119654"/>
              <a:gd name="connsiteY115217" fmla="*/ 1008467 h 2398711"/>
              <a:gd name="connsiteX115218" fmla="*/ 318721 w 2119654"/>
              <a:gd name="connsiteY115218" fmla="*/ 1006794 h 2398711"/>
              <a:gd name="connsiteX115219" fmla="*/ 500206 w 2119654"/>
              <a:gd name="connsiteY115219" fmla="*/ 596506 h 2398711"/>
              <a:gd name="connsiteX115220" fmla="*/ 501996 w 2119654"/>
              <a:gd name="connsiteY115220" fmla="*/ 602614 h 2398711"/>
              <a:gd name="connsiteX115221" fmla="*/ 503659 w 2119654"/>
              <a:gd name="connsiteY115221" fmla="*/ 603587 h 2398711"/>
              <a:gd name="connsiteX115222" fmla="*/ 503668 w 2119654"/>
              <a:gd name="connsiteY115222" fmla="*/ 602756 h 2398711"/>
              <a:gd name="connsiteX115223" fmla="*/ 430786 w 2119654"/>
              <a:gd name="connsiteY115223" fmla="*/ 751809 h 2398711"/>
              <a:gd name="connsiteX115224" fmla="*/ 430677 w 2119654"/>
              <a:gd name="connsiteY115224" fmla="*/ 752721 h 2398711"/>
              <a:gd name="connsiteX115225" fmla="*/ 431317 w 2119654"/>
              <a:gd name="connsiteY115225" fmla="*/ 755328 h 2398711"/>
              <a:gd name="connsiteX115226" fmla="*/ 431938 w 2119654"/>
              <a:gd name="connsiteY115226" fmla="*/ 752541 h 2398711"/>
              <a:gd name="connsiteX115227" fmla="*/ 491754 w 2119654"/>
              <a:gd name="connsiteY115227" fmla="*/ 615206 h 2398711"/>
              <a:gd name="connsiteX115228" fmla="*/ 492942 w 2119654"/>
              <a:gd name="connsiteY115228" fmla="*/ 621591 h 2398711"/>
              <a:gd name="connsiteX115229" fmla="*/ 493356 w 2119654"/>
              <a:gd name="connsiteY115229" fmla="*/ 621866 h 2398711"/>
              <a:gd name="connsiteX115230" fmla="*/ 493224 w 2119654"/>
              <a:gd name="connsiteY115230" fmla="*/ 615519 h 2398711"/>
              <a:gd name="connsiteX115231" fmla="*/ 581969 w 2119654"/>
              <a:gd name="connsiteY115231" fmla="*/ 413134 h 2398711"/>
              <a:gd name="connsiteX115232" fmla="*/ 582788 w 2119654"/>
              <a:gd name="connsiteY115232" fmla="*/ 418317 h 2398711"/>
              <a:gd name="connsiteX115233" fmla="*/ 591468 w 2119654"/>
              <a:gd name="connsiteY115233" fmla="*/ 422406 h 2398711"/>
              <a:gd name="connsiteX115234" fmla="*/ 584515 w 2119654"/>
              <a:gd name="connsiteY115234" fmla="*/ 415619 h 2398711"/>
              <a:gd name="connsiteX115235" fmla="*/ 582558 w 2119654"/>
              <a:gd name="connsiteY115235" fmla="*/ 414399 h 2398711"/>
              <a:gd name="connsiteX115236" fmla="*/ 583053 w 2119654"/>
              <a:gd name="connsiteY115236" fmla="*/ 414344 h 2398711"/>
              <a:gd name="connsiteX115237" fmla="*/ 583484 w 2119654"/>
              <a:gd name="connsiteY115237" fmla="*/ 414612 h 2398711"/>
              <a:gd name="connsiteX115238" fmla="*/ 397444 w 2119654"/>
              <a:gd name="connsiteY115238" fmla="*/ 826319 h 2398711"/>
              <a:gd name="connsiteX115239" fmla="*/ 397521 w 2119654"/>
              <a:gd name="connsiteY115239" fmla="*/ 826625 h 2398711"/>
              <a:gd name="connsiteX115240" fmla="*/ 397523 w 2119654"/>
              <a:gd name="connsiteY115240" fmla="*/ 826462 h 2398711"/>
              <a:gd name="connsiteX115241" fmla="*/ 392248 w 2119654"/>
              <a:gd name="connsiteY115241" fmla="*/ 837729 h 2398711"/>
              <a:gd name="connsiteX115242" fmla="*/ 391508 w 2119654"/>
              <a:gd name="connsiteY115242" fmla="*/ 843998 h 2398711"/>
              <a:gd name="connsiteX115243" fmla="*/ 394838 w 2119654"/>
              <a:gd name="connsiteY115243" fmla="*/ 846252 h 2398711"/>
              <a:gd name="connsiteX115244" fmla="*/ 394081 w 2119654"/>
              <a:gd name="connsiteY115244" fmla="*/ 843508 h 2398711"/>
              <a:gd name="connsiteX115245" fmla="*/ 392749 w 2119654"/>
              <a:gd name="connsiteY115245" fmla="*/ 837977 h 2398711"/>
              <a:gd name="connsiteX115246" fmla="*/ 254537 w 2119654"/>
              <a:gd name="connsiteY115246" fmla="*/ 1146064 h 2398711"/>
              <a:gd name="connsiteX115247" fmla="*/ 255546 w 2119654"/>
              <a:gd name="connsiteY115247" fmla="*/ 1146957 h 2398711"/>
              <a:gd name="connsiteX115248" fmla="*/ 255130 w 2119654"/>
              <a:gd name="connsiteY115248" fmla="*/ 1146336 h 2398711"/>
              <a:gd name="connsiteX115249" fmla="*/ 549234 w 2119654"/>
              <a:gd name="connsiteY115249" fmla="*/ 486097 h 2398711"/>
              <a:gd name="connsiteX115250" fmla="*/ 550287 w 2119654"/>
              <a:gd name="connsiteY115250" fmla="*/ 489598 h 2398711"/>
              <a:gd name="connsiteX115251" fmla="*/ 552061 w 2119654"/>
              <a:gd name="connsiteY115251" fmla="*/ 494732 h 2398711"/>
              <a:gd name="connsiteX115252" fmla="*/ 557305 w 2119654"/>
              <a:gd name="connsiteY115252" fmla="*/ 498727 h 2398711"/>
              <a:gd name="connsiteX115253" fmla="*/ 558287 w 2119654"/>
              <a:gd name="connsiteY115253" fmla="*/ 493710 h 2398711"/>
              <a:gd name="connsiteX115254" fmla="*/ 303154 w 2119654"/>
              <a:gd name="connsiteY115254" fmla="*/ 1037029 h 2398711"/>
              <a:gd name="connsiteX115255" fmla="*/ 304411 w 2119654"/>
              <a:gd name="connsiteY115255" fmla="*/ 1042842 h 2398711"/>
              <a:gd name="connsiteX115256" fmla="*/ 304096 w 2119654"/>
              <a:gd name="connsiteY115256" fmla="*/ 1039079 h 2398711"/>
              <a:gd name="connsiteX115257" fmla="*/ 355409 w 2119654"/>
              <a:gd name="connsiteY115257" fmla="*/ 919951 h 2398711"/>
              <a:gd name="connsiteX115258" fmla="*/ 357408 w 2119654"/>
              <a:gd name="connsiteY115258" fmla="*/ 927993 h 2398711"/>
              <a:gd name="connsiteX115259" fmla="*/ 358820 w 2119654"/>
              <a:gd name="connsiteY115259" fmla="*/ 930087 h 2398711"/>
              <a:gd name="connsiteX115260" fmla="*/ 355497 w 2119654"/>
              <a:gd name="connsiteY115260" fmla="*/ 920026 h 2398711"/>
              <a:gd name="connsiteX115261" fmla="*/ 277583 w 2119654"/>
              <a:gd name="connsiteY115261" fmla="*/ 1094212 h 2398711"/>
              <a:gd name="connsiteX115262" fmla="*/ 280014 w 2119654"/>
              <a:gd name="connsiteY115262" fmla="*/ 1097820 h 2398711"/>
              <a:gd name="connsiteX115263" fmla="*/ 279719 w 2119654"/>
              <a:gd name="connsiteY115263" fmla="*/ 1095975 h 2398711"/>
              <a:gd name="connsiteX115264" fmla="*/ 279447 w 2119654"/>
              <a:gd name="connsiteY115264" fmla="*/ 1095508 h 2398711"/>
              <a:gd name="connsiteX115265" fmla="*/ 372576 w 2119654"/>
              <a:gd name="connsiteY115265" fmla="*/ 881494 h 2398711"/>
              <a:gd name="connsiteX115266" fmla="*/ 372432 w 2119654"/>
              <a:gd name="connsiteY115266" fmla="*/ 884207 h 2398711"/>
              <a:gd name="connsiteX115267" fmla="*/ 374243 w 2119654"/>
              <a:gd name="connsiteY115267" fmla="*/ 888227 h 2398711"/>
              <a:gd name="connsiteX115268" fmla="*/ 376251 w 2119654"/>
              <a:gd name="connsiteY115268" fmla="*/ 888926 h 2398711"/>
              <a:gd name="connsiteX115269" fmla="*/ 376266 w 2119654"/>
              <a:gd name="connsiteY115269" fmla="*/ 888837 h 2398711"/>
              <a:gd name="connsiteX115270" fmla="*/ 376066 w 2119654"/>
              <a:gd name="connsiteY115270" fmla="*/ 888202 h 2398711"/>
              <a:gd name="connsiteX115271" fmla="*/ 375821 w 2119654"/>
              <a:gd name="connsiteY115271" fmla="*/ 887164 h 2398711"/>
              <a:gd name="connsiteX115272" fmla="*/ 281426 w 2119654"/>
              <a:gd name="connsiteY115272" fmla="*/ 1085521 h 2398711"/>
              <a:gd name="connsiteX115273" fmla="*/ 282983 w 2119654"/>
              <a:gd name="connsiteY115273" fmla="*/ 1094154 h 2398711"/>
              <a:gd name="connsiteX115274" fmla="*/ 290147 w 2119654"/>
              <a:gd name="connsiteY115274" fmla="*/ 1100837 h 2398711"/>
              <a:gd name="connsiteX115275" fmla="*/ 286236 w 2119654"/>
              <a:gd name="connsiteY115275" fmla="*/ 1092328 h 2398711"/>
              <a:gd name="connsiteX115276" fmla="*/ 284557 w 2119654"/>
              <a:gd name="connsiteY115276" fmla="*/ 1088539 h 2398711"/>
              <a:gd name="connsiteX115277" fmla="*/ 284404 w 2119654"/>
              <a:gd name="connsiteY115277" fmla="*/ 1088246 h 2398711"/>
              <a:gd name="connsiteX115278" fmla="*/ 357855 w 2119654"/>
              <a:gd name="connsiteY115278" fmla="*/ 914344 h 2398711"/>
              <a:gd name="connsiteX115279" fmla="*/ 359066 w 2119654"/>
              <a:gd name="connsiteY115279" fmla="*/ 918033 h 2398711"/>
              <a:gd name="connsiteX115280" fmla="*/ 359068 w 2119654"/>
              <a:gd name="connsiteY115280" fmla="*/ 917107 h 2398711"/>
              <a:gd name="connsiteX115281" fmla="*/ 357862 w 2119654"/>
              <a:gd name="connsiteY115281" fmla="*/ 914346 h 2398711"/>
              <a:gd name="connsiteX115282" fmla="*/ 477371 w 2119654"/>
              <a:gd name="connsiteY115282" fmla="*/ 646659 h 2398711"/>
              <a:gd name="connsiteX115283" fmla="*/ 477788 w 2119654"/>
              <a:gd name="connsiteY115283" fmla="*/ 651646 h 2398711"/>
              <a:gd name="connsiteX115284" fmla="*/ 478119 w 2119654"/>
              <a:gd name="connsiteY115284" fmla="*/ 651820 h 2398711"/>
              <a:gd name="connsiteX115285" fmla="*/ 477818 w 2119654"/>
              <a:gd name="connsiteY115285" fmla="*/ 646998 h 2398711"/>
              <a:gd name="connsiteX115286" fmla="*/ 361446 w 2119654"/>
              <a:gd name="connsiteY115286" fmla="*/ 906218 h 2398711"/>
              <a:gd name="connsiteX115287" fmla="*/ 361447 w 2119654"/>
              <a:gd name="connsiteY115287" fmla="*/ 906246 h 2398711"/>
              <a:gd name="connsiteX115288" fmla="*/ 361535 w 2119654"/>
              <a:gd name="connsiteY115288" fmla="*/ 906358 h 2398711"/>
              <a:gd name="connsiteX115289" fmla="*/ 396653 w 2119654"/>
              <a:gd name="connsiteY115289" fmla="*/ 827348 h 2398711"/>
              <a:gd name="connsiteX115290" fmla="*/ 396819 w 2119654"/>
              <a:gd name="connsiteY115290" fmla="*/ 832179 h 2398711"/>
              <a:gd name="connsiteX115291" fmla="*/ 397401 w 2119654"/>
              <a:gd name="connsiteY115291" fmla="*/ 833437 h 2398711"/>
              <a:gd name="connsiteX115292" fmla="*/ 397479 w 2119654"/>
              <a:gd name="connsiteY115292" fmla="*/ 829021 h 2398711"/>
              <a:gd name="connsiteX115293" fmla="*/ 397298 w 2119654"/>
              <a:gd name="connsiteY115293" fmla="*/ 828302 h 2398711"/>
              <a:gd name="connsiteX115294" fmla="*/ 308280 w 2119654"/>
              <a:gd name="connsiteY115294" fmla="*/ 1025203 h 2398711"/>
              <a:gd name="connsiteX115295" fmla="*/ 308349 w 2119654"/>
              <a:gd name="connsiteY115295" fmla="*/ 1025555 h 2398711"/>
              <a:gd name="connsiteX115296" fmla="*/ 308365 w 2119654"/>
              <a:gd name="connsiteY115296" fmla="*/ 1025250 h 2398711"/>
              <a:gd name="connsiteX115297" fmla="*/ 428343 w 2119654"/>
              <a:gd name="connsiteY115297" fmla="*/ 756355 h 2398711"/>
              <a:gd name="connsiteX115298" fmla="*/ 426607 w 2119654"/>
              <a:gd name="connsiteY115298" fmla="*/ 763058 h 2398711"/>
              <a:gd name="connsiteX115299" fmla="*/ 426974 w 2119654"/>
              <a:gd name="connsiteY115299" fmla="*/ 764535 h 2398711"/>
              <a:gd name="connsiteX115300" fmla="*/ 427975 w 2119654"/>
              <a:gd name="connsiteY115300" fmla="*/ 766343 h 2398711"/>
              <a:gd name="connsiteX115301" fmla="*/ 428752 w 2119654"/>
              <a:gd name="connsiteY115301" fmla="*/ 759758 h 2398711"/>
              <a:gd name="connsiteX115302" fmla="*/ 428940 w 2119654"/>
              <a:gd name="connsiteY115302" fmla="*/ 758572 h 2398711"/>
              <a:gd name="connsiteX115303" fmla="*/ 493237 w 2119654"/>
              <a:gd name="connsiteY115303" fmla="*/ 610985 h 2398711"/>
              <a:gd name="connsiteX115304" fmla="*/ 493244 w 2119654"/>
              <a:gd name="connsiteY115304" fmla="*/ 611278 h 2398711"/>
              <a:gd name="connsiteX115305" fmla="*/ 494658 w 2119654"/>
              <a:gd name="connsiteY115305" fmla="*/ 612215 h 2398711"/>
              <a:gd name="connsiteX115306" fmla="*/ 494359 w 2119654"/>
              <a:gd name="connsiteY115306" fmla="*/ 611193 h 2398711"/>
              <a:gd name="connsiteX115307" fmla="*/ 493590 w 2119654"/>
              <a:gd name="connsiteY115307" fmla="*/ 611029 h 2398711"/>
              <a:gd name="connsiteX115308" fmla="*/ 493517 w 2119654"/>
              <a:gd name="connsiteY115308" fmla="*/ 611019 h 2398711"/>
              <a:gd name="connsiteX115309" fmla="*/ 345137 w 2119654"/>
              <a:gd name="connsiteY115309" fmla="*/ 942586 h 2398711"/>
              <a:gd name="connsiteX115310" fmla="*/ 347516 w 2119654"/>
              <a:gd name="connsiteY115310" fmla="*/ 948179 h 2398711"/>
              <a:gd name="connsiteX115311" fmla="*/ 347476 w 2119654"/>
              <a:gd name="connsiteY115311" fmla="*/ 946367 h 2398711"/>
              <a:gd name="connsiteX115312" fmla="*/ 392394 w 2119654"/>
              <a:gd name="connsiteY115312" fmla="*/ 836500 h 2398711"/>
              <a:gd name="connsiteX115313" fmla="*/ 392289 w 2119654"/>
              <a:gd name="connsiteY115313" fmla="*/ 837387 h 2398711"/>
              <a:gd name="connsiteX115314" fmla="*/ 392649 w 2119654"/>
              <a:gd name="connsiteY115314" fmla="*/ 837560 h 2398711"/>
              <a:gd name="connsiteX115315" fmla="*/ 318855 w 2119654"/>
              <a:gd name="connsiteY115315" fmla="*/ 1000990 h 2398711"/>
              <a:gd name="connsiteX115316" fmla="*/ 319280 w 2119654"/>
              <a:gd name="connsiteY115316" fmla="*/ 1006078 h 2398711"/>
              <a:gd name="connsiteX115317" fmla="*/ 321081 w 2119654"/>
              <a:gd name="connsiteY115317" fmla="*/ 1007446 h 2398711"/>
              <a:gd name="connsiteX115318" fmla="*/ 382098 w 2119654"/>
              <a:gd name="connsiteY115318" fmla="*/ 859357 h 2398711"/>
              <a:gd name="connsiteX115319" fmla="*/ 382240 w 2119654"/>
              <a:gd name="connsiteY115319" fmla="*/ 860488 h 2398711"/>
              <a:gd name="connsiteX115320" fmla="*/ 382253 w 2119654"/>
              <a:gd name="connsiteY115320" fmla="*/ 860550 h 2398711"/>
              <a:gd name="connsiteX115321" fmla="*/ 383550 w 2119654"/>
              <a:gd name="connsiteY115321" fmla="*/ 862039 h 2398711"/>
              <a:gd name="connsiteX115322" fmla="*/ 383124 w 2119654"/>
              <a:gd name="connsiteY115322" fmla="*/ 859864 h 2398711"/>
              <a:gd name="connsiteX115323" fmla="*/ 382898 w 2119654"/>
              <a:gd name="connsiteY115323" fmla="*/ 859736 h 2398711"/>
              <a:gd name="connsiteX115324" fmla="*/ 308199 w 2119654"/>
              <a:gd name="connsiteY115324" fmla="*/ 1024785 h 2398711"/>
              <a:gd name="connsiteX115325" fmla="*/ 308205 w 2119654"/>
              <a:gd name="connsiteY115325" fmla="*/ 1024812 h 2398711"/>
              <a:gd name="connsiteX115326" fmla="*/ 308225 w 2119654"/>
              <a:gd name="connsiteY115326" fmla="*/ 1024824 h 2398711"/>
              <a:gd name="connsiteX115327" fmla="*/ 355213 w 2119654"/>
              <a:gd name="connsiteY115327" fmla="*/ 919164 h 2398711"/>
              <a:gd name="connsiteX115328" fmla="*/ 355289 w 2119654"/>
              <a:gd name="connsiteY115328" fmla="*/ 919470 h 2398711"/>
              <a:gd name="connsiteX115329" fmla="*/ 355323 w 2119654"/>
              <a:gd name="connsiteY115329" fmla="*/ 919499 h 2398711"/>
              <a:gd name="connsiteX115330" fmla="*/ 439556 w 2119654"/>
              <a:gd name="connsiteY115330" fmla="*/ 730194 h 2398711"/>
              <a:gd name="connsiteX115331" fmla="*/ 439145 w 2119654"/>
              <a:gd name="connsiteY115331" fmla="*/ 733101 h 2398711"/>
              <a:gd name="connsiteX115332" fmla="*/ 440593 w 2119654"/>
              <a:gd name="connsiteY115332" fmla="*/ 735835 h 2398711"/>
              <a:gd name="connsiteX115333" fmla="*/ 440696 w 2119654"/>
              <a:gd name="connsiteY115333" fmla="*/ 732041 h 2398711"/>
              <a:gd name="connsiteX115334" fmla="*/ 440224 w 2119654"/>
              <a:gd name="connsiteY115334" fmla="*/ 730587 h 2398711"/>
              <a:gd name="connsiteX115335" fmla="*/ 253566 w 2119654"/>
              <a:gd name="connsiteY115335" fmla="*/ 1146600 h 2398711"/>
              <a:gd name="connsiteX115336" fmla="*/ 253717 w 2119654"/>
              <a:gd name="connsiteY115336" fmla="*/ 1147350 h 2398711"/>
              <a:gd name="connsiteX115337" fmla="*/ 258730 w 2119654"/>
              <a:gd name="connsiteY115337" fmla="*/ 1162536 h 2398711"/>
              <a:gd name="connsiteX115338" fmla="*/ 264623 w 2119654"/>
              <a:gd name="connsiteY115338" fmla="*/ 1167532 h 2398711"/>
              <a:gd name="connsiteX115339" fmla="*/ 263491 w 2119654"/>
              <a:gd name="connsiteY115339" fmla="*/ 1162596 h 2398711"/>
              <a:gd name="connsiteX115340" fmla="*/ 260307 w 2119654"/>
              <a:gd name="connsiteY115340" fmla="*/ 1154068 h 2398711"/>
              <a:gd name="connsiteX115341" fmla="*/ 258423 w 2119654"/>
              <a:gd name="connsiteY115341" fmla="*/ 1151254 h 2398711"/>
              <a:gd name="connsiteX115342" fmla="*/ 258339 w 2119654"/>
              <a:gd name="connsiteY115342" fmla="*/ 1151179 h 2398711"/>
              <a:gd name="connsiteX115343" fmla="*/ 579335 w 2119654"/>
              <a:gd name="connsiteY115343" fmla="*/ 417137 h 2398711"/>
              <a:gd name="connsiteX115344" fmla="*/ 581222 w 2119654"/>
              <a:gd name="connsiteY115344" fmla="*/ 432894 h 2398711"/>
              <a:gd name="connsiteX115345" fmla="*/ 583183 w 2119654"/>
              <a:gd name="connsiteY115345" fmla="*/ 434871 h 2398711"/>
              <a:gd name="connsiteX115346" fmla="*/ 580467 w 2119654"/>
              <a:gd name="connsiteY115346" fmla="*/ 417669 h 2398711"/>
              <a:gd name="connsiteX115347" fmla="*/ 429068 w 2119654"/>
              <a:gd name="connsiteY115347" fmla="*/ 753559 h 2398711"/>
              <a:gd name="connsiteX115348" fmla="*/ 428397 w 2119654"/>
              <a:gd name="connsiteY115348" fmla="*/ 756145 h 2398711"/>
              <a:gd name="connsiteX115349" fmla="*/ 428981 w 2119654"/>
              <a:gd name="connsiteY115349" fmla="*/ 758313 h 2398711"/>
              <a:gd name="connsiteX115350" fmla="*/ 429475 w 2119654"/>
              <a:gd name="connsiteY115350" fmla="*/ 755219 h 2398711"/>
              <a:gd name="connsiteX115351" fmla="*/ 492701 w 2119654"/>
              <a:gd name="connsiteY115351" fmla="*/ 610918 h 2398711"/>
              <a:gd name="connsiteX115352" fmla="*/ 493133 w 2119654"/>
              <a:gd name="connsiteY115352" fmla="*/ 611205 h 2398711"/>
              <a:gd name="connsiteX115353" fmla="*/ 493128 w 2119654"/>
              <a:gd name="connsiteY115353" fmla="*/ 610971 h 2398711"/>
              <a:gd name="connsiteX115354" fmla="*/ 525102 w 2119654"/>
              <a:gd name="connsiteY115354" fmla="*/ 538313 h 2398711"/>
              <a:gd name="connsiteX115355" fmla="*/ 525089 w 2119654"/>
              <a:gd name="connsiteY115355" fmla="*/ 547152 h 2398711"/>
              <a:gd name="connsiteX115356" fmla="*/ 526763 w 2119654"/>
              <a:gd name="connsiteY115356" fmla="*/ 548519 h 2398711"/>
              <a:gd name="connsiteX115357" fmla="*/ 528362 w 2119654"/>
              <a:gd name="connsiteY115357" fmla="*/ 542160 h 2398711"/>
              <a:gd name="connsiteX115358" fmla="*/ 527661 w 2119654"/>
              <a:gd name="connsiteY115358" fmla="*/ 539840 h 2398711"/>
              <a:gd name="connsiteX115359" fmla="*/ 518943 w 2119654"/>
              <a:gd name="connsiteY115359" fmla="*/ 551927 h 2398711"/>
              <a:gd name="connsiteX115360" fmla="*/ 519071 w 2119654"/>
              <a:gd name="connsiteY115360" fmla="*/ 557547 h 2398711"/>
              <a:gd name="connsiteX115361" fmla="*/ 519258 w 2119654"/>
              <a:gd name="connsiteY115361" fmla="*/ 562703 h 2398711"/>
              <a:gd name="connsiteX115362" fmla="*/ 522233 w 2119654"/>
              <a:gd name="connsiteY115362" fmla="*/ 563817 h 2398711"/>
              <a:gd name="connsiteX115363" fmla="*/ 522233 w 2119654"/>
              <a:gd name="connsiteY115363" fmla="*/ 563790 h 2398711"/>
              <a:gd name="connsiteX115364" fmla="*/ 521652 w 2119654"/>
              <a:gd name="connsiteY115364" fmla="*/ 555701 h 2398711"/>
              <a:gd name="connsiteX115365" fmla="*/ 520771 w 2119654"/>
              <a:gd name="connsiteY115365" fmla="*/ 552454 h 2398711"/>
              <a:gd name="connsiteX115366" fmla="*/ 188484 w 2119654"/>
              <a:gd name="connsiteY115366" fmla="*/ 1291865 h 2398711"/>
              <a:gd name="connsiteX115367" fmla="*/ 191158 w 2119654"/>
              <a:gd name="connsiteY115367" fmla="*/ 1298869 h 2398711"/>
              <a:gd name="connsiteX115368" fmla="*/ 199801 w 2119654"/>
              <a:gd name="connsiteY115368" fmla="*/ 1310229 h 2398711"/>
              <a:gd name="connsiteX115369" fmla="*/ 221644 w 2119654"/>
              <a:gd name="connsiteY115369" fmla="*/ 1336679 h 2398711"/>
              <a:gd name="connsiteX115370" fmla="*/ 219753 w 2119654"/>
              <a:gd name="connsiteY115370" fmla="*/ 1331727 h 2398711"/>
              <a:gd name="connsiteX115371" fmla="*/ 217533 w 2119654"/>
              <a:gd name="connsiteY115371" fmla="*/ 1329647 h 2398711"/>
              <a:gd name="connsiteX115372" fmla="*/ 217461 w 2119654"/>
              <a:gd name="connsiteY115372" fmla="*/ 1329166 h 2398711"/>
              <a:gd name="connsiteX115373" fmla="*/ 219508 w 2119654"/>
              <a:gd name="connsiteY115373" fmla="*/ 1331084 h 2398711"/>
              <a:gd name="connsiteX115374" fmla="*/ 218584 w 2119654"/>
              <a:gd name="connsiteY115374" fmla="*/ 1328664 h 2398711"/>
              <a:gd name="connsiteX115375" fmla="*/ 214077 w 2119654"/>
              <a:gd name="connsiteY115375" fmla="*/ 1323824 h 2398711"/>
              <a:gd name="connsiteX115376" fmla="*/ 194519 w 2119654"/>
              <a:gd name="connsiteY115376" fmla="*/ 1302243 h 2398711"/>
              <a:gd name="connsiteX115377" fmla="*/ 194502 w 2119654"/>
              <a:gd name="connsiteY115377" fmla="*/ 1302010 h 2398711"/>
              <a:gd name="connsiteX115378" fmla="*/ 205326 w 2119654"/>
              <a:gd name="connsiteY115378" fmla="*/ 1313954 h 2398711"/>
              <a:gd name="connsiteX115379" fmla="*/ 218278 w 2119654"/>
              <a:gd name="connsiteY115379" fmla="*/ 1327864 h 2398711"/>
              <a:gd name="connsiteX115380" fmla="*/ 216463 w 2119654"/>
              <a:gd name="connsiteY115380" fmla="*/ 1323111 h 2398711"/>
              <a:gd name="connsiteX115381" fmla="*/ 439687 w 2119654"/>
              <a:gd name="connsiteY115381" fmla="*/ 729268 h 2398711"/>
              <a:gd name="connsiteX115382" fmla="*/ 439561 w 2119654"/>
              <a:gd name="connsiteY115382" fmla="*/ 730156 h 2398711"/>
              <a:gd name="connsiteX115383" fmla="*/ 439872 w 2119654"/>
              <a:gd name="connsiteY115383" fmla="*/ 730114 h 2398711"/>
              <a:gd name="connsiteX115384" fmla="*/ 440118 w 2119654"/>
              <a:gd name="connsiteY115384" fmla="*/ 730259 h 2398711"/>
              <a:gd name="connsiteX115385" fmla="*/ 439811 w 2119654"/>
              <a:gd name="connsiteY115385" fmla="*/ 729313 h 2398711"/>
              <a:gd name="connsiteX115386" fmla="*/ 472380 w 2119654"/>
              <a:gd name="connsiteY115386" fmla="*/ 656038 h 2398711"/>
              <a:gd name="connsiteX115387" fmla="*/ 472118 w 2119654"/>
              <a:gd name="connsiteY115387" fmla="*/ 656883 h 2398711"/>
              <a:gd name="connsiteX115388" fmla="*/ 472542 w 2119654"/>
              <a:gd name="connsiteY115388" fmla="*/ 656922 h 2398711"/>
              <a:gd name="connsiteX115389" fmla="*/ 308030 w 2119654"/>
              <a:gd name="connsiteY115389" fmla="*/ 1023909 h 2398711"/>
              <a:gd name="connsiteX115390" fmla="*/ 308058 w 2119654"/>
              <a:gd name="connsiteY115390" fmla="*/ 1024060 h 2398711"/>
              <a:gd name="connsiteX115391" fmla="*/ 308400 w 2119654"/>
              <a:gd name="connsiteY115391" fmla="*/ 1024580 h 2398711"/>
              <a:gd name="connsiteX115392" fmla="*/ 308405 w 2119654"/>
              <a:gd name="connsiteY115392" fmla="*/ 1024491 h 2398711"/>
              <a:gd name="connsiteX115393" fmla="*/ 396591 w 2119654"/>
              <a:gd name="connsiteY115393" fmla="*/ 825479 h 2398711"/>
              <a:gd name="connsiteX115394" fmla="*/ 396643 w 2119654"/>
              <a:gd name="connsiteY115394" fmla="*/ 826997 h 2398711"/>
              <a:gd name="connsiteX115395" fmla="*/ 397165 w 2119654"/>
              <a:gd name="connsiteY115395" fmla="*/ 827768 h 2398711"/>
              <a:gd name="connsiteX115396" fmla="*/ 472794 w 2119654"/>
              <a:gd name="connsiteY115396" fmla="*/ 654703 h 2398711"/>
              <a:gd name="connsiteX115397" fmla="*/ 472457 w 2119654"/>
              <a:gd name="connsiteY115397" fmla="*/ 655789 h 2398711"/>
              <a:gd name="connsiteX115398" fmla="*/ 472665 w 2119654"/>
              <a:gd name="connsiteY115398" fmla="*/ 656934 h 2398711"/>
              <a:gd name="connsiteX115399" fmla="*/ 474230 w 2119654"/>
              <a:gd name="connsiteY115399" fmla="*/ 657080 h 2398711"/>
              <a:gd name="connsiteX115400" fmla="*/ 474205 w 2119654"/>
              <a:gd name="connsiteY115400" fmla="*/ 655401 h 2398711"/>
              <a:gd name="connsiteX115401" fmla="*/ 433978 w 2119654"/>
              <a:gd name="connsiteY115401" fmla="*/ 741530 h 2398711"/>
              <a:gd name="connsiteX115402" fmla="*/ 434195 w 2119654"/>
              <a:gd name="connsiteY115402" fmla="*/ 742403 h 2398711"/>
              <a:gd name="connsiteX115403" fmla="*/ 434350 w 2119654"/>
              <a:gd name="connsiteY115403" fmla="*/ 741707 h 2398711"/>
              <a:gd name="connsiteX115404" fmla="*/ 460730 w 2119654"/>
              <a:gd name="connsiteY115404" fmla="*/ 681597 h 2398711"/>
              <a:gd name="connsiteX115405" fmla="*/ 460826 w 2119654"/>
              <a:gd name="connsiteY115405" fmla="*/ 682745 h 2398711"/>
              <a:gd name="connsiteX115406" fmla="*/ 461066 w 2119654"/>
              <a:gd name="connsiteY115406" fmla="*/ 681970 h 2398711"/>
              <a:gd name="connsiteX115407" fmla="*/ 571618 w 2119654"/>
              <a:gd name="connsiteY115407" fmla="*/ 433144 h 2398711"/>
              <a:gd name="connsiteX115408" fmla="*/ 570060 w 2119654"/>
              <a:gd name="connsiteY115408" fmla="*/ 442275 h 2398711"/>
              <a:gd name="connsiteX115409" fmla="*/ 571813 w 2119654"/>
              <a:gd name="connsiteY115409" fmla="*/ 433317 h 2398711"/>
              <a:gd name="connsiteX115410" fmla="*/ 574565 w 2119654"/>
              <a:gd name="connsiteY115410" fmla="*/ 426430 h 2398711"/>
              <a:gd name="connsiteX115411" fmla="*/ 573082 w 2119654"/>
              <a:gd name="connsiteY115411" fmla="*/ 434009 h 2398711"/>
              <a:gd name="connsiteX115412" fmla="*/ 582000 w 2119654"/>
              <a:gd name="connsiteY115412" fmla="*/ 442100 h 2398711"/>
              <a:gd name="connsiteX115413" fmla="*/ 580887 w 2119654"/>
              <a:gd name="connsiteY115413" fmla="*/ 432805 h 2398711"/>
              <a:gd name="connsiteX115414" fmla="*/ 518922 w 2119654"/>
              <a:gd name="connsiteY115414" fmla="*/ 551013 h 2398711"/>
              <a:gd name="connsiteX115415" fmla="*/ 518935 w 2119654"/>
              <a:gd name="connsiteY115415" fmla="*/ 551604 h 2398711"/>
              <a:gd name="connsiteX115416" fmla="*/ 520678 w 2119654"/>
              <a:gd name="connsiteY115416" fmla="*/ 552107 h 2398711"/>
              <a:gd name="connsiteX115417" fmla="*/ 520646 w 2119654"/>
              <a:gd name="connsiteY115417" fmla="*/ 551991 h 2398711"/>
              <a:gd name="connsiteX115418" fmla="*/ 473224 w 2119654"/>
              <a:gd name="connsiteY115418" fmla="*/ 653314 h 2398711"/>
              <a:gd name="connsiteX115419" fmla="*/ 472960 w 2119654"/>
              <a:gd name="connsiteY115419" fmla="*/ 654166 h 2398711"/>
              <a:gd name="connsiteX115420" fmla="*/ 474195 w 2119654"/>
              <a:gd name="connsiteY115420" fmla="*/ 654776 h 2398711"/>
              <a:gd name="connsiteX115421" fmla="*/ 474196 w 2119654"/>
              <a:gd name="connsiteY115421" fmla="*/ 654748 h 2398711"/>
              <a:gd name="connsiteX115422" fmla="*/ 441829 w 2119654"/>
              <a:gd name="connsiteY115422" fmla="*/ 723447 h 2398711"/>
              <a:gd name="connsiteX115423" fmla="*/ 441718 w 2119654"/>
              <a:gd name="connsiteY115423" fmla="*/ 727536 h 2398711"/>
              <a:gd name="connsiteX115424" fmla="*/ 442425 w 2119654"/>
              <a:gd name="connsiteY115424" fmla="*/ 728688 h 2398711"/>
              <a:gd name="connsiteX115425" fmla="*/ 444371 w 2119654"/>
              <a:gd name="connsiteY115425" fmla="*/ 729381 h 2398711"/>
              <a:gd name="connsiteX115426" fmla="*/ 444843 w 2119654"/>
              <a:gd name="connsiteY115426" fmla="*/ 725911 h 2398711"/>
              <a:gd name="connsiteX115427" fmla="*/ 261970 w 2119654"/>
              <a:gd name="connsiteY115427" fmla="*/ 1126048 h 2398711"/>
              <a:gd name="connsiteX115428" fmla="*/ 264265 w 2119654"/>
              <a:gd name="connsiteY115428" fmla="*/ 1128957 h 2398711"/>
              <a:gd name="connsiteX115429" fmla="*/ 264146 w 2119654"/>
              <a:gd name="connsiteY115429" fmla="*/ 1128470 h 2398711"/>
              <a:gd name="connsiteX115430" fmla="*/ 262141 w 2119654"/>
              <a:gd name="connsiteY115430" fmla="*/ 1126184 h 2398711"/>
              <a:gd name="connsiteX115431" fmla="*/ 404657 w 2119654"/>
              <a:gd name="connsiteY115431" fmla="*/ 806371 h 2398711"/>
              <a:gd name="connsiteX115432" fmla="*/ 404650 w 2119654"/>
              <a:gd name="connsiteY115432" fmla="*/ 811076 h 2398711"/>
              <a:gd name="connsiteX115433" fmla="*/ 405025 w 2119654"/>
              <a:gd name="connsiteY115433" fmla="*/ 815546 h 2398711"/>
              <a:gd name="connsiteX115434" fmla="*/ 406101 w 2119654"/>
              <a:gd name="connsiteY115434" fmla="*/ 818640 h 2398711"/>
              <a:gd name="connsiteX115435" fmla="*/ 407058 w 2119654"/>
              <a:gd name="connsiteY115435" fmla="*/ 814947 h 2398711"/>
              <a:gd name="connsiteX115436" fmla="*/ 405636 w 2119654"/>
              <a:gd name="connsiteY115436" fmla="*/ 808402 h 2398711"/>
              <a:gd name="connsiteX115437" fmla="*/ 344730 w 2119654"/>
              <a:gd name="connsiteY115437" fmla="*/ 940492 h 2398711"/>
              <a:gd name="connsiteX115438" fmla="*/ 347445 w 2119654"/>
              <a:gd name="connsiteY115438" fmla="*/ 944954 h 2398711"/>
              <a:gd name="connsiteX115439" fmla="*/ 347413 w 2119654"/>
              <a:gd name="connsiteY115439" fmla="*/ 943541 h 2398711"/>
              <a:gd name="connsiteX115440" fmla="*/ 345530 w 2119654"/>
              <a:gd name="connsiteY115440" fmla="*/ 940524 h 2398711"/>
              <a:gd name="connsiteX115441" fmla="*/ 511198 w 2119654"/>
              <a:gd name="connsiteY115441" fmla="*/ 567709 h 2398711"/>
              <a:gd name="connsiteX115442" fmla="*/ 511306 w 2119654"/>
              <a:gd name="connsiteY115442" fmla="*/ 568730 h 2398711"/>
              <a:gd name="connsiteX115443" fmla="*/ 511811 w 2119654"/>
              <a:gd name="connsiteY115443" fmla="*/ 569052 h 2398711"/>
              <a:gd name="connsiteX115444" fmla="*/ 511809 w 2119654"/>
              <a:gd name="connsiteY115444" fmla="*/ 569029 h 2398711"/>
              <a:gd name="connsiteX115445" fmla="*/ 514124 w 2119654"/>
              <a:gd name="connsiteY115445" fmla="*/ 561044 h 2398711"/>
              <a:gd name="connsiteX115446" fmla="*/ 514939 w 2119654"/>
              <a:gd name="connsiteY115446" fmla="*/ 562802 h 2398711"/>
              <a:gd name="connsiteX115447" fmla="*/ 517123 w 2119654"/>
              <a:gd name="connsiteY115447" fmla="*/ 564193 h 2398711"/>
              <a:gd name="connsiteX115448" fmla="*/ 519099 w 2119654"/>
              <a:gd name="connsiteY115448" fmla="*/ 565813 h 2398711"/>
              <a:gd name="connsiteX115449" fmla="*/ 519034 w 2119654"/>
              <a:gd name="connsiteY115449" fmla="*/ 562919 h 2398711"/>
              <a:gd name="connsiteX115450" fmla="*/ 516742 w 2119654"/>
              <a:gd name="connsiteY115450" fmla="*/ 562026 h 2398711"/>
              <a:gd name="connsiteX115451" fmla="*/ 571248 w 2119654"/>
              <a:gd name="connsiteY115451" fmla="*/ 432813 h 2398711"/>
              <a:gd name="connsiteX115452" fmla="*/ 567093 w 2119654"/>
              <a:gd name="connsiteY115452" fmla="*/ 454064 h 2398711"/>
              <a:gd name="connsiteX115453" fmla="*/ 567706 w 2119654"/>
              <a:gd name="connsiteY115453" fmla="*/ 454307 h 2398711"/>
              <a:gd name="connsiteX115454" fmla="*/ 568777 w 2119654"/>
              <a:gd name="connsiteY115454" fmla="*/ 448832 h 2398711"/>
              <a:gd name="connsiteX115455" fmla="*/ 571477 w 2119654"/>
              <a:gd name="connsiteY115455" fmla="*/ 433019 h 2398711"/>
              <a:gd name="connsiteX115456" fmla="*/ 496597 w 2119654"/>
              <a:gd name="connsiteY115456" fmla="*/ 599963 h 2398711"/>
              <a:gd name="connsiteX115457" fmla="*/ 498373 w 2119654"/>
              <a:gd name="connsiteY115457" fmla="*/ 603169 h 2398711"/>
              <a:gd name="connsiteX115458" fmla="*/ 498217 w 2119654"/>
              <a:gd name="connsiteY115458" fmla="*/ 600942 h 2398711"/>
              <a:gd name="connsiteX115459" fmla="*/ 272902 w 2119654"/>
              <a:gd name="connsiteY115459" fmla="*/ 1100736 h 2398711"/>
              <a:gd name="connsiteX115460" fmla="*/ 273352 w 2119654"/>
              <a:gd name="connsiteY115460" fmla="*/ 1103994 h 2398711"/>
              <a:gd name="connsiteX115461" fmla="*/ 281059 w 2119654"/>
              <a:gd name="connsiteY115461" fmla="*/ 1117225 h 2398711"/>
              <a:gd name="connsiteX115462" fmla="*/ 284313 w 2119654"/>
              <a:gd name="connsiteY115462" fmla="*/ 1122121 h 2398711"/>
              <a:gd name="connsiteX115463" fmla="*/ 283753 w 2119654"/>
              <a:gd name="connsiteY115463" fmla="*/ 1119380 h 2398711"/>
              <a:gd name="connsiteX115464" fmla="*/ 278854 w 2119654"/>
              <a:gd name="connsiteY115464" fmla="*/ 1112838 h 2398711"/>
              <a:gd name="connsiteX115465" fmla="*/ 278906 w 2119654"/>
              <a:gd name="connsiteY115465" fmla="*/ 1112388 h 2398711"/>
              <a:gd name="connsiteX115466" fmla="*/ 283606 w 2119654"/>
              <a:gd name="connsiteY115466" fmla="*/ 1118663 h 2398711"/>
              <a:gd name="connsiteX115467" fmla="*/ 283342 w 2119654"/>
              <a:gd name="connsiteY115467" fmla="*/ 1117367 h 2398711"/>
              <a:gd name="connsiteX115468" fmla="*/ 279915 w 2119654"/>
              <a:gd name="connsiteY115468" fmla="*/ 1106941 h 2398711"/>
              <a:gd name="connsiteX115469" fmla="*/ 491161 w 2119654"/>
              <a:gd name="connsiteY115469" fmla="*/ 612013 h 2398711"/>
              <a:gd name="connsiteX115470" fmla="*/ 491467 w 2119654"/>
              <a:gd name="connsiteY115470" fmla="*/ 613659 h 2398711"/>
              <a:gd name="connsiteX115471" fmla="*/ 493198 w 2119654"/>
              <a:gd name="connsiteY115471" fmla="*/ 614262 h 2398711"/>
              <a:gd name="connsiteX115472" fmla="*/ 493179 w 2119654"/>
              <a:gd name="connsiteY115472" fmla="*/ 613351 h 2398711"/>
              <a:gd name="connsiteX115473" fmla="*/ 283346 w 2119654"/>
              <a:gd name="connsiteY115473" fmla="*/ 1077261 h 2398711"/>
              <a:gd name="connsiteX115474" fmla="*/ 286734 w 2119654"/>
              <a:gd name="connsiteY115474" fmla="*/ 1081446 h 2398711"/>
              <a:gd name="connsiteX115475" fmla="*/ 288127 w 2119654"/>
              <a:gd name="connsiteY115475" fmla="*/ 1082833 h 2398711"/>
              <a:gd name="connsiteX115476" fmla="*/ 287162 w 2119654"/>
              <a:gd name="connsiteY115476" fmla="*/ 1081046 h 2398711"/>
              <a:gd name="connsiteX115477" fmla="*/ 286657 w 2119654"/>
              <a:gd name="connsiteY115477" fmla="*/ 1080251 h 2398711"/>
              <a:gd name="connsiteX115478" fmla="*/ 381963 w 2119654"/>
              <a:gd name="connsiteY115478" fmla="*/ 856394 h 2398711"/>
              <a:gd name="connsiteX115479" fmla="*/ 381826 w 2119654"/>
              <a:gd name="connsiteY115479" fmla="*/ 857188 h 2398711"/>
              <a:gd name="connsiteX115480" fmla="*/ 381972 w 2119654"/>
              <a:gd name="connsiteY115480" fmla="*/ 858353 h 2398711"/>
              <a:gd name="connsiteX115481" fmla="*/ 382768 w 2119654"/>
              <a:gd name="connsiteY115481" fmla="*/ 858729 h 2398711"/>
              <a:gd name="connsiteX115482" fmla="*/ 518893 w 2119654"/>
              <a:gd name="connsiteY115482" fmla="*/ 549759 h 2398711"/>
              <a:gd name="connsiteX115483" fmla="*/ 518919 w 2119654"/>
              <a:gd name="connsiteY115483" fmla="*/ 550888 h 2398711"/>
              <a:gd name="connsiteX115484" fmla="*/ 520607 w 2119654"/>
              <a:gd name="connsiteY115484" fmla="*/ 551844 h 2398711"/>
              <a:gd name="connsiteX115485" fmla="*/ 520364 w 2119654"/>
              <a:gd name="connsiteY115485" fmla="*/ 550953 h 2398711"/>
              <a:gd name="connsiteX115486" fmla="*/ 197675 w 2119654"/>
              <a:gd name="connsiteY115486" fmla="*/ 1268965 h 2398711"/>
              <a:gd name="connsiteX115487" fmla="*/ 198697 w 2119654"/>
              <a:gd name="connsiteY115487" fmla="*/ 1271642 h 2398711"/>
              <a:gd name="connsiteX115488" fmla="*/ 216203 w 2119654"/>
              <a:gd name="connsiteY115488" fmla="*/ 1282575 h 2398711"/>
              <a:gd name="connsiteX115489" fmla="*/ 215266 w 2119654"/>
              <a:gd name="connsiteY115489" fmla="*/ 1280832 h 2398711"/>
              <a:gd name="connsiteX115490" fmla="*/ 430800 w 2119654"/>
              <a:gd name="connsiteY115490" fmla="*/ 746871 h 2398711"/>
              <a:gd name="connsiteX115491" fmla="*/ 430277 w 2119654"/>
              <a:gd name="connsiteY115491" fmla="*/ 748887 h 2398711"/>
              <a:gd name="connsiteX115492" fmla="*/ 430460 w 2119654"/>
              <a:gd name="connsiteY115492" fmla="*/ 749004 h 2398711"/>
              <a:gd name="connsiteX115493" fmla="*/ 493156 w 2119654"/>
              <a:gd name="connsiteY115493" fmla="*/ 607091 h 2398711"/>
              <a:gd name="connsiteX115494" fmla="*/ 493229 w 2119654"/>
              <a:gd name="connsiteY115494" fmla="*/ 610559 h 2398711"/>
              <a:gd name="connsiteX115495" fmla="*/ 494231 w 2119654"/>
              <a:gd name="connsiteY115495" fmla="*/ 610760 h 2398711"/>
              <a:gd name="connsiteX115496" fmla="*/ 372843 w 2119654"/>
              <a:gd name="connsiteY115496" fmla="*/ 876361 h 2398711"/>
              <a:gd name="connsiteX115497" fmla="*/ 372622 w 2119654"/>
              <a:gd name="connsiteY115497" fmla="*/ 880577 h 2398711"/>
              <a:gd name="connsiteX115498" fmla="*/ 375421 w 2119654"/>
              <a:gd name="connsiteY115498" fmla="*/ 885468 h 2398711"/>
              <a:gd name="connsiteX115499" fmla="*/ 373545 w 2119654"/>
              <a:gd name="connsiteY115499" fmla="*/ 877513 h 2398711"/>
              <a:gd name="connsiteX115500" fmla="*/ 441878 w 2119654"/>
              <a:gd name="connsiteY115500" fmla="*/ 721646 h 2398711"/>
              <a:gd name="connsiteX115501" fmla="*/ 441864 w 2119654"/>
              <a:gd name="connsiteY115501" fmla="*/ 722147 h 2398711"/>
              <a:gd name="connsiteX115502" fmla="*/ 442636 w 2119654"/>
              <a:gd name="connsiteY115502" fmla="*/ 722778 h 2398711"/>
              <a:gd name="connsiteX115503" fmla="*/ 475533 w 2119654"/>
              <a:gd name="connsiteY115503" fmla="*/ 645857 h 2398711"/>
              <a:gd name="connsiteX115504" fmla="*/ 475493 w 2119654"/>
              <a:gd name="connsiteY115504" fmla="*/ 645989 h 2398711"/>
              <a:gd name="connsiteX115505" fmla="*/ 475630 w 2119654"/>
              <a:gd name="connsiteY115505" fmla="*/ 649703 h 2398711"/>
              <a:gd name="connsiteX115506" fmla="*/ 475877 w 2119654"/>
              <a:gd name="connsiteY115506" fmla="*/ 649965 h 2398711"/>
              <a:gd name="connsiteX115507" fmla="*/ 381672 w 2119654"/>
              <a:gd name="connsiteY115507" fmla="*/ 855957 h 2398711"/>
              <a:gd name="connsiteX115508" fmla="*/ 381747 w 2119654"/>
              <a:gd name="connsiteY115508" fmla="*/ 856560 h 2398711"/>
              <a:gd name="connsiteX115509" fmla="*/ 381829 w 2119654"/>
              <a:gd name="connsiteY115509" fmla="*/ 856087 h 2398711"/>
              <a:gd name="connsiteX115510" fmla="*/ 365295 w 2119654"/>
              <a:gd name="connsiteY115510" fmla="*/ 892549 h 2398711"/>
              <a:gd name="connsiteX115511" fmla="*/ 366197 w 2119654"/>
              <a:gd name="connsiteY115511" fmla="*/ 896414 h 2398711"/>
              <a:gd name="connsiteX115512" fmla="*/ 366320 w 2119654"/>
              <a:gd name="connsiteY115512" fmla="*/ 894078 h 2398711"/>
              <a:gd name="connsiteX115513" fmla="*/ 449925 w 2119654"/>
              <a:gd name="connsiteY115513" fmla="*/ 702958 h 2398711"/>
              <a:gd name="connsiteX115514" fmla="*/ 450359 w 2119654"/>
              <a:gd name="connsiteY115514" fmla="*/ 705486 h 2398711"/>
              <a:gd name="connsiteX115515" fmla="*/ 450453 w 2119654"/>
              <a:gd name="connsiteY115515" fmla="*/ 705592 h 2398711"/>
              <a:gd name="connsiteX115516" fmla="*/ 453257 w 2119654"/>
              <a:gd name="connsiteY115516" fmla="*/ 707180 h 2398711"/>
              <a:gd name="connsiteX115517" fmla="*/ 454004 w 2119654"/>
              <a:gd name="connsiteY115517" fmla="*/ 704767 h 2398711"/>
              <a:gd name="connsiteX115518" fmla="*/ 450850 w 2119654"/>
              <a:gd name="connsiteY115518" fmla="*/ 703268 h 2398711"/>
              <a:gd name="connsiteX115519" fmla="*/ 438335 w 2119654"/>
              <a:gd name="connsiteY115519" fmla="*/ 728787 h 2398711"/>
              <a:gd name="connsiteX115520" fmla="*/ 437414 w 2119654"/>
              <a:gd name="connsiteY115520" fmla="*/ 733876 h 2398711"/>
              <a:gd name="connsiteX115521" fmla="*/ 438338 w 2119654"/>
              <a:gd name="connsiteY115521" fmla="*/ 736416 h 2398711"/>
              <a:gd name="connsiteX115522" fmla="*/ 438806 w 2119654"/>
              <a:gd name="connsiteY115522" fmla="*/ 733114 h 2398711"/>
              <a:gd name="connsiteX115523" fmla="*/ 438526 w 2119654"/>
              <a:gd name="connsiteY115523" fmla="*/ 732585 h 2398711"/>
              <a:gd name="connsiteX115524" fmla="*/ 438645 w 2119654"/>
              <a:gd name="connsiteY115524" fmla="*/ 732159 h 2398711"/>
              <a:gd name="connsiteX115525" fmla="*/ 438879 w 2119654"/>
              <a:gd name="connsiteY115525" fmla="*/ 732599 h 2398711"/>
              <a:gd name="connsiteX115526" fmla="*/ 439367 w 2119654"/>
              <a:gd name="connsiteY115526" fmla="*/ 729154 h 2398711"/>
              <a:gd name="connsiteX115527" fmla="*/ 302429 w 2119654"/>
              <a:gd name="connsiteY115527" fmla="*/ 1032907 h 2398711"/>
              <a:gd name="connsiteX115528" fmla="*/ 302733 w 2119654"/>
              <a:gd name="connsiteY115528" fmla="*/ 1035069 h 2398711"/>
              <a:gd name="connsiteX115529" fmla="*/ 303990 w 2119654"/>
              <a:gd name="connsiteY115529" fmla="*/ 1037805 h 2398711"/>
              <a:gd name="connsiteX115530" fmla="*/ 303668 w 2119654"/>
              <a:gd name="connsiteY115530" fmla="*/ 1033955 h 2398711"/>
              <a:gd name="connsiteX115531" fmla="*/ 404660 w 2119654"/>
              <a:gd name="connsiteY115531" fmla="*/ 803913 h 2398711"/>
              <a:gd name="connsiteX115532" fmla="*/ 404659 w 2119654"/>
              <a:gd name="connsiteY115532" fmla="*/ 805291 h 2398711"/>
              <a:gd name="connsiteX115533" fmla="*/ 405210 w 2119654"/>
              <a:gd name="connsiteY115533" fmla="*/ 806443 h 2398711"/>
              <a:gd name="connsiteX115534" fmla="*/ 372921 w 2119654"/>
              <a:gd name="connsiteY115534" fmla="*/ 874869 h 2398711"/>
              <a:gd name="connsiteX115535" fmla="*/ 372910 w 2119654"/>
              <a:gd name="connsiteY115535" fmla="*/ 875081 h 2398711"/>
              <a:gd name="connsiteX115536" fmla="*/ 373008 w 2119654"/>
              <a:gd name="connsiteY115536" fmla="*/ 875237 h 2398711"/>
              <a:gd name="connsiteX115537" fmla="*/ 337113 w 2119654"/>
              <a:gd name="connsiteY115537" fmla="*/ 955005 h 2398711"/>
              <a:gd name="connsiteX115538" fmla="*/ 338768 w 2119654"/>
              <a:gd name="connsiteY115538" fmla="*/ 960036 h 2398711"/>
              <a:gd name="connsiteX115539" fmla="*/ 339890 w 2119654"/>
              <a:gd name="connsiteY115539" fmla="*/ 962583 h 2398711"/>
              <a:gd name="connsiteX115540" fmla="*/ 340461 w 2119654"/>
              <a:gd name="connsiteY115540" fmla="*/ 962856 h 2398711"/>
              <a:gd name="connsiteX115541" fmla="*/ 340465 w 2119654"/>
              <a:gd name="connsiteY115541" fmla="*/ 960426 h 2398711"/>
              <a:gd name="connsiteX115542" fmla="*/ 340028 w 2119654"/>
              <a:gd name="connsiteY115542" fmla="*/ 958696 h 2398711"/>
              <a:gd name="connsiteX115543" fmla="*/ 393255 w 2119654"/>
              <a:gd name="connsiteY115543" fmla="*/ 829210 h 2398711"/>
              <a:gd name="connsiteX115544" fmla="*/ 392427 w 2119654"/>
              <a:gd name="connsiteY115544" fmla="*/ 836220 h 2398711"/>
              <a:gd name="connsiteX115545" fmla="*/ 392819 w 2119654"/>
              <a:gd name="connsiteY115545" fmla="*/ 837641 h 2398711"/>
              <a:gd name="connsiteX115546" fmla="*/ 395694 w 2119654"/>
              <a:gd name="connsiteY115546" fmla="*/ 839016 h 2398711"/>
              <a:gd name="connsiteX115547" fmla="*/ 304207 w 2119654"/>
              <a:gd name="connsiteY115547" fmla="*/ 1028481 h 2398711"/>
              <a:gd name="connsiteX115548" fmla="*/ 304957 w 2119654"/>
              <a:gd name="connsiteY115548" fmla="*/ 1034536 h 2398711"/>
              <a:gd name="connsiteX115549" fmla="*/ 307754 w 2119654"/>
              <a:gd name="connsiteY115549" fmla="*/ 1036899 h 2398711"/>
              <a:gd name="connsiteX115550" fmla="*/ 307754 w 2119654"/>
              <a:gd name="connsiteY115550" fmla="*/ 1036894 h 2398711"/>
              <a:gd name="connsiteX115551" fmla="*/ 307896 w 2119654"/>
              <a:gd name="connsiteY115551" fmla="*/ 1034178 h 2398711"/>
              <a:gd name="connsiteX115552" fmla="*/ 478531 w 2119654"/>
              <a:gd name="connsiteY115552" fmla="*/ 638056 h 2398711"/>
              <a:gd name="connsiteX115553" fmla="*/ 478957 w 2119654"/>
              <a:gd name="connsiteY115553" fmla="*/ 644896 h 2398711"/>
              <a:gd name="connsiteX115554" fmla="*/ 479423 w 2119654"/>
              <a:gd name="connsiteY115554" fmla="*/ 644789 h 2398711"/>
              <a:gd name="connsiteX115555" fmla="*/ 481003 w 2119654"/>
              <a:gd name="connsiteY115555" fmla="*/ 645533 h 2398711"/>
              <a:gd name="connsiteX115556" fmla="*/ 480916 w 2119654"/>
              <a:gd name="connsiteY115556" fmla="*/ 643008 h 2398711"/>
              <a:gd name="connsiteX115557" fmla="*/ 488908 w 2119654"/>
              <a:gd name="connsiteY115557" fmla="*/ 614598 h 2398711"/>
              <a:gd name="connsiteX115558" fmla="*/ 489072 w 2119654"/>
              <a:gd name="connsiteY115558" fmla="*/ 619026 h 2398711"/>
              <a:gd name="connsiteX115559" fmla="*/ 492635 w 2119654"/>
              <a:gd name="connsiteY115559" fmla="*/ 621388 h 2398711"/>
              <a:gd name="connsiteX115560" fmla="*/ 492617 w 2119654"/>
              <a:gd name="connsiteY115560" fmla="*/ 621299 h 2398711"/>
              <a:gd name="connsiteX115561" fmla="*/ 491560 w 2119654"/>
              <a:gd name="connsiteY115561" fmla="*/ 615164 h 2398711"/>
              <a:gd name="connsiteX115562" fmla="*/ 282871 w 2119654"/>
              <a:gd name="connsiteY115562" fmla="*/ 1075919 h 2398711"/>
              <a:gd name="connsiteX115563" fmla="*/ 285302 w 2119654"/>
              <a:gd name="connsiteY115563" fmla="*/ 1078115 h 2398711"/>
              <a:gd name="connsiteX115564" fmla="*/ 284964 w 2119654"/>
              <a:gd name="connsiteY115564" fmla="*/ 1077555 h 2398711"/>
              <a:gd name="connsiteX115565" fmla="*/ 440649 w 2119654"/>
              <a:gd name="connsiteY115565" fmla="*/ 722482 h 2398711"/>
              <a:gd name="connsiteX115566" fmla="*/ 440420 w 2119654"/>
              <a:gd name="connsiteY115566" fmla="*/ 724094 h 2398711"/>
              <a:gd name="connsiteX115567" fmla="*/ 440874 w 2119654"/>
              <a:gd name="connsiteY115567" fmla="*/ 725496 h 2398711"/>
              <a:gd name="connsiteX115568" fmla="*/ 440950 w 2119654"/>
              <a:gd name="connsiteY115568" fmla="*/ 722728 h 2398711"/>
              <a:gd name="connsiteX115569" fmla="*/ 477389 w 2119654"/>
              <a:gd name="connsiteY115569" fmla="*/ 640122 h 2398711"/>
              <a:gd name="connsiteX115570" fmla="*/ 476929 w 2119654"/>
              <a:gd name="connsiteY115570" fmla="*/ 641379 h 2398711"/>
              <a:gd name="connsiteX115571" fmla="*/ 477254 w 2119654"/>
              <a:gd name="connsiteY115571" fmla="*/ 645268 h 2398711"/>
              <a:gd name="connsiteX115572" fmla="*/ 477729 w 2119654"/>
              <a:gd name="connsiteY115572" fmla="*/ 645578 h 2398711"/>
              <a:gd name="connsiteX115573" fmla="*/ 252816 w 2119654"/>
              <a:gd name="connsiteY115573" fmla="*/ 1142881 h 2398711"/>
              <a:gd name="connsiteX115574" fmla="*/ 253224 w 2119654"/>
              <a:gd name="connsiteY115574" fmla="*/ 1144903 h 2398711"/>
              <a:gd name="connsiteX115575" fmla="*/ 253955 w 2119654"/>
              <a:gd name="connsiteY115575" fmla="*/ 1145550 h 2398711"/>
              <a:gd name="connsiteX115576" fmla="*/ 254891 w 2119654"/>
              <a:gd name="connsiteY115576" fmla="*/ 1145978 h 2398711"/>
              <a:gd name="connsiteX115577" fmla="*/ 432379 w 2119654"/>
              <a:gd name="connsiteY115577" fmla="*/ 740771 h 2398711"/>
              <a:gd name="connsiteX115578" fmla="*/ 431880 w 2119654"/>
              <a:gd name="connsiteY115578" fmla="*/ 742698 h 2398711"/>
              <a:gd name="connsiteX115579" fmla="*/ 431808 w 2119654"/>
              <a:gd name="connsiteY115579" fmla="*/ 743154 h 2398711"/>
              <a:gd name="connsiteX115580" fmla="*/ 431071 w 2119654"/>
              <a:gd name="connsiteY115580" fmla="*/ 749392 h 2398711"/>
              <a:gd name="connsiteX115581" fmla="*/ 432444 w 2119654"/>
              <a:gd name="connsiteY115581" fmla="*/ 750267 h 2398711"/>
              <a:gd name="connsiteX115582" fmla="*/ 434030 w 2119654"/>
              <a:gd name="connsiteY115582" fmla="*/ 743146 h 2398711"/>
              <a:gd name="connsiteX115583" fmla="*/ 433581 w 2119654"/>
              <a:gd name="connsiteY115583" fmla="*/ 741342 h 2398711"/>
              <a:gd name="connsiteX115584" fmla="*/ 525494 w 2119654"/>
              <a:gd name="connsiteY115584" fmla="*/ 532161 h 2398711"/>
              <a:gd name="connsiteX115585" fmla="*/ 527751 w 2119654"/>
              <a:gd name="connsiteY115585" fmla="*/ 539632 h 2398711"/>
              <a:gd name="connsiteX115586" fmla="*/ 528844 w 2119654"/>
              <a:gd name="connsiteY115586" fmla="*/ 540251 h 2398711"/>
              <a:gd name="connsiteX115587" fmla="*/ 529066 w 2119654"/>
              <a:gd name="connsiteY115587" fmla="*/ 539370 h 2398711"/>
              <a:gd name="connsiteX115588" fmla="*/ 529291 w 2119654"/>
              <a:gd name="connsiteY115588" fmla="*/ 539196 h 2398711"/>
              <a:gd name="connsiteX115589" fmla="*/ 529002 w 2119654"/>
              <a:gd name="connsiteY115589" fmla="*/ 540341 h 2398711"/>
              <a:gd name="connsiteX115590" fmla="*/ 529425 w 2119654"/>
              <a:gd name="connsiteY115590" fmla="*/ 540581 h 2398711"/>
              <a:gd name="connsiteX115591" fmla="*/ 530162 w 2119654"/>
              <a:gd name="connsiteY115591" fmla="*/ 536320 h 2398711"/>
              <a:gd name="connsiteX115592" fmla="*/ 525936 w 2119654"/>
              <a:gd name="connsiteY115592" fmla="*/ 532315 h 2398711"/>
              <a:gd name="connsiteX115593" fmla="*/ 438803 w 2119654"/>
              <a:gd name="connsiteY115593" fmla="*/ 726209 h 2398711"/>
              <a:gd name="connsiteX115594" fmla="*/ 438600 w 2119654"/>
              <a:gd name="connsiteY115594" fmla="*/ 727326 h 2398711"/>
              <a:gd name="connsiteX115595" fmla="*/ 439240 w 2119654"/>
              <a:gd name="connsiteY115595" fmla="*/ 727554 h 2398711"/>
              <a:gd name="connsiteX115596" fmla="*/ 355033 w 2119654"/>
              <a:gd name="connsiteY115596" fmla="*/ 913339 h 2398711"/>
              <a:gd name="connsiteX115597" fmla="*/ 359061 w 2119654"/>
              <a:gd name="connsiteY115597" fmla="*/ 922105 h 2398711"/>
              <a:gd name="connsiteX115598" fmla="*/ 359065 w 2119654"/>
              <a:gd name="connsiteY115598" fmla="*/ 919103 h 2398711"/>
              <a:gd name="connsiteX115599" fmla="*/ 357457 w 2119654"/>
              <a:gd name="connsiteY115599" fmla="*/ 914202 h 2398711"/>
              <a:gd name="connsiteX115600" fmla="*/ 488871 w 2119654"/>
              <a:gd name="connsiteY115600" fmla="*/ 613589 h 2398711"/>
              <a:gd name="connsiteX115601" fmla="*/ 488884 w 2119654"/>
              <a:gd name="connsiteY115601" fmla="*/ 613947 h 2398711"/>
              <a:gd name="connsiteX115602" fmla="*/ 491272 w 2119654"/>
              <a:gd name="connsiteY115602" fmla="*/ 614424 h 2398711"/>
              <a:gd name="connsiteX115603" fmla="*/ 373236 w 2119654"/>
              <a:gd name="connsiteY115603" fmla="*/ 872515 h 2398711"/>
              <a:gd name="connsiteX115604" fmla="*/ 373869 w 2119654"/>
              <a:gd name="connsiteY115604" fmla="*/ 875194 h 2398711"/>
              <a:gd name="connsiteX115605" fmla="*/ 374753 w 2119654"/>
              <a:gd name="connsiteY115605" fmla="*/ 878002 h 2398711"/>
              <a:gd name="connsiteX115606" fmla="*/ 377337 w 2119654"/>
              <a:gd name="connsiteY115606" fmla="*/ 882100 h 2398711"/>
              <a:gd name="connsiteX115607" fmla="*/ 377450 w 2119654"/>
              <a:gd name="connsiteY115607" fmla="*/ 881447 h 2398711"/>
              <a:gd name="connsiteX115608" fmla="*/ 377185 w 2119654"/>
              <a:gd name="connsiteY115608" fmla="*/ 880670 h 2398711"/>
              <a:gd name="connsiteX115609" fmla="*/ 377295 w 2119654"/>
              <a:gd name="connsiteY115609" fmla="*/ 880357 h 2398711"/>
              <a:gd name="connsiteX115610" fmla="*/ 377523 w 2119654"/>
              <a:gd name="connsiteY115610" fmla="*/ 881026 h 2398711"/>
              <a:gd name="connsiteX115611" fmla="*/ 378095 w 2119654"/>
              <a:gd name="connsiteY115611" fmla="*/ 877712 h 2398711"/>
              <a:gd name="connsiteX115612" fmla="*/ 479152 w 2119654"/>
              <a:gd name="connsiteY115612" fmla="*/ 635299 h 2398711"/>
              <a:gd name="connsiteX115613" fmla="*/ 478597 w 2119654"/>
              <a:gd name="connsiteY115613" fmla="*/ 636815 h 2398711"/>
              <a:gd name="connsiteX115614" fmla="*/ 480856 w 2119654"/>
              <a:gd name="connsiteY115614" fmla="*/ 641251 h 2398711"/>
              <a:gd name="connsiteX115615" fmla="*/ 480822 w 2119654"/>
              <a:gd name="connsiteY115615" fmla="*/ 640288 h 2398711"/>
              <a:gd name="connsiteX115616" fmla="*/ 276126 w 2119654"/>
              <a:gd name="connsiteY115616" fmla="*/ 1089801 h 2398711"/>
              <a:gd name="connsiteX115617" fmla="*/ 277007 w 2119654"/>
              <a:gd name="connsiteY115617" fmla="*/ 1092482 h 2398711"/>
              <a:gd name="connsiteX115618" fmla="*/ 278086 w 2119654"/>
              <a:gd name="connsiteY115618" fmla="*/ 1093168 h 2398711"/>
              <a:gd name="connsiteX115619" fmla="*/ 573052 w 2119654"/>
              <a:gd name="connsiteY115619" fmla="*/ 424905 h 2398711"/>
              <a:gd name="connsiteX115620" fmla="*/ 571601 w 2119654"/>
              <a:gd name="connsiteY115620" fmla="*/ 431007 h 2398711"/>
              <a:gd name="connsiteX115621" fmla="*/ 571325 w 2119654"/>
              <a:gd name="connsiteY115621" fmla="*/ 432415 h 2398711"/>
              <a:gd name="connsiteX115622" fmla="*/ 571546 w 2119654"/>
              <a:gd name="connsiteY115622" fmla="*/ 432616 h 2398711"/>
              <a:gd name="connsiteX115623" fmla="*/ 571898 w 2119654"/>
              <a:gd name="connsiteY115623" fmla="*/ 430550 h 2398711"/>
              <a:gd name="connsiteX115624" fmla="*/ 572090 w 2119654"/>
              <a:gd name="connsiteY115624" fmla="*/ 430375 h 2398711"/>
              <a:gd name="connsiteX115625" fmla="*/ 571686 w 2119654"/>
              <a:gd name="connsiteY115625" fmla="*/ 432743 h 2398711"/>
              <a:gd name="connsiteX115626" fmla="*/ 571889 w 2119654"/>
              <a:gd name="connsiteY115626" fmla="*/ 432928 h 2398711"/>
              <a:gd name="connsiteX115627" fmla="*/ 573391 w 2119654"/>
              <a:gd name="connsiteY115627" fmla="*/ 425248 h 2398711"/>
              <a:gd name="connsiteX115628" fmla="*/ 463029 w 2119654"/>
              <a:gd name="connsiteY115628" fmla="*/ 671226 h 2398711"/>
              <a:gd name="connsiteX115629" fmla="*/ 463024 w 2119654"/>
              <a:gd name="connsiteY115629" fmla="*/ 671319 h 2398711"/>
              <a:gd name="connsiteX115630" fmla="*/ 464021 w 2119654"/>
              <a:gd name="connsiteY115630" fmla="*/ 672427 h 2398711"/>
              <a:gd name="connsiteX115631" fmla="*/ 464131 w 2119654"/>
              <a:gd name="connsiteY115631" fmla="*/ 672073 h 2398711"/>
              <a:gd name="connsiteX115632" fmla="*/ 207162 w 2119654"/>
              <a:gd name="connsiteY115632" fmla="*/ 1244133 h 2398711"/>
              <a:gd name="connsiteX115633" fmla="*/ 207316 w 2119654"/>
              <a:gd name="connsiteY115633" fmla="*/ 1244348 h 2398711"/>
              <a:gd name="connsiteX115634" fmla="*/ 210292 w 2119654"/>
              <a:gd name="connsiteY115634" fmla="*/ 1247035 h 2398711"/>
              <a:gd name="connsiteX115635" fmla="*/ 209953 w 2119654"/>
              <a:gd name="connsiteY115635" fmla="*/ 1246377 h 2398711"/>
              <a:gd name="connsiteX115636" fmla="*/ 214255 w 2119654"/>
              <a:gd name="connsiteY115636" fmla="*/ 1228145 h 2398711"/>
              <a:gd name="connsiteX115637" fmla="*/ 218733 w 2119654"/>
              <a:gd name="connsiteY115637" fmla="*/ 1241157 h 2398711"/>
              <a:gd name="connsiteX115638" fmla="*/ 219522 w 2119654"/>
              <a:gd name="connsiteY115638" fmla="*/ 1241870 h 2398711"/>
              <a:gd name="connsiteX115639" fmla="*/ 227308 w 2119654"/>
              <a:gd name="connsiteY115639" fmla="*/ 1248705 h 2398711"/>
              <a:gd name="connsiteX115640" fmla="*/ 226837 w 2119654"/>
              <a:gd name="connsiteY115640" fmla="*/ 1247274 h 2398711"/>
              <a:gd name="connsiteX115641" fmla="*/ 223529 w 2119654"/>
              <a:gd name="connsiteY115641" fmla="*/ 1239499 h 2398711"/>
              <a:gd name="connsiteX115642" fmla="*/ 525110 w 2119654"/>
              <a:gd name="connsiteY115642" fmla="*/ 532027 h 2398711"/>
              <a:gd name="connsiteX115643" fmla="*/ 525101 w 2119654"/>
              <a:gd name="connsiteY115643" fmla="*/ 538130 h 2398711"/>
              <a:gd name="connsiteX115644" fmla="*/ 527566 w 2119654"/>
              <a:gd name="connsiteY115644" fmla="*/ 539527 h 2398711"/>
              <a:gd name="connsiteX115645" fmla="*/ 525324 w 2119654"/>
              <a:gd name="connsiteY115645" fmla="*/ 532102 h 2398711"/>
              <a:gd name="connsiteX115646" fmla="*/ 208797 w 2119654"/>
              <a:gd name="connsiteY115646" fmla="*/ 1240293 h 2398711"/>
              <a:gd name="connsiteX115647" fmla="*/ 211758 w 2119654"/>
              <a:gd name="connsiteY115647" fmla="*/ 1246052 h 2398711"/>
              <a:gd name="connsiteX115648" fmla="*/ 215826 w 2119654"/>
              <a:gd name="connsiteY115648" fmla="*/ 1249322 h 2398711"/>
              <a:gd name="connsiteX115649" fmla="*/ 212668 w 2119654"/>
              <a:gd name="connsiteY115649" fmla="*/ 1242525 h 2398711"/>
              <a:gd name="connsiteX115650" fmla="*/ 366166 w 2119654"/>
              <a:gd name="connsiteY115650" fmla="*/ 887788 h 2398711"/>
              <a:gd name="connsiteX115651" fmla="*/ 366556 w 2119654"/>
              <a:gd name="connsiteY115651" fmla="*/ 889579 h 2398711"/>
              <a:gd name="connsiteX115652" fmla="*/ 366640 w 2119654"/>
              <a:gd name="connsiteY115652" fmla="*/ 887948 h 2398711"/>
              <a:gd name="connsiteX115653" fmla="*/ 440961 w 2119654"/>
              <a:gd name="connsiteY115653" fmla="*/ 720277 h 2398711"/>
              <a:gd name="connsiteX115654" fmla="*/ 440817 w 2119654"/>
              <a:gd name="connsiteY115654" fmla="*/ 721291 h 2398711"/>
              <a:gd name="connsiteX115655" fmla="*/ 440985 w 2119654"/>
              <a:gd name="connsiteY115655" fmla="*/ 721428 h 2398711"/>
              <a:gd name="connsiteX115656" fmla="*/ 441014 w 2119654"/>
              <a:gd name="connsiteY115656" fmla="*/ 720357 h 2398711"/>
              <a:gd name="connsiteX115657" fmla="*/ 393622 w 2119654"/>
              <a:gd name="connsiteY115657" fmla="*/ 826112 h 2398711"/>
              <a:gd name="connsiteX115658" fmla="*/ 393506 w 2119654"/>
              <a:gd name="connsiteY115658" fmla="*/ 827091 h 2398711"/>
              <a:gd name="connsiteX115659" fmla="*/ 395395 w 2119654"/>
              <a:gd name="connsiteY115659" fmla="*/ 834694 h 2398711"/>
              <a:gd name="connsiteX115660" fmla="*/ 396482 w 2119654"/>
              <a:gd name="connsiteY115660" fmla="*/ 838409 h 2398711"/>
              <a:gd name="connsiteX115661" fmla="*/ 396254 w 2119654"/>
              <a:gd name="connsiteY115661" fmla="*/ 831810 h 2398711"/>
              <a:gd name="connsiteX115662" fmla="*/ 291622 w 2119654"/>
              <a:gd name="connsiteY115662" fmla="*/ 1054411 h 2398711"/>
              <a:gd name="connsiteX115663" fmla="*/ 291669 w 2119654"/>
              <a:gd name="connsiteY115663" fmla="*/ 1054674 h 2398711"/>
              <a:gd name="connsiteX115664" fmla="*/ 292901 w 2119654"/>
              <a:gd name="connsiteY115664" fmla="*/ 1057061 h 2398711"/>
              <a:gd name="connsiteX115665" fmla="*/ 294225 w 2119654"/>
              <a:gd name="connsiteY115665" fmla="*/ 1059333 h 2398711"/>
              <a:gd name="connsiteX115666" fmla="*/ 294233 w 2119654"/>
              <a:gd name="connsiteY115666" fmla="*/ 1059114 h 2398711"/>
              <a:gd name="connsiteX115667" fmla="*/ 297862 w 2119654"/>
              <a:gd name="connsiteY115667" fmla="*/ 1063250 h 2398711"/>
              <a:gd name="connsiteX115668" fmla="*/ 296888 w 2119654"/>
              <a:gd name="connsiteY115668" fmla="*/ 1060859 h 2398711"/>
              <a:gd name="connsiteX115669" fmla="*/ 506509 w 2119654"/>
              <a:gd name="connsiteY115669" fmla="*/ 573216 h 2398711"/>
              <a:gd name="connsiteX115670" fmla="*/ 508782 w 2119654"/>
              <a:gd name="connsiteY115670" fmla="*/ 592205 h 2398711"/>
              <a:gd name="connsiteX115671" fmla="*/ 513949 w 2119654"/>
              <a:gd name="connsiteY115671" fmla="*/ 594322 h 2398711"/>
              <a:gd name="connsiteX115672" fmla="*/ 512950 w 2119654"/>
              <a:gd name="connsiteY115672" fmla="*/ 585990 h 2398711"/>
              <a:gd name="connsiteX115673" fmla="*/ 512421 w 2119654"/>
              <a:gd name="connsiteY115673" fmla="*/ 580992 h 2398711"/>
              <a:gd name="connsiteX115674" fmla="*/ 512124 w 2119654"/>
              <a:gd name="connsiteY115674" fmla="*/ 580780 h 2398711"/>
              <a:gd name="connsiteX115675" fmla="*/ 512396 w 2119654"/>
              <a:gd name="connsiteY115675" fmla="*/ 580768 h 2398711"/>
              <a:gd name="connsiteX115676" fmla="*/ 511871 w 2119654"/>
              <a:gd name="connsiteY115676" fmla="*/ 575819 h 2398711"/>
              <a:gd name="connsiteX115677" fmla="*/ 317366 w 2119654"/>
              <a:gd name="connsiteY115677" fmla="*/ 996672 h 2398711"/>
              <a:gd name="connsiteX115678" fmla="*/ 317096 w 2119654"/>
              <a:gd name="connsiteY115678" fmla="*/ 1001817 h 2398711"/>
              <a:gd name="connsiteX115679" fmla="*/ 317322 w 2119654"/>
              <a:gd name="connsiteY115679" fmla="*/ 1004590 h 2398711"/>
              <a:gd name="connsiteX115680" fmla="*/ 318619 w 2119654"/>
              <a:gd name="connsiteY115680" fmla="*/ 1005576 h 2398711"/>
              <a:gd name="connsiteX115681" fmla="*/ 318038 w 2119654"/>
              <a:gd name="connsiteY115681" fmla="*/ 998622 h 2398711"/>
              <a:gd name="connsiteX115682" fmla="*/ 229094 w 2119654"/>
              <a:gd name="connsiteY115682" fmla="*/ 1194238 h 2398711"/>
              <a:gd name="connsiteX115683" fmla="*/ 231484 w 2119654"/>
              <a:gd name="connsiteY115683" fmla="*/ 1197980 h 2398711"/>
              <a:gd name="connsiteX115684" fmla="*/ 232529 w 2119654"/>
              <a:gd name="connsiteY115684" fmla="*/ 1198658 h 2398711"/>
              <a:gd name="connsiteX115685" fmla="*/ 348163 w 2119654"/>
              <a:gd name="connsiteY115685" fmla="*/ 927618 h 2398711"/>
              <a:gd name="connsiteX115686" fmla="*/ 348552 w 2119654"/>
              <a:gd name="connsiteY115686" fmla="*/ 933867 h 2398711"/>
              <a:gd name="connsiteX115687" fmla="*/ 351087 w 2119654"/>
              <a:gd name="connsiteY115687" fmla="*/ 938219 h 2398711"/>
              <a:gd name="connsiteX115688" fmla="*/ 528549 w 2119654"/>
              <a:gd name="connsiteY115688" fmla="*/ 523646 h 2398711"/>
              <a:gd name="connsiteX115689" fmla="*/ 531010 w 2119654"/>
              <a:gd name="connsiteY115689" fmla="*/ 531411 h 2398711"/>
              <a:gd name="connsiteX115690" fmla="*/ 531451 w 2119654"/>
              <a:gd name="connsiteY115690" fmla="*/ 528848 h 2398711"/>
              <a:gd name="connsiteX115691" fmla="*/ 531626 w 2119654"/>
              <a:gd name="connsiteY115691" fmla="*/ 528692 h 2398711"/>
              <a:gd name="connsiteX115692" fmla="*/ 531105 w 2119654"/>
              <a:gd name="connsiteY115692" fmla="*/ 531711 h 2398711"/>
              <a:gd name="connsiteX115693" fmla="*/ 531520 w 2119654"/>
              <a:gd name="connsiteY115693" fmla="*/ 533022 h 2398711"/>
              <a:gd name="connsiteX115694" fmla="*/ 541337 w 2119654"/>
              <a:gd name="connsiteY115694" fmla="*/ 536019 h 2398711"/>
              <a:gd name="connsiteX115695" fmla="*/ 532954 w 2119654"/>
              <a:gd name="connsiteY115695" fmla="*/ 527321 h 2398711"/>
              <a:gd name="connsiteX115696" fmla="*/ 433500 w 2119654"/>
              <a:gd name="connsiteY115696" fmla="*/ 736449 h 2398711"/>
              <a:gd name="connsiteX115697" fmla="*/ 433316 w 2119654"/>
              <a:gd name="connsiteY115697" fmla="*/ 737161 h 2398711"/>
              <a:gd name="connsiteX115698" fmla="*/ 433876 w 2119654"/>
              <a:gd name="connsiteY115698" fmla="*/ 737357 h 2398711"/>
              <a:gd name="connsiteX115699" fmla="*/ 441993 w 2119654"/>
              <a:gd name="connsiteY115699" fmla="*/ 717425 h 2398711"/>
              <a:gd name="connsiteX115700" fmla="*/ 441967 w 2119654"/>
              <a:gd name="connsiteY115700" fmla="*/ 718370 h 2398711"/>
              <a:gd name="connsiteX115701" fmla="*/ 445290 w 2119654"/>
              <a:gd name="connsiteY115701" fmla="*/ 722622 h 2398711"/>
              <a:gd name="connsiteX115702" fmla="*/ 445627 w 2119654"/>
              <a:gd name="connsiteY115702" fmla="*/ 720138 h 2398711"/>
              <a:gd name="connsiteX115703" fmla="*/ 445174 w 2119654"/>
              <a:gd name="connsiteY115703" fmla="*/ 718398 h 2398711"/>
              <a:gd name="connsiteX115704" fmla="*/ 239024 w 2119654"/>
              <a:gd name="connsiteY115704" fmla="*/ 1171870 h 2398711"/>
              <a:gd name="connsiteX115705" fmla="*/ 239762 w 2119654"/>
              <a:gd name="connsiteY115705" fmla="*/ 1174874 h 2398711"/>
              <a:gd name="connsiteX115706" fmla="*/ 239765 w 2119654"/>
              <a:gd name="connsiteY115706" fmla="*/ 1174880 h 2398711"/>
              <a:gd name="connsiteX115707" fmla="*/ 248480 w 2119654"/>
              <a:gd name="connsiteY115707" fmla="*/ 1186834 h 2398711"/>
              <a:gd name="connsiteX115708" fmla="*/ 243065 w 2119654"/>
              <a:gd name="connsiteY115708" fmla="*/ 1174110 h 2398711"/>
              <a:gd name="connsiteX115709" fmla="*/ 576632 w 2119654"/>
              <a:gd name="connsiteY115709" fmla="*/ 415864 h 2398711"/>
              <a:gd name="connsiteX115710" fmla="*/ 574605 w 2119654"/>
              <a:gd name="connsiteY115710" fmla="*/ 426222 h 2398711"/>
              <a:gd name="connsiteX115711" fmla="*/ 580854 w 2119654"/>
              <a:gd name="connsiteY115711" fmla="*/ 432523 h 2398711"/>
              <a:gd name="connsiteX115712" fmla="*/ 578992 w 2119654"/>
              <a:gd name="connsiteY115712" fmla="*/ 416976 h 2398711"/>
              <a:gd name="connsiteX115713" fmla="*/ 218245 w 2119654"/>
              <a:gd name="connsiteY115713" fmla="*/ 1218324 h 2398711"/>
              <a:gd name="connsiteX115714" fmla="*/ 218687 w 2119654"/>
              <a:gd name="connsiteY115714" fmla="*/ 1219407 h 2398711"/>
              <a:gd name="connsiteX115715" fmla="*/ 224186 w 2119654"/>
              <a:gd name="connsiteY115715" fmla="*/ 1232396 h 2398711"/>
              <a:gd name="connsiteX115716" fmla="*/ 226043 w 2119654"/>
              <a:gd name="connsiteY115716" fmla="*/ 1235137 h 2398711"/>
              <a:gd name="connsiteX115717" fmla="*/ 228040 w 2119654"/>
              <a:gd name="connsiteY115717" fmla="*/ 1237192 h 2398711"/>
              <a:gd name="connsiteX115718" fmla="*/ 227797 w 2119654"/>
              <a:gd name="connsiteY115718" fmla="*/ 1236598 h 2398711"/>
              <a:gd name="connsiteX115719" fmla="*/ 227879 w 2119654"/>
              <a:gd name="connsiteY115719" fmla="*/ 1236310 h 2398711"/>
              <a:gd name="connsiteX115720" fmla="*/ 228383 w 2119654"/>
              <a:gd name="connsiteY115720" fmla="*/ 1237546 h 2398711"/>
              <a:gd name="connsiteX115721" fmla="*/ 250694 w 2119654"/>
              <a:gd name="connsiteY115721" fmla="*/ 1260502 h 2398711"/>
              <a:gd name="connsiteX115722" fmla="*/ 237908 w 2119654"/>
              <a:gd name="connsiteY115722" fmla="*/ 1244733 h 2398711"/>
              <a:gd name="connsiteX115723" fmla="*/ 237903 w 2119654"/>
              <a:gd name="connsiteY115723" fmla="*/ 1244430 h 2398711"/>
              <a:gd name="connsiteX115724" fmla="*/ 251012 w 2119654"/>
              <a:gd name="connsiteY115724" fmla="*/ 1260597 h 2398711"/>
              <a:gd name="connsiteX115725" fmla="*/ 252370 w 2119654"/>
              <a:gd name="connsiteY115725" fmla="*/ 1262226 h 2398711"/>
              <a:gd name="connsiteX115726" fmla="*/ 257629 w 2119654"/>
              <a:gd name="connsiteY115726" fmla="*/ 1267638 h 2398711"/>
              <a:gd name="connsiteX115727" fmla="*/ 259739 w 2119654"/>
              <a:gd name="connsiteY115727" fmla="*/ 1268816 h 2398711"/>
              <a:gd name="connsiteX115728" fmla="*/ 259269 w 2119654"/>
              <a:gd name="connsiteY115728" fmla="*/ 1267683 h 2398711"/>
              <a:gd name="connsiteX115729" fmla="*/ 257040 w 2119654"/>
              <a:gd name="connsiteY115729" fmla="*/ 1264955 h 2398711"/>
              <a:gd name="connsiteX115730" fmla="*/ 254856 w 2119654"/>
              <a:gd name="connsiteY115730" fmla="*/ 1263299 h 2398711"/>
              <a:gd name="connsiteX115731" fmla="*/ 254805 w 2119654"/>
              <a:gd name="connsiteY115731" fmla="*/ 1263110 h 2398711"/>
              <a:gd name="connsiteX115732" fmla="*/ 256717 w 2119654"/>
              <a:gd name="connsiteY115732" fmla="*/ 1264559 h 2398711"/>
              <a:gd name="connsiteX115733" fmla="*/ 225400 w 2119654"/>
              <a:gd name="connsiteY115733" fmla="*/ 1226215 h 2398711"/>
              <a:gd name="connsiteX115734" fmla="*/ 498927 w 2119654"/>
              <a:gd name="connsiteY115734" fmla="*/ 589676 h 2398711"/>
              <a:gd name="connsiteX115735" fmla="*/ 503718 w 2119654"/>
              <a:gd name="connsiteY115735" fmla="*/ 598324 h 2398711"/>
              <a:gd name="connsiteX115736" fmla="*/ 503763 w 2119654"/>
              <a:gd name="connsiteY115736" fmla="*/ 594390 h 2398711"/>
              <a:gd name="connsiteX115737" fmla="*/ 504042 w 2119654"/>
              <a:gd name="connsiteY115737" fmla="*/ 594044 h 2398711"/>
              <a:gd name="connsiteX115738" fmla="*/ 503988 w 2119654"/>
              <a:gd name="connsiteY115738" fmla="*/ 598811 h 2398711"/>
              <a:gd name="connsiteX115739" fmla="*/ 505325 w 2119654"/>
              <a:gd name="connsiteY115739" fmla="*/ 601224 h 2398711"/>
              <a:gd name="connsiteX115740" fmla="*/ 507868 w 2119654"/>
              <a:gd name="connsiteY115740" fmla="*/ 595275 h 2398711"/>
              <a:gd name="connsiteX115741" fmla="*/ 518788 w 2119654"/>
              <a:gd name="connsiteY115741" fmla="*/ 545144 h 2398711"/>
              <a:gd name="connsiteX115742" fmla="*/ 518888 w 2119654"/>
              <a:gd name="connsiteY115742" fmla="*/ 549548 h 2398711"/>
              <a:gd name="connsiteX115743" fmla="*/ 520292 w 2119654"/>
              <a:gd name="connsiteY115743" fmla="*/ 550686 h 2398711"/>
              <a:gd name="connsiteX115744" fmla="*/ 342256 w 2119654"/>
              <a:gd name="connsiteY115744" fmla="*/ 940394 h 2398711"/>
              <a:gd name="connsiteX115745" fmla="*/ 342244 w 2119654"/>
              <a:gd name="connsiteY115745" fmla="*/ 948648 h 2398711"/>
              <a:gd name="connsiteX115746" fmla="*/ 342865 w 2119654"/>
              <a:gd name="connsiteY115746" fmla="*/ 952093 h 2398711"/>
              <a:gd name="connsiteX115747" fmla="*/ 344135 w 2119654"/>
              <a:gd name="connsiteY115747" fmla="*/ 953781 h 2398711"/>
              <a:gd name="connsiteX115748" fmla="*/ 347862 w 2119654"/>
              <a:gd name="connsiteY115748" fmla="*/ 957758 h 2398711"/>
              <a:gd name="connsiteX115749" fmla="*/ 347658 w 2119654"/>
              <a:gd name="connsiteY115749" fmla="*/ 954481 h 2398711"/>
              <a:gd name="connsiteX115750" fmla="*/ 347596 w 2119654"/>
              <a:gd name="connsiteY115750" fmla="*/ 951699 h 2398711"/>
              <a:gd name="connsiteX115751" fmla="*/ 344280 w 2119654"/>
              <a:gd name="connsiteY115751" fmla="*/ 943911 h 2398711"/>
              <a:gd name="connsiteX115752" fmla="*/ 342956 w 2119654"/>
              <a:gd name="connsiteY115752" fmla="*/ 940422 h 2398711"/>
              <a:gd name="connsiteX115753" fmla="*/ 471560 w 2119654"/>
              <a:gd name="connsiteY115753" fmla="*/ 650858 h 2398711"/>
              <a:gd name="connsiteX115754" fmla="*/ 471568 w 2119654"/>
              <a:gd name="connsiteY115754" fmla="*/ 650904 h 2398711"/>
              <a:gd name="connsiteX115755" fmla="*/ 471576 w 2119654"/>
              <a:gd name="connsiteY115755" fmla="*/ 650883 h 2398711"/>
              <a:gd name="connsiteX115756" fmla="*/ 497759 w 2119654"/>
              <a:gd name="connsiteY115756" fmla="*/ 592089 h 2398711"/>
              <a:gd name="connsiteX115757" fmla="*/ 498347 w 2119654"/>
              <a:gd name="connsiteY115757" fmla="*/ 600475 h 2398711"/>
              <a:gd name="connsiteX115758" fmla="*/ 501587 w 2119654"/>
              <a:gd name="connsiteY115758" fmla="*/ 602374 h 2398711"/>
              <a:gd name="connsiteX115759" fmla="*/ 499485 w 2119654"/>
              <a:gd name="connsiteY115759" fmla="*/ 595206 h 2398711"/>
              <a:gd name="connsiteX115760" fmla="*/ 291381 w 2119654"/>
              <a:gd name="connsiteY115760" fmla="*/ 1054117 h 2398711"/>
              <a:gd name="connsiteX115761" fmla="*/ 291382 w 2119654"/>
              <a:gd name="connsiteY115761" fmla="*/ 1054119 h 2398711"/>
              <a:gd name="connsiteX115762" fmla="*/ 291382 w 2119654"/>
              <a:gd name="connsiteY115762" fmla="*/ 1054118 h 2398711"/>
              <a:gd name="connsiteX115763" fmla="*/ 338030 w 2119654"/>
              <a:gd name="connsiteY115763" fmla="*/ 949512 h 2398711"/>
              <a:gd name="connsiteX115764" fmla="*/ 338411 w 2119654"/>
              <a:gd name="connsiteY115764" fmla="*/ 951076 h 2398711"/>
              <a:gd name="connsiteX115765" fmla="*/ 340515 w 2119654"/>
              <a:gd name="connsiteY115765" fmla="*/ 953001 h 2398711"/>
              <a:gd name="connsiteX115766" fmla="*/ 340540 w 2119654"/>
              <a:gd name="connsiteY115766" fmla="*/ 952373 h 2398711"/>
              <a:gd name="connsiteX115767" fmla="*/ 262412 w 2119654"/>
              <a:gd name="connsiteY115767" fmla="*/ 1118819 h 2398711"/>
              <a:gd name="connsiteX115768" fmla="*/ 263266 w 2119654"/>
              <a:gd name="connsiteY115768" fmla="*/ 1122301 h 2398711"/>
              <a:gd name="connsiteX115769" fmla="*/ 265138 w 2119654"/>
              <a:gd name="connsiteY115769" fmla="*/ 1125066 h 2398711"/>
              <a:gd name="connsiteX115770" fmla="*/ 264330 w 2119654"/>
              <a:gd name="connsiteY115770" fmla="*/ 1123950 h 2398711"/>
              <a:gd name="connsiteX115771" fmla="*/ 263285 w 2119654"/>
              <a:gd name="connsiteY115771" fmla="*/ 1122378 h 2398711"/>
              <a:gd name="connsiteX115772" fmla="*/ 264627 w 2119654"/>
              <a:gd name="connsiteY115772" fmla="*/ 1127844 h 2398711"/>
              <a:gd name="connsiteX115773" fmla="*/ 267806 w 2119654"/>
              <a:gd name="connsiteY115773" fmla="*/ 1130376 h 2398711"/>
              <a:gd name="connsiteX115774" fmla="*/ 266932 w 2119654"/>
              <a:gd name="connsiteY115774" fmla="*/ 1127717 h 2398711"/>
              <a:gd name="connsiteX115775" fmla="*/ 265138 w 2119654"/>
              <a:gd name="connsiteY115775" fmla="*/ 1125066 h 2398711"/>
              <a:gd name="connsiteX115776" fmla="*/ 266829 w 2119654"/>
              <a:gd name="connsiteY115776" fmla="*/ 1127404 h 2398711"/>
              <a:gd name="connsiteX115777" fmla="*/ 265221 w 2119654"/>
              <a:gd name="connsiteY115777" fmla="*/ 1122511 h 2398711"/>
              <a:gd name="connsiteX115778" fmla="*/ 439720 w 2119654"/>
              <a:gd name="connsiteY115778" fmla="*/ 721722 h 2398711"/>
              <a:gd name="connsiteX115779" fmla="*/ 439691 w 2119654"/>
              <a:gd name="connsiteY115779" fmla="*/ 721850 h 2398711"/>
              <a:gd name="connsiteX115780" fmla="*/ 440185 w 2119654"/>
              <a:gd name="connsiteY115780" fmla="*/ 723371 h 2398711"/>
              <a:gd name="connsiteX115781" fmla="*/ 440346 w 2119654"/>
              <a:gd name="connsiteY115781" fmla="*/ 722234 h 2398711"/>
              <a:gd name="connsiteX115782" fmla="*/ 483859 w 2119654"/>
              <a:gd name="connsiteY115782" fmla="*/ 622427 h 2398711"/>
              <a:gd name="connsiteX115783" fmla="*/ 481806 w 2119654"/>
              <a:gd name="connsiteY115783" fmla="*/ 628039 h 2398711"/>
              <a:gd name="connsiteX115784" fmla="*/ 484599 w 2119654"/>
              <a:gd name="connsiteY115784" fmla="*/ 636379 h 2398711"/>
              <a:gd name="connsiteX115785" fmla="*/ 487514 w 2119654"/>
              <a:gd name="connsiteY115785" fmla="*/ 637917 h 2398711"/>
              <a:gd name="connsiteX115786" fmla="*/ 506360 w 2119654"/>
              <a:gd name="connsiteY115786" fmla="*/ 571976 h 2398711"/>
              <a:gd name="connsiteX115787" fmla="*/ 506477 w 2119654"/>
              <a:gd name="connsiteY115787" fmla="*/ 572944 h 2398711"/>
              <a:gd name="connsiteX115788" fmla="*/ 511849 w 2119654"/>
              <a:gd name="connsiteY115788" fmla="*/ 575609 h 2398711"/>
              <a:gd name="connsiteX115789" fmla="*/ 511688 w 2119654"/>
              <a:gd name="connsiteY115789" fmla="*/ 574095 h 2398711"/>
              <a:gd name="connsiteX115790" fmla="*/ 361461 w 2119654"/>
              <a:gd name="connsiteY115790" fmla="*/ 896283 h 2398711"/>
              <a:gd name="connsiteX115791" fmla="*/ 361455 w 2119654"/>
              <a:gd name="connsiteY115791" fmla="*/ 900500 h 2398711"/>
              <a:gd name="connsiteX115792" fmla="*/ 361949 w 2119654"/>
              <a:gd name="connsiteY115792" fmla="*/ 903044 h 2398711"/>
              <a:gd name="connsiteX115793" fmla="*/ 365460 w 2119654"/>
              <a:gd name="connsiteY115793" fmla="*/ 910470 h 2398711"/>
              <a:gd name="connsiteX115794" fmla="*/ 365785 w 2119654"/>
              <a:gd name="connsiteY115794" fmla="*/ 904285 h 2398711"/>
              <a:gd name="connsiteX115795" fmla="*/ 364446 w 2119654"/>
              <a:gd name="connsiteY115795" fmla="*/ 898550 h 2398711"/>
              <a:gd name="connsiteX115796" fmla="*/ 258516 w 2119654"/>
              <a:gd name="connsiteY115796" fmla="*/ 1126541 h 2398711"/>
              <a:gd name="connsiteX115797" fmla="*/ 259854 w 2119654"/>
              <a:gd name="connsiteY115797" fmla="*/ 1130124 h 2398711"/>
              <a:gd name="connsiteX115798" fmla="*/ 264052 w 2119654"/>
              <a:gd name="connsiteY115798" fmla="*/ 1133617 h 2398711"/>
              <a:gd name="connsiteX115799" fmla="*/ 263921 w 2119654"/>
              <a:gd name="connsiteY115799" fmla="*/ 1133389 h 2398711"/>
              <a:gd name="connsiteX115800" fmla="*/ 263923 w 2119654"/>
              <a:gd name="connsiteY115800" fmla="*/ 1114376 h 2398711"/>
              <a:gd name="connsiteX115801" fmla="*/ 267134 w 2119654"/>
              <a:gd name="connsiteY115801" fmla="*/ 1124144 h 2398711"/>
              <a:gd name="connsiteX115802" fmla="*/ 276778 w 2119654"/>
              <a:gd name="connsiteY115802" fmla="*/ 1135821 h 2398711"/>
              <a:gd name="connsiteX115803" fmla="*/ 275394 w 2119654"/>
              <a:gd name="connsiteY115803" fmla="*/ 1127187 h 2398711"/>
              <a:gd name="connsiteX115804" fmla="*/ 485041 w 2119654"/>
              <a:gd name="connsiteY115804" fmla="*/ 619192 h 2398711"/>
              <a:gd name="connsiteX115805" fmla="*/ 484034 w 2119654"/>
              <a:gd name="connsiteY115805" fmla="*/ 621946 h 2398711"/>
              <a:gd name="connsiteX115806" fmla="*/ 487627 w 2119654"/>
              <a:gd name="connsiteY115806" fmla="*/ 637169 h 2398711"/>
              <a:gd name="connsiteX115807" fmla="*/ 487860 w 2119654"/>
              <a:gd name="connsiteY115807" fmla="*/ 638099 h 2398711"/>
              <a:gd name="connsiteX115808" fmla="*/ 488666 w 2119654"/>
              <a:gd name="connsiteY115808" fmla="*/ 638524 h 2398711"/>
              <a:gd name="connsiteX115809" fmla="*/ 488410 w 2119654"/>
              <a:gd name="connsiteY115809" fmla="*/ 621425 h 2398711"/>
              <a:gd name="connsiteX115810" fmla="*/ 440271 w 2119654"/>
              <a:gd name="connsiteY115810" fmla="*/ 719247 h 2398711"/>
              <a:gd name="connsiteX115811" fmla="*/ 439970 w 2119654"/>
              <a:gd name="connsiteY115811" fmla="*/ 720598 h 2398711"/>
              <a:gd name="connsiteX115812" fmla="*/ 440515 w 2119654"/>
              <a:gd name="connsiteY115812" fmla="*/ 721043 h 2398711"/>
              <a:gd name="connsiteX115813" fmla="*/ 440682 w 2119654"/>
              <a:gd name="connsiteY115813" fmla="*/ 719862 h 2398711"/>
              <a:gd name="connsiteX115814" fmla="*/ 342259 w 2119654"/>
              <a:gd name="connsiteY115814" fmla="*/ 938579 h 2398711"/>
              <a:gd name="connsiteX115815" fmla="*/ 342257 w 2119654"/>
              <a:gd name="connsiteY115815" fmla="*/ 940249 h 2398711"/>
              <a:gd name="connsiteX115816" fmla="*/ 342901 w 2119654"/>
              <a:gd name="connsiteY115816" fmla="*/ 940275 h 2398711"/>
              <a:gd name="connsiteX115817" fmla="*/ 470984 w 2119654"/>
              <a:gd name="connsiteY115817" fmla="*/ 650326 h 2398711"/>
              <a:gd name="connsiteX115818" fmla="*/ 470646 w 2119654"/>
              <a:gd name="connsiteY115818" fmla="*/ 652750 h 2398711"/>
              <a:gd name="connsiteX115819" fmla="*/ 470753 w 2119654"/>
              <a:gd name="connsiteY115819" fmla="*/ 653073 h 2398711"/>
              <a:gd name="connsiteX115820" fmla="*/ 470771 w 2119654"/>
              <a:gd name="connsiteY115820" fmla="*/ 653080 h 2398711"/>
              <a:gd name="connsiteX115821" fmla="*/ 471486 w 2119654"/>
              <a:gd name="connsiteY115821" fmla="*/ 651128 h 2398711"/>
              <a:gd name="connsiteX115822" fmla="*/ 471391 w 2119654"/>
              <a:gd name="connsiteY115822" fmla="*/ 650612 h 2398711"/>
              <a:gd name="connsiteX115823" fmla="*/ 471386 w 2119654"/>
              <a:gd name="connsiteY115823" fmla="*/ 650604 h 2398711"/>
              <a:gd name="connsiteX115824" fmla="*/ 578444 w 2119654"/>
              <a:gd name="connsiteY115824" fmla="*/ 409693 h 2398711"/>
              <a:gd name="connsiteX115825" fmla="*/ 579277 w 2119654"/>
              <a:gd name="connsiteY115825" fmla="*/ 416664 h 2398711"/>
              <a:gd name="connsiteX115826" fmla="*/ 580390 w 2119654"/>
              <a:gd name="connsiteY115826" fmla="*/ 417188 h 2398711"/>
              <a:gd name="connsiteX115827" fmla="*/ 579345 w 2119654"/>
              <a:gd name="connsiteY115827" fmla="*/ 410573 h 2398711"/>
              <a:gd name="connsiteX115828" fmla="*/ 518746 w 2119654"/>
              <a:gd name="connsiteY115828" fmla="*/ 543292 h 2398711"/>
              <a:gd name="connsiteX115829" fmla="*/ 518770 w 2119654"/>
              <a:gd name="connsiteY115829" fmla="*/ 544390 h 2398711"/>
              <a:gd name="connsiteX115830" fmla="*/ 520736 w 2119654"/>
              <a:gd name="connsiteY115830" fmla="*/ 551047 h 2398711"/>
              <a:gd name="connsiteX115831" fmla="*/ 521543 w 2119654"/>
              <a:gd name="connsiteY115831" fmla="*/ 551702 h 2398711"/>
              <a:gd name="connsiteX115832" fmla="*/ 521551 w 2119654"/>
              <a:gd name="connsiteY115832" fmla="*/ 545586 h 2398711"/>
              <a:gd name="connsiteX115833" fmla="*/ 488754 w 2119654"/>
              <a:gd name="connsiteY115833" fmla="*/ 610429 h 2398711"/>
              <a:gd name="connsiteX115834" fmla="*/ 488839 w 2119654"/>
              <a:gd name="connsiteY115834" fmla="*/ 612748 h 2398711"/>
              <a:gd name="connsiteX115835" fmla="*/ 491291 w 2119654"/>
              <a:gd name="connsiteY115835" fmla="*/ 613598 h 2398711"/>
              <a:gd name="connsiteX115836" fmla="*/ 490999 w 2119654"/>
              <a:gd name="connsiteY115836" fmla="*/ 611907 h 2398711"/>
              <a:gd name="connsiteX115837" fmla="*/ 488774 w 2119654"/>
              <a:gd name="connsiteY115837" fmla="*/ 610433 h 2398711"/>
              <a:gd name="connsiteX115838" fmla="*/ 269605 w 2119654"/>
              <a:gd name="connsiteY115838" fmla="*/ 1101079 h 2398711"/>
              <a:gd name="connsiteX115839" fmla="*/ 271856 w 2119654"/>
              <a:gd name="connsiteY115839" fmla="*/ 1106857 h 2398711"/>
              <a:gd name="connsiteX115840" fmla="*/ 272288 w 2119654"/>
              <a:gd name="connsiteY115840" fmla="*/ 1107550 h 2398711"/>
              <a:gd name="connsiteX115841" fmla="*/ 272004 w 2119654"/>
              <a:gd name="connsiteY115841" fmla="*/ 1105195 h 2398711"/>
              <a:gd name="connsiteX115842" fmla="*/ 353641 w 2119654"/>
              <a:gd name="connsiteY115842" fmla="*/ 912844 h 2398711"/>
              <a:gd name="connsiteX115843" fmla="*/ 354324 w 2119654"/>
              <a:gd name="connsiteY115843" fmla="*/ 915591 h 2398711"/>
              <a:gd name="connsiteX115844" fmla="*/ 355728 w 2119654"/>
              <a:gd name="connsiteY115844" fmla="*/ 919842 h 2398711"/>
              <a:gd name="connsiteX115845" fmla="*/ 358895 w 2119654"/>
              <a:gd name="connsiteY115845" fmla="*/ 922518 h 2398711"/>
              <a:gd name="connsiteX115846" fmla="*/ 354607 w 2119654"/>
              <a:gd name="connsiteY115846" fmla="*/ 913187 h 2398711"/>
              <a:gd name="connsiteX115847" fmla="*/ 396676 w 2119654"/>
              <a:gd name="connsiteY115847" fmla="*/ 816458 h 2398711"/>
              <a:gd name="connsiteX115848" fmla="*/ 397671 w 2119654"/>
              <a:gd name="connsiteY115848" fmla="*/ 818037 h 2398711"/>
              <a:gd name="connsiteX115849" fmla="*/ 397672 w 2119654"/>
              <a:gd name="connsiteY115849" fmla="*/ 818019 h 2398711"/>
              <a:gd name="connsiteX115850" fmla="*/ 397379 w 2119654"/>
              <a:gd name="connsiteY115850" fmla="*/ 816829 h 2398711"/>
              <a:gd name="connsiteX115851" fmla="*/ 440990 w 2119654"/>
              <a:gd name="connsiteY115851" fmla="*/ 717120 h 2398711"/>
              <a:gd name="connsiteX115852" fmla="*/ 441058 w 2119654"/>
              <a:gd name="connsiteY115852" fmla="*/ 717207 h 2398711"/>
              <a:gd name="connsiteX115853" fmla="*/ 441067 w 2119654"/>
              <a:gd name="connsiteY115853" fmla="*/ 717143 h 2398711"/>
              <a:gd name="connsiteX115854" fmla="*/ 419107 w 2119654"/>
              <a:gd name="connsiteY115854" fmla="*/ 766099 h 2398711"/>
              <a:gd name="connsiteX115855" fmla="*/ 419068 w 2119654"/>
              <a:gd name="connsiteY115855" fmla="*/ 766433 h 2398711"/>
              <a:gd name="connsiteX115856" fmla="*/ 419488 w 2119654"/>
              <a:gd name="connsiteY115856" fmla="*/ 766971 h 2398711"/>
              <a:gd name="connsiteX115857" fmla="*/ 419668 w 2119654"/>
              <a:gd name="connsiteY115857" fmla="*/ 766271 h 2398711"/>
              <a:gd name="connsiteX115858" fmla="*/ 412033 w 2119654"/>
              <a:gd name="connsiteY115858" fmla="*/ 781876 h 2398711"/>
              <a:gd name="connsiteX115859" fmla="*/ 412279 w 2119654"/>
              <a:gd name="connsiteY115859" fmla="*/ 785393 h 2398711"/>
              <a:gd name="connsiteX115860" fmla="*/ 414055 w 2119654"/>
              <a:gd name="connsiteY115860" fmla="*/ 787933 h 2398711"/>
              <a:gd name="connsiteX115861" fmla="*/ 415089 w 2119654"/>
              <a:gd name="connsiteY115861" fmla="*/ 783945 h 2398711"/>
              <a:gd name="connsiteX115862" fmla="*/ 486879 w 2119654"/>
              <a:gd name="connsiteY115862" fmla="*/ 614166 h 2398711"/>
              <a:gd name="connsiteX115863" fmla="*/ 485877 w 2119654"/>
              <a:gd name="connsiteY115863" fmla="*/ 616908 h 2398711"/>
              <a:gd name="connsiteX115864" fmla="*/ 488367 w 2119654"/>
              <a:gd name="connsiteY115864" fmla="*/ 618559 h 2398711"/>
              <a:gd name="connsiteX115865" fmla="*/ 488307 w 2119654"/>
              <a:gd name="connsiteY115865" fmla="*/ 614470 h 2398711"/>
              <a:gd name="connsiteX115866" fmla="*/ 337696 w 2119654"/>
              <a:gd name="connsiteY115866" fmla="*/ 948143 h 2398711"/>
              <a:gd name="connsiteX115867" fmla="*/ 337817 w 2119654"/>
              <a:gd name="connsiteY115867" fmla="*/ 948637 h 2398711"/>
              <a:gd name="connsiteX115868" fmla="*/ 339569 w 2119654"/>
              <a:gd name="connsiteY115868" fmla="*/ 950634 h 2398711"/>
              <a:gd name="connsiteX115869" fmla="*/ 487290 w 2119654"/>
              <a:gd name="connsiteY115869" fmla="*/ 613041 h 2398711"/>
              <a:gd name="connsiteX115870" fmla="*/ 487091 w 2119654"/>
              <a:gd name="connsiteY115870" fmla="*/ 613589 h 2398711"/>
              <a:gd name="connsiteX115871" fmla="*/ 488297 w 2119654"/>
              <a:gd name="connsiteY115871" fmla="*/ 613830 h 2398711"/>
              <a:gd name="connsiteX115872" fmla="*/ 488291 w 2119654"/>
              <a:gd name="connsiteY115872" fmla="*/ 613388 h 2398711"/>
              <a:gd name="connsiteX115873" fmla="*/ 555768 w 2119654"/>
              <a:gd name="connsiteY115873" fmla="*/ 459691 h 2398711"/>
              <a:gd name="connsiteX115874" fmla="*/ 562259 w 2119654"/>
              <a:gd name="connsiteY115874" fmla="*/ 464678 h 2398711"/>
              <a:gd name="connsiteX115875" fmla="*/ 563715 w 2119654"/>
              <a:gd name="connsiteY115875" fmla="*/ 465977 h 2398711"/>
              <a:gd name="connsiteX115876" fmla="*/ 564035 w 2119654"/>
              <a:gd name="connsiteY115876" fmla="*/ 464336 h 2398711"/>
              <a:gd name="connsiteX115877" fmla="*/ 562783 w 2119654"/>
              <a:gd name="connsiteY115877" fmla="*/ 462995 h 2398711"/>
              <a:gd name="connsiteX115878" fmla="*/ 134015 w 2119654"/>
              <a:gd name="connsiteY115878" fmla="*/ 1403996 h 2398711"/>
              <a:gd name="connsiteX115879" fmla="*/ 140440 w 2119654"/>
              <a:gd name="connsiteY115879" fmla="*/ 1412037 h 2398711"/>
              <a:gd name="connsiteX115880" fmla="*/ 137376 w 2119654"/>
              <a:gd name="connsiteY115880" fmla="*/ 1406184 h 2398711"/>
              <a:gd name="connsiteX115881" fmla="*/ 317562 w 2119654"/>
              <a:gd name="connsiteY115881" fmla="*/ 992929 h 2398711"/>
              <a:gd name="connsiteX115882" fmla="*/ 317392 w 2119654"/>
              <a:gd name="connsiteY115882" fmla="*/ 996175 h 2398711"/>
              <a:gd name="connsiteX115883" fmla="*/ 317975 w 2119654"/>
              <a:gd name="connsiteY115883" fmla="*/ 997866 h 2398711"/>
              <a:gd name="connsiteX115884" fmla="*/ 396285 w 2119654"/>
              <a:gd name="connsiteY115884" fmla="*/ 816622 h 2398711"/>
              <a:gd name="connsiteX115885" fmla="*/ 396339 w 2119654"/>
              <a:gd name="connsiteY115885" fmla="*/ 818174 h 2398711"/>
              <a:gd name="connsiteX115886" fmla="*/ 397629 w 2119654"/>
              <a:gd name="connsiteY115886" fmla="*/ 820478 h 2398711"/>
              <a:gd name="connsiteX115887" fmla="*/ 397659 w 2119654"/>
              <a:gd name="connsiteY115887" fmla="*/ 818798 h 2398711"/>
              <a:gd name="connsiteX115888" fmla="*/ 518367 w 2119654"/>
              <a:gd name="connsiteY115888" fmla="*/ 542983 h 2398711"/>
              <a:gd name="connsiteX115889" fmla="*/ 518505 w 2119654"/>
              <a:gd name="connsiteY115889" fmla="*/ 543488 h 2398711"/>
              <a:gd name="connsiteX115890" fmla="*/ 518597 w 2119654"/>
              <a:gd name="connsiteY115890" fmla="*/ 543800 h 2398711"/>
              <a:gd name="connsiteX115891" fmla="*/ 518583 w 2119654"/>
              <a:gd name="connsiteY115891" fmla="*/ 543159 h 2398711"/>
              <a:gd name="connsiteX115892" fmla="*/ 488246 w 2119654"/>
              <a:gd name="connsiteY115892" fmla="*/ 610429 h 2398711"/>
              <a:gd name="connsiteX115893" fmla="*/ 487561 w 2119654"/>
              <a:gd name="connsiteY115893" fmla="*/ 612303 h 2398711"/>
              <a:gd name="connsiteX115894" fmla="*/ 488278 w 2119654"/>
              <a:gd name="connsiteY115894" fmla="*/ 612552 h 2398711"/>
              <a:gd name="connsiteX115895" fmla="*/ 404668 w 2119654"/>
              <a:gd name="connsiteY115895" fmla="*/ 797576 h 2398711"/>
              <a:gd name="connsiteX115896" fmla="*/ 404666 w 2119654"/>
              <a:gd name="connsiteY115896" fmla="*/ 800090 h 2398711"/>
              <a:gd name="connsiteX115897" fmla="*/ 406742 w 2119654"/>
              <a:gd name="connsiteY115897" fmla="*/ 809643 h 2398711"/>
              <a:gd name="connsiteX115898" fmla="*/ 407839 w 2119654"/>
              <a:gd name="connsiteY115898" fmla="*/ 811935 h 2398711"/>
              <a:gd name="connsiteX115899" fmla="*/ 409617 w 2119654"/>
              <a:gd name="connsiteY115899" fmla="*/ 805070 h 2398711"/>
              <a:gd name="connsiteX115900" fmla="*/ 407062 w 2119654"/>
              <a:gd name="connsiteY115900" fmla="*/ 798054 h 2398711"/>
              <a:gd name="connsiteX115901" fmla="*/ 217539 w 2119654"/>
              <a:gd name="connsiteY115901" fmla="*/ 1216590 h 2398711"/>
              <a:gd name="connsiteX115902" fmla="*/ 217967 w 2119654"/>
              <a:gd name="connsiteY115902" fmla="*/ 1217641 h 2398711"/>
              <a:gd name="connsiteX115903" fmla="*/ 222305 w 2119654"/>
              <a:gd name="connsiteY115903" fmla="*/ 1222425 h 2398711"/>
              <a:gd name="connsiteX115904" fmla="*/ 394236 w 2119654"/>
              <a:gd name="connsiteY115904" fmla="*/ 820915 h 2398711"/>
              <a:gd name="connsiteX115905" fmla="*/ 393703 w 2119654"/>
              <a:gd name="connsiteY115905" fmla="*/ 825430 h 2398711"/>
              <a:gd name="connsiteX115906" fmla="*/ 396222 w 2119654"/>
              <a:gd name="connsiteY115906" fmla="*/ 830884 h 2398711"/>
              <a:gd name="connsiteX115907" fmla="*/ 396070 w 2119654"/>
              <a:gd name="connsiteY115907" fmla="*/ 826486 h 2398711"/>
              <a:gd name="connsiteX115908" fmla="*/ 394914 w 2119654"/>
              <a:gd name="connsiteY115908" fmla="*/ 824775 h 2398711"/>
              <a:gd name="connsiteX115909" fmla="*/ 394936 w 2119654"/>
              <a:gd name="connsiteY115909" fmla="*/ 824475 h 2398711"/>
              <a:gd name="connsiteX115910" fmla="*/ 396058 w 2119654"/>
              <a:gd name="connsiteY115910" fmla="*/ 826136 h 2398711"/>
              <a:gd name="connsiteX115911" fmla="*/ 395975 w 2119654"/>
              <a:gd name="connsiteY115911" fmla="*/ 823698 h 2398711"/>
              <a:gd name="connsiteX115912" fmla="*/ 395272 w 2119654"/>
              <a:gd name="connsiteY115912" fmla="*/ 822445 h 2398711"/>
              <a:gd name="connsiteX115913" fmla="*/ 447292 w 2119654"/>
              <a:gd name="connsiteY115913" fmla="*/ 702076 h 2398711"/>
              <a:gd name="connsiteX115914" fmla="*/ 447977 w 2119654"/>
              <a:gd name="connsiteY115914" fmla="*/ 702837 h 2398711"/>
              <a:gd name="connsiteX115915" fmla="*/ 448045 w 2119654"/>
              <a:gd name="connsiteY115915" fmla="*/ 702329 h 2398711"/>
              <a:gd name="connsiteX115916" fmla="*/ 203552 w 2119654"/>
              <a:gd name="connsiteY115916" fmla="*/ 1247841 h 2398711"/>
              <a:gd name="connsiteX115917" fmla="*/ 218117 w 2119654"/>
              <a:gd name="connsiteY115917" fmla="*/ 1265827 h 2398711"/>
              <a:gd name="connsiteX115918" fmla="*/ 218979 w 2119654"/>
              <a:gd name="connsiteY115918" fmla="*/ 1266606 h 2398711"/>
              <a:gd name="connsiteX115919" fmla="*/ 213088 w 2119654"/>
              <a:gd name="connsiteY115919" fmla="*/ 1257343 h 2398711"/>
              <a:gd name="connsiteX115920" fmla="*/ 575344 w 2119654"/>
              <a:gd name="connsiteY115920" fmla="*/ 415257 h 2398711"/>
              <a:gd name="connsiteX115921" fmla="*/ 573100 w 2119654"/>
              <a:gd name="connsiteY115921" fmla="*/ 424705 h 2398711"/>
              <a:gd name="connsiteX115922" fmla="*/ 573432 w 2119654"/>
              <a:gd name="connsiteY115922" fmla="*/ 425039 h 2398711"/>
              <a:gd name="connsiteX115923" fmla="*/ 575346 w 2119654"/>
              <a:gd name="connsiteY115923" fmla="*/ 415258 h 2398711"/>
              <a:gd name="connsiteX115924" fmla="*/ 435725 w 2119654"/>
              <a:gd name="connsiteY115924" fmla="*/ 727858 h 2398711"/>
              <a:gd name="connsiteX115925" fmla="*/ 435517 w 2119654"/>
              <a:gd name="connsiteY115925" fmla="*/ 728666 h 2398711"/>
              <a:gd name="connsiteX115926" fmla="*/ 436595 w 2119654"/>
              <a:gd name="connsiteY115926" fmla="*/ 731626 h 2398711"/>
              <a:gd name="connsiteX115927" fmla="*/ 437308 w 2119654"/>
              <a:gd name="connsiteY115927" fmla="*/ 728422 h 2398711"/>
              <a:gd name="connsiteX115928" fmla="*/ 442100 w 2119654"/>
              <a:gd name="connsiteY115928" fmla="*/ 713502 h 2398711"/>
              <a:gd name="connsiteX115929" fmla="*/ 442012 w 2119654"/>
              <a:gd name="connsiteY115929" fmla="*/ 716733 h 2398711"/>
              <a:gd name="connsiteX115930" fmla="*/ 444977 w 2119654"/>
              <a:gd name="connsiteY115930" fmla="*/ 717639 h 2398711"/>
              <a:gd name="connsiteX115931" fmla="*/ 444636 w 2119654"/>
              <a:gd name="connsiteY115931" fmla="*/ 716322 h 2398711"/>
              <a:gd name="connsiteX115932" fmla="*/ 237717 w 2119654"/>
              <a:gd name="connsiteY115932" fmla="*/ 1171145 h 2398711"/>
              <a:gd name="connsiteX115933" fmla="*/ 238222 w 2119654"/>
              <a:gd name="connsiteY115933" fmla="*/ 1172066 h 2398711"/>
              <a:gd name="connsiteX115934" fmla="*/ 238040 w 2119654"/>
              <a:gd name="connsiteY115934" fmla="*/ 1171325 h 2398711"/>
              <a:gd name="connsiteX115935" fmla="*/ 217170 w 2119654"/>
              <a:gd name="connsiteY115935" fmla="*/ 1217137 h 2398711"/>
              <a:gd name="connsiteX115936" fmla="*/ 220306 w 2119654"/>
              <a:gd name="connsiteY115936" fmla="*/ 1226668 h 2398711"/>
              <a:gd name="connsiteX115937" fmla="*/ 221562 w 2119654"/>
              <a:gd name="connsiteY115937" fmla="*/ 1228522 h 2398711"/>
              <a:gd name="connsiteX115938" fmla="*/ 221610 w 2119654"/>
              <a:gd name="connsiteY115938" fmla="*/ 1228217 h 2398711"/>
              <a:gd name="connsiteX115939" fmla="*/ 222816 w 2119654"/>
              <a:gd name="connsiteY115939" fmla="*/ 1230373 h 2398711"/>
              <a:gd name="connsiteX115940" fmla="*/ 222998 w 2119654"/>
              <a:gd name="connsiteY115940" fmla="*/ 1230642 h 2398711"/>
              <a:gd name="connsiteX115941" fmla="*/ 217759 w 2119654"/>
              <a:gd name="connsiteY115941" fmla="*/ 1217787 h 2398711"/>
              <a:gd name="connsiteX115942" fmla="*/ 270188 w 2119654"/>
              <a:gd name="connsiteY115942" fmla="*/ 1098334 h 2398711"/>
              <a:gd name="connsiteX115943" fmla="*/ 270662 w 2119654"/>
              <a:gd name="connsiteY115943" fmla="*/ 1099376 h 2398711"/>
              <a:gd name="connsiteX115944" fmla="*/ 271309 w 2119654"/>
              <a:gd name="connsiteY115944" fmla="*/ 1100487 h 2398711"/>
              <a:gd name="connsiteX115945" fmla="*/ 271089 w 2119654"/>
              <a:gd name="connsiteY115945" fmla="*/ 1099131 h 2398711"/>
              <a:gd name="connsiteX115946" fmla="*/ 340744 w 2119654"/>
              <a:gd name="connsiteY115946" fmla="*/ 940334 h 2398711"/>
              <a:gd name="connsiteX115947" fmla="*/ 340984 w 2119654"/>
              <a:gd name="connsiteY115947" fmla="*/ 941660 h 2398711"/>
              <a:gd name="connsiteX115948" fmla="*/ 341038 w 2119654"/>
              <a:gd name="connsiteY115948" fmla="*/ 940346 h 2398711"/>
              <a:gd name="connsiteX115949" fmla="*/ 577937 w 2119654"/>
              <a:gd name="connsiteY115949" fmla="*/ 409197 h 2398711"/>
              <a:gd name="connsiteX115950" fmla="*/ 576711 w 2119654"/>
              <a:gd name="connsiteY115950" fmla="*/ 415454 h 2398711"/>
              <a:gd name="connsiteX115951" fmla="*/ 578934 w 2119654"/>
              <a:gd name="connsiteY115951" fmla="*/ 416502 h 2398711"/>
              <a:gd name="connsiteX115952" fmla="*/ 578077 w 2119654"/>
              <a:gd name="connsiteY115952" fmla="*/ 409334 h 2398711"/>
              <a:gd name="connsiteX115953" fmla="*/ 478177 w 2119654"/>
              <a:gd name="connsiteY115953" fmla="*/ 632388 h 2398711"/>
              <a:gd name="connsiteX115954" fmla="*/ 478200 w 2119654"/>
              <a:gd name="connsiteY115954" fmla="*/ 632762 h 2398711"/>
              <a:gd name="connsiteX115955" fmla="*/ 478254 w 2119654"/>
              <a:gd name="connsiteY115955" fmla="*/ 632617 h 2398711"/>
              <a:gd name="connsiteX115956" fmla="*/ 497998 w 2119654"/>
              <a:gd name="connsiteY115956" fmla="*/ 587998 h 2398711"/>
              <a:gd name="connsiteX115957" fmla="*/ 498492 w 2119654"/>
              <a:gd name="connsiteY115957" fmla="*/ 588891 h 2398711"/>
              <a:gd name="connsiteX115958" fmla="*/ 508041 w 2119654"/>
              <a:gd name="connsiteY115958" fmla="*/ 594872 h 2398711"/>
              <a:gd name="connsiteX115959" fmla="*/ 508237 w 2119654"/>
              <a:gd name="connsiteY115959" fmla="*/ 594412 h 2398711"/>
              <a:gd name="connsiteX115960" fmla="*/ 373329 w 2119654"/>
              <a:gd name="connsiteY115960" fmla="*/ 867103 h 2398711"/>
              <a:gd name="connsiteX115961" fmla="*/ 373130 w 2119654"/>
              <a:gd name="connsiteY115961" fmla="*/ 870903 h 2398711"/>
              <a:gd name="connsiteX115962" fmla="*/ 378313 w 2119654"/>
              <a:gd name="connsiteY115962" fmla="*/ 876450 h 2398711"/>
              <a:gd name="connsiteX115963" fmla="*/ 378446 w 2119654"/>
              <a:gd name="connsiteY115963" fmla="*/ 875675 h 2398711"/>
              <a:gd name="connsiteX115964" fmla="*/ 378210 w 2119654"/>
              <a:gd name="connsiteY115964" fmla="*/ 875216 h 2398711"/>
              <a:gd name="connsiteX115965" fmla="*/ 378295 w 2119654"/>
              <a:gd name="connsiteY115965" fmla="*/ 874776 h 2398711"/>
              <a:gd name="connsiteX115966" fmla="*/ 378525 w 2119654"/>
              <a:gd name="connsiteY115966" fmla="*/ 875222 h 2398711"/>
              <a:gd name="connsiteX115967" fmla="*/ 378819 w 2119654"/>
              <a:gd name="connsiteY115967" fmla="*/ 873517 h 2398711"/>
              <a:gd name="connsiteX115968" fmla="*/ 411529 w 2119654"/>
              <a:gd name="connsiteY115968" fmla="*/ 781535 h 2398711"/>
              <a:gd name="connsiteX115969" fmla="*/ 411885 w 2119654"/>
              <a:gd name="connsiteY115969" fmla="*/ 783723 h 2398711"/>
              <a:gd name="connsiteX115970" fmla="*/ 411742 w 2119654"/>
              <a:gd name="connsiteY115970" fmla="*/ 781680 h 2398711"/>
              <a:gd name="connsiteX115971" fmla="*/ 271975 w 2119654"/>
              <a:gd name="connsiteY115971" fmla="*/ 1094021 h 2398711"/>
              <a:gd name="connsiteX115972" fmla="*/ 272533 w 2119654"/>
              <a:gd name="connsiteY115972" fmla="*/ 1098062 h 2398711"/>
              <a:gd name="connsiteX115973" fmla="*/ 278825 w 2119654"/>
              <a:gd name="connsiteY115973" fmla="*/ 1103628 h 2398711"/>
              <a:gd name="connsiteX115974" fmla="*/ 277142 w 2119654"/>
              <a:gd name="connsiteY115974" fmla="*/ 1098508 h 2398711"/>
              <a:gd name="connsiteX115975" fmla="*/ 441234 w 2119654"/>
              <a:gd name="connsiteY115975" fmla="*/ 714921 h 2398711"/>
              <a:gd name="connsiteX115976" fmla="*/ 440906 w 2119654"/>
              <a:gd name="connsiteY115976" fmla="*/ 716394 h 2398711"/>
              <a:gd name="connsiteX115977" fmla="*/ 441162 w 2119654"/>
              <a:gd name="connsiteY115977" fmla="*/ 716473 h 2398711"/>
              <a:gd name="connsiteX115978" fmla="*/ 441174 w 2119654"/>
              <a:gd name="connsiteY115978" fmla="*/ 716385 h 2398711"/>
              <a:gd name="connsiteX115979" fmla="*/ 489946 w 2119654"/>
              <a:gd name="connsiteY115979" fmla="*/ 605785 h 2398711"/>
              <a:gd name="connsiteX115980" fmla="*/ 488972 w 2119654"/>
              <a:gd name="connsiteY115980" fmla="*/ 608448 h 2398711"/>
              <a:gd name="connsiteX115981" fmla="*/ 490589 w 2119654"/>
              <a:gd name="connsiteY115981" fmla="*/ 609519 h 2398711"/>
              <a:gd name="connsiteX115982" fmla="*/ 350314 w 2119654"/>
              <a:gd name="connsiteY115982" fmla="*/ 918435 h 2398711"/>
              <a:gd name="connsiteX115983" fmla="*/ 353704 w 2119654"/>
              <a:gd name="connsiteY115983" fmla="*/ 933091 h 2398711"/>
              <a:gd name="connsiteX115984" fmla="*/ 357260 w 2119654"/>
              <a:gd name="connsiteY115984" fmla="*/ 937074 h 2398711"/>
              <a:gd name="connsiteX115985" fmla="*/ 352016 w 2119654"/>
              <a:gd name="connsiteY115985" fmla="*/ 925455 h 2398711"/>
              <a:gd name="connsiteX115986" fmla="*/ 352061 w 2119654"/>
              <a:gd name="connsiteY115986" fmla="*/ 925274 h 2398711"/>
              <a:gd name="connsiteX115987" fmla="*/ 357363 w 2119654"/>
              <a:gd name="connsiteY115987" fmla="*/ 937023 h 2398711"/>
              <a:gd name="connsiteX115988" fmla="*/ 357527 w 2119654"/>
              <a:gd name="connsiteY115988" fmla="*/ 937373 h 2398711"/>
              <a:gd name="connsiteX115989" fmla="*/ 359039 w 2119654"/>
              <a:gd name="connsiteY115989" fmla="*/ 939067 h 2398711"/>
              <a:gd name="connsiteX115990" fmla="*/ 359041 w 2119654"/>
              <a:gd name="connsiteY115990" fmla="*/ 936894 h 2398711"/>
              <a:gd name="connsiteX115991" fmla="*/ 356887 w 2119654"/>
              <a:gd name="connsiteY115991" fmla="*/ 928226 h 2398711"/>
              <a:gd name="connsiteX115992" fmla="*/ 351103 w 2119654"/>
              <a:gd name="connsiteY115992" fmla="*/ 919642 h 2398711"/>
              <a:gd name="connsiteX115993" fmla="*/ 419382 w 2119654"/>
              <a:gd name="connsiteY115993" fmla="*/ 763734 h 2398711"/>
              <a:gd name="connsiteX115994" fmla="*/ 419152 w 2119654"/>
              <a:gd name="connsiteY115994" fmla="*/ 765706 h 2398711"/>
              <a:gd name="connsiteX115995" fmla="*/ 419645 w 2119654"/>
              <a:gd name="connsiteY115995" fmla="*/ 765857 h 2398711"/>
              <a:gd name="connsiteX115996" fmla="*/ 294969 w 2119654"/>
              <a:gd name="connsiteY115996" fmla="*/ 1042071 h 2398711"/>
              <a:gd name="connsiteX115997" fmla="*/ 299163 w 2119654"/>
              <a:gd name="connsiteY115997" fmla="*/ 1051729 h 2398711"/>
              <a:gd name="connsiteX115998" fmla="*/ 302447 w 2119654"/>
              <a:gd name="connsiteY115998" fmla="*/ 1055460 h 2398711"/>
              <a:gd name="connsiteX115999" fmla="*/ 301852 w 2119654"/>
              <a:gd name="connsiteY115999" fmla="*/ 1054429 h 2398711"/>
              <a:gd name="connsiteX116000" fmla="*/ 301896 w 2119654"/>
              <a:gd name="connsiteY116000" fmla="*/ 1054130 h 2398711"/>
              <a:gd name="connsiteX116001" fmla="*/ 303076 w 2119654"/>
              <a:gd name="connsiteY116001" fmla="*/ 1056174 h 2398711"/>
              <a:gd name="connsiteX116002" fmla="*/ 304095 w 2119654"/>
              <a:gd name="connsiteY116002" fmla="*/ 1057331 h 2398711"/>
              <a:gd name="connsiteX116003" fmla="*/ 303230 w 2119654"/>
              <a:gd name="connsiteY116003" fmla="*/ 1051183 h 2398711"/>
              <a:gd name="connsiteX116004" fmla="*/ 303546 w 2119654"/>
              <a:gd name="connsiteY116004" fmla="*/ 1022579 h 2398711"/>
              <a:gd name="connsiteX116005" fmla="*/ 303693 w 2119654"/>
              <a:gd name="connsiteY116005" fmla="*/ 1024340 h 2398711"/>
              <a:gd name="connsiteX116006" fmla="*/ 304165 w 2119654"/>
              <a:gd name="connsiteY116006" fmla="*/ 1028151 h 2398711"/>
              <a:gd name="connsiteX116007" fmla="*/ 306727 w 2119654"/>
              <a:gd name="connsiteY116007" fmla="*/ 1032105 h 2398711"/>
              <a:gd name="connsiteX116008" fmla="*/ 307911 w 2119654"/>
              <a:gd name="connsiteY116008" fmla="*/ 1033882 h 2398711"/>
              <a:gd name="connsiteX116009" fmla="*/ 308228 w 2119654"/>
              <a:gd name="connsiteY116009" fmla="*/ 1027839 h 2398711"/>
              <a:gd name="connsiteX116010" fmla="*/ 307648 w 2119654"/>
              <a:gd name="connsiteY116010" fmla="*/ 1024853 h 2398711"/>
              <a:gd name="connsiteX116011" fmla="*/ 364016 w 2119654"/>
              <a:gd name="connsiteY116011" fmla="*/ 887068 h 2398711"/>
              <a:gd name="connsiteX116012" fmla="*/ 364635 w 2119654"/>
              <a:gd name="connsiteY116012" fmla="*/ 889715 h 2398711"/>
              <a:gd name="connsiteX116013" fmla="*/ 365659 w 2119654"/>
              <a:gd name="connsiteY116013" fmla="*/ 891244 h 2398711"/>
              <a:gd name="connsiteX116014" fmla="*/ 364243 w 2119654"/>
              <a:gd name="connsiteY116014" fmla="*/ 887143 h 2398711"/>
              <a:gd name="connsiteX116015" fmla="*/ 491515 w 2119654"/>
              <a:gd name="connsiteY116015" fmla="*/ 601493 h 2398711"/>
              <a:gd name="connsiteX116016" fmla="*/ 490028 w 2119654"/>
              <a:gd name="connsiteY116016" fmla="*/ 605559 h 2398711"/>
              <a:gd name="connsiteX116017" fmla="*/ 490726 w 2119654"/>
              <a:gd name="connsiteY116017" fmla="*/ 609610 h 2398711"/>
              <a:gd name="connsiteX116018" fmla="*/ 491700 w 2119654"/>
              <a:gd name="connsiteY116018" fmla="*/ 610256 h 2398711"/>
              <a:gd name="connsiteX116019" fmla="*/ 493120 w 2119654"/>
              <a:gd name="connsiteY116019" fmla="*/ 610539 h 2398711"/>
              <a:gd name="connsiteX116020" fmla="*/ 493039 w 2119654"/>
              <a:gd name="connsiteY116020" fmla="*/ 606694 h 2398711"/>
              <a:gd name="connsiteX116021" fmla="*/ 195713 w 2119654"/>
              <a:gd name="connsiteY116021" fmla="*/ 1263829 h 2398711"/>
              <a:gd name="connsiteX116022" fmla="*/ 197257 w 2119654"/>
              <a:gd name="connsiteY116022" fmla="*/ 1267872 h 2398711"/>
              <a:gd name="connsiteX116023" fmla="*/ 214583 w 2119654"/>
              <a:gd name="connsiteY116023" fmla="*/ 1279559 h 2398711"/>
              <a:gd name="connsiteX116024" fmla="*/ 211549 w 2119654"/>
              <a:gd name="connsiteY116024" fmla="*/ 1273912 h 2398711"/>
              <a:gd name="connsiteX116025" fmla="*/ 342297 w 2119654"/>
              <a:gd name="connsiteY116025" fmla="*/ 935343 h 2398711"/>
              <a:gd name="connsiteX116026" fmla="*/ 343540 w 2119654"/>
              <a:gd name="connsiteY116026" fmla="*/ 938536 h 2398711"/>
              <a:gd name="connsiteX116027" fmla="*/ 344638 w 2119654"/>
              <a:gd name="connsiteY116027" fmla="*/ 940343 h 2398711"/>
              <a:gd name="connsiteX116028" fmla="*/ 345437 w 2119654"/>
              <a:gd name="connsiteY116028" fmla="*/ 940374 h 2398711"/>
              <a:gd name="connsiteX116029" fmla="*/ 492538 w 2119654"/>
              <a:gd name="connsiteY116029" fmla="*/ 598698 h 2398711"/>
              <a:gd name="connsiteX116030" fmla="*/ 491767 w 2119654"/>
              <a:gd name="connsiteY116030" fmla="*/ 600803 h 2398711"/>
              <a:gd name="connsiteX116031" fmla="*/ 493004 w 2119654"/>
              <a:gd name="connsiteY116031" fmla="*/ 605025 h 2398711"/>
              <a:gd name="connsiteX116032" fmla="*/ 492937 w 2119654"/>
              <a:gd name="connsiteY116032" fmla="*/ 601803 h 2398711"/>
              <a:gd name="connsiteX116033" fmla="*/ 493041 w 2119654"/>
              <a:gd name="connsiteY116033" fmla="*/ 601665 h 2398711"/>
              <a:gd name="connsiteX116034" fmla="*/ 493121 w 2119654"/>
              <a:gd name="connsiteY116034" fmla="*/ 605422 h 2398711"/>
              <a:gd name="connsiteX116035" fmla="*/ 494713 w 2119654"/>
              <a:gd name="connsiteY116035" fmla="*/ 610857 h 2398711"/>
              <a:gd name="connsiteX116036" fmla="*/ 497048 w 2119654"/>
              <a:gd name="connsiteY116036" fmla="*/ 611322 h 2398711"/>
              <a:gd name="connsiteX116037" fmla="*/ 498961 w 2119654"/>
              <a:gd name="connsiteY116037" fmla="*/ 611559 h 2398711"/>
              <a:gd name="connsiteX116038" fmla="*/ 498859 w 2119654"/>
              <a:gd name="connsiteY116038" fmla="*/ 610110 h 2398711"/>
              <a:gd name="connsiteX116039" fmla="*/ 404671 w 2119654"/>
              <a:gd name="connsiteY116039" fmla="*/ 795350 h 2398711"/>
              <a:gd name="connsiteX116040" fmla="*/ 404668 w 2119654"/>
              <a:gd name="connsiteY116040" fmla="*/ 797320 h 2398711"/>
              <a:gd name="connsiteX116041" fmla="*/ 406937 w 2119654"/>
              <a:gd name="connsiteY116041" fmla="*/ 797773 h 2398711"/>
              <a:gd name="connsiteX116042" fmla="*/ 232384 w 2119654"/>
              <a:gd name="connsiteY116042" fmla="*/ 1181122 h 2398711"/>
              <a:gd name="connsiteX116043" fmla="*/ 242082 w 2119654"/>
              <a:gd name="connsiteY116043" fmla="*/ 1201246 h 2398711"/>
              <a:gd name="connsiteX116044" fmla="*/ 246246 w 2119654"/>
              <a:gd name="connsiteY116044" fmla="*/ 1204748 h 2398711"/>
              <a:gd name="connsiteX116045" fmla="*/ 245269 w 2119654"/>
              <a:gd name="connsiteY116045" fmla="*/ 1200770 h 2398711"/>
              <a:gd name="connsiteX116046" fmla="*/ 239705 w 2119654"/>
              <a:gd name="connsiteY116046" fmla="*/ 1192427 h 2398711"/>
              <a:gd name="connsiteX116047" fmla="*/ 578597 w 2119654"/>
              <a:gd name="connsiteY116047" fmla="*/ 405827 h 2398711"/>
              <a:gd name="connsiteX116048" fmla="*/ 578215 w 2119654"/>
              <a:gd name="connsiteY116048" fmla="*/ 407776 h 2398711"/>
              <a:gd name="connsiteX116049" fmla="*/ 578374 w 2119654"/>
              <a:gd name="connsiteY116049" fmla="*/ 409104 h 2398711"/>
              <a:gd name="connsiteX116050" fmla="*/ 579248 w 2119654"/>
              <a:gd name="connsiteY116050" fmla="*/ 409958 h 2398711"/>
              <a:gd name="connsiteX116051" fmla="*/ 292956 w 2119654"/>
              <a:gd name="connsiteY116051" fmla="*/ 1045377 h 2398711"/>
              <a:gd name="connsiteX116052" fmla="*/ 302729 w 2119654"/>
              <a:gd name="connsiteY116052" fmla="*/ 1060890 h 2398711"/>
              <a:gd name="connsiteX116053" fmla="*/ 303021 w 2119654"/>
              <a:gd name="connsiteY116053" fmla="*/ 1061227 h 2398711"/>
              <a:gd name="connsiteX116054" fmla="*/ 302740 w 2119654"/>
              <a:gd name="connsiteY116054" fmla="*/ 1060604 h 2398711"/>
              <a:gd name="connsiteX116055" fmla="*/ 296013 w 2119654"/>
              <a:gd name="connsiteY116055" fmla="*/ 1048850 h 2398711"/>
              <a:gd name="connsiteX116056" fmla="*/ 399634 w 2119654"/>
              <a:gd name="connsiteY116056" fmla="*/ 806150 h 2398711"/>
              <a:gd name="connsiteX116057" fmla="*/ 399611 w 2119654"/>
              <a:gd name="connsiteY116057" fmla="*/ 807441 h 2398711"/>
              <a:gd name="connsiteX116058" fmla="*/ 402879 w 2119654"/>
              <a:gd name="connsiteY116058" fmla="*/ 816891 h 2398711"/>
              <a:gd name="connsiteX116059" fmla="*/ 402879 w 2119654"/>
              <a:gd name="connsiteY116059" fmla="*/ 816753 h 2398711"/>
              <a:gd name="connsiteX116060" fmla="*/ 204502 w 2119654"/>
              <a:gd name="connsiteY116060" fmla="*/ 1243030 h 2398711"/>
              <a:gd name="connsiteX116061" fmla="*/ 207297 w 2119654"/>
              <a:gd name="connsiteY116061" fmla="*/ 1247426 h 2398711"/>
              <a:gd name="connsiteX116062" fmla="*/ 209631 w 2119654"/>
              <a:gd name="connsiteY116062" fmla="*/ 1249751 h 2398711"/>
              <a:gd name="connsiteX116063" fmla="*/ 205380 w 2119654"/>
              <a:gd name="connsiteY116063" fmla="*/ 1243823 h 2398711"/>
              <a:gd name="connsiteX116064" fmla="*/ 437329 w 2119654"/>
              <a:gd name="connsiteY116064" fmla="*/ 721672 h 2398711"/>
              <a:gd name="connsiteX116065" fmla="*/ 436094 w 2119654"/>
              <a:gd name="connsiteY116065" fmla="*/ 726435 h 2398711"/>
              <a:gd name="connsiteX116066" fmla="*/ 437628 w 2119654"/>
              <a:gd name="connsiteY116066" fmla="*/ 726981 h 2398711"/>
              <a:gd name="connsiteX116067" fmla="*/ 438209 w 2119654"/>
              <a:gd name="connsiteY116067" fmla="*/ 724378 h 2398711"/>
              <a:gd name="connsiteX116068" fmla="*/ 326435 w 2119654"/>
              <a:gd name="connsiteY116068" fmla="*/ 969953 h 2398711"/>
              <a:gd name="connsiteX116069" fmla="*/ 328964 w 2119654"/>
              <a:gd name="connsiteY116069" fmla="*/ 975126 h 2398711"/>
              <a:gd name="connsiteX116070" fmla="*/ 328823 w 2119654"/>
              <a:gd name="connsiteY116070" fmla="*/ 974434 h 2398711"/>
              <a:gd name="connsiteX116071" fmla="*/ 328572 w 2119654"/>
              <a:gd name="connsiteY116071" fmla="*/ 972430 h 2398711"/>
              <a:gd name="connsiteX116072" fmla="*/ 469498 w 2119654"/>
              <a:gd name="connsiteY116072" fmla="*/ 649320 h 2398711"/>
              <a:gd name="connsiteX116073" fmla="*/ 470381 w 2119654"/>
              <a:gd name="connsiteY116073" fmla="*/ 651959 h 2398711"/>
              <a:gd name="connsiteX116074" fmla="*/ 470642 w 2119654"/>
              <a:gd name="connsiteY116074" fmla="*/ 650089 h 2398711"/>
              <a:gd name="connsiteX116075" fmla="*/ 469637 w 2119654"/>
              <a:gd name="connsiteY116075" fmla="*/ 649393 h 2398711"/>
              <a:gd name="connsiteX116076" fmla="*/ 505869 w 2119654"/>
              <a:gd name="connsiteY116076" fmla="*/ 567867 h 2398711"/>
              <a:gd name="connsiteX116077" fmla="*/ 506341 w 2119654"/>
              <a:gd name="connsiteY116077" fmla="*/ 571810 h 2398711"/>
              <a:gd name="connsiteX116078" fmla="*/ 511673 w 2119654"/>
              <a:gd name="connsiteY116078" fmla="*/ 573932 h 2398711"/>
              <a:gd name="connsiteX116079" fmla="*/ 511513 w 2119654"/>
              <a:gd name="connsiteY116079" fmla="*/ 572433 h 2398711"/>
              <a:gd name="connsiteX116080" fmla="*/ 506207 w 2119654"/>
              <a:gd name="connsiteY116080" fmla="*/ 568083 h 2398711"/>
              <a:gd name="connsiteX116081" fmla="*/ 216617 w 2119654"/>
              <a:gd name="connsiteY116081" fmla="*/ 1215459 h 2398711"/>
              <a:gd name="connsiteX116082" fmla="*/ 216973 w 2119654"/>
              <a:gd name="connsiteY116082" fmla="*/ 1216545 h 2398711"/>
              <a:gd name="connsiteX116083" fmla="*/ 217481 w 2119654"/>
              <a:gd name="connsiteY116083" fmla="*/ 1217104 h 2398711"/>
              <a:gd name="connsiteX116084" fmla="*/ 217004 w 2119654"/>
              <a:gd name="connsiteY116084" fmla="*/ 1215933 h 2398711"/>
              <a:gd name="connsiteX116085" fmla="*/ 373510 w 2119654"/>
              <a:gd name="connsiteY116085" fmla="*/ 863659 h 2398711"/>
              <a:gd name="connsiteX116086" fmla="*/ 373345 w 2119654"/>
              <a:gd name="connsiteY116086" fmla="*/ 866802 h 2398711"/>
              <a:gd name="connsiteX116087" fmla="*/ 375197 w 2119654"/>
              <a:gd name="connsiteY116087" fmla="*/ 868965 h 2398711"/>
              <a:gd name="connsiteX116088" fmla="*/ 378882 w 2119654"/>
              <a:gd name="connsiteY116088" fmla="*/ 873152 h 2398711"/>
              <a:gd name="connsiteX116089" fmla="*/ 379133 w 2119654"/>
              <a:gd name="connsiteY116089" fmla="*/ 871700 h 2398711"/>
              <a:gd name="connsiteX116090" fmla="*/ 476270 w 2119654"/>
              <a:gd name="connsiteY116090" fmla="*/ 633515 h 2398711"/>
              <a:gd name="connsiteX116091" fmla="*/ 476579 w 2119654"/>
              <a:gd name="connsiteY116091" fmla="*/ 637199 h 2398711"/>
              <a:gd name="connsiteX116092" fmla="*/ 477115 w 2119654"/>
              <a:gd name="connsiteY116092" fmla="*/ 635730 h 2398711"/>
              <a:gd name="connsiteX116093" fmla="*/ 477071 w 2119654"/>
              <a:gd name="connsiteY116093" fmla="*/ 635030 h 2398711"/>
              <a:gd name="connsiteX116094" fmla="*/ 476367 w 2119654"/>
              <a:gd name="connsiteY116094" fmla="*/ 633565 h 2398711"/>
              <a:gd name="connsiteX116095" fmla="*/ 472010 w 2119654"/>
              <a:gd name="connsiteY116095" fmla="*/ 642979 h 2398711"/>
              <a:gd name="connsiteX116096" fmla="*/ 471658 w 2119654"/>
              <a:gd name="connsiteY116096" fmla="*/ 645501 h 2398711"/>
              <a:gd name="connsiteX116097" fmla="*/ 473016 w 2119654"/>
              <a:gd name="connsiteY116097" fmla="*/ 646938 h 2398711"/>
              <a:gd name="connsiteX116098" fmla="*/ 473992 w 2119654"/>
              <a:gd name="connsiteY116098" fmla="*/ 644270 h 2398711"/>
              <a:gd name="connsiteX116099" fmla="*/ 334254 w 2119654"/>
              <a:gd name="connsiteY116099" fmla="*/ 951380 h 2398711"/>
              <a:gd name="connsiteX116100" fmla="*/ 334675 w 2119654"/>
              <a:gd name="connsiteY116100" fmla="*/ 953779 h 2398711"/>
              <a:gd name="connsiteX116101" fmla="*/ 336465 w 2119654"/>
              <a:gd name="connsiteY116101" fmla="*/ 957213 h 2398711"/>
              <a:gd name="connsiteX116102" fmla="*/ 334914 w 2119654"/>
              <a:gd name="connsiteY116102" fmla="*/ 952498 h 2398711"/>
              <a:gd name="connsiteX116103" fmla="*/ 334656 w 2119654"/>
              <a:gd name="connsiteY116103" fmla="*/ 951890 h 2398711"/>
              <a:gd name="connsiteX116104" fmla="*/ 496069 w 2119654"/>
              <a:gd name="connsiteY116104" fmla="*/ 589038 h 2398711"/>
              <a:gd name="connsiteX116105" fmla="*/ 493873 w 2119654"/>
              <a:gd name="connsiteY116105" fmla="*/ 595046 h 2398711"/>
              <a:gd name="connsiteX116106" fmla="*/ 496177 w 2119654"/>
              <a:gd name="connsiteY116106" fmla="*/ 599205 h 2398711"/>
              <a:gd name="connsiteX116107" fmla="*/ 498178 w 2119654"/>
              <a:gd name="connsiteY116107" fmla="*/ 600376 h 2398711"/>
              <a:gd name="connsiteX116108" fmla="*/ 497573 w 2119654"/>
              <a:gd name="connsiteY116108" fmla="*/ 591755 h 2398711"/>
              <a:gd name="connsiteX116109" fmla="*/ 294129 w 2119654"/>
              <a:gd name="connsiteY116109" fmla="*/ 1041146 h 2398711"/>
              <a:gd name="connsiteX116110" fmla="*/ 298084 w 2119654"/>
              <a:gd name="connsiteY116110" fmla="*/ 1049910 h 2398711"/>
              <a:gd name="connsiteX116111" fmla="*/ 298464 w 2119654"/>
              <a:gd name="connsiteY116111" fmla="*/ 1050722 h 2398711"/>
              <a:gd name="connsiteX116112" fmla="*/ 294467 w 2119654"/>
              <a:gd name="connsiteY116112" fmla="*/ 1041518 h 2398711"/>
              <a:gd name="connsiteX116113" fmla="*/ 394875 w 2119654"/>
              <a:gd name="connsiteY116113" fmla="*/ 815509 h 2398711"/>
              <a:gd name="connsiteX116114" fmla="*/ 394870 w 2119654"/>
              <a:gd name="connsiteY116114" fmla="*/ 815554 h 2398711"/>
              <a:gd name="connsiteX116115" fmla="*/ 395749 w 2119654"/>
              <a:gd name="connsiteY116115" fmla="*/ 817124 h 2398711"/>
              <a:gd name="connsiteX116116" fmla="*/ 395710 w 2119654"/>
              <a:gd name="connsiteY116116" fmla="*/ 815948 h 2398711"/>
              <a:gd name="connsiteX116117" fmla="*/ 307459 w 2119654"/>
              <a:gd name="connsiteY116117" fmla="*/ 1011178 h 2398711"/>
              <a:gd name="connsiteX116118" fmla="*/ 308938 w 2119654"/>
              <a:gd name="connsiteY116118" fmla="*/ 1014308 h 2398711"/>
              <a:gd name="connsiteX116119" fmla="*/ 308969 w 2119654"/>
              <a:gd name="connsiteY116119" fmla="*/ 1013717 h 2398711"/>
              <a:gd name="connsiteX116120" fmla="*/ 349453 w 2119654"/>
              <a:gd name="connsiteY116120" fmla="*/ 917119 h 2398711"/>
              <a:gd name="connsiteX116121" fmla="*/ 352678 w 2119654"/>
              <a:gd name="connsiteY116121" fmla="*/ 931942 h 2398711"/>
              <a:gd name="connsiteX116122" fmla="*/ 353319 w 2119654"/>
              <a:gd name="connsiteY116122" fmla="*/ 932660 h 2398711"/>
              <a:gd name="connsiteX116123" fmla="*/ 349873 w 2119654"/>
              <a:gd name="connsiteY116123" fmla="*/ 917762 h 2398711"/>
              <a:gd name="connsiteX116124" fmla="*/ 483077 w 2119654"/>
              <a:gd name="connsiteY116124" fmla="*/ 617890 h 2398711"/>
              <a:gd name="connsiteX116125" fmla="*/ 483298 w 2119654"/>
              <a:gd name="connsiteY116125" fmla="*/ 618824 h 2398711"/>
              <a:gd name="connsiteX116126" fmla="*/ 483529 w 2119654"/>
              <a:gd name="connsiteY116126" fmla="*/ 618189 h 2398711"/>
              <a:gd name="connsiteX116127" fmla="*/ 208574 w 2119654"/>
              <a:gd name="connsiteY116127" fmla="*/ 1232538 h 2398711"/>
              <a:gd name="connsiteX116128" fmla="*/ 209131 w 2119654"/>
              <a:gd name="connsiteY116128" fmla="*/ 1233738 h 2398711"/>
              <a:gd name="connsiteX116129" fmla="*/ 213829 w 2119654"/>
              <a:gd name="connsiteY116129" fmla="*/ 1242873 h 2398711"/>
              <a:gd name="connsiteX116130" fmla="*/ 219742 w 2119654"/>
              <a:gd name="connsiteY116130" fmla="*/ 1246283 h 2398711"/>
              <a:gd name="connsiteX116131" fmla="*/ 217912 w 2119654"/>
              <a:gd name="connsiteY116131" fmla="*/ 1240968 h 2398711"/>
              <a:gd name="connsiteX116132" fmla="*/ 307559 w 2119654"/>
              <a:gd name="connsiteY116132" fmla="*/ 1010757 h 2398711"/>
              <a:gd name="connsiteX116133" fmla="*/ 308997 w 2119654"/>
              <a:gd name="connsiteY116133" fmla="*/ 1013174 h 2398711"/>
              <a:gd name="connsiteX116134" fmla="*/ 309009 w 2119654"/>
              <a:gd name="connsiteY116134" fmla="*/ 1012962 h 2398711"/>
              <a:gd name="connsiteX116135" fmla="*/ 308994 w 2119654"/>
              <a:gd name="connsiteY116135" fmla="*/ 1012929 h 2398711"/>
              <a:gd name="connsiteX116136" fmla="*/ 308685 w 2119654"/>
              <a:gd name="connsiteY116136" fmla="*/ 1012471 h 2398711"/>
              <a:gd name="connsiteX116137" fmla="*/ 438734 w 2119654"/>
              <a:gd name="connsiteY116137" fmla="*/ 716952 h 2398711"/>
              <a:gd name="connsiteX116138" fmla="*/ 438425 w 2119654"/>
              <a:gd name="connsiteY116138" fmla="*/ 717949 h 2398711"/>
              <a:gd name="connsiteX116139" fmla="*/ 439037 w 2119654"/>
              <a:gd name="connsiteY116139" fmla="*/ 719834 h 2398711"/>
              <a:gd name="connsiteX116140" fmla="*/ 439192 w 2119654"/>
              <a:gd name="connsiteY116140" fmla="*/ 719961 h 2398711"/>
              <a:gd name="connsiteX116141" fmla="*/ 439581 w 2119654"/>
              <a:gd name="connsiteY116141" fmla="*/ 718215 h 2398711"/>
              <a:gd name="connsiteX116142" fmla="*/ 317845 w 2119654"/>
              <a:gd name="connsiteY116142" fmla="*/ 987537 h 2398711"/>
              <a:gd name="connsiteX116143" fmla="*/ 317801 w 2119654"/>
              <a:gd name="connsiteY116143" fmla="*/ 988385 h 2398711"/>
              <a:gd name="connsiteX116144" fmla="*/ 318792 w 2119654"/>
              <a:gd name="connsiteY116144" fmla="*/ 1000233 h 2398711"/>
              <a:gd name="connsiteX116145" fmla="*/ 320095 w 2119654"/>
              <a:gd name="connsiteY116145" fmla="*/ 1004014 h 2398711"/>
              <a:gd name="connsiteX116146" fmla="*/ 321424 w 2119654"/>
              <a:gd name="connsiteY116146" fmla="*/ 1007707 h 2398711"/>
              <a:gd name="connsiteX116147" fmla="*/ 328608 w 2119654"/>
              <a:gd name="connsiteY116147" fmla="*/ 1013166 h 2398711"/>
              <a:gd name="connsiteX116148" fmla="*/ 327295 w 2119654"/>
              <a:gd name="connsiteY116148" fmla="*/ 1009647 h 2398711"/>
              <a:gd name="connsiteX116149" fmla="*/ 324992 w 2119654"/>
              <a:gd name="connsiteY116149" fmla="*/ 1001708 h 2398711"/>
              <a:gd name="connsiteX116150" fmla="*/ 324896 w 2119654"/>
              <a:gd name="connsiteY116150" fmla="*/ 1001559 h 2398711"/>
              <a:gd name="connsiteX116151" fmla="*/ 413391 w 2119654"/>
              <a:gd name="connsiteY116151" fmla="*/ 773465 h 2398711"/>
              <a:gd name="connsiteX116152" fmla="*/ 414164 w 2119654"/>
              <a:gd name="connsiteY116152" fmla="*/ 776283 h 2398711"/>
              <a:gd name="connsiteX116153" fmla="*/ 416186 w 2119654"/>
              <a:gd name="connsiteY116153" fmla="*/ 777254 h 2398711"/>
              <a:gd name="connsiteX116154" fmla="*/ 416269 w 2119654"/>
              <a:gd name="connsiteY116154" fmla="*/ 776537 h 2398711"/>
              <a:gd name="connsiteX116155" fmla="*/ 279272 w 2119654"/>
              <a:gd name="connsiteY116155" fmla="*/ 1073583 h 2398711"/>
              <a:gd name="connsiteX116156" fmla="*/ 279347 w 2119654"/>
              <a:gd name="connsiteY116156" fmla="*/ 1073997 h 2398711"/>
              <a:gd name="connsiteX116157" fmla="*/ 279968 w 2119654"/>
              <a:gd name="connsiteY116157" fmla="*/ 1074704 h 2398711"/>
              <a:gd name="connsiteX116158" fmla="*/ 284667 w 2119654"/>
              <a:gd name="connsiteY116158" fmla="*/ 1079387 h 2398711"/>
              <a:gd name="connsiteX116159" fmla="*/ 281860 w 2119654"/>
              <a:gd name="connsiteY116159" fmla="*/ 1075919 h 2398711"/>
              <a:gd name="connsiteX116160" fmla="*/ 463448 w 2119654"/>
              <a:gd name="connsiteY116160" fmla="*/ 661042 h 2398711"/>
              <a:gd name="connsiteX116161" fmla="*/ 463066 w 2119654"/>
              <a:gd name="connsiteY116161" fmla="*/ 670294 h 2398711"/>
              <a:gd name="connsiteX116162" fmla="*/ 464371 w 2119654"/>
              <a:gd name="connsiteY116162" fmla="*/ 671296 h 2398711"/>
              <a:gd name="connsiteX116163" fmla="*/ 465815 w 2119654"/>
              <a:gd name="connsiteY116163" fmla="*/ 666630 h 2398711"/>
              <a:gd name="connsiteX116164" fmla="*/ 467183 w 2119654"/>
              <a:gd name="connsiteY116164" fmla="*/ 662891 h 2398711"/>
              <a:gd name="connsiteX116165" fmla="*/ 466560 w 2119654"/>
              <a:gd name="connsiteY116165" fmla="*/ 661598 h 2398711"/>
              <a:gd name="connsiteX116166" fmla="*/ 327603 w 2119654"/>
              <a:gd name="connsiteY116166" fmla="*/ 965221 h 2398711"/>
              <a:gd name="connsiteX116167" fmla="*/ 327808 w 2119654"/>
              <a:gd name="connsiteY116167" fmla="*/ 966342 h 2398711"/>
              <a:gd name="connsiteX116168" fmla="*/ 327675 w 2119654"/>
              <a:gd name="connsiteY116168" fmla="*/ 965284 h 2398711"/>
              <a:gd name="connsiteX116169" fmla="*/ 352690 w 2119654"/>
              <a:gd name="connsiteY116169" fmla="*/ 909020 h 2398711"/>
              <a:gd name="connsiteX116170" fmla="*/ 353381 w 2119654"/>
              <a:gd name="connsiteY116170" fmla="*/ 911796 h 2398711"/>
              <a:gd name="connsiteX116171" fmla="*/ 354065 w 2119654"/>
              <a:gd name="connsiteY116171" fmla="*/ 912009 h 2398711"/>
              <a:gd name="connsiteX116172" fmla="*/ 357030 w 2119654"/>
              <a:gd name="connsiteY116172" fmla="*/ 899214 h 2398711"/>
              <a:gd name="connsiteX116173" fmla="*/ 357557 w 2119654"/>
              <a:gd name="connsiteY116173" fmla="*/ 901361 h 2398711"/>
              <a:gd name="connsiteX116174" fmla="*/ 359086 w 2119654"/>
              <a:gd name="connsiteY116174" fmla="*/ 903281 h 2398711"/>
              <a:gd name="connsiteX116175" fmla="*/ 359087 w 2119654"/>
              <a:gd name="connsiteY116175" fmla="*/ 902475 h 2398711"/>
              <a:gd name="connsiteX116176" fmla="*/ 396114 w 2119654"/>
              <a:gd name="connsiteY116176" fmla="*/ 811677 h 2398711"/>
              <a:gd name="connsiteX116177" fmla="*/ 396229 w 2119654"/>
              <a:gd name="connsiteY116177" fmla="*/ 815010 h 2398711"/>
              <a:gd name="connsiteX116178" fmla="*/ 397017 w 2119654"/>
              <a:gd name="connsiteY116178" fmla="*/ 815353 h 2398711"/>
              <a:gd name="connsiteX116179" fmla="*/ 134129 w 2119654"/>
              <a:gd name="connsiteY116179" fmla="*/ 1398044 h 2398711"/>
              <a:gd name="connsiteX116180" fmla="*/ 137969 w 2119654"/>
              <a:gd name="connsiteY116180" fmla="*/ 1405380 h 2398711"/>
              <a:gd name="connsiteX116181" fmla="*/ 151473 w 2119654"/>
              <a:gd name="connsiteY116181" fmla="*/ 1414136 h 2398711"/>
              <a:gd name="connsiteX116182" fmla="*/ 148420 w 2119654"/>
              <a:gd name="connsiteY116182" fmla="*/ 1410067 h 2398711"/>
              <a:gd name="connsiteX116183" fmla="*/ 291117 w 2119654"/>
              <a:gd name="connsiteY116183" fmla="*/ 1046211 h 2398711"/>
              <a:gd name="connsiteX116184" fmla="*/ 291934 w 2119654"/>
              <a:gd name="connsiteY116184" fmla="*/ 1048214 h 2398711"/>
              <a:gd name="connsiteX116185" fmla="*/ 292702 w 2119654"/>
              <a:gd name="connsiteY116185" fmla="*/ 1049349 h 2398711"/>
              <a:gd name="connsiteX116186" fmla="*/ 293365 w 2119654"/>
              <a:gd name="connsiteY116186" fmla="*/ 1050112 h 2398711"/>
              <a:gd name="connsiteX116187" fmla="*/ 292260 w 2119654"/>
              <a:gd name="connsiteY116187" fmla="*/ 1048358 h 2398711"/>
              <a:gd name="connsiteX116188" fmla="*/ 301140 w 2119654"/>
              <a:gd name="connsiteY116188" fmla="*/ 1023745 h 2398711"/>
              <a:gd name="connsiteX116189" fmla="*/ 302347 w 2119654"/>
              <a:gd name="connsiteY116189" fmla="*/ 1032331 h 2398711"/>
              <a:gd name="connsiteX116190" fmla="*/ 303623 w 2119654"/>
              <a:gd name="connsiteY116190" fmla="*/ 1033408 h 2398711"/>
              <a:gd name="connsiteX116191" fmla="*/ 303063 w 2119654"/>
              <a:gd name="connsiteY116191" fmla="*/ 1026715 h 2398711"/>
              <a:gd name="connsiteX116192" fmla="*/ 404675 w 2119654"/>
              <a:gd name="connsiteY116192" fmla="*/ 791900 h 2398711"/>
              <a:gd name="connsiteX116193" fmla="*/ 404672 w 2119654"/>
              <a:gd name="connsiteY116193" fmla="*/ 794236 h 2398711"/>
              <a:gd name="connsiteX116194" fmla="*/ 406309 w 2119654"/>
              <a:gd name="connsiteY116194" fmla="*/ 795988 h 2398711"/>
              <a:gd name="connsiteX116195" fmla="*/ 405881 w 2119654"/>
              <a:gd name="connsiteY116195" fmla="*/ 794811 h 2398711"/>
              <a:gd name="connsiteX116196" fmla="*/ 440390 w 2119654"/>
              <a:gd name="connsiteY116196" fmla="*/ 711601 h 2398711"/>
              <a:gd name="connsiteX116197" fmla="*/ 439337 w 2119654"/>
              <a:gd name="connsiteY116197" fmla="*/ 715004 h 2398711"/>
              <a:gd name="connsiteX116198" fmla="*/ 440083 w 2119654"/>
              <a:gd name="connsiteY116198" fmla="*/ 715959 h 2398711"/>
              <a:gd name="connsiteX116199" fmla="*/ 440922 w 2119654"/>
              <a:gd name="connsiteY116199" fmla="*/ 712193 h 2398711"/>
              <a:gd name="connsiteX116200" fmla="*/ 270263 w 2119654"/>
              <a:gd name="connsiteY116200" fmla="*/ 1092534 h 2398711"/>
              <a:gd name="connsiteX116201" fmla="*/ 270848 w 2119654"/>
              <a:gd name="connsiteY116201" fmla="*/ 1096142 h 2398711"/>
              <a:gd name="connsiteX116202" fmla="*/ 270937 w 2119654"/>
              <a:gd name="connsiteY116202" fmla="*/ 1096650 h 2398711"/>
              <a:gd name="connsiteX116203" fmla="*/ 270976 w 2119654"/>
              <a:gd name="connsiteY116203" fmla="*/ 1096684 h 2398711"/>
              <a:gd name="connsiteX116204" fmla="*/ 270499 w 2119654"/>
              <a:gd name="connsiteY116204" fmla="*/ 1092739 h 2398711"/>
              <a:gd name="connsiteX116205" fmla="*/ 271410 w 2119654"/>
              <a:gd name="connsiteY116205" fmla="*/ 1089920 h 2398711"/>
              <a:gd name="connsiteX116206" fmla="*/ 271945 w 2119654"/>
              <a:gd name="connsiteY116206" fmla="*/ 1093799 h 2398711"/>
              <a:gd name="connsiteX116207" fmla="*/ 276998 w 2119654"/>
              <a:gd name="connsiteY116207" fmla="*/ 1098069 h 2398711"/>
              <a:gd name="connsiteX116208" fmla="*/ 275181 w 2119654"/>
              <a:gd name="connsiteY116208" fmla="*/ 1092542 h 2398711"/>
              <a:gd name="connsiteX116209" fmla="*/ 349512 w 2119654"/>
              <a:gd name="connsiteY116209" fmla="*/ 914968 h 2398711"/>
              <a:gd name="connsiteX116210" fmla="*/ 349972 w 2119654"/>
              <a:gd name="connsiteY116210" fmla="*/ 916957 h 2398711"/>
              <a:gd name="connsiteX116211" fmla="*/ 356490 w 2119654"/>
              <a:gd name="connsiteY116211" fmla="*/ 926631 h 2398711"/>
              <a:gd name="connsiteX116212" fmla="*/ 354675 w 2119654"/>
              <a:gd name="connsiteY116212" fmla="*/ 919332 h 2398711"/>
              <a:gd name="connsiteX116213" fmla="*/ 525125 w 2119654"/>
              <a:gd name="connsiteY116213" fmla="*/ 520788 h 2398711"/>
              <a:gd name="connsiteX116214" fmla="*/ 525115 w 2119654"/>
              <a:gd name="connsiteY116214" fmla="*/ 528979 h 2398711"/>
              <a:gd name="connsiteX116215" fmla="*/ 529187 w 2119654"/>
              <a:gd name="connsiteY116215" fmla="*/ 532310 h 2398711"/>
              <a:gd name="connsiteX116216" fmla="*/ 530771 w 2119654"/>
              <a:gd name="connsiteY116216" fmla="*/ 532793 h 2398711"/>
              <a:gd name="connsiteX116217" fmla="*/ 530872 w 2119654"/>
              <a:gd name="connsiteY116217" fmla="*/ 532208 h 2398711"/>
              <a:gd name="connsiteX116218" fmla="*/ 528196 w 2119654"/>
              <a:gd name="connsiteY116218" fmla="*/ 523351 h 2398711"/>
              <a:gd name="connsiteX116219" fmla="*/ 545762 w 2119654"/>
              <a:gd name="connsiteY116219" fmla="*/ 474571 h 2398711"/>
              <a:gd name="connsiteX116220" fmla="*/ 548830 w 2119654"/>
              <a:gd name="connsiteY116220" fmla="*/ 484757 h 2398711"/>
              <a:gd name="connsiteX116221" fmla="*/ 558449 w 2119654"/>
              <a:gd name="connsiteY116221" fmla="*/ 492887 h 2398711"/>
              <a:gd name="connsiteX116222" fmla="*/ 560555 w 2119654"/>
              <a:gd name="connsiteY116222" fmla="*/ 482123 h 2398711"/>
              <a:gd name="connsiteX116223" fmla="*/ 550149 w 2119654"/>
              <a:gd name="connsiteY116223" fmla="*/ 476531 h 2398711"/>
              <a:gd name="connsiteX116224" fmla="*/ 502555 w 2119654"/>
              <a:gd name="connsiteY116224" fmla="*/ 571298 h 2398711"/>
              <a:gd name="connsiteX116225" fmla="*/ 497149 w 2119654"/>
              <a:gd name="connsiteY116225" fmla="*/ 586080 h 2398711"/>
              <a:gd name="connsiteX116226" fmla="*/ 497389 w 2119654"/>
              <a:gd name="connsiteY116226" fmla="*/ 586902 h 2398711"/>
              <a:gd name="connsiteX116227" fmla="*/ 497721 w 2119654"/>
              <a:gd name="connsiteY116227" fmla="*/ 587499 h 2398711"/>
              <a:gd name="connsiteX116228" fmla="*/ 500788 w 2119654"/>
              <a:gd name="connsiteY116228" fmla="*/ 589364 h 2398711"/>
              <a:gd name="connsiteX116229" fmla="*/ 508462 w 2119654"/>
              <a:gd name="connsiteY116229" fmla="*/ 594171 h 2398711"/>
              <a:gd name="connsiteX116230" fmla="*/ 508243 w 2119654"/>
              <a:gd name="connsiteY116230" fmla="*/ 592347 h 2398711"/>
              <a:gd name="connsiteX116231" fmla="*/ 506312 w 2119654"/>
              <a:gd name="connsiteY116231" fmla="*/ 591557 h 2398711"/>
              <a:gd name="connsiteX116232" fmla="*/ 506833 w 2119654"/>
              <a:gd name="connsiteY116232" fmla="*/ 591407 h 2398711"/>
              <a:gd name="connsiteX116233" fmla="*/ 508198 w 2119654"/>
              <a:gd name="connsiteY116233" fmla="*/ 591966 h 2398711"/>
              <a:gd name="connsiteX116234" fmla="*/ 506677 w 2119654"/>
              <a:gd name="connsiteY116234" fmla="*/ 579281 h 2398711"/>
              <a:gd name="connsiteX116235" fmla="*/ 506007 w 2119654"/>
              <a:gd name="connsiteY116235" fmla="*/ 572973 h 2398711"/>
              <a:gd name="connsiteX116236" fmla="*/ 502823 w 2119654"/>
              <a:gd name="connsiteY116236" fmla="*/ 570566 h 2398711"/>
              <a:gd name="connsiteX116237" fmla="*/ 502648 w 2119654"/>
              <a:gd name="connsiteY116237" fmla="*/ 571045 h 2398711"/>
              <a:gd name="connsiteX116238" fmla="*/ 505979 w 2119654"/>
              <a:gd name="connsiteY116238" fmla="*/ 572698 h 2398711"/>
              <a:gd name="connsiteX116239" fmla="*/ 505882 w 2119654"/>
              <a:gd name="connsiteY116239" fmla="*/ 571785 h 2398711"/>
              <a:gd name="connsiteX116240" fmla="*/ 361473 w 2119654"/>
              <a:gd name="connsiteY116240" fmla="*/ 886839 h 2398711"/>
              <a:gd name="connsiteX116241" fmla="*/ 361462 w 2119654"/>
              <a:gd name="connsiteY116241" fmla="*/ 895433 h 2398711"/>
              <a:gd name="connsiteX116242" fmla="*/ 364205 w 2119654"/>
              <a:gd name="connsiteY116242" fmla="*/ 897518 h 2398711"/>
              <a:gd name="connsiteX116243" fmla="*/ 361844 w 2119654"/>
              <a:gd name="connsiteY116243" fmla="*/ 887392 h 2398711"/>
              <a:gd name="connsiteX116244" fmla="*/ 420450 w 2119654"/>
              <a:gd name="connsiteY116244" fmla="*/ 754539 h 2398711"/>
              <a:gd name="connsiteX116245" fmla="*/ 420120 w 2119654"/>
              <a:gd name="connsiteY116245" fmla="*/ 757383 h 2398711"/>
              <a:gd name="connsiteX116246" fmla="*/ 420564 w 2119654"/>
              <a:gd name="connsiteY116246" fmla="*/ 762816 h 2398711"/>
              <a:gd name="connsiteX116247" fmla="*/ 421897 w 2119654"/>
              <a:gd name="connsiteY116247" fmla="*/ 757672 h 2398711"/>
              <a:gd name="connsiteX116248" fmla="*/ 284219 w 2119654"/>
              <a:gd name="connsiteY116248" fmla="*/ 1059504 h 2398711"/>
              <a:gd name="connsiteX116249" fmla="*/ 294649 w 2119654"/>
              <a:gd name="connsiteY116249" fmla="*/ 1084102 h 2398711"/>
              <a:gd name="connsiteX116250" fmla="*/ 297332 w 2119654"/>
              <a:gd name="connsiteY116250" fmla="*/ 1086141 h 2398711"/>
              <a:gd name="connsiteX116251" fmla="*/ 296726 w 2119654"/>
              <a:gd name="connsiteY116251" fmla="*/ 1083018 h 2398711"/>
              <a:gd name="connsiteX116252" fmla="*/ 504128 w 2119654"/>
              <a:gd name="connsiteY116252" fmla="*/ 567001 h 2398711"/>
              <a:gd name="connsiteX116253" fmla="*/ 502872 w 2119654"/>
              <a:gd name="connsiteY116253" fmla="*/ 570430 h 2398711"/>
              <a:gd name="connsiteX116254" fmla="*/ 505865 w 2119654"/>
              <a:gd name="connsiteY116254" fmla="*/ 571621 h 2398711"/>
              <a:gd name="connsiteX116255" fmla="*/ 505437 w 2119654"/>
              <a:gd name="connsiteY116255" fmla="*/ 567592 h 2398711"/>
              <a:gd name="connsiteX116256" fmla="*/ 505051 w 2119654"/>
              <a:gd name="connsiteY116256" fmla="*/ 567346 h 2398711"/>
              <a:gd name="connsiteX116257" fmla="*/ 504199 w 2119654"/>
              <a:gd name="connsiteY116257" fmla="*/ 566805 h 2398711"/>
              <a:gd name="connsiteX116258" fmla="*/ 504190 w 2119654"/>
              <a:gd name="connsiteY116258" fmla="*/ 566826 h 2398711"/>
              <a:gd name="connsiteX116259" fmla="*/ 504294 w 2119654"/>
              <a:gd name="connsiteY116259" fmla="*/ 566866 h 2398711"/>
              <a:gd name="connsiteX116260" fmla="*/ 395515 w 2119654"/>
              <a:gd name="connsiteY116260" fmla="*/ 810089 h 2398711"/>
              <a:gd name="connsiteX116261" fmla="*/ 395064 w 2119654"/>
              <a:gd name="connsiteY116261" fmla="*/ 813902 h 2398711"/>
              <a:gd name="connsiteX116262" fmla="*/ 395584 w 2119654"/>
              <a:gd name="connsiteY116262" fmla="*/ 814727 h 2398711"/>
              <a:gd name="connsiteX116263" fmla="*/ 395669 w 2119654"/>
              <a:gd name="connsiteY116263" fmla="*/ 814764 h 2398711"/>
              <a:gd name="connsiteX116264" fmla="*/ 395527 w 2119654"/>
              <a:gd name="connsiteY116264" fmla="*/ 810641 h 2398711"/>
              <a:gd name="connsiteX116265" fmla="*/ 303078 w 2119654"/>
              <a:gd name="connsiteY116265" fmla="*/ 1016986 h 2398711"/>
              <a:gd name="connsiteX116266" fmla="*/ 303515 w 2119654"/>
              <a:gd name="connsiteY116266" fmla="*/ 1022214 h 2398711"/>
              <a:gd name="connsiteX116267" fmla="*/ 307573 w 2119654"/>
              <a:gd name="connsiteY116267" fmla="*/ 1024463 h 2398711"/>
              <a:gd name="connsiteX116268" fmla="*/ 307399 w 2119654"/>
              <a:gd name="connsiteY116268" fmla="*/ 1023567 h 2398711"/>
              <a:gd name="connsiteX116269" fmla="*/ 463592 w 2119654"/>
              <a:gd name="connsiteY116269" fmla="*/ 657559 h 2398711"/>
              <a:gd name="connsiteX116270" fmla="*/ 463584 w 2119654"/>
              <a:gd name="connsiteY116270" fmla="*/ 657733 h 2398711"/>
              <a:gd name="connsiteX116271" fmla="*/ 464990 w 2119654"/>
              <a:gd name="connsiteY116271" fmla="*/ 658341 h 2398711"/>
              <a:gd name="connsiteX116272" fmla="*/ 464661 w 2119654"/>
              <a:gd name="connsiteY116272" fmla="*/ 657658 h 2398711"/>
              <a:gd name="connsiteX116273" fmla="*/ 348866 w 2119654"/>
              <a:gd name="connsiteY116273" fmla="*/ 914422 h 2398711"/>
              <a:gd name="connsiteX116274" fmla="*/ 349153 w 2119654"/>
              <a:gd name="connsiteY116274" fmla="*/ 915743 h 2398711"/>
              <a:gd name="connsiteX116275" fmla="*/ 349539 w 2119654"/>
              <a:gd name="connsiteY116275" fmla="*/ 916314 h 2398711"/>
              <a:gd name="connsiteX116276" fmla="*/ 349158 w 2119654"/>
              <a:gd name="connsiteY116276" fmla="*/ 914668 h 2398711"/>
              <a:gd name="connsiteX116277" fmla="*/ 414630 w 2119654"/>
              <a:gd name="connsiteY116277" fmla="*/ 767103 h 2398711"/>
              <a:gd name="connsiteX116278" fmla="*/ 416780 w 2119654"/>
              <a:gd name="connsiteY116278" fmla="*/ 772153 h 2398711"/>
              <a:gd name="connsiteX116279" fmla="*/ 417064 w 2119654"/>
              <a:gd name="connsiteY116279" fmla="*/ 769706 h 2398711"/>
              <a:gd name="connsiteX116280" fmla="*/ 416732 w 2119654"/>
              <a:gd name="connsiteY116280" fmla="*/ 768381 h 2398711"/>
              <a:gd name="connsiteX116281" fmla="*/ 468503 w 2119654"/>
              <a:gd name="connsiteY116281" fmla="*/ 646347 h 2398711"/>
              <a:gd name="connsiteX116282" fmla="*/ 468667 w 2119654"/>
              <a:gd name="connsiteY116282" fmla="*/ 646838 h 2398711"/>
              <a:gd name="connsiteX116283" fmla="*/ 468928 w 2119654"/>
              <a:gd name="connsiteY116283" fmla="*/ 646976 h 2398711"/>
              <a:gd name="connsiteX116284" fmla="*/ 364690 w 2119654"/>
              <a:gd name="connsiteY116284" fmla="*/ 878793 h 2398711"/>
              <a:gd name="connsiteX116285" fmla="*/ 366579 w 2119654"/>
              <a:gd name="connsiteY116285" fmla="*/ 883127 h 2398711"/>
              <a:gd name="connsiteX116286" fmla="*/ 366140 w 2119654"/>
              <a:gd name="connsiteY116286" fmla="*/ 882203 h 2398711"/>
              <a:gd name="connsiteX116287" fmla="*/ 505094 w 2119654"/>
              <a:gd name="connsiteY116287" fmla="*/ 564358 h 2398711"/>
              <a:gd name="connsiteX116288" fmla="*/ 504969 w 2119654"/>
              <a:gd name="connsiteY116288" fmla="*/ 564698 h 2398711"/>
              <a:gd name="connsiteX116289" fmla="*/ 505141 w 2119654"/>
              <a:gd name="connsiteY116289" fmla="*/ 564806 h 2398711"/>
              <a:gd name="connsiteX116290" fmla="*/ 505407 w 2119654"/>
              <a:gd name="connsiteY116290" fmla="*/ 563502 h 2398711"/>
              <a:gd name="connsiteX116291" fmla="*/ 505362 w 2119654"/>
              <a:gd name="connsiteY116291" fmla="*/ 563627 h 2398711"/>
              <a:gd name="connsiteX116292" fmla="*/ 505532 w 2119654"/>
              <a:gd name="connsiteY116292" fmla="*/ 565055 h 2398711"/>
              <a:gd name="connsiteX116293" fmla="*/ 511106 w 2119654"/>
              <a:gd name="connsiteY116293" fmla="*/ 568602 h 2398711"/>
              <a:gd name="connsiteX116294" fmla="*/ 510956 w 2119654"/>
              <a:gd name="connsiteY116294" fmla="*/ 567187 h 2398711"/>
              <a:gd name="connsiteX116295" fmla="*/ 510213 w 2119654"/>
              <a:gd name="connsiteY116295" fmla="*/ 565584 h 2398711"/>
              <a:gd name="connsiteX116296" fmla="*/ 509810 w 2119654"/>
              <a:gd name="connsiteY116296" fmla="*/ 565254 h 2398711"/>
              <a:gd name="connsiteX116297" fmla="*/ 199038 w 2119654"/>
              <a:gd name="connsiteY116297" fmla="*/ 1249510 h 2398711"/>
              <a:gd name="connsiteX116298" fmla="*/ 210758 w 2119654"/>
              <a:gd name="connsiteY116298" fmla="*/ 1271325 h 2398711"/>
              <a:gd name="connsiteX116299" fmla="*/ 220547 w 2119654"/>
              <a:gd name="connsiteY116299" fmla="*/ 1277557 h 2398711"/>
              <a:gd name="connsiteX116300" fmla="*/ 214799 w 2119654"/>
              <a:gd name="connsiteY116300" fmla="*/ 1266506 h 2398711"/>
              <a:gd name="connsiteX116301" fmla="*/ 203785 w 2119654"/>
              <a:gd name="connsiteY116301" fmla="*/ 1253797 h 2398711"/>
              <a:gd name="connsiteX116302" fmla="*/ 505929 w 2119654"/>
              <a:gd name="connsiteY116302" fmla="*/ 562073 h 2398711"/>
              <a:gd name="connsiteX116303" fmla="*/ 505474 w 2119654"/>
              <a:gd name="connsiteY116303" fmla="*/ 563317 h 2398711"/>
              <a:gd name="connsiteX116304" fmla="*/ 509312 w 2119654"/>
              <a:gd name="connsiteY116304" fmla="*/ 564845 h 2398711"/>
              <a:gd name="connsiteX116305" fmla="*/ 327095 w 2119654"/>
              <a:gd name="connsiteY116305" fmla="*/ 962431 h 2398711"/>
              <a:gd name="connsiteX116306" fmla="*/ 327223 w 2119654"/>
              <a:gd name="connsiteY116306" fmla="*/ 963133 h 2398711"/>
              <a:gd name="connsiteX116307" fmla="*/ 327426 w 2119654"/>
              <a:gd name="connsiteY116307" fmla="*/ 963313 h 2398711"/>
              <a:gd name="connsiteX116308" fmla="*/ 327330 w 2119654"/>
              <a:gd name="connsiteY116308" fmla="*/ 962544 h 2398711"/>
              <a:gd name="connsiteX116309" fmla="*/ 274953 w 2119654"/>
              <a:gd name="connsiteY116309" fmla="*/ 1079107 h 2398711"/>
              <a:gd name="connsiteX116310" fmla="*/ 278481 w 2119654"/>
              <a:gd name="connsiteY116310" fmla="*/ 1088254 h 2398711"/>
              <a:gd name="connsiteX116311" fmla="*/ 277462 w 2119654"/>
              <a:gd name="connsiteY116311" fmla="*/ 1081893 h 2398711"/>
              <a:gd name="connsiteX116312" fmla="*/ 276346 w 2119654"/>
              <a:gd name="connsiteY116312" fmla="*/ 1080871 h 2398711"/>
              <a:gd name="connsiteX116313" fmla="*/ 427129 w 2119654"/>
              <a:gd name="connsiteY116313" fmla="*/ 738278 h 2398711"/>
              <a:gd name="connsiteX116314" fmla="*/ 427393 w 2119654"/>
              <a:gd name="connsiteY116314" fmla="*/ 739352 h 2398711"/>
              <a:gd name="connsiteX116315" fmla="*/ 427650 w 2119654"/>
              <a:gd name="connsiteY116315" fmla="*/ 738524 h 2398711"/>
              <a:gd name="connsiteX116316" fmla="*/ 318611 w 2119654"/>
              <a:gd name="connsiteY116316" fmla="*/ 981206 h 2398711"/>
              <a:gd name="connsiteX116317" fmla="*/ 318428 w 2119654"/>
              <a:gd name="connsiteY116317" fmla="*/ 982595 h 2398711"/>
              <a:gd name="connsiteX116318" fmla="*/ 320544 w 2119654"/>
              <a:gd name="connsiteY116318" fmla="*/ 986371 h 2398711"/>
              <a:gd name="connsiteX116319" fmla="*/ 319918 w 2119654"/>
              <a:gd name="connsiteY116319" fmla="*/ 984216 h 2398711"/>
              <a:gd name="connsiteX116320" fmla="*/ 303007 w 2119654"/>
              <a:gd name="connsiteY116320" fmla="*/ 1016127 h 2398711"/>
              <a:gd name="connsiteX116321" fmla="*/ 303030 w 2119654"/>
              <a:gd name="connsiteY116321" fmla="*/ 1016402 h 2398711"/>
              <a:gd name="connsiteX116322" fmla="*/ 307258 w 2119654"/>
              <a:gd name="connsiteY116322" fmla="*/ 1022842 h 2398711"/>
              <a:gd name="connsiteX116323" fmla="*/ 307223 w 2119654"/>
              <a:gd name="connsiteY116323" fmla="*/ 1022660 h 2398711"/>
              <a:gd name="connsiteX116324" fmla="*/ 300758 w 2119654"/>
              <a:gd name="connsiteY116324" fmla="*/ 1021034 h 2398711"/>
              <a:gd name="connsiteX116325" fmla="*/ 301092 w 2119654"/>
              <a:gd name="connsiteY116325" fmla="*/ 1023403 h 2398711"/>
              <a:gd name="connsiteX116326" fmla="*/ 303037 w 2119654"/>
              <a:gd name="connsiteY116326" fmla="*/ 1026407 h 2398711"/>
              <a:gd name="connsiteX116327" fmla="*/ 302677 w 2119654"/>
              <a:gd name="connsiteY116327" fmla="*/ 1022097 h 2398711"/>
              <a:gd name="connsiteX116328" fmla="*/ 581022 w 2119654"/>
              <a:gd name="connsiteY116328" fmla="*/ 393421 h 2398711"/>
              <a:gd name="connsiteX116329" fmla="*/ 579823 w 2119654"/>
              <a:gd name="connsiteY116329" fmla="*/ 399552 h 2398711"/>
              <a:gd name="connsiteX116330" fmla="*/ 581872 w 2119654"/>
              <a:gd name="connsiteY116330" fmla="*/ 412520 h 2398711"/>
              <a:gd name="connsiteX116331" fmla="*/ 584955 w 2119654"/>
              <a:gd name="connsiteY116331" fmla="*/ 415528 h 2398711"/>
              <a:gd name="connsiteX116332" fmla="*/ 597323 w 2119654"/>
              <a:gd name="connsiteY116332" fmla="*/ 423237 h 2398711"/>
              <a:gd name="connsiteX116333" fmla="*/ 598032 w 2119654"/>
              <a:gd name="connsiteY116333" fmla="*/ 405773 h 2398711"/>
              <a:gd name="connsiteX116334" fmla="*/ 590473 w 2119654"/>
              <a:gd name="connsiteY116334" fmla="*/ 400198 h 2398711"/>
              <a:gd name="connsiteX116335" fmla="*/ 511222 w 2119654"/>
              <a:gd name="connsiteY116335" fmla="*/ 549698 h 2398711"/>
              <a:gd name="connsiteX116336" fmla="*/ 511742 w 2119654"/>
              <a:gd name="connsiteY116336" fmla="*/ 555907 h 2398711"/>
              <a:gd name="connsiteX116337" fmla="*/ 513974 w 2119654"/>
              <a:gd name="connsiteY116337" fmla="*/ 560723 h 2398711"/>
              <a:gd name="connsiteX116338" fmla="*/ 519026 w 2119654"/>
              <a:gd name="connsiteY116338" fmla="*/ 562616 h 2398711"/>
              <a:gd name="connsiteX116339" fmla="*/ 518781 w 2119654"/>
              <a:gd name="connsiteY116339" fmla="*/ 551880 h 2398711"/>
              <a:gd name="connsiteX116340" fmla="*/ 463066 w 2119654"/>
              <a:gd name="connsiteY116340" fmla="*/ 657509 h 2398711"/>
              <a:gd name="connsiteX116341" fmla="*/ 463202 w 2119654"/>
              <a:gd name="connsiteY116341" fmla="*/ 657568 h 2398711"/>
              <a:gd name="connsiteX116342" fmla="*/ 463203 w 2119654"/>
              <a:gd name="connsiteY116342" fmla="*/ 657523 h 2398711"/>
              <a:gd name="connsiteX116343" fmla="*/ 490428 w 2119654"/>
              <a:gd name="connsiteY116343" fmla="*/ 596237 h 2398711"/>
              <a:gd name="connsiteX116344" fmla="*/ 490931 w 2119654"/>
              <a:gd name="connsiteY116344" fmla="*/ 597949 h 2398711"/>
              <a:gd name="connsiteX116345" fmla="*/ 491353 w 2119654"/>
              <a:gd name="connsiteY116345" fmla="*/ 596794 h 2398711"/>
              <a:gd name="connsiteX116346" fmla="*/ 357658 w 2119654"/>
              <a:gd name="connsiteY116346" fmla="*/ 893393 h 2398711"/>
              <a:gd name="connsiteX116347" fmla="*/ 359094 w 2119654"/>
              <a:gd name="connsiteY116347" fmla="*/ 896781 h 2398711"/>
              <a:gd name="connsiteX116348" fmla="*/ 359097 w 2119654"/>
              <a:gd name="connsiteY116348" fmla="*/ 894487 h 2398711"/>
              <a:gd name="connsiteX116349" fmla="*/ 463673 w 2119654"/>
              <a:gd name="connsiteY116349" fmla="*/ 655606 h 2398711"/>
              <a:gd name="connsiteX116350" fmla="*/ 463652 w 2119654"/>
              <a:gd name="connsiteY116350" fmla="*/ 656093 h 2398711"/>
              <a:gd name="connsiteX116351" fmla="*/ 463919 w 2119654"/>
              <a:gd name="connsiteY116351" fmla="*/ 656117 h 2398711"/>
              <a:gd name="connsiteX116352" fmla="*/ 451534 w 2119654"/>
              <a:gd name="connsiteY116352" fmla="*/ 682786 h 2398711"/>
              <a:gd name="connsiteX116353" fmla="*/ 449293 w 2119654"/>
              <a:gd name="connsiteY116353" fmla="*/ 699282 h 2398711"/>
              <a:gd name="connsiteX116354" fmla="*/ 449541 w 2119654"/>
              <a:gd name="connsiteY116354" fmla="*/ 700727 h 2398711"/>
              <a:gd name="connsiteX116355" fmla="*/ 454701 w 2119654"/>
              <a:gd name="connsiteY116355" fmla="*/ 702523 h 2398711"/>
              <a:gd name="connsiteX116356" fmla="*/ 457273 w 2119654"/>
              <a:gd name="connsiteY116356" fmla="*/ 694217 h 2398711"/>
              <a:gd name="connsiteX116357" fmla="*/ 456175 w 2119654"/>
              <a:gd name="connsiteY116357" fmla="*/ 690142 h 2398711"/>
              <a:gd name="connsiteX116358" fmla="*/ 456292 w 2119654"/>
              <a:gd name="connsiteY116358" fmla="*/ 689865 h 2398711"/>
              <a:gd name="connsiteX116359" fmla="*/ 457374 w 2119654"/>
              <a:gd name="connsiteY116359" fmla="*/ 693886 h 2398711"/>
              <a:gd name="connsiteX116360" fmla="*/ 458926 w 2119654"/>
              <a:gd name="connsiteY116360" fmla="*/ 688878 h 2398711"/>
              <a:gd name="connsiteX116361" fmla="*/ 400575 w 2119654"/>
              <a:gd name="connsiteY116361" fmla="*/ 796758 h 2398711"/>
              <a:gd name="connsiteX116362" fmla="*/ 402898 w 2119654"/>
              <a:gd name="connsiteY116362" fmla="*/ 801615 h 2398711"/>
              <a:gd name="connsiteX116363" fmla="*/ 402904 w 2119654"/>
              <a:gd name="connsiteY116363" fmla="*/ 797223 h 2398711"/>
              <a:gd name="connsiteX116364" fmla="*/ 411370 w 2119654"/>
              <a:gd name="connsiteY116364" fmla="*/ 772411 h 2398711"/>
              <a:gd name="connsiteX116365" fmla="*/ 411554 w 2119654"/>
              <a:gd name="connsiteY116365" fmla="*/ 775031 h 2398711"/>
              <a:gd name="connsiteX116366" fmla="*/ 413329 w 2119654"/>
              <a:gd name="connsiteY116366" fmla="*/ 775883 h 2398711"/>
              <a:gd name="connsiteX116367" fmla="*/ 412476 w 2119654"/>
              <a:gd name="connsiteY116367" fmla="*/ 772804 h 2398711"/>
              <a:gd name="connsiteX116368" fmla="*/ 225495 w 2119654"/>
              <a:gd name="connsiteY116368" fmla="*/ 1188603 h 2398711"/>
              <a:gd name="connsiteX116369" fmla="*/ 227333 w 2119654"/>
              <a:gd name="connsiteY116369" fmla="*/ 1191480 h 2398711"/>
              <a:gd name="connsiteX116370" fmla="*/ 229321 w 2119654"/>
              <a:gd name="connsiteY116370" fmla="*/ 1194039 h 2398711"/>
              <a:gd name="connsiteX116371" fmla="*/ 233531 w 2119654"/>
              <a:gd name="connsiteY116371" fmla="*/ 1199307 h 2398711"/>
              <a:gd name="connsiteX116372" fmla="*/ 236792 w 2119654"/>
              <a:gd name="connsiteY116372" fmla="*/ 1201422 h 2398711"/>
              <a:gd name="connsiteX116373" fmla="*/ 233722 w 2119654"/>
              <a:gd name="connsiteY116373" fmla="*/ 1195556 h 2398711"/>
              <a:gd name="connsiteX116374" fmla="*/ 225950 w 2119654"/>
              <a:gd name="connsiteY116374" fmla="*/ 1189017 h 2398711"/>
              <a:gd name="connsiteX116375" fmla="*/ 260338 w 2119654"/>
              <a:gd name="connsiteY116375" fmla="*/ 1110372 h 2398711"/>
              <a:gd name="connsiteX116376" fmla="*/ 262274 w 2119654"/>
              <a:gd name="connsiteY116376" fmla="*/ 1118258 h 2398711"/>
              <a:gd name="connsiteX116377" fmla="*/ 262278 w 2119654"/>
              <a:gd name="connsiteY116377" fmla="*/ 1118265 h 2398711"/>
              <a:gd name="connsiteX116378" fmla="*/ 264847 w 2119654"/>
              <a:gd name="connsiteY116378" fmla="*/ 1121375 h 2398711"/>
              <a:gd name="connsiteX116379" fmla="*/ 262876 w 2119654"/>
              <a:gd name="connsiteY116379" fmla="*/ 1115380 h 2398711"/>
              <a:gd name="connsiteX116380" fmla="*/ 261967 w 2119654"/>
              <a:gd name="connsiteY116380" fmla="*/ 1112192 h 2398711"/>
              <a:gd name="connsiteX116381" fmla="*/ 339450 w 2119654"/>
              <a:gd name="connsiteY116381" fmla="*/ 933155 h 2398711"/>
              <a:gd name="connsiteX116382" fmla="*/ 340718 w 2119654"/>
              <a:gd name="connsiteY116382" fmla="*/ 940188 h 2398711"/>
              <a:gd name="connsiteX116383" fmla="*/ 341043 w 2119654"/>
              <a:gd name="connsiteY116383" fmla="*/ 940201 h 2398711"/>
              <a:gd name="connsiteX116384" fmla="*/ 341212 w 2119654"/>
              <a:gd name="connsiteY116384" fmla="*/ 936119 h 2398711"/>
              <a:gd name="connsiteX116385" fmla="*/ 342275 w 2119654"/>
              <a:gd name="connsiteY116385" fmla="*/ 926610 h 2398711"/>
              <a:gd name="connsiteX116386" fmla="*/ 342274 w 2119654"/>
              <a:gd name="connsiteY116386" fmla="*/ 926633 h 2398711"/>
              <a:gd name="connsiteX116387" fmla="*/ 342272 w 2119654"/>
              <a:gd name="connsiteY116387" fmla="*/ 927617 h 2398711"/>
              <a:gd name="connsiteX116388" fmla="*/ 347234 w 2119654"/>
              <a:gd name="connsiteY116388" fmla="*/ 935567 h 2398711"/>
              <a:gd name="connsiteX116389" fmla="*/ 347224 w 2119654"/>
              <a:gd name="connsiteY116389" fmla="*/ 935106 h 2398711"/>
              <a:gd name="connsiteX116390" fmla="*/ 408042 w 2119654"/>
              <a:gd name="connsiteY116390" fmla="*/ 779335 h 2398711"/>
              <a:gd name="connsiteX116391" fmla="*/ 408177 w 2119654"/>
              <a:gd name="connsiteY116391" fmla="*/ 779527 h 2398711"/>
              <a:gd name="connsiteX116392" fmla="*/ 408165 w 2119654"/>
              <a:gd name="connsiteY116392" fmla="*/ 779394 h 2398711"/>
              <a:gd name="connsiteX116393" fmla="*/ 510240 w 2119654"/>
              <a:gd name="connsiteY116393" fmla="*/ 550281 h 2398711"/>
              <a:gd name="connsiteX116394" fmla="*/ 509752 w 2119654"/>
              <a:gd name="connsiteY116394" fmla="*/ 551614 h 2398711"/>
              <a:gd name="connsiteX116395" fmla="*/ 510482 w 2119654"/>
              <a:gd name="connsiteY116395" fmla="*/ 553191 h 2398711"/>
              <a:gd name="connsiteX116396" fmla="*/ 422497 w 2119654"/>
              <a:gd name="connsiteY116396" fmla="*/ 746533 h 2398711"/>
              <a:gd name="connsiteX116397" fmla="*/ 423687 w 2119654"/>
              <a:gd name="connsiteY116397" fmla="*/ 751321 h 2398711"/>
              <a:gd name="connsiteX116398" fmla="*/ 424729 w 2119654"/>
              <a:gd name="connsiteY116398" fmla="*/ 747955 h 2398711"/>
              <a:gd name="connsiteX116399" fmla="*/ 347585 w 2119654"/>
              <a:gd name="connsiteY116399" fmla="*/ 914262 h 2398711"/>
              <a:gd name="connsiteX116400" fmla="*/ 347728 w 2119654"/>
              <a:gd name="connsiteY116400" fmla="*/ 920644 h 2398711"/>
              <a:gd name="connsiteX116401" fmla="*/ 348023 w 2119654"/>
              <a:gd name="connsiteY116401" fmla="*/ 925386 h 2398711"/>
              <a:gd name="connsiteX116402" fmla="*/ 351994 w 2119654"/>
              <a:gd name="connsiteY116402" fmla="*/ 939776 h 2398711"/>
              <a:gd name="connsiteX116403" fmla="*/ 352506 w 2119654"/>
              <a:gd name="connsiteY116403" fmla="*/ 940654 h 2398711"/>
              <a:gd name="connsiteX116404" fmla="*/ 353739 w 2119654"/>
              <a:gd name="connsiteY116404" fmla="*/ 940703 h 2398711"/>
              <a:gd name="connsiteX116405" fmla="*/ 351681 w 2119654"/>
              <a:gd name="connsiteY116405" fmla="*/ 931247 h 2398711"/>
              <a:gd name="connsiteX116406" fmla="*/ 348998 w 2119654"/>
              <a:gd name="connsiteY116406" fmla="*/ 928241 h 2398711"/>
              <a:gd name="connsiteX116407" fmla="*/ 349011 w 2119654"/>
              <a:gd name="connsiteY116407" fmla="*/ 927832 h 2398711"/>
              <a:gd name="connsiteX116408" fmla="*/ 351560 w 2119654"/>
              <a:gd name="connsiteY116408" fmla="*/ 930689 h 2398711"/>
              <a:gd name="connsiteX116409" fmla="*/ 348511 w 2119654"/>
              <a:gd name="connsiteY116409" fmla="*/ 916677 h 2398711"/>
              <a:gd name="connsiteX116410" fmla="*/ 348215 w 2119654"/>
              <a:gd name="connsiteY116410" fmla="*/ 915228 h 2398711"/>
              <a:gd name="connsiteX116411" fmla="*/ 202296 w 2119654"/>
              <a:gd name="connsiteY116411" fmla="*/ 1239561 h 2398711"/>
              <a:gd name="connsiteX116412" fmla="*/ 202673 w 2119654"/>
              <a:gd name="connsiteY116412" fmla="*/ 1240155 h 2398711"/>
              <a:gd name="connsiteX116413" fmla="*/ 202890 w 2119654"/>
              <a:gd name="connsiteY116413" fmla="*/ 1240352 h 2398711"/>
              <a:gd name="connsiteX116414" fmla="*/ 202386 w 2119654"/>
              <a:gd name="connsiteY116414" fmla="*/ 1239647 h 2398711"/>
              <a:gd name="connsiteX116415" fmla="*/ 269640 w 2119654"/>
              <a:gd name="connsiteY116415" fmla="*/ 1088690 h 2398711"/>
              <a:gd name="connsiteX116416" fmla="*/ 270229 w 2119654"/>
              <a:gd name="connsiteY116416" fmla="*/ 1092332 h 2398711"/>
              <a:gd name="connsiteX116417" fmla="*/ 270476 w 2119654"/>
              <a:gd name="connsiteY116417" fmla="*/ 1092547 h 2398711"/>
              <a:gd name="connsiteX116418" fmla="*/ 270045 w 2119654"/>
              <a:gd name="connsiteY116418" fmla="*/ 1088971 h 2398711"/>
              <a:gd name="connsiteX116419" fmla="*/ 473533 w 2119654"/>
              <a:gd name="connsiteY116419" fmla="*/ 632073 h 2398711"/>
              <a:gd name="connsiteX116420" fmla="*/ 472155 w 2119654"/>
              <a:gd name="connsiteY116420" fmla="*/ 641944 h 2398711"/>
              <a:gd name="connsiteX116421" fmla="*/ 474022 w 2119654"/>
              <a:gd name="connsiteY116421" fmla="*/ 643161 h 2398711"/>
              <a:gd name="connsiteX116422" fmla="*/ 473858 w 2119654"/>
              <a:gd name="connsiteY116422" fmla="*/ 632244 h 2398711"/>
              <a:gd name="connsiteX116423" fmla="*/ 305151 w 2119654"/>
              <a:gd name="connsiteY116423" fmla="*/ 1009084 h 2398711"/>
              <a:gd name="connsiteX116424" fmla="*/ 307548 w 2119654"/>
              <a:gd name="connsiteY116424" fmla="*/ 1021430 h 2398711"/>
              <a:gd name="connsiteX116425" fmla="*/ 308489 w 2119654"/>
              <a:gd name="connsiteY116425" fmla="*/ 1022888 h 2398711"/>
              <a:gd name="connsiteX116426" fmla="*/ 308766 w 2119654"/>
              <a:gd name="connsiteY116426" fmla="*/ 1017607 h 2398711"/>
              <a:gd name="connsiteX116427" fmla="*/ 481949 w 2119654"/>
              <a:gd name="connsiteY116427" fmla="*/ 613113 h 2398711"/>
              <a:gd name="connsiteX116428" fmla="*/ 482283 w 2119654"/>
              <a:gd name="connsiteY116428" fmla="*/ 614527 h 2398711"/>
              <a:gd name="connsiteX116429" fmla="*/ 484365 w 2119654"/>
              <a:gd name="connsiteY116429" fmla="*/ 615907 h 2398711"/>
              <a:gd name="connsiteX116430" fmla="*/ 485137 w 2119654"/>
              <a:gd name="connsiteY116430" fmla="*/ 613793 h 2398711"/>
              <a:gd name="connsiteX116431" fmla="*/ 243593 w 2119654"/>
              <a:gd name="connsiteY116431" fmla="*/ 1146669 h 2398711"/>
              <a:gd name="connsiteX116432" fmla="*/ 245539 w 2119654"/>
              <a:gd name="connsiteY116432" fmla="*/ 1149637 h 2398711"/>
              <a:gd name="connsiteX116433" fmla="*/ 244149 w 2119654"/>
              <a:gd name="connsiteY116433" fmla="*/ 1147280 h 2398711"/>
              <a:gd name="connsiteX116434" fmla="*/ 289647 w 2119654"/>
              <a:gd name="connsiteY116434" fmla="*/ 1043447 h 2398711"/>
              <a:gd name="connsiteX116435" fmla="*/ 289987 w 2119654"/>
              <a:gd name="connsiteY116435" fmla="*/ 1045340 h 2398711"/>
              <a:gd name="connsiteX116436" fmla="*/ 291431 w 2119654"/>
              <a:gd name="connsiteY116436" fmla="*/ 1047472 h 2398711"/>
              <a:gd name="connsiteX116437" fmla="*/ 290274 w 2119654"/>
              <a:gd name="connsiteY116437" fmla="*/ 1044634 h 2398711"/>
              <a:gd name="connsiteX116438" fmla="*/ 290276 w 2119654"/>
              <a:gd name="connsiteY116438" fmla="*/ 1044629 h 2398711"/>
              <a:gd name="connsiteX116439" fmla="*/ 399802 w 2119654"/>
              <a:gd name="connsiteY116439" fmla="*/ 796605 h 2398711"/>
              <a:gd name="connsiteX116440" fmla="*/ 399736 w 2119654"/>
              <a:gd name="connsiteY116440" fmla="*/ 800353 h 2398711"/>
              <a:gd name="connsiteX116441" fmla="*/ 402889 w 2119654"/>
              <a:gd name="connsiteY116441" fmla="*/ 809411 h 2398711"/>
              <a:gd name="connsiteX116442" fmla="*/ 402898 w 2119654"/>
              <a:gd name="connsiteY116442" fmla="*/ 802719 h 2398711"/>
              <a:gd name="connsiteX116443" fmla="*/ 399968 w 2119654"/>
              <a:gd name="connsiteY116443" fmla="*/ 796637 h 2398711"/>
              <a:gd name="connsiteX116444" fmla="*/ 429627 w 2119654"/>
              <a:gd name="connsiteY116444" fmla="*/ 729781 h 2398711"/>
              <a:gd name="connsiteX116445" fmla="*/ 429674 w 2119654"/>
              <a:gd name="connsiteY116445" fmla="*/ 731991 h 2398711"/>
              <a:gd name="connsiteX116446" fmla="*/ 430151 w 2119654"/>
              <a:gd name="connsiteY116446" fmla="*/ 730449 h 2398711"/>
              <a:gd name="connsiteX116447" fmla="*/ 333676 w 2119654"/>
              <a:gd name="connsiteY116447" fmla="*/ 944548 h 2398711"/>
              <a:gd name="connsiteX116448" fmla="*/ 334371 w 2119654"/>
              <a:gd name="connsiteY116448" fmla="*/ 946657 h 2398711"/>
              <a:gd name="connsiteX116449" fmla="*/ 336421 w 2119654"/>
              <a:gd name="connsiteY116449" fmla="*/ 949254 h 2398711"/>
              <a:gd name="connsiteX116450" fmla="*/ 338010 w 2119654"/>
              <a:gd name="connsiteY116450" fmla="*/ 950708 h 2398711"/>
              <a:gd name="connsiteX116451" fmla="*/ 337576 w 2119654"/>
              <a:gd name="connsiteY116451" fmla="*/ 948995 h 2398711"/>
              <a:gd name="connsiteX116452" fmla="*/ 348606 w 2119654"/>
              <a:gd name="connsiteY116452" fmla="*/ 911052 h 2398711"/>
              <a:gd name="connsiteX116453" fmla="*/ 349403 w 2119654"/>
              <a:gd name="connsiteY116453" fmla="*/ 914496 h 2398711"/>
              <a:gd name="connsiteX116454" fmla="*/ 354556 w 2119654"/>
              <a:gd name="connsiteY116454" fmla="*/ 918851 h 2398711"/>
              <a:gd name="connsiteX116455" fmla="*/ 353006 w 2119654"/>
              <a:gd name="connsiteY116455" fmla="*/ 912617 h 2398711"/>
              <a:gd name="connsiteX116456" fmla="*/ 446579 w 2119654"/>
              <a:gd name="connsiteY116456" fmla="*/ 691619 h 2398711"/>
              <a:gd name="connsiteX116457" fmla="*/ 446024 w 2119654"/>
              <a:gd name="connsiteY116457" fmla="*/ 693410 h 2398711"/>
              <a:gd name="connsiteX116458" fmla="*/ 444765 w 2119654"/>
              <a:gd name="connsiteY116458" fmla="*/ 699064 h 2398711"/>
              <a:gd name="connsiteX116459" fmla="*/ 446812 w 2119654"/>
              <a:gd name="connsiteY116459" fmla="*/ 699775 h 2398711"/>
              <a:gd name="connsiteX116460" fmla="*/ 446365 w 2119654"/>
              <a:gd name="connsiteY116460" fmla="*/ 693212 h 2398711"/>
              <a:gd name="connsiteX116461" fmla="*/ 446497 w 2119654"/>
              <a:gd name="connsiteY116461" fmla="*/ 693016 h 2398711"/>
              <a:gd name="connsiteX116462" fmla="*/ 446963 w 2119654"/>
              <a:gd name="connsiteY116462" fmla="*/ 699829 h 2398711"/>
              <a:gd name="connsiteX116463" fmla="*/ 448054 w 2119654"/>
              <a:gd name="connsiteY116463" fmla="*/ 700208 h 2398711"/>
              <a:gd name="connsiteX116464" fmla="*/ 480317 w 2119654"/>
              <a:gd name="connsiteY116464" fmla="*/ 616060 h 2398711"/>
              <a:gd name="connsiteX116465" fmla="*/ 480323 w 2119654"/>
              <a:gd name="connsiteY116465" fmla="*/ 616410 h 2398711"/>
              <a:gd name="connsiteX116466" fmla="*/ 480599 w 2119654"/>
              <a:gd name="connsiteY116466" fmla="*/ 624436 h 2398711"/>
              <a:gd name="connsiteX116467" fmla="*/ 480908 w 2119654"/>
              <a:gd name="connsiteY116467" fmla="*/ 625358 h 2398711"/>
              <a:gd name="connsiteX116468" fmla="*/ 483121 w 2119654"/>
              <a:gd name="connsiteY116468" fmla="*/ 619305 h 2398711"/>
              <a:gd name="connsiteX116469" fmla="*/ 482734 w 2119654"/>
              <a:gd name="connsiteY116469" fmla="*/ 617662 h 2398711"/>
              <a:gd name="connsiteX116470" fmla="*/ 347564 w 2119654"/>
              <a:gd name="connsiteY116470" fmla="*/ 913320 h 2398711"/>
              <a:gd name="connsiteX116471" fmla="*/ 347565 w 2119654"/>
              <a:gd name="connsiteY116471" fmla="*/ 913385 h 2398711"/>
              <a:gd name="connsiteX116472" fmla="*/ 347960 w 2119654"/>
              <a:gd name="connsiteY116472" fmla="*/ 913971 h 2398711"/>
              <a:gd name="connsiteX116473" fmla="*/ 347883 w 2119654"/>
              <a:gd name="connsiteY116473" fmla="*/ 913589 h 2398711"/>
              <a:gd name="connsiteX116474" fmla="*/ 399807 w 2119654"/>
              <a:gd name="connsiteY116474" fmla="*/ 796303 h 2398711"/>
              <a:gd name="connsiteX116475" fmla="*/ 399806 w 2119654"/>
              <a:gd name="connsiteY116475" fmla="*/ 796350 h 2398711"/>
              <a:gd name="connsiteX116476" fmla="*/ 399833 w 2119654"/>
              <a:gd name="connsiteY116476" fmla="*/ 796356 h 2398711"/>
              <a:gd name="connsiteX116477" fmla="*/ 230074 w 2119654"/>
              <a:gd name="connsiteY116477" fmla="*/ 1176329 h 2398711"/>
              <a:gd name="connsiteX116478" fmla="*/ 231590 w 2119654"/>
              <a:gd name="connsiteY116478" fmla="*/ 1179474 h 2398711"/>
              <a:gd name="connsiteX116479" fmla="*/ 244965 w 2119654"/>
              <a:gd name="connsiteY116479" fmla="*/ 1199531 h 2398711"/>
              <a:gd name="connsiteX116480" fmla="*/ 243991 w 2119654"/>
              <a:gd name="connsiteY116480" fmla="*/ 1195565 h 2398711"/>
              <a:gd name="connsiteX116481" fmla="*/ 241677 w 2119654"/>
              <a:gd name="connsiteY116481" fmla="*/ 1190371 h 2398711"/>
              <a:gd name="connsiteX116482" fmla="*/ 331813 w 2119654"/>
              <a:gd name="connsiteY116482" fmla="*/ 948287 h 2398711"/>
              <a:gd name="connsiteX116483" fmla="*/ 334201 w 2119654"/>
              <a:gd name="connsiteY116483" fmla="*/ 952868 h 2398711"/>
              <a:gd name="connsiteX116484" fmla="*/ 333847 w 2119654"/>
              <a:gd name="connsiteY116484" fmla="*/ 950866 h 2398711"/>
              <a:gd name="connsiteX116485" fmla="*/ 308957 w 2119654"/>
              <a:gd name="connsiteY116485" fmla="*/ 999375 h 2398711"/>
              <a:gd name="connsiteX116486" fmla="*/ 309608 w 2119654"/>
              <a:gd name="connsiteY116486" fmla="*/ 1001542 h 2398711"/>
              <a:gd name="connsiteX116487" fmla="*/ 309692 w 2119654"/>
              <a:gd name="connsiteY116487" fmla="*/ 999934 h 2398711"/>
              <a:gd name="connsiteX116488" fmla="*/ 463795 w 2119654"/>
              <a:gd name="connsiteY116488" fmla="*/ 652649 h 2398711"/>
              <a:gd name="connsiteX116489" fmla="*/ 463756 w 2119654"/>
              <a:gd name="connsiteY116489" fmla="*/ 653582 h 2398711"/>
              <a:gd name="connsiteX116490" fmla="*/ 464779 w 2119654"/>
              <a:gd name="connsiteY116490" fmla="*/ 655590 h 2398711"/>
              <a:gd name="connsiteX116491" fmla="*/ 425393 w 2119654"/>
              <a:gd name="connsiteY116491" fmla="*/ 738600 h 2398711"/>
              <a:gd name="connsiteX116492" fmla="*/ 425478 w 2119654"/>
              <a:gd name="connsiteY116492" fmla="*/ 745537 h 2398711"/>
              <a:gd name="connsiteX116493" fmla="*/ 426380 w 2119654"/>
              <a:gd name="connsiteY116493" fmla="*/ 742624 h 2398711"/>
              <a:gd name="connsiteX116494" fmla="*/ 283382 w 2119654"/>
              <a:gd name="connsiteY116494" fmla="*/ 1056466 h 2398711"/>
              <a:gd name="connsiteX116495" fmla="*/ 296325 w 2119654"/>
              <a:gd name="connsiteY116495" fmla="*/ 1080952 h 2398711"/>
              <a:gd name="connsiteX116496" fmla="*/ 295269 w 2119654"/>
              <a:gd name="connsiteY116496" fmla="*/ 1075515 h 2398711"/>
              <a:gd name="connsiteX116497" fmla="*/ 366362 w 2119654"/>
              <a:gd name="connsiteY116497" fmla="*/ 870636 h 2398711"/>
              <a:gd name="connsiteX116498" fmla="*/ 367391 w 2119654"/>
              <a:gd name="connsiteY116498" fmla="*/ 873008 h 2398711"/>
              <a:gd name="connsiteX116499" fmla="*/ 367420 w 2119654"/>
              <a:gd name="connsiteY116499" fmla="*/ 873075 h 2398711"/>
              <a:gd name="connsiteX116500" fmla="*/ 367449 w 2119654"/>
              <a:gd name="connsiteY116500" fmla="*/ 872538 h 2398711"/>
              <a:gd name="connsiteX116501" fmla="*/ 473825 w 2119654"/>
              <a:gd name="connsiteY116501" fmla="*/ 629986 h 2398711"/>
              <a:gd name="connsiteX116502" fmla="*/ 473732 w 2119654"/>
              <a:gd name="connsiteY116502" fmla="*/ 630653 h 2398711"/>
              <a:gd name="connsiteX116503" fmla="*/ 473836 w 2119654"/>
              <a:gd name="connsiteY116503" fmla="*/ 630708 h 2398711"/>
              <a:gd name="connsiteX116504" fmla="*/ 325638 w 2119654"/>
              <a:gd name="connsiteY116504" fmla="*/ 961731 h 2398711"/>
              <a:gd name="connsiteX116505" fmla="*/ 326975 w 2119654"/>
              <a:gd name="connsiteY116505" fmla="*/ 962913 h 2398711"/>
              <a:gd name="connsiteX116506" fmla="*/ 326867 w 2119654"/>
              <a:gd name="connsiteY116506" fmla="*/ 962321 h 2398711"/>
              <a:gd name="connsiteX116507" fmla="*/ 514167 w 2119654"/>
              <a:gd name="connsiteY116507" fmla="*/ 539546 h 2398711"/>
              <a:gd name="connsiteX116508" fmla="*/ 511080 w 2119654"/>
              <a:gd name="connsiteY116508" fmla="*/ 547988 h 2398711"/>
              <a:gd name="connsiteX116509" fmla="*/ 511195 w 2119654"/>
              <a:gd name="connsiteY116509" fmla="*/ 549369 h 2398711"/>
              <a:gd name="connsiteX116510" fmla="*/ 518774 w 2119654"/>
              <a:gd name="connsiteY116510" fmla="*/ 551558 h 2398711"/>
              <a:gd name="connsiteX116511" fmla="*/ 518760 w 2119654"/>
              <a:gd name="connsiteY116511" fmla="*/ 550921 h 2398711"/>
              <a:gd name="connsiteX116512" fmla="*/ 515809 w 2119654"/>
              <a:gd name="connsiteY116512" fmla="*/ 549248 h 2398711"/>
              <a:gd name="connsiteX116513" fmla="*/ 515981 w 2119654"/>
              <a:gd name="connsiteY116513" fmla="*/ 549221 h 2398711"/>
              <a:gd name="connsiteX116514" fmla="*/ 518757 w 2119654"/>
              <a:gd name="connsiteY116514" fmla="*/ 550796 h 2398711"/>
              <a:gd name="connsiteX116515" fmla="*/ 518730 w 2119654"/>
              <a:gd name="connsiteY116515" fmla="*/ 549626 h 2398711"/>
              <a:gd name="connsiteX116516" fmla="*/ 515060 w 2119654"/>
              <a:gd name="connsiteY116516" fmla="*/ 546648 h 2398711"/>
              <a:gd name="connsiteX116517" fmla="*/ 515321 w 2119654"/>
              <a:gd name="connsiteY116517" fmla="*/ 546652 h 2398711"/>
              <a:gd name="connsiteX116518" fmla="*/ 518725 w 2119654"/>
              <a:gd name="connsiteY116518" fmla="*/ 549415 h 2398711"/>
              <a:gd name="connsiteX116519" fmla="*/ 518613 w 2119654"/>
              <a:gd name="connsiteY116519" fmla="*/ 544499 h 2398711"/>
              <a:gd name="connsiteX116520" fmla="*/ 518154 w 2119654"/>
              <a:gd name="connsiteY116520" fmla="*/ 542807 h 2398711"/>
              <a:gd name="connsiteX116521" fmla="*/ 516020 w 2119654"/>
              <a:gd name="connsiteY116521" fmla="*/ 534942 h 2398711"/>
              <a:gd name="connsiteX116522" fmla="*/ 514545 w 2119654"/>
              <a:gd name="connsiteY116522" fmla="*/ 538529 h 2398711"/>
              <a:gd name="connsiteX116523" fmla="*/ 517691 w 2119654"/>
              <a:gd name="connsiteY116523" fmla="*/ 541101 h 2398711"/>
              <a:gd name="connsiteX116524" fmla="*/ 390658 w 2119654"/>
              <a:gd name="connsiteY116524" fmla="*/ 815635 h 2398711"/>
              <a:gd name="connsiteX116525" fmla="*/ 392383 w 2119654"/>
              <a:gd name="connsiteY116525" fmla="*/ 822573 h 2398711"/>
              <a:gd name="connsiteX116526" fmla="*/ 392536 w 2119654"/>
              <a:gd name="connsiteY116526" fmla="*/ 822904 h 2398711"/>
              <a:gd name="connsiteX116527" fmla="*/ 392989 w 2119654"/>
              <a:gd name="connsiteY116527" fmla="*/ 819074 h 2398711"/>
              <a:gd name="connsiteX116528" fmla="*/ 350782 w 2119654"/>
              <a:gd name="connsiteY116528" fmla="*/ 904864 h 2398711"/>
              <a:gd name="connsiteX116529" fmla="*/ 351983 w 2119654"/>
              <a:gd name="connsiteY116529" fmla="*/ 908500 h 2398711"/>
              <a:gd name="connsiteX116530" fmla="*/ 351429 w 2119654"/>
              <a:gd name="connsiteY116530" fmla="*/ 906271 h 2398711"/>
              <a:gd name="connsiteX116531" fmla="*/ 348093 w 2119654"/>
              <a:gd name="connsiteY116531" fmla="*/ 910869 h 2398711"/>
              <a:gd name="connsiteX116532" fmla="*/ 348765 w 2119654"/>
              <a:gd name="connsiteY116532" fmla="*/ 913957 h 2398711"/>
              <a:gd name="connsiteX116533" fmla="*/ 349049 w 2119654"/>
              <a:gd name="connsiteY116533" fmla="*/ 914197 h 2398711"/>
              <a:gd name="connsiteX116534" fmla="*/ 348349 w 2119654"/>
              <a:gd name="connsiteY116534" fmla="*/ 911173 h 2398711"/>
              <a:gd name="connsiteX116535" fmla="*/ 348435 w 2119654"/>
              <a:gd name="connsiteY116535" fmla="*/ 910991 h 2398711"/>
              <a:gd name="connsiteX116536" fmla="*/ 516619 w 2119654"/>
              <a:gd name="connsiteY116536" fmla="*/ 533485 h 2398711"/>
              <a:gd name="connsiteX116537" fmla="*/ 516120 w 2119654"/>
              <a:gd name="connsiteY116537" fmla="*/ 534698 h 2398711"/>
              <a:gd name="connsiteX116538" fmla="*/ 517905 w 2119654"/>
              <a:gd name="connsiteY116538" fmla="*/ 541276 h 2398711"/>
              <a:gd name="connsiteX116539" fmla="*/ 518552 w 2119654"/>
              <a:gd name="connsiteY116539" fmla="*/ 541806 h 2398711"/>
              <a:gd name="connsiteX116540" fmla="*/ 518509 w 2119654"/>
              <a:gd name="connsiteY116540" fmla="*/ 539899 h 2398711"/>
              <a:gd name="connsiteX116541" fmla="*/ 518665 w 2119654"/>
              <a:gd name="connsiteY116541" fmla="*/ 539692 h 2398711"/>
              <a:gd name="connsiteX116542" fmla="*/ 518715 w 2119654"/>
              <a:gd name="connsiteY116542" fmla="*/ 541939 h 2398711"/>
              <a:gd name="connsiteX116543" fmla="*/ 521553 w 2119654"/>
              <a:gd name="connsiteY116543" fmla="*/ 544260 h 2398711"/>
              <a:gd name="connsiteX116544" fmla="*/ 521563 w 2119654"/>
              <a:gd name="connsiteY116544" fmla="*/ 536289 h 2398711"/>
              <a:gd name="connsiteX116545" fmla="*/ 413470 w 2119654"/>
              <a:gd name="connsiteY116545" fmla="*/ 764378 h 2398711"/>
              <a:gd name="connsiteX116546" fmla="*/ 414532 w 2119654"/>
              <a:gd name="connsiteY116546" fmla="*/ 766873 h 2398711"/>
              <a:gd name="connsiteX116547" fmla="*/ 416654 w 2119654"/>
              <a:gd name="connsiteY116547" fmla="*/ 768163 h 2398711"/>
              <a:gd name="connsiteX116548" fmla="*/ 416620 w 2119654"/>
              <a:gd name="connsiteY116548" fmla="*/ 768072 h 2398711"/>
              <a:gd name="connsiteX116549" fmla="*/ 413818 w 2119654"/>
              <a:gd name="connsiteY116549" fmla="*/ 764484 h 2398711"/>
              <a:gd name="connsiteX116550" fmla="*/ 347531 w 2119654"/>
              <a:gd name="connsiteY116550" fmla="*/ 911864 h 2398711"/>
              <a:gd name="connsiteX116551" fmla="*/ 347555 w 2119654"/>
              <a:gd name="connsiteY116551" fmla="*/ 912934 h 2398711"/>
              <a:gd name="connsiteX116552" fmla="*/ 347789 w 2119654"/>
              <a:gd name="connsiteY116552" fmla="*/ 913133 h 2398711"/>
              <a:gd name="connsiteX116553" fmla="*/ 522964 w 2119654"/>
              <a:gd name="connsiteY116553" fmla="*/ 518984 h 2398711"/>
              <a:gd name="connsiteX116554" fmla="*/ 522959 w 2119654"/>
              <a:gd name="connsiteY116554" fmla="*/ 522565 h 2398711"/>
              <a:gd name="connsiteX116555" fmla="*/ 522990 w 2119654"/>
              <a:gd name="connsiteY116555" fmla="*/ 520795 h 2398711"/>
              <a:gd name="connsiteX116556" fmla="*/ 523088 w 2119654"/>
              <a:gd name="connsiteY116556" fmla="*/ 519089 h 2398711"/>
              <a:gd name="connsiteX116557" fmla="*/ 518196 w 2119654"/>
              <a:gd name="connsiteY116557" fmla="*/ 529653 h 2398711"/>
              <a:gd name="connsiteX116558" fmla="*/ 516675 w 2119654"/>
              <a:gd name="connsiteY116558" fmla="*/ 533350 h 2398711"/>
              <a:gd name="connsiteX116559" fmla="*/ 521564 w 2119654"/>
              <a:gd name="connsiteY116559" fmla="*/ 536123 h 2398711"/>
              <a:gd name="connsiteX116560" fmla="*/ 521571 w 2119654"/>
              <a:gd name="connsiteY116560" fmla="*/ 530790 h 2398711"/>
              <a:gd name="connsiteX116561" fmla="*/ 519180 w 2119654"/>
              <a:gd name="connsiteY116561" fmla="*/ 529955 h 2398711"/>
              <a:gd name="connsiteX116562" fmla="*/ 270597 w 2119654"/>
              <a:gd name="connsiteY116562" fmla="*/ 1084037 h 2398711"/>
              <a:gd name="connsiteX116563" fmla="*/ 271257 w 2119654"/>
              <a:gd name="connsiteY116563" fmla="*/ 1088820 h 2398711"/>
              <a:gd name="connsiteX116564" fmla="*/ 274672 w 2119654"/>
              <a:gd name="connsiteY116564" fmla="*/ 1090995 h 2398711"/>
              <a:gd name="connsiteX116565" fmla="*/ 274193 w 2119654"/>
              <a:gd name="connsiteY116565" fmla="*/ 1089536 h 2398711"/>
              <a:gd name="connsiteX116566" fmla="*/ 409961 w 2119654"/>
              <a:gd name="connsiteY116566" fmla="*/ 771909 h 2398711"/>
              <a:gd name="connsiteX116567" fmla="*/ 410376 w 2119654"/>
              <a:gd name="connsiteY116567" fmla="*/ 774466 h 2398711"/>
              <a:gd name="connsiteX116568" fmla="*/ 411266 w 2119654"/>
              <a:gd name="connsiteY116568" fmla="*/ 774893 h 2398711"/>
              <a:gd name="connsiteX116569" fmla="*/ 411086 w 2119654"/>
              <a:gd name="connsiteY116569" fmla="*/ 772309 h 2398711"/>
              <a:gd name="connsiteX116570" fmla="*/ 519582 w 2119654"/>
              <a:gd name="connsiteY116570" fmla="*/ 526291 h 2398711"/>
              <a:gd name="connsiteX116571" fmla="*/ 518453 w 2119654"/>
              <a:gd name="connsiteY116571" fmla="*/ 529032 h 2398711"/>
              <a:gd name="connsiteX116572" fmla="*/ 521572 w 2119654"/>
              <a:gd name="connsiteY116572" fmla="*/ 529985 h 2398711"/>
              <a:gd name="connsiteX116573" fmla="*/ 521574 w 2119654"/>
              <a:gd name="connsiteY116573" fmla="*/ 528180 h 2398711"/>
              <a:gd name="connsiteX116574" fmla="*/ 210716 w 2119654"/>
              <a:gd name="connsiteY116574" fmla="*/ 1217862 h 2398711"/>
              <a:gd name="connsiteX116575" fmla="*/ 212647 w 2119654"/>
              <a:gd name="connsiteY116575" fmla="*/ 1223475 h 2398711"/>
              <a:gd name="connsiteX116576" fmla="*/ 220923 w 2119654"/>
              <a:gd name="connsiteY116576" fmla="*/ 1233378 h 2398711"/>
              <a:gd name="connsiteX116577" fmla="*/ 219041 w 2119654"/>
              <a:gd name="connsiteY116577" fmla="*/ 1228955 h 2398711"/>
              <a:gd name="connsiteX116578" fmla="*/ 489591 w 2119654"/>
              <a:gd name="connsiteY116578" fmla="*/ 593379 h 2398711"/>
              <a:gd name="connsiteX116579" fmla="*/ 490286 w 2119654"/>
              <a:gd name="connsiteY116579" fmla="*/ 595753 h 2398711"/>
              <a:gd name="connsiteX116580" fmla="*/ 491203 w 2119654"/>
              <a:gd name="connsiteY116580" fmla="*/ 596289 h 2398711"/>
              <a:gd name="connsiteX116581" fmla="*/ 599249 w 2119654"/>
              <a:gd name="connsiteY116581" fmla="*/ 347782 h 2398711"/>
              <a:gd name="connsiteX116582" fmla="*/ 601306 w 2119654"/>
              <a:gd name="connsiteY116582" fmla="*/ 360803 h 2398711"/>
              <a:gd name="connsiteX116583" fmla="*/ 602878 w 2119654"/>
              <a:gd name="connsiteY116583" fmla="*/ 366341 h 2398711"/>
              <a:gd name="connsiteX116584" fmla="*/ 628409 w 2119654"/>
              <a:gd name="connsiteY116584" fmla="*/ 387633 h 2398711"/>
              <a:gd name="connsiteX116585" fmla="*/ 630162 w 2119654"/>
              <a:gd name="connsiteY116585" fmla="*/ 375909 h 2398711"/>
              <a:gd name="connsiteX116586" fmla="*/ 620586 w 2119654"/>
              <a:gd name="connsiteY116586" fmla="*/ 370371 h 2398711"/>
              <a:gd name="connsiteX116587" fmla="*/ 621181 w 2119654"/>
              <a:gd name="connsiteY116587" fmla="*/ 370285 h 2398711"/>
              <a:gd name="connsiteX116588" fmla="*/ 630221 w 2119654"/>
              <a:gd name="connsiteY116588" fmla="*/ 375515 h 2398711"/>
              <a:gd name="connsiteX116589" fmla="*/ 631044 w 2119654"/>
              <a:gd name="connsiteY116589" fmla="*/ 370013 h 2398711"/>
              <a:gd name="connsiteX116590" fmla="*/ 630490 w 2119654"/>
              <a:gd name="connsiteY116590" fmla="*/ 366340 h 2398711"/>
              <a:gd name="connsiteX116591" fmla="*/ 602356 w 2119654"/>
              <a:gd name="connsiteY116591" fmla="*/ 349577 h 2398711"/>
              <a:gd name="connsiteX116592" fmla="*/ 421458 w 2119654"/>
              <a:gd name="connsiteY116592" fmla="*/ 745872 h 2398711"/>
              <a:gd name="connsiteX116593" fmla="*/ 420679 w 2119654"/>
              <a:gd name="connsiteY116593" fmla="*/ 752580 h 2398711"/>
              <a:gd name="connsiteX116594" fmla="*/ 422304 w 2119654"/>
              <a:gd name="connsiteY116594" fmla="*/ 756100 h 2398711"/>
              <a:gd name="connsiteX116595" fmla="*/ 422800 w 2119654"/>
              <a:gd name="connsiteY116595" fmla="*/ 754186 h 2398711"/>
              <a:gd name="connsiteX116596" fmla="*/ 423366 w 2119654"/>
              <a:gd name="connsiteY116596" fmla="*/ 752358 h 2398711"/>
              <a:gd name="connsiteX116597" fmla="*/ 421809 w 2119654"/>
              <a:gd name="connsiteY116597" fmla="*/ 746096 h 2398711"/>
              <a:gd name="connsiteX116598" fmla="*/ 452409 w 2119654"/>
              <a:gd name="connsiteY116598" fmla="*/ 676343 h 2398711"/>
              <a:gd name="connsiteX116599" fmla="*/ 451581 w 2119654"/>
              <a:gd name="connsiteY116599" fmla="*/ 682437 h 2398711"/>
              <a:gd name="connsiteX116600" fmla="*/ 458936 w 2119654"/>
              <a:gd name="connsiteY116600" fmla="*/ 688497 h 2398711"/>
              <a:gd name="connsiteX116601" fmla="*/ 458115 w 2119654"/>
              <a:gd name="connsiteY116601" fmla="*/ 678689 h 2398711"/>
              <a:gd name="connsiteX116602" fmla="*/ 456334 w 2119654"/>
              <a:gd name="connsiteY116602" fmla="*/ 676709 h 2398711"/>
              <a:gd name="connsiteX116603" fmla="*/ 509224 w 2119654"/>
              <a:gd name="connsiteY116603" fmla="*/ 549122 h 2398711"/>
              <a:gd name="connsiteX116604" fmla="*/ 509272 w 2119654"/>
              <a:gd name="connsiteY116604" fmla="*/ 549574 h 2398711"/>
              <a:gd name="connsiteX116605" fmla="*/ 509434 w 2119654"/>
              <a:gd name="connsiteY116605" fmla="*/ 549182 h 2398711"/>
              <a:gd name="connsiteX116606" fmla="*/ 521583 w 2119654"/>
              <a:gd name="connsiteY116606" fmla="*/ 521429 h 2398711"/>
              <a:gd name="connsiteX116607" fmla="*/ 520147 w 2119654"/>
              <a:gd name="connsiteY116607" fmla="*/ 524917 h 2398711"/>
              <a:gd name="connsiteX116608" fmla="*/ 521577 w 2119654"/>
              <a:gd name="connsiteY116608" fmla="*/ 526086 h 2398711"/>
              <a:gd name="connsiteX116609" fmla="*/ 224126 w 2119654"/>
              <a:gd name="connsiteY116609" fmla="*/ 1187355 h 2398711"/>
              <a:gd name="connsiteX116610" fmla="*/ 224936 w 2119654"/>
              <a:gd name="connsiteY116610" fmla="*/ 1188396 h 2398711"/>
              <a:gd name="connsiteX116611" fmla="*/ 224472 w 2119654"/>
              <a:gd name="connsiteY116611" fmla="*/ 1187669 h 2398711"/>
              <a:gd name="connsiteX116612" fmla="*/ 270514 w 2119654"/>
              <a:gd name="connsiteY116612" fmla="*/ 1083440 h 2398711"/>
              <a:gd name="connsiteX116613" fmla="*/ 270516 w 2119654"/>
              <a:gd name="connsiteY116613" fmla="*/ 1083450 h 2398711"/>
              <a:gd name="connsiteX116614" fmla="*/ 273887 w 2119654"/>
              <a:gd name="connsiteY116614" fmla="*/ 1088606 h 2398711"/>
              <a:gd name="connsiteX116615" fmla="*/ 272930 w 2119654"/>
              <a:gd name="connsiteY116615" fmla="*/ 1085693 h 2398711"/>
              <a:gd name="connsiteX116616" fmla="*/ 525134 w 2119654"/>
              <a:gd name="connsiteY116616" fmla="*/ 513216 h 2398711"/>
              <a:gd name="connsiteX116617" fmla="*/ 525129 w 2119654"/>
              <a:gd name="connsiteY116617" fmla="*/ 517625 h 2398711"/>
              <a:gd name="connsiteX116618" fmla="*/ 526917 w 2119654"/>
              <a:gd name="connsiteY116618" fmla="*/ 519117 h 2398711"/>
              <a:gd name="connsiteX116619" fmla="*/ 481454 w 2119654"/>
              <a:gd name="connsiteY116619" fmla="*/ 611012 h 2398711"/>
              <a:gd name="connsiteX116620" fmla="*/ 481813 w 2119654"/>
              <a:gd name="connsiteY116620" fmla="*/ 612536 h 2398711"/>
              <a:gd name="connsiteX116621" fmla="*/ 485340 w 2119654"/>
              <a:gd name="connsiteY116621" fmla="*/ 613239 h 2398711"/>
              <a:gd name="connsiteX116622" fmla="*/ 485624 w 2119654"/>
              <a:gd name="connsiteY116622" fmla="*/ 612462 h 2398711"/>
              <a:gd name="connsiteX116623" fmla="*/ 429570 w 2119654"/>
              <a:gd name="connsiteY116623" fmla="*/ 726963 h 2398711"/>
              <a:gd name="connsiteX116624" fmla="*/ 429618 w 2119654"/>
              <a:gd name="connsiteY116624" fmla="*/ 729358 h 2398711"/>
              <a:gd name="connsiteX116625" fmla="*/ 430242 w 2119654"/>
              <a:gd name="connsiteY116625" fmla="*/ 730156 h 2398711"/>
              <a:gd name="connsiteX116626" fmla="*/ 430520 w 2119654"/>
              <a:gd name="connsiteY116626" fmla="*/ 729257 h 2398711"/>
              <a:gd name="connsiteX116627" fmla="*/ 488468 w 2119654"/>
              <a:gd name="connsiteY116627" fmla="*/ 595052 h 2398711"/>
              <a:gd name="connsiteX116628" fmla="*/ 488583 w 2119654"/>
              <a:gd name="connsiteY116628" fmla="*/ 604369 h 2398711"/>
              <a:gd name="connsiteX116629" fmla="*/ 489344 w 2119654"/>
              <a:gd name="connsiteY116629" fmla="*/ 602288 h 2398711"/>
              <a:gd name="connsiteX116630" fmla="*/ 488533 w 2119654"/>
              <a:gd name="connsiteY116630" fmla="*/ 597576 h 2398711"/>
              <a:gd name="connsiteX116631" fmla="*/ 488625 w 2119654"/>
              <a:gd name="connsiteY116631" fmla="*/ 597408 h 2398711"/>
              <a:gd name="connsiteX116632" fmla="*/ 489427 w 2119654"/>
              <a:gd name="connsiteY116632" fmla="*/ 602062 h 2398711"/>
              <a:gd name="connsiteX116633" fmla="*/ 490678 w 2119654"/>
              <a:gd name="connsiteY116633" fmla="*/ 598639 h 2398711"/>
              <a:gd name="connsiteX116634" fmla="*/ 489876 w 2119654"/>
              <a:gd name="connsiteY116634" fmla="*/ 595902 h 2398711"/>
              <a:gd name="connsiteX116635" fmla="*/ 468165 w 2119654"/>
              <a:gd name="connsiteY116635" fmla="*/ 640472 h 2398711"/>
              <a:gd name="connsiteX116636" fmla="*/ 471333 w 2119654"/>
              <a:gd name="connsiteY116636" fmla="*/ 645147 h 2398711"/>
              <a:gd name="connsiteX116637" fmla="*/ 471667 w 2119654"/>
              <a:gd name="connsiteY116637" fmla="*/ 642754 h 2398711"/>
              <a:gd name="connsiteX116638" fmla="*/ 413153 w 2119654"/>
              <a:gd name="connsiteY116638" fmla="*/ 763634 h 2398711"/>
              <a:gd name="connsiteX116639" fmla="*/ 413270 w 2119654"/>
              <a:gd name="connsiteY116639" fmla="*/ 763909 h 2398711"/>
              <a:gd name="connsiteX116640" fmla="*/ 413399 w 2119654"/>
              <a:gd name="connsiteY116640" fmla="*/ 763949 h 2398711"/>
              <a:gd name="connsiteX116641" fmla="*/ 402636 w 2119654"/>
              <a:gd name="connsiteY116641" fmla="*/ 786979 h 2398711"/>
              <a:gd name="connsiteX116642" fmla="*/ 402914 w 2119654"/>
              <a:gd name="connsiteY116642" fmla="*/ 790296 h 2398711"/>
              <a:gd name="connsiteX116643" fmla="*/ 402917 w 2119654"/>
              <a:gd name="connsiteY116643" fmla="*/ 787656 h 2398711"/>
              <a:gd name="connsiteX116644" fmla="*/ 338847 w 2119654"/>
              <a:gd name="connsiteY116644" fmla="*/ 929814 h 2398711"/>
              <a:gd name="connsiteX116645" fmla="*/ 339105 w 2119654"/>
              <a:gd name="connsiteY116645" fmla="*/ 931249 h 2398711"/>
              <a:gd name="connsiteX116646" fmla="*/ 340096 w 2119654"/>
              <a:gd name="connsiteY116646" fmla="*/ 932877 h 2398711"/>
              <a:gd name="connsiteX116647" fmla="*/ 339070 w 2119654"/>
              <a:gd name="connsiteY116647" fmla="*/ 930172 h 2398711"/>
              <a:gd name="connsiteX116648" fmla="*/ 367258 w 2119654"/>
              <a:gd name="connsiteY116648" fmla="*/ 866118 h 2398711"/>
              <a:gd name="connsiteX116649" fmla="*/ 367746 w 2119654"/>
              <a:gd name="connsiteY116649" fmla="*/ 866892 h 2398711"/>
              <a:gd name="connsiteX116650" fmla="*/ 367758 w 2119654"/>
              <a:gd name="connsiteY116650" fmla="*/ 866654 h 2398711"/>
              <a:gd name="connsiteX116651" fmla="*/ 449766 w 2119654"/>
              <a:gd name="connsiteY116651" fmla="*/ 681329 h 2398711"/>
              <a:gd name="connsiteX116652" fmla="*/ 447478 w 2119654"/>
              <a:gd name="connsiteY116652" fmla="*/ 688716 h 2398711"/>
              <a:gd name="connsiteX116653" fmla="*/ 448828 w 2119654"/>
              <a:gd name="connsiteY116653" fmla="*/ 696572 h 2398711"/>
              <a:gd name="connsiteX116654" fmla="*/ 450783 w 2119654"/>
              <a:gd name="connsiteY116654" fmla="*/ 682168 h 2398711"/>
              <a:gd name="connsiteX116655" fmla="*/ 526974 w 2119654"/>
              <a:gd name="connsiteY116655" fmla="*/ 508329 h 2398711"/>
              <a:gd name="connsiteX116656" fmla="*/ 525179 w 2119654"/>
              <a:gd name="connsiteY116656" fmla="*/ 512688 h 2398711"/>
              <a:gd name="connsiteX116657" fmla="*/ 527190 w 2119654"/>
              <a:gd name="connsiteY116657" fmla="*/ 519345 h 2398711"/>
              <a:gd name="connsiteX116658" fmla="*/ 545072 w 2119654"/>
              <a:gd name="connsiteY116658" fmla="*/ 534265 h 2398711"/>
              <a:gd name="connsiteX116659" fmla="*/ 544931 w 2119654"/>
              <a:gd name="connsiteY116659" fmla="*/ 525678 h 2398711"/>
              <a:gd name="connsiteX116660" fmla="*/ 543164 w 2119654"/>
              <a:gd name="connsiteY116660" fmla="*/ 524353 h 2398711"/>
              <a:gd name="connsiteX116661" fmla="*/ 527002 w 2119654"/>
              <a:gd name="connsiteY116661" fmla="*/ 512561 h 2398711"/>
              <a:gd name="connsiteX116662" fmla="*/ 527291 w 2119654"/>
              <a:gd name="connsiteY116662" fmla="*/ 512550 h 2398711"/>
              <a:gd name="connsiteX116663" fmla="*/ 544927 w 2119654"/>
              <a:gd name="connsiteY116663" fmla="*/ 525416 h 2398711"/>
              <a:gd name="connsiteX116664" fmla="*/ 544825 w 2119654"/>
              <a:gd name="connsiteY116664" fmla="*/ 519244 h 2398711"/>
              <a:gd name="connsiteX116665" fmla="*/ 543756 w 2119654"/>
              <a:gd name="connsiteY116665" fmla="*/ 515698 h 2398711"/>
              <a:gd name="connsiteX116666" fmla="*/ 540699 w 2119654"/>
              <a:gd name="connsiteY116666" fmla="*/ 513127 h 2398711"/>
              <a:gd name="connsiteX116667" fmla="*/ 197354 w 2119654"/>
              <a:gd name="connsiteY116667" fmla="*/ 1246375 h 2398711"/>
              <a:gd name="connsiteX116668" fmla="*/ 198085 w 2119654"/>
              <a:gd name="connsiteY116668" fmla="*/ 1247737 h 2398711"/>
              <a:gd name="connsiteX116669" fmla="*/ 200149 w 2119654"/>
              <a:gd name="connsiteY116669" fmla="*/ 1249601 h 2398711"/>
              <a:gd name="connsiteX116670" fmla="*/ 429789 w 2119654"/>
              <a:gd name="connsiteY116670" fmla="*/ 725745 h 2398711"/>
              <a:gd name="connsiteX116671" fmla="*/ 430830 w 2119654"/>
              <a:gd name="connsiteY116671" fmla="*/ 728257 h 2398711"/>
              <a:gd name="connsiteX116672" fmla="*/ 431426 w 2119654"/>
              <a:gd name="connsiteY116672" fmla="*/ 726328 h 2398711"/>
              <a:gd name="connsiteX116673" fmla="*/ 480247 w 2119654"/>
              <a:gd name="connsiteY116673" fmla="*/ 612749 h 2398711"/>
              <a:gd name="connsiteX116674" fmla="*/ 480257 w 2119654"/>
              <a:gd name="connsiteY116674" fmla="*/ 613184 h 2398711"/>
              <a:gd name="connsiteX116675" fmla="*/ 481940 w 2119654"/>
              <a:gd name="connsiteY116675" fmla="*/ 614299 h 2398711"/>
              <a:gd name="connsiteX116676" fmla="*/ 481645 w 2119654"/>
              <a:gd name="connsiteY116676" fmla="*/ 613047 h 2398711"/>
              <a:gd name="connsiteX116677" fmla="*/ 277878 w 2119654"/>
              <a:gd name="connsiteY116677" fmla="*/ 1065852 h 2398711"/>
              <a:gd name="connsiteX116678" fmla="*/ 278959 w 2119654"/>
              <a:gd name="connsiteY116678" fmla="*/ 1071843 h 2398711"/>
              <a:gd name="connsiteX116679" fmla="*/ 279671 w 2119654"/>
              <a:gd name="connsiteY116679" fmla="*/ 1072724 h 2398711"/>
              <a:gd name="connsiteX116680" fmla="*/ 284054 w 2119654"/>
              <a:gd name="connsiteY116680" fmla="*/ 1076053 h 2398711"/>
              <a:gd name="connsiteX116681" fmla="*/ 358490 w 2119654"/>
              <a:gd name="connsiteY116681" fmla="*/ 885215 h 2398711"/>
              <a:gd name="connsiteX116682" fmla="*/ 359106 w 2119654"/>
              <a:gd name="connsiteY116682" fmla="*/ 888388 h 2398711"/>
              <a:gd name="connsiteX116683" fmla="*/ 359110 w 2119654"/>
              <a:gd name="connsiteY116683" fmla="*/ 885423 h 2398711"/>
              <a:gd name="connsiteX116684" fmla="*/ 529037 w 2119654"/>
              <a:gd name="connsiteY116684" fmla="*/ 503319 h 2398711"/>
              <a:gd name="connsiteX116685" fmla="*/ 527510 w 2119654"/>
              <a:gd name="connsiteY116685" fmla="*/ 507026 h 2398711"/>
              <a:gd name="connsiteX116686" fmla="*/ 536827 w 2119654"/>
              <a:gd name="connsiteY116686" fmla="*/ 509871 h 2398711"/>
              <a:gd name="connsiteX116687" fmla="*/ 458944 w 2119654"/>
              <a:gd name="connsiteY116687" fmla="*/ 660239 h 2398711"/>
              <a:gd name="connsiteX116688" fmla="*/ 459559 w 2119654"/>
              <a:gd name="connsiteY116688" fmla="*/ 667598 h 2398711"/>
              <a:gd name="connsiteX116689" fmla="*/ 462688 w 2119654"/>
              <a:gd name="connsiteY116689" fmla="*/ 670002 h 2398711"/>
              <a:gd name="connsiteX116690" fmla="*/ 463061 w 2119654"/>
              <a:gd name="connsiteY116690" fmla="*/ 660974 h 2398711"/>
              <a:gd name="connsiteX116691" fmla="*/ 322597 w 2119654"/>
              <a:gd name="connsiteY116691" fmla="*/ 965504 h 2398711"/>
              <a:gd name="connsiteX116692" fmla="*/ 326245 w 2119654"/>
              <a:gd name="connsiteY116692" fmla="*/ 984108 h 2398711"/>
              <a:gd name="connsiteX116693" fmla="*/ 327046 w 2119654"/>
              <a:gd name="connsiteY116693" fmla="*/ 987629 h 2398711"/>
              <a:gd name="connsiteX116694" fmla="*/ 331505 w 2119654"/>
              <a:gd name="connsiteY116694" fmla="*/ 992940 h 2398711"/>
              <a:gd name="connsiteX116695" fmla="*/ 325040 w 2119654"/>
              <a:gd name="connsiteY116695" fmla="*/ 977163 h 2398711"/>
              <a:gd name="connsiteX116696" fmla="*/ 325132 w 2119654"/>
              <a:gd name="connsiteY116696" fmla="*/ 976844 h 2398711"/>
              <a:gd name="connsiteX116697" fmla="*/ 331939 w 2119654"/>
              <a:gd name="connsiteY116697" fmla="*/ 993458 h 2398711"/>
              <a:gd name="connsiteX116698" fmla="*/ 332786 w 2119654"/>
              <a:gd name="connsiteY116698" fmla="*/ 994466 h 2398711"/>
              <a:gd name="connsiteX116699" fmla="*/ 331860 w 2119654"/>
              <a:gd name="connsiteY116699" fmla="*/ 989745 h 2398711"/>
              <a:gd name="connsiteX116700" fmla="*/ 331266 w 2119654"/>
              <a:gd name="connsiteY116700" fmla="*/ 986481 h 2398711"/>
              <a:gd name="connsiteX116701" fmla="*/ 330528 w 2119654"/>
              <a:gd name="connsiteY116701" fmla="*/ 982840 h 2398711"/>
              <a:gd name="connsiteX116702" fmla="*/ 330495 w 2119654"/>
              <a:gd name="connsiteY116702" fmla="*/ 982772 h 2398711"/>
              <a:gd name="connsiteX116703" fmla="*/ 323663 w 2119654"/>
              <a:gd name="connsiteY116703" fmla="*/ 966739 h 2398711"/>
              <a:gd name="connsiteX116704" fmla="*/ 232138 w 2119654"/>
              <a:gd name="connsiteY116704" fmla="*/ 1168053 h 2398711"/>
              <a:gd name="connsiteX116705" fmla="*/ 234452 w 2119654"/>
              <a:gd name="connsiteY116705" fmla="*/ 1173246 h 2398711"/>
              <a:gd name="connsiteX116706" fmla="*/ 237940 w 2119654"/>
              <a:gd name="connsiteY116706" fmla="*/ 1180798 h 2398711"/>
              <a:gd name="connsiteX116707" fmla="*/ 241224 w 2119654"/>
              <a:gd name="connsiteY116707" fmla="*/ 1184294 h 2398711"/>
              <a:gd name="connsiteX116708" fmla="*/ 240034 w 2119654"/>
              <a:gd name="connsiteY116708" fmla="*/ 1179444 h 2398711"/>
              <a:gd name="connsiteX116709" fmla="*/ 236518 w 2119654"/>
              <a:gd name="connsiteY116709" fmla="*/ 1173923 h 2398711"/>
              <a:gd name="connsiteX116710" fmla="*/ 236558 w 2119654"/>
              <a:gd name="connsiteY116710" fmla="*/ 1173539 h 2398711"/>
              <a:gd name="connsiteX116711" fmla="*/ 239855 w 2119654"/>
              <a:gd name="connsiteY116711" fmla="*/ 1178717 h 2398711"/>
              <a:gd name="connsiteX116712" fmla="*/ 239276 w 2119654"/>
              <a:gd name="connsiteY116712" fmla="*/ 1176361 h 2398711"/>
              <a:gd name="connsiteX116713" fmla="*/ 233953 w 2119654"/>
              <a:gd name="connsiteY116713" fmla="*/ 1169059 h 2398711"/>
              <a:gd name="connsiteX116714" fmla="*/ 374237 w 2119654"/>
              <a:gd name="connsiteY116714" fmla="*/ 849809 h 2398711"/>
              <a:gd name="connsiteX116715" fmla="*/ 374217 w 2119654"/>
              <a:gd name="connsiteY116715" fmla="*/ 850206 h 2398711"/>
              <a:gd name="connsiteX116716" fmla="*/ 376948 w 2119654"/>
              <a:gd name="connsiteY116716" fmla="*/ 854111 h 2398711"/>
              <a:gd name="connsiteX116717" fmla="*/ 376659 w 2119654"/>
              <a:gd name="connsiteY116717" fmla="*/ 851811 h 2398711"/>
              <a:gd name="connsiteX116718" fmla="*/ 212473 w 2119654"/>
              <a:gd name="connsiteY116718" fmla="*/ 1211958 h 2398711"/>
              <a:gd name="connsiteX116719" fmla="*/ 216072 w 2119654"/>
              <a:gd name="connsiteY116719" fmla="*/ 1220415 h 2398711"/>
              <a:gd name="connsiteX116720" fmla="*/ 219817 w 2119654"/>
              <a:gd name="connsiteY116720" fmla="*/ 1225945 h 2398711"/>
              <a:gd name="connsiteX116721" fmla="*/ 216773 w 2119654"/>
              <a:gd name="connsiteY116721" fmla="*/ 1216700 h 2398711"/>
              <a:gd name="connsiteX116722" fmla="*/ 515640 w 2119654"/>
              <a:gd name="connsiteY116722" fmla="*/ 532930 h 2398711"/>
              <a:gd name="connsiteX116723" fmla="*/ 515833 w 2119654"/>
              <a:gd name="connsiteY116723" fmla="*/ 533638 h 2398711"/>
              <a:gd name="connsiteX116724" fmla="*/ 516032 w 2119654"/>
              <a:gd name="connsiteY116724" fmla="*/ 533152 h 2398711"/>
              <a:gd name="connsiteX116725" fmla="*/ 508500 w 2119654"/>
              <a:gd name="connsiteY116725" fmla="*/ 548913 h 2398711"/>
              <a:gd name="connsiteX116726" fmla="*/ 509053 w 2119654"/>
              <a:gd name="connsiteY116726" fmla="*/ 550106 h 2398711"/>
              <a:gd name="connsiteX116727" fmla="*/ 509124 w 2119654"/>
              <a:gd name="connsiteY116727" fmla="*/ 549934 h 2398711"/>
              <a:gd name="connsiteX116728" fmla="*/ 509032 w 2119654"/>
              <a:gd name="connsiteY116728" fmla="*/ 549066 h 2398711"/>
              <a:gd name="connsiteX116729" fmla="*/ 355372 w 2119654"/>
              <a:gd name="connsiteY116729" fmla="*/ 891656 h 2398711"/>
              <a:gd name="connsiteX116730" fmla="*/ 356330 w 2119654"/>
              <a:gd name="connsiteY116730" fmla="*/ 896365 h 2398711"/>
              <a:gd name="connsiteX116731" fmla="*/ 356608 w 2119654"/>
              <a:gd name="connsiteY116731" fmla="*/ 897496 h 2398711"/>
              <a:gd name="connsiteX116732" fmla="*/ 359088 w 2119654"/>
              <a:gd name="connsiteY116732" fmla="*/ 901430 h 2398711"/>
              <a:gd name="connsiteX116733" fmla="*/ 359091 w 2119654"/>
              <a:gd name="connsiteY116733" fmla="*/ 899617 h 2398711"/>
              <a:gd name="connsiteX116734" fmla="*/ 356386 w 2119654"/>
              <a:gd name="connsiteY116734" fmla="*/ 893088 h 2398711"/>
              <a:gd name="connsiteX116735" fmla="*/ 356006 w 2119654"/>
              <a:gd name="connsiteY116735" fmla="*/ 892139 h 2398711"/>
              <a:gd name="connsiteX116736" fmla="*/ 578577 w 2119654"/>
              <a:gd name="connsiteY116736" fmla="*/ 391667 h 2398711"/>
              <a:gd name="connsiteX116737" fmla="*/ 579196 w 2119654"/>
              <a:gd name="connsiteY116737" fmla="*/ 395583 h 2398711"/>
              <a:gd name="connsiteX116738" fmla="*/ 579792 w 2119654"/>
              <a:gd name="connsiteY116738" fmla="*/ 392538 h 2398711"/>
              <a:gd name="connsiteX116739" fmla="*/ 535880 w 2119654"/>
              <a:gd name="connsiteY116739" fmla="*/ 487233 h 2398711"/>
              <a:gd name="connsiteX116740" fmla="*/ 543295 w 2119654"/>
              <a:gd name="connsiteY116740" fmla="*/ 511845 h 2398711"/>
              <a:gd name="connsiteX116741" fmla="*/ 544711 w 2119654"/>
              <a:gd name="connsiteY116741" fmla="*/ 512277 h 2398711"/>
              <a:gd name="connsiteX116742" fmla="*/ 544568 w 2119654"/>
              <a:gd name="connsiteY116742" fmla="*/ 503642 h 2398711"/>
              <a:gd name="connsiteX116743" fmla="*/ 544963 w 2119654"/>
              <a:gd name="connsiteY116743" fmla="*/ 503124 h 2398711"/>
              <a:gd name="connsiteX116744" fmla="*/ 545115 w 2119654"/>
              <a:gd name="connsiteY116744" fmla="*/ 512402 h 2398711"/>
              <a:gd name="connsiteX116745" fmla="*/ 550457 w 2119654"/>
              <a:gd name="connsiteY116745" fmla="*/ 514033 h 2398711"/>
              <a:gd name="connsiteX116746" fmla="*/ 554507 w 2119654"/>
              <a:gd name="connsiteY116746" fmla="*/ 515448 h 2398711"/>
              <a:gd name="connsiteX116747" fmla="*/ 555259 w 2119654"/>
              <a:gd name="connsiteY116747" fmla="*/ 509210 h 2398711"/>
              <a:gd name="connsiteX116748" fmla="*/ 552884 w 2119654"/>
              <a:gd name="connsiteY116748" fmla="*/ 501328 h 2398711"/>
              <a:gd name="connsiteX116749" fmla="*/ 544567 w 2119654"/>
              <a:gd name="connsiteY116749" fmla="*/ 493909 h 2398711"/>
              <a:gd name="connsiteX116750" fmla="*/ 452881 w 2119654"/>
              <a:gd name="connsiteY116750" fmla="*/ 672868 h 2398711"/>
              <a:gd name="connsiteX116751" fmla="*/ 452673 w 2119654"/>
              <a:gd name="connsiteY116751" fmla="*/ 674396 h 2398711"/>
              <a:gd name="connsiteX116752" fmla="*/ 454399 w 2119654"/>
              <a:gd name="connsiteY116752" fmla="*/ 674557 h 2398711"/>
              <a:gd name="connsiteX116753" fmla="*/ 451340 w 2119654"/>
              <a:gd name="connsiteY116753" fmla="*/ 676243 h 2398711"/>
              <a:gd name="connsiteX116754" fmla="*/ 449861 w 2119654"/>
              <a:gd name="connsiteY116754" fmla="*/ 681019 h 2398711"/>
              <a:gd name="connsiteX116755" fmla="*/ 450831 w 2119654"/>
              <a:gd name="connsiteY116755" fmla="*/ 681818 h 2398711"/>
              <a:gd name="connsiteX116756" fmla="*/ 451585 w 2119654"/>
              <a:gd name="connsiteY116756" fmla="*/ 676266 h 2398711"/>
              <a:gd name="connsiteX116757" fmla="*/ 481091 w 2119654"/>
              <a:gd name="connsiteY116757" fmla="*/ 609481 h 2398711"/>
              <a:gd name="connsiteX116758" fmla="*/ 481239 w 2119654"/>
              <a:gd name="connsiteY116758" fmla="*/ 610106 h 2398711"/>
              <a:gd name="connsiteX116759" fmla="*/ 485894 w 2119654"/>
              <a:gd name="connsiteY116759" fmla="*/ 611724 h 2398711"/>
              <a:gd name="connsiteX116760" fmla="*/ 486470 w 2119654"/>
              <a:gd name="connsiteY116760" fmla="*/ 610148 h 2398711"/>
              <a:gd name="connsiteX116761" fmla="*/ 535383 w 2119654"/>
              <a:gd name="connsiteY116761" fmla="*/ 487903 h 2398711"/>
              <a:gd name="connsiteX116762" fmla="*/ 529193 w 2119654"/>
              <a:gd name="connsiteY116762" fmla="*/ 502943 h 2398711"/>
              <a:gd name="connsiteX116763" fmla="*/ 538053 w 2119654"/>
              <a:gd name="connsiteY116763" fmla="*/ 510246 h 2398711"/>
              <a:gd name="connsiteX116764" fmla="*/ 542525 w 2119654"/>
              <a:gd name="connsiteY116764" fmla="*/ 511611 h 2398711"/>
              <a:gd name="connsiteX116765" fmla="*/ 536159 w 2119654"/>
              <a:gd name="connsiteY116765" fmla="*/ 486018 h 2398711"/>
              <a:gd name="connsiteX116766" fmla="*/ 536012 w 2119654"/>
              <a:gd name="connsiteY116766" fmla="*/ 486374 h 2398711"/>
              <a:gd name="connsiteX116767" fmla="*/ 552105 w 2119654"/>
              <a:gd name="connsiteY116767" fmla="*/ 498741 h 2398711"/>
              <a:gd name="connsiteX116768" fmla="*/ 551880 w 2119654"/>
              <a:gd name="connsiteY116768" fmla="*/ 497993 h 2398711"/>
              <a:gd name="connsiteX116769" fmla="*/ 409783 w 2119654"/>
              <a:gd name="connsiteY116769" fmla="*/ 768965 h 2398711"/>
              <a:gd name="connsiteX116770" fmla="*/ 409816 w 2119654"/>
              <a:gd name="connsiteY116770" fmla="*/ 769773 h 2398711"/>
              <a:gd name="connsiteX116771" fmla="*/ 410599 w 2119654"/>
              <a:gd name="connsiteY116771" fmla="*/ 770053 h 2398711"/>
              <a:gd name="connsiteX116772" fmla="*/ 396998 w 2119654"/>
              <a:gd name="connsiteY116772" fmla="*/ 797539 h 2398711"/>
              <a:gd name="connsiteX116773" fmla="*/ 396791 w 2119654"/>
              <a:gd name="connsiteY116773" fmla="*/ 799285 h 2398711"/>
              <a:gd name="connsiteX116774" fmla="*/ 397943 w 2119654"/>
              <a:gd name="connsiteY116774" fmla="*/ 802616 h 2398711"/>
              <a:gd name="connsiteX116775" fmla="*/ 397976 w 2119654"/>
              <a:gd name="connsiteY116775" fmla="*/ 800734 h 2398711"/>
              <a:gd name="connsiteX116776" fmla="*/ 332652 w 2119654"/>
              <a:gd name="connsiteY116776" fmla="*/ 941430 h 2398711"/>
              <a:gd name="connsiteX116777" fmla="*/ 333346 w 2119654"/>
              <a:gd name="connsiteY116777" fmla="*/ 943538 h 2398711"/>
              <a:gd name="connsiteX116778" fmla="*/ 337352 w 2119654"/>
              <a:gd name="connsiteY116778" fmla="*/ 948106 h 2398711"/>
              <a:gd name="connsiteX116779" fmla="*/ 337191 w 2119654"/>
              <a:gd name="connsiteY116779" fmla="*/ 947469 h 2398711"/>
              <a:gd name="connsiteX116780" fmla="*/ 539497 w 2119654"/>
              <a:gd name="connsiteY116780" fmla="*/ 477909 h 2398711"/>
              <a:gd name="connsiteX116781" fmla="*/ 537223 w 2119654"/>
              <a:gd name="connsiteY116781" fmla="*/ 483432 h 2398711"/>
              <a:gd name="connsiteX116782" fmla="*/ 550552 w 2119654"/>
              <a:gd name="connsiteY116782" fmla="*/ 493583 h 2398711"/>
              <a:gd name="connsiteX116783" fmla="*/ 547978 w 2119654"/>
              <a:gd name="connsiteY116783" fmla="*/ 485040 h 2398711"/>
              <a:gd name="connsiteX116784" fmla="*/ 480202 w 2119654"/>
              <a:gd name="connsiteY116784" fmla="*/ 610577 h 2398711"/>
              <a:gd name="connsiteX116785" fmla="*/ 480236 w 2119654"/>
              <a:gd name="connsiteY116785" fmla="*/ 612222 h 2398711"/>
              <a:gd name="connsiteX116786" fmla="*/ 481509 w 2119654"/>
              <a:gd name="connsiteY116786" fmla="*/ 612476 h 2398711"/>
              <a:gd name="connsiteX116787" fmla="*/ 481138 w 2119654"/>
              <a:gd name="connsiteY116787" fmla="*/ 610903 h 2398711"/>
              <a:gd name="connsiteX116788" fmla="*/ 543817 w 2119654"/>
              <a:gd name="connsiteY116788" fmla="*/ 468115 h 2398711"/>
              <a:gd name="connsiteX116789" fmla="*/ 545278 w 2119654"/>
              <a:gd name="connsiteY116789" fmla="*/ 472968 h 2398711"/>
              <a:gd name="connsiteX116790" fmla="*/ 560975 w 2119654"/>
              <a:gd name="connsiteY116790" fmla="*/ 479977 h 2398711"/>
              <a:gd name="connsiteX116791" fmla="*/ 561092 w 2119654"/>
              <a:gd name="connsiteY116791" fmla="*/ 479377 h 2398711"/>
              <a:gd name="connsiteX116792" fmla="*/ 479292 w 2119654"/>
              <a:gd name="connsiteY116792" fmla="*/ 612545 h 2398711"/>
              <a:gd name="connsiteX116793" fmla="*/ 480108 w 2119654"/>
              <a:gd name="connsiteY116793" fmla="*/ 613087 h 2398711"/>
              <a:gd name="connsiteX116794" fmla="*/ 480101 w 2119654"/>
              <a:gd name="connsiteY116794" fmla="*/ 612717 h 2398711"/>
              <a:gd name="connsiteX116795" fmla="*/ 399914 w 2119654"/>
              <a:gd name="connsiteY116795" fmla="*/ 790260 h 2398711"/>
              <a:gd name="connsiteX116796" fmla="*/ 399827 w 2119654"/>
              <a:gd name="connsiteY116796" fmla="*/ 795198 h 2398711"/>
              <a:gd name="connsiteX116797" fmla="*/ 400438 w 2119654"/>
              <a:gd name="connsiteY116797" fmla="*/ 796476 h 2398711"/>
              <a:gd name="connsiteX116798" fmla="*/ 402905 w 2119654"/>
              <a:gd name="connsiteY116798" fmla="*/ 796969 h 2398711"/>
              <a:gd name="connsiteX116799" fmla="*/ 402906 w 2119654"/>
              <a:gd name="connsiteY116799" fmla="*/ 795847 h 2398711"/>
              <a:gd name="connsiteX116800" fmla="*/ 402469 w 2119654"/>
              <a:gd name="connsiteY116800" fmla="*/ 793831 h 2398711"/>
              <a:gd name="connsiteX116801" fmla="*/ 402286 w 2119654"/>
              <a:gd name="connsiteY116801" fmla="*/ 792799 h 2398711"/>
              <a:gd name="connsiteX116802" fmla="*/ 307950 w 2119654"/>
              <a:gd name="connsiteY116802" fmla="*/ 996021 h 2398711"/>
              <a:gd name="connsiteX116803" fmla="*/ 308513 w 2119654"/>
              <a:gd name="connsiteY116803" fmla="*/ 997898 h 2398711"/>
              <a:gd name="connsiteX116804" fmla="*/ 309737 w 2119654"/>
              <a:gd name="connsiteY116804" fmla="*/ 998827 h 2398711"/>
              <a:gd name="connsiteX116805" fmla="*/ 541630 w 2119654"/>
              <a:gd name="connsiteY116805" fmla="*/ 472726 h 2398711"/>
              <a:gd name="connsiteX116806" fmla="*/ 539763 w 2119654"/>
              <a:gd name="connsiteY116806" fmla="*/ 477261 h 2398711"/>
              <a:gd name="connsiteX116807" fmla="*/ 547573 w 2119654"/>
              <a:gd name="connsiteY116807" fmla="*/ 483697 h 2398711"/>
              <a:gd name="connsiteX116808" fmla="*/ 544679 w 2119654"/>
              <a:gd name="connsiteY116808" fmla="*/ 474088 h 2398711"/>
              <a:gd name="connsiteX116809" fmla="*/ 325871 w 2119654"/>
              <a:gd name="connsiteY116809" fmla="*/ 955711 h 2398711"/>
              <a:gd name="connsiteX116810" fmla="*/ 325900 w 2119654"/>
              <a:gd name="connsiteY116810" fmla="*/ 955864 h 2398711"/>
              <a:gd name="connsiteX116811" fmla="*/ 325946 w 2119654"/>
              <a:gd name="connsiteY116811" fmla="*/ 955887 h 2398711"/>
              <a:gd name="connsiteX116812" fmla="*/ 458765 w 2119654"/>
              <a:gd name="connsiteY116812" fmla="*/ 658098 h 2398711"/>
              <a:gd name="connsiteX116813" fmla="*/ 458852 w 2119654"/>
              <a:gd name="connsiteY116813" fmla="*/ 659153 h 2398711"/>
              <a:gd name="connsiteX116814" fmla="*/ 462865 w 2119654"/>
              <a:gd name="connsiteY116814" fmla="*/ 659869 h 2398711"/>
              <a:gd name="connsiteX116815" fmla="*/ 401610 w 2119654"/>
              <a:gd name="connsiteY116815" fmla="*/ 786037 h 2398711"/>
              <a:gd name="connsiteX116816" fmla="*/ 402564 w 2119654"/>
              <a:gd name="connsiteY116816" fmla="*/ 790426 h 2398711"/>
              <a:gd name="connsiteX116817" fmla="*/ 402232 w 2119654"/>
              <a:gd name="connsiteY116817" fmla="*/ 786448 h 2398711"/>
              <a:gd name="connsiteX116818" fmla="*/ 543154 w 2119654"/>
              <a:gd name="connsiteY116818" fmla="*/ 469026 h 2398711"/>
              <a:gd name="connsiteX116819" fmla="*/ 542113 w 2119654"/>
              <a:gd name="connsiteY116819" fmla="*/ 471554 h 2398711"/>
              <a:gd name="connsiteX116820" fmla="*/ 544195 w 2119654"/>
              <a:gd name="connsiteY116820" fmla="*/ 472484 h 2398711"/>
              <a:gd name="connsiteX116821" fmla="*/ 478080 w 2119654"/>
              <a:gd name="connsiteY116821" fmla="*/ 614578 h 2398711"/>
              <a:gd name="connsiteX116822" fmla="*/ 478819 w 2119654"/>
              <a:gd name="connsiteY116822" fmla="*/ 619122 h 2398711"/>
              <a:gd name="connsiteX116823" fmla="*/ 480330 w 2119654"/>
              <a:gd name="connsiteY116823" fmla="*/ 623632 h 2398711"/>
              <a:gd name="connsiteX116824" fmla="*/ 480170 w 2119654"/>
              <a:gd name="connsiteY116824" fmla="*/ 615963 h 2398711"/>
              <a:gd name="connsiteX116825" fmla="*/ 480822 w 2119654"/>
              <a:gd name="connsiteY116825" fmla="*/ 608340 h 2398711"/>
              <a:gd name="connsiteX116826" fmla="*/ 481058 w 2119654"/>
              <a:gd name="connsiteY116826" fmla="*/ 609342 h 2398711"/>
              <a:gd name="connsiteX116827" fmla="*/ 486518 w 2119654"/>
              <a:gd name="connsiteY116827" fmla="*/ 610018 h 2398711"/>
              <a:gd name="connsiteX116828" fmla="*/ 486687 w 2119654"/>
              <a:gd name="connsiteY116828" fmla="*/ 609555 h 2398711"/>
              <a:gd name="connsiteX116829" fmla="*/ 483489 w 2119654"/>
              <a:gd name="connsiteY116829" fmla="*/ 608872 h 2398711"/>
              <a:gd name="connsiteX116830" fmla="*/ 488422 w 2119654"/>
              <a:gd name="connsiteY116830" fmla="*/ 591270 h 2398711"/>
              <a:gd name="connsiteX116831" fmla="*/ 488464 w 2119654"/>
              <a:gd name="connsiteY116831" fmla="*/ 594685 h 2398711"/>
              <a:gd name="connsiteX116832" fmla="*/ 489738 w 2119654"/>
              <a:gd name="connsiteY116832" fmla="*/ 595431 h 2398711"/>
              <a:gd name="connsiteX116833" fmla="*/ 488627 w 2119654"/>
              <a:gd name="connsiteY116833" fmla="*/ 591638 h 2398711"/>
              <a:gd name="connsiteX116834" fmla="*/ 240302 w 2119654"/>
              <a:gd name="connsiteY116834" fmla="*/ 1146704 h 2398711"/>
              <a:gd name="connsiteX116835" fmla="*/ 244136 w 2119654"/>
              <a:gd name="connsiteY116835" fmla="*/ 1150166 h 2398711"/>
              <a:gd name="connsiteX116836" fmla="*/ 243282 w 2119654"/>
              <a:gd name="connsiteY116836" fmla="*/ 1149443 h 2398711"/>
              <a:gd name="connsiteX116837" fmla="*/ 286000 w 2119654"/>
              <a:gd name="connsiteY116837" fmla="*/ 1044291 h 2398711"/>
              <a:gd name="connsiteX116838" fmla="*/ 286138 w 2119654"/>
              <a:gd name="connsiteY116838" fmla="*/ 1044691 h 2398711"/>
              <a:gd name="connsiteX116839" fmla="*/ 286318 w 2119654"/>
              <a:gd name="connsiteY116839" fmla="*/ 1044907 h 2398711"/>
              <a:gd name="connsiteX116840" fmla="*/ 480176 w 2119654"/>
              <a:gd name="connsiteY116840" fmla="*/ 609368 h 2398711"/>
              <a:gd name="connsiteX116841" fmla="*/ 480184 w 2119654"/>
              <a:gd name="connsiteY116841" fmla="*/ 609740 h 2398711"/>
              <a:gd name="connsiteX116842" fmla="*/ 480924 w 2119654"/>
              <a:gd name="connsiteY116842" fmla="*/ 609997 h 2398711"/>
              <a:gd name="connsiteX116843" fmla="*/ 480795 w 2119654"/>
              <a:gd name="connsiteY116843" fmla="*/ 609444 h 2398711"/>
              <a:gd name="connsiteX116844" fmla="*/ 562504 w 2119654"/>
              <a:gd name="connsiteY116844" fmla="*/ 425018 h 2398711"/>
              <a:gd name="connsiteX116845" fmla="*/ 563699 w 2119654"/>
              <a:gd name="connsiteY116845" fmla="*/ 436280 h 2398711"/>
              <a:gd name="connsiteX116846" fmla="*/ 565764 w 2119654"/>
              <a:gd name="connsiteY116846" fmla="*/ 453536 h 2398711"/>
              <a:gd name="connsiteX116847" fmla="*/ 566118 w 2119654"/>
              <a:gd name="connsiteY116847" fmla="*/ 453677 h 2398711"/>
              <a:gd name="connsiteX116848" fmla="*/ 567532 w 2119654"/>
              <a:gd name="connsiteY116848" fmla="*/ 446468 h 2398711"/>
              <a:gd name="connsiteX116849" fmla="*/ 570857 w 2119654"/>
              <a:gd name="connsiteY116849" fmla="*/ 432465 h 2398711"/>
              <a:gd name="connsiteX116850" fmla="*/ 322138 w 2119654"/>
              <a:gd name="connsiteY116850" fmla="*/ 963161 h 2398711"/>
              <a:gd name="connsiteX116851" fmla="*/ 322484 w 2119654"/>
              <a:gd name="connsiteY116851" fmla="*/ 964930 h 2398711"/>
              <a:gd name="connsiteX116852" fmla="*/ 323290 w 2119654"/>
              <a:gd name="connsiteY116852" fmla="*/ 965863 h 2398711"/>
              <a:gd name="connsiteX116853" fmla="*/ 209704 w 2119654"/>
              <a:gd name="connsiteY116853" fmla="*/ 1214921 h 2398711"/>
              <a:gd name="connsiteX116854" fmla="*/ 210190 w 2119654"/>
              <a:gd name="connsiteY116854" fmla="*/ 1216334 h 2398711"/>
              <a:gd name="connsiteX116855" fmla="*/ 215015 w 2119654"/>
              <a:gd name="connsiteY116855" fmla="*/ 1222763 h 2398711"/>
              <a:gd name="connsiteX116856" fmla="*/ 551118 w 2119654"/>
              <a:gd name="connsiteY116856" fmla="*/ 450241 h 2398711"/>
              <a:gd name="connsiteX116857" fmla="*/ 563236 w 2119654"/>
              <a:gd name="connsiteY116857" fmla="*/ 462875 h 2398711"/>
              <a:gd name="connsiteX116858" fmla="*/ 564229 w 2119654"/>
              <a:gd name="connsiteY116858" fmla="*/ 463343 h 2398711"/>
              <a:gd name="connsiteX116859" fmla="*/ 565656 w 2119654"/>
              <a:gd name="connsiteY116859" fmla="*/ 456048 h 2398711"/>
              <a:gd name="connsiteX116860" fmla="*/ 548421 w 2119654"/>
              <a:gd name="connsiteY116860" fmla="*/ 456230 h 2398711"/>
              <a:gd name="connsiteX116861" fmla="*/ 543998 w 2119654"/>
              <a:gd name="connsiteY116861" fmla="*/ 466973 h 2398711"/>
              <a:gd name="connsiteX116862" fmla="*/ 561304 w 2119654"/>
              <a:gd name="connsiteY116862" fmla="*/ 478296 h 2398711"/>
              <a:gd name="connsiteX116863" fmla="*/ 563228 w 2119654"/>
              <a:gd name="connsiteY116863" fmla="*/ 468461 h 2398711"/>
              <a:gd name="connsiteX116864" fmla="*/ 550740 w 2119654"/>
              <a:gd name="connsiteY116864" fmla="*/ 457322 h 2398711"/>
              <a:gd name="connsiteX116865" fmla="*/ 548702 w 2119654"/>
              <a:gd name="connsiteY116865" fmla="*/ 455549 h 2398711"/>
              <a:gd name="connsiteX116866" fmla="*/ 548536 w 2119654"/>
              <a:gd name="connsiteY116866" fmla="*/ 455951 h 2398711"/>
              <a:gd name="connsiteX116867" fmla="*/ 549950 w 2119654"/>
              <a:gd name="connsiteY116867" fmla="*/ 456617 h 2398711"/>
              <a:gd name="connsiteX116868" fmla="*/ 549066 w 2119654"/>
              <a:gd name="connsiteY116868" fmla="*/ 455828 h 2398711"/>
              <a:gd name="connsiteX116869" fmla="*/ 354910 w 2119654"/>
              <a:gd name="connsiteY116869" fmla="*/ 889389 h 2398711"/>
              <a:gd name="connsiteX116870" fmla="*/ 355167 w 2119654"/>
              <a:gd name="connsiteY116870" fmla="*/ 890651 h 2398711"/>
              <a:gd name="connsiteX116871" fmla="*/ 355520 w 2119654"/>
              <a:gd name="connsiteY116871" fmla="*/ 890919 h 2398711"/>
              <a:gd name="connsiteX116872" fmla="*/ 535323 w 2119654"/>
              <a:gd name="connsiteY116872" fmla="*/ 485382 h 2398711"/>
              <a:gd name="connsiteX116873" fmla="*/ 535481 w 2119654"/>
              <a:gd name="connsiteY116873" fmla="*/ 485906 h 2398711"/>
              <a:gd name="connsiteX116874" fmla="*/ 535607 w 2119654"/>
              <a:gd name="connsiteY116874" fmla="*/ 485599 h 2398711"/>
              <a:gd name="connsiteX116875" fmla="*/ 550828 w 2119654"/>
              <a:gd name="connsiteY116875" fmla="*/ 450383 h 2398711"/>
              <a:gd name="connsiteX116876" fmla="*/ 549105 w 2119654"/>
              <a:gd name="connsiteY116876" fmla="*/ 454570 h 2398711"/>
              <a:gd name="connsiteX116877" fmla="*/ 554648 w 2119654"/>
              <a:gd name="connsiteY116877" fmla="*/ 458831 h 2398711"/>
              <a:gd name="connsiteX116878" fmla="*/ 562228 w 2119654"/>
              <a:gd name="connsiteY116878" fmla="*/ 462401 h 2398711"/>
              <a:gd name="connsiteX116879" fmla="*/ 557681 w 2119654"/>
              <a:gd name="connsiteY116879" fmla="*/ 457529 h 2398711"/>
              <a:gd name="connsiteX116880" fmla="*/ 265783 w 2119654"/>
              <a:gd name="connsiteY116880" fmla="*/ 1088642 h 2398711"/>
              <a:gd name="connsiteX116881" fmla="*/ 268402 w 2119654"/>
              <a:gd name="connsiteY116881" fmla="*/ 1094406 h 2398711"/>
              <a:gd name="connsiteX116882" fmla="*/ 270644 w 2119654"/>
              <a:gd name="connsiteY116882" fmla="*/ 1096391 h 2398711"/>
              <a:gd name="connsiteX116883" fmla="*/ 269979 w 2119654"/>
              <a:gd name="connsiteY116883" fmla="*/ 1092288 h 2398711"/>
              <a:gd name="connsiteX116884" fmla="*/ 551647 w 2119654"/>
              <a:gd name="connsiteY116884" fmla="*/ 448395 h 2398711"/>
              <a:gd name="connsiteX116885" fmla="*/ 551057 w 2119654"/>
              <a:gd name="connsiteY116885" fmla="*/ 449829 h 2398711"/>
              <a:gd name="connsiteX116886" fmla="*/ 565727 w 2119654"/>
              <a:gd name="connsiteY116886" fmla="*/ 455688 h 2398711"/>
              <a:gd name="connsiteX116887" fmla="*/ 565761 w 2119654"/>
              <a:gd name="connsiteY116887" fmla="*/ 455514 h 2398711"/>
              <a:gd name="connsiteX116888" fmla="*/ 565571 w 2119654"/>
              <a:gd name="connsiteY116888" fmla="*/ 453926 h 2398711"/>
              <a:gd name="connsiteX116889" fmla="*/ 525143 w 2119654"/>
              <a:gd name="connsiteY116889" fmla="*/ 507689 h 2398711"/>
              <a:gd name="connsiteX116890" fmla="*/ 525138 w 2119654"/>
              <a:gd name="connsiteY116890" fmla="*/ 511033 h 2398711"/>
              <a:gd name="connsiteX116891" fmla="*/ 526343 w 2119654"/>
              <a:gd name="connsiteY116891" fmla="*/ 508109 h 2398711"/>
              <a:gd name="connsiteX116892" fmla="*/ 269919 w 2119654"/>
              <a:gd name="connsiteY116892" fmla="*/ 1079134 h 2398711"/>
              <a:gd name="connsiteX116893" fmla="*/ 270368 w 2119654"/>
              <a:gd name="connsiteY116893" fmla="*/ 1082382 h 2398711"/>
              <a:gd name="connsiteX116894" fmla="*/ 272493 w 2119654"/>
              <a:gd name="connsiteY116894" fmla="*/ 1084364 h 2398711"/>
              <a:gd name="connsiteX116895" fmla="*/ 271882 w 2119654"/>
              <a:gd name="connsiteY116895" fmla="*/ 1082507 h 2398711"/>
              <a:gd name="connsiteX116896" fmla="*/ 320730 w 2119654"/>
              <a:gd name="connsiteY116896" fmla="*/ 965238 h 2398711"/>
              <a:gd name="connsiteX116897" fmla="*/ 320362 w 2119654"/>
              <a:gd name="connsiteY116897" fmla="*/ 968013 h 2398711"/>
              <a:gd name="connsiteX116898" fmla="*/ 322390 w 2119654"/>
              <a:gd name="connsiteY116898" fmla="*/ 974156 h 2398711"/>
              <a:gd name="connsiteX116899" fmla="*/ 480152 w 2119654"/>
              <a:gd name="connsiteY116899" fmla="*/ 608207 h 2398711"/>
              <a:gd name="connsiteX116900" fmla="*/ 480174 w 2119654"/>
              <a:gd name="connsiteY116900" fmla="*/ 609232 h 2398711"/>
              <a:gd name="connsiteX116901" fmla="*/ 480761 w 2119654"/>
              <a:gd name="connsiteY116901" fmla="*/ 609305 h 2398711"/>
              <a:gd name="connsiteX116902" fmla="*/ 480520 w 2119654"/>
              <a:gd name="connsiteY116902" fmla="*/ 608280 h 2398711"/>
              <a:gd name="connsiteX116903" fmla="*/ 198849 w 2119654"/>
              <a:gd name="connsiteY116903" fmla="*/ 1237924 h 2398711"/>
              <a:gd name="connsiteX116904" fmla="*/ 203392 w 2119654"/>
              <a:gd name="connsiteY116904" fmla="*/ 1243535 h 2398711"/>
              <a:gd name="connsiteX116905" fmla="*/ 205887 w 2119654"/>
              <a:gd name="connsiteY116905" fmla="*/ 1246021 h 2398711"/>
              <a:gd name="connsiteX116906" fmla="*/ 203288 w 2119654"/>
              <a:gd name="connsiteY116906" fmla="*/ 1241934 h 2398711"/>
              <a:gd name="connsiteX116907" fmla="*/ 432576 w 2119654"/>
              <a:gd name="connsiteY116907" fmla="*/ 714550 h 2398711"/>
              <a:gd name="connsiteX116908" fmla="*/ 434569 w 2119654"/>
              <a:gd name="connsiteY116908" fmla="*/ 716181 h 2398711"/>
              <a:gd name="connsiteX116909" fmla="*/ 434859 w 2119654"/>
              <a:gd name="connsiteY116909" fmla="*/ 715248 h 2398711"/>
              <a:gd name="connsiteX116910" fmla="*/ 410662 w 2119654"/>
              <a:gd name="connsiteY116910" fmla="*/ 763521 h 2398711"/>
              <a:gd name="connsiteX116911" fmla="*/ 411677 w 2119654"/>
              <a:gd name="connsiteY116911" fmla="*/ 767221 h 2398711"/>
              <a:gd name="connsiteX116912" fmla="*/ 414577 w 2119654"/>
              <a:gd name="connsiteY116912" fmla="*/ 770317 h 2398711"/>
              <a:gd name="connsiteX116913" fmla="*/ 411838 w 2119654"/>
              <a:gd name="connsiteY116913" fmla="*/ 763880 h 2398711"/>
              <a:gd name="connsiteX116914" fmla="*/ 455485 w 2119654"/>
              <a:gd name="connsiteY116914" fmla="*/ 662861 h 2398711"/>
              <a:gd name="connsiteX116915" fmla="*/ 455342 w 2119654"/>
              <a:gd name="connsiteY116915" fmla="*/ 663325 h 2398711"/>
              <a:gd name="connsiteX116916" fmla="*/ 455934 w 2119654"/>
              <a:gd name="connsiteY116916" fmla="*/ 663952 h 2398711"/>
              <a:gd name="connsiteX116917" fmla="*/ 345168 w 2119654"/>
              <a:gd name="connsiteY116917" fmla="*/ 909828 h 2398711"/>
              <a:gd name="connsiteX116918" fmla="*/ 346710 w 2119654"/>
              <a:gd name="connsiteY116918" fmla="*/ 912116 h 2398711"/>
              <a:gd name="connsiteX116919" fmla="*/ 346671 w 2119654"/>
              <a:gd name="connsiteY116919" fmla="*/ 910363 h 2398711"/>
              <a:gd name="connsiteX116920" fmla="*/ 268481 w 2119654"/>
              <a:gd name="connsiteY116920" fmla="*/ 1081542 h 2398711"/>
              <a:gd name="connsiteX116921" fmla="*/ 269477 w 2119654"/>
              <a:gd name="connsiteY116921" fmla="*/ 1087686 h 2398711"/>
              <a:gd name="connsiteX116922" fmla="*/ 269924 w 2119654"/>
              <a:gd name="connsiteY116922" fmla="*/ 1087971 h 2398711"/>
              <a:gd name="connsiteX116923" fmla="*/ 269233 w 2119654"/>
              <a:gd name="connsiteY116923" fmla="*/ 1082244 h 2398711"/>
              <a:gd name="connsiteX116924" fmla="*/ 419056 w 2119654"/>
              <a:gd name="connsiteY116924" fmla="*/ 744344 h 2398711"/>
              <a:gd name="connsiteX116925" fmla="*/ 419064 w 2119654"/>
              <a:gd name="connsiteY116925" fmla="*/ 744466 h 2398711"/>
              <a:gd name="connsiteX116926" fmla="*/ 419450 w 2119654"/>
              <a:gd name="connsiteY116926" fmla="*/ 749190 h 2398711"/>
              <a:gd name="connsiteX116927" fmla="*/ 419948 w 2119654"/>
              <a:gd name="connsiteY116927" fmla="*/ 744911 h 2398711"/>
              <a:gd name="connsiteX116928" fmla="*/ 307693 w 2119654"/>
              <a:gd name="connsiteY116928" fmla="*/ 993644 h 2398711"/>
              <a:gd name="connsiteX116929" fmla="*/ 309781 w 2119654"/>
              <a:gd name="connsiteY116929" fmla="*/ 998247 h 2398711"/>
              <a:gd name="connsiteX116930" fmla="*/ 309832 w 2119654"/>
              <a:gd name="connsiteY116930" fmla="*/ 997270 h 2398711"/>
              <a:gd name="connsiteX116931" fmla="*/ 227478 w 2119654"/>
              <a:gd name="connsiteY116931" fmla="*/ 1173187 h 2398711"/>
              <a:gd name="connsiteX116932" fmla="*/ 228820 w 2119654"/>
              <a:gd name="connsiteY116932" fmla="*/ 1175259 h 2398711"/>
              <a:gd name="connsiteX116933" fmla="*/ 228302 w 2119654"/>
              <a:gd name="connsiteY116933" fmla="*/ 1174185 h 2398711"/>
              <a:gd name="connsiteX116934" fmla="*/ 422579 w 2119654"/>
              <a:gd name="connsiteY116934" fmla="*/ 736234 h 2398711"/>
              <a:gd name="connsiteX116935" fmla="*/ 421739 w 2119654"/>
              <a:gd name="connsiteY116935" fmla="*/ 743454 h 2398711"/>
              <a:gd name="connsiteX116936" fmla="*/ 424886 w 2119654"/>
              <a:gd name="connsiteY116936" fmla="*/ 745456 h 2398711"/>
              <a:gd name="connsiteX116937" fmla="*/ 424696 w 2119654"/>
              <a:gd name="connsiteY116937" fmla="*/ 737121 h 2398711"/>
              <a:gd name="connsiteX116938" fmla="*/ 423420 w 2119654"/>
              <a:gd name="connsiteY116938" fmla="*/ 736516 h 2398711"/>
              <a:gd name="connsiteX116939" fmla="*/ 461476 w 2119654"/>
              <a:gd name="connsiteY116939" fmla="*/ 649105 h 2398711"/>
              <a:gd name="connsiteX116940" fmla="*/ 463396 w 2119654"/>
              <a:gd name="connsiteY116940" fmla="*/ 652873 h 2398711"/>
              <a:gd name="connsiteX116941" fmla="*/ 463448 w 2119654"/>
              <a:gd name="connsiteY116941" fmla="*/ 651612 h 2398711"/>
              <a:gd name="connsiteX116942" fmla="*/ 462834 w 2119654"/>
              <a:gd name="connsiteY116942" fmla="*/ 649776 h 2398711"/>
              <a:gd name="connsiteX116943" fmla="*/ 397669 w 2119654"/>
              <a:gd name="connsiteY116943" fmla="*/ 791865 h 2398711"/>
              <a:gd name="connsiteX116944" fmla="*/ 397444 w 2119654"/>
              <a:gd name="connsiteY116944" fmla="*/ 793769 h 2398711"/>
              <a:gd name="connsiteX116945" fmla="*/ 398067 w 2119654"/>
              <a:gd name="connsiteY116945" fmla="*/ 795559 h 2398711"/>
              <a:gd name="connsiteX116946" fmla="*/ 398116 w 2119654"/>
              <a:gd name="connsiteY116946" fmla="*/ 792793 h 2398711"/>
              <a:gd name="connsiteX116947" fmla="*/ 379855 w 2119654"/>
              <a:gd name="connsiteY116947" fmla="*/ 831720 h 2398711"/>
              <a:gd name="connsiteX116948" fmla="*/ 379883 w 2119654"/>
              <a:gd name="connsiteY116948" fmla="*/ 831843 h 2398711"/>
              <a:gd name="connsiteX116949" fmla="*/ 390180 w 2119654"/>
              <a:gd name="connsiteY116949" fmla="*/ 842831 h 2398711"/>
              <a:gd name="connsiteX116950" fmla="*/ 390864 w 2119654"/>
              <a:gd name="connsiteY116950" fmla="*/ 837044 h 2398711"/>
              <a:gd name="connsiteX116951" fmla="*/ 387177 w 2119654"/>
              <a:gd name="connsiteY116951" fmla="*/ 835220 h 2398711"/>
              <a:gd name="connsiteX116952" fmla="*/ 357715 w 2119654"/>
              <a:gd name="connsiteY116952" fmla="*/ 881229 h 2398711"/>
              <a:gd name="connsiteX116953" fmla="*/ 358098 w 2119654"/>
              <a:gd name="connsiteY116953" fmla="*/ 883199 h 2398711"/>
              <a:gd name="connsiteX116954" fmla="*/ 359112 w 2119654"/>
              <a:gd name="connsiteY116954" fmla="*/ 883484 h 2398711"/>
              <a:gd name="connsiteX116955" fmla="*/ 359113 w 2119654"/>
              <a:gd name="connsiteY116955" fmla="*/ 883314 h 2398711"/>
              <a:gd name="connsiteX116956" fmla="*/ 561700 w 2119654"/>
              <a:gd name="connsiteY116956" fmla="*/ 424302 h 2398711"/>
              <a:gd name="connsiteX116957" fmla="*/ 558027 w 2119654"/>
              <a:gd name="connsiteY116957" fmla="*/ 432896 h 2398711"/>
              <a:gd name="connsiteX116958" fmla="*/ 551812 w 2119654"/>
              <a:gd name="connsiteY116958" fmla="*/ 447993 h 2398711"/>
              <a:gd name="connsiteX116959" fmla="*/ 565512 w 2119654"/>
              <a:gd name="connsiteY116959" fmla="*/ 453436 h 2398711"/>
              <a:gd name="connsiteX116960" fmla="*/ 564631 w 2119654"/>
              <a:gd name="connsiteY116960" fmla="*/ 446075 h 2398711"/>
              <a:gd name="connsiteX116961" fmla="*/ 562384 w 2119654"/>
              <a:gd name="connsiteY116961" fmla="*/ 424912 h 2398711"/>
              <a:gd name="connsiteX116962" fmla="*/ 288831 w 2119654"/>
              <a:gd name="connsiteY116962" fmla="*/ 1035302 h 2398711"/>
              <a:gd name="connsiteX116963" fmla="*/ 296506 w 2119654"/>
              <a:gd name="connsiteY116963" fmla="*/ 1048712 h 2398711"/>
              <a:gd name="connsiteX116964" fmla="*/ 298286 w 2119654"/>
              <a:gd name="connsiteY116964" fmla="*/ 1050734 h 2398711"/>
              <a:gd name="connsiteX116965" fmla="*/ 293791 w 2119654"/>
              <a:gd name="connsiteY116965" fmla="*/ 1040773 h 2398711"/>
              <a:gd name="connsiteX116966" fmla="*/ 350022 w 2119654"/>
              <a:gd name="connsiteY116966" fmla="*/ 898281 h 2398711"/>
              <a:gd name="connsiteX116967" fmla="*/ 352271 w 2119654"/>
              <a:gd name="connsiteY116967" fmla="*/ 907329 h 2398711"/>
              <a:gd name="connsiteX116968" fmla="*/ 354481 w 2119654"/>
              <a:gd name="connsiteY116968" fmla="*/ 912138 h 2398711"/>
              <a:gd name="connsiteX116969" fmla="*/ 357041 w 2119654"/>
              <a:gd name="connsiteY116969" fmla="*/ 912936 h 2398711"/>
              <a:gd name="connsiteX116970" fmla="*/ 356418 w 2119654"/>
              <a:gd name="connsiteY116970" fmla="*/ 911037 h 2398711"/>
              <a:gd name="connsiteX116971" fmla="*/ 353772 w 2119654"/>
              <a:gd name="connsiteY116971" fmla="*/ 904975 h 2398711"/>
              <a:gd name="connsiteX116972" fmla="*/ 322213 w 2119654"/>
              <a:gd name="connsiteY116972" fmla="*/ 960451 h 2398711"/>
              <a:gd name="connsiteX116973" fmla="*/ 325219 w 2119654"/>
              <a:gd name="connsiteY116973" fmla="*/ 967466 h 2398711"/>
              <a:gd name="connsiteX116974" fmla="*/ 325805 w 2119654"/>
              <a:gd name="connsiteY116974" fmla="*/ 968665 h 2398711"/>
              <a:gd name="connsiteX116975" fmla="*/ 328455 w 2119654"/>
              <a:gd name="connsiteY116975" fmla="*/ 971500 h 2398711"/>
              <a:gd name="connsiteX116976" fmla="*/ 328270 w 2119654"/>
              <a:gd name="connsiteY116976" fmla="*/ 970028 h 2398711"/>
              <a:gd name="connsiteX116977" fmla="*/ 327354 w 2119654"/>
              <a:gd name="connsiteY116977" fmla="*/ 965001 h 2398711"/>
              <a:gd name="connsiteX116978" fmla="*/ 456436 w 2119654"/>
              <a:gd name="connsiteY116978" fmla="*/ 659791 h 2398711"/>
              <a:gd name="connsiteX116979" fmla="*/ 455661 w 2119654"/>
              <a:gd name="connsiteY116979" fmla="*/ 662295 h 2398711"/>
              <a:gd name="connsiteX116980" fmla="*/ 456654 w 2119654"/>
              <a:gd name="connsiteY116980" fmla="*/ 664713 h 2398711"/>
              <a:gd name="connsiteX116981" fmla="*/ 456974 w 2119654"/>
              <a:gd name="connsiteY116981" fmla="*/ 665052 h 2398711"/>
              <a:gd name="connsiteX116982" fmla="*/ 456535 w 2119654"/>
              <a:gd name="connsiteY116982" fmla="*/ 659809 h 2398711"/>
              <a:gd name="connsiteX116983" fmla="*/ 299401 w 2119654"/>
              <a:gd name="connsiteY116983" fmla="*/ 1011385 h 2398711"/>
              <a:gd name="connsiteX116984" fmla="*/ 300705 w 2119654"/>
              <a:gd name="connsiteY116984" fmla="*/ 1020655 h 2398711"/>
              <a:gd name="connsiteX116985" fmla="*/ 302646 w 2119654"/>
              <a:gd name="connsiteY116985" fmla="*/ 1021731 h 2398711"/>
              <a:gd name="connsiteX116986" fmla="*/ 302128 w 2119654"/>
              <a:gd name="connsiteY116986" fmla="*/ 1015539 h 2398711"/>
              <a:gd name="connsiteX116987" fmla="*/ 265075 w 2119654"/>
              <a:gd name="connsiteY116987" fmla="*/ 1088027 h 2398711"/>
              <a:gd name="connsiteX116988" fmla="*/ 266552 w 2119654"/>
              <a:gd name="connsiteY116988" fmla="*/ 1092322 h 2398711"/>
              <a:gd name="connsiteX116989" fmla="*/ 267089 w 2119654"/>
              <a:gd name="connsiteY116989" fmla="*/ 1093243 h 2398711"/>
              <a:gd name="connsiteX116990" fmla="*/ 267646 w 2119654"/>
              <a:gd name="connsiteY116990" fmla="*/ 1093736 h 2398711"/>
              <a:gd name="connsiteX116991" fmla="*/ 265388 w 2119654"/>
              <a:gd name="connsiteY116991" fmla="*/ 1088300 h 2398711"/>
              <a:gd name="connsiteX116992" fmla="*/ 395573 w 2119654"/>
              <a:gd name="connsiteY116992" fmla="*/ 795761 h 2398711"/>
              <a:gd name="connsiteX116993" fmla="*/ 396148 w 2119654"/>
              <a:gd name="connsiteY116993" fmla="*/ 797425 h 2398711"/>
              <a:gd name="connsiteX116994" fmla="*/ 396386 w 2119654"/>
              <a:gd name="connsiteY116994" fmla="*/ 795923 h 2398711"/>
              <a:gd name="connsiteX116995" fmla="*/ 330659 w 2119654"/>
              <a:gd name="connsiteY116995" fmla="*/ 941106 h 2398711"/>
              <a:gd name="connsiteX116996" fmla="*/ 330746 w 2119654"/>
              <a:gd name="connsiteY116996" fmla="*/ 941804 h 2398711"/>
              <a:gd name="connsiteX116997" fmla="*/ 330987 w 2119654"/>
              <a:gd name="connsiteY116997" fmla="*/ 942370 h 2398711"/>
              <a:gd name="connsiteX116998" fmla="*/ 332011 w 2119654"/>
              <a:gd name="connsiteY116998" fmla="*/ 943668 h 2398711"/>
              <a:gd name="connsiteX116999" fmla="*/ 331477 w 2119654"/>
              <a:gd name="connsiteY116999" fmla="*/ 942039 h 2398711"/>
              <a:gd name="connsiteX117000" fmla="*/ 567205 w 2119654"/>
              <a:gd name="connsiteY117000" fmla="*/ 411422 h 2398711"/>
              <a:gd name="connsiteX117001" fmla="*/ 561830 w 2119654"/>
              <a:gd name="connsiteY117001" fmla="*/ 424000 h 2398711"/>
              <a:gd name="connsiteX117002" fmla="*/ 562350 w 2119654"/>
              <a:gd name="connsiteY117002" fmla="*/ 424451 h 2398711"/>
              <a:gd name="connsiteX117003" fmla="*/ 562430 w 2119654"/>
              <a:gd name="connsiteY117003" fmla="*/ 424324 h 2398711"/>
              <a:gd name="connsiteX117004" fmla="*/ 562453 w 2119654"/>
              <a:gd name="connsiteY117004" fmla="*/ 424540 h 2398711"/>
              <a:gd name="connsiteX117005" fmla="*/ 566822 w 2119654"/>
              <a:gd name="connsiteY117005" fmla="*/ 428331 h 2398711"/>
              <a:gd name="connsiteX117006" fmla="*/ 570949 w 2119654"/>
              <a:gd name="connsiteY117006" fmla="*/ 432075 h 2398711"/>
              <a:gd name="connsiteX117007" fmla="*/ 572729 w 2119654"/>
              <a:gd name="connsiteY117007" fmla="*/ 424580 h 2398711"/>
              <a:gd name="connsiteX117008" fmla="*/ 572493 w 2119654"/>
              <a:gd name="connsiteY117008" fmla="*/ 424341 h 2398711"/>
              <a:gd name="connsiteX117009" fmla="*/ 572773 w 2119654"/>
              <a:gd name="connsiteY117009" fmla="*/ 424375 h 2398711"/>
              <a:gd name="connsiteX117010" fmla="*/ 572777 w 2119654"/>
              <a:gd name="connsiteY117010" fmla="*/ 424379 h 2398711"/>
              <a:gd name="connsiteX117011" fmla="*/ 574983 w 2119654"/>
              <a:gd name="connsiteY117011" fmla="*/ 415087 h 2398711"/>
              <a:gd name="connsiteX117012" fmla="*/ 285350 w 2119654"/>
              <a:gd name="connsiteY117012" fmla="*/ 1042401 h 2398711"/>
              <a:gd name="connsiteX117013" fmla="*/ 285377 w 2119654"/>
              <a:gd name="connsiteY117013" fmla="*/ 1042478 h 2398711"/>
              <a:gd name="connsiteX117014" fmla="*/ 287132 w 2119654"/>
              <a:gd name="connsiteY117014" fmla="*/ 1045881 h 2398711"/>
              <a:gd name="connsiteX117015" fmla="*/ 290164 w 2119654"/>
              <a:gd name="connsiteY117015" fmla="*/ 1049509 h 2398711"/>
              <a:gd name="connsiteX117016" fmla="*/ 211076 w 2119654"/>
              <a:gd name="connsiteY117016" fmla="*/ 1208677 h 2398711"/>
              <a:gd name="connsiteX117017" fmla="*/ 212171 w 2119654"/>
              <a:gd name="connsiteY117017" fmla="*/ 1211247 h 2398711"/>
              <a:gd name="connsiteX117018" fmla="*/ 216579 w 2119654"/>
              <a:gd name="connsiteY117018" fmla="*/ 1216110 h 2398711"/>
              <a:gd name="connsiteX117019" fmla="*/ 216197 w 2119654"/>
              <a:gd name="connsiteY117019" fmla="*/ 1214945 h 2398711"/>
              <a:gd name="connsiteX117020" fmla="*/ 303651 w 2119654"/>
              <a:gd name="connsiteY117020" fmla="*/ 1001360 h 2398711"/>
              <a:gd name="connsiteX117021" fmla="*/ 304232 w 2119654"/>
              <a:gd name="connsiteY117021" fmla="*/ 1004352 h 2398711"/>
              <a:gd name="connsiteX117022" fmla="*/ 304307 w 2119654"/>
              <a:gd name="connsiteY117022" fmla="*/ 1004510 h 2398711"/>
              <a:gd name="connsiteX117023" fmla="*/ 306826 w 2119654"/>
              <a:gd name="connsiteY117023" fmla="*/ 1008234 h 2398711"/>
              <a:gd name="connsiteX117024" fmla="*/ 571035 w 2119654"/>
              <a:gd name="connsiteY117024" fmla="*/ 402460 h 2398711"/>
              <a:gd name="connsiteX117025" fmla="*/ 567364 w 2119654"/>
              <a:gd name="connsiteY117025" fmla="*/ 411051 h 2398711"/>
              <a:gd name="connsiteX117026" fmla="*/ 575079 w 2119654"/>
              <a:gd name="connsiteY117026" fmla="*/ 414685 h 2398711"/>
              <a:gd name="connsiteX117027" fmla="*/ 576674 w 2119654"/>
              <a:gd name="connsiteY117027" fmla="*/ 407965 h 2398711"/>
              <a:gd name="connsiteX117028" fmla="*/ 263057 w 2119654"/>
              <a:gd name="connsiteY117028" fmla="*/ 1092025 h 2398711"/>
              <a:gd name="connsiteX117029" fmla="*/ 264435 w 2119654"/>
              <a:gd name="connsiteY117029" fmla="*/ 1094968 h 2398711"/>
              <a:gd name="connsiteX117030" fmla="*/ 264658 w 2119654"/>
              <a:gd name="connsiteY117030" fmla="*/ 1095326 h 2398711"/>
              <a:gd name="connsiteX117031" fmla="*/ 263136 w 2119654"/>
              <a:gd name="connsiteY117031" fmla="*/ 1092095 h 2398711"/>
              <a:gd name="connsiteX117032" fmla="*/ 361493 w 2119654"/>
              <a:gd name="connsiteY117032" fmla="*/ 871459 h 2398711"/>
              <a:gd name="connsiteX117033" fmla="*/ 361488 w 2119654"/>
              <a:gd name="connsiteY117033" fmla="*/ 876223 h 2398711"/>
              <a:gd name="connsiteX117034" fmla="*/ 361780 w 2119654"/>
              <a:gd name="connsiteY117034" fmla="*/ 877477 h 2398711"/>
              <a:gd name="connsiteX117035" fmla="*/ 364361 w 2119654"/>
              <a:gd name="connsiteY117035" fmla="*/ 884951 h 2398711"/>
              <a:gd name="connsiteX117036" fmla="*/ 364432 w 2119654"/>
              <a:gd name="connsiteY117036" fmla="*/ 884971 h 2398711"/>
              <a:gd name="connsiteX117037" fmla="*/ 361498 w 2119654"/>
              <a:gd name="connsiteY117037" fmla="*/ 871468 h 2398711"/>
              <a:gd name="connsiteX117038" fmla="*/ 321211 w 2119654"/>
              <a:gd name="connsiteY117038" fmla="*/ 961619 h 2398711"/>
              <a:gd name="connsiteX117039" fmla="*/ 321179 w 2119654"/>
              <a:gd name="connsiteY117039" fmla="*/ 961861 h 2398711"/>
              <a:gd name="connsiteX117040" fmla="*/ 321660 w 2119654"/>
              <a:gd name="connsiteY117040" fmla="*/ 963973 h 2398711"/>
              <a:gd name="connsiteX117041" fmla="*/ 321677 w 2119654"/>
              <a:gd name="connsiteY117041" fmla="*/ 963993 h 2398711"/>
              <a:gd name="connsiteX117042" fmla="*/ 400006 w 2119654"/>
              <a:gd name="connsiteY117042" fmla="*/ 785024 h 2398711"/>
              <a:gd name="connsiteX117043" fmla="*/ 399933 w 2119654"/>
              <a:gd name="connsiteY117043" fmla="*/ 789165 h 2398711"/>
              <a:gd name="connsiteX117044" fmla="*/ 402045 w 2119654"/>
              <a:gd name="connsiteY117044" fmla="*/ 791424 h 2398711"/>
              <a:gd name="connsiteX117045" fmla="*/ 401030 w 2119654"/>
              <a:gd name="connsiteY117045" fmla="*/ 785651 h 2398711"/>
              <a:gd name="connsiteX117046" fmla="*/ 400951 w 2119654"/>
              <a:gd name="connsiteY117046" fmla="*/ 785598 h 2398711"/>
              <a:gd name="connsiteX117047" fmla="*/ 270935 w 2119654"/>
              <a:gd name="connsiteY117047" fmla="*/ 1074017 h 2398711"/>
              <a:gd name="connsiteX117048" fmla="*/ 272585 w 2119654"/>
              <a:gd name="connsiteY117048" fmla="*/ 1079035 h 2398711"/>
              <a:gd name="connsiteX117049" fmla="*/ 277845 w 2119654"/>
              <a:gd name="connsiteY117049" fmla="*/ 1088319 h 2398711"/>
              <a:gd name="connsiteX117050" fmla="*/ 273895 w 2119654"/>
              <a:gd name="connsiteY117050" fmla="*/ 1077767 h 2398711"/>
              <a:gd name="connsiteX117051" fmla="*/ 344005 w 2119654"/>
              <a:gd name="connsiteY117051" fmla="*/ 910314 h 2398711"/>
              <a:gd name="connsiteX117052" fmla="*/ 344968 w 2119654"/>
              <a:gd name="connsiteY117052" fmla="*/ 914312 h 2398711"/>
              <a:gd name="connsiteX117053" fmla="*/ 346918 w 2119654"/>
              <a:gd name="connsiteY117053" fmla="*/ 921378 h 2398711"/>
              <a:gd name="connsiteX117054" fmla="*/ 346729 w 2119654"/>
              <a:gd name="connsiteY117054" fmla="*/ 912954 h 2398711"/>
              <a:gd name="connsiteX117055" fmla="*/ 346233 w 2119654"/>
              <a:gd name="connsiteY117055" fmla="*/ 912196 h 2398711"/>
              <a:gd name="connsiteX117056" fmla="*/ 400911 w 2119654"/>
              <a:gd name="connsiteY117056" fmla="*/ 782814 h 2398711"/>
              <a:gd name="connsiteX117057" fmla="*/ 401405 w 2119654"/>
              <a:gd name="connsiteY117057" fmla="*/ 785091 h 2398711"/>
              <a:gd name="connsiteX117058" fmla="*/ 402005 w 2119654"/>
              <a:gd name="connsiteY117058" fmla="*/ 785454 h 2398711"/>
              <a:gd name="connsiteX117059" fmla="*/ 514440 w 2119654"/>
              <a:gd name="connsiteY117059" fmla="*/ 528507 h 2398711"/>
              <a:gd name="connsiteX117060" fmla="*/ 515587 w 2119654"/>
              <a:gd name="connsiteY117060" fmla="*/ 532733 h 2398711"/>
              <a:gd name="connsiteX117061" fmla="*/ 516088 w 2119654"/>
              <a:gd name="connsiteY117061" fmla="*/ 533018 h 2398711"/>
              <a:gd name="connsiteX117062" fmla="*/ 517553 w 2119654"/>
              <a:gd name="connsiteY117062" fmla="*/ 529457 h 2398711"/>
              <a:gd name="connsiteX117063" fmla="*/ 409543 w 2119654"/>
              <a:gd name="connsiteY117063" fmla="*/ 763180 h 2398711"/>
              <a:gd name="connsiteX117064" fmla="*/ 409620 w 2119654"/>
              <a:gd name="connsiteY117064" fmla="*/ 765027 h 2398711"/>
              <a:gd name="connsiteX117065" fmla="*/ 410736 w 2119654"/>
              <a:gd name="connsiteY117065" fmla="*/ 766216 h 2398711"/>
              <a:gd name="connsiteX117066" fmla="*/ 409969 w 2119654"/>
              <a:gd name="connsiteY117066" fmla="*/ 763310 h 2398711"/>
              <a:gd name="connsiteX117067" fmla="*/ 418187 w 2119654"/>
              <a:gd name="connsiteY117067" fmla="*/ 743790 h 2398711"/>
              <a:gd name="connsiteX117068" fmla="*/ 418763 w 2119654"/>
              <a:gd name="connsiteY117068" fmla="*/ 748435 h 2398711"/>
              <a:gd name="connsiteX117069" fmla="*/ 419205 w 2119654"/>
              <a:gd name="connsiteY117069" fmla="*/ 749391 h 2398711"/>
              <a:gd name="connsiteX117070" fmla="*/ 418852 w 2119654"/>
              <a:gd name="connsiteY117070" fmla="*/ 744213 h 2398711"/>
              <a:gd name="connsiteX117071" fmla="*/ 299210 w 2119654"/>
              <a:gd name="connsiteY117071" fmla="*/ 1010029 h 2398711"/>
              <a:gd name="connsiteX117072" fmla="*/ 299310 w 2119654"/>
              <a:gd name="connsiteY117072" fmla="*/ 1010736 h 2398711"/>
              <a:gd name="connsiteX117073" fmla="*/ 302080 w 2119654"/>
              <a:gd name="connsiteY117073" fmla="*/ 1014955 h 2398711"/>
              <a:gd name="connsiteX117074" fmla="*/ 302054 w 2119654"/>
              <a:gd name="connsiteY117074" fmla="*/ 1014651 h 2398711"/>
              <a:gd name="connsiteX117075" fmla="*/ 300697 w 2119654"/>
              <a:gd name="connsiteY117075" fmla="*/ 1012548 h 2398711"/>
              <a:gd name="connsiteX117076" fmla="*/ 398147 w 2119654"/>
              <a:gd name="connsiteY117076" fmla="*/ 788370 h 2398711"/>
              <a:gd name="connsiteX117077" fmla="*/ 397890 w 2119654"/>
              <a:gd name="connsiteY117077" fmla="*/ 789989 h 2398711"/>
              <a:gd name="connsiteX117078" fmla="*/ 397780 w 2119654"/>
              <a:gd name="connsiteY117078" fmla="*/ 790923 h 2398711"/>
              <a:gd name="connsiteX117079" fmla="*/ 398135 w 2119654"/>
              <a:gd name="connsiteY117079" fmla="*/ 791665 h 2398711"/>
              <a:gd name="connsiteX117080" fmla="*/ 398193 w 2119654"/>
              <a:gd name="connsiteY117080" fmla="*/ 788419 h 2398711"/>
              <a:gd name="connsiteX117081" fmla="*/ 431050 w 2119654"/>
              <a:gd name="connsiteY117081" fmla="*/ 714631 h 2398711"/>
              <a:gd name="connsiteX117082" fmla="*/ 432199 w 2119654"/>
              <a:gd name="connsiteY117082" fmla="*/ 719554 h 2398711"/>
              <a:gd name="connsiteX117083" fmla="*/ 432915 w 2119654"/>
              <a:gd name="connsiteY117083" fmla="*/ 721522 h 2398711"/>
              <a:gd name="connsiteX117084" fmla="*/ 434241 w 2119654"/>
              <a:gd name="connsiteY117084" fmla="*/ 717240 h 2398711"/>
              <a:gd name="connsiteX117085" fmla="*/ 576069 w 2119654"/>
              <a:gd name="connsiteY117085" fmla="*/ 389869 h 2398711"/>
              <a:gd name="connsiteX117086" fmla="*/ 577680 w 2119654"/>
              <a:gd name="connsiteY117086" fmla="*/ 403325 h 2398711"/>
              <a:gd name="connsiteX117087" fmla="*/ 577969 w 2119654"/>
              <a:gd name="connsiteY117087" fmla="*/ 401853 h 2398711"/>
              <a:gd name="connsiteX117088" fmla="*/ 576076 w 2119654"/>
              <a:gd name="connsiteY117088" fmla="*/ 389874 h 2398711"/>
              <a:gd name="connsiteX117089" fmla="*/ 480078 w 2119654"/>
              <a:gd name="connsiteY117089" fmla="*/ 604669 h 2398711"/>
              <a:gd name="connsiteX117090" fmla="*/ 480146 w 2119654"/>
              <a:gd name="connsiteY117090" fmla="*/ 607951 h 2398711"/>
              <a:gd name="connsiteX117091" fmla="*/ 480456 w 2119654"/>
              <a:gd name="connsiteY117091" fmla="*/ 608013 h 2398711"/>
              <a:gd name="connsiteX117092" fmla="*/ 480431 w 2119654"/>
              <a:gd name="connsiteY117092" fmla="*/ 607907 h 2398711"/>
              <a:gd name="connsiteX117093" fmla="*/ 480637 w 2119654"/>
              <a:gd name="connsiteY117093" fmla="*/ 607556 h 2398711"/>
              <a:gd name="connsiteX117094" fmla="*/ 480759 w 2119654"/>
              <a:gd name="connsiteY117094" fmla="*/ 608074 h 2398711"/>
              <a:gd name="connsiteX117095" fmla="*/ 486791 w 2119654"/>
              <a:gd name="connsiteY117095" fmla="*/ 609277 h 2398711"/>
              <a:gd name="connsiteX117096" fmla="*/ 486836 w 2119654"/>
              <a:gd name="connsiteY117096" fmla="*/ 609148 h 2398711"/>
              <a:gd name="connsiteX117097" fmla="*/ 276795 w 2119654"/>
              <a:gd name="connsiteY117097" fmla="*/ 1059851 h 2398711"/>
              <a:gd name="connsiteX117098" fmla="*/ 277824 w 2119654"/>
              <a:gd name="connsiteY117098" fmla="*/ 1065555 h 2398711"/>
              <a:gd name="connsiteX117099" fmla="*/ 280375 w 2119654"/>
              <a:gd name="connsiteY117099" fmla="*/ 1069768 h 2398711"/>
              <a:gd name="connsiteX117100" fmla="*/ 284670 w 2119654"/>
              <a:gd name="connsiteY117100" fmla="*/ 1076522 h 2398711"/>
              <a:gd name="connsiteX117101" fmla="*/ 284755 w 2119654"/>
              <a:gd name="connsiteY117101" fmla="*/ 1076586 h 2398711"/>
              <a:gd name="connsiteX117102" fmla="*/ 281293 w 2119654"/>
              <a:gd name="connsiteY117102" fmla="*/ 1070174 h 2398711"/>
              <a:gd name="connsiteX117103" fmla="*/ 335963 w 2119654"/>
              <a:gd name="connsiteY117103" fmla="*/ 927296 h 2398711"/>
              <a:gd name="connsiteX117104" fmla="*/ 339628 w 2119654"/>
              <a:gd name="connsiteY117104" fmla="*/ 946183 h 2398711"/>
              <a:gd name="connsiteX117105" fmla="*/ 336839 w 2119654"/>
              <a:gd name="connsiteY117105" fmla="*/ 928770 h 2398711"/>
              <a:gd name="connsiteX117106" fmla="*/ 248729 w 2119654"/>
              <a:gd name="connsiteY117106" fmla="*/ 1122596 h 2398711"/>
              <a:gd name="connsiteX117107" fmla="*/ 252631 w 2119654"/>
              <a:gd name="connsiteY117107" fmla="*/ 1141956 h 2398711"/>
              <a:gd name="connsiteX117108" fmla="*/ 255514 w 2119654"/>
              <a:gd name="connsiteY117108" fmla="*/ 1146264 h 2398711"/>
              <a:gd name="connsiteX117109" fmla="*/ 257781 w 2119654"/>
              <a:gd name="connsiteY117109" fmla="*/ 1147302 h 2398711"/>
              <a:gd name="connsiteX117110" fmla="*/ 257771 w 2119654"/>
              <a:gd name="connsiteY117110" fmla="*/ 1147275 h 2398711"/>
              <a:gd name="connsiteX117111" fmla="*/ 251499 w 2119654"/>
              <a:gd name="connsiteY117111" fmla="*/ 1125652 h 2398711"/>
              <a:gd name="connsiteX117112" fmla="*/ 587625 w 2119654"/>
              <a:gd name="connsiteY117112" fmla="*/ 363690 h 2398711"/>
              <a:gd name="connsiteX117113" fmla="*/ 587000 w 2119654"/>
              <a:gd name="connsiteY117113" fmla="*/ 366175 h 2398711"/>
              <a:gd name="connsiteX117114" fmla="*/ 583331 w 2119654"/>
              <a:gd name="connsiteY117114" fmla="*/ 381622 h 2398711"/>
              <a:gd name="connsiteX117115" fmla="*/ 581060 w 2119654"/>
              <a:gd name="connsiteY117115" fmla="*/ 393232 h 2398711"/>
              <a:gd name="connsiteX117116" fmla="*/ 598047 w 2119654"/>
              <a:gd name="connsiteY117116" fmla="*/ 405412 h 2398711"/>
              <a:gd name="connsiteX117117" fmla="*/ 598189 w 2119654"/>
              <a:gd name="connsiteY117117" fmla="*/ 401935 h 2398711"/>
              <a:gd name="connsiteX117118" fmla="*/ 594386 w 2119654"/>
              <a:gd name="connsiteY117118" fmla="*/ 399246 h 2398711"/>
              <a:gd name="connsiteX117119" fmla="*/ 594985 w 2119654"/>
              <a:gd name="connsiteY117119" fmla="*/ 399216 h 2398711"/>
              <a:gd name="connsiteX117120" fmla="*/ 598206 w 2119654"/>
              <a:gd name="connsiteY117120" fmla="*/ 401493 h 2398711"/>
              <a:gd name="connsiteX117121" fmla="*/ 598760 w 2119654"/>
              <a:gd name="connsiteY117121" fmla="*/ 387876 h 2398711"/>
              <a:gd name="connsiteX117122" fmla="*/ 599008 w 2119654"/>
              <a:gd name="connsiteY117122" fmla="*/ 387586 h 2398711"/>
              <a:gd name="connsiteX117123" fmla="*/ 598436 w 2119654"/>
              <a:gd name="connsiteY117123" fmla="*/ 401656 h 2398711"/>
              <a:gd name="connsiteX117124" fmla="*/ 602162 w 2119654"/>
              <a:gd name="connsiteY117124" fmla="*/ 404291 h 2398711"/>
              <a:gd name="connsiteX117125" fmla="*/ 601233 w 2119654"/>
              <a:gd name="connsiteY117125" fmla="*/ 397509 h 2398711"/>
              <a:gd name="connsiteX117126" fmla="*/ 601352 w 2119654"/>
              <a:gd name="connsiteY117126" fmla="*/ 397305 h 2398711"/>
              <a:gd name="connsiteX117127" fmla="*/ 602324 w 2119654"/>
              <a:gd name="connsiteY117127" fmla="*/ 404405 h 2398711"/>
              <a:gd name="connsiteX117128" fmla="*/ 609442 w 2119654"/>
              <a:gd name="connsiteY117128" fmla="*/ 409440 h 2398711"/>
              <a:gd name="connsiteX117129" fmla="*/ 601716 w 2119654"/>
              <a:gd name="connsiteY117129" fmla="*/ 382231 h 2398711"/>
              <a:gd name="connsiteX117130" fmla="*/ 600902 w 2119654"/>
              <a:gd name="connsiteY117130" fmla="*/ 377075 h 2398711"/>
              <a:gd name="connsiteX117131" fmla="*/ 303421 w 2119654"/>
              <a:gd name="connsiteY117131" fmla="*/ 1000005 h 2398711"/>
              <a:gd name="connsiteX117132" fmla="*/ 308074 w 2119654"/>
              <a:gd name="connsiteY117132" fmla="*/ 1010078 h 2398711"/>
              <a:gd name="connsiteX117133" fmla="*/ 309081 w 2119654"/>
              <a:gd name="connsiteY117133" fmla="*/ 1011568 h 2398711"/>
              <a:gd name="connsiteX117134" fmla="*/ 309157 w 2119654"/>
              <a:gd name="connsiteY117134" fmla="*/ 1010132 h 2398711"/>
              <a:gd name="connsiteX117135" fmla="*/ 304754 w 2119654"/>
              <a:gd name="connsiteY117135" fmla="*/ 1002092 h 2398711"/>
              <a:gd name="connsiteX117136" fmla="*/ 387434 w 2119654"/>
              <a:gd name="connsiteY117136" fmla="*/ 811857 h 2398711"/>
              <a:gd name="connsiteX117137" fmla="*/ 390698 w 2119654"/>
              <a:gd name="connsiteY117137" fmla="*/ 818925 h 2398711"/>
              <a:gd name="connsiteX117138" fmla="*/ 389238 w 2119654"/>
              <a:gd name="connsiteY117138" fmla="*/ 813049 h 2398711"/>
              <a:gd name="connsiteX117139" fmla="*/ 388969 w 2119654"/>
              <a:gd name="connsiteY117139" fmla="*/ 812527 h 2398711"/>
              <a:gd name="connsiteX117140" fmla="*/ 523495 w 2119654"/>
              <a:gd name="connsiteY117140" fmla="*/ 507113 h 2398711"/>
              <a:gd name="connsiteX117141" fmla="*/ 523732 w 2119654"/>
              <a:gd name="connsiteY117141" fmla="*/ 507899 h 2398711"/>
              <a:gd name="connsiteX117142" fmla="*/ 523772 w 2119654"/>
              <a:gd name="connsiteY117142" fmla="*/ 507209 h 2398711"/>
              <a:gd name="connsiteX117143" fmla="*/ 343782 w 2119654"/>
              <a:gd name="connsiteY117143" fmla="*/ 909387 h 2398711"/>
              <a:gd name="connsiteX117144" fmla="*/ 343890 w 2119654"/>
              <a:gd name="connsiteY117144" fmla="*/ 909836 h 2398711"/>
              <a:gd name="connsiteX117145" fmla="*/ 345681 w 2119654"/>
              <a:gd name="connsiteY117145" fmla="*/ 911349 h 2398711"/>
              <a:gd name="connsiteX117146" fmla="*/ 344555 w 2119654"/>
              <a:gd name="connsiteY117146" fmla="*/ 909628 h 2398711"/>
              <a:gd name="connsiteX117147" fmla="*/ 230201 w 2119654"/>
              <a:gd name="connsiteY117147" fmla="*/ 1163708 h 2398711"/>
              <a:gd name="connsiteX117148" fmla="*/ 231861 w 2119654"/>
              <a:gd name="connsiteY117148" fmla="*/ 1167431 h 2398711"/>
              <a:gd name="connsiteX117149" fmla="*/ 233381 w 2119654"/>
              <a:gd name="connsiteY117149" fmla="*/ 1168274 h 2398711"/>
              <a:gd name="connsiteX117150" fmla="*/ 231895 w 2119654"/>
              <a:gd name="connsiteY117150" fmla="*/ 1166237 h 2398711"/>
              <a:gd name="connsiteX117151" fmla="*/ 227206 w 2119654"/>
              <a:gd name="connsiteY117151" fmla="*/ 1170378 h 2398711"/>
              <a:gd name="connsiteX117152" fmla="*/ 229426 w 2119654"/>
              <a:gd name="connsiteY117152" fmla="*/ 1174984 h 2398711"/>
              <a:gd name="connsiteX117153" fmla="*/ 239810 w 2119654"/>
              <a:gd name="connsiteY117153" fmla="*/ 1187551 h 2398711"/>
              <a:gd name="connsiteX117154" fmla="*/ 241024 w 2119654"/>
              <a:gd name="connsiteY117154" fmla="*/ 1188906 h 2398711"/>
              <a:gd name="connsiteX117155" fmla="*/ 238056 w 2119654"/>
              <a:gd name="connsiteY117155" fmla="*/ 1182245 h 2398711"/>
              <a:gd name="connsiteX117156" fmla="*/ 236272 w 2119654"/>
              <a:gd name="connsiteY117156" fmla="*/ 1180339 h 2398711"/>
              <a:gd name="connsiteX117157" fmla="*/ 460231 w 2119654"/>
              <a:gd name="connsiteY117157" fmla="*/ 648489 h 2398711"/>
              <a:gd name="connsiteX117158" fmla="*/ 458383 w 2119654"/>
              <a:gd name="connsiteY117158" fmla="*/ 653540 h 2398711"/>
              <a:gd name="connsiteX117159" fmla="*/ 458552 w 2119654"/>
              <a:gd name="connsiteY117159" fmla="*/ 655562 h 2398711"/>
              <a:gd name="connsiteX117160" fmla="*/ 459115 w 2119654"/>
              <a:gd name="connsiteY117160" fmla="*/ 655804 h 2398711"/>
              <a:gd name="connsiteX117161" fmla="*/ 462427 w 2119654"/>
              <a:gd name="connsiteY117161" fmla="*/ 655980 h 2398711"/>
              <a:gd name="connsiteX117162" fmla="*/ 463264 w 2119654"/>
              <a:gd name="connsiteY117162" fmla="*/ 656058 h 2398711"/>
              <a:gd name="connsiteX117163" fmla="*/ 463314 w 2119654"/>
              <a:gd name="connsiteY117163" fmla="*/ 654862 h 2398711"/>
              <a:gd name="connsiteX117164" fmla="*/ 460247 w 2119654"/>
              <a:gd name="connsiteY117164" fmla="*/ 648497 h 2398711"/>
              <a:gd name="connsiteX117165" fmla="*/ 306762 w 2119654"/>
              <a:gd name="connsiteY117165" fmla="*/ 992067 h 2398711"/>
              <a:gd name="connsiteX117166" fmla="*/ 307696 w 2119654"/>
              <a:gd name="connsiteY117166" fmla="*/ 995176 h 2398711"/>
              <a:gd name="connsiteX117167" fmla="*/ 309446 w 2119654"/>
              <a:gd name="connsiteY117167" fmla="*/ 997924 h 2398711"/>
              <a:gd name="connsiteX117168" fmla="*/ 306877 w 2119654"/>
              <a:gd name="connsiteY117168" fmla="*/ 992260 h 2398711"/>
              <a:gd name="connsiteX117169" fmla="*/ 306984 w 2119654"/>
              <a:gd name="connsiteY117169" fmla="*/ 991562 h 2398711"/>
              <a:gd name="connsiteX117170" fmla="*/ 308528 w 2119654"/>
              <a:gd name="connsiteY117170" fmla="*/ 994376 h 2398711"/>
              <a:gd name="connsiteX117171" fmla="*/ 309877 w 2119654"/>
              <a:gd name="connsiteY117171" fmla="*/ 996410 h 2398711"/>
              <a:gd name="connsiteX117172" fmla="*/ 309895 w 2119654"/>
              <a:gd name="connsiteY117172" fmla="*/ 996066 h 2398711"/>
              <a:gd name="connsiteX117173" fmla="*/ 499225 w 2119654"/>
              <a:gd name="connsiteY117173" fmla="*/ 561041 h 2398711"/>
              <a:gd name="connsiteX117174" fmla="*/ 503446 w 2119654"/>
              <a:gd name="connsiteY117174" fmla="*/ 563728 h 2398711"/>
              <a:gd name="connsiteX117175" fmla="*/ 503802 w 2119654"/>
              <a:gd name="connsiteY117175" fmla="*/ 562863 h 2398711"/>
              <a:gd name="connsiteX117176" fmla="*/ 461365 w 2119654"/>
              <a:gd name="connsiteY117176" fmla="*/ 645388 h 2398711"/>
              <a:gd name="connsiteX117177" fmla="*/ 460620 w 2119654"/>
              <a:gd name="connsiteY117177" fmla="*/ 647421 h 2398711"/>
              <a:gd name="connsiteX117178" fmla="*/ 461158 w 2119654"/>
              <a:gd name="connsiteY117178" fmla="*/ 648478 h 2398711"/>
              <a:gd name="connsiteX117179" fmla="*/ 462635 w 2119654"/>
              <a:gd name="connsiteY117179" fmla="*/ 649184 h 2398711"/>
              <a:gd name="connsiteX117180" fmla="*/ 510094 w 2119654"/>
              <a:gd name="connsiteY117180" fmla="*/ 536215 h 2398711"/>
              <a:gd name="connsiteX117181" fmla="*/ 510884 w 2119654"/>
              <a:gd name="connsiteY117181" fmla="*/ 545659 h 2398711"/>
              <a:gd name="connsiteX117182" fmla="*/ 513593 w 2119654"/>
              <a:gd name="connsiteY117182" fmla="*/ 539076 h 2398711"/>
              <a:gd name="connsiteX117183" fmla="*/ 409469 w 2119654"/>
              <a:gd name="connsiteY117183" fmla="*/ 761415 h 2398711"/>
              <a:gd name="connsiteX117184" fmla="*/ 409525 w 2119654"/>
              <a:gd name="connsiteY117184" fmla="*/ 762765 h 2398711"/>
              <a:gd name="connsiteX117185" fmla="*/ 409851 w 2119654"/>
              <a:gd name="connsiteY117185" fmla="*/ 762865 h 2398711"/>
              <a:gd name="connsiteX117186" fmla="*/ 587255 w 2119654"/>
              <a:gd name="connsiteY117186" fmla="*/ 363316 h 2398711"/>
              <a:gd name="connsiteX117187" fmla="*/ 585311 w 2119654"/>
              <a:gd name="connsiteY117187" fmla="*/ 371499 h 2398711"/>
              <a:gd name="connsiteX117188" fmla="*/ 584729 w 2119654"/>
              <a:gd name="connsiteY117188" fmla="*/ 374475 h 2398711"/>
              <a:gd name="connsiteX117189" fmla="*/ 587481 w 2119654"/>
              <a:gd name="connsiteY117189" fmla="*/ 363544 h 2398711"/>
              <a:gd name="connsiteX117190" fmla="*/ 330342 w 2119654"/>
              <a:gd name="connsiteY117190" fmla="*/ 938585 h 2398711"/>
              <a:gd name="connsiteX117191" fmla="*/ 330566 w 2119654"/>
              <a:gd name="connsiteY117191" fmla="*/ 940368 h 2398711"/>
              <a:gd name="connsiteX117192" fmla="*/ 331144 w 2119654"/>
              <a:gd name="connsiteY117192" fmla="*/ 941028 h 2398711"/>
              <a:gd name="connsiteX117193" fmla="*/ 264007 w 2119654"/>
              <a:gd name="connsiteY117193" fmla="*/ 1087100 h 2398711"/>
              <a:gd name="connsiteX117194" fmla="*/ 264956 w 2119654"/>
              <a:gd name="connsiteY117194" fmla="*/ 1089584 h 2398711"/>
              <a:gd name="connsiteX117195" fmla="*/ 265749 w 2119654"/>
              <a:gd name="connsiteY117195" fmla="*/ 1090945 h 2398711"/>
              <a:gd name="connsiteX117196" fmla="*/ 264606 w 2119654"/>
              <a:gd name="connsiteY117196" fmla="*/ 1087619 h 2398711"/>
              <a:gd name="connsiteX117197" fmla="*/ 477262 w 2119654"/>
              <a:gd name="connsiteY117197" fmla="*/ 609556 h 2398711"/>
              <a:gd name="connsiteX117198" fmla="*/ 477562 w 2119654"/>
              <a:gd name="connsiteY117198" fmla="*/ 611399 h 2398711"/>
              <a:gd name="connsiteX117199" fmla="*/ 478187 w 2119654"/>
              <a:gd name="connsiteY117199" fmla="*/ 611813 h 2398711"/>
              <a:gd name="connsiteX117200" fmla="*/ 480090 w 2119654"/>
              <a:gd name="connsiteY117200" fmla="*/ 612193 h 2398711"/>
              <a:gd name="connsiteX117201" fmla="*/ 480056 w 2119654"/>
              <a:gd name="connsiteY117201" fmla="*/ 610527 h 2398711"/>
              <a:gd name="connsiteX117202" fmla="*/ 395456 w 2119654"/>
              <a:gd name="connsiteY117202" fmla="*/ 792501 h 2398711"/>
              <a:gd name="connsiteX117203" fmla="*/ 395559 w 2119654"/>
              <a:gd name="connsiteY117203" fmla="*/ 795503 h 2398711"/>
              <a:gd name="connsiteX117204" fmla="*/ 396426 w 2119654"/>
              <a:gd name="connsiteY117204" fmla="*/ 795676 h 2398711"/>
              <a:gd name="connsiteX117205" fmla="*/ 396426 w 2119654"/>
              <a:gd name="connsiteY117205" fmla="*/ 795672 h 2398711"/>
              <a:gd name="connsiteX117206" fmla="*/ 522980 w 2119654"/>
              <a:gd name="connsiteY117206" fmla="*/ 506932 h 2398711"/>
              <a:gd name="connsiteX117207" fmla="*/ 522969 w 2119654"/>
              <a:gd name="connsiteY117207" fmla="*/ 515822 h 2398711"/>
              <a:gd name="connsiteX117208" fmla="*/ 523117 w 2119654"/>
              <a:gd name="connsiteY117208" fmla="*/ 515946 h 2398711"/>
              <a:gd name="connsiteX117209" fmla="*/ 523294 w 2119654"/>
              <a:gd name="connsiteY117209" fmla="*/ 515516 h 2398711"/>
              <a:gd name="connsiteX117210" fmla="*/ 523699 w 2119654"/>
              <a:gd name="connsiteY117210" fmla="*/ 508469 h 2398711"/>
              <a:gd name="connsiteX117211" fmla="*/ 523266 w 2119654"/>
              <a:gd name="connsiteY117211" fmla="*/ 507034 h 2398711"/>
              <a:gd name="connsiteX117212" fmla="*/ 262812 w 2119654"/>
              <a:gd name="connsiteY117212" fmla="*/ 1089419 h 2398711"/>
              <a:gd name="connsiteX117213" fmla="*/ 262845 w 2119654"/>
              <a:gd name="connsiteY117213" fmla="*/ 1089488 h 2398711"/>
              <a:gd name="connsiteX117214" fmla="*/ 262861 w 2119654"/>
              <a:gd name="connsiteY117214" fmla="*/ 1089502 h 2398711"/>
              <a:gd name="connsiteX117215" fmla="*/ 301827 w 2119654"/>
              <a:gd name="connsiteY117215" fmla="*/ 1002029 h 2398711"/>
              <a:gd name="connsiteX117216" fmla="*/ 302840 w 2119654"/>
              <a:gd name="connsiteY117216" fmla="*/ 1014136 h 2398711"/>
              <a:gd name="connsiteX117217" fmla="*/ 306742 w 2119654"/>
              <a:gd name="connsiteY117217" fmla="*/ 1020181 h 2398711"/>
              <a:gd name="connsiteX117218" fmla="*/ 304113 w 2119654"/>
              <a:gd name="connsiteY117218" fmla="*/ 1006635 h 2398711"/>
              <a:gd name="connsiteX117219" fmla="*/ 302766 w 2119654"/>
              <a:gd name="connsiteY117219" fmla="*/ 1003458 h 2398711"/>
              <a:gd name="connsiteX117220" fmla="*/ 423317 w 2119654"/>
              <a:gd name="connsiteY117220" fmla="*/ 729890 h 2398711"/>
              <a:gd name="connsiteX117221" fmla="*/ 422893 w 2119654"/>
              <a:gd name="connsiteY117221" fmla="*/ 733535 h 2398711"/>
              <a:gd name="connsiteX117222" fmla="*/ 424266 w 2119654"/>
              <a:gd name="connsiteY117222" fmla="*/ 734012 h 2398711"/>
              <a:gd name="connsiteX117223" fmla="*/ 423626 w 2119654"/>
              <a:gd name="connsiteY117223" fmla="*/ 731406 h 2398711"/>
              <a:gd name="connsiteX117224" fmla="*/ 234380 w 2119654"/>
              <a:gd name="connsiteY117224" fmla="*/ 1152951 h 2398711"/>
              <a:gd name="connsiteX117225" fmla="*/ 238892 w 2119654"/>
              <a:gd name="connsiteY117225" fmla="*/ 1171329 h 2398711"/>
              <a:gd name="connsiteX117226" fmla="*/ 242805 w 2119654"/>
              <a:gd name="connsiteY117226" fmla="*/ 1173498 h 2398711"/>
              <a:gd name="connsiteX117227" fmla="*/ 242651 w 2119654"/>
              <a:gd name="connsiteY117227" fmla="*/ 1173136 h 2398711"/>
              <a:gd name="connsiteX117228" fmla="*/ 405290 w 2119654"/>
              <a:gd name="connsiteY117228" fmla="*/ 770247 h 2398711"/>
              <a:gd name="connsiteX117229" fmla="*/ 405763 w 2119654"/>
              <a:gd name="connsiteY117229" fmla="*/ 772250 h 2398711"/>
              <a:gd name="connsiteX117230" fmla="*/ 407781 w 2119654"/>
              <a:gd name="connsiteY117230" fmla="*/ 773219 h 2398711"/>
              <a:gd name="connsiteX117231" fmla="*/ 407689 w 2119654"/>
              <a:gd name="connsiteY117231" fmla="*/ 771100 h 2398711"/>
              <a:gd name="connsiteX117232" fmla="*/ 201548 w 2119654"/>
              <a:gd name="connsiteY117232" fmla="*/ 1226197 h 2398711"/>
              <a:gd name="connsiteX117233" fmla="*/ 208561 w 2119654"/>
              <a:gd name="connsiteY117233" fmla="*/ 1239835 h 2398711"/>
              <a:gd name="connsiteX117234" fmla="*/ 212464 w 2119654"/>
              <a:gd name="connsiteY117234" fmla="*/ 1242085 h 2398711"/>
              <a:gd name="connsiteX117235" fmla="*/ 207631 w 2119654"/>
              <a:gd name="connsiteY117235" fmla="*/ 1231688 h 2398711"/>
              <a:gd name="connsiteX117236" fmla="*/ 343112 w 2119654"/>
              <a:gd name="connsiteY117236" fmla="*/ 909179 h 2398711"/>
              <a:gd name="connsiteX117237" fmla="*/ 343741 w 2119654"/>
              <a:gd name="connsiteY117237" fmla="*/ 909711 h 2398711"/>
              <a:gd name="connsiteX117238" fmla="*/ 343655 w 2119654"/>
              <a:gd name="connsiteY117238" fmla="*/ 909348 h 2398711"/>
              <a:gd name="connsiteX117239" fmla="*/ 342982 w 2119654"/>
              <a:gd name="connsiteY117239" fmla="*/ 909448 h 2398711"/>
              <a:gd name="connsiteX117240" fmla="*/ 342411 w 2119654"/>
              <a:gd name="connsiteY117240" fmla="*/ 923326 h 2398711"/>
              <a:gd name="connsiteX117241" fmla="*/ 347142 w 2119654"/>
              <a:gd name="connsiteY117241" fmla="*/ 931448 h 2398711"/>
              <a:gd name="connsiteX117242" fmla="*/ 346955 w 2119654"/>
              <a:gd name="connsiteY117242" fmla="*/ 923054 h 2398711"/>
              <a:gd name="connsiteX117243" fmla="*/ 343856 w 2119654"/>
              <a:gd name="connsiteY117243" fmla="*/ 910187 h 2398711"/>
              <a:gd name="connsiteX117244" fmla="*/ 425635 w 2119654"/>
              <a:gd name="connsiteY117244" fmla="*/ 724266 h 2398711"/>
              <a:gd name="connsiteX117245" fmla="*/ 429430 w 2119654"/>
              <a:gd name="connsiteY117245" fmla="*/ 729116 h 2398711"/>
              <a:gd name="connsiteX117246" fmla="*/ 429372 w 2119654"/>
              <a:gd name="connsiteY117246" fmla="*/ 726491 h 2398711"/>
              <a:gd name="connsiteX117247" fmla="*/ 428939 w 2119654"/>
              <a:gd name="connsiteY117247" fmla="*/ 725442 h 2398711"/>
              <a:gd name="connsiteX117248" fmla="*/ 343423 w 2119654"/>
              <a:gd name="connsiteY117248" fmla="*/ 907899 h 2398711"/>
              <a:gd name="connsiteX117249" fmla="*/ 343630 w 2119654"/>
              <a:gd name="connsiteY117249" fmla="*/ 908757 h 2398711"/>
              <a:gd name="connsiteX117250" fmla="*/ 344076 w 2119654"/>
              <a:gd name="connsiteY117250" fmla="*/ 908896 h 2398711"/>
              <a:gd name="connsiteX117251" fmla="*/ 503707 w 2119654"/>
              <a:gd name="connsiteY117251" fmla="*/ 548941 h 2398711"/>
              <a:gd name="connsiteX117252" fmla="*/ 504473 w 2119654"/>
              <a:gd name="connsiteY117252" fmla="*/ 556140 h 2398711"/>
              <a:gd name="connsiteX117253" fmla="*/ 506134 w 2119654"/>
              <a:gd name="connsiteY117253" fmla="*/ 557199 h 2398711"/>
              <a:gd name="connsiteX117254" fmla="*/ 506277 w 2119654"/>
              <a:gd name="connsiteY117254" fmla="*/ 556851 h 2398711"/>
              <a:gd name="connsiteX117255" fmla="*/ 400080 w 2119654"/>
              <a:gd name="connsiteY117255" fmla="*/ 780808 h 2398711"/>
              <a:gd name="connsiteX117256" fmla="*/ 400019 w 2119654"/>
              <a:gd name="connsiteY117256" fmla="*/ 784249 h 2398711"/>
              <a:gd name="connsiteX117257" fmla="*/ 400875 w 2119654"/>
              <a:gd name="connsiteY117257" fmla="*/ 784769 h 2398711"/>
              <a:gd name="connsiteX117258" fmla="*/ 400251 w 2119654"/>
              <a:gd name="connsiteY117258" fmla="*/ 781221 h 2398711"/>
              <a:gd name="connsiteX117259" fmla="*/ 434085 w 2119654"/>
              <a:gd name="connsiteY117259" fmla="*/ 704590 h 2398711"/>
              <a:gd name="connsiteX117260" fmla="*/ 436137 w 2119654"/>
              <a:gd name="connsiteY117260" fmla="*/ 710908 h 2398711"/>
              <a:gd name="connsiteX117261" fmla="*/ 436184 w 2119654"/>
              <a:gd name="connsiteY117261" fmla="*/ 710968 h 2398711"/>
              <a:gd name="connsiteX117262" fmla="*/ 436838 w 2119654"/>
              <a:gd name="connsiteY117262" fmla="*/ 708858 h 2398711"/>
              <a:gd name="connsiteX117263" fmla="*/ 437001 w 2119654"/>
              <a:gd name="connsiteY117263" fmla="*/ 707833 h 2398711"/>
              <a:gd name="connsiteX117264" fmla="*/ 264102 w 2119654"/>
              <a:gd name="connsiteY117264" fmla="*/ 1085204 h 2398711"/>
              <a:gd name="connsiteX117265" fmla="*/ 264988 w 2119654"/>
              <a:gd name="connsiteY117265" fmla="*/ 1087781 h 2398711"/>
              <a:gd name="connsiteX117266" fmla="*/ 265276 w 2119654"/>
              <a:gd name="connsiteY117266" fmla="*/ 1088030 h 2398711"/>
              <a:gd name="connsiteX117267" fmla="*/ 488321 w 2119654"/>
              <a:gd name="connsiteY117267" fmla="*/ 583032 h 2398711"/>
              <a:gd name="connsiteX117268" fmla="*/ 488346 w 2119654"/>
              <a:gd name="connsiteY117268" fmla="*/ 585069 h 2398711"/>
              <a:gd name="connsiteX117269" fmla="*/ 492741 w 2119654"/>
              <a:gd name="connsiteY117269" fmla="*/ 593001 h 2398711"/>
              <a:gd name="connsiteX117270" fmla="*/ 494883 w 2119654"/>
              <a:gd name="connsiteY117270" fmla="*/ 587142 h 2398711"/>
              <a:gd name="connsiteX117271" fmla="*/ 425214 w 2119654"/>
              <a:gd name="connsiteY117271" fmla="*/ 724141 h 2398711"/>
              <a:gd name="connsiteX117272" fmla="*/ 425296 w 2119654"/>
              <a:gd name="connsiteY117272" fmla="*/ 730815 h 2398711"/>
              <a:gd name="connsiteX117273" fmla="*/ 426252 w 2119654"/>
              <a:gd name="connsiteY117273" fmla="*/ 734704 h 2398711"/>
              <a:gd name="connsiteX117274" fmla="*/ 428583 w 2119654"/>
              <a:gd name="connsiteY117274" fmla="*/ 735515 h 2398711"/>
              <a:gd name="connsiteX117275" fmla="*/ 429501 w 2119654"/>
              <a:gd name="connsiteY117275" fmla="*/ 732550 h 2398711"/>
              <a:gd name="connsiteX117276" fmla="*/ 429438 w 2119654"/>
              <a:gd name="connsiteY117276" fmla="*/ 729537 h 2398711"/>
              <a:gd name="connsiteX117277" fmla="*/ 404705 w 2119654"/>
              <a:gd name="connsiteY117277" fmla="*/ 770038 h 2398711"/>
              <a:gd name="connsiteX117278" fmla="*/ 404703 w 2119654"/>
              <a:gd name="connsiteY117278" fmla="*/ 771740 h 2398711"/>
              <a:gd name="connsiteX117279" fmla="*/ 405318 w 2119654"/>
              <a:gd name="connsiteY117279" fmla="*/ 772036 h 2398711"/>
              <a:gd name="connsiteX117280" fmla="*/ 404948 w 2119654"/>
              <a:gd name="connsiteY117280" fmla="*/ 770125 h 2398711"/>
              <a:gd name="connsiteX117281" fmla="*/ 264064 w 2119654"/>
              <a:gd name="connsiteY117281" fmla="*/ 1084813 h 2398711"/>
              <a:gd name="connsiteX117282" fmla="*/ 264294 w 2119654"/>
              <a:gd name="connsiteY117282" fmla="*/ 1085367 h 2398711"/>
              <a:gd name="connsiteX117283" fmla="*/ 265653 w 2119654"/>
              <a:gd name="connsiteY117283" fmla="*/ 1088358 h 2398711"/>
              <a:gd name="connsiteX117284" fmla="*/ 269948 w 2119654"/>
              <a:gd name="connsiteY117284" fmla="*/ 1092088 h 2398711"/>
              <a:gd name="connsiteX117285" fmla="*/ 269366 w 2119654"/>
              <a:gd name="connsiteY117285" fmla="*/ 1088499 h 2398711"/>
              <a:gd name="connsiteX117286" fmla="*/ 589590 w 2119654"/>
              <a:gd name="connsiteY117286" fmla="*/ 355886 h 2398711"/>
              <a:gd name="connsiteX117287" fmla="*/ 587693 w 2119654"/>
              <a:gd name="connsiteY117287" fmla="*/ 363423 h 2398711"/>
              <a:gd name="connsiteX117288" fmla="*/ 600839 w 2119654"/>
              <a:gd name="connsiteY117288" fmla="*/ 376678 h 2398711"/>
              <a:gd name="connsiteX117289" fmla="*/ 598763 w 2119654"/>
              <a:gd name="connsiteY117289" fmla="*/ 363537 h 2398711"/>
              <a:gd name="connsiteX117290" fmla="*/ 525153 w 2119654"/>
              <a:gd name="connsiteY117290" fmla="*/ 500053 h 2398711"/>
              <a:gd name="connsiteX117291" fmla="*/ 525144 w 2119654"/>
              <a:gd name="connsiteY117291" fmla="*/ 506304 h 2398711"/>
              <a:gd name="connsiteX117292" fmla="*/ 526869 w 2119654"/>
              <a:gd name="connsiteY117292" fmla="*/ 506830 h 2398711"/>
              <a:gd name="connsiteX117293" fmla="*/ 528500 w 2119654"/>
              <a:gd name="connsiteY117293" fmla="*/ 502868 h 2398711"/>
              <a:gd name="connsiteX117294" fmla="*/ 388948 w 2119654"/>
              <a:gd name="connsiteY117294" fmla="*/ 804986 h 2398711"/>
              <a:gd name="connsiteX117295" fmla="*/ 393639 w 2119654"/>
              <a:gd name="connsiteY117295" fmla="*/ 813359 h 2398711"/>
              <a:gd name="connsiteX117296" fmla="*/ 393286 w 2119654"/>
              <a:gd name="connsiteY117296" fmla="*/ 811866 h 2398711"/>
              <a:gd name="connsiteX117297" fmla="*/ 445624 w 2119654"/>
              <a:gd name="connsiteY117297" fmla="*/ 677916 h 2398711"/>
              <a:gd name="connsiteX117298" fmla="*/ 446048 w 2119654"/>
              <a:gd name="connsiteY117298" fmla="*/ 680385 h 2398711"/>
              <a:gd name="connsiteX117299" fmla="*/ 446644 w 2119654"/>
              <a:gd name="connsiteY117299" fmla="*/ 678757 h 2398711"/>
              <a:gd name="connsiteX117300" fmla="*/ 353736 w 2119654"/>
              <a:gd name="connsiteY117300" fmla="*/ 883621 h 2398711"/>
              <a:gd name="connsiteX117301" fmla="*/ 353941 w 2119654"/>
              <a:gd name="connsiteY117301" fmla="*/ 884625 h 2398711"/>
              <a:gd name="connsiteX117302" fmla="*/ 357127 w 2119654"/>
              <a:gd name="connsiteY117302" fmla="*/ 892139 h 2398711"/>
              <a:gd name="connsiteX117303" fmla="*/ 359099 w 2119654"/>
              <a:gd name="connsiteY117303" fmla="*/ 893637 h 2398711"/>
              <a:gd name="connsiteX117304" fmla="*/ 359103 w 2119654"/>
              <a:gd name="connsiteY117304" fmla="*/ 890538 h 2398711"/>
              <a:gd name="connsiteX117305" fmla="*/ 358041 w 2119654"/>
              <a:gd name="connsiteY117305" fmla="*/ 885064 h 2398711"/>
              <a:gd name="connsiteX117306" fmla="*/ 343070 w 2119654"/>
              <a:gd name="connsiteY117306" fmla="*/ 907358 h 2398711"/>
              <a:gd name="connsiteX117307" fmla="*/ 343020 w 2119654"/>
              <a:gd name="connsiteY117307" fmla="*/ 908567 h 2398711"/>
              <a:gd name="connsiteX117308" fmla="*/ 343502 w 2119654"/>
              <a:gd name="connsiteY117308" fmla="*/ 908718 h 2398711"/>
              <a:gd name="connsiteX117309" fmla="*/ 343237 w 2119654"/>
              <a:gd name="connsiteY117309" fmla="*/ 907612 h 2398711"/>
              <a:gd name="connsiteX117310" fmla="*/ 476938 w 2119654"/>
              <a:gd name="connsiteY117310" fmla="*/ 607565 h 2398711"/>
              <a:gd name="connsiteX117311" fmla="*/ 477141 w 2119654"/>
              <a:gd name="connsiteY117311" fmla="*/ 608810 h 2398711"/>
              <a:gd name="connsiteX117312" fmla="*/ 480038 w 2119654"/>
              <a:gd name="connsiteY117312" fmla="*/ 609689 h 2398711"/>
              <a:gd name="connsiteX117313" fmla="*/ 480031 w 2119654"/>
              <a:gd name="connsiteY117313" fmla="*/ 609350 h 2398711"/>
              <a:gd name="connsiteX117314" fmla="*/ 478706 w 2119654"/>
              <a:gd name="connsiteY117314" fmla="*/ 609186 h 2398711"/>
              <a:gd name="connsiteX117315" fmla="*/ 478891 w 2119654"/>
              <a:gd name="connsiteY117315" fmla="*/ 609074 h 2398711"/>
              <a:gd name="connsiteX117316" fmla="*/ 480028 w 2119654"/>
              <a:gd name="connsiteY117316" fmla="*/ 609214 h 2398711"/>
              <a:gd name="connsiteX117317" fmla="*/ 480006 w 2119654"/>
              <a:gd name="connsiteY117317" fmla="*/ 608178 h 2398711"/>
              <a:gd name="connsiteX117318" fmla="*/ 467413 w 2119654"/>
              <a:gd name="connsiteY117318" fmla="*/ 628847 h 2398711"/>
              <a:gd name="connsiteX117319" fmla="*/ 464923 w 2119654"/>
              <a:gd name="connsiteY117319" fmla="*/ 635656 h 2398711"/>
              <a:gd name="connsiteX117320" fmla="*/ 464943 w 2119654"/>
              <a:gd name="connsiteY117320" fmla="*/ 635717 h 2398711"/>
              <a:gd name="connsiteX117321" fmla="*/ 466794 w 2119654"/>
              <a:gd name="connsiteY117321" fmla="*/ 638449 h 2398711"/>
              <a:gd name="connsiteX117322" fmla="*/ 471811 w 2119654"/>
              <a:gd name="connsiteY117322" fmla="*/ 641719 h 2398711"/>
              <a:gd name="connsiteX117323" fmla="*/ 473185 w 2119654"/>
              <a:gd name="connsiteY117323" fmla="*/ 631889 h 2398711"/>
              <a:gd name="connsiteX117324" fmla="*/ 488308 w 2119654"/>
              <a:gd name="connsiteY117324" fmla="*/ 581948 h 2398711"/>
              <a:gd name="connsiteX117325" fmla="*/ 488315 w 2119654"/>
              <a:gd name="connsiteY117325" fmla="*/ 582553 h 2398711"/>
              <a:gd name="connsiteX117326" fmla="*/ 490371 w 2119654"/>
              <a:gd name="connsiteY117326" fmla="*/ 583804 h 2398711"/>
              <a:gd name="connsiteX117327" fmla="*/ 494655 w 2119654"/>
              <a:gd name="connsiteY117327" fmla="*/ 586486 h 2398711"/>
              <a:gd name="connsiteX117328" fmla="*/ 494160 w 2119654"/>
              <a:gd name="connsiteY117328" fmla="*/ 585594 h 2398711"/>
              <a:gd name="connsiteX117329" fmla="*/ 489369 w 2119654"/>
              <a:gd name="connsiteY117329" fmla="*/ 582593 h 2398711"/>
              <a:gd name="connsiteX117330" fmla="*/ 335370 w 2119654"/>
              <a:gd name="connsiteY117330" fmla="*/ 924244 h 2398711"/>
              <a:gd name="connsiteX117331" fmla="*/ 335618 w 2119654"/>
              <a:gd name="connsiteY117331" fmla="*/ 925518 h 2398711"/>
              <a:gd name="connsiteX117332" fmla="*/ 336569 w 2119654"/>
              <a:gd name="connsiteY117332" fmla="*/ 927081 h 2398711"/>
              <a:gd name="connsiteX117333" fmla="*/ 336370 w 2119654"/>
              <a:gd name="connsiteY117333" fmla="*/ 925846 h 2398711"/>
              <a:gd name="connsiteX117334" fmla="*/ 419696 w 2119654"/>
              <a:gd name="connsiteY117334" fmla="*/ 735268 h 2398711"/>
              <a:gd name="connsiteX117335" fmla="*/ 420777 w 2119654"/>
              <a:gd name="connsiteY117335" fmla="*/ 739615 h 2398711"/>
              <a:gd name="connsiteX117336" fmla="*/ 421371 w 2119654"/>
              <a:gd name="connsiteY117336" fmla="*/ 735829 h 2398711"/>
              <a:gd name="connsiteX117337" fmla="*/ 453621 w 2119654"/>
              <a:gd name="connsiteY117337" fmla="*/ 659290 h 2398711"/>
              <a:gd name="connsiteX117338" fmla="*/ 453402 w 2119654"/>
              <a:gd name="connsiteY117338" fmla="*/ 660273 h 2398711"/>
              <a:gd name="connsiteX117339" fmla="*/ 453754 w 2119654"/>
              <a:gd name="connsiteY117339" fmla="*/ 659313 h 2398711"/>
              <a:gd name="connsiteX117340" fmla="*/ 424670 w 2119654"/>
              <a:gd name="connsiteY117340" fmla="*/ 723923 h 2398711"/>
              <a:gd name="connsiteX117341" fmla="*/ 424779 w 2119654"/>
              <a:gd name="connsiteY117341" fmla="*/ 728710 h 2398711"/>
              <a:gd name="connsiteX117342" fmla="*/ 424808 w 2119654"/>
              <a:gd name="connsiteY117342" fmla="*/ 728827 h 2398711"/>
              <a:gd name="connsiteX117343" fmla="*/ 424796 w 2119654"/>
              <a:gd name="connsiteY117343" fmla="*/ 723968 h 2398711"/>
              <a:gd name="connsiteX117344" fmla="*/ 303494 w 2119654"/>
              <a:gd name="connsiteY117344" fmla="*/ 995225 h 2398711"/>
              <a:gd name="connsiteX117345" fmla="*/ 309340 w 2119654"/>
              <a:gd name="connsiteY117345" fmla="*/ 1006660 h 2398711"/>
              <a:gd name="connsiteX117346" fmla="*/ 309505 w 2119654"/>
              <a:gd name="connsiteY117346" fmla="*/ 1003513 h 2398711"/>
              <a:gd name="connsiteX117347" fmla="*/ 308057 w 2119654"/>
              <a:gd name="connsiteY117347" fmla="*/ 998691 h 2398711"/>
              <a:gd name="connsiteX117348" fmla="*/ 474485 w 2119654"/>
              <a:gd name="connsiteY117348" fmla="*/ 612197 h 2398711"/>
              <a:gd name="connsiteX117349" fmla="*/ 476135 w 2119654"/>
              <a:gd name="connsiteY117349" fmla="*/ 631920 h 2398711"/>
              <a:gd name="connsiteX117350" fmla="*/ 476902 w 2119654"/>
              <a:gd name="connsiteY117350" fmla="*/ 632324 h 2398711"/>
              <a:gd name="connsiteX117351" fmla="*/ 476542 w 2119654"/>
              <a:gd name="connsiteY117351" fmla="*/ 626552 h 2398711"/>
              <a:gd name="connsiteX117352" fmla="*/ 476474 w 2119654"/>
              <a:gd name="connsiteY117352" fmla="*/ 623490 h 2398711"/>
              <a:gd name="connsiteX117353" fmla="*/ 474652 w 2119654"/>
              <a:gd name="connsiteY117353" fmla="*/ 612307 h 2398711"/>
              <a:gd name="connsiteX117354" fmla="*/ 409330 w 2119654"/>
              <a:gd name="connsiteY117354" fmla="*/ 758075 h 2398711"/>
              <a:gd name="connsiteX117355" fmla="*/ 409360 w 2119654"/>
              <a:gd name="connsiteY117355" fmla="*/ 758777 h 2398711"/>
              <a:gd name="connsiteX117356" fmla="*/ 410539 w 2119654"/>
              <a:gd name="connsiteY117356" fmla="*/ 763076 h 2398711"/>
              <a:gd name="connsiteX117357" fmla="*/ 411637 w 2119654"/>
              <a:gd name="connsiteY117357" fmla="*/ 763411 h 2398711"/>
              <a:gd name="connsiteX117358" fmla="*/ 409429 w 2119654"/>
              <a:gd name="connsiteY117358" fmla="*/ 758224 h 2398711"/>
              <a:gd name="connsiteX117359" fmla="*/ 589115 w 2119654"/>
              <a:gd name="connsiteY117359" fmla="*/ 355489 h 2398711"/>
              <a:gd name="connsiteX117360" fmla="*/ 587319 w 2119654"/>
              <a:gd name="connsiteY117360" fmla="*/ 363047 h 2398711"/>
              <a:gd name="connsiteX117361" fmla="*/ 587548 w 2119654"/>
              <a:gd name="connsiteY117361" fmla="*/ 363277 h 2398711"/>
              <a:gd name="connsiteX117362" fmla="*/ 589440 w 2119654"/>
              <a:gd name="connsiteY117362" fmla="*/ 355761 h 2398711"/>
              <a:gd name="connsiteX117363" fmla="*/ 347198 w 2119654"/>
              <a:gd name="connsiteY117363" fmla="*/ 896946 h 2398711"/>
              <a:gd name="connsiteX117364" fmla="*/ 347442 w 2119654"/>
              <a:gd name="connsiteY117364" fmla="*/ 907877 h 2398711"/>
              <a:gd name="connsiteX117365" fmla="*/ 347925 w 2119654"/>
              <a:gd name="connsiteY117365" fmla="*/ 910096 h 2398711"/>
              <a:gd name="connsiteX117366" fmla="*/ 352711 w 2119654"/>
              <a:gd name="connsiteY117366" fmla="*/ 911587 h 2398711"/>
              <a:gd name="connsiteX117367" fmla="*/ 349746 w 2119654"/>
              <a:gd name="connsiteY117367" fmla="*/ 902610 h 2398711"/>
              <a:gd name="connsiteX117368" fmla="*/ 348713 w 2119654"/>
              <a:gd name="connsiteY117368" fmla="*/ 900364 h 2398711"/>
              <a:gd name="connsiteX117369" fmla="*/ 602789 w 2119654"/>
              <a:gd name="connsiteY117369" fmla="*/ 324582 h 2398711"/>
              <a:gd name="connsiteX117370" fmla="*/ 625476 w 2119654"/>
              <a:gd name="connsiteY117370" fmla="*/ 350616 h 2398711"/>
              <a:gd name="connsiteX117371" fmla="*/ 628962 w 2119654"/>
              <a:gd name="connsiteY117371" fmla="*/ 355263 h 2398711"/>
              <a:gd name="connsiteX117372" fmla="*/ 627205 w 2119654"/>
              <a:gd name="connsiteY117372" fmla="*/ 342431 h 2398711"/>
              <a:gd name="connsiteX117373" fmla="*/ 610613 w 2119654"/>
              <a:gd name="connsiteY117373" fmla="*/ 330191 h 2398711"/>
              <a:gd name="connsiteX117374" fmla="*/ 407226 w 2119654"/>
              <a:gd name="connsiteY117374" fmla="*/ 762473 h 2398711"/>
              <a:gd name="connsiteX117375" fmla="*/ 407318 w 2119654"/>
              <a:gd name="connsiteY117375" fmla="*/ 762571 h 2398711"/>
              <a:gd name="connsiteX117376" fmla="*/ 407315 w 2119654"/>
              <a:gd name="connsiteY117376" fmla="*/ 762499 h 2398711"/>
              <a:gd name="connsiteX117377" fmla="*/ 470295 w 2119654"/>
              <a:gd name="connsiteY117377" fmla="*/ 620965 h 2398711"/>
              <a:gd name="connsiteX117378" fmla="*/ 467880 w 2119654"/>
              <a:gd name="connsiteY117378" fmla="*/ 627569 h 2398711"/>
              <a:gd name="connsiteX117379" fmla="*/ 473383 w 2119654"/>
              <a:gd name="connsiteY117379" fmla="*/ 630469 h 2398711"/>
              <a:gd name="connsiteX117380" fmla="*/ 473718 w 2119654"/>
              <a:gd name="connsiteY117380" fmla="*/ 628069 h 2398711"/>
              <a:gd name="connsiteX117381" fmla="*/ 547934 w 2119654"/>
              <a:gd name="connsiteY117381" fmla="*/ 446920 h 2398711"/>
              <a:gd name="connsiteX117382" fmla="*/ 550518 w 2119654"/>
              <a:gd name="connsiteY117382" fmla="*/ 449613 h 2398711"/>
              <a:gd name="connsiteX117383" fmla="*/ 550548 w 2119654"/>
              <a:gd name="connsiteY117383" fmla="*/ 449626 h 2398711"/>
              <a:gd name="connsiteX117384" fmla="*/ 551158 w 2119654"/>
              <a:gd name="connsiteY117384" fmla="*/ 448201 h 2398711"/>
              <a:gd name="connsiteX117385" fmla="*/ 415963 w 2119654"/>
              <a:gd name="connsiteY117385" fmla="*/ 742375 h 2398711"/>
              <a:gd name="connsiteX117386" fmla="*/ 417016 w 2119654"/>
              <a:gd name="connsiteY117386" fmla="*/ 744653 h 2398711"/>
              <a:gd name="connsiteX117387" fmla="*/ 416800 w 2119654"/>
              <a:gd name="connsiteY117387" fmla="*/ 742907 h 2398711"/>
              <a:gd name="connsiteX117388" fmla="*/ 454202 w 2119654"/>
              <a:gd name="connsiteY117388" fmla="*/ 656684 h 2398711"/>
              <a:gd name="connsiteX117389" fmla="*/ 453905 w 2119654"/>
              <a:gd name="connsiteY117389" fmla="*/ 658017 h 2398711"/>
              <a:gd name="connsiteX117390" fmla="*/ 454017 w 2119654"/>
              <a:gd name="connsiteY117390" fmla="*/ 658289 h 2398711"/>
              <a:gd name="connsiteX117391" fmla="*/ 454026 w 2119654"/>
              <a:gd name="connsiteY117391" fmla="*/ 658292 h 2398711"/>
              <a:gd name="connsiteX117392" fmla="*/ 454244 w 2119654"/>
              <a:gd name="connsiteY117392" fmla="*/ 656688 h 2398711"/>
              <a:gd name="connsiteX117393" fmla="*/ 267387 w 2119654"/>
              <a:gd name="connsiteY117393" fmla="*/ 1074780 h 2398711"/>
              <a:gd name="connsiteX117394" fmla="*/ 268222 w 2119654"/>
              <a:gd name="connsiteY117394" fmla="*/ 1079944 h 2398711"/>
              <a:gd name="connsiteX117395" fmla="*/ 268955 w 2119654"/>
              <a:gd name="connsiteY117395" fmla="*/ 1081064 h 2398711"/>
              <a:gd name="connsiteX117396" fmla="*/ 269108 w 2119654"/>
              <a:gd name="connsiteY117396" fmla="*/ 1081206 h 2398711"/>
              <a:gd name="connsiteX117397" fmla="*/ 268580 w 2119654"/>
              <a:gd name="connsiteY117397" fmla="*/ 1076830 h 2398711"/>
              <a:gd name="connsiteX117398" fmla="*/ 350675 w 2119654"/>
              <a:gd name="connsiteY117398" fmla="*/ 888089 h 2398711"/>
              <a:gd name="connsiteX117399" fmla="*/ 355531 w 2119654"/>
              <a:gd name="connsiteY117399" fmla="*/ 895787 h 2398711"/>
              <a:gd name="connsiteX117400" fmla="*/ 354564 w 2119654"/>
              <a:gd name="connsiteY117400" fmla="*/ 891043 h 2398711"/>
              <a:gd name="connsiteX117401" fmla="*/ 375299 w 2119654"/>
              <a:gd name="connsiteY117401" fmla="*/ 832867 h 2398711"/>
              <a:gd name="connsiteX117402" fmla="*/ 375199 w 2119654"/>
              <a:gd name="connsiteY117402" fmla="*/ 833618 h 2398711"/>
              <a:gd name="connsiteX117403" fmla="*/ 375410 w 2119654"/>
              <a:gd name="connsiteY117403" fmla="*/ 834229 h 2398711"/>
              <a:gd name="connsiteX117404" fmla="*/ 375356 w 2119654"/>
              <a:gd name="connsiteY117404" fmla="*/ 832929 h 2398711"/>
              <a:gd name="connsiteX117405" fmla="*/ 424037 w 2119654"/>
              <a:gd name="connsiteY117405" fmla="*/ 723698 h 2398711"/>
              <a:gd name="connsiteX117406" fmla="*/ 423880 w 2119654"/>
              <a:gd name="connsiteY117406" fmla="*/ 725048 h 2398711"/>
              <a:gd name="connsiteX117407" fmla="*/ 424476 w 2119654"/>
              <a:gd name="connsiteY117407" fmla="*/ 727476 h 2398711"/>
              <a:gd name="connsiteX117408" fmla="*/ 424393 w 2119654"/>
              <a:gd name="connsiteY117408" fmla="*/ 723825 h 2398711"/>
              <a:gd name="connsiteX117409" fmla="*/ 472863 w 2119654"/>
              <a:gd name="connsiteY117409" fmla="*/ 613944 h 2398711"/>
              <a:gd name="connsiteX117410" fmla="*/ 470510 w 2119654"/>
              <a:gd name="connsiteY117410" fmla="*/ 620378 h 2398711"/>
              <a:gd name="connsiteX117411" fmla="*/ 473784 w 2119654"/>
              <a:gd name="connsiteY117411" fmla="*/ 627214 h 2398711"/>
              <a:gd name="connsiteX117412" fmla="*/ 473742 w 2119654"/>
              <a:gd name="connsiteY117412" fmla="*/ 624448 h 2398711"/>
              <a:gd name="connsiteX117413" fmla="*/ 445239 w 2119654"/>
              <a:gd name="connsiteY117413" fmla="*/ 675675 h 2398711"/>
              <a:gd name="connsiteX117414" fmla="*/ 445546 w 2119654"/>
              <a:gd name="connsiteY117414" fmla="*/ 677463 h 2398711"/>
              <a:gd name="connsiteX117415" fmla="*/ 446753 w 2119654"/>
              <a:gd name="connsiteY117415" fmla="*/ 678457 h 2398711"/>
              <a:gd name="connsiteX117416" fmla="*/ 447687 w 2119654"/>
              <a:gd name="connsiteY117416" fmla="*/ 675903 h 2398711"/>
              <a:gd name="connsiteX117417" fmla="*/ 395408 w 2119654"/>
              <a:gd name="connsiteY117417" fmla="*/ 787172 h 2398711"/>
              <a:gd name="connsiteX117418" fmla="*/ 396025 w 2119654"/>
              <a:gd name="connsiteY117418" fmla="*/ 789692 h 2398711"/>
              <a:gd name="connsiteX117419" fmla="*/ 396953 w 2119654"/>
              <a:gd name="connsiteY117419" fmla="*/ 792360 h 2398711"/>
              <a:gd name="connsiteX117420" fmla="*/ 397190 w 2119654"/>
              <a:gd name="connsiteY117420" fmla="*/ 790870 h 2398711"/>
              <a:gd name="connsiteX117421" fmla="*/ 457862 w 2119654"/>
              <a:gd name="connsiteY117421" fmla="*/ 647317 h 2398711"/>
              <a:gd name="connsiteX117422" fmla="*/ 457914 w 2119654"/>
              <a:gd name="connsiteY117422" fmla="*/ 647938 h 2398711"/>
              <a:gd name="connsiteX117423" fmla="*/ 458098 w 2119654"/>
              <a:gd name="connsiteY117423" fmla="*/ 647434 h 2398711"/>
              <a:gd name="connsiteX117424" fmla="*/ 262799 w 2119654"/>
              <a:gd name="connsiteY117424" fmla="*/ 1083933 h 2398711"/>
              <a:gd name="connsiteX117425" fmla="*/ 263909 w 2119654"/>
              <a:gd name="connsiteY117425" fmla="*/ 1086843 h 2398711"/>
              <a:gd name="connsiteX117426" fmla="*/ 264522 w 2119654"/>
              <a:gd name="connsiteY117426" fmla="*/ 1087374 h 2398711"/>
              <a:gd name="connsiteX117427" fmla="*/ 263506 w 2119654"/>
              <a:gd name="connsiteY117427" fmla="*/ 1084426 h 2398711"/>
              <a:gd name="connsiteX117428" fmla="*/ 322985 w 2119654"/>
              <a:gd name="connsiteY117428" fmla="*/ 948892 h 2398711"/>
              <a:gd name="connsiteX117429" fmla="*/ 322722 w 2119654"/>
              <a:gd name="connsiteY117429" fmla="*/ 950230 h 2398711"/>
              <a:gd name="connsiteX117430" fmla="*/ 322210 w 2119654"/>
              <a:gd name="connsiteY117430" fmla="*/ 954093 h 2398711"/>
              <a:gd name="connsiteX117431" fmla="*/ 325671 w 2119654"/>
              <a:gd name="connsiteY117431" fmla="*/ 955755 h 2398711"/>
              <a:gd name="connsiteX117432" fmla="*/ 325506 w 2119654"/>
              <a:gd name="connsiteY117432" fmla="*/ 954847 h 2398711"/>
              <a:gd name="connsiteX117433" fmla="*/ 455817 w 2119654"/>
              <a:gd name="connsiteY117433" fmla="*/ 651247 h 2398711"/>
              <a:gd name="connsiteX117434" fmla="*/ 455415 w 2119654"/>
              <a:gd name="connsiteY117434" fmla="*/ 654207 h 2398711"/>
              <a:gd name="connsiteX117435" fmla="*/ 455592 w 2119654"/>
              <a:gd name="connsiteY117435" fmla="*/ 654283 h 2398711"/>
              <a:gd name="connsiteX117436" fmla="*/ 455982 w 2119654"/>
              <a:gd name="connsiteY117436" fmla="*/ 653217 h 2398711"/>
              <a:gd name="connsiteX117437" fmla="*/ 418408 w 2119654"/>
              <a:gd name="connsiteY117437" fmla="*/ 734835 h 2398711"/>
              <a:gd name="connsiteX117438" fmla="*/ 418871 w 2119654"/>
              <a:gd name="connsiteY117438" fmla="*/ 741628 h 2398711"/>
              <a:gd name="connsiteX117439" fmla="*/ 420317 w 2119654"/>
              <a:gd name="connsiteY117439" fmla="*/ 742548 h 2398711"/>
              <a:gd name="connsiteX117440" fmla="*/ 420553 w 2119654"/>
              <a:gd name="connsiteY117440" fmla="*/ 741042 h 2398711"/>
              <a:gd name="connsiteX117441" fmla="*/ 419064 w 2119654"/>
              <a:gd name="connsiteY117441" fmla="*/ 735056 h 2398711"/>
              <a:gd name="connsiteX117442" fmla="*/ 361505 w 2119654"/>
              <a:gd name="connsiteY117442" fmla="*/ 862154 h 2398711"/>
              <a:gd name="connsiteX117443" fmla="*/ 361500 w 2119654"/>
              <a:gd name="connsiteY117443" fmla="*/ 866323 h 2398711"/>
              <a:gd name="connsiteX117444" fmla="*/ 363711 w 2119654"/>
              <a:gd name="connsiteY117444" fmla="*/ 876491 h 2398711"/>
              <a:gd name="connsiteX117445" fmla="*/ 364690 w 2119654"/>
              <a:gd name="connsiteY117445" fmla="*/ 878793 h 2398711"/>
              <a:gd name="connsiteX117446" fmla="*/ 363734 w 2119654"/>
              <a:gd name="connsiteY117446" fmla="*/ 876599 h 2398711"/>
              <a:gd name="connsiteX117447" fmla="*/ 365626 w 2119654"/>
              <a:gd name="connsiteY117447" fmla="*/ 885305 h 2398711"/>
              <a:gd name="connsiteX117448" fmla="*/ 366754 w 2119654"/>
              <a:gd name="connsiteY117448" fmla="*/ 885621 h 2398711"/>
              <a:gd name="connsiteX117449" fmla="*/ 366762 w 2119654"/>
              <a:gd name="connsiteY117449" fmla="*/ 885623 h 2398711"/>
              <a:gd name="connsiteX117450" fmla="*/ 366860 w 2119654"/>
              <a:gd name="connsiteY117450" fmla="*/ 883771 h 2398711"/>
              <a:gd name="connsiteX117451" fmla="*/ 366579 w 2119654"/>
              <a:gd name="connsiteY117451" fmla="*/ 883127 h 2398711"/>
              <a:gd name="connsiteX117452" fmla="*/ 366862 w 2119654"/>
              <a:gd name="connsiteY117452" fmla="*/ 883725 h 2398711"/>
              <a:gd name="connsiteX117453" fmla="*/ 367163 w 2119654"/>
              <a:gd name="connsiteY117453" fmla="*/ 877999 h 2398711"/>
              <a:gd name="connsiteX117454" fmla="*/ 366270 w 2119654"/>
              <a:gd name="connsiteY117454" fmla="*/ 874320 h 2398711"/>
              <a:gd name="connsiteX117455" fmla="*/ 366357 w 2119654"/>
              <a:gd name="connsiteY117455" fmla="*/ 874134 h 2398711"/>
              <a:gd name="connsiteX117456" fmla="*/ 367186 w 2119654"/>
              <a:gd name="connsiteY117456" fmla="*/ 877553 h 2398711"/>
              <a:gd name="connsiteX117457" fmla="*/ 367393 w 2119654"/>
              <a:gd name="connsiteY117457" fmla="*/ 873614 h 2398711"/>
              <a:gd name="connsiteX117458" fmla="*/ 365278 w 2119654"/>
              <a:gd name="connsiteY117458" fmla="*/ 868746 h 2398711"/>
              <a:gd name="connsiteX117459" fmla="*/ 486631 w 2119654"/>
              <a:gd name="connsiteY117459" fmla="*/ 581973 h 2398711"/>
              <a:gd name="connsiteX117460" fmla="*/ 487855 w 2119654"/>
              <a:gd name="connsiteY117460" fmla="*/ 584183 h 2398711"/>
              <a:gd name="connsiteX117461" fmla="*/ 487833 w 2119654"/>
              <a:gd name="connsiteY117461" fmla="*/ 582727 h 2398711"/>
              <a:gd name="connsiteX117462" fmla="*/ 301380 w 2119654"/>
              <a:gd name="connsiteY117462" fmla="*/ 996679 h 2398711"/>
              <a:gd name="connsiteX117463" fmla="*/ 301545 w 2119654"/>
              <a:gd name="connsiteY117463" fmla="*/ 998647 h 2398711"/>
              <a:gd name="connsiteX117464" fmla="*/ 301622 w 2119654"/>
              <a:gd name="connsiteY117464" fmla="*/ 998830 h 2398711"/>
              <a:gd name="connsiteX117465" fmla="*/ 303278 w 2119654"/>
              <a:gd name="connsiteY117465" fmla="*/ 1002332 h 2398711"/>
              <a:gd name="connsiteX117466" fmla="*/ 302682 w 2119654"/>
              <a:gd name="connsiteY117466" fmla="*/ 999262 h 2398711"/>
              <a:gd name="connsiteX117467" fmla="*/ 301834 w 2119654"/>
              <a:gd name="connsiteY117467" fmla="*/ 997427 h 2398711"/>
              <a:gd name="connsiteX117468" fmla="*/ 271609 w 2119654"/>
              <a:gd name="connsiteY117468" fmla="*/ 1063261 h 2398711"/>
              <a:gd name="connsiteX117469" fmla="*/ 274050 w 2119654"/>
              <a:gd name="connsiteY117469" fmla="*/ 1067954 h 2398711"/>
              <a:gd name="connsiteX117470" fmla="*/ 275429 w 2119654"/>
              <a:gd name="connsiteY117470" fmla="*/ 1069199 h 2398711"/>
              <a:gd name="connsiteX117471" fmla="*/ 275184 w 2119654"/>
              <a:gd name="connsiteY117471" fmla="*/ 1067676 h 2398711"/>
              <a:gd name="connsiteX117472" fmla="*/ 424332 w 2119654"/>
              <a:gd name="connsiteY117472" fmla="*/ 721158 h 2398711"/>
              <a:gd name="connsiteX117473" fmla="*/ 424186 w 2119654"/>
              <a:gd name="connsiteY117473" fmla="*/ 722415 h 2398711"/>
              <a:gd name="connsiteX117474" fmla="*/ 424198 w 2119654"/>
              <a:gd name="connsiteY117474" fmla="*/ 722430 h 2398711"/>
              <a:gd name="connsiteX117475" fmla="*/ 424363 w 2119654"/>
              <a:gd name="connsiteY117475" fmla="*/ 722482 h 2398711"/>
              <a:gd name="connsiteX117476" fmla="*/ 361918 w 2119654"/>
              <a:gd name="connsiteY117476" fmla="*/ 860406 h 2398711"/>
              <a:gd name="connsiteX117477" fmla="*/ 364561 w 2119654"/>
              <a:gd name="connsiteY117477" fmla="*/ 866494 h 2398711"/>
              <a:gd name="connsiteX117478" fmla="*/ 367497 w 2119654"/>
              <a:gd name="connsiteY117478" fmla="*/ 871621 h 2398711"/>
              <a:gd name="connsiteX117479" fmla="*/ 367693 w 2119654"/>
              <a:gd name="connsiteY117479" fmla="*/ 867900 h 2398711"/>
              <a:gd name="connsiteX117480" fmla="*/ 365393 w 2119654"/>
              <a:gd name="connsiteY117480" fmla="*/ 864123 h 2398711"/>
              <a:gd name="connsiteX117481" fmla="*/ 477001 w 2119654"/>
              <a:gd name="connsiteY117481" fmla="*/ 602630 h 2398711"/>
              <a:gd name="connsiteX117482" fmla="*/ 476519 w 2119654"/>
              <a:gd name="connsiteY117482" fmla="*/ 603947 h 2398711"/>
              <a:gd name="connsiteX117483" fmla="*/ 476546 w 2119654"/>
              <a:gd name="connsiteY117483" fmla="*/ 605165 h 2398711"/>
              <a:gd name="connsiteX117484" fmla="*/ 476895 w 2119654"/>
              <a:gd name="connsiteY117484" fmla="*/ 607303 h 2398711"/>
              <a:gd name="connsiteX117485" fmla="*/ 480001 w 2119654"/>
              <a:gd name="connsiteY117485" fmla="*/ 607922 h 2398711"/>
              <a:gd name="connsiteX117486" fmla="*/ 479931 w 2119654"/>
              <a:gd name="connsiteY117486" fmla="*/ 604572 h 2398711"/>
              <a:gd name="connsiteX117487" fmla="*/ 458685 w 2119654"/>
              <a:gd name="connsiteY117487" fmla="*/ 643622 h 2398711"/>
              <a:gd name="connsiteX117488" fmla="*/ 459156 w 2119654"/>
              <a:gd name="connsiteY117488" fmla="*/ 644544 h 2398711"/>
              <a:gd name="connsiteX117489" fmla="*/ 459362 w 2119654"/>
              <a:gd name="connsiteY117489" fmla="*/ 643979 h 2398711"/>
              <a:gd name="connsiteX117490" fmla="*/ 269918 w 2119654"/>
              <a:gd name="connsiteY117490" fmla="*/ 1066051 h 2398711"/>
              <a:gd name="connsiteX117491" fmla="*/ 270023 w 2119654"/>
              <a:gd name="connsiteY117491" fmla="*/ 1066322 h 2398711"/>
              <a:gd name="connsiteX117492" fmla="*/ 270653 w 2119654"/>
              <a:gd name="connsiteY117492" fmla="*/ 1066900 h 2398711"/>
              <a:gd name="connsiteX117493" fmla="*/ 347111 w 2119654"/>
              <a:gd name="connsiteY117493" fmla="*/ 893088 h 2398711"/>
              <a:gd name="connsiteX117494" fmla="*/ 347182 w 2119654"/>
              <a:gd name="connsiteY117494" fmla="*/ 896256 h 2398711"/>
              <a:gd name="connsiteX117495" fmla="*/ 348836 w 2119654"/>
              <a:gd name="connsiteY117495" fmla="*/ 899855 h 2398711"/>
              <a:gd name="connsiteX117496" fmla="*/ 348034 w 2119654"/>
              <a:gd name="connsiteY117496" fmla="*/ 897426 h 2398711"/>
              <a:gd name="connsiteX117497" fmla="*/ 348187 w 2119654"/>
              <a:gd name="connsiteY117497" fmla="*/ 897006 h 2398711"/>
              <a:gd name="connsiteX117498" fmla="*/ 349873 w 2119654"/>
              <a:gd name="connsiteY117498" fmla="*/ 902112 h 2398711"/>
              <a:gd name="connsiteX117499" fmla="*/ 351007 w 2119654"/>
              <a:gd name="connsiteY117499" fmla="*/ 904579 h 2398711"/>
              <a:gd name="connsiteX117500" fmla="*/ 349675 w 2119654"/>
              <a:gd name="connsiteY117500" fmla="*/ 899217 h 2398711"/>
              <a:gd name="connsiteX117501" fmla="*/ 349051 w 2119654"/>
              <a:gd name="connsiteY117501" fmla="*/ 896550 h 2398711"/>
              <a:gd name="connsiteX117502" fmla="*/ 395245 w 2119654"/>
              <a:gd name="connsiteY117502" fmla="*/ 785265 h 2398711"/>
              <a:gd name="connsiteX117503" fmla="*/ 395252 w 2119654"/>
              <a:gd name="connsiteY117503" fmla="*/ 785640 h 2398711"/>
              <a:gd name="connsiteX117504" fmla="*/ 397331 w 2119654"/>
              <a:gd name="connsiteY117504" fmla="*/ 789983 h 2398711"/>
              <a:gd name="connsiteX117505" fmla="*/ 397668 w 2119654"/>
              <a:gd name="connsiteY117505" fmla="*/ 787859 h 2398711"/>
              <a:gd name="connsiteX117506" fmla="*/ 402368 w 2119654"/>
              <a:gd name="connsiteY117506" fmla="*/ 769207 h 2398711"/>
              <a:gd name="connsiteX117507" fmla="*/ 402940 w 2119654"/>
              <a:gd name="connsiteY117507" fmla="*/ 770777 h 2398711"/>
              <a:gd name="connsiteX117508" fmla="*/ 402942 w 2119654"/>
              <a:gd name="connsiteY117508" fmla="*/ 769411 h 2398711"/>
              <a:gd name="connsiteX117509" fmla="*/ 336470 w 2119654"/>
              <a:gd name="connsiteY117509" fmla="*/ 916647 h 2398711"/>
              <a:gd name="connsiteX117510" fmla="*/ 336894 w 2119654"/>
              <a:gd name="connsiteY117510" fmla="*/ 918999 h 2398711"/>
              <a:gd name="connsiteX117511" fmla="*/ 341606 w 2119654"/>
              <a:gd name="connsiteY117511" fmla="*/ 926549 h 2398711"/>
              <a:gd name="connsiteX117512" fmla="*/ 341648 w 2119654"/>
              <a:gd name="connsiteY117512" fmla="*/ 925534 h 2398711"/>
              <a:gd name="connsiteX117513" fmla="*/ 359090 w 2119654"/>
              <a:gd name="connsiteY117513" fmla="*/ 865944 h 2398711"/>
              <a:gd name="connsiteX117514" fmla="*/ 359136 w 2119654"/>
              <a:gd name="connsiteY117514" fmla="*/ 866140 h 2398711"/>
              <a:gd name="connsiteX117515" fmla="*/ 359136 w 2119654"/>
              <a:gd name="connsiteY117515" fmla="*/ 866049 h 2398711"/>
              <a:gd name="connsiteX117516" fmla="*/ 323723 w 2119654"/>
              <a:gd name="connsiteY117516" fmla="*/ 945116 h 2398711"/>
              <a:gd name="connsiteX117517" fmla="*/ 323067 w 2119654"/>
              <a:gd name="connsiteY117517" fmla="*/ 948469 h 2398711"/>
              <a:gd name="connsiteX117518" fmla="*/ 325308 w 2119654"/>
              <a:gd name="connsiteY117518" fmla="*/ 953763 h 2398711"/>
              <a:gd name="connsiteX117519" fmla="*/ 324461 w 2119654"/>
              <a:gd name="connsiteY117519" fmla="*/ 949110 h 2398711"/>
              <a:gd name="connsiteX117520" fmla="*/ 324616 w 2119654"/>
              <a:gd name="connsiteY117520" fmla="*/ 948816 h 2398711"/>
              <a:gd name="connsiteX117521" fmla="*/ 325674 w 2119654"/>
              <a:gd name="connsiteY117521" fmla="*/ 954628 h 2398711"/>
              <a:gd name="connsiteX117522" fmla="*/ 326274 w 2119654"/>
              <a:gd name="connsiteY117522" fmla="*/ 956045 h 2398711"/>
              <a:gd name="connsiteX117523" fmla="*/ 326425 w 2119654"/>
              <a:gd name="connsiteY117523" fmla="*/ 956117 h 2398711"/>
              <a:gd name="connsiteX117524" fmla="*/ 277883 w 2119654"/>
              <a:gd name="connsiteY117524" fmla="*/ 1047656 h 2398711"/>
              <a:gd name="connsiteX117525" fmla="*/ 285962 w 2119654"/>
              <a:gd name="connsiteY117525" fmla="*/ 1068404 h 2398711"/>
              <a:gd name="connsiteX117526" fmla="*/ 289501 w 2119654"/>
              <a:gd name="connsiteY117526" fmla="*/ 1076569 h 2398711"/>
              <a:gd name="connsiteX117527" fmla="*/ 292558 w 2119654"/>
              <a:gd name="connsiteY117527" fmla="*/ 1082515 h 2398711"/>
              <a:gd name="connsiteX117528" fmla="*/ 293747 w 2119654"/>
              <a:gd name="connsiteY117528" fmla="*/ 1083418 h 2398711"/>
              <a:gd name="connsiteX117529" fmla="*/ 281208 w 2119654"/>
              <a:gd name="connsiteY117529" fmla="*/ 1053843 h 2398711"/>
              <a:gd name="connsiteX117530" fmla="*/ 279063 w 2119654"/>
              <a:gd name="connsiteY117530" fmla="*/ 1049811 h 2398711"/>
              <a:gd name="connsiteX117531" fmla="*/ 278275 w 2119654"/>
              <a:gd name="connsiteY117531" fmla="*/ 1048283 h 2398711"/>
              <a:gd name="connsiteX117532" fmla="*/ 323921 w 2119654"/>
              <a:gd name="connsiteY117532" fmla="*/ 944414 h 2398711"/>
              <a:gd name="connsiteX117533" fmla="*/ 325638 w 2119654"/>
              <a:gd name="connsiteY117533" fmla="*/ 951408 h 2398711"/>
              <a:gd name="connsiteX117534" fmla="*/ 326157 w 2119654"/>
              <a:gd name="connsiteY117534" fmla="*/ 953210 h 2398711"/>
              <a:gd name="connsiteX117535" fmla="*/ 325323 w 2119654"/>
              <a:gd name="connsiteY117535" fmla="*/ 946571 h 2398711"/>
              <a:gd name="connsiteX117536" fmla="*/ 361508 w 2119654"/>
              <a:gd name="connsiteY117536" fmla="*/ 860062 h 2398711"/>
              <a:gd name="connsiteX117537" fmla="*/ 361506 w 2119654"/>
              <a:gd name="connsiteY117537" fmla="*/ 861156 h 2398711"/>
              <a:gd name="connsiteX117538" fmla="*/ 363481 w 2119654"/>
              <a:gd name="connsiteY117538" fmla="*/ 864606 h 2398711"/>
              <a:gd name="connsiteX117539" fmla="*/ 522991 w 2119654"/>
              <a:gd name="connsiteY117539" fmla="*/ 498237 h 2398711"/>
              <a:gd name="connsiteX117540" fmla="*/ 522982 w 2119654"/>
              <a:gd name="connsiteY117540" fmla="*/ 505417 h 2398711"/>
              <a:gd name="connsiteX117541" fmla="*/ 523056 w 2119654"/>
              <a:gd name="connsiteY117541" fmla="*/ 505666 h 2398711"/>
              <a:gd name="connsiteX117542" fmla="*/ 523847 w 2119654"/>
              <a:gd name="connsiteY117542" fmla="*/ 505908 h 2398711"/>
              <a:gd name="connsiteX117543" fmla="*/ 524229 w 2119654"/>
              <a:gd name="connsiteY117543" fmla="*/ 499277 h 2398711"/>
              <a:gd name="connsiteX117544" fmla="*/ 323996 w 2119654"/>
              <a:gd name="connsiteY117544" fmla="*/ 943721 h 2398711"/>
              <a:gd name="connsiteX117545" fmla="*/ 323919 w 2119654"/>
              <a:gd name="connsiteY117545" fmla="*/ 944116 h 2398711"/>
              <a:gd name="connsiteX117546" fmla="*/ 325243 w 2119654"/>
              <a:gd name="connsiteY117546" fmla="*/ 946151 h 2398711"/>
              <a:gd name="connsiteX117547" fmla="*/ 325218 w 2119654"/>
              <a:gd name="connsiteY117547" fmla="*/ 946065 h 2398711"/>
              <a:gd name="connsiteX117548" fmla="*/ 424783 w 2119654"/>
              <a:gd name="connsiteY117548" fmla="*/ 718034 h 2398711"/>
              <a:gd name="connsiteX117549" fmla="*/ 424567 w 2119654"/>
              <a:gd name="connsiteY117549" fmla="*/ 719407 h 2398711"/>
              <a:gd name="connsiteX117550" fmla="*/ 424639 w 2119654"/>
              <a:gd name="connsiteY117550" fmla="*/ 722568 h 2398711"/>
              <a:gd name="connsiteX117551" fmla="*/ 424793 w 2119654"/>
              <a:gd name="connsiteY117551" fmla="*/ 722616 h 2398711"/>
              <a:gd name="connsiteX117552" fmla="*/ 394893 w 2119654"/>
              <a:gd name="connsiteY117552" fmla="*/ 784889 h 2398711"/>
              <a:gd name="connsiteX117553" fmla="*/ 394992 w 2119654"/>
              <a:gd name="connsiteY117553" fmla="*/ 785096 h 2398711"/>
              <a:gd name="connsiteX117554" fmla="*/ 394990 w 2119654"/>
              <a:gd name="connsiteY117554" fmla="*/ 784992 h 2398711"/>
              <a:gd name="connsiteX117555" fmla="*/ 591947 w 2119654"/>
              <a:gd name="connsiteY117555" fmla="*/ 343562 h 2398711"/>
              <a:gd name="connsiteX117556" fmla="*/ 589218 w 2119654"/>
              <a:gd name="connsiteY117556" fmla="*/ 355053 h 2398711"/>
              <a:gd name="connsiteX117557" fmla="*/ 589550 w 2119654"/>
              <a:gd name="connsiteY117557" fmla="*/ 355323 h 2398711"/>
              <a:gd name="connsiteX117558" fmla="*/ 591544 w 2119654"/>
              <a:gd name="connsiteY117558" fmla="*/ 347405 h 2398711"/>
              <a:gd name="connsiteX117559" fmla="*/ 591768 w 2119654"/>
              <a:gd name="connsiteY117559" fmla="*/ 347232 h 2398711"/>
              <a:gd name="connsiteX117560" fmla="*/ 589701 w 2119654"/>
              <a:gd name="connsiteY117560" fmla="*/ 355445 h 2398711"/>
              <a:gd name="connsiteX117561" fmla="*/ 593896 w 2119654"/>
              <a:gd name="connsiteY117561" fmla="*/ 358849 h 2398711"/>
              <a:gd name="connsiteX117562" fmla="*/ 598649 w 2119654"/>
              <a:gd name="connsiteY117562" fmla="*/ 362814 h 2398711"/>
              <a:gd name="connsiteX117563" fmla="*/ 595976 w 2119654"/>
              <a:gd name="connsiteY117563" fmla="*/ 345891 h 2398711"/>
              <a:gd name="connsiteX117564" fmla="*/ 451103 w 2119654"/>
              <a:gd name="connsiteY117564" fmla="*/ 658840 h 2398711"/>
              <a:gd name="connsiteX117565" fmla="*/ 452478 w 2119654"/>
              <a:gd name="connsiteY117565" fmla="*/ 660295 h 2398711"/>
              <a:gd name="connsiteX117566" fmla="*/ 452737 w 2119654"/>
              <a:gd name="connsiteY117566" fmla="*/ 659132 h 2398711"/>
              <a:gd name="connsiteX117567" fmla="*/ 481309 w 2119654"/>
              <a:gd name="connsiteY117567" fmla="*/ 590850 h 2398711"/>
              <a:gd name="connsiteX117568" fmla="*/ 477463 w 2119654"/>
              <a:gd name="connsiteY117568" fmla="*/ 601366 h 2398711"/>
              <a:gd name="connsiteX117569" fmla="*/ 479896 w 2119654"/>
              <a:gd name="connsiteY117569" fmla="*/ 602843 h 2398711"/>
              <a:gd name="connsiteX117570" fmla="*/ 479846 w 2119654"/>
              <a:gd name="connsiteY117570" fmla="*/ 600483 h 2398711"/>
              <a:gd name="connsiteX117571" fmla="*/ 479986 w 2119654"/>
              <a:gd name="connsiteY117571" fmla="*/ 600295 h 2398711"/>
              <a:gd name="connsiteX117572" fmla="*/ 480042 w 2119654"/>
              <a:gd name="connsiteY117572" fmla="*/ 602931 h 2398711"/>
              <a:gd name="connsiteX117573" fmla="*/ 487220 w 2119654"/>
              <a:gd name="connsiteY117573" fmla="*/ 607287 h 2398711"/>
              <a:gd name="connsiteX117574" fmla="*/ 487458 w 2119654"/>
              <a:gd name="connsiteY117574" fmla="*/ 607445 h 2398711"/>
              <a:gd name="connsiteX117575" fmla="*/ 488173 w 2119654"/>
              <a:gd name="connsiteY117575" fmla="*/ 605496 h 2398711"/>
              <a:gd name="connsiteX117576" fmla="*/ 488013 w 2119654"/>
              <a:gd name="connsiteY117576" fmla="*/ 594778 h 2398711"/>
              <a:gd name="connsiteX117577" fmla="*/ 404715 w 2119654"/>
              <a:gd name="connsiteY117577" fmla="*/ 762221 h 2398711"/>
              <a:gd name="connsiteX117578" fmla="*/ 404708 w 2119654"/>
              <a:gd name="connsiteY117578" fmla="*/ 767626 h 2398711"/>
              <a:gd name="connsiteX117579" fmla="*/ 404776 w 2119654"/>
              <a:gd name="connsiteY117579" fmla="*/ 767979 h 2398711"/>
              <a:gd name="connsiteX117580" fmla="*/ 407598 w 2119654"/>
              <a:gd name="connsiteY117580" fmla="*/ 768984 h 2398711"/>
              <a:gd name="connsiteX117581" fmla="*/ 407462 w 2119654"/>
              <a:gd name="connsiteY117581" fmla="*/ 765878 h 2398711"/>
              <a:gd name="connsiteX117582" fmla="*/ 443223 w 2119654"/>
              <a:gd name="connsiteY117582" fmla="*/ 675938 h 2398711"/>
              <a:gd name="connsiteX117583" fmla="*/ 442915 w 2119654"/>
              <a:gd name="connsiteY117583" fmla="*/ 683529 h 2398711"/>
              <a:gd name="connsiteX117584" fmla="*/ 442745 w 2119654"/>
              <a:gd name="connsiteY117584" fmla="*/ 689782 h 2398711"/>
              <a:gd name="connsiteX117585" fmla="*/ 443484 w 2119654"/>
              <a:gd name="connsiteY117585" fmla="*/ 687395 h 2398711"/>
              <a:gd name="connsiteX117586" fmla="*/ 445097 w 2119654"/>
              <a:gd name="connsiteY117586" fmla="*/ 682987 h 2398711"/>
              <a:gd name="connsiteX117587" fmla="*/ 443995 w 2119654"/>
              <a:gd name="connsiteY117587" fmla="*/ 676574 h 2398711"/>
              <a:gd name="connsiteX117588" fmla="*/ 464833 w 2119654"/>
              <a:gd name="connsiteY117588" fmla="*/ 627488 h 2398711"/>
              <a:gd name="connsiteX117589" fmla="*/ 464762 w 2119654"/>
              <a:gd name="connsiteY117589" fmla="*/ 629211 h 2398711"/>
              <a:gd name="connsiteX117590" fmla="*/ 465301 w 2119654"/>
              <a:gd name="connsiteY117590" fmla="*/ 627734 h 2398711"/>
              <a:gd name="connsiteX117591" fmla="*/ 422945 w 2119654"/>
              <a:gd name="connsiteY117591" fmla="*/ 721241 h 2398711"/>
              <a:gd name="connsiteX117592" fmla="*/ 423158 w 2119654"/>
              <a:gd name="connsiteY117592" fmla="*/ 722105 h 2398711"/>
              <a:gd name="connsiteX117593" fmla="*/ 423507 w 2119654"/>
              <a:gd name="connsiteY117593" fmla="*/ 722215 h 2398711"/>
              <a:gd name="connsiteX117594" fmla="*/ 423541 w 2119654"/>
              <a:gd name="connsiteY117594" fmla="*/ 722002 h 2398711"/>
              <a:gd name="connsiteX117595" fmla="*/ 485791 w 2119654"/>
              <a:gd name="connsiteY117595" fmla="*/ 580418 h 2398711"/>
              <a:gd name="connsiteX117596" fmla="*/ 485816 w 2119654"/>
              <a:gd name="connsiteY117596" fmla="*/ 580503 h 2398711"/>
              <a:gd name="connsiteX117597" fmla="*/ 486260 w 2119654"/>
              <a:gd name="connsiteY117597" fmla="*/ 581305 h 2398711"/>
              <a:gd name="connsiteX117598" fmla="*/ 487826 w 2119654"/>
              <a:gd name="connsiteY117598" fmla="*/ 582256 h 2398711"/>
              <a:gd name="connsiteX117599" fmla="*/ 487816 w 2119654"/>
              <a:gd name="connsiteY117599" fmla="*/ 581648 h 2398711"/>
              <a:gd name="connsiteX117600" fmla="*/ 417019 w 2119654"/>
              <a:gd name="connsiteY117600" fmla="*/ 734370 h 2398711"/>
              <a:gd name="connsiteX117601" fmla="*/ 417837 w 2119654"/>
              <a:gd name="connsiteY117601" fmla="*/ 740971 h 2398711"/>
              <a:gd name="connsiteX117602" fmla="*/ 418667 w 2119654"/>
              <a:gd name="connsiteY117602" fmla="*/ 741499 h 2398711"/>
              <a:gd name="connsiteX117603" fmla="*/ 418208 w 2119654"/>
              <a:gd name="connsiteY117603" fmla="*/ 734768 h 2398711"/>
              <a:gd name="connsiteX117604" fmla="*/ 425116 w 2119654"/>
              <a:gd name="connsiteY117604" fmla="*/ 716217 h 2398711"/>
              <a:gd name="connsiteX117605" fmla="*/ 425198 w 2119654"/>
              <a:gd name="connsiteY117605" fmla="*/ 722742 h 2398711"/>
              <a:gd name="connsiteX117606" fmla="*/ 428208 w 2119654"/>
              <a:gd name="connsiteY117606" fmla="*/ 723679 h 2398711"/>
              <a:gd name="connsiteX117607" fmla="*/ 251623 w 2119654"/>
              <a:gd name="connsiteY117607" fmla="*/ 1104638 h 2398711"/>
              <a:gd name="connsiteX117608" fmla="*/ 251716 w 2119654"/>
              <a:gd name="connsiteY117608" fmla="*/ 1104959 h 2398711"/>
              <a:gd name="connsiteX117609" fmla="*/ 261566 w 2119654"/>
              <a:gd name="connsiteY117609" fmla="*/ 1119789 h 2398711"/>
              <a:gd name="connsiteX117610" fmla="*/ 251855 w 2119654"/>
              <a:gd name="connsiteY117610" fmla="*/ 1105440 h 2398711"/>
              <a:gd name="connsiteX117611" fmla="*/ 255429 w 2119654"/>
              <a:gd name="connsiteY117611" fmla="*/ 1117759 h 2398711"/>
              <a:gd name="connsiteX117612" fmla="*/ 256526 w 2119654"/>
              <a:gd name="connsiteY117612" fmla="*/ 1119148 h 2398711"/>
              <a:gd name="connsiteX117613" fmla="*/ 263049 w 2119654"/>
              <a:gd name="connsiteY117613" fmla="*/ 1126587 h 2398711"/>
              <a:gd name="connsiteX117614" fmla="*/ 263838 w 2119654"/>
              <a:gd name="connsiteY117614" fmla="*/ 1127215 h 2398711"/>
              <a:gd name="connsiteX117615" fmla="*/ 262856 w 2119654"/>
              <a:gd name="connsiteY117615" fmla="*/ 1123217 h 2398711"/>
              <a:gd name="connsiteX117616" fmla="*/ 262329 w 2119654"/>
              <a:gd name="connsiteY117616" fmla="*/ 1120938 h 2398711"/>
              <a:gd name="connsiteX117617" fmla="*/ 261566 w 2119654"/>
              <a:gd name="connsiteY117617" fmla="*/ 1119789 h 2398711"/>
              <a:gd name="connsiteX117618" fmla="*/ 262322 w 2119654"/>
              <a:gd name="connsiteY117618" fmla="*/ 1120904 h 2398711"/>
              <a:gd name="connsiteX117619" fmla="*/ 261589 w 2119654"/>
              <a:gd name="connsiteY117619" fmla="*/ 1117738 h 2398711"/>
              <a:gd name="connsiteX117620" fmla="*/ 443242 w 2119654"/>
              <a:gd name="connsiteY117620" fmla="*/ 675489 h 2398711"/>
              <a:gd name="connsiteX117621" fmla="*/ 443239 w 2119654"/>
              <a:gd name="connsiteY117621" fmla="*/ 675562 h 2398711"/>
              <a:gd name="connsiteX117622" fmla="*/ 443918 w 2119654"/>
              <a:gd name="connsiteY117622" fmla="*/ 676121 h 2398711"/>
              <a:gd name="connsiteX117623" fmla="*/ 443818 w 2119654"/>
              <a:gd name="connsiteY117623" fmla="*/ 675542 h 2398711"/>
              <a:gd name="connsiteX117624" fmla="*/ 418181 w 2119654"/>
              <a:gd name="connsiteY117624" fmla="*/ 731501 h 2398711"/>
              <a:gd name="connsiteX117625" fmla="*/ 418208 w 2119654"/>
              <a:gd name="connsiteY117625" fmla="*/ 731904 h 2398711"/>
              <a:gd name="connsiteX117626" fmla="*/ 418287 w 2119654"/>
              <a:gd name="connsiteY117626" fmla="*/ 731932 h 2398711"/>
              <a:gd name="connsiteX117627" fmla="*/ 269091 w 2119654"/>
              <a:gd name="connsiteY117627" fmla="*/ 1065148 h 2398711"/>
              <a:gd name="connsiteX117628" fmla="*/ 269245 w 2119654"/>
              <a:gd name="connsiteY117628" fmla="*/ 1065342 h 2398711"/>
              <a:gd name="connsiteX117629" fmla="*/ 269205 w 2119654"/>
              <a:gd name="connsiteY117629" fmla="*/ 1065236 h 2398711"/>
              <a:gd name="connsiteX117630" fmla="*/ 301107 w 2119654"/>
              <a:gd name="connsiteY117630" fmla="*/ 993411 h 2398711"/>
              <a:gd name="connsiteX117631" fmla="*/ 301120 w 2119654"/>
              <a:gd name="connsiteY117631" fmla="*/ 993566 h 2398711"/>
              <a:gd name="connsiteX117632" fmla="*/ 301827 w 2119654"/>
              <a:gd name="connsiteY117632" fmla="*/ 994857 h 2398711"/>
              <a:gd name="connsiteX117633" fmla="*/ 301794 w 2119654"/>
              <a:gd name="connsiteY117633" fmla="*/ 994686 h 2398711"/>
              <a:gd name="connsiteX117634" fmla="*/ 301165 w 2119654"/>
              <a:gd name="connsiteY117634" fmla="*/ 993455 h 2398711"/>
              <a:gd name="connsiteX117635" fmla="*/ 457501 w 2119654"/>
              <a:gd name="connsiteY117635" fmla="*/ 642998 h 2398711"/>
              <a:gd name="connsiteX117636" fmla="*/ 457826 w 2119654"/>
              <a:gd name="connsiteY117636" fmla="*/ 646885 h 2398711"/>
              <a:gd name="connsiteX117637" fmla="*/ 458228 w 2119654"/>
              <a:gd name="connsiteY117637" fmla="*/ 647078 h 2398711"/>
              <a:gd name="connsiteX117638" fmla="*/ 458803 w 2119654"/>
              <a:gd name="connsiteY117638" fmla="*/ 645503 h 2398711"/>
              <a:gd name="connsiteX117639" fmla="*/ 457631 w 2119654"/>
              <a:gd name="connsiteY117639" fmla="*/ 643066 h 2398711"/>
              <a:gd name="connsiteX117640" fmla="*/ 509318 w 2119654"/>
              <a:gd name="connsiteY117640" fmla="*/ 526943 h 2398711"/>
              <a:gd name="connsiteX117641" fmla="*/ 509975 w 2119654"/>
              <a:gd name="connsiteY117641" fmla="*/ 534790 h 2398711"/>
              <a:gd name="connsiteX117642" fmla="*/ 514003 w 2119654"/>
              <a:gd name="connsiteY117642" fmla="*/ 538085 h 2398711"/>
              <a:gd name="connsiteX117643" fmla="*/ 515732 w 2119654"/>
              <a:gd name="connsiteY117643" fmla="*/ 533882 h 2398711"/>
              <a:gd name="connsiteX117644" fmla="*/ 515444 w 2119654"/>
              <a:gd name="connsiteY117644" fmla="*/ 532818 h 2398711"/>
              <a:gd name="connsiteX117645" fmla="*/ 510509 w 2119654"/>
              <a:gd name="connsiteY117645" fmla="*/ 530020 h 2398711"/>
              <a:gd name="connsiteX117646" fmla="*/ 510741 w 2119654"/>
              <a:gd name="connsiteY117646" fmla="*/ 529985 h 2398711"/>
              <a:gd name="connsiteX117647" fmla="*/ 515390 w 2119654"/>
              <a:gd name="connsiteY117647" fmla="*/ 532622 h 2398711"/>
              <a:gd name="connsiteX117648" fmla="*/ 514258 w 2119654"/>
              <a:gd name="connsiteY117648" fmla="*/ 528451 h 2398711"/>
              <a:gd name="connsiteX117649" fmla="*/ 361511 w 2119654"/>
              <a:gd name="connsiteY117649" fmla="*/ 857747 h 2398711"/>
              <a:gd name="connsiteX117650" fmla="*/ 361509 w 2119654"/>
              <a:gd name="connsiteY117650" fmla="*/ 858474 h 2398711"/>
              <a:gd name="connsiteX117651" fmla="*/ 362782 w 2119654"/>
              <a:gd name="connsiteY117651" fmla="*/ 859835 h 2398711"/>
              <a:gd name="connsiteX117652" fmla="*/ 484045 w 2119654"/>
              <a:gd name="connsiteY117652" fmla="*/ 583367 h 2398711"/>
              <a:gd name="connsiteX117653" fmla="*/ 481416 w 2119654"/>
              <a:gd name="connsiteY117653" fmla="*/ 590555 h 2398711"/>
              <a:gd name="connsiteX117654" fmla="*/ 488008 w 2119654"/>
              <a:gd name="connsiteY117654" fmla="*/ 594417 h 2398711"/>
              <a:gd name="connsiteX117655" fmla="*/ 487948 w 2119654"/>
              <a:gd name="connsiteY117655" fmla="*/ 590412 h 2398711"/>
              <a:gd name="connsiteX117656" fmla="*/ 488209 w 2119654"/>
              <a:gd name="connsiteY117656" fmla="*/ 574008 h 2398711"/>
              <a:gd name="connsiteX117657" fmla="*/ 488305 w 2119654"/>
              <a:gd name="connsiteY117657" fmla="*/ 581776 h 2398711"/>
              <a:gd name="connsiteX117658" fmla="*/ 493944 w 2119654"/>
              <a:gd name="connsiteY117658" fmla="*/ 585203 h 2398711"/>
              <a:gd name="connsiteX117659" fmla="*/ 490556 w 2119654"/>
              <a:gd name="connsiteY117659" fmla="*/ 579089 h 2398711"/>
              <a:gd name="connsiteX117660" fmla="*/ 395178 w 2119654"/>
              <a:gd name="connsiteY117660" fmla="*/ 782095 h 2398711"/>
              <a:gd name="connsiteX117661" fmla="*/ 395220 w 2119654"/>
              <a:gd name="connsiteY117661" fmla="*/ 784124 h 2398711"/>
              <a:gd name="connsiteX117662" fmla="*/ 397820 w 2119654"/>
              <a:gd name="connsiteY117662" fmla="*/ 786905 h 2398711"/>
              <a:gd name="connsiteX117663" fmla="*/ 398269 w 2119654"/>
              <a:gd name="connsiteY117663" fmla="*/ 784077 h 2398711"/>
              <a:gd name="connsiteX117664" fmla="*/ 398271 w 2119654"/>
              <a:gd name="connsiteY117664" fmla="*/ 783973 h 2398711"/>
              <a:gd name="connsiteX117665" fmla="*/ 275103 w 2119654"/>
              <a:gd name="connsiteY117665" fmla="*/ 1050474 h 2398711"/>
              <a:gd name="connsiteX117666" fmla="*/ 276354 w 2119654"/>
              <a:gd name="connsiteY117666" fmla="*/ 1057405 h 2398711"/>
              <a:gd name="connsiteX117667" fmla="*/ 285820 w 2119654"/>
              <a:gd name="connsiteY117667" fmla="*/ 1077395 h 2398711"/>
              <a:gd name="connsiteX117668" fmla="*/ 289325 w 2119654"/>
              <a:gd name="connsiteY117668" fmla="*/ 1080058 h 2398711"/>
              <a:gd name="connsiteX117669" fmla="*/ 287765 w 2119654"/>
              <a:gd name="connsiteY117669" fmla="*/ 1076053 h 2398711"/>
              <a:gd name="connsiteX117670" fmla="*/ 279724 w 2119654"/>
              <a:gd name="connsiteY117670" fmla="*/ 1060416 h 2398711"/>
              <a:gd name="connsiteX117671" fmla="*/ 442567 w 2119654"/>
              <a:gd name="connsiteY117671" fmla="*/ 675426 h 2398711"/>
              <a:gd name="connsiteX117672" fmla="*/ 439817 w 2119654"/>
              <a:gd name="connsiteY117672" fmla="*/ 692737 h 2398711"/>
              <a:gd name="connsiteX117673" fmla="*/ 440192 w 2119654"/>
              <a:gd name="connsiteY117673" fmla="*/ 694179 h 2398711"/>
              <a:gd name="connsiteX117674" fmla="*/ 441079 w 2119654"/>
              <a:gd name="connsiteY117674" fmla="*/ 695166 h 2398711"/>
              <a:gd name="connsiteX117675" fmla="*/ 442183 w 2119654"/>
              <a:gd name="connsiteY117675" fmla="*/ 691600 h 2398711"/>
              <a:gd name="connsiteX117676" fmla="*/ 442832 w 2119654"/>
              <a:gd name="connsiteY117676" fmla="*/ 675616 h 2398711"/>
              <a:gd name="connsiteX117677" fmla="*/ 442606 w 2119654"/>
              <a:gd name="connsiteY117677" fmla="*/ 675429 h 2398711"/>
              <a:gd name="connsiteX117678" fmla="*/ 491324 w 2119654"/>
              <a:gd name="connsiteY117678" fmla="*/ 565847 h 2398711"/>
              <a:gd name="connsiteX117679" fmla="*/ 492529 w 2119654"/>
              <a:gd name="connsiteY117679" fmla="*/ 570320 h 2398711"/>
              <a:gd name="connsiteX117680" fmla="*/ 496313 w 2119654"/>
              <a:gd name="connsiteY117680" fmla="*/ 583230 h 2398711"/>
              <a:gd name="connsiteX117681" fmla="*/ 500961 w 2119654"/>
              <a:gd name="connsiteY117681" fmla="*/ 570524 h 2398711"/>
              <a:gd name="connsiteX117682" fmla="*/ 266707 w 2119654"/>
              <a:gd name="connsiteY117682" fmla="*/ 1068658 h 2398711"/>
              <a:gd name="connsiteX117683" fmla="*/ 267833 w 2119654"/>
              <a:gd name="connsiteY117683" fmla="*/ 1070647 h 2398711"/>
              <a:gd name="connsiteX117684" fmla="*/ 267753 w 2119654"/>
              <a:gd name="connsiteY117684" fmla="*/ 1069985 h 2398711"/>
              <a:gd name="connsiteX117685" fmla="*/ 425661 w 2119654"/>
              <a:gd name="connsiteY117685" fmla="*/ 712440 h 2398711"/>
              <a:gd name="connsiteX117686" fmla="*/ 425281 w 2119654"/>
              <a:gd name="connsiteY117686" fmla="*/ 714860 h 2398711"/>
              <a:gd name="connsiteX117687" fmla="*/ 429042 w 2119654"/>
              <a:gd name="connsiteY117687" fmla="*/ 723939 h 2398711"/>
              <a:gd name="connsiteX117688" fmla="*/ 429323 w 2119654"/>
              <a:gd name="connsiteY117688" fmla="*/ 724028 h 2398711"/>
              <a:gd name="connsiteX117689" fmla="*/ 429265 w 2119654"/>
              <a:gd name="connsiteY117689" fmla="*/ 721290 h 2398711"/>
              <a:gd name="connsiteX117690" fmla="*/ 429445 w 2119654"/>
              <a:gd name="connsiteY117690" fmla="*/ 721050 h 2398711"/>
              <a:gd name="connsiteX117691" fmla="*/ 429509 w 2119654"/>
              <a:gd name="connsiteY117691" fmla="*/ 724091 h 2398711"/>
              <a:gd name="connsiteX117692" fmla="*/ 431143 w 2119654"/>
              <a:gd name="connsiteY117692" fmla="*/ 724673 h 2398711"/>
              <a:gd name="connsiteX117693" fmla="*/ 428490 w 2119654"/>
              <a:gd name="connsiteY117693" fmla="*/ 713304 h 2398711"/>
              <a:gd name="connsiteX117694" fmla="*/ 487693 w 2119654"/>
              <a:gd name="connsiteY117694" fmla="*/ 573390 h 2398711"/>
              <a:gd name="connsiteX117695" fmla="*/ 485493 w 2119654"/>
              <a:gd name="connsiteY117695" fmla="*/ 579403 h 2398711"/>
              <a:gd name="connsiteX117696" fmla="*/ 485730 w 2119654"/>
              <a:gd name="connsiteY117696" fmla="*/ 580210 h 2398711"/>
              <a:gd name="connsiteX117697" fmla="*/ 487814 w 2119654"/>
              <a:gd name="connsiteY117697" fmla="*/ 581477 h 2398711"/>
              <a:gd name="connsiteX117698" fmla="*/ 443376 w 2119654"/>
              <a:gd name="connsiteY117698" fmla="*/ 672189 h 2398711"/>
              <a:gd name="connsiteX117699" fmla="*/ 443322 w 2119654"/>
              <a:gd name="connsiteY117699" fmla="*/ 673524 h 2398711"/>
              <a:gd name="connsiteX117700" fmla="*/ 443554 w 2119654"/>
              <a:gd name="connsiteY117700" fmla="*/ 673546 h 2398711"/>
              <a:gd name="connsiteX117701" fmla="*/ 442932 w 2119654"/>
              <a:gd name="connsiteY117701" fmla="*/ 673161 h 2398711"/>
              <a:gd name="connsiteX117702" fmla="*/ 442877 w 2119654"/>
              <a:gd name="connsiteY117702" fmla="*/ 673482 h 2398711"/>
              <a:gd name="connsiteX117703" fmla="*/ 442919 w 2119654"/>
              <a:gd name="connsiteY117703" fmla="*/ 673487 h 2398711"/>
              <a:gd name="connsiteX117704" fmla="*/ 282206 w 2119654"/>
              <a:gd name="connsiteY117704" fmla="*/ 1032950 h 2398711"/>
              <a:gd name="connsiteX117705" fmla="*/ 282784 w 2119654"/>
              <a:gd name="connsiteY117705" fmla="*/ 1034704 h 2398711"/>
              <a:gd name="connsiteX117706" fmla="*/ 289732 w 2119654"/>
              <a:gd name="connsiteY117706" fmla="*/ 1044963 h 2398711"/>
              <a:gd name="connsiteX117707" fmla="*/ 289362 w 2119654"/>
              <a:gd name="connsiteY117707" fmla="*/ 1042912 h 2398711"/>
              <a:gd name="connsiteX117708" fmla="*/ 287107 w 2119654"/>
              <a:gd name="connsiteY117708" fmla="*/ 1038674 h 2398711"/>
              <a:gd name="connsiteX117709" fmla="*/ 223879 w 2119654"/>
              <a:gd name="connsiteY117709" fmla="*/ 1163476 h 2398711"/>
              <a:gd name="connsiteX117710" fmla="*/ 226210 w 2119654"/>
              <a:gd name="connsiteY117710" fmla="*/ 1168311 h 2398711"/>
              <a:gd name="connsiteX117711" fmla="*/ 236933 w 2119654"/>
              <a:gd name="connsiteY117711" fmla="*/ 1179725 h 2398711"/>
              <a:gd name="connsiteX117712" fmla="*/ 231597 w 2119654"/>
              <a:gd name="connsiteY117712" fmla="*/ 1167753 h 2398711"/>
              <a:gd name="connsiteX117713" fmla="*/ 594146 w 2119654"/>
              <a:gd name="connsiteY117713" fmla="*/ 334303 h 2398711"/>
              <a:gd name="connsiteX117714" fmla="*/ 591999 w 2119654"/>
              <a:gd name="connsiteY117714" fmla="*/ 343341 h 2398711"/>
              <a:gd name="connsiteX117715" fmla="*/ 595932 w 2119654"/>
              <a:gd name="connsiteY117715" fmla="*/ 345615 h 2398711"/>
              <a:gd name="connsiteX117716" fmla="*/ 472020 w 2119654"/>
              <a:gd name="connsiteY117716" fmla="*/ 607736 h 2398711"/>
              <a:gd name="connsiteX117717" fmla="*/ 472181 w 2119654"/>
              <a:gd name="connsiteY117717" fmla="*/ 607833 h 2398711"/>
              <a:gd name="connsiteX117718" fmla="*/ 472361 w 2119654"/>
              <a:gd name="connsiteY117718" fmla="*/ 607953 h 2398711"/>
              <a:gd name="connsiteX117719" fmla="*/ 472353 w 2119654"/>
              <a:gd name="connsiteY117719" fmla="*/ 607851 h 2398711"/>
              <a:gd name="connsiteX117720" fmla="*/ 226886 w 2119654"/>
              <a:gd name="connsiteY117720" fmla="*/ 1156268 h 2398711"/>
              <a:gd name="connsiteX117721" fmla="*/ 227969 w 2119654"/>
              <a:gd name="connsiteY117721" fmla="*/ 1158700 h 2398711"/>
              <a:gd name="connsiteX117722" fmla="*/ 232281 w 2119654"/>
              <a:gd name="connsiteY117722" fmla="*/ 1164614 h 2398711"/>
              <a:gd name="connsiteX117723" fmla="*/ 425969 w 2119654"/>
              <a:gd name="connsiteY117723" fmla="*/ 710476 h 2398711"/>
              <a:gd name="connsiteX117724" fmla="*/ 425765 w 2119654"/>
              <a:gd name="connsiteY117724" fmla="*/ 711771 h 2398711"/>
              <a:gd name="connsiteX117725" fmla="*/ 428315 w 2119654"/>
              <a:gd name="connsiteY117725" fmla="*/ 712550 h 2398711"/>
              <a:gd name="connsiteX117726" fmla="*/ 428271 w 2119654"/>
              <a:gd name="connsiteY117726" fmla="*/ 712358 h 2398711"/>
              <a:gd name="connsiteX117727" fmla="*/ 347630 w 2119654"/>
              <a:gd name="connsiteY117727" fmla="*/ 885739 h 2398711"/>
              <a:gd name="connsiteX117728" fmla="*/ 353594 w 2119654"/>
              <a:gd name="connsiteY117728" fmla="*/ 896382 h 2398711"/>
              <a:gd name="connsiteX117729" fmla="*/ 356359 w 2119654"/>
              <a:gd name="connsiteY117729" fmla="*/ 899855 h 2398711"/>
              <a:gd name="connsiteX117730" fmla="*/ 355845 w 2119654"/>
              <a:gd name="connsiteY117730" fmla="*/ 897337 h 2398711"/>
              <a:gd name="connsiteX117731" fmla="*/ 349405 w 2119654"/>
              <a:gd name="connsiteY117731" fmla="*/ 887123 h 2398711"/>
              <a:gd name="connsiteX117732" fmla="*/ 349226 w 2119654"/>
              <a:gd name="connsiteY117732" fmla="*/ 886987 h 2398711"/>
              <a:gd name="connsiteX117733" fmla="*/ 268618 w 2119654"/>
              <a:gd name="connsiteY117733" fmla="*/ 1062609 h 2398711"/>
              <a:gd name="connsiteX117734" fmla="*/ 268863 w 2119654"/>
              <a:gd name="connsiteY117734" fmla="*/ 1063263 h 2398711"/>
              <a:gd name="connsiteX117735" fmla="*/ 268884 w 2119654"/>
              <a:gd name="connsiteY117735" fmla="*/ 1063288 h 2398711"/>
              <a:gd name="connsiteX117736" fmla="*/ 270467 w 2119654"/>
              <a:gd name="connsiteY117736" fmla="*/ 1064717 h 2398711"/>
              <a:gd name="connsiteX117737" fmla="*/ 425070 w 2119654"/>
              <a:gd name="connsiteY117737" fmla="*/ 712259 h 2398711"/>
              <a:gd name="connsiteX117738" fmla="*/ 425069 w 2119654"/>
              <a:gd name="connsiteY117738" fmla="*/ 712263 h 2398711"/>
              <a:gd name="connsiteX117739" fmla="*/ 425070 w 2119654"/>
              <a:gd name="connsiteY117739" fmla="*/ 712259 h 2398711"/>
              <a:gd name="connsiteX117740" fmla="*/ 490583 w 2119654"/>
              <a:gd name="connsiteY117740" fmla="*/ 565488 h 2398711"/>
              <a:gd name="connsiteX117741" fmla="*/ 488572 w 2119654"/>
              <a:gd name="connsiteY117741" fmla="*/ 570985 h 2398711"/>
              <a:gd name="connsiteX117742" fmla="*/ 495934 w 2119654"/>
              <a:gd name="connsiteY117742" fmla="*/ 584272 h 2398711"/>
              <a:gd name="connsiteX117743" fmla="*/ 496125 w 2119654"/>
              <a:gd name="connsiteY117743" fmla="*/ 583744 h 2398711"/>
              <a:gd name="connsiteX117744" fmla="*/ 494983 w 2119654"/>
              <a:gd name="connsiteY117744" fmla="*/ 579848 h 2398711"/>
              <a:gd name="connsiteX117745" fmla="*/ 491196 w 2119654"/>
              <a:gd name="connsiteY117745" fmla="*/ 565786 h 2398711"/>
              <a:gd name="connsiteX117746" fmla="*/ 490890 w 2119654"/>
              <a:gd name="connsiteY117746" fmla="*/ 564647 h 2398711"/>
              <a:gd name="connsiteX117747" fmla="*/ 490714 w 2119654"/>
              <a:gd name="connsiteY117747" fmla="*/ 565126 h 2398711"/>
              <a:gd name="connsiteX117748" fmla="*/ 491066 w 2119654"/>
              <a:gd name="connsiteY117748" fmla="*/ 565301 h 2398711"/>
              <a:gd name="connsiteX117749" fmla="*/ 191382 w 2119654"/>
              <a:gd name="connsiteY117749" fmla="*/ 1235052 h 2398711"/>
              <a:gd name="connsiteX117750" fmla="*/ 194756 w 2119654"/>
              <a:gd name="connsiteY117750" fmla="*/ 1241540 h 2398711"/>
              <a:gd name="connsiteX117751" fmla="*/ 195134 w 2119654"/>
              <a:gd name="connsiteY117751" fmla="*/ 1242244 h 2398711"/>
              <a:gd name="connsiteX117752" fmla="*/ 206407 w 2119654"/>
              <a:gd name="connsiteY117752" fmla="*/ 1255252 h 2398711"/>
              <a:gd name="connsiteX117753" fmla="*/ 211194 w 2119654"/>
              <a:gd name="connsiteY117753" fmla="*/ 1259575 h 2398711"/>
              <a:gd name="connsiteX117754" fmla="*/ 208651 w 2119654"/>
              <a:gd name="connsiteY117754" fmla="*/ 1254685 h 2398711"/>
              <a:gd name="connsiteX117755" fmla="*/ 208660 w 2119654"/>
              <a:gd name="connsiteY117755" fmla="*/ 1254642 h 2398711"/>
              <a:gd name="connsiteX117756" fmla="*/ 205569 w 2119654"/>
              <a:gd name="connsiteY117756" fmla="*/ 1250825 h 2398711"/>
              <a:gd name="connsiteX117757" fmla="*/ 202005 w 2119654"/>
              <a:gd name="connsiteY117757" fmla="*/ 1246300 h 2398711"/>
              <a:gd name="connsiteX117758" fmla="*/ 195588 w 2119654"/>
              <a:gd name="connsiteY117758" fmla="*/ 1239907 h 2398711"/>
              <a:gd name="connsiteX117759" fmla="*/ 393988 w 2119654"/>
              <a:gd name="connsiteY117759" fmla="*/ 781374 h 2398711"/>
              <a:gd name="connsiteX117760" fmla="*/ 394464 w 2119654"/>
              <a:gd name="connsiteY117760" fmla="*/ 783314 h 2398711"/>
              <a:gd name="connsiteX117761" fmla="*/ 394967 w 2119654"/>
              <a:gd name="connsiteY117761" fmla="*/ 783852 h 2398711"/>
              <a:gd name="connsiteX117762" fmla="*/ 394926 w 2119654"/>
              <a:gd name="connsiteY117762" fmla="*/ 781942 h 2398711"/>
              <a:gd name="connsiteX117763" fmla="*/ 207181 w 2119654"/>
              <a:gd name="connsiteY117763" fmla="*/ 1199523 h 2398711"/>
              <a:gd name="connsiteX117764" fmla="*/ 207377 w 2119654"/>
              <a:gd name="connsiteY117764" fmla="*/ 1199984 h 2398711"/>
              <a:gd name="connsiteX117765" fmla="*/ 207990 w 2119654"/>
              <a:gd name="connsiteY117765" fmla="*/ 1200718 h 2398711"/>
              <a:gd name="connsiteX117766" fmla="*/ 458818 w 2119654"/>
              <a:gd name="connsiteY117766" fmla="*/ 635956 h 2398711"/>
              <a:gd name="connsiteX117767" fmla="*/ 457683 w 2119654"/>
              <a:gd name="connsiteY117767" fmla="*/ 641050 h 2398711"/>
              <a:gd name="connsiteX117768" fmla="*/ 459987 w 2119654"/>
              <a:gd name="connsiteY117768" fmla="*/ 642264 h 2398711"/>
              <a:gd name="connsiteX117769" fmla="*/ 460160 w 2119654"/>
              <a:gd name="connsiteY117769" fmla="*/ 641793 h 2398711"/>
              <a:gd name="connsiteX117770" fmla="*/ 459398 w 2119654"/>
              <a:gd name="connsiteY117770" fmla="*/ 639514 h 2398711"/>
              <a:gd name="connsiteX117771" fmla="*/ 283115 w 2119654"/>
              <a:gd name="connsiteY117771" fmla="*/ 1028998 h 2398711"/>
              <a:gd name="connsiteX117772" fmla="*/ 285715 w 2119654"/>
              <a:gd name="connsiteY117772" fmla="*/ 1033883 h 2398711"/>
              <a:gd name="connsiteX117773" fmla="*/ 288544 w 2119654"/>
              <a:gd name="connsiteY117773" fmla="*/ 1038375 h 2398711"/>
              <a:gd name="connsiteX117774" fmla="*/ 288201 w 2119654"/>
              <a:gd name="connsiteY117774" fmla="*/ 1036468 h 2398711"/>
              <a:gd name="connsiteX117775" fmla="*/ 288343 w 2119654"/>
              <a:gd name="connsiteY117775" fmla="*/ 1036205 h 2398711"/>
              <a:gd name="connsiteX117776" fmla="*/ 288809 w 2119654"/>
              <a:gd name="connsiteY117776" fmla="*/ 1038794 h 2398711"/>
              <a:gd name="connsiteX117777" fmla="*/ 291408 w 2119654"/>
              <a:gd name="connsiteY117777" fmla="*/ 1042920 h 2398711"/>
              <a:gd name="connsiteX117778" fmla="*/ 294868 w 2119654"/>
              <a:gd name="connsiteY117778" fmla="*/ 1046851 h 2398711"/>
              <a:gd name="connsiteX117779" fmla="*/ 287278 w 2119654"/>
              <a:gd name="connsiteY117779" fmla="*/ 1033589 h 2398711"/>
              <a:gd name="connsiteX117780" fmla="*/ 193022 w 2119654"/>
              <a:gd name="connsiteY117780" fmla="*/ 1230729 h 2398711"/>
              <a:gd name="connsiteX117781" fmla="*/ 195160 w 2119654"/>
              <a:gd name="connsiteY117781" fmla="*/ 1233370 h 2398711"/>
              <a:gd name="connsiteX117782" fmla="*/ 201472 w 2119654"/>
              <a:gd name="connsiteY117782" fmla="*/ 1239070 h 2398711"/>
              <a:gd name="connsiteX117783" fmla="*/ 201053 w 2119654"/>
              <a:gd name="connsiteY117783" fmla="*/ 1238379 h 2398711"/>
              <a:gd name="connsiteX117784" fmla="*/ 300775 w 2119654"/>
              <a:gd name="connsiteY117784" fmla="*/ 989437 h 2398711"/>
              <a:gd name="connsiteX117785" fmla="*/ 300822 w 2119654"/>
              <a:gd name="connsiteY117785" fmla="*/ 989999 h 2398711"/>
              <a:gd name="connsiteX117786" fmla="*/ 300922 w 2119654"/>
              <a:gd name="connsiteY117786" fmla="*/ 990195 h 2398711"/>
              <a:gd name="connsiteX117787" fmla="*/ 299167 w 2119654"/>
              <a:gd name="connsiteY117787" fmla="*/ 993038 h 2398711"/>
              <a:gd name="connsiteX117788" fmla="*/ 300513 w 2119654"/>
              <a:gd name="connsiteY117788" fmla="*/ 996213 h 2398711"/>
              <a:gd name="connsiteX117789" fmla="*/ 300420 w 2119654"/>
              <a:gd name="connsiteY117789" fmla="*/ 995099 h 2398711"/>
              <a:gd name="connsiteX117790" fmla="*/ 492762 w 2119654"/>
              <a:gd name="connsiteY117790" fmla="*/ 559526 h 2398711"/>
              <a:gd name="connsiteX117791" fmla="*/ 490953 w 2119654"/>
              <a:gd name="connsiteY117791" fmla="*/ 564472 h 2398711"/>
              <a:gd name="connsiteX117792" fmla="*/ 491194 w 2119654"/>
              <a:gd name="connsiteY117792" fmla="*/ 565363 h 2398711"/>
              <a:gd name="connsiteX117793" fmla="*/ 501059 w 2119654"/>
              <a:gd name="connsiteY117793" fmla="*/ 570257 h 2398711"/>
              <a:gd name="connsiteX117794" fmla="*/ 501184 w 2119654"/>
              <a:gd name="connsiteY117794" fmla="*/ 569916 h 2398711"/>
              <a:gd name="connsiteX117795" fmla="*/ 501058 w 2119654"/>
              <a:gd name="connsiteY117795" fmla="*/ 569865 h 2398711"/>
              <a:gd name="connsiteX117796" fmla="*/ 501219 w 2119654"/>
              <a:gd name="connsiteY117796" fmla="*/ 569816 h 2398711"/>
              <a:gd name="connsiteX117797" fmla="*/ 502475 w 2119654"/>
              <a:gd name="connsiteY117797" fmla="*/ 566381 h 2398711"/>
              <a:gd name="connsiteX117798" fmla="*/ 501140 w 2119654"/>
              <a:gd name="connsiteY117798" fmla="*/ 565881 h 2398711"/>
              <a:gd name="connsiteX117799" fmla="*/ 501425 w 2119654"/>
              <a:gd name="connsiteY117799" fmla="*/ 565790 h 2398711"/>
              <a:gd name="connsiteX117800" fmla="*/ 502538 w 2119654"/>
              <a:gd name="connsiteY117800" fmla="*/ 566206 h 2398711"/>
              <a:gd name="connsiteX117801" fmla="*/ 502676 w 2119654"/>
              <a:gd name="connsiteY117801" fmla="*/ 565836 h 2398711"/>
              <a:gd name="connsiteX117802" fmla="*/ 361516 w 2119654"/>
              <a:gd name="connsiteY117802" fmla="*/ 853305 h 2398711"/>
              <a:gd name="connsiteX117803" fmla="*/ 361512 w 2119654"/>
              <a:gd name="connsiteY117803" fmla="*/ 857007 h 2398711"/>
              <a:gd name="connsiteX117804" fmla="*/ 364358 w 2119654"/>
              <a:gd name="connsiteY117804" fmla="*/ 861521 h 2398711"/>
              <a:gd name="connsiteX117805" fmla="*/ 367832 w 2119654"/>
              <a:gd name="connsiteY117805" fmla="*/ 865238 h 2398711"/>
              <a:gd name="connsiteX117806" fmla="*/ 368025 w 2119654"/>
              <a:gd name="connsiteY117806" fmla="*/ 861557 h 2398711"/>
              <a:gd name="connsiteX117807" fmla="*/ 368099 w 2119654"/>
              <a:gd name="connsiteY117807" fmla="*/ 860995 h 2398711"/>
              <a:gd name="connsiteX117808" fmla="*/ 396907 w 2119654"/>
              <a:gd name="connsiteY117808" fmla="*/ 773989 h 2398711"/>
              <a:gd name="connsiteX117809" fmla="*/ 397643 w 2119654"/>
              <a:gd name="connsiteY117809" fmla="*/ 774928 h 2398711"/>
              <a:gd name="connsiteX117810" fmla="*/ 397340 w 2119654"/>
              <a:gd name="connsiteY117810" fmla="*/ 774196 h 2398711"/>
              <a:gd name="connsiteX117811" fmla="*/ 343667 w 2119654"/>
              <a:gd name="connsiteY117811" fmla="*/ 892881 h 2398711"/>
              <a:gd name="connsiteX117812" fmla="*/ 343103 w 2119654"/>
              <a:gd name="connsiteY117812" fmla="*/ 906568 h 2398711"/>
              <a:gd name="connsiteX117813" fmla="*/ 343175 w 2119654"/>
              <a:gd name="connsiteY117813" fmla="*/ 906871 h 2398711"/>
              <a:gd name="connsiteX117814" fmla="*/ 344665 w 2119654"/>
              <a:gd name="connsiteY117814" fmla="*/ 909080 h 2398711"/>
              <a:gd name="connsiteX117815" fmla="*/ 346657 w 2119654"/>
              <a:gd name="connsiteY117815" fmla="*/ 909701 h 2398711"/>
              <a:gd name="connsiteX117816" fmla="*/ 346603 w 2119654"/>
              <a:gd name="connsiteY117816" fmla="*/ 907303 h 2398711"/>
              <a:gd name="connsiteX117817" fmla="*/ 402491 w 2119654"/>
              <a:gd name="connsiteY117817" fmla="*/ 761027 h 2398711"/>
              <a:gd name="connsiteX117818" fmla="*/ 401569 w 2119654"/>
              <a:gd name="connsiteY117818" fmla="*/ 766838 h 2398711"/>
              <a:gd name="connsiteX117819" fmla="*/ 402944 w 2119654"/>
              <a:gd name="connsiteY117819" fmla="*/ 767327 h 2398711"/>
              <a:gd name="connsiteX117820" fmla="*/ 402951 w 2119654"/>
              <a:gd name="connsiteY117820" fmla="*/ 762042 h 2398711"/>
              <a:gd name="connsiteX117821" fmla="*/ 402987 w 2119654"/>
              <a:gd name="connsiteY117821" fmla="*/ 761177 h 2398711"/>
              <a:gd name="connsiteX117822" fmla="*/ 449277 w 2119654"/>
              <a:gd name="connsiteY117822" fmla="*/ 656225 h 2398711"/>
              <a:gd name="connsiteX117823" fmla="*/ 450266 w 2119654"/>
              <a:gd name="connsiteY117823" fmla="*/ 657683 h 2398711"/>
              <a:gd name="connsiteX117824" fmla="*/ 451812 w 2119654"/>
              <a:gd name="connsiteY117824" fmla="*/ 657895 h 2398711"/>
              <a:gd name="connsiteX117825" fmla="*/ 452966 w 2119654"/>
              <a:gd name="connsiteY117825" fmla="*/ 658103 h 2398711"/>
              <a:gd name="connsiteX117826" fmla="*/ 453165 w 2119654"/>
              <a:gd name="connsiteY117826" fmla="*/ 657210 h 2398711"/>
              <a:gd name="connsiteX117827" fmla="*/ 452899 w 2119654"/>
              <a:gd name="connsiteY117827" fmla="*/ 656563 h 2398711"/>
              <a:gd name="connsiteX117828" fmla="*/ 278524 w 2119654"/>
              <a:gd name="connsiteY117828" fmla="*/ 1038375 h 2398711"/>
              <a:gd name="connsiteX117829" fmla="*/ 289563 w 2119654"/>
              <a:gd name="connsiteY117829" fmla="*/ 1056064 h 2398711"/>
              <a:gd name="connsiteX117830" fmla="*/ 289550 w 2119654"/>
              <a:gd name="connsiteY117830" fmla="*/ 1056025 h 2398711"/>
              <a:gd name="connsiteX117831" fmla="*/ 281119 w 2119654"/>
              <a:gd name="connsiteY117831" fmla="*/ 1041552 h 2398711"/>
              <a:gd name="connsiteX117832" fmla="*/ 494849 w 2119654"/>
              <a:gd name="connsiteY117832" fmla="*/ 553822 h 2398711"/>
              <a:gd name="connsiteX117833" fmla="*/ 493533 w 2119654"/>
              <a:gd name="connsiteY117833" fmla="*/ 557420 h 2398711"/>
              <a:gd name="connsiteX117834" fmla="*/ 498341 w 2119654"/>
              <a:gd name="connsiteY117834" fmla="*/ 560479 h 2398711"/>
              <a:gd name="connsiteX117835" fmla="*/ 503876 w 2119654"/>
              <a:gd name="connsiteY117835" fmla="*/ 562682 h 2398711"/>
              <a:gd name="connsiteX117836" fmla="*/ 504582 w 2119654"/>
              <a:gd name="connsiteY117836" fmla="*/ 560967 h 2398711"/>
              <a:gd name="connsiteX117837" fmla="*/ 497637 w 2119654"/>
              <a:gd name="connsiteY117837" fmla="*/ 555273 h 2398711"/>
              <a:gd name="connsiteX117838" fmla="*/ 496087 w 2119654"/>
              <a:gd name="connsiteY117838" fmla="*/ 554286 h 2398711"/>
              <a:gd name="connsiteX117839" fmla="*/ 494944 w 2119654"/>
              <a:gd name="connsiteY117839" fmla="*/ 553560 h 2398711"/>
              <a:gd name="connsiteX117840" fmla="*/ 494933 w 2119654"/>
              <a:gd name="connsiteY117840" fmla="*/ 553588 h 2398711"/>
              <a:gd name="connsiteX117841" fmla="*/ 495072 w 2119654"/>
              <a:gd name="connsiteY117841" fmla="*/ 553641 h 2398711"/>
              <a:gd name="connsiteX117842" fmla="*/ 424075 w 2119654"/>
              <a:gd name="connsiteY117842" fmla="*/ 711955 h 2398711"/>
              <a:gd name="connsiteX117843" fmla="*/ 424772 w 2119654"/>
              <a:gd name="connsiteY117843" fmla="*/ 713634 h 2398711"/>
              <a:gd name="connsiteX117844" fmla="*/ 424768 w 2119654"/>
              <a:gd name="connsiteY117844" fmla="*/ 712167 h 2398711"/>
              <a:gd name="connsiteX117845" fmla="*/ 425063 w 2119654"/>
              <a:gd name="connsiteY117845" fmla="*/ 709735 h 2398711"/>
              <a:gd name="connsiteX117846" fmla="*/ 425068 w 2119654"/>
              <a:gd name="connsiteY117846" fmla="*/ 711557 h 2398711"/>
              <a:gd name="connsiteX117847" fmla="*/ 425175 w 2119654"/>
              <a:gd name="connsiteY117847" fmla="*/ 711591 h 2398711"/>
              <a:gd name="connsiteX117848" fmla="*/ 425420 w 2119654"/>
              <a:gd name="connsiteY117848" fmla="*/ 710027 h 2398711"/>
              <a:gd name="connsiteX117849" fmla="*/ 408830 w 2119654"/>
              <a:gd name="connsiteY117849" fmla="*/ 746056 h 2398711"/>
              <a:gd name="connsiteX117850" fmla="*/ 409150 w 2119654"/>
              <a:gd name="connsiteY117850" fmla="*/ 753741 h 2398711"/>
              <a:gd name="connsiteX117851" fmla="*/ 413353 w 2119654"/>
              <a:gd name="connsiteY117851" fmla="*/ 759120 h 2398711"/>
              <a:gd name="connsiteX117852" fmla="*/ 412189 w 2119654"/>
              <a:gd name="connsiteY117852" fmla="*/ 755931 h 2398711"/>
              <a:gd name="connsiteX117853" fmla="*/ 402722 w 2119654"/>
              <a:gd name="connsiteY117853" fmla="*/ 759571 h 2398711"/>
              <a:gd name="connsiteX117854" fmla="*/ 402553 w 2119654"/>
              <a:gd name="connsiteY117854" fmla="*/ 760638 h 2398711"/>
              <a:gd name="connsiteX117855" fmla="*/ 403002 w 2119654"/>
              <a:gd name="connsiteY117855" fmla="*/ 760775 h 2398711"/>
              <a:gd name="connsiteX117856" fmla="*/ 403026 w 2119654"/>
              <a:gd name="connsiteY117856" fmla="*/ 760224 h 2398711"/>
              <a:gd name="connsiteX117857" fmla="*/ 402960 w 2119654"/>
              <a:gd name="connsiteY117857" fmla="*/ 759888 h 2398711"/>
              <a:gd name="connsiteX117858" fmla="*/ 443979 w 2119654"/>
              <a:gd name="connsiteY117858" fmla="*/ 667111 h 2398711"/>
              <a:gd name="connsiteX117859" fmla="*/ 443873 w 2119654"/>
              <a:gd name="connsiteY117859" fmla="*/ 667724 h 2398711"/>
              <a:gd name="connsiteX117860" fmla="*/ 444895 w 2119654"/>
              <a:gd name="connsiteY117860" fmla="*/ 673670 h 2398711"/>
              <a:gd name="connsiteX117861" fmla="*/ 448384 w 2119654"/>
              <a:gd name="connsiteY117861" fmla="*/ 673996 h 2398711"/>
              <a:gd name="connsiteX117862" fmla="*/ 449753 w 2119654"/>
              <a:gd name="connsiteY117862" fmla="*/ 670252 h 2398711"/>
              <a:gd name="connsiteX117863" fmla="*/ 445375 w 2119654"/>
              <a:gd name="connsiteY117863" fmla="*/ 667773 h 2398711"/>
              <a:gd name="connsiteX117864" fmla="*/ 221839 w 2119654"/>
              <a:gd name="connsiteY117864" fmla="*/ 1164482 h 2398711"/>
              <a:gd name="connsiteX117865" fmla="*/ 225797 w 2119654"/>
              <a:gd name="connsiteY117865" fmla="*/ 1170592 h 2398711"/>
              <a:gd name="connsiteX117866" fmla="*/ 227677 w 2119654"/>
              <a:gd name="connsiteY117866" fmla="*/ 1172866 h 2398711"/>
              <a:gd name="connsiteX117867" fmla="*/ 225798 w 2119654"/>
              <a:gd name="connsiteY117867" fmla="*/ 1168830 h 2398711"/>
              <a:gd name="connsiteX117868" fmla="*/ 426718 w 2119654"/>
              <a:gd name="connsiteY117868" fmla="*/ 705703 h 2398711"/>
              <a:gd name="connsiteX117869" fmla="*/ 426153 w 2119654"/>
              <a:gd name="connsiteY117869" fmla="*/ 709299 h 2398711"/>
              <a:gd name="connsiteX117870" fmla="*/ 427887 w 2119654"/>
              <a:gd name="connsiteY117870" fmla="*/ 710717 h 2398711"/>
              <a:gd name="connsiteX117871" fmla="*/ 443749 w 2119654"/>
              <a:gd name="connsiteY117871" fmla="*/ 667002 h 2398711"/>
              <a:gd name="connsiteX117872" fmla="*/ 443779 w 2119654"/>
              <a:gd name="connsiteY117872" fmla="*/ 667177 h 2398711"/>
              <a:gd name="connsiteX117873" fmla="*/ 443805 w 2119654"/>
              <a:gd name="connsiteY117873" fmla="*/ 667028 h 2398711"/>
              <a:gd name="connsiteX117874" fmla="*/ 204991 w 2119654"/>
              <a:gd name="connsiteY117874" fmla="*/ 1201225 h 2398711"/>
              <a:gd name="connsiteX117875" fmla="*/ 206970 w 2119654"/>
              <a:gd name="connsiteY117875" fmla="*/ 1206975 h 2398711"/>
              <a:gd name="connsiteX117876" fmla="*/ 214282 w 2119654"/>
              <a:gd name="connsiteY117876" fmla="*/ 1217772 h 2398711"/>
              <a:gd name="connsiteX117877" fmla="*/ 211219 w 2119654"/>
              <a:gd name="connsiteY117877" fmla="*/ 1210575 h 2398711"/>
              <a:gd name="connsiteX117878" fmla="*/ 208758 w 2119654"/>
              <a:gd name="connsiteY117878" fmla="*/ 1207860 h 2398711"/>
              <a:gd name="connsiteX117879" fmla="*/ 208766 w 2119654"/>
              <a:gd name="connsiteY117879" fmla="*/ 1207492 h 2398711"/>
              <a:gd name="connsiteX117880" fmla="*/ 210917 w 2119654"/>
              <a:gd name="connsiteY117880" fmla="*/ 1209865 h 2398711"/>
              <a:gd name="connsiteX117881" fmla="*/ 209688 w 2119654"/>
              <a:gd name="connsiteY117881" fmla="*/ 1206976 h 2398711"/>
              <a:gd name="connsiteX117882" fmla="*/ 267455 w 2119654"/>
              <a:gd name="connsiteY117882" fmla="*/ 1061284 h 2398711"/>
              <a:gd name="connsiteX117883" fmla="*/ 267514 w 2119654"/>
              <a:gd name="connsiteY117883" fmla="*/ 1061707 h 2398711"/>
              <a:gd name="connsiteX117884" fmla="*/ 268165 w 2119654"/>
              <a:gd name="connsiteY117884" fmla="*/ 1062457 h 2398711"/>
              <a:gd name="connsiteX117885" fmla="*/ 267926 w 2119654"/>
              <a:gd name="connsiteY117885" fmla="*/ 1061819 h 2398711"/>
              <a:gd name="connsiteX117886" fmla="*/ 297064 w 2119654"/>
              <a:gd name="connsiteY117886" fmla="*/ 994774 h 2398711"/>
              <a:gd name="connsiteX117887" fmla="*/ 298937 w 2119654"/>
              <a:gd name="connsiteY117887" fmla="*/ 1008088 h 2398711"/>
              <a:gd name="connsiteX117888" fmla="*/ 301888 w 2119654"/>
              <a:gd name="connsiteY117888" fmla="*/ 1012660 h 2398711"/>
              <a:gd name="connsiteX117889" fmla="*/ 300878 w 2119654"/>
              <a:gd name="connsiteY117889" fmla="*/ 1000583 h 2398711"/>
              <a:gd name="connsiteX117890" fmla="*/ 346889 w 2119654"/>
              <a:gd name="connsiteY117890" fmla="*/ 883132 h 2398711"/>
              <a:gd name="connsiteX117891" fmla="*/ 346917 w 2119654"/>
              <a:gd name="connsiteY117891" fmla="*/ 884382 h 2398711"/>
              <a:gd name="connsiteX117892" fmla="*/ 348376 w 2119654"/>
              <a:gd name="connsiteY117892" fmla="*/ 885490 h 2398711"/>
              <a:gd name="connsiteX117893" fmla="*/ 458166 w 2119654"/>
              <a:gd name="connsiteY117893" fmla="*/ 633954 h 2398711"/>
              <a:gd name="connsiteX117894" fmla="*/ 457889 w 2119654"/>
              <a:gd name="connsiteY117894" fmla="*/ 635997 h 2398711"/>
              <a:gd name="connsiteX117895" fmla="*/ 458321 w 2119654"/>
              <a:gd name="connsiteY117895" fmla="*/ 634054 h 2398711"/>
              <a:gd name="connsiteX117896" fmla="*/ 298478 w 2119654"/>
              <a:gd name="connsiteY117896" fmla="*/ 991414 h 2398711"/>
              <a:gd name="connsiteX117897" fmla="*/ 298706 w 2119654"/>
              <a:gd name="connsiteY117897" fmla="*/ 991951 h 2398711"/>
              <a:gd name="connsiteX117898" fmla="*/ 300375 w 2119654"/>
              <a:gd name="connsiteY117898" fmla="*/ 994565 h 2398711"/>
              <a:gd name="connsiteX117899" fmla="*/ 300344 w 2119654"/>
              <a:gd name="connsiteY117899" fmla="*/ 994200 h 2398711"/>
              <a:gd name="connsiteX117900" fmla="*/ 299874 w 2119654"/>
              <a:gd name="connsiteY117900" fmla="*/ 993182 h 2398711"/>
              <a:gd name="connsiteX117901" fmla="*/ 299210 w 2119654"/>
              <a:gd name="connsiteY117901" fmla="*/ 991969 h 2398711"/>
              <a:gd name="connsiteX117902" fmla="*/ 403170 w 2119654"/>
              <a:gd name="connsiteY117902" fmla="*/ 756750 h 2398711"/>
              <a:gd name="connsiteX117903" fmla="*/ 403107 w 2119654"/>
              <a:gd name="connsiteY117903" fmla="*/ 757151 h 2398711"/>
              <a:gd name="connsiteX117904" fmla="*/ 403151 w 2119654"/>
              <a:gd name="connsiteY117904" fmla="*/ 757211 h 2398711"/>
              <a:gd name="connsiteX117905" fmla="*/ 444470 w 2119654"/>
              <a:gd name="connsiteY117905" fmla="*/ 664259 h 2398711"/>
              <a:gd name="connsiteX117906" fmla="*/ 444128 w 2119654"/>
              <a:gd name="connsiteY117906" fmla="*/ 666237 h 2398711"/>
              <a:gd name="connsiteX117907" fmla="*/ 448987 w 2119654"/>
              <a:gd name="connsiteY117907" fmla="*/ 668538 h 2398711"/>
              <a:gd name="connsiteX117908" fmla="*/ 447076 w 2119654"/>
              <a:gd name="connsiteY117908" fmla="*/ 666413 h 2398711"/>
              <a:gd name="connsiteX117909" fmla="*/ 461621 w 2119654"/>
              <a:gd name="connsiteY117909" fmla="*/ 625795 h 2398711"/>
              <a:gd name="connsiteX117910" fmla="*/ 463719 w 2119654"/>
              <a:gd name="connsiteY117910" fmla="*/ 632061 h 2398711"/>
              <a:gd name="connsiteX117911" fmla="*/ 464322 w 2119654"/>
              <a:gd name="connsiteY117911" fmla="*/ 630414 h 2398711"/>
              <a:gd name="connsiteX117912" fmla="*/ 464390 w 2119654"/>
              <a:gd name="connsiteY117912" fmla="*/ 628762 h 2398711"/>
              <a:gd name="connsiteX117913" fmla="*/ 464470 w 2119654"/>
              <a:gd name="connsiteY117913" fmla="*/ 627296 h 2398711"/>
              <a:gd name="connsiteX117914" fmla="*/ 530892 w 2119654"/>
              <a:gd name="connsiteY117914" fmla="*/ 470672 h 2398711"/>
              <a:gd name="connsiteX117915" fmla="*/ 533995 w 2119654"/>
              <a:gd name="connsiteY117915" fmla="*/ 480974 h 2398711"/>
              <a:gd name="connsiteX117916" fmla="*/ 536672 w 2119654"/>
              <a:gd name="connsiteY117916" fmla="*/ 483012 h 2398711"/>
              <a:gd name="connsiteX117917" fmla="*/ 538959 w 2119654"/>
              <a:gd name="connsiteY117917" fmla="*/ 477456 h 2398711"/>
              <a:gd name="connsiteX117918" fmla="*/ 320214 w 2119654"/>
              <a:gd name="connsiteY117918" fmla="*/ 942349 h 2398711"/>
              <a:gd name="connsiteX117919" fmla="*/ 319759 w 2119654"/>
              <a:gd name="connsiteY117919" fmla="*/ 951030 h 2398711"/>
              <a:gd name="connsiteX117920" fmla="*/ 320213 w 2119654"/>
              <a:gd name="connsiteY117920" fmla="*/ 953345 h 2398711"/>
              <a:gd name="connsiteX117921" fmla="*/ 320311 w 2119654"/>
              <a:gd name="connsiteY117921" fmla="*/ 953374 h 2398711"/>
              <a:gd name="connsiteX117922" fmla="*/ 321756 w 2119654"/>
              <a:gd name="connsiteY117922" fmla="*/ 945990 h 2398711"/>
              <a:gd name="connsiteX117923" fmla="*/ 343814 w 2119654"/>
              <a:gd name="connsiteY117923" fmla="*/ 889313 h 2398711"/>
              <a:gd name="connsiteX117924" fmla="*/ 343749 w 2119654"/>
              <a:gd name="connsiteY117924" fmla="*/ 890903 h 2398711"/>
              <a:gd name="connsiteX117925" fmla="*/ 346521 w 2119654"/>
              <a:gd name="connsiteY117925" fmla="*/ 903645 h 2398711"/>
              <a:gd name="connsiteX117926" fmla="*/ 346328 w 2119654"/>
              <a:gd name="connsiteY117926" fmla="*/ 894982 h 2398711"/>
              <a:gd name="connsiteX117927" fmla="*/ 500380 w 2119654"/>
              <a:gd name="connsiteY117927" fmla="*/ 538694 h 2398711"/>
              <a:gd name="connsiteX117928" fmla="*/ 495978 w 2119654"/>
              <a:gd name="connsiteY117928" fmla="*/ 550734 h 2398711"/>
              <a:gd name="connsiteX117929" fmla="*/ 504204 w 2119654"/>
              <a:gd name="connsiteY117929" fmla="*/ 555970 h 2398711"/>
              <a:gd name="connsiteX117930" fmla="*/ 503336 w 2119654"/>
              <a:gd name="connsiteY117930" fmla="*/ 547799 h 2398711"/>
              <a:gd name="connsiteX117931" fmla="*/ 503200 w 2119654"/>
              <a:gd name="connsiteY117931" fmla="*/ 547382 h 2398711"/>
              <a:gd name="connsiteX117932" fmla="*/ 500226 w 2119654"/>
              <a:gd name="connsiteY117932" fmla="*/ 546524 h 2398711"/>
              <a:gd name="connsiteX117933" fmla="*/ 500689 w 2119654"/>
              <a:gd name="connsiteY117933" fmla="*/ 546336 h 2398711"/>
              <a:gd name="connsiteX117934" fmla="*/ 503086 w 2119654"/>
              <a:gd name="connsiteY117934" fmla="*/ 547028 h 2398711"/>
              <a:gd name="connsiteX117935" fmla="*/ 361521 w 2119654"/>
              <a:gd name="connsiteY117935" fmla="*/ 849615 h 2398711"/>
              <a:gd name="connsiteX117936" fmla="*/ 361517 w 2119654"/>
              <a:gd name="connsiteY117936" fmla="*/ 852987 h 2398711"/>
              <a:gd name="connsiteX117937" fmla="*/ 368136 w 2119654"/>
              <a:gd name="connsiteY117937" fmla="*/ 860718 h 2398711"/>
              <a:gd name="connsiteX117938" fmla="*/ 368263 w 2119654"/>
              <a:gd name="connsiteY117938" fmla="*/ 859758 h 2398711"/>
              <a:gd name="connsiteX117939" fmla="*/ 368161 w 2119654"/>
              <a:gd name="connsiteY117939" fmla="*/ 858281 h 2398711"/>
              <a:gd name="connsiteX117940" fmla="*/ 368390 w 2119654"/>
              <a:gd name="connsiteY117940" fmla="*/ 857948 h 2398711"/>
              <a:gd name="connsiteX117941" fmla="*/ 368429 w 2119654"/>
              <a:gd name="connsiteY117941" fmla="*/ 858512 h 2398711"/>
              <a:gd name="connsiteX117942" fmla="*/ 368658 w 2119654"/>
              <a:gd name="connsiteY117942" fmla="*/ 856792 h 2398711"/>
              <a:gd name="connsiteX117943" fmla="*/ 368632 w 2119654"/>
              <a:gd name="connsiteY117943" fmla="*/ 856685 h 2398711"/>
              <a:gd name="connsiteX117944" fmla="*/ 364760 w 2119654"/>
              <a:gd name="connsiteY117944" fmla="*/ 851148 h 2398711"/>
              <a:gd name="connsiteX117945" fmla="*/ 458314 w 2119654"/>
              <a:gd name="connsiteY117945" fmla="*/ 632866 h 2398711"/>
              <a:gd name="connsiteX117946" fmla="*/ 458307 w 2119654"/>
              <a:gd name="connsiteY117946" fmla="*/ 632916 h 2398711"/>
              <a:gd name="connsiteX117947" fmla="*/ 458324 w 2119654"/>
              <a:gd name="connsiteY117947" fmla="*/ 632927 h 2398711"/>
              <a:gd name="connsiteX117948" fmla="*/ 400408 w 2119654"/>
              <a:gd name="connsiteY117948" fmla="*/ 762138 h 2398711"/>
              <a:gd name="connsiteX117949" fmla="*/ 400380 w 2119654"/>
              <a:gd name="connsiteY117949" fmla="*/ 763747 h 2398711"/>
              <a:gd name="connsiteX117950" fmla="*/ 400554 w 2119654"/>
              <a:gd name="connsiteY117950" fmla="*/ 764226 h 2398711"/>
              <a:gd name="connsiteX117951" fmla="*/ 267297 w 2119654"/>
              <a:gd name="connsiteY117951" fmla="*/ 1060140 h 2398711"/>
              <a:gd name="connsiteX117952" fmla="*/ 267316 w 2119654"/>
              <a:gd name="connsiteY117952" fmla="*/ 1060277 h 2398711"/>
              <a:gd name="connsiteX117953" fmla="*/ 267373 w 2119654"/>
              <a:gd name="connsiteY117953" fmla="*/ 1060342 h 2398711"/>
              <a:gd name="connsiteX117954" fmla="*/ 427774 w 2119654"/>
              <a:gd name="connsiteY117954" fmla="*/ 700585 h 2398711"/>
              <a:gd name="connsiteX117955" fmla="*/ 430667 w 2119654"/>
              <a:gd name="connsiteY117955" fmla="*/ 712990 h 2398711"/>
              <a:gd name="connsiteX117956" fmla="*/ 431209 w 2119654"/>
              <a:gd name="connsiteY117956" fmla="*/ 713434 h 2398711"/>
              <a:gd name="connsiteX117957" fmla="*/ 435033 w 2119654"/>
              <a:gd name="connsiteY117957" fmla="*/ 714602 h 2398711"/>
              <a:gd name="connsiteX117958" fmla="*/ 433029 w 2119654"/>
              <a:gd name="connsiteY117958" fmla="*/ 708432 h 2398711"/>
              <a:gd name="connsiteX117959" fmla="*/ 597376 w 2119654"/>
              <a:gd name="connsiteY117959" fmla="*/ 320699 h 2398711"/>
              <a:gd name="connsiteX117960" fmla="*/ 595932 w 2119654"/>
              <a:gd name="connsiteY117960" fmla="*/ 326781 h 2398711"/>
              <a:gd name="connsiteX117961" fmla="*/ 599206 w 2119654"/>
              <a:gd name="connsiteY117961" fmla="*/ 347505 h 2398711"/>
              <a:gd name="connsiteX117962" fmla="*/ 619539 w 2119654"/>
              <a:gd name="connsiteY117962" fmla="*/ 359254 h 2398711"/>
              <a:gd name="connsiteX117963" fmla="*/ 630398 w 2119654"/>
              <a:gd name="connsiteY117963" fmla="*/ 365724 h 2398711"/>
              <a:gd name="connsiteX117964" fmla="*/ 630366 w 2119654"/>
              <a:gd name="connsiteY117964" fmla="*/ 365514 h 2398711"/>
              <a:gd name="connsiteX117965" fmla="*/ 629717 w 2119654"/>
              <a:gd name="connsiteY117965" fmla="*/ 360771 h 2398711"/>
              <a:gd name="connsiteX117966" fmla="*/ 611593 w 2119654"/>
              <a:gd name="connsiteY117966" fmla="*/ 336611 h 2398711"/>
              <a:gd name="connsiteX117967" fmla="*/ 598312 w 2119654"/>
              <a:gd name="connsiteY117967" fmla="*/ 321370 h 2398711"/>
              <a:gd name="connsiteX117968" fmla="*/ 249908 w 2119654"/>
              <a:gd name="connsiteY117968" fmla="*/ 1098724 h 2398711"/>
              <a:gd name="connsiteX117969" fmla="*/ 251445 w 2119654"/>
              <a:gd name="connsiteY117969" fmla="*/ 1104026 h 2398711"/>
              <a:gd name="connsiteX117970" fmla="*/ 261463 w 2119654"/>
              <a:gd name="connsiteY117970" fmla="*/ 1117193 h 2398711"/>
              <a:gd name="connsiteX117971" fmla="*/ 259728 w 2119654"/>
              <a:gd name="connsiteY117971" fmla="*/ 1109692 h 2398711"/>
              <a:gd name="connsiteX117972" fmla="*/ 351296 w 2119654"/>
              <a:gd name="connsiteY117972" fmla="*/ 871645 h 2398711"/>
              <a:gd name="connsiteX117973" fmla="*/ 353383 w 2119654"/>
              <a:gd name="connsiteY117973" fmla="*/ 881880 h 2398711"/>
              <a:gd name="connsiteX117974" fmla="*/ 357655 w 2119654"/>
              <a:gd name="connsiteY117974" fmla="*/ 883075 h 2398711"/>
              <a:gd name="connsiteX117975" fmla="*/ 357288 w 2119654"/>
              <a:gd name="connsiteY117975" fmla="*/ 881190 h 2398711"/>
              <a:gd name="connsiteX117976" fmla="*/ 357141 w 2119654"/>
              <a:gd name="connsiteY117976" fmla="*/ 880370 h 2398711"/>
              <a:gd name="connsiteX117977" fmla="*/ 257841 w 2119654"/>
              <a:gd name="connsiteY117977" fmla="*/ 1080884 h 2398711"/>
              <a:gd name="connsiteX117978" fmla="*/ 261179 w 2119654"/>
              <a:gd name="connsiteY117978" fmla="*/ 1088015 h 2398711"/>
              <a:gd name="connsiteX117979" fmla="*/ 261511 w 2119654"/>
              <a:gd name="connsiteY117979" fmla="*/ 1088309 h 2398711"/>
              <a:gd name="connsiteX117980" fmla="*/ 259772 w 2119654"/>
              <a:gd name="connsiteY117980" fmla="*/ 1084198 h 2398711"/>
              <a:gd name="connsiteX117981" fmla="*/ 597451 w 2119654"/>
              <a:gd name="connsiteY117981" fmla="*/ 320382 h 2398711"/>
              <a:gd name="connsiteX117982" fmla="*/ 597435 w 2119654"/>
              <a:gd name="connsiteY117982" fmla="*/ 320452 h 2398711"/>
              <a:gd name="connsiteX117983" fmla="*/ 597640 w 2119654"/>
              <a:gd name="connsiteY117983" fmla="*/ 320599 h 2398711"/>
              <a:gd name="connsiteX117984" fmla="*/ 346848 w 2119654"/>
              <a:gd name="connsiteY117984" fmla="*/ 881312 h 2398711"/>
              <a:gd name="connsiteX117985" fmla="*/ 346864 w 2119654"/>
              <a:gd name="connsiteY117985" fmla="*/ 882044 h 2398711"/>
              <a:gd name="connsiteX117986" fmla="*/ 349646 w 2119654"/>
              <a:gd name="connsiteY117986" fmla="*/ 886455 h 2398711"/>
              <a:gd name="connsiteX117987" fmla="*/ 354359 w 2119654"/>
              <a:gd name="connsiteY117987" fmla="*/ 890036 h 2398711"/>
              <a:gd name="connsiteX117988" fmla="*/ 353514 w 2119654"/>
              <a:gd name="connsiteY117988" fmla="*/ 885885 h 2398711"/>
              <a:gd name="connsiteX117989" fmla="*/ 352437 w 2119654"/>
              <a:gd name="connsiteY117989" fmla="*/ 883186 h 2398711"/>
              <a:gd name="connsiteX117990" fmla="*/ 235867 w 2119654"/>
              <a:gd name="connsiteY117990" fmla="*/ 1129614 h 2398711"/>
              <a:gd name="connsiteX117991" fmla="*/ 244001 w 2119654"/>
              <a:gd name="connsiteY117991" fmla="*/ 1142197 h 2398711"/>
              <a:gd name="connsiteX117992" fmla="*/ 252172 w 2119654"/>
              <a:gd name="connsiteY117992" fmla="*/ 1153793 h 2398711"/>
              <a:gd name="connsiteX117993" fmla="*/ 250215 w 2119654"/>
              <a:gd name="connsiteY117993" fmla="*/ 1144085 h 2398711"/>
              <a:gd name="connsiteX117994" fmla="*/ 249713 w 2119654"/>
              <a:gd name="connsiteY117994" fmla="*/ 1143855 h 2398711"/>
              <a:gd name="connsiteX117995" fmla="*/ 249589 w 2119654"/>
              <a:gd name="connsiteY117995" fmla="*/ 1143550 h 2398711"/>
              <a:gd name="connsiteX117996" fmla="*/ 250160 w 2119654"/>
              <a:gd name="connsiteY117996" fmla="*/ 1143812 h 2398711"/>
              <a:gd name="connsiteX117997" fmla="*/ 250041 w 2119654"/>
              <a:gd name="connsiteY117997" fmla="*/ 1143216 h 2398711"/>
              <a:gd name="connsiteX117998" fmla="*/ 503314 w 2119654"/>
              <a:gd name="connsiteY117998" fmla="*/ 530670 h 2398711"/>
              <a:gd name="connsiteX117999" fmla="*/ 502842 w 2119654"/>
              <a:gd name="connsiteY117999" fmla="*/ 531961 h 2398711"/>
              <a:gd name="connsiteX118000" fmla="*/ 507990 w 2119654"/>
              <a:gd name="connsiteY118000" fmla="*/ 547810 h 2398711"/>
              <a:gd name="connsiteX118001" fmla="*/ 508328 w 2119654"/>
              <a:gd name="connsiteY118001" fmla="*/ 548542 h 2398711"/>
              <a:gd name="connsiteX118002" fmla="*/ 509113 w 2119654"/>
              <a:gd name="connsiteY118002" fmla="*/ 548769 h 2398711"/>
              <a:gd name="connsiteX118003" fmla="*/ 509175 w 2119654"/>
              <a:gd name="connsiteY118003" fmla="*/ 548669 h 2398711"/>
              <a:gd name="connsiteX118004" fmla="*/ 509189 w 2119654"/>
              <a:gd name="connsiteY118004" fmla="*/ 548790 h 2398711"/>
              <a:gd name="connsiteX118005" fmla="*/ 509551 w 2119654"/>
              <a:gd name="connsiteY118005" fmla="*/ 548895 h 2398711"/>
              <a:gd name="connsiteX118006" fmla="*/ 510027 w 2119654"/>
              <a:gd name="connsiteY118006" fmla="*/ 547738 h 2398711"/>
              <a:gd name="connsiteX118007" fmla="*/ 508988 w 2119654"/>
              <a:gd name="connsiteY118007" fmla="*/ 535310 h 2398711"/>
              <a:gd name="connsiteX118008" fmla="*/ 394989 w 2119654"/>
              <a:gd name="connsiteY118008" fmla="*/ 773067 h 2398711"/>
              <a:gd name="connsiteX118009" fmla="*/ 395161 w 2119654"/>
              <a:gd name="connsiteY118009" fmla="*/ 781302 h 2398711"/>
              <a:gd name="connsiteX118010" fmla="*/ 398284 w 2119654"/>
              <a:gd name="connsiteY118010" fmla="*/ 783197 h 2398711"/>
              <a:gd name="connsiteX118011" fmla="*/ 398398 w 2119654"/>
              <a:gd name="connsiteY118011" fmla="*/ 776750 h 2398711"/>
              <a:gd name="connsiteX118012" fmla="*/ 398129 w 2119654"/>
              <a:gd name="connsiteY118012" fmla="*/ 776099 h 2398711"/>
              <a:gd name="connsiteX118013" fmla="*/ 396217 w 2119654"/>
              <a:gd name="connsiteY118013" fmla="*/ 773658 h 2398711"/>
              <a:gd name="connsiteX118014" fmla="*/ 404730 w 2119654"/>
              <a:gd name="connsiteY118014" fmla="*/ 751208 h 2398711"/>
              <a:gd name="connsiteX118015" fmla="*/ 404719 w 2119654"/>
              <a:gd name="connsiteY118015" fmla="*/ 759297 h 2398711"/>
              <a:gd name="connsiteX118016" fmla="*/ 406613 w 2119654"/>
              <a:gd name="connsiteY118016" fmla="*/ 761817 h 2398711"/>
              <a:gd name="connsiteX118017" fmla="*/ 406690 w 2119654"/>
              <a:gd name="connsiteY118017" fmla="*/ 761900 h 2398711"/>
              <a:gd name="connsiteX118018" fmla="*/ 407297 w 2119654"/>
              <a:gd name="connsiteY118018" fmla="*/ 762086 h 2398711"/>
              <a:gd name="connsiteX118019" fmla="*/ 406969 w 2119654"/>
              <a:gd name="connsiteY118019" fmla="*/ 754550 h 2398711"/>
              <a:gd name="connsiteX118020" fmla="*/ 330320 w 2119654"/>
              <a:gd name="connsiteY118020" fmla="*/ 917814 h 2398711"/>
              <a:gd name="connsiteX118021" fmla="*/ 330484 w 2119654"/>
              <a:gd name="connsiteY118021" fmla="*/ 918525 h 2398711"/>
              <a:gd name="connsiteX118022" fmla="*/ 336642 w 2119654"/>
              <a:gd name="connsiteY118022" fmla="*/ 943809 h 2398711"/>
              <a:gd name="connsiteX118023" fmla="*/ 339718 w 2119654"/>
              <a:gd name="connsiteY118023" fmla="*/ 947903 h 2398711"/>
              <a:gd name="connsiteX118024" fmla="*/ 336213 w 2119654"/>
              <a:gd name="connsiteY118024" fmla="*/ 929860 h 2398711"/>
              <a:gd name="connsiteX118025" fmla="*/ 335660 w 2119654"/>
              <a:gd name="connsiteY118025" fmla="*/ 926788 h 2398711"/>
              <a:gd name="connsiteX118026" fmla="*/ 343894 w 2119654"/>
              <a:gd name="connsiteY118026" fmla="*/ 887348 h 2398711"/>
              <a:gd name="connsiteX118027" fmla="*/ 343828 w 2119654"/>
              <a:gd name="connsiteY118027" fmla="*/ 888958 h 2398711"/>
              <a:gd name="connsiteX118028" fmla="*/ 346314 w 2119654"/>
              <a:gd name="connsiteY118028" fmla="*/ 894366 h 2398711"/>
              <a:gd name="connsiteX118029" fmla="*/ 346251 w 2119654"/>
              <a:gd name="connsiteY118029" fmla="*/ 891553 h 2398711"/>
              <a:gd name="connsiteX118030" fmla="*/ 443723 w 2119654"/>
              <a:gd name="connsiteY118030" fmla="*/ 663640 h 2398711"/>
              <a:gd name="connsiteX118031" fmla="*/ 443628 w 2119654"/>
              <a:gd name="connsiteY118031" fmla="*/ 665999 h 2398711"/>
              <a:gd name="connsiteX118032" fmla="*/ 443954 w 2119654"/>
              <a:gd name="connsiteY118032" fmla="*/ 666155 h 2398711"/>
              <a:gd name="connsiteX118033" fmla="*/ 444306 w 2119654"/>
              <a:gd name="connsiteY118033" fmla="*/ 664123 h 2398711"/>
              <a:gd name="connsiteX118034" fmla="*/ 410198 w 2119654"/>
              <a:gd name="connsiteY118034" fmla="*/ 738706 h 2398711"/>
              <a:gd name="connsiteX118035" fmla="*/ 412152 w 2119654"/>
              <a:gd name="connsiteY118035" fmla="*/ 746666 h 2398711"/>
              <a:gd name="connsiteX118036" fmla="*/ 416180 w 2119654"/>
              <a:gd name="connsiteY118036" fmla="*/ 762738 h 2398711"/>
              <a:gd name="connsiteX118037" fmla="*/ 417656 w 2119654"/>
              <a:gd name="connsiteY118037" fmla="*/ 764626 h 2398711"/>
              <a:gd name="connsiteX118038" fmla="*/ 418544 w 2119654"/>
              <a:gd name="connsiteY118038" fmla="*/ 756980 h 2398711"/>
              <a:gd name="connsiteX118039" fmla="*/ 417431 w 2119654"/>
              <a:gd name="connsiteY118039" fmla="*/ 748004 h 2398711"/>
              <a:gd name="connsiteX118040" fmla="*/ 414359 w 2119654"/>
              <a:gd name="connsiteY118040" fmla="*/ 741354 h 2398711"/>
              <a:gd name="connsiteX118041" fmla="*/ 488088 w 2119654"/>
              <a:gd name="connsiteY118041" fmla="*/ 564277 h 2398711"/>
              <a:gd name="connsiteX118042" fmla="*/ 488102 w 2119654"/>
              <a:gd name="connsiteY118042" fmla="*/ 565386 h 2398711"/>
              <a:gd name="connsiteX118043" fmla="*/ 488444 w 2119654"/>
              <a:gd name="connsiteY118043" fmla="*/ 564450 h 2398711"/>
              <a:gd name="connsiteX118044" fmla="*/ 245619 w 2119654"/>
              <a:gd name="connsiteY118044" fmla="*/ 1107164 h 2398711"/>
              <a:gd name="connsiteX118045" fmla="*/ 248214 w 2119654"/>
              <a:gd name="connsiteY118045" fmla="*/ 1120046 h 2398711"/>
              <a:gd name="connsiteX118046" fmla="*/ 249954 w 2119654"/>
              <a:gd name="connsiteY118046" fmla="*/ 1121888 h 2398711"/>
              <a:gd name="connsiteX118047" fmla="*/ 250550 w 2119654"/>
              <a:gd name="connsiteY118047" fmla="*/ 1122385 h 2398711"/>
              <a:gd name="connsiteX118048" fmla="*/ 246603 w 2119654"/>
              <a:gd name="connsiteY118048" fmla="*/ 1108778 h 2398711"/>
              <a:gd name="connsiteX118049" fmla="*/ 358905 w 2119654"/>
              <a:gd name="connsiteY118049" fmla="*/ 853469 h 2398711"/>
              <a:gd name="connsiteX118050" fmla="*/ 359152 w 2119654"/>
              <a:gd name="connsiteY118050" fmla="*/ 854036 h 2398711"/>
              <a:gd name="connsiteX118051" fmla="*/ 359152 w 2119654"/>
              <a:gd name="connsiteY118051" fmla="*/ 853873 h 2398711"/>
              <a:gd name="connsiteX118052" fmla="*/ 358768 w 2119654"/>
              <a:gd name="connsiteY118052" fmla="*/ 853754 h 2398711"/>
              <a:gd name="connsiteX118053" fmla="*/ 359150 w 2119654"/>
              <a:gd name="connsiteY118053" fmla="*/ 855509 h 2398711"/>
              <a:gd name="connsiteX118054" fmla="*/ 359151 w 2119654"/>
              <a:gd name="connsiteY118054" fmla="*/ 854634 h 2398711"/>
              <a:gd name="connsiteX118055" fmla="*/ 400449 w 2119654"/>
              <a:gd name="connsiteY118055" fmla="*/ 760403 h 2398711"/>
              <a:gd name="connsiteX118056" fmla="*/ 400623 w 2119654"/>
              <a:gd name="connsiteY118056" fmla="*/ 762898 h 2398711"/>
              <a:gd name="connsiteX118057" fmla="*/ 400788 w 2119654"/>
              <a:gd name="connsiteY118057" fmla="*/ 764868 h 2398711"/>
              <a:gd name="connsiteX118058" fmla="*/ 401159 w 2119654"/>
              <a:gd name="connsiteY118058" fmla="*/ 765886 h 2398711"/>
              <a:gd name="connsiteX118059" fmla="*/ 401958 w 2119654"/>
              <a:gd name="connsiteY118059" fmla="*/ 760863 h 2398711"/>
              <a:gd name="connsiteX118060" fmla="*/ 335091 w 2119654"/>
              <a:gd name="connsiteY118060" fmla="*/ 906680 h 2398711"/>
              <a:gd name="connsiteX118061" fmla="*/ 335830 w 2119654"/>
              <a:gd name="connsiteY118061" fmla="*/ 912030 h 2398711"/>
              <a:gd name="connsiteX118062" fmla="*/ 341784 w 2119654"/>
              <a:gd name="connsiteY118062" fmla="*/ 922250 h 2398711"/>
              <a:gd name="connsiteX118063" fmla="*/ 342334 w 2119654"/>
              <a:gd name="connsiteY118063" fmla="*/ 908937 h 2398711"/>
              <a:gd name="connsiteX118064" fmla="*/ 254668 w 2119654"/>
              <a:gd name="connsiteY118064" fmla="*/ 1086585 h 2398711"/>
              <a:gd name="connsiteX118065" fmla="*/ 257439 w 2119654"/>
              <a:gd name="connsiteY118065" fmla="*/ 1098567 h 2398711"/>
              <a:gd name="connsiteX118066" fmla="*/ 260084 w 2119654"/>
              <a:gd name="connsiteY118066" fmla="*/ 1109341 h 2398711"/>
              <a:gd name="connsiteX118067" fmla="*/ 261658 w 2119654"/>
              <a:gd name="connsiteY118067" fmla="*/ 1111108 h 2398711"/>
              <a:gd name="connsiteX118068" fmla="*/ 505143 w 2119654"/>
              <a:gd name="connsiteY118068" fmla="*/ 525668 h 2398711"/>
              <a:gd name="connsiteX118069" fmla="*/ 503687 w 2119654"/>
              <a:gd name="connsiteY118069" fmla="*/ 529647 h 2398711"/>
              <a:gd name="connsiteX118070" fmla="*/ 508869 w 2119654"/>
              <a:gd name="connsiteY118070" fmla="*/ 533886 h 2398711"/>
              <a:gd name="connsiteX118071" fmla="*/ 508261 w 2119654"/>
              <a:gd name="connsiteY118071" fmla="*/ 526620 h 2398711"/>
              <a:gd name="connsiteX118072" fmla="*/ 525759 w 2119654"/>
              <a:gd name="connsiteY118072" fmla="*/ 479455 h 2398711"/>
              <a:gd name="connsiteX118073" fmla="*/ 525166 w 2119654"/>
              <a:gd name="connsiteY118073" fmla="*/ 489743 h 2398711"/>
              <a:gd name="connsiteX118074" fmla="*/ 525153 w 2119654"/>
              <a:gd name="connsiteY118074" fmla="*/ 499614 h 2398711"/>
              <a:gd name="connsiteX118075" fmla="*/ 528652 w 2119654"/>
              <a:gd name="connsiteY118075" fmla="*/ 502498 h 2398711"/>
              <a:gd name="connsiteX118076" fmla="*/ 535078 w 2119654"/>
              <a:gd name="connsiteY118076" fmla="*/ 486888 h 2398711"/>
              <a:gd name="connsiteX118077" fmla="*/ 534971 w 2119654"/>
              <a:gd name="connsiteY118077" fmla="*/ 486535 h 2398711"/>
              <a:gd name="connsiteX118078" fmla="*/ 177213 w 2119654"/>
              <a:gd name="connsiteY118078" fmla="*/ 1259833 h 2398711"/>
              <a:gd name="connsiteX118079" fmla="*/ 202721 w 2119654"/>
              <a:gd name="connsiteY118079" fmla="*/ 1287126 h 2398711"/>
              <a:gd name="connsiteX118080" fmla="*/ 200600 w 2119654"/>
              <a:gd name="connsiteY118080" fmla="*/ 1281571 h 2398711"/>
              <a:gd name="connsiteX118081" fmla="*/ 198191 w 2119654"/>
              <a:gd name="connsiteY118081" fmla="*/ 1274417 h 2398711"/>
              <a:gd name="connsiteX118082" fmla="*/ 469194 w 2119654"/>
              <a:gd name="connsiteY118082" fmla="*/ 606021 h 2398711"/>
              <a:gd name="connsiteX118083" fmla="*/ 470446 w 2119654"/>
              <a:gd name="connsiteY118083" fmla="*/ 606781 h 2398711"/>
              <a:gd name="connsiteX118084" fmla="*/ 472311 w 2119654"/>
              <a:gd name="connsiteY118084" fmla="*/ 607345 h 2398711"/>
              <a:gd name="connsiteX118085" fmla="*/ 472251 w 2119654"/>
              <a:gd name="connsiteY118085" fmla="*/ 606631 h 2398711"/>
              <a:gd name="connsiteX118086" fmla="*/ 391189 w 2119654"/>
              <a:gd name="connsiteY118086" fmla="*/ 780627 h 2398711"/>
              <a:gd name="connsiteX118087" fmla="*/ 392840 w 2119654"/>
              <a:gd name="connsiteY118087" fmla="*/ 787856 h 2398711"/>
              <a:gd name="connsiteX118088" fmla="*/ 395193 w 2119654"/>
              <a:gd name="connsiteY118088" fmla="*/ 794661 h 2398711"/>
              <a:gd name="connsiteX118089" fmla="*/ 395125 w 2119654"/>
              <a:gd name="connsiteY118089" fmla="*/ 791419 h 2398711"/>
              <a:gd name="connsiteX118090" fmla="*/ 392169 w 2119654"/>
              <a:gd name="connsiteY118090" fmla="*/ 781764 h 2398711"/>
              <a:gd name="connsiteX118091" fmla="*/ 300325 w 2119654"/>
              <a:gd name="connsiteY118091" fmla="*/ 984045 h 2398711"/>
              <a:gd name="connsiteX118092" fmla="*/ 300350 w 2119654"/>
              <a:gd name="connsiteY118092" fmla="*/ 984349 h 2398711"/>
              <a:gd name="connsiteX118093" fmla="*/ 301829 w 2119654"/>
              <a:gd name="connsiteY118093" fmla="*/ 991969 h 2398711"/>
              <a:gd name="connsiteX118094" fmla="*/ 302540 w 2119654"/>
              <a:gd name="connsiteY118094" fmla="*/ 993360 h 2398711"/>
              <a:gd name="connsiteX118095" fmla="*/ 307613 w 2119654"/>
              <a:gd name="connsiteY118095" fmla="*/ 997213 h 2398711"/>
              <a:gd name="connsiteX118096" fmla="*/ 306634 w 2119654"/>
              <a:gd name="connsiteY118096" fmla="*/ 993955 h 2398711"/>
              <a:gd name="connsiteX118097" fmla="*/ 320391 w 2119654"/>
              <a:gd name="connsiteY118097" fmla="*/ 938985 h 2398711"/>
              <a:gd name="connsiteX118098" fmla="*/ 320243 w 2119654"/>
              <a:gd name="connsiteY118098" fmla="*/ 941799 h 2398711"/>
              <a:gd name="connsiteX118099" fmla="*/ 321838 w 2119654"/>
              <a:gd name="connsiteY118099" fmla="*/ 945567 h 2398711"/>
              <a:gd name="connsiteX118100" fmla="*/ 322493 w 2119654"/>
              <a:gd name="connsiteY118100" fmla="*/ 942219 h 2398711"/>
              <a:gd name="connsiteX118101" fmla="*/ 260175 w 2119654"/>
              <a:gd name="connsiteY118101" fmla="*/ 1073792 h 2398711"/>
              <a:gd name="connsiteX118102" fmla="*/ 263503 w 2119654"/>
              <a:gd name="connsiteY118102" fmla="*/ 1083462 h 2398711"/>
              <a:gd name="connsiteX118103" fmla="*/ 263707 w 2119654"/>
              <a:gd name="connsiteY118103" fmla="*/ 1083954 h 2398711"/>
              <a:gd name="connsiteX118104" fmla="*/ 264706 w 2119654"/>
              <a:gd name="connsiteY118104" fmla="*/ 1084649 h 2398711"/>
              <a:gd name="connsiteX118105" fmla="*/ 269207 w 2119654"/>
              <a:gd name="connsiteY118105" fmla="*/ 1087515 h 2398711"/>
              <a:gd name="connsiteX118106" fmla="*/ 268195 w 2119654"/>
              <a:gd name="connsiteY118106" fmla="*/ 1081276 h 2398711"/>
              <a:gd name="connsiteX118107" fmla="*/ 266328 w 2119654"/>
              <a:gd name="connsiteY118107" fmla="*/ 1059998 h 2398711"/>
              <a:gd name="connsiteX118108" fmla="*/ 266509 w 2119654"/>
              <a:gd name="connsiteY118108" fmla="*/ 1060547 h 2398711"/>
              <a:gd name="connsiteX118109" fmla="*/ 266632 w 2119654"/>
              <a:gd name="connsiteY118109" fmla="*/ 1060689 h 2398711"/>
              <a:gd name="connsiteX118110" fmla="*/ 266584 w 2119654"/>
              <a:gd name="connsiteY118110" fmla="*/ 1060290 h 2398711"/>
              <a:gd name="connsiteX118111" fmla="*/ 186689 w 2119654"/>
              <a:gd name="connsiteY118111" fmla="*/ 1238169 h 2398711"/>
              <a:gd name="connsiteX118112" fmla="*/ 192482 w 2119654"/>
              <a:gd name="connsiteY118112" fmla="*/ 1255369 h 2398711"/>
              <a:gd name="connsiteX118113" fmla="*/ 194661 w 2119654"/>
              <a:gd name="connsiteY118113" fmla="*/ 1261075 h 2398711"/>
              <a:gd name="connsiteX118114" fmla="*/ 209845 w 2119654"/>
              <a:gd name="connsiteY118114" fmla="*/ 1270744 h 2398711"/>
              <a:gd name="connsiteX118115" fmla="*/ 204541 w 2119654"/>
              <a:gd name="connsiteY118115" fmla="*/ 1260870 h 2398711"/>
              <a:gd name="connsiteX118116" fmla="*/ 198274 w 2119654"/>
              <a:gd name="connsiteY118116" fmla="*/ 1248820 h 2398711"/>
              <a:gd name="connsiteX118117" fmla="*/ 194110 w 2119654"/>
              <a:gd name="connsiteY118117" fmla="*/ 1245060 h 2398711"/>
              <a:gd name="connsiteX118118" fmla="*/ 427961 w 2119654"/>
              <a:gd name="connsiteY118118" fmla="*/ 697780 h 2398711"/>
              <a:gd name="connsiteX118119" fmla="*/ 427804 w 2119654"/>
              <a:gd name="connsiteY118119" fmla="*/ 698783 h 2398711"/>
              <a:gd name="connsiteX118120" fmla="*/ 431911 w 2119654"/>
              <a:gd name="connsiteY118120" fmla="*/ 704916 h 2398711"/>
              <a:gd name="connsiteX118121" fmla="*/ 430984 w 2119654"/>
              <a:gd name="connsiteY118121" fmla="*/ 701142 h 2398711"/>
              <a:gd name="connsiteX118122" fmla="*/ 361526 w 2119654"/>
              <a:gd name="connsiteY118122" fmla="*/ 846522 h 2398711"/>
              <a:gd name="connsiteX118123" fmla="*/ 361523 w 2119654"/>
              <a:gd name="connsiteY118123" fmla="*/ 848671 h 2398711"/>
              <a:gd name="connsiteX118124" fmla="*/ 363773 w 2119654"/>
              <a:gd name="connsiteY118124" fmla="*/ 849737 h 2398711"/>
              <a:gd name="connsiteX118125" fmla="*/ 328622 w 2119654"/>
              <a:gd name="connsiteY118125" fmla="*/ 920083 h 2398711"/>
              <a:gd name="connsiteX118126" fmla="*/ 328253 w 2119654"/>
              <a:gd name="connsiteY118126" fmla="*/ 921966 h 2398711"/>
              <a:gd name="connsiteX118127" fmla="*/ 329490 w 2119654"/>
              <a:gd name="connsiteY118127" fmla="*/ 931810 h 2398711"/>
              <a:gd name="connsiteX118128" fmla="*/ 330942 w 2119654"/>
              <a:gd name="connsiteY118128" fmla="*/ 936226 h 2398711"/>
              <a:gd name="connsiteX118129" fmla="*/ 331375 w 2119654"/>
              <a:gd name="connsiteY118129" fmla="*/ 936802 h 2398711"/>
              <a:gd name="connsiteX118130" fmla="*/ 330818 w 2119654"/>
              <a:gd name="connsiteY118130" fmla="*/ 933632 h 2398711"/>
              <a:gd name="connsiteX118131" fmla="*/ 345843 w 2119654"/>
              <a:gd name="connsiteY118131" fmla="*/ 881473 h 2398711"/>
              <a:gd name="connsiteX118132" fmla="*/ 346044 w 2119654"/>
              <a:gd name="connsiteY118132" fmla="*/ 882280 h 2398711"/>
              <a:gd name="connsiteX118133" fmla="*/ 346032 w 2119654"/>
              <a:gd name="connsiteY118133" fmla="*/ 881774 h 2398711"/>
              <a:gd name="connsiteX118134" fmla="*/ 508500 w 2119654"/>
              <a:gd name="connsiteY118134" fmla="*/ 517170 h 2398711"/>
              <a:gd name="connsiteX118135" fmla="*/ 509258 w 2119654"/>
              <a:gd name="connsiteY118135" fmla="*/ 526224 h 2398711"/>
              <a:gd name="connsiteX118136" fmla="*/ 514051 w 2119654"/>
              <a:gd name="connsiteY118136" fmla="*/ 527688 h 2398711"/>
              <a:gd name="connsiteX118137" fmla="*/ 513726 w 2119654"/>
              <a:gd name="connsiteY118137" fmla="*/ 526491 h 2398711"/>
              <a:gd name="connsiteX118138" fmla="*/ 513828 w 2119654"/>
              <a:gd name="connsiteY118138" fmla="*/ 526252 h 2398711"/>
              <a:gd name="connsiteX118139" fmla="*/ 514233 w 2119654"/>
              <a:gd name="connsiteY118139" fmla="*/ 527743 h 2398711"/>
              <a:gd name="connsiteX118140" fmla="*/ 517809 w 2119654"/>
              <a:gd name="connsiteY118140" fmla="*/ 528836 h 2398711"/>
              <a:gd name="connsiteX118141" fmla="*/ 519057 w 2119654"/>
              <a:gd name="connsiteY118141" fmla="*/ 525806 h 2398711"/>
              <a:gd name="connsiteX118142" fmla="*/ 284814 w 2119654"/>
              <a:gd name="connsiteY118142" fmla="*/ 1018019 h 2398711"/>
              <a:gd name="connsiteX118143" fmla="*/ 302193 w 2119654"/>
              <a:gd name="connsiteY118143" fmla="*/ 1043810 h 2398711"/>
              <a:gd name="connsiteX118144" fmla="*/ 300420 w 2119654"/>
              <a:gd name="connsiteY118144" fmla="*/ 1031210 h 2398711"/>
              <a:gd name="connsiteX118145" fmla="*/ 378599 w 2119654"/>
              <a:gd name="connsiteY118145" fmla="*/ 807998 h 2398711"/>
              <a:gd name="connsiteX118146" fmla="*/ 377464 w 2119654"/>
              <a:gd name="connsiteY118146" fmla="*/ 816548 h 2398711"/>
              <a:gd name="connsiteX118147" fmla="*/ 377832 w 2119654"/>
              <a:gd name="connsiteY118147" fmla="*/ 825399 h 2398711"/>
              <a:gd name="connsiteX118148" fmla="*/ 378449 w 2119654"/>
              <a:gd name="connsiteY118148" fmla="*/ 830314 h 2398711"/>
              <a:gd name="connsiteX118149" fmla="*/ 379228 w 2119654"/>
              <a:gd name="connsiteY118149" fmla="*/ 831143 h 2398711"/>
              <a:gd name="connsiteX118150" fmla="*/ 379615 w 2119654"/>
              <a:gd name="connsiteY118150" fmla="*/ 831329 h 2398711"/>
              <a:gd name="connsiteX118151" fmla="*/ 377804 w 2119654"/>
              <a:gd name="connsiteY118151" fmla="*/ 823431 h 2398711"/>
              <a:gd name="connsiteX118152" fmla="*/ 377905 w 2119654"/>
              <a:gd name="connsiteY118152" fmla="*/ 823218 h 2398711"/>
              <a:gd name="connsiteX118153" fmla="*/ 379783 w 2119654"/>
              <a:gd name="connsiteY118153" fmla="*/ 831409 h 2398711"/>
              <a:gd name="connsiteX118154" fmla="*/ 390902 w 2119654"/>
              <a:gd name="connsiteY118154" fmla="*/ 836725 h 2398711"/>
              <a:gd name="connsiteX118155" fmla="*/ 391410 w 2119654"/>
              <a:gd name="connsiteY118155" fmla="*/ 832418 h 2398711"/>
              <a:gd name="connsiteX118156" fmla="*/ 390039 w 2119654"/>
              <a:gd name="connsiteY118156" fmla="*/ 826721 h 2398711"/>
              <a:gd name="connsiteX118157" fmla="*/ 390097 w 2119654"/>
              <a:gd name="connsiteY118157" fmla="*/ 826595 h 2398711"/>
              <a:gd name="connsiteX118158" fmla="*/ 391440 w 2119654"/>
              <a:gd name="connsiteY118158" fmla="*/ 832170 h 2398711"/>
              <a:gd name="connsiteX118159" fmla="*/ 392262 w 2119654"/>
              <a:gd name="connsiteY118159" fmla="*/ 825214 h 2398711"/>
              <a:gd name="connsiteX118160" fmla="*/ 391159 w 2119654"/>
              <a:gd name="connsiteY118160" fmla="*/ 820780 h 2398711"/>
              <a:gd name="connsiteX118161" fmla="*/ 389495 w 2119654"/>
              <a:gd name="connsiteY118161" fmla="*/ 817177 h 2398711"/>
              <a:gd name="connsiteX118162" fmla="*/ 387050 w 2119654"/>
              <a:gd name="connsiteY118162" fmla="*/ 811689 h 2398711"/>
              <a:gd name="connsiteX118163" fmla="*/ 332813 w 2119654"/>
              <a:gd name="connsiteY118163" fmla="*/ 910370 h 2398711"/>
              <a:gd name="connsiteX118164" fmla="*/ 333022 w 2119654"/>
              <a:gd name="connsiteY118164" fmla="*/ 911527 h 2398711"/>
              <a:gd name="connsiteX118165" fmla="*/ 334334 w 2119654"/>
              <a:gd name="connsiteY118165" fmla="*/ 914894 h 2398711"/>
              <a:gd name="connsiteX118166" fmla="*/ 334765 w 2119654"/>
              <a:gd name="connsiteY118166" fmla="*/ 915586 h 2398711"/>
              <a:gd name="connsiteX118167" fmla="*/ 334482 w 2119654"/>
              <a:gd name="connsiteY118167" fmla="*/ 913232 h 2398711"/>
              <a:gd name="connsiteX118168" fmla="*/ 525833 w 2119654"/>
              <a:gd name="connsiteY118168" fmla="*/ 478155 h 2398711"/>
              <a:gd name="connsiteX118169" fmla="*/ 525812 w 2119654"/>
              <a:gd name="connsiteY118169" fmla="*/ 478535 h 2398711"/>
              <a:gd name="connsiteX118170" fmla="*/ 534595 w 2119654"/>
              <a:gd name="connsiteY118170" fmla="*/ 485285 h 2398711"/>
              <a:gd name="connsiteX118171" fmla="*/ 534416 w 2119654"/>
              <a:gd name="connsiteY118171" fmla="*/ 484691 h 2398711"/>
              <a:gd name="connsiteX118172" fmla="*/ 507615 w 2119654"/>
              <a:gd name="connsiteY118172" fmla="*/ 518910 h 2398711"/>
              <a:gd name="connsiteX118173" fmla="*/ 505373 w 2119654"/>
              <a:gd name="connsiteY118173" fmla="*/ 525039 h 2398711"/>
              <a:gd name="connsiteX118174" fmla="*/ 508200 w 2119654"/>
              <a:gd name="connsiteY118174" fmla="*/ 525902 h 2398711"/>
              <a:gd name="connsiteX118175" fmla="*/ 343007 w 2119654"/>
              <a:gd name="connsiteY118175" fmla="*/ 887495 h 2398711"/>
              <a:gd name="connsiteX118176" fmla="*/ 343185 w 2119654"/>
              <a:gd name="connsiteY118176" fmla="*/ 888310 h 2398711"/>
              <a:gd name="connsiteX118177" fmla="*/ 343200 w 2119654"/>
              <a:gd name="connsiteY118177" fmla="*/ 887930 h 2398711"/>
              <a:gd name="connsiteX118178" fmla="*/ 456660 w 2119654"/>
              <a:gd name="connsiteY118178" fmla="*/ 632972 h 2398711"/>
              <a:gd name="connsiteX118179" fmla="*/ 457017 w 2119654"/>
              <a:gd name="connsiteY118179" fmla="*/ 637233 h 2398711"/>
              <a:gd name="connsiteX118180" fmla="*/ 457566 w 2119654"/>
              <a:gd name="connsiteY118180" fmla="*/ 633562 h 2398711"/>
              <a:gd name="connsiteX118181" fmla="*/ 310146 w 2119654"/>
              <a:gd name="connsiteY118181" fmla="*/ 960903 h 2398711"/>
              <a:gd name="connsiteX118182" fmla="*/ 310286 w 2119654"/>
              <a:gd name="connsiteY118182" fmla="*/ 961227 h 2398711"/>
              <a:gd name="connsiteX118183" fmla="*/ 310289 w 2119654"/>
              <a:gd name="connsiteY118183" fmla="*/ 961153 h 2398711"/>
              <a:gd name="connsiteX118184" fmla="*/ 443081 w 2119654"/>
              <a:gd name="connsiteY118184" fmla="*/ 663109 h 2398711"/>
              <a:gd name="connsiteX118185" fmla="*/ 443291 w 2119654"/>
              <a:gd name="connsiteY118185" fmla="*/ 664335 h 2398711"/>
              <a:gd name="connsiteX118186" fmla="*/ 443333 w 2119654"/>
              <a:gd name="connsiteY118186" fmla="*/ 663318 h 2398711"/>
              <a:gd name="connsiteX118187" fmla="*/ 266924 w 2119654"/>
              <a:gd name="connsiteY118187" fmla="*/ 1057436 h 2398711"/>
              <a:gd name="connsiteX118188" fmla="*/ 267066 w 2119654"/>
              <a:gd name="connsiteY118188" fmla="*/ 1058461 h 2398711"/>
              <a:gd name="connsiteX118189" fmla="*/ 268065 w 2119654"/>
              <a:gd name="connsiteY118189" fmla="*/ 1061131 h 2398711"/>
              <a:gd name="connsiteX118190" fmla="*/ 273561 w 2119654"/>
              <a:gd name="connsiteY118190" fmla="*/ 1067398 h 2398711"/>
              <a:gd name="connsiteX118191" fmla="*/ 271128 w 2119654"/>
              <a:gd name="connsiteY118191" fmla="*/ 1062721 h 2398711"/>
              <a:gd name="connsiteX118192" fmla="*/ 271138 w 2119654"/>
              <a:gd name="connsiteY118192" fmla="*/ 1062678 h 2398711"/>
              <a:gd name="connsiteX118193" fmla="*/ 268046 w 2119654"/>
              <a:gd name="connsiteY118193" fmla="*/ 1058860 h 2398711"/>
              <a:gd name="connsiteX118194" fmla="*/ 278272 w 2119654"/>
              <a:gd name="connsiteY118194" fmla="*/ 1031950 h 2398711"/>
              <a:gd name="connsiteX118195" fmla="*/ 284671 w 2119654"/>
              <a:gd name="connsiteY118195" fmla="*/ 1042934 h 2398711"/>
              <a:gd name="connsiteX118196" fmla="*/ 285612 w 2119654"/>
              <a:gd name="connsiteY118196" fmla="*/ 1044060 h 2398711"/>
              <a:gd name="connsiteX118197" fmla="*/ 285138 w 2119654"/>
              <a:gd name="connsiteY118197" fmla="*/ 1042620 h 2398711"/>
              <a:gd name="connsiteX118198" fmla="*/ 283985 w 2119654"/>
              <a:gd name="connsiteY118198" fmla="*/ 1040386 h 2398711"/>
              <a:gd name="connsiteX118199" fmla="*/ 279283 w 2119654"/>
              <a:gd name="connsiteY118199" fmla="*/ 1029536 h 2398711"/>
              <a:gd name="connsiteX118200" fmla="*/ 282294 w 2119654"/>
              <a:gd name="connsiteY118200" fmla="*/ 1033981 h 2398711"/>
              <a:gd name="connsiteX118201" fmla="*/ 281798 w 2119654"/>
              <a:gd name="connsiteY118201" fmla="*/ 1032472 h 2398711"/>
              <a:gd name="connsiteX118202" fmla="*/ 390937 w 2119654"/>
              <a:gd name="connsiteY118202" fmla="*/ 779522 h 2398711"/>
              <a:gd name="connsiteX118203" fmla="*/ 390943 w 2119654"/>
              <a:gd name="connsiteY118203" fmla="*/ 779547 h 2398711"/>
              <a:gd name="connsiteX118204" fmla="*/ 391757 w 2119654"/>
              <a:gd name="connsiteY118204" fmla="*/ 780419 h 2398711"/>
              <a:gd name="connsiteX118205" fmla="*/ 391608 w 2119654"/>
              <a:gd name="connsiteY118205" fmla="*/ 779929 h 2398711"/>
              <a:gd name="connsiteX118206" fmla="*/ 254603 w 2119654"/>
              <a:gd name="connsiteY118206" fmla="*/ 1084545 h 2398711"/>
              <a:gd name="connsiteX118207" fmla="*/ 257783 w 2119654"/>
              <a:gd name="connsiteY118207" fmla="*/ 1095696 h 2398711"/>
              <a:gd name="connsiteX118208" fmla="*/ 263545 w 2119654"/>
              <a:gd name="connsiteY118208" fmla="*/ 1113225 h 2398711"/>
              <a:gd name="connsiteX118209" fmla="*/ 275266 w 2119654"/>
              <a:gd name="connsiteY118209" fmla="*/ 1126383 h 2398711"/>
              <a:gd name="connsiteX118210" fmla="*/ 274170 w 2119654"/>
              <a:gd name="connsiteY118210" fmla="*/ 1119543 h 2398711"/>
              <a:gd name="connsiteX118211" fmla="*/ 273679 w 2119654"/>
              <a:gd name="connsiteY118211" fmla="*/ 1119153 h 2398711"/>
              <a:gd name="connsiteX118212" fmla="*/ 273621 w 2119654"/>
              <a:gd name="connsiteY118212" fmla="*/ 1118751 h 2398711"/>
              <a:gd name="connsiteX118213" fmla="*/ 274105 w 2119654"/>
              <a:gd name="connsiteY118213" fmla="*/ 1119135 h 2398711"/>
              <a:gd name="connsiteX118214" fmla="*/ 273926 w 2119654"/>
              <a:gd name="connsiteY118214" fmla="*/ 1118014 h 2398711"/>
              <a:gd name="connsiteX118215" fmla="*/ 273776 w 2119654"/>
              <a:gd name="connsiteY118215" fmla="*/ 1117623 h 2398711"/>
              <a:gd name="connsiteX118216" fmla="*/ 269167 w 2119654"/>
              <a:gd name="connsiteY118216" fmla="*/ 1110238 h 2398711"/>
              <a:gd name="connsiteX118217" fmla="*/ 258927 w 2119654"/>
              <a:gd name="connsiteY118217" fmla="*/ 1088370 h 2398711"/>
              <a:gd name="connsiteX118218" fmla="*/ 511410 w 2119654"/>
              <a:gd name="connsiteY118218" fmla="*/ 509344 h 2398711"/>
              <a:gd name="connsiteX118219" fmla="*/ 508815 w 2119654"/>
              <a:gd name="connsiteY118219" fmla="*/ 515648 h 2398711"/>
              <a:gd name="connsiteX118220" fmla="*/ 519605 w 2119654"/>
              <a:gd name="connsiteY118220" fmla="*/ 524474 h 2398711"/>
              <a:gd name="connsiteX118221" fmla="*/ 521586 w 2119654"/>
              <a:gd name="connsiteY118221" fmla="*/ 519666 h 2398711"/>
              <a:gd name="connsiteX118222" fmla="*/ 521588 w 2119654"/>
              <a:gd name="connsiteY118222" fmla="*/ 517836 h 2398711"/>
              <a:gd name="connsiteX118223" fmla="*/ 447148 w 2119654"/>
              <a:gd name="connsiteY118223" fmla="*/ 653083 h 2398711"/>
              <a:gd name="connsiteX118224" fmla="*/ 448615 w 2119654"/>
              <a:gd name="connsiteY118224" fmla="*/ 655247 h 2398711"/>
              <a:gd name="connsiteX118225" fmla="*/ 452443 w 2119654"/>
              <a:gd name="connsiteY118225" fmla="*/ 655451 h 2398711"/>
              <a:gd name="connsiteX118226" fmla="*/ 452402 w 2119654"/>
              <a:gd name="connsiteY118226" fmla="*/ 655352 h 2398711"/>
              <a:gd name="connsiteX118227" fmla="*/ 170780 w 2119654"/>
              <a:gd name="connsiteY118227" fmla="*/ 1271887 h 2398711"/>
              <a:gd name="connsiteX118228" fmla="*/ 176030 w 2119654"/>
              <a:gd name="connsiteY118228" fmla="*/ 1278985 h 2398711"/>
              <a:gd name="connsiteX118229" fmla="*/ 186076 w 2119654"/>
              <a:gd name="connsiteY118229" fmla="*/ 1292188 h 2398711"/>
              <a:gd name="connsiteX118230" fmla="*/ 184070 w 2119654"/>
              <a:gd name="connsiteY118230" fmla="*/ 1286936 h 2398711"/>
              <a:gd name="connsiteX118231" fmla="*/ 178032 w 2119654"/>
              <a:gd name="connsiteY118231" fmla="*/ 1280193 h 2398711"/>
              <a:gd name="connsiteX118232" fmla="*/ 529939 w 2119654"/>
              <a:gd name="connsiteY118232" fmla="*/ 467506 h 2398711"/>
              <a:gd name="connsiteX118233" fmla="*/ 530604 w 2119654"/>
              <a:gd name="connsiteY118233" fmla="*/ 469713 h 2398711"/>
              <a:gd name="connsiteX118234" fmla="*/ 539223 w 2119654"/>
              <a:gd name="connsiteY118234" fmla="*/ 476816 h 2398711"/>
              <a:gd name="connsiteX118235" fmla="*/ 541019 w 2119654"/>
              <a:gd name="connsiteY118235" fmla="*/ 472454 h 2398711"/>
              <a:gd name="connsiteX118236" fmla="*/ 513711 w 2119654"/>
              <a:gd name="connsiteY118236" fmla="*/ 503751 h 2398711"/>
              <a:gd name="connsiteX118237" fmla="*/ 512379 w 2119654"/>
              <a:gd name="connsiteY118237" fmla="*/ 506987 h 2398711"/>
              <a:gd name="connsiteX118238" fmla="*/ 521592 w 2119654"/>
              <a:gd name="connsiteY118238" fmla="*/ 514674 h 2398711"/>
              <a:gd name="connsiteX118239" fmla="*/ 521602 w 2119654"/>
              <a:gd name="connsiteY118239" fmla="*/ 506451 h 2398711"/>
              <a:gd name="connsiteX118240" fmla="*/ 515031 w 2119654"/>
              <a:gd name="connsiteY118240" fmla="*/ 504154 h 2398711"/>
              <a:gd name="connsiteX118241" fmla="*/ 476159 w 2119654"/>
              <a:gd name="connsiteY118241" fmla="*/ 587831 h 2398711"/>
              <a:gd name="connsiteX118242" fmla="*/ 476374 w 2119654"/>
              <a:gd name="connsiteY118242" fmla="*/ 597456 h 2398711"/>
              <a:gd name="connsiteX118243" fmla="*/ 479234 w 2119654"/>
              <a:gd name="connsiteY118243" fmla="*/ 589634 h 2398711"/>
              <a:gd name="connsiteX118244" fmla="*/ 329376 w 2119654"/>
              <a:gd name="connsiteY118244" fmla="*/ 916226 h 2398711"/>
              <a:gd name="connsiteX118245" fmla="*/ 328699 w 2119654"/>
              <a:gd name="connsiteY118245" fmla="*/ 919688 h 2398711"/>
              <a:gd name="connsiteX118246" fmla="*/ 328922 w 2119654"/>
              <a:gd name="connsiteY118246" fmla="*/ 921069 h 2398711"/>
              <a:gd name="connsiteX118247" fmla="*/ 331785 w 2119654"/>
              <a:gd name="connsiteY118247" fmla="*/ 937348 h 2398711"/>
              <a:gd name="connsiteX118248" fmla="*/ 336075 w 2119654"/>
              <a:gd name="connsiteY118248" fmla="*/ 943057 h 2398711"/>
              <a:gd name="connsiteX118249" fmla="*/ 334270 w 2119654"/>
              <a:gd name="connsiteY118249" fmla="*/ 935913 h 2398711"/>
              <a:gd name="connsiteX118250" fmla="*/ 329994 w 2119654"/>
              <a:gd name="connsiteY118250" fmla="*/ 917265 h 2398711"/>
              <a:gd name="connsiteX118251" fmla="*/ 411395 w 2119654"/>
              <a:gd name="connsiteY118251" fmla="*/ 732484 h 2398711"/>
              <a:gd name="connsiteX118252" fmla="*/ 414264 w 2119654"/>
              <a:gd name="connsiteY118252" fmla="*/ 738696 h 2398711"/>
              <a:gd name="connsiteX118253" fmla="*/ 416450 w 2119654"/>
              <a:gd name="connsiteY118253" fmla="*/ 740088 h 2398711"/>
              <a:gd name="connsiteX118254" fmla="*/ 415686 w 2119654"/>
              <a:gd name="connsiteY118254" fmla="*/ 733923 h 2398711"/>
              <a:gd name="connsiteX118255" fmla="*/ 465534 w 2119654"/>
              <a:gd name="connsiteY118255" fmla="*/ 611085 h 2398711"/>
              <a:gd name="connsiteX118256" fmla="*/ 465440 w 2119654"/>
              <a:gd name="connsiteY118256" fmla="*/ 612810 h 2398711"/>
              <a:gd name="connsiteX118257" fmla="*/ 464895 w 2119654"/>
              <a:gd name="connsiteY118257" fmla="*/ 625995 h 2398711"/>
              <a:gd name="connsiteX118258" fmla="*/ 465769 w 2119654"/>
              <a:gd name="connsiteY118258" fmla="*/ 626456 h 2398711"/>
              <a:gd name="connsiteX118259" fmla="*/ 468863 w 2119654"/>
              <a:gd name="connsiteY118259" fmla="*/ 617994 h 2398711"/>
              <a:gd name="connsiteX118260" fmla="*/ 320564 w 2119654"/>
              <a:gd name="connsiteY118260" fmla="*/ 935692 h 2398711"/>
              <a:gd name="connsiteX118261" fmla="*/ 320405 w 2119654"/>
              <a:gd name="connsiteY118261" fmla="*/ 938711 h 2398711"/>
              <a:gd name="connsiteX118262" fmla="*/ 322538 w 2119654"/>
              <a:gd name="connsiteY118262" fmla="*/ 941991 h 2398711"/>
              <a:gd name="connsiteX118263" fmla="*/ 322690 w 2119654"/>
              <a:gd name="connsiteY118263" fmla="*/ 941214 h 2398711"/>
              <a:gd name="connsiteX118264" fmla="*/ 321860 w 2119654"/>
              <a:gd name="connsiteY118264" fmla="*/ 939623 h 2398711"/>
              <a:gd name="connsiteX118265" fmla="*/ 296365 w 2119654"/>
              <a:gd name="connsiteY118265" fmla="*/ 989809 h 2398711"/>
              <a:gd name="connsiteX118266" fmla="*/ 296892 w 2119654"/>
              <a:gd name="connsiteY118266" fmla="*/ 993551 h 2398711"/>
              <a:gd name="connsiteX118267" fmla="*/ 297545 w 2119654"/>
              <a:gd name="connsiteY118267" fmla="*/ 994516 h 2398711"/>
              <a:gd name="connsiteX118268" fmla="*/ 297538 w 2119654"/>
              <a:gd name="connsiteY118268" fmla="*/ 994504 h 2398711"/>
              <a:gd name="connsiteX118269" fmla="*/ 297601 w 2119654"/>
              <a:gd name="connsiteY118269" fmla="*/ 994021 h 2398711"/>
              <a:gd name="connsiteX118270" fmla="*/ 300450 w 2119654"/>
              <a:gd name="connsiteY118270" fmla="*/ 998810 h 2398711"/>
              <a:gd name="connsiteX118271" fmla="*/ 300769 w 2119654"/>
              <a:gd name="connsiteY118271" fmla="*/ 999282 h 2398711"/>
              <a:gd name="connsiteX118272" fmla="*/ 300714 w 2119654"/>
              <a:gd name="connsiteY118272" fmla="*/ 998618 h 2398711"/>
              <a:gd name="connsiteX118273" fmla="*/ 297271 w 2119654"/>
              <a:gd name="connsiteY118273" fmla="*/ 990496 h 2398711"/>
              <a:gd name="connsiteX118274" fmla="*/ 400505 w 2119654"/>
              <a:gd name="connsiteY118274" fmla="*/ 756620 h 2398711"/>
              <a:gd name="connsiteX118275" fmla="*/ 400446 w 2119654"/>
              <a:gd name="connsiteY118275" fmla="*/ 759993 h 2398711"/>
              <a:gd name="connsiteX118276" fmla="*/ 402019 w 2119654"/>
              <a:gd name="connsiteY118276" fmla="*/ 760474 h 2398711"/>
              <a:gd name="connsiteX118277" fmla="*/ 402260 w 2119654"/>
              <a:gd name="connsiteY118277" fmla="*/ 758956 h 2398711"/>
              <a:gd name="connsiteX118278" fmla="*/ 399001 w 2119654"/>
              <a:gd name="connsiteY118278" fmla="*/ 759960 h 2398711"/>
              <a:gd name="connsiteX118279" fmla="*/ 399284 w 2119654"/>
              <a:gd name="connsiteY118279" fmla="*/ 760738 h 2398711"/>
              <a:gd name="connsiteX118280" fmla="*/ 399323 w 2119654"/>
              <a:gd name="connsiteY118280" fmla="*/ 760059 h 2398711"/>
              <a:gd name="connsiteX118281" fmla="*/ 517760 w 2119654"/>
              <a:gd name="connsiteY118281" fmla="*/ 493913 h 2398711"/>
              <a:gd name="connsiteX118282" fmla="*/ 514055 w 2119654"/>
              <a:gd name="connsiteY118282" fmla="*/ 502918 h 2398711"/>
              <a:gd name="connsiteX118283" fmla="*/ 521605 w 2119654"/>
              <a:gd name="connsiteY118283" fmla="*/ 505223 h 2398711"/>
              <a:gd name="connsiteX118284" fmla="*/ 521608 w 2119654"/>
              <a:gd name="connsiteY118284" fmla="*/ 501547 h 2398711"/>
              <a:gd name="connsiteX118285" fmla="*/ 520853 w 2119654"/>
              <a:gd name="connsiteY118285" fmla="*/ 499049 h 2398711"/>
              <a:gd name="connsiteX118286" fmla="*/ 520970 w 2119654"/>
              <a:gd name="connsiteY118286" fmla="*/ 498756 h 2398711"/>
              <a:gd name="connsiteX118287" fmla="*/ 521609 w 2119654"/>
              <a:gd name="connsiteY118287" fmla="*/ 500875 h 2398711"/>
              <a:gd name="connsiteX118288" fmla="*/ 521615 w 2119654"/>
              <a:gd name="connsiteY118288" fmla="*/ 497089 h 2398711"/>
              <a:gd name="connsiteX118289" fmla="*/ 329550 w 2119654"/>
              <a:gd name="connsiteY118289" fmla="*/ 915333 h 2398711"/>
              <a:gd name="connsiteX118290" fmla="*/ 329519 w 2119654"/>
              <a:gd name="connsiteY118290" fmla="*/ 915496 h 2398711"/>
              <a:gd name="connsiteX118291" fmla="*/ 329630 w 2119654"/>
              <a:gd name="connsiteY118291" fmla="*/ 915678 h 2398711"/>
              <a:gd name="connsiteX118292" fmla="*/ 404766 w 2119654"/>
              <a:gd name="connsiteY118292" fmla="*/ 746695 h 2398711"/>
              <a:gd name="connsiteX118293" fmla="*/ 404736 w 2119654"/>
              <a:gd name="connsiteY118293" fmla="*/ 746888 h 2398711"/>
              <a:gd name="connsiteX118294" fmla="*/ 404734 w 2119654"/>
              <a:gd name="connsiteY118294" fmla="*/ 748089 h 2398711"/>
              <a:gd name="connsiteX118295" fmla="*/ 405824 w 2119654"/>
              <a:gd name="connsiteY118295" fmla="*/ 749484 h 2398711"/>
              <a:gd name="connsiteX118296" fmla="*/ 297015 w 2119654"/>
              <a:gd name="connsiteY118296" fmla="*/ 987962 h 2398711"/>
              <a:gd name="connsiteX118297" fmla="*/ 297765 w 2119654"/>
              <a:gd name="connsiteY118297" fmla="*/ 989731 h 2398711"/>
              <a:gd name="connsiteX118298" fmla="*/ 298140 w 2119654"/>
              <a:gd name="connsiteY118298" fmla="*/ 990017 h 2398711"/>
              <a:gd name="connsiteX118299" fmla="*/ 119453 w 2119654"/>
              <a:gd name="connsiteY118299" fmla="*/ 1385525 h 2398711"/>
              <a:gd name="connsiteX118300" fmla="*/ 126417 w 2119654"/>
              <a:gd name="connsiteY118300" fmla="*/ 1394486 h 2398711"/>
              <a:gd name="connsiteX118301" fmla="*/ 132061 w 2119654"/>
              <a:gd name="connsiteY118301" fmla="*/ 1401550 h 2398711"/>
              <a:gd name="connsiteX118302" fmla="*/ 136435 w 2119654"/>
              <a:gd name="connsiteY118302" fmla="*/ 1404385 h 2398711"/>
              <a:gd name="connsiteX118303" fmla="*/ 132318 w 2119654"/>
              <a:gd name="connsiteY118303" fmla="*/ 1396520 h 2398711"/>
              <a:gd name="connsiteX118304" fmla="*/ 121898 w 2119654"/>
              <a:gd name="connsiteY118304" fmla="*/ 1387754 h 2398711"/>
              <a:gd name="connsiteX118305" fmla="*/ 175904 w 2119654"/>
              <a:gd name="connsiteY118305" fmla="*/ 1258923 h 2398711"/>
              <a:gd name="connsiteX118306" fmla="*/ 187948 w 2119654"/>
              <a:gd name="connsiteY118306" fmla="*/ 1290462 h 2398711"/>
              <a:gd name="connsiteX118307" fmla="*/ 216035 w 2119654"/>
              <a:gd name="connsiteY118307" fmla="*/ 1321991 h 2398711"/>
              <a:gd name="connsiteX118308" fmla="*/ 210342 w 2119654"/>
              <a:gd name="connsiteY118308" fmla="*/ 1307082 h 2398711"/>
              <a:gd name="connsiteX118309" fmla="*/ 197825 w 2119654"/>
              <a:gd name="connsiteY118309" fmla="*/ 1286494 h 2398711"/>
              <a:gd name="connsiteX118310" fmla="*/ 197866 w 2119654"/>
              <a:gd name="connsiteY118310" fmla="*/ 1286165 h 2398711"/>
              <a:gd name="connsiteX118311" fmla="*/ 209740 w 2119654"/>
              <a:gd name="connsiteY118311" fmla="*/ 1305697 h 2398711"/>
              <a:gd name="connsiteX118312" fmla="*/ 209926 w 2119654"/>
              <a:gd name="connsiteY118312" fmla="*/ 1305994 h 2398711"/>
              <a:gd name="connsiteX118313" fmla="*/ 203059 w 2119654"/>
              <a:gd name="connsiteY118313" fmla="*/ 1288011 h 2398711"/>
              <a:gd name="connsiteX118314" fmla="*/ 180374 w 2119654"/>
              <a:gd name="connsiteY118314" fmla="*/ 1263738 h 2398711"/>
              <a:gd name="connsiteX118315" fmla="*/ 176147 w 2119654"/>
              <a:gd name="connsiteY118315" fmla="*/ 1259092 h 2398711"/>
              <a:gd name="connsiteX118316" fmla="*/ 300057 w 2119654"/>
              <a:gd name="connsiteY118316" fmla="*/ 980845 h 2398711"/>
              <a:gd name="connsiteX118317" fmla="*/ 300282 w 2119654"/>
              <a:gd name="connsiteY118317" fmla="*/ 983533 h 2398711"/>
              <a:gd name="connsiteX118318" fmla="*/ 306381 w 2119654"/>
              <a:gd name="connsiteY118318" fmla="*/ 993110 h 2398711"/>
              <a:gd name="connsiteX118319" fmla="*/ 305346 w 2119654"/>
              <a:gd name="connsiteY118319" fmla="*/ 989666 h 2398711"/>
              <a:gd name="connsiteX118320" fmla="*/ 303313 w 2119654"/>
              <a:gd name="connsiteY118320" fmla="*/ 986219 h 2398711"/>
              <a:gd name="connsiteX118321" fmla="*/ 302243 w 2119654"/>
              <a:gd name="connsiteY118321" fmla="*/ 984226 h 2398711"/>
              <a:gd name="connsiteX118322" fmla="*/ 332083 w 2119654"/>
              <a:gd name="connsiteY118322" fmla="*/ 909116 h 2398711"/>
              <a:gd name="connsiteX118323" fmla="*/ 332816 w 2119654"/>
              <a:gd name="connsiteY118323" fmla="*/ 911000 h 2398711"/>
              <a:gd name="connsiteX118324" fmla="*/ 332652 w 2119654"/>
              <a:gd name="connsiteY118324" fmla="*/ 910094 h 2398711"/>
              <a:gd name="connsiteX118325" fmla="*/ 422177 w 2119654"/>
              <a:gd name="connsiteY118325" fmla="*/ 707374 h 2398711"/>
              <a:gd name="connsiteX118326" fmla="*/ 423745 w 2119654"/>
              <a:gd name="connsiteY118326" fmla="*/ 711154 h 2398711"/>
              <a:gd name="connsiteX118327" fmla="*/ 424767 w 2119654"/>
              <a:gd name="connsiteY118327" fmla="*/ 711467 h 2398711"/>
              <a:gd name="connsiteX118328" fmla="*/ 424762 w 2119654"/>
              <a:gd name="connsiteY118328" fmla="*/ 709487 h 2398711"/>
              <a:gd name="connsiteX118329" fmla="*/ 329762 w 2119654"/>
              <a:gd name="connsiteY118329" fmla="*/ 914254 h 2398711"/>
              <a:gd name="connsiteX118330" fmla="*/ 329643 w 2119654"/>
              <a:gd name="connsiteY118330" fmla="*/ 914862 h 2398711"/>
              <a:gd name="connsiteX118331" fmla="*/ 329951 w 2119654"/>
              <a:gd name="connsiteY118331" fmla="*/ 916206 h 2398711"/>
              <a:gd name="connsiteX118332" fmla="*/ 335354 w 2119654"/>
              <a:gd name="connsiteY118332" fmla="*/ 925085 h 2398711"/>
              <a:gd name="connsiteX118333" fmla="*/ 335134 w 2119654"/>
              <a:gd name="connsiteY118333" fmla="*/ 923866 h 2398711"/>
              <a:gd name="connsiteX118334" fmla="*/ 331644 w 2119654"/>
              <a:gd name="connsiteY118334" fmla="*/ 918274 h 2398711"/>
              <a:gd name="connsiteX118335" fmla="*/ 416118 w 2119654"/>
              <a:gd name="connsiteY118335" fmla="*/ 720879 h 2398711"/>
              <a:gd name="connsiteX118336" fmla="*/ 417692 w 2119654"/>
              <a:gd name="connsiteY118336" fmla="*/ 727211 h 2398711"/>
              <a:gd name="connsiteX118337" fmla="*/ 417407 w 2119654"/>
              <a:gd name="connsiteY118337" fmla="*/ 723031 h 2398711"/>
              <a:gd name="connsiteX118338" fmla="*/ 417585 w 2119654"/>
              <a:gd name="connsiteY118338" fmla="*/ 722771 h 2398711"/>
              <a:gd name="connsiteX118339" fmla="*/ 417961 w 2119654"/>
              <a:gd name="connsiteY118339" fmla="*/ 728293 h 2398711"/>
              <a:gd name="connsiteX118340" fmla="*/ 418921 w 2119654"/>
              <a:gd name="connsiteY118340" fmla="*/ 732152 h 2398711"/>
              <a:gd name="connsiteX118341" fmla="*/ 421791 w 2119654"/>
              <a:gd name="connsiteY118341" fmla="*/ 733151 h 2398711"/>
              <a:gd name="connsiteX118342" fmla="*/ 422744 w 2119654"/>
              <a:gd name="connsiteY118342" fmla="*/ 727079 h 2398711"/>
              <a:gd name="connsiteX118343" fmla="*/ 421901 w 2119654"/>
              <a:gd name="connsiteY118343" fmla="*/ 722937 h 2398711"/>
              <a:gd name="connsiteX118344" fmla="*/ 356429 w 2119654"/>
              <a:gd name="connsiteY118344" fmla="*/ 854534 h 2398711"/>
              <a:gd name="connsiteX118345" fmla="*/ 358931 w 2119654"/>
              <a:gd name="connsiteY118345" fmla="*/ 865260 h 2398711"/>
              <a:gd name="connsiteX118346" fmla="*/ 359136 w 2119654"/>
              <a:gd name="connsiteY118346" fmla="*/ 865743 h 2398711"/>
              <a:gd name="connsiteX118347" fmla="*/ 359143 w 2119654"/>
              <a:gd name="connsiteY118347" fmla="*/ 860634 h 2398711"/>
              <a:gd name="connsiteX118348" fmla="*/ 358555 w 2119654"/>
              <a:gd name="connsiteY118348" fmla="*/ 857932 h 2398711"/>
              <a:gd name="connsiteX118349" fmla="*/ 358317 w 2119654"/>
              <a:gd name="connsiteY118349" fmla="*/ 856585 h 2398711"/>
              <a:gd name="connsiteX118350" fmla="*/ 358273 w 2119654"/>
              <a:gd name="connsiteY118350" fmla="*/ 856507 h 2398711"/>
              <a:gd name="connsiteX118351" fmla="*/ 344756 w 2119654"/>
              <a:gd name="connsiteY118351" fmla="*/ 880611 h 2398711"/>
              <a:gd name="connsiteX118352" fmla="*/ 345724 w 2119654"/>
              <a:gd name="connsiteY118352" fmla="*/ 882337 h 2398711"/>
              <a:gd name="connsiteX118353" fmla="*/ 345367 w 2119654"/>
              <a:gd name="connsiteY118353" fmla="*/ 880816 h 2398711"/>
              <a:gd name="connsiteX118354" fmla="*/ 521631 w 2119654"/>
              <a:gd name="connsiteY118354" fmla="*/ 484511 h 2398711"/>
              <a:gd name="connsiteX118355" fmla="*/ 517881 w 2119654"/>
              <a:gd name="connsiteY118355" fmla="*/ 493622 h 2398711"/>
              <a:gd name="connsiteX118356" fmla="*/ 521615 w 2119654"/>
              <a:gd name="connsiteY118356" fmla="*/ 496699 h 2398711"/>
              <a:gd name="connsiteX118357" fmla="*/ 408479 w 2119654"/>
              <a:gd name="connsiteY118357" fmla="*/ 737612 h 2398711"/>
              <a:gd name="connsiteX118358" fmla="*/ 408813 w 2119654"/>
              <a:gd name="connsiteY118358" fmla="*/ 745629 h 2398711"/>
              <a:gd name="connsiteX118359" fmla="*/ 414073 w 2119654"/>
              <a:gd name="connsiteY118359" fmla="*/ 760040 h 2398711"/>
              <a:gd name="connsiteX118360" fmla="*/ 414910 w 2119654"/>
              <a:gd name="connsiteY118360" fmla="*/ 761113 h 2398711"/>
              <a:gd name="connsiteX118361" fmla="*/ 409123 w 2119654"/>
              <a:gd name="connsiteY118361" fmla="*/ 738022 h 2398711"/>
              <a:gd name="connsiteX118362" fmla="*/ 426824 w 2119654"/>
              <a:gd name="connsiteY118362" fmla="*/ 696517 h 2398711"/>
              <a:gd name="connsiteX118363" fmla="*/ 427112 w 2119654"/>
              <a:gd name="connsiteY118363" fmla="*/ 697751 h 2398711"/>
              <a:gd name="connsiteX118364" fmla="*/ 427302 w 2119654"/>
              <a:gd name="connsiteY118364" fmla="*/ 698034 h 2398711"/>
              <a:gd name="connsiteX118365" fmla="*/ 427434 w 2119654"/>
              <a:gd name="connsiteY118365" fmla="*/ 697194 h 2398711"/>
              <a:gd name="connsiteX118366" fmla="*/ 465611 w 2119654"/>
              <a:gd name="connsiteY118366" fmla="*/ 609646 h 2398711"/>
              <a:gd name="connsiteX118367" fmla="*/ 465587 w 2119654"/>
              <a:gd name="connsiteY118367" fmla="*/ 610093 h 2398711"/>
              <a:gd name="connsiteX118368" fmla="*/ 469083 w 2119654"/>
              <a:gd name="connsiteY118368" fmla="*/ 617394 h 2398711"/>
              <a:gd name="connsiteX118369" fmla="*/ 471467 w 2119654"/>
              <a:gd name="connsiteY118369" fmla="*/ 610874 h 2398711"/>
              <a:gd name="connsiteX118370" fmla="*/ 467178 w 2119654"/>
              <a:gd name="connsiteY118370" fmla="*/ 609958 h 2398711"/>
              <a:gd name="connsiteX118371" fmla="*/ 420388 w 2119654"/>
              <a:gd name="connsiteY118371" fmla="*/ 710830 h 2398711"/>
              <a:gd name="connsiteX118372" fmla="*/ 422797 w 2119654"/>
              <a:gd name="connsiteY118372" fmla="*/ 720640 h 2398711"/>
              <a:gd name="connsiteX118373" fmla="*/ 423595 w 2119654"/>
              <a:gd name="connsiteY118373" fmla="*/ 721660 h 2398711"/>
              <a:gd name="connsiteX118374" fmla="*/ 424632 w 2119654"/>
              <a:gd name="connsiteY118374" fmla="*/ 715047 h 2398711"/>
              <a:gd name="connsiteX118375" fmla="*/ 423247 w 2119654"/>
              <a:gd name="connsiteY118375" fmla="*/ 711703 h 2398711"/>
              <a:gd name="connsiteX118376" fmla="*/ 273257 w 2119654"/>
              <a:gd name="connsiteY118376" fmla="*/ 1040243 h 2398711"/>
              <a:gd name="connsiteX118377" fmla="*/ 274573 w 2119654"/>
              <a:gd name="connsiteY118377" fmla="*/ 1047539 h 2398711"/>
              <a:gd name="connsiteX118378" fmla="*/ 283177 w 2119654"/>
              <a:gd name="connsiteY118378" fmla="*/ 1064272 h 2398711"/>
              <a:gd name="connsiteX118379" fmla="*/ 274929 w 2119654"/>
              <a:gd name="connsiteY118379" fmla="*/ 1043090 h 2398711"/>
              <a:gd name="connsiteX118380" fmla="*/ 274718 w 2119654"/>
              <a:gd name="connsiteY118380" fmla="*/ 1042584 h 2398711"/>
              <a:gd name="connsiteX118381" fmla="*/ 524205 w 2119654"/>
              <a:gd name="connsiteY118381" fmla="*/ 478261 h 2398711"/>
              <a:gd name="connsiteX118382" fmla="*/ 523014 w 2119654"/>
              <a:gd name="connsiteY118382" fmla="*/ 481152 h 2398711"/>
              <a:gd name="connsiteX118383" fmla="*/ 522992 w 2119654"/>
              <a:gd name="connsiteY118383" fmla="*/ 497834 h 2398711"/>
              <a:gd name="connsiteX118384" fmla="*/ 524252 w 2119654"/>
              <a:gd name="connsiteY118384" fmla="*/ 498872 h 2398711"/>
              <a:gd name="connsiteX118385" fmla="*/ 524441 w 2119654"/>
              <a:gd name="connsiteY118385" fmla="*/ 495594 h 2398711"/>
              <a:gd name="connsiteX118386" fmla="*/ 525128 w 2119654"/>
              <a:gd name="connsiteY118386" fmla="*/ 478969 h 2398711"/>
              <a:gd name="connsiteX118387" fmla="*/ 524627 w 2119654"/>
              <a:gd name="connsiteY118387" fmla="*/ 477236 h 2398711"/>
              <a:gd name="connsiteX118388" fmla="*/ 524505 w 2119654"/>
              <a:gd name="connsiteY118388" fmla="*/ 477532 h 2398711"/>
              <a:gd name="connsiteX118389" fmla="*/ 525164 w 2119654"/>
              <a:gd name="connsiteY118389" fmla="*/ 478039 h 2398711"/>
              <a:gd name="connsiteX118390" fmla="*/ 525180 w 2119654"/>
              <a:gd name="connsiteY118390" fmla="*/ 477658 h 2398711"/>
              <a:gd name="connsiteX118391" fmla="*/ 465349 w 2119654"/>
              <a:gd name="connsiteY118391" fmla="*/ 609594 h 2398711"/>
              <a:gd name="connsiteX118392" fmla="*/ 465431 w 2119654"/>
              <a:gd name="connsiteY118392" fmla="*/ 609765 h 2398711"/>
              <a:gd name="connsiteX118393" fmla="*/ 465440 w 2119654"/>
              <a:gd name="connsiteY118393" fmla="*/ 609612 h 2398711"/>
              <a:gd name="connsiteX118394" fmla="*/ 279647 w 2119654"/>
              <a:gd name="connsiteY118394" fmla="*/ 1025173 h 2398711"/>
              <a:gd name="connsiteX118395" fmla="*/ 281953 w 2119654"/>
              <a:gd name="connsiteY118395" fmla="*/ 1032179 h 2398711"/>
              <a:gd name="connsiteX118396" fmla="*/ 286246 w 2119654"/>
              <a:gd name="connsiteY118396" fmla="*/ 1037055 h 2398711"/>
              <a:gd name="connsiteX118397" fmla="*/ 280314 w 2119654"/>
              <a:gd name="connsiteY118397" fmla="*/ 1025908 h 2398711"/>
              <a:gd name="connsiteX118398" fmla="*/ 342392 w 2119654"/>
              <a:gd name="connsiteY118398" fmla="*/ 884666 h 2398711"/>
              <a:gd name="connsiteX118399" fmla="*/ 342854 w 2119654"/>
              <a:gd name="connsiteY118399" fmla="*/ 886790 h 2398711"/>
              <a:gd name="connsiteX118400" fmla="*/ 343213 w 2119654"/>
              <a:gd name="connsiteY118400" fmla="*/ 887600 h 2398711"/>
              <a:gd name="connsiteX118401" fmla="*/ 343270 w 2119654"/>
              <a:gd name="connsiteY118401" fmla="*/ 886233 h 2398711"/>
              <a:gd name="connsiteX118402" fmla="*/ 528245 w 2119654"/>
              <a:gd name="connsiteY118402" fmla="*/ 468446 h 2398711"/>
              <a:gd name="connsiteX118403" fmla="*/ 526091 w 2119654"/>
              <a:gd name="connsiteY118403" fmla="*/ 473680 h 2398711"/>
              <a:gd name="connsiteX118404" fmla="*/ 526020 w 2119654"/>
              <a:gd name="connsiteY118404" fmla="*/ 474900 h 2398711"/>
              <a:gd name="connsiteX118405" fmla="*/ 533088 w 2119654"/>
              <a:gd name="connsiteY118405" fmla="*/ 480283 h 2398711"/>
              <a:gd name="connsiteX118406" fmla="*/ 529956 w 2119654"/>
              <a:gd name="connsiteY118406" fmla="*/ 469885 h 2398711"/>
              <a:gd name="connsiteX118407" fmla="*/ 281089 w 2119654"/>
              <a:gd name="connsiteY118407" fmla="*/ 1021775 h 2398711"/>
              <a:gd name="connsiteX118408" fmla="*/ 288247 w 2119654"/>
              <a:gd name="connsiteY118408" fmla="*/ 1034282 h 2398711"/>
              <a:gd name="connsiteX118409" fmla="*/ 289688 w 2119654"/>
              <a:gd name="connsiteY118409" fmla="*/ 1035871 h 2398711"/>
              <a:gd name="connsiteX118410" fmla="*/ 293354 w 2119654"/>
              <a:gd name="connsiteY118410" fmla="*/ 1039804 h 2398711"/>
              <a:gd name="connsiteX118411" fmla="*/ 290915 w 2119654"/>
              <a:gd name="connsiteY118411" fmla="*/ 1034399 h 2398711"/>
              <a:gd name="connsiteX118412" fmla="*/ 290974 w 2119654"/>
              <a:gd name="connsiteY118412" fmla="*/ 1034155 h 2398711"/>
              <a:gd name="connsiteX118413" fmla="*/ 293682 w 2119654"/>
              <a:gd name="connsiteY118413" fmla="*/ 1040156 h 2398711"/>
              <a:gd name="connsiteX118414" fmla="*/ 294245 w 2119654"/>
              <a:gd name="connsiteY118414" fmla="*/ 1040760 h 2398711"/>
              <a:gd name="connsiteX118415" fmla="*/ 294302 w 2119654"/>
              <a:gd name="connsiteY118415" fmla="*/ 1040538 h 2398711"/>
              <a:gd name="connsiteX118416" fmla="*/ 294534 w 2119654"/>
              <a:gd name="connsiteY118416" fmla="*/ 1041069 h 2398711"/>
              <a:gd name="connsiteX118417" fmla="*/ 303099 w 2119654"/>
              <a:gd name="connsiteY118417" fmla="*/ 1050258 h 2398711"/>
              <a:gd name="connsiteX118418" fmla="*/ 302517 w 2119654"/>
              <a:gd name="connsiteY118418" fmla="*/ 1046116 h 2398711"/>
              <a:gd name="connsiteX118419" fmla="*/ 528834 w 2119654"/>
              <a:gd name="connsiteY118419" fmla="*/ 467014 h 2398711"/>
              <a:gd name="connsiteX118420" fmla="*/ 528453 w 2119654"/>
              <a:gd name="connsiteY118420" fmla="*/ 467941 h 2398711"/>
              <a:gd name="connsiteX118421" fmla="*/ 529672 w 2119654"/>
              <a:gd name="connsiteY118421" fmla="*/ 468945 h 2398711"/>
              <a:gd name="connsiteX118422" fmla="*/ 529130 w 2119654"/>
              <a:gd name="connsiteY118422" fmla="*/ 467146 h 2398711"/>
              <a:gd name="connsiteX118423" fmla="*/ 296113 w 2119654"/>
              <a:gd name="connsiteY118423" fmla="*/ 988015 h 2398711"/>
              <a:gd name="connsiteX118424" fmla="*/ 296186 w 2119654"/>
              <a:gd name="connsiteY118424" fmla="*/ 988532 h 2398711"/>
              <a:gd name="connsiteX118425" fmla="*/ 296557 w 2119654"/>
              <a:gd name="connsiteY118425" fmla="*/ 988814 h 2398711"/>
              <a:gd name="connsiteX118426" fmla="*/ 296461 w 2119654"/>
              <a:gd name="connsiteY118426" fmla="*/ 988586 h 2398711"/>
              <a:gd name="connsiteX118427" fmla="*/ 334452 w 2119654"/>
              <a:gd name="connsiteY118427" fmla="*/ 902057 h 2398711"/>
              <a:gd name="connsiteX118428" fmla="*/ 335007 w 2119654"/>
              <a:gd name="connsiteY118428" fmla="*/ 906072 h 2398711"/>
              <a:gd name="connsiteX118429" fmla="*/ 341351 w 2119654"/>
              <a:gd name="connsiteY118429" fmla="*/ 908047 h 2398711"/>
              <a:gd name="connsiteX118430" fmla="*/ 531646 w 2119654"/>
              <a:gd name="connsiteY118430" fmla="*/ 460182 h 2398711"/>
              <a:gd name="connsiteX118431" fmla="*/ 529386 w 2119654"/>
              <a:gd name="connsiteY118431" fmla="*/ 465672 h 2398711"/>
              <a:gd name="connsiteX118432" fmla="*/ 529455 w 2119654"/>
              <a:gd name="connsiteY118432" fmla="*/ 465903 h 2398711"/>
              <a:gd name="connsiteX118433" fmla="*/ 541502 w 2119654"/>
              <a:gd name="connsiteY118433" fmla="*/ 471281 h 2398711"/>
              <a:gd name="connsiteX118434" fmla="*/ 542848 w 2119654"/>
              <a:gd name="connsiteY118434" fmla="*/ 468012 h 2398711"/>
              <a:gd name="connsiteX118435" fmla="*/ 542650 w 2119654"/>
              <a:gd name="connsiteY118435" fmla="*/ 467355 h 2398711"/>
              <a:gd name="connsiteX118436" fmla="*/ 296061 w 2119654"/>
              <a:gd name="connsiteY118436" fmla="*/ 987645 h 2398711"/>
              <a:gd name="connsiteX118437" fmla="*/ 296071 w 2119654"/>
              <a:gd name="connsiteY118437" fmla="*/ 987715 h 2398711"/>
              <a:gd name="connsiteX118438" fmla="*/ 296137 w 2119654"/>
              <a:gd name="connsiteY118438" fmla="*/ 987824 h 2398711"/>
              <a:gd name="connsiteX118439" fmla="*/ 415311 w 2119654"/>
              <a:gd name="connsiteY118439" fmla="*/ 720592 h 2398711"/>
              <a:gd name="connsiteX118440" fmla="*/ 416646 w 2119654"/>
              <a:gd name="connsiteY118440" fmla="*/ 731360 h 2398711"/>
              <a:gd name="connsiteX118441" fmla="*/ 418008 w 2119654"/>
              <a:gd name="connsiteY118441" fmla="*/ 731834 h 2398711"/>
              <a:gd name="connsiteX118442" fmla="*/ 417911 w 2119654"/>
              <a:gd name="connsiteY118442" fmla="*/ 730418 h 2398711"/>
              <a:gd name="connsiteX118443" fmla="*/ 415484 w 2119654"/>
              <a:gd name="connsiteY118443" fmla="*/ 720654 h 2398711"/>
              <a:gd name="connsiteX118444" fmla="*/ 435740 w 2119654"/>
              <a:gd name="connsiteY118444" fmla="*/ 674790 h 2398711"/>
              <a:gd name="connsiteX118445" fmla="*/ 438754 w 2119654"/>
              <a:gd name="connsiteY118445" fmla="*/ 688645 h 2398711"/>
              <a:gd name="connsiteX118446" fmla="*/ 439558 w 2119654"/>
              <a:gd name="connsiteY118446" fmla="*/ 691736 h 2398711"/>
              <a:gd name="connsiteX118447" fmla="*/ 439793 w 2119654"/>
              <a:gd name="connsiteY118447" fmla="*/ 690253 h 2398711"/>
              <a:gd name="connsiteX118448" fmla="*/ 442358 w 2119654"/>
              <a:gd name="connsiteY118448" fmla="*/ 675406 h 2398711"/>
              <a:gd name="connsiteX118449" fmla="*/ 370656 w 2119654"/>
              <a:gd name="connsiteY118449" fmla="*/ 820424 h 2398711"/>
              <a:gd name="connsiteX118450" fmla="*/ 371512 w 2119654"/>
              <a:gd name="connsiteY118450" fmla="*/ 822909 h 2398711"/>
              <a:gd name="connsiteX118451" fmla="*/ 372950 w 2119654"/>
              <a:gd name="connsiteY118451" fmla="*/ 824444 h 2398711"/>
              <a:gd name="connsiteX118452" fmla="*/ 372968 w 2119654"/>
              <a:gd name="connsiteY118452" fmla="*/ 824311 h 2398711"/>
              <a:gd name="connsiteX118453" fmla="*/ 594664 w 2119654"/>
              <a:gd name="connsiteY118453" fmla="*/ 318754 h 2398711"/>
              <a:gd name="connsiteX118454" fmla="*/ 595717 w 2119654"/>
              <a:gd name="connsiteY118454" fmla="*/ 325421 h 2398711"/>
              <a:gd name="connsiteX118455" fmla="*/ 596917 w 2119654"/>
              <a:gd name="connsiteY118455" fmla="*/ 320369 h 2398711"/>
              <a:gd name="connsiteX118456" fmla="*/ 537420 w 2119654"/>
              <a:gd name="connsiteY118456" fmla="*/ 446880 h 2398711"/>
              <a:gd name="connsiteX118457" fmla="*/ 543344 w 2119654"/>
              <a:gd name="connsiteY118457" fmla="*/ 466545 h 2398711"/>
              <a:gd name="connsiteX118458" fmla="*/ 543429 w 2119654"/>
              <a:gd name="connsiteY118458" fmla="*/ 466600 h 2398711"/>
              <a:gd name="connsiteX118459" fmla="*/ 546970 w 2119654"/>
              <a:gd name="connsiteY118459" fmla="*/ 457998 h 2398711"/>
              <a:gd name="connsiteX118460" fmla="*/ 547842 w 2119654"/>
              <a:gd name="connsiteY118460" fmla="*/ 455956 h 2398711"/>
              <a:gd name="connsiteX118461" fmla="*/ 541426 w 2119654"/>
              <a:gd name="connsiteY118461" fmla="*/ 452935 h 2398711"/>
              <a:gd name="connsiteX118462" fmla="*/ 541901 w 2119654"/>
              <a:gd name="connsiteY118462" fmla="*/ 452825 h 2398711"/>
              <a:gd name="connsiteX118463" fmla="*/ 547961 w 2119654"/>
              <a:gd name="connsiteY118463" fmla="*/ 455680 h 2398711"/>
              <a:gd name="connsiteX118464" fmla="*/ 548186 w 2119654"/>
              <a:gd name="connsiteY118464" fmla="*/ 455152 h 2398711"/>
              <a:gd name="connsiteX118465" fmla="*/ 425036 w 2119654"/>
              <a:gd name="connsiteY118465" fmla="*/ 698493 h 2398711"/>
              <a:gd name="connsiteX118466" fmla="*/ 425060 w 2119654"/>
              <a:gd name="connsiteY118466" fmla="*/ 708404 h 2398711"/>
              <a:gd name="connsiteX118467" fmla="*/ 425605 w 2119654"/>
              <a:gd name="connsiteY118467" fmla="*/ 708850 h 2398711"/>
              <a:gd name="connsiteX118468" fmla="*/ 426348 w 2119654"/>
              <a:gd name="connsiteY118468" fmla="*/ 704118 h 2398711"/>
              <a:gd name="connsiteX118469" fmla="*/ 390230 w 2119654"/>
              <a:gd name="connsiteY118469" fmla="*/ 776428 h 2398711"/>
              <a:gd name="connsiteX118470" fmla="*/ 390730 w 2119654"/>
              <a:gd name="connsiteY118470" fmla="*/ 778613 h 2398711"/>
              <a:gd name="connsiteX118471" fmla="*/ 391313 w 2119654"/>
              <a:gd name="connsiteY118471" fmla="*/ 778967 h 2398711"/>
              <a:gd name="connsiteX118472" fmla="*/ 391067 w 2119654"/>
              <a:gd name="connsiteY118472" fmla="*/ 778165 h 2398711"/>
              <a:gd name="connsiteX118473" fmla="*/ 258235 w 2119654"/>
              <a:gd name="connsiteY118473" fmla="*/ 1071982 h 2398711"/>
              <a:gd name="connsiteX118474" fmla="*/ 262482 w 2119654"/>
              <a:gd name="connsiteY118474" fmla="*/ 1083102 h 2398711"/>
              <a:gd name="connsiteX118475" fmla="*/ 263230 w 2119654"/>
              <a:gd name="connsiteY118475" fmla="*/ 1083623 h 2398711"/>
              <a:gd name="connsiteX118476" fmla="*/ 262188 w 2119654"/>
              <a:gd name="connsiteY118476" fmla="*/ 1080595 h 2398711"/>
              <a:gd name="connsiteX118477" fmla="*/ 259330 w 2119654"/>
              <a:gd name="connsiteY118477" fmla="*/ 1073715 h 2398711"/>
              <a:gd name="connsiteX118478" fmla="*/ 259381 w 2119654"/>
              <a:gd name="connsiteY118478" fmla="*/ 1073536 h 2398711"/>
              <a:gd name="connsiteX118479" fmla="*/ 261586 w 2119654"/>
              <a:gd name="connsiteY118479" fmla="*/ 1078845 h 2398711"/>
              <a:gd name="connsiteX118480" fmla="*/ 259692 w 2119654"/>
              <a:gd name="connsiteY118480" fmla="*/ 1073341 h 2398711"/>
              <a:gd name="connsiteX118481" fmla="*/ 464716 w 2119654"/>
              <a:gd name="connsiteY118481" fmla="*/ 609468 h 2398711"/>
              <a:gd name="connsiteX118482" fmla="*/ 461427 w 2119654"/>
              <a:gd name="connsiteY118482" fmla="*/ 624234 h 2398711"/>
              <a:gd name="connsiteX118483" fmla="*/ 462158 w 2119654"/>
              <a:gd name="connsiteY118483" fmla="*/ 624553 h 2398711"/>
              <a:gd name="connsiteX118484" fmla="*/ 464551 w 2119654"/>
              <a:gd name="connsiteY118484" fmla="*/ 625814 h 2398711"/>
              <a:gd name="connsiteX118485" fmla="*/ 465376 w 2119654"/>
              <a:gd name="connsiteY118485" fmla="*/ 610757 h 2398711"/>
              <a:gd name="connsiteX118486" fmla="*/ 464759 w 2119654"/>
              <a:gd name="connsiteY118486" fmla="*/ 609476 h 2398711"/>
              <a:gd name="connsiteX118487" fmla="*/ 456269 w 2119654"/>
              <a:gd name="connsiteY118487" fmla="*/ 628296 h 2398711"/>
              <a:gd name="connsiteX118488" fmla="*/ 456560 w 2119654"/>
              <a:gd name="connsiteY118488" fmla="*/ 631778 h 2398711"/>
              <a:gd name="connsiteX118489" fmla="*/ 457720 w 2119654"/>
              <a:gd name="connsiteY118489" fmla="*/ 632534 h 2398711"/>
              <a:gd name="connsiteX118490" fmla="*/ 457977 w 2119654"/>
              <a:gd name="connsiteY118490" fmla="*/ 630815 h 2398711"/>
              <a:gd name="connsiteX118491" fmla="*/ 356053 w 2119654"/>
              <a:gd name="connsiteY118491" fmla="*/ 852627 h 2398711"/>
              <a:gd name="connsiteX118492" fmla="*/ 356054 w 2119654"/>
              <a:gd name="connsiteY118492" fmla="*/ 852637 h 2398711"/>
              <a:gd name="connsiteX118493" fmla="*/ 356064 w 2119654"/>
              <a:gd name="connsiteY118493" fmla="*/ 852648 h 2398711"/>
              <a:gd name="connsiteX118494" fmla="*/ 344242 w 2119654"/>
              <a:gd name="connsiteY118494" fmla="*/ 878936 h 2398711"/>
              <a:gd name="connsiteX118495" fmla="*/ 344227 w 2119654"/>
              <a:gd name="connsiteY118495" fmla="*/ 879319 h 2398711"/>
              <a:gd name="connsiteX118496" fmla="*/ 344539 w 2119654"/>
              <a:gd name="connsiteY118496" fmla="*/ 879406 h 2398711"/>
              <a:gd name="connsiteX118497" fmla="*/ 536752 w 2119654"/>
              <a:gd name="connsiteY118497" fmla="*/ 447776 h 2398711"/>
              <a:gd name="connsiteX118498" fmla="*/ 532065 w 2119654"/>
              <a:gd name="connsiteY118498" fmla="*/ 459165 h 2398711"/>
              <a:gd name="connsiteX118499" fmla="*/ 542176 w 2119654"/>
              <a:gd name="connsiteY118499" fmla="*/ 465781 h 2398711"/>
              <a:gd name="connsiteX118500" fmla="*/ 332185 w 2119654"/>
              <a:gd name="connsiteY118500" fmla="*/ 905774 h 2398711"/>
              <a:gd name="connsiteX118501" fmla="*/ 333787 w 2119654"/>
              <a:gd name="connsiteY118501" fmla="*/ 908525 h 2398711"/>
              <a:gd name="connsiteX118502" fmla="*/ 333403 w 2119654"/>
              <a:gd name="connsiteY118502" fmla="*/ 906154 h 2398711"/>
              <a:gd name="connsiteX118503" fmla="*/ 330875 w 2119654"/>
              <a:gd name="connsiteY118503" fmla="*/ 908567 h 2398711"/>
              <a:gd name="connsiteX118504" fmla="*/ 330757 w 2119654"/>
              <a:gd name="connsiteY118504" fmla="*/ 909165 h 2398711"/>
              <a:gd name="connsiteX118505" fmla="*/ 331634 w 2119654"/>
              <a:gd name="connsiteY118505" fmla="*/ 910571 h 2398711"/>
              <a:gd name="connsiteX118506" fmla="*/ 537910 w 2119654"/>
              <a:gd name="connsiteY118506" fmla="*/ 444965 h 2398711"/>
              <a:gd name="connsiteX118507" fmla="*/ 537596 w 2119654"/>
              <a:gd name="connsiteY118507" fmla="*/ 445727 h 2398711"/>
              <a:gd name="connsiteX118508" fmla="*/ 548600 w 2119654"/>
              <a:gd name="connsiteY118508" fmla="*/ 454183 h 2398711"/>
              <a:gd name="connsiteX118509" fmla="*/ 550407 w 2119654"/>
              <a:gd name="connsiteY118509" fmla="*/ 449956 h 2398711"/>
              <a:gd name="connsiteX118510" fmla="*/ 465788 w 2119654"/>
              <a:gd name="connsiteY118510" fmla="*/ 606432 h 2398711"/>
              <a:gd name="connsiteX118511" fmla="*/ 465630 w 2119654"/>
              <a:gd name="connsiteY118511" fmla="*/ 609309 h 2398711"/>
              <a:gd name="connsiteX118512" fmla="*/ 471605 w 2119654"/>
              <a:gd name="connsiteY118512" fmla="*/ 610501 h 2398711"/>
              <a:gd name="connsiteX118513" fmla="*/ 471665 w 2119654"/>
              <a:gd name="connsiteY118513" fmla="*/ 610328 h 2398711"/>
              <a:gd name="connsiteX118514" fmla="*/ 538627 w 2119654"/>
              <a:gd name="connsiteY118514" fmla="*/ 443222 h 2398711"/>
              <a:gd name="connsiteX118515" fmla="*/ 538046 w 2119654"/>
              <a:gd name="connsiteY118515" fmla="*/ 444633 h 2398711"/>
              <a:gd name="connsiteX118516" fmla="*/ 549824 w 2119654"/>
              <a:gd name="connsiteY118516" fmla="*/ 449336 h 2398711"/>
              <a:gd name="connsiteX118517" fmla="*/ 547244 w 2119654"/>
              <a:gd name="connsiteY118517" fmla="*/ 446645 h 2398711"/>
              <a:gd name="connsiteX118518" fmla="*/ 487991 w 2119654"/>
              <a:gd name="connsiteY118518" fmla="*/ 556490 h 2398711"/>
              <a:gd name="connsiteX118519" fmla="*/ 488083 w 2119654"/>
              <a:gd name="connsiteY118519" fmla="*/ 563842 h 2398711"/>
              <a:gd name="connsiteX118520" fmla="*/ 488581 w 2119654"/>
              <a:gd name="connsiteY118520" fmla="*/ 564076 h 2398711"/>
              <a:gd name="connsiteX118521" fmla="*/ 489822 w 2119654"/>
              <a:gd name="connsiteY118521" fmla="*/ 560682 h 2398711"/>
              <a:gd name="connsiteX118522" fmla="*/ 489335 w 2119654"/>
              <a:gd name="connsiteY118522" fmla="*/ 558873 h 2398711"/>
              <a:gd name="connsiteX118523" fmla="*/ 489403 w 2119654"/>
              <a:gd name="connsiteY118523" fmla="*/ 558713 h 2398711"/>
              <a:gd name="connsiteX118524" fmla="*/ 489886 w 2119654"/>
              <a:gd name="connsiteY118524" fmla="*/ 560506 h 2398711"/>
              <a:gd name="connsiteX118525" fmla="*/ 490720 w 2119654"/>
              <a:gd name="connsiteY118525" fmla="*/ 558227 h 2398711"/>
              <a:gd name="connsiteX118526" fmla="*/ 540229 w 2119654"/>
              <a:gd name="connsiteY118526" fmla="*/ 439331 h 2398711"/>
              <a:gd name="connsiteX118527" fmla="*/ 538740 w 2119654"/>
              <a:gd name="connsiteY118527" fmla="*/ 442949 h 2398711"/>
              <a:gd name="connsiteX118528" fmla="*/ 546563 w 2119654"/>
              <a:gd name="connsiteY118528" fmla="*/ 445936 h 2398711"/>
              <a:gd name="connsiteX118529" fmla="*/ 279199 w 2119654"/>
              <a:gd name="connsiteY118529" fmla="*/ 1023813 h 2398711"/>
              <a:gd name="connsiteX118530" fmla="*/ 279452 w 2119654"/>
              <a:gd name="connsiteY118530" fmla="*/ 1024581 h 2398711"/>
              <a:gd name="connsiteX118531" fmla="*/ 279829 w 2119654"/>
              <a:gd name="connsiteY118531" fmla="*/ 1024997 h 2398711"/>
              <a:gd name="connsiteX118532" fmla="*/ 415156 w 2119654"/>
              <a:gd name="connsiteY118532" fmla="*/ 719339 h 2398711"/>
              <a:gd name="connsiteX118533" fmla="*/ 415191 w 2119654"/>
              <a:gd name="connsiteY118533" fmla="*/ 719624 h 2398711"/>
              <a:gd name="connsiteX118534" fmla="*/ 415230 w 2119654"/>
              <a:gd name="connsiteY118534" fmla="*/ 719636 h 2398711"/>
              <a:gd name="connsiteX118535" fmla="*/ 331098 w 2119654"/>
              <a:gd name="connsiteY118535" fmla="*/ 907424 h 2398711"/>
              <a:gd name="connsiteX118536" fmla="*/ 331055 w 2119654"/>
              <a:gd name="connsiteY118536" fmla="*/ 907643 h 2398711"/>
              <a:gd name="connsiteX118537" fmla="*/ 332697 w 2119654"/>
              <a:gd name="connsiteY118537" fmla="*/ 911970 h 2398711"/>
              <a:gd name="connsiteX118538" fmla="*/ 331184 w 2119654"/>
              <a:gd name="connsiteY118538" fmla="*/ 907572 h 2398711"/>
              <a:gd name="connsiteX118539" fmla="*/ 229760 w 2119654"/>
              <a:gd name="connsiteY118539" fmla="*/ 1134136 h 2398711"/>
              <a:gd name="connsiteX118540" fmla="*/ 230674 w 2119654"/>
              <a:gd name="connsiteY118540" fmla="*/ 1137859 h 2398711"/>
              <a:gd name="connsiteX118541" fmla="*/ 240302 w 2119654"/>
              <a:gd name="connsiteY118541" fmla="*/ 1146704 h 2398711"/>
              <a:gd name="connsiteX118542" fmla="*/ 230722 w 2119654"/>
              <a:gd name="connsiteY118542" fmla="*/ 1138055 h 2398711"/>
              <a:gd name="connsiteX118543" fmla="*/ 234048 w 2119654"/>
              <a:gd name="connsiteY118543" fmla="*/ 1151602 h 2398711"/>
              <a:gd name="connsiteX118544" fmla="*/ 235747 w 2119654"/>
              <a:gd name="connsiteY118544" fmla="*/ 1155748 h 2398711"/>
              <a:gd name="connsiteX118545" fmla="*/ 243455 w 2119654"/>
              <a:gd name="connsiteY118545" fmla="*/ 1173858 h 2398711"/>
              <a:gd name="connsiteX118546" fmla="*/ 251882 w 2119654"/>
              <a:gd name="connsiteY118546" fmla="*/ 1178531 h 2398711"/>
              <a:gd name="connsiteX118547" fmla="*/ 245835 w 2119654"/>
              <a:gd name="connsiteY118547" fmla="*/ 1169114 h 2398711"/>
              <a:gd name="connsiteX118548" fmla="*/ 245857 w 2119654"/>
              <a:gd name="connsiteY118548" fmla="*/ 1168879 h 2398711"/>
              <a:gd name="connsiteX118549" fmla="*/ 252153 w 2119654"/>
              <a:gd name="connsiteY118549" fmla="*/ 1178680 h 2398711"/>
              <a:gd name="connsiteX118550" fmla="*/ 258525 w 2119654"/>
              <a:gd name="connsiteY118550" fmla="*/ 1182212 h 2398711"/>
              <a:gd name="connsiteX118551" fmla="*/ 259313 w 2119654"/>
              <a:gd name="connsiteY118551" fmla="*/ 1182633 h 2398711"/>
              <a:gd name="connsiteX118552" fmla="*/ 254964 w 2119654"/>
              <a:gd name="connsiteY118552" fmla="*/ 1167645 h 2398711"/>
              <a:gd name="connsiteX118553" fmla="*/ 254283 w 2119654"/>
              <a:gd name="connsiteY118553" fmla="*/ 1164261 h 2398711"/>
              <a:gd name="connsiteX118554" fmla="*/ 247203 w 2119654"/>
              <a:gd name="connsiteY118554" fmla="*/ 1153143 h 2398711"/>
              <a:gd name="connsiteX118555" fmla="*/ 246090 w 2119654"/>
              <a:gd name="connsiteY118555" fmla="*/ 1151931 h 2398711"/>
              <a:gd name="connsiteX118556" fmla="*/ 244136 w 2119654"/>
              <a:gd name="connsiteY118556" fmla="*/ 1150166 h 2398711"/>
              <a:gd name="connsiteX118557" fmla="*/ 245643 w 2119654"/>
              <a:gd name="connsiteY118557" fmla="*/ 1151444 h 2398711"/>
              <a:gd name="connsiteX118558" fmla="*/ 523020 w 2119654"/>
              <a:gd name="connsiteY118558" fmla="*/ 477350 h 2398711"/>
              <a:gd name="connsiteX118559" fmla="*/ 523018 w 2119654"/>
              <a:gd name="connsiteY118559" fmla="*/ 478786 h 2398711"/>
              <a:gd name="connsiteX118560" fmla="*/ 523467 w 2119654"/>
              <a:gd name="connsiteY118560" fmla="*/ 477695 h 2398711"/>
              <a:gd name="connsiteX118561" fmla="*/ 391600 w 2119654"/>
              <a:gd name="connsiteY118561" fmla="*/ 771615 h 2398711"/>
              <a:gd name="connsiteX118562" fmla="*/ 393764 w 2119654"/>
              <a:gd name="connsiteY118562" fmla="*/ 780454 h 2398711"/>
              <a:gd name="connsiteX118563" fmla="*/ 394910 w 2119654"/>
              <a:gd name="connsiteY118563" fmla="*/ 781150 h 2398711"/>
              <a:gd name="connsiteX118564" fmla="*/ 394737 w 2119654"/>
              <a:gd name="connsiteY118564" fmla="*/ 772946 h 2398711"/>
              <a:gd name="connsiteX118565" fmla="*/ 392918 w 2119654"/>
              <a:gd name="connsiteY118565" fmla="*/ 772074 h 2398711"/>
              <a:gd name="connsiteX118566" fmla="*/ 207878 w 2119654"/>
              <a:gd name="connsiteY118566" fmla="*/ 1182998 h 2398711"/>
              <a:gd name="connsiteX118567" fmla="*/ 239331 w 2119654"/>
              <a:gd name="connsiteY118567" fmla="*/ 1216740 h 2398711"/>
              <a:gd name="connsiteX118568" fmla="*/ 235412 w 2119654"/>
              <a:gd name="connsiteY118568" fmla="*/ 1210690 h 2398711"/>
              <a:gd name="connsiteX118569" fmla="*/ 235434 w 2119654"/>
              <a:gd name="connsiteY118569" fmla="*/ 1210455 h 2398711"/>
              <a:gd name="connsiteX118570" fmla="*/ 239898 w 2119654"/>
              <a:gd name="connsiteY118570" fmla="*/ 1217349 h 2398711"/>
              <a:gd name="connsiteX118571" fmla="*/ 244855 w 2119654"/>
              <a:gd name="connsiteY118571" fmla="*/ 1222667 h 2398711"/>
              <a:gd name="connsiteX118572" fmla="*/ 242500 w 2119654"/>
              <a:gd name="connsiteY118572" fmla="*/ 1217000 h 2398711"/>
              <a:gd name="connsiteX118573" fmla="*/ 242587 w 2119654"/>
              <a:gd name="connsiteY118573" fmla="*/ 1216692 h 2398711"/>
              <a:gd name="connsiteX118574" fmla="*/ 245240 w 2119654"/>
              <a:gd name="connsiteY118574" fmla="*/ 1223080 h 2398711"/>
              <a:gd name="connsiteX118575" fmla="*/ 251829 w 2119654"/>
              <a:gd name="connsiteY118575" fmla="*/ 1230150 h 2398711"/>
              <a:gd name="connsiteX118576" fmla="*/ 247936 w 2119654"/>
              <a:gd name="connsiteY118576" fmla="*/ 1222711 h 2398711"/>
              <a:gd name="connsiteX118577" fmla="*/ 242157 w 2119654"/>
              <a:gd name="connsiteY118577" fmla="*/ 1215146 h 2398711"/>
              <a:gd name="connsiteX118578" fmla="*/ 236592 w 2119654"/>
              <a:gd name="connsiteY118578" fmla="*/ 1212061 h 2398711"/>
              <a:gd name="connsiteX118579" fmla="*/ 236459 w 2119654"/>
              <a:gd name="connsiteY118579" fmla="*/ 1211638 h 2398711"/>
              <a:gd name="connsiteX118580" fmla="*/ 241694 w 2119654"/>
              <a:gd name="connsiteY118580" fmla="*/ 1214540 h 2398711"/>
              <a:gd name="connsiteX118581" fmla="*/ 241314 w 2119654"/>
              <a:gd name="connsiteY118581" fmla="*/ 1214043 h 2398711"/>
              <a:gd name="connsiteX118582" fmla="*/ 231693 w 2119654"/>
              <a:gd name="connsiteY118582" fmla="*/ 1198978 h 2398711"/>
              <a:gd name="connsiteX118583" fmla="*/ 465443 w 2119654"/>
              <a:gd name="connsiteY118583" fmla="*/ 606204 h 2398711"/>
              <a:gd name="connsiteX118584" fmla="*/ 464898 w 2119654"/>
              <a:gd name="connsiteY118584" fmla="*/ 608651 h 2398711"/>
              <a:gd name="connsiteX118585" fmla="*/ 465168 w 2119654"/>
              <a:gd name="connsiteY118585" fmla="*/ 609216 h 2398711"/>
              <a:gd name="connsiteX118586" fmla="*/ 465458 w 2119654"/>
              <a:gd name="connsiteY118586" fmla="*/ 609274 h 2398711"/>
              <a:gd name="connsiteX118587" fmla="*/ 465619 w 2119654"/>
              <a:gd name="connsiteY118587" fmla="*/ 606320 h 2398711"/>
              <a:gd name="connsiteX118588" fmla="*/ 602484 w 2119654"/>
              <a:gd name="connsiteY118588" fmla="*/ 299188 h 2398711"/>
              <a:gd name="connsiteX118589" fmla="*/ 597811 w 2119654"/>
              <a:gd name="connsiteY118589" fmla="*/ 318867 h 2398711"/>
              <a:gd name="connsiteX118590" fmla="*/ 602117 w 2119654"/>
              <a:gd name="connsiteY118590" fmla="*/ 323810 h 2398711"/>
              <a:gd name="connsiteX118591" fmla="*/ 627110 w 2119654"/>
              <a:gd name="connsiteY118591" fmla="*/ 341731 h 2398711"/>
              <a:gd name="connsiteX118592" fmla="*/ 625038 w 2119654"/>
              <a:gd name="connsiteY118592" fmla="*/ 326586 h 2398711"/>
              <a:gd name="connsiteX118593" fmla="*/ 625197 w 2119654"/>
              <a:gd name="connsiteY118593" fmla="*/ 326313 h 2398711"/>
              <a:gd name="connsiteX118594" fmla="*/ 627329 w 2119654"/>
              <a:gd name="connsiteY118594" fmla="*/ 341888 h 2398711"/>
              <a:gd name="connsiteX118595" fmla="*/ 628166 w 2119654"/>
              <a:gd name="connsiteY118595" fmla="*/ 342489 h 2398711"/>
              <a:gd name="connsiteX118596" fmla="*/ 644312 w 2119654"/>
              <a:gd name="connsiteY118596" fmla="*/ 354397 h 2398711"/>
              <a:gd name="connsiteX118597" fmla="*/ 645668 w 2119654"/>
              <a:gd name="connsiteY118597" fmla="*/ 345719 h 2398711"/>
              <a:gd name="connsiteX118598" fmla="*/ 636670 w 2119654"/>
              <a:gd name="connsiteY118598" fmla="*/ 335393 h 2398711"/>
              <a:gd name="connsiteX118599" fmla="*/ 357450 w 2119654"/>
              <a:gd name="connsiteY118599" fmla="*/ 847688 h 2398711"/>
              <a:gd name="connsiteX118600" fmla="*/ 358351 w 2119654"/>
              <a:gd name="connsiteY118600" fmla="*/ 851836 h 2398711"/>
              <a:gd name="connsiteX118601" fmla="*/ 359153 w 2119654"/>
              <a:gd name="connsiteY118601" fmla="*/ 853151 h 2398711"/>
              <a:gd name="connsiteX118602" fmla="*/ 359159 w 2119654"/>
              <a:gd name="connsiteY118602" fmla="*/ 848497 h 2398711"/>
              <a:gd name="connsiteX118603" fmla="*/ 187585 w 2119654"/>
              <a:gd name="connsiteY118603" fmla="*/ 1227752 h 2398711"/>
              <a:gd name="connsiteX118604" fmla="*/ 187620 w 2119654"/>
              <a:gd name="connsiteY118604" fmla="*/ 1227819 h 2398711"/>
              <a:gd name="connsiteX118605" fmla="*/ 200620 w 2119654"/>
              <a:gd name="connsiteY118605" fmla="*/ 1240773 h 2398711"/>
              <a:gd name="connsiteX118606" fmla="*/ 196857 w 2119654"/>
              <a:gd name="connsiteY118606" fmla="*/ 1236126 h 2398711"/>
              <a:gd name="connsiteX118607" fmla="*/ 594360 w 2119654"/>
              <a:gd name="connsiteY118607" fmla="*/ 316836 h 2398711"/>
              <a:gd name="connsiteX118608" fmla="*/ 594611 w 2119654"/>
              <a:gd name="connsiteY118608" fmla="*/ 318428 h 2398711"/>
              <a:gd name="connsiteX118609" fmla="*/ 596975 w 2119654"/>
              <a:gd name="connsiteY118609" fmla="*/ 320122 h 2398711"/>
              <a:gd name="connsiteX118610" fmla="*/ 597028 w 2119654"/>
              <a:gd name="connsiteY118610" fmla="*/ 319898 h 2398711"/>
              <a:gd name="connsiteX118611" fmla="*/ 406854 w 2119654"/>
              <a:gd name="connsiteY118611" fmla="*/ 736578 h 2398711"/>
              <a:gd name="connsiteX118612" fmla="*/ 406940 w 2119654"/>
              <a:gd name="connsiteY118612" fmla="*/ 738511 h 2398711"/>
              <a:gd name="connsiteX118613" fmla="*/ 406998 w 2119654"/>
              <a:gd name="connsiteY118613" fmla="*/ 736669 h 2398711"/>
              <a:gd name="connsiteX118614" fmla="*/ 406129 w 2119654"/>
              <a:gd name="connsiteY118614" fmla="*/ 738114 h 2398711"/>
              <a:gd name="connsiteX118615" fmla="*/ 405235 w 2119654"/>
              <a:gd name="connsiteY118615" fmla="*/ 743749 h 2398711"/>
              <a:gd name="connsiteX118616" fmla="*/ 406226 w 2119654"/>
              <a:gd name="connsiteY118616" fmla="*/ 747359 h 2398711"/>
              <a:gd name="connsiteX118617" fmla="*/ 406705 w 2119654"/>
              <a:gd name="connsiteY118617" fmla="*/ 748483 h 2398711"/>
              <a:gd name="connsiteX118618" fmla="*/ 406270 w 2119654"/>
              <a:gd name="connsiteY118618" fmla="*/ 738530 h 2398711"/>
              <a:gd name="connsiteX118619" fmla="*/ 344344 w 2119654"/>
              <a:gd name="connsiteY118619" fmla="*/ 876445 h 2398711"/>
              <a:gd name="connsiteX118620" fmla="*/ 344282 w 2119654"/>
              <a:gd name="connsiteY118620" fmla="*/ 877950 h 2398711"/>
              <a:gd name="connsiteX118621" fmla="*/ 344940 w 2119654"/>
              <a:gd name="connsiteY118621" fmla="*/ 878991 h 2398711"/>
              <a:gd name="connsiteX118622" fmla="*/ 380161 w 2119654"/>
              <a:gd name="connsiteY118622" fmla="*/ 796229 h 2398711"/>
              <a:gd name="connsiteX118623" fmla="*/ 378685 w 2119654"/>
              <a:gd name="connsiteY118623" fmla="*/ 807343 h 2398711"/>
              <a:gd name="connsiteX118624" fmla="*/ 386668 w 2119654"/>
              <a:gd name="connsiteY118624" fmla="*/ 810832 h 2398711"/>
              <a:gd name="connsiteX118625" fmla="*/ 473794 w 2119654"/>
              <a:gd name="connsiteY118625" fmla="*/ 586445 h 2398711"/>
              <a:gd name="connsiteX118626" fmla="*/ 473818 w 2119654"/>
              <a:gd name="connsiteY118626" fmla="*/ 588418 h 2398711"/>
              <a:gd name="connsiteX118627" fmla="*/ 475625 w 2119654"/>
              <a:gd name="connsiteY118627" fmla="*/ 599504 h 2398711"/>
              <a:gd name="connsiteX118628" fmla="*/ 475920 w 2119654"/>
              <a:gd name="connsiteY118628" fmla="*/ 598698 h 2398711"/>
              <a:gd name="connsiteX118629" fmla="*/ 475670 w 2119654"/>
              <a:gd name="connsiteY118629" fmla="*/ 587545 h 2398711"/>
              <a:gd name="connsiteX118630" fmla="*/ 523022 w 2119654"/>
              <a:gd name="connsiteY118630" fmla="*/ 476013 h 2398711"/>
              <a:gd name="connsiteX118631" fmla="*/ 523021 w 2119654"/>
              <a:gd name="connsiteY118631" fmla="*/ 476391 h 2398711"/>
              <a:gd name="connsiteX118632" fmla="*/ 523768 w 2119654"/>
              <a:gd name="connsiteY118632" fmla="*/ 476965 h 2398711"/>
              <a:gd name="connsiteX118633" fmla="*/ 523888 w 2119654"/>
              <a:gd name="connsiteY118633" fmla="*/ 476673 h 2398711"/>
              <a:gd name="connsiteX118634" fmla="*/ 406226 w 2119654"/>
              <a:gd name="connsiteY118634" fmla="*/ 737505 h 2398711"/>
              <a:gd name="connsiteX118635" fmla="*/ 406170 w 2119654"/>
              <a:gd name="connsiteY118635" fmla="*/ 737861 h 2398711"/>
              <a:gd name="connsiteX118636" fmla="*/ 406252 w 2119654"/>
              <a:gd name="connsiteY118636" fmla="*/ 738103 h 2398711"/>
              <a:gd name="connsiteX118637" fmla="*/ 327675 w 2119654"/>
              <a:gd name="connsiteY118637" fmla="*/ 913368 h 2398711"/>
              <a:gd name="connsiteX118638" fmla="*/ 327885 w 2119654"/>
              <a:gd name="connsiteY118638" fmla="*/ 914663 h 2398711"/>
              <a:gd name="connsiteX118639" fmla="*/ 328024 w 2119654"/>
              <a:gd name="connsiteY118639" fmla="*/ 913955 h 2398711"/>
              <a:gd name="connsiteX118640" fmla="*/ 550491 w 2119654"/>
              <a:gd name="connsiteY118640" fmla="*/ 414401 h 2398711"/>
              <a:gd name="connsiteX118641" fmla="*/ 540357 w 2119654"/>
              <a:gd name="connsiteY118641" fmla="*/ 439018 h 2398711"/>
              <a:gd name="connsiteX118642" fmla="*/ 547238 w 2119654"/>
              <a:gd name="connsiteY118642" fmla="*/ 446193 h 2398711"/>
              <a:gd name="connsiteX118643" fmla="*/ 548344 w 2119654"/>
              <a:gd name="connsiteY118643" fmla="*/ 446615 h 2398711"/>
              <a:gd name="connsiteX118644" fmla="*/ 551328 w 2119654"/>
              <a:gd name="connsiteY118644" fmla="*/ 447801 h 2398711"/>
              <a:gd name="connsiteX118645" fmla="*/ 561463 w 2119654"/>
              <a:gd name="connsiteY118645" fmla="*/ 424091 h 2398711"/>
              <a:gd name="connsiteX118646" fmla="*/ 554337 w 2119654"/>
              <a:gd name="connsiteY118646" fmla="*/ 417738 h 2398711"/>
              <a:gd name="connsiteX118647" fmla="*/ 380245 w 2119654"/>
              <a:gd name="connsiteY118647" fmla="*/ 795592 h 2398711"/>
              <a:gd name="connsiteX118648" fmla="*/ 380201 w 2119654"/>
              <a:gd name="connsiteY118648" fmla="*/ 795923 h 2398711"/>
              <a:gd name="connsiteX118649" fmla="*/ 383656 w 2119654"/>
              <a:gd name="connsiteY118649" fmla="*/ 803677 h 2398711"/>
              <a:gd name="connsiteX118650" fmla="*/ 387034 w 2119654"/>
              <a:gd name="connsiteY118650" fmla="*/ 810992 h 2398711"/>
              <a:gd name="connsiteX118651" fmla="*/ 388508 w 2119654"/>
              <a:gd name="connsiteY118651" fmla="*/ 811636 h 2398711"/>
              <a:gd name="connsiteX118652" fmla="*/ 264456 w 2119654"/>
              <a:gd name="connsiteY118652" fmla="*/ 1054302 h 2398711"/>
              <a:gd name="connsiteX118653" fmla="*/ 265883 w 2119654"/>
              <a:gd name="connsiteY118653" fmla="*/ 1058643 h 2398711"/>
              <a:gd name="connsiteX118654" fmla="*/ 266464 w 2119654"/>
              <a:gd name="connsiteY118654" fmla="*/ 1059307 h 2398711"/>
              <a:gd name="connsiteX118655" fmla="*/ 266217 w 2119654"/>
              <a:gd name="connsiteY118655" fmla="*/ 1057254 h 2398711"/>
              <a:gd name="connsiteX118656" fmla="*/ 265706 w 2119654"/>
              <a:gd name="connsiteY118656" fmla="*/ 1055890 h 2398711"/>
              <a:gd name="connsiteX118657" fmla="*/ 554233 w 2119654"/>
              <a:gd name="connsiteY118657" fmla="*/ 405312 h 2398711"/>
              <a:gd name="connsiteX118658" fmla="*/ 550563 w 2119654"/>
              <a:gd name="connsiteY118658" fmla="*/ 414225 h 2398711"/>
              <a:gd name="connsiteX118659" fmla="*/ 561591 w 2119654"/>
              <a:gd name="connsiteY118659" fmla="*/ 423792 h 2398711"/>
              <a:gd name="connsiteX118660" fmla="*/ 566933 w 2119654"/>
              <a:gd name="connsiteY118660" fmla="*/ 411295 h 2398711"/>
              <a:gd name="connsiteX118661" fmla="*/ 536697 w 2119654"/>
              <a:gd name="connsiteY118661" fmla="*/ 444479 h 2398711"/>
              <a:gd name="connsiteX118662" fmla="*/ 536883 w 2119654"/>
              <a:gd name="connsiteY118662" fmla="*/ 445099 h 2398711"/>
              <a:gd name="connsiteX118663" fmla="*/ 537076 w 2119654"/>
              <a:gd name="connsiteY118663" fmla="*/ 444631 h 2398711"/>
              <a:gd name="connsiteX118664" fmla="*/ 232247 w 2119654"/>
              <a:gd name="connsiteY118664" fmla="*/ 1126139 h 2398711"/>
              <a:gd name="connsiteX118665" fmla="*/ 232609 w 2119654"/>
              <a:gd name="connsiteY118665" fmla="*/ 1126800 h 2398711"/>
              <a:gd name="connsiteX118666" fmla="*/ 247206 w 2119654"/>
              <a:gd name="connsiteY118666" fmla="*/ 1148809 h 2398711"/>
              <a:gd name="connsiteX118667" fmla="*/ 233049 w 2119654"/>
              <a:gd name="connsiteY118667" fmla="*/ 1126910 h 2398711"/>
              <a:gd name="connsiteX118668" fmla="*/ 408466 w 2119654"/>
              <a:gd name="connsiteY118668" fmla="*/ 731503 h 2398711"/>
              <a:gd name="connsiteX118669" fmla="*/ 409069 w 2119654"/>
              <a:gd name="connsiteY118669" fmla="*/ 734109 h 2398711"/>
              <a:gd name="connsiteX118670" fmla="*/ 409442 w 2119654"/>
              <a:gd name="connsiteY118670" fmla="*/ 735627 h 2398711"/>
              <a:gd name="connsiteX118671" fmla="*/ 412658 w 2119654"/>
              <a:gd name="connsiteY118671" fmla="*/ 737674 h 2398711"/>
              <a:gd name="connsiteX118672" fmla="*/ 410054 w 2119654"/>
              <a:gd name="connsiteY118672" fmla="*/ 732035 h 2398711"/>
              <a:gd name="connsiteX118673" fmla="*/ 357133 w 2119654"/>
              <a:gd name="connsiteY118673" fmla="*/ 846229 h 2398711"/>
              <a:gd name="connsiteX118674" fmla="*/ 357221 w 2119654"/>
              <a:gd name="connsiteY118674" fmla="*/ 846635 h 2398711"/>
              <a:gd name="connsiteX118675" fmla="*/ 359161 w 2119654"/>
              <a:gd name="connsiteY118675" fmla="*/ 847553 h 2398711"/>
              <a:gd name="connsiteX118676" fmla="*/ 359161 w 2119654"/>
              <a:gd name="connsiteY118676" fmla="*/ 846336 h 2398711"/>
              <a:gd name="connsiteX118677" fmla="*/ 526478 w 2119654"/>
              <a:gd name="connsiteY118677" fmla="*/ 466959 h 2398711"/>
              <a:gd name="connsiteX118678" fmla="*/ 526249 w 2119654"/>
              <a:gd name="connsiteY118678" fmla="*/ 470937 h 2398711"/>
              <a:gd name="connsiteX118679" fmla="*/ 527524 w 2119654"/>
              <a:gd name="connsiteY118679" fmla="*/ 467839 h 2398711"/>
              <a:gd name="connsiteX118680" fmla="*/ 483910 w 2119654"/>
              <a:gd name="connsiteY118680" fmla="*/ 562249 h 2398711"/>
              <a:gd name="connsiteX118681" fmla="*/ 484800 w 2119654"/>
              <a:gd name="connsiteY118681" fmla="*/ 564176 h 2398711"/>
              <a:gd name="connsiteX118682" fmla="*/ 487056 w 2119654"/>
              <a:gd name="connsiteY118682" fmla="*/ 568247 h 2398711"/>
              <a:gd name="connsiteX118683" fmla="*/ 487594 w 2119654"/>
              <a:gd name="connsiteY118683" fmla="*/ 566775 h 2398711"/>
              <a:gd name="connsiteX118684" fmla="*/ 487553 w 2119654"/>
              <a:gd name="connsiteY118684" fmla="*/ 564017 h 2398711"/>
              <a:gd name="connsiteX118685" fmla="*/ 332741 w 2119654"/>
              <a:gd name="connsiteY118685" fmla="*/ 900570 h 2398711"/>
              <a:gd name="connsiteX118686" fmla="*/ 333325 w 2119654"/>
              <a:gd name="connsiteY118686" fmla="*/ 904178 h 2398711"/>
              <a:gd name="connsiteX118687" fmla="*/ 333526 w 2119654"/>
              <a:gd name="connsiteY118687" fmla="*/ 905320 h 2398711"/>
              <a:gd name="connsiteX118688" fmla="*/ 332977 w 2119654"/>
              <a:gd name="connsiteY118688" fmla="*/ 900776 h 2398711"/>
              <a:gd name="connsiteX118689" fmla="*/ 400677 w 2119654"/>
              <a:gd name="connsiteY118689" fmla="*/ 748122 h 2398711"/>
              <a:gd name="connsiteX118690" fmla="*/ 400645 w 2119654"/>
              <a:gd name="connsiteY118690" fmla="*/ 748687 h 2398711"/>
              <a:gd name="connsiteX118691" fmla="*/ 400555 w 2119654"/>
              <a:gd name="connsiteY118691" fmla="*/ 753758 h 2398711"/>
              <a:gd name="connsiteX118692" fmla="*/ 402195 w 2119654"/>
              <a:gd name="connsiteY118692" fmla="*/ 755939 h 2398711"/>
              <a:gd name="connsiteX118693" fmla="*/ 456504 w 2119654"/>
              <a:gd name="connsiteY118693" fmla="*/ 623098 h 2398711"/>
              <a:gd name="connsiteX118694" fmla="*/ 456595 w 2119654"/>
              <a:gd name="connsiteY118694" fmla="*/ 623398 h 2398711"/>
              <a:gd name="connsiteX118695" fmla="*/ 456827 w 2119654"/>
              <a:gd name="connsiteY118695" fmla="*/ 623739 h 2398711"/>
              <a:gd name="connsiteX118696" fmla="*/ 456743 w 2119654"/>
              <a:gd name="connsiteY118696" fmla="*/ 623224 h 2398711"/>
              <a:gd name="connsiteX118697" fmla="*/ 526534 w 2119654"/>
              <a:gd name="connsiteY118697" fmla="*/ 465986 h 2398711"/>
              <a:gd name="connsiteX118698" fmla="*/ 526513 w 2119654"/>
              <a:gd name="connsiteY118698" fmla="*/ 466343 h 2398711"/>
              <a:gd name="connsiteX118699" fmla="*/ 527728 w 2119654"/>
              <a:gd name="connsiteY118699" fmla="*/ 467343 h 2398711"/>
              <a:gd name="connsiteX118700" fmla="*/ 528014 w 2119654"/>
              <a:gd name="connsiteY118700" fmla="*/ 466648 h 2398711"/>
              <a:gd name="connsiteX118701" fmla="*/ 332472 w 2119654"/>
              <a:gd name="connsiteY118701" fmla="*/ 900411 h 2398711"/>
              <a:gd name="connsiteX118702" fmla="*/ 331613 w 2119654"/>
              <a:gd name="connsiteY118702" fmla="*/ 904793 h 2398711"/>
              <a:gd name="connsiteX118703" fmla="*/ 331771 w 2119654"/>
              <a:gd name="connsiteY118703" fmla="*/ 905062 h 2398711"/>
              <a:gd name="connsiteX118704" fmla="*/ 333304 w 2119654"/>
              <a:gd name="connsiteY118704" fmla="*/ 905540 h 2398711"/>
              <a:gd name="connsiteX118705" fmla="*/ 346565 w 2119654"/>
              <a:gd name="connsiteY118705" fmla="*/ 868672 h 2398711"/>
              <a:gd name="connsiteX118706" fmla="*/ 346820 w 2119654"/>
              <a:gd name="connsiteY118706" fmla="*/ 880044 h 2398711"/>
              <a:gd name="connsiteX118707" fmla="*/ 351732 w 2119654"/>
              <a:gd name="connsiteY118707" fmla="*/ 881419 h 2398711"/>
              <a:gd name="connsiteX118708" fmla="*/ 347990 w 2119654"/>
              <a:gd name="connsiteY118708" fmla="*/ 872032 h 2398711"/>
              <a:gd name="connsiteX118709" fmla="*/ 327038 w 2119654"/>
              <a:gd name="connsiteY118709" fmla="*/ 912299 h 2398711"/>
              <a:gd name="connsiteX118710" fmla="*/ 327550 w 2119654"/>
              <a:gd name="connsiteY118710" fmla="*/ 916373 h 2398711"/>
              <a:gd name="connsiteX118711" fmla="*/ 327808 w 2119654"/>
              <a:gd name="connsiteY118711" fmla="*/ 915058 h 2398711"/>
              <a:gd name="connsiteX118712" fmla="*/ 327481 w 2119654"/>
              <a:gd name="connsiteY118712" fmla="*/ 913042 h 2398711"/>
              <a:gd name="connsiteX118713" fmla="*/ 500321 w 2119654"/>
              <a:gd name="connsiteY118713" fmla="*/ 524196 h 2398711"/>
              <a:gd name="connsiteX118714" fmla="*/ 501514 w 2119654"/>
              <a:gd name="connsiteY118714" fmla="*/ 527871 h 2398711"/>
              <a:gd name="connsiteX118715" fmla="*/ 502484 w 2119654"/>
              <a:gd name="connsiteY118715" fmla="*/ 528665 h 2398711"/>
              <a:gd name="connsiteX118716" fmla="*/ 503876 w 2119654"/>
              <a:gd name="connsiteY118716" fmla="*/ 525281 h 2398711"/>
              <a:gd name="connsiteX118717" fmla="*/ 526029 w 2119654"/>
              <a:gd name="connsiteY118717" fmla="*/ 466583 h 2398711"/>
              <a:gd name="connsiteX118718" fmla="*/ 525824 w 2119654"/>
              <a:gd name="connsiteY118718" fmla="*/ 471569 h 2398711"/>
              <a:gd name="connsiteX118719" fmla="*/ 526107 w 2119654"/>
              <a:gd name="connsiteY118719" fmla="*/ 466648 h 2398711"/>
              <a:gd name="connsiteX118720" fmla="*/ 184430 w 2119654"/>
              <a:gd name="connsiteY118720" fmla="*/ 1231461 h 2398711"/>
              <a:gd name="connsiteX118721" fmla="*/ 186337 w 2119654"/>
              <a:gd name="connsiteY118721" fmla="*/ 1237127 h 2398711"/>
              <a:gd name="connsiteX118722" fmla="*/ 197380 w 2119654"/>
              <a:gd name="connsiteY118722" fmla="*/ 1247100 h 2398711"/>
              <a:gd name="connsiteX118723" fmla="*/ 196476 w 2119654"/>
              <a:gd name="connsiteY118723" fmla="*/ 1245361 h 2398711"/>
              <a:gd name="connsiteX118724" fmla="*/ 121067 w 2119654"/>
              <a:gd name="connsiteY118724" fmla="*/ 1373088 h 2398711"/>
              <a:gd name="connsiteX118725" fmla="*/ 132445 w 2119654"/>
              <a:gd name="connsiteY118725" fmla="*/ 1394827 h 2398711"/>
              <a:gd name="connsiteX118726" fmla="*/ 144753 w 2119654"/>
              <a:gd name="connsiteY118726" fmla="*/ 1405181 h 2398711"/>
              <a:gd name="connsiteX118727" fmla="*/ 135041 w 2119654"/>
              <a:gd name="connsiteY118727" fmla="*/ 1392240 h 2398711"/>
              <a:gd name="connsiteX118728" fmla="*/ 342776 w 2119654"/>
              <a:gd name="connsiteY118728" fmla="*/ 876611 h 2398711"/>
              <a:gd name="connsiteX118729" fmla="*/ 343591 w 2119654"/>
              <a:gd name="connsiteY118729" fmla="*/ 878476 h 2398711"/>
              <a:gd name="connsiteX118730" fmla="*/ 343612 w 2119654"/>
              <a:gd name="connsiteY118730" fmla="*/ 877936 h 2398711"/>
              <a:gd name="connsiteX118731" fmla="*/ 332758 w 2119654"/>
              <a:gd name="connsiteY118731" fmla="*/ 898951 h 2398711"/>
              <a:gd name="connsiteX118732" fmla="*/ 332604 w 2119654"/>
              <a:gd name="connsiteY118732" fmla="*/ 899730 h 2398711"/>
              <a:gd name="connsiteX118733" fmla="*/ 332708 w 2119654"/>
              <a:gd name="connsiteY118733" fmla="*/ 900368 h 2398711"/>
              <a:gd name="connsiteX118734" fmla="*/ 332955 w 2119654"/>
              <a:gd name="connsiteY118734" fmla="*/ 900584 h 2398711"/>
              <a:gd name="connsiteX118735" fmla="*/ 447403 w 2119654"/>
              <a:gd name="connsiteY118735" fmla="*/ 642180 h 2398711"/>
              <a:gd name="connsiteX118736" fmla="*/ 451678 w 2119654"/>
              <a:gd name="connsiteY118736" fmla="*/ 652594 h 2398711"/>
              <a:gd name="connsiteX118737" fmla="*/ 453972 w 2119654"/>
              <a:gd name="connsiteY118737" fmla="*/ 653584 h 2398711"/>
              <a:gd name="connsiteX118738" fmla="*/ 455456 w 2119654"/>
              <a:gd name="connsiteY118738" fmla="*/ 646923 h 2398711"/>
              <a:gd name="connsiteX118739" fmla="*/ 455386 w 2119654"/>
              <a:gd name="connsiteY118739" fmla="*/ 646091 h 2398711"/>
              <a:gd name="connsiteX118740" fmla="*/ 449655 w 2119654"/>
              <a:gd name="connsiteY118740" fmla="*/ 643257 h 2398711"/>
              <a:gd name="connsiteX118741" fmla="*/ 243783 w 2119654"/>
              <a:gd name="connsiteY118741" fmla="*/ 1098059 h 2398711"/>
              <a:gd name="connsiteX118742" fmla="*/ 243882 w 2119654"/>
              <a:gd name="connsiteY118742" fmla="*/ 1098552 h 2398711"/>
              <a:gd name="connsiteX118743" fmla="*/ 243967 w 2119654"/>
              <a:gd name="connsiteY118743" fmla="*/ 1098791 h 2398711"/>
              <a:gd name="connsiteX118744" fmla="*/ 243840 w 2119654"/>
              <a:gd name="connsiteY118744" fmla="*/ 1098162 h 2398711"/>
              <a:gd name="connsiteX118745" fmla="*/ 356266 w 2119654"/>
              <a:gd name="connsiteY118745" fmla="*/ 846182 h 2398711"/>
              <a:gd name="connsiteX118746" fmla="*/ 356510 w 2119654"/>
              <a:gd name="connsiteY118746" fmla="*/ 846298 h 2398711"/>
              <a:gd name="connsiteX118747" fmla="*/ 356492 w 2119654"/>
              <a:gd name="connsiteY118747" fmla="*/ 846194 h 2398711"/>
              <a:gd name="connsiteX118748" fmla="*/ 526063 w 2119654"/>
              <a:gd name="connsiteY118748" fmla="*/ 465776 h 2398711"/>
              <a:gd name="connsiteX118749" fmla="*/ 526055 w 2119654"/>
              <a:gd name="connsiteY118749" fmla="*/ 465965 h 2398711"/>
              <a:gd name="connsiteX118750" fmla="*/ 526142 w 2119654"/>
              <a:gd name="connsiteY118750" fmla="*/ 466037 h 2398711"/>
              <a:gd name="connsiteX118751" fmla="*/ 526154 w 2119654"/>
              <a:gd name="connsiteY118751" fmla="*/ 465817 h 2398711"/>
              <a:gd name="connsiteX118752" fmla="*/ 227191 w 2119654"/>
              <a:gd name="connsiteY118752" fmla="*/ 1134867 h 2398711"/>
              <a:gd name="connsiteX118753" fmla="*/ 231925 w 2119654"/>
              <a:gd name="connsiteY118753" fmla="*/ 1146421 h 2398711"/>
              <a:gd name="connsiteX118754" fmla="*/ 229629 w 2119654"/>
              <a:gd name="connsiteY118754" fmla="*/ 1137068 h 2398711"/>
              <a:gd name="connsiteX118755" fmla="*/ 321153 w 2119654"/>
              <a:gd name="connsiteY118755" fmla="*/ 924447 h 2398711"/>
              <a:gd name="connsiteX118756" fmla="*/ 321022 w 2119654"/>
              <a:gd name="connsiteY118756" fmla="*/ 926936 h 2398711"/>
              <a:gd name="connsiteX118757" fmla="*/ 321439 w 2119654"/>
              <a:gd name="connsiteY118757" fmla="*/ 928380 h 2398711"/>
              <a:gd name="connsiteX118758" fmla="*/ 323470 w 2119654"/>
              <a:gd name="connsiteY118758" fmla="*/ 932277 h 2398711"/>
              <a:gd name="connsiteX118759" fmla="*/ 323537 w 2119654"/>
              <a:gd name="connsiteY118759" fmla="*/ 932354 h 2398711"/>
              <a:gd name="connsiteX118760" fmla="*/ 322914 w 2119654"/>
              <a:gd name="connsiteY118760" fmla="*/ 927389 h 2398711"/>
              <a:gd name="connsiteX118761" fmla="*/ 322901 w 2119654"/>
              <a:gd name="connsiteY118761" fmla="*/ 927103 h 2398711"/>
              <a:gd name="connsiteX118762" fmla="*/ 467622 w 2119654"/>
              <a:gd name="connsiteY118762" fmla="*/ 596414 h 2398711"/>
              <a:gd name="connsiteX118763" fmla="*/ 465925 w 2119654"/>
              <a:gd name="connsiteY118763" fmla="*/ 604037 h 2398711"/>
              <a:gd name="connsiteX118764" fmla="*/ 468568 w 2119654"/>
              <a:gd name="connsiteY118764" fmla="*/ 605641 h 2398711"/>
              <a:gd name="connsiteX118765" fmla="*/ 472229 w 2119654"/>
              <a:gd name="connsiteY118765" fmla="*/ 606370 h 2398711"/>
              <a:gd name="connsiteX118766" fmla="*/ 471617 w 2119654"/>
              <a:gd name="connsiteY118766" fmla="*/ 599061 h 2398711"/>
              <a:gd name="connsiteX118767" fmla="*/ 405424 w 2119654"/>
              <a:gd name="connsiteY118767" fmla="*/ 735666 h 2398711"/>
              <a:gd name="connsiteX118768" fmla="*/ 405789 w 2119654"/>
              <a:gd name="connsiteY118768" fmla="*/ 736742 h 2398711"/>
              <a:gd name="connsiteX118769" fmla="*/ 405911 w 2119654"/>
              <a:gd name="connsiteY118769" fmla="*/ 735976 h 2398711"/>
              <a:gd name="connsiteX118770" fmla="*/ 407156 w 2119654"/>
              <a:gd name="connsiteY118770" fmla="*/ 731650 h 2398711"/>
              <a:gd name="connsiteX118771" fmla="*/ 406774 w 2119654"/>
              <a:gd name="connsiteY118771" fmla="*/ 734054 h 2398711"/>
              <a:gd name="connsiteX118772" fmla="*/ 407075 w 2119654"/>
              <a:gd name="connsiteY118772" fmla="*/ 734216 h 2398711"/>
              <a:gd name="connsiteX118773" fmla="*/ 572899 w 2119654"/>
              <a:gd name="connsiteY118773" fmla="*/ 360486 h 2398711"/>
              <a:gd name="connsiteX118774" fmla="*/ 567111 w 2119654"/>
              <a:gd name="connsiteY118774" fmla="*/ 374028 h 2398711"/>
              <a:gd name="connsiteX118775" fmla="*/ 554388 w 2119654"/>
              <a:gd name="connsiteY118775" fmla="*/ 404938 h 2398711"/>
              <a:gd name="connsiteX118776" fmla="*/ 567092 w 2119654"/>
              <a:gd name="connsiteY118776" fmla="*/ 410923 h 2398711"/>
              <a:gd name="connsiteX118777" fmla="*/ 570774 w 2119654"/>
              <a:gd name="connsiteY118777" fmla="*/ 402310 h 2398711"/>
              <a:gd name="connsiteX118778" fmla="*/ 570842 w 2119654"/>
              <a:gd name="connsiteY118778" fmla="*/ 402271 h 2398711"/>
              <a:gd name="connsiteX118779" fmla="*/ 562772 w 2119654"/>
              <a:gd name="connsiteY118779" fmla="*/ 394394 h 2398711"/>
              <a:gd name="connsiteX118780" fmla="*/ 563368 w 2119654"/>
              <a:gd name="connsiteY118780" fmla="*/ 394455 h 2398711"/>
              <a:gd name="connsiteX118781" fmla="*/ 571183 w 2119654"/>
              <a:gd name="connsiteY118781" fmla="*/ 402084 h 2398711"/>
              <a:gd name="connsiteX118782" fmla="*/ 571200 w 2119654"/>
              <a:gd name="connsiteY118782" fmla="*/ 402075 h 2398711"/>
              <a:gd name="connsiteX118783" fmla="*/ 571192 w 2119654"/>
              <a:gd name="connsiteY118783" fmla="*/ 402093 h 2398711"/>
              <a:gd name="connsiteX118784" fmla="*/ 576774 w 2119654"/>
              <a:gd name="connsiteY118784" fmla="*/ 407543 h 2398711"/>
              <a:gd name="connsiteX118785" fmla="*/ 577232 w 2119654"/>
              <a:gd name="connsiteY118785" fmla="*/ 405618 h 2398711"/>
              <a:gd name="connsiteX118786" fmla="*/ 577479 w 2119654"/>
              <a:gd name="connsiteY118786" fmla="*/ 404354 h 2398711"/>
              <a:gd name="connsiteX118787" fmla="*/ 575965 w 2119654"/>
              <a:gd name="connsiteY118787" fmla="*/ 391698 h 2398711"/>
              <a:gd name="connsiteX118788" fmla="*/ 575746 w 2119654"/>
              <a:gd name="connsiteY118788" fmla="*/ 389637 h 2398711"/>
              <a:gd name="connsiteX118789" fmla="*/ 574601 w 2119654"/>
              <a:gd name="connsiteY118789" fmla="*/ 388815 h 2398711"/>
              <a:gd name="connsiteX118790" fmla="*/ 574885 w 2119654"/>
              <a:gd name="connsiteY118790" fmla="*/ 388803 h 2398711"/>
              <a:gd name="connsiteX118791" fmla="*/ 575721 w 2119654"/>
              <a:gd name="connsiteY118791" fmla="*/ 389403 h 2398711"/>
              <a:gd name="connsiteX118792" fmla="*/ 575144 w 2119654"/>
              <a:gd name="connsiteY118792" fmla="*/ 383971 h 2398711"/>
              <a:gd name="connsiteX118793" fmla="*/ 574550 w 2119654"/>
              <a:gd name="connsiteY118793" fmla="*/ 380209 h 2398711"/>
              <a:gd name="connsiteX118794" fmla="*/ 573822 w 2119654"/>
              <a:gd name="connsiteY118794" fmla="*/ 371520 h 2398711"/>
              <a:gd name="connsiteX118795" fmla="*/ 572890 w 2119654"/>
              <a:gd name="connsiteY118795" fmla="*/ 362735 h 2398711"/>
              <a:gd name="connsiteX118796" fmla="*/ 573015 w 2119654"/>
              <a:gd name="connsiteY118796" fmla="*/ 362537 h 2398711"/>
              <a:gd name="connsiteX118797" fmla="*/ 573281 w 2119654"/>
              <a:gd name="connsiteY118797" fmla="*/ 365040 h 2398711"/>
              <a:gd name="connsiteX118798" fmla="*/ 295251 w 2119654"/>
              <a:gd name="connsiteY118798" fmla="*/ 981889 h 2398711"/>
              <a:gd name="connsiteX118799" fmla="*/ 295338 w 2119654"/>
              <a:gd name="connsiteY118799" fmla="*/ 982503 h 2398711"/>
              <a:gd name="connsiteX118800" fmla="*/ 296828 w 2119654"/>
              <a:gd name="connsiteY118800" fmla="*/ 985729 h 2398711"/>
              <a:gd name="connsiteX118801" fmla="*/ 299913 w 2119654"/>
              <a:gd name="connsiteY118801" fmla="*/ 991363 h 2398711"/>
              <a:gd name="connsiteX118802" fmla="*/ 300121 w 2119654"/>
              <a:gd name="connsiteY118802" fmla="*/ 991521 h 2398711"/>
              <a:gd name="connsiteX118803" fmla="*/ 300109 w 2119654"/>
              <a:gd name="connsiteY118803" fmla="*/ 991391 h 2398711"/>
              <a:gd name="connsiteX118804" fmla="*/ 400834 w 2119654"/>
              <a:gd name="connsiteY118804" fmla="*/ 745389 h 2398711"/>
              <a:gd name="connsiteX118805" fmla="*/ 400733 w 2119654"/>
              <a:gd name="connsiteY118805" fmla="*/ 747147 h 2398711"/>
              <a:gd name="connsiteX118806" fmla="*/ 402524 w 2119654"/>
              <a:gd name="connsiteY118806" fmla="*/ 756378 h 2398711"/>
              <a:gd name="connsiteX118807" fmla="*/ 402644 w 2119654"/>
              <a:gd name="connsiteY118807" fmla="*/ 756537 h 2398711"/>
              <a:gd name="connsiteX118808" fmla="*/ 403367 w 2119654"/>
              <a:gd name="connsiteY118808" fmla="*/ 751996 h 2398711"/>
              <a:gd name="connsiteX118809" fmla="*/ 403476 w 2119654"/>
              <a:gd name="connsiteY118809" fmla="*/ 749335 h 2398711"/>
              <a:gd name="connsiteX118810" fmla="*/ 355237 w 2119654"/>
              <a:gd name="connsiteY118810" fmla="*/ 847443 h 2398711"/>
              <a:gd name="connsiteX118811" fmla="*/ 355835 w 2119654"/>
              <a:gd name="connsiteY118811" fmla="*/ 851248 h 2398711"/>
              <a:gd name="connsiteX118812" fmla="*/ 357541 w 2119654"/>
              <a:gd name="connsiteY118812" fmla="*/ 854229 h 2398711"/>
              <a:gd name="connsiteX118813" fmla="*/ 357988 w 2119654"/>
              <a:gd name="connsiteY118813" fmla="*/ 854705 h 2398711"/>
              <a:gd name="connsiteX118814" fmla="*/ 357309 w 2119654"/>
              <a:gd name="connsiteY118814" fmla="*/ 850847 h 2398711"/>
              <a:gd name="connsiteX118815" fmla="*/ 578736 w 2119654"/>
              <a:gd name="connsiteY118815" fmla="*/ 346833 h 2398711"/>
              <a:gd name="connsiteX118816" fmla="*/ 573761 w 2119654"/>
              <a:gd name="connsiteY118816" fmla="*/ 358471 h 2398711"/>
              <a:gd name="connsiteX118817" fmla="*/ 574242 w 2119654"/>
              <a:gd name="connsiteY118817" fmla="*/ 364225 h 2398711"/>
              <a:gd name="connsiteX118818" fmla="*/ 578539 w 2119654"/>
              <a:gd name="connsiteY118818" fmla="*/ 391424 h 2398711"/>
              <a:gd name="connsiteX118819" fmla="*/ 579829 w 2119654"/>
              <a:gd name="connsiteY118819" fmla="*/ 392350 h 2398711"/>
              <a:gd name="connsiteX118820" fmla="*/ 579853 w 2119654"/>
              <a:gd name="connsiteY118820" fmla="*/ 392225 h 2398711"/>
              <a:gd name="connsiteX118821" fmla="*/ 586823 w 2119654"/>
              <a:gd name="connsiteY118821" fmla="*/ 362879 h 2398711"/>
              <a:gd name="connsiteX118822" fmla="*/ 586504 w 2119654"/>
              <a:gd name="connsiteY118822" fmla="*/ 362559 h 2398711"/>
              <a:gd name="connsiteX118823" fmla="*/ 586881 w 2119654"/>
              <a:gd name="connsiteY118823" fmla="*/ 362605 h 2398711"/>
              <a:gd name="connsiteX118824" fmla="*/ 586886 w 2119654"/>
              <a:gd name="connsiteY118824" fmla="*/ 362609 h 2398711"/>
              <a:gd name="connsiteX118825" fmla="*/ 588666 w 2119654"/>
              <a:gd name="connsiteY118825" fmla="*/ 355115 h 2398711"/>
              <a:gd name="connsiteX118826" fmla="*/ 507577 w 2119654"/>
              <a:gd name="connsiteY118826" fmla="*/ 506146 h 2398711"/>
              <a:gd name="connsiteX118827" fmla="*/ 508283 w 2119654"/>
              <a:gd name="connsiteY118827" fmla="*/ 514579 h 2398711"/>
              <a:gd name="connsiteX118828" fmla="*/ 510686 w 2119654"/>
              <a:gd name="connsiteY118828" fmla="*/ 508740 h 2398711"/>
              <a:gd name="connsiteX118829" fmla="*/ 418876 w 2119654"/>
              <a:gd name="connsiteY118829" fmla="*/ 704674 h 2398711"/>
              <a:gd name="connsiteX118830" fmla="*/ 420201 w 2119654"/>
              <a:gd name="connsiteY118830" fmla="*/ 710073 h 2398711"/>
              <a:gd name="connsiteX118831" fmla="*/ 422913 w 2119654"/>
              <a:gd name="connsiteY118831" fmla="*/ 710901 h 2398711"/>
              <a:gd name="connsiteX118832" fmla="*/ 421082 w 2119654"/>
              <a:gd name="connsiteY118832" fmla="*/ 706478 h 2398711"/>
              <a:gd name="connsiteX118833" fmla="*/ 461636 w 2119654"/>
              <a:gd name="connsiteY118833" fmla="*/ 608854 h 2398711"/>
              <a:gd name="connsiteX118834" fmla="*/ 460969 w 2119654"/>
              <a:gd name="connsiteY118834" fmla="*/ 613315 h 2398711"/>
              <a:gd name="connsiteX118835" fmla="*/ 460177 w 2119654"/>
              <a:gd name="connsiteY118835" fmla="*/ 619146 h 2398711"/>
              <a:gd name="connsiteX118836" fmla="*/ 460796 w 2119654"/>
              <a:gd name="connsiteY118836" fmla="*/ 622941 h 2398711"/>
              <a:gd name="connsiteX118837" fmla="*/ 463611 w 2119654"/>
              <a:gd name="connsiteY118837" fmla="*/ 610295 h 2398711"/>
              <a:gd name="connsiteX118838" fmla="*/ 463849 w 2119654"/>
              <a:gd name="connsiteY118838" fmla="*/ 609294 h 2398711"/>
              <a:gd name="connsiteX118839" fmla="*/ 201536 w 2119654"/>
              <a:gd name="connsiteY118839" fmla="*/ 1191188 h 2398711"/>
              <a:gd name="connsiteX118840" fmla="*/ 202592 w 2119654"/>
              <a:gd name="connsiteY118840" fmla="*/ 1194258 h 2398711"/>
              <a:gd name="connsiteX118841" fmla="*/ 206021 w 2119654"/>
              <a:gd name="connsiteY118841" fmla="*/ 1198362 h 2398711"/>
              <a:gd name="connsiteX118842" fmla="*/ 205390 w 2119654"/>
              <a:gd name="connsiteY118842" fmla="*/ 1196880 h 2398711"/>
              <a:gd name="connsiteX118843" fmla="*/ 536004 w 2119654"/>
              <a:gd name="connsiteY118843" fmla="*/ 442180 h 2398711"/>
              <a:gd name="connsiteX118844" fmla="*/ 536564 w 2119654"/>
              <a:gd name="connsiteY118844" fmla="*/ 444040 h 2398711"/>
              <a:gd name="connsiteX118845" fmla="*/ 537212 w 2119654"/>
              <a:gd name="connsiteY118845" fmla="*/ 444299 h 2398711"/>
              <a:gd name="connsiteX118846" fmla="*/ 537792 w 2119654"/>
              <a:gd name="connsiteY118846" fmla="*/ 442891 h 2398711"/>
              <a:gd name="connsiteX118847" fmla="*/ 582473 w 2119654"/>
              <a:gd name="connsiteY118847" fmla="*/ 338089 h 2398711"/>
              <a:gd name="connsiteX118848" fmla="*/ 578826 w 2119654"/>
              <a:gd name="connsiteY118848" fmla="*/ 346621 h 2398711"/>
              <a:gd name="connsiteX118849" fmla="*/ 588768 w 2119654"/>
              <a:gd name="connsiteY118849" fmla="*/ 354688 h 2398711"/>
              <a:gd name="connsiteX118850" fmla="*/ 591474 w 2119654"/>
              <a:gd name="connsiteY118850" fmla="*/ 343290 h 2398711"/>
              <a:gd name="connsiteX118851" fmla="*/ 525545 w 2119654"/>
              <a:gd name="connsiteY118851" fmla="*/ 465545 h 2398711"/>
              <a:gd name="connsiteX118852" fmla="*/ 525677 w 2119654"/>
              <a:gd name="connsiteY118852" fmla="*/ 465653 h 2398711"/>
              <a:gd name="connsiteX118853" fmla="*/ 525679 w 2119654"/>
              <a:gd name="connsiteY118853" fmla="*/ 465605 h 2398711"/>
              <a:gd name="connsiteX118854" fmla="*/ 535193 w 2119654"/>
              <a:gd name="connsiteY118854" fmla="*/ 443879 h 2398711"/>
              <a:gd name="connsiteX118855" fmla="*/ 535696 w 2119654"/>
              <a:gd name="connsiteY118855" fmla="*/ 444266 h 2398711"/>
              <a:gd name="connsiteX118856" fmla="*/ 535632 w 2119654"/>
              <a:gd name="connsiteY118856" fmla="*/ 444054 h 2398711"/>
              <a:gd name="connsiteX118857" fmla="*/ 340096 w 2119654"/>
              <a:gd name="connsiteY118857" fmla="*/ 880569 h 2398711"/>
              <a:gd name="connsiteX118858" fmla="*/ 342066 w 2119654"/>
              <a:gd name="connsiteY118858" fmla="*/ 885012 h 2398711"/>
              <a:gd name="connsiteX118859" fmla="*/ 341769 w 2119654"/>
              <a:gd name="connsiteY118859" fmla="*/ 883555 h 2398711"/>
              <a:gd name="connsiteX118860" fmla="*/ 355169 w 2119654"/>
              <a:gd name="connsiteY118860" fmla="*/ 846607 h 2398711"/>
              <a:gd name="connsiteX118861" fmla="*/ 356900 w 2119654"/>
              <a:gd name="connsiteY118861" fmla="*/ 849451 h 2398711"/>
              <a:gd name="connsiteX118862" fmla="*/ 356682 w 2119654"/>
              <a:gd name="connsiteY118862" fmla="*/ 848949 h 2398711"/>
              <a:gd name="connsiteX118863" fmla="*/ 356781 w 2119654"/>
              <a:gd name="connsiteY118863" fmla="*/ 848575 h 2398711"/>
              <a:gd name="connsiteX118864" fmla="*/ 356998 w 2119654"/>
              <a:gd name="connsiteY118864" fmla="*/ 849075 h 2398711"/>
              <a:gd name="connsiteX118865" fmla="*/ 356691 w 2119654"/>
              <a:gd name="connsiteY118865" fmla="*/ 847328 h 2398711"/>
              <a:gd name="connsiteX118866" fmla="*/ 451937 w 2119654"/>
              <a:gd name="connsiteY118866" fmla="*/ 629893 h 2398711"/>
              <a:gd name="connsiteX118867" fmla="*/ 454475 w 2119654"/>
              <a:gd name="connsiteY118867" fmla="*/ 635195 h 2398711"/>
              <a:gd name="connsiteX118868" fmla="*/ 454152 w 2119654"/>
              <a:gd name="connsiteY118868" fmla="*/ 631337 h 2398711"/>
              <a:gd name="connsiteX118869" fmla="*/ 352876 w 2119654"/>
              <a:gd name="connsiteY118869" fmla="*/ 851686 h 2398711"/>
              <a:gd name="connsiteX118870" fmla="*/ 356527 w 2119654"/>
              <a:gd name="connsiteY118870" fmla="*/ 862260 h 2398711"/>
              <a:gd name="connsiteX118871" fmla="*/ 355985 w 2119654"/>
              <a:gd name="connsiteY118871" fmla="*/ 858820 h 2398711"/>
              <a:gd name="connsiteX118872" fmla="*/ 252379 w 2119654"/>
              <a:gd name="connsiteY118872" fmla="*/ 1076690 h 2398711"/>
              <a:gd name="connsiteX118873" fmla="*/ 252445 w 2119654"/>
              <a:gd name="connsiteY118873" fmla="*/ 1076975 h 2398711"/>
              <a:gd name="connsiteX118874" fmla="*/ 253708 w 2119654"/>
              <a:gd name="connsiteY118874" fmla="*/ 1081404 h 2398711"/>
              <a:gd name="connsiteX118875" fmla="*/ 257049 w 2119654"/>
              <a:gd name="connsiteY118875" fmla="*/ 1084360 h 2398711"/>
              <a:gd name="connsiteX118876" fmla="*/ 253977 w 2119654"/>
              <a:gd name="connsiteY118876" fmla="*/ 1077801 h 2398711"/>
              <a:gd name="connsiteX118877" fmla="*/ 463083 w 2119654"/>
              <a:gd name="connsiteY118877" fmla="*/ 604859 h 2398711"/>
              <a:gd name="connsiteX118878" fmla="*/ 464297 w 2119654"/>
              <a:gd name="connsiteY118878" fmla="*/ 607398 h 2398711"/>
              <a:gd name="connsiteX118879" fmla="*/ 464697 w 2119654"/>
              <a:gd name="connsiteY118879" fmla="*/ 605710 h 2398711"/>
              <a:gd name="connsiteX118880" fmla="*/ 463692 w 2119654"/>
              <a:gd name="connsiteY118880" fmla="*/ 605044 h 2398711"/>
              <a:gd name="connsiteX118881" fmla="*/ 487899 w 2119654"/>
              <a:gd name="connsiteY118881" fmla="*/ 549076 h 2398711"/>
              <a:gd name="connsiteX118882" fmla="*/ 487959 w 2119654"/>
              <a:gd name="connsiteY118882" fmla="*/ 553871 h 2398711"/>
              <a:gd name="connsiteX118883" fmla="*/ 491491 w 2119654"/>
              <a:gd name="connsiteY118883" fmla="*/ 556120 h 2398711"/>
              <a:gd name="connsiteX118884" fmla="*/ 492634 w 2119654"/>
              <a:gd name="connsiteY118884" fmla="*/ 552992 h 2398711"/>
              <a:gd name="connsiteX118885" fmla="*/ 490843 w 2119654"/>
              <a:gd name="connsiteY118885" fmla="*/ 552320 h 2398711"/>
              <a:gd name="connsiteX118886" fmla="*/ 491225 w 2119654"/>
              <a:gd name="connsiteY118886" fmla="*/ 552199 h 2398711"/>
              <a:gd name="connsiteX118887" fmla="*/ 492718 w 2119654"/>
              <a:gd name="connsiteY118887" fmla="*/ 552758 h 2398711"/>
              <a:gd name="connsiteX118888" fmla="*/ 492902 w 2119654"/>
              <a:gd name="connsiteY118888" fmla="*/ 552260 h 2398711"/>
              <a:gd name="connsiteX118889" fmla="*/ 404752 w 2119654"/>
              <a:gd name="connsiteY118889" fmla="*/ 735238 h 2398711"/>
              <a:gd name="connsiteX118890" fmla="*/ 404742 w 2119654"/>
              <a:gd name="connsiteY118890" fmla="*/ 741953 h 2398711"/>
              <a:gd name="connsiteX118891" fmla="*/ 404880 w 2119654"/>
              <a:gd name="connsiteY118891" fmla="*/ 742460 h 2398711"/>
              <a:gd name="connsiteX118892" fmla="*/ 405749 w 2119654"/>
              <a:gd name="connsiteY118892" fmla="*/ 736996 h 2398711"/>
              <a:gd name="connsiteX118893" fmla="*/ 405262 w 2119654"/>
              <a:gd name="connsiteY118893" fmla="*/ 735563 h 2398711"/>
              <a:gd name="connsiteX118894" fmla="*/ 388919 w 2119654"/>
              <a:gd name="connsiteY118894" fmla="*/ 770684 h 2398711"/>
              <a:gd name="connsiteX118895" fmla="*/ 389672 w 2119654"/>
              <a:gd name="connsiteY118895" fmla="*/ 773984 h 2398711"/>
              <a:gd name="connsiteX118896" fmla="*/ 390398 w 2119654"/>
              <a:gd name="connsiteY118896" fmla="*/ 775501 h 2398711"/>
              <a:gd name="connsiteX118897" fmla="*/ 389335 w 2119654"/>
              <a:gd name="connsiteY118897" fmla="*/ 770828 h 2398711"/>
              <a:gd name="connsiteX118898" fmla="*/ 408070 w 2119654"/>
              <a:gd name="connsiteY118898" fmla="*/ 727739 h 2398711"/>
              <a:gd name="connsiteX118899" fmla="*/ 408097 w 2119654"/>
              <a:gd name="connsiteY118899" fmla="*/ 728384 h 2398711"/>
              <a:gd name="connsiteX118900" fmla="*/ 408420 w 2119654"/>
              <a:gd name="connsiteY118900" fmla="*/ 728496 h 2398711"/>
              <a:gd name="connsiteX118901" fmla="*/ 434409 w 2119654"/>
              <a:gd name="connsiteY118901" fmla="*/ 668673 h 2398711"/>
              <a:gd name="connsiteX118902" fmla="*/ 435334 w 2119654"/>
              <a:gd name="connsiteY118902" fmla="*/ 672924 h 2398711"/>
              <a:gd name="connsiteX118903" fmla="*/ 438942 w 2119654"/>
              <a:gd name="connsiteY118903" fmla="*/ 673116 h 2398711"/>
              <a:gd name="connsiteX118904" fmla="*/ 439908 w 2119654"/>
              <a:gd name="connsiteY118904" fmla="*/ 673205 h 2398711"/>
              <a:gd name="connsiteX118905" fmla="*/ 406606 w 2119654"/>
              <a:gd name="connsiteY118905" fmla="*/ 730878 h 2398711"/>
              <a:gd name="connsiteX118906" fmla="*/ 406631 w 2119654"/>
              <a:gd name="connsiteY118906" fmla="*/ 731447 h 2398711"/>
              <a:gd name="connsiteX118907" fmla="*/ 406715 w 2119654"/>
              <a:gd name="connsiteY118907" fmla="*/ 730915 h 2398711"/>
              <a:gd name="connsiteX118908" fmla="*/ 292239 w 2119654"/>
              <a:gd name="connsiteY118908" fmla="*/ 986673 h 2398711"/>
              <a:gd name="connsiteX118909" fmla="*/ 294657 w 2119654"/>
              <a:gd name="connsiteY118909" fmla="*/ 990247 h 2398711"/>
              <a:gd name="connsiteX118910" fmla="*/ 294383 w 2119654"/>
              <a:gd name="connsiteY118910" fmla="*/ 988302 h 2398711"/>
              <a:gd name="connsiteX118911" fmla="*/ 431630 w 2119654"/>
              <a:gd name="connsiteY118911" fmla="*/ 674406 h 2398711"/>
              <a:gd name="connsiteX118912" fmla="*/ 429913 w 2119654"/>
              <a:gd name="connsiteY118912" fmla="*/ 685342 h 2398711"/>
              <a:gd name="connsiteX118913" fmla="*/ 439005 w 2119654"/>
              <a:gd name="connsiteY118913" fmla="*/ 692860 h 2398711"/>
              <a:gd name="connsiteX118914" fmla="*/ 439235 w 2119654"/>
              <a:gd name="connsiteY118914" fmla="*/ 693117 h 2398711"/>
              <a:gd name="connsiteX118915" fmla="*/ 435237 w 2119654"/>
              <a:gd name="connsiteY118915" fmla="*/ 674742 h 2398711"/>
              <a:gd name="connsiteX118916" fmla="*/ 333865 w 2119654"/>
              <a:gd name="connsiteY118916" fmla="*/ 893283 h 2398711"/>
              <a:gd name="connsiteX118917" fmla="*/ 333500 w 2119654"/>
              <a:gd name="connsiteY118917" fmla="*/ 895153 h 2398711"/>
              <a:gd name="connsiteX118918" fmla="*/ 334423 w 2119654"/>
              <a:gd name="connsiteY118918" fmla="*/ 901834 h 2398711"/>
              <a:gd name="connsiteX118919" fmla="*/ 342021 w 2119654"/>
              <a:gd name="connsiteY118919" fmla="*/ 908257 h 2398711"/>
              <a:gd name="connsiteX118920" fmla="*/ 342357 w 2119654"/>
              <a:gd name="connsiteY118920" fmla="*/ 908361 h 2398711"/>
              <a:gd name="connsiteX118921" fmla="*/ 342438 w 2119654"/>
              <a:gd name="connsiteY118921" fmla="*/ 906392 h 2398711"/>
              <a:gd name="connsiteX118922" fmla="*/ 475877 w 2119654"/>
              <a:gd name="connsiteY118922" fmla="*/ 575237 h 2398711"/>
              <a:gd name="connsiteX118923" fmla="*/ 476151 w 2119654"/>
              <a:gd name="connsiteY118923" fmla="*/ 587470 h 2398711"/>
              <a:gd name="connsiteX118924" fmla="*/ 479342 w 2119654"/>
              <a:gd name="connsiteY118924" fmla="*/ 589339 h 2398711"/>
              <a:gd name="connsiteX118925" fmla="*/ 482526 w 2119654"/>
              <a:gd name="connsiteY118925" fmla="*/ 580629 h 2398711"/>
              <a:gd name="connsiteX118926" fmla="*/ 481486 w 2119654"/>
              <a:gd name="connsiteY118926" fmla="*/ 578750 h 2398711"/>
              <a:gd name="connsiteX118927" fmla="*/ 391000 w 2119654"/>
              <a:gd name="connsiteY118927" fmla="*/ 765161 h 2398711"/>
              <a:gd name="connsiteX118928" fmla="*/ 394239 w 2119654"/>
              <a:gd name="connsiteY118928" fmla="*/ 766716 h 2398711"/>
              <a:gd name="connsiteX118929" fmla="*/ 394123 w 2119654"/>
              <a:gd name="connsiteY118929" fmla="*/ 766435 h 2398711"/>
              <a:gd name="connsiteX118930" fmla="*/ 394019 w 2119654"/>
              <a:gd name="connsiteY118930" fmla="*/ 766235 h 2398711"/>
              <a:gd name="connsiteX118931" fmla="*/ 400211 w 2119654"/>
              <a:gd name="connsiteY118931" fmla="*/ 744458 h 2398711"/>
              <a:gd name="connsiteX118932" fmla="*/ 400219 w 2119654"/>
              <a:gd name="connsiteY118932" fmla="*/ 744498 h 2398711"/>
              <a:gd name="connsiteX118933" fmla="*/ 400220 w 2119654"/>
              <a:gd name="connsiteY118933" fmla="*/ 744472 h 2398711"/>
              <a:gd name="connsiteX118934" fmla="*/ 195142 w 2119654"/>
              <a:gd name="connsiteY118934" fmla="*/ 1203636 h 2398711"/>
              <a:gd name="connsiteX118935" fmla="*/ 208133 w 2119654"/>
              <a:gd name="connsiteY118935" fmla="*/ 1231589 h 2398711"/>
              <a:gd name="connsiteX118936" fmla="*/ 217637 w 2119654"/>
              <a:gd name="connsiteY118936" fmla="*/ 1240168 h 2398711"/>
              <a:gd name="connsiteX118937" fmla="*/ 212951 w 2119654"/>
              <a:gd name="connsiteY118937" fmla="*/ 1226549 h 2398711"/>
              <a:gd name="connsiteX118938" fmla="*/ 205522 w 2119654"/>
              <a:gd name="connsiteY118938" fmla="*/ 1217453 h 2398711"/>
              <a:gd name="connsiteX118939" fmla="*/ 173382 w 2119654"/>
              <a:gd name="connsiteY118939" fmla="*/ 1252317 h 2398711"/>
              <a:gd name="connsiteX118940" fmla="*/ 175587 w 2119654"/>
              <a:gd name="connsiteY118940" fmla="*/ 1258091 h 2398711"/>
              <a:gd name="connsiteX118941" fmla="*/ 197921 w 2119654"/>
              <a:gd name="connsiteY118941" fmla="*/ 1273618 h 2398711"/>
              <a:gd name="connsiteX118942" fmla="*/ 196987 w 2119654"/>
              <a:gd name="connsiteY118942" fmla="*/ 1270847 h 2398711"/>
              <a:gd name="connsiteX118943" fmla="*/ 182572 w 2119654"/>
              <a:gd name="connsiteY118943" fmla="*/ 1261170 h 2398711"/>
              <a:gd name="connsiteX118944" fmla="*/ 182508 w 2119654"/>
              <a:gd name="connsiteY118944" fmla="*/ 1260971 h 2398711"/>
              <a:gd name="connsiteX118945" fmla="*/ 194530 w 2119654"/>
              <a:gd name="connsiteY118945" fmla="*/ 1269040 h 2398711"/>
              <a:gd name="connsiteX118946" fmla="*/ 196872 w 2119654"/>
              <a:gd name="connsiteY118946" fmla="*/ 1270503 h 2398711"/>
              <a:gd name="connsiteX118947" fmla="*/ 195966 w 2119654"/>
              <a:gd name="connsiteY118947" fmla="*/ 1267812 h 2398711"/>
              <a:gd name="connsiteX118948" fmla="*/ 186292 w 2119654"/>
              <a:gd name="connsiteY118948" fmla="*/ 1261287 h 2398711"/>
              <a:gd name="connsiteX118949" fmla="*/ 396887 w 2119654"/>
              <a:gd name="connsiteY118949" fmla="*/ 751806 h 2398711"/>
              <a:gd name="connsiteX118950" fmla="*/ 398415 w 2119654"/>
              <a:gd name="connsiteY118950" fmla="*/ 758349 h 2398711"/>
              <a:gd name="connsiteX118951" fmla="*/ 398834 w 2119654"/>
              <a:gd name="connsiteY118951" fmla="*/ 759502 h 2398711"/>
              <a:gd name="connsiteX118952" fmla="*/ 399346 w 2119654"/>
              <a:gd name="connsiteY118952" fmla="*/ 759659 h 2398711"/>
              <a:gd name="connsiteX118953" fmla="*/ 399591 w 2119654"/>
              <a:gd name="connsiteY118953" fmla="*/ 755404 h 2398711"/>
              <a:gd name="connsiteX118954" fmla="*/ 346471 w 2119654"/>
              <a:gd name="connsiteY118954" fmla="*/ 864438 h 2398711"/>
              <a:gd name="connsiteX118955" fmla="*/ 346531 w 2119654"/>
              <a:gd name="connsiteY118955" fmla="*/ 867151 h 2398711"/>
              <a:gd name="connsiteX118956" fmla="*/ 352623 w 2119654"/>
              <a:gd name="connsiteY118956" fmla="*/ 881519 h 2398711"/>
              <a:gd name="connsiteX118957" fmla="*/ 350313 w 2119654"/>
              <a:gd name="connsiteY118957" fmla="*/ 870177 h 2398711"/>
              <a:gd name="connsiteX118958" fmla="*/ 321357 w 2119654"/>
              <a:gd name="connsiteY118958" fmla="*/ 920548 h 2398711"/>
              <a:gd name="connsiteX118959" fmla="*/ 321243 w 2119654"/>
              <a:gd name="connsiteY118959" fmla="*/ 922717 h 2398711"/>
              <a:gd name="connsiteX118960" fmla="*/ 322820 w 2119654"/>
              <a:gd name="connsiteY118960" fmla="*/ 925109 h 2398711"/>
              <a:gd name="connsiteX118961" fmla="*/ 322769 w 2119654"/>
              <a:gd name="connsiteY118961" fmla="*/ 923872 h 2398711"/>
              <a:gd name="connsiteX118962" fmla="*/ 352642 w 2119654"/>
              <a:gd name="connsiteY118962" fmla="*/ 850482 h 2398711"/>
              <a:gd name="connsiteX118963" fmla="*/ 355865 w 2119654"/>
              <a:gd name="connsiteY118963" fmla="*/ 858058 h 2398711"/>
              <a:gd name="connsiteX118964" fmla="*/ 355085 w 2119654"/>
              <a:gd name="connsiteY118964" fmla="*/ 853097 h 2398711"/>
              <a:gd name="connsiteX118965" fmla="*/ 475858 w 2119654"/>
              <a:gd name="connsiteY118965" fmla="*/ 574381 h 2398711"/>
              <a:gd name="connsiteX118966" fmla="*/ 475872 w 2119654"/>
              <a:gd name="connsiteY118966" fmla="*/ 574989 h 2398711"/>
              <a:gd name="connsiteX118967" fmla="*/ 481196 w 2119654"/>
              <a:gd name="connsiteY118967" fmla="*/ 578227 h 2398711"/>
              <a:gd name="connsiteX118968" fmla="*/ 480694 w 2119654"/>
              <a:gd name="connsiteY118968" fmla="*/ 577319 h 2398711"/>
              <a:gd name="connsiteX118969" fmla="*/ 466382 w 2119654"/>
              <a:gd name="connsiteY118969" fmla="*/ 595592 h 2398711"/>
              <a:gd name="connsiteX118970" fmla="*/ 466168 w 2119654"/>
              <a:gd name="connsiteY118970" fmla="*/ 599502 h 2398711"/>
              <a:gd name="connsiteX118971" fmla="*/ 466997 w 2119654"/>
              <a:gd name="connsiteY118971" fmla="*/ 595999 h 2398711"/>
              <a:gd name="connsiteX118972" fmla="*/ 462267 w 2119654"/>
              <a:gd name="connsiteY118972" fmla="*/ 604638 h 2398711"/>
              <a:gd name="connsiteX118973" fmla="*/ 461686 w 2119654"/>
              <a:gd name="connsiteY118973" fmla="*/ 608522 h 2398711"/>
              <a:gd name="connsiteX118974" fmla="*/ 463925 w 2119654"/>
              <a:gd name="connsiteY118974" fmla="*/ 608969 h 2398711"/>
              <a:gd name="connsiteX118975" fmla="*/ 464119 w 2119654"/>
              <a:gd name="connsiteY118975" fmla="*/ 608150 h 2398711"/>
              <a:gd name="connsiteX118976" fmla="*/ 462445 w 2119654"/>
              <a:gd name="connsiteY118976" fmla="*/ 604674 h 2398711"/>
              <a:gd name="connsiteX118977" fmla="*/ 326791 w 2119654"/>
              <a:gd name="connsiteY118977" fmla="*/ 907909 h 2398711"/>
              <a:gd name="connsiteX118978" fmla="*/ 327476 w 2119654"/>
              <a:gd name="connsiteY118978" fmla="*/ 912138 h 2398711"/>
              <a:gd name="connsiteX118979" fmla="*/ 328159 w 2119654"/>
              <a:gd name="connsiteY118979" fmla="*/ 913261 h 2398711"/>
              <a:gd name="connsiteX118980" fmla="*/ 328494 w 2119654"/>
              <a:gd name="connsiteY118980" fmla="*/ 911548 h 2398711"/>
              <a:gd name="connsiteX118981" fmla="*/ 306663 w 2119654"/>
              <a:gd name="connsiteY118981" fmla="*/ 952883 h 2398711"/>
              <a:gd name="connsiteX118982" fmla="*/ 307735 w 2119654"/>
              <a:gd name="connsiteY118982" fmla="*/ 955352 h 2398711"/>
              <a:gd name="connsiteX118983" fmla="*/ 310329 w 2119654"/>
              <a:gd name="connsiteY118983" fmla="*/ 959883 h 2398711"/>
              <a:gd name="connsiteX118984" fmla="*/ 310499 w 2119654"/>
              <a:gd name="connsiteY118984" fmla="*/ 954461 h 2398711"/>
              <a:gd name="connsiteX118985" fmla="*/ 308076 w 2119654"/>
              <a:gd name="connsiteY118985" fmla="*/ 953299 h 2398711"/>
              <a:gd name="connsiteX118986" fmla="*/ 526894 w 2119654"/>
              <a:gd name="connsiteY118986" fmla="*/ 459724 h 2398711"/>
              <a:gd name="connsiteX118987" fmla="*/ 526612 w 2119654"/>
              <a:gd name="connsiteY118987" fmla="*/ 464633 h 2398711"/>
              <a:gd name="connsiteX118988" fmla="*/ 528497 w 2119654"/>
              <a:gd name="connsiteY118988" fmla="*/ 465475 h 2398711"/>
              <a:gd name="connsiteX118989" fmla="*/ 528572 w 2119654"/>
              <a:gd name="connsiteY118989" fmla="*/ 465292 h 2398711"/>
              <a:gd name="connsiteX118990" fmla="*/ 441197 w 2119654"/>
              <a:gd name="connsiteY118990" fmla="*/ 651511 h 2398711"/>
              <a:gd name="connsiteX118991" fmla="*/ 441432 w 2119654"/>
              <a:gd name="connsiteY118991" fmla="*/ 653306 h 2398711"/>
              <a:gd name="connsiteX118992" fmla="*/ 443447 w 2119654"/>
              <a:gd name="connsiteY118992" fmla="*/ 654972 h 2398711"/>
              <a:gd name="connsiteX118993" fmla="*/ 443546 w 2119654"/>
              <a:gd name="connsiteY118993" fmla="*/ 654978 h 2398711"/>
              <a:gd name="connsiteX118994" fmla="*/ 306141 w 2119654"/>
              <a:gd name="connsiteY118994" fmla="*/ 953908 h 2398711"/>
              <a:gd name="connsiteX118995" fmla="*/ 310354 w 2119654"/>
              <a:gd name="connsiteY118995" fmla="*/ 964132 h 2398711"/>
              <a:gd name="connsiteX118996" fmla="*/ 310266 w 2119654"/>
              <a:gd name="connsiteY118996" fmla="*/ 961984 h 2398711"/>
              <a:gd name="connsiteX118997" fmla="*/ 308696 w 2119654"/>
              <a:gd name="connsiteY118997" fmla="*/ 958371 h 2398711"/>
              <a:gd name="connsiteX118998" fmla="*/ 230541 w 2119654"/>
              <a:gd name="connsiteY118998" fmla="*/ 1123028 h 2398711"/>
              <a:gd name="connsiteX118999" fmla="*/ 231441 w 2119654"/>
              <a:gd name="connsiteY118999" fmla="*/ 1124670 h 2398711"/>
              <a:gd name="connsiteX119000" fmla="*/ 231865 w 2119654"/>
              <a:gd name="connsiteY119000" fmla="*/ 1125076 h 2398711"/>
              <a:gd name="connsiteX119001" fmla="*/ 351975 w 2119654"/>
              <a:gd name="connsiteY119001" fmla="*/ 850653 h 2398711"/>
              <a:gd name="connsiteX119002" fmla="*/ 354477 w 2119654"/>
              <a:gd name="connsiteY119002" fmla="*/ 864542 h 2398711"/>
              <a:gd name="connsiteX119003" fmla="*/ 357212 w 2119654"/>
              <a:gd name="connsiteY119003" fmla="*/ 878631 h 2398711"/>
              <a:gd name="connsiteX119004" fmla="*/ 359115 w 2119654"/>
              <a:gd name="connsiteY119004" fmla="*/ 881473 h 2398711"/>
              <a:gd name="connsiteX119005" fmla="*/ 359123 w 2119654"/>
              <a:gd name="connsiteY119005" fmla="*/ 875731 h 2398711"/>
              <a:gd name="connsiteX119006" fmla="*/ 357660 w 2119654"/>
              <a:gd name="connsiteY119006" fmla="*/ 869460 h 2398711"/>
              <a:gd name="connsiteX119007" fmla="*/ 357181 w 2119654"/>
              <a:gd name="connsiteY119007" fmla="*/ 866417 h 2398711"/>
              <a:gd name="connsiteX119008" fmla="*/ 306254 w 2119654"/>
              <a:gd name="connsiteY119008" fmla="*/ 952763 h 2398711"/>
              <a:gd name="connsiteX119009" fmla="*/ 306286 w 2119654"/>
              <a:gd name="connsiteY119009" fmla="*/ 952819 h 2398711"/>
              <a:gd name="connsiteX119010" fmla="*/ 306263 w 2119654"/>
              <a:gd name="connsiteY119010" fmla="*/ 952766 h 2398711"/>
              <a:gd name="connsiteX119011" fmla="*/ 308604 w 2119654"/>
              <a:gd name="connsiteY119011" fmla="*/ 947496 h 2398711"/>
              <a:gd name="connsiteX119012" fmla="*/ 309747 w 2119654"/>
              <a:gd name="connsiteY119012" fmla="*/ 950164 h 2398711"/>
              <a:gd name="connsiteX119013" fmla="*/ 309867 w 2119654"/>
              <a:gd name="connsiteY119013" fmla="*/ 950302 h 2398711"/>
              <a:gd name="connsiteX119014" fmla="*/ 310626 w 2119654"/>
              <a:gd name="connsiteY119014" fmla="*/ 950525 h 2398711"/>
              <a:gd name="connsiteX119015" fmla="*/ 310658 w 2119654"/>
              <a:gd name="connsiteY119015" fmla="*/ 949468 h 2398711"/>
              <a:gd name="connsiteX119016" fmla="*/ 381866 w 2119654"/>
              <a:gd name="connsiteY119016" fmla="*/ 783396 h 2398711"/>
              <a:gd name="connsiteX119017" fmla="*/ 380905 w 2119654"/>
              <a:gd name="connsiteY119017" fmla="*/ 790632 h 2398711"/>
              <a:gd name="connsiteX119018" fmla="*/ 385016 w 2119654"/>
              <a:gd name="connsiteY119018" fmla="*/ 797969 h 2398711"/>
              <a:gd name="connsiteX119019" fmla="*/ 385796 w 2119654"/>
              <a:gd name="connsiteY119019" fmla="*/ 799203 h 2398711"/>
              <a:gd name="connsiteX119020" fmla="*/ 327787 w 2119654"/>
              <a:gd name="connsiteY119020" fmla="*/ 904405 h 2398711"/>
              <a:gd name="connsiteX119021" fmla="*/ 329389 w 2119654"/>
              <a:gd name="connsiteY119021" fmla="*/ 906972 h 2398711"/>
              <a:gd name="connsiteX119022" fmla="*/ 329689 w 2119654"/>
              <a:gd name="connsiteY119022" fmla="*/ 905441 h 2398711"/>
              <a:gd name="connsiteX119023" fmla="*/ 329499 w 2119654"/>
              <a:gd name="connsiteY119023" fmla="*/ 904938 h 2398711"/>
              <a:gd name="connsiteX119024" fmla="*/ 185317 w 2119654"/>
              <a:gd name="connsiteY119024" fmla="*/ 1223391 h 2398711"/>
              <a:gd name="connsiteX119025" fmla="*/ 186385 w 2119654"/>
              <a:gd name="connsiteY119025" fmla="*/ 1225445 h 2398711"/>
              <a:gd name="connsiteX119026" fmla="*/ 193168 w 2119654"/>
              <a:gd name="connsiteY119026" fmla="*/ 1231571 h 2398711"/>
              <a:gd name="connsiteX119027" fmla="*/ 190680 w 2119654"/>
              <a:gd name="connsiteY119027" fmla="*/ 1228499 h 2398711"/>
              <a:gd name="connsiteX119028" fmla="*/ 385107 w 2119654"/>
              <a:gd name="connsiteY119028" fmla="*/ 775985 h 2398711"/>
              <a:gd name="connsiteX119029" fmla="*/ 389575 w 2119654"/>
              <a:gd name="connsiteY119029" fmla="*/ 794922 h 2398711"/>
              <a:gd name="connsiteX119030" fmla="*/ 393843 w 2119654"/>
              <a:gd name="connsiteY119030" fmla="*/ 811947 h 2398711"/>
              <a:gd name="connsiteX119031" fmla="*/ 394762 w 2119654"/>
              <a:gd name="connsiteY119031" fmla="*/ 806165 h 2398711"/>
              <a:gd name="connsiteX119032" fmla="*/ 394451 w 2119654"/>
              <a:gd name="connsiteY119032" fmla="*/ 804896 h 2398711"/>
              <a:gd name="connsiteX119033" fmla="*/ 394036 w 2119654"/>
              <a:gd name="connsiteY119033" fmla="*/ 803697 h 2398711"/>
              <a:gd name="connsiteX119034" fmla="*/ 392455 w 2119654"/>
              <a:gd name="connsiteY119034" fmla="*/ 796773 h 2398711"/>
              <a:gd name="connsiteX119035" fmla="*/ 387742 w 2119654"/>
              <a:gd name="connsiteY119035" fmla="*/ 777584 h 2398711"/>
              <a:gd name="connsiteX119036" fmla="*/ 214632 w 2119654"/>
              <a:gd name="connsiteY119036" fmla="*/ 1157641 h 2398711"/>
              <a:gd name="connsiteX119037" fmla="*/ 230536 w 2119654"/>
              <a:gd name="connsiteY119037" fmla="*/ 1188025 h 2398711"/>
              <a:gd name="connsiteX119038" fmla="*/ 238398 w 2119654"/>
              <a:gd name="connsiteY119038" fmla="*/ 1198146 h 2398711"/>
              <a:gd name="connsiteX119039" fmla="*/ 240839 w 2119654"/>
              <a:gd name="connsiteY119039" fmla="*/ 1200200 h 2398711"/>
              <a:gd name="connsiteX119040" fmla="*/ 229496 w 2119654"/>
              <a:gd name="connsiteY119040" fmla="*/ 1176663 h 2398711"/>
              <a:gd name="connsiteX119041" fmla="*/ 226403 w 2119654"/>
              <a:gd name="connsiteY119041" fmla="*/ 1171887 h 2398711"/>
              <a:gd name="connsiteX119042" fmla="*/ 326377 w 2119654"/>
              <a:gd name="connsiteY119042" fmla="*/ 907026 h 2398711"/>
              <a:gd name="connsiteX119043" fmla="*/ 326900 w 2119654"/>
              <a:gd name="connsiteY119043" fmla="*/ 911192 h 2398711"/>
              <a:gd name="connsiteX119044" fmla="*/ 327283 w 2119654"/>
              <a:gd name="connsiteY119044" fmla="*/ 911822 h 2398711"/>
              <a:gd name="connsiteX119045" fmla="*/ 326574 w 2119654"/>
              <a:gd name="connsiteY119045" fmla="*/ 907448 h 2398711"/>
              <a:gd name="connsiteX119046" fmla="*/ 507211 w 2119654"/>
              <a:gd name="connsiteY119046" fmla="*/ 501767 h 2398711"/>
              <a:gd name="connsiteX119047" fmla="*/ 507343 w 2119654"/>
              <a:gd name="connsiteY119047" fmla="*/ 503355 h 2398711"/>
              <a:gd name="connsiteX119048" fmla="*/ 511637 w 2119654"/>
              <a:gd name="connsiteY119048" fmla="*/ 506431 h 2398711"/>
              <a:gd name="connsiteX119049" fmla="*/ 512848 w 2119654"/>
              <a:gd name="connsiteY119049" fmla="*/ 503488 h 2398711"/>
              <a:gd name="connsiteX119050" fmla="*/ 406453 w 2119654"/>
              <a:gd name="connsiteY119050" fmla="*/ 727365 h 2398711"/>
              <a:gd name="connsiteX119051" fmla="*/ 406473 w 2119654"/>
              <a:gd name="connsiteY119051" fmla="*/ 727818 h 2398711"/>
              <a:gd name="connsiteX119052" fmla="*/ 406575 w 2119654"/>
              <a:gd name="connsiteY119052" fmla="*/ 727854 h 2398711"/>
              <a:gd name="connsiteX119053" fmla="*/ 470299 w 2119654"/>
              <a:gd name="connsiteY119053" fmla="*/ 584397 h 2398711"/>
              <a:gd name="connsiteX119054" fmla="*/ 467823 w 2119654"/>
              <a:gd name="connsiteY119054" fmla="*/ 595517 h 2398711"/>
              <a:gd name="connsiteX119055" fmla="*/ 471507 w 2119654"/>
              <a:gd name="connsiteY119055" fmla="*/ 597753 h 2398711"/>
              <a:gd name="connsiteX119056" fmla="*/ 470404 w 2119654"/>
              <a:gd name="connsiteY119056" fmla="*/ 584578 h 2398711"/>
              <a:gd name="connsiteX119057" fmla="*/ 470399 w 2119654"/>
              <a:gd name="connsiteY119057" fmla="*/ 584456 h 2398711"/>
              <a:gd name="connsiteX119058" fmla="*/ 277000 w 2119654"/>
              <a:gd name="connsiteY119058" fmla="*/ 1017131 h 2398711"/>
              <a:gd name="connsiteX119059" fmla="*/ 277323 w 2119654"/>
              <a:gd name="connsiteY119059" fmla="*/ 1018113 h 2398711"/>
              <a:gd name="connsiteX119060" fmla="*/ 282631 w 2119654"/>
              <a:gd name="connsiteY119060" fmla="*/ 1028087 h 2398711"/>
              <a:gd name="connsiteX119061" fmla="*/ 286693 w 2119654"/>
              <a:gd name="connsiteY119061" fmla="*/ 1032568 h 2398711"/>
              <a:gd name="connsiteX119062" fmla="*/ 282410 w 2119654"/>
              <a:gd name="connsiteY119062" fmla="*/ 1025085 h 2398711"/>
              <a:gd name="connsiteX119063" fmla="*/ 279698 w 2119654"/>
              <a:gd name="connsiteY119063" fmla="*/ 1020196 h 2398711"/>
              <a:gd name="connsiteX119064" fmla="*/ 527041 w 2119654"/>
              <a:gd name="connsiteY119064" fmla="*/ 457180 h 2398711"/>
              <a:gd name="connsiteX119065" fmla="*/ 527007 w 2119654"/>
              <a:gd name="connsiteY119065" fmla="*/ 457773 h 2398711"/>
              <a:gd name="connsiteX119066" fmla="*/ 528976 w 2119654"/>
              <a:gd name="connsiteY119066" fmla="*/ 464311 h 2398711"/>
              <a:gd name="connsiteX119067" fmla="*/ 530881 w 2119654"/>
              <a:gd name="connsiteY119067" fmla="*/ 459683 h 2398711"/>
              <a:gd name="connsiteX119068" fmla="*/ 470380 w 2119654"/>
              <a:gd name="connsiteY119068" fmla="*/ 584029 h 2398711"/>
              <a:gd name="connsiteX119069" fmla="*/ 470369 w 2119654"/>
              <a:gd name="connsiteY119069" fmla="*/ 584081 h 2398711"/>
              <a:gd name="connsiteX119070" fmla="*/ 470383 w 2119654"/>
              <a:gd name="connsiteY119070" fmla="*/ 584090 h 2398711"/>
              <a:gd name="connsiteX119071" fmla="*/ 407119 w 2119654"/>
              <a:gd name="connsiteY119071" fmla="*/ 725681 h 2398711"/>
              <a:gd name="connsiteX119072" fmla="*/ 407318 w 2119654"/>
              <a:gd name="connsiteY119072" fmla="*/ 726541 h 2398711"/>
              <a:gd name="connsiteX119073" fmla="*/ 407330 w 2119654"/>
              <a:gd name="connsiteY119073" fmla="*/ 726139 h 2398711"/>
              <a:gd name="connsiteX119074" fmla="*/ 298955 w 2119654"/>
              <a:gd name="connsiteY119074" fmla="*/ 967662 h 2398711"/>
              <a:gd name="connsiteX119075" fmla="*/ 299868 w 2119654"/>
              <a:gd name="connsiteY119075" fmla="*/ 978585 h 2398711"/>
              <a:gd name="connsiteX119076" fmla="*/ 302521 w 2119654"/>
              <a:gd name="connsiteY119076" fmla="*/ 983422 h 2398711"/>
              <a:gd name="connsiteX119077" fmla="*/ 304296 w 2119654"/>
              <a:gd name="connsiteY119077" fmla="*/ 986169 h 2398711"/>
              <a:gd name="connsiteX119078" fmla="*/ 303184 w 2119654"/>
              <a:gd name="connsiteY119078" fmla="*/ 982465 h 2398711"/>
              <a:gd name="connsiteX119079" fmla="*/ 404931 w 2119654"/>
              <a:gd name="connsiteY119079" fmla="*/ 730318 h 2398711"/>
              <a:gd name="connsiteX119080" fmla="*/ 404821 w 2119654"/>
              <a:gd name="connsiteY119080" fmla="*/ 733002 h 2398711"/>
              <a:gd name="connsiteX119081" fmla="*/ 406058 w 2119654"/>
              <a:gd name="connsiteY119081" fmla="*/ 733668 h 2398711"/>
              <a:gd name="connsiteX119082" fmla="*/ 405927 w 2119654"/>
              <a:gd name="connsiteY119082" fmla="*/ 730651 h 2398711"/>
              <a:gd name="connsiteX119083" fmla="*/ 344834 w 2119654"/>
              <a:gd name="connsiteY119083" fmla="*/ 864589 h 2398711"/>
              <a:gd name="connsiteX119084" fmla="*/ 344384 w 2119654"/>
              <a:gd name="connsiteY119084" fmla="*/ 875500 h 2398711"/>
              <a:gd name="connsiteX119085" fmla="*/ 344811 w 2119654"/>
              <a:gd name="connsiteY119085" fmla="*/ 877324 h 2398711"/>
              <a:gd name="connsiteX119086" fmla="*/ 345388 w 2119654"/>
              <a:gd name="connsiteY119086" fmla="*/ 879644 h 2398711"/>
              <a:gd name="connsiteX119087" fmla="*/ 345988 w 2119654"/>
              <a:gd name="connsiteY119087" fmla="*/ 879812 h 2398711"/>
              <a:gd name="connsiteX119088" fmla="*/ 345693 w 2119654"/>
              <a:gd name="connsiteY119088" fmla="*/ 866614 h 2398711"/>
              <a:gd name="connsiteX119089" fmla="*/ 526383 w 2119654"/>
              <a:gd name="connsiteY119089" fmla="*/ 458024 h 2398711"/>
              <a:gd name="connsiteX119090" fmla="*/ 526119 w 2119654"/>
              <a:gd name="connsiteY119090" fmla="*/ 464414 h 2398711"/>
              <a:gd name="connsiteX119091" fmla="*/ 526233 w 2119654"/>
              <a:gd name="connsiteY119091" fmla="*/ 464463 h 2398711"/>
              <a:gd name="connsiteX119092" fmla="*/ 526568 w 2119654"/>
              <a:gd name="connsiteY119092" fmla="*/ 458640 h 2398711"/>
              <a:gd name="connsiteX119093" fmla="*/ 527086 w 2119654"/>
              <a:gd name="connsiteY119093" fmla="*/ 456389 h 2398711"/>
              <a:gd name="connsiteX119094" fmla="*/ 527072 w 2119654"/>
              <a:gd name="connsiteY119094" fmla="*/ 456640 h 2398711"/>
              <a:gd name="connsiteX119095" fmla="*/ 531136 w 2119654"/>
              <a:gd name="connsiteY119095" fmla="*/ 459063 h 2398711"/>
              <a:gd name="connsiteX119096" fmla="*/ 531144 w 2119654"/>
              <a:gd name="connsiteY119096" fmla="*/ 459044 h 2398711"/>
              <a:gd name="connsiteX119097" fmla="*/ 258356 w 2119654"/>
              <a:gd name="connsiteY119097" fmla="*/ 1058074 h 2398711"/>
              <a:gd name="connsiteX119098" fmla="*/ 261385 w 2119654"/>
              <a:gd name="connsiteY119098" fmla="*/ 1063326 h 2398711"/>
              <a:gd name="connsiteX119099" fmla="*/ 259444 w 2119654"/>
              <a:gd name="connsiteY119099" fmla="*/ 1059454 h 2398711"/>
              <a:gd name="connsiteX119100" fmla="*/ 444649 w 2119654"/>
              <a:gd name="connsiteY119100" fmla="*/ 640864 h 2398711"/>
              <a:gd name="connsiteX119101" fmla="*/ 444322 w 2119654"/>
              <a:gd name="connsiteY119101" fmla="*/ 648913 h 2398711"/>
              <a:gd name="connsiteX119102" fmla="*/ 444806 w 2119654"/>
              <a:gd name="connsiteY119102" fmla="*/ 649627 h 2398711"/>
              <a:gd name="connsiteX119103" fmla="*/ 451182 w 2119654"/>
              <a:gd name="connsiteY119103" fmla="*/ 652380 h 2398711"/>
              <a:gd name="connsiteX119104" fmla="*/ 446906 w 2119654"/>
              <a:gd name="connsiteY119104" fmla="*/ 641960 h 2398711"/>
              <a:gd name="connsiteX119105" fmla="*/ 446911 w 2119654"/>
              <a:gd name="connsiteY119105" fmla="*/ 641945 h 2398711"/>
              <a:gd name="connsiteX119106" fmla="*/ 242749 w 2119654"/>
              <a:gd name="connsiteY119106" fmla="*/ 1092927 h 2398711"/>
              <a:gd name="connsiteX119107" fmla="*/ 243694 w 2119654"/>
              <a:gd name="connsiteY119107" fmla="*/ 1097612 h 2398711"/>
              <a:gd name="connsiteX119108" fmla="*/ 243750 w 2119654"/>
              <a:gd name="connsiteY119108" fmla="*/ 1097712 h 2398711"/>
              <a:gd name="connsiteX119109" fmla="*/ 242799 w 2119654"/>
              <a:gd name="connsiteY119109" fmla="*/ 1092993 h 2398711"/>
              <a:gd name="connsiteX119110" fmla="*/ 401288 w 2119654"/>
              <a:gd name="connsiteY119110" fmla="*/ 737522 h 2398711"/>
              <a:gd name="connsiteX119111" fmla="*/ 400965 w 2119654"/>
              <a:gd name="connsiteY119111" fmla="*/ 743111 h 2398711"/>
              <a:gd name="connsiteX119112" fmla="*/ 401694 w 2119654"/>
              <a:gd name="connsiteY119112" fmla="*/ 744198 h 2398711"/>
              <a:gd name="connsiteX119113" fmla="*/ 403589 w 2119654"/>
              <a:gd name="connsiteY119113" fmla="*/ 746622 h 2398711"/>
              <a:gd name="connsiteX119114" fmla="*/ 403701 w 2119654"/>
              <a:gd name="connsiteY119114" fmla="*/ 743887 h 2398711"/>
              <a:gd name="connsiteX119115" fmla="*/ 352832 w 2119654"/>
              <a:gd name="connsiteY119115" fmla="*/ 846000 h 2398711"/>
              <a:gd name="connsiteX119116" fmla="*/ 354401 w 2119654"/>
              <a:gd name="connsiteY119116" fmla="*/ 848740 h 2398711"/>
              <a:gd name="connsiteX119117" fmla="*/ 353979 w 2119654"/>
              <a:gd name="connsiteY119117" fmla="*/ 846061 h 2398711"/>
              <a:gd name="connsiteX119118" fmla="*/ 276495 w 2119654"/>
              <a:gd name="connsiteY119118" fmla="*/ 1016558 h 2398711"/>
              <a:gd name="connsiteX119119" fmla="*/ 276664 w 2119654"/>
              <a:gd name="connsiteY119119" fmla="*/ 1016873 h 2398711"/>
              <a:gd name="connsiteX119120" fmla="*/ 276598 w 2119654"/>
              <a:gd name="connsiteY119120" fmla="*/ 1016674 h 2398711"/>
              <a:gd name="connsiteX119121" fmla="*/ 523036 w 2119654"/>
              <a:gd name="connsiteY119121" fmla="*/ 464425 h 2398711"/>
              <a:gd name="connsiteX119122" fmla="*/ 523026 w 2119654"/>
              <a:gd name="connsiteY119122" fmla="*/ 472739 h 2398711"/>
              <a:gd name="connsiteX119123" fmla="*/ 524118 w 2119654"/>
              <a:gd name="connsiteY119123" fmla="*/ 473451 h 2398711"/>
              <a:gd name="connsiteX119124" fmla="*/ 524953 w 2119654"/>
              <a:gd name="connsiteY119124" fmla="*/ 474087 h 2398711"/>
              <a:gd name="connsiteX119125" fmla="*/ 525370 w 2119654"/>
              <a:gd name="connsiteY119125" fmla="*/ 473073 h 2398711"/>
              <a:gd name="connsiteX119126" fmla="*/ 525652 w 2119654"/>
              <a:gd name="connsiteY119126" fmla="*/ 466265 h 2398711"/>
              <a:gd name="connsiteX119127" fmla="*/ 523945 w 2119654"/>
              <a:gd name="connsiteY119127" fmla="*/ 464830 h 2398711"/>
              <a:gd name="connsiteX119128" fmla="*/ 413853 w 2119654"/>
              <a:gd name="connsiteY119128" fmla="*/ 708835 h 2398711"/>
              <a:gd name="connsiteX119129" fmla="*/ 414578 w 2119654"/>
              <a:gd name="connsiteY119129" fmla="*/ 714684 h 2398711"/>
              <a:gd name="connsiteX119130" fmla="*/ 415859 w 2119654"/>
              <a:gd name="connsiteY119130" fmla="*/ 719833 h 2398711"/>
              <a:gd name="connsiteX119131" fmla="*/ 421634 w 2119654"/>
              <a:gd name="connsiteY119131" fmla="*/ 721631 h 2398711"/>
              <a:gd name="connsiteX119132" fmla="*/ 421067 w 2119654"/>
              <a:gd name="connsiteY119132" fmla="*/ 718838 h 2398711"/>
              <a:gd name="connsiteX119133" fmla="*/ 417364 w 2119654"/>
              <a:gd name="connsiteY119133" fmla="*/ 714108 h 2398711"/>
              <a:gd name="connsiteX119134" fmla="*/ 417398 w 2119654"/>
              <a:gd name="connsiteY119134" fmla="*/ 713742 h 2398711"/>
              <a:gd name="connsiteX119135" fmla="*/ 420951 w 2119654"/>
              <a:gd name="connsiteY119135" fmla="*/ 718283 h 2398711"/>
              <a:gd name="connsiteX119136" fmla="*/ 419370 w 2119654"/>
              <a:gd name="connsiteY119136" fmla="*/ 710519 h 2398711"/>
              <a:gd name="connsiteX119137" fmla="*/ 402584 w 2119654"/>
              <a:gd name="connsiteY119137" fmla="*/ 733859 h 2398711"/>
              <a:gd name="connsiteX119138" fmla="*/ 403907 w 2119654"/>
              <a:gd name="connsiteY119138" fmla="*/ 738876 h 2398711"/>
              <a:gd name="connsiteX119139" fmla="*/ 404075 w 2119654"/>
              <a:gd name="connsiteY119139" fmla="*/ 734808 h 2398711"/>
              <a:gd name="connsiteX119140" fmla="*/ 406626 w 2119654"/>
              <a:gd name="connsiteY119140" fmla="*/ 724613 h 2398711"/>
              <a:gd name="connsiteX119141" fmla="*/ 407293 w 2119654"/>
              <a:gd name="connsiteY119141" fmla="*/ 727279 h 2398711"/>
              <a:gd name="connsiteX119142" fmla="*/ 407296 w 2119654"/>
              <a:gd name="connsiteY119142" fmla="*/ 727266 h 2398711"/>
              <a:gd name="connsiteX119143" fmla="*/ 407299 w 2119654"/>
              <a:gd name="connsiteY119143" fmla="*/ 727168 h 2398711"/>
              <a:gd name="connsiteX119144" fmla="*/ 406790 w 2119654"/>
              <a:gd name="connsiteY119144" fmla="*/ 724969 h 2398711"/>
              <a:gd name="connsiteX119145" fmla="*/ 251329 w 2119654"/>
              <a:gd name="connsiteY119145" fmla="*/ 1072146 h 2398711"/>
              <a:gd name="connsiteX119146" fmla="*/ 252211 w 2119654"/>
              <a:gd name="connsiteY119146" fmla="*/ 1075962 h 2398711"/>
              <a:gd name="connsiteX119147" fmla="*/ 253552 w 2119654"/>
              <a:gd name="connsiteY119147" fmla="*/ 1076894 h 2398711"/>
              <a:gd name="connsiteX119148" fmla="*/ 479893 w 2119654"/>
              <a:gd name="connsiteY119148" fmla="*/ 560300 h 2398711"/>
              <a:gd name="connsiteX119149" fmla="*/ 484374 w 2119654"/>
              <a:gd name="connsiteY119149" fmla="*/ 575581 h 2398711"/>
              <a:gd name="connsiteX119150" fmla="*/ 486389 w 2119654"/>
              <a:gd name="connsiteY119150" fmla="*/ 570069 h 2398711"/>
              <a:gd name="connsiteX119151" fmla="*/ 482450 w 2119654"/>
              <a:gd name="connsiteY119151" fmla="*/ 561540 h 2398711"/>
              <a:gd name="connsiteX119152" fmla="*/ 526468 w 2119654"/>
              <a:gd name="connsiteY119152" fmla="*/ 455984 h 2398711"/>
              <a:gd name="connsiteX119153" fmla="*/ 526576 w 2119654"/>
              <a:gd name="connsiteY119153" fmla="*/ 456344 h 2398711"/>
              <a:gd name="connsiteX119154" fmla="*/ 526696 w 2119654"/>
              <a:gd name="connsiteY119154" fmla="*/ 456416 h 2398711"/>
              <a:gd name="connsiteX119155" fmla="*/ 526712 w 2119654"/>
              <a:gd name="connsiteY119155" fmla="*/ 456144 h 2398711"/>
              <a:gd name="connsiteX119156" fmla="*/ 409257 w 2119654"/>
              <a:gd name="connsiteY119156" fmla="*/ 718437 h 2398711"/>
              <a:gd name="connsiteX119157" fmla="*/ 408144 w 2119654"/>
              <a:gd name="connsiteY119157" fmla="*/ 725445 h 2398711"/>
              <a:gd name="connsiteX119158" fmla="*/ 409770 w 2119654"/>
              <a:gd name="connsiteY119158" fmla="*/ 728967 h 2398711"/>
              <a:gd name="connsiteX119159" fmla="*/ 415311 w 2119654"/>
              <a:gd name="connsiteY119159" fmla="*/ 730896 h 2398711"/>
              <a:gd name="connsiteX119160" fmla="*/ 414324 w 2119654"/>
              <a:gd name="connsiteY119160" fmla="*/ 722936 h 2398711"/>
              <a:gd name="connsiteX119161" fmla="*/ 414091 w 2119654"/>
              <a:gd name="connsiteY119161" fmla="*/ 720158 h 2398711"/>
              <a:gd name="connsiteX119162" fmla="*/ 433110 w 2119654"/>
              <a:gd name="connsiteY119162" fmla="*/ 664970 h 2398711"/>
              <a:gd name="connsiteX119163" fmla="*/ 431890 w 2119654"/>
              <a:gd name="connsiteY119163" fmla="*/ 672742 h 2398711"/>
              <a:gd name="connsiteX119164" fmla="*/ 434835 w 2119654"/>
              <a:gd name="connsiteY119164" fmla="*/ 672898 h 2398711"/>
              <a:gd name="connsiteX119165" fmla="*/ 458394 w 2119654"/>
              <a:gd name="connsiteY119165" fmla="*/ 608206 h 2398711"/>
              <a:gd name="connsiteX119166" fmla="*/ 459940 w 2119654"/>
              <a:gd name="connsiteY119166" fmla="*/ 617688 h 2398711"/>
              <a:gd name="connsiteX119167" fmla="*/ 461272 w 2119654"/>
              <a:gd name="connsiteY119167" fmla="*/ 608781 h 2398711"/>
              <a:gd name="connsiteX119168" fmla="*/ 242479 w 2119654"/>
              <a:gd name="connsiteY119168" fmla="*/ 1091583 h 2398711"/>
              <a:gd name="connsiteX119169" fmla="*/ 242658 w 2119654"/>
              <a:gd name="connsiteY119169" fmla="*/ 1092475 h 2398711"/>
              <a:gd name="connsiteX119170" fmla="*/ 242708 w 2119654"/>
              <a:gd name="connsiteY119170" fmla="*/ 1092541 h 2398711"/>
              <a:gd name="connsiteX119171" fmla="*/ 242530 w 2119654"/>
              <a:gd name="connsiteY119171" fmla="*/ 1091660 h 2398711"/>
              <a:gd name="connsiteX119172" fmla="*/ 344936 w 2119654"/>
              <a:gd name="connsiteY119172" fmla="*/ 862145 h 2398711"/>
              <a:gd name="connsiteX119173" fmla="*/ 344888 w 2119654"/>
              <a:gd name="connsiteY119173" fmla="*/ 863275 h 2398711"/>
              <a:gd name="connsiteX119174" fmla="*/ 345659 w 2119654"/>
              <a:gd name="connsiteY119174" fmla="*/ 865094 h 2398711"/>
              <a:gd name="connsiteX119175" fmla="*/ 345615 w 2119654"/>
              <a:gd name="connsiteY119175" fmla="*/ 863162 h 2398711"/>
              <a:gd name="connsiteX119176" fmla="*/ 352440 w 2119654"/>
              <a:gd name="connsiteY119176" fmla="*/ 845316 h 2398711"/>
              <a:gd name="connsiteX119177" fmla="*/ 352504 w 2119654"/>
              <a:gd name="connsiteY119177" fmla="*/ 845427 h 2398711"/>
              <a:gd name="connsiteX119178" fmla="*/ 352695 w 2119654"/>
              <a:gd name="connsiteY119178" fmla="*/ 845436 h 2398711"/>
              <a:gd name="connsiteX119179" fmla="*/ 473639 w 2119654"/>
              <a:gd name="connsiteY119179" fmla="*/ 573861 h 2398711"/>
              <a:gd name="connsiteX119180" fmla="*/ 473789 w 2119654"/>
              <a:gd name="connsiteY119180" fmla="*/ 586086 h 2398711"/>
              <a:gd name="connsiteX119181" fmla="*/ 475662 w 2119654"/>
              <a:gd name="connsiteY119181" fmla="*/ 587184 h 2398711"/>
              <a:gd name="connsiteX119182" fmla="*/ 475388 w 2119654"/>
              <a:gd name="connsiteY119182" fmla="*/ 574931 h 2398711"/>
              <a:gd name="connsiteX119183" fmla="*/ 475062 w 2119654"/>
              <a:gd name="connsiteY119183" fmla="*/ 574726 h 2398711"/>
              <a:gd name="connsiteX119184" fmla="*/ 361556 w 2119654"/>
              <a:gd name="connsiteY119184" fmla="*/ 824479 h 2398711"/>
              <a:gd name="connsiteX119185" fmla="*/ 361550 w 2119654"/>
              <a:gd name="connsiteY119185" fmla="*/ 828314 h 2398711"/>
              <a:gd name="connsiteX119186" fmla="*/ 362376 w 2119654"/>
              <a:gd name="connsiteY119186" fmla="*/ 828711 h 2398711"/>
              <a:gd name="connsiteX119187" fmla="*/ 266649 w 2119654"/>
              <a:gd name="connsiteY119187" fmla="*/ 1036570 h 2398711"/>
              <a:gd name="connsiteX119188" fmla="*/ 268526 w 2119654"/>
              <a:gd name="connsiteY119188" fmla="*/ 1040876 h 2398711"/>
              <a:gd name="connsiteX119189" fmla="*/ 268090 w 2119654"/>
              <a:gd name="connsiteY119189" fmla="*/ 1039957 h 2398711"/>
              <a:gd name="connsiteX119190" fmla="*/ 314634 w 2119654"/>
              <a:gd name="connsiteY119190" fmla="*/ 929122 h 2398711"/>
              <a:gd name="connsiteX119191" fmla="*/ 314836 w 2119654"/>
              <a:gd name="connsiteY119191" fmla="*/ 930204 h 2398711"/>
              <a:gd name="connsiteX119192" fmla="*/ 314895 w 2119654"/>
              <a:gd name="connsiteY119192" fmla="*/ 929760 h 2398711"/>
              <a:gd name="connsiteX119193" fmla="*/ 413065 w 2119654"/>
              <a:gd name="connsiteY119193" fmla="*/ 708593 h 2398711"/>
              <a:gd name="connsiteX119194" fmla="*/ 413155 w 2119654"/>
              <a:gd name="connsiteY119194" fmla="*/ 708959 h 2398711"/>
              <a:gd name="connsiteX119195" fmla="*/ 413127 w 2119654"/>
              <a:gd name="connsiteY119195" fmla="*/ 708612 h 2398711"/>
              <a:gd name="connsiteX119196" fmla="*/ 384324 w 2119654"/>
              <a:gd name="connsiteY119196" fmla="*/ 772669 h 2398711"/>
              <a:gd name="connsiteX119197" fmla="*/ 384891 w 2119654"/>
              <a:gd name="connsiteY119197" fmla="*/ 775071 h 2398711"/>
              <a:gd name="connsiteX119198" fmla="*/ 387516 w 2119654"/>
              <a:gd name="connsiteY119198" fmla="*/ 776663 h 2398711"/>
              <a:gd name="connsiteX119199" fmla="*/ 387415 w 2119654"/>
              <a:gd name="connsiteY119199" fmla="*/ 776252 h 2398711"/>
              <a:gd name="connsiteX119200" fmla="*/ 475716 w 2119654"/>
              <a:gd name="connsiteY119200" fmla="*/ 567998 h 2398711"/>
              <a:gd name="connsiteX119201" fmla="*/ 475854 w 2119654"/>
              <a:gd name="connsiteY119201" fmla="*/ 574208 h 2398711"/>
              <a:gd name="connsiteX119202" fmla="*/ 480551 w 2119654"/>
              <a:gd name="connsiteY119202" fmla="*/ 577062 h 2398711"/>
              <a:gd name="connsiteX119203" fmla="*/ 476653 w 2119654"/>
              <a:gd name="connsiteY119203" fmla="*/ 570029 h 2398711"/>
              <a:gd name="connsiteX119204" fmla="*/ 252805 w 2119654"/>
              <a:gd name="connsiteY119204" fmla="*/ 1066916 h 2398711"/>
              <a:gd name="connsiteX119205" fmla="*/ 255608 w 2119654"/>
              <a:gd name="connsiteY119205" fmla="*/ 1073537 h 2398711"/>
              <a:gd name="connsiteX119206" fmla="*/ 260295 w 2119654"/>
              <a:gd name="connsiteY119206" fmla="*/ 1081582 h 2398711"/>
              <a:gd name="connsiteX119207" fmla="*/ 260399 w 2119654"/>
              <a:gd name="connsiteY119207" fmla="*/ 1081654 h 2398711"/>
              <a:gd name="connsiteX119208" fmla="*/ 256640 w 2119654"/>
              <a:gd name="connsiteY119208" fmla="*/ 1070494 h 2398711"/>
              <a:gd name="connsiteX119209" fmla="*/ 433549 w 2119654"/>
              <a:gd name="connsiteY119209" fmla="*/ 662173 h 2398711"/>
              <a:gd name="connsiteX119210" fmla="*/ 433317 w 2119654"/>
              <a:gd name="connsiteY119210" fmla="*/ 663655 h 2398711"/>
              <a:gd name="connsiteX119211" fmla="*/ 434316 w 2119654"/>
              <a:gd name="connsiteY119211" fmla="*/ 668250 h 2398711"/>
              <a:gd name="connsiteX119212" fmla="*/ 434368 w 2119654"/>
              <a:gd name="connsiteY119212" fmla="*/ 668251 h 2398711"/>
              <a:gd name="connsiteX119213" fmla="*/ 440441 w 2119654"/>
              <a:gd name="connsiteY119213" fmla="*/ 673255 h 2398711"/>
              <a:gd name="connsiteX119214" fmla="*/ 442693 w 2119654"/>
              <a:gd name="connsiteY119214" fmla="*/ 673466 h 2398711"/>
              <a:gd name="connsiteX119215" fmla="*/ 442990 w 2119654"/>
              <a:gd name="connsiteY119215" fmla="*/ 671746 h 2398711"/>
              <a:gd name="connsiteX119216" fmla="*/ 443068 w 2119654"/>
              <a:gd name="connsiteY119216" fmla="*/ 669834 h 2398711"/>
              <a:gd name="connsiteX119217" fmla="*/ 442627 w 2119654"/>
              <a:gd name="connsiteY119217" fmla="*/ 666471 h 2398711"/>
              <a:gd name="connsiteX119218" fmla="*/ 213303 w 2119654"/>
              <a:gd name="connsiteY119218" fmla="*/ 1155102 h 2398711"/>
              <a:gd name="connsiteX119219" fmla="*/ 213832 w 2119654"/>
              <a:gd name="connsiteY119219" fmla="*/ 1156111 h 2398711"/>
              <a:gd name="connsiteX119220" fmla="*/ 224723 w 2119654"/>
              <a:gd name="connsiteY119220" fmla="*/ 1169293 h 2398711"/>
              <a:gd name="connsiteX119221" fmla="*/ 221034 w 2119654"/>
              <a:gd name="connsiteY119221" fmla="*/ 1163595 h 2398711"/>
              <a:gd name="connsiteX119222" fmla="*/ 463869 w 2119654"/>
              <a:gd name="connsiteY119222" fmla="*/ 593927 h 2398711"/>
              <a:gd name="connsiteX119223" fmla="*/ 462654 w 2119654"/>
              <a:gd name="connsiteY119223" fmla="*/ 602052 h 2398711"/>
              <a:gd name="connsiteX119224" fmla="*/ 465198 w 2119654"/>
              <a:gd name="connsiteY119224" fmla="*/ 603596 h 2398711"/>
              <a:gd name="connsiteX119225" fmla="*/ 465941 w 2119654"/>
              <a:gd name="connsiteY119225" fmla="*/ 600461 h 2398711"/>
              <a:gd name="connsiteX119226" fmla="*/ 466213 w 2119654"/>
              <a:gd name="connsiteY119226" fmla="*/ 595480 h 2398711"/>
              <a:gd name="connsiteX119227" fmla="*/ 408347 w 2119654"/>
              <a:gd name="connsiteY119227" fmla="*/ 718114 h 2398711"/>
              <a:gd name="connsiteX119228" fmla="*/ 408248 w 2119654"/>
              <a:gd name="connsiteY119228" fmla="*/ 721267 h 2398711"/>
              <a:gd name="connsiteX119229" fmla="*/ 408597 w 2119654"/>
              <a:gd name="connsiteY119229" fmla="*/ 719066 h 2398711"/>
              <a:gd name="connsiteX119230" fmla="*/ 408738 w 2119654"/>
              <a:gd name="connsiteY119230" fmla="*/ 718253 h 2398711"/>
              <a:gd name="connsiteX119231" fmla="*/ 336794 w 2119654"/>
              <a:gd name="connsiteY119231" fmla="*/ 878316 h 2398711"/>
              <a:gd name="connsiteX119232" fmla="*/ 333936 w 2119654"/>
              <a:gd name="connsiteY119232" fmla="*/ 892928 h 2398711"/>
              <a:gd name="connsiteX119233" fmla="*/ 339040 w 2119654"/>
              <a:gd name="connsiteY119233" fmla="*/ 900734 h 2398711"/>
              <a:gd name="connsiteX119234" fmla="*/ 342462 w 2119654"/>
              <a:gd name="connsiteY119234" fmla="*/ 905811 h 2398711"/>
              <a:gd name="connsiteX119235" fmla="*/ 342512 w 2119654"/>
              <a:gd name="connsiteY119235" fmla="*/ 904606 h 2398711"/>
              <a:gd name="connsiteX119236" fmla="*/ 341891 w 2119654"/>
              <a:gd name="connsiteY119236" fmla="*/ 902027 h 2398711"/>
              <a:gd name="connsiteX119237" fmla="*/ 341969 w 2119654"/>
              <a:gd name="connsiteY119237" fmla="*/ 901858 h 2398711"/>
              <a:gd name="connsiteX119238" fmla="*/ 342529 w 2119654"/>
              <a:gd name="connsiteY119238" fmla="*/ 904186 h 2398711"/>
              <a:gd name="connsiteX119239" fmla="*/ 343109 w 2119654"/>
              <a:gd name="connsiteY119239" fmla="*/ 890139 h 2398711"/>
              <a:gd name="connsiteX119240" fmla="*/ 342201 w 2119654"/>
              <a:gd name="connsiteY119240" fmla="*/ 885675 h 2398711"/>
              <a:gd name="connsiteX119241" fmla="*/ 339364 w 2119654"/>
              <a:gd name="connsiteY119241" fmla="*/ 879278 h 2398711"/>
              <a:gd name="connsiteX119242" fmla="*/ 338787 w 2119654"/>
              <a:gd name="connsiteY119242" fmla="*/ 878826 h 2398711"/>
              <a:gd name="connsiteX119243" fmla="*/ 321963 w 2119654"/>
              <a:gd name="connsiteY119243" fmla="*/ 911520 h 2398711"/>
              <a:gd name="connsiteX119244" fmla="*/ 321744 w 2119654"/>
              <a:gd name="connsiteY119244" fmla="*/ 913172 h 2398711"/>
              <a:gd name="connsiteX119245" fmla="*/ 321398 w 2119654"/>
              <a:gd name="connsiteY119245" fmla="*/ 919774 h 2398711"/>
              <a:gd name="connsiteX119246" fmla="*/ 322728 w 2119654"/>
              <a:gd name="connsiteY119246" fmla="*/ 922909 h 2398711"/>
              <a:gd name="connsiteX119247" fmla="*/ 322304 w 2119654"/>
              <a:gd name="connsiteY119247" fmla="*/ 912715 h 2398711"/>
              <a:gd name="connsiteX119248" fmla="*/ 242178 w 2119654"/>
              <a:gd name="connsiteY119248" fmla="*/ 1090092 h 2398711"/>
              <a:gd name="connsiteX119249" fmla="*/ 242325 w 2119654"/>
              <a:gd name="connsiteY119249" fmla="*/ 1090820 h 2398711"/>
              <a:gd name="connsiteX119250" fmla="*/ 242377 w 2119654"/>
              <a:gd name="connsiteY119250" fmla="*/ 1090899 h 2398711"/>
              <a:gd name="connsiteX119251" fmla="*/ 242225 w 2119654"/>
              <a:gd name="connsiteY119251" fmla="*/ 1090144 h 2398711"/>
              <a:gd name="connsiteX119252" fmla="*/ 383017 w 2119654"/>
              <a:gd name="connsiteY119252" fmla="*/ 774717 h 2398711"/>
              <a:gd name="connsiteX119253" fmla="*/ 382136 w 2119654"/>
              <a:gd name="connsiteY119253" fmla="*/ 781360 h 2398711"/>
              <a:gd name="connsiteX119254" fmla="*/ 387078 w 2119654"/>
              <a:gd name="connsiteY119254" fmla="*/ 801238 h 2398711"/>
              <a:gd name="connsiteX119255" fmla="*/ 392991 w 2119654"/>
              <a:gd name="connsiteY119255" fmla="*/ 810614 h 2398711"/>
              <a:gd name="connsiteX119256" fmla="*/ 384769 w 2119654"/>
              <a:gd name="connsiteY119256" fmla="*/ 775780 h 2398711"/>
              <a:gd name="connsiteX119257" fmla="*/ 401536 w 2119654"/>
              <a:gd name="connsiteY119257" fmla="*/ 733193 h 2398711"/>
              <a:gd name="connsiteX119258" fmla="*/ 401377 w 2119654"/>
              <a:gd name="connsiteY119258" fmla="*/ 735969 h 2398711"/>
              <a:gd name="connsiteX119259" fmla="*/ 403793 w 2119654"/>
              <a:gd name="connsiteY119259" fmla="*/ 741644 h 2398711"/>
              <a:gd name="connsiteX119260" fmla="*/ 403856 w 2119654"/>
              <a:gd name="connsiteY119260" fmla="*/ 740135 h 2398711"/>
              <a:gd name="connsiteX119261" fmla="*/ 402122 w 2119654"/>
              <a:gd name="connsiteY119261" fmla="*/ 733565 h 2398711"/>
              <a:gd name="connsiteX119262" fmla="*/ 351120 w 2119654"/>
              <a:gd name="connsiteY119262" fmla="*/ 845909 h 2398711"/>
              <a:gd name="connsiteX119263" fmla="*/ 351381 w 2119654"/>
              <a:gd name="connsiteY119263" fmla="*/ 847354 h 2398711"/>
              <a:gd name="connsiteX119264" fmla="*/ 351535 w 2119654"/>
              <a:gd name="connsiteY119264" fmla="*/ 847803 h 2398711"/>
              <a:gd name="connsiteX119265" fmla="*/ 354802 w 2119654"/>
              <a:gd name="connsiteY119265" fmla="*/ 851298 h 2398711"/>
              <a:gd name="connsiteX119266" fmla="*/ 354617 w 2119654"/>
              <a:gd name="connsiteY119266" fmla="*/ 850120 h 2398711"/>
              <a:gd name="connsiteX119267" fmla="*/ 352242 w 2119654"/>
              <a:gd name="connsiteY119267" fmla="*/ 845969 h 2398711"/>
              <a:gd name="connsiteX119268" fmla="*/ 417388 w 2119654"/>
              <a:gd name="connsiteY119268" fmla="*/ 697426 h 2398711"/>
              <a:gd name="connsiteX119269" fmla="*/ 418612 w 2119654"/>
              <a:gd name="connsiteY119269" fmla="*/ 703436 h 2398711"/>
              <a:gd name="connsiteX119270" fmla="*/ 420369 w 2119654"/>
              <a:gd name="connsiteY119270" fmla="*/ 704760 h 2398711"/>
              <a:gd name="connsiteX119271" fmla="*/ 418863 w 2119654"/>
              <a:gd name="connsiteY119271" fmla="*/ 701125 h 2398711"/>
              <a:gd name="connsiteX119272" fmla="*/ 250663 w 2119654"/>
              <a:gd name="connsiteY119272" fmla="*/ 1070725 h 2398711"/>
              <a:gd name="connsiteX119273" fmla="*/ 250942 w 2119654"/>
              <a:gd name="connsiteY119273" fmla="*/ 1071702 h 2398711"/>
              <a:gd name="connsiteX119274" fmla="*/ 250767 w 2119654"/>
              <a:gd name="connsiteY119274" fmla="*/ 1070947 h 2398711"/>
              <a:gd name="connsiteX119275" fmla="*/ 472779 w 2119654"/>
              <a:gd name="connsiteY119275" fmla="*/ 573337 h 2398711"/>
              <a:gd name="connsiteX119276" fmla="*/ 472479 w 2119654"/>
              <a:gd name="connsiteY119276" fmla="*/ 574604 h 2398711"/>
              <a:gd name="connsiteX119277" fmla="*/ 472211 w 2119654"/>
              <a:gd name="connsiteY119277" fmla="*/ 575807 h 2398711"/>
              <a:gd name="connsiteX119278" fmla="*/ 472364 w 2119654"/>
              <a:gd name="connsiteY119278" fmla="*/ 579494 h 2398711"/>
              <a:gd name="connsiteX119279" fmla="*/ 473142 w 2119654"/>
              <a:gd name="connsiteY119279" fmla="*/ 584266 h 2398711"/>
              <a:gd name="connsiteX119280" fmla="*/ 472981 w 2119654"/>
              <a:gd name="connsiteY119280" fmla="*/ 573460 h 2398711"/>
              <a:gd name="connsiteX119281" fmla="*/ 181990 w 2119654"/>
              <a:gd name="connsiteY119281" fmla="*/ 1224214 h 2398711"/>
              <a:gd name="connsiteX119282" fmla="*/ 183566 w 2119654"/>
              <a:gd name="connsiteY119282" fmla="*/ 1228895 h 2398711"/>
              <a:gd name="connsiteX119283" fmla="*/ 194434 w 2119654"/>
              <a:gd name="connsiteY119283" fmla="*/ 1241436 h 2398711"/>
              <a:gd name="connsiteX119284" fmla="*/ 190711 w 2119654"/>
              <a:gd name="connsiteY119284" fmla="*/ 1234279 h 2398711"/>
              <a:gd name="connsiteX119285" fmla="*/ 472966 w 2119654"/>
              <a:gd name="connsiteY119285" fmla="*/ 572547 h 2398711"/>
              <a:gd name="connsiteX119286" fmla="*/ 472826 w 2119654"/>
              <a:gd name="connsiteY119286" fmla="*/ 573139 h 2398711"/>
              <a:gd name="connsiteX119287" fmla="*/ 472976 w 2119654"/>
              <a:gd name="connsiteY119287" fmla="*/ 573231 h 2398711"/>
              <a:gd name="connsiteX119288" fmla="*/ 314930 w 2119654"/>
              <a:gd name="connsiteY119288" fmla="*/ 926396 h 2398711"/>
              <a:gd name="connsiteX119289" fmla="*/ 315175 w 2119654"/>
              <a:gd name="connsiteY119289" fmla="*/ 927646 h 2398711"/>
              <a:gd name="connsiteX119290" fmla="*/ 315267 w 2119654"/>
              <a:gd name="connsiteY119290" fmla="*/ 926949 h 2398711"/>
              <a:gd name="connsiteX119291" fmla="*/ 350877 w 2119654"/>
              <a:gd name="connsiteY119291" fmla="*/ 845897 h 2398711"/>
              <a:gd name="connsiteX119292" fmla="*/ 350986 w 2119654"/>
              <a:gd name="connsiteY119292" fmla="*/ 846212 h 2398711"/>
              <a:gd name="connsiteX119293" fmla="*/ 350930 w 2119654"/>
              <a:gd name="connsiteY119293" fmla="*/ 845900 h 2398711"/>
              <a:gd name="connsiteX119294" fmla="*/ 355143 w 2119654"/>
              <a:gd name="connsiteY119294" fmla="*/ 836122 h 2398711"/>
              <a:gd name="connsiteX119295" fmla="*/ 356015 w 2119654"/>
              <a:gd name="connsiteY119295" fmla="*/ 841087 h 2398711"/>
              <a:gd name="connsiteX119296" fmla="*/ 357010 w 2119654"/>
              <a:gd name="connsiteY119296" fmla="*/ 845665 h 2398711"/>
              <a:gd name="connsiteX119297" fmla="*/ 359163 w 2119654"/>
              <a:gd name="connsiteY119297" fmla="*/ 845780 h 2398711"/>
              <a:gd name="connsiteX119298" fmla="*/ 359166 w 2119654"/>
              <a:gd name="connsiteY119298" fmla="*/ 843149 h 2398711"/>
              <a:gd name="connsiteX119299" fmla="*/ 357745 w 2119654"/>
              <a:gd name="connsiteY119299" fmla="*/ 841118 h 2398711"/>
              <a:gd name="connsiteX119300" fmla="*/ 432930 w 2119654"/>
              <a:gd name="connsiteY119300" fmla="*/ 661880 h 2398711"/>
              <a:gd name="connsiteX119301" fmla="*/ 432957 w 2119654"/>
              <a:gd name="connsiteY119301" fmla="*/ 662004 h 2398711"/>
              <a:gd name="connsiteX119302" fmla="*/ 432973 w 2119654"/>
              <a:gd name="connsiteY119302" fmla="*/ 661900 h 2398711"/>
              <a:gd name="connsiteX119303" fmla="*/ 495055 w 2119654"/>
              <a:gd name="connsiteY119303" fmla="*/ 522588 h 2398711"/>
              <a:gd name="connsiteX119304" fmla="*/ 495183 w 2119654"/>
              <a:gd name="connsiteY119304" fmla="*/ 522693 h 2398711"/>
              <a:gd name="connsiteX119305" fmla="*/ 495160 w 2119654"/>
              <a:gd name="connsiteY119305" fmla="*/ 522620 h 2398711"/>
              <a:gd name="connsiteX119306" fmla="*/ 337322 w 2119654"/>
              <a:gd name="connsiteY119306" fmla="*/ 875619 h 2398711"/>
              <a:gd name="connsiteX119307" fmla="*/ 337071 w 2119654"/>
              <a:gd name="connsiteY119307" fmla="*/ 876902 h 2398711"/>
              <a:gd name="connsiteX119308" fmla="*/ 337937 w 2119654"/>
              <a:gd name="connsiteY119308" fmla="*/ 877560 h 2398711"/>
              <a:gd name="connsiteX119309" fmla="*/ 338497 w 2119654"/>
              <a:gd name="connsiteY119309" fmla="*/ 877718 h 2398711"/>
              <a:gd name="connsiteX119310" fmla="*/ 227472 w 2119654"/>
              <a:gd name="connsiteY119310" fmla="*/ 1121556 h 2398711"/>
              <a:gd name="connsiteX119311" fmla="*/ 239066 w 2119654"/>
              <a:gd name="connsiteY119311" fmla="*/ 1139764 h 2398711"/>
              <a:gd name="connsiteX119312" fmla="*/ 242614 w 2119654"/>
              <a:gd name="connsiteY119312" fmla="*/ 1145175 h 2398711"/>
              <a:gd name="connsiteX119313" fmla="*/ 243449 w 2119654"/>
              <a:gd name="connsiteY119313" fmla="*/ 1146093 h 2398711"/>
              <a:gd name="connsiteX119314" fmla="*/ 230937 w 2119654"/>
              <a:gd name="connsiteY119314" fmla="*/ 1124883 h 2398711"/>
              <a:gd name="connsiteX119315" fmla="*/ 454896 w 2119654"/>
              <a:gd name="connsiteY119315" fmla="*/ 611893 h 2398711"/>
              <a:gd name="connsiteX119316" fmla="*/ 455576 w 2119654"/>
              <a:gd name="connsiteY119316" fmla="*/ 620018 h 2398711"/>
              <a:gd name="connsiteX119317" fmla="*/ 456152 w 2119654"/>
              <a:gd name="connsiteY119317" fmla="*/ 621929 h 2398711"/>
              <a:gd name="connsiteX119318" fmla="*/ 456561 w 2119654"/>
              <a:gd name="connsiteY119318" fmla="*/ 622108 h 2398711"/>
              <a:gd name="connsiteX119319" fmla="*/ 171302 w 2119654"/>
              <a:gd name="connsiteY119319" fmla="*/ 1246870 h 2398711"/>
              <a:gd name="connsiteX119320" fmla="*/ 173099 w 2119654"/>
              <a:gd name="connsiteY119320" fmla="*/ 1251575 h 2398711"/>
              <a:gd name="connsiteX119321" fmla="*/ 195612 w 2119654"/>
              <a:gd name="connsiteY119321" fmla="*/ 1266763 h 2398711"/>
              <a:gd name="connsiteX119322" fmla="*/ 194297 w 2119654"/>
              <a:gd name="connsiteY119322" fmla="*/ 1262857 h 2398711"/>
              <a:gd name="connsiteX119323" fmla="*/ 376274 w 2119654"/>
              <a:gd name="connsiteY119323" fmla="*/ 787879 h 2398711"/>
              <a:gd name="connsiteX119324" fmla="*/ 376638 w 2119654"/>
              <a:gd name="connsiteY119324" fmla="*/ 796658 h 2398711"/>
              <a:gd name="connsiteX119325" fmla="*/ 377489 w 2119654"/>
              <a:gd name="connsiteY119325" fmla="*/ 790240 h 2398711"/>
              <a:gd name="connsiteX119326" fmla="*/ 350881 w 2119654"/>
              <a:gd name="connsiteY119326" fmla="*/ 844578 h 2398711"/>
              <a:gd name="connsiteX119327" fmla="*/ 351020 w 2119654"/>
              <a:gd name="connsiteY119327" fmla="*/ 845347 h 2398711"/>
              <a:gd name="connsiteX119328" fmla="*/ 351912 w 2119654"/>
              <a:gd name="connsiteY119328" fmla="*/ 845394 h 2398711"/>
              <a:gd name="connsiteX119329" fmla="*/ 351655 w 2119654"/>
              <a:gd name="connsiteY119329" fmla="*/ 844943 h 2398711"/>
              <a:gd name="connsiteX119330" fmla="*/ 383428 w 2119654"/>
              <a:gd name="connsiteY119330" fmla="*/ 771629 h 2398711"/>
              <a:gd name="connsiteX119331" fmla="*/ 383114 w 2119654"/>
              <a:gd name="connsiteY119331" fmla="*/ 773993 h 2398711"/>
              <a:gd name="connsiteX119332" fmla="*/ 384554 w 2119654"/>
              <a:gd name="connsiteY119332" fmla="*/ 774867 h 2398711"/>
              <a:gd name="connsiteX119333" fmla="*/ 383926 w 2119654"/>
              <a:gd name="connsiteY119333" fmla="*/ 772208 h 2398711"/>
              <a:gd name="connsiteX119334" fmla="*/ 472091 w 2119654"/>
              <a:gd name="connsiteY119334" fmla="*/ 572920 h 2398711"/>
              <a:gd name="connsiteX119335" fmla="*/ 472147 w 2119654"/>
              <a:gd name="connsiteY119335" fmla="*/ 574255 h 2398711"/>
              <a:gd name="connsiteX119336" fmla="*/ 472416 w 2119654"/>
              <a:gd name="connsiteY119336" fmla="*/ 573117 h 2398711"/>
              <a:gd name="connsiteX119337" fmla="*/ 405250 w 2119654"/>
              <a:gd name="connsiteY119337" fmla="*/ 722570 h 2398711"/>
              <a:gd name="connsiteX119338" fmla="*/ 405055 w 2119654"/>
              <a:gd name="connsiteY119338" fmla="*/ 727324 h 2398711"/>
              <a:gd name="connsiteX119339" fmla="*/ 405794 w 2119654"/>
              <a:gd name="connsiteY119339" fmla="*/ 727582 h 2398711"/>
              <a:gd name="connsiteX119340" fmla="*/ 405643 w 2119654"/>
              <a:gd name="connsiteY119340" fmla="*/ 724135 h 2398711"/>
              <a:gd name="connsiteX119341" fmla="*/ 291989 w 2119654"/>
              <a:gd name="connsiteY119341" fmla="*/ 976109 h 2398711"/>
              <a:gd name="connsiteX119342" fmla="*/ 293005 w 2119654"/>
              <a:gd name="connsiteY119342" fmla="*/ 978505 h 2398711"/>
              <a:gd name="connsiteX119343" fmla="*/ 292965 w 2119654"/>
              <a:gd name="connsiteY119343" fmla="*/ 978222 h 2398711"/>
              <a:gd name="connsiteX119344" fmla="*/ 327552 w 2119654"/>
              <a:gd name="connsiteY119344" fmla="*/ 896063 h 2398711"/>
              <a:gd name="connsiteX119345" fmla="*/ 329030 w 2119654"/>
              <a:gd name="connsiteY119345" fmla="*/ 900358 h 2398711"/>
              <a:gd name="connsiteX119346" fmla="*/ 330268 w 2119654"/>
              <a:gd name="connsiteY119346" fmla="*/ 902482 h 2398711"/>
              <a:gd name="connsiteX119347" fmla="*/ 330947 w 2119654"/>
              <a:gd name="connsiteY119347" fmla="*/ 899013 h 2398711"/>
              <a:gd name="connsiteX119348" fmla="*/ 383558 w 2119654"/>
              <a:gd name="connsiteY119348" fmla="*/ 770646 h 2398711"/>
              <a:gd name="connsiteX119349" fmla="*/ 383478 w 2119654"/>
              <a:gd name="connsiteY119349" fmla="*/ 771245 h 2398711"/>
              <a:gd name="connsiteX119350" fmla="*/ 383782 w 2119654"/>
              <a:gd name="connsiteY119350" fmla="*/ 771598 h 2398711"/>
              <a:gd name="connsiteX119351" fmla="*/ 330800 w 2119654"/>
              <a:gd name="connsiteY119351" fmla="*/ 888596 h 2398711"/>
              <a:gd name="connsiteX119352" fmla="*/ 331790 w 2119654"/>
              <a:gd name="connsiteY119352" fmla="*/ 894705 h 2398711"/>
              <a:gd name="connsiteX119353" fmla="*/ 332071 w 2119654"/>
              <a:gd name="connsiteY119353" fmla="*/ 893270 h 2398711"/>
              <a:gd name="connsiteX119354" fmla="*/ 331666 w 2119654"/>
              <a:gd name="connsiteY119354" fmla="*/ 889922 h 2398711"/>
              <a:gd name="connsiteX119355" fmla="*/ 183113 w 2119654"/>
              <a:gd name="connsiteY119355" fmla="*/ 1219155 h 2398711"/>
              <a:gd name="connsiteX119356" fmla="*/ 184760 w 2119654"/>
              <a:gd name="connsiteY119356" fmla="*/ 1222320 h 2398711"/>
              <a:gd name="connsiteX119357" fmla="*/ 188766 w 2119654"/>
              <a:gd name="connsiteY119357" fmla="*/ 1226136 h 2398711"/>
              <a:gd name="connsiteX119358" fmla="*/ 434514 w 2119654"/>
              <a:gd name="connsiteY119358" fmla="*/ 656025 h 2398711"/>
              <a:gd name="connsiteX119359" fmla="*/ 433688 w 2119654"/>
              <a:gd name="connsiteY119359" fmla="*/ 661294 h 2398711"/>
              <a:gd name="connsiteX119360" fmla="*/ 442496 w 2119654"/>
              <a:gd name="connsiteY119360" fmla="*/ 665464 h 2398711"/>
              <a:gd name="connsiteX119361" fmla="*/ 442079 w 2119654"/>
              <a:gd name="connsiteY119361" fmla="*/ 662281 h 2398711"/>
              <a:gd name="connsiteX119362" fmla="*/ 401763 w 2119654"/>
              <a:gd name="connsiteY119362" fmla="*/ 729256 h 2398711"/>
              <a:gd name="connsiteX119363" fmla="*/ 401693 w 2119654"/>
              <a:gd name="connsiteY119363" fmla="*/ 730481 h 2398711"/>
              <a:gd name="connsiteX119364" fmla="*/ 401951 w 2119654"/>
              <a:gd name="connsiteY119364" fmla="*/ 731458 h 2398711"/>
              <a:gd name="connsiteX119365" fmla="*/ 404163 w 2119654"/>
              <a:gd name="connsiteY119365" fmla="*/ 732649 h 2398711"/>
              <a:gd name="connsiteX119366" fmla="*/ 404269 w 2119654"/>
              <a:gd name="connsiteY119366" fmla="*/ 730096 h 2398711"/>
              <a:gd name="connsiteX119367" fmla="*/ 349695 w 2119654"/>
              <a:gd name="connsiteY119367" fmla="*/ 845835 h 2398711"/>
              <a:gd name="connsiteX119368" fmla="*/ 350759 w 2119654"/>
              <a:gd name="connsiteY119368" fmla="*/ 846974 h 2398711"/>
              <a:gd name="connsiteX119369" fmla="*/ 350396 w 2119654"/>
              <a:gd name="connsiteY119369" fmla="*/ 845871 h 2398711"/>
              <a:gd name="connsiteX119370" fmla="*/ 350332 w 2119654"/>
              <a:gd name="connsiteY119370" fmla="*/ 844318 h 2398711"/>
              <a:gd name="connsiteX119371" fmla="*/ 350681 w 2119654"/>
              <a:gd name="connsiteY119371" fmla="*/ 845330 h 2398711"/>
              <a:gd name="connsiteX119372" fmla="*/ 350829 w 2119654"/>
              <a:gd name="connsiteY119372" fmla="*/ 845338 h 2398711"/>
              <a:gd name="connsiteX119373" fmla="*/ 350678 w 2119654"/>
              <a:gd name="connsiteY119373" fmla="*/ 844505 h 2398711"/>
              <a:gd name="connsiteX119374" fmla="*/ 350688 w 2119654"/>
              <a:gd name="connsiteY119374" fmla="*/ 844486 h 2398711"/>
              <a:gd name="connsiteX119375" fmla="*/ 293727 w 2119654"/>
              <a:gd name="connsiteY119375" fmla="*/ 971053 h 2398711"/>
              <a:gd name="connsiteX119376" fmla="*/ 294711 w 2119654"/>
              <a:gd name="connsiteY119376" fmla="*/ 978045 h 2398711"/>
              <a:gd name="connsiteX119377" fmla="*/ 299831 w 2119654"/>
              <a:gd name="connsiteY119377" fmla="*/ 988061 h 2398711"/>
              <a:gd name="connsiteX119378" fmla="*/ 299370 w 2119654"/>
              <a:gd name="connsiteY119378" fmla="*/ 982546 h 2398711"/>
              <a:gd name="connsiteX119379" fmla="*/ 298996 w 2119654"/>
              <a:gd name="connsiteY119379" fmla="*/ 981959 h 2398711"/>
              <a:gd name="connsiteX119380" fmla="*/ 299035 w 2119654"/>
              <a:gd name="connsiteY119380" fmla="*/ 981575 h 2398711"/>
              <a:gd name="connsiteX119381" fmla="*/ 299327 w 2119654"/>
              <a:gd name="connsiteY119381" fmla="*/ 982033 h 2398711"/>
              <a:gd name="connsiteX119382" fmla="*/ 299319 w 2119654"/>
              <a:gd name="connsiteY119382" fmla="*/ 981934 h 2398711"/>
              <a:gd name="connsiteX119383" fmla="*/ 298699 w 2119654"/>
              <a:gd name="connsiteY119383" fmla="*/ 978746 h 2398711"/>
              <a:gd name="connsiteX119384" fmla="*/ 457664 w 2119654"/>
              <a:gd name="connsiteY119384" fmla="*/ 603720 h 2398711"/>
              <a:gd name="connsiteX119385" fmla="*/ 458338 w 2119654"/>
              <a:gd name="connsiteY119385" fmla="*/ 607854 h 2398711"/>
              <a:gd name="connsiteX119386" fmla="*/ 461321 w 2119654"/>
              <a:gd name="connsiteY119386" fmla="*/ 608449 h 2398711"/>
              <a:gd name="connsiteX119387" fmla="*/ 461902 w 2119654"/>
              <a:gd name="connsiteY119387" fmla="*/ 604565 h 2398711"/>
              <a:gd name="connsiteX119388" fmla="*/ 343371 w 2119654"/>
              <a:gd name="connsiteY119388" fmla="*/ 859634 h 2398711"/>
              <a:gd name="connsiteX119389" fmla="*/ 343804 w 2119654"/>
              <a:gd name="connsiteY119389" fmla="*/ 860717 h 2398711"/>
              <a:gd name="connsiteX119390" fmla="*/ 344278 w 2119654"/>
              <a:gd name="connsiteY119390" fmla="*/ 861835 h 2398711"/>
              <a:gd name="connsiteX119391" fmla="*/ 344305 w 2119654"/>
              <a:gd name="connsiteY119391" fmla="*/ 861156 h 2398711"/>
              <a:gd name="connsiteX119392" fmla="*/ 474610 w 2119654"/>
              <a:gd name="connsiteY119392" fmla="*/ 565605 h 2398711"/>
              <a:gd name="connsiteX119393" fmla="*/ 473590 w 2119654"/>
              <a:gd name="connsiteY119393" fmla="*/ 569913 h 2398711"/>
              <a:gd name="connsiteX119394" fmla="*/ 473636 w 2119654"/>
              <a:gd name="connsiteY119394" fmla="*/ 573630 h 2398711"/>
              <a:gd name="connsiteX119395" fmla="*/ 475383 w 2119654"/>
              <a:gd name="connsiteY119395" fmla="*/ 574693 h 2398711"/>
              <a:gd name="connsiteX119396" fmla="*/ 475209 w 2119654"/>
              <a:gd name="connsiteY119396" fmla="*/ 566901 h 2398711"/>
              <a:gd name="connsiteX119397" fmla="*/ 383789 w 2119654"/>
              <a:gd name="connsiteY119397" fmla="*/ 768902 h 2398711"/>
              <a:gd name="connsiteX119398" fmla="*/ 383662 w 2119654"/>
              <a:gd name="connsiteY119398" fmla="*/ 769862 h 2398711"/>
              <a:gd name="connsiteX119399" fmla="*/ 384180 w 2119654"/>
              <a:gd name="connsiteY119399" fmla="*/ 772059 h 2398711"/>
              <a:gd name="connsiteX119400" fmla="*/ 387003 w 2119654"/>
              <a:gd name="connsiteY119400" fmla="*/ 775332 h 2398711"/>
              <a:gd name="connsiteX119401" fmla="*/ 387255 w 2119654"/>
              <a:gd name="connsiteY119401" fmla="*/ 775601 h 2398711"/>
              <a:gd name="connsiteX119402" fmla="*/ 386921 w 2119654"/>
              <a:gd name="connsiteY119402" fmla="*/ 774240 h 2398711"/>
              <a:gd name="connsiteX119403" fmla="*/ 385989 w 2119654"/>
              <a:gd name="connsiteY119403" fmla="*/ 769666 h 2398711"/>
              <a:gd name="connsiteX119404" fmla="*/ 503582 w 2119654"/>
              <a:gd name="connsiteY119404" fmla="*/ 500659 h 2398711"/>
              <a:gd name="connsiteX119405" fmla="*/ 506495 w 2119654"/>
              <a:gd name="connsiteY119405" fmla="*/ 502746 h 2398711"/>
              <a:gd name="connsiteX119406" fmla="*/ 506442 w 2119654"/>
              <a:gd name="connsiteY119406" fmla="*/ 501532 h 2398711"/>
              <a:gd name="connsiteX119407" fmla="*/ 302189 w 2119654"/>
              <a:gd name="connsiteY119407" fmla="*/ 951567 h 2398711"/>
              <a:gd name="connsiteX119408" fmla="*/ 309007 w 2119654"/>
              <a:gd name="connsiteY119408" fmla="*/ 965129 h 2398711"/>
              <a:gd name="connsiteX119409" fmla="*/ 303590 w 2119654"/>
              <a:gd name="connsiteY119409" fmla="*/ 951979 h 2398711"/>
              <a:gd name="connsiteX119410" fmla="*/ 325887 w 2119654"/>
              <a:gd name="connsiteY119410" fmla="*/ 898479 h 2398711"/>
              <a:gd name="connsiteX119411" fmla="*/ 326931 w 2119654"/>
              <a:gd name="connsiteY119411" fmla="*/ 903034 h 2398711"/>
              <a:gd name="connsiteX119412" fmla="*/ 327335 w 2119654"/>
              <a:gd name="connsiteY119412" fmla="*/ 903682 h 2398711"/>
              <a:gd name="connsiteX119413" fmla="*/ 329248 w 2119654"/>
              <a:gd name="connsiteY119413" fmla="*/ 904276 h 2398711"/>
              <a:gd name="connsiteX119414" fmla="*/ 329219 w 2119654"/>
              <a:gd name="connsiteY119414" fmla="*/ 904199 h 2398711"/>
              <a:gd name="connsiteX119415" fmla="*/ 410925 w 2119654"/>
              <a:gd name="connsiteY119415" fmla="*/ 707940 h 2398711"/>
              <a:gd name="connsiteX119416" fmla="*/ 409358 w 2119654"/>
              <a:gd name="connsiteY119416" fmla="*/ 717807 h 2398711"/>
              <a:gd name="connsiteX119417" fmla="*/ 414016 w 2119654"/>
              <a:gd name="connsiteY119417" fmla="*/ 719257 h 2398711"/>
              <a:gd name="connsiteX119418" fmla="*/ 413449 w 2119654"/>
              <a:gd name="connsiteY119418" fmla="*/ 712468 h 2398711"/>
              <a:gd name="connsiteX119419" fmla="*/ 412439 w 2119654"/>
              <a:gd name="connsiteY119419" fmla="*/ 708404 h 2398711"/>
              <a:gd name="connsiteX119420" fmla="*/ 386871 w 2119654"/>
              <a:gd name="connsiteY119420" fmla="*/ 761713 h 2398711"/>
              <a:gd name="connsiteX119421" fmla="*/ 386929 w 2119654"/>
              <a:gd name="connsiteY119421" fmla="*/ 761969 h 2398711"/>
              <a:gd name="connsiteX119422" fmla="*/ 387117 w 2119654"/>
              <a:gd name="connsiteY119422" fmla="*/ 762027 h 2398711"/>
              <a:gd name="connsiteX119423" fmla="*/ 457578 w 2119654"/>
              <a:gd name="connsiteY119423" fmla="*/ 603189 h 2398711"/>
              <a:gd name="connsiteX119424" fmla="*/ 457622 w 2119654"/>
              <a:gd name="connsiteY119424" fmla="*/ 603458 h 2398711"/>
              <a:gd name="connsiteX119425" fmla="*/ 460072 w 2119654"/>
              <a:gd name="connsiteY119425" fmla="*/ 603945 h 2398711"/>
              <a:gd name="connsiteX119426" fmla="*/ 226425 w 2119654"/>
              <a:gd name="connsiteY119426" fmla="*/ 1120552 h 2398711"/>
              <a:gd name="connsiteX119427" fmla="*/ 229345 w 2119654"/>
              <a:gd name="connsiteY119427" fmla="*/ 1132448 h 2398711"/>
              <a:gd name="connsiteX119428" fmla="*/ 244633 w 2119654"/>
              <a:gd name="connsiteY119428" fmla="*/ 1149107 h 2398711"/>
              <a:gd name="connsiteX119429" fmla="*/ 241888 w 2119654"/>
              <a:gd name="connsiteY119429" fmla="*/ 1144795 h 2398711"/>
              <a:gd name="connsiteX119430" fmla="*/ 236788 w 2119654"/>
              <a:gd name="connsiteY119430" fmla="*/ 1139191 h 2398711"/>
              <a:gd name="connsiteX119431" fmla="*/ 236796 w 2119654"/>
              <a:gd name="connsiteY119431" fmla="*/ 1138784 h 2398711"/>
              <a:gd name="connsiteX119432" fmla="*/ 241003 w 2119654"/>
              <a:gd name="connsiteY119432" fmla="*/ 1143405 h 2398711"/>
              <a:gd name="connsiteX119433" fmla="*/ 226492 w 2119654"/>
              <a:gd name="connsiteY119433" fmla="*/ 1120616 h 2398711"/>
              <a:gd name="connsiteX119434" fmla="*/ 383941 w 2119654"/>
              <a:gd name="connsiteY119434" fmla="*/ 767763 h 2398711"/>
              <a:gd name="connsiteX119435" fmla="*/ 383895 w 2119654"/>
              <a:gd name="connsiteY119435" fmla="*/ 768107 h 2398711"/>
              <a:gd name="connsiteX119436" fmla="*/ 385807 w 2119654"/>
              <a:gd name="connsiteY119436" fmla="*/ 768771 h 2398711"/>
              <a:gd name="connsiteX119437" fmla="*/ 385782 w 2119654"/>
              <a:gd name="connsiteY119437" fmla="*/ 768647 h 2398711"/>
              <a:gd name="connsiteX119438" fmla="*/ 270073 w 2119654"/>
              <a:gd name="connsiteY119438" fmla="*/ 1022590 h 2398711"/>
              <a:gd name="connsiteX119439" fmla="*/ 270642 w 2119654"/>
              <a:gd name="connsiteY119439" fmla="*/ 1025744 h 2398711"/>
              <a:gd name="connsiteX119440" fmla="*/ 271632 w 2119654"/>
              <a:gd name="connsiteY119440" fmla="*/ 1027332 h 2398711"/>
              <a:gd name="connsiteX119441" fmla="*/ 275603 w 2119654"/>
              <a:gd name="connsiteY119441" fmla="*/ 1032083 h 2398711"/>
              <a:gd name="connsiteX119442" fmla="*/ 399743 w 2119654"/>
              <a:gd name="connsiteY119442" fmla="*/ 732051 h 2398711"/>
              <a:gd name="connsiteX119443" fmla="*/ 400014 w 2119654"/>
              <a:gd name="connsiteY119443" fmla="*/ 732767 h 2398711"/>
              <a:gd name="connsiteX119444" fmla="*/ 400790 w 2119654"/>
              <a:gd name="connsiteY119444" fmla="*/ 734588 h 2398711"/>
              <a:gd name="connsiteX119445" fmla="*/ 400893 w 2119654"/>
              <a:gd name="connsiteY119445" fmla="*/ 732783 h 2398711"/>
              <a:gd name="connsiteX119446" fmla="*/ 313775 w 2119654"/>
              <a:gd name="connsiteY119446" fmla="*/ 924504 h 2398711"/>
              <a:gd name="connsiteX119447" fmla="*/ 314445 w 2119654"/>
              <a:gd name="connsiteY119447" fmla="*/ 928103 h 2398711"/>
              <a:gd name="connsiteX119448" fmla="*/ 314810 w 2119654"/>
              <a:gd name="connsiteY119448" fmla="*/ 928966 h 2398711"/>
              <a:gd name="connsiteX119449" fmla="*/ 314124 w 2119654"/>
              <a:gd name="connsiteY119449" fmla="*/ 925467 h 2398711"/>
              <a:gd name="connsiteX119450" fmla="*/ 314023 w 2119654"/>
              <a:gd name="connsiteY119450" fmla="*/ 924909 h 2398711"/>
              <a:gd name="connsiteX119451" fmla="*/ 195334 w 2119654"/>
              <a:gd name="connsiteY119451" fmla="*/ 1189401 h 2398711"/>
              <a:gd name="connsiteX119452" fmla="*/ 196841 w 2119654"/>
              <a:gd name="connsiteY119452" fmla="*/ 1192021 h 2398711"/>
              <a:gd name="connsiteX119453" fmla="*/ 205768 w 2119654"/>
              <a:gd name="connsiteY119453" fmla="*/ 1205201 h 2398711"/>
              <a:gd name="connsiteX119454" fmla="*/ 204100 w 2119654"/>
              <a:gd name="connsiteY119454" fmla="*/ 1200133 h 2398711"/>
              <a:gd name="connsiteX119455" fmla="*/ 405400 w 2119654"/>
              <a:gd name="connsiteY119455" fmla="*/ 718959 h 2398711"/>
              <a:gd name="connsiteX119456" fmla="*/ 405379 w 2119654"/>
              <a:gd name="connsiteY119456" fmla="*/ 719462 h 2398711"/>
              <a:gd name="connsiteX119457" fmla="*/ 405445 w 2119654"/>
              <a:gd name="connsiteY119457" fmla="*/ 719604 h 2398711"/>
              <a:gd name="connsiteX119458" fmla="*/ 405421 w 2119654"/>
              <a:gd name="connsiteY119458" fmla="*/ 719049 h 2398711"/>
              <a:gd name="connsiteX119459" fmla="*/ 406017 w 2119654"/>
              <a:gd name="connsiteY119459" fmla="*/ 717349 h 2398711"/>
              <a:gd name="connsiteX119460" fmla="*/ 406185 w 2119654"/>
              <a:gd name="connsiteY119460" fmla="*/ 721208 h 2398711"/>
              <a:gd name="connsiteX119461" fmla="*/ 407403 w 2119654"/>
              <a:gd name="connsiteY119461" fmla="*/ 723844 h 2398711"/>
              <a:gd name="connsiteX119462" fmla="*/ 407593 w 2119654"/>
              <a:gd name="connsiteY119462" fmla="*/ 717845 h 2398711"/>
              <a:gd name="connsiteX119463" fmla="*/ 407469 w 2119654"/>
              <a:gd name="connsiteY119463" fmla="*/ 717801 h 2398711"/>
              <a:gd name="connsiteX119464" fmla="*/ 325419 w 2119654"/>
              <a:gd name="connsiteY119464" fmla="*/ 897677 h 2398711"/>
              <a:gd name="connsiteX119465" fmla="*/ 325517 w 2119654"/>
              <a:gd name="connsiteY119465" fmla="*/ 900023 h 2398711"/>
              <a:gd name="connsiteX119466" fmla="*/ 326543 w 2119654"/>
              <a:gd name="connsiteY119466" fmla="*/ 902213 h 2398711"/>
              <a:gd name="connsiteX119467" fmla="*/ 325556 w 2119654"/>
              <a:gd name="connsiteY119467" fmla="*/ 897911 h 2398711"/>
              <a:gd name="connsiteX119468" fmla="*/ 425332 w 2119654"/>
              <a:gd name="connsiteY119468" fmla="*/ 673819 h 2398711"/>
              <a:gd name="connsiteX119469" fmla="*/ 427715 w 2119654"/>
              <a:gd name="connsiteY119469" fmla="*/ 683524 h 2398711"/>
              <a:gd name="connsiteX119470" fmla="*/ 429365 w 2119654"/>
              <a:gd name="connsiteY119470" fmla="*/ 684889 h 2398711"/>
              <a:gd name="connsiteX119471" fmla="*/ 431019 w 2119654"/>
              <a:gd name="connsiteY119471" fmla="*/ 674349 h 2398711"/>
              <a:gd name="connsiteX119472" fmla="*/ 529824 w 2119654"/>
              <a:gd name="connsiteY119472" fmla="*/ 439754 h 2398711"/>
              <a:gd name="connsiteX119473" fmla="*/ 534144 w 2119654"/>
              <a:gd name="connsiteY119473" fmla="*/ 443074 h 2398711"/>
              <a:gd name="connsiteX119474" fmla="*/ 535500 w 2119654"/>
              <a:gd name="connsiteY119474" fmla="*/ 443615 h 2398711"/>
              <a:gd name="connsiteX119475" fmla="*/ 534941 w 2119654"/>
              <a:gd name="connsiteY119475" fmla="*/ 441758 h 2398711"/>
              <a:gd name="connsiteX119476" fmla="*/ 531650 w 2119654"/>
              <a:gd name="connsiteY119476" fmla="*/ 440451 h 2398711"/>
              <a:gd name="connsiteX119477" fmla="*/ 523049 w 2119654"/>
              <a:gd name="connsiteY119477" fmla="*/ 454659 h 2398711"/>
              <a:gd name="connsiteX119478" fmla="*/ 523039 w 2119654"/>
              <a:gd name="connsiteY119478" fmla="*/ 463037 h 2398711"/>
              <a:gd name="connsiteX119479" fmla="*/ 525735 w 2119654"/>
              <a:gd name="connsiteY119479" fmla="*/ 464241 h 2398711"/>
              <a:gd name="connsiteX119480" fmla="*/ 526040 w 2119654"/>
              <a:gd name="connsiteY119480" fmla="*/ 456883 h 2398711"/>
              <a:gd name="connsiteX119481" fmla="*/ 525906 w 2119654"/>
              <a:gd name="connsiteY119481" fmla="*/ 456440 h 2398711"/>
              <a:gd name="connsiteX119482" fmla="*/ 524516 w 2119654"/>
              <a:gd name="connsiteY119482" fmla="*/ 455533 h 2398711"/>
              <a:gd name="connsiteX119483" fmla="*/ 411486 w 2119654"/>
              <a:gd name="connsiteY119483" fmla="*/ 704407 h 2398711"/>
              <a:gd name="connsiteX119484" fmla="*/ 411031 w 2119654"/>
              <a:gd name="connsiteY119484" fmla="*/ 707273 h 2398711"/>
              <a:gd name="connsiteX119485" fmla="*/ 412250 w 2119654"/>
              <a:gd name="connsiteY119485" fmla="*/ 707645 h 2398711"/>
              <a:gd name="connsiteX119486" fmla="*/ 412152 w 2119654"/>
              <a:gd name="connsiteY119486" fmla="*/ 707254 h 2398711"/>
              <a:gd name="connsiteX119487" fmla="*/ 250495 w 2119654"/>
              <a:gd name="connsiteY119487" fmla="*/ 1064760 h 2398711"/>
              <a:gd name="connsiteX119488" fmla="*/ 254326 w 2119654"/>
              <a:gd name="connsiteY119488" fmla="*/ 1071335 h 2398711"/>
              <a:gd name="connsiteX119489" fmla="*/ 252225 w 2119654"/>
              <a:gd name="connsiteY119489" fmla="*/ 1066375 h 2398711"/>
              <a:gd name="connsiteX119490" fmla="*/ 326227 w 2119654"/>
              <a:gd name="connsiteY119490" fmla="*/ 894913 h 2398711"/>
              <a:gd name="connsiteX119491" fmla="*/ 326917 w 2119654"/>
              <a:gd name="connsiteY119491" fmla="*/ 896733 h 2398711"/>
              <a:gd name="connsiteX119492" fmla="*/ 328227 w 2119654"/>
              <a:gd name="connsiteY119492" fmla="*/ 898981 h 2398711"/>
              <a:gd name="connsiteX119493" fmla="*/ 327083 w 2119654"/>
              <a:gd name="connsiteY119493" fmla="*/ 895656 h 2398711"/>
              <a:gd name="connsiteX119494" fmla="*/ 387919 w 2119654"/>
              <a:gd name="connsiteY119494" fmla="*/ 756577 h 2398711"/>
              <a:gd name="connsiteX119495" fmla="*/ 389429 w 2119654"/>
              <a:gd name="connsiteY119495" fmla="*/ 762748 h 2398711"/>
              <a:gd name="connsiteX119496" fmla="*/ 392739 w 2119654"/>
              <a:gd name="connsiteY119496" fmla="*/ 763778 h 2398711"/>
              <a:gd name="connsiteX119497" fmla="*/ 389188 w 2119654"/>
              <a:gd name="connsiteY119497" fmla="*/ 756964 h 2398711"/>
              <a:gd name="connsiteX119498" fmla="*/ 361567 w 2119654"/>
              <a:gd name="connsiteY119498" fmla="*/ 815553 h 2398711"/>
              <a:gd name="connsiteX119499" fmla="*/ 361557 w 2119654"/>
              <a:gd name="connsiteY119499" fmla="*/ 822798 h 2398711"/>
              <a:gd name="connsiteX119500" fmla="*/ 361773 w 2119654"/>
              <a:gd name="connsiteY119500" fmla="*/ 823915 h 2398711"/>
              <a:gd name="connsiteX119501" fmla="*/ 362973 w 2119654"/>
              <a:gd name="connsiteY119501" fmla="*/ 828998 h 2398711"/>
              <a:gd name="connsiteX119502" fmla="*/ 371785 w 2119654"/>
              <a:gd name="connsiteY119502" fmla="*/ 833228 h 2398711"/>
              <a:gd name="connsiteX119503" fmla="*/ 372263 w 2119654"/>
              <a:gd name="connsiteY119503" fmla="*/ 829627 h 2398711"/>
              <a:gd name="connsiteX119504" fmla="*/ 371662 w 2119654"/>
              <a:gd name="connsiteY119504" fmla="*/ 828987 h 2398711"/>
              <a:gd name="connsiteX119505" fmla="*/ 370275 w 2119654"/>
              <a:gd name="connsiteY119505" fmla="*/ 827141 h 2398711"/>
              <a:gd name="connsiteX119506" fmla="*/ 362067 w 2119654"/>
              <a:gd name="connsiteY119506" fmla="*/ 823218 h 2398711"/>
              <a:gd name="connsiteX119507" fmla="*/ 362463 w 2119654"/>
              <a:gd name="connsiteY119507" fmla="*/ 823129 h 2398711"/>
              <a:gd name="connsiteX119508" fmla="*/ 369951 w 2119654"/>
              <a:gd name="connsiteY119508" fmla="*/ 826710 h 2398711"/>
              <a:gd name="connsiteX119509" fmla="*/ 345362 w 2119654"/>
              <a:gd name="connsiteY119509" fmla="*/ 851818 h 2398711"/>
              <a:gd name="connsiteX119510" fmla="*/ 345008 w 2119654"/>
              <a:gd name="connsiteY119510" fmla="*/ 860406 h 2398711"/>
              <a:gd name="connsiteX119511" fmla="*/ 345573 w 2119654"/>
              <a:gd name="connsiteY119511" fmla="*/ 861251 h 2398711"/>
              <a:gd name="connsiteX119512" fmla="*/ 476282 w 2119654"/>
              <a:gd name="connsiteY119512" fmla="*/ 558547 h 2398711"/>
              <a:gd name="connsiteX119513" fmla="*/ 475572 w 2119654"/>
              <a:gd name="connsiteY119513" fmla="*/ 561547 h 2398711"/>
              <a:gd name="connsiteX119514" fmla="*/ 475582 w 2119654"/>
              <a:gd name="connsiteY119514" fmla="*/ 562032 h 2398711"/>
              <a:gd name="connsiteX119515" fmla="*/ 483862 w 2119654"/>
              <a:gd name="connsiteY119515" fmla="*/ 576977 h 2398711"/>
              <a:gd name="connsiteX119516" fmla="*/ 484121 w 2119654"/>
              <a:gd name="connsiteY119516" fmla="*/ 576270 h 2398711"/>
              <a:gd name="connsiteX119517" fmla="*/ 482590 w 2119654"/>
              <a:gd name="connsiteY119517" fmla="*/ 571047 h 2398711"/>
              <a:gd name="connsiteX119518" fmla="*/ 479666 w 2119654"/>
              <a:gd name="connsiteY119518" fmla="*/ 560190 h 2398711"/>
              <a:gd name="connsiteX119519" fmla="*/ 523050 w 2119654"/>
              <a:gd name="connsiteY119519" fmla="*/ 453748 h 2398711"/>
              <a:gd name="connsiteX119520" fmla="*/ 523050 w 2119654"/>
              <a:gd name="connsiteY119520" fmla="*/ 454241 h 2398711"/>
              <a:gd name="connsiteX119521" fmla="*/ 525724 w 2119654"/>
              <a:gd name="connsiteY119521" fmla="*/ 455836 h 2398711"/>
              <a:gd name="connsiteX119522" fmla="*/ 525598 w 2119654"/>
              <a:gd name="connsiteY119522" fmla="*/ 455415 h 2398711"/>
              <a:gd name="connsiteX119523" fmla="*/ 312756 w 2119654"/>
              <a:gd name="connsiteY119523" fmla="*/ 924512 h 2398711"/>
              <a:gd name="connsiteX119524" fmla="*/ 312378 w 2119654"/>
              <a:gd name="connsiteY119524" fmla="*/ 936443 h 2398711"/>
              <a:gd name="connsiteX119525" fmla="*/ 312780 w 2119654"/>
              <a:gd name="connsiteY119525" fmla="*/ 938441 h 2398711"/>
              <a:gd name="connsiteX119526" fmla="*/ 313515 w 2119654"/>
              <a:gd name="connsiteY119526" fmla="*/ 940155 h 2398711"/>
              <a:gd name="connsiteX119527" fmla="*/ 313664 w 2119654"/>
              <a:gd name="connsiteY119527" fmla="*/ 939035 h 2398711"/>
              <a:gd name="connsiteX119528" fmla="*/ 312909 w 2119654"/>
              <a:gd name="connsiteY119528" fmla="*/ 928261 h 2398711"/>
              <a:gd name="connsiteX119529" fmla="*/ 313160 w 2119654"/>
              <a:gd name="connsiteY119529" fmla="*/ 927890 h 2398711"/>
              <a:gd name="connsiteX119530" fmla="*/ 313845 w 2119654"/>
              <a:gd name="connsiteY119530" fmla="*/ 937667 h 2398711"/>
              <a:gd name="connsiteX119531" fmla="*/ 314576 w 2119654"/>
              <a:gd name="connsiteY119531" fmla="*/ 932159 h 2398711"/>
              <a:gd name="connsiteX119532" fmla="*/ 313488 w 2119654"/>
              <a:gd name="connsiteY119532" fmla="*/ 926309 h 2398711"/>
              <a:gd name="connsiteX119533" fmla="*/ 346141 w 2119654"/>
              <a:gd name="connsiteY119533" fmla="*/ 849685 h 2398711"/>
              <a:gd name="connsiteX119534" fmla="*/ 346428 w 2119654"/>
              <a:gd name="connsiteY119534" fmla="*/ 862527 h 2398711"/>
              <a:gd name="connsiteX119535" fmla="*/ 349773 w 2119654"/>
              <a:gd name="connsiteY119535" fmla="*/ 867523 h 2398711"/>
              <a:gd name="connsiteX119536" fmla="*/ 465697 w 2119654"/>
              <a:gd name="connsiteY119536" fmla="*/ 581701 h 2398711"/>
              <a:gd name="connsiteX119537" fmla="*/ 463980 w 2119654"/>
              <a:gd name="connsiteY119537" fmla="*/ 593185 h 2398711"/>
              <a:gd name="connsiteX119538" fmla="*/ 466263 w 2119654"/>
              <a:gd name="connsiteY119538" fmla="*/ 594571 h 2398711"/>
              <a:gd name="connsiteX119539" fmla="*/ 466321 w 2119654"/>
              <a:gd name="connsiteY119539" fmla="*/ 593519 h 2398711"/>
              <a:gd name="connsiteX119540" fmla="*/ 466505 w 2119654"/>
              <a:gd name="connsiteY119540" fmla="*/ 593306 h 2398711"/>
              <a:gd name="connsiteX119541" fmla="*/ 466431 w 2119654"/>
              <a:gd name="connsiteY119541" fmla="*/ 594672 h 2398711"/>
              <a:gd name="connsiteX119542" fmla="*/ 467201 w 2119654"/>
              <a:gd name="connsiteY119542" fmla="*/ 595139 h 2398711"/>
              <a:gd name="connsiteX119543" fmla="*/ 469812 w 2119654"/>
              <a:gd name="connsiteY119543" fmla="*/ 584113 h 2398711"/>
              <a:gd name="connsiteX119544" fmla="*/ 457176 w 2119654"/>
              <a:gd name="connsiteY119544" fmla="*/ 600725 h 2398711"/>
              <a:gd name="connsiteX119545" fmla="*/ 457524 w 2119654"/>
              <a:gd name="connsiteY119545" fmla="*/ 602862 h 2398711"/>
              <a:gd name="connsiteX119546" fmla="*/ 461956 w 2119654"/>
              <a:gd name="connsiteY119546" fmla="*/ 604206 h 2398711"/>
              <a:gd name="connsiteX119547" fmla="*/ 461998 w 2119654"/>
              <a:gd name="connsiteY119547" fmla="*/ 603921 h 2398711"/>
              <a:gd name="connsiteX119548" fmla="*/ 412870 w 2119654"/>
              <a:gd name="connsiteY119548" fmla="*/ 699763 h 2398711"/>
              <a:gd name="connsiteX119549" fmla="*/ 413162 w 2119654"/>
              <a:gd name="connsiteY119549" fmla="*/ 703250 h 2398711"/>
              <a:gd name="connsiteX119550" fmla="*/ 413764 w 2119654"/>
              <a:gd name="connsiteY119550" fmla="*/ 708106 h 2398711"/>
              <a:gd name="connsiteX119551" fmla="*/ 419218 w 2119654"/>
              <a:gd name="connsiteY119551" fmla="*/ 709772 h 2398711"/>
              <a:gd name="connsiteX119552" fmla="*/ 418042 w 2119654"/>
              <a:gd name="connsiteY119552" fmla="*/ 703992 h 2398711"/>
              <a:gd name="connsiteX119553" fmla="*/ 293217 w 2119654"/>
              <a:gd name="connsiteY119553" fmla="*/ 967431 h 2398711"/>
              <a:gd name="connsiteX119554" fmla="*/ 293506 w 2119654"/>
              <a:gd name="connsiteY119554" fmla="*/ 969479 h 2398711"/>
              <a:gd name="connsiteX119555" fmla="*/ 298315 w 2119654"/>
              <a:gd name="connsiteY119555" fmla="*/ 976919 h 2398711"/>
              <a:gd name="connsiteX119556" fmla="*/ 435748 w 2119654"/>
              <a:gd name="connsiteY119556" fmla="*/ 648161 h 2398711"/>
              <a:gd name="connsiteX119557" fmla="*/ 435686 w 2119654"/>
              <a:gd name="connsiteY119557" fmla="*/ 648554 h 2398711"/>
              <a:gd name="connsiteX119558" fmla="*/ 440840 w 2119654"/>
              <a:gd name="connsiteY119558" fmla="*/ 652817 h 2398711"/>
              <a:gd name="connsiteX119559" fmla="*/ 440543 w 2119654"/>
              <a:gd name="connsiteY119559" fmla="*/ 650546 h 2398711"/>
              <a:gd name="connsiteX119560" fmla="*/ 440241 w 2119654"/>
              <a:gd name="connsiteY119560" fmla="*/ 650101 h 2398711"/>
              <a:gd name="connsiteX119561" fmla="*/ 380034 w 2119654"/>
              <a:gd name="connsiteY119561" fmla="*/ 772908 h 2398711"/>
              <a:gd name="connsiteX119562" fmla="*/ 380316 w 2119654"/>
              <a:gd name="connsiteY119562" fmla="*/ 774042 h 2398711"/>
              <a:gd name="connsiteX119563" fmla="*/ 380484 w 2119654"/>
              <a:gd name="connsiteY119563" fmla="*/ 773181 h 2398711"/>
              <a:gd name="connsiteX119564" fmla="*/ 366633 w 2119654"/>
              <a:gd name="connsiteY119564" fmla="*/ 802770 h 2398711"/>
              <a:gd name="connsiteX119565" fmla="*/ 373642 w 2119654"/>
              <a:gd name="connsiteY119565" fmla="*/ 819237 h 2398711"/>
              <a:gd name="connsiteX119566" fmla="*/ 374350 w 2119654"/>
              <a:gd name="connsiteY119566" fmla="*/ 813904 h 2398711"/>
              <a:gd name="connsiteX119567" fmla="*/ 373128 w 2119654"/>
              <a:gd name="connsiteY119567" fmla="*/ 807197 h 2398711"/>
              <a:gd name="connsiteX119568" fmla="*/ 373219 w 2119654"/>
              <a:gd name="connsiteY119568" fmla="*/ 807025 h 2398711"/>
              <a:gd name="connsiteX119569" fmla="*/ 374402 w 2119654"/>
              <a:gd name="connsiteY119569" fmla="*/ 813516 h 2398711"/>
              <a:gd name="connsiteX119570" fmla="*/ 374515 w 2119654"/>
              <a:gd name="connsiteY119570" fmla="*/ 812664 h 2398711"/>
              <a:gd name="connsiteX119571" fmla="*/ 374241 w 2119654"/>
              <a:gd name="connsiteY119571" fmla="*/ 806095 h 2398711"/>
              <a:gd name="connsiteX119572" fmla="*/ 416214 w 2119654"/>
              <a:gd name="connsiteY119572" fmla="*/ 691657 h 2398711"/>
              <a:gd name="connsiteX119573" fmla="*/ 416743 w 2119654"/>
              <a:gd name="connsiteY119573" fmla="*/ 694259 h 2398711"/>
              <a:gd name="connsiteX119574" fmla="*/ 421424 w 2119654"/>
              <a:gd name="connsiteY119574" fmla="*/ 705555 h 2398711"/>
              <a:gd name="connsiteX119575" fmla="*/ 423347 w 2119654"/>
              <a:gd name="connsiteY119575" fmla="*/ 707003 h 2398711"/>
              <a:gd name="connsiteX119576" fmla="*/ 424758 w 2119654"/>
              <a:gd name="connsiteY119576" fmla="*/ 708158 h 2398711"/>
              <a:gd name="connsiteX119577" fmla="*/ 424732 w 2119654"/>
              <a:gd name="connsiteY119577" fmla="*/ 697189 h 2398711"/>
              <a:gd name="connsiteX119578" fmla="*/ 424321 w 2119654"/>
              <a:gd name="connsiteY119578" fmla="*/ 695429 h 2398711"/>
              <a:gd name="connsiteX119579" fmla="*/ 423411 w 2119654"/>
              <a:gd name="connsiteY119579" fmla="*/ 694070 h 2398711"/>
              <a:gd name="connsiteX119580" fmla="*/ 473507 w 2119654"/>
              <a:gd name="connsiteY119580" fmla="*/ 563216 h 2398711"/>
              <a:gd name="connsiteX119581" fmla="*/ 473569 w 2119654"/>
              <a:gd name="connsiteY119581" fmla="*/ 568248 h 2398711"/>
              <a:gd name="connsiteX119582" fmla="*/ 474336 w 2119654"/>
              <a:gd name="connsiteY119582" fmla="*/ 565011 h 2398711"/>
              <a:gd name="connsiteX119583" fmla="*/ 312806 w 2119654"/>
              <a:gd name="connsiteY119583" fmla="*/ 922916 h 2398711"/>
              <a:gd name="connsiteX119584" fmla="*/ 312767 w 2119654"/>
              <a:gd name="connsiteY119584" fmla="*/ 924141 h 2398711"/>
              <a:gd name="connsiteX119585" fmla="*/ 313334 w 2119654"/>
              <a:gd name="connsiteY119585" fmla="*/ 925479 h 2398711"/>
              <a:gd name="connsiteX119586" fmla="*/ 312879 w 2119654"/>
              <a:gd name="connsiteY119586" fmla="*/ 923036 h 2398711"/>
              <a:gd name="connsiteX119587" fmla="*/ 572352 w 2119654"/>
              <a:gd name="connsiteY119587" fmla="*/ 341647 h 2398711"/>
              <a:gd name="connsiteX119588" fmla="*/ 573688 w 2119654"/>
              <a:gd name="connsiteY119588" fmla="*/ 357613 h 2398711"/>
              <a:gd name="connsiteX119589" fmla="*/ 578412 w 2119654"/>
              <a:gd name="connsiteY119589" fmla="*/ 346564 h 2398711"/>
              <a:gd name="connsiteX119590" fmla="*/ 527973 w 2119654"/>
              <a:gd name="connsiteY119590" fmla="*/ 440995 h 2398711"/>
              <a:gd name="connsiteX119591" fmla="*/ 527113 w 2119654"/>
              <a:gd name="connsiteY119591" fmla="*/ 455925 h 2398711"/>
              <a:gd name="connsiteX119592" fmla="*/ 531300 w 2119654"/>
              <a:gd name="connsiteY119592" fmla="*/ 458665 h 2398711"/>
              <a:gd name="connsiteX119593" fmla="*/ 536343 w 2119654"/>
              <a:gd name="connsiteY119593" fmla="*/ 446415 h 2398711"/>
              <a:gd name="connsiteX119594" fmla="*/ 536200 w 2119654"/>
              <a:gd name="connsiteY119594" fmla="*/ 445942 h 2398711"/>
              <a:gd name="connsiteX119595" fmla="*/ 531699 w 2119654"/>
              <a:gd name="connsiteY119595" fmla="*/ 442484 h 2398711"/>
              <a:gd name="connsiteX119596" fmla="*/ 404702 w 2119654"/>
              <a:gd name="connsiteY119596" fmla="*/ 716939 h 2398711"/>
              <a:gd name="connsiteX119597" fmla="*/ 404798 w 2119654"/>
              <a:gd name="connsiteY119597" fmla="*/ 717320 h 2398711"/>
              <a:gd name="connsiteX119598" fmla="*/ 404812 w 2119654"/>
              <a:gd name="connsiteY119598" fmla="*/ 716972 h 2398711"/>
              <a:gd name="connsiteX119599" fmla="*/ 475496 w 2119654"/>
              <a:gd name="connsiteY119599" fmla="*/ 558166 h 2398711"/>
              <a:gd name="connsiteX119600" fmla="*/ 475536 w 2119654"/>
              <a:gd name="connsiteY119600" fmla="*/ 559947 h 2398711"/>
              <a:gd name="connsiteX119601" fmla="*/ 475910 w 2119654"/>
              <a:gd name="connsiteY119601" fmla="*/ 558367 h 2398711"/>
              <a:gd name="connsiteX119602" fmla="*/ 412298 w 2119654"/>
              <a:gd name="connsiteY119602" fmla="*/ 699295 h 2398711"/>
              <a:gd name="connsiteX119603" fmla="*/ 411696 w 2119654"/>
              <a:gd name="connsiteY119603" fmla="*/ 703086 h 2398711"/>
              <a:gd name="connsiteX119604" fmla="*/ 412877 w 2119654"/>
              <a:gd name="connsiteY119604" fmla="*/ 707836 h 2398711"/>
              <a:gd name="connsiteX119605" fmla="*/ 413066 w 2119654"/>
              <a:gd name="connsiteY119605" fmla="*/ 707894 h 2398711"/>
              <a:gd name="connsiteX119606" fmla="*/ 412351 w 2119654"/>
              <a:gd name="connsiteY119606" fmla="*/ 699339 h 2398711"/>
              <a:gd name="connsiteX119607" fmla="*/ 439480 w 2119654"/>
              <a:gd name="connsiteY119607" fmla="*/ 638392 h 2398711"/>
              <a:gd name="connsiteX119608" fmla="*/ 440027 w 2119654"/>
              <a:gd name="connsiteY119608" fmla="*/ 642575 h 2398711"/>
              <a:gd name="connsiteX119609" fmla="*/ 443941 w 2119654"/>
              <a:gd name="connsiteY119609" fmla="*/ 648351 h 2398711"/>
              <a:gd name="connsiteX119610" fmla="*/ 444254 w 2119654"/>
              <a:gd name="connsiteY119610" fmla="*/ 640674 h 2398711"/>
              <a:gd name="connsiteX119611" fmla="*/ 408690 w 2119654"/>
              <a:gd name="connsiteY119611" fmla="*/ 707257 h 2398711"/>
              <a:gd name="connsiteX119612" fmla="*/ 408367 w 2119654"/>
              <a:gd name="connsiteY119612" fmla="*/ 717498 h 2398711"/>
              <a:gd name="connsiteX119613" fmla="*/ 408843 w 2119654"/>
              <a:gd name="connsiteY119613" fmla="*/ 717646 h 2398711"/>
              <a:gd name="connsiteX119614" fmla="*/ 410539 w 2119654"/>
              <a:gd name="connsiteY119614" fmla="*/ 707823 h 2398711"/>
              <a:gd name="connsiteX119615" fmla="*/ 477659 w 2119654"/>
              <a:gd name="connsiteY119615" fmla="*/ 552734 h 2398711"/>
              <a:gd name="connsiteX119616" fmla="*/ 476332 w 2119654"/>
              <a:gd name="connsiteY119616" fmla="*/ 558334 h 2398711"/>
              <a:gd name="connsiteX119617" fmla="*/ 479576 w 2119654"/>
              <a:gd name="connsiteY119617" fmla="*/ 559855 h 2398711"/>
              <a:gd name="connsiteX119618" fmla="*/ 352833 w 2119654"/>
              <a:gd name="connsiteY119618" fmla="*/ 832162 h 2398711"/>
              <a:gd name="connsiteX119619" fmla="*/ 354940 w 2119654"/>
              <a:gd name="connsiteY119619" fmla="*/ 845554 h 2398711"/>
              <a:gd name="connsiteX119620" fmla="*/ 354942 w 2119654"/>
              <a:gd name="connsiteY119620" fmla="*/ 845555 h 2398711"/>
              <a:gd name="connsiteX119621" fmla="*/ 356392 w 2119654"/>
              <a:gd name="connsiteY119621" fmla="*/ 845633 h 2398711"/>
              <a:gd name="connsiteX119622" fmla="*/ 354505 w 2119654"/>
              <a:gd name="connsiteY119622" fmla="*/ 834899 h 2398711"/>
              <a:gd name="connsiteX119623" fmla="*/ 353213 w 2119654"/>
              <a:gd name="connsiteY119623" fmla="*/ 832421 h 2398711"/>
              <a:gd name="connsiteX119624" fmla="*/ 352988 w 2119654"/>
              <a:gd name="connsiteY119624" fmla="*/ 832235 h 2398711"/>
              <a:gd name="connsiteX119625" fmla="*/ 528048 w 2119654"/>
              <a:gd name="connsiteY119625" fmla="*/ 439677 h 2398711"/>
              <a:gd name="connsiteX119626" fmla="*/ 527990 w 2119654"/>
              <a:gd name="connsiteY119626" fmla="*/ 440687 h 2398711"/>
              <a:gd name="connsiteX119627" fmla="*/ 530733 w 2119654"/>
              <a:gd name="connsiteY119627" fmla="*/ 441740 h 2398711"/>
              <a:gd name="connsiteX119628" fmla="*/ 325256 w 2119654"/>
              <a:gd name="connsiteY119628" fmla="*/ 893750 h 2398711"/>
              <a:gd name="connsiteX119629" fmla="*/ 325262 w 2119654"/>
              <a:gd name="connsiteY119629" fmla="*/ 893891 h 2398711"/>
              <a:gd name="connsiteX119630" fmla="*/ 325275 w 2119654"/>
              <a:gd name="connsiteY119630" fmla="*/ 893913 h 2398711"/>
              <a:gd name="connsiteX119631" fmla="*/ 325339 w 2119654"/>
              <a:gd name="connsiteY119631" fmla="*/ 893970 h 2398711"/>
              <a:gd name="connsiteX119632" fmla="*/ 340433 w 2119654"/>
              <a:gd name="connsiteY119632" fmla="*/ 859726 h 2398711"/>
              <a:gd name="connsiteX119633" fmla="*/ 338895 w 2119654"/>
              <a:gd name="connsiteY119633" fmla="*/ 867579 h 2398711"/>
              <a:gd name="connsiteX119634" fmla="*/ 338949 w 2119654"/>
              <a:gd name="connsiteY119634" fmla="*/ 867845 h 2398711"/>
              <a:gd name="connsiteX119635" fmla="*/ 341287 w 2119654"/>
              <a:gd name="connsiteY119635" fmla="*/ 873198 h 2398711"/>
              <a:gd name="connsiteX119636" fmla="*/ 343653 w 2119654"/>
              <a:gd name="connsiteY119636" fmla="*/ 876951 h 2398711"/>
              <a:gd name="connsiteX119637" fmla="*/ 343774 w 2119654"/>
              <a:gd name="connsiteY119637" fmla="*/ 874009 h 2398711"/>
              <a:gd name="connsiteX119638" fmla="*/ 431545 w 2119654"/>
              <a:gd name="connsiteY119638" fmla="*/ 655514 h 2398711"/>
              <a:gd name="connsiteX119639" fmla="*/ 432701 w 2119654"/>
              <a:gd name="connsiteY119639" fmla="*/ 660827 h 2398711"/>
              <a:gd name="connsiteX119640" fmla="*/ 433111 w 2119654"/>
              <a:gd name="connsiteY119640" fmla="*/ 661021 h 2398711"/>
              <a:gd name="connsiteX119641" fmla="*/ 433924 w 2119654"/>
              <a:gd name="connsiteY119641" fmla="*/ 655840 h 2398711"/>
              <a:gd name="connsiteX119642" fmla="*/ 477904 w 2119654"/>
              <a:gd name="connsiteY119642" fmla="*/ 551700 h 2398711"/>
              <a:gd name="connsiteX119643" fmla="*/ 477728 w 2119654"/>
              <a:gd name="connsiteY119643" fmla="*/ 552441 h 2398711"/>
              <a:gd name="connsiteX119644" fmla="*/ 479299 w 2119654"/>
              <a:gd name="connsiteY119644" fmla="*/ 558272 h 2398711"/>
              <a:gd name="connsiteX119645" fmla="*/ 479792 w 2119654"/>
              <a:gd name="connsiteY119645" fmla="*/ 559956 h 2398711"/>
              <a:gd name="connsiteX119646" fmla="*/ 482249 w 2119654"/>
              <a:gd name="connsiteY119646" fmla="*/ 561108 h 2398711"/>
              <a:gd name="connsiteX119647" fmla="*/ 478441 w 2119654"/>
              <a:gd name="connsiteY119647" fmla="*/ 550411 h 2398711"/>
              <a:gd name="connsiteX119648" fmla="*/ 483697 w 2119654"/>
              <a:gd name="connsiteY119648" fmla="*/ 561786 h 2398711"/>
              <a:gd name="connsiteX119649" fmla="*/ 487547 w 2119654"/>
              <a:gd name="connsiteY119649" fmla="*/ 563591 h 2398711"/>
              <a:gd name="connsiteX119650" fmla="*/ 487435 w 2119654"/>
              <a:gd name="connsiteY119650" fmla="*/ 556135 h 2398711"/>
              <a:gd name="connsiteX119651" fmla="*/ 209985 w 2119654"/>
              <a:gd name="connsiteY119651" fmla="*/ 1151455 h 2398711"/>
              <a:gd name="connsiteX119652" fmla="*/ 211769 w 2119654"/>
              <a:gd name="connsiteY119652" fmla="*/ 1153615 h 2398711"/>
              <a:gd name="connsiteX119653" fmla="*/ 211524 w 2119654"/>
              <a:gd name="connsiteY119653" fmla="*/ 1153147 h 2398711"/>
              <a:gd name="connsiteX119654" fmla="*/ 206584 w 2119654"/>
              <a:gd name="connsiteY119654" fmla="*/ 1158990 h 2398711"/>
              <a:gd name="connsiteX119655" fmla="*/ 223685 w 2119654"/>
              <a:gd name="connsiteY119655" fmla="*/ 1185769 h 2398711"/>
              <a:gd name="connsiteX119656" fmla="*/ 232466 w 2119654"/>
              <a:gd name="connsiteY119656" fmla="*/ 1193156 h 2398711"/>
              <a:gd name="connsiteX119657" fmla="*/ 231321 w 2119654"/>
              <a:gd name="connsiteY119657" fmla="*/ 1190967 h 2398711"/>
              <a:gd name="connsiteX119658" fmla="*/ 259724 w 2119654"/>
              <a:gd name="connsiteY119658" fmla="*/ 1039909 h 2398711"/>
              <a:gd name="connsiteX119659" fmla="*/ 264253 w 2119654"/>
              <a:gd name="connsiteY119659" fmla="*/ 1053684 h 2398711"/>
              <a:gd name="connsiteX119660" fmla="*/ 265420 w 2119654"/>
              <a:gd name="connsiteY119660" fmla="*/ 1055126 h 2398711"/>
              <a:gd name="connsiteX119661" fmla="*/ 436347 w 2119654"/>
              <a:gd name="connsiteY119661" fmla="*/ 644354 h 2398711"/>
              <a:gd name="connsiteX119662" fmla="*/ 436020 w 2119654"/>
              <a:gd name="connsiteY119662" fmla="*/ 646431 h 2398711"/>
              <a:gd name="connsiteX119663" fmla="*/ 438288 w 2119654"/>
              <a:gd name="connsiteY119663" fmla="*/ 647218 h 2398711"/>
              <a:gd name="connsiteX119664" fmla="*/ 180010 w 2119654"/>
              <a:gd name="connsiteY119664" fmla="*/ 1218337 h 2398711"/>
              <a:gd name="connsiteX119665" fmla="*/ 180664 w 2119654"/>
              <a:gd name="connsiteY119665" fmla="*/ 1220278 h 2398711"/>
              <a:gd name="connsiteX119666" fmla="*/ 185879 w 2119654"/>
              <a:gd name="connsiteY119666" fmla="*/ 1224988 h 2398711"/>
              <a:gd name="connsiteX119667" fmla="*/ 184785 w 2119654"/>
              <a:gd name="connsiteY119667" fmla="*/ 1222885 h 2398711"/>
              <a:gd name="connsiteX119668" fmla="*/ 348879 w 2119654"/>
              <a:gd name="connsiteY119668" fmla="*/ 840095 h 2398711"/>
              <a:gd name="connsiteX119669" fmla="*/ 348977 w 2119654"/>
              <a:gd name="connsiteY119669" fmla="*/ 840392 h 2398711"/>
              <a:gd name="connsiteX119670" fmla="*/ 349942 w 2119654"/>
              <a:gd name="connsiteY119670" fmla="*/ 843187 h 2398711"/>
              <a:gd name="connsiteX119671" fmla="*/ 350912 w 2119654"/>
              <a:gd name="connsiteY119671" fmla="*/ 843647 h 2398711"/>
              <a:gd name="connsiteX119672" fmla="*/ 313482 w 2119654"/>
              <a:gd name="connsiteY119672" fmla="*/ 919005 h 2398711"/>
              <a:gd name="connsiteX119673" fmla="*/ 313789 w 2119654"/>
              <a:gd name="connsiteY119673" fmla="*/ 920577 h 2398711"/>
              <a:gd name="connsiteX119674" fmla="*/ 315779 w 2119654"/>
              <a:gd name="connsiteY119674" fmla="*/ 923099 h 2398711"/>
              <a:gd name="connsiteX119675" fmla="*/ 315787 w 2119654"/>
              <a:gd name="connsiteY119675" fmla="*/ 923036 h 2398711"/>
              <a:gd name="connsiteX119676" fmla="*/ 314064 w 2119654"/>
              <a:gd name="connsiteY119676" fmla="*/ 920050 h 2398711"/>
              <a:gd name="connsiteX119677" fmla="*/ 527101 w 2119654"/>
              <a:gd name="connsiteY119677" fmla="*/ 440646 h 2398711"/>
              <a:gd name="connsiteX119678" fmla="*/ 526486 w 2119654"/>
              <a:gd name="connsiteY119678" fmla="*/ 455515 h 2398711"/>
              <a:gd name="connsiteX119679" fmla="*/ 526738 w 2119654"/>
              <a:gd name="connsiteY119679" fmla="*/ 455680 h 2398711"/>
              <a:gd name="connsiteX119680" fmla="*/ 526796 w 2119654"/>
              <a:gd name="connsiteY119680" fmla="*/ 454683 h 2398711"/>
              <a:gd name="connsiteX119681" fmla="*/ 527773 w 2119654"/>
              <a:gd name="connsiteY119681" fmla="*/ 440916 h 2398711"/>
              <a:gd name="connsiteX119682" fmla="*/ 431409 w 2119654"/>
              <a:gd name="connsiteY119682" fmla="*/ 654891 h 2398711"/>
              <a:gd name="connsiteX119683" fmla="*/ 431454 w 2119654"/>
              <a:gd name="connsiteY119683" fmla="*/ 655096 h 2398711"/>
              <a:gd name="connsiteX119684" fmla="*/ 433778 w 2119654"/>
              <a:gd name="connsiteY119684" fmla="*/ 655416 h 2398711"/>
              <a:gd name="connsiteX119685" fmla="*/ 433262 w 2119654"/>
              <a:gd name="connsiteY119685" fmla="*/ 654989 h 2398711"/>
              <a:gd name="connsiteX119686" fmla="*/ 434624 w 2119654"/>
              <a:gd name="connsiteY119686" fmla="*/ 647675 h 2398711"/>
              <a:gd name="connsiteX119687" fmla="*/ 435139 w 2119654"/>
              <a:gd name="connsiteY119687" fmla="*/ 648102 h 2398711"/>
              <a:gd name="connsiteX119688" fmla="*/ 435169 w 2119654"/>
              <a:gd name="connsiteY119688" fmla="*/ 647911 h 2398711"/>
              <a:gd name="connsiteX119689" fmla="*/ 397529 w 2119654"/>
              <a:gd name="connsiteY119689" fmla="*/ 730642 h 2398711"/>
              <a:gd name="connsiteX119690" fmla="*/ 399534 w 2119654"/>
              <a:gd name="connsiteY119690" fmla="*/ 740973 h 2398711"/>
              <a:gd name="connsiteX119691" fmla="*/ 400351 w 2119654"/>
              <a:gd name="connsiteY119691" fmla="*/ 742194 h 2398711"/>
              <a:gd name="connsiteX119692" fmla="*/ 400708 w 2119654"/>
              <a:gd name="connsiteY119692" fmla="*/ 735996 h 2398711"/>
              <a:gd name="connsiteX119693" fmla="*/ 399043 w 2119654"/>
              <a:gd name="connsiteY119693" fmla="*/ 731606 h 2398711"/>
              <a:gd name="connsiteX119694" fmla="*/ 346050 w 2119654"/>
              <a:gd name="connsiteY119694" fmla="*/ 845640 h 2398711"/>
              <a:gd name="connsiteX119695" fmla="*/ 346057 w 2119654"/>
              <a:gd name="connsiteY119695" fmla="*/ 845913 h 2398711"/>
              <a:gd name="connsiteX119696" fmla="*/ 350755 w 2119654"/>
              <a:gd name="connsiteY119696" fmla="*/ 868989 h 2398711"/>
              <a:gd name="connsiteX119697" fmla="*/ 356685 w 2119654"/>
              <a:gd name="connsiteY119697" fmla="*/ 877845 h 2398711"/>
              <a:gd name="connsiteX119698" fmla="*/ 351560 w 2119654"/>
              <a:gd name="connsiteY119698" fmla="*/ 849396 h 2398711"/>
              <a:gd name="connsiteX119699" fmla="*/ 351524 w 2119654"/>
              <a:gd name="connsiteY119699" fmla="*/ 849287 h 2398711"/>
              <a:gd name="connsiteX119700" fmla="*/ 348224 w 2119654"/>
              <a:gd name="connsiteY119700" fmla="*/ 845756 h 2398711"/>
              <a:gd name="connsiteX119701" fmla="*/ 273316 w 2119654"/>
              <a:gd name="connsiteY119701" fmla="*/ 1008195 h 2398711"/>
              <a:gd name="connsiteX119702" fmla="*/ 279555 w 2119654"/>
              <a:gd name="connsiteY119702" fmla="*/ 1019097 h 2398711"/>
              <a:gd name="connsiteX119703" fmla="*/ 301188 w 2119654"/>
              <a:gd name="connsiteY119703" fmla="*/ 1043670 h 2398711"/>
              <a:gd name="connsiteX119704" fmla="*/ 289689 w 2119654"/>
              <a:gd name="connsiteY119704" fmla="*/ 1026605 h 2398711"/>
              <a:gd name="connsiteX119705" fmla="*/ 283161 w 2119654"/>
              <a:gd name="connsiteY119705" fmla="*/ 1016623 h 2398711"/>
              <a:gd name="connsiteX119706" fmla="*/ 277864 w 2119654"/>
              <a:gd name="connsiteY119706" fmla="*/ 1012146 h 2398711"/>
              <a:gd name="connsiteX119707" fmla="*/ 341156 w 2119654"/>
              <a:gd name="connsiteY119707" fmla="*/ 856022 h 2398711"/>
              <a:gd name="connsiteX119708" fmla="*/ 340550 w 2119654"/>
              <a:gd name="connsiteY119708" fmla="*/ 859119 h 2398711"/>
              <a:gd name="connsiteX119709" fmla="*/ 343813 w 2119654"/>
              <a:gd name="connsiteY119709" fmla="*/ 873065 h 2398711"/>
              <a:gd name="connsiteX119710" fmla="*/ 344223 w 2119654"/>
              <a:gd name="connsiteY119710" fmla="*/ 863147 h 2398711"/>
              <a:gd name="connsiteX119711" fmla="*/ 341302 w 2119654"/>
              <a:gd name="connsiteY119711" fmla="*/ 856260 h 2398711"/>
              <a:gd name="connsiteX119712" fmla="*/ 398234 w 2119654"/>
              <a:gd name="connsiteY119712" fmla="*/ 728073 h 2398711"/>
              <a:gd name="connsiteX119713" fmla="*/ 398894 w 2119654"/>
              <a:gd name="connsiteY119713" fmla="*/ 729813 h 2398711"/>
              <a:gd name="connsiteX119714" fmla="*/ 400999 w 2119654"/>
              <a:gd name="connsiteY119714" fmla="*/ 730946 h 2398711"/>
              <a:gd name="connsiteX119715" fmla="*/ 401076 w 2119654"/>
              <a:gd name="connsiteY119715" fmla="*/ 729601 h 2398711"/>
              <a:gd name="connsiteX119716" fmla="*/ 400910 w 2119654"/>
              <a:gd name="connsiteY119716" fmla="*/ 728970 h 2398711"/>
              <a:gd name="connsiteX119717" fmla="*/ 380456 w 2119654"/>
              <a:gd name="connsiteY119717" fmla="*/ 767744 h 2398711"/>
              <a:gd name="connsiteX119718" fmla="*/ 381347 w 2119654"/>
              <a:gd name="connsiteY119718" fmla="*/ 768777 h 2398711"/>
              <a:gd name="connsiteX119719" fmla="*/ 381480 w 2119654"/>
              <a:gd name="connsiteY119719" fmla="*/ 768099 h 2398711"/>
              <a:gd name="connsiteX119720" fmla="*/ 312932 w 2119654"/>
              <a:gd name="connsiteY119720" fmla="*/ 918926 h 2398711"/>
              <a:gd name="connsiteX119721" fmla="*/ 312915 w 2119654"/>
              <a:gd name="connsiteY119721" fmla="*/ 919470 h 2398711"/>
              <a:gd name="connsiteX119722" fmla="*/ 313067 w 2119654"/>
              <a:gd name="connsiteY119722" fmla="*/ 919661 h 2398711"/>
              <a:gd name="connsiteX119723" fmla="*/ 385666 w 2119654"/>
              <a:gd name="connsiteY119723" fmla="*/ 755890 h 2398711"/>
              <a:gd name="connsiteX119724" fmla="*/ 385609 w 2119654"/>
              <a:gd name="connsiteY119724" fmla="*/ 756182 h 2398711"/>
              <a:gd name="connsiteX119725" fmla="*/ 386694 w 2119654"/>
              <a:gd name="connsiteY119725" fmla="*/ 760935 h 2398711"/>
              <a:gd name="connsiteX119726" fmla="*/ 387242 w 2119654"/>
              <a:gd name="connsiteY119726" fmla="*/ 761636 h 2398711"/>
              <a:gd name="connsiteX119727" fmla="*/ 385953 w 2119654"/>
              <a:gd name="connsiteY119727" fmla="*/ 755978 h 2398711"/>
              <a:gd name="connsiteX119728" fmla="*/ 527168 w 2119654"/>
              <a:gd name="connsiteY119728" fmla="*/ 439002 h 2398711"/>
              <a:gd name="connsiteX119729" fmla="*/ 527113 w 2119654"/>
              <a:gd name="connsiteY119729" fmla="*/ 440350 h 2398711"/>
              <a:gd name="connsiteX119730" fmla="*/ 527795 w 2119654"/>
              <a:gd name="connsiteY119730" fmla="*/ 440612 h 2398711"/>
              <a:gd name="connsiteX119731" fmla="*/ 527871 w 2119654"/>
              <a:gd name="connsiteY119731" fmla="*/ 439541 h 2398711"/>
              <a:gd name="connsiteX119732" fmla="*/ 415613 w 2119654"/>
              <a:gd name="connsiteY119732" fmla="*/ 688705 h 2398711"/>
              <a:gd name="connsiteX119733" fmla="*/ 415859 w 2119654"/>
              <a:gd name="connsiteY119733" fmla="*/ 689917 h 2398711"/>
              <a:gd name="connsiteX119734" fmla="*/ 419751 w 2119654"/>
              <a:gd name="connsiteY119734" fmla="*/ 691005 h 2398711"/>
              <a:gd name="connsiteX119735" fmla="*/ 416080 w 2119654"/>
              <a:gd name="connsiteY119735" fmla="*/ 688925 h 2398711"/>
              <a:gd name="connsiteX119736" fmla="*/ 386974 w 2119654"/>
              <a:gd name="connsiteY119736" fmla="*/ 752717 h 2398711"/>
              <a:gd name="connsiteX119737" fmla="*/ 387810 w 2119654"/>
              <a:gd name="connsiteY119737" fmla="*/ 756136 h 2398711"/>
              <a:gd name="connsiteX119738" fmla="*/ 388934 w 2119654"/>
              <a:gd name="connsiteY119738" fmla="*/ 756478 h 2398711"/>
              <a:gd name="connsiteX119739" fmla="*/ 385789 w 2119654"/>
              <a:gd name="connsiteY119739" fmla="*/ 755257 h 2398711"/>
              <a:gd name="connsiteX119740" fmla="*/ 385741 w 2119654"/>
              <a:gd name="connsiteY119740" fmla="*/ 755504 h 2398711"/>
              <a:gd name="connsiteX119741" fmla="*/ 385853 w 2119654"/>
              <a:gd name="connsiteY119741" fmla="*/ 755539 h 2398711"/>
              <a:gd name="connsiteX119742" fmla="*/ 346647 w 2119654"/>
              <a:gd name="connsiteY119742" fmla="*/ 842572 h 2398711"/>
              <a:gd name="connsiteX119743" fmla="*/ 349148 w 2119654"/>
              <a:gd name="connsiteY119743" fmla="*/ 845248 h 2398711"/>
              <a:gd name="connsiteX119744" fmla="*/ 350209 w 2119654"/>
              <a:gd name="connsiteY119744" fmla="*/ 845304 h 2398711"/>
              <a:gd name="connsiteX119745" fmla="*/ 350116 w 2119654"/>
              <a:gd name="connsiteY119745" fmla="*/ 845024 h 2398711"/>
              <a:gd name="connsiteX119746" fmla="*/ 349705 w 2119654"/>
              <a:gd name="connsiteY119746" fmla="*/ 844021 h 2398711"/>
              <a:gd name="connsiteX119747" fmla="*/ 252824 w 2119654"/>
              <a:gd name="connsiteY119747" fmla="*/ 1052431 h 2398711"/>
              <a:gd name="connsiteX119748" fmla="*/ 259708 w 2119654"/>
              <a:gd name="connsiteY119748" fmla="*/ 1072435 h 2398711"/>
              <a:gd name="connsiteX119749" fmla="*/ 268019 w 2119654"/>
              <a:gd name="connsiteY119749" fmla="*/ 1080190 h 2398711"/>
              <a:gd name="connsiteX119750" fmla="*/ 267999 w 2119654"/>
              <a:gd name="connsiteY119750" fmla="*/ 1080066 h 2398711"/>
              <a:gd name="connsiteX119751" fmla="*/ 261469 w 2119654"/>
              <a:gd name="connsiteY119751" fmla="*/ 1070080 h 2398711"/>
              <a:gd name="connsiteX119752" fmla="*/ 261534 w 2119654"/>
              <a:gd name="connsiteY119752" fmla="*/ 1069718 h 2398711"/>
              <a:gd name="connsiteX119753" fmla="*/ 267901 w 2119654"/>
              <a:gd name="connsiteY119753" fmla="*/ 1079452 h 2398711"/>
              <a:gd name="connsiteX119754" fmla="*/ 267050 w 2119654"/>
              <a:gd name="connsiteY119754" fmla="*/ 1074202 h 2398711"/>
              <a:gd name="connsiteX119755" fmla="*/ 265516 w 2119654"/>
              <a:gd name="connsiteY119755" fmla="*/ 1071565 h 2398711"/>
              <a:gd name="connsiteX119756" fmla="*/ 264570 w 2119654"/>
              <a:gd name="connsiteY119756" fmla="*/ 1069678 h 2398711"/>
              <a:gd name="connsiteX119757" fmla="*/ 256569 w 2119654"/>
              <a:gd name="connsiteY119757" fmla="*/ 1055811 h 2398711"/>
              <a:gd name="connsiteX119758" fmla="*/ 255635 w 2119654"/>
              <a:gd name="connsiteY119758" fmla="*/ 1054629 h 2398711"/>
              <a:gd name="connsiteX119759" fmla="*/ 224984 w 2119654"/>
              <a:gd name="connsiteY119759" fmla="*/ 1114684 h 2398711"/>
              <a:gd name="connsiteX119760" fmla="*/ 226169 w 2119654"/>
              <a:gd name="connsiteY119760" fmla="*/ 1119510 h 2398711"/>
              <a:gd name="connsiteX119761" fmla="*/ 226333 w 2119654"/>
              <a:gd name="connsiteY119761" fmla="*/ 1119767 h 2398711"/>
              <a:gd name="connsiteX119762" fmla="*/ 229991 w 2119654"/>
              <a:gd name="connsiteY119762" fmla="*/ 1123279 h 2398711"/>
              <a:gd name="connsiteX119763" fmla="*/ 225618 w 2119654"/>
              <a:gd name="connsiteY119763" fmla="*/ 1115865 h 2398711"/>
              <a:gd name="connsiteX119764" fmla="*/ 431029 w 2119654"/>
              <a:gd name="connsiteY119764" fmla="*/ 653143 h 2398711"/>
              <a:gd name="connsiteX119765" fmla="*/ 431287 w 2119654"/>
              <a:gd name="connsiteY119765" fmla="*/ 654327 h 2398711"/>
              <a:gd name="connsiteX119766" fmla="*/ 432542 w 2119654"/>
              <a:gd name="connsiteY119766" fmla="*/ 654394 h 2398711"/>
              <a:gd name="connsiteX119767" fmla="*/ 523064 w 2119654"/>
              <a:gd name="connsiteY119767" fmla="*/ 447007 h 2398711"/>
              <a:gd name="connsiteX119768" fmla="*/ 523059 w 2119654"/>
              <a:gd name="connsiteY119768" fmla="*/ 447138 h 2398711"/>
              <a:gd name="connsiteX119769" fmla="*/ 523051 w 2119654"/>
              <a:gd name="connsiteY119769" fmla="*/ 453268 h 2398711"/>
              <a:gd name="connsiteX119770" fmla="*/ 525417 w 2119654"/>
              <a:gd name="connsiteY119770" fmla="*/ 454815 h 2398711"/>
              <a:gd name="connsiteX119771" fmla="*/ 479753 w 2119654"/>
              <a:gd name="connsiteY119771" fmla="*/ 543891 h 2398711"/>
              <a:gd name="connsiteX119772" fmla="*/ 478774 w 2119654"/>
              <a:gd name="connsiteY119772" fmla="*/ 548026 h 2398711"/>
              <a:gd name="connsiteX119773" fmla="*/ 487395 w 2119654"/>
              <a:gd name="connsiteY119773" fmla="*/ 553513 h 2398711"/>
              <a:gd name="connsiteX119774" fmla="*/ 487324 w 2119654"/>
              <a:gd name="connsiteY119774" fmla="*/ 548710 h 2398711"/>
              <a:gd name="connsiteX119775" fmla="*/ 451612 w 2119654"/>
              <a:gd name="connsiteY119775" fmla="*/ 606854 h 2398711"/>
              <a:gd name="connsiteX119776" fmla="*/ 452293 w 2119654"/>
              <a:gd name="connsiteY119776" fmla="*/ 609114 h 2398711"/>
              <a:gd name="connsiteX119777" fmla="*/ 452111 w 2119654"/>
              <a:gd name="connsiteY119777" fmla="*/ 606953 h 2398711"/>
              <a:gd name="connsiteX119778" fmla="*/ 446421 w 2119654"/>
              <a:gd name="connsiteY119778" fmla="*/ 618369 h 2398711"/>
              <a:gd name="connsiteX119779" fmla="*/ 451152 w 2119654"/>
              <a:gd name="connsiteY119779" fmla="*/ 628251 h 2398711"/>
              <a:gd name="connsiteX119780" fmla="*/ 454052 w 2119654"/>
              <a:gd name="connsiteY119780" fmla="*/ 630142 h 2398711"/>
              <a:gd name="connsiteX119781" fmla="*/ 453563 w 2119654"/>
              <a:gd name="connsiteY119781" fmla="*/ 624302 h 2398711"/>
              <a:gd name="connsiteX119782" fmla="*/ 452767 w 2119654"/>
              <a:gd name="connsiteY119782" fmla="*/ 623127 h 2398711"/>
              <a:gd name="connsiteX119783" fmla="*/ 451446 w 2119654"/>
              <a:gd name="connsiteY119783" fmla="*/ 620564 h 2398711"/>
              <a:gd name="connsiteX119784" fmla="*/ 345996 w 2119654"/>
              <a:gd name="connsiteY119784" fmla="*/ 843202 h 2398711"/>
              <a:gd name="connsiteX119785" fmla="*/ 346038 w 2119654"/>
              <a:gd name="connsiteY119785" fmla="*/ 845082 h 2398711"/>
              <a:gd name="connsiteX119786" fmla="*/ 347694 w 2119654"/>
              <a:gd name="connsiteY119786" fmla="*/ 845171 h 2398711"/>
              <a:gd name="connsiteX119787" fmla="*/ 330970 w 2119654"/>
              <a:gd name="connsiteY119787" fmla="*/ 876828 h 2398711"/>
              <a:gd name="connsiteX119788" fmla="*/ 332756 w 2119654"/>
              <a:gd name="connsiteY119788" fmla="*/ 889768 h 2398711"/>
              <a:gd name="connsiteX119789" fmla="*/ 335084 w 2119654"/>
              <a:gd name="connsiteY119789" fmla="*/ 877880 h 2398711"/>
              <a:gd name="connsiteX119790" fmla="*/ 477004 w 2119654"/>
              <a:gd name="connsiteY119790" fmla="*/ 549752 h 2398711"/>
              <a:gd name="connsiteX119791" fmla="*/ 477507 w 2119654"/>
              <a:gd name="connsiteY119791" fmla="*/ 551622 h 2398711"/>
              <a:gd name="connsiteX119792" fmla="*/ 477629 w 2119654"/>
              <a:gd name="connsiteY119792" fmla="*/ 551107 h 2398711"/>
              <a:gd name="connsiteX119793" fmla="*/ 325094 w 2119654"/>
              <a:gd name="connsiteY119793" fmla="*/ 889877 h 2398711"/>
              <a:gd name="connsiteX119794" fmla="*/ 325191 w 2119654"/>
              <a:gd name="connsiteY119794" fmla="*/ 892180 h 2398711"/>
              <a:gd name="connsiteX119795" fmla="*/ 326129 w 2119654"/>
              <a:gd name="connsiteY119795" fmla="*/ 894656 h 2398711"/>
              <a:gd name="connsiteX119796" fmla="*/ 326999 w 2119654"/>
              <a:gd name="connsiteY119796" fmla="*/ 895410 h 2398711"/>
              <a:gd name="connsiteX119797" fmla="*/ 402512 w 2119654"/>
              <a:gd name="connsiteY119797" fmla="*/ 716256 h 2398711"/>
              <a:gd name="connsiteX119798" fmla="*/ 401937 w 2119654"/>
              <a:gd name="connsiteY119798" fmla="*/ 726240 h 2398711"/>
              <a:gd name="connsiteX119799" fmla="*/ 404393 w 2119654"/>
              <a:gd name="connsiteY119799" fmla="*/ 727094 h 2398711"/>
              <a:gd name="connsiteX119800" fmla="*/ 404671 w 2119654"/>
              <a:gd name="connsiteY119800" fmla="*/ 720379 h 2398711"/>
              <a:gd name="connsiteX119801" fmla="*/ 402809 w 2119654"/>
              <a:gd name="connsiteY119801" fmla="*/ 716349 h 2398711"/>
              <a:gd name="connsiteX119802" fmla="*/ 506080 w 2119654"/>
              <a:gd name="connsiteY119802" fmla="*/ 484287 h 2398711"/>
              <a:gd name="connsiteX119803" fmla="*/ 506440 w 2119654"/>
              <a:gd name="connsiteY119803" fmla="*/ 492561 h 2398711"/>
              <a:gd name="connsiteX119804" fmla="*/ 507130 w 2119654"/>
              <a:gd name="connsiteY119804" fmla="*/ 500803 h 2398711"/>
              <a:gd name="connsiteX119805" fmla="*/ 513191 w 2119654"/>
              <a:gd name="connsiteY119805" fmla="*/ 502654 h 2398711"/>
              <a:gd name="connsiteX119806" fmla="*/ 517036 w 2119654"/>
              <a:gd name="connsiteY119806" fmla="*/ 493316 h 2398711"/>
              <a:gd name="connsiteX119807" fmla="*/ 473432 w 2119654"/>
              <a:gd name="connsiteY119807" fmla="*/ 557173 h 2398711"/>
              <a:gd name="connsiteX119808" fmla="*/ 473443 w 2119654"/>
              <a:gd name="connsiteY119808" fmla="*/ 558171 h 2398711"/>
              <a:gd name="connsiteX119809" fmla="*/ 475079 w 2119654"/>
              <a:gd name="connsiteY119809" fmla="*/ 561125 h 2398711"/>
              <a:gd name="connsiteX119810" fmla="*/ 475008 w 2119654"/>
              <a:gd name="connsiteY119810" fmla="*/ 557929 h 2398711"/>
              <a:gd name="connsiteX119811" fmla="*/ 473988 w 2119654"/>
              <a:gd name="connsiteY119811" fmla="*/ 557434 h 2398711"/>
              <a:gd name="connsiteX119812" fmla="*/ 364212 w 2119654"/>
              <a:gd name="connsiteY119812" fmla="*/ 801712 h 2398711"/>
              <a:gd name="connsiteX119813" fmla="*/ 370174 w 2119654"/>
              <a:gd name="connsiteY119813" fmla="*/ 819023 h 2398711"/>
              <a:gd name="connsiteX119814" fmla="*/ 373032 w 2119654"/>
              <a:gd name="connsiteY119814" fmla="*/ 823828 h 2398711"/>
              <a:gd name="connsiteX119815" fmla="*/ 373189 w 2119654"/>
              <a:gd name="connsiteY119815" fmla="*/ 822649 h 2398711"/>
              <a:gd name="connsiteX119816" fmla="*/ 364307 w 2119654"/>
              <a:gd name="connsiteY119816" fmla="*/ 801780 h 2398711"/>
              <a:gd name="connsiteX119817" fmla="*/ 364295 w 2119654"/>
              <a:gd name="connsiteY119817" fmla="*/ 801748 h 2398711"/>
              <a:gd name="connsiteX119818" fmla="*/ 413727 w 2119654"/>
              <a:gd name="connsiteY119818" fmla="*/ 690824 h 2398711"/>
              <a:gd name="connsiteX119819" fmla="*/ 412693 w 2119654"/>
              <a:gd name="connsiteY119819" fmla="*/ 696805 h 2398711"/>
              <a:gd name="connsiteX119820" fmla="*/ 412647 w 2119654"/>
              <a:gd name="connsiteY119820" fmla="*/ 697098 h 2398711"/>
              <a:gd name="connsiteX119821" fmla="*/ 412812 w 2119654"/>
              <a:gd name="connsiteY119821" fmla="*/ 699067 h 2398711"/>
              <a:gd name="connsiteX119822" fmla="*/ 417804 w 2119654"/>
              <a:gd name="connsiteY119822" fmla="*/ 702829 h 2398711"/>
              <a:gd name="connsiteX119823" fmla="*/ 415990 w 2119654"/>
              <a:gd name="connsiteY119823" fmla="*/ 693921 h 2398711"/>
              <a:gd name="connsiteX119824" fmla="*/ 414915 w 2119654"/>
              <a:gd name="connsiteY119824" fmla="*/ 691222 h 2398711"/>
              <a:gd name="connsiteX119825" fmla="*/ 421445 w 2119654"/>
              <a:gd name="connsiteY119825" fmla="*/ 673458 h 2398711"/>
              <a:gd name="connsiteX119826" fmla="*/ 422856 w 2119654"/>
              <a:gd name="connsiteY119826" fmla="*/ 679506 h 2398711"/>
              <a:gd name="connsiteX119827" fmla="*/ 424693 w 2119654"/>
              <a:gd name="connsiteY119827" fmla="*/ 681025 h 2398711"/>
              <a:gd name="connsiteX119828" fmla="*/ 424689 w 2119654"/>
              <a:gd name="connsiteY119828" fmla="*/ 679292 h 2398711"/>
              <a:gd name="connsiteX119829" fmla="*/ 424989 w 2119654"/>
              <a:gd name="connsiteY119829" fmla="*/ 678909 h 2398711"/>
              <a:gd name="connsiteX119830" fmla="*/ 424994 w 2119654"/>
              <a:gd name="connsiteY119830" fmla="*/ 681274 h 2398711"/>
              <a:gd name="connsiteX119831" fmla="*/ 426387 w 2119654"/>
              <a:gd name="connsiteY119831" fmla="*/ 682426 h 2398711"/>
              <a:gd name="connsiteX119832" fmla="*/ 424248 w 2119654"/>
              <a:gd name="connsiteY119832" fmla="*/ 673718 h 2398711"/>
              <a:gd name="connsiteX119833" fmla="*/ 197059 w 2119654"/>
              <a:gd name="connsiteY119833" fmla="*/ 1175739 h 2398711"/>
              <a:gd name="connsiteX119834" fmla="*/ 201182 w 2119654"/>
              <a:gd name="connsiteY119834" fmla="*/ 1185425 h 2398711"/>
              <a:gd name="connsiteX119835" fmla="*/ 209689 w 2119654"/>
              <a:gd name="connsiteY119835" fmla="*/ 1197987 h 2398711"/>
              <a:gd name="connsiteX119836" fmla="*/ 208138 w 2119654"/>
              <a:gd name="connsiteY119836" fmla="*/ 1194181 h 2398711"/>
              <a:gd name="connsiteX119837" fmla="*/ 208249 w 2119654"/>
              <a:gd name="connsiteY119837" fmla="*/ 1193796 h 2398711"/>
              <a:gd name="connsiteX119838" fmla="*/ 210362 w 2119654"/>
              <a:gd name="connsiteY119838" fmla="*/ 1198981 h 2398711"/>
              <a:gd name="connsiteX119839" fmla="*/ 211394 w 2119654"/>
              <a:gd name="connsiteY119839" fmla="*/ 1200502 h 2398711"/>
              <a:gd name="connsiteX119840" fmla="*/ 242079 w 2119654"/>
              <a:gd name="connsiteY119840" fmla="*/ 1235825 h 2398711"/>
              <a:gd name="connsiteX119841" fmla="*/ 249348 w 2119654"/>
              <a:gd name="connsiteY119841" fmla="*/ 1242936 h 2398711"/>
              <a:gd name="connsiteX119842" fmla="*/ 254543 w 2119654"/>
              <a:gd name="connsiteY119842" fmla="*/ 1246001 h 2398711"/>
              <a:gd name="connsiteX119843" fmla="*/ 247866 w 2119654"/>
              <a:gd name="connsiteY119843" fmla="*/ 1229921 h 2398711"/>
              <a:gd name="connsiteX119844" fmla="*/ 241677 w 2119654"/>
              <a:gd name="connsiteY119844" fmla="*/ 1220364 h 2398711"/>
              <a:gd name="connsiteX119845" fmla="*/ 227294 w 2119654"/>
              <a:gd name="connsiteY119845" fmla="*/ 1204933 h 2398711"/>
              <a:gd name="connsiteX119846" fmla="*/ 206674 w 2119654"/>
              <a:gd name="connsiteY119846" fmla="*/ 1182190 h 2398711"/>
              <a:gd name="connsiteX119847" fmla="*/ 301874 w 2119654"/>
              <a:gd name="connsiteY119847" fmla="*/ 941037 h 2398711"/>
              <a:gd name="connsiteX119848" fmla="*/ 308240 w 2119654"/>
              <a:gd name="connsiteY119848" fmla="*/ 948416 h 2398711"/>
              <a:gd name="connsiteX119849" fmla="*/ 307323 w 2119654"/>
              <a:gd name="connsiteY119849" fmla="*/ 946267 h 2398711"/>
              <a:gd name="connsiteX119850" fmla="*/ 242687 w 2119654"/>
              <a:gd name="connsiteY119850" fmla="*/ 1073521 h 2398711"/>
              <a:gd name="connsiteX119851" fmla="*/ 242888 w 2119654"/>
              <a:gd name="connsiteY119851" fmla="*/ 1074528 h 2398711"/>
              <a:gd name="connsiteX119852" fmla="*/ 249559 w 2119654"/>
              <a:gd name="connsiteY119852" fmla="*/ 1097526 h 2398711"/>
              <a:gd name="connsiteX119853" fmla="*/ 259494 w 2119654"/>
              <a:gd name="connsiteY119853" fmla="*/ 1108678 h 2398711"/>
              <a:gd name="connsiteX119854" fmla="*/ 253734 w 2119654"/>
              <a:gd name="connsiteY119854" fmla="*/ 1083775 h 2398711"/>
              <a:gd name="connsiteX119855" fmla="*/ 249084 w 2119654"/>
              <a:gd name="connsiteY119855" fmla="*/ 1079661 h 2398711"/>
              <a:gd name="connsiteX119856" fmla="*/ 437435 w 2119654"/>
              <a:gd name="connsiteY119856" fmla="*/ 637415 h 2398711"/>
              <a:gd name="connsiteX119857" fmla="*/ 437266 w 2119654"/>
              <a:gd name="connsiteY119857" fmla="*/ 638498 h 2398711"/>
              <a:gd name="connsiteX119858" fmla="*/ 439373 w 2119654"/>
              <a:gd name="connsiteY119858" fmla="*/ 641609 h 2398711"/>
              <a:gd name="connsiteX119859" fmla="*/ 438917 w 2119654"/>
              <a:gd name="connsiteY119859" fmla="*/ 638123 h 2398711"/>
              <a:gd name="connsiteX119860" fmla="*/ 264014 w 2119654"/>
              <a:gd name="connsiteY119860" fmla="*/ 1025432 h 2398711"/>
              <a:gd name="connsiteX119861" fmla="*/ 270733 w 2119654"/>
              <a:gd name="connsiteY119861" fmla="*/ 1039889 h 2398711"/>
              <a:gd name="connsiteX119862" fmla="*/ 269937 w 2119654"/>
              <a:gd name="connsiteY119862" fmla="*/ 1034923 h 2398711"/>
              <a:gd name="connsiteX119863" fmla="*/ 410360 w 2119654"/>
              <a:gd name="connsiteY119863" fmla="*/ 697709 h 2398711"/>
              <a:gd name="connsiteX119864" fmla="*/ 411496 w 2119654"/>
              <a:gd name="connsiteY119864" fmla="*/ 702280 h 2398711"/>
              <a:gd name="connsiteX119865" fmla="*/ 412047 w 2119654"/>
              <a:gd name="connsiteY119865" fmla="*/ 699089 h 2398711"/>
              <a:gd name="connsiteX119866" fmla="*/ 311048 w 2119654"/>
              <a:gd name="connsiteY119866" fmla="*/ 920037 h 2398711"/>
              <a:gd name="connsiteX119867" fmla="*/ 311538 w 2119654"/>
              <a:gd name="connsiteY119867" fmla="*/ 921238 h 2398711"/>
              <a:gd name="connsiteX119868" fmla="*/ 311551 w 2119654"/>
              <a:gd name="connsiteY119868" fmla="*/ 921268 h 2398711"/>
              <a:gd name="connsiteX119869" fmla="*/ 311562 w 2119654"/>
              <a:gd name="connsiteY119869" fmla="*/ 920881 h 2398711"/>
              <a:gd name="connsiteX119870" fmla="*/ 396956 w 2119654"/>
              <a:gd name="connsiteY119870" fmla="*/ 727644 h 2398711"/>
              <a:gd name="connsiteX119871" fmla="*/ 397055 w 2119654"/>
              <a:gd name="connsiteY119871" fmla="*/ 728196 h 2398711"/>
              <a:gd name="connsiteX119872" fmla="*/ 397191 w 2119654"/>
              <a:gd name="connsiteY119872" fmla="*/ 728897 h 2398711"/>
              <a:gd name="connsiteX119873" fmla="*/ 398228 w 2119654"/>
              <a:gd name="connsiteY119873" fmla="*/ 729454 h 2398711"/>
              <a:gd name="connsiteX119874" fmla="*/ 397626 w 2119654"/>
              <a:gd name="connsiteY119874" fmla="*/ 727868 h 2398711"/>
              <a:gd name="connsiteX119875" fmla="*/ 297493 w 2119654"/>
              <a:gd name="connsiteY119875" fmla="*/ 950186 h 2398711"/>
              <a:gd name="connsiteX119876" fmla="*/ 298770 w 2119654"/>
              <a:gd name="connsiteY119876" fmla="*/ 965454 h 2398711"/>
              <a:gd name="connsiteX119877" fmla="*/ 305594 w 2119654"/>
              <a:gd name="connsiteY119877" fmla="*/ 988177 h 2398711"/>
              <a:gd name="connsiteX119878" fmla="*/ 309955 w 2119654"/>
              <a:gd name="connsiteY119878" fmla="*/ 994924 h 2398711"/>
              <a:gd name="connsiteX119879" fmla="*/ 310891 w 2119654"/>
              <a:gd name="connsiteY119879" fmla="*/ 977063 h 2398711"/>
              <a:gd name="connsiteX119880" fmla="*/ 310740 w 2119654"/>
              <a:gd name="connsiteY119880" fmla="*/ 973405 h 2398711"/>
              <a:gd name="connsiteX119881" fmla="*/ 306740 w 2119654"/>
              <a:gd name="connsiteY119881" fmla="*/ 965450 h 2398711"/>
              <a:gd name="connsiteX119882" fmla="*/ 305963 w 2119654"/>
              <a:gd name="connsiteY119882" fmla="*/ 963632 h 2398711"/>
              <a:gd name="connsiteX119883" fmla="*/ 302850 w 2119654"/>
              <a:gd name="connsiteY119883" fmla="*/ 958541 h 2398711"/>
              <a:gd name="connsiteX119884" fmla="*/ 302906 w 2119654"/>
              <a:gd name="connsiteY119884" fmla="*/ 958273 h 2398711"/>
              <a:gd name="connsiteX119885" fmla="*/ 305455 w 2119654"/>
              <a:gd name="connsiteY119885" fmla="*/ 962442 h 2398711"/>
              <a:gd name="connsiteX119886" fmla="*/ 300611 w 2119654"/>
              <a:gd name="connsiteY119886" fmla="*/ 951104 h 2398711"/>
              <a:gd name="connsiteX119887" fmla="*/ 301546 w 2119654"/>
              <a:gd name="connsiteY119887" fmla="*/ 941100 h 2398711"/>
              <a:gd name="connsiteX119888" fmla="*/ 304908 w 2119654"/>
              <a:gd name="connsiteY119888" fmla="*/ 948843 h 2398711"/>
              <a:gd name="connsiteX119889" fmla="*/ 308925 w 2119654"/>
              <a:gd name="connsiteY119889" fmla="*/ 950025 h 2398711"/>
              <a:gd name="connsiteX119890" fmla="*/ 308612 w 2119654"/>
              <a:gd name="connsiteY119890" fmla="*/ 949291 h 2398711"/>
              <a:gd name="connsiteX119891" fmla="*/ 414038 w 2119654"/>
              <a:gd name="connsiteY119891" fmla="*/ 689022 h 2398711"/>
              <a:gd name="connsiteX119892" fmla="*/ 413975 w 2119654"/>
              <a:gd name="connsiteY119892" fmla="*/ 689389 h 2398711"/>
              <a:gd name="connsiteX119893" fmla="*/ 414210 w 2119654"/>
              <a:gd name="connsiteY119893" fmla="*/ 689455 h 2398711"/>
              <a:gd name="connsiteX119894" fmla="*/ 196451 w 2119654"/>
              <a:gd name="connsiteY119894" fmla="*/ 1175873 h 2398711"/>
              <a:gd name="connsiteX119895" fmla="*/ 198095 w 2119654"/>
              <a:gd name="connsiteY119895" fmla="*/ 1180868 h 2398711"/>
              <a:gd name="connsiteX119896" fmla="*/ 199391 w 2119654"/>
              <a:gd name="connsiteY119896" fmla="*/ 1182782 h 2398711"/>
              <a:gd name="connsiteX119897" fmla="*/ 438792 w 2119654"/>
              <a:gd name="connsiteY119897" fmla="*/ 633137 h 2398711"/>
              <a:gd name="connsiteX119898" fmla="*/ 439441 w 2119654"/>
              <a:gd name="connsiteY119898" fmla="*/ 638097 h 2398711"/>
              <a:gd name="connsiteX119899" fmla="*/ 444265 w 2119654"/>
              <a:gd name="connsiteY119899" fmla="*/ 640403 h 2398711"/>
              <a:gd name="connsiteX119900" fmla="*/ 444317 w 2119654"/>
              <a:gd name="connsiteY119900" fmla="*/ 639126 h 2398711"/>
              <a:gd name="connsiteX119901" fmla="*/ 444740 w 2119654"/>
              <a:gd name="connsiteY119901" fmla="*/ 638631 h 2398711"/>
              <a:gd name="connsiteX119902" fmla="*/ 444660 w 2119654"/>
              <a:gd name="connsiteY119902" fmla="*/ 640593 h 2398711"/>
              <a:gd name="connsiteX119903" fmla="*/ 447002 w 2119654"/>
              <a:gd name="connsiteY119903" fmla="*/ 641712 h 2398711"/>
              <a:gd name="connsiteX119904" fmla="*/ 447104 w 2119654"/>
              <a:gd name="connsiteY119904" fmla="*/ 641452 h 2398711"/>
              <a:gd name="connsiteX119905" fmla="*/ 447261 w 2119654"/>
              <a:gd name="connsiteY119905" fmla="*/ 641836 h 2398711"/>
              <a:gd name="connsiteX119906" fmla="*/ 455354 w 2119654"/>
              <a:gd name="connsiteY119906" fmla="*/ 645703 h 2398711"/>
              <a:gd name="connsiteX119907" fmla="*/ 455017 w 2119654"/>
              <a:gd name="connsiteY119907" fmla="*/ 641689 h 2398711"/>
              <a:gd name="connsiteX119908" fmla="*/ 414208 w 2119654"/>
              <a:gd name="connsiteY119908" fmla="*/ 688039 h 2398711"/>
              <a:gd name="connsiteX119909" fmla="*/ 414196 w 2119654"/>
              <a:gd name="connsiteY119909" fmla="*/ 688109 h 2398711"/>
              <a:gd name="connsiteX119910" fmla="*/ 414825 w 2119654"/>
              <a:gd name="connsiteY119910" fmla="*/ 689627 h 2398711"/>
              <a:gd name="connsiteX119911" fmla="*/ 415133 w 2119654"/>
              <a:gd name="connsiteY119911" fmla="*/ 689714 h 2398711"/>
              <a:gd name="connsiteX119912" fmla="*/ 414855 w 2119654"/>
              <a:gd name="connsiteY119912" fmla="*/ 688345 h 2398711"/>
              <a:gd name="connsiteX119913" fmla="*/ 429053 w 2119654"/>
              <a:gd name="connsiteY119913" fmla="*/ 654767 h 2398711"/>
              <a:gd name="connsiteX119914" fmla="*/ 430946 w 2119654"/>
              <a:gd name="connsiteY119914" fmla="*/ 655026 h 2398711"/>
              <a:gd name="connsiteX119915" fmla="*/ 430910 w 2119654"/>
              <a:gd name="connsiteY119915" fmla="*/ 654864 h 2398711"/>
              <a:gd name="connsiteX119916" fmla="*/ 405918 w 2119654"/>
              <a:gd name="connsiteY119916" fmla="*/ 706411 h 2398711"/>
              <a:gd name="connsiteX119917" fmla="*/ 405734 w 2119654"/>
              <a:gd name="connsiteY119917" fmla="*/ 710863 h 2398711"/>
              <a:gd name="connsiteX119918" fmla="*/ 405991 w 2119654"/>
              <a:gd name="connsiteY119918" fmla="*/ 716758 h 2398711"/>
              <a:gd name="connsiteX119919" fmla="*/ 407611 w 2119654"/>
              <a:gd name="connsiteY119919" fmla="*/ 717262 h 2398711"/>
              <a:gd name="connsiteX119920" fmla="*/ 407936 w 2119654"/>
              <a:gd name="connsiteY119920" fmla="*/ 707027 h 2398711"/>
              <a:gd name="connsiteX119921" fmla="*/ 472702 w 2119654"/>
              <a:gd name="connsiteY119921" fmla="*/ 556831 h 2398711"/>
              <a:gd name="connsiteX119922" fmla="*/ 472734 w 2119654"/>
              <a:gd name="connsiteY119922" fmla="*/ 556888 h 2398711"/>
              <a:gd name="connsiteX119923" fmla="*/ 472733 w 2119654"/>
              <a:gd name="connsiteY119923" fmla="*/ 556846 h 2398711"/>
              <a:gd name="connsiteX119924" fmla="*/ 164737 w 2119654"/>
              <a:gd name="connsiteY119924" fmla="*/ 1246310 h 2398711"/>
              <a:gd name="connsiteX119925" fmla="*/ 170657 w 2119654"/>
              <a:gd name="connsiteY119925" fmla="*/ 1252819 h 2398711"/>
              <a:gd name="connsiteX119926" fmla="*/ 171375 w 2119654"/>
              <a:gd name="connsiteY119926" fmla="*/ 1253586 h 2398711"/>
              <a:gd name="connsiteX119927" fmla="*/ 170205 w 2119654"/>
              <a:gd name="connsiteY119927" fmla="*/ 1250109 h 2398711"/>
              <a:gd name="connsiteX119928" fmla="*/ 378588 w 2119654"/>
              <a:gd name="connsiteY119928" fmla="*/ 767094 h 2398711"/>
              <a:gd name="connsiteX119929" fmla="*/ 379804 w 2119654"/>
              <a:gd name="connsiteY119929" fmla="*/ 771984 h 2398711"/>
              <a:gd name="connsiteX119930" fmla="*/ 380620 w 2119654"/>
              <a:gd name="connsiteY119930" fmla="*/ 772479 h 2398711"/>
              <a:gd name="connsiteX119931" fmla="*/ 381276 w 2119654"/>
              <a:gd name="connsiteY119931" fmla="*/ 769136 h 2398711"/>
              <a:gd name="connsiteX119932" fmla="*/ 379911 w 2119654"/>
              <a:gd name="connsiteY119932" fmla="*/ 767554 h 2398711"/>
              <a:gd name="connsiteX119933" fmla="*/ 361580 w 2119654"/>
              <a:gd name="connsiteY119933" fmla="*/ 805172 h 2398711"/>
              <a:gd name="connsiteX119934" fmla="*/ 361571 w 2119654"/>
              <a:gd name="connsiteY119934" fmla="*/ 811633 h 2398711"/>
              <a:gd name="connsiteX119935" fmla="*/ 364111 w 2119654"/>
              <a:gd name="connsiteY119935" fmla="*/ 815012 h 2398711"/>
              <a:gd name="connsiteX119936" fmla="*/ 369804 w 2119654"/>
              <a:gd name="connsiteY119936" fmla="*/ 821086 h 2398711"/>
              <a:gd name="connsiteX119937" fmla="*/ 368091 w 2119654"/>
              <a:gd name="connsiteY119937" fmla="*/ 816113 h 2398711"/>
              <a:gd name="connsiteX119938" fmla="*/ 471508 w 2119654"/>
              <a:gd name="connsiteY119938" fmla="*/ 558889 h 2398711"/>
              <a:gd name="connsiteX119939" fmla="*/ 472081 w 2119654"/>
              <a:gd name="connsiteY119939" fmla="*/ 572686 h 2398711"/>
              <a:gd name="connsiteX119940" fmla="*/ 472464 w 2119654"/>
              <a:gd name="connsiteY119940" fmla="*/ 572918 h 2398711"/>
              <a:gd name="connsiteX119941" fmla="*/ 472942 w 2119654"/>
              <a:gd name="connsiteY119941" fmla="*/ 570899 h 2398711"/>
              <a:gd name="connsiteX119942" fmla="*/ 472804 w 2119654"/>
              <a:gd name="connsiteY119942" fmla="*/ 561696 h 2398711"/>
              <a:gd name="connsiteX119943" fmla="*/ 414475 w 2119654"/>
              <a:gd name="connsiteY119943" fmla="*/ 686482 h 2398711"/>
              <a:gd name="connsiteX119944" fmla="*/ 414408 w 2119654"/>
              <a:gd name="connsiteY119944" fmla="*/ 686868 h 2398711"/>
              <a:gd name="connsiteX119945" fmla="*/ 414570 w 2119654"/>
              <a:gd name="connsiteY119945" fmla="*/ 686944 h 2398711"/>
              <a:gd name="connsiteX119946" fmla="*/ 402728 w 2119654"/>
              <a:gd name="connsiteY119946" fmla="*/ 712502 h 2398711"/>
              <a:gd name="connsiteX119947" fmla="*/ 402665 w 2119654"/>
              <a:gd name="connsiteY119947" fmla="*/ 713588 h 2398711"/>
              <a:gd name="connsiteX119948" fmla="*/ 403396 w 2119654"/>
              <a:gd name="connsiteY119948" fmla="*/ 715171 h 2398711"/>
              <a:gd name="connsiteX119949" fmla="*/ 251994 w 2119654"/>
              <a:gd name="connsiteY119949" fmla="*/ 1050015 h 2398711"/>
              <a:gd name="connsiteX119950" fmla="*/ 252029 w 2119654"/>
              <a:gd name="connsiteY119950" fmla="*/ 1050120 h 2398711"/>
              <a:gd name="connsiteX119951" fmla="*/ 252642 w 2119654"/>
              <a:gd name="connsiteY119951" fmla="*/ 1051901 h 2398711"/>
              <a:gd name="connsiteX119952" fmla="*/ 254838 w 2119654"/>
              <a:gd name="connsiteY119952" fmla="*/ 1053617 h 2398711"/>
              <a:gd name="connsiteX119953" fmla="*/ 313115 w 2119654"/>
              <a:gd name="connsiteY119953" fmla="*/ 913131 h 2398711"/>
              <a:gd name="connsiteX119954" fmla="*/ 313006 w 2119654"/>
              <a:gd name="connsiteY119954" fmla="*/ 916583 h 2398711"/>
              <a:gd name="connsiteX119955" fmla="*/ 313306 w 2119654"/>
              <a:gd name="connsiteY119955" fmla="*/ 918117 h 2398711"/>
              <a:gd name="connsiteX119956" fmla="*/ 315855 w 2119654"/>
              <a:gd name="connsiteY119956" fmla="*/ 922530 h 2398711"/>
              <a:gd name="connsiteX119957" fmla="*/ 315959 w 2119654"/>
              <a:gd name="connsiteY119957" fmla="*/ 921741 h 2398711"/>
              <a:gd name="connsiteX119958" fmla="*/ 343215 w 2119654"/>
              <a:gd name="connsiteY119958" fmla="*/ 845489 h 2398711"/>
              <a:gd name="connsiteX119959" fmla="*/ 341412 w 2119654"/>
              <a:gd name="connsiteY119959" fmla="*/ 854717 h 2398711"/>
              <a:gd name="connsiteX119960" fmla="*/ 341727 w 2119654"/>
              <a:gd name="connsiteY119960" fmla="*/ 855507 h 2398711"/>
              <a:gd name="connsiteX119961" fmla="*/ 344375 w 2119654"/>
              <a:gd name="connsiteY119961" fmla="*/ 859463 h 2398711"/>
              <a:gd name="connsiteX119962" fmla="*/ 344948 w 2119654"/>
              <a:gd name="connsiteY119962" fmla="*/ 845582 h 2398711"/>
              <a:gd name="connsiteX119963" fmla="*/ 438159 w 2119654"/>
              <a:gd name="connsiteY119963" fmla="*/ 632804 h 2398711"/>
              <a:gd name="connsiteX119964" fmla="*/ 437476 w 2119654"/>
              <a:gd name="connsiteY119964" fmla="*/ 637158 h 2398711"/>
              <a:gd name="connsiteX119965" fmla="*/ 438878 w 2119654"/>
              <a:gd name="connsiteY119965" fmla="*/ 637828 h 2398711"/>
              <a:gd name="connsiteX119966" fmla="*/ 438225 w 2119654"/>
              <a:gd name="connsiteY119966" fmla="*/ 632839 h 2398711"/>
              <a:gd name="connsiteX119967" fmla="*/ 363527 w 2119654"/>
              <a:gd name="connsiteY119967" fmla="*/ 799723 h 2398711"/>
              <a:gd name="connsiteX119968" fmla="*/ 363932 w 2119654"/>
              <a:gd name="connsiteY119968" fmla="*/ 800899 h 2398711"/>
              <a:gd name="connsiteX119969" fmla="*/ 363981 w 2119654"/>
              <a:gd name="connsiteY119969" fmla="*/ 800921 h 2398711"/>
              <a:gd name="connsiteX119970" fmla="*/ 436098 w 2119654"/>
              <a:gd name="connsiteY119970" fmla="*/ 636776 h 2398711"/>
              <a:gd name="connsiteX119971" fmla="*/ 436805 w 2119654"/>
              <a:gd name="connsiteY119971" fmla="*/ 637818 h 2398711"/>
              <a:gd name="connsiteX119972" fmla="*/ 436916 w 2119654"/>
              <a:gd name="connsiteY119972" fmla="*/ 637167 h 2398711"/>
              <a:gd name="connsiteX119973" fmla="*/ 253567 w 2119654"/>
              <a:gd name="connsiteY119973" fmla="*/ 1045450 h 2398711"/>
              <a:gd name="connsiteX119974" fmla="*/ 253602 w 2119654"/>
              <a:gd name="connsiteY119974" fmla="*/ 1045524 h 2398711"/>
              <a:gd name="connsiteX119975" fmla="*/ 254754 w 2119654"/>
              <a:gd name="connsiteY119975" fmla="*/ 1046983 h 2398711"/>
              <a:gd name="connsiteX119976" fmla="*/ 263535 w 2119654"/>
              <a:gd name="connsiteY119976" fmla="*/ 1057116 h 2398711"/>
              <a:gd name="connsiteX119977" fmla="*/ 263377 w 2119654"/>
              <a:gd name="connsiteY119977" fmla="*/ 1056633 h 2398711"/>
              <a:gd name="connsiteX119978" fmla="*/ 414867 w 2119654"/>
              <a:gd name="connsiteY119978" fmla="*/ 684214 h 2398711"/>
              <a:gd name="connsiteX119979" fmla="*/ 414789 w 2119654"/>
              <a:gd name="connsiteY119979" fmla="*/ 684664 h 2398711"/>
              <a:gd name="connsiteX119980" fmla="*/ 415327 w 2119654"/>
              <a:gd name="connsiteY119980" fmla="*/ 687303 h 2398711"/>
              <a:gd name="connsiteX119981" fmla="*/ 420527 w 2119654"/>
              <a:gd name="connsiteY119981" fmla="*/ 689765 h 2398711"/>
              <a:gd name="connsiteX119982" fmla="*/ 419868 w 2119654"/>
              <a:gd name="connsiteY119982" fmla="*/ 688780 h 2398711"/>
              <a:gd name="connsiteX119983" fmla="*/ 418359 w 2119654"/>
              <a:gd name="connsiteY119983" fmla="*/ 687103 h 2398711"/>
              <a:gd name="connsiteX119984" fmla="*/ 412076 w 2119654"/>
              <a:gd name="connsiteY119984" fmla="*/ 690271 h 2398711"/>
              <a:gd name="connsiteX119985" fmla="*/ 412563 w 2119654"/>
              <a:gd name="connsiteY119985" fmla="*/ 696098 h 2398711"/>
              <a:gd name="connsiteX119986" fmla="*/ 413488 w 2119654"/>
              <a:gd name="connsiteY119986" fmla="*/ 690744 h 2398711"/>
              <a:gd name="connsiteX119987" fmla="*/ 270954 w 2119654"/>
              <a:gd name="connsiteY119987" fmla="*/ 1006144 h 2398711"/>
              <a:gd name="connsiteX119988" fmla="*/ 275234 w 2119654"/>
              <a:gd name="connsiteY119988" fmla="*/ 1014188 h 2398711"/>
              <a:gd name="connsiteX119989" fmla="*/ 276129 w 2119654"/>
              <a:gd name="connsiteY119989" fmla="*/ 1015205 h 2398711"/>
              <a:gd name="connsiteX119990" fmla="*/ 276254 w 2119654"/>
              <a:gd name="connsiteY119990" fmla="*/ 1014864 h 2398711"/>
              <a:gd name="connsiteX119991" fmla="*/ 276508 w 2119654"/>
              <a:gd name="connsiteY119991" fmla="*/ 1015635 h 2398711"/>
              <a:gd name="connsiteX119992" fmla="*/ 278294 w 2119654"/>
              <a:gd name="connsiteY119992" fmla="*/ 1017663 h 2398711"/>
              <a:gd name="connsiteX119993" fmla="*/ 272788 w 2119654"/>
              <a:gd name="connsiteY119993" fmla="*/ 1007737 h 2398711"/>
              <a:gd name="connsiteX119994" fmla="*/ 475277 w 2119654"/>
              <a:gd name="connsiteY119994" fmla="*/ 548397 h 2398711"/>
              <a:gd name="connsiteX119995" fmla="*/ 475491 w 2119654"/>
              <a:gd name="connsiteY119995" fmla="*/ 557940 h 2398711"/>
              <a:gd name="connsiteX119996" fmla="*/ 475959 w 2119654"/>
              <a:gd name="connsiteY119996" fmla="*/ 558160 h 2398711"/>
              <a:gd name="connsiteX119997" fmla="*/ 477438 w 2119654"/>
              <a:gd name="connsiteY119997" fmla="*/ 551915 h 2398711"/>
              <a:gd name="connsiteX119998" fmla="*/ 476742 w 2119654"/>
              <a:gd name="connsiteY119998" fmla="*/ 549329 h 2398711"/>
              <a:gd name="connsiteX119999" fmla="*/ 409025 w 2119654"/>
              <a:gd name="connsiteY119999" fmla="*/ 696704 h 2398711"/>
              <a:gd name="connsiteX120000" fmla="*/ 408713 w 2119654"/>
              <a:gd name="connsiteY120000" fmla="*/ 706566 h 2398711"/>
              <a:gd name="connsiteX120001" fmla="*/ 410654 w 2119654"/>
              <a:gd name="connsiteY120001" fmla="*/ 707157 h 2398711"/>
              <a:gd name="connsiteX120002" fmla="*/ 411280 w 2119654"/>
              <a:gd name="connsiteY120002" fmla="*/ 703529 h 2398711"/>
              <a:gd name="connsiteX120003" fmla="*/ 409824 w 2119654"/>
              <a:gd name="connsiteY120003" fmla="*/ 697306 h 2398711"/>
              <a:gd name="connsiteX120004" fmla="*/ 378213 w 2119654"/>
              <a:gd name="connsiteY120004" fmla="*/ 765586 h 2398711"/>
              <a:gd name="connsiteX120005" fmla="*/ 378405 w 2119654"/>
              <a:gd name="connsiteY120005" fmla="*/ 766357 h 2398711"/>
              <a:gd name="connsiteX120006" fmla="*/ 379046 w 2119654"/>
              <a:gd name="connsiteY120006" fmla="*/ 766552 h 2398711"/>
              <a:gd name="connsiteX120007" fmla="*/ 178271 w 2119654"/>
              <a:gd name="connsiteY120007" fmla="*/ 1213171 h 2398711"/>
              <a:gd name="connsiteX120008" fmla="*/ 179742 w 2119654"/>
              <a:gd name="connsiteY120008" fmla="*/ 1217541 h 2398711"/>
              <a:gd name="connsiteX120009" fmla="*/ 184227 w 2119654"/>
              <a:gd name="connsiteY120009" fmla="*/ 1221813 h 2398711"/>
              <a:gd name="connsiteX120010" fmla="*/ 182469 w 2119654"/>
              <a:gd name="connsiteY120010" fmla="*/ 1218431 h 2398711"/>
              <a:gd name="connsiteX120011" fmla="*/ 182481 w 2119654"/>
              <a:gd name="connsiteY120011" fmla="*/ 1218372 h 2398711"/>
              <a:gd name="connsiteX120012" fmla="*/ 178336 w 2119654"/>
              <a:gd name="connsiteY120012" fmla="*/ 1213254 h 2398711"/>
              <a:gd name="connsiteX120013" fmla="*/ 494257 w 2119654"/>
              <a:gd name="connsiteY120013" fmla="*/ 505523 h 2398711"/>
              <a:gd name="connsiteX120014" fmla="*/ 500068 w 2119654"/>
              <a:gd name="connsiteY120014" fmla="*/ 523419 h 2398711"/>
              <a:gd name="connsiteX120015" fmla="*/ 504133 w 2119654"/>
              <a:gd name="connsiteY120015" fmla="*/ 524660 h 2398711"/>
              <a:gd name="connsiteX120016" fmla="*/ 507427 w 2119654"/>
              <a:gd name="connsiteY120016" fmla="*/ 516658 h 2398711"/>
              <a:gd name="connsiteX120017" fmla="*/ 507394 w 2119654"/>
              <a:gd name="connsiteY120017" fmla="*/ 516267 h 2398711"/>
              <a:gd name="connsiteX120018" fmla="*/ 250706 w 2119654"/>
              <a:gd name="connsiteY120018" fmla="*/ 1050775 h 2398711"/>
              <a:gd name="connsiteX120019" fmla="*/ 254959 w 2119654"/>
              <a:gd name="connsiteY120019" fmla="*/ 1063405 h 2398711"/>
              <a:gd name="connsiteX120020" fmla="*/ 257688 w 2119654"/>
              <a:gd name="connsiteY120020" fmla="*/ 1070551 h 2398711"/>
              <a:gd name="connsiteX120021" fmla="*/ 259224 w 2119654"/>
              <a:gd name="connsiteY120021" fmla="*/ 1071984 h 2398711"/>
              <a:gd name="connsiteX120022" fmla="*/ 255868 w 2119654"/>
              <a:gd name="connsiteY120022" fmla="*/ 1062232 h 2398711"/>
              <a:gd name="connsiteX120023" fmla="*/ 252579 w 2119654"/>
              <a:gd name="connsiteY120023" fmla="*/ 1052240 h 2398711"/>
              <a:gd name="connsiteX120024" fmla="*/ 346580 w 2119654"/>
              <a:gd name="connsiteY120024" fmla="*/ 836079 h 2398711"/>
              <a:gd name="connsiteX120025" fmla="*/ 348345 w 2119654"/>
              <a:gd name="connsiteY120025" fmla="*/ 840386 h 2398711"/>
              <a:gd name="connsiteX120026" fmla="*/ 349414 w 2119654"/>
              <a:gd name="connsiteY120026" fmla="*/ 842898 h 2398711"/>
              <a:gd name="connsiteX120027" fmla="*/ 347955 w 2119654"/>
              <a:gd name="connsiteY120027" fmla="*/ 838481 h 2398711"/>
              <a:gd name="connsiteX120028" fmla="*/ 487546 w 2119654"/>
              <a:gd name="connsiteY120028" fmla="*/ 520296 h 2398711"/>
              <a:gd name="connsiteX120029" fmla="*/ 487548 w 2119654"/>
              <a:gd name="connsiteY120029" fmla="*/ 520462 h 2398711"/>
              <a:gd name="connsiteX120030" fmla="*/ 487856 w 2119654"/>
              <a:gd name="connsiteY120030" fmla="*/ 545565 h 2398711"/>
              <a:gd name="connsiteX120031" fmla="*/ 493934 w 2119654"/>
              <a:gd name="connsiteY120031" fmla="*/ 549434 h 2398711"/>
              <a:gd name="connsiteX120032" fmla="*/ 499487 w 2119654"/>
              <a:gd name="connsiteY120032" fmla="*/ 535946 h 2398711"/>
              <a:gd name="connsiteX120033" fmla="*/ 495772 w 2119654"/>
              <a:gd name="connsiteY120033" fmla="*/ 524502 h 2398711"/>
              <a:gd name="connsiteX120034" fmla="*/ 492463 w 2119654"/>
              <a:gd name="connsiteY120034" fmla="*/ 521796 h 2398711"/>
              <a:gd name="connsiteX120035" fmla="*/ 318712 w 2119654"/>
              <a:gd name="connsiteY120035" fmla="*/ 898304 h 2398711"/>
              <a:gd name="connsiteX120036" fmla="*/ 318956 w 2119654"/>
              <a:gd name="connsiteY120036" fmla="*/ 899159 h 2398711"/>
              <a:gd name="connsiteX120037" fmla="*/ 319004 w 2119654"/>
              <a:gd name="connsiteY120037" fmla="*/ 898795 h 2398711"/>
              <a:gd name="connsiteX120038" fmla="*/ 330334 w 2119654"/>
              <a:gd name="connsiteY120038" fmla="*/ 872218 h 2398711"/>
              <a:gd name="connsiteX120039" fmla="*/ 330795 w 2119654"/>
              <a:gd name="connsiteY120039" fmla="*/ 875561 h 2398711"/>
              <a:gd name="connsiteX120040" fmla="*/ 335290 w 2119654"/>
              <a:gd name="connsiteY120040" fmla="*/ 876818 h 2398711"/>
              <a:gd name="connsiteX120041" fmla="*/ 335413 w 2119654"/>
              <a:gd name="connsiteY120041" fmla="*/ 876189 h 2398711"/>
              <a:gd name="connsiteX120042" fmla="*/ 300242 w 2119654"/>
              <a:gd name="connsiteY120042" fmla="*/ 939588 h 2398711"/>
              <a:gd name="connsiteX120043" fmla="*/ 303937 w 2119654"/>
              <a:gd name="connsiteY120043" fmla="*/ 948557 h 2398711"/>
              <a:gd name="connsiteX120044" fmla="*/ 304508 w 2119654"/>
              <a:gd name="connsiteY120044" fmla="*/ 948725 h 2398711"/>
              <a:gd name="connsiteX120045" fmla="*/ 300842 w 2119654"/>
              <a:gd name="connsiteY120045" fmla="*/ 940284 h 2398711"/>
              <a:gd name="connsiteX120046" fmla="*/ 344083 w 2119654"/>
              <a:gd name="connsiteY120046" fmla="*/ 841359 h 2398711"/>
              <a:gd name="connsiteX120047" fmla="*/ 343761 w 2119654"/>
              <a:gd name="connsiteY120047" fmla="*/ 842709 h 2398711"/>
              <a:gd name="connsiteX120048" fmla="*/ 343324 w 2119654"/>
              <a:gd name="connsiteY120048" fmla="*/ 844939 h 2398711"/>
              <a:gd name="connsiteX120049" fmla="*/ 344970 w 2119654"/>
              <a:gd name="connsiteY120049" fmla="*/ 845025 h 2398711"/>
              <a:gd name="connsiteX120050" fmla="*/ 345008 w 2119654"/>
              <a:gd name="connsiteY120050" fmla="*/ 844123 h 2398711"/>
              <a:gd name="connsiteX120051" fmla="*/ 344483 w 2119654"/>
              <a:gd name="connsiteY120051" fmla="*/ 841549 h 2398711"/>
              <a:gd name="connsiteX120052" fmla="*/ 392482 w 2119654"/>
              <a:gd name="connsiteY120052" fmla="*/ 732917 h 2398711"/>
              <a:gd name="connsiteX120053" fmla="*/ 395897 w 2119654"/>
              <a:gd name="connsiteY120053" fmla="*/ 747560 h 2398711"/>
              <a:gd name="connsiteX120054" fmla="*/ 399746 w 2119654"/>
              <a:gd name="connsiteY120054" fmla="*/ 752680 h 2398711"/>
              <a:gd name="connsiteX120055" fmla="*/ 399221 w 2119654"/>
              <a:gd name="connsiteY120055" fmla="*/ 745187 h 2398711"/>
              <a:gd name="connsiteX120056" fmla="*/ 399368 w 2119654"/>
              <a:gd name="connsiteY120056" fmla="*/ 744972 h 2398711"/>
              <a:gd name="connsiteX120057" fmla="*/ 399820 w 2119654"/>
              <a:gd name="connsiteY120057" fmla="*/ 751428 h 2398711"/>
              <a:gd name="connsiteX120058" fmla="*/ 400163 w 2119654"/>
              <a:gd name="connsiteY120058" fmla="*/ 745472 h 2398711"/>
              <a:gd name="connsiteX120059" fmla="*/ 399866 w 2119654"/>
              <a:gd name="connsiteY120059" fmla="*/ 743944 h 2398711"/>
              <a:gd name="connsiteX120060" fmla="*/ 339005 w 2119654"/>
              <a:gd name="connsiteY120060" fmla="*/ 852514 h 2398711"/>
              <a:gd name="connsiteX120061" fmla="*/ 339869 w 2119654"/>
              <a:gd name="connsiteY120061" fmla="*/ 856205 h 2398711"/>
              <a:gd name="connsiteX120062" fmla="*/ 340258 w 2119654"/>
              <a:gd name="connsiteY120062" fmla="*/ 854559 h 2398711"/>
              <a:gd name="connsiteX120063" fmla="*/ 378052 w 2119654"/>
              <a:gd name="connsiteY120063" fmla="*/ 764935 h 2398711"/>
              <a:gd name="connsiteX120064" fmla="*/ 378059 w 2119654"/>
              <a:gd name="connsiteY120064" fmla="*/ 764963 h 2398711"/>
              <a:gd name="connsiteX120065" fmla="*/ 379564 w 2119654"/>
              <a:gd name="connsiteY120065" fmla="*/ 766709 h 2398711"/>
              <a:gd name="connsiteX120066" fmla="*/ 381628 w 2119654"/>
              <a:gd name="connsiteY120066" fmla="*/ 767335 h 2398711"/>
              <a:gd name="connsiteX120067" fmla="*/ 381750 w 2119654"/>
              <a:gd name="connsiteY120067" fmla="*/ 766711 h 2398711"/>
              <a:gd name="connsiteX120068" fmla="*/ 325983 w 2119654"/>
              <a:gd name="connsiteY120068" fmla="*/ 881230 h 2398711"/>
              <a:gd name="connsiteX120069" fmla="*/ 325032 w 2119654"/>
              <a:gd name="connsiteY120069" fmla="*/ 888388 h 2398711"/>
              <a:gd name="connsiteX120070" fmla="*/ 325049 w 2119654"/>
              <a:gd name="connsiteY120070" fmla="*/ 888792 h 2398711"/>
              <a:gd name="connsiteX120071" fmla="*/ 327467 w 2119654"/>
              <a:gd name="connsiteY120071" fmla="*/ 895818 h 2398711"/>
              <a:gd name="connsiteX120072" fmla="*/ 330976 w 2119654"/>
              <a:gd name="connsiteY120072" fmla="*/ 898865 h 2398711"/>
              <a:gd name="connsiteX120073" fmla="*/ 331657 w 2119654"/>
              <a:gd name="connsiteY120073" fmla="*/ 895384 h 2398711"/>
              <a:gd name="connsiteX120074" fmla="*/ 330476 w 2119654"/>
              <a:gd name="connsiteY120074" fmla="*/ 888102 h 2398711"/>
              <a:gd name="connsiteX120075" fmla="*/ 523388 w 2119654"/>
              <a:gd name="connsiteY120075" fmla="*/ 439163 h 2398711"/>
              <a:gd name="connsiteX120076" fmla="*/ 523149 w 2119654"/>
              <a:gd name="connsiteY120076" fmla="*/ 444965 h 2398711"/>
              <a:gd name="connsiteX120077" fmla="*/ 526123 w 2119654"/>
              <a:gd name="connsiteY120077" fmla="*/ 454840 h 2398711"/>
              <a:gd name="connsiteX120078" fmla="*/ 526716 w 2119654"/>
              <a:gd name="connsiteY120078" fmla="*/ 440493 h 2398711"/>
              <a:gd name="connsiteX120079" fmla="*/ 375538 w 2119654"/>
              <a:gd name="connsiteY120079" fmla="*/ 770180 h 2398711"/>
              <a:gd name="connsiteX120080" fmla="*/ 375934 w 2119654"/>
              <a:gd name="connsiteY120080" fmla="*/ 779699 h 2398711"/>
              <a:gd name="connsiteX120081" fmla="*/ 378168 w 2119654"/>
              <a:gd name="connsiteY120081" fmla="*/ 785124 h 2398711"/>
              <a:gd name="connsiteX120082" fmla="*/ 378213 w 2119654"/>
              <a:gd name="connsiteY120082" fmla="*/ 784793 h 2398711"/>
              <a:gd name="connsiteX120083" fmla="*/ 379975 w 2119654"/>
              <a:gd name="connsiteY120083" fmla="*/ 775789 h 2398711"/>
              <a:gd name="connsiteX120084" fmla="*/ 379120 w 2119654"/>
              <a:gd name="connsiteY120084" fmla="*/ 772353 h 2398711"/>
              <a:gd name="connsiteX120085" fmla="*/ 241850 w 2119654"/>
              <a:gd name="connsiteY120085" fmla="*/ 1069371 h 2398711"/>
              <a:gd name="connsiteX120086" fmla="*/ 242228 w 2119654"/>
              <a:gd name="connsiteY120086" fmla="*/ 1071247 h 2398711"/>
              <a:gd name="connsiteX120087" fmla="*/ 253016 w 2119654"/>
              <a:gd name="connsiteY120087" fmla="*/ 1080792 h 2398711"/>
              <a:gd name="connsiteX120088" fmla="*/ 251715 w 2119654"/>
              <a:gd name="connsiteY120088" fmla="*/ 1076229 h 2398711"/>
              <a:gd name="connsiteX120089" fmla="*/ 388729 w 2119654"/>
              <a:gd name="connsiteY120089" fmla="*/ 740229 h 2398711"/>
              <a:gd name="connsiteX120090" fmla="*/ 387959 w 2119654"/>
              <a:gd name="connsiteY120090" fmla="*/ 744172 h 2398711"/>
              <a:gd name="connsiteX120091" fmla="*/ 395401 w 2119654"/>
              <a:gd name="connsiteY120091" fmla="*/ 758453 h 2398711"/>
              <a:gd name="connsiteX120092" fmla="*/ 395424 w 2119654"/>
              <a:gd name="connsiteY120092" fmla="*/ 758460 h 2398711"/>
              <a:gd name="connsiteX120093" fmla="*/ 392511 w 2119654"/>
              <a:gd name="connsiteY120093" fmla="*/ 745974 h 2398711"/>
              <a:gd name="connsiteX120094" fmla="*/ 409104 w 2119654"/>
              <a:gd name="connsiteY120094" fmla="*/ 694228 h 2398711"/>
              <a:gd name="connsiteX120095" fmla="*/ 409041 w 2119654"/>
              <a:gd name="connsiteY120095" fmla="*/ 696227 h 2398711"/>
              <a:gd name="connsiteX120096" fmla="*/ 409685 w 2119654"/>
              <a:gd name="connsiteY120096" fmla="*/ 696712 h 2398711"/>
              <a:gd name="connsiteX120097" fmla="*/ 361587 w 2119654"/>
              <a:gd name="connsiteY120097" fmla="*/ 800566 h 2398711"/>
              <a:gd name="connsiteX120098" fmla="*/ 361581 w 2119654"/>
              <a:gd name="connsiteY120098" fmla="*/ 804583 h 2398711"/>
              <a:gd name="connsiteX120099" fmla="*/ 367609 w 2119654"/>
              <a:gd name="connsiteY120099" fmla="*/ 814711 h 2398711"/>
              <a:gd name="connsiteX120100" fmla="*/ 365643 w 2119654"/>
              <a:gd name="connsiteY120100" fmla="*/ 809004 h 2398711"/>
              <a:gd name="connsiteX120101" fmla="*/ 363338 w 2119654"/>
              <a:gd name="connsiteY120101" fmla="*/ 801331 h 2398711"/>
              <a:gd name="connsiteX120102" fmla="*/ 455457 w 2119654"/>
              <a:gd name="connsiteY120102" fmla="*/ 590172 h 2398711"/>
              <a:gd name="connsiteX120103" fmla="*/ 456816 w 2119654"/>
              <a:gd name="connsiteY120103" fmla="*/ 598510 h 2398711"/>
              <a:gd name="connsiteX120104" fmla="*/ 460574 w 2119654"/>
              <a:gd name="connsiteY120104" fmla="*/ 600791 h 2398711"/>
              <a:gd name="connsiteX120105" fmla="*/ 346049 w 2119654"/>
              <a:gd name="connsiteY120105" fmla="*/ 835152 h 2398711"/>
              <a:gd name="connsiteX120106" fmla="*/ 345898 w 2119654"/>
              <a:gd name="connsiteY120106" fmla="*/ 838827 h 2398711"/>
              <a:gd name="connsiteX120107" fmla="*/ 345955 w 2119654"/>
              <a:gd name="connsiteY120107" fmla="*/ 841365 h 2398711"/>
              <a:gd name="connsiteX120108" fmla="*/ 347317 w 2119654"/>
              <a:gd name="connsiteY120108" fmla="*/ 841945 h 2398711"/>
              <a:gd name="connsiteX120109" fmla="*/ 349225 w 2119654"/>
              <a:gd name="connsiteY120109" fmla="*/ 842848 h 2398711"/>
              <a:gd name="connsiteX120110" fmla="*/ 346126 w 2119654"/>
              <a:gd name="connsiteY120110" fmla="*/ 835285 h 2398711"/>
              <a:gd name="connsiteX120111" fmla="*/ 345038 w 2119654"/>
              <a:gd name="connsiteY120111" fmla="*/ 837330 h 2398711"/>
              <a:gd name="connsiteX120112" fmla="*/ 344645 w 2119654"/>
              <a:gd name="connsiteY120112" fmla="*/ 838987 h 2398711"/>
              <a:gd name="connsiteX120113" fmla="*/ 345022 w 2119654"/>
              <a:gd name="connsiteY120113" fmla="*/ 840834 h 2398711"/>
              <a:gd name="connsiteX120114" fmla="*/ 345119 w 2119654"/>
              <a:gd name="connsiteY120114" fmla="*/ 840938 h 2398711"/>
              <a:gd name="connsiteX120115" fmla="*/ 262201 w 2119654"/>
              <a:gd name="connsiteY120115" fmla="*/ 1022710 h 2398711"/>
              <a:gd name="connsiteX120116" fmla="*/ 262516 w 2119654"/>
              <a:gd name="connsiteY120116" fmla="*/ 1025498 h 2398711"/>
              <a:gd name="connsiteX120117" fmla="*/ 262794 w 2119654"/>
              <a:gd name="connsiteY120117" fmla="*/ 1027511 h 2398711"/>
              <a:gd name="connsiteX120118" fmla="*/ 266649 w 2119654"/>
              <a:gd name="connsiteY120118" fmla="*/ 1036570 h 2398711"/>
              <a:gd name="connsiteX120119" fmla="*/ 262837 w 2119654"/>
              <a:gd name="connsiteY120119" fmla="*/ 1027822 h 2398711"/>
              <a:gd name="connsiteX120120" fmla="*/ 266848 w 2119654"/>
              <a:gd name="connsiteY120120" fmla="*/ 1056888 h 2398711"/>
              <a:gd name="connsiteX120121" fmla="*/ 274970 w 2119654"/>
              <a:gd name="connsiteY120121" fmla="*/ 1066917 h 2398711"/>
              <a:gd name="connsiteX120122" fmla="*/ 274357 w 2119654"/>
              <a:gd name="connsiteY120122" fmla="*/ 1065536 h 2398711"/>
              <a:gd name="connsiteX120123" fmla="*/ 274415 w 2119654"/>
              <a:gd name="connsiteY120123" fmla="*/ 1065308 h 2398711"/>
              <a:gd name="connsiteX120124" fmla="*/ 275025 w 2119654"/>
              <a:gd name="connsiteY120124" fmla="*/ 1066684 h 2398711"/>
              <a:gd name="connsiteX120125" fmla="*/ 272266 w 2119654"/>
              <a:gd name="connsiteY120125" fmla="*/ 1049458 h 2398711"/>
              <a:gd name="connsiteX120126" fmla="*/ 268526 w 2119654"/>
              <a:gd name="connsiteY120126" fmla="*/ 1040876 h 2398711"/>
              <a:gd name="connsiteX120127" fmla="*/ 272100 w 2119654"/>
              <a:gd name="connsiteY120127" fmla="*/ 1048423 h 2398711"/>
              <a:gd name="connsiteX120128" fmla="*/ 271022 w 2119654"/>
              <a:gd name="connsiteY120128" fmla="*/ 1041691 h 2398711"/>
              <a:gd name="connsiteX120129" fmla="*/ 381828 w 2119654"/>
              <a:gd name="connsiteY120129" fmla="*/ 754718 h 2398711"/>
              <a:gd name="connsiteX120130" fmla="*/ 383336 w 2119654"/>
              <a:gd name="connsiteY120130" fmla="*/ 756644 h 2398711"/>
              <a:gd name="connsiteX120131" fmla="*/ 383018 w 2119654"/>
              <a:gd name="connsiteY120131" fmla="*/ 755081 h 2398711"/>
              <a:gd name="connsiteX120132" fmla="*/ 346647 w 2119654"/>
              <a:gd name="connsiteY120132" fmla="*/ 833336 h 2398711"/>
              <a:gd name="connsiteX120133" fmla="*/ 348098 w 2119654"/>
              <a:gd name="connsiteY120133" fmla="*/ 837729 h 2398711"/>
              <a:gd name="connsiteX120134" fmla="*/ 351698 w 2119654"/>
              <a:gd name="connsiteY120134" fmla="*/ 844018 h 2398711"/>
              <a:gd name="connsiteX120135" fmla="*/ 353741 w 2119654"/>
              <a:gd name="connsiteY120135" fmla="*/ 844987 h 2398711"/>
              <a:gd name="connsiteX120136" fmla="*/ 487541 w 2119654"/>
              <a:gd name="connsiteY120136" fmla="*/ 517771 h 2398711"/>
              <a:gd name="connsiteX120137" fmla="*/ 487545 w 2119654"/>
              <a:gd name="connsiteY120137" fmla="*/ 519594 h 2398711"/>
              <a:gd name="connsiteX120138" fmla="*/ 491096 w 2119654"/>
              <a:gd name="connsiteY120138" fmla="*/ 520679 h 2398711"/>
              <a:gd name="connsiteX120139" fmla="*/ 523464 w 2119654"/>
              <a:gd name="connsiteY120139" fmla="*/ 437327 h 2398711"/>
              <a:gd name="connsiteX120140" fmla="*/ 523398 w 2119654"/>
              <a:gd name="connsiteY120140" fmla="*/ 438924 h 2398711"/>
              <a:gd name="connsiteX120141" fmla="*/ 526728 w 2119654"/>
              <a:gd name="connsiteY120141" fmla="*/ 440202 h 2398711"/>
              <a:gd name="connsiteX120142" fmla="*/ 526789 w 2119654"/>
              <a:gd name="connsiteY120142" fmla="*/ 438710 h 2398711"/>
              <a:gd name="connsiteX120143" fmla="*/ 526496 w 2119654"/>
              <a:gd name="connsiteY120143" fmla="*/ 438485 h 2398711"/>
              <a:gd name="connsiteX120144" fmla="*/ 411794 w 2119654"/>
              <a:gd name="connsiteY120144" fmla="*/ 686895 h 2398711"/>
              <a:gd name="connsiteX120145" fmla="*/ 411956 w 2119654"/>
              <a:gd name="connsiteY120145" fmla="*/ 688824 h 2398711"/>
              <a:gd name="connsiteX120146" fmla="*/ 413733 w 2119654"/>
              <a:gd name="connsiteY120146" fmla="*/ 689322 h 2398711"/>
              <a:gd name="connsiteX120147" fmla="*/ 413862 w 2119654"/>
              <a:gd name="connsiteY120147" fmla="*/ 688580 h 2398711"/>
              <a:gd name="connsiteX120148" fmla="*/ 413515 w 2119654"/>
              <a:gd name="connsiteY120148" fmla="*/ 687711 h 2398711"/>
              <a:gd name="connsiteX120149" fmla="*/ 523510 w 2119654"/>
              <a:gd name="connsiteY120149" fmla="*/ 436191 h 2398711"/>
              <a:gd name="connsiteX120150" fmla="*/ 523472 w 2119654"/>
              <a:gd name="connsiteY120150" fmla="*/ 437122 h 2398711"/>
              <a:gd name="connsiteX120151" fmla="*/ 525957 w 2119654"/>
              <a:gd name="connsiteY120151" fmla="*/ 438071 h 2398711"/>
              <a:gd name="connsiteX120152" fmla="*/ 455370 w 2119654"/>
              <a:gd name="connsiteY120152" fmla="*/ 588746 h 2398711"/>
              <a:gd name="connsiteX120153" fmla="*/ 461365 w 2119654"/>
              <a:gd name="connsiteY120153" fmla="*/ 601270 h 2398711"/>
              <a:gd name="connsiteX120154" fmla="*/ 462309 w 2119654"/>
              <a:gd name="connsiteY120154" fmla="*/ 601843 h 2398711"/>
              <a:gd name="connsiteX120155" fmla="*/ 463527 w 2119654"/>
              <a:gd name="connsiteY120155" fmla="*/ 593700 h 2398711"/>
              <a:gd name="connsiteX120156" fmla="*/ 463428 w 2119654"/>
              <a:gd name="connsiteY120156" fmla="*/ 593634 h 2398711"/>
              <a:gd name="connsiteX120157" fmla="*/ 403127 w 2119654"/>
              <a:gd name="connsiteY120157" fmla="*/ 705559 h 2398711"/>
              <a:gd name="connsiteX120158" fmla="*/ 402889 w 2119654"/>
              <a:gd name="connsiteY120158" fmla="*/ 709703 h 2398711"/>
              <a:gd name="connsiteX120159" fmla="*/ 404543 w 2119654"/>
              <a:gd name="connsiteY120159" fmla="*/ 716307 h 2398711"/>
              <a:gd name="connsiteX120160" fmla="*/ 404835 w 2119654"/>
              <a:gd name="connsiteY120160" fmla="*/ 716398 h 2398711"/>
              <a:gd name="connsiteX120161" fmla="*/ 405063 w 2119654"/>
              <a:gd name="connsiteY120161" fmla="*/ 710864 h 2398711"/>
              <a:gd name="connsiteX120162" fmla="*/ 404855 w 2119654"/>
              <a:gd name="connsiteY120162" fmla="*/ 706087 h 2398711"/>
              <a:gd name="connsiteX120163" fmla="*/ 311748 w 2119654"/>
              <a:gd name="connsiteY120163" fmla="*/ 910162 h 2398711"/>
              <a:gd name="connsiteX120164" fmla="*/ 311881 w 2119654"/>
              <a:gd name="connsiteY120164" fmla="*/ 910842 h 2398711"/>
              <a:gd name="connsiteX120165" fmla="*/ 311895 w 2119654"/>
              <a:gd name="connsiteY120165" fmla="*/ 910385 h 2398711"/>
              <a:gd name="connsiteX120166" fmla="*/ 346139 w 2119654"/>
              <a:gd name="connsiteY120166" fmla="*/ 832982 h 2398711"/>
              <a:gd name="connsiteX120167" fmla="*/ 346088 w 2119654"/>
              <a:gd name="connsiteY120167" fmla="*/ 834218 h 2398711"/>
              <a:gd name="connsiteX120168" fmla="*/ 347173 w 2119654"/>
              <a:gd name="connsiteY120168" fmla="*/ 836114 h 2398711"/>
              <a:gd name="connsiteX120169" fmla="*/ 449809 w 2119654"/>
              <a:gd name="connsiteY120169" fmla="*/ 600834 h 2398711"/>
              <a:gd name="connsiteX120170" fmla="*/ 450022 w 2119654"/>
              <a:gd name="connsiteY120170" fmla="*/ 601577 h 2398711"/>
              <a:gd name="connsiteX120171" fmla="*/ 451502 w 2119654"/>
              <a:gd name="connsiteY120171" fmla="*/ 606490 h 2398711"/>
              <a:gd name="connsiteX120172" fmla="*/ 452082 w 2119654"/>
              <a:gd name="connsiteY120172" fmla="*/ 606605 h 2398711"/>
              <a:gd name="connsiteX120173" fmla="*/ 451646 w 2119654"/>
              <a:gd name="connsiteY120173" fmla="*/ 601390 h 2398711"/>
              <a:gd name="connsiteX120174" fmla="*/ 529235 w 2119654"/>
              <a:gd name="connsiteY120174" fmla="*/ 422819 h 2398711"/>
              <a:gd name="connsiteX120175" fmla="*/ 528124 w 2119654"/>
              <a:gd name="connsiteY120175" fmla="*/ 438448 h 2398711"/>
              <a:gd name="connsiteX120176" fmla="*/ 529288 w 2119654"/>
              <a:gd name="connsiteY120176" fmla="*/ 439343 h 2398711"/>
              <a:gd name="connsiteX120177" fmla="*/ 534852 w 2119654"/>
              <a:gd name="connsiteY120177" fmla="*/ 441466 h 2398711"/>
              <a:gd name="connsiteX120178" fmla="*/ 389844 w 2119654"/>
              <a:gd name="connsiteY120178" fmla="*/ 734537 h 2398711"/>
              <a:gd name="connsiteX120179" fmla="*/ 389072 w 2119654"/>
              <a:gd name="connsiteY120179" fmla="*/ 738477 h 2398711"/>
              <a:gd name="connsiteX120180" fmla="*/ 391524 w 2119654"/>
              <a:gd name="connsiteY120180" fmla="*/ 741740 h 2398711"/>
              <a:gd name="connsiteX120181" fmla="*/ 293977 w 2119654"/>
              <a:gd name="connsiteY120181" fmla="*/ 949151 h 2398711"/>
              <a:gd name="connsiteX120182" fmla="*/ 295983 w 2119654"/>
              <a:gd name="connsiteY120182" fmla="*/ 956174 h 2398711"/>
              <a:gd name="connsiteX120183" fmla="*/ 297621 w 2119654"/>
              <a:gd name="connsiteY120183" fmla="*/ 961629 h 2398711"/>
              <a:gd name="connsiteX120184" fmla="*/ 296644 w 2119654"/>
              <a:gd name="connsiteY120184" fmla="*/ 949936 h 2398711"/>
              <a:gd name="connsiteX120185" fmla="*/ 326712 w 2119654"/>
              <a:gd name="connsiteY120185" fmla="*/ 875739 h 2398711"/>
              <a:gd name="connsiteX120186" fmla="*/ 326033 w 2119654"/>
              <a:gd name="connsiteY120186" fmla="*/ 880845 h 2398711"/>
              <a:gd name="connsiteX120187" fmla="*/ 330379 w 2119654"/>
              <a:gd name="connsiteY120187" fmla="*/ 887488 h 2398711"/>
              <a:gd name="connsiteX120188" fmla="*/ 328877 w 2119654"/>
              <a:gd name="connsiteY120188" fmla="*/ 878221 h 2398711"/>
              <a:gd name="connsiteX120189" fmla="*/ 329064 w 2119654"/>
              <a:gd name="connsiteY120189" fmla="*/ 877882 h 2398711"/>
              <a:gd name="connsiteX120190" fmla="*/ 330699 w 2119654"/>
              <a:gd name="connsiteY120190" fmla="*/ 887980 h 2398711"/>
              <a:gd name="connsiteX120191" fmla="*/ 331598 w 2119654"/>
              <a:gd name="connsiteY120191" fmla="*/ 889354 h 2398711"/>
              <a:gd name="connsiteX120192" fmla="*/ 330058 w 2119654"/>
              <a:gd name="connsiteY120192" fmla="*/ 876595 h 2398711"/>
              <a:gd name="connsiteX120193" fmla="*/ 238695 w 2119654"/>
              <a:gd name="connsiteY120193" fmla="*/ 1072631 h 2398711"/>
              <a:gd name="connsiteX120194" fmla="*/ 238757 w 2119654"/>
              <a:gd name="connsiteY120194" fmla="*/ 1073123 h 2398711"/>
              <a:gd name="connsiteX120195" fmla="*/ 241956 w 2119654"/>
              <a:gd name="connsiteY120195" fmla="*/ 1088990 h 2398711"/>
              <a:gd name="connsiteX120196" fmla="*/ 242002 w 2119654"/>
              <a:gd name="connsiteY120196" fmla="*/ 1089042 h 2398711"/>
              <a:gd name="connsiteX120197" fmla="*/ 473307 w 2119654"/>
              <a:gd name="connsiteY120197" fmla="*/ 547144 h 2398711"/>
              <a:gd name="connsiteX120198" fmla="*/ 473429 w 2119654"/>
              <a:gd name="connsiteY120198" fmla="*/ 556973 h 2398711"/>
              <a:gd name="connsiteX120199" fmla="*/ 475004 w 2119654"/>
              <a:gd name="connsiteY120199" fmla="*/ 557711 h 2398711"/>
              <a:gd name="connsiteX120200" fmla="*/ 474788 w 2119654"/>
              <a:gd name="connsiteY120200" fmla="*/ 548087 h 2398711"/>
              <a:gd name="connsiteX120201" fmla="*/ 439853 w 2119654"/>
              <a:gd name="connsiteY120201" fmla="*/ 622015 h 2398711"/>
              <a:gd name="connsiteX120202" fmla="*/ 438480 w 2119654"/>
              <a:gd name="connsiteY120202" fmla="*/ 630759 h 2398711"/>
              <a:gd name="connsiteX120203" fmla="*/ 438506 w 2119654"/>
              <a:gd name="connsiteY120203" fmla="*/ 630949 h 2398711"/>
              <a:gd name="connsiteX120204" fmla="*/ 438581 w 2119654"/>
              <a:gd name="connsiteY120204" fmla="*/ 630982 h 2398711"/>
              <a:gd name="connsiteX120205" fmla="*/ 454838 w 2119654"/>
              <a:gd name="connsiteY120205" fmla="*/ 639551 h 2398711"/>
              <a:gd name="connsiteX120206" fmla="*/ 454608 w 2119654"/>
              <a:gd name="connsiteY120206" fmla="*/ 636795 h 2398711"/>
              <a:gd name="connsiteX120207" fmla="*/ 450983 w 2119654"/>
              <a:gd name="connsiteY120207" fmla="*/ 629271 h 2398711"/>
              <a:gd name="connsiteX120208" fmla="*/ 296830 w 2119654"/>
              <a:gd name="connsiteY120208" fmla="*/ 942250 h 2398711"/>
              <a:gd name="connsiteX120209" fmla="*/ 297191 w 2119654"/>
              <a:gd name="connsiteY120209" fmla="*/ 946573 h 2398711"/>
              <a:gd name="connsiteX120210" fmla="*/ 298890 w 2119654"/>
              <a:gd name="connsiteY120210" fmla="*/ 947072 h 2398711"/>
              <a:gd name="connsiteX120211" fmla="*/ 267885 w 2119654"/>
              <a:gd name="connsiteY120211" fmla="*/ 1006777 h 2398711"/>
              <a:gd name="connsiteX120212" fmla="*/ 268913 w 2119654"/>
              <a:gd name="connsiteY120212" fmla="*/ 1014224 h 2398711"/>
              <a:gd name="connsiteX120213" fmla="*/ 278142 w 2119654"/>
              <a:gd name="connsiteY120213" fmla="*/ 1027850 h 2398711"/>
              <a:gd name="connsiteX120214" fmla="*/ 281551 w 2119654"/>
              <a:gd name="connsiteY120214" fmla="*/ 1031722 h 2398711"/>
              <a:gd name="connsiteX120215" fmla="*/ 279251 w 2119654"/>
              <a:gd name="connsiteY120215" fmla="*/ 1024737 h 2398711"/>
              <a:gd name="connsiteX120216" fmla="*/ 271236 w 2119654"/>
              <a:gd name="connsiteY120216" fmla="*/ 1015897 h 2398711"/>
              <a:gd name="connsiteX120217" fmla="*/ 271244 w 2119654"/>
              <a:gd name="connsiteY120217" fmla="*/ 1015529 h 2398711"/>
              <a:gd name="connsiteX120218" fmla="*/ 279057 w 2119654"/>
              <a:gd name="connsiteY120218" fmla="*/ 1024146 h 2398711"/>
              <a:gd name="connsiteX120219" fmla="*/ 278541 w 2119654"/>
              <a:gd name="connsiteY120219" fmla="*/ 1022576 h 2398711"/>
              <a:gd name="connsiteX120220" fmla="*/ 273569 w 2119654"/>
              <a:gd name="connsiteY120220" fmla="*/ 1013234 h 2398711"/>
              <a:gd name="connsiteX120221" fmla="*/ 375364 w 2119654"/>
              <a:gd name="connsiteY120221" fmla="*/ 765974 h 2398711"/>
              <a:gd name="connsiteX120222" fmla="*/ 375505 w 2119654"/>
              <a:gd name="connsiteY120222" fmla="*/ 769375 h 2398711"/>
              <a:gd name="connsiteX120223" fmla="*/ 378891 w 2119654"/>
              <a:gd name="connsiteY120223" fmla="*/ 771430 h 2398711"/>
              <a:gd name="connsiteX120224" fmla="*/ 377739 w 2119654"/>
              <a:gd name="connsiteY120224" fmla="*/ 766800 h 2398711"/>
              <a:gd name="connsiteX120225" fmla="*/ 293545 w 2119654"/>
              <a:gd name="connsiteY120225" fmla="*/ 949024 h 2398711"/>
              <a:gd name="connsiteX120226" fmla="*/ 294213 w 2119654"/>
              <a:gd name="connsiteY120226" fmla="*/ 952734 h 2398711"/>
              <a:gd name="connsiteX120227" fmla="*/ 298883 w 2119654"/>
              <a:gd name="connsiteY120227" fmla="*/ 976789 h 2398711"/>
              <a:gd name="connsiteX120228" fmla="*/ 298890 w 2119654"/>
              <a:gd name="connsiteY120228" fmla="*/ 976802 h 2398711"/>
              <a:gd name="connsiteX120229" fmla="*/ 297783 w 2119654"/>
              <a:gd name="connsiteY120229" fmla="*/ 963561 h 2398711"/>
              <a:gd name="connsiteX120230" fmla="*/ 293638 w 2119654"/>
              <a:gd name="connsiteY120230" fmla="*/ 949052 h 2398711"/>
              <a:gd name="connsiteX120231" fmla="*/ 416799 w 2119654"/>
              <a:gd name="connsiteY120231" fmla="*/ 673024 h 2398711"/>
              <a:gd name="connsiteX120232" fmla="*/ 416576 w 2119654"/>
              <a:gd name="connsiteY120232" fmla="*/ 674313 h 2398711"/>
              <a:gd name="connsiteX120233" fmla="*/ 420094 w 2119654"/>
              <a:gd name="connsiteY120233" fmla="*/ 677222 h 2398711"/>
              <a:gd name="connsiteX120234" fmla="*/ 419472 w 2119654"/>
              <a:gd name="connsiteY120234" fmla="*/ 673273 h 2398711"/>
              <a:gd name="connsiteX120235" fmla="*/ 346939 w 2119654"/>
              <a:gd name="connsiteY120235" fmla="*/ 829331 h 2398711"/>
              <a:gd name="connsiteX120236" fmla="*/ 346297 w 2119654"/>
              <a:gd name="connsiteY120236" fmla="*/ 832037 h 2398711"/>
              <a:gd name="connsiteX120237" fmla="*/ 353679 w 2119654"/>
              <a:gd name="connsiteY120237" fmla="*/ 844162 h 2398711"/>
              <a:gd name="connsiteX120238" fmla="*/ 351708 w 2119654"/>
              <a:gd name="connsiteY120238" fmla="*/ 831621 h 2398711"/>
              <a:gd name="connsiteX120239" fmla="*/ 492131 w 2119654"/>
              <a:gd name="connsiteY120239" fmla="*/ 503785 h 2398711"/>
              <a:gd name="connsiteX120240" fmla="*/ 492153 w 2119654"/>
              <a:gd name="connsiteY120240" fmla="*/ 503851 h 2398711"/>
              <a:gd name="connsiteX120241" fmla="*/ 492138 w 2119654"/>
              <a:gd name="connsiteY120241" fmla="*/ 503791 h 2398711"/>
              <a:gd name="connsiteX120242" fmla="*/ 409258 w 2119654"/>
              <a:gd name="connsiteY120242" fmla="*/ 689326 h 2398711"/>
              <a:gd name="connsiteX120243" fmla="*/ 409148 w 2119654"/>
              <a:gd name="connsiteY120243" fmla="*/ 692837 h 2398711"/>
              <a:gd name="connsiteX120244" fmla="*/ 410209 w 2119654"/>
              <a:gd name="connsiteY120244" fmla="*/ 697107 h 2398711"/>
              <a:gd name="connsiteX120245" fmla="*/ 412138 w 2119654"/>
              <a:gd name="connsiteY120245" fmla="*/ 698560 h 2398711"/>
              <a:gd name="connsiteX120246" fmla="*/ 412238 w 2119654"/>
              <a:gd name="connsiteY120246" fmla="*/ 697983 h 2398711"/>
              <a:gd name="connsiteX120247" fmla="*/ 411579 w 2119654"/>
              <a:gd name="connsiteY120247" fmla="*/ 690104 h 2398711"/>
              <a:gd name="connsiteX120248" fmla="*/ 280481 w 2119654"/>
              <a:gd name="connsiteY120248" fmla="*/ 977594 h 2398711"/>
              <a:gd name="connsiteX120249" fmla="*/ 293577 w 2119654"/>
              <a:gd name="connsiteY120249" fmla="*/ 999782 h 2398711"/>
              <a:gd name="connsiteX120250" fmla="*/ 296674 w 2119654"/>
              <a:gd name="connsiteY120250" fmla="*/ 1004580 h 2398711"/>
              <a:gd name="connsiteX120251" fmla="*/ 294811 w 2119654"/>
              <a:gd name="connsiteY120251" fmla="*/ 991343 h 2398711"/>
              <a:gd name="connsiteX120252" fmla="*/ 291253 w 2119654"/>
              <a:gd name="connsiteY120252" fmla="*/ 985924 h 2398711"/>
              <a:gd name="connsiteX120253" fmla="*/ 287173 w 2119654"/>
              <a:gd name="connsiteY120253" fmla="*/ 982824 h 2398711"/>
              <a:gd name="connsiteX120254" fmla="*/ 380215 w 2119654"/>
              <a:gd name="connsiteY120254" fmla="*/ 754225 h 2398711"/>
              <a:gd name="connsiteX120255" fmla="*/ 383040 w 2119654"/>
              <a:gd name="connsiteY120255" fmla="*/ 760127 h 2398711"/>
              <a:gd name="connsiteX120256" fmla="*/ 383534 w 2119654"/>
              <a:gd name="connsiteY120256" fmla="*/ 757607 h 2398711"/>
              <a:gd name="connsiteX120257" fmla="*/ 383489 w 2119654"/>
              <a:gd name="connsiteY120257" fmla="*/ 757390 h 2398711"/>
              <a:gd name="connsiteX120258" fmla="*/ 381263 w 2119654"/>
              <a:gd name="connsiteY120258" fmla="*/ 754545 h 2398711"/>
              <a:gd name="connsiteX120259" fmla="*/ 298992 w 2119654"/>
              <a:gd name="connsiteY120259" fmla="*/ 936025 h 2398711"/>
              <a:gd name="connsiteX120260" fmla="*/ 299737 w 2119654"/>
              <a:gd name="connsiteY120260" fmla="*/ 938290 h 2398711"/>
              <a:gd name="connsiteX120261" fmla="*/ 300148 w 2119654"/>
              <a:gd name="connsiteY120261" fmla="*/ 938684 h 2398711"/>
              <a:gd name="connsiteX120262" fmla="*/ 264541 w 2119654"/>
              <a:gd name="connsiteY120262" fmla="*/ 1013096 h 2398711"/>
              <a:gd name="connsiteX120263" fmla="*/ 267717 w 2119654"/>
              <a:gd name="connsiteY120263" fmla="*/ 1020584 h 2398711"/>
              <a:gd name="connsiteX120264" fmla="*/ 267405 w 2119654"/>
              <a:gd name="connsiteY120264" fmla="*/ 1018012 h 2398711"/>
              <a:gd name="connsiteX120265" fmla="*/ 589408 w 2119654"/>
              <a:gd name="connsiteY120265" fmla="*/ 285484 h 2398711"/>
              <a:gd name="connsiteX120266" fmla="*/ 593988 w 2119654"/>
              <a:gd name="connsiteY120266" fmla="*/ 314480 h 2398711"/>
              <a:gd name="connsiteX120267" fmla="*/ 597388 w 2119654"/>
              <a:gd name="connsiteY120267" fmla="*/ 318383 h 2398711"/>
              <a:gd name="connsiteX120268" fmla="*/ 600494 w 2119654"/>
              <a:gd name="connsiteY120268" fmla="*/ 305300 h 2398711"/>
              <a:gd name="connsiteX120269" fmla="*/ 602128 w 2119654"/>
              <a:gd name="connsiteY120269" fmla="*/ 298810 h 2398711"/>
              <a:gd name="connsiteX120270" fmla="*/ 594576 w 2119654"/>
              <a:gd name="connsiteY120270" fmla="*/ 290813 h 2398711"/>
              <a:gd name="connsiteX120271" fmla="*/ 361595 w 2119654"/>
              <a:gd name="connsiteY120271" fmla="*/ 795524 h 2398711"/>
              <a:gd name="connsiteX120272" fmla="*/ 361588 w 2119654"/>
              <a:gd name="connsiteY120272" fmla="*/ 799973 h 2398711"/>
              <a:gd name="connsiteX120273" fmla="*/ 363108 w 2119654"/>
              <a:gd name="connsiteY120273" fmla="*/ 800565 h 2398711"/>
              <a:gd name="connsiteX120274" fmla="*/ 521129 w 2119654"/>
              <a:gd name="connsiteY120274" fmla="*/ 438262 h 2398711"/>
              <a:gd name="connsiteX120275" fmla="*/ 522688 w 2119654"/>
              <a:gd name="connsiteY120275" fmla="*/ 443436 h 2398711"/>
              <a:gd name="connsiteX120276" fmla="*/ 522873 w 2119654"/>
              <a:gd name="connsiteY120276" fmla="*/ 438957 h 2398711"/>
              <a:gd name="connsiteX120277" fmla="*/ 308097 w 2119654"/>
              <a:gd name="connsiteY120277" fmla="*/ 915201 h 2398711"/>
              <a:gd name="connsiteX120278" fmla="*/ 311248 w 2119654"/>
              <a:gd name="connsiteY120278" fmla="*/ 930838 h 2398711"/>
              <a:gd name="connsiteX120279" fmla="*/ 311542 w 2119654"/>
              <a:gd name="connsiteY120279" fmla="*/ 921535 h 2398711"/>
              <a:gd name="connsiteX120280" fmla="*/ 310697 w 2119654"/>
              <a:gd name="connsiteY120280" fmla="*/ 919462 h 2398711"/>
              <a:gd name="connsiteX120281" fmla="*/ 397531 w 2119654"/>
              <a:gd name="connsiteY120281" fmla="*/ 714704 h 2398711"/>
              <a:gd name="connsiteX120282" fmla="*/ 400436 w 2119654"/>
              <a:gd name="connsiteY120282" fmla="*/ 725717 h 2398711"/>
              <a:gd name="connsiteX120283" fmla="*/ 401283 w 2119654"/>
              <a:gd name="connsiteY120283" fmla="*/ 726012 h 2398711"/>
              <a:gd name="connsiteX120284" fmla="*/ 401857 w 2119654"/>
              <a:gd name="connsiteY120284" fmla="*/ 716052 h 2398711"/>
              <a:gd name="connsiteX120285" fmla="*/ 249300 w 2119654"/>
              <a:gd name="connsiteY120285" fmla="*/ 1046601 h 2398711"/>
              <a:gd name="connsiteX120286" fmla="*/ 250529 w 2119654"/>
              <a:gd name="connsiteY120286" fmla="*/ 1050250 h 2398711"/>
              <a:gd name="connsiteX120287" fmla="*/ 252409 w 2119654"/>
              <a:gd name="connsiteY120287" fmla="*/ 1051719 h 2398711"/>
              <a:gd name="connsiteX120288" fmla="*/ 251743 w 2119654"/>
              <a:gd name="connsiteY120288" fmla="*/ 1049697 h 2398711"/>
              <a:gd name="connsiteX120289" fmla="*/ 310847 w 2119654"/>
              <a:gd name="connsiteY120289" fmla="*/ 908765 h 2398711"/>
              <a:gd name="connsiteX120290" fmla="*/ 311787 w 2119654"/>
              <a:gd name="connsiteY120290" fmla="*/ 913817 h 2398711"/>
              <a:gd name="connsiteX120291" fmla="*/ 311819 w 2119654"/>
              <a:gd name="connsiteY120291" fmla="*/ 912808 h 2398711"/>
              <a:gd name="connsiteX120292" fmla="*/ 311180 w 2119654"/>
              <a:gd name="connsiteY120292" fmla="*/ 909300 h 2398711"/>
              <a:gd name="connsiteX120293" fmla="*/ 311001 w 2119654"/>
              <a:gd name="connsiteY120293" fmla="*/ 909029 h 2398711"/>
              <a:gd name="connsiteX120294" fmla="*/ 475111 w 2119654"/>
              <a:gd name="connsiteY120294" fmla="*/ 540936 h 2398711"/>
              <a:gd name="connsiteX120295" fmla="*/ 475154 w 2119654"/>
              <a:gd name="connsiteY120295" fmla="*/ 542884 h 2398711"/>
              <a:gd name="connsiteX120296" fmla="*/ 475420 w 2119654"/>
              <a:gd name="connsiteY120296" fmla="*/ 543873 h 2398711"/>
              <a:gd name="connsiteX120297" fmla="*/ 476741 w 2119654"/>
              <a:gd name="connsiteY120297" fmla="*/ 546731 h 2398711"/>
              <a:gd name="connsiteX120298" fmla="*/ 478414 w 2119654"/>
              <a:gd name="connsiteY120298" fmla="*/ 547796 h 2398711"/>
              <a:gd name="connsiteX120299" fmla="*/ 479392 w 2119654"/>
              <a:gd name="connsiteY120299" fmla="*/ 543662 h 2398711"/>
              <a:gd name="connsiteX120300" fmla="*/ 406400 w 2119654"/>
              <a:gd name="connsiteY120300" fmla="*/ 694726 h 2398711"/>
              <a:gd name="connsiteX120301" fmla="*/ 405946 w 2119654"/>
              <a:gd name="connsiteY120301" fmla="*/ 705720 h 2398711"/>
              <a:gd name="connsiteX120302" fmla="*/ 407958 w 2119654"/>
              <a:gd name="connsiteY120302" fmla="*/ 706334 h 2398711"/>
              <a:gd name="connsiteX120303" fmla="*/ 408279 w 2119654"/>
              <a:gd name="connsiteY120303" fmla="*/ 696142 h 2398711"/>
              <a:gd name="connsiteX120304" fmla="*/ 401745 w 2119654"/>
              <a:gd name="connsiteY120304" fmla="*/ 705137 h 2398711"/>
              <a:gd name="connsiteX120305" fmla="*/ 402347 w 2119654"/>
              <a:gd name="connsiteY120305" fmla="*/ 707539 h 2398711"/>
              <a:gd name="connsiteX120306" fmla="*/ 402472 w 2119654"/>
              <a:gd name="connsiteY120306" fmla="*/ 705359 h 2398711"/>
              <a:gd name="connsiteX120307" fmla="*/ 346302 w 2119654"/>
              <a:gd name="connsiteY120307" fmla="*/ 829026 h 2398711"/>
              <a:gd name="connsiteX120308" fmla="*/ 346298 w 2119654"/>
              <a:gd name="connsiteY120308" fmla="*/ 829128 h 2398711"/>
              <a:gd name="connsiteX120309" fmla="*/ 346320 w 2119654"/>
              <a:gd name="connsiteY120309" fmla="*/ 829034 h 2398711"/>
              <a:gd name="connsiteX120310" fmla="*/ 311181 w 2119654"/>
              <a:gd name="connsiteY120310" fmla="*/ 907269 h 2398711"/>
              <a:gd name="connsiteX120311" fmla="*/ 311226 w 2119654"/>
              <a:gd name="connsiteY120311" fmla="*/ 907502 h 2398711"/>
              <a:gd name="connsiteX120312" fmla="*/ 311289 w 2119654"/>
              <a:gd name="connsiteY120312" fmla="*/ 907597 h 2398711"/>
              <a:gd name="connsiteX120313" fmla="*/ 192590 w 2119654"/>
              <a:gd name="connsiteY120313" fmla="*/ 1172740 h 2398711"/>
              <a:gd name="connsiteX120314" fmla="*/ 197438 w 2119654"/>
              <a:gd name="connsiteY120314" fmla="*/ 1179899 h 2398711"/>
              <a:gd name="connsiteX120315" fmla="*/ 195789 w 2119654"/>
              <a:gd name="connsiteY120315" fmla="*/ 1174886 h 2398711"/>
              <a:gd name="connsiteX120316" fmla="*/ 375265 w 2119654"/>
              <a:gd name="connsiteY120316" fmla="*/ 763596 h 2398711"/>
              <a:gd name="connsiteX120317" fmla="*/ 375341 w 2119654"/>
              <a:gd name="connsiteY120317" fmla="*/ 765428 h 2398711"/>
              <a:gd name="connsiteX120318" fmla="*/ 377566 w 2119654"/>
              <a:gd name="connsiteY120318" fmla="*/ 766103 h 2398711"/>
              <a:gd name="connsiteX120319" fmla="*/ 377171 w 2119654"/>
              <a:gd name="connsiteY120319" fmla="*/ 764512 h 2398711"/>
              <a:gd name="connsiteX120320" fmla="*/ 411424 w 2119654"/>
              <a:gd name="connsiteY120320" fmla="*/ 682466 h 2398711"/>
              <a:gd name="connsiteX120321" fmla="*/ 411684 w 2119654"/>
              <a:gd name="connsiteY120321" fmla="*/ 685578 h 2398711"/>
              <a:gd name="connsiteX120322" fmla="*/ 412893 w 2119654"/>
              <a:gd name="connsiteY120322" fmla="*/ 686151 h 2398711"/>
              <a:gd name="connsiteX120323" fmla="*/ 286258 w 2119654"/>
              <a:gd name="connsiteY120323" fmla="*/ 962592 h 2398711"/>
              <a:gd name="connsiteX120324" fmla="*/ 287556 w 2119654"/>
              <a:gd name="connsiteY120324" fmla="*/ 965654 h 2398711"/>
              <a:gd name="connsiteX120325" fmla="*/ 292792 w 2119654"/>
              <a:gd name="connsiteY120325" fmla="*/ 976992 h 2398711"/>
              <a:gd name="connsiteX120326" fmla="*/ 292742 w 2119654"/>
              <a:gd name="connsiteY120326" fmla="*/ 976632 h 2398711"/>
              <a:gd name="connsiteX120327" fmla="*/ 445594 w 2119654"/>
              <a:gd name="connsiteY120327" fmla="*/ 605654 h 2398711"/>
              <a:gd name="connsiteX120328" fmla="*/ 448835 w 2119654"/>
              <a:gd name="connsiteY120328" fmla="*/ 611948 h 2398711"/>
              <a:gd name="connsiteX120329" fmla="*/ 453049 w 2119654"/>
              <a:gd name="connsiteY120329" fmla="*/ 618166 h 2398711"/>
              <a:gd name="connsiteX120330" fmla="*/ 452467 w 2119654"/>
              <a:gd name="connsiteY120330" fmla="*/ 611201 h 2398711"/>
              <a:gd name="connsiteX120331" fmla="*/ 451197 w 2119654"/>
              <a:gd name="connsiteY120331" fmla="*/ 606771 h 2398711"/>
              <a:gd name="connsiteX120332" fmla="*/ 186669 w 2119654"/>
              <a:gd name="connsiteY120332" fmla="*/ 1185407 h 2398711"/>
              <a:gd name="connsiteX120333" fmla="*/ 193288 w 2119654"/>
              <a:gd name="connsiteY120333" fmla="*/ 1199650 h 2398711"/>
              <a:gd name="connsiteX120334" fmla="*/ 198402 w 2119654"/>
              <a:gd name="connsiteY120334" fmla="*/ 1206428 h 2398711"/>
              <a:gd name="connsiteX120335" fmla="*/ 211365 w 2119654"/>
              <a:gd name="connsiteY120335" fmla="*/ 1221940 h 2398711"/>
              <a:gd name="connsiteX120336" fmla="*/ 209340 w 2119654"/>
              <a:gd name="connsiteY120336" fmla="*/ 1216055 h 2398711"/>
              <a:gd name="connsiteX120337" fmla="*/ 209324 w 2119654"/>
              <a:gd name="connsiteY120337" fmla="*/ 1216007 h 2398711"/>
              <a:gd name="connsiteX120338" fmla="*/ 197518 w 2119654"/>
              <a:gd name="connsiteY120338" fmla="*/ 1200276 h 2398711"/>
              <a:gd name="connsiteX120339" fmla="*/ 327475 w 2119654"/>
              <a:gd name="connsiteY120339" fmla="*/ 869984 h 2398711"/>
              <a:gd name="connsiteX120340" fmla="*/ 326863 w 2119654"/>
              <a:gd name="connsiteY120340" fmla="*/ 874603 h 2398711"/>
              <a:gd name="connsiteX120341" fmla="*/ 329318 w 2119654"/>
              <a:gd name="connsiteY120341" fmla="*/ 875149 h 2398711"/>
              <a:gd name="connsiteX120342" fmla="*/ 329904 w 2119654"/>
              <a:gd name="connsiteY120342" fmla="*/ 875312 h 2398711"/>
              <a:gd name="connsiteX120343" fmla="*/ 329446 w 2119654"/>
              <a:gd name="connsiteY120343" fmla="*/ 871524 h 2398711"/>
              <a:gd name="connsiteX120344" fmla="*/ 391334 w 2119654"/>
              <a:gd name="connsiteY120344" fmla="*/ 726914 h 2398711"/>
              <a:gd name="connsiteX120345" fmla="*/ 391219 w 2119654"/>
              <a:gd name="connsiteY120345" fmla="*/ 727505 h 2398711"/>
              <a:gd name="connsiteX120346" fmla="*/ 391595 w 2119654"/>
              <a:gd name="connsiteY120346" fmla="*/ 729118 h 2398711"/>
              <a:gd name="connsiteX120347" fmla="*/ 399190 w 2119654"/>
              <a:gd name="connsiteY120347" fmla="*/ 740458 h 2398711"/>
              <a:gd name="connsiteX120348" fmla="*/ 398692 w 2119654"/>
              <a:gd name="connsiteY120348" fmla="*/ 737898 h 2398711"/>
              <a:gd name="connsiteX120349" fmla="*/ 397367 w 2119654"/>
              <a:gd name="connsiteY120349" fmla="*/ 730539 h 2398711"/>
              <a:gd name="connsiteX120350" fmla="*/ 393504 w 2119654"/>
              <a:gd name="connsiteY120350" fmla="*/ 728081 h 2398711"/>
              <a:gd name="connsiteX120351" fmla="*/ 440823 w 2119654"/>
              <a:gd name="connsiteY120351" fmla="*/ 615923 h 2398711"/>
              <a:gd name="connsiteX120352" fmla="*/ 440654 w 2119654"/>
              <a:gd name="connsiteY120352" fmla="*/ 616908 h 2398711"/>
              <a:gd name="connsiteX120353" fmla="*/ 440014 w 2119654"/>
              <a:gd name="connsiteY120353" fmla="*/ 620990 h 2398711"/>
              <a:gd name="connsiteX120354" fmla="*/ 450189 w 2119654"/>
              <a:gd name="connsiteY120354" fmla="*/ 627624 h 2398711"/>
              <a:gd name="connsiteX120355" fmla="*/ 445546 w 2119654"/>
              <a:gd name="connsiteY120355" fmla="*/ 617986 h 2398711"/>
              <a:gd name="connsiteX120356" fmla="*/ 408186 w 2119654"/>
              <a:gd name="connsiteY120356" fmla="*/ 688966 h 2398711"/>
              <a:gd name="connsiteX120357" fmla="*/ 408525 w 2119654"/>
              <a:gd name="connsiteY120357" fmla="*/ 690336 h 2398711"/>
              <a:gd name="connsiteX120358" fmla="*/ 408614 w 2119654"/>
              <a:gd name="connsiteY120358" fmla="*/ 689110 h 2398711"/>
              <a:gd name="connsiteX120359" fmla="*/ 345672 w 2119654"/>
              <a:gd name="connsiteY120359" fmla="*/ 828723 h 2398711"/>
              <a:gd name="connsiteX120360" fmla="*/ 345708 w 2119654"/>
              <a:gd name="connsiteY120360" fmla="*/ 830297 h 2398711"/>
              <a:gd name="connsiteX120361" fmla="*/ 345791 w 2119654"/>
              <a:gd name="connsiteY120361" fmla="*/ 828780 h 2398711"/>
              <a:gd name="connsiteX120362" fmla="*/ 391547 w 2119654"/>
              <a:gd name="connsiteY120362" fmla="*/ 725830 h 2398711"/>
              <a:gd name="connsiteX120363" fmla="*/ 391542 w 2119654"/>
              <a:gd name="connsiteY120363" fmla="*/ 725857 h 2398711"/>
              <a:gd name="connsiteX120364" fmla="*/ 397058 w 2119654"/>
              <a:gd name="connsiteY120364" fmla="*/ 728826 h 2398711"/>
              <a:gd name="connsiteX120365" fmla="*/ 396838 w 2119654"/>
              <a:gd name="connsiteY120365" fmla="*/ 727605 h 2398711"/>
              <a:gd name="connsiteX120366" fmla="*/ 411391 w 2119654"/>
              <a:gd name="connsiteY120366" fmla="*/ 681340 h 2398711"/>
              <a:gd name="connsiteX120367" fmla="*/ 413504 w 2119654"/>
              <a:gd name="connsiteY120367" fmla="*/ 686440 h 2398711"/>
              <a:gd name="connsiteX120368" fmla="*/ 414175 w 2119654"/>
              <a:gd name="connsiteY120368" fmla="*/ 686757 h 2398711"/>
              <a:gd name="connsiteX120369" fmla="*/ 414339 w 2119654"/>
              <a:gd name="connsiteY120369" fmla="*/ 685813 h 2398711"/>
              <a:gd name="connsiteX120370" fmla="*/ 413840 w 2119654"/>
              <a:gd name="connsiteY120370" fmla="*/ 683366 h 2398711"/>
              <a:gd name="connsiteX120371" fmla="*/ 409372 w 2119654"/>
              <a:gd name="connsiteY120371" fmla="*/ 685749 h 2398711"/>
              <a:gd name="connsiteX120372" fmla="*/ 409298 w 2119654"/>
              <a:gd name="connsiteY120372" fmla="*/ 688081 h 2398711"/>
              <a:gd name="connsiteX120373" fmla="*/ 411460 w 2119654"/>
              <a:gd name="connsiteY120373" fmla="*/ 688686 h 2398711"/>
              <a:gd name="connsiteX120374" fmla="*/ 411291 w 2119654"/>
              <a:gd name="connsiteY120374" fmla="*/ 686657 h 2398711"/>
              <a:gd name="connsiteX120375" fmla="*/ 193890 w 2119654"/>
              <a:gd name="connsiteY120375" fmla="*/ 1168091 h 2398711"/>
              <a:gd name="connsiteX120376" fmla="*/ 194182 w 2119654"/>
              <a:gd name="connsiteY120376" fmla="*/ 1168979 h 2398711"/>
              <a:gd name="connsiteX120377" fmla="*/ 196841 w 2119654"/>
              <a:gd name="connsiteY120377" fmla="*/ 1175225 h 2398711"/>
              <a:gd name="connsiteX120378" fmla="*/ 205823 w 2119654"/>
              <a:gd name="connsiteY120378" fmla="*/ 1181252 h 2398711"/>
              <a:gd name="connsiteX120379" fmla="*/ 233257 w 2119654"/>
              <a:gd name="connsiteY120379" fmla="*/ 1079922 h 2398711"/>
              <a:gd name="connsiteX120380" fmla="*/ 238508 w 2119654"/>
              <a:gd name="connsiteY120380" fmla="*/ 1087021 h 2398711"/>
              <a:gd name="connsiteX120381" fmla="*/ 239333 w 2119654"/>
              <a:gd name="connsiteY120381" fmla="*/ 1088104 h 2398711"/>
              <a:gd name="connsiteX120382" fmla="*/ 239228 w 2119654"/>
              <a:gd name="connsiteY120382" fmla="*/ 1087279 h 2398711"/>
              <a:gd name="connsiteX120383" fmla="*/ 238918 w 2119654"/>
              <a:gd name="connsiteY120383" fmla="*/ 1086406 h 2398711"/>
              <a:gd name="connsiteX120384" fmla="*/ 313533 w 2119654"/>
              <a:gd name="connsiteY120384" fmla="*/ 899963 h 2398711"/>
              <a:gd name="connsiteX120385" fmla="*/ 313504 w 2119654"/>
              <a:gd name="connsiteY120385" fmla="*/ 900856 h 2398711"/>
              <a:gd name="connsiteX120386" fmla="*/ 317082 w 2119654"/>
              <a:gd name="connsiteY120386" fmla="*/ 913270 h 2398711"/>
              <a:gd name="connsiteX120387" fmla="*/ 317365 w 2119654"/>
              <a:gd name="connsiteY120387" fmla="*/ 911142 h 2398711"/>
              <a:gd name="connsiteX120388" fmla="*/ 316528 w 2119654"/>
              <a:gd name="connsiteY120388" fmla="*/ 909168 h 2398711"/>
              <a:gd name="connsiteX120389" fmla="*/ 316701 w 2119654"/>
              <a:gd name="connsiteY120389" fmla="*/ 908705 h 2398711"/>
              <a:gd name="connsiteX120390" fmla="*/ 317453 w 2119654"/>
              <a:gd name="connsiteY120390" fmla="*/ 910479 h 2398711"/>
              <a:gd name="connsiteX120391" fmla="*/ 318638 w 2119654"/>
              <a:gd name="connsiteY120391" fmla="*/ 901554 h 2398711"/>
              <a:gd name="connsiteX120392" fmla="*/ 520508 w 2119654"/>
              <a:gd name="connsiteY120392" fmla="*/ 436198 h 2398711"/>
              <a:gd name="connsiteX120393" fmla="*/ 521058 w 2119654"/>
              <a:gd name="connsiteY120393" fmla="*/ 438026 h 2398711"/>
              <a:gd name="connsiteX120394" fmla="*/ 522882 w 2119654"/>
              <a:gd name="connsiteY120394" fmla="*/ 438726 h 2398711"/>
              <a:gd name="connsiteX120395" fmla="*/ 522948 w 2119654"/>
              <a:gd name="connsiteY120395" fmla="*/ 437130 h 2398711"/>
              <a:gd name="connsiteX120396" fmla="*/ 267367 w 2119654"/>
              <a:gd name="connsiteY120396" fmla="*/ 1003029 h 2398711"/>
              <a:gd name="connsiteX120397" fmla="*/ 267731 w 2119654"/>
              <a:gd name="connsiteY120397" fmla="*/ 1005665 h 2398711"/>
              <a:gd name="connsiteX120398" fmla="*/ 272309 w 2119654"/>
              <a:gd name="connsiteY120398" fmla="*/ 1010864 h 2398711"/>
              <a:gd name="connsiteX120399" fmla="*/ 268802 w 2119654"/>
              <a:gd name="connsiteY120399" fmla="*/ 1004275 h 2398711"/>
              <a:gd name="connsiteX120400" fmla="*/ 414793 w 2119654"/>
              <a:gd name="connsiteY120400" fmla="*/ 672837 h 2398711"/>
              <a:gd name="connsiteX120401" fmla="*/ 416356 w 2119654"/>
              <a:gd name="connsiteY120401" fmla="*/ 674130 h 2398711"/>
              <a:gd name="connsiteX120402" fmla="*/ 416550 w 2119654"/>
              <a:gd name="connsiteY120402" fmla="*/ 673001 h 2398711"/>
              <a:gd name="connsiteX120403" fmla="*/ 473239 w 2119654"/>
              <a:gd name="connsiteY120403" fmla="*/ 541603 h 2398711"/>
              <a:gd name="connsiteX120404" fmla="*/ 473275 w 2119654"/>
              <a:gd name="connsiteY120404" fmla="*/ 544526 h 2398711"/>
              <a:gd name="connsiteX120405" fmla="*/ 474729 w 2119654"/>
              <a:gd name="connsiteY120405" fmla="*/ 545452 h 2398711"/>
              <a:gd name="connsiteX120406" fmla="*/ 474715 w 2119654"/>
              <a:gd name="connsiteY120406" fmla="*/ 544797 h 2398711"/>
              <a:gd name="connsiteX120407" fmla="*/ 337615 w 2119654"/>
              <a:gd name="connsiteY120407" fmla="*/ 845193 h 2398711"/>
              <a:gd name="connsiteX120408" fmla="*/ 340665 w 2119654"/>
              <a:gd name="connsiteY120408" fmla="*/ 852847 h 2398711"/>
              <a:gd name="connsiteX120409" fmla="*/ 342423 w 2119654"/>
              <a:gd name="connsiteY120409" fmla="*/ 845447 h 2398711"/>
              <a:gd name="connsiteX120410" fmla="*/ 528029 w 2119654"/>
              <a:gd name="connsiteY120410" fmla="*/ 418814 h 2398711"/>
              <a:gd name="connsiteX120411" fmla="*/ 527918 w 2119654"/>
              <a:gd name="connsiteY120411" fmla="*/ 420847 h 2398711"/>
              <a:gd name="connsiteX120412" fmla="*/ 527220 w 2119654"/>
              <a:gd name="connsiteY120412" fmla="*/ 437753 h 2398711"/>
              <a:gd name="connsiteX120413" fmla="*/ 527958 w 2119654"/>
              <a:gd name="connsiteY120413" fmla="*/ 438320 h 2398711"/>
              <a:gd name="connsiteX120414" fmla="*/ 529094 w 2119654"/>
              <a:gd name="connsiteY120414" fmla="*/ 422349 h 2398711"/>
              <a:gd name="connsiteX120415" fmla="*/ 141433 w 2119654"/>
              <a:gd name="connsiteY120415" fmla="*/ 1284366 h 2398711"/>
              <a:gd name="connsiteX120416" fmla="*/ 154081 w 2119654"/>
              <a:gd name="connsiteY120416" fmla="*/ 1297756 h 2398711"/>
              <a:gd name="connsiteX120417" fmla="*/ 195461 w 2119654"/>
              <a:gd name="connsiteY120417" fmla="*/ 1332183 h 2398711"/>
              <a:gd name="connsiteX120418" fmla="*/ 203058 w 2119654"/>
              <a:gd name="connsiteY120418" fmla="*/ 1336658 h 2398711"/>
              <a:gd name="connsiteX120419" fmla="*/ 201816 w 2119654"/>
              <a:gd name="connsiteY120419" fmla="*/ 1333406 h 2398711"/>
              <a:gd name="connsiteX120420" fmla="*/ 190297 w 2119654"/>
              <a:gd name="connsiteY120420" fmla="*/ 1324262 h 2398711"/>
              <a:gd name="connsiteX120421" fmla="*/ 473628 w 2119654"/>
              <a:gd name="connsiteY120421" fmla="*/ 539993 h 2398711"/>
              <a:gd name="connsiteX120422" fmla="*/ 474686 w 2119654"/>
              <a:gd name="connsiteY120422" fmla="*/ 542284 h 2398711"/>
              <a:gd name="connsiteX120423" fmla="*/ 474672 w 2119654"/>
              <a:gd name="connsiteY120423" fmla="*/ 540658 h 2398711"/>
              <a:gd name="connsiteX120424" fmla="*/ 296378 w 2119654"/>
              <a:gd name="connsiteY120424" fmla="*/ 936851 h 2398711"/>
              <a:gd name="connsiteX120425" fmla="*/ 296495 w 2119654"/>
              <a:gd name="connsiteY120425" fmla="*/ 938238 h 2398711"/>
              <a:gd name="connsiteX120426" fmla="*/ 300466 w 2119654"/>
              <a:gd name="connsiteY120426" fmla="*/ 947536 h 2398711"/>
              <a:gd name="connsiteX120427" fmla="*/ 302136 w 2119654"/>
              <a:gd name="connsiteY120427" fmla="*/ 948027 h 2398711"/>
              <a:gd name="connsiteX120428" fmla="*/ 301273 w 2119654"/>
              <a:gd name="connsiteY120428" fmla="*/ 945402 h 2398711"/>
              <a:gd name="connsiteX120429" fmla="*/ 404984 w 2119654"/>
              <a:gd name="connsiteY120429" fmla="*/ 693659 h 2398711"/>
              <a:gd name="connsiteX120430" fmla="*/ 405390 w 2119654"/>
              <a:gd name="connsiteY120430" fmla="*/ 702958 h 2398711"/>
              <a:gd name="connsiteX120431" fmla="*/ 405749 w 2119654"/>
              <a:gd name="connsiteY120431" fmla="*/ 694236 h 2398711"/>
              <a:gd name="connsiteX120432" fmla="*/ 296699 w 2119654"/>
              <a:gd name="connsiteY120432" fmla="*/ 936070 h 2398711"/>
              <a:gd name="connsiteX120433" fmla="*/ 300238 w 2119654"/>
              <a:gd name="connsiteY120433" fmla="*/ 942252 h 2398711"/>
              <a:gd name="connsiteX120434" fmla="*/ 298900 w 2119654"/>
              <a:gd name="connsiteY120434" fmla="*/ 938182 h 2398711"/>
              <a:gd name="connsiteX120435" fmla="*/ 337212 w 2119654"/>
              <a:gd name="connsiteY120435" fmla="*/ 845170 h 2398711"/>
              <a:gd name="connsiteX120436" fmla="*/ 338369 w 2119654"/>
              <a:gd name="connsiteY120436" fmla="*/ 847898 h 2398711"/>
              <a:gd name="connsiteX120437" fmla="*/ 337281 w 2119654"/>
              <a:gd name="connsiteY120437" fmla="*/ 845174 h 2398711"/>
              <a:gd name="connsiteX120438" fmla="*/ 470958 w 2119654"/>
              <a:gd name="connsiteY120438" fmla="*/ 545649 h 2398711"/>
              <a:gd name="connsiteX120439" fmla="*/ 471319 w 2119654"/>
              <a:gd name="connsiteY120439" fmla="*/ 554335 h 2398711"/>
              <a:gd name="connsiteX120440" fmla="*/ 472553 w 2119654"/>
              <a:gd name="connsiteY120440" fmla="*/ 556563 h 2398711"/>
              <a:gd name="connsiteX120441" fmla="*/ 472730 w 2119654"/>
              <a:gd name="connsiteY120441" fmla="*/ 556646 h 2398711"/>
              <a:gd name="connsiteX120442" fmla="*/ 472581 w 2119654"/>
              <a:gd name="connsiteY120442" fmla="*/ 546682 h 2398711"/>
              <a:gd name="connsiteX120443" fmla="*/ 378958 w 2119654"/>
              <a:gd name="connsiteY120443" fmla="*/ 751601 h 2398711"/>
              <a:gd name="connsiteX120444" fmla="*/ 380015 w 2119654"/>
              <a:gd name="connsiteY120444" fmla="*/ 753808 h 2398711"/>
              <a:gd name="connsiteX120445" fmla="*/ 380885 w 2119654"/>
              <a:gd name="connsiteY120445" fmla="*/ 754061 h 2398711"/>
              <a:gd name="connsiteX120446" fmla="*/ 209013 w 2119654"/>
              <a:gd name="connsiteY120446" fmla="*/ 1132063 h 2398711"/>
              <a:gd name="connsiteX120447" fmla="*/ 216715 w 2119654"/>
              <a:gd name="connsiteY120447" fmla="*/ 1148610 h 2398711"/>
              <a:gd name="connsiteX120448" fmla="*/ 223571 w 2119654"/>
              <a:gd name="connsiteY120448" fmla="*/ 1162837 h 2398711"/>
              <a:gd name="connsiteX120449" fmla="*/ 231320 w 2119654"/>
              <a:gd name="connsiteY120449" fmla="*/ 1167132 h 2398711"/>
              <a:gd name="connsiteX120450" fmla="*/ 228985 w 2119654"/>
              <a:gd name="connsiteY120450" fmla="*/ 1161891 h 2398711"/>
              <a:gd name="connsiteX120451" fmla="*/ 441798 w 2119654"/>
              <a:gd name="connsiteY120451" fmla="*/ 610209 h 2398711"/>
              <a:gd name="connsiteX120452" fmla="*/ 440932 w 2119654"/>
              <a:gd name="connsiteY120452" fmla="*/ 615281 h 2398711"/>
              <a:gd name="connsiteX120453" fmla="*/ 445125 w 2119654"/>
              <a:gd name="connsiteY120453" fmla="*/ 617111 h 2398711"/>
              <a:gd name="connsiteX120454" fmla="*/ 382663 w 2119654"/>
              <a:gd name="connsiteY120454" fmla="*/ 742586 h 2398711"/>
              <a:gd name="connsiteX120455" fmla="*/ 383063 w 2119654"/>
              <a:gd name="connsiteY120455" fmla="*/ 745032 h 2398711"/>
              <a:gd name="connsiteX120456" fmla="*/ 384641 w 2119654"/>
              <a:gd name="connsiteY120456" fmla="*/ 751944 h 2398711"/>
              <a:gd name="connsiteX120457" fmla="*/ 384823 w 2119654"/>
              <a:gd name="connsiteY120457" fmla="*/ 751013 h 2398711"/>
              <a:gd name="connsiteX120458" fmla="*/ 383440 w 2119654"/>
              <a:gd name="connsiteY120458" fmla="*/ 744941 h 2398711"/>
              <a:gd name="connsiteX120459" fmla="*/ 267097 w 2119654"/>
              <a:gd name="connsiteY120459" fmla="*/ 1001072 h 2398711"/>
              <a:gd name="connsiteX120460" fmla="*/ 267326 w 2119654"/>
              <a:gd name="connsiteY120460" fmla="*/ 1002731 h 2398711"/>
              <a:gd name="connsiteX120461" fmla="*/ 268515 w 2119654"/>
              <a:gd name="connsiteY120461" fmla="*/ 1003735 h 2398711"/>
              <a:gd name="connsiteX120462" fmla="*/ 406658 w 2119654"/>
              <a:gd name="connsiteY120462" fmla="*/ 688455 h 2398711"/>
              <a:gd name="connsiteX120463" fmla="*/ 406419 w 2119654"/>
              <a:gd name="connsiteY120463" fmla="*/ 694252 h 2398711"/>
              <a:gd name="connsiteX120464" fmla="*/ 408294 w 2119654"/>
              <a:gd name="connsiteY120464" fmla="*/ 695664 h 2398711"/>
              <a:gd name="connsiteX120465" fmla="*/ 408417 w 2119654"/>
              <a:gd name="connsiteY120465" fmla="*/ 691858 h 2398711"/>
              <a:gd name="connsiteX120466" fmla="*/ 408447 w 2119654"/>
              <a:gd name="connsiteY120466" fmla="*/ 691425 h 2398711"/>
              <a:gd name="connsiteX120467" fmla="*/ 407845 w 2119654"/>
              <a:gd name="connsiteY120467" fmla="*/ 688852 h 2398711"/>
              <a:gd name="connsiteX120468" fmla="*/ 437101 w 2119654"/>
              <a:gd name="connsiteY120468" fmla="*/ 620221 h 2398711"/>
              <a:gd name="connsiteX120469" fmla="*/ 438276 w 2119654"/>
              <a:gd name="connsiteY120469" fmla="*/ 629201 h 2398711"/>
              <a:gd name="connsiteX120470" fmla="*/ 439538 w 2119654"/>
              <a:gd name="connsiteY120470" fmla="*/ 621810 h 2398711"/>
              <a:gd name="connsiteX120471" fmla="*/ 421014 w 2119654"/>
              <a:gd name="connsiteY120471" fmla="*/ 656237 h 2398711"/>
              <a:gd name="connsiteX120472" fmla="*/ 424977 w 2119654"/>
              <a:gd name="connsiteY120472" fmla="*/ 672375 h 2398711"/>
              <a:gd name="connsiteX120473" fmla="*/ 431277 w 2119654"/>
              <a:gd name="connsiteY120473" fmla="*/ 672709 h 2398711"/>
              <a:gd name="connsiteX120474" fmla="*/ 432751 w 2119654"/>
              <a:gd name="connsiteY120474" fmla="*/ 663319 h 2398711"/>
              <a:gd name="connsiteX120475" fmla="*/ 432381 w 2119654"/>
              <a:gd name="connsiteY120475" fmla="*/ 661619 h 2398711"/>
              <a:gd name="connsiteX120476" fmla="*/ 265577 w 2119654"/>
              <a:gd name="connsiteY120476" fmla="*/ 1004156 h 2398711"/>
              <a:gd name="connsiteX120477" fmla="*/ 265855 w 2119654"/>
              <a:gd name="connsiteY120477" fmla="*/ 1005874 h 2398711"/>
              <a:gd name="connsiteX120478" fmla="*/ 266125 w 2119654"/>
              <a:gd name="connsiteY120478" fmla="*/ 1007406 h 2398711"/>
              <a:gd name="connsiteX120479" fmla="*/ 265758 w 2119654"/>
              <a:gd name="connsiteY120479" fmla="*/ 1004361 h 2398711"/>
              <a:gd name="connsiteX120480" fmla="*/ 350723 w 2119654"/>
              <a:gd name="connsiteY120480" fmla="*/ 813394 h 2398711"/>
              <a:gd name="connsiteX120481" fmla="*/ 350679 w 2119654"/>
              <a:gd name="connsiteY120481" fmla="*/ 813573 h 2398711"/>
              <a:gd name="connsiteX120482" fmla="*/ 350792 w 2119654"/>
              <a:gd name="connsiteY120482" fmla="*/ 813787 h 2398711"/>
              <a:gd name="connsiteX120483" fmla="*/ 290502 w 2119654"/>
              <a:gd name="connsiteY120483" fmla="*/ 948129 h 2398711"/>
              <a:gd name="connsiteX120484" fmla="*/ 293034 w 2119654"/>
              <a:gd name="connsiteY120484" fmla="*/ 966125 h 2398711"/>
              <a:gd name="connsiteX120485" fmla="*/ 298011 w 2119654"/>
              <a:gd name="connsiteY120485" fmla="*/ 975201 h 2398711"/>
              <a:gd name="connsiteX120486" fmla="*/ 297983 w 2119654"/>
              <a:gd name="connsiteY120486" fmla="*/ 975053 h 2398711"/>
              <a:gd name="connsiteX120487" fmla="*/ 293279 w 2119654"/>
              <a:gd name="connsiteY120487" fmla="*/ 948946 h 2398711"/>
              <a:gd name="connsiteX120488" fmla="*/ 328410 w 2119654"/>
              <a:gd name="connsiteY120488" fmla="*/ 862942 h 2398711"/>
              <a:gd name="connsiteX120489" fmla="*/ 327522 w 2119654"/>
              <a:gd name="connsiteY120489" fmla="*/ 869634 h 2398711"/>
              <a:gd name="connsiteX120490" fmla="*/ 328137 w 2119654"/>
              <a:gd name="connsiteY120490" fmla="*/ 870114 h 2398711"/>
              <a:gd name="connsiteX120491" fmla="*/ 329391 w 2119654"/>
              <a:gd name="connsiteY120491" fmla="*/ 871067 h 2398711"/>
              <a:gd name="connsiteX120492" fmla="*/ 296206 w 2119654"/>
              <a:gd name="connsiteY120492" fmla="*/ 934795 h 2398711"/>
              <a:gd name="connsiteX120493" fmla="*/ 296216 w 2119654"/>
              <a:gd name="connsiteY120493" fmla="*/ 934910 h 2398711"/>
              <a:gd name="connsiteX120494" fmla="*/ 296667 w 2119654"/>
              <a:gd name="connsiteY120494" fmla="*/ 935343 h 2398711"/>
              <a:gd name="connsiteX120495" fmla="*/ 448043 w 2119654"/>
              <a:gd name="connsiteY120495" fmla="*/ 594672 h 2398711"/>
              <a:gd name="connsiteX120496" fmla="*/ 449711 w 2119654"/>
              <a:gd name="connsiteY120496" fmla="*/ 600492 h 2398711"/>
              <a:gd name="connsiteX120497" fmla="*/ 451619 w 2119654"/>
              <a:gd name="connsiteY120497" fmla="*/ 601071 h 2398711"/>
              <a:gd name="connsiteX120498" fmla="*/ 451262 w 2119654"/>
              <a:gd name="connsiteY120498" fmla="*/ 596806 h 2398711"/>
              <a:gd name="connsiteX120499" fmla="*/ 172628 w 2119654"/>
              <a:gd name="connsiteY120499" fmla="*/ 1211307 h 2398711"/>
              <a:gd name="connsiteX120500" fmla="*/ 179459 w 2119654"/>
              <a:gd name="connsiteY120500" fmla="*/ 1219190 h 2398711"/>
              <a:gd name="connsiteX120501" fmla="*/ 179648 w 2119654"/>
              <a:gd name="connsiteY120501" fmla="*/ 1219360 h 2398711"/>
              <a:gd name="connsiteX120502" fmla="*/ 178969 w 2119654"/>
              <a:gd name="connsiteY120502" fmla="*/ 1217345 h 2398711"/>
              <a:gd name="connsiteX120503" fmla="*/ 370838 w 2119654"/>
              <a:gd name="connsiteY120503" fmla="*/ 767327 h 2398711"/>
              <a:gd name="connsiteX120504" fmla="*/ 372832 w 2119654"/>
              <a:gd name="connsiteY120504" fmla="*/ 772169 h 2398711"/>
              <a:gd name="connsiteX120505" fmla="*/ 372741 w 2119654"/>
              <a:gd name="connsiteY120505" fmla="*/ 769983 h 2398711"/>
              <a:gd name="connsiteX120506" fmla="*/ 372788 w 2119654"/>
              <a:gd name="connsiteY120506" fmla="*/ 768510 h 2398711"/>
              <a:gd name="connsiteX120507" fmla="*/ 491523 w 2119654"/>
              <a:gd name="connsiteY120507" fmla="*/ 496976 h 2398711"/>
              <a:gd name="connsiteX120508" fmla="*/ 491653 w 2119654"/>
              <a:gd name="connsiteY120508" fmla="*/ 497504 h 2398711"/>
              <a:gd name="connsiteX120509" fmla="*/ 493469 w 2119654"/>
              <a:gd name="connsiteY120509" fmla="*/ 503098 h 2398711"/>
              <a:gd name="connsiteX120510" fmla="*/ 507234 w 2119654"/>
              <a:gd name="connsiteY120510" fmla="*/ 514356 h 2398711"/>
              <a:gd name="connsiteX120511" fmla="*/ 506748 w 2119654"/>
              <a:gd name="connsiteY120511" fmla="*/ 508545 h 2398711"/>
              <a:gd name="connsiteX120512" fmla="*/ 506608 w 2119654"/>
              <a:gd name="connsiteY120512" fmla="*/ 505338 h 2398711"/>
              <a:gd name="connsiteX120513" fmla="*/ 499511 w 2119654"/>
              <a:gd name="connsiteY120513" fmla="*/ 499416 h 2398711"/>
              <a:gd name="connsiteX120514" fmla="*/ 356840 w 2119654"/>
              <a:gd name="connsiteY120514" fmla="*/ 798492 h 2398711"/>
              <a:gd name="connsiteX120515" fmla="*/ 358631 w 2119654"/>
              <a:gd name="connsiteY120515" fmla="*/ 807718 h 2398711"/>
              <a:gd name="connsiteX120516" fmla="*/ 359470 w 2119654"/>
              <a:gd name="connsiteY120516" fmla="*/ 808835 h 2398711"/>
              <a:gd name="connsiteX120517" fmla="*/ 359843 w 2119654"/>
              <a:gd name="connsiteY120517" fmla="*/ 799804 h 2398711"/>
              <a:gd name="connsiteX120518" fmla="*/ 311765 w 2119654"/>
              <a:gd name="connsiteY120518" fmla="*/ 899413 h 2398711"/>
              <a:gd name="connsiteX120519" fmla="*/ 311796 w 2119654"/>
              <a:gd name="connsiteY120519" fmla="*/ 899507 h 2398711"/>
              <a:gd name="connsiteX120520" fmla="*/ 311769 w 2119654"/>
              <a:gd name="connsiteY120520" fmla="*/ 899414 h 2398711"/>
              <a:gd name="connsiteX120521" fmla="*/ 343704 w 2119654"/>
              <a:gd name="connsiteY120521" fmla="*/ 827778 h 2398711"/>
              <a:gd name="connsiteX120522" fmla="*/ 344867 w 2119654"/>
              <a:gd name="connsiteY120522" fmla="*/ 829689 h 2398711"/>
              <a:gd name="connsiteX120523" fmla="*/ 344854 w 2119654"/>
              <a:gd name="connsiteY120523" fmla="*/ 829090 h 2398711"/>
              <a:gd name="connsiteX120524" fmla="*/ 344556 w 2119654"/>
              <a:gd name="connsiteY120524" fmla="*/ 828187 h 2398711"/>
              <a:gd name="connsiteX120525" fmla="*/ 393352 w 2119654"/>
              <a:gd name="connsiteY120525" fmla="*/ 716602 h 2398711"/>
              <a:gd name="connsiteX120526" fmla="*/ 392105 w 2119654"/>
              <a:gd name="connsiteY120526" fmla="*/ 722977 h 2398711"/>
              <a:gd name="connsiteX120527" fmla="*/ 394437 w 2119654"/>
              <a:gd name="connsiteY120527" fmla="*/ 723630 h 2398711"/>
              <a:gd name="connsiteX120528" fmla="*/ 396235 w 2119654"/>
              <a:gd name="connsiteY120528" fmla="*/ 724255 h 2398711"/>
              <a:gd name="connsiteX120529" fmla="*/ 396216 w 2119654"/>
              <a:gd name="connsiteY120529" fmla="*/ 724153 h 2398711"/>
              <a:gd name="connsiteX120530" fmla="*/ 403861 w 2119654"/>
              <a:gd name="connsiteY120530" fmla="*/ 692814 h 2398711"/>
              <a:gd name="connsiteX120531" fmla="*/ 403167 w 2119654"/>
              <a:gd name="connsiteY120531" fmla="*/ 704872 h 2398711"/>
              <a:gd name="connsiteX120532" fmla="*/ 404824 w 2119654"/>
              <a:gd name="connsiteY120532" fmla="*/ 705376 h 2398711"/>
              <a:gd name="connsiteX120533" fmla="*/ 404290 w 2119654"/>
              <a:gd name="connsiteY120533" fmla="*/ 693137 h 2398711"/>
              <a:gd name="connsiteX120534" fmla="*/ 409566 w 2119654"/>
              <a:gd name="connsiteY120534" fmla="*/ 679832 h 2398711"/>
              <a:gd name="connsiteX120535" fmla="*/ 409551 w 2119654"/>
              <a:gd name="connsiteY120535" fmla="*/ 680063 h 2398711"/>
              <a:gd name="connsiteX120536" fmla="*/ 409411 w 2119654"/>
              <a:gd name="connsiteY120536" fmla="*/ 684502 h 2398711"/>
              <a:gd name="connsiteX120537" fmla="*/ 411181 w 2119654"/>
              <a:gd name="connsiteY120537" fmla="*/ 685340 h 2398711"/>
              <a:gd name="connsiteX120538" fmla="*/ 410812 w 2119654"/>
              <a:gd name="connsiteY120538" fmla="*/ 680933 h 2398711"/>
              <a:gd name="connsiteX120539" fmla="*/ 410770 w 2119654"/>
              <a:gd name="connsiteY120539" fmla="*/ 680826 h 2398711"/>
              <a:gd name="connsiteX120540" fmla="*/ 309778 w 2119654"/>
              <a:gd name="connsiteY120540" fmla="*/ 903023 h 2398711"/>
              <a:gd name="connsiteX120541" fmla="*/ 310370 w 2119654"/>
              <a:gd name="connsiteY120541" fmla="*/ 906201 h 2398711"/>
              <a:gd name="connsiteX120542" fmla="*/ 310710 w 2119654"/>
              <a:gd name="connsiteY120542" fmla="*/ 906717 h 2398711"/>
              <a:gd name="connsiteX120543" fmla="*/ 310354 w 2119654"/>
              <a:gd name="connsiteY120543" fmla="*/ 904767 h 2398711"/>
              <a:gd name="connsiteX120544" fmla="*/ 519601 w 2119654"/>
              <a:gd name="connsiteY120544" fmla="*/ 433185 h 2398711"/>
              <a:gd name="connsiteX120545" fmla="*/ 520437 w 2119654"/>
              <a:gd name="connsiteY120545" fmla="*/ 435963 h 2398711"/>
              <a:gd name="connsiteX120546" fmla="*/ 522957 w 2119654"/>
              <a:gd name="connsiteY120546" fmla="*/ 436925 h 2398711"/>
              <a:gd name="connsiteX120547" fmla="*/ 523004 w 2119654"/>
              <a:gd name="connsiteY120547" fmla="*/ 435800 h 2398711"/>
              <a:gd name="connsiteX120548" fmla="*/ 407131 w 2119654"/>
              <a:gd name="connsiteY120548" fmla="*/ 684689 h 2398711"/>
              <a:gd name="connsiteX120549" fmla="*/ 407290 w 2119654"/>
              <a:gd name="connsiteY120549" fmla="*/ 685361 h 2398711"/>
              <a:gd name="connsiteX120550" fmla="*/ 407865 w 2119654"/>
              <a:gd name="connsiteY120550" fmla="*/ 687680 h 2398711"/>
              <a:gd name="connsiteX120551" fmla="*/ 408700 w 2119654"/>
              <a:gd name="connsiteY120551" fmla="*/ 687913 h 2398711"/>
              <a:gd name="connsiteX120552" fmla="*/ 408872 w 2119654"/>
              <a:gd name="connsiteY120552" fmla="*/ 685513 h 2398711"/>
              <a:gd name="connsiteX120553" fmla="*/ 442676 w 2119654"/>
              <a:gd name="connsiteY120553" fmla="*/ 605071 h 2398711"/>
              <a:gd name="connsiteX120554" fmla="*/ 441987 w 2119654"/>
              <a:gd name="connsiteY120554" fmla="*/ 609105 h 2398711"/>
              <a:gd name="connsiteX120555" fmla="*/ 446003 w 2119654"/>
              <a:gd name="connsiteY120555" fmla="*/ 617496 h 2398711"/>
              <a:gd name="connsiteX120556" fmla="*/ 450987 w 2119654"/>
              <a:gd name="connsiteY120556" fmla="*/ 619673 h 2398711"/>
              <a:gd name="connsiteX120557" fmla="*/ 443557 w 2119654"/>
              <a:gd name="connsiteY120557" fmla="*/ 605247 h 2398711"/>
              <a:gd name="connsiteX120558" fmla="*/ 342617 w 2119654"/>
              <a:gd name="connsiteY120558" fmla="*/ 829026 h 2398711"/>
              <a:gd name="connsiteX120559" fmla="*/ 344327 w 2119654"/>
              <a:gd name="connsiteY120559" fmla="*/ 837427 h 2398711"/>
              <a:gd name="connsiteX120560" fmla="*/ 344979 w 2119654"/>
              <a:gd name="connsiteY120560" fmla="*/ 834687 h 2398711"/>
              <a:gd name="connsiteX120561" fmla="*/ 344946 w 2119654"/>
              <a:gd name="connsiteY120561" fmla="*/ 833223 h 2398711"/>
              <a:gd name="connsiteX120562" fmla="*/ 344888 w 2119654"/>
              <a:gd name="connsiteY120562" fmla="*/ 833121 h 2398711"/>
              <a:gd name="connsiteX120563" fmla="*/ 346678 w 2119654"/>
              <a:gd name="connsiteY120563" fmla="*/ 819883 h 2398711"/>
              <a:gd name="connsiteX120564" fmla="*/ 346626 w 2119654"/>
              <a:gd name="connsiteY120564" fmla="*/ 821149 h 2398711"/>
              <a:gd name="connsiteX120565" fmla="*/ 347577 w 2119654"/>
              <a:gd name="connsiteY120565" fmla="*/ 821605 h 2398711"/>
              <a:gd name="connsiteX120566" fmla="*/ 420541 w 2119654"/>
              <a:gd name="connsiteY120566" fmla="*/ 654315 h 2398711"/>
              <a:gd name="connsiteX120567" fmla="*/ 420751 w 2119654"/>
              <a:gd name="connsiteY120567" fmla="*/ 655169 h 2398711"/>
              <a:gd name="connsiteX120568" fmla="*/ 432152 w 2119654"/>
              <a:gd name="connsiteY120568" fmla="*/ 660566 h 2398711"/>
              <a:gd name="connsiteX120569" fmla="*/ 431037 w 2119654"/>
              <a:gd name="connsiteY120569" fmla="*/ 655441 h 2398711"/>
              <a:gd name="connsiteX120570" fmla="*/ 424296 w 2119654"/>
              <a:gd name="connsiteY120570" fmla="*/ 654514 h 2398711"/>
              <a:gd name="connsiteX120571" fmla="*/ 398272 w 2119654"/>
              <a:gd name="connsiteY120571" fmla="*/ 704077 h 2398711"/>
              <a:gd name="connsiteX120572" fmla="*/ 402072 w 2119654"/>
              <a:gd name="connsiteY120572" fmla="*/ 712303 h 2398711"/>
              <a:gd name="connsiteX120573" fmla="*/ 402186 w 2119654"/>
              <a:gd name="connsiteY120573" fmla="*/ 710338 h 2398711"/>
              <a:gd name="connsiteX120574" fmla="*/ 400811 w 2119654"/>
              <a:gd name="connsiteY120574" fmla="*/ 704852 h 2398711"/>
              <a:gd name="connsiteX120575" fmla="*/ 393942 w 2119654"/>
              <a:gd name="connsiteY120575" fmla="*/ 713587 h 2398711"/>
              <a:gd name="connsiteX120576" fmla="*/ 393534 w 2119654"/>
              <a:gd name="connsiteY120576" fmla="*/ 715679 h 2398711"/>
              <a:gd name="connsiteX120577" fmla="*/ 395735 w 2119654"/>
              <a:gd name="connsiteY120577" fmla="*/ 721485 h 2398711"/>
              <a:gd name="connsiteX120578" fmla="*/ 394840 w 2119654"/>
              <a:gd name="connsiteY120578" fmla="*/ 716518 h 2398711"/>
              <a:gd name="connsiteX120579" fmla="*/ 394922 w 2119654"/>
              <a:gd name="connsiteY120579" fmla="*/ 716364 h 2398711"/>
              <a:gd name="connsiteX120580" fmla="*/ 395946 w 2119654"/>
              <a:gd name="connsiteY120580" fmla="*/ 722038 h 2398711"/>
              <a:gd name="connsiteX120581" fmla="*/ 396870 w 2119654"/>
              <a:gd name="connsiteY120581" fmla="*/ 724476 h 2398711"/>
              <a:gd name="connsiteX120582" fmla="*/ 400014 w 2119654"/>
              <a:gd name="connsiteY120582" fmla="*/ 725570 h 2398711"/>
              <a:gd name="connsiteX120583" fmla="*/ 397113 w 2119654"/>
              <a:gd name="connsiteY120583" fmla="*/ 714574 h 2398711"/>
              <a:gd name="connsiteX120584" fmla="*/ 328918 w 2119654"/>
              <a:gd name="connsiteY120584" fmla="*/ 859116 h 2398711"/>
              <a:gd name="connsiteX120585" fmla="*/ 328726 w 2119654"/>
              <a:gd name="connsiteY120585" fmla="*/ 860571 h 2398711"/>
              <a:gd name="connsiteX120586" fmla="*/ 330265 w 2119654"/>
              <a:gd name="connsiteY120586" fmla="*/ 871731 h 2398711"/>
              <a:gd name="connsiteX120587" fmla="*/ 335506 w 2119654"/>
              <a:gd name="connsiteY120587" fmla="*/ 875713 h 2398711"/>
              <a:gd name="connsiteX120588" fmla="*/ 335990 w 2119654"/>
              <a:gd name="connsiteY120588" fmla="*/ 873242 h 2398711"/>
              <a:gd name="connsiteX120589" fmla="*/ 331261 w 2119654"/>
              <a:gd name="connsiteY120589" fmla="*/ 864803 h 2398711"/>
              <a:gd name="connsiteX120590" fmla="*/ 442872 w 2119654"/>
              <a:gd name="connsiteY120590" fmla="*/ 603918 h 2398711"/>
              <a:gd name="connsiteX120591" fmla="*/ 442732 w 2119654"/>
              <a:gd name="connsiteY120591" fmla="*/ 604740 h 2398711"/>
              <a:gd name="connsiteX120592" fmla="*/ 443361 w 2119654"/>
              <a:gd name="connsiteY120592" fmla="*/ 604866 h 2398711"/>
              <a:gd name="connsiteX120593" fmla="*/ 469332 w 2119654"/>
              <a:gd name="connsiteY120593" fmla="*/ 544613 h 2398711"/>
              <a:gd name="connsiteX120594" fmla="*/ 469418 w 2119654"/>
              <a:gd name="connsiteY120594" fmla="*/ 546547 h 2398711"/>
              <a:gd name="connsiteX120595" fmla="*/ 469476 w 2119654"/>
              <a:gd name="connsiteY120595" fmla="*/ 544705 h 2398711"/>
              <a:gd name="connsiteX120596" fmla="*/ 406819 w 2119654"/>
              <a:gd name="connsiteY120596" fmla="*/ 684541 h 2398711"/>
              <a:gd name="connsiteX120597" fmla="*/ 406703 w 2119654"/>
              <a:gd name="connsiteY120597" fmla="*/ 687354 h 2398711"/>
              <a:gd name="connsiteX120598" fmla="*/ 407549 w 2119654"/>
              <a:gd name="connsiteY120598" fmla="*/ 687592 h 2398711"/>
              <a:gd name="connsiteX120599" fmla="*/ 406837 w 2119654"/>
              <a:gd name="connsiteY120599" fmla="*/ 684549 h 2398711"/>
              <a:gd name="connsiteX120600" fmla="*/ 374927 w 2119654"/>
              <a:gd name="connsiteY120600" fmla="*/ 755489 h 2398711"/>
              <a:gd name="connsiteX120601" fmla="*/ 375043 w 2119654"/>
              <a:gd name="connsiteY120601" fmla="*/ 758265 h 2398711"/>
              <a:gd name="connsiteX120602" fmla="*/ 375666 w 2119654"/>
              <a:gd name="connsiteY120602" fmla="*/ 758459 h 2398711"/>
              <a:gd name="connsiteX120603" fmla="*/ 505185 w 2119654"/>
              <a:gd name="connsiteY120603" fmla="*/ 463761 h 2398711"/>
              <a:gd name="connsiteX120604" fmla="*/ 506062 w 2119654"/>
              <a:gd name="connsiteY120604" fmla="*/ 483882 h 2398711"/>
              <a:gd name="connsiteX120605" fmla="*/ 517156 w 2119654"/>
              <a:gd name="connsiteY120605" fmla="*/ 493024 h 2398711"/>
              <a:gd name="connsiteX120606" fmla="*/ 521635 w 2119654"/>
              <a:gd name="connsiteY120606" fmla="*/ 482144 h 2398711"/>
              <a:gd name="connsiteX120607" fmla="*/ 521642 w 2119654"/>
              <a:gd name="connsiteY120607" fmla="*/ 476293 h 2398711"/>
              <a:gd name="connsiteX120608" fmla="*/ 507039 w 2119654"/>
              <a:gd name="connsiteY120608" fmla="*/ 465070 h 2398711"/>
              <a:gd name="connsiteX120609" fmla="*/ 334883 w 2119654"/>
              <a:gd name="connsiteY120609" fmla="*/ 845048 h 2398711"/>
              <a:gd name="connsiteX120610" fmla="*/ 336639 w 2119654"/>
              <a:gd name="connsiteY120610" fmla="*/ 847911 h 2398711"/>
              <a:gd name="connsiteX120611" fmla="*/ 338497 w 2119654"/>
              <a:gd name="connsiteY120611" fmla="*/ 850685 h 2398711"/>
              <a:gd name="connsiteX120612" fmla="*/ 338554 w 2119654"/>
              <a:gd name="connsiteY120612" fmla="*/ 850590 h 2398711"/>
              <a:gd name="connsiteX120613" fmla="*/ 338619 w 2119654"/>
              <a:gd name="connsiteY120613" fmla="*/ 850868 h 2398711"/>
              <a:gd name="connsiteX120614" fmla="*/ 339700 w 2119654"/>
              <a:gd name="connsiteY120614" fmla="*/ 852483 h 2398711"/>
              <a:gd name="connsiteX120615" fmla="*/ 336586 w 2119654"/>
              <a:gd name="connsiteY120615" fmla="*/ 845137 h 2398711"/>
              <a:gd name="connsiteX120616" fmla="*/ 383582 w 2119654"/>
              <a:gd name="connsiteY120616" fmla="*/ 735740 h 2398711"/>
              <a:gd name="connsiteX120617" fmla="*/ 383612 w 2119654"/>
              <a:gd name="connsiteY120617" fmla="*/ 735833 h 2398711"/>
              <a:gd name="connsiteX120618" fmla="*/ 383647 w 2119654"/>
              <a:gd name="connsiteY120618" fmla="*/ 735899 h 2398711"/>
              <a:gd name="connsiteX120619" fmla="*/ 265072 w 2119654"/>
              <a:gd name="connsiteY120619" fmla="*/ 1001036 h 2398711"/>
              <a:gd name="connsiteX120620" fmla="*/ 265391 w 2119654"/>
              <a:gd name="connsiteY120620" fmla="*/ 1003007 h 2398711"/>
              <a:gd name="connsiteX120621" fmla="*/ 265627 w 2119654"/>
              <a:gd name="connsiteY120621" fmla="*/ 1003275 h 2398711"/>
              <a:gd name="connsiteX120622" fmla="*/ 265389 w 2119654"/>
              <a:gd name="connsiteY120622" fmla="*/ 1001312 h 2398711"/>
              <a:gd name="connsiteX120623" fmla="*/ 352937 w 2119654"/>
              <a:gd name="connsiteY120623" fmla="*/ 804068 h 2398711"/>
              <a:gd name="connsiteX120624" fmla="*/ 350966 w 2119654"/>
              <a:gd name="connsiteY120624" fmla="*/ 812371 h 2398711"/>
              <a:gd name="connsiteX120625" fmla="*/ 351429 w 2119654"/>
              <a:gd name="connsiteY120625" fmla="*/ 815009 h 2398711"/>
              <a:gd name="connsiteX120626" fmla="*/ 356772 w 2119654"/>
              <a:gd name="connsiteY120626" fmla="*/ 825262 h 2398711"/>
              <a:gd name="connsiteX120627" fmla="*/ 357571 w 2119654"/>
              <a:gd name="connsiteY120627" fmla="*/ 826403 h 2398711"/>
              <a:gd name="connsiteX120628" fmla="*/ 359186 w 2119654"/>
              <a:gd name="connsiteY120628" fmla="*/ 827179 h 2398711"/>
              <a:gd name="connsiteX120629" fmla="*/ 359202 w 2119654"/>
              <a:gd name="connsiteY120629" fmla="*/ 815312 h 2398711"/>
              <a:gd name="connsiteX120630" fmla="*/ 359302 w 2119654"/>
              <a:gd name="connsiteY120630" fmla="*/ 812875 h 2398711"/>
              <a:gd name="connsiteX120631" fmla="*/ 359214 w 2119654"/>
              <a:gd name="connsiteY120631" fmla="*/ 812423 h 2398711"/>
              <a:gd name="connsiteX120632" fmla="*/ 294782 w 2119654"/>
              <a:gd name="connsiteY120632" fmla="*/ 934231 h 2398711"/>
              <a:gd name="connsiteX120633" fmla="*/ 295464 w 2119654"/>
              <a:gd name="connsiteY120633" fmla="*/ 935826 h 2398711"/>
              <a:gd name="connsiteX120634" fmla="*/ 295408 w 2119654"/>
              <a:gd name="connsiteY120634" fmla="*/ 935156 h 2398711"/>
              <a:gd name="connsiteX120635" fmla="*/ 294996 w 2119654"/>
              <a:gd name="connsiteY120635" fmla="*/ 934435 h 2398711"/>
              <a:gd name="connsiteX120636" fmla="*/ 404729 w 2119654"/>
              <a:gd name="connsiteY120636" fmla="*/ 687808 h 2398711"/>
              <a:gd name="connsiteX120637" fmla="*/ 404963 w 2119654"/>
              <a:gd name="connsiteY120637" fmla="*/ 693155 h 2398711"/>
              <a:gd name="connsiteX120638" fmla="*/ 405770 w 2119654"/>
              <a:gd name="connsiteY120638" fmla="*/ 693763 h 2398711"/>
              <a:gd name="connsiteX120639" fmla="*/ 405998 w 2119654"/>
              <a:gd name="connsiteY120639" fmla="*/ 688233 h 2398711"/>
              <a:gd name="connsiteX120640" fmla="*/ 505135 w 2119654"/>
              <a:gd name="connsiteY120640" fmla="*/ 462589 h 2398711"/>
              <a:gd name="connsiteX120641" fmla="*/ 505170 w 2119654"/>
              <a:gd name="connsiteY120641" fmla="*/ 463396 h 2398711"/>
              <a:gd name="connsiteX120642" fmla="*/ 516881 w 2119654"/>
              <a:gd name="connsiteY120642" fmla="*/ 471672 h 2398711"/>
              <a:gd name="connsiteX120643" fmla="*/ 521644 w 2119654"/>
              <a:gd name="connsiteY120643" fmla="*/ 475333 h 2398711"/>
              <a:gd name="connsiteX120644" fmla="*/ 521644 w 2119654"/>
              <a:gd name="connsiteY120644" fmla="*/ 474964 h 2398711"/>
              <a:gd name="connsiteX120645" fmla="*/ 506940 w 2119654"/>
              <a:gd name="connsiteY120645" fmla="*/ 463766 h 2398711"/>
              <a:gd name="connsiteX120646" fmla="*/ 334303 w 2119654"/>
              <a:gd name="connsiteY120646" fmla="*/ 845017 h 2398711"/>
              <a:gd name="connsiteX120647" fmla="*/ 338098 w 2119654"/>
              <a:gd name="connsiteY120647" fmla="*/ 863662 h 2398711"/>
              <a:gd name="connsiteX120648" fmla="*/ 339738 w 2119654"/>
              <a:gd name="connsiteY120648" fmla="*/ 856757 h 2398711"/>
              <a:gd name="connsiteX120649" fmla="*/ 338582 w 2119654"/>
              <a:gd name="connsiteY120649" fmla="*/ 851827 h 2398711"/>
              <a:gd name="connsiteX120650" fmla="*/ 334410 w 2119654"/>
              <a:gd name="connsiteY120650" fmla="*/ 845023 h 2398711"/>
              <a:gd name="connsiteX120651" fmla="*/ 404098 w 2119654"/>
              <a:gd name="connsiteY120651" fmla="*/ 688705 h 2398711"/>
              <a:gd name="connsiteX120652" fmla="*/ 403888 w 2119654"/>
              <a:gd name="connsiteY120652" fmla="*/ 692345 h 2398711"/>
              <a:gd name="connsiteX120653" fmla="*/ 404268 w 2119654"/>
              <a:gd name="connsiteY120653" fmla="*/ 692632 h 2398711"/>
              <a:gd name="connsiteX120654" fmla="*/ 430766 w 2119654"/>
              <a:gd name="connsiteY120654" fmla="*/ 628907 h 2398711"/>
              <a:gd name="connsiteX120655" fmla="*/ 435821 w 2119654"/>
              <a:gd name="connsiteY120655" fmla="*/ 636367 h 2398711"/>
              <a:gd name="connsiteX120656" fmla="*/ 436960 w 2119654"/>
              <a:gd name="connsiteY120656" fmla="*/ 636911 h 2398711"/>
              <a:gd name="connsiteX120657" fmla="*/ 437702 w 2119654"/>
              <a:gd name="connsiteY120657" fmla="*/ 632562 h 2398711"/>
              <a:gd name="connsiteX120658" fmla="*/ 342217 w 2119654"/>
              <a:gd name="connsiteY120658" fmla="*/ 827064 h 2398711"/>
              <a:gd name="connsiteX120659" fmla="*/ 342341 w 2119654"/>
              <a:gd name="connsiteY120659" fmla="*/ 827670 h 2398711"/>
              <a:gd name="connsiteX120660" fmla="*/ 344682 w 2119654"/>
              <a:gd name="connsiteY120660" fmla="*/ 831761 h 2398711"/>
              <a:gd name="connsiteX120661" fmla="*/ 343241 w 2119654"/>
              <a:gd name="connsiteY120661" fmla="*/ 828245 h 2398711"/>
              <a:gd name="connsiteX120662" fmla="*/ 343293 w 2119654"/>
              <a:gd name="connsiteY120662" fmla="*/ 828059 h 2398711"/>
              <a:gd name="connsiteX120663" fmla="*/ 344919 w 2119654"/>
              <a:gd name="connsiteY120663" fmla="*/ 832026 h 2398711"/>
              <a:gd name="connsiteX120664" fmla="*/ 344884 w 2119654"/>
              <a:gd name="connsiteY120664" fmla="*/ 830440 h 2398711"/>
              <a:gd name="connsiteX120665" fmla="*/ 343081 w 2119654"/>
              <a:gd name="connsiteY120665" fmla="*/ 827479 h 2398711"/>
              <a:gd name="connsiteX120666" fmla="*/ 489745 w 2119654"/>
              <a:gd name="connsiteY120666" fmla="*/ 496433 h 2398711"/>
              <a:gd name="connsiteX120667" fmla="*/ 491346 w 2119654"/>
              <a:gd name="connsiteY120667" fmla="*/ 501361 h 2398711"/>
              <a:gd name="connsiteX120668" fmla="*/ 491591 w 2119654"/>
              <a:gd name="connsiteY120668" fmla="*/ 501561 h 2398711"/>
              <a:gd name="connsiteX120669" fmla="*/ 490379 w 2119654"/>
              <a:gd name="connsiteY120669" fmla="*/ 496627 h 2398711"/>
              <a:gd name="connsiteX120670" fmla="*/ 266437 w 2119654"/>
              <a:gd name="connsiteY120670" fmla="*/ 996286 h 2398711"/>
              <a:gd name="connsiteX120671" fmla="*/ 266692 w 2119654"/>
              <a:gd name="connsiteY120671" fmla="*/ 998135 h 2398711"/>
              <a:gd name="connsiteX120672" fmla="*/ 270618 w 2119654"/>
              <a:gd name="connsiteY120672" fmla="*/ 1005513 h 2398711"/>
              <a:gd name="connsiteX120673" fmla="*/ 272381 w 2119654"/>
              <a:gd name="connsiteY120673" fmla="*/ 1007003 h 2398711"/>
              <a:gd name="connsiteX120674" fmla="*/ 313845 w 2119654"/>
              <a:gd name="connsiteY120674" fmla="*/ 890123 h 2398711"/>
              <a:gd name="connsiteX120675" fmla="*/ 313551 w 2119654"/>
              <a:gd name="connsiteY120675" fmla="*/ 899387 h 2398711"/>
              <a:gd name="connsiteX120676" fmla="*/ 318712 w 2119654"/>
              <a:gd name="connsiteY120676" fmla="*/ 900995 h 2398711"/>
              <a:gd name="connsiteX120677" fmla="*/ 318792 w 2119654"/>
              <a:gd name="connsiteY120677" fmla="*/ 900394 h 2398711"/>
              <a:gd name="connsiteX120678" fmla="*/ 317721 w 2119654"/>
              <a:gd name="connsiteY120678" fmla="*/ 896638 h 2398711"/>
              <a:gd name="connsiteX120679" fmla="*/ 443715 w 2119654"/>
              <a:gd name="connsiteY120679" fmla="*/ 598985 h 2398711"/>
              <a:gd name="connsiteX120680" fmla="*/ 443328 w 2119654"/>
              <a:gd name="connsiteY120680" fmla="*/ 601252 h 2398711"/>
              <a:gd name="connsiteX120681" fmla="*/ 445398 w 2119654"/>
              <a:gd name="connsiteY120681" fmla="*/ 605273 h 2398711"/>
              <a:gd name="connsiteX120682" fmla="*/ 451093 w 2119654"/>
              <a:gd name="connsiteY120682" fmla="*/ 606409 h 2398711"/>
              <a:gd name="connsiteX120683" fmla="*/ 449466 w 2119654"/>
              <a:gd name="connsiteY120683" fmla="*/ 600730 h 2398711"/>
              <a:gd name="connsiteX120684" fmla="*/ 374993 w 2119654"/>
              <a:gd name="connsiteY120684" fmla="*/ 752630 h 2398711"/>
              <a:gd name="connsiteX120685" fmla="*/ 376508 w 2119654"/>
              <a:gd name="connsiteY120685" fmla="*/ 758723 h 2398711"/>
              <a:gd name="connsiteX120686" fmla="*/ 382765 w 2119654"/>
              <a:gd name="connsiteY120686" fmla="*/ 760671 h 2398711"/>
              <a:gd name="connsiteX120687" fmla="*/ 379683 w 2119654"/>
              <a:gd name="connsiteY120687" fmla="*/ 754062 h 2398711"/>
              <a:gd name="connsiteX120688" fmla="*/ 395182 w 2119654"/>
              <a:gd name="connsiteY120688" fmla="*/ 707255 h 2398711"/>
              <a:gd name="connsiteX120689" fmla="*/ 394051 w 2119654"/>
              <a:gd name="connsiteY120689" fmla="*/ 713037 h 2398711"/>
              <a:gd name="connsiteX120690" fmla="*/ 396945 w 2119654"/>
              <a:gd name="connsiteY120690" fmla="*/ 713939 h 2398711"/>
              <a:gd name="connsiteX120691" fmla="*/ 470643 w 2119654"/>
              <a:gd name="connsiteY120691" fmla="*/ 538093 h 2398711"/>
              <a:gd name="connsiteX120692" fmla="*/ 470847 w 2119654"/>
              <a:gd name="connsiteY120692" fmla="*/ 542981 h 2398711"/>
              <a:gd name="connsiteX120693" fmla="*/ 472542 w 2119654"/>
              <a:gd name="connsiteY120693" fmla="*/ 544060 h 2398711"/>
              <a:gd name="connsiteX120694" fmla="*/ 472481 w 2119654"/>
              <a:gd name="connsiteY120694" fmla="*/ 539962 h 2398711"/>
              <a:gd name="connsiteX120695" fmla="*/ 472024 w 2119654"/>
              <a:gd name="connsiteY120695" fmla="*/ 538971 h 2398711"/>
              <a:gd name="connsiteX120696" fmla="*/ 306261 w 2119654"/>
              <a:gd name="connsiteY120696" fmla="*/ 906096 h 2398711"/>
              <a:gd name="connsiteX120697" fmla="*/ 307136 w 2119654"/>
              <a:gd name="connsiteY120697" fmla="*/ 910438 h 2398711"/>
              <a:gd name="connsiteX120698" fmla="*/ 307226 w 2119654"/>
              <a:gd name="connsiteY120698" fmla="*/ 910659 h 2398711"/>
              <a:gd name="connsiteX120699" fmla="*/ 311548 w 2119654"/>
              <a:gd name="connsiteY120699" fmla="*/ 917736 h 2398711"/>
              <a:gd name="connsiteX120700" fmla="*/ 311658 w 2119654"/>
              <a:gd name="connsiteY120700" fmla="*/ 917876 h 2398711"/>
              <a:gd name="connsiteX120701" fmla="*/ 311695 w 2119654"/>
              <a:gd name="connsiteY120701" fmla="*/ 916674 h 2398711"/>
              <a:gd name="connsiteX120702" fmla="*/ 311456 w 2119654"/>
              <a:gd name="connsiteY120702" fmla="*/ 915386 h 2398711"/>
              <a:gd name="connsiteX120703" fmla="*/ 418746 w 2119654"/>
              <a:gd name="connsiteY120703" fmla="*/ 654219 h 2398711"/>
              <a:gd name="connsiteX120704" fmla="*/ 419044 w 2119654"/>
              <a:gd name="connsiteY120704" fmla="*/ 654361 h 2398711"/>
              <a:gd name="connsiteX120705" fmla="*/ 419553 w 2119654"/>
              <a:gd name="connsiteY120705" fmla="*/ 654602 h 2398711"/>
              <a:gd name="connsiteX120706" fmla="*/ 419469 w 2119654"/>
              <a:gd name="connsiteY120706" fmla="*/ 654257 h 2398711"/>
              <a:gd name="connsiteX120707" fmla="*/ 243646 w 2119654"/>
              <a:gd name="connsiteY120707" fmla="*/ 1046108 h 2398711"/>
              <a:gd name="connsiteX120708" fmla="*/ 246899 w 2119654"/>
              <a:gd name="connsiteY120708" fmla="*/ 1057520 h 2398711"/>
              <a:gd name="connsiteX120709" fmla="*/ 249365 w 2119654"/>
              <a:gd name="connsiteY120709" fmla="*/ 1062784 h 2398711"/>
              <a:gd name="connsiteX120710" fmla="*/ 251581 w 2119654"/>
              <a:gd name="connsiteY120710" fmla="*/ 1064853 h 2398711"/>
              <a:gd name="connsiteX120711" fmla="*/ 487499 w 2119654"/>
              <a:gd name="connsiteY120711" fmla="*/ 499995 h 2398711"/>
              <a:gd name="connsiteX120712" fmla="*/ 487538 w 2119654"/>
              <a:gd name="connsiteY120712" fmla="*/ 516441 h 2398711"/>
              <a:gd name="connsiteX120713" fmla="*/ 493687 w 2119654"/>
              <a:gd name="connsiteY120713" fmla="*/ 521470 h 2398711"/>
              <a:gd name="connsiteX120714" fmla="*/ 494908 w 2119654"/>
              <a:gd name="connsiteY120714" fmla="*/ 521842 h 2398711"/>
              <a:gd name="connsiteX120715" fmla="*/ 487927 w 2119654"/>
              <a:gd name="connsiteY120715" fmla="*/ 500346 h 2398711"/>
              <a:gd name="connsiteX120716" fmla="*/ 354504 w 2119654"/>
              <a:gd name="connsiteY120716" fmla="*/ 797471 h 2398711"/>
              <a:gd name="connsiteX120717" fmla="*/ 353645 w 2119654"/>
              <a:gd name="connsiteY120717" fmla="*/ 801085 h 2398711"/>
              <a:gd name="connsiteX120718" fmla="*/ 358189 w 2119654"/>
              <a:gd name="connsiteY120718" fmla="*/ 807130 h 2398711"/>
              <a:gd name="connsiteX120719" fmla="*/ 356481 w 2119654"/>
              <a:gd name="connsiteY120719" fmla="*/ 798335 h 2398711"/>
              <a:gd name="connsiteX120720" fmla="*/ 369446 w 2119654"/>
              <a:gd name="connsiteY120720" fmla="*/ 763951 h 2398711"/>
              <a:gd name="connsiteX120721" fmla="*/ 370407 w 2119654"/>
              <a:gd name="connsiteY120721" fmla="*/ 766282 h 2398711"/>
              <a:gd name="connsiteX120722" fmla="*/ 372811 w 2119654"/>
              <a:gd name="connsiteY120722" fmla="*/ 767741 h 2398711"/>
              <a:gd name="connsiteX120723" fmla="*/ 372895 w 2119654"/>
              <a:gd name="connsiteY120723" fmla="*/ 765116 h 2398711"/>
              <a:gd name="connsiteX120724" fmla="*/ 370217 w 2119654"/>
              <a:gd name="connsiteY120724" fmla="*/ 764185 h 2398711"/>
              <a:gd name="connsiteX120725" fmla="*/ 490497 w 2119654"/>
              <a:gd name="connsiteY120725" fmla="*/ 492801 h 2398711"/>
              <a:gd name="connsiteX120726" fmla="*/ 491275 w 2119654"/>
              <a:gd name="connsiteY120726" fmla="*/ 495962 h 2398711"/>
              <a:gd name="connsiteX120727" fmla="*/ 497607 w 2119654"/>
              <a:gd name="connsiteY120727" fmla="*/ 497895 h 2398711"/>
              <a:gd name="connsiteX120728" fmla="*/ 345421 w 2119654"/>
              <a:gd name="connsiteY120728" fmla="*/ 817467 h 2398711"/>
              <a:gd name="connsiteX120729" fmla="*/ 345490 w 2119654"/>
              <a:gd name="connsiteY120729" fmla="*/ 820604 h 2398711"/>
              <a:gd name="connsiteX120730" fmla="*/ 346218 w 2119654"/>
              <a:gd name="connsiteY120730" fmla="*/ 820953 h 2398711"/>
              <a:gd name="connsiteX120731" fmla="*/ 346316 w 2119654"/>
              <a:gd name="connsiteY120731" fmla="*/ 819185 h 2398711"/>
              <a:gd name="connsiteX120732" fmla="*/ 436278 w 2119654"/>
              <a:gd name="connsiteY120732" fmla="*/ 613938 h 2398711"/>
              <a:gd name="connsiteX120733" fmla="*/ 436958 w 2119654"/>
              <a:gd name="connsiteY120733" fmla="*/ 619127 h 2398711"/>
              <a:gd name="connsiteX120734" fmla="*/ 439278 w 2119654"/>
              <a:gd name="connsiteY120734" fmla="*/ 620512 h 2398711"/>
              <a:gd name="connsiteX120735" fmla="*/ 439711 w 2119654"/>
              <a:gd name="connsiteY120735" fmla="*/ 620793 h 2398711"/>
              <a:gd name="connsiteX120736" fmla="*/ 440562 w 2119654"/>
              <a:gd name="connsiteY120736" fmla="*/ 615809 h 2398711"/>
              <a:gd name="connsiteX120737" fmla="*/ 243631 w 2119654"/>
              <a:gd name="connsiteY120737" fmla="*/ 1045245 h 2398711"/>
              <a:gd name="connsiteX120738" fmla="*/ 252161 w 2119654"/>
              <a:gd name="connsiteY120738" fmla="*/ 1065393 h 2398711"/>
              <a:gd name="connsiteX120739" fmla="*/ 256188 w 2119654"/>
              <a:gd name="connsiteY120739" fmla="*/ 1069151 h 2398711"/>
              <a:gd name="connsiteX120740" fmla="*/ 249747 w 2119654"/>
              <a:gd name="connsiteY120740" fmla="*/ 1050025 h 2398711"/>
              <a:gd name="connsiteX120741" fmla="*/ 319963 w 2119654"/>
              <a:gd name="connsiteY120741" fmla="*/ 874014 h 2398711"/>
              <a:gd name="connsiteX120742" fmla="*/ 320797 w 2119654"/>
              <a:gd name="connsiteY120742" fmla="*/ 876435 h 2398711"/>
              <a:gd name="connsiteX120743" fmla="*/ 320704 w 2119654"/>
              <a:gd name="connsiteY120743" fmla="*/ 874204 h 2398711"/>
              <a:gd name="connsiteX120744" fmla="*/ 295668 w 2119654"/>
              <a:gd name="connsiteY120744" fmla="*/ 928353 h 2398711"/>
              <a:gd name="connsiteX120745" fmla="*/ 296176 w 2119654"/>
              <a:gd name="connsiteY120745" fmla="*/ 934432 h 2398711"/>
              <a:gd name="connsiteX120746" fmla="*/ 298386 w 2119654"/>
              <a:gd name="connsiteY120746" fmla="*/ 936994 h 2398711"/>
              <a:gd name="connsiteX120747" fmla="*/ 298564 w 2119654"/>
              <a:gd name="connsiteY120747" fmla="*/ 937164 h 2398711"/>
              <a:gd name="connsiteX120748" fmla="*/ 395943 w 2119654"/>
              <a:gd name="connsiteY120748" fmla="*/ 703365 h 2398711"/>
              <a:gd name="connsiteX120749" fmla="*/ 395345 w 2119654"/>
              <a:gd name="connsiteY120749" fmla="*/ 706420 h 2398711"/>
              <a:gd name="connsiteX120750" fmla="*/ 397363 w 2119654"/>
              <a:gd name="connsiteY120750" fmla="*/ 714070 h 2398711"/>
              <a:gd name="connsiteX120751" fmla="*/ 401890 w 2119654"/>
              <a:gd name="connsiteY120751" fmla="*/ 715479 h 2398711"/>
              <a:gd name="connsiteX120752" fmla="*/ 401947 w 2119654"/>
              <a:gd name="connsiteY120752" fmla="*/ 714484 h 2398711"/>
              <a:gd name="connsiteX120753" fmla="*/ 401302 w 2119654"/>
              <a:gd name="connsiteY120753" fmla="*/ 713089 h 2398711"/>
              <a:gd name="connsiteX120754" fmla="*/ 397468 w 2119654"/>
              <a:gd name="connsiteY120754" fmla="*/ 703832 h 2398711"/>
              <a:gd name="connsiteX120755" fmla="*/ 417577 w 2119654"/>
              <a:gd name="connsiteY120755" fmla="*/ 654612 h 2398711"/>
              <a:gd name="connsiteX120756" fmla="*/ 418673 w 2119654"/>
              <a:gd name="connsiteY120756" fmla="*/ 661577 h 2398711"/>
              <a:gd name="connsiteX120757" fmla="*/ 421145 w 2119654"/>
              <a:gd name="connsiteY120757" fmla="*/ 672172 h 2398711"/>
              <a:gd name="connsiteX120758" fmla="*/ 423905 w 2119654"/>
              <a:gd name="connsiteY120758" fmla="*/ 672318 h 2398711"/>
              <a:gd name="connsiteX120759" fmla="*/ 419816 w 2119654"/>
              <a:gd name="connsiteY120759" fmla="*/ 655670 h 2398711"/>
              <a:gd name="connsiteX120760" fmla="*/ 407099 w 2119654"/>
              <a:gd name="connsiteY120760" fmla="*/ 677790 h 2398711"/>
              <a:gd name="connsiteX120761" fmla="*/ 406872 w 2119654"/>
              <a:gd name="connsiteY120761" fmla="*/ 683300 h 2398711"/>
              <a:gd name="connsiteX120762" fmla="*/ 408960 w 2119654"/>
              <a:gd name="connsiteY120762" fmla="*/ 684288 h 2398711"/>
              <a:gd name="connsiteX120763" fmla="*/ 409295 w 2119654"/>
              <a:gd name="connsiteY120763" fmla="*/ 679607 h 2398711"/>
              <a:gd name="connsiteX120764" fmla="*/ 355500 w 2119654"/>
              <a:gd name="connsiteY120764" fmla="*/ 793281 h 2398711"/>
              <a:gd name="connsiteX120765" fmla="*/ 354561 w 2119654"/>
              <a:gd name="connsiteY120765" fmla="*/ 797231 h 2398711"/>
              <a:gd name="connsiteX120766" fmla="*/ 356406 w 2119654"/>
              <a:gd name="connsiteY120766" fmla="*/ 797951 h 2398711"/>
              <a:gd name="connsiteX120767" fmla="*/ 404540 w 2119654"/>
              <a:gd name="connsiteY120767" fmla="*/ 683462 h 2398711"/>
              <a:gd name="connsiteX120768" fmla="*/ 404685 w 2119654"/>
              <a:gd name="connsiteY120768" fmla="*/ 686791 h 2398711"/>
              <a:gd name="connsiteX120769" fmla="*/ 406041 w 2119654"/>
              <a:gd name="connsiteY120769" fmla="*/ 687170 h 2398711"/>
              <a:gd name="connsiteX120770" fmla="*/ 406162 w 2119654"/>
              <a:gd name="connsiteY120770" fmla="*/ 684230 h 2398711"/>
              <a:gd name="connsiteX120771" fmla="*/ 439779 w 2119654"/>
              <a:gd name="connsiteY120771" fmla="*/ 604493 h 2398711"/>
              <a:gd name="connsiteX120772" fmla="*/ 441780 w 2119654"/>
              <a:gd name="connsiteY120772" fmla="*/ 608673 h 2398711"/>
              <a:gd name="connsiteX120773" fmla="*/ 442404 w 2119654"/>
              <a:gd name="connsiteY120773" fmla="*/ 605017 h 2398711"/>
              <a:gd name="connsiteX120774" fmla="*/ 396370 w 2119654"/>
              <a:gd name="connsiteY120774" fmla="*/ 701185 h 2398711"/>
              <a:gd name="connsiteX120775" fmla="*/ 396073 w 2119654"/>
              <a:gd name="connsiteY120775" fmla="*/ 702706 h 2398711"/>
              <a:gd name="connsiteX120776" fmla="*/ 397133 w 2119654"/>
              <a:gd name="connsiteY120776" fmla="*/ 703029 h 2398711"/>
              <a:gd name="connsiteX120777" fmla="*/ 260287 w 2119654"/>
              <a:gd name="connsiteY120777" fmla="*/ 1005793 h 2398711"/>
              <a:gd name="connsiteX120778" fmla="*/ 260751 w 2119654"/>
              <a:gd name="connsiteY120778" fmla="*/ 1009895 h 2398711"/>
              <a:gd name="connsiteX120779" fmla="*/ 265324 w 2119654"/>
              <a:gd name="connsiteY120779" fmla="*/ 1017223 h 2398711"/>
              <a:gd name="connsiteX120780" fmla="*/ 263027 w 2119654"/>
              <a:gd name="connsiteY120780" fmla="*/ 1010548 h 2398711"/>
              <a:gd name="connsiteX120781" fmla="*/ 262463 w 2119654"/>
              <a:gd name="connsiteY120781" fmla="*/ 1009889 h 2398711"/>
              <a:gd name="connsiteX120782" fmla="*/ 262479 w 2119654"/>
              <a:gd name="connsiteY120782" fmla="*/ 1009587 h 2398711"/>
              <a:gd name="connsiteX120783" fmla="*/ 262539 w 2119654"/>
              <a:gd name="connsiteY120783" fmla="*/ 1009658 h 2398711"/>
              <a:gd name="connsiteX120784" fmla="*/ 283115 w 2119654"/>
              <a:gd name="connsiteY120784" fmla="*/ 954637 h 2398711"/>
              <a:gd name="connsiteX120785" fmla="*/ 286577 w 2119654"/>
              <a:gd name="connsiteY120785" fmla="*/ 962133 h 2398711"/>
              <a:gd name="connsiteX120786" fmla="*/ 292268 w 2119654"/>
              <a:gd name="connsiteY120786" fmla="*/ 973267 h 2398711"/>
              <a:gd name="connsiteX120787" fmla="*/ 291464 w 2119654"/>
              <a:gd name="connsiteY120787" fmla="*/ 967554 h 2398711"/>
              <a:gd name="connsiteX120788" fmla="*/ 444816 w 2119654"/>
              <a:gd name="connsiteY120788" fmla="*/ 592533 h 2398711"/>
              <a:gd name="connsiteX120789" fmla="*/ 443765 w 2119654"/>
              <a:gd name="connsiteY120789" fmla="*/ 598689 h 2398711"/>
              <a:gd name="connsiteX120790" fmla="*/ 449368 w 2119654"/>
              <a:gd name="connsiteY120790" fmla="*/ 600388 h 2398711"/>
              <a:gd name="connsiteX120791" fmla="*/ 447657 w 2119654"/>
              <a:gd name="connsiteY120791" fmla="*/ 594416 h 2398711"/>
              <a:gd name="connsiteX120792" fmla="*/ 417414 w 2119654"/>
              <a:gd name="connsiteY120792" fmla="*/ 653567 h 2398711"/>
              <a:gd name="connsiteX120793" fmla="*/ 417416 w 2119654"/>
              <a:gd name="connsiteY120793" fmla="*/ 653582 h 2398711"/>
              <a:gd name="connsiteX120794" fmla="*/ 417436 w 2119654"/>
              <a:gd name="connsiteY120794" fmla="*/ 653592 h 2398711"/>
              <a:gd name="connsiteX120795" fmla="*/ 417697 w 2119654"/>
              <a:gd name="connsiteY120795" fmla="*/ 653606 h 2398711"/>
              <a:gd name="connsiteX120796" fmla="*/ 330349 w 2119654"/>
              <a:gd name="connsiteY120796" fmla="*/ 848340 h 2398711"/>
              <a:gd name="connsiteX120797" fmla="*/ 329645 w 2119654"/>
              <a:gd name="connsiteY120797" fmla="*/ 853642 h 2398711"/>
              <a:gd name="connsiteX120798" fmla="*/ 335158 w 2119654"/>
              <a:gd name="connsiteY120798" fmla="*/ 863479 h 2398711"/>
              <a:gd name="connsiteX120799" fmla="*/ 337326 w 2119654"/>
              <a:gd name="connsiteY120799" fmla="*/ 866916 h 2398711"/>
              <a:gd name="connsiteX120800" fmla="*/ 337425 w 2119654"/>
              <a:gd name="connsiteY120800" fmla="*/ 866497 h 2398711"/>
              <a:gd name="connsiteX120801" fmla="*/ 441872 w 2119654"/>
              <a:gd name="connsiteY120801" fmla="*/ 598426 h 2398711"/>
              <a:gd name="connsiteX120802" fmla="*/ 443117 w 2119654"/>
              <a:gd name="connsiteY120802" fmla="*/ 600843 h 2398711"/>
              <a:gd name="connsiteX120803" fmla="*/ 443449 w 2119654"/>
              <a:gd name="connsiteY120803" fmla="*/ 598903 h 2398711"/>
              <a:gd name="connsiteX120804" fmla="*/ 238641 w 2119654"/>
              <a:gd name="connsiteY120804" fmla="*/ 1053447 h 2398711"/>
              <a:gd name="connsiteX120805" fmla="*/ 241707 w 2119654"/>
              <a:gd name="connsiteY120805" fmla="*/ 1068660 h 2398711"/>
              <a:gd name="connsiteX120806" fmla="*/ 251498 w 2119654"/>
              <a:gd name="connsiteY120806" fmla="*/ 1075466 h 2398711"/>
              <a:gd name="connsiteX120807" fmla="*/ 249343 w 2119654"/>
              <a:gd name="connsiteY120807" fmla="*/ 1067905 h 2398711"/>
              <a:gd name="connsiteX120808" fmla="*/ 245779 w 2119654"/>
              <a:gd name="connsiteY120808" fmla="*/ 1060294 h 2398711"/>
              <a:gd name="connsiteX120809" fmla="*/ 469002 w 2119654"/>
              <a:gd name="connsiteY120809" fmla="*/ 537049 h 2398711"/>
              <a:gd name="connsiteX120810" fmla="*/ 469221 w 2119654"/>
              <a:gd name="connsiteY120810" fmla="*/ 542073 h 2398711"/>
              <a:gd name="connsiteX120811" fmla="*/ 469551 w 2119654"/>
              <a:gd name="connsiteY120811" fmla="*/ 542251 h 2398711"/>
              <a:gd name="connsiteX120812" fmla="*/ 469702 w 2119654"/>
              <a:gd name="connsiteY120812" fmla="*/ 537494 h 2398711"/>
              <a:gd name="connsiteX120813" fmla="*/ 264193 w 2119654"/>
              <a:gd name="connsiteY120813" fmla="*/ 995611 h 2398711"/>
              <a:gd name="connsiteX120814" fmla="*/ 265027 w 2119654"/>
              <a:gd name="connsiteY120814" fmla="*/ 1000766 h 2398711"/>
              <a:gd name="connsiteX120815" fmla="*/ 265359 w 2119654"/>
              <a:gd name="connsiteY120815" fmla="*/ 1001053 h 2398711"/>
              <a:gd name="connsiteX120816" fmla="*/ 264851 w 2119654"/>
              <a:gd name="connsiteY120816" fmla="*/ 996850 h 2398711"/>
              <a:gd name="connsiteX120817" fmla="*/ 426465 w 2119654"/>
              <a:gd name="connsiteY120817" fmla="*/ 632171 h 2398711"/>
              <a:gd name="connsiteX120818" fmla="*/ 428790 w 2119654"/>
              <a:gd name="connsiteY120818" fmla="*/ 642851 h 2398711"/>
              <a:gd name="connsiteX120819" fmla="*/ 431016 w 2119654"/>
              <a:gd name="connsiteY120819" fmla="*/ 644692 h 2398711"/>
              <a:gd name="connsiteX120820" fmla="*/ 435432 w 2119654"/>
              <a:gd name="connsiteY120820" fmla="*/ 646227 h 2398711"/>
              <a:gd name="connsiteX120821" fmla="*/ 435844 w 2119654"/>
              <a:gd name="connsiteY120821" fmla="*/ 643611 h 2398711"/>
              <a:gd name="connsiteX120822" fmla="*/ 428870 w 2119654"/>
              <a:gd name="connsiteY120822" fmla="*/ 633321 h 2398711"/>
              <a:gd name="connsiteX120823" fmla="*/ 233715 w 2119654"/>
              <a:gd name="connsiteY120823" fmla="*/ 1063714 h 2398711"/>
              <a:gd name="connsiteX120824" fmla="*/ 236570 w 2119654"/>
              <a:gd name="connsiteY120824" fmla="*/ 1066240 h 2398711"/>
              <a:gd name="connsiteX120825" fmla="*/ 236495 w 2119654"/>
              <a:gd name="connsiteY120825" fmla="*/ 1065647 h 2398711"/>
              <a:gd name="connsiteX120826" fmla="*/ 314046 w 2119654"/>
              <a:gd name="connsiteY120826" fmla="*/ 883748 h 2398711"/>
              <a:gd name="connsiteX120827" fmla="*/ 313869 w 2119654"/>
              <a:gd name="connsiteY120827" fmla="*/ 889372 h 2398711"/>
              <a:gd name="connsiteX120828" fmla="*/ 317288 w 2119654"/>
              <a:gd name="connsiteY120828" fmla="*/ 895119 h 2398711"/>
              <a:gd name="connsiteX120829" fmla="*/ 274278 w 2119654"/>
              <a:gd name="connsiteY120829" fmla="*/ 972745 h 2398711"/>
              <a:gd name="connsiteX120830" fmla="*/ 279452 w 2119654"/>
              <a:gd name="connsiteY120830" fmla="*/ 984413 h 2398711"/>
              <a:gd name="connsiteX120831" fmla="*/ 300182 w 2119654"/>
              <a:gd name="connsiteY120831" fmla="*/ 1029518 h 2398711"/>
              <a:gd name="connsiteX120832" fmla="*/ 298878 w 2119654"/>
              <a:gd name="connsiteY120832" fmla="*/ 1020253 h 2398711"/>
              <a:gd name="connsiteX120833" fmla="*/ 297890 w 2119654"/>
              <a:gd name="connsiteY120833" fmla="*/ 1018726 h 2398711"/>
              <a:gd name="connsiteX120834" fmla="*/ 297911 w 2119654"/>
              <a:gd name="connsiteY120834" fmla="*/ 1018491 h 2398711"/>
              <a:gd name="connsiteX120835" fmla="*/ 298830 w 2119654"/>
              <a:gd name="connsiteY120835" fmla="*/ 1019911 h 2398711"/>
              <a:gd name="connsiteX120836" fmla="*/ 296886 w 2119654"/>
              <a:gd name="connsiteY120836" fmla="*/ 1006091 h 2398711"/>
              <a:gd name="connsiteX120837" fmla="*/ 279710 w 2119654"/>
              <a:gd name="connsiteY120837" fmla="*/ 976991 h 2398711"/>
              <a:gd name="connsiteX120838" fmla="*/ 504861 w 2119654"/>
              <a:gd name="connsiteY120838" fmla="*/ 456310 h 2398711"/>
              <a:gd name="connsiteX120839" fmla="*/ 505067 w 2119654"/>
              <a:gd name="connsiteY120839" fmla="*/ 461031 h 2398711"/>
              <a:gd name="connsiteX120840" fmla="*/ 521648 w 2119654"/>
              <a:gd name="connsiteY120840" fmla="*/ 471841 h 2398711"/>
              <a:gd name="connsiteX120841" fmla="*/ 521653 w 2119654"/>
              <a:gd name="connsiteY120841" fmla="*/ 468526 h 2398711"/>
              <a:gd name="connsiteX120842" fmla="*/ 521843 w 2119654"/>
              <a:gd name="connsiteY120842" fmla="*/ 463892 h 2398711"/>
              <a:gd name="connsiteX120843" fmla="*/ 410493 w 2119654"/>
              <a:gd name="connsiteY120843" fmla="*/ 666928 h 2398711"/>
              <a:gd name="connsiteX120844" fmla="*/ 410333 w 2119654"/>
              <a:gd name="connsiteY120844" fmla="*/ 669150 h 2398711"/>
              <a:gd name="connsiteX120845" fmla="*/ 411070 w 2119654"/>
              <a:gd name="connsiteY120845" fmla="*/ 669760 h 2398711"/>
              <a:gd name="connsiteX120846" fmla="*/ 318123 w 2119654"/>
              <a:gd name="connsiteY120846" fmla="*/ 873544 h 2398711"/>
              <a:gd name="connsiteX120847" fmla="*/ 320991 w 2119654"/>
              <a:gd name="connsiteY120847" fmla="*/ 881107 h 2398711"/>
              <a:gd name="connsiteX120848" fmla="*/ 320842 w 2119654"/>
              <a:gd name="connsiteY120848" fmla="*/ 877520 h 2398711"/>
              <a:gd name="connsiteX120849" fmla="*/ 319604 w 2119654"/>
              <a:gd name="connsiteY120849" fmla="*/ 873922 h 2398711"/>
              <a:gd name="connsiteX120850" fmla="*/ 179799 w 2119654"/>
              <a:gd name="connsiteY120850" fmla="*/ 1183215 h 2398711"/>
              <a:gd name="connsiteX120851" fmla="*/ 183113 w 2119654"/>
              <a:gd name="connsiteY120851" fmla="*/ 1190348 h 2398711"/>
              <a:gd name="connsiteX120852" fmla="*/ 201019 w 2119654"/>
              <a:gd name="connsiteY120852" fmla="*/ 1225168 h 2398711"/>
              <a:gd name="connsiteX120853" fmla="*/ 207190 w 2119654"/>
              <a:gd name="connsiteY120853" fmla="*/ 1230738 h 2398711"/>
              <a:gd name="connsiteX120854" fmla="*/ 193707 w 2119654"/>
              <a:gd name="connsiteY120854" fmla="*/ 1201726 h 2398711"/>
              <a:gd name="connsiteX120855" fmla="*/ 330815 w 2119654"/>
              <a:gd name="connsiteY120855" fmla="*/ 844832 h 2398711"/>
              <a:gd name="connsiteX120856" fmla="*/ 330481 w 2119654"/>
              <a:gd name="connsiteY120856" fmla="*/ 847351 h 2398711"/>
              <a:gd name="connsiteX120857" fmla="*/ 334439 w 2119654"/>
              <a:gd name="connsiteY120857" fmla="*/ 857508 h 2398711"/>
              <a:gd name="connsiteX120858" fmla="*/ 337755 w 2119654"/>
              <a:gd name="connsiteY120858" fmla="*/ 865107 h 2398711"/>
              <a:gd name="connsiteX120859" fmla="*/ 337895 w 2119654"/>
              <a:gd name="connsiteY120859" fmla="*/ 864521 h 2398711"/>
              <a:gd name="connsiteX120860" fmla="*/ 333920 w 2119654"/>
              <a:gd name="connsiteY120860" fmla="*/ 844997 h 2398711"/>
              <a:gd name="connsiteX120861" fmla="*/ 445675 w 2119654"/>
              <a:gd name="connsiteY120861" fmla="*/ 587502 h 2398711"/>
              <a:gd name="connsiteX120862" fmla="*/ 445018 w 2119654"/>
              <a:gd name="connsiteY120862" fmla="*/ 591352 h 2398711"/>
              <a:gd name="connsiteX120863" fmla="*/ 447149 w 2119654"/>
              <a:gd name="connsiteY120863" fmla="*/ 592644 h 2398711"/>
              <a:gd name="connsiteX120864" fmla="*/ 334241 w 2119654"/>
              <a:gd name="connsiteY120864" fmla="*/ 836735 h 2398711"/>
              <a:gd name="connsiteX120865" fmla="*/ 337388 w 2119654"/>
              <a:gd name="connsiteY120865" fmla="*/ 844624 h 2398711"/>
              <a:gd name="connsiteX120866" fmla="*/ 342555 w 2119654"/>
              <a:gd name="connsiteY120866" fmla="*/ 844898 h 2398711"/>
              <a:gd name="connsiteX120867" fmla="*/ 343465 w 2119654"/>
              <a:gd name="connsiteY120867" fmla="*/ 841066 h 2398711"/>
              <a:gd name="connsiteX120868" fmla="*/ 334979 w 2119654"/>
              <a:gd name="connsiteY120868" fmla="*/ 837048 h 2398711"/>
              <a:gd name="connsiteX120869" fmla="*/ 357650 w 2119654"/>
              <a:gd name="connsiteY120869" fmla="*/ 784227 h 2398711"/>
              <a:gd name="connsiteX120870" fmla="*/ 355680 w 2119654"/>
              <a:gd name="connsiteY120870" fmla="*/ 792518 h 2398711"/>
              <a:gd name="connsiteX120871" fmla="*/ 356762 w 2119654"/>
              <a:gd name="connsiteY120871" fmla="*/ 798090 h 2398711"/>
              <a:gd name="connsiteX120872" fmla="*/ 359864 w 2119654"/>
              <a:gd name="connsiteY120872" fmla="*/ 799300 h 2398711"/>
              <a:gd name="connsiteX120873" fmla="*/ 360208 w 2119654"/>
              <a:gd name="connsiteY120873" fmla="*/ 790972 h 2398711"/>
              <a:gd name="connsiteX120874" fmla="*/ 368066 w 2119654"/>
              <a:gd name="connsiteY120874" fmla="*/ 760604 h 2398711"/>
              <a:gd name="connsiteX120875" fmla="*/ 369299 w 2119654"/>
              <a:gd name="connsiteY120875" fmla="*/ 763596 h 2398711"/>
              <a:gd name="connsiteX120876" fmla="*/ 372908 w 2119654"/>
              <a:gd name="connsiteY120876" fmla="*/ 764690 h 2398711"/>
              <a:gd name="connsiteX120877" fmla="*/ 372978 w 2119654"/>
              <a:gd name="connsiteY120877" fmla="*/ 762498 h 2398711"/>
              <a:gd name="connsiteX120878" fmla="*/ 370554 w 2119654"/>
              <a:gd name="connsiteY120878" fmla="*/ 761335 h 2398711"/>
              <a:gd name="connsiteX120879" fmla="*/ 379804 w 2119654"/>
              <a:gd name="connsiteY120879" fmla="*/ 733925 h 2398711"/>
              <a:gd name="connsiteX120880" fmla="*/ 380079 w 2119654"/>
              <a:gd name="connsiteY120880" fmla="*/ 735332 h 2398711"/>
              <a:gd name="connsiteX120881" fmla="*/ 379894 w 2119654"/>
              <a:gd name="connsiteY120881" fmla="*/ 734199 h 2398711"/>
              <a:gd name="connsiteX120882" fmla="*/ 314137 w 2119654"/>
              <a:gd name="connsiteY120882" fmla="*/ 880888 h 2398711"/>
              <a:gd name="connsiteX120883" fmla="*/ 314098 w 2119654"/>
              <a:gd name="connsiteY120883" fmla="*/ 882118 h 2398711"/>
              <a:gd name="connsiteX120884" fmla="*/ 318279 w 2119654"/>
              <a:gd name="connsiteY120884" fmla="*/ 896784 h 2398711"/>
              <a:gd name="connsiteX120885" fmla="*/ 319090 w 2119654"/>
              <a:gd name="connsiteY120885" fmla="*/ 898149 h 2398711"/>
              <a:gd name="connsiteX120886" fmla="*/ 319782 w 2119654"/>
              <a:gd name="connsiteY120886" fmla="*/ 892942 h 2398711"/>
              <a:gd name="connsiteX120887" fmla="*/ 397937 w 2119654"/>
              <a:gd name="connsiteY120887" fmla="*/ 693175 h 2398711"/>
              <a:gd name="connsiteX120888" fmla="*/ 396537 w 2119654"/>
              <a:gd name="connsiteY120888" fmla="*/ 700324 h 2398711"/>
              <a:gd name="connsiteX120889" fmla="*/ 397895 w 2119654"/>
              <a:gd name="connsiteY120889" fmla="*/ 703261 h 2398711"/>
              <a:gd name="connsiteX120890" fmla="*/ 400621 w 2119654"/>
              <a:gd name="connsiteY120890" fmla="*/ 704093 h 2398711"/>
              <a:gd name="connsiteX120891" fmla="*/ 398788 w 2119654"/>
              <a:gd name="connsiteY120891" fmla="*/ 696781 h 2398711"/>
              <a:gd name="connsiteX120892" fmla="*/ 265520 w 2119654"/>
              <a:gd name="connsiteY120892" fmla="*/ 989645 h 2398711"/>
              <a:gd name="connsiteX120893" fmla="*/ 266352 w 2119654"/>
              <a:gd name="connsiteY120893" fmla="*/ 995673 h 2398711"/>
              <a:gd name="connsiteX120894" fmla="*/ 272745 w 2119654"/>
              <a:gd name="connsiteY120894" fmla="*/ 1007199 h 2398711"/>
              <a:gd name="connsiteX120895" fmla="*/ 272869 w 2119654"/>
              <a:gd name="connsiteY120895" fmla="*/ 1007416 h 2398711"/>
              <a:gd name="connsiteX120896" fmla="*/ 282419 w 2119654"/>
              <a:gd name="connsiteY120896" fmla="*/ 1015487 h 2398711"/>
              <a:gd name="connsiteX120897" fmla="*/ 366040 w 2119654"/>
              <a:gd name="connsiteY120897" fmla="*/ 764416 h 2398711"/>
              <a:gd name="connsiteX120898" fmla="*/ 366153 w 2119654"/>
              <a:gd name="connsiteY120898" fmla="*/ 764680 h 2398711"/>
              <a:gd name="connsiteX120899" fmla="*/ 373079 w 2119654"/>
              <a:gd name="connsiteY120899" fmla="*/ 778129 h 2398711"/>
              <a:gd name="connsiteX120900" fmla="*/ 373027 w 2119654"/>
              <a:gd name="connsiteY120900" fmla="*/ 776910 h 2398711"/>
              <a:gd name="connsiteX120901" fmla="*/ 368495 w 2119654"/>
              <a:gd name="connsiteY120901" fmla="*/ 765906 h 2398711"/>
              <a:gd name="connsiteX120902" fmla="*/ 219510 w 2119654"/>
              <a:gd name="connsiteY120902" fmla="*/ 1092388 h 2398711"/>
              <a:gd name="connsiteX120903" fmla="*/ 224189 w 2119654"/>
              <a:gd name="connsiteY120903" fmla="*/ 1111448 h 2398711"/>
              <a:gd name="connsiteX120904" fmla="*/ 224556 w 2119654"/>
              <a:gd name="connsiteY120904" fmla="*/ 1112116 h 2398711"/>
              <a:gd name="connsiteX120905" fmla="*/ 234682 w 2119654"/>
              <a:gd name="connsiteY120905" fmla="*/ 1127780 h 2398711"/>
              <a:gd name="connsiteX120906" fmla="*/ 244246 w 2119654"/>
              <a:gd name="connsiteY120906" fmla="*/ 1136959 h 2398711"/>
              <a:gd name="connsiteX120907" fmla="*/ 249763 w 2119654"/>
              <a:gd name="connsiteY120907" fmla="*/ 1141841 h 2398711"/>
              <a:gd name="connsiteX120908" fmla="*/ 248748 w 2119654"/>
              <a:gd name="connsiteY120908" fmla="*/ 1136805 h 2398711"/>
              <a:gd name="connsiteX120909" fmla="*/ 236414 w 2119654"/>
              <a:gd name="connsiteY120909" fmla="*/ 1118384 h 2398711"/>
              <a:gd name="connsiteX120910" fmla="*/ 465224 w 2119654"/>
              <a:gd name="connsiteY120910" fmla="*/ 541999 h 2398711"/>
              <a:gd name="connsiteX120911" fmla="*/ 468895 w 2119654"/>
              <a:gd name="connsiteY120911" fmla="*/ 549946 h 2398711"/>
              <a:gd name="connsiteX120912" fmla="*/ 468644 w 2119654"/>
              <a:gd name="connsiteY120912" fmla="*/ 544175 h 2398711"/>
              <a:gd name="connsiteX120913" fmla="*/ 487978 w 2119654"/>
              <a:gd name="connsiteY120913" fmla="*/ 490995 h 2398711"/>
              <a:gd name="connsiteX120914" fmla="*/ 489406 w 2119654"/>
              <a:gd name="connsiteY120914" fmla="*/ 495392 h 2398711"/>
              <a:gd name="connsiteX120915" fmla="*/ 490129 w 2119654"/>
              <a:gd name="connsiteY120915" fmla="*/ 495613 h 2398711"/>
              <a:gd name="connsiteX120916" fmla="*/ 489213 w 2119654"/>
              <a:gd name="connsiteY120916" fmla="*/ 491879 h 2398711"/>
              <a:gd name="connsiteX120917" fmla="*/ 405137 w 2119654"/>
              <a:gd name="connsiteY120917" fmla="*/ 676168 h 2398711"/>
              <a:gd name="connsiteX120918" fmla="*/ 406291 w 2119654"/>
              <a:gd name="connsiteY120918" fmla="*/ 681101 h 2398711"/>
              <a:gd name="connsiteX120919" fmla="*/ 406450 w 2119654"/>
              <a:gd name="connsiteY120919" fmla="*/ 677254 h 2398711"/>
              <a:gd name="connsiteX120920" fmla="*/ 333502 w 2119654"/>
              <a:gd name="connsiteY120920" fmla="*/ 836420 h 2398711"/>
              <a:gd name="connsiteX120921" fmla="*/ 336969 w 2119654"/>
              <a:gd name="connsiteY120921" fmla="*/ 844601 h 2398711"/>
              <a:gd name="connsiteX120922" fmla="*/ 337056 w 2119654"/>
              <a:gd name="connsiteY120922" fmla="*/ 844606 h 2398711"/>
              <a:gd name="connsiteX120923" fmla="*/ 333957 w 2119654"/>
              <a:gd name="connsiteY120923" fmla="*/ 836830 h 2398711"/>
              <a:gd name="connsiteX120924" fmla="*/ 334014 w 2119654"/>
              <a:gd name="connsiteY120924" fmla="*/ 836638 h 2398711"/>
              <a:gd name="connsiteX120925" fmla="*/ 374878 w 2119654"/>
              <a:gd name="connsiteY120925" fmla="*/ 743764 h 2398711"/>
              <a:gd name="connsiteX120926" fmla="*/ 374689 w 2119654"/>
              <a:gd name="connsiteY120926" fmla="*/ 749743 h 2398711"/>
              <a:gd name="connsiteX120927" fmla="*/ 374772 w 2119654"/>
              <a:gd name="connsiteY120927" fmla="*/ 751741 h 2398711"/>
              <a:gd name="connsiteX120928" fmla="*/ 374918 w 2119654"/>
              <a:gd name="connsiteY120928" fmla="*/ 752328 h 2398711"/>
              <a:gd name="connsiteX120929" fmla="*/ 379493 w 2119654"/>
              <a:gd name="connsiteY120929" fmla="*/ 753658 h 2398711"/>
              <a:gd name="connsiteX120930" fmla="*/ 381376 w 2119654"/>
              <a:gd name="connsiteY120930" fmla="*/ 729060 h 2398711"/>
              <a:gd name="connsiteX120931" fmla="*/ 382327 w 2119654"/>
              <a:gd name="connsiteY120931" fmla="*/ 731942 h 2398711"/>
              <a:gd name="connsiteX120932" fmla="*/ 385069 w 2119654"/>
              <a:gd name="connsiteY120932" fmla="*/ 738629 h 2398711"/>
              <a:gd name="connsiteX120933" fmla="*/ 386652 w 2119654"/>
              <a:gd name="connsiteY120933" fmla="*/ 741665 h 2398711"/>
              <a:gd name="connsiteX120934" fmla="*/ 387344 w 2119654"/>
              <a:gd name="connsiteY120934" fmla="*/ 738125 h 2398711"/>
              <a:gd name="connsiteX120935" fmla="*/ 524686 w 2119654"/>
              <a:gd name="connsiteY120935" fmla="*/ 407718 h 2398711"/>
              <a:gd name="connsiteX120936" fmla="*/ 523562 w 2119654"/>
              <a:gd name="connsiteY120936" fmla="*/ 434942 h 2398711"/>
              <a:gd name="connsiteX120937" fmla="*/ 526841 w 2119654"/>
              <a:gd name="connsiteY120937" fmla="*/ 437463 h 2398711"/>
              <a:gd name="connsiteX120938" fmla="*/ 526868 w 2119654"/>
              <a:gd name="connsiteY120938" fmla="*/ 436798 h 2398711"/>
              <a:gd name="connsiteX120939" fmla="*/ 527880 w 2119654"/>
              <a:gd name="connsiteY120939" fmla="*/ 418320 h 2398711"/>
              <a:gd name="connsiteX120940" fmla="*/ 404831 w 2119654"/>
              <a:gd name="connsiteY120940" fmla="*/ 675970 h 2398711"/>
              <a:gd name="connsiteX120941" fmla="*/ 404480 w 2119654"/>
              <a:gd name="connsiteY120941" fmla="*/ 682067 h 2398711"/>
              <a:gd name="connsiteX120942" fmla="*/ 404484 w 2119654"/>
              <a:gd name="connsiteY120942" fmla="*/ 682170 h 2398711"/>
              <a:gd name="connsiteX120943" fmla="*/ 406214 w 2119654"/>
              <a:gd name="connsiteY120943" fmla="*/ 682988 h 2398711"/>
              <a:gd name="connsiteX120944" fmla="*/ 406252 w 2119654"/>
              <a:gd name="connsiteY120944" fmla="*/ 682046 h 2398711"/>
              <a:gd name="connsiteX120945" fmla="*/ 331434 w 2119654"/>
              <a:gd name="connsiteY120945" fmla="*/ 840171 h 2398711"/>
              <a:gd name="connsiteX120946" fmla="*/ 330888 w 2119654"/>
              <a:gd name="connsiteY120946" fmla="*/ 844278 h 2398711"/>
              <a:gd name="connsiteX120947" fmla="*/ 333806 w 2119654"/>
              <a:gd name="connsiteY120947" fmla="*/ 844433 h 2398711"/>
              <a:gd name="connsiteX120948" fmla="*/ 333685 w 2119654"/>
              <a:gd name="connsiteY120948" fmla="*/ 843843 h 2398711"/>
              <a:gd name="connsiteX120949" fmla="*/ 347451 w 2119654"/>
              <a:gd name="connsiteY120949" fmla="*/ 803934 h 2398711"/>
              <a:gd name="connsiteX120950" fmla="*/ 347281 w 2119654"/>
              <a:gd name="connsiteY120950" fmla="*/ 807050 h 2398711"/>
              <a:gd name="connsiteX120951" fmla="*/ 348086 w 2119654"/>
              <a:gd name="connsiteY120951" fmla="*/ 808593 h 2398711"/>
              <a:gd name="connsiteX120952" fmla="*/ 347738 w 2119654"/>
              <a:gd name="connsiteY120952" fmla="*/ 806387 h 2398711"/>
              <a:gd name="connsiteX120953" fmla="*/ 398760 w 2119654"/>
              <a:gd name="connsiteY120953" fmla="*/ 688972 h 2398711"/>
              <a:gd name="connsiteX120954" fmla="*/ 398292 w 2119654"/>
              <a:gd name="connsiteY120954" fmla="*/ 691362 h 2398711"/>
              <a:gd name="connsiteX120955" fmla="*/ 401554 w 2119654"/>
              <a:gd name="connsiteY120955" fmla="*/ 704378 h 2398711"/>
              <a:gd name="connsiteX120956" fmla="*/ 402512 w 2119654"/>
              <a:gd name="connsiteY120956" fmla="*/ 704671 h 2398711"/>
              <a:gd name="connsiteX120957" fmla="*/ 403222 w 2119654"/>
              <a:gd name="connsiteY120957" fmla="*/ 692331 h 2398711"/>
              <a:gd name="connsiteX120958" fmla="*/ 468780 w 2119654"/>
              <a:gd name="connsiteY120958" fmla="*/ 531949 h 2398711"/>
              <a:gd name="connsiteX120959" fmla="*/ 468846 w 2119654"/>
              <a:gd name="connsiteY120959" fmla="*/ 533467 h 2398711"/>
              <a:gd name="connsiteX120960" fmla="*/ 469745 w 2119654"/>
              <a:gd name="connsiteY120960" fmla="*/ 534039 h 2398711"/>
              <a:gd name="connsiteX120961" fmla="*/ 409869 w 2119654"/>
              <a:gd name="connsiteY120961" fmla="*/ 663861 h 2398711"/>
              <a:gd name="connsiteX120962" fmla="*/ 410168 w 2119654"/>
              <a:gd name="connsiteY120962" fmla="*/ 667436 h 2398711"/>
              <a:gd name="connsiteX120963" fmla="*/ 410279 w 2119654"/>
              <a:gd name="connsiteY120963" fmla="*/ 665876 h 2398711"/>
              <a:gd name="connsiteX120964" fmla="*/ 189982 w 2119654"/>
              <a:gd name="connsiteY120964" fmla="*/ 1156221 h 2398711"/>
              <a:gd name="connsiteX120965" fmla="*/ 193628 w 2119654"/>
              <a:gd name="connsiteY120965" fmla="*/ 1167297 h 2398711"/>
              <a:gd name="connsiteX120966" fmla="*/ 206990 w 2119654"/>
              <a:gd name="connsiteY120966" fmla="*/ 1182035 h 2398711"/>
              <a:gd name="connsiteX120967" fmla="*/ 209873 w 2119654"/>
              <a:gd name="connsiteY120967" fmla="*/ 1183969 h 2398711"/>
              <a:gd name="connsiteX120968" fmla="*/ 230754 w 2119654"/>
              <a:gd name="connsiteY120968" fmla="*/ 1197507 h 2398711"/>
              <a:gd name="connsiteX120969" fmla="*/ 226697 w 2119654"/>
              <a:gd name="connsiteY120969" fmla="*/ 1191154 h 2398711"/>
              <a:gd name="connsiteX120970" fmla="*/ 222816 w 2119654"/>
              <a:gd name="connsiteY120970" fmla="*/ 1186160 h 2398711"/>
              <a:gd name="connsiteX120971" fmla="*/ 425646 w 2119654"/>
              <a:gd name="connsiteY120971" fmla="*/ 628403 h 2398711"/>
              <a:gd name="connsiteX120972" fmla="*/ 426399 w 2119654"/>
              <a:gd name="connsiteY120972" fmla="*/ 631862 h 2398711"/>
              <a:gd name="connsiteX120973" fmla="*/ 428593 w 2119654"/>
              <a:gd name="connsiteY120973" fmla="*/ 632911 h 2398711"/>
              <a:gd name="connsiteX120974" fmla="*/ 425989 w 2119654"/>
              <a:gd name="connsiteY120974" fmla="*/ 629070 h 2398711"/>
              <a:gd name="connsiteX120975" fmla="*/ 320118 w 2119654"/>
              <a:gd name="connsiteY120975" fmla="*/ 864232 h 2398711"/>
              <a:gd name="connsiteX120976" fmla="*/ 320374 w 2119654"/>
              <a:gd name="connsiteY120976" fmla="*/ 866242 h 2398711"/>
              <a:gd name="connsiteX120977" fmla="*/ 320296 w 2119654"/>
              <a:gd name="connsiteY120977" fmla="*/ 864371 h 2398711"/>
              <a:gd name="connsiteX120978" fmla="*/ 263420 w 2119654"/>
              <a:gd name="connsiteY120978" fmla="*/ 990847 h 2398711"/>
              <a:gd name="connsiteX120979" fmla="*/ 263685 w 2119654"/>
              <a:gd name="connsiteY120979" fmla="*/ 992485 h 2398711"/>
              <a:gd name="connsiteX120980" fmla="*/ 264511 w 2119654"/>
              <a:gd name="connsiteY120980" fmla="*/ 994035 h 2398711"/>
              <a:gd name="connsiteX120981" fmla="*/ 264322 w 2119654"/>
              <a:gd name="connsiteY120981" fmla="*/ 992473 h 2398711"/>
              <a:gd name="connsiteX120982" fmla="*/ 365309 w 2119654"/>
              <a:gd name="connsiteY120982" fmla="*/ 762696 h 2398711"/>
              <a:gd name="connsiteX120983" fmla="*/ 365591 w 2119654"/>
              <a:gd name="connsiteY120983" fmla="*/ 763360 h 2398711"/>
              <a:gd name="connsiteX120984" fmla="*/ 368063 w 2119654"/>
              <a:gd name="connsiteY120984" fmla="*/ 764860 h 2398711"/>
              <a:gd name="connsiteX120985" fmla="*/ 367438 w 2119654"/>
              <a:gd name="connsiteY120985" fmla="*/ 763342 h 2398711"/>
              <a:gd name="connsiteX120986" fmla="*/ 241697 w 2119654"/>
              <a:gd name="connsiteY120986" fmla="*/ 1039269 h 2398711"/>
              <a:gd name="connsiteX120987" fmla="*/ 242922 w 2119654"/>
              <a:gd name="connsiteY120987" fmla="*/ 1043572 h 2398711"/>
              <a:gd name="connsiteX120988" fmla="*/ 243385 w 2119654"/>
              <a:gd name="connsiteY120988" fmla="*/ 1044665 h 2398711"/>
              <a:gd name="connsiteX120989" fmla="*/ 249569 w 2119654"/>
              <a:gd name="connsiteY120989" fmla="*/ 1049499 h 2398711"/>
              <a:gd name="connsiteX120990" fmla="*/ 248139 w 2119654"/>
              <a:gd name="connsiteY120990" fmla="*/ 1045251 h 2398711"/>
              <a:gd name="connsiteX120991" fmla="*/ 404188 w 2119654"/>
              <a:gd name="connsiteY120991" fmla="*/ 675384 h 2398711"/>
              <a:gd name="connsiteX120992" fmla="*/ 404193 w 2119654"/>
              <a:gd name="connsiteY120992" fmla="*/ 675474 h 2398711"/>
              <a:gd name="connsiteX120993" fmla="*/ 404197 w 2119654"/>
              <a:gd name="connsiteY120993" fmla="*/ 675392 h 2398711"/>
              <a:gd name="connsiteX120994" fmla="*/ 399271 w 2119654"/>
              <a:gd name="connsiteY120994" fmla="*/ 686353 h 2398711"/>
              <a:gd name="connsiteX120995" fmla="*/ 398844 w 2119654"/>
              <a:gd name="connsiteY120995" fmla="*/ 688545 h 2398711"/>
              <a:gd name="connsiteX120996" fmla="*/ 403249 w 2119654"/>
              <a:gd name="connsiteY120996" fmla="*/ 691864 h 2398711"/>
              <a:gd name="connsiteX120997" fmla="*/ 403504 w 2119654"/>
              <a:gd name="connsiteY120997" fmla="*/ 687435 h 2398711"/>
              <a:gd name="connsiteX120998" fmla="*/ 304664 w 2119654"/>
              <a:gd name="connsiteY120998" fmla="*/ 898175 h 2398711"/>
              <a:gd name="connsiteX120999" fmla="*/ 306171 w 2119654"/>
              <a:gd name="connsiteY120999" fmla="*/ 905648 h 2398711"/>
              <a:gd name="connsiteX121000" fmla="*/ 307984 w 2119654"/>
              <a:gd name="connsiteY121000" fmla="*/ 908893 h 2398711"/>
              <a:gd name="connsiteX121001" fmla="*/ 311324 w 2119654"/>
              <a:gd name="connsiteY121001" fmla="*/ 914681 h 2398711"/>
              <a:gd name="connsiteX121002" fmla="*/ 309933 w 2119654"/>
              <a:gd name="connsiteY121002" fmla="*/ 907199 h 2398711"/>
              <a:gd name="connsiteX121003" fmla="*/ 218829 w 2119654"/>
              <a:gd name="connsiteY121003" fmla="*/ 1089613 h 2398711"/>
              <a:gd name="connsiteX121004" fmla="*/ 219393 w 2119654"/>
              <a:gd name="connsiteY121004" fmla="*/ 1091912 h 2398711"/>
              <a:gd name="connsiteX121005" fmla="*/ 228532 w 2119654"/>
              <a:gd name="connsiteY121005" fmla="*/ 1105966 h 2398711"/>
              <a:gd name="connsiteX121006" fmla="*/ 248562 w 2119654"/>
              <a:gd name="connsiteY121006" fmla="*/ 1135881 h 2398711"/>
              <a:gd name="connsiteX121007" fmla="*/ 245072 w 2119654"/>
              <a:gd name="connsiteY121007" fmla="*/ 1118563 h 2398711"/>
              <a:gd name="connsiteX121008" fmla="*/ 231011 w 2119654"/>
              <a:gd name="connsiteY121008" fmla="*/ 1062317 h 2398711"/>
              <a:gd name="connsiteX121009" fmla="*/ 238869 w 2119654"/>
              <a:gd name="connsiteY121009" fmla="*/ 1084439 h 2398711"/>
              <a:gd name="connsiteX121010" fmla="*/ 236772 w 2119654"/>
              <a:gd name="connsiteY121010" fmla="*/ 1067846 h 2398711"/>
              <a:gd name="connsiteX121011" fmla="*/ 387504 w 2119654"/>
              <a:gd name="connsiteY121011" fmla="*/ 711580 h 2398711"/>
              <a:gd name="connsiteX121012" fmla="*/ 390026 w 2119654"/>
              <a:gd name="connsiteY121012" fmla="*/ 722396 h 2398711"/>
              <a:gd name="connsiteX121013" fmla="*/ 390178 w 2119654"/>
              <a:gd name="connsiteY121013" fmla="*/ 722438 h 2398711"/>
              <a:gd name="connsiteX121014" fmla="*/ 388807 w 2119654"/>
              <a:gd name="connsiteY121014" fmla="*/ 713977 h 2398711"/>
              <a:gd name="connsiteX121015" fmla="*/ 388916 w 2119654"/>
              <a:gd name="connsiteY121015" fmla="*/ 713780 h 2398711"/>
              <a:gd name="connsiteX121016" fmla="*/ 390328 w 2119654"/>
              <a:gd name="connsiteY121016" fmla="*/ 722480 h 2398711"/>
              <a:gd name="connsiteX121017" fmla="*/ 390402 w 2119654"/>
              <a:gd name="connsiteY121017" fmla="*/ 722500 h 2398711"/>
              <a:gd name="connsiteX121018" fmla="*/ 392166 w 2119654"/>
              <a:gd name="connsiteY121018" fmla="*/ 713477 h 2398711"/>
              <a:gd name="connsiteX121019" fmla="*/ 391977 w 2119654"/>
              <a:gd name="connsiteY121019" fmla="*/ 712974 h 2398711"/>
              <a:gd name="connsiteX121020" fmla="*/ 474672 w 2119654"/>
              <a:gd name="connsiteY121020" fmla="*/ 516364 h 2398711"/>
              <a:gd name="connsiteX121021" fmla="*/ 474747 w 2119654"/>
              <a:gd name="connsiteY121021" fmla="*/ 524651 h 2398711"/>
              <a:gd name="connsiteX121022" fmla="*/ 475031 w 2119654"/>
              <a:gd name="connsiteY121022" fmla="*/ 537403 h 2398711"/>
              <a:gd name="connsiteX121023" fmla="*/ 480109 w 2119654"/>
              <a:gd name="connsiteY121023" fmla="*/ 540635 h 2398711"/>
              <a:gd name="connsiteX121024" fmla="*/ 482324 w 2119654"/>
              <a:gd name="connsiteY121024" fmla="*/ 531283 h 2398711"/>
              <a:gd name="connsiteX121025" fmla="*/ 482835 w 2119654"/>
              <a:gd name="connsiteY121025" fmla="*/ 530877 h 2398711"/>
              <a:gd name="connsiteX121026" fmla="*/ 480470 w 2119654"/>
              <a:gd name="connsiteY121026" fmla="*/ 540865 h 2398711"/>
              <a:gd name="connsiteX121027" fmla="*/ 487306 w 2119654"/>
              <a:gd name="connsiteY121027" fmla="*/ 545216 h 2398711"/>
              <a:gd name="connsiteX121028" fmla="*/ 487246 w 2119654"/>
              <a:gd name="connsiteY121028" fmla="*/ 520204 h 2398711"/>
              <a:gd name="connsiteX121029" fmla="*/ 332015 w 2119654"/>
              <a:gd name="connsiteY121029" fmla="*/ 835788 h 2398711"/>
              <a:gd name="connsiteX121030" fmla="*/ 331515 w 2119654"/>
              <a:gd name="connsiteY121030" fmla="*/ 839558 h 2398711"/>
              <a:gd name="connsiteX121031" fmla="*/ 333747 w 2119654"/>
              <a:gd name="connsiteY121031" fmla="*/ 843197 h 2398711"/>
              <a:gd name="connsiteX121032" fmla="*/ 333879 w 2119654"/>
              <a:gd name="connsiteY121032" fmla="*/ 842934 h 2398711"/>
              <a:gd name="connsiteX121033" fmla="*/ 334025 w 2119654"/>
              <a:gd name="connsiteY121033" fmla="*/ 843650 h 2398711"/>
              <a:gd name="connsiteX121034" fmla="*/ 334529 w 2119654"/>
              <a:gd name="connsiteY121034" fmla="*/ 844472 h 2398711"/>
              <a:gd name="connsiteX121035" fmla="*/ 336345 w 2119654"/>
              <a:gd name="connsiteY121035" fmla="*/ 844569 h 2398711"/>
              <a:gd name="connsiteX121036" fmla="*/ 332755 w 2119654"/>
              <a:gd name="connsiteY121036" fmla="*/ 836102 h 2398711"/>
              <a:gd name="connsiteX121037" fmla="*/ 290065 w 2119654"/>
              <a:gd name="connsiteY121037" fmla="*/ 929703 h 2398711"/>
              <a:gd name="connsiteX121038" fmla="*/ 292869 w 2119654"/>
              <a:gd name="connsiteY121038" fmla="*/ 945276 h 2398711"/>
              <a:gd name="connsiteX121039" fmla="*/ 292877 w 2119654"/>
              <a:gd name="connsiteY121039" fmla="*/ 945304 h 2398711"/>
              <a:gd name="connsiteX121040" fmla="*/ 296342 w 2119654"/>
              <a:gd name="connsiteY121040" fmla="*/ 946323 h 2398711"/>
              <a:gd name="connsiteX121041" fmla="*/ 295800 w 2119654"/>
              <a:gd name="connsiteY121041" fmla="*/ 939839 h 2398711"/>
              <a:gd name="connsiteX121042" fmla="*/ 292446 w 2119654"/>
              <a:gd name="connsiteY121042" fmla="*/ 931989 h 2398711"/>
              <a:gd name="connsiteX121043" fmla="*/ 304522 w 2119654"/>
              <a:gd name="connsiteY121043" fmla="*/ 897156 h 2398711"/>
              <a:gd name="connsiteX121044" fmla="*/ 305367 w 2119654"/>
              <a:gd name="connsiteY121044" fmla="*/ 898603 h 2398711"/>
              <a:gd name="connsiteX121045" fmla="*/ 309501 w 2119654"/>
              <a:gd name="connsiteY121045" fmla="*/ 904882 h 2398711"/>
              <a:gd name="connsiteX121046" fmla="*/ 308282 w 2119654"/>
              <a:gd name="connsiteY121046" fmla="*/ 898328 h 2398711"/>
              <a:gd name="connsiteX121047" fmla="*/ 239719 w 2119654"/>
              <a:gd name="connsiteY121047" fmla="*/ 1042187 h 2398711"/>
              <a:gd name="connsiteX121048" fmla="*/ 245579 w 2119654"/>
              <a:gd name="connsiteY121048" fmla="*/ 1054701 h 2398711"/>
              <a:gd name="connsiteX121049" fmla="*/ 242670 w 2119654"/>
              <a:gd name="connsiteY121049" fmla="*/ 1044493 h 2398711"/>
              <a:gd name="connsiteX121050" fmla="*/ 504531 w 2119654"/>
              <a:gd name="connsiteY121050" fmla="*/ 448751 h 2398711"/>
              <a:gd name="connsiteX121051" fmla="*/ 504799 w 2119654"/>
              <a:gd name="connsiteY121051" fmla="*/ 454894 h 2398711"/>
              <a:gd name="connsiteX121052" fmla="*/ 520424 w 2119654"/>
              <a:gd name="connsiteY121052" fmla="*/ 461870 h 2398711"/>
              <a:gd name="connsiteX121053" fmla="*/ 519110 w 2119654"/>
              <a:gd name="connsiteY121053" fmla="*/ 460766 h 2398711"/>
              <a:gd name="connsiteX121054" fmla="*/ 332159 w 2119654"/>
              <a:gd name="connsiteY121054" fmla="*/ 834698 h 2398711"/>
              <a:gd name="connsiteX121055" fmla="*/ 332059 w 2119654"/>
              <a:gd name="connsiteY121055" fmla="*/ 835453 h 2398711"/>
              <a:gd name="connsiteX121056" fmla="*/ 332572 w 2119654"/>
              <a:gd name="connsiteY121056" fmla="*/ 835672 h 2398711"/>
              <a:gd name="connsiteX121057" fmla="*/ 348457 w 2119654"/>
              <a:gd name="connsiteY121057" fmla="*/ 798106 h 2398711"/>
              <a:gd name="connsiteX121058" fmla="*/ 350673 w 2119654"/>
              <a:gd name="connsiteY121058" fmla="*/ 810711 h 2398711"/>
              <a:gd name="connsiteX121059" fmla="*/ 352414 w 2119654"/>
              <a:gd name="connsiteY121059" fmla="*/ 803374 h 2398711"/>
              <a:gd name="connsiteX121060" fmla="*/ 361082 w 2119654"/>
              <a:gd name="connsiteY121060" fmla="*/ 769771 h 2398711"/>
              <a:gd name="connsiteX121061" fmla="*/ 358072 w 2119654"/>
              <a:gd name="connsiteY121061" fmla="*/ 782447 h 2398711"/>
              <a:gd name="connsiteX121062" fmla="*/ 358289 w 2119654"/>
              <a:gd name="connsiteY121062" fmla="*/ 783167 h 2398711"/>
              <a:gd name="connsiteX121063" fmla="*/ 360330 w 2119654"/>
              <a:gd name="connsiteY121063" fmla="*/ 787966 h 2398711"/>
              <a:gd name="connsiteX121064" fmla="*/ 349442 w 2119654"/>
              <a:gd name="connsiteY121064" fmla="*/ 795492 h 2398711"/>
              <a:gd name="connsiteX121065" fmla="*/ 353123 w 2119654"/>
              <a:gd name="connsiteY121065" fmla="*/ 800389 h 2398711"/>
              <a:gd name="connsiteX121066" fmla="*/ 353875 w 2119654"/>
              <a:gd name="connsiteY121066" fmla="*/ 797222 h 2398711"/>
              <a:gd name="connsiteX121067" fmla="*/ 400237 w 2119654"/>
              <a:gd name="connsiteY121067" fmla="*/ 681424 h 2398711"/>
              <a:gd name="connsiteX121068" fmla="*/ 399471 w 2119654"/>
              <a:gd name="connsiteY121068" fmla="*/ 685332 h 2398711"/>
              <a:gd name="connsiteX121069" fmla="*/ 403559 w 2119654"/>
              <a:gd name="connsiteY121069" fmla="*/ 686476 h 2398711"/>
              <a:gd name="connsiteX121070" fmla="*/ 403754 w 2119654"/>
              <a:gd name="connsiteY121070" fmla="*/ 683090 h 2398711"/>
              <a:gd name="connsiteX121071" fmla="*/ 259294 w 2119654"/>
              <a:gd name="connsiteY121071" fmla="*/ 997018 h 2398711"/>
              <a:gd name="connsiteX121072" fmla="*/ 259530 w 2119654"/>
              <a:gd name="connsiteY121072" fmla="*/ 999104 h 2398711"/>
              <a:gd name="connsiteX121073" fmla="*/ 260097 w 2119654"/>
              <a:gd name="connsiteY121073" fmla="*/ 1000752 h 2398711"/>
              <a:gd name="connsiteX121074" fmla="*/ 261992 w 2119654"/>
              <a:gd name="connsiteY121074" fmla="*/ 1004004 h 2398711"/>
              <a:gd name="connsiteX121075" fmla="*/ 266246 w 2119654"/>
              <a:gd name="connsiteY121075" fmla="*/ 1010285 h 2398711"/>
              <a:gd name="connsiteX121076" fmla="*/ 265178 w 2119654"/>
              <a:gd name="connsiteY121076" fmla="*/ 1003702 h 2398711"/>
              <a:gd name="connsiteX121077" fmla="*/ 165216 w 2119654"/>
              <a:gd name="connsiteY121077" fmla="*/ 1207550 h 2398711"/>
              <a:gd name="connsiteX121078" fmla="*/ 166950 w 2119654"/>
              <a:gd name="connsiteY121078" fmla="*/ 1209720 h 2398711"/>
              <a:gd name="connsiteX121079" fmla="*/ 182409 w 2119654"/>
              <a:gd name="connsiteY121079" fmla="*/ 1227560 h 2398711"/>
              <a:gd name="connsiteX121080" fmla="*/ 180832 w 2119654"/>
              <a:gd name="connsiteY121080" fmla="*/ 1222879 h 2398711"/>
              <a:gd name="connsiteX121081" fmla="*/ 175946 w 2119654"/>
              <a:gd name="connsiteY121081" fmla="*/ 1217241 h 2398711"/>
              <a:gd name="connsiteX121082" fmla="*/ 434916 w 2119654"/>
              <a:gd name="connsiteY121082" fmla="*/ 603522 h 2398711"/>
              <a:gd name="connsiteX121083" fmla="*/ 436183 w 2119654"/>
              <a:gd name="connsiteY121083" fmla="*/ 613205 h 2398711"/>
              <a:gd name="connsiteX121084" fmla="*/ 440672 w 2119654"/>
              <a:gd name="connsiteY121084" fmla="*/ 615166 h 2398711"/>
              <a:gd name="connsiteX121085" fmla="*/ 441592 w 2119654"/>
              <a:gd name="connsiteY121085" fmla="*/ 609779 h 2398711"/>
              <a:gd name="connsiteX121086" fmla="*/ 438966 w 2119654"/>
              <a:gd name="connsiteY121086" fmla="*/ 604331 h 2398711"/>
              <a:gd name="connsiteX121087" fmla="*/ 240715 w 2119654"/>
              <a:gd name="connsiteY121087" fmla="*/ 1038359 h 2398711"/>
              <a:gd name="connsiteX121088" fmla="*/ 241346 w 2119654"/>
              <a:gd name="connsiteY121088" fmla="*/ 1039847 h 2398711"/>
              <a:gd name="connsiteX121089" fmla="*/ 240996 w 2119654"/>
              <a:gd name="connsiteY121089" fmla="*/ 1038618 h 2398711"/>
              <a:gd name="connsiteX121090" fmla="*/ 444443 w 2119654"/>
              <a:gd name="connsiteY121090" fmla="*/ 582116 h 2398711"/>
              <a:gd name="connsiteX121091" fmla="*/ 445769 w 2119654"/>
              <a:gd name="connsiteY121091" fmla="*/ 586737 h 2398711"/>
              <a:gd name="connsiteX121092" fmla="*/ 445812 w 2119654"/>
              <a:gd name="connsiteY121092" fmla="*/ 586697 h 2398711"/>
              <a:gd name="connsiteX121093" fmla="*/ 445791 w 2119654"/>
              <a:gd name="connsiteY121093" fmla="*/ 586819 h 2398711"/>
              <a:gd name="connsiteX121094" fmla="*/ 447527 w 2119654"/>
              <a:gd name="connsiteY121094" fmla="*/ 592874 h 2398711"/>
              <a:gd name="connsiteX121095" fmla="*/ 451115 w 2119654"/>
              <a:gd name="connsiteY121095" fmla="*/ 595051 h 2398711"/>
              <a:gd name="connsiteX121096" fmla="*/ 450331 w 2119654"/>
              <a:gd name="connsiteY121096" fmla="*/ 585688 h 2398711"/>
              <a:gd name="connsiteX121097" fmla="*/ 417506 w 2119654"/>
              <a:gd name="connsiteY121097" fmla="*/ 641960 h 2398711"/>
              <a:gd name="connsiteX121098" fmla="*/ 420358 w 2119654"/>
              <a:gd name="connsiteY121098" fmla="*/ 653569 h 2398711"/>
              <a:gd name="connsiteX121099" fmla="*/ 422461 w 2119654"/>
              <a:gd name="connsiteY121099" fmla="*/ 653859 h 2398711"/>
              <a:gd name="connsiteX121100" fmla="*/ 430788 w 2119654"/>
              <a:gd name="connsiteY121100" fmla="*/ 654301 h 2398711"/>
              <a:gd name="connsiteX121101" fmla="*/ 430427 w 2119654"/>
              <a:gd name="connsiteY121101" fmla="*/ 652647 h 2398711"/>
              <a:gd name="connsiteX121102" fmla="*/ 366326 w 2119654"/>
              <a:gd name="connsiteY121102" fmla="*/ 756378 h 2398711"/>
              <a:gd name="connsiteX121103" fmla="*/ 366416 w 2119654"/>
              <a:gd name="connsiteY121103" fmla="*/ 756594 h 2398711"/>
              <a:gd name="connsiteX121104" fmla="*/ 369404 w 2119654"/>
              <a:gd name="connsiteY121104" fmla="*/ 757474 h 2398711"/>
              <a:gd name="connsiteX121105" fmla="*/ 171407 w 2119654"/>
              <a:gd name="connsiteY121105" fmla="*/ 1192792 h 2398711"/>
              <a:gd name="connsiteX121106" fmla="*/ 177891 w 2119654"/>
              <a:gd name="connsiteY121106" fmla="*/ 1212044 h 2398711"/>
              <a:gd name="connsiteX121107" fmla="*/ 191108 w 2119654"/>
              <a:gd name="connsiteY121107" fmla="*/ 1228366 h 2398711"/>
              <a:gd name="connsiteX121108" fmla="*/ 198433 w 2119654"/>
              <a:gd name="connsiteY121108" fmla="*/ 1235341 h 2398711"/>
              <a:gd name="connsiteX121109" fmla="*/ 199957 w 2119654"/>
              <a:gd name="connsiteY121109" fmla="*/ 1236566 h 2398711"/>
              <a:gd name="connsiteX121110" fmla="*/ 198764 w 2119654"/>
              <a:gd name="connsiteY121110" fmla="*/ 1234596 h 2398711"/>
              <a:gd name="connsiteX121111" fmla="*/ 192728 w 2119654"/>
              <a:gd name="connsiteY121111" fmla="*/ 1226179 h 2398711"/>
              <a:gd name="connsiteX121112" fmla="*/ 314398 w 2119654"/>
              <a:gd name="connsiteY121112" fmla="*/ 872591 h 2398711"/>
              <a:gd name="connsiteX121113" fmla="*/ 314319 w 2119654"/>
              <a:gd name="connsiteY121113" fmla="*/ 875108 h 2398711"/>
              <a:gd name="connsiteX121114" fmla="*/ 320696 w 2119654"/>
              <a:gd name="connsiteY121114" fmla="*/ 886053 h 2398711"/>
              <a:gd name="connsiteX121115" fmla="*/ 321077 w 2119654"/>
              <a:gd name="connsiteY121115" fmla="*/ 883181 h 2398711"/>
              <a:gd name="connsiteX121116" fmla="*/ 321056 w 2119654"/>
              <a:gd name="connsiteY121116" fmla="*/ 882676 h 2398711"/>
              <a:gd name="connsiteX121117" fmla="*/ 317535 w 2119654"/>
              <a:gd name="connsiteY121117" fmla="*/ 873392 h 2398711"/>
              <a:gd name="connsiteX121118" fmla="*/ 363683 w 2119654"/>
              <a:gd name="connsiteY121118" fmla="*/ 762204 h 2398711"/>
              <a:gd name="connsiteX121119" fmla="*/ 364474 w 2119654"/>
              <a:gd name="connsiteY121119" fmla="*/ 762683 h 2398711"/>
              <a:gd name="connsiteX121120" fmla="*/ 364357 w 2119654"/>
              <a:gd name="connsiteY121120" fmla="*/ 762408 h 2398711"/>
              <a:gd name="connsiteX121121" fmla="*/ 225648 w 2119654"/>
              <a:gd name="connsiteY121121" fmla="*/ 1071208 h 2398711"/>
              <a:gd name="connsiteX121122" fmla="*/ 226074 w 2119654"/>
              <a:gd name="connsiteY121122" fmla="*/ 1072037 h 2398711"/>
              <a:gd name="connsiteX121123" fmla="*/ 240436 w 2119654"/>
              <a:gd name="connsiteY121123" fmla="*/ 1095559 h 2398711"/>
              <a:gd name="connsiteX121124" fmla="*/ 240004 w 2119654"/>
              <a:gd name="connsiteY121124" fmla="*/ 1093417 h 2398711"/>
              <a:gd name="connsiteX121125" fmla="*/ 239658 w 2119654"/>
              <a:gd name="connsiteY121125" fmla="*/ 1090684 h 2398711"/>
              <a:gd name="connsiteX121126" fmla="*/ 237893 w 2119654"/>
              <a:gd name="connsiteY121126" fmla="*/ 1087528 h 2398711"/>
              <a:gd name="connsiteX121127" fmla="*/ 237929 w 2119654"/>
              <a:gd name="connsiteY121127" fmla="*/ 1087306 h 2398711"/>
              <a:gd name="connsiteX121128" fmla="*/ 239612 w 2119654"/>
              <a:gd name="connsiteY121128" fmla="*/ 1090315 h 2398711"/>
              <a:gd name="connsiteX121129" fmla="*/ 239364 w 2119654"/>
              <a:gd name="connsiteY121129" fmla="*/ 1088350 h 2398711"/>
              <a:gd name="connsiteX121130" fmla="*/ 232415 w 2119654"/>
              <a:gd name="connsiteY121130" fmla="*/ 1078958 h 2398711"/>
              <a:gd name="connsiteX121131" fmla="*/ 281751 w 2119654"/>
              <a:gd name="connsiteY121131" fmla="*/ 945555 h 2398711"/>
              <a:gd name="connsiteX121132" fmla="*/ 290654 w 2119654"/>
              <a:gd name="connsiteY121132" fmla="*/ 961784 h 2398711"/>
              <a:gd name="connsiteX121133" fmla="*/ 289624 w 2119654"/>
              <a:gd name="connsiteY121133" fmla="*/ 954467 h 2398711"/>
              <a:gd name="connsiteX121134" fmla="*/ 288943 w 2119654"/>
              <a:gd name="connsiteY121134" fmla="*/ 947671 h 2398711"/>
              <a:gd name="connsiteX121135" fmla="*/ 259169 w 2119654"/>
              <a:gd name="connsiteY121135" fmla="*/ 995909 h 2398711"/>
              <a:gd name="connsiteX121136" fmla="*/ 259172 w 2119654"/>
              <a:gd name="connsiteY121136" fmla="*/ 995943 h 2398711"/>
              <a:gd name="connsiteX121137" fmla="*/ 264991 w 2119654"/>
              <a:gd name="connsiteY121137" fmla="*/ 1002553 h 2398711"/>
              <a:gd name="connsiteX121138" fmla="*/ 264692 w 2119654"/>
              <a:gd name="connsiteY121138" fmla="*/ 1000706 h 2398711"/>
              <a:gd name="connsiteX121139" fmla="*/ 347818 w 2119654"/>
              <a:gd name="connsiteY121139" fmla="*/ 797257 h 2398711"/>
              <a:gd name="connsiteX121140" fmla="*/ 347696 w 2119654"/>
              <a:gd name="connsiteY121140" fmla="*/ 799498 h 2398711"/>
              <a:gd name="connsiteX121141" fmla="*/ 349576 w 2119654"/>
              <a:gd name="connsiteY121141" fmla="*/ 811456 h 2398711"/>
              <a:gd name="connsiteX121142" fmla="*/ 350208 w 2119654"/>
              <a:gd name="connsiteY121142" fmla="*/ 812668 h 2398711"/>
              <a:gd name="connsiteX121143" fmla="*/ 350430 w 2119654"/>
              <a:gd name="connsiteY121143" fmla="*/ 811732 h 2398711"/>
              <a:gd name="connsiteX121144" fmla="*/ 347905 w 2119654"/>
              <a:gd name="connsiteY121144" fmla="*/ 797372 h 2398711"/>
              <a:gd name="connsiteX121145" fmla="*/ 254008 w 2119654"/>
              <a:gd name="connsiteY121145" fmla="*/ 1006866 h 2398711"/>
              <a:gd name="connsiteX121146" fmla="*/ 262559 w 2119654"/>
              <a:gd name="connsiteY121146" fmla="*/ 1026958 h 2398711"/>
              <a:gd name="connsiteX121147" fmla="*/ 261991 w 2119654"/>
              <a:gd name="connsiteY121147" fmla="*/ 1022259 h 2398711"/>
              <a:gd name="connsiteX121148" fmla="*/ 256184 w 2119654"/>
              <a:gd name="connsiteY121148" fmla="*/ 1009762 h 2398711"/>
              <a:gd name="connsiteX121149" fmla="*/ 187973 w 2119654"/>
              <a:gd name="connsiteY121149" fmla="*/ 1154387 h 2398711"/>
              <a:gd name="connsiteX121150" fmla="*/ 192693 w 2119654"/>
              <a:gd name="connsiteY121150" fmla="*/ 1165480 h 2398711"/>
              <a:gd name="connsiteX121151" fmla="*/ 189501 w 2119654"/>
              <a:gd name="connsiteY121151" fmla="*/ 1155781 h 2398711"/>
              <a:gd name="connsiteX121152" fmla="*/ 294603 w 2119654"/>
              <a:gd name="connsiteY121152" fmla="*/ 915620 h 2398711"/>
              <a:gd name="connsiteX121153" fmla="*/ 295395 w 2119654"/>
              <a:gd name="connsiteY121153" fmla="*/ 925080 h 2398711"/>
              <a:gd name="connsiteX121154" fmla="*/ 297903 w 2119654"/>
              <a:gd name="connsiteY121154" fmla="*/ 932712 h 2398711"/>
              <a:gd name="connsiteX121155" fmla="*/ 300747 w 2119654"/>
              <a:gd name="connsiteY121155" fmla="*/ 939259 h 2398711"/>
              <a:gd name="connsiteX121156" fmla="*/ 306725 w 2119654"/>
              <a:gd name="connsiteY121156" fmla="*/ 944997 h 2398711"/>
              <a:gd name="connsiteX121157" fmla="*/ 306817 w 2119654"/>
              <a:gd name="connsiteY121157" fmla="*/ 945078 h 2398711"/>
              <a:gd name="connsiteX121158" fmla="*/ 303271 w 2119654"/>
              <a:gd name="connsiteY121158" fmla="*/ 936758 h 2398711"/>
              <a:gd name="connsiteX121159" fmla="*/ 289555 w 2119654"/>
              <a:gd name="connsiteY121159" fmla="*/ 926871 h 2398711"/>
              <a:gd name="connsiteX121160" fmla="*/ 289914 w 2119654"/>
              <a:gd name="connsiteY121160" fmla="*/ 928862 h 2398711"/>
              <a:gd name="connsiteX121161" fmla="*/ 291943 w 2119654"/>
              <a:gd name="connsiteY121161" fmla="*/ 930810 h 2398711"/>
              <a:gd name="connsiteX121162" fmla="*/ 290991 w 2119654"/>
              <a:gd name="connsiteY121162" fmla="*/ 928582 h 2398711"/>
              <a:gd name="connsiteX121163" fmla="*/ 411433 w 2119654"/>
              <a:gd name="connsiteY121163" fmla="*/ 653831 h 2398711"/>
              <a:gd name="connsiteX121164" fmla="*/ 410671 w 2119654"/>
              <a:gd name="connsiteY121164" fmla="*/ 664444 h 2398711"/>
              <a:gd name="connsiteX121165" fmla="*/ 411892 w 2119654"/>
              <a:gd name="connsiteY121165" fmla="*/ 670439 h 2398711"/>
              <a:gd name="connsiteX121166" fmla="*/ 413496 w 2119654"/>
              <a:gd name="connsiteY121166" fmla="*/ 671765 h 2398711"/>
              <a:gd name="connsiteX121167" fmla="*/ 416735 w 2119654"/>
              <a:gd name="connsiteY121167" fmla="*/ 671937 h 2398711"/>
              <a:gd name="connsiteX121168" fmla="*/ 417100 w 2119654"/>
              <a:gd name="connsiteY121168" fmla="*/ 669821 h 2398711"/>
              <a:gd name="connsiteX121169" fmla="*/ 417400 w 2119654"/>
              <a:gd name="connsiteY121169" fmla="*/ 669553 h 2398711"/>
              <a:gd name="connsiteX121170" fmla="*/ 416986 w 2119654"/>
              <a:gd name="connsiteY121170" fmla="*/ 671951 h 2398711"/>
              <a:gd name="connsiteX121171" fmla="*/ 419284 w 2119654"/>
              <a:gd name="connsiteY121171" fmla="*/ 672072 h 2398711"/>
              <a:gd name="connsiteX121172" fmla="*/ 416457 w 2119654"/>
              <a:gd name="connsiteY121172" fmla="*/ 654097 h 2398711"/>
              <a:gd name="connsiteX121173" fmla="*/ 482684 w 2119654"/>
              <a:gd name="connsiteY121173" fmla="*/ 494277 h 2398711"/>
              <a:gd name="connsiteX121174" fmla="*/ 487139 w 2119654"/>
              <a:gd name="connsiteY121174" fmla="*/ 497921 h 2398711"/>
              <a:gd name="connsiteX121175" fmla="*/ 486316 w 2119654"/>
              <a:gd name="connsiteY121175" fmla="*/ 495387 h 2398711"/>
              <a:gd name="connsiteX121176" fmla="*/ 258502 w 2119654"/>
              <a:gd name="connsiteY121176" fmla="*/ 996120 h 2398711"/>
              <a:gd name="connsiteX121177" fmla="*/ 259015 w 2119654"/>
              <a:gd name="connsiteY121177" fmla="*/ 997610 h 2398711"/>
              <a:gd name="connsiteX121178" fmla="*/ 258888 w 2119654"/>
              <a:gd name="connsiteY121178" fmla="*/ 996558 h 2398711"/>
              <a:gd name="connsiteX121179" fmla="*/ 362818 w 2119654"/>
              <a:gd name="connsiteY121179" fmla="*/ 762461 h 2398711"/>
              <a:gd name="connsiteX121180" fmla="*/ 362170 w 2119654"/>
              <a:gd name="connsiteY121180" fmla="*/ 765187 h 2398711"/>
              <a:gd name="connsiteX121181" fmla="*/ 361617 w 2119654"/>
              <a:gd name="connsiteY121181" fmla="*/ 778615 h 2398711"/>
              <a:gd name="connsiteX121182" fmla="*/ 361600 w 2119654"/>
              <a:gd name="connsiteY121182" fmla="*/ 790946 h 2398711"/>
              <a:gd name="connsiteX121183" fmla="*/ 366272 w 2119654"/>
              <a:gd name="connsiteY121183" fmla="*/ 801922 h 2398711"/>
              <a:gd name="connsiteX121184" fmla="*/ 374213 w 2119654"/>
              <a:gd name="connsiteY121184" fmla="*/ 805390 h 2398711"/>
              <a:gd name="connsiteX121185" fmla="*/ 373239 w 2119654"/>
              <a:gd name="connsiteY121185" fmla="*/ 781989 h 2398711"/>
              <a:gd name="connsiteX121186" fmla="*/ 370082 w 2119654"/>
              <a:gd name="connsiteY121186" fmla="*/ 775859 h 2398711"/>
              <a:gd name="connsiteX121187" fmla="*/ 367974 w 2119654"/>
              <a:gd name="connsiteY121187" fmla="*/ 770906 h 2398711"/>
              <a:gd name="connsiteX121188" fmla="*/ 365327 w 2119654"/>
              <a:gd name="connsiteY121188" fmla="*/ 766576 h 2398711"/>
              <a:gd name="connsiteX121189" fmla="*/ 365384 w 2119654"/>
              <a:gd name="connsiteY121189" fmla="*/ 766310 h 2398711"/>
              <a:gd name="connsiteX121190" fmla="*/ 367469 w 2119654"/>
              <a:gd name="connsiteY121190" fmla="*/ 769719 h 2398711"/>
              <a:gd name="connsiteX121191" fmla="*/ 364924 w 2119654"/>
              <a:gd name="connsiteY121191" fmla="*/ 763740 h 2398711"/>
              <a:gd name="connsiteX121192" fmla="*/ 472921 w 2119654"/>
              <a:gd name="connsiteY121192" fmla="*/ 515830 h 2398711"/>
              <a:gd name="connsiteX121193" fmla="*/ 473172 w 2119654"/>
              <a:gd name="connsiteY121193" fmla="*/ 536220 h 2398711"/>
              <a:gd name="connsiteX121194" fmla="*/ 474641 w 2119654"/>
              <a:gd name="connsiteY121194" fmla="*/ 537155 h 2398711"/>
              <a:gd name="connsiteX121195" fmla="*/ 474455 w 2119654"/>
              <a:gd name="connsiteY121195" fmla="*/ 516299 h 2398711"/>
              <a:gd name="connsiteX121196" fmla="*/ 396883 w 2119654"/>
              <a:gd name="connsiteY121196" fmla="*/ 685742 h 2398711"/>
              <a:gd name="connsiteX121197" fmla="*/ 397283 w 2119654"/>
              <a:gd name="connsiteY121197" fmla="*/ 687335 h 2398711"/>
              <a:gd name="connsiteX121198" fmla="*/ 397561 w 2119654"/>
              <a:gd name="connsiteY121198" fmla="*/ 685915 h 2398711"/>
              <a:gd name="connsiteX121199" fmla="*/ 411510 w 2119654"/>
              <a:gd name="connsiteY121199" fmla="*/ 652755 h 2398711"/>
              <a:gd name="connsiteX121200" fmla="*/ 411472 w 2119654"/>
              <a:gd name="connsiteY121200" fmla="*/ 653277 h 2398711"/>
              <a:gd name="connsiteX121201" fmla="*/ 415173 w 2119654"/>
              <a:gd name="connsiteY121201" fmla="*/ 653473 h 2398711"/>
              <a:gd name="connsiteX121202" fmla="*/ 414535 w 2119654"/>
              <a:gd name="connsiteY121202" fmla="*/ 653172 h 2398711"/>
              <a:gd name="connsiteX121203" fmla="*/ 363894 w 2119654"/>
              <a:gd name="connsiteY121203" fmla="*/ 759376 h 2398711"/>
              <a:gd name="connsiteX121204" fmla="*/ 365156 w 2119654"/>
              <a:gd name="connsiteY121204" fmla="*/ 762339 h 2398711"/>
              <a:gd name="connsiteX121205" fmla="*/ 367290 w 2119654"/>
              <a:gd name="connsiteY121205" fmla="*/ 762987 h 2398711"/>
              <a:gd name="connsiteX121206" fmla="*/ 366067 w 2119654"/>
              <a:gd name="connsiteY121206" fmla="*/ 760016 h 2398711"/>
              <a:gd name="connsiteX121207" fmla="*/ 347216 w 2119654"/>
              <a:gd name="connsiteY121207" fmla="*/ 796457 h 2398711"/>
              <a:gd name="connsiteX121208" fmla="*/ 347470 w 2119654"/>
              <a:gd name="connsiteY121208" fmla="*/ 798075 h 2398711"/>
              <a:gd name="connsiteX121209" fmla="*/ 347536 w 2119654"/>
              <a:gd name="connsiteY121209" fmla="*/ 796882 h 2398711"/>
              <a:gd name="connsiteX121210" fmla="*/ 333026 w 2119654"/>
              <a:gd name="connsiteY121210" fmla="*/ 828166 h 2398711"/>
              <a:gd name="connsiteX121211" fmla="*/ 332305 w 2119654"/>
              <a:gd name="connsiteY121211" fmla="*/ 833601 h 2398711"/>
              <a:gd name="connsiteX121212" fmla="*/ 333318 w 2119654"/>
              <a:gd name="connsiteY121212" fmla="*/ 835989 h 2398711"/>
              <a:gd name="connsiteX121213" fmla="*/ 343518 w 2119654"/>
              <a:gd name="connsiteY121213" fmla="*/ 840329 h 2398711"/>
              <a:gd name="connsiteX121214" fmla="*/ 363377 w 2119654"/>
              <a:gd name="connsiteY121214" fmla="*/ 760107 h 2398711"/>
              <a:gd name="connsiteX121215" fmla="*/ 363004 w 2119654"/>
              <a:gd name="connsiteY121215" fmla="*/ 761685 h 2398711"/>
              <a:gd name="connsiteX121216" fmla="*/ 364205 w 2119654"/>
              <a:gd name="connsiteY121216" fmla="*/ 762050 h 2398711"/>
              <a:gd name="connsiteX121217" fmla="*/ 202993 w 2119654"/>
              <a:gd name="connsiteY121217" fmla="*/ 1119130 h 2398711"/>
              <a:gd name="connsiteX121218" fmla="*/ 207690 w 2119654"/>
              <a:gd name="connsiteY121218" fmla="*/ 1129220 h 2398711"/>
              <a:gd name="connsiteX121219" fmla="*/ 221328 w 2119654"/>
              <a:gd name="connsiteY121219" fmla="*/ 1149588 h 2398711"/>
              <a:gd name="connsiteX121220" fmla="*/ 226924 w 2119654"/>
              <a:gd name="connsiteY121220" fmla="*/ 1157266 h 2398711"/>
              <a:gd name="connsiteX121221" fmla="*/ 225578 w 2119654"/>
              <a:gd name="connsiteY121221" fmla="*/ 1154244 h 2398711"/>
              <a:gd name="connsiteX121222" fmla="*/ 206795 w 2119654"/>
              <a:gd name="connsiteY121222" fmla="*/ 1125189 h 2398711"/>
              <a:gd name="connsiteX121223" fmla="*/ 411580 w 2119654"/>
              <a:gd name="connsiteY121223" fmla="*/ 651772 h 2398711"/>
              <a:gd name="connsiteX121224" fmla="*/ 411538 w 2119654"/>
              <a:gd name="connsiteY121224" fmla="*/ 652356 h 2398711"/>
              <a:gd name="connsiteX121225" fmla="*/ 413336 w 2119654"/>
              <a:gd name="connsiteY121225" fmla="*/ 652604 h 2398711"/>
              <a:gd name="connsiteX121226" fmla="*/ 401804 w 2119654"/>
              <a:gd name="connsiteY121226" fmla="*/ 673413 h 2398711"/>
              <a:gd name="connsiteX121227" fmla="*/ 400462 w 2119654"/>
              <a:gd name="connsiteY121227" fmla="*/ 680265 h 2398711"/>
              <a:gd name="connsiteX121228" fmla="*/ 403798 w 2119654"/>
              <a:gd name="connsiteY121228" fmla="*/ 681845 h 2398711"/>
              <a:gd name="connsiteX121229" fmla="*/ 403492 w 2119654"/>
              <a:gd name="connsiteY121229" fmla="*/ 674809 h 2398711"/>
              <a:gd name="connsiteX121230" fmla="*/ 436026 w 2119654"/>
              <a:gd name="connsiteY121230" fmla="*/ 596653 h 2398711"/>
              <a:gd name="connsiteX121231" fmla="*/ 439597 w 2119654"/>
              <a:gd name="connsiteY121231" fmla="*/ 604115 h 2398711"/>
              <a:gd name="connsiteX121232" fmla="*/ 442461 w 2119654"/>
              <a:gd name="connsiteY121232" fmla="*/ 604686 h 2398711"/>
              <a:gd name="connsiteX121233" fmla="*/ 442662 w 2119654"/>
              <a:gd name="connsiteY121233" fmla="*/ 603509 h 2398711"/>
              <a:gd name="connsiteX121234" fmla="*/ 439706 w 2119654"/>
              <a:gd name="connsiteY121234" fmla="*/ 597768 h 2398711"/>
              <a:gd name="connsiteX121235" fmla="*/ 325268 w 2119654"/>
              <a:gd name="connsiteY121235" fmla="*/ 844538 h 2398711"/>
              <a:gd name="connsiteX121236" fmla="*/ 325977 w 2119654"/>
              <a:gd name="connsiteY121236" fmla="*/ 846259 h 2398711"/>
              <a:gd name="connsiteX121237" fmla="*/ 326036 w 2119654"/>
              <a:gd name="connsiteY121237" fmla="*/ 845814 h 2398711"/>
              <a:gd name="connsiteX121238" fmla="*/ 326225 w 2119654"/>
              <a:gd name="connsiteY121238" fmla="*/ 844849 h 2398711"/>
              <a:gd name="connsiteX121239" fmla="*/ 326194 w 2119654"/>
              <a:gd name="connsiteY121239" fmla="*/ 844587 h 2398711"/>
              <a:gd name="connsiteX121240" fmla="*/ 504302 w 2119654"/>
              <a:gd name="connsiteY121240" fmla="*/ 443476 h 2398711"/>
              <a:gd name="connsiteX121241" fmla="*/ 504508 w 2119654"/>
              <a:gd name="connsiteY121241" fmla="*/ 448209 h 2398711"/>
              <a:gd name="connsiteX121242" fmla="*/ 521868 w 2119654"/>
              <a:gd name="connsiteY121242" fmla="*/ 462515 h 2398711"/>
              <a:gd name="connsiteX121243" fmla="*/ 521899 w 2119654"/>
              <a:gd name="connsiteY121243" fmla="*/ 462529 h 2398711"/>
              <a:gd name="connsiteX121244" fmla="*/ 522244 w 2119654"/>
              <a:gd name="connsiteY121244" fmla="*/ 454178 h 2398711"/>
              <a:gd name="connsiteX121245" fmla="*/ 262470 w 2119654"/>
              <a:gd name="connsiteY121245" fmla="*/ 984982 h 2398711"/>
              <a:gd name="connsiteX121246" fmla="*/ 263314 w 2119654"/>
              <a:gd name="connsiteY121246" fmla="*/ 990196 h 2398711"/>
              <a:gd name="connsiteX121247" fmla="*/ 264251 w 2119654"/>
              <a:gd name="connsiteY121247" fmla="*/ 991885 h 2398711"/>
              <a:gd name="connsiteX121248" fmla="*/ 263632 w 2119654"/>
              <a:gd name="connsiteY121248" fmla="*/ 986759 h 2398711"/>
              <a:gd name="connsiteX121249" fmla="*/ 287717 w 2119654"/>
              <a:gd name="connsiteY121249" fmla="*/ 928330 h 2398711"/>
              <a:gd name="connsiteX121250" fmla="*/ 289985 w 2119654"/>
              <a:gd name="connsiteY121250" fmla="*/ 944453 h 2398711"/>
              <a:gd name="connsiteX121251" fmla="*/ 292538 w 2119654"/>
              <a:gd name="connsiteY121251" fmla="*/ 945204 h 2398711"/>
              <a:gd name="connsiteX121252" fmla="*/ 308561 w 2119654"/>
              <a:gd name="connsiteY121252" fmla="*/ 881244 h 2398711"/>
              <a:gd name="connsiteX121253" fmla="*/ 311018 w 2119654"/>
              <a:gd name="connsiteY121253" fmla="*/ 891863 h 2398711"/>
              <a:gd name="connsiteX121254" fmla="*/ 311632 w 2119654"/>
              <a:gd name="connsiteY121254" fmla="*/ 894361 h 2398711"/>
              <a:gd name="connsiteX121255" fmla="*/ 312325 w 2119654"/>
              <a:gd name="connsiteY121255" fmla="*/ 896767 h 2398711"/>
              <a:gd name="connsiteX121256" fmla="*/ 312602 w 2119654"/>
              <a:gd name="connsiteY121256" fmla="*/ 888034 h 2398711"/>
              <a:gd name="connsiteX121257" fmla="*/ 179539 w 2119654"/>
              <a:gd name="connsiteY121257" fmla="*/ 1170063 h 2398711"/>
              <a:gd name="connsiteX121258" fmla="*/ 186164 w 2119654"/>
              <a:gd name="connsiteY121258" fmla="*/ 1184319 h 2398711"/>
              <a:gd name="connsiteX121259" fmla="*/ 208839 w 2119654"/>
              <a:gd name="connsiteY121259" fmla="*/ 1214534 h 2398711"/>
              <a:gd name="connsiteX121260" fmla="*/ 208269 w 2119654"/>
              <a:gd name="connsiteY121260" fmla="*/ 1212803 h 2398711"/>
              <a:gd name="connsiteX121261" fmla="*/ 203906 w 2119654"/>
              <a:gd name="connsiteY121261" fmla="*/ 1206361 h 2398711"/>
              <a:gd name="connsiteX121262" fmla="*/ 191321 w 2119654"/>
              <a:gd name="connsiteY121262" fmla="*/ 1184489 h 2398711"/>
              <a:gd name="connsiteX121263" fmla="*/ 312582 w 2119654"/>
              <a:gd name="connsiteY121263" fmla="*/ 872127 h 2398711"/>
              <a:gd name="connsiteX121264" fmla="*/ 313357 w 2119654"/>
              <a:gd name="connsiteY121264" fmla="*/ 873456 h 2398711"/>
              <a:gd name="connsiteX121265" fmla="*/ 313437 w 2119654"/>
              <a:gd name="connsiteY121265" fmla="*/ 872346 h 2398711"/>
              <a:gd name="connsiteX121266" fmla="*/ 287799 w 2119654"/>
              <a:gd name="connsiteY121266" fmla="*/ 927528 h 2398711"/>
              <a:gd name="connsiteX121267" fmla="*/ 292189 w 2119654"/>
              <a:gd name="connsiteY121267" fmla="*/ 942894 h 2398711"/>
              <a:gd name="connsiteX121268" fmla="*/ 289759 w 2119654"/>
              <a:gd name="connsiteY121268" fmla="*/ 929410 h 2398711"/>
              <a:gd name="connsiteX121269" fmla="*/ 240206 w 2119654"/>
              <a:gd name="connsiteY121269" fmla="*/ 1034042 h 2398711"/>
              <a:gd name="connsiteX121270" fmla="*/ 241490 w 2119654"/>
              <a:gd name="connsiteY121270" fmla="*/ 1038549 h 2398711"/>
              <a:gd name="connsiteX121271" fmla="*/ 246554 w 2119654"/>
              <a:gd name="connsiteY121271" fmla="*/ 1043121 h 2398711"/>
              <a:gd name="connsiteX121272" fmla="*/ 242999 w 2119654"/>
              <a:gd name="connsiteY121272" fmla="*/ 1038617 h 2398711"/>
              <a:gd name="connsiteX121273" fmla="*/ 364414 w 2119654"/>
              <a:gd name="connsiteY121273" fmla="*/ 755736 h 2398711"/>
              <a:gd name="connsiteX121274" fmla="*/ 364355 w 2119654"/>
              <a:gd name="connsiteY121274" fmla="*/ 755987 h 2398711"/>
              <a:gd name="connsiteX121275" fmla="*/ 364613 w 2119654"/>
              <a:gd name="connsiteY121275" fmla="*/ 756063 h 2398711"/>
              <a:gd name="connsiteX121276" fmla="*/ 364516 w 2119654"/>
              <a:gd name="connsiteY121276" fmla="*/ 755767 h 2398711"/>
              <a:gd name="connsiteX121277" fmla="*/ 379395 w 2119654"/>
              <a:gd name="connsiteY121277" fmla="*/ 721758 h 2398711"/>
              <a:gd name="connsiteX121278" fmla="*/ 380340 w 2119654"/>
              <a:gd name="connsiteY121278" fmla="*/ 725617 h 2398711"/>
              <a:gd name="connsiteX121279" fmla="*/ 386929 w 2119654"/>
              <a:gd name="connsiteY121279" fmla="*/ 735626 h 2398711"/>
              <a:gd name="connsiteX121280" fmla="*/ 387648 w 2119654"/>
              <a:gd name="connsiteY121280" fmla="*/ 736581 h 2398711"/>
              <a:gd name="connsiteX121281" fmla="*/ 388866 w 2119654"/>
              <a:gd name="connsiteY121281" fmla="*/ 730349 h 2398711"/>
              <a:gd name="connsiteX121282" fmla="*/ 387853 w 2119654"/>
              <a:gd name="connsiteY121282" fmla="*/ 726005 h 2398711"/>
              <a:gd name="connsiteX121283" fmla="*/ 386843 w 2119654"/>
              <a:gd name="connsiteY121283" fmla="*/ 724496 h 2398711"/>
              <a:gd name="connsiteX121284" fmla="*/ 385646 w 2119654"/>
              <a:gd name="connsiteY121284" fmla="*/ 723853 h 2398711"/>
              <a:gd name="connsiteX121285" fmla="*/ 339052 w 2119654"/>
              <a:gd name="connsiteY121285" fmla="*/ 811523 h 2398711"/>
              <a:gd name="connsiteX121286" fmla="*/ 340405 w 2119654"/>
              <a:gd name="connsiteY121286" fmla="*/ 818162 h 2398711"/>
              <a:gd name="connsiteX121287" fmla="*/ 341403 w 2119654"/>
              <a:gd name="connsiteY121287" fmla="*/ 818641 h 2398711"/>
              <a:gd name="connsiteX121288" fmla="*/ 362428 w 2119654"/>
              <a:gd name="connsiteY121288" fmla="*/ 758945 h 2398711"/>
              <a:gd name="connsiteX121289" fmla="*/ 362327 w 2119654"/>
              <a:gd name="connsiteY121289" fmla="*/ 761380 h 2398711"/>
              <a:gd name="connsiteX121290" fmla="*/ 362378 w 2119654"/>
              <a:gd name="connsiteY121290" fmla="*/ 761412 h 2398711"/>
              <a:gd name="connsiteX121291" fmla="*/ 362929 w 2119654"/>
              <a:gd name="connsiteY121291" fmla="*/ 759091 h 2398711"/>
              <a:gd name="connsiteX121292" fmla="*/ 504212 w 2119654"/>
              <a:gd name="connsiteY121292" fmla="*/ 441423 h 2398711"/>
              <a:gd name="connsiteX121293" fmla="*/ 504283 w 2119654"/>
              <a:gd name="connsiteY121293" fmla="*/ 443047 h 2398711"/>
              <a:gd name="connsiteX121294" fmla="*/ 522261 w 2119654"/>
              <a:gd name="connsiteY121294" fmla="*/ 453770 h 2398711"/>
              <a:gd name="connsiteX121295" fmla="*/ 522283 w 2119654"/>
              <a:gd name="connsiteY121295" fmla="*/ 453246 h 2398711"/>
              <a:gd name="connsiteX121296" fmla="*/ 415336 w 2119654"/>
              <a:gd name="connsiteY121296" fmla="*/ 640359 h 2398711"/>
              <a:gd name="connsiteX121297" fmla="*/ 417349 w 2119654"/>
              <a:gd name="connsiteY121297" fmla="*/ 653156 h 2398711"/>
              <a:gd name="connsiteX121298" fmla="*/ 419263 w 2119654"/>
              <a:gd name="connsiteY121298" fmla="*/ 653418 h 2398711"/>
              <a:gd name="connsiteX121299" fmla="*/ 416752 w 2119654"/>
              <a:gd name="connsiteY121299" fmla="*/ 643198 h 2398711"/>
              <a:gd name="connsiteX121300" fmla="*/ 416297 w 2119654"/>
              <a:gd name="connsiteY121300" fmla="*/ 640959 h 2398711"/>
              <a:gd name="connsiteX121301" fmla="*/ 415740 w 2119654"/>
              <a:gd name="connsiteY121301" fmla="*/ 640500 h 2398711"/>
              <a:gd name="connsiteX121302" fmla="*/ 471168 w 2119654"/>
              <a:gd name="connsiteY121302" fmla="*/ 515295 h 2398711"/>
              <a:gd name="connsiteX121303" fmla="*/ 470595 w 2119654"/>
              <a:gd name="connsiteY121303" fmla="*/ 533424 h 2398711"/>
              <a:gd name="connsiteX121304" fmla="*/ 471350 w 2119654"/>
              <a:gd name="connsiteY121304" fmla="*/ 535061 h 2398711"/>
              <a:gd name="connsiteX121305" fmla="*/ 472416 w 2119654"/>
              <a:gd name="connsiteY121305" fmla="*/ 535739 h 2398711"/>
              <a:gd name="connsiteX121306" fmla="*/ 472305 w 2119654"/>
              <a:gd name="connsiteY121306" fmla="*/ 528202 h 2398711"/>
              <a:gd name="connsiteX121307" fmla="*/ 472276 w 2119654"/>
              <a:gd name="connsiteY121307" fmla="*/ 515632 h 2398711"/>
              <a:gd name="connsiteX121308" fmla="*/ 333715 w 2119654"/>
              <a:gd name="connsiteY121308" fmla="*/ 822982 h 2398711"/>
              <a:gd name="connsiteX121309" fmla="*/ 333095 w 2119654"/>
              <a:gd name="connsiteY121309" fmla="*/ 827651 h 2398711"/>
              <a:gd name="connsiteX121310" fmla="*/ 337822 w 2119654"/>
              <a:gd name="connsiteY121310" fmla="*/ 833131 h 2398711"/>
              <a:gd name="connsiteX121311" fmla="*/ 343823 w 2119654"/>
              <a:gd name="connsiteY121311" fmla="*/ 839552 h 2398711"/>
              <a:gd name="connsiteX121312" fmla="*/ 343960 w 2119654"/>
              <a:gd name="connsiteY121312" fmla="*/ 838977 h 2398711"/>
              <a:gd name="connsiteX121313" fmla="*/ 341536 w 2119654"/>
              <a:gd name="connsiteY121313" fmla="*/ 827080 h 2398711"/>
              <a:gd name="connsiteX121314" fmla="*/ 341278 w 2119654"/>
              <a:gd name="connsiteY121314" fmla="*/ 826612 h 2398711"/>
              <a:gd name="connsiteX121315" fmla="*/ 314617 w 2119654"/>
              <a:gd name="connsiteY121315" fmla="*/ 865699 h 2398711"/>
              <a:gd name="connsiteX121316" fmla="*/ 314423 w 2119654"/>
              <a:gd name="connsiteY121316" fmla="*/ 871834 h 2398711"/>
              <a:gd name="connsiteX121317" fmla="*/ 317175 w 2119654"/>
              <a:gd name="connsiteY121317" fmla="*/ 872446 h 2398711"/>
              <a:gd name="connsiteX121318" fmla="*/ 474590 w 2119654"/>
              <a:gd name="connsiteY121318" fmla="*/ 507181 h 2398711"/>
              <a:gd name="connsiteX121319" fmla="*/ 474666 w 2119654"/>
              <a:gd name="connsiteY121319" fmla="*/ 515662 h 2398711"/>
              <a:gd name="connsiteX121320" fmla="*/ 487244 w 2119654"/>
              <a:gd name="connsiteY121320" fmla="*/ 519503 h 2398711"/>
              <a:gd name="connsiteX121321" fmla="*/ 487240 w 2119654"/>
              <a:gd name="connsiteY121321" fmla="*/ 517524 h 2398711"/>
              <a:gd name="connsiteX121322" fmla="*/ 387934 w 2119654"/>
              <a:gd name="connsiteY121322" fmla="*/ 700921 h 2398711"/>
              <a:gd name="connsiteX121323" fmla="*/ 392327 w 2119654"/>
              <a:gd name="connsiteY121323" fmla="*/ 712500 h 2398711"/>
              <a:gd name="connsiteX121324" fmla="*/ 392356 w 2119654"/>
              <a:gd name="connsiteY121324" fmla="*/ 712509 h 2398711"/>
              <a:gd name="connsiteX121325" fmla="*/ 394150 w 2119654"/>
              <a:gd name="connsiteY121325" fmla="*/ 703342 h 2398711"/>
              <a:gd name="connsiteX121326" fmla="*/ 393999 w 2119654"/>
              <a:gd name="connsiteY121326" fmla="*/ 702772 h 2398711"/>
              <a:gd name="connsiteX121327" fmla="*/ 409020 w 2119654"/>
              <a:gd name="connsiteY121327" fmla="*/ 653703 h 2398711"/>
              <a:gd name="connsiteX121328" fmla="*/ 409393 w 2119654"/>
              <a:gd name="connsiteY121328" fmla="*/ 658165 h 2398711"/>
              <a:gd name="connsiteX121329" fmla="*/ 410457 w 2119654"/>
              <a:gd name="connsiteY121329" fmla="*/ 663392 h 2398711"/>
              <a:gd name="connsiteX121330" fmla="*/ 411143 w 2119654"/>
              <a:gd name="connsiteY121330" fmla="*/ 653815 h 2398711"/>
              <a:gd name="connsiteX121331" fmla="*/ 365560 w 2119654"/>
              <a:gd name="connsiteY121331" fmla="*/ 750917 h 2398711"/>
              <a:gd name="connsiteX121332" fmla="*/ 365017 w 2119654"/>
              <a:gd name="connsiteY121332" fmla="*/ 753201 h 2398711"/>
              <a:gd name="connsiteX121333" fmla="*/ 365935 w 2119654"/>
              <a:gd name="connsiteY121333" fmla="*/ 755428 h 2398711"/>
              <a:gd name="connsiteX121334" fmla="*/ 370744 w 2119654"/>
              <a:gd name="connsiteY121334" fmla="*/ 756926 h 2398711"/>
              <a:gd name="connsiteX121335" fmla="*/ 300768 w 2119654"/>
              <a:gd name="connsiteY121335" fmla="*/ 895986 h 2398711"/>
              <a:gd name="connsiteX121336" fmla="*/ 302089 w 2119654"/>
              <a:gd name="connsiteY121336" fmla="*/ 898351 h 2398711"/>
              <a:gd name="connsiteX121337" fmla="*/ 301832 w 2119654"/>
              <a:gd name="connsiteY121337" fmla="*/ 896318 h 2398711"/>
              <a:gd name="connsiteX121338" fmla="*/ 323245 w 2119654"/>
              <a:gd name="connsiteY121338" fmla="*/ 845342 h 2398711"/>
              <a:gd name="connsiteX121339" fmla="*/ 323924 w 2119654"/>
              <a:gd name="connsiteY121339" fmla="*/ 861721 h 2398711"/>
              <a:gd name="connsiteX121340" fmla="*/ 325402 w 2119654"/>
              <a:gd name="connsiteY121340" fmla="*/ 850583 h 2398711"/>
              <a:gd name="connsiteX121341" fmla="*/ 328210 w 2119654"/>
              <a:gd name="connsiteY121341" fmla="*/ 834168 h 2398711"/>
              <a:gd name="connsiteX121342" fmla="*/ 328289 w 2119654"/>
              <a:gd name="connsiteY121342" fmla="*/ 834299 h 2398711"/>
              <a:gd name="connsiteX121343" fmla="*/ 328306 w 2119654"/>
              <a:gd name="connsiteY121343" fmla="*/ 834210 h 2398711"/>
              <a:gd name="connsiteX121344" fmla="*/ 365810 w 2119654"/>
              <a:gd name="connsiteY121344" fmla="*/ 749862 h 2398711"/>
              <a:gd name="connsiteX121345" fmla="*/ 365642 w 2119654"/>
              <a:gd name="connsiteY121345" fmla="*/ 750569 h 2398711"/>
              <a:gd name="connsiteX121346" fmla="*/ 371265 w 2119654"/>
              <a:gd name="connsiteY121346" fmla="*/ 757089 h 2398711"/>
              <a:gd name="connsiteX121347" fmla="*/ 373130 w 2119654"/>
              <a:gd name="connsiteY121347" fmla="*/ 757670 h 2398711"/>
              <a:gd name="connsiteX121348" fmla="*/ 373307 w 2119654"/>
              <a:gd name="connsiteY121348" fmla="*/ 752115 h 2398711"/>
              <a:gd name="connsiteX121349" fmla="*/ 368245 w 2119654"/>
              <a:gd name="connsiteY121349" fmla="*/ 750569 h 2398711"/>
              <a:gd name="connsiteX121350" fmla="*/ 408043 w 2119654"/>
              <a:gd name="connsiteY121350" fmla="*/ 654900 h 2398711"/>
              <a:gd name="connsiteX121351" fmla="*/ 407551 w 2119654"/>
              <a:gd name="connsiteY121351" fmla="*/ 666849 h 2398711"/>
              <a:gd name="connsiteX121352" fmla="*/ 409789 w 2119654"/>
              <a:gd name="connsiteY121352" fmla="*/ 668700 h 2398711"/>
              <a:gd name="connsiteX121353" fmla="*/ 409049 w 2119654"/>
              <a:gd name="connsiteY121353" fmla="*/ 659837 h 2398711"/>
              <a:gd name="connsiteX121354" fmla="*/ 278646 w 2119654"/>
              <a:gd name="connsiteY121354" fmla="*/ 944641 h 2398711"/>
              <a:gd name="connsiteX121355" fmla="*/ 280308 w 2119654"/>
              <a:gd name="connsiteY121355" fmla="*/ 948559 h 2398711"/>
              <a:gd name="connsiteX121356" fmla="*/ 281123 w 2119654"/>
              <a:gd name="connsiteY121356" fmla="*/ 950324 h 2398711"/>
              <a:gd name="connsiteX121357" fmla="*/ 291243 w 2119654"/>
              <a:gd name="connsiteY121357" fmla="*/ 965979 h 2398711"/>
              <a:gd name="connsiteX121358" fmla="*/ 290820 w 2119654"/>
              <a:gd name="connsiteY121358" fmla="*/ 962968 h 2398711"/>
              <a:gd name="connsiteX121359" fmla="*/ 284731 w 2119654"/>
              <a:gd name="connsiteY121359" fmla="*/ 951635 h 2398711"/>
              <a:gd name="connsiteX121360" fmla="*/ 281535 w 2119654"/>
              <a:gd name="connsiteY121360" fmla="*/ 945491 h 2398711"/>
              <a:gd name="connsiteX121361" fmla="*/ 256593 w 2119654"/>
              <a:gd name="connsiteY121361" fmla="*/ 993950 h 2398711"/>
              <a:gd name="connsiteX121362" fmla="*/ 257666 w 2119654"/>
              <a:gd name="connsiteY121362" fmla="*/ 996582 h 2398711"/>
              <a:gd name="connsiteX121363" fmla="*/ 259020 w 2119654"/>
              <a:gd name="connsiteY121363" fmla="*/ 998905 h 2398711"/>
              <a:gd name="connsiteX121364" fmla="*/ 257780 w 2119654"/>
              <a:gd name="connsiteY121364" fmla="*/ 995299 h 2398711"/>
              <a:gd name="connsiteX121365" fmla="*/ 256617 w 2119654"/>
              <a:gd name="connsiteY121365" fmla="*/ 993977 h 2398711"/>
              <a:gd name="connsiteX121366" fmla="*/ 408478 w 2119654"/>
              <a:gd name="connsiteY121366" fmla="*/ 653675 h 2398711"/>
              <a:gd name="connsiteX121367" fmla="*/ 408572 w 2119654"/>
              <a:gd name="connsiteY121367" fmla="*/ 654137 h 2398711"/>
              <a:gd name="connsiteX121368" fmla="*/ 408534 w 2119654"/>
              <a:gd name="connsiteY121368" fmla="*/ 653678 h 2398711"/>
              <a:gd name="connsiteX121369" fmla="*/ 297358 w 2119654"/>
              <a:gd name="connsiteY121369" fmla="*/ 902455 h 2398711"/>
              <a:gd name="connsiteX121370" fmla="*/ 307411 w 2119654"/>
              <a:gd name="connsiteY121370" fmla="*/ 925912 h 2398711"/>
              <a:gd name="connsiteX121371" fmla="*/ 304332 w 2119654"/>
              <a:gd name="connsiteY121371" fmla="*/ 910631 h 2398711"/>
              <a:gd name="connsiteX121372" fmla="*/ 408910 w 2119654"/>
              <a:gd name="connsiteY121372" fmla="*/ 652398 h 2398711"/>
              <a:gd name="connsiteX121373" fmla="*/ 408973 w 2119654"/>
              <a:gd name="connsiteY121373" fmla="*/ 653143 h 2398711"/>
              <a:gd name="connsiteX121374" fmla="*/ 411183 w 2119654"/>
              <a:gd name="connsiteY121374" fmla="*/ 653261 h 2398711"/>
              <a:gd name="connsiteX121375" fmla="*/ 411222 w 2119654"/>
              <a:gd name="connsiteY121375" fmla="*/ 652715 h 2398711"/>
              <a:gd name="connsiteX121376" fmla="*/ 394216 w 2119654"/>
              <a:gd name="connsiteY121376" fmla="*/ 685060 h 2398711"/>
              <a:gd name="connsiteX121377" fmla="*/ 396413 w 2119654"/>
              <a:gd name="connsiteY121377" fmla="*/ 686715 h 2398711"/>
              <a:gd name="connsiteX121378" fmla="*/ 396138 w 2119654"/>
              <a:gd name="connsiteY121378" fmla="*/ 685551 h 2398711"/>
              <a:gd name="connsiteX121379" fmla="*/ 433933 w 2119654"/>
              <a:gd name="connsiteY121379" fmla="*/ 596017 h 2398711"/>
              <a:gd name="connsiteX121380" fmla="*/ 434870 w 2119654"/>
              <a:gd name="connsiteY121380" fmla="*/ 603171 h 2398711"/>
              <a:gd name="connsiteX121381" fmla="*/ 438784 w 2119654"/>
              <a:gd name="connsiteY121381" fmla="*/ 603952 h 2398711"/>
              <a:gd name="connsiteX121382" fmla="*/ 435137 w 2119654"/>
              <a:gd name="connsiteY121382" fmla="*/ 596383 h 2398711"/>
              <a:gd name="connsiteX121383" fmla="*/ 235831 w 2119654"/>
              <a:gd name="connsiteY121383" fmla="*/ 1039509 h 2398711"/>
              <a:gd name="connsiteX121384" fmla="*/ 238475 w 2119654"/>
              <a:gd name="connsiteY121384" fmla="*/ 1052623 h 2398711"/>
              <a:gd name="connsiteX121385" fmla="*/ 245067 w 2119654"/>
              <a:gd name="connsiteY121385" fmla="*/ 1058774 h 2398711"/>
              <a:gd name="connsiteX121386" fmla="*/ 243919 w 2119654"/>
              <a:gd name="connsiteY121386" fmla="*/ 1056323 h 2398711"/>
              <a:gd name="connsiteX121387" fmla="*/ 241808 w 2119654"/>
              <a:gd name="connsiteY121387" fmla="*/ 1050793 h 2398711"/>
              <a:gd name="connsiteX121388" fmla="*/ 287253 w 2119654"/>
              <a:gd name="connsiteY121388" fmla="*/ 924128 h 2398711"/>
              <a:gd name="connsiteX121389" fmla="*/ 287483 w 2119654"/>
              <a:gd name="connsiteY121389" fmla="*/ 926424 h 2398711"/>
              <a:gd name="connsiteX121390" fmla="*/ 287525 w 2119654"/>
              <a:gd name="connsiteY121390" fmla="*/ 926571 h 2398711"/>
              <a:gd name="connsiteX121391" fmla="*/ 289608 w 2119654"/>
              <a:gd name="connsiteY121391" fmla="*/ 928569 h 2398711"/>
              <a:gd name="connsiteX121392" fmla="*/ 289233 w 2119654"/>
              <a:gd name="connsiteY121392" fmla="*/ 926486 h 2398711"/>
              <a:gd name="connsiteX121393" fmla="*/ 362584 w 2119654"/>
              <a:gd name="connsiteY121393" fmla="*/ 755164 h 2398711"/>
              <a:gd name="connsiteX121394" fmla="*/ 362571 w 2119654"/>
              <a:gd name="connsiteY121394" fmla="*/ 755463 h 2398711"/>
              <a:gd name="connsiteX121395" fmla="*/ 363741 w 2119654"/>
              <a:gd name="connsiteY121395" fmla="*/ 755806 h 2398711"/>
              <a:gd name="connsiteX121396" fmla="*/ 363807 w 2119654"/>
              <a:gd name="connsiteY121396" fmla="*/ 755546 h 2398711"/>
              <a:gd name="connsiteX121397" fmla="*/ 307181 w 2119654"/>
              <a:gd name="connsiteY121397" fmla="*/ 878922 h 2398711"/>
              <a:gd name="connsiteX121398" fmla="*/ 310618 w 2119654"/>
              <a:gd name="connsiteY121398" fmla="*/ 890845 h 2398711"/>
              <a:gd name="connsiteX121399" fmla="*/ 308293 w 2119654"/>
              <a:gd name="connsiteY121399" fmla="*/ 880792 h 2398711"/>
              <a:gd name="connsiteX121400" fmla="*/ 315301 w 2119654"/>
              <a:gd name="connsiteY121400" fmla="*/ 860467 h 2398711"/>
              <a:gd name="connsiteX121401" fmla="*/ 319610 w 2119654"/>
              <a:gd name="connsiteY121401" fmla="*/ 872989 h 2398711"/>
              <a:gd name="connsiteX121402" fmla="*/ 320663 w 2119654"/>
              <a:gd name="connsiteY121402" fmla="*/ 873224 h 2398711"/>
              <a:gd name="connsiteX121403" fmla="*/ 320652 w 2119654"/>
              <a:gd name="connsiteY121403" fmla="*/ 872938 h 2398711"/>
              <a:gd name="connsiteX121404" fmla="*/ 319581 w 2119654"/>
              <a:gd name="connsiteY121404" fmla="*/ 863814 h 2398711"/>
              <a:gd name="connsiteX121405" fmla="*/ 364771 w 2119654"/>
              <a:gd name="connsiteY121405" fmla="*/ 749560 h 2398711"/>
              <a:gd name="connsiteX121406" fmla="*/ 365192 w 2119654"/>
              <a:gd name="connsiteY121406" fmla="*/ 750046 h 2398711"/>
              <a:gd name="connsiteX121407" fmla="*/ 365276 w 2119654"/>
              <a:gd name="connsiteY121407" fmla="*/ 749707 h 2398711"/>
              <a:gd name="connsiteX121408" fmla="*/ 408196 w 2119654"/>
              <a:gd name="connsiteY121408" fmla="*/ 652299 h 2398711"/>
              <a:gd name="connsiteX121409" fmla="*/ 408362 w 2119654"/>
              <a:gd name="connsiteY121409" fmla="*/ 653111 h 2398711"/>
              <a:gd name="connsiteX121410" fmla="*/ 408487 w 2119654"/>
              <a:gd name="connsiteY121410" fmla="*/ 653118 h 2398711"/>
              <a:gd name="connsiteX121411" fmla="*/ 408421 w 2119654"/>
              <a:gd name="connsiteY121411" fmla="*/ 652331 h 2398711"/>
              <a:gd name="connsiteX121412" fmla="*/ 158232 w 2119654"/>
              <a:gd name="connsiteY121412" fmla="*/ 1211747 h 2398711"/>
              <a:gd name="connsiteX121413" fmla="*/ 160792 w 2119654"/>
              <a:gd name="connsiteY121413" fmla="*/ 1219348 h 2398711"/>
              <a:gd name="connsiteX121414" fmla="*/ 170876 w 2119654"/>
              <a:gd name="connsiteY121414" fmla="*/ 1245755 h 2398711"/>
              <a:gd name="connsiteX121415" fmla="*/ 173859 w 2119654"/>
              <a:gd name="connsiteY121415" fmla="*/ 1247829 h 2398711"/>
              <a:gd name="connsiteX121416" fmla="*/ 193434 w 2119654"/>
              <a:gd name="connsiteY121416" fmla="*/ 1260293 h 2398711"/>
              <a:gd name="connsiteX121417" fmla="*/ 185661 w 2119654"/>
              <a:gd name="connsiteY121417" fmla="*/ 1237215 h 2398711"/>
              <a:gd name="connsiteX121418" fmla="*/ 344890 w 2119654"/>
              <a:gd name="connsiteY121418" fmla="*/ 793716 h 2398711"/>
              <a:gd name="connsiteX121419" fmla="*/ 345094 w 2119654"/>
              <a:gd name="connsiteY121419" fmla="*/ 802855 h 2398711"/>
              <a:gd name="connsiteX121420" fmla="*/ 347009 w 2119654"/>
              <a:gd name="connsiteY121420" fmla="*/ 806528 h 2398711"/>
              <a:gd name="connsiteX121421" fmla="*/ 347248 w 2119654"/>
              <a:gd name="connsiteY121421" fmla="*/ 802175 h 2398711"/>
              <a:gd name="connsiteX121422" fmla="*/ 346462 w 2119654"/>
              <a:gd name="connsiteY121422" fmla="*/ 795454 h 2398711"/>
              <a:gd name="connsiteX121423" fmla="*/ 345274 w 2119654"/>
              <a:gd name="connsiteY121423" fmla="*/ 793871 h 2398711"/>
              <a:gd name="connsiteX121424" fmla="*/ 345269 w 2119654"/>
              <a:gd name="connsiteY121424" fmla="*/ 793864 h 2398711"/>
              <a:gd name="connsiteX121425" fmla="*/ 408746 w 2119654"/>
              <a:gd name="connsiteY121425" fmla="*/ 650430 h 2398711"/>
              <a:gd name="connsiteX121426" fmla="*/ 408876 w 2119654"/>
              <a:gd name="connsiteY121426" fmla="*/ 651990 h 2398711"/>
              <a:gd name="connsiteX121427" fmla="*/ 411251 w 2119654"/>
              <a:gd name="connsiteY121427" fmla="*/ 652316 h 2398711"/>
              <a:gd name="connsiteX121428" fmla="*/ 411299 w 2119654"/>
              <a:gd name="connsiteY121428" fmla="*/ 651638 h 2398711"/>
              <a:gd name="connsiteX121429" fmla="*/ 344880 w 2119654"/>
              <a:gd name="connsiteY121429" fmla="*/ 793272 h 2398711"/>
              <a:gd name="connsiteX121430" fmla="*/ 344884 w 2119654"/>
              <a:gd name="connsiteY121430" fmla="*/ 793456 h 2398711"/>
              <a:gd name="connsiteX121431" fmla="*/ 345041 w 2119654"/>
              <a:gd name="connsiteY121431" fmla="*/ 793517 h 2398711"/>
              <a:gd name="connsiteX121432" fmla="*/ 314814 w 2119654"/>
              <a:gd name="connsiteY121432" fmla="*/ 860086 h 2398711"/>
              <a:gd name="connsiteX121433" fmla="*/ 314781 w 2119654"/>
              <a:gd name="connsiteY121433" fmla="*/ 860540 h 2398711"/>
              <a:gd name="connsiteX121434" fmla="*/ 314658 w 2119654"/>
              <a:gd name="connsiteY121434" fmla="*/ 864408 h 2398711"/>
              <a:gd name="connsiteX121435" fmla="*/ 317756 w 2119654"/>
              <a:gd name="connsiteY121435" fmla="*/ 872576 h 2398711"/>
              <a:gd name="connsiteX121436" fmla="*/ 319255 w 2119654"/>
              <a:gd name="connsiteY121436" fmla="*/ 872909 h 2398711"/>
              <a:gd name="connsiteX121437" fmla="*/ 318346 w 2119654"/>
              <a:gd name="connsiteY121437" fmla="*/ 870268 h 2398711"/>
              <a:gd name="connsiteX121438" fmla="*/ 315058 w 2119654"/>
              <a:gd name="connsiteY121438" fmla="*/ 860277 h 2398711"/>
              <a:gd name="connsiteX121439" fmla="*/ 277168 w 2119654"/>
              <a:gd name="connsiteY121439" fmla="*/ 944206 h 2398711"/>
              <a:gd name="connsiteX121440" fmla="*/ 278548 w 2119654"/>
              <a:gd name="connsiteY121440" fmla="*/ 946341 h 2398711"/>
              <a:gd name="connsiteX121441" fmla="*/ 277711 w 2119654"/>
              <a:gd name="connsiteY121441" fmla="*/ 944366 h 2398711"/>
              <a:gd name="connsiteX121442" fmla="*/ 236755 w 2119654"/>
              <a:gd name="connsiteY121442" fmla="*/ 1034681 h 2398711"/>
              <a:gd name="connsiteX121443" fmla="*/ 239189 w 2119654"/>
              <a:gd name="connsiteY121443" fmla="*/ 1041054 h 2398711"/>
              <a:gd name="connsiteX121444" fmla="*/ 239657 w 2119654"/>
              <a:gd name="connsiteY121444" fmla="*/ 1042055 h 2398711"/>
              <a:gd name="connsiteX121445" fmla="*/ 239606 w 2119654"/>
              <a:gd name="connsiteY121445" fmla="*/ 1041711 h 2398711"/>
              <a:gd name="connsiteX121446" fmla="*/ 242527 w 2119654"/>
              <a:gd name="connsiteY121446" fmla="*/ 1043994 h 2398711"/>
              <a:gd name="connsiteX121447" fmla="*/ 242066 w 2119654"/>
              <a:gd name="connsiteY121447" fmla="*/ 1042376 h 2398711"/>
              <a:gd name="connsiteX121448" fmla="*/ 241490 w 2119654"/>
              <a:gd name="connsiteY121448" fmla="*/ 1041015 h 2398711"/>
              <a:gd name="connsiteX121449" fmla="*/ 240219 w 2119654"/>
              <a:gd name="connsiteY121449" fmla="*/ 1037898 h 2398711"/>
              <a:gd name="connsiteX121450" fmla="*/ 314846 w 2119654"/>
              <a:gd name="connsiteY121450" fmla="*/ 859635 h 2398711"/>
              <a:gd name="connsiteX121451" fmla="*/ 314839 w 2119654"/>
              <a:gd name="connsiteY121451" fmla="*/ 859719 h 2398711"/>
              <a:gd name="connsiteX121452" fmla="*/ 314886 w 2119654"/>
              <a:gd name="connsiteY121452" fmla="*/ 859754 h 2398711"/>
              <a:gd name="connsiteX121453" fmla="*/ 334785 w 2119654"/>
              <a:gd name="connsiteY121453" fmla="*/ 814907 h 2398711"/>
              <a:gd name="connsiteX121454" fmla="*/ 334776 w 2119654"/>
              <a:gd name="connsiteY121454" fmla="*/ 814974 h 2398711"/>
              <a:gd name="connsiteX121455" fmla="*/ 334843 w 2119654"/>
              <a:gd name="connsiteY121455" fmla="*/ 815012 h 2398711"/>
              <a:gd name="connsiteX121456" fmla="*/ 472796 w 2119654"/>
              <a:gd name="connsiteY121456" fmla="*/ 505715 h 2398711"/>
              <a:gd name="connsiteX121457" fmla="*/ 472913 w 2119654"/>
              <a:gd name="connsiteY121457" fmla="*/ 515126 h 2398711"/>
              <a:gd name="connsiteX121458" fmla="*/ 474449 w 2119654"/>
              <a:gd name="connsiteY121458" fmla="*/ 515595 h 2398711"/>
              <a:gd name="connsiteX121459" fmla="*/ 474372 w 2119654"/>
              <a:gd name="connsiteY121459" fmla="*/ 507002 h 2398711"/>
              <a:gd name="connsiteX121460" fmla="*/ 472824 w 2119654"/>
              <a:gd name="connsiteY121460" fmla="*/ 505735 h 2398711"/>
              <a:gd name="connsiteX121461" fmla="*/ 255335 w 2119654"/>
              <a:gd name="connsiteY121461" fmla="*/ 992578 h 2398711"/>
              <a:gd name="connsiteX121462" fmla="*/ 256751 w 2119654"/>
              <a:gd name="connsiteY121462" fmla="*/ 995010 h 2398711"/>
              <a:gd name="connsiteX121463" fmla="*/ 256068 w 2119654"/>
              <a:gd name="connsiteY121463" fmla="*/ 993337 h 2398711"/>
              <a:gd name="connsiteX121464" fmla="*/ 255664 w 2119654"/>
              <a:gd name="connsiteY121464" fmla="*/ 992865 h 2398711"/>
              <a:gd name="connsiteX121465" fmla="*/ 408238 w 2119654"/>
              <a:gd name="connsiteY121465" fmla="*/ 650189 h 2398711"/>
              <a:gd name="connsiteX121466" fmla="*/ 408167 w 2119654"/>
              <a:gd name="connsiteY121466" fmla="*/ 651893 h 2398711"/>
              <a:gd name="connsiteX121467" fmla="*/ 408387 w 2119654"/>
              <a:gd name="connsiteY121467" fmla="*/ 651923 h 2398711"/>
              <a:gd name="connsiteX121468" fmla="*/ 408242 w 2119654"/>
              <a:gd name="connsiteY121468" fmla="*/ 650191 h 2398711"/>
              <a:gd name="connsiteX121469" fmla="*/ 395204 w 2119654"/>
              <a:gd name="connsiteY121469" fmla="*/ 679042 h 2398711"/>
              <a:gd name="connsiteX121470" fmla="*/ 396578 w 2119654"/>
              <a:gd name="connsiteY121470" fmla="*/ 684523 h 2398711"/>
              <a:gd name="connsiteX121471" fmla="*/ 397769 w 2119654"/>
              <a:gd name="connsiteY121471" fmla="*/ 684856 h 2398711"/>
              <a:gd name="connsiteX121472" fmla="*/ 398592 w 2119654"/>
              <a:gd name="connsiteY121472" fmla="*/ 680646 h 2398711"/>
              <a:gd name="connsiteX121473" fmla="*/ 433550 w 2119654"/>
              <a:gd name="connsiteY121473" fmla="*/ 593088 h 2398711"/>
              <a:gd name="connsiteX121474" fmla="*/ 433890 w 2119654"/>
              <a:gd name="connsiteY121474" fmla="*/ 595694 h 2398711"/>
              <a:gd name="connsiteX121475" fmla="*/ 434961 w 2119654"/>
              <a:gd name="connsiteY121475" fmla="*/ 596019 h 2398711"/>
              <a:gd name="connsiteX121476" fmla="*/ 370405 w 2119654"/>
              <a:gd name="connsiteY121476" fmla="*/ 734171 h 2398711"/>
              <a:gd name="connsiteX121477" fmla="*/ 373483 w 2119654"/>
              <a:gd name="connsiteY121477" fmla="*/ 746552 h 2398711"/>
              <a:gd name="connsiteX121478" fmla="*/ 373654 w 2119654"/>
              <a:gd name="connsiteY121478" fmla="*/ 741138 h 2398711"/>
              <a:gd name="connsiteX121479" fmla="*/ 325220 w 2119654"/>
              <a:gd name="connsiteY121479" fmla="*/ 835178 h 2398711"/>
              <a:gd name="connsiteX121480" fmla="*/ 326418 w 2119654"/>
              <a:gd name="connsiteY121480" fmla="*/ 843861 h 2398711"/>
              <a:gd name="connsiteX121481" fmla="*/ 327149 w 2119654"/>
              <a:gd name="connsiteY121481" fmla="*/ 840128 h 2398711"/>
              <a:gd name="connsiteX121482" fmla="*/ 435930 w 2119654"/>
              <a:gd name="connsiteY121482" fmla="*/ 586888 h 2398711"/>
              <a:gd name="connsiteX121483" fmla="*/ 441682 w 2119654"/>
              <a:gd name="connsiteY121483" fmla="*/ 598057 h 2398711"/>
              <a:gd name="connsiteX121484" fmla="*/ 443498 w 2119654"/>
              <a:gd name="connsiteY121484" fmla="*/ 598608 h 2398711"/>
              <a:gd name="connsiteX121485" fmla="*/ 444564 w 2119654"/>
              <a:gd name="connsiteY121485" fmla="*/ 592367 h 2398711"/>
              <a:gd name="connsiteX121486" fmla="*/ 440284 w 2119654"/>
              <a:gd name="connsiteY121486" fmla="*/ 589530 h 2398711"/>
              <a:gd name="connsiteX121487" fmla="*/ 412469 w 2119654"/>
              <a:gd name="connsiteY121487" fmla="*/ 639363 h 2398711"/>
              <a:gd name="connsiteX121488" fmla="*/ 411647 w 2119654"/>
              <a:gd name="connsiteY121488" fmla="*/ 650825 h 2398711"/>
              <a:gd name="connsiteX121489" fmla="*/ 416187 w 2119654"/>
              <a:gd name="connsiteY121489" fmla="*/ 652996 h 2398711"/>
              <a:gd name="connsiteX121490" fmla="*/ 416285 w 2119654"/>
              <a:gd name="connsiteY121490" fmla="*/ 653009 h 2398711"/>
              <a:gd name="connsiteX121491" fmla="*/ 414236 w 2119654"/>
              <a:gd name="connsiteY121491" fmla="*/ 639977 h 2398711"/>
              <a:gd name="connsiteX121492" fmla="*/ 406121 w 2119654"/>
              <a:gd name="connsiteY121492" fmla="*/ 653550 h 2398711"/>
              <a:gd name="connsiteX121493" fmla="*/ 405455 w 2119654"/>
              <a:gd name="connsiteY121493" fmla="*/ 665117 h 2398711"/>
              <a:gd name="connsiteX121494" fmla="*/ 406900 w 2119654"/>
              <a:gd name="connsiteY121494" fmla="*/ 666312 h 2398711"/>
              <a:gd name="connsiteX121495" fmla="*/ 407425 w 2119654"/>
              <a:gd name="connsiteY121495" fmla="*/ 653619 h 2398711"/>
              <a:gd name="connsiteX121496" fmla="*/ 362778 w 2119654"/>
              <a:gd name="connsiteY121496" fmla="*/ 750479 h 2398711"/>
              <a:gd name="connsiteX121497" fmla="*/ 362616 w 2119654"/>
              <a:gd name="connsiteY121497" fmla="*/ 754394 h 2398711"/>
              <a:gd name="connsiteX121498" fmla="*/ 363989 w 2119654"/>
              <a:gd name="connsiteY121498" fmla="*/ 754822 h 2398711"/>
              <a:gd name="connsiteX121499" fmla="*/ 364083 w 2119654"/>
              <a:gd name="connsiteY121499" fmla="*/ 754450 h 2398711"/>
              <a:gd name="connsiteX121500" fmla="*/ 363346 w 2119654"/>
              <a:gd name="connsiteY121500" fmla="*/ 749146 h 2398711"/>
              <a:gd name="connsiteX121501" fmla="*/ 364633 w 2119654"/>
              <a:gd name="connsiteY121501" fmla="*/ 752267 h 2398711"/>
              <a:gd name="connsiteX121502" fmla="*/ 365105 w 2119654"/>
              <a:gd name="connsiteY121502" fmla="*/ 750391 h 2398711"/>
              <a:gd name="connsiteX121503" fmla="*/ 364261 w 2119654"/>
              <a:gd name="connsiteY121503" fmla="*/ 749412 h 2398711"/>
              <a:gd name="connsiteX121504" fmla="*/ 286863 w 2119654"/>
              <a:gd name="connsiteY121504" fmla="*/ 920226 h 2398711"/>
              <a:gd name="connsiteX121505" fmla="*/ 287230 w 2119654"/>
              <a:gd name="connsiteY121505" fmla="*/ 923899 h 2398711"/>
              <a:gd name="connsiteX121506" fmla="*/ 289186 w 2119654"/>
              <a:gd name="connsiteY121506" fmla="*/ 926229 h 2398711"/>
              <a:gd name="connsiteX121507" fmla="*/ 289121 w 2119654"/>
              <a:gd name="connsiteY121507" fmla="*/ 925869 h 2398711"/>
              <a:gd name="connsiteX121508" fmla="*/ 289311 w 2119654"/>
              <a:gd name="connsiteY121508" fmla="*/ 925515 h 2398711"/>
              <a:gd name="connsiteX121509" fmla="*/ 289509 w 2119654"/>
              <a:gd name="connsiteY121509" fmla="*/ 926614 h 2398711"/>
              <a:gd name="connsiteX121510" fmla="*/ 290815 w 2119654"/>
              <a:gd name="connsiteY121510" fmla="*/ 928170 h 2398711"/>
              <a:gd name="connsiteX121511" fmla="*/ 289925 w 2119654"/>
              <a:gd name="connsiteY121511" fmla="*/ 926085 h 2398711"/>
              <a:gd name="connsiteX121512" fmla="*/ 289412 w 2119654"/>
              <a:gd name="connsiteY121512" fmla="*/ 924680 h 2398711"/>
              <a:gd name="connsiteX121513" fmla="*/ 460412 w 2119654"/>
              <a:gd name="connsiteY121513" fmla="*/ 531581 h 2398711"/>
              <a:gd name="connsiteX121514" fmla="*/ 463948 w 2119654"/>
              <a:gd name="connsiteY121514" fmla="*/ 539236 h 2398711"/>
              <a:gd name="connsiteX121515" fmla="*/ 468535 w 2119654"/>
              <a:gd name="connsiteY121515" fmla="*/ 541704 h 2398711"/>
              <a:gd name="connsiteX121516" fmla="*/ 468313 w 2119654"/>
              <a:gd name="connsiteY121516" fmla="*/ 536610 h 2398711"/>
              <a:gd name="connsiteX121517" fmla="*/ 405508 w 2119654"/>
              <a:gd name="connsiteY121517" fmla="*/ 654479 h 2398711"/>
              <a:gd name="connsiteX121518" fmla="*/ 403889 w 2119654"/>
              <a:gd name="connsiteY121518" fmla="*/ 662754 h 2398711"/>
              <a:gd name="connsiteX121519" fmla="*/ 404204 w 2119654"/>
              <a:gd name="connsiteY121519" fmla="*/ 663544 h 2398711"/>
              <a:gd name="connsiteX121520" fmla="*/ 404826 w 2119654"/>
              <a:gd name="connsiteY121520" fmla="*/ 664472 h 2398711"/>
              <a:gd name="connsiteX121521" fmla="*/ 404944 w 2119654"/>
              <a:gd name="connsiteY121521" fmla="*/ 662411 h 2398711"/>
              <a:gd name="connsiteX121522" fmla="*/ 468012 w 2119654"/>
              <a:gd name="connsiteY121522" fmla="*/ 514331 h 2398711"/>
              <a:gd name="connsiteX121523" fmla="*/ 468664 w 2119654"/>
              <a:gd name="connsiteY121523" fmla="*/ 529244 h 2398711"/>
              <a:gd name="connsiteX121524" fmla="*/ 469881 w 2119654"/>
              <a:gd name="connsiteY121524" fmla="*/ 531880 h 2398711"/>
              <a:gd name="connsiteX121525" fmla="*/ 470414 w 2119654"/>
              <a:gd name="connsiteY121525" fmla="*/ 515064 h 2398711"/>
              <a:gd name="connsiteX121526" fmla="*/ 375591 w 2119654"/>
              <a:gd name="connsiteY121526" fmla="*/ 721236 h 2398711"/>
              <a:gd name="connsiteX121527" fmla="*/ 374899 w 2119654"/>
              <a:gd name="connsiteY121527" fmla="*/ 743096 h 2398711"/>
              <a:gd name="connsiteX121528" fmla="*/ 375306 w 2119654"/>
              <a:gd name="connsiteY121528" fmla="*/ 743969 h 2398711"/>
              <a:gd name="connsiteX121529" fmla="*/ 378553 w 2119654"/>
              <a:gd name="connsiteY121529" fmla="*/ 750753 h 2398711"/>
              <a:gd name="connsiteX121530" fmla="*/ 378571 w 2119654"/>
              <a:gd name="connsiteY121530" fmla="*/ 750556 h 2398711"/>
              <a:gd name="connsiteX121531" fmla="*/ 381441 w 2119654"/>
              <a:gd name="connsiteY121531" fmla="*/ 754223 h 2398711"/>
              <a:gd name="connsiteX121532" fmla="*/ 382931 w 2119654"/>
              <a:gd name="connsiteY121532" fmla="*/ 754656 h 2398711"/>
              <a:gd name="connsiteX121533" fmla="*/ 376946 w 2119654"/>
              <a:gd name="connsiteY121533" fmla="*/ 725267 h 2398711"/>
              <a:gd name="connsiteX121534" fmla="*/ 375737 w 2119654"/>
              <a:gd name="connsiteY121534" fmla="*/ 721606 h 2398711"/>
              <a:gd name="connsiteX121535" fmla="*/ 412575 w 2119654"/>
              <a:gd name="connsiteY121535" fmla="*/ 637882 h 2398711"/>
              <a:gd name="connsiteX121536" fmla="*/ 412547 w 2119654"/>
              <a:gd name="connsiteY121536" fmla="*/ 638274 h 2398711"/>
              <a:gd name="connsiteX121537" fmla="*/ 413416 w 2119654"/>
              <a:gd name="connsiteY121537" fmla="*/ 638577 h 2398711"/>
              <a:gd name="connsiteX121538" fmla="*/ 406209 w 2119654"/>
              <a:gd name="connsiteY121538" fmla="*/ 652026 h 2398711"/>
              <a:gd name="connsiteX121539" fmla="*/ 406153 w 2119654"/>
              <a:gd name="connsiteY121539" fmla="*/ 652994 h 2398711"/>
              <a:gd name="connsiteX121540" fmla="*/ 407448 w 2119654"/>
              <a:gd name="connsiteY121540" fmla="*/ 653063 h 2398711"/>
              <a:gd name="connsiteX121541" fmla="*/ 407483 w 2119654"/>
              <a:gd name="connsiteY121541" fmla="*/ 652202 h 2398711"/>
              <a:gd name="connsiteX121542" fmla="*/ 297680 w 2119654"/>
              <a:gd name="connsiteY121542" fmla="*/ 895025 h 2398711"/>
              <a:gd name="connsiteX121543" fmla="*/ 302914 w 2119654"/>
              <a:gd name="connsiteY121543" fmla="*/ 903596 h 2398711"/>
              <a:gd name="connsiteX121544" fmla="*/ 302482 w 2119654"/>
              <a:gd name="connsiteY121544" fmla="*/ 901452 h 2398711"/>
              <a:gd name="connsiteX121545" fmla="*/ 302137 w 2119654"/>
              <a:gd name="connsiteY121545" fmla="*/ 898720 h 2398711"/>
              <a:gd name="connsiteX121546" fmla="*/ 300573 w 2119654"/>
              <a:gd name="connsiteY121546" fmla="*/ 895925 h 2398711"/>
              <a:gd name="connsiteX121547" fmla="*/ 384793 w 2119654"/>
              <a:gd name="connsiteY121547" fmla="*/ 699961 h 2398711"/>
              <a:gd name="connsiteX121548" fmla="*/ 387357 w 2119654"/>
              <a:gd name="connsiteY121548" fmla="*/ 710953 h 2398711"/>
              <a:gd name="connsiteX121549" fmla="*/ 391725 w 2119654"/>
              <a:gd name="connsiteY121549" fmla="*/ 712313 h 2398711"/>
              <a:gd name="connsiteX121550" fmla="*/ 387336 w 2119654"/>
              <a:gd name="connsiteY121550" fmla="*/ 700737 h 2398711"/>
              <a:gd name="connsiteX121551" fmla="*/ 369639 w 2119654"/>
              <a:gd name="connsiteY121551" fmla="*/ 733744 h 2398711"/>
              <a:gd name="connsiteX121552" fmla="*/ 365851 w 2119654"/>
              <a:gd name="connsiteY121552" fmla="*/ 749692 h 2398711"/>
              <a:gd name="connsiteX121553" fmla="*/ 373314 w 2119654"/>
              <a:gd name="connsiteY121553" fmla="*/ 751862 h 2398711"/>
              <a:gd name="connsiteX121554" fmla="*/ 373395 w 2119654"/>
              <a:gd name="connsiteY121554" fmla="*/ 749325 h 2398711"/>
              <a:gd name="connsiteX121555" fmla="*/ 371538 w 2119654"/>
              <a:gd name="connsiteY121555" fmla="*/ 741858 h 2398711"/>
              <a:gd name="connsiteX121556" fmla="*/ 305733 w 2119654"/>
              <a:gd name="connsiteY121556" fmla="*/ 876489 h 2398711"/>
              <a:gd name="connsiteX121557" fmla="*/ 308549 w 2119654"/>
              <a:gd name="connsiteY121557" fmla="*/ 889670 h 2398711"/>
              <a:gd name="connsiteX121558" fmla="*/ 311550 w 2119654"/>
              <a:gd name="connsiteY121558" fmla="*/ 898762 h 2398711"/>
              <a:gd name="connsiteX121559" fmla="*/ 311584 w 2119654"/>
              <a:gd name="connsiteY121559" fmla="*/ 898773 h 2398711"/>
              <a:gd name="connsiteX121560" fmla="*/ 310014 w 2119654"/>
              <a:gd name="connsiteY121560" fmla="*/ 893328 h 2398711"/>
              <a:gd name="connsiteX121561" fmla="*/ 305984 w 2119654"/>
              <a:gd name="connsiteY121561" fmla="*/ 876911 h 2398711"/>
              <a:gd name="connsiteX121562" fmla="*/ 471502 w 2119654"/>
              <a:gd name="connsiteY121562" fmla="*/ 504739 h 2398711"/>
              <a:gd name="connsiteX121563" fmla="*/ 471191 w 2119654"/>
              <a:gd name="connsiteY121563" fmla="*/ 514601 h 2398711"/>
              <a:gd name="connsiteX121564" fmla="*/ 472273 w 2119654"/>
              <a:gd name="connsiteY121564" fmla="*/ 514932 h 2398711"/>
              <a:gd name="connsiteX121565" fmla="*/ 472250 w 2119654"/>
              <a:gd name="connsiteY121565" fmla="*/ 505303 h 2398711"/>
              <a:gd name="connsiteX121566" fmla="*/ 362887 w 2119654"/>
              <a:gd name="connsiteY121566" fmla="*/ 747820 h 2398711"/>
              <a:gd name="connsiteX121567" fmla="*/ 362880 w 2119654"/>
              <a:gd name="connsiteY121567" fmla="*/ 748012 h 2398711"/>
              <a:gd name="connsiteX121568" fmla="*/ 363261 w 2119654"/>
              <a:gd name="connsiteY121568" fmla="*/ 748939 h 2398711"/>
              <a:gd name="connsiteX121569" fmla="*/ 364052 w 2119654"/>
              <a:gd name="connsiteY121569" fmla="*/ 749169 h 2398711"/>
              <a:gd name="connsiteX121570" fmla="*/ 324906 w 2119654"/>
              <a:gd name="connsiteY121570" fmla="*/ 832762 h 2398711"/>
              <a:gd name="connsiteX121571" fmla="*/ 324951 w 2119654"/>
              <a:gd name="connsiteY121571" fmla="*/ 833163 h 2398711"/>
              <a:gd name="connsiteX121572" fmla="*/ 327321 w 2119654"/>
              <a:gd name="connsiteY121572" fmla="*/ 839245 h 2398711"/>
              <a:gd name="connsiteX121573" fmla="*/ 328179 w 2119654"/>
              <a:gd name="connsiteY121573" fmla="*/ 834863 h 2398711"/>
              <a:gd name="connsiteX121574" fmla="*/ 327591 w 2119654"/>
              <a:gd name="connsiteY121574" fmla="*/ 833904 h 2398711"/>
              <a:gd name="connsiteX121575" fmla="*/ 406559 w 2119654"/>
              <a:gd name="connsiteY121575" fmla="*/ 649394 h 2398711"/>
              <a:gd name="connsiteX121576" fmla="*/ 406297 w 2119654"/>
              <a:gd name="connsiteY121576" fmla="*/ 650501 h 2398711"/>
              <a:gd name="connsiteX121577" fmla="*/ 406233 w 2119654"/>
              <a:gd name="connsiteY121577" fmla="*/ 651626 h 2398711"/>
              <a:gd name="connsiteX121578" fmla="*/ 407410 w 2119654"/>
              <a:gd name="connsiteY121578" fmla="*/ 651788 h 2398711"/>
              <a:gd name="connsiteX121579" fmla="*/ 406962 w 2119654"/>
              <a:gd name="connsiteY121579" fmla="*/ 649585 h 2398711"/>
              <a:gd name="connsiteX121580" fmla="*/ 503783 w 2119654"/>
              <a:gd name="connsiteY121580" fmla="*/ 431566 h 2398711"/>
              <a:gd name="connsiteX121581" fmla="*/ 504197 w 2119654"/>
              <a:gd name="connsiteY121581" fmla="*/ 441080 h 2398711"/>
              <a:gd name="connsiteX121582" fmla="*/ 508985 w 2119654"/>
              <a:gd name="connsiteY121582" fmla="*/ 444064 h 2398711"/>
              <a:gd name="connsiteX121583" fmla="*/ 522302 w 2119654"/>
              <a:gd name="connsiteY121583" fmla="*/ 452777 h 2398711"/>
              <a:gd name="connsiteX121584" fmla="*/ 522604 w 2119654"/>
              <a:gd name="connsiteY121584" fmla="*/ 445477 h 2398711"/>
              <a:gd name="connsiteX121585" fmla="*/ 520334 w 2119654"/>
              <a:gd name="connsiteY121585" fmla="*/ 437944 h 2398711"/>
              <a:gd name="connsiteX121586" fmla="*/ 518853 w 2119654"/>
              <a:gd name="connsiteY121586" fmla="*/ 437353 h 2398711"/>
              <a:gd name="connsiteX121587" fmla="*/ 401482 w 2119654"/>
              <a:gd name="connsiteY121587" fmla="*/ 660551 h 2398711"/>
              <a:gd name="connsiteX121588" fmla="*/ 401854 w 2119654"/>
              <a:gd name="connsiteY121588" fmla="*/ 662138 h 2398711"/>
              <a:gd name="connsiteX121589" fmla="*/ 402683 w 2119654"/>
              <a:gd name="connsiteY121589" fmla="*/ 662823 h 2398711"/>
              <a:gd name="connsiteX121590" fmla="*/ 402736 w 2119654"/>
              <a:gd name="connsiteY121590" fmla="*/ 662595 h 2398711"/>
              <a:gd name="connsiteX121591" fmla="*/ 568323 w 2119654"/>
              <a:gd name="connsiteY121591" fmla="*/ 286957 h 2398711"/>
              <a:gd name="connsiteX121592" fmla="*/ 568918 w 2119654"/>
              <a:gd name="connsiteY121592" fmla="*/ 300599 h 2398711"/>
              <a:gd name="connsiteX121593" fmla="*/ 572328 w 2119654"/>
              <a:gd name="connsiteY121593" fmla="*/ 341348 h 2398711"/>
              <a:gd name="connsiteX121594" fmla="*/ 578500 w 2119654"/>
              <a:gd name="connsiteY121594" fmla="*/ 346357 h 2398711"/>
              <a:gd name="connsiteX121595" fmla="*/ 582122 w 2119654"/>
              <a:gd name="connsiteY121595" fmla="*/ 337886 h 2398711"/>
              <a:gd name="connsiteX121596" fmla="*/ 581494 w 2119654"/>
              <a:gd name="connsiteY121596" fmla="*/ 337523 h 2398711"/>
              <a:gd name="connsiteX121597" fmla="*/ 581840 w 2119654"/>
              <a:gd name="connsiteY121597" fmla="*/ 337473 h 2398711"/>
              <a:gd name="connsiteX121598" fmla="*/ 582208 w 2119654"/>
              <a:gd name="connsiteY121598" fmla="*/ 337684 h 2398711"/>
              <a:gd name="connsiteX121599" fmla="*/ 584201 w 2119654"/>
              <a:gd name="connsiteY121599" fmla="*/ 333021 h 2398711"/>
              <a:gd name="connsiteX121600" fmla="*/ 584773 w 2119654"/>
              <a:gd name="connsiteY121600" fmla="*/ 332709 h 2398711"/>
              <a:gd name="connsiteX121601" fmla="*/ 582559 w 2119654"/>
              <a:gd name="connsiteY121601" fmla="*/ 337888 h 2398711"/>
              <a:gd name="connsiteX121602" fmla="*/ 591527 w 2119654"/>
              <a:gd name="connsiteY121602" fmla="*/ 343069 h 2398711"/>
              <a:gd name="connsiteX121603" fmla="*/ 593931 w 2119654"/>
              <a:gd name="connsiteY121603" fmla="*/ 332943 h 2398711"/>
              <a:gd name="connsiteX121604" fmla="*/ 591309 w 2119654"/>
              <a:gd name="connsiteY121604" fmla="*/ 316349 h 2398711"/>
              <a:gd name="connsiteX121605" fmla="*/ 589332 w 2119654"/>
              <a:gd name="connsiteY121605" fmla="*/ 314932 h 2398711"/>
              <a:gd name="connsiteX121606" fmla="*/ 589713 w 2119654"/>
              <a:gd name="connsiteY121606" fmla="*/ 314914 h 2398711"/>
              <a:gd name="connsiteX121607" fmla="*/ 591259 w 2119654"/>
              <a:gd name="connsiteY121607" fmla="*/ 316023 h 2398711"/>
              <a:gd name="connsiteX121608" fmla="*/ 590729 w 2119654"/>
              <a:gd name="connsiteY121608" fmla="*/ 312669 h 2398711"/>
              <a:gd name="connsiteX121609" fmla="*/ 257635 w 2119654"/>
              <a:gd name="connsiteY121609" fmla="*/ 982347 h 2398711"/>
              <a:gd name="connsiteX121610" fmla="*/ 259139 w 2119654"/>
              <a:gd name="connsiteY121610" fmla="*/ 995652 h 2398711"/>
              <a:gd name="connsiteX121611" fmla="*/ 264650 w 2119654"/>
              <a:gd name="connsiteY121611" fmla="*/ 1000438 h 2398711"/>
              <a:gd name="connsiteX121612" fmla="*/ 263726 w 2119654"/>
              <a:gd name="connsiteY121612" fmla="*/ 994735 h 2398711"/>
              <a:gd name="connsiteX121613" fmla="*/ 262453 w 2119654"/>
              <a:gd name="connsiteY121613" fmla="*/ 992344 h 2398711"/>
              <a:gd name="connsiteX121614" fmla="*/ 286513 w 2119654"/>
              <a:gd name="connsiteY121614" fmla="*/ 916736 h 2398711"/>
              <a:gd name="connsiteX121615" fmla="*/ 286700 w 2119654"/>
              <a:gd name="connsiteY121615" fmla="*/ 918600 h 2398711"/>
              <a:gd name="connsiteX121616" fmla="*/ 288061 w 2119654"/>
              <a:gd name="connsiteY121616" fmla="*/ 920979 h 2398711"/>
              <a:gd name="connsiteX121617" fmla="*/ 336604 w 2119654"/>
              <a:gd name="connsiteY121617" fmla="*/ 804111 h 2398711"/>
              <a:gd name="connsiteX121618" fmla="*/ 335404 w 2119654"/>
              <a:gd name="connsiteY121618" fmla="*/ 810251 h 2398711"/>
              <a:gd name="connsiteX121619" fmla="*/ 334835 w 2119654"/>
              <a:gd name="connsiteY121619" fmla="*/ 814535 h 2398711"/>
              <a:gd name="connsiteX121620" fmla="*/ 335221 w 2119654"/>
              <a:gd name="connsiteY121620" fmla="*/ 815234 h 2398711"/>
              <a:gd name="connsiteX121621" fmla="*/ 339402 w 2119654"/>
              <a:gd name="connsiteY121621" fmla="*/ 817680 h 2398711"/>
              <a:gd name="connsiteX121622" fmla="*/ 339647 w 2119654"/>
              <a:gd name="connsiteY121622" fmla="*/ 817797 h 2398711"/>
              <a:gd name="connsiteX121623" fmla="*/ 338328 w 2119654"/>
              <a:gd name="connsiteY121623" fmla="*/ 811327 h 2398711"/>
              <a:gd name="connsiteX121624" fmla="*/ 337438 w 2119654"/>
              <a:gd name="connsiteY121624" fmla="*/ 806637 h 2398711"/>
              <a:gd name="connsiteX121625" fmla="*/ 234422 w 2119654"/>
              <a:gd name="connsiteY121625" fmla="*/ 1032516 h 2398711"/>
              <a:gd name="connsiteX121626" fmla="*/ 235360 w 2119654"/>
              <a:gd name="connsiteY121626" fmla="*/ 1037171 h 2398711"/>
              <a:gd name="connsiteX121627" fmla="*/ 239824 w 2119654"/>
              <a:gd name="connsiteY121627" fmla="*/ 1045600 h 2398711"/>
              <a:gd name="connsiteX121628" fmla="*/ 235051 w 2119654"/>
              <a:gd name="connsiteY121628" fmla="*/ 1033099 h 2398711"/>
              <a:gd name="connsiteX121629" fmla="*/ 407755 w 2119654"/>
              <a:gd name="connsiteY121629" fmla="*/ 644359 h 2398711"/>
              <a:gd name="connsiteX121630" fmla="*/ 407122 w 2119654"/>
              <a:gd name="connsiteY121630" fmla="*/ 647023 h 2398711"/>
              <a:gd name="connsiteX121631" fmla="*/ 407492 w 2119654"/>
              <a:gd name="connsiteY121631" fmla="*/ 648839 h 2398711"/>
              <a:gd name="connsiteX121632" fmla="*/ 407621 w 2119654"/>
              <a:gd name="connsiteY121632" fmla="*/ 648900 h 2398711"/>
              <a:gd name="connsiteX121633" fmla="*/ 407665 w 2119654"/>
              <a:gd name="connsiteY121633" fmla="*/ 647794 h 2398711"/>
              <a:gd name="connsiteX121634" fmla="*/ 407815 w 2119654"/>
              <a:gd name="connsiteY121634" fmla="*/ 645072 h 2398711"/>
              <a:gd name="connsiteX121635" fmla="*/ 336785 w 2119654"/>
              <a:gd name="connsiteY121635" fmla="*/ 803191 h 2398711"/>
              <a:gd name="connsiteX121636" fmla="*/ 336750 w 2119654"/>
              <a:gd name="connsiteY121636" fmla="*/ 803368 h 2398711"/>
              <a:gd name="connsiteX121637" fmla="*/ 336910 w 2119654"/>
              <a:gd name="connsiteY121637" fmla="*/ 803852 h 2398711"/>
              <a:gd name="connsiteX121638" fmla="*/ 312262 w 2119654"/>
              <a:gd name="connsiteY121638" fmla="*/ 858090 h 2398711"/>
              <a:gd name="connsiteX121639" fmla="*/ 314107 w 2119654"/>
              <a:gd name="connsiteY121639" fmla="*/ 862960 h 2398711"/>
              <a:gd name="connsiteX121640" fmla="*/ 314341 w 2119654"/>
              <a:gd name="connsiteY121640" fmla="*/ 859717 h 2398711"/>
              <a:gd name="connsiteX121641" fmla="*/ 412991 w 2119654"/>
              <a:gd name="connsiteY121641" fmla="*/ 632076 h 2398711"/>
              <a:gd name="connsiteX121642" fmla="*/ 412982 w 2119654"/>
              <a:gd name="connsiteY121642" fmla="*/ 632213 h 2398711"/>
              <a:gd name="connsiteX121643" fmla="*/ 413016 w 2119654"/>
              <a:gd name="connsiteY121643" fmla="*/ 632232 h 2398711"/>
              <a:gd name="connsiteX121644" fmla="*/ 337111 w 2119654"/>
              <a:gd name="connsiteY121644" fmla="*/ 801524 h 2398711"/>
              <a:gd name="connsiteX121645" fmla="*/ 337064 w 2119654"/>
              <a:gd name="connsiteY121645" fmla="*/ 801762 h 2398711"/>
              <a:gd name="connsiteX121646" fmla="*/ 338422 w 2119654"/>
              <a:gd name="connsiteY121646" fmla="*/ 808432 h 2398711"/>
              <a:gd name="connsiteX121647" fmla="*/ 341868 w 2119654"/>
              <a:gd name="connsiteY121647" fmla="*/ 818864 h 2398711"/>
              <a:gd name="connsiteX121648" fmla="*/ 344655 w 2119654"/>
              <a:gd name="connsiteY121648" fmla="*/ 820203 h 2398711"/>
              <a:gd name="connsiteX121649" fmla="*/ 344557 w 2119654"/>
              <a:gd name="connsiteY121649" fmla="*/ 815811 h 2398711"/>
              <a:gd name="connsiteX121650" fmla="*/ 389625 w 2119654"/>
              <a:gd name="connsiteY121650" fmla="*/ 683886 h 2398711"/>
              <a:gd name="connsiteX121651" fmla="*/ 395284 w 2119654"/>
              <a:gd name="connsiteY121651" fmla="*/ 697546 h 2398711"/>
              <a:gd name="connsiteX121652" fmla="*/ 396954 w 2119654"/>
              <a:gd name="connsiteY121652" fmla="*/ 689010 h 2398711"/>
              <a:gd name="connsiteX121653" fmla="*/ 396552 w 2119654"/>
              <a:gd name="connsiteY121653" fmla="*/ 687308 h 2398711"/>
              <a:gd name="connsiteX121654" fmla="*/ 393234 w 2119654"/>
              <a:gd name="connsiteY121654" fmla="*/ 684809 h 2398711"/>
              <a:gd name="connsiteX121655" fmla="*/ 403228 w 2119654"/>
              <a:gd name="connsiteY121655" fmla="*/ 653394 h 2398711"/>
              <a:gd name="connsiteX121656" fmla="*/ 403491 w 2119654"/>
              <a:gd name="connsiteY121656" fmla="*/ 659421 h 2398711"/>
              <a:gd name="connsiteX121657" fmla="*/ 404901 w 2119654"/>
              <a:gd name="connsiteY121657" fmla="*/ 653484 h 2398711"/>
              <a:gd name="connsiteX121658" fmla="*/ 235989 w 2119654"/>
              <a:gd name="connsiteY121658" fmla="*/ 1027135 h 2398711"/>
              <a:gd name="connsiteX121659" fmla="*/ 236646 w 2119654"/>
              <a:gd name="connsiteY121659" fmla="*/ 1028746 h 2398711"/>
              <a:gd name="connsiteX121660" fmla="*/ 240366 w 2119654"/>
              <a:gd name="connsiteY121660" fmla="*/ 1037533 h 2398711"/>
              <a:gd name="connsiteX121661" fmla="*/ 240796 w 2119654"/>
              <a:gd name="connsiteY121661" fmla="*/ 1037922 h 2398711"/>
              <a:gd name="connsiteX121662" fmla="*/ 239642 w 2119654"/>
              <a:gd name="connsiteY121662" fmla="*/ 1033871 h 2398711"/>
              <a:gd name="connsiteX121663" fmla="*/ 239276 w 2119654"/>
              <a:gd name="connsiteY121663" fmla="*/ 1032518 h 2398711"/>
              <a:gd name="connsiteX121664" fmla="*/ 273494 w 2119654"/>
              <a:gd name="connsiteY121664" fmla="*/ 943126 h 2398711"/>
              <a:gd name="connsiteX121665" fmla="*/ 289836 w 2119654"/>
              <a:gd name="connsiteY121665" fmla="*/ 972964 h 2398711"/>
              <a:gd name="connsiteX121666" fmla="*/ 280066 w 2119654"/>
              <a:gd name="connsiteY121666" fmla="*/ 949921 h 2398711"/>
              <a:gd name="connsiteX121667" fmla="*/ 276185 w 2119654"/>
              <a:gd name="connsiteY121667" fmla="*/ 943918 h 2398711"/>
              <a:gd name="connsiteX121668" fmla="*/ 317681 w 2119654"/>
              <a:gd name="connsiteY121668" fmla="*/ 844137 h 2398711"/>
              <a:gd name="connsiteX121669" fmla="*/ 319109 w 2119654"/>
              <a:gd name="connsiteY121669" fmla="*/ 856310 h 2398711"/>
              <a:gd name="connsiteX121670" fmla="*/ 320063 w 2119654"/>
              <a:gd name="connsiteY121670" fmla="*/ 863802 h 2398711"/>
              <a:gd name="connsiteX121671" fmla="*/ 320279 w 2119654"/>
              <a:gd name="connsiteY121671" fmla="*/ 863971 h 2398711"/>
              <a:gd name="connsiteX121672" fmla="*/ 319457 w 2119654"/>
              <a:gd name="connsiteY121672" fmla="*/ 844230 h 2398711"/>
              <a:gd name="connsiteX121673" fmla="*/ 377392 w 2119654"/>
              <a:gd name="connsiteY121673" fmla="*/ 710386 h 2398711"/>
              <a:gd name="connsiteX121674" fmla="*/ 378804 w 2119654"/>
              <a:gd name="connsiteY121674" fmla="*/ 719003 h 2398711"/>
              <a:gd name="connsiteX121675" fmla="*/ 379779 w 2119654"/>
              <a:gd name="connsiteY121675" fmla="*/ 719529 h 2398711"/>
              <a:gd name="connsiteX121676" fmla="*/ 384377 w 2119654"/>
              <a:gd name="connsiteY121676" fmla="*/ 720815 h 2398711"/>
              <a:gd name="connsiteX121677" fmla="*/ 324458 w 2119654"/>
              <a:gd name="connsiteY121677" fmla="*/ 828797 h 2398711"/>
              <a:gd name="connsiteX121678" fmla="*/ 324864 w 2119654"/>
              <a:gd name="connsiteY121678" fmla="*/ 832392 h 2398711"/>
              <a:gd name="connsiteX121679" fmla="*/ 327297 w 2119654"/>
              <a:gd name="connsiteY121679" fmla="*/ 833428 h 2398711"/>
              <a:gd name="connsiteX121680" fmla="*/ 373150 w 2119654"/>
              <a:gd name="connsiteY121680" fmla="*/ 719663 h 2398711"/>
              <a:gd name="connsiteX121681" fmla="*/ 370181 w 2119654"/>
              <a:gd name="connsiteY121681" fmla="*/ 731460 h 2398711"/>
              <a:gd name="connsiteX121682" fmla="*/ 369961 w 2119654"/>
              <a:gd name="connsiteY121682" fmla="*/ 732388 h 2398711"/>
              <a:gd name="connsiteX121683" fmla="*/ 370026 w 2119654"/>
              <a:gd name="connsiteY121683" fmla="*/ 732650 h 2398711"/>
              <a:gd name="connsiteX121684" fmla="*/ 373675 w 2119654"/>
              <a:gd name="connsiteY121684" fmla="*/ 740472 h 2398711"/>
              <a:gd name="connsiteX121685" fmla="*/ 374321 w 2119654"/>
              <a:gd name="connsiteY121685" fmla="*/ 720056 h 2398711"/>
              <a:gd name="connsiteX121686" fmla="*/ 345292 w 2119654"/>
              <a:gd name="connsiteY121686" fmla="*/ 782042 h 2398711"/>
              <a:gd name="connsiteX121687" fmla="*/ 346274 w 2119654"/>
              <a:gd name="connsiteY121687" fmla="*/ 790467 h 2398711"/>
              <a:gd name="connsiteX121688" fmla="*/ 346435 w 2119654"/>
              <a:gd name="connsiteY121688" fmla="*/ 791491 h 2398711"/>
              <a:gd name="connsiteX121689" fmla="*/ 347004 w 2119654"/>
              <a:gd name="connsiteY121689" fmla="*/ 792247 h 2398711"/>
              <a:gd name="connsiteX121690" fmla="*/ 346256 w 2119654"/>
              <a:gd name="connsiteY121690" fmla="*/ 787997 h 2398711"/>
              <a:gd name="connsiteX121691" fmla="*/ 421744 w 2119654"/>
              <a:gd name="connsiteY121691" fmla="*/ 610471 h 2398711"/>
              <a:gd name="connsiteX121692" fmla="*/ 423386 w 2119654"/>
              <a:gd name="connsiteY121692" fmla="*/ 618018 h 2398711"/>
              <a:gd name="connsiteX121693" fmla="*/ 429475 w 2119654"/>
              <a:gd name="connsiteY121693" fmla="*/ 627004 h 2398711"/>
              <a:gd name="connsiteX121694" fmla="*/ 437946 w 2119654"/>
              <a:gd name="connsiteY121694" fmla="*/ 630704 h 2398711"/>
              <a:gd name="connsiteX121695" fmla="*/ 436525 w 2119654"/>
              <a:gd name="connsiteY121695" fmla="*/ 619845 h 2398711"/>
              <a:gd name="connsiteX121696" fmla="*/ 426466 w 2119654"/>
              <a:gd name="connsiteY121696" fmla="*/ 613289 h 2398711"/>
              <a:gd name="connsiteX121697" fmla="*/ 239683 w 2119654"/>
              <a:gd name="connsiteY121697" fmla="*/ 1018046 h 2398711"/>
              <a:gd name="connsiteX121698" fmla="*/ 245464 w 2119654"/>
              <a:gd name="connsiteY121698" fmla="*/ 1035210 h 2398711"/>
              <a:gd name="connsiteX121699" fmla="*/ 246654 w 2119654"/>
              <a:gd name="connsiteY121699" fmla="*/ 1036717 h 2398711"/>
              <a:gd name="connsiteX121700" fmla="*/ 247961 w 2119654"/>
              <a:gd name="connsiteY121700" fmla="*/ 1038208 h 2398711"/>
              <a:gd name="connsiteX121701" fmla="*/ 247098 w 2119654"/>
              <a:gd name="connsiteY121701" fmla="*/ 1035584 h 2398711"/>
              <a:gd name="connsiteX121702" fmla="*/ 247174 w 2119654"/>
              <a:gd name="connsiteY121702" fmla="*/ 1035373 h 2398711"/>
              <a:gd name="connsiteX121703" fmla="*/ 248195 w 2119654"/>
              <a:gd name="connsiteY121703" fmla="*/ 1038474 h 2398711"/>
              <a:gd name="connsiteX121704" fmla="*/ 249900 w 2119654"/>
              <a:gd name="connsiteY121704" fmla="*/ 1040418 h 2398711"/>
              <a:gd name="connsiteX121705" fmla="*/ 246330 w 2119654"/>
              <a:gd name="connsiteY121705" fmla="*/ 1033298 h 2398711"/>
              <a:gd name="connsiteX121706" fmla="*/ 377832 w 2119654"/>
              <a:gd name="connsiteY121706" fmla="*/ 708567 h 2398711"/>
              <a:gd name="connsiteX121707" fmla="*/ 386417 w 2119654"/>
              <a:gd name="connsiteY121707" fmla="*/ 721386 h 2398711"/>
              <a:gd name="connsiteX121708" fmla="*/ 386800 w 2119654"/>
              <a:gd name="connsiteY121708" fmla="*/ 721492 h 2398711"/>
              <a:gd name="connsiteX121709" fmla="*/ 384251 w 2119654"/>
              <a:gd name="connsiteY121709" fmla="*/ 710568 h 2398711"/>
              <a:gd name="connsiteX121710" fmla="*/ 409211 w 2119654"/>
              <a:gd name="connsiteY121710" fmla="*/ 638231 h 2398711"/>
              <a:gd name="connsiteX121711" fmla="*/ 408631 w 2119654"/>
              <a:gd name="connsiteY121711" fmla="*/ 640673 h 2398711"/>
              <a:gd name="connsiteX121712" fmla="*/ 408399 w 2119654"/>
              <a:gd name="connsiteY121712" fmla="*/ 646281 h 2398711"/>
              <a:gd name="connsiteX121713" fmla="*/ 408660 w 2119654"/>
              <a:gd name="connsiteY121713" fmla="*/ 649397 h 2398711"/>
              <a:gd name="connsiteX121714" fmla="*/ 411367 w 2119654"/>
              <a:gd name="connsiteY121714" fmla="*/ 650691 h 2398711"/>
              <a:gd name="connsiteX121715" fmla="*/ 411947 w 2119654"/>
              <a:gd name="connsiteY121715" fmla="*/ 642590 h 2398711"/>
              <a:gd name="connsiteX121716" fmla="*/ 412230 w 2119654"/>
              <a:gd name="connsiteY121716" fmla="*/ 639279 h 2398711"/>
              <a:gd name="connsiteX121717" fmla="*/ 322682 w 2119654"/>
              <a:gd name="connsiteY121717" fmla="*/ 831816 h 2398711"/>
              <a:gd name="connsiteX121718" fmla="*/ 322980 w 2119654"/>
              <a:gd name="connsiteY121718" fmla="*/ 838984 h 2398711"/>
              <a:gd name="connsiteX121719" fmla="*/ 325033 w 2119654"/>
              <a:gd name="connsiteY121719" fmla="*/ 843969 h 2398711"/>
              <a:gd name="connsiteX121720" fmla="*/ 326127 w 2119654"/>
              <a:gd name="connsiteY121720" fmla="*/ 844027 h 2398711"/>
              <a:gd name="connsiteX121721" fmla="*/ 324986 w 2119654"/>
              <a:gd name="connsiteY121721" fmla="*/ 834577 h 2398711"/>
              <a:gd name="connsiteX121722" fmla="*/ 324153 w 2119654"/>
              <a:gd name="connsiteY121722" fmla="*/ 832442 h 2398711"/>
              <a:gd name="connsiteX121723" fmla="*/ 403151 w 2119654"/>
              <a:gd name="connsiteY121723" fmla="*/ 651606 h 2398711"/>
              <a:gd name="connsiteX121724" fmla="*/ 403205 w 2119654"/>
              <a:gd name="connsiteY121724" fmla="*/ 652838 h 2398711"/>
              <a:gd name="connsiteX121725" fmla="*/ 405032 w 2119654"/>
              <a:gd name="connsiteY121725" fmla="*/ 652934 h 2398711"/>
              <a:gd name="connsiteX121726" fmla="*/ 405278 w 2119654"/>
              <a:gd name="connsiteY121726" fmla="*/ 651897 h 2398711"/>
              <a:gd name="connsiteX121727" fmla="*/ 304750 w 2119654"/>
              <a:gd name="connsiteY121727" fmla="*/ 871884 h 2398711"/>
              <a:gd name="connsiteX121728" fmla="*/ 305470 w 2119654"/>
              <a:gd name="connsiteY121728" fmla="*/ 875257 h 2398711"/>
              <a:gd name="connsiteX121729" fmla="*/ 305653 w 2119654"/>
              <a:gd name="connsiteY121729" fmla="*/ 875566 h 2398711"/>
              <a:gd name="connsiteX121730" fmla="*/ 373711 w 2119654"/>
              <a:gd name="connsiteY121730" fmla="*/ 717431 h 2398711"/>
              <a:gd name="connsiteX121731" fmla="*/ 373617 w 2119654"/>
              <a:gd name="connsiteY121731" fmla="*/ 717805 h 2398711"/>
              <a:gd name="connsiteX121732" fmla="*/ 374045 w 2119654"/>
              <a:gd name="connsiteY121732" fmla="*/ 717925 h 2398711"/>
              <a:gd name="connsiteX121733" fmla="*/ 373725 w 2119654"/>
              <a:gd name="connsiteY121733" fmla="*/ 717440 h 2398711"/>
              <a:gd name="connsiteX121734" fmla="*/ 233969 w 2119654"/>
              <a:gd name="connsiteY121734" fmla="*/ 1030265 h 2398711"/>
              <a:gd name="connsiteX121735" fmla="*/ 234319 w 2119654"/>
              <a:gd name="connsiteY121735" fmla="*/ 1032004 h 2398711"/>
              <a:gd name="connsiteX121736" fmla="*/ 234805 w 2119654"/>
              <a:gd name="connsiteY121736" fmla="*/ 1032455 h 2398711"/>
              <a:gd name="connsiteX121737" fmla="*/ 327077 w 2119654"/>
              <a:gd name="connsiteY121737" fmla="*/ 821269 h 2398711"/>
              <a:gd name="connsiteX121738" fmla="*/ 329651 w 2119654"/>
              <a:gd name="connsiteY121738" fmla="*/ 827340 h 2398711"/>
              <a:gd name="connsiteX121739" fmla="*/ 330143 w 2119654"/>
              <a:gd name="connsiteY121739" fmla="*/ 824823 h 2398711"/>
              <a:gd name="connsiteX121740" fmla="*/ 409832 w 2119654"/>
              <a:gd name="connsiteY121740" fmla="*/ 635613 h 2398711"/>
              <a:gd name="connsiteX121741" fmla="*/ 409456 w 2119654"/>
              <a:gd name="connsiteY121741" fmla="*/ 637202 h 2398711"/>
              <a:gd name="connsiteX121742" fmla="*/ 412322 w 2119654"/>
              <a:gd name="connsiteY121742" fmla="*/ 638197 h 2398711"/>
              <a:gd name="connsiteX121743" fmla="*/ 412363 w 2119654"/>
              <a:gd name="connsiteY121743" fmla="*/ 637707 h 2398711"/>
              <a:gd name="connsiteX121744" fmla="*/ 432463 w 2119654"/>
              <a:gd name="connsiteY121744" fmla="*/ 584784 h 2398711"/>
              <a:gd name="connsiteX121745" fmla="*/ 433259 w 2119654"/>
              <a:gd name="connsiteY121745" fmla="*/ 590872 h 2398711"/>
              <a:gd name="connsiteX121746" fmla="*/ 435852 w 2119654"/>
              <a:gd name="connsiteY121746" fmla="*/ 596288 h 2398711"/>
              <a:gd name="connsiteX121747" fmla="*/ 439515 w 2119654"/>
              <a:gd name="connsiteY121747" fmla="*/ 597400 h 2398711"/>
              <a:gd name="connsiteX121748" fmla="*/ 433271 w 2119654"/>
              <a:gd name="connsiteY121748" fmla="*/ 585274 h 2398711"/>
              <a:gd name="connsiteX121749" fmla="*/ 304817 w 2119654"/>
              <a:gd name="connsiteY121749" fmla="*/ 870141 h 2398711"/>
              <a:gd name="connsiteX121750" fmla="*/ 305781 w 2119654"/>
              <a:gd name="connsiteY121750" fmla="*/ 874068 h 2398711"/>
              <a:gd name="connsiteX121751" fmla="*/ 306738 w 2119654"/>
              <a:gd name="connsiteY121751" fmla="*/ 877388 h 2398711"/>
              <a:gd name="connsiteX121752" fmla="*/ 307994 w 2119654"/>
              <a:gd name="connsiteY121752" fmla="*/ 879499 h 2398711"/>
              <a:gd name="connsiteX121753" fmla="*/ 306859 w 2119654"/>
              <a:gd name="connsiteY121753" fmla="*/ 874590 h 2398711"/>
              <a:gd name="connsiteX121754" fmla="*/ 306968 w 2119654"/>
              <a:gd name="connsiteY121754" fmla="*/ 874353 h 2398711"/>
              <a:gd name="connsiteX121755" fmla="*/ 308263 w 2119654"/>
              <a:gd name="connsiteY121755" fmla="*/ 879951 h 2398711"/>
              <a:gd name="connsiteX121756" fmla="*/ 312626 w 2119654"/>
              <a:gd name="connsiteY121756" fmla="*/ 887283 h 2398711"/>
              <a:gd name="connsiteX121757" fmla="*/ 312831 w 2119654"/>
              <a:gd name="connsiteY121757" fmla="*/ 880779 h 2398711"/>
              <a:gd name="connsiteX121758" fmla="*/ 312906 w 2119654"/>
              <a:gd name="connsiteY121758" fmla="*/ 879747 h 2398711"/>
              <a:gd name="connsiteX121759" fmla="*/ 311821 w 2119654"/>
              <a:gd name="connsiteY121759" fmla="*/ 875941 h 2398711"/>
              <a:gd name="connsiteX121760" fmla="*/ 309688 w 2119654"/>
              <a:gd name="connsiteY121760" fmla="*/ 871387 h 2398711"/>
              <a:gd name="connsiteX121761" fmla="*/ 413420 w 2119654"/>
              <a:gd name="connsiteY121761" fmla="*/ 626840 h 2398711"/>
              <a:gd name="connsiteX121762" fmla="*/ 413347 w 2119654"/>
              <a:gd name="connsiteY121762" fmla="*/ 627711 h 2398711"/>
              <a:gd name="connsiteX121763" fmla="*/ 414164 w 2119654"/>
              <a:gd name="connsiteY121763" fmla="*/ 632904 h 2398711"/>
              <a:gd name="connsiteX121764" fmla="*/ 414722 w 2119654"/>
              <a:gd name="connsiteY121764" fmla="*/ 633231 h 2398711"/>
              <a:gd name="connsiteX121765" fmla="*/ 490907 w 2119654"/>
              <a:gd name="connsiteY121765" fmla="*/ 453313 h 2398711"/>
              <a:gd name="connsiteX121766" fmla="*/ 504766 w 2119654"/>
              <a:gd name="connsiteY121766" fmla="*/ 463109 h 2398711"/>
              <a:gd name="connsiteX121767" fmla="*/ 504732 w 2119654"/>
              <a:gd name="connsiteY121767" fmla="*/ 462326 h 2398711"/>
              <a:gd name="connsiteX121768" fmla="*/ 393299 w 2119654"/>
              <a:gd name="connsiteY121768" fmla="*/ 671440 h 2398711"/>
              <a:gd name="connsiteX121769" fmla="*/ 394844 w 2119654"/>
              <a:gd name="connsiteY121769" fmla="*/ 677605 h 2398711"/>
              <a:gd name="connsiteX121770" fmla="*/ 398819 w 2119654"/>
              <a:gd name="connsiteY121770" fmla="*/ 679487 h 2398711"/>
              <a:gd name="connsiteX121771" fmla="*/ 399252 w 2119654"/>
              <a:gd name="connsiteY121771" fmla="*/ 677273 h 2398711"/>
              <a:gd name="connsiteX121772" fmla="*/ 400436 w 2119654"/>
              <a:gd name="connsiteY121772" fmla="*/ 672282 h 2398711"/>
              <a:gd name="connsiteX121773" fmla="*/ 399839 w 2119654"/>
              <a:gd name="connsiteY121773" fmla="*/ 671787 h 2398711"/>
              <a:gd name="connsiteX121774" fmla="*/ 256985 w 2119654"/>
              <a:gd name="connsiteY121774" fmla="*/ 976594 h 2398711"/>
              <a:gd name="connsiteX121775" fmla="*/ 257458 w 2119654"/>
              <a:gd name="connsiteY121775" fmla="*/ 980782 h 2398711"/>
              <a:gd name="connsiteX121776" fmla="*/ 263218 w 2119654"/>
              <a:gd name="connsiteY121776" fmla="*/ 991607 h 2398711"/>
              <a:gd name="connsiteX121777" fmla="*/ 262961 w 2119654"/>
              <a:gd name="connsiteY121777" fmla="*/ 990019 h 2398711"/>
              <a:gd name="connsiteX121778" fmla="*/ 260637 w 2119654"/>
              <a:gd name="connsiteY121778" fmla="*/ 985829 h 2398711"/>
              <a:gd name="connsiteX121779" fmla="*/ 260694 w 2119654"/>
              <a:gd name="connsiteY121779" fmla="*/ 985472 h 2398711"/>
              <a:gd name="connsiteX121780" fmla="*/ 262855 w 2119654"/>
              <a:gd name="connsiteY121780" fmla="*/ 989368 h 2398711"/>
              <a:gd name="connsiteX121781" fmla="*/ 262037 w 2119654"/>
              <a:gd name="connsiteY121781" fmla="*/ 984321 h 2398711"/>
              <a:gd name="connsiteX121782" fmla="*/ 375942 w 2119654"/>
              <a:gd name="connsiteY121782" fmla="*/ 710125 h 2398711"/>
              <a:gd name="connsiteX121783" fmla="*/ 375871 w 2119654"/>
              <a:gd name="connsiteY121783" fmla="*/ 712383 h 2398711"/>
              <a:gd name="connsiteX121784" fmla="*/ 376768 w 2119654"/>
              <a:gd name="connsiteY121784" fmla="*/ 715101 h 2398711"/>
              <a:gd name="connsiteX121785" fmla="*/ 376745 w 2119654"/>
              <a:gd name="connsiteY121785" fmla="*/ 714958 h 2398711"/>
              <a:gd name="connsiteX121786" fmla="*/ 376608 w 2119654"/>
              <a:gd name="connsiteY121786" fmla="*/ 713700 h 2398711"/>
              <a:gd name="connsiteX121787" fmla="*/ 359003 w 2119654"/>
              <a:gd name="connsiteY121787" fmla="*/ 747883 h 2398711"/>
              <a:gd name="connsiteX121788" fmla="*/ 361646 w 2119654"/>
              <a:gd name="connsiteY121788" fmla="*/ 754092 h 2398711"/>
              <a:gd name="connsiteX121789" fmla="*/ 361727 w 2119654"/>
              <a:gd name="connsiteY121789" fmla="*/ 754117 h 2398711"/>
              <a:gd name="connsiteX121790" fmla="*/ 361950 w 2119654"/>
              <a:gd name="connsiteY121790" fmla="*/ 748741 h 2398711"/>
              <a:gd name="connsiteX121791" fmla="*/ 315964 w 2119654"/>
              <a:gd name="connsiteY121791" fmla="*/ 844045 h 2398711"/>
              <a:gd name="connsiteX121792" fmla="*/ 314875 w 2119654"/>
              <a:gd name="connsiteY121792" fmla="*/ 859227 h 2398711"/>
              <a:gd name="connsiteX121793" fmla="*/ 315120 w 2119654"/>
              <a:gd name="connsiteY121793" fmla="*/ 859938 h 2398711"/>
              <a:gd name="connsiteX121794" fmla="*/ 319532 w 2119654"/>
              <a:gd name="connsiteY121794" fmla="*/ 863387 h 2398711"/>
              <a:gd name="connsiteX121795" fmla="*/ 317272 w 2119654"/>
              <a:gd name="connsiteY121795" fmla="*/ 844114 h 2398711"/>
              <a:gd name="connsiteX121796" fmla="*/ 388543 w 2119654"/>
              <a:gd name="connsiteY121796" fmla="*/ 681275 h 2398711"/>
              <a:gd name="connsiteX121797" fmla="*/ 389085 w 2119654"/>
              <a:gd name="connsiteY121797" fmla="*/ 682581 h 2398711"/>
              <a:gd name="connsiteX121798" fmla="*/ 390777 w 2119654"/>
              <a:gd name="connsiteY121798" fmla="*/ 682958 h 2398711"/>
              <a:gd name="connsiteX121799" fmla="*/ 293633 w 2119654"/>
              <a:gd name="connsiteY121799" fmla="*/ 893764 h 2398711"/>
              <a:gd name="connsiteX121800" fmla="*/ 297108 w 2119654"/>
              <a:gd name="connsiteY121800" fmla="*/ 901871 h 2398711"/>
              <a:gd name="connsiteX121801" fmla="*/ 304256 w 2119654"/>
              <a:gd name="connsiteY121801" fmla="*/ 910253 h 2398711"/>
              <a:gd name="connsiteX121802" fmla="*/ 303852 w 2119654"/>
              <a:gd name="connsiteY121802" fmla="*/ 908249 h 2398711"/>
              <a:gd name="connsiteX121803" fmla="*/ 295330 w 2119654"/>
              <a:gd name="connsiteY121803" fmla="*/ 894292 h 2398711"/>
              <a:gd name="connsiteX121804" fmla="*/ 432251 w 2119654"/>
              <a:gd name="connsiteY121804" fmla="*/ 583168 h 2398711"/>
              <a:gd name="connsiteX121805" fmla="*/ 432313 w 2119654"/>
              <a:gd name="connsiteY121805" fmla="*/ 583644 h 2398711"/>
              <a:gd name="connsiteX121806" fmla="*/ 432502 w 2119654"/>
              <a:gd name="connsiteY121806" fmla="*/ 583758 h 2398711"/>
              <a:gd name="connsiteX121807" fmla="*/ 339170 w 2119654"/>
              <a:gd name="connsiteY121807" fmla="*/ 791485 h 2398711"/>
              <a:gd name="connsiteX121808" fmla="*/ 344399 w 2119654"/>
              <a:gd name="connsiteY121808" fmla="*/ 801518 h 2398711"/>
              <a:gd name="connsiteX121809" fmla="*/ 344327 w 2119654"/>
              <a:gd name="connsiteY121809" fmla="*/ 793496 h 2398711"/>
              <a:gd name="connsiteX121810" fmla="*/ 344571 w 2119654"/>
              <a:gd name="connsiteY121810" fmla="*/ 779233 h 2398711"/>
              <a:gd name="connsiteX121811" fmla="*/ 344575 w 2119654"/>
              <a:gd name="connsiteY121811" fmla="*/ 779630 h 2398711"/>
              <a:gd name="connsiteX121812" fmla="*/ 344791 w 2119654"/>
              <a:gd name="connsiteY121812" fmla="*/ 789303 h 2398711"/>
              <a:gd name="connsiteX121813" fmla="*/ 345922 w 2119654"/>
              <a:gd name="connsiteY121813" fmla="*/ 790807 h 2398711"/>
              <a:gd name="connsiteX121814" fmla="*/ 407682 w 2119654"/>
              <a:gd name="connsiteY121814" fmla="*/ 637700 h 2398711"/>
              <a:gd name="connsiteX121815" fmla="*/ 407934 w 2119654"/>
              <a:gd name="connsiteY121815" fmla="*/ 640714 h 2398711"/>
              <a:gd name="connsiteX121816" fmla="*/ 408091 w 2119654"/>
              <a:gd name="connsiteY121816" fmla="*/ 640052 h 2398711"/>
              <a:gd name="connsiteX121817" fmla="*/ 408209 w 2119654"/>
              <a:gd name="connsiteY121817" fmla="*/ 637883 h 2398711"/>
              <a:gd name="connsiteX121818" fmla="*/ 322535 w 2119654"/>
              <a:gd name="connsiteY121818" fmla="*/ 828291 h 2398711"/>
              <a:gd name="connsiteX121819" fmla="*/ 322667 w 2119654"/>
              <a:gd name="connsiteY121819" fmla="*/ 831457 h 2398711"/>
              <a:gd name="connsiteX121820" fmla="*/ 323989 w 2119654"/>
              <a:gd name="connsiteY121820" fmla="*/ 832021 h 2398711"/>
              <a:gd name="connsiteX121821" fmla="*/ 408873 w 2119654"/>
              <a:gd name="connsiteY121821" fmla="*/ 634820 h 2398711"/>
              <a:gd name="connsiteX121822" fmla="*/ 408784 w 2119654"/>
              <a:gd name="connsiteY121822" fmla="*/ 636967 h 2398711"/>
              <a:gd name="connsiteX121823" fmla="*/ 408819 w 2119654"/>
              <a:gd name="connsiteY121823" fmla="*/ 636980 h 2398711"/>
              <a:gd name="connsiteX121824" fmla="*/ 409256 w 2119654"/>
              <a:gd name="connsiteY121824" fmla="*/ 635137 h 2398711"/>
              <a:gd name="connsiteX121825" fmla="*/ 354438 w 2119654"/>
              <a:gd name="connsiteY121825" fmla="*/ 756595 h 2398711"/>
              <a:gd name="connsiteX121826" fmla="*/ 361450 w 2119654"/>
              <a:gd name="connsiteY121826" fmla="*/ 760848 h 2398711"/>
              <a:gd name="connsiteX121827" fmla="*/ 361540 w 2119654"/>
              <a:gd name="connsiteY121827" fmla="*/ 758684 h 2398711"/>
              <a:gd name="connsiteX121828" fmla="*/ 421067 w 2119654"/>
              <a:gd name="connsiteY121828" fmla="*/ 607293 h 2398711"/>
              <a:gd name="connsiteX121829" fmla="*/ 421276 w 2119654"/>
              <a:gd name="connsiteY121829" fmla="*/ 608323 h 2398711"/>
              <a:gd name="connsiteX121830" fmla="*/ 421639 w 2119654"/>
              <a:gd name="connsiteY121830" fmla="*/ 609991 h 2398711"/>
              <a:gd name="connsiteX121831" fmla="*/ 436386 w 2119654"/>
              <a:gd name="connsiteY121831" fmla="*/ 618786 h 2398711"/>
              <a:gd name="connsiteX121832" fmla="*/ 435719 w 2119654"/>
              <a:gd name="connsiteY121832" fmla="*/ 613693 h 2398711"/>
              <a:gd name="connsiteX121833" fmla="*/ 292828 w 2119654"/>
              <a:gd name="connsiteY121833" fmla="*/ 894397 h 2398711"/>
              <a:gd name="connsiteX121834" fmla="*/ 294521 w 2119654"/>
              <a:gd name="connsiteY121834" fmla="*/ 914636 h 2398711"/>
              <a:gd name="connsiteX121835" fmla="*/ 308026 w 2119654"/>
              <a:gd name="connsiteY121835" fmla="*/ 946148 h 2398711"/>
              <a:gd name="connsiteX121836" fmla="*/ 310689 w 2119654"/>
              <a:gd name="connsiteY121836" fmla="*/ 948504 h 2398711"/>
              <a:gd name="connsiteX121837" fmla="*/ 310861 w 2119654"/>
              <a:gd name="connsiteY121837" fmla="*/ 943035 h 2398711"/>
              <a:gd name="connsiteX121838" fmla="*/ 308442 w 2119654"/>
              <a:gd name="connsiteY121838" fmla="*/ 931027 h 2398711"/>
              <a:gd name="connsiteX121839" fmla="*/ 295171 w 2119654"/>
              <a:gd name="connsiteY121839" fmla="*/ 899890 h 2398711"/>
              <a:gd name="connsiteX121840" fmla="*/ 294626 w 2119654"/>
              <a:gd name="connsiteY121840" fmla="*/ 899252 h 2398711"/>
              <a:gd name="connsiteX121841" fmla="*/ 294641 w 2119654"/>
              <a:gd name="connsiteY121841" fmla="*/ 898979 h 2398711"/>
              <a:gd name="connsiteX121842" fmla="*/ 294922 w 2119654"/>
              <a:gd name="connsiteY121842" fmla="*/ 899310 h 2398711"/>
              <a:gd name="connsiteX121843" fmla="*/ 402981 w 2119654"/>
              <a:gd name="connsiteY121843" fmla="*/ 647700 h 2398711"/>
              <a:gd name="connsiteX121844" fmla="*/ 403133 w 2119654"/>
              <a:gd name="connsiteY121844" fmla="*/ 651200 h 2398711"/>
              <a:gd name="connsiteX121845" fmla="*/ 405371 w 2119654"/>
              <a:gd name="connsiteY121845" fmla="*/ 651508 h 2398711"/>
              <a:gd name="connsiteX121846" fmla="*/ 405868 w 2119654"/>
              <a:gd name="connsiteY121846" fmla="*/ 649414 h 2398711"/>
              <a:gd name="connsiteX121847" fmla="*/ 405892 w 2119654"/>
              <a:gd name="connsiteY121847" fmla="*/ 649079 h 2398711"/>
              <a:gd name="connsiteX121848" fmla="*/ 326292 w 2119654"/>
              <a:gd name="connsiteY121848" fmla="*/ 819417 h 2398711"/>
              <a:gd name="connsiteX121849" fmla="*/ 326581 w 2119654"/>
              <a:gd name="connsiteY121849" fmla="*/ 820100 h 2398711"/>
              <a:gd name="connsiteX121850" fmla="*/ 330238 w 2119654"/>
              <a:gd name="connsiteY121850" fmla="*/ 824340 h 2398711"/>
              <a:gd name="connsiteX121851" fmla="*/ 330779 w 2119654"/>
              <a:gd name="connsiteY121851" fmla="*/ 821572 h 2398711"/>
              <a:gd name="connsiteX121852" fmla="*/ 350455 w 2119654"/>
              <a:gd name="connsiteY121852" fmla="*/ 765257 h 2398711"/>
              <a:gd name="connsiteX121853" fmla="*/ 351297 w 2119654"/>
              <a:gd name="connsiteY121853" fmla="*/ 769935 h 2398711"/>
              <a:gd name="connsiteX121854" fmla="*/ 355371 w 2119654"/>
              <a:gd name="connsiteY121854" fmla="*/ 790926 h 2398711"/>
              <a:gd name="connsiteX121855" fmla="*/ 357227 w 2119654"/>
              <a:gd name="connsiteY121855" fmla="*/ 783112 h 2398711"/>
              <a:gd name="connsiteX121856" fmla="*/ 236381 w 2119654"/>
              <a:gd name="connsiteY121856" fmla="*/ 1020623 h 2398711"/>
              <a:gd name="connsiteX121857" fmla="*/ 237754 w 2119654"/>
              <a:gd name="connsiteY121857" fmla="*/ 1025440 h 2398711"/>
              <a:gd name="connsiteX121858" fmla="*/ 242553 w 2119654"/>
              <a:gd name="connsiteY121858" fmla="*/ 1031522 h 2398711"/>
              <a:gd name="connsiteX121859" fmla="*/ 240032 w 2119654"/>
              <a:gd name="connsiteY121859" fmla="*/ 1027151 h 2398711"/>
              <a:gd name="connsiteX121860" fmla="*/ 472618 w 2119654"/>
              <a:gd name="connsiteY121860" fmla="*/ 491205 h 2398711"/>
              <a:gd name="connsiteX121861" fmla="*/ 472620 w 2119654"/>
              <a:gd name="connsiteY121861" fmla="*/ 491428 h 2398711"/>
              <a:gd name="connsiteX121862" fmla="*/ 472790 w 2119654"/>
              <a:gd name="connsiteY121862" fmla="*/ 505221 h 2398711"/>
              <a:gd name="connsiteX121863" fmla="*/ 474367 w 2119654"/>
              <a:gd name="connsiteY121863" fmla="*/ 506410 h 2398711"/>
              <a:gd name="connsiteX121864" fmla="*/ 474318 w 2119654"/>
              <a:gd name="connsiteY121864" fmla="*/ 500834 h 2398711"/>
              <a:gd name="connsiteX121865" fmla="*/ 474532 w 2119654"/>
              <a:gd name="connsiteY121865" fmla="*/ 500558 h 2398711"/>
              <a:gd name="connsiteX121866" fmla="*/ 474585 w 2119654"/>
              <a:gd name="connsiteY121866" fmla="*/ 506574 h 2398711"/>
              <a:gd name="connsiteX121867" fmla="*/ 485824 w 2119654"/>
              <a:gd name="connsiteY121867" fmla="*/ 515039 h 2398711"/>
              <a:gd name="connsiteX121868" fmla="*/ 487235 w 2119654"/>
              <a:gd name="connsiteY121868" fmla="*/ 516195 h 2398711"/>
              <a:gd name="connsiteX121869" fmla="*/ 487196 w 2119654"/>
              <a:gd name="connsiteY121869" fmla="*/ 499748 h 2398711"/>
              <a:gd name="connsiteX121870" fmla="*/ 479211 w 2119654"/>
              <a:gd name="connsiteY121870" fmla="*/ 493217 h 2398711"/>
              <a:gd name="connsiteX121871" fmla="*/ 261844 w 2119654"/>
              <a:gd name="connsiteY121871" fmla="*/ 963024 h 2398711"/>
              <a:gd name="connsiteX121872" fmla="*/ 265411 w 2119654"/>
              <a:gd name="connsiteY121872" fmla="*/ 988858 h 2398711"/>
              <a:gd name="connsiteX121873" fmla="*/ 273518 w 2119654"/>
              <a:gd name="connsiteY121873" fmla="*/ 1001256 h 2398711"/>
              <a:gd name="connsiteX121874" fmla="*/ 284019 w 2119654"/>
              <a:gd name="connsiteY121874" fmla="*/ 1016839 h 2398711"/>
              <a:gd name="connsiteX121875" fmla="*/ 300137 w 2119654"/>
              <a:gd name="connsiteY121875" fmla="*/ 1030462 h 2398711"/>
              <a:gd name="connsiteX121876" fmla="*/ 286487 w 2119654"/>
              <a:gd name="connsiteY121876" fmla="*/ 1000760 h 2398711"/>
              <a:gd name="connsiteX121877" fmla="*/ 273952 w 2119654"/>
              <a:gd name="connsiteY121877" fmla="*/ 972489 h 2398711"/>
              <a:gd name="connsiteX121878" fmla="*/ 402951 w 2119654"/>
              <a:gd name="connsiteY121878" fmla="*/ 647039 h 2398711"/>
              <a:gd name="connsiteX121879" fmla="*/ 402952 w 2119654"/>
              <a:gd name="connsiteY121879" fmla="*/ 647070 h 2398711"/>
              <a:gd name="connsiteX121880" fmla="*/ 403530 w 2119654"/>
              <a:gd name="connsiteY121880" fmla="*/ 647316 h 2398711"/>
              <a:gd name="connsiteX121881" fmla="*/ 400092 w 2119654"/>
              <a:gd name="connsiteY121881" fmla="*/ 653230 h 2398711"/>
              <a:gd name="connsiteX121882" fmla="*/ 402885 w 2119654"/>
              <a:gd name="connsiteY121882" fmla="*/ 660233 h 2398711"/>
              <a:gd name="connsiteX121883" fmla="*/ 402677 w 2119654"/>
              <a:gd name="connsiteY121883" fmla="*/ 653367 h 2398711"/>
              <a:gd name="connsiteX121884" fmla="*/ 407046 w 2119654"/>
              <a:gd name="connsiteY121884" fmla="*/ 637479 h 2398711"/>
              <a:gd name="connsiteX121885" fmla="*/ 406635 w 2119654"/>
              <a:gd name="connsiteY121885" fmla="*/ 644626 h 2398711"/>
              <a:gd name="connsiteX121886" fmla="*/ 406806 w 2119654"/>
              <a:gd name="connsiteY121886" fmla="*/ 645464 h 2398711"/>
              <a:gd name="connsiteX121887" fmla="*/ 407576 w 2119654"/>
              <a:gd name="connsiteY121887" fmla="*/ 642221 h 2398711"/>
              <a:gd name="connsiteX121888" fmla="*/ 407476 w 2119654"/>
              <a:gd name="connsiteY121888" fmla="*/ 641021 h 2398711"/>
              <a:gd name="connsiteX121889" fmla="*/ 407232 w 2119654"/>
              <a:gd name="connsiteY121889" fmla="*/ 637544 h 2398711"/>
              <a:gd name="connsiteX121890" fmla="*/ 412069 w 2119654"/>
              <a:gd name="connsiteY121890" fmla="*/ 626200 h 2398711"/>
              <a:gd name="connsiteX121891" fmla="*/ 410926 w 2119654"/>
              <a:gd name="connsiteY121891" fmla="*/ 631010 h 2398711"/>
              <a:gd name="connsiteX121892" fmla="*/ 412839 w 2119654"/>
              <a:gd name="connsiteY121892" fmla="*/ 632129 h 2398711"/>
              <a:gd name="connsiteX121893" fmla="*/ 412896 w 2119654"/>
              <a:gd name="connsiteY121893" fmla="*/ 631466 h 2398711"/>
              <a:gd name="connsiteX121894" fmla="*/ 325780 w 2119654"/>
              <a:gd name="connsiteY121894" fmla="*/ 819172 h 2398711"/>
              <a:gd name="connsiteX121895" fmla="*/ 325827 w 2119654"/>
              <a:gd name="connsiteY121895" fmla="*/ 819226 h 2398711"/>
              <a:gd name="connsiteX121896" fmla="*/ 325811 w 2119654"/>
              <a:gd name="connsiteY121896" fmla="*/ 819187 h 2398711"/>
              <a:gd name="connsiteX121897" fmla="*/ 467463 w 2119654"/>
              <a:gd name="connsiteY121897" fmla="*/ 501697 h 2398711"/>
              <a:gd name="connsiteX121898" fmla="*/ 467983 w 2119654"/>
              <a:gd name="connsiteY121898" fmla="*/ 513621 h 2398711"/>
              <a:gd name="connsiteX121899" fmla="*/ 470436 w 2119654"/>
              <a:gd name="connsiteY121899" fmla="*/ 514371 h 2398711"/>
              <a:gd name="connsiteX121900" fmla="*/ 470757 w 2119654"/>
              <a:gd name="connsiteY121900" fmla="*/ 504177 h 2398711"/>
              <a:gd name="connsiteX121901" fmla="*/ 413907 w 2119654"/>
              <a:gd name="connsiteY121901" fmla="*/ 621129 h 2398711"/>
              <a:gd name="connsiteX121902" fmla="*/ 413538 w 2119654"/>
              <a:gd name="connsiteY121902" fmla="*/ 625461 h 2398711"/>
              <a:gd name="connsiteX121903" fmla="*/ 413946 w 2119654"/>
              <a:gd name="connsiteY121903" fmla="*/ 627460 h 2398711"/>
              <a:gd name="connsiteX121904" fmla="*/ 415469 w 2119654"/>
              <a:gd name="connsiteY121904" fmla="*/ 633667 h 2398711"/>
              <a:gd name="connsiteX121905" fmla="*/ 423046 w 2119654"/>
              <a:gd name="connsiteY121905" fmla="*/ 638102 h 2398711"/>
              <a:gd name="connsiteX121906" fmla="*/ 428189 w 2119654"/>
              <a:gd name="connsiteY121906" fmla="*/ 642354 h 2398711"/>
              <a:gd name="connsiteX121907" fmla="*/ 425916 w 2119654"/>
              <a:gd name="connsiteY121907" fmla="*/ 631909 h 2398711"/>
              <a:gd name="connsiteX121908" fmla="*/ 424546 w 2119654"/>
              <a:gd name="connsiteY121908" fmla="*/ 631254 h 2398711"/>
              <a:gd name="connsiteX121909" fmla="*/ 424940 w 2119654"/>
              <a:gd name="connsiteY121909" fmla="*/ 631165 h 2398711"/>
              <a:gd name="connsiteX121910" fmla="*/ 425848 w 2119654"/>
              <a:gd name="connsiteY121910" fmla="*/ 631600 h 2398711"/>
              <a:gd name="connsiteX121911" fmla="*/ 424998 w 2119654"/>
              <a:gd name="connsiteY121911" fmla="*/ 627687 h 2398711"/>
              <a:gd name="connsiteX121912" fmla="*/ 424815 w 2119654"/>
              <a:gd name="connsiteY121912" fmla="*/ 626790 h 2398711"/>
              <a:gd name="connsiteX121913" fmla="*/ 424219 w 2119654"/>
              <a:gd name="connsiteY121913" fmla="*/ 625633 h 2398711"/>
              <a:gd name="connsiteX121914" fmla="*/ 503381 w 2119654"/>
              <a:gd name="connsiteY121914" fmla="*/ 420722 h 2398711"/>
              <a:gd name="connsiteX121915" fmla="*/ 503539 w 2119654"/>
              <a:gd name="connsiteY121915" fmla="*/ 425987 h 2398711"/>
              <a:gd name="connsiteX121916" fmla="*/ 503775 w 2119654"/>
              <a:gd name="connsiteY121916" fmla="*/ 431390 h 2398711"/>
              <a:gd name="connsiteX121917" fmla="*/ 520268 w 2119654"/>
              <a:gd name="connsiteY121917" fmla="*/ 437722 h 2398711"/>
              <a:gd name="connsiteX121918" fmla="*/ 519767 w 2119654"/>
              <a:gd name="connsiteY121918" fmla="*/ 436062 h 2398711"/>
              <a:gd name="connsiteX121919" fmla="*/ 519720 w 2119654"/>
              <a:gd name="connsiteY121919" fmla="*/ 435898 h 2398711"/>
              <a:gd name="connsiteX121920" fmla="*/ 511335 w 2119654"/>
              <a:gd name="connsiteY121920" fmla="*/ 432697 h 2398711"/>
              <a:gd name="connsiteX121921" fmla="*/ 511636 w 2119654"/>
              <a:gd name="connsiteY121921" fmla="*/ 432602 h 2398711"/>
              <a:gd name="connsiteX121922" fmla="*/ 519653 w 2119654"/>
              <a:gd name="connsiteY121922" fmla="*/ 435663 h 2398711"/>
              <a:gd name="connsiteX121923" fmla="*/ 518757 w 2119654"/>
              <a:gd name="connsiteY121923" fmla="*/ 432537 h 2398711"/>
              <a:gd name="connsiteX121924" fmla="*/ 471937 w 2119654"/>
              <a:gd name="connsiteY121924" fmla="*/ 490996 h 2398711"/>
              <a:gd name="connsiteX121925" fmla="*/ 471517 w 2119654"/>
              <a:gd name="connsiteY121925" fmla="*/ 504263 h 2398711"/>
              <a:gd name="connsiteX121926" fmla="*/ 472249 w 2119654"/>
              <a:gd name="connsiteY121926" fmla="*/ 504813 h 2398711"/>
              <a:gd name="connsiteX121927" fmla="*/ 472216 w 2119654"/>
              <a:gd name="connsiteY121927" fmla="*/ 491081 h 2398711"/>
              <a:gd name="connsiteX121928" fmla="*/ 407128 w 2119654"/>
              <a:gd name="connsiteY121928" fmla="*/ 636062 h 2398711"/>
              <a:gd name="connsiteX121929" fmla="*/ 407109 w 2119654"/>
              <a:gd name="connsiteY121929" fmla="*/ 636385 h 2398711"/>
              <a:gd name="connsiteX121930" fmla="*/ 407151 w 2119654"/>
              <a:gd name="connsiteY121930" fmla="*/ 636400 h 2398711"/>
              <a:gd name="connsiteX121931" fmla="*/ 340135 w 2119654"/>
              <a:gd name="connsiteY121931" fmla="*/ 786067 h 2398711"/>
              <a:gd name="connsiteX121932" fmla="*/ 339129 w 2119654"/>
              <a:gd name="connsiteY121932" fmla="*/ 791211 h 2398711"/>
              <a:gd name="connsiteX121933" fmla="*/ 344325 w 2119654"/>
              <a:gd name="connsiteY121933" fmla="*/ 793238 h 2398711"/>
              <a:gd name="connsiteX121934" fmla="*/ 344317 w 2119654"/>
              <a:gd name="connsiteY121934" fmla="*/ 792419 h 2398711"/>
              <a:gd name="connsiteX121935" fmla="*/ 412725 w 2119654"/>
              <a:gd name="connsiteY121935" fmla="*/ 623426 h 2398711"/>
              <a:gd name="connsiteX121936" fmla="*/ 412694 w 2119654"/>
              <a:gd name="connsiteY121936" fmla="*/ 623564 h 2398711"/>
              <a:gd name="connsiteX121937" fmla="*/ 413262 w 2119654"/>
              <a:gd name="connsiteY121937" fmla="*/ 627172 h 2398711"/>
              <a:gd name="connsiteX121938" fmla="*/ 413329 w 2119654"/>
              <a:gd name="connsiteY121938" fmla="*/ 626388 h 2398711"/>
              <a:gd name="connsiteX121939" fmla="*/ 322419 w 2119654"/>
              <a:gd name="connsiteY121939" fmla="*/ 825473 h 2398711"/>
              <a:gd name="connsiteX121940" fmla="*/ 322474 w 2119654"/>
              <a:gd name="connsiteY121940" fmla="*/ 826807 h 2398711"/>
              <a:gd name="connsiteX121941" fmla="*/ 324608 w 2119654"/>
              <a:gd name="connsiteY121941" fmla="*/ 832284 h 2398711"/>
              <a:gd name="connsiteX121942" fmla="*/ 324714 w 2119654"/>
              <a:gd name="connsiteY121942" fmla="*/ 832329 h 2398711"/>
              <a:gd name="connsiteX121943" fmla="*/ 324246 w 2119654"/>
              <a:gd name="connsiteY121943" fmla="*/ 828454 h 2398711"/>
              <a:gd name="connsiteX121944" fmla="*/ 374637 w 2119654"/>
              <a:gd name="connsiteY121944" fmla="*/ 707572 h 2398711"/>
              <a:gd name="connsiteX121945" fmla="*/ 374704 w 2119654"/>
              <a:gd name="connsiteY121945" fmla="*/ 707913 h 2398711"/>
              <a:gd name="connsiteX121946" fmla="*/ 374714 w 2119654"/>
              <a:gd name="connsiteY121946" fmla="*/ 707596 h 2398711"/>
              <a:gd name="connsiteX121947" fmla="*/ 413332 w 2119654"/>
              <a:gd name="connsiteY121947" fmla="*/ 620877 h 2398711"/>
              <a:gd name="connsiteX121948" fmla="*/ 412941 w 2119654"/>
              <a:gd name="connsiteY121948" fmla="*/ 622525 h 2398711"/>
              <a:gd name="connsiteX121949" fmla="*/ 413446 w 2119654"/>
              <a:gd name="connsiteY121949" fmla="*/ 625009 h 2398711"/>
              <a:gd name="connsiteX121950" fmla="*/ 413781 w 2119654"/>
              <a:gd name="connsiteY121950" fmla="*/ 621074 h 2398711"/>
              <a:gd name="connsiteX121951" fmla="*/ 472611 w 2119654"/>
              <a:gd name="connsiteY121951" fmla="*/ 487820 h 2398711"/>
              <a:gd name="connsiteX121952" fmla="*/ 472617 w 2119654"/>
              <a:gd name="connsiteY121952" fmla="*/ 490265 h 2398711"/>
              <a:gd name="connsiteX121953" fmla="*/ 477378 w 2119654"/>
              <a:gd name="connsiteY121953" fmla="*/ 491718 h 2398711"/>
              <a:gd name="connsiteX121954" fmla="*/ 316456 w 2119654"/>
              <a:gd name="connsiteY121954" fmla="*/ 837156 h 2398711"/>
              <a:gd name="connsiteX121955" fmla="*/ 316003 w 2119654"/>
              <a:gd name="connsiteY121955" fmla="*/ 843490 h 2398711"/>
              <a:gd name="connsiteX121956" fmla="*/ 317206 w 2119654"/>
              <a:gd name="connsiteY121956" fmla="*/ 843553 h 2398711"/>
              <a:gd name="connsiteX121957" fmla="*/ 407341 w 2119654"/>
              <a:gd name="connsiteY121957" fmla="*/ 633628 h 2398711"/>
              <a:gd name="connsiteX121958" fmla="*/ 407585 w 2119654"/>
              <a:gd name="connsiteY121958" fmla="*/ 636551 h 2398711"/>
              <a:gd name="connsiteX121959" fmla="*/ 408269 w 2119654"/>
              <a:gd name="connsiteY121959" fmla="*/ 636789 h 2398711"/>
              <a:gd name="connsiteX121960" fmla="*/ 408398 w 2119654"/>
              <a:gd name="connsiteY121960" fmla="*/ 634427 h 2398711"/>
              <a:gd name="connsiteX121961" fmla="*/ 407649 w 2119654"/>
              <a:gd name="connsiteY121961" fmla="*/ 633808 h 2398711"/>
              <a:gd name="connsiteX121962" fmla="*/ 301998 w 2119654"/>
              <a:gd name="connsiteY121962" fmla="*/ 869421 h 2398711"/>
              <a:gd name="connsiteX121963" fmla="*/ 302664 w 2119654"/>
              <a:gd name="connsiteY121963" fmla="*/ 870541 h 2398711"/>
              <a:gd name="connsiteX121964" fmla="*/ 302449 w 2119654"/>
              <a:gd name="connsiteY121964" fmla="*/ 869536 h 2398711"/>
              <a:gd name="connsiteX121965" fmla="*/ 245604 w 2119654"/>
              <a:gd name="connsiteY121965" fmla="*/ 995681 h 2398711"/>
              <a:gd name="connsiteX121966" fmla="*/ 248339 w 2119654"/>
              <a:gd name="connsiteY121966" fmla="*/ 1005276 h 2398711"/>
              <a:gd name="connsiteX121967" fmla="*/ 256861 w 2119654"/>
              <a:gd name="connsiteY121967" fmla="*/ 1031198 h 2398711"/>
              <a:gd name="connsiteX121968" fmla="*/ 266027 w 2119654"/>
              <a:gd name="connsiteY121968" fmla="*/ 1055685 h 2398711"/>
              <a:gd name="connsiteX121969" fmla="*/ 262596 w 2119654"/>
              <a:gd name="connsiteY121969" fmla="*/ 1027269 h 2398711"/>
              <a:gd name="connsiteX121970" fmla="*/ 254318 w 2119654"/>
              <a:gd name="connsiteY121970" fmla="*/ 1008273 h 2398711"/>
              <a:gd name="connsiteX121971" fmla="*/ 253421 w 2119654"/>
              <a:gd name="connsiteY121971" fmla="*/ 1006085 h 2398711"/>
              <a:gd name="connsiteX121972" fmla="*/ 374243 w 2119654"/>
              <a:gd name="connsiteY121972" fmla="*/ 707448 h 2398711"/>
              <a:gd name="connsiteX121973" fmla="*/ 374412 w 2119654"/>
              <a:gd name="connsiteY121973" fmla="*/ 707962 h 2398711"/>
              <a:gd name="connsiteX121974" fmla="*/ 374323 w 2119654"/>
              <a:gd name="connsiteY121974" fmla="*/ 707474 h 2398711"/>
              <a:gd name="connsiteX121975" fmla="*/ 399230 w 2119654"/>
              <a:gd name="connsiteY121975" fmla="*/ 651066 h 2398711"/>
              <a:gd name="connsiteX121976" fmla="*/ 399866 w 2119654"/>
              <a:gd name="connsiteY121976" fmla="*/ 652661 h 2398711"/>
              <a:gd name="connsiteX121977" fmla="*/ 402661 w 2119654"/>
              <a:gd name="connsiteY121977" fmla="*/ 652808 h 2398711"/>
              <a:gd name="connsiteX121978" fmla="*/ 402622 w 2119654"/>
              <a:gd name="connsiteY121978" fmla="*/ 651533 h 2398711"/>
              <a:gd name="connsiteX121979" fmla="*/ 414059 w 2119654"/>
              <a:gd name="connsiteY121979" fmla="*/ 617813 h 2398711"/>
              <a:gd name="connsiteX121980" fmla="*/ 413531 w 2119654"/>
              <a:gd name="connsiteY121980" fmla="*/ 620039 h 2398711"/>
              <a:gd name="connsiteX121981" fmla="*/ 413858 w 2119654"/>
              <a:gd name="connsiteY121981" fmla="*/ 620181 h 2398711"/>
              <a:gd name="connsiteX121982" fmla="*/ 429479 w 2119654"/>
              <a:gd name="connsiteY121982" fmla="*/ 582974 h 2398711"/>
              <a:gd name="connsiteX121983" fmla="*/ 432533 w 2119654"/>
              <a:gd name="connsiteY121983" fmla="*/ 589355 h 2398711"/>
              <a:gd name="connsiteX121984" fmla="*/ 432210 w 2119654"/>
              <a:gd name="connsiteY121984" fmla="*/ 586885 h 2398711"/>
              <a:gd name="connsiteX121985" fmla="*/ 431926 w 2119654"/>
              <a:gd name="connsiteY121985" fmla="*/ 584458 h 2398711"/>
              <a:gd name="connsiteX121986" fmla="*/ 472080 w 2119654"/>
              <a:gd name="connsiteY121986" fmla="*/ 487385 h 2398711"/>
              <a:gd name="connsiteX121987" fmla="*/ 472028 w 2119654"/>
              <a:gd name="connsiteY121987" fmla="*/ 488100 h 2398711"/>
              <a:gd name="connsiteX121988" fmla="*/ 471967 w 2119654"/>
              <a:gd name="connsiteY121988" fmla="*/ 490067 h 2398711"/>
              <a:gd name="connsiteX121989" fmla="*/ 472213 w 2119654"/>
              <a:gd name="connsiteY121989" fmla="*/ 490142 h 2398711"/>
              <a:gd name="connsiteX121990" fmla="*/ 472207 w 2119654"/>
              <a:gd name="connsiteY121990" fmla="*/ 487490 h 2398711"/>
              <a:gd name="connsiteX121991" fmla="*/ 412534 w 2119654"/>
              <a:gd name="connsiteY121991" fmla="*/ 620529 h 2398711"/>
              <a:gd name="connsiteX121992" fmla="*/ 412623 w 2119654"/>
              <a:gd name="connsiteY121992" fmla="*/ 620968 h 2398711"/>
              <a:gd name="connsiteX121993" fmla="*/ 412709 w 2119654"/>
              <a:gd name="connsiteY121993" fmla="*/ 620606 h 2398711"/>
              <a:gd name="connsiteX121994" fmla="*/ 292397 w 2119654"/>
              <a:gd name="connsiteY121994" fmla="*/ 889214 h 2398711"/>
              <a:gd name="connsiteX121995" fmla="*/ 292570 w 2119654"/>
              <a:gd name="connsiteY121995" fmla="*/ 891281 h 2398711"/>
              <a:gd name="connsiteX121996" fmla="*/ 293345 w 2119654"/>
              <a:gd name="connsiteY121996" fmla="*/ 893091 h 2398711"/>
              <a:gd name="connsiteX121997" fmla="*/ 294891 w 2119654"/>
              <a:gd name="connsiteY121997" fmla="*/ 893573 h 2398711"/>
              <a:gd name="connsiteX121998" fmla="*/ 293283 w 2119654"/>
              <a:gd name="connsiteY121998" fmla="*/ 890937 h 2398711"/>
              <a:gd name="connsiteX121999" fmla="*/ 350822 w 2119654"/>
              <a:gd name="connsiteY121999" fmla="*/ 758303 h 2398711"/>
              <a:gd name="connsiteX122000" fmla="*/ 357688 w 2119654"/>
              <a:gd name="connsiteY122000" fmla="*/ 781167 h 2398711"/>
              <a:gd name="connsiteX122001" fmla="*/ 361227 w 2119654"/>
              <a:gd name="connsiteY122001" fmla="*/ 766267 h 2398711"/>
              <a:gd name="connsiteX122002" fmla="*/ 361419 w 2119654"/>
              <a:gd name="connsiteY122002" fmla="*/ 761613 h 2398711"/>
              <a:gd name="connsiteX122003" fmla="*/ 361101 w 2119654"/>
              <a:gd name="connsiteY122003" fmla="*/ 761421 h 2398711"/>
              <a:gd name="connsiteX122004" fmla="*/ 460749 w 2119654"/>
              <a:gd name="connsiteY122004" fmla="*/ 512113 h 2398711"/>
              <a:gd name="connsiteX122005" fmla="*/ 467922 w 2119654"/>
              <a:gd name="connsiteY122005" fmla="*/ 527640 h 2398711"/>
              <a:gd name="connsiteX122006" fmla="*/ 467332 w 2119654"/>
              <a:gd name="connsiteY122006" fmla="*/ 514123 h 2398711"/>
              <a:gd name="connsiteX122007" fmla="*/ 374277 w 2119654"/>
              <a:gd name="connsiteY122007" fmla="*/ 705734 h 2398711"/>
              <a:gd name="connsiteX122008" fmla="*/ 374515 w 2119654"/>
              <a:gd name="connsiteY122008" fmla="*/ 706951 h 2398711"/>
              <a:gd name="connsiteX122009" fmla="*/ 374732 w 2119654"/>
              <a:gd name="connsiteY122009" fmla="*/ 707019 h 2398711"/>
              <a:gd name="connsiteX122010" fmla="*/ 374751 w 2119654"/>
              <a:gd name="connsiteY122010" fmla="*/ 706442 h 2398711"/>
              <a:gd name="connsiteX122011" fmla="*/ 405037 w 2119654"/>
              <a:gd name="connsiteY122011" fmla="*/ 636780 h 2398711"/>
              <a:gd name="connsiteX122012" fmla="*/ 406319 w 2119654"/>
              <a:gd name="connsiteY122012" fmla="*/ 643073 h 2398711"/>
              <a:gd name="connsiteX122013" fmla="*/ 406724 w 2119654"/>
              <a:gd name="connsiteY122013" fmla="*/ 637367 h 2398711"/>
              <a:gd name="connsiteX122014" fmla="*/ 316660 w 2119654"/>
              <a:gd name="connsiteY122014" fmla="*/ 834312 h 2398711"/>
              <a:gd name="connsiteX122015" fmla="*/ 316611 w 2119654"/>
              <a:gd name="connsiteY122015" fmla="*/ 835003 h 2398711"/>
              <a:gd name="connsiteX122016" fmla="*/ 317615 w 2119654"/>
              <a:gd name="connsiteY122016" fmla="*/ 843575 h 2398711"/>
              <a:gd name="connsiteX122017" fmla="*/ 319434 w 2119654"/>
              <a:gd name="connsiteY122017" fmla="*/ 843671 h 2398711"/>
              <a:gd name="connsiteX122018" fmla="*/ 319219 w 2119654"/>
              <a:gd name="connsiteY122018" fmla="*/ 838499 h 2398711"/>
              <a:gd name="connsiteX122019" fmla="*/ 472202 w 2119654"/>
              <a:gd name="connsiteY122019" fmla="*/ 485682 h 2398711"/>
              <a:gd name="connsiteX122020" fmla="*/ 472200 w 2119654"/>
              <a:gd name="connsiteY122020" fmla="*/ 485705 h 2398711"/>
              <a:gd name="connsiteX122021" fmla="*/ 472202 w 2119654"/>
              <a:gd name="connsiteY122021" fmla="*/ 485706 h 2398711"/>
              <a:gd name="connsiteX122022" fmla="*/ 417581 w 2119654"/>
              <a:gd name="connsiteY122022" fmla="*/ 607989 h 2398711"/>
              <a:gd name="connsiteX122023" fmla="*/ 420720 w 2119654"/>
              <a:gd name="connsiteY122023" fmla="*/ 614083 h 2398711"/>
              <a:gd name="connsiteX122024" fmla="*/ 422876 w 2119654"/>
              <a:gd name="connsiteY122024" fmla="*/ 617264 h 2398711"/>
              <a:gd name="connsiteX122025" fmla="*/ 421458 w 2119654"/>
              <a:gd name="connsiteY122025" fmla="*/ 610301 h 2398711"/>
              <a:gd name="connsiteX122026" fmla="*/ 397360 w 2119654"/>
              <a:gd name="connsiteY122026" fmla="*/ 653084 h 2398711"/>
              <a:gd name="connsiteX122027" fmla="*/ 399116 w 2119654"/>
              <a:gd name="connsiteY122027" fmla="*/ 655948 h 2398711"/>
              <a:gd name="connsiteX122028" fmla="*/ 400975 w 2119654"/>
              <a:gd name="connsiteY122028" fmla="*/ 658722 h 2398711"/>
              <a:gd name="connsiteX122029" fmla="*/ 401030 w 2119654"/>
              <a:gd name="connsiteY122029" fmla="*/ 658625 h 2398711"/>
              <a:gd name="connsiteX122030" fmla="*/ 401098 w 2119654"/>
              <a:gd name="connsiteY122030" fmla="*/ 658904 h 2398711"/>
              <a:gd name="connsiteX122031" fmla="*/ 402926 w 2119654"/>
              <a:gd name="connsiteY122031" fmla="*/ 661636 h 2398711"/>
              <a:gd name="connsiteX122032" fmla="*/ 402910 w 2119654"/>
              <a:gd name="connsiteY122032" fmla="*/ 661114 h 2398711"/>
              <a:gd name="connsiteX122033" fmla="*/ 399760 w 2119654"/>
              <a:gd name="connsiteY122033" fmla="*/ 653210 h 2398711"/>
              <a:gd name="connsiteX122034" fmla="*/ 450714 w 2119654"/>
              <a:gd name="connsiteY122034" fmla="*/ 533282 h 2398711"/>
              <a:gd name="connsiteX122035" fmla="*/ 452264 w 2119654"/>
              <a:gd name="connsiteY122035" fmla="*/ 570573 h 2398711"/>
              <a:gd name="connsiteX122036" fmla="*/ 455068 w 2119654"/>
              <a:gd name="connsiteY122036" fmla="*/ 587778 h 2398711"/>
              <a:gd name="connsiteX122037" fmla="*/ 463635 w 2119654"/>
              <a:gd name="connsiteY122037" fmla="*/ 592977 h 2398711"/>
              <a:gd name="connsiteX122038" fmla="*/ 465351 w 2119654"/>
              <a:gd name="connsiteY122038" fmla="*/ 581499 h 2398711"/>
              <a:gd name="connsiteX122039" fmla="*/ 458439 w 2119654"/>
              <a:gd name="connsiteY122039" fmla="*/ 577448 h 2398711"/>
              <a:gd name="connsiteX122040" fmla="*/ 458933 w 2119654"/>
              <a:gd name="connsiteY122040" fmla="*/ 577381 h 2398711"/>
              <a:gd name="connsiteX122041" fmla="*/ 465401 w 2119654"/>
              <a:gd name="connsiteY122041" fmla="*/ 581170 h 2398711"/>
              <a:gd name="connsiteX122042" fmla="*/ 466646 w 2119654"/>
              <a:gd name="connsiteY122042" fmla="*/ 572838 h 2398711"/>
              <a:gd name="connsiteX122043" fmla="*/ 467084 w 2119654"/>
              <a:gd name="connsiteY122043" fmla="*/ 572426 h 2398711"/>
              <a:gd name="connsiteX122044" fmla="*/ 465746 w 2119654"/>
              <a:gd name="connsiteY122044" fmla="*/ 581373 h 2398711"/>
              <a:gd name="connsiteX122045" fmla="*/ 469886 w 2119654"/>
              <a:gd name="connsiteY122045" fmla="*/ 583799 h 2398711"/>
              <a:gd name="connsiteX122046" fmla="*/ 470296 w 2119654"/>
              <a:gd name="connsiteY122046" fmla="*/ 582073 h 2398711"/>
              <a:gd name="connsiteX122047" fmla="*/ 469837 w 2119654"/>
              <a:gd name="connsiteY122047" fmla="*/ 571549 h 2398711"/>
              <a:gd name="connsiteX122048" fmla="*/ 456481 w 2119654"/>
              <a:gd name="connsiteY122048" fmla="*/ 563433 h 2398711"/>
              <a:gd name="connsiteX122049" fmla="*/ 456794 w 2119654"/>
              <a:gd name="connsiteY122049" fmla="*/ 563394 h 2398711"/>
              <a:gd name="connsiteX122050" fmla="*/ 469826 w 2119654"/>
              <a:gd name="connsiteY122050" fmla="*/ 571315 h 2398711"/>
              <a:gd name="connsiteX122051" fmla="*/ 469122 w 2119654"/>
              <a:gd name="connsiteY122051" fmla="*/ 555153 h 2398711"/>
              <a:gd name="connsiteX122052" fmla="*/ 455872 w 2119654"/>
              <a:gd name="connsiteY122052" fmla="*/ 548942 h 2398711"/>
              <a:gd name="connsiteX122053" fmla="*/ 456155 w 2119654"/>
              <a:gd name="connsiteY122053" fmla="*/ 548877 h 2398711"/>
              <a:gd name="connsiteX122054" fmla="*/ 469113 w 2119654"/>
              <a:gd name="connsiteY122054" fmla="*/ 554950 h 2398711"/>
              <a:gd name="connsiteX122055" fmla="*/ 469053 w 2119654"/>
              <a:gd name="connsiteY122055" fmla="*/ 553576 h 2398711"/>
              <a:gd name="connsiteX122056" fmla="*/ 463073 w 2119654"/>
              <a:gd name="connsiteY122056" fmla="*/ 540630 h 2398711"/>
              <a:gd name="connsiteX122057" fmla="*/ 455983 w 2119654"/>
              <a:gd name="connsiteY122057" fmla="*/ 536118 h 2398711"/>
              <a:gd name="connsiteX122058" fmla="*/ 391699 w 2119654"/>
              <a:gd name="connsiteY122058" fmla="*/ 665056 h 2398711"/>
              <a:gd name="connsiteX122059" fmla="*/ 393109 w 2119654"/>
              <a:gd name="connsiteY122059" fmla="*/ 670684 h 2398711"/>
              <a:gd name="connsiteX122060" fmla="*/ 398873 w 2119654"/>
              <a:gd name="connsiteY122060" fmla="*/ 670989 h 2398711"/>
              <a:gd name="connsiteX122061" fmla="*/ 232297 w 2119654"/>
              <a:gd name="connsiteY122061" fmla="*/ 1021974 h 2398711"/>
              <a:gd name="connsiteX122062" fmla="*/ 232739 w 2119654"/>
              <a:gd name="connsiteY122062" fmla="*/ 1024163 h 2398711"/>
              <a:gd name="connsiteX122063" fmla="*/ 236510 w 2119654"/>
              <a:gd name="connsiteY122063" fmla="*/ 1034038 h 2398711"/>
              <a:gd name="connsiteX122064" fmla="*/ 237005 w 2119654"/>
              <a:gd name="connsiteY122064" fmla="*/ 1034497 h 2398711"/>
              <a:gd name="connsiteX122065" fmla="*/ 239899 w 2119654"/>
              <a:gd name="connsiteY122065" fmla="*/ 1037111 h 2398711"/>
              <a:gd name="connsiteX122066" fmla="*/ 235519 w 2119654"/>
              <a:gd name="connsiteY122066" fmla="*/ 1026364 h 2398711"/>
              <a:gd name="connsiteX122067" fmla="*/ 234591 w 2119654"/>
              <a:gd name="connsiteY122067" fmla="*/ 1024845 h 2398711"/>
              <a:gd name="connsiteX122068" fmla="*/ 323230 w 2119654"/>
              <a:gd name="connsiteY122068" fmla="*/ 817947 h 2398711"/>
              <a:gd name="connsiteX122069" fmla="*/ 324354 w 2119654"/>
              <a:gd name="connsiteY122069" fmla="*/ 827881 h 2398711"/>
              <a:gd name="connsiteX122070" fmla="*/ 327918 w 2119654"/>
              <a:gd name="connsiteY122070" fmla="*/ 833691 h 2398711"/>
              <a:gd name="connsiteX122071" fmla="*/ 328370 w 2119654"/>
              <a:gd name="connsiteY122071" fmla="*/ 833884 h 2398711"/>
              <a:gd name="connsiteX122072" fmla="*/ 329483 w 2119654"/>
              <a:gd name="connsiteY122072" fmla="*/ 828191 h 2398711"/>
              <a:gd name="connsiteX122073" fmla="*/ 326286 w 2119654"/>
              <a:gd name="connsiteY122073" fmla="*/ 820353 h 2398711"/>
              <a:gd name="connsiteX122074" fmla="*/ 324905 w 2119654"/>
              <a:gd name="connsiteY122074" fmla="*/ 818752 h 2398711"/>
              <a:gd name="connsiteX122075" fmla="*/ 373713 w 2119654"/>
              <a:gd name="connsiteY122075" fmla="*/ 704891 h 2398711"/>
              <a:gd name="connsiteX122076" fmla="*/ 374106 w 2119654"/>
              <a:gd name="connsiteY122076" fmla="*/ 706824 h 2398711"/>
              <a:gd name="connsiteX122077" fmla="*/ 374211 w 2119654"/>
              <a:gd name="connsiteY122077" fmla="*/ 706857 h 2398711"/>
              <a:gd name="connsiteX122078" fmla="*/ 373906 w 2119654"/>
              <a:gd name="connsiteY122078" fmla="*/ 705179 h 2398711"/>
              <a:gd name="connsiteX122079" fmla="*/ 248417 w 2119654"/>
              <a:gd name="connsiteY122079" fmla="*/ 985417 h 2398711"/>
              <a:gd name="connsiteX122080" fmla="*/ 257260 w 2119654"/>
              <a:gd name="connsiteY122080" fmla="*/ 1004300 h 2398711"/>
              <a:gd name="connsiteX122081" fmla="*/ 260437 w 2119654"/>
              <a:gd name="connsiteY122081" fmla="*/ 1009392 h 2398711"/>
              <a:gd name="connsiteX122082" fmla="*/ 259928 w 2119654"/>
              <a:gd name="connsiteY122082" fmla="*/ 1005177 h 2398711"/>
              <a:gd name="connsiteX122083" fmla="*/ 246657 w 2119654"/>
              <a:gd name="connsiteY122083" fmla="*/ 989264 h 2398711"/>
              <a:gd name="connsiteX122084" fmla="*/ 250295 w 2119654"/>
              <a:gd name="connsiteY122084" fmla="*/ 998140 h 2398711"/>
              <a:gd name="connsiteX122085" fmla="*/ 252534 w 2119654"/>
              <a:gd name="connsiteY122085" fmla="*/ 1003403 h 2398711"/>
              <a:gd name="connsiteX122086" fmla="*/ 254341 w 2119654"/>
              <a:gd name="connsiteY122086" fmla="*/ 1005798 h 2398711"/>
              <a:gd name="connsiteX122087" fmla="*/ 415994 w 2119654"/>
              <a:gd name="connsiteY122087" fmla="*/ 609665 h 2398711"/>
              <a:gd name="connsiteX122088" fmla="*/ 414263 w 2119654"/>
              <a:gd name="connsiteY122088" fmla="*/ 616952 h 2398711"/>
              <a:gd name="connsiteX122089" fmla="*/ 413983 w 2119654"/>
              <a:gd name="connsiteY122089" fmla="*/ 620236 h 2398711"/>
              <a:gd name="connsiteX122090" fmla="*/ 423603 w 2119654"/>
              <a:gd name="connsiteY122090" fmla="*/ 624438 h 2398711"/>
              <a:gd name="connsiteX122091" fmla="*/ 232151 w 2119654"/>
              <a:gd name="connsiteY122091" fmla="*/ 1020847 h 2398711"/>
              <a:gd name="connsiteX122092" fmla="*/ 232158 w 2119654"/>
              <a:gd name="connsiteY122092" fmla="*/ 1020907 h 2398711"/>
              <a:gd name="connsiteX122093" fmla="*/ 232256 w 2119654"/>
              <a:gd name="connsiteY122093" fmla="*/ 1021020 h 2398711"/>
              <a:gd name="connsiteX122094" fmla="*/ 376346 w 2119654"/>
              <a:gd name="connsiteY122094" fmla="*/ 697382 h 2398711"/>
              <a:gd name="connsiteX122095" fmla="*/ 376171 w 2119654"/>
              <a:gd name="connsiteY122095" fmla="*/ 702924 h 2398711"/>
              <a:gd name="connsiteX122096" fmla="*/ 376519 w 2119654"/>
              <a:gd name="connsiteY122096" fmla="*/ 705050 h 2398711"/>
              <a:gd name="connsiteX122097" fmla="*/ 377978 w 2119654"/>
              <a:gd name="connsiteY122097" fmla="*/ 699254 h 2398711"/>
              <a:gd name="connsiteX122098" fmla="*/ 378363 w 2119654"/>
              <a:gd name="connsiteY122098" fmla="*/ 698956 h 2398711"/>
              <a:gd name="connsiteX122099" fmla="*/ 376641 w 2119654"/>
              <a:gd name="connsiteY122099" fmla="*/ 705797 h 2398711"/>
              <a:gd name="connsiteX122100" fmla="*/ 376856 w 2119654"/>
              <a:gd name="connsiteY122100" fmla="*/ 707109 h 2398711"/>
              <a:gd name="connsiteX122101" fmla="*/ 377339 w 2119654"/>
              <a:gd name="connsiteY122101" fmla="*/ 707831 h 2398711"/>
              <a:gd name="connsiteX122102" fmla="*/ 384105 w 2119654"/>
              <a:gd name="connsiteY122102" fmla="*/ 709939 h 2398711"/>
              <a:gd name="connsiteX122103" fmla="*/ 382244 w 2119654"/>
              <a:gd name="connsiteY122103" fmla="*/ 701962 h 2398711"/>
              <a:gd name="connsiteX122104" fmla="*/ 381785 w 2119654"/>
              <a:gd name="connsiteY122104" fmla="*/ 699042 h 2398711"/>
              <a:gd name="connsiteX122105" fmla="*/ 299676 w 2119654"/>
              <a:gd name="connsiteY122105" fmla="*/ 868827 h 2398711"/>
              <a:gd name="connsiteX122106" fmla="*/ 301234 w 2119654"/>
              <a:gd name="connsiteY122106" fmla="*/ 881159 h 2398711"/>
              <a:gd name="connsiteX122107" fmla="*/ 304329 w 2119654"/>
              <a:gd name="connsiteY122107" fmla="*/ 896513 h 2398711"/>
              <a:gd name="connsiteX122108" fmla="*/ 308167 w 2119654"/>
              <a:gd name="connsiteY122108" fmla="*/ 897709 h 2398711"/>
              <a:gd name="connsiteX122109" fmla="*/ 306147 w 2119654"/>
              <a:gd name="connsiteY122109" fmla="*/ 886848 h 2398711"/>
              <a:gd name="connsiteX122110" fmla="*/ 302928 w 2119654"/>
              <a:gd name="connsiteY122110" fmla="*/ 871774 h 2398711"/>
              <a:gd name="connsiteX122111" fmla="*/ 301639 w 2119654"/>
              <a:gd name="connsiteY122111" fmla="*/ 869609 h 2398711"/>
              <a:gd name="connsiteX122112" fmla="*/ 301675 w 2119654"/>
              <a:gd name="connsiteY122112" fmla="*/ 869338 h 2398711"/>
              <a:gd name="connsiteX122113" fmla="*/ 316962 w 2119654"/>
              <a:gd name="connsiteY122113" fmla="*/ 830095 h 2398711"/>
              <a:gd name="connsiteX122114" fmla="*/ 316691 w 2119654"/>
              <a:gd name="connsiteY122114" fmla="*/ 833879 h 2398711"/>
              <a:gd name="connsiteX122115" fmla="*/ 319199 w 2119654"/>
              <a:gd name="connsiteY122115" fmla="*/ 837981 h 2398711"/>
              <a:gd name="connsiteX122116" fmla="*/ 319085 w 2119654"/>
              <a:gd name="connsiteY122116" fmla="*/ 835246 h 2398711"/>
              <a:gd name="connsiteX122117" fmla="*/ 349107 w 2119654"/>
              <a:gd name="connsiteY122117" fmla="*/ 757783 h 2398711"/>
              <a:gd name="connsiteX122118" fmla="*/ 349810 w 2119654"/>
              <a:gd name="connsiteY122118" fmla="*/ 761680 h 2398711"/>
              <a:gd name="connsiteX122119" fmla="*/ 355265 w 2119654"/>
              <a:gd name="connsiteY122119" fmla="*/ 776062 h 2398711"/>
              <a:gd name="connsiteX122120" fmla="*/ 356913 w 2119654"/>
              <a:gd name="connsiteY122120" fmla="*/ 779935 h 2398711"/>
              <a:gd name="connsiteX122121" fmla="*/ 350376 w 2119654"/>
              <a:gd name="connsiteY122121" fmla="*/ 758168 h 2398711"/>
              <a:gd name="connsiteX122122" fmla="*/ 416982 w 2119654"/>
              <a:gd name="connsiteY122122" fmla="*/ 605508 h 2398711"/>
              <a:gd name="connsiteX122123" fmla="*/ 416767 w 2119654"/>
              <a:gd name="connsiteY122123" fmla="*/ 606409 h 2398711"/>
              <a:gd name="connsiteX122124" fmla="*/ 417270 w 2119654"/>
              <a:gd name="connsiteY122124" fmla="*/ 607384 h 2398711"/>
              <a:gd name="connsiteX122125" fmla="*/ 421361 w 2119654"/>
              <a:gd name="connsiteY122125" fmla="*/ 609825 h 2398711"/>
              <a:gd name="connsiteX122126" fmla="*/ 420824 w 2119654"/>
              <a:gd name="connsiteY122126" fmla="*/ 607186 h 2398711"/>
              <a:gd name="connsiteX122127" fmla="*/ 431050 w 2119654"/>
              <a:gd name="connsiteY122127" fmla="*/ 573989 h 2398711"/>
              <a:gd name="connsiteX122128" fmla="*/ 431650 w 2119654"/>
              <a:gd name="connsiteY122128" fmla="*/ 578580 h 2398711"/>
              <a:gd name="connsiteX122129" fmla="*/ 435142 w 2119654"/>
              <a:gd name="connsiteY122129" fmla="*/ 585360 h 2398711"/>
              <a:gd name="connsiteX122130" fmla="*/ 444764 w 2119654"/>
              <a:gd name="connsiteY122130" fmla="*/ 591198 h 2398711"/>
              <a:gd name="connsiteX122131" fmla="*/ 445482 w 2119654"/>
              <a:gd name="connsiteY122131" fmla="*/ 586995 h 2398711"/>
              <a:gd name="connsiteX122132" fmla="*/ 445520 w 2119654"/>
              <a:gd name="connsiteY122132" fmla="*/ 586962 h 2398711"/>
              <a:gd name="connsiteX122133" fmla="*/ 444065 w 2119654"/>
              <a:gd name="connsiteY122133" fmla="*/ 581887 h 2398711"/>
              <a:gd name="connsiteX122134" fmla="*/ 154180 w 2119654"/>
              <a:gd name="connsiteY122134" fmla="*/ 1193737 h 2398711"/>
              <a:gd name="connsiteX122135" fmla="*/ 161708 w 2119654"/>
              <a:gd name="connsiteY122135" fmla="*/ 1203159 h 2398711"/>
              <a:gd name="connsiteX122136" fmla="*/ 171070 w 2119654"/>
              <a:gd name="connsiteY122136" fmla="*/ 1211614 h 2398711"/>
              <a:gd name="connsiteX122137" fmla="*/ 162186 w 2119654"/>
              <a:gd name="connsiteY122137" fmla="*/ 1201362 h 2398711"/>
              <a:gd name="connsiteX122138" fmla="*/ 153024 w 2119654"/>
              <a:gd name="connsiteY122138" fmla="*/ 1196288 h 2398711"/>
              <a:gd name="connsiteX122139" fmla="*/ 158029 w 2119654"/>
              <a:gd name="connsiteY122139" fmla="*/ 1211143 h 2398711"/>
              <a:gd name="connsiteX122140" fmla="*/ 174527 w 2119654"/>
              <a:gd name="connsiteY122140" fmla="*/ 1226461 h 2398711"/>
              <a:gd name="connsiteX122141" fmla="*/ 185323 w 2119654"/>
              <a:gd name="connsiteY122141" fmla="*/ 1236211 h 2398711"/>
              <a:gd name="connsiteX122142" fmla="*/ 183275 w 2119654"/>
              <a:gd name="connsiteY122142" fmla="*/ 1230128 h 2398711"/>
              <a:gd name="connsiteX122143" fmla="*/ 176621 w 2119654"/>
              <a:gd name="connsiteY122143" fmla="*/ 1222451 h 2398711"/>
              <a:gd name="connsiteX122144" fmla="*/ 163420 w 2119654"/>
              <a:gd name="connsiteY122144" fmla="*/ 1205928 h 2398711"/>
              <a:gd name="connsiteX122145" fmla="*/ 162975 w 2119654"/>
              <a:gd name="connsiteY122145" fmla="*/ 1205526 h 2398711"/>
              <a:gd name="connsiteX122146" fmla="*/ 349908 w 2119654"/>
              <a:gd name="connsiteY122146" fmla="*/ 755261 h 2398711"/>
              <a:gd name="connsiteX122147" fmla="*/ 350718 w 2119654"/>
              <a:gd name="connsiteY122147" fmla="*/ 757960 h 2398711"/>
              <a:gd name="connsiteX122148" fmla="*/ 360075 w 2119654"/>
              <a:gd name="connsiteY122148" fmla="*/ 760798 h 2398711"/>
              <a:gd name="connsiteX122149" fmla="*/ 351931 w 2119654"/>
              <a:gd name="connsiteY122149" fmla="*/ 755856 h 2398711"/>
              <a:gd name="connsiteX122150" fmla="*/ 322083 w 2119654"/>
              <a:gd name="connsiteY122150" fmla="*/ 817396 h 2398711"/>
              <a:gd name="connsiteX122151" fmla="*/ 322385 w 2119654"/>
              <a:gd name="connsiteY122151" fmla="*/ 824671 h 2398711"/>
              <a:gd name="connsiteX122152" fmla="*/ 324134 w 2119654"/>
              <a:gd name="connsiteY122152" fmla="*/ 827523 h 2398711"/>
              <a:gd name="connsiteX122153" fmla="*/ 322963 w 2119654"/>
              <a:gd name="connsiteY122153" fmla="*/ 817819 h 2398711"/>
              <a:gd name="connsiteX122154" fmla="*/ 343313 w 2119654"/>
              <a:gd name="connsiteY122154" fmla="*/ 769832 h 2398711"/>
              <a:gd name="connsiteX122155" fmla="*/ 340595 w 2119654"/>
              <a:gd name="connsiteY122155" fmla="*/ 783720 h 2398711"/>
              <a:gd name="connsiteX122156" fmla="*/ 344283 w 2119654"/>
              <a:gd name="connsiteY122156" fmla="*/ 788628 h 2398711"/>
              <a:gd name="connsiteX122157" fmla="*/ 344169 w 2119654"/>
              <a:gd name="connsiteY122157" fmla="*/ 775785 h 2398711"/>
              <a:gd name="connsiteX122158" fmla="*/ 343889 w 2119654"/>
              <a:gd name="connsiteY122158" fmla="*/ 773387 h 2398711"/>
              <a:gd name="connsiteX122159" fmla="*/ 385766 w 2119654"/>
              <a:gd name="connsiteY122159" fmla="*/ 674573 h 2398711"/>
              <a:gd name="connsiteX122160" fmla="*/ 388248 w 2119654"/>
              <a:gd name="connsiteY122160" fmla="*/ 680565 h 2398711"/>
              <a:gd name="connsiteX122161" fmla="*/ 391699 w 2119654"/>
              <a:gd name="connsiteY122161" fmla="*/ 683164 h 2398711"/>
              <a:gd name="connsiteX122162" fmla="*/ 391795 w 2119654"/>
              <a:gd name="connsiteY122162" fmla="*/ 683185 h 2398711"/>
              <a:gd name="connsiteX122163" fmla="*/ 395847 w 2119654"/>
              <a:gd name="connsiteY122163" fmla="*/ 684319 h 2398711"/>
              <a:gd name="connsiteX122164" fmla="*/ 394525 w 2119654"/>
              <a:gd name="connsiteY122164" fmla="*/ 678720 h 2398711"/>
              <a:gd name="connsiteX122165" fmla="*/ 472610 w 2119654"/>
              <a:gd name="connsiteY122165" fmla="*/ 479980 h 2398711"/>
              <a:gd name="connsiteX122166" fmla="*/ 472593 w 2119654"/>
              <a:gd name="connsiteY122166" fmla="*/ 480226 h 2398711"/>
              <a:gd name="connsiteX122167" fmla="*/ 472607 w 2119654"/>
              <a:gd name="connsiteY122167" fmla="*/ 486037 h 2398711"/>
              <a:gd name="connsiteX122168" fmla="*/ 480852 w 2119654"/>
              <a:gd name="connsiteY122168" fmla="*/ 492779 h 2398711"/>
              <a:gd name="connsiteX122169" fmla="*/ 485977 w 2119654"/>
              <a:gd name="connsiteY122169" fmla="*/ 494344 h 2398711"/>
              <a:gd name="connsiteX122170" fmla="*/ 483952 w 2119654"/>
              <a:gd name="connsiteY122170" fmla="*/ 488110 h 2398711"/>
              <a:gd name="connsiteX122171" fmla="*/ 381201 w 2119654"/>
              <a:gd name="connsiteY122171" fmla="*/ 684562 h 2398711"/>
              <a:gd name="connsiteX122172" fmla="*/ 384618 w 2119654"/>
              <a:gd name="connsiteY122172" fmla="*/ 699208 h 2398711"/>
              <a:gd name="connsiteX122173" fmla="*/ 387035 w 2119654"/>
              <a:gd name="connsiteY122173" fmla="*/ 699946 h 2398711"/>
              <a:gd name="connsiteX122174" fmla="*/ 305812 w 2119654"/>
              <a:gd name="connsiteY122174" fmla="*/ 853048 h 2398711"/>
              <a:gd name="connsiteX122175" fmla="*/ 309377 w 2119654"/>
              <a:gd name="connsiteY122175" fmla="*/ 865556 h 2398711"/>
              <a:gd name="connsiteX122176" fmla="*/ 311926 w 2119654"/>
              <a:gd name="connsiteY122176" fmla="*/ 870999 h 2398711"/>
              <a:gd name="connsiteX122177" fmla="*/ 312112 w 2119654"/>
              <a:gd name="connsiteY122177" fmla="*/ 871319 h 2398711"/>
              <a:gd name="connsiteX122178" fmla="*/ 313489 w 2119654"/>
              <a:gd name="connsiteY122178" fmla="*/ 871626 h 2398711"/>
              <a:gd name="connsiteX122179" fmla="*/ 314027 w 2119654"/>
              <a:gd name="connsiteY122179" fmla="*/ 864120 h 2398711"/>
              <a:gd name="connsiteX122180" fmla="*/ 311662 w 2119654"/>
              <a:gd name="connsiteY122180" fmla="*/ 857622 h 2398711"/>
              <a:gd name="connsiteX122181" fmla="*/ 366219 w 2119654"/>
              <a:gd name="connsiteY122181" fmla="*/ 717340 h 2398711"/>
              <a:gd name="connsiteX122182" fmla="*/ 369799 w 2119654"/>
              <a:gd name="connsiteY122182" fmla="*/ 731740 h 2398711"/>
              <a:gd name="connsiteX122183" fmla="*/ 372863 w 2119654"/>
              <a:gd name="connsiteY122183" fmla="*/ 719567 h 2398711"/>
              <a:gd name="connsiteX122184" fmla="*/ 309752 w 2119654"/>
              <a:gd name="connsiteY122184" fmla="*/ 843715 h 2398711"/>
              <a:gd name="connsiteX122185" fmla="*/ 314461 w 2119654"/>
              <a:gd name="connsiteY122185" fmla="*/ 858019 h 2398711"/>
              <a:gd name="connsiteX122186" fmla="*/ 315466 w 2119654"/>
              <a:gd name="connsiteY122186" fmla="*/ 844017 h 2398711"/>
              <a:gd name="connsiteX122187" fmla="*/ 348231 w 2119654"/>
              <a:gd name="connsiteY122187" fmla="*/ 757517 h 2398711"/>
              <a:gd name="connsiteX122188" fmla="*/ 349529 w 2119654"/>
              <a:gd name="connsiteY122188" fmla="*/ 760939 h 2398711"/>
              <a:gd name="connsiteX122189" fmla="*/ 348951 w 2119654"/>
              <a:gd name="connsiteY122189" fmla="*/ 757736 h 2398711"/>
              <a:gd name="connsiteX122190" fmla="*/ 402465 w 2119654"/>
              <a:gd name="connsiteY122190" fmla="*/ 635887 h 2398711"/>
              <a:gd name="connsiteX122191" fmla="*/ 402935 w 2119654"/>
              <a:gd name="connsiteY122191" fmla="*/ 646661 h 2398711"/>
              <a:gd name="connsiteX122192" fmla="*/ 405961 w 2119654"/>
              <a:gd name="connsiteY122192" fmla="*/ 648106 h 2398711"/>
              <a:gd name="connsiteX122193" fmla="*/ 406142 w 2119654"/>
              <a:gd name="connsiteY122193" fmla="*/ 645562 h 2398711"/>
              <a:gd name="connsiteX122194" fmla="*/ 404302 w 2119654"/>
              <a:gd name="connsiteY122194" fmla="*/ 636525 h 2398711"/>
              <a:gd name="connsiteX122195" fmla="*/ 416130 w 2119654"/>
              <a:gd name="connsiteY122195" fmla="*/ 605171 h 2398711"/>
              <a:gd name="connsiteX122196" fmla="*/ 416297 w 2119654"/>
              <a:gd name="connsiteY122196" fmla="*/ 605496 h 2398711"/>
              <a:gd name="connsiteX122197" fmla="*/ 416353 w 2119654"/>
              <a:gd name="connsiteY122197" fmla="*/ 605259 h 2398711"/>
              <a:gd name="connsiteX122198" fmla="*/ 395836 w 2119654"/>
              <a:gd name="connsiteY122198" fmla="*/ 650599 h 2398711"/>
              <a:gd name="connsiteX122199" fmla="*/ 397007 w 2119654"/>
              <a:gd name="connsiteY122199" fmla="*/ 652509 h 2398711"/>
              <a:gd name="connsiteX122200" fmla="*/ 399533 w 2119654"/>
              <a:gd name="connsiteY122200" fmla="*/ 652641 h 2398711"/>
              <a:gd name="connsiteX122201" fmla="*/ 398886 w 2119654"/>
              <a:gd name="connsiteY122201" fmla="*/ 651018 h 2398711"/>
              <a:gd name="connsiteX122202" fmla="*/ 131694 w 2119654"/>
              <a:gd name="connsiteY122202" fmla="*/ 1241493 h 2398711"/>
              <a:gd name="connsiteX122203" fmla="*/ 138735 w 2119654"/>
              <a:gd name="connsiteY122203" fmla="*/ 1251009 h 2398711"/>
              <a:gd name="connsiteX122204" fmla="*/ 170604 w 2119654"/>
              <a:gd name="connsiteY122204" fmla="*/ 1292898 h 2398711"/>
              <a:gd name="connsiteX122205" fmla="*/ 188861 w 2119654"/>
              <a:gd name="connsiteY122205" fmla="*/ 1315004 h 2398711"/>
              <a:gd name="connsiteX122206" fmla="*/ 197550 w 2119654"/>
              <a:gd name="connsiteY122206" fmla="*/ 1322233 h 2398711"/>
              <a:gd name="connsiteX122207" fmla="*/ 192941 w 2119654"/>
              <a:gd name="connsiteY122207" fmla="*/ 1310168 h 2398711"/>
              <a:gd name="connsiteX122208" fmla="*/ 141418 w 2119654"/>
              <a:gd name="connsiteY122208" fmla="*/ 1252629 h 2398711"/>
              <a:gd name="connsiteX122209" fmla="*/ 344081 w 2119654"/>
              <a:gd name="connsiteY122209" fmla="*/ 765907 h 2398711"/>
              <a:gd name="connsiteX122210" fmla="*/ 343660 w 2119654"/>
              <a:gd name="connsiteY122210" fmla="*/ 768059 h 2398711"/>
              <a:gd name="connsiteX122211" fmla="*/ 344136 w 2119654"/>
              <a:gd name="connsiteY122211" fmla="*/ 772143 h 2398711"/>
              <a:gd name="connsiteX122212" fmla="*/ 403995 w 2119654"/>
              <a:gd name="connsiteY122212" fmla="*/ 631670 h 2398711"/>
              <a:gd name="connsiteX122213" fmla="*/ 404792 w 2119654"/>
              <a:gd name="connsiteY122213" fmla="*/ 635580 h 2398711"/>
              <a:gd name="connsiteX122214" fmla="*/ 406802 w 2119654"/>
              <a:gd name="connsiteY122214" fmla="*/ 636278 h 2398711"/>
              <a:gd name="connsiteX122215" fmla="*/ 406974 w 2119654"/>
              <a:gd name="connsiteY122215" fmla="*/ 633860 h 2398711"/>
              <a:gd name="connsiteX122216" fmla="*/ 406941 w 2119654"/>
              <a:gd name="connsiteY122216" fmla="*/ 633393 h 2398711"/>
              <a:gd name="connsiteX122217" fmla="*/ 315898 w 2119654"/>
              <a:gd name="connsiteY122217" fmla="*/ 828931 h 2398711"/>
              <a:gd name="connsiteX122218" fmla="*/ 316302 w 2119654"/>
              <a:gd name="connsiteY122218" fmla="*/ 832373 h 2398711"/>
              <a:gd name="connsiteX122219" fmla="*/ 316529 w 2119654"/>
              <a:gd name="connsiteY122219" fmla="*/ 829198 h 2398711"/>
              <a:gd name="connsiteX122220" fmla="*/ 409533 w 2119654"/>
              <a:gd name="connsiteY122220" fmla="*/ 619218 h 2398711"/>
              <a:gd name="connsiteX122221" fmla="*/ 409468 w 2119654"/>
              <a:gd name="connsiteY122221" fmla="*/ 620423 h 2398711"/>
              <a:gd name="connsiteX122222" fmla="*/ 409074 w 2119654"/>
              <a:gd name="connsiteY122222" fmla="*/ 629927 h 2398711"/>
              <a:gd name="connsiteX122223" fmla="*/ 410322 w 2119654"/>
              <a:gd name="connsiteY122223" fmla="*/ 630656 h 2398711"/>
              <a:gd name="connsiteX122224" fmla="*/ 411794 w 2119654"/>
              <a:gd name="connsiteY122224" fmla="*/ 624456 h 2398711"/>
              <a:gd name="connsiteX122225" fmla="*/ 411076 w 2119654"/>
              <a:gd name="connsiteY122225" fmla="*/ 619892 h 2398711"/>
              <a:gd name="connsiteX122226" fmla="*/ 364015 w 2119654"/>
              <a:gd name="connsiteY122226" fmla="*/ 720478 h 2398711"/>
              <a:gd name="connsiteX122227" fmla="*/ 362905 w 2119654"/>
              <a:gd name="connsiteY122227" fmla="*/ 747396 h 2398711"/>
              <a:gd name="connsiteX122228" fmla="*/ 364561 w 2119654"/>
              <a:gd name="connsiteY122228" fmla="*/ 749317 h 2398711"/>
              <a:gd name="connsiteX122229" fmla="*/ 365319 w 2119654"/>
              <a:gd name="connsiteY122229" fmla="*/ 749538 h 2398711"/>
              <a:gd name="connsiteX122230" fmla="*/ 369473 w 2119654"/>
              <a:gd name="connsiteY122230" fmla="*/ 733035 h 2398711"/>
              <a:gd name="connsiteX122231" fmla="*/ 369071 w 2119654"/>
              <a:gd name="connsiteY122231" fmla="*/ 731315 h 2398711"/>
              <a:gd name="connsiteX122232" fmla="*/ 222290 w 2119654"/>
              <a:gd name="connsiteY122232" fmla="*/ 1037763 h 2398711"/>
              <a:gd name="connsiteX122233" fmla="*/ 230496 w 2119654"/>
              <a:gd name="connsiteY122233" fmla="*/ 1060866 h 2398711"/>
              <a:gd name="connsiteX122234" fmla="*/ 236409 w 2119654"/>
              <a:gd name="connsiteY122234" fmla="*/ 1064976 h 2398711"/>
              <a:gd name="connsiteX122235" fmla="*/ 235161 w 2119654"/>
              <a:gd name="connsiteY122235" fmla="*/ 1055100 h 2398711"/>
              <a:gd name="connsiteX122236" fmla="*/ 233914 w 2119654"/>
              <a:gd name="connsiteY122236" fmla="*/ 1048913 h 2398711"/>
              <a:gd name="connsiteX122237" fmla="*/ 418866 w 2119654"/>
              <a:gd name="connsiteY122237" fmla="*/ 597570 h 2398711"/>
              <a:gd name="connsiteX122238" fmla="*/ 417038 w 2119654"/>
              <a:gd name="connsiteY122238" fmla="*/ 605267 h 2398711"/>
              <a:gd name="connsiteX122239" fmla="*/ 420726 w 2119654"/>
              <a:gd name="connsiteY122239" fmla="*/ 606706 h 2398711"/>
              <a:gd name="connsiteX122240" fmla="*/ 348582 w 2119654"/>
              <a:gd name="connsiteY122240" fmla="*/ 754871 h 2398711"/>
              <a:gd name="connsiteX122241" fmla="*/ 349048 w 2119654"/>
              <a:gd name="connsiteY122241" fmla="*/ 757454 h 2398711"/>
              <a:gd name="connsiteX122242" fmla="*/ 350273 w 2119654"/>
              <a:gd name="connsiteY122242" fmla="*/ 757824 h 2398711"/>
              <a:gd name="connsiteX122243" fmla="*/ 349463 w 2119654"/>
              <a:gd name="connsiteY122243" fmla="*/ 755130 h 2398711"/>
              <a:gd name="connsiteX122244" fmla="*/ 466929 w 2119654"/>
              <a:gd name="connsiteY122244" fmla="*/ 489467 h 2398711"/>
              <a:gd name="connsiteX122245" fmla="*/ 467439 w 2119654"/>
              <a:gd name="connsiteY122245" fmla="*/ 501190 h 2398711"/>
              <a:gd name="connsiteX122246" fmla="*/ 470771 w 2119654"/>
              <a:gd name="connsiteY122246" fmla="*/ 503701 h 2398711"/>
              <a:gd name="connsiteX122247" fmla="*/ 470894 w 2119654"/>
              <a:gd name="connsiteY122247" fmla="*/ 499894 h 2398711"/>
              <a:gd name="connsiteX122248" fmla="*/ 471540 w 2119654"/>
              <a:gd name="connsiteY122248" fmla="*/ 490876 h 2398711"/>
              <a:gd name="connsiteX122249" fmla="*/ 370123 w 2119654"/>
              <a:gd name="connsiteY122249" fmla="*/ 706165 h 2398711"/>
              <a:gd name="connsiteX122250" fmla="*/ 372670 w 2119654"/>
              <a:gd name="connsiteY122250" fmla="*/ 712312 h 2398711"/>
              <a:gd name="connsiteX122251" fmla="*/ 371753 w 2119654"/>
              <a:gd name="connsiteY122251" fmla="*/ 709533 h 2398711"/>
              <a:gd name="connsiteX122252" fmla="*/ 371097 w 2119654"/>
              <a:gd name="connsiteY122252" fmla="*/ 706469 h 2398711"/>
              <a:gd name="connsiteX122253" fmla="*/ 380600 w 2119654"/>
              <a:gd name="connsiteY122253" fmla="*/ 681579 h 2398711"/>
              <a:gd name="connsiteX122254" fmla="*/ 387636 w 2119654"/>
              <a:gd name="connsiteY122254" fmla="*/ 700129 h 2398711"/>
              <a:gd name="connsiteX122255" fmla="*/ 393799 w 2119654"/>
              <a:gd name="connsiteY122255" fmla="*/ 702011 h 2398711"/>
              <a:gd name="connsiteX122256" fmla="*/ 393367 w 2119654"/>
              <a:gd name="connsiteY122256" fmla="*/ 700375 h 2398711"/>
              <a:gd name="connsiteX122257" fmla="*/ 393605 w 2119654"/>
              <a:gd name="connsiteY122257" fmla="*/ 699824 h 2398711"/>
              <a:gd name="connsiteX122258" fmla="*/ 394216 w 2119654"/>
              <a:gd name="connsiteY122258" fmla="*/ 702138 h 2398711"/>
              <a:gd name="connsiteX122259" fmla="*/ 394377 w 2119654"/>
              <a:gd name="connsiteY122259" fmla="*/ 702187 h 2398711"/>
              <a:gd name="connsiteX122260" fmla="*/ 395149 w 2119654"/>
              <a:gd name="connsiteY122260" fmla="*/ 698239 h 2398711"/>
              <a:gd name="connsiteX122261" fmla="*/ 389151 w 2119654"/>
              <a:gd name="connsiteY122261" fmla="*/ 683766 h 2398711"/>
              <a:gd name="connsiteX122262" fmla="*/ 315666 w 2119654"/>
              <a:gd name="connsiteY122262" fmla="*/ 826948 h 2398711"/>
              <a:gd name="connsiteX122263" fmla="*/ 315855 w 2119654"/>
              <a:gd name="connsiteY122263" fmla="*/ 828559 h 2398711"/>
              <a:gd name="connsiteX122264" fmla="*/ 316430 w 2119654"/>
              <a:gd name="connsiteY122264" fmla="*/ 828804 h 2398711"/>
              <a:gd name="connsiteX122265" fmla="*/ 450378 w 2119654"/>
              <a:gd name="connsiteY122265" fmla="*/ 525195 h 2398711"/>
              <a:gd name="connsiteX122266" fmla="*/ 450665 w 2119654"/>
              <a:gd name="connsiteY122266" fmla="*/ 532090 h 2398711"/>
              <a:gd name="connsiteX122267" fmla="*/ 461928 w 2119654"/>
              <a:gd name="connsiteY122267" fmla="*/ 538149 h 2398711"/>
              <a:gd name="connsiteX122268" fmla="*/ 458261 w 2119654"/>
              <a:gd name="connsiteY122268" fmla="*/ 530212 h 2398711"/>
              <a:gd name="connsiteX122269" fmla="*/ 373790 w 2119654"/>
              <a:gd name="connsiteY122269" fmla="*/ 696602 h 2398711"/>
              <a:gd name="connsiteX122270" fmla="*/ 374877 w 2119654"/>
              <a:gd name="connsiteY122270" fmla="*/ 702450 h 2398711"/>
              <a:gd name="connsiteX122271" fmla="*/ 374991 w 2119654"/>
              <a:gd name="connsiteY122271" fmla="*/ 698859 h 2398711"/>
              <a:gd name="connsiteX122272" fmla="*/ 374778 w 2119654"/>
              <a:gd name="connsiteY122272" fmla="*/ 696904 h 2398711"/>
              <a:gd name="connsiteX122273" fmla="*/ 354967 w 2119654"/>
              <a:gd name="connsiteY122273" fmla="*/ 738404 h 2398711"/>
              <a:gd name="connsiteX122274" fmla="*/ 358914 w 2119654"/>
              <a:gd name="connsiteY122274" fmla="*/ 747675 h 2398711"/>
              <a:gd name="connsiteX122275" fmla="*/ 361957 w 2119654"/>
              <a:gd name="connsiteY122275" fmla="*/ 748560 h 2398711"/>
              <a:gd name="connsiteX122276" fmla="*/ 361979 w 2119654"/>
              <a:gd name="connsiteY122276" fmla="*/ 748048 h 2398711"/>
              <a:gd name="connsiteX122277" fmla="*/ 361280 w 2119654"/>
              <a:gd name="connsiteY122277" fmla="*/ 745924 h 2398711"/>
              <a:gd name="connsiteX122278" fmla="*/ 396719 w 2119654"/>
              <a:gd name="connsiteY122278" fmla="*/ 644771 h 2398711"/>
              <a:gd name="connsiteX122279" fmla="*/ 399060 w 2119654"/>
              <a:gd name="connsiteY122279" fmla="*/ 650640 h 2398711"/>
              <a:gd name="connsiteX122280" fmla="*/ 402610 w 2119654"/>
              <a:gd name="connsiteY122280" fmla="*/ 651128 h 2398711"/>
              <a:gd name="connsiteX122281" fmla="*/ 402499 w 2119654"/>
              <a:gd name="connsiteY122281" fmla="*/ 647472 h 2398711"/>
              <a:gd name="connsiteX122282" fmla="*/ 397456 w 2119654"/>
              <a:gd name="connsiteY122282" fmla="*/ 645085 h 2398711"/>
              <a:gd name="connsiteX122283" fmla="*/ 408351 w 2119654"/>
              <a:gd name="connsiteY122283" fmla="*/ 618701 h 2398711"/>
              <a:gd name="connsiteX122284" fmla="*/ 407614 w 2119654"/>
              <a:gd name="connsiteY122284" fmla="*/ 629071 h 2398711"/>
              <a:gd name="connsiteX122285" fmla="*/ 408659 w 2119654"/>
              <a:gd name="connsiteY122285" fmla="*/ 629682 h 2398711"/>
              <a:gd name="connsiteX122286" fmla="*/ 409239 w 2119654"/>
              <a:gd name="connsiteY122286" fmla="*/ 619090 h 2398711"/>
              <a:gd name="connsiteX122287" fmla="*/ 420223 w 2119654"/>
              <a:gd name="connsiteY122287" fmla="*/ 591859 h 2398711"/>
              <a:gd name="connsiteX122288" fmla="*/ 418985 w 2119654"/>
              <a:gd name="connsiteY122288" fmla="*/ 597067 h 2398711"/>
              <a:gd name="connsiteX122289" fmla="*/ 420967 w 2119654"/>
              <a:gd name="connsiteY122289" fmla="*/ 606799 h 2398711"/>
              <a:gd name="connsiteX122290" fmla="*/ 426145 w 2119654"/>
              <a:gd name="connsiteY122290" fmla="*/ 608820 h 2398711"/>
              <a:gd name="connsiteX122291" fmla="*/ 435623 w 2119654"/>
              <a:gd name="connsiteY122291" fmla="*/ 612960 h 2398711"/>
              <a:gd name="connsiteX122292" fmla="*/ 434374 w 2119654"/>
              <a:gd name="connsiteY122292" fmla="*/ 603415 h 2398711"/>
              <a:gd name="connsiteX122293" fmla="*/ 430587 w 2119654"/>
              <a:gd name="connsiteY122293" fmla="*/ 602659 h 2398711"/>
              <a:gd name="connsiteX122294" fmla="*/ 431069 w 2119654"/>
              <a:gd name="connsiteY122294" fmla="*/ 602413 h 2398711"/>
              <a:gd name="connsiteX122295" fmla="*/ 434328 w 2119654"/>
              <a:gd name="connsiteY122295" fmla="*/ 603064 h 2398711"/>
              <a:gd name="connsiteX122296" fmla="*/ 433384 w 2119654"/>
              <a:gd name="connsiteY122296" fmla="*/ 595852 h 2398711"/>
              <a:gd name="connsiteX122297" fmla="*/ 215163 w 2119654"/>
              <a:gd name="connsiteY122297" fmla="*/ 1050817 h 2398711"/>
              <a:gd name="connsiteX122298" fmla="*/ 225011 w 2119654"/>
              <a:gd name="connsiteY122298" fmla="*/ 1069968 h 2398711"/>
              <a:gd name="connsiteX122299" fmla="*/ 237053 w 2119654"/>
              <a:gd name="connsiteY122299" fmla="*/ 1083486 h 2398711"/>
              <a:gd name="connsiteX122300" fmla="*/ 220494 w 2119654"/>
              <a:gd name="connsiteY122300" fmla="*/ 1057814 h 2398711"/>
              <a:gd name="connsiteX122301" fmla="*/ 220519 w 2119654"/>
              <a:gd name="connsiteY122301" fmla="*/ 1057553 h 2398711"/>
              <a:gd name="connsiteX122302" fmla="*/ 230293 w 2119654"/>
              <a:gd name="connsiteY122302" fmla="*/ 1072707 h 2398711"/>
              <a:gd name="connsiteX122303" fmla="*/ 238372 w 2119654"/>
              <a:gd name="connsiteY122303" fmla="*/ 1084869 h 2398711"/>
              <a:gd name="connsiteX122304" fmla="*/ 230025 w 2119654"/>
              <a:gd name="connsiteY122304" fmla="*/ 1061370 h 2398711"/>
              <a:gd name="connsiteX122305" fmla="*/ 229191 w 2119654"/>
              <a:gd name="connsiteY122305" fmla="*/ 1060569 h 2398711"/>
              <a:gd name="connsiteX122306" fmla="*/ 364173 w 2119654"/>
              <a:gd name="connsiteY122306" fmla="*/ 716655 h 2398711"/>
              <a:gd name="connsiteX122307" fmla="*/ 364042 w 2119654"/>
              <a:gd name="connsiteY122307" fmla="*/ 719824 h 2398711"/>
              <a:gd name="connsiteX122308" fmla="*/ 368737 w 2119654"/>
              <a:gd name="connsiteY122308" fmla="*/ 729886 h 2398711"/>
              <a:gd name="connsiteX122309" fmla="*/ 365764 w 2119654"/>
              <a:gd name="connsiteY122309" fmla="*/ 717187 h 2398711"/>
              <a:gd name="connsiteX122310" fmla="*/ 428519 w 2119654"/>
              <a:gd name="connsiteY122310" fmla="*/ 572454 h 2398711"/>
              <a:gd name="connsiteX122311" fmla="*/ 428631 w 2119654"/>
              <a:gd name="connsiteY122311" fmla="*/ 572717 h 2398711"/>
              <a:gd name="connsiteX122312" fmla="*/ 431114 w 2119654"/>
              <a:gd name="connsiteY122312" fmla="*/ 577539 h 2398711"/>
              <a:gd name="connsiteX122313" fmla="*/ 430671 w 2119654"/>
              <a:gd name="connsiteY122313" fmla="*/ 573760 h 2398711"/>
              <a:gd name="connsiteX122314" fmla="*/ 347057 w 2119654"/>
              <a:gd name="connsiteY122314" fmla="*/ 754423 h 2398711"/>
              <a:gd name="connsiteX122315" fmla="*/ 348097 w 2119654"/>
              <a:gd name="connsiteY122315" fmla="*/ 757165 h 2398711"/>
              <a:gd name="connsiteX122316" fmla="*/ 348892 w 2119654"/>
              <a:gd name="connsiteY122316" fmla="*/ 757406 h 2398711"/>
              <a:gd name="connsiteX122317" fmla="*/ 348426 w 2119654"/>
              <a:gd name="connsiteY122317" fmla="*/ 754826 h 2398711"/>
              <a:gd name="connsiteX122318" fmla="*/ 402295 w 2119654"/>
              <a:gd name="connsiteY122318" fmla="*/ 630674 h 2398711"/>
              <a:gd name="connsiteX122319" fmla="*/ 402417 w 2119654"/>
              <a:gd name="connsiteY122319" fmla="*/ 634756 h 2398711"/>
              <a:gd name="connsiteX122320" fmla="*/ 404058 w 2119654"/>
              <a:gd name="connsiteY122320" fmla="*/ 635325 h 2398711"/>
              <a:gd name="connsiteX122321" fmla="*/ 403221 w 2119654"/>
              <a:gd name="connsiteY122321" fmla="*/ 631217 h 2398711"/>
              <a:gd name="connsiteX122322" fmla="*/ 384269 w 2119654"/>
              <a:gd name="connsiteY122322" fmla="*/ 670962 h 2398711"/>
              <a:gd name="connsiteX122323" fmla="*/ 385114 w 2119654"/>
              <a:gd name="connsiteY122323" fmla="*/ 672998 h 2398711"/>
              <a:gd name="connsiteX122324" fmla="*/ 394189 w 2119654"/>
              <a:gd name="connsiteY122324" fmla="*/ 677295 h 2398711"/>
              <a:gd name="connsiteX122325" fmla="*/ 392801 w 2119654"/>
              <a:gd name="connsiteY122325" fmla="*/ 671414 h 2398711"/>
              <a:gd name="connsiteX122326" fmla="*/ 348568 w 2119654"/>
              <a:gd name="connsiteY122326" fmla="*/ 750797 h 2398711"/>
              <a:gd name="connsiteX122327" fmla="*/ 348748 w 2119654"/>
              <a:gd name="connsiteY122327" fmla="*/ 751397 h 2398711"/>
              <a:gd name="connsiteX122328" fmla="*/ 361233 w 2119654"/>
              <a:gd name="connsiteY122328" fmla="*/ 755069 h 2398711"/>
              <a:gd name="connsiteX122329" fmla="*/ 361073 w 2119654"/>
              <a:gd name="connsiteY122329" fmla="*/ 754695 h 2398711"/>
              <a:gd name="connsiteX122330" fmla="*/ 345862 w 2119654"/>
              <a:gd name="connsiteY122330" fmla="*/ 756799 h 2398711"/>
              <a:gd name="connsiteX122331" fmla="*/ 344437 w 2119654"/>
              <a:gd name="connsiteY122331" fmla="*/ 764089 h 2398711"/>
              <a:gd name="connsiteX122332" fmla="*/ 344539 w 2119654"/>
              <a:gd name="connsiteY122332" fmla="*/ 775592 h 2398711"/>
              <a:gd name="connsiteX122333" fmla="*/ 344621 w 2119654"/>
              <a:gd name="connsiteY122333" fmla="*/ 776300 h 2398711"/>
              <a:gd name="connsiteX122334" fmla="*/ 347554 w 2119654"/>
              <a:gd name="connsiteY122334" fmla="*/ 792980 h 2398711"/>
              <a:gd name="connsiteX122335" fmla="*/ 347737 w 2119654"/>
              <a:gd name="connsiteY122335" fmla="*/ 793223 h 2398711"/>
              <a:gd name="connsiteX122336" fmla="*/ 348500 w 2119654"/>
              <a:gd name="connsiteY122336" fmla="*/ 779285 h 2398711"/>
              <a:gd name="connsiteX122337" fmla="*/ 348821 w 2119654"/>
              <a:gd name="connsiteY122337" fmla="*/ 778921 h 2398711"/>
              <a:gd name="connsiteX122338" fmla="*/ 348018 w 2119654"/>
              <a:gd name="connsiteY122338" fmla="*/ 793596 h 2398711"/>
              <a:gd name="connsiteX122339" fmla="*/ 349169 w 2119654"/>
              <a:gd name="connsiteY122339" fmla="*/ 795128 h 2398711"/>
              <a:gd name="connsiteX122340" fmla="*/ 353932 w 2119654"/>
              <a:gd name="connsiteY122340" fmla="*/ 796986 h 2398711"/>
              <a:gd name="connsiteX122341" fmla="*/ 355191 w 2119654"/>
              <a:gd name="connsiteY122341" fmla="*/ 791688 h 2398711"/>
              <a:gd name="connsiteX122342" fmla="*/ 353492 w 2119654"/>
              <a:gd name="connsiteY122342" fmla="*/ 782941 h 2398711"/>
              <a:gd name="connsiteX122343" fmla="*/ 350173 w 2119654"/>
              <a:gd name="connsiteY122343" fmla="*/ 764514 h 2398711"/>
              <a:gd name="connsiteX122344" fmla="*/ 347426 w 2119654"/>
              <a:gd name="connsiteY122344" fmla="*/ 757274 h 2398711"/>
              <a:gd name="connsiteX122345" fmla="*/ 306779 w 2119654"/>
              <a:gd name="connsiteY122345" fmla="*/ 843556 h 2398711"/>
              <a:gd name="connsiteX122346" fmla="*/ 307481 w 2119654"/>
              <a:gd name="connsiteY122346" fmla="*/ 845483 h 2398711"/>
              <a:gd name="connsiteX122347" fmla="*/ 312053 w 2119654"/>
              <a:gd name="connsiteY122347" fmla="*/ 857541 h 2398711"/>
              <a:gd name="connsiteX122348" fmla="*/ 314368 w 2119654"/>
              <a:gd name="connsiteY122348" fmla="*/ 859350 h 2398711"/>
              <a:gd name="connsiteX122349" fmla="*/ 314436 w 2119654"/>
              <a:gd name="connsiteY122349" fmla="*/ 858388 h 2398711"/>
              <a:gd name="connsiteX122350" fmla="*/ 309604 w 2119654"/>
              <a:gd name="connsiteY122350" fmla="*/ 843706 h 2398711"/>
              <a:gd name="connsiteX122351" fmla="*/ 365089 w 2119654"/>
              <a:gd name="connsiteY122351" fmla="*/ 712793 h 2398711"/>
              <a:gd name="connsiteX122352" fmla="*/ 365791 w 2119654"/>
              <a:gd name="connsiteY122352" fmla="*/ 715616 h 2398711"/>
              <a:gd name="connsiteX122353" fmla="*/ 373328 w 2119654"/>
              <a:gd name="connsiteY122353" fmla="*/ 717725 h 2398711"/>
              <a:gd name="connsiteX122354" fmla="*/ 373438 w 2119654"/>
              <a:gd name="connsiteY122354" fmla="*/ 717285 h 2398711"/>
              <a:gd name="connsiteX122355" fmla="*/ 372432 w 2119654"/>
              <a:gd name="connsiteY122355" fmla="*/ 696187 h 2398711"/>
              <a:gd name="connsiteX122356" fmla="*/ 372774 w 2119654"/>
              <a:gd name="connsiteY122356" fmla="*/ 698068 h 2398711"/>
              <a:gd name="connsiteX122357" fmla="*/ 373591 w 2119654"/>
              <a:gd name="connsiteY122357" fmla="*/ 702234 h 2398711"/>
              <a:gd name="connsiteX122358" fmla="*/ 374814 w 2119654"/>
              <a:gd name="connsiteY122358" fmla="*/ 704061 h 2398711"/>
              <a:gd name="connsiteX122359" fmla="*/ 373404 w 2119654"/>
              <a:gd name="connsiteY122359" fmla="*/ 696485 h 2398711"/>
              <a:gd name="connsiteX122360" fmla="*/ 346333 w 2119654"/>
              <a:gd name="connsiteY122360" fmla="*/ 754392 h 2398711"/>
              <a:gd name="connsiteX122361" fmla="*/ 345920 w 2119654"/>
              <a:gd name="connsiteY122361" fmla="*/ 756505 h 2398711"/>
              <a:gd name="connsiteX122362" fmla="*/ 347292 w 2119654"/>
              <a:gd name="connsiteY122362" fmla="*/ 756921 h 2398711"/>
              <a:gd name="connsiteX122363" fmla="*/ 409929 w 2119654"/>
              <a:gd name="connsiteY122363" fmla="*/ 611971 h 2398711"/>
              <a:gd name="connsiteX122364" fmla="*/ 409583 w 2119654"/>
              <a:gd name="connsiteY122364" fmla="*/ 618314 h 2398711"/>
              <a:gd name="connsiteX122365" fmla="*/ 410919 w 2119654"/>
              <a:gd name="connsiteY122365" fmla="*/ 618897 h 2398711"/>
              <a:gd name="connsiteX122366" fmla="*/ 410216 w 2119654"/>
              <a:gd name="connsiteY122366" fmla="*/ 614422 h 2398711"/>
              <a:gd name="connsiteX122367" fmla="*/ 317830 w 2119654"/>
              <a:gd name="connsiteY122367" fmla="*/ 817990 h 2398711"/>
              <a:gd name="connsiteX122368" fmla="*/ 317312 w 2119654"/>
              <a:gd name="connsiteY122368" fmla="*/ 825225 h 2398711"/>
              <a:gd name="connsiteX122369" fmla="*/ 318822 w 2119654"/>
              <a:gd name="connsiteY122369" fmla="*/ 828888 h 2398711"/>
              <a:gd name="connsiteX122370" fmla="*/ 318700 w 2119654"/>
              <a:gd name="connsiteY122370" fmla="*/ 825959 h 2398711"/>
              <a:gd name="connsiteX122371" fmla="*/ 318897 w 2119654"/>
              <a:gd name="connsiteY122371" fmla="*/ 819731 h 2398711"/>
              <a:gd name="connsiteX122372" fmla="*/ 151161 w 2119654"/>
              <a:gd name="connsiteY122372" fmla="*/ 1190758 h 2398711"/>
              <a:gd name="connsiteX122373" fmla="*/ 152555 w 2119654"/>
              <a:gd name="connsiteY122373" fmla="*/ 1194892 h 2398711"/>
              <a:gd name="connsiteX122374" fmla="*/ 159912 w 2119654"/>
              <a:gd name="connsiteY122374" fmla="*/ 1201537 h 2398711"/>
              <a:gd name="connsiteX122375" fmla="*/ 151836 w 2119654"/>
              <a:gd name="connsiteY122375" fmla="*/ 1191429 h 2398711"/>
              <a:gd name="connsiteX122376" fmla="*/ 371906 w 2119654"/>
              <a:gd name="connsiteY122376" fmla="*/ 696027 h 2398711"/>
              <a:gd name="connsiteX122377" fmla="*/ 372987 w 2119654"/>
              <a:gd name="connsiteY122377" fmla="*/ 701332 h 2398711"/>
              <a:gd name="connsiteX122378" fmla="*/ 373286 w 2119654"/>
              <a:gd name="connsiteY122378" fmla="*/ 701779 h 2398711"/>
              <a:gd name="connsiteX122379" fmla="*/ 372258 w 2119654"/>
              <a:gd name="connsiteY122379" fmla="*/ 696134 h 2398711"/>
              <a:gd name="connsiteX122380" fmla="*/ 284819 w 2119654"/>
              <a:gd name="connsiteY122380" fmla="*/ 891018 h 2398711"/>
              <a:gd name="connsiteX122381" fmla="*/ 293573 w 2119654"/>
              <a:gd name="connsiteY122381" fmla="*/ 912368 h 2398711"/>
              <a:gd name="connsiteX122382" fmla="*/ 292239 w 2119654"/>
              <a:gd name="connsiteY122382" fmla="*/ 893328 h 2398711"/>
              <a:gd name="connsiteX122383" fmla="*/ 317938 w 2119654"/>
              <a:gd name="connsiteY122383" fmla="*/ 816494 h 2398711"/>
              <a:gd name="connsiteX122384" fmla="*/ 317879 w 2119654"/>
              <a:gd name="connsiteY122384" fmla="*/ 817322 h 2398711"/>
              <a:gd name="connsiteX122385" fmla="*/ 318920 w 2119654"/>
              <a:gd name="connsiteY122385" fmla="*/ 819020 h 2398711"/>
              <a:gd name="connsiteX122386" fmla="*/ 318920 w 2119654"/>
              <a:gd name="connsiteY122386" fmla="*/ 819013 h 2398711"/>
              <a:gd name="connsiteX122387" fmla="*/ 312880 w 2119654"/>
              <a:gd name="connsiteY122387" fmla="*/ 827645 h 2398711"/>
              <a:gd name="connsiteX122388" fmla="*/ 315925 w 2119654"/>
              <a:gd name="connsiteY122388" fmla="*/ 832626 h 2398711"/>
              <a:gd name="connsiteX122389" fmla="*/ 315470 w 2119654"/>
              <a:gd name="connsiteY122389" fmla="*/ 828748 h 2398711"/>
              <a:gd name="connsiteX122390" fmla="*/ 364348 w 2119654"/>
              <a:gd name="connsiteY122390" fmla="*/ 712394 h 2398711"/>
              <a:gd name="connsiteX122391" fmla="*/ 364234 w 2119654"/>
              <a:gd name="connsiteY122391" fmla="*/ 715180 h 2398711"/>
              <a:gd name="connsiteX122392" fmla="*/ 365368 w 2119654"/>
              <a:gd name="connsiteY122392" fmla="*/ 715498 h 2398711"/>
              <a:gd name="connsiteX122393" fmla="*/ 364684 w 2119654"/>
              <a:gd name="connsiteY122393" fmla="*/ 712575 h 2398711"/>
              <a:gd name="connsiteX122394" fmla="*/ 254831 w 2119654"/>
              <a:gd name="connsiteY122394" fmla="*/ 957542 h 2398711"/>
              <a:gd name="connsiteX122395" fmla="*/ 256900 w 2119654"/>
              <a:gd name="connsiteY122395" fmla="*/ 975844 h 2398711"/>
              <a:gd name="connsiteX122396" fmla="*/ 261905 w 2119654"/>
              <a:gd name="connsiteY122396" fmla="*/ 983497 h 2398711"/>
              <a:gd name="connsiteX122397" fmla="*/ 259892 w 2119654"/>
              <a:gd name="connsiteY122397" fmla="*/ 971073 h 2398711"/>
              <a:gd name="connsiteX122398" fmla="*/ 260143 w 2119654"/>
              <a:gd name="connsiteY122398" fmla="*/ 970619 h 2398711"/>
              <a:gd name="connsiteX122399" fmla="*/ 262336 w 2119654"/>
              <a:gd name="connsiteY122399" fmla="*/ 984157 h 2398711"/>
              <a:gd name="connsiteX122400" fmla="*/ 263541 w 2119654"/>
              <a:gd name="connsiteY122400" fmla="*/ 985998 h 2398711"/>
              <a:gd name="connsiteX122401" fmla="*/ 260655 w 2119654"/>
              <a:gd name="connsiteY122401" fmla="*/ 962094 h 2398711"/>
              <a:gd name="connsiteX122402" fmla="*/ 466644 w 2119654"/>
              <a:gd name="connsiteY122402" fmla="*/ 482939 h 2398711"/>
              <a:gd name="connsiteX122403" fmla="*/ 466887 w 2119654"/>
              <a:gd name="connsiteY122403" fmla="*/ 488515 h 2398711"/>
              <a:gd name="connsiteX122404" fmla="*/ 471606 w 2119654"/>
              <a:gd name="connsiteY122404" fmla="*/ 489957 h 2398711"/>
              <a:gd name="connsiteX122405" fmla="*/ 471806 w 2119654"/>
              <a:gd name="connsiteY122405" fmla="*/ 487162 h 2398711"/>
              <a:gd name="connsiteX122406" fmla="*/ 291354 w 2119654"/>
              <a:gd name="connsiteY122406" fmla="*/ 875378 h 2398711"/>
              <a:gd name="connsiteX122407" fmla="*/ 291942 w 2119654"/>
              <a:gd name="connsiteY122407" fmla="*/ 883782 h 2398711"/>
              <a:gd name="connsiteX122408" fmla="*/ 292121 w 2119654"/>
              <a:gd name="connsiteY122408" fmla="*/ 885917 h 2398711"/>
              <a:gd name="connsiteX122409" fmla="*/ 297242 w 2119654"/>
              <a:gd name="connsiteY122409" fmla="*/ 894305 h 2398711"/>
              <a:gd name="connsiteX122410" fmla="*/ 301755 w 2119654"/>
              <a:gd name="connsiteY122410" fmla="*/ 895711 h 2398711"/>
              <a:gd name="connsiteX122411" fmla="*/ 301349 w 2119654"/>
              <a:gd name="connsiteY122411" fmla="*/ 892497 h 2398711"/>
              <a:gd name="connsiteX122412" fmla="*/ 230879 w 2119654"/>
              <a:gd name="connsiteY122412" fmla="*/ 1010784 h 2398711"/>
              <a:gd name="connsiteX122413" fmla="*/ 231485 w 2119654"/>
              <a:gd name="connsiteY122413" fmla="*/ 1015579 h 2398711"/>
              <a:gd name="connsiteX122414" fmla="*/ 236658 w 2119654"/>
              <a:gd name="connsiteY122414" fmla="*/ 1024050 h 2398711"/>
              <a:gd name="connsiteX122415" fmla="*/ 237155 w 2119654"/>
              <a:gd name="connsiteY122415" fmla="*/ 1024680 h 2398711"/>
              <a:gd name="connsiteX122416" fmla="*/ 235754 w 2119654"/>
              <a:gd name="connsiteY122416" fmla="*/ 1019500 h 2398711"/>
              <a:gd name="connsiteX122417" fmla="*/ 318052 w 2119654"/>
              <a:gd name="connsiteY122417" fmla="*/ 815462 h 2398711"/>
              <a:gd name="connsiteX122418" fmla="*/ 318959 w 2119654"/>
              <a:gd name="connsiteY122418" fmla="*/ 817786 h 2398711"/>
              <a:gd name="connsiteX122419" fmla="*/ 319018 w 2119654"/>
              <a:gd name="connsiteY122419" fmla="*/ 815925 h 2398711"/>
              <a:gd name="connsiteX122420" fmla="*/ 347126 w 2119654"/>
              <a:gd name="connsiteY122420" fmla="*/ 750348 h 2398711"/>
              <a:gd name="connsiteX122421" fmla="*/ 347020 w 2119654"/>
              <a:gd name="connsiteY122421" fmla="*/ 750889 h 2398711"/>
              <a:gd name="connsiteX122422" fmla="*/ 348303 w 2119654"/>
              <a:gd name="connsiteY122422" fmla="*/ 751266 h 2398711"/>
              <a:gd name="connsiteX122423" fmla="*/ 348120 w 2119654"/>
              <a:gd name="connsiteY122423" fmla="*/ 750659 h 2398711"/>
              <a:gd name="connsiteX122424" fmla="*/ 448198 w 2119654"/>
              <a:gd name="connsiteY122424" fmla="*/ 523808 h 2398711"/>
              <a:gd name="connsiteX122425" fmla="*/ 448313 w 2119654"/>
              <a:gd name="connsiteY122425" fmla="*/ 526401 h 2398711"/>
              <a:gd name="connsiteX122426" fmla="*/ 448391 w 2119654"/>
              <a:gd name="connsiteY122426" fmla="*/ 523930 h 2398711"/>
              <a:gd name="connsiteX122427" fmla="*/ 284264 w 2119654"/>
              <a:gd name="connsiteY122427" fmla="*/ 890844 h 2398711"/>
              <a:gd name="connsiteX122428" fmla="*/ 285074 w 2119654"/>
              <a:gd name="connsiteY122428" fmla="*/ 893687 h 2398711"/>
              <a:gd name="connsiteX122429" fmla="*/ 294283 w 2119654"/>
              <a:gd name="connsiteY122429" fmla="*/ 921701 h 2398711"/>
              <a:gd name="connsiteX122430" fmla="*/ 293937 w 2119654"/>
              <a:gd name="connsiteY122430" fmla="*/ 917559 h 2398711"/>
              <a:gd name="connsiteX122431" fmla="*/ 293636 w 2119654"/>
              <a:gd name="connsiteY122431" fmla="*/ 913260 h 2398711"/>
              <a:gd name="connsiteX122432" fmla="*/ 284471 w 2119654"/>
              <a:gd name="connsiteY122432" fmla="*/ 890909 h 2398711"/>
              <a:gd name="connsiteX122433" fmla="*/ 362264 w 2119654"/>
              <a:gd name="connsiteY122433" fmla="*/ 716014 h 2398711"/>
              <a:gd name="connsiteX122434" fmla="*/ 363216 w 2119654"/>
              <a:gd name="connsiteY122434" fmla="*/ 718053 h 2398711"/>
              <a:gd name="connsiteX122435" fmla="*/ 363286 w 2119654"/>
              <a:gd name="connsiteY122435" fmla="*/ 716357 h 2398711"/>
              <a:gd name="connsiteX122436" fmla="*/ 321648 w 2119654"/>
              <a:gd name="connsiteY122436" fmla="*/ 806915 h 2398711"/>
              <a:gd name="connsiteX122437" fmla="*/ 321663 w 2119654"/>
              <a:gd name="connsiteY122437" fmla="*/ 807300 h 2398711"/>
              <a:gd name="connsiteX122438" fmla="*/ 321696 w 2119654"/>
              <a:gd name="connsiteY122438" fmla="*/ 807320 h 2398711"/>
              <a:gd name="connsiteX122439" fmla="*/ 390463 w 2119654"/>
              <a:gd name="connsiteY122439" fmla="*/ 652719 h 2398711"/>
              <a:gd name="connsiteX122440" fmla="*/ 401531 w 2119654"/>
              <a:gd name="connsiteY122440" fmla="*/ 661871 h 2398711"/>
              <a:gd name="connsiteX122441" fmla="*/ 401061 w 2119654"/>
              <a:gd name="connsiteY122441" fmla="*/ 659864 h 2398711"/>
              <a:gd name="connsiteX122442" fmla="*/ 396888 w 2119654"/>
              <a:gd name="connsiteY122442" fmla="*/ 653059 h 2398711"/>
              <a:gd name="connsiteX122443" fmla="*/ 366999 w 2119654"/>
              <a:gd name="connsiteY122443" fmla="*/ 705193 h 2398711"/>
              <a:gd name="connsiteX122444" fmla="*/ 367844 w 2119654"/>
              <a:gd name="connsiteY122444" fmla="*/ 706640 h 2398711"/>
              <a:gd name="connsiteX122445" fmla="*/ 372725 w 2119654"/>
              <a:gd name="connsiteY122445" fmla="*/ 714054 h 2398711"/>
              <a:gd name="connsiteX122446" fmla="*/ 369504 w 2119654"/>
              <a:gd name="connsiteY122446" fmla="*/ 705973 h 2398711"/>
              <a:gd name="connsiteX122447" fmla="*/ 406059 w 2119654"/>
              <a:gd name="connsiteY122447" fmla="*/ 617701 h 2398711"/>
              <a:gd name="connsiteX122448" fmla="*/ 406314 w 2119654"/>
              <a:gd name="connsiteY122448" fmla="*/ 621335 h 2398711"/>
              <a:gd name="connsiteX122449" fmla="*/ 406927 w 2119654"/>
              <a:gd name="connsiteY122449" fmla="*/ 628669 h 2398711"/>
              <a:gd name="connsiteX122450" fmla="*/ 407326 w 2119654"/>
              <a:gd name="connsiteY122450" fmla="*/ 628903 h 2398711"/>
              <a:gd name="connsiteX122451" fmla="*/ 408060 w 2119654"/>
              <a:gd name="connsiteY122451" fmla="*/ 618574 h 2398711"/>
              <a:gd name="connsiteX122452" fmla="*/ 302196 w 2119654"/>
              <a:gd name="connsiteY122452" fmla="*/ 850222 h 2398711"/>
              <a:gd name="connsiteX122453" fmla="*/ 308058 w 2119654"/>
              <a:gd name="connsiteY122453" fmla="*/ 862738 h 2398711"/>
              <a:gd name="connsiteX122454" fmla="*/ 305148 w 2119654"/>
              <a:gd name="connsiteY122454" fmla="*/ 852530 h 2398711"/>
              <a:gd name="connsiteX122455" fmla="*/ 423233 w 2119654"/>
              <a:gd name="connsiteY122455" fmla="*/ 579185 h 2398711"/>
              <a:gd name="connsiteX122456" fmla="*/ 420255 w 2119654"/>
              <a:gd name="connsiteY122456" fmla="*/ 591720 h 2398711"/>
              <a:gd name="connsiteX122457" fmla="*/ 431320 w 2119654"/>
              <a:gd name="connsiteY122457" fmla="*/ 594914 h 2398711"/>
              <a:gd name="connsiteX122458" fmla="*/ 433341 w 2119654"/>
              <a:gd name="connsiteY122458" fmla="*/ 595527 h 2398711"/>
              <a:gd name="connsiteX122459" fmla="*/ 432825 w 2119654"/>
              <a:gd name="connsiteY122459" fmla="*/ 591586 h 2398711"/>
              <a:gd name="connsiteX122460" fmla="*/ 428344 w 2119654"/>
              <a:gd name="connsiteY122460" fmla="*/ 582286 h 2398711"/>
              <a:gd name="connsiteX122461" fmla="*/ 482527 w 2119654"/>
              <a:gd name="connsiteY122461" fmla="*/ 446337 h 2398711"/>
              <a:gd name="connsiteX122462" fmla="*/ 504664 w 2119654"/>
              <a:gd name="connsiteY122462" fmla="*/ 460769 h 2398711"/>
              <a:gd name="connsiteX122463" fmla="*/ 504462 w 2119654"/>
              <a:gd name="connsiteY122463" fmla="*/ 456131 h 2398711"/>
              <a:gd name="connsiteX122464" fmla="*/ 417780 w 2119654"/>
              <a:gd name="connsiteY122464" fmla="*/ 591144 h 2398711"/>
              <a:gd name="connsiteX122465" fmla="*/ 418668 w 2119654"/>
              <a:gd name="connsiteY122465" fmla="*/ 595508 h 2398711"/>
              <a:gd name="connsiteX122466" fmla="*/ 419581 w 2119654"/>
              <a:gd name="connsiteY122466" fmla="*/ 591665 h 2398711"/>
              <a:gd name="connsiteX122467" fmla="*/ 419548 w 2119654"/>
              <a:gd name="connsiteY122467" fmla="*/ 591655 h 2398711"/>
              <a:gd name="connsiteX122468" fmla="*/ 347481 w 2119654"/>
              <a:gd name="connsiteY122468" fmla="*/ 748532 h 2398711"/>
              <a:gd name="connsiteX122469" fmla="*/ 347270 w 2119654"/>
              <a:gd name="connsiteY122469" fmla="*/ 749612 h 2398711"/>
              <a:gd name="connsiteX122470" fmla="*/ 347862 w 2119654"/>
              <a:gd name="connsiteY122470" fmla="*/ 749798 h 2398711"/>
              <a:gd name="connsiteX122471" fmla="*/ 283908 w 2119654"/>
              <a:gd name="connsiteY122471" fmla="*/ 890734 h 2398711"/>
              <a:gd name="connsiteX122472" fmla="*/ 286269 w 2119654"/>
              <a:gd name="connsiteY122472" fmla="*/ 914300 h 2398711"/>
              <a:gd name="connsiteX122473" fmla="*/ 292243 w 2119654"/>
              <a:gd name="connsiteY122473" fmla="*/ 928284 h 2398711"/>
              <a:gd name="connsiteX122474" fmla="*/ 294943 w 2119654"/>
              <a:gd name="connsiteY122474" fmla="*/ 933003 h 2398711"/>
              <a:gd name="connsiteX122475" fmla="*/ 295259 w 2119654"/>
              <a:gd name="connsiteY122475" fmla="*/ 933369 h 2398711"/>
              <a:gd name="connsiteX122476" fmla="*/ 294557 w 2119654"/>
              <a:gd name="connsiteY122476" fmla="*/ 924974 h 2398711"/>
              <a:gd name="connsiteX122477" fmla="*/ 288042 w 2119654"/>
              <a:gd name="connsiteY122477" fmla="*/ 905157 h 2398711"/>
              <a:gd name="connsiteX122478" fmla="*/ 283933 w 2119654"/>
              <a:gd name="connsiteY122478" fmla="*/ 890742 h 2398711"/>
              <a:gd name="connsiteX122479" fmla="*/ 300943 w 2119654"/>
              <a:gd name="connsiteY122479" fmla="*/ 852519 h 2398711"/>
              <a:gd name="connsiteX122480" fmla="*/ 301647 w 2119654"/>
              <a:gd name="connsiteY122480" fmla="*/ 857230 h 2398711"/>
              <a:gd name="connsiteX122481" fmla="*/ 304701 w 2119654"/>
              <a:gd name="connsiteY122481" fmla="*/ 869670 h 2398711"/>
              <a:gd name="connsiteX122482" fmla="*/ 309370 w 2119654"/>
              <a:gd name="connsiteY122482" fmla="*/ 870709 h 2398711"/>
              <a:gd name="connsiteX122483" fmla="*/ 306397 w 2119654"/>
              <a:gd name="connsiteY122483" fmla="*/ 864360 h 2398711"/>
              <a:gd name="connsiteX122484" fmla="*/ 304285 w 2119654"/>
              <a:gd name="connsiteY122484" fmla="*/ 858829 h 2398711"/>
              <a:gd name="connsiteX122485" fmla="*/ 288114 w 2119654"/>
              <a:gd name="connsiteY122485" fmla="*/ 880886 h 2398711"/>
              <a:gd name="connsiteX122486" fmla="*/ 292003 w 2119654"/>
              <a:gd name="connsiteY122486" fmla="*/ 889960 h 2398711"/>
              <a:gd name="connsiteX122487" fmla="*/ 291880 w 2119654"/>
              <a:gd name="connsiteY122487" fmla="*/ 888209 h 2398711"/>
              <a:gd name="connsiteX122488" fmla="*/ 370581 w 2119654"/>
              <a:gd name="connsiteY122488" fmla="*/ 695622 h 2398711"/>
              <a:gd name="connsiteX122489" fmla="*/ 371027 w 2119654"/>
              <a:gd name="connsiteY122489" fmla="*/ 697707 h 2398711"/>
              <a:gd name="connsiteX122490" fmla="*/ 371480 w 2119654"/>
              <a:gd name="connsiteY122490" fmla="*/ 699082 h 2398711"/>
              <a:gd name="connsiteX122491" fmla="*/ 371670 w 2119654"/>
              <a:gd name="connsiteY122491" fmla="*/ 699366 h 2398711"/>
              <a:gd name="connsiteX122492" fmla="*/ 370930 w 2119654"/>
              <a:gd name="connsiteY122492" fmla="*/ 695729 h 2398711"/>
              <a:gd name="connsiteX122493" fmla="*/ 283851 w 2119654"/>
              <a:gd name="connsiteY122493" fmla="*/ 889398 h 2398711"/>
              <a:gd name="connsiteX122494" fmla="*/ 284081 w 2119654"/>
              <a:gd name="connsiteY122494" fmla="*/ 890206 h 2398711"/>
              <a:gd name="connsiteX122495" fmla="*/ 284197 w 2119654"/>
              <a:gd name="connsiteY122495" fmla="*/ 890241 h 2398711"/>
              <a:gd name="connsiteX122496" fmla="*/ 424428 w 2119654"/>
              <a:gd name="connsiteY122496" fmla="*/ 574157 h 2398711"/>
              <a:gd name="connsiteX122497" fmla="*/ 423452 w 2119654"/>
              <a:gd name="connsiteY122497" fmla="*/ 578266 h 2398711"/>
              <a:gd name="connsiteX122498" fmla="*/ 427629 w 2119654"/>
              <a:gd name="connsiteY122498" fmla="*/ 580801 h 2398711"/>
              <a:gd name="connsiteX122499" fmla="*/ 376876 w 2119654"/>
              <a:gd name="connsiteY122499" fmla="*/ 680627 h 2398711"/>
              <a:gd name="connsiteX122500" fmla="*/ 376369 w 2119654"/>
              <a:gd name="connsiteY122500" fmla="*/ 696689 h 2398711"/>
              <a:gd name="connsiteX122501" fmla="*/ 381669 w 2119654"/>
              <a:gd name="connsiteY122501" fmla="*/ 698307 h 2398711"/>
              <a:gd name="connsiteX122502" fmla="*/ 378971 w 2119654"/>
              <a:gd name="connsiteY122502" fmla="*/ 681163 h 2398711"/>
              <a:gd name="connsiteX122503" fmla="*/ 210227 w 2119654"/>
              <a:gd name="connsiteY122503" fmla="*/ 1053546 h 2398711"/>
              <a:gd name="connsiteX122504" fmla="*/ 214348 w 2119654"/>
              <a:gd name="connsiteY122504" fmla="*/ 1071363 h 2398711"/>
              <a:gd name="connsiteX122505" fmla="*/ 218541 w 2119654"/>
              <a:gd name="connsiteY122505" fmla="*/ 1088444 h 2398711"/>
              <a:gd name="connsiteX122506" fmla="*/ 219653 w 2119654"/>
              <a:gd name="connsiteY122506" fmla="*/ 1089809 h 2398711"/>
              <a:gd name="connsiteX122507" fmla="*/ 244599 w 2119654"/>
              <a:gd name="connsiteY122507" fmla="*/ 1116220 h 2398711"/>
              <a:gd name="connsiteX122508" fmla="*/ 241854 w 2119654"/>
              <a:gd name="connsiteY122508" fmla="*/ 1102596 h 2398711"/>
              <a:gd name="connsiteX122509" fmla="*/ 232148 w 2119654"/>
              <a:gd name="connsiteY122509" fmla="*/ 1091216 h 2398711"/>
              <a:gd name="connsiteX122510" fmla="*/ 232163 w 2119654"/>
              <a:gd name="connsiteY122510" fmla="*/ 1090943 h 2398711"/>
              <a:gd name="connsiteX122511" fmla="*/ 241778 w 2119654"/>
              <a:gd name="connsiteY122511" fmla="*/ 1102216 h 2398711"/>
              <a:gd name="connsiteX122512" fmla="*/ 241374 w 2119654"/>
              <a:gd name="connsiteY122512" fmla="*/ 1100213 h 2398711"/>
              <a:gd name="connsiteX122513" fmla="*/ 230804 w 2119654"/>
              <a:gd name="connsiteY122513" fmla="*/ 1082901 h 2398711"/>
              <a:gd name="connsiteX122514" fmla="*/ 223565 w 2119654"/>
              <a:gd name="connsiteY122514" fmla="*/ 1068822 h 2398711"/>
              <a:gd name="connsiteX122515" fmla="*/ 379288 w 2119654"/>
              <a:gd name="connsiteY122515" fmla="*/ 674304 h 2398711"/>
              <a:gd name="connsiteX122516" fmla="*/ 380282 w 2119654"/>
              <a:gd name="connsiteY122516" fmla="*/ 680620 h 2398711"/>
              <a:gd name="connsiteX122517" fmla="*/ 380282 w 2119654"/>
              <a:gd name="connsiteY122517" fmla="*/ 680623 h 2398711"/>
              <a:gd name="connsiteX122518" fmla="*/ 388618 w 2119654"/>
              <a:gd name="connsiteY122518" fmla="*/ 682478 h 2398711"/>
              <a:gd name="connsiteX122519" fmla="*/ 387928 w 2119654"/>
              <a:gd name="connsiteY122519" fmla="*/ 680811 h 2398711"/>
              <a:gd name="connsiteX122520" fmla="*/ 149996 w 2119654"/>
              <a:gd name="connsiteY122520" fmla="*/ 1187295 h 2398711"/>
              <a:gd name="connsiteX122521" fmla="*/ 150698 w 2119654"/>
              <a:gd name="connsiteY122521" fmla="*/ 1189378 h 2398711"/>
              <a:gd name="connsiteX122522" fmla="*/ 152371 w 2119654"/>
              <a:gd name="connsiteY122522" fmla="*/ 1191474 h 2398711"/>
              <a:gd name="connsiteX122523" fmla="*/ 159501 w 2119654"/>
              <a:gd name="connsiteY122523" fmla="*/ 1198264 h 2398711"/>
              <a:gd name="connsiteX122524" fmla="*/ 318396 w 2119654"/>
              <a:gd name="connsiteY122524" fmla="*/ 810104 h 2398711"/>
              <a:gd name="connsiteX122525" fmla="*/ 318374 w 2119654"/>
              <a:gd name="connsiteY122525" fmla="*/ 810407 h 2398711"/>
              <a:gd name="connsiteX122526" fmla="*/ 319185 w 2119654"/>
              <a:gd name="connsiteY122526" fmla="*/ 810646 h 2398711"/>
              <a:gd name="connsiteX122527" fmla="*/ 319187 w 2119654"/>
              <a:gd name="connsiteY122527" fmla="*/ 810567 h 2398711"/>
              <a:gd name="connsiteX122528" fmla="*/ 425297 w 2119654"/>
              <a:gd name="connsiteY122528" fmla="*/ 570498 h 2398711"/>
              <a:gd name="connsiteX122529" fmla="*/ 424703 w 2119654"/>
              <a:gd name="connsiteY122529" fmla="*/ 572999 h 2398711"/>
              <a:gd name="connsiteX122530" fmla="*/ 428769 w 2119654"/>
              <a:gd name="connsiteY122530" fmla="*/ 581493 h 2398711"/>
              <a:gd name="connsiteX122531" fmla="*/ 431793 w 2119654"/>
              <a:gd name="connsiteY122531" fmla="*/ 583328 h 2398711"/>
              <a:gd name="connsiteX122532" fmla="*/ 431593 w 2119654"/>
              <a:gd name="connsiteY122532" fmla="*/ 581623 h 2398711"/>
              <a:gd name="connsiteX122533" fmla="*/ 427401 w 2119654"/>
              <a:gd name="connsiteY122533" fmla="*/ 571776 h 2398711"/>
              <a:gd name="connsiteX122534" fmla="*/ 409234 w 2119654"/>
              <a:gd name="connsiteY122534" fmla="*/ 606281 h 2398711"/>
              <a:gd name="connsiteX122535" fmla="*/ 408415 w 2119654"/>
              <a:gd name="connsiteY122535" fmla="*/ 617803 h 2398711"/>
              <a:gd name="connsiteX122536" fmla="*/ 409288 w 2119654"/>
              <a:gd name="connsiteY122536" fmla="*/ 618184 h 2398711"/>
              <a:gd name="connsiteX122537" fmla="*/ 409724 w 2119654"/>
              <a:gd name="connsiteY122537" fmla="*/ 610211 h 2398711"/>
              <a:gd name="connsiteX122538" fmla="*/ 409310 w 2119654"/>
              <a:gd name="connsiteY122538" fmla="*/ 606654 h 2398711"/>
              <a:gd name="connsiteX122539" fmla="*/ 410383 w 2119654"/>
              <a:gd name="connsiteY122539" fmla="*/ 603696 h 2398711"/>
              <a:gd name="connsiteX122540" fmla="*/ 410173 w 2119654"/>
              <a:gd name="connsiteY122540" fmla="*/ 607534 h 2398711"/>
              <a:gd name="connsiteX122541" fmla="*/ 411143 w 2119654"/>
              <a:gd name="connsiteY122541" fmla="*/ 613707 h 2398711"/>
              <a:gd name="connsiteX122542" fmla="*/ 412327 w 2119654"/>
              <a:gd name="connsiteY122542" fmla="*/ 619513 h 2398711"/>
              <a:gd name="connsiteX122543" fmla="*/ 412909 w 2119654"/>
              <a:gd name="connsiteY122543" fmla="*/ 619766 h 2398711"/>
              <a:gd name="connsiteX122544" fmla="*/ 415524 w 2119654"/>
              <a:gd name="connsiteY122544" fmla="*/ 608752 h 2398711"/>
              <a:gd name="connsiteX122545" fmla="*/ 414045 w 2119654"/>
              <a:gd name="connsiteY122545" fmla="*/ 605879 h 2398711"/>
              <a:gd name="connsiteX122546" fmla="*/ 316186 w 2119654"/>
              <a:gd name="connsiteY122546" fmla="*/ 814566 h 2398711"/>
              <a:gd name="connsiteX122547" fmla="*/ 317431 w 2119654"/>
              <a:gd name="connsiteY122547" fmla="*/ 816596 h 2398711"/>
              <a:gd name="connsiteX122548" fmla="*/ 317516 w 2119654"/>
              <a:gd name="connsiteY122548" fmla="*/ 815410 h 2398711"/>
              <a:gd name="connsiteX122549" fmla="*/ 317417 w 2119654"/>
              <a:gd name="connsiteY122549" fmla="*/ 815156 h 2398711"/>
              <a:gd name="connsiteX122550" fmla="*/ 380375 w 2119654"/>
              <a:gd name="connsiteY122550" fmla="*/ 670754 h 2398711"/>
              <a:gd name="connsiteX122551" fmla="*/ 384588 w 2119654"/>
              <a:gd name="connsiteY122551" fmla="*/ 672750 h 2398711"/>
              <a:gd name="connsiteX122552" fmla="*/ 383837 w 2119654"/>
              <a:gd name="connsiteY122552" fmla="*/ 670938 h 2398711"/>
              <a:gd name="connsiteX122553" fmla="*/ 342217 w 2119654"/>
              <a:gd name="connsiteY122553" fmla="*/ 755694 h 2398711"/>
              <a:gd name="connsiteX122554" fmla="*/ 342760 w 2119654"/>
              <a:gd name="connsiteY122554" fmla="*/ 760343 h 2398711"/>
              <a:gd name="connsiteX122555" fmla="*/ 343588 w 2119654"/>
              <a:gd name="connsiteY122555" fmla="*/ 756110 h 2398711"/>
              <a:gd name="connsiteX122556" fmla="*/ 410424 w 2119654"/>
              <a:gd name="connsiteY122556" fmla="*/ 602945 h 2398711"/>
              <a:gd name="connsiteX122557" fmla="*/ 410405 w 2119654"/>
              <a:gd name="connsiteY122557" fmla="*/ 603290 h 2398711"/>
              <a:gd name="connsiteX122558" fmla="*/ 413733 w 2119654"/>
              <a:gd name="connsiteY122558" fmla="*/ 605275 h 2398711"/>
              <a:gd name="connsiteX122559" fmla="*/ 413064 w 2119654"/>
              <a:gd name="connsiteY122559" fmla="*/ 603975 h 2398711"/>
              <a:gd name="connsiteX122560" fmla="*/ 303049 w 2119654"/>
              <a:gd name="connsiteY122560" fmla="*/ 843358 h 2398711"/>
              <a:gd name="connsiteX122561" fmla="*/ 305669 w 2119654"/>
              <a:gd name="connsiteY122561" fmla="*/ 852550 h 2398711"/>
              <a:gd name="connsiteX122562" fmla="*/ 311464 w 2119654"/>
              <a:gd name="connsiteY122562" fmla="*/ 857079 h 2398711"/>
              <a:gd name="connsiteX122563" fmla="*/ 306538 w 2119654"/>
              <a:gd name="connsiteY122563" fmla="*/ 843544 h 2398711"/>
              <a:gd name="connsiteX122564" fmla="*/ 425856 w 2119654"/>
              <a:gd name="connsiteY122564" fmla="*/ 568143 h 2398711"/>
              <a:gd name="connsiteX122565" fmla="*/ 425458 w 2119654"/>
              <a:gd name="connsiteY122565" fmla="*/ 569814 h 2398711"/>
              <a:gd name="connsiteX122566" fmla="*/ 426951 w 2119654"/>
              <a:gd name="connsiteY122566" fmla="*/ 570719 h 2398711"/>
              <a:gd name="connsiteX122567" fmla="*/ 124877 w 2119654"/>
              <a:gd name="connsiteY122567" fmla="*/ 1241882 h 2398711"/>
              <a:gd name="connsiteX122568" fmla="*/ 127976 w 2119654"/>
              <a:gd name="connsiteY122568" fmla="*/ 1245938 h 2398711"/>
              <a:gd name="connsiteX122569" fmla="*/ 127278 w 2119654"/>
              <a:gd name="connsiteY122569" fmla="*/ 1245082 h 2398711"/>
              <a:gd name="connsiteX122570" fmla="*/ 364676 w 2119654"/>
              <a:gd name="connsiteY122570" fmla="*/ 704469 h 2398711"/>
              <a:gd name="connsiteX122571" fmla="*/ 364445 w 2119654"/>
              <a:gd name="connsiteY122571" fmla="*/ 710061 h 2398711"/>
              <a:gd name="connsiteX122572" fmla="*/ 364772 w 2119654"/>
              <a:gd name="connsiteY122572" fmla="*/ 711455 h 2398711"/>
              <a:gd name="connsiteX122573" fmla="*/ 372690 w 2119654"/>
              <a:gd name="connsiteY122573" fmla="*/ 715716 h 2398711"/>
              <a:gd name="connsiteX122574" fmla="*/ 366446 w 2119654"/>
              <a:gd name="connsiteY122574" fmla="*/ 705020 h 2398711"/>
              <a:gd name="connsiteX122575" fmla="*/ 300345 w 2119654"/>
              <a:gd name="connsiteY122575" fmla="*/ 848512 h 2398711"/>
              <a:gd name="connsiteX122576" fmla="*/ 300642 w 2119654"/>
              <a:gd name="connsiteY122576" fmla="*/ 850502 h 2398711"/>
              <a:gd name="connsiteX122577" fmla="*/ 302302 w 2119654"/>
              <a:gd name="connsiteY122577" fmla="*/ 853636 h 2398711"/>
              <a:gd name="connsiteX122578" fmla="*/ 317513 w 2119654"/>
              <a:gd name="connsiteY122578" fmla="*/ 809588 h 2398711"/>
              <a:gd name="connsiteX122579" fmla="*/ 317903 w 2119654"/>
              <a:gd name="connsiteY122579" fmla="*/ 810040 h 2398711"/>
              <a:gd name="connsiteX122580" fmla="*/ 317918 w 2119654"/>
              <a:gd name="connsiteY122580" fmla="*/ 809825 h 2398711"/>
              <a:gd name="connsiteX122581" fmla="*/ 258802 w 2119654"/>
              <a:gd name="connsiteY122581" fmla="*/ 940984 h 2398711"/>
              <a:gd name="connsiteX122582" fmla="*/ 261754 w 2119654"/>
              <a:gd name="connsiteY122582" fmla="*/ 962372 h 2398711"/>
              <a:gd name="connsiteX122583" fmla="*/ 273383 w 2119654"/>
              <a:gd name="connsiteY122583" fmla="*/ 971208 h 2398711"/>
              <a:gd name="connsiteX122584" fmla="*/ 270561 w 2119654"/>
              <a:gd name="connsiteY122584" fmla="*/ 964840 h 2398711"/>
              <a:gd name="connsiteX122585" fmla="*/ 270638 w 2119654"/>
              <a:gd name="connsiteY122585" fmla="*/ 964534 h 2398711"/>
              <a:gd name="connsiteX122586" fmla="*/ 273706 w 2119654"/>
              <a:gd name="connsiteY122586" fmla="*/ 971453 h 2398711"/>
              <a:gd name="connsiteX122587" fmla="*/ 278666 w 2119654"/>
              <a:gd name="connsiteY122587" fmla="*/ 975221 h 2398711"/>
              <a:gd name="connsiteX122588" fmla="*/ 269726 w 2119654"/>
              <a:gd name="connsiteY122588" fmla="*/ 960075 h 2398711"/>
              <a:gd name="connsiteX122589" fmla="*/ 344306 w 2119654"/>
              <a:gd name="connsiteY122589" fmla="*/ 749470 h 2398711"/>
              <a:gd name="connsiteX122590" fmla="*/ 344312 w 2119654"/>
              <a:gd name="connsiteY122590" fmla="*/ 750092 h 2398711"/>
              <a:gd name="connsiteX122591" fmla="*/ 344740 w 2119654"/>
              <a:gd name="connsiteY122591" fmla="*/ 750219 h 2398711"/>
              <a:gd name="connsiteX122592" fmla="*/ 344743 w 2119654"/>
              <a:gd name="connsiteY122592" fmla="*/ 750202 h 2398711"/>
              <a:gd name="connsiteX122593" fmla="*/ 344489 w 2119654"/>
              <a:gd name="connsiteY122593" fmla="*/ 749527 h 2398711"/>
              <a:gd name="connsiteX122594" fmla="*/ 409484 w 2119654"/>
              <a:gd name="connsiteY122594" fmla="*/ 603159 h 2398711"/>
              <a:gd name="connsiteX122595" fmla="*/ 409949 w 2119654"/>
              <a:gd name="connsiteY122595" fmla="*/ 606113 h 2398711"/>
              <a:gd name="connsiteX122596" fmla="*/ 410091 w 2119654"/>
              <a:gd name="connsiteY122596" fmla="*/ 603521 h 2398711"/>
              <a:gd name="connsiteX122597" fmla="*/ 466318 w 2119654"/>
              <a:gd name="connsiteY122597" fmla="*/ 475470 h 2398711"/>
              <a:gd name="connsiteX122598" fmla="*/ 466574 w 2119654"/>
              <a:gd name="connsiteY122598" fmla="*/ 481344 h 2398711"/>
              <a:gd name="connsiteX122599" fmla="*/ 470310 w 2119654"/>
              <a:gd name="connsiteY122599" fmla="*/ 484158 h 2398711"/>
              <a:gd name="connsiteX122600" fmla="*/ 471927 w 2119654"/>
              <a:gd name="connsiteY122600" fmla="*/ 485481 h 2398711"/>
              <a:gd name="connsiteX122601" fmla="*/ 472193 w 2119654"/>
              <a:gd name="connsiteY122601" fmla="*/ 481776 h 2398711"/>
              <a:gd name="connsiteX122602" fmla="*/ 472187 w 2119654"/>
              <a:gd name="connsiteY122602" fmla="*/ 479677 h 2398711"/>
              <a:gd name="connsiteX122603" fmla="*/ 409496 w 2119654"/>
              <a:gd name="connsiteY122603" fmla="*/ 602583 h 2398711"/>
              <a:gd name="connsiteX122604" fmla="*/ 409485 w 2119654"/>
              <a:gd name="connsiteY122604" fmla="*/ 602741 h 2398711"/>
              <a:gd name="connsiteX122605" fmla="*/ 410114 w 2119654"/>
              <a:gd name="connsiteY122605" fmla="*/ 603116 h 2398711"/>
              <a:gd name="connsiteX122606" fmla="*/ 410130 w 2119654"/>
              <a:gd name="connsiteY122606" fmla="*/ 602830 h 2398711"/>
              <a:gd name="connsiteX122607" fmla="*/ 378813 w 2119654"/>
              <a:gd name="connsiteY122607" fmla="*/ 671281 h 2398711"/>
              <a:gd name="connsiteX122608" fmla="*/ 379201 w 2119654"/>
              <a:gd name="connsiteY122608" fmla="*/ 673749 h 2398711"/>
              <a:gd name="connsiteX122609" fmla="*/ 387634 w 2119654"/>
              <a:gd name="connsiteY122609" fmla="*/ 680101 h 2398711"/>
              <a:gd name="connsiteX122610" fmla="*/ 385241 w 2119654"/>
              <a:gd name="connsiteY122610" fmla="*/ 674324 h 2398711"/>
              <a:gd name="connsiteX122611" fmla="*/ 341159 w 2119654"/>
              <a:gd name="connsiteY122611" fmla="*/ 755373 h 2398711"/>
              <a:gd name="connsiteX122612" fmla="*/ 342325 w 2119654"/>
              <a:gd name="connsiteY122612" fmla="*/ 762567 h 2398711"/>
              <a:gd name="connsiteX122613" fmla="*/ 342514 w 2119654"/>
              <a:gd name="connsiteY122613" fmla="*/ 761599 h 2398711"/>
              <a:gd name="connsiteX122614" fmla="*/ 341811 w 2119654"/>
              <a:gd name="connsiteY122614" fmla="*/ 755570 h 2398711"/>
              <a:gd name="connsiteX122615" fmla="*/ 449828 w 2119654"/>
              <a:gd name="connsiteY122615" fmla="*/ 511958 h 2398711"/>
              <a:gd name="connsiteX122616" fmla="*/ 450230 w 2119654"/>
              <a:gd name="connsiteY122616" fmla="*/ 521618 h 2398711"/>
              <a:gd name="connsiteX122617" fmla="*/ 455982 w 2119654"/>
              <a:gd name="connsiteY122617" fmla="*/ 525279 h 2398711"/>
              <a:gd name="connsiteX122618" fmla="*/ 364772 w 2119654"/>
              <a:gd name="connsiteY122618" fmla="*/ 702153 h 2398711"/>
              <a:gd name="connsiteX122619" fmla="*/ 364700 w 2119654"/>
              <a:gd name="connsiteY122619" fmla="*/ 703893 h 2398711"/>
              <a:gd name="connsiteX122620" fmla="*/ 366029 w 2119654"/>
              <a:gd name="connsiteY122620" fmla="*/ 704307 h 2398711"/>
              <a:gd name="connsiteX122621" fmla="*/ 410626 w 2119654"/>
              <a:gd name="connsiteY122621" fmla="*/ 599243 h 2398711"/>
              <a:gd name="connsiteX122622" fmla="*/ 410438 w 2119654"/>
              <a:gd name="connsiteY122622" fmla="*/ 602693 h 2398711"/>
              <a:gd name="connsiteX122623" fmla="*/ 412897 w 2119654"/>
              <a:gd name="connsiteY122623" fmla="*/ 603652 h 2398711"/>
              <a:gd name="connsiteX122624" fmla="*/ 258603 w 2119654"/>
              <a:gd name="connsiteY122624" fmla="*/ 939546 h 2398711"/>
              <a:gd name="connsiteX122625" fmla="*/ 258743 w 2119654"/>
              <a:gd name="connsiteY122625" fmla="*/ 940557 h 2398711"/>
              <a:gd name="connsiteX122626" fmla="*/ 262606 w 2119654"/>
              <a:gd name="connsiteY122626" fmla="*/ 947309 h 2398711"/>
              <a:gd name="connsiteX122627" fmla="*/ 279419 w 2119654"/>
              <a:gd name="connsiteY122627" fmla="*/ 975793 h 2398711"/>
              <a:gd name="connsiteX122628" fmla="*/ 289759 w 2119654"/>
              <a:gd name="connsiteY122628" fmla="*/ 983650 h 2398711"/>
              <a:gd name="connsiteX122629" fmla="*/ 268227 w 2119654"/>
              <a:gd name="connsiteY122629" fmla="*/ 950857 h 2398711"/>
              <a:gd name="connsiteX122630" fmla="*/ 268324 w 2119654"/>
              <a:gd name="connsiteY122630" fmla="*/ 950321 h 2398711"/>
              <a:gd name="connsiteX122631" fmla="*/ 290656 w 2119654"/>
              <a:gd name="connsiteY122631" fmla="*/ 984331 h 2398711"/>
              <a:gd name="connsiteX122632" fmla="*/ 294204 w 2119654"/>
              <a:gd name="connsiteY122632" fmla="*/ 987026 h 2398711"/>
              <a:gd name="connsiteX122633" fmla="*/ 293810 w 2119654"/>
              <a:gd name="connsiteY122633" fmla="*/ 984226 h 2398711"/>
              <a:gd name="connsiteX122634" fmla="*/ 290517 w 2119654"/>
              <a:gd name="connsiteY122634" fmla="*/ 978810 h 2398711"/>
              <a:gd name="connsiteX122635" fmla="*/ 290539 w 2119654"/>
              <a:gd name="connsiteY122635" fmla="*/ 978617 h 2398711"/>
              <a:gd name="connsiteX122636" fmla="*/ 293768 w 2119654"/>
              <a:gd name="connsiteY122636" fmla="*/ 983928 h 2398711"/>
              <a:gd name="connsiteX122637" fmla="*/ 293412 w 2119654"/>
              <a:gd name="connsiteY122637" fmla="*/ 981396 h 2398711"/>
              <a:gd name="connsiteX122638" fmla="*/ 293387 w 2119654"/>
              <a:gd name="connsiteY122638" fmla="*/ 981338 h 2398711"/>
              <a:gd name="connsiteX122639" fmla="*/ 272260 w 2119654"/>
              <a:gd name="connsiteY122639" fmla="*/ 942763 h 2398711"/>
              <a:gd name="connsiteX122640" fmla="*/ 264929 w 2119654"/>
              <a:gd name="connsiteY122640" fmla="*/ 940606 h 2398711"/>
              <a:gd name="connsiteX122641" fmla="*/ 341892 w 2119654"/>
              <a:gd name="connsiteY122641" fmla="*/ 752903 h 2398711"/>
              <a:gd name="connsiteX122642" fmla="*/ 342180 w 2119654"/>
              <a:gd name="connsiteY122642" fmla="*/ 755370 h 2398711"/>
              <a:gd name="connsiteX122643" fmla="*/ 343646 w 2119654"/>
              <a:gd name="connsiteY122643" fmla="*/ 755815 h 2398711"/>
              <a:gd name="connsiteX122644" fmla="*/ 343976 w 2119654"/>
              <a:gd name="connsiteY122644" fmla="*/ 754130 h 2398711"/>
              <a:gd name="connsiteX122645" fmla="*/ 343971 w 2119654"/>
              <a:gd name="connsiteY122645" fmla="*/ 753515 h 2398711"/>
              <a:gd name="connsiteX122646" fmla="*/ 388022 w 2119654"/>
              <a:gd name="connsiteY122646" fmla="*/ 649525 h 2398711"/>
              <a:gd name="connsiteX122647" fmla="*/ 388367 w 2119654"/>
              <a:gd name="connsiteY122647" fmla="*/ 650985 h 2398711"/>
              <a:gd name="connsiteX122648" fmla="*/ 389741 w 2119654"/>
              <a:gd name="connsiteY122648" fmla="*/ 652123 h 2398711"/>
              <a:gd name="connsiteX122649" fmla="*/ 396533 w 2119654"/>
              <a:gd name="connsiteY122649" fmla="*/ 652482 h 2398711"/>
              <a:gd name="connsiteX122650" fmla="*/ 395337 w 2119654"/>
              <a:gd name="connsiteY122650" fmla="*/ 650531 h 2398711"/>
              <a:gd name="connsiteX122651" fmla="*/ 377096 w 2119654"/>
              <a:gd name="connsiteY122651" fmla="*/ 673736 h 2398711"/>
              <a:gd name="connsiteX122652" fmla="*/ 376901 w 2119654"/>
              <a:gd name="connsiteY122652" fmla="*/ 679869 h 2398711"/>
              <a:gd name="connsiteX122653" fmla="*/ 378837 w 2119654"/>
              <a:gd name="connsiteY122653" fmla="*/ 680301 h 2398711"/>
              <a:gd name="connsiteX122654" fmla="*/ 378306 w 2119654"/>
              <a:gd name="connsiteY122654" fmla="*/ 676927 h 2398711"/>
              <a:gd name="connsiteX122655" fmla="*/ 164358 w 2119654"/>
              <a:gd name="connsiteY122655" fmla="*/ 1149990 h 2398711"/>
              <a:gd name="connsiteX122656" fmla="*/ 178048 w 2119654"/>
              <a:gd name="connsiteY122656" fmla="*/ 1179450 h 2398711"/>
              <a:gd name="connsiteX122657" fmla="*/ 191864 w 2119654"/>
              <a:gd name="connsiteY122657" fmla="*/ 1197761 h 2398711"/>
              <a:gd name="connsiteX122658" fmla="*/ 185161 w 2119654"/>
              <a:gd name="connsiteY122658" fmla="*/ 1183340 h 2398711"/>
              <a:gd name="connsiteX122659" fmla="*/ 171059 w 2119654"/>
              <a:gd name="connsiteY122659" fmla="*/ 1164013 h 2398711"/>
              <a:gd name="connsiteX122660" fmla="*/ 171073 w 2119654"/>
              <a:gd name="connsiteY122660" fmla="*/ 1163652 h 2398711"/>
              <a:gd name="connsiteX122661" fmla="*/ 184677 w 2119654"/>
              <a:gd name="connsiteY122661" fmla="*/ 1182299 h 2398711"/>
              <a:gd name="connsiteX122662" fmla="*/ 181527 w 2119654"/>
              <a:gd name="connsiteY122662" fmla="*/ 1175519 h 2398711"/>
              <a:gd name="connsiteX122663" fmla="*/ 178521 w 2119654"/>
              <a:gd name="connsiteY122663" fmla="*/ 1168818 h 2398711"/>
              <a:gd name="connsiteX122664" fmla="*/ 178274 w 2119654"/>
              <a:gd name="connsiteY122664" fmla="*/ 1168515 h 2398711"/>
              <a:gd name="connsiteX122665" fmla="*/ 350504 w 2119654"/>
              <a:gd name="connsiteY122665" fmla="*/ 733085 h 2398711"/>
              <a:gd name="connsiteX122666" fmla="*/ 347641 w 2119654"/>
              <a:gd name="connsiteY122666" fmla="*/ 747715 h 2398711"/>
              <a:gd name="connsiteX122667" fmla="*/ 348309 w 2119654"/>
              <a:gd name="connsiteY122667" fmla="*/ 749936 h 2398711"/>
              <a:gd name="connsiteX122668" fmla="*/ 360689 w 2119654"/>
              <a:gd name="connsiteY122668" fmla="*/ 753794 h 2398711"/>
              <a:gd name="connsiteX122669" fmla="*/ 358057 w 2119654"/>
              <a:gd name="connsiteY122669" fmla="*/ 747609 h 2398711"/>
              <a:gd name="connsiteX122670" fmla="*/ 349487 w 2119654"/>
              <a:gd name="connsiteY122670" fmla="*/ 745118 h 2398711"/>
              <a:gd name="connsiteX122671" fmla="*/ 349750 w 2119654"/>
              <a:gd name="connsiteY122671" fmla="*/ 745011 h 2398711"/>
              <a:gd name="connsiteX122672" fmla="*/ 357968 w 2119654"/>
              <a:gd name="connsiteY122672" fmla="*/ 747400 h 2398711"/>
              <a:gd name="connsiteX122673" fmla="*/ 353287 w 2119654"/>
              <a:gd name="connsiteY122673" fmla="*/ 736402 h 2398711"/>
              <a:gd name="connsiteX122674" fmla="*/ 478872 w 2119654"/>
              <a:gd name="connsiteY122674" fmla="*/ 445468 h 2398711"/>
              <a:gd name="connsiteX122675" fmla="*/ 490045 w 2119654"/>
              <a:gd name="connsiteY122675" fmla="*/ 490957 h 2398711"/>
              <a:gd name="connsiteX122676" fmla="*/ 501300 w 2119654"/>
              <a:gd name="connsiteY122676" fmla="*/ 499024 h 2398711"/>
              <a:gd name="connsiteX122677" fmla="*/ 506401 w 2119654"/>
              <a:gd name="connsiteY122677" fmla="*/ 500580 h 2398711"/>
              <a:gd name="connsiteX122678" fmla="*/ 505675 w 2119654"/>
              <a:gd name="connsiteY122678" fmla="*/ 483953 h 2398711"/>
              <a:gd name="connsiteX122679" fmla="*/ 496360 w 2119654"/>
              <a:gd name="connsiteY122679" fmla="*/ 476276 h 2398711"/>
              <a:gd name="connsiteX122680" fmla="*/ 496846 w 2119654"/>
              <a:gd name="connsiteY122680" fmla="*/ 476287 h 2398711"/>
              <a:gd name="connsiteX122681" fmla="*/ 505657 w 2119654"/>
              <a:gd name="connsiteY122681" fmla="*/ 483549 h 2398711"/>
              <a:gd name="connsiteX122682" fmla="*/ 504782 w 2119654"/>
              <a:gd name="connsiteY122682" fmla="*/ 463475 h 2398711"/>
              <a:gd name="connsiteX122683" fmla="*/ 484440 w 2119654"/>
              <a:gd name="connsiteY122683" fmla="*/ 449098 h 2398711"/>
              <a:gd name="connsiteX122684" fmla="*/ 377262 w 2119654"/>
              <a:gd name="connsiteY122684" fmla="*/ 672778 h 2398711"/>
              <a:gd name="connsiteX122685" fmla="*/ 377930 w 2119654"/>
              <a:gd name="connsiteY122685" fmla="*/ 674536 h 2398711"/>
              <a:gd name="connsiteX122686" fmla="*/ 377705 w 2119654"/>
              <a:gd name="connsiteY122686" fmla="*/ 673111 h 2398711"/>
              <a:gd name="connsiteX122687" fmla="*/ 314134 w 2119654"/>
              <a:gd name="connsiteY122687" fmla="*/ 813884 h 2398711"/>
              <a:gd name="connsiteX122688" fmla="*/ 314729 w 2119654"/>
              <a:gd name="connsiteY122688" fmla="*/ 818956 h 2398711"/>
              <a:gd name="connsiteX122689" fmla="*/ 316887 w 2119654"/>
              <a:gd name="connsiteY122689" fmla="*/ 824193 h 2398711"/>
              <a:gd name="connsiteX122690" fmla="*/ 317384 w 2119654"/>
              <a:gd name="connsiteY122690" fmla="*/ 817264 h 2398711"/>
              <a:gd name="connsiteX122691" fmla="*/ 315570 w 2119654"/>
              <a:gd name="connsiteY122691" fmla="*/ 814307 h 2398711"/>
              <a:gd name="connsiteX122692" fmla="*/ 390688 w 2119654"/>
              <a:gd name="connsiteY122692" fmla="*/ 642206 h 2398711"/>
              <a:gd name="connsiteX122693" fmla="*/ 395567 w 2119654"/>
              <a:gd name="connsiteY122693" fmla="*/ 650159 h 2398711"/>
              <a:gd name="connsiteX122694" fmla="*/ 398716 w 2119654"/>
              <a:gd name="connsiteY122694" fmla="*/ 650592 h 2398711"/>
              <a:gd name="connsiteX122695" fmla="*/ 396434 w 2119654"/>
              <a:gd name="connsiteY122695" fmla="*/ 644867 h 2398711"/>
              <a:gd name="connsiteX122696" fmla="*/ 396492 w 2119654"/>
              <a:gd name="connsiteY122696" fmla="*/ 644675 h 2398711"/>
              <a:gd name="connsiteX122697" fmla="*/ 211397 w 2119654"/>
              <a:gd name="connsiteY122697" fmla="*/ 1043492 h 2398711"/>
              <a:gd name="connsiteX122698" fmla="*/ 214674 w 2119654"/>
              <a:gd name="connsiteY122698" fmla="*/ 1049866 h 2398711"/>
              <a:gd name="connsiteX122699" fmla="*/ 226879 w 2119654"/>
              <a:gd name="connsiteY122699" fmla="*/ 1058351 h 2398711"/>
              <a:gd name="connsiteX122700" fmla="*/ 363015 w 2119654"/>
              <a:gd name="connsiteY122700" fmla="*/ 703952 h 2398711"/>
              <a:gd name="connsiteX122701" fmla="*/ 363680 w 2119654"/>
              <a:gd name="connsiteY122701" fmla="*/ 706795 h 2398711"/>
              <a:gd name="connsiteX122702" fmla="*/ 363788 w 2119654"/>
              <a:gd name="connsiteY122702" fmla="*/ 704192 h 2398711"/>
              <a:gd name="connsiteX122703" fmla="*/ 350958 w 2119654"/>
              <a:gd name="connsiteY122703" fmla="*/ 730763 h 2398711"/>
              <a:gd name="connsiteX122704" fmla="*/ 350536 w 2119654"/>
              <a:gd name="connsiteY122704" fmla="*/ 732921 h 2398711"/>
              <a:gd name="connsiteX122705" fmla="*/ 353112 w 2119654"/>
              <a:gd name="connsiteY122705" fmla="*/ 735992 h 2398711"/>
              <a:gd name="connsiteX122706" fmla="*/ 351546 w 2119654"/>
              <a:gd name="connsiteY122706" fmla="*/ 732312 h 2398711"/>
              <a:gd name="connsiteX122707" fmla="*/ 318950 w 2119654"/>
              <a:gd name="connsiteY122707" fmla="*/ 802363 h 2398711"/>
              <a:gd name="connsiteX122708" fmla="*/ 318721 w 2119654"/>
              <a:gd name="connsiteY122708" fmla="*/ 805578 h 2398711"/>
              <a:gd name="connsiteX122709" fmla="*/ 319333 w 2119654"/>
              <a:gd name="connsiteY122709" fmla="*/ 805937 h 2398711"/>
              <a:gd name="connsiteX122710" fmla="*/ 319411 w 2119654"/>
              <a:gd name="connsiteY122710" fmla="*/ 803494 h 2398711"/>
              <a:gd name="connsiteX122711" fmla="*/ 428639 w 2119654"/>
              <a:gd name="connsiteY122711" fmla="*/ 556423 h 2398711"/>
              <a:gd name="connsiteX122712" fmla="*/ 426152 w 2119654"/>
              <a:gd name="connsiteY122712" fmla="*/ 566895 h 2398711"/>
              <a:gd name="connsiteX122713" fmla="*/ 428068 w 2119654"/>
              <a:gd name="connsiteY122713" fmla="*/ 571397 h 2398711"/>
              <a:gd name="connsiteX122714" fmla="*/ 430573 w 2119654"/>
              <a:gd name="connsiteY122714" fmla="*/ 572916 h 2398711"/>
              <a:gd name="connsiteX122715" fmla="*/ 449891 w 2119654"/>
              <a:gd name="connsiteY122715" fmla="*/ 508798 h 2398711"/>
              <a:gd name="connsiteX122716" fmla="*/ 449891 w 2119654"/>
              <a:gd name="connsiteY122716" fmla="*/ 508808 h 2398711"/>
              <a:gd name="connsiteX122717" fmla="*/ 458132 w 2119654"/>
              <a:gd name="connsiteY122717" fmla="*/ 526648 h 2398711"/>
              <a:gd name="connsiteX122718" fmla="*/ 468157 w 2119654"/>
              <a:gd name="connsiteY122718" fmla="*/ 533029 h 2398711"/>
              <a:gd name="connsiteX122719" fmla="*/ 468041 w 2119654"/>
              <a:gd name="connsiteY122719" fmla="*/ 530348 h 2398711"/>
              <a:gd name="connsiteX122720" fmla="*/ 463781 w 2119654"/>
              <a:gd name="connsiteY122720" fmla="*/ 521125 h 2398711"/>
              <a:gd name="connsiteX122721" fmla="*/ 459944 w 2119654"/>
              <a:gd name="connsiteY122721" fmla="*/ 511867 h 2398711"/>
              <a:gd name="connsiteX122722" fmla="*/ 373439 w 2119654"/>
              <a:gd name="connsiteY122722" fmla="*/ 679748 h 2398711"/>
              <a:gd name="connsiteX122723" fmla="*/ 375109 w 2119654"/>
              <a:gd name="connsiteY122723" fmla="*/ 695094 h 2398711"/>
              <a:gd name="connsiteX122724" fmla="*/ 375308 w 2119654"/>
              <a:gd name="connsiteY122724" fmla="*/ 688813 h 2398711"/>
              <a:gd name="connsiteX122725" fmla="*/ 375915 w 2119654"/>
              <a:gd name="connsiteY122725" fmla="*/ 680382 h 2398711"/>
              <a:gd name="connsiteX122726" fmla="*/ 401848 w 2119654"/>
              <a:gd name="connsiteY122726" fmla="*/ 615860 h 2398711"/>
              <a:gd name="connsiteX122727" fmla="*/ 402034 w 2119654"/>
              <a:gd name="connsiteY122727" fmla="*/ 622036 h 2398711"/>
              <a:gd name="connsiteX122728" fmla="*/ 402906 w 2119654"/>
              <a:gd name="connsiteY122728" fmla="*/ 626317 h 2398711"/>
              <a:gd name="connsiteX122729" fmla="*/ 406596 w 2119654"/>
              <a:gd name="connsiteY122729" fmla="*/ 628476 h 2398711"/>
              <a:gd name="connsiteX122730" fmla="*/ 405835 w 2119654"/>
              <a:gd name="connsiteY122730" fmla="*/ 617603 h 2398711"/>
              <a:gd name="connsiteX122731" fmla="*/ 422774 w 2119654"/>
              <a:gd name="connsiteY122731" fmla="*/ 568969 h 2398711"/>
              <a:gd name="connsiteX122732" fmla="*/ 424242 w 2119654"/>
              <a:gd name="connsiteY122732" fmla="*/ 572036 h 2398711"/>
              <a:gd name="connsiteX122733" fmla="*/ 424694 w 2119654"/>
              <a:gd name="connsiteY122733" fmla="*/ 570133 h 2398711"/>
              <a:gd name="connsiteX122734" fmla="*/ 340702 w 2119654"/>
              <a:gd name="connsiteY122734" fmla="*/ 752554 h 2398711"/>
              <a:gd name="connsiteX122735" fmla="*/ 341106 w 2119654"/>
              <a:gd name="connsiteY122735" fmla="*/ 755044 h 2398711"/>
              <a:gd name="connsiteX122736" fmla="*/ 341773 w 2119654"/>
              <a:gd name="connsiteY122736" fmla="*/ 755247 h 2398711"/>
              <a:gd name="connsiteX122737" fmla="*/ 341486 w 2119654"/>
              <a:gd name="connsiteY122737" fmla="*/ 752784 h 2398711"/>
              <a:gd name="connsiteX122738" fmla="*/ 224810 w 2119654"/>
              <a:gd name="connsiteY122738" fmla="*/ 1011976 h 2398711"/>
              <a:gd name="connsiteX122739" fmla="*/ 227031 w 2119654"/>
              <a:gd name="connsiteY122739" fmla="*/ 1014755 h 2398711"/>
              <a:gd name="connsiteX122740" fmla="*/ 226984 w 2119654"/>
              <a:gd name="connsiteY122740" fmla="*/ 1014525 h 2398711"/>
              <a:gd name="connsiteX122741" fmla="*/ 377195 w 2119654"/>
              <a:gd name="connsiteY122741" fmla="*/ 670586 h 2398711"/>
              <a:gd name="connsiteX122742" fmla="*/ 377144 w 2119654"/>
              <a:gd name="connsiteY122742" fmla="*/ 672200 h 2398711"/>
              <a:gd name="connsiteX122743" fmla="*/ 377619 w 2119654"/>
              <a:gd name="connsiteY122743" fmla="*/ 672557 h 2398711"/>
              <a:gd name="connsiteX122744" fmla="*/ 377309 w 2119654"/>
              <a:gd name="connsiteY122744" fmla="*/ 670592 h 2398711"/>
              <a:gd name="connsiteX122745" fmla="*/ 474608 w 2119654"/>
              <a:gd name="connsiteY122745" fmla="*/ 452115 h 2398711"/>
              <a:gd name="connsiteX122746" fmla="*/ 472714 w 2119654"/>
              <a:gd name="connsiteY122746" fmla="*/ 478536 h 2398711"/>
              <a:gd name="connsiteX122747" fmla="*/ 483309 w 2119654"/>
              <a:gd name="connsiteY122747" fmla="*/ 486129 h 2398711"/>
              <a:gd name="connsiteX122748" fmla="*/ 481887 w 2119654"/>
              <a:gd name="connsiteY122748" fmla="*/ 481749 h 2398711"/>
              <a:gd name="connsiteX122749" fmla="*/ 331297 w 2119654"/>
              <a:gd name="connsiteY122749" fmla="*/ 772643 h 2398711"/>
              <a:gd name="connsiteX122750" fmla="*/ 331984 w 2119654"/>
              <a:gd name="connsiteY122750" fmla="*/ 776263 h 2398711"/>
              <a:gd name="connsiteX122751" fmla="*/ 333275 w 2119654"/>
              <a:gd name="connsiteY122751" fmla="*/ 780174 h 2398711"/>
              <a:gd name="connsiteX122752" fmla="*/ 337350 w 2119654"/>
              <a:gd name="connsiteY122752" fmla="*/ 787994 h 2398711"/>
              <a:gd name="connsiteX122753" fmla="*/ 338279 w 2119654"/>
              <a:gd name="connsiteY122753" fmla="*/ 783248 h 2398711"/>
              <a:gd name="connsiteX122754" fmla="*/ 386316 w 2119654"/>
              <a:gd name="connsiteY122754" fmla="*/ 649291 h 2398711"/>
              <a:gd name="connsiteX122755" fmla="*/ 387886 w 2119654"/>
              <a:gd name="connsiteY122755" fmla="*/ 650587 h 2398711"/>
              <a:gd name="connsiteX122756" fmla="*/ 387622 w 2119654"/>
              <a:gd name="connsiteY122756" fmla="*/ 649470 h 2398711"/>
              <a:gd name="connsiteX122757" fmla="*/ 315247 w 2119654"/>
              <a:gd name="connsiteY122757" fmla="*/ 808263 h 2398711"/>
              <a:gd name="connsiteX122758" fmla="*/ 315786 w 2119654"/>
              <a:gd name="connsiteY122758" fmla="*/ 809646 h 2398711"/>
              <a:gd name="connsiteX122759" fmla="*/ 317481 w 2119654"/>
              <a:gd name="connsiteY122759" fmla="*/ 810146 h 2398711"/>
              <a:gd name="connsiteX122760" fmla="*/ 316479 w 2119654"/>
              <a:gd name="connsiteY122760" fmla="*/ 808983 h 2398711"/>
              <a:gd name="connsiteX122761" fmla="*/ 299548 w 2119654"/>
              <a:gd name="connsiteY122761" fmla="*/ 843174 h 2398711"/>
              <a:gd name="connsiteX122762" fmla="*/ 299639 w 2119654"/>
              <a:gd name="connsiteY122762" fmla="*/ 843781 h 2398711"/>
              <a:gd name="connsiteX122763" fmla="*/ 301665 w 2119654"/>
              <a:gd name="connsiteY122763" fmla="*/ 849089 h 2398711"/>
              <a:gd name="connsiteX122764" fmla="*/ 302135 w 2119654"/>
              <a:gd name="connsiteY122764" fmla="*/ 850092 h 2398711"/>
              <a:gd name="connsiteX122765" fmla="*/ 302084 w 2119654"/>
              <a:gd name="connsiteY122765" fmla="*/ 849747 h 2398711"/>
              <a:gd name="connsiteX122766" fmla="*/ 305006 w 2119654"/>
              <a:gd name="connsiteY122766" fmla="*/ 852032 h 2398711"/>
              <a:gd name="connsiteX122767" fmla="*/ 302525 w 2119654"/>
              <a:gd name="connsiteY122767" fmla="*/ 843331 h 2398711"/>
              <a:gd name="connsiteX122768" fmla="*/ 89635 w 2119654"/>
              <a:gd name="connsiteY122768" fmla="*/ 1313038 h 2398711"/>
              <a:gd name="connsiteX122769" fmla="*/ 120366 w 2119654"/>
              <a:gd name="connsiteY122769" fmla="*/ 1371751 h 2398711"/>
              <a:gd name="connsiteX122770" fmla="*/ 123237 w 2119654"/>
              <a:gd name="connsiteY122770" fmla="*/ 1375684 h 2398711"/>
              <a:gd name="connsiteX122771" fmla="*/ 146436 w 2119654"/>
              <a:gd name="connsiteY122771" fmla="*/ 1406597 h 2398711"/>
              <a:gd name="connsiteX122772" fmla="*/ 151470 w 2119654"/>
              <a:gd name="connsiteY122772" fmla="*/ 1410832 h 2398711"/>
              <a:gd name="connsiteX122773" fmla="*/ 151470 w 2119654"/>
              <a:gd name="connsiteY122773" fmla="*/ 1410807 h 2398711"/>
              <a:gd name="connsiteX122774" fmla="*/ 151519 w 2119654"/>
              <a:gd name="connsiteY122774" fmla="*/ 1410873 h 2398711"/>
              <a:gd name="connsiteX122775" fmla="*/ 168575 w 2119654"/>
              <a:gd name="connsiteY122775" fmla="*/ 1425222 h 2398711"/>
              <a:gd name="connsiteX122776" fmla="*/ 203448 w 2119654"/>
              <a:gd name="connsiteY122776" fmla="*/ 1447831 h 2398711"/>
              <a:gd name="connsiteX122777" fmla="*/ 200948 w 2119654"/>
              <a:gd name="connsiteY122777" fmla="*/ 1443486 h 2398711"/>
              <a:gd name="connsiteX122778" fmla="*/ 189549 w 2119654"/>
              <a:gd name="connsiteY122778" fmla="*/ 1436762 h 2398711"/>
              <a:gd name="connsiteX122779" fmla="*/ 188949 w 2119654"/>
              <a:gd name="connsiteY122779" fmla="*/ 1436532 h 2398711"/>
              <a:gd name="connsiteX122780" fmla="*/ 188866 w 2119654"/>
              <a:gd name="connsiteY122780" fmla="*/ 1436359 h 2398711"/>
              <a:gd name="connsiteX122781" fmla="*/ 184723 w 2119654"/>
              <a:gd name="connsiteY122781" fmla="*/ 1433915 h 2398711"/>
              <a:gd name="connsiteX122782" fmla="*/ 184626 w 2119654"/>
              <a:gd name="connsiteY122782" fmla="*/ 1433576 h 2398711"/>
              <a:gd name="connsiteX122783" fmla="*/ 189469 w 2119654"/>
              <a:gd name="connsiteY122783" fmla="*/ 1436433 h 2398711"/>
              <a:gd name="connsiteX122784" fmla="*/ 198987 w 2119654"/>
              <a:gd name="connsiteY122784" fmla="*/ 1440077 h 2398711"/>
              <a:gd name="connsiteX122785" fmla="*/ 196418 w 2119654"/>
              <a:gd name="connsiteY122785" fmla="*/ 1435615 h 2398711"/>
              <a:gd name="connsiteX122786" fmla="*/ 190470 w 2119654"/>
              <a:gd name="connsiteY122786" fmla="*/ 1424250 h 2398711"/>
              <a:gd name="connsiteX122787" fmla="*/ 185600 w 2119654"/>
              <a:gd name="connsiteY122787" fmla="*/ 1420733 h 2398711"/>
              <a:gd name="connsiteX122788" fmla="*/ 185532 w 2119654"/>
              <a:gd name="connsiteY122788" fmla="*/ 1420372 h 2398711"/>
              <a:gd name="connsiteX122789" fmla="*/ 190207 w 2119654"/>
              <a:gd name="connsiteY122789" fmla="*/ 1423748 h 2398711"/>
              <a:gd name="connsiteX122790" fmla="*/ 178678 w 2119654"/>
              <a:gd name="connsiteY122790" fmla="*/ 1401721 h 2398711"/>
              <a:gd name="connsiteX122791" fmla="*/ 171424 w 2119654"/>
              <a:gd name="connsiteY122791" fmla="*/ 1392388 h 2398711"/>
              <a:gd name="connsiteX122792" fmla="*/ 169650 w 2119654"/>
              <a:gd name="connsiteY122792" fmla="*/ 1391234 h 2398711"/>
              <a:gd name="connsiteX122793" fmla="*/ 120032 w 2119654"/>
              <a:gd name="connsiteY122793" fmla="*/ 1357941 h 2398711"/>
              <a:gd name="connsiteX122794" fmla="*/ 119935 w 2119654"/>
              <a:gd name="connsiteY122794" fmla="*/ 1357509 h 2398711"/>
              <a:gd name="connsiteX122795" fmla="*/ 147395 w 2119654"/>
              <a:gd name="connsiteY122795" fmla="*/ 1375932 h 2398711"/>
              <a:gd name="connsiteX122796" fmla="*/ 170052 w 2119654"/>
              <a:gd name="connsiteY122796" fmla="*/ 1390622 h 2398711"/>
              <a:gd name="connsiteX122797" fmla="*/ 160338 w 2119654"/>
              <a:gd name="connsiteY122797" fmla="*/ 1378124 h 2398711"/>
              <a:gd name="connsiteX122798" fmla="*/ 114231 w 2119654"/>
              <a:gd name="connsiteY122798" fmla="*/ 1336080 h 2398711"/>
              <a:gd name="connsiteX122799" fmla="*/ 389797 w 2119654"/>
              <a:gd name="connsiteY122799" fmla="*/ 640751 h 2398711"/>
              <a:gd name="connsiteX122800" fmla="*/ 390395 w 2119654"/>
              <a:gd name="connsiteY122800" fmla="*/ 641729 h 2398711"/>
              <a:gd name="connsiteX122801" fmla="*/ 402482 w 2119654"/>
              <a:gd name="connsiteY122801" fmla="*/ 646871 h 2398711"/>
              <a:gd name="connsiteX122802" fmla="*/ 402480 w 2119654"/>
              <a:gd name="connsiteY122802" fmla="*/ 646814 h 2398711"/>
              <a:gd name="connsiteX122803" fmla="*/ 376414 w 2119654"/>
              <a:gd name="connsiteY122803" fmla="*/ 670544 h 2398711"/>
              <a:gd name="connsiteX122804" fmla="*/ 376586 w 2119654"/>
              <a:gd name="connsiteY122804" fmla="*/ 670998 h 2398711"/>
              <a:gd name="connsiteX122805" fmla="*/ 376619 w 2119654"/>
              <a:gd name="connsiteY122805" fmla="*/ 670556 h 2398711"/>
              <a:gd name="connsiteX122806" fmla="*/ 208509 w 2119654"/>
              <a:gd name="connsiteY122806" fmla="*/ 1046119 h 2398711"/>
              <a:gd name="connsiteX122807" fmla="*/ 210083 w 2119654"/>
              <a:gd name="connsiteY122807" fmla="*/ 1052924 h 2398711"/>
              <a:gd name="connsiteX122808" fmla="*/ 222697 w 2119654"/>
              <a:gd name="connsiteY122808" fmla="*/ 1067370 h 2398711"/>
              <a:gd name="connsiteX122809" fmla="*/ 222985 w 2119654"/>
              <a:gd name="connsiteY122809" fmla="*/ 1067694 h 2398711"/>
              <a:gd name="connsiteX122810" fmla="*/ 213830 w 2119654"/>
              <a:gd name="connsiteY122810" fmla="*/ 1049891 h 2398711"/>
              <a:gd name="connsiteX122811" fmla="*/ 212017 w 2119654"/>
              <a:gd name="connsiteY122811" fmla="*/ 1048631 h 2398711"/>
              <a:gd name="connsiteX122812" fmla="*/ 341387 w 2119654"/>
              <a:gd name="connsiteY122812" fmla="*/ 748560 h 2398711"/>
              <a:gd name="connsiteX122813" fmla="*/ 341401 w 2119654"/>
              <a:gd name="connsiteY122813" fmla="*/ 748684 h 2398711"/>
              <a:gd name="connsiteX122814" fmla="*/ 343166 w 2119654"/>
              <a:gd name="connsiteY122814" fmla="*/ 749755 h 2398711"/>
              <a:gd name="connsiteX122815" fmla="*/ 343939 w 2119654"/>
              <a:gd name="connsiteY122815" fmla="*/ 749982 h 2398711"/>
              <a:gd name="connsiteX122816" fmla="*/ 343933 w 2119654"/>
              <a:gd name="connsiteY122816" fmla="*/ 749354 h 2398711"/>
              <a:gd name="connsiteX122817" fmla="*/ 312433 w 2119654"/>
              <a:gd name="connsiteY122817" fmla="*/ 813383 h 2398711"/>
              <a:gd name="connsiteX122818" fmla="*/ 314161 w 2119654"/>
              <a:gd name="connsiteY122818" fmla="*/ 817576 h 2398711"/>
              <a:gd name="connsiteX122819" fmla="*/ 313713 w 2119654"/>
              <a:gd name="connsiteY122819" fmla="*/ 813760 h 2398711"/>
              <a:gd name="connsiteX122820" fmla="*/ 400671 w 2119654"/>
              <a:gd name="connsiteY122820" fmla="*/ 615347 h 2398711"/>
              <a:gd name="connsiteX122821" fmla="*/ 401680 w 2119654"/>
              <a:gd name="connsiteY122821" fmla="*/ 620300 h 2398711"/>
              <a:gd name="connsiteX122822" fmla="*/ 401543 w 2119654"/>
              <a:gd name="connsiteY122822" fmla="*/ 615728 h 2398711"/>
              <a:gd name="connsiteX122823" fmla="*/ 365072 w 2119654"/>
              <a:gd name="connsiteY122823" fmla="*/ 694857 h 2398711"/>
              <a:gd name="connsiteX122824" fmla="*/ 364802 w 2119654"/>
              <a:gd name="connsiteY122824" fmla="*/ 701428 h 2398711"/>
              <a:gd name="connsiteX122825" fmla="*/ 366583 w 2119654"/>
              <a:gd name="connsiteY122825" fmla="*/ 704480 h 2398711"/>
              <a:gd name="connsiteX122826" fmla="*/ 369238 w 2119654"/>
              <a:gd name="connsiteY122826" fmla="*/ 705308 h 2398711"/>
              <a:gd name="connsiteX122827" fmla="*/ 365151 w 2119654"/>
              <a:gd name="connsiteY122827" fmla="*/ 693964 h 2398711"/>
              <a:gd name="connsiteX122828" fmla="*/ 367291 w 2119654"/>
              <a:gd name="connsiteY122828" fmla="*/ 699331 h 2398711"/>
              <a:gd name="connsiteX122829" fmla="*/ 369846 w 2119654"/>
              <a:gd name="connsiteY122829" fmla="*/ 705497 h 2398711"/>
              <a:gd name="connsiteX122830" fmla="*/ 370964 w 2119654"/>
              <a:gd name="connsiteY122830" fmla="*/ 705845 h 2398711"/>
              <a:gd name="connsiteX122831" fmla="*/ 369378 w 2119654"/>
              <a:gd name="connsiteY122831" fmla="*/ 698419 h 2398711"/>
              <a:gd name="connsiteX122832" fmla="*/ 366715 w 2119654"/>
              <a:gd name="connsiteY122832" fmla="*/ 694441 h 2398711"/>
              <a:gd name="connsiteX122833" fmla="*/ 352950 w 2119654"/>
              <a:gd name="connsiteY122833" fmla="*/ 720582 h 2398711"/>
              <a:gd name="connsiteX122834" fmla="*/ 351196 w 2119654"/>
              <a:gd name="connsiteY122834" fmla="*/ 729545 h 2398711"/>
              <a:gd name="connsiteX122835" fmla="*/ 354791 w 2119654"/>
              <a:gd name="connsiteY122835" fmla="*/ 737989 h 2398711"/>
              <a:gd name="connsiteX122836" fmla="*/ 361062 w 2119654"/>
              <a:gd name="connsiteY122836" fmla="*/ 745259 h 2398711"/>
              <a:gd name="connsiteX122837" fmla="*/ 298177 w 2119654"/>
              <a:gd name="connsiteY122837" fmla="*/ 843100 h 2398711"/>
              <a:gd name="connsiteX122838" fmla="*/ 298993 w 2119654"/>
              <a:gd name="connsiteY122838" fmla="*/ 846418 h 2398711"/>
              <a:gd name="connsiteX122839" fmla="*/ 298537 w 2119654"/>
              <a:gd name="connsiteY122839" fmla="*/ 843779 h 2398711"/>
              <a:gd name="connsiteX122840" fmla="*/ 298280 w 2119654"/>
              <a:gd name="connsiteY122840" fmla="*/ 843106 h 2398711"/>
              <a:gd name="connsiteX122841" fmla="*/ 158742 w 2119654"/>
              <a:gd name="connsiteY122841" fmla="*/ 1155191 h 2398711"/>
              <a:gd name="connsiteX122842" fmla="*/ 170766 w 2119654"/>
              <a:gd name="connsiteY122842" fmla="*/ 1190892 h 2398711"/>
              <a:gd name="connsiteX122843" fmla="*/ 185272 w 2119654"/>
              <a:gd name="connsiteY122843" fmla="*/ 1213607 h 2398711"/>
              <a:gd name="connsiteX122844" fmla="*/ 190307 w 2119654"/>
              <a:gd name="connsiteY122844" fmla="*/ 1220628 h 2398711"/>
              <a:gd name="connsiteX122845" fmla="*/ 186490 w 2119654"/>
              <a:gd name="connsiteY122845" fmla="*/ 1214322 h 2398711"/>
              <a:gd name="connsiteX122846" fmla="*/ 186519 w 2119654"/>
              <a:gd name="connsiteY122846" fmla="*/ 1214091 h 2398711"/>
              <a:gd name="connsiteX122847" fmla="*/ 191395 w 2119654"/>
              <a:gd name="connsiteY122847" fmla="*/ 1222145 h 2398711"/>
              <a:gd name="connsiteX122848" fmla="*/ 204157 w 2119654"/>
              <a:gd name="connsiteY122848" fmla="*/ 1239943 h 2398711"/>
              <a:gd name="connsiteX122849" fmla="*/ 208397 w 2119654"/>
              <a:gd name="connsiteY122849" fmla="*/ 1243351 h 2398711"/>
              <a:gd name="connsiteX122850" fmla="*/ 205994 w 2119654"/>
              <a:gd name="connsiteY122850" fmla="*/ 1238676 h 2398711"/>
              <a:gd name="connsiteX122851" fmla="*/ 204329 w 2119654"/>
              <a:gd name="connsiteY122851" fmla="*/ 1237717 h 2398711"/>
              <a:gd name="connsiteX122852" fmla="*/ 204213 w 2119654"/>
              <a:gd name="connsiteY122852" fmla="*/ 1237328 h 2398711"/>
              <a:gd name="connsiteX122853" fmla="*/ 205758 w 2119654"/>
              <a:gd name="connsiteY122853" fmla="*/ 1238219 h 2398711"/>
              <a:gd name="connsiteX122854" fmla="*/ 197868 w 2119654"/>
              <a:gd name="connsiteY122854" fmla="*/ 1222876 h 2398711"/>
              <a:gd name="connsiteX122855" fmla="*/ 186657 w 2119654"/>
              <a:gd name="connsiteY122855" fmla="*/ 1212756 h 2398711"/>
              <a:gd name="connsiteX122856" fmla="*/ 186611 w 2119654"/>
              <a:gd name="connsiteY122856" fmla="*/ 1212163 h 2398711"/>
              <a:gd name="connsiteX122857" fmla="*/ 197339 w 2119654"/>
              <a:gd name="connsiteY122857" fmla="*/ 1221847 h 2398711"/>
              <a:gd name="connsiteX122858" fmla="*/ 193994 w 2119654"/>
              <a:gd name="connsiteY122858" fmla="*/ 1215342 h 2398711"/>
              <a:gd name="connsiteX122859" fmla="*/ 177873 w 2119654"/>
              <a:gd name="connsiteY122859" fmla="*/ 1180652 h 2398711"/>
              <a:gd name="connsiteX122860" fmla="*/ 330276 w 2119654"/>
              <a:gd name="connsiteY122860" fmla="*/ 771093 h 2398711"/>
              <a:gd name="connsiteX122861" fmla="*/ 331262 w 2119654"/>
              <a:gd name="connsiteY122861" fmla="*/ 774082 h 2398711"/>
              <a:gd name="connsiteX122862" fmla="*/ 330866 w 2119654"/>
              <a:gd name="connsiteY122862" fmla="*/ 771988 h 2398711"/>
              <a:gd name="connsiteX122863" fmla="*/ 447512 w 2119654"/>
              <a:gd name="connsiteY122863" fmla="*/ 508072 h 2398711"/>
              <a:gd name="connsiteX122864" fmla="*/ 448050 w 2119654"/>
              <a:gd name="connsiteY122864" fmla="*/ 520403 h 2398711"/>
              <a:gd name="connsiteX122865" fmla="*/ 448494 w 2119654"/>
              <a:gd name="connsiteY122865" fmla="*/ 520641 h 2398711"/>
              <a:gd name="connsiteX122866" fmla="*/ 448838 w 2119654"/>
              <a:gd name="connsiteY122866" fmla="*/ 509814 h 2398711"/>
              <a:gd name="connsiteX122867" fmla="*/ 448118 w 2119654"/>
              <a:gd name="connsiteY122867" fmla="*/ 508257 h 2398711"/>
              <a:gd name="connsiteX122868" fmla="*/ 411173 w 2119654"/>
              <a:gd name="connsiteY122868" fmla="*/ 589237 h 2398711"/>
              <a:gd name="connsiteX122869" fmla="*/ 410862 w 2119654"/>
              <a:gd name="connsiteY122869" fmla="*/ 594942 h 2398711"/>
              <a:gd name="connsiteX122870" fmla="*/ 415964 w 2119654"/>
              <a:gd name="connsiteY122870" fmla="*/ 604848 h 2398711"/>
              <a:gd name="connsiteX122871" fmla="*/ 416409 w 2119654"/>
              <a:gd name="connsiteY122871" fmla="*/ 605022 h 2398711"/>
              <a:gd name="connsiteX122872" fmla="*/ 418549 w 2119654"/>
              <a:gd name="connsiteY122872" fmla="*/ 596010 h 2398711"/>
              <a:gd name="connsiteX122873" fmla="*/ 417545 w 2119654"/>
              <a:gd name="connsiteY122873" fmla="*/ 591076 h 2398711"/>
              <a:gd name="connsiteX122874" fmla="*/ 365184 w 2119654"/>
              <a:gd name="connsiteY122874" fmla="*/ 692156 h 2398711"/>
              <a:gd name="connsiteX122875" fmla="*/ 365133 w 2119654"/>
              <a:gd name="connsiteY122875" fmla="*/ 693384 h 2398711"/>
              <a:gd name="connsiteX122876" fmla="*/ 366218 w 2119654"/>
              <a:gd name="connsiteY122876" fmla="*/ 693700 h 2398711"/>
              <a:gd name="connsiteX122877" fmla="*/ 239377 w 2119654"/>
              <a:gd name="connsiteY122877" fmla="*/ 973841 h 2398711"/>
              <a:gd name="connsiteX122878" fmla="*/ 244933 w 2119654"/>
              <a:gd name="connsiteY122878" fmla="*/ 993328 h 2398711"/>
              <a:gd name="connsiteX122879" fmla="*/ 252070 w 2119654"/>
              <a:gd name="connsiteY122879" fmla="*/ 1002787 h 2398711"/>
              <a:gd name="connsiteX122880" fmla="*/ 245560 w 2119654"/>
              <a:gd name="connsiteY122880" fmla="*/ 986901 h 2398711"/>
              <a:gd name="connsiteX122881" fmla="*/ 244005 w 2119654"/>
              <a:gd name="connsiteY122881" fmla="*/ 983556 h 2398711"/>
              <a:gd name="connsiteX122882" fmla="*/ 239945 w 2119654"/>
              <a:gd name="connsiteY122882" fmla="*/ 974505 h 2398711"/>
              <a:gd name="connsiteX122883" fmla="*/ 374834 w 2119654"/>
              <a:gd name="connsiteY122883" fmla="*/ 670461 h 2398711"/>
              <a:gd name="connsiteX122884" fmla="*/ 376283 w 2119654"/>
              <a:gd name="connsiteY122884" fmla="*/ 671551 h 2398711"/>
              <a:gd name="connsiteX122885" fmla="*/ 375906 w 2119654"/>
              <a:gd name="connsiteY122885" fmla="*/ 670518 h 2398711"/>
              <a:gd name="connsiteX122886" fmla="*/ 297995 w 2119654"/>
              <a:gd name="connsiteY122886" fmla="*/ 842358 h 2398711"/>
              <a:gd name="connsiteX122887" fmla="*/ 298062 w 2119654"/>
              <a:gd name="connsiteY122887" fmla="*/ 842632 h 2398711"/>
              <a:gd name="connsiteX122888" fmla="*/ 298101 w 2119654"/>
              <a:gd name="connsiteY122888" fmla="*/ 842633 h 2398711"/>
              <a:gd name="connsiteX122889" fmla="*/ 167122 w 2119654"/>
              <a:gd name="connsiteY122889" fmla="*/ 1135134 h 2398711"/>
              <a:gd name="connsiteX122890" fmla="*/ 192134 w 2119654"/>
              <a:gd name="connsiteY122890" fmla="*/ 1172067 h 2398711"/>
              <a:gd name="connsiteX122891" fmla="*/ 195633 w 2119654"/>
              <a:gd name="connsiteY122891" fmla="*/ 1174415 h 2398711"/>
              <a:gd name="connsiteX122892" fmla="*/ 194959 w 2119654"/>
              <a:gd name="connsiteY122892" fmla="*/ 1172367 h 2398711"/>
              <a:gd name="connsiteX122893" fmla="*/ 194521 w 2119654"/>
              <a:gd name="connsiteY122893" fmla="*/ 1171338 h 2398711"/>
              <a:gd name="connsiteX122894" fmla="*/ 192614 w 2119654"/>
              <a:gd name="connsiteY122894" fmla="*/ 1166684 h 2398711"/>
              <a:gd name="connsiteX122895" fmla="*/ 182613 w 2119654"/>
              <a:gd name="connsiteY122895" fmla="*/ 1155653 h 2398711"/>
              <a:gd name="connsiteX122896" fmla="*/ 182623 w 2119654"/>
              <a:gd name="connsiteY122896" fmla="*/ 1155160 h 2398711"/>
              <a:gd name="connsiteX122897" fmla="*/ 192236 w 2119654"/>
              <a:gd name="connsiteY122897" fmla="*/ 1165761 h 2398711"/>
              <a:gd name="connsiteX122898" fmla="*/ 187338 w 2119654"/>
              <a:gd name="connsiteY122898" fmla="*/ 1153809 h 2398711"/>
              <a:gd name="connsiteX122899" fmla="*/ 176709 w 2119654"/>
              <a:gd name="connsiteY122899" fmla="*/ 1144117 h 2398711"/>
              <a:gd name="connsiteX122900" fmla="*/ 408314 w 2119654"/>
              <a:gd name="connsiteY122900" fmla="*/ 594755 h 2398711"/>
              <a:gd name="connsiteX122901" fmla="*/ 408752 w 2119654"/>
              <a:gd name="connsiteY122901" fmla="*/ 598503 h 2398711"/>
              <a:gd name="connsiteX122902" fmla="*/ 409339 w 2119654"/>
              <a:gd name="connsiteY122902" fmla="*/ 602235 h 2398711"/>
              <a:gd name="connsiteX122903" fmla="*/ 409537 w 2119654"/>
              <a:gd name="connsiteY122903" fmla="*/ 602018 h 2398711"/>
              <a:gd name="connsiteX122904" fmla="*/ 409515 w 2119654"/>
              <a:gd name="connsiteY122904" fmla="*/ 602332 h 2398711"/>
              <a:gd name="connsiteX122905" fmla="*/ 410142 w 2119654"/>
              <a:gd name="connsiteY122905" fmla="*/ 602577 h 2398711"/>
              <a:gd name="connsiteX122906" fmla="*/ 410353 w 2119654"/>
              <a:gd name="connsiteY122906" fmla="*/ 598713 h 2398711"/>
              <a:gd name="connsiteX122907" fmla="*/ 432307 w 2119654"/>
              <a:gd name="connsiteY122907" fmla="*/ 540976 h 2398711"/>
              <a:gd name="connsiteX122908" fmla="*/ 428797 w 2119654"/>
              <a:gd name="connsiteY122908" fmla="*/ 555755 h 2398711"/>
              <a:gd name="connsiteX122909" fmla="*/ 429948 w 2119654"/>
              <a:gd name="connsiteY122909" fmla="*/ 565572 h 2398711"/>
              <a:gd name="connsiteX122910" fmla="*/ 430938 w 2119654"/>
              <a:gd name="connsiteY122910" fmla="*/ 573138 h 2398711"/>
              <a:gd name="connsiteX122911" fmla="*/ 443793 w 2119654"/>
              <a:gd name="connsiteY122911" fmla="*/ 580937 h 2398711"/>
              <a:gd name="connsiteX122912" fmla="*/ 440603 w 2119654"/>
              <a:gd name="connsiteY122912" fmla="*/ 569807 h 2398711"/>
              <a:gd name="connsiteX122913" fmla="*/ 440786 w 2119654"/>
              <a:gd name="connsiteY122913" fmla="*/ 569355 h 2398711"/>
              <a:gd name="connsiteX122914" fmla="*/ 444172 w 2119654"/>
              <a:gd name="connsiteY122914" fmla="*/ 581168 h 2398711"/>
              <a:gd name="connsiteX122915" fmla="*/ 450262 w 2119654"/>
              <a:gd name="connsiteY122915" fmla="*/ 584862 h 2398711"/>
              <a:gd name="connsiteX122916" fmla="*/ 449707 w 2119654"/>
              <a:gd name="connsiteY122916" fmla="*/ 578237 h 2398711"/>
              <a:gd name="connsiteX122917" fmla="*/ 449106 w 2119654"/>
              <a:gd name="connsiteY122917" fmla="*/ 576990 h 2398711"/>
              <a:gd name="connsiteX122918" fmla="*/ 447458 w 2119654"/>
              <a:gd name="connsiteY122918" fmla="*/ 506830 h 2398711"/>
              <a:gd name="connsiteX122919" fmla="*/ 447482 w 2119654"/>
              <a:gd name="connsiteY122919" fmla="*/ 507363 h 2398711"/>
              <a:gd name="connsiteX122920" fmla="*/ 447741 w 2119654"/>
              <a:gd name="connsiteY122920" fmla="*/ 507441 h 2398711"/>
              <a:gd name="connsiteX122921" fmla="*/ 370515 w 2119654"/>
              <a:gd name="connsiteY122921" fmla="*/ 679002 h 2398711"/>
              <a:gd name="connsiteX122922" fmla="*/ 373652 w 2119654"/>
              <a:gd name="connsiteY122922" fmla="*/ 695861 h 2398711"/>
              <a:gd name="connsiteX122923" fmla="*/ 373766 w 2119654"/>
              <a:gd name="connsiteY122923" fmla="*/ 695894 h 2398711"/>
              <a:gd name="connsiteX122924" fmla="*/ 374699 w 2119654"/>
              <a:gd name="connsiteY122924" fmla="*/ 696179 h 2398711"/>
              <a:gd name="connsiteX122925" fmla="*/ 372895 w 2119654"/>
              <a:gd name="connsiteY122925" fmla="*/ 679609 h 2398711"/>
              <a:gd name="connsiteX122926" fmla="*/ 296572 w 2119654"/>
              <a:gd name="connsiteY122926" fmla="*/ 844264 h 2398711"/>
              <a:gd name="connsiteX122927" fmla="*/ 299640 w 2119654"/>
              <a:gd name="connsiteY122927" fmla="*/ 868543 h 2398711"/>
              <a:gd name="connsiteX122928" fmla="*/ 301719 w 2119654"/>
              <a:gd name="connsiteY122928" fmla="*/ 869006 h 2398711"/>
              <a:gd name="connsiteX122929" fmla="*/ 301725 w 2119654"/>
              <a:gd name="connsiteY122929" fmla="*/ 868963 h 2398711"/>
              <a:gd name="connsiteX122930" fmla="*/ 301756 w 2119654"/>
              <a:gd name="connsiteY122930" fmla="*/ 869015 h 2398711"/>
              <a:gd name="connsiteX122931" fmla="*/ 302388 w 2119654"/>
              <a:gd name="connsiteY122931" fmla="*/ 869155 h 2398711"/>
              <a:gd name="connsiteX122932" fmla="*/ 299765 w 2119654"/>
              <a:gd name="connsiteY122932" fmla="*/ 851584 h 2398711"/>
              <a:gd name="connsiteX122933" fmla="*/ 299175 w 2119654"/>
              <a:gd name="connsiteY122933" fmla="*/ 849178 h 2398711"/>
              <a:gd name="connsiteX122934" fmla="*/ 198298 w 2119654"/>
              <a:gd name="connsiteY122934" fmla="*/ 1064242 h 2398711"/>
              <a:gd name="connsiteX122935" fmla="*/ 222649 w 2119654"/>
              <a:gd name="connsiteY122935" fmla="*/ 1108640 h 2398711"/>
              <a:gd name="connsiteX122936" fmla="*/ 221611 w 2119654"/>
              <a:gd name="connsiteY122936" fmla="*/ 1104411 h 2398711"/>
              <a:gd name="connsiteX122937" fmla="*/ 217969 w 2119654"/>
              <a:gd name="connsiteY122937" fmla="*/ 1088665 h 2398711"/>
              <a:gd name="connsiteX122938" fmla="*/ 211542 w 2119654"/>
              <a:gd name="connsiteY122938" fmla="*/ 1081575 h 2398711"/>
              <a:gd name="connsiteX122939" fmla="*/ 276720 w 2119654"/>
              <a:gd name="connsiteY122939" fmla="*/ 888494 h 2398711"/>
              <a:gd name="connsiteX122940" fmla="*/ 285370 w 2119654"/>
              <a:gd name="connsiteY122940" fmla="*/ 912195 h 2398711"/>
              <a:gd name="connsiteX122941" fmla="*/ 285395 w 2119654"/>
              <a:gd name="connsiteY122941" fmla="*/ 912253 h 2398711"/>
              <a:gd name="connsiteX122942" fmla="*/ 283217 w 2119654"/>
              <a:gd name="connsiteY122942" fmla="*/ 890518 h 2398711"/>
              <a:gd name="connsiteX122943" fmla="*/ 475246 w 2119654"/>
              <a:gd name="connsiteY122943" fmla="*/ 443226 h 2398711"/>
              <a:gd name="connsiteX122944" fmla="*/ 474930 w 2119654"/>
              <a:gd name="connsiteY122944" fmla="*/ 447643 h 2398711"/>
              <a:gd name="connsiteX122945" fmla="*/ 478123 w 2119654"/>
              <a:gd name="connsiteY122945" fmla="*/ 460649 h 2398711"/>
              <a:gd name="connsiteX122946" fmla="*/ 487169 w 2119654"/>
              <a:gd name="connsiteY122946" fmla="*/ 488501 h 2398711"/>
              <a:gd name="connsiteX122947" fmla="*/ 487166 w 2119654"/>
              <a:gd name="connsiteY122947" fmla="*/ 487327 h 2398711"/>
              <a:gd name="connsiteX122948" fmla="*/ 487466 w 2119654"/>
              <a:gd name="connsiteY122948" fmla="*/ 486945 h 2398711"/>
              <a:gd name="connsiteX122949" fmla="*/ 487472 w 2119654"/>
              <a:gd name="connsiteY122949" fmla="*/ 489112 h 2398711"/>
              <a:gd name="connsiteX122950" fmla="*/ 488759 w 2119654"/>
              <a:gd name="connsiteY122950" fmla="*/ 490035 h 2398711"/>
              <a:gd name="connsiteX122951" fmla="*/ 479230 w 2119654"/>
              <a:gd name="connsiteY122951" fmla="*/ 451234 h 2398711"/>
              <a:gd name="connsiteX122952" fmla="*/ 477931 w 2119654"/>
              <a:gd name="connsiteY122952" fmla="*/ 444855 h 2398711"/>
              <a:gd name="connsiteX122953" fmla="*/ 475729 w 2119654"/>
              <a:gd name="connsiteY122953" fmla="*/ 443419 h 2398711"/>
              <a:gd name="connsiteX122954" fmla="*/ 404873 w 2119654"/>
              <a:gd name="connsiteY122954" fmla="*/ 600779 h 2398711"/>
              <a:gd name="connsiteX122955" fmla="*/ 405992 w 2119654"/>
              <a:gd name="connsiteY122955" fmla="*/ 616745 h 2398711"/>
              <a:gd name="connsiteX122956" fmla="*/ 408124 w 2119654"/>
              <a:gd name="connsiteY122956" fmla="*/ 617676 h 2398711"/>
              <a:gd name="connsiteX122957" fmla="*/ 409012 w 2119654"/>
              <a:gd name="connsiteY122957" fmla="*/ 605190 h 2398711"/>
              <a:gd name="connsiteX122958" fmla="*/ 408475 w 2119654"/>
              <a:gd name="connsiteY122958" fmla="*/ 602558 h 2398711"/>
              <a:gd name="connsiteX122959" fmla="*/ 406666 w 2119654"/>
              <a:gd name="connsiteY122959" fmla="*/ 601479 h 2398711"/>
              <a:gd name="connsiteX122960" fmla="*/ 296680 w 2119654"/>
              <a:gd name="connsiteY122960" fmla="*/ 843021 h 2398711"/>
              <a:gd name="connsiteX122961" fmla="*/ 298512 w 2119654"/>
              <a:gd name="connsiteY122961" fmla="*/ 846480 h 2398711"/>
              <a:gd name="connsiteX122962" fmla="*/ 297676 w 2119654"/>
              <a:gd name="connsiteY122962" fmla="*/ 843074 h 2398711"/>
              <a:gd name="connsiteX122963" fmla="*/ 319751 w 2119654"/>
              <a:gd name="connsiteY122963" fmla="*/ 791204 h 2398711"/>
              <a:gd name="connsiteX122964" fmla="*/ 318992 w 2119654"/>
              <a:gd name="connsiteY122964" fmla="*/ 801793 h 2398711"/>
              <a:gd name="connsiteX122965" fmla="*/ 319431 w 2119654"/>
              <a:gd name="connsiteY122965" fmla="*/ 802869 h 2398711"/>
              <a:gd name="connsiteX122966" fmla="*/ 319789 w 2119654"/>
              <a:gd name="connsiteY122966" fmla="*/ 791525 h 2398711"/>
              <a:gd name="connsiteX122967" fmla="*/ 238906 w 2119654"/>
              <a:gd name="connsiteY122967" fmla="*/ 972186 h 2398711"/>
              <a:gd name="connsiteX122968" fmla="*/ 239194 w 2119654"/>
              <a:gd name="connsiteY122968" fmla="*/ 973199 h 2398711"/>
              <a:gd name="connsiteX122969" fmla="*/ 239542 w 2119654"/>
              <a:gd name="connsiteY122969" fmla="*/ 973605 h 2398711"/>
              <a:gd name="connsiteX122970" fmla="*/ 354269 w 2119654"/>
              <a:gd name="connsiteY122970" fmla="*/ 713837 h 2398711"/>
              <a:gd name="connsiteX122971" fmla="*/ 353248 w 2119654"/>
              <a:gd name="connsiteY122971" fmla="*/ 719053 h 2398711"/>
              <a:gd name="connsiteX122972" fmla="*/ 362068 w 2119654"/>
              <a:gd name="connsiteY122972" fmla="*/ 745878 h 2398711"/>
              <a:gd name="connsiteX122973" fmla="*/ 363189 w 2119654"/>
              <a:gd name="connsiteY122973" fmla="*/ 718707 h 2398711"/>
              <a:gd name="connsiteX122974" fmla="*/ 361870 w 2119654"/>
              <a:gd name="connsiteY122974" fmla="*/ 715882 h 2398711"/>
              <a:gd name="connsiteX122975" fmla="*/ 360581 w 2119654"/>
              <a:gd name="connsiteY122975" fmla="*/ 715450 h 2398711"/>
              <a:gd name="connsiteX122976" fmla="*/ 404846 w 2119654"/>
              <a:gd name="connsiteY122976" fmla="*/ 600393 h 2398711"/>
              <a:gd name="connsiteX122977" fmla="*/ 404855 w 2119654"/>
              <a:gd name="connsiteY122977" fmla="*/ 600514 h 2398711"/>
              <a:gd name="connsiteX122978" fmla="*/ 405417 w 2119654"/>
              <a:gd name="connsiteY122978" fmla="*/ 600734 h 2398711"/>
              <a:gd name="connsiteX122979" fmla="*/ 286050 w 2119654"/>
              <a:gd name="connsiteY122979" fmla="*/ 865520 h 2398711"/>
              <a:gd name="connsiteX122980" fmla="*/ 290869 w 2119654"/>
              <a:gd name="connsiteY122980" fmla="*/ 873773 h 2398711"/>
              <a:gd name="connsiteX122981" fmla="*/ 290358 w 2119654"/>
              <a:gd name="connsiteY122981" fmla="*/ 866478 h 2398711"/>
              <a:gd name="connsiteX122982" fmla="*/ 228674 w 2119654"/>
              <a:gd name="connsiteY122982" fmla="*/ 993335 h 2398711"/>
              <a:gd name="connsiteX122983" fmla="*/ 230816 w 2119654"/>
              <a:gd name="connsiteY122983" fmla="*/ 1010289 h 2398711"/>
              <a:gd name="connsiteX122984" fmla="*/ 231880 w 2119654"/>
              <a:gd name="connsiteY122984" fmla="*/ 1012194 h 2398711"/>
              <a:gd name="connsiteX122985" fmla="*/ 235450 w 2119654"/>
              <a:gd name="connsiteY122985" fmla="*/ 1018379 h 2398711"/>
              <a:gd name="connsiteX122986" fmla="*/ 321759 w 2119654"/>
              <a:gd name="connsiteY122986" fmla="*/ 784693 h 2398711"/>
              <a:gd name="connsiteX122987" fmla="*/ 321312 w 2119654"/>
              <a:gd name="connsiteY122987" fmla="*/ 798826 h 2398711"/>
              <a:gd name="connsiteX122988" fmla="*/ 321453 w 2119654"/>
              <a:gd name="connsiteY122988" fmla="*/ 802230 h 2398711"/>
              <a:gd name="connsiteX122989" fmla="*/ 322052 w 2119654"/>
              <a:gd name="connsiteY122989" fmla="*/ 807528 h 2398711"/>
              <a:gd name="connsiteX122990" fmla="*/ 332348 w 2119654"/>
              <a:gd name="connsiteY122990" fmla="*/ 813553 h 2398711"/>
              <a:gd name="connsiteX122991" fmla="*/ 332788 w 2119654"/>
              <a:gd name="connsiteY122991" fmla="*/ 811306 h 2398711"/>
              <a:gd name="connsiteX122992" fmla="*/ 323115 w 2119654"/>
              <a:gd name="connsiteY122992" fmla="*/ 793865 h 2398711"/>
              <a:gd name="connsiteX122993" fmla="*/ 323171 w 2119654"/>
              <a:gd name="connsiteY122993" fmla="*/ 793508 h 2398711"/>
              <a:gd name="connsiteX122994" fmla="*/ 332855 w 2119654"/>
              <a:gd name="connsiteY122994" fmla="*/ 810967 h 2398711"/>
              <a:gd name="connsiteX122995" fmla="*/ 335361 w 2119654"/>
              <a:gd name="connsiteY122995" fmla="*/ 798163 h 2398711"/>
              <a:gd name="connsiteX122996" fmla="*/ 334249 w 2119654"/>
              <a:gd name="connsiteY122996" fmla="*/ 796030 h 2398711"/>
              <a:gd name="connsiteX122997" fmla="*/ 332052 w 2119654"/>
              <a:gd name="connsiteY122997" fmla="*/ 789376 h 2398711"/>
              <a:gd name="connsiteX122998" fmla="*/ 331513 w 2119654"/>
              <a:gd name="connsiteY122998" fmla="*/ 788498 h 2398711"/>
              <a:gd name="connsiteX122999" fmla="*/ 361137 w 2119654"/>
              <a:gd name="connsiteY122999" fmla="*/ 695928 h 2398711"/>
              <a:gd name="connsiteX123000" fmla="*/ 362867 w 2119654"/>
              <a:gd name="connsiteY123000" fmla="*/ 703322 h 2398711"/>
              <a:gd name="connsiteX123001" fmla="*/ 363811 w 2119654"/>
              <a:gd name="connsiteY123001" fmla="*/ 703616 h 2398711"/>
              <a:gd name="connsiteX123002" fmla="*/ 363931 w 2119654"/>
              <a:gd name="connsiteY123002" fmla="*/ 700714 h 2398711"/>
              <a:gd name="connsiteX123003" fmla="*/ 252697 w 2119654"/>
              <a:gd name="connsiteY123003" fmla="*/ 938555 h 2398711"/>
              <a:gd name="connsiteX123004" fmla="*/ 252842 w 2119654"/>
              <a:gd name="connsiteY123004" fmla="*/ 939950 h 2398711"/>
              <a:gd name="connsiteX123005" fmla="*/ 254766 w 2119654"/>
              <a:gd name="connsiteY123005" fmla="*/ 956972 h 2398711"/>
              <a:gd name="connsiteX123006" fmla="*/ 258900 w 2119654"/>
              <a:gd name="connsiteY123006" fmla="*/ 960203 h 2398711"/>
              <a:gd name="connsiteX123007" fmla="*/ 260582 w 2119654"/>
              <a:gd name="connsiteY123007" fmla="*/ 961482 h 2398711"/>
              <a:gd name="connsiteX123008" fmla="*/ 257921 w 2119654"/>
              <a:gd name="connsiteY123008" fmla="*/ 939445 h 2398711"/>
              <a:gd name="connsiteX123009" fmla="*/ 257913 w 2119654"/>
              <a:gd name="connsiteY123009" fmla="*/ 939430 h 2398711"/>
              <a:gd name="connsiteX123010" fmla="*/ 372413 w 2119654"/>
              <a:gd name="connsiteY123010" fmla="*/ 670332 h 2398711"/>
              <a:gd name="connsiteX123011" fmla="*/ 373366 w 2119654"/>
              <a:gd name="connsiteY123011" fmla="*/ 679083 h 2398711"/>
              <a:gd name="connsiteX123012" fmla="*/ 375966 w 2119654"/>
              <a:gd name="connsiteY123012" fmla="*/ 679662 h 2398711"/>
              <a:gd name="connsiteX123013" fmla="*/ 376501 w 2119654"/>
              <a:gd name="connsiteY123013" fmla="*/ 672204 h 2398711"/>
              <a:gd name="connsiteX123014" fmla="*/ 374138 w 2119654"/>
              <a:gd name="connsiteY123014" fmla="*/ 670424 h 2398711"/>
              <a:gd name="connsiteX123015" fmla="*/ 385804 w 2119654"/>
              <a:gd name="connsiteY123015" fmla="*/ 640127 h 2398711"/>
              <a:gd name="connsiteX123016" fmla="*/ 387924 w 2119654"/>
              <a:gd name="connsiteY123016" fmla="*/ 649108 h 2398711"/>
              <a:gd name="connsiteX123017" fmla="*/ 395067 w 2119654"/>
              <a:gd name="connsiteY123017" fmla="*/ 650090 h 2398711"/>
              <a:gd name="connsiteX123018" fmla="*/ 390069 w 2119654"/>
              <a:gd name="connsiteY123018" fmla="*/ 641941 h 2398711"/>
              <a:gd name="connsiteX123019" fmla="*/ 378084 w 2119654"/>
              <a:gd name="connsiteY123019" fmla="*/ 657055 h 2398711"/>
              <a:gd name="connsiteX123020" fmla="*/ 377611 w 2119654"/>
              <a:gd name="connsiteY123020" fmla="*/ 663646 h 2398711"/>
              <a:gd name="connsiteX123021" fmla="*/ 378598 w 2119654"/>
              <a:gd name="connsiteY123021" fmla="*/ 669913 h 2398711"/>
              <a:gd name="connsiteX123022" fmla="*/ 378600 w 2119654"/>
              <a:gd name="connsiteY123022" fmla="*/ 669914 h 2398711"/>
              <a:gd name="connsiteX123023" fmla="*/ 383521 w 2119654"/>
              <a:gd name="connsiteY123023" fmla="*/ 670175 h 2398711"/>
              <a:gd name="connsiteX123024" fmla="*/ 355484 w 2119654"/>
              <a:gd name="connsiteY123024" fmla="*/ 707624 h 2398711"/>
              <a:gd name="connsiteX123025" fmla="*/ 354536 w 2119654"/>
              <a:gd name="connsiteY123025" fmla="*/ 712468 h 2398711"/>
              <a:gd name="connsiteX123026" fmla="*/ 361140 w 2119654"/>
              <a:gd name="connsiteY123026" fmla="*/ 714315 h 2398711"/>
              <a:gd name="connsiteX123027" fmla="*/ 361025 w 2119654"/>
              <a:gd name="connsiteY123027" fmla="*/ 714068 h 2398711"/>
              <a:gd name="connsiteX123028" fmla="*/ 361136 w 2119654"/>
              <a:gd name="connsiteY123028" fmla="*/ 713594 h 2398711"/>
              <a:gd name="connsiteX123029" fmla="*/ 361522 w 2119654"/>
              <a:gd name="connsiteY123029" fmla="*/ 714422 h 2398711"/>
              <a:gd name="connsiteX123030" fmla="*/ 363345 w 2119654"/>
              <a:gd name="connsiteY123030" fmla="*/ 714932 h 2398711"/>
              <a:gd name="connsiteX123031" fmla="*/ 363469 w 2119654"/>
              <a:gd name="connsiteY123031" fmla="*/ 711921 h 2398711"/>
              <a:gd name="connsiteX123032" fmla="*/ 473692 w 2119654"/>
              <a:gd name="connsiteY123032" fmla="*/ 442606 h 2398711"/>
              <a:gd name="connsiteX123033" fmla="*/ 474743 w 2119654"/>
              <a:gd name="connsiteY123033" fmla="*/ 446887 h 2398711"/>
              <a:gd name="connsiteX123034" fmla="*/ 475062 w 2119654"/>
              <a:gd name="connsiteY123034" fmla="*/ 443153 h 2398711"/>
              <a:gd name="connsiteX123035" fmla="*/ 368326 w 2119654"/>
              <a:gd name="connsiteY123035" fmla="*/ 678443 h 2398711"/>
              <a:gd name="connsiteX123036" fmla="*/ 371761 w 2119654"/>
              <a:gd name="connsiteY123036" fmla="*/ 695311 h 2398711"/>
              <a:gd name="connsiteX123037" fmla="*/ 372128 w 2119654"/>
              <a:gd name="connsiteY123037" fmla="*/ 695418 h 2398711"/>
              <a:gd name="connsiteX123038" fmla="*/ 369452 w 2119654"/>
              <a:gd name="connsiteY123038" fmla="*/ 680725 h 2398711"/>
              <a:gd name="connsiteX123039" fmla="*/ 369574 w 2119654"/>
              <a:gd name="connsiteY123039" fmla="*/ 680497 h 2398711"/>
              <a:gd name="connsiteX123040" fmla="*/ 372301 w 2119654"/>
              <a:gd name="connsiteY123040" fmla="*/ 695468 h 2398711"/>
              <a:gd name="connsiteX123041" fmla="*/ 373268 w 2119654"/>
              <a:gd name="connsiteY123041" fmla="*/ 695749 h 2398711"/>
              <a:gd name="connsiteX123042" fmla="*/ 370134 w 2119654"/>
              <a:gd name="connsiteY123042" fmla="*/ 678904 h 2398711"/>
              <a:gd name="connsiteX123043" fmla="*/ 372270 w 2119654"/>
              <a:gd name="connsiteY123043" fmla="*/ 669016 h 2398711"/>
              <a:gd name="connsiteX123044" fmla="*/ 372331 w 2119654"/>
              <a:gd name="connsiteY123044" fmla="*/ 669581 h 2398711"/>
              <a:gd name="connsiteX123045" fmla="*/ 373072 w 2119654"/>
              <a:gd name="connsiteY123045" fmla="*/ 669621 h 2398711"/>
              <a:gd name="connsiteX123046" fmla="*/ 206904 w 2119654"/>
              <a:gd name="connsiteY123046" fmla="*/ 1039181 h 2398711"/>
              <a:gd name="connsiteX123047" fmla="*/ 208361 w 2119654"/>
              <a:gd name="connsiteY123047" fmla="*/ 1045476 h 2398711"/>
              <a:gd name="connsiteX123048" fmla="*/ 213341 w 2119654"/>
              <a:gd name="connsiteY123048" fmla="*/ 1048938 h 2398711"/>
              <a:gd name="connsiteX123049" fmla="*/ 209704 w 2119654"/>
              <a:gd name="connsiteY123049" fmla="*/ 1041868 h 2398711"/>
              <a:gd name="connsiteX123050" fmla="*/ 473541 w 2119654"/>
              <a:gd name="connsiteY123050" fmla="*/ 441993 h 2398711"/>
              <a:gd name="connsiteX123051" fmla="*/ 473551 w 2119654"/>
              <a:gd name="connsiteY123051" fmla="*/ 442031 h 2398711"/>
              <a:gd name="connsiteX123052" fmla="*/ 473678 w 2119654"/>
              <a:gd name="connsiteY123052" fmla="*/ 442083 h 2398711"/>
              <a:gd name="connsiteX123053" fmla="*/ 436190 w 2119654"/>
              <a:gd name="connsiteY123053" fmla="*/ 525469 h 2398711"/>
              <a:gd name="connsiteX123054" fmla="*/ 432658 w 2119654"/>
              <a:gd name="connsiteY123054" fmla="*/ 539494 h 2398711"/>
              <a:gd name="connsiteX123055" fmla="*/ 432420 w 2119654"/>
              <a:gd name="connsiteY123055" fmla="*/ 540505 h 2398711"/>
              <a:gd name="connsiteX123056" fmla="*/ 437783 w 2119654"/>
              <a:gd name="connsiteY123056" fmla="*/ 552005 h 2398711"/>
              <a:gd name="connsiteX123057" fmla="*/ 449606 w 2119654"/>
              <a:gd name="connsiteY123057" fmla="*/ 576708 h 2398711"/>
              <a:gd name="connsiteX123058" fmla="*/ 447643 w 2119654"/>
              <a:gd name="connsiteY123058" fmla="*/ 531630 h 2398711"/>
              <a:gd name="connsiteX123059" fmla="*/ 406609 w 2119654"/>
              <a:gd name="connsiteY123059" fmla="*/ 591442 h 2398711"/>
              <a:gd name="connsiteX123060" fmla="*/ 408767 w 2119654"/>
              <a:gd name="connsiteY123060" fmla="*/ 602041 h 2398711"/>
              <a:gd name="connsiteX123061" fmla="*/ 408771 w 2119654"/>
              <a:gd name="connsiteY123061" fmla="*/ 602043 h 2398711"/>
              <a:gd name="connsiteX123062" fmla="*/ 407807 w 2119654"/>
              <a:gd name="connsiteY123062" fmla="*/ 593768 h 2398711"/>
              <a:gd name="connsiteX123063" fmla="*/ 363088 w 2119654"/>
              <a:gd name="connsiteY123063" fmla="*/ 688789 h 2398711"/>
              <a:gd name="connsiteX123064" fmla="*/ 364298 w 2119654"/>
              <a:gd name="connsiteY123064" fmla="*/ 691825 h 2398711"/>
              <a:gd name="connsiteX123065" fmla="*/ 364339 w 2119654"/>
              <a:gd name="connsiteY123065" fmla="*/ 690829 h 2398711"/>
              <a:gd name="connsiteX123066" fmla="*/ 372174 w 2119654"/>
              <a:gd name="connsiteY123066" fmla="*/ 668138 h 2398711"/>
              <a:gd name="connsiteX123067" fmla="*/ 372212 w 2119654"/>
              <a:gd name="connsiteY123067" fmla="*/ 668483 h 2398711"/>
              <a:gd name="connsiteX123068" fmla="*/ 373769 w 2119654"/>
              <a:gd name="connsiteY123068" fmla="*/ 669658 h 2398711"/>
              <a:gd name="connsiteX123069" fmla="*/ 375588 w 2119654"/>
              <a:gd name="connsiteY123069" fmla="*/ 669755 h 2398711"/>
              <a:gd name="connsiteX123070" fmla="*/ 310684 w 2119654"/>
              <a:gd name="connsiteY123070" fmla="*/ 805592 h 2398711"/>
              <a:gd name="connsiteX123071" fmla="*/ 312594 w 2119654"/>
              <a:gd name="connsiteY123071" fmla="*/ 808708 h 2398711"/>
              <a:gd name="connsiteX123072" fmla="*/ 315203 w 2119654"/>
              <a:gd name="connsiteY123072" fmla="*/ 809475 h 2398711"/>
              <a:gd name="connsiteX123073" fmla="*/ 314578 w 2119654"/>
              <a:gd name="connsiteY123073" fmla="*/ 807871 h 2398711"/>
              <a:gd name="connsiteX123074" fmla="*/ 378305 w 2119654"/>
              <a:gd name="connsiteY123074" fmla="*/ 653978 h 2398711"/>
              <a:gd name="connsiteX123075" fmla="*/ 378147 w 2119654"/>
              <a:gd name="connsiteY123075" fmla="*/ 656186 h 2398711"/>
              <a:gd name="connsiteX123076" fmla="*/ 383953 w 2119654"/>
              <a:gd name="connsiteY123076" fmla="*/ 670198 h 2398711"/>
              <a:gd name="connsiteX123077" fmla="*/ 392622 w 2119654"/>
              <a:gd name="connsiteY123077" fmla="*/ 670658 h 2398711"/>
              <a:gd name="connsiteX123078" fmla="*/ 391204 w 2119654"/>
              <a:gd name="connsiteY123078" fmla="*/ 664646 h 2398711"/>
              <a:gd name="connsiteX123079" fmla="*/ 244091 w 2119654"/>
              <a:gd name="connsiteY123079" fmla="*/ 954245 h 2398711"/>
              <a:gd name="connsiteX123080" fmla="*/ 257972 w 2119654"/>
              <a:gd name="connsiteY123080" fmla="*/ 994579 h 2398711"/>
              <a:gd name="connsiteX123081" fmla="*/ 258193 w 2119654"/>
              <a:gd name="connsiteY123081" fmla="*/ 994831 h 2398711"/>
              <a:gd name="connsiteX123082" fmla="*/ 258737 w 2119654"/>
              <a:gd name="connsiteY123082" fmla="*/ 995303 h 2398711"/>
              <a:gd name="connsiteX123083" fmla="*/ 257018 w 2119654"/>
              <a:gd name="connsiteY123083" fmla="*/ 981067 h 2398711"/>
              <a:gd name="connsiteX123084" fmla="*/ 407548 w 2119654"/>
              <a:gd name="connsiteY123084" fmla="*/ 588191 h 2398711"/>
              <a:gd name="connsiteX123085" fmla="*/ 407597 w 2119654"/>
              <a:gd name="connsiteY123085" fmla="*/ 588604 h 2398711"/>
              <a:gd name="connsiteX123086" fmla="*/ 410589 w 2119654"/>
              <a:gd name="connsiteY123086" fmla="*/ 594414 h 2398711"/>
              <a:gd name="connsiteX123087" fmla="*/ 410878 w 2119654"/>
              <a:gd name="connsiteY123087" fmla="*/ 589152 h 2398711"/>
              <a:gd name="connsiteX123088" fmla="*/ 475897 w 2119654"/>
              <a:gd name="connsiteY123088" fmla="*/ 434876 h 2398711"/>
              <a:gd name="connsiteX123089" fmla="*/ 475561 w 2119654"/>
              <a:gd name="connsiteY123089" fmla="*/ 438832 h 2398711"/>
              <a:gd name="connsiteX123090" fmla="*/ 475358 w 2119654"/>
              <a:gd name="connsiteY123090" fmla="*/ 441663 h 2398711"/>
              <a:gd name="connsiteX123091" fmla="*/ 477575 w 2119654"/>
              <a:gd name="connsiteY123091" fmla="*/ 443109 h 2398711"/>
              <a:gd name="connsiteX123092" fmla="*/ 356595 w 2119654"/>
              <a:gd name="connsiteY123092" fmla="*/ 701951 h 2398711"/>
              <a:gd name="connsiteX123093" fmla="*/ 355691 w 2119654"/>
              <a:gd name="connsiteY123093" fmla="*/ 706569 h 2398711"/>
              <a:gd name="connsiteX123094" fmla="*/ 363516 w 2119654"/>
              <a:gd name="connsiteY123094" fmla="*/ 710780 h 2398711"/>
              <a:gd name="connsiteX123095" fmla="*/ 363628 w 2119654"/>
              <a:gd name="connsiteY123095" fmla="*/ 708062 h 2398711"/>
              <a:gd name="connsiteX123096" fmla="*/ 362639 w 2119654"/>
              <a:gd name="connsiteY123096" fmla="*/ 703834 h 2398711"/>
              <a:gd name="connsiteX123097" fmla="*/ 259834 w 2119654"/>
              <a:gd name="connsiteY123097" fmla="*/ 918183 h 2398711"/>
              <a:gd name="connsiteX123098" fmla="*/ 271728 w 2119654"/>
              <a:gd name="connsiteY123098" fmla="*/ 939901 h 2398711"/>
              <a:gd name="connsiteX123099" fmla="*/ 273814 w 2119654"/>
              <a:gd name="connsiteY123099" fmla="*/ 940251 h 2398711"/>
              <a:gd name="connsiteX123100" fmla="*/ 269273 w 2119654"/>
              <a:gd name="connsiteY123100" fmla="*/ 933226 h 2398711"/>
              <a:gd name="connsiteX123101" fmla="*/ 340172 w 2119654"/>
              <a:gd name="connsiteY123101" fmla="*/ 738145 h 2398711"/>
              <a:gd name="connsiteX123102" fmla="*/ 341292 w 2119654"/>
              <a:gd name="connsiteY123102" fmla="*/ 747750 h 2398711"/>
              <a:gd name="connsiteX123103" fmla="*/ 343926 w 2119654"/>
              <a:gd name="connsiteY123103" fmla="*/ 748571 h 2398711"/>
              <a:gd name="connsiteX123104" fmla="*/ 343922 w 2119654"/>
              <a:gd name="connsiteY123104" fmla="*/ 748032 h 2398711"/>
              <a:gd name="connsiteX123105" fmla="*/ 365648 w 2119654"/>
              <a:gd name="connsiteY123105" fmla="*/ 680942 h 2398711"/>
              <a:gd name="connsiteX123106" fmla="*/ 365281 w 2119654"/>
              <a:gd name="connsiteY123106" fmla="*/ 689824 h 2398711"/>
              <a:gd name="connsiteX123107" fmla="*/ 368278 w 2119654"/>
              <a:gd name="connsiteY123107" fmla="*/ 694299 h 2398711"/>
              <a:gd name="connsiteX123108" fmla="*/ 368514 w 2119654"/>
              <a:gd name="connsiteY123108" fmla="*/ 694367 h 2398711"/>
              <a:gd name="connsiteX123109" fmla="*/ 351283 w 2119654"/>
              <a:gd name="connsiteY123109" fmla="*/ 713073 h 2398711"/>
              <a:gd name="connsiteX123110" fmla="*/ 351739 w 2119654"/>
              <a:gd name="connsiteY123110" fmla="*/ 714460 h 2398711"/>
              <a:gd name="connsiteX123111" fmla="*/ 351975 w 2119654"/>
              <a:gd name="connsiteY123111" fmla="*/ 713250 h 2398711"/>
              <a:gd name="connsiteX123112" fmla="*/ 366830 w 2119654"/>
              <a:gd name="connsiteY123112" fmla="*/ 678059 h 2398711"/>
              <a:gd name="connsiteX123113" fmla="*/ 370432 w 2119654"/>
              <a:gd name="connsiteY123113" fmla="*/ 694925 h 2398711"/>
              <a:gd name="connsiteX123114" fmla="*/ 370787 w 2119654"/>
              <a:gd name="connsiteY123114" fmla="*/ 695029 h 2398711"/>
              <a:gd name="connsiteX123115" fmla="*/ 367359 w 2119654"/>
              <a:gd name="connsiteY123115" fmla="*/ 678195 h 2398711"/>
              <a:gd name="connsiteX123116" fmla="*/ 360333 w 2119654"/>
              <a:gd name="connsiteY123116" fmla="*/ 692493 h 2398711"/>
              <a:gd name="connsiteX123117" fmla="*/ 360834 w 2119654"/>
              <a:gd name="connsiteY123117" fmla="*/ 694634 h 2398711"/>
              <a:gd name="connsiteX123118" fmla="*/ 363961 w 2119654"/>
              <a:gd name="connsiteY123118" fmla="*/ 699989 h 2398711"/>
              <a:gd name="connsiteX123119" fmla="*/ 364221 w 2119654"/>
              <a:gd name="connsiteY123119" fmla="*/ 693680 h 2398711"/>
              <a:gd name="connsiteX123120" fmla="*/ 451020 w 2119654"/>
              <a:gd name="connsiteY123120" fmla="*/ 489311 h 2398711"/>
              <a:gd name="connsiteX123121" fmla="*/ 458024 w 2119654"/>
              <a:gd name="connsiteY123121" fmla="*/ 506211 h 2398711"/>
              <a:gd name="connsiteX123122" fmla="*/ 460373 w 2119654"/>
              <a:gd name="connsiteY123122" fmla="*/ 511298 h 2398711"/>
              <a:gd name="connsiteX123123" fmla="*/ 467303 w 2119654"/>
              <a:gd name="connsiteY123123" fmla="*/ 513414 h 2398711"/>
              <a:gd name="connsiteX123124" fmla="*/ 466768 w 2119654"/>
              <a:gd name="connsiteY123124" fmla="*/ 501174 h 2398711"/>
              <a:gd name="connsiteX123125" fmla="*/ 281665 w 2119654"/>
              <a:gd name="connsiteY123125" fmla="*/ 868345 h 2398711"/>
              <a:gd name="connsiteX123126" fmla="*/ 283651 w 2119654"/>
              <a:gd name="connsiteY123126" fmla="*/ 888168 h 2398711"/>
              <a:gd name="connsiteX123127" fmla="*/ 284545 w 2119654"/>
              <a:gd name="connsiteY123127" fmla="*/ 890349 h 2398711"/>
              <a:gd name="connsiteX123128" fmla="*/ 292109 w 2119654"/>
              <a:gd name="connsiteY123128" fmla="*/ 892706 h 2398711"/>
              <a:gd name="connsiteX123129" fmla="*/ 282021 w 2119654"/>
              <a:gd name="connsiteY123129" fmla="*/ 869038 h 2398711"/>
              <a:gd name="connsiteX123130" fmla="*/ 319364 w 2119654"/>
              <a:gd name="connsiteY123130" fmla="*/ 783759 h 2398711"/>
              <a:gd name="connsiteX123131" fmla="*/ 319701 w 2119654"/>
              <a:gd name="connsiteY123131" fmla="*/ 786739 h 2398711"/>
              <a:gd name="connsiteX123132" fmla="*/ 319937 w 2119654"/>
              <a:gd name="connsiteY123132" fmla="*/ 783982 h 2398711"/>
              <a:gd name="connsiteX123133" fmla="*/ 438209 w 2119654"/>
              <a:gd name="connsiteY123133" fmla="*/ 517450 h 2398711"/>
              <a:gd name="connsiteX123134" fmla="*/ 436449 w 2119654"/>
              <a:gd name="connsiteY123134" fmla="*/ 524441 h 2398711"/>
              <a:gd name="connsiteX123135" fmla="*/ 447591 w 2119654"/>
              <a:gd name="connsiteY123135" fmla="*/ 530435 h 2398711"/>
              <a:gd name="connsiteX123136" fmla="*/ 447276 w 2119654"/>
              <a:gd name="connsiteY123136" fmla="*/ 523220 h 2398711"/>
              <a:gd name="connsiteX123137" fmla="*/ 371037 w 2119654"/>
              <a:gd name="connsiteY123137" fmla="*/ 667600 h 2398711"/>
              <a:gd name="connsiteX123138" fmla="*/ 371637 w 2119654"/>
              <a:gd name="connsiteY123138" fmla="*/ 668050 h 2398711"/>
              <a:gd name="connsiteX123139" fmla="*/ 371617 w 2119654"/>
              <a:gd name="connsiteY123139" fmla="*/ 667874 h 2398711"/>
              <a:gd name="connsiteX123140" fmla="*/ 450514 w 2119654"/>
              <a:gd name="connsiteY123140" fmla="*/ 489110 h 2398711"/>
              <a:gd name="connsiteX123141" fmla="*/ 449914 w 2119654"/>
              <a:gd name="connsiteY123141" fmla="*/ 508105 h 2398711"/>
              <a:gd name="connsiteX123142" fmla="*/ 459612 w 2119654"/>
              <a:gd name="connsiteY123142" fmla="*/ 511065 h 2398711"/>
              <a:gd name="connsiteX123143" fmla="*/ 295508 w 2119654"/>
              <a:gd name="connsiteY123143" fmla="*/ 835844 h 2398711"/>
              <a:gd name="connsiteX123144" fmla="*/ 296332 w 2119654"/>
              <a:gd name="connsiteY123144" fmla="*/ 842361 h 2398711"/>
              <a:gd name="connsiteX123145" fmla="*/ 296440 w 2119654"/>
              <a:gd name="connsiteY123145" fmla="*/ 842568 h 2398711"/>
              <a:gd name="connsiteX123146" fmla="*/ 297562 w 2119654"/>
              <a:gd name="connsiteY123146" fmla="*/ 842612 h 2398711"/>
              <a:gd name="connsiteX123147" fmla="*/ 296608 w 2119654"/>
              <a:gd name="connsiteY123147" fmla="*/ 838727 h 2398711"/>
              <a:gd name="connsiteX123148" fmla="*/ 359422 w 2119654"/>
              <a:gd name="connsiteY123148" fmla="*/ 692215 h 2398711"/>
              <a:gd name="connsiteX123149" fmla="*/ 360254 w 2119654"/>
              <a:gd name="connsiteY123149" fmla="*/ 693640 h 2398711"/>
              <a:gd name="connsiteX123150" fmla="*/ 359959 w 2119654"/>
              <a:gd name="connsiteY123150" fmla="*/ 692379 h 2398711"/>
              <a:gd name="connsiteX123151" fmla="*/ 368867 w 2119654"/>
              <a:gd name="connsiteY123151" fmla="*/ 670144 h 2398711"/>
              <a:gd name="connsiteX123152" fmla="*/ 370408 w 2119654"/>
              <a:gd name="connsiteY123152" fmla="*/ 678425 h 2398711"/>
              <a:gd name="connsiteX123153" fmla="*/ 372825 w 2119654"/>
              <a:gd name="connsiteY123153" fmla="*/ 678963 h 2398711"/>
              <a:gd name="connsiteX123154" fmla="*/ 371882 w 2119654"/>
              <a:gd name="connsiteY123154" fmla="*/ 670304 h 2398711"/>
              <a:gd name="connsiteX123155" fmla="*/ 376672 w 2119654"/>
              <a:gd name="connsiteY123155" fmla="*/ 652629 h 2398711"/>
              <a:gd name="connsiteX123156" fmla="*/ 377721 w 2119654"/>
              <a:gd name="connsiteY123156" fmla="*/ 655159 h 2398711"/>
              <a:gd name="connsiteX123157" fmla="*/ 377833 w 2119654"/>
              <a:gd name="connsiteY123157" fmla="*/ 653589 h 2398711"/>
              <a:gd name="connsiteX123158" fmla="*/ 308760 w 2119654"/>
              <a:gd name="connsiteY123158" fmla="*/ 804465 h 2398711"/>
              <a:gd name="connsiteX123159" fmla="*/ 310220 w 2119654"/>
              <a:gd name="connsiteY123159" fmla="*/ 808009 h 2398711"/>
              <a:gd name="connsiteX123160" fmla="*/ 312036 w 2119654"/>
              <a:gd name="connsiteY123160" fmla="*/ 808543 h 2398711"/>
              <a:gd name="connsiteX123161" fmla="*/ 309969 w 2119654"/>
              <a:gd name="connsiteY123161" fmla="*/ 805173 h 2398711"/>
              <a:gd name="connsiteX123162" fmla="*/ 227951 w 2119654"/>
              <a:gd name="connsiteY123162" fmla="*/ 985313 h 2398711"/>
              <a:gd name="connsiteX123163" fmla="*/ 228520 w 2119654"/>
              <a:gd name="connsiteY123163" fmla="*/ 991910 h 2398711"/>
              <a:gd name="connsiteX123164" fmla="*/ 228891 w 2119654"/>
              <a:gd name="connsiteY123164" fmla="*/ 993283 h 2398711"/>
              <a:gd name="connsiteX123165" fmla="*/ 229212 w 2119654"/>
              <a:gd name="connsiteY123165" fmla="*/ 994020 h 2398711"/>
              <a:gd name="connsiteX123166" fmla="*/ 228928 w 2119654"/>
              <a:gd name="connsiteY123166" fmla="*/ 993420 h 2398711"/>
              <a:gd name="connsiteX123167" fmla="*/ 234547 w 2119654"/>
              <a:gd name="connsiteY123167" fmla="*/ 1014187 h 2398711"/>
              <a:gd name="connsiteX123168" fmla="*/ 236027 w 2119654"/>
              <a:gd name="connsiteY123168" fmla="*/ 1019379 h 2398711"/>
              <a:gd name="connsiteX123169" fmla="*/ 244189 w 2119654"/>
              <a:gd name="connsiteY123169" fmla="*/ 1033525 h 2398711"/>
              <a:gd name="connsiteX123170" fmla="*/ 236571 w 2119654"/>
              <a:gd name="connsiteY123170" fmla="*/ 1010906 h 2398711"/>
              <a:gd name="connsiteX123171" fmla="*/ 229212 w 2119654"/>
              <a:gd name="connsiteY123171" fmla="*/ 994020 h 2398711"/>
              <a:gd name="connsiteX123172" fmla="*/ 235001 w 2119654"/>
              <a:gd name="connsiteY123172" fmla="*/ 1006243 h 2398711"/>
              <a:gd name="connsiteX123173" fmla="*/ 358553 w 2119654"/>
              <a:gd name="connsiteY123173" fmla="*/ 691949 h 2398711"/>
              <a:gd name="connsiteX123174" fmla="*/ 356702 w 2119654"/>
              <a:gd name="connsiteY123174" fmla="*/ 701401 h 2398711"/>
              <a:gd name="connsiteX123175" fmla="*/ 362492 w 2119654"/>
              <a:gd name="connsiteY123175" fmla="*/ 703206 h 2398711"/>
              <a:gd name="connsiteX123176" fmla="*/ 360556 w 2119654"/>
              <a:gd name="connsiteY123176" fmla="*/ 694933 h 2398711"/>
              <a:gd name="connsiteX123177" fmla="*/ 358871 w 2119654"/>
              <a:gd name="connsiteY123177" fmla="*/ 692046 h 2398711"/>
              <a:gd name="connsiteX123178" fmla="*/ 281280 w 2119654"/>
              <a:gd name="connsiteY123178" fmla="*/ 864498 h 2398711"/>
              <a:gd name="connsiteX123179" fmla="*/ 281337 w 2119654"/>
              <a:gd name="connsiteY123179" fmla="*/ 865074 h 2398711"/>
              <a:gd name="connsiteX123180" fmla="*/ 283828 w 2119654"/>
              <a:gd name="connsiteY123180" fmla="*/ 870884 h 2398711"/>
              <a:gd name="connsiteX123181" fmla="*/ 288553 w 2119654"/>
              <a:gd name="connsiteY123181" fmla="*/ 880073 h 2398711"/>
              <a:gd name="connsiteX123182" fmla="*/ 291667 w 2119654"/>
              <a:gd name="connsiteY123182" fmla="*/ 885175 h 2398711"/>
              <a:gd name="connsiteX123183" fmla="*/ 290930 w 2119654"/>
              <a:gd name="connsiteY123183" fmla="*/ 874654 h 2398711"/>
              <a:gd name="connsiteX123184" fmla="*/ 285531 w 2119654"/>
              <a:gd name="connsiteY123184" fmla="*/ 865405 h 2398711"/>
              <a:gd name="connsiteX123185" fmla="*/ 476575 w 2119654"/>
              <a:gd name="connsiteY123185" fmla="*/ 426939 h 2398711"/>
              <a:gd name="connsiteX123186" fmla="*/ 476016 w 2119654"/>
              <a:gd name="connsiteY123186" fmla="*/ 433498 h 2398711"/>
              <a:gd name="connsiteX123187" fmla="*/ 476423 w 2119654"/>
              <a:gd name="connsiteY123187" fmla="*/ 435496 h 2398711"/>
              <a:gd name="connsiteX123188" fmla="*/ 478429 w 2119654"/>
              <a:gd name="connsiteY123188" fmla="*/ 443665 h 2398711"/>
              <a:gd name="connsiteX123189" fmla="*/ 479673 w 2119654"/>
              <a:gd name="connsiteY123189" fmla="*/ 444477 h 2398711"/>
              <a:gd name="connsiteX123190" fmla="*/ 496716 w 2119654"/>
              <a:gd name="connsiteY123190" fmla="*/ 451285 h 2398711"/>
              <a:gd name="connsiteX123191" fmla="*/ 504400 w 2119654"/>
              <a:gd name="connsiteY123191" fmla="*/ 454715 h 2398711"/>
              <a:gd name="connsiteX123192" fmla="*/ 504125 w 2119654"/>
              <a:gd name="connsiteY123192" fmla="*/ 448416 h 2398711"/>
              <a:gd name="connsiteX123193" fmla="*/ 484433 w 2119654"/>
              <a:gd name="connsiteY123193" fmla="*/ 432188 h 2398711"/>
              <a:gd name="connsiteX123194" fmla="*/ 485085 w 2119654"/>
              <a:gd name="connsiteY123194" fmla="*/ 432203 h 2398711"/>
              <a:gd name="connsiteX123195" fmla="*/ 504101 w 2119654"/>
              <a:gd name="connsiteY123195" fmla="*/ 447874 h 2398711"/>
              <a:gd name="connsiteX123196" fmla="*/ 503899 w 2119654"/>
              <a:gd name="connsiteY123196" fmla="*/ 443236 h 2398711"/>
              <a:gd name="connsiteX123197" fmla="*/ 450660 w 2119654"/>
              <a:gd name="connsiteY123197" fmla="*/ 484500 h 2398711"/>
              <a:gd name="connsiteX123198" fmla="*/ 450544 w 2119654"/>
              <a:gd name="connsiteY123198" fmla="*/ 488163 h 2398711"/>
              <a:gd name="connsiteX123199" fmla="*/ 450725 w 2119654"/>
              <a:gd name="connsiteY123199" fmla="*/ 488599 h 2398711"/>
              <a:gd name="connsiteX123200" fmla="*/ 466746 w 2119654"/>
              <a:gd name="connsiteY123200" fmla="*/ 500668 h 2398711"/>
              <a:gd name="connsiteX123201" fmla="*/ 466249 w 2119654"/>
              <a:gd name="connsiteY123201" fmla="*/ 489260 h 2398711"/>
              <a:gd name="connsiteX123202" fmla="*/ 375770 w 2119654"/>
              <a:gd name="connsiteY123202" fmla="*/ 651939 h 2398711"/>
              <a:gd name="connsiteX123203" fmla="*/ 377270 w 2119654"/>
              <a:gd name="connsiteY123203" fmla="*/ 661469 h 2398711"/>
              <a:gd name="connsiteX123204" fmla="*/ 377659 w 2119654"/>
              <a:gd name="connsiteY123204" fmla="*/ 656028 h 2398711"/>
              <a:gd name="connsiteX123205" fmla="*/ 376030 w 2119654"/>
              <a:gd name="connsiteY123205" fmla="*/ 652097 h 2398711"/>
              <a:gd name="connsiteX123206" fmla="*/ 375842 w 2119654"/>
              <a:gd name="connsiteY123206" fmla="*/ 651942 h 2398711"/>
              <a:gd name="connsiteX123207" fmla="*/ 359147 w 2119654"/>
              <a:gd name="connsiteY123207" fmla="*/ 688912 h 2398711"/>
              <a:gd name="connsiteX123208" fmla="*/ 358732 w 2119654"/>
              <a:gd name="connsiteY123208" fmla="*/ 691034 h 2398711"/>
              <a:gd name="connsiteX123209" fmla="*/ 359076 w 2119654"/>
              <a:gd name="connsiteY123209" fmla="*/ 691624 h 2398711"/>
              <a:gd name="connsiteX123210" fmla="*/ 359833 w 2119654"/>
              <a:gd name="connsiteY123210" fmla="*/ 691844 h 2398711"/>
              <a:gd name="connsiteX123211" fmla="*/ 214063 w 2119654"/>
              <a:gd name="connsiteY123211" fmla="*/ 1013613 h 2398711"/>
              <a:gd name="connsiteX123212" fmla="*/ 221974 w 2119654"/>
              <a:gd name="connsiteY123212" fmla="*/ 1036875 h 2398711"/>
              <a:gd name="connsiteX123213" fmla="*/ 222064 w 2119654"/>
              <a:gd name="connsiteY123213" fmla="*/ 1037125 h 2398711"/>
              <a:gd name="connsiteX123214" fmla="*/ 229121 w 2119654"/>
              <a:gd name="connsiteY123214" fmla="*/ 1043895 h 2398711"/>
              <a:gd name="connsiteX123215" fmla="*/ 233779 w 2119654"/>
              <a:gd name="connsiteY123215" fmla="*/ 1048241 h 2398711"/>
              <a:gd name="connsiteX123216" fmla="*/ 229732 w 2119654"/>
              <a:gd name="connsiteY123216" fmla="*/ 1028161 h 2398711"/>
              <a:gd name="connsiteX123217" fmla="*/ 205419 w 2119654"/>
              <a:gd name="connsiteY123217" fmla="*/ 1032761 h 2398711"/>
              <a:gd name="connsiteX123218" fmla="*/ 206627 w 2119654"/>
              <a:gd name="connsiteY123218" fmla="*/ 1037981 h 2398711"/>
              <a:gd name="connsiteX123219" fmla="*/ 208827 w 2119654"/>
              <a:gd name="connsiteY123219" fmla="*/ 1040093 h 2398711"/>
              <a:gd name="connsiteX123220" fmla="*/ 366029 w 2119654"/>
              <a:gd name="connsiteY123220" fmla="*/ 671667 h 2398711"/>
              <a:gd name="connsiteX123221" fmla="*/ 365938 w 2119654"/>
              <a:gd name="connsiteY123221" fmla="*/ 673882 h 2398711"/>
              <a:gd name="connsiteX123222" fmla="*/ 366734 w 2119654"/>
              <a:gd name="connsiteY123222" fmla="*/ 677608 h 2398711"/>
              <a:gd name="connsiteX123223" fmla="*/ 367263 w 2119654"/>
              <a:gd name="connsiteY123223" fmla="*/ 677726 h 2398711"/>
              <a:gd name="connsiteX123224" fmla="*/ 383834 w 2119654"/>
              <a:gd name="connsiteY123224" fmla="*/ 631776 h 2398711"/>
              <a:gd name="connsiteX123225" fmla="*/ 385712 w 2119654"/>
              <a:gd name="connsiteY123225" fmla="*/ 639736 h 2398711"/>
              <a:gd name="connsiteX123226" fmla="*/ 389776 w 2119654"/>
              <a:gd name="connsiteY123226" fmla="*/ 641464 h 2398711"/>
              <a:gd name="connsiteX123227" fmla="*/ 389148 w 2119654"/>
              <a:gd name="connsiteY123227" fmla="*/ 640441 h 2398711"/>
              <a:gd name="connsiteX123228" fmla="*/ 388153 w 2119654"/>
              <a:gd name="connsiteY123228" fmla="*/ 639966 h 2398711"/>
              <a:gd name="connsiteX123229" fmla="*/ 388684 w 2119654"/>
              <a:gd name="connsiteY123229" fmla="*/ 639847 h 2398711"/>
              <a:gd name="connsiteX123230" fmla="*/ 388825 w 2119654"/>
              <a:gd name="connsiteY123230" fmla="*/ 639916 h 2398711"/>
              <a:gd name="connsiteX123231" fmla="*/ 161368 w 2119654"/>
              <a:gd name="connsiteY123231" fmla="*/ 1129744 h 2398711"/>
              <a:gd name="connsiteX123232" fmla="*/ 164997 w 2119654"/>
              <a:gd name="connsiteY123232" fmla="*/ 1136678 h 2398711"/>
              <a:gd name="connsiteX123233" fmla="*/ 188257 w 2119654"/>
              <a:gd name="connsiteY123233" fmla="*/ 1177103 h 2398711"/>
              <a:gd name="connsiteX123234" fmla="*/ 201887 w 2119654"/>
              <a:gd name="connsiteY123234" fmla="*/ 1193413 h 2398711"/>
              <a:gd name="connsiteX123235" fmla="*/ 200794 w 2119654"/>
              <a:gd name="connsiteY123235" fmla="*/ 1190092 h 2398711"/>
              <a:gd name="connsiteX123236" fmla="*/ 186086 w 2119654"/>
              <a:gd name="connsiteY123236" fmla="*/ 1168377 h 2398711"/>
              <a:gd name="connsiteX123237" fmla="*/ 182510 w 2119654"/>
              <a:gd name="connsiteY123237" fmla="*/ 1165977 h 2398711"/>
              <a:gd name="connsiteX123238" fmla="*/ 182413 w 2119654"/>
              <a:gd name="connsiteY123238" fmla="*/ 1165544 h 2398711"/>
              <a:gd name="connsiteX123239" fmla="*/ 185630 w 2119654"/>
              <a:gd name="connsiteY123239" fmla="*/ 1167703 h 2398711"/>
              <a:gd name="connsiteX123240" fmla="*/ 176108 w 2119654"/>
              <a:gd name="connsiteY123240" fmla="*/ 1153642 h 2398711"/>
              <a:gd name="connsiteX123241" fmla="*/ 163513 w 2119654"/>
              <a:gd name="connsiteY123241" fmla="*/ 1131754 h 2398711"/>
              <a:gd name="connsiteX123242" fmla="*/ 366612 w 2119654"/>
              <a:gd name="connsiteY123242" fmla="*/ 670024 h 2398711"/>
              <a:gd name="connsiteX123243" fmla="*/ 368223 w 2119654"/>
              <a:gd name="connsiteY123243" fmla="*/ 677939 h 2398711"/>
              <a:gd name="connsiteX123244" fmla="*/ 370029 w 2119654"/>
              <a:gd name="connsiteY123244" fmla="*/ 678341 h 2398711"/>
              <a:gd name="connsiteX123245" fmla="*/ 368500 w 2119654"/>
              <a:gd name="connsiteY123245" fmla="*/ 670125 h 2398711"/>
              <a:gd name="connsiteX123246" fmla="*/ 368139 w 2119654"/>
              <a:gd name="connsiteY123246" fmla="*/ 666226 h 2398711"/>
              <a:gd name="connsiteX123247" fmla="*/ 368727 w 2119654"/>
              <a:gd name="connsiteY123247" fmla="*/ 669390 h 2398711"/>
              <a:gd name="connsiteX123248" fmla="*/ 371800 w 2119654"/>
              <a:gd name="connsiteY123248" fmla="*/ 669553 h 2398711"/>
              <a:gd name="connsiteX123249" fmla="*/ 371694 w 2119654"/>
              <a:gd name="connsiteY123249" fmla="*/ 668582 h 2398711"/>
              <a:gd name="connsiteX123250" fmla="*/ 369292 w 2119654"/>
              <a:gd name="connsiteY123250" fmla="*/ 666773 h 2398711"/>
              <a:gd name="connsiteX123251" fmla="*/ 217518 w 2119654"/>
              <a:gd name="connsiteY123251" fmla="*/ 1003476 h 2398711"/>
              <a:gd name="connsiteX123252" fmla="*/ 229206 w 2119654"/>
              <a:gd name="connsiteY123252" fmla="*/ 1025547 h 2398711"/>
              <a:gd name="connsiteX123253" fmla="*/ 227200 w 2119654"/>
              <a:gd name="connsiteY123253" fmla="*/ 1015594 h 2398711"/>
              <a:gd name="connsiteX123254" fmla="*/ 360117 w 2119654"/>
              <a:gd name="connsiteY123254" fmla="*/ 683946 h 2398711"/>
              <a:gd name="connsiteX123255" fmla="*/ 359305 w 2119654"/>
              <a:gd name="connsiteY123255" fmla="*/ 688098 h 2398711"/>
              <a:gd name="connsiteX123256" fmla="*/ 360207 w 2119654"/>
              <a:gd name="connsiteY123256" fmla="*/ 691953 h 2398711"/>
              <a:gd name="connsiteX123257" fmla="*/ 364244 w 2119654"/>
              <a:gd name="connsiteY123257" fmla="*/ 693126 h 2398711"/>
              <a:gd name="connsiteX123258" fmla="*/ 364257 w 2119654"/>
              <a:gd name="connsiteY123258" fmla="*/ 692812 h 2398711"/>
              <a:gd name="connsiteX123259" fmla="*/ 361846 w 2119654"/>
              <a:gd name="connsiteY123259" fmla="*/ 686765 h 2398711"/>
              <a:gd name="connsiteX123260" fmla="*/ 289058 w 2119654"/>
              <a:gd name="connsiteY123260" fmla="*/ 842615 h 2398711"/>
              <a:gd name="connsiteX123261" fmla="*/ 290734 w 2119654"/>
              <a:gd name="connsiteY123261" fmla="*/ 866542 h 2398711"/>
              <a:gd name="connsiteX123262" fmla="*/ 291339 w 2119654"/>
              <a:gd name="connsiteY123262" fmla="*/ 866695 h 2398711"/>
              <a:gd name="connsiteX123263" fmla="*/ 290736 w 2119654"/>
              <a:gd name="connsiteY123263" fmla="*/ 866561 h 2398711"/>
              <a:gd name="connsiteX123264" fmla="*/ 291291 w 2119654"/>
              <a:gd name="connsiteY123264" fmla="*/ 874498 h 2398711"/>
              <a:gd name="connsiteX123265" fmla="*/ 301223 w 2119654"/>
              <a:gd name="connsiteY123265" fmla="*/ 891508 h 2398711"/>
              <a:gd name="connsiteX123266" fmla="*/ 298314 w 2119654"/>
              <a:gd name="connsiteY123266" fmla="*/ 868479 h 2398711"/>
              <a:gd name="connsiteX123267" fmla="*/ 291339 w 2119654"/>
              <a:gd name="connsiteY123267" fmla="*/ 866695 h 2398711"/>
              <a:gd name="connsiteX123268" fmla="*/ 298284 w 2119654"/>
              <a:gd name="connsiteY123268" fmla="*/ 868242 h 2398711"/>
              <a:gd name="connsiteX123269" fmla="*/ 295085 w 2119654"/>
              <a:gd name="connsiteY123269" fmla="*/ 842936 h 2398711"/>
              <a:gd name="connsiteX123270" fmla="*/ 448789 w 2119654"/>
              <a:gd name="connsiteY123270" fmla="*/ 483928 h 2398711"/>
              <a:gd name="connsiteX123271" fmla="*/ 449596 w 2119654"/>
              <a:gd name="connsiteY123271" fmla="*/ 485875 h 2398711"/>
              <a:gd name="connsiteX123272" fmla="*/ 449649 w 2119654"/>
              <a:gd name="connsiteY123272" fmla="*/ 484191 h 2398711"/>
              <a:gd name="connsiteX123273" fmla="*/ 241691 w 2119654"/>
              <a:gd name="connsiteY123273" fmla="*/ 947270 h 2398711"/>
              <a:gd name="connsiteX123274" fmla="*/ 243015 w 2119654"/>
              <a:gd name="connsiteY123274" fmla="*/ 951116 h 2398711"/>
              <a:gd name="connsiteX123275" fmla="*/ 255908 w 2119654"/>
              <a:gd name="connsiteY123275" fmla="*/ 977868 h 2398711"/>
              <a:gd name="connsiteX123276" fmla="*/ 256845 w 2119654"/>
              <a:gd name="connsiteY123276" fmla="*/ 979629 h 2398711"/>
              <a:gd name="connsiteX123277" fmla="*/ 256364 w 2119654"/>
              <a:gd name="connsiteY123277" fmla="*/ 975645 h 2398711"/>
              <a:gd name="connsiteX123278" fmla="*/ 253282 w 2119654"/>
              <a:gd name="connsiteY123278" fmla="*/ 970932 h 2398711"/>
              <a:gd name="connsiteX123279" fmla="*/ 253370 w 2119654"/>
              <a:gd name="connsiteY123279" fmla="*/ 970447 h 2398711"/>
              <a:gd name="connsiteX123280" fmla="*/ 256272 w 2119654"/>
              <a:gd name="connsiteY123280" fmla="*/ 974884 h 2398711"/>
              <a:gd name="connsiteX123281" fmla="*/ 255353 w 2119654"/>
              <a:gd name="connsiteY123281" fmla="*/ 967265 h 2398711"/>
              <a:gd name="connsiteX123282" fmla="*/ 254309 w 2119654"/>
              <a:gd name="connsiteY123282" fmla="*/ 957134 h 2398711"/>
              <a:gd name="connsiteX123283" fmla="*/ 474417 w 2119654"/>
              <a:gd name="connsiteY123283" fmla="*/ 425652 h 2398711"/>
              <a:gd name="connsiteX123284" fmla="*/ 475923 w 2119654"/>
              <a:gd name="connsiteY123284" fmla="*/ 433044 h 2398711"/>
              <a:gd name="connsiteX123285" fmla="*/ 476449 w 2119654"/>
              <a:gd name="connsiteY123285" fmla="*/ 426864 h 2398711"/>
              <a:gd name="connsiteX123286" fmla="*/ 370950 w 2119654"/>
              <a:gd name="connsiteY123286" fmla="*/ 656895 h 2398711"/>
              <a:gd name="connsiteX123287" fmla="*/ 372029 w 2119654"/>
              <a:gd name="connsiteY123287" fmla="*/ 666803 h 2398711"/>
              <a:gd name="connsiteX123288" fmla="*/ 375081 w 2119654"/>
              <a:gd name="connsiteY123288" fmla="*/ 668248 h 2398711"/>
              <a:gd name="connsiteX123289" fmla="*/ 365097 w 2119654"/>
              <a:gd name="connsiteY123289" fmla="*/ 669943 h 2398711"/>
              <a:gd name="connsiteX123290" fmla="*/ 365183 w 2119654"/>
              <a:gd name="connsiteY123290" fmla="*/ 670352 h 2398711"/>
              <a:gd name="connsiteX123291" fmla="*/ 365201 w 2119654"/>
              <a:gd name="connsiteY123291" fmla="*/ 669949 h 2398711"/>
              <a:gd name="connsiteX123292" fmla="*/ 383226 w 2119654"/>
              <a:gd name="connsiteY123292" fmla="*/ 629203 h 2398711"/>
              <a:gd name="connsiteX123293" fmla="*/ 383547 w 2119654"/>
              <a:gd name="connsiteY123293" fmla="*/ 630561 h 2398711"/>
              <a:gd name="connsiteX123294" fmla="*/ 389474 w 2119654"/>
              <a:gd name="connsiteY123294" fmla="*/ 640225 h 2398711"/>
              <a:gd name="connsiteX123295" fmla="*/ 402469 w 2119654"/>
              <a:gd name="connsiteY123295" fmla="*/ 646437 h 2398711"/>
              <a:gd name="connsiteX123296" fmla="*/ 402147 w 2119654"/>
              <a:gd name="connsiteY123296" fmla="*/ 635776 h 2398711"/>
              <a:gd name="connsiteX123297" fmla="*/ 379491 w 2119654"/>
              <a:gd name="connsiteY123297" fmla="*/ 637440 h 2398711"/>
              <a:gd name="connsiteX123298" fmla="*/ 378953 w 2119654"/>
              <a:gd name="connsiteY123298" fmla="*/ 644939 h 2398711"/>
              <a:gd name="connsiteX123299" fmla="*/ 385509 w 2119654"/>
              <a:gd name="connsiteY123299" fmla="*/ 648776 h 2398711"/>
              <a:gd name="connsiteX123300" fmla="*/ 387524 w 2119654"/>
              <a:gd name="connsiteY123300" fmla="*/ 649053 h 2398711"/>
              <a:gd name="connsiteX123301" fmla="*/ 385373 w 2119654"/>
              <a:gd name="connsiteY123301" fmla="*/ 639944 h 2398711"/>
              <a:gd name="connsiteX123302" fmla="*/ 397085 w 2119654"/>
              <a:gd name="connsiteY123302" fmla="*/ 597742 h 2398711"/>
              <a:gd name="connsiteX123303" fmla="*/ 400464 w 2119654"/>
              <a:gd name="connsiteY123303" fmla="*/ 614329 h 2398711"/>
              <a:gd name="connsiteX123304" fmla="*/ 401515 w 2119654"/>
              <a:gd name="connsiteY123304" fmla="*/ 614788 h 2398711"/>
              <a:gd name="connsiteX123305" fmla="*/ 401123 w 2119654"/>
              <a:gd name="connsiteY123305" fmla="*/ 601771 h 2398711"/>
              <a:gd name="connsiteX123306" fmla="*/ 401412 w 2119654"/>
              <a:gd name="connsiteY123306" fmla="*/ 601381 h 2398711"/>
              <a:gd name="connsiteX123307" fmla="*/ 401820 w 2119654"/>
              <a:gd name="connsiteY123307" fmla="*/ 614922 h 2398711"/>
              <a:gd name="connsiteX123308" fmla="*/ 405768 w 2119654"/>
              <a:gd name="connsiteY123308" fmla="*/ 616647 h 2398711"/>
              <a:gd name="connsiteX123309" fmla="*/ 404650 w 2119654"/>
              <a:gd name="connsiteY123309" fmla="*/ 600692 h 2398711"/>
              <a:gd name="connsiteX123310" fmla="*/ 361534 w 2119654"/>
              <a:gd name="connsiteY123310" fmla="*/ 676705 h 2398711"/>
              <a:gd name="connsiteX123311" fmla="*/ 360459 w 2119654"/>
              <a:gd name="connsiteY123311" fmla="*/ 682197 h 2398711"/>
              <a:gd name="connsiteX123312" fmla="*/ 360882 w 2119654"/>
              <a:gd name="connsiteY123312" fmla="*/ 683255 h 2398711"/>
              <a:gd name="connsiteX123313" fmla="*/ 364432 w 2119654"/>
              <a:gd name="connsiteY123313" fmla="*/ 688558 h 2398711"/>
              <a:gd name="connsiteX123314" fmla="*/ 364887 w 2119654"/>
              <a:gd name="connsiteY123314" fmla="*/ 677561 h 2398711"/>
              <a:gd name="connsiteX123315" fmla="*/ 240841 w 2119654"/>
              <a:gd name="connsiteY123315" fmla="*/ 946606 h 2398711"/>
              <a:gd name="connsiteX123316" fmla="*/ 242066 w 2119654"/>
              <a:gd name="connsiteY123316" fmla="*/ 949148 h 2398711"/>
              <a:gd name="connsiteX123317" fmla="*/ 241364 w 2119654"/>
              <a:gd name="connsiteY123317" fmla="*/ 947015 h 2398711"/>
              <a:gd name="connsiteX123318" fmla="*/ 446548 w 2119654"/>
              <a:gd name="connsiteY123318" fmla="*/ 485943 h 2398711"/>
              <a:gd name="connsiteX123319" fmla="*/ 447302 w 2119654"/>
              <a:gd name="connsiteY123319" fmla="*/ 503202 h 2398711"/>
              <a:gd name="connsiteX123320" fmla="*/ 448935 w 2119654"/>
              <a:gd name="connsiteY123320" fmla="*/ 506736 h 2398711"/>
              <a:gd name="connsiteX123321" fmla="*/ 449522 w 2119654"/>
              <a:gd name="connsiteY123321" fmla="*/ 488183 h 2398711"/>
              <a:gd name="connsiteX123322" fmla="*/ 267912 w 2119654"/>
              <a:gd name="connsiteY123322" fmla="*/ 885750 h 2398711"/>
              <a:gd name="connsiteX123323" fmla="*/ 268399 w 2119654"/>
              <a:gd name="connsiteY123323" fmla="*/ 886628 h 2398711"/>
              <a:gd name="connsiteX123324" fmla="*/ 285889 w 2119654"/>
              <a:gd name="connsiteY123324" fmla="*/ 917184 h 2398711"/>
              <a:gd name="connsiteX123325" fmla="*/ 285591 w 2119654"/>
              <a:gd name="connsiteY123325" fmla="*/ 914209 h 2398711"/>
              <a:gd name="connsiteX123326" fmla="*/ 276140 w 2119654"/>
              <a:gd name="connsiteY123326" fmla="*/ 888313 h 2398711"/>
              <a:gd name="connsiteX123327" fmla="*/ 382575 w 2119654"/>
              <a:gd name="connsiteY123327" fmla="*/ 628978 h 2398711"/>
              <a:gd name="connsiteX123328" fmla="*/ 382917 w 2119654"/>
              <a:gd name="connsiteY123328" fmla="*/ 629534 h 2398711"/>
              <a:gd name="connsiteX123329" fmla="*/ 382804 w 2119654"/>
              <a:gd name="connsiteY123329" fmla="*/ 629057 h 2398711"/>
              <a:gd name="connsiteX123330" fmla="*/ 366292 w 2119654"/>
              <a:gd name="connsiteY123330" fmla="*/ 665352 h 2398711"/>
              <a:gd name="connsiteX123331" fmla="*/ 366184 w 2119654"/>
              <a:gd name="connsiteY123331" fmla="*/ 667928 h 2398711"/>
              <a:gd name="connsiteX123332" fmla="*/ 366457 w 2119654"/>
              <a:gd name="connsiteY123332" fmla="*/ 669269 h 2398711"/>
              <a:gd name="connsiteX123333" fmla="*/ 368360 w 2119654"/>
              <a:gd name="connsiteY123333" fmla="*/ 669371 h 2398711"/>
              <a:gd name="connsiteX123334" fmla="*/ 367740 w 2119654"/>
              <a:gd name="connsiteY123334" fmla="*/ 666038 h 2398711"/>
              <a:gd name="connsiteX123335" fmla="*/ 280509 w 2119654"/>
              <a:gd name="connsiteY123335" fmla="*/ 856806 h 2398711"/>
              <a:gd name="connsiteX123336" fmla="*/ 281276 w 2119654"/>
              <a:gd name="connsiteY123336" fmla="*/ 864456 h 2398711"/>
              <a:gd name="connsiteX123337" fmla="*/ 285528 w 2119654"/>
              <a:gd name="connsiteY123337" fmla="*/ 865403 h 2398711"/>
              <a:gd name="connsiteX123338" fmla="*/ 296619 w 2119654"/>
              <a:gd name="connsiteY123338" fmla="*/ 820727 h 2398711"/>
              <a:gd name="connsiteX123339" fmla="*/ 297024 w 2119654"/>
              <a:gd name="connsiteY123339" fmla="*/ 822224 h 2398711"/>
              <a:gd name="connsiteX123340" fmla="*/ 302897 w 2119654"/>
              <a:gd name="connsiteY123340" fmla="*/ 842824 h 2398711"/>
              <a:gd name="connsiteX123341" fmla="*/ 305138 w 2119654"/>
              <a:gd name="connsiteY123341" fmla="*/ 842912 h 2398711"/>
              <a:gd name="connsiteX123342" fmla="*/ 306329 w 2119654"/>
              <a:gd name="connsiteY123342" fmla="*/ 842974 h 2398711"/>
              <a:gd name="connsiteX123343" fmla="*/ 298870 w 2119654"/>
              <a:gd name="connsiteY123343" fmla="*/ 822479 h 2398711"/>
              <a:gd name="connsiteX123344" fmla="*/ 298983 w 2119654"/>
              <a:gd name="connsiteY123344" fmla="*/ 822137 h 2398711"/>
              <a:gd name="connsiteX123345" fmla="*/ 306573 w 2119654"/>
              <a:gd name="connsiteY123345" fmla="*/ 842988 h 2398711"/>
              <a:gd name="connsiteX123346" fmla="*/ 315507 w 2119654"/>
              <a:gd name="connsiteY123346" fmla="*/ 843462 h 2398711"/>
              <a:gd name="connsiteX123347" fmla="*/ 316148 w 2119654"/>
              <a:gd name="connsiteY123347" fmla="*/ 834524 h 2398711"/>
              <a:gd name="connsiteX123348" fmla="*/ 315995 w 2119654"/>
              <a:gd name="connsiteY123348" fmla="*/ 833226 h 2398711"/>
              <a:gd name="connsiteX123349" fmla="*/ 312479 w 2119654"/>
              <a:gd name="connsiteY123349" fmla="*/ 827475 h 2398711"/>
              <a:gd name="connsiteX123350" fmla="*/ 296327 w 2119654"/>
              <a:gd name="connsiteY123350" fmla="*/ 820602 h 2398711"/>
              <a:gd name="connsiteX123351" fmla="*/ 296582 w 2119654"/>
              <a:gd name="connsiteY123351" fmla="*/ 823306 h 2398711"/>
              <a:gd name="connsiteX123352" fmla="*/ 299475 w 2119654"/>
              <a:gd name="connsiteY123352" fmla="*/ 842688 h 2398711"/>
              <a:gd name="connsiteX123353" fmla="*/ 302374 w 2119654"/>
              <a:gd name="connsiteY123353" fmla="*/ 842802 h 2398711"/>
              <a:gd name="connsiteX123354" fmla="*/ 302119 w 2119654"/>
              <a:gd name="connsiteY123354" fmla="*/ 841908 h 2398711"/>
              <a:gd name="connsiteX123355" fmla="*/ 296358 w 2119654"/>
              <a:gd name="connsiteY123355" fmla="*/ 820616 h 2398711"/>
              <a:gd name="connsiteX123356" fmla="*/ 396628 w 2119654"/>
              <a:gd name="connsiteY123356" fmla="*/ 595490 h 2398711"/>
              <a:gd name="connsiteX123357" fmla="*/ 397030 w 2119654"/>
              <a:gd name="connsiteY123357" fmla="*/ 597461 h 2398711"/>
              <a:gd name="connsiteX123358" fmla="*/ 404631 w 2119654"/>
              <a:gd name="connsiteY123358" fmla="*/ 600427 h 2398711"/>
              <a:gd name="connsiteX123359" fmla="*/ 404620 w 2119654"/>
              <a:gd name="connsiteY123359" fmla="*/ 600258 h 2398711"/>
              <a:gd name="connsiteX123360" fmla="*/ 260128 w 2119654"/>
              <a:gd name="connsiteY123360" fmla="*/ 900968 h 2398711"/>
              <a:gd name="connsiteX123361" fmla="*/ 277012 w 2119654"/>
              <a:gd name="connsiteY123361" fmla="*/ 940787 h 2398711"/>
              <a:gd name="connsiteX123362" fmla="*/ 278196 w 2119654"/>
              <a:gd name="connsiteY123362" fmla="*/ 940985 h 2398711"/>
              <a:gd name="connsiteX123363" fmla="*/ 279372 w 2119654"/>
              <a:gd name="connsiteY123363" fmla="*/ 941331 h 2398711"/>
              <a:gd name="connsiteX123364" fmla="*/ 275137 w 2119654"/>
              <a:gd name="connsiteY123364" fmla="*/ 933187 h 2398711"/>
              <a:gd name="connsiteX123365" fmla="*/ 275169 w 2119654"/>
              <a:gd name="connsiteY123365" fmla="*/ 933024 h 2398711"/>
              <a:gd name="connsiteX123366" fmla="*/ 279509 w 2119654"/>
              <a:gd name="connsiteY123366" fmla="*/ 941371 h 2398711"/>
              <a:gd name="connsiteX123367" fmla="*/ 288579 w 2119654"/>
              <a:gd name="connsiteY123367" fmla="*/ 944039 h 2398711"/>
              <a:gd name="connsiteX123368" fmla="*/ 286832 w 2119654"/>
              <a:gd name="connsiteY123368" fmla="*/ 926600 h 2398711"/>
              <a:gd name="connsiteX123369" fmla="*/ 260330 w 2119654"/>
              <a:gd name="connsiteY123369" fmla="*/ 901166 h 2398711"/>
              <a:gd name="connsiteX123370" fmla="*/ 348204 w 2119654"/>
              <a:gd name="connsiteY123370" fmla="*/ 703707 h 2398711"/>
              <a:gd name="connsiteX123371" fmla="*/ 350734 w 2119654"/>
              <a:gd name="connsiteY123371" fmla="*/ 711404 h 2398711"/>
              <a:gd name="connsiteX123372" fmla="*/ 352253 w 2119654"/>
              <a:gd name="connsiteY123372" fmla="*/ 711829 h 2398711"/>
              <a:gd name="connsiteX123373" fmla="*/ 353306 w 2119654"/>
              <a:gd name="connsiteY123373" fmla="*/ 706452 h 2398711"/>
              <a:gd name="connsiteX123374" fmla="*/ 446429 w 2119654"/>
              <a:gd name="connsiteY123374" fmla="*/ 483208 h 2398711"/>
              <a:gd name="connsiteX123375" fmla="*/ 446527 w 2119654"/>
              <a:gd name="connsiteY123375" fmla="*/ 485437 h 2398711"/>
              <a:gd name="connsiteX123376" fmla="*/ 449538 w 2119654"/>
              <a:gd name="connsiteY123376" fmla="*/ 487705 h 2398711"/>
              <a:gd name="connsiteX123377" fmla="*/ 449566 w 2119654"/>
              <a:gd name="connsiteY123377" fmla="*/ 486821 h 2398711"/>
              <a:gd name="connsiteX123378" fmla="*/ 448306 w 2119654"/>
              <a:gd name="connsiteY123378" fmla="*/ 483781 h 2398711"/>
              <a:gd name="connsiteX123379" fmla="*/ 322524 w 2119654"/>
              <a:gd name="connsiteY123379" fmla="*/ 760513 h 2398711"/>
              <a:gd name="connsiteX123380" fmla="*/ 321766 w 2119654"/>
              <a:gd name="connsiteY123380" fmla="*/ 784494 h 2398711"/>
              <a:gd name="connsiteX123381" fmla="*/ 325458 w 2119654"/>
              <a:gd name="connsiteY123381" fmla="*/ 785877 h 2398711"/>
              <a:gd name="connsiteX123382" fmla="*/ 331305 w 2119654"/>
              <a:gd name="connsiteY123382" fmla="*/ 788160 h 2398711"/>
              <a:gd name="connsiteX123383" fmla="*/ 329390 w 2119654"/>
              <a:gd name="connsiteY123383" fmla="*/ 785041 h 2398711"/>
              <a:gd name="connsiteX123384" fmla="*/ 329473 w 2119654"/>
              <a:gd name="connsiteY123384" fmla="*/ 784644 h 2398711"/>
              <a:gd name="connsiteX123385" fmla="*/ 331672 w 2119654"/>
              <a:gd name="connsiteY123385" fmla="*/ 788225 h 2398711"/>
              <a:gd name="connsiteX123386" fmla="*/ 276460 w 2119654"/>
              <a:gd name="connsiteY123386" fmla="*/ 863468 h 2398711"/>
              <a:gd name="connsiteX123387" fmla="*/ 282701 w 2119654"/>
              <a:gd name="connsiteY123387" fmla="*/ 885362 h 2398711"/>
              <a:gd name="connsiteX123388" fmla="*/ 280834 w 2119654"/>
              <a:gd name="connsiteY123388" fmla="*/ 866730 h 2398711"/>
              <a:gd name="connsiteX123389" fmla="*/ 279490 w 2119654"/>
              <a:gd name="connsiteY123389" fmla="*/ 864116 h 2398711"/>
              <a:gd name="connsiteX123390" fmla="*/ 362880 w 2119654"/>
              <a:gd name="connsiteY123390" fmla="*/ 669826 h 2398711"/>
              <a:gd name="connsiteX123391" fmla="*/ 361582 w 2119654"/>
              <a:gd name="connsiteY123391" fmla="*/ 676460 h 2398711"/>
              <a:gd name="connsiteX123392" fmla="*/ 364865 w 2119654"/>
              <a:gd name="connsiteY123392" fmla="*/ 677192 h 2398711"/>
              <a:gd name="connsiteX123393" fmla="*/ 363773 w 2119654"/>
              <a:gd name="connsiteY123393" fmla="*/ 669873 h 2398711"/>
              <a:gd name="connsiteX123394" fmla="*/ 343837 w 2119654"/>
              <a:gd name="connsiteY123394" fmla="*/ 711169 h 2398711"/>
              <a:gd name="connsiteX123395" fmla="*/ 347616 w 2119654"/>
              <a:gd name="connsiteY123395" fmla="*/ 721134 h 2398711"/>
              <a:gd name="connsiteX123396" fmla="*/ 349545 w 2119654"/>
              <a:gd name="connsiteY123396" fmla="*/ 725667 h 2398711"/>
              <a:gd name="connsiteX123397" fmla="*/ 351440 w 2119654"/>
              <a:gd name="connsiteY123397" fmla="*/ 715989 h 2398711"/>
              <a:gd name="connsiteX123398" fmla="*/ 350521 w 2119654"/>
              <a:gd name="connsiteY123398" fmla="*/ 713194 h 2398711"/>
              <a:gd name="connsiteX123399" fmla="*/ 350423 w 2119654"/>
              <a:gd name="connsiteY123399" fmla="*/ 712853 h 2398711"/>
              <a:gd name="connsiteX123400" fmla="*/ 370379 w 2119654"/>
              <a:gd name="connsiteY123400" fmla="*/ 651652 h 2398711"/>
              <a:gd name="connsiteX123401" fmla="*/ 370833 w 2119654"/>
              <a:gd name="connsiteY123401" fmla="*/ 655828 h 2398711"/>
              <a:gd name="connsiteX123402" fmla="*/ 375645 w 2119654"/>
              <a:gd name="connsiteY123402" fmla="*/ 668514 h 2398711"/>
              <a:gd name="connsiteX123403" fmla="*/ 376728 w 2119654"/>
              <a:gd name="connsiteY123403" fmla="*/ 669027 h 2398711"/>
              <a:gd name="connsiteX123404" fmla="*/ 376833 w 2119654"/>
              <a:gd name="connsiteY123404" fmla="*/ 667565 h 2398711"/>
              <a:gd name="connsiteX123405" fmla="*/ 374363 w 2119654"/>
              <a:gd name="connsiteY123405" fmla="*/ 651864 h 2398711"/>
              <a:gd name="connsiteX123406" fmla="*/ 363382 w 2119654"/>
              <a:gd name="connsiteY123406" fmla="*/ 667258 h 2398711"/>
              <a:gd name="connsiteX123407" fmla="*/ 363025 w 2119654"/>
              <a:gd name="connsiteY123407" fmla="*/ 669087 h 2398711"/>
              <a:gd name="connsiteX123408" fmla="*/ 363661 w 2119654"/>
              <a:gd name="connsiteY123408" fmla="*/ 669121 h 2398711"/>
              <a:gd name="connsiteX123409" fmla="*/ 254616 w 2119654"/>
              <a:gd name="connsiteY123409" fmla="*/ 910546 h 2398711"/>
              <a:gd name="connsiteX123410" fmla="*/ 254685 w 2119654"/>
              <a:gd name="connsiteY123410" fmla="*/ 911163 h 2398711"/>
              <a:gd name="connsiteX123411" fmla="*/ 258343 w 2119654"/>
              <a:gd name="connsiteY123411" fmla="*/ 937657 h 2398711"/>
              <a:gd name="connsiteX123412" fmla="*/ 270588 w 2119654"/>
              <a:gd name="connsiteY123412" fmla="*/ 939710 h 2398711"/>
              <a:gd name="connsiteX123413" fmla="*/ 451109 w 2119654"/>
              <a:gd name="connsiteY123413" fmla="*/ 470349 h 2398711"/>
              <a:gd name="connsiteX123414" fmla="*/ 450691 w 2119654"/>
              <a:gd name="connsiteY123414" fmla="*/ 483570 h 2398711"/>
              <a:gd name="connsiteX123415" fmla="*/ 466207 w 2119654"/>
              <a:gd name="connsiteY123415" fmla="*/ 488308 h 2398711"/>
              <a:gd name="connsiteX123416" fmla="*/ 465948 w 2119654"/>
              <a:gd name="connsiteY123416" fmla="*/ 482371 h 2398711"/>
              <a:gd name="connsiteX123417" fmla="*/ 452880 w 2119654"/>
              <a:gd name="connsiteY123417" fmla="*/ 471685 h 2398711"/>
              <a:gd name="connsiteX123418" fmla="*/ 366533 w 2119654"/>
              <a:gd name="connsiteY123418" fmla="*/ 659473 h 2398711"/>
              <a:gd name="connsiteX123419" fmla="*/ 366341 w 2119654"/>
              <a:gd name="connsiteY123419" fmla="*/ 664141 h 2398711"/>
              <a:gd name="connsiteX123420" fmla="*/ 366558 w 2119654"/>
              <a:gd name="connsiteY123420" fmla="*/ 664299 h 2398711"/>
              <a:gd name="connsiteX123421" fmla="*/ 367490 w 2119654"/>
              <a:gd name="connsiteY123421" fmla="*/ 664696 h 2398711"/>
              <a:gd name="connsiteX123422" fmla="*/ 366718 w 2119654"/>
              <a:gd name="connsiteY123422" fmla="*/ 660544 h 2398711"/>
              <a:gd name="connsiteX123423" fmla="*/ 294708 w 2119654"/>
              <a:gd name="connsiteY123423" fmla="*/ 819914 h 2398711"/>
              <a:gd name="connsiteX123424" fmla="*/ 297286 w 2119654"/>
              <a:gd name="connsiteY123424" fmla="*/ 834891 h 2398711"/>
              <a:gd name="connsiteX123425" fmla="*/ 295917 w 2119654"/>
              <a:gd name="connsiteY123425" fmla="*/ 820429 h 2398711"/>
              <a:gd name="connsiteX123426" fmla="*/ 464783 w 2119654"/>
              <a:gd name="connsiteY123426" fmla="*/ 439047 h 2398711"/>
              <a:gd name="connsiteX123427" fmla="*/ 464899 w 2119654"/>
              <a:gd name="connsiteY123427" fmla="*/ 442919 h 2398711"/>
              <a:gd name="connsiteX123428" fmla="*/ 466250 w 2119654"/>
              <a:gd name="connsiteY123428" fmla="*/ 473902 h 2398711"/>
              <a:gd name="connsiteX123429" fmla="*/ 472183 w 2119654"/>
              <a:gd name="connsiteY123429" fmla="*/ 478155 h 2398711"/>
              <a:gd name="connsiteX123430" fmla="*/ 472108 w 2119654"/>
              <a:gd name="connsiteY123430" fmla="*/ 447005 h 2398711"/>
              <a:gd name="connsiteX123431" fmla="*/ 472511 w 2119654"/>
              <a:gd name="connsiteY123431" fmla="*/ 446492 h 2398711"/>
              <a:gd name="connsiteX123432" fmla="*/ 472583 w 2119654"/>
              <a:gd name="connsiteY123432" fmla="*/ 476319 h 2398711"/>
              <a:gd name="connsiteX123433" fmla="*/ 474384 w 2119654"/>
              <a:gd name="connsiteY123433" fmla="*/ 451199 h 2398711"/>
              <a:gd name="connsiteX123434" fmla="*/ 472119 w 2119654"/>
              <a:gd name="connsiteY123434" fmla="*/ 441978 h 2398711"/>
              <a:gd name="connsiteX123435" fmla="*/ 305265 w 2119654"/>
              <a:gd name="connsiteY123435" fmla="*/ 795983 h 2398711"/>
              <a:gd name="connsiteX123436" fmla="*/ 306236 w 2119654"/>
              <a:gd name="connsiteY123436" fmla="*/ 798340 h 2398711"/>
              <a:gd name="connsiteX123437" fmla="*/ 307138 w 2119654"/>
              <a:gd name="connsiteY123437" fmla="*/ 799812 h 2398711"/>
              <a:gd name="connsiteX123438" fmla="*/ 309421 w 2119654"/>
              <a:gd name="connsiteY123438" fmla="*/ 800802 h 2398711"/>
              <a:gd name="connsiteX123439" fmla="*/ 364041 w 2119654"/>
              <a:gd name="connsiteY123439" fmla="*/ 664287 h 2398711"/>
              <a:gd name="connsiteX123440" fmla="*/ 364002 w 2119654"/>
              <a:gd name="connsiteY123440" fmla="*/ 664449 h 2398711"/>
              <a:gd name="connsiteX123441" fmla="*/ 364183 w 2119654"/>
              <a:gd name="connsiteY123441" fmla="*/ 665665 h 2398711"/>
              <a:gd name="connsiteX123442" fmla="*/ 364936 w 2119654"/>
              <a:gd name="connsiteY123442" fmla="*/ 669189 h 2398711"/>
              <a:gd name="connsiteX123443" fmla="*/ 365232 w 2119654"/>
              <a:gd name="connsiteY123443" fmla="*/ 669204 h 2398711"/>
              <a:gd name="connsiteX123444" fmla="*/ 365281 w 2119654"/>
              <a:gd name="connsiteY123444" fmla="*/ 667995 h 2398711"/>
              <a:gd name="connsiteX123445" fmla="*/ 364579 w 2119654"/>
              <a:gd name="connsiteY123445" fmla="*/ 664542 h 2398711"/>
              <a:gd name="connsiteX123446" fmla="*/ 380157 w 2119654"/>
              <a:gd name="connsiteY123446" fmla="*/ 628137 h 2398711"/>
              <a:gd name="connsiteX123447" fmla="*/ 379514 w 2119654"/>
              <a:gd name="connsiteY123447" fmla="*/ 637098 h 2398711"/>
              <a:gd name="connsiteX123448" fmla="*/ 385281 w 2119654"/>
              <a:gd name="connsiteY123448" fmla="*/ 639552 h 2398711"/>
              <a:gd name="connsiteX123449" fmla="*/ 383203 w 2119654"/>
              <a:gd name="connsiteY123449" fmla="*/ 630749 h 2398711"/>
              <a:gd name="connsiteX123450" fmla="*/ 381993 w 2119654"/>
              <a:gd name="connsiteY123450" fmla="*/ 628775 h 2398711"/>
              <a:gd name="connsiteX123451" fmla="*/ 357233 w 2119654"/>
              <a:gd name="connsiteY123451" fmla="*/ 679243 h 2398711"/>
              <a:gd name="connsiteX123452" fmla="*/ 358392 w 2119654"/>
              <a:gd name="connsiteY123452" fmla="*/ 684191 h 2398711"/>
              <a:gd name="connsiteX123453" fmla="*/ 358915 w 2119654"/>
              <a:gd name="connsiteY123453" fmla="*/ 681985 h 2398711"/>
              <a:gd name="connsiteX123454" fmla="*/ 364302 w 2119654"/>
              <a:gd name="connsiteY123454" fmla="*/ 663184 h 2398711"/>
              <a:gd name="connsiteX123455" fmla="*/ 364269 w 2119654"/>
              <a:gd name="connsiteY123455" fmla="*/ 663326 h 2398711"/>
              <a:gd name="connsiteX123456" fmla="*/ 364336 w 2119654"/>
              <a:gd name="connsiteY123456" fmla="*/ 663354 h 2398711"/>
              <a:gd name="connsiteX123457" fmla="*/ 369256 w 2119654"/>
              <a:gd name="connsiteY123457" fmla="*/ 651593 h 2398711"/>
              <a:gd name="connsiteX123458" fmla="*/ 369958 w 2119654"/>
              <a:gd name="connsiteY123458" fmla="*/ 653519 h 2398711"/>
              <a:gd name="connsiteX123459" fmla="*/ 370093 w 2119654"/>
              <a:gd name="connsiteY123459" fmla="*/ 653873 h 2398711"/>
              <a:gd name="connsiteX123460" fmla="*/ 369848 w 2119654"/>
              <a:gd name="connsiteY123460" fmla="*/ 651624 h 2398711"/>
              <a:gd name="connsiteX123461" fmla="*/ 226678 w 2119654"/>
              <a:gd name="connsiteY123461" fmla="*/ 970491 h 2398711"/>
              <a:gd name="connsiteX123462" fmla="*/ 227710 w 2119654"/>
              <a:gd name="connsiteY123462" fmla="*/ 982496 h 2398711"/>
              <a:gd name="connsiteX123463" fmla="*/ 237449 w 2119654"/>
              <a:gd name="connsiteY123463" fmla="*/ 1011412 h 2398711"/>
              <a:gd name="connsiteX123464" fmla="*/ 252693 w 2119654"/>
              <a:gd name="connsiteY123464" fmla="*/ 1043604 h 2398711"/>
              <a:gd name="connsiteX123465" fmla="*/ 262931 w 2119654"/>
              <a:gd name="connsiteY123465" fmla="*/ 1055277 h 2398711"/>
              <a:gd name="connsiteX123466" fmla="*/ 261289 w 2119654"/>
              <a:gd name="connsiteY123466" fmla="*/ 1050283 h 2398711"/>
              <a:gd name="connsiteX123467" fmla="*/ 250687 w 2119654"/>
              <a:gd name="connsiteY123467" fmla="*/ 1036824 h 2398711"/>
              <a:gd name="connsiteX123468" fmla="*/ 250685 w 2119654"/>
              <a:gd name="connsiteY123468" fmla="*/ 1036599 h 2398711"/>
              <a:gd name="connsiteX123469" fmla="*/ 260294 w 2119654"/>
              <a:gd name="connsiteY123469" fmla="*/ 1048795 h 2398711"/>
              <a:gd name="connsiteX123470" fmla="*/ 261146 w 2119654"/>
              <a:gd name="connsiteY123470" fmla="*/ 1049847 h 2398711"/>
              <a:gd name="connsiteX123471" fmla="*/ 255168 w 2119654"/>
              <a:gd name="connsiteY123471" fmla="*/ 1031666 h 2398711"/>
              <a:gd name="connsiteX123472" fmla="*/ 244487 w 2119654"/>
              <a:gd name="connsiteY123472" fmla="*/ 994194 h 2398711"/>
              <a:gd name="connsiteX123473" fmla="*/ 446238 w 2119654"/>
              <a:gd name="connsiteY123473" fmla="*/ 478789 h 2398711"/>
              <a:gd name="connsiteX123474" fmla="*/ 446389 w 2119654"/>
              <a:gd name="connsiteY123474" fmla="*/ 482257 h 2398711"/>
              <a:gd name="connsiteX123475" fmla="*/ 447861 w 2119654"/>
              <a:gd name="connsiteY123475" fmla="*/ 482706 h 2398711"/>
              <a:gd name="connsiteX123476" fmla="*/ 380308 w 2119654"/>
              <a:gd name="connsiteY123476" fmla="*/ 626027 h 2398711"/>
              <a:gd name="connsiteX123477" fmla="*/ 380231 w 2119654"/>
              <a:gd name="connsiteY123477" fmla="*/ 627096 h 2398711"/>
              <a:gd name="connsiteX123478" fmla="*/ 381131 w 2119654"/>
              <a:gd name="connsiteY123478" fmla="*/ 627369 h 2398711"/>
              <a:gd name="connsiteX123479" fmla="*/ 357900 w 2119654"/>
              <a:gd name="connsiteY123479" fmla="*/ 675777 h 2398711"/>
              <a:gd name="connsiteX123480" fmla="*/ 359461 w 2119654"/>
              <a:gd name="connsiteY123480" fmla="*/ 679691 h 2398711"/>
              <a:gd name="connsiteX123481" fmla="*/ 360248 w 2119654"/>
              <a:gd name="connsiteY123481" fmla="*/ 676376 h 2398711"/>
              <a:gd name="connsiteX123482" fmla="*/ 464698 w 2119654"/>
              <a:gd name="connsiteY123482" fmla="*/ 436228 h 2398711"/>
              <a:gd name="connsiteX123483" fmla="*/ 464767 w 2119654"/>
              <a:gd name="connsiteY123483" fmla="*/ 438523 h 2398711"/>
              <a:gd name="connsiteX123484" fmla="*/ 471978 w 2119654"/>
              <a:gd name="connsiteY123484" fmla="*/ 441403 h 2398711"/>
              <a:gd name="connsiteX123485" fmla="*/ 471853 w 2119654"/>
              <a:gd name="connsiteY123485" fmla="*/ 440892 h 2398711"/>
              <a:gd name="connsiteX123486" fmla="*/ 293426 w 2119654"/>
              <a:gd name="connsiteY123486" fmla="*/ 819369 h 2398711"/>
              <a:gd name="connsiteX123487" fmla="*/ 294566 w 2119654"/>
              <a:gd name="connsiteY123487" fmla="*/ 828390 h 2398711"/>
              <a:gd name="connsiteX123488" fmla="*/ 296015 w 2119654"/>
              <a:gd name="connsiteY123488" fmla="*/ 834291 h 2398711"/>
              <a:gd name="connsiteX123489" fmla="*/ 297635 w 2119654"/>
              <a:gd name="connsiteY123489" fmla="*/ 838533 h 2398711"/>
              <a:gd name="connsiteX123490" fmla="*/ 294407 w 2119654"/>
              <a:gd name="connsiteY123490" fmla="*/ 819787 h 2398711"/>
              <a:gd name="connsiteX123491" fmla="*/ 365815 w 2119654"/>
              <a:gd name="connsiteY123491" fmla="*/ 656812 h 2398711"/>
              <a:gd name="connsiteX123492" fmla="*/ 364795 w 2119654"/>
              <a:gd name="connsiteY123492" fmla="*/ 661108 h 2398711"/>
              <a:gd name="connsiteX123493" fmla="*/ 365250 w 2119654"/>
              <a:gd name="connsiteY123493" fmla="*/ 663342 h 2398711"/>
              <a:gd name="connsiteX123494" fmla="*/ 365468 w 2119654"/>
              <a:gd name="connsiteY123494" fmla="*/ 663501 h 2398711"/>
              <a:gd name="connsiteX123495" fmla="*/ 365523 w 2119654"/>
              <a:gd name="connsiteY123495" fmla="*/ 662142 h 2398711"/>
              <a:gd name="connsiteX123496" fmla="*/ 405224 w 2119654"/>
              <a:gd name="connsiteY123496" fmla="*/ 568258 h 2398711"/>
              <a:gd name="connsiteX123497" fmla="*/ 407532 w 2119654"/>
              <a:gd name="connsiteY123497" fmla="*/ 588047 h 2398711"/>
              <a:gd name="connsiteX123498" fmla="*/ 410885 w 2119654"/>
              <a:gd name="connsiteY123498" fmla="*/ 589015 h 2398711"/>
              <a:gd name="connsiteX123499" fmla="*/ 410978 w 2119654"/>
              <a:gd name="connsiteY123499" fmla="*/ 587322 h 2398711"/>
              <a:gd name="connsiteX123500" fmla="*/ 411297 w 2119654"/>
              <a:gd name="connsiteY123500" fmla="*/ 586956 h 2398711"/>
              <a:gd name="connsiteX123501" fmla="*/ 411180 w 2119654"/>
              <a:gd name="connsiteY123501" fmla="*/ 589100 h 2398711"/>
              <a:gd name="connsiteX123502" fmla="*/ 417515 w 2119654"/>
              <a:gd name="connsiteY123502" fmla="*/ 590928 h 2398711"/>
              <a:gd name="connsiteX123503" fmla="*/ 416313 w 2119654"/>
              <a:gd name="connsiteY123503" fmla="*/ 585026 h 2398711"/>
              <a:gd name="connsiteX123504" fmla="*/ 416471 w 2119654"/>
              <a:gd name="connsiteY123504" fmla="*/ 584712 h 2398711"/>
              <a:gd name="connsiteX123505" fmla="*/ 417750 w 2119654"/>
              <a:gd name="connsiteY123505" fmla="*/ 590997 h 2398711"/>
              <a:gd name="connsiteX123506" fmla="*/ 419612 w 2119654"/>
              <a:gd name="connsiteY123506" fmla="*/ 591534 h 2398711"/>
              <a:gd name="connsiteX123507" fmla="*/ 422631 w 2119654"/>
              <a:gd name="connsiteY123507" fmla="*/ 578820 h 2398711"/>
              <a:gd name="connsiteX123508" fmla="*/ 346741 w 2119654"/>
              <a:gd name="connsiteY123508" fmla="*/ 698880 h 2398711"/>
              <a:gd name="connsiteX123509" fmla="*/ 347552 w 2119654"/>
              <a:gd name="connsiteY123509" fmla="*/ 701723 h 2398711"/>
              <a:gd name="connsiteX123510" fmla="*/ 347820 w 2119654"/>
              <a:gd name="connsiteY123510" fmla="*/ 702535 h 2398711"/>
              <a:gd name="connsiteX123511" fmla="*/ 351813 w 2119654"/>
              <a:gd name="connsiteY123511" fmla="*/ 704482 h 2398711"/>
              <a:gd name="connsiteX123512" fmla="*/ 353512 w 2119654"/>
              <a:gd name="connsiteY123512" fmla="*/ 705397 h 2398711"/>
              <a:gd name="connsiteX123513" fmla="*/ 354243 w 2119654"/>
              <a:gd name="connsiteY123513" fmla="*/ 701662 h 2398711"/>
              <a:gd name="connsiteX123514" fmla="*/ 354341 w 2119654"/>
              <a:gd name="connsiteY123514" fmla="*/ 701249 h 2398711"/>
              <a:gd name="connsiteX123515" fmla="*/ 369875 w 2119654"/>
              <a:gd name="connsiteY123515" fmla="*/ 647029 h 2398711"/>
              <a:gd name="connsiteX123516" fmla="*/ 370318 w 2119654"/>
              <a:gd name="connsiteY123516" fmla="*/ 651091 h 2398711"/>
              <a:gd name="connsiteX123517" fmla="*/ 374275 w 2119654"/>
              <a:gd name="connsiteY123517" fmla="*/ 651302 h 2398711"/>
              <a:gd name="connsiteX123518" fmla="*/ 374156 w 2119654"/>
              <a:gd name="connsiteY123518" fmla="*/ 650548 h 2398711"/>
              <a:gd name="connsiteX123519" fmla="*/ 369906 w 2119654"/>
              <a:gd name="connsiteY123519" fmla="*/ 647033 h 2398711"/>
              <a:gd name="connsiteX123520" fmla="*/ 451287 w 2119654"/>
              <a:gd name="connsiteY123520" fmla="*/ 464698 h 2398711"/>
              <a:gd name="connsiteX123521" fmla="*/ 451129 w 2119654"/>
              <a:gd name="connsiteY123521" fmla="*/ 469709 h 2398711"/>
              <a:gd name="connsiteX123522" fmla="*/ 465881 w 2119654"/>
              <a:gd name="connsiteY123522" fmla="*/ 480822 h 2398711"/>
              <a:gd name="connsiteX123523" fmla="*/ 465626 w 2119654"/>
              <a:gd name="connsiteY123523" fmla="*/ 474975 h 2398711"/>
              <a:gd name="connsiteX123524" fmla="*/ 323300 w 2119654"/>
              <a:gd name="connsiteY123524" fmla="*/ 749957 h 2398711"/>
              <a:gd name="connsiteX123525" fmla="*/ 328619 w 2119654"/>
              <a:gd name="connsiteY123525" fmla="*/ 766069 h 2398711"/>
              <a:gd name="connsiteX123526" fmla="*/ 330198 w 2119654"/>
              <a:gd name="connsiteY123526" fmla="*/ 768468 h 2398711"/>
              <a:gd name="connsiteX123527" fmla="*/ 327041 w 2119654"/>
              <a:gd name="connsiteY123527" fmla="*/ 751824 h 2398711"/>
              <a:gd name="connsiteX123528" fmla="*/ 327265 w 2119654"/>
              <a:gd name="connsiteY123528" fmla="*/ 751392 h 2398711"/>
              <a:gd name="connsiteX123529" fmla="*/ 330629 w 2119654"/>
              <a:gd name="connsiteY123529" fmla="*/ 769122 h 2398711"/>
              <a:gd name="connsiteX123530" fmla="*/ 337722 w 2119654"/>
              <a:gd name="connsiteY123530" fmla="*/ 779895 h 2398711"/>
              <a:gd name="connsiteX123531" fmla="*/ 338684 w 2119654"/>
              <a:gd name="connsiteY123531" fmla="*/ 781176 h 2398711"/>
              <a:gd name="connsiteX123532" fmla="*/ 342221 w 2119654"/>
              <a:gd name="connsiteY123532" fmla="*/ 763097 h 2398711"/>
              <a:gd name="connsiteX123533" fmla="*/ 340960 w 2119654"/>
              <a:gd name="connsiteY123533" fmla="*/ 755311 h 2398711"/>
              <a:gd name="connsiteX123534" fmla="*/ 367082 w 2119654"/>
              <a:gd name="connsiteY123534" fmla="*/ 651478 h 2398711"/>
              <a:gd name="connsiteX123535" fmla="*/ 366817 w 2119654"/>
              <a:gd name="connsiteY123535" fmla="*/ 652595 h 2398711"/>
              <a:gd name="connsiteX123536" fmla="*/ 366597 w 2119654"/>
              <a:gd name="connsiteY123536" fmla="*/ 657939 h 2398711"/>
              <a:gd name="connsiteX123537" fmla="*/ 367885 w 2119654"/>
              <a:gd name="connsiteY123537" fmla="*/ 664863 h 2398711"/>
              <a:gd name="connsiteX123538" fmla="*/ 368377 w 2119654"/>
              <a:gd name="connsiteY123538" fmla="*/ 665073 h 2398711"/>
              <a:gd name="connsiteX123539" fmla="*/ 371472 w 2119654"/>
              <a:gd name="connsiteY123539" fmla="*/ 666539 h 2398711"/>
              <a:gd name="connsiteX123540" fmla="*/ 370196 w 2119654"/>
              <a:gd name="connsiteY123540" fmla="*/ 654823 h 2398711"/>
              <a:gd name="connsiteX123541" fmla="*/ 369016 w 2119654"/>
              <a:gd name="connsiteY123541" fmla="*/ 651580 h 2398711"/>
              <a:gd name="connsiteX123542" fmla="*/ 256820 w 2119654"/>
              <a:gd name="connsiteY123542" fmla="*/ 897704 h 2398711"/>
              <a:gd name="connsiteX123543" fmla="*/ 270315 w 2119654"/>
              <a:gd name="connsiteY123543" fmla="*/ 926922 h 2398711"/>
              <a:gd name="connsiteX123544" fmla="*/ 263512 w 2119654"/>
              <a:gd name="connsiteY123544" fmla="*/ 910878 h 2398711"/>
              <a:gd name="connsiteX123545" fmla="*/ 259026 w 2119654"/>
              <a:gd name="connsiteY123545" fmla="*/ 899879 h 2398711"/>
              <a:gd name="connsiteX123546" fmla="*/ 367831 w 2119654"/>
              <a:gd name="connsiteY123546" fmla="*/ 648328 h 2398711"/>
              <a:gd name="connsiteX123547" fmla="*/ 367212 w 2119654"/>
              <a:gd name="connsiteY123547" fmla="*/ 650932 h 2398711"/>
              <a:gd name="connsiteX123548" fmla="*/ 367617 w 2119654"/>
              <a:gd name="connsiteY123548" fmla="*/ 650949 h 2398711"/>
              <a:gd name="connsiteX123549" fmla="*/ 368807 w 2119654"/>
              <a:gd name="connsiteY123549" fmla="*/ 651012 h 2398711"/>
              <a:gd name="connsiteX123550" fmla="*/ 468705 w 2119654"/>
              <a:gd name="connsiteY123550" fmla="*/ 422303 h 2398711"/>
              <a:gd name="connsiteX123551" fmla="*/ 473099 w 2119654"/>
              <a:gd name="connsiteY123551" fmla="*/ 440191 h 2398711"/>
              <a:gd name="connsiteX123552" fmla="*/ 475198 w 2119654"/>
              <a:gd name="connsiteY123552" fmla="*/ 441559 h 2398711"/>
              <a:gd name="connsiteX123553" fmla="*/ 475805 w 2119654"/>
              <a:gd name="connsiteY123553" fmla="*/ 434423 h 2398711"/>
              <a:gd name="connsiteX123554" fmla="*/ 473963 w 2119654"/>
              <a:gd name="connsiteY123554" fmla="*/ 425381 h 2398711"/>
              <a:gd name="connsiteX123555" fmla="*/ 471860 w 2119654"/>
              <a:gd name="connsiteY123555" fmla="*/ 424126 h 2398711"/>
              <a:gd name="connsiteX123556" fmla="*/ 151393 w 2119654"/>
              <a:gd name="connsiteY123556" fmla="*/ 1132736 h 2398711"/>
              <a:gd name="connsiteX123557" fmla="*/ 155986 w 2119654"/>
              <a:gd name="connsiteY123557" fmla="*/ 1147006 h 2398711"/>
              <a:gd name="connsiteX123558" fmla="*/ 157933 w 2119654"/>
              <a:gd name="connsiteY123558" fmla="*/ 1152788 h 2398711"/>
              <a:gd name="connsiteX123559" fmla="*/ 176135 w 2119654"/>
              <a:gd name="connsiteY123559" fmla="*/ 1176914 h 2398711"/>
              <a:gd name="connsiteX123560" fmla="*/ 162433 w 2119654"/>
              <a:gd name="connsiteY123560" fmla="*/ 1147430 h 2398711"/>
              <a:gd name="connsiteX123561" fmla="*/ 368194 w 2119654"/>
              <a:gd name="connsiteY123561" fmla="*/ 646797 h 2398711"/>
              <a:gd name="connsiteX123562" fmla="*/ 367924 w 2119654"/>
              <a:gd name="connsiteY123562" fmla="*/ 647932 h 2398711"/>
              <a:gd name="connsiteX123563" fmla="*/ 369050 w 2119654"/>
              <a:gd name="connsiteY123563" fmla="*/ 651024 h 2398711"/>
              <a:gd name="connsiteX123564" fmla="*/ 369786 w 2119654"/>
              <a:gd name="connsiteY123564" fmla="*/ 651063 h 2398711"/>
              <a:gd name="connsiteX123565" fmla="*/ 369339 w 2119654"/>
              <a:gd name="connsiteY123565" fmla="*/ 646955 h 2398711"/>
              <a:gd name="connsiteX123566" fmla="*/ 355454 w 2119654"/>
              <a:gd name="connsiteY123566" fmla="*/ 675151 h 2398711"/>
              <a:gd name="connsiteX123567" fmla="*/ 356554 w 2119654"/>
              <a:gd name="connsiteY123567" fmla="*/ 676792 h 2398711"/>
              <a:gd name="connsiteX123568" fmla="*/ 356628 w 2119654"/>
              <a:gd name="connsiteY123568" fmla="*/ 676663 h 2398711"/>
              <a:gd name="connsiteX123569" fmla="*/ 356717 w 2119654"/>
              <a:gd name="connsiteY123569" fmla="*/ 677035 h 2398711"/>
              <a:gd name="connsiteX123570" fmla="*/ 359207 w 2119654"/>
              <a:gd name="connsiteY123570" fmla="*/ 680755 h 2398711"/>
              <a:gd name="connsiteX123571" fmla="*/ 359297 w 2119654"/>
              <a:gd name="connsiteY123571" fmla="*/ 680373 h 2398711"/>
              <a:gd name="connsiteX123572" fmla="*/ 357416 w 2119654"/>
              <a:gd name="connsiteY123572" fmla="*/ 675652 h 2398711"/>
              <a:gd name="connsiteX123573" fmla="*/ 380873 w 2119654"/>
              <a:gd name="connsiteY123573" fmla="*/ 618141 h 2398711"/>
              <a:gd name="connsiteX123574" fmla="*/ 380356 w 2119654"/>
              <a:gd name="connsiteY123574" fmla="*/ 625358 h 2398711"/>
              <a:gd name="connsiteX123575" fmla="*/ 381706 w 2119654"/>
              <a:gd name="connsiteY123575" fmla="*/ 627560 h 2398711"/>
              <a:gd name="connsiteX123576" fmla="*/ 382517 w 2119654"/>
              <a:gd name="connsiteY123576" fmla="*/ 627842 h 2398711"/>
              <a:gd name="connsiteX123577" fmla="*/ 381856 w 2119654"/>
              <a:gd name="connsiteY123577" fmla="*/ 625040 h 2398711"/>
              <a:gd name="connsiteX123578" fmla="*/ 382132 w 2119654"/>
              <a:gd name="connsiteY123578" fmla="*/ 624569 h 2398711"/>
              <a:gd name="connsiteX123579" fmla="*/ 382939 w 2119654"/>
              <a:gd name="connsiteY123579" fmla="*/ 627988 h 2398711"/>
              <a:gd name="connsiteX123580" fmla="*/ 402113 w 2119654"/>
              <a:gd name="connsiteY123580" fmla="*/ 634650 h 2398711"/>
              <a:gd name="connsiteX123581" fmla="*/ 401988 w 2119654"/>
              <a:gd name="connsiteY123581" fmla="*/ 630495 h 2398711"/>
              <a:gd name="connsiteX123582" fmla="*/ 322923 w 2119654"/>
              <a:gd name="connsiteY123582" fmla="*/ 747891 h 2398711"/>
              <a:gd name="connsiteX123583" fmla="*/ 322897 w 2119654"/>
              <a:gd name="connsiteY123583" fmla="*/ 748736 h 2398711"/>
              <a:gd name="connsiteX123584" fmla="*/ 323239 w 2119654"/>
              <a:gd name="connsiteY123584" fmla="*/ 749772 h 2398711"/>
              <a:gd name="connsiteX123585" fmla="*/ 333269 w 2119654"/>
              <a:gd name="connsiteY123585" fmla="*/ 752666 h 2398711"/>
              <a:gd name="connsiteX123586" fmla="*/ 340906 w 2119654"/>
              <a:gd name="connsiteY123586" fmla="*/ 754984 h 2398711"/>
              <a:gd name="connsiteX123587" fmla="*/ 340503 w 2119654"/>
              <a:gd name="connsiteY123587" fmla="*/ 752495 h 2398711"/>
              <a:gd name="connsiteX123588" fmla="*/ 327407 w 2119654"/>
              <a:gd name="connsiteY123588" fmla="*/ 748642 h 2398711"/>
              <a:gd name="connsiteX123589" fmla="*/ 368429 w 2119654"/>
              <a:gd name="connsiteY123589" fmla="*/ 645811 h 2398711"/>
              <a:gd name="connsiteX123590" fmla="*/ 368237 w 2119654"/>
              <a:gd name="connsiteY123590" fmla="*/ 646619 h 2398711"/>
              <a:gd name="connsiteX123591" fmla="*/ 369317 w 2119654"/>
              <a:gd name="connsiteY123591" fmla="*/ 646753 h 2398711"/>
              <a:gd name="connsiteX123592" fmla="*/ 369292 w 2119654"/>
              <a:gd name="connsiteY123592" fmla="*/ 646526 h 2398711"/>
              <a:gd name="connsiteX123593" fmla="*/ 441616 w 2119654"/>
              <a:gd name="connsiteY123593" fmla="*/ 481738 h 2398711"/>
              <a:gd name="connsiteX123594" fmla="*/ 445597 w 2119654"/>
              <a:gd name="connsiteY123594" fmla="*/ 484737 h 2398711"/>
              <a:gd name="connsiteX123595" fmla="*/ 445518 w 2119654"/>
              <a:gd name="connsiteY123595" fmla="*/ 482929 h 2398711"/>
              <a:gd name="connsiteX123596" fmla="*/ 373059 w 2119654"/>
              <a:gd name="connsiteY123596" fmla="*/ 634704 h 2398711"/>
              <a:gd name="connsiteX123597" fmla="*/ 374235 w 2119654"/>
              <a:gd name="connsiteY123597" fmla="*/ 642178 h 2398711"/>
              <a:gd name="connsiteX123598" fmla="*/ 378474 w 2119654"/>
              <a:gd name="connsiteY123598" fmla="*/ 644658 h 2398711"/>
              <a:gd name="connsiteX123599" fmla="*/ 379006 w 2119654"/>
              <a:gd name="connsiteY123599" fmla="*/ 637234 h 2398711"/>
              <a:gd name="connsiteX123600" fmla="*/ 365378 w 2119654"/>
              <a:gd name="connsiteY123600" fmla="*/ 651388 h 2398711"/>
              <a:gd name="connsiteX123601" fmla="*/ 365731 w 2119654"/>
              <a:gd name="connsiteY123601" fmla="*/ 653286 h 2398711"/>
              <a:gd name="connsiteX123602" fmla="*/ 366093 w 2119654"/>
              <a:gd name="connsiteY123602" fmla="*/ 651761 h 2398711"/>
              <a:gd name="connsiteX123603" fmla="*/ 366112 w 2119654"/>
              <a:gd name="connsiteY123603" fmla="*/ 651427 h 2398711"/>
              <a:gd name="connsiteX123604" fmla="*/ 187338 w 2119654"/>
              <a:gd name="connsiteY123604" fmla="*/ 1049897 h 2398711"/>
              <a:gd name="connsiteX123605" fmla="*/ 190458 w 2119654"/>
              <a:gd name="connsiteY123605" fmla="*/ 1053980 h 2398711"/>
              <a:gd name="connsiteX123606" fmla="*/ 189755 w 2119654"/>
              <a:gd name="connsiteY123606" fmla="*/ 1053118 h 2398711"/>
              <a:gd name="connsiteX123607" fmla="*/ 295161 w 2119654"/>
              <a:gd name="connsiteY123607" fmla="*/ 808303 h 2398711"/>
              <a:gd name="connsiteX123608" fmla="*/ 296185 w 2119654"/>
              <a:gd name="connsiteY123608" fmla="*/ 819119 h 2398711"/>
              <a:gd name="connsiteX123609" fmla="*/ 296512 w 2119654"/>
              <a:gd name="connsiteY123609" fmla="*/ 820330 h 2398711"/>
              <a:gd name="connsiteX123610" fmla="*/ 312188 w 2119654"/>
              <a:gd name="connsiteY123610" fmla="*/ 826999 h 2398711"/>
              <a:gd name="connsiteX123611" fmla="*/ 308760 w 2119654"/>
              <a:gd name="connsiteY123611" fmla="*/ 821393 h 2398711"/>
              <a:gd name="connsiteX123612" fmla="*/ 308837 w 2119654"/>
              <a:gd name="connsiteY123612" fmla="*/ 821034 h 2398711"/>
              <a:gd name="connsiteX123613" fmla="*/ 312588 w 2119654"/>
              <a:gd name="connsiteY123613" fmla="*/ 827169 h 2398711"/>
              <a:gd name="connsiteX123614" fmla="*/ 315427 w 2119654"/>
              <a:gd name="connsiteY123614" fmla="*/ 828378 h 2398711"/>
              <a:gd name="connsiteX123615" fmla="*/ 315097 w 2119654"/>
              <a:gd name="connsiteY123615" fmla="*/ 825569 h 2398711"/>
              <a:gd name="connsiteX123616" fmla="*/ 309753 w 2119654"/>
              <a:gd name="connsiteY123616" fmla="*/ 812595 h 2398711"/>
              <a:gd name="connsiteX123617" fmla="*/ 337453 w 2119654"/>
              <a:gd name="connsiteY123617" fmla="*/ 713581 h 2398711"/>
              <a:gd name="connsiteX123618" fmla="*/ 338554 w 2119654"/>
              <a:gd name="connsiteY123618" fmla="*/ 724277 h 2398711"/>
              <a:gd name="connsiteX123619" fmla="*/ 339856 w 2119654"/>
              <a:gd name="connsiteY123619" fmla="*/ 735438 h 2398711"/>
              <a:gd name="connsiteX123620" fmla="*/ 343905 w 2119654"/>
              <a:gd name="connsiteY123620" fmla="*/ 746112 h 2398711"/>
              <a:gd name="connsiteX123621" fmla="*/ 343839 w 2119654"/>
              <a:gd name="connsiteY123621" fmla="*/ 738761 h 2398711"/>
              <a:gd name="connsiteX123622" fmla="*/ 344207 w 2119654"/>
              <a:gd name="connsiteY123622" fmla="*/ 738287 h 2398711"/>
              <a:gd name="connsiteX123623" fmla="*/ 344286 w 2119654"/>
              <a:gd name="connsiteY123623" fmla="*/ 747115 h 2398711"/>
              <a:gd name="connsiteX123624" fmla="*/ 344959 w 2119654"/>
              <a:gd name="connsiteY123624" fmla="*/ 748893 h 2398711"/>
              <a:gd name="connsiteX123625" fmla="*/ 344997 w 2119654"/>
              <a:gd name="connsiteY123625" fmla="*/ 748905 h 2398711"/>
              <a:gd name="connsiteX123626" fmla="*/ 346033 w 2119654"/>
              <a:gd name="connsiteY123626" fmla="*/ 743612 h 2398711"/>
              <a:gd name="connsiteX123627" fmla="*/ 237963 w 2119654"/>
              <a:gd name="connsiteY123627" fmla="*/ 936086 h 2398711"/>
              <a:gd name="connsiteX123628" fmla="*/ 240625 w 2119654"/>
              <a:gd name="connsiteY123628" fmla="*/ 944172 h 2398711"/>
              <a:gd name="connsiteX123629" fmla="*/ 241447 w 2119654"/>
              <a:gd name="connsiteY123629" fmla="*/ 946560 h 2398711"/>
              <a:gd name="connsiteX123630" fmla="*/ 254251 w 2119654"/>
              <a:gd name="connsiteY123630" fmla="*/ 956569 h 2398711"/>
              <a:gd name="connsiteX123631" fmla="*/ 252390 w 2119654"/>
              <a:gd name="connsiteY123631" fmla="*/ 938505 h 2398711"/>
              <a:gd name="connsiteX123632" fmla="*/ 367063 w 2119654"/>
              <a:gd name="connsiteY123632" fmla="*/ 646653 h 2398711"/>
              <a:gd name="connsiteX123633" fmla="*/ 367010 w 2119654"/>
              <a:gd name="connsiteY123633" fmla="*/ 647891 h 2398711"/>
              <a:gd name="connsiteX123634" fmla="*/ 367272 w 2119654"/>
              <a:gd name="connsiteY123634" fmla="*/ 646793 h 2398711"/>
              <a:gd name="connsiteX123635" fmla="*/ 367229 w 2119654"/>
              <a:gd name="connsiteY123635" fmla="*/ 646674 h 2398711"/>
              <a:gd name="connsiteX123636" fmla="*/ 367079 w 2119654"/>
              <a:gd name="connsiteY123636" fmla="*/ 646262 h 2398711"/>
              <a:gd name="connsiteX123637" fmla="*/ 367070 w 2119654"/>
              <a:gd name="connsiteY123637" fmla="*/ 646476 h 2398711"/>
              <a:gd name="connsiteX123638" fmla="*/ 367160 w 2119654"/>
              <a:gd name="connsiteY123638" fmla="*/ 646487 h 2398711"/>
              <a:gd name="connsiteX123639" fmla="*/ 370327 w 2119654"/>
              <a:gd name="connsiteY123639" fmla="*/ 637815 h 2398711"/>
              <a:gd name="connsiteX123640" fmla="*/ 369894 w 2119654"/>
              <a:gd name="connsiteY123640" fmla="*/ 639638 h 2398711"/>
              <a:gd name="connsiteX123641" fmla="*/ 371407 w 2119654"/>
              <a:gd name="connsiteY123641" fmla="*/ 640523 h 2398711"/>
              <a:gd name="connsiteX123642" fmla="*/ 279039 w 2119654"/>
              <a:gd name="connsiteY123642" fmla="*/ 842129 h 2398711"/>
              <a:gd name="connsiteX123643" fmla="*/ 280415 w 2119654"/>
              <a:gd name="connsiteY123643" fmla="*/ 855867 h 2398711"/>
              <a:gd name="connsiteX123644" fmla="*/ 286049 w 2119654"/>
              <a:gd name="connsiteY123644" fmla="*/ 865515 h 2398711"/>
              <a:gd name="connsiteX123645" fmla="*/ 290136 w 2119654"/>
              <a:gd name="connsiteY123645" fmla="*/ 866388 h 2398711"/>
              <a:gd name="connsiteX123646" fmla="*/ 290355 w 2119654"/>
              <a:gd name="connsiteY123646" fmla="*/ 866445 h 2398711"/>
              <a:gd name="connsiteX123647" fmla="*/ 288715 w 2119654"/>
              <a:gd name="connsiteY123647" fmla="*/ 843034 h 2398711"/>
              <a:gd name="connsiteX123648" fmla="*/ 289001 w 2119654"/>
              <a:gd name="connsiteY123648" fmla="*/ 842613 h 2398711"/>
              <a:gd name="connsiteX123649" fmla="*/ 282371 w 2119654"/>
              <a:gd name="connsiteY123649" fmla="*/ 842261 h 2398711"/>
              <a:gd name="connsiteX123650" fmla="*/ 367142 w 2119654"/>
              <a:gd name="connsiteY123650" fmla="*/ 644747 h 2398711"/>
              <a:gd name="connsiteX123651" fmla="*/ 367103 w 2119654"/>
              <a:gd name="connsiteY123651" fmla="*/ 645674 h 2398711"/>
              <a:gd name="connsiteX123652" fmla="*/ 367366 w 2119654"/>
              <a:gd name="connsiteY123652" fmla="*/ 646397 h 2398711"/>
              <a:gd name="connsiteX123653" fmla="*/ 367657 w 2119654"/>
              <a:gd name="connsiteY123653" fmla="*/ 645173 h 2398711"/>
              <a:gd name="connsiteX123654" fmla="*/ 289714 w 2119654"/>
              <a:gd name="connsiteY123654" fmla="*/ 817789 h 2398711"/>
              <a:gd name="connsiteX123655" fmla="*/ 292995 w 2119654"/>
              <a:gd name="connsiteY123655" fmla="*/ 826384 h 2398711"/>
              <a:gd name="connsiteX123656" fmla="*/ 292377 w 2119654"/>
              <a:gd name="connsiteY123656" fmla="*/ 821490 h 2398711"/>
              <a:gd name="connsiteX123657" fmla="*/ 291673 w 2119654"/>
              <a:gd name="connsiteY123657" fmla="*/ 818623 h 2398711"/>
              <a:gd name="connsiteX123658" fmla="*/ 323082 w 2119654"/>
              <a:gd name="connsiteY123658" fmla="*/ 742858 h 2398711"/>
              <a:gd name="connsiteX123659" fmla="*/ 322981 w 2119654"/>
              <a:gd name="connsiteY123659" fmla="*/ 746056 h 2398711"/>
              <a:gd name="connsiteX123660" fmla="*/ 340662 w 2119654"/>
              <a:gd name="connsiteY123660" fmla="*/ 749019 h 2398711"/>
              <a:gd name="connsiteX123661" fmla="*/ 338343 w 2119654"/>
              <a:gd name="connsiteY123661" fmla="*/ 747612 h 2398711"/>
              <a:gd name="connsiteX123662" fmla="*/ 362470 w 2119654"/>
              <a:gd name="connsiteY123662" fmla="*/ 654189 h 2398711"/>
              <a:gd name="connsiteX123663" fmla="*/ 363646 w 2119654"/>
              <a:gd name="connsiteY123663" fmla="*/ 662063 h 2398711"/>
              <a:gd name="connsiteX123664" fmla="*/ 363877 w 2119654"/>
              <a:gd name="connsiteY123664" fmla="*/ 661093 h 2398711"/>
              <a:gd name="connsiteX123665" fmla="*/ 371249 w 2119654"/>
              <a:gd name="connsiteY123665" fmla="*/ 633934 h 2398711"/>
              <a:gd name="connsiteX123666" fmla="*/ 370402 w 2119654"/>
              <a:gd name="connsiteY123666" fmla="*/ 637497 h 2398711"/>
              <a:gd name="connsiteX123667" fmla="*/ 371737 w 2119654"/>
              <a:gd name="connsiteY123667" fmla="*/ 640716 h 2398711"/>
              <a:gd name="connsiteX123668" fmla="*/ 372698 w 2119654"/>
              <a:gd name="connsiteY123668" fmla="*/ 641278 h 2398711"/>
              <a:gd name="connsiteX123669" fmla="*/ 371564 w 2119654"/>
              <a:gd name="connsiteY123669" fmla="*/ 634068 h 2398711"/>
              <a:gd name="connsiteX123670" fmla="*/ 355369 w 2119654"/>
              <a:gd name="connsiteY123670" fmla="*/ 669428 h 2398711"/>
              <a:gd name="connsiteX123671" fmla="*/ 357841 w 2119654"/>
              <a:gd name="connsiteY123671" fmla="*/ 675628 h 2398711"/>
              <a:gd name="connsiteX123672" fmla="*/ 360296 w 2119654"/>
              <a:gd name="connsiteY123672" fmla="*/ 676174 h 2398711"/>
              <a:gd name="connsiteX123673" fmla="*/ 361816 w 2119654"/>
              <a:gd name="connsiteY123673" fmla="*/ 669769 h 2398711"/>
              <a:gd name="connsiteX123674" fmla="*/ 371426 w 2119654"/>
              <a:gd name="connsiteY123674" fmla="*/ 633190 h 2398711"/>
              <a:gd name="connsiteX123675" fmla="*/ 371325 w 2119654"/>
              <a:gd name="connsiteY123675" fmla="*/ 633614 h 2398711"/>
              <a:gd name="connsiteX123676" fmla="*/ 371504 w 2119654"/>
              <a:gd name="connsiteY123676" fmla="*/ 633691 h 2398711"/>
              <a:gd name="connsiteX123677" fmla="*/ 401417 w 2119654"/>
              <a:gd name="connsiteY123677" fmla="*/ 565949 h 2398711"/>
              <a:gd name="connsiteX123678" fmla="*/ 405007 w 2119654"/>
              <a:gd name="connsiteY123678" fmla="*/ 583573 h 2398711"/>
              <a:gd name="connsiteX123679" fmla="*/ 407089 w 2119654"/>
              <a:gd name="connsiteY123679" fmla="*/ 587617 h 2398711"/>
              <a:gd name="connsiteX123680" fmla="*/ 404801 w 2119654"/>
              <a:gd name="connsiteY123680" fmla="*/ 568001 h 2398711"/>
              <a:gd name="connsiteX123681" fmla="*/ 445692 w 2119654"/>
              <a:gd name="connsiteY123681" fmla="*/ 466269 h 2398711"/>
              <a:gd name="connsiteX123682" fmla="*/ 446188 w 2119654"/>
              <a:gd name="connsiteY123682" fmla="*/ 477650 h 2398711"/>
              <a:gd name="connsiteX123683" fmla="*/ 448344 w 2119654"/>
              <a:gd name="connsiteY123683" fmla="*/ 482854 h 2398711"/>
              <a:gd name="connsiteX123684" fmla="*/ 449679 w 2119654"/>
              <a:gd name="connsiteY123684" fmla="*/ 483261 h 2398711"/>
              <a:gd name="connsiteX123685" fmla="*/ 450110 w 2119654"/>
              <a:gd name="connsiteY123685" fmla="*/ 469597 h 2398711"/>
              <a:gd name="connsiteX123686" fmla="*/ 337025 w 2119654"/>
              <a:gd name="connsiteY123686" fmla="*/ 709428 h 2398711"/>
              <a:gd name="connsiteX123687" fmla="*/ 337350 w 2119654"/>
              <a:gd name="connsiteY123687" fmla="*/ 712587 h 2398711"/>
              <a:gd name="connsiteX123688" fmla="*/ 342399 w 2119654"/>
              <a:gd name="connsiteY123688" fmla="*/ 730258 h 2398711"/>
              <a:gd name="connsiteX123689" fmla="*/ 346182 w 2119654"/>
              <a:gd name="connsiteY123689" fmla="*/ 742853 h 2398711"/>
              <a:gd name="connsiteX123690" fmla="*/ 348549 w 2119654"/>
              <a:gd name="connsiteY123690" fmla="*/ 730757 h 2398711"/>
              <a:gd name="connsiteX123691" fmla="*/ 345439 w 2119654"/>
              <a:gd name="connsiteY123691" fmla="*/ 727052 h 2398711"/>
              <a:gd name="connsiteX123692" fmla="*/ 345432 w 2119654"/>
              <a:gd name="connsiteY123692" fmla="*/ 726842 h 2398711"/>
              <a:gd name="connsiteX123693" fmla="*/ 348581 w 2119654"/>
              <a:gd name="connsiteY123693" fmla="*/ 730593 h 2398711"/>
              <a:gd name="connsiteX123694" fmla="*/ 349369 w 2119654"/>
              <a:gd name="connsiteY123694" fmla="*/ 726571 h 2398711"/>
              <a:gd name="connsiteX123695" fmla="*/ 343494 w 2119654"/>
              <a:gd name="connsiteY123695" fmla="*/ 711082 h 2398711"/>
              <a:gd name="connsiteX123696" fmla="*/ 293093 w 2119654"/>
              <a:gd name="connsiteY123696" fmla="*/ 807695 h 2398711"/>
              <a:gd name="connsiteX123697" fmla="*/ 295581 w 2119654"/>
              <a:gd name="connsiteY123697" fmla="*/ 816888 h 2398711"/>
              <a:gd name="connsiteX123698" fmla="*/ 294757 w 2119654"/>
              <a:gd name="connsiteY123698" fmla="*/ 808185 h 2398711"/>
              <a:gd name="connsiteX123699" fmla="*/ 362788 w 2119654"/>
              <a:gd name="connsiteY123699" fmla="*/ 651250 h 2398711"/>
              <a:gd name="connsiteX123700" fmla="*/ 364369 w 2119654"/>
              <a:gd name="connsiteY123700" fmla="*/ 659017 h 2398711"/>
              <a:gd name="connsiteX123701" fmla="*/ 365578 w 2119654"/>
              <a:gd name="connsiteY123701" fmla="*/ 653927 h 2398711"/>
              <a:gd name="connsiteX123702" fmla="*/ 365139 w 2119654"/>
              <a:gd name="connsiteY123702" fmla="*/ 651375 h 2398711"/>
              <a:gd name="connsiteX123703" fmla="*/ 273104 w 2119654"/>
              <a:gd name="connsiteY123703" fmla="*/ 851698 h 2398711"/>
              <a:gd name="connsiteX123704" fmla="*/ 276434 w 2119654"/>
              <a:gd name="connsiteY123704" fmla="*/ 863379 h 2398711"/>
              <a:gd name="connsiteX123705" fmla="*/ 279457 w 2119654"/>
              <a:gd name="connsiteY123705" fmla="*/ 864052 h 2398711"/>
              <a:gd name="connsiteX123706" fmla="*/ 235578 w 2119654"/>
              <a:gd name="connsiteY123706" fmla="*/ 935686 h 2398711"/>
              <a:gd name="connsiteX123707" fmla="*/ 240439 w 2119654"/>
              <a:gd name="connsiteY123707" fmla="*/ 945771 h 2398711"/>
              <a:gd name="connsiteX123708" fmla="*/ 241134 w 2119654"/>
              <a:gd name="connsiteY123708" fmla="*/ 946315 h 2398711"/>
              <a:gd name="connsiteX123709" fmla="*/ 237756 w 2119654"/>
              <a:gd name="connsiteY123709" fmla="*/ 936051 h 2398711"/>
              <a:gd name="connsiteX123710" fmla="*/ 225580 w 2119654"/>
              <a:gd name="connsiteY123710" fmla="*/ 957725 h 2398711"/>
              <a:gd name="connsiteX123711" fmla="*/ 226545 w 2119654"/>
              <a:gd name="connsiteY123711" fmla="*/ 968955 h 2398711"/>
              <a:gd name="connsiteX123712" fmla="*/ 243818 w 2119654"/>
              <a:gd name="connsiteY123712" fmla="*/ 991851 h 2398711"/>
              <a:gd name="connsiteX123713" fmla="*/ 238340 w 2119654"/>
              <a:gd name="connsiteY123713" fmla="*/ 972629 h 2398711"/>
              <a:gd name="connsiteX123714" fmla="*/ 221705 w 2119654"/>
              <a:gd name="connsiteY123714" fmla="*/ 966092 h 2398711"/>
              <a:gd name="connsiteX123715" fmla="*/ 222832 w 2119654"/>
              <a:gd name="connsiteY123715" fmla="*/ 975012 h 2398711"/>
              <a:gd name="connsiteX123716" fmla="*/ 224424 w 2119654"/>
              <a:gd name="connsiteY123716" fmla="*/ 982907 h 2398711"/>
              <a:gd name="connsiteX123717" fmla="*/ 226691 w 2119654"/>
              <a:gd name="connsiteY123717" fmla="*/ 988234 h 2398711"/>
              <a:gd name="connsiteX123718" fmla="*/ 224471 w 2119654"/>
              <a:gd name="connsiteY123718" fmla="*/ 983140 h 2398711"/>
              <a:gd name="connsiteX123719" fmla="*/ 229350 w 2119654"/>
              <a:gd name="connsiteY123719" fmla="*/ 1007346 h 2398711"/>
              <a:gd name="connsiteX123720" fmla="*/ 227964 w 2119654"/>
              <a:gd name="connsiteY123720" fmla="*/ 991225 h 2398711"/>
              <a:gd name="connsiteX123721" fmla="*/ 226691 w 2119654"/>
              <a:gd name="connsiteY123721" fmla="*/ 988234 h 2398711"/>
              <a:gd name="connsiteX123722" fmla="*/ 227956 w 2119654"/>
              <a:gd name="connsiteY123722" fmla="*/ 991137 h 2398711"/>
              <a:gd name="connsiteX123723" fmla="*/ 227285 w 2119654"/>
              <a:gd name="connsiteY123723" fmla="*/ 983332 h 2398711"/>
              <a:gd name="connsiteX123724" fmla="*/ 226582 w 2119654"/>
              <a:gd name="connsiteY123724" fmla="*/ 981244 h 2398711"/>
              <a:gd name="connsiteX123725" fmla="*/ 364437 w 2119654"/>
              <a:gd name="connsiteY123725" fmla="*/ 646329 h 2398711"/>
              <a:gd name="connsiteX123726" fmla="*/ 365279 w 2119654"/>
              <a:gd name="connsiteY123726" fmla="*/ 650856 h 2398711"/>
              <a:gd name="connsiteX123727" fmla="*/ 366140 w 2119654"/>
              <a:gd name="connsiteY123727" fmla="*/ 650891 h 2398711"/>
              <a:gd name="connsiteX123728" fmla="*/ 366378 w 2119654"/>
              <a:gd name="connsiteY123728" fmla="*/ 646569 h 2398711"/>
              <a:gd name="connsiteX123729" fmla="*/ 323222 w 2119654"/>
              <a:gd name="connsiteY123729" fmla="*/ 738438 h 2398711"/>
              <a:gd name="connsiteX123730" fmla="*/ 323107 w 2119654"/>
              <a:gd name="connsiteY123730" fmla="*/ 742085 h 2398711"/>
              <a:gd name="connsiteX123731" fmla="*/ 335698 w 2119654"/>
              <a:gd name="connsiteY123731" fmla="*/ 746007 h 2398711"/>
              <a:gd name="connsiteX123732" fmla="*/ 403976 w 2119654"/>
              <a:gd name="connsiteY123732" fmla="*/ 557564 h 2398711"/>
              <a:gd name="connsiteX123733" fmla="*/ 405092 w 2119654"/>
              <a:gd name="connsiteY123733" fmla="*/ 567128 h 2398711"/>
              <a:gd name="connsiteX123734" fmla="*/ 422849 w 2119654"/>
              <a:gd name="connsiteY123734" fmla="*/ 577901 h 2398711"/>
              <a:gd name="connsiteX123735" fmla="*/ 423965 w 2119654"/>
              <a:gd name="connsiteY123735" fmla="*/ 573199 h 2398711"/>
              <a:gd name="connsiteX123736" fmla="*/ 421577 w 2119654"/>
              <a:gd name="connsiteY123736" fmla="*/ 568243 h 2398711"/>
              <a:gd name="connsiteX123737" fmla="*/ 381669 w 2119654"/>
              <a:gd name="connsiteY123737" fmla="*/ 607045 h 2398711"/>
              <a:gd name="connsiteX123738" fmla="*/ 381198 w 2119654"/>
              <a:gd name="connsiteY123738" fmla="*/ 613615 h 2398711"/>
              <a:gd name="connsiteX123739" fmla="*/ 401844 w 2119654"/>
              <a:gd name="connsiteY123739" fmla="*/ 625694 h 2398711"/>
              <a:gd name="connsiteX123740" fmla="*/ 401799 w 2119654"/>
              <a:gd name="connsiteY123740" fmla="*/ 624242 h 2398711"/>
              <a:gd name="connsiteX123741" fmla="*/ 400807 w 2119654"/>
              <a:gd name="connsiteY123741" fmla="*/ 619363 h 2398711"/>
              <a:gd name="connsiteX123742" fmla="*/ 399988 w 2119654"/>
              <a:gd name="connsiteY123742" fmla="*/ 615048 h 2398711"/>
              <a:gd name="connsiteX123743" fmla="*/ 373199 w 2119654"/>
              <a:gd name="connsiteY123743" fmla="*/ 625719 h 2398711"/>
              <a:gd name="connsiteX123744" fmla="*/ 372264 w 2119654"/>
              <a:gd name="connsiteY123744" fmla="*/ 629656 h 2398711"/>
              <a:gd name="connsiteX123745" fmla="*/ 373000 w 2119654"/>
              <a:gd name="connsiteY123745" fmla="*/ 634326 h 2398711"/>
              <a:gd name="connsiteX123746" fmla="*/ 379031 w 2119654"/>
              <a:gd name="connsiteY123746" fmla="*/ 636892 h 2398711"/>
              <a:gd name="connsiteX123747" fmla="*/ 379671 w 2119654"/>
              <a:gd name="connsiteY123747" fmla="*/ 627969 h 2398711"/>
              <a:gd name="connsiteX123748" fmla="*/ 291906 w 2119654"/>
              <a:gd name="connsiteY123748" fmla="*/ 807345 h 2398711"/>
              <a:gd name="connsiteX123749" fmla="*/ 293385 w 2119654"/>
              <a:gd name="connsiteY123749" fmla="*/ 819047 h 2398711"/>
              <a:gd name="connsiteX123750" fmla="*/ 294348 w 2119654"/>
              <a:gd name="connsiteY123750" fmla="*/ 819440 h 2398711"/>
              <a:gd name="connsiteX123751" fmla="*/ 294162 w 2119654"/>
              <a:gd name="connsiteY123751" fmla="*/ 818361 h 2398711"/>
              <a:gd name="connsiteX123752" fmla="*/ 294373 w 2119654"/>
              <a:gd name="connsiteY123752" fmla="*/ 817970 h 2398711"/>
              <a:gd name="connsiteX123753" fmla="*/ 294648 w 2119654"/>
              <a:gd name="connsiteY123753" fmla="*/ 819564 h 2398711"/>
              <a:gd name="connsiteX123754" fmla="*/ 295883 w 2119654"/>
              <a:gd name="connsiteY123754" fmla="*/ 820070 h 2398711"/>
              <a:gd name="connsiteX123755" fmla="*/ 295706 w 2119654"/>
              <a:gd name="connsiteY123755" fmla="*/ 818204 h 2398711"/>
              <a:gd name="connsiteX123756" fmla="*/ 292842 w 2119654"/>
              <a:gd name="connsiteY123756" fmla="*/ 807621 h 2398711"/>
              <a:gd name="connsiteX123757" fmla="*/ 320713 w 2119654"/>
              <a:gd name="connsiteY123757" fmla="*/ 742120 h 2398711"/>
              <a:gd name="connsiteX123758" fmla="*/ 321296 w 2119654"/>
              <a:gd name="connsiteY123758" fmla="*/ 743888 h 2398711"/>
              <a:gd name="connsiteX123759" fmla="*/ 321345 w 2119654"/>
              <a:gd name="connsiteY123759" fmla="*/ 742317 h 2398711"/>
              <a:gd name="connsiteX123760" fmla="*/ 252703 w 2119654"/>
              <a:gd name="connsiteY123760" fmla="*/ 893642 h 2398711"/>
              <a:gd name="connsiteX123761" fmla="*/ 254346 w 2119654"/>
              <a:gd name="connsiteY123761" fmla="*/ 908164 h 2398711"/>
              <a:gd name="connsiteX123762" fmla="*/ 256991 w 2119654"/>
              <a:gd name="connsiteY123762" fmla="*/ 912993 h 2398711"/>
              <a:gd name="connsiteX123763" fmla="*/ 274708 w 2119654"/>
              <a:gd name="connsiteY123763" fmla="*/ 940401 h 2398711"/>
              <a:gd name="connsiteX123764" fmla="*/ 276117 w 2119654"/>
              <a:gd name="connsiteY123764" fmla="*/ 940637 h 2398711"/>
              <a:gd name="connsiteX123765" fmla="*/ 259939 w 2119654"/>
              <a:gd name="connsiteY123765" fmla="*/ 905607 h 2398711"/>
              <a:gd name="connsiteX123766" fmla="*/ 256101 w 2119654"/>
              <a:gd name="connsiteY123766" fmla="*/ 896995 h 2398711"/>
              <a:gd name="connsiteX123767" fmla="*/ 464198 w 2119654"/>
              <a:gd name="connsiteY123767" fmla="*/ 419696 h 2398711"/>
              <a:gd name="connsiteX123768" fmla="*/ 464650 w 2119654"/>
              <a:gd name="connsiteY123768" fmla="*/ 434683 h 2398711"/>
              <a:gd name="connsiteX123769" fmla="*/ 471410 w 2119654"/>
              <a:gd name="connsiteY123769" fmla="*/ 439090 h 2398711"/>
              <a:gd name="connsiteX123770" fmla="*/ 467052 w 2119654"/>
              <a:gd name="connsiteY123770" fmla="*/ 421346 h 2398711"/>
              <a:gd name="connsiteX123771" fmla="*/ 221367 w 2119654"/>
              <a:gd name="connsiteY123771" fmla="*/ 963424 h 2398711"/>
              <a:gd name="connsiteX123772" fmla="*/ 221417 w 2119654"/>
              <a:gd name="connsiteY123772" fmla="*/ 963814 h 2398711"/>
              <a:gd name="connsiteX123773" fmla="*/ 227042 w 2119654"/>
              <a:gd name="connsiteY123773" fmla="*/ 980514 h 2398711"/>
              <a:gd name="connsiteX123774" fmla="*/ 226116 w 2119654"/>
              <a:gd name="connsiteY123774" fmla="*/ 969743 h 2398711"/>
              <a:gd name="connsiteX123775" fmla="*/ 266837 w 2119654"/>
              <a:gd name="connsiteY123775" fmla="*/ 861413 h 2398711"/>
              <a:gd name="connsiteX123776" fmla="*/ 276480 w 2119654"/>
              <a:gd name="connsiteY123776" fmla="*/ 887837 h 2398711"/>
              <a:gd name="connsiteX123777" fmla="*/ 283157 w 2119654"/>
              <a:gd name="connsiteY123777" fmla="*/ 889917 h 2398711"/>
              <a:gd name="connsiteX123778" fmla="*/ 282863 w 2119654"/>
              <a:gd name="connsiteY123778" fmla="*/ 886988 h 2398711"/>
              <a:gd name="connsiteX123779" fmla="*/ 282413 w 2119654"/>
              <a:gd name="connsiteY123779" fmla="*/ 885890 h 2398711"/>
              <a:gd name="connsiteX123780" fmla="*/ 282492 w 2119654"/>
              <a:gd name="connsiteY123780" fmla="*/ 885686 h 2398711"/>
              <a:gd name="connsiteX123781" fmla="*/ 276139 w 2119654"/>
              <a:gd name="connsiteY123781" fmla="*/ 863399 h 2398711"/>
              <a:gd name="connsiteX123782" fmla="*/ 339163 w 2119654"/>
              <a:gd name="connsiteY123782" fmla="*/ 698843 h 2398711"/>
              <a:gd name="connsiteX123783" fmla="*/ 343144 w 2119654"/>
              <a:gd name="connsiteY123783" fmla="*/ 709344 h 2398711"/>
              <a:gd name="connsiteX123784" fmla="*/ 344245 w 2119654"/>
              <a:gd name="connsiteY123784" fmla="*/ 709589 h 2398711"/>
              <a:gd name="connsiteX123785" fmla="*/ 349948 w 2119654"/>
              <a:gd name="connsiteY123785" fmla="*/ 711184 h 2398711"/>
              <a:gd name="connsiteX123786" fmla="*/ 347746 w 2119654"/>
              <a:gd name="connsiteY123786" fmla="*/ 703460 h 2398711"/>
              <a:gd name="connsiteX123787" fmla="*/ 436692 w 2119654"/>
              <a:gd name="connsiteY123787" fmla="*/ 480235 h 2398711"/>
              <a:gd name="connsiteX123788" fmla="*/ 446309 w 2119654"/>
              <a:gd name="connsiteY123788" fmla="*/ 501053 h 2398711"/>
              <a:gd name="connsiteX123789" fmla="*/ 445619 w 2119654"/>
              <a:gd name="connsiteY123789" fmla="*/ 485242 h 2398711"/>
              <a:gd name="connsiteX123790" fmla="*/ 440525 w 2119654"/>
              <a:gd name="connsiteY123790" fmla="*/ 481405 h 2398711"/>
              <a:gd name="connsiteX123791" fmla="*/ 445440 w 2119654"/>
              <a:gd name="connsiteY123791" fmla="*/ 460506 h 2398711"/>
              <a:gd name="connsiteX123792" fmla="*/ 445662 w 2119654"/>
              <a:gd name="connsiteY123792" fmla="*/ 465591 h 2398711"/>
              <a:gd name="connsiteX123793" fmla="*/ 450129 w 2119654"/>
              <a:gd name="connsiteY123793" fmla="*/ 468957 h 2398711"/>
              <a:gd name="connsiteX123794" fmla="*/ 450288 w 2119654"/>
              <a:gd name="connsiteY123794" fmla="*/ 463981 h 2398711"/>
              <a:gd name="connsiteX123795" fmla="*/ 368502 w 2119654"/>
              <a:gd name="connsiteY123795" fmla="*/ 632765 h 2398711"/>
              <a:gd name="connsiteX123796" fmla="*/ 369820 w 2119654"/>
              <a:gd name="connsiteY123796" fmla="*/ 636069 h 2398711"/>
              <a:gd name="connsiteX123797" fmla="*/ 370411 w 2119654"/>
              <a:gd name="connsiteY123797" fmla="*/ 633577 h 2398711"/>
              <a:gd name="connsiteX123798" fmla="*/ 375131 w 2119654"/>
              <a:gd name="connsiteY123798" fmla="*/ 617585 h 2398711"/>
              <a:gd name="connsiteX123799" fmla="*/ 373366 w 2119654"/>
              <a:gd name="connsiteY123799" fmla="*/ 625014 h 2398711"/>
              <a:gd name="connsiteX123800" fmla="*/ 379744 w 2119654"/>
              <a:gd name="connsiteY123800" fmla="*/ 626949 h 2398711"/>
              <a:gd name="connsiteX123801" fmla="*/ 379862 w 2119654"/>
              <a:gd name="connsiteY123801" fmla="*/ 625301 h 2398711"/>
              <a:gd name="connsiteX123802" fmla="*/ 368325 w 2119654"/>
              <a:gd name="connsiteY123802" fmla="*/ 632795 h 2398711"/>
              <a:gd name="connsiteX123803" fmla="*/ 369014 w 2119654"/>
              <a:gd name="connsiteY123803" fmla="*/ 639123 h 2398711"/>
              <a:gd name="connsiteX123804" fmla="*/ 369085 w 2119654"/>
              <a:gd name="connsiteY123804" fmla="*/ 639164 h 2398711"/>
              <a:gd name="connsiteX123805" fmla="*/ 369750 w 2119654"/>
              <a:gd name="connsiteY123805" fmla="*/ 636366 h 2398711"/>
              <a:gd name="connsiteX123806" fmla="*/ 316746 w 2119654"/>
              <a:gd name="connsiteY123806" fmla="*/ 748039 h 2398711"/>
              <a:gd name="connsiteX123807" fmla="*/ 320074 w 2119654"/>
              <a:gd name="connsiteY123807" fmla="*/ 753092 h 2398711"/>
              <a:gd name="connsiteX123808" fmla="*/ 318581 w 2119654"/>
              <a:gd name="connsiteY123808" fmla="*/ 748568 h 2398711"/>
              <a:gd name="connsiteX123809" fmla="*/ 371556 w 2119654"/>
              <a:gd name="connsiteY123809" fmla="*/ 625149 h 2398711"/>
              <a:gd name="connsiteX123810" fmla="*/ 371898 w 2119654"/>
              <a:gd name="connsiteY123810" fmla="*/ 627318 h 2398711"/>
              <a:gd name="connsiteX123811" fmla="*/ 372348 w 2119654"/>
              <a:gd name="connsiteY123811" fmla="*/ 625423 h 2398711"/>
              <a:gd name="connsiteX123812" fmla="*/ 363751 w 2119654"/>
              <a:gd name="connsiteY123812" fmla="*/ 642366 h 2398711"/>
              <a:gd name="connsiteX123813" fmla="*/ 364397 w 2119654"/>
              <a:gd name="connsiteY123813" fmla="*/ 646112 h 2398711"/>
              <a:gd name="connsiteX123814" fmla="*/ 364402 w 2119654"/>
              <a:gd name="connsiteY123814" fmla="*/ 646145 h 2398711"/>
              <a:gd name="connsiteX123815" fmla="*/ 366387 w 2119654"/>
              <a:gd name="connsiteY123815" fmla="*/ 646391 h 2398711"/>
              <a:gd name="connsiteX123816" fmla="*/ 366484 w 2119654"/>
              <a:gd name="connsiteY123816" fmla="*/ 644627 h 2398711"/>
              <a:gd name="connsiteX123817" fmla="*/ 366263 w 2119654"/>
              <a:gd name="connsiteY123817" fmla="*/ 644020 h 2398711"/>
              <a:gd name="connsiteX123818" fmla="*/ 365500 w 2119654"/>
              <a:gd name="connsiteY123818" fmla="*/ 643390 h 2398711"/>
              <a:gd name="connsiteX123819" fmla="*/ 351707 w 2119654"/>
              <a:gd name="connsiteY123819" fmla="*/ 669233 h 2398711"/>
              <a:gd name="connsiteX123820" fmla="*/ 354061 w 2119654"/>
              <a:gd name="connsiteY123820" fmla="*/ 673072 h 2398711"/>
              <a:gd name="connsiteX123821" fmla="*/ 355411 w 2119654"/>
              <a:gd name="connsiteY123821" fmla="*/ 675086 h 2398711"/>
              <a:gd name="connsiteX123822" fmla="*/ 357363 w 2119654"/>
              <a:gd name="connsiteY123822" fmla="*/ 675521 h 2398711"/>
              <a:gd name="connsiteX123823" fmla="*/ 354924 w 2119654"/>
              <a:gd name="connsiteY123823" fmla="*/ 669404 h 2398711"/>
              <a:gd name="connsiteX123824" fmla="*/ 343469 w 2119654"/>
              <a:gd name="connsiteY123824" fmla="*/ 687401 h 2398711"/>
              <a:gd name="connsiteX123825" fmla="*/ 346560 w 2119654"/>
              <a:gd name="connsiteY123825" fmla="*/ 698242 h 2398711"/>
              <a:gd name="connsiteX123826" fmla="*/ 354470 w 2119654"/>
              <a:gd name="connsiteY123826" fmla="*/ 700707 h 2398711"/>
              <a:gd name="connsiteX123827" fmla="*/ 356685 w 2119654"/>
              <a:gd name="connsiteY123827" fmla="*/ 691379 h 2398711"/>
              <a:gd name="connsiteX123828" fmla="*/ 347344 w 2119654"/>
              <a:gd name="connsiteY123828" fmla="*/ 688527 h 2398711"/>
              <a:gd name="connsiteX123829" fmla="*/ 375715 w 2119654"/>
              <a:gd name="connsiteY123829" fmla="*/ 615122 h 2398711"/>
              <a:gd name="connsiteX123830" fmla="*/ 375259 w 2119654"/>
              <a:gd name="connsiteY123830" fmla="*/ 617047 h 2398711"/>
              <a:gd name="connsiteX123831" fmla="*/ 379910 w 2119654"/>
              <a:gd name="connsiteY123831" fmla="*/ 624632 h 2398711"/>
              <a:gd name="connsiteX123832" fmla="*/ 380395 w 2119654"/>
              <a:gd name="connsiteY123832" fmla="*/ 617860 h 2398711"/>
              <a:gd name="connsiteX123833" fmla="*/ 361717 w 2119654"/>
              <a:gd name="connsiteY123833" fmla="*/ 645993 h 2398711"/>
              <a:gd name="connsiteX123834" fmla="*/ 362687 w 2119654"/>
              <a:gd name="connsiteY123834" fmla="*/ 650753 h 2398711"/>
              <a:gd name="connsiteX123835" fmla="*/ 365048 w 2119654"/>
              <a:gd name="connsiteY123835" fmla="*/ 650847 h 2398711"/>
              <a:gd name="connsiteX123836" fmla="*/ 364266 w 2119654"/>
              <a:gd name="connsiteY123836" fmla="*/ 646309 h 2398711"/>
              <a:gd name="connsiteX123837" fmla="*/ 367651 w 2119654"/>
              <a:gd name="connsiteY123837" fmla="*/ 632403 h 2398711"/>
              <a:gd name="connsiteX123838" fmla="*/ 367411 w 2119654"/>
              <a:gd name="connsiteY123838" fmla="*/ 638186 h 2398711"/>
              <a:gd name="connsiteX123839" fmla="*/ 368450 w 2119654"/>
              <a:gd name="connsiteY123839" fmla="*/ 638793 h 2398711"/>
              <a:gd name="connsiteX123840" fmla="*/ 367760 w 2119654"/>
              <a:gd name="connsiteY123840" fmla="*/ 632449 h 2398711"/>
              <a:gd name="connsiteX123841" fmla="*/ 367680 w 2119654"/>
              <a:gd name="connsiteY123841" fmla="*/ 631716 h 2398711"/>
              <a:gd name="connsiteX123842" fmla="*/ 367666 w 2119654"/>
              <a:gd name="connsiteY123842" fmla="*/ 632058 h 2398711"/>
              <a:gd name="connsiteX123843" fmla="*/ 367719 w 2119654"/>
              <a:gd name="connsiteY123843" fmla="*/ 632080 h 2398711"/>
              <a:gd name="connsiteX123844" fmla="*/ 294046 w 2119654"/>
              <a:gd name="connsiteY123844" fmla="*/ 796517 h 2398711"/>
              <a:gd name="connsiteX123845" fmla="*/ 294702 w 2119654"/>
              <a:gd name="connsiteY123845" fmla="*/ 803443 h 2398711"/>
              <a:gd name="connsiteX123846" fmla="*/ 307804 w 2119654"/>
              <a:gd name="connsiteY123846" fmla="*/ 807298 h 2398711"/>
              <a:gd name="connsiteX123847" fmla="*/ 306424 w 2119654"/>
              <a:gd name="connsiteY123847" fmla="*/ 803099 h 2398711"/>
              <a:gd name="connsiteX123848" fmla="*/ 298420 w 2119654"/>
              <a:gd name="connsiteY123848" fmla="*/ 798417 h 2398711"/>
              <a:gd name="connsiteX123849" fmla="*/ 289204 w 2119654"/>
              <a:gd name="connsiteY123849" fmla="*/ 806551 h 2398711"/>
              <a:gd name="connsiteX123850" fmla="*/ 292072 w 2119654"/>
              <a:gd name="connsiteY123850" fmla="*/ 818230 h 2398711"/>
              <a:gd name="connsiteX123851" fmla="*/ 291116 w 2119654"/>
              <a:gd name="connsiteY123851" fmla="*/ 807113 h 2398711"/>
              <a:gd name="connsiteX123852" fmla="*/ 315871 w 2119654"/>
              <a:gd name="connsiteY123852" fmla="*/ 746709 h 2398711"/>
              <a:gd name="connsiteX123853" fmla="*/ 316632 w 2119654"/>
              <a:gd name="connsiteY123853" fmla="*/ 747865 h 2398711"/>
              <a:gd name="connsiteX123854" fmla="*/ 318530 w 2119654"/>
              <a:gd name="connsiteY123854" fmla="*/ 748413 h 2398711"/>
              <a:gd name="connsiteX123855" fmla="*/ 318090 w 2119654"/>
              <a:gd name="connsiteY123855" fmla="*/ 747080 h 2398711"/>
              <a:gd name="connsiteX123856" fmla="*/ 315280 w 2119654"/>
              <a:gd name="connsiteY123856" fmla="*/ 747615 h 2398711"/>
              <a:gd name="connsiteX123857" fmla="*/ 315319 w 2119654"/>
              <a:gd name="connsiteY123857" fmla="*/ 747986 h 2398711"/>
              <a:gd name="connsiteX123858" fmla="*/ 319344 w 2119654"/>
              <a:gd name="connsiteY123858" fmla="*/ 783587 h 2398711"/>
              <a:gd name="connsiteX123859" fmla="*/ 319951 w 2119654"/>
              <a:gd name="connsiteY123859" fmla="*/ 783814 h 2398711"/>
              <a:gd name="connsiteX123860" fmla="*/ 320083 w 2119654"/>
              <a:gd name="connsiteY123860" fmla="*/ 782270 h 2398711"/>
              <a:gd name="connsiteX123861" fmla="*/ 320887 w 2119654"/>
              <a:gd name="connsiteY123861" fmla="*/ 756832 h 2398711"/>
              <a:gd name="connsiteX123862" fmla="*/ 319688 w 2119654"/>
              <a:gd name="connsiteY123862" fmla="*/ 755013 h 2398711"/>
              <a:gd name="connsiteX123863" fmla="*/ 315388 w 2119654"/>
              <a:gd name="connsiteY123863" fmla="*/ 747646 h 2398711"/>
              <a:gd name="connsiteX123864" fmla="*/ 338163 w 2119654"/>
              <a:gd name="connsiteY123864" fmla="*/ 696208 h 2398711"/>
              <a:gd name="connsiteX123865" fmla="*/ 338916 w 2119654"/>
              <a:gd name="connsiteY123865" fmla="*/ 698193 h 2398711"/>
              <a:gd name="connsiteX123866" fmla="*/ 347428 w 2119654"/>
              <a:gd name="connsiteY123866" fmla="*/ 702343 h 2398711"/>
              <a:gd name="connsiteX123867" fmla="*/ 346412 w 2119654"/>
              <a:gd name="connsiteY123867" fmla="*/ 698778 h 2398711"/>
              <a:gd name="connsiteX123868" fmla="*/ 315261 w 2119654"/>
              <a:gd name="connsiteY123868" fmla="*/ 747428 h 2398711"/>
              <a:gd name="connsiteX123869" fmla="*/ 315265 w 2119654"/>
              <a:gd name="connsiteY123869" fmla="*/ 747470 h 2398711"/>
              <a:gd name="connsiteX123870" fmla="*/ 315289 w 2119654"/>
              <a:gd name="connsiteY123870" fmla="*/ 747478 h 2398711"/>
              <a:gd name="connsiteX123871" fmla="*/ 291151 w 2119654"/>
              <a:gd name="connsiteY123871" fmla="*/ 801371 h 2398711"/>
              <a:gd name="connsiteX123872" fmla="*/ 291285 w 2119654"/>
              <a:gd name="connsiteY123872" fmla="*/ 802439 h 2398711"/>
              <a:gd name="connsiteX123873" fmla="*/ 291452 w 2119654"/>
              <a:gd name="connsiteY123873" fmla="*/ 802488 h 2398711"/>
              <a:gd name="connsiteX123874" fmla="*/ 435476 w 2119654"/>
              <a:gd name="connsiteY123874" fmla="*/ 477602 h 2398711"/>
              <a:gd name="connsiteX123875" fmla="*/ 436188 w 2119654"/>
              <a:gd name="connsiteY123875" fmla="*/ 479142 h 2398711"/>
              <a:gd name="connsiteX123876" fmla="*/ 438429 w 2119654"/>
              <a:gd name="connsiteY123876" fmla="*/ 479827 h 2398711"/>
              <a:gd name="connsiteX123877" fmla="*/ 252055 w 2119654"/>
              <a:gd name="connsiteY123877" fmla="*/ 887915 h 2398711"/>
              <a:gd name="connsiteX123878" fmla="*/ 252641 w 2119654"/>
              <a:gd name="connsiteY123878" fmla="*/ 893092 h 2398711"/>
              <a:gd name="connsiteX123879" fmla="*/ 255648 w 2119654"/>
              <a:gd name="connsiteY123879" fmla="*/ 895977 h 2398711"/>
              <a:gd name="connsiteX123880" fmla="*/ 378012 w 2119654"/>
              <a:gd name="connsiteY123880" fmla="*/ 605448 h 2398711"/>
              <a:gd name="connsiteX123881" fmla="*/ 376699 w 2119654"/>
              <a:gd name="connsiteY123881" fmla="*/ 610982 h 2398711"/>
              <a:gd name="connsiteX123882" fmla="*/ 380719 w 2119654"/>
              <a:gd name="connsiteY123882" fmla="*/ 613334 h 2398711"/>
              <a:gd name="connsiteX123883" fmla="*/ 381186 w 2119654"/>
              <a:gd name="connsiteY123883" fmla="*/ 606834 h 2398711"/>
              <a:gd name="connsiteX123884" fmla="*/ 272236 w 2119654"/>
              <a:gd name="connsiteY123884" fmla="*/ 841861 h 2398711"/>
              <a:gd name="connsiteX123885" fmla="*/ 279607 w 2119654"/>
              <a:gd name="connsiteY123885" fmla="*/ 854484 h 2398711"/>
              <a:gd name="connsiteX123886" fmla="*/ 278367 w 2119654"/>
              <a:gd name="connsiteY123886" fmla="*/ 842103 h 2398711"/>
              <a:gd name="connsiteX123887" fmla="*/ 228969 w 2119654"/>
              <a:gd name="connsiteY123887" fmla="*/ 937325 h 2398711"/>
              <a:gd name="connsiteX123888" fmla="*/ 233747 w 2119654"/>
              <a:gd name="connsiteY123888" fmla="*/ 954092 h 2398711"/>
              <a:gd name="connsiteX123889" fmla="*/ 237165 w 2119654"/>
              <a:gd name="connsiteY123889" fmla="*/ 961391 h 2398711"/>
              <a:gd name="connsiteX123890" fmla="*/ 253619 w 2119654"/>
              <a:gd name="connsiteY123890" fmla="*/ 989636 h 2398711"/>
              <a:gd name="connsiteX123891" fmla="*/ 255370 w 2119654"/>
              <a:gd name="connsiteY123891" fmla="*/ 991624 h 2398711"/>
              <a:gd name="connsiteX123892" fmla="*/ 250362 w 2119654"/>
              <a:gd name="connsiteY123892" fmla="*/ 979345 h 2398711"/>
              <a:gd name="connsiteX123893" fmla="*/ 250497 w 2119654"/>
              <a:gd name="connsiteY123893" fmla="*/ 979002 h 2398711"/>
              <a:gd name="connsiteX123894" fmla="*/ 255881 w 2119654"/>
              <a:gd name="connsiteY123894" fmla="*/ 992205 h 2398711"/>
              <a:gd name="connsiteX123895" fmla="*/ 257250 w 2119654"/>
              <a:gd name="connsiteY123895" fmla="*/ 993759 h 2398711"/>
              <a:gd name="connsiteX123896" fmla="*/ 245773 w 2119654"/>
              <a:gd name="connsiteY123896" fmla="*/ 960410 h 2398711"/>
              <a:gd name="connsiteX123897" fmla="*/ 242995 w 2119654"/>
              <a:gd name="connsiteY123897" fmla="*/ 951970 h 2398711"/>
              <a:gd name="connsiteX123898" fmla="*/ 240149 w 2119654"/>
              <a:gd name="connsiteY123898" fmla="*/ 946065 h 2398711"/>
              <a:gd name="connsiteX123899" fmla="*/ 151398 w 2119654"/>
              <a:gd name="connsiteY123899" fmla="*/ 1110698 h 2398711"/>
              <a:gd name="connsiteX123900" fmla="*/ 161120 w 2119654"/>
              <a:gd name="connsiteY123900" fmla="*/ 1129272 h 2398711"/>
              <a:gd name="connsiteX123901" fmla="*/ 163214 w 2119654"/>
              <a:gd name="connsiteY123901" fmla="*/ 1131233 h 2398711"/>
              <a:gd name="connsiteX123902" fmla="*/ 271374 w 2119654"/>
              <a:gd name="connsiteY123902" fmla="*/ 841826 h 2398711"/>
              <a:gd name="connsiteX123903" fmla="*/ 280464 w 2119654"/>
              <a:gd name="connsiteY123903" fmla="*/ 863037 h 2398711"/>
              <a:gd name="connsiteX123904" fmla="*/ 279702 w 2119654"/>
              <a:gd name="connsiteY123904" fmla="*/ 855422 h 2398711"/>
              <a:gd name="connsiteX123905" fmla="*/ 273997 w 2119654"/>
              <a:gd name="connsiteY123905" fmla="*/ 845652 h 2398711"/>
              <a:gd name="connsiteX123906" fmla="*/ 271884 w 2119654"/>
              <a:gd name="connsiteY123906" fmla="*/ 841845 h 2398711"/>
              <a:gd name="connsiteX123907" fmla="*/ 373161 w 2119654"/>
              <a:gd name="connsiteY123907" fmla="*/ 613627 h 2398711"/>
              <a:gd name="connsiteX123908" fmla="*/ 374594 w 2119654"/>
              <a:gd name="connsiteY123908" fmla="*/ 615965 h 2398711"/>
              <a:gd name="connsiteX123909" fmla="*/ 374906 w 2119654"/>
              <a:gd name="connsiteY123909" fmla="*/ 614649 h 2398711"/>
              <a:gd name="connsiteX123910" fmla="*/ 382736 w 2119654"/>
              <a:gd name="connsiteY123910" fmla="*/ 592143 h 2398711"/>
              <a:gd name="connsiteX123911" fmla="*/ 381705 w 2119654"/>
              <a:gd name="connsiteY123911" fmla="*/ 606536 h 2398711"/>
              <a:gd name="connsiteX123912" fmla="*/ 390299 w 2119654"/>
              <a:gd name="connsiteY123912" fmla="*/ 609889 h 2398711"/>
              <a:gd name="connsiteX123913" fmla="*/ 399796 w 2119654"/>
              <a:gd name="connsiteY123913" fmla="*/ 614038 h 2398711"/>
              <a:gd name="connsiteX123914" fmla="*/ 396673 w 2119654"/>
              <a:gd name="connsiteY123914" fmla="*/ 597580 h 2398711"/>
              <a:gd name="connsiteX123915" fmla="*/ 318565 w 2119654"/>
              <a:gd name="connsiteY123915" fmla="*/ 735612 h 2398711"/>
              <a:gd name="connsiteX123916" fmla="*/ 320426 w 2119654"/>
              <a:gd name="connsiteY123916" fmla="*/ 741249 h 2398711"/>
              <a:gd name="connsiteX123917" fmla="*/ 321370 w 2119654"/>
              <a:gd name="connsiteY123917" fmla="*/ 741544 h 2398711"/>
              <a:gd name="connsiteX123918" fmla="*/ 321502 w 2119654"/>
              <a:gd name="connsiteY123918" fmla="*/ 737395 h 2398711"/>
              <a:gd name="connsiteX123919" fmla="*/ 399226 w 2119654"/>
              <a:gd name="connsiteY123919" fmla="*/ 554681 h 2398711"/>
              <a:gd name="connsiteX123920" fmla="*/ 400646 w 2119654"/>
              <a:gd name="connsiteY123920" fmla="*/ 562164 h 2398711"/>
              <a:gd name="connsiteX123921" fmla="*/ 401173 w 2119654"/>
              <a:gd name="connsiteY123921" fmla="*/ 564750 h 2398711"/>
              <a:gd name="connsiteX123922" fmla="*/ 404668 w 2119654"/>
              <a:gd name="connsiteY123922" fmla="*/ 566870 h 2398711"/>
              <a:gd name="connsiteX123923" fmla="*/ 403553 w 2119654"/>
              <a:gd name="connsiteY123923" fmla="*/ 557306 h 2398711"/>
              <a:gd name="connsiteX123924" fmla="*/ 452802 w 2119654"/>
              <a:gd name="connsiteY123924" fmla="*/ 434261 h 2398711"/>
              <a:gd name="connsiteX123925" fmla="*/ 451814 w 2119654"/>
              <a:gd name="connsiteY123925" fmla="*/ 448040 h 2398711"/>
              <a:gd name="connsiteX123926" fmla="*/ 451330 w 2119654"/>
              <a:gd name="connsiteY123926" fmla="*/ 463334 h 2398711"/>
              <a:gd name="connsiteX123927" fmla="*/ 453057 w 2119654"/>
              <a:gd name="connsiteY123927" fmla="*/ 464447 h 2398711"/>
              <a:gd name="connsiteX123928" fmla="*/ 465558 w 2119654"/>
              <a:gd name="connsiteY123928" fmla="*/ 473406 h 2398711"/>
              <a:gd name="connsiteX123929" fmla="*/ 465424 w 2119654"/>
              <a:gd name="connsiteY123929" fmla="*/ 470343 h 2398711"/>
              <a:gd name="connsiteX123930" fmla="*/ 464478 w 2119654"/>
              <a:gd name="connsiteY123930" fmla="*/ 438926 h 2398711"/>
              <a:gd name="connsiteX123931" fmla="*/ 368021 w 2119654"/>
              <a:gd name="connsiteY123931" fmla="*/ 623920 h 2398711"/>
              <a:gd name="connsiteX123932" fmla="*/ 367938 w 2119654"/>
              <a:gd name="connsiteY123932" fmla="*/ 625445 h 2398711"/>
              <a:gd name="connsiteX123933" fmla="*/ 367825 w 2119654"/>
              <a:gd name="connsiteY123933" fmla="*/ 628199 h 2398711"/>
              <a:gd name="connsiteX123934" fmla="*/ 368254 w 2119654"/>
              <a:gd name="connsiteY123934" fmla="*/ 632141 h 2398711"/>
              <a:gd name="connsiteX123935" fmla="*/ 368334 w 2119654"/>
              <a:gd name="connsiteY123935" fmla="*/ 632341 h 2398711"/>
              <a:gd name="connsiteX123936" fmla="*/ 370487 w 2119654"/>
              <a:gd name="connsiteY123936" fmla="*/ 633257 h 2398711"/>
              <a:gd name="connsiteX123937" fmla="*/ 371058 w 2119654"/>
              <a:gd name="connsiteY123937" fmla="*/ 630852 h 2398711"/>
              <a:gd name="connsiteX123938" fmla="*/ 370080 w 2119654"/>
              <a:gd name="connsiteY123938" fmla="*/ 624636 h 2398711"/>
              <a:gd name="connsiteX123939" fmla="*/ 360604 w 2119654"/>
              <a:gd name="connsiteY123939" fmla="*/ 640524 h 2398711"/>
              <a:gd name="connsiteX123940" fmla="*/ 361680 w 2119654"/>
              <a:gd name="connsiteY123940" fmla="*/ 645808 h 2398711"/>
              <a:gd name="connsiteX123941" fmla="*/ 364235 w 2119654"/>
              <a:gd name="connsiteY123941" fmla="*/ 646124 h 2398711"/>
              <a:gd name="connsiteX123942" fmla="*/ 363569 w 2119654"/>
              <a:gd name="connsiteY123942" fmla="*/ 642260 h 2398711"/>
              <a:gd name="connsiteX123943" fmla="*/ 270342 w 2119654"/>
              <a:gd name="connsiteY123943" fmla="*/ 841784 h 2398711"/>
              <a:gd name="connsiteX123944" fmla="*/ 271532 w 2119654"/>
              <a:gd name="connsiteY123944" fmla="*/ 846183 h 2398711"/>
              <a:gd name="connsiteX123945" fmla="*/ 272038 w 2119654"/>
              <a:gd name="connsiteY123945" fmla="*/ 847958 h 2398711"/>
              <a:gd name="connsiteX123946" fmla="*/ 277872 w 2119654"/>
              <a:gd name="connsiteY123946" fmla="*/ 859301 h 2398711"/>
              <a:gd name="connsiteX123947" fmla="*/ 275794 w 2119654"/>
              <a:gd name="connsiteY123947" fmla="*/ 854427 h 2398711"/>
              <a:gd name="connsiteX123948" fmla="*/ 270614 w 2119654"/>
              <a:gd name="connsiteY123948" fmla="*/ 841795 h 2398711"/>
              <a:gd name="connsiteX123949" fmla="*/ 367333 w 2119654"/>
              <a:gd name="connsiteY123949" fmla="*/ 623681 h 2398711"/>
              <a:gd name="connsiteX123950" fmla="*/ 367530 w 2119654"/>
              <a:gd name="connsiteY123950" fmla="*/ 625499 h 2398711"/>
              <a:gd name="connsiteX123951" fmla="*/ 367624 w 2119654"/>
              <a:gd name="connsiteY123951" fmla="*/ 623782 h 2398711"/>
              <a:gd name="connsiteX123952" fmla="*/ 439557 w 2119654"/>
              <a:gd name="connsiteY123952" fmla="*/ 461649 h 2398711"/>
              <a:gd name="connsiteX123953" fmla="*/ 445182 w 2119654"/>
              <a:gd name="connsiteY123953" fmla="*/ 475223 h 2398711"/>
              <a:gd name="connsiteX123954" fmla="*/ 444761 w 2119654"/>
              <a:gd name="connsiteY123954" fmla="*/ 465568 h 2398711"/>
              <a:gd name="connsiteX123955" fmla="*/ 290573 w 2119654"/>
              <a:gd name="connsiteY123955" fmla="*/ 795011 h 2398711"/>
              <a:gd name="connsiteX123956" fmla="*/ 290997 w 2119654"/>
              <a:gd name="connsiteY123956" fmla="*/ 799948 h 2398711"/>
              <a:gd name="connsiteX123957" fmla="*/ 291704 w 2119654"/>
              <a:gd name="connsiteY123957" fmla="*/ 802561 h 2398711"/>
              <a:gd name="connsiteX123958" fmla="*/ 294297 w 2119654"/>
              <a:gd name="connsiteY123958" fmla="*/ 803325 h 2398711"/>
              <a:gd name="connsiteX123959" fmla="*/ 293635 w 2119654"/>
              <a:gd name="connsiteY123959" fmla="*/ 796340 h 2398711"/>
              <a:gd name="connsiteX123960" fmla="*/ 381305 w 2119654"/>
              <a:gd name="connsiteY123960" fmla="*/ 591586 h 2398711"/>
              <a:gd name="connsiteX123961" fmla="*/ 378090 w 2119654"/>
              <a:gd name="connsiteY123961" fmla="*/ 605127 h 2398711"/>
              <a:gd name="connsiteX123962" fmla="*/ 381221 w 2119654"/>
              <a:gd name="connsiteY123962" fmla="*/ 606348 h 2398711"/>
              <a:gd name="connsiteX123963" fmla="*/ 381369 w 2119654"/>
              <a:gd name="connsiteY123963" fmla="*/ 604276 h 2398711"/>
              <a:gd name="connsiteX123964" fmla="*/ 382414 w 2119654"/>
              <a:gd name="connsiteY123964" fmla="*/ 592017 h 2398711"/>
              <a:gd name="connsiteX123965" fmla="*/ 228145 w 2119654"/>
              <a:gd name="connsiteY123965" fmla="*/ 934440 h 2398711"/>
              <a:gd name="connsiteX123966" fmla="*/ 228777 w 2119654"/>
              <a:gd name="connsiteY123966" fmla="*/ 936656 h 2398711"/>
              <a:gd name="connsiteX123967" fmla="*/ 239747 w 2119654"/>
              <a:gd name="connsiteY123967" fmla="*/ 945231 h 2398711"/>
              <a:gd name="connsiteX123968" fmla="*/ 235109 w 2119654"/>
              <a:gd name="connsiteY123968" fmla="*/ 935607 h 2398711"/>
              <a:gd name="connsiteX123969" fmla="*/ 383076 w 2119654"/>
              <a:gd name="connsiteY123969" fmla="*/ 587408 h 2398711"/>
              <a:gd name="connsiteX123970" fmla="*/ 382749 w 2119654"/>
              <a:gd name="connsiteY123970" fmla="*/ 591970 h 2398711"/>
              <a:gd name="connsiteX123971" fmla="*/ 387937 w 2119654"/>
              <a:gd name="connsiteY123971" fmla="*/ 593914 h 2398711"/>
              <a:gd name="connsiteX123972" fmla="*/ 396622 w 2119654"/>
              <a:gd name="connsiteY123972" fmla="*/ 597302 h 2398711"/>
              <a:gd name="connsiteX123973" fmla="*/ 396233 w 2119654"/>
              <a:gd name="connsiteY123973" fmla="*/ 595256 h 2398711"/>
              <a:gd name="connsiteX123974" fmla="*/ 329236 w 2119654"/>
              <a:gd name="connsiteY123974" fmla="*/ 707437 h 2398711"/>
              <a:gd name="connsiteX123975" fmla="*/ 339406 w 2119654"/>
              <a:gd name="connsiteY123975" fmla="*/ 734250 h 2398711"/>
              <a:gd name="connsiteX123976" fmla="*/ 337178 w 2119654"/>
              <a:gd name="connsiteY123976" fmla="*/ 712620 h 2398711"/>
              <a:gd name="connsiteX123977" fmla="*/ 336960 w 2119654"/>
              <a:gd name="connsiteY123977" fmla="*/ 711854 h 2398711"/>
              <a:gd name="connsiteX123978" fmla="*/ 337067 w 2119654"/>
              <a:gd name="connsiteY123978" fmla="*/ 711593 h 2398711"/>
              <a:gd name="connsiteX123979" fmla="*/ 337076 w 2119654"/>
              <a:gd name="connsiteY123979" fmla="*/ 711625 h 2398711"/>
              <a:gd name="connsiteX123980" fmla="*/ 336845 w 2119654"/>
              <a:gd name="connsiteY123980" fmla="*/ 709381 h 2398711"/>
              <a:gd name="connsiteX123981" fmla="*/ 281488 w 2119654"/>
              <a:gd name="connsiteY123981" fmla="*/ 814330 h 2398711"/>
              <a:gd name="connsiteX123982" fmla="*/ 294602 w 2119654"/>
              <a:gd name="connsiteY123982" fmla="*/ 839094 h 2398711"/>
              <a:gd name="connsiteX123983" fmla="*/ 293539 w 2119654"/>
              <a:gd name="connsiteY123983" fmla="*/ 830690 h 2398711"/>
              <a:gd name="connsiteX123984" fmla="*/ 288399 w 2119654"/>
              <a:gd name="connsiteY123984" fmla="*/ 817229 h 2398711"/>
              <a:gd name="connsiteX123985" fmla="*/ 284063 w 2119654"/>
              <a:gd name="connsiteY123985" fmla="*/ 815385 h 2398711"/>
              <a:gd name="connsiteX123986" fmla="*/ 314517 w 2119654"/>
              <a:gd name="connsiteY123986" fmla="*/ 740189 h 2398711"/>
              <a:gd name="connsiteX123987" fmla="*/ 314983 w 2119654"/>
              <a:gd name="connsiteY123987" fmla="*/ 744715 h 2398711"/>
              <a:gd name="connsiteX123988" fmla="*/ 317446 w 2119654"/>
              <a:gd name="connsiteY123988" fmla="*/ 745128 h 2398711"/>
              <a:gd name="connsiteX123989" fmla="*/ 317375 w 2119654"/>
              <a:gd name="connsiteY123989" fmla="*/ 744915 h 2398711"/>
              <a:gd name="connsiteX123990" fmla="*/ 316497 w 2119654"/>
              <a:gd name="connsiteY123990" fmla="*/ 740806 h 2398711"/>
              <a:gd name="connsiteX123991" fmla="*/ 468305 w 2119654"/>
              <a:gd name="connsiteY123991" fmla="*/ 395644 h 2398711"/>
              <a:gd name="connsiteX123992" fmla="*/ 474363 w 2119654"/>
              <a:gd name="connsiteY123992" fmla="*/ 425388 h 2398711"/>
              <a:gd name="connsiteX123993" fmla="*/ 476471 w 2119654"/>
              <a:gd name="connsiteY123993" fmla="*/ 426608 h 2398711"/>
              <a:gd name="connsiteX123994" fmla="*/ 476646 w 2119654"/>
              <a:gd name="connsiteY123994" fmla="*/ 424559 h 2398711"/>
              <a:gd name="connsiteX123995" fmla="*/ 476790 w 2119654"/>
              <a:gd name="connsiteY123995" fmla="*/ 424405 h 2398711"/>
              <a:gd name="connsiteX123996" fmla="*/ 476597 w 2119654"/>
              <a:gd name="connsiteY123996" fmla="*/ 426680 h 2398711"/>
              <a:gd name="connsiteX123997" fmla="*/ 484670 w 2119654"/>
              <a:gd name="connsiteY123997" fmla="*/ 431350 h 2398711"/>
              <a:gd name="connsiteX123998" fmla="*/ 503881 w 2119654"/>
              <a:gd name="connsiteY123998" fmla="*/ 442807 h 2398711"/>
              <a:gd name="connsiteX123999" fmla="*/ 503844 w 2119654"/>
              <a:gd name="connsiteY123999" fmla="*/ 441970 h 2398711"/>
              <a:gd name="connsiteX124000" fmla="*/ 503820 w 2119654"/>
              <a:gd name="connsiteY124000" fmla="*/ 441165 h 2398711"/>
              <a:gd name="connsiteX124001" fmla="*/ 498550 w 2119654"/>
              <a:gd name="connsiteY124001" fmla="*/ 437717 h 2398711"/>
              <a:gd name="connsiteX124002" fmla="*/ 485885 w 2119654"/>
              <a:gd name="connsiteY124002" fmla="*/ 429826 h 2398711"/>
              <a:gd name="connsiteX124003" fmla="*/ 486101 w 2119654"/>
              <a:gd name="connsiteY124003" fmla="*/ 429802 h 2398711"/>
              <a:gd name="connsiteX124004" fmla="*/ 503810 w 2119654"/>
              <a:gd name="connsiteY124004" fmla="*/ 440839 h 2398711"/>
              <a:gd name="connsiteX124005" fmla="*/ 503528 w 2119654"/>
              <a:gd name="connsiteY124005" fmla="*/ 431469 h 2398711"/>
              <a:gd name="connsiteX124006" fmla="*/ 502075 w 2119654"/>
              <a:gd name="connsiteY124006" fmla="*/ 430911 h 2398711"/>
              <a:gd name="connsiteX124007" fmla="*/ 502324 w 2119654"/>
              <a:gd name="connsiteY124007" fmla="*/ 430832 h 2398711"/>
              <a:gd name="connsiteX124008" fmla="*/ 503523 w 2119654"/>
              <a:gd name="connsiteY124008" fmla="*/ 431293 h 2398711"/>
              <a:gd name="connsiteX124009" fmla="*/ 503201 w 2119654"/>
              <a:gd name="connsiteY124009" fmla="*/ 420583 h 2398711"/>
              <a:gd name="connsiteX124010" fmla="*/ 498754 w 2119654"/>
              <a:gd name="connsiteY124010" fmla="*/ 417166 h 2398711"/>
              <a:gd name="connsiteX124011" fmla="*/ 269824 w 2119654"/>
              <a:gd name="connsiteY124011" fmla="*/ 839868 h 2398711"/>
              <a:gd name="connsiteX124012" fmla="*/ 270274 w 2119654"/>
              <a:gd name="connsiteY124012" fmla="*/ 841532 h 2398711"/>
              <a:gd name="connsiteX124013" fmla="*/ 270511 w 2119654"/>
              <a:gd name="connsiteY124013" fmla="*/ 841542 h 2398711"/>
              <a:gd name="connsiteX124014" fmla="*/ 251571 w 2119654"/>
              <a:gd name="connsiteY124014" fmla="*/ 880698 h 2398711"/>
              <a:gd name="connsiteX124015" fmla="*/ 252473 w 2119654"/>
              <a:gd name="connsiteY124015" fmla="*/ 882912 h 2398711"/>
              <a:gd name="connsiteX124016" fmla="*/ 259634 w 2119654"/>
              <a:gd name="connsiteY124016" fmla="*/ 899803 h 2398711"/>
              <a:gd name="connsiteX124017" fmla="*/ 286755 w 2119654"/>
              <a:gd name="connsiteY124017" fmla="*/ 925831 h 2398711"/>
              <a:gd name="connsiteX124018" fmla="*/ 286494 w 2119654"/>
              <a:gd name="connsiteY124018" fmla="*/ 923223 h 2398711"/>
              <a:gd name="connsiteX124019" fmla="*/ 282961 w 2119654"/>
              <a:gd name="connsiteY124019" fmla="*/ 919015 h 2398711"/>
              <a:gd name="connsiteX124020" fmla="*/ 282954 w 2119654"/>
              <a:gd name="connsiteY124020" fmla="*/ 918806 h 2398711"/>
              <a:gd name="connsiteX124021" fmla="*/ 286471 w 2119654"/>
              <a:gd name="connsiteY124021" fmla="*/ 922994 h 2398711"/>
              <a:gd name="connsiteX124022" fmla="*/ 286052 w 2119654"/>
              <a:gd name="connsiteY124022" fmla="*/ 918809 h 2398711"/>
              <a:gd name="connsiteX124023" fmla="*/ 281358 w 2119654"/>
              <a:gd name="connsiteY124023" fmla="*/ 910608 h 2398711"/>
              <a:gd name="connsiteX124024" fmla="*/ 267499 w 2119654"/>
              <a:gd name="connsiteY124024" fmla="*/ 885621 h 2398711"/>
              <a:gd name="connsiteX124025" fmla="*/ 254344 w 2119654"/>
              <a:gd name="connsiteY124025" fmla="*/ 881522 h 2398711"/>
              <a:gd name="connsiteX124026" fmla="*/ 350848 w 2119654"/>
              <a:gd name="connsiteY124026" fmla="*/ 658088 h 2398711"/>
              <a:gd name="connsiteX124027" fmla="*/ 355065 w 2119654"/>
              <a:gd name="connsiteY124027" fmla="*/ 668665 h 2398711"/>
              <a:gd name="connsiteX124028" fmla="*/ 361991 w 2119654"/>
              <a:gd name="connsiteY124028" fmla="*/ 669032 h 2398711"/>
              <a:gd name="connsiteX124029" fmla="*/ 363009 w 2119654"/>
              <a:gd name="connsiteY124029" fmla="*/ 664751 h 2398711"/>
              <a:gd name="connsiteX124030" fmla="*/ 362856 w 2119654"/>
              <a:gd name="connsiteY124030" fmla="*/ 663726 h 2398711"/>
              <a:gd name="connsiteX124031" fmla="*/ 351836 w 2119654"/>
              <a:gd name="connsiteY124031" fmla="*/ 658508 h 2398711"/>
              <a:gd name="connsiteX124032" fmla="*/ 268834 w 2119654"/>
              <a:gd name="connsiteY124032" fmla="*/ 841725 h 2398711"/>
              <a:gd name="connsiteX124033" fmla="*/ 271701 w 2119654"/>
              <a:gd name="connsiteY124033" fmla="*/ 847302 h 2398711"/>
              <a:gd name="connsiteX124034" fmla="*/ 270207 w 2119654"/>
              <a:gd name="connsiteY124034" fmla="*/ 841780 h 2398711"/>
              <a:gd name="connsiteX124035" fmla="*/ 453198 w 2119654"/>
              <a:gd name="connsiteY124035" fmla="*/ 428731 h 2398711"/>
              <a:gd name="connsiteX124036" fmla="*/ 452838 w 2119654"/>
              <a:gd name="connsiteY124036" fmla="*/ 433758 h 2398711"/>
              <a:gd name="connsiteX124037" fmla="*/ 464462 w 2119654"/>
              <a:gd name="connsiteY124037" fmla="*/ 438401 h 2398711"/>
              <a:gd name="connsiteX124038" fmla="*/ 464391 w 2119654"/>
              <a:gd name="connsiteY124038" fmla="*/ 436027 h 2398711"/>
              <a:gd name="connsiteX124039" fmla="*/ 251253 w 2119654"/>
              <a:gd name="connsiteY124039" fmla="*/ 880821 h 2398711"/>
              <a:gd name="connsiteX124040" fmla="*/ 251976 w 2119654"/>
              <a:gd name="connsiteY124040" fmla="*/ 887203 h 2398711"/>
              <a:gd name="connsiteX124041" fmla="*/ 252111 w 2119654"/>
              <a:gd name="connsiteY124041" fmla="*/ 887506 h 2398711"/>
              <a:gd name="connsiteX124042" fmla="*/ 256320 w 2119654"/>
              <a:gd name="connsiteY124042" fmla="*/ 896622 h 2398711"/>
              <a:gd name="connsiteX124043" fmla="*/ 258584 w 2119654"/>
              <a:gd name="connsiteY124043" fmla="*/ 898794 h 2398711"/>
              <a:gd name="connsiteX124044" fmla="*/ 284943 w 2119654"/>
              <a:gd name="connsiteY124044" fmla="*/ 805297 h 2398711"/>
              <a:gd name="connsiteX124045" fmla="*/ 289602 w 2119654"/>
              <a:gd name="connsiteY124045" fmla="*/ 817497 h 2398711"/>
              <a:gd name="connsiteX124046" fmla="*/ 291597 w 2119654"/>
              <a:gd name="connsiteY124046" fmla="*/ 818314 h 2398711"/>
              <a:gd name="connsiteX124047" fmla="*/ 290414 w 2119654"/>
              <a:gd name="connsiteY124047" fmla="*/ 813498 h 2398711"/>
              <a:gd name="connsiteX124048" fmla="*/ 288779 w 2119654"/>
              <a:gd name="connsiteY124048" fmla="*/ 806425 h 2398711"/>
              <a:gd name="connsiteX124049" fmla="*/ 345822 w 2119654"/>
              <a:gd name="connsiteY124049" fmla="*/ 668922 h 2398711"/>
              <a:gd name="connsiteX124050" fmla="*/ 348526 w 2119654"/>
              <a:gd name="connsiteY124050" fmla="*/ 673551 h 2398711"/>
              <a:gd name="connsiteX124051" fmla="*/ 352614 w 2119654"/>
              <a:gd name="connsiteY124051" fmla="*/ 674424 h 2398711"/>
              <a:gd name="connsiteX124052" fmla="*/ 353816 w 2119654"/>
              <a:gd name="connsiteY124052" fmla="*/ 674732 h 2398711"/>
              <a:gd name="connsiteX124053" fmla="*/ 348527 w 2119654"/>
              <a:gd name="connsiteY124053" fmla="*/ 673555 h 2398711"/>
              <a:gd name="connsiteX124054" fmla="*/ 357335 w 2119654"/>
              <a:gd name="connsiteY124054" fmla="*/ 688642 h 2398711"/>
              <a:gd name="connsiteX124055" fmla="*/ 358217 w 2119654"/>
              <a:gd name="connsiteY124055" fmla="*/ 684931 h 2398711"/>
              <a:gd name="connsiteX124056" fmla="*/ 356668 w 2119654"/>
              <a:gd name="connsiteY124056" fmla="*/ 678323 h 2398711"/>
              <a:gd name="connsiteX124057" fmla="*/ 354586 w 2119654"/>
              <a:gd name="connsiteY124057" fmla="*/ 674929 h 2398711"/>
              <a:gd name="connsiteX124058" fmla="*/ 353816 w 2119654"/>
              <a:gd name="connsiteY124058" fmla="*/ 674732 h 2398711"/>
              <a:gd name="connsiteX124059" fmla="*/ 354569 w 2119654"/>
              <a:gd name="connsiteY124059" fmla="*/ 674900 h 2398711"/>
              <a:gd name="connsiteX124060" fmla="*/ 351074 w 2119654"/>
              <a:gd name="connsiteY124060" fmla="*/ 669200 h 2398711"/>
              <a:gd name="connsiteX124061" fmla="*/ 382394 w 2119654"/>
              <a:gd name="connsiteY124061" fmla="*/ 587001 h 2398711"/>
              <a:gd name="connsiteX124062" fmla="*/ 381340 w 2119654"/>
              <a:gd name="connsiteY124062" fmla="*/ 591442 h 2398711"/>
              <a:gd name="connsiteX124063" fmla="*/ 382428 w 2119654"/>
              <a:gd name="connsiteY124063" fmla="*/ 591850 h 2398711"/>
              <a:gd name="connsiteX124064" fmla="*/ 382820 w 2119654"/>
              <a:gd name="connsiteY124064" fmla="*/ 587256 h 2398711"/>
              <a:gd name="connsiteX124065" fmla="*/ 362037 w 2119654"/>
              <a:gd name="connsiteY124065" fmla="*/ 632411 h 2398711"/>
              <a:gd name="connsiteX124066" fmla="*/ 362541 w 2119654"/>
              <a:gd name="connsiteY124066" fmla="*/ 635335 h 2398711"/>
              <a:gd name="connsiteX124067" fmla="*/ 363253 w 2119654"/>
              <a:gd name="connsiteY124067" fmla="*/ 635751 h 2398711"/>
              <a:gd name="connsiteX124068" fmla="*/ 393480 w 2119654"/>
              <a:gd name="connsiteY124068" fmla="*/ 561133 h 2398711"/>
              <a:gd name="connsiteX124069" fmla="*/ 393631 w 2119654"/>
              <a:gd name="connsiteY124069" fmla="*/ 561486 h 2398711"/>
              <a:gd name="connsiteX124070" fmla="*/ 404347 w 2119654"/>
              <a:gd name="connsiteY124070" fmla="*/ 582294 h 2398711"/>
              <a:gd name="connsiteX124071" fmla="*/ 403453 w 2119654"/>
              <a:gd name="connsiteY124071" fmla="*/ 577902 h 2398711"/>
              <a:gd name="connsiteX124072" fmla="*/ 401155 w 2119654"/>
              <a:gd name="connsiteY124072" fmla="*/ 565790 h 2398711"/>
              <a:gd name="connsiteX124073" fmla="*/ 383092 w 2119654"/>
              <a:gd name="connsiteY124073" fmla="*/ 584062 h 2398711"/>
              <a:gd name="connsiteX124074" fmla="*/ 382465 w 2119654"/>
              <a:gd name="connsiteY124074" fmla="*/ 586701 h 2398711"/>
              <a:gd name="connsiteX124075" fmla="*/ 382848 w 2119654"/>
              <a:gd name="connsiteY124075" fmla="*/ 586923 h 2398711"/>
              <a:gd name="connsiteX124076" fmla="*/ 269672 w 2119654"/>
              <a:gd name="connsiteY124076" fmla="*/ 837856 h 2398711"/>
              <a:gd name="connsiteX124077" fmla="*/ 271265 w 2119654"/>
              <a:gd name="connsiteY124077" fmla="*/ 841571 h 2398711"/>
              <a:gd name="connsiteX124078" fmla="*/ 271744 w 2119654"/>
              <a:gd name="connsiteY124078" fmla="*/ 841591 h 2398711"/>
              <a:gd name="connsiteX124079" fmla="*/ 224022 w 2119654"/>
              <a:gd name="connsiteY124079" fmla="*/ 939598 h 2398711"/>
              <a:gd name="connsiteX124080" fmla="*/ 225539 w 2119654"/>
              <a:gd name="connsiteY124080" fmla="*/ 957249 h 2398711"/>
              <a:gd name="connsiteX124081" fmla="*/ 238156 w 2119654"/>
              <a:gd name="connsiteY124081" fmla="*/ 971987 h 2398711"/>
              <a:gd name="connsiteX124082" fmla="*/ 237025 w 2119654"/>
              <a:gd name="connsiteY124082" fmla="*/ 968016 h 2398711"/>
              <a:gd name="connsiteX124083" fmla="*/ 229753 w 2119654"/>
              <a:gd name="connsiteY124083" fmla="*/ 952489 h 2398711"/>
              <a:gd name="connsiteX124084" fmla="*/ 227923 w 2119654"/>
              <a:gd name="connsiteY124084" fmla="*/ 947697 h 2398711"/>
              <a:gd name="connsiteX124085" fmla="*/ 225781 w 2119654"/>
              <a:gd name="connsiteY124085" fmla="*/ 942921 h 2398711"/>
              <a:gd name="connsiteX124086" fmla="*/ 361592 w 2119654"/>
              <a:gd name="connsiteY124086" fmla="*/ 629825 h 2398711"/>
              <a:gd name="connsiteX124087" fmla="*/ 361823 w 2119654"/>
              <a:gd name="connsiteY124087" fmla="*/ 631169 h 2398711"/>
              <a:gd name="connsiteX124088" fmla="*/ 363556 w 2119654"/>
              <a:gd name="connsiteY124088" fmla="*/ 635929 h 2398711"/>
              <a:gd name="connsiteX124089" fmla="*/ 366854 w 2119654"/>
              <a:gd name="connsiteY124089" fmla="*/ 637859 h 2398711"/>
              <a:gd name="connsiteX124090" fmla="*/ 367164 w 2119654"/>
              <a:gd name="connsiteY124090" fmla="*/ 632196 h 2398711"/>
              <a:gd name="connsiteX124091" fmla="*/ 368557 w 2119654"/>
              <a:gd name="connsiteY124091" fmla="*/ 614112 h 2398711"/>
              <a:gd name="connsiteX124092" fmla="*/ 368050 w 2119654"/>
              <a:gd name="connsiteY124092" fmla="*/ 623402 h 2398711"/>
              <a:gd name="connsiteX124093" fmla="*/ 369978 w 2119654"/>
              <a:gd name="connsiteY124093" fmla="*/ 623987 h 2398711"/>
              <a:gd name="connsiteX124094" fmla="*/ 368942 w 2119654"/>
              <a:gd name="connsiteY124094" fmla="*/ 617400 h 2398711"/>
              <a:gd name="connsiteX124095" fmla="*/ 364508 w 2119654"/>
              <a:gd name="connsiteY124095" fmla="*/ 622746 h 2398711"/>
              <a:gd name="connsiteX124096" fmla="*/ 367298 w 2119654"/>
              <a:gd name="connsiteY124096" fmla="*/ 629745 h 2398711"/>
              <a:gd name="connsiteX124097" fmla="*/ 367354 w 2119654"/>
              <a:gd name="connsiteY124097" fmla="*/ 628726 h 2398711"/>
              <a:gd name="connsiteX124098" fmla="*/ 366784 w 2119654"/>
              <a:gd name="connsiteY124098" fmla="*/ 623490 h 2398711"/>
              <a:gd name="connsiteX124099" fmla="*/ 365547 w 2119654"/>
              <a:gd name="connsiteY124099" fmla="*/ 623061 h 2398711"/>
              <a:gd name="connsiteX124100" fmla="*/ 369398 w 2119654"/>
              <a:gd name="connsiteY124100" fmla="*/ 611426 h 2398711"/>
              <a:gd name="connsiteX124101" fmla="*/ 371444 w 2119654"/>
              <a:gd name="connsiteY124101" fmla="*/ 624431 h 2398711"/>
              <a:gd name="connsiteX124102" fmla="*/ 372507 w 2119654"/>
              <a:gd name="connsiteY124102" fmla="*/ 624754 h 2398711"/>
              <a:gd name="connsiteX124103" fmla="*/ 374466 w 2119654"/>
              <a:gd name="connsiteY124103" fmla="*/ 616501 h 2398711"/>
              <a:gd name="connsiteX124104" fmla="*/ 372448 w 2119654"/>
              <a:gd name="connsiteY124104" fmla="*/ 613210 h 2398711"/>
              <a:gd name="connsiteX124105" fmla="*/ 225341 w 2119654"/>
              <a:gd name="connsiteY124105" fmla="*/ 933970 h 2398711"/>
              <a:gd name="connsiteX124106" fmla="*/ 227887 w 2119654"/>
              <a:gd name="connsiteY124106" fmla="*/ 935959 h 2398711"/>
              <a:gd name="connsiteX124107" fmla="*/ 227420 w 2119654"/>
              <a:gd name="connsiteY124107" fmla="*/ 934318 h 2398711"/>
              <a:gd name="connsiteX124108" fmla="*/ 223786 w 2119654"/>
              <a:gd name="connsiteY124108" fmla="*/ 936864 h 2398711"/>
              <a:gd name="connsiteX124109" fmla="*/ 223822 w 2119654"/>
              <a:gd name="connsiteY124109" fmla="*/ 937279 h 2398711"/>
              <a:gd name="connsiteX124110" fmla="*/ 224263 w 2119654"/>
              <a:gd name="connsiteY124110" fmla="*/ 938111 h 2398711"/>
              <a:gd name="connsiteX124111" fmla="*/ 248697 w 2119654"/>
              <a:gd name="connsiteY124111" fmla="*/ 879846 h 2398711"/>
              <a:gd name="connsiteX124112" fmla="*/ 251480 w 2119654"/>
              <a:gd name="connsiteY124112" fmla="*/ 886091 h 2398711"/>
              <a:gd name="connsiteX124113" fmla="*/ 250801 w 2119654"/>
              <a:gd name="connsiteY124113" fmla="*/ 880471 h 2398711"/>
              <a:gd name="connsiteX124114" fmla="*/ 292564 w 2119654"/>
              <a:gd name="connsiteY124114" fmla="*/ 780872 h 2398711"/>
              <a:gd name="connsiteX124115" fmla="*/ 293809 w 2119654"/>
              <a:gd name="connsiteY124115" fmla="*/ 794027 h 2398711"/>
              <a:gd name="connsiteX124116" fmla="*/ 305043 w 2119654"/>
              <a:gd name="connsiteY124116" fmla="*/ 798901 h 2398711"/>
              <a:gd name="connsiteX124117" fmla="*/ 303575 w 2119654"/>
              <a:gd name="connsiteY124117" fmla="*/ 794436 h 2398711"/>
              <a:gd name="connsiteX124118" fmla="*/ 302664 w 2119654"/>
              <a:gd name="connsiteY124118" fmla="*/ 792905 h 2398711"/>
              <a:gd name="connsiteX124119" fmla="*/ 224237 w 2119654"/>
              <a:gd name="connsiteY124119" fmla="*/ 933784 h 2398711"/>
              <a:gd name="connsiteX124120" fmla="*/ 231979 w 2119654"/>
              <a:gd name="connsiteY124120" fmla="*/ 950315 h 2398711"/>
              <a:gd name="connsiteX124121" fmla="*/ 228078 w 2119654"/>
              <a:gd name="connsiteY124121" fmla="*/ 936629 h 2398711"/>
              <a:gd name="connsiteX124122" fmla="*/ 224495 w 2119654"/>
              <a:gd name="connsiteY124122" fmla="*/ 933827 h 2398711"/>
              <a:gd name="connsiteX124123" fmla="*/ 311003 w 2119654"/>
              <a:gd name="connsiteY124123" fmla="*/ 739094 h 2398711"/>
              <a:gd name="connsiteX124124" fmla="*/ 312136 w 2119654"/>
              <a:gd name="connsiteY124124" fmla="*/ 741035 h 2398711"/>
              <a:gd name="connsiteX124125" fmla="*/ 314506 w 2119654"/>
              <a:gd name="connsiteY124125" fmla="*/ 744635 h 2398711"/>
              <a:gd name="connsiteX124126" fmla="*/ 314675 w 2119654"/>
              <a:gd name="connsiteY124126" fmla="*/ 744663 h 2398711"/>
              <a:gd name="connsiteX124127" fmla="*/ 314204 w 2119654"/>
              <a:gd name="connsiteY124127" fmla="*/ 740091 h 2398711"/>
              <a:gd name="connsiteX124128" fmla="*/ 308132 w 2119654"/>
              <a:gd name="connsiteY124128" fmla="*/ 745411 h 2398711"/>
              <a:gd name="connsiteX124129" fmla="*/ 314954 w 2119654"/>
              <a:gd name="connsiteY124129" fmla="*/ 747381 h 2398711"/>
              <a:gd name="connsiteX124130" fmla="*/ 314894 w 2119654"/>
              <a:gd name="connsiteY124130" fmla="*/ 746800 h 2398711"/>
              <a:gd name="connsiteX124131" fmla="*/ 314729 w 2119654"/>
              <a:gd name="connsiteY124131" fmla="*/ 746517 h 2398711"/>
              <a:gd name="connsiteX124132" fmla="*/ 313744 w 2119654"/>
              <a:gd name="connsiteY124132" fmla="*/ 732687 h 2398711"/>
              <a:gd name="connsiteX124133" fmla="*/ 314434 w 2119654"/>
              <a:gd name="connsiteY124133" fmla="*/ 739382 h 2398711"/>
              <a:gd name="connsiteX124134" fmla="*/ 316318 w 2119654"/>
              <a:gd name="connsiteY124134" fmla="*/ 739970 h 2398711"/>
              <a:gd name="connsiteX124135" fmla="*/ 314915 w 2119654"/>
              <a:gd name="connsiteY124135" fmla="*/ 733398 h 2398711"/>
              <a:gd name="connsiteX124136" fmla="*/ 368932 w 2119654"/>
              <a:gd name="connsiteY124136" fmla="*/ 607310 h 2398711"/>
              <a:gd name="connsiteX124137" fmla="*/ 368919 w 2119654"/>
              <a:gd name="connsiteY124137" fmla="*/ 607545 h 2398711"/>
              <a:gd name="connsiteX124138" fmla="*/ 369125 w 2119654"/>
              <a:gd name="connsiteY124138" fmla="*/ 607634 h 2398711"/>
              <a:gd name="connsiteX124139" fmla="*/ 285890 w 2119654"/>
              <a:gd name="connsiteY124139" fmla="*/ 792979 h 2398711"/>
              <a:gd name="connsiteX124140" fmla="*/ 286181 w 2119654"/>
              <a:gd name="connsiteY124140" fmla="*/ 794238 h 2398711"/>
              <a:gd name="connsiteX124141" fmla="*/ 287954 w 2119654"/>
              <a:gd name="connsiteY124141" fmla="*/ 801459 h 2398711"/>
              <a:gd name="connsiteX124142" fmla="*/ 290699 w 2119654"/>
              <a:gd name="connsiteY124142" fmla="*/ 802267 h 2398711"/>
              <a:gd name="connsiteX124143" fmla="*/ 290056 w 2119654"/>
              <a:gd name="connsiteY124143" fmla="*/ 794786 h 2398711"/>
              <a:gd name="connsiteX124144" fmla="*/ 324245 w 2119654"/>
              <a:gd name="connsiteY124144" fmla="*/ 706160 h 2398711"/>
              <a:gd name="connsiteX124145" fmla="*/ 323245 w 2119654"/>
              <a:gd name="connsiteY124145" fmla="*/ 737736 h 2398711"/>
              <a:gd name="connsiteX124146" fmla="*/ 326984 w 2119654"/>
              <a:gd name="connsiteY124146" fmla="*/ 739936 h 2398711"/>
              <a:gd name="connsiteX124147" fmla="*/ 338353 w 2119654"/>
              <a:gd name="connsiteY124147" fmla="*/ 746835 h 2398711"/>
              <a:gd name="connsiteX124148" fmla="*/ 340884 w 2119654"/>
              <a:gd name="connsiteY124148" fmla="*/ 747623 h 2398711"/>
              <a:gd name="connsiteX124149" fmla="*/ 340018 w 2119654"/>
              <a:gd name="connsiteY124149" fmla="*/ 740196 h 2398711"/>
              <a:gd name="connsiteX124150" fmla="*/ 339671 w 2119654"/>
              <a:gd name="connsiteY124150" fmla="*/ 736824 h 2398711"/>
              <a:gd name="connsiteX124151" fmla="*/ 328448 w 2119654"/>
              <a:gd name="connsiteY124151" fmla="*/ 707235 h 2398711"/>
              <a:gd name="connsiteX124152" fmla="*/ 358804 w 2119654"/>
              <a:gd name="connsiteY124152" fmla="*/ 628639 h 2398711"/>
              <a:gd name="connsiteX124153" fmla="*/ 359059 w 2119654"/>
              <a:gd name="connsiteY124153" fmla="*/ 631343 h 2398711"/>
              <a:gd name="connsiteX124154" fmla="*/ 359379 w 2119654"/>
              <a:gd name="connsiteY124154" fmla="*/ 633486 h 2398711"/>
              <a:gd name="connsiteX124155" fmla="*/ 362359 w 2119654"/>
              <a:gd name="connsiteY124155" fmla="*/ 635228 h 2398711"/>
              <a:gd name="connsiteX124156" fmla="*/ 361728 w 2119654"/>
              <a:gd name="connsiteY124156" fmla="*/ 631561 h 2398711"/>
              <a:gd name="connsiteX124157" fmla="*/ 361347 w 2119654"/>
              <a:gd name="connsiteY124157" fmla="*/ 630515 h 2398711"/>
              <a:gd name="connsiteX124158" fmla="*/ 361461 w 2119654"/>
              <a:gd name="connsiteY124158" fmla="*/ 630174 h 2398711"/>
              <a:gd name="connsiteX124159" fmla="*/ 361514 w 2119654"/>
              <a:gd name="connsiteY124159" fmla="*/ 630318 h 2398711"/>
              <a:gd name="connsiteX124160" fmla="*/ 361416 w 2119654"/>
              <a:gd name="connsiteY124160" fmla="*/ 629751 h 2398711"/>
              <a:gd name="connsiteX124161" fmla="*/ 333750 w 2119654"/>
              <a:gd name="connsiteY124161" fmla="*/ 684574 h 2398711"/>
              <a:gd name="connsiteX124162" fmla="*/ 337917 w 2119654"/>
              <a:gd name="connsiteY124162" fmla="*/ 695561 h 2398711"/>
              <a:gd name="connsiteX124163" fmla="*/ 338727 w 2119654"/>
              <a:gd name="connsiteY124163" fmla="*/ 695802 h 2398711"/>
              <a:gd name="connsiteX124164" fmla="*/ 346230 w 2119654"/>
              <a:gd name="connsiteY124164" fmla="*/ 698138 h 2398711"/>
              <a:gd name="connsiteX124165" fmla="*/ 343142 w 2119654"/>
              <a:gd name="connsiteY124165" fmla="*/ 687305 h 2398711"/>
              <a:gd name="connsiteX124166" fmla="*/ 436509 w 2119654"/>
              <a:gd name="connsiteY124166" fmla="*/ 454289 h 2398711"/>
              <a:gd name="connsiteX124167" fmla="*/ 439163 w 2119654"/>
              <a:gd name="connsiteY124167" fmla="*/ 460695 h 2398711"/>
              <a:gd name="connsiteX124168" fmla="*/ 444732 w 2119654"/>
              <a:gd name="connsiteY124168" fmla="*/ 464891 h 2398711"/>
              <a:gd name="connsiteX124169" fmla="*/ 444512 w 2119654"/>
              <a:gd name="connsiteY124169" fmla="*/ 459841 h 2398711"/>
              <a:gd name="connsiteX124170" fmla="*/ 439066 w 2119654"/>
              <a:gd name="connsiteY124170" fmla="*/ 455939 h 2398711"/>
              <a:gd name="connsiteX124171" fmla="*/ 338937 w 2119654"/>
              <a:gd name="connsiteY124171" fmla="*/ 671504 h 2398711"/>
              <a:gd name="connsiteX124172" fmla="*/ 343371 w 2119654"/>
              <a:gd name="connsiteY124172" fmla="*/ 687059 h 2398711"/>
              <a:gd name="connsiteX124173" fmla="*/ 356785 w 2119654"/>
              <a:gd name="connsiteY124173" fmla="*/ 690958 h 2398711"/>
              <a:gd name="connsiteX124174" fmla="*/ 357204 w 2119654"/>
              <a:gd name="connsiteY124174" fmla="*/ 689192 h 2398711"/>
              <a:gd name="connsiteX124175" fmla="*/ 348008 w 2119654"/>
              <a:gd name="connsiteY124175" fmla="*/ 673442 h 2398711"/>
              <a:gd name="connsiteX124176" fmla="*/ 358124 w 2119654"/>
              <a:gd name="connsiteY124176" fmla="*/ 628350 h 2398711"/>
              <a:gd name="connsiteX124177" fmla="*/ 358608 w 2119654"/>
              <a:gd name="connsiteY124177" fmla="*/ 630727 h 2398711"/>
              <a:gd name="connsiteX124178" fmla="*/ 358394 w 2119654"/>
              <a:gd name="connsiteY124178" fmla="*/ 628464 h 2398711"/>
              <a:gd name="connsiteX124179" fmla="*/ 276060 w 2119654"/>
              <a:gd name="connsiteY124179" fmla="*/ 812107 h 2398711"/>
              <a:gd name="connsiteX124180" fmla="*/ 276243 w 2119654"/>
              <a:gd name="connsiteY124180" fmla="*/ 814220 h 2398711"/>
              <a:gd name="connsiteX124181" fmla="*/ 279014 w 2119654"/>
              <a:gd name="connsiteY124181" fmla="*/ 841878 h 2398711"/>
              <a:gd name="connsiteX124182" fmla="*/ 295032 w 2119654"/>
              <a:gd name="connsiteY124182" fmla="*/ 842512 h 2398711"/>
              <a:gd name="connsiteX124183" fmla="*/ 294840 w 2119654"/>
              <a:gd name="connsiteY124183" fmla="*/ 840994 h 2398711"/>
              <a:gd name="connsiteX124184" fmla="*/ 280508 w 2119654"/>
              <a:gd name="connsiteY124184" fmla="*/ 813930 h 2398711"/>
              <a:gd name="connsiteX124185" fmla="*/ 328974 w 2119654"/>
              <a:gd name="connsiteY124185" fmla="*/ 693345 h 2398711"/>
              <a:gd name="connsiteX124186" fmla="*/ 338536 w 2119654"/>
              <a:gd name="connsiteY124186" fmla="*/ 698009 h 2398711"/>
              <a:gd name="connsiteX124187" fmla="*/ 337812 w 2119654"/>
              <a:gd name="connsiteY124187" fmla="*/ 696098 h 2398711"/>
              <a:gd name="connsiteX124188" fmla="*/ 389160 w 2119654"/>
              <a:gd name="connsiteY124188" fmla="*/ 558511 h 2398711"/>
              <a:gd name="connsiteX124189" fmla="*/ 383438 w 2119654"/>
              <a:gd name="connsiteY124189" fmla="*/ 582604 h 2398711"/>
              <a:gd name="connsiteX124190" fmla="*/ 383316 w 2119654"/>
              <a:gd name="connsiteY124190" fmla="*/ 584036 h 2398711"/>
              <a:gd name="connsiteX124191" fmla="*/ 383100 w 2119654"/>
              <a:gd name="connsiteY124191" fmla="*/ 587068 h 2398711"/>
              <a:gd name="connsiteX124192" fmla="*/ 386620 w 2119654"/>
              <a:gd name="connsiteY124192" fmla="*/ 589104 h 2398711"/>
              <a:gd name="connsiteX124193" fmla="*/ 396144 w 2119654"/>
              <a:gd name="connsiteY124193" fmla="*/ 594784 h 2398711"/>
              <a:gd name="connsiteX124194" fmla="*/ 389519 w 2119654"/>
              <a:gd name="connsiteY124194" fmla="*/ 559861 h 2398711"/>
              <a:gd name="connsiteX124195" fmla="*/ 389742 w 2119654"/>
              <a:gd name="connsiteY124195" fmla="*/ 559428 h 2398711"/>
              <a:gd name="connsiteX124196" fmla="*/ 395989 w 2119654"/>
              <a:gd name="connsiteY124196" fmla="*/ 592358 h 2398711"/>
              <a:gd name="connsiteX124197" fmla="*/ 396531 w 2119654"/>
              <a:gd name="connsiteY124197" fmla="*/ 595014 h 2398711"/>
              <a:gd name="connsiteX124198" fmla="*/ 404589 w 2119654"/>
              <a:gd name="connsiteY124198" fmla="*/ 599821 h 2398711"/>
              <a:gd name="connsiteX124199" fmla="*/ 404433 w 2119654"/>
              <a:gd name="connsiteY124199" fmla="*/ 597589 h 2398711"/>
              <a:gd name="connsiteX124200" fmla="*/ 404629 w 2119654"/>
              <a:gd name="connsiteY124200" fmla="*/ 597300 h 2398711"/>
              <a:gd name="connsiteX124201" fmla="*/ 404816 w 2119654"/>
              <a:gd name="connsiteY124201" fmla="*/ 599956 h 2398711"/>
              <a:gd name="connsiteX124202" fmla="*/ 407446 w 2119654"/>
              <a:gd name="connsiteY124202" fmla="*/ 601525 h 2398711"/>
              <a:gd name="connsiteX124203" fmla="*/ 408335 w 2119654"/>
              <a:gd name="connsiteY124203" fmla="*/ 601872 h 2398711"/>
              <a:gd name="connsiteX124204" fmla="*/ 405951 w 2119654"/>
              <a:gd name="connsiteY124204" fmla="*/ 590164 h 2398711"/>
              <a:gd name="connsiteX124205" fmla="*/ 398899 w 2119654"/>
              <a:gd name="connsiteY124205" fmla="*/ 576472 h 2398711"/>
              <a:gd name="connsiteX124206" fmla="*/ 391982 w 2119654"/>
              <a:gd name="connsiteY124206" fmla="*/ 560224 h 2398711"/>
              <a:gd name="connsiteX124207" fmla="*/ 221750 w 2119654"/>
              <a:gd name="connsiteY124207" fmla="*/ 933367 h 2398711"/>
              <a:gd name="connsiteX124208" fmla="*/ 223227 w 2119654"/>
              <a:gd name="connsiteY124208" fmla="*/ 936156 h 2398711"/>
              <a:gd name="connsiteX124209" fmla="*/ 223143 w 2119654"/>
              <a:gd name="connsiteY124209" fmla="*/ 935181 h 2398711"/>
              <a:gd name="connsiteX124210" fmla="*/ 222499 w 2119654"/>
              <a:gd name="connsiteY124210" fmla="*/ 933493 h 2398711"/>
              <a:gd name="connsiteX124211" fmla="*/ 347642 w 2119654"/>
              <a:gd name="connsiteY124211" fmla="*/ 650446 h 2398711"/>
              <a:gd name="connsiteX124212" fmla="*/ 362498 w 2119654"/>
              <a:gd name="connsiteY124212" fmla="*/ 661326 h 2398711"/>
              <a:gd name="connsiteX124213" fmla="*/ 360979 w 2119654"/>
              <a:gd name="connsiteY124213" fmla="*/ 651154 h 2398711"/>
              <a:gd name="connsiteX124214" fmla="*/ 292007 w 2119654"/>
              <a:gd name="connsiteY124214" fmla="*/ 774993 h 2398711"/>
              <a:gd name="connsiteX124215" fmla="*/ 292535 w 2119654"/>
              <a:gd name="connsiteY124215" fmla="*/ 780566 h 2398711"/>
              <a:gd name="connsiteX124216" fmla="*/ 294567 w 2119654"/>
              <a:gd name="connsiteY124216" fmla="*/ 782987 h 2398711"/>
              <a:gd name="connsiteX124217" fmla="*/ 301646 w 2119654"/>
              <a:gd name="connsiteY124217" fmla="*/ 791194 h 2398711"/>
              <a:gd name="connsiteX124218" fmla="*/ 369221 w 2119654"/>
              <a:gd name="connsiteY124218" fmla="*/ 602012 h 2398711"/>
              <a:gd name="connsiteX124219" fmla="*/ 368960 w 2119654"/>
              <a:gd name="connsiteY124219" fmla="*/ 606781 h 2398711"/>
              <a:gd name="connsiteX124220" fmla="*/ 369615 w 2119654"/>
              <a:gd name="connsiteY124220" fmla="*/ 607847 h 2398711"/>
              <a:gd name="connsiteX124221" fmla="*/ 375877 w 2119654"/>
              <a:gd name="connsiteY124221" fmla="*/ 610565 h 2398711"/>
              <a:gd name="connsiteX124222" fmla="*/ 377171 w 2119654"/>
              <a:gd name="connsiteY124222" fmla="*/ 605114 h 2398711"/>
              <a:gd name="connsiteX124223" fmla="*/ 389910 w 2119654"/>
              <a:gd name="connsiteY124223" fmla="*/ 555353 h 2398711"/>
              <a:gd name="connsiteX124224" fmla="*/ 389378 w 2119654"/>
              <a:gd name="connsiteY124224" fmla="*/ 557594 h 2398711"/>
              <a:gd name="connsiteX124225" fmla="*/ 391379 w 2119654"/>
              <a:gd name="connsiteY124225" fmla="*/ 558808 h 2398711"/>
              <a:gd name="connsiteX124226" fmla="*/ 365766 w 2119654"/>
              <a:gd name="connsiteY124226" fmla="*/ 609301 h 2398711"/>
              <a:gd name="connsiteX124227" fmla="*/ 367277 w 2119654"/>
              <a:gd name="connsiteY124227" fmla="*/ 623167 h 2398711"/>
              <a:gd name="connsiteX124228" fmla="*/ 367652 w 2119654"/>
              <a:gd name="connsiteY124228" fmla="*/ 623281 h 2398711"/>
              <a:gd name="connsiteX124229" fmla="*/ 368283 w 2119654"/>
              <a:gd name="connsiteY124229" fmla="*/ 611754 h 2398711"/>
              <a:gd name="connsiteX124230" fmla="*/ 368161 w 2119654"/>
              <a:gd name="connsiteY124230" fmla="*/ 610701 h 2398711"/>
              <a:gd name="connsiteX124231" fmla="*/ 391222 w 2119654"/>
              <a:gd name="connsiteY124231" fmla="*/ 549825 h 2398711"/>
              <a:gd name="connsiteX124232" fmla="*/ 390306 w 2119654"/>
              <a:gd name="connsiteY124232" fmla="*/ 553679 h 2398711"/>
              <a:gd name="connsiteX124233" fmla="*/ 392877 w 2119654"/>
              <a:gd name="connsiteY124233" fmla="*/ 559716 h 2398711"/>
              <a:gd name="connsiteX124234" fmla="*/ 400930 w 2119654"/>
              <a:gd name="connsiteY124234" fmla="*/ 564602 h 2398711"/>
              <a:gd name="connsiteX124235" fmla="*/ 399025 w 2119654"/>
              <a:gd name="connsiteY124235" fmla="*/ 554559 h 2398711"/>
              <a:gd name="connsiteX124236" fmla="*/ 338085 w 2119654"/>
              <a:gd name="connsiteY124236" fmla="*/ 668511 h 2398711"/>
              <a:gd name="connsiteX124237" fmla="*/ 338912 w 2119654"/>
              <a:gd name="connsiteY124237" fmla="*/ 671415 h 2398711"/>
              <a:gd name="connsiteX124238" fmla="*/ 348006 w 2119654"/>
              <a:gd name="connsiteY124238" fmla="*/ 673439 h 2398711"/>
              <a:gd name="connsiteX124239" fmla="*/ 345354 w 2119654"/>
              <a:gd name="connsiteY124239" fmla="*/ 668897 h 2398711"/>
              <a:gd name="connsiteX124240" fmla="*/ 444145 w 2119654"/>
              <a:gd name="connsiteY124240" fmla="*/ 430804 h 2398711"/>
              <a:gd name="connsiteX124241" fmla="*/ 445397 w 2119654"/>
              <a:gd name="connsiteY124241" fmla="*/ 459508 h 2398711"/>
              <a:gd name="connsiteX124242" fmla="*/ 450374 w 2119654"/>
              <a:gd name="connsiteY124242" fmla="*/ 462716 h 2398711"/>
              <a:gd name="connsiteX124243" fmla="*/ 452425 w 2119654"/>
              <a:gd name="connsiteY124243" fmla="*/ 434111 h 2398711"/>
              <a:gd name="connsiteX124244" fmla="*/ 367830 w 2119654"/>
              <a:gd name="connsiteY124244" fmla="*/ 601469 h 2398711"/>
              <a:gd name="connsiteX124245" fmla="*/ 368564 w 2119654"/>
              <a:gd name="connsiteY124245" fmla="*/ 606134 h 2398711"/>
              <a:gd name="connsiteX124246" fmla="*/ 368589 w 2119654"/>
              <a:gd name="connsiteY124246" fmla="*/ 606173 h 2398711"/>
              <a:gd name="connsiteX124247" fmla="*/ 368826 w 2119654"/>
              <a:gd name="connsiteY124247" fmla="*/ 601858 h 2398711"/>
              <a:gd name="connsiteX124248" fmla="*/ 252746 w 2119654"/>
              <a:gd name="connsiteY124248" fmla="*/ 858405 h 2398711"/>
              <a:gd name="connsiteX124249" fmla="*/ 267607 w 2119654"/>
              <a:gd name="connsiteY124249" fmla="*/ 885200 h 2398711"/>
              <a:gd name="connsiteX124250" fmla="*/ 275903 w 2119654"/>
              <a:gd name="connsiteY124250" fmla="*/ 887661 h 2398711"/>
              <a:gd name="connsiteX124251" fmla="*/ 266280 w 2119654"/>
              <a:gd name="connsiteY124251" fmla="*/ 861294 h 2398711"/>
              <a:gd name="connsiteX124252" fmla="*/ 312794 w 2119654"/>
              <a:gd name="connsiteY124252" fmla="*/ 723463 h 2398711"/>
              <a:gd name="connsiteX124253" fmla="*/ 313684 w 2119654"/>
              <a:gd name="connsiteY124253" fmla="*/ 732111 h 2398711"/>
              <a:gd name="connsiteX124254" fmla="*/ 314777 w 2119654"/>
              <a:gd name="connsiteY124254" fmla="*/ 732753 h 2398711"/>
              <a:gd name="connsiteX124255" fmla="*/ 288991 w 2119654"/>
              <a:gd name="connsiteY124255" fmla="*/ 776616 h 2398711"/>
              <a:gd name="connsiteX124256" fmla="*/ 290360 w 2119654"/>
              <a:gd name="connsiteY124256" fmla="*/ 792530 h 2398711"/>
              <a:gd name="connsiteX124257" fmla="*/ 293398 w 2119654"/>
              <a:gd name="connsiteY124257" fmla="*/ 793849 h 2398711"/>
              <a:gd name="connsiteX124258" fmla="*/ 292120 w 2119654"/>
              <a:gd name="connsiteY124258" fmla="*/ 780344 h 2398711"/>
              <a:gd name="connsiteX124259" fmla="*/ 324536 w 2119654"/>
              <a:gd name="connsiteY124259" fmla="*/ 696921 h 2398711"/>
              <a:gd name="connsiteX124260" fmla="*/ 324276 w 2119654"/>
              <a:gd name="connsiteY124260" fmla="*/ 705145 h 2398711"/>
              <a:gd name="connsiteX124261" fmla="*/ 327967 w 2119654"/>
              <a:gd name="connsiteY124261" fmla="*/ 705967 h 2398711"/>
              <a:gd name="connsiteX124262" fmla="*/ 358060 w 2119654"/>
              <a:gd name="connsiteY124262" fmla="*/ 620789 h 2398711"/>
              <a:gd name="connsiteX124263" fmla="*/ 358768 w 2119654"/>
              <a:gd name="connsiteY124263" fmla="*/ 628274 h 2398711"/>
              <a:gd name="connsiteX124264" fmla="*/ 358878 w 2119654"/>
              <a:gd name="connsiteY124264" fmla="*/ 628318 h 2398711"/>
              <a:gd name="connsiteX124265" fmla="*/ 361351 w 2119654"/>
              <a:gd name="connsiteY124265" fmla="*/ 629370 h 2398711"/>
              <a:gd name="connsiteX124266" fmla="*/ 361242 w 2119654"/>
              <a:gd name="connsiteY124266" fmla="*/ 628737 h 2398711"/>
              <a:gd name="connsiteX124267" fmla="*/ 361366 w 2119654"/>
              <a:gd name="connsiteY124267" fmla="*/ 628510 h 2398711"/>
              <a:gd name="connsiteX124268" fmla="*/ 361526 w 2119654"/>
              <a:gd name="connsiteY124268" fmla="*/ 629445 h 2398711"/>
              <a:gd name="connsiteX124269" fmla="*/ 367183 w 2119654"/>
              <a:gd name="connsiteY124269" fmla="*/ 631852 h 2398711"/>
              <a:gd name="connsiteX124270" fmla="*/ 367276 w 2119654"/>
              <a:gd name="connsiteY124270" fmla="*/ 630163 h 2398711"/>
              <a:gd name="connsiteX124271" fmla="*/ 364292 w 2119654"/>
              <a:gd name="connsiteY124271" fmla="*/ 622680 h 2398711"/>
              <a:gd name="connsiteX124272" fmla="*/ 259518 w 2119654"/>
              <a:gd name="connsiteY124272" fmla="*/ 841356 h 2398711"/>
              <a:gd name="connsiteX124273" fmla="*/ 266769 w 2119654"/>
              <a:gd name="connsiteY124273" fmla="*/ 861229 h 2398711"/>
              <a:gd name="connsiteX124274" fmla="*/ 276114 w 2119654"/>
              <a:gd name="connsiteY124274" fmla="*/ 863308 h 2398711"/>
              <a:gd name="connsiteX124275" fmla="*/ 274503 w 2119654"/>
              <a:gd name="connsiteY124275" fmla="*/ 857656 h 2398711"/>
              <a:gd name="connsiteX124276" fmla="*/ 272654 w 2119654"/>
              <a:gd name="connsiteY124276" fmla="*/ 850822 h 2398711"/>
              <a:gd name="connsiteX124277" fmla="*/ 271639 w 2119654"/>
              <a:gd name="connsiteY124277" fmla="*/ 848848 h 2398711"/>
              <a:gd name="connsiteX124278" fmla="*/ 268319 w 2119654"/>
              <a:gd name="connsiteY124278" fmla="*/ 841704 h 2398711"/>
              <a:gd name="connsiteX124279" fmla="*/ 460867 w 2119654"/>
              <a:gd name="connsiteY124279" fmla="*/ 390387 h 2398711"/>
              <a:gd name="connsiteX124280" fmla="*/ 468652 w 2119654"/>
              <a:gd name="connsiteY124280" fmla="*/ 422086 h 2398711"/>
              <a:gd name="connsiteX124281" fmla="*/ 473912 w 2119654"/>
              <a:gd name="connsiteY124281" fmla="*/ 425127 h 2398711"/>
              <a:gd name="connsiteX124282" fmla="*/ 467841 w 2119654"/>
              <a:gd name="connsiteY124282" fmla="*/ 395317 h 2398711"/>
              <a:gd name="connsiteX124283" fmla="*/ 342761 w 2119654"/>
              <a:gd name="connsiteY124283" fmla="*/ 654648 h 2398711"/>
              <a:gd name="connsiteX124284" fmla="*/ 351233 w 2119654"/>
              <a:gd name="connsiteY124284" fmla="*/ 668461 h 2398711"/>
              <a:gd name="connsiteX124285" fmla="*/ 354620 w 2119654"/>
              <a:gd name="connsiteY124285" fmla="*/ 668641 h 2398711"/>
              <a:gd name="connsiteX124286" fmla="*/ 350465 w 2119654"/>
              <a:gd name="connsiteY124286" fmla="*/ 658217 h 2398711"/>
              <a:gd name="connsiteX124287" fmla="*/ 350542 w 2119654"/>
              <a:gd name="connsiteY124287" fmla="*/ 657958 h 2398711"/>
              <a:gd name="connsiteX124288" fmla="*/ 275379 w 2119654"/>
              <a:gd name="connsiteY124288" fmla="*/ 804242 h 2398711"/>
              <a:gd name="connsiteX124289" fmla="*/ 276046 w 2119654"/>
              <a:gd name="connsiteY124289" fmla="*/ 811943 h 2398711"/>
              <a:gd name="connsiteX124290" fmla="*/ 280401 w 2119654"/>
              <a:gd name="connsiteY124290" fmla="*/ 813728 h 2398711"/>
              <a:gd name="connsiteX124291" fmla="*/ 120127 w 2119654"/>
              <a:gd name="connsiteY124291" fmla="*/ 1150933 h 2398711"/>
              <a:gd name="connsiteX124292" fmla="*/ 125355 w 2119654"/>
              <a:gd name="connsiteY124292" fmla="*/ 1157659 h 2398711"/>
              <a:gd name="connsiteX124293" fmla="*/ 149060 w 2119654"/>
              <a:gd name="connsiteY124293" fmla="*/ 1187330 h 2398711"/>
              <a:gd name="connsiteX124294" fmla="*/ 148447 w 2119654"/>
              <a:gd name="connsiteY124294" fmla="*/ 1185507 h 2398711"/>
              <a:gd name="connsiteX124295" fmla="*/ 139526 w 2119654"/>
              <a:gd name="connsiteY124295" fmla="*/ 1175214 h 2398711"/>
              <a:gd name="connsiteX124296" fmla="*/ 217478 w 2119654"/>
              <a:gd name="connsiteY124296" fmla="*/ 932651 h 2398711"/>
              <a:gd name="connsiteX124297" fmla="*/ 221165 w 2119654"/>
              <a:gd name="connsiteY124297" fmla="*/ 961824 h 2398711"/>
              <a:gd name="connsiteX124298" fmla="*/ 225984 w 2119654"/>
              <a:gd name="connsiteY124298" fmla="*/ 968211 h 2398711"/>
              <a:gd name="connsiteX124299" fmla="*/ 225027 w 2119654"/>
              <a:gd name="connsiteY124299" fmla="*/ 957079 h 2398711"/>
              <a:gd name="connsiteX124300" fmla="*/ 221083 w 2119654"/>
              <a:gd name="connsiteY124300" fmla="*/ 952473 h 2398711"/>
              <a:gd name="connsiteX124301" fmla="*/ 221104 w 2119654"/>
              <a:gd name="connsiteY124301" fmla="*/ 952069 h 2398711"/>
              <a:gd name="connsiteX124302" fmla="*/ 224985 w 2119654"/>
              <a:gd name="connsiteY124302" fmla="*/ 956603 h 2398711"/>
              <a:gd name="connsiteX124303" fmla="*/ 223427 w 2119654"/>
              <a:gd name="connsiteY124303" fmla="*/ 938476 h 2398711"/>
              <a:gd name="connsiteX124304" fmla="*/ 220622 w 2119654"/>
              <a:gd name="connsiteY124304" fmla="*/ 933178 h 2398711"/>
              <a:gd name="connsiteX124305" fmla="*/ 324693 w 2119654"/>
              <a:gd name="connsiteY124305" fmla="*/ 692012 h 2398711"/>
              <a:gd name="connsiteX124306" fmla="*/ 324592 w 2119654"/>
              <a:gd name="connsiteY124306" fmla="*/ 695189 h 2398711"/>
              <a:gd name="connsiteX124307" fmla="*/ 328745 w 2119654"/>
              <a:gd name="connsiteY124307" fmla="*/ 706140 h 2398711"/>
              <a:gd name="connsiteX124308" fmla="*/ 336692 w 2119654"/>
              <a:gd name="connsiteY124308" fmla="*/ 707908 h 2398711"/>
              <a:gd name="connsiteX124309" fmla="*/ 336402 w 2119654"/>
              <a:gd name="connsiteY124309" fmla="*/ 705087 h 2398711"/>
              <a:gd name="connsiteX124310" fmla="*/ 336554 w 2119654"/>
              <a:gd name="connsiteY124310" fmla="*/ 704848 h 2398711"/>
              <a:gd name="connsiteX124311" fmla="*/ 336873 w 2119654"/>
              <a:gd name="connsiteY124311" fmla="*/ 707948 h 2398711"/>
              <a:gd name="connsiteX124312" fmla="*/ 342807 w 2119654"/>
              <a:gd name="connsiteY124312" fmla="*/ 709269 h 2398711"/>
              <a:gd name="connsiteX124313" fmla="*/ 338774 w 2119654"/>
              <a:gd name="connsiteY124313" fmla="*/ 698634 h 2398711"/>
              <a:gd name="connsiteX124314" fmla="*/ 337277 w 2119654"/>
              <a:gd name="connsiteY124314" fmla="*/ 697827 h 2398711"/>
              <a:gd name="connsiteX124315" fmla="*/ 326504 w 2119654"/>
              <a:gd name="connsiteY124315" fmla="*/ 692576 h 2398711"/>
              <a:gd name="connsiteX124316" fmla="*/ 275223 w 2119654"/>
              <a:gd name="connsiteY124316" fmla="*/ 802438 h 2398711"/>
              <a:gd name="connsiteX124317" fmla="*/ 275229 w 2119654"/>
              <a:gd name="connsiteY124317" fmla="*/ 802511 h 2398711"/>
              <a:gd name="connsiteX124318" fmla="*/ 281382 w 2119654"/>
              <a:gd name="connsiteY124318" fmla="*/ 814129 h 2398711"/>
              <a:gd name="connsiteX124319" fmla="*/ 288297 w 2119654"/>
              <a:gd name="connsiteY124319" fmla="*/ 816963 h 2398711"/>
              <a:gd name="connsiteX124320" fmla="*/ 283703 w 2119654"/>
              <a:gd name="connsiteY124320" fmla="*/ 804933 h 2398711"/>
              <a:gd name="connsiteX124321" fmla="*/ 356488 w 2119654"/>
              <a:gd name="connsiteY124321" fmla="*/ 620313 h 2398711"/>
              <a:gd name="connsiteX124322" fmla="*/ 358048 w 2119654"/>
              <a:gd name="connsiteY124322" fmla="*/ 627977 h 2398711"/>
              <a:gd name="connsiteX124323" fmla="*/ 358359 w 2119654"/>
              <a:gd name="connsiteY124323" fmla="*/ 628105 h 2398711"/>
              <a:gd name="connsiteX124324" fmla="*/ 357655 w 2119654"/>
              <a:gd name="connsiteY124324" fmla="*/ 620667 h 2398711"/>
              <a:gd name="connsiteX124325" fmla="*/ 365034 w 2119654"/>
              <a:gd name="connsiteY124325" fmla="*/ 600379 h 2398711"/>
              <a:gd name="connsiteX124326" fmla="*/ 367407 w 2119654"/>
              <a:gd name="connsiteY124326" fmla="*/ 604247 h 2398711"/>
              <a:gd name="connsiteX124327" fmla="*/ 367047 w 2119654"/>
              <a:gd name="connsiteY124327" fmla="*/ 601164 h 2398711"/>
              <a:gd name="connsiteX124328" fmla="*/ 399965 w 2119654"/>
              <a:gd name="connsiteY124328" fmla="*/ 521944 h 2398711"/>
              <a:gd name="connsiteX124329" fmla="*/ 401033 w 2119654"/>
              <a:gd name="connsiteY124329" fmla="*/ 532315 h 2398711"/>
              <a:gd name="connsiteX124330" fmla="*/ 403878 w 2119654"/>
              <a:gd name="connsiteY124330" fmla="*/ 556720 h 2398711"/>
              <a:gd name="connsiteX124331" fmla="*/ 421046 w 2119654"/>
              <a:gd name="connsiteY124331" fmla="*/ 567137 h 2398711"/>
              <a:gd name="connsiteX124332" fmla="*/ 364817 w 2119654"/>
              <a:gd name="connsiteY124332" fmla="*/ 600394 h 2398711"/>
              <a:gd name="connsiteX124333" fmla="*/ 364896 w 2119654"/>
              <a:gd name="connsiteY124333" fmla="*/ 601303 h 2398711"/>
              <a:gd name="connsiteX124334" fmla="*/ 365410 w 2119654"/>
              <a:gd name="connsiteY124334" fmla="*/ 606022 h 2398711"/>
              <a:gd name="connsiteX124335" fmla="*/ 367732 w 2119654"/>
              <a:gd name="connsiteY124335" fmla="*/ 607030 h 2398711"/>
              <a:gd name="connsiteX124336" fmla="*/ 367480 w 2119654"/>
              <a:gd name="connsiteY124336" fmla="*/ 604870 h 2398711"/>
              <a:gd name="connsiteX124337" fmla="*/ 443787 w 2119654"/>
              <a:gd name="connsiteY124337" fmla="*/ 422596 h 2398711"/>
              <a:gd name="connsiteX124338" fmla="*/ 444122 w 2119654"/>
              <a:gd name="connsiteY124338" fmla="*/ 430276 h 2398711"/>
              <a:gd name="connsiteX124339" fmla="*/ 452461 w 2119654"/>
              <a:gd name="connsiteY124339" fmla="*/ 433607 h 2398711"/>
              <a:gd name="connsiteX124340" fmla="*/ 452828 w 2119654"/>
              <a:gd name="connsiteY124340" fmla="*/ 428490 h 2398711"/>
              <a:gd name="connsiteX124341" fmla="*/ 387778 w 2119654"/>
              <a:gd name="connsiteY124341" fmla="*/ 547735 h 2398711"/>
              <a:gd name="connsiteX124342" fmla="*/ 389717 w 2119654"/>
              <a:gd name="connsiteY124342" fmla="*/ 552293 h 2398711"/>
              <a:gd name="connsiteX124343" fmla="*/ 390456 w 2119654"/>
              <a:gd name="connsiteY124343" fmla="*/ 549360 h 2398711"/>
              <a:gd name="connsiteX124344" fmla="*/ 209292 w 2119654"/>
              <a:gd name="connsiteY124344" fmla="*/ 947350 h 2398711"/>
              <a:gd name="connsiteX124345" fmla="*/ 221066 w 2119654"/>
              <a:gd name="connsiteY124345" fmla="*/ 975016 h 2398711"/>
              <a:gd name="connsiteX124346" fmla="*/ 219243 w 2119654"/>
              <a:gd name="connsiteY124346" fmla="*/ 960595 h 2398711"/>
              <a:gd name="connsiteX124347" fmla="*/ 370024 w 2119654"/>
              <a:gd name="connsiteY124347" fmla="*/ 587318 h 2398711"/>
              <a:gd name="connsiteX124348" fmla="*/ 369239 w 2119654"/>
              <a:gd name="connsiteY124348" fmla="*/ 601673 h 2398711"/>
              <a:gd name="connsiteX124349" fmla="*/ 377245 w 2119654"/>
              <a:gd name="connsiteY124349" fmla="*/ 604798 h 2398711"/>
              <a:gd name="connsiteX124350" fmla="*/ 380461 w 2119654"/>
              <a:gd name="connsiteY124350" fmla="*/ 591256 h 2398711"/>
              <a:gd name="connsiteX124351" fmla="*/ 378685 w 2119654"/>
              <a:gd name="connsiteY124351" fmla="*/ 590563 h 2398711"/>
              <a:gd name="connsiteX124352" fmla="*/ 323210 w 2119654"/>
              <a:gd name="connsiteY124352" fmla="*/ 691550 h 2398711"/>
              <a:gd name="connsiteX124353" fmla="*/ 323855 w 2119654"/>
              <a:gd name="connsiteY124353" fmla="*/ 693248 h 2398711"/>
              <a:gd name="connsiteX124354" fmla="*/ 323960 w 2119654"/>
              <a:gd name="connsiteY124354" fmla="*/ 691784 h 2398711"/>
              <a:gd name="connsiteX124355" fmla="*/ 238975 w 2119654"/>
              <a:gd name="connsiteY124355" fmla="*/ 880097 h 2398711"/>
              <a:gd name="connsiteX124356" fmla="*/ 254087 w 2119654"/>
              <a:gd name="connsiteY124356" fmla="*/ 907690 h 2398711"/>
              <a:gd name="connsiteX124357" fmla="*/ 252350 w 2119654"/>
              <a:gd name="connsiteY124357" fmla="*/ 893292 h 2398711"/>
              <a:gd name="connsiteX124358" fmla="*/ 279115 w 2119654"/>
              <a:gd name="connsiteY124358" fmla="*/ 790038 h 2398711"/>
              <a:gd name="connsiteX124359" fmla="*/ 282910 w 2119654"/>
              <a:gd name="connsiteY124359" fmla="*/ 799975 h 2398711"/>
              <a:gd name="connsiteX124360" fmla="*/ 287606 w 2119654"/>
              <a:gd name="connsiteY124360" fmla="*/ 801356 h 2398711"/>
              <a:gd name="connsiteX124361" fmla="*/ 285644 w 2119654"/>
              <a:gd name="connsiteY124361" fmla="*/ 792872 h 2398711"/>
              <a:gd name="connsiteX124362" fmla="*/ 129187 w 2119654"/>
              <a:gd name="connsiteY124362" fmla="*/ 1125509 h 2398711"/>
              <a:gd name="connsiteX124363" fmla="*/ 148837 w 2119654"/>
              <a:gd name="connsiteY124363" fmla="*/ 1183854 h 2398711"/>
              <a:gd name="connsiteX124364" fmla="*/ 169944 w 2119654"/>
              <a:gd name="connsiteY124364" fmla="*/ 1208210 h 2398711"/>
              <a:gd name="connsiteX124365" fmla="*/ 178701 w 2119654"/>
              <a:gd name="connsiteY124365" fmla="*/ 1216550 h 2398711"/>
              <a:gd name="connsiteX124366" fmla="*/ 177036 w 2119654"/>
              <a:gd name="connsiteY124366" fmla="*/ 1211604 h 2398711"/>
              <a:gd name="connsiteX124367" fmla="*/ 155062 w 2119654"/>
              <a:gd name="connsiteY124367" fmla="*/ 1183711 h 2398711"/>
              <a:gd name="connsiteX124368" fmla="*/ 155061 w 2119654"/>
              <a:gd name="connsiteY124368" fmla="*/ 1183409 h 2398711"/>
              <a:gd name="connsiteX124369" fmla="*/ 167943 w 2119654"/>
              <a:gd name="connsiteY124369" fmla="*/ 1199760 h 2398711"/>
              <a:gd name="connsiteX124370" fmla="*/ 176680 w 2119654"/>
              <a:gd name="connsiteY124370" fmla="*/ 1210549 h 2398711"/>
              <a:gd name="connsiteX124371" fmla="*/ 169910 w 2119654"/>
              <a:gd name="connsiteY124371" fmla="*/ 1190449 h 2398711"/>
              <a:gd name="connsiteX124372" fmla="*/ 144003 w 2119654"/>
              <a:gd name="connsiteY124372" fmla="*/ 1149882 h 2398711"/>
              <a:gd name="connsiteX124373" fmla="*/ 248620 w 2119654"/>
              <a:gd name="connsiteY124373" fmla="*/ 857524 h 2398711"/>
              <a:gd name="connsiteX124374" fmla="*/ 251113 w 2119654"/>
              <a:gd name="connsiteY124374" fmla="*/ 879577 h 2398711"/>
              <a:gd name="connsiteX124375" fmla="*/ 251450 w 2119654"/>
              <a:gd name="connsiteY124375" fmla="*/ 880403 h 2398711"/>
              <a:gd name="connsiteX124376" fmla="*/ 267197 w 2119654"/>
              <a:gd name="connsiteY124376" fmla="*/ 885078 h 2398711"/>
              <a:gd name="connsiteX124377" fmla="*/ 252358 w 2119654"/>
              <a:gd name="connsiteY124377" fmla="*/ 858322 h 2398711"/>
              <a:gd name="connsiteX124378" fmla="*/ 322941 w 2119654"/>
              <a:gd name="connsiteY124378" fmla="*/ 690838 h 2398711"/>
              <a:gd name="connsiteX124379" fmla="*/ 323059 w 2119654"/>
              <a:gd name="connsiteY124379" fmla="*/ 691151 h 2398711"/>
              <a:gd name="connsiteX124380" fmla="*/ 323986 w 2119654"/>
              <a:gd name="connsiteY124380" fmla="*/ 691425 h 2398711"/>
              <a:gd name="connsiteX124381" fmla="*/ 323991 w 2119654"/>
              <a:gd name="connsiteY124381" fmla="*/ 691351 h 2398711"/>
              <a:gd name="connsiteX124382" fmla="*/ 398559 w 2119654"/>
              <a:gd name="connsiteY124382" fmla="*/ 518931 h 2398711"/>
              <a:gd name="connsiteX124383" fmla="*/ 391385 w 2119654"/>
              <a:gd name="connsiteY124383" fmla="*/ 549140 h 2398711"/>
              <a:gd name="connsiteX124384" fmla="*/ 398856 w 2119654"/>
              <a:gd name="connsiteY124384" fmla="*/ 553673 h 2398711"/>
              <a:gd name="connsiteX124385" fmla="*/ 396874 w 2119654"/>
              <a:gd name="connsiteY124385" fmla="*/ 543224 h 2398711"/>
              <a:gd name="connsiteX124386" fmla="*/ 397005 w 2119654"/>
              <a:gd name="connsiteY124386" fmla="*/ 542972 h 2398711"/>
              <a:gd name="connsiteX124387" fmla="*/ 399059 w 2119654"/>
              <a:gd name="connsiteY124387" fmla="*/ 553796 h 2398711"/>
              <a:gd name="connsiteX124388" fmla="*/ 403456 w 2119654"/>
              <a:gd name="connsiteY124388" fmla="*/ 556464 h 2398711"/>
              <a:gd name="connsiteX124389" fmla="*/ 402497 w 2119654"/>
              <a:gd name="connsiteY124389" fmla="*/ 548233 h 2398711"/>
              <a:gd name="connsiteX124390" fmla="*/ 399739 w 2119654"/>
              <a:gd name="connsiteY124390" fmla="*/ 521458 h 2398711"/>
              <a:gd name="connsiteX124391" fmla="*/ 339975 w 2119654"/>
              <a:gd name="connsiteY124391" fmla="*/ 650105 h 2398711"/>
              <a:gd name="connsiteX124392" fmla="*/ 342368 w 2119654"/>
              <a:gd name="connsiteY124392" fmla="*/ 654008 h 2398711"/>
              <a:gd name="connsiteX124393" fmla="*/ 362696 w 2119654"/>
              <a:gd name="connsiteY124393" fmla="*/ 662657 h 2398711"/>
              <a:gd name="connsiteX124394" fmla="*/ 362553 w 2119654"/>
              <a:gd name="connsiteY124394" fmla="*/ 661697 h 2398711"/>
              <a:gd name="connsiteX124395" fmla="*/ 357120 w 2119654"/>
              <a:gd name="connsiteY124395" fmla="*/ 657605 h 2398711"/>
              <a:gd name="connsiteX124396" fmla="*/ 347323 w 2119654"/>
              <a:gd name="connsiteY124396" fmla="*/ 650428 h 2398711"/>
              <a:gd name="connsiteX124397" fmla="*/ 344850 w 2119654"/>
              <a:gd name="connsiteY124397" fmla="*/ 650297 h 2398711"/>
              <a:gd name="connsiteX124398" fmla="*/ 221854 w 2119654"/>
              <a:gd name="connsiteY124398" fmla="*/ 914389 h 2398711"/>
              <a:gd name="connsiteX124399" fmla="*/ 223357 w 2119654"/>
              <a:gd name="connsiteY124399" fmla="*/ 931877 h 2398711"/>
              <a:gd name="connsiteX124400" fmla="*/ 223410 w 2119654"/>
              <a:gd name="connsiteY124400" fmla="*/ 932017 h 2398711"/>
              <a:gd name="connsiteX124401" fmla="*/ 223524 w 2119654"/>
              <a:gd name="connsiteY124401" fmla="*/ 932260 h 2398711"/>
              <a:gd name="connsiteX124402" fmla="*/ 226923 w 2119654"/>
              <a:gd name="connsiteY124402" fmla="*/ 932577 h 2398711"/>
              <a:gd name="connsiteX124403" fmla="*/ 224018 w 2119654"/>
              <a:gd name="connsiteY124403" fmla="*/ 922387 h 2398711"/>
              <a:gd name="connsiteX124404" fmla="*/ 325320 w 2119654"/>
              <a:gd name="connsiteY124404" fmla="*/ 682125 h 2398711"/>
              <a:gd name="connsiteX124405" fmla="*/ 324756 w 2119654"/>
              <a:gd name="connsiteY124405" fmla="*/ 690002 h 2398711"/>
              <a:gd name="connsiteX124406" fmla="*/ 324716 w 2119654"/>
              <a:gd name="connsiteY124406" fmla="*/ 691269 h 2398711"/>
              <a:gd name="connsiteX124407" fmla="*/ 326671 w 2119654"/>
              <a:gd name="connsiteY124407" fmla="*/ 692222 h 2398711"/>
              <a:gd name="connsiteX124408" fmla="*/ 337570 w 2119654"/>
              <a:gd name="connsiteY124408" fmla="*/ 695458 h 2398711"/>
              <a:gd name="connsiteX124409" fmla="*/ 334031 w 2119654"/>
              <a:gd name="connsiteY124409" fmla="*/ 686129 h 2398711"/>
              <a:gd name="connsiteX124410" fmla="*/ 333431 w 2119654"/>
              <a:gd name="connsiteY124410" fmla="*/ 684482 h 2398711"/>
              <a:gd name="connsiteX124411" fmla="*/ 216580 w 2119654"/>
              <a:gd name="connsiteY124411" fmla="*/ 925546 h 2398711"/>
              <a:gd name="connsiteX124412" fmla="*/ 217356 w 2119654"/>
              <a:gd name="connsiteY124412" fmla="*/ 931686 h 2398711"/>
              <a:gd name="connsiteX124413" fmla="*/ 219960 w 2119654"/>
              <a:gd name="connsiteY124413" fmla="*/ 931929 h 2398711"/>
              <a:gd name="connsiteX124414" fmla="*/ 399204 w 2119654"/>
              <a:gd name="connsiteY124414" fmla="*/ 516262 h 2398711"/>
              <a:gd name="connsiteX124415" fmla="*/ 399031 w 2119654"/>
              <a:gd name="connsiteY124415" fmla="*/ 516946 h 2398711"/>
              <a:gd name="connsiteX124416" fmla="*/ 398710 w 2119654"/>
              <a:gd name="connsiteY124416" fmla="*/ 518299 h 2398711"/>
              <a:gd name="connsiteX124417" fmla="*/ 399612 w 2119654"/>
              <a:gd name="connsiteY124417" fmla="*/ 520235 h 2398711"/>
              <a:gd name="connsiteX124418" fmla="*/ 456185 w 2119654"/>
              <a:gd name="connsiteY124418" fmla="*/ 387078 h 2398711"/>
              <a:gd name="connsiteX124419" fmla="*/ 453283 w 2119654"/>
              <a:gd name="connsiteY124419" fmla="*/ 427542 h 2398711"/>
              <a:gd name="connsiteX124420" fmla="*/ 455472 w 2119654"/>
              <a:gd name="connsiteY124420" fmla="*/ 428849 h 2398711"/>
              <a:gd name="connsiteX124421" fmla="*/ 454768 w 2119654"/>
              <a:gd name="connsiteY124421" fmla="*/ 428364 h 2398711"/>
              <a:gd name="connsiteX124422" fmla="*/ 454978 w 2119654"/>
              <a:gd name="connsiteY124422" fmla="*/ 428350 h 2398711"/>
              <a:gd name="connsiteX124423" fmla="*/ 457224 w 2119654"/>
              <a:gd name="connsiteY124423" fmla="*/ 429893 h 2398711"/>
              <a:gd name="connsiteX124424" fmla="*/ 458139 w 2119654"/>
              <a:gd name="connsiteY124424" fmla="*/ 430438 h 2398711"/>
              <a:gd name="connsiteX124425" fmla="*/ 464344 w 2119654"/>
              <a:gd name="connsiteY124425" fmla="*/ 434484 h 2398711"/>
              <a:gd name="connsiteX124426" fmla="*/ 463893 w 2119654"/>
              <a:gd name="connsiteY124426" fmla="*/ 419520 h 2398711"/>
              <a:gd name="connsiteX124427" fmla="*/ 456300 w 2119654"/>
              <a:gd name="connsiteY124427" fmla="*/ 415129 h 2398711"/>
              <a:gd name="connsiteX124428" fmla="*/ 456560 w 2119654"/>
              <a:gd name="connsiteY124428" fmla="*/ 415092 h 2398711"/>
              <a:gd name="connsiteX124429" fmla="*/ 463888 w 2119654"/>
              <a:gd name="connsiteY124429" fmla="*/ 419330 h 2398711"/>
              <a:gd name="connsiteX124430" fmla="*/ 463600 w 2119654"/>
              <a:gd name="connsiteY124430" fmla="*/ 409807 h 2398711"/>
              <a:gd name="connsiteX124431" fmla="*/ 463889 w 2119654"/>
              <a:gd name="connsiteY124431" fmla="*/ 409415 h 2398711"/>
              <a:gd name="connsiteX124432" fmla="*/ 464193 w 2119654"/>
              <a:gd name="connsiteY124432" fmla="*/ 419507 h 2398711"/>
              <a:gd name="connsiteX124433" fmla="*/ 466999 w 2119654"/>
              <a:gd name="connsiteY124433" fmla="*/ 421129 h 2398711"/>
              <a:gd name="connsiteX124434" fmla="*/ 461469 w 2119654"/>
              <a:gd name="connsiteY124434" fmla="*/ 398615 h 2398711"/>
              <a:gd name="connsiteX124435" fmla="*/ 459612 w 2119654"/>
              <a:gd name="connsiteY124435" fmla="*/ 389501 h 2398711"/>
              <a:gd name="connsiteX124436" fmla="*/ 236948 w 2119654"/>
              <a:gd name="connsiteY124436" fmla="*/ 876358 h 2398711"/>
              <a:gd name="connsiteX124437" fmla="*/ 237567 w 2119654"/>
              <a:gd name="connsiteY124437" fmla="*/ 877527 h 2398711"/>
              <a:gd name="connsiteX124438" fmla="*/ 238597 w 2119654"/>
              <a:gd name="connsiteY124438" fmla="*/ 879408 h 2398711"/>
              <a:gd name="connsiteX124439" fmla="*/ 246238 w 2119654"/>
              <a:gd name="connsiteY124439" fmla="*/ 886946 h 2398711"/>
              <a:gd name="connsiteX124440" fmla="*/ 252283 w 2119654"/>
              <a:gd name="connsiteY124440" fmla="*/ 892748 h 2398711"/>
              <a:gd name="connsiteX124441" fmla="*/ 251567 w 2119654"/>
              <a:gd name="connsiteY124441" fmla="*/ 886820 h 2398711"/>
              <a:gd name="connsiteX124442" fmla="*/ 248423 w 2119654"/>
              <a:gd name="connsiteY124442" fmla="*/ 879765 h 2398711"/>
              <a:gd name="connsiteX124443" fmla="*/ 303705 w 2119654"/>
              <a:gd name="connsiteY124443" fmla="*/ 726597 h 2398711"/>
              <a:gd name="connsiteX124444" fmla="*/ 310444 w 2119654"/>
              <a:gd name="connsiteY124444" fmla="*/ 738140 h 2398711"/>
              <a:gd name="connsiteX124445" fmla="*/ 314121 w 2119654"/>
              <a:gd name="connsiteY124445" fmla="*/ 739285 h 2398711"/>
              <a:gd name="connsiteX124446" fmla="*/ 313421 w 2119654"/>
              <a:gd name="connsiteY124446" fmla="*/ 732491 h 2398711"/>
              <a:gd name="connsiteX124447" fmla="*/ 401639 w 2119654"/>
              <a:gd name="connsiteY124447" fmla="*/ 506878 h 2398711"/>
              <a:gd name="connsiteX124448" fmla="*/ 410094 w 2119654"/>
              <a:gd name="connsiteY124448" fmla="*/ 529171 h 2398711"/>
              <a:gd name="connsiteX124449" fmla="*/ 425712 w 2119654"/>
              <a:gd name="connsiteY124449" fmla="*/ 565860 h 2398711"/>
              <a:gd name="connsiteX124450" fmla="*/ 428463 w 2119654"/>
              <a:gd name="connsiteY124450" fmla="*/ 554929 h 2398711"/>
              <a:gd name="connsiteX124451" fmla="*/ 426700 w 2119654"/>
              <a:gd name="connsiteY124451" fmla="*/ 539886 h 2398711"/>
              <a:gd name="connsiteX124452" fmla="*/ 426899 w 2119654"/>
              <a:gd name="connsiteY124452" fmla="*/ 539563 h 2398711"/>
              <a:gd name="connsiteX124453" fmla="*/ 428625 w 2119654"/>
              <a:gd name="connsiteY124453" fmla="*/ 554288 h 2398711"/>
              <a:gd name="connsiteX124454" fmla="*/ 432091 w 2119654"/>
              <a:gd name="connsiteY124454" fmla="*/ 540515 h 2398711"/>
              <a:gd name="connsiteX124455" fmla="*/ 423502 w 2119654"/>
              <a:gd name="connsiteY124455" fmla="*/ 522103 h 2398711"/>
              <a:gd name="connsiteX124456" fmla="*/ 423613 w 2119654"/>
              <a:gd name="connsiteY124456" fmla="*/ 521629 h 2398711"/>
              <a:gd name="connsiteX124457" fmla="*/ 432208 w 2119654"/>
              <a:gd name="connsiteY124457" fmla="*/ 540053 h 2398711"/>
              <a:gd name="connsiteX124458" fmla="*/ 435916 w 2119654"/>
              <a:gd name="connsiteY124458" fmla="*/ 525321 h 2398711"/>
              <a:gd name="connsiteX124459" fmla="*/ 401471 w 2119654"/>
              <a:gd name="connsiteY124459" fmla="*/ 507252 h 2398711"/>
              <a:gd name="connsiteX124460" fmla="*/ 399329 w 2119654"/>
              <a:gd name="connsiteY124460" fmla="*/ 515764 h 2398711"/>
              <a:gd name="connsiteX124461" fmla="*/ 399839 w 2119654"/>
              <a:gd name="connsiteY124461" fmla="*/ 520721 h 2398711"/>
              <a:gd name="connsiteX124462" fmla="*/ 405901 w 2119654"/>
              <a:gd name="connsiteY124462" fmla="*/ 533718 h 2398711"/>
              <a:gd name="connsiteX124463" fmla="*/ 422246 w 2119654"/>
              <a:gd name="connsiteY124463" fmla="*/ 567865 h 2398711"/>
              <a:gd name="connsiteX124464" fmla="*/ 424856 w 2119654"/>
              <a:gd name="connsiteY124464" fmla="*/ 569449 h 2398711"/>
              <a:gd name="connsiteX124465" fmla="*/ 425412 w 2119654"/>
              <a:gd name="connsiteY124465" fmla="*/ 567103 h 2398711"/>
              <a:gd name="connsiteX124466" fmla="*/ 414023 w 2119654"/>
              <a:gd name="connsiteY124466" fmla="*/ 540349 h 2398711"/>
              <a:gd name="connsiteX124467" fmla="*/ 211032 w 2119654"/>
              <a:gd name="connsiteY124467" fmla="*/ 931953 h 2398711"/>
              <a:gd name="connsiteX124468" fmla="*/ 218464 w 2119654"/>
              <a:gd name="connsiteY124468" fmla="*/ 955042 h 2398711"/>
              <a:gd name="connsiteX124469" fmla="*/ 218588 w 2119654"/>
              <a:gd name="connsiteY124469" fmla="*/ 955410 h 2398711"/>
              <a:gd name="connsiteX124470" fmla="*/ 215678 w 2119654"/>
              <a:gd name="connsiteY124470" fmla="*/ 932387 h 2398711"/>
              <a:gd name="connsiteX124471" fmla="*/ 327995 w 2119654"/>
              <a:gd name="connsiteY124471" fmla="*/ 669168 h 2398711"/>
              <a:gd name="connsiteX124472" fmla="*/ 330100 w 2119654"/>
              <a:gd name="connsiteY124472" fmla="*/ 674950 h 2398711"/>
              <a:gd name="connsiteX124473" fmla="*/ 333617 w 2119654"/>
              <a:gd name="connsiteY124473" fmla="*/ 684224 h 2398711"/>
              <a:gd name="connsiteX124474" fmla="*/ 343044 w 2119654"/>
              <a:gd name="connsiteY124474" fmla="*/ 686964 h 2398711"/>
              <a:gd name="connsiteX124475" fmla="*/ 338617 w 2119654"/>
              <a:gd name="connsiteY124475" fmla="*/ 671436 h 2398711"/>
              <a:gd name="connsiteX124476" fmla="*/ 335745 w 2119654"/>
              <a:gd name="connsiteY124476" fmla="*/ 651662 h 2398711"/>
              <a:gd name="connsiteX124477" fmla="*/ 345371 w 2119654"/>
              <a:gd name="connsiteY124477" fmla="*/ 668150 h 2398711"/>
              <a:gd name="connsiteX124478" fmla="*/ 350599 w 2119654"/>
              <a:gd name="connsiteY124478" fmla="*/ 668427 h 2398711"/>
              <a:gd name="connsiteX124479" fmla="*/ 341931 w 2119654"/>
              <a:gd name="connsiteY124479" fmla="*/ 654294 h 2398711"/>
              <a:gd name="connsiteX124480" fmla="*/ 356524 w 2119654"/>
              <a:gd name="connsiteY124480" fmla="*/ 604555 h 2398711"/>
              <a:gd name="connsiteX124481" fmla="*/ 358019 w 2119654"/>
              <a:gd name="connsiteY124481" fmla="*/ 620359 h 2398711"/>
              <a:gd name="connsiteX124482" fmla="*/ 364103 w 2119654"/>
              <a:gd name="connsiteY124482" fmla="*/ 622204 h 2398711"/>
              <a:gd name="connsiteX124483" fmla="*/ 362721 w 2119654"/>
              <a:gd name="connsiteY124483" fmla="*/ 618741 h 2398711"/>
              <a:gd name="connsiteX124484" fmla="*/ 362803 w 2119654"/>
              <a:gd name="connsiteY124484" fmla="*/ 618469 h 2398711"/>
              <a:gd name="connsiteX124485" fmla="*/ 364318 w 2119654"/>
              <a:gd name="connsiteY124485" fmla="*/ 622270 h 2398711"/>
              <a:gd name="connsiteX124486" fmla="*/ 366730 w 2119654"/>
              <a:gd name="connsiteY124486" fmla="*/ 623002 h 2398711"/>
              <a:gd name="connsiteX124487" fmla="*/ 366093 w 2119654"/>
              <a:gd name="connsiteY124487" fmla="*/ 617145 h 2398711"/>
              <a:gd name="connsiteX124488" fmla="*/ 365394 w 2119654"/>
              <a:gd name="connsiteY124488" fmla="*/ 609084 h 2398711"/>
              <a:gd name="connsiteX124489" fmla="*/ 360897 w 2119654"/>
              <a:gd name="connsiteY124489" fmla="*/ 606452 h 2398711"/>
              <a:gd name="connsiteX124490" fmla="*/ 403765 w 2119654"/>
              <a:gd name="connsiteY124490" fmla="*/ 498140 h 2398711"/>
              <a:gd name="connsiteX124491" fmla="*/ 401691 w 2119654"/>
              <a:gd name="connsiteY124491" fmla="*/ 506376 h 2398711"/>
              <a:gd name="connsiteX124492" fmla="*/ 414290 w 2119654"/>
              <a:gd name="connsiteY124492" fmla="*/ 512518 h 2398711"/>
              <a:gd name="connsiteX124493" fmla="*/ 436175 w 2119654"/>
              <a:gd name="connsiteY124493" fmla="*/ 524293 h 2398711"/>
              <a:gd name="connsiteX124494" fmla="*/ 437941 w 2119654"/>
              <a:gd name="connsiteY124494" fmla="*/ 517279 h 2398711"/>
              <a:gd name="connsiteX124495" fmla="*/ 430302 w 2119654"/>
              <a:gd name="connsiteY124495" fmla="*/ 512417 h 2398711"/>
              <a:gd name="connsiteX124496" fmla="*/ 289914 w 2119654"/>
              <a:gd name="connsiteY124496" fmla="*/ 752879 h 2398711"/>
              <a:gd name="connsiteX124497" fmla="*/ 291970 w 2119654"/>
              <a:gd name="connsiteY124497" fmla="*/ 774585 h 2398711"/>
              <a:gd name="connsiteX124498" fmla="*/ 301799 w 2119654"/>
              <a:gd name="connsiteY124498" fmla="*/ 791107 h 2398711"/>
              <a:gd name="connsiteX124499" fmla="*/ 302362 w 2119654"/>
              <a:gd name="connsiteY124499" fmla="*/ 792024 h 2398711"/>
              <a:gd name="connsiteX124500" fmla="*/ 303041 w 2119654"/>
              <a:gd name="connsiteY124500" fmla="*/ 792811 h 2398711"/>
              <a:gd name="connsiteX124501" fmla="*/ 234885 w 2119654"/>
              <a:gd name="connsiteY124501" fmla="*/ 875746 h 2398711"/>
              <a:gd name="connsiteX124502" fmla="*/ 237558 w 2119654"/>
              <a:gd name="connsiteY124502" fmla="*/ 878382 h 2398711"/>
              <a:gd name="connsiteX124503" fmla="*/ 236398 w 2119654"/>
              <a:gd name="connsiteY124503" fmla="*/ 876195 h 2398711"/>
              <a:gd name="connsiteX124504" fmla="*/ 327553 w 2119654"/>
              <a:gd name="connsiteY124504" fmla="*/ 667952 h 2398711"/>
              <a:gd name="connsiteX124505" fmla="*/ 327923 w 2119654"/>
              <a:gd name="connsiteY124505" fmla="*/ 668969 h 2398711"/>
              <a:gd name="connsiteX124506" fmla="*/ 338592 w 2119654"/>
              <a:gd name="connsiteY124506" fmla="*/ 671344 h 2398711"/>
              <a:gd name="connsiteX124507" fmla="*/ 337780 w 2119654"/>
              <a:gd name="connsiteY124507" fmla="*/ 668495 h 2398711"/>
              <a:gd name="connsiteX124508" fmla="*/ 273955 w 2119654"/>
              <a:gd name="connsiteY124508" fmla="*/ 787800 h 2398711"/>
              <a:gd name="connsiteX124509" fmla="*/ 274813 w 2119654"/>
              <a:gd name="connsiteY124509" fmla="*/ 797707 h 2398711"/>
              <a:gd name="connsiteX124510" fmla="*/ 275708 w 2119654"/>
              <a:gd name="connsiteY124510" fmla="*/ 797856 h 2398711"/>
              <a:gd name="connsiteX124511" fmla="*/ 281925 w 2119654"/>
              <a:gd name="connsiteY124511" fmla="*/ 799686 h 2398711"/>
              <a:gd name="connsiteX124512" fmla="*/ 278602 w 2119654"/>
              <a:gd name="connsiteY124512" fmla="*/ 789817 h 2398711"/>
              <a:gd name="connsiteX124513" fmla="*/ 404548 w 2119654"/>
              <a:gd name="connsiteY124513" fmla="*/ 495030 h 2398711"/>
              <a:gd name="connsiteX124514" fmla="*/ 404112 w 2119654"/>
              <a:gd name="connsiteY124514" fmla="*/ 496762 h 2398711"/>
              <a:gd name="connsiteX124515" fmla="*/ 438453 w 2119654"/>
              <a:gd name="connsiteY124515" fmla="*/ 515238 h 2398711"/>
              <a:gd name="connsiteX124516" fmla="*/ 440455 w 2119654"/>
              <a:gd name="connsiteY124516" fmla="*/ 507290 h 2398711"/>
              <a:gd name="connsiteX124517" fmla="*/ 440841 w 2119654"/>
              <a:gd name="connsiteY124517" fmla="*/ 506993 h 2398711"/>
              <a:gd name="connsiteX124518" fmla="*/ 438728 w 2119654"/>
              <a:gd name="connsiteY124518" fmla="*/ 515386 h 2398711"/>
              <a:gd name="connsiteX124519" fmla="*/ 447131 w 2119654"/>
              <a:gd name="connsiteY124519" fmla="*/ 519908 h 2398711"/>
              <a:gd name="connsiteX124520" fmla="*/ 446603 w 2119654"/>
              <a:gd name="connsiteY124520" fmla="*/ 507794 h 2398711"/>
              <a:gd name="connsiteX124521" fmla="*/ 409822 w 2119654"/>
              <a:gd name="connsiteY124521" fmla="*/ 496563 h 2398711"/>
              <a:gd name="connsiteX124522" fmla="*/ 221139 w 2119654"/>
              <a:gd name="connsiteY124522" fmla="*/ 905699 h 2398711"/>
              <a:gd name="connsiteX124523" fmla="*/ 221314 w 2119654"/>
              <a:gd name="connsiteY124523" fmla="*/ 908109 h 2398711"/>
              <a:gd name="connsiteX124524" fmla="*/ 221605 w 2119654"/>
              <a:gd name="connsiteY124524" fmla="*/ 911493 h 2398711"/>
              <a:gd name="connsiteX124525" fmla="*/ 227633 w 2119654"/>
              <a:gd name="connsiteY124525" fmla="*/ 932643 h 2398711"/>
              <a:gd name="connsiteX124526" fmla="*/ 229443 w 2119654"/>
              <a:gd name="connsiteY124526" fmla="*/ 932812 h 2398711"/>
              <a:gd name="connsiteX124527" fmla="*/ 234141 w 2119654"/>
              <a:gd name="connsiteY124527" fmla="*/ 933599 h 2398711"/>
              <a:gd name="connsiteX124528" fmla="*/ 233702 w 2119654"/>
              <a:gd name="connsiteY124528" fmla="*/ 932687 h 2398711"/>
              <a:gd name="connsiteX124529" fmla="*/ 457002 w 2119654"/>
              <a:gd name="connsiteY124529" fmla="*/ 376684 h 2398711"/>
              <a:gd name="connsiteX124530" fmla="*/ 456550 w 2119654"/>
              <a:gd name="connsiteY124530" fmla="*/ 381987 h 2398711"/>
              <a:gd name="connsiteX124531" fmla="*/ 456215 w 2119654"/>
              <a:gd name="connsiteY124531" fmla="*/ 386656 h 2398711"/>
              <a:gd name="connsiteX124532" fmla="*/ 457869 w 2119654"/>
              <a:gd name="connsiteY124532" fmla="*/ 387792 h 2398711"/>
              <a:gd name="connsiteX124533" fmla="*/ 459499 w 2119654"/>
              <a:gd name="connsiteY124533" fmla="*/ 388945 h 2398711"/>
              <a:gd name="connsiteX124534" fmla="*/ 326276 w 2119654"/>
              <a:gd name="connsiteY124534" fmla="*/ 668801 h 2398711"/>
              <a:gd name="connsiteX124535" fmla="*/ 325343 w 2119654"/>
              <a:gd name="connsiteY124535" fmla="*/ 681817 h 2398711"/>
              <a:gd name="connsiteX124536" fmla="*/ 333303 w 2119654"/>
              <a:gd name="connsiteY124536" fmla="*/ 684131 h 2398711"/>
              <a:gd name="connsiteX124537" fmla="*/ 327845 w 2119654"/>
              <a:gd name="connsiteY124537" fmla="*/ 669135 h 2398711"/>
              <a:gd name="connsiteX124538" fmla="*/ 334714 w 2119654"/>
              <a:gd name="connsiteY124538" fmla="*/ 649896 h 2398711"/>
              <a:gd name="connsiteX124539" fmla="*/ 335377 w 2119654"/>
              <a:gd name="connsiteY124539" fmla="*/ 651033 h 2398711"/>
              <a:gd name="connsiteX124540" fmla="*/ 341538 w 2119654"/>
              <a:gd name="connsiteY124540" fmla="*/ 653655 h 2398711"/>
              <a:gd name="connsiteX124541" fmla="*/ 339345 w 2119654"/>
              <a:gd name="connsiteY124541" fmla="*/ 650080 h 2398711"/>
              <a:gd name="connsiteX124542" fmla="*/ 326341 w 2119654"/>
              <a:gd name="connsiteY124542" fmla="*/ 667888 h 2398711"/>
              <a:gd name="connsiteX124543" fmla="*/ 326290 w 2119654"/>
              <a:gd name="connsiteY124543" fmla="*/ 668606 h 2398711"/>
              <a:gd name="connsiteX124544" fmla="*/ 327771 w 2119654"/>
              <a:gd name="connsiteY124544" fmla="*/ 668936 h 2398711"/>
              <a:gd name="connsiteX124545" fmla="*/ 327411 w 2119654"/>
              <a:gd name="connsiteY124545" fmla="*/ 667945 h 2398711"/>
              <a:gd name="connsiteX124546" fmla="*/ 310776 w 2119654"/>
              <a:gd name="connsiteY124546" fmla="*/ 702718 h 2398711"/>
              <a:gd name="connsiteX124547" fmla="*/ 316402 w 2119654"/>
              <a:gd name="connsiteY124547" fmla="*/ 729059 h 2398711"/>
              <a:gd name="connsiteX124548" fmla="*/ 318306 w 2119654"/>
              <a:gd name="connsiteY124548" fmla="*/ 734830 h 2398711"/>
              <a:gd name="connsiteX124549" fmla="*/ 321523 w 2119654"/>
              <a:gd name="connsiteY124549" fmla="*/ 736723 h 2398711"/>
              <a:gd name="connsiteX124550" fmla="*/ 322142 w 2119654"/>
              <a:gd name="connsiteY124550" fmla="*/ 717136 h 2398711"/>
              <a:gd name="connsiteX124551" fmla="*/ 322954 w 2119654"/>
              <a:gd name="connsiteY124551" fmla="*/ 705831 h 2398711"/>
              <a:gd name="connsiteX124552" fmla="*/ 423647 w 2119654"/>
              <a:gd name="connsiteY124552" fmla="*/ 449664 h 2398711"/>
              <a:gd name="connsiteX124553" fmla="*/ 433037 w 2119654"/>
              <a:gd name="connsiteY124553" fmla="*/ 472323 h 2398711"/>
              <a:gd name="connsiteX124554" fmla="*/ 435130 w 2119654"/>
              <a:gd name="connsiteY124554" fmla="*/ 476853 h 2398711"/>
              <a:gd name="connsiteX124555" fmla="*/ 439521 w 2119654"/>
              <a:gd name="connsiteY124555" fmla="*/ 480160 h 2398711"/>
              <a:gd name="connsiteX124556" fmla="*/ 445477 w 2119654"/>
              <a:gd name="connsiteY124556" fmla="*/ 481979 h 2398711"/>
              <a:gd name="connsiteX124557" fmla="*/ 445231 w 2119654"/>
              <a:gd name="connsiteY124557" fmla="*/ 476361 h 2398711"/>
              <a:gd name="connsiteX124558" fmla="*/ 438944 w 2119654"/>
              <a:gd name="connsiteY124558" fmla="*/ 461187 h 2398711"/>
              <a:gd name="connsiteX124559" fmla="*/ 241499 w 2119654"/>
              <a:gd name="connsiteY124559" fmla="*/ 856004 h 2398711"/>
              <a:gd name="connsiteX124560" fmla="*/ 250517 w 2119654"/>
              <a:gd name="connsiteY124560" fmla="*/ 878117 h 2398711"/>
              <a:gd name="connsiteX124561" fmla="*/ 248016 w 2119654"/>
              <a:gd name="connsiteY124561" fmla="*/ 857394 h 2398711"/>
              <a:gd name="connsiteX124562" fmla="*/ 326513 w 2119654"/>
              <a:gd name="connsiteY124562" fmla="*/ 665477 h 2398711"/>
              <a:gd name="connsiteX124563" fmla="*/ 326393 w 2119654"/>
              <a:gd name="connsiteY124563" fmla="*/ 667143 h 2398711"/>
              <a:gd name="connsiteX124564" fmla="*/ 327134 w 2119654"/>
              <a:gd name="connsiteY124564" fmla="*/ 667182 h 2398711"/>
              <a:gd name="connsiteX124565" fmla="*/ 333003 w 2119654"/>
              <a:gd name="connsiteY124565" fmla="*/ 650496 h 2398711"/>
              <a:gd name="connsiteX124566" fmla="*/ 334011 w 2119654"/>
              <a:gd name="connsiteY124566" fmla="*/ 654220 h 2398711"/>
              <a:gd name="connsiteX124567" fmla="*/ 337868 w 2119654"/>
              <a:gd name="connsiteY124567" fmla="*/ 667751 h 2398711"/>
              <a:gd name="connsiteX124568" fmla="*/ 344903 w 2119654"/>
              <a:gd name="connsiteY124568" fmla="*/ 668125 h 2398711"/>
              <a:gd name="connsiteX124569" fmla="*/ 336474 w 2119654"/>
              <a:gd name="connsiteY124569" fmla="*/ 653689 h 2398711"/>
              <a:gd name="connsiteX124570" fmla="*/ 335227 w 2119654"/>
              <a:gd name="connsiteY124570" fmla="*/ 651442 h 2398711"/>
              <a:gd name="connsiteX124571" fmla="*/ 215155 w 2119654"/>
              <a:gd name="connsiteY124571" fmla="*/ 914259 h 2398711"/>
              <a:gd name="connsiteX124572" fmla="*/ 216258 w 2119654"/>
              <a:gd name="connsiteY124572" fmla="*/ 922997 h 2398711"/>
              <a:gd name="connsiteX124573" fmla="*/ 221041 w 2119654"/>
              <a:gd name="connsiteY124573" fmla="*/ 932029 h 2398711"/>
              <a:gd name="connsiteX124574" fmla="*/ 221973 w 2119654"/>
              <a:gd name="connsiteY124574" fmla="*/ 932115 h 2398711"/>
              <a:gd name="connsiteX124575" fmla="*/ 332820 w 2119654"/>
              <a:gd name="connsiteY124575" fmla="*/ 649820 h 2398711"/>
              <a:gd name="connsiteX124576" fmla="*/ 332858 w 2119654"/>
              <a:gd name="connsiteY124576" fmla="*/ 649961 h 2398711"/>
              <a:gd name="connsiteX124577" fmla="*/ 334884 w 2119654"/>
              <a:gd name="connsiteY124577" fmla="*/ 650823 h 2398711"/>
              <a:gd name="connsiteX124578" fmla="*/ 334362 w 2119654"/>
              <a:gd name="connsiteY124578" fmla="*/ 649882 h 2398711"/>
              <a:gd name="connsiteX124579" fmla="*/ 318933 w 2119654"/>
              <a:gd name="connsiteY124579" fmla="*/ 680268 h 2398711"/>
              <a:gd name="connsiteX124580" fmla="*/ 322738 w 2119654"/>
              <a:gd name="connsiteY124580" fmla="*/ 690305 h 2398711"/>
              <a:gd name="connsiteX124581" fmla="*/ 324021 w 2119654"/>
              <a:gd name="connsiteY124581" fmla="*/ 690931 h 2398711"/>
              <a:gd name="connsiteX124582" fmla="*/ 324666 w 2119654"/>
              <a:gd name="connsiteY124582" fmla="*/ 681935 h 2398711"/>
              <a:gd name="connsiteX124583" fmla="*/ 332500 w 2119654"/>
              <a:gd name="connsiteY124583" fmla="*/ 649809 h 2398711"/>
              <a:gd name="connsiteX124584" fmla="*/ 332706 w 2119654"/>
              <a:gd name="connsiteY124584" fmla="*/ 649896 h 2398711"/>
              <a:gd name="connsiteX124585" fmla="*/ 332684 w 2119654"/>
              <a:gd name="connsiteY124585" fmla="*/ 649816 h 2398711"/>
              <a:gd name="connsiteX124586" fmla="*/ 355786 w 2119654"/>
              <a:gd name="connsiteY124586" fmla="*/ 596770 h 2398711"/>
              <a:gd name="connsiteX124587" fmla="*/ 356287 w 2119654"/>
              <a:gd name="connsiteY124587" fmla="*/ 602063 h 2398711"/>
              <a:gd name="connsiteX124588" fmla="*/ 365119 w 2119654"/>
              <a:gd name="connsiteY124588" fmla="*/ 605895 h 2398711"/>
              <a:gd name="connsiteX124589" fmla="*/ 364627 w 2119654"/>
              <a:gd name="connsiteY124589" fmla="*/ 600219 h 2398711"/>
              <a:gd name="connsiteX124590" fmla="*/ 89096 w 2119654"/>
              <a:gd name="connsiteY124590" fmla="*/ 1193880 h 2398711"/>
              <a:gd name="connsiteX124591" fmla="*/ 97630 w 2119654"/>
              <a:gd name="connsiteY124591" fmla="*/ 1205576 h 2398711"/>
              <a:gd name="connsiteX124592" fmla="*/ 124877 w 2119654"/>
              <a:gd name="connsiteY124592" fmla="*/ 1241882 h 2398711"/>
              <a:gd name="connsiteX124593" fmla="*/ 104509 w 2119654"/>
              <a:gd name="connsiteY124593" fmla="*/ 1215224 h 2398711"/>
              <a:gd name="connsiteX124594" fmla="*/ 89087 w 2119654"/>
              <a:gd name="connsiteY124594" fmla="*/ 1194089 h 2398711"/>
              <a:gd name="connsiteX124595" fmla="*/ 352963 w 2119654"/>
              <a:gd name="connsiteY124595" fmla="*/ 603010 h 2398711"/>
              <a:gd name="connsiteX124596" fmla="*/ 356396 w 2119654"/>
              <a:gd name="connsiteY124596" fmla="*/ 619867 h 2398711"/>
              <a:gd name="connsiteX124597" fmla="*/ 357614 w 2119654"/>
              <a:gd name="connsiteY124597" fmla="*/ 620236 h 2398711"/>
              <a:gd name="connsiteX124598" fmla="*/ 356112 w 2119654"/>
              <a:gd name="connsiteY124598" fmla="*/ 604377 h 2398711"/>
              <a:gd name="connsiteX124599" fmla="*/ 364712 w 2119654"/>
              <a:gd name="connsiteY124599" fmla="*/ 576620 h 2398711"/>
              <a:gd name="connsiteX124600" fmla="*/ 366979 w 2119654"/>
              <a:gd name="connsiteY124600" fmla="*/ 596058 h 2398711"/>
              <a:gd name="connsiteX124601" fmla="*/ 367773 w 2119654"/>
              <a:gd name="connsiteY124601" fmla="*/ 601102 h 2398711"/>
              <a:gd name="connsiteX124602" fmla="*/ 368843 w 2119654"/>
              <a:gd name="connsiteY124602" fmla="*/ 601520 h 2398711"/>
              <a:gd name="connsiteX124603" fmla="*/ 369630 w 2119654"/>
              <a:gd name="connsiteY124603" fmla="*/ 587170 h 2398711"/>
              <a:gd name="connsiteX124604" fmla="*/ 367426 w 2119654"/>
              <a:gd name="connsiteY124604" fmla="*/ 586345 h 2398711"/>
              <a:gd name="connsiteX124605" fmla="*/ 367593 w 2119654"/>
              <a:gd name="connsiteY124605" fmla="*/ 586292 h 2398711"/>
              <a:gd name="connsiteX124606" fmla="*/ 369637 w 2119654"/>
              <a:gd name="connsiteY124606" fmla="*/ 587057 h 2398711"/>
              <a:gd name="connsiteX124607" fmla="*/ 369965 w 2119654"/>
              <a:gd name="connsiteY124607" fmla="*/ 581066 h 2398711"/>
              <a:gd name="connsiteX124608" fmla="*/ 370393 w 2119654"/>
              <a:gd name="connsiteY124608" fmla="*/ 580576 h 2398711"/>
              <a:gd name="connsiteX124609" fmla="*/ 370030 w 2119654"/>
              <a:gd name="connsiteY124609" fmla="*/ 587206 h 2398711"/>
              <a:gd name="connsiteX124610" fmla="*/ 380492 w 2119654"/>
              <a:gd name="connsiteY124610" fmla="*/ 591125 h 2398711"/>
              <a:gd name="connsiteX124611" fmla="*/ 381586 w 2119654"/>
              <a:gd name="connsiteY124611" fmla="*/ 586520 h 2398711"/>
              <a:gd name="connsiteX124612" fmla="*/ 373808 w 2119654"/>
              <a:gd name="connsiteY124612" fmla="*/ 581881 h 2398711"/>
              <a:gd name="connsiteX124613" fmla="*/ 289082 w 2119654"/>
              <a:gd name="connsiteY124613" fmla="*/ 742218 h 2398711"/>
              <a:gd name="connsiteX124614" fmla="*/ 289534 w 2119654"/>
              <a:gd name="connsiteY124614" fmla="*/ 748451 h 2398711"/>
              <a:gd name="connsiteX124615" fmla="*/ 304745 w 2119654"/>
              <a:gd name="connsiteY124615" fmla="*/ 794721 h 2398711"/>
              <a:gd name="connsiteX124616" fmla="*/ 304796 w 2119654"/>
              <a:gd name="connsiteY124616" fmla="*/ 794846 h 2398711"/>
              <a:gd name="connsiteX124617" fmla="*/ 310241 w 2119654"/>
              <a:gd name="connsiteY124617" fmla="*/ 801157 h 2398711"/>
              <a:gd name="connsiteX124618" fmla="*/ 312311 w 2119654"/>
              <a:gd name="connsiteY124618" fmla="*/ 802056 h 2398711"/>
              <a:gd name="connsiteX124619" fmla="*/ 311301 w 2119654"/>
              <a:gd name="connsiteY124619" fmla="*/ 799461 h 2398711"/>
              <a:gd name="connsiteX124620" fmla="*/ 296037 w 2119654"/>
              <a:gd name="connsiteY124620" fmla="*/ 758686 h 2398711"/>
              <a:gd name="connsiteX124621" fmla="*/ 296144 w 2119654"/>
              <a:gd name="connsiteY124621" fmla="*/ 758352 h 2398711"/>
              <a:gd name="connsiteX124622" fmla="*/ 304590 w 2119654"/>
              <a:gd name="connsiteY124622" fmla="*/ 780919 h 2398711"/>
              <a:gd name="connsiteX124623" fmla="*/ 312933 w 2119654"/>
              <a:gd name="connsiteY124623" fmla="*/ 802325 h 2398711"/>
              <a:gd name="connsiteX124624" fmla="*/ 313817 w 2119654"/>
              <a:gd name="connsiteY124624" fmla="*/ 802709 h 2398711"/>
              <a:gd name="connsiteX124625" fmla="*/ 318241 w 2119654"/>
              <a:gd name="connsiteY124625" fmla="*/ 805298 h 2398711"/>
              <a:gd name="connsiteX124626" fmla="*/ 318527 w 2119654"/>
              <a:gd name="connsiteY124626" fmla="*/ 801324 h 2398711"/>
              <a:gd name="connsiteX124627" fmla="*/ 312840 w 2119654"/>
              <a:gd name="connsiteY124627" fmla="*/ 787382 h 2398711"/>
              <a:gd name="connsiteX124628" fmla="*/ 312974 w 2119654"/>
              <a:gd name="connsiteY124628" fmla="*/ 787039 h 2398711"/>
              <a:gd name="connsiteX124629" fmla="*/ 318568 w 2119654"/>
              <a:gd name="connsiteY124629" fmla="*/ 800753 h 2398711"/>
              <a:gd name="connsiteX124630" fmla="*/ 318892 w 2119654"/>
              <a:gd name="connsiteY124630" fmla="*/ 796239 h 2398711"/>
              <a:gd name="connsiteX124631" fmla="*/ 319498 w 2119654"/>
              <a:gd name="connsiteY124631" fmla="*/ 789118 h 2398711"/>
              <a:gd name="connsiteX124632" fmla="*/ 318826 w 2119654"/>
              <a:gd name="connsiteY124632" fmla="*/ 783548 h 2398711"/>
              <a:gd name="connsiteX124633" fmla="*/ 316208 w 2119654"/>
              <a:gd name="connsiteY124633" fmla="*/ 782527 h 2398711"/>
              <a:gd name="connsiteX124634" fmla="*/ 304949 w 2119654"/>
              <a:gd name="connsiteY124634" fmla="*/ 778308 h 2398711"/>
              <a:gd name="connsiteX124635" fmla="*/ 305115 w 2119654"/>
              <a:gd name="connsiteY124635" fmla="*/ 778255 h 2398711"/>
              <a:gd name="connsiteX124636" fmla="*/ 318807 w 2119654"/>
              <a:gd name="connsiteY124636" fmla="*/ 783386 h 2398711"/>
              <a:gd name="connsiteX124637" fmla="*/ 317830 w 2119654"/>
              <a:gd name="connsiteY124637" fmla="*/ 775301 h 2398711"/>
              <a:gd name="connsiteX124638" fmla="*/ 314969 w 2119654"/>
              <a:gd name="connsiteY124638" fmla="*/ 747525 h 2398711"/>
              <a:gd name="connsiteX124639" fmla="*/ 307161 w 2119654"/>
              <a:gd name="connsiteY124639" fmla="*/ 745271 h 2398711"/>
              <a:gd name="connsiteX124640" fmla="*/ 307200 w 2119654"/>
              <a:gd name="connsiteY124640" fmla="*/ 745255 h 2398711"/>
              <a:gd name="connsiteX124641" fmla="*/ 322033 w 2119654"/>
              <a:gd name="connsiteY124641" fmla="*/ 667659 h 2398711"/>
              <a:gd name="connsiteX124642" fmla="*/ 325632 w 2119654"/>
              <a:gd name="connsiteY124642" fmla="*/ 668460 h 2398711"/>
              <a:gd name="connsiteX124643" fmla="*/ 325675 w 2119654"/>
              <a:gd name="connsiteY124643" fmla="*/ 667852 h 2398711"/>
              <a:gd name="connsiteX124644" fmla="*/ 421575 w 2119654"/>
              <a:gd name="connsiteY124644" fmla="*/ 444660 h 2398711"/>
              <a:gd name="connsiteX124645" fmla="*/ 423253 w 2119654"/>
              <a:gd name="connsiteY124645" fmla="*/ 448711 h 2398711"/>
              <a:gd name="connsiteX124646" fmla="*/ 438549 w 2119654"/>
              <a:gd name="connsiteY124646" fmla="*/ 460232 h 2398711"/>
              <a:gd name="connsiteX124647" fmla="*/ 438271 w 2119654"/>
              <a:gd name="connsiteY124647" fmla="*/ 459563 h 2398711"/>
              <a:gd name="connsiteX124648" fmla="*/ 436051 w 2119654"/>
              <a:gd name="connsiteY124648" fmla="*/ 453995 h 2398711"/>
              <a:gd name="connsiteX124649" fmla="*/ 201406 w 2119654"/>
              <a:gd name="connsiteY124649" fmla="*/ 936855 h 2398711"/>
              <a:gd name="connsiteX124650" fmla="*/ 216410 w 2119654"/>
              <a:gd name="connsiteY124650" fmla="*/ 981405 h 2398711"/>
              <a:gd name="connsiteX124651" fmla="*/ 224668 w 2119654"/>
              <a:gd name="connsiteY124651" fmla="*/ 1003027 h 2398711"/>
              <a:gd name="connsiteX124652" fmla="*/ 224505 w 2119654"/>
              <a:gd name="connsiteY124652" fmla="*/ 1002220 h 2398711"/>
              <a:gd name="connsiteX124653" fmla="*/ 224040 w 2119654"/>
              <a:gd name="connsiteY124653" fmla="*/ 998556 h 2398711"/>
              <a:gd name="connsiteX124654" fmla="*/ 221675 w 2119654"/>
              <a:gd name="connsiteY124654" fmla="*/ 994326 h 2398711"/>
              <a:gd name="connsiteX124655" fmla="*/ 221723 w 2119654"/>
              <a:gd name="connsiteY124655" fmla="*/ 994027 h 2398711"/>
              <a:gd name="connsiteX124656" fmla="*/ 223978 w 2119654"/>
              <a:gd name="connsiteY124656" fmla="*/ 998061 h 2398711"/>
              <a:gd name="connsiteX124657" fmla="*/ 221121 w 2119654"/>
              <a:gd name="connsiteY124657" fmla="*/ 975453 h 2398711"/>
              <a:gd name="connsiteX124658" fmla="*/ 210163 w 2119654"/>
              <a:gd name="connsiteY124658" fmla="*/ 950307 h 2398711"/>
              <a:gd name="connsiteX124659" fmla="*/ 208542 w 2119654"/>
              <a:gd name="connsiteY124659" fmla="*/ 946352 h 2398711"/>
              <a:gd name="connsiteX124660" fmla="*/ 331384 w 2119654"/>
              <a:gd name="connsiteY124660" fmla="*/ 644513 h 2398711"/>
              <a:gd name="connsiteX124661" fmla="*/ 332752 w 2119654"/>
              <a:gd name="connsiteY124661" fmla="*/ 649569 h 2398711"/>
              <a:gd name="connsiteX124662" fmla="*/ 334222 w 2119654"/>
              <a:gd name="connsiteY124662" fmla="*/ 649627 h 2398711"/>
              <a:gd name="connsiteX124663" fmla="*/ 287392 w 2119654"/>
              <a:gd name="connsiteY124663" fmla="*/ 741934 h 2398711"/>
              <a:gd name="connsiteX124664" fmla="*/ 289366 w 2119654"/>
              <a:gd name="connsiteY124664" fmla="*/ 747939 h 2398711"/>
              <a:gd name="connsiteX124665" fmla="*/ 288950 w 2119654"/>
              <a:gd name="connsiteY124665" fmla="*/ 742195 h 2398711"/>
              <a:gd name="connsiteX124666" fmla="*/ 202489 w 2119654"/>
              <a:gd name="connsiteY124666" fmla="*/ 931157 h 2398711"/>
              <a:gd name="connsiteX124667" fmla="*/ 204769 w 2119654"/>
              <a:gd name="connsiteY124667" fmla="*/ 936721 h 2398711"/>
              <a:gd name="connsiteX124668" fmla="*/ 208059 w 2119654"/>
              <a:gd name="connsiteY124668" fmla="*/ 944452 h 2398711"/>
              <a:gd name="connsiteX124669" fmla="*/ 219043 w 2119654"/>
              <a:gd name="connsiteY124669" fmla="*/ 959010 h 2398711"/>
              <a:gd name="connsiteX124670" fmla="*/ 218795 w 2119654"/>
              <a:gd name="connsiteY124670" fmla="*/ 957053 h 2398711"/>
              <a:gd name="connsiteX124671" fmla="*/ 210706 w 2119654"/>
              <a:gd name="connsiteY124671" fmla="*/ 931923 h 2398711"/>
              <a:gd name="connsiteX124672" fmla="*/ 327651 w 2119654"/>
              <a:gd name="connsiteY124672" fmla="*/ 649617 h 2398711"/>
              <a:gd name="connsiteX124673" fmla="*/ 326536 w 2119654"/>
              <a:gd name="connsiteY124673" fmla="*/ 665158 h 2398711"/>
              <a:gd name="connsiteX124674" fmla="*/ 327276 w 2119654"/>
              <a:gd name="connsiteY124674" fmla="*/ 667190 h 2398711"/>
              <a:gd name="connsiteX124675" fmla="*/ 337563 w 2119654"/>
              <a:gd name="connsiteY124675" fmla="*/ 667736 h 2398711"/>
              <a:gd name="connsiteX124676" fmla="*/ 336981 w 2119654"/>
              <a:gd name="connsiteY124676" fmla="*/ 665692 h 2398711"/>
              <a:gd name="connsiteX124677" fmla="*/ 332850 w 2119654"/>
              <a:gd name="connsiteY124677" fmla="*/ 650431 h 2398711"/>
              <a:gd name="connsiteX124678" fmla="*/ 331274 w 2119654"/>
              <a:gd name="connsiteY124678" fmla="*/ 649761 h 2398711"/>
              <a:gd name="connsiteX124679" fmla="*/ 396931 w 2119654"/>
              <a:gd name="connsiteY124679" fmla="*/ 494463 h 2398711"/>
              <a:gd name="connsiteX124680" fmla="*/ 401345 w 2119654"/>
              <a:gd name="connsiteY124680" fmla="*/ 506100 h 2398711"/>
              <a:gd name="connsiteX124681" fmla="*/ 403398 w 2119654"/>
              <a:gd name="connsiteY124681" fmla="*/ 497942 h 2398711"/>
              <a:gd name="connsiteX124682" fmla="*/ 122944 w 2119654"/>
              <a:gd name="connsiteY124682" fmla="*/ 1106975 h 2398711"/>
              <a:gd name="connsiteX124683" fmla="*/ 128954 w 2119654"/>
              <a:gd name="connsiteY124683" fmla="*/ 1124819 h 2398711"/>
              <a:gd name="connsiteX124684" fmla="*/ 136548 w 2119654"/>
              <a:gd name="connsiteY124684" fmla="*/ 1137309 h 2398711"/>
              <a:gd name="connsiteX124685" fmla="*/ 169271 w 2119654"/>
              <a:gd name="connsiteY124685" fmla="*/ 1188550 h 2398711"/>
              <a:gd name="connsiteX124686" fmla="*/ 164103 w 2119654"/>
              <a:gd name="connsiteY124686" fmla="*/ 1173207 h 2398711"/>
              <a:gd name="connsiteX124687" fmla="*/ 157976 w 2119654"/>
              <a:gd name="connsiteY124687" fmla="*/ 1154169 h 2398711"/>
              <a:gd name="connsiteX124688" fmla="*/ 137585 w 2119654"/>
              <a:gd name="connsiteY124688" fmla="*/ 1127031 h 2398711"/>
              <a:gd name="connsiteX124689" fmla="*/ 327748 w 2119654"/>
              <a:gd name="connsiteY124689" fmla="*/ 648260 h 2398711"/>
              <a:gd name="connsiteX124690" fmla="*/ 327669 w 2119654"/>
              <a:gd name="connsiteY124690" fmla="*/ 649367 h 2398711"/>
              <a:gd name="connsiteX124691" fmla="*/ 330627 w 2119654"/>
              <a:gd name="connsiteY124691" fmla="*/ 649485 h 2398711"/>
              <a:gd name="connsiteX124692" fmla="*/ 285988 w 2119654"/>
              <a:gd name="connsiteY124692" fmla="*/ 741698 h 2398711"/>
              <a:gd name="connsiteX124693" fmla="*/ 288966 w 2119654"/>
              <a:gd name="connsiteY124693" fmla="*/ 776314 h 2398711"/>
              <a:gd name="connsiteX124694" fmla="*/ 292091 w 2119654"/>
              <a:gd name="connsiteY124694" fmla="*/ 780037 h 2398711"/>
              <a:gd name="connsiteX124695" fmla="*/ 290390 w 2119654"/>
              <a:gd name="connsiteY124695" fmla="*/ 762071 h 2398711"/>
              <a:gd name="connsiteX124696" fmla="*/ 289670 w 2119654"/>
              <a:gd name="connsiteY124696" fmla="*/ 752137 h 2398711"/>
              <a:gd name="connsiteX124697" fmla="*/ 288909 w 2119654"/>
              <a:gd name="connsiteY124697" fmla="*/ 749822 h 2398711"/>
              <a:gd name="connsiteX124698" fmla="*/ 286624 w 2119654"/>
              <a:gd name="connsiteY124698" fmla="*/ 741806 h 2398711"/>
              <a:gd name="connsiteX124699" fmla="*/ 351339 w 2119654"/>
              <a:gd name="connsiteY124699" fmla="*/ 595036 h 2398711"/>
              <a:gd name="connsiteX124700" fmla="*/ 352429 w 2119654"/>
              <a:gd name="connsiteY124700" fmla="*/ 600389 h 2398711"/>
              <a:gd name="connsiteX124701" fmla="*/ 355877 w 2119654"/>
              <a:gd name="connsiteY124701" fmla="*/ 601885 h 2398711"/>
              <a:gd name="connsiteX124702" fmla="*/ 355378 w 2119654"/>
              <a:gd name="connsiteY124702" fmla="*/ 596612 h 2398711"/>
              <a:gd name="connsiteX124703" fmla="*/ 396598 w 2119654"/>
              <a:gd name="connsiteY124703" fmla="*/ 492720 h 2398711"/>
              <a:gd name="connsiteX124704" fmla="*/ 403744 w 2119654"/>
              <a:gd name="connsiteY124704" fmla="*/ 496565 h 2398711"/>
              <a:gd name="connsiteX124705" fmla="*/ 404160 w 2119654"/>
              <a:gd name="connsiteY124705" fmla="*/ 494918 h 2398711"/>
              <a:gd name="connsiteX124706" fmla="*/ 265494 w 2119654"/>
              <a:gd name="connsiteY124706" fmla="*/ 784127 h 2398711"/>
              <a:gd name="connsiteX124707" fmla="*/ 272478 w 2119654"/>
              <a:gd name="connsiteY124707" fmla="*/ 797315 h 2398711"/>
              <a:gd name="connsiteX124708" fmla="*/ 274508 w 2119654"/>
              <a:gd name="connsiteY124708" fmla="*/ 797656 h 2398711"/>
              <a:gd name="connsiteX124709" fmla="*/ 273643 w 2119654"/>
              <a:gd name="connsiteY124709" fmla="*/ 787665 h 2398711"/>
              <a:gd name="connsiteX124710" fmla="*/ 285726 w 2119654"/>
              <a:gd name="connsiteY124710" fmla="*/ 738656 h 2398711"/>
              <a:gd name="connsiteX124711" fmla="*/ 285866 w 2119654"/>
              <a:gd name="connsiteY124711" fmla="*/ 740283 h 2398711"/>
              <a:gd name="connsiteX124712" fmla="*/ 286199 w 2119654"/>
              <a:gd name="connsiteY124712" fmla="*/ 740315 h 2398711"/>
              <a:gd name="connsiteX124713" fmla="*/ 199390 w 2119654"/>
              <a:gd name="connsiteY124713" fmla="*/ 930868 h 2398711"/>
              <a:gd name="connsiteX124714" fmla="*/ 200664 w 2119654"/>
              <a:gd name="connsiteY124714" fmla="*/ 934651 h 2398711"/>
              <a:gd name="connsiteX124715" fmla="*/ 207412 w 2119654"/>
              <a:gd name="connsiteY124715" fmla="*/ 943595 h 2398711"/>
              <a:gd name="connsiteX124716" fmla="*/ 202309 w 2119654"/>
              <a:gd name="connsiteY124716" fmla="*/ 931141 h 2398711"/>
              <a:gd name="connsiteX124717" fmla="*/ 390892 w 2119654"/>
              <a:gd name="connsiteY124717" fmla="*/ 501543 h 2398711"/>
              <a:gd name="connsiteX124718" fmla="*/ 398426 w 2119654"/>
              <a:gd name="connsiteY124718" fmla="*/ 517693 h 2398711"/>
              <a:gd name="connsiteX124719" fmla="*/ 399082 w 2119654"/>
              <a:gd name="connsiteY124719" fmla="*/ 515087 h 2398711"/>
              <a:gd name="connsiteX124720" fmla="*/ 398880 w 2119654"/>
              <a:gd name="connsiteY124720" fmla="*/ 513123 h 2398711"/>
              <a:gd name="connsiteX124721" fmla="*/ 399032 w 2119654"/>
              <a:gd name="connsiteY124721" fmla="*/ 512884 h 2398711"/>
              <a:gd name="connsiteX124722" fmla="*/ 399208 w 2119654"/>
              <a:gd name="connsiteY124722" fmla="*/ 514589 h 2398711"/>
              <a:gd name="connsiteX124723" fmla="*/ 401206 w 2119654"/>
              <a:gd name="connsiteY124723" fmla="*/ 506646 h 2398711"/>
              <a:gd name="connsiteX124724" fmla="*/ 399754 w 2119654"/>
              <a:gd name="connsiteY124724" fmla="*/ 505864 h 2398711"/>
              <a:gd name="connsiteX124725" fmla="*/ 354485 w 2119654"/>
              <a:gd name="connsiteY124725" fmla="*/ 583028 h 2398711"/>
              <a:gd name="connsiteX124726" fmla="*/ 355752 w 2119654"/>
              <a:gd name="connsiteY124726" fmla="*/ 596413 h 2398711"/>
              <a:gd name="connsiteX124727" fmla="*/ 364471 w 2119654"/>
              <a:gd name="connsiteY124727" fmla="*/ 599813 h 2398711"/>
              <a:gd name="connsiteX124728" fmla="*/ 307366 w 2119654"/>
              <a:gd name="connsiteY124728" fmla="*/ 686752 h 2398711"/>
              <a:gd name="connsiteX124729" fmla="*/ 310646 w 2119654"/>
              <a:gd name="connsiteY124729" fmla="*/ 702111 h 2398711"/>
              <a:gd name="connsiteX124730" fmla="*/ 323024 w 2119654"/>
              <a:gd name="connsiteY124730" fmla="*/ 704866 h 2398711"/>
              <a:gd name="connsiteX124731" fmla="*/ 323745 w 2119654"/>
              <a:gd name="connsiteY124731" fmla="*/ 694803 h 2398711"/>
              <a:gd name="connsiteX124732" fmla="*/ 322478 w 2119654"/>
              <a:gd name="connsiteY124732" fmla="*/ 691321 h 2398711"/>
              <a:gd name="connsiteX124733" fmla="*/ 316823 w 2119654"/>
              <a:gd name="connsiteY124733" fmla="*/ 689559 h 2398711"/>
              <a:gd name="connsiteX124734" fmla="*/ 328402 w 2119654"/>
              <a:gd name="connsiteY124734" fmla="*/ 639135 h 2398711"/>
              <a:gd name="connsiteX124735" fmla="*/ 327781 w 2119654"/>
              <a:gd name="connsiteY124735" fmla="*/ 647801 h 2398711"/>
              <a:gd name="connsiteX124736" fmla="*/ 331852 w 2119654"/>
              <a:gd name="connsiteY124736" fmla="*/ 649534 h 2398711"/>
              <a:gd name="connsiteX124737" fmla="*/ 332616 w 2119654"/>
              <a:gd name="connsiteY124737" fmla="*/ 649563 h 2398711"/>
              <a:gd name="connsiteX124738" fmla="*/ 331121 w 2119654"/>
              <a:gd name="connsiteY124738" fmla="*/ 644038 h 2398711"/>
              <a:gd name="connsiteX124739" fmla="*/ 197691 w 2119654"/>
              <a:gd name="connsiteY124739" fmla="*/ 930710 h 2398711"/>
              <a:gd name="connsiteX124740" fmla="*/ 199918 w 2119654"/>
              <a:gd name="connsiteY124740" fmla="*/ 933663 h 2398711"/>
              <a:gd name="connsiteX124741" fmla="*/ 199872 w 2119654"/>
              <a:gd name="connsiteY124741" fmla="*/ 933523 h 2398711"/>
              <a:gd name="connsiteX124742" fmla="*/ 199006 w 2119654"/>
              <a:gd name="connsiteY124742" fmla="*/ 930832 h 2398711"/>
              <a:gd name="connsiteX124743" fmla="*/ 314028 w 2119654"/>
              <a:gd name="connsiteY124743" fmla="*/ 667234 h 2398711"/>
              <a:gd name="connsiteX124744" fmla="*/ 314969 w 2119654"/>
              <a:gd name="connsiteY124744" fmla="*/ 669816 h 2398711"/>
              <a:gd name="connsiteX124745" fmla="*/ 318798 w 2119654"/>
              <a:gd name="connsiteY124745" fmla="*/ 679916 h 2398711"/>
              <a:gd name="connsiteX124746" fmla="*/ 324688 w 2119654"/>
              <a:gd name="connsiteY124746" fmla="*/ 681628 h 2398711"/>
              <a:gd name="connsiteX124747" fmla="*/ 325617 w 2119654"/>
              <a:gd name="connsiteY124747" fmla="*/ 668660 h 2398711"/>
              <a:gd name="connsiteX124748" fmla="*/ 320559 w 2119654"/>
              <a:gd name="connsiteY124748" fmla="*/ 667580 h 2398711"/>
              <a:gd name="connsiteX124749" fmla="*/ 306756 w 2119654"/>
              <a:gd name="connsiteY124749" fmla="*/ 682947 h 2398711"/>
              <a:gd name="connsiteX124750" fmla="*/ 307227 w 2119654"/>
              <a:gd name="connsiteY124750" fmla="*/ 686101 h 2398711"/>
              <a:gd name="connsiteX124751" fmla="*/ 307307 w 2119654"/>
              <a:gd name="connsiteY124751" fmla="*/ 686474 h 2398711"/>
              <a:gd name="connsiteX124752" fmla="*/ 322337 w 2119654"/>
              <a:gd name="connsiteY124752" fmla="*/ 690937 h 2398711"/>
              <a:gd name="connsiteX124753" fmla="*/ 322164 w 2119654"/>
              <a:gd name="connsiteY124753" fmla="*/ 690459 h 2398711"/>
              <a:gd name="connsiteX124754" fmla="*/ 285069 w 2119654"/>
              <a:gd name="connsiteY124754" fmla="*/ 731015 h 2398711"/>
              <a:gd name="connsiteX124755" fmla="*/ 285518 w 2119654"/>
              <a:gd name="connsiteY124755" fmla="*/ 736234 h 2398711"/>
              <a:gd name="connsiteX124756" fmla="*/ 286880 w 2119654"/>
              <a:gd name="connsiteY124756" fmla="*/ 740378 h 2398711"/>
              <a:gd name="connsiteX124757" fmla="*/ 288832 w 2119654"/>
              <a:gd name="connsiteY124757" fmla="*/ 740560 h 2398711"/>
              <a:gd name="connsiteX124758" fmla="*/ 288499 w 2119654"/>
              <a:gd name="connsiteY124758" fmla="*/ 735978 h 2398711"/>
              <a:gd name="connsiteX124759" fmla="*/ 288616 w 2119654"/>
              <a:gd name="connsiteY124759" fmla="*/ 735803 h 2398711"/>
              <a:gd name="connsiteX124760" fmla="*/ 288962 w 2119654"/>
              <a:gd name="connsiteY124760" fmla="*/ 740572 h 2398711"/>
              <a:gd name="connsiteX124761" fmla="*/ 291920 w 2119654"/>
              <a:gd name="connsiteY124761" fmla="*/ 740848 h 2398711"/>
              <a:gd name="connsiteX124762" fmla="*/ 313535 w 2119654"/>
              <a:gd name="connsiteY124762" fmla="*/ 744472 h 2398711"/>
              <a:gd name="connsiteX124763" fmla="*/ 310260 w 2119654"/>
              <a:gd name="connsiteY124763" fmla="*/ 738863 h 2398711"/>
              <a:gd name="connsiteX124764" fmla="*/ 328843 w 2119654"/>
              <a:gd name="connsiteY124764" fmla="*/ 632958 h 2398711"/>
              <a:gd name="connsiteX124765" fmla="*/ 328418 w 2119654"/>
              <a:gd name="connsiteY124765" fmla="*/ 638898 h 2398711"/>
              <a:gd name="connsiteX124766" fmla="*/ 330840 w 2119654"/>
              <a:gd name="connsiteY124766" fmla="*/ 643263 h 2398711"/>
              <a:gd name="connsiteX124767" fmla="*/ 330974 w 2119654"/>
              <a:gd name="connsiteY124767" fmla="*/ 643493 h 2398711"/>
              <a:gd name="connsiteX124768" fmla="*/ 330148 w 2119654"/>
              <a:gd name="connsiteY124768" fmla="*/ 640438 h 2398711"/>
              <a:gd name="connsiteX124769" fmla="*/ 330230 w 2119654"/>
              <a:gd name="connsiteY124769" fmla="*/ 640245 h 2398711"/>
              <a:gd name="connsiteX124770" fmla="*/ 331225 w 2119654"/>
              <a:gd name="connsiteY124770" fmla="*/ 643923 h 2398711"/>
              <a:gd name="connsiteX124771" fmla="*/ 334563 w 2119654"/>
              <a:gd name="connsiteY124771" fmla="*/ 649640 h 2398711"/>
              <a:gd name="connsiteX124772" fmla="*/ 339188 w 2119654"/>
              <a:gd name="connsiteY124772" fmla="*/ 649823 h 2398711"/>
              <a:gd name="connsiteX124773" fmla="*/ 313616 w 2119654"/>
              <a:gd name="connsiteY124773" fmla="*/ 666098 h 2398711"/>
              <a:gd name="connsiteX124774" fmla="*/ 313752 w 2119654"/>
              <a:gd name="connsiteY124774" fmla="*/ 666472 h 2398711"/>
              <a:gd name="connsiteX124775" fmla="*/ 315902 w 2119654"/>
              <a:gd name="connsiteY124775" fmla="*/ 666586 h 2398711"/>
              <a:gd name="connsiteX124776" fmla="*/ 441943 w 2119654"/>
              <a:gd name="connsiteY124776" fmla="*/ 377066 h 2398711"/>
              <a:gd name="connsiteX124777" fmla="*/ 442256 w 2119654"/>
              <a:gd name="connsiteY124777" fmla="*/ 387465 h 2398711"/>
              <a:gd name="connsiteX124778" fmla="*/ 443756 w 2119654"/>
              <a:gd name="connsiteY124778" fmla="*/ 421859 h 2398711"/>
              <a:gd name="connsiteX124779" fmla="*/ 452912 w 2119654"/>
              <a:gd name="connsiteY124779" fmla="*/ 427321 h 2398711"/>
              <a:gd name="connsiteX124780" fmla="*/ 455028 w 2119654"/>
              <a:gd name="connsiteY124780" fmla="*/ 397801 h 2398711"/>
              <a:gd name="connsiteX124781" fmla="*/ 455954 w 2119654"/>
              <a:gd name="connsiteY124781" fmla="*/ 386915 h 2398711"/>
              <a:gd name="connsiteX124782" fmla="*/ 444675 w 2119654"/>
              <a:gd name="connsiteY124782" fmla="*/ 378943 h 2398711"/>
              <a:gd name="connsiteX124783" fmla="*/ 283842 w 2119654"/>
              <a:gd name="connsiteY124783" fmla="*/ 730632 h 2398711"/>
              <a:gd name="connsiteX124784" fmla="*/ 284882 w 2119654"/>
              <a:gd name="connsiteY124784" fmla="*/ 734277 h 2398711"/>
              <a:gd name="connsiteX124785" fmla="*/ 284636 w 2119654"/>
              <a:gd name="connsiteY124785" fmla="*/ 730879 h 2398711"/>
              <a:gd name="connsiteX124786" fmla="*/ 252417 w 2119654"/>
              <a:gd name="connsiteY124786" fmla="*/ 796426 h 2398711"/>
              <a:gd name="connsiteX124787" fmla="*/ 263503 w 2119654"/>
              <a:gd name="connsiteY124787" fmla="*/ 823461 h 2398711"/>
              <a:gd name="connsiteX124788" fmla="*/ 268241 w 2119654"/>
              <a:gd name="connsiteY124788" fmla="*/ 834517 h 2398711"/>
              <a:gd name="connsiteX124789" fmla="*/ 267669 w 2119654"/>
              <a:gd name="connsiteY124789" fmla="*/ 832401 h 2398711"/>
              <a:gd name="connsiteX124790" fmla="*/ 267752 w 2119654"/>
              <a:gd name="connsiteY124790" fmla="*/ 832208 h 2398711"/>
              <a:gd name="connsiteX124791" fmla="*/ 268606 w 2119654"/>
              <a:gd name="connsiteY124791" fmla="*/ 835369 h 2398711"/>
              <a:gd name="connsiteX124792" fmla="*/ 269053 w 2119654"/>
              <a:gd name="connsiteY124792" fmla="*/ 836412 h 2398711"/>
              <a:gd name="connsiteX124793" fmla="*/ 272086 w 2119654"/>
              <a:gd name="connsiteY124793" fmla="*/ 841604 h 2398711"/>
              <a:gd name="connsiteX124794" fmla="*/ 278342 w 2119654"/>
              <a:gd name="connsiteY124794" fmla="*/ 841851 h 2398711"/>
              <a:gd name="connsiteX124795" fmla="*/ 278297 w 2119654"/>
              <a:gd name="connsiteY124795" fmla="*/ 841401 h 2398711"/>
              <a:gd name="connsiteX124796" fmla="*/ 275749 w 2119654"/>
              <a:gd name="connsiteY124796" fmla="*/ 811979 h 2398711"/>
              <a:gd name="connsiteX124797" fmla="*/ 269056 w 2119654"/>
              <a:gd name="connsiteY124797" fmla="*/ 809237 h 2398711"/>
              <a:gd name="connsiteX124798" fmla="*/ 269282 w 2119654"/>
              <a:gd name="connsiteY124798" fmla="*/ 809172 h 2398711"/>
              <a:gd name="connsiteX124799" fmla="*/ 275735 w 2119654"/>
              <a:gd name="connsiteY124799" fmla="*/ 811817 h 2398711"/>
              <a:gd name="connsiteX124800" fmla="*/ 275020 w 2119654"/>
              <a:gd name="connsiteY124800" fmla="*/ 803566 h 2398711"/>
              <a:gd name="connsiteX124801" fmla="*/ 274276 w 2119654"/>
              <a:gd name="connsiteY124801" fmla="*/ 802159 h 2398711"/>
              <a:gd name="connsiteX124802" fmla="*/ 257920 w 2119654"/>
              <a:gd name="connsiteY124802" fmla="*/ 797348 h 2398711"/>
              <a:gd name="connsiteX124803" fmla="*/ 331994 w 2119654"/>
              <a:gd name="connsiteY124803" fmla="*/ 617461 h 2398711"/>
              <a:gd name="connsiteX124804" fmla="*/ 358100 w 2119654"/>
              <a:gd name="connsiteY124804" fmla="*/ 632737 h 2398711"/>
              <a:gd name="connsiteX124805" fmla="*/ 357120 w 2119654"/>
              <a:gd name="connsiteY124805" fmla="*/ 627923 h 2398711"/>
              <a:gd name="connsiteX124806" fmla="*/ 346542 w 2119654"/>
              <a:gd name="connsiteY124806" fmla="*/ 623422 h 2398711"/>
              <a:gd name="connsiteX124807" fmla="*/ 329603 w 2119654"/>
              <a:gd name="connsiteY124807" fmla="*/ 622385 h 2398711"/>
              <a:gd name="connsiteX124808" fmla="*/ 328909 w 2119654"/>
              <a:gd name="connsiteY124808" fmla="*/ 632062 h 2398711"/>
              <a:gd name="connsiteX124809" fmla="*/ 339818 w 2119654"/>
              <a:gd name="connsiteY124809" fmla="*/ 649848 h 2398711"/>
              <a:gd name="connsiteX124810" fmla="*/ 346914 w 2119654"/>
              <a:gd name="connsiteY124810" fmla="*/ 650129 h 2398711"/>
              <a:gd name="connsiteX124811" fmla="*/ 341361 w 2119654"/>
              <a:gd name="connsiteY124811" fmla="*/ 646062 h 2398711"/>
              <a:gd name="connsiteX124812" fmla="*/ 341645 w 2119654"/>
              <a:gd name="connsiteY124812" fmla="*/ 646054 h 2398711"/>
              <a:gd name="connsiteX124813" fmla="*/ 347227 w 2119654"/>
              <a:gd name="connsiteY124813" fmla="*/ 650141 h 2398711"/>
              <a:gd name="connsiteX124814" fmla="*/ 360907 w 2119654"/>
              <a:gd name="connsiteY124814" fmla="*/ 650683 h 2398711"/>
              <a:gd name="connsiteX124815" fmla="*/ 360180 w 2119654"/>
              <a:gd name="connsiteY124815" fmla="*/ 645803 h 2398711"/>
              <a:gd name="connsiteX124816" fmla="*/ 348068 w 2119654"/>
              <a:gd name="connsiteY124816" fmla="*/ 644302 h 2398711"/>
              <a:gd name="connsiteX124817" fmla="*/ 348316 w 2119654"/>
              <a:gd name="connsiteY124817" fmla="*/ 644151 h 2398711"/>
              <a:gd name="connsiteX124818" fmla="*/ 360153 w 2119654"/>
              <a:gd name="connsiteY124818" fmla="*/ 645619 h 2398711"/>
              <a:gd name="connsiteX124819" fmla="*/ 359788 w 2119654"/>
              <a:gd name="connsiteY124819" fmla="*/ 643170 h 2398711"/>
              <a:gd name="connsiteX124820" fmla="*/ 359475 w 2119654"/>
              <a:gd name="connsiteY124820" fmla="*/ 639863 h 2398711"/>
              <a:gd name="connsiteX124821" fmla="*/ 70146 w 2119654"/>
              <a:gd name="connsiteY124821" fmla="*/ 1201257 h 2398711"/>
              <a:gd name="connsiteX124822" fmla="*/ 74310 w 2119654"/>
              <a:gd name="connsiteY124822" fmla="*/ 1206706 h 2398711"/>
              <a:gd name="connsiteX124823" fmla="*/ 73374 w 2119654"/>
              <a:gd name="connsiteY124823" fmla="*/ 1205557 h 2398711"/>
              <a:gd name="connsiteX124824" fmla="*/ 224303 w 2119654"/>
              <a:gd name="connsiteY124824" fmla="*/ 852496 h 2398711"/>
              <a:gd name="connsiteX124825" fmla="*/ 236784 w 2119654"/>
              <a:gd name="connsiteY124825" fmla="*/ 876048 h 2398711"/>
              <a:gd name="connsiteX124826" fmla="*/ 248290 w 2119654"/>
              <a:gd name="connsiteY124826" fmla="*/ 879464 h 2398711"/>
              <a:gd name="connsiteX124827" fmla="*/ 242217 w 2119654"/>
              <a:gd name="connsiteY124827" fmla="*/ 865836 h 2398711"/>
              <a:gd name="connsiteX124828" fmla="*/ 242303 w 2119654"/>
              <a:gd name="connsiteY124828" fmla="*/ 865498 h 2398711"/>
              <a:gd name="connsiteX124829" fmla="*/ 248563 w 2119654"/>
              <a:gd name="connsiteY124829" fmla="*/ 879545 h 2398711"/>
              <a:gd name="connsiteX124830" fmla="*/ 250768 w 2119654"/>
              <a:gd name="connsiteY124830" fmla="*/ 880200 h 2398711"/>
              <a:gd name="connsiteX124831" fmla="*/ 250671 w 2119654"/>
              <a:gd name="connsiteY124831" fmla="*/ 879394 h 2398711"/>
              <a:gd name="connsiteX124832" fmla="*/ 241097 w 2119654"/>
              <a:gd name="connsiteY124832" fmla="*/ 855917 h 2398711"/>
              <a:gd name="connsiteX124833" fmla="*/ 236025 w 2119654"/>
              <a:gd name="connsiteY124833" fmla="*/ 854834 h 2398711"/>
              <a:gd name="connsiteX124834" fmla="*/ 330320 w 2119654"/>
              <a:gd name="connsiteY124834" fmla="*/ 612376 h 2398711"/>
              <a:gd name="connsiteX124835" fmla="*/ 330038 w 2119654"/>
              <a:gd name="connsiteY124835" fmla="*/ 616317 h 2398711"/>
              <a:gd name="connsiteX124836" fmla="*/ 331625 w 2119654"/>
              <a:gd name="connsiteY124836" fmla="*/ 617246 h 2398711"/>
              <a:gd name="connsiteX124837" fmla="*/ 331759 w 2119654"/>
              <a:gd name="connsiteY124837" fmla="*/ 617208 h 2398711"/>
              <a:gd name="connsiteX124838" fmla="*/ 357048 w 2119654"/>
              <a:gd name="connsiteY124838" fmla="*/ 627568 h 2398711"/>
              <a:gd name="connsiteX124839" fmla="*/ 356327 w 2119654"/>
              <a:gd name="connsiteY124839" fmla="*/ 624024 h 2398711"/>
              <a:gd name="connsiteX124840" fmla="*/ 355570 w 2119654"/>
              <a:gd name="connsiteY124840" fmla="*/ 620034 h 2398711"/>
              <a:gd name="connsiteX124841" fmla="*/ 283694 w 2119654"/>
              <a:gd name="connsiteY124841" fmla="*/ 714812 h 2398711"/>
              <a:gd name="connsiteX124842" fmla="*/ 283792 w 2119654"/>
              <a:gd name="connsiteY124842" fmla="*/ 716147 h 2398711"/>
              <a:gd name="connsiteX124843" fmla="*/ 285000 w 2119654"/>
              <a:gd name="connsiteY124843" fmla="*/ 730213 h 2398711"/>
              <a:gd name="connsiteX124844" fmla="*/ 309703 w 2119654"/>
              <a:gd name="connsiteY124844" fmla="*/ 737908 h 2398711"/>
              <a:gd name="connsiteX124845" fmla="*/ 302772 w 2119654"/>
              <a:gd name="connsiteY124845" fmla="*/ 726038 h 2398711"/>
              <a:gd name="connsiteX124846" fmla="*/ 247188 w 2119654"/>
              <a:gd name="connsiteY124846" fmla="*/ 795548 h 2398711"/>
              <a:gd name="connsiteX124847" fmla="*/ 266908 w 2119654"/>
              <a:gd name="connsiteY124847" fmla="*/ 837983 h 2398711"/>
              <a:gd name="connsiteX124848" fmla="*/ 268702 w 2119654"/>
              <a:gd name="connsiteY124848" fmla="*/ 841470 h 2398711"/>
              <a:gd name="connsiteX124849" fmla="*/ 270138 w 2119654"/>
              <a:gd name="connsiteY124849" fmla="*/ 841527 h 2398711"/>
              <a:gd name="connsiteX124850" fmla="*/ 269428 w 2119654"/>
              <a:gd name="connsiteY124850" fmla="*/ 838901 h 2398711"/>
              <a:gd name="connsiteX124851" fmla="*/ 267093 w 2119654"/>
              <a:gd name="connsiteY124851" fmla="*/ 833207 h 2398711"/>
              <a:gd name="connsiteX124852" fmla="*/ 261306 w 2119654"/>
              <a:gd name="connsiteY124852" fmla="*/ 822775 h 2398711"/>
              <a:gd name="connsiteX124853" fmla="*/ 261340 w 2119654"/>
              <a:gd name="connsiteY124853" fmla="*/ 822567 h 2398711"/>
              <a:gd name="connsiteX124854" fmla="*/ 266670 w 2119654"/>
              <a:gd name="connsiteY124854" fmla="*/ 832177 h 2398711"/>
              <a:gd name="connsiteX124855" fmla="*/ 251981 w 2119654"/>
              <a:gd name="connsiteY124855" fmla="*/ 796352 h 2398711"/>
              <a:gd name="connsiteX124856" fmla="*/ 360576 w 2119654"/>
              <a:gd name="connsiteY124856" fmla="*/ 541170 h 2398711"/>
              <a:gd name="connsiteX124857" fmla="*/ 364689 w 2119654"/>
              <a:gd name="connsiteY124857" fmla="*/ 576420 h 2398711"/>
              <a:gd name="connsiteX124858" fmla="*/ 381654 w 2119654"/>
              <a:gd name="connsiteY124858" fmla="*/ 586232 h 2398711"/>
              <a:gd name="connsiteX124859" fmla="*/ 383609 w 2119654"/>
              <a:gd name="connsiteY124859" fmla="*/ 577998 h 2398711"/>
              <a:gd name="connsiteX124860" fmla="*/ 385182 w 2119654"/>
              <a:gd name="connsiteY124860" fmla="*/ 559546 h 2398711"/>
              <a:gd name="connsiteX124861" fmla="*/ 385427 w 2119654"/>
              <a:gd name="connsiteY124861" fmla="*/ 559282 h 2398711"/>
              <a:gd name="connsiteX124862" fmla="*/ 383955 w 2119654"/>
              <a:gd name="connsiteY124862" fmla="*/ 576540 h 2398711"/>
              <a:gd name="connsiteX124863" fmla="*/ 388353 w 2119654"/>
              <a:gd name="connsiteY124863" fmla="*/ 558022 h 2398711"/>
              <a:gd name="connsiteX124864" fmla="*/ 304334 w 2119654"/>
              <a:gd name="connsiteY124864" fmla="*/ 666719 h 2398711"/>
              <a:gd name="connsiteX124865" fmla="*/ 306686 w 2119654"/>
              <a:gd name="connsiteY124865" fmla="*/ 682478 h 2398711"/>
              <a:gd name="connsiteX124866" fmla="*/ 321972 w 2119654"/>
              <a:gd name="connsiteY124866" fmla="*/ 689931 h 2398711"/>
              <a:gd name="connsiteX124867" fmla="*/ 318398 w 2119654"/>
              <a:gd name="connsiteY124867" fmla="*/ 680112 h 2398711"/>
              <a:gd name="connsiteX124868" fmla="*/ 315158 w 2119654"/>
              <a:gd name="connsiteY124868" fmla="*/ 679170 h 2398711"/>
              <a:gd name="connsiteX124869" fmla="*/ 315610 w 2119654"/>
              <a:gd name="connsiteY124869" fmla="*/ 678989 h 2398711"/>
              <a:gd name="connsiteX124870" fmla="*/ 318270 w 2119654"/>
              <a:gd name="connsiteY124870" fmla="*/ 679762 h 2398711"/>
              <a:gd name="connsiteX124871" fmla="*/ 313704 w 2119654"/>
              <a:gd name="connsiteY124871" fmla="*/ 667216 h 2398711"/>
              <a:gd name="connsiteX124872" fmla="*/ 303932 w 2119654"/>
              <a:gd name="connsiteY124872" fmla="*/ 664031 h 2398711"/>
              <a:gd name="connsiteX124873" fmla="*/ 304237 w 2119654"/>
              <a:gd name="connsiteY124873" fmla="*/ 666069 h 2398711"/>
              <a:gd name="connsiteX124874" fmla="*/ 311829 w 2119654"/>
              <a:gd name="connsiteY124874" fmla="*/ 666369 h 2398711"/>
              <a:gd name="connsiteX124875" fmla="*/ 313426 w 2119654"/>
              <a:gd name="connsiteY124875" fmla="*/ 666455 h 2398711"/>
              <a:gd name="connsiteX124876" fmla="*/ 313269 w 2119654"/>
              <a:gd name="connsiteY124876" fmla="*/ 666024 h 2398711"/>
              <a:gd name="connsiteX124877" fmla="*/ 115556 w 2119654"/>
              <a:gd name="connsiteY124877" fmla="*/ 1085039 h 2398711"/>
              <a:gd name="connsiteX124878" fmla="*/ 122602 w 2119654"/>
              <a:gd name="connsiteY124878" fmla="*/ 1105958 h 2398711"/>
              <a:gd name="connsiteX124879" fmla="*/ 157231 w 2119654"/>
              <a:gd name="connsiteY124879" fmla="*/ 1151858 h 2398711"/>
              <a:gd name="connsiteX124880" fmla="*/ 150840 w 2119654"/>
              <a:gd name="connsiteY124880" fmla="*/ 1132000 h 2398711"/>
              <a:gd name="connsiteX124881" fmla="*/ 183097 w 2119654"/>
              <a:gd name="connsiteY124881" fmla="*/ 929350 h 2398711"/>
              <a:gd name="connsiteX124882" fmla="*/ 205829 w 2119654"/>
              <a:gd name="connsiteY124882" fmla="*/ 973556 h 2398711"/>
              <a:gd name="connsiteX124883" fmla="*/ 223140 w 2119654"/>
              <a:gd name="connsiteY124883" fmla="*/ 1001909 h 2398711"/>
              <a:gd name="connsiteX124884" fmla="*/ 221141 w 2119654"/>
              <a:gd name="connsiteY124884" fmla="*/ 996675 h 2398711"/>
              <a:gd name="connsiteX124885" fmla="*/ 200660 w 2119654"/>
              <a:gd name="connsiteY124885" fmla="*/ 935861 h 2398711"/>
              <a:gd name="connsiteX124886" fmla="*/ 200063 w 2119654"/>
              <a:gd name="connsiteY124886" fmla="*/ 935067 h 2398711"/>
              <a:gd name="connsiteX124887" fmla="*/ 196823 w 2119654"/>
              <a:gd name="connsiteY124887" fmla="*/ 930629 h 2398711"/>
              <a:gd name="connsiteX124888" fmla="*/ 209314 w 2119654"/>
              <a:gd name="connsiteY124888" fmla="*/ 868041 h 2398711"/>
              <a:gd name="connsiteX124889" fmla="*/ 214424 w 2119654"/>
              <a:gd name="connsiteY124889" fmla="*/ 908487 h 2398711"/>
              <a:gd name="connsiteX124890" fmla="*/ 222714 w 2119654"/>
              <a:gd name="connsiteY124890" fmla="*/ 930195 h 2398711"/>
              <a:gd name="connsiteX124891" fmla="*/ 222561 w 2119654"/>
              <a:gd name="connsiteY124891" fmla="*/ 928403 h 2398711"/>
              <a:gd name="connsiteX124892" fmla="*/ 221432 w 2119654"/>
              <a:gd name="connsiteY124892" fmla="*/ 912831 h 2398711"/>
              <a:gd name="connsiteX124893" fmla="*/ 331655 w 2119654"/>
              <a:gd name="connsiteY124893" fmla="*/ 593763 h 2398711"/>
              <a:gd name="connsiteX124894" fmla="*/ 330349 w 2119654"/>
              <a:gd name="connsiteY124894" fmla="*/ 611968 h 2398711"/>
              <a:gd name="connsiteX124895" fmla="*/ 355486 w 2119654"/>
              <a:gd name="connsiteY124895" fmla="*/ 619591 h 2398711"/>
              <a:gd name="connsiteX124896" fmla="*/ 352284 w 2119654"/>
              <a:gd name="connsiteY124896" fmla="*/ 602715 h 2398711"/>
              <a:gd name="connsiteX124897" fmla="*/ 410218 w 2119654"/>
              <a:gd name="connsiteY124897" fmla="*/ 417252 h 2398711"/>
              <a:gd name="connsiteX124898" fmla="*/ 421285 w 2119654"/>
              <a:gd name="connsiteY124898" fmla="*/ 443959 h 2398711"/>
              <a:gd name="connsiteX124899" fmla="*/ 435776 w 2119654"/>
              <a:gd name="connsiteY124899" fmla="*/ 453303 h 2398711"/>
              <a:gd name="connsiteX124900" fmla="*/ 425199 w 2119654"/>
              <a:gd name="connsiteY124900" fmla="*/ 426777 h 2398711"/>
              <a:gd name="connsiteX124901" fmla="*/ 425281 w 2119654"/>
              <a:gd name="connsiteY124901" fmla="*/ 426504 h 2398711"/>
              <a:gd name="connsiteX124902" fmla="*/ 432514 w 2119654"/>
              <a:gd name="connsiteY124902" fmla="*/ 444650 h 2398711"/>
              <a:gd name="connsiteX124903" fmla="*/ 436219 w 2119654"/>
              <a:gd name="connsiteY124903" fmla="*/ 453589 h 2398711"/>
              <a:gd name="connsiteX124904" fmla="*/ 444471 w 2119654"/>
              <a:gd name="connsiteY124904" fmla="*/ 458911 h 2398711"/>
              <a:gd name="connsiteX124905" fmla="*/ 443230 w 2119654"/>
              <a:gd name="connsiteY124905" fmla="*/ 430438 h 2398711"/>
              <a:gd name="connsiteX124906" fmla="*/ 241521 w 2119654"/>
              <a:gd name="connsiteY124906" fmla="*/ 794599 h 2398711"/>
              <a:gd name="connsiteX124907" fmla="*/ 241714 w 2119654"/>
              <a:gd name="connsiteY124907" fmla="*/ 796468 h 2398711"/>
              <a:gd name="connsiteX124908" fmla="*/ 248582 w 2119654"/>
              <a:gd name="connsiteY124908" fmla="*/ 857191 h 2398711"/>
              <a:gd name="connsiteX124909" fmla="*/ 249070 w 2119654"/>
              <a:gd name="connsiteY124909" fmla="*/ 857289 h 2398711"/>
              <a:gd name="connsiteX124910" fmla="*/ 252167 w 2119654"/>
              <a:gd name="connsiteY124910" fmla="*/ 857978 h 2398711"/>
              <a:gd name="connsiteX124911" fmla="*/ 252167 w 2119654"/>
              <a:gd name="connsiteY124911" fmla="*/ 857977 h 2398711"/>
              <a:gd name="connsiteX124912" fmla="*/ 252243 w 2119654"/>
              <a:gd name="connsiteY124912" fmla="*/ 857499 h 2398711"/>
              <a:gd name="connsiteX124913" fmla="*/ 252557 w 2119654"/>
              <a:gd name="connsiteY124913" fmla="*/ 858064 h 2398711"/>
              <a:gd name="connsiteX124914" fmla="*/ 266210 w 2119654"/>
              <a:gd name="connsiteY124914" fmla="*/ 861104 h 2398711"/>
              <a:gd name="connsiteX124915" fmla="*/ 258996 w 2119654"/>
              <a:gd name="connsiteY124915" fmla="*/ 841336 h 2398711"/>
              <a:gd name="connsiteX124916" fmla="*/ 254562 w 2119654"/>
              <a:gd name="connsiteY124916" fmla="*/ 841161 h 2398711"/>
              <a:gd name="connsiteX124917" fmla="*/ 254891 w 2119654"/>
              <a:gd name="connsiteY124917" fmla="*/ 840923 h 2398711"/>
              <a:gd name="connsiteX124918" fmla="*/ 258903 w 2119654"/>
              <a:gd name="connsiteY124918" fmla="*/ 841083 h 2398711"/>
              <a:gd name="connsiteX124919" fmla="*/ 258889 w 2119654"/>
              <a:gd name="connsiteY124919" fmla="*/ 841042 h 2398711"/>
              <a:gd name="connsiteX124920" fmla="*/ 248497 w 2119654"/>
              <a:gd name="connsiteY124920" fmla="*/ 810488 h 2398711"/>
              <a:gd name="connsiteX124921" fmla="*/ 248583 w 2119654"/>
              <a:gd name="connsiteY124921" fmla="*/ 810244 h 2398711"/>
              <a:gd name="connsiteX124922" fmla="*/ 254334 w 2119654"/>
              <a:gd name="connsiteY124922" fmla="*/ 827153 h 2398711"/>
              <a:gd name="connsiteX124923" fmla="*/ 259425 w 2119654"/>
              <a:gd name="connsiteY124923" fmla="*/ 841104 h 2398711"/>
              <a:gd name="connsiteX124924" fmla="*/ 268201 w 2119654"/>
              <a:gd name="connsiteY124924" fmla="*/ 841451 h 2398711"/>
              <a:gd name="connsiteX124925" fmla="*/ 250822 w 2119654"/>
              <a:gd name="connsiteY124925" fmla="*/ 804054 h 2398711"/>
              <a:gd name="connsiteX124926" fmla="*/ 246992 w 2119654"/>
              <a:gd name="connsiteY124926" fmla="*/ 795516 h 2398711"/>
              <a:gd name="connsiteX124927" fmla="*/ 359345 w 2119654"/>
              <a:gd name="connsiteY124927" fmla="*/ 530600 h 2398711"/>
              <a:gd name="connsiteX124928" fmla="*/ 360445 w 2119654"/>
              <a:gd name="connsiteY124928" fmla="*/ 540039 h 2398711"/>
              <a:gd name="connsiteX124929" fmla="*/ 388570 w 2119654"/>
              <a:gd name="connsiteY124929" fmla="*/ 557103 h 2398711"/>
              <a:gd name="connsiteX124930" fmla="*/ 389316 w 2119654"/>
              <a:gd name="connsiteY124930" fmla="*/ 553961 h 2398711"/>
              <a:gd name="connsiteX124931" fmla="*/ 386279 w 2119654"/>
              <a:gd name="connsiteY124931" fmla="*/ 546827 h 2398711"/>
              <a:gd name="connsiteX124932" fmla="*/ 365671 w 2119654"/>
              <a:gd name="connsiteY124932" fmla="*/ 534322 h 2398711"/>
              <a:gd name="connsiteX124933" fmla="*/ 278453 w 2119654"/>
              <a:gd name="connsiteY124933" fmla="*/ 711728 h 2398711"/>
              <a:gd name="connsiteX124934" fmla="*/ 283598 w 2119654"/>
              <a:gd name="connsiteY124934" fmla="*/ 729775 h 2398711"/>
              <a:gd name="connsiteX124935" fmla="*/ 284578 w 2119654"/>
              <a:gd name="connsiteY124935" fmla="*/ 730081 h 2398711"/>
              <a:gd name="connsiteX124936" fmla="*/ 283460 w 2119654"/>
              <a:gd name="connsiteY124936" fmla="*/ 714674 h 2398711"/>
              <a:gd name="connsiteX124937" fmla="*/ 319263 w 2119654"/>
              <a:gd name="connsiteY124937" fmla="*/ 616335 h 2398711"/>
              <a:gd name="connsiteX124938" fmla="*/ 328311 w 2119654"/>
              <a:gd name="connsiteY124938" fmla="*/ 631087 h 2398711"/>
              <a:gd name="connsiteX124939" fmla="*/ 328961 w 2119654"/>
              <a:gd name="connsiteY124939" fmla="*/ 622010 h 2398711"/>
              <a:gd name="connsiteX124940" fmla="*/ 332101 w 2119654"/>
              <a:gd name="connsiteY124940" fmla="*/ 587531 h 2398711"/>
              <a:gd name="connsiteX124941" fmla="*/ 331820 w 2119654"/>
              <a:gd name="connsiteY124941" fmla="*/ 591445 h 2398711"/>
              <a:gd name="connsiteX124942" fmla="*/ 351790 w 2119654"/>
              <a:gd name="connsiteY124942" fmla="*/ 600112 h 2398711"/>
              <a:gd name="connsiteX124943" fmla="*/ 350786 w 2119654"/>
              <a:gd name="connsiteY124943" fmla="*/ 594820 h 2398711"/>
              <a:gd name="connsiteX124944" fmla="*/ 178494 w 2119654"/>
              <a:gd name="connsiteY124944" fmla="*/ 928920 h 2398711"/>
              <a:gd name="connsiteX124945" fmla="*/ 191804 w 2119654"/>
              <a:gd name="connsiteY124945" fmla="*/ 954919 h 2398711"/>
              <a:gd name="connsiteX124946" fmla="*/ 216535 w 2119654"/>
              <a:gd name="connsiteY124946" fmla="*/ 1001620 h 2398711"/>
              <a:gd name="connsiteX124947" fmla="*/ 219889 w 2119654"/>
              <a:gd name="connsiteY124947" fmla="*/ 1005817 h 2398711"/>
              <a:gd name="connsiteX124948" fmla="*/ 226882 w 2119654"/>
              <a:gd name="connsiteY124948" fmla="*/ 1014016 h 2398711"/>
              <a:gd name="connsiteX124949" fmla="*/ 226341 w 2119654"/>
              <a:gd name="connsiteY124949" fmla="*/ 1011331 h 2398711"/>
              <a:gd name="connsiteX124950" fmla="*/ 212170 w 2119654"/>
              <a:gd name="connsiteY124950" fmla="*/ 988121 h 2398711"/>
              <a:gd name="connsiteX124951" fmla="*/ 183152 w 2119654"/>
              <a:gd name="connsiteY124951" fmla="*/ 931692 h 2398711"/>
              <a:gd name="connsiteX124952" fmla="*/ 182017 w 2119654"/>
              <a:gd name="connsiteY124952" fmla="*/ 929249 h 2398711"/>
              <a:gd name="connsiteX124953" fmla="*/ 282320 w 2119654"/>
              <a:gd name="connsiteY124953" fmla="*/ 695839 h 2398711"/>
              <a:gd name="connsiteX124954" fmla="*/ 283668 w 2119654"/>
              <a:gd name="connsiteY124954" fmla="*/ 714446 h 2398711"/>
              <a:gd name="connsiteX124955" fmla="*/ 302461 w 2119654"/>
              <a:gd name="connsiteY124955" fmla="*/ 725505 h 2398711"/>
              <a:gd name="connsiteX124956" fmla="*/ 285539 w 2119654"/>
              <a:gd name="connsiteY124956" fmla="*/ 696526 h 2398711"/>
              <a:gd name="connsiteX124957" fmla="*/ 261868 w 2119654"/>
              <a:gd name="connsiteY124957" fmla="*/ 738905 h 2398711"/>
              <a:gd name="connsiteX124958" fmla="*/ 278143 w 2119654"/>
              <a:gd name="connsiteY124958" fmla="*/ 787228 h 2398711"/>
              <a:gd name="connsiteX124959" fmla="*/ 285030 w 2119654"/>
              <a:gd name="connsiteY124959" fmla="*/ 790217 h 2398711"/>
              <a:gd name="connsiteX124960" fmla="*/ 280603 w 2119654"/>
              <a:gd name="connsiteY124960" fmla="*/ 771079 h 2398711"/>
              <a:gd name="connsiteX124961" fmla="*/ 280751 w 2119654"/>
              <a:gd name="connsiteY124961" fmla="*/ 770762 h 2398711"/>
              <a:gd name="connsiteX124962" fmla="*/ 285276 w 2119654"/>
              <a:gd name="connsiteY124962" fmla="*/ 790323 h 2398711"/>
              <a:gd name="connsiteX124963" fmla="*/ 289843 w 2119654"/>
              <a:gd name="connsiteY124963" fmla="*/ 792306 h 2398711"/>
              <a:gd name="connsiteX124964" fmla="*/ 288437 w 2119654"/>
              <a:gd name="connsiteY124964" fmla="*/ 775956 h 2398711"/>
              <a:gd name="connsiteX124965" fmla="*/ 282096 w 2119654"/>
              <a:gd name="connsiteY124965" fmla="*/ 768401 h 2398711"/>
              <a:gd name="connsiteX124966" fmla="*/ 282086 w 2119654"/>
              <a:gd name="connsiteY124966" fmla="*/ 768120 h 2398711"/>
              <a:gd name="connsiteX124967" fmla="*/ 288411 w 2119654"/>
              <a:gd name="connsiteY124967" fmla="*/ 775654 h 2398711"/>
              <a:gd name="connsiteX124968" fmla="*/ 285484 w 2119654"/>
              <a:gd name="connsiteY124968" fmla="*/ 741614 h 2398711"/>
              <a:gd name="connsiteX124969" fmla="*/ 278652 w 2119654"/>
              <a:gd name="connsiteY124969" fmla="*/ 740469 h 2398711"/>
              <a:gd name="connsiteX124970" fmla="*/ 395156 w 2119654"/>
              <a:gd name="connsiteY124970" fmla="*/ 427625 h 2398711"/>
              <a:gd name="connsiteX124971" fmla="*/ 398950 w 2119654"/>
              <a:gd name="connsiteY124971" fmla="*/ 430403 h 2398711"/>
              <a:gd name="connsiteX124972" fmla="*/ 422429 w 2119654"/>
              <a:gd name="connsiteY124972" fmla="*/ 448090 h 2398711"/>
              <a:gd name="connsiteX124973" fmla="*/ 420802 w 2119654"/>
              <a:gd name="connsiteY124973" fmla="*/ 444161 h 2398711"/>
              <a:gd name="connsiteX124974" fmla="*/ 313753 w 2119654"/>
              <a:gd name="connsiteY124974" fmla="*/ 607351 h 2398711"/>
              <a:gd name="connsiteX124975" fmla="*/ 314509 w 2119654"/>
              <a:gd name="connsiteY124975" fmla="*/ 608585 h 2398711"/>
              <a:gd name="connsiteX124976" fmla="*/ 323465 w 2119654"/>
              <a:gd name="connsiteY124976" fmla="*/ 612471 h 2398711"/>
              <a:gd name="connsiteX124977" fmla="*/ 329396 w 2119654"/>
              <a:gd name="connsiteY124977" fmla="*/ 615942 h 2398711"/>
              <a:gd name="connsiteX124978" fmla="*/ 329666 w 2119654"/>
              <a:gd name="connsiteY124978" fmla="*/ 612177 h 2398711"/>
              <a:gd name="connsiteX124979" fmla="*/ 239313 w 2119654"/>
              <a:gd name="connsiteY124979" fmla="*/ 773146 h 2398711"/>
              <a:gd name="connsiteX124980" fmla="*/ 241264 w 2119654"/>
              <a:gd name="connsiteY124980" fmla="*/ 792082 h 2398711"/>
              <a:gd name="connsiteX124981" fmla="*/ 245793 w 2119654"/>
              <a:gd name="connsiteY124981" fmla="*/ 792842 h 2398711"/>
              <a:gd name="connsiteX124982" fmla="*/ 240114 w 2119654"/>
              <a:gd name="connsiteY124982" fmla="*/ 780182 h 2398711"/>
              <a:gd name="connsiteX124983" fmla="*/ 240167 w 2119654"/>
              <a:gd name="connsiteY124983" fmla="*/ 779978 h 2398711"/>
              <a:gd name="connsiteX124984" fmla="*/ 245947 w 2119654"/>
              <a:gd name="connsiteY124984" fmla="*/ 792867 h 2398711"/>
              <a:gd name="connsiteX124985" fmla="*/ 250892 w 2119654"/>
              <a:gd name="connsiteY124985" fmla="*/ 793697 h 2398711"/>
              <a:gd name="connsiteX124986" fmla="*/ 247831 w 2119654"/>
              <a:gd name="connsiteY124986" fmla="*/ 786229 h 2398711"/>
              <a:gd name="connsiteX124987" fmla="*/ 248028 w 2119654"/>
              <a:gd name="connsiteY124987" fmla="*/ 785719 h 2398711"/>
              <a:gd name="connsiteX124988" fmla="*/ 251329 w 2119654"/>
              <a:gd name="connsiteY124988" fmla="*/ 793769 h 2398711"/>
              <a:gd name="connsiteX124989" fmla="*/ 271636 w 2119654"/>
              <a:gd name="connsiteY124989" fmla="*/ 797174 h 2398711"/>
              <a:gd name="connsiteX124990" fmla="*/ 266320 w 2119654"/>
              <a:gd name="connsiteY124990" fmla="*/ 787134 h 2398711"/>
              <a:gd name="connsiteX124991" fmla="*/ 264576 w 2119654"/>
              <a:gd name="connsiteY124991" fmla="*/ 783730 h 2398711"/>
              <a:gd name="connsiteX124992" fmla="*/ 243805 w 2119654"/>
              <a:gd name="connsiteY124992" fmla="*/ 774716 h 2398711"/>
              <a:gd name="connsiteX124993" fmla="*/ 300015 w 2119654"/>
              <a:gd name="connsiteY124993" fmla="*/ 636460 h 2398711"/>
              <a:gd name="connsiteX124994" fmla="*/ 300357 w 2119654"/>
              <a:gd name="connsiteY124994" fmla="*/ 640085 h 2398711"/>
              <a:gd name="connsiteX124995" fmla="*/ 303897 w 2119654"/>
              <a:gd name="connsiteY124995" fmla="*/ 663798 h 2398711"/>
              <a:gd name="connsiteX124996" fmla="*/ 311547 w 2119654"/>
              <a:gd name="connsiteY124996" fmla="*/ 665324 h 2398711"/>
              <a:gd name="connsiteX124997" fmla="*/ 313143 w 2119654"/>
              <a:gd name="connsiteY124997" fmla="*/ 665680 h 2398711"/>
              <a:gd name="connsiteX124998" fmla="*/ 303425 w 2119654"/>
              <a:gd name="connsiteY124998" fmla="*/ 638975 h 2398711"/>
              <a:gd name="connsiteX124999" fmla="*/ 303576 w 2119654"/>
              <a:gd name="connsiteY124999" fmla="*/ 638517 h 2398711"/>
              <a:gd name="connsiteX125000" fmla="*/ 313491 w 2119654"/>
              <a:gd name="connsiteY125000" fmla="*/ 665758 h 2398711"/>
              <a:gd name="connsiteX125001" fmla="*/ 317625 w 2119654"/>
              <a:gd name="connsiteY125001" fmla="*/ 666677 h 2398711"/>
              <a:gd name="connsiteX125002" fmla="*/ 325730 w 2119654"/>
              <a:gd name="connsiteY125002" fmla="*/ 667108 h 2398711"/>
              <a:gd name="connsiteX125003" fmla="*/ 325956 w 2119654"/>
              <a:gd name="connsiteY125003" fmla="*/ 663947 h 2398711"/>
              <a:gd name="connsiteX125004" fmla="*/ 325081 w 2119654"/>
              <a:gd name="connsiteY125004" fmla="*/ 661544 h 2398711"/>
              <a:gd name="connsiteX125005" fmla="*/ 325148 w 2119654"/>
              <a:gd name="connsiteY125005" fmla="*/ 661345 h 2398711"/>
              <a:gd name="connsiteX125006" fmla="*/ 325979 w 2119654"/>
              <a:gd name="connsiteY125006" fmla="*/ 663628 h 2398711"/>
              <a:gd name="connsiteX125007" fmla="*/ 326984 w 2119654"/>
              <a:gd name="connsiteY125007" fmla="*/ 649591 h 2398711"/>
              <a:gd name="connsiteX125008" fmla="*/ 317041 w 2119654"/>
              <a:gd name="connsiteY125008" fmla="*/ 649197 h 2398711"/>
              <a:gd name="connsiteX125009" fmla="*/ 317369 w 2119654"/>
              <a:gd name="connsiteY125009" fmla="*/ 648959 h 2398711"/>
              <a:gd name="connsiteX125010" fmla="*/ 327003 w 2119654"/>
              <a:gd name="connsiteY125010" fmla="*/ 649342 h 2398711"/>
              <a:gd name="connsiteX125011" fmla="*/ 327099 w 2119654"/>
              <a:gd name="connsiteY125011" fmla="*/ 647984 h 2398711"/>
              <a:gd name="connsiteX125012" fmla="*/ 273380 w 2119654"/>
              <a:gd name="connsiteY125012" fmla="*/ 693929 h 2398711"/>
              <a:gd name="connsiteX125013" fmla="*/ 278334 w 2119654"/>
              <a:gd name="connsiteY125013" fmla="*/ 711308 h 2398711"/>
              <a:gd name="connsiteX125014" fmla="*/ 283435 w 2119654"/>
              <a:gd name="connsiteY125014" fmla="*/ 714308 h 2398711"/>
              <a:gd name="connsiteX125015" fmla="*/ 282092 w 2119654"/>
              <a:gd name="connsiteY125015" fmla="*/ 695789 h 2398711"/>
              <a:gd name="connsiteX125016" fmla="*/ 363036 w 2119654"/>
              <a:gd name="connsiteY125016" fmla="*/ 487961 h 2398711"/>
              <a:gd name="connsiteX125017" fmla="*/ 368779 w 2119654"/>
              <a:gd name="connsiteY125017" fmla="*/ 503103 h 2398711"/>
              <a:gd name="connsiteX125018" fmla="*/ 387350 w 2119654"/>
              <a:gd name="connsiteY125018" fmla="*/ 546731 h 2398711"/>
              <a:gd name="connsiteX125019" fmla="*/ 389463 w 2119654"/>
              <a:gd name="connsiteY125019" fmla="*/ 547974 h 2398711"/>
              <a:gd name="connsiteX125020" fmla="*/ 390627 w 2119654"/>
              <a:gd name="connsiteY125020" fmla="*/ 548681 h 2398711"/>
              <a:gd name="connsiteX125021" fmla="*/ 398269 w 2119654"/>
              <a:gd name="connsiteY125021" fmla="*/ 518312 h 2398711"/>
              <a:gd name="connsiteX125022" fmla="*/ 390316 w 2119654"/>
              <a:gd name="connsiteY125022" fmla="*/ 501262 h 2398711"/>
              <a:gd name="connsiteX125023" fmla="*/ 402054 w 2119654"/>
              <a:gd name="connsiteY125023" fmla="*/ 397547 h 2398711"/>
              <a:gd name="connsiteX125024" fmla="*/ 410041 w 2119654"/>
              <a:gd name="connsiteY125024" fmla="*/ 416824 h 2398711"/>
              <a:gd name="connsiteX125025" fmla="*/ 420378 w 2119654"/>
              <a:gd name="connsiteY125025" fmla="*/ 420793 h 2398711"/>
              <a:gd name="connsiteX125026" fmla="*/ 443207 w 2119654"/>
              <a:gd name="connsiteY125026" fmla="*/ 429912 h 2398711"/>
              <a:gd name="connsiteX125027" fmla="*/ 442960 w 2119654"/>
              <a:gd name="connsiteY125027" fmla="*/ 424234 h 2398711"/>
              <a:gd name="connsiteX125028" fmla="*/ 442893 w 2119654"/>
              <a:gd name="connsiteY125028" fmla="*/ 422013 h 2398711"/>
              <a:gd name="connsiteX125029" fmla="*/ 440960 w 2119654"/>
              <a:gd name="connsiteY125029" fmla="*/ 420753 h 2398711"/>
              <a:gd name="connsiteX125030" fmla="*/ 256249 w 2119654"/>
              <a:gd name="connsiteY125030" fmla="*/ 722036 h 2398711"/>
              <a:gd name="connsiteX125031" fmla="*/ 257618 w 2119654"/>
              <a:gd name="connsiteY125031" fmla="*/ 726288 h 2398711"/>
              <a:gd name="connsiteX125032" fmla="*/ 261570 w 2119654"/>
              <a:gd name="connsiteY125032" fmla="*/ 738019 h 2398711"/>
              <a:gd name="connsiteX125033" fmla="*/ 285366 w 2119654"/>
              <a:gd name="connsiteY125033" fmla="*/ 740237 h 2398711"/>
              <a:gd name="connsiteX125034" fmla="*/ 285038 w 2119654"/>
              <a:gd name="connsiteY125034" fmla="*/ 736440 h 2398711"/>
              <a:gd name="connsiteX125035" fmla="*/ 285019 w 2119654"/>
              <a:gd name="connsiteY125035" fmla="*/ 736177 h 2398711"/>
              <a:gd name="connsiteX125036" fmla="*/ 283400 w 2119654"/>
              <a:gd name="connsiteY125036" fmla="*/ 730494 h 2398711"/>
              <a:gd name="connsiteX125037" fmla="*/ 306830 w 2119654"/>
              <a:gd name="connsiteY125037" fmla="*/ 605252 h 2398711"/>
              <a:gd name="connsiteX125038" fmla="*/ 313851 w 2119654"/>
              <a:gd name="connsiteY125038" fmla="*/ 608298 h 2398711"/>
              <a:gd name="connsiteX125039" fmla="*/ 313185 w 2119654"/>
              <a:gd name="connsiteY125039" fmla="*/ 607179 h 2398711"/>
              <a:gd name="connsiteX125040" fmla="*/ 354192 w 2119654"/>
              <a:gd name="connsiteY125040" fmla="*/ 483648 h 2398711"/>
              <a:gd name="connsiteX125041" fmla="*/ 356630 w 2119654"/>
              <a:gd name="connsiteY125041" fmla="*/ 507318 h 2398711"/>
              <a:gd name="connsiteX125042" fmla="*/ 359300 w 2119654"/>
              <a:gd name="connsiteY125042" fmla="*/ 530224 h 2398711"/>
              <a:gd name="connsiteX125043" fmla="*/ 385867 w 2119654"/>
              <a:gd name="connsiteY125043" fmla="*/ 545859 h 2398711"/>
              <a:gd name="connsiteX125044" fmla="*/ 374048 w 2119654"/>
              <a:gd name="connsiteY125044" fmla="*/ 518090 h 2398711"/>
              <a:gd name="connsiteX125045" fmla="*/ 362527 w 2119654"/>
              <a:gd name="connsiteY125045" fmla="*/ 487712 h 2398711"/>
              <a:gd name="connsiteX125046" fmla="*/ 240971 w 2119654"/>
              <a:gd name="connsiteY125046" fmla="*/ 736956 h 2398711"/>
              <a:gd name="connsiteX125047" fmla="*/ 254283 w 2119654"/>
              <a:gd name="connsiteY125047" fmla="*/ 762956 h 2398711"/>
              <a:gd name="connsiteX125048" fmla="*/ 263852 w 2119654"/>
              <a:gd name="connsiteY125048" fmla="*/ 781027 h 2398711"/>
              <a:gd name="connsiteX125049" fmla="*/ 273429 w 2119654"/>
              <a:gd name="connsiteY125049" fmla="*/ 785182 h 2398711"/>
              <a:gd name="connsiteX125050" fmla="*/ 273104 w 2119654"/>
              <a:gd name="connsiteY125050" fmla="*/ 781440 h 2398711"/>
              <a:gd name="connsiteX125051" fmla="*/ 273370 w 2119654"/>
              <a:gd name="connsiteY125051" fmla="*/ 781035 h 2398711"/>
              <a:gd name="connsiteX125052" fmla="*/ 273741 w 2119654"/>
              <a:gd name="connsiteY125052" fmla="*/ 785318 h 2398711"/>
              <a:gd name="connsiteX125053" fmla="*/ 277661 w 2119654"/>
              <a:gd name="connsiteY125053" fmla="*/ 787019 h 2398711"/>
              <a:gd name="connsiteX125054" fmla="*/ 262350 w 2119654"/>
              <a:gd name="connsiteY125054" fmla="*/ 741559 h 2398711"/>
              <a:gd name="connsiteX125055" fmla="*/ 261483 w 2119654"/>
              <a:gd name="connsiteY125055" fmla="*/ 738869 h 2398711"/>
              <a:gd name="connsiteX125056" fmla="*/ 357445 w 2119654"/>
              <a:gd name="connsiteY125056" fmla="*/ 473217 h 2398711"/>
              <a:gd name="connsiteX125057" fmla="*/ 362834 w 2119654"/>
              <a:gd name="connsiteY125057" fmla="*/ 487427 h 2398711"/>
              <a:gd name="connsiteX125058" fmla="*/ 390054 w 2119654"/>
              <a:gd name="connsiteY125058" fmla="*/ 500700 h 2398711"/>
              <a:gd name="connsiteX125059" fmla="*/ 386756 w 2119654"/>
              <a:gd name="connsiteY125059" fmla="*/ 493629 h 2398711"/>
              <a:gd name="connsiteX125060" fmla="*/ 386904 w 2119654"/>
              <a:gd name="connsiteY125060" fmla="*/ 492995 h 2398711"/>
              <a:gd name="connsiteX125061" fmla="*/ 390630 w 2119654"/>
              <a:gd name="connsiteY125061" fmla="*/ 500981 h 2398711"/>
              <a:gd name="connsiteX125062" fmla="*/ 401014 w 2119654"/>
              <a:gd name="connsiteY125062" fmla="*/ 506045 h 2398711"/>
              <a:gd name="connsiteX125063" fmla="*/ 396542 w 2119654"/>
              <a:gd name="connsiteY125063" fmla="*/ 494254 h 2398711"/>
              <a:gd name="connsiteX125064" fmla="*/ 390271 w 2119654"/>
              <a:gd name="connsiteY125064" fmla="*/ 490880 h 2398711"/>
              <a:gd name="connsiteX125065" fmla="*/ 377637 w 2119654"/>
              <a:gd name="connsiteY125065" fmla="*/ 487208 h 2398711"/>
              <a:gd name="connsiteX125066" fmla="*/ 378088 w 2119654"/>
              <a:gd name="connsiteY125066" fmla="*/ 487025 h 2398711"/>
              <a:gd name="connsiteX125067" fmla="*/ 389007 w 2119654"/>
              <a:gd name="connsiteY125067" fmla="*/ 490200 h 2398711"/>
              <a:gd name="connsiteX125068" fmla="*/ 270228 w 2119654"/>
              <a:gd name="connsiteY125068" fmla="*/ 665060 h 2398711"/>
              <a:gd name="connsiteX125069" fmla="*/ 291915 w 2119654"/>
              <a:gd name="connsiteY125069" fmla="*/ 675275 h 2398711"/>
              <a:gd name="connsiteX125070" fmla="*/ 305184 w 2119654"/>
              <a:gd name="connsiteY125070" fmla="*/ 681746 h 2398711"/>
              <a:gd name="connsiteX125071" fmla="*/ 302930 w 2119654"/>
              <a:gd name="connsiteY125071" fmla="*/ 666646 h 2398711"/>
              <a:gd name="connsiteX125072" fmla="*/ 281305 w 2119654"/>
              <a:gd name="connsiteY125072" fmla="*/ 665498 h 2398711"/>
              <a:gd name="connsiteX125073" fmla="*/ 296957 w 2119654"/>
              <a:gd name="connsiteY125073" fmla="*/ 604170 h 2398711"/>
              <a:gd name="connsiteX125074" fmla="*/ 299967 w 2119654"/>
              <a:gd name="connsiteY125074" fmla="*/ 635970 h 2398711"/>
              <a:gd name="connsiteX125075" fmla="*/ 300114 w 2119654"/>
              <a:gd name="connsiteY125075" fmla="*/ 636030 h 2398711"/>
              <a:gd name="connsiteX125076" fmla="*/ 327133 w 2119654"/>
              <a:gd name="connsiteY125076" fmla="*/ 647525 h 2398711"/>
              <a:gd name="connsiteX125077" fmla="*/ 327811 w 2119654"/>
              <a:gd name="connsiteY125077" fmla="*/ 638071 h 2398711"/>
              <a:gd name="connsiteX125078" fmla="*/ 323783 w 2119654"/>
              <a:gd name="connsiteY125078" fmla="*/ 630811 h 2398711"/>
              <a:gd name="connsiteX125079" fmla="*/ 323818 w 2119654"/>
              <a:gd name="connsiteY125079" fmla="*/ 630603 h 2398711"/>
              <a:gd name="connsiteX125080" fmla="*/ 327828 w 2119654"/>
              <a:gd name="connsiteY125080" fmla="*/ 637834 h 2398711"/>
              <a:gd name="connsiteX125081" fmla="*/ 328248 w 2119654"/>
              <a:gd name="connsiteY125081" fmla="*/ 631985 h 2398711"/>
              <a:gd name="connsiteX125082" fmla="*/ 318306 w 2119654"/>
              <a:gd name="connsiteY125082" fmla="*/ 615775 h 2398711"/>
              <a:gd name="connsiteX125083" fmla="*/ 302821 w 2119654"/>
              <a:gd name="connsiteY125083" fmla="*/ 606715 h 2398711"/>
              <a:gd name="connsiteX125084" fmla="*/ 267717 w 2119654"/>
              <a:gd name="connsiteY125084" fmla="*/ 664960 h 2398711"/>
              <a:gd name="connsiteX125085" fmla="*/ 286234 w 2119654"/>
              <a:gd name="connsiteY125085" fmla="*/ 696673 h 2398711"/>
              <a:gd name="connsiteX125086" fmla="*/ 291716 w 2119654"/>
              <a:gd name="connsiteY125086" fmla="*/ 697845 h 2398711"/>
              <a:gd name="connsiteX125087" fmla="*/ 293328 w 2119654"/>
              <a:gd name="connsiteY125087" fmla="*/ 698257 h 2398711"/>
              <a:gd name="connsiteX125088" fmla="*/ 286236 w 2119654"/>
              <a:gd name="connsiteY125088" fmla="*/ 696678 h 2398711"/>
              <a:gd name="connsiteX125089" fmla="*/ 303385 w 2119654"/>
              <a:gd name="connsiteY125089" fmla="*/ 726049 h 2398711"/>
              <a:gd name="connsiteX125090" fmla="*/ 313362 w 2119654"/>
              <a:gd name="connsiteY125090" fmla="*/ 731921 h 2398711"/>
              <a:gd name="connsiteX125091" fmla="*/ 312208 w 2119654"/>
              <a:gd name="connsiteY125091" fmla="*/ 720723 h 2398711"/>
              <a:gd name="connsiteX125092" fmla="*/ 308224 w 2119654"/>
              <a:gd name="connsiteY125092" fmla="*/ 702065 h 2398711"/>
              <a:gd name="connsiteX125093" fmla="*/ 293328 w 2119654"/>
              <a:gd name="connsiteY125093" fmla="*/ 698257 h 2398711"/>
              <a:gd name="connsiteX125094" fmla="*/ 308141 w 2119654"/>
              <a:gd name="connsiteY125094" fmla="*/ 701553 h 2398711"/>
              <a:gd name="connsiteX125095" fmla="*/ 305866 w 2119654"/>
              <a:gd name="connsiteY125095" fmla="*/ 686306 h 2398711"/>
              <a:gd name="connsiteX125096" fmla="*/ 290142 w 2119654"/>
              <a:gd name="connsiteY125096" fmla="*/ 681638 h 2398711"/>
              <a:gd name="connsiteX125097" fmla="*/ 290517 w 2119654"/>
              <a:gd name="connsiteY125097" fmla="*/ 681489 h 2398711"/>
              <a:gd name="connsiteX125098" fmla="*/ 305824 w 2119654"/>
              <a:gd name="connsiteY125098" fmla="*/ 686034 h 2398711"/>
              <a:gd name="connsiteX125099" fmla="*/ 305255 w 2119654"/>
              <a:gd name="connsiteY125099" fmla="*/ 682215 h 2398711"/>
              <a:gd name="connsiteX125100" fmla="*/ 277381 w 2119654"/>
              <a:gd name="connsiteY125100" fmla="*/ 668623 h 2398711"/>
              <a:gd name="connsiteX125101" fmla="*/ 269778 w 2119654"/>
              <a:gd name="connsiteY125101" fmla="*/ 665041 h 2398711"/>
              <a:gd name="connsiteX125102" fmla="*/ 266999 w 2119654"/>
              <a:gd name="connsiteY125102" fmla="*/ 663732 h 2398711"/>
              <a:gd name="connsiteX125103" fmla="*/ 267516 w 2119654"/>
              <a:gd name="connsiteY125103" fmla="*/ 664617 h 2398711"/>
              <a:gd name="connsiteX125104" fmla="*/ 269002 w 2119654"/>
              <a:gd name="connsiteY125104" fmla="*/ 664675 h 2398711"/>
              <a:gd name="connsiteX125105" fmla="*/ 265179 w 2119654"/>
              <a:gd name="connsiteY125105" fmla="*/ 664859 h 2398711"/>
              <a:gd name="connsiteX125106" fmla="*/ 266775 w 2119654"/>
              <a:gd name="connsiteY125106" fmla="*/ 670756 h 2398711"/>
              <a:gd name="connsiteX125107" fmla="*/ 273345 w 2119654"/>
              <a:gd name="connsiteY125107" fmla="*/ 693810 h 2398711"/>
              <a:gd name="connsiteX125108" fmla="*/ 282090 w 2119654"/>
              <a:gd name="connsiteY125108" fmla="*/ 695755 h 2398711"/>
              <a:gd name="connsiteX125109" fmla="*/ 281793 w 2119654"/>
              <a:gd name="connsiteY125109" fmla="*/ 691665 h 2398711"/>
              <a:gd name="connsiteX125110" fmla="*/ 281997 w 2119654"/>
              <a:gd name="connsiteY125110" fmla="*/ 691367 h 2398711"/>
              <a:gd name="connsiteX125111" fmla="*/ 282318 w 2119654"/>
              <a:gd name="connsiteY125111" fmla="*/ 695806 h 2398711"/>
              <a:gd name="connsiteX125112" fmla="*/ 285537 w 2119654"/>
              <a:gd name="connsiteY125112" fmla="*/ 696523 h 2398711"/>
              <a:gd name="connsiteX125113" fmla="*/ 270077 w 2119654"/>
              <a:gd name="connsiteY125113" fmla="*/ 670043 h 2398711"/>
              <a:gd name="connsiteX125114" fmla="*/ 267245 w 2119654"/>
              <a:gd name="connsiteY125114" fmla="*/ 664941 h 2398711"/>
              <a:gd name="connsiteX125115" fmla="*/ 264563 w 2119654"/>
              <a:gd name="connsiteY125115" fmla="*/ 662584 h 2398711"/>
              <a:gd name="connsiteX125116" fmla="*/ 265087 w 2119654"/>
              <a:gd name="connsiteY125116" fmla="*/ 664520 h 2398711"/>
              <a:gd name="connsiteX125117" fmla="*/ 267057 w 2119654"/>
              <a:gd name="connsiteY125117" fmla="*/ 664598 h 2398711"/>
              <a:gd name="connsiteX125118" fmla="*/ 266426 w 2119654"/>
              <a:gd name="connsiteY125118" fmla="*/ 663462 h 2398711"/>
              <a:gd name="connsiteX125119" fmla="*/ 263254 w 2119654"/>
              <a:gd name="connsiteY125119" fmla="*/ 657742 h 2398711"/>
              <a:gd name="connsiteX125120" fmla="*/ 264504 w 2119654"/>
              <a:gd name="connsiteY125120" fmla="*/ 662362 h 2398711"/>
              <a:gd name="connsiteX125121" fmla="*/ 266280 w 2119654"/>
              <a:gd name="connsiteY125121" fmla="*/ 663199 h 2398711"/>
              <a:gd name="connsiteX125122" fmla="*/ 296994 w 2119654"/>
              <a:gd name="connsiteY125122" fmla="*/ 579505 h 2398711"/>
              <a:gd name="connsiteX125123" fmla="*/ 307352 w 2119654"/>
              <a:gd name="connsiteY125123" fmla="*/ 596915 h 2398711"/>
              <a:gd name="connsiteX125124" fmla="*/ 313467 w 2119654"/>
              <a:gd name="connsiteY125124" fmla="*/ 606885 h 2398711"/>
              <a:gd name="connsiteX125125" fmla="*/ 316012 w 2119654"/>
              <a:gd name="connsiteY125125" fmla="*/ 607618 h 2398711"/>
              <a:gd name="connsiteX125126" fmla="*/ 329695 w 2119654"/>
              <a:gd name="connsiteY125126" fmla="*/ 611769 h 2398711"/>
              <a:gd name="connsiteX125127" fmla="*/ 330267 w 2119654"/>
              <a:gd name="connsiteY125127" fmla="*/ 603795 h 2398711"/>
              <a:gd name="connsiteX125128" fmla="*/ 331141 w 2119654"/>
              <a:gd name="connsiteY125128" fmla="*/ 593540 h 2398711"/>
              <a:gd name="connsiteX125129" fmla="*/ 306284 w 2119654"/>
              <a:gd name="connsiteY125129" fmla="*/ 582752 h 2398711"/>
              <a:gd name="connsiteX125130" fmla="*/ 202391 w 2119654"/>
              <a:gd name="connsiteY125130" fmla="*/ 788038 h 2398711"/>
              <a:gd name="connsiteX125131" fmla="*/ 209107 w 2119654"/>
              <a:gd name="connsiteY125131" fmla="*/ 866131 h 2398711"/>
              <a:gd name="connsiteX125132" fmla="*/ 217188 w 2119654"/>
              <a:gd name="connsiteY125132" fmla="*/ 895998 h 2398711"/>
              <a:gd name="connsiteX125133" fmla="*/ 221244 w 2119654"/>
              <a:gd name="connsiteY125133" fmla="*/ 910225 h 2398711"/>
              <a:gd name="connsiteX125134" fmla="*/ 220874 w 2119654"/>
              <a:gd name="connsiteY125134" fmla="*/ 905129 h 2398711"/>
              <a:gd name="connsiteX125135" fmla="*/ 218900 w 2119654"/>
              <a:gd name="connsiteY125135" fmla="*/ 900888 h 2398711"/>
              <a:gd name="connsiteX125136" fmla="*/ 218965 w 2119654"/>
              <a:gd name="connsiteY125136" fmla="*/ 900613 h 2398711"/>
              <a:gd name="connsiteX125137" fmla="*/ 220839 w 2119654"/>
              <a:gd name="connsiteY125137" fmla="*/ 904638 h 2398711"/>
              <a:gd name="connsiteX125138" fmla="*/ 219315 w 2119654"/>
              <a:gd name="connsiteY125138" fmla="*/ 883629 h 2398711"/>
              <a:gd name="connsiteX125139" fmla="*/ 219518 w 2119654"/>
              <a:gd name="connsiteY125139" fmla="*/ 883331 h 2398711"/>
              <a:gd name="connsiteX125140" fmla="*/ 221104 w 2119654"/>
              <a:gd name="connsiteY125140" fmla="*/ 905208 h 2398711"/>
              <a:gd name="connsiteX125141" fmla="*/ 227157 w 2119654"/>
              <a:gd name="connsiteY125141" fmla="*/ 918212 h 2398711"/>
              <a:gd name="connsiteX125142" fmla="*/ 234611 w 2119654"/>
              <a:gd name="connsiteY125142" fmla="*/ 933678 h 2398711"/>
              <a:gd name="connsiteX125143" fmla="*/ 237112 w 2119654"/>
              <a:gd name="connsiteY125143" fmla="*/ 934097 h 2398711"/>
              <a:gd name="connsiteX125144" fmla="*/ 234015 w 2119654"/>
              <a:gd name="connsiteY125144" fmla="*/ 924685 h 2398711"/>
              <a:gd name="connsiteX125145" fmla="*/ 234118 w 2119654"/>
              <a:gd name="connsiteY125145" fmla="*/ 924402 h 2398711"/>
              <a:gd name="connsiteX125146" fmla="*/ 237321 w 2119654"/>
              <a:gd name="connsiteY125146" fmla="*/ 934133 h 2398711"/>
              <a:gd name="connsiteX125147" fmla="*/ 252196 w 2119654"/>
              <a:gd name="connsiteY125147" fmla="*/ 936626 h 2398711"/>
              <a:gd name="connsiteX125148" fmla="*/ 249147 w 2119654"/>
              <a:gd name="connsiteY125148" fmla="*/ 907021 h 2398711"/>
              <a:gd name="connsiteX125149" fmla="*/ 249407 w 2119654"/>
              <a:gd name="connsiteY125149" fmla="*/ 906609 h 2398711"/>
              <a:gd name="connsiteX125150" fmla="*/ 252504 w 2119654"/>
              <a:gd name="connsiteY125150" fmla="*/ 936678 h 2398711"/>
              <a:gd name="connsiteX125151" fmla="*/ 256745 w 2119654"/>
              <a:gd name="connsiteY125151" fmla="*/ 937389 h 2398711"/>
              <a:gd name="connsiteX125152" fmla="*/ 253698 w 2119654"/>
              <a:gd name="connsiteY125152" fmla="*/ 932064 h 2398711"/>
              <a:gd name="connsiteX125153" fmla="*/ 253736 w 2119654"/>
              <a:gd name="connsiteY125153" fmla="*/ 931808 h 2398711"/>
              <a:gd name="connsiteX125154" fmla="*/ 256950 w 2119654"/>
              <a:gd name="connsiteY125154" fmla="*/ 937424 h 2398711"/>
              <a:gd name="connsiteX125155" fmla="*/ 257692 w 2119654"/>
              <a:gd name="connsiteY125155" fmla="*/ 937548 h 2398711"/>
              <a:gd name="connsiteX125156" fmla="*/ 254379 w 2119654"/>
              <a:gd name="connsiteY125156" fmla="*/ 910115 h 2398711"/>
              <a:gd name="connsiteX125157" fmla="*/ 254159 w 2119654"/>
              <a:gd name="connsiteY125157" fmla="*/ 909712 h 2398711"/>
              <a:gd name="connsiteX125158" fmla="*/ 252214 w 2119654"/>
              <a:gd name="connsiteY125158" fmla="*/ 906041 h 2398711"/>
              <a:gd name="connsiteX125159" fmla="*/ 237081 w 2119654"/>
              <a:gd name="connsiteY125159" fmla="*/ 881927 h 2398711"/>
              <a:gd name="connsiteX125160" fmla="*/ 237132 w 2119654"/>
              <a:gd name="connsiteY125160" fmla="*/ 881442 h 2398711"/>
              <a:gd name="connsiteX125161" fmla="*/ 250286 w 2119654"/>
              <a:gd name="connsiteY125161" fmla="*/ 902404 h 2398711"/>
              <a:gd name="connsiteX125162" fmla="*/ 237909 w 2119654"/>
              <a:gd name="connsiteY125162" fmla="*/ 879046 h 2398711"/>
              <a:gd name="connsiteX125163" fmla="*/ 234426 w 2119654"/>
              <a:gd name="connsiteY125163" fmla="*/ 875610 h 2398711"/>
              <a:gd name="connsiteX125164" fmla="*/ 227665 w 2119654"/>
              <a:gd name="connsiteY125164" fmla="*/ 873602 h 2398711"/>
              <a:gd name="connsiteX125165" fmla="*/ 228041 w 2119654"/>
              <a:gd name="connsiteY125165" fmla="*/ 873454 h 2398711"/>
              <a:gd name="connsiteX125166" fmla="*/ 234048 w 2119654"/>
              <a:gd name="connsiteY125166" fmla="*/ 875237 h 2398711"/>
              <a:gd name="connsiteX125167" fmla="*/ 228801 w 2119654"/>
              <a:gd name="connsiteY125167" fmla="*/ 870060 h 2398711"/>
              <a:gd name="connsiteX125168" fmla="*/ 228788 w 2119654"/>
              <a:gd name="connsiteY125168" fmla="*/ 869731 h 2398711"/>
              <a:gd name="connsiteX125169" fmla="*/ 234508 w 2119654"/>
              <a:gd name="connsiteY125169" fmla="*/ 875374 h 2398711"/>
              <a:gd name="connsiteX125170" fmla="*/ 236234 w 2119654"/>
              <a:gd name="connsiteY125170" fmla="*/ 875886 h 2398711"/>
              <a:gd name="connsiteX125171" fmla="*/ 223786 w 2119654"/>
              <a:gd name="connsiteY125171" fmla="*/ 852392 h 2398711"/>
              <a:gd name="connsiteX125172" fmla="*/ 220119 w 2119654"/>
              <a:gd name="connsiteY125172" fmla="*/ 851661 h 2398711"/>
              <a:gd name="connsiteX125173" fmla="*/ 220328 w 2119654"/>
              <a:gd name="connsiteY125173" fmla="*/ 851554 h 2398711"/>
              <a:gd name="connsiteX125174" fmla="*/ 223697 w 2119654"/>
              <a:gd name="connsiteY125174" fmla="*/ 852227 h 2398711"/>
              <a:gd name="connsiteX125175" fmla="*/ 216649 w 2119654"/>
              <a:gd name="connsiteY125175" fmla="*/ 838924 h 2398711"/>
              <a:gd name="connsiteX125176" fmla="*/ 216808 w 2119654"/>
              <a:gd name="connsiteY125176" fmla="*/ 838351 h 2398711"/>
              <a:gd name="connsiteX125177" fmla="*/ 224215 w 2119654"/>
              <a:gd name="connsiteY125177" fmla="*/ 852330 h 2398711"/>
              <a:gd name="connsiteX125178" fmla="*/ 240999 w 2119654"/>
              <a:gd name="connsiteY125178" fmla="*/ 855678 h 2398711"/>
              <a:gd name="connsiteX125179" fmla="*/ 238392 w 2119654"/>
              <a:gd name="connsiteY125179" fmla="*/ 849285 h 2398711"/>
              <a:gd name="connsiteX125180" fmla="*/ 238572 w 2119654"/>
              <a:gd name="connsiteY125180" fmla="*/ 848825 h 2398711"/>
              <a:gd name="connsiteX125181" fmla="*/ 241399 w 2119654"/>
              <a:gd name="connsiteY125181" fmla="*/ 855758 h 2398711"/>
              <a:gd name="connsiteX125182" fmla="*/ 247976 w 2119654"/>
              <a:gd name="connsiteY125182" fmla="*/ 857070 h 2398711"/>
              <a:gd name="connsiteX125183" fmla="*/ 245081 w 2119654"/>
              <a:gd name="connsiteY125183" fmla="*/ 833090 h 2398711"/>
              <a:gd name="connsiteX125184" fmla="*/ 241110 w 2119654"/>
              <a:gd name="connsiteY125184" fmla="*/ 794530 h 2398711"/>
              <a:gd name="connsiteX125185" fmla="*/ 350189 w 2119654"/>
              <a:gd name="connsiteY125185" fmla="*/ 454089 h 2398711"/>
              <a:gd name="connsiteX125186" fmla="*/ 357113 w 2119654"/>
              <a:gd name="connsiteY125186" fmla="*/ 472347 h 2398711"/>
              <a:gd name="connsiteX125187" fmla="*/ 374405 w 2119654"/>
              <a:gd name="connsiteY125187" fmla="*/ 480778 h 2398711"/>
              <a:gd name="connsiteX125188" fmla="*/ 395333 w 2119654"/>
              <a:gd name="connsiteY125188" fmla="*/ 492039 h 2398711"/>
              <a:gd name="connsiteX125189" fmla="*/ 395780 w 2119654"/>
              <a:gd name="connsiteY125189" fmla="*/ 492168 h 2398711"/>
              <a:gd name="connsiteX125190" fmla="*/ 387560 w 2119654"/>
              <a:gd name="connsiteY125190" fmla="*/ 469580 h 2398711"/>
              <a:gd name="connsiteX125191" fmla="*/ 387625 w 2119654"/>
              <a:gd name="connsiteY125191" fmla="*/ 469380 h 2398711"/>
              <a:gd name="connsiteX125192" fmla="*/ 392577 w 2119654"/>
              <a:gd name="connsiteY125192" fmla="*/ 482985 h 2398711"/>
              <a:gd name="connsiteX125193" fmla="*/ 396096 w 2119654"/>
              <a:gd name="connsiteY125193" fmla="*/ 492260 h 2398711"/>
              <a:gd name="connsiteX125194" fmla="*/ 404233 w 2119654"/>
              <a:gd name="connsiteY125194" fmla="*/ 494626 h 2398711"/>
              <a:gd name="connsiteX125195" fmla="*/ 409483 w 2119654"/>
              <a:gd name="connsiteY125195" fmla="*/ 473768 h 2398711"/>
              <a:gd name="connsiteX125196" fmla="*/ 410001 w 2119654"/>
              <a:gd name="connsiteY125196" fmla="*/ 473370 h 2398711"/>
              <a:gd name="connsiteX125197" fmla="*/ 404621 w 2119654"/>
              <a:gd name="connsiteY125197" fmla="*/ 494739 h 2398711"/>
              <a:gd name="connsiteX125198" fmla="*/ 436244 w 2119654"/>
              <a:gd name="connsiteY125198" fmla="*/ 503931 h 2398711"/>
              <a:gd name="connsiteX125199" fmla="*/ 446572 w 2119654"/>
              <a:gd name="connsiteY125199" fmla="*/ 507084 h 2398711"/>
              <a:gd name="connsiteX125200" fmla="*/ 446468 w 2119654"/>
              <a:gd name="connsiteY125200" fmla="*/ 504681 h 2398711"/>
              <a:gd name="connsiteX125201" fmla="*/ 440756 w 2119654"/>
              <a:gd name="connsiteY125201" fmla="*/ 492317 h 2398711"/>
              <a:gd name="connsiteX125202" fmla="*/ 435613 w 2119654"/>
              <a:gd name="connsiteY125202" fmla="*/ 479905 h 2398711"/>
              <a:gd name="connsiteX125203" fmla="*/ 368414 w 2119654"/>
              <a:gd name="connsiteY125203" fmla="*/ 459388 h 2398711"/>
              <a:gd name="connsiteX125204" fmla="*/ 294540 w 2119654"/>
              <a:gd name="connsiteY125204" fmla="*/ 578648 h 2398711"/>
              <a:gd name="connsiteX125205" fmla="*/ 296640 w 2119654"/>
              <a:gd name="connsiteY125205" fmla="*/ 600830 h 2398711"/>
              <a:gd name="connsiteX125206" fmla="*/ 304879 w 2119654"/>
              <a:gd name="connsiteY125206" fmla="*/ 604405 h 2398711"/>
              <a:gd name="connsiteX125207" fmla="*/ 312915 w 2119654"/>
              <a:gd name="connsiteY125207" fmla="*/ 606725 h 2398711"/>
              <a:gd name="connsiteX125208" fmla="*/ 296647 w 2119654"/>
              <a:gd name="connsiteY125208" fmla="*/ 579384 h 2398711"/>
              <a:gd name="connsiteX125209" fmla="*/ 294224 w 2119654"/>
              <a:gd name="connsiteY125209" fmla="*/ 575311 h 2398711"/>
              <a:gd name="connsiteX125210" fmla="*/ 294434 w 2119654"/>
              <a:gd name="connsiteY125210" fmla="*/ 577521 h 2398711"/>
              <a:gd name="connsiteX125211" fmla="*/ 295829 w 2119654"/>
              <a:gd name="connsiteY125211" fmla="*/ 578010 h 2398711"/>
              <a:gd name="connsiteX125212" fmla="*/ 199928 w 2119654"/>
              <a:gd name="connsiteY125212" fmla="*/ 759379 h 2398711"/>
              <a:gd name="connsiteX125213" fmla="*/ 202229 w 2119654"/>
              <a:gd name="connsiteY125213" fmla="*/ 786141 h 2398711"/>
              <a:gd name="connsiteX125214" fmla="*/ 210346 w 2119654"/>
              <a:gd name="connsiteY125214" fmla="*/ 786898 h 2398711"/>
              <a:gd name="connsiteX125215" fmla="*/ 240850 w 2119654"/>
              <a:gd name="connsiteY125215" fmla="*/ 792013 h 2398711"/>
              <a:gd name="connsiteX125216" fmla="*/ 238892 w 2119654"/>
              <a:gd name="connsiteY125216" fmla="*/ 772998 h 2398711"/>
              <a:gd name="connsiteX125217" fmla="*/ 22183 w 2119654"/>
              <a:gd name="connsiteY125217" fmla="*/ 1136910 h 2398711"/>
              <a:gd name="connsiteX125218" fmla="*/ 33624 w 2119654"/>
              <a:gd name="connsiteY125218" fmla="*/ 1152590 h 2398711"/>
              <a:gd name="connsiteX125219" fmla="*/ 70146 w 2119654"/>
              <a:gd name="connsiteY125219" fmla="*/ 1201257 h 2398711"/>
              <a:gd name="connsiteX125220" fmla="*/ 42847 w 2119654"/>
              <a:gd name="connsiteY125220" fmla="*/ 1165526 h 2398711"/>
              <a:gd name="connsiteX125221" fmla="*/ 22172 w 2119654"/>
              <a:gd name="connsiteY125221" fmla="*/ 1137191 h 2398711"/>
              <a:gd name="connsiteX125222" fmla="*/ 198018 w 2119654"/>
              <a:gd name="connsiteY125222" fmla="*/ 734072 h 2398711"/>
              <a:gd name="connsiteX125223" fmla="*/ 199446 w 2119654"/>
              <a:gd name="connsiteY125223" fmla="*/ 753781 h 2398711"/>
              <a:gd name="connsiteX125224" fmla="*/ 199831 w 2119654"/>
              <a:gd name="connsiteY125224" fmla="*/ 758256 h 2398711"/>
              <a:gd name="connsiteX125225" fmla="*/ 238775 w 2119654"/>
              <a:gd name="connsiteY125225" fmla="*/ 771868 h 2398711"/>
              <a:gd name="connsiteX125226" fmla="*/ 236762 w 2119654"/>
              <a:gd name="connsiteY125226" fmla="*/ 752320 h 2398711"/>
              <a:gd name="connsiteX125227" fmla="*/ 237110 w 2119654"/>
              <a:gd name="connsiteY125227" fmla="*/ 751768 h 2398711"/>
              <a:gd name="connsiteX125228" fmla="*/ 239196 w 2119654"/>
              <a:gd name="connsiteY125228" fmla="*/ 772016 h 2398711"/>
              <a:gd name="connsiteX125229" fmla="*/ 259206 w 2119654"/>
              <a:gd name="connsiteY125229" fmla="*/ 779010 h 2398711"/>
              <a:gd name="connsiteX125230" fmla="*/ 263004 w 2119654"/>
              <a:gd name="connsiteY125230" fmla="*/ 780658 h 2398711"/>
              <a:gd name="connsiteX125231" fmla="*/ 240610 w 2119654"/>
              <a:gd name="connsiteY125231" fmla="*/ 736923 h 2398711"/>
              <a:gd name="connsiteX125232" fmla="*/ 225864 w 2119654"/>
              <a:gd name="connsiteY125232" fmla="*/ 735549 h 2398711"/>
              <a:gd name="connsiteX125233" fmla="*/ 170053 w 2119654"/>
              <a:gd name="connsiteY125233" fmla="*/ 784292 h 2398711"/>
              <a:gd name="connsiteX125234" fmla="*/ 192871 w 2119654"/>
              <a:gd name="connsiteY125234" fmla="*/ 852046 h 2398711"/>
              <a:gd name="connsiteX125235" fmla="*/ 211786 w 2119654"/>
              <a:gd name="connsiteY125235" fmla="*/ 901576 h 2398711"/>
              <a:gd name="connsiteX125236" fmla="*/ 210854 w 2119654"/>
              <a:gd name="connsiteY125236" fmla="*/ 894201 h 2398711"/>
              <a:gd name="connsiteX125237" fmla="*/ 201714 w 2119654"/>
              <a:gd name="connsiteY125237" fmla="*/ 787925 h 2398711"/>
              <a:gd name="connsiteX125238" fmla="*/ 192556 w 2119654"/>
              <a:gd name="connsiteY125238" fmla="*/ 786389 h 2398711"/>
              <a:gd name="connsiteX125239" fmla="*/ 142036 w 2119654"/>
              <a:gd name="connsiteY125239" fmla="*/ 781681 h 2398711"/>
              <a:gd name="connsiteX125240" fmla="*/ 159884 w 2119654"/>
              <a:gd name="connsiteY125240" fmla="*/ 816537 h 2398711"/>
              <a:gd name="connsiteX125241" fmla="*/ 193761 w 2119654"/>
              <a:gd name="connsiteY125241" fmla="*/ 880510 h 2398711"/>
              <a:gd name="connsiteX125242" fmla="*/ 187692 w 2119654"/>
              <a:gd name="connsiteY125242" fmla="*/ 868526 h 2398711"/>
              <a:gd name="connsiteX125243" fmla="*/ 187746 w 2119654"/>
              <a:gd name="connsiteY125243" fmla="*/ 868248 h 2398711"/>
              <a:gd name="connsiteX125244" fmla="*/ 196572 w 2119654"/>
              <a:gd name="connsiteY125244" fmla="*/ 885675 h 2398711"/>
              <a:gd name="connsiteX125245" fmla="*/ 203089 w 2119654"/>
              <a:gd name="connsiteY125245" fmla="*/ 898125 h 2398711"/>
              <a:gd name="connsiteX125246" fmla="*/ 213939 w 2119654"/>
              <a:gd name="connsiteY125246" fmla="*/ 918615 h 2398711"/>
              <a:gd name="connsiteX125247" fmla="*/ 212515 w 2119654"/>
              <a:gd name="connsiteY125247" fmla="*/ 907349 h 2398711"/>
              <a:gd name="connsiteX125248" fmla="*/ 199213 w 2119654"/>
              <a:gd name="connsiteY125248" fmla="*/ 872518 h 2398711"/>
              <a:gd name="connsiteX125249" fmla="*/ 170699 w 2119654"/>
              <a:gd name="connsiteY125249" fmla="*/ 787851 h 2398711"/>
              <a:gd name="connsiteX125250" fmla="*/ 169538 w 2119654"/>
              <a:gd name="connsiteY125250" fmla="*/ 784244 h 2398711"/>
              <a:gd name="connsiteX125251" fmla="*/ 157365 w 2119654"/>
              <a:gd name="connsiteY125251" fmla="*/ 745659 h 2398711"/>
              <a:gd name="connsiteX125252" fmla="*/ 164357 w 2119654"/>
              <a:gd name="connsiteY125252" fmla="*/ 767378 h 2398711"/>
              <a:gd name="connsiteX125253" fmla="*/ 169653 w 2119654"/>
              <a:gd name="connsiteY125253" fmla="*/ 783105 h 2398711"/>
              <a:gd name="connsiteX125254" fmla="*/ 201555 w 2119654"/>
              <a:gd name="connsiteY125254" fmla="*/ 786079 h 2398711"/>
              <a:gd name="connsiteX125255" fmla="*/ 201118 w 2119654"/>
              <a:gd name="connsiteY125255" fmla="*/ 780987 h 2398711"/>
              <a:gd name="connsiteX125256" fmla="*/ 199542 w 2119654"/>
              <a:gd name="connsiteY125256" fmla="*/ 759245 h 2398711"/>
              <a:gd name="connsiteX125257" fmla="*/ 183533 w 2119654"/>
              <a:gd name="connsiteY125257" fmla="*/ 753648 h 2398711"/>
              <a:gd name="connsiteX125258" fmla="*/ 38198 w 2119654"/>
              <a:gd name="connsiteY125258" fmla="*/ 513295 h 2398711"/>
              <a:gd name="connsiteX125259" fmla="*/ 38552 w 2119654"/>
              <a:gd name="connsiteY125259" fmla="*/ 513153 h 2398711"/>
              <a:gd name="connsiteX125260" fmla="*/ 83991 w 2119654"/>
              <a:gd name="connsiteY125260" fmla="*/ 526362 h 2398711"/>
              <a:gd name="connsiteX125261" fmla="*/ 250247 w 2119654"/>
              <a:gd name="connsiteY125261" fmla="*/ 580697 h 2398711"/>
              <a:gd name="connsiteX125262" fmla="*/ 296090 w 2119654"/>
              <a:gd name="connsiteY125262" fmla="*/ 600591 h 2398711"/>
              <a:gd name="connsiteX125263" fmla="*/ 293994 w 2119654"/>
              <a:gd name="connsiteY125263" fmla="*/ 578456 h 2398711"/>
              <a:gd name="connsiteX125264" fmla="*/ 246010 w 2119654"/>
              <a:gd name="connsiteY125264" fmla="*/ 561684 h 2398711"/>
              <a:gd name="connsiteX125265" fmla="*/ 182278 w 2119654"/>
              <a:gd name="connsiteY125265" fmla="*/ 542224 h 2398711"/>
              <a:gd name="connsiteX125266" fmla="*/ 163519 w 2119654"/>
              <a:gd name="connsiteY125266" fmla="*/ 536772 h 2398711"/>
              <a:gd name="connsiteX125267" fmla="*/ 163783 w 2119654"/>
              <a:gd name="connsiteY125267" fmla="*/ 536667 h 2398711"/>
              <a:gd name="connsiteX125268" fmla="*/ 197675 w 2119654"/>
              <a:gd name="connsiteY125268" fmla="*/ 546518 h 2398711"/>
              <a:gd name="connsiteX125269" fmla="*/ 261409 w 2119654"/>
              <a:gd name="connsiteY125269" fmla="*/ 565979 h 2398711"/>
              <a:gd name="connsiteX125270" fmla="*/ 293887 w 2119654"/>
              <a:gd name="connsiteY125270" fmla="*/ 577330 h 2398711"/>
              <a:gd name="connsiteX125271" fmla="*/ 292055 w 2119654"/>
              <a:gd name="connsiteY125271" fmla="*/ 557988 h 2398711"/>
              <a:gd name="connsiteX125272" fmla="*/ 289521 w 2119654"/>
              <a:gd name="connsiteY125272" fmla="*/ 523005 h 2398711"/>
              <a:gd name="connsiteX125273" fmla="*/ 289678 w 2119654"/>
              <a:gd name="connsiteY125273" fmla="*/ 522770 h 2398711"/>
              <a:gd name="connsiteX125274" fmla="*/ 291083 w 2119654"/>
              <a:gd name="connsiteY125274" fmla="*/ 542132 h 2398711"/>
              <a:gd name="connsiteX125275" fmla="*/ 294172 w 2119654"/>
              <a:gd name="connsiteY125275" fmla="*/ 574764 h 2398711"/>
              <a:gd name="connsiteX125276" fmla="*/ 296176 w 2119654"/>
              <a:gd name="connsiteY125276" fmla="*/ 578131 h 2398711"/>
              <a:gd name="connsiteX125277" fmla="*/ 321683 w 2119654"/>
              <a:gd name="connsiteY125277" fmla="*/ 587046 h 2398711"/>
              <a:gd name="connsiteX125278" fmla="*/ 331338 w 2119654"/>
              <a:gd name="connsiteY125278" fmla="*/ 591236 h 2398711"/>
              <a:gd name="connsiteX125279" fmla="*/ 331668 w 2119654"/>
              <a:gd name="connsiteY125279" fmla="*/ 587362 h 2398711"/>
              <a:gd name="connsiteX125280" fmla="*/ 326670 w 2119654"/>
              <a:gd name="connsiteY125280" fmla="*/ 585412 h 2398711"/>
              <a:gd name="connsiteX125281" fmla="*/ 311574 w 2119654"/>
              <a:gd name="connsiteY125281" fmla="*/ 579756 h 2398711"/>
              <a:gd name="connsiteX125282" fmla="*/ 311799 w 2119654"/>
              <a:gd name="connsiteY125282" fmla="*/ 579687 h 2398711"/>
              <a:gd name="connsiteX125283" fmla="*/ 331687 w 2119654"/>
              <a:gd name="connsiteY125283" fmla="*/ 587138 h 2398711"/>
              <a:gd name="connsiteX125284" fmla="*/ 335379 w 2119654"/>
              <a:gd name="connsiteY125284" fmla="*/ 543826 h 2398711"/>
              <a:gd name="connsiteX125285" fmla="*/ 335709 w 2119654"/>
              <a:gd name="connsiteY125285" fmla="*/ 543473 h 2398711"/>
              <a:gd name="connsiteX125286" fmla="*/ 332880 w 2119654"/>
              <a:gd name="connsiteY125286" fmla="*/ 576661 h 2398711"/>
              <a:gd name="connsiteX125287" fmla="*/ 332119 w 2119654"/>
              <a:gd name="connsiteY125287" fmla="*/ 587299 h 2398711"/>
              <a:gd name="connsiteX125288" fmla="*/ 339072 w 2119654"/>
              <a:gd name="connsiteY125288" fmla="*/ 589905 h 2398711"/>
              <a:gd name="connsiteX125289" fmla="*/ 350716 w 2119654"/>
              <a:gd name="connsiteY125289" fmla="*/ 594448 h 2398711"/>
              <a:gd name="connsiteX125290" fmla="*/ 341193 w 2119654"/>
              <a:gd name="connsiteY125290" fmla="*/ 544249 h 2398711"/>
              <a:gd name="connsiteX125291" fmla="*/ 341495 w 2119654"/>
              <a:gd name="connsiteY125291" fmla="*/ 543671 h 2398711"/>
              <a:gd name="connsiteX125292" fmla="*/ 349869 w 2119654"/>
              <a:gd name="connsiteY125292" fmla="*/ 587819 h 2398711"/>
              <a:gd name="connsiteX125293" fmla="*/ 351264 w 2119654"/>
              <a:gd name="connsiteY125293" fmla="*/ 594661 h 2398711"/>
              <a:gd name="connsiteX125294" fmla="*/ 355343 w 2119654"/>
              <a:gd name="connsiteY125294" fmla="*/ 596253 h 2398711"/>
              <a:gd name="connsiteX125295" fmla="*/ 352867 w 2119654"/>
              <a:gd name="connsiteY125295" fmla="*/ 570108 h 2398711"/>
              <a:gd name="connsiteX125296" fmla="*/ 350977 w 2119654"/>
              <a:gd name="connsiteY125296" fmla="*/ 544014 h 2398711"/>
              <a:gd name="connsiteX125297" fmla="*/ 351094 w 2119654"/>
              <a:gd name="connsiteY125297" fmla="*/ 543839 h 2398711"/>
              <a:gd name="connsiteX125298" fmla="*/ 352142 w 2119654"/>
              <a:gd name="connsiteY125298" fmla="*/ 558281 h 2398711"/>
              <a:gd name="connsiteX125299" fmla="*/ 354447 w 2119654"/>
              <a:gd name="connsiteY125299" fmla="*/ 582620 h 2398711"/>
              <a:gd name="connsiteX125300" fmla="*/ 364277 w 2119654"/>
              <a:gd name="connsiteY125300" fmla="*/ 599143 h 2398711"/>
              <a:gd name="connsiteX125301" fmla="*/ 364576 w 2119654"/>
              <a:gd name="connsiteY125301" fmla="*/ 599631 h 2398711"/>
              <a:gd name="connsiteX125302" fmla="*/ 363066 w 2119654"/>
              <a:gd name="connsiteY125302" fmla="*/ 582201 h 2398711"/>
              <a:gd name="connsiteX125303" fmla="*/ 363221 w 2119654"/>
              <a:gd name="connsiteY125303" fmla="*/ 581965 h 2398711"/>
              <a:gd name="connsiteX125304" fmla="*/ 364777 w 2119654"/>
              <a:gd name="connsiteY125304" fmla="*/ 599933 h 2398711"/>
              <a:gd name="connsiteX125305" fmla="*/ 367006 w 2119654"/>
              <a:gd name="connsiteY125305" fmla="*/ 600802 h 2398711"/>
              <a:gd name="connsiteX125306" fmla="*/ 364147 w 2119654"/>
              <a:gd name="connsiteY125306" fmla="*/ 576293 h 2398711"/>
              <a:gd name="connsiteX125307" fmla="*/ 358250 w 2119654"/>
              <a:gd name="connsiteY125307" fmla="*/ 572883 h 2398711"/>
              <a:gd name="connsiteX125308" fmla="*/ 358509 w 2119654"/>
              <a:gd name="connsiteY125308" fmla="*/ 572845 h 2398711"/>
              <a:gd name="connsiteX125309" fmla="*/ 364123 w 2119654"/>
              <a:gd name="connsiteY125309" fmla="*/ 576093 h 2398711"/>
              <a:gd name="connsiteX125310" fmla="*/ 360009 w 2119654"/>
              <a:gd name="connsiteY125310" fmla="*/ 540826 h 2398711"/>
              <a:gd name="connsiteX125311" fmla="*/ 309221 w 2119654"/>
              <a:gd name="connsiteY125311" fmla="*/ 510010 h 2398711"/>
              <a:gd name="connsiteX125312" fmla="*/ 270493 w 2119654"/>
              <a:gd name="connsiteY125312" fmla="*/ 487220 h 2398711"/>
              <a:gd name="connsiteX125313" fmla="*/ 271138 w 2119654"/>
              <a:gd name="connsiteY125313" fmla="*/ 487131 h 2398711"/>
              <a:gd name="connsiteX125314" fmla="*/ 341118 w 2119654"/>
              <a:gd name="connsiteY125314" fmla="*/ 528313 h 2398711"/>
              <a:gd name="connsiteX125315" fmla="*/ 359879 w 2119654"/>
              <a:gd name="connsiteY125315" fmla="*/ 539695 h 2398711"/>
              <a:gd name="connsiteX125316" fmla="*/ 358780 w 2119654"/>
              <a:gd name="connsiteY125316" fmla="*/ 530267 h 2398711"/>
              <a:gd name="connsiteX125317" fmla="*/ 336784 w 2119654"/>
              <a:gd name="connsiteY125317" fmla="*/ 517322 h 2398711"/>
              <a:gd name="connsiteX125318" fmla="*/ 337265 w 2119654"/>
              <a:gd name="connsiteY125318" fmla="*/ 517256 h 2398711"/>
              <a:gd name="connsiteX125319" fmla="*/ 358736 w 2119654"/>
              <a:gd name="connsiteY125319" fmla="*/ 529891 h 2398711"/>
              <a:gd name="connsiteX125320" fmla="*/ 358593 w 2119654"/>
              <a:gd name="connsiteY125320" fmla="*/ 528660 h 2398711"/>
              <a:gd name="connsiteX125321" fmla="*/ 353944 w 2119654"/>
              <a:gd name="connsiteY125321" fmla="*/ 483527 h 2398711"/>
              <a:gd name="connsiteX125322" fmla="*/ 339858 w 2119654"/>
              <a:gd name="connsiteY125322" fmla="*/ 476659 h 2398711"/>
              <a:gd name="connsiteX125323" fmla="*/ 322187 w 2119654"/>
              <a:gd name="connsiteY125323" fmla="*/ 468333 h 2398711"/>
              <a:gd name="connsiteX125324" fmla="*/ 322464 w 2119654"/>
              <a:gd name="connsiteY125324" fmla="*/ 468271 h 2398711"/>
              <a:gd name="connsiteX125325" fmla="*/ 353898 w 2119654"/>
              <a:gd name="connsiteY125325" fmla="*/ 483079 h 2398711"/>
              <a:gd name="connsiteX125326" fmla="*/ 353744 w 2119654"/>
              <a:gd name="connsiteY125326" fmla="*/ 481589 h 2398711"/>
              <a:gd name="connsiteX125327" fmla="*/ 353947 w 2119654"/>
              <a:gd name="connsiteY125327" fmla="*/ 481268 h 2398711"/>
              <a:gd name="connsiteX125328" fmla="*/ 354146 w 2119654"/>
              <a:gd name="connsiteY125328" fmla="*/ 483195 h 2398711"/>
              <a:gd name="connsiteX125329" fmla="*/ 354393 w 2119654"/>
              <a:gd name="connsiteY125329" fmla="*/ 483312 h 2398711"/>
              <a:gd name="connsiteX125330" fmla="*/ 362324 w 2119654"/>
              <a:gd name="connsiteY125330" fmla="*/ 487179 h 2398711"/>
              <a:gd name="connsiteX125331" fmla="*/ 356923 w 2119654"/>
              <a:gd name="connsiteY125331" fmla="*/ 472937 h 2398711"/>
              <a:gd name="connsiteX125332" fmla="*/ 354917 w 2119654"/>
              <a:gd name="connsiteY125332" fmla="*/ 471858 h 2398711"/>
              <a:gd name="connsiteX125333" fmla="*/ 274614 w 2119654"/>
              <a:gd name="connsiteY125333" fmla="*/ 432701 h 2398711"/>
              <a:gd name="connsiteX125334" fmla="*/ 250923 w 2119654"/>
              <a:gd name="connsiteY125334" fmla="*/ 421540 h 2398711"/>
              <a:gd name="connsiteX125335" fmla="*/ 251293 w 2119654"/>
              <a:gd name="connsiteY125335" fmla="*/ 421456 h 2398711"/>
              <a:gd name="connsiteX125336" fmla="*/ 294101 w 2119654"/>
              <a:gd name="connsiteY125336" fmla="*/ 441621 h 2398711"/>
              <a:gd name="connsiteX125337" fmla="*/ 356605 w 2119654"/>
              <a:gd name="connsiteY125337" fmla="*/ 472098 h 2398711"/>
              <a:gd name="connsiteX125338" fmla="*/ 350564 w 2119654"/>
              <a:gd name="connsiteY125338" fmla="*/ 456172 h 2398711"/>
              <a:gd name="connsiteX125339" fmla="*/ 349760 w 2119654"/>
              <a:gd name="connsiteY125339" fmla="*/ 453965 h 2398711"/>
              <a:gd name="connsiteX125340" fmla="*/ 325263 w 2119654"/>
              <a:gd name="connsiteY125340" fmla="*/ 446844 h 2398711"/>
              <a:gd name="connsiteX125341" fmla="*/ 325868 w 2119654"/>
              <a:gd name="connsiteY125341" fmla="*/ 446599 h 2398711"/>
              <a:gd name="connsiteX125342" fmla="*/ 349588 w 2119654"/>
              <a:gd name="connsiteY125342" fmla="*/ 453495 h 2398711"/>
              <a:gd name="connsiteX125343" fmla="*/ 338566 w 2119654"/>
              <a:gd name="connsiteY125343" fmla="*/ 423211 h 2398711"/>
              <a:gd name="connsiteX125344" fmla="*/ 338656 w 2119654"/>
              <a:gd name="connsiteY125344" fmla="*/ 422944 h 2398711"/>
              <a:gd name="connsiteX125345" fmla="*/ 345294 w 2119654"/>
              <a:gd name="connsiteY125345" fmla="*/ 441185 h 2398711"/>
              <a:gd name="connsiteX125346" fmla="*/ 350011 w 2119654"/>
              <a:gd name="connsiteY125346" fmla="*/ 453618 h 2398711"/>
              <a:gd name="connsiteX125347" fmla="*/ 403838 w 2119654"/>
              <a:gd name="connsiteY125347" fmla="*/ 469264 h 2398711"/>
              <a:gd name="connsiteX125348" fmla="*/ 435167 w 2119654"/>
              <a:gd name="connsiteY125348" fmla="*/ 478830 h 2398711"/>
              <a:gd name="connsiteX125349" fmla="*/ 434286 w 2119654"/>
              <a:gd name="connsiteY125349" fmla="*/ 476706 h 2398711"/>
              <a:gd name="connsiteX125350" fmla="*/ 419598 w 2119654"/>
              <a:gd name="connsiteY125350" fmla="*/ 465641 h 2398711"/>
              <a:gd name="connsiteX125351" fmla="*/ 403838 w 2119654"/>
              <a:gd name="connsiteY125351" fmla="*/ 454099 h 2398711"/>
              <a:gd name="connsiteX125352" fmla="*/ 404122 w 2119654"/>
              <a:gd name="connsiteY125352" fmla="*/ 454089 h 2398711"/>
              <a:gd name="connsiteX125353" fmla="*/ 432597 w 2119654"/>
              <a:gd name="connsiteY125353" fmla="*/ 474944 h 2398711"/>
              <a:gd name="connsiteX125354" fmla="*/ 433992 w 2119654"/>
              <a:gd name="connsiteY125354" fmla="*/ 475995 h 2398711"/>
              <a:gd name="connsiteX125355" fmla="*/ 422824 w 2119654"/>
              <a:gd name="connsiteY125355" fmla="*/ 449044 h 2398711"/>
              <a:gd name="connsiteX125356" fmla="*/ 389844 w 2119654"/>
              <a:gd name="connsiteY125356" fmla="*/ 424200 h 2398711"/>
              <a:gd name="connsiteX125357" fmla="*/ 374672 w 2119654"/>
              <a:gd name="connsiteY125357" fmla="*/ 414417 h 2398711"/>
              <a:gd name="connsiteX125358" fmla="*/ 357692 w 2119654"/>
              <a:gd name="connsiteY125358" fmla="*/ 403835 h 2398711"/>
              <a:gd name="connsiteX125359" fmla="*/ 357980 w 2119654"/>
              <a:gd name="connsiteY125359" fmla="*/ 403804 h 2398711"/>
              <a:gd name="connsiteX125360" fmla="*/ 385707 w 2119654"/>
              <a:gd name="connsiteY125360" fmla="*/ 421083 h 2398711"/>
              <a:gd name="connsiteX125361" fmla="*/ 381521 w 2119654"/>
              <a:gd name="connsiteY125361" fmla="*/ 417930 h 2398711"/>
              <a:gd name="connsiteX125362" fmla="*/ 360391 w 2119654"/>
              <a:gd name="connsiteY125362" fmla="*/ 402456 h 2398711"/>
              <a:gd name="connsiteX125363" fmla="*/ 360773 w 2119654"/>
              <a:gd name="connsiteY125363" fmla="*/ 402443 h 2398711"/>
              <a:gd name="connsiteX125364" fmla="*/ 389299 w 2119654"/>
              <a:gd name="connsiteY125364" fmla="*/ 423336 h 2398711"/>
              <a:gd name="connsiteX125365" fmla="*/ 420511 w 2119654"/>
              <a:gd name="connsiteY125365" fmla="*/ 443461 h 2398711"/>
              <a:gd name="connsiteX125366" fmla="*/ 409539 w 2119654"/>
              <a:gd name="connsiteY125366" fmla="*/ 416982 h 2398711"/>
              <a:gd name="connsiteX125367" fmla="*/ 401892 w 2119654"/>
              <a:gd name="connsiteY125367" fmla="*/ 413927 h 2398711"/>
              <a:gd name="connsiteX125368" fmla="*/ 379398 w 2119654"/>
              <a:gd name="connsiteY125368" fmla="*/ 405290 h 2398711"/>
              <a:gd name="connsiteX125369" fmla="*/ 379732 w 2119654"/>
              <a:gd name="connsiteY125369" fmla="*/ 405186 h 2398711"/>
              <a:gd name="connsiteX125370" fmla="*/ 409367 w 2119654"/>
              <a:gd name="connsiteY125370" fmla="*/ 416564 h 2398711"/>
              <a:gd name="connsiteX125371" fmla="*/ 406556 w 2119654"/>
              <a:gd name="connsiteY125371" fmla="*/ 409782 h 2398711"/>
              <a:gd name="connsiteX125372" fmla="*/ 401561 w 2119654"/>
              <a:gd name="connsiteY125372" fmla="*/ 397254 h 2398711"/>
              <a:gd name="connsiteX125373" fmla="*/ 370363 w 2119654"/>
              <a:gd name="connsiteY125373" fmla="*/ 378646 h 2398711"/>
              <a:gd name="connsiteX125374" fmla="*/ 349504 w 2119654"/>
              <a:gd name="connsiteY125374" fmla="*/ 366582 h 2398711"/>
              <a:gd name="connsiteX125375" fmla="*/ 349851 w 2119654"/>
              <a:gd name="connsiteY125375" fmla="*/ 366534 h 2398711"/>
              <a:gd name="connsiteX125376" fmla="*/ 387540 w 2119654"/>
              <a:gd name="connsiteY125376" fmla="*/ 388331 h 2398711"/>
              <a:gd name="connsiteX125377" fmla="*/ 401268 w 2119654"/>
              <a:gd name="connsiteY125377" fmla="*/ 396518 h 2398711"/>
              <a:gd name="connsiteX125378" fmla="*/ 389031 w 2119654"/>
              <a:gd name="connsiteY125378" fmla="*/ 365826 h 2398711"/>
              <a:gd name="connsiteX125379" fmla="*/ 389140 w 2119654"/>
              <a:gd name="connsiteY125379" fmla="*/ 365460 h 2398711"/>
              <a:gd name="connsiteX125380" fmla="*/ 398838 w 2119654"/>
              <a:gd name="connsiteY125380" fmla="*/ 389788 h 2398711"/>
              <a:gd name="connsiteX125381" fmla="*/ 401745 w 2119654"/>
              <a:gd name="connsiteY125381" fmla="*/ 396803 h 2398711"/>
              <a:gd name="connsiteX125382" fmla="*/ 442872 w 2119654"/>
              <a:gd name="connsiteY125382" fmla="*/ 421332 h 2398711"/>
              <a:gd name="connsiteX125383" fmla="*/ 441529 w 2119654"/>
              <a:gd name="connsiteY125383" fmla="*/ 376782 h 2398711"/>
              <a:gd name="connsiteX125384" fmla="*/ 428673 w 2119654"/>
              <a:gd name="connsiteY125384" fmla="*/ 367953 h 2398711"/>
              <a:gd name="connsiteX125385" fmla="*/ 428956 w 2119654"/>
              <a:gd name="connsiteY125385" fmla="*/ 367934 h 2398711"/>
              <a:gd name="connsiteX125386" fmla="*/ 441523 w 2119654"/>
              <a:gd name="connsiteY125386" fmla="*/ 376566 h 2398711"/>
              <a:gd name="connsiteX125387" fmla="*/ 440514 w 2119654"/>
              <a:gd name="connsiteY125387" fmla="*/ 343074 h 2398711"/>
              <a:gd name="connsiteX125388" fmla="*/ 440901 w 2119654"/>
              <a:gd name="connsiteY125388" fmla="*/ 342550 h 2398711"/>
              <a:gd name="connsiteX125389" fmla="*/ 441936 w 2119654"/>
              <a:gd name="connsiteY125389" fmla="*/ 376850 h 2398711"/>
              <a:gd name="connsiteX125390" fmla="*/ 455989 w 2119654"/>
              <a:gd name="connsiteY125390" fmla="*/ 386502 h 2398711"/>
              <a:gd name="connsiteX125391" fmla="*/ 456878 w 2119654"/>
              <a:gd name="connsiteY125391" fmla="*/ 376077 h 2398711"/>
              <a:gd name="connsiteX125392" fmla="*/ 443638 w 2119654"/>
              <a:gd name="connsiteY125392" fmla="*/ 311072 h 2398711"/>
              <a:gd name="connsiteX125393" fmla="*/ 434819 w 2119654"/>
              <a:gd name="connsiteY125393" fmla="*/ 264580 h 2398711"/>
              <a:gd name="connsiteX125394" fmla="*/ 434993 w 2119654"/>
              <a:gd name="connsiteY125394" fmla="*/ 264243 h 2398711"/>
              <a:gd name="connsiteX125395" fmla="*/ 439875 w 2119654"/>
              <a:gd name="connsiteY125395" fmla="*/ 289972 h 2398711"/>
              <a:gd name="connsiteX125396" fmla="*/ 457035 w 2119654"/>
              <a:gd name="connsiteY125396" fmla="*/ 374230 h 2398711"/>
              <a:gd name="connsiteX125397" fmla="*/ 458005 w 2119654"/>
              <a:gd name="connsiteY125397" fmla="*/ 362851 h 2398711"/>
              <a:gd name="connsiteX125398" fmla="*/ 458198 w 2119654"/>
              <a:gd name="connsiteY125398" fmla="*/ 362646 h 2398711"/>
              <a:gd name="connsiteX125399" fmla="*/ 457160 w 2119654"/>
              <a:gd name="connsiteY125399" fmla="*/ 374835 h 2398711"/>
              <a:gd name="connsiteX125400" fmla="*/ 457705 w 2119654"/>
              <a:gd name="connsiteY125400" fmla="*/ 377515 h 2398711"/>
              <a:gd name="connsiteX125401" fmla="*/ 460724 w 2119654"/>
              <a:gd name="connsiteY125401" fmla="*/ 389811 h 2398711"/>
              <a:gd name="connsiteX125402" fmla="*/ 467728 w 2119654"/>
              <a:gd name="connsiteY125402" fmla="*/ 394761 h 2398711"/>
              <a:gd name="connsiteX125403" fmla="*/ 465930 w 2119654"/>
              <a:gd name="connsiteY125403" fmla="*/ 385936 h 2398711"/>
              <a:gd name="connsiteX125404" fmla="*/ 459353 w 2119654"/>
              <a:gd name="connsiteY125404" fmla="*/ 351260 h 2398711"/>
              <a:gd name="connsiteX125405" fmla="*/ 459483 w 2119654"/>
              <a:gd name="connsiteY125405" fmla="*/ 351009 h 2398711"/>
              <a:gd name="connsiteX125406" fmla="*/ 463123 w 2119654"/>
              <a:gd name="connsiteY125406" fmla="*/ 370199 h 2398711"/>
              <a:gd name="connsiteX125407" fmla="*/ 468192 w 2119654"/>
              <a:gd name="connsiteY125407" fmla="*/ 395090 h 2398711"/>
              <a:gd name="connsiteX125408" fmla="*/ 503178 w 2119654"/>
              <a:gd name="connsiteY125408" fmla="*/ 419818 h 2398711"/>
              <a:gd name="connsiteX125409" fmla="*/ 502782 w 2119654"/>
              <a:gd name="connsiteY125409" fmla="*/ 406691 h 2398711"/>
              <a:gd name="connsiteX125410" fmla="*/ 502950 w 2119654"/>
              <a:gd name="connsiteY125410" fmla="*/ 406463 h 2398711"/>
              <a:gd name="connsiteX125411" fmla="*/ 503358 w 2119654"/>
              <a:gd name="connsiteY125411" fmla="*/ 419945 h 2398711"/>
              <a:gd name="connsiteX125412" fmla="*/ 511946 w 2119654"/>
              <a:gd name="connsiteY125412" fmla="*/ 426016 h 2398711"/>
              <a:gd name="connsiteX125413" fmla="*/ 518283 w 2119654"/>
              <a:gd name="connsiteY125413" fmla="*/ 430886 h 2398711"/>
              <a:gd name="connsiteX125414" fmla="*/ 503081 w 2119654"/>
              <a:gd name="connsiteY125414" fmla="*/ 377844 h 2398711"/>
              <a:gd name="connsiteX125415" fmla="*/ 503265 w 2119654"/>
              <a:gd name="connsiteY125415" fmla="*/ 377393 h 2398711"/>
              <a:gd name="connsiteX125416" fmla="*/ 512500 w 2119654"/>
              <a:gd name="connsiteY125416" fmla="*/ 409612 h 2398711"/>
              <a:gd name="connsiteX125417" fmla="*/ 519096 w 2119654"/>
              <a:gd name="connsiteY125417" fmla="*/ 431510 h 2398711"/>
              <a:gd name="connsiteX125418" fmla="*/ 523054 w 2119654"/>
              <a:gd name="connsiteY125418" fmla="*/ 434551 h 2398711"/>
              <a:gd name="connsiteX125419" fmla="*/ 524226 w 2119654"/>
              <a:gd name="connsiteY125419" fmla="*/ 406188 h 2398711"/>
              <a:gd name="connsiteX125420" fmla="*/ 515816 w 2119654"/>
              <a:gd name="connsiteY125420" fmla="*/ 378274 h 2398711"/>
              <a:gd name="connsiteX125421" fmla="*/ 493445 w 2119654"/>
              <a:gd name="connsiteY125421" fmla="*/ 300220 h 2398711"/>
              <a:gd name="connsiteX125422" fmla="*/ 493692 w 2119654"/>
              <a:gd name="connsiteY125422" fmla="*/ 299616 h 2398711"/>
              <a:gd name="connsiteX125423" fmla="*/ 506073 w 2119654"/>
              <a:gd name="connsiteY125423" fmla="*/ 342813 h 2398711"/>
              <a:gd name="connsiteX125424" fmla="*/ 524337 w 2119654"/>
              <a:gd name="connsiteY125424" fmla="*/ 403450 h 2398711"/>
              <a:gd name="connsiteX125425" fmla="*/ 525336 w 2119654"/>
              <a:gd name="connsiteY125425" fmla="*/ 379260 h 2398711"/>
              <a:gd name="connsiteX125426" fmla="*/ 527925 w 2119654"/>
              <a:gd name="connsiteY125426" fmla="*/ 332011 h 2398711"/>
              <a:gd name="connsiteX125427" fmla="*/ 528174 w 2119654"/>
              <a:gd name="connsiteY125427" fmla="*/ 331725 h 2398711"/>
              <a:gd name="connsiteX125428" fmla="*/ 526744 w 2119654"/>
              <a:gd name="connsiteY125428" fmla="*/ 357874 h 2398711"/>
              <a:gd name="connsiteX125429" fmla="*/ 524799 w 2119654"/>
              <a:gd name="connsiteY125429" fmla="*/ 404980 h 2398711"/>
              <a:gd name="connsiteX125430" fmla="*/ 528024 w 2119654"/>
              <a:gd name="connsiteY125430" fmla="*/ 415687 h 2398711"/>
              <a:gd name="connsiteX125431" fmla="*/ 528798 w 2119654"/>
              <a:gd name="connsiteY125431" fmla="*/ 401555 h 2398711"/>
              <a:gd name="connsiteX125432" fmla="*/ 528984 w 2119654"/>
              <a:gd name="connsiteY125432" fmla="*/ 401342 h 2398711"/>
              <a:gd name="connsiteX125433" fmla="*/ 528173 w 2119654"/>
              <a:gd name="connsiteY125433" fmla="*/ 416181 h 2398711"/>
              <a:gd name="connsiteX125434" fmla="*/ 529273 w 2119654"/>
              <a:gd name="connsiteY125434" fmla="*/ 419833 h 2398711"/>
              <a:gd name="connsiteX125435" fmla="*/ 529283 w 2119654"/>
              <a:gd name="connsiteY125435" fmla="*/ 419694 h 2398711"/>
              <a:gd name="connsiteX125436" fmla="*/ 529472 w 2119654"/>
              <a:gd name="connsiteY125436" fmla="*/ 419487 h 2398711"/>
              <a:gd name="connsiteX125437" fmla="*/ 529414 w 2119654"/>
              <a:gd name="connsiteY125437" fmla="*/ 420301 h 2398711"/>
              <a:gd name="connsiteX125438" fmla="*/ 535911 w 2119654"/>
              <a:gd name="connsiteY125438" fmla="*/ 441870 h 2398711"/>
              <a:gd name="connsiteX125439" fmla="*/ 537900 w 2119654"/>
              <a:gd name="connsiteY125439" fmla="*/ 442629 h 2398711"/>
              <a:gd name="connsiteX125440" fmla="*/ 539549 w 2119654"/>
              <a:gd name="connsiteY125440" fmla="*/ 438622 h 2398711"/>
              <a:gd name="connsiteX125441" fmla="*/ 533919 w 2119654"/>
              <a:gd name="connsiteY125441" fmla="*/ 432751 h 2398711"/>
              <a:gd name="connsiteX125442" fmla="*/ 534413 w 2119654"/>
              <a:gd name="connsiteY125442" fmla="*/ 432821 h 2398711"/>
              <a:gd name="connsiteX125443" fmla="*/ 539678 w 2119654"/>
              <a:gd name="connsiteY125443" fmla="*/ 438311 h 2398711"/>
              <a:gd name="connsiteX125444" fmla="*/ 549776 w 2119654"/>
              <a:gd name="connsiteY125444" fmla="*/ 413781 h 2398711"/>
              <a:gd name="connsiteX125445" fmla="*/ 539225 w 2119654"/>
              <a:gd name="connsiteY125445" fmla="*/ 404626 h 2398711"/>
              <a:gd name="connsiteX125446" fmla="*/ 539515 w 2119654"/>
              <a:gd name="connsiteY125446" fmla="*/ 404640 h 2398711"/>
              <a:gd name="connsiteX125447" fmla="*/ 549849 w 2119654"/>
              <a:gd name="connsiteY125447" fmla="*/ 413605 h 2398711"/>
              <a:gd name="connsiteX125448" fmla="*/ 552286 w 2119654"/>
              <a:gd name="connsiteY125448" fmla="*/ 407683 h 2398711"/>
              <a:gd name="connsiteX125449" fmla="*/ 553457 w 2119654"/>
              <a:gd name="connsiteY125449" fmla="*/ 404946 h 2398711"/>
              <a:gd name="connsiteX125450" fmla="*/ 544855 w 2119654"/>
              <a:gd name="connsiteY125450" fmla="*/ 400895 h 2398711"/>
              <a:gd name="connsiteX125451" fmla="*/ 545491 w 2119654"/>
              <a:gd name="connsiteY125451" fmla="*/ 400747 h 2398711"/>
              <a:gd name="connsiteX125452" fmla="*/ 553614 w 2119654"/>
              <a:gd name="connsiteY125452" fmla="*/ 404574 h 2398711"/>
              <a:gd name="connsiteX125453" fmla="*/ 572828 w 2119654"/>
              <a:gd name="connsiteY125453" fmla="*/ 359628 h 2398711"/>
              <a:gd name="connsiteX125454" fmla="*/ 571247 w 2119654"/>
              <a:gd name="connsiteY125454" fmla="*/ 340750 h 2398711"/>
              <a:gd name="connsiteX125455" fmla="*/ 559738 w 2119654"/>
              <a:gd name="connsiteY125455" fmla="*/ 331410 h 2398711"/>
              <a:gd name="connsiteX125456" fmla="*/ 560087 w 2119654"/>
              <a:gd name="connsiteY125456" fmla="*/ 331416 h 2398711"/>
              <a:gd name="connsiteX125457" fmla="*/ 571223 w 2119654"/>
              <a:gd name="connsiteY125457" fmla="*/ 340451 h 2398711"/>
              <a:gd name="connsiteX125458" fmla="*/ 569225 w 2119654"/>
              <a:gd name="connsiteY125458" fmla="*/ 316582 h 2398711"/>
              <a:gd name="connsiteX125459" fmla="*/ 567912 w 2119654"/>
              <a:gd name="connsiteY125459" fmla="*/ 286486 h 2398711"/>
              <a:gd name="connsiteX125460" fmla="*/ 559848 w 2119654"/>
              <a:gd name="connsiteY125460" fmla="*/ 277230 h 2398711"/>
              <a:gd name="connsiteX125461" fmla="*/ 503414 w 2119654"/>
              <a:gd name="connsiteY125461" fmla="*/ 217463 h 2398711"/>
              <a:gd name="connsiteX125462" fmla="*/ 486638 w 2119654"/>
              <a:gd name="connsiteY125462" fmla="*/ 200167 h 2398711"/>
              <a:gd name="connsiteX125463" fmla="*/ 486984 w 2119654"/>
              <a:gd name="connsiteY125463" fmla="*/ 200215 h 2398711"/>
              <a:gd name="connsiteX125464" fmla="*/ 517299 w 2119654"/>
              <a:gd name="connsiteY125464" fmla="*/ 231466 h 2398711"/>
              <a:gd name="connsiteX125465" fmla="*/ 567848 w 2119654"/>
              <a:gd name="connsiteY125465" fmla="*/ 285003 h 2398711"/>
              <a:gd name="connsiteX125466" fmla="*/ 566322 w 2119654"/>
              <a:gd name="connsiteY125466" fmla="*/ 250007 h 2398711"/>
              <a:gd name="connsiteX125467" fmla="*/ 565259 w 2119654"/>
              <a:gd name="connsiteY125467" fmla="*/ 214728 h 2398711"/>
              <a:gd name="connsiteX125468" fmla="*/ 565427 w 2119654"/>
              <a:gd name="connsiteY125468" fmla="*/ 214499 h 2398711"/>
              <a:gd name="connsiteX125469" fmla="*/ 566017 w 2119654"/>
              <a:gd name="connsiteY125469" fmla="*/ 234023 h 2398711"/>
              <a:gd name="connsiteX125470" fmla="*/ 568257 w 2119654"/>
              <a:gd name="connsiteY125470" fmla="*/ 285437 h 2398711"/>
              <a:gd name="connsiteX125471" fmla="*/ 573732 w 2119654"/>
              <a:gd name="connsiteY125471" fmla="*/ 291235 h 2398711"/>
              <a:gd name="connsiteX125472" fmla="*/ 590356 w 2119654"/>
              <a:gd name="connsiteY125472" fmla="*/ 310313 h 2398711"/>
              <a:gd name="connsiteX125473" fmla="*/ 589263 w 2119654"/>
              <a:gd name="connsiteY125473" fmla="*/ 303392 h 2398711"/>
              <a:gd name="connsiteX125474" fmla="*/ 587609 w 2119654"/>
              <a:gd name="connsiteY125474" fmla="*/ 283631 h 2398711"/>
              <a:gd name="connsiteX125475" fmla="*/ 582063 w 2119654"/>
              <a:gd name="connsiteY125475" fmla="*/ 277911 h 2398711"/>
              <a:gd name="connsiteX125476" fmla="*/ 582322 w 2119654"/>
              <a:gd name="connsiteY125476" fmla="*/ 277948 h 2398711"/>
              <a:gd name="connsiteX125477" fmla="*/ 587588 w 2119654"/>
              <a:gd name="connsiteY125477" fmla="*/ 283377 h 2398711"/>
              <a:gd name="connsiteX125478" fmla="*/ 582124 w 2119654"/>
              <a:gd name="connsiteY125478" fmla="*/ 218087 h 2398711"/>
              <a:gd name="connsiteX125479" fmla="*/ 578231 w 2119654"/>
              <a:gd name="connsiteY125479" fmla="*/ 128831 h 2398711"/>
              <a:gd name="connsiteX125480" fmla="*/ 576808 w 2119654"/>
              <a:gd name="connsiteY125480" fmla="*/ 81533 h 2398711"/>
              <a:gd name="connsiteX125481" fmla="*/ 577033 w 2119654"/>
              <a:gd name="connsiteY125481" fmla="*/ 81226 h 2398711"/>
              <a:gd name="connsiteX125482" fmla="*/ 577823 w 2119654"/>
              <a:gd name="connsiteY125482" fmla="*/ 107402 h 2398711"/>
              <a:gd name="connsiteX125483" fmla="*/ 588852 w 2119654"/>
              <a:gd name="connsiteY125483" fmla="*/ 281963 h 2398711"/>
              <a:gd name="connsiteX125484" fmla="*/ 589364 w 2119654"/>
              <a:gd name="connsiteY125484" fmla="*/ 285207 h 2398711"/>
              <a:gd name="connsiteX125485" fmla="*/ 602216 w 2119654"/>
              <a:gd name="connsiteY125485" fmla="*/ 298458 h 2398711"/>
              <a:gd name="connsiteX125486" fmla="*/ 612046 w 2119654"/>
              <a:gd name="connsiteY125486" fmla="*/ 259412 h 2398711"/>
              <a:gd name="connsiteX125487" fmla="*/ 612347 w 2119654"/>
              <a:gd name="connsiteY125487" fmla="*/ 259180 h 2398711"/>
              <a:gd name="connsiteX125488" fmla="*/ 605955 w 2119654"/>
              <a:gd name="connsiteY125488" fmla="*/ 284575 h 2398711"/>
              <a:gd name="connsiteX125489" fmla="*/ 602571 w 2119654"/>
              <a:gd name="connsiteY125489" fmla="*/ 298823 h 2398711"/>
              <a:gd name="connsiteX125490" fmla="*/ 604932 w 2119654"/>
              <a:gd name="connsiteY125490" fmla="*/ 301258 h 2398711"/>
              <a:gd name="connsiteX125491" fmla="*/ 645845 w 2119654"/>
              <a:gd name="connsiteY125491" fmla="*/ 344588 h 2398711"/>
              <a:gd name="connsiteX125492" fmla="*/ 650247 w 2119654"/>
              <a:gd name="connsiteY125492" fmla="*/ 316403 h 2398711"/>
              <a:gd name="connsiteX125493" fmla="*/ 650724 w 2119654"/>
              <a:gd name="connsiteY125493" fmla="*/ 315959 h 2398711"/>
              <a:gd name="connsiteX125494" fmla="*/ 646196 w 2119654"/>
              <a:gd name="connsiteY125494" fmla="*/ 344959 h 2398711"/>
              <a:gd name="connsiteX125495" fmla="*/ 647026 w 2119654"/>
              <a:gd name="connsiteY125495" fmla="*/ 345839 h 2398711"/>
              <a:gd name="connsiteX125496" fmla="*/ 661560 w 2119654"/>
              <a:gd name="connsiteY125496" fmla="*/ 362517 h 2398711"/>
              <a:gd name="connsiteX125497" fmla="*/ 665375 w 2119654"/>
              <a:gd name="connsiteY125497" fmla="*/ 344899 h 2398711"/>
              <a:gd name="connsiteX125498" fmla="*/ 659349 w 2119654"/>
              <a:gd name="connsiteY125498" fmla="*/ 339182 h 2398711"/>
              <a:gd name="connsiteX125499" fmla="*/ 659631 w 2119654"/>
              <a:gd name="connsiteY125499" fmla="*/ 339208 h 2398711"/>
              <a:gd name="connsiteX125500" fmla="*/ 665417 w 2119654"/>
              <a:gd name="connsiteY125500" fmla="*/ 344698 h 2398711"/>
              <a:gd name="connsiteX125501" fmla="*/ 665737 w 2119654"/>
              <a:gd name="connsiteY125501" fmla="*/ 343220 h 2398711"/>
              <a:gd name="connsiteX125502" fmla="*/ 661735 w 2119654"/>
              <a:gd name="connsiteY125502" fmla="*/ 338443 h 2398711"/>
              <a:gd name="connsiteX125503" fmla="*/ 662078 w 2119654"/>
              <a:gd name="connsiteY125503" fmla="*/ 338517 h 2398711"/>
              <a:gd name="connsiteX125504" fmla="*/ 665795 w 2119654"/>
              <a:gd name="connsiteY125504" fmla="*/ 342953 h 2398711"/>
              <a:gd name="connsiteX125505" fmla="*/ 671078 w 2119654"/>
              <a:gd name="connsiteY125505" fmla="*/ 318550 h 2398711"/>
              <a:gd name="connsiteX125506" fmla="*/ 671496 w 2119654"/>
              <a:gd name="connsiteY125506" fmla="*/ 318204 h 2398711"/>
              <a:gd name="connsiteX125507" fmla="*/ 666067 w 2119654"/>
              <a:gd name="connsiteY125507" fmla="*/ 343278 h 2398711"/>
              <a:gd name="connsiteX125508" fmla="*/ 672987 w 2119654"/>
              <a:gd name="connsiteY125508" fmla="*/ 351540 h 2398711"/>
              <a:gd name="connsiteX125509" fmla="*/ 681854 w 2119654"/>
              <a:gd name="connsiteY125509" fmla="*/ 314101 h 2398711"/>
              <a:gd name="connsiteX125510" fmla="*/ 682151 w 2119654"/>
              <a:gd name="connsiteY125510" fmla="*/ 313865 h 2398711"/>
              <a:gd name="connsiteX125511" fmla="*/ 676117 w 2119654"/>
              <a:gd name="connsiteY125511" fmla="*/ 339347 h 2398711"/>
              <a:gd name="connsiteX125512" fmla="*/ 673315 w 2119654"/>
              <a:gd name="connsiteY125512" fmla="*/ 351932 h 2398711"/>
              <a:gd name="connsiteX125513" fmla="*/ 674382 w 2119654"/>
              <a:gd name="connsiteY125513" fmla="*/ 353205 h 2398711"/>
              <a:gd name="connsiteX125514" fmla="*/ 685074 w 2119654"/>
              <a:gd name="connsiteY125514" fmla="*/ 363351 h 2398711"/>
              <a:gd name="connsiteX125515" fmla="*/ 692412 w 2119654"/>
              <a:gd name="connsiteY125515" fmla="*/ 370628 h 2398711"/>
              <a:gd name="connsiteX125516" fmla="*/ 692572 w 2119654"/>
              <a:gd name="connsiteY125516" fmla="*/ 366817 h 2398711"/>
              <a:gd name="connsiteX125517" fmla="*/ 692443 w 2119654"/>
              <a:gd name="connsiteY125517" fmla="*/ 370659 h 2398711"/>
              <a:gd name="connsiteX125518" fmla="*/ 699970 w 2119654"/>
              <a:gd name="connsiteY125518" fmla="*/ 378124 h 2398711"/>
              <a:gd name="connsiteX125519" fmla="*/ 703429 w 2119654"/>
              <a:gd name="connsiteY125519" fmla="*/ 368663 h 2398711"/>
              <a:gd name="connsiteX125520" fmla="*/ 701367 w 2119654"/>
              <a:gd name="connsiteY125520" fmla="*/ 355145 h 2398711"/>
              <a:gd name="connsiteX125521" fmla="*/ 699628 w 2119654"/>
              <a:gd name="connsiteY125521" fmla="*/ 342616 h 2398711"/>
              <a:gd name="connsiteX125522" fmla="*/ 693814 w 2119654"/>
              <a:gd name="connsiteY125522" fmla="*/ 337559 h 2398711"/>
              <a:gd name="connsiteX125523" fmla="*/ 692572 w 2119654"/>
              <a:gd name="connsiteY125523" fmla="*/ 366817 h 2398711"/>
              <a:gd name="connsiteX125524" fmla="*/ 693568 w 2119654"/>
              <a:gd name="connsiteY125524" fmla="*/ 337345 h 2398711"/>
              <a:gd name="connsiteX125525" fmla="*/ 683331 w 2119654"/>
              <a:gd name="connsiteY125525" fmla="*/ 328441 h 2398711"/>
              <a:gd name="connsiteX125526" fmla="*/ 683679 w 2119654"/>
              <a:gd name="connsiteY125526" fmla="*/ 328460 h 2398711"/>
              <a:gd name="connsiteX125527" fmla="*/ 693578 w 2119654"/>
              <a:gd name="connsiteY125527" fmla="*/ 337066 h 2398711"/>
              <a:gd name="connsiteX125528" fmla="*/ 694273 w 2119654"/>
              <a:gd name="connsiteY125528" fmla="*/ 316480 h 2398711"/>
              <a:gd name="connsiteX125529" fmla="*/ 694981 w 2119654"/>
              <a:gd name="connsiteY125529" fmla="*/ 303827 h 2398711"/>
              <a:gd name="connsiteX125530" fmla="*/ 692409 w 2119654"/>
              <a:gd name="connsiteY125530" fmla="*/ 299348 h 2398711"/>
              <a:gd name="connsiteX125531" fmla="*/ 674280 w 2119654"/>
              <a:gd name="connsiteY125531" fmla="*/ 277656 h 2398711"/>
              <a:gd name="connsiteX125532" fmla="*/ 599154 w 2119654"/>
              <a:gd name="connsiteY125532" fmla="*/ 197006 h 2398711"/>
              <a:gd name="connsiteX125533" fmla="*/ 583984 w 2119654"/>
              <a:gd name="connsiteY125533" fmla="*/ 181427 h 2398711"/>
              <a:gd name="connsiteX125534" fmla="*/ 584296 w 2119654"/>
              <a:gd name="connsiteY125534" fmla="*/ 181469 h 2398711"/>
              <a:gd name="connsiteX125535" fmla="*/ 611706 w 2119654"/>
              <a:gd name="connsiteY125535" fmla="*/ 209621 h 2398711"/>
              <a:gd name="connsiteX125536" fmla="*/ 686833 w 2119654"/>
              <a:gd name="connsiteY125536" fmla="*/ 290271 h 2398711"/>
              <a:gd name="connsiteX125537" fmla="*/ 687999 w 2119654"/>
              <a:gd name="connsiteY125537" fmla="*/ 291665 h 2398711"/>
              <a:gd name="connsiteX125538" fmla="*/ 684229 w 2119654"/>
              <a:gd name="connsiteY125538" fmla="*/ 285099 h 2398711"/>
              <a:gd name="connsiteX125539" fmla="*/ 684787 w 2119654"/>
              <a:gd name="connsiteY125539" fmla="*/ 285323 h 2398711"/>
              <a:gd name="connsiteX125540" fmla="*/ 689368 w 2119654"/>
              <a:gd name="connsiteY125540" fmla="*/ 293303 h 2398711"/>
              <a:gd name="connsiteX125541" fmla="*/ 695181 w 2119654"/>
              <a:gd name="connsiteY125541" fmla="*/ 300258 h 2398711"/>
              <a:gd name="connsiteX125542" fmla="*/ 696468 w 2119654"/>
              <a:gd name="connsiteY125542" fmla="*/ 277251 h 2398711"/>
              <a:gd name="connsiteX125543" fmla="*/ 696677 w 2119654"/>
              <a:gd name="connsiteY125543" fmla="*/ 277013 h 2398711"/>
              <a:gd name="connsiteX125544" fmla="*/ 695463 w 2119654"/>
              <a:gd name="connsiteY125544" fmla="*/ 298724 h 2398711"/>
              <a:gd name="connsiteX125545" fmla="*/ 695388 w 2119654"/>
              <a:gd name="connsiteY125545" fmla="*/ 300504 h 2398711"/>
              <a:gd name="connsiteX125546" fmla="*/ 719373 w 2119654"/>
              <a:gd name="connsiteY125546" fmla="*/ 329203 h 2398711"/>
              <a:gd name="connsiteX125547" fmla="*/ 723213 w 2119654"/>
              <a:gd name="connsiteY125547" fmla="*/ 319876 h 2398711"/>
              <a:gd name="connsiteX125548" fmla="*/ 722308 w 2119654"/>
              <a:gd name="connsiteY125548" fmla="*/ 294604 h 2398711"/>
              <a:gd name="connsiteX125549" fmla="*/ 722628 w 2119654"/>
              <a:gd name="connsiteY125549" fmla="*/ 294166 h 2398711"/>
              <a:gd name="connsiteX125550" fmla="*/ 723522 w 2119654"/>
              <a:gd name="connsiteY125550" fmla="*/ 319125 h 2398711"/>
              <a:gd name="connsiteX125551" fmla="*/ 731176 w 2119654"/>
              <a:gd name="connsiteY125551" fmla="*/ 300530 h 2398711"/>
              <a:gd name="connsiteX125552" fmla="*/ 737971 w 2119654"/>
              <a:gd name="connsiteY125552" fmla="*/ 284633 h 2398711"/>
              <a:gd name="connsiteX125553" fmla="*/ 700644 w 2119654"/>
              <a:gd name="connsiteY125553" fmla="*/ 255580 h 2398711"/>
              <a:gd name="connsiteX125554" fmla="*/ 628008 w 2119654"/>
              <a:gd name="connsiteY125554" fmla="*/ 203563 h 2398711"/>
              <a:gd name="connsiteX125555" fmla="*/ 606513 w 2119654"/>
              <a:gd name="connsiteY125555" fmla="*/ 188604 h 2398711"/>
              <a:gd name="connsiteX125556" fmla="*/ 606893 w 2119654"/>
              <a:gd name="connsiteY125556" fmla="*/ 188580 h 2398711"/>
              <a:gd name="connsiteX125557" fmla="*/ 645732 w 2119654"/>
              <a:gd name="connsiteY125557" fmla="*/ 215614 h 2398711"/>
              <a:gd name="connsiteX125558" fmla="*/ 718368 w 2119654"/>
              <a:gd name="connsiteY125558" fmla="*/ 267630 h 2398711"/>
              <a:gd name="connsiteX125559" fmla="*/ 738531 w 2119654"/>
              <a:gd name="connsiteY125559" fmla="*/ 283323 h 2398711"/>
              <a:gd name="connsiteX125560" fmla="*/ 738955 w 2119654"/>
              <a:gd name="connsiteY125560" fmla="*/ 282329 h 2398711"/>
              <a:gd name="connsiteX125561" fmla="*/ 712351 w 2119654"/>
              <a:gd name="connsiteY125561" fmla="*/ 243388 h 2398711"/>
              <a:gd name="connsiteX125562" fmla="*/ 698493 w 2119654"/>
              <a:gd name="connsiteY125562" fmla="*/ 223677 h 2398711"/>
              <a:gd name="connsiteX125563" fmla="*/ 698827 w 2119654"/>
              <a:gd name="connsiteY125563" fmla="*/ 223778 h 2398711"/>
              <a:gd name="connsiteX125564" fmla="*/ 723870 w 2119654"/>
              <a:gd name="connsiteY125564" fmla="*/ 259395 h 2398711"/>
              <a:gd name="connsiteX125565" fmla="*/ 739180 w 2119654"/>
              <a:gd name="connsiteY125565" fmla="*/ 281805 h 2398711"/>
              <a:gd name="connsiteX125566" fmla="*/ 742560 w 2119654"/>
              <a:gd name="connsiteY125566" fmla="*/ 273896 h 2398711"/>
              <a:gd name="connsiteX125567" fmla="*/ 723830 w 2119654"/>
              <a:gd name="connsiteY125567" fmla="*/ 253789 h 2398711"/>
              <a:gd name="connsiteX125568" fmla="*/ 712515 w 2119654"/>
              <a:gd name="connsiteY125568" fmla="*/ 242170 h 2398711"/>
              <a:gd name="connsiteX125569" fmla="*/ 712749 w 2119654"/>
              <a:gd name="connsiteY125569" fmla="*/ 242201 h 2398711"/>
              <a:gd name="connsiteX125570" fmla="*/ 733192 w 2119654"/>
              <a:gd name="connsiteY125570" fmla="*/ 263200 h 2398711"/>
              <a:gd name="connsiteX125571" fmla="*/ 742748 w 2119654"/>
              <a:gd name="connsiteY125571" fmla="*/ 273458 h 2398711"/>
              <a:gd name="connsiteX125572" fmla="*/ 745049 w 2119654"/>
              <a:gd name="connsiteY125572" fmla="*/ 268074 h 2398711"/>
              <a:gd name="connsiteX125573" fmla="*/ 745298 w 2119654"/>
              <a:gd name="connsiteY125573" fmla="*/ 267939 h 2398711"/>
              <a:gd name="connsiteX125574" fmla="*/ 742879 w 2119654"/>
              <a:gd name="connsiteY125574" fmla="*/ 273598 h 2398711"/>
              <a:gd name="connsiteX125575" fmla="*/ 746806 w 2119654"/>
              <a:gd name="connsiteY125575" fmla="*/ 277814 h 2398711"/>
              <a:gd name="connsiteX125576" fmla="*/ 747000 w 2119654"/>
              <a:gd name="connsiteY125576" fmla="*/ 277841 h 2398711"/>
              <a:gd name="connsiteX125577" fmla="*/ 750682 w 2119654"/>
              <a:gd name="connsiteY125577" fmla="*/ 281637 h 2398711"/>
              <a:gd name="connsiteX125578" fmla="*/ 754269 w 2119654"/>
              <a:gd name="connsiteY125578" fmla="*/ 265068 h 2398711"/>
              <a:gd name="connsiteX125579" fmla="*/ 745351 w 2119654"/>
              <a:gd name="connsiteY125579" fmla="*/ 258681 h 2398711"/>
              <a:gd name="connsiteX125580" fmla="*/ 729319 w 2119654"/>
              <a:gd name="connsiteY125580" fmla="*/ 247523 h 2398711"/>
              <a:gd name="connsiteX125581" fmla="*/ 729602 w 2119654"/>
              <a:gd name="connsiteY125581" fmla="*/ 247505 h 2398711"/>
              <a:gd name="connsiteX125582" fmla="*/ 754344 w 2119654"/>
              <a:gd name="connsiteY125582" fmla="*/ 264725 h 2398711"/>
              <a:gd name="connsiteX125583" fmla="*/ 756527 w 2119654"/>
              <a:gd name="connsiteY125583" fmla="*/ 254641 h 2398711"/>
              <a:gd name="connsiteX125584" fmla="*/ 756708 w 2119654"/>
              <a:gd name="connsiteY125584" fmla="*/ 254491 h 2398711"/>
              <a:gd name="connsiteX125585" fmla="*/ 754472 w 2119654"/>
              <a:gd name="connsiteY125585" fmla="*/ 264816 h 2398711"/>
              <a:gd name="connsiteX125586" fmla="*/ 756686 w 2119654"/>
              <a:gd name="connsiteY125586" fmla="*/ 266356 h 2398711"/>
              <a:gd name="connsiteX125587" fmla="*/ 758563 w 2119654"/>
              <a:gd name="connsiteY125587" fmla="*/ 231640 h 2398711"/>
              <a:gd name="connsiteX125588" fmla="*/ 758792 w 2119654"/>
              <a:gd name="connsiteY125588" fmla="*/ 231378 h 2398711"/>
              <a:gd name="connsiteX125589" fmla="*/ 757493 w 2119654"/>
              <a:gd name="connsiteY125589" fmla="*/ 255437 h 2398711"/>
              <a:gd name="connsiteX125590" fmla="*/ 757040 w 2119654"/>
              <a:gd name="connsiteY125590" fmla="*/ 266603 h 2398711"/>
              <a:gd name="connsiteX125591" fmla="*/ 758572 w 2119654"/>
              <a:gd name="connsiteY125591" fmla="*/ 267668 h 2398711"/>
              <a:gd name="connsiteX125592" fmla="*/ 767385 w 2119654"/>
              <a:gd name="connsiteY125592" fmla="*/ 273980 h 2398711"/>
              <a:gd name="connsiteX125593" fmla="*/ 769228 w 2119654"/>
              <a:gd name="connsiteY125593" fmla="*/ 269503 h 2398711"/>
              <a:gd name="connsiteX125594" fmla="*/ 762446 w 2119654"/>
              <a:gd name="connsiteY125594" fmla="*/ 257740 h 2398711"/>
              <a:gd name="connsiteX125595" fmla="*/ 762949 w 2119654"/>
              <a:gd name="connsiteY125595" fmla="*/ 257942 h 2398711"/>
              <a:gd name="connsiteX125596" fmla="*/ 769389 w 2119654"/>
              <a:gd name="connsiteY125596" fmla="*/ 269111 h 2398711"/>
              <a:gd name="connsiteX125597" fmla="*/ 781902 w 2119654"/>
              <a:gd name="connsiteY125597" fmla="*/ 238713 h 2398711"/>
              <a:gd name="connsiteX125598" fmla="*/ 775355 w 2119654"/>
              <a:gd name="connsiteY125598" fmla="*/ 229438 h 2398711"/>
              <a:gd name="connsiteX125599" fmla="*/ 775658 w 2119654"/>
              <a:gd name="connsiteY125599" fmla="*/ 229528 h 2398711"/>
              <a:gd name="connsiteX125600" fmla="*/ 781991 w 2119654"/>
              <a:gd name="connsiteY125600" fmla="*/ 238499 h 2398711"/>
              <a:gd name="connsiteX125601" fmla="*/ 799252 w 2119654"/>
              <a:gd name="connsiteY125601" fmla="*/ 196567 h 2398711"/>
              <a:gd name="connsiteX125602" fmla="*/ 817850 w 2119654"/>
              <a:gd name="connsiteY125602" fmla="*/ 153054 h 2398711"/>
              <a:gd name="connsiteX125603" fmla="*/ 818184 w 2119654"/>
              <a:gd name="connsiteY125603" fmla="*/ 152873 h 2398711"/>
              <a:gd name="connsiteX125604" fmla="*/ 807891 w 2119654"/>
              <a:gd name="connsiteY125604" fmla="*/ 176953 h 2398711"/>
              <a:gd name="connsiteX125605" fmla="*/ 782348 w 2119654"/>
              <a:gd name="connsiteY125605" fmla="*/ 239004 h 2398711"/>
              <a:gd name="connsiteX125606" fmla="*/ 798318 w 2119654"/>
              <a:gd name="connsiteY125606" fmla="*/ 261627 h 2398711"/>
              <a:gd name="connsiteX125607" fmla="*/ 805731 w 2119654"/>
              <a:gd name="connsiteY125607" fmla="*/ 272635 h 2398711"/>
              <a:gd name="connsiteX125608" fmla="*/ 824924 w 2119654"/>
              <a:gd name="connsiteY125608" fmla="*/ 173445 h 2398711"/>
              <a:gd name="connsiteX125609" fmla="*/ 833239 w 2119654"/>
              <a:gd name="connsiteY125609" fmla="*/ 135044 h 2398711"/>
              <a:gd name="connsiteX125610" fmla="*/ 833481 w 2119654"/>
              <a:gd name="connsiteY125610" fmla="*/ 134842 h 2398711"/>
              <a:gd name="connsiteX125611" fmla="*/ 828879 w 2119654"/>
              <a:gd name="connsiteY125611" fmla="*/ 156095 h 2398711"/>
              <a:gd name="connsiteX125612" fmla="*/ 807941 w 2119654"/>
              <a:gd name="connsiteY125612" fmla="*/ 264308 h 2398711"/>
              <a:gd name="connsiteX125613" fmla="*/ 806610 w 2119654"/>
              <a:gd name="connsiteY125613" fmla="*/ 273940 h 2398711"/>
              <a:gd name="connsiteX125614" fmla="*/ 826449 w 2119654"/>
              <a:gd name="connsiteY125614" fmla="*/ 303404 h 2398711"/>
              <a:gd name="connsiteX125615" fmla="*/ 806547 w 2119654"/>
              <a:gd name="connsiteY125615" fmla="*/ 274393 h 2398711"/>
              <a:gd name="connsiteX125616" fmla="*/ 805512 w 2119654"/>
              <a:gd name="connsiteY125616" fmla="*/ 281883 h 2398711"/>
              <a:gd name="connsiteX125617" fmla="*/ 812803 w 2119654"/>
              <a:gd name="connsiteY125617" fmla="*/ 298171 h 2398711"/>
              <a:gd name="connsiteX125618" fmla="*/ 818222 w 2119654"/>
              <a:gd name="connsiteY125618" fmla="*/ 310725 h 2398711"/>
              <a:gd name="connsiteX125619" fmla="*/ 825645 w 2119654"/>
              <a:gd name="connsiteY125619" fmla="*/ 316503 h 2398711"/>
              <a:gd name="connsiteX125620" fmla="*/ 826908 w 2119654"/>
              <a:gd name="connsiteY125620" fmla="*/ 312366 h 2398711"/>
              <a:gd name="connsiteX125621" fmla="*/ 827193 w 2119654"/>
              <a:gd name="connsiteY125621" fmla="*/ 312166 h 2398711"/>
              <a:gd name="connsiteX125622" fmla="*/ 825827 w 2119654"/>
              <a:gd name="connsiteY125622" fmla="*/ 316645 h 2398711"/>
              <a:gd name="connsiteX125623" fmla="*/ 826171 w 2119654"/>
              <a:gd name="connsiteY125623" fmla="*/ 316914 h 2398711"/>
              <a:gd name="connsiteX125624" fmla="*/ 828477 w 2119654"/>
              <a:gd name="connsiteY125624" fmla="*/ 307099 h 2398711"/>
              <a:gd name="connsiteX125625" fmla="*/ 820465 w 2119654"/>
              <a:gd name="connsiteY125625" fmla="*/ 299182 h 2398711"/>
              <a:gd name="connsiteX125626" fmla="*/ 820842 w 2119654"/>
              <a:gd name="connsiteY125626" fmla="*/ 299224 h 2398711"/>
              <a:gd name="connsiteX125627" fmla="*/ 828540 w 2119654"/>
              <a:gd name="connsiteY125627" fmla="*/ 306830 h 2398711"/>
              <a:gd name="connsiteX125628" fmla="*/ 828595 w 2119654"/>
              <a:gd name="connsiteY125628" fmla="*/ 306593 h 2398711"/>
              <a:gd name="connsiteX125629" fmla="*/ 826449 w 2119654"/>
              <a:gd name="connsiteY125629" fmla="*/ 303404 h 2398711"/>
              <a:gd name="connsiteX125630" fmla="*/ 828605 w 2119654"/>
              <a:gd name="connsiteY125630" fmla="*/ 306551 h 2398711"/>
              <a:gd name="connsiteX125631" fmla="*/ 830969 w 2119654"/>
              <a:gd name="connsiteY125631" fmla="*/ 296491 h 2398711"/>
              <a:gd name="connsiteX125632" fmla="*/ 834655 w 2119654"/>
              <a:gd name="connsiteY125632" fmla="*/ 282219 h 2398711"/>
              <a:gd name="connsiteX125633" fmla="*/ 836442 w 2119654"/>
              <a:gd name="connsiteY125633" fmla="*/ 269394 h 2398711"/>
              <a:gd name="connsiteX125634" fmla="*/ 818545 w 2119654"/>
              <a:gd name="connsiteY125634" fmla="*/ 251012 h 2398711"/>
              <a:gd name="connsiteX125635" fmla="*/ 819083 w 2119654"/>
              <a:gd name="connsiteY125635" fmla="*/ 251083 h 2398711"/>
              <a:gd name="connsiteX125636" fmla="*/ 836500 w 2119654"/>
              <a:gd name="connsiteY125636" fmla="*/ 268974 h 2398711"/>
              <a:gd name="connsiteX125637" fmla="*/ 837299 w 2119654"/>
              <a:gd name="connsiteY125637" fmla="*/ 263241 h 2398711"/>
              <a:gd name="connsiteX125638" fmla="*/ 837551 w 2119654"/>
              <a:gd name="connsiteY125638" fmla="*/ 262997 h 2398711"/>
              <a:gd name="connsiteX125639" fmla="*/ 836691 w 2119654"/>
              <a:gd name="connsiteY125639" fmla="*/ 269170 h 2398711"/>
              <a:gd name="connsiteX125640" fmla="*/ 837746 w 2119654"/>
              <a:gd name="connsiteY125640" fmla="*/ 270253 h 2398711"/>
              <a:gd name="connsiteX125641" fmla="*/ 839740 w 2119654"/>
              <a:gd name="connsiteY125641" fmla="*/ 262530 h 2398711"/>
              <a:gd name="connsiteX125642" fmla="*/ 839965 w 2119654"/>
              <a:gd name="connsiteY125642" fmla="*/ 262358 h 2398711"/>
              <a:gd name="connsiteX125643" fmla="*/ 837888 w 2119654"/>
              <a:gd name="connsiteY125643" fmla="*/ 270401 h 2398711"/>
              <a:gd name="connsiteX125644" fmla="*/ 853296 w 2119654"/>
              <a:gd name="connsiteY125644" fmla="*/ 286225 h 2398711"/>
              <a:gd name="connsiteX125645" fmla="*/ 856089 w 2119654"/>
              <a:gd name="connsiteY125645" fmla="*/ 279159 h 2398711"/>
              <a:gd name="connsiteX125646" fmla="*/ 855256 w 2119654"/>
              <a:gd name="connsiteY125646" fmla="*/ 277979 h 2398711"/>
              <a:gd name="connsiteX125647" fmla="*/ 855481 w 2119654"/>
              <a:gd name="connsiteY125647" fmla="*/ 278047 h 2398711"/>
              <a:gd name="connsiteX125648" fmla="*/ 856153 w 2119654"/>
              <a:gd name="connsiteY125648" fmla="*/ 278998 h 2398711"/>
              <a:gd name="connsiteX125649" fmla="*/ 860615 w 2119654"/>
              <a:gd name="connsiteY125649" fmla="*/ 267711 h 2398711"/>
              <a:gd name="connsiteX125650" fmla="*/ 834966 w 2119654"/>
              <a:gd name="connsiteY125650" fmla="*/ 238095 h 2398711"/>
              <a:gd name="connsiteX125651" fmla="*/ 835607 w 2119654"/>
              <a:gd name="connsiteY125651" fmla="*/ 238218 h 2398711"/>
              <a:gd name="connsiteX125652" fmla="*/ 860782 w 2119654"/>
              <a:gd name="connsiteY125652" fmla="*/ 267287 h 2398711"/>
              <a:gd name="connsiteX125653" fmla="*/ 868158 w 2119654"/>
              <a:gd name="connsiteY125653" fmla="*/ 248629 h 2398711"/>
              <a:gd name="connsiteX125654" fmla="*/ 868549 w 2119654"/>
              <a:gd name="connsiteY125654" fmla="*/ 247676 h 2398711"/>
              <a:gd name="connsiteX125655" fmla="*/ 862100 w 2119654"/>
              <a:gd name="connsiteY125655" fmla="*/ 233339 h 2398711"/>
              <a:gd name="connsiteX125656" fmla="*/ 862379 w 2119654"/>
              <a:gd name="connsiteY125656" fmla="*/ 233487 h 2398711"/>
              <a:gd name="connsiteX125657" fmla="*/ 868652 w 2119654"/>
              <a:gd name="connsiteY125657" fmla="*/ 247427 h 2398711"/>
              <a:gd name="connsiteX125658" fmla="*/ 882531 w 2119654"/>
              <a:gd name="connsiteY125658" fmla="*/ 213651 h 2398711"/>
              <a:gd name="connsiteX125659" fmla="*/ 856286 w 2119654"/>
              <a:gd name="connsiteY125659" fmla="*/ 187750 h 2398711"/>
              <a:gd name="connsiteX125660" fmla="*/ 837401 w 2119654"/>
              <a:gd name="connsiteY125660" fmla="*/ 169607 h 2398711"/>
              <a:gd name="connsiteX125661" fmla="*/ 837780 w 2119654"/>
              <a:gd name="connsiteY125661" fmla="*/ 169644 h 2398711"/>
              <a:gd name="connsiteX125662" fmla="*/ 871904 w 2119654"/>
              <a:gd name="connsiteY125662" fmla="*/ 202427 h 2398711"/>
              <a:gd name="connsiteX125663" fmla="*/ 882746 w 2119654"/>
              <a:gd name="connsiteY125663" fmla="*/ 213128 h 2398711"/>
              <a:gd name="connsiteX125664" fmla="*/ 883852 w 2119654"/>
              <a:gd name="connsiteY125664" fmla="*/ 210439 h 2398711"/>
              <a:gd name="connsiteX125665" fmla="*/ 869403 w 2119654"/>
              <a:gd name="connsiteY125665" fmla="*/ 176466 h 2398711"/>
              <a:gd name="connsiteX125666" fmla="*/ 786202 w 2119654"/>
              <a:gd name="connsiteY125666" fmla="*/ 22613 h 2398711"/>
              <a:gd name="connsiteX125667" fmla="*/ 772993 w 2119654"/>
              <a:gd name="connsiteY125667" fmla="*/ 0 h 2398711"/>
              <a:gd name="connsiteX125668" fmla="*/ 773347 w 2119654"/>
              <a:gd name="connsiteY125668" fmla="*/ 141 h 2398711"/>
              <a:gd name="connsiteX125669" fmla="*/ 797217 w 2119654"/>
              <a:gd name="connsiteY125669" fmla="*/ 40998 h 2398711"/>
              <a:gd name="connsiteX125670" fmla="*/ 880414 w 2119654"/>
              <a:gd name="connsiteY125670" fmla="*/ 194853 h 2398711"/>
              <a:gd name="connsiteX125671" fmla="*/ 885420 w 2119654"/>
              <a:gd name="connsiteY125671" fmla="*/ 206622 h 2398711"/>
              <a:gd name="connsiteX125672" fmla="*/ 886143 w 2119654"/>
              <a:gd name="connsiteY125672" fmla="*/ 204862 h 2398711"/>
              <a:gd name="connsiteX125673" fmla="*/ 886475 w 2119654"/>
              <a:gd name="connsiteY125673" fmla="*/ 204674 h 2398711"/>
              <a:gd name="connsiteX125674" fmla="*/ 885550 w 2119654"/>
              <a:gd name="connsiteY125674" fmla="*/ 206925 h 2398711"/>
              <a:gd name="connsiteX125675" fmla="*/ 892125 w 2119654"/>
              <a:gd name="connsiteY125675" fmla="*/ 222384 h 2398711"/>
              <a:gd name="connsiteX125676" fmla="*/ 899287 w 2119654"/>
              <a:gd name="connsiteY125676" fmla="*/ 229454 h 2398711"/>
              <a:gd name="connsiteX125677" fmla="*/ 900393 w 2119654"/>
              <a:gd name="connsiteY125677" fmla="*/ 222511 h 2398711"/>
              <a:gd name="connsiteX125678" fmla="*/ 901227 w 2119654"/>
              <a:gd name="connsiteY125678" fmla="*/ 218348 h 2398711"/>
              <a:gd name="connsiteX125679" fmla="*/ 899765 w 2119654"/>
              <a:gd name="connsiteY125679" fmla="*/ 217330 h 2398711"/>
              <a:gd name="connsiteX125680" fmla="*/ 900415 w 2119654"/>
              <a:gd name="connsiteY125680" fmla="*/ 217292 h 2398711"/>
              <a:gd name="connsiteX125681" fmla="*/ 901314 w 2119654"/>
              <a:gd name="connsiteY125681" fmla="*/ 217918 h 2398711"/>
              <a:gd name="connsiteX125682" fmla="*/ 905102 w 2119654"/>
              <a:gd name="connsiteY125682" fmla="*/ 199025 h 2398711"/>
              <a:gd name="connsiteX125683" fmla="*/ 896184 w 2119654"/>
              <a:gd name="connsiteY125683" fmla="*/ 181698 h 2398711"/>
              <a:gd name="connsiteX125684" fmla="*/ 863346 w 2119654"/>
              <a:gd name="connsiteY125684" fmla="*/ 123713 h 2398711"/>
              <a:gd name="connsiteX125685" fmla="*/ 853494 w 2119654"/>
              <a:gd name="connsiteY125685" fmla="*/ 106846 h 2398711"/>
              <a:gd name="connsiteX125686" fmla="*/ 853758 w 2119654"/>
              <a:gd name="connsiteY125686" fmla="*/ 106951 h 2398711"/>
              <a:gd name="connsiteX125687" fmla="*/ 871561 w 2119654"/>
              <a:gd name="connsiteY125687" fmla="*/ 137426 h 2398711"/>
              <a:gd name="connsiteX125688" fmla="*/ 904398 w 2119654"/>
              <a:gd name="connsiteY125688" fmla="*/ 195413 h 2398711"/>
              <a:gd name="connsiteX125689" fmla="*/ 905425 w 2119654"/>
              <a:gd name="connsiteY125689" fmla="*/ 197411 h 2398711"/>
              <a:gd name="connsiteX125690" fmla="*/ 916552 w 2119654"/>
              <a:gd name="connsiteY125690" fmla="*/ 141913 h 2398711"/>
              <a:gd name="connsiteX125691" fmla="*/ 925686 w 2119654"/>
              <a:gd name="connsiteY125691" fmla="*/ 99344 h 2398711"/>
              <a:gd name="connsiteX125692" fmla="*/ 925954 w 2119654"/>
              <a:gd name="connsiteY125692" fmla="*/ 99120 h 2398711"/>
              <a:gd name="connsiteX125693" fmla="*/ 920901 w 2119654"/>
              <a:gd name="connsiteY125693" fmla="*/ 122679 h 2398711"/>
              <a:gd name="connsiteX125694" fmla="*/ 905779 w 2119654"/>
              <a:gd name="connsiteY125694" fmla="*/ 198097 h 2398711"/>
              <a:gd name="connsiteX125695" fmla="*/ 915359 w 2119654"/>
              <a:gd name="connsiteY125695" fmla="*/ 216711 h 2398711"/>
              <a:gd name="connsiteX125696" fmla="*/ 920010 w 2119654"/>
              <a:gd name="connsiteY125696" fmla="*/ 203147 h 2398711"/>
              <a:gd name="connsiteX125697" fmla="*/ 920304 w 2119654"/>
              <a:gd name="connsiteY125697" fmla="*/ 202956 h 2398711"/>
              <a:gd name="connsiteX125698" fmla="*/ 915497 w 2119654"/>
              <a:gd name="connsiteY125698" fmla="*/ 216977 h 2398711"/>
              <a:gd name="connsiteX125699" fmla="*/ 924166 w 2119654"/>
              <a:gd name="connsiteY125699" fmla="*/ 233821 h 2398711"/>
              <a:gd name="connsiteX125700" fmla="*/ 964287 w 2119654"/>
              <a:gd name="connsiteY125700" fmla="*/ 261743 h 2398711"/>
              <a:gd name="connsiteX125701" fmla="*/ 969145 w 2119654"/>
              <a:gd name="connsiteY125701" fmla="*/ 254192 h 2398711"/>
              <a:gd name="connsiteX125702" fmla="*/ 969763 w 2119654"/>
              <a:gd name="connsiteY125702" fmla="*/ 253980 h 2398711"/>
              <a:gd name="connsiteX125703" fmla="*/ 964618 w 2119654"/>
              <a:gd name="connsiteY125703" fmla="*/ 261976 h 2398711"/>
              <a:gd name="connsiteX125704" fmla="*/ 967060 w 2119654"/>
              <a:gd name="connsiteY125704" fmla="*/ 263675 h 2398711"/>
              <a:gd name="connsiteX125705" fmla="*/ 999958 w 2119654"/>
              <a:gd name="connsiteY125705" fmla="*/ 287233 h 2398711"/>
              <a:gd name="connsiteX125706" fmla="*/ 992012 w 2119654"/>
              <a:gd name="connsiteY125706" fmla="*/ 258096 h 2398711"/>
              <a:gd name="connsiteX125707" fmla="*/ 983456 w 2119654"/>
              <a:gd name="connsiteY125707" fmla="*/ 245944 h 2398711"/>
              <a:gd name="connsiteX125708" fmla="*/ 983727 w 2119654"/>
              <a:gd name="connsiteY125708" fmla="*/ 246027 h 2398711"/>
              <a:gd name="connsiteX125709" fmla="*/ 991876 w 2119654"/>
              <a:gd name="connsiteY125709" fmla="*/ 257598 h 2398711"/>
              <a:gd name="connsiteX125710" fmla="*/ 988934 w 2119654"/>
              <a:gd name="connsiteY125710" fmla="*/ 246809 h 2398711"/>
              <a:gd name="connsiteX125711" fmla="*/ 962310 w 2119654"/>
              <a:gd name="connsiteY125711" fmla="*/ 207902 h 2398711"/>
              <a:gd name="connsiteX125712" fmla="*/ 947232 w 2119654"/>
              <a:gd name="connsiteY125712" fmla="*/ 186488 h 2398711"/>
              <a:gd name="connsiteX125713" fmla="*/ 947596 w 2119654"/>
              <a:gd name="connsiteY125713" fmla="*/ 186598 h 2398711"/>
              <a:gd name="connsiteX125714" fmla="*/ 974842 w 2119654"/>
              <a:gd name="connsiteY125714" fmla="*/ 225288 h 2398711"/>
              <a:gd name="connsiteX125715" fmla="*/ 988514 w 2119654"/>
              <a:gd name="connsiteY125715" fmla="*/ 245268 h 2398711"/>
              <a:gd name="connsiteX125716" fmla="*/ 971851 w 2119654"/>
              <a:gd name="connsiteY125716" fmla="*/ 184171 h 2398711"/>
              <a:gd name="connsiteX125717" fmla="*/ 959445 w 2119654"/>
              <a:gd name="connsiteY125717" fmla="*/ 140982 h 2398711"/>
              <a:gd name="connsiteX125718" fmla="*/ 959975 w 2119654"/>
              <a:gd name="connsiteY125718" fmla="*/ 141363 h 2398711"/>
              <a:gd name="connsiteX125719" fmla="*/ 982391 w 2119654"/>
              <a:gd name="connsiteY125719" fmla="*/ 219404 h 2398711"/>
              <a:gd name="connsiteX125720" fmla="*/ 990060 w 2119654"/>
              <a:gd name="connsiteY125720" fmla="*/ 247531 h 2398711"/>
              <a:gd name="connsiteX125721" fmla="*/ 1006092 w 2119654"/>
              <a:gd name="connsiteY125721" fmla="*/ 270957 h 2398711"/>
              <a:gd name="connsiteX125722" fmla="*/ 1007835 w 2119654"/>
              <a:gd name="connsiteY125722" fmla="*/ 266281 h 2398711"/>
              <a:gd name="connsiteX125723" fmla="*/ 1001818 w 2119654"/>
              <a:gd name="connsiteY125723" fmla="*/ 244216 h 2398711"/>
              <a:gd name="connsiteX125724" fmla="*/ 992565 w 2119654"/>
              <a:gd name="connsiteY125724" fmla="*/ 212002 h 2398711"/>
              <a:gd name="connsiteX125725" fmla="*/ 992960 w 2119654"/>
              <a:gd name="connsiteY125725" fmla="*/ 212287 h 2398711"/>
              <a:gd name="connsiteX125726" fmla="*/ 1008193 w 2119654"/>
              <a:gd name="connsiteY125726" fmla="*/ 265320 h 2398711"/>
              <a:gd name="connsiteX125727" fmla="*/ 1010984 w 2119654"/>
              <a:gd name="connsiteY125727" fmla="*/ 257831 h 2398711"/>
              <a:gd name="connsiteX125728" fmla="*/ 1015048 w 2119654"/>
              <a:gd name="connsiteY125728" fmla="*/ 248130 h 2398711"/>
              <a:gd name="connsiteX125729" fmla="*/ 1008245 w 2119654"/>
              <a:gd name="connsiteY125729" fmla="*/ 236483 h 2398711"/>
              <a:gd name="connsiteX125730" fmla="*/ 1008508 w 2119654"/>
              <a:gd name="connsiteY125730" fmla="*/ 236587 h 2398711"/>
              <a:gd name="connsiteX125731" fmla="*/ 1015133 w 2119654"/>
              <a:gd name="connsiteY125731" fmla="*/ 247927 h 2398711"/>
              <a:gd name="connsiteX125732" fmla="*/ 1031685 w 2119654"/>
              <a:gd name="connsiteY125732" fmla="*/ 208412 h 2398711"/>
              <a:gd name="connsiteX125733" fmla="*/ 1022787 w 2119654"/>
              <a:gd name="connsiteY125733" fmla="*/ 184620 h 2398711"/>
              <a:gd name="connsiteX125734" fmla="*/ 1015699 w 2119654"/>
              <a:gd name="connsiteY125734" fmla="*/ 166420 h 2398711"/>
              <a:gd name="connsiteX125735" fmla="*/ 1015942 w 2119654"/>
              <a:gd name="connsiteY125735" fmla="*/ 166563 h 2398711"/>
              <a:gd name="connsiteX125736" fmla="*/ 1028750 w 2119654"/>
              <a:gd name="connsiteY125736" fmla="*/ 199452 h 2398711"/>
              <a:gd name="connsiteX125737" fmla="*/ 1031905 w 2119654"/>
              <a:gd name="connsiteY125737" fmla="*/ 207887 h 2398711"/>
              <a:gd name="connsiteX125738" fmla="*/ 1035219 w 2119654"/>
              <a:gd name="connsiteY125738" fmla="*/ 199977 h 2398711"/>
              <a:gd name="connsiteX125739" fmla="*/ 1031259 w 2119654"/>
              <a:gd name="connsiteY125739" fmla="*/ 187951 h 2398711"/>
              <a:gd name="connsiteX125740" fmla="*/ 1030301 w 2119654"/>
              <a:gd name="connsiteY125740" fmla="*/ 185390 h 2398711"/>
              <a:gd name="connsiteX125741" fmla="*/ 1022957 w 2119654"/>
              <a:gd name="connsiteY125741" fmla="*/ 175605 h 2398711"/>
              <a:gd name="connsiteX125742" fmla="*/ 1023231 w 2119654"/>
              <a:gd name="connsiteY125742" fmla="*/ 175676 h 2398711"/>
              <a:gd name="connsiteX125743" fmla="*/ 1030085 w 2119654"/>
              <a:gd name="connsiteY125743" fmla="*/ 184809 h 2398711"/>
              <a:gd name="connsiteX125744" fmla="*/ 999962 w 2119654"/>
              <a:gd name="connsiteY125744" fmla="*/ 104272 h 2398711"/>
              <a:gd name="connsiteX125745" fmla="*/ 990460 w 2119654"/>
              <a:gd name="connsiteY125745" fmla="*/ 79868 h 2398711"/>
              <a:gd name="connsiteX125746" fmla="*/ 990787 w 2119654"/>
              <a:gd name="connsiteY125746" fmla="*/ 80061 h 2398711"/>
              <a:gd name="connsiteX125747" fmla="*/ 1007959 w 2119654"/>
              <a:gd name="connsiteY125747" fmla="*/ 124156 h 2398711"/>
              <a:gd name="connsiteX125748" fmla="*/ 1031198 w 2119654"/>
              <a:gd name="connsiteY125748" fmla="*/ 186293 h 2398711"/>
              <a:gd name="connsiteX125749" fmla="*/ 1037480 w 2119654"/>
              <a:gd name="connsiteY125749" fmla="*/ 194660 h 2398711"/>
              <a:gd name="connsiteX125750" fmla="*/ 1044277 w 2119654"/>
              <a:gd name="connsiteY125750" fmla="*/ 179026 h 2398711"/>
              <a:gd name="connsiteX125751" fmla="*/ 1026968 w 2119654"/>
              <a:gd name="connsiteY125751" fmla="*/ 149395 h 2398711"/>
              <a:gd name="connsiteX125752" fmla="*/ 1027574 w 2119654"/>
              <a:gd name="connsiteY125752" fmla="*/ 149634 h 2398711"/>
              <a:gd name="connsiteX125753" fmla="*/ 1044477 w 2119654"/>
              <a:gd name="connsiteY125753" fmla="*/ 178566 h 2398711"/>
              <a:gd name="connsiteX125754" fmla="*/ 1050556 w 2119654"/>
              <a:gd name="connsiteY125754" fmla="*/ 164585 h 2398711"/>
              <a:gd name="connsiteX125755" fmla="*/ 1050805 w 2119654"/>
              <a:gd name="connsiteY125755" fmla="*/ 164451 h 2398711"/>
              <a:gd name="connsiteX125756" fmla="*/ 1044586 w 2119654"/>
              <a:gd name="connsiteY125756" fmla="*/ 178752 h 2398711"/>
              <a:gd name="connsiteX125757" fmla="*/ 1067067 w 2119654"/>
              <a:gd name="connsiteY125757" fmla="*/ 217238 h 2398711"/>
              <a:gd name="connsiteX125758" fmla="*/ 1088933 w 2119654"/>
              <a:gd name="connsiteY125758" fmla="*/ 174635 h 2398711"/>
              <a:gd name="connsiteX125759" fmla="*/ 1087677 w 2119654"/>
              <a:gd name="connsiteY125759" fmla="*/ 167146 h 2398711"/>
              <a:gd name="connsiteX125760" fmla="*/ 1083003 w 2119654"/>
              <a:gd name="connsiteY125760" fmla="*/ 141377 h 2398711"/>
              <a:gd name="connsiteX125761" fmla="*/ 1083290 w 2119654"/>
              <a:gd name="connsiteY125761" fmla="*/ 141629 h 2398711"/>
              <a:gd name="connsiteX125762" fmla="*/ 1089187 w 2119654"/>
              <a:gd name="connsiteY125762" fmla="*/ 174140 h 2398711"/>
              <a:gd name="connsiteX125763" fmla="*/ 1096485 w 2119654"/>
              <a:gd name="connsiteY125763" fmla="*/ 159919 h 2398711"/>
              <a:gd name="connsiteX125764" fmla="*/ 1116884 w 2119654"/>
              <a:gd name="connsiteY125764" fmla="*/ 121456 h 2398711"/>
              <a:gd name="connsiteX125765" fmla="*/ 1117205 w 2119654"/>
              <a:gd name="connsiteY125765" fmla="*/ 121314 h 2398711"/>
              <a:gd name="connsiteX125766" fmla="*/ 1105914 w 2119654"/>
              <a:gd name="connsiteY125766" fmla="*/ 142601 h 2398711"/>
              <a:gd name="connsiteX125767" fmla="*/ 1089328 w 2119654"/>
              <a:gd name="connsiteY125767" fmla="*/ 174919 h 2398711"/>
              <a:gd name="connsiteX125768" fmla="*/ 1091735 w 2119654"/>
              <a:gd name="connsiteY125768" fmla="*/ 188189 h 2398711"/>
              <a:gd name="connsiteX125769" fmla="*/ 1098587 w 2119654"/>
              <a:gd name="connsiteY125769" fmla="*/ 229087 h 2398711"/>
              <a:gd name="connsiteX125770" fmla="*/ 1109118 w 2119654"/>
              <a:gd name="connsiteY125770" fmla="*/ 201642 h 2398711"/>
              <a:gd name="connsiteX125771" fmla="*/ 1126663 w 2119654"/>
              <a:gd name="connsiteY125771" fmla="*/ 157694 h 2398711"/>
              <a:gd name="connsiteX125772" fmla="*/ 1126993 w 2119654"/>
              <a:gd name="connsiteY125772" fmla="*/ 157502 h 2398711"/>
              <a:gd name="connsiteX125773" fmla="*/ 1117282 w 2119654"/>
              <a:gd name="connsiteY125773" fmla="*/ 181826 h 2398711"/>
              <a:gd name="connsiteX125774" fmla="*/ 1098758 w 2119654"/>
              <a:gd name="connsiteY125774" fmla="*/ 230104 h 2398711"/>
              <a:gd name="connsiteX125775" fmla="*/ 1101693 w 2119654"/>
              <a:gd name="connsiteY125775" fmla="*/ 247622 h 2398711"/>
              <a:gd name="connsiteX125776" fmla="*/ 1115218 w 2119654"/>
              <a:gd name="connsiteY125776" fmla="*/ 229658 h 2398711"/>
              <a:gd name="connsiteX125777" fmla="*/ 1117290 w 2119654"/>
              <a:gd name="connsiteY125777" fmla="*/ 224466 h 2398711"/>
              <a:gd name="connsiteX125778" fmla="*/ 1117537 w 2119654"/>
              <a:gd name="connsiteY125778" fmla="*/ 224324 h 2398711"/>
              <a:gd name="connsiteX125779" fmla="*/ 1115620 w 2119654"/>
              <a:gd name="connsiteY125779" fmla="*/ 229124 h 2398711"/>
              <a:gd name="connsiteX125780" fmla="*/ 1125297 w 2119654"/>
              <a:gd name="connsiteY125780" fmla="*/ 216271 h 2398711"/>
              <a:gd name="connsiteX125781" fmla="*/ 1125636 w 2119654"/>
              <a:gd name="connsiteY125781" fmla="*/ 216182 h 2398711"/>
              <a:gd name="connsiteX125782" fmla="*/ 1115314 w 2119654"/>
              <a:gd name="connsiteY125782" fmla="*/ 229891 h 2398711"/>
              <a:gd name="connsiteX125783" fmla="*/ 1110293 w 2119654"/>
              <a:gd name="connsiteY125783" fmla="*/ 242465 h 2398711"/>
              <a:gd name="connsiteX125784" fmla="*/ 1103706 w 2119654"/>
              <a:gd name="connsiteY125784" fmla="*/ 259636 h 2398711"/>
              <a:gd name="connsiteX125785" fmla="*/ 1104086 w 2119654"/>
              <a:gd name="connsiteY125785" fmla="*/ 261903 h 2398711"/>
              <a:gd name="connsiteX125786" fmla="*/ 1125577 w 2119654"/>
              <a:gd name="connsiteY125786" fmla="*/ 237183 h 2398711"/>
              <a:gd name="connsiteX125787" fmla="*/ 1127781 w 2119654"/>
              <a:gd name="connsiteY125787" fmla="*/ 234716 h 2398711"/>
              <a:gd name="connsiteX125788" fmla="*/ 1143008 w 2119654"/>
              <a:gd name="connsiteY125788" fmla="*/ 203567 h 2398711"/>
              <a:gd name="connsiteX125789" fmla="*/ 1143269 w 2119654"/>
              <a:gd name="connsiteY125789" fmla="*/ 203440 h 2398711"/>
              <a:gd name="connsiteX125790" fmla="*/ 1134482 w 2119654"/>
              <a:gd name="connsiteY125790" fmla="*/ 221415 h 2398711"/>
              <a:gd name="connsiteX125791" fmla="*/ 1128733 w 2119654"/>
              <a:gd name="connsiteY125791" fmla="*/ 233649 h 2398711"/>
              <a:gd name="connsiteX125792" fmla="*/ 1162920 w 2119654"/>
              <a:gd name="connsiteY125792" fmla="*/ 195378 h 2398711"/>
              <a:gd name="connsiteX125793" fmla="*/ 1160327 w 2119654"/>
              <a:gd name="connsiteY125793" fmla="*/ 182336 h 2398711"/>
              <a:gd name="connsiteX125794" fmla="*/ 1156285 w 2119654"/>
              <a:gd name="connsiteY125794" fmla="*/ 163349 h 2398711"/>
              <a:gd name="connsiteX125795" fmla="*/ 1156502 w 2119654"/>
              <a:gd name="connsiteY125795" fmla="*/ 163528 h 2398711"/>
              <a:gd name="connsiteX125796" fmla="*/ 1163213 w 2119654"/>
              <a:gd name="connsiteY125796" fmla="*/ 195049 h 2398711"/>
              <a:gd name="connsiteX125797" fmla="*/ 1179669 w 2119654"/>
              <a:gd name="connsiteY125797" fmla="*/ 176626 h 2398711"/>
              <a:gd name="connsiteX125798" fmla="*/ 1180311 w 2119654"/>
              <a:gd name="connsiteY125798" fmla="*/ 176513 h 2398711"/>
              <a:gd name="connsiteX125799" fmla="*/ 1163316 w 2119654"/>
              <a:gd name="connsiteY125799" fmla="*/ 195539 h 2398711"/>
              <a:gd name="connsiteX125800" fmla="*/ 1163805 w 2119654"/>
              <a:gd name="connsiteY125800" fmla="*/ 197837 h 2398711"/>
              <a:gd name="connsiteX125801" fmla="*/ 1167127 w 2119654"/>
              <a:gd name="connsiteY125801" fmla="*/ 214544 h 2398711"/>
              <a:gd name="connsiteX125802" fmla="*/ 1203964 w 2119654"/>
              <a:gd name="connsiteY125802" fmla="*/ 155562 h 2398711"/>
              <a:gd name="connsiteX125803" fmla="*/ 1229568 w 2119654"/>
              <a:gd name="connsiteY125803" fmla="*/ 115769 h 2398711"/>
              <a:gd name="connsiteX125804" fmla="*/ 1229927 w 2119654"/>
              <a:gd name="connsiteY125804" fmla="*/ 115645 h 2398711"/>
              <a:gd name="connsiteX125805" fmla="*/ 1215757 w 2119654"/>
              <a:gd name="connsiteY125805" fmla="*/ 137668 h 2398711"/>
              <a:gd name="connsiteX125806" fmla="*/ 1168431 w 2119654"/>
              <a:gd name="connsiteY125806" fmla="*/ 213445 h 2398711"/>
              <a:gd name="connsiteX125807" fmla="*/ 1167303 w 2119654"/>
              <a:gd name="connsiteY125807" fmla="*/ 215423 h 2398711"/>
              <a:gd name="connsiteX125808" fmla="*/ 1170273 w 2119654"/>
              <a:gd name="connsiteY125808" fmla="*/ 230362 h 2398711"/>
              <a:gd name="connsiteX125809" fmla="*/ 1174948 w 2119654"/>
              <a:gd name="connsiteY125809" fmla="*/ 222878 h 2398711"/>
              <a:gd name="connsiteX125810" fmla="*/ 1175095 w 2119654"/>
              <a:gd name="connsiteY125810" fmla="*/ 222649 h 2398711"/>
              <a:gd name="connsiteX125811" fmla="*/ 1174242 w 2119654"/>
              <a:gd name="connsiteY125811" fmla="*/ 220908 h 2398711"/>
              <a:gd name="connsiteX125812" fmla="*/ 1174585 w 2119654"/>
              <a:gd name="connsiteY125812" fmla="*/ 221073 h 2398711"/>
              <a:gd name="connsiteX125813" fmla="*/ 1175244 w 2119654"/>
              <a:gd name="connsiteY125813" fmla="*/ 222418 h 2398711"/>
              <a:gd name="connsiteX125814" fmla="*/ 1194045 w 2119654"/>
              <a:gd name="connsiteY125814" fmla="*/ 193197 h 2398711"/>
              <a:gd name="connsiteX125815" fmla="*/ 1194313 w 2119654"/>
              <a:gd name="connsiteY125815" fmla="*/ 193103 h 2398711"/>
              <a:gd name="connsiteX125816" fmla="*/ 1183745 w 2119654"/>
              <a:gd name="connsiteY125816" fmla="*/ 209531 h 2398711"/>
              <a:gd name="connsiteX125817" fmla="*/ 1175443 w 2119654"/>
              <a:gd name="connsiteY125817" fmla="*/ 222823 h 2398711"/>
              <a:gd name="connsiteX125818" fmla="*/ 1195431 w 2119654"/>
              <a:gd name="connsiteY125818" fmla="*/ 263554 h 2398711"/>
              <a:gd name="connsiteX125819" fmla="*/ 1195962 w 2119654"/>
              <a:gd name="connsiteY125819" fmla="*/ 264674 h 2398711"/>
              <a:gd name="connsiteX125820" fmla="*/ 1207467 w 2119654"/>
              <a:gd name="connsiteY125820" fmla="*/ 242578 h 2398711"/>
              <a:gd name="connsiteX125821" fmla="*/ 1207911 w 2119654"/>
              <a:gd name="connsiteY125821" fmla="*/ 242379 h 2398711"/>
              <a:gd name="connsiteX125822" fmla="*/ 1196123 w 2119654"/>
              <a:gd name="connsiteY125822" fmla="*/ 265017 h 2398711"/>
              <a:gd name="connsiteX125823" fmla="*/ 1200191 w 2119654"/>
              <a:gd name="connsiteY125823" fmla="*/ 273593 h 2398711"/>
              <a:gd name="connsiteX125824" fmla="*/ 1210063 w 2119654"/>
              <a:gd name="connsiteY125824" fmla="*/ 253995 h 2398711"/>
              <a:gd name="connsiteX125825" fmla="*/ 1247563 w 2119654"/>
              <a:gd name="connsiteY125825" fmla="*/ 181975 h 2398711"/>
              <a:gd name="connsiteX125826" fmla="*/ 1248157 w 2119654"/>
              <a:gd name="connsiteY125826" fmla="*/ 181708 h 2398711"/>
              <a:gd name="connsiteX125827" fmla="*/ 1227404 w 2119654"/>
              <a:gd name="connsiteY125827" fmla="*/ 221566 h 2398711"/>
              <a:gd name="connsiteX125828" fmla="*/ 1200680 w 2119654"/>
              <a:gd name="connsiteY125828" fmla="*/ 274620 h 2398711"/>
              <a:gd name="connsiteX125829" fmla="*/ 1215890 w 2119654"/>
              <a:gd name="connsiteY125829" fmla="*/ 306704 h 2398711"/>
              <a:gd name="connsiteX125830" fmla="*/ 1218929 w 2119654"/>
              <a:gd name="connsiteY125830" fmla="*/ 300973 h 2398711"/>
              <a:gd name="connsiteX125831" fmla="*/ 1219168 w 2119654"/>
              <a:gd name="connsiteY125831" fmla="*/ 300868 h 2398711"/>
              <a:gd name="connsiteX125832" fmla="*/ 1215976 w 2119654"/>
              <a:gd name="connsiteY125832" fmla="*/ 306886 h 2398711"/>
              <a:gd name="connsiteX125833" fmla="*/ 1226547 w 2119654"/>
              <a:gd name="connsiteY125833" fmla="*/ 329183 h 2398711"/>
              <a:gd name="connsiteX125834" fmla="*/ 1227989 w 2119654"/>
              <a:gd name="connsiteY125834" fmla="*/ 327245 h 2398711"/>
              <a:gd name="connsiteX125835" fmla="*/ 1227981 w 2119654"/>
              <a:gd name="connsiteY125835" fmla="*/ 326329 h 2398711"/>
              <a:gd name="connsiteX125836" fmla="*/ 1227555 w 2119654"/>
              <a:gd name="connsiteY125836" fmla="*/ 307108 h 2398711"/>
              <a:gd name="connsiteX125837" fmla="*/ 1216605 w 2119654"/>
              <a:gd name="connsiteY125837" fmla="*/ 285249 h 2398711"/>
              <a:gd name="connsiteX125838" fmla="*/ 1209837 w 2119654"/>
              <a:gd name="connsiteY125838" fmla="*/ 272449 h 2398711"/>
              <a:gd name="connsiteX125839" fmla="*/ 1210029 w 2119654"/>
              <a:gd name="connsiteY125839" fmla="*/ 272534 h 2398711"/>
              <a:gd name="connsiteX125840" fmla="*/ 1222260 w 2119654"/>
              <a:gd name="connsiteY125840" fmla="*/ 295661 h 2398711"/>
              <a:gd name="connsiteX125841" fmla="*/ 1234023 w 2119654"/>
              <a:gd name="connsiteY125841" fmla="*/ 319141 h 2398711"/>
              <a:gd name="connsiteX125842" fmla="*/ 1236638 w 2119654"/>
              <a:gd name="connsiteY125842" fmla="*/ 315630 h 2398711"/>
              <a:gd name="connsiteX125843" fmla="*/ 1234193 w 2119654"/>
              <a:gd name="connsiteY125843" fmla="*/ 309088 h 2398711"/>
              <a:gd name="connsiteX125844" fmla="*/ 1217886 w 2119654"/>
              <a:gd name="connsiteY125844" fmla="*/ 267216 h 2398711"/>
              <a:gd name="connsiteX125845" fmla="*/ 1218449 w 2119654"/>
              <a:gd name="connsiteY125845" fmla="*/ 267546 h 2398711"/>
              <a:gd name="connsiteX125846" fmla="*/ 1236990 w 2119654"/>
              <a:gd name="connsiteY125846" fmla="*/ 315158 h 2398711"/>
              <a:gd name="connsiteX125847" fmla="*/ 1244453 w 2119654"/>
              <a:gd name="connsiteY125847" fmla="*/ 305133 h 2398711"/>
              <a:gd name="connsiteX125848" fmla="*/ 1248968 w 2119654"/>
              <a:gd name="connsiteY125848" fmla="*/ 299238 h 2398711"/>
              <a:gd name="connsiteX125849" fmla="*/ 1242681 w 2119654"/>
              <a:gd name="connsiteY125849" fmla="*/ 290620 h 2398711"/>
              <a:gd name="connsiteX125850" fmla="*/ 1222688 w 2119654"/>
              <a:gd name="connsiteY125850" fmla="*/ 263981 h 2398711"/>
              <a:gd name="connsiteX125851" fmla="*/ 1223154 w 2119654"/>
              <a:gd name="connsiteY125851" fmla="*/ 264106 h 2398711"/>
              <a:gd name="connsiteX125852" fmla="*/ 1249247 w 2119654"/>
              <a:gd name="connsiteY125852" fmla="*/ 298872 h 2398711"/>
              <a:gd name="connsiteX125853" fmla="*/ 1262160 w 2119654"/>
              <a:gd name="connsiteY125853" fmla="*/ 282009 h 2398711"/>
              <a:gd name="connsiteX125854" fmla="*/ 1262387 w 2119654"/>
              <a:gd name="connsiteY125854" fmla="*/ 281949 h 2398711"/>
              <a:gd name="connsiteX125855" fmla="*/ 1252588 w 2119654"/>
              <a:gd name="connsiteY125855" fmla="*/ 294747 h 2398711"/>
              <a:gd name="connsiteX125856" fmla="*/ 1249383 w 2119654"/>
              <a:gd name="connsiteY125856" fmla="*/ 299052 h 2398711"/>
              <a:gd name="connsiteX125857" fmla="*/ 1251717 w 2119654"/>
              <a:gd name="connsiteY125857" fmla="*/ 302161 h 2398711"/>
              <a:gd name="connsiteX125858" fmla="*/ 1257682 w 2119654"/>
              <a:gd name="connsiteY125858" fmla="*/ 293489 h 2398711"/>
              <a:gd name="connsiteX125859" fmla="*/ 1274582 w 2119654"/>
              <a:gd name="connsiteY125859" fmla="*/ 272406 h 2398711"/>
              <a:gd name="connsiteX125860" fmla="*/ 1274495 w 2119654"/>
              <a:gd name="connsiteY125860" fmla="*/ 268490 h 2398711"/>
              <a:gd name="connsiteX125861" fmla="*/ 1259814 w 2119654"/>
              <a:gd name="connsiteY125861" fmla="*/ 239184 h 2398711"/>
              <a:gd name="connsiteX125862" fmla="*/ 1250740 w 2119654"/>
              <a:gd name="connsiteY125862" fmla="*/ 222023 h 2398711"/>
              <a:gd name="connsiteX125863" fmla="*/ 1250997 w 2119654"/>
              <a:gd name="connsiteY125863" fmla="*/ 222138 h 2398711"/>
              <a:gd name="connsiteX125864" fmla="*/ 1267395 w 2119654"/>
              <a:gd name="connsiteY125864" fmla="*/ 253143 h 2398711"/>
              <a:gd name="connsiteX125865" fmla="*/ 1276098 w 2119654"/>
              <a:gd name="connsiteY125865" fmla="*/ 270514 h 2398711"/>
              <a:gd name="connsiteX125866" fmla="*/ 1297616 w 2119654"/>
              <a:gd name="connsiteY125866" fmla="*/ 243669 h 2398711"/>
              <a:gd name="connsiteX125867" fmla="*/ 1341337 w 2119654"/>
              <a:gd name="connsiteY125867" fmla="*/ 193378 h 2398711"/>
              <a:gd name="connsiteX125868" fmla="*/ 1364849 w 2119654"/>
              <a:gd name="connsiteY125868" fmla="*/ 167057 h 2398711"/>
              <a:gd name="connsiteX125869" fmla="*/ 1365130 w 2119654"/>
              <a:gd name="connsiteY125869" fmla="*/ 167005 h 2398711"/>
              <a:gd name="connsiteX125870" fmla="*/ 1352116 w 2119654"/>
              <a:gd name="connsiteY125870" fmla="*/ 181575 h 2398711"/>
              <a:gd name="connsiteX125871" fmla="*/ 1308396 w 2119654"/>
              <a:gd name="connsiteY125871" fmla="*/ 231865 h 2398711"/>
              <a:gd name="connsiteX125872" fmla="*/ 1276605 w 2119654"/>
              <a:gd name="connsiteY125872" fmla="*/ 271526 h 2398711"/>
              <a:gd name="connsiteX125873" fmla="*/ 1286563 w 2119654"/>
              <a:gd name="connsiteY125873" fmla="*/ 291405 h 2398711"/>
              <a:gd name="connsiteX125874" fmla="*/ 1314885 w 2119654"/>
              <a:gd name="connsiteY125874" fmla="*/ 250231 h 2398711"/>
              <a:gd name="connsiteX125875" fmla="*/ 1427041 w 2119654"/>
              <a:gd name="connsiteY125875" fmla="*/ 116014 h 2398711"/>
              <a:gd name="connsiteX125876" fmla="*/ 1458564 w 2119654"/>
              <a:gd name="connsiteY125876" fmla="*/ 80723 h 2398711"/>
              <a:gd name="connsiteX125877" fmla="*/ 1458940 w 2119654"/>
              <a:gd name="connsiteY125877" fmla="*/ 80656 h 2398711"/>
              <a:gd name="connsiteX125878" fmla="*/ 1441493 w 2119654"/>
              <a:gd name="connsiteY125878" fmla="*/ 100187 h 2398711"/>
              <a:gd name="connsiteX125879" fmla="*/ 1329337 w 2119654"/>
              <a:gd name="connsiteY125879" fmla="*/ 234404 h 2398711"/>
              <a:gd name="connsiteX125880" fmla="*/ 1296449 w 2119654"/>
              <a:gd name="connsiteY125880" fmla="*/ 282216 h 2398711"/>
              <a:gd name="connsiteX125881" fmla="*/ 1297532 w 2119654"/>
              <a:gd name="connsiteY125881" fmla="*/ 281008 h 2398711"/>
              <a:gd name="connsiteX125882" fmla="*/ 1297819 w 2119654"/>
              <a:gd name="connsiteY125882" fmla="*/ 280959 h 2398711"/>
              <a:gd name="connsiteX125883" fmla="*/ 1295653 w 2119654"/>
              <a:gd name="connsiteY125883" fmla="*/ 283374 h 2398711"/>
              <a:gd name="connsiteX125884" fmla="*/ 1288065 w 2119654"/>
              <a:gd name="connsiteY125884" fmla="*/ 294404 h 2398711"/>
              <a:gd name="connsiteX125885" fmla="*/ 1302379 w 2119654"/>
              <a:gd name="connsiteY125885" fmla="*/ 322977 h 2398711"/>
              <a:gd name="connsiteX125886" fmla="*/ 1324870 w 2119654"/>
              <a:gd name="connsiteY125886" fmla="*/ 291680 h 2398711"/>
              <a:gd name="connsiteX125887" fmla="*/ 1325172 w 2119654"/>
              <a:gd name="connsiteY125887" fmla="*/ 291593 h 2398711"/>
              <a:gd name="connsiteX125888" fmla="*/ 1312483 w 2119654"/>
              <a:gd name="connsiteY125888" fmla="*/ 309251 h 2398711"/>
              <a:gd name="connsiteX125889" fmla="*/ 1302595 w 2119654"/>
              <a:gd name="connsiteY125889" fmla="*/ 323408 h 2398711"/>
              <a:gd name="connsiteX125890" fmla="*/ 1311464 w 2119654"/>
              <a:gd name="connsiteY125890" fmla="*/ 341114 h 2398711"/>
              <a:gd name="connsiteX125891" fmla="*/ 1314521 w 2119654"/>
              <a:gd name="connsiteY125891" fmla="*/ 348132 h 2398711"/>
              <a:gd name="connsiteX125892" fmla="*/ 1329107 w 2119654"/>
              <a:gd name="connsiteY125892" fmla="*/ 334385 h 2398711"/>
              <a:gd name="connsiteX125893" fmla="*/ 1329341 w 2119654"/>
              <a:gd name="connsiteY125893" fmla="*/ 334365 h 2398711"/>
              <a:gd name="connsiteX125894" fmla="*/ 1317538 w 2119654"/>
              <a:gd name="connsiteY125894" fmla="*/ 345490 h 2398711"/>
              <a:gd name="connsiteX125895" fmla="*/ 1314605 w 2119654"/>
              <a:gd name="connsiteY125895" fmla="*/ 348329 h 2398711"/>
              <a:gd name="connsiteX125896" fmla="*/ 1315530 w 2119654"/>
              <a:gd name="connsiteY125896" fmla="*/ 350451 h 2398711"/>
              <a:gd name="connsiteX125897" fmla="*/ 1343135 w 2119654"/>
              <a:gd name="connsiteY125897" fmla="*/ 331631 h 2398711"/>
              <a:gd name="connsiteX125898" fmla="*/ 1344696 w 2119654"/>
              <a:gd name="connsiteY125898" fmla="*/ 329207 h 2398711"/>
              <a:gd name="connsiteX125899" fmla="*/ 1344467 w 2119654"/>
              <a:gd name="connsiteY125899" fmla="*/ 321668 h 2398711"/>
              <a:gd name="connsiteX125900" fmla="*/ 1342984 w 2119654"/>
              <a:gd name="connsiteY125900" fmla="*/ 316780 h 2398711"/>
              <a:gd name="connsiteX125901" fmla="*/ 1343214 w 2119654"/>
              <a:gd name="connsiteY125901" fmla="*/ 316942 h 2398711"/>
              <a:gd name="connsiteX125902" fmla="*/ 1344447 w 2119654"/>
              <a:gd name="connsiteY125902" fmla="*/ 321000 h 2398711"/>
              <a:gd name="connsiteX125903" fmla="*/ 1344436 w 2119654"/>
              <a:gd name="connsiteY125903" fmla="*/ 320646 h 2398711"/>
              <a:gd name="connsiteX125904" fmla="*/ 1343419 w 2119654"/>
              <a:gd name="connsiteY125904" fmla="*/ 301261 h 2398711"/>
              <a:gd name="connsiteX125905" fmla="*/ 1343605 w 2119654"/>
              <a:gd name="connsiteY125905" fmla="*/ 301473 h 2398711"/>
              <a:gd name="connsiteX125906" fmla="*/ 1344668 w 2119654"/>
              <a:gd name="connsiteY125906" fmla="*/ 321725 h 2398711"/>
              <a:gd name="connsiteX125907" fmla="*/ 1346219 w 2119654"/>
              <a:gd name="connsiteY125907" fmla="*/ 326840 h 2398711"/>
              <a:gd name="connsiteX125908" fmla="*/ 1348797 w 2119654"/>
              <a:gd name="connsiteY125908" fmla="*/ 322832 h 2398711"/>
              <a:gd name="connsiteX125909" fmla="*/ 1349065 w 2119654"/>
              <a:gd name="connsiteY125909" fmla="*/ 322740 h 2398711"/>
              <a:gd name="connsiteX125910" fmla="*/ 1346285 w 2119654"/>
              <a:gd name="connsiteY125910" fmla="*/ 327059 h 2398711"/>
              <a:gd name="connsiteX125911" fmla="*/ 1346895 w 2119654"/>
              <a:gd name="connsiteY125911" fmla="*/ 329068 h 2398711"/>
              <a:gd name="connsiteX125912" fmla="*/ 1363799 w 2119654"/>
              <a:gd name="connsiteY125912" fmla="*/ 317544 h 2398711"/>
              <a:gd name="connsiteX125913" fmla="*/ 1364340 w 2119654"/>
              <a:gd name="connsiteY125913" fmla="*/ 317580 h 2398711"/>
              <a:gd name="connsiteX125914" fmla="*/ 1346997 w 2119654"/>
              <a:gd name="connsiteY125914" fmla="*/ 329405 h 2398711"/>
              <a:gd name="connsiteX125915" fmla="*/ 1353398 w 2119654"/>
              <a:gd name="connsiteY125915" fmla="*/ 350506 h 2398711"/>
              <a:gd name="connsiteX125916" fmla="*/ 1355585 w 2119654"/>
              <a:gd name="connsiteY125916" fmla="*/ 358074 h 2398711"/>
              <a:gd name="connsiteX125917" fmla="*/ 1382048 w 2119654"/>
              <a:gd name="connsiteY125917" fmla="*/ 332009 h 2398711"/>
              <a:gd name="connsiteX125918" fmla="*/ 1410644 w 2119654"/>
              <a:gd name="connsiteY125918" fmla="*/ 305061 h 2398711"/>
              <a:gd name="connsiteX125919" fmla="*/ 1410959 w 2119654"/>
              <a:gd name="connsiteY125919" fmla="*/ 305033 h 2398711"/>
              <a:gd name="connsiteX125920" fmla="*/ 1395133 w 2119654"/>
              <a:gd name="connsiteY125920" fmla="*/ 319947 h 2398711"/>
              <a:gd name="connsiteX125921" fmla="*/ 1355621 w 2119654"/>
              <a:gd name="connsiteY125921" fmla="*/ 358199 h 2398711"/>
              <a:gd name="connsiteX125922" fmla="*/ 1360578 w 2119654"/>
              <a:gd name="connsiteY125922" fmla="*/ 375366 h 2398711"/>
              <a:gd name="connsiteX125923" fmla="*/ 1362219 w 2119654"/>
              <a:gd name="connsiteY125923" fmla="*/ 372214 h 2398711"/>
              <a:gd name="connsiteX125924" fmla="*/ 1362662 w 2119654"/>
              <a:gd name="connsiteY125924" fmla="*/ 372016 h 2398711"/>
              <a:gd name="connsiteX125925" fmla="*/ 1360700 w 2119654"/>
              <a:gd name="connsiteY125925" fmla="*/ 375785 h 2398711"/>
              <a:gd name="connsiteX125926" fmla="*/ 1365949 w 2119654"/>
              <a:gd name="connsiteY125926" fmla="*/ 393963 h 2398711"/>
              <a:gd name="connsiteX125927" fmla="*/ 1372816 w 2119654"/>
              <a:gd name="connsiteY125927" fmla="*/ 385972 h 2398711"/>
              <a:gd name="connsiteX125928" fmla="*/ 1384580 w 2119654"/>
              <a:gd name="connsiteY125928" fmla="*/ 372651 h 2398711"/>
              <a:gd name="connsiteX125929" fmla="*/ 1381042 w 2119654"/>
              <a:gd name="connsiteY125929" fmla="*/ 358646 h 2398711"/>
              <a:gd name="connsiteX125930" fmla="*/ 1381267 w 2119654"/>
              <a:gd name="connsiteY125930" fmla="*/ 358818 h 2398711"/>
              <a:gd name="connsiteX125931" fmla="*/ 1384721 w 2119654"/>
              <a:gd name="connsiteY125931" fmla="*/ 372492 h 2398711"/>
              <a:gd name="connsiteX125932" fmla="*/ 1417444 w 2119654"/>
              <a:gd name="connsiteY125932" fmla="*/ 335437 h 2398711"/>
              <a:gd name="connsiteX125933" fmla="*/ 1417977 w 2119654"/>
              <a:gd name="connsiteY125933" fmla="*/ 335339 h 2398711"/>
              <a:gd name="connsiteX125934" fmla="*/ 1393279 w 2119654"/>
              <a:gd name="connsiteY125934" fmla="*/ 363308 h 2398711"/>
              <a:gd name="connsiteX125935" fmla="*/ 1384872 w 2119654"/>
              <a:gd name="connsiteY125935" fmla="*/ 373090 h 2398711"/>
              <a:gd name="connsiteX125936" fmla="*/ 1388992 w 2119654"/>
              <a:gd name="connsiteY125936" fmla="*/ 389399 h 2398711"/>
              <a:gd name="connsiteX125937" fmla="*/ 1405512 w 2119654"/>
              <a:gd name="connsiteY125937" fmla="*/ 376793 h 2398711"/>
              <a:gd name="connsiteX125938" fmla="*/ 1405268 w 2119654"/>
              <a:gd name="connsiteY125938" fmla="*/ 373956 h 2398711"/>
              <a:gd name="connsiteX125939" fmla="*/ 1405600 w 2119654"/>
              <a:gd name="connsiteY125939" fmla="*/ 374250 h 2398711"/>
              <a:gd name="connsiteX125940" fmla="*/ 1405799 w 2119654"/>
              <a:gd name="connsiteY125940" fmla="*/ 376575 h 2398711"/>
              <a:gd name="connsiteX125941" fmla="*/ 1406610 w 2119654"/>
              <a:gd name="connsiteY125941" fmla="*/ 375955 h 2398711"/>
              <a:gd name="connsiteX125942" fmla="*/ 1440333 w 2119654"/>
              <a:gd name="connsiteY125942" fmla="*/ 352294 h 2398711"/>
              <a:gd name="connsiteX125943" fmla="*/ 1434152 w 2119654"/>
              <a:gd name="connsiteY125943" fmla="*/ 340607 h 2398711"/>
              <a:gd name="connsiteX125944" fmla="*/ 1434595 w 2119654"/>
              <a:gd name="connsiteY125944" fmla="*/ 340802 h 2398711"/>
              <a:gd name="connsiteX125945" fmla="*/ 1440581 w 2119654"/>
              <a:gd name="connsiteY125945" fmla="*/ 352120 h 2398711"/>
              <a:gd name="connsiteX125946" fmla="*/ 1451904 w 2119654"/>
              <a:gd name="connsiteY125946" fmla="*/ 344175 h 2398711"/>
              <a:gd name="connsiteX125947" fmla="*/ 1476119 w 2119654"/>
              <a:gd name="connsiteY125947" fmla="*/ 327665 h 2398711"/>
              <a:gd name="connsiteX125948" fmla="*/ 1476354 w 2119654"/>
              <a:gd name="connsiteY125948" fmla="*/ 327681 h 2398711"/>
              <a:gd name="connsiteX125949" fmla="*/ 1462953 w 2119654"/>
              <a:gd name="connsiteY125949" fmla="*/ 336817 h 2398711"/>
              <a:gd name="connsiteX125950" fmla="*/ 1440734 w 2119654"/>
              <a:gd name="connsiteY125950" fmla="*/ 352408 h 2398711"/>
              <a:gd name="connsiteX125951" fmla="*/ 1452017 w 2119654"/>
              <a:gd name="connsiteY125951" fmla="*/ 373743 h 2398711"/>
              <a:gd name="connsiteX125952" fmla="*/ 1452368 w 2119654"/>
              <a:gd name="connsiteY125952" fmla="*/ 373305 h 2398711"/>
              <a:gd name="connsiteX125953" fmla="*/ 1480982 w 2119654"/>
              <a:gd name="connsiteY125953" fmla="*/ 340392 h 2398711"/>
              <a:gd name="connsiteX125954" fmla="*/ 1480273 w 2119654"/>
              <a:gd name="connsiteY125954" fmla="*/ 337586 h 2398711"/>
              <a:gd name="connsiteX125955" fmla="*/ 1480574 w 2119654"/>
              <a:gd name="connsiteY125955" fmla="*/ 337818 h 2398711"/>
              <a:gd name="connsiteX125956" fmla="*/ 1481170 w 2119654"/>
              <a:gd name="connsiteY125956" fmla="*/ 340176 h 2398711"/>
              <a:gd name="connsiteX125957" fmla="*/ 1496088 w 2119654"/>
              <a:gd name="connsiteY125957" fmla="*/ 323015 h 2398711"/>
              <a:gd name="connsiteX125958" fmla="*/ 1519601 w 2119654"/>
              <a:gd name="connsiteY125958" fmla="*/ 296692 h 2398711"/>
              <a:gd name="connsiteX125959" fmla="*/ 1519881 w 2119654"/>
              <a:gd name="connsiteY125959" fmla="*/ 296642 h 2398711"/>
              <a:gd name="connsiteX125960" fmla="*/ 1506867 w 2119654"/>
              <a:gd name="connsiteY125960" fmla="*/ 311211 h 2398711"/>
              <a:gd name="connsiteX125961" fmla="*/ 1481286 w 2119654"/>
              <a:gd name="connsiteY125961" fmla="*/ 340636 h 2398711"/>
              <a:gd name="connsiteX125962" fmla="*/ 1490930 w 2119654"/>
              <a:gd name="connsiteY125962" fmla="*/ 378815 h 2398711"/>
              <a:gd name="connsiteX125963" fmla="*/ 1513079 w 2119654"/>
              <a:gd name="connsiteY125963" fmla="*/ 361917 h 2398711"/>
              <a:gd name="connsiteX125964" fmla="*/ 1512753 w 2119654"/>
              <a:gd name="connsiteY125964" fmla="*/ 358112 h 2398711"/>
              <a:gd name="connsiteX125965" fmla="*/ 1513197 w 2119654"/>
              <a:gd name="connsiteY125965" fmla="*/ 358507 h 2398711"/>
              <a:gd name="connsiteX125966" fmla="*/ 1513464 w 2119654"/>
              <a:gd name="connsiteY125966" fmla="*/ 361623 h 2398711"/>
              <a:gd name="connsiteX125967" fmla="*/ 1514551 w 2119654"/>
              <a:gd name="connsiteY125967" fmla="*/ 360794 h 2398711"/>
              <a:gd name="connsiteX125968" fmla="*/ 1575277 w 2119654"/>
              <a:gd name="connsiteY125968" fmla="*/ 318184 h 2398711"/>
              <a:gd name="connsiteX125969" fmla="*/ 1607742 w 2119654"/>
              <a:gd name="connsiteY125969" fmla="*/ 296049 h 2398711"/>
              <a:gd name="connsiteX125970" fmla="*/ 1608057 w 2119654"/>
              <a:gd name="connsiteY125970" fmla="*/ 296071 h 2398711"/>
              <a:gd name="connsiteX125971" fmla="*/ 1590090 w 2119654"/>
              <a:gd name="connsiteY125971" fmla="*/ 308321 h 2398711"/>
              <a:gd name="connsiteX125972" fmla="*/ 1529365 w 2119654"/>
              <a:gd name="connsiteY125972" fmla="*/ 350930 h 2398711"/>
              <a:gd name="connsiteX125973" fmla="*/ 1513580 w 2119654"/>
              <a:gd name="connsiteY125973" fmla="*/ 362974 h 2398711"/>
              <a:gd name="connsiteX125974" fmla="*/ 1520046 w 2119654"/>
              <a:gd name="connsiteY125974" fmla="*/ 438325 h 2398711"/>
              <a:gd name="connsiteX125975" fmla="*/ 1525910 w 2119654"/>
              <a:gd name="connsiteY125975" fmla="*/ 519825 h 2398711"/>
              <a:gd name="connsiteX125976" fmla="*/ 1530291 w 2119654"/>
              <a:gd name="connsiteY125976" fmla="*/ 529300 h 2398711"/>
              <a:gd name="connsiteX125977" fmla="*/ 1534140 w 2119654"/>
              <a:gd name="connsiteY125977" fmla="*/ 526363 h 2398711"/>
              <a:gd name="connsiteX125978" fmla="*/ 1532099 w 2119654"/>
              <a:gd name="connsiteY125978" fmla="*/ 518284 h 2398711"/>
              <a:gd name="connsiteX125979" fmla="*/ 1532485 w 2119654"/>
              <a:gd name="connsiteY125979" fmla="*/ 518581 h 2398711"/>
              <a:gd name="connsiteX125980" fmla="*/ 1534400 w 2119654"/>
              <a:gd name="connsiteY125980" fmla="*/ 526163 h 2398711"/>
              <a:gd name="connsiteX125981" fmla="*/ 1541027 w 2119654"/>
              <a:gd name="connsiteY125981" fmla="*/ 521108 h 2398711"/>
              <a:gd name="connsiteX125982" fmla="*/ 1539186 w 2119654"/>
              <a:gd name="connsiteY125982" fmla="*/ 510382 h 2398711"/>
              <a:gd name="connsiteX125983" fmla="*/ 1539378 w 2119654"/>
              <a:gd name="connsiteY125983" fmla="*/ 510555 h 2398711"/>
              <a:gd name="connsiteX125984" fmla="*/ 1541170 w 2119654"/>
              <a:gd name="connsiteY125984" fmla="*/ 520999 h 2398711"/>
              <a:gd name="connsiteX125985" fmla="*/ 1543447 w 2119654"/>
              <a:gd name="connsiteY125985" fmla="*/ 519262 h 2398711"/>
              <a:gd name="connsiteX125986" fmla="*/ 1540577 w 2119654"/>
              <a:gd name="connsiteY125986" fmla="*/ 507220 h 2398711"/>
              <a:gd name="connsiteX125987" fmla="*/ 1535793 w 2119654"/>
              <a:gd name="connsiteY125987" fmla="*/ 488283 h 2398711"/>
              <a:gd name="connsiteX125988" fmla="*/ 1536018 w 2119654"/>
              <a:gd name="connsiteY125988" fmla="*/ 488455 h 2398711"/>
              <a:gd name="connsiteX125989" fmla="*/ 1543743 w 2119654"/>
              <a:gd name="connsiteY125989" fmla="*/ 519035 h 2398711"/>
              <a:gd name="connsiteX125990" fmla="*/ 1545121 w 2119654"/>
              <a:gd name="connsiteY125990" fmla="*/ 517983 h 2398711"/>
              <a:gd name="connsiteX125991" fmla="*/ 1546951 w 2119654"/>
              <a:gd name="connsiteY125991" fmla="*/ 497127 h 2398711"/>
              <a:gd name="connsiteX125992" fmla="*/ 1549321 w 2119654"/>
              <a:gd name="connsiteY125992" fmla="*/ 464144 h 2398711"/>
              <a:gd name="connsiteX125993" fmla="*/ 1549602 w 2119654"/>
              <a:gd name="connsiteY125993" fmla="*/ 464488 h 2398711"/>
              <a:gd name="connsiteX125994" fmla="*/ 1545795 w 2119654"/>
              <a:gd name="connsiteY125994" fmla="*/ 517470 h 2398711"/>
              <a:gd name="connsiteX125995" fmla="*/ 1556587 w 2119654"/>
              <a:gd name="connsiteY125995" fmla="*/ 509235 h 2398711"/>
              <a:gd name="connsiteX125996" fmla="*/ 1555521 w 2119654"/>
              <a:gd name="connsiteY125996" fmla="*/ 496547 h 2398711"/>
              <a:gd name="connsiteX125997" fmla="*/ 1547345 w 2119654"/>
              <a:gd name="connsiteY125997" fmla="*/ 430832 h 2398711"/>
              <a:gd name="connsiteX125998" fmla="*/ 1544689 w 2119654"/>
              <a:gd name="connsiteY125998" fmla="*/ 411602 h 2398711"/>
              <a:gd name="connsiteX125999" fmla="*/ 1544893 w 2119654"/>
              <a:gd name="connsiteY125999" fmla="*/ 411797 h 2398711"/>
              <a:gd name="connsiteX126000" fmla="*/ 1549691 w 2119654"/>
              <a:gd name="connsiteY126000" fmla="*/ 446544 h 2398711"/>
              <a:gd name="connsiteX126001" fmla="*/ 1557413 w 2119654"/>
              <a:gd name="connsiteY126001" fmla="*/ 508605 h 2398711"/>
              <a:gd name="connsiteX126002" fmla="*/ 1560264 w 2119654"/>
              <a:gd name="connsiteY126002" fmla="*/ 506429 h 2398711"/>
              <a:gd name="connsiteX126003" fmla="*/ 1560019 w 2119654"/>
              <a:gd name="connsiteY126003" fmla="*/ 503593 h 2398711"/>
              <a:gd name="connsiteX126004" fmla="*/ 1560351 w 2119654"/>
              <a:gd name="connsiteY126004" fmla="*/ 503886 h 2398711"/>
              <a:gd name="connsiteX126005" fmla="*/ 1560550 w 2119654"/>
              <a:gd name="connsiteY126005" fmla="*/ 506212 h 2398711"/>
              <a:gd name="connsiteX126006" fmla="*/ 1561361 w 2119654"/>
              <a:gd name="connsiteY126006" fmla="*/ 505593 h 2398711"/>
              <a:gd name="connsiteX126007" fmla="*/ 1606656 w 2119654"/>
              <a:gd name="connsiteY126007" fmla="*/ 473810 h 2398711"/>
              <a:gd name="connsiteX126008" fmla="*/ 1630871 w 2119654"/>
              <a:gd name="connsiteY126008" fmla="*/ 457301 h 2398711"/>
              <a:gd name="connsiteX126009" fmla="*/ 1631105 w 2119654"/>
              <a:gd name="connsiteY126009" fmla="*/ 457318 h 2398711"/>
              <a:gd name="connsiteX126010" fmla="*/ 1617705 w 2119654"/>
              <a:gd name="connsiteY126010" fmla="*/ 466454 h 2398711"/>
              <a:gd name="connsiteX126011" fmla="*/ 1572411 w 2119654"/>
              <a:gd name="connsiteY126011" fmla="*/ 498235 h 2398711"/>
              <a:gd name="connsiteX126012" fmla="*/ 1560637 w 2119654"/>
              <a:gd name="connsiteY126012" fmla="*/ 507220 h 2398711"/>
              <a:gd name="connsiteX126013" fmla="*/ 1565459 w 2119654"/>
              <a:gd name="connsiteY126013" fmla="*/ 563423 h 2398711"/>
              <a:gd name="connsiteX126014" fmla="*/ 1567058 w 2119654"/>
              <a:gd name="connsiteY126014" fmla="*/ 585630 h 2398711"/>
              <a:gd name="connsiteX126015" fmla="*/ 1571929 w 2119654"/>
              <a:gd name="connsiteY126015" fmla="*/ 543571 h 2398711"/>
              <a:gd name="connsiteX126016" fmla="*/ 1573914 w 2119654"/>
              <a:gd name="connsiteY126016" fmla="*/ 524140 h 2398711"/>
              <a:gd name="connsiteX126017" fmla="*/ 1574066 w 2119654"/>
              <a:gd name="connsiteY126017" fmla="*/ 524380 h 2398711"/>
              <a:gd name="connsiteX126018" fmla="*/ 1570477 w 2119654"/>
              <a:gd name="connsiteY126018" fmla="*/ 559492 h 2398711"/>
              <a:gd name="connsiteX126019" fmla="*/ 1567441 w 2119654"/>
              <a:gd name="connsiteY126019" fmla="*/ 585720 h 2398711"/>
              <a:gd name="connsiteX126020" fmla="*/ 1567566 w 2119654"/>
              <a:gd name="connsiteY126020" fmla="*/ 585896 h 2398711"/>
              <a:gd name="connsiteX126021" fmla="*/ 1567237 w 2119654"/>
              <a:gd name="connsiteY126021" fmla="*/ 588111 h 2398711"/>
              <a:gd name="connsiteX126022" fmla="*/ 1569391 w 2119654"/>
              <a:gd name="connsiteY126022" fmla="*/ 618060 h 2398711"/>
              <a:gd name="connsiteX126023" fmla="*/ 1575331 w 2119654"/>
              <a:gd name="connsiteY126023" fmla="*/ 596052 h 2398711"/>
              <a:gd name="connsiteX126024" fmla="*/ 1575542 w 2119654"/>
              <a:gd name="connsiteY126024" fmla="*/ 596440 h 2398711"/>
              <a:gd name="connsiteX126025" fmla="*/ 1569521 w 2119654"/>
              <a:gd name="connsiteY126025" fmla="*/ 618750 h 2398711"/>
              <a:gd name="connsiteX126026" fmla="*/ 1579201 w 2119654"/>
              <a:gd name="connsiteY126026" fmla="*/ 644468 h 2398711"/>
              <a:gd name="connsiteX126027" fmla="*/ 1583378 w 2119654"/>
              <a:gd name="connsiteY126027" fmla="*/ 653504 h 2398711"/>
              <a:gd name="connsiteX126028" fmla="*/ 1586216 w 2119654"/>
              <a:gd name="connsiteY126028" fmla="*/ 646876 h 2398711"/>
              <a:gd name="connsiteX126029" fmla="*/ 1586329 w 2119654"/>
              <a:gd name="connsiteY126029" fmla="*/ 646495 h 2398711"/>
              <a:gd name="connsiteX126030" fmla="*/ 1587640 w 2119654"/>
              <a:gd name="connsiteY126030" fmla="*/ 641297 h 2398711"/>
              <a:gd name="connsiteX126031" fmla="*/ 1586957 w 2119654"/>
              <a:gd name="connsiteY126031" fmla="*/ 638391 h 2398711"/>
              <a:gd name="connsiteX126032" fmla="*/ 1587306 w 2119654"/>
              <a:gd name="connsiteY126032" fmla="*/ 638668 h 2398711"/>
              <a:gd name="connsiteX126033" fmla="*/ 1587787 w 2119654"/>
              <a:gd name="connsiteY126033" fmla="*/ 640714 h 2398711"/>
              <a:gd name="connsiteX126034" fmla="*/ 1593022 w 2119654"/>
              <a:gd name="connsiteY126034" fmla="*/ 619962 h 2398711"/>
              <a:gd name="connsiteX126035" fmla="*/ 1592032 w 2119654"/>
              <a:gd name="connsiteY126035" fmla="*/ 608184 h 2398711"/>
              <a:gd name="connsiteX126036" fmla="*/ 1592013 w 2119654"/>
              <a:gd name="connsiteY126036" fmla="*/ 608129 h 2398711"/>
              <a:gd name="connsiteX126037" fmla="*/ 1592028 w 2119654"/>
              <a:gd name="connsiteY126037" fmla="*/ 608139 h 2398711"/>
              <a:gd name="connsiteX126038" fmla="*/ 1591920 w 2119654"/>
              <a:gd name="connsiteY126038" fmla="*/ 606849 h 2398711"/>
              <a:gd name="connsiteX126039" fmla="*/ 1585822 w 2119654"/>
              <a:gd name="connsiteY126039" fmla="*/ 557832 h 2398711"/>
              <a:gd name="connsiteX126040" fmla="*/ 1583840 w 2119654"/>
              <a:gd name="connsiteY126040" fmla="*/ 543489 h 2398711"/>
              <a:gd name="connsiteX126041" fmla="*/ 1583993 w 2119654"/>
              <a:gd name="connsiteY126041" fmla="*/ 543635 h 2398711"/>
              <a:gd name="connsiteX126042" fmla="*/ 1587572 w 2119654"/>
              <a:gd name="connsiteY126042" fmla="*/ 569551 h 2398711"/>
              <a:gd name="connsiteX126043" fmla="*/ 1592402 w 2119654"/>
              <a:gd name="connsiteY126043" fmla="*/ 608380 h 2398711"/>
              <a:gd name="connsiteX126044" fmla="*/ 1592518 w 2119654"/>
              <a:gd name="connsiteY126044" fmla="*/ 608454 h 2398711"/>
              <a:gd name="connsiteX126045" fmla="*/ 1594484 w 2119654"/>
              <a:gd name="connsiteY126045" fmla="*/ 614168 h 2398711"/>
              <a:gd name="connsiteX126046" fmla="*/ 1613822 w 2119654"/>
              <a:gd name="connsiteY126046" fmla="*/ 537514 h 2398711"/>
              <a:gd name="connsiteX126047" fmla="*/ 1621420 w 2119654"/>
              <a:gd name="connsiteY126047" fmla="*/ 505541 h 2398711"/>
              <a:gd name="connsiteX126048" fmla="*/ 1621642 w 2119654"/>
              <a:gd name="connsiteY126048" fmla="*/ 505922 h 2398711"/>
              <a:gd name="connsiteX126049" fmla="*/ 1607912 w 2119654"/>
              <a:gd name="connsiteY126049" fmla="*/ 563694 h 2398711"/>
              <a:gd name="connsiteX126050" fmla="*/ 1594885 w 2119654"/>
              <a:gd name="connsiteY126050" fmla="*/ 615330 h 2398711"/>
              <a:gd name="connsiteX126051" fmla="*/ 1597039 w 2119654"/>
              <a:gd name="connsiteY126051" fmla="*/ 621591 h 2398711"/>
              <a:gd name="connsiteX126052" fmla="*/ 1602807 w 2119654"/>
              <a:gd name="connsiteY126052" fmla="*/ 608117 h 2398711"/>
              <a:gd name="connsiteX126053" fmla="*/ 1612143 w 2119654"/>
              <a:gd name="connsiteY126053" fmla="*/ 585452 h 2398711"/>
              <a:gd name="connsiteX126054" fmla="*/ 1612260 w 2119654"/>
              <a:gd name="connsiteY126054" fmla="*/ 585758 h 2398711"/>
              <a:gd name="connsiteX126055" fmla="*/ 1597251 w 2119654"/>
              <a:gd name="connsiteY126055" fmla="*/ 622204 h 2398711"/>
              <a:gd name="connsiteX126056" fmla="*/ 1599435 w 2119654"/>
              <a:gd name="connsiteY126056" fmla="*/ 628550 h 2398711"/>
              <a:gd name="connsiteX126057" fmla="*/ 1601580 w 2119654"/>
              <a:gd name="connsiteY126057" fmla="*/ 615168 h 2398711"/>
              <a:gd name="connsiteX126058" fmla="*/ 1601816 w 2119654"/>
              <a:gd name="connsiteY126058" fmla="*/ 615594 h 2398711"/>
              <a:gd name="connsiteX126059" fmla="*/ 1599643 w 2119654"/>
              <a:gd name="connsiteY126059" fmla="*/ 629153 h 2398711"/>
              <a:gd name="connsiteX126060" fmla="*/ 1611143 w 2119654"/>
              <a:gd name="connsiteY126060" fmla="*/ 662561 h 2398711"/>
              <a:gd name="connsiteX126061" fmla="*/ 1615175 w 2119654"/>
              <a:gd name="connsiteY126061" fmla="*/ 630448 h 2398711"/>
              <a:gd name="connsiteX126062" fmla="*/ 1614911 w 2119654"/>
              <a:gd name="connsiteY126062" fmla="*/ 625835 h 2398711"/>
              <a:gd name="connsiteX126063" fmla="*/ 1613689 w 2119654"/>
              <a:gd name="connsiteY126063" fmla="*/ 610456 h 2398711"/>
              <a:gd name="connsiteX126064" fmla="*/ 1613841 w 2119654"/>
              <a:gd name="connsiteY126064" fmla="*/ 610620 h 2398711"/>
              <a:gd name="connsiteX126065" fmla="*/ 1615323 w 2119654"/>
              <a:gd name="connsiteY126065" fmla="*/ 629268 h 2398711"/>
              <a:gd name="connsiteX126066" fmla="*/ 1616510 w 2119654"/>
              <a:gd name="connsiteY126066" fmla="*/ 619817 h 2398711"/>
              <a:gd name="connsiteX126067" fmla="*/ 1615460 w 2119654"/>
              <a:gd name="connsiteY126067" fmla="*/ 630996 h 2398711"/>
              <a:gd name="connsiteX126068" fmla="*/ 1616049 w 2119654"/>
              <a:gd name="connsiteY126068" fmla="*/ 638408 h 2398711"/>
              <a:gd name="connsiteX126069" fmla="*/ 1618578 w 2119654"/>
              <a:gd name="connsiteY126069" fmla="*/ 676806 h 2398711"/>
              <a:gd name="connsiteX126070" fmla="*/ 1619995 w 2119654"/>
              <a:gd name="connsiteY126070" fmla="*/ 582705 h 2398711"/>
              <a:gd name="connsiteX126071" fmla="*/ 1616990 w 2119654"/>
              <a:gd name="connsiteY126071" fmla="*/ 614702 h 2398711"/>
              <a:gd name="connsiteX126072" fmla="*/ 1620054 w 2119654"/>
              <a:gd name="connsiteY126072" fmla="*/ 578733 h 2398711"/>
              <a:gd name="connsiteX126073" fmla="*/ 1620190 w 2119654"/>
              <a:gd name="connsiteY126073" fmla="*/ 569720 h 2398711"/>
              <a:gd name="connsiteX126074" fmla="*/ 1620261 w 2119654"/>
              <a:gd name="connsiteY126074" fmla="*/ 524784 h 2398711"/>
              <a:gd name="connsiteX126075" fmla="*/ 1620664 w 2119654"/>
              <a:gd name="connsiteY126075" fmla="*/ 525297 h 2398711"/>
              <a:gd name="connsiteX126076" fmla="*/ 1620589 w 2119654"/>
              <a:gd name="connsiteY126076" fmla="*/ 572456 h 2398711"/>
              <a:gd name="connsiteX126077" fmla="*/ 1620841 w 2119654"/>
              <a:gd name="connsiteY126077" fmla="*/ 569499 h 2398711"/>
              <a:gd name="connsiteX126078" fmla="*/ 1621875 w 2119654"/>
              <a:gd name="connsiteY126078" fmla="*/ 555057 h 2398711"/>
              <a:gd name="connsiteX126079" fmla="*/ 1621993 w 2119654"/>
              <a:gd name="connsiteY126079" fmla="*/ 555233 h 2398711"/>
              <a:gd name="connsiteX126080" fmla="*/ 1620585 w 2119654"/>
              <a:gd name="connsiteY126080" fmla="*/ 574888 h 2398711"/>
              <a:gd name="connsiteX126081" fmla="*/ 1620534 w 2119654"/>
              <a:gd name="connsiteY126081" fmla="*/ 606494 h 2398711"/>
              <a:gd name="connsiteX126082" fmla="*/ 1619328 w 2119654"/>
              <a:gd name="connsiteY126082" fmla="*/ 686669 h 2398711"/>
              <a:gd name="connsiteX126083" fmla="*/ 1620996 w 2119654"/>
              <a:gd name="connsiteY126083" fmla="*/ 691735 h 2398711"/>
              <a:gd name="connsiteX126084" fmla="*/ 1621071 w 2119654"/>
              <a:gd name="connsiteY126084" fmla="*/ 682611 h 2398711"/>
              <a:gd name="connsiteX126085" fmla="*/ 1621389 w 2119654"/>
              <a:gd name="connsiteY126085" fmla="*/ 683020 h 2398711"/>
              <a:gd name="connsiteX126086" fmla="*/ 1621309 w 2119654"/>
              <a:gd name="connsiteY126086" fmla="*/ 692686 h 2398711"/>
              <a:gd name="connsiteX126087" fmla="*/ 1621394 w 2119654"/>
              <a:gd name="connsiteY126087" fmla="*/ 692945 h 2398711"/>
              <a:gd name="connsiteX126088" fmla="*/ 1635406 w 2119654"/>
              <a:gd name="connsiteY126088" fmla="*/ 637405 h 2398711"/>
              <a:gd name="connsiteX126089" fmla="*/ 1641073 w 2119654"/>
              <a:gd name="connsiteY126089" fmla="*/ 613557 h 2398711"/>
              <a:gd name="connsiteX126090" fmla="*/ 1641238 w 2119654"/>
              <a:gd name="connsiteY126090" fmla="*/ 613841 h 2398711"/>
              <a:gd name="connsiteX126091" fmla="*/ 1630997 w 2119654"/>
              <a:gd name="connsiteY126091" fmla="*/ 656933 h 2398711"/>
              <a:gd name="connsiteX126092" fmla="*/ 1621687 w 2119654"/>
              <a:gd name="connsiteY126092" fmla="*/ 693836 h 2398711"/>
              <a:gd name="connsiteX126093" fmla="*/ 1627280 w 2119654"/>
              <a:gd name="connsiteY126093" fmla="*/ 710821 h 2398711"/>
              <a:gd name="connsiteX126094" fmla="*/ 1635585 w 2119654"/>
              <a:gd name="connsiteY126094" fmla="*/ 680689 h 2398711"/>
              <a:gd name="connsiteX126095" fmla="*/ 1639279 w 2119654"/>
              <a:gd name="connsiteY126095" fmla="*/ 666548 h 2398711"/>
              <a:gd name="connsiteX126096" fmla="*/ 1639364 w 2119654"/>
              <a:gd name="connsiteY126096" fmla="*/ 666741 h 2398711"/>
              <a:gd name="connsiteX126097" fmla="*/ 1632689 w 2119654"/>
              <a:gd name="connsiteY126097" fmla="*/ 692298 h 2398711"/>
              <a:gd name="connsiteX126098" fmla="*/ 1628305 w 2119654"/>
              <a:gd name="connsiteY126098" fmla="*/ 707682 h 2398711"/>
              <a:gd name="connsiteX126099" fmla="*/ 1628447 w 2119654"/>
              <a:gd name="connsiteY126099" fmla="*/ 707810 h 2398711"/>
              <a:gd name="connsiteX126100" fmla="*/ 1630797 w 2119654"/>
              <a:gd name="connsiteY126100" fmla="*/ 721502 h 2398711"/>
              <a:gd name="connsiteX126101" fmla="*/ 1638207 w 2119654"/>
              <a:gd name="connsiteY126101" fmla="*/ 744010 h 2398711"/>
              <a:gd name="connsiteX126102" fmla="*/ 1638517 w 2119654"/>
              <a:gd name="connsiteY126102" fmla="*/ 743451 h 2398711"/>
              <a:gd name="connsiteX126103" fmla="*/ 1636218 w 2119654"/>
              <a:gd name="connsiteY126103" fmla="*/ 703282 h 2398711"/>
              <a:gd name="connsiteX126104" fmla="*/ 1635306 w 2119654"/>
              <a:gd name="connsiteY126104" fmla="*/ 691813 h 2398711"/>
              <a:gd name="connsiteX126105" fmla="*/ 1635420 w 2119654"/>
              <a:gd name="connsiteY126105" fmla="*/ 691935 h 2398711"/>
              <a:gd name="connsiteX126106" fmla="*/ 1637066 w 2119654"/>
              <a:gd name="connsiteY126106" fmla="*/ 712662 h 2398711"/>
              <a:gd name="connsiteX126107" fmla="*/ 1638953 w 2119654"/>
              <a:gd name="connsiteY126107" fmla="*/ 741301 h 2398711"/>
              <a:gd name="connsiteX126108" fmla="*/ 1639251 w 2119654"/>
              <a:gd name="connsiteY126108" fmla="*/ 721553 h 2398711"/>
              <a:gd name="connsiteX126109" fmla="*/ 1636688 w 2119654"/>
              <a:gd name="connsiteY126109" fmla="*/ 703324 h 2398711"/>
              <a:gd name="connsiteX126110" fmla="*/ 1637121 w 2119654"/>
              <a:gd name="connsiteY126110" fmla="*/ 703738 h 2398711"/>
              <a:gd name="connsiteX126111" fmla="*/ 1639287 w 2119654"/>
              <a:gd name="connsiteY126111" fmla="*/ 719144 h 2398711"/>
              <a:gd name="connsiteX126112" fmla="*/ 1640155 w 2119654"/>
              <a:gd name="connsiteY126112" fmla="*/ 661428 h 2398711"/>
              <a:gd name="connsiteX126113" fmla="*/ 1640208 w 2119654"/>
              <a:gd name="connsiteY126113" fmla="*/ 627910 h 2398711"/>
              <a:gd name="connsiteX126114" fmla="*/ 1640509 w 2119654"/>
              <a:gd name="connsiteY126114" fmla="*/ 628293 h 2398711"/>
              <a:gd name="connsiteX126115" fmla="*/ 1640413 w 2119654"/>
              <a:gd name="connsiteY126115" fmla="*/ 688856 h 2398711"/>
              <a:gd name="connsiteX126116" fmla="*/ 1639892 w 2119654"/>
              <a:gd name="connsiteY126116" fmla="*/ 723449 h 2398711"/>
              <a:gd name="connsiteX126117" fmla="*/ 1640353 w 2119654"/>
              <a:gd name="connsiteY126117" fmla="*/ 726726 h 2398711"/>
              <a:gd name="connsiteX126118" fmla="*/ 1641027 w 2119654"/>
              <a:gd name="connsiteY126118" fmla="*/ 717248 h 2398711"/>
              <a:gd name="connsiteX126119" fmla="*/ 1643590 w 2119654"/>
              <a:gd name="connsiteY126119" fmla="*/ 635087 h 2398711"/>
              <a:gd name="connsiteX126120" fmla="*/ 1644017 w 2119654"/>
              <a:gd name="connsiteY126120" fmla="*/ 610995 h 2398711"/>
              <a:gd name="connsiteX126121" fmla="*/ 1644228 w 2119654"/>
              <a:gd name="connsiteY126121" fmla="*/ 611274 h 2398711"/>
              <a:gd name="connsiteX126122" fmla="*/ 1643457 w 2119654"/>
              <a:gd name="connsiteY126122" fmla="*/ 654805 h 2398711"/>
              <a:gd name="connsiteX126123" fmla="*/ 1641057 w 2119654"/>
              <a:gd name="connsiteY126123" fmla="*/ 731739 h 2398711"/>
              <a:gd name="connsiteX126124" fmla="*/ 1641626 w 2119654"/>
              <a:gd name="connsiteY126124" fmla="*/ 735785 h 2398711"/>
              <a:gd name="connsiteX126125" fmla="*/ 1645960 w 2119654"/>
              <a:gd name="connsiteY126125" fmla="*/ 712457 h 2398711"/>
              <a:gd name="connsiteX126126" fmla="*/ 1648995 w 2119654"/>
              <a:gd name="connsiteY126126" fmla="*/ 694763 h 2398711"/>
              <a:gd name="connsiteX126127" fmla="*/ 1647526 w 2119654"/>
              <a:gd name="connsiteY126127" fmla="*/ 675621 h 2398711"/>
              <a:gd name="connsiteX126128" fmla="*/ 1644511 w 2119654"/>
              <a:gd name="connsiteY126128" fmla="*/ 642240 h 2398711"/>
              <a:gd name="connsiteX126129" fmla="*/ 1644845 w 2119654"/>
              <a:gd name="connsiteY126129" fmla="*/ 642593 h 2398711"/>
              <a:gd name="connsiteX126130" fmla="*/ 1649363 w 2119654"/>
              <a:gd name="connsiteY126130" fmla="*/ 692619 h 2398711"/>
              <a:gd name="connsiteX126131" fmla="*/ 1652857 w 2119654"/>
              <a:gd name="connsiteY126131" fmla="*/ 672252 h 2398711"/>
              <a:gd name="connsiteX126132" fmla="*/ 1653161 w 2119654"/>
              <a:gd name="connsiteY126132" fmla="*/ 672707 h 2398711"/>
              <a:gd name="connsiteX126133" fmla="*/ 1649495 w 2119654"/>
              <a:gd name="connsiteY126133" fmla="*/ 694079 h 2398711"/>
              <a:gd name="connsiteX126134" fmla="*/ 1650293 w 2119654"/>
              <a:gd name="connsiteY126134" fmla="*/ 702912 h 2398711"/>
              <a:gd name="connsiteX126135" fmla="*/ 1651112 w 2119654"/>
              <a:gd name="connsiteY126135" fmla="*/ 713588 h 2398711"/>
              <a:gd name="connsiteX126136" fmla="*/ 1657523 w 2119654"/>
              <a:gd name="connsiteY126136" fmla="*/ 678265 h 2398711"/>
              <a:gd name="connsiteX126137" fmla="*/ 1657822 w 2119654"/>
              <a:gd name="connsiteY126137" fmla="*/ 678722 h 2398711"/>
              <a:gd name="connsiteX126138" fmla="*/ 1651226 w 2119654"/>
              <a:gd name="connsiteY126138" fmla="*/ 715068 h 2398711"/>
              <a:gd name="connsiteX126139" fmla="*/ 1654682 w 2119654"/>
              <a:gd name="connsiteY126139" fmla="*/ 760095 h 2398711"/>
              <a:gd name="connsiteX126140" fmla="*/ 1656838 w 2119654"/>
              <a:gd name="connsiteY126140" fmla="*/ 753422 h 2398711"/>
              <a:gd name="connsiteX126141" fmla="*/ 1653582 w 2119654"/>
              <a:gd name="connsiteY126141" fmla="*/ 727117 h 2398711"/>
              <a:gd name="connsiteX126142" fmla="*/ 1653925 w 2119654"/>
              <a:gd name="connsiteY126142" fmla="*/ 727457 h 2398711"/>
              <a:gd name="connsiteX126143" fmla="*/ 1657056 w 2119654"/>
              <a:gd name="connsiteY126143" fmla="*/ 752747 h 2398711"/>
              <a:gd name="connsiteX126144" fmla="*/ 1658210 w 2119654"/>
              <a:gd name="connsiteY126144" fmla="*/ 749176 h 2398711"/>
              <a:gd name="connsiteX126145" fmla="*/ 1658639 w 2119654"/>
              <a:gd name="connsiteY126145" fmla="*/ 704073 h 2398711"/>
              <a:gd name="connsiteX126146" fmla="*/ 1658471 w 2119654"/>
              <a:gd name="connsiteY126146" fmla="*/ 690754 h 2398711"/>
              <a:gd name="connsiteX126147" fmla="*/ 1658592 w 2119654"/>
              <a:gd name="connsiteY126147" fmla="*/ 690904 h 2398711"/>
              <a:gd name="connsiteX126148" fmla="*/ 1658896 w 2119654"/>
              <a:gd name="connsiteY126148" fmla="*/ 714973 h 2398711"/>
              <a:gd name="connsiteX126149" fmla="*/ 1658582 w 2119654"/>
              <a:gd name="connsiteY126149" fmla="*/ 748026 h 2398711"/>
              <a:gd name="connsiteX126150" fmla="*/ 1659129 w 2119654"/>
              <a:gd name="connsiteY126150" fmla="*/ 746333 h 2398711"/>
              <a:gd name="connsiteX126151" fmla="*/ 1661224 w 2119654"/>
              <a:gd name="connsiteY126151" fmla="*/ 725831 h 2398711"/>
              <a:gd name="connsiteX126152" fmla="*/ 1661485 w 2119654"/>
              <a:gd name="connsiteY126152" fmla="*/ 726242 h 2398711"/>
              <a:gd name="connsiteX126153" fmla="*/ 1659572 w 2119654"/>
              <a:gd name="connsiteY126153" fmla="*/ 744963 h 2398711"/>
              <a:gd name="connsiteX126154" fmla="*/ 1661940 w 2119654"/>
              <a:gd name="connsiteY126154" fmla="*/ 737633 h 2398711"/>
              <a:gd name="connsiteX126155" fmla="*/ 1670931 w 2119654"/>
              <a:gd name="connsiteY126155" fmla="*/ 705480 h 2398711"/>
              <a:gd name="connsiteX126156" fmla="*/ 1670630 w 2119654"/>
              <a:gd name="connsiteY126156" fmla="*/ 704259 h 2398711"/>
              <a:gd name="connsiteX126157" fmla="*/ 1671038 w 2119654"/>
              <a:gd name="connsiteY126157" fmla="*/ 704578 h 2398711"/>
              <a:gd name="connsiteX126158" fmla="*/ 1671106 w 2119654"/>
              <a:gd name="connsiteY126158" fmla="*/ 704852 h 2398711"/>
              <a:gd name="connsiteX126159" fmla="*/ 1671706 w 2119654"/>
              <a:gd name="connsiteY126159" fmla="*/ 702706 h 2398711"/>
              <a:gd name="connsiteX126160" fmla="*/ 1670775 w 2119654"/>
              <a:gd name="connsiteY126160" fmla="*/ 696805 h 2398711"/>
              <a:gd name="connsiteX126161" fmla="*/ 1665592 w 2119654"/>
              <a:gd name="connsiteY126161" fmla="*/ 666601 h 2398711"/>
              <a:gd name="connsiteX126162" fmla="*/ 1665922 w 2119654"/>
              <a:gd name="connsiteY126162" fmla="*/ 666899 h 2398711"/>
              <a:gd name="connsiteX126163" fmla="*/ 1671930 w 2119654"/>
              <a:gd name="connsiteY126163" fmla="*/ 701907 h 2398711"/>
              <a:gd name="connsiteX126164" fmla="*/ 1679354 w 2119654"/>
              <a:gd name="connsiteY126164" fmla="*/ 675352 h 2398711"/>
              <a:gd name="connsiteX126165" fmla="*/ 1677057 w 2119654"/>
              <a:gd name="connsiteY126165" fmla="*/ 612780 h 2398711"/>
              <a:gd name="connsiteX126166" fmla="*/ 1676843 w 2119654"/>
              <a:gd name="connsiteY126166" fmla="*/ 609993 h 2398711"/>
              <a:gd name="connsiteX126167" fmla="*/ 1675086 w 2119654"/>
              <a:gd name="connsiteY126167" fmla="*/ 590540 h 2398711"/>
              <a:gd name="connsiteX126168" fmla="*/ 1675280 w 2119654"/>
              <a:gd name="connsiteY126168" fmla="*/ 590747 h 2398711"/>
              <a:gd name="connsiteX126169" fmla="*/ 1676911 w 2119654"/>
              <a:gd name="connsiteY126169" fmla="*/ 608807 h 2398711"/>
              <a:gd name="connsiteX126170" fmla="*/ 1676216 w 2119654"/>
              <a:gd name="connsiteY126170" fmla="*/ 589842 h 2398711"/>
              <a:gd name="connsiteX126171" fmla="*/ 1669376 w 2119654"/>
              <a:gd name="connsiteY126171" fmla="*/ 500764 h 2398711"/>
              <a:gd name="connsiteX126172" fmla="*/ 1667021 w 2119654"/>
              <a:gd name="connsiteY126172" fmla="*/ 474682 h 2398711"/>
              <a:gd name="connsiteX126173" fmla="*/ 1667281 w 2119654"/>
              <a:gd name="connsiteY126173" fmla="*/ 474959 h 2398711"/>
              <a:gd name="connsiteX126174" fmla="*/ 1671538 w 2119654"/>
              <a:gd name="connsiteY126174" fmla="*/ 522086 h 2398711"/>
              <a:gd name="connsiteX126175" fmla="*/ 1678376 w 2119654"/>
              <a:gd name="connsiteY126175" fmla="*/ 611165 h 2398711"/>
              <a:gd name="connsiteX126176" fmla="*/ 1679341 w 2119654"/>
              <a:gd name="connsiteY126176" fmla="*/ 637437 h 2398711"/>
              <a:gd name="connsiteX126177" fmla="*/ 1681103 w 2119654"/>
              <a:gd name="connsiteY126177" fmla="*/ 660396 h 2398711"/>
              <a:gd name="connsiteX126178" fmla="*/ 1683181 w 2119654"/>
              <a:gd name="connsiteY126178" fmla="*/ 636245 h 2398711"/>
              <a:gd name="connsiteX126179" fmla="*/ 1681008 w 2119654"/>
              <a:gd name="connsiteY126179" fmla="*/ 618784 h 2398711"/>
              <a:gd name="connsiteX126180" fmla="*/ 1676451 w 2119654"/>
              <a:gd name="connsiteY126180" fmla="*/ 585789 h 2398711"/>
              <a:gd name="connsiteX126181" fmla="*/ 1676800 w 2119654"/>
              <a:gd name="connsiteY126181" fmla="*/ 586125 h 2398711"/>
              <a:gd name="connsiteX126182" fmla="*/ 1683389 w 2119654"/>
              <a:gd name="connsiteY126182" fmla="*/ 633831 h 2398711"/>
              <a:gd name="connsiteX126183" fmla="*/ 1684512 w 2119654"/>
              <a:gd name="connsiteY126183" fmla="*/ 620778 h 2398711"/>
              <a:gd name="connsiteX126184" fmla="*/ 1684882 w 2119654"/>
              <a:gd name="connsiteY126184" fmla="*/ 621244 h 2398711"/>
              <a:gd name="connsiteX126185" fmla="*/ 1683642 w 2119654"/>
              <a:gd name="connsiteY126185" fmla="*/ 635662 h 2398711"/>
              <a:gd name="connsiteX126186" fmla="*/ 1685034 w 2119654"/>
              <a:gd name="connsiteY126186" fmla="*/ 645744 h 2398711"/>
              <a:gd name="connsiteX126187" fmla="*/ 1689094 w 2119654"/>
              <a:gd name="connsiteY126187" fmla="*/ 678376 h 2398711"/>
              <a:gd name="connsiteX126188" fmla="*/ 1690499 w 2119654"/>
              <a:gd name="connsiteY126188" fmla="*/ 662363 h 2398711"/>
              <a:gd name="connsiteX126189" fmla="*/ 1686851 w 2119654"/>
              <a:gd name="connsiteY126189" fmla="*/ 647920 h 2398711"/>
              <a:gd name="connsiteX126190" fmla="*/ 1687236 w 2119654"/>
              <a:gd name="connsiteY126190" fmla="*/ 648217 h 2398711"/>
              <a:gd name="connsiteX126191" fmla="*/ 1690579 w 2119654"/>
              <a:gd name="connsiteY126191" fmla="*/ 661452 h 2398711"/>
              <a:gd name="connsiteX126192" fmla="*/ 1695696 w 2119654"/>
              <a:gd name="connsiteY126192" fmla="*/ 603135 h 2398711"/>
              <a:gd name="connsiteX126193" fmla="*/ 1693800 w 2119654"/>
              <a:gd name="connsiteY126193" fmla="*/ 595177 h 2398711"/>
              <a:gd name="connsiteX126194" fmla="*/ 1682794 w 2119654"/>
              <a:gd name="connsiteY126194" fmla="*/ 551611 h 2398711"/>
              <a:gd name="connsiteX126195" fmla="*/ 1683311 w 2119654"/>
              <a:gd name="connsiteY126195" fmla="*/ 552008 h 2398711"/>
              <a:gd name="connsiteX126196" fmla="*/ 1695832 w 2119654"/>
              <a:gd name="connsiteY126196" fmla="*/ 601579 h 2398711"/>
              <a:gd name="connsiteX126197" fmla="*/ 1702706 w 2119654"/>
              <a:gd name="connsiteY126197" fmla="*/ 523247 h 2398711"/>
              <a:gd name="connsiteX126198" fmla="*/ 1705883 w 2119654"/>
              <a:gd name="connsiteY126198" fmla="*/ 479028 h 2398711"/>
              <a:gd name="connsiteX126199" fmla="*/ 1706260 w 2119654"/>
              <a:gd name="connsiteY126199" fmla="*/ 479487 h 2398711"/>
              <a:gd name="connsiteX126200" fmla="*/ 1700517 w 2119654"/>
              <a:gd name="connsiteY126200" fmla="*/ 559391 h 2398711"/>
              <a:gd name="connsiteX126201" fmla="*/ 1696630 w 2119654"/>
              <a:gd name="connsiteY126201" fmla="*/ 604736 h 2398711"/>
              <a:gd name="connsiteX126202" fmla="*/ 1701811 w 2119654"/>
              <a:gd name="connsiteY126202" fmla="*/ 625249 h 2398711"/>
              <a:gd name="connsiteX126203" fmla="*/ 1704073 w 2119654"/>
              <a:gd name="connsiteY126203" fmla="*/ 593781 h 2398711"/>
              <a:gd name="connsiteX126204" fmla="*/ 1704354 w 2119654"/>
              <a:gd name="connsiteY126204" fmla="*/ 594124 h 2398711"/>
              <a:gd name="connsiteX126205" fmla="*/ 1702048 w 2119654"/>
              <a:gd name="connsiteY126205" fmla="*/ 626192 h 2398711"/>
              <a:gd name="connsiteX126206" fmla="*/ 1703196 w 2119654"/>
              <a:gd name="connsiteY126206" fmla="*/ 630732 h 2398711"/>
              <a:gd name="connsiteX126207" fmla="*/ 1721023 w 2119654"/>
              <a:gd name="connsiteY126207" fmla="*/ 705530 h 2398711"/>
              <a:gd name="connsiteX126208" fmla="*/ 1725915 w 2119654"/>
              <a:gd name="connsiteY126208" fmla="*/ 674262 h 2398711"/>
              <a:gd name="connsiteX126209" fmla="*/ 1736192 w 2119654"/>
              <a:gd name="connsiteY126209" fmla="*/ 585515 h 2398711"/>
              <a:gd name="connsiteX126210" fmla="*/ 1738854 w 2119654"/>
              <a:gd name="connsiteY126210" fmla="*/ 559462 h 2398711"/>
              <a:gd name="connsiteX126211" fmla="*/ 1739058 w 2119654"/>
              <a:gd name="connsiteY126211" fmla="*/ 559783 h 2398711"/>
              <a:gd name="connsiteX126212" fmla="*/ 1734248 w 2119654"/>
              <a:gd name="connsiteY126212" fmla="*/ 606859 h 2398711"/>
              <a:gd name="connsiteX126213" fmla="*/ 1728791 w 2119654"/>
              <a:gd name="connsiteY126213" fmla="*/ 653976 h 2398711"/>
              <a:gd name="connsiteX126214" fmla="*/ 1728817 w 2119654"/>
              <a:gd name="connsiteY126214" fmla="*/ 654017 h 2398711"/>
              <a:gd name="connsiteX126215" fmla="*/ 1725229 w 2119654"/>
              <a:gd name="connsiteY126215" fmla="*/ 689129 h 2398711"/>
              <a:gd name="connsiteX126216" fmla="*/ 1722575 w 2119654"/>
              <a:gd name="connsiteY126216" fmla="*/ 712043 h 2398711"/>
              <a:gd name="connsiteX126217" fmla="*/ 1722668 w 2119654"/>
              <a:gd name="connsiteY126217" fmla="*/ 712430 h 2398711"/>
              <a:gd name="connsiteX126218" fmla="*/ 1724129 w 2119654"/>
              <a:gd name="connsiteY126218" fmla="*/ 706728 h 2398711"/>
              <a:gd name="connsiteX126219" fmla="*/ 1727414 w 2119654"/>
              <a:gd name="connsiteY126219" fmla="*/ 692627 h 2398711"/>
              <a:gd name="connsiteX126220" fmla="*/ 1727503 w 2119654"/>
              <a:gd name="connsiteY126220" fmla="*/ 692818 h 2398711"/>
              <a:gd name="connsiteX126221" fmla="*/ 1722803 w 2119654"/>
              <a:gd name="connsiteY126221" fmla="*/ 712997 h 2398711"/>
              <a:gd name="connsiteX126222" fmla="*/ 1723860 w 2119654"/>
              <a:gd name="connsiteY126222" fmla="*/ 717435 h 2398711"/>
              <a:gd name="connsiteX126223" fmla="*/ 1729202 w 2119654"/>
              <a:gd name="connsiteY126223" fmla="*/ 698677 h 2398711"/>
              <a:gd name="connsiteX126224" fmla="*/ 1740756 w 2119654"/>
              <a:gd name="connsiteY126224" fmla="*/ 655874 h 2398711"/>
              <a:gd name="connsiteX126225" fmla="*/ 1741038 w 2119654"/>
              <a:gd name="connsiteY126225" fmla="*/ 656395 h 2398711"/>
              <a:gd name="connsiteX126226" fmla="*/ 1724189 w 2119654"/>
              <a:gd name="connsiteY126226" fmla="*/ 718815 h 2398711"/>
              <a:gd name="connsiteX126227" fmla="*/ 1727823 w 2119654"/>
              <a:gd name="connsiteY126227" fmla="*/ 734063 h 2398711"/>
              <a:gd name="connsiteX126228" fmla="*/ 1730083 w 2119654"/>
              <a:gd name="connsiteY126228" fmla="*/ 725689 h 2398711"/>
              <a:gd name="connsiteX126229" fmla="*/ 1730294 w 2119654"/>
              <a:gd name="connsiteY126229" fmla="*/ 726077 h 2398711"/>
              <a:gd name="connsiteX126230" fmla="*/ 1727971 w 2119654"/>
              <a:gd name="connsiteY126230" fmla="*/ 734682 h 2398711"/>
              <a:gd name="connsiteX126231" fmla="*/ 1736129 w 2119654"/>
              <a:gd name="connsiteY126231" fmla="*/ 768912 h 2398711"/>
              <a:gd name="connsiteX126232" fmla="*/ 1777591 w 2119654"/>
              <a:gd name="connsiteY126232" fmla="*/ 672051 h 2398711"/>
              <a:gd name="connsiteX126233" fmla="*/ 1790107 w 2119654"/>
              <a:gd name="connsiteY126233" fmla="*/ 641664 h 2398711"/>
              <a:gd name="connsiteX126234" fmla="*/ 1790265 w 2119654"/>
              <a:gd name="connsiteY126234" fmla="*/ 642074 h 2398711"/>
              <a:gd name="connsiteX126235" fmla="*/ 1767652 w 2119654"/>
              <a:gd name="connsiteY126235" fmla="*/ 696982 h 2398711"/>
              <a:gd name="connsiteX126236" fmla="*/ 1736390 w 2119654"/>
              <a:gd name="connsiteY126236" fmla="*/ 770010 h 2398711"/>
              <a:gd name="connsiteX126237" fmla="*/ 1738520 w 2119654"/>
              <a:gd name="connsiteY126237" fmla="*/ 778941 h 2398711"/>
              <a:gd name="connsiteX126238" fmla="*/ 1738721 w 2119654"/>
              <a:gd name="connsiteY126238" fmla="*/ 777911 h 2398711"/>
              <a:gd name="connsiteX126239" fmla="*/ 1741906 w 2119654"/>
              <a:gd name="connsiteY126239" fmla="*/ 760337 h 2398711"/>
              <a:gd name="connsiteX126240" fmla="*/ 1742028 w 2119654"/>
              <a:gd name="connsiteY126240" fmla="*/ 760567 h 2398711"/>
              <a:gd name="connsiteX126241" fmla="*/ 1738621 w 2119654"/>
              <a:gd name="connsiteY126241" fmla="*/ 779365 h 2398711"/>
              <a:gd name="connsiteX126242" fmla="*/ 1738738 w 2119654"/>
              <a:gd name="connsiteY126242" fmla="*/ 779856 h 2398711"/>
              <a:gd name="connsiteX126243" fmla="*/ 1738989 w 2119654"/>
              <a:gd name="connsiteY126243" fmla="*/ 781135 h 2398711"/>
              <a:gd name="connsiteX126244" fmla="*/ 1757558 w 2119654"/>
              <a:gd name="connsiteY126244" fmla="*/ 737755 h 2398711"/>
              <a:gd name="connsiteX126245" fmla="*/ 1766894 w 2119654"/>
              <a:gd name="connsiteY126245" fmla="*/ 715089 h 2398711"/>
              <a:gd name="connsiteX126246" fmla="*/ 1767012 w 2119654"/>
              <a:gd name="connsiteY126246" fmla="*/ 715394 h 2398711"/>
              <a:gd name="connsiteX126247" fmla="*/ 1750145 w 2119654"/>
              <a:gd name="connsiteY126247" fmla="*/ 756350 h 2398711"/>
              <a:gd name="connsiteX126248" fmla="*/ 1739161 w 2119654"/>
              <a:gd name="connsiteY126248" fmla="*/ 782009 h 2398711"/>
              <a:gd name="connsiteX126249" fmla="*/ 1745139 w 2119654"/>
              <a:gd name="connsiteY126249" fmla="*/ 812429 h 2398711"/>
              <a:gd name="connsiteX126250" fmla="*/ 1751027 w 2119654"/>
              <a:gd name="connsiteY126250" fmla="*/ 777900 h 2398711"/>
              <a:gd name="connsiteX126251" fmla="*/ 1756331 w 2119654"/>
              <a:gd name="connsiteY126251" fmla="*/ 744804 h 2398711"/>
              <a:gd name="connsiteX126252" fmla="*/ 1756567 w 2119654"/>
              <a:gd name="connsiteY126252" fmla="*/ 745231 h 2398711"/>
              <a:gd name="connsiteX126253" fmla="*/ 1748930 w 2119654"/>
              <a:gd name="connsiteY126253" fmla="*/ 792878 h 2398711"/>
              <a:gd name="connsiteX126254" fmla="*/ 1747405 w 2119654"/>
              <a:gd name="connsiteY126254" fmla="*/ 812343 h 2398711"/>
              <a:gd name="connsiteX126255" fmla="*/ 1746679 w 2119654"/>
              <a:gd name="connsiteY126255" fmla="*/ 820264 h 2398711"/>
              <a:gd name="connsiteX126256" fmla="*/ 1748023 w 2119654"/>
              <a:gd name="connsiteY126256" fmla="*/ 827103 h 2398711"/>
              <a:gd name="connsiteX126257" fmla="*/ 1753500 w 2119654"/>
              <a:gd name="connsiteY126257" fmla="*/ 814791 h 2398711"/>
              <a:gd name="connsiteX126258" fmla="*/ 1753787 w 2119654"/>
              <a:gd name="connsiteY126258" fmla="*/ 814120 h 2398711"/>
              <a:gd name="connsiteX126259" fmla="*/ 1768834 w 2119654"/>
              <a:gd name="connsiteY126259" fmla="*/ 725874 h 2398711"/>
              <a:gd name="connsiteX126260" fmla="*/ 1775946 w 2119654"/>
              <a:gd name="connsiteY126260" fmla="*/ 681504 h 2398711"/>
              <a:gd name="connsiteX126261" fmla="*/ 1776263 w 2119654"/>
              <a:gd name="connsiteY126261" fmla="*/ 682074 h 2398711"/>
              <a:gd name="connsiteX126262" fmla="*/ 1766023 w 2119654"/>
              <a:gd name="connsiteY126262" fmla="*/ 745954 h 2398711"/>
              <a:gd name="connsiteX126263" fmla="*/ 1763980 w 2119654"/>
              <a:gd name="connsiteY126263" fmla="*/ 772050 h 2398711"/>
              <a:gd name="connsiteX126264" fmla="*/ 1761845 w 2119654"/>
              <a:gd name="connsiteY126264" fmla="*/ 795310 h 2398711"/>
              <a:gd name="connsiteX126265" fmla="*/ 1766441 w 2119654"/>
              <a:gd name="connsiteY126265" fmla="*/ 784583 h 2398711"/>
              <a:gd name="connsiteX126266" fmla="*/ 1766593 w 2119654"/>
              <a:gd name="connsiteY126266" fmla="*/ 784996 h 2398711"/>
              <a:gd name="connsiteX126267" fmla="*/ 1761756 w 2119654"/>
              <a:gd name="connsiteY126267" fmla="*/ 796289 h 2398711"/>
              <a:gd name="connsiteX126268" fmla="*/ 1759170 w 2119654"/>
              <a:gd name="connsiteY126268" fmla="*/ 824462 h 2398711"/>
              <a:gd name="connsiteX126269" fmla="*/ 1758235 w 2119654"/>
              <a:gd name="connsiteY126269" fmla="*/ 831532 h 2398711"/>
              <a:gd name="connsiteX126270" fmla="*/ 1765503 w 2119654"/>
              <a:gd name="connsiteY126270" fmla="*/ 795311 h 2398711"/>
              <a:gd name="connsiteX126271" fmla="*/ 1771261 w 2119654"/>
              <a:gd name="connsiteY126271" fmla="*/ 749448 h 2398711"/>
              <a:gd name="connsiteX126272" fmla="*/ 1768015 w 2119654"/>
              <a:gd name="connsiteY126272" fmla="*/ 784030 h 2398711"/>
              <a:gd name="connsiteX126273" fmla="*/ 1756103 w 2119654"/>
              <a:gd name="connsiteY126273" fmla="*/ 850405 h 2398711"/>
              <a:gd name="connsiteX126274" fmla="*/ 1755495 w 2119654"/>
              <a:gd name="connsiteY126274" fmla="*/ 852251 h 2398711"/>
              <a:gd name="connsiteX126275" fmla="*/ 1754477 w 2119654"/>
              <a:gd name="connsiteY126275" fmla="*/ 859950 h 2398711"/>
              <a:gd name="connsiteX126276" fmla="*/ 1755700 w 2119654"/>
              <a:gd name="connsiteY126276" fmla="*/ 866174 h 2398711"/>
              <a:gd name="connsiteX126277" fmla="*/ 1759769 w 2119654"/>
              <a:gd name="connsiteY126277" fmla="*/ 858352 h 2398711"/>
              <a:gd name="connsiteX126278" fmla="*/ 1788243 w 2119654"/>
              <a:gd name="connsiteY126278" fmla="*/ 749217 h 2398711"/>
              <a:gd name="connsiteX126279" fmla="*/ 1795963 w 2119654"/>
              <a:gd name="connsiteY126279" fmla="*/ 687731 h 2398711"/>
              <a:gd name="connsiteX126280" fmla="*/ 1791611 w 2119654"/>
              <a:gd name="connsiteY126280" fmla="*/ 734093 h 2398711"/>
              <a:gd name="connsiteX126281" fmla="*/ 1775640 w 2119654"/>
              <a:gd name="connsiteY126281" fmla="*/ 823081 h 2398711"/>
              <a:gd name="connsiteX126282" fmla="*/ 1763651 w 2119654"/>
              <a:gd name="connsiteY126282" fmla="*/ 859498 h 2398711"/>
              <a:gd name="connsiteX126283" fmla="*/ 1761368 w 2119654"/>
              <a:gd name="connsiteY126283" fmla="*/ 867749 h 2398711"/>
              <a:gd name="connsiteX126284" fmla="*/ 1768615 w 2119654"/>
              <a:gd name="connsiteY126284" fmla="*/ 856750 h 2398711"/>
              <a:gd name="connsiteX126285" fmla="*/ 1768672 w 2119654"/>
              <a:gd name="connsiteY126285" fmla="*/ 857075 h 2398711"/>
              <a:gd name="connsiteX126286" fmla="*/ 1761170 w 2119654"/>
              <a:gd name="connsiteY126286" fmla="*/ 868461 h 2398711"/>
              <a:gd name="connsiteX126287" fmla="*/ 1758087 w 2119654"/>
              <a:gd name="connsiteY126287" fmla="*/ 878321 h 2398711"/>
              <a:gd name="connsiteX126288" fmla="*/ 1758211 w 2119654"/>
              <a:gd name="connsiteY126288" fmla="*/ 878950 h 2398711"/>
              <a:gd name="connsiteX126289" fmla="*/ 1760819 w 2119654"/>
              <a:gd name="connsiteY126289" fmla="*/ 871408 h 2398711"/>
              <a:gd name="connsiteX126290" fmla="*/ 1760882 w 2119654"/>
              <a:gd name="connsiteY126290" fmla="*/ 871594 h 2398711"/>
              <a:gd name="connsiteX126291" fmla="*/ 1758256 w 2119654"/>
              <a:gd name="connsiteY126291" fmla="*/ 879184 h 2398711"/>
              <a:gd name="connsiteX126292" fmla="*/ 1758794 w 2119654"/>
              <a:gd name="connsiteY126292" fmla="*/ 881920 h 2398711"/>
              <a:gd name="connsiteX126293" fmla="*/ 1768287 w 2119654"/>
              <a:gd name="connsiteY126293" fmla="*/ 867937 h 2398711"/>
              <a:gd name="connsiteX126294" fmla="*/ 1772217 w 2119654"/>
              <a:gd name="connsiteY126294" fmla="*/ 851067 h 2398711"/>
              <a:gd name="connsiteX126295" fmla="*/ 1772238 w 2119654"/>
              <a:gd name="connsiteY126295" fmla="*/ 849867 h 2398711"/>
              <a:gd name="connsiteX126296" fmla="*/ 1772436 w 2119654"/>
              <a:gd name="connsiteY126296" fmla="*/ 850126 h 2398711"/>
              <a:gd name="connsiteX126297" fmla="*/ 1772670 w 2119654"/>
              <a:gd name="connsiteY126297" fmla="*/ 849123 h 2398711"/>
              <a:gd name="connsiteX126298" fmla="*/ 1772822 w 2119654"/>
              <a:gd name="connsiteY126298" fmla="*/ 849450 h 2398711"/>
              <a:gd name="connsiteX126299" fmla="*/ 1772601 w 2119654"/>
              <a:gd name="connsiteY126299" fmla="*/ 850400 h 2398711"/>
              <a:gd name="connsiteX126300" fmla="*/ 1772398 w 2119654"/>
              <a:gd name="connsiteY126300" fmla="*/ 861882 h 2398711"/>
              <a:gd name="connsiteX126301" fmla="*/ 1774333 w 2119654"/>
              <a:gd name="connsiteY126301" fmla="*/ 859030 h 2398711"/>
              <a:gd name="connsiteX126302" fmla="*/ 1774962 w 2119654"/>
              <a:gd name="connsiteY126302" fmla="*/ 858077 h 2398711"/>
              <a:gd name="connsiteX126303" fmla="*/ 1775846 w 2119654"/>
              <a:gd name="connsiteY126303" fmla="*/ 855916 h 2398711"/>
              <a:gd name="connsiteX126304" fmla="*/ 1775994 w 2119654"/>
              <a:gd name="connsiteY126304" fmla="*/ 856297 h 2398711"/>
              <a:gd name="connsiteX126305" fmla="*/ 1775764 w 2119654"/>
              <a:gd name="connsiteY126305" fmla="*/ 856860 h 2398711"/>
              <a:gd name="connsiteX126306" fmla="*/ 1778768 w 2119654"/>
              <a:gd name="connsiteY126306" fmla="*/ 852300 h 2398711"/>
              <a:gd name="connsiteX126307" fmla="*/ 1790336 w 2119654"/>
              <a:gd name="connsiteY126307" fmla="*/ 810327 h 2398711"/>
              <a:gd name="connsiteX126308" fmla="*/ 1794030 w 2119654"/>
              <a:gd name="connsiteY126308" fmla="*/ 796183 h 2398711"/>
              <a:gd name="connsiteX126309" fmla="*/ 1794116 w 2119654"/>
              <a:gd name="connsiteY126309" fmla="*/ 796377 h 2398711"/>
              <a:gd name="connsiteX126310" fmla="*/ 1787441 w 2119654"/>
              <a:gd name="connsiteY126310" fmla="*/ 821933 h 2398711"/>
              <a:gd name="connsiteX126311" fmla="*/ 1778804 w 2119654"/>
              <a:gd name="connsiteY126311" fmla="*/ 852245 h 2398711"/>
              <a:gd name="connsiteX126312" fmla="*/ 1792414 w 2119654"/>
              <a:gd name="connsiteY126312" fmla="*/ 831588 h 2398711"/>
              <a:gd name="connsiteX126313" fmla="*/ 1792491 w 2119654"/>
              <a:gd name="connsiteY126313" fmla="*/ 832022 h 2398711"/>
              <a:gd name="connsiteX126314" fmla="*/ 1778528 w 2119654"/>
              <a:gd name="connsiteY126314" fmla="*/ 853214 h 2398711"/>
              <a:gd name="connsiteX126315" fmla="*/ 1778162 w 2119654"/>
              <a:gd name="connsiteY126315" fmla="*/ 854500 h 2398711"/>
              <a:gd name="connsiteX126316" fmla="*/ 1778507 w 2119654"/>
              <a:gd name="connsiteY126316" fmla="*/ 853245 h 2398711"/>
              <a:gd name="connsiteX126317" fmla="*/ 1775170 w 2119654"/>
              <a:gd name="connsiteY126317" fmla="*/ 858311 h 2398711"/>
              <a:gd name="connsiteX126318" fmla="*/ 1772338 w 2119654"/>
              <a:gd name="connsiteY126318" fmla="*/ 865234 h 2398711"/>
              <a:gd name="connsiteX126319" fmla="*/ 1772187 w 2119654"/>
              <a:gd name="connsiteY126319" fmla="*/ 873757 h 2398711"/>
              <a:gd name="connsiteX126320" fmla="*/ 1776746 w 2119654"/>
              <a:gd name="connsiteY126320" fmla="*/ 859468 h 2398711"/>
              <a:gd name="connsiteX126321" fmla="*/ 1772155 w 2119654"/>
              <a:gd name="connsiteY126321" fmla="*/ 875581 h 2398711"/>
              <a:gd name="connsiteX126322" fmla="*/ 1771786 w 2119654"/>
              <a:gd name="connsiteY126322" fmla="*/ 896387 h 2398711"/>
              <a:gd name="connsiteX126323" fmla="*/ 1783556 w 2119654"/>
              <a:gd name="connsiteY126323" fmla="*/ 863431 h 2398711"/>
              <a:gd name="connsiteX126324" fmla="*/ 1796669 w 2119654"/>
              <a:gd name="connsiteY126324" fmla="*/ 824804 h 2398711"/>
              <a:gd name="connsiteX126325" fmla="*/ 1796898 w 2119654"/>
              <a:gd name="connsiteY126325" fmla="*/ 825301 h 2398711"/>
              <a:gd name="connsiteX126326" fmla="*/ 1773203 w 2119654"/>
              <a:gd name="connsiteY126326" fmla="*/ 895098 h 2398711"/>
              <a:gd name="connsiteX126327" fmla="*/ 1771735 w 2119654"/>
              <a:gd name="connsiteY126327" fmla="*/ 899235 h 2398711"/>
              <a:gd name="connsiteX126328" fmla="*/ 1771396 w 2119654"/>
              <a:gd name="connsiteY126328" fmla="*/ 918380 h 2398711"/>
              <a:gd name="connsiteX126329" fmla="*/ 1774194 w 2119654"/>
              <a:gd name="connsiteY126329" fmla="*/ 911156 h 2398711"/>
              <a:gd name="connsiteX126330" fmla="*/ 1778595 w 2119654"/>
              <a:gd name="connsiteY126330" fmla="*/ 898582 h 2398711"/>
              <a:gd name="connsiteX126331" fmla="*/ 1778658 w 2119654"/>
              <a:gd name="connsiteY126331" fmla="*/ 898765 h 2398711"/>
              <a:gd name="connsiteX126332" fmla="*/ 1771375 w 2119654"/>
              <a:gd name="connsiteY126332" fmla="*/ 919575 h 2398711"/>
              <a:gd name="connsiteX126333" fmla="*/ 1771301 w 2119654"/>
              <a:gd name="connsiteY126333" fmla="*/ 923681 h 2398711"/>
              <a:gd name="connsiteX126334" fmla="*/ 1771351 w 2119654"/>
              <a:gd name="connsiteY126334" fmla="*/ 927063 h 2398711"/>
              <a:gd name="connsiteX126335" fmla="*/ 1784298 w 2119654"/>
              <a:gd name="connsiteY126335" fmla="*/ 894836 h 2398711"/>
              <a:gd name="connsiteX126336" fmla="*/ 1803316 w 2119654"/>
              <a:gd name="connsiteY126336" fmla="*/ 835231 h 2398711"/>
              <a:gd name="connsiteX126337" fmla="*/ 1790433 w 2119654"/>
              <a:gd name="connsiteY126337" fmla="*/ 880446 h 2398711"/>
              <a:gd name="connsiteX126338" fmla="*/ 1771404 w 2119654"/>
              <a:gd name="connsiteY126338" fmla="*/ 930768 h 2398711"/>
              <a:gd name="connsiteX126339" fmla="*/ 1771475 w 2119654"/>
              <a:gd name="connsiteY126339" fmla="*/ 935742 h 2398711"/>
              <a:gd name="connsiteX126340" fmla="*/ 1774190 w 2119654"/>
              <a:gd name="connsiteY126340" fmla="*/ 929196 h 2398711"/>
              <a:gd name="connsiteX126341" fmla="*/ 1774294 w 2119654"/>
              <a:gd name="connsiteY126341" fmla="*/ 929471 h 2398711"/>
              <a:gd name="connsiteX126342" fmla="*/ 1771483 w 2119654"/>
              <a:gd name="connsiteY126342" fmla="*/ 936251 h 2398711"/>
              <a:gd name="connsiteX126343" fmla="*/ 1771641 w 2119654"/>
              <a:gd name="connsiteY126343" fmla="*/ 947146 h 2398711"/>
              <a:gd name="connsiteX126344" fmla="*/ 1778108 w 2119654"/>
              <a:gd name="connsiteY126344" fmla="*/ 938524 h 2398711"/>
              <a:gd name="connsiteX126345" fmla="*/ 1779318 w 2119654"/>
              <a:gd name="connsiteY126345" fmla="*/ 927405 h 2398711"/>
              <a:gd name="connsiteX126346" fmla="*/ 1779523 w 2119654"/>
              <a:gd name="connsiteY126346" fmla="*/ 927733 h 2398711"/>
              <a:gd name="connsiteX126347" fmla="*/ 1778389 w 2119654"/>
              <a:gd name="connsiteY126347" fmla="*/ 938150 h 2398711"/>
              <a:gd name="connsiteX126348" fmla="*/ 1788884 w 2119654"/>
              <a:gd name="connsiteY126348" fmla="*/ 924157 h 2398711"/>
              <a:gd name="connsiteX126349" fmla="*/ 1795299 w 2119654"/>
              <a:gd name="connsiteY126349" fmla="*/ 915354 h 2398711"/>
              <a:gd name="connsiteX126350" fmla="*/ 1795663 w 2119654"/>
              <a:gd name="connsiteY126350" fmla="*/ 914104 h 2398711"/>
              <a:gd name="connsiteX126351" fmla="*/ 1795610 w 2119654"/>
              <a:gd name="connsiteY126351" fmla="*/ 910429 h 2398711"/>
              <a:gd name="connsiteX126352" fmla="*/ 1795862 w 2119654"/>
              <a:gd name="connsiteY126352" fmla="*/ 910741 h 2398711"/>
              <a:gd name="connsiteX126353" fmla="*/ 1795900 w 2119654"/>
              <a:gd name="connsiteY126353" fmla="*/ 913290 h 2398711"/>
              <a:gd name="connsiteX126354" fmla="*/ 1796072 w 2119654"/>
              <a:gd name="connsiteY126354" fmla="*/ 912696 h 2398711"/>
              <a:gd name="connsiteX126355" fmla="*/ 1801292 w 2119654"/>
              <a:gd name="connsiteY126355" fmla="*/ 893805 h 2398711"/>
              <a:gd name="connsiteX126356" fmla="*/ 1801402 w 2119654"/>
              <a:gd name="connsiteY126356" fmla="*/ 894067 h 2398711"/>
              <a:gd name="connsiteX126357" fmla="*/ 1795909 w 2119654"/>
              <a:gd name="connsiteY126357" fmla="*/ 913948 h 2398711"/>
              <a:gd name="connsiteX126358" fmla="*/ 1795917 w 2119654"/>
              <a:gd name="connsiteY126358" fmla="*/ 914506 h 2398711"/>
              <a:gd name="connsiteX126359" fmla="*/ 1805819 w 2119654"/>
              <a:gd name="connsiteY126359" fmla="*/ 900918 h 2398711"/>
              <a:gd name="connsiteX126360" fmla="*/ 1806884 w 2119654"/>
              <a:gd name="connsiteY126360" fmla="*/ 897623 h 2398711"/>
              <a:gd name="connsiteX126361" fmla="*/ 1806911 w 2119654"/>
              <a:gd name="connsiteY126361" fmla="*/ 865619 h 2398711"/>
              <a:gd name="connsiteX126362" fmla="*/ 1804317 w 2119654"/>
              <a:gd name="connsiteY126362" fmla="*/ 831826 h 2398711"/>
              <a:gd name="connsiteX126363" fmla="*/ 1803772 w 2119654"/>
              <a:gd name="connsiteY126363" fmla="*/ 833804 h 2398711"/>
              <a:gd name="connsiteX126364" fmla="*/ 1803316 w 2119654"/>
              <a:gd name="connsiteY126364" fmla="*/ 835231 h 2398711"/>
              <a:gd name="connsiteX126365" fmla="*/ 1804310 w 2119654"/>
              <a:gd name="connsiteY126365" fmla="*/ 831741 h 2398711"/>
              <a:gd name="connsiteX126366" fmla="*/ 1802277 w 2119654"/>
              <a:gd name="connsiteY126366" fmla="*/ 805257 h 2398711"/>
              <a:gd name="connsiteX126367" fmla="*/ 1799261 w 2119654"/>
              <a:gd name="connsiteY126367" fmla="*/ 771876 h 2398711"/>
              <a:gd name="connsiteX126368" fmla="*/ 1799596 w 2119654"/>
              <a:gd name="connsiteY126368" fmla="*/ 772230 h 2398711"/>
              <a:gd name="connsiteX126369" fmla="*/ 1804812 w 2119654"/>
              <a:gd name="connsiteY126369" fmla="*/ 829978 h 2398711"/>
              <a:gd name="connsiteX126370" fmla="*/ 1805214 w 2119654"/>
              <a:gd name="connsiteY126370" fmla="*/ 828570 h 2398711"/>
              <a:gd name="connsiteX126371" fmla="*/ 1804816 w 2119654"/>
              <a:gd name="connsiteY126371" fmla="*/ 830014 h 2398711"/>
              <a:gd name="connsiteX126372" fmla="*/ 1805044 w 2119654"/>
              <a:gd name="connsiteY126372" fmla="*/ 832548 h 2398711"/>
              <a:gd name="connsiteX126373" fmla="*/ 1806918 w 2119654"/>
              <a:gd name="connsiteY126373" fmla="*/ 856962 h 2398711"/>
              <a:gd name="connsiteX126374" fmla="*/ 1806925 w 2119654"/>
              <a:gd name="connsiteY126374" fmla="*/ 848771 h 2398711"/>
              <a:gd name="connsiteX126375" fmla="*/ 1806610 w 2119654"/>
              <a:gd name="connsiteY126375" fmla="*/ 823670 h 2398711"/>
              <a:gd name="connsiteX126376" fmla="*/ 1805214 w 2119654"/>
              <a:gd name="connsiteY126376" fmla="*/ 828570 h 2398711"/>
              <a:gd name="connsiteX126377" fmla="*/ 1806608 w 2119654"/>
              <a:gd name="connsiteY126377" fmla="*/ 823511 h 2398711"/>
              <a:gd name="connsiteX126378" fmla="*/ 1806540 w 2119654"/>
              <a:gd name="connsiteY126378" fmla="*/ 818127 h 2398711"/>
              <a:gd name="connsiteX126379" fmla="*/ 1806820 w 2119654"/>
              <a:gd name="connsiteY126379" fmla="*/ 818472 h 2398711"/>
              <a:gd name="connsiteX126380" fmla="*/ 1806872 w 2119654"/>
              <a:gd name="connsiteY126380" fmla="*/ 822555 h 2398711"/>
              <a:gd name="connsiteX126381" fmla="*/ 1821536 w 2119654"/>
              <a:gd name="connsiteY126381" fmla="*/ 769347 h 2398711"/>
              <a:gd name="connsiteX126382" fmla="*/ 1826489 w 2119654"/>
              <a:gd name="connsiteY126382" fmla="*/ 750385 h 2398711"/>
              <a:gd name="connsiteX126383" fmla="*/ 1826604 w 2119654"/>
              <a:gd name="connsiteY126383" fmla="*/ 750646 h 2398711"/>
              <a:gd name="connsiteX126384" fmla="*/ 1817654 w 2119654"/>
              <a:gd name="connsiteY126384" fmla="*/ 784910 h 2398711"/>
              <a:gd name="connsiteX126385" fmla="*/ 1806873 w 2119654"/>
              <a:gd name="connsiteY126385" fmla="*/ 822744 h 2398711"/>
              <a:gd name="connsiteX126386" fmla="*/ 1807380 w 2119654"/>
              <a:gd name="connsiteY126386" fmla="*/ 862969 h 2398711"/>
              <a:gd name="connsiteX126387" fmla="*/ 1809434 w 2119654"/>
              <a:gd name="connsiteY126387" fmla="*/ 889730 h 2398711"/>
              <a:gd name="connsiteX126388" fmla="*/ 1813880 w 2119654"/>
              <a:gd name="connsiteY126388" fmla="*/ 875970 h 2398711"/>
              <a:gd name="connsiteX126389" fmla="*/ 1815976 w 2119654"/>
              <a:gd name="connsiteY126389" fmla="*/ 855468 h 2398711"/>
              <a:gd name="connsiteX126390" fmla="*/ 1816236 w 2119654"/>
              <a:gd name="connsiteY126390" fmla="*/ 855878 h 2398711"/>
              <a:gd name="connsiteX126391" fmla="*/ 1814323 w 2119654"/>
              <a:gd name="connsiteY126391" fmla="*/ 874599 h 2398711"/>
              <a:gd name="connsiteX126392" fmla="*/ 1816692 w 2119654"/>
              <a:gd name="connsiteY126392" fmla="*/ 867270 h 2398711"/>
              <a:gd name="connsiteX126393" fmla="*/ 1834636 w 2119654"/>
              <a:gd name="connsiteY126393" fmla="*/ 803093 h 2398711"/>
              <a:gd name="connsiteX126394" fmla="*/ 1839306 w 2119654"/>
              <a:gd name="connsiteY126394" fmla="*/ 785482 h 2398711"/>
              <a:gd name="connsiteX126395" fmla="*/ 1837545 w 2119654"/>
              <a:gd name="connsiteY126395" fmla="*/ 762552 h 2398711"/>
              <a:gd name="connsiteX126396" fmla="*/ 1833503 w 2119654"/>
              <a:gd name="connsiteY126396" fmla="*/ 717799 h 2398711"/>
              <a:gd name="connsiteX126397" fmla="*/ 1833951 w 2119654"/>
              <a:gd name="connsiteY126397" fmla="*/ 718273 h 2398711"/>
              <a:gd name="connsiteX126398" fmla="*/ 1841255 w 2119654"/>
              <a:gd name="connsiteY126398" fmla="*/ 799140 h 2398711"/>
              <a:gd name="connsiteX126399" fmla="*/ 1844853 w 2119654"/>
              <a:gd name="connsiteY126399" fmla="*/ 846016 h 2398711"/>
              <a:gd name="connsiteX126400" fmla="*/ 1845846 w 2119654"/>
              <a:gd name="connsiteY126400" fmla="*/ 832165 h 2398711"/>
              <a:gd name="connsiteX126401" fmla="*/ 1846048 w 2119654"/>
              <a:gd name="connsiteY126401" fmla="*/ 832462 h 2398711"/>
              <a:gd name="connsiteX126402" fmla="*/ 1844969 w 2119654"/>
              <a:gd name="connsiteY126402" fmla="*/ 847522 h 2398711"/>
              <a:gd name="connsiteX126403" fmla="*/ 1847140 w 2119654"/>
              <a:gd name="connsiteY126403" fmla="*/ 875804 h 2398711"/>
              <a:gd name="connsiteX126404" fmla="*/ 1853102 w 2119654"/>
              <a:gd name="connsiteY126404" fmla="*/ 857353 h 2398711"/>
              <a:gd name="connsiteX126405" fmla="*/ 1855911 w 2119654"/>
              <a:gd name="connsiteY126405" fmla="*/ 829869 h 2398711"/>
              <a:gd name="connsiteX126406" fmla="*/ 1856260 w 2119654"/>
              <a:gd name="connsiteY126406" fmla="*/ 830419 h 2398711"/>
              <a:gd name="connsiteX126407" fmla="*/ 1853696 w 2119654"/>
              <a:gd name="connsiteY126407" fmla="*/ 855519 h 2398711"/>
              <a:gd name="connsiteX126408" fmla="*/ 1856871 w 2119654"/>
              <a:gd name="connsiteY126408" fmla="*/ 845691 h 2398711"/>
              <a:gd name="connsiteX126409" fmla="*/ 1880927 w 2119654"/>
              <a:gd name="connsiteY126409" fmla="*/ 759651 h 2398711"/>
              <a:gd name="connsiteX126410" fmla="*/ 1887639 w 2119654"/>
              <a:gd name="connsiteY126410" fmla="*/ 734337 h 2398711"/>
              <a:gd name="connsiteX126411" fmla="*/ 1887790 w 2119654"/>
              <a:gd name="connsiteY126411" fmla="*/ 734686 h 2398711"/>
              <a:gd name="connsiteX126412" fmla="*/ 1875663 w 2119654"/>
              <a:gd name="connsiteY126412" fmla="*/ 780426 h 2398711"/>
              <a:gd name="connsiteX126413" fmla="*/ 1853137 w 2119654"/>
              <a:gd name="connsiteY126413" fmla="*/ 860993 h 2398711"/>
              <a:gd name="connsiteX126414" fmla="*/ 1850979 w 2119654"/>
              <a:gd name="connsiteY126414" fmla="*/ 882104 h 2398711"/>
              <a:gd name="connsiteX126415" fmla="*/ 1866292 w 2119654"/>
              <a:gd name="connsiteY126415" fmla="*/ 849302 h 2398711"/>
              <a:gd name="connsiteX126416" fmla="*/ 1884410 w 2119654"/>
              <a:gd name="connsiteY126416" fmla="*/ 808838 h 2398711"/>
              <a:gd name="connsiteX126417" fmla="*/ 1884608 w 2119654"/>
              <a:gd name="connsiteY126417" fmla="*/ 809398 h 2398711"/>
              <a:gd name="connsiteX126418" fmla="*/ 1851869 w 2119654"/>
              <a:gd name="connsiteY126418" fmla="*/ 882515 h 2398711"/>
              <a:gd name="connsiteX126419" fmla="*/ 1850674 w 2119654"/>
              <a:gd name="connsiteY126419" fmla="*/ 885087 h 2398711"/>
              <a:gd name="connsiteX126420" fmla="*/ 1849064 w 2119654"/>
              <a:gd name="connsiteY126420" fmla="*/ 900845 h 2398711"/>
              <a:gd name="connsiteX126421" fmla="*/ 1863538 w 2119654"/>
              <a:gd name="connsiteY126421" fmla="*/ 865462 h 2398711"/>
              <a:gd name="connsiteX126422" fmla="*/ 1863736 w 2119654"/>
              <a:gd name="connsiteY126422" fmla="*/ 865972 h 2398711"/>
              <a:gd name="connsiteX126423" fmla="*/ 1849127 w 2119654"/>
              <a:gd name="connsiteY126423" fmla="*/ 901684 h 2398711"/>
              <a:gd name="connsiteX126424" fmla="*/ 1851573 w 2119654"/>
              <a:gd name="connsiteY126424" fmla="*/ 933554 h 2398711"/>
              <a:gd name="connsiteX126425" fmla="*/ 1860657 w 2119654"/>
              <a:gd name="connsiteY126425" fmla="*/ 907456 h 2398711"/>
              <a:gd name="connsiteX126426" fmla="*/ 1878881 w 2119654"/>
              <a:gd name="connsiteY126426" fmla="*/ 836364 h 2398711"/>
              <a:gd name="connsiteX126427" fmla="*/ 1882165 w 2119654"/>
              <a:gd name="connsiteY126427" fmla="*/ 822265 h 2398711"/>
              <a:gd name="connsiteX126428" fmla="*/ 1882254 w 2119654"/>
              <a:gd name="connsiteY126428" fmla="*/ 822455 h 2398711"/>
              <a:gd name="connsiteX126429" fmla="*/ 1876320 w 2119654"/>
              <a:gd name="connsiteY126429" fmla="*/ 847934 h 2398711"/>
              <a:gd name="connsiteX126430" fmla="*/ 1858095 w 2119654"/>
              <a:gd name="connsiteY126430" fmla="*/ 919026 h 2398711"/>
              <a:gd name="connsiteX126431" fmla="*/ 1851838 w 2119654"/>
              <a:gd name="connsiteY126431" fmla="*/ 937003 h 2398711"/>
              <a:gd name="connsiteX126432" fmla="*/ 1852989 w 2119654"/>
              <a:gd name="connsiteY126432" fmla="*/ 951991 h 2398711"/>
              <a:gd name="connsiteX126433" fmla="*/ 1853334 w 2119654"/>
              <a:gd name="connsiteY126433" fmla="*/ 961401 h 2398711"/>
              <a:gd name="connsiteX126434" fmla="*/ 1861324 w 2119654"/>
              <a:gd name="connsiteY126434" fmla="*/ 939522 h 2398711"/>
              <a:gd name="connsiteX126435" fmla="*/ 1867224 w 2119654"/>
              <a:gd name="connsiteY126435" fmla="*/ 922663 h 2398711"/>
              <a:gd name="connsiteX126436" fmla="*/ 1867308 w 2119654"/>
              <a:gd name="connsiteY126436" fmla="*/ 922909 h 2398711"/>
              <a:gd name="connsiteX126437" fmla="*/ 1856647 w 2119654"/>
              <a:gd name="connsiteY126437" fmla="*/ 953369 h 2398711"/>
              <a:gd name="connsiteX126438" fmla="*/ 1853368 w 2119654"/>
              <a:gd name="connsiteY126438" fmla="*/ 962348 h 2398711"/>
              <a:gd name="connsiteX126439" fmla="*/ 1853411 w 2119654"/>
              <a:gd name="connsiteY126439" fmla="*/ 963500 h 2398711"/>
              <a:gd name="connsiteX126440" fmla="*/ 1854601 w 2119654"/>
              <a:gd name="connsiteY126440" fmla="*/ 961209 h 2398711"/>
              <a:gd name="connsiteX126441" fmla="*/ 1858385 w 2119654"/>
              <a:gd name="connsiteY126441" fmla="*/ 953067 h 2398711"/>
              <a:gd name="connsiteX126442" fmla="*/ 1858560 w 2119654"/>
              <a:gd name="connsiteY126442" fmla="*/ 953586 h 2398711"/>
              <a:gd name="connsiteX126443" fmla="*/ 1864944 w 2119654"/>
              <a:gd name="connsiteY126443" fmla="*/ 941292 h 2398711"/>
              <a:gd name="connsiteX126444" fmla="*/ 1865076 w 2119654"/>
              <a:gd name="connsiteY126444" fmla="*/ 941745 h 2398711"/>
              <a:gd name="connsiteX126445" fmla="*/ 1855769 w 2119654"/>
              <a:gd name="connsiteY126445" fmla="*/ 959665 h 2398711"/>
              <a:gd name="connsiteX126446" fmla="*/ 1853454 w 2119654"/>
              <a:gd name="connsiteY126446" fmla="*/ 964647 h 2398711"/>
              <a:gd name="connsiteX126447" fmla="*/ 1853878 w 2119654"/>
              <a:gd name="connsiteY126447" fmla="*/ 976218 h 2398711"/>
              <a:gd name="connsiteX126448" fmla="*/ 1854750 w 2119654"/>
              <a:gd name="connsiteY126448" fmla="*/ 975263 h 2398711"/>
              <a:gd name="connsiteX126449" fmla="*/ 1854756 w 2119654"/>
              <a:gd name="connsiteY126449" fmla="*/ 975591 h 2398711"/>
              <a:gd name="connsiteX126450" fmla="*/ 1853890 w 2119654"/>
              <a:gd name="connsiteY126450" fmla="*/ 976540 h 2398711"/>
              <a:gd name="connsiteX126451" fmla="*/ 1854159 w 2119654"/>
              <a:gd name="connsiteY126451" fmla="*/ 983885 h 2398711"/>
              <a:gd name="connsiteX126452" fmla="*/ 1860806 w 2119654"/>
              <a:gd name="connsiteY126452" fmla="*/ 974267 h 2398711"/>
              <a:gd name="connsiteX126453" fmla="*/ 1860819 w 2119654"/>
              <a:gd name="connsiteY126453" fmla="*/ 974479 h 2398711"/>
              <a:gd name="connsiteX126454" fmla="*/ 1854168 w 2119654"/>
              <a:gd name="connsiteY126454" fmla="*/ 984103 h 2398711"/>
              <a:gd name="connsiteX126455" fmla="*/ 1854393 w 2119654"/>
              <a:gd name="connsiteY126455" fmla="*/ 990222 h 2398711"/>
              <a:gd name="connsiteX126456" fmla="*/ 1881832 w 2119654"/>
              <a:gd name="connsiteY126456" fmla="*/ 933958 h 2398711"/>
              <a:gd name="connsiteX126457" fmla="*/ 1885596 w 2119654"/>
              <a:gd name="connsiteY126457" fmla="*/ 925550 h 2398711"/>
              <a:gd name="connsiteX126458" fmla="*/ 1893577 w 2119654"/>
              <a:gd name="connsiteY126458" fmla="*/ 831849 h 2398711"/>
              <a:gd name="connsiteX126459" fmla="*/ 1895957 w 2119654"/>
              <a:gd name="connsiteY126459" fmla="*/ 798627 h 2398711"/>
              <a:gd name="connsiteX126460" fmla="*/ 1896228 w 2119654"/>
              <a:gd name="connsiteY126460" fmla="*/ 799027 h 2398711"/>
              <a:gd name="connsiteX126461" fmla="*/ 1891928 w 2119654"/>
              <a:gd name="connsiteY126461" fmla="*/ 859057 h 2398711"/>
              <a:gd name="connsiteX126462" fmla="*/ 1886420 w 2119654"/>
              <a:gd name="connsiteY126462" fmla="*/ 923707 h 2398711"/>
              <a:gd name="connsiteX126463" fmla="*/ 1887747 w 2119654"/>
              <a:gd name="connsiteY126463" fmla="*/ 920742 h 2398711"/>
              <a:gd name="connsiteX126464" fmla="*/ 1887798 w 2119654"/>
              <a:gd name="connsiteY126464" fmla="*/ 920947 h 2398711"/>
              <a:gd name="connsiteX126465" fmla="*/ 1886387 w 2119654"/>
              <a:gd name="connsiteY126465" fmla="*/ 924100 h 2398711"/>
              <a:gd name="connsiteX126466" fmla="*/ 1882283 w 2119654"/>
              <a:gd name="connsiteY126466" fmla="*/ 972281 h 2398711"/>
              <a:gd name="connsiteX126467" fmla="*/ 1878949 w 2119654"/>
              <a:gd name="connsiteY126467" fmla="*/ 998838 h 2398711"/>
              <a:gd name="connsiteX126468" fmla="*/ 1886097 w 2119654"/>
              <a:gd name="connsiteY126468" fmla="*/ 984952 h 2398711"/>
              <a:gd name="connsiteX126469" fmla="*/ 1940247 w 2119654"/>
              <a:gd name="connsiteY126469" fmla="*/ 804257 h 2398711"/>
              <a:gd name="connsiteX126470" fmla="*/ 1944651 w 2119654"/>
              <a:gd name="connsiteY126470" fmla="*/ 785353 h 2398711"/>
              <a:gd name="connsiteX126471" fmla="*/ 1944770 w 2119654"/>
              <a:gd name="connsiteY126471" fmla="*/ 785608 h 2398711"/>
              <a:gd name="connsiteX126472" fmla="*/ 1936813 w 2119654"/>
              <a:gd name="connsiteY126472" fmla="*/ 819769 h 2398711"/>
              <a:gd name="connsiteX126473" fmla="*/ 1882663 w 2119654"/>
              <a:gd name="connsiteY126473" fmla="*/ 1000463 h 2398711"/>
              <a:gd name="connsiteX126474" fmla="*/ 1877481 w 2119654"/>
              <a:gd name="connsiteY126474" fmla="*/ 1010529 h 2398711"/>
              <a:gd name="connsiteX126475" fmla="*/ 1876406 w 2119654"/>
              <a:gd name="connsiteY126475" fmla="*/ 1019097 h 2398711"/>
              <a:gd name="connsiteX126476" fmla="*/ 1881103 w 2119654"/>
              <a:gd name="connsiteY126476" fmla="*/ 1011839 h 2398711"/>
              <a:gd name="connsiteX126477" fmla="*/ 1881117 w 2119654"/>
              <a:gd name="connsiteY126477" fmla="*/ 1011996 h 2398711"/>
              <a:gd name="connsiteX126478" fmla="*/ 1876378 w 2119654"/>
              <a:gd name="connsiteY126478" fmla="*/ 1019318 h 2398711"/>
              <a:gd name="connsiteX126479" fmla="*/ 1875594 w 2119654"/>
              <a:gd name="connsiteY126479" fmla="*/ 1025556 h 2398711"/>
              <a:gd name="connsiteX126480" fmla="*/ 1885740 w 2119654"/>
              <a:gd name="connsiteY126480" fmla="*/ 1014746 h 2398711"/>
              <a:gd name="connsiteX126481" fmla="*/ 1891164 w 2119654"/>
              <a:gd name="connsiteY126481" fmla="*/ 1008804 h 2398711"/>
              <a:gd name="connsiteX126482" fmla="*/ 1894268 w 2119654"/>
              <a:gd name="connsiteY126482" fmla="*/ 997095 h 2398711"/>
              <a:gd name="connsiteX126483" fmla="*/ 1894462 w 2119654"/>
              <a:gd name="connsiteY126483" fmla="*/ 997541 h 2398711"/>
              <a:gd name="connsiteX126484" fmla="*/ 1891603 w 2119654"/>
              <a:gd name="connsiteY126484" fmla="*/ 1008324 h 2398711"/>
              <a:gd name="connsiteX126485" fmla="*/ 1907896 w 2119654"/>
              <a:gd name="connsiteY126485" fmla="*/ 990477 h 2398711"/>
              <a:gd name="connsiteX126486" fmla="*/ 1907905 w 2119654"/>
              <a:gd name="connsiteY126486" fmla="*/ 990916 h 2398711"/>
              <a:gd name="connsiteX126487" fmla="*/ 1891435 w 2119654"/>
              <a:gd name="connsiteY126487" fmla="*/ 1008956 h 2398711"/>
              <a:gd name="connsiteX126488" fmla="*/ 1885008 w 2119654"/>
              <a:gd name="connsiteY126488" fmla="*/ 1033196 h 2398711"/>
              <a:gd name="connsiteX126489" fmla="*/ 1904873 w 2119654"/>
              <a:gd name="connsiteY126489" fmla="*/ 1005263 h 2398711"/>
              <a:gd name="connsiteX126490" fmla="*/ 1916015 w 2119654"/>
              <a:gd name="connsiteY126490" fmla="*/ 989141 h 2398711"/>
              <a:gd name="connsiteX126491" fmla="*/ 1916032 w 2119654"/>
              <a:gd name="connsiteY126491" fmla="*/ 989426 h 2398711"/>
              <a:gd name="connsiteX126492" fmla="*/ 1895899 w 2119654"/>
              <a:gd name="connsiteY126492" fmla="*/ 1018557 h 2398711"/>
              <a:gd name="connsiteX126493" fmla="*/ 1884722 w 2119654"/>
              <a:gd name="connsiteY126493" fmla="*/ 1034274 h 2398711"/>
              <a:gd name="connsiteX126494" fmla="*/ 1883035 w 2119654"/>
              <a:gd name="connsiteY126494" fmla="*/ 1040637 h 2398711"/>
              <a:gd name="connsiteX126495" fmla="*/ 1890598 w 2119654"/>
              <a:gd name="connsiteY126495" fmla="*/ 1031788 h 2398711"/>
              <a:gd name="connsiteX126496" fmla="*/ 1890619 w 2119654"/>
              <a:gd name="connsiteY126496" fmla="*/ 1032193 h 2398711"/>
              <a:gd name="connsiteX126497" fmla="*/ 1882870 w 2119654"/>
              <a:gd name="connsiteY126497" fmla="*/ 1041259 h 2398711"/>
              <a:gd name="connsiteX126498" fmla="*/ 1878940 w 2119654"/>
              <a:gd name="connsiteY126498" fmla="*/ 1056080 h 2398711"/>
              <a:gd name="connsiteX126499" fmla="*/ 1875256 w 2119654"/>
              <a:gd name="connsiteY126499" fmla="*/ 1069052 h 2398711"/>
              <a:gd name="connsiteX126500" fmla="*/ 1881552 w 2119654"/>
              <a:gd name="connsiteY126500" fmla="*/ 1061180 h 2398711"/>
              <a:gd name="connsiteX126501" fmla="*/ 1887373 w 2119654"/>
              <a:gd name="connsiteY126501" fmla="*/ 1051629 h 2398711"/>
              <a:gd name="connsiteX126502" fmla="*/ 1944204 w 2119654"/>
              <a:gd name="connsiteY126502" fmla="*/ 935100 h 2398711"/>
              <a:gd name="connsiteX126503" fmla="*/ 1952134 w 2119654"/>
              <a:gd name="connsiteY126503" fmla="*/ 917381 h 2398711"/>
              <a:gd name="connsiteX126504" fmla="*/ 1952202 w 2119654"/>
              <a:gd name="connsiteY126504" fmla="*/ 917655 h 2398711"/>
              <a:gd name="connsiteX126505" fmla="*/ 1937875 w 2119654"/>
              <a:gd name="connsiteY126505" fmla="*/ 949671 h 2398711"/>
              <a:gd name="connsiteX126506" fmla="*/ 1910015 w 2119654"/>
              <a:gd name="connsiteY126506" fmla="*/ 1009749 h 2398711"/>
              <a:gd name="connsiteX126507" fmla="*/ 1887324 w 2119654"/>
              <a:gd name="connsiteY126507" fmla="*/ 1053965 h 2398711"/>
              <a:gd name="connsiteX126508" fmla="*/ 1918951 w 2119654"/>
              <a:gd name="connsiteY126508" fmla="*/ 1014420 h 2398711"/>
              <a:gd name="connsiteX126509" fmla="*/ 1921784 w 2119654"/>
              <a:gd name="connsiteY126509" fmla="*/ 1002956 h 2398711"/>
              <a:gd name="connsiteX126510" fmla="*/ 1927420 w 2119654"/>
              <a:gd name="connsiteY126510" fmla="*/ 978761 h 2398711"/>
              <a:gd name="connsiteX126511" fmla="*/ 1927574 w 2119654"/>
              <a:gd name="connsiteY126511" fmla="*/ 979087 h 2398711"/>
              <a:gd name="connsiteX126512" fmla="*/ 1919505 w 2119654"/>
              <a:gd name="connsiteY126512" fmla="*/ 1013727 h 2398711"/>
              <a:gd name="connsiteX126513" fmla="*/ 1929234 w 2119654"/>
              <a:gd name="connsiteY126513" fmla="*/ 1001561 h 2398711"/>
              <a:gd name="connsiteX126514" fmla="*/ 1943993 w 2119654"/>
              <a:gd name="connsiteY126514" fmla="*/ 982516 h 2398711"/>
              <a:gd name="connsiteX126515" fmla="*/ 1943996 w 2119654"/>
              <a:gd name="connsiteY126515" fmla="*/ 982864 h 2398711"/>
              <a:gd name="connsiteX126516" fmla="*/ 1919256 w 2119654"/>
              <a:gd name="connsiteY126516" fmla="*/ 1014792 h 2398711"/>
              <a:gd name="connsiteX126517" fmla="*/ 1917389 w 2119654"/>
              <a:gd name="connsiteY126517" fmla="*/ 1022807 h 2398711"/>
              <a:gd name="connsiteX126518" fmla="*/ 1897052 w 2119654"/>
              <a:gd name="connsiteY126518" fmla="*/ 1105087 h 2398711"/>
              <a:gd name="connsiteX126519" fmla="*/ 1895753 w 2119654"/>
              <a:gd name="connsiteY126519" fmla="*/ 1109569 h 2398711"/>
              <a:gd name="connsiteX126520" fmla="*/ 1908431 w 2119654"/>
              <a:gd name="connsiteY126520" fmla="*/ 1091328 h 2398711"/>
              <a:gd name="connsiteX126521" fmla="*/ 1895535 w 2119654"/>
              <a:gd name="connsiteY126521" fmla="*/ 1110322 h 2398711"/>
              <a:gd name="connsiteX126522" fmla="*/ 1891941 w 2119654"/>
              <a:gd name="connsiteY126522" fmla="*/ 1122715 h 2398711"/>
              <a:gd name="connsiteX126523" fmla="*/ 1943635 w 2119654"/>
              <a:gd name="connsiteY126523" fmla="*/ 1053794 h 2398711"/>
              <a:gd name="connsiteX126524" fmla="*/ 1956547 w 2119654"/>
              <a:gd name="connsiteY126524" fmla="*/ 1036076 h 2398711"/>
              <a:gd name="connsiteX126525" fmla="*/ 1960877 w 2119654"/>
              <a:gd name="connsiteY126525" fmla="*/ 1019746 h 2398711"/>
              <a:gd name="connsiteX126526" fmla="*/ 1961136 w 2119654"/>
              <a:gd name="connsiteY126526" fmla="*/ 1020346 h 2398711"/>
              <a:gd name="connsiteX126527" fmla="*/ 1957205 w 2119654"/>
              <a:gd name="connsiteY126527" fmla="*/ 1035173 h 2398711"/>
              <a:gd name="connsiteX126528" fmla="*/ 1963110 w 2119654"/>
              <a:gd name="connsiteY126528" fmla="*/ 1027069 h 2398711"/>
              <a:gd name="connsiteX126529" fmla="*/ 1963168 w 2119654"/>
              <a:gd name="connsiteY126529" fmla="*/ 1027509 h 2398711"/>
              <a:gd name="connsiteX126530" fmla="*/ 1956988 w 2119654"/>
              <a:gd name="connsiteY126530" fmla="*/ 1035990 h 2398711"/>
              <a:gd name="connsiteX126531" fmla="*/ 1942181 w 2119654"/>
              <a:gd name="connsiteY126531" fmla="*/ 1091832 h 2398711"/>
              <a:gd name="connsiteX126532" fmla="*/ 1945590 w 2119654"/>
              <a:gd name="connsiteY126532" fmla="*/ 1086966 h 2398711"/>
              <a:gd name="connsiteX126533" fmla="*/ 1949709 w 2119654"/>
              <a:gd name="connsiteY126533" fmla="*/ 1080416 h 2398711"/>
              <a:gd name="connsiteX126534" fmla="*/ 1970880 w 2119654"/>
              <a:gd name="connsiteY126534" fmla="*/ 1045547 h 2398711"/>
              <a:gd name="connsiteX126535" fmla="*/ 1970995 w 2119654"/>
              <a:gd name="connsiteY126535" fmla="*/ 1046083 h 2398711"/>
              <a:gd name="connsiteX126536" fmla="*/ 1952682 w 2119654"/>
              <a:gd name="connsiteY126536" fmla="*/ 1076245 h 2398711"/>
              <a:gd name="connsiteX126537" fmla="*/ 1954925 w 2119654"/>
              <a:gd name="connsiteY126537" fmla="*/ 1072809 h 2398711"/>
              <a:gd name="connsiteX126538" fmla="*/ 1954943 w 2119654"/>
              <a:gd name="connsiteY126538" fmla="*/ 1073019 h 2398711"/>
              <a:gd name="connsiteX126539" fmla="*/ 1950599 w 2119654"/>
              <a:gd name="connsiteY126539" fmla="*/ 1079677 h 2398711"/>
              <a:gd name="connsiteX126540" fmla="*/ 1941377 w 2119654"/>
              <a:gd name="connsiteY126540" fmla="*/ 1094865 h 2398711"/>
              <a:gd name="connsiteX126541" fmla="*/ 1940326 w 2119654"/>
              <a:gd name="connsiteY126541" fmla="*/ 1098829 h 2398711"/>
              <a:gd name="connsiteX126542" fmla="*/ 1927937 w 2119654"/>
              <a:gd name="connsiteY126542" fmla="*/ 1142459 h 2398711"/>
              <a:gd name="connsiteX126543" fmla="*/ 1944304 w 2119654"/>
              <a:gd name="connsiteY126543" fmla="*/ 1115388 h 2398711"/>
              <a:gd name="connsiteX126544" fmla="*/ 1944410 w 2119654"/>
              <a:gd name="connsiteY126544" fmla="*/ 1115870 h 2398711"/>
              <a:gd name="connsiteX126545" fmla="*/ 1927586 w 2119654"/>
              <a:gd name="connsiteY126545" fmla="*/ 1143697 h 2398711"/>
              <a:gd name="connsiteX126546" fmla="*/ 1921741 w 2119654"/>
              <a:gd name="connsiteY126546" fmla="*/ 1164279 h 2398711"/>
              <a:gd name="connsiteX126547" fmla="*/ 1941402 w 2119654"/>
              <a:gd name="connsiteY126547" fmla="*/ 1138531 h 2398711"/>
              <a:gd name="connsiteX126548" fmla="*/ 1962341 w 2119654"/>
              <a:gd name="connsiteY126548" fmla="*/ 1110191 h 2398711"/>
              <a:gd name="connsiteX126549" fmla="*/ 1962399 w 2119654"/>
              <a:gd name="connsiteY126549" fmla="*/ 1110659 h 2398711"/>
              <a:gd name="connsiteX126550" fmla="*/ 1924563 w 2119654"/>
              <a:gd name="connsiteY126550" fmla="*/ 1161867 h 2398711"/>
              <a:gd name="connsiteX126551" fmla="*/ 1921152 w 2119654"/>
              <a:gd name="connsiteY126551" fmla="*/ 1166352 h 2398711"/>
              <a:gd name="connsiteX126552" fmla="*/ 1914463 w 2119654"/>
              <a:gd name="connsiteY126552" fmla="*/ 1189910 h 2398711"/>
              <a:gd name="connsiteX126553" fmla="*/ 1932251 w 2119654"/>
              <a:gd name="connsiteY126553" fmla="*/ 1177522 h 2398711"/>
              <a:gd name="connsiteX126554" fmla="*/ 1952171 w 2119654"/>
              <a:gd name="connsiteY126554" fmla="*/ 1163237 h 2398711"/>
              <a:gd name="connsiteX126555" fmla="*/ 1952109 w 2119654"/>
              <a:gd name="connsiteY126555" fmla="*/ 1163560 h 2398711"/>
              <a:gd name="connsiteX126556" fmla="*/ 1916116 w 2119654"/>
              <a:gd name="connsiteY126556" fmla="*/ 1189372 h 2398711"/>
              <a:gd name="connsiteX126557" fmla="*/ 1914246 w 2119654"/>
              <a:gd name="connsiteY126557" fmla="*/ 1190672 h 2398711"/>
              <a:gd name="connsiteX126558" fmla="*/ 1909969 w 2119654"/>
              <a:gd name="connsiteY126558" fmla="*/ 1205737 h 2398711"/>
              <a:gd name="connsiteX126559" fmla="*/ 1929107 w 2119654"/>
              <a:gd name="connsiteY126559" fmla="*/ 1192487 h 2398711"/>
              <a:gd name="connsiteX126560" fmla="*/ 1954519 w 2119654"/>
              <a:gd name="connsiteY126560" fmla="*/ 1172978 h 2398711"/>
              <a:gd name="connsiteX126561" fmla="*/ 1958072 w 2119654"/>
              <a:gd name="connsiteY126561" fmla="*/ 1165318 h 2398711"/>
              <a:gd name="connsiteX126562" fmla="*/ 1970709 w 2119654"/>
              <a:gd name="connsiteY126562" fmla="*/ 1137076 h 2398711"/>
              <a:gd name="connsiteX126563" fmla="*/ 1997767 w 2119654"/>
              <a:gd name="connsiteY126563" fmla="*/ 1027605 h 2398711"/>
              <a:gd name="connsiteX126564" fmla="*/ 2005324 w 2119654"/>
              <a:gd name="connsiteY126564" fmla="*/ 995165 h 2398711"/>
              <a:gd name="connsiteX126565" fmla="*/ 2005530 w 2119654"/>
              <a:gd name="connsiteY126565" fmla="*/ 995603 h 2398711"/>
              <a:gd name="connsiteX126566" fmla="*/ 1991875 w 2119654"/>
              <a:gd name="connsiteY126566" fmla="*/ 1054219 h 2398711"/>
              <a:gd name="connsiteX126567" fmla="*/ 1964609 w 2119654"/>
              <a:gd name="connsiteY126567" fmla="*/ 1164531 h 2398711"/>
              <a:gd name="connsiteX126568" fmla="*/ 1964348 w 2119654"/>
              <a:gd name="connsiteY126568" fmla="*/ 1165432 h 2398711"/>
              <a:gd name="connsiteX126569" fmla="*/ 1988444 w 2119654"/>
              <a:gd name="connsiteY126569" fmla="*/ 1146934 h 2398711"/>
              <a:gd name="connsiteX126570" fmla="*/ 1989030 w 2119654"/>
              <a:gd name="connsiteY126570" fmla="*/ 1146468 h 2398711"/>
              <a:gd name="connsiteX126571" fmla="*/ 2027063 w 2119654"/>
              <a:gd name="connsiteY126571" fmla="*/ 1095762 h 2398711"/>
              <a:gd name="connsiteX126572" fmla="*/ 2053174 w 2119654"/>
              <a:gd name="connsiteY126572" fmla="*/ 1059932 h 2398711"/>
              <a:gd name="connsiteX126573" fmla="*/ 2053251 w 2119654"/>
              <a:gd name="connsiteY126573" fmla="*/ 1060521 h 2398711"/>
              <a:gd name="connsiteX126574" fmla="*/ 2006069 w 2119654"/>
              <a:gd name="connsiteY126574" fmla="*/ 1125265 h 2398711"/>
              <a:gd name="connsiteX126575" fmla="*/ 1991829 w 2119654"/>
              <a:gd name="connsiteY126575" fmla="*/ 1144251 h 2398711"/>
              <a:gd name="connsiteX126576" fmla="*/ 2003751 w 2119654"/>
              <a:gd name="connsiteY126576" fmla="*/ 1134802 h 2398711"/>
              <a:gd name="connsiteX126577" fmla="*/ 2003686 w 2119654"/>
              <a:gd name="connsiteY126577" fmla="*/ 1135077 h 2398711"/>
              <a:gd name="connsiteX126578" fmla="*/ 1991415 w 2119654"/>
              <a:gd name="connsiteY126578" fmla="*/ 1144803 h 2398711"/>
              <a:gd name="connsiteX126579" fmla="*/ 1957040 w 2119654"/>
              <a:gd name="connsiteY126579" fmla="*/ 1190632 h 2398711"/>
              <a:gd name="connsiteX126580" fmla="*/ 1943295 w 2119654"/>
              <a:gd name="connsiteY126580" fmla="*/ 1238030 h 2398711"/>
              <a:gd name="connsiteX126581" fmla="*/ 1948535 w 2119654"/>
              <a:gd name="connsiteY126581" fmla="*/ 1233683 h 2398711"/>
              <a:gd name="connsiteX126582" fmla="*/ 1971541 w 2119654"/>
              <a:gd name="connsiteY126582" fmla="*/ 1214062 h 2398711"/>
              <a:gd name="connsiteX126583" fmla="*/ 1971499 w 2119654"/>
              <a:gd name="connsiteY126583" fmla="*/ 1214465 h 2398711"/>
              <a:gd name="connsiteX126584" fmla="*/ 1943106 w 2119654"/>
              <a:gd name="connsiteY126584" fmla="*/ 1238681 h 2398711"/>
              <a:gd name="connsiteX126585" fmla="*/ 1935505 w 2119654"/>
              <a:gd name="connsiteY126585" fmla="*/ 1264895 h 2398711"/>
              <a:gd name="connsiteX126586" fmla="*/ 1935873 w 2119654"/>
              <a:gd name="connsiteY126586" fmla="*/ 1264539 h 2398711"/>
              <a:gd name="connsiteX126587" fmla="*/ 1938310 w 2119654"/>
              <a:gd name="connsiteY126587" fmla="*/ 1261441 h 2398711"/>
              <a:gd name="connsiteX126588" fmla="*/ 1938310 w 2119654"/>
              <a:gd name="connsiteY126588" fmla="*/ 1261743 h 2398711"/>
              <a:gd name="connsiteX126589" fmla="*/ 1936864 w 2119654"/>
              <a:gd name="connsiteY126589" fmla="*/ 1263582 h 2398711"/>
              <a:gd name="connsiteX126590" fmla="*/ 1956031 w 2119654"/>
              <a:gd name="connsiteY126590" fmla="*/ 1245075 h 2398711"/>
              <a:gd name="connsiteX126591" fmla="*/ 1957202 w 2119654"/>
              <a:gd name="connsiteY126591" fmla="*/ 1243697 h 2398711"/>
              <a:gd name="connsiteX126592" fmla="*/ 2031591 w 2119654"/>
              <a:gd name="connsiteY126592" fmla="*/ 1137513 h 2398711"/>
              <a:gd name="connsiteX126593" fmla="*/ 2042198 w 2119654"/>
              <a:gd name="connsiteY126593" fmla="*/ 1121255 h 2398711"/>
              <a:gd name="connsiteX126594" fmla="*/ 2042223 w 2119654"/>
              <a:gd name="connsiteY126594" fmla="*/ 1121537 h 2398711"/>
              <a:gd name="connsiteX126595" fmla="*/ 2023057 w 2119654"/>
              <a:gd name="connsiteY126595" fmla="*/ 1150913 h 2398711"/>
              <a:gd name="connsiteX126596" fmla="*/ 1986126 w 2119654"/>
              <a:gd name="connsiteY126596" fmla="*/ 1205881 h 2398711"/>
              <a:gd name="connsiteX126597" fmla="*/ 1960896 w 2119654"/>
              <a:gd name="connsiteY126597" fmla="*/ 1240375 h 2398711"/>
              <a:gd name="connsiteX126598" fmla="*/ 1989274 w 2119654"/>
              <a:gd name="connsiteY126598" fmla="*/ 1212973 h 2398711"/>
              <a:gd name="connsiteX126599" fmla="*/ 2012698 w 2119654"/>
              <a:gd name="connsiteY126599" fmla="*/ 1189630 h 2398711"/>
              <a:gd name="connsiteX126600" fmla="*/ 2012685 w 2119654"/>
              <a:gd name="connsiteY126600" fmla="*/ 1190073 h 2398711"/>
              <a:gd name="connsiteX126601" fmla="*/ 1970361 w 2119654"/>
              <a:gd name="connsiteY126601" fmla="*/ 1232253 h 2398711"/>
              <a:gd name="connsiteX126602" fmla="*/ 1958249 w 2119654"/>
              <a:gd name="connsiteY126602" fmla="*/ 1243996 h 2398711"/>
              <a:gd name="connsiteX126603" fmla="*/ 1948667 w 2119654"/>
              <a:gd name="connsiteY126603" fmla="*/ 1257096 h 2398711"/>
              <a:gd name="connsiteX126604" fmla="*/ 1931051 w 2119654"/>
              <a:gd name="connsiteY126604" fmla="*/ 1277814 h 2398711"/>
              <a:gd name="connsiteX126605" fmla="*/ 1930098 w 2119654"/>
              <a:gd name="connsiteY126605" fmla="*/ 1280382 h 2398711"/>
              <a:gd name="connsiteX126606" fmla="*/ 1945187 w 2119654"/>
              <a:gd name="connsiteY126606" fmla="*/ 1267464 h 2398711"/>
              <a:gd name="connsiteX126607" fmla="*/ 1945149 w 2119654"/>
              <a:gd name="connsiteY126607" fmla="*/ 1267827 h 2398711"/>
              <a:gd name="connsiteX126608" fmla="*/ 1929918 w 2119654"/>
              <a:gd name="connsiteY126608" fmla="*/ 1280868 h 2398711"/>
              <a:gd name="connsiteX126609" fmla="*/ 1922741 w 2119654"/>
              <a:gd name="connsiteY126609" fmla="*/ 1300203 h 2398711"/>
              <a:gd name="connsiteX126610" fmla="*/ 1929896 w 2119654"/>
              <a:gd name="connsiteY126610" fmla="*/ 1295694 h 2398711"/>
              <a:gd name="connsiteX126611" fmla="*/ 1929779 w 2119654"/>
              <a:gd name="connsiteY126611" fmla="*/ 1296024 h 2398711"/>
              <a:gd name="connsiteX126612" fmla="*/ 1922617 w 2119654"/>
              <a:gd name="connsiteY126612" fmla="*/ 1300538 h 2398711"/>
              <a:gd name="connsiteX126613" fmla="*/ 1920885 w 2119654"/>
              <a:gd name="connsiteY126613" fmla="*/ 1305203 h 2398711"/>
              <a:gd name="connsiteX126614" fmla="*/ 1926767 w 2119654"/>
              <a:gd name="connsiteY126614" fmla="*/ 1300759 h 2398711"/>
              <a:gd name="connsiteX126615" fmla="*/ 1926713 w 2119654"/>
              <a:gd name="connsiteY126615" fmla="*/ 1300963 h 2398711"/>
              <a:gd name="connsiteX126616" fmla="*/ 1920801 w 2119654"/>
              <a:gd name="connsiteY126616" fmla="*/ 1305430 h 2398711"/>
              <a:gd name="connsiteX126617" fmla="*/ 1912136 w 2119654"/>
              <a:gd name="connsiteY126617" fmla="*/ 1328774 h 2398711"/>
              <a:gd name="connsiteX126618" fmla="*/ 1918371 w 2119654"/>
              <a:gd name="connsiteY126618" fmla="*/ 1324707 h 2398711"/>
              <a:gd name="connsiteX126619" fmla="*/ 1945816 w 2119654"/>
              <a:gd name="connsiteY126619" fmla="*/ 1306260 h 2398711"/>
              <a:gd name="connsiteX126620" fmla="*/ 1945719 w 2119654"/>
              <a:gd name="connsiteY126620" fmla="*/ 1306694 h 2398711"/>
              <a:gd name="connsiteX126621" fmla="*/ 1911893 w 2119654"/>
              <a:gd name="connsiteY126621" fmla="*/ 1329429 h 2398711"/>
              <a:gd name="connsiteX126622" fmla="*/ 1911240 w 2119654"/>
              <a:gd name="connsiteY126622" fmla="*/ 1331189 h 2398711"/>
              <a:gd name="connsiteX126623" fmla="*/ 1919567 w 2119654"/>
              <a:gd name="connsiteY126623" fmla="*/ 1325877 h 2398711"/>
              <a:gd name="connsiteX126624" fmla="*/ 2011800 w 2119654"/>
              <a:gd name="connsiteY126624" fmla="*/ 1261644 h 2398711"/>
              <a:gd name="connsiteX126625" fmla="*/ 2038506 w 2119654"/>
              <a:gd name="connsiteY126625" fmla="*/ 1242493 h 2398711"/>
              <a:gd name="connsiteX126626" fmla="*/ 2038423 w 2119654"/>
              <a:gd name="connsiteY126626" fmla="*/ 1242925 h 2398711"/>
              <a:gd name="connsiteX126627" fmla="*/ 1990167 w 2119654"/>
              <a:gd name="connsiteY126627" fmla="*/ 1277530 h 2398711"/>
              <a:gd name="connsiteX126628" fmla="*/ 1910585 w 2119654"/>
              <a:gd name="connsiteY126628" fmla="*/ 1332952 h 2398711"/>
              <a:gd name="connsiteX126629" fmla="*/ 1909537 w 2119654"/>
              <a:gd name="connsiteY126629" fmla="*/ 1335774 h 2398711"/>
              <a:gd name="connsiteX126630" fmla="*/ 1950617 w 2119654"/>
              <a:gd name="connsiteY126630" fmla="*/ 1313367 h 2398711"/>
              <a:gd name="connsiteX126631" fmla="*/ 1967639 w 2119654"/>
              <a:gd name="connsiteY126631" fmla="*/ 1303784 h 2398711"/>
              <a:gd name="connsiteX126632" fmla="*/ 1967531 w 2119654"/>
              <a:gd name="connsiteY126632" fmla="*/ 1304045 h 2398711"/>
              <a:gd name="connsiteX126633" fmla="*/ 1936775 w 2119654"/>
              <a:gd name="connsiteY126633" fmla="*/ 1321362 h 2398711"/>
              <a:gd name="connsiteX126634" fmla="*/ 1909330 w 2119654"/>
              <a:gd name="connsiteY126634" fmla="*/ 1336331 h 2398711"/>
              <a:gd name="connsiteX126635" fmla="*/ 1908925 w 2119654"/>
              <a:gd name="connsiteY126635" fmla="*/ 1337424 h 2398711"/>
              <a:gd name="connsiteX126636" fmla="*/ 1916105 w 2119654"/>
              <a:gd name="connsiteY126636" fmla="*/ 1341247 h 2398711"/>
              <a:gd name="connsiteX126637" fmla="*/ 1920136 w 2119654"/>
              <a:gd name="connsiteY126637" fmla="*/ 1338053 h 2398711"/>
              <a:gd name="connsiteX126638" fmla="*/ 1920023 w 2119654"/>
              <a:gd name="connsiteY126638" fmla="*/ 1338526 h 2398711"/>
              <a:gd name="connsiteX126639" fmla="*/ 1916395 w 2119654"/>
              <a:gd name="connsiteY126639" fmla="*/ 1341402 h 2398711"/>
              <a:gd name="connsiteX126640" fmla="*/ 1918272 w 2119654"/>
              <a:gd name="connsiteY126640" fmla="*/ 1342401 h 2398711"/>
              <a:gd name="connsiteX126641" fmla="*/ 1929302 w 2119654"/>
              <a:gd name="connsiteY126641" fmla="*/ 1335907 h 2398711"/>
              <a:gd name="connsiteX126642" fmla="*/ 2087136 w 2119654"/>
              <a:gd name="connsiteY126642" fmla="*/ 1220633 h 2398711"/>
              <a:gd name="connsiteX126643" fmla="*/ 2107660 w 2119654"/>
              <a:gd name="connsiteY126643" fmla="*/ 1204369 h 2398711"/>
              <a:gd name="connsiteX126644" fmla="*/ 2107572 w 2119654"/>
              <a:gd name="connsiteY126644" fmla="*/ 1204739 h 2398711"/>
              <a:gd name="connsiteX126645" fmla="*/ 2070485 w 2119654"/>
              <a:gd name="connsiteY126645" fmla="*/ 1234129 h 2398711"/>
              <a:gd name="connsiteX126646" fmla="*/ 1999726 w 2119654"/>
              <a:gd name="connsiteY126646" fmla="*/ 1288671 h 2398711"/>
              <a:gd name="connsiteX126647" fmla="*/ 1952465 w 2119654"/>
              <a:gd name="connsiteY126647" fmla="*/ 1322180 h 2398711"/>
              <a:gd name="connsiteX126648" fmla="*/ 1933945 w 2119654"/>
              <a:gd name="connsiteY126648" fmla="*/ 1342901 h 2398711"/>
              <a:gd name="connsiteX126649" fmla="*/ 1929767 w 2119654"/>
              <a:gd name="connsiteY126649" fmla="*/ 1347373 h 2398711"/>
              <a:gd name="connsiteX126650" fmla="*/ 1946938 w 2119654"/>
              <a:gd name="connsiteY126650" fmla="*/ 1339057 h 2398711"/>
              <a:gd name="connsiteX126651" fmla="*/ 1954692 w 2119654"/>
              <a:gd name="connsiteY126651" fmla="*/ 1329029 h 2398711"/>
              <a:gd name="connsiteX126652" fmla="*/ 1963857 w 2119654"/>
              <a:gd name="connsiteY126652" fmla="*/ 1316618 h 2398711"/>
              <a:gd name="connsiteX126653" fmla="*/ 1963864 w 2119654"/>
              <a:gd name="connsiteY126653" fmla="*/ 1316842 h 2398711"/>
              <a:gd name="connsiteX126654" fmla="*/ 1947748 w 2119654"/>
              <a:gd name="connsiteY126654" fmla="*/ 1338666 h 2398711"/>
              <a:gd name="connsiteX126655" fmla="*/ 1958642 w 2119654"/>
              <a:gd name="connsiteY126655" fmla="*/ 1333389 h 2398711"/>
              <a:gd name="connsiteX126656" fmla="*/ 1980554 w 2119654"/>
              <a:gd name="connsiteY126656" fmla="*/ 1322403 h 2398711"/>
              <a:gd name="connsiteX126657" fmla="*/ 1980442 w 2119654"/>
              <a:gd name="connsiteY126657" fmla="*/ 1322713 h 2398711"/>
              <a:gd name="connsiteX126658" fmla="*/ 1947227 w 2119654"/>
              <a:gd name="connsiteY126658" fmla="*/ 1339366 h 2398711"/>
              <a:gd name="connsiteX126659" fmla="*/ 1917670 w 2119654"/>
              <a:gd name="connsiteY126659" fmla="*/ 1378283 h 2398711"/>
              <a:gd name="connsiteX126660" fmla="*/ 1921519 w 2119654"/>
              <a:gd name="connsiteY126660" fmla="*/ 1375765 h 2398711"/>
              <a:gd name="connsiteX126661" fmla="*/ 1936333 w 2119654"/>
              <a:gd name="connsiteY126661" fmla="*/ 1365788 h 2398711"/>
              <a:gd name="connsiteX126662" fmla="*/ 1936254 w 2119654"/>
              <a:gd name="connsiteY126662" fmla="*/ 1366037 h 2398711"/>
              <a:gd name="connsiteX126663" fmla="*/ 1917252 w 2119654"/>
              <a:gd name="connsiteY126663" fmla="*/ 1378832 h 2398711"/>
              <a:gd name="connsiteX126664" fmla="*/ 1915468 w 2119654"/>
              <a:gd name="connsiteY126664" fmla="*/ 1381181 h 2398711"/>
              <a:gd name="connsiteX126665" fmla="*/ 1912212 w 2119654"/>
              <a:gd name="connsiteY126665" fmla="*/ 1385130 h 2398711"/>
              <a:gd name="connsiteX126666" fmla="*/ 1913412 w 2119654"/>
              <a:gd name="connsiteY126666" fmla="*/ 1384750 h 2398711"/>
              <a:gd name="connsiteX126667" fmla="*/ 1914682 w 2119654"/>
              <a:gd name="connsiteY126667" fmla="*/ 1384327 h 2398711"/>
              <a:gd name="connsiteX126668" fmla="*/ 1922104 w 2119654"/>
              <a:gd name="connsiteY126668" fmla="*/ 1375926 h 2398711"/>
              <a:gd name="connsiteX126669" fmla="*/ 1922075 w 2119654"/>
              <a:gd name="connsiteY126669" fmla="*/ 1376444 h 2398711"/>
              <a:gd name="connsiteX126670" fmla="*/ 1915289 w 2119654"/>
              <a:gd name="connsiteY126670" fmla="*/ 1384126 h 2398711"/>
              <a:gd name="connsiteX126671" fmla="*/ 1931950 w 2119654"/>
              <a:gd name="connsiteY126671" fmla="*/ 1378588 h 2398711"/>
              <a:gd name="connsiteX126672" fmla="*/ 1931792 w 2119654"/>
              <a:gd name="connsiteY126672" fmla="*/ 1378826 h 2398711"/>
              <a:gd name="connsiteX126673" fmla="*/ 1915058 w 2119654"/>
              <a:gd name="connsiteY126673" fmla="*/ 1384387 h 2398711"/>
              <a:gd name="connsiteX126674" fmla="*/ 1889711 w 2119654"/>
              <a:gd name="connsiteY126674" fmla="*/ 1413081 h 2398711"/>
              <a:gd name="connsiteX126675" fmla="*/ 1891406 w 2119654"/>
              <a:gd name="connsiteY126675" fmla="*/ 1416880 h 2398711"/>
              <a:gd name="connsiteX126676" fmla="*/ 1892112 w 2119654"/>
              <a:gd name="connsiteY126676" fmla="*/ 1417599 h 2398711"/>
              <a:gd name="connsiteX126677" fmla="*/ 1895889 w 2119654"/>
              <a:gd name="connsiteY126677" fmla="*/ 1415082 h 2398711"/>
              <a:gd name="connsiteX126678" fmla="*/ 1917425 w 2119654"/>
              <a:gd name="connsiteY126678" fmla="*/ 1400303 h 2398711"/>
              <a:gd name="connsiteX126679" fmla="*/ 1917351 w 2119654"/>
              <a:gd name="connsiteY126679" fmla="*/ 1400646 h 2398711"/>
              <a:gd name="connsiteX126680" fmla="*/ 1892328 w 2119654"/>
              <a:gd name="connsiteY126680" fmla="*/ 1417819 h 2398711"/>
              <a:gd name="connsiteX126681" fmla="*/ 1904646 w 2119654"/>
              <a:gd name="connsiteY126681" fmla="*/ 1430362 h 2398711"/>
              <a:gd name="connsiteX126682" fmla="*/ 1935784 w 2119654"/>
              <a:gd name="connsiteY126682" fmla="*/ 1409671 h 2398711"/>
              <a:gd name="connsiteX126683" fmla="*/ 1947849 w 2119654"/>
              <a:gd name="connsiteY126683" fmla="*/ 1401417 h 2398711"/>
              <a:gd name="connsiteX126684" fmla="*/ 1947786 w 2119654"/>
              <a:gd name="connsiteY126684" fmla="*/ 1401620 h 2398711"/>
              <a:gd name="connsiteX126685" fmla="*/ 1925984 w 2119654"/>
              <a:gd name="connsiteY126685" fmla="*/ 1416533 h 2398711"/>
              <a:gd name="connsiteX126686" fmla="*/ 1904698 w 2119654"/>
              <a:gd name="connsiteY126686" fmla="*/ 1430415 h 2398711"/>
              <a:gd name="connsiteX126687" fmla="*/ 1905709 w 2119654"/>
              <a:gd name="connsiteY126687" fmla="*/ 1431443 h 2398711"/>
              <a:gd name="connsiteX126688" fmla="*/ 1912583 w 2119654"/>
              <a:gd name="connsiteY126688" fmla="*/ 1427024 h 2398711"/>
              <a:gd name="connsiteX126689" fmla="*/ 1941956 w 2119654"/>
              <a:gd name="connsiteY126689" fmla="*/ 1407560 h 2398711"/>
              <a:gd name="connsiteX126690" fmla="*/ 1941850 w 2119654"/>
              <a:gd name="connsiteY126690" fmla="*/ 1408019 h 2398711"/>
              <a:gd name="connsiteX126691" fmla="*/ 1906020 w 2119654"/>
              <a:gd name="connsiteY126691" fmla="*/ 1431760 h 2398711"/>
              <a:gd name="connsiteX126692" fmla="*/ 1908435 w 2119654"/>
              <a:gd name="connsiteY126692" fmla="*/ 1434219 h 2398711"/>
              <a:gd name="connsiteX126693" fmla="*/ 1912884 w 2119654"/>
              <a:gd name="connsiteY126693" fmla="*/ 1438876 h 2398711"/>
              <a:gd name="connsiteX126694" fmla="*/ 1921271 w 2119654"/>
              <a:gd name="connsiteY126694" fmla="*/ 1435802 h 2398711"/>
              <a:gd name="connsiteX126695" fmla="*/ 1946725 w 2119654"/>
              <a:gd name="connsiteY126695" fmla="*/ 1416042 h 2398711"/>
              <a:gd name="connsiteX126696" fmla="*/ 1978550 w 2119654"/>
              <a:gd name="connsiteY126696" fmla="*/ 1390523 h 2398711"/>
              <a:gd name="connsiteX126697" fmla="*/ 1978476 w 2119654"/>
              <a:gd name="connsiteY126697" fmla="*/ 1391065 h 2398711"/>
              <a:gd name="connsiteX126698" fmla="*/ 1920972 w 2119654"/>
              <a:gd name="connsiteY126698" fmla="*/ 1437176 h 2398711"/>
              <a:gd name="connsiteX126699" fmla="*/ 1915406 w 2119654"/>
              <a:gd name="connsiteY126699" fmla="*/ 1441515 h 2398711"/>
              <a:gd name="connsiteX126700" fmla="*/ 1916352 w 2119654"/>
              <a:gd name="connsiteY126700" fmla="*/ 1442506 h 2398711"/>
              <a:gd name="connsiteX126701" fmla="*/ 1941603 w 2119654"/>
              <a:gd name="connsiteY126701" fmla="*/ 1430677 h 2398711"/>
              <a:gd name="connsiteX126702" fmla="*/ 1941441 w 2119654"/>
              <a:gd name="connsiteY126702" fmla="*/ 1431090 h 2398711"/>
              <a:gd name="connsiteX126703" fmla="*/ 1916576 w 2119654"/>
              <a:gd name="connsiteY126703" fmla="*/ 1442739 h 2398711"/>
              <a:gd name="connsiteX126704" fmla="*/ 1916811 w 2119654"/>
              <a:gd name="connsiteY126704" fmla="*/ 1442985 h 2398711"/>
              <a:gd name="connsiteX126705" fmla="*/ 1941420 w 2119654"/>
              <a:gd name="connsiteY126705" fmla="*/ 1432357 h 2398711"/>
              <a:gd name="connsiteX126706" fmla="*/ 1945316 w 2119654"/>
              <a:gd name="connsiteY126706" fmla="*/ 1424773 h 2398711"/>
              <a:gd name="connsiteX126707" fmla="*/ 1945414 w 2119654"/>
              <a:gd name="connsiteY126707" fmla="*/ 1425281 h 2398711"/>
              <a:gd name="connsiteX126708" fmla="*/ 1941882 w 2119654"/>
              <a:gd name="connsiteY126708" fmla="*/ 1432158 h 2398711"/>
              <a:gd name="connsiteX126709" fmla="*/ 1948674 w 2119654"/>
              <a:gd name="connsiteY126709" fmla="*/ 1429224 h 2398711"/>
              <a:gd name="connsiteX126710" fmla="*/ 1951810 w 2119654"/>
              <a:gd name="connsiteY126710" fmla="*/ 1426700 h 2398711"/>
              <a:gd name="connsiteX126711" fmla="*/ 1951744 w 2119654"/>
              <a:gd name="connsiteY126711" fmla="*/ 1427188 h 2398711"/>
              <a:gd name="connsiteX126712" fmla="*/ 1949842 w 2119654"/>
              <a:gd name="connsiteY126712" fmla="*/ 1428720 h 2398711"/>
              <a:gd name="connsiteX126713" fmla="*/ 1953358 w 2119654"/>
              <a:gd name="connsiteY126713" fmla="*/ 1427202 h 2398711"/>
              <a:gd name="connsiteX126714" fmla="*/ 1975455 w 2119654"/>
              <a:gd name="connsiteY126714" fmla="*/ 1417304 h 2398711"/>
              <a:gd name="connsiteX126715" fmla="*/ 2009211 w 2119654"/>
              <a:gd name="connsiteY126715" fmla="*/ 1367059 h 2398711"/>
              <a:gd name="connsiteX126716" fmla="*/ 2027412 w 2119654"/>
              <a:gd name="connsiteY126716" fmla="*/ 1339164 h 2398711"/>
              <a:gd name="connsiteX126717" fmla="*/ 2027455 w 2119654"/>
              <a:gd name="connsiteY126717" fmla="*/ 1339645 h 2398711"/>
              <a:gd name="connsiteX126718" fmla="*/ 1994567 w 2119654"/>
              <a:gd name="connsiteY126718" fmla="*/ 1390050 h 2398711"/>
              <a:gd name="connsiteX126719" fmla="*/ 1976602 w 2119654"/>
              <a:gd name="connsiteY126719" fmla="*/ 1416790 h 2398711"/>
              <a:gd name="connsiteX126720" fmla="*/ 1976979 w 2119654"/>
              <a:gd name="connsiteY126720" fmla="*/ 1416621 h 2398711"/>
              <a:gd name="connsiteX126721" fmla="*/ 2088251 w 2119654"/>
              <a:gd name="connsiteY126721" fmla="*/ 1309172 h 2398711"/>
              <a:gd name="connsiteX126722" fmla="*/ 2119654 w 2119654"/>
              <a:gd name="connsiteY126722" fmla="*/ 1277877 h 2398711"/>
              <a:gd name="connsiteX126723" fmla="*/ 2119638 w 2119654"/>
              <a:gd name="connsiteY126723" fmla="*/ 1278471 h 2398711"/>
              <a:gd name="connsiteX126724" fmla="*/ 2062893 w 2119654"/>
              <a:gd name="connsiteY126724" fmla="*/ 1335022 h 2398711"/>
              <a:gd name="connsiteX126725" fmla="*/ 1980226 w 2119654"/>
              <a:gd name="connsiteY126725" fmla="*/ 1415167 h 2398711"/>
              <a:gd name="connsiteX126726" fmla="*/ 1994369 w 2119654"/>
              <a:gd name="connsiteY126726" fmla="*/ 1408831 h 2398711"/>
              <a:gd name="connsiteX126727" fmla="*/ 1994066 w 2119654"/>
              <a:gd name="connsiteY126727" fmla="*/ 1409410 h 2398711"/>
              <a:gd name="connsiteX126728" fmla="*/ 1979379 w 2119654"/>
              <a:gd name="connsiteY126728" fmla="*/ 1415988 h 2398711"/>
              <a:gd name="connsiteX126729" fmla="*/ 1972961 w 2119654"/>
              <a:gd name="connsiteY126729" fmla="*/ 1422211 h 2398711"/>
              <a:gd name="connsiteX126730" fmla="*/ 1943027 w 2119654"/>
              <a:gd name="connsiteY126730" fmla="*/ 1466765 h 2398711"/>
              <a:gd name="connsiteX126731" fmla="*/ 1951864 w 2119654"/>
              <a:gd name="connsiteY126731" fmla="*/ 1462665 h 2398711"/>
              <a:gd name="connsiteX126732" fmla="*/ 1951702 w 2119654"/>
              <a:gd name="connsiteY126732" fmla="*/ 1463075 h 2398711"/>
              <a:gd name="connsiteX126733" fmla="*/ 1942699 w 2119654"/>
              <a:gd name="connsiteY126733" fmla="*/ 1467252 h 2398711"/>
              <a:gd name="connsiteX126734" fmla="*/ 1941582 w 2119654"/>
              <a:gd name="connsiteY126734" fmla="*/ 1468915 h 2398711"/>
              <a:gd name="connsiteX126735" fmla="*/ 1949850 w 2119654"/>
              <a:gd name="connsiteY126735" fmla="*/ 1477569 h 2398711"/>
              <a:gd name="connsiteX126736" fmla="*/ 1949852 w 2119654"/>
              <a:gd name="connsiteY126736" fmla="*/ 1478013 h 2398711"/>
              <a:gd name="connsiteX126737" fmla="*/ 1941408 w 2119654"/>
              <a:gd name="connsiteY126737" fmla="*/ 1469175 h 2398711"/>
              <a:gd name="connsiteX126738" fmla="*/ 1931198 w 2119654"/>
              <a:gd name="connsiteY126738" fmla="*/ 1484372 h 2398711"/>
              <a:gd name="connsiteX126739" fmla="*/ 1913510 w 2119654"/>
              <a:gd name="connsiteY126739" fmla="*/ 1508556 h 2398711"/>
              <a:gd name="connsiteX126740" fmla="*/ 1927807 w 2119654"/>
              <a:gd name="connsiteY126740" fmla="*/ 1501483 h 2398711"/>
              <a:gd name="connsiteX126741" fmla="*/ 1959360 w 2119654"/>
              <a:gd name="connsiteY126741" fmla="*/ 1473042 h 2398711"/>
              <a:gd name="connsiteX126742" fmla="*/ 1974631 w 2119654"/>
              <a:gd name="connsiteY126742" fmla="*/ 1458900 h 2398711"/>
              <a:gd name="connsiteX126743" fmla="*/ 1974584 w 2119654"/>
              <a:gd name="connsiteY126743" fmla="*/ 1459198 h 2398711"/>
              <a:gd name="connsiteX126744" fmla="*/ 1946989 w 2119654"/>
              <a:gd name="connsiteY126744" fmla="*/ 1484753 h 2398711"/>
              <a:gd name="connsiteX126745" fmla="*/ 1942097 w 2119654"/>
              <a:gd name="connsiteY126745" fmla="*/ 1489161 h 2398711"/>
              <a:gd name="connsiteX126746" fmla="*/ 1942100 w 2119654"/>
              <a:gd name="connsiteY126746" fmla="*/ 1489221 h 2398711"/>
              <a:gd name="connsiteX126747" fmla="*/ 1937709 w 2119654"/>
              <a:gd name="connsiteY126747" fmla="*/ 1495167 h 2398711"/>
              <a:gd name="connsiteX126748" fmla="*/ 1993190 w 2119654"/>
              <a:gd name="connsiteY126748" fmla="*/ 1458975 h 2398711"/>
              <a:gd name="connsiteX126749" fmla="*/ 2029986 w 2119654"/>
              <a:gd name="connsiteY126749" fmla="*/ 1434243 h 2398711"/>
              <a:gd name="connsiteX126750" fmla="*/ 2029857 w 2119654"/>
              <a:gd name="connsiteY126750" fmla="*/ 1434823 h 2398711"/>
              <a:gd name="connsiteX126751" fmla="*/ 1963368 w 2119654"/>
              <a:gd name="connsiteY126751" fmla="*/ 1479512 h 2398711"/>
              <a:gd name="connsiteX126752" fmla="*/ 1936164 w 2119654"/>
              <a:gd name="connsiteY126752" fmla="*/ 1497258 h 2398711"/>
              <a:gd name="connsiteX126753" fmla="*/ 1936059 w 2119654"/>
              <a:gd name="connsiteY126753" fmla="*/ 1497401 h 2398711"/>
              <a:gd name="connsiteX126754" fmla="*/ 1957991 w 2119654"/>
              <a:gd name="connsiteY126754" fmla="*/ 1486550 h 2398711"/>
              <a:gd name="connsiteX126755" fmla="*/ 2036424 w 2119654"/>
              <a:gd name="connsiteY126755" fmla="*/ 1443770 h 2398711"/>
              <a:gd name="connsiteX126756" fmla="*/ 2059244 w 2119654"/>
              <a:gd name="connsiteY126756" fmla="*/ 1430921 h 2398711"/>
              <a:gd name="connsiteX126757" fmla="*/ 2059099 w 2119654"/>
              <a:gd name="connsiteY126757" fmla="*/ 1431273 h 2398711"/>
              <a:gd name="connsiteX126758" fmla="*/ 2017865 w 2119654"/>
              <a:gd name="connsiteY126758" fmla="*/ 1454488 h 2398711"/>
              <a:gd name="connsiteX126759" fmla="*/ 1939432 w 2119654"/>
              <a:gd name="connsiteY126759" fmla="*/ 1497269 h 2398711"/>
              <a:gd name="connsiteX126760" fmla="*/ 1934271 w 2119654"/>
              <a:gd name="connsiteY126760" fmla="*/ 1499822 h 2398711"/>
              <a:gd name="connsiteX126761" fmla="*/ 1913682 w 2119654"/>
              <a:gd name="connsiteY126761" fmla="*/ 1527701 h 2398711"/>
              <a:gd name="connsiteX126762" fmla="*/ 1906904 w 2119654"/>
              <a:gd name="connsiteY126762" fmla="*/ 1536625 h 2398711"/>
              <a:gd name="connsiteX126763" fmla="*/ 1934729 w 2119654"/>
              <a:gd name="connsiteY126763" fmla="*/ 1524515 h 2398711"/>
              <a:gd name="connsiteX126764" fmla="*/ 1960339 w 2119654"/>
              <a:gd name="connsiteY126764" fmla="*/ 1504776 h 2398711"/>
              <a:gd name="connsiteX126765" fmla="*/ 1995558 w 2119654"/>
              <a:gd name="connsiteY126765" fmla="*/ 1476866 h 2398711"/>
              <a:gd name="connsiteX126766" fmla="*/ 1995406 w 2119654"/>
              <a:gd name="connsiteY126766" fmla="*/ 1477501 h 2398711"/>
              <a:gd name="connsiteX126767" fmla="*/ 1937724 w 2119654"/>
              <a:gd name="connsiteY126767" fmla="*/ 1523212 h 2398711"/>
              <a:gd name="connsiteX126768" fmla="*/ 1946023 w 2119654"/>
              <a:gd name="connsiteY126768" fmla="*/ 1519602 h 2398711"/>
              <a:gd name="connsiteX126769" fmla="*/ 2047181 w 2119654"/>
              <a:gd name="connsiteY126769" fmla="*/ 1470613 h 2398711"/>
              <a:gd name="connsiteX126770" fmla="*/ 2076559 w 2119654"/>
              <a:gd name="connsiteY126770" fmla="*/ 1455886 h 2398711"/>
              <a:gd name="connsiteX126771" fmla="*/ 2076409 w 2119654"/>
              <a:gd name="connsiteY126771" fmla="*/ 1456300 h 2398711"/>
              <a:gd name="connsiteX126772" fmla="*/ 2023326 w 2119654"/>
              <a:gd name="connsiteY126772" fmla="*/ 1482914 h 2398711"/>
              <a:gd name="connsiteX126773" fmla="*/ 1933979 w 2119654"/>
              <a:gd name="connsiteY126773" fmla="*/ 1526181 h 2398711"/>
              <a:gd name="connsiteX126774" fmla="*/ 1931769 w 2119654"/>
              <a:gd name="connsiteY126774" fmla="*/ 1527931 h 2398711"/>
              <a:gd name="connsiteX126775" fmla="*/ 1888399 w 2119654"/>
              <a:gd name="connsiteY126775" fmla="*/ 1561362 h 2398711"/>
              <a:gd name="connsiteX126776" fmla="*/ 1893177 w 2119654"/>
              <a:gd name="connsiteY126776" fmla="*/ 1559655 h 2398711"/>
              <a:gd name="connsiteX126777" fmla="*/ 1900941 w 2119654"/>
              <a:gd name="connsiteY126777" fmla="*/ 1556759 h 2398711"/>
              <a:gd name="connsiteX126778" fmla="*/ 1907509 w 2119654"/>
              <a:gd name="connsiteY126778" fmla="*/ 1552539 h 2398711"/>
              <a:gd name="connsiteX126779" fmla="*/ 1907396 w 2119654"/>
              <a:gd name="connsiteY126779" fmla="*/ 1552996 h 2398711"/>
              <a:gd name="connsiteX126780" fmla="*/ 1902369 w 2119654"/>
              <a:gd name="connsiteY126780" fmla="*/ 1556227 h 2398711"/>
              <a:gd name="connsiteX126781" fmla="*/ 1921507 w 2119654"/>
              <a:gd name="connsiteY126781" fmla="*/ 1549090 h 2398711"/>
              <a:gd name="connsiteX126782" fmla="*/ 1921329 w 2119654"/>
              <a:gd name="connsiteY126782" fmla="*/ 1549453 h 2398711"/>
              <a:gd name="connsiteX126783" fmla="*/ 1901267 w 2119654"/>
              <a:gd name="connsiteY126783" fmla="*/ 1556934 h 2398711"/>
              <a:gd name="connsiteX126784" fmla="*/ 1887458 w 2119654"/>
              <a:gd name="connsiteY126784" fmla="*/ 1565808 h 2398711"/>
              <a:gd name="connsiteX126785" fmla="*/ 1890057 w 2119654"/>
              <a:gd name="connsiteY126785" fmla="*/ 1569614 h 2398711"/>
              <a:gd name="connsiteX126786" fmla="*/ 1898736 w 2119654"/>
              <a:gd name="connsiteY126786" fmla="*/ 1567236 h 2398711"/>
              <a:gd name="connsiteX126787" fmla="*/ 1912823 w 2119654"/>
              <a:gd name="connsiteY126787" fmla="*/ 1559925 h 2398711"/>
              <a:gd name="connsiteX126788" fmla="*/ 1928715 w 2119654"/>
              <a:gd name="connsiteY126788" fmla="*/ 1551405 h 2398711"/>
              <a:gd name="connsiteX126789" fmla="*/ 1928610 w 2119654"/>
              <a:gd name="connsiteY126789" fmla="*/ 1551644 h 2398711"/>
              <a:gd name="connsiteX126790" fmla="*/ 1900360 w 2119654"/>
              <a:gd name="connsiteY126790" fmla="*/ 1566790 h 2398711"/>
              <a:gd name="connsiteX126791" fmla="*/ 1901391 w 2119654"/>
              <a:gd name="connsiteY126791" fmla="*/ 1566508 h 2398711"/>
              <a:gd name="connsiteX126792" fmla="*/ 1959512 w 2119654"/>
              <a:gd name="connsiteY126792" fmla="*/ 1548054 h 2398711"/>
              <a:gd name="connsiteX126793" fmla="*/ 1980220 w 2119654"/>
              <a:gd name="connsiteY126793" fmla="*/ 1528219 h 2398711"/>
              <a:gd name="connsiteX126794" fmla="*/ 1991217 w 2119654"/>
              <a:gd name="connsiteY126794" fmla="*/ 1517397 h 2398711"/>
              <a:gd name="connsiteX126795" fmla="*/ 1991189 w 2119654"/>
              <a:gd name="connsiteY126795" fmla="*/ 1517620 h 2398711"/>
              <a:gd name="connsiteX126796" fmla="*/ 1971318 w 2119654"/>
              <a:gd name="connsiteY126796" fmla="*/ 1537173 h 2398711"/>
              <a:gd name="connsiteX126797" fmla="*/ 1960179 w 2119654"/>
              <a:gd name="connsiteY126797" fmla="*/ 1547843 h 2398711"/>
              <a:gd name="connsiteX126798" fmla="*/ 1986543 w 2119654"/>
              <a:gd name="connsiteY126798" fmla="*/ 1539472 h 2398711"/>
              <a:gd name="connsiteX126799" fmla="*/ 2011395 w 2119654"/>
              <a:gd name="connsiteY126799" fmla="*/ 1531212 h 2398711"/>
              <a:gd name="connsiteX126800" fmla="*/ 2011185 w 2119654"/>
              <a:gd name="connsiteY126800" fmla="*/ 1531530 h 2398711"/>
              <a:gd name="connsiteX126801" fmla="*/ 1966281 w 2119654"/>
              <a:gd name="connsiteY126801" fmla="*/ 1546454 h 2398711"/>
              <a:gd name="connsiteX126802" fmla="*/ 1959321 w 2119654"/>
              <a:gd name="connsiteY126802" fmla="*/ 1548664 h 2398711"/>
              <a:gd name="connsiteX126803" fmla="*/ 1933309 w 2119654"/>
              <a:gd name="connsiteY126803" fmla="*/ 1573581 h 2398711"/>
              <a:gd name="connsiteX126804" fmla="*/ 1907994 w 2119654"/>
              <a:gd name="connsiteY126804" fmla="*/ 1595962 h 2398711"/>
              <a:gd name="connsiteX126805" fmla="*/ 1912810 w 2119654"/>
              <a:gd name="connsiteY126805" fmla="*/ 1603231 h 2398711"/>
              <a:gd name="connsiteX126806" fmla="*/ 1916446 w 2119654"/>
              <a:gd name="connsiteY126806" fmla="*/ 1600989 h 2398711"/>
              <a:gd name="connsiteX126807" fmla="*/ 1929305 w 2119654"/>
              <a:gd name="connsiteY126807" fmla="*/ 1592464 h 2398711"/>
              <a:gd name="connsiteX126808" fmla="*/ 1929236 w 2119654"/>
              <a:gd name="connsiteY126808" fmla="*/ 1592675 h 2398711"/>
              <a:gd name="connsiteX126809" fmla="*/ 1912965 w 2119654"/>
              <a:gd name="connsiteY126809" fmla="*/ 1603463 h 2398711"/>
              <a:gd name="connsiteX126810" fmla="*/ 1917797 w 2119654"/>
              <a:gd name="connsiteY126810" fmla="*/ 1610756 h 2398711"/>
              <a:gd name="connsiteX126811" fmla="*/ 1918598 w 2119654"/>
              <a:gd name="connsiteY126811" fmla="*/ 1610544 h 2398711"/>
              <a:gd name="connsiteX126812" fmla="*/ 1929841 w 2119654"/>
              <a:gd name="connsiteY126812" fmla="*/ 1604070 h 2398711"/>
              <a:gd name="connsiteX126813" fmla="*/ 1929768 w 2119654"/>
              <a:gd name="connsiteY126813" fmla="*/ 1604250 h 2398711"/>
              <a:gd name="connsiteX126814" fmla="*/ 1919045 w 2119654"/>
              <a:gd name="connsiteY126814" fmla="*/ 1610425 h 2398711"/>
              <a:gd name="connsiteX126815" fmla="*/ 1922083 w 2119654"/>
              <a:gd name="connsiteY126815" fmla="*/ 1609620 h 2398711"/>
              <a:gd name="connsiteX126816" fmla="*/ 1953730 w 2119654"/>
              <a:gd name="connsiteY126816" fmla="*/ 1600765 h 2398711"/>
              <a:gd name="connsiteX126817" fmla="*/ 1953504 w 2119654"/>
              <a:gd name="connsiteY126817" fmla="*/ 1601143 h 2398711"/>
              <a:gd name="connsiteX126818" fmla="*/ 1918009 w 2119654"/>
              <a:gd name="connsiteY126818" fmla="*/ 1611075 h 2398711"/>
              <a:gd name="connsiteX126819" fmla="*/ 1918131 w 2119654"/>
              <a:gd name="connsiteY126819" fmla="*/ 1611261 h 2398711"/>
              <a:gd name="connsiteX126820" fmla="*/ 1925272 w 2119654"/>
              <a:gd name="connsiteY126820" fmla="*/ 1619204 h 2398711"/>
              <a:gd name="connsiteX126821" fmla="*/ 1925264 w 2119654"/>
              <a:gd name="connsiteY126821" fmla="*/ 1619534 h 2398711"/>
              <a:gd name="connsiteX126822" fmla="*/ 1918986 w 2119654"/>
              <a:gd name="connsiteY126822" fmla="*/ 1612552 h 2398711"/>
              <a:gd name="connsiteX126823" fmla="*/ 1929756 w 2119654"/>
              <a:gd name="connsiteY126823" fmla="*/ 1628804 h 2398711"/>
              <a:gd name="connsiteX126824" fmla="*/ 1959571 w 2119654"/>
              <a:gd name="connsiteY126824" fmla="*/ 1610664 h 2398711"/>
              <a:gd name="connsiteX126825" fmla="*/ 1930359 w 2119654"/>
              <a:gd name="connsiteY126825" fmla="*/ 1629714 h 2398711"/>
              <a:gd name="connsiteX126826" fmla="*/ 1931363 w 2119654"/>
              <a:gd name="connsiteY126826" fmla="*/ 1631231 h 2398711"/>
              <a:gd name="connsiteX126827" fmla="*/ 1981744 w 2119654"/>
              <a:gd name="connsiteY126827" fmla="*/ 1613536 h 2398711"/>
              <a:gd name="connsiteX126828" fmla="*/ 1999972 w 2119654"/>
              <a:gd name="connsiteY126828" fmla="*/ 1606857 h 2398711"/>
              <a:gd name="connsiteX126829" fmla="*/ 1999824 w 2119654"/>
              <a:gd name="connsiteY126829" fmla="*/ 1607098 h 2398711"/>
              <a:gd name="connsiteX126830" fmla="*/ 1966889 w 2119654"/>
              <a:gd name="connsiteY126830" fmla="*/ 1619165 h 2398711"/>
              <a:gd name="connsiteX126831" fmla="*/ 1931584 w 2119654"/>
              <a:gd name="connsiteY126831" fmla="*/ 1631564 h 2398711"/>
              <a:gd name="connsiteX126832" fmla="*/ 1932434 w 2119654"/>
              <a:gd name="connsiteY126832" fmla="*/ 1632846 h 2398711"/>
              <a:gd name="connsiteX126833" fmla="*/ 1932372 w 2119654"/>
              <a:gd name="connsiteY126833" fmla="*/ 1633191 h 2398711"/>
              <a:gd name="connsiteX126834" fmla="*/ 1931349 w 2119654"/>
              <a:gd name="connsiteY126834" fmla="*/ 1631647 h 2398711"/>
              <a:gd name="connsiteX126835" fmla="*/ 1922784 w 2119654"/>
              <a:gd name="connsiteY126835" fmla="*/ 1634655 h 2398711"/>
              <a:gd name="connsiteX126836" fmla="*/ 1920189 w 2119654"/>
              <a:gd name="connsiteY126836" fmla="*/ 1636347 h 2398711"/>
              <a:gd name="connsiteX126837" fmla="*/ 1879521 w 2119654"/>
              <a:gd name="connsiteY126837" fmla="*/ 1659853 h 2398711"/>
              <a:gd name="connsiteX126838" fmla="*/ 1867227 w 2119654"/>
              <a:gd name="connsiteY126838" fmla="*/ 1665973 h 2398711"/>
              <a:gd name="connsiteX126839" fmla="*/ 1877313 w 2119654"/>
              <a:gd name="connsiteY126839" fmla="*/ 1688134 h 2398711"/>
              <a:gd name="connsiteX126840" fmla="*/ 1895666 w 2119654"/>
              <a:gd name="connsiteY126840" fmla="*/ 1678984 h 2398711"/>
              <a:gd name="connsiteX126841" fmla="*/ 1895532 w 2119654"/>
              <a:gd name="connsiteY126841" fmla="*/ 1679353 h 2398711"/>
              <a:gd name="connsiteX126842" fmla="*/ 1877424 w 2119654"/>
              <a:gd name="connsiteY126842" fmla="*/ 1688379 h 2398711"/>
              <a:gd name="connsiteX126843" fmla="*/ 1877590 w 2119654"/>
              <a:gd name="connsiteY126843" fmla="*/ 1688743 h 2398711"/>
              <a:gd name="connsiteX126844" fmla="*/ 1886770 w 2119654"/>
              <a:gd name="connsiteY126844" fmla="*/ 1684368 h 2398711"/>
              <a:gd name="connsiteX126845" fmla="*/ 1915812 w 2119654"/>
              <a:gd name="connsiteY126845" fmla="*/ 1669958 h 2398711"/>
              <a:gd name="connsiteX126846" fmla="*/ 1915663 w 2119654"/>
              <a:gd name="connsiteY126846" fmla="*/ 1670367 h 2398711"/>
              <a:gd name="connsiteX126847" fmla="*/ 1877780 w 2119654"/>
              <a:gd name="connsiteY126847" fmla="*/ 1689161 h 2398711"/>
              <a:gd name="connsiteX126848" fmla="*/ 1881082 w 2119654"/>
              <a:gd name="connsiteY126848" fmla="*/ 1696416 h 2398711"/>
              <a:gd name="connsiteX126849" fmla="*/ 1894955 w 2119654"/>
              <a:gd name="connsiteY126849" fmla="*/ 1688605 h 2398711"/>
              <a:gd name="connsiteX126850" fmla="*/ 1902433 w 2119654"/>
              <a:gd name="connsiteY126850" fmla="*/ 1681680 h 2398711"/>
              <a:gd name="connsiteX126851" fmla="*/ 1902352 w 2119654"/>
              <a:gd name="connsiteY126851" fmla="*/ 1682193 h 2398711"/>
              <a:gd name="connsiteX126852" fmla="*/ 1896160 w 2119654"/>
              <a:gd name="connsiteY126852" fmla="*/ 1687928 h 2398711"/>
              <a:gd name="connsiteX126853" fmla="*/ 1905825 w 2119654"/>
              <a:gd name="connsiteY126853" fmla="*/ 1682485 h 2398711"/>
              <a:gd name="connsiteX126854" fmla="*/ 1905576 w 2119654"/>
              <a:gd name="connsiteY126854" fmla="*/ 1683088 h 2398711"/>
              <a:gd name="connsiteX126855" fmla="*/ 1894885 w 2119654"/>
              <a:gd name="connsiteY126855" fmla="*/ 1689108 h 2398711"/>
              <a:gd name="connsiteX126856" fmla="*/ 1882831 w 2119654"/>
              <a:gd name="connsiteY126856" fmla="*/ 1700270 h 2398711"/>
              <a:gd name="connsiteX126857" fmla="*/ 1887791 w 2119654"/>
              <a:gd name="connsiteY126857" fmla="*/ 1711578 h 2398711"/>
              <a:gd name="connsiteX126858" fmla="*/ 1937063 w 2119654"/>
              <a:gd name="connsiteY126858" fmla="*/ 1689654 h 2398711"/>
              <a:gd name="connsiteX126859" fmla="*/ 1942730 w 2119654"/>
              <a:gd name="connsiteY126859" fmla="*/ 1684077 h 2398711"/>
              <a:gd name="connsiteX126860" fmla="*/ 1942681 w 2119654"/>
              <a:gd name="connsiteY126860" fmla="*/ 1684458 h 2398711"/>
              <a:gd name="connsiteX126861" fmla="*/ 1937682 w 2119654"/>
              <a:gd name="connsiteY126861" fmla="*/ 1689378 h 2398711"/>
              <a:gd name="connsiteX126862" fmla="*/ 1997879 w 2119654"/>
              <a:gd name="connsiteY126862" fmla="*/ 1662591 h 2398711"/>
              <a:gd name="connsiteX126863" fmla="*/ 2038096 w 2119654"/>
              <a:gd name="connsiteY126863" fmla="*/ 1643931 h 2398711"/>
              <a:gd name="connsiteX126864" fmla="*/ 2037877 w 2119654"/>
              <a:gd name="connsiteY126864" fmla="*/ 1644484 h 2398711"/>
              <a:gd name="connsiteX126865" fmla="*/ 1965208 w 2119654"/>
              <a:gd name="connsiteY126865" fmla="*/ 1678202 h 2398711"/>
              <a:gd name="connsiteX126866" fmla="*/ 1935560 w 2119654"/>
              <a:gd name="connsiteY126866" fmla="*/ 1691466 h 2398711"/>
              <a:gd name="connsiteX126867" fmla="*/ 1908586 w 2119654"/>
              <a:gd name="connsiteY126867" fmla="*/ 1718009 h 2398711"/>
              <a:gd name="connsiteX126868" fmla="*/ 1906811 w 2119654"/>
              <a:gd name="connsiteY126868" fmla="*/ 1719710 h 2398711"/>
              <a:gd name="connsiteX126869" fmla="*/ 1937406 w 2119654"/>
              <a:gd name="connsiteY126869" fmla="*/ 1708508 h 2398711"/>
              <a:gd name="connsiteX126870" fmla="*/ 1937149 w 2119654"/>
              <a:gd name="connsiteY126870" fmla="*/ 1708924 h 2398711"/>
              <a:gd name="connsiteX126871" fmla="*/ 1906267 w 2119654"/>
              <a:gd name="connsiteY126871" fmla="*/ 1720231 h 2398711"/>
              <a:gd name="connsiteX126872" fmla="*/ 1895930 w 2119654"/>
              <a:gd name="connsiteY126872" fmla="*/ 1730132 h 2398711"/>
              <a:gd name="connsiteX126873" fmla="*/ 1900559 w 2119654"/>
              <a:gd name="connsiteY126873" fmla="*/ 1740686 h 2398711"/>
              <a:gd name="connsiteX126874" fmla="*/ 1912950 w 2119654"/>
              <a:gd name="connsiteY126874" fmla="*/ 1738642 h 2398711"/>
              <a:gd name="connsiteX126875" fmla="*/ 1912694 w 2119654"/>
              <a:gd name="connsiteY126875" fmla="*/ 1738922 h 2398711"/>
              <a:gd name="connsiteX126876" fmla="*/ 1900657 w 2119654"/>
              <a:gd name="connsiteY126876" fmla="*/ 1740908 h 2398711"/>
              <a:gd name="connsiteX126877" fmla="*/ 1902300 w 2119654"/>
              <a:gd name="connsiteY126877" fmla="*/ 1744655 h 2398711"/>
              <a:gd name="connsiteX126878" fmla="*/ 1903758 w 2119654"/>
              <a:gd name="connsiteY126878" fmla="*/ 1744101 h 2398711"/>
              <a:gd name="connsiteX126879" fmla="*/ 1936526 w 2119654"/>
              <a:gd name="connsiteY126879" fmla="*/ 1731147 h 2398711"/>
              <a:gd name="connsiteX126880" fmla="*/ 1936328 w 2119654"/>
              <a:gd name="connsiteY126880" fmla="*/ 1731575 h 2398711"/>
              <a:gd name="connsiteX126881" fmla="*/ 1902438 w 2119654"/>
              <a:gd name="connsiteY126881" fmla="*/ 1744971 h 2398711"/>
              <a:gd name="connsiteX126882" fmla="*/ 1906797 w 2119654"/>
              <a:gd name="connsiteY126882" fmla="*/ 1754909 h 2398711"/>
              <a:gd name="connsiteX126883" fmla="*/ 1906646 w 2119654"/>
              <a:gd name="connsiteY126883" fmla="*/ 1755327 h 2398711"/>
              <a:gd name="connsiteX126884" fmla="*/ 1902153 w 2119654"/>
              <a:gd name="connsiteY126884" fmla="*/ 1745084 h 2398711"/>
              <a:gd name="connsiteX126885" fmla="*/ 1886143 w 2119654"/>
              <a:gd name="connsiteY126885" fmla="*/ 1751413 h 2398711"/>
              <a:gd name="connsiteX126886" fmla="*/ 1891904 w 2119654"/>
              <a:gd name="connsiteY126886" fmla="*/ 1772534 h 2398711"/>
              <a:gd name="connsiteX126887" fmla="*/ 1891681 w 2119654"/>
              <a:gd name="connsiteY126887" fmla="*/ 1772950 h 2398711"/>
              <a:gd name="connsiteX126888" fmla="*/ 1885840 w 2119654"/>
              <a:gd name="connsiteY126888" fmla="*/ 1751533 h 2398711"/>
              <a:gd name="connsiteX126889" fmla="*/ 1877115 w 2119654"/>
              <a:gd name="connsiteY126889" fmla="*/ 1754982 h 2398711"/>
              <a:gd name="connsiteX126890" fmla="*/ 1865311 w 2119654"/>
              <a:gd name="connsiteY126890" fmla="*/ 1759462 h 2398711"/>
              <a:gd name="connsiteX126891" fmla="*/ 1847791 w 2119654"/>
              <a:gd name="connsiteY126891" fmla="*/ 1776244 h 2398711"/>
              <a:gd name="connsiteX126892" fmla="*/ 1857733 w 2119654"/>
              <a:gd name="connsiteY126892" fmla="*/ 1772601 h 2398711"/>
              <a:gd name="connsiteX126893" fmla="*/ 1857479 w 2119654"/>
              <a:gd name="connsiteY126893" fmla="*/ 1773012 h 2398711"/>
              <a:gd name="connsiteX126894" fmla="*/ 1847252 w 2119654"/>
              <a:gd name="connsiteY126894" fmla="*/ 1776760 h 2398711"/>
              <a:gd name="connsiteX126895" fmla="*/ 1843366 w 2119654"/>
              <a:gd name="connsiteY126895" fmla="*/ 1780482 h 2398711"/>
              <a:gd name="connsiteX126896" fmla="*/ 1839219 w 2119654"/>
              <a:gd name="connsiteY126896" fmla="*/ 1784148 h 2398711"/>
              <a:gd name="connsiteX126897" fmla="*/ 1844599 w 2119654"/>
              <a:gd name="connsiteY126897" fmla="*/ 1783381 h 2398711"/>
              <a:gd name="connsiteX126898" fmla="*/ 1844399 w 2119654"/>
              <a:gd name="connsiteY126898" fmla="*/ 1783634 h 2398711"/>
              <a:gd name="connsiteX126899" fmla="*/ 1838917 w 2119654"/>
              <a:gd name="connsiteY126899" fmla="*/ 1784415 h 2398711"/>
              <a:gd name="connsiteX126900" fmla="*/ 1820963 w 2119654"/>
              <a:gd name="connsiteY126900" fmla="*/ 1800288 h 2398711"/>
              <a:gd name="connsiteX126901" fmla="*/ 1820987 w 2119654"/>
              <a:gd name="connsiteY126901" fmla="*/ 1800324 h 2398711"/>
              <a:gd name="connsiteX126902" fmla="*/ 1828203 w 2119654"/>
              <a:gd name="connsiteY126902" fmla="*/ 1797066 h 2398711"/>
              <a:gd name="connsiteX126903" fmla="*/ 1828077 w 2119654"/>
              <a:gd name="connsiteY126903" fmla="*/ 1797373 h 2398711"/>
              <a:gd name="connsiteX126904" fmla="*/ 1821117 w 2119654"/>
              <a:gd name="connsiteY126904" fmla="*/ 1800515 h 2398711"/>
              <a:gd name="connsiteX126905" fmla="*/ 1826339 w 2119654"/>
              <a:gd name="connsiteY126905" fmla="*/ 1808165 h 2398711"/>
              <a:gd name="connsiteX126906" fmla="*/ 1868584 w 2119654"/>
              <a:gd name="connsiteY126906" fmla="*/ 1803853 h 2398711"/>
              <a:gd name="connsiteX126907" fmla="*/ 1906968 w 2119654"/>
              <a:gd name="connsiteY126907" fmla="*/ 1778348 h 2398711"/>
              <a:gd name="connsiteX126908" fmla="*/ 1934723 w 2119654"/>
              <a:gd name="connsiteY126908" fmla="*/ 1759362 h 2398711"/>
              <a:gd name="connsiteX126909" fmla="*/ 1934577 w 2119654"/>
              <a:gd name="connsiteY126909" fmla="*/ 1759827 h 2398711"/>
              <a:gd name="connsiteX126910" fmla="*/ 1884423 w 2119654"/>
              <a:gd name="connsiteY126910" fmla="*/ 1794135 h 2398711"/>
              <a:gd name="connsiteX126911" fmla="*/ 1871827 w 2119654"/>
              <a:gd name="connsiteY126911" fmla="*/ 1802505 h 2398711"/>
              <a:gd name="connsiteX126912" fmla="*/ 1899831 w 2119654"/>
              <a:gd name="connsiteY126912" fmla="*/ 1790826 h 2398711"/>
              <a:gd name="connsiteX126913" fmla="*/ 1913867 w 2119654"/>
              <a:gd name="connsiteY126913" fmla="*/ 1784422 h 2398711"/>
              <a:gd name="connsiteX126914" fmla="*/ 1913765 w 2119654"/>
              <a:gd name="connsiteY126914" fmla="*/ 1784621 h 2398711"/>
              <a:gd name="connsiteX126915" fmla="*/ 1888402 w 2119654"/>
              <a:gd name="connsiteY126915" fmla="*/ 1796193 h 2398711"/>
              <a:gd name="connsiteX126916" fmla="*/ 1870505 w 2119654"/>
              <a:gd name="connsiteY126916" fmla="*/ 1803658 h 2398711"/>
              <a:gd name="connsiteX126917" fmla="*/ 1904046 w 2119654"/>
              <a:gd name="connsiteY126917" fmla="*/ 1800234 h 2398711"/>
              <a:gd name="connsiteX126918" fmla="*/ 1936689 w 2119654"/>
              <a:gd name="connsiteY126918" fmla="*/ 1796447 h 2398711"/>
              <a:gd name="connsiteX126919" fmla="*/ 1936406 w 2119654"/>
              <a:gd name="connsiteY126919" fmla="*/ 1796784 h 2398711"/>
              <a:gd name="connsiteX126920" fmla="*/ 1877421 w 2119654"/>
              <a:gd name="connsiteY126920" fmla="*/ 1803627 h 2398711"/>
              <a:gd name="connsiteX126921" fmla="*/ 1868815 w 2119654"/>
              <a:gd name="connsiteY126921" fmla="*/ 1804506 h 2398711"/>
              <a:gd name="connsiteX126922" fmla="*/ 1846138 w 2119654"/>
              <a:gd name="connsiteY126922" fmla="*/ 1819575 h 2398711"/>
              <a:gd name="connsiteX126923" fmla="*/ 1870767 w 2119654"/>
              <a:gd name="connsiteY126923" fmla="*/ 1815302 h 2398711"/>
              <a:gd name="connsiteX126924" fmla="*/ 1889814 w 2119654"/>
              <a:gd name="connsiteY126924" fmla="*/ 1811563 h 2398711"/>
              <a:gd name="connsiteX126925" fmla="*/ 1889630 w 2119654"/>
              <a:gd name="connsiteY126925" fmla="*/ 1811777 h 2398711"/>
              <a:gd name="connsiteX126926" fmla="*/ 1855212 w 2119654"/>
              <a:gd name="connsiteY126926" fmla="*/ 1818534 h 2398711"/>
              <a:gd name="connsiteX126927" fmla="*/ 1845053 w 2119654"/>
              <a:gd name="connsiteY126927" fmla="*/ 1820296 h 2398711"/>
              <a:gd name="connsiteX126928" fmla="*/ 1837904 w 2119654"/>
              <a:gd name="connsiteY126928" fmla="*/ 1825046 h 2398711"/>
              <a:gd name="connsiteX126929" fmla="*/ 1838403 w 2119654"/>
              <a:gd name="connsiteY126929" fmla="*/ 1825600 h 2398711"/>
              <a:gd name="connsiteX126930" fmla="*/ 1859721 w 2119654"/>
              <a:gd name="connsiteY126930" fmla="*/ 1821339 h 2398711"/>
              <a:gd name="connsiteX126931" fmla="*/ 1924708 w 2119654"/>
              <a:gd name="connsiteY126931" fmla="*/ 1805625 h 2398711"/>
              <a:gd name="connsiteX126932" fmla="*/ 1943694 w 2119654"/>
              <a:gd name="connsiteY126932" fmla="*/ 1800763 h 2398711"/>
              <a:gd name="connsiteX126933" fmla="*/ 1943521 w 2119654"/>
              <a:gd name="connsiteY126933" fmla="*/ 1800989 h 2398711"/>
              <a:gd name="connsiteX126934" fmla="*/ 1909215 w 2119654"/>
              <a:gd name="connsiteY126934" fmla="*/ 1809774 h 2398711"/>
              <a:gd name="connsiteX126935" fmla="*/ 1844228 w 2119654"/>
              <a:gd name="connsiteY126935" fmla="*/ 1825488 h 2398711"/>
              <a:gd name="connsiteX126936" fmla="*/ 1839205 w 2119654"/>
              <a:gd name="connsiteY126936" fmla="*/ 1826492 h 2398711"/>
              <a:gd name="connsiteX126937" fmla="*/ 1841958 w 2119654"/>
              <a:gd name="connsiteY126937" fmla="*/ 1829554 h 2398711"/>
              <a:gd name="connsiteX126938" fmla="*/ 1841951 w 2119654"/>
              <a:gd name="connsiteY126938" fmla="*/ 1829800 h 2398711"/>
              <a:gd name="connsiteX126939" fmla="*/ 1839012 w 2119654"/>
              <a:gd name="connsiteY126939" fmla="*/ 1826531 h 2398711"/>
              <a:gd name="connsiteX126940" fmla="*/ 1838607 w 2119654"/>
              <a:gd name="connsiteY126940" fmla="*/ 1826612 h 2398711"/>
              <a:gd name="connsiteX126941" fmla="*/ 1847298 w 2119654"/>
              <a:gd name="connsiteY126941" fmla="*/ 1839729 h 2398711"/>
              <a:gd name="connsiteX126942" fmla="*/ 1847252 w 2119654"/>
              <a:gd name="connsiteY126942" fmla="*/ 1839986 h 2398711"/>
              <a:gd name="connsiteX126943" fmla="*/ 1838416 w 2119654"/>
              <a:gd name="connsiteY126943" fmla="*/ 1826650 h 2398711"/>
              <a:gd name="connsiteX126944" fmla="*/ 1834231 w 2119654"/>
              <a:gd name="connsiteY126944" fmla="*/ 1827486 h 2398711"/>
              <a:gd name="connsiteX126945" fmla="*/ 1800384 w 2119654"/>
              <a:gd name="connsiteY126945" fmla="*/ 1849978 h 2398711"/>
              <a:gd name="connsiteX126946" fmla="*/ 1822965 w 2119654"/>
              <a:gd name="connsiteY126946" fmla="*/ 1848990 h 2398711"/>
              <a:gd name="connsiteX126947" fmla="*/ 1849041 w 2119654"/>
              <a:gd name="connsiteY126947" fmla="*/ 1847489 h 2398711"/>
              <a:gd name="connsiteX126948" fmla="*/ 1848801 w 2119654"/>
              <a:gd name="connsiteY126948" fmla="*/ 1847744 h 2398711"/>
              <a:gd name="connsiteX126949" fmla="*/ 1801684 w 2119654"/>
              <a:gd name="connsiteY126949" fmla="*/ 1850457 h 2398711"/>
              <a:gd name="connsiteX126950" fmla="*/ 1799520 w 2119654"/>
              <a:gd name="connsiteY126950" fmla="*/ 1850552 h 2398711"/>
              <a:gd name="connsiteX126951" fmla="*/ 1794009 w 2119654"/>
              <a:gd name="connsiteY126951" fmla="*/ 1854215 h 2398711"/>
              <a:gd name="connsiteX126952" fmla="*/ 1804958 w 2119654"/>
              <a:gd name="connsiteY126952" fmla="*/ 1878272 h 2398711"/>
              <a:gd name="connsiteX126953" fmla="*/ 1815502 w 2119654"/>
              <a:gd name="connsiteY126953" fmla="*/ 1873380 h 2398711"/>
              <a:gd name="connsiteX126954" fmla="*/ 1815339 w 2119654"/>
              <a:gd name="connsiteY126954" fmla="*/ 1873792 h 2398711"/>
              <a:gd name="connsiteX126955" fmla="*/ 1805084 w 2119654"/>
              <a:gd name="connsiteY126955" fmla="*/ 1878550 h 2398711"/>
              <a:gd name="connsiteX126956" fmla="*/ 1808543 w 2119654"/>
              <a:gd name="connsiteY126956" fmla="*/ 1886149 h 2398711"/>
              <a:gd name="connsiteX126957" fmla="*/ 1842268 w 2119654"/>
              <a:gd name="connsiteY126957" fmla="*/ 1880187 h 2398711"/>
              <a:gd name="connsiteX126958" fmla="*/ 1811796 w 2119654"/>
              <a:gd name="connsiteY126958" fmla="*/ 1887904 h 2398711"/>
              <a:gd name="connsiteX126959" fmla="*/ 1809504 w 2119654"/>
              <a:gd name="connsiteY126959" fmla="*/ 1888260 h 2398711"/>
              <a:gd name="connsiteX126960" fmla="*/ 1810214 w 2119654"/>
              <a:gd name="connsiteY126960" fmla="*/ 1889822 h 2398711"/>
              <a:gd name="connsiteX126961" fmla="*/ 1828177 w 2119654"/>
              <a:gd name="connsiteY126961" fmla="*/ 1930774 h 2398711"/>
              <a:gd name="connsiteX126962" fmla="*/ 1828064 w 2119654"/>
              <a:gd name="connsiteY126962" fmla="*/ 1931086 h 2398711"/>
              <a:gd name="connsiteX126963" fmla="*/ 1818123 w 2119654"/>
              <a:gd name="connsiteY126963" fmla="*/ 1908423 h 2398711"/>
              <a:gd name="connsiteX126964" fmla="*/ 1808984 w 2119654"/>
              <a:gd name="connsiteY126964" fmla="*/ 1888342 h 2398711"/>
              <a:gd name="connsiteX126965" fmla="*/ 1802074 w 2119654"/>
              <a:gd name="connsiteY126965" fmla="*/ 1889418 h 2398711"/>
              <a:gd name="connsiteX126966" fmla="*/ 1804571 w 2119654"/>
              <a:gd name="connsiteY126966" fmla="*/ 1898104 h 2398711"/>
              <a:gd name="connsiteX126967" fmla="*/ 1816065 w 2119654"/>
              <a:gd name="connsiteY126967" fmla="*/ 1940243 h 2398711"/>
              <a:gd name="connsiteX126968" fmla="*/ 1864873 w 2119654"/>
              <a:gd name="connsiteY126968" fmla="*/ 1930182 h 2398711"/>
              <a:gd name="connsiteX126969" fmla="*/ 1899267 w 2119654"/>
              <a:gd name="connsiteY126969" fmla="*/ 1922523 h 2398711"/>
              <a:gd name="connsiteX126970" fmla="*/ 1899004 w 2119654"/>
              <a:gd name="connsiteY126970" fmla="*/ 1922914 h 2398711"/>
              <a:gd name="connsiteX126971" fmla="*/ 1836857 w 2119654"/>
              <a:gd name="connsiteY126971" fmla="*/ 1936752 h 2398711"/>
              <a:gd name="connsiteX126972" fmla="*/ 1816282 w 2119654"/>
              <a:gd name="connsiteY126972" fmla="*/ 1941036 h 2398711"/>
              <a:gd name="connsiteX126973" fmla="*/ 1817068 w 2119654"/>
              <a:gd name="connsiteY126973" fmla="*/ 1943920 h 2398711"/>
              <a:gd name="connsiteX126974" fmla="*/ 1816902 w 2119654"/>
              <a:gd name="connsiteY126974" fmla="*/ 1944230 h 2398711"/>
              <a:gd name="connsiteX126975" fmla="*/ 1816045 w 2119654"/>
              <a:gd name="connsiteY126975" fmla="*/ 1941086 h 2398711"/>
              <a:gd name="connsiteX126976" fmla="*/ 1746704 w 2119654"/>
              <a:gd name="connsiteY126976" fmla="*/ 1955525 h 2398711"/>
              <a:gd name="connsiteX126977" fmla="*/ 1748261 w 2119654"/>
              <a:gd name="connsiteY126977" fmla="*/ 1961960 h 2398711"/>
              <a:gd name="connsiteX126978" fmla="*/ 1751445 w 2119654"/>
              <a:gd name="connsiteY126978" fmla="*/ 1961190 h 2398711"/>
              <a:gd name="connsiteX126979" fmla="*/ 1784023 w 2119654"/>
              <a:gd name="connsiteY126979" fmla="*/ 1952847 h 2398711"/>
              <a:gd name="connsiteX126980" fmla="*/ 1783727 w 2119654"/>
              <a:gd name="connsiteY126980" fmla="*/ 1953234 h 2398711"/>
              <a:gd name="connsiteX126981" fmla="*/ 1748341 w 2119654"/>
              <a:gd name="connsiteY126981" fmla="*/ 1962296 h 2398711"/>
              <a:gd name="connsiteX126982" fmla="*/ 1750908 w 2119654"/>
              <a:gd name="connsiteY126982" fmla="*/ 1972908 h 2398711"/>
              <a:gd name="connsiteX126983" fmla="*/ 1761778 w 2119654"/>
              <a:gd name="connsiteY126983" fmla="*/ 1972612 h 2398711"/>
              <a:gd name="connsiteX126984" fmla="*/ 1761445 w 2119654"/>
              <a:gd name="connsiteY126984" fmla="*/ 1972946 h 2398711"/>
              <a:gd name="connsiteX126985" fmla="*/ 1750986 w 2119654"/>
              <a:gd name="connsiteY126985" fmla="*/ 1973231 h 2398711"/>
              <a:gd name="connsiteX126986" fmla="*/ 1751989 w 2119654"/>
              <a:gd name="connsiteY126986" fmla="*/ 1977377 h 2398711"/>
              <a:gd name="connsiteX126987" fmla="*/ 1754637 w 2119654"/>
              <a:gd name="connsiteY126987" fmla="*/ 1990155 h 2398711"/>
              <a:gd name="connsiteX126988" fmla="*/ 1792365 w 2119654"/>
              <a:gd name="connsiteY126988" fmla="*/ 1979813 h 2398711"/>
              <a:gd name="connsiteX126989" fmla="*/ 1816314 w 2119654"/>
              <a:gd name="connsiteY126989" fmla="*/ 1972900 h 2398711"/>
              <a:gd name="connsiteX126990" fmla="*/ 1816103 w 2119654"/>
              <a:gd name="connsiteY126990" fmla="*/ 1973193 h 2398711"/>
              <a:gd name="connsiteX126991" fmla="*/ 1772828 w 2119654"/>
              <a:gd name="connsiteY126991" fmla="*/ 1985686 h 2398711"/>
              <a:gd name="connsiteX126992" fmla="*/ 1754738 w 2119654"/>
              <a:gd name="connsiteY126992" fmla="*/ 1990644 h 2398711"/>
              <a:gd name="connsiteX126993" fmla="*/ 1755962 w 2119654"/>
              <a:gd name="connsiteY126993" fmla="*/ 1996549 h 2398711"/>
              <a:gd name="connsiteX126994" fmla="*/ 1755892 w 2119654"/>
              <a:gd name="connsiteY126994" fmla="*/ 1996690 h 2398711"/>
              <a:gd name="connsiteX126995" fmla="*/ 1754645 w 2119654"/>
              <a:gd name="connsiteY126995" fmla="*/ 1990670 h 2398711"/>
              <a:gd name="connsiteX126996" fmla="*/ 1737352 w 2119654"/>
              <a:gd name="connsiteY126996" fmla="*/ 1995410 h 2398711"/>
              <a:gd name="connsiteX126997" fmla="*/ 1738289 w 2119654"/>
              <a:gd name="connsiteY126997" fmla="*/ 1999084 h 2398711"/>
              <a:gd name="connsiteX126998" fmla="*/ 1742877 w 2119654"/>
              <a:gd name="connsiteY126998" fmla="*/ 2018170 h 2398711"/>
              <a:gd name="connsiteX126999" fmla="*/ 1768649 w 2119654"/>
              <a:gd name="connsiteY126999" fmla="*/ 2021110 h 2398711"/>
              <a:gd name="connsiteX127000" fmla="*/ 1794638 w 2119654"/>
              <a:gd name="connsiteY127000" fmla="*/ 2023714 h 2398711"/>
              <a:gd name="connsiteX127001" fmla="*/ 1794361 w 2119654"/>
              <a:gd name="connsiteY127001" fmla="*/ 2023928 h 2398711"/>
              <a:gd name="connsiteX127002" fmla="*/ 1747400 w 2119654"/>
              <a:gd name="connsiteY127002" fmla="*/ 2019225 h 2398711"/>
              <a:gd name="connsiteX127003" fmla="*/ 1743010 w 2119654"/>
              <a:gd name="connsiteY127003" fmla="*/ 2018724 h 2398711"/>
              <a:gd name="connsiteX127004" fmla="*/ 1746517 w 2119654"/>
              <a:gd name="connsiteY127004" fmla="*/ 2033312 h 2398711"/>
              <a:gd name="connsiteX127005" fmla="*/ 1746388 w 2119654"/>
              <a:gd name="connsiteY127005" fmla="*/ 2033538 h 2398711"/>
              <a:gd name="connsiteX127006" fmla="*/ 1742820 w 2119654"/>
              <a:gd name="connsiteY127006" fmla="*/ 2018702 h 2398711"/>
              <a:gd name="connsiteX127007" fmla="*/ 1716810 w 2119654"/>
              <a:gd name="connsiteY127007" fmla="*/ 2015735 h 2398711"/>
              <a:gd name="connsiteX127008" fmla="*/ 1716078 w 2119654"/>
              <a:gd name="connsiteY127008" fmla="*/ 2021270 h 2398711"/>
              <a:gd name="connsiteX127009" fmla="*/ 1713614 w 2119654"/>
              <a:gd name="connsiteY127009" fmla="*/ 2038147 h 2398711"/>
              <a:gd name="connsiteX127010" fmla="*/ 1725356 w 2119654"/>
              <a:gd name="connsiteY127010" fmla="*/ 2035037 h 2398711"/>
              <a:gd name="connsiteX127011" fmla="*/ 1735766 w 2119654"/>
              <a:gd name="connsiteY127011" fmla="*/ 2032032 h 2398711"/>
              <a:gd name="connsiteX127012" fmla="*/ 1735676 w 2119654"/>
              <a:gd name="connsiteY127012" fmla="*/ 2032159 h 2398711"/>
              <a:gd name="connsiteX127013" fmla="*/ 1716863 w 2119654"/>
              <a:gd name="connsiteY127013" fmla="*/ 2037590 h 2398711"/>
              <a:gd name="connsiteX127014" fmla="*/ 1713574 w 2119654"/>
              <a:gd name="connsiteY127014" fmla="*/ 2038423 h 2398711"/>
              <a:gd name="connsiteX127015" fmla="*/ 1713335 w 2119654"/>
              <a:gd name="connsiteY127015" fmla="*/ 2040061 h 2398711"/>
              <a:gd name="connsiteX127016" fmla="*/ 1732928 w 2119654"/>
              <a:gd name="connsiteY127016" fmla="*/ 2042051 h 2398711"/>
              <a:gd name="connsiteX127017" fmla="*/ 1747421 w 2119654"/>
              <a:gd name="connsiteY127017" fmla="*/ 2043042 h 2398711"/>
              <a:gd name="connsiteX127018" fmla="*/ 1747247 w 2119654"/>
              <a:gd name="connsiteY127018" fmla="*/ 2043160 h 2398711"/>
              <a:gd name="connsiteX127019" fmla="*/ 1721059 w 2119654"/>
              <a:gd name="connsiteY127019" fmla="*/ 2041371 h 2398711"/>
              <a:gd name="connsiteX127020" fmla="*/ 1713260 w 2119654"/>
              <a:gd name="connsiteY127020" fmla="*/ 2040579 h 2398711"/>
              <a:gd name="connsiteX127021" fmla="*/ 1711226 w 2119654"/>
              <a:gd name="connsiteY127021" fmla="*/ 2054513 h 2398711"/>
              <a:gd name="connsiteX127022" fmla="*/ 1711030 w 2119654"/>
              <a:gd name="connsiteY127022" fmla="*/ 2054699 h 2398711"/>
              <a:gd name="connsiteX127023" fmla="*/ 1713093 w 2119654"/>
              <a:gd name="connsiteY127023" fmla="*/ 2040562 h 2398711"/>
              <a:gd name="connsiteX127024" fmla="*/ 1707406 w 2119654"/>
              <a:gd name="connsiteY127024" fmla="*/ 2039985 h 2398711"/>
              <a:gd name="connsiteX127025" fmla="*/ 1690813 w 2119654"/>
              <a:gd name="connsiteY127025" fmla="*/ 2044187 h 2398711"/>
              <a:gd name="connsiteX127026" fmla="*/ 1706879 w 2119654"/>
              <a:gd name="connsiteY127026" fmla="*/ 2039931 h 2398711"/>
              <a:gd name="connsiteX127027" fmla="*/ 1688852 w 2119654"/>
              <a:gd name="connsiteY127027" fmla="*/ 2038101 h 2398711"/>
              <a:gd name="connsiteX127028" fmla="*/ 1688388 w 2119654"/>
              <a:gd name="connsiteY127028" fmla="*/ 2044801 h 2398711"/>
              <a:gd name="connsiteX127029" fmla="*/ 1690813 w 2119654"/>
              <a:gd name="connsiteY127029" fmla="*/ 2044187 h 2398711"/>
              <a:gd name="connsiteX127030" fmla="*/ 1688387 w 2119654"/>
              <a:gd name="connsiteY127030" fmla="*/ 2044829 h 2398711"/>
              <a:gd name="connsiteX127031" fmla="*/ 1686397 w 2119654"/>
              <a:gd name="connsiteY127031" fmla="*/ 2073539 h 2398711"/>
              <a:gd name="connsiteX127032" fmla="*/ 1685269 w 2119654"/>
              <a:gd name="connsiteY127032" fmla="*/ 2087102 h 2398711"/>
              <a:gd name="connsiteX127033" fmla="*/ 1686298 w 2119654"/>
              <a:gd name="connsiteY127033" fmla="*/ 2086890 h 2398711"/>
              <a:gd name="connsiteX127034" fmla="*/ 1711952 w 2119654"/>
              <a:gd name="connsiteY127034" fmla="*/ 2081177 h 2398711"/>
              <a:gd name="connsiteX127035" fmla="*/ 1711755 w 2119654"/>
              <a:gd name="connsiteY127035" fmla="*/ 2081469 h 2398711"/>
              <a:gd name="connsiteX127036" fmla="*/ 1685247 w 2119654"/>
              <a:gd name="connsiteY127036" fmla="*/ 2087372 h 2398711"/>
              <a:gd name="connsiteX127037" fmla="*/ 1682461 w 2119654"/>
              <a:gd name="connsiteY127037" fmla="*/ 2120864 h 2398711"/>
              <a:gd name="connsiteX127038" fmla="*/ 1682198 w 2119654"/>
              <a:gd name="connsiteY127038" fmla="*/ 2121099 h 2398711"/>
              <a:gd name="connsiteX127039" fmla="*/ 1684377 w 2119654"/>
              <a:gd name="connsiteY127039" fmla="*/ 2094906 h 2398711"/>
              <a:gd name="connsiteX127040" fmla="*/ 1684879 w 2119654"/>
              <a:gd name="connsiteY127040" fmla="*/ 2087453 h 2398711"/>
              <a:gd name="connsiteX127041" fmla="*/ 1665402 w 2119654"/>
              <a:gd name="connsiteY127041" fmla="*/ 2091790 h 2398711"/>
              <a:gd name="connsiteX127042" fmla="*/ 1643778 w 2119654"/>
              <a:gd name="connsiteY127042" fmla="*/ 2096293 h 2398711"/>
              <a:gd name="connsiteX127043" fmla="*/ 1642678 w 2119654"/>
              <a:gd name="connsiteY127043" fmla="*/ 2105195 h 2398711"/>
              <a:gd name="connsiteX127044" fmla="*/ 1643677 w 2119654"/>
              <a:gd name="connsiteY127044" fmla="*/ 2096314 h 2398711"/>
              <a:gd name="connsiteX127045" fmla="*/ 1603454 w 2119654"/>
              <a:gd name="connsiteY127045" fmla="*/ 2104690 h 2398711"/>
              <a:gd name="connsiteX127046" fmla="*/ 1602946 w 2119654"/>
              <a:gd name="connsiteY127046" fmla="*/ 2109698 h 2398711"/>
              <a:gd name="connsiteX127047" fmla="*/ 1625993 w 2119654"/>
              <a:gd name="connsiteY127047" fmla="*/ 2103796 h 2398711"/>
              <a:gd name="connsiteX127048" fmla="*/ 1625772 w 2119654"/>
              <a:gd name="connsiteY127048" fmla="*/ 2104085 h 2398711"/>
              <a:gd name="connsiteX127049" fmla="*/ 1602922 w 2119654"/>
              <a:gd name="connsiteY127049" fmla="*/ 2109936 h 2398711"/>
              <a:gd name="connsiteX127050" fmla="*/ 1602028 w 2119654"/>
              <a:gd name="connsiteY127050" fmla="*/ 2118738 h 2398711"/>
              <a:gd name="connsiteX127051" fmla="*/ 1609401 w 2119654"/>
              <a:gd name="connsiteY127051" fmla="*/ 2118537 h 2398711"/>
              <a:gd name="connsiteX127052" fmla="*/ 1609152 w 2119654"/>
              <a:gd name="connsiteY127052" fmla="*/ 2118787 h 2398711"/>
              <a:gd name="connsiteX127053" fmla="*/ 1602004 w 2119654"/>
              <a:gd name="connsiteY127053" fmla="*/ 2118981 h 2398711"/>
              <a:gd name="connsiteX127054" fmla="*/ 1601749 w 2119654"/>
              <a:gd name="connsiteY127054" fmla="*/ 2121492 h 2398711"/>
              <a:gd name="connsiteX127055" fmla="*/ 1627445 w 2119654"/>
              <a:gd name="connsiteY127055" fmla="*/ 2125216 h 2398711"/>
              <a:gd name="connsiteX127056" fmla="*/ 1632215 w 2119654"/>
              <a:gd name="connsiteY127056" fmla="*/ 2123909 h 2398711"/>
              <a:gd name="connsiteX127057" fmla="*/ 1640670 w 2119654"/>
              <a:gd name="connsiteY127057" fmla="*/ 2121468 h 2398711"/>
              <a:gd name="connsiteX127058" fmla="*/ 1642678 w 2119654"/>
              <a:gd name="connsiteY127058" fmla="*/ 2105195 h 2398711"/>
              <a:gd name="connsiteX127059" fmla="*/ 1640856 w 2119654"/>
              <a:gd name="connsiteY127059" fmla="*/ 2121414 h 2398711"/>
              <a:gd name="connsiteX127060" fmla="*/ 1650079 w 2119654"/>
              <a:gd name="connsiteY127060" fmla="*/ 2118752 h 2398711"/>
              <a:gd name="connsiteX127061" fmla="*/ 1649920 w 2119654"/>
              <a:gd name="connsiteY127061" fmla="*/ 2118972 h 2398711"/>
              <a:gd name="connsiteX127062" fmla="*/ 1640835 w 2119654"/>
              <a:gd name="connsiteY127062" fmla="*/ 2121594 h 2398711"/>
              <a:gd name="connsiteX127063" fmla="*/ 1640220 w 2119654"/>
              <a:gd name="connsiteY127063" fmla="*/ 2127067 h 2398711"/>
              <a:gd name="connsiteX127064" fmla="*/ 1653899 w 2119654"/>
              <a:gd name="connsiteY127064" fmla="*/ 2129050 h 2398711"/>
              <a:gd name="connsiteX127065" fmla="*/ 1688838 w 2119654"/>
              <a:gd name="connsiteY127065" fmla="*/ 2133624 h 2398711"/>
              <a:gd name="connsiteX127066" fmla="*/ 1688456 w 2119654"/>
              <a:gd name="connsiteY127066" fmla="*/ 2133901 h 2398711"/>
              <a:gd name="connsiteX127067" fmla="*/ 1640163 w 2119654"/>
              <a:gd name="connsiteY127067" fmla="*/ 2127579 h 2398711"/>
              <a:gd name="connsiteX127068" fmla="*/ 1639680 w 2119654"/>
              <a:gd name="connsiteY127068" fmla="*/ 2131879 h 2398711"/>
              <a:gd name="connsiteX127069" fmla="*/ 1638374 w 2119654"/>
              <a:gd name="connsiteY127069" fmla="*/ 2140825 h 2398711"/>
              <a:gd name="connsiteX127070" fmla="*/ 1641498 w 2119654"/>
              <a:gd name="connsiteY127070" fmla="*/ 2141761 h 2398711"/>
              <a:gd name="connsiteX127071" fmla="*/ 1673409 w 2119654"/>
              <a:gd name="connsiteY127071" fmla="*/ 2150842 h 2398711"/>
              <a:gd name="connsiteX127072" fmla="*/ 1673015 w 2119654"/>
              <a:gd name="connsiteY127072" fmla="*/ 2151048 h 2398711"/>
              <a:gd name="connsiteX127073" fmla="*/ 1638323 w 2119654"/>
              <a:gd name="connsiteY127073" fmla="*/ 2141175 h 2398711"/>
              <a:gd name="connsiteX127074" fmla="*/ 1636852 w 2119654"/>
              <a:gd name="connsiteY127074" fmla="*/ 2151253 h 2398711"/>
              <a:gd name="connsiteX127075" fmla="*/ 1636739 w 2119654"/>
              <a:gd name="connsiteY127075" fmla="*/ 2151361 h 2398711"/>
              <a:gd name="connsiteX127076" fmla="*/ 1638229 w 2119654"/>
              <a:gd name="connsiteY127076" fmla="*/ 2141149 h 2398711"/>
              <a:gd name="connsiteX127077" fmla="*/ 1615352 w 2119654"/>
              <a:gd name="connsiteY127077" fmla="*/ 2134638 h 2398711"/>
              <a:gd name="connsiteX127078" fmla="*/ 1605377 w 2119654"/>
              <a:gd name="connsiteY127078" fmla="*/ 2131652 h 2398711"/>
              <a:gd name="connsiteX127079" fmla="*/ 1600584 w 2119654"/>
              <a:gd name="connsiteY127079" fmla="*/ 2132965 h 2398711"/>
              <a:gd name="connsiteX127080" fmla="*/ 1599884 w 2119654"/>
              <a:gd name="connsiteY127080" fmla="*/ 2139860 h 2398711"/>
              <a:gd name="connsiteX127081" fmla="*/ 1598387 w 2119654"/>
              <a:gd name="connsiteY127081" fmla="*/ 2152870 h 2398711"/>
              <a:gd name="connsiteX127082" fmla="*/ 1614526 w 2119654"/>
              <a:gd name="connsiteY127082" fmla="*/ 2154712 h 2398711"/>
              <a:gd name="connsiteX127083" fmla="*/ 1633911 w 2119654"/>
              <a:gd name="connsiteY127083" fmla="*/ 2156653 h 2398711"/>
              <a:gd name="connsiteX127084" fmla="*/ 1633704 w 2119654"/>
              <a:gd name="connsiteY127084" fmla="*/ 2156813 h 2398711"/>
              <a:gd name="connsiteX127085" fmla="*/ 1598677 w 2119654"/>
              <a:gd name="connsiteY127085" fmla="*/ 2153305 h 2398711"/>
              <a:gd name="connsiteX127086" fmla="*/ 1598341 w 2119654"/>
              <a:gd name="connsiteY127086" fmla="*/ 2153267 h 2398711"/>
              <a:gd name="connsiteX127087" fmla="*/ 1596864 w 2119654"/>
              <a:gd name="connsiteY127087" fmla="*/ 2166101 h 2398711"/>
              <a:gd name="connsiteX127088" fmla="*/ 1596715 w 2119654"/>
              <a:gd name="connsiteY127088" fmla="*/ 2166251 h 2398711"/>
              <a:gd name="connsiteX127089" fmla="*/ 1598211 w 2119654"/>
              <a:gd name="connsiteY127089" fmla="*/ 2153252 h 2398711"/>
              <a:gd name="connsiteX127090" fmla="*/ 1592860 w 2119654"/>
              <a:gd name="connsiteY127090" fmla="*/ 2152641 h 2398711"/>
              <a:gd name="connsiteX127091" fmla="*/ 1593037 w 2119654"/>
              <a:gd name="connsiteY127091" fmla="*/ 2161270 h 2398711"/>
              <a:gd name="connsiteX127092" fmla="*/ 1592815 w 2119654"/>
              <a:gd name="connsiteY127092" fmla="*/ 2161512 h 2398711"/>
              <a:gd name="connsiteX127093" fmla="*/ 1592632 w 2119654"/>
              <a:gd name="connsiteY127093" fmla="*/ 2152616 h 2398711"/>
              <a:gd name="connsiteX127094" fmla="*/ 1572229 w 2119654"/>
              <a:gd name="connsiteY127094" fmla="*/ 2150287 h 2398711"/>
              <a:gd name="connsiteX127095" fmla="*/ 1565541 w 2119654"/>
              <a:gd name="connsiteY127095" fmla="*/ 2163658 h 2398711"/>
              <a:gd name="connsiteX127096" fmla="*/ 1565211 w 2119654"/>
              <a:gd name="connsiteY127096" fmla="*/ 2163813 h 2398711"/>
              <a:gd name="connsiteX127097" fmla="*/ 1571991 w 2119654"/>
              <a:gd name="connsiteY127097" fmla="*/ 2150261 h 2398711"/>
              <a:gd name="connsiteX127098" fmla="*/ 1549763 w 2119654"/>
              <a:gd name="connsiteY127098" fmla="*/ 2147724 h 2398711"/>
              <a:gd name="connsiteX127099" fmla="*/ 1547852 w 2119654"/>
              <a:gd name="connsiteY127099" fmla="*/ 2155522 h 2398711"/>
              <a:gd name="connsiteX127100" fmla="*/ 1551332 w 2119654"/>
              <a:gd name="connsiteY127100" fmla="*/ 2156253 h 2398711"/>
              <a:gd name="connsiteX127101" fmla="*/ 1550955 w 2119654"/>
              <a:gd name="connsiteY127101" fmla="*/ 2156487 h 2398711"/>
              <a:gd name="connsiteX127102" fmla="*/ 1547779 w 2119654"/>
              <a:gd name="connsiteY127102" fmla="*/ 2155819 h 2398711"/>
              <a:gd name="connsiteX127103" fmla="*/ 1545283 w 2119654"/>
              <a:gd name="connsiteY127103" fmla="*/ 2166005 h 2398711"/>
              <a:gd name="connsiteX127104" fmla="*/ 1587883 w 2119654"/>
              <a:gd name="connsiteY127104" fmla="*/ 2170331 h 2398711"/>
              <a:gd name="connsiteX127105" fmla="*/ 1598693 w 2119654"/>
              <a:gd name="connsiteY127105" fmla="*/ 2171071 h 2398711"/>
              <a:gd name="connsiteX127106" fmla="*/ 1598563 w 2119654"/>
              <a:gd name="connsiteY127106" fmla="*/ 2171158 h 2398711"/>
              <a:gd name="connsiteX127107" fmla="*/ 1579029 w 2119654"/>
              <a:gd name="connsiteY127107" fmla="*/ 2169824 h 2398711"/>
              <a:gd name="connsiteX127108" fmla="*/ 1545189 w 2119654"/>
              <a:gd name="connsiteY127108" fmla="*/ 2166387 h 2398711"/>
              <a:gd name="connsiteX127109" fmla="*/ 1544840 w 2119654"/>
              <a:gd name="connsiteY127109" fmla="*/ 2167811 h 2398711"/>
              <a:gd name="connsiteX127110" fmla="*/ 1544544 w 2119654"/>
              <a:gd name="connsiteY127110" fmla="*/ 2168001 h 2398711"/>
              <a:gd name="connsiteX127111" fmla="*/ 1544946 w 2119654"/>
              <a:gd name="connsiteY127111" fmla="*/ 2166362 h 2398711"/>
              <a:gd name="connsiteX127112" fmla="*/ 1529476 w 2119654"/>
              <a:gd name="connsiteY127112" fmla="*/ 2164791 h 2398711"/>
              <a:gd name="connsiteX127113" fmla="*/ 1528184 w 2119654"/>
              <a:gd name="connsiteY127113" fmla="*/ 2170710 h 2398711"/>
              <a:gd name="connsiteX127114" fmla="*/ 1527904 w 2119654"/>
              <a:gd name="connsiteY127114" fmla="*/ 2170942 h 2398711"/>
              <a:gd name="connsiteX127115" fmla="*/ 1529251 w 2119654"/>
              <a:gd name="connsiteY127115" fmla="*/ 2164768 h 2398711"/>
              <a:gd name="connsiteX127116" fmla="*/ 1520652 w 2119654"/>
              <a:gd name="connsiteY127116" fmla="*/ 2163895 h 2398711"/>
              <a:gd name="connsiteX127117" fmla="*/ 1519686 w 2119654"/>
              <a:gd name="connsiteY127117" fmla="*/ 2165188 h 2398711"/>
              <a:gd name="connsiteX127118" fmla="*/ 1520627 w 2119654"/>
              <a:gd name="connsiteY127118" fmla="*/ 2170920 h 2398711"/>
              <a:gd name="connsiteX127119" fmla="*/ 1521077 w 2119654"/>
              <a:gd name="connsiteY127119" fmla="*/ 2173925 h 2398711"/>
              <a:gd name="connsiteX127120" fmla="*/ 1532258 w 2119654"/>
              <a:gd name="connsiteY127120" fmla="*/ 2181511 h 2398711"/>
              <a:gd name="connsiteX127121" fmla="*/ 1532363 w 2119654"/>
              <a:gd name="connsiteY127121" fmla="*/ 2181563 h 2398711"/>
              <a:gd name="connsiteX127122" fmla="*/ 1555892 w 2119654"/>
              <a:gd name="connsiteY127122" fmla="*/ 2192902 h 2398711"/>
              <a:gd name="connsiteX127123" fmla="*/ 1555559 w 2119654"/>
              <a:gd name="connsiteY127123" fmla="*/ 2193009 h 2398711"/>
              <a:gd name="connsiteX127124" fmla="*/ 1533627 w 2119654"/>
              <a:gd name="connsiteY127124" fmla="*/ 2182440 h 2398711"/>
              <a:gd name="connsiteX127125" fmla="*/ 1541397 w 2119654"/>
              <a:gd name="connsiteY127125" fmla="*/ 2187712 h 2398711"/>
              <a:gd name="connsiteX127126" fmla="*/ 1541072 w 2119654"/>
              <a:gd name="connsiteY127126" fmla="*/ 2187766 h 2398711"/>
              <a:gd name="connsiteX127127" fmla="*/ 1532233 w 2119654"/>
              <a:gd name="connsiteY127127" fmla="*/ 2181768 h 2398711"/>
              <a:gd name="connsiteX127128" fmla="*/ 1521476 w 2119654"/>
              <a:gd name="connsiteY127128" fmla="*/ 2176584 h 2398711"/>
              <a:gd name="connsiteX127129" fmla="*/ 1524532 w 2119654"/>
              <a:gd name="connsiteY127129" fmla="*/ 2196973 h 2398711"/>
              <a:gd name="connsiteX127130" fmla="*/ 1524419 w 2119654"/>
              <a:gd name="connsiteY127130" fmla="*/ 2197133 h 2398711"/>
              <a:gd name="connsiteX127131" fmla="*/ 1522259 w 2119654"/>
              <a:gd name="connsiteY127131" fmla="*/ 2182715 h 2398711"/>
              <a:gd name="connsiteX127132" fmla="*/ 1521234 w 2119654"/>
              <a:gd name="connsiteY127132" fmla="*/ 2176468 h 2398711"/>
              <a:gd name="connsiteX127133" fmla="*/ 1514554 w 2119654"/>
              <a:gd name="connsiteY127133" fmla="*/ 2173248 h 2398711"/>
              <a:gd name="connsiteX127134" fmla="*/ 1513654 w 2119654"/>
              <a:gd name="connsiteY127134" fmla="*/ 2176326 h 2398711"/>
              <a:gd name="connsiteX127135" fmla="*/ 1518389 w 2119654"/>
              <a:gd name="connsiteY127135" fmla="*/ 2177748 h 2398711"/>
              <a:gd name="connsiteX127136" fmla="*/ 1518157 w 2119654"/>
              <a:gd name="connsiteY127136" fmla="*/ 2177865 h 2398711"/>
              <a:gd name="connsiteX127137" fmla="*/ 1513604 w 2119654"/>
              <a:gd name="connsiteY127137" fmla="*/ 2176498 h 2398711"/>
              <a:gd name="connsiteX127138" fmla="*/ 1508322 w 2119654"/>
              <a:gd name="connsiteY127138" fmla="*/ 2194555 h 2398711"/>
              <a:gd name="connsiteX127139" fmla="*/ 1497228 w 2119654"/>
              <a:gd name="connsiteY127139" fmla="*/ 2230626 h 2398711"/>
              <a:gd name="connsiteX127140" fmla="*/ 1528936 w 2119654"/>
              <a:gd name="connsiteY127140" fmla="*/ 2235222 h 2398711"/>
              <a:gd name="connsiteX127141" fmla="*/ 1554997 w 2119654"/>
              <a:gd name="connsiteY127141" fmla="*/ 2238633 h 2398711"/>
              <a:gd name="connsiteX127142" fmla="*/ 1554711 w 2119654"/>
              <a:gd name="connsiteY127142" fmla="*/ 2238840 h 2398711"/>
              <a:gd name="connsiteX127143" fmla="*/ 1507623 w 2119654"/>
              <a:gd name="connsiteY127143" fmla="*/ 2232676 h 2398711"/>
              <a:gd name="connsiteX127144" fmla="*/ 1497069 w 2119654"/>
              <a:gd name="connsiteY127144" fmla="*/ 2231146 h 2398711"/>
              <a:gd name="connsiteX127145" fmla="*/ 1495158 w 2119654"/>
              <a:gd name="connsiteY127145" fmla="*/ 2237356 h 2398711"/>
              <a:gd name="connsiteX127146" fmla="*/ 1519686 w 2119654"/>
              <a:gd name="connsiteY127146" fmla="*/ 2244703 h 2398711"/>
              <a:gd name="connsiteX127147" fmla="*/ 1543488 w 2119654"/>
              <a:gd name="connsiteY127147" fmla="*/ 2251476 h 2398711"/>
              <a:gd name="connsiteX127148" fmla="*/ 1543194 w 2119654"/>
              <a:gd name="connsiteY127148" fmla="*/ 2251631 h 2398711"/>
              <a:gd name="connsiteX127149" fmla="*/ 1500185 w 2119654"/>
              <a:gd name="connsiteY127149" fmla="*/ 2239390 h 2398711"/>
              <a:gd name="connsiteX127150" fmla="*/ 1495010 w 2119654"/>
              <a:gd name="connsiteY127150" fmla="*/ 2237841 h 2398711"/>
              <a:gd name="connsiteX127151" fmla="*/ 1490757 w 2119654"/>
              <a:gd name="connsiteY127151" fmla="*/ 2251668 h 2398711"/>
              <a:gd name="connsiteX127152" fmla="*/ 1490373 w 2119654"/>
              <a:gd name="connsiteY127152" fmla="*/ 2251886 h 2398711"/>
              <a:gd name="connsiteX127153" fmla="*/ 1494718 w 2119654"/>
              <a:gd name="connsiteY127153" fmla="*/ 2237754 h 2398711"/>
              <a:gd name="connsiteX127154" fmla="*/ 1475547 w 2119654"/>
              <a:gd name="connsiteY127154" fmla="*/ 2232011 h 2398711"/>
              <a:gd name="connsiteX127155" fmla="*/ 1471068 w 2119654"/>
              <a:gd name="connsiteY127155" fmla="*/ 2258077 h 2398711"/>
              <a:gd name="connsiteX127156" fmla="*/ 1470857 w 2119654"/>
              <a:gd name="connsiteY127156" fmla="*/ 2258235 h 2398711"/>
              <a:gd name="connsiteX127157" fmla="*/ 1474188 w 2119654"/>
              <a:gd name="connsiteY127157" fmla="*/ 2238849 h 2398711"/>
              <a:gd name="connsiteX127158" fmla="*/ 1475265 w 2119654"/>
              <a:gd name="connsiteY127158" fmla="*/ 2231927 h 2398711"/>
              <a:gd name="connsiteX127159" fmla="*/ 1449768 w 2119654"/>
              <a:gd name="connsiteY127159" fmla="*/ 2224290 h 2398711"/>
              <a:gd name="connsiteX127160" fmla="*/ 1445344 w 2119654"/>
              <a:gd name="connsiteY127160" fmla="*/ 2223649 h 2398711"/>
              <a:gd name="connsiteX127161" fmla="*/ 1441156 w 2119654"/>
              <a:gd name="connsiteY127161" fmla="*/ 2232505 h 2398711"/>
              <a:gd name="connsiteX127162" fmla="*/ 1429339 w 2119654"/>
              <a:gd name="connsiteY127162" fmla="*/ 2256127 h 2398711"/>
              <a:gd name="connsiteX127163" fmla="*/ 1429146 w 2119654"/>
              <a:gd name="connsiteY127163" fmla="*/ 2256218 h 2398711"/>
              <a:gd name="connsiteX127164" fmla="*/ 1435686 w 2119654"/>
              <a:gd name="connsiteY127164" fmla="*/ 2243145 h 2398711"/>
              <a:gd name="connsiteX127165" fmla="*/ 1445128 w 2119654"/>
              <a:gd name="connsiteY127165" fmla="*/ 2223618 h 2398711"/>
              <a:gd name="connsiteX127166" fmla="*/ 1418662 w 2119654"/>
              <a:gd name="connsiteY127166" fmla="*/ 2219782 h 2398711"/>
              <a:gd name="connsiteX127167" fmla="*/ 1413410 w 2119654"/>
              <a:gd name="connsiteY127167" fmla="*/ 2218803 h 2398711"/>
              <a:gd name="connsiteX127168" fmla="*/ 1409998 w 2119654"/>
              <a:gd name="connsiteY127168" fmla="*/ 2228262 h 2398711"/>
              <a:gd name="connsiteX127169" fmla="*/ 1415785 w 2119654"/>
              <a:gd name="connsiteY127169" fmla="*/ 2230140 h 2398711"/>
              <a:gd name="connsiteX127170" fmla="*/ 1415627 w 2119654"/>
              <a:gd name="connsiteY127170" fmla="*/ 2230199 h 2398711"/>
              <a:gd name="connsiteX127171" fmla="*/ 1409963 w 2119654"/>
              <a:gd name="connsiteY127171" fmla="*/ 2228361 h 2398711"/>
              <a:gd name="connsiteX127172" fmla="*/ 1404241 w 2119654"/>
              <a:gd name="connsiteY127172" fmla="*/ 2244224 h 2398711"/>
              <a:gd name="connsiteX127173" fmla="*/ 1403973 w 2119654"/>
              <a:gd name="connsiteY127173" fmla="*/ 2249302 h 2398711"/>
              <a:gd name="connsiteX127174" fmla="*/ 1403891 w 2119654"/>
              <a:gd name="connsiteY127174" fmla="*/ 2250541 h 2398711"/>
              <a:gd name="connsiteX127175" fmla="*/ 1429843 w 2119654"/>
              <a:gd name="connsiteY127175" fmla="*/ 2268678 h 2398711"/>
              <a:gd name="connsiteX127176" fmla="*/ 1438205 w 2119654"/>
              <a:gd name="connsiteY127176" fmla="*/ 2274351 h 2398711"/>
              <a:gd name="connsiteX127177" fmla="*/ 1438284 w 2119654"/>
              <a:gd name="connsiteY127177" fmla="*/ 2274390 h 2398711"/>
              <a:gd name="connsiteX127178" fmla="*/ 1455834 w 2119654"/>
              <a:gd name="connsiteY127178" fmla="*/ 2282849 h 2398711"/>
              <a:gd name="connsiteX127179" fmla="*/ 1455586 w 2119654"/>
              <a:gd name="connsiteY127179" fmla="*/ 2282928 h 2398711"/>
              <a:gd name="connsiteX127180" fmla="*/ 1439227 w 2119654"/>
              <a:gd name="connsiteY127180" fmla="*/ 2275045 h 2398711"/>
              <a:gd name="connsiteX127181" fmla="*/ 1445023 w 2119654"/>
              <a:gd name="connsiteY127181" fmla="*/ 2278977 h 2398711"/>
              <a:gd name="connsiteX127182" fmla="*/ 1444781 w 2119654"/>
              <a:gd name="connsiteY127182" fmla="*/ 2279017 h 2398711"/>
              <a:gd name="connsiteX127183" fmla="*/ 1438187 w 2119654"/>
              <a:gd name="connsiteY127183" fmla="*/ 2274544 h 2398711"/>
              <a:gd name="connsiteX127184" fmla="*/ 1423874 w 2119654"/>
              <a:gd name="connsiteY127184" fmla="*/ 2267646 h 2398711"/>
              <a:gd name="connsiteX127185" fmla="*/ 1403431 w 2119654"/>
              <a:gd name="connsiteY127185" fmla="*/ 2257444 h 2398711"/>
              <a:gd name="connsiteX127186" fmla="*/ 1403230 w 2119654"/>
              <a:gd name="connsiteY127186" fmla="*/ 2260463 h 2398711"/>
              <a:gd name="connsiteX127187" fmla="*/ 1423422 w 2119654"/>
              <a:gd name="connsiteY127187" fmla="*/ 2268165 h 2398711"/>
              <a:gd name="connsiteX127188" fmla="*/ 1423012 w 2119654"/>
              <a:gd name="connsiteY127188" fmla="*/ 2268336 h 2398711"/>
              <a:gd name="connsiteX127189" fmla="*/ 1403208 w 2119654"/>
              <a:gd name="connsiteY127189" fmla="*/ 2260782 h 2398711"/>
              <a:gd name="connsiteX127190" fmla="*/ 1401768 w 2119654"/>
              <a:gd name="connsiteY127190" fmla="*/ 2282375 h 2398711"/>
              <a:gd name="connsiteX127191" fmla="*/ 1401587 w 2119654"/>
              <a:gd name="connsiteY127191" fmla="*/ 2282542 h 2398711"/>
              <a:gd name="connsiteX127192" fmla="*/ 1402808 w 2119654"/>
              <a:gd name="connsiteY127192" fmla="*/ 2264238 h 2398711"/>
              <a:gd name="connsiteX127193" fmla="*/ 1402994 w 2119654"/>
              <a:gd name="connsiteY127193" fmla="*/ 2260700 h 2398711"/>
              <a:gd name="connsiteX127194" fmla="*/ 1398752 w 2119654"/>
              <a:gd name="connsiteY127194" fmla="*/ 2259082 h 2398711"/>
              <a:gd name="connsiteX127195" fmla="*/ 1394369 w 2119654"/>
              <a:gd name="connsiteY127195" fmla="*/ 2270083 h 2398711"/>
              <a:gd name="connsiteX127196" fmla="*/ 1394261 w 2119654"/>
              <a:gd name="connsiteY127196" fmla="*/ 2270146 h 2398711"/>
              <a:gd name="connsiteX127197" fmla="*/ 1397447 w 2119654"/>
              <a:gd name="connsiteY127197" fmla="*/ 2262145 h 2398711"/>
              <a:gd name="connsiteX127198" fmla="*/ 1398576 w 2119654"/>
              <a:gd name="connsiteY127198" fmla="*/ 2259015 h 2398711"/>
              <a:gd name="connsiteX127199" fmla="*/ 1373932 w 2119654"/>
              <a:gd name="connsiteY127199" fmla="*/ 2249615 h 2398711"/>
              <a:gd name="connsiteX127200" fmla="*/ 1371449 w 2119654"/>
              <a:gd name="connsiteY127200" fmla="*/ 2252475 h 2398711"/>
              <a:gd name="connsiteX127201" fmla="*/ 1369888 w 2119654"/>
              <a:gd name="connsiteY127201" fmla="*/ 2257266 h 2398711"/>
              <a:gd name="connsiteX127202" fmla="*/ 1355592 w 2119654"/>
              <a:gd name="connsiteY127202" fmla="*/ 2299188 h 2398711"/>
              <a:gd name="connsiteX127203" fmla="*/ 1355302 w 2119654"/>
              <a:gd name="connsiteY127203" fmla="*/ 2299341 h 2398711"/>
              <a:gd name="connsiteX127204" fmla="*/ 1363212 w 2119654"/>
              <a:gd name="connsiteY127204" fmla="*/ 2276140 h 2398711"/>
              <a:gd name="connsiteX127205" fmla="*/ 1370603 w 2119654"/>
              <a:gd name="connsiteY127205" fmla="*/ 2253449 h 2398711"/>
              <a:gd name="connsiteX127206" fmla="*/ 1357090 w 2119654"/>
              <a:gd name="connsiteY127206" fmla="*/ 2269015 h 2398711"/>
              <a:gd name="connsiteX127207" fmla="*/ 1343025 w 2119654"/>
              <a:gd name="connsiteY127207" fmla="*/ 2284782 h 2398711"/>
              <a:gd name="connsiteX127208" fmla="*/ 1336441 w 2119654"/>
              <a:gd name="connsiteY127208" fmla="*/ 2301670 h 2398711"/>
              <a:gd name="connsiteX127209" fmla="*/ 1334841 w 2119654"/>
              <a:gd name="connsiteY127209" fmla="*/ 2305616 h 2398711"/>
              <a:gd name="connsiteX127210" fmla="*/ 1342929 w 2119654"/>
              <a:gd name="connsiteY127210" fmla="*/ 2311469 h 2398711"/>
              <a:gd name="connsiteX127211" fmla="*/ 1342600 w 2119654"/>
              <a:gd name="connsiteY127211" fmla="*/ 2311514 h 2398711"/>
              <a:gd name="connsiteX127212" fmla="*/ 1334752 w 2119654"/>
              <a:gd name="connsiteY127212" fmla="*/ 2305834 h 2398711"/>
              <a:gd name="connsiteX127213" fmla="*/ 1319627 w 2119654"/>
              <a:gd name="connsiteY127213" fmla="*/ 2343107 h 2398711"/>
              <a:gd name="connsiteX127214" fmla="*/ 1319324 w 2119654"/>
              <a:gd name="connsiteY127214" fmla="*/ 2343243 h 2398711"/>
              <a:gd name="connsiteX127215" fmla="*/ 1328630 w 2119654"/>
              <a:gd name="connsiteY127215" fmla="*/ 2320312 h 2398711"/>
              <a:gd name="connsiteX127216" fmla="*/ 1334380 w 2119654"/>
              <a:gd name="connsiteY127216" fmla="*/ 2305565 h 2398711"/>
              <a:gd name="connsiteX127217" fmla="*/ 1306374 w 2119654"/>
              <a:gd name="connsiteY127217" fmla="*/ 2285296 h 2398711"/>
              <a:gd name="connsiteX127218" fmla="*/ 1291837 w 2119654"/>
              <a:gd name="connsiteY127218" fmla="*/ 2274468 h 2398711"/>
              <a:gd name="connsiteX127219" fmla="*/ 1287735 w 2119654"/>
              <a:gd name="connsiteY127219" fmla="*/ 2273271 h 2398711"/>
              <a:gd name="connsiteX127220" fmla="*/ 1278345 w 2119654"/>
              <a:gd name="connsiteY127220" fmla="*/ 2284524 h 2398711"/>
              <a:gd name="connsiteX127221" fmla="*/ 1289148 w 2119654"/>
              <a:gd name="connsiteY127221" fmla="*/ 2293320 h 2398711"/>
              <a:gd name="connsiteX127222" fmla="*/ 1288820 w 2119654"/>
              <a:gd name="connsiteY127222" fmla="*/ 2293345 h 2398711"/>
              <a:gd name="connsiteX127223" fmla="*/ 1278200 w 2119654"/>
              <a:gd name="connsiteY127223" fmla="*/ 2284698 h 2398711"/>
              <a:gd name="connsiteX127224" fmla="*/ 1267556 w 2119654"/>
              <a:gd name="connsiteY127224" fmla="*/ 2297453 h 2398711"/>
              <a:gd name="connsiteX127225" fmla="*/ 1264601 w 2119654"/>
              <a:gd name="connsiteY127225" fmla="*/ 2301474 h 2398711"/>
              <a:gd name="connsiteX127226" fmla="*/ 1228554 w 2119654"/>
              <a:gd name="connsiteY127226" fmla="*/ 2349130 h 2398711"/>
              <a:gd name="connsiteX127227" fmla="*/ 1228116 w 2119654"/>
              <a:gd name="connsiteY127227" fmla="*/ 2349203 h 2398711"/>
              <a:gd name="connsiteX127228" fmla="*/ 1248066 w 2119654"/>
              <a:gd name="connsiteY127228" fmla="*/ 2322829 h 2398711"/>
              <a:gd name="connsiteX127229" fmla="*/ 1260091 w 2119654"/>
              <a:gd name="connsiteY127229" fmla="*/ 2306399 h 2398711"/>
              <a:gd name="connsiteX127230" fmla="*/ 1257980 w 2119654"/>
              <a:gd name="connsiteY127230" fmla="*/ 2308928 h 2398711"/>
              <a:gd name="connsiteX127231" fmla="*/ 1247622 w 2119654"/>
              <a:gd name="connsiteY127231" fmla="*/ 2320541 h 2398711"/>
              <a:gd name="connsiteX127232" fmla="*/ 1247500 w 2119654"/>
              <a:gd name="connsiteY127232" fmla="*/ 2320563 h 2398711"/>
              <a:gd name="connsiteX127233" fmla="*/ 1253232 w 2119654"/>
              <a:gd name="connsiteY127233" fmla="*/ 2314137 h 2398711"/>
              <a:gd name="connsiteX127234" fmla="*/ 1262965 w 2119654"/>
              <a:gd name="connsiteY127234" fmla="*/ 2302472 h 2398711"/>
              <a:gd name="connsiteX127235" fmla="*/ 1276805 w 2119654"/>
              <a:gd name="connsiteY127235" fmla="*/ 2283562 h 2398711"/>
              <a:gd name="connsiteX127236" fmla="*/ 1270083 w 2119654"/>
              <a:gd name="connsiteY127236" fmla="*/ 2278089 h 2398711"/>
              <a:gd name="connsiteX127237" fmla="*/ 1262234 w 2119654"/>
              <a:gd name="connsiteY127237" fmla="*/ 2292167 h 2398711"/>
              <a:gd name="connsiteX127238" fmla="*/ 1227458 w 2119654"/>
              <a:gd name="connsiteY127238" fmla="*/ 2349002 h 2398711"/>
              <a:gd name="connsiteX127239" fmla="*/ 1218979 w 2119654"/>
              <a:gd name="connsiteY127239" fmla="*/ 2362440 h 2398711"/>
              <a:gd name="connsiteX127240" fmla="*/ 1215760 w 2119654"/>
              <a:gd name="connsiteY127240" fmla="*/ 2369728 h 2398711"/>
              <a:gd name="connsiteX127241" fmla="*/ 1215533 w 2119654"/>
              <a:gd name="connsiteY127241" fmla="*/ 2369823 h 2398711"/>
              <a:gd name="connsiteX127242" fmla="*/ 1218364 w 2119654"/>
              <a:gd name="connsiteY127242" fmla="*/ 2363416 h 2398711"/>
              <a:gd name="connsiteX127243" fmla="*/ 1208672 w 2119654"/>
              <a:gd name="connsiteY127243" fmla="*/ 2378773 h 2398711"/>
              <a:gd name="connsiteX127244" fmla="*/ 1208420 w 2119654"/>
              <a:gd name="connsiteY127244" fmla="*/ 2378837 h 2398711"/>
              <a:gd name="connsiteX127245" fmla="*/ 1218816 w 2119654"/>
              <a:gd name="connsiteY127245" fmla="*/ 2362361 h 2398711"/>
              <a:gd name="connsiteX127246" fmla="*/ 1218862 w 2119654"/>
              <a:gd name="connsiteY127246" fmla="*/ 2362287 h 2398711"/>
              <a:gd name="connsiteX127247" fmla="*/ 1222944 w 2119654"/>
              <a:gd name="connsiteY127247" fmla="*/ 2353043 h 2398711"/>
              <a:gd name="connsiteX127248" fmla="*/ 1247492 w 2119654"/>
              <a:gd name="connsiteY127248" fmla="*/ 2295306 h 2398711"/>
              <a:gd name="connsiteX127249" fmla="*/ 1257788 w 2119654"/>
              <a:gd name="connsiteY127249" fmla="*/ 2268079 h 2398711"/>
              <a:gd name="connsiteX127250" fmla="*/ 1254933 w 2119654"/>
              <a:gd name="connsiteY127250" fmla="*/ 2265755 h 2398711"/>
              <a:gd name="connsiteX127251" fmla="*/ 1250504 w 2119654"/>
              <a:gd name="connsiteY127251" fmla="*/ 2269339 h 2398711"/>
              <a:gd name="connsiteX127252" fmla="*/ 1236656 w 2119654"/>
              <a:gd name="connsiteY127252" fmla="*/ 2286302 h 2398711"/>
              <a:gd name="connsiteX127253" fmla="*/ 1240637 w 2119654"/>
              <a:gd name="connsiteY127253" fmla="*/ 2289222 h 2398711"/>
              <a:gd name="connsiteX127254" fmla="*/ 1240511 w 2119654"/>
              <a:gd name="connsiteY127254" fmla="*/ 2289227 h 2398711"/>
              <a:gd name="connsiteX127255" fmla="*/ 1236607 w 2119654"/>
              <a:gd name="connsiteY127255" fmla="*/ 2286363 h 2398711"/>
              <a:gd name="connsiteX127256" fmla="*/ 1232325 w 2119654"/>
              <a:gd name="connsiteY127256" fmla="*/ 2291608 h 2398711"/>
              <a:gd name="connsiteX127257" fmla="*/ 1240996 w 2119654"/>
              <a:gd name="connsiteY127257" fmla="*/ 2303617 h 2398711"/>
              <a:gd name="connsiteX127258" fmla="*/ 1240755 w 2119654"/>
              <a:gd name="connsiteY127258" fmla="*/ 2303572 h 2398711"/>
              <a:gd name="connsiteX127259" fmla="*/ 1232214 w 2119654"/>
              <a:gd name="connsiteY127259" fmla="*/ 2291744 h 2398711"/>
              <a:gd name="connsiteX127260" fmla="*/ 1230736 w 2119654"/>
              <a:gd name="connsiteY127260" fmla="*/ 2293555 h 2398711"/>
              <a:gd name="connsiteX127261" fmla="*/ 1224989 w 2119654"/>
              <a:gd name="connsiteY127261" fmla="*/ 2307720 h 2398711"/>
              <a:gd name="connsiteX127262" fmla="*/ 1224583 w 2119654"/>
              <a:gd name="connsiteY127262" fmla="*/ 2307904 h 2398711"/>
              <a:gd name="connsiteX127263" fmla="*/ 1230078 w 2119654"/>
              <a:gd name="connsiteY127263" fmla="*/ 2294361 h 2398711"/>
              <a:gd name="connsiteX127264" fmla="*/ 1228090 w 2119654"/>
              <a:gd name="connsiteY127264" fmla="*/ 2296797 h 2398711"/>
              <a:gd name="connsiteX127265" fmla="*/ 1214596 w 2119654"/>
              <a:gd name="connsiteY127265" fmla="*/ 2312880 h 2398711"/>
              <a:gd name="connsiteX127266" fmla="*/ 1214431 w 2119654"/>
              <a:gd name="connsiteY127266" fmla="*/ 2312914 h 2398711"/>
              <a:gd name="connsiteX127267" fmla="*/ 1221899 w 2119654"/>
              <a:gd name="connsiteY127267" fmla="*/ 2304014 h 2398711"/>
              <a:gd name="connsiteX127268" fmla="*/ 1230374 w 2119654"/>
              <a:gd name="connsiteY127268" fmla="*/ 2293632 h 2398711"/>
              <a:gd name="connsiteX127269" fmla="*/ 1231527 w 2119654"/>
              <a:gd name="connsiteY127269" fmla="*/ 2290792 h 2398711"/>
              <a:gd name="connsiteX127270" fmla="*/ 1228750 w 2119654"/>
              <a:gd name="connsiteY127270" fmla="*/ 2286948 h 2398711"/>
              <a:gd name="connsiteX127271" fmla="*/ 1227446 w 2119654"/>
              <a:gd name="connsiteY127271" fmla="*/ 2288003 h 2398711"/>
              <a:gd name="connsiteX127272" fmla="*/ 1218252 w 2119654"/>
              <a:gd name="connsiteY127272" fmla="*/ 2294855 h 2398711"/>
              <a:gd name="connsiteX127273" fmla="*/ 1206500 w 2119654"/>
              <a:gd name="connsiteY127273" fmla="*/ 2305657 h 2398711"/>
              <a:gd name="connsiteX127274" fmla="*/ 1182516 w 2119654"/>
              <a:gd name="connsiteY127274" fmla="*/ 2325971 h 2398711"/>
              <a:gd name="connsiteX127275" fmla="*/ 1147775 w 2119654"/>
              <a:gd name="connsiteY127275" fmla="*/ 2365504 h 2398711"/>
              <a:gd name="connsiteX127276" fmla="*/ 1117797 w 2119654"/>
              <a:gd name="connsiteY127276" fmla="*/ 2398686 h 2398711"/>
              <a:gd name="connsiteX127277" fmla="*/ 1117467 w 2119654"/>
              <a:gd name="connsiteY127277" fmla="*/ 2398711 h 2398711"/>
              <a:gd name="connsiteX127278" fmla="*/ 1134056 w 2119654"/>
              <a:gd name="connsiteY127278" fmla="*/ 2380348 h 2398711"/>
              <a:gd name="connsiteX127279" fmla="*/ 1179878 w 2119654"/>
              <a:gd name="connsiteY127279" fmla="*/ 2328207 h 2398711"/>
              <a:gd name="connsiteX127280" fmla="*/ 1137908 w 2119654"/>
              <a:gd name="connsiteY127280" fmla="*/ 2363755 h 2398711"/>
              <a:gd name="connsiteX127281" fmla="*/ 1101252 w 2119654"/>
              <a:gd name="connsiteY127281" fmla="*/ 2393948 h 2398711"/>
              <a:gd name="connsiteX127282" fmla="*/ 1100900 w 2119654"/>
              <a:gd name="connsiteY127282" fmla="*/ 2393924 h 2398711"/>
              <a:gd name="connsiteX127283" fmla="*/ 1121188 w 2119654"/>
              <a:gd name="connsiteY127283" fmla="*/ 2377214 h 2398711"/>
              <a:gd name="connsiteX127284" fmla="*/ 1182301 w 2119654"/>
              <a:gd name="connsiteY127284" fmla="*/ 2325449 h 2398711"/>
              <a:gd name="connsiteX127285" fmla="*/ 1189929 w 2119654"/>
              <a:gd name="connsiteY127285" fmla="*/ 2316769 h 2398711"/>
              <a:gd name="connsiteX127286" fmla="*/ 1191567 w 2119654"/>
              <a:gd name="connsiteY127286" fmla="*/ 2314746 h 2398711"/>
              <a:gd name="connsiteX127287" fmla="*/ 1176591 w 2119654"/>
              <a:gd name="connsiteY127287" fmla="*/ 2325909 h 2398711"/>
              <a:gd name="connsiteX127288" fmla="*/ 1149386 w 2119654"/>
              <a:gd name="connsiteY127288" fmla="*/ 2345622 h 2398711"/>
              <a:gd name="connsiteX127289" fmla="*/ 1149116 w 2119654"/>
              <a:gd name="connsiteY127289" fmla="*/ 2345611 h 2398711"/>
              <a:gd name="connsiteX127290" fmla="*/ 1164171 w 2119654"/>
              <a:gd name="connsiteY127290" fmla="*/ 2334701 h 2398711"/>
              <a:gd name="connsiteX127291" fmla="*/ 1192512 w 2119654"/>
              <a:gd name="connsiteY127291" fmla="*/ 2313578 h 2398711"/>
              <a:gd name="connsiteX127292" fmla="*/ 1214785 w 2119654"/>
              <a:gd name="connsiteY127292" fmla="*/ 2286060 h 2398711"/>
              <a:gd name="connsiteX127293" fmla="*/ 1201379 w 2119654"/>
              <a:gd name="connsiteY127293" fmla="*/ 2293798 h 2398711"/>
              <a:gd name="connsiteX127294" fmla="*/ 1201021 w 2119654"/>
              <a:gd name="connsiteY127294" fmla="*/ 2294290 h 2398711"/>
              <a:gd name="connsiteX127295" fmla="*/ 1203673 w 2119654"/>
              <a:gd name="connsiteY127295" fmla="*/ 2295909 h 2398711"/>
              <a:gd name="connsiteX127296" fmla="*/ 1203462 w 2119654"/>
              <a:gd name="connsiteY127296" fmla="*/ 2295934 h 2398711"/>
              <a:gd name="connsiteX127297" fmla="*/ 1200943 w 2119654"/>
              <a:gd name="connsiteY127297" fmla="*/ 2294397 h 2398711"/>
              <a:gd name="connsiteX127298" fmla="*/ 1196127 w 2119654"/>
              <a:gd name="connsiteY127298" fmla="*/ 2301019 h 2398711"/>
              <a:gd name="connsiteX127299" fmla="*/ 1195855 w 2119654"/>
              <a:gd name="connsiteY127299" fmla="*/ 2301069 h 2398711"/>
              <a:gd name="connsiteX127300" fmla="*/ 1200780 w 2119654"/>
              <a:gd name="connsiteY127300" fmla="*/ 2294297 h 2398711"/>
              <a:gd name="connsiteX127301" fmla="*/ 1200650 w 2119654"/>
              <a:gd name="connsiteY127301" fmla="*/ 2294218 h 2398711"/>
              <a:gd name="connsiteX127302" fmla="*/ 1194890 w 2119654"/>
              <a:gd name="connsiteY127302" fmla="*/ 2297543 h 2398711"/>
              <a:gd name="connsiteX127303" fmla="*/ 1194604 w 2119654"/>
              <a:gd name="connsiteY127303" fmla="*/ 2297501 h 2398711"/>
              <a:gd name="connsiteX127304" fmla="*/ 1200476 w 2119654"/>
              <a:gd name="connsiteY127304" fmla="*/ 2294112 h 2398711"/>
              <a:gd name="connsiteX127305" fmla="*/ 1195071 w 2119654"/>
              <a:gd name="connsiteY127305" fmla="*/ 2290811 h 2398711"/>
              <a:gd name="connsiteX127306" fmla="*/ 1194067 w 2119654"/>
              <a:gd name="connsiteY127306" fmla="*/ 2292711 h 2398711"/>
              <a:gd name="connsiteX127307" fmla="*/ 1193756 w 2119654"/>
              <a:gd name="connsiteY127307" fmla="*/ 2292817 h 2398711"/>
              <a:gd name="connsiteX127308" fmla="*/ 1194878 w 2119654"/>
              <a:gd name="connsiteY127308" fmla="*/ 2290693 h 2398711"/>
              <a:gd name="connsiteX127309" fmla="*/ 1180917 w 2119654"/>
              <a:gd name="connsiteY127309" fmla="*/ 2282171 h 2398711"/>
              <a:gd name="connsiteX127310" fmla="*/ 1174824 w 2119654"/>
              <a:gd name="connsiteY127310" fmla="*/ 2278262 h 2398711"/>
              <a:gd name="connsiteX127311" fmla="*/ 1167023 w 2119654"/>
              <a:gd name="connsiteY127311" fmla="*/ 2285864 h 2398711"/>
              <a:gd name="connsiteX127312" fmla="*/ 1166736 w 2119654"/>
              <a:gd name="connsiteY127312" fmla="*/ 2285893 h 2398711"/>
              <a:gd name="connsiteX127313" fmla="*/ 1174669 w 2119654"/>
              <a:gd name="connsiteY127313" fmla="*/ 2278164 h 2398711"/>
              <a:gd name="connsiteX127314" fmla="*/ 1163546 w 2119654"/>
              <a:gd name="connsiteY127314" fmla="*/ 2271031 h 2398711"/>
              <a:gd name="connsiteX127315" fmla="*/ 1159608 w 2119654"/>
              <a:gd name="connsiteY127315" fmla="*/ 2273308 h 2398711"/>
              <a:gd name="connsiteX127316" fmla="*/ 1137126 w 2119654"/>
              <a:gd name="connsiteY127316" fmla="*/ 2282929 h 2398711"/>
              <a:gd name="connsiteX127317" fmla="*/ 1156274 w 2119654"/>
              <a:gd name="connsiteY127317" fmla="*/ 2305063 h 2398711"/>
              <a:gd name="connsiteX127318" fmla="*/ 1169376 w 2119654"/>
              <a:gd name="connsiteY127318" fmla="*/ 2319734 h 2398711"/>
              <a:gd name="connsiteX127319" fmla="*/ 1169114 w 2119654"/>
              <a:gd name="connsiteY127319" fmla="*/ 2319712 h 2398711"/>
              <a:gd name="connsiteX127320" fmla="*/ 1145439 w 2119654"/>
              <a:gd name="connsiteY127320" fmla="*/ 2293203 h 2398711"/>
              <a:gd name="connsiteX127321" fmla="*/ 1136681 w 2119654"/>
              <a:gd name="connsiteY127321" fmla="*/ 2283120 h 2398711"/>
              <a:gd name="connsiteX127322" fmla="*/ 1133206 w 2119654"/>
              <a:gd name="connsiteY127322" fmla="*/ 2284607 h 2398711"/>
              <a:gd name="connsiteX127323" fmla="*/ 1123135 w 2119654"/>
              <a:gd name="connsiteY127323" fmla="*/ 2296408 h 2398711"/>
              <a:gd name="connsiteX127324" fmla="*/ 1120452 w 2119654"/>
              <a:gd name="connsiteY127324" fmla="*/ 2299465 h 2398711"/>
              <a:gd name="connsiteX127325" fmla="*/ 1124465 w 2119654"/>
              <a:gd name="connsiteY127325" fmla="*/ 2303051 h 2398711"/>
              <a:gd name="connsiteX127326" fmla="*/ 1149463 w 2119654"/>
              <a:gd name="connsiteY127326" fmla="*/ 2324698 h 2398711"/>
              <a:gd name="connsiteX127327" fmla="*/ 1149022 w 2119654"/>
              <a:gd name="connsiteY127327" fmla="*/ 2324717 h 2398711"/>
              <a:gd name="connsiteX127328" fmla="*/ 1120195 w 2119654"/>
              <a:gd name="connsiteY127328" fmla="*/ 2299758 h 2398711"/>
              <a:gd name="connsiteX127329" fmla="*/ 1099916 w 2119654"/>
              <a:gd name="connsiteY127329" fmla="*/ 2322868 h 2398711"/>
              <a:gd name="connsiteX127330" fmla="*/ 1099657 w 2119654"/>
              <a:gd name="connsiteY127330" fmla="*/ 2322891 h 2398711"/>
              <a:gd name="connsiteX127331" fmla="*/ 1112507 w 2119654"/>
              <a:gd name="connsiteY127331" fmla="*/ 2308248 h 2398711"/>
              <a:gd name="connsiteX127332" fmla="*/ 1119940 w 2119654"/>
              <a:gd name="connsiteY127332" fmla="*/ 2299537 h 2398711"/>
              <a:gd name="connsiteX127333" fmla="*/ 1117111 w 2119654"/>
              <a:gd name="connsiteY127333" fmla="*/ 2297087 h 2398711"/>
              <a:gd name="connsiteX127334" fmla="*/ 1116902 w 2119654"/>
              <a:gd name="connsiteY127334" fmla="*/ 2297268 h 2398711"/>
              <a:gd name="connsiteX127335" fmla="*/ 1102888 w 2119654"/>
              <a:gd name="connsiteY127335" fmla="*/ 2315796 h 2398711"/>
              <a:gd name="connsiteX127336" fmla="*/ 1102301 w 2119654"/>
              <a:gd name="connsiteY127336" fmla="*/ 2315893 h 2398711"/>
              <a:gd name="connsiteX127337" fmla="*/ 1115412 w 2119654"/>
              <a:gd name="connsiteY127337" fmla="*/ 2298561 h 2398711"/>
              <a:gd name="connsiteX127338" fmla="*/ 1107846 w 2119654"/>
              <a:gd name="connsiteY127338" fmla="*/ 2305119 h 2398711"/>
              <a:gd name="connsiteX127339" fmla="*/ 1101419 w 2119654"/>
              <a:gd name="connsiteY127339" fmla="*/ 2315624 h 2398711"/>
              <a:gd name="connsiteX127340" fmla="*/ 1090051 w 2119654"/>
              <a:gd name="connsiteY127340" fmla="*/ 2333639 h 2398711"/>
              <a:gd name="connsiteX127341" fmla="*/ 1085736 w 2119654"/>
              <a:gd name="connsiteY127341" fmla="*/ 2343411 h 2398711"/>
              <a:gd name="connsiteX127342" fmla="*/ 1085432 w 2119654"/>
              <a:gd name="connsiteY127342" fmla="*/ 2343538 h 2398711"/>
              <a:gd name="connsiteX127343" fmla="*/ 1089225 w 2119654"/>
              <a:gd name="connsiteY127343" fmla="*/ 2334948 h 2398711"/>
              <a:gd name="connsiteX127344" fmla="*/ 1076233 w 2119654"/>
              <a:gd name="connsiteY127344" fmla="*/ 2355538 h 2398711"/>
              <a:gd name="connsiteX127345" fmla="*/ 1075894 w 2119654"/>
              <a:gd name="connsiteY127345" fmla="*/ 2355623 h 2398711"/>
              <a:gd name="connsiteX127346" fmla="*/ 1089832 w 2119654"/>
              <a:gd name="connsiteY127346" fmla="*/ 2333535 h 2398711"/>
              <a:gd name="connsiteX127347" fmla="*/ 1089893 w 2119654"/>
              <a:gd name="connsiteY127347" fmla="*/ 2333434 h 2398711"/>
              <a:gd name="connsiteX127348" fmla="*/ 1095366 w 2119654"/>
              <a:gd name="connsiteY127348" fmla="*/ 2321041 h 2398711"/>
              <a:gd name="connsiteX127349" fmla="*/ 1103577 w 2119654"/>
              <a:gd name="connsiteY127349" fmla="*/ 2301729 h 2398711"/>
              <a:gd name="connsiteX127350" fmla="*/ 1101210 w 2119654"/>
              <a:gd name="connsiteY127350" fmla="*/ 2303949 h 2398711"/>
              <a:gd name="connsiteX127351" fmla="*/ 1044041 w 2119654"/>
              <a:gd name="connsiteY127351" fmla="*/ 2348323 h 2398711"/>
              <a:gd name="connsiteX127352" fmla="*/ 1028186 w 2119654"/>
              <a:gd name="connsiteY127352" fmla="*/ 2359811 h 2398711"/>
              <a:gd name="connsiteX127353" fmla="*/ 1028029 w 2119654"/>
              <a:gd name="connsiteY127353" fmla="*/ 2359805 h 2398711"/>
              <a:gd name="connsiteX127354" fmla="*/ 1036803 w 2119654"/>
              <a:gd name="connsiteY127354" fmla="*/ 2353447 h 2398711"/>
              <a:gd name="connsiteX127355" fmla="*/ 1093973 w 2119654"/>
              <a:gd name="connsiteY127355" fmla="*/ 2309073 h 2398711"/>
              <a:gd name="connsiteX127356" fmla="*/ 1104756 w 2119654"/>
              <a:gd name="connsiteY127356" fmla="*/ 2298955 h 2398711"/>
              <a:gd name="connsiteX127357" fmla="*/ 1105955 w 2119654"/>
              <a:gd name="connsiteY127357" fmla="*/ 2296138 h 2398711"/>
              <a:gd name="connsiteX127358" fmla="*/ 1077698 w 2119654"/>
              <a:gd name="connsiteY127358" fmla="*/ 2305854 h 2398711"/>
              <a:gd name="connsiteX127359" fmla="*/ 1060772 w 2119654"/>
              <a:gd name="connsiteY127359" fmla="*/ 2322130 h 2398711"/>
              <a:gd name="connsiteX127360" fmla="*/ 1060329 w 2119654"/>
              <a:gd name="connsiteY127360" fmla="*/ 2322133 h 2398711"/>
              <a:gd name="connsiteX127361" fmla="*/ 1077012 w 2119654"/>
              <a:gd name="connsiteY127361" fmla="*/ 2306090 h 2398711"/>
              <a:gd name="connsiteX127362" fmla="*/ 1059670 w 2119654"/>
              <a:gd name="connsiteY127362" fmla="*/ 2312052 h 2398711"/>
              <a:gd name="connsiteX127363" fmla="*/ 1018624 w 2119654"/>
              <a:gd name="connsiteY127363" fmla="*/ 2344734 h 2398711"/>
              <a:gd name="connsiteX127364" fmla="*/ 990785 w 2119654"/>
              <a:gd name="connsiteY127364" fmla="*/ 2366280 h 2398711"/>
              <a:gd name="connsiteX127365" fmla="*/ 990525 w 2119654"/>
              <a:gd name="connsiteY127365" fmla="*/ 2366254 h 2398711"/>
              <a:gd name="connsiteX127366" fmla="*/ 1005931 w 2119654"/>
              <a:gd name="connsiteY127366" fmla="*/ 2354330 h 2398711"/>
              <a:gd name="connsiteX127367" fmla="*/ 1058057 w 2119654"/>
              <a:gd name="connsiteY127367" fmla="*/ 2312826 h 2398711"/>
              <a:gd name="connsiteX127368" fmla="*/ 1058478 w 2119654"/>
              <a:gd name="connsiteY127368" fmla="*/ 2312462 h 2398711"/>
              <a:gd name="connsiteX127369" fmla="*/ 1050038 w 2119654"/>
              <a:gd name="connsiteY127369" fmla="*/ 2315365 h 2398711"/>
              <a:gd name="connsiteX127370" fmla="*/ 1001462 w 2119654"/>
              <a:gd name="connsiteY127370" fmla="*/ 2329927 h 2398711"/>
              <a:gd name="connsiteX127371" fmla="*/ 994589 w 2119654"/>
              <a:gd name="connsiteY127371" fmla="*/ 2337749 h 2398711"/>
              <a:gd name="connsiteX127372" fmla="*/ 954397 w 2119654"/>
              <a:gd name="connsiteY127372" fmla="*/ 2382234 h 2398711"/>
              <a:gd name="connsiteX127373" fmla="*/ 953954 w 2119654"/>
              <a:gd name="connsiteY127373" fmla="*/ 2382268 h 2398711"/>
              <a:gd name="connsiteX127374" fmla="*/ 976196 w 2119654"/>
              <a:gd name="connsiteY127374" fmla="*/ 2357650 h 2398711"/>
              <a:gd name="connsiteX127375" fmla="*/ 1000234 w 2119654"/>
              <a:gd name="connsiteY127375" fmla="*/ 2330295 h 2398711"/>
              <a:gd name="connsiteX127376" fmla="*/ 989279 w 2119654"/>
              <a:gd name="connsiteY127376" fmla="*/ 2333579 h 2398711"/>
              <a:gd name="connsiteX127377" fmla="*/ 980552 w 2119654"/>
              <a:gd name="connsiteY127377" fmla="*/ 2336068 h 2398711"/>
              <a:gd name="connsiteX127378" fmla="*/ 932214 w 2119654"/>
              <a:gd name="connsiteY127378" fmla="*/ 2375882 h 2398711"/>
              <a:gd name="connsiteX127379" fmla="*/ 931743 w 2119654"/>
              <a:gd name="connsiteY127379" fmla="*/ 2375850 h 2398711"/>
              <a:gd name="connsiteX127380" fmla="*/ 958942 w 2119654"/>
              <a:gd name="connsiteY127380" fmla="*/ 2353447 h 2398711"/>
              <a:gd name="connsiteX127381" fmla="*/ 978906 w 2119654"/>
              <a:gd name="connsiteY127381" fmla="*/ 2336537 h 2398711"/>
              <a:gd name="connsiteX127382" fmla="*/ 956972 w 2119654"/>
              <a:gd name="connsiteY127382" fmla="*/ 2342793 h 2398711"/>
              <a:gd name="connsiteX127383" fmla="*/ 956721 w 2119654"/>
              <a:gd name="connsiteY127383" fmla="*/ 2342691 h 2398711"/>
              <a:gd name="connsiteX127384" fmla="*/ 974601 w 2119654"/>
              <a:gd name="connsiteY127384" fmla="*/ 2337591 h 2398711"/>
              <a:gd name="connsiteX127385" fmla="*/ 979339 w 2119654"/>
              <a:gd name="connsiteY127385" fmla="*/ 2336171 h 2398711"/>
              <a:gd name="connsiteX127386" fmla="*/ 1010359 w 2119654"/>
              <a:gd name="connsiteY127386" fmla="*/ 2309895 h 2398711"/>
              <a:gd name="connsiteX127387" fmla="*/ 991440 w 2119654"/>
              <a:gd name="connsiteY127387" fmla="*/ 2321021 h 2398711"/>
              <a:gd name="connsiteX127388" fmla="*/ 991097 w 2119654"/>
              <a:gd name="connsiteY127388" fmla="*/ 2320942 h 2398711"/>
              <a:gd name="connsiteX127389" fmla="*/ 1011448 w 2119654"/>
              <a:gd name="connsiteY127389" fmla="*/ 2308973 h 2398711"/>
              <a:gd name="connsiteX127390" fmla="*/ 1013048 w 2119654"/>
              <a:gd name="connsiteY127390" fmla="*/ 2307618 h 2398711"/>
              <a:gd name="connsiteX127391" fmla="*/ 1010443 w 2119654"/>
              <a:gd name="connsiteY127391" fmla="*/ 2304354 h 2398711"/>
              <a:gd name="connsiteX127392" fmla="*/ 1002601 w 2119654"/>
              <a:gd name="connsiteY127392" fmla="*/ 2306849 h 2398711"/>
              <a:gd name="connsiteX127393" fmla="*/ 996747 w 2119654"/>
              <a:gd name="connsiteY127393" fmla="*/ 2311092 h 2398711"/>
              <a:gd name="connsiteX127394" fmla="*/ 996386 w 2119654"/>
              <a:gd name="connsiteY127394" fmla="*/ 2311077 h 2398711"/>
              <a:gd name="connsiteX127395" fmla="*/ 1001922 w 2119654"/>
              <a:gd name="connsiteY127395" fmla="*/ 2307066 h 2398711"/>
              <a:gd name="connsiteX127396" fmla="*/ 971732 w 2119654"/>
              <a:gd name="connsiteY127396" fmla="*/ 2316674 h 2398711"/>
              <a:gd name="connsiteX127397" fmla="*/ 972066 w 2119654"/>
              <a:gd name="connsiteY127397" fmla="*/ 2317067 h 2398711"/>
              <a:gd name="connsiteX127398" fmla="*/ 971912 w 2119654"/>
              <a:gd name="connsiteY127398" fmla="*/ 2317035 h 2398711"/>
              <a:gd name="connsiteX127399" fmla="*/ 971632 w 2119654"/>
              <a:gd name="connsiteY127399" fmla="*/ 2316706 h 2398711"/>
              <a:gd name="connsiteX127400" fmla="*/ 969554 w 2119654"/>
              <a:gd name="connsiteY127400" fmla="*/ 2317367 h 2398711"/>
              <a:gd name="connsiteX127401" fmla="*/ 969213 w 2119654"/>
              <a:gd name="connsiteY127401" fmla="*/ 2317239 h 2398711"/>
              <a:gd name="connsiteX127402" fmla="*/ 971474 w 2119654"/>
              <a:gd name="connsiteY127402" fmla="*/ 2316519 h 2398711"/>
              <a:gd name="connsiteX127403" fmla="*/ 968838 w 2119654"/>
              <a:gd name="connsiteY127403" fmla="*/ 2313413 h 2398711"/>
              <a:gd name="connsiteX127404" fmla="*/ 929434 w 2119654"/>
              <a:gd name="connsiteY127404" fmla="*/ 2327954 h 2398711"/>
              <a:gd name="connsiteX127405" fmla="*/ 884660 w 2119654"/>
              <a:gd name="connsiteY127405" fmla="*/ 2343779 h 2398711"/>
              <a:gd name="connsiteX127406" fmla="*/ 884338 w 2119654"/>
              <a:gd name="connsiteY127406" fmla="*/ 2343636 h 2398711"/>
              <a:gd name="connsiteX127407" fmla="*/ 909119 w 2119654"/>
              <a:gd name="connsiteY127407" fmla="*/ 2334878 h 2398711"/>
              <a:gd name="connsiteX127408" fmla="*/ 968380 w 2119654"/>
              <a:gd name="connsiteY127408" fmla="*/ 2312874 h 2398711"/>
              <a:gd name="connsiteX127409" fmla="*/ 963588 w 2119654"/>
              <a:gd name="connsiteY127409" fmla="*/ 2307228 h 2398711"/>
              <a:gd name="connsiteX127410" fmla="*/ 940995 w 2119654"/>
              <a:gd name="connsiteY127410" fmla="*/ 2310200 h 2398711"/>
              <a:gd name="connsiteX127411" fmla="*/ 940748 w 2119654"/>
              <a:gd name="connsiteY127411" fmla="*/ 2310053 h 2398711"/>
              <a:gd name="connsiteX127412" fmla="*/ 960323 w 2119654"/>
              <a:gd name="connsiteY127412" fmla="*/ 2307478 h 2398711"/>
              <a:gd name="connsiteX127413" fmla="*/ 963420 w 2119654"/>
              <a:gd name="connsiteY127413" fmla="*/ 2307029 h 2398711"/>
              <a:gd name="connsiteX127414" fmla="*/ 959243 w 2119654"/>
              <a:gd name="connsiteY127414" fmla="*/ 2302107 h 2398711"/>
              <a:gd name="connsiteX127415" fmla="*/ 942553 w 2119654"/>
              <a:gd name="connsiteY127415" fmla="*/ 2281073 h 2398711"/>
              <a:gd name="connsiteX127416" fmla="*/ 963593 w 2119654"/>
              <a:gd name="connsiteY127416" fmla="*/ 2307004 h 2398711"/>
              <a:gd name="connsiteX127417" fmla="*/ 997417 w 2119654"/>
              <a:gd name="connsiteY127417" fmla="*/ 2302092 h 2398711"/>
              <a:gd name="connsiteX127418" fmla="*/ 1003746 w 2119654"/>
              <a:gd name="connsiteY127418" fmla="*/ 2299742 h 2398711"/>
              <a:gd name="connsiteX127419" fmla="*/ 1005994 w 2119654"/>
              <a:gd name="connsiteY127419" fmla="*/ 2298778 h 2398711"/>
              <a:gd name="connsiteX127420" fmla="*/ 997216 w 2119654"/>
              <a:gd name="connsiteY127420" fmla="*/ 2287776 h 2398711"/>
              <a:gd name="connsiteX127421" fmla="*/ 993767 w 2119654"/>
              <a:gd name="connsiteY127421" fmla="*/ 2283332 h 2398711"/>
              <a:gd name="connsiteX127422" fmla="*/ 993110 w 2119654"/>
              <a:gd name="connsiteY127422" fmla="*/ 2284184 h 2398711"/>
              <a:gd name="connsiteX127423" fmla="*/ 992886 w 2119654"/>
              <a:gd name="connsiteY127423" fmla="*/ 2284218 h 2398711"/>
              <a:gd name="connsiteX127424" fmla="*/ 993669 w 2119654"/>
              <a:gd name="connsiteY127424" fmla="*/ 2283204 h 2398711"/>
              <a:gd name="connsiteX127425" fmla="*/ 993202 w 2119654"/>
              <a:gd name="connsiteY127425" fmla="*/ 2282604 h 2398711"/>
              <a:gd name="connsiteX127426" fmla="*/ 984787 w 2119654"/>
              <a:gd name="connsiteY127426" fmla="*/ 2290705 h 2398711"/>
              <a:gd name="connsiteX127427" fmla="*/ 984548 w 2119654"/>
              <a:gd name="connsiteY127427" fmla="*/ 2290707 h 2398711"/>
              <a:gd name="connsiteX127428" fmla="*/ 993100 w 2119654"/>
              <a:gd name="connsiteY127428" fmla="*/ 2282472 h 2398711"/>
              <a:gd name="connsiteX127429" fmla="*/ 977255 w 2119654"/>
              <a:gd name="connsiteY127429" fmla="*/ 2262055 h 2398711"/>
              <a:gd name="connsiteX127430" fmla="*/ 956327 w 2119654"/>
              <a:gd name="connsiteY127430" fmla="*/ 2274158 h 2398711"/>
              <a:gd name="connsiteX127431" fmla="*/ 941948 w 2119654"/>
              <a:gd name="connsiteY127431" fmla="*/ 2280312 h 2398711"/>
              <a:gd name="connsiteX127432" fmla="*/ 942553 w 2119654"/>
              <a:gd name="connsiteY127432" fmla="*/ 2281073 h 2398711"/>
              <a:gd name="connsiteX127433" fmla="*/ 941938 w 2119654"/>
              <a:gd name="connsiteY127433" fmla="*/ 2280316 h 2398711"/>
              <a:gd name="connsiteX127434" fmla="*/ 925966 w 2119654"/>
              <a:gd name="connsiteY127434" fmla="*/ 2287151 h 2398711"/>
              <a:gd name="connsiteX127435" fmla="*/ 903642 w 2119654"/>
              <a:gd name="connsiteY127435" fmla="*/ 2294322 h 2398711"/>
              <a:gd name="connsiteX127436" fmla="*/ 941045 w 2119654"/>
              <a:gd name="connsiteY127436" fmla="*/ 2279215 h 2398711"/>
              <a:gd name="connsiteX127437" fmla="*/ 936521 w 2119654"/>
              <a:gd name="connsiteY127437" fmla="*/ 2273639 h 2398711"/>
              <a:gd name="connsiteX127438" fmla="*/ 930425 w 2119654"/>
              <a:gd name="connsiteY127438" fmla="*/ 2280585 h 2398711"/>
              <a:gd name="connsiteX127439" fmla="*/ 930077 w 2119654"/>
              <a:gd name="connsiteY127439" fmla="*/ 2280617 h 2398711"/>
              <a:gd name="connsiteX127440" fmla="*/ 936367 w 2119654"/>
              <a:gd name="connsiteY127440" fmla="*/ 2273450 h 2398711"/>
              <a:gd name="connsiteX127441" fmla="*/ 931091 w 2119654"/>
              <a:gd name="connsiteY127441" fmla="*/ 2266948 h 2398711"/>
              <a:gd name="connsiteX127442" fmla="*/ 899220 w 2119654"/>
              <a:gd name="connsiteY127442" fmla="*/ 2288502 h 2398711"/>
              <a:gd name="connsiteX127443" fmla="*/ 898918 w 2119654"/>
              <a:gd name="connsiteY127443" fmla="*/ 2288452 h 2398711"/>
              <a:gd name="connsiteX127444" fmla="*/ 917779 w 2119654"/>
              <a:gd name="connsiteY127444" fmla="*/ 2275696 h 2398711"/>
              <a:gd name="connsiteX127445" fmla="*/ 930820 w 2119654"/>
              <a:gd name="connsiteY127445" fmla="*/ 2266613 h 2398711"/>
              <a:gd name="connsiteX127446" fmla="*/ 930449 w 2119654"/>
              <a:gd name="connsiteY127446" fmla="*/ 2266157 h 2398711"/>
              <a:gd name="connsiteX127447" fmla="*/ 928834 w 2119654"/>
              <a:gd name="connsiteY127447" fmla="*/ 2263784 h 2398711"/>
              <a:gd name="connsiteX127448" fmla="*/ 930987 w 2119654"/>
              <a:gd name="connsiteY127448" fmla="*/ 2266497 h 2398711"/>
              <a:gd name="connsiteX127449" fmla="*/ 942077 w 2119654"/>
              <a:gd name="connsiteY127449" fmla="*/ 2258772 h 2398711"/>
              <a:gd name="connsiteX127450" fmla="*/ 938721 w 2119654"/>
              <a:gd name="connsiteY127450" fmla="*/ 2258814 h 2398711"/>
              <a:gd name="connsiteX127451" fmla="*/ 936900 w 2119654"/>
              <a:gd name="connsiteY127451" fmla="*/ 2260392 h 2398711"/>
              <a:gd name="connsiteX127452" fmla="*/ 936619 w 2119654"/>
              <a:gd name="connsiteY127452" fmla="*/ 2260405 h 2398711"/>
              <a:gd name="connsiteX127453" fmla="*/ 938451 w 2119654"/>
              <a:gd name="connsiteY127453" fmla="*/ 2258816 h 2398711"/>
              <a:gd name="connsiteX127454" fmla="*/ 930515 w 2119654"/>
              <a:gd name="connsiteY127454" fmla="*/ 2258914 h 2398711"/>
              <a:gd name="connsiteX127455" fmla="*/ 926782 w 2119654"/>
              <a:gd name="connsiteY127455" fmla="*/ 2260770 h 2398711"/>
              <a:gd name="connsiteX127456" fmla="*/ 928834 w 2119654"/>
              <a:gd name="connsiteY127456" fmla="*/ 2263784 h 2398711"/>
              <a:gd name="connsiteX127457" fmla="*/ 926538 w 2119654"/>
              <a:gd name="connsiteY127457" fmla="*/ 2260891 h 2398711"/>
              <a:gd name="connsiteX127458" fmla="*/ 924871 w 2119654"/>
              <a:gd name="connsiteY127458" fmla="*/ 2261719 h 2398711"/>
              <a:gd name="connsiteX127459" fmla="*/ 922036 w 2119654"/>
              <a:gd name="connsiteY127459" fmla="*/ 2263080 h 2398711"/>
              <a:gd name="connsiteX127460" fmla="*/ 894505 w 2119654"/>
              <a:gd name="connsiteY127460" fmla="*/ 2284449 h 2398711"/>
              <a:gd name="connsiteX127461" fmla="*/ 901742 w 2119654"/>
              <a:gd name="connsiteY127461" fmla="*/ 2294458 h 2398711"/>
              <a:gd name="connsiteX127462" fmla="*/ 902028 w 2119654"/>
              <a:gd name="connsiteY127462" fmla="*/ 2294840 h 2398711"/>
              <a:gd name="connsiteX127463" fmla="*/ 903642 w 2119654"/>
              <a:gd name="connsiteY127463" fmla="*/ 2294322 h 2398711"/>
              <a:gd name="connsiteX127464" fmla="*/ 902105 w 2119654"/>
              <a:gd name="connsiteY127464" fmla="*/ 2294943 h 2398711"/>
              <a:gd name="connsiteX127465" fmla="*/ 917477 w 2119654"/>
              <a:gd name="connsiteY127465" fmla="*/ 2315510 h 2398711"/>
              <a:gd name="connsiteX127466" fmla="*/ 917130 w 2119654"/>
              <a:gd name="connsiteY127466" fmla="*/ 2315451 h 2398711"/>
              <a:gd name="connsiteX127467" fmla="*/ 901873 w 2119654"/>
              <a:gd name="connsiteY127467" fmla="*/ 2295036 h 2398711"/>
              <a:gd name="connsiteX127468" fmla="*/ 900981 w 2119654"/>
              <a:gd name="connsiteY127468" fmla="*/ 2295397 h 2398711"/>
              <a:gd name="connsiteX127469" fmla="*/ 882649 w 2119654"/>
              <a:gd name="connsiteY127469" fmla="*/ 2301065 h 2398711"/>
              <a:gd name="connsiteX127470" fmla="*/ 901785 w 2119654"/>
              <a:gd name="connsiteY127470" fmla="*/ 2294919 h 2398711"/>
              <a:gd name="connsiteX127471" fmla="*/ 894159 w 2119654"/>
              <a:gd name="connsiteY127471" fmla="*/ 2284717 h 2398711"/>
              <a:gd name="connsiteX127472" fmla="*/ 866771 w 2119654"/>
              <a:gd name="connsiteY127472" fmla="*/ 2305975 h 2398711"/>
              <a:gd name="connsiteX127473" fmla="*/ 882649 w 2119654"/>
              <a:gd name="connsiteY127473" fmla="*/ 2301065 h 2398711"/>
              <a:gd name="connsiteX127474" fmla="*/ 866353 w 2119654"/>
              <a:gd name="connsiteY127474" fmla="*/ 2306300 h 2398711"/>
              <a:gd name="connsiteX127475" fmla="*/ 855512 w 2119654"/>
              <a:gd name="connsiteY127475" fmla="*/ 2314714 h 2398711"/>
              <a:gd name="connsiteX127476" fmla="*/ 834256 w 2119654"/>
              <a:gd name="connsiteY127476" fmla="*/ 2330116 h 2398711"/>
              <a:gd name="connsiteX127477" fmla="*/ 834046 w 2119654"/>
              <a:gd name="connsiteY127477" fmla="*/ 2330108 h 2398711"/>
              <a:gd name="connsiteX127478" fmla="*/ 845809 w 2119654"/>
              <a:gd name="connsiteY127478" fmla="*/ 2321584 h 2398711"/>
              <a:gd name="connsiteX127479" fmla="*/ 864898 w 2119654"/>
              <a:gd name="connsiteY127479" fmla="*/ 2306768 h 2398711"/>
              <a:gd name="connsiteX127480" fmla="*/ 857065 w 2119654"/>
              <a:gd name="connsiteY127480" fmla="*/ 2309283 h 2398711"/>
              <a:gd name="connsiteX127481" fmla="*/ 838235 w 2119654"/>
              <a:gd name="connsiteY127481" fmla="*/ 2314653 h 2398711"/>
              <a:gd name="connsiteX127482" fmla="*/ 838090 w 2119654"/>
              <a:gd name="connsiteY127482" fmla="*/ 2314593 h 2398711"/>
              <a:gd name="connsiteX127483" fmla="*/ 848511 w 2119654"/>
              <a:gd name="connsiteY127483" fmla="*/ 2311621 h 2398711"/>
              <a:gd name="connsiteX127484" fmla="*/ 865355 w 2119654"/>
              <a:gd name="connsiteY127484" fmla="*/ 2306413 h 2398711"/>
              <a:gd name="connsiteX127485" fmla="*/ 893847 w 2119654"/>
              <a:gd name="connsiteY127485" fmla="*/ 2284298 h 2398711"/>
              <a:gd name="connsiteX127486" fmla="*/ 889619 w 2119654"/>
              <a:gd name="connsiteY127486" fmla="*/ 2278641 h 2398711"/>
              <a:gd name="connsiteX127487" fmla="*/ 885480 w 2119654"/>
              <a:gd name="connsiteY127487" fmla="*/ 2280628 h 2398711"/>
              <a:gd name="connsiteX127488" fmla="*/ 885170 w 2119654"/>
              <a:gd name="connsiteY127488" fmla="*/ 2280529 h 2398711"/>
              <a:gd name="connsiteX127489" fmla="*/ 889483 w 2119654"/>
              <a:gd name="connsiteY127489" fmla="*/ 2278459 h 2398711"/>
              <a:gd name="connsiteX127490" fmla="*/ 888700 w 2119654"/>
              <a:gd name="connsiteY127490" fmla="*/ 2277412 h 2398711"/>
              <a:gd name="connsiteX127491" fmla="*/ 887593 w 2119654"/>
              <a:gd name="connsiteY127491" fmla="*/ 2275888 h 2398711"/>
              <a:gd name="connsiteX127492" fmla="*/ 886682 w 2119654"/>
              <a:gd name="connsiteY127492" fmla="*/ 2276387 h 2398711"/>
              <a:gd name="connsiteX127493" fmla="*/ 886429 w 2119654"/>
              <a:gd name="connsiteY127493" fmla="*/ 2276321 h 2398711"/>
              <a:gd name="connsiteX127494" fmla="*/ 887487 w 2119654"/>
              <a:gd name="connsiteY127494" fmla="*/ 2275741 h 2398711"/>
              <a:gd name="connsiteX127495" fmla="*/ 885212 w 2119654"/>
              <a:gd name="connsiteY127495" fmla="*/ 2272608 h 2398711"/>
              <a:gd name="connsiteX127496" fmla="*/ 877944 w 2119654"/>
              <a:gd name="connsiteY127496" fmla="*/ 2279597 h 2398711"/>
              <a:gd name="connsiteX127497" fmla="*/ 877350 w 2119654"/>
              <a:gd name="connsiteY127497" fmla="*/ 2279600 h 2398711"/>
              <a:gd name="connsiteX127498" fmla="*/ 884970 w 2119654"/>
              <a:gd name="connsiteY127498" fmla="*/ 2272273 h 2398711"/>
              <a:gd name="connsiteX127499" fmla="*/ 879676 w 2119654"/>
              <a:gd name="connsiteY127499" fmla="*/ 2264982 h 2398711"/>
              <a:gd name="connsiteX127500" fmla="*/ 876467 w 2119654"/>
              <a:gd name="connsiteY127500" fmla="*/ 2266086 h 2398711"/>
              <a:gd name="connsiteX127501" fmla="*/ 821436 w 2119654"/>
              <a:gd name="connsiteY127501" fmla="*/ 2309902 h 2398711"/>
              <a:gd name="connsiteX127502" fmla="*/ 784113 w 2119654"/>
              <a:gd name="connsiteY127502" fmla="*/ 2338788 h 2398711"/>
              <a:gd name="connsiteX127503" fmla="*/ 783764 w 2119654"/>
              <a:gd name="connsiteY127503" fmla="*/ 2338754 h 2398711"/>
              <a:gd name="connsiteX127504" fmla="*/ 804419 w 2119654"/>
              <a:gd name="connsiteY127504" fmla="*/ 2322767 h 2398711"/>
              <a:gd name="connsiteX127505" fmla="*/ 874304 w 2119654"/>
              <a:gd name="connsiteY127505" fmla="*/ 2267123 h 2398711"/>
              <a:gd name="connsiteX127506" fmla="*/ 874869 w 2119654"/>
              <a:gd name="connsiteY127506" fmla="*/ 2266635 h 2398711"/>
              <a:gd name="connsiteX127507" fmla="*/ 863552 w 2119654"/>
              <a:gd name="connsiteY127507" fmla="*/ 2270527 h 2398711"/>
              <a:gd name="connsiteX127508" fmla="*/ 856300 w 2119654"/>
              <a:gd name="connsiteY127508" fmla="*/ 2272701 h 2398711"/>
              <a:gd name="connsiteX127509" fmla="*/ 857826 w 2119654"/>
              <a:gd name="connsiteY127509" fmla="*/ 2274499 h 2398711"/>
              <a:gd name="connsiteX127510" fmla="*/ 857562 w 2119654"/>
              <a:gd name="connsiteY127510" fmla="*/ 2274444 h 2398711"/>
              <a:gd name="connsiteX127511" fmla="*/ 856126 w 2119654"/>
              <a:gd name="connsiteY127511" fmla="*/ 2272752 h 2398711"/>
              <a:gd name="connsiteX127512" fmla="*/ 782094 w 2119654"/>
              <a:gd name="connsiteY127512" fmla="*/ 2294947 h 2398711"/>
              <a:gd name="connsiteX127513" fmla="*/ 738779 w 2119654"/>
              <a:gd name="connsiteY127513" fmla="*/ 2307299 h 2398711"/>
              <a:gd name="connsiteX127514" fmla="*/ 738444 w 2119654"/>
              <a:gd name="connsiteY127514" fmla="*/ 2307162 h 2398711"/>
              <a:gd name="connsiteX127515" fmla="*/ 762416 w 2119654"/>
              <a:gd name="connsiteY127515" fmla="*/ 2300325 h 2398711"/>
              <a:gd name="connsiteX127516" fmla="*/ 843873 w 2119654"/>
              <a:gd name="connsiteY127516" fmla="*/ 2275905 h 2398711"/>
              <a:gd name="connsiteX127517" fmla="*/ 855429 w 2119654"/>
              <a:gd name="connsiteY127517" fmla="*/ 2271931 h 2398711"/>
              <a:gd name="connsiteX127518" fmla="*/ 853454 w 2119654"/>
              <a:gd name="connsiteY127518" fmla="*/ 2269604 h 2398711"/>
              <a:gd name="connsiteX127519" fmla="*/ 833459 w 2119654"/>
              <a:gd name="connsiteY127519" fmla="*/ 2276265 h 2398711"/>
              <a:gd name="connsiteX127520" fmla="*/ 808290 w 2119654"/>
              <a:gd name="connsiteY127520" fmla="*/ 2284276 h 2398711"/>
              <a:gd name="connsiteX127521" fmla="*/ 808091 w 2119654"/>
              <a:gd name="connsiteY127521" fmla="*/ 2284202 h 2398711"/>
              <a:gd name="connsiteX127522" fmla="*/ 822020 w 2119654"/>
              <a:gd name="connsiteY127522" fmla="*/ 2279768 h 2398711"/>
              <a:gd name="connsiteX127523" fmla="*/ 853251 w 2119654"/>
              <a:gd name="connsiteY127523" fmla="*/ 2269365 h 2398711"/>
              <a:gd name="connsiteX127524" fmla="*/ 851902 w 2119654"/>
              <a:gd name="connsiteY127524" fmla="*/ 2267776 h 2398711"/>
              <a:gd name="connsiteX127525" fmla="*/ 846637 w 2119654"/>
              <a:gd name="connsiteY127525" fmla="*/ 2269787 h 2398711"/>
              <a:gd name="connsiteX127526" fmla="*/ 846436 w 2119654"/>
              <a:gd name="connsiteY127526" fmla="*/ 2269725 h 2398711"/>
              <a:gd name="connsiteX127527" fmla="*/ 851812 w 2119654"/>
              <a:gd name="connsiteY127527" fmla="*/ 2267670 h 2398711"/>
              <a:gd name="connsiteX127528" fmla="*/ 846860 w 2119654"/>
              <a:gd name="connsiteY127528" fmla="*/ 2261835 h 2398711"/>
              <a:gd name="connsiteX127529" fmla="*/ 811125 w 2119654"/>
              <a:gd name="connsiteY127529" fmla="*/ 2278803 h 2398711"/>
              <a:gd name="connsiteX127530" fmla="*/ 810813 w 2119654"/>
              <a:gd name="connsiteY127530" fmla="*/ 2278702 h 2398711"/>
              <a:gd name="connsiteX127531" fmla="*/ 832956 w 2119654"/>
              <a:gd name="connsiteY127531" fmla="*/ 2268187 h 2398711"/>
              <a:gd name="connsiteX127532" fmla="*/ 846569 w 2119654"/>
              <a:gd name="connsiteY127532" fmla="*/ 2261492 h 2398711"/>
              <a:gd name="connsiteX127533" fmla="*/ 844392 w 2119654"/>
              <a:gd name="connsiteY127533" fmla="*/ 2258927 h 2398711"/>
              <a:gd name="connsiteX127534" fmla="*/ 841250 w 2119654"/>
              <a:gd name="connsiteY127534" fmla="*/ 2259446 h 2398711"/>
              <a:gd name="connsiteX127535" fmla="*/ 820634 w 2119654"/>
              <a:gd name="connsiteY127535" fmla="*/ 2262158 h 2398711"/>
              <a:gd name="connsiteX127536" fmla="*/ 820492 w 2119654"/>
              <a:gd name="connsiteY127536" fmla="*/ 2262072 h 2398711"/>
              <a:gd name="connsiteX127537" fmla="*/ 831901 w 2119654"/>
              <a:gd name="connsiteY127537" fmla="*/ 2260571 h 2398711"/>
              <a:gd name="connsiteX127538" fmla="*/ 844080 w 2119654"/>
              <a:gd name="connsiteY127538" fmla="*/ 2258560 h 2398711"/>
              <a:gd name="connsiteX127539" fmla="*/ 842371 w 2119654"/>
              <a:gd name="connsiteY127539" fmla="*/ 2256547 h 2398711"/>
              <a:gd name="connsiteX127540" fmla="*/ 828285 w 2119654"/>
              <a:gd name="connsiteY127540" fmla="*/ 2255967 h 2398711"/>
              <a:gd name="connsiteX127541" fmla="*/ 826440 w 2119654"/>
              <a:gd name="connsiteY127541" fmla="*/ 2257209 h 2398711"/>
              <a:gd name="connsiteX127542" fmla="*/ 826076 w 2119654"/>
              <a:gd name="connsiteY127542" fmla="*/ 2257149 h 2398711"/>
              <a:gd name="connsiteX127543" fmla="*/ 827856 w 2119654"/>
              <a:gd name="connsiteY127543" fmla="*/ 2255950 h 2398711"/>
              <a:gd name="connsiteX127544" fmla="*/ 823012 w 2119654"/>
              <a:gd name="connsiteY127544" fmla="*/ 2255750 h 2398711"/>
              <a:gd name="connsiteX127545" fmla="*/ 812211 w 2119654"/>
              <a:gd name="connsiteY127545" fmla="*/ 2262102 h 2398711"/>
              <a:gd name="connsiteX127546" fmla="*/ 816628 w 2119654"/>
              <a:gd name="connsiteY127546" fmla="*/ 2275303 h 2398711"/>
              <a:gd name="connsiteX127547" fmla="*/ 816398 w 2119654"/>
              <a:gd name="connsiteY127547" fmla="*/ 2275179 h 2398711"/>
              <a:gd name="connsiteX127548" fmla="*/ 812053 w 2119654"/>
              <a:gd name="connsiteY127548" fmla="*/ 2262195 h 2398711"/>
              <a:gd name="connsiteX127549" fmla="*/ 784991 w 2119654"/>
              <a:gd name="connsiteY127549" fmla="*/ 2278110 h 2398711"/>
              <a:gd name="connsiteX127550" fmla="*/ 784531 w 2119654"/>
              <a:gd name="connsiteY127550" fmla="*/ 2278003 h 2398711"/>
              <a:gd name="connsiteX127551" fmla="*/ 811948 w 2119654"/>
              <a:gd name="connsiteY127551" fmla="*/ 2261879 h 2398711"/>
              <a:gd name="connsiteX127552" fmla="*/ 809956 w 2119654"/>
              <a:gd name="connsiteY127552" fmla="*/ 2255926 h 2398711"/>
              <a:gd name="connsiteX127553" fmla="*/ 755648 w 2119654"/>
              <a:gd name="connsiteY127553" fmla="*/ 2273211 h 2398711"/>
              <a:gd name="connsiteX127554" fmla="*/ 755191 w 2119654"/>
              <a:gd name="connsiteY127554" fmla="*/ 2273039 h 2398711"/>
              <a:gd name="connsiteX127555" fmla="*/ 787237 w 2119654"/>
              <a:gd name="connsiteY127555" fmla="*/ 2262841 h 2398711"/>
              <a:gd name="connsiteX127556" fmla="*/ 809759 w 2119654"/>
              <a:gd name="connsiteY127556" fmla="*/ 2255337 h 2398711"/>
              <a:gd name="connsiteX127557" fmla="*/ 809713 w 2119654"/>
              <a:gd name="connsiteY127557" fmla="*/ 2255203 h 2398711"/>
              <a:gd name="connsiteX127558" fmla="*/ 797667 w 2119654"/>
              <a:gd name="connsiteY127558" fmla="*/ 2254708 h 2398711"/>
              <a:gd name="connsiteX127559" fmla="*/ 797392 w 2119654"/>
              <a:gd name="connsiteY127559" fmla="*/ 2254471 h 2398711"/>
              <a:gd name="connsiteX127560" fmla="*/ 809637 w 2119654"/>
              <a:gd name="connsiteY127560" fmla="*/ 2254975 h 2398711"/>
              <a:gd name="connsiteX127561" fmla="*/ 808321 w 2119654"/>
              <a:gd name="connsiteY127561" fmla="*/ 2251044 h 2398711"/>
              <a:gd name="connsiteX127562" fmla="*/ 795253 w 2119654"/>
              <a:gd name="connsiteY127562" fmla="*/ 2252940 h 2398711"/>
              <a:gd name="connsiteX127563" fmla="*/ 701861 w 2119654"/>
              <a:gd name="connsiteY127563" fmla="*/ 2287405 h 2398711"/>
              <a:gd name="connsiteX127564" fmla="*/ 641831 w 2119654"/>
              <a:gd name="connsiteY127564" fmla="*/ 2308622 h 2398711"/>
              <a:gd name="connsiteX127565" fmla="*/ 641400 w 2119654"/>
              <a:gd name="connsiteY127565" fmla="*/ 2308430 h 2398711"/>
              <a:gd name="connsiteX127566" fmla="*/ 674623 w 2119654"/>
              <a:gd name="connsiteY127566" fmla="*/ 2296688 h 2398711"/>
              <a:gd name="connsiteX127567" fmla="*/ 790641 w 2119654"/>
              <a:gd name="connsiteY127567" fmla="*/ 2253610 h 2398711"/>
              <a:gd name="connsiteX127568" fmla="*/ 764782 w 2119654"/>
              <a:gd name="connsiteY127568" fmla="*/ 2257365 h 2398711"/>
              <a:gd name="connsiteX127569" fmla="*/ 717359 w 2119654"/>
              <a:gd name="connsiteY127569" fmla="*/ 2263601 h 2398711"/>
              <a:gd name="connsiteX127570" fmla="*/ 717029 w 2119654"/>
              <a:gd name="connsiteY127570" fmla="*/ 2263406 h 2398711"/>
              <a:gd name="connsiteX127571" fmla="*/ 743273 w 2119654"/>
              <a:gd name="connsiteY127571" fmla="*/ 2259954 h 2398711"/>
              <a:gd name="connsiteX127572" fmla="*/ 793005 w 2119654"/>
              <a:gd name="connsiteY127572" fmla="*/ 2252733 h 2398711"/>
              <a:gd name="connsiteX127573" fmla="*/ 801489 w 2119654"/>
              <a:gd name="connsiteY127573" fmla="*/ 2249582 h 2398711"/>
              <a:gd name="connsiteX127574" fmla="*/ 807036 w 2119654"/>
              <a:gd name="connsiteY127574" fmla="*/ 2247203 h 2398711"/>
              <a:gd name="connsiteX127575" fmla="*/ 805228 w 2119654"/>
              <a:gd name="connsiteY127575" fmla="*/ 2241796 h 2398711"/>
              <a:gd name="connsiteX127576" fmla="*/ 802838 w 2119654"/>
              <a:gd name="connsiteY127576" fmla="*/ 2234315 h 2398711"/>
              <a:gd name="connsiteX127577" fmla="*/ 785388 w 2119654"/>
              <a:gd name="connsiteY127577" fmla="*/ 2237533 h 2398711"/>
              <a:gd name="connsiteX127578" fmla="*/ 785093 w 2119654"/>
              <a:gd name="connsiteY127578" fmla="*/ 2237341 h 2398711"/>
              <a:gd name="connsiteX127579" fmla="*/ 802764 w 2119654"/>
              <a:gd name="connsiteY127579" fmla="*/ 2234082 h 2398711"/>
              <a:gd name="connsiteX127580" fmla="*/ 800845 w 2119654"/>
              <a:gd name="connsiteY127580" fmla="*/ 2228076 h 2398711"/>
              <a:gd name="connsiteX127581" fmla="*/ 792876 w 2119654"/>
              <a:gd name="connsiteY127581" fmla="*/ 2231607 h 2398711"/>
              <a:gd name="connsiteX127582" fmla="*/ 792650 w 2119654"/>
              <a:gd name="connsiteY127582" fmla="*/ 2231527 h 2398711"/>
              <a:gd name="connsiteX127583" fmla="*/ 800795 w 2119654"/>
              <a:gd name="connsiteY127583" fmla="*/ 2227917 h 2398711"/>
              <a:gd name="connsiteX127584" fmla="*/ 797913 w 2119654"/>
              <a:gd name="connsiteY127584" fmla="*/ 2218893 h 2398711"/>
              <a:gd name="connsiteX127585" fmla="*/ 779863 w 2119654"/>
              <a:gd name="connsiteY127585" fmla="*/ 2222700 h 2398711"/>
              <a:gd name="connsiteX127586" fmla="*/ 785272 w 2119654"/>
              <a:gd name="connsiteY127586" fmla="*/ 2238937 h 2398711"/>
              <a:gd name="connsiteX127587" fmla="*/ 789032 w 2119654"/>
              <a:gd name="connsiteY127587" fmla="*/ 2249099 h 2398711"/>
              <a:gd name="connsiteX127588" fmla="*/ 788899 w 2119654"/>
              <a:gd name="connsiteY127588" fmla="*/ 2249016 h 2398711"/>
              <a:gd name="connsiteX127589" fmla="*/ 782102 w 2119654"/>
              <a:gd name="connsiteY127589" fmla="*/ 2230655 h 2398711"/>
              <a:gd name="connsiteX127590" fmla="*/ 779479 w 2119654"/>
              <a:gd name="connsiteY127590" fmla="*/ 2222781 h 2398711"/>
              <a:gd name="connsiteX127591" fmla="*/ 778999 w 2119654"/>
              <a:gd name="connsiteY127591" fmla="*/ 2222882 h 2398711"/>
              <a:gd name="connsiteX127592" fmla="*/ 756857 w 2119654"/>
              <a:gd name="connsiteY127592" fmla="*/ 2237856 h 2398711"/>
              <a:gd name="connsiteX127593" fmla="*/ 756454 w 2119654"/>
              <a:gd name="connsiteY127593" fmla="*/ 2237788 h 2398711"/>
              <a:gd name="connsiteX127594" fmla="*/ 778267 w 2119654"/>
              <a:gd name="connsiteY127594" fmla="*/ 2223036 h 2398711"/>
              <a:gd name="connsiteX127595" fmla="*/ 775911 w 2119654"/>
              <a:gd name="connsiteY127595" fmla="*/ 2223533 h 2398711"/>
              <a:gd name="connsiteX127596" fmla="*/ 775584 w 2119654"/>
              <a:gd name="connsiteY127596" fmla="*/ 2223372 h 2398711"/>
              <a:gd name="connsiteX127597" fmla="*/ 778762 w 2119654"/>
              <a:gd name="connsiteY127597" fmla="*/ 2222701 h 2398711"/>
              <a:gd name="connsiteX127598" fmla="*/ 779326 w 2119654"/>
              <a:gd name="connsiteY127598" fmla="*/ 2222320 h 2398711"/>
              <a:gd name="connsiteX127599" fmla="*/ 776310 w 2119654"/>
              <a:gd name="connsiteY127599" fmla="*/ 2213262 h 2398711"/>
              <a:gd name="connsiteX127600" fmla="*/ 770410 w 2119654"/>
              <a:gd name="connsiteY127600" fmla="*/ 2211952 h 2398711"/>
              <a:gd name="connsiteX127601" fmla="*/ 738436 w 2119654"/>
              <a:gd name="connsiteY127601" fmla="*/ 2227300 h 2398711"/>
              <a:gd name="connsiteX127602" fmla="*/ 738023 w 2119654"/>
              <a:gd name="connsiteY127602" fmla="*/ 2227167 h 2398711"/>
              <a:gd name="connsiteX127603" fmla="*/ 767251 w 2119654"/>
              <a:gd name="connsiteY127603" fmla="*/ 2213137 h 2398711"/>
              <a:gd name="connsiteX127604" fmla="*/ 769736 w 2119654"/>
              <a:gd name="connsiteY127604" fmla="*/ 2211902 h 2398711"/>
              <a:gd name="connsiteX127605" fmla="*/ 746017 w 2119654"/>
              <a:gd name="connsiteY127605" fmla="*/ 2215200 h 2398711"/>
              <a:gd name="connsiteX127606" fmla="*/ 734840 w 2119654"/>
              <a:gd name="connsiteY127606" fmla="*/ 2216597 h 2398711"/>
              <a:gd name="connsiteX127607" fmla="*/ 706949 w 2119654"/>
              <a:gd name="connsiteY127607" fmla="*/ 2228533 h 2398711"/>
              <a:gd name="connsiteX127608" fmla="*/ 709490 w 2119654"/>
              <a:gd name="connsiteY127608" fmla="*/ 2236966 h 2398711"/>
              <a:gd name="connsiteX127609" fmla="*/ 709185 w 2119654"/>
              <a:gd name="connsiteY127609" fmla="*/ 2236791 h 2398711"/>
              <a:gd name="connsiteX127610" fmla="*/ 706726 w 2119654"/>
              <a:gd name="connsiteY127610" fmla="*/ 2228629 h 2398711"/>
              <a:gd name="connsiteX127611" fmla="*/ 697211 w 2119654"/>
              <a:gd name="connsiteY127611" fmla="*/ 2232701 h 2398711"/>
              <a:gd name="connsiteX127612" fmla="*/ 667277 w 2119654"/>
              <a:gd name="connsiteY127612" fmla="*/ 2242316 h 2398711"/>
              <a:gd name="connsiteX127613" fmla="*/ 706123 w 2119654"/>
              <a:gd name="connsiteY127613" fmla="*/ 2226625 h 2398711"/>
              <a:gd name="connsiteX127614" fmla="*/ 704254 w 2119654"/>
              <a:gd name="connsiteY127614" fmla="*/ 2220422 h 2398711"/>
              <a:gd name="connsiteX127615" fmla="*/ 691630 w 2119654"/>
              <a:gd name="connsiteY127615" fmla="*/ 2222000 h 2398711"/>
              <a:gd name="connsiteX127616" fmla="*/ 693057 w 2119654"/>
              <a:gd name="connsiteY127616" fmla="*/ 2231740 h 2398711"/>
              <a:gd name="connsiteX127617" fmla="*/ 692796 w 2119654"/>
              <a:gd name="connsiteY127617" fmla="*/ 2231535 h 2398711"/>
              <a:gd name="connsiteX127618" fmla="*/ 691403 w 2119654"/>
              <a:gd name="connsiteY127618" fmla="*/ 2222028 h 2398711"/>
              <a:gd name="connsiteX127619" fmla="*/ 686725 w 2119654"/>
              <a:gd name="connsiteY127619" fmla="*/ 2222613 h 2398711"/>
              <a:gd name="connsiteX127620" fmla="*/ 686368 w 2119654"/>
              <a:gd name="connsiteY127620" fmla="*/ 2222351 h 2398711"/>
              <a:gd name="connsiteX127621" fmla="*/ 691358 w 2119654"/>
              <a:gd name="connsiteY127621" fmla="*/ 2221727 h 2398711"/>
              <a:gd name="connsiteX127622" fmla="*/ 687407 w 2119654"/>
              <a:gd name="connsiteY127622" fmla="*/ 2194754 h 2398711"/>
              <a:gd name="connsiteX127623" fmla="*/ 685931 w 2119654"/>
              <a:gd name="connsiteY127623" fmla="*/ 2195589 h 2398711"/>
              <a:gd name="connsiteX127624" fmla="*/ 644543 w 2119654"/>
              <a:gd name="connsiteY127624" fmla="*/ 2218270 h 2398711"/>
              <a:gd name="connsiteX127625" fmla="*/ 644203 w 2119654"/>
              <a:gd name="connsiteY127625" fmla="*/ 2218181 h 2398711"/>
              <a:gd name="connsiteX127626" fmla="*/ 667109 w 2119654"/>
              <a:gd name="connsiteY127626" fmla="*/ 2205629 h 2398711"/>
              <a:gd name="connsiteX127627" fmla="*/ 686779 w 2119654"/>
              <a:gd name="connsiteY127627" fmla="*/ 2194494 h 2398711"/>
              <a:gd name="connsiteX127628" fmla="*/ 646156 w 2119654"/>
              <a:gd name="connsiteY127628" fmla="*/ 2193369 h 2398711"/>
              <a:gd name="connsiteX127629" fmla="*/ 636620 w 2119654"/>
              <a:gd name="connsiteY127629" fmla="*/ 2196975 h 2398711"/>
              <a:gd name="connsiteX127630" fmla="*/ 573187 w 2119654"/>
              <a:gd name="connsiteY127630" fmla="*/ 2218106 h 2398711"/>
              <a:gd name="connsiteX127631" fmla="*/ 539443 w 2119654"/>
              <a:gd name="connsiteY127631" fmla="*/ 2228847 h 2398711"/>
              <a:gd name="connsiteX127632" fmla="*/ 539176 w 2119654"/>
              <a:gd name="connsiteY127632" fmla="*/ 2228747 h 2398711"/>
              <a:gd name="connsiteX127633" fmla="*/ 557851 w 2119654"/>
              <a:gd name="connsiteY127633" fmla="*/ 2222803 h 2398711"/>
              <a:gd name="connsiteX127634" fmla="*/ 621284 w 2119654"/>
              <a:gd name="connsiteY127634" fmla="*/ 2201671 h 2398711"/>
              <a:gd name="connsiteX127635" fmla="*/ 643438 w 2119654"/>
              <a:gd name="connsiteY127635" fmla="*/ 2193294 h 2398711"/>
              <a:gd name="connsiteX127636" fmla="*/ 633168 w 2119654"/>
              <a:gd name="connsiteY127636" fmla="*/ 2193010 h 2398711"/>
              <a:gd name="connsiteX127637" fmla="*/ 623619 w 2119654"/>
              <a:gd name="connsiteY127637" fmla="*/ 2196902 h 2398711"/>
              <a:gd name="connsiteX127638" fmla="*/ 590855 w 2119654"/>
              <a:gd name="connsiteY127638" fmla="*/ 2209421 h 2398711"/>
              <a:gd name="connsiteX127639" fmla="*/ 590585 w 2119654"/>
              <a:gd name="connsiteY127639" fmla="*/ 2209338 h 2398711"/>
              <a:gd name="connsiteX127640" fmla="*/ 608718 w 2119654"/>
              <a:gd name="connsiteY127640" fmla="*/ 2202409 h 2398711"/>
              <a:gd name="connsiteX127641" fmla="*/ 631866 w 2119654"/>
              <a:gd name="connsiteY127641" fmla="*/ 2192974 h 2398711"/>
              <a:gd name="connsiteX127642" fmla="*/ 604648 w 2119654"/>
              <a:gd name="connsiteY127642" fmla="*/ 2192221 h 2398711"/>
              <a:gd name="connsiteX127643" fmla="*/ 596886 w 2119654"/>
              <a:gd name="connsiteY127643" fmla="*/ 2196038 h 2398711"/>
              <a:gd name="connsiteX127644" fmla="*/ 543245 w 2119654"/>
              <a:gd name="connsiteY127644" fmla="*/ 2221509 h 2398711"/>
              <a:gd name="connsiteX127645" fmla="*/ 542826 w 2119654"/>
              <a:gd name="connsiteY127645" fmla="*/ 2221373 h 2398711"/>
              <a:gd name="connsiteX127646" fmla="*/ 572512 w 2119654"/>
              <a:gd name="connsiteY127646" fmla="*/ 2207277 h 2398711"/>
              <a:gd name="connsiteX127647" fmla="*/ 602765 w 2119654"/>
              <a:gd name="connsiteY127647" fmla="*/ 2192397 h 2398711"/>
              <a:gd name="connsiteX127648" fmla="*/ 583634 w 2119654"/>
              <a:gd name="connsiteY127648" fmla="*/ 2195557 h 2398711"/>
              <a:gd name="connsiteX127649" fmla="*/ 555994 w 2119654"/>
              <a:gd name="connsiteY127649" fmla="*/ 2199192 h 2398711"/>
              <a:gd name="connsiteX127650" fmla="*/ 555802 w 2119654"/>
              <a:gd name="connsiteY127650" fmla="*/ 2199078 h 2398711"/>
              <a:gd name="connsiteX127651" fmla="*/ 571098 w 2119654"/>
              <a:gd name="connsiteY127651" fmla="*/ 2197066 h 2398711"/>
              <a:gd name="connsiteX127652" fmla="*/ 601034 w 2119654"/>
              <a:gd name="connsiteY127652" fmla="*/ 2192120 h 2398711"/>
              <a:gd name="connsiteX127653" fmla="*/ 585917 w 2119654"/>
              <a:gd name="connsiteY127653" fmla="*/ 2191702 h 2398711"/>
              <a:gd name="connsiteX127654" fmla="*/ 525202 w 2119654"/>
              <a:gd name="connsiteY127654" fmla="*/ 2189204 h 2398711"/>
              <a:gd name="connsiteX127655" fmla="*/ 524831 w 2119654"/>
              <a:gd name="connsiteY127655" fmla="*/ 2188887 h 2398711"/>
              <a:gd name="connsiteX127656" fmla="*/ 558431 w 2119654"/>
              <a:gd name="connsiteY127656" fmla="*/ 2190269 h 2398711"/>
              <a:gd name="connsiteX127657" fmla="*/ 604498 w 2119654"/>
              <a:gd name="connsiteY127657" fmla="*/ 2191544 h 2398711"/>
              <a:gd name="connsiteX127658" fmla="*/ 657170 w 2119654"/>
              <a:gd name="connsiteY127658" fmla="*/ 2165637 h 2398711"/>
              <a:gd name="connsiteX127659" fmla="*/ 628587 w 2119654"/>
              <a:gd name="connsiteY127659" fmla="*/ 2160874 h 2398711"/>
              <a:gd name="connsiteX127660" fmla="*/ 628487 w 2119654"/>
              <a:gd name="connsiteY127660" fmla="*/ 2164672 h 2398711"/>
              <a:gd name="connsiteX127661" fmla="*/ 628312 w 2119654"/>
              <a:gd name="connsiteY127661" fmla="*/ 2164478 h 2398711"/>
              <a:gd name="connsiteX127662" fmla="*/ 628408 w 2119654"/>
              <a:gd name="connsiteY127662" fmla="*/ 2160844 h 2398711"/>
              <a:gd name="connsiteX127663" fmla="*/ 619346 w 2119654"/>
              <a:gd name="connsiteY127663" fmla="*/ 2159334 h 2398711"/>
              <a:gd name="connsiteX127664" fmla="*/ 614284 w 2119654"/>
              <a:gd name="connsiteY127664" fmla="*/ 2161578 h 2398711"/>
              <a:gd name="connsiteX127665" fmla="*/ 613980 w 2119654"/>
              <a:gd name="connsiteY127665" fmla="*/ 2161470 h 2398711"/>
              <a:gd name="connsiteX127666" fmla="*/ 618948 w 2119654"/>
              <a:gd name="connsiteY127666" fmla="*/ 2159268 h 2398711"/>
              <a:gd name="connsiteX127667" fmla="*/ 613489 w 2119654"/>
              <a:gd name="connsiteY127667" fmla="*/ 2158358 h 2398711"/>
              <a:gd name="connsiteX127668" fmla="*/ 608220 w 2119654"/>
              <a:gd name="connsiteY127668" fmla="*/ 2157262 h 2398711"/>
              <a:gd name="connsiteX127669" fmla="*/ 597562 w 2119654"/>
              <a:gd name="connsiteY127669" fmla="*/ 2159508 h 2398711"/>
              <a:gd name="connsiteX127670" fmla="*/ 597129 w 2119654"/>
              <a:gd name="connsiteY127670" fmla="*/ 2159293 h 2398711"/>
              <a:gd name="connsiteX127671" fmla="*/ 607490 w 2119654"/>
              <a:gd name="connsiteY127671" fmla="*/ 2157111 h 2398711"/>
              <a:gd name="connsiteX127672" fmla="*/ 583737 w 2119654"/>
              <a:gd name="connsiteY127672" fmla="*/ 2152170 h 2398711"/>
              <a:gd name="connsiteX127673" fmla="*/ 571354 w 2119654"/>
              <a:gd name="connsiteY127673" fmla="*/ 2154631 h 2398711"/>
              <a:gd name="connsiteX127674" fmla="*/ 508738 w 2119654"/>
              <a:gd name="connsiteY127674" fmla="*/ 2166178 h 2398711"/>
              <a:gd name="connsiteX127675" fmla="*/ 508343 w 2119654"/>
              <a:gd name="connsiteY127675" fmla="*/ 2165921 h 2398711"/>
              <a:gd name="connsiteX127676" fmla="*/ 542995 w 2119654"/>
              <a:gd name="connsiteY127676" fmla="*/ 2159531 h 2398711"/>
              <a:gd name="connsiteX127677" fmla="*/ 581929 w 2119654"/>
              <a:gd name="connsiteY127677" fmla="*/ 2151794 h 2398711"/>
              <a:gd name="connsiteX127678" fmla="*/ 561987 w 2119654"/>
              <a:gd name="connsiteY127678" fmla="*/ 2147646 h 2398711"/>
              <a:gd name="connsiteX127679" fmla="*/ 532672 w 2119654"/>
              <a:gd name="connsiteY127679" fmla="*/ 2159878 h 2398711"/>
              <a:gd name="connsiteX127680" fmla="*/ 532306 w 2119654"/>
              <a:gd name="connsiteY127680" fmla="*/ 2159775 h 2398711"/>
              <a:gd name="connsiteX127681" fmla="*/ 556475 w 2119654"/>
              <a:gd name="connsiteY127681" fmla="*/ 2149691 h 2398711"/>
              <a:gd name="connsiteX127682" fmla="*/ 561454 w 2119654"/>
              <a:gd name="connsiteY127682" fmla="*/ 2147535 h 2398711"/>
              <a:gd name="connsiteX127683" fmla="*/ 528211 w 2119654"/>
              <a:gd name="connsiteY127683" fmla="*/ 2140622 h 2398711"/>
              <a:gd name="connsiteX127684" fmla="*/ 496032 w 2119654"/>
              <a:gd name="connsiteY127684" fmla="*/ 2147409 h 2398711"/>
              <a:gd name="connsiteX127685" fmla="*/ 495595 w 2119654"/>
              <a:gd name="connsiteY127685" fmla="*/ 2147192 h 2398711"/>
              <a:gd name="connsiteX127686" fmla="*/ 527474 w 2119654"/>
              <a:gd name="connsiteY127686" fmla="*/ 2140468 h 2398711"/>
              <a:gd name="connsiteX127687" fmla="*/ 525068 w 2119654"/>
              <a:gd name="connsiteY127687" fmla="*/ 2139967 h 2398711"/>
              <a:gd name="connsiteX127688" fmla="*/ 488123 w 2119654"/>
              <a:gd name="connsiteY127688" fmla="*/ 2131763 h 2398711"/>
              <a:gd name="connsiteX127689" fmla="*/ 455954 w 2119654"/>
              <a:gd name="connsiteY127689" fmla="*/ 2136237 h 2398711"/>
              <a:gd name="connsiteX127690" fmla="*/ 376462 w 2119654"/>
              <a:gd name="connsiteY127690" fmla="*/ 2146176 h 2398711"/>
              <a:gd name="connsiteX127691" fmla="*/ 375983 w 2119654"/>
              <a:gd name="connsiteY127691" fmla="*/ 2145824 h 2398711"/>
              <a:gd name="connsiteX127692" fmla="*/ 419976 w 2119654"/>
              <a:gd name="connsiteY127692" fmla="*/ 2140323 h 2398711"/>
              <a:gd name="connsiteX127693" fmla="*/ 485217 w 2119654"/>
              <a:gd name="connsiteY127693" fmla="*/ 2131118 h 2398711"/>
              <a:gd name="connsiteX127694" fmla="*/ 478370 w 2119654"/>
              <a:gd name="connsiteY127694" fmla="*/ 2129598 h 2398711"/>
              <a:gd name="connsiteX127695" fmla="*/ 478127 w 2119654"/>
              <a:gd name="connsiteY127695" fmla="*/ 2129301 h 2398711"/>
              <a:gd name="connsiteX127696" fmla="*/ 485888 w 2119654"/>
              <a:gd name="connsiteY127696" fmla="*/ 2131024 h 2398711"/>
              <a:gd name="connsiteX127697" fmla="*/ 533200 w 2119654"/>
              <a:gd name="connsiteY127697" fmla="*/ 2124349 h 2398711"/>
              <a:gd name="connsiteX127698" fmla="*/ 532893 w 2119654"/>
              <a:gd name="connsiteY127698" fmla="*/ 2124107 h 2398711"/>
              <a:gd name="connsiteX127699" fmla="*/ 530826 w 2119654"/>
              <a:gd name="connsiteY127699" fmla="*/ 2110001 h 2398711"/>
              <a:gd name="connsiteX127700" fmla="*/ 521361 w 2119654"/>
              <a:gd name="connsiteY127700" fmla="*/ 2108199 h 2398711"/>
              <a:gd name="connsiteX127701" fmla="*/ 509104 w 2119654"/>
              <a:gd name="connsiteY127701" fmla="*/ 2108764 h 2398711"/>
              <a:gd name="connsiteX127702" fmla="*/ 508574 w 2119654"/>
              <a:gd name="connsiteY127702" fmla="*/ 2108384 h 2398711"/>
              <a:gd name="connsiteX127703" fmla="*/ 519654 w 2119654"/>
              <a:gd name="connsiteY127703" fmla="*/ 2107874 h 2398711"/>
              <a:gd name="connsiteX127704" fmla="*/ 511364 w 2119654"/>
              <a:gd name="connsiteY127704" fmla="*/ 2106294 h 2398711"/>
              <a:gd name="connsiteX127705" fmla="*/ 511023 w 2119654"/>
              <a:gd name="connsiteY127705" fmla="*/ 2105903 h 2398711"/>
              <a:gd name="connsiteX127706" fmla="*/ 521035 w 2119654"/>
              <a:gd name="connsiteY127706" fmla="*/ 2107810 h 2398711"/>
              <a:gd name="connsiteX127707" fmla="*/ 530442 w 2119654"/>
              <a:gd name="connsiteY127707" fmla="*/ 2107377 h 2398711"/>
              <a:gd name="connsiteX127708" fmla="*/ 529335 w 2119654"/>
              <a:gd name="connsiteY127708" fmla="*/ 2099821 h 2398711"/>
              <a:gd name="connsiteX127709" fmla="*/ 493807 w 2119654"/>
              <a:gd name="connsiteY127709" fmla="*/ 2103325 h 2398711"/>
              <a:gd name="connsiteX127710" fmla="*/ 493464 w 2119654"/>
              <a:gd name="connsiteY127710" fmla="*/ 2103058 h 2398711"/>
              <a:gd name="connsiteX127711" fmla="*/ 525728 w 2119654"/>
              <a:gd name="connsiteY127711" fmla="*/ 2099877 h 2398711"/>
              <a:gd name="connsiteX127712" fmla="*/ 529284 w 2119654"/>
              <a:gd name="connsiteY127712" fmla="*/ 2099470 h 2398711"/>
              <a:gd name="connsiteX127713" fmla="*/ 529208 w 2119654"/>
              <a:gd name="connsiteY127713" fmla="*/ 2098959 h 2398711"/>
              <a:gd name="connsiteX127714" fmla="*/ 515640 w 2119654"/>
              <a:gd name="connsiteY127714" fmla="*/ 2100271 h 2398711"/>
              <a:gd name="connsiteX127715" fmla="*/ 515331 w 2119654"/>
              <a:gd name="connsiteY127715" fmla="*/ 2100029 h 2398711"/>
              <a:gd name="connsiteX127716" fmla="*/ 529169 w 2119654"/>
              <a:gd name="connsiteY127716" fmla="*/ 2098692 h 2398711"/>
              <a:gd name="connsiteX127717" fmla="*/ 525638 w 2119654"/>
              <a:gd name="connsiteY127717" fmla="*/ 2074592 h 2398711"/>
              <a:gd name="connsiteX127718" fmla="*/ 518878 w 2119654"/>
              <a:gd name="connsiteY127718" fmla="*/ 2075249 h 2398711"/>
              <a:gd name="connsiteX127719" fmla="*/ 471932 w 2119654"/>
              <a:gd name="connsiteY127719" fmla="*/ 2076880 h 2398711"/>
              <a:gd name="connsiteX127720" fmla="*/ 468836 w 2119654"/>
              <a:gd name="connsiteY127720" fmla="*/ 2076821 h 2398711"/>
              <a:gd name="connsiteX127721" fmla="*/ 423227 w 2119654"/>
              <a:gd name="connsiteY127721" fmla="*/ 2087071 h 2398711"/>
              <a:gd name="connsiteX127722" fmla="*/ 388905 w 2119654"/>
              <a:gd name="connsiteY127722" fmla="*/ 2094302 h 2398711"/>
              <a:gd name="connsiteX127723" fmla="*/ 388652 w 2119654"/>
              <a:gd name="connsiteY127723" fmla="*/ 2094177 h 2398711"/>
              <a:gd name="connsiteX127724" fmla="*/ 407647 w 2119654"/>
              <a:gd name="connsiteY127724" fmla="*/ 2090175 h 2398711"/>
              <a:gd name="connsiteX127725" fmla="*/ 467205 w 2119654"/>
              <a:gd name="connsiteY127725" fmla="*/ 2076790 h 2398711"/>
              <a:gd name="connsiteX127726" fmla="*/ 424925 w 2119654"/>
              <a:gd name="connsiteY127726" fmla="*/ 2075984 h 2398711"/>
              <a:gd name="connsiteX127727" fmla="*/ 473236 w 2119654"/>
              <a:gd name="connsiteY127727" fmla="*/ 2075393 h 2398711"/>
              <a:gd name="connsiteX127728" fmla="*/ 523817 w 2119654"/>
              <a:gd name="connsiteY127728" fmla="*/ 2061884 h 2398711"/>
              <a:gd name="connsiteX127729" fmla="*/ 522308 w 2119654"/>
              <a:gd name="connsiteY127729" fmla="*/ 2050498 h 2398711"/>
              <a:gd name="connsiteX127730" fmla="*/ 504006 w 2119654"/>
              <a:gd name="connsiteY127730" fmla="*/ 2051569 h 2398711"/>
              <a:gd name="connsiteX127731" fmla="*/ 522282 w 2119654"/>
              <a:gd name="connsiteY127731" fmla="*/ 2050300 h 2398711"/>
              <a:gd name="connsiteX127732" fmla="*/ 521587 w 2119654"/>
              <a:gd name="connsiteY127732" fmla="*/ 2045055 h 2398711"/>
              <a:gd name="connsiteX127733" fmla="*/ 502743 w 2119654"/>
              <a:gd name="connsiteY127733" fmla="*/ 2045175 h 2398711"/>
              <a:gd name="connsiteX127734" fmla="*/ 476389 w 2119654"/>
              <a:gd name="connsiteY127734" fmla="*/ 2053185 h 2398711"/>
              <a:gd name="connsiteX127735" fmla="*/ 504006 w 2119654"/>
              <a:gd name="connsiteY127735" fmla="*/ 2051569 h 2398711"/>
              <a:gd name="connsiteX127736" fmla="*/ 475098 w 2119654"/>
              <a:gd name="connsiteY127736" fmla="*/ 2053577 h 2398711"/>
              <a:gd name="connsiteX127737" fmla="*/ 465413 w 2119654"/>
              <a:gd name="connsiteY127737" fmla="*/ 2056520 h 2398711"/>
              <a:gd name="connsiteX127738" fmla="*/ 464806 w 2119654"/>
              <a:gd name="connsiteY127738" fmla="*/ 2056284 h 2398711"/>
              <a:gd name="connsiteX127739" fmla="*/ 473299 w 2119654"/>
              <a:gd name="connsiteY127739" fmla="*/ 2053702 h 2398711"/>
              <a:gd name="connsiteX127740" fmla="*/ 470929 w 2119654"/>
              <a:gd name="connsiteY127740" fmla="*/ 2053867 h 2398711"/>
              <a:gd name="connsiteX127741" fmla="*/ 460561 w 2119654"/>
              <a:gd name="connsiteY127741" fmla="*/ 2054244 h 2398711"/>
              <a:gd name="connsiteX127742" fmla="*/ 425020 w 2119654"/>
              <a:gd name="connsiteY127742" fmla="*/ 2064695 h 2398711"/>
              <a:gd name="connsiteX127743" fmla="*/ 424628 w 2119654"/>
              <a:gd name="connsiteY127743" fmla="*/ 2064494 h 2398711"/>
              <a:gd name="connsiteX127744" fmla="*/ 456157 w 2119654"/>
              <a:gd name="connsiteY127744" fmla="*/ 2055223 h 2398711"/>
              <a:gd name="connsiteX127745" fmla="*/ 459159 w 2119654"/>
              <a:gd name="connsiteY127745" fmla="*/ 2054295 h 2398711"/>
              <a:gd name="connsiteX127746" fmla="*/ 446793 w 2119654"/>
              <a:gd name="connsiteY127746" fmla="*/ 2054744 h 2398711"/>
              <a:gd name="connsiteX127747" fmla="*/ 446636 w 2119654"/>
              <a:gd name="connsiteY127747" fmla="*/ 2054630 h 2398711"/>
              <a:gd name="connsiteX127748" fmla="*/ 459601 w 2119654"/>
              <a:gd name="connsiteY127748" fmla="*/ 2054158 h 2398711"/>
              <a:gd name="connsiteX127749" fmla="*/ 488369 w 2119654"/>
              <a:gd name="connsiteY127749" fmla="*/ 2045267 h 2398711"/>
              <a:gd name="connsiteX127750" fmla="*/ 468977 w 2119654"/>
              <a:gd name="connsiteY127750" fmla="*/ 2045391 h 2398711"/>
              <a:gd name="connsiteX127751" fmla="*/ 441109 w 2119654"/>
              <a:gd name="connsiteY127751" fmla="*/ 2044649 h 2398711"/>
              <a:gd name="connsiteX127752" fmla="*/ 440937 w 2119654"/>
              <a:gd name="connsiteY127752" fmla="*/ 2044506 h 2398711"/>
              <a:gd name="connsiteX127753" fmla="*/ 456359 w 2119654"/>
              <a:gd name="connsiteY127753" fmla="*/ 2044916 h 2398711"/>
              <a:gd name="connsiteX127754" fmla="*/ 490202 w 2119654"/>
              <a:gd name="connsiteY127754" fmla="*/ 2044701 h 2398711"/>
              <a:gd name="connsiteX127755" fmla="*/ 501664 w 2119654"/>
              <a:gd name="connsiteY127755" fmla="*/ 2041158 h 2398711"/>
              <a:gd name="connsiteX127756" fmla="*/ 477275 w 2119654"/>
              <a:gd name="connsiteY127756" fmla="*/ 2038909 h 2398711"/>
              <a:gd name="connsiteX127757" fmla="*/ 446691 w 2119654"/>
              <a:gd name="connsiteY127757" fmla="*/ 2033812 h 2398711"/>
              <a:gd name="connsiteX127758" fmla="*/ 446674 w 2119654"/>
              <a:gd name="connsiteY127758" fmla="*/ 2034464 h 2398711"/>
              <a:gd name="connsiteX127759" fmla="*/ 446439 w 2119654"/>
              <a:gd name="connsiteY127759" fmla="*/ 2034205 h 2398711"/>
              <a:gd name="connsiteX127760" fmla="*/ 446451 w 2119654"/>
              <a:gd name="connsiteY127760" fmla="*/ 2033771 h 2398711"/>
              <a:gd name="connsiteX127761" fmla="*/ 427530 w 2119654"/>
              <a:gd name="connsiteY127761" fmla="*/ 2030618 h 2398711"/>
              <a:gd name="connsiteX127762" fmla="*/ 392265 w 2119654"/>
              <a:gd name="connsiteY127762" fmla="*/ 2023283 h 2398711"/>
              <a:gd name="connsiteX127763" fmla="*/ 385192 w 2119654"/>
              <a:gd name="connsiteY127763" fmla="*/ 2025100 h 2398711"/>
              <a:gd name="connsiteX127764" fmla="*/ 339205 w 2119654"/>
              <a:gd name="connsiteY127764" fmla="*/ 2036253 h 2398711"/>
              <a:gd name="connsiteX127765" fmla="*/ 338859 w 2119654"/>
              <a:gd name="connsiteY127765" fmla="*/ 2036095 h 2398711"/>
              <a:gd name="connsiteX127766" fmla="*/ 364310 w 2119654"/>
              <a:gd name="connsiteY127766" fmla="*/ 2029922 h 2398711"/>
              <a:gd name="connsiteX127767" fmla="*/ 391101 w 2119654"/>
              <a:gd name="connsiteY127767" fmla="*/ 2023041 h 2398711"/>
              <a:gd name="connsiteX127768" fmla="*/ 376000 w 2119654"/>
              <a:gd name="connsiteY127768" fmla="*/ 2019901 h 2398711"/>
              <a:gd name="connsiteX127769" fmla="*/ 348785 w 2119654"/>
              <a:gd name="connsiteY127769" fmla="*/ 2013857 h 2398711"/>
              <a:gd name="connsiteX127770" fmla="*/ 348644 w 2119654"/>
              <a:gd name="connsiteY127770" fmla="*/ 2013684 h 2398711"/>
              <a:gd name="connsiteX127771" fmla="*/ 363705 w 2119654"/>
              <a:gd name="connsiteY127771" fmla="*/ 2017028 h 2398711"/>
              <a:gd name="connsiteX127772" fmla="*/ 391779 w 2119654"/>
              <a:gd name="connsiteY127772" fmla="*/ 2022867 h 2398711"/>
              <a:gd name="connsiteX127773" fmla="*/ 447060 w 2119654"/>
              <a:gd name="connsiteY127773" fmla="*/ 2008670 h 2398711"/>
              <a:gd name="connsiteX127774" fmla="*/ 447122 w 2119654"/>
              <a:gd name="connsiteY127774" fmla="*/ 2008320 h 2398711"/>
              <a:gd name="connsiteX127775" fmla="*/ 447138 w 2119654"/>
              <a:gd name="connsiteY127775" fmla="*/ 2007707 h 2398711"/>
              <a:gd name="connsiteX127776" fmla="*/ 419884 w 2119654"/>
              <a:gd name="connsiteY127776" fmla="*/ 2009527 h 2398711"/>
              <a:gd name="connsiteX127777" fmla="*/ 419669 w 2119654"/>
              <a:gd name="connsiteY127777" fmla="*/ 2009380 h 2398711"/>
              <a:gd name="connsiteX127778" fmla="*/ 437660 w 2119654"/>
              <a:gd name="connsiteY127778" fmla="*/ 2008178 h 2398711"/>
              <a:gd name="connsiteX127779" fmla="*/ 447145 w 2119654"/>
              <a:gd name="connsiteY127779" fmla="*/ 2007417 h 2398711"/>
              <a:gd name="connsiteX127780" fmla="*/ 447362 w 2119654"/>
              <a:gd name="connsiteY127780" fmla="*/ 1999211 h 2398711"/>
              <a:gd name="connsiteX127781" fmla="*/ 424895 w 2119654"/>
              <a:gd name="connsiteY127781" fmla="*/ 2003809 h 2398711"/>
              <a:gd name="connsiteX127782" fmla="*/ 424552 w 2119654"/>
              <a:gd name="connsiteY127782" fmla="*/ 2003596 h 2398711"/>
              <a:gd name="connsiteX127783" fmla="*/ 447369 w 2119654"/>
              <a:gd name="connsiteY127783" fmla="*/ 1998925 h 2398711"/>
              <a:gd name="connsiteX127784" fmla="*/ 447465 w 2119654"/>
              <a:gd name="connsiteY127784" fmla="*/ 1995301 h 2398711"/>
              <a:gd name="connsiteX127785" fmla="*/ 404633 w 2119654"/>
              <a:gd name="connsiteY127785" fmla="*/ 1991097 h 2398711"/>
              <a:gd name="connsiteX127786" fmla="*/ 401832 w 2119654"/>
              <a:gd name="connsiteY127786" fmla="*/ 1990784 h 2398711"/>
              <a:gd name="connsiteX127787" fmla="*/ 303136 w 2119654"/>
              <a:gd name="connsiteY127787" fmla="*/ 2001470 h 2398711"/>
              <a:gd name="connsiteX127788" fmla="*/ 244018 w 2119654"/>
              <a:gd name="connsiteY127788" fmla="*/ 2007048 h 2398711"/>
              <a:gd name="connsiteX127789" fmla="*/ 243671 w 2119654"/>
              <a:gd name="connsiteY127789" fmla="*/ 2006777 h 2398711"/>
              <a:gd name="connsiteX127790" fmla="*/ 276388 w 2119654"/>
              <a:gd name="connsiteY127790" fmla="*/ 2003689 h 2398711"/>
              <a:gd name="connsiteX127791" fmla="*/ 388131 w 2119654"/>
              <a:gd name="connsiteY127791" fmla="*/ 1991591 h 2398711"/>
              <a:gd name="connsiteX127792" fmla="*/ 397082 w 2119654"/>
              <a:gd name="connsiteY127792" fmla="*/ 1990253 h 2398711"/>
              <a:gd name="connsiteX127793" fmla="*/ 323938 w 2119654"/>
              <a:gd name="connsiteY127793" fmla="*/ 1982077 h 2398711"/>
              <a:gd name="connsiteX127794" fmla="*/ 323473 w 2119654"/>
              <a:gd name="connsiteY127794" fmla="*/ 1981619 h 2398711"/>
              <a:gd name="connsiteX127795" fmla="*/ 368131 w 2119654"/>
              <a:gd name="connsiteY127795" fmla="*/ 1986611 h 2398711"/>
              <a:gd name="connsiteX127796" fmla="*/ 400312 w 2119654"/>
              <a:gd name="connsiteY127796" fmla="*/ 1989770 h 2398711"/>
              <a:gd name="connsiteX127797" fmla="*/ 430325 w 2119654"/>
              <a:gd name="connsiteY127797" fmla="*/ 1985284 h 2398711"/>
              <a:gd name="connsiteX127798" fmla="*/ 419846 w 2119654"/>
              <a:gd name="connsiteY127798" fmla="*/ 1981311 h 2398711"/>
              <a:gd name="connsiteX127799" fmla="*/ 387609 w 2119654"/>
              <a:gd name="connsiteY127799" fmla="*/ 1968590 h 2398711"/>
              <a:gd name="connsiteX127800" fmla="*/ 381879 w 2119654"/>
              <a:gd name="connsiteY127800" fmla="*/ 1969161 h 2398711"/>
              <a:gd name="connsiteX127801" fmla="*/ 292696 w 2119654"/>
              <a:gd name="connsiteY127801" fmla="*/ 1974474 h 2398711"/>
              <a:gd name="connsiteX127802" fmla="*/ 245425 w 2119654"/>
              <a:gd name="connsiteY127802" fmla="*/ 1976651 h 2398711"/>
              <a:gd name="connsiteX127803" fmla="*/ 245116 w 2119654"/>
              <a:gd name="connsiteY127803" fmla="*/ 1976430 h 2398711"/>
              <a:gd name="connsiteX127804" fmla="*/ 271277 w 2119654"/>
              <a:gd name="connsiteY127804" fmla="*/ 1975225 h 2398711"/>
              <a:gd name="connsiteX127805" fmla="*/ 360460 w 2119654"/>
              <a:gd name="connsiteY127805" fmla="*/ 1969913 h 2398711"/>
              <a:gd name="connsiteX127806" fmla="*/ 384808 w 2119654"/>
              <a:gd name="connsiteY127806" fmla="*/ 1967485 h 2398711"/>
              <a:gd name="connsiteX127807" fmla="*/ 384644 w 2119654"/>
              <a:gd name="connsiteY127807" fmla="*/ 1967419 h 2398711"/>
              <a:gd name="connsiteX127808" fmla="*/ 352169 w 2119654"/>
              <a:gd name="connsiteY127808" fmla="*/ 1966796 h 2398711"/>
              <a:gd name="connsiteX127809" fmla="*/ 272101 w 2119654"/>
              <a:gd name="connsiteY127809" fmla="*/ 1964157 h 2398711"/>
              <a:gd name="connsiteX127810" fmla="*/ 271684 w 2119654"/>
              <a:gd name="connsiteY127810" fmla="*/ 1963734 h 2398711"/>
              <a:gd name="connsiteX127811" fmla="*/ 315995 w 2119654"/>
              <a:gd name="connsiteY127811" fmla="*/ 1965194 h 2398711"/>
              <a:gd name="connsiteX127812" fmla="*/ 382224 w 2119654"/>
              <a:gd name="connsiteY127812" fmla="*/ 1966465 h 2398711"/>
              <a:gd name="connsiteX127813" fmla="*/ 375350 w 2119654"/>
              <a:gd name="connsiteY127813" fmla="*/ 1963752 h 2398711"/>
              <a:gd name="connsiteX127814" fmla="*/ 375320 w 2119654"/>
              <a:gd name="connsiteY127814" fmla="*/ 1963700 h 2398711"/>
              <a:gd name="connsiteX127815" fmla="*/ 368835 w 2119654"/>
              <a:gd name="connsiteY127815" fmla="*/ 1962556 h 2398711"/>
              <a:gd name="connsiteX127816" fmla="*/ 331889 w 2119654"/>
              <a:gd name="connsiteY127816" fmla="*/ 1955519 h 2398711"/>
              <a:gd name="connsiteX127817" fmla="*/ 331691 w 2119654"/>
              <a:gd name="connsiteY127817" fmla="*/ 1955292 h 2398711"/>
              <a:gd name="connsiteX127818" fmla="*/ 352137 w 2119654"/>
              <a:gd name="connsiteY127818" fmla="*/ 1959186 h 2398711"/>
              <a:gd name="connsiteX127819" fmla="*/ 393970 w 2119654"/>
              <a:gd name="connsiteY127819" fmla="*/ 1966570 h 2398711"/>
              <a:gd name="connsiteX127820" fmla="*/ 409842 w 2119654"/>
              <a:gd name="connsiteY127820" fmla="*/ 1964988 h 2398711"/>
              <a:gd name="connsiteX127821" fmla="*/ 382023 w 2119654"/>
              <a:gd name="connsiteY127821" fmla="*/ 1953861 h 2398711"/>
              <a:gd name="connsiteX127822" fmla="*/ 363194 w 2119654"/>
              <a:gd name="connsiteY127822" fmla="*/ 1945444 h 2398711"/>
              <a:gd name="connsiteX127823" fmla="*/ 353346 w 2119654"/>
              <a:gd name="connsiteY127823" fmla="*/ 1946675 h 2398711"/>
              <a:gd name="connsiteX127824" fmla="*/ 352990 w 2119654"/>
              <a:gd name="connsiteY127824" fmla="*/ 1946413 h 2398711"/>
              <a:gd name="connsiteX127825" fmla="*/ 362658 w 2119654"/>
              <a:gd name="connsiteY127825" fmla="*/ 1945204 h 2398711"/>
              <a:gd name="connsiteX127826" fmla="*/ 313655 w 2119654"/>
              <a:gd name="connsiteY127826" fmla="*/ 1923298 h 2398711"/>
              <a:gd name="connsiteX127827" fmla="*/ 304914 w 2119654"/>
              <a:gd name="connsiteY127827" fmla="*/ 1921424 h 2398711"/>
              <a:gd name="connsiteX127828" fmla="*/ 288974 w 2119654"/>
              <a:gd name="connsiteY127828" fmla="*/ 1923633 h 2398711"/>
              <a:gd name="connsiteX127829" fmla="*/ 288410 w 2119654"/>
              <a:gd name="connsiteY127829" fmla="*/ 1923304 h 2398711"/>
              <a:gd name="connsiteX127830" fmla="*/ 303760 w 2119654"/>
              <a:gd name="connsiteY127830" fmla="*/ 1921177 h 2398711"/>
              <a:gd name="connsiteX127831" fmla="*/ 191176 w 2119654"/>
              <a:gd name="connsiteY127831" fmla="*/ 1897054 h 2398711"/>
              <a:gd name="connsiteX127832" fmla="*/ 113081 w 2119654"/>
              <a:gd name="connsiteY127832" fmla="*/ 1879191 h 2398711"/>
              <a:gd name="connsiteX127833" fmla="*/ 112752 w 2119654"/>
              <a:gd name="connsiteY127833" fmla="*/ 1878696 h 2398711"/>
              <a:gd name="connsiteX127834" fmla="*/ 155971 w 2119654"/>
              <a:gd name="connsiteY127834" fmla="*/ 1888581 h 2398711"/>
              <a:gd name="connsiteX127835" fmla="*/ 307285 w 2119654"/>
              <a:gd name="connsiteY127835" fmla="*/ 1920689 h 2398711"/>
              <a:gd name="connsiteX127836" fmla="*/ 307693 w 2119654"/>
              <a:gd name="connsiteY127836" fmla="*/ 1920632 h 2398711"/>
              <a:gd name="connsiteX127837" fmla="*/ 278285 w 2119654"/>
              <a:gd name="connsiteY127837" fmla="*/ 1907485 h 2398711"/>
              <a:gd name="connsiteX127838" fmla="*/ 223675 w 2119654"/>
              <a:gd name="connsiteY127838" fmla="*/ 1882185 h 2398711"/>
              <a:gd name="connsiteX127839" fmla="*/ 223456 w 2119654"/>
              <a:gd name="connsiteY127839" fmla="*/ 1881753 h 2398711"/>
              <a:gd name="connsiteX127840" fmla="*/ 253678 w 2119654"/>
              <a:gd name="connsiteY127840" fmla="*/ 1895756 h 2398711"/>
              <a:gd name="connsiteX127841" fmla="*/ 308938 w 2119654"/>
              <a:gd name="connsiteY127841" fmla="*/ 1920460 h 2398711"/>
              <a:gd name="connsiteX127842" fmla="*/ 332921 w 2119654"/>
              <a:gd name="connsiteY127842" fmla="*/ 1917136 h 2398711"/>
              <a:gd name="connsiteX127843" fmla="*/ 336708 w 2119654"/>
              <a:gd name="connsiteY127843" fmla="*/ 1916560 h 2398711"/>
              <a:gd name="connsiteX127844" fmla="*/ 334283 w 2119654"/>
              <a:gd name="connsiteY127844" fmla="*/ 1916270 h 2398711"/>
              <a:gd name="connsiteX127845" fmla="*/ 333968 w 2119654"/>
              <a:gd name="connsiteY127845" fmla="*/ 1915890 h 2398711"/>
              <a:gd name="connsiteX127846" fmla="*/ 337966 w 2119654"/>
              <a:gd name="connsiteY127846" fmla="*/ 1916368 h 2398711"/>
              <a:gd name="connsiteX127847" fmla="*/ 345280 w 2119654"/>
              <a:gd name="connsiteY127847" fmla="*/ 1915254 h 2398711"/>
              <a:gd name="connsiteX127848" fmla="*/ 338638 w 2119654"/>
              <a:gd name="connsiteY127848" fmla="*/ 1911297 h 2398711"/>
              <a:gd name="connsiteX127849" fmla="*/ 338453 w 2119654"/>
              <a:gd name="connsiteY127849" fmla="*/ 1910813 h 2398711"/>
              <a:gd name="connsiteX127850" fmla="*/ 345778 w 2119654"/>
              <a:gd name="connsiteY127850" fmla="*/ 1915178 h 2398711"/>
              <a:gd name="connsiteX127851" fmla="*/ 380227 w 2119654"/>
              <a:gd name="connsiteY127851" fmla="*/ 1909932 h 2398711"/>
              <a:gd name="connsiteX127852" fmla="*/ 379881 w 2119654"/>
              <a:gd name="connsiteY127852" fmla="*/ 1909896 h 2398711"/>
              <a:gd name="connsiteX127853" fmla="*/ 345088 w 2119654"/>
              <a:gd name="connsiteY127853" fmla="*/ 1914115 h 2398711"/>
              <a:gd name="connsiteX127854" fmla="*/ 344731 w 2119654"/>
              <a:gd name="connsiteY127854" fmla="*/ 1913851 h 2398711"/>
              <a:gd name="connsiteX127855" fmla="*/ 377667 w 2119654"/>
              <a:gd name="connsiteY127855" fmla="*/ 1909855 h 2398711"/>
              <a:gd name="connsiteX127856" fmla="*/ 378456 w 2119654"/>
              <a:gd name="connsiteY127856" fmla="*/ 1909748 h 2398711"/>
              <a:gd name="connsiteX127857" fmla="*/ 365670 w 2119654"/>
              <a:gd name="connsiteY127857" fmla="*/ 1908423 h 2398711"/>
              <a:gd name="connsiteX127858" fmla="*/ 350715 w 2119654"/>
              <a:gd name="connsiteY127858" fmla="*/ 1906664 h 2398711"/>
              <a:gd name="connsiteX127859" fmla="*/ 349580 w 2119654"/>
              <a:gd name="connsiteY127859" fmla="*/ 1912160 h 2398711"/>
              <a:gd name="connsiteX127860" fmla="*/ 349345 w 2119654"/>
              <a:gd name="connsiteY127860" fmla="*/ 1911782 h 2398711"/>
              <a:gd name="connsiteX127861" fmla="*/ 350410 w 2119654"/>
              <a:gd name="connsiteY127861" fmla="*/ 1906628 h 2398711"/>
              <a:gd name="connsiteX127862" fmla="*/ 292465 w 2119654"/>
              <a:gd name="connsiteY127862" fmla="*/ 1899813 h 2398711"/>
              <a:gd name="connsiteX127863" fmla="*/ 292115 w 2119654"/>
              <a:gd name="connsiteY127863" fmla="*/ 1899394 h 2398711"/>
              <a:gd name="connsiteX127864" fmla="*/ 332629 w 2119654"/>
              <a:gd name="connsiteY127864" fmla="*/ 1904157 h 2398711"/>
              <a:gd name="connsiteX127865" fmla="*/ 350544 w 2119654"/>
              <a:gd name="connsiteY127865" fmla="*/ 1905978 h 2398711"/>
              <a:gd name="connsiteX127866" fmla="*/ 352750 w 2119654"/>
              <a:gd name="connsiteY127866" fmla="*/ 1895304 h 2398711"/>
              <a:gd name="connsiteX127867" fmla="*/ 332508 w 2119654"/>
              <a:gd name="connsiteY127867" fmla="*/ 1894771 h 2398711"/>
              <a:gd name="connsiteX127868" fmla="*/ 332175 w 2119654"/>
              <a:gd name="connsiteY127868" fmla="*/ 1894437 h 2398711"/>
              <a:gd name="connsiteX127869" fmla="*/ 352816 w 2119654"/>
              <a:gd name="connsiteY127869" fmla="*/ 1894982 h 2398711"/>
              <a:gd name="connsiteX127870" fmla="*/ 353097 w 2119654"/>
              <a:gd name="connsiteY127870" fmla="*/ 1893627 h 2398711"/>
              <a:gd name="connsiteX127871" fmla="*/ 350475 w 2119654"/>
              <a:gd name="connsiteY127871" fmla="*/ 1893578 h 2398711"/>
              <a:gd name="connsiteX127872" fmla="*/ 324083 w 2119654"/>
              <a:gd name="connsiteY127872" fmla="*/ 1892491 h 2398711"/>
              <a:gd name="connsiteX127873" fmla="*/ 323921 w 2119654"/>
              <a:gd name="connsiteY127873" fmla="*/ 1892353 h 2398711"/>
              <a:gd name="connsiteX127874" fmla="*/ 338527 w 2119654"/>
              <a:gd name="connsiteY127874" fmla="*/ 1892955 h 2398711"/>
              <a:gd name="connsiteX127875" fmla="*/ 353152 w 2119654"/>
              <a:gd name="connsiteY127875" fmla="*/ 1893359 h 2398711"/>
              <a:gd name="connsiteX127876" fmla="*/ 358939 w 2119654"/>
              <a:gd name="connsiteY127876" fmla="*/ 1865349 h 2398711"/>
              <a:gd name="connsiteX127877" fmla="*/ 342696 w 2119654"/>
              <a:gd name="connsiteY127877" fmla="*/ 1860529 h 2398711"/>
              <a:gd name="connsiteX127878" fmla="*/ 325558 w 2119654"/>
              <a:gd name="connsiteY127878" fmla="*/ 1864686 h 2398711"/>
              <a:gd name="connsiteX127879" fmla="*/ 325299 w 2119654"/>
              <a:gd name="connsiteY127879" fmla="*/ 1864567 h 2398711"/>
              <a:gd name="connsiteX127880" fmla="*/ 342362 w 2119654"/>
              <a:gd name="connsiteY127880" fmla="*/ 1860430 h 2398711"/>
              <a:gd name="connsiteX127881" fmla="*/ 332535 w 2119654"/>
              <a:gd name="connsiteY127881" fmla="*/ 1857514 h 2398711"/>
              <a:gd name="connsiteX127882" fmla="*/ 332236 w 2119654"/>
              <a:gd name="connsiteY127882" fmla="*/ 1857090 h 2398711"/>
              <a:gd name="connsiteX127883" fmla="*/ 342983 w 2119654"/>
              <a:gd name="connsiteY127883" fmla="*/ 1860279 h 2398711"/>
              <a:gd name="connsiteX127884" fmla="*/ 344284 w 2119654"/>
              <a:gd name="connsiteY127884" fmla="*/ 1859963 h 2398711"/>
              <a:gd name="connsiteX127885" fmla="*/ 345503 w 2119654"/>
              <a:gd name="connsiteY127885" fmla="*/ 1859650 h 2398711"/>
              <a:gd name="connsiteX127886" fmla="*/ 340648 w 2119654"/>
              <a:gd name="connsiteY127886" fmla="*/ 1858028 h 2398711"/>
              <a:gd name="connsiteX127887" fmla="*/ 337890 w 2119654"/>
              <a:gd name="connsiteY127887" fmla="*/ 1856982 h 2398711"/>
              <a:gd name="connsiteX127888" fmla="*/ 314995 w 2119654"/>
              <a:gd name="connsiteY127888" fmla="*/ 1856207 h 2398711"/>
              <a:gd name="connsiteX127889" fmla="*/ 314796 w 2119654"/>
              <a:gd name="connsiteY127889" fmla="*/ 1856040 h 2398711"/>
              <a:gd name="connsiteX127890" fmla="*/ 332647 w 2119654"/>
              <a:gd name="connsiteY127890" fmla="*/ 1856644 h 2398711"/>
              <a:gd name="connsiteX127891" fmla="*/ 337244 w 2119654"/>
              <a:gd name="connsiteY127891" fmla="*/ 1856738 h 2398711"/>
              <a:gd name="connsiteX127892" fmla="*/ 291550 w 2119654"/>
              <a:gd name="connsiteY127892" fmla="*/ 1839412 h 2398711"/>
              <a:gd name="connsiteX127893" fmla="*/ 254559 w 2119654"/>
              <a:gd name="connsiteY127893" fmla="*/ 1842902 h 2398711"/>
              <a:gd name="connsiteX127894" fmla="*/ 254300 w 2119654"/>
              <a:gd name="connsiteY127894" fmla="*/ 1842699 h 2398711"/>
              <a:gd name="connsiteX127895" fmla="*/ 278703 w 2119654"/>
              <a:gd name="connsiteY127895" fmla="*/ 1840396 h 2398711"/>
              <a:gd name="connsiteX127896" fmla="*/ 290737 w 2119654"/>
              <a:gd name="connsiteY127896" fmla="*/ 1839094 h 2398711"/>
              <a:gd name="connsiteX127897" fmla="*/ 265502 w 2119654"/>
              <a:gd name="connsiteY127897" fmla="*/ 1829135 h 2398711"/>
              <a:gd name="connsiteX127898" fmla="*/ 265389 w 2119654"/>
              <a:gd name="connsiteY127898" fmla="*/ 1828941 h 2398711"/>
              <a:gd name="connsiteX127899" fmla="*/ 279740 w 2119654"/>
              <a:gd name="connsiteY127899" fmla="*/ 1834605 h 2398711"/>
              <a:gd name="connsiteX127900" fmla="*/ 291631 w 2119654"/>
              <a:gd name="connsiteY127900" fmla="*/ 1838997 h 2398711"/>
              <a:gd name="connsiteX127901" fmla="*/ 310599 w 2119654"/>
              <a:gd name="connsiteY127901" fmla="*/ 1836943 h 2398711"/>
              <a:gd name="connsiteX127902" fmla="*/ 304686 w 2119654"/>
              <a:gd name="connsiteY127902" fmla="*/ 1835367 h 2398711"/>
              <a:gd name="connsiteX127903" fmla="*/ 277997 w 2119654"/>
              <a:gd name="connsiteY127903" fmla="*/ 1827618 h 2398711"/>
              <a:gd name="connsiteX127904" fmla="*/ 220160 w 2119654"/>
              <a:gd name="connsiteY127904" fmla="*/ 1824264 h 2398711"/>
              <a:gd name="connsiteX127905" fmla="*/ 131246 w 2119654"/>
              <a:gd name="connsiteY127905" fmla="*/ 1815535 h 2398711"/>
              <a:gd name="connsiteX127906" fmla="*/ 84219 w 2119654"/>
              <a:gd name="connsiteY127906" fmla="*/ 1810278 h 2398711"/>
              <a:gd name="connsiteX127907" fmla="*/ 83948 w 2119654"/>
              <a:gd name="connsiteY127907" fmla="*/ 1810011 h 2398711"/>
              <a:gd name="connsiteX127908" fmla="*/ 109974 w 2119654"/>
              <a:gd name="connsiteY127908" fmla="*/ 1812920 h 2398711"/>
              <a:gd name="connsiteX127909" fmla="*/ 304914 w 2119654"/>
              <a:gd name="connsiteY127909" fmla="*/ 1826975 h 2398711"/>
              <a:gd name="connsiteX127910" fmla="*/ 331864 w 2119654"/>
              <a:gd name="connsiteY127910" fmla="*/ 1826254 h 2398711"/>
              <a:gd name="connsiteX127911" fmla="*/ 314170 w 2119654"/>
              <a:gd name="connsiteY127911" fmla="*/ 1824276 h 2398711"/>
              <a:gd name="connsiteX127912" fmla="*/ 313823 w 2119654"/>
              <a:gd name="connsiteY127912" fmla="*/ 1823935 h 2398711"/>
              <a:gd name="connsiteX127913" fmla="*/ 334050 w 2119654"/>
              <a:gd name="connsiteY127913" fmla="*/ 1826196 h 2398711"/>
              <a:gd name="connsiteX127914" fmla="*/ 334325 w 2119654"/>
              <a:gd name="connsiteY127914" fmla="*/ 1826188 h 2398711"/>
              <a:gd name="connsiteX127915" fmla="*/ 322073 w 2119654"/>
              <a:gd name="connsiteY127915" fmla="*/ 1816747 h 2398711"/>
              <a:gd name="connsiteX127916" fmla="*/ 290868 w 2119654"/>
              <a:gd name="connsiteY127916" fmla="*/ 1818605 h 2398711"/>
              <a:gd name="connsiteX127917" fmla="*/ 255608 w 2119654"/>
              <a:gd name="connsiteY127917" fmla="*/ 1820229 h 2398711"/>
              <a:gd name="connsiteX127918" fmla="*/ 255378 w 2119654"/>
              <a:gd name="connsiteY127918" fmla="*/ 1820064 h 2398711"/>
              <a:gd name="connsiteX127919" fmla="*/ 274891 w 2119654"/>
              <a:gd name="connsiteY127919" fmla="*/ 1819165 h 2398711"/>
              <a:gd name="connsiteX127920" fmla="*/ 321602 w 2119654"/>
              <a:gd name="connsiteY127920" fmla="*/ 1816383 h 2398711"/>
              <a:gd name="connsiteX127921" fmla="*/ 319218 w 2119654"/>
              <a:gd name="connsiteY127921" fmla="*/ 1814546 h 2398711"/>
              <a:gd name="connsiteX127922" fmla="*/ 222357 w 2119654"/>
              <a:gd name="connsiteY127922" fmla="*/ 1809749 h 2398711"/>
              <a:gd name="connsiteX127923" fmla="*/ 163095 w 2119654"/>
              <a:gd name="connsiteY127923" fmla="*/ 1805993 h 2398711"/>
              <a:gd name="connsiteX127924" fmla="*/ 162796 w 2119654"/>
              <a:gd name="connsiteY127924" fmla="*/ 1805671 h 2398711"/>
              <a:gd name="connsiteX127925" fmla="*/ 195593 w 2119654"/>
              <a:gd name="connsiteY127925" fmla="*/ 1807749 h 2398711"/>
              <a:gd name="connsiteX127926" fmla="*/ 307850 w 2119654"/>
              <a:gd name="connsiteY127926" fmla="*/ 1813310 h 2398711"/>
              <a:gd name="connsiteX127927" fmla="*/ 317728 w 2119654"/>
              <a:gd name="connsiteY127927" fmla="*/ 1813399 h 2398711"/>
              <a:gd name="connsiteX127928" fmla="*/ 316241 w 2119654"/>
              <a:gd name="connsiteY127928" fmla="*/ 1812253 h 2398711"/>
              <a:gd name="connsiteX127929" fmla="*/ 275506 w 2119654"/>
              <a:gd name="connsiteY127929" fmla="*/ 1810910 h 2398711"/>
              <a:gd name="connsiteX127930" fmla="*/ 275194 w 2119654"/>
              <a:gd name="connsiteY127930" fmla="*/ 1810595 h 2398711"/>
              <a:gd name="connsiteX127931" fmla="*/ 308245 w 2119654"/>
              <a:gd name="connsiteY127931" fmla="*/ 1811684 h 2398711"/>
              <a:gd name="connsiteX127932" fmla="*/ 315687 w 2119654"/>
              <a:gd name="connsiteY127932" fmla="*/ 1811826 h 2398711"/>
              <a:gd name="connsiteX127933" fmla="*/ 295965 w 2119654"/>
              <a:gd name="connsiteY127933" fmla="*/ 1796628 h 2398711"/>
              <a:gd name="connsiteX127934" fmla="*/ 288583 w 2119654"/>
              <a:gd name="connsiteY127934" fmla="*/ 1795974 h 2398711"/>
              <a:gd name="connsiteX127935" fmla="*/ 288429 w 2119654"/>
              <a:gd name="connsiteY127935" fmla="*/ 1795830 h 2398711"/>
              <a:gd name="connsiteX127936" fmla="*/ 295772 w 2119654"/>
              <a:gd name="connsiteY127936" fmla="*/ 1796480 h 2398711"/>
              <a:gd name="connsiteX127937" fmla="*/ 291830 w 2119654"/>
              <a:gd name="connsiteY127937" fmla="*/ 1793442 h 2398711"/>
              <a:gd name="connsiteX127938" fmla="*/ 283364 w 2119654"/>
              <a:gd name="connsiteY127938" fmla="*/ 1793413 h 2398711"/>
              <a:gd name="connsiteX127939" fmla="*/ 283090 w 2119654"/>
              <a:gd name="connsiteY127939" fmla="*/ 1793195 h 2398711"/>
              <a:gd name="connsiteX127940" fmla="*/ 291547 w 2119654"/>
              <a:gd name="connsiteY127940" fmla="*/ 1793225 h 2398711"/>
              <a:gd name="connsiteX127941" fmla="*/ 275211 w 2119654"/>
              <a:gd name="connsiteY127941" fmla="*/ 1780636 h 2398711"/>
              <a:gd name="connsiteX127942" fmla="*/ 255382 w 2119654"/>
              <a:gd name="connsiteY127942" fmla="*/ 1777654 h 2398711"/>
              <a:gd name="connsiteX127943" fmla="*/ 255157 w 2119654"/>
              <a:gd name="connsiteY127943" fmla="*/ 1777365 h 2398711"/>
              <a:gd name="connsiteX127944" fmla="*/ 274801 w 2119654"/>
              <a:gd name="connsiteY127944" fmla="*/ 1780319 h 2398711"/>
              <a:gd name="connsiteX127945" fmla="*/ 272631 w 2119654"/>
              <a:gd name="connsiteY127945" fmla="*/ 1778647 h 2398711"/>
              <a:gd name="connsiteX127946" fmla="*/ 246710 w 2119654"/>
              <a:gd name="connsiteY127946" fmla="*/ 1770421 h 2398711"/>
              <a:gd name="connsiteX127947" fmla="*/ 231640 w 2119654"/>
              <a:gd name="connsiteY127947" fmla="*/ 1764394 h 2398711"/>
              <a:gd name="connsiteX127948" fmla="*/ 215146 w 2119654"/>
              <a:gd name="connsiteY127948" fmla="*/ 1760859 h 2398711"/>
              <a:gd name="connsiteX127949" fmla="*/ 156895 w 2119654"/>
              <a:gd name="connsiteY127949" fmla="*/ 1747535 h 2398711"/>
              <a:gd name="connsiteX127950" fmla="*/ 156650 w 2119654"/>
              <a:gd name="connsiteY127950" fmla="*/ 1747166 h 2398711"/>
              <a:gd name="connsiteX127951" fmla="*/ 188887 w 2119654"/>
              <a:gd name="connsiteY127951" fmla="*/ 1754540 h 2398711"/>
              <a:gd name="connsiteX127952" fmla="*/ 227476 w 2119654"/>
              <a:gd name="connsiteY127952" fmla="*/ 1762728 h 2398711"/>
              <a:gd name="connsiteX127953" fmla="*/ 187796 w 2119654"/>
              <a:gd name="connsiteY127953" fmla="*/ 1746857 h 2398711"/>
              <a:gd name="connsiteX127954" fmla="*/ 127339 w 2119654"/>
              <a:gd name="connsiteY127954" fmla="*/ 1719830 h 2398711"/>
              <a:gd name="connsiteX127955" fmla="*/ 95513 w 2119654"/>
              <a:gd name="connsiteY127955" fmla="*/ 1705086 h 2398711"/>
              <a:gd name="connsiteX127956" fmla="*/ 95386 w 2119654"/>
              <a:gd name="connsiteY127956" fmla="*/ 1704834 h 2398711"/>
              <a:gd name="connsiteX127957" fmla="*/ 112999 w 2119654"/>
              <a:gd name="connsiteY127957" fmla="*/ 1712994 h 2398711"/>
              <a:gd name="connsiteX127958" fmla="*/ 232370 w 2119654"/>
              <a:gd name="connsiteY127958" fmla="*/ 1763585 h 2398711"/>
              <a:gd name="connsiteX127959" fmla="*/ 234092 w 2119654"/>
              <a:gd name="connsiteY127959" fmla="*/ 1764132 h 2398711"/>
              <a:gd name="connsiteX127960" fmla="*/ 260158 w 2119654"/>
              <a:gd name="connsiteY127960" fmla="*/ 1769662 h 2398711"/>
              <a:gd name="connsiteX127961" fmla="*/ 257956 w 2119654"/>
              <a:gd name="connsiteY127961" fmla="*/ 1768870 h 2398711"/>
              <a:gd name="connsiteX127962" fmla="*/ 257796 w 2119654"/>
              <a:gd name="connsiteY127962" fmla="*/ 1768613 h 2398711"/>
              <a:gd name="connsiteX127963" fmla="*/ 261504 w 2119654"/>
              <a:gd name="connsiteY127963" fmla="*/ 1769948 h 2398711"/>
              <a:gd name="connsiteX127964" fmla="*/ 262006 w 2119654"/>
              <a:gd name="connsiteY127964" fmla="*/ 1770054 h 2398711"/>
              <a:gd name="connsiteX127965" fmla="*/ 241662 w 2119654"/>
              <a:gd name="connsiteY127965" fmla="*/ 1751859 h 2398711"/>
              <a:gd name="connsiteX127966" fmla="*/ 204749 w 2119654"/>
              <a:gd name="connsiteY127966" fmla="*/ 1746379 h 2398711"/>
              <a:gd name="connsiteX127967" fmla="*/ 204499 w 2119654"/>
              <a:gd name="connsiteY127967" fmla="*/ 1746060 h 2398711"/>
              <a:gd name="connsiteX127968" fmla="*/ 234408 w 2119654"/>
              <a:gd name="connsiteY127968" fmla="*/ 1750499 h 2398711"/>
              <a:gd name="connsiteX127969" fmla="*/ 241156 w 2119654"/>
              <a:gd name="connsiteY127969" fmla="*/ 1751407 h 2398711"/>
              <a:gd name="connsiteX127970" fmla="*/ 204372 w 2119654"/>
              <a:gd name="connsiteY127970" fmla="*/ 1718507 h 2398711"/>
              <a:gd name="connsiteX127971" fmla="*/ 150928 w 2119654"/>
              <a:gd name="connsiteY127971" fmla="*/ 1697874 h 2398711"/>
              <a:gd name="connsiteX127972" fmla="*/ 135368 w 2119654"/>
              <a:gd name="connsiteY127972" fmla="*/ 1696134 h 2398711"/>
              <a:gd name="connsiteX127973" fmla="*/ 135166 w 2119654"/>
              <a:gd name="connsiteY127973" fmla="*/ 1695935 h 2398711"/>
              <a:gd name="connsiteX127974" fmla="*/ 150284 w 2119654"/>
              <a:gd name="connsiteY127974" fmla="*/ 1697625 h 2398711"/>
              <a:gd name="connsiteX127975" fmla="*/ 128144 w 2119654"/>
              <a:gd name="connsiteY127975" fmla="*/ 1689078 h 2398711"/>
              <a:gd name="connsiteX127976" fmla="*/ 53813 w 2119654"/>
              <a:gd name="connsiteY127976" fmla="*/ 1659199 h 2398711"/>
              <a:gd name="connsiteX127977" fmla="*/ 53566 w 2119654"/>
              <a:gd name="connsiteY127977" fmla="*/ 1658658 h 2398711"/>
              <a:gd name="connsiteX127978" fmla="*/ 94702 w 2119654"/>
              <a:gd name="connsiteY127978" fmla="*/ 1675194 h 2398711"/>
              <a:gd name="connsiteX127979" fmla="*/ 153833 w 2119654"/>
              <a:gd name="connsiteY127979" fmla="*/ 1698022 h 2398711"/>
              <a:gd name="connsiteX127980" fmla="*/ 154577 w 2119654"/>
              <a:gd name="connsiteY127980" fmla="*/ 1698105 h 2398711"/>
              <a:gd name="connsiteX127981" fmla="*/ 184815 w 2119654"/>
              <a:gd name="connsiteY127981" fmla="*/ 1701014 h 2398711"/>
              <a:gd name="connsiteX127982" fmla="*/ 184116 w 2119654"/>
              <a:gd name="connsiteY127982" fmla="*/ 1700388 h 2398711"/>
              <a:gd name="connsiteX127983" fmla="*/ 102511 w 2119654"/>
              <a:gd name="connsiteY127983" fmla="*/ 1621314 h 2398711"/>
              <a:gd name="connsiteX127984" fmla="*/ 59855 w 2119654"/>
              <a:gd name="connsiteY127984" fmla="*/ 1578854 h 2398711"/>
              <a:gd name="connsiteX127985" fmla="*/ 59797 w 2119654"/>
              <a:gd name="connsiteY127985" fmla="*/ 1578374 h 2398711"/>
              <a:gd name="connsiteX127986" fmla="*/ 83404 w 2119654"/>
              <a:gd name="connsiteY127986" fmla="*/ 1601873 h 2398711"/>
              <a:gd name="connsiteX127987" fmla="*/ 164387 w 2119654"/>
              <a:gd name="connsiteY127987" fmla="*/ 1680345 h 2398711"/>
              <a:gd name="connsiteX127988" fmla="*/ 190076 w 2119654"/>
              <a:gd name="connsiteY127988" fmla="*/ 1697590 h 2398711"/>
              <a:gd name="connsiteX127989" fmla="*/ 197149 w 2119654"/>
              <a:gd name="connsiteY127989" fmla="*/ 1702201 h 2398711"/>
              <a:gd name="connsiteX127990" fmla="*/ 229039 w 2119654"/>
              <a:gd name="connsiteY127990" fmla="*/ 1705269 h 2398711"/>
              <a:gd name="connsiteX127991" fmla="*/ 252291 w 2119654"/>
              <a:gd name="connsiteY127991" fmla="*/ 1706357 h 2398711"/>
              <a:gd name="connsiteX127992" fmla="*/ 245808 w 2119654"/>
              <a:gd name="connsiteY127992" fmla="*/ 1700493 h 2398711"/>
              <a:gd name="connsiteX127993" fmla="*/ 244020 w 2119654"/>
              <a:gd name="connsiteY127993" fmla="*/ 1704506 h 2398711"/>
              <a:gd name="connsiteX127994" fmla="*/ 243902 w 2119654"/>
              <a:gd name="connsiteY127994" fmla="*/ 1704174 h 2398711"/>
              <a:gd name="connsiteX127995" fmla="*/ 245618 w 2119654"/>
              <a:gd name="connsiteY127995" fmla="*/ 1700321 h 2398711"/>
              <a:gd name="connsiteX127996" fmla="*/ 240677 w 2119654"/>
              <a:gd name="connsiteY127996" fmla="*/ 1695852 h 2398711"/>
              <a:gd name="connsiteX127997" fmla="*/ 238403 w 2119654"/>
              <a:gd name="connsiteY127997" fmla="*/ 1695740 h 2398711"/>
              <a:gd name="connsiteX127998" fmla="*/ 194200 w 2119654"/>
              <a:gd name="connsiteY127998" fmla="*/ 1692938 h 2398711"/>
              <a:gd name="connsiteX127999" fmla="*/ 193976 w 2119654"/>
              <a:gd name="connsiteY127999" fmla="*/ 1692698 h 2398711"/>
              <a:gd name="connsiteX128000" fmla="*/ 218440 w 2119654"/>
              <a:gd name="connsiteY128000" fmla="*/ 1694248 h 2398711"/>
              <a:gd name="connsiteX128001" fmla="*/ 240089 w 2119654"/>
              <a:gd name="connsiteY128001" fmla="*/ 1695320 h 2398711"/>
              <a:gd name="connsiteX128002" fmla="*/ 221927 w 2119654"/>
              <a:gd name="connsiteY128002" fmla="*/ 1678892 h 2398711"/>
              <a:gd name="connsiteX128003" fmla="*/ 216657 w 2119654"/>
              <a:gd name="connsiteY128003" fmla="*/ 1676898 h 2398711"/>
              <a:gd name="connsiteX128004" fmla="*/ 157428 w 2119654"/>
              <a:gd name="connsiteY128004" fmla="*/ 1653541 h 2398711"/>
              <a:gd name="connsiteX128005" fmla="*/ 157228 w 2119654"/>
              <a:gd name="connsiteY128005" fmla="*/ 1653113 h 2398711"/>
              <a:gd name="connsiteX128006" fmla="*/ 190007 w 2119654"/>
              <a:gd name="connsiteY128006" fmla="*/ 1666040 h 2398711"/>
              <a:gd name="connsiteX128007" fmla="*/ 220329 w 2119654"/>
              <a:gd name="connsiteY128007" fmla="*/ 1677447 h 2398711"/>
              <a:gd name="connsiteX128008" fmla="*/ 204461 w 2119654"/>
              <a:gd name="connsiteY128008" fmla="*/ 1663095 h 2398711"/>
              <a:gd name="connsiteX128009" fmla="*/ 175443 w 2119654"/>
              <a:gd name="connsiteY128009" fmla="*/ 1648420 h 2398711"/>
              <a:gd name="connsiteX128010" fmla="*/ 175277 w 2119654"/>
              <a:gd name="connsiteY128010" fmla="*/ 1647957 h 2398711"/>
              <a:gd name="connsiteX128011" fmla="*/ 203507 w 2119654"/>
              <a:gd name="connsiteY128011" fmla="*/ 1662232 h 2398711"/>
              <a:gd name="connsiteX128012" fmla="*/ 169870 w 2119654"/>
              <a:gd name="connsiteY128012" fmla="*/ 1631808 h 2398711"/>
              <a:gd name="connsiteX128013" fmla="*/ 166877 w 2119654"/>
              <a:gd name="connsiteY128013" fmla="*/ 1629003 h 2398711"/>
              <a:gd name="connsiteX128014" fmla="*/ 151005 w 2119654"/>
              <a:gd name="connsiteY128014" fmla="*/ 1621015 h 2398711"/>
              <a:gd name="connsiteX128015" fmla="*/ 143792 w 2119654"/>
              <a:gd name="connsiteY128015" fmla="*/ 1617673 h 2398711"/>
              <a:gd name="connsiteX128016" fmla="*/ 143696 w 2119654"/>
              <a:gd name="connsiteY128016" fmla="*/ 1617485 h 2398711"/>
              <a:gd name="connsiteX128017" fmla="*/ 147419 w 2119654"/>
              <a:gd name="connsiteY128017" fmla="*/ 1619210 h 2398711"/>
              <a:gd name="connsiteX128018" fmla="*/ 115900 w 2119654"/>
              <a:gd name="connsiteY128018" fmla="*/ 1603345 h 2398711"/>
              <a:gd name="connsiteX128019" fmla="*/ 115715 w 2119654"/>
              <a:gd name="connsiteY128019" fmla="*/ 1602830 h 2398711"/>
              <a:gd name="connsiteX128020" fmla="*/ 152152 w 2119654"/>
              <a:gd name="connsiteY128020" fmla="*/ 1621171 h 2398711"/>
              <a:gd name="connsiteX128021" fmla="*/ 159117 w 2119654"/>
              <a:gd name="connsiteY128021" fmla="*/ 1624539 h 2398711"/>
              <a:gd name="connsiteX128022" fmla="*/ 164587 w 2119654"/>
              <a:gd name="connsiteY128022" fmla="*/ 1626858 h 2398711"/>
              <a:gd name="connsiteX128023" fmla="*/ 122426 w 2119654"/>
              <a:gd name="connsiteY128023" fmla="*/ 1587361 h 2398711"/>
              <a:gd name="connsiteX128024" fmla="*/ 112689 w 2119654"/>
              <a:gd name="connsiteY128024" fmla="*/ 1583447 h 2398711"/>
              <a:gd name="connsiteX128025" fmla="*/ 112505 w 2119654"/>
              <a:gd name="connsiteY128025" fmla="*/ 1583044 h 2398711"/>
              <a:gd name="connsiteX128026" fmla="*/ 121809 w 2119654"/>
              <a:gd name="connsiteY128026" fmla="*/ 1586784 h 2398711"/>
              <a:gd name="connsiteX128027" fmla="*/ 110614 w 2119654"/>
              <a:gd name="connsiteY128027" fmla="*/ 1576296 h 2398711"/>
              <a:gd name="connsiteX128028" fmla="*/ 110516 w 2119654"/>
              <a:gd name="connsiteY128028" fmla="*/ 1575650 h 2398711"/>
              <a:gd name="connsiteX128029" fmla="*/ 122845 w 2119654"/>
              <a:gd name="connsiteY128029" fmla="*/ 1587200 h 2398711"/>
              <a:gd name="connsiteX128030" fmla="*/ 143187 w 2119654"/>
              <a:gd name="connsiteY128030" fmla="*/ 1595378 h 2398711"/>
              <a:gd name="connsiteX128031" fmla="*/ 223559 w 2119654"/>
              <a:gd name="connsiteY128031" fmla="*/ 1626406 h 2398711"/>
              <a:gd name="connsiteX128032" fmla="*/ 213942 w 2119654"/>
              <a:gd name="connsiteY128032" fmla="*/ 1617804 h 2398711"/>
              <a:gd name="connsiteX128033" fmla="*/ 192936 w 2119654"/>
              <a:gd name="connsiteY128033" fmla="*/ 1608537 h 2398711"/>
              <a:gd name="connsiteX128034" fmla="*/ 213357 w 2119654"/>
              <a:gd name="connsiteY128034" fmla="*/ 1617281 h 2398711"/>
              <a:gd name="connsiteX128035" fmla="*/ 209879 w 2119654"/>
              <a:gd name="connsiteY128035" fmla="*/ 1614170 h 2398711"/>
              <a:gd name="connsiteX128036" fmla="*/ 149011 w 2119654"/>
              <a:gd name="connsiteY128036" fmla="*/ 1555189 h 2398711"/>
              <a:gd name="connsiteX128037" fmla="*/ 143179 w 2119654"/>
              <a:gd name="connsiteY128037" fmla="*/ 1549384 h 2398711"/>
              <a:gd name="connsiteX128038" fmla="*/ 105276 w 2119654"/>
              <a:gd name="connsiteY128038" fmla="*/ 1535429 h 2398711"/>
              <a:gd name="connsiteX128039" fmla="*/ 105093 w 2119654"/>
              <a:gd name="connsiteY128039" fmla="*/ 1535132 h 2398711"/>
              <a:gd name="connsiteX128040" fmla="*/ 127704 w 2119654"/>
              <a:gd name="connsiteY128040" fmla="*/ 1543455 h 2398711"/>
              <a:gd name="connsiteX128041" fmla="*/ 142404 w 2119654"/>
              <a:gd name="connsiteY128041" fmla="*/ 1548612 h 2398711"/>
              <a:gd name="connsiteX128042" fmla="*/ 117195 w 2119654"/>
              <a:gd name="connsiteY128042" fmla="*/ 1523519 h 2398711"/>
              <a:gd name="connsiteX128043" fmla="*/ 117152 w 2119654"/>
              <a:gd name="connsiteY128043" fmla="*/ 1523161 h 2398711"/>
              <a:gd name="connsiteX128044" fmla="*/ 134760 w 2119654"/>
              <a:gd name="connsiteY128044" fmla="*/ 1540688 h 2398711"/>
              <a:gd name="connsiteX128045" fmla="*/ 143240 w 2119654"/>
              <a:gd name="connsiteY128045" fmla="*/ 1548905 h 2398711"/>
              <a:gd name="connsiteX128046" fmla="*/ 191023 w 2119654"/>
              <a:gd name="connsiteY128046" fmla="*/ 1565666 h 2398711"/>
              <a:gd name="connsiteX128047" fmla="*/ 148340 w 2119654"/>
              <a:gd name="connsiteY128047" fmla="*/ 1540207 h 2398711"/>
              <a:gd name="connsiteX128048" fmla="*/ 92865 w 2119654"/>
              <a:gd name="connsiteY128048" fmla="*/ 1504040 h 2398711"/>
              <a:gd name="connsiteX128049" fmla="*/ 63743 w 2119654"/>
              <a:gd name="connsiteY128049" fmla="*/ 1484491 h 2398711"/>
              <a:gd name="connsiteX128050" fmla="*/ 63657 w 2119654"/>
              <a:gd name="connsiteY128050" fmla="*/ 1484222 h 2398711"/>
              <a:gd name="connsiteX128051" fmla="*/ 79773 w 2119654"/>
              <a:gd name="connsiteY128051" fmla="*/ 1495041 h 2398711"/>
              <a:gd name="connsiteX128052" fmla="*/ 189743 w 2119654"/>
              <a:gd name="connsiteY128052" fmla="*/ 1563712 h 2398711"/>
              <a:gd name="connsiteX128053" fmla="*/ 199743 w 2119654"/>
              <a:gd name="connsiteY128053" fmla="*/ 1568725 h 2398711"/>
              <a:gd name="connsiteX128054" fmla="*/ 209254 w 2119654"/>
              <a:gd name="connsiteY128054" fmla="*/ 1572061 h 2398711"/>
              <a:gd name="connsiteX128055" fmla="*/ 199253 w 2119654"/>
              <a:gd name="connsiteY128055" fmla="*/ 1563015 h 2398711"/>
              <a:gd name="connsiteX128056" fmla="*/ 188062 w 2119654"/>
              <a:gd name="connsiteY128056" fmla="*/ 1552532 h 2398711"/>
              <a:gd name="connsiteX128057" fmla="*/ 176686 w 2119654"/>
              <a:gd name="connsiteY128057" fmla="*/ 1548954 h 2398711"/>
              <a:gd name="connsiteX128058" fmla="*/ 176489 w 2119654"/>
              <a:gd name="connsiteY128058" fmla="*/ 1548599 h 2398711"/>
              <a:gd name="connsiteX128059" fmla="*/ 187593 w 2119654"/>
              <a:gd name="connsiteY128059" fmla="*/ 1552092 h 2398711"/>
              <a:gd name="connsiteX128060" fmla="*/ 182788 w 2119654"/>
              <a:gd name="connsiteY128060" fmla="*/ 1547591 h 2398711"/>
              <a:gd name="connsiteX128061" fmla="*/ 164979 w 2119654"/>
              <a:gd name="connsiteY128061" fmla="*/ 1540192 h 2398711"/>
              <a:gd name="connsiteX128062" fmla="*/ 132463 w 2119654"/>
              <a:gd name="connsiteY128062" fmla="*/ 1526165 h 2398711"/>
              <a:gd name="connsiteX128063" fmla="*/ 132327 w 2119654"/>
              <a:gd name="connsiteY128063" fmla="*/ 1525916 h 2398711"/>
              <a:gd name="connsiteX128064" fmla="*/ 150322 w 2119654"/>
              <a:gd name="connsiteY128064" fmla="*/ 1533678 h 2398711"/>
              <a:gd name="connsiteX128065" fmla="*/ 181975 w 2119654"/>
              <a:gd name="connsiteY128065" fmla="*/ 1546830 h 2398711"/>
              <a:gd name="connsiteX128066" fmla="*/ 163674 w 2119654"/>
              <a:gd name="connsiteY128066" fmla="*/ 1529685 h 2398711"/>
              <a:gd name="connsiteX128067" fmla="*/ 140144 w 2119654"/>
              <a:gd name="connsiteY128067" fmla="*/ 1523121 h 2398711"/>
              <a:gd name="connsiteX128068" fmla="*/ 139919 w 2119654"/>
              <a:gd name="connsiteY128068" fmla="*/ 1522744 h 2398711"/>
              <a:gd name="connsiteX128069" fmla="*/ 163196 w 2119654"/>
              <a:gd name="connsiteY128069" fmla="*/ 1529238 h 2398711"/>
              <a:gd name="connsiteX128070" fmla="*/ 155056 w 2119654"/>
              <a:gd name="connsiteY128070" fmla="*/ 1521611 h 2398711"/>
              <a:gd name="connsiteX128071" fmla="*/ 154982 w 2119654"/>
              <a:gd name="connsiteY128071" fmla="*/ 1521129 h 2398711"/>
              <a:gd name="connsiteX128072" fmla="*/ 163824 w 2119654"/>
              <a:gd name="connsiteY128072" fmla="*/ 1529412 h 2398711"/>
              <a:gd name="connsiteX128073" fmla="*/ 171572 w 2119654"/>
              <a:gd name="connsiteY128073" fmla="*/ 1531575 h 2398711"/>
              <a:gd name="connsiteX128074" fmla="*/ 185905 w 2119654"/>
              <a:gd name="connsiteY128074" fmla="*/ 1535360 h 2398711"/>
              <a:gd name="connsiteX128075" fmla="*/ 181934 w 2119654"/>
              <a:gd name="connsiteY128075" fmla="*/ 1530487 h 2398711"/>
              <a:gd name="connsiteX128076" fmla="*/ 174034 w 2119654"/>
              <a:gd name="connsiteY128076" fmla="*/ 1526791 h 2398711"/>
              <a:gd name="connsiteX128077" fmla="*/ 173962 w 2119654"/>
              <a:gd name="connsiteY128077" fmla="*/ 1526651 h 2398711"/>
              <a:gd name="connsiteX128078" fmla="*/ 181793 w 2119654"/>
              <a:gd name="connsiteY128078" fmla="*/ 1530314 h 2398711"/>
              <a:gd name="connsiteX128079" fmla="*/ 176338 w 2119654"/>
              <a:gd name="connsiteY128079" fmla="*/ 1523620 h 2398711"/>
              <a:gd name="connsiteX128080" fmla="*/ 166608 w 2119654"/>
              <a:gd name="connsiteY128080" fmla="*/ 1517832 h 2398711"/>
              <a:gd name="connsiteX128081" fmla="*/ 24893 w 2119654"/>
              <a:gd name="connsiteY128081" fmla="*/ 1393335 h 2398711"/>
              <a:gd name="connsiteX128082" fmla="*/ 35 w 2119654"/>
              <a:gd name="connsiteY128082" fmla="*/ 1368591 h 2398711"/>
              <a:gd name="connsiteX128083" fmla="*/ 0 w 2119654"/>
              <a:gd name="connsiteY128083" fmla="*/ 1368311 h 2398711"/>
              <a:gd name="connsiteX128084" fmla="*/ 13757 w 2119654"/>
              <a:gd name="connsiteY128084" fmla="*/ 1382005 h 2398711"/>
              <a:gd name="connsiteX128085" fmla="*/ 155473 w 2119654"/>
              <a:gd name="connsiteY128085" fmla="*/ 1506502 h 2398711"/>
              <a:gd name="connsiteX128086" fmla="*/ 168896 w 2119654"/>
              <a:gd name="connsiteY128086" fmla="*/ 1514485 h 2398711"/>
              <a:gd name="connsiteX128087" fmla="*/ 151989 w 2119654"/>
              <a:gd name="connsiteY128087" fmla="*/ 1493736 h 2398711"/>
              <a:gd name="connsiteX128088" fmla="*/ 122964 w 2119654"/>
              <a:gd name="connsiteY128088" fmla="*/ 1455061 h 2398711"/>
              <a:gd name="connsiteX128089" fmla="*/ 120095 w 2119654"/>
              <a:gd name="connsiteY128089" fmla="*/ 1453136 h 2398711"/>
              <a:gd name="connsiteX128090" fmla="*/ 120031 w 2119654"/>
              <a:gd name="connsiteY128090" fmla="*/ 1452935 h 2398711"/>
              <a:gd name="connsiteX128091" fmla="*/ 122727 w 2119654"/>
              <a:gd name="connsiteY128091" fmla="*/ 1454744 h 2398711"/>
              <a:gd name="connsiteX128092" fmla="*/ 83781 w 2119654"/>
              <a:gd name="connsiteY128092" fmla="*/ 1402850 h 2398711"/>
              <a:gd name="connsiteX128093" fmla="*/ 48307 w 2119654"/>
              <a:gd name="connsiteY128093" fmla="*/ 1354231 h 2398711"/>
              <a:gd name="connsiteX128094" fmla="*/ 48325 w 2119654"/>
              <a:gd name="connsiteY128094" fmla="*/ 1353748 h 2398711"/>
              <a:gd name="connsiteX128095" fmla="*/ 67956 w 2119654"/>
              <a:gd name="connsiteY128095" fmla="*/ 1380655 h 2398711"/>
              <a:gd name="connsiteX128096" fmla="*/ 124403 w 2119654"/>
              <a:gd name="connsiteY128096" fmla="*/ 1455870 h 2398711"/>
              <a:gd name="connsiteX128097" fmla="*/ 132052 w 2119654"/>
              <a:gd name="connsiteY128097" fmla="*/ 1461005 h 2398711"/>
              <a:gd name="connsiteX128098" fmla="*/ 185149 w 2119654"/>
              <a:gd name="connsiteY128098" fmla="*/ 1494162 h 2398711"/>
              <a:gd name="connsiteX128099" fmla="*/ 182095 w 2119654"/>
              <a:gd name="connsiteY128099" fmla="*/ 1488853 h 2398711"/>
              <a:gd name="connsiteX128100" fmla="*/ 171353 w 2119654"/>
              <a:gd name="connsiteY128100" fmla="*/ 1484219 h 2398711"/>
              <a:gd name="connsiteX128101" fmla="*/ 171251 w 2119654"/>
              <a:gd name="connsiteY128101" fmla="*/ 1484033 h 2398711"/>
              <a:gd name="connsiteX128102" fmla="*/ 181986 w 2119654"/>
              <a:gd name="connsiteY128102" fmla="*/ 1488664 h 2398711"/>
              <a:gd name="connsiteX128103" fmla="*/ 178320 w 2119654"/>
              <a:gd name="connsiteY128103" fmla="*/ 1482293 h 2398711"/>
              <a:gd name="connsiteX128104" fmla="*/ 177082 w 2119654"/>
              <a:gd name="connsiteY128104" fmla="*/ 1481949 h 2398711"/>
              <a:gd name="connsiteX128105" fmla="*/ 176914 w 2119654"/>
              <a:gd name="connsiteY128105" fmla="*/ 1481667 h 2398711"/>
              <a:gd name="connsiteX128106" fmla="*/ 178160 w 2119654"/>
              <a:gd name="connsiteY128106" fmla="*/ 1482015 h 2398711"/>
              <a:gd name="connsiteX128107" fmla="*/ 172141 w 2119654"/>
              <a:gd name="connsiteY128107" fmla="*/ 1471554 h 2398711"/>
              <a:gd name="connsiteX128108" fmla="*/ 150388 w 2119654"/>
              <a:gd name="connsiteY128108" fmla="*/ 1458722 h 2398711"/>
              <a:gd name="connsiteX128109" fmla="*/ 150260 w 2119654"/>
              <a:gd name="connsiteY128109" fmla="*/ 1458269 h 2398711"/>
              <a:gd name="connsiteX128110" fmla="*/ 171813 w 2119654"/>
              <a:gd name="connsiteY128110" fmla="*/ 1470983 h 2398711"/>
              <a:gd name="connsiteX128111" fmla="*/ 171238 w 2119654"/>
              <a:gd name="connsiteY128111" fmla="*/ 1469984 h 2398711"/>
              <a:gd name="connsiteX128112" fmla="*/ 163698 w 2119654"/>
              <a:gd name="connsiteY128112" fmla="*/ 1464109 h 2398711"/>
              <a:gd name="connsiteX128113" fmla="*/ 138509 w 2119654"/>
              <a:gd name="connsiteY128113" fmla="*/ 1443936 h 2398711"/>
              <a:gd name="connsiteX128114" fmla="*/ 138450 w 2119654"/>
              <a:gd name="connsiteY128114" fmla="*/ 1443682 h 2398711"/>
              <a:gd name="connsiteX128115" fmla="*/ 152390 w 2119654"/>
              <a:gd name="connsiteY128115" fmla="*/ 1454848 h 2398711"/>
              <a:gd name="connsiteX128116" fmla="*/ 170765 w 2119654"/>
              <a:gd name="connsiteY128116" fmla="*/ 1469163 h 2398711"/>
              <a:gd name="connsiteX128117" fmla="*/ 166069 w 2119654"/>
              <a:gd name="connsiteY128117" fmla="*/ 1461002 h 2398711"/>
              <a:gd name="connsiteX128118" fmla="*/ 159098 w 2119654"/>
              <a:gd name="connsiteY128118" fmla="*/ 1447683 h 2398711"/>
              <a:gd name="connsiteX128119" fmla="*/ 144261 w 2119654"/>
              <a:gd name="connsiteY128119" fmla="*/ 1435757 h 2398711"/>
              <a:gd name="connsiteX128120" fmla="*/ 91117 w 2119654"/>
              <a:gd name="connsiteY128120" fmla="*/ 1385144 h 2398711"/>
              <a:gd name="connsiteX128121" fmla="*/ 72576 w 2119654"/>
              <a:gd name="connsiteY128121" fmla="*/ 1366687 h 2398711"/>
              <a:gd name="connsiteX128122" fmla="*/ 72551 w 2119654"/>
              <a:gd name="connsiteY128122" fmla="*/ 1366478 h 2398711"/>
              <a:gd name="connsiteX128123" fmla="*/ 82811 w 2119654"/>
              <a:gd name="connsiteY128123" fmla="*/ 1376692 h 2398711"/>
              <a:gd name="connsiteX128124" fmla="*/ 135955 w 2119654"/>
              <a:gd name="connsiteY128124" fmla="*/ 1427306 h 2398711"/>
              <a:gd name="connsiteX128125" fmla="*/ 157493 w 2119654"/>
              <a:gd name="connsiteY128125" fmla="*/ 1444618 h 2398711"/>
              <a:gd name="connsiteX128126" fmla="*/ 142671 w 2119654"/>
              <a:gd name="connsiteY128126" fmla="*/ 1416300 h 2398711"/>
              <a:gd name="connsiteX128127" fmla="*/ 111349 w 2119654"/>
              <a:gd name="connsiteY128127" fmla="*/ 1393765 h 2398711"/>
              <a:gd name="connsiteX128128" fmla="*/ 111247 w 2119654"/>
              <a:gd name="connsiteY128128" fmla="*/ 1393228 h 2398711"/>
              <a:gd name="connsiteX128129" fmla="*/ 142279 w 2119654"/>
              <a:gd name="connsiteY128129" fmla="*/ 1415554 h 2398711"/>
              <a:gd name="connsiteX128130" fmla="*/ 132559 w 2119654"/>
              <a:gd name="connsiteY128130" fmla="*/ 1403047 h 2398711"/>
              <a:gd name="connsiteX128131" fmla="*/ 130182 w 2119654"/>
              <a:gd name="connsiteY128131" fmla="*/ 1401500 h 2398711"/>
              <a:gd name="connsiteX128132" fmla="*/ 63659 w 2119654"/>
              <a:gd name="connsiteY128132" fmla="*/ 1356865 h 2398711"/>
              <a:gd name="connsiteX128133" fmla="*/ 63529 w 2119654"/>
              <a:gd name="connsiteY128133" fmla="*/ 1356285 h 2398711"/>
              <a:gd name="connsiteX128134" fmla="*/ 100344 w 2119654"/>
              <a:gd name="connsiteY128134" fmla="*/ 1380987 h 2398711"/>
              <a:gd name="connsiteX128135" fmla="*/ 130719 w 2119654"/>
              <a:gd name="connsiteY128135" fmla="*/ 1400680 h 2398711"/>
              <a:gd name="connsiteX128136" fmla="*/ 117697 w 2119654"/>
              <a:gd name="connsiteY128136" fmla="*/ 1383924 h 2398711"/>
              <a:gd name="connsiteX128137" fmla="*/ 55881 w 2119654"/>
              <a:gd name="connsiteY128137" fmla="*/ 1327557 h 2398711"/>
              <a:gd name="connsiteX128138" fmla="*/ 21348 w 2119654"/>
              <a:gd name="connsiteY128138" fmla="*/ 1295205 h 2398711"/>
              <a:gd name="connsiteX128139" fmla="*/ 21291 w 2119654"/>
              <a:gd name="connsiteY128139" fmla="*/ 1294829 h 2398711"/>
              <a:gd name="connsiteX128140" fmla="*/ 40402 w 2119654"/>
              <a:gd name="connsiteY128140" fmla="*/ 1312733 h 2398711"/>
              <a:gd name="connsiteX128141" fmla="*/ 106418 w 2119654"/>
              <a:gd name="connsiteY128141" fmla="*/ 1372931 h 2398711"/>
              <a:gd name="connsiteX128142" fmla="*/ 114321 w 2119654"/>
              <a:gd name="connsiteY128142" fmla="*/ 1379579 h 2398711"/>
              <a:gd name="connsiteX128143" fmla="*/ 98839 w 2119654"/>
              <a:gd name="connsiteY128143" fmla="*/ 1359657 h 2398711"/>
              <a:gd name="connsiteX128144" fmla="*/ 98843 w 2119654"/>
              <a:gd name="connsiteY128144" fmla="*/ 1359006 h 2398711"/>
              <a:gd name="connsiteX128145" fmla="*/ 115796 w 2119654"/>
              <a:gd name="connsiteY128145" fmla="*/ 1380820 h 2398711"/>
              <a:gd name="connsiteX128146" fmla="*/ 130634 w 2119654"/>
              <a:gd name="connsiteY128146" fmla="*/ 1393303 h 2398711"/>
              <a:gd name="connsiteX128147" fmla="*/ 117480 w 2119654"/>
              <a:gd name="connsiteY128147" fmla="*/ 1368173 h 2398711"/>
              <a:gd name="connsiteX128148" fmla="*/ 108581 w 2119654"/>
              <a:gd name="connsiteY128148" fmla="*/ 1355976 h 2398711"/>
              <a:gd name="connsiteX128149" fmla="*/ 108595 w 2119654"/>
              <a:gd name="connsiteY128149" fmla="*/ 1355616 h 2398711"/>
              <a:gd name="connsiteX128150" fmla="*/ 116780 w 2119654"/>
              <a:gd name="connsiteY128150" fmla="*/ 1366835 h 2398711"/>
              <a:gd name="connsiteX128151" fmla="*/ 94977 w 2119654"/>
              <a:gd name="connsiteY128151" fmla="*/ 1325181 h 2398711"/>
              <a:gd name="connsiteX128152" fmla="*/ 58294 w 2119654"/>
              <a:gd name="connsiteY128152" fmla="*/ 1252743 h 2398711"/>
              <a:gd name="connsiteX128153" fmla="*/ 58423 w 2119654"/>
              <a:gd name="connsiteY128153" fmla="*/ 1252103 h 2398711"/>
              <a:gd name="connsiteX128154" fmla="*/ 78723 w 2119654"/>
              <a:gd name="connsiteY128154" fmla="*/ 1292191 h 2398711"/>
              <a:gd name="connsiteX128155" fmla="*/ 89388 w 2119654"/>
              <a:gd name="connsiteY128155" fmla="*/ 1312567 h 2398711"/>
              <a:gd name="connsiteX128156" fmla="*/ 102685 w 2119654"/>
              <a:gd name="connsiteY128156" fmla="*/ 1325023 h 2398711"/>
              <a:gd name="connsiteX128157" fmla="*/ 151926 w 2119654"/>
              <a:gd name="connsiteY128157" fmla="*/ 1369924 h 2398711"/>
              <a:gd name="connsiteX128158" fmla="*/ 157819 w 2119654"/>
              <a:gd name="connsiteY128158" fmla="*/ 1374882 h 2398711"/>
              <a:gd name="connsiteX128159" fmla="*/ 146272 w 2119654"/>
              <a:gd name="connsiteY128159" fmla="*/ 1360024 h 2398711"/>
              <a:gd name="connsiteX128160" fmla="*/ 146276 w 2119654"/>
              <a:gd name="connsiteY128160" fmla="*/ 1359538 h 2398711"/>
              <a:gd name="connsiteX128161" fmla="*/ 158922 w 2119654"/>
              <a:gd name="connsiteY128161" fmla="*/ 1375809 h 2398711"/>
              <a:gd name="connsiteX128162" fmla="*/ 169988 w 2119654"/>
              <a:gd name="connsiteY128162" fmla="*/ 1385119 h 2398711"/>
              <a:gd name="connsiteX128163" fmla="*/ 157541 w 2119654"/>
              <a:gd name="connsiteY128163" fmla="*/ 1361340 h 2398711"/>
              <a:gd name="connsiteX128164" fmla="*/ 136643 w 2119654"/>
              <a:gd name="connsiteY128164" fmla="*/ 1326965 h 2398711"/>
              <a:gd name="connsiteX128165" fmla="*/ 107443 w 2119654"/>
              <a:gd name="connsiteY128165" fmla="*/ 1300603 h 2398711"/>
              <a:gd name="connsiteX128166" fmla="*/ 81689 w 2119654"/>
              <a:gd name="connsiteY128166" fmla="*/ 1276297 h 2398711"/>
              <a:gd name="connsiteX128167" fmla="*/ 81647 w 2119654"/>
              <a:gd name="connsiteY128167" fmla="*/ 1276014 h 2398711"/>
              <a:gd name="connsiteX128168" fmla="*/ 95900 w 2119654"/>
              <a:gd name="connsiteY128168" fmla="*/ 1289466 h 2398711"/>
              <a:gd name="connsiteX128169" fmla="*/ 136545 w 2119654"/>
              <a:gd name="connsiteY128169" fmla="*/ 1326805 h 2398711"/>
              <a:gd name="connsiteX128170" fmla="*/ 134423 w 2119654"/>
              <a:gd name="connsiteY128170" fmla="*/ 1323315 h 2398711"/>
              <a:gd name="connsiteX128171" fmla="*/ 134477 w 2119654"/>
              <a:gd name="connsiteY128171" fmla="*/ 1322874 h 2398711"/>
              <a:gd name="connsiteX128172" fmla="*/ 137275 w 2119654"/>
              <a:gd name="connsiteY128172" fmla="*/ 1327475 h 2398711"/>
              <a:gd name="connsiteX128173" fmla="*/ 141140 w 2119654"/>
              <a:gd name="connsiteY128173" fmla="*/ 1331025 h 2398711"/>
              <a:gd name="connsiteX128174" fmla="*/ 137357 w 2119654"/>
              <a:gd name="connsiteY128174" fmla="*/ 1327611 h 2398711"/>
              <a:gd name="connsiteX128175" fmla="*/ 150398 w 2119654"/>
              <a:gd name="connsiteY128175" fmla="*/ 1349060 h 2398711"/>
              <a:gd name="connsiteX128176" fmla="*/ 154747 w 2119654"/>
              <a:gd name="connsiteY128176" fmla="*/ 1356002 h 2398711"/>
              <a:gd name="connsiteX128177" fmla="*/ 143392 w 2119654"/>
              <a:gd name="connsiteY128177" fmla="*/ 1334308 h 2398711"/>
              <a:gd name="connsiteX128178" fmla="*/ 142243 w 2119654"/>
              <a:gd name="connsiteY128178" fmla="*/ 1332039 h 2398711"/>
              <a:gd name="connsiteX128179" fmla="*/ 141140 w 2119654"/>
              <a:gd name="connsiteY128179" fmla="*/ 1331025 h 2398711"/>
              <a:gd name="connsiteX128180" fmla="*/ 142226 w 2119654"/>
              <a:gd name="connsiteY128180" fmla="*/ 1332006 h 2398711"/>
              <a:gd name="connsiteX128181" fmla="*/ 116031 w 2119654"/>
              <a:gd name="connsiteY128181" fmla="*/ 1280278 h 2398711"/>
              <a:gd name="connsiteX128182" fmla="*/ 116127 w 2119654"/>
              <a:gd name="connsiteY128182" fmla="*/ 1279801 h 2398711"/>
              <a:gd name="connsiteX128183" fmla="*/ 131269 w 2119654"/>
              <a:gd name="connsiteY128183" fmla="*/ 1309702 h 2398711"/>
              <a:gd name="connsiteX128184" fmla="*/ 143586 w 2119654"/>
              <a:gd name="connsiteY128184" fmla="*/ 1333235 h 2398711"/>
              <a:gd name="connsiteX128185" fmla="*/ 146280 w 2119654"/>
              <a:gd name="connsiteY128185" fmla="*/ 1335667 h 2398711"/>
              <a:gd name="connsiteX128186" fmla="*/ 145137 w 2119654"/>
              <a:gd name="connsiteY128186" fmla="*/ 1334699 h 2398711"/>
              <a:gd name="connsiteX128187" fmla="*/ 143626 w 2119654"/>
              <a:gd name="connsiteY128187" fmla="*/ 1333311 h 2398711"/>
              <a:gd name="connsiteX128188" fmla="*/ 159344 w 2119654"/>
              <a:gd name="connsiteY128188" fmla="*/ 1363339 h 2398711"/>
              <a:gd name="connsiteX128189" fmla="*/ 176335 w 2119654"/>
              <a:gd name="connsiteY128189" fmla="*/ 1390459 h 2398711"/>
              <a:gd name="connsiteX128190" fmla="*/ 178985 w 2119654"/>
              <a:gd name="connsiteY128190" fmla="*/ 1392689 h 2398711"/>
              <a:gd name="connsiteX128191" fmla="*/ 194584 w 2119654"/>
              <a:gd name="connsiteY128191" fmla="*/ 1398960 h 2398711"/>
              <a:gd name="connsiteX128192" fmla="*/ 192634 w 2119654"/>
              <a:gd name="connsiteY128192" fmla="*/ 1395738 h 2398711"/>
              <a:gd name="connsiteX128193" fmla="*/ 192683 w 2119654"/>
              <a:gd name="connsiteY128193" fmla="*/ 1395340 h 2398711"/>
              <a:gd name="connsiteX128194" fmla="*/ 194968 w 2119654"/>
              <a:gd name="connsiteY128194" fmla="*/ 1399114 h 2398711"/>
              <a:gd name="connsiteX128195" fmla="*/ 205664 w 2119654"/>
              <a:gd name="connsiteY128195" fmla="*/ 1403414 h 2398711"/>
              <a:gd name="connsiteX128196" fmla="*/ 221981 w 2119654"/>
              <a:gd name="connsiteY128196" fmla="*/ 1409713 h 2398711"/>
              <a:gd name="connsiteX128197" fmla="*/ 215498 w 2119654"/>
              <a:gd name="connsiteY128197" fmla="*/ 1401482 h 2398711"/>
              <a:gd name="connsiteX128198" fmla="*/ 215498 w 2119654"/>
              <a:gd name="connsiteY128198" fmla="*/ 1401095 h 2398711"/>
              <a:gd name="connsiteX128199" fmla="*/ 222419 w 2119654"/>
              <a:gd name="connsiteY128199" fmla="*/ 1409882 h 2398711"/>
              <a:gd name="connsiteX128200" fmla="*/ 229787 w 2119654"/>
              <a:gd name="connsiteY128200" fmla="*/ 1412726 h 2398711"/>
              <a:gd name="connsiteX128201" fmla="*/ 229618 w 2119654"/>
              <a:gd name="connsiteY128201" fmla="*/ 1412635 h 2398711"/>
              <a:gd name="connsiteX128202" fmla="*/ 229447 w 2119654"/>
              <a:gd name="connsiteY128202" fmla="*/ 1412116 h 2398711"/>
              <a:gd name="connsiteX128203" fmla="*/ 232454 w 2119654"/>
              <a:gd name="connsiteY128203" fmla="*/ 1413731 h 2398711"/>
              <a:gd name="connsiteX128204" fmla="*/ 226830 w 2119654"/>
              <a:gd name="connsiteY128204" fmla="*/ 1404442 h 2398711"/>
              <a:gd name="connsiteX128205" fmla="*/ 220852 w 2119654"/>
              <a:gd name="connsiteY128205" fmla="*/ 1400183 h 2398711"/>
              <a:gd name="connsiteX128206" fmla="*/ 220795 w 2119654"/>
              <a:gd name="connsiteY128206" fmla="*/ 1399895 h 2398711"/>
              <a:gd name="connsiteX128207" fmla="*/ 226567 w 2119654"/>
              <a:gd name="connsiteY128207" fmla="*/ 1404006 h 2398711"/>
              <a:gd name="connsiteX128208" fmla="*/ 223990 w 2119654"/>
              <a:gd name="connsiteY128208" fmla="*/ 1399751 h 2398711"/>
              <a:gd name="connsiteX128209" fmla="*/ 181176 w 2119654"/>
              <a:gd name="connsiteY128209" fmla="*/ 1367173 h 2398711"/>
              <a:gd name="connsiteX128210" fmla="*/ 146280 w 2119654"/>
              <a:gd name="connsiteY128210" fmla="*/ 1335667 h 2398711"/>
              <a:gd name="connsiteX128211" fmla="*/ 194006 w 2119654"/>
              <a:gd name="connsiteY128211" fmla="*/ 1376121 h 2398711"/>
              <a:gd name="connsiteX128212" fmla="*/ 222072 w 2119654"/>
              <a:gd name="connsiteY128212" fmla="*/ 1396581 h 2398711"/>
              <a:gd name="connsiteX128213" fmla="*/ 220320 w 2119654"/>
              <a:gd name="connsiteY128213" fmla="*/ 1393688 h 2398711"/>
              <a:gd name="connsiteX128214" fmla="*/ 218081 w 2119654"/>
              <a:gd name="connsiteY128214" fmla="*/ 1390245 h 2398711"/>
              <a:gd name="connsiteX128215" fmla="*/ 200872 w 2119654"/>
              <a:gd name="connsiteY128215" fmla="*/ 1376463 h 2398711"/>
              <a:gd name="connsiteX128216" fmla="*/ 200828 w 2119654"/>
              <a:gd name="connsiteY128216" fmla="*/ 1376273 h 2398711"/>
              <a:gd name="connsiteX128217" fmla="*/ 211227 w 2119654"/>
              <a:gd name="connsiteY128217" fmla="*/ 1384602 h 2398711"/>
              <a:gd name="connsiteX128218" fmla="*/ 217430 w 2119654"/>
              <a:gd name="connsiteY128218" fmla="*/ 1389243 h 2398711"/>
              <a:gd name="connsiteX128219" fmla="*/ 210481 w 2119654"/>
              <a:gd name="connsiteY128219" fmla="*/ 1378558 h 2398711"/>
              <a:gd name="connsiteX128220" fmla="*/ 191936 w 2119654"/>
              <a:gd name="connsiteY128220" fmla="*/ 1362280 h 2398711"/>
              <a:gd name="connsiteX128221" fmla="*/ 165842 w 2119654"/>
              <a:gd name="connsiteY128221" fmla="*/ 1338339 h 2398711"/>
              <a:gd name="connsiteX128222" fmla="*/ 165797 w 2119654"/>
              <a:gd name="connsiteY128222" fmla="*/ 1338058 h 2398711"/>
              <a:gd name="connsiteX128223" fmla="*/ 180238 w 2119654"/>
              <a:gd name="connsiteY128223" fmla="*/ 1351308 h 2398711"/>
              <a:gd name="connsiteX128224" fmla="*/ 210110 w 2119654"/>
              <a:gd name="connsiteY128224" fmla="*/ 1377986 h 2398711"/>
              <a:gd name="connsiteX128225" fmla="*/ 194095 w 2119654"/>
              <a:gd name="connsiteY128225" fmla="*/ 1353358 h 2398711"/>
              <a:gd name="connsiteX128226" fmla="*/ 181658 w 2119654"/>
              <a:gd name="connsiteY128226" fmla="*/ 1342130 h 2398711"/>
              <a:gd name="connsiteX128227" fmla="*/ 193100 w 2119654"/>
              <a:gd name="connsiteY128227" fmla="*/ 1351828 h 2398711"/>
              <a:gd name="connsiteX128228" fmla="*/ 188452 w 2119654"/>
              <a:gd name="connsiteY128228" fmla="*/ 1344681 h 2398711"/>
              <a:gd name="connsiteX128229" fmla="*/ 182381 w 2119654"/>
              <a:gd name="connsiteY128229" fmla="*/ 1340313 h 2398711"/>
              <a:gd name="connsiteX128230" fmla="*/ 176866 w 2119654"/>
              <a:gd name="connsiteY128230" fmla="*/ 1337788 h 2398711"/>
              <a:gd name="connsiteX128231" fmla="*/ 177823 w 2119654"/>
              <a:gd name="connsiteY128231" fmla="*/ 1338667 h 2398711"/>
              <a:gd name="connsiteX128232" fmla="*/ 176831 w 2119654"/>
              <a:gd name="connsiteY128232" fmla="*/ 1337772 h 2398711"/>
              <a:gd name="connsiteX128233" fmla="*/ 153757 w 2119654"/>
              <a:gd name="connsiteY128233" fmla="*/ 1327206 h 2398711"/>
              <a:gd name="connsiteX128234" fmla="*/ 153591 w 2119654"/>
              <a:gd name="connsiteY128234" fmla="*/ 1326798 h 2398711"/>
              <a:gd name="connsiteX128235" fmla="*/ 176083 w 2119654"/>
              <a:gd name="connsiteY128235" fmla="*/ 1337096 h 2398711"/>
              <a:gd name="connsiteX128236" fmla="*/ 152690 w 2119654"/>
              <a:gd name="connsiteY128236" fmla="*/ 1315976 h 2398711"/>
              <a:gd name="connsiteX128237" fmla="*/ 133480 w 2119654"/>
              <a:gd name="connsiteY128237" fmla="*/ 1297846 h 2398711"/>
              <a:gd name="connsiteX128238" fmla="*/ 133450 w 2119654"/>
              <a:gd name="connsiteY128238" fmla="*/ 1297636 h 2398711"/>
              <a:gd name="connsiteX128239" fmla="*/ 144081 w 2119654"/>
              <a:gd name="connsiteY128239" fmla="*/ 1307669 h 2398711"/>
              <a:gd name="connsiteX128240" fmla="*/ 176143 w 2119654"/>
              <a:gd name="connsiteY128240" fmla="*/ 1337124 h 2398711"/>
              <a:gd name="connsiteX128241" fmla="*/ 181109 w 2119654"/>
              <a:gd name="connsiteY128241" fmla="*/ 1339398 h 2398711"/>
              <a:gd name="connsiteX128242" fmla="*/ 180614 w 2119654"/>
              <a:gd name="connsiteY128242" fmla="*/ 1339042 h 2398711"/>
              <a:gd name="connsiteX128243" fmla="*/ 180539 w 2119654"/>
              <a:gd name="connsiteY128243" fmla="*/ 1338641 h 2398711"/>
              <a:gd name="connsiteX128244" fmla="*/ 182433 w 2119654"/>
              <a:gd name="connsiteY128244" fmla="*/ 1340004 h 2398711"/>
              <a:gd name="connsiteX128245" fmla="*/ 183472 w 2119654"/>
              <a:gd name="connsiteY128245" fmla="*/ 1340480 h 2398711"/>
              <a:gd name="connsiteX128246" fmla="*/ 186625 w 2119654"/>
              <a:gd name="connsiteY128246" fmla="*/ 1341871 h 2398711"/>
              <a:gd name="connsiteX128247" fmla="*/ 180365 w 2119654"/>
              <a:gd name="connsiteY128247" fmla="*/ 1332244 h 2398711"/>
              <a:gd name="connsiteX128248" fmla="*/ 179673 w 2119654"/>
              <a:gd name="connsiteY128248" fmla="*/ 1331556 h 2398711"/>
              <a:gd name="connsiteX128249" fmla="*/ 179630 w 2119654"/>
              <a:gd name="connsiteY128249" fmla="*/ 1331198 h 2398711"/>
              <a:gd name="connsiteX128250" fmla="*/ 180360 w 2119654"/>
              <a:gd name="connsiteY128250" fmla="*/ 1331924 h 2398711"/>
              <a:gd name="connsiteX128251" fmla="*/ 180389 w 2119654"/>
              <a:gd name="connsiteY128251" fmla="*/ 1331599 h 2398711"/>
              <a:gd name="connsiteX128252" fmla="*/ 181044 w 2119654"/>
              <a:gd name="connsiteY128252" fmla="*/ 1332605 h 2398711"/>
              <a:gd name="connsiteX128253" fmla="*/ 193321 w 2119654"/>
              <a:gd name="connsiteY128253" fmla="*/ 1344825 h 2398711"/>
              <a:gd name="connsiteX128254" fmla="*/ 208783 w 2119654"/>
              <a:gd name="connsiteY128254" fmla="*/ 1351649 h 2398711"/>
              <a:gd name="connsiteX128255" fmla="*/ 207788 w 2119654"/>
              <a:gd name="connsiteY128255" fmla="*/ 1349044 h 2398711"/>
              <a:gd name="connsiteX128256" fmla="*/ 201538 w 2119654"/>
              <a:gd name="connsiteY128256" fmla="*/ 1344000 h 2398711"/>
              <a:gd name="connsiteX128257" fmla="*/ 201493 w 2119654"/>
              <a:gd name="connsiteY128257" fmla="*/ 1343810 h 2398711"/>
              <a:gd name="connsiteX128258" fmla="*/ 207703 w 2119654"/>
              <a:gd name="connsiteY128258" fmla="*/ 1348821 h 2398711"/>
              <a:gd name="connsiteX128259" fmla="*/ 207474 w 2119654"/>
              <a:gd name="connsiteY128259" fmla="*/ 1348222 h 2398711"/>
              <a:gd name="connsiteX128260" fmla="*/ 199634 w 2119654"/>
              <a:gd name="connsiteY128260" fmla="*/ 1341496 h 2398711"/>
              <a:gd name="connsiteX128261" fmla="*/ 187235 w 2119654"/>
              <a:gd name="connsiteY128261" fmla="*/ 1335819 h 2398711"/>
              <a:gd name="connsiteX128262" fmla="*/ 187112 w 2119654"/>
              <a:gd name="connsiteY128262" fmla="*/ 1335514 h 2398711"/>
              <a:gd name="connsiteX128263" fmla="*/ 199088 w 2119654"/>
              <a:gd name="connsiteY128263" fmla="*/ 1340998 h 2398711"/>
              <a:gd name="connsiteX128264" fmla="*/ 192777 w 2119654"/>
              <a:gd name="connsiteY128264" fmla="*/ 1335212 h 2398711"/>
              <a:gd name="connsiteX128265" fmla="*/ 163303 w 2119654"/>
              <a:gd name="connsiteY128265" fmla="*/ 1310691 h 2398711"/>
              <a:gd name="connsiteX128266" fmla="*/ 102582 w 2119654"/>
              <a:gd name="connsiteY128266" fmla="*/ 1243708 h 2398711"/>
              <a:gd name="connsiteX128267" fmla="*/ 74310 w 2119654"/>
              <a:gd name="connsiteY128267" fmla="*/ 1206706 h 2398711"/>
              <a:gd name="connsiteX128268" fmla="*/ 113455 w 2119654"/>
              <a:gd name="connsiteY128268" fmla="*/ 1254747 h 2398711"/>
              <a:gd name="connsiteX128269" fmla="*/ 139428 w 2119654"/>
              <a:gd name="connsiteY128269" fmla="*/ 1282243 h 2398711"/>
              <a:gd name="connsiteX128270" fmla="*/ 164730 w 2119654"/>
              <a:gd name="connsiteY128270" fmla="*/ 1302902 h 2398711"/>
              <a:gd name="connsiteX128271" fmla="*/ 201167 w 2119654"/>
              <a:gd name="connsiteY128271" fmla="*/ 1331706 h 2398711"/>
              <a:gd name="connsiteX128272" fmla="*/ 200795 w 2119654"/>
              <a:gd name="connsiteY128272" fmla="*/ 1330732 h 2398711"/>
              <a:gd name="connsiteX128273" fmla="*/ 195850 w 2119654"/>
              <a:gd name="connsiteY128273" fmla="*/ 1324744 h 2398711"/>
              <a:gd name="connsiteX128274" fmla="*/ 194356 w 2119654"/>
              <a:gd name="connsiteY128274" fmla="*/ 1323501 h 2398711"/>
              <a:gd name="connsiteX128275" fmla="*/ 149064 w 2119654"/>
              <a:gd name="connsiteY128275" fmla="*/ 1273539 h 2398711"/>
              <a:gd name="connsiteX128276" fmla="*/ 127976 w 2119654"/>
              <a:gd name="connsiteY128276" fmla="*/ 1245938 h 2398711"/>
              <a:gd name="connsiteX128277" fmla="*/ 157175 w 2119654"/>
              <a:gd name="connsiteY128277" fmla="*/ 1281772 h 2398711"/>
              <a:gd name="connsiteX128278" fmla="*/ 182542 w 2119654"/>
              <a:gd name="connsiteY128278" fmla="*/ 1308628 h 2398711"/>
              <a:gd name="connsiteX128279" fmla="*/ 178001 w 2119654"/>
              <a:gd name="connsiteY128279" fmla="*/ 1303131 h 2398711"/>
              <a:gd name="connsiteX128280" fmla="*/ 146134 w 2119654"/>
              <a:gd name="connsiteY128280" fmla="*/ 1261241 h 2398711"/>
              <a:gd name="connsiteX128281" fmla="*/ 130565 w 2119654"/>
              <a:gd name="connsiteY128281" fmla="*/ 1240199 h 2398711"/>
              <a:gd name="connsiteX128282" fmla="*/ 88015 w 2119654"/>
              <a:gd name="connsiteY128282" fmla="*/ 1191465 h 2398711"/>
              <a:gd name="connsiteX128283" fmla="*/ 87981 w 2119654"/>
              <a:gd name="connsiteY128283" fmla="*/ 1190814 h 2398711"/>
              <a:gd name="connsiteX128284" fmla="*/ 117537 w 2119654"/>
              <a:gd name="connsiteY128284" fmla="*/ 1224664 h 2398711"/>
              <a:gd name="connsiteX128285" fmla="*/ 192369 w 2119654"/>
              <a:gd name="connsiteY128285" fmla="*/ 1308668 h 2398711"/>
              <a:gd name="connsiteX128286" fmla="*/ 186366 w 2119654"/>
              <a:gd name="connsiteY128286" fmla="*/ 1292948 h 2398711"/>
              <a:gd name="connsiteX128287" fmla="*/ 181550 w 2119654"/>
              <a:gd name="connsiteY128287" fmla="*/ 1286617 h 2398711"/>
              <a:gd name="connsiteX128288" fmla="*/ 169937 w 2119654"/>
              <a:gd name="connsiteY128288" fmla="*/ 1270922 h 2398711"/>
              <a:gd name="connsiteX128289" fmla="*/ 138199 w 2119654"/>
              <a:gd name="connsiteY128289" fmla="*/ 1234572 h 2398711"/>
              <a:gd name="connsiteX128290" fmla="*/ 138174 w 2119654"/>
              <a:gd name="connsiteY128290" fmla="*/ 1234086 h 2398711"/>
              <a:gd name="connsiteX128291" fmla="*/ 160218 w 2119654"/>
              <a:gd name="connsiteY128291" fmla="*/ 1259334 h 2398711"/>
              <a:gd name="connsiteX128292" fmla="*/ 183517 w 2119654"/>
              <a:gd name="connsiteY128292" fmla="*/ 1285488 h 2398711"/>
              <a:gd name="connsiteX128293" fmla="*/ 172457 w 2119654"/>
              <a:gd name="connsiteY128293" fmla="*/ 1256527 h 2398711"/>
              <a:gd name="connsiteX128294" fmla="*/ 149540 w 2119654"/>
              <a:gd name="connsiteY128294" fmla="*/ 1240595 h 2398711"/>
              <a:gd name="connsiteX128295" fmla="*/ 113524 w 2119654"/>
              <a:gd name="connsiteY128295" fmla="*/ 1214812 h 2398711"/>
              <a:gd name="connsiteX128296" fmla="*/ 113463 w 2119654"/>
              <a:gd name="connsiteY128296" fmla="*/ 1214490 h 2398711"/>
              <a:gd name="connsiteX128297" fmla="*/ 133396 w 2119654"/>
              <a:gd name="connsiteY128297" fmla="*/ 1228759 h 2398711"/>
              <a:gd name="connsiteX128298" fmla="*/ 172140 w 2119654"/>
              <a:gd name="connsiteY128298" fmla="*/ 1255695 h 2398711"/>
              <a:gd name="connsiteX128299" fmla="*/ 171675 w 2119654"/>
              <a:gd name="connsiteY128299" fmla="*/ 1254477 h 2398711"/>
              <a:gd name="connsiteX128300" fmla="*/ 171514 w 2119654"/>
              <a:gd name="connsiteY128300" fmla="*/ 1253999 h 2398711"/>
              <a:gd name="connsiteX128301" fmla="*/ 164147 w 2119654"/>
              <a:gd name="connsiteY128301" fmla="*/ 1245900 h 2398711"/>
              <a:gd name="connsiteX128302" fmla="*/ 137527 w 2119654"/>
              <a:gd name="connsiteY128302" fmla="*/ 1227405 h 2398711"/>
              <a:gd name="connsiteX128303" fmla="*/ 137437 w 2119654"/>
              <a:gd name="connsiteY128303" fmla="*/ 1226974 h 2398711"/>
              <a:gd name="connsiteX128304" fmla="*/ 163234 w 2119654"/>
              <a:gd name="connsiteY128304" fmla="*/ 1244896 h 2398711"/>
              <a:gd name="connsiteX128305" fmla="*/ 158658 w 2119654"/>
              <a:gd name="connsiteY128305" fmla="*/ 1239867 h 2398711"/>
              <a:gd name="connsiteX128306" fmla="*/ 158639 w 2119654"/>
              <a:gd name="connsiteY128306" fmla="*/ 1239608 h 2398711"/>
              <a:gd name="connsiteX128307" fmla="*/ 163823 w 2119654"/>
              <a:gd name="connsiteY128307" fmla="*/ 1245307 h 2398711"/>
              <a:gd name="connsiteX128308" fmla="*/ 164425 w 2119654"/>
              <a:gd name="connsiteY128308" fmla="*/ 1245725 h 2398711"/>
              <a:gd name="connsiteX128309" fmla="*/ 169992 w 2119654"/>
              <a:gd name="connsiteY128309" fmla="*/ 1249480 h 2398711"/>
              <a:gd name="connsiteX128310" fmla="*/ 168445 w 2119654"/>
              <a:gd name="connsiteY128310" fmla="*/ 1244884 h 2398711"/>
              <a:gd name="connsiteX128311" fmla="*/ 103220 w 2119654"/>
              <a:gd name="connsiteY128311" fmla="*/ 1199540 h 2398711"/>
              <a:gd name="connsiteX128312" fmla="*/ 54934 w 2119654"/>
              <a:gd name="connsiteY128312" fmla="*/ 1164973 h 2398711"/>
              <a:gd name="connsiteX128313" fmla="*/ 54851 w 2119654"/>
              <a:gd name="connsiteY128313" fmla="*/ 1164542 h 2398711"/>
              <a:gd name="connsiteX128314" fmla="*/ 81574 w 2119654"/>
              <a:gd name="connsiteY128314" fmla="*/ 1183671 h 2398711"/>
              <a:gd name="connsiteX128315" fmla="*/ 168085 w 2119654"/>
              <a:gd name="connsiteY128315" fmla="*/ 1243814 h 2398711"/>
              <a:gd name="connsiteX128316" fmla="*/ 156853 w 2119654"/>
              <a:gd name="connsiteY128316" fmla="*/ 1210467 h 2398711"/>
              <a:gd name="connsiteX128317" fmla="*/ 150321 w 2119654"/>
              <a:gd name="connsiteY128317" fmla="*/ 1204402 h 2398711"/>
              <a:gd name="connsiteX128318" fmla="*/ 150293 w 2119654"/>
              <a:gd name="connsiteY128318" fmla="*/ 1203961 h 2398711"/>
              <a:gd name="connsiteX128319" fmla="*/ 156650 w 2119654"/>
              <a:gd name="connsiteY128319" fmla="*/ 1209863 h 2398711"/>
              <a:gd name="connsiteX128320" fmla="*/ 151647 w 2119654"/>
              <a:gd name="connsiteY128320" fmla="*/ 1195008 h 2398711"/>
              <a:gd name="connsiteX128321" fmla="*/ 104266 w 2119654"/>
              <a:gd name="connsiteY128321" fmla="*/ 1151017 h 2398711"/>
              <a:gd name="connsiteX128322" fmla="*/ 104229 w 2119654"/>
              <a:gd name="connsiteY128322" fmla="*/ 1150425 h 2398711"/>
              <a:gd name="connsiteX128323" fmla="*/ 136719 w 2119654"/>
              <a:gd name="connsiteY128323" fmla="*/ 1180591 h 2398711"/>
              <a:gd name="connsiteX128324" fmla="*/ 151194 w 2119654"/>
              <a:gd name="connsiteY128324" fmla="*/ 1193664 h 2398711"/>
              <a:gd name="connsiteX128325" fmla="*/ 149738 w 2119654"/>
              <a:gd name="connsiteY128325" fmla="*/ 1189340 h 2398711"/>
              <a:gd name="connsiteX128326" fmla="*/ 135054 w 2119654"/>
              <a:gd name="connsiteY128326" fmla="*/ 1174723 h 2398711"/>
              <a:gd name="connsiteX128327" fmla="*/ 135027 w 2119654"/>
              <a:gd name="connsiteY128327" fmla="*/ 1174513 h 2398711"/>
              <a:gd name="connsiteX128328" fmla="*/ 145289 w 2119654"/>
              <a:gd name="connsiteY128328" fmla="*/ 1184728 h 2398711"/>
              <a:gd name="connsiteX128329" fmla="*/ 149552 w 2119654"/>
              <a:gd name="connsiteY128329" fmla="*/ 1188788 h 2398711"/>
              <a:gd name="connsiteX128330" fmla="*/ 149424 w 2119654"/>
              <a:gd name="connsiteY128330" fmla="*/ 1188411 h 2398711"/>
              <a:gd name="connsiteX128331" fmla="*/ 135026 w 2119654"/>
              <a:gd name="connsiteY128331" fmla="*/ 1170390 h 2398711"/>
              <a:gd name="connsiteX128332" fmla="*/ 113367 w 2119654"/>
              <a:gd name="connsiteY128332" fmla="*/ 1142521 h 2398711"/>
              <a:gd name="connsiteX128333" fmla="*/ 113367 w 2119654"/>
              <a:gd name="connsiteY128333" fmla="*/ 1142473 h 2398711"/>
              <a:gd name="connsiteX128334" fmla="*/ 83760 w 2119654"/>
              <a:gd name="connsiteY128334" fmla="*/ 1105416 h 2398711"/>
              <a:gd name="connsiteX128335" fmla="*/ 54722 w 2119654"/>
              <a:gd name="connsiteY128335" fmla="*/ 1068052 h 2398711"/>
              <a:gd name="connsiteX128336" fmla="*/ 54725 w 2119654"/>
              <a:gd name="connsiteY128336" fmla="*/ 1067672 h 2398711"/>
              <a:gd name="connsiteX128337" fmla="*/ 70795 w 2119654"/>
              <a:gd name="connsiteY128337" fmla="*/ 1088349 h 2398711"/>
              <a:gd name="connsiteX128338" fmla="*/ 126562 w 2119654"/>
              <a:gd name="connsiteY128338" fmla="*/ 1158148 h 2398711"/>
              <a:gd name="connsiteX128339" fmla="*/ 147287 w 2119654"/>
              <a:gd name="connsiteY128339" fmla="*/ 1182065 h 2398711"/>
              <a:gd name="connsiteX128340" fmla="*/ 122745 w 2119654"/>
              <a:gd name="connsiteY128340" fmla="*/ 1109195 h 2398711"/>
              <a:gd name="connsiteX128341" fmla="*/ 121311 w 2119654"/>
              <a:gd name="connsiteY128341" fmla="*/ 1104736 h 2398711"/>
              <a:gd name="connsiteX128342" fmla="*/ 102354 w 2119654"/>
              <a:gd name="connsiteY128342" fmla="*/ 1078769 h 2398711"/>
              <a:gd name="connsiteX128343" fmla="*/ 102411 w 2119654"/>
              <a:gd name="connsiteY128343" fmla="*/ 1078329 h 2398711"/>
              <a:gd name="connsiteX128344" fmla="*/ 121012 w 2119654"/>
              <a:gd name="connsiteY128344" fmla="*/ 1103811 h 2398711"/>
              <a:gd name="connsiteX128345" fmla="*/ 114530 w 2119654"/>
              <a:gd name="connsiteY128345" fmla="*/ 1083671 h 2398711"/>
              <a:gd name="connsiteX128346" fmla="*/ 87192 w 2119654"/>
              <a:gd name="connsiteY128346" fmla="*/ 1047286 h 2398711"/>
              <a:gd name="connsiteX128347" fmla="*/ 39958 w 2119654"/>
              <a:gd name="connsiteY128347" fmla="*/ 982582 h 2398711"/>
              <a:gd name="connsiteX128348" fmla="*/ 40034 w 2119654"/>
              <a:gd name="connsiteY128348" fmla="*/ 981992 h 2398711"/>
              <a:gd name="connsiteX128349" fmla="*/ 66174 w 2119654"/>
              <a:gd name="connsiteY128349" fmla="*/ 1017800 h 2398711"/>
              <a:gd name="connsiteX128350" fmla="*/ 113532 w 2119654"/>
              <a:gd name="connsiteY128350" fmla="*/ 1080571 h 2398711"/>
              <a:gd name="connsiteX128351" fmla="*/ 97867 w 2119654"/>
              <a:gd name="connsiteY128351" fmla="*/ 1031904 h 2398711"/>
              <a:gd name="connsiteX128352" fmla="*/ 98094 w 2119654"/>
              <a:gd name="connsiteY128352" fmla="*/ 1031292 h 2398711"/>
              <a:gd name="connsiteX128353" fmla="*/ 111862 w 2119654"/>
              <a:gd name="connsiteY128353" fmla="*/ 1074067 h 2398711"/>
              <a:gd name="connsiteX128354" fmla="*/ 114473 w 2119654"/>
              <a:gd name="connsiteY128354" fmla="*/ 1081819 h 2398711"/>
              <a:gd name="connsiteX128355" fmla="*/ 149730 w 2119654"/>
              <a:gd name="connsiteY128355" fmla="*/ 1128551 h 2398711"/>
              <a:gd name="connsiteX128356" fmla="*/ 145548 w 2119654"/>
              <a:gd name="connsiteY128356" fmla="*/ 1115558 h 2398711"/>
              <a:gd name="connsiteX128357" fmla="*/ 145717 w 2119654"/>
              <a:gd name="connsiteY128357" fmla="*/ 1115101 h 2398711"/>
              <a:gd name="connsiteX128358" fmla="*/ 150281 w 2119654"/>
              <a:gd name="connsiteY128358" fmla="*/ 1129281 h 2398711"/>
              <a:gd name="connsiteX128359" fmla="*/ 159962 w 2119654"/>
              <a:gd name="connsiteY128359" fmla="*/ 1142114 h 2398711"/>
              <a:gd name="connsiteX128360" fmla="*/ 146104 w 2119654"/>
              <a:gd name="connsiteY128360" fmla="*/ 1112294 h 2398711"/>
              <a:gd name="connsiteX128361" fmla="*/ 121476 w 2119654"/>
              <a:gd name="connsiteY128361" fmla="*/ 1057378 h 2398711"/>
              <a:gd name="connsiteX128362" fmla="*/ 121593 w 2119654"/>
              <a:gd name="connsiteY128362" fmla="*/ 1056908 h 2398711"/>
              <a:gd name="connsiteX128363" fmla="*/ 135223 w 2119654"/>
              <a:gd name="connsiteY128363" fmla="*/ 1087301 h 2398711"/>
              <a:gd name="connsiteX128364" fmla="*/ 161873 w 2119654"/>
              <a:gd name="connsiteY128364" fmla="*/ 1144646 h 2398711"/>
              <a:gd name="connsiteX128365" fmla="*/ 168728 w 2119654"/>
              <a:gd name="connsiteY128365" fmla="*/ 1153733 h 2398711"/>
              <a:gd name="connsiteX128366" fmla="*/ 175264 w 2119654"/>
              <a:gd name="connsiteY128366" fmla="*/ 1161554 h 2398711"/>
              <a:gd name="connsiteX128367" fmla="*/ 163157 w 2119654"/>
              <a:gd name="connsiteY128367" fmla="*/ 1134558 h 2398711"/>
              <a:gd name="connsiteX128368" fmla="*/ 163244 w 2119654"/>
              <a:gd name="connsiteY128368" fmla="*/ 1134208 h 2398711"/>
              <a:gd name="connsiteX128369" fmla="*/ 173411 w 2119654"/>
              <a:gd name="connsiteY128369" fmla="*/ 1156878 h 2398711"/>
              <a:gd name="connsiteX128370" fmla="*/ 175986 w 2119654"/>
              <a:gd name="connsiteY128370" fmla="*/ 1162418 h 2398711"/>
              <a:gd name="connsiteX128371" fmla="*/ 184450 w 2119654"/>
              <a:gd name="connsiteY128371" fmla="*/ 1172547 h 2398711"/>
              <a:gd name="connsiteX128372" fmla="*/ 172062 w 2119654"/>
              <a:gd name="connsiteY128372" fmla="*/ 1151018 h 2398711"/>
              <a:gd name="connsiteX128373" fmla="*/ 160503 w 2119654"/>
              <a:gd name="connsiteY128373" fmla="*/ 1128935 h 2398711"/>
              <a:gd name="connsiteX128374" fmla="*/ 150951 w 2119654"/>
              <a:gd name="connsiteY128374" fmla="*/ 1119986 h 2398711"/>
              <a:gd name="connsiteX128375" fmla="*/ 150909 w 2119654"/>
              <a:gd name="connsiteY128375" fmla="*/ 1119706 h 2398711"/>
              <a:gd name="connsiteX128376" fmla="*/ 160256 w 2119654"/>
              <a:gd name="connsiteY128376" fmla="*/ 1128462 h 2398711"/>
              <a:gd name="connsiteX128377" fmla="*/ 146526 w 2119654"/>
              <a:gd name="connsiteY128377" fmla="*/ 1102232 h 2398711"/>
              <a:gd name="connsiteX128378" fmla="*/ 133415 w 2119654"/>
              <a:gd name="connsiteY128378" fmla="*/ 1079445 h 2398711"/>
              <a:gd name="connsiteX128379" fmla="*/ 91984 w 2119654"/>
              <a:gd name="connsiteY128379" fmla="*/ 1000291 h 2398711"/>
              <a:gd name="connsiteX128380" fmla="*/ 70606 w 2119654"/>
              <a:gd name="connsiteY128380" fmla="*/ 958076 h 2398711"/>
              <a:gd name="connsiteX128381" fmla="*/ 70680 w 2119654"/>
              <a:gd name="connsiteY128381" fmla="*/ 957704 h 2398711"/>
              <a:gd name="connsiteX128382" fmla="*/ 82512 w 2119654"/>
              <a:gd name="connsiteY128382" fmla="*/ 981066 h 2398711"/>
              <a:gd name="connsiteX128383" fmla="*/ 123942 w 2119654"/>
              <a:gd name="connsiteY128383" fmla="*/ 1060220 h 2398711"/>
              <a:gd name="connsiteX128384" fmla="*/ 133407 w 2119654"/>
              <a:gd name="connsiteY128384" fmla="*/ 1076668 h 2398711"/>
              <a:gd name="connsiteX128385" fmla="*/ 125215 w 2119654"/>
              <a:gd name="connsiteY128385" fmla="*/ 1060491 h 2398711"/>
              <a:gd name="connsiteX128386" fmla="*/ 125269 w 2119654"/>
              <a:gd name="connsiteY128386" fmla="*/ 1060213 h 2398711"/>
              <a:gd name="connsiteX128387" fmla="*/ 134094 w 2119654"/>
              <a:gd name="connsiteY128387" fmla="*/ 1077638 h 2398711"/>
              <a:gd name="connsiteX128388" fmla="*/ 135390 w 2119654"/>
              <a:gd name="connsiteY128388" fmla="*/ 1080115 h 2398711"/>
              <a:gd name="connsiteX128389" fmla="*/ 166618 w 2119654"/>
              <a:gd name="connsiteY128389" fmla="*/ 1134386 h 2398711"/>
              <a:gd name="connsiteX128390" fmla="*/ 186992 w 2119654"/>
              <a:gd name="connsiteY128390" fmla="*/ 1152965 h 2398711"/>
              <a:gd name="connsiteX128391" fmla="*/ 173524 w 2119654"/>
              <a:gd name="connsiteY128391" fmla="*/ 1120097 h 2398711"/>
              <a:gd name="connsiteX128392" fmla="*/ 173647 w 2119654"/>
              <a:gd name="connsiteY128392" fmla="*/ 1119669 h 2398711"/>
              <a:gd name="connsiteX128393" fmla="*/ 185266 w 2119654"/>
              <a:gd name="connsiteY128393" fmla="*/ 1148026 h 2398711"/>
              <a:gd name="connsiteX128394" fmla="*/ 187606 w 2119654"/>
              <a:gd name="connsiteY128394" fmla="*/ 1153524 h 2398711"/>
              <a:gd name="connsiteX128395" fmla="*/ 189252 w 2119654"/>
              <a:gd name="connsiteY128395" fmla="*/ 1155025 h 2398711"/>
              <a:gd name="connsiteX128396" fmla="*/ 189163 w 2119654"/>
              <a:gd name="connsiteY128396" fmla="*/ 1154757 h 2398711"/>
              <a:gd name="connsiteX128397" fmla="*/ 189340 w 2119654"/>
              <a:gd name="connsiteY128397" fmla="*/ 1154270 h 2398711"/>
              <a:gd name="connsiteX128398" fmla="*/ 189734 w 2119654"/>
              <a:gd name="connsiteY128398" fmla="*/ 1155465 h 2398711"/>
              <a:gd name="connsiteX128399" fmla="*/ 214403 w 2119654"/>
              <a:gd name="connsiteY128399" fmla="*/ 1177959 h 2398711"/>
              <a:gd name="connsiteX128400" fmla="*/ 220298 w 2119654"/>
              <a:gd name="connsiteY128400" fmla="*/ 1182918 h 2398711"/>
              <a:gd name="connsiteX128401" fmla="*/ 208750 w 2119654"/>
              <a:gd name="connsiteY128401" fmla="*/ 1168060 h 2398711"/>
              <a:gd name="connsiteX128402" fmla="*/ 208753 w 2119654"/>
              <a:gd name="connsiteY128402" fmla="*/ 1167574 h 2398711"/>
              <a:gd name="connsiteX128403" fmla="*/ 221399 w 2119654"/>
              <a:gd name="connsiteY128403" fmla="*/ 1183845 h 2398711"/>
              <a:gd name="connsiteX128404" fmla="*/ 222761 w 2119654"/>
              <a:gd name="connsiteY128404" fmla="*/ 1184992 h 2398711"/>
              <a:gd name="connsiteX128405" fmla="*/ 204970 w 2119654"/>
              <a:gd name="connsiteY128405" fmla="*/ 1157133 h 2398711"/>
              <a:gd name="connsiteX128406" fmla="*/ 204319 w 2119654"/>
              <a:gd name="connsiteY128406" fmla="*/ 1156062 h 2398711"/>
              <a:gd name="connsiteX128407" fmla="*/ 168126 w 2119654"/>
              <a:gd name="connsiteY128407" fmla="*/ 1109274 h 2398711"/>
              <a:gd name="connsiteX128408" fmla="*/ 119987 w 2119654"/>
              <a:gd name="connsiteY128408" fmla="*/ 1045240 h 2398711"/>
              <a:gd name="connsiteX128409" fmla="*/ 120055 w 2119654"/>
              <a:gd name="connsiteY128409" fmla="*/ 1044649 h 2398711"/>
              <a:gd name="connsiteX128410" fmla="*/ 146696 w 2119654"/>
              <a:gd name="connsiteY128410" fmla="*/ 1080087 h 2398711"/>
              <a:gd name="connsiteX128411" fmla="*/ 199315 w 2119654"/>
              <a:gd name="connsiteY128411" fmla="*/ 1147830 h 2398711"/>
              <a:gd name="connsiteX128412" fmla="*/ 192466 w 2119654"/>
              <a:gd name="connsiteY128412" fmla="*/ 1136564 h 2398711"/>
              <a:gd name="connsiteX128413" fmla="*/ 192489 w 2119654"/>
              <a:gd name="connsiteY128413" fmla="*/ 1136372 h 2398711"/>
              <a:gd name="connsiteX128414" fmla="*/ 199409 w 2119654"/>
              <a:gd name="connsiteY128414" fmla="*/ 1147754 h 2398711"/>
              <a:gd name="connsiteX128415" fmla="*/ 200117 w 2119654"/>
              <a:gd name="connsiteY128415" fmla="*/ 1148863 h 2398711"/>
              <a:gd name="connsiteX128416" fmla="*/ 228219 w 2119654"/>
              <a:gd name="connsiteY128416" fmla="*/ 1185041 h 2398711"/>
              <a:gd name="connsiteX128417" fmla="*/ 212570 w 2119654"/>
              <a:gd name="connsiteY128417" fmla="*/ 1155144 h 2398711"/>
              <a:gd name="connsiteX128418" fmla="*/ 210032 w 2119654"/>
              <a:gd name="connsiteY128418" fmla="*/ 1152073 h 2398711"/>
              <a:gd name="connsiteX128419" fmla="*/ 206134 w 2119654"/>
              <a:gd name="connsiteY128419" fmla="*/ 1147225 h 2398711"/>
              <a:gd name="connsiteX128420" fmla="*/ 186660 w 2119654"/>
              <a:gd name="connsiteY128420" fmla="*/ 1125827 h 2398711"/>
              <a:gd name="connsiteX128421" fmla="*/ 186672 w 2119654"/>
              <a:gd name="connsiteY128421" fmla="*/ 1125280 h 2398711"/>
              <a:gd name="connsiteX128422" fmla="*/ 202287 w 2119654"/>
              <a:gd name="connsiteY128422" fmla="*/ 1142439 h 2398711"/>
              <a:gd name="connsiteX128423" fmla="*/ 189812 w 2119654"/>
              <a:gd name="connsiteY128423" fmla="*/ 1126920 h 2398711"/>
              <a:gd name="connsiteX128424" fmla="*/ 189810 w 2119654"/>
              <a:gd name="connsiteY128424" fmla="*/ 1126660 h 2398711"/>
              <a:gd name="connsiteX128425" fmla="*/ 201000 w 2119654"/>
              <a:gd name="connsiteY128425" fmla="*/ 1140581 h 2398711"/>
              <a:gd name="connsiteX128426" fmla="*/ 204974 w 2119654"/>
              <a:gd name="connsiteY128426" fmla="*/ 1145391 h 2398711"/>
              <a:gd name="connsiteX128427" fmla="*/ 210836 w 2119654"/>
              <a:gd name="connsiteY128427" fmla="*/ 1151832 h 2398711"/>
              <a:gd name="connsiteX128428" fmla="*/ 205870 w 2119654"/>
              <a:gd name="connsiteY128428" fmla="*/ 1142345 h 2398711"/>
              <a:gd name="connsiteX128429" fmla="*/ 178508 w 2119654"/>
              <a:gd name="connsiteY128429" fmla="*/ 1088314 h 2398711"/>
              <a:gd name="connsiteX128430" fmla="*/ 178605 w 2119654"/>
              <a:gd name="connsiteY128430" fmla="*/ 1087838 h 2398711"/>
              <a:gd name="connsiteX128431" fmla="*/ 193747 w 2119654"/>
              <a:gd name="connsiteY128431" fmla="*/ 1117739 h 2398711"/>
              <a:gd name="connsiteX128432" fmla="*/ 212615 w 2119654"/>
              <a:gd name="connsiteY128432" fmla="*/ 1153787 h 2398711"/>
              <a:gd name="connsiteX128433" fmla="*/ 214128 w 2119654"/>
              <a:gd name="connsiteY128433" fmla="*/ 1155449 h 2398711"/>
              <a:gd name="connsiteX128434" fmla="*/ 219375 w 2119654"/>
              <a:gd name="connsiteY128434" fmla="*/ 1161035 h 2398711"/>
              <a:gd name="connsiteX128435" fmla="*/ 218347 w 2119654"/>
              <a:gd name="connsiteY128435" fmla="*/ 1159447 h 2398711"/>
              <a:gd name="connsiteX128436" fmla="*/ 218376 w 2119654"/>
              <a:gd name="connsiteY128436" fmla="*/ 1159133 h 2398711"/>
              <a:gd name="connsiteX128437" fmla="*/ 220124 w 2119654"/>
              <a:gd name="connsiteY128437" fmla="*/ 1161832 h 2398711"/>
              <a:gd name="connsiteX128438" fmla="*/ 224914 w 2119654"/>
              <a:gd name="connsiteY128438" fmla="*/ 1166931 h 2398711"/>
              <a:gd name="connsiteX128439" fmla="*/ 223106 w 2119654"/>
              <a:gd name="connsiteY128439" fmla="*/ 1163046 h 2398711"/>
              <a:gd name="connsiteX128440" fmla="*/ 219929 w 2119654"/>
              <a:gd name="connsiteY128440" fmla="*/ 1161286 h 2398711"/>
              <a:gd name="connsiteX128441" fmla="*/ 219750 w 2119654"/>
              <a:gd name="connsiteY128441" fmla="*/ 1160718 h 2398711"/>
              <a:gd name="connsiteX128442" fmla="*/ 222811 w 2119654"/>
              <a:gd name="connsiteY128442" fmla="*/ 1162415 h 2398711"/>
              <a:gd name="connsiteX128443" fmla="*/ 207931 w 2119654"/>
              <a:gd name="connsiteY128443" fmla="*/ 1130446 h 2398711"/>
              <a:gd name="connsiteX128444" fmla="*/ 186160 w 2119654"/>
              <a:gd name="connsiteY128444" fmla="*/ 1097932 h 2398711"/>
              <a:gd name="connsiteX128445" fmla="*/ 162426 w 2119654"/>
              <a:gd name="connsiteY128445" fmla="*/ 1061432 h 2398711"/>
              <a:gd name="connsiteX128446" fmla="*/ 162458 w 2119654"/>
              <a:gd name="connsiteY128446" fmla="*/ 1061084 h 2398711"/>
              <a:gd name="connsiteX128447" fmla="*/ 175592 w 2119654"/>
              <a:gd name="connsiteY128447" fmla="*/ 1081284 h 2398711"/>
              <a:gd name="connsiteX128448" fmla="*/ 206607 w 2119654"/>
              <a:gd name="connsiteY128448" fmla="*/ 1127603 h 2398711"/>
              <a:gd name="connsiteX128449" fmla="*/ 202548 w 2119654"/>
              <a:gd name="connsiteY128449" fmla="*/ 1118884 h 2398711"/>
              <a:gd name="connsiteX128450" fmla="*/ 202627 w 2119654"/>
              <a:gd name="connsiteY128450" fmla="*/ 1118548 h 2398711"/>
              <a:gd name="connsiteX128451" fmla="*/ 174603 w 2119654"/>
              <a:gd name="connsiteY128451" fmla="*/ 1073890 h 2398711"/>
              <a:gd name="connsiteX128452" fmla="*/ 174655 w 2119654"/>
              <a:gd name="connsiteY128452" fmla="*/ 1073406 h 2398711"/>
              <a:gd name="connsiteX128453" fmla="*/ 192471 w 2119654"/>
              <a:gd name="connsiteY128453" fmla="*/ 1101797 h 2398711"/>
              <a:gd name="connsiteX128454" fmla="*/ 223808 w 2119654"/>
              <a:gd name="connsiteY128454" fmla="*/ 1150273 h 2398711"/>
              <a:gd name="connsiteX128455" fmla="*/ 217476 w 2119654"/>
              <a:gd name="connsiteY128455" fmla="*/ 1136062 h 2398711"/>
              <a:gd name="connsiteX128456" fmla="*/ 217623 w 2119654"/>
              <a:gd name="connsiteY128456" fmla="*/ 1135481 h 2398711"/>
              <a:gd name="connsiteX128457" fmla="*/ 225116 w 2119654"/>
              <a:gd name="connsiteY128457" fmla="*/ 1152296 h 2398711"/>
              <a:gd name="connsiteX128458" fmla="*/ 235838 w 2119654"/>
              <a:gd name="connsiteY128458" fmla="*/ 1168882 h 2398711"/>
              <a:gd name="connsiteX128459" fmla="*/ 222254 w 2119654"/>
              <a:gd name="connsiteY128459" fmla="*/ 1143600 h 2398711"/>
              <a:gd name="connsiteX128460" fmla="*/ 212660 w 2119654"/>
              <a:gd name="connsiteY128460" fmla="*/ 1125152 h 2398711"/>
              <a:gd name="connsiteX128461" fmla="*/ 212692 w 2119654"/>
              <a:gd name="connsiteY128461" fmla="*/ 1124988 h 2398711"/>
              <a:gd name="connsiteX128462" fmla="*/ 218000 w 2119654"/>
              <a:gd name="connsiteY128462" fmla="*/ 1135197 h 2398711"/>
              <a:gd name="connsiteX128463" fmla="*/ 237348 w 2119654"/>
              <a:gd name="connsiteY128463" fmla="*/ 1170474 h 2398711"/>
              <a:gd name="connsiteX128464" fmla="*/ 237907 w 2119654"/>
              <a:gd name="connsiteY128464" fmla="*/ 1170783 h 2398711"/>
              <a:gd name="connsiteX128465" fmla="*/ 232257 w 2119654"/>
              <a:gd name="connsiteY128465" fmla="*/ 1147771 h 2398711"/>
              <a:gd name="connsiteX128466" fmla="*/ 226989 w 2119654"/>
              <a:gd name="connsiteY128466" fmla="*/ 1134916 h 2398711"/>
              <a:gd name="connsiteX128467" fmla="*/ 227042 w 2119654"/>
              <a:gd name="connsiteY128467" fmla="*/ 1134732 h 2398711"/>
              <a:gd name="connsiteX128468" fmla="*/ 215168 w 2119654"/>
              <a:gd name="connsiteY128468" fmla="*/ 1124012 h 2398711"/>
              <a:gd name="connsiteX128469" fmla="*/ 195959 w 2119654"/>
              <a:gd name="connsiteY128469" fmla="*/ 1105883 h 2398711"/>
              <a:gd name="connsiteX128470" fmla="*/ 195928 w 2119654"/>
              <a:gd name="connsiteY128470" fmla="*/ 1105673 h 2398711"/>
              <a:gd name="connsiteX128471" fmla="*/ 206559 w 2119654"/>
              <a:gd name="connsiteY128471" fmla="*/ 1115705 h 2398711"/>
              <a:gd name="connsiteX128472" fmla="*/ 229575 w 2119654"/>
              <a:gd name="connsiteY128472" fmla="*/ 1136849 h 2398711"/>
              <a:gd name="connsiteX128473" fmla="*/ 228598 w 2119654"/>
              <a:gd name="connsiteY128473" fmla="*/ 1132870 h 2398711"/>
              <a:gd name="connsiteX128474" fmla="*/ 223253 w 2119654"/>
              <a:gd name="connsiteY128474" fmla="*/ 1127046 h 2398711"/>
              <a:gd name="connsiteX128475" fmla="*/ 174168 w 2119654"/>
              <a:gd name="connsiteY128475" fmla="*/ 1072056 h 2398711"/>
              <a:gd name="connsiteX128476" fmla="*/ 174185 w 2119654"/>
              <a:gd name="connsiteY128476" fmla="*/ 1071510 h 2398711"/>
              <a:gd name="connsiteX128477" fmla="*/ 201349 w 2119654"/>
              <a:gd name="connsiteY128477" fmla="*/ 1101942 h 2398711"/>
              <a:gd name="connsiteX128478" fmla="*/ 228184 w 2119654"/>
              <a:gd name="connsiteY128478" fmla="*/ 1131182 h 2398711"/>
              <a:gd name="connsiteX128479" fmla="*/ 225312 w 2119654"/>
              <a:gd name="connsiteY128479" fmla="*/ 1119483 h 2398711"/>
              <a:gd name="connsiteX128480" fmla="*/ 197853 w 2119654"/>
              <a:gd name="connsiteY128480" fmla="*/ 1093130 h 2398711"/>
              <a:gd name="connsiteX128481" fmla="*/ 166323 w 2119654"/>
              <a:gd name="connsiteY128481" fmla="*/ 1062023 h 2398711"/>
              <a:gd name="connsiteX128482" fmla="*/ 166311 w 2119654"/>
              <a:gd name="connsiteY128482" fmla="*/ 1061695 h 2398711"/>
              <a:gd name="connsiteX128483" fmla="*/ 183761 w 2119654"/>
              <a:gd name="connsiteY128483" fmla="*/ 1078910 h 2398711"/>
              <a:gd name="connsiteX128484" fmla="*/ 225088 w 2119654"/>
              <a:gd name="connsiteY128484" fmla="*/ 1118573 h 2398711"/>
              <a:gd name="connsiteX128485" fmla="*/ 225023 w 2119654"/>
              <a:gd name="connsiteY128485" fmla="*/ 1118309 h 2398711"/>
              <a:gd name="connsiteX128486" fmla="*/ 219831 w 2119654"/>
              <a:gd name="connsiteY128486" fmla="*/ 1110155 h 2398711"/>
              <a:gd name="connsiteX128487" fmla="*/ 219883 w 2119654"/>
              <a:gd name="connsiteY128487" fmla="*/ 1109639 h 2398711"/>
              <a:gd name="connsiteX128488" fmla="*/ 224784 w 2119654"/>
              <a:gd name="connsiteY128488" fmla="*/ 1117336 h 2398711"/>
              <a:gd name="connsiteX128489" fmla="*/ 223513 w 2119654"/>
              <a:gd name="connsiteY128489" fmla="*/ 1112156 h 2398711"/>
              <a:gd name="connsiteX128490" fmla="*/ 179981 w 2119654"/>
              <a:gd name="connsiteY128490" fmla="*/ 1044817 h 2398711"/>
              <a:gd name="connsiteX128491" fmla="*/ 163182 w 2119654"/>
              <a:gd name="connsiteY128491" fmla="*/ 1018046 h 2398711"/>
              <a:gd name="connsiteX128492" fmla="*/ 151566 w 2119654"/>
              <a:gd name="connsiteY128492" fmla="*/ 1002126 h 2398711"/>
              <a:gd name="connsiteX128493" fmla="*/ 151573 w 2119654"/>
              <a:gd name="connsiteY128493" fmla="*/ 1001916 h 2398711"/>
              <a:gd name="connsiteX128494" fmla="*/ 160107 w 2119654"/>
              <a:gd name="connsiteY128494" fmla="*/ 1013612 h 2398711"/>
              <a:gd name="connsiteX128495" fmla="*/ 161889 w 2119654"/>
              <a:gd name="connsiteY128495" fmla="*/ 1015986 h 2398711"/>
              <a:gd name="connsiteX128496" fmla="*/ 136821 w 2119654"/>
              <a:gd name="connsiteY128496" fmla="*/ 976040 h 2398711"/>
              <a:gd name="connsiteX128497" fmla="*/ 136891 w 2119654"/>
              <a:gd name="connsiteY128497" fmla="*/ 975391 h 2398711"/>
              <a:gd name="connsiteX128498" fmla="*/ 160776 w 2119654"/>
              <a:gd name="connsiteY128498" fmla="*/ 1013454 h 2398711"/>
              <a:gd name="connsiteX128499" fmla="*/ 165669 w 2119654"/>
              <a:gd name="connsiteY128499" fmla="*/ 1021024 h 2398711"/>
              <a:gd name="connsiteX128500" fmla="*/ 187338 w 2119654"/>
              <a:gd name="connsiteY128500" fmla="*/ 1049897 h 2398711"/>
              <a:gd name="connsiteX128501" fmla="*/ 167826 w 2119654"/>
              <a:gd name="connsiteY128501" fmla="*/ 1024360 h 2398711"/>
              <a:gd name="connsiteX128502" fmla="*/ 218919 w 2119654"/>
              <a:gd name="connsiteY128502" fmla="*/ 1103396 h 2398711"/>
              <a:gd name="connsiteX128503" fmla="*/ 200705 w 2119654"/>
              <a:gd name="connsiteY128503" fmla="*/ 1069498 h 2398711"/>
              <a:gd name="connsiteX128504" fmla="*/ 197274 w 2119654"/>
              <a:gd name="connsiteY128504" fmla="*/ 1062901 h 2398711"/>
              <a:gd name="connsiteX128505" fmla="*/ 190458 w 2119654"/>
              <a:gd name="connsiteY128505" fmla="*/ 1053980 h 2398711"/>
              <a:gd name="connsiteX128506" fmla="*/ 196474 w 2119654"/>
              <a:gd name="connsiteY128506" fmla="*/ 1061364 h 2398711"/>
              <a:gd name="connsiteX128507" fmla="*/ 187844 w 2119654"/>
              <a:gd name="connsiteY128507" fmla="*/ 1044766 h 2398711"/>
              <a:gd name="connsiteX128508" fmla="*/ 187887 w 2119654"/>
              <a:gd name="connsiteY128508" fmla="*/ 1044547 h 2398711"/>
              <a:gd name="connsiteX128509" fmla="*/ 195004 w 2119654"/>
              <a:gd name="connsiteY128509" fmla="*/ 1058235 h 2398711"/>
              <a:gd name="connsiteX128510" fmla="*/ 197225 w 2119654"/>
              <a:gd name="connsiteY128510" fmla="*/ 1062285 h 2398711"/>
              <a:gd name="connsiteX128511" fmla="*/ 217671 w 2119654"/>
              <a:gd name="connsiteY128511" fmla="*/ 1087375 h 2398711"/>
              <a:gd name="connsiteX128512" fmla="*/ 209708 w 2119654"/>
              <a:gd name="connsiteY128512" fmla="*/ 1052952 h 2398711"/>
              <a:gd name="connsiteX128513" fmla="*/ 200676 w 2119654"/>
              <a:gd name="connsiteY128513" fmla="*/ 1042608 h 2398711"/>
              <a:gd name="connsiteX128514" fmla="*/ 200651 w 2119654"/>
              <a:gd name="connsiteY128514" fmla="*/ 1042122 h 2398711"/>
              <a:gd name="connsiteX128515" fmla="*/ 209565 w 2119654"/>
              <a:gd name="connsiteY128515" fmla="*/ 1052330 h 2398711"/>
              <a:gd name="connsiteX128516" fmla="*/ 208052 w 2119654"/>
              <a:gd name="connsiteY128516" fmla="*/ 1045792 h 2398711"/>
              <a:gd name="connsiteX128517" fmla="*/ 176003 w 2119654"/>
              <a:gd name="connsiteY128517" fmla="*/ 1022848 h 2398711"/>
              <a:gd name="connsiteX128518" fmla="*/ 175940 w 2119654"/>
              <a:gd name="connsiteY128518" fmla="*/ 1022526 h 2398711"/>
              <a:gd name="connsiteX128519" fmla="*/ 195872 w 2119654"/>
              <a:gd name="connsiteY128519" fmla="*/ 1036794 h 2398711"/>
              <a:gd name="connsiteX128520" fmla="*/ 207906 w 2119654"/>
              <a:gd name="connsiteY128520" fmla="*/ 1045161 h 2398711"/>
              <a:gd name="connsiteX128521" fmla="*/ 206414 w 2119654"/>
              <a:gd name="connsiteY128521" fmla="*/ 1038710 h 2398711"/>
              <a:gd name="connsiteX128522" fmla="*/ 167991 w 2119654"/>
              <a:gd name="connsiteY128522" fmla="*/ 1001836 h 2398711"/>
              <a:gd name="connsiteX128523" fmla="*/ 125721 w 2119654"/>
              <a:gd name="connsiteY128523" fmla="*/ 960131 h 2398711"/>
              <a:gd name="connsiteX128524" fmla="*/ 125705 w 2119654"/>
              <a:gd name="connsiteY128524" fmla="*/ 959691 h 2398711"/>
              <a:gd name="connsiteX128525" fmla="*/ 149100 w 2119654"/>
              <a:gd name="connsiteY128525" fmla="*/ 982772 h 2398711"/>
              <a:gd name="connsiteX128526" fmla="*/ 206137 w 2119654"/>
              <a:gd name="connsiteY128526" fmla="*/ 1037511 h 2398711"/>
              <a:gd name="connsiteX128527" fmla="*/ 204776 w 2119654"/>
              <a:gd name="connsiteY128527" fmla="*/ 1031625 h 2398711"/>
              <a:gd name="connsiteX128528" fmla="*/ 204834 w 2119654"/>
              <a:gd name="connsiteY128528" fmla="*/ 1031501 h 2398711"/>
              <a:gd name="connsiteX128529" fmla="*/ 188343 w 2119654"/>
              <a:gd name="connsiteY128529" fmla="*/ 996017 h 2398711"/>
              <a:gd name="connsiteX128530" fmla="*/ 177637 w 2119654"/>
              <a:gd name="connsiteY128530" fmla="*/ 972146 h 2398711"/>
              <a:gd name="connsiteX128531" fmla="*/ 177689 w 2119654"/>
              <a:gd name="connsiteY128531" fmla="*/ 971942 h 2398711"/>
              <a:gd name="connsiteX128532" fmla="*/ 183614 w 2119654"/>
              <a:gd name="connsiteY128532" fmla="*/ 985153 h 2398711"/>
              <a:gd name="connsiteX128533" fmla="*/ 204431 w 2119654"/>
              <a:gd name="connsiteY128533" fmla="*/ 1029947 h 2398711"/>
              <a:gd name="connsiteX128534" fmla="*/ 205023 w 2119654"/>
              <a:gd name="connsiteY128534" fmla="*/ 1031098 h 2398711"/>
              <a:gd name="connsiteX128535" fmla="*/ 205031 w 2119654"/>
              <a:gd name="connsiteY128535" fmla="*/ 1031082 h 2398711"/>
              <a:gd name="connsiteX128536" fmla="*/ 205044 w 2119654"/>
              <a:gd name="connsiteY128536" fmla="*/ 1031138 h 2398711"/>
              <a:gd name="connsiteX128537" fmla="*/ 210449 w 2119654"/>
              <a:gd name="connsiteY128537" fmla="*/ 1041650 h 2398711"/>
              <a:gd name="connsiteX128538" fmla="*/ 229539 w 2119654"/>
              <a:gd name="connsiteY128538" fmla="*/ 1059971 h 2398711"/>
              <a:gd name="connsiteX128539" fmla="*/ 221839 w 2119654"/>
              <a:gd name="connsiteY128539" fmla="*/ 1037330 h 2398711"/>
              <a:gd name="connsiteX128540" fmla="*/ 205426 w 2119654"/>
              <a:gd name="connsiteY128540" fmla="*/ 1021587 h 2398711"/>
              <a:gd name="connsiteX128541" fmla="*/ 205405 w 2119654"/>
              <a:gd name="connsiteY128541" fmla="*/ 1021147 h 2398711"/>
              <a:gd name="connsiteX128542" fmla="*/ 221627 w 2119654"/>
              <a:gd name="connsiteY128542" fmla="*/ 1036707 h 2398711"/>
              <a:gd name="connsiteX128543" fmla="*/ 213638 w 2119654"/>
              <a:gd name="connsiteY128543" fmla="*/ 1013218 h 2398711"/>
              <a:gd name="connsiteX128544" fmla="*/ 212798 w 2119654"/>
              <a:gd name="connsiteY128544" fmla="*/ 1012438 h 2398711"/>
              <a:gd name="connsiteX128545" fmla="*/ 212772 w 2119654"/>
              <a:gd name="connsiteY128545" fmla="*/ 1011998 h 2398711"/>
              <a:gd name="connsiteX128546" fmla="*/ 213431 w 2119654"/>
              <a:gd name="connsiteY128546" fmla="*/ 1012610 h 2398711"/>
              <a:gd name="connsiteX128547" fmla="*/ 211959 w 2119654"/>
              <a:gd name="connsiteY128547" fmla="*/ 1008281 h 2398711"/>
              <a:gd name="connsiteX128548" fmla="*/ 212107 w 2119654"/>
              <a:gd name="connsiteY128548" fmla="*/ 1007860 h 2398711"/>
              <a:gd name="connsiteX128549" fmla="*/ 213857 w 2119654"/>
              <a:gd name="connsiteY128549" fmla="*/ 1013005 h 2398711"/>
              <a:gd name="connsiteX128550" fmla="*/ 229476 w 2119654"/>
              <a:gd name="connsiteY128550" fmla="*/ 1027508 h 2398711"/>
              <a:gd name="connsiteX128551" fmla="*/ 215425 w 2119654"/>
              <a:gd name="connsiteY128551" fmla="*/ 1000973 h 2398711"/>
              <a:gd name="connsiteX128552" fmla="*/ 213971 w 2119654"/>
              <a:gd name="connsiteY128552" fmla="*/ 999268 h 2398711"/>
              <a:gd name="connsiteX128553" fmla="*/ 213983 w 2119654"/>
              <a:gd name="connsiteY128553" fmla="*/ 999053 h 2398711"/>
              <a:gd name="connsiteX128554" fmla="*/ 197503 w 2119654"/>
              <a:gd name="connsiteY128554" fmla="*/ 978426 h 2398711"/>
              <a:gd name="connsiteX128555" fmla="*/ 175844 w 2119654"/>
              <a:gd name="connsiteY128555" fmla="*/ 950556 h 2398711"/>
              <a:gd name="connsiteX128556" fmla="*/ 175846 w 2119654"/>
              <a:gd name="connsiteY128556" fmla="*/ 950273 h 2398711"/>
              <a:gd name="connsiteX128557" fmla="*/ 187832 w 2119654"/>
              <a:gd name="connsiteY128557" fmla="*/ 965696 h 2398711"/>
              <a:gd name="connsiteX128558" fmla="*/ 214261 w 2119654"/>
              <a:gd name="connsiteY128558" fmla="*/ 998773 h 2398711"/>
              <a:gd name="connsiteX128559" fmla="*/ 203842 w 2119654"/>
              <a:gd name="connsiteY128559" fmla="*/ 979097 h 2398711"/>
              <a:gd name="connsiteX128560" fmla="*/ 178133 w 2119654"/>
              <a:gd name="connsiteY128560" fmla="*/ 928887 h 2398711"/>
              <a:gd name="connsiteX128561" fmla="*/ 163386 w 2119654"/>
              <a:gd name="connsiteY128561" fmla="*/ 927512 h 2398711"/>
              <a:gd name="connsiteX128562" fmla="*/ 108132 w 2119654"/>
              <a:gd name="connsiteY128562" fmla="*/ 924580 h 2398711"/>
              <a:gd name="connsiteX128563" fmla="*/ 91926 w 2119654"/>
              <a:gd name="connsiteY128563" fmla="*/ 923938 h 2398711"/>
              <a:gd name="connsiteX128564" fmla="*/ 92116 w 2119654"/>
              <a:gd name="connsiteY128564" fmla="*/ 923799 h 2398711"/>
              <a:gd name="connsiteX128565" fmla="*/ 121400 w 2119654"/>
              <a:gd name="connsiteY128565" fmla="*/ 924959 h 2398711"/>
              <a:gd name="connsiteX128566" fmla="*/ 176656 w 2119654"/>
              <a:gd name="connsiteY128566" fmla="*/ 927892 h 2398711"/>
              <a:gd name="connsiteX128567" fmla="*/ 177672 w 2119654"/>
              <a:gd name="connsiteY128567" fmla="*/ 927986 h 2398711"/>
              <a:gd name="connsiteX128568" fmla="*/ 176607 w 2119654"/>
              <a:gd name="connsiteY128568" fmla="*/ 925909 h 2398711"/>
              <a:gd name="connsiteX128569" fmla="*/ 176733 w 2119654"/>
              <a:gd name="connsiteY128569" fmla="*/ 925484 h 2398711"/>
              <a:gd name="connsiteX128570" fmla="*/ 178030 w 2119654"/>
              <a:gd name="connsiteY128570" fmla="*/ 928019 h 2398711"/>
              <a:gd name="connsiteX128571" fmla="*/ 181601 w 2119654"/>
              <a:gd name="connsiteY128571" fmla="*/ 928353 h 2398711"/>
              <a:gd name="connsiteX128572" fmla="*/ 155243 w 2119654"/>
              <a:gd name="connsiteY128572" fmla="*/ 871639 h 2398711"/>
              <a:gd name="connsiteX128573" fmla="*/ 140890 w 2119654"/>
              <a:gd name="connsiteY128573" fmla="*/ 839633 h 2398711"/>
              <a:gd name="connsiteX128574" fmla="*/ 140959 w 2119654"/>
              <a:gd name="connsiteY128574" fmla="*/ 839360 h 2398711"/>
              <a:gd name="connsiteX128575" fmla="*/ 148902 w 2119654"/>
              <a:gd name="connsiteY128575" fmla="*/ 857072 h 2398711"/>
              <a:gd name="connsiteX128576" fmla="*/ 176812 w 2119654"/>
              <a:gd name="connsiteY128576" fmla="*/ 917126 h 2398711"/>
              <a:gd name="connsiteX128577" fmla="*/ 182634 w 2119654"/>
              <a:gd name="connsiteY128577" fmla="*/ 928449 h 2398711"/>
              <a:gd name="connsiteX128578" fmla="*/ 196151 w 2119654"/>
              <a:gd name="connsiteY128578" fmla="*/ 929709 h 2398711"/>
              <a:gd name="connsiteX128579" fmla="*/ 164832 w 2119654"/>
              <a:gd name="connsiteY128579" fmla="*/ 886805 h 2398711"/>
              <a:gd name="connsiteX128580" fmla="*/ 164888 w 2119654"/>
              <a:gd name="connsiteY128580" fmla="*/ 886365 h 2398711"/>
              <a:gd name="connsiteX128581" fmla="*/ 184385 w 2119654"/>
              <a:gd name="connsiteY128581" fmla="*/ 913074 h 2398711"/>
              <a:gd name="connsiteX128582" fmla="*/ 196994 w 2119654"/>
              <a:gd name="connsiteY128582" fmla="*/ 929786 h 2398711"/>
              <a:gd name="connsiteX128583" fmla="*/ 198721 w 2119654"/>
              <a:gd name="connsiteY128583" fmla="*/ 929948 h 2398711"/>
              <a:gd name="connsiteX128584" fmla="*/ 189058 w 2119654"/>
              <a:gd name="connsiteY128584" fmla="*/ 899925 h 2398711"/>
              <a:gd name="connsiteX128585" fmla="*/ 189157 w 2119654"/>
              <a:gd name="connsiteY128585" fmla="*/ 899659 h 2398711"/>
              <a:gd name="connsiteX128586" fmla="*/ 195141 w 2119654"/>
              <a:gd name="connsiteY128586" fmla="*/ 918252 h 2398711"/>
              <a:gd name="connsiteX128587" fmla="*/ 199092 w 2119654"/>
              <a:gd name="connsiteY128587" fmla="*/ 929984 h 2398711"/>
              <a:gd name="connsiteX128588" fmla="*/ 201943 w 2119654"/>
              <a:gd name="connsiteY128588" fmla="*/ 930249 h 2398711"/>
              <a:gd name="connsiteX128589" fmla="*/ 197926 w 2119654"/>
              <a:gd name="connsiteY128589" fmla="*/ 920444 h 2398711"/>
              <a:gd name="connsiteX128590" fmla="*/ 197997 w 2119654"/>
              <a:gd name="connsiteY128590" fmla="*/ 920195 h 2398711"/>
              <a:gd name="connsiteX128591" fmla="*/ 202123 w 2119654"/>
              <a:gd name="connsiteY128591" fmla="*/ 930266 h 2398711"/>
              <a:gd name="connsiteX128592" fmla="*/ 210421 w 2119654"/>
              <a:gd name="connsiteY128592" fmla="*/ 931038 h 2398711"/>
              <a:gd name="connsiteX128593" fmla="*/ 208025 w 2119654"/>
              <a:gd name="connsiteY128593" fmla="*/ 923593 h 2398711"/>
              <a:gd name="connsiteX128594" fmla="*/ 208195 w 2119654"/>
              <a:gd name="connsiteY128594" fmla="*/ 923138 h 2398711"/>
              <a:gd name="connsiteX128595" fmla="*/ 210748 w 2119654"/>
              <a:gd name="connsiteY128595" fmla="*/ 931070 h 2398711"/>
              <a:gd name="connsiteX128596" fmla="*/ 215569 w 2119654"/>
              <a:gd name="connsiteY128596" fmla="*/ 931520 h 2398711"/>
              <a:gd name="connsiteX128597" fmla="*/ 214260 w 2119654"/>
              <a:gd name="connsiteY128597" fmla="*/ 921164 h 2398711"/>
              <a:gd name="connsiteX128598" fmla="*/ 176021 w 2119654"/>
              <a:gd name="connsiteY128598" fmla="*/ 848953 h 2398711"/>
              <a:gd name="connsiteX128599" fmla="*/ 141553 w 2119654"/>
              <a:gd name="connsiteY128599" fmla="*/ 781636 h 2398711"/>
              <a:gd name="connsiteX128600" fmla="*/ 121783 w 2119654"/>
              <a:gd name="connsiteY128600" fmla="*/ 779793 h 2398711"/>
              <a:gd name="connsiteX128601" fmla="*/ 47705 w 2119654"/>
              <a:gd name="connsiteY128601" fmla="*/ 775861 h 2398711"/>
              <a:gd name="connsiteX128602" fmla="*/ 25977 w 2119654"/>
              <a:gd name="connsiteY128602" fmla="*/ 775001 h 2398711"/>
              <a:gd name="connsiteX128603" fmla="*/ 26232 w 2119654"/>
              <a:gd name="connsiteY128603" fmla="*/ 774815 h 2398711"/>
              <a:gd name="connsiteX128604" fmla="*/ 65494 w 2119654"/>
              <a:gd name="connsiteY128604" fmla="*/ 776370 h 2398711"/>
              <a:gd name="connsiteX128605" fmla="*/ 139573 w 2119654"/>
              <a:gd name="connsiteY128605" fmla="*/ 780302 h 2398711"/>
              <a:gd name="connsiteX128606" fmla="*/ 140935 w 2119654"/>
              <a:gd name="connsiteY128606" fmla="*/ 780429 h 2398711"/>
              <a:gd name="connsiteX128607" fmla="*/ 139508 w 2119654"/>
              <a:gd name="connsiteY128607" fmla="*/ 777644 h 2398711"/>
              <a:gd name="connsiteX128608" fmla="*/ 139677 w 2119654"/>
              <a:gd name="connsiteY128608" fmla="*/ 777074 h 2398711"/>
              <a:gd name="connsiteX128609" fmla="*/ 141417 w 2119654"/>
              <a:gd name="connsiteY128609" fmla="*/ 780473 h 2398711"/>
              <a:gd name="connsiteX128610" fmla="*/ 169156 w 2119654"/>
              <a:gd name="connsiteY128610" fmla="*/ 783058 h 2398711"/>
              <a:gd name="connsiteX128611" fmla="*/ 157091 w 2119654"/>
              <a:gd name="connsiteY128611" fmla="*/ 745574 h 2398711"/>
              <a:gd name="connsiteX128612" fmla="*/ 119799 w 2119654"/>
              <a:gd name="connsiteY128612" fmla="*/ 734188 h 2398711"/>
              <a:gd name="connsiteX128613" fmla="*/ 101042 w 2119654"/>
              <a:gd name="connsiteY128613" fmla="*/ 728735 h 2398711"/>
              <a:gd name="connsiteX128614" fmla="*/ 101305 w 2119654"/>
              <a:gd name="connsiteY128614" fmla="*/ 728629 h 2398711"/>
              <a:gd name="connsiteX128615" fmla="*/ 135198 w 2119654"/>
              <a:gd name="connsiteY128615" fmla="*/ 738481 h 2398711"/>
              <a:gd name="connsiteX128616" fmla="*/ 156945 w 2119654"/>
              <a:gd name="connsiteY128616" fmla="*/ 745122 h 2398711"/>
              <a:gd name="connsiteX128617" fmla="*/ 156201 w 2119654"/>
              <a:gd name="connsiteY128617" fmla="*/ 742807 h 2398711"/>
              <a:gd name="connsiteX128618" fmla="*/ 156333 w 2119654"/>
              <a:gd name="connsiteY128618" fmla="*/ 742451 h 2398711"/>
              <a:gd name="connsiteX128619" fmla="*/ 157220 w 2119654"/>
              <a:gd name="connsiteY128619" fmla="*/ 745206 h 2398711"/>
              <a:gd name="connsiteX128620" fmla="*/ 198931 w 2119654"/>
              <a:gd name="connsiteY128620" fmla="*/ 757941 h 2398711"/>
              <a:gd name="connsiteX128621" fmla="*/ 199461 w 2119654"/>
              <a:gd name="connsiteY128621" fmla="*/ 758127 h 2398711"/>
              <a:gd name="connsiteX128622" fmla="*/ 197716 w 2119654"/>
              <a:gd name="connsiteY128622" fmla="*/ 734055 h 2398711"/>
              <a:gd name="connsiteX128623" fmla="*/ 170610 w 2119654"/>
              <a:gd name="connsiteY128623" fmla="*/ 732616 h 2398711"/>
              <a:gd name="connsiteX128624" fmla="*/ 154403 w 2119654"/>
              <a:gd name="connsiteY128624" fmla="*/ 731974 h 2398711"/>
              <a:gd name="connsiteX128625" fmla="*/ 154594 w 2119654"/>
              <a:gd name="connsiteY128625" fmla="*/ 731836 h 2398711"/>
              <a:gd name="connsiteX128626" fmla="*/ 183879 w 2119654"/>
              <a:gd name="connsiteY128626" fmla="*/ 732997 h 2398711"/>
              <a:gd name="connsiteX128627" fmla="*/ 197692 w 2119654"/>
              <a:gd name="connsiteY128627" fmla="*/ 733729 h 2398711"/>
              <a:gd name="connsiteX128628" fmla="*/ 196767 w 2119654"/>
              <a:gd name="connsiteY128628" fmla="*/ 720959 h 2398711"/>
              <a:gd name="connsiteX128629" fmla="*/ 197039 w 2119654"/>
              <a:gd name="connsiteY128629" fmla="*/ 720559 h 2398711"/>
              <a:gd name="connsiteX128630" fmla="*/ 197995 w 2119654"/>
              <a:gd name="connsiteY128630" fmla="*/ 733746 h 2398711"/>
              <a:gd name="connsiteX128631" fmla="*/ 239133 w 2119654"/>
              <a:gd name="connsiteY128631" fmla="*/ 735928 h 2398711"/>
              <a:gd name="connsiteX128632" fmla="*/ 240149 w 2119654"/>
              <a:gd name="connsiteY128632" fmla="*/ 736022 h 2398711"/>
              <a:gd name="connsiteX128633" fmla="*/ 239085 w 2119654"/>
              <a:gd name="connsiteY128633" fmla="*/ 733946 h 2398711"/>
              <a:gd name="connsiteX128634" fmla="*/ 239211 w 2119654"/>
              <a:gd name="connsiteY128634" fmla="*/ 733521 h 2398711"/>
              <a:gd name="connsiteX128635" fmla="*/ 240509 w 2119654"/>
              <a:gd name="connsiteY128635" fmla="*/ 736056 h 2398711"/>
              <a:gd name="connsiteX128636" fmla="*/ 261198 w 2119654"/>
              <a:gd name="connsiteY128636" fmla="*/ 737985 h 2398711"/>
              <a:gd name="connsiteX128637" fmla="*/ 256045 w 2119654"/>
              <a:gd name="connsiteY128637" fmla="*/ 721972 h 2398711"/>
              <a:gd name="connsiteX128638" fmla="*/ 243730 w 2119654"/>
              <a:gd name="connsiteY128638" fmla="*/ 718136 h 2398711"/>
              <a:gd name="connsiteX128639" fmla="*/ 207961 w 2119654"/>
              <a:gd name="connsiteY128639" fmla="*/ 707517 h 2398711"/>
              <a:gd name="connsiteX128640" fmla="*/ 208464 w 2119654"/>
              <a:gd name="connsiteY128640" fmla="*/ 707317 h 2398711"/>
              <a:gd name="connsiteX128641" fmla="*/ 255856 w 2119654"/>
              <a:gd name="connsiteY128641" fmla="*/ 721386 h 2398711"/>
              <a:gd name="connsiteX128642" fmla="*/ 251535 w 2119654"/>
              <a:gd name="connsiteY128642" fmla="*/ 707961 h 2398711"/>
              <a:gd name="connsiteX128643" fmla="*/ 251634 w 2119654"/>
              <a:gd name="connsiteY128643" fmla="*/ 707695 h 2398711"/>
              <a:gd name="connsiteX128644" fmla="*/ 256060 w 2119654"/>
              <a:gd name="connsiteY128644" fmla="*/ 721446 h 2398711"/>
              <a:gd name="connsiteX128645" fmla="*/ 273097 w 2119654"/>
              <a:gd name="connsiteY128645" fmla="*/ 726504 h 2398711"/>
              <a:gd name="connsiteX128646" fmla="*/ 283156 w 2119654"/>
              <a:gd name="connsiteY128646" fmla="*/ 729637 h 2398711"/>
              <a:gd name="connsiteX128647" fmla="*/ 277969 w 2119654"/>
              <a:gd name="connsiteY128647" fmla="*/ 711443 h 2398711"/>
              <a:gd name="connsiteX128648" fmla="*/ 274307 w 2119654"/>
              <a:gd name="connsiteY128648" fmla="*/ 709287 h 2398711"/>
              <a:gd name="connsiteX128649" fmla="*/ 274787 w 2119654"/>
              <a:gd name="connsiteY128649" fmla="*/ 709220 h 2398711"/>
              <a:gd name="connsiteX128650" fmla="*/ 277850 w 2119654"/>
              <a:gd name="connsiteY128650" fmla="*/ 711022 h 2398711"/>
              <a:gd name="connsiteX128651" fmla="*/ 272950 w 2119654"/>
              <a:gd name="connsiteY128651" fmla="*/ 693838 h 2398711"/>
              <a:gd name="connsiteX128652" fmla="*/ 219169 w 2119654"/>
              <a:gd name="connsiteY128652" fmla="*/ 682354 h 2398711"/>
              <a:gd name="connsiteX128653" fmla="*/ 197843 w 2119654"/>
              <a:gd name="connsiteY128653" fmla="*/ 678100 h 2398711"/>
              <a:gd name="connsiteX128654" fmla="*/ 198125 w 2119654"/>
              <a:gd name="connsiteY128654" fmla="*/ 677957 h 2398711"/>
              <a:gd name="connsiteX128655" fmla="*/ 236658 w 2119654"/>
              <a:gd name="connsiteY128655" fmla="*/ 685644 h 2398711"/>
              <a:gd name="connsiteX128656" fmla="*/ 272915 w 2119654"/>
              <a:gd name="connsiteY128656" fmla="*/ 693714 h 2398711"/>
              <a:gd name="connsiteX128657" fmla="*/ 270756 w 2119654"/>
              <a:gd name="connsiteY128657" fmla="*/ 686137 h 2398711"/>
              <a:gd name="connsiteX128658" fmla="*/ 264996 w 2119654"/>
              <a:gd name="connsiteY128658" fmla="*/ 664852 h 2398711"/>
              <a:gd name="connsiteX128659" fmla="*/ 244022 w 2119654"/>
              <a:gd name="connsiteY128659" fmla="*/ 664021 h 2398711"/>
              <a:gd name="connsiteX128660" fmla="*/ 244463 w 2119654"/>
              <a:gd name="connsiteY128660" fmla="*/ 663703 h 2398711"/>
              <a:gd name="connsiteX128661" fmla="*/ 264905 w 2119654"/>
              <a:gd name="connsiteY128661" fmla="*/ 664513 h 2398711"/>
              <a:gd name="connsiteX128662" fmla="*/ 264356 w 2119654"/>
              <a:gd name="connsiteY128662" fmla="*/ 662487 h 2398711"/>
              <a:gd name="connsiteX128663" fmla="*/ 259710 w 2119654"/>
              <a:gd name="connsiteY128663" fmla="*/ 660298 h 2398711"/>
              <a:gd name="connsiteX128664" fmla="*/ 259986 w 2119654"/>
              <a:gd name="connsiteY128664" fmla="*/ 660235 h 2398711"/>
              <a:gd name="connsiteX128665" fmla="*/ 264297 w 2119654"/>
              <a:gd name="connsiteY128665" fmla="*/ 662265 h 2398711"/>
              <a:gd name="connsiteX128666" fmla="*/ 262900 w 2119654"/>
              <a:gd name="connsiteY128666" fmla="*/ 657106 h 2398711"/>
              <a:gd name="connsiteX128667" fmla="*/ 253063 w 2119654"/>
              <a:gd name="connsiteY128667" fmla="*/ 639371 h 2398711"/>
              <a:gd name="connsiteX128668" fmla="*/ 253109 w 2119654"/>
              <a:gd name="connsiteY128668" fmla="*/ 639093 h 2398711"/>
              <a:gd name="connsiteX128669" fmla="*/ 262524 w 2119654"/>
              <a:gd name="connsiteY128669" fmla="*/ 656068 h 2398711"/>
              <a:gd name="connsiteX128670" fmla="*/ 262702 w 2119654"/>
              <a:gd name="connsiteY128670" fmla="*/ 656374 h 2398711"/>
              <a:gd name="connsiteX128671" fmla="*/ 261596 w 2119654"/>
              <a:gd name="connsiteY128671" fmla="*/ 652279 h 2398711"/>
              <a:gd name="connsiteX128672" fmla="*/ 261706 w 2119654"/>
              <a:gd name="connsiteY128672" fmla="*/ 652020 h 2398711"/>
              <a:gd name="connsiteX128673" fmla="*/ 263039 w 2119654"/>
              <a:gd name="connsiteY128673" fmla="*/ 656951 h 2398711"/>
              <a:gd name="connsiteX128674" fmla="*/ 266843 w 2119654"/>
              <a:gd name="connsiteY128674" fmla="*/ 663465 h 2398711"/>
              <a:gd name="connsiteX128675" fmla="*/ 269451 w 2119654"/>
              <a:gd name="connsiteY128675" fmla="*/ 664693 h 2398711"/>
              <a:gd name="connsiteX128676" fmla="*/ 302835 w 2119654"/>
              <a:gd name="connsiteY128676" fmla="*/ 666014 h 2398711"/>
              <a:gd name="connsiteX128677" fmla="*/ 302494 w 2119654"/>
              <a:gd name="connsiteY128677" fmla="*/ 663724 h 2398711"/>
              <a:gd name="connsiteX128678" fmla="*/ 298502 w 2119654"/>
              <a:gd name="connsiteY128678" fmla="*/ 662872 h 2398711"/>
              <a:gd name="connsiteX128679" fmla="*/ 282596 w 2119654"/>
              <a:gd name="connsiteY128679" fmla="*/ 659697 h 2398711"/>
              <a:gd name="connsiteX128680" fmla="*/ 282806 w 2119654"/>
              <a:gd name="connsiteY128680" fmla="*/ 659590 h 2398711"/>
              <a:gd name="connsiteX128681" fmla="*/ 302462 w 2119654"/>
              <a:gd name="connsiteY128681" fmla="*/ 663512 h 2398711"/>
              <a:gd name="connsiteX128682" fmla="*/ 301332 w 2119654"/>
              <a:gd name="connsiteY128682" fmla="*/ 655941 h 2398711"/>
              <a:gd name="connsiteX128683" fmla="*/ 299465 w 2119654"/>
              <a:gd name="connsiteY128683" fmla="*/ 636227 h 2398711"/>
              <a:gd name="connsiteX128684" fmla="*/ 283574 w 2119654"/>
              <a:gd name="connsiteY128684" fmla="*/ 629465 h 2398711"/>
              <a:gd name="connsiteX128685" fmla="*/ 263453 w 2119654"/>
              <a:gd name="connsiteY128685" fmla="*/ 621222 h 2398711"/>
              <a:gd name="connsiteX128686" fmla="*/ 263756 w 2119654"/>
              <a:gd name="connsiteY128686" fmla="*/ 621134 h 2398711"/>
              <a:gd name="connsiteX128687" fmla="*/ 299419 w 2119654"/>
              <a:gd name="connsiteY128687" fmla="*/ 635745 h 2398711"/>
              <a:gd name="connsiteX128688" fmla="*/ 296406 w 2119654"/>
              <a:gd name="connsiteY128688" fmla="*/ 603931 h 2398711"/>
              <a:gd name="connsiteX128689" fmla="*/ 284125 w 2119654"/>
              <a:gd name="connsiteY128689" fmla="*/ 598601 h 2398711"/>
              <a:gd name="connsiteX128690" fmla="*/ 281008 w 2119654"/>
              <a:gd name="connsiteY128690" fmla="*/ 597702 h 2398711"/>
              <a:gd name="connsiteX128691" fmla="*/ 281277 w 2119654"/>
              <a:gd name="connsiteY128691" fmla="*/ 597592 h 2398711"/>
              <a:gd name="connsiteX128692" fmla="*/ 282835 w 2119654"/>
              <a:gd name="connsiteY128692" fmla="*/ 598041 h 2398711"/>
              <a:gd name="connsiteX128693" fmla="*/ 229601 w 2119654"/>
              <a:gd name="connsiteY128693" fmla="*/ 574940 h 2398711"/>
              <a:gd name="connsiteX128694" fmla="*/ 63346 w 2119654"/>
              <a:gd name="connsiteY128694" fmla="*/ 520605 h 23987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  <a:cxn ang="0">
                <a:pos x="connsiteX4967" y="connsiteY4967"/>
              </a:cxn>
              <a:cxn ang="0">
                <a:pos x="connsiteX4968" y="connsiteY4968"/>
              </a:cxn>
              <a:cxn ang="0">
                <a:pos x="connsiteX4969" y="connsiteY4969"/>
              </a:cxn>
              <a:cxn ang="0">
                <a:pos x="connsiteX4970" y="connsiteY4970"/>
              </a:cxn>
              <a:cxn ang="0">
                <a:pos x="connsiteX4971" y="connsiteY4971"/>
              </a:cxn>
              <a:cxn ang="0">
                <a:pos x="connsiteX4972" y="connsiteY4972"/>
              </a:cxn>
              <a:cxn ang="0">
                <a:pos x="connsiteX4973" y="connsiteY4973"/>
              </a:cxn>
              <a:cxn ang="0">
                <a:pos x="connsiteX4974" y="connsiteY4974"/>
              </a:cxn>
              <a:cxn ang="0">
                <a:pos x="connsiteX4975" y="connsiteY4975"/>
              </a:cxn>
              <a:cxn ang="0">
                <a:pos x="connsiteX4976" y="connsiteY4976"/>
              </a:cxn>
              <a:cxn ang="0">
                <a:pos x="connsiteX4977" y="connsiteY4977"/>
              </a:cxn>
              <a:cxn ang="0">
                <a:pos x="connsiteX4978" y="connsiteY4978"/>
              </a:cxn>
              <a:cxn ang="0">
                <a:pos x="connsiteX4979" y="connsiteY4979"/>
              </a:cxn>
              <a:cxn ang="0">
                <a:pos x="connsiteX4980" y="connsiteY4980"/>
              </a:cxn>
              <a:cxn ang="0">
                <a:pos x="connsiteX4981" y="connsiteY4981"/>
              </a:cxn>
              <a:cxn ang="0">
                <a:pos x="connsiteX4982" y="connsiteY4982"/>
              </a:cxn>
              <a:cxn ang="0">
                <a:pos x="connsiteX4983" y="connsiteY4983"/>
              </a:cxn>
              <a:cxn ang="0">
                <a:pos x="connsiteX4984" y="connsiteY4984"/>
              </a:cxn>
              <a:cxn ang="0">
                <a:pos x="connsiteX4985" y="connsiteY4985"/>
              </a:cxn>
              <a:cxn ang="0">
                <a:pos x="connsiteX4986" y="connsiteY4986"/>
              </a:cxn>
              <a:cxn ang="0">
                <a:pos x="connsiteX4987" y="connsiteY4987"/>
              </a:cxn>
              <a:cxn ang="0">
                <a:pos x="connsiteX4988" y="connsiteY4988"/>
              </a:cxn>
              <a:cxn ang="0">
                <a:pos x="connsiteX4989" y="connsiteY4989"/>
              </a:cxn>
              <a:cxn ang="0">
                <a:pos x="connsiteX4990" y="connsiteY4990"/>
              </a:cxn>
              <a:cxn ang="0">
                <a:pos x="connsiteX4991" y="connsiteY4991"/>
              </a:cxn>
              <a:cxn ang="0">
                <a:pos x="connsiteX4992" y="connsiteY4992"/>
              </a:cxn>
              <a:cxn ang="0">
                <a:pos x="connsiteX4993" y="connsiteY4993"/>
              </a:cxn>
              <a:cxn ang="0">
                <a:pos x="connsiteX4994" y="connsiteY4994"/>
              </a:cxn>
              <a:cxn ang="0">
                <a:pos x="connsiteX4995" y="connsiteY4995"/>
              </a:cxn>
              <a:cxn ang="0">
                <a:pos x="connsiteX4996" y="connsiteY4996"/>
              </a:cxn>
              <a:cxn ang="0">
                <a:pos x="connsiteX4997" y="connsiteY4997"/>
              </a:cxn>
              <a:cxn ang="0">
                <a:pos x="connsiteX4998" y="connsiteY4998"/>
              </a:cxn>
              <a:cxn ang="0">
                <a:pos x="connsiteX4999" y="connsiteY4999"/>
              </a:cxn>
              <a:cxn ang="0">
                <a:pos x="connsiteX5000" y="connsiteY5000"/>
              </a:cxn>
              <a:cxn ang="0">
                <a:pos x="connsiteX5001" y="connsiteY5001"/>
              </a:cxn>
              <a:cxn ang="0">
                <a:pos x="connsiteX5002" y="connsiteY5002"/>
              </a:cxn>
              <a:cxn ang="0">
                <a:pos x="connsiteX5003" y="connsiteY5003"/>
              </a:cxn>
              <a:cxn ang="0">
                <a:pos x="connsiteX5004" y="connsiteY5004"/>
              </a:cxn>
              <a:cxn ang="0">
                <a:pos x="connsiteX5005" y="connsiteY5005"/>
              </a:cxn>
              <a:cxn ang="0">
                <a:pos x="connsiteX5006" y="connsiteY5006"/>
              </a:cxn>
              <a:cxn ang="0">
                <a:pos x="connsiteX5007" y="connsiteY5007"/>
              </a:cxn>
              <a:cxn ang="0">
                <a:pos x="connsiteX5008" y="connsiteY5008"/>
              </a:cxn>
              <a:cxn ang="0">
                <a:pos x="connsiteX5009" y="connsiteY5009"/>
              </a:cxn>
              <a:cxn ang="0">
                <a:pos x="connsiteX5010" y="connsiteY5010"/>
              </a:cxn>
              <a:cxn ang="0">
                <a:pos x="connsiteX5011" y="connsiteY5011"/>
              </a:cxn>
              <a:cxn ang="0">
                <a:pos x="connsiteX5012" y="connsiteY5012"/>
              </a:cxn>
              <a:cxn ang="0">
                <a:pos x="connsiteX5013" y="connsiteY5013"/>
              </a:cxn>
              <a:cxn ang="0">
                <a:pos x="connsiteX5014" y="connsiteY5014"/>
              </a:cxn>
              <a:cxn ang="0">
                <a:pos x="connsiteX5015" y="connsiteY5015"/>
              </a:cxn>
              <a:cxn ang="0">
                <a:pos x="connsiteX5016" y="connsiteY5016"/>
              </a:cxn>
              <a:cxn ang="0">
                <a:pos x="connsiteX5017" y="connsiteY5017"/>
              </a:cxn>
              <a:cxn ang="0">
                <a:pos x="connsiteX5018" y="connsiteY5018"/>
              </a:cxn>
              <a:cxn ang="0">
                <a:pos x="connsiteX5019" y="connsiteY5019"/>
              </a:cxn>
              <a:cxn ang="0">
                <a:pos x="connsiteX5020" y="connsiteY5020"/>
              </a:cxn>
              <a:cxn ang="0">
                <a:pos x="connsiteX5021" y="connsiteY5021"/>
              </a:cxn>
              <a:cxn ang="0">
                <a:pos x="connsiteX5022" y="connsiteY5022"/>
              </a:cxn>
              <a:cxn ang="0">
                <a:pos x="connsiteX5023" y="connsiteY5023"/>
              </a:cxn>
              <a:cxn ang="0">
                <a:pos x="connsiteX5024" y="connsiteY5024"/>
              </a:cxn>
              <a:cxn ang="0">
                <a:pos x="connsiteX5025" y="connsiteY5025"/>
              </a:cxn>
              <a:cxn ang="0">
                <a:pos x="connsiteX5026" y="connsiteY5026"/>
              </a:cxn>
              <a:cxn ang="0">
                <a:pos x="connsiteX5027" y="connsiteY5027"/>
              </a:cxn>
              <a:cxn ang="0">
                <a:pos x="connsiteX5028" y="connsiteY5028"/>
              </a:cxn>
              <a:cxn ang="0">
                <a:pos x="connsiteX5029" y="connsiteY5029"/>
              </a:cxn>
              <a:cxn ang="0">
                <a:pos x="connsiteX5030" y="connsiteY5030"/>
              </a:cxn>
              <a:cxn ang="0">
                <a:pos x="connsiteX5031" y="connsiteY5031"/>
              </a:cxn>
              <a:cxn ang="0">
                <a:pos x="connsiteX5032" y="connsiteY5032"/>
              </a:cxn>
              <a:cxn ang="0">
                <a:pos x="connsiteX5033" y="connsiteY5033"/>
              </a:cxn>
              <a:cxn ang="0">
                <a:pos x="connsiteX5034" y="connsiteY5034"/>
              </a:cxn>
              <a:cxn ang="0">
                <a:pos x="connsiteX5035" y="connsiteY5035"/>
              </a:cxn>
              <a:cxn ang="0">
                <a:pos x="connsiteX5036" y="connsiteY5036"/>
              </a:cxn>
              <a:cxn ang="0">
                <a:pos x="connsiteX5037" y="connsiteY5037"/>
              </a:cxn>
              <a:cxn ang="0">
                <a:pos x="connsiteX5038" y="connsiteY5038"/>
              </a:cxn>
              <a:cxn ang="0">
                <a:pos x="connsiteX5039" y="connsiteY5039"/>
              </a:cxn>
              <a:cxn ang="0">
                <a:pos x="connsiteX5040" y="connsiteY5040"/>
              </a:cxn>
              <a:cxn ang="0">
                <a:pos x="connsiteX5041" y="connsiteY5041"/>
              </a:cxn>
              <a:cxn ang="0">
                <a:pos x="connsiteX5042" y="connsiteY5042"/>
              </a:cxn>
              <a:cxn ang="0">
                <a:pos x="connsiteX5043" y="connsiteY5043"/>
              </a:cxn>
              <a:cxn ang="0">
                <a:pos x="connsiteX5044" y="connsiteY5044"/>
              </a:cxn>
              <a:cxn ang="0">
                <a:pos x="connsiteX5045" y="connsiteY5045"/>
              </a:cxn>
              <a:cxn ang="0">
                <a:pos x="connsiteX5046" y="connsiteY5046"/>
              </a:cxn>
              <a:cxn ang="0">
                <a:pos x="connsiteX5047" y="connsiteY5047"/>
              </a:cxn>
              <a:cxn ang="0">
                <a:pos x="connsiteX5048" y="connsiteY5048"/>
              </a:cxn>
              <a:cxn ang="0">
                <a:pos x="connsiteX5049" y="connsiteY5049"/>
              </a:cxn>
              <a:cxn ang="0">
                <a:pos x="connsiteX5050" y="connsiteY5050"/>
              </a:cxn>
              <a:cxn ang="0">
                <a:pos x="connsiteX5051" y="connsiteY5051"/>
              </a:cxn>
              <a:cxn ang="0">
                <a:pos x="connsiteX5052" y="connsiteY5052"/>
              </a:cxn>
              <a:cxn ang="0">
                <a:pos x="connsiteX5053" y="connsiteY5053"/>
              </a:cxn>
              <a:cxn ang="0">
                <a:pos x="connsiteX5054" y="connsiteY5054"/>
              </a:cxn>
              <a:cxn ang="0">
                <a:pos x="connsiteX5055" y="connsiteY5055"/>
              </a:cxn>
              <a:cxn ang="0">
                <a:pos x="connsiteX5056" y="connsiteY5056"/>
              </a:cxn>
              <a:cxn ang="0">
                <a:pos x="connsiteX5057" y="connsiteY5057"/>
              </a:cxn>
              <a:cxn ang="0">
                <a:pos x="connsiteX5058" y="connsiteY5058"/>
              </a:cxn>
              <a:cxn ang="0">
                <a:pos x="connsiteX5059" y="connsiteY5059"/>
              </a:cxn>
              <a:cxn ang="0">
                <a:pos x="connsiteX5060" y="connsiteY5060"/>
              </a:cxn>
              <a:cxn ang="0">
                <a:pos x="connsiteX5061" y="connsiteY5061"/>
              </a:cxn>
              <a:cxn ang="0">
                <a:pos x="connsiteX5062" y="connsiteY5062"/>
              </a:cxn>
              <a:cxn ang="0">
                <a:pos x="connsiteX5063" y="connsiteY5063"/>
              </a:cxn>
              <a:cxn ang="0">
                <a:pos x="connsiteX5064" y="connsiteY5064"/>
              </a:cxn>
              <a:cxn ang="0">
                <a:pos x="connsiteX5065" y="connsiteY5065"/>
              </a:cxn>
              <a:cxn ang="0">
                <a:pos x="connsiteX5066" y="connsiteY5066"/>
              </a:cxn>
              <a:cxn ang="0">
                <a:pos x="connsiteX5067" y="connsiteY5067"/>
              </a:cxn>
              <a:cxn ang="0">
                <a:pos x="connsiteX5068" y="connsiteY5068"/>
              </a:cxn>
              <a:cxn ang="0">
                <a:pos x="connsiteX5069" y="connsiteY5069"/>
              </a:cxn>
              <a:cxn ang="0">
                <a:pos x="connsiteX5070" y="connsiteY5070"/>
              </a:cxn>
              <a:cxn ang="0">
                <a:pos x="connsiteX5071" y="connsiteY5071"/>
              </a:cxn>
              <a:cxn ang="0">
                <a:pos x="connsiteX5072" y="connsiteY5072"/>
              </a:cxn>
              <a:cxn ang="0">
                <a:pos x="connsiteX5073" y="connsiteY5073"/>
              </a:cxn>
              <a:cxn ang="0">
                <a:pos x="connsiteX5074" y="connsiteY5074"/>
              </a:cxn>
              <a:cxn ang="0">
                <a:pos x="connsiteX5075" y="connsiteY5075"/>
              </a:cxn>
              <a:cxn ang="0">
                <a:pos x="connsiteX5076" y="connsiteY5076"/>
              </a:cxn>
              <a:cxn ang="0">
                <a:pos x="connsiteX5077" y="connsiteY5077"/>
              </a:cxn>
              <a:cxn ang="0">
                <a:pos x="connsiteX5078" y="connsiteY5078"/>
              </a:cxn>
              <a:cxn ang="0">
                <a:pos x="connsiteX5079" y="connsiteY5079"/>
              </a:cxn>
              <a:cxn ang="0">
                <a:pos x="connsiteX5080" y="connsiteY5080"/>
              </a:cxn>
              <a:cxn ang="0">
                <a:pos x="connsiteX5081" y="connsiteY5081"/>
              </a:cxn>
              <a:cxn ang="0">
                <a:pos x="connsiteX5082" y="connsiteY5082"/>
              </a:cxn>
              <a:cxn ang="0">
                <a:pos x="connsiteX5083" y="connsiteY5083"/>
              </a:cxn>
              <a:cxn ang="0">
                <a:pos x="connsiteX5084" y="connsiteY5084"/>
              </a:cxn>
              <a:cxn ang="0">
                <a:pos x="connsiteX5085" y="connsiteY5085"/>
              </a:cxn>
              <a:cxn ang="0">
                <a:pos x="connsiteX5086" y="connsiteY5086"/>
              </a:cxn>
              <a:cxn ang="0">
                <a:pos x="connsiteX5087" y="connsiteY5087"/>
              </a:cxn>
              <a:cxn ang="0">
                <a:pos x="connsiteX5088" y="connsiteY5088"/>
              </a:cxn>
              <a:cxn ang="0">
                <a:pos x="connsiteX5089" y="connsiteY5089"/>
              </a:cxn>
              <a:cxn ang="0">
                <a:pos x="connsiteX5090" y="connsiteY5090"/>
              </a:cxn>
              <a:cxn ang="0">
                <a:pos x="connsiteX5091" y="connsiteY5091"/>
              </a:cxn>
              <a:cxn ang="0">
                <a:pos x="connsiteX5092" y="connsiteY5092"/>
              </a:cxn>
              <a:cxn ang="0">
                <a:pos x="connsiteX5093" y="connsiteY5093"/>
              </a:cxn>
              <a:cxn ang="0">
                <a:pos x="connsiteX5094" y="connsiteY5094"/>
              </a:cxn>
              <a:cxn ang="0">
                <a:pos x="connsiteX5095" y="connsiteY5095"/>
              </a:cxn>
              <a:cxn ang="0">
                <a:pos x="connsiteX5096" y="connsiteY5096"/>
              </a:cxn>
              <a:cxn ang="0">
                <a:pos x="connsiteX5097" y="connsiteY5097"/>
              </a:cxn>
              <a:cxn ang="0">
                <a:pos x="connsiteX5098" y="connsiteY5098"/>
              </a:cxn>
              <a:cxn ang="0">
                <a:pos x="connsiteX5099" y="connsiteY5099"/>
              </a:cxn>
              <a:cxn ang="0">
                <a:pos x="connsiteX5100" y="connsiteY5100"/>
              </a:cxn>
              <a:cxn ang="0">
                <a:pos x="connsiteX5101" y="connsiteY5101"/>
              </a:cxn>
              <a:cxn ang="0">
                <a:pos x="connsiteX5102" y="connsiteY5102"/>
              </a:cxn>
              <a:cxn ang="0">
                <a:pos x="connsiteX5103" y="connsiteY5103"/>
              </a:cxn>
              <a:cxn ang="0">
                <a:pos x="connsiteX5104" y="connsiteY5104"/>
              </a:cxn>
              <a:cxn ang="0">
                <a:pos x="connsiteX5105" y="connsiteY5105"/>
              </a:cxn>
              <a:cxn ang="0">
                <a:pos x="connsiteX5106" y="connsiteY5106"/>
              </a:cxn>
              <a:cxn ang="0">
                <a:pos x="connsiteX5107" y="connsiteY5107"/>
              </a:cxn>
              <a:cxn ang="0">
                <a:pos x="connsiteX5108" y="connsiteY5108"/>
              </a:cxn>
              <a:cxn ang="0">
                <a:pos x="connsiteX5109" y="connsiteY5109"/>
              </a:cxn>
              <a:cxn ang="0">
                <a:pos x="connsiteX5110" y="connsiteY5110"/>
              </a:cxn>
              <a:cxn ang="0">
                <a:pos x="connsiteX5111" y="connsiteY5111"/>
              </a:cxn>
              <a:cxn ang="0">
                <a:pos x="connsiteX5112" y="connsiteY5112"/>
              </a:cxn>
              <a:cxn ang="0">
                <a:pos x="connsiteX5113" y="connsiteY5113"/>
              </a:cxn>
              <a:cxn ang="0">
                <a:pos x="connsiteX5114" y="connsiteY5114"/>
              </a:cxn>
              <a:cxn ang="0">
                <a:pos x="connsiteX5115" y="connsiteY5115"/>
              </a:cxn>
              <a:cxn ang="0">
                <a:pos x="connsiteX5116" y="connsiteY5116"/>
              </a:cxn>
              <a:cxn ang="0">
                <a:pos x="connsiteX5117" y="connsiteY5117"/>
              </a:cxn>
              <a:cxn ang="0">
                <a:pos x="connsiteX5118" y="connsiteY5118"/>
              </a:cxn>
              <a:cxn ang="0">
                <a:pos x="connsiteX5119" y="connsiteY5119"/>
              </a:cxn>
              <a:cxn ang="0">
                <a:pos x="connsiteX5120" y="connsiteY5120"/>
              </a:cxn>
              <a:cxn ang="0">
                <a:pos x="connsiteX5121" y="connsiteY5121"/>
              </a:cxn>
              <a:cxn ang="0">
                <a:pos x="connsiteX5122" y="connsiteY5122"/>
              </a:cxn>
              <a:cxn ang="0">
                <a:pos x="connsiteX5123" y="connsiteY5123"/>
              </a:cxn>
              <a:cxn ang="0">
                <a:pos x="connsiteX5124" y="connsiteY5124"/>
              </a:cxn>
              <a:cxn ang="0">
                <a:pos x="connsiteX5125" y="connsiteY5125"/>
              </a:cxn>
              <a:cxn ang="0">
                <a:pos x="connsiteX5126" y="connsiteY5126"/>
              </a:cxn>
              <a:cxn ang="0">
                <a:pos x="connsiteX5127" y="connsiteY5127"/>
              </a:cxn>
              <a:cxn ang="0">
                <a:pos x="connsiteX5128" y="connsiteY5128"/>
              </a:cxn>
              <a:cxn ang="0">
                <a:pos x="connsiteX5129" y="connsiteY5129"/>
              </a:cxn>
              <a:cxn ang="0">
                <a:pos x="connsiteX5130" y="connsiteY5130"/>
              </a:cxn>
              <a:cxn ang="0">
                <a:pos x="connsiteX5131" y="connsiteY5131"/>
              </a:cxn>
              <a:cxn ang="0">
                <a:pos x="connsiteX5132" y="connsiteY5132"/>
              </a:cxn>
              <a:cxn ang="0">
                <a:pos x="connsiteX5133" y="connsiteY5133"/>
              </a:cxn>
              <a:cxn ang="0">
                <a:pos x="connsiteX5134" y="connsiteY5134"/>
              </a:cxn>
              <a:cxn ang="0">
                <a:pos x="connsiteX5135" y="connsiteY5135"/>
              </a:cxn>
              <a:cxn ang="0">
                <a:pos x="connsiteX5136" y="connsiteY5136"/>
              </a:cxn>
              <a:cxn ang="0">
                <a:pos x="connsiteX5137" y="connsiteY5137"/>
              </a:cxn>
              <a:cxn ang="0">
                <a:pos x="connsiteX5138" y="connsiteY5138"/>
              </a:cxn>
              <a:cxn ang="0">
                <a:pos x="connsiteX5139" y="connsiteY5139"/>
              </a:cxn>
              <a:cxn ang="0">
                <a:pos x="connsiteX5140" y="connsiteY5140"/>
              </a:cxn>
              <a:cxn ang="0">
                <a:pos x="connsiteX5141" y="connsiteY5141"/>
              </a:cxn>
              <a:cxn ang="0">
                <a:pos x="connsiteX5142" y="connsiteY5142"/>
              </a:cxn>
              <a:cxn ang="0">
                <a:pos x="connsiteX5143" y="connsiteY5143"/>
              </a:cxn>
              <a:cxn ang="0">
                <a:pos x="connsiteX5144" y="connsiteY5144"/>
              </a:cxn>
              <a:cxn ang="0">
                <a:pos x="connsiteX5145" y="connsiteY5145"/>
              </a:cxn>
              <a:cxn ang="0">
                <a:pos x="connsiteX5146" y="connsiteY5146"/>
              </a:cxn>
              <a:cxn ang="0">
                <a:pos x="connsiteX5147" y="connsiteY5147"/>
              </a:cxn>
              <a:cxn ang="0">
                <a:pos x="connsiteX5148" y="connsiteY5148"/>
              </a:cxn>
              <a:cxn ang="0">
                <a:pos x="connsiteX5149" y="connsiteY5149"/>
              </a:cxn>
              <a:cxn ang="0">
                <a:pos x="connsiteX5150" y="connsiteY5150"/>
              </a:cxn>
              <a:cxn ang="0">
                <a:pos x="connsiteX5151" y="connsiteY5151"/>
              </a:cxn>
              <a:cxn ang="0">
                <a:pos x="connsiteX5152" y="connsiteY5152"/>
              </a:cxn>
              <a:cxn ang="0">
                <a:pos x="connsiteX5153" y="connsiteY5153"/>
              </a:cxn>
              <a:cxn ang="0">
                <a:pos x="connsiteX5154" y="connsiteY5154"/>
              </a:cxn>
              <a:cxn ang="0">
                <a:pos x="connsiteX5155" y="connsiteY5155"/>
              </a:cxn>
              <a:cxn ang="0">
                <a:pos x="connsiteX5156" y="connsiteY5156"/>
              </a:cxn>
              <a:cxn ang="0">
                <a:pos x="connsiteX5157" y="connsiteY5157"/>
              </a:cxn>
              <a:cxn ang="0">
                <a:pos x="connsiteX5158" y="connsiteY5158"/>
              </a:cxn>
              <a:cxn ang="0">
                <a:pos x="connsiteX5159" y="connsiteY5159"/>
              </a:cxn>
              <a:cxn ang="0">
                <a:pos x="connsiteX5160" y="connsiteY5160"/>
              </a:cxn>
              <a:cxn ang="0">
                <a:pos x="connsiteX5161" y="connsiteY5161"/>
              </a:cxn>
              <a:cxn ang="0">
                <a:pos x="connsiteX5162" y="connsiteY5162"/>
              </a:cxn>
              <a:cxn ang="0">
                <a:pos x="connsiteX5163" y="connsiteY5163"/>
              </a:cxn>
              <a:cxn ang="0">
                <a:pos x="connsiteX5164" y="connsiteY5164"/>
              </a:cxn>
              <a:cxn ang="0">
                <a:pos x="connsiteX5165" y="connsiteY5165"/>
              </a:cxn>
              <a:cxn ang="0">
                <a:pos x="connsiteX5166" y="connsiteY5166"/>
              </a:cxn>
              <a:cxn ang="0">
                <a:pos x="connsiteX5167" y="connsiteY5167"/>
              </a:cxn>
              <a:cxn ang="0">
                <a:pos x="connsiteX5168" y="connsiteY5168"/>
              </a:cxn>
              <a:cxn ang="0">
                <a:pos x="connsiteX5169" y="connsiteY5169"/>
              </a:cxn>
              <a:cxn ang="0">
                <a:pos x="connsiteX5170" y="connsiteY5170"/>
              </a:cxn>
              <a:cxn ang="0">
                <a:pos x="connsiteX5171" y="connsiteY5171"/>
              </a:cxn>
              <a:cxn ang="0">
                <a:pos x="connsiteX5172" y="connsiteY5172"/>
              </a:cxn>
              <a:cxn ang="0">
                <a:pos x="connsiteX5173" y="connsiteY5173"/>
              </a:cxn>
              <a:cxn ang="0">
                <a:pos x="connsiteX5174" y="connsiteY5174"/>
              </a:cxn>
              <a:cxn ang="0">
                <a:pos x="connsiteX5175" y="connsiteY5175"/>
              </a:cxn>
              <a:cxn ang="0">
                <a:pos x="connsiteX5176" y="connsiteY5176"/>
              </a:cxn>
              <a:cxn ang="0">
                <a:pos x="connsiteX5177" y="connsiteY5177"/>
              </a:cxn>
              <a:cxn ang="0">
                <a:pos x="connsiteX5178" y="connsiteY5178"/>
              </a:cxn>
              <a:cxn ang="0">
                <a:pos x="connsiteX5179" y="connsiteY5179"/>
              </a:cxn>
              <a:cxn ang="0">
                <a:pos x="connsiteX5180" y="connsiteY5180"/>
              </a:cxn>
              <a:cxn ang="0">
                <a:pos x="connsiteX5181" y="connsiteY5181"/>
              </a:cxn>
              <a:cxn ang="0">
                <a:pos x="connsiteX5182" y="connsiteY5182"/>
              </a:cxn>
              <a:cxn ang="0">
                <a:pos x="connsiteX5183" y="connsiteY5183"/>
              </a:cxn>
              <a:cxn ang="0">
                <a:pos x="connsiteX5184" y="connsiteY5184"/>
              </a:cxn>
              <a:cxn ang="0">
                <a:pos x="connsiteX5185" y="connsiteY5185"/>
              </a:cxn>
              <a:cxn ang="0">
                <a:pos x="connsiteX5186" y="connsiteY5186"/>
              </a:cxn>
              <a:cxn ang="0">
                <a:pos x="connsiteX5187" y="connsiteY5187"/>
              </a:cxn>
              <a:cxn ang="0">
                <a:pos x="connsiteX5188" y="connsiteY5188"/>
              </a:cxn>
              <a:cxn ang="0">
                <a:pos x="connsiteX5189" y="connsiteY5189"/>
              </a:cxn>
              <a:cxn ang="0">
                <a:pos x="connsiteX5190" y="connsiteY5190"/>
              </a:cxn>
              <a:cxn ang="0">
                <a:pos x="connsiteX5191" y="connsiteY5191"/>
              </a:cxn>
              <a:cxn ang="0">
                <a:pos x="connsiteX5192" y="connsiteY5192"/>
              </a:cxn>
              <a:cxn ang="0">
                <a:pos x="connsiteX5193" y="connsiteY5193"/>
              </a:cxn>
              <a:cxn ang="0">
                <a:pos x="connsiteX5194" y="connsiteY5194"/>
              </a:cxn>
              <a:cxn ang="0">
                <a:pos x="connsiteX5195" y="connsiteY5195"/>
              </a:cxn>
              <a:cxn ang="0">
                <a:pos x="connsiteX5196" y="connsiteY5196"/>
              </a:cxn>
              <a:cxn ang="0">
                <a:pos x="connsiteX5197" y="connsiteY5197"/>
              </a:cxn>
              <a:cxn ang="0">
                <a:pos x="connsiteX5198" y="connsiteY5198"/>
              </a:cxn>
              <a:cxn ang="0">
                <a:pos x="connsiteX5199" y="connsiteY5199"/>
              </a:cxn>
              <a:cxn ang="0">
                <a:pos x="connsiteX5200" y="connsiteY5200"/>
              </a:cxn>
              <a:cxn ang="0">
                <a:pos x="connsiteX5201" y="connsiteY5201"/>
              </a:cxn>
              <a:cxn ang="0">
                <a:pos x="connsiteX5202" y="connsiteY5202"/>
              </a:cxn>
              <a:cxn ang="0">
                <a:pos x="connsiteX5203" y="connsiteY5203"/>
              </a:cxn>
              <a:cxn ang="0">
                <a:pos x="connsiteX5204" y="connsiteY5204"/>
              </a:cxn>
              <a:cxn ang="0">
                <a:pos x="connsiteX5205" y="connsiteY5205"/>
              </a:cxn>
              <a:cxn ang="0">
                <a:pos x="connsiteX5206" y="connsiteY5206"/>
              </a:cxn>
              <a:cxn ang="0">
                <a:pos x="connsiteX5207" y="connsiteY5207"/>
              </a:cxn>
              <a:cxn ang="0">
                <a:pos x="connsiteX5208" y="connsiteY5208"/>
              </a:cxn>
              <a:cxn ang="0">
                <a:pos x="connsiteX5209" y="connsiteY5209"/>
              </a:cxn>
              <a:cxn ang="0">
                <a:pos x="connsiteX5210" y="connsiteY5210"/>
              </a:cxn>
              <a:cxn ang="0">
                <a:pos x="connsiteX5211" y="connsiteY5211"/>
              </a:cxn>
              <a:cxn ang="0">
                <a:pos x="connsiteX5212" y="connsiteY5212"/>
              </a:cxn>
              <a:cxn ang="0">
                <a:pos x="connsiteX5213" y="connsiteY5213"/>
              </a:cxn>
              <a:cxn ang="0">
                <a:pos x="connsiteX5214" y="connsiteY5214"/>
              </a:cxn>
              <a:cxn ang="0">
                <a:pos x="connsiteX5215" y="connsiteY5215"/>
              </a:cxn>
              <a:cxn ang="0">
                <a:pos x="connsiteX5216" y="connsiteY5216"/>
              </a:cxn>
              <a:cxn ang="0">
                <a:pos x="connsiteX5217" y="connsiteY5217"/>
              </a:cxn>
              <a:cxn ang="0">
                <a:pos x="connsiteX5218" y="connsiteY5218"/>
              </a:cxn>
              <a:cxn ang="0">
                <a:pos x="connsiteX5219" y="connsiteY5219"/>
              </a:cxn>
              <a:cxn ang="0">
                <a:pos x="connsiteX5220" y="connsiteY5220"/>
              </a:cxn>
              <a:cxn ang="0">
                <a:pos x="connsiteX5221" y="connsiteY5221"/>
              </a:cxn>
              <a:cxn ang="0">
                <a:pos x="connsiteX5222" y="connsiteY5222"/>
              </a:cxn>
              <a:cxn ang="0">
                <a:pos x="connsiteX5223" y="connsiteY5223"/>
              </a:cxn>
              <a:cxn ang="0">
                <a:pos x="connsiteX5224" y="connsiteY5224"/>
              </a:cxn>
              <a:cxn ang="0">
                <a:pos x="connsiteX5225" y="connsiteY5225"/>
              </a:cxn>
              <a:cxn ang="0">
                <a:pos x="connsiteX5226" y="connsiteY5226"/>
              </a:cxn>
              <a:cxn ang="0">
                <a:pos x="connsiteX5227" y="connsiteY5227"/>
              </a:cxn>
              <a:cxn ang="0">
                <a:pos x="connsiteX5228" y="connsiteY5228"/>
              </a:cxn>
              <a:cxn ang="0">
                <a:pos x="connsiteX5229" y="connsiteY5229"/>
              </a:cxn>
              <a:cxn ang="0">
                <a:pos x="connsiteX5230" y="connsiteY5230"/>
              </a:cxn>
              <a:cxn ang="0">
                <a:pos x="connsiteX5231" y="connsiteY5231"/>
              </a:cxn>
              <a:cxn ang="0">
                <a:pos x="connsiteX5232" y="connsiteY5232"/>
              </a:cxn>
              <a:cxn ang="0">
                <a:pos x="connsiteX5233" y="connsiteY5233"/>
              </a:cxn>
              <a:cxn ang="0">
                <a:pos x="connsiteX5234" y="connsiteY5234"/>
              </a:cxn>
              <a:cxn ang="0">
                <a:pos x="connsiteX5235" y="connsiteY5235"/>
              </a:cxn>
              <a:cxn ang="0">
                <a:pos x="connsiteX5236" y="connsiteY5236"/>
              </a:cxn>
              <a:cxn ang="0">
                <a:pos x="connsiteX5237" y="connsiteY5237"/>
              </a:cxn>
              <a:cxn ang="0">
                <a:pos x="connsiteX5238" y="connsiteY5238"/>
              </a:cxn>
              <a:cxn ang="0">
                <a:pos x="connsiteX5239" y="connsiteY5239"/>
              </a:cxn>
              <a:cxn ang="0">
                <a:pos x="connsiteX5240" y="connsiteY5240"/>
              </a:cxn>
              <a:cxn ang="0">
                <a:pos x="connsiteX5241" y="connsiteY5241"/>
              </a:cxn>
              <a:cxn ang="0">
                <a:pos x="connsiteX5242" y="connsiteY5242"/>
              </a:cxn>
              <a:cxn ang="0">
                <a:pos x="connsiteX5243" y="connsiteY5243"/>
              </a:cxn>
              <a:cxn ang="0">
                <a:pos x="connsiteX5244" y="connsiteY5244"/>
              </a:cxn>
              <a:cxn ang="0">
                <a:pos x="connsiteX5245" y="connsiteY5245"/>
              </a:cxn>
              <a:cxn ang="0">
                <a:pos x="connsiteX5246" y="connsiteY5246"/>
              </a:cxn>
              <a:cxn ang="0">
                <a:pos x="connsiteX5247" y="connsiteY5247"/>
              </a:cxn>
              <a:cxn ang="0">
                <a:pos x="connsiteX5248" y="connsiteY5248"/>
              </a:cxn>
              <a:cxn ang="0">
                <a:pos x="connsiteX5249" y="connsiteY5249"/>
              </a:cxn>
              <a:cxn ang="0">
                <a:pos x="connsiteX5250" y="connsiteY5250"/>
              </a:cxn>
              <a:cxn ang="0">
                <a:pos x="connsiteX5251" y="connsiteY5251"/>
              </a:cxn>
              <a:cxn ang="0">
                <a:pos x="connsiteX5252" y="connsiteY5252"/>
              </a:cxn>
              <a:cxn ang="0">
                <a:pos x="connsiteX5253" y="connsiteY5253"/>
              </a:cxn>
              <a:cxn ang="0">
                <a:pos x="connsiteX5254" y="connsiteY5254"/>
              </a:cxn>
              <a:cxn ang="0">
                <a:pos x="connsiteX5255" y="connsiteY5255"/>
              </a:cxn>
              <a:cxn ang="0">
                <a:pos x="connsiteX5256" y="connsiteY5256"/>
              </a:cxn>
              <a:cxn ang="0">
                <a:pos x="connsiteX5257" y="connsiteY5257"/>
              </a:cxn>
              <a:cxn ang="0">
                <a:pos x="connsiteX5258" y="connsiteY5258"/>
              </a:cxn>
              <a:cxn ang="0">
                <a:pos x="connsiteX5259" y="connsiteY5259"/>
              </a:cxn>
              <a:cxn ang="0">
                <a:pos x="connsiteX5260" y="connsiteY5260"/>
              </a:cxn>
              <a:cxn ang="0">
                <a:pos x="connsiteX5261" y="connsiteY5261"/>
              </a:cxn>
              <a:cxn ang="0">
                <a:pos x="connsiteX5262" y="connsiteY5262"/>
              </a:cxn>
              <a:cxn ang="0">
                <a:pos x="connsiteX5263" y="connsiteY5263"/>
              </a:cxn>
              <a:cxn ang="0">
                <a:pos x="connsiteX5264" y="connsiteY5264"/>
              </a:cxn>
              <a:cxn ang="0">
                <a:pos x="connsiteX5265" y="connsiteY5265"/>
              </a:cxn>
              <a:cxn ang="0">
                <a:pos x="connsiteX5266" y="connsiteY5266"/>
              </a:cxn>
              <a:cxn ang="0">
                <a:pos x="connsiteX5267" y="connsiteY5267"/>
              </a:cxn>
              <a:cxn ang="0">
                <a:pos x="connsiteX5268" y="connsiteY5268"/>
              </a:cxn>
              <a:cxn ang="0">
                <a:pos x="connsiteX5269" y="connsiteY5269"/>
              </a:cxn>
              <a:cxn ang="0">
                <a:pos x="connsiteX5270" y="connsiteY5270"/>
              </a:cxn>
              <a:cxn ang="0">
                <a:pos x="connsiteX5271" y="connsiteY5271"/>
              </a:cxn>
              <a:cxn ang="0">
                <a:pos x="connsiteX5272" y="connsiteY5272"/>
              </a:cxn>
              <a:cxn ang="0">
                <a:pos x="connsiteX5273" y="connsiteY5273"/>
              </a:cxn>
              <a:cxn ang="0">
                <a:pos x="connsiteX5274" y="connsiteY5274"/>
              </a:cxn>
              <a:cxn ang="0">
                <a:pos x="connsiteX5275" y="connsiteY5275"/>
              </a:cxn>
              <a:cxn ang="0">
                <a:pos x="connsiteX5276" y="connsiteY5276"/>
              </a:cxn>
              <a:cxn ang="0">
                <a:pos x="connsiteX5277" y="connsiteY5277"/>
              </a:cxn>
              <a:cxn ang="0">
                <a:pos x="connsiteX5278" y="connsiteY5278"/>
              </a:cxn>
              <a:cxn ang="0">
                <a:pos x="connsiteX5279" y="connsiteY5279"/>
              </a:cxn>
              <a:cxn ang="0">
                <a:pos x="connsiteX5280" y="connsiteY5280"/>
              </a:cxn>
              <a:cxn ang="0">
                <a:pos x="connsiteX5281" y="connsiteY5281"/>
              </a:cxn>
              <a:cxn ang="0">
                <a:pos x="connsiteX5282" y="connsiteY5282"/>
              </a:cxn>
              <a:cxn ang="0">
                <a:pos x="connsiteX5283" y="connsiteY5283"/>
              </a:cxn>
              <a:cxn ang="0">
                <a:pos x="connsiteX5284" y="connsiteY5284"/>
              </a:cxn>
              <a:cxn ang="0">
                <a:pos x="connsiteX5285" y="connsiteY5285"/>
              </a:cxn>
              <a:cxn ang="0">
                <a:pos x="connsiteX5286" y="connsiteY5286"/>
              </a:cxn>
              <a:cxn ang="0">
                <a:pos x="connsiteX5287" y="connsiteY5287"/>
              </a:cxn>
              <a:cxn ang="0">
                <a:pos x="connsiteX5288" y="connsiteY5288"/>
              </a:cxn>
              <a:cxn ang="0">
                <a:pos x="connsiteX5289" y="connsiteY5289"/>
              </a:cxn>
              <a:cxn ang="0">
                <a:pos x="connsiteX5290" y="connsiteY5290"/>
              </a:cxn>
              <a:cxn ang="0">
                <a:pos x="connsiteX5291" y="connsiteY5291"/>
              </a:cxn>
              <a:cxn ang="0">
                <a:pos x="connsiteX5292" y="connsiteY5292"/>
              </a:cxn>
              <a:cxn ang="0">
                <a:pos x="connsiteX5293" y="connsiteY5293"/>
              </a:cxn>
              <a:cxn ang="0">
                <a:pos x="connsiteX5294" y="connsiteY5294"/>
              </a:cxn>
              <a:cxn ang="0">
                <a:pos x="connsiteX5295" y="connsiteY5295"/>
              </a:cxn>
              <a:cxn ang="0">
                <a:pos x="connsiteX5296" y="connsiteY5296"/>
              </a:cxn>
              <a:cxn ang="0">
                <a:pos x="connsiteX5297" y="connsiteY5297"/>
              </a:cxn>
              <a:cxn ang="0">
                <a:pos x="connsiteX5298" y="connsiteY5298"/>
              </a:cxn>
              <a:cxn ang="0">
                <a:pos x="connsiteX5299" y="connsiteY5299"/>
              </a:cxn>
              <a:cxn ang="0">
                <a:pos x="connsiteX5300" y="connsiteY5300"/>
              </a:cxn>
              <a:cxn ang="0">
                <a:pos x="connsiteX5301" y="connsiteY5301"/>
              </a:cxn>
              <a:cxn ang="0">
                <a:pos x="connsiteX5302" y="connsiteY5302"/>
              </a:cxn>
              <a:cxn ang="0">
                <a:pos x="connsiteX5303" y="connsiteY5303"/>
              </a:cxn>
              <a:cxn ang="0">
                <a:pos x="connsiteX5304" y="connsiteY5304"/>
              </a:cxn>
              <a:cxn ang="0">
                <a:pos x="connsiteX5305" y="connsiteY5305"/>
              </a:cxn>
              <a:cxn ang="0">
                <a:pos x="connsiteX5306" y="connsiteY5306"/>
              </a:cxn>
              <a:cxn ang="0">
                <a:pos x="connsiteX5307" y="connsiteY5307"/>
              </a:cxn>
              <a:cxn ang="0">
                <a:pos x="connsiteX5308" y="connsiteY5308"/>
              </a:cxn>
              <a:cxn ang="0">
                <a:pos x="connsiteX5309" y="connsiteY5309"/>
              </a:cxn>
              <a:cxn ang="0">
                <a:pos x="connsiteX5310" y="connsiteY5310"/>
              </a:cxn>
              <a:cxn ang="0">
                <a:pos x="connsiteX5311" y="connsiteY5311"/>
              </a:cxn>
              <a:cxn ang="0">
                <a:pos x="connsiteX5312" y="connsiteY5312"/>
              </a:cxn>
              <a:cxn ang="0">
                <a:pos x="connsiteX5313" y="connsiteY5313"/>
              </a:cxn>
              <a:cxn ang="0">
                <a:pos x="connsiteX5314" y="connsiteY5314"/>
              </a:cxn>
              <a:cxn ang="0">
                <a:pos x="connsiteX5315" y="connsiteY5315"/>
              </a:cxn>
              <a:cxn ang="0">
                <a:pos x="connsiteX5316" y="connsiteY5316"/>
              </a:cxn>
              <a:cxn ang="0">
                <a:pos x="connsiteX5317" y="connsiteY5317"/>
              </a:cxn>
              <a:cxn ang="0">
                <a:pos x="connsiteX5318" y="connsiteY5318"/>
              </a:cxn>
              <a:cxn ang="0">
                <a:pos x="connsiteX5319" y="connsiteY5319"/>
              </a:cxn>
              <a:cxn ang="0">
                <a:pos x="connsiteX5320" y="connsiteY5320"/>
              </a:cxn>
              <a:cxn ang="0">
                <a:pos x="connsiteX5321" y="connsiteY5321"/>
              </a:cxn>
              <a:cxn ang="0">
                <a:pos x="connsiteX5322" y="connsiteY5322"/>
              </a:cxn>
              <a:cxn ang="0">
                <a:pos x="connsiteX5323" y="connsiteY5323"/>
              </a:cxn>
              <a:cxn ang="0">
                <a:pos x="connsiteX5324" y="connsiteY5324"/>
              </a:cxn>
              <a:cxn ang="0">
                <a:pos x="connsiteX5325" y="connsiteY5325"/>
              </a:cxn>
              <a:cxn ang="0">
                <a:pos x="connsiteX5326" y="connsiteY5326"/>
              </a:cxn>
              <a:cxn ang="0">
                <a:pos x="connsiteX5327" y="connsiteY5327"/>
              </a:cxn>
              <a:cxn ang="0">
                <a:pos x="connsiteX5328" y="connsiteY5328"/>
              </a:cxn>
              <a:cxn ang="0">
                <a:pos x="connsiteX5329" y="connsiteY5329"/>
              </a:cxn>
              <a:cxn ang="0">
                <a:pos x="connsiteX5330" y="connsiteY5330"/>
              </a:cxn>
              <a:cxn ang="0">
                <a:pos x="connsiteX5331" y="connsiteY5331"/>
              </a:cxn>
              <a:cxn ang="0">
                <a:pos x="connsiteX5332" y="connsiteY5332"/>
              </a:cxn>
              <a:cxn ang="0">
                <a:pos x="connsiteX5333" y="connsiteY5333"/>
              </a:cxn>
              <a:cxn ang="0">
                <a:pos x="connsiteX5334" y="connsiteY5334"/>
              </a:cxn>
              <a:cxn ang="0">
                <a:pos x="connsiteX5335" y="connsiteY5335"/>
              </a:cxn>
              <a:cxn ang="0">
                <a:pos x="connsiteX5336" y="connsiteY5336"/>
              </a:cxn>
              <a:cxn ang="0">
                <a:pos x="connsiteX5337" y="connsiteY5337"/>
              </a:cxn>
              <a:cxn ang="0">
                <a:pos x="connsiteX5338" y="connsiteY5338"/>
              </a:cxn>
              <a:cxn ang="0">
                <a:pos x="connsiteX5339" y="connsiteY5339"/>
              </a:cxn>
              <a:cxn ang="0">
                <a:pos x="connsiteX5340" y="connsiteY5340"/>
              </a:cxn>
              <a:cxn ang="0">
                <a:pos x="connsiteX5341" y="connsiteY5341"/>
              </a:cxn>
              <a:cxn ang="0">
                <a:pos x="connsiteX5342" y="connsiteY5342"/>
              </a:cxn>
              <a:cxn ang="0">
                <a:pos x="connsiteX5343" y="connsiteY5343"/>
              </a:cxn>
              <a:cxn ang="0">
                <a:pos x="connsiteX5344" y="connsiteY5344"/>
              </a:cxn>
              <a:cxn ang="0">
                <a:pos x="connsiteX5345" y="connsiteY5345"/>
              </a:cxn>
              <a:cxn ang="0">
                <a:pos x="connsiteX5346" y="connsiteY5346"/>
              </a:cxn>
              <a:cxn ang="0">
                <a:pos x="connsiteX5347" y="connsiteY5347"/>
              </a:cxn>
              <a:cxn ang="0">
                <a:pos x="connsiteX5348" y="connsiteY5348"/>
              </a:cxn>
              <a:cxn ang="0">
                <a:pos x="connsiteX5349" y="connsiteY5349"/>
              </a:cxn>
              <a:cxn ang="0">
                <a:pos x="connsiteX5350" y="connsiteY5350"/>
              </a:cxn>
              <a:cxn ang="0">
                <a:pos x="connsiteX5351" y="connsiteY5351"/>
              </a:cxn>
              <a:cxn ang="0">
                <a:pos x="connsiteX5352" y="connsiteY5352"/>
              </a:cxn>
              <a:cxn ang="0">
                <a:pos x="connsiteX5353" y="connsiteY5353"/>
              </a:cxn>
              <a:cxn ang="0">
                <a:pos x="connsiteX5354" y="connsiteY5354"/>
              </a:cxn>
              <a:cxn ang="0">
                <a:pos x="connsiteX5355" y="connsiteY5355"/>
              </a:cxn>
              <a:cxn ang="0">
                <a:pos x="connsiteX5356" y="connsiteY5356"/>
              </a:cxn>
              <a:cxn ang="0">
                <a:pos x="connsiteX5357" y="connsiteY5357"/>
              </a:cxn>
              <a:cxn ang="0">
                <a:pos x="connsiteX5358" y="connsiteY5358"/>
              </a:cxn>
              <a:cxn ang="0">
                <a:pos x="connsiteX5359" y="connsiteY5359"/>
              </a:cxn>
              <a:cxn ang="0">
                <a:pos x="connsiteX5360" y="connsiteY5360"/>
              </a:cxn>
              <a:cxn ang="0">
                <a:pos x="connsiteX5361" y="connsiteY5361"/>
              </a:cxn>
              <a:cxn ang="0">
                <a:pos x="connsiteX5362" y="connsiteY5362"/>
              </a:cxn>
              <a:cxn ang="0">
                <a:pos x="connsiteX5363" y="connsiteY5363"/>
              </a:cxn>
              <a:cxn ang="0">
                <a:pos x="connsiteX5364" y="connsiteY5364"/>
              </a:cxn>
              <a:cxn ang="0">
                <a:pos x="connsiteX5365" y="connsiteY5365"/>
              </a:cxn>
              <a:cxn ang="0">
                <a:pos x="connsiteX5366" y="connsiteY5366"/>
              </a:cxn>
              <a:cxn ang="0">
                <a:pos x="connsiteX5367" y="connsiteY5367"/>
              </a:cxn>
              <a:cxn ang="0">
                <a:pos x="connsiteX5368" y="connsiteY5368"/>
              </a:cxn>
              <a:cxn ang="0">
                <a:pos x="connsiteX5369" y="connsiteY5369"/>
              </a:cxn>
              <a:cxn ang="0">
                <a:pos x="connsiteX5370" y="connsiteY5370"/>
              </a:cxn>
              <a:cxn ang="0">
                <a:pos x="connsiteX5371" y="connsiteY5371"/>
              </a:cxn>
              <a:cxn ang="0">
                <a:pos x="connsiteX5372" y="connsiteY5372"/>
              </a:cxn>
              <a:cxn ang="0">
                <a:pos x="connsiteX5373" y="connsiteY5373"/>
              </a:cxn>
              <a:cxn ang="0">
                <a:pos x="connsiteX5374" y="connsiteY5374"/>
              </a:cxn>
              <a:cxn ang="0">
                <a:pos x="connsiteX5375" y="connsiteY5375"/>
              </a:cxn>
              <a:cxn ang="0">
                <a:pos x="connsiteX5376" y="connsiteY5376"/>
              </a:cxn>
              <a:cxn ang="0">
                <a:pos x="connsiteX5377" y="connsiteY5377"/>
              </a:cxn>
              <a:cxn ang="0">
                <a:pos x="connsiteX5378" y="connsiteY5378"/>
              </a:cxn>
              <a:cxn ang="0">
                <a:pos x="connsiteX5379" y="connsiteY5379"/>
              </a:cxn>
              <a:cxn ang="0">
                <a:pos x="connsiteX5380" y="connsiteY5380"/>
              </a:cxn>
              <a:cxn ang="0">
                <a:pos x="connsiteX5381" y="connsiteY5381"/>
              </a:cxn>
              <a:cxn ang="0">
                <a:pos x="connsiteX5382" y="connsiteY5382"/>
              </a:cxn>
              <a:cxn ang="0">
                <a:pos x="connsiteX5383" y="connsiteY5383"/>
              </a:cxn>
              <a:cxn ang="0">
                <a:pos x="connsiteX5384" y="connsiteY5384"/>
              </a:cxn>
              <a:cxn ang="0">
                <a:pos x="connsiteX5385" y="connsiteY5385"/>
              </a:cxn>
              <a:cxn ang="0">
                <a:pos x="connsiteX5386" y="connsiteY5386"/>
              </a:cxn>
              <a:cxn ang="0">
                <a:pos x="connsiteX5387" y="connsiteY5387"/>
              </a:cxn>
              <a:cxn ang="0">
                <a:pos x="connsiteX5388" y="connsiteY5388"/>
              </a:cxn>
              <a:cxn ang="0">
                <a:pos x="connsiteX5389" y="connsiteY5389"/>
              </a:cxn>
              <a:cxn ang="0">
                <a:pos x="connsiteX5390" y="connsiteY5390"/>
              </a:cxn>
              <a:cxn ang="0">
                <a:pos x="connsiteX5391" y="connsiteY5391"/>
              </a:cxn>
              <a:cxn ang="0">
                <a:pos x="connsiteX5392" y="connsiteY5392"/>
              </a:cxn>
              <a:cxn ang="0">
                <a:pos x="connsiteX5393" y="connsiteY5393"/>
              </a:cxn>
              <a:cxn ang="0">
                <a:pos x="connsiteX5394" y="connsiteY5394"/>
              </a:cxn>
              <a:cxn ang="0">
                <a:pos x="connsiteX5395" y="connsiteY5395"/>
              </a:cxn>
              <a:cxn ang="0">
                <a:pos x="connsiteX5396" y="connsiteY5396"/>
              </a:cxn>
              <a:cxn ang="0">
                <a:pos x="connsiteX5397" y="connsiteY5397"/>
              </a:cxn>
              <a:cxn ang="0">
                <a:pos x="connsiteX5398" y="connsiteY5398"/>
              </a:cxn>
              <a:cxn ang="0">
                <a:pos x="connsiteX5399" y="connsiteY5399"/>
              </a:cxn>
              <a:cxn ang="0">
                <a:pos x="connsiteX5400" y="connsiteY5400"/>
              </a:cxn>
              <a:cxn ang="0">
                <a:pos x="connsiteX5401" y="connsiteY5401"/>
              </a:cxn>
              <a:cxn ang="0">
                <a:pos x="connsiteX5402" y="connsiteY5402"/>
              </a:cxn>
              <a:cxn ang="0">
                <a:pos x="connsiteX5403" y="connsiteY5403"/>
              </a:cxn>
              <a:cxn ang="0">
                <a:pos x="connsiteX5404" y="connsiteY5404"/>
              </a:cxn>
              <a:cxn ang="0">
                <a:pos x="connsiteX5405" y="connsiteY5405"/>
              </a:cxn>
              <a:cxn ang="0">
                <a:pos x="connsiteX5406" y="connsiteY5406"/>
              </a:cxn>
              <a:cxn ang="0">
                <a:pos x="connsiteX5407" y="connsiteY5407"/>
              </a:cxn>
              <a:cxn ang="0">
                <a:pos x="connsiteX5408" y="connsiteY5408"/>
              </a:cxn>
              <a:cxn ang="0">
                <a:pos x="connsiteX5409" y="connsiteY5409"/>
              </a:cxn>
              <a:cxn ang="0">
                <a:pos x="connsiteX5410" y="connsiteY5410"/>
              </a:cxn>
              <a:cxn ang="0">
                <a:pos x="connsiteX5411" y="connsiteY5411"/>
              </a:cxn>
              <a:cxn ang="0">
                <a:pos x="connsiteX5412" y="connsiteY5412"/>
              </a:cxn>
              <a:cxn ang="0">
                <a:pos x="connsiteX5413" y="connsiteY5413"/>
              </a:cxn>
              <a:cxn ang="0">
                <a:pos x="connsiteX5414" y="connsiteY5414"/>
              </a:cxn>
              <a:cxn ang="0">
                <a:pos x="connsiteX5415" y="connsiteY5415"/>
              </a:cxn>
              <a:cxn ang="0">
                <a:pos x="connsiteX5416" y="connsiteY5416"/>
              </a:cxn>
              <a:cxn ang="0">
                <a:pos x="connsiteX5417" y="connsiteY5417"/>
              </a:cxn>
              <a:cxn ang="0">
                <a:pos x="connsiteX5418" y="connsiteY5418"/>
              </a:cxn>
              <a:cxn ang="0">
                <a:pos x="connsiteX5419" y="connsiteY5419"/>
              </a:cxn>
              <a:cxn ang="0">
                <a:pos x="connsiteX5420" y="connsiteY5420"/>
              </a:cxn>
              <a:cxn ang="0">
                <a:pos x="connsiteX5421" y="connsiteY5421"/>
              </a:cxn>
              <a:cxn ang="0">
                <a:pos x="connsiteX5422" y="connsiteY5422"/>
              </a:cxn>
              <a:cxn ang="0">
                <a:pos x="connsiteX5423" y="connsiteY5423"/>
              </a:cxn>
              <a:cxn ang="0">
                <a:pos x="connsiteX5424" y="connsiteY5424"/>
              </a:cxn>
              <a:cxn ang="0">
                <a:pos x="connsiteX5425" y="connsiteY5425"/>
              </a:cxn>
              <a:cxn ang="0">
                <a:pos x="connsiteX5426" y="connsiteY5426"/>
              </a:cxn>
              <a:cxn ang="0">
                <a:pos x="connsiteX5427" y="connsiteY5427"/>
              </a:cxn>
              <a:cxn ang="0">
                <a:pos x="connsiteX5428" y="connsiteY5428"/>
              </a:cxn>
              <a:cxn ang="0">
                <a:pos x="connsiteX5429" y="connsiteY5429"/>
              </a:cxn>
              <a:cxn ang="0">
                <a:pos x="connsiteX5430" y="connsiteY5430"/>
              </a:cxn>
              <a:cxn ang="0">
                <a:pos x="connsiteX5431" y="connsiteY5431"/>
              </a:cxn>
              <a:cxn ang="0">
                <a:pos x="connsiteX5432" y="connsiteY5432"/>
              </a:cxn>
              <a:cxn ang="0">
                <a:pos x="connsiteX5433" y="connsiteY5433"/>
              </a:cxn>
              <a:cxn ang="0">
                <a:pos x="connsiteX5434" y="connsiteY5434"/>
              </a:cxn>
              <a:cxn ang="0">
                <a:pos x="connsiteX5435" y="connsiteY5435"/>
              </a:cxn>
              <a:cxn ang="0">
                <a:pos x="connsiteX5436" y="connsiteY5436"/>
              </a:cxn>
              <a:cxn ang="0">
                <a:pos x="connsiteX5437" y="connsiteY5437"/>
              </a:cxn>
              <a:cxn ang="0">
                <a:pos x="connsiteX5438" y="connsiteY5438"/>
              </a:cxn>
              <a:cxn ang="0">
                <a:pos x="connsiteX5439" y="connsiteY5439"/>
              </a:cxn>
              <a:cxn ang="0">
                <a:pos x="connsiteX5440" y="connsiteY5440"/>
              </a:cxn>
              <a:cxn ang="0">
                <a:pos x="connsiteX5441" y="connsiteY5441"/>
              </a:cxn>
              <a:cxn ang="0">
                <a:pos x="connsiteX5442" y="connsiteY5442"/>
              </a:cxn>
              <a:cxn ang="0">
                <a:pos x="connsiteX5443" y="connsiteY5443"/>
              </a:cxn>
              <a:cxn ang="0">
                <a:pos x="connsiteX5444" y="connsiteY5444"/>
              </a:cxn>
              <a:cxn ang="0">
                <a:pos x="connsiteX5445" y="connsiteY5445"/>
              </a:cxn>
              <a:cxn ang="0">
                <a:pos x="connsiteX5446" y="connsiteY5446"/>
              </a:cxn>
              <a:cxn ang="0">
                <a:pos x="connsiteX5447" y="connsiteY5447"/>
              </a:cxn>
              <a:cxn ang="0">
                <a:pos x="connsiteX5448" y="connsiteY5448"/>
              </a:cxn>
              <a:cxn ang="0">
                <a:pos x="connsiteX5449" y="connsiteY5449"/>
              </a:cxn>
              <a:cxn ang="0">
                <a:pos x="connsiteX5450" y="connsiteY5450"/>
              </a:cxn>
              <a:cxn ang="0">
                <a:pos x="connsiteX5451" y="connsiteY5451"/>
              </a:cxn>
              <a:cxn ang="0">
                <a:pos x="connsiteX5452" y="connsiteY5452"/>
              </a:cxn>
              <a:cxn ang="0">
                <a:pos x="connsiteX5453" y="connsiteY5453"/>
              </a:cxn>
              <a:cxn ang="0">
                <a:pos x="connsiteX5454" y="connsiteY5454"/>
              </a:cxn>
              <a:cxn ang="0">
                <a:pos x="connsiteX5455" y="connsiteY5455"/>
              </a:cxn>
              <a:cxn ang="0">
                <a:pos x="connsiteX5456" y="connsiteY5456"/>
              </a:cxn>
              <a:cxn ang="0">
                <a:pos x="connsiteX5457" y="connsiteY5457"/>
              </a:cxn>
              <a:cxn ang="0">
                <a:pos x="connsiteX5458" y="connsiteY5458"/>
              </a:cxn>
              <a:cxn ang="0">
                <a:pos x="connsiteX5459" y="connsiteY5459"/>
              </a:cxn>
              <a:cxn ang="0">
                <a:pos x="connsiteX5460" y="connsiteY5460"/>
              </a:cxn>
              <a:cxn ang="0">
                <a:pos x="connsiteX5461" y="connsiteY5461"/>
              </a:cxn>
              <a:cxn ang="0">
                <a:pos x="connsiteX5462" y="connsiteY5462"/>
              </a:cxn>
              <a:cxn ang="0">
                <a:pos x="connsiteX5463" y="connsiteY5463"/>
              </a:cxn>
              <a:cxn ang="0">
                <a:pos x="connsiteX5464" y="connsiteY5464"/>
              </a:cxn>
              <a:cxn ang="0">
                <a:pos x="connsiteX5465" y="connsiteY5465"/>
              </a:cxn>
              <a:cxn ang="0">
                <a:pos x="connsiteX5466" y="connsiteY5466"/>
              </a:cxn>
              <a:cxn ang="0">
                <a:pos x="connsiteX5467" y="connsiteY5467"/>
              </a:cxn>
              <a:cxn ang="0">
                <a:pos x="connsiteX5468" y="connsiteY5468"/>
              </a:cxn>
              <a:cxn ang="0">
                <a:pos x="connsiteX5469" y="connsiteY5469"/>
              </a:cxn>
              <a:cxn ang="0">
                <a:pos x="connsiteX5470" y="connsiteY5470"/>
              </a:cxn>
              <a:cxn ang="0">
                <a:pos x="connsiteX5471" y="connsiteY5471"/>
              </a:cxn>
              <a:cxn ang="0">
                <a:pos x="connsiteX5472" y="connsiteY5472"/>
              </a:cxn>
              <a:cxn ang="0">
                <a:pos x="connsiteX5473" y="connsiteY5473"/>
              </a:cxn>
              <a:cxn ang="0">
                <a:pos x="connsiteX5474" y="connsiteY5474"/>
              </a:cxn>
              <a:cxn ang="0">
                <a:pos x="connsiteX5475" y="connsiteY5475"/>
              </a:cxn>
              <a:cxn ang="0">
                <a:pos x="connsiteX5476" y="connsiteY5476"/>
              </a:cxn>
              <a:cxn ang="0">
                <a:pos x="connsiteX5477" y="connsiteY5477"/>
              </a:cxn>
              <a:cxn ang="0">
                <a:pos x="connsiteX5478" y="connsiteY5478"/>
              </a:cxn>
              <a:cxn ang="0">
                <a:pos x="connsiteX5479" y="connsiteY5479"/>
              </a:cxn>
              <a:cxn ang="0">
                <a:pos x="connsiteX5480" y="connsiteY5480"/>
              </a:cxn>
              <a:cxn ang="0">
                <a:pos x="connsiteX5481" y="connsiteY5481"/>
              </a:cxn>
              <a:cxn ang="0">
                <a:pos x="connsiteX5482" y="connsiteY5482"/>
              </a:cxn>
              <a:cxn ang="0">
                <a:pos x="connsiteX5483" y="connsiteY5483"/>
              </a:cxn>
              <a:cxn ang="0">
                <a:pos x="connsiteX5484" y="connsiteY5484"/>
              </a:cxn>
              <a:cxn ang="0">
                <a:pos x="connsiteX5485" y="connsiteY5485"/>
              </a:cxn>
              <a:cxn ang="0">
                <a:pos x="connsiteX5486" y="connsiteY5486"/>
              </a:cxn>
              <a:cxn ang="0">
                <a:pos x="connsiteX5487" y="connsiteY5487"/>
              </a:cxn>
              <a:cxn ang="0">
                <a:pos x="connsiteX5488" y="connsiteY5488"/>
              </a:cxn>
              <a:cxn ang="0">
                <a:pos x="connsiteX5489" y="connsiteY5489"/>
              </a:cxn>
              <a:cxn ang="0">
                <a:pos x="connsiteX5490" y="connsiteY5490"/>
              </a:cxn>
              <a:cxn ang="0">
                <a:pos x="connsiteX5491" y="connsiteY5491"/>
              </a:cxn>
              <a:cxn ang="0">
                <a:pos x="connsiteX5492" y="connsiteY5492"/>
              </a:cxn>
              <a:cxn ang="0">
                <a:pos x="connsiteX5493" y="connsiteY5493"/>
              </a:cxn>
              <a:cxn ang="0">
                <a:pos x="connsiteX5494" y="connsiteY5494"/>
              </a:cxn>
              <a:cxn ang="0">
                <a:pos x="connsiteX5495" y="connsiteY5495"/>
              </a:cxn>
              <a:cxn ang="0">
                <a:pos x="connsiteX5496" y="connsiteY5496"/>
              </a:cxn>
              <a:cxn ang="0">
                <a:pos x="connsiteX5497" y="connsiteY5497"/>
              </a:cxn>
              <a:cxn ang="0">
                <a:pos x="connsiteX5498" y="connsiteY5498"/>
              </a:cxn>
              <a:cxn ang="0">
                <a:pos x="connsiteX5499" y="connsiteY5499"/>
              </a:cxn>
              <a:cxn ang="0">
                <a:pos x="connsiteX5500" y="connsiteY5500"/>
              </a:cxn>
              <a:cxn ang="0">
                <a:pos x="connsiteX5501" y="connsiteY5501"/>
              </a:cxn>
              <a:cxn ang="0">
                <a:pos x="connsiteX5502" y="connsiteY5502"/>
              </a:cxn>
              <a:cxn ang="0">
                <a:pos x="connsiteX5503" y="connsiteY5503"/>
              </a:cxn>
              <a:cxn ang="0">
                <a:pos x="connsiteX5504" y="connsiteY5504"/>
              </a:cxn>
              <a:cxn ang="0">
                <a:pos x="connsiteX5505" y="connsiteY5505"/>
              </a:cxn>
              <a:cxn ang="0">
                <a:pos x="connsiteX5506" y="connsiteY5506"/>
              </a:cxn>
              <a:cxn ang="0">
                <a:pos x="connsiteX5507" y="connsiteY5507"/>
              </a:cxn>
              <a:cxn ang="0">
                <a:pos x="connsiteX5508" y="connsiteY5508"/>
              </a:cxn>
              <a:cxn ang="0">
                <a:pos x="connsiteX5509" y="connsiteY5509"/>
              </a:cxn>
              <a:cxn ang="0">
                <a:pos x="connsiteX5510" y="connsiteY5510"/>
              </a:cxn>
              <a:cxn ang="0">
                <a:pos x="connsiteX5511" y="connsiteY5511"/>
              </a:cxn>
              <a:cxn ang="0">
                <a:pos x="connsiteX5512" y="connsiteY5512"/>
              </a:cxn>
              <a:cxn ang="0">
                <a:pos x="connsiteX5513" y="connsiteY5513"/>
              </a:cxn>
              <a:cxn ang="0">
                <a:pos x="connsiteX5514" y="connsiteY5514"/>
              </a:cxn>
              <a:cxn ang="0">
                <a:pos x="connsiteX5515" y="connsiteY5515"/>
              </a:cxn>
              <a:cxn ang="0">
                <a:pos x="connsiteX5516" y="connsiteY5516"/>
              </a:cxn>
              <a:cxn ang="0">
                <a:pos x="connsiteX5517" y="connsiteY5517"/>
              </a:cxn>
              <a:cxn ang="0">
                <a:pos x="connsiteX5518" y="connsiteY5518"/>
              </a:cxn>
              <a:cxn ang="0">
                <a:pos x="connsiteX5519" y="connsiteY5519"/>
              </a:cxn>
              <a:cxn ang="0">
                <a:pos x="connsiteX5520" y="connsiteY5520"/>
              </a:cxn>
              <a:cxn ang="0">
                <a:pos x="connsiteX5521" y="connsiteY5521"/>
              </a:cxn>
              <a:cxn ang="0">
                <a:pos x="connsiteX5522" y="connsiteY5522"/>
              </a:cxn>
              <a:cxn ang="0">
                <a:pos x="connsiteX5523" y="connsiteY5523"/>
              </a:cxn>
              <a:cxn ang="0">
                <a:pos x="connsiteX5524" y="connsiteY5524"/>
              </a:cxn>
              <a:cxn ang="0">
                <a:pos x="connsiteX5525" y="connsiteY5525"/>
              </a:cxn>
              <a:cxn ang="0">
                <a:pos x="connsiteX5526" y="connsiteY5526"/>
              </a:cxn>
              <a:cxn ang="0">
                <a:pos x="connsiteX5527" y="connsiteY5527"/>
              </a:cxn>
              <a:cxn ang="0">
                <a:pos x="connsiteX5528" y="connsiteY5528"/>
              </a:cxn>
              <a:cxn ang="0">
                <a:pos x="connsiteX5529" y="connsiteY5529"/>
              </a:cxn>
              <a:cxn ang="0">
                <a:pos x="connsiteX5530" y="connsiteY5530"/>
              </a:cxn>
              <a:cxn ang="0">
                <a:pos x="connsiteX5531" y="connsiteY5531"/>
              </a:cxn>
              <a:cxn ang="0">
                <a:pos x="connsiteX5532" y="connsiteY5532"/>
              </a:cxn>
              <a:cxn ang="0">
                <a:pos x="connsiteX5533" y="connsiteY5533"/>
              </a:cxn>
              <a:cxn ang="0">
                <a:pos x="connsiteX5534" y="connsiteY5534"/>
              </a:cxn>
              <a:cxn ang="0">
                <a:pos x="connsiteX5535" y="connsiteY5535"/>
              </a:cxn>
              <a:cxn ang="0">
                <a:pos x="connsiteX5536" y="connsiteY5536"/>
              </a:cxn>
              <a:cxn ang="0">
                <a:pos x="connsiteX5537" y="connsiteY5537"/>
              </a:cxn>
              <a:cxn ang="0">
                <a:pos x="connsiteX5538" y="connsiteY5538"/>
              </a:cxn>
              <a:cxn ang="0">
                <a:pos x="connsiteX5539" y="connsiteY5539"/>
              </a:cxn>
              <a:cxn ang="0">
                <a:pos x="connsiteX5540" y="connsiteY5540"/>
              </a:cxn>
              <a:cxn ang="0">
                <a:pos x="connsiteX5541" y="connsiteY5541"/>
              </a:cxn>
              <a:cxn ang="0">
                <a:pos x="connsiteX5542" y="connsiteY5542"/>
              </a:cxn>
              <a:cxn ang="0">
                <a:pos x="connsiteX5543" y="connsiteY5543"/>
              </a:cxn>
              <a:cxn ang="0">
                <a:pos x="connsiteX5544" y="connsiteY5544"/>
              </a:cxn>
              <a:cxn ang="0">
                <a:pos x="connsiteX5545" y="connsiteY5545"/>
              </a:cxn>
              <a:cxn ang="0">
                <a:pos x="connsiteX5546" y="connsiteY5546"/>
              </a:cxn>
              <a:cxn ang="0">
                <a:pos x="connsiteX5547" y="connsiteY5547"/>
              </a:cxn>
              <a:cxn ang="0">
                <a:pos x="connsiteX5548" y="connsiteY5548"/>
              </a:cxn>
              <a:cxn ang="0">
                <a:pos x="connsiteX5549" y="connsiteY5549"/>
              </a:cxn>
              <a:cxn ang="0">
                <a:pos x="connsiteX5550" y="connsiteY5550"/>
              </a:cxn>
              <a:cxn ang="0">
                <a:pos x="connsiteX5551" y="connsiteY5551"/>
              </a:cxn>
              <a:cxn ang="0">
                <a:pos x="connsiteX5552" y="connsiteY5552"/>
              </a:cxn>
              <a:cxn ang="0">
                <a:pos x="connsiteX5553" y="connsiteY5553"/>
              </a:cxn>
              <a:cxn ang="0">
                <a:pos x="connsiteX5554" y="connsiteY5554"/>
              </a:cxn>
              <a:cxn ang="0">
                <a:pos x="connsiteX5555" y="connsiteY5555"/>
              </a:cxn>
              <a:cxn ang="0">
                <a:pos x="connsiteX5556" y="connsiteY5556"/>
              </a:cxn>
              <a:cxn ang="0">
                <a:pos x="connsiteX5557" y="connsiteY5557"/>
              </a:cxn>
              <a:cxn ang="0">
                <a:pos x="connsiteX5558" y="connsiteY5558"/>
              </a:cxn>
              <a:cxn ang="0">
                <a:pos x="connsiteX5559" y="connsiteY5559"/>
              </a:cxn>
              <a:cxn ang="0">
                <a:pos x="connsiteX5560" y="connsiteY5560"/>
              </a:cxn>
              <a:cxn ang="0">
                <a:pos x="connsiteX5561" y="connsiteY5561"/>
              </a:cxn>
              <a:cxn ang="0">
                <a:pos x="connsiteX5562" y="connsiteY5562"/>
              </a:cxn>
              <a:cxn ang="0">
                <a:pos x="connsiteX5563" y="connsiteY5563"/>
              </a:cxn>
              <a:cxn ang="0">
                <a:pos x="connsiteX5564" y="connsiteY5564"/>
              </a:cxn>
              <a:cxn ang="0">
                <a:pos x="connsiteX5565" y="connsiteY5565"/>
              </a:cxn>
              <a:cxn ang="0">
                <a:pos x="connsiteX5566" y="connsiteY5566"/>
              </a:cxn>
              <a:cxn ang="0">
                <a:pos x="connsiteX5567" y="connsiteY5567"/>
              </a:cxn>
              <a:cxn ang="0">
                <a:pos x="connsiteX5568" y="connsiteY5568"/>
              </a:cxn>
              <a:cxn ang="0">
                <a:pos x="connsiteX5569" y="connsiteY5569"/>
              </a:cxn>
              <a:cxn ang="0">
                <a:pos x="connsiteX5570" y="connsiteY5570"/>
              </a:cxn>
              <a:cxn ang="0">
                <a:pos x="connsiteX5571" y="connsiteY5571"/>
              </a:cxn>
              <a:cxn ang="0">
                <a:pos x="connsiteX5572" y="connsiteY5572"/>
              </a:cxn>
              <a:cxn ang="0">
                <a:pos x="connsiteX5573" y="connsiteY5573"/>
              </a:cxn>
              <a:cxn ang="0">
                <a:pos x="connsiteX5574" y="connsiteY5574"/>
              </a:cxn>
              <a:cxn ang="0">
                <a:pos x="connsiteX5575" y="connsiteY5575"/>
              </a:cxn>
              <a:cxn ang="0">
                <a:pos x="connsiteX5576" y="connsiteY5576"/>
              </a:cxn>
              <a:cxn ang="0">
                <a:pos x="connsiteX5577" y="connsiteY5577"/>
              </a:cxn>
              <a:cxn ang="0">
                <a:pos x="connsiteX5578" y="connsiteY5578"/>
              </a:cxn>
              <a:cxn ang="0">
                <a:pos x="connsiteX5579" y="connsiteY5579"/>
              </a:cxn>
              <a:cxn ang="0">
                <a:pos x="connsiteX5580" y="connsiteY5580"/>
              </a:cxn>
              <a:cxn ang="0">
                <a:pos x="connsiteX5581" y="connsiteY5581"/>
              </a:cxn>
              <a:cxn ang="0">
                <a:pos x="connsiteX5582" y="connsiteY5582"/>
              </a:cxn>
              <a:cxn ang="0">
                <a:pos x="connsiteX5583" y="connsiteY5583"/>
              </a:cxn>
              <a:cxn ang="0">
                <a:pos x="connsiteX5584" y="connsiteY5584"/>
              </a:cxn>
              <a:cxn ang="0">
                <a:pos x="connsiteX5585" y="connsiteY5585"/>
              </a:cxn>
              <a:cxn ang="0">
                <a:pos x="connsiteX5586" y="connsiteY5586"/>
              </a:cxn>
              <a:cxn ang="0">
                <a:pos x="connsiteX5587" y="connsiteY5587"/>
              </a:cxn>
              <a:cxn ang="0">
                <a:pos x="connsiteX5588" y="connsiteY5588"/>
              </a:cxn>
              <a:cxn ang="0">
                <a:pos x="connsiteX5589" y="connsiteY5589"/>
              </a:cxn>
              <a:cxn ang="0">
                <a:pos x="connsiteX5590" y="connsiteY5590"/>
              </a:cxn>
              <a:cxn ang="0">
                <a:pos x="connsiteX5591" y="connsiteY5591"/>
              </a:cxn>
              <a:cxn ang="0">
                <a:pos x="connsiteX5592" y="connsiteY5592"/>
              </a:cxn>
              <a:cxn ang="0">
                <a:pos x="connsiteX5593" y="connsiteY5593"/>
              </a:cxn>
              <a:cxn ang="0">
                <a:pos x="connsiteX5594" y="connsiteY5594"/>
              </a:cxn>
              <a:cxn ang="0">
                <a:pos x="connsiteX5595" y="connsiteY5595"/>
              </a:cxn>
              <a:cxn ang="0">
                <a:pos x="connsiteX5596" y="connsiteY5596"/>
              </a:cxn>
              <a:cxn ang="0">
                <a:pos x="connsiteX5597" y="connsiteY5597"/>
              </a:cxn>
              <a:cxn ang="0">
                <a:pos x="connsiteX5598" y="connsiteY5598"/>
              </a:cxn>
              <a:cxn ang="0">
                <a:pos x="connsiteX5599" y="connsiteY5599"/>
              </a:cxn>
              <a:cxn ang="0">
                <a:pos x="connsiteX5600" y="connsiteY5600"/>
              </a:cxn>
              <a:cxn ang="0">
                <a:pos x="connsiteX5601" y="connsiteY5601"/>
              </a:cxn>
              <a:cxn ang="0">
                <a:pos x="connsiteX5602" y="connsiteY5602"/>
              </a:cxn>
              <a:cxn ang="0">
                <a:pos x="connsiteX5603" y="connsiteY5603"/>
              </a:cxn>
              <a:cxn ang="0">
                <a:pos x="connsiteX5604" y="connsiteY5604"/>
              </a:cxn>
              <a:cxn ang="0">
                <a:pos x="connsiteX5605" y="connsiteY5605"/>
              </a:cxn>
              <a:cxn ang="0">
                <a:pos x="connsiteX5606" y="connsiteY5606"/>
              </a:cxn>
              <a:cxn ang="0">
                <a:pos x="connsiteX5607" y="connsiteY5607"/>
              </a:cxn>
              <a:cxn ang="0">
                <a:pos x="connsiteX5608" y="connsiteY5608"/>
              </a:cxn>
              <a:cxn ang="0">
                <a:pos x="connsiteX5609" y="connsiteY5609"/>
              </a:cxn>
              <a:cxn ang="0">
                <a:pos x="connsiteX5610" y="connsiteY5610"/>
              </a:cxn>
              <a:cxn ang="0">
                <a:pos x="connsiteX5611" y="connsiteY5611"/>
              </a:cxn>
              <a:cxn ang="0">
                <a:pos x="connsiteX5612" y="connsiteY5612"/>
              </a:cxn>
              <a:cxn ang="0">
                <a:pos x="connsiteX5613" y="connsiteY5613"/>
              </a:cxn>
              <a:cxn ang="0">
                <a:pos x="connsiteX5614" y="connsiteY5614"/>
              </a:cxn>
              <a:cxn ang="0">
                <a:pos x="connsiteX5615" y="connsiteY5615"/>
              </a:cxn>
              <a:cxn ang="0">
                <a:pos x="connsiteX5616" y="connsiteY5616"/>
              </a:cxn>
              <a:cxn ang="0">
                <a:pos x="connsiteX5617" y="connsiteY5617"/>
              </a:cxn>
              <a:cxn ang="0">
                <a:pos x="connsiteX5618" y="connsiteY5618"/>
              </a:cxn>
              <a:cxn ang="0">
                <a:pos x="connsiteX5619" y="connsiteY5619"/>
              </a:cxn>
              <a:cxn ang="0">
                <a:pos x="connsiteX5620" y="connsiteY5620"/>
              </a:cxn>
              <a:cxn ang="0">
                <a:pos x="connsiteX5621" y="connsiteY5621"/>
              </a:cxn>
              <a:cxn ang="0">
                <a:pos x="connsiteX5622" y="connsiteY5622"/>
              </a:cxn>
              <a:cxn ang="0">
                <a:pos x="connsiteX5623" y="connsiteY5623"/>
              </a:cxn>
              <a:cxn ang="0">
                <a:pos x="connsiteX5624" y="connsiteY5624"/>
              </a:cxn>
              <a:cxn ang="0">
                <a:pos x="connsiteX5625" y="connsiteY5625"/>
              </a:cxn>
              <a:cxn ang="0">
                <a:pos x="connsiteX5626" y="connsiteY5626"/>
              </a:cxn>
              <a:cxn ang="0">
                <a:pos x="connsiteX5627" y="connsiteY5627"/>
              </a:cxn>
              <a:cxn ang="0">
                <a:pos x="connsiteX5628" y="connsiteY5628"/>
              </a:cxn>
              <a:cxn ang="0">
                <a:pos x="connsiteX5629" y="connsiteY5629"/>
              </a:cxn>
              <a:cxn ang="0">
                <a:pos x="connsiteX5630" y="connsiteY5630"/>
              </a:cxn>
              <a:cxn ang="0">
                <a:pos x="connsiteX5631" y="connsiteY5631"/>
              </a:cxn>
              <a:cxn ang="0">
                <a:pos x="connsiteX5632" y="connsiteY5632"/>
              </a:cxn>
              <a:cxn ang="0">
                <a:pos x="connsiteX5633" y="connsiteY5633"/>
              </a:cxn>
              <a:cxn ang="0">
                <a:pos x="connsiteX5634" y="connsiteY5634"/>
              </a:cxn>
              <a:cxn ang="0">
                <a:pos x="connsiteX5635" y="connsiteY5635"/>
              </a:cxn>
              <a:cxn ang="0">
                <a:pos x="connsiteX5636" y="connsiteY5636"/>
              </a:cxn>
              <a:cxn ang="0">
                <a:pos x="connsiteX5637" y="connsiteY5637"/>
              </a:cxn>
              <a:cxn ang="0">
                <a:pos x="connsiteX5638" y="connsiteY5638"/>
              </a:cxn>
              <a:cxn ang="0">
                <a:pos x="connsiteX5639" y="connsiteY5639"/>
              </a:cxn>
              <a:cxn ang="0">
                <a:pos x="connsiteX5640" y="connsiteY5640"/>
              </a:cxn>
              <a:cxn ang="0">
                <a:pos x="connsiteX5641" y="connsiteY5641"/>
              </a:cxn>
              <a:cxn ang="0">
                <a:pos x="connsiteX5642" y="connsiteY5642"/>
              </a:cxn>
              <a:cxn ang="0">
                <a:pos x="connsiteX5643" y="connsiteY5643"/>
              </a:cxn>
              <a:cxn ang="0">
                <a:pos x="connsiteX5644" y="connsiteY5644"/>
              </a:cxn>
              <a:cxn ang="0">
                <a:pos x="connsiteX5645" y="connsiteY5645"/>
              </a:cxn>
              <a:cxn ang="0">
                <a:pos x="connsiteX5646" y="connsiteY5646"/>
              </a:cxn>
              <a:cxn ang="0">
                <a:pos x="connsiteX5647" y="connsiteY5647"/>
              </a:cxn>
              <a:cxn ang="0">
                <a:pos x="connsiteX5648" y="connsiteY5648"/>
              </a:cxn>
              <a:cxn ang="0">
                <a:pos x="connsiteX5649" y="connsiteY5649"/>
              </a:cxn>
              <a:cxn ang="0">
                <a:pos x="connsiteX5650" y="connsiteY5650"/>
              </a:cxn>
              <a:cxn ang="0">
                <a:pos x="connsiteX5651" y="connsiteY5651"/>
              </a:cxn>
              <a:cxn ang="0">
                <a:pos x="connsiteX5652" y="connsiteY5652"/>
              </a:cxn>
              <a:cxn ang="0">
                <a:pos x="connsiteX5653" y="connsiteY5653"/>
              </a:cxn>
              <a:cxn ang="0">
                <a:pos x="connsiteX5654" y="connsiteY5654"/>
              </a:cxn>
              <a:cxn ang="0">
                <a:pos x="connsiteX5655" y="connsiteY5655"/>
              </a:cxn>
              <a:cxn ang="0">
                <a:pos x="connsiteX5656" y="connsiteY5656"/>
              </a:cxn>
              <a:cxn ang="0">
                <a:pos x="connsiteX5657" y="connsiteY5657"/>
              </a:cxn>
              <a:cxn ang="0">
                <a:pos x="connsiteX5658" y="connsiteY5658"/>
              </a:cxn>
              <a:cxn ang="0">
                <a:pos x="connsiteX5659" y="connsiteY5659"/>
              </a:cxn>
              <a:cxn ang="0">
                <a:pos x="connsiteX5660" y="connsiteY5660"/>
              </a:cxn>
              <a:cxn ang="0">
                <a:pos x="connsiteX5661" y="connsiteY5661"/>
              </a:cxn>
              <a:cxn ang="0">
                <a:pos x="connsiteX5662" y="connsiteY5662"/>
              </a:cxn>
              <a:cxn ang="0">
                <a:pos x="connsiteX5663" y="connsiteY5663"/>
              </a:cxn>
              <a:cxn ang="0">
                <a:pos x="connsiteX5664" y="connsiteY5664"/>
              </a:cxn>
              <a:cxn ang="0">
                <a:pos x="connsiteX5665" y="connsiteY5665"/>
              </a:cxn>
              <a:cxn ang="0">
                <a:pos x="connsiteX5666" y="connsiteY5666"/>
              </a:cxn>
              <a:cxn ang="0">
                <a:pos x="connsiteX5667" y="connsiteY5667"/>
              </a:cxn>
              <a:cxn ang="0">
                <a:pos x="connsiteX5668" y="connsiteY5668"/>
              </a:cxn>
              <a:cxn ang="0">
                <a:pos x="connsiteX5669" y="connsiteY5669"/>
              </a:cxn>
              <a:cxn ang="0">
                <a:pos x="connsiteX5670" y="connsiteY5670"/>
              </a:cxn>
              <a:cxn ang="0">
                <a:pos x="connsiteX5671" y="connsiteY5671"/>
              </a:cxn>
              <a:cxn ang="0">
                <a:pos x="connsiteX5672" y="connsiteY5672"/>
              </a:cxn>
              <a:cxn ang="0">
                <a:pos x="connsiteX5673" y="connsiteY5673"/>
              </a:cxn>
              <a:cxn ang="0">
                <a:pos x="connsiteX5674" y="connsiteY5674"/>
              </a:cxn>
              <a:cxn ang="0">
                <a:pos x="connsiteX5675" y="connsiteY5675"/>
              </a:cxn>
              <a:cxn ang="0">
                <a:pos x="connsiteX5676" y="connsiteY5676"/>
              </a:cxn>
              <a:cxn ang="0">
                <a:pos x="connsiteX5677" y="connsiteY5677"/>
              </a:cxn>
              <a:cxn ang="0">
                <a:pos x="connsiteX5678" y="connsiteY5678"/>
              </a:cxn>
              <a:cxn ang="0">
                <a:pos x="connsiteX5679" y="connsiteY5679"/>
              </a:cxn>
              <a:cxn ang="0">
                <a:pos x="connsiteX5680" y="connsiteY5680"/>
              </a:cxn>
              <a:cxn ang="0">
                <a:pos x="connsiteX5681" y="connsiteY5681"/>
              </a:cxn>
              <a:cxn ang="0">
                <a:pos x="connsiteX5682" y="connsiteY5682"/>
              </a:cxn>
              <a:cxn ang="0">
                <a:pos x="connsiteX5683" y="connsiteY5683"/>
              </a:cxn>
              <a:cxn ang="0">
                <a:pos x="connsiteX5684" y="connsiteY5684"/>
              </a:cxn>
              <a:cxn ang="0">
                <a:pos x="connsiteX5685" y="connsiteY5685"/>
              </a:cxn>
              <a:cxn ang="0">
                <a:pos x="connsiteX5686" y="connsiteY5686"/>
              </a:cxn>
              <a:cxn ang="0">
                <a:pos x="connsiteX5687" y="connsiteY5687"/>
              </a:cxn>
              <a:cxn ang="0">
                <a:pos x="connsiteX5688" y="connsiteY5688"/>
              </a:cxn>
              <a:cxn ang="0">
                <a:pos x="connsiteX5689" y="connsiteY5689"/>
              </a:cxn>
              <a:cxn ang="0">
                <a:pos x="connsiteX5690" y="connsiteY5690"/>
              </a:cxn>
              <a:cxn ang="0">
                <a:pos x="connsiteX5691" y="connsiteY5691"/>
              </a:cxn>
              <a:cxn ang="0">
                <a:pos x="connsiteX5692" y="connsiteY5692"/>
              </a:cxn>
              <a:cxn ang="0">
                <a:pos x="connsiteX5693" y="connsiteY5693"/>
              </a:cxn>
              <a:cxn ang="0">
                <a:pos x="connsiteX5694" y="connsiteY5694"/>
              </a:cxn>
              <a:cxn ang="0">
                <a:pos x="connsiteX5695" y="connsiteY5695"/>
              </a:cxn>
              <a:cxn ang="0">
                <a:pos x="connsiteX5696" y="connsiteY5696"/>
              </a:cxn>
              <a:cxn ang="0">
                <a:pos x="connsiteX5697" y="connsiteY5697"/>
              </a:cxn>
              <a:cxn ang="0">
                <a:pos x="connsiteX5698" y="connsiteY5698"/>
              </a:cxn>
              <a:cxn ang="0">
                <a:pos x="connsiteX5699" y="connsiteY5699"/>
              </a:cxn>
              <a:cxn ang="0">
                <a:pos x="connsiteX5700" y="connsiteY5700"/>
              </a:cxn>
              <a:cxn ang="0">
                <a:pos x="connsiteX5701" y="connsiteY5701"/>
              </a:cxn>
              <a:cxn ang="0">
                <a:pos x="connsiteX5702" y="connsiteY5702"/>
              </a:cxn>
              <a:cxn ang="0">
                <a:pos x="connsiteX5703" y="connsiteY5703"/>
              </a:cxn>
              <a:cxn ang="0">
                <a:pos x="connsiteX5704" y="connsiteY5704"/>
              </a:cxn>
              <a:cxn ang="0">
                <a:pos x="connsiteX5705" y="connsiteY5705"/>
              </a:cxn>
              <a:cxn ang="0">
                <a:pos x="connsiteX5706" y="connsiteY5706"/>
              </a:cxn>
              <a:cxn ang="0">
                <a:pos x="connsiteX5707" y="connsiteY5707"/>
              </a:cxn>
              <a:cxn ang="0">
                <a:pos x="connsiteX5708" y="connsiteY5708"/>
              </a:cxn>
              <a:cxn ang="0">
                <a:pos x="connsiteX5709" y="connsiteY5709"/>
              </a:cxn>
              <a:cxn ang="0">
                <a:pos x="connsiteX5710" y="connsiteY5710"/>
              </a:cxn>
              <a:cxn ang="0">
                <a:pos x="connsiteX5711" y="connsiteY5711"/>
              </a:cxn>
              <a:cxn ang="0">
                <a:pos x="connsiteX5712" y="connsiteY5712"/>
              </a:cxn>
              <a:cxn ang="0">
                <a:pos x="connsiteX5713" y="connsiteY5713"/>
              </a:cxn>
              <a:cxn ang="0">
                <a:pos x="connsiteX5714" y="connsiteY5714"/>
              </a:cxn>
              <a:cxn ang="0">
                <a:pos x="connsiteX5715" y="connsiteY5715"/>
              </a:cxn>
              <a:cxn ang="0">
                <a:pos x="connsiteX5716" y="connsiteY5716"/>
              </a:cxn>
              <a:cxn ang="0">
                <a:pos x="connsiteX5717" y="connsiteY5717"/>
              </a:cxn>
              <a:cxn ang="0">
                <a:pos x="connsiteX5718" y="connsiteY5718"/>
              </a:cxn>
              <a:cxn ang="0">
                <a:pos x="connsiteX5719" y="connsiteY5719"/>
              </a:cxn>
              <a:cxn ang="0">
                <a:pos x="connsiteX5720" y="connsiteY5720"/>
              </a:cxn>
              <a:cxn ang="0">
                <a:pos x="connsiteX5721" y="connsiteY5721"/>
              </a:cxn>
              <a:cxn ang="0">
                <a:pos x="connsiteX5722" y="connsiteY5722"/>
              </a:cxn>
              <a:cxn ang="0">
                <a:pos x="connsiteX5723" y="connsiteY5723"/>
              </a:cxn>
              <a:cxn ang="0">
                <a:pos x="connsiteX5724" y="connsiteY5724"/>
              </a:cxn>
              <a:cxn ang="0">
                <a:pos x="connsiteX5725" y="connsiteY5725"/>
              </a:cxn>
              <a:cxn ang="0">
                <a:pos x="connsiteX5726" y="connsiteY5726"/>
              </a:cxn>
              <a:cxn ang="0">
                <a:pos x="connsiteX5727" y="connsiteY5727"/>
              </a:cxn>
              <a:cxn ang="0">
                <a:pos x="connsiteX5728" y="connsiteY5728"/>
              </a:cxn>
              <a:cxn ang="0">
                <a:pos x="connsiteX5729" y="connsiteY5729"/>
              </a:cxn>
              <a:cxn ang="0">
                <a:pos x="connsiteX5730" y="connsiteY5730"/>
              </a:cxn>
              <a:cxn ang="0">
                <a:pos x="connsiteX5731" y="connsiteY5731"/>
              </a:cxn>
              <a:cxn ang="0">
                <a:pos x="connsiteX5732" y="connsiteY5732"/>
              </a:cxn>
              <a:cxn ang="0">
                <a:pos x="connsiteX5733" y="connsiteY5733"/>
              </a:cxn>
              <a:cxn ang="0">
                <a:pos x="connsiteX5734" y="connsiteY5734"/>
              </a:cxn>
              <a:cxn ang="0">
                <a:pos x="connsiteX5735" y="connsiteY5735"/>
              </a:cxn>
              <a:cxn ang="0">
                <a:pos x="connsiteX5736" y="connsiteY5736"/>
              </a:cxn>
              <a:cxn ang="0">
                <a:pos x="connsiteX5737" y="connsiteY5737"/>
              </a:cxn>
              <a:cxn ang="0">
                <a:pos x="connsiteX5738" y="connsiteY5738"/>
              </a:cxn>
              <a:cxn ang="0">
                <a:pos x="connsiteX5739" y="connsiteY5739"/>
              </a:cxn>
              <a:cxn ang="0">
                <a:pos x="connsiteX5740" y="connsiteY5740"/>
              </a:cxn>
              <a:cxn ang="0">
                <a:pos x="connsiteX5741" y="connsiteY5741"/>
              </a:cxn>
              <a:cxn ang="0">
                <a:pos x="connsiteX5742" y="connsiteY5742"/>
              </a:cxn>
              <a:cxn ang="0">
                <a:pos x="connsiteX5743" y="connsiteY5743"/>
              </a:cxn>
              <a:cxn ang="0">
                <a:pos x="connsiteX5744" y="connsiteY5744"/>
              </a:cxn>
              <a:cxn ang="0">
                <a:pos x="connsiteX5745" y="connsiteY5745"/>
              </a:cxn>
              <a:cxn ang="0">
                <a:pos x="connsiteX5746" y="connsiteY5746"/>
              </a:cxn>
              <a:cxn ang="0">
                <a:pos x="connsiteX5747" y="connsiteY5747"/>
              </a:cxn>
              <a:cxn ang="0">
                <a:pos x="connsiteX5748" y="connsiteY5748"/>
              </a:cxn>
              <a:cxn ang="0">
                <a:pos x="connsiteX5749" y="connsiteY5749"/>
              </a:cxn>
              <a:cxn ang="0">
                <a:pos x="connsiteX5750" y="connsiteY5750"/>
              </a:cxn>
              <a:cxn ang="0">
                <a:pos x="connsiteX5751" y="connsiteY5751"/>
              </a:cxn>
              <a:cxn ang="0">
                <a:pos x="connsiteX5752" y="connsiteY5752"/>
              </a:cxn>
              <a:cxn ang="0">
                <a:pos x="connsiteX5753" y="connsiteY5753"/>
              </a:cxn>
              <a:cxn ang="0">
                <a:pos x="connsiteX5754" y="connsiteY5754"/>
              </a:cxn>
              <a:cxn ang="0">
                <a:pos x="connsiteX5755" y="connsiteY5755"/>
              </a:cxn>
              <a:cxn ang="0">
                <a:pos x="connsiteX5756" y="connsiteY5756"/>
              </a:cxn>
              <a:cxn ang="0">
                <a:pos x="connsiteX5757" y="connsiteY5757"/>
              </a:cxn>
              <a:cxn ang="0">
                <a:pos x="connsiteX5758" y="connsiteY5758"/>
              </a:cxn>
              <a:cxn ang="0">
                <a:pos x="connsiteX5759" y="connsiteY5759"/>
              </a:cxn>
              <a:cxn ang="0">
                <a:pos x="connsiteX5760" y="connsiteY5760"/>
              </a:cxn>
              <a:cxn ang="0">
                <a:pos x="connsiteX5761" y="connsiteY5761"/>
              </a:cxn>
              <a:cxn ang="0">
                <a:pos x="connsiteX5762" y="connsiteY5762"/>
              </a:cxn>
              <a:cxn ang="0">
                <a:pos x="connsiteX5763" y="connsiteY5763"/>
              </a:cxn>
              <a:cxn ang="0">
                <a:pos x="connsiteX5764" y="connsiteY5764"/>
              </a:cxn>
              <a:cxn ang="0">
                <a:pos x="connsiteX5765" y="connsiteY5765"/>
              </a:cxn>
              <a:cxn ang="0">
                <a:pos x="connsiteX5766" y="connsiteY5766"/>
              </a:cxn>
              <a:cxn ang="0">
                <a:pos x="connsiteX5767" y="connsiteY5767"/>
              </a:cxn>
              <a:cxn ang="0">
                <a:pos x="connsiteX5768" y="connsiteY5768"/>
              </a:cxn>
              <a:cxn ang="0">
                <a:pos x="connsiteX5769" y="connsiteY5769"/>
              </a:cxn>
              <a:cxn ang="0">
                <a:pos x="connsiteX5770" y="connsiteY5770"/>
              </a:cxn>
              <a:cxn ang="0">
                <a:pos x="connsiteX5771" y="connsiteY5771"/>
              </a:cxn>
              <a:cxn ang="0">
                <a:pos x="connsiteX5772" y="connsiteY5772"/>
              </a:cxn>
              <a:cxn ang="0">
                <a:pos x="connsiteX5773" y="connsiteY5773"/>
              </a:cxn>
              <a:cxn ang="0">
                <a:pos x="connsiteX5774" y="connsiteY5774"/>
              </a:cxn>
              <a:cxn ang="0">
                <a:pos x="connsiteX5775" y="connsiteY5775"/>
              </a:cxn>
              <a:cxn ang="0">
                <a:pos x="connsiteX5776" y="connsiteY5776"/>
              </a:cxn>
              <a:cxn ang="0">
                <a:pos x="connsiteX5777" y="connsiteY5777"/>
              </a:cxn>
              <a:cxn ang="0">
                <a:pos x="connsiteX5778" y="connsiteY5778"/>
              </a:cxn>
              <a:cxn ang="0">
                <a:pos x="connsiteX5779" y="connsiteY5779"/>
              </a:cxn>
              <a:cxn ang="0">
                <a:pos x="connsiteX5780" y="connsiteY5780"/>
              </a:cxn>
              <a:cxn ang="0">
                <a:pos x="connsiteX5781" y="connsiteY5781"/>
              </a:cxn>
              <a:cxn ang="0">
                <a:pos x="connsiteX5782" y="connsiteY5782"/>
              </a:cxn>
              <a:cxn ang="0">
                <a:pos x="connsiteX5783" y="connsiteY5783"/>
              </a:cxn>
              <a:cxn ang="0">
                <a:pos x="connsiteX5784" y="connsiteY5784"/>
              </a:cxn>
              <a:cxn ang="0">
                <a:pos x="connsiteX5785" y="connsiteY5785"/>
              </a:cxn>
              <a:cxn ang="0">
                <a:pos x="connsiteX5786" y="connsiteY5786"/>
              </a:cxn>
              <a:cxn ang="0">
                <a:pos x="connsiteX5787" y="connsiteY5787"/>
              </a:cxn>
              <a:cxn ang="0">
                <a:pos x="connsiteX5788" y="connsiteY5788"/>
              </a:cxn>
              <a:cxn ang="0">
                <a:pos x="connsiteX5789" y="connsiteY5789"/>
              </a:cxn>
              <a:cxn ang="0">
                <a:pos x="connsiteX5790" y="connsiteY5790"/>
              </a:cxn>
              <a:cxn ang="0">
                <a:pos x="connsiteX5791" y="connsiteY5791"/>
              </a:cxn>
              <a:cxn ang="0">
                <a:pos x="connsiteX5792" y="connsiteY5792"/>
              </a:cxn>
              <a:cxn ang="0">
                <a:pos x="connsiteX5793" y="connsiteY5793"/>
              </a:cxn>
              <a:cxn ang="0">
                <a:pos x="connsiteX5794" y="connsiteY5794"/>
              </a:cxn>
              <a:cxn ang="0">
                <a:pos x="connsiteX5795" y="connsiteY5795"/>
              </a:cxn>
              <a:cxn ang="0">
                <a:pos x="connsiteX5796" y="connsiteY5796"/>
              </a:cxn>
              <a:cxn ang="0">
                <a:pos x="connsiteX5797" y="connsiteY5797"/>
              </a:cxn>
              <a:cxn ang="0">
                <a:pos x="connsiteX5798" y="connsiteY5798"/>
              </a:cxn>
              <a:cxn ang="0">
                <a:pos x="connsiteX5799" y="connsiteY5799"/>
              </a:cxn>
              <a:cxn ang="0">
                <a:pos x="connsiteX5800" y="connsiteY5800"/>
              </a:cxn>
              <a:cxn ang="0">
                <a:pos x="connsiteX5801" y="connsiteY5801"/>
              </a:cxn>
              <a:cxn ang="0">
                <a:pos x="connsiteX5802" y="connsiteY5802"/>
              </a:cxn>
              <a:cxn ang="0">
                <a:pos x="connsiteX5803" y="connsiteY5803"/>
              </a:cxn>
              <a:cxn ang="0">
                <a:pos x="connsiteX5804" y="connsiteY5804"/>
              </a:cxn>
              <a:cxn ang="0">
                <a:pos x="connsiteX5805" y="connsiteY5805"/>
              </a:cxn>
              <a:cxn ang="0">
                <a:pos x="connsiteX5806" y="connsiteY5806"/>
              </a:cxn>
              <a:cxn ang="0">
                <a:pos x="connsiteX5807" y="connsiteY5807"/>
              </a:cxn>
              <a:cxn ang="0">
                <a:pos x="connsiteX5808" y="connsiteY5808"/>
              </a:cxn>
              <a:cxn ang="0">
                <a:pos x="connsiteX5809" y="connsiteY5809"/>
              </a:cxn>
              <a:cxn ang="0">
                <a:pos x="connsiteX5810" y="connsiteY5810"/>
              </a:cxn>
              <a:cxn ang="0">
                <a:pos x="connsiteX5811" y="connsiteY5811"/>
              </a:cxn>
              <a:cxn ang="0">
                <a:pos x="connsiteX5812" y="connsiteY5812"/>
              </a:cxn>
              <a:cxn ang="0">
                <a:pos x="connsiteX5813" y="connsiteY5813"/>
              </a:cxn>
              <a:cxn ang="0">
                <a:pos x="connsiteX5814" y="connsiteY5814"/>
              </a:cxn>
              <a:cxn ang="0">
                <a:pos x="connsiteX5815" y="connsiteY5815"/>
              </a:cxn>
              <a:cxn ang="0">
                <a:pos x="connsiteX5816" y="connsiteY5816"/>
              </a:cxn>
              <a:cxn ang="0">
                <a:pos x="connsiteX5817" y="connsiteY5817"/>
              </a:cxn>
              <a:cxn ang="0">
                <a:pos x="connsiteX5818" y="connsiteY5818"/>
              </a:cxn>
              <a:cxn ang="0">
                <a:pos x="connsiteX5819" y="connsiteY5819"/>
              </a:cxn>
              <a:cxn ang="0">
                <a:pos x="connsiteX5820" y="connsiteY5820"/>
              </a:cxn>
              <a:cxn ang="0">
                <a:pos x="connsiteX5821" y="connsiteY5821"/>
              </a:cxn>
              <a:cxn ang="0">
                <a:pos x="connsiteX5822" y="connsiteY5822"/>
              </a:cxn>
              <a:cxn ang="0">
                <a:pos x="connsiteX5823" y="connsiteY5823"/>
              </a:cxn>
              <a:cxn ang="0">
                <a:pos x="connsiteX5824" y="connsiteY5824"/>
              </a:cxn>
              <a:cxn ang="0">
                <a:pos x="connsiteX5825" y="connsiteY5825"/>
              </a:cxn>
              <a:cxn ang="0">
                <a:pos x="connsiteX5826" y="connsiteY5826"/>
              </a:cxn>
              <a:cxn ang="0">
                <a:pos x="connsiteX5827" y="connsiteY5827"/>
              </a:cxn>
              <a:cxn ang="0">
                <a:pos x="connsiteX5828" y="connsiteY5828"/>
              </a:cxn>
              <a:cxn ang="0">
                <a:pos x="connsiteX5829" y="connsiteY5829"/>
              </a:cxn>
              <a:cxn ang="0">
                <a:pos x="connsiteX5830" y="connsiteY5830"/>
              </a:cxn>
              <a:cxn ang="0">
                <a:pos x="connsiteX5831" y="connsiteY5831"/>
              </a:cxn>
              <a:cxn ang="0">
                <a:pos x="connsiteX5832" y="connsiteY5832"/>
              </a:cxn>
              <a:cxn ang="0">
                <a:pos x="connsiteX5833" y="connsiteY5833"/>
              </a:cxn>
              <a:cxn ang="0">
                <a:pos x="connsiteX5834" y="connsiteY5834"/>
              </a:cxn>
              <a:cxn ang="0">
                <a:pos x="connsiteX5835" y="connsiteY5835"/>
              </a:cxn>
              <a:cxn ang="0">
                <a:pos x="connsiteX5836" y="connsiteY5836"/>
              </a:cxn>
              <a:cxn ang="0">
                <a:pos x="connsiteX5837" y="connsiteY5837"/>
              </a:cxn>
              <a:cxn ang="0">
                <a:pos x="connsiteX5838" y="connsiteY5838"/>
              </a:cxn>
              <a:cxn ang="0">
                <a:pos x="connsiteX5839" y="connsiteY5839"/>
              </a:cxn>
              <a:cxn ang="0">
                <a:pos x="connsiteX5840" y="connsiteY5840"/>
              </a:cxn>
              <a:cxn ang="0">
                <a:pos x="connsiteX5841" y="connsiteY5841"/>
              </a:cxn>
              <a:cxn ang="0">
                <a:pos x="connsiteX5842" y="connsiteY5842"/>
              </a:cxn>
              <a:cxn ang="0">
                <a:pos x="connsiteX5843" y="connsiteY5843"/>
              </a:cxn>
              <a:cxn ang="0">
                <a:pos x="connsiteX5844" y="connsiteY5844"/>
              </a:cxn>
              <a:cxn ang="0">
                <a:pos x="connsiteX5845" y="connsiteY5845"/>
              </a:cxn>
              <a:cxn ang="0">
                <a:pos x="connsiteX5846" y="connsiteY5846"/>
              </a:cxn>
              <a:cxn ang="0">
                <a:pos x="connsiteX5847" y="connsiteY5847"/>
              </a:cxn>
              <a:cxn ang="0">
                <a:pos x="connsiteX5848" y="connsiteY5848"/>
              </a:cxn>
              <a:cxn ang="0">
                <a:pos x="connsiteX5849" y="connsiteY5849"/>
              </a:cxn>
              <a:cxn ang="0">
                <a:pos x="connsiteX5850" y="connsiteY5850"/>
              </a:cxn>
              <a:cxn ang="0">
                <a:pos x="connsiteX5851" y="connsiteY5851"/>
              </a:cxn>
              <a:cxn ang="0">
                <a:pos x="connsiteX5852" y="connsiteY5852"/>
              </a:cxn>
              <a:cxn ang="0">
                <a:pos x="connsiteX5853" y="connsiteY5853"/>
              </a:cxn>
              <a:cxn ang="0">
                <a:pos x="connsiteX5854" y="connsiteY5854"/>
              </a:cxn>
              <a:cxn ang="0">
                <a:pos x="connsiteX5855" y="connsiteY5855"/>
              </a:cxn>
              <a:cxn ang="0">
                <a:pos x="connsiteX5856" y="connsiteY5856"/>
              </a:cxn>
              <a:cxn ang="0">
                <a:pos x="connsiteX5857" y="connsiteY5857"/>
              </a:cxn>
              <a:cxn ang="0">
                <a:pos x="connsiteX5858" y="connsiteY5858"/>
              </a:cxn>
              <a:cxn ang="0">
                <a:pos x="connsiteX5859" y="connsiteY5859"/>
              </a:cxn>
              <a:cxn ang="0">
                <a:pos x="connsiteX5860" y="connsiteY5860"/>
              </a:cxn>
              <a:cxn ang="0">
                <a:pos x="connsiteX5861" y="connsiteY5861"/>
              </a:cxn>
              <a:cxn ang="0">
                <a:pos x="connsiteX5862" y="connsiteY5862"/>
              </a:cxn>
              <a:cxn ang="0">
                <a:pos x="connsiteX5863" y="connsiteY5863"/>
              </a:cxn>
              <a:cxn ang="0">
                <a:pos x="connsiteX5864" y="connsiteY5864"/>
              </a:cxn>
              <a:cxn ang="0">
                <a:pos x="connsiteX5865" y="connsiteY5865"/>
              </a:cxn>
              <a:cxn ang="0">
                <a:pos x="connsiteX5866" y="connsiteY5866"/>
              </a:cxn>
              <a:cxn ang="0">
                <a:pos x="connsiteX5867" y="connsiteY5867"/>
              </a:cxn>
              <a:cxn ang="0">
                <a:pos x="connsiteX5868" y="connsiteY5868"/>
              </a:cxn>
              <a:cxn ang="0">
                <a:pos x="connsiteX5869" y="connsiteY5869"/>
              </a:cxn>
              <a:cxn ang="0">
                <a:pos x="connsiteX5870" y="connsiteY5870"/>
              </a:cxn>
              <a:cxn ang="0">
                <a:pos x="connsiteX5871" y="connsiteY5871"/>
              </a:cxn>
              <a:cxn ang="0">
                <a:pos x="connsiteX5872" y="connsiteY5872"/>
              </a:cxn>
              <a:cxn ang="0">
                <a:pos x="connsiteX5873" y="connsiteY5873"/>
              </a:cxn>
              <a:cxn ang="0">
                <a:pos x="connsiteX5874" y="connsiteY5874"/>
              </a:cxn>
              <a:cxn ang="0">
                <a:pos x="connsiteX5875" y="connsiteY5875"/>
              </a:cxn>
              <a:cxn ang="0">
                <a:pos x="connsiteX5876" y="connsiteY5876"/>
              </a:cxn>
              <a:cxn ang="0">
                <a:pos x="connsiteX5877" y="connsiteY5877"/>
              </a:cxn>
              <a:cxn ang="0">
                <a:pos x="connsiteX5878" y="connsiteY5878"/>
              </a:cxn>
              <a:cxn ang="0">
                <a:pos x="connsiteX5879" y="connsiteY5879"/>
              </a:cxn>
              <a:cxn ang="0">
                <a:pos x="connsiteX5880" y="connsiteY5880"/>
              </a:cxn>
              <a:cxn ang="0">
                <a:pos x="connsiteX5881" y="connsiteY5881"/>
              </a:cxn>
              <a:cxn ang="0">
                <a:pos x="connsiteX5882" y="connsiteY5882"/>
              </a:cxn>
              <a:cxn ang="0">
                <a:pos x="connsiteX5883" y="connsiteY5883"/>
              </a:cxn>
              <a:cxn ang="0">
                <a:pos x="connsiteX5884" y="connsiteY5884"/>
              </a:cxn>
              <a:cxn ang="0">
                <a:pos x="connsiteX5885" y="connsiteY5885"/>
              </a:cxn>
              <a:cxn ang="0">
                <a:pos x="connsiteX5886" y="connsiteY5886"/>
              </a:cxn>
              <a:cxn ang="0">
                <a:pos x="connsiteX5887" y="connsiteY5887"/>
              </a:cxn>
              <a:cxn ang="0">
                <a:pos x="connsiteX5888" y="connsiteY5888"/>
              </a:cxn>
              <a:cxn ang="0">
                <a:pos x="connsiteX5889" y="connsiteY5889"/>
              </a:cxn>
              <a:cxn ang="0">
                <a:pos x="connsiteX5890" y="connsiteY5890"/>
              </a:cxn>
              <a:cxn ang="0">
                <a:pos x="connsiteX5891" y="connsiteY5891"/>
              </a:cxn>
              <a:cxn ang="0">
                <a:pos x="connsiteX5892" y="connsiteY5892"/>
              </a:cxn>
              <a:cxn ang="0">
                <a:pos x="connsiteX5893" y="connsiteY5893"/>
              </a:cxn>
              <a:cxn ang="0">
                <a:pos x="connsiteX5894" y="connsiteY5894"/>
              </a:cxn>
              <a:cxn ang="0">
                <a:pos x="connsiteX5895" y="connsiteY5895"/>
              </a:cxn>
              <a:cxn ang="0">
                <a:pos x="connsiteX5896" y="connsiteY5896"/>
              </a:cxn>
              <a:cxn ang="0">
                <a:pos x="connsiteX5897" y="connsiteY5897"/>
              </a:cxn>
              <a:cxn ang="0">
                <a:pos x="connsiteX5898" y="connsiteY5898"/>
              </a:cxn>
              <a:cxn ang="0">
                <a:pos x="connsiteX5899" y="connsiteY5899"/>
              </a:cxn>
              <a:cxn ang="0">
                <a:pos x="connsiteX5900" y="connsiteY5900"/>
              </a:cxn>
              <a:cxn ang="0">
                <a:pos x="connsiteX5901" y="connsiteY5901"/>
              </a:cxn>
              <a:cxn ang="0">
                <a:pos x="connsiteX5902" y="connsiteY5902"/>
              </a:cxn>
              <a:cxn ang="0">
                <a:pos x="connsiteX5903" y="connsiteY5903"/>
              </a:cxn>
              <a:cxn ang="0">
                <a:pos x="connsiteX5904" y="connsiteY5904"/>
              </a:cxn>
              <a:cxn ang="0">
                <a:pos x="connsiteX5905" y="connsiteY5905"/>
              </a:cxn>
              <a:cxn ang="0">
                <a:pos x="connsiteX5906" y="connsiteY5906"/>
              </a:cxn>
              <a:cxn ang="0">
                <a:pos x="connsiteX5907" y="connsiteY5907"/>
              </a:cxn>
              <a:cxn ang="0">
                <a:pos x="connsiteX5908" y="connsiteY5908"/>
              </a:cxn>
              <a:cxn ang="0">
                <a:pos x="connsiteX5909" y="connsiteY5909"/>
              </a:cxn>
              <a:cxn ang="0">
                <a:pos x="connsiteX5910" y="connsiteY5910"/>
              </a:cxn>
              <a:cxn ang="0">
                <a:pos x="connsiteX5911" y="connsiteY5911"/>
              </a:cxn>
              <a:cxn ang="0">
                <a:pos x="connsiteX5912" y="connsiteY5912"/>
              </a:cxn>
              <a:cxn ang="0">
                <a:pos x="connsiteX5913" y="connsiteY5913"/>
              </a:cxn>
              <a:cxn ang="0">
                <a:pos x="connsiteX5914" y="connsiteY5914"/>
              </a:cxn>
              <a:cxn ang="0">
                <a:pos x="connsiteX5915" y="connsiteY5915"/>
              </a:cxn>
              <a:cxn ang="0">
                <a:pos x="connsiteX5916" y="connsiteY5916"/>
              </a:cxn>
              <a:cxn ang="0">
                <a:pos x="connsiteX5917" y="connsiteY5917"/>
              </a:cxn>
              <a:cxn ang="0">
                <a:pos x="connsiteX5918" y="connsiteY5918"/>
              </a:cxn>
              <a:cxn ang="0">
                <a:pos x="connsiteX5919" y="connsiteY5919"/>
              </a:cxn>
              <a:cxn ang="0">
                <a:pos x="connsiteX5920" y="connsiteY5920"/>
              </a:cxn>
              <a:cxn ang="0">
                <a:pos x="connsiteX5921" y="connsiteY5921"/>
              </a:cxn>
              <a:cxn ang="0">
                <a:pos x="connsiteX5922" y="connsiteY5922"/>
              </a:cxn>
              <a:cxn ang="0">
                <a:pos x="connsiteX5923" y="connsiteY5923"/>
              </a:cxn>
              <a:cxn ang="0">
                <a:pos x="connsiteX5924" y="connsiteY5924"/>
              </a:cxn>
              <a:cxn ang="0">
                <a:pos x="connsiteX5925" y="connsiteY5925"/>
              </a:cxn>
              <a:cxn ang="0">
                <a:pos x="connsiteX5926" y="connsiteY5926"/>
              </a:cxn>
              <a:cxn ang="0">
                <a:pos x="connsiteX5927" y="connsiteY5927"/>
              </a:cxn>
              <a:cxn ang="0">
                <a:pos x="connsiteX5928" y="connsiteY5928"/>
              </a:cxn>
              <a:cxn ang="0">
                <a:pos x="connsiteX5929" y="connsiteY5929"/>
              </a:cxn>
              <a:cxn ang="0">
                <a:pos x="connsiteX5930" y="connsiteY5930"/>
              </a:cxn>
              <a:cxn ang="0">
                <a:pos x="connsiteX5931" y="connsiteY5931"/>
              </a:cxn>
              <a:cxn ang="0">
                <a:pos x="connsiteX5932" y="connsiteY5932"/>
              </a:cxn>
              <a:cxn ang="0">
                <a:pos x="connsiteX5933" y="connsiteY5933"/>
              </a:cxn>
              <a:cxn ang="0">
                <a:pos x="connsiteX5934" y="connsiteY5934"/>
              </a:cxn>
              <a:cxn ang="0">
                <a:pos x="connsiteX5935" y="connsiteY5935"/>
              </a:cxn>
              <a:cxn ang="0">
                <a:pos x="connsiteX5936" y="connsiteY5936"/>
              </a:cxn>
              <a:cxn ang="0">
                <a:pos x="connsiteX5937" y="connsiteY5937"/>
              </a:cxn>
              <a:cxn ang="0">
                <a:pos x="connsiteX5938" y="connsiteY5938"/>
              </a:cxn>
              <a:cxn ang="0">
                <a:pos x="connsiteX5939" y="connsiteY5939"/>
              </a:cxn>
              <a:cxn ang="0">
                <a:pos x="connsiteX5940" y="connsiteY5940"/>
              </a:cxn>
              <a:cxn ang="0">
                <a:pos x="connsiteX5941" y="connsiteY5941"/>
              </a:cxn>
              <a:cxn ang="0">
                <a:pos x="connsiteX5942" y="connsiteY5942"/>
              </a:cxn>
              <a:cxn ang="0">
                <a:pos x="connsiteX5943" y="connsiteY5943"/>
              </a:cxn>
              <a:cxn ang="0">
                <a:pos x="connsiteX5944" y="connsiteY5944"/>
              </a:cxn>
              <a:cxn ang="0">
                <a:pos x="connsiteX5945" y="connsiteY5945"/>
              </a:cxn>
              <a:cxn ang="0">
                <a:pos x="connsiteX5946" y="connsiteY5946"/>
              </a:cxn>
              <a:cxn ang="0">
                <a:pos x="connsiteX5947" y="connsiteY5947"/>
              </a:cxn>
              <a:cxn ang="0">
                <a:pos x="connsiteX5948" y="connsiteY5948"/>
              </a:cxn>
              <a:cxn ang="0">
                <a:pos x="connsiteX5949" y="connsiteY5949"/>
              </a:cxn>
              <a:cxn ang="0">
                <a:pos x="connsiteX5950" y="connsiteY5950"/>
              </a:cxn>
              <a:cxn ang="0">
                <a:pos x="connsiteX5951" y="connsiteY5951"/>
              </a:cxn>
              <a:cxn ang="0">
                <a:pos x="connsiteX5952" y="connsiteY5952"/>
              </a:cxn>
              <a:cxn ang="0">
                <a:pos x="connsiteX5953" y="connsiteY5953"/>
              </a:cxn>
              <a:cxn ang="0">
                <a:pos x="connsiteX5954" y="connsiteY5954"/>
              </a:cxn>
              <a:cxn ang="0">
                <a:pos x="connsiteX5955" y="connsiteY5955"/>
              </a:cxn>
              <a:cxn ang="0">
                <a:pos x="connsiteX5956" y="connsiteY5956"/>
              </a:cxn>
              <a:cxn ang="0">
                <a:pos x="connsiteX5957" y="connsiteY5957"/>
              </a:cxn>
              <a:cxn ang="0">
                <a:pos x="connsiteX5958" y="connsiteY5958"/>
              </a:cxn>
              <a:cxn ang="0">
                <a:pos x="connsiteX5959" y="connsiteY5959"/>
              </a:cxn>
              <a:cxn ang="0">
                <a:pos x="connsiteX5960" y="connsiteY5960"/>
              </a:cxn>
              <a:cxn ang="0">
                <a:pos x="connsiteX5961" y="connsiteY5961"/>
              </a:cxn>
              <a:cxn ang="0">
                <a:pos x="connsiteX5962" y="connsiteY5962"/>
              </a:cxn>
              <a:cxn ang="0">
                <a:pos x="connsiteX5963" y="connsiteY5963"/>
              </a:cxn>
              <a:cxn ang="0">
                <a:pos x="connsiteX5964" y="connsiteY5964"/>
              </a:cxn>
              <a:cxn ang="0">
                <a:pos x="connsiteX5965" y="connsiteY5965"/>
              </a:cxn>
              <a:cxn ang="0">
                <a:pos x="connsiteX5966" y="connsiteY5966"/>
              </a:cxn>
              <a:cxn ang="0">
                <a:pos x="connsiteX5967" y="connsiteY5967"/>
              </a:cxn>
              <a:cxn ang="0">
                <a:pos x="connsiteX5968" y="connsiteY5968"/>
              </a:cxn>
              <a:cxn ang="0">
                <a:pos x="connsiteX5969" y="connsiteY5969"/>
              </a:cxn>
              <a:cxn ang="0">
                <a:pos x="connsiteX5970" y="connsiteY5970"/>
              </a:cxn>
              <a:cxn ang="0">
                <a:pos x="connsiteX5971" y="connsiteY5971"/>
              </a:cxn>
              <a:cxn ang="0">
                <a:pos x="connsiteX5972" y="connsiteY5972"/>
              </a:cxn>
              <a:cxn ang="0">
                <a:pos x="connsiteX5973" y="connsiteY5973"/>
              </a:cxn>
              <a:cxn ang="0">
                <a:pos x="connsiteX5974" y="connsiteY5974"/>
              </a:cxn>
              <a:cxn ang="0">
                <a:pos x="connsiteX5975" y="connsiteY5975"/>
              </a:cxn>
              <a:cxn ang="0">
                <a:pos x="connsiteX5976" y="connsiteY5976"/>
              </a:cxn>
              <a:cxn ang="0">
                <a:pos x="connsiteX5977" y="connsiteY5977"/>
              </a:cxn>
              <a:cxn ang="0">
                <a:pos x="connsiteX5978" y="connsiteY5978"/>
              </a:cxn>
              <a:cxn ang="0">
                <a:pos x="connsiteX5979" y="connsiteY5979"/>
              </a:cxn>
              <a:cxn ang="0">
                <a:pos x="connsiteX5980" y="connsiteY5980"/>
              </a:cxn>
              <a:cxn ang="0">
                <a:pos x="connsiteX5981" y="connsiteY5981"/>
              </a:cxn>
              <a:cxn ang="0">
                <a:pos x="connsiteX5982" y="connsiteY5982"/>
              </a:cxn>
              <a:cxn ang="0">
                <a:pos x="connsiteX5983" y="connsiteY5983"/>
              </a:cxn>
              <a:cxn ang="0">
                <a:pos x="connsiteX5984" y="connsiteY5984"/>
              </a:cxn>
              <a:cxn ang="0">
                <a:pos x="connsiteX5985" y="connsiteY5985"/>
              </a:cxn>
              <a:cxn ang="0">
                <a:pos x="connsiteX5986" y="connsiteY5986"/>
              </a:cxn>
              <a:cxn ang="0">
                <a:pos x="connsiteX5987" y="connsiteY5987"/>
              </a:cxn>
              <a:cxn ang="0">
                <a:pos x="connsiteX5988" y="connsiteY5988"/>
              </a:cxn>
              <a:cxn ang="0">
                <a:pos x="connsiteX5989" y="connsiteY5989"/>
              </a:cxn>
              <a:cxn ang="0">
                <a:pos x="connsiteX5990" y="connsiteY5990"/>
              </a:cxn>
              <a:cxn ang="0">
                <a:pos x="connsiteX5991" y="connsiteY5991"/>
              </a:cxn>
              <a:cxn ang="0">
                <a:pos x="connsiteX5992" y="connsiteY5992"/>
              </a:cxn>
              <a:cxn ang="0">
                <a:pos x="connsiteX5993" y="connsiteY5993"/>
              </a:cxn>
              <a:cxn ang="0">
                <a:pos x="connsiteX5994" y="connsiteY5994"/>
              </a:cxn>
              <a:cxn ang="0">
                <a:pos x="connsiteX5995" y="connsiteY5995"/>
              </a:cxn>
              <a:cxn ang="0">
                <a:pos x="connsiteX5996" y="connsiteY5996"/>
              </a:cxn>
              <a:cxn ang="0">
                <a:pos x="connsiteX5997" y="connsiteY5997"/>
              </a:cxn>
              <a:cxn ang="0">
                <a:pos x="connsiteX5998" y="connsiteY5998"/>
              </a:cxn>
              <a:cxn ang="0">
                <a:pos x="connsiteX5999" y="connsiteY5999"/>
              </a:cxn>
              <a:cxn ang="0">
                <a:pos x="connsiteX6000" y="connsiteY6000"/>
              </a:cxn>
              <a:cxn ang="0">
                <a:pos x="connsiteX6001" y="connsiteY6001"/>
              </a:cxn>
              <a:cxn ang="0">
                <a:pos x="connsiteX6002" y="connsiteY6002"/>
              </a:cxn>
              <a:cxn ang="0">
                <a:pos x="connsiteX6003" y="connsiteY6003"/>
              </a:cxn>
              <a:cxn ang="0">
                <a:pos x="connsiteX6004" y="connsiteY6004"/>
              </a:cxn>
              <a:cxn ang="0">
                <a:pos x="connsiteX6005" y="connsiteY6005"/>
              </a:cxn>
              <a:cxn ang="0">
                <a:pos x="connsiteX6006" y="connsiteY6006"/>
              </a:cxn>
              <a:cxn ang="0">
                <a:pos x="connsiteX6007" y="connsiteY6007"/>
              </a:cxn>
              <a:cxn ang="0">
                <a:pos x="connsiteX6008" y="connsiteY6008"/>
              </a:cxn>
              <a:cxn ang="0">
                <a:pos x="connsiteX6009" y="connsiteY6009"/>
              </a:cxn>
              <a:cxn ang="0">
                <a:pos x="connsiteX6010" y="connsiteY6010"/>
              </a:cxn>
              <a:cxn ang="0">
                <a:pos x="connsiteX6011" y="connsiteY6011"/>
              </a:cxn>
              <a:cxn ang="0">
                <a:pos x="connsiteX6012" y="connsiteY6012"/>
              </a:cxn>
              <a:cxn ang="0">
                <a:pos x="connsiteX6013" y="connsiteY6013"/>
              </a:cxn>
              <a:cxn ang="0">
                <a:pos x="connsiteX6014" y="connsiteY6014"/>
              </a:cxn>
              <a:cxn ang="0">
                <a:pos x="connsiteX6015" y="connsiteY6015"/>
              </a:cxn>
              <a:cxn ang="0">
                <a:pos x="connsiteX6016" y="connsiteY6016"/>
              </a:cxn>
              <a:cxn ang="0">
                <a:pos x="connsiteX6017" y="connsiteY6017"/>
              </a:cxn>
              <a:cxn ang="0">
                <a:pos x="connsiteX6018" y="connsiteY6018"/>
              </a:cxn>
              <a:cxn ang="0">
                <a:pos x="connsiteX6019" y="connsiteY6019"/>
              </a:cxn>
              <a:cxn ang="0">
                <a:pos x="connsiteX6020" y="connsiteY6020"/>
              </a:cxn>
              <a:cxn ang="0">
                <a:pos x="connsiteX6021" y="connsiteY6021"/>
              </a:cxn>
              <a:cxn ang="0">
                <a:pos x="connsiteX6022" y="connsiteY6022"/>
              </a:cxn>
              <a:cxn ang="0">
                <a:pos x="connsiteX6023" y="connsiteY6023"/>
              </a:cxn>
              <a:cxn ang="0">
                <a:pos x="connsiteX6024" y="connsiteY6024"/>
              </a:cxn>
              <a:cxn ang="0">
                <a:pos x="connsiteX6025" y="connsiteY6025"/>
              </a:cxn>
              <a:cxn ang="0">
                <a:pos x="connsiteX6026" y="connsiteY6026"/>
              </a:cxn>
              <a:cxn ang="0">
                <a:pos x="connsiteX6027" y="connsiteY6027"/>
              </a:cxn>
              <a:cxn ang="0">
                <a:pos x="connsiteX6028" y="connsiteY6028"/>
              </a:cxn>
              <a:cxn ang="0">
                <a:pos x="connsiteX6029" y="connsiteY6029"/>
              </a:cxn>
              <a:cxn ang="0">
                <a:pos x="connsiteX6030" y="connsiteY6030"/>
              </a:cxn>
              <a:cxn ang="0">
                <a:pos x="connsiteX6031" y="connsiteY6031"/>
              </a:cxn>
              <a:cxn ang="0">
                <a:pos x="connsiteX6032" y="connsiteY6032"/>
              </a:cxn>
              <a:cxn ang="0">
                <a:pos x="connsiteX6033" y="connsiteY6033"/>
              </a:cxn>
              <a:cxn ang="0">
                <a:pos x="connsiteX6034" y="connsiteY6034"/>
              </a:cxn>
              <a:cxn ang="0">
                <a:pos x="connsiteX6035" y="connsiteY6035"/>
              </a:cxn>
              <a:cxn ang="0">
                <a:pos x="connsiteX6036" y="connsiteY6036"/>
              </a:cxn>
              <a:cxn ang="0">
                <a:pos x="connsiteX6037" y="connsiteY6037"/>
              </a:cxn>
              <a:cxn ang="0">
                <a:pos x="connsiteX6038" y="connsiteY6038"/>
              </a:cxn>
              <a:cxn ang="0">
                <a:pos x="connsiteX6039" y="connsiteY6039"/>
              </a:cxn>
              <a:cxn ang="0">
                <a:pos x="connsiteX6040" y="connsiteY6040"/>
              </a:cxn>
              <a:cxn ang="0">
                <a:pos x="connsiteX6041" y="connsiteY6041"/>
              </a:cxn>
              <a:cxn ang="0">
                <a:pos x="connsiteX6042" y="connsiteY6042"/>
              </a:cxn>
              <a:cxn ang="0">
                <a:pos x="connsiteX6043" y="connsiteY6043"/>
              </a:cxn>
              <a:cxn ang="0">
                <a:pos x="connsiteX6044" y="connsiteY6044"/>
              </a:cxn>
              <a:cxn ang="0">
                <a:pos x="connsiteX6045" y="connsiteY6045"/>
              </a:cxn>
              <a:cxn ang="0">
                <a:pos x="connsiteX6046" y="connsiteY6046"/>
              </a:cxn>
              <a:cxn ang="0">
                <a:pos x="connsiteX6047" y="connsiteY6047"/>
              </a:cxn>
              <a:cxn ang="0">
                <a:pos x="connsiteX6048" y="connsiteY6048"/>
              </a:cxn>
              <a:cxn ang="0">
                <a:pos x="connsiteX6049" y="connsiteY6049"/>
              </a:cxn>
              <a:cxn ang="0">
                <a:pos x="connsiteX6050" y="connsiteY6050"/>
              </a:cxn>
              <a:cxn ang="0">
                <a:pos x="connsiteX6051" y="connsiteY6051"/>
              </a:cxn>
              <a:cxn ang="0">
                <a:pos x="connsiteX6052" y="connsiteY6052"/>
              </a:cxn>
              <a:cxn ang="0">
                <a:pos x="connsiteX6053" y="connsiteY6053"/>
              </a:cxn>
              <a:cxn ang="0">
                <a:pos x="connsiteX6054" y="connsiteY6054"/>
              </a:cxn>
              <a:cxn ang="0">
                <a:pos x="connsiteX6055" y="connsiteY6055"/>
              </a:cxn>
              <a:cxn ang="0">
                <a:pos x="connsiteX6056" y="connsiteY6056"/>
              </a:cxn>
              <a:cxn ang="0">
                <a:pos x="connsiteX6057" y="connsiteY6057"/>
              </a:cxn>
              <a:cxn ang="0">
                <a:pos x="connsiteX6058" y="connsiteY6058"/>
              </a:cxn>
              <a:cxn ang="0">
                <a:pos x="connsiteX6059" y="connsiteY6059"/>
              </a:cxn>
              <a:cxn ang="0">
                <a:pos x="connsiteX6060" y="connsiteY6060"/>
              </a:cxn>
              <a:cxn ang="0">
                <a:pos x="connsiteX6061" y="connsiteY6061"/>
              </a:cxn>
              <a:cxn ang="0">
                <a:pos x="connsiteX6062" y="connsiteY6062"/>
              </a:cxn>
              <a:cxn ang="0">
                <a:pos x="connsiteX6063" y="connsiteY6063"/>
              </a:cxn>
              <a:cxn ang="0">
                <a:pos x="connsiteX6064" y="connsiteY6064"/>
              </a:cxn>
              <a:cxn ang="0">
                <a:pos x="connsiteX6065" y="connsiteY6065"/>
              </a:cxn>
              <a:cxn ang="0">
                <a:pos x="connsiteX6066" y="connsiteY6066"/>
              </a:cxn>
              <a:cxn ang="0">
                <a:pos x="connsiteX6067" y="connsiteY6067"/>
              </a:cxn>
              <a:cxn ang="0">
                <a:pos x="connsiteX6068" y="connsiteY6068"/>
              </a:cxn>
              <a:cxn ang="0">
                <a:pos x="connsiteX6069" y="connsiteY6069"/>
              </a:cxn>
              <a:cxn ang="0">
                <a:pos x="connsiteX6070" y="connsiteY6070"/>
              </a:cxn>
              <a:cxn ang="0">
                <a:pos x="connsiteX6071" y="connsiteY6071"/>
              </a:cxn>
              <a:cxn ang="0">
                <a:pos x="connsiteX6072" y="connsiteY6072"/>
              </a:cxn>
              <a:cxn ang="0">
                <a:pos x="connsiteX6073" y="connsiteY6073"/>
              </a:cxn>
              <a:cxn ang="0">
                <a:pos x="connsiteX6074" y="connsiteY6074"/>
              </a:cxn>
              <a:cxn ang="0">
                <a:pos x="connsiteX6075" y="connsiteY6075"/>
              </a:cxn>
              <a:cxn ang="0">
                <a:pos x="connsiteX6076" y="connsiteY6076"/>
              </a:cxn>
              <a:cxn ang="0">
                <a:pos x="connsiteX6077" y="connsiteY6077"/>
              </a:cxn>
              <a:cxn ang="0">
                <a:pos x="connsiteX6078" y="connsiteY6078"/>
              </a:cxn>
              <a:cxn ang="0">
                <a:pos x="connsiteX6079" y="connsiteY6079"/>
              </a:cxn>
              <a:cxn ang="0">
                <a:pos x="connsiteX6080" y="connsiteY6080"/>
              </a:cxn>
              <a:cxn ang="0">
                <a:pos x="connsiteX6081" y="connsiteY6081"/>
              </a:cxn>
              <a:cxn ang="0">
                <a:pos x="connsiteX6082" y="connsiteY6082"/>
              </a:cxn>
              <a:cxn ang="0">
                <a:pos x="connsiteX6083" y="connsiteY6083"/>
              </a:cxn>
              <a:cxn ang="0">
                <a:pos x="connsiteX6084" y="connsiteY6084"/>
              </a:cxn>
              <a:cxn ang="0">
                <a:pos x="connsiteX6085" y="connsiteY6085"/>
              </a:cxn>
              <a:cxn ang="0">
                <a:pos x="connsiteX6086" y="connsiteY6086"/>
              </a:cxn>
              <a:cxn ang="0">
                <a:pos x="connsiteX6087" y="connsiteY6087"/>
              </a:cxn>
              <a:cxn ang="0">
                <a:pos x="connsiteX6088" y="connsiteY6088"/>
              </a:cxn>
              <a:cxn ang="0">
                <a:pos x="connsiteX6089" y="connsiteY6089"/>
              </a:cxn>
              <a:cxn ang="0">
                <a:pos x="connsiteX6090" y="connsiteY6090"/>
              </a:cxn>
              <a:cxn ang="0">
                <a:pos x="connsiteX6091" y="connsiteY6091"/>
              </a:cxn>
              <a:cxn ang="0">
                <a:pos x="connsiteX6092" y="connsiteY6092"/>
              </a:cxn>
              <a:cxn ang="0">
                <a:pos x="connsiteX6093" y="connsiteY6093"/>
              </a:cxn>
              <a:cxn ang="0">
                <a:pos x="connsiteX6094" y="connsiteY6094"/>
              </a:cxn>
              <a:cxn ang="0">
                <a:pos x="connsiteX6095" y="connsiteY6095"/>
              </a:cxn>
              <a:cxn ang="0">
                <a:pos x="connsiteX6096" y="connsiteY6096"/>
              </a:cxn>
              <a:cxn ang="0">
                <a:pos x="connsiteX6097" y="connsiteY6097"/>
              </a:cxn>
              <a:cxn ang="0">
                <a:pos x="connsiteX6098" y="connsiteY6098"/>
              </a:cxn>
              <a:cxn ang="0">
                <a:pos x="connsiteX6099" y="connsiteY6099"/>
              </a:cxn>
              <a:cxn ang="0">
                <a:pos x="connsiteX6100" y="connsiteY6100"/>
              </a:cxn>
              <a:cxn ang="0">
                <a:pos x="connsiteX6101" y="connsiteY6101"/>
              </a:cxn>
              <a:cxn ang="0">
                <a:pos x="connsiteX6102" y="connsiteY6102"/>
              </a:cxn>
              <a:cxn ang="0">
                <a:pos x="connsiteX6103" y="connsiteY6103"/>
              </a:cxn>
              <a:cxn ang="0">
                <a:pos x="connsiteX6104" y="connsiteY6104"/>
              </a:cxn>
              <a:cxn ang="0">
                <a:pos x="connsiteX6105" y="connsiteY6105"/>
              </a:cxn>
              <a:cxn ang="0">
                <a:pos x="connsiteX6106" y="connsiteY6106"/>
              </a:cxn>
              <a:cxn ang="0">
                <a:pos x="connsiteX6107" y="connsiteY6107"/>
              </a:cxn>
              <a:cxn ang="0">
                <a:pos x="connsiteX6108" y="connsiteY6108"/>
              </a:cxn>
              <a:cxn ang="0">
                <a:pos x="connsiteX6109" y="connsiteY6109"/>
              </a:cxn>
              <a:cxn ang="0">
                <a:pos x="connsiteX6110" y="connsiteY6110"/>
              </a:cxn>
              <a:cxn ang="0">
                <a:pos x="connsiteX6111" y="connsiteY6111"/>
              </a:cxn>
              <a:cxn ang="0">
                <a:pos x="connsiteX6112" y="connsiteY6112"/>
              </a:cxn>
              <a:cxn ang="0">
                <a:pos x="connsiteX6113" y="connsiteY6113"/>
              </a:cxn>
              <a:cxn ang="0">
                <a:pos x="connsiteX6114" y="connsiteY6114"/>
              </a:cxn>
              <a:cxn ang="0">
                <a:pos x="connsiteX6115" y="connsiteY6115"/>
              </a:cxn>
              <a:cxn ang="0">
                <a:pos x="connsiteX6116" y="connsiteY6116"/>
              </a:cxn>
              <a:cxn ang="0">
                <a:pos x="connsiteX6117" y="connsiteY6117"/>
              </a:cxn>
              <a:cxn ang="0">
                <a:pos x="connsiteX6118" y="connsiteY6118"/>
              </a:cxn>
              <a:cxn ang="0">
                <a:pos x="connsiteX6119" y="connsiteY6119"/>
              </a:cxn>
              <a:cxn ang="0">
                <a:pos x="connsiteX6120" y="connsiteY6120"/>
              </a:cxn>
              <a:cxn ang="0">
                <a:pos x="connsiteX6121" y="connsiteY6121"/>
              </a:cxn>
              <a:cxn ang="0">
                <a:pos x="connsiteX6122" y="connsiteY6122"/>
              </a:cxn>
              <a:cxn ang="0">
                <a:pos x="connsiteX6123" y="connsiteY6123"/>
              </a:cxn>
              <a:cxn ang="0">
                <a:pos x="connsiteX6124" y="connsiteY6124"/>
              </a:cxn>
              <a:cxn ang="0">
                <a:pos x="connsiteX6125" y="connsiteY6125"/>
              </a:cxn>
              <a:cxn ang="0">
                <a:pos x="connsiteX6126" y="connsiteY6126"/>
              </a:cxn>
              <a:cxn ang="0">
                <a:pos x="connsiteX6127" y="connsiteY6127"/>
              </a:cxn>
              <a:cxn ang="0">
                <a:pos x="connsiteX6128" y="connsiteY6128"/>
              </a:cxn>
              <a:cxn ang="0">
                <a:pos x="connsiteX6129" y="connsiteY6129"/>
              </a:cxn>
              <a:cxn ang="0">
                <a:pos x="connsiteX6130" y="connsiteY6130"/>
              </a:cxn>
              <a:cxn ang="0">
                <a:pos x="connsiteX6131" y="connsiteY6131"/>
              </a:cxn>
              <a:cxn ang="0">
                <a:pos x="connsiteX6132" y="connsiteY6132"/>
              </a:cxn>
              <a:cxn ang="0">
                <a:pos x="connsiteX6133" y="connsiteY6133"/>
              </a:cxn>
              <a:cxn ang="0">
                <a:pos x="connsiteX6134" y="connsiteY6134"/>
              </a:cxn>
              <a:cxn ang="0">
                <a:pos x="connsiteX6135" y="connsiteY6135"/>
              </a:cxn>
              <a:cxn ang="0">
                <a:pos x="connsiteX6136" y="connsiteY6136"/>
              </a:cxn>
              <a:cxn ang="0">
                <a:pos x="connsiteX6137" y="connsiteY6137"/>
              </a:cxn>
              <a:cxn ang="0">
                <a:pos x="connsiteX6138" y="connsiteY6138"/>
              </a:cxn>
              <a:cxn ang="0">
                <a:pos x="connsiteX6139" y="connsiteY6139"/>
              </a:cxn>
              <a:cxn ang="0">
                <a:pos x="connsiteX6140" y="connsiteY6140"/>
              </a:cxn>
              <a:cxn ang="0">
                <a:pos x="connsiteX6141" y="connsiteY6141"/>
              </a:cxn>
              <a:cxn ang="0">
                <a:pos x="connsiteX6142" y="connsiteY6142"/>
              </a:cxn>
              <a:cxn ang="0">
                <a:pos x="connsiteX6143" y="connsiteY6143"/>
              </a:cxn>
              <a:cxn ang="0">
                <a:pos x="connsiteX6144" y="connsiteY6144"/>
              </a:cxn>
              <a:cxn ang="0">
                <a:pos x="connsiteX6145" y="connsiteY6145"/>
              </a:cxn>
              <a:cxn ang="0">
                <a:pos x="connsiteX6146" y="connsiteY6146"/>
              </a:cxn>
              <a:cxn ang="0">
                <a:pos x="connsiteX6147" y="connsiteY6147"/>
              </a:cxn>
              <a:cxn ang="0">
                <a:pos x="connsiteX6148" y="connsiteY6148"/>
              </a:cxn>
              <a:cxn ang="0">
                <a:pos x="connsiteX6149" y="connsiteY6149"/>
              </a:cxn>
              <a:cxn ang="0">
                <a:pos x="connsiteX6150" y="connsiteY6150"/>
              </a:cxn>
              <a:cxn ang="0">
                <a:pos x="connsiteX6151" y="connsiteY6151"/>
              </a:cxn>
              <a:cxn ang="0">
                <a:pos x="connsiteX6152" y="connsiteY6152"/>
              </a:cxn>
              <a:cxn ang="0">
                <a:pos x="connsiteX6153" y="connsiteY6153"/>
              </a:cxn>
              <a:cxn ang="0">
                <a:pos x="connsiteX6154" y="connsiteY6154"/>
              </a:cxn>
              <a:cxn ang="0">
                <a:pos x="connsiteX6155" y="connsiteY6155"/>
              </a:cxn>
              <a:cxn ang="0">
                <a:pos x="connsiteX6156" y="connsiteY6156"/>
              </a:cxn>
              <a:cxn ang="0">
                <a:pos x="connsiteX6157" y="connsiteY6157"/>
              </a:cxn>
              <a:cxn ang="0">
                <a:pos x="connsiteX6158" y="connsiteY6158"/>
              </a:cxn>
              <a:cxn ang="0">
                <a:pos x="connsiteX6159" y="connsiteY6159"/>
              </a:cxn>
              <a:cxn ang="0">
                <a:pos x="connsiteX6160" y="connsiteY6160"/>
              </a:cxn>
              <a:cxn ang="0">
                <a:pos x="connsiteX6161" y="connsiteY6161"/>
              </a:cxn>
              <a:cxn ang="0">
                <a:pos x="connsiteX6162" y="connsiteY6162"/>
              </a:cxn>
              <a:cxn ang="0">
                <a:pos x="connsiteX6163" y="connsiteY6163"/>
              </a:cxn>
              <a:cxn ang="0">
                <a:pos x="connsiteX6164" y="connsiteY6164"/>
              </a:cxn>
              <a:cxn ang="0">
                <a:pos x="connsiteX6165" y="connsiteY6165"/>
              </a:cxn>
              <a:cxn ang="0">
                <a:pos x="connsiteX6166" y="connsiteY6166"/>
              </a:cxn>
              <a:cxn ang="0">
                <a:pos x="connsiteX6167" y="connsiteY6167"/>
              </a:cxn>
              <a:cxn ang="0">
                <a:pos x="connsiteX6168" y="connsiteY6168"/>
              </a:cxn>
              <a:cxn ang="0">
                <a:pos x="connsiteX6169" y="connsiteY6169"/>
              </a:cxn>
              <a:cxn ang="0">
                <a:pos x="connsiteX6170" y="connsiteY6170"/>
              </a:cxn>
              <a:cxn ang="0">
                <a:pos x="connsiteX6171" y="connsiteY6171"/>
              </a:cxn>
              <a:cxn ang="0">
                <a:pos x="connsiteX6172" y="connsiteY6172"/>
              </a:cxn>
              <a:cxn ang="0">
                <a:pos x="connsiteX6173" y="connsiteY6173"/>
              </a:cxn>
              <a:cxn ang="0">
                <a:pos x="connsiteX6174" y="connsiteY6174"/>
              </a:cxn>
              <a:cxn ang="0">
                <a:pos x="connsiteX6175" y="connsiteY6175"/>
              </a:cxn>
              <a:cxn ang="0">
                <a:pos x="connsiteX6176" y="connsiteY6176"/>
              </a:cxn>
              <a:cxn ang="0">
                <a:pos x="connsiteX6177" y="connsiteY6177"/>
              </a:cxn>
              <a:cxn ang="0">
                <a:pos x="connsiteX6178" y="connsiteY6178"/>
              </a:cxn>
              <a:cxn ang="0">
                <a:pos x="connsiteX6179" y="connsiteY6179"/>
              </a:cxn>
              <a:cxn ang="0">
                <a:pos x="connsiteX6180" y="connsiteY6180"/>
              </a:cxn>
              <a:cxn ang="0">
                <a:pos x="connsiteX6181" y="connsiteY6181"/>
              </a:cxn>
              <a:cxn ang="0">
                <a:pos x="connsiteX6182" y="connsiteY6182"/>
              </a:cxn>
              <a:cxn ang="0">
                <a:pos x="connsiteX6183" y="connsiteY6183"/>
              </a:cxn>
              <a:cxn ang="0">
                <a:pos x="connsiteX6184" y="connsiteY6184"/>
              </a:cxn>
              <a:cxn ang="0">
                <a:pos x="connsiteX6185" y="connsiteY6185"/>
              </a:cxn>
              <a:cxn ang="0">
                <a:pos x="connsiteX6186" y="connsiteY6186"/>
              </a:cxn>
              <a:cxn ang="0">
                <a:pos x="connsiteX6187" y="connsiteY6187"/>
              </a:cxn>
              <a:cxn ang="0">
                <a:pos x="connsiteX6188" y="connsiteY6188"/>
              </a:cxn>
              <a:cxn ang="0">
                <a:pos x="connsiteX6189" y="connsiteY6189"/>
              </a:cxn>
              <a:cxn ang="0">
                <a:pos x="connsiteX6190" y="connsiteY6190"/>
              </a:cxn>
              <a:cxn ang="0">
                <a:pos x="connsiteX6191" y="connsiteY6191"/>
              </a:cxn>
              <a:cxn ang="0">
                <a:pos x="connsiteX6192" y="connsiteY6192"/>
              </a:cxn>
              <a:cxn ang="0">
                <a:pos x="connsiteX6193" y="connsiteY6193"/>
              </a:cxn>
              <a:cxn ang="0">
                <a:pos x="connsiteX6194" y="connsiteY6194"/>
              </a:cxn>
              <a:cxn ang="0">
                <a:pos x="connsiteX6195" y="connsiteY6195"/>
              </a:cxn>
              <a:cxn ang="0">
                <a:pos x="connsiteX6196" y="connsiteY6196"/>
              </a:cxn>
              <a:cxn ang="0">
                <a:pos x="connsiteX6197" y="connsiteY6197"/>
              </a:cxn>
              <a:cxn ang="0">
                <a:pos x="connsiteX6198" y="connsiteY6198"/>
              </a:cxn>
              <a:cxn ang="0">
                <a:pos x="connsiteX6199" y="connsiteY6199"/>
              </a:cxn>
              <a:cxn ang="0">
                <a:pos x="connsiteX6200" y="connsiteY6200"/>
              </a:cxn>
              <a:cxn ang="0">
                <a:pos x="connsiteX6201" y="connsiteY6201"/>
              </a:cxn>
              <a:cxn ang="0">
                <a:pos x="connsiteX6202" y="connsiteY6202"/>
              </a:cxn>
              <a:cxn ang="0">
                <a:pos x="connsiteX6203" y="connsiteY6203"/>
              </a:cxn>
              <a:cxn ang="0">
                <a:pos x="connsiteX6204" y="connsiteY6204"/>
              </a:cxn>
              <a:cxn ang="0">
                <a:pos x="connsiteX6205" y="connsiteY6205"/>
              </a:cxn>
              <a:cxn ang="0">
                <a:pos x="connsiteX6206" y="connsiteY6206"/>
              </a:cxn>
              <a:cxn ang="0">
                <a:pos x="connsiteX6207" y="connsiteY6207"/>
              </a:cxn>
              <a:cxn ang="0">
                <a:pos x="connsiteX6208" y="connsiteY6208"/>
              </a:cxn>
              <a:cxn ang="0">
                <a:pos x="connsiteX6209" y="connsiteY6209"/>
              </a:cxn>
              <a:cxn ang="0">
                <a:pos x="connsiteX6210" y="connsiteY6210"/>
              </a:cxn>
              <a:cxn ang="0">
                <a:pos x="connsiteX6211" y="connsiteY6211"/>
              </a:cxn>
              <a:cxn ang="0">
                <a:pos x="connsiteX6212" y="connsiteY6212"/>
              </a:cxn>
              <a:cxn ang="0">
                <a:pos x="connsiteX6213" y="connsiteY6213"/>
              </a:cxn>
              <a:cxn ang="0">
                <a:pos x="connsiteX6214" y="connsiteY6214"/>
              </a:cxn>
              <a:cxn ang="0">
                <a:pos x="connsiteX6215" y="connsiteY6215"/>
              </a:cxn>
              <a:cxn ang="0">
                <a:pos x="connsiteX6216" y="connsiteY6216"/>
              </a:cxn>
              <a:cxn ang="0">
                <a:pos x="connsiteX6217" y="connsiteY6217"/>
              </a:cxn>
              <a:cxn ang="0">
                <a:pos x="connsiteX6218" y="connsiteY6218"/>
              </a:cxn>
              <a:cxn ang="0">
                <a:pos x="connsiteX6219" y="connsiteY6219"/>
              </a:cxn>
              <a:cxn ang="0">
                <a:pos x="connsiteX6220" y="connsiteY6220"/>
              </a:cxn>
              <a:cxn ang="0">
                <a:pos x="connsiteX6221" y="connsiteY6221"/>
              </a:cxn>
              <a:cxn ang="0">
                <a:pos x="connsiteX6222" y="connsiteY6222"/>
              </a:cxn>
              <a:cxn ang="0">
                <a:pos x="connsiteX6223" y="connsiteY6223"/>
              </a:cxn>
              <a:cxn ang="0">
                <a:pos x="connsiteX6224" y="connsiteY6224"/>
              </a:cxn>
              <a:cxn ang="0">
                <a:pos x="connsiteX6225" y="connsiteY6225"/>
              </a:cxn>
              <a:cxn ang="0">
                <a:pos x="connsiteX6226" y="connsiteY6226"/>
              </a:cxn>
              <a:cxn ang="0">
                <a:pos x="connsiteX6227" y="connsiteY6227"/>
              </a:cxn>
              <a:cxn ang="0">
                <a:pos x="connsiteX6228" y="connsiteY6228"/>
              </a:cxn>
              <a:cxn ang="0">
                <a:pos x="connsiteX6229" y="connsiteY6229"/>
              </a:cxn>
              <a:cxn ang="0">
                <a:pos x="connsiteX6230" y="connsiteY6230"/>
              </a:cxn>
              <a:cxn ang="0">
                <a:pos x="connsiteX6231" y="connsiteY6231"/>
              </a:cxn>
              <a:cxn ang="0">
                <a:pos x="connsiteX6232" y="connsiteY6232"/>
              </a:cxn>
              <a:cxn ang="0">
                <a:pos x="connsiteX6233" y="connsiteY6233"/>
              </a:cxn>
              <a:cxn ang="0">
                <a:pos x="connsiteX6234" y="connsiteY6234"/>
              </a:cxn>
              <a:cxn ang="0">
                <a:pos x="connsiteX6235" y="connsiteY6235"/>
              </a:cxn>
              <a:cxn ang="0">
                <a:pos x="connsiteX6236" y="connsiteY6236"/>
              </a:cxn>
              <a:cxn ang="0">
                <a:pos x="connsiteX6237" y="connsiteY6237"/>
              </a:cxn>
              <a:cxn ang="0">
                <a:pos x="connsiteX6238" y="connsiteY6238"/>
              </a:cxn>
              <a:cxn ang="0">
                <a:pos x="connsiteX6239" y="connsiteY6239"/>
              </a:cxn>
              <a:cxn ang="0">
                <a:pos x="connsiteX6240" y="connsiteY6240"/>
              </a:cxn>
              <a:cxn ang="0">
                <a:pos x="connsiteX6241" y="connsiteY6241"/>
              </a:cxn>
              <a:cxn ang="0">
                <a:pos x="connsiteX6242" y="connsiteY6242"/>
              </a:cxn>
              <a:cxn ang="0">
                <a:pos x="connsiteX6243" y="connsiteY6243"/>
              </a:cxn>
              <a:cxn ang="0">
                <a:pos x="connsiteX6244" y="connsiteY6244"/>
              </a:cxn>
              <a:cxn ang="0">
                <a:pos x="connsiteX6245" y="connsiteY6245"/>
              </a:cxn>
              <a:cxn ang="0">
                <a:pos x="connsiteX6246" y="connsiteY6246"/>
              </a:cxn>
              <a:cxn ang="0">
                <a:pos x="connsiteX6247" y="connsiteY6247"/>
              </a:cxn>
              <a:cxn ang="0">
                <a:pos x="connsiteX6248" y="connsiteY6248"/>
              </a:cxn>
              <a:cxn ang="0">
                <a:pos x="connsiteX6249" y="connsiteY6249"/>
              </a:cxn>
              <a:cxn ang="0">
                <a:pos x="connsiteX6250" y="connsiteY6250"/>
              </a:cxn>
              <a:cxn ang="0">
                <a:pos x="connsiteX6251" y="connsiteY6251"/>
              </a:cxn>
              <a:cxn ang="0">
                <a:pos x="connsiteX6252" y="connsiteY6252"/>
              </a:cxn>
              <a:cxn ang="0">
                <a:pos x="connsiteX6253" y="connsiteY6253"/>
              </a:cxn>
              <a:cxn ang="0">
                <a:pos x="connsiteX6254" y="connsiteY6254"/>
              </a:cxn>
              <a:cxn ang="0">
                <a:pos x="connsiteX6255" y="connsiteY6255"/>
              </a:cxn>
              <a:cxn ang="0">
                <a:pos x="connsiteX6256" y="connsiteY6256"/>
              </a:cxn>
              <a:cxn ang="0">
                <a:pos x="connsiteX6257" y="connsiteY6257"/>
              </a:cxn>
              <a:cxn ang="0">
                <a:pos x="connsiteX6258" y="connsiteY6258"/>
              </a:cxn>
              <a:cxn ang="0">
                <a:pos x="connsiteX6259" y="connsiteY6259"/>
              </a:cxn>
              <a:cxn ang="0">
                <a:pos x="connsiteX6260" y="connsiteY6260"/>
              </a:cxn>
              <a:cxn ang="0">
                <a:pos x="connsiteX6261" y="connsiteY6261"/>
              </a:cxn>
              <a:cxn ang="0">
                <a:pos x="connsiteX6262" y="connsiteY6262"/>
              </a:cxn>
              <a:cxn ang="0">
                <a:pos x="connsiteX6263" y="connsiteY6263"/>
              </a:cxn>
              <a:cxn ang="0">
                <a:pos x="connsiteX6264" y="connsiteY6264"/>
              </a:cxn>
              <a:cxn ang="0">
                <a:pos x="connsiteX6265" y="connsiteY6265"/>
              </a:cxn>
              <a:cxn ang="0">
                <a:pos x="connsiteX6266" y="connsiteY6266"/>
              </a:cxn>
              <a:cxn ang="0">
                <a:pos x="connsiteX6267" y="connsiteY6267"/>
              </a:cxn>
              <a:cxn ang="0">
                <a:pos x="connsiteX6268" y="connsiteY6268"/>
              </a:cxn>
              <a:cxn ang="0">
                <a:pos x="connsiteX6269" y="connsiteY6269"/>
              </a:cxn>
              <a:cxn ang="0">
                <a:pos x="connsiteX6270" y="connsiteY6270"/>
              </a:cxn>
              <a:cxn ang="0">
                <a:pos x="connsiteX6271" y="connsiteY6271"/>
              </a:cxn>
              <a:cxn ang="0">
                <a:pos x="connsiteX6272" y="connsiteY6272"/>
              </a:cxn>
              <a:cxn ang="0">
                <a:pos x="connsiteX6273" y="connsiteY6273"/>
              </a:cxn>
              <a:cxn ang="0">
                <a:pos x="connsiteX6274" y="connsiteY6274"/>
              </a:cxn>
              <a:cxn ang="0">
                <a:pos x="connsiteX6275" y="connsiteY6275"/>
              </a:cxn>
              <a:cxn ang="0">
                <a:pos x="connsiteX6276" y="connsiteY6276"/>
              </a:cxn>
              <a:cxn ang="0">
                <a:pos x="connsiteX6277" y="connsiteY6277"/>
              </a:cxn>
              <a:cxn ang="0">
                <a:pos x="connsiteX6278" y="connsiteY6278"/>
              </a:cxn>
              <a:cxn ang="0">
                <a:pos x="connsiteX6279" y="connsiteY6279"/>
              </a:cxn>
              <a:cxn ang="0">
                <a:pos x="connsiteX6280" y="connsiteY6280"/>
              </a:cxn>
              <a:cxn ang="0">
                <a:pos x="connsiteX6281" y="connsiteY6281"/>
              </a:cxn>
              <a:cxn ang="0">
                <a:pos x="connsiteX6282" y="connsiteY6282"/>
              </a:cxn>
              <a:cxn ang="0">
                <a:pos x="connsiteX6283" y="connsiteY6283"/>
              </a:cxn>
              <a:cxn ang="0">
                <a:pos x="connsiteX6284" y="connsiteY6284"/>
              </a:cxn>
              <a:cxn ang="0">
                <a:pos x="connsiteX6285" y="connsiteY6285"/>
              </a:cxn>
              <a:cxn ang="0">
                <a:pos x="connsiteX6286" y="connsiteY6286"/>
              </a:cxn>
              <a:cxn ang="0">
                <a:pos x="connsiteX6287" y="connsiteY6287"/>
              </a:cxn>
              <a:cxn ang="0">
                <a:pos x="connsiteX6288" y="connsiteY6288"/>
              </a:cxn>
              <a:cxn ang="0">
                <a:pos x="connsiteX6289" y="connsiteY6289"/>
              </a:cxn>
              <a:cxn ang="0">
                <a:pos x="connsiteX6290" y="connsiteY6290"/>
              </a:cxn>
              <a:cxn ang="0">
                <a:pos x="connsiteX6291" y="connsiteY6291"/>
              </a:cxn>
              <a:cxn ang="0">
                <a:pos x="connsiteX6292" y="connsiteY6292"/>
              </a:cxn>
              <a:cxn ang="0">
                <a:pos x="connsiteX6293" y="connsiteY6293"/>
              </a:cxn>
              <a:cxn ang="0">
                <a:pos x="connsiteX6294" y="connsiteY6294"/>
              </a:cxn>
              <a:cxn ang="0">
                <a:pos x="connsiteX6295" y="connsiteY6295"/>
              </a:cxn>
              <a:cxn ang="0">
                <a:pos x="connsiteX6296" y="connsiteY6296"/>
              </a:cxn>
              <a:cxn ang="0">
                <a:pos x="connsiteX6297" y="connsiteY6297"/>
              </a:cxn>
              <a:cxn ang="0">
                <a:pos x="connsiteX6298" y="connsiteY6298"/>
              </a:cxn>
              <a:cxn ang="0">
                <a:pos x="connsiteX6299" y="connsiteY6299"/>
              </a:cxn>
              <a:cxn ang="0">
                <a:pos x="connsiteX6300" y="connsiteY6300"/>
              </a:cxn>
              <a:cxn ang="0">
                <a:pos x="connsiteX6301" y="connsiteY6301"/>
              </a:cxn>
              <a:cxn ang="0">
                <a:pos x="connsiteX6302" y="connsiteY6302"/>
              </a:cxn>
              <a:cxn ang="0">
                <a:pos x="connsiteX6303" y="connsiteY6303"/>
              </a:cxn>
              <a:cxn ang="0">
                <a:pos x="connsiteX6304" y="connsiteY6304"/>
              </a:cxn>
              <a:cxn ang="0">
                <a:pos x="connsiteX6305" y="connsiteY6305"/>
              </a:cxn>
              <a:cxn ang="0">
                <a:pos x="connsiteX6306" y="connsiteY6306"/>
              </a:cxn>
              <a:cxn ang="0">
                <a:pos x="connsiteX6307" y="connsiteY6307"/>
              </a:cxn>
              <a:cxn ang="0">
                <a:pos x="connsiteX6308" y="connsiteY6308"/>
              </a:cxn>
              <a:cxn ang="0">
                <a:pos x="connsiteX6309" y="connsiteY6309"/>
              </a:cxn>
              <a:cxn ang="0">
                <a:pos x="connsiteX6310" y="connsiteY6310"/>
              </a:cxn>
              <a:cxn ang="0">
                <a:pos x="connsiteX6311" y="connsiteY6311"/>
              </a:cxn>
              <a:cxn ang="0">
                <a:pos x="connsiteX6312" y="connsiteY6312"/>
              </a:cxn>
              <a:cxn ang="0">
                <a:pos x="connsiteX6313" y="connsiteY6313"/>
              </a:cxn>
              <a:cxn ang="0">
                <a:pos x="connsiteX6314" y="connsiteY6314"/>
              </a:cxn>
              <a:cxn ang="0">
                <a:pos x="connsiteX6315" y="connsiteY6315"/>
              </a:cxn>
              <a:cxn ang="0">
                <a:pos x="connsiteX6316" y="connsiteY6316"/>
              </a:cxn>
              <a:cxn ang="0">
                <a:pos x="connsiteX6317" y="connsiteY6317"/>
              </a:cxn>
              <a:cxn ang="0">
                <a:pos x="connsiteX6318" y="connsiteY6318"/>
              </a:cxn>
              <a:cxn ang="0">
                <a:pos x="connsiteX6319" y="connsiteY6319"/>
              </a:cxn>
              <a:cxn ang="0">
                <a:pos x="connsiteX6320" y="connsiteY6320"/>
              </a:cxn>
              <a:cxn ang="0">
                <a:pos x="connsiteX6321" y="connsiteY6321"/>
              </a:cxn>
              <a:cxn ang="0">
                <a:pos x="connsiteX6322" y="connsiteY6322"/>
              </a:cxn>
              <a:cxn ang="0">
                <a:pos x="connsiteX6323" y="connsiteY6323"/>
              </a:cxn>
              <a:cxn ang="0">
                <a:pos x="connsiteX6324" y="connsiteY6324"/>
              </a:cxn>
              <a:cxn ang="0">
                <a:pos x="connsiteX6325" y="connsiteY6325"/>
              </a:cxn>
              <a:cxn ang="0">
                <a:pos x="connsiteX6326" y="connsiteY6326"/>
              </a:cxn>
              <a:cxn ang="0">
                <a:pos x="connsiteX6327" y="connsiteY6327"/>
              </a:cxn>
              <a:cxn ang="0">
                <a:pos x="connsiteX6328" y="connsiteY6328"/>
              </a:cxn>
              <a:cxn ang="0">
                <a:pos x="connsiteX6329" y="connsiteY6329"/>
              </a:cxn>
              <a:cxn ang="0">
                <a:pos x="connsiteX6330" y="connsiteY6330"/>
              </a:cxn>
              <a:cxn ang="0">
                <a:pos x="connsiteX6331" y="connsiteY6331"/>
              </a:cxn>
              <a:cxn ang="0">
                <a:pos x="connsiteX6332" y="connsiteY6332"/>
              </a:cxn>
              <a:cxn ang="0">
                <a:pos x="connsiteX6333" y="connsiteY6333"/>
              </a:cxn>
              <a:cxn ang="0">
                <a:pos x="connsiteX6334" y="connsiteY6334"/>
              </a:cxn>
              <a:cxn ang="0">
                <a:pos x="connsiteX6335" y="connsiteY6335"/>
              </a:cxn>
              <a:cxn ang="0">
                <a:pos x="connsiteX6336" y="connsiteY6336"/>
              </a:cxn>
              <a:cxn ang="0">
                <a:pos x="connsiteX6337" y="connsiteY6337"/>
              </a:cxn>
              <a:cxn ang="0">
                <a:pos x="connsiteX6338" y="connsiteY6338"/>
              </a:cxn>
              <a:cxn ang="0">
                <a:pos x="connsiteX6339" y="connsiteY6339"/>
              </a:cxn>
              <a:cxn ang="0">
                <a:pos x="connsiteX6340" y="connsiteY6340"/>
              </a:cxn>
              <a:cxn ang="0">
                <a:pos x="connsiteX6341" y="connsiteY6341"/>
              </a:cxn>
              <a:cxn ang="0">
                <a:pos x="connsiteX6342" y="connsiteY6342"/>
              </a:cxn>
              <a:cxn ang="0">
                <a:pos x="connsiteX6343" y="connsiteY6343"/>
              </a:cxn>
              <a:cxn ang="0">
                <a:pos x="connsiteX6344" y="connsiteY6344"/>
              </a:cxn>
              <a:cxn ang="0">
                <a:pos x="connsiteX6345" y="connsiteY6345"/>
              </a:cxn>
              <a:cxn ang="0">
                <a:pos x="connsiteX6346" y="connsiteY6346"/>
              </a:cxn>
              <a:cxn ang="0">
                <a:pos x="connsiteX6347" y="connsiteY6347"/>
              </a:cxn>
              <a:cxn ang="0">
                <a:pos x="connsiteX6348" y="connsiteY6348"/>
              </a:cxn>
              <a:cxn ang="0">
                <a:pos x="connsiteX6349" y="connsiteY6349"/>
              </a:cxn>
              <a:cxn ang="0">
                <a:pos x="connsiteX6350" y="connsiteY6350"/>
              </a:cxn>
              <a:cxn ang="0">
                <a:pos x="connsiteX6351" y="connsiteY6351"/>
              </a:cxn>
              <a:cxn ang="0">
                <a:pos x="connsiteX6352" y="connsiteY6352"/>
              </a:cxn>
              <a:cxn ang="0">
                <a:pos x="connsiteX6353" y="connsiteY6353"/>
              </a:cxn>
              <a:cxn ang="0">
                <a:pos x="connsiteX6354" y="connsiteY6354"/>
              </a:cxn>
              <a:cxn ang="0">
                <a:pos x="connsiteX6355" y="connsiteY6355"/>
              </a:cxn>
              <a:cxn ang="0">
                <a:pos x="connsiteX6356" y="connsiteY6356"/>
              </a:cxn>
              <a:cxn ang="0">
                <a:pos x="connsiteX6357" y="connsiteY6357"/>
              </a:cxn>
              <a:cxn ang="0">
                <a:pos x="connsiteX6358" y="connsiteY6358"/>
              </a:cxn>
              <a:cxn ang="0">
                <a:pos x="connsiteX6359" y="connsiteY6359"/>
              </a:cxn>
              <a:cxn ang="0">
                <a:pos x="connsiteX6360" y="connsiteY6360"/>
              </a:cxn>
              <a:cxn ang="0">
                <a:pos x="connsiteX6361" y="connsiteY6361"/>
              </a:cxn>
              <a:cxn ang="0">
                <a:pos x="connsiteX6362" y="connsiteY6362"/>
              </a:cxn>
              <a:cxn ang="0">
                <a:pos x="connsiteX6363" y="connsiteY6363"/>
              </a:cxn>
              <a:cxn ang="0">
                <a:pos x="connsiteX6364" y="connsiteY6364"/>
              </a:cxn>
              <a:cxn ang="0">
                <a:pos x="connsiteX6365" y="connsiteY6365"/>
              </a:cxn>
              <a:cxn ang="0">
                <a:pos x="connsiteX6366" y="connsiteY6366"/>
              </a:cxn>
              <a:cxn ang="0">
                <a:pos x="connsiteX6367" y="connsiteY6367"/>
              </a:cxn>
              <a:cxn ang="0">
                <a:pos x="connsiteX6368" y="connsiteY6368"/>
              </a:cxn>
              <a:cxn ang="0">
                <a:pos x="connsiteX6369" y="connsiteY6369"/>
              </a:cxn>
              <a:cxn ang="0">
                <a:pos x="connsiteX6370" y="connsiteY6370"/>
              </a:cxn>
              <a:cxn ang="0">
                <a:pos x="connsiteX6371" y="connsiteY6371"/>
              </a:cxn>
              <a:cxn ang="0">
                <a:pos x="connsiteX6372" y="connsiteY6372"/>
              </a:cxn>
              <a:cxn ang="0">
                <a:pos x="connsiteX6373" y="connsiteY6373"/>
              </a:cxn>
              <a:cxn ang="0">
                <a:pos x="connsiteX6374" y="connsiteY6374"/>
              </a:cxn>
              <a:cxn ang="0">
                <a:pos x="connsiteX6375" y="connsiteY6375"/>
              </a:cxn>
              <a:cxn ang="0">
                <a:pos x="connsiteX6376" y="connsiteY6376"/>
              </a:cxn>
              <a:cxn ang="0">
                <a:pos x="connsiteX6377" y="connsiteY6377"/>
              </a:cxn>
              <a:cxn ang="0">
                <a:pos x="connsiteX6378" y="connsiteY6378"/>
              </a:cxn>
              <a:cxn ang="0">
                <a:pos x="connsiteX6379" y="connsiteY6379"/>
              </a:cxn>
              <a:cxn ang="0">
                <a:pos x="connsiteX6380" y="connsiteY6380"/>
              </a:cxn>
              <a:cxn ang="0">
                <a:pos x="connsiteX6381" y="connsiteY6381"/>
              </a:cxn>
              <a:cxn ang="0">
                <a:pos x="connsiteX6382" y="connsiteY6382"/>
              </a:cxn>
              <a:cxn ang="0">
                <a:pos x="connsiteX6383" y="connsiteY6383"/>
              </a:cxn>
              <a:cxn ang="0">
                <a:pos x="connsiteX6384" y="connsiteY6384"/>
              </a:cxn>
              <a:cxn ang="0">
                <a:pos x="connsiteX6385" y="connsiteY6385"/>
              </a:cxn>
              <a:cxn ang="0">
                <a:pos x="connsiteX6386" y="connsiteY6386"/>
              </a:cxn>
              <a:cxn ang="0">
                <a:pos x="connsiteX6387" y="connsiteY6387"/>
              </a:cxn>
              <a:cxn ang="0">
                <a:pos x="connsiteX6388" y="connsiteY6388"/>
              </a:cxn>
              <a:cxn ang="0">
                <a:pos x="connsiteX6389" y="connsiteY6389"/>
              </a:cxn>
              <a:cxn ang="0">
                <a:pos x="connsiteX6390" y="connsiteY6390"/>
              </a:cxn>
              <a:cxn ang="0">
                <a:pos x="connsiteX6391" y="connsiteY6391"/>
              </a:cxn>
              <a:cxn ang="0">
                <a:pos x="connsiteX6392" y="connsiteY6392"/>
              </a:cxn>
              <a:cxn ang="0">
                <a:pos x="connsiteX6393" y="connsiteY6393"/>
              </a:cxn>
              <a:cxn ang="0">
                <a:pos x="connsiteX6394" y="connsiteY6394"/>
              </a:cxn>
              <a:cxn ang="0">
                <a:pos x="connsiteX6395" y="connsiteY6395"/>
              </a:cxn>
              <a:cxn ang="0">
                <a:pos x="connsiteX6396" y="connsiteY6396"/>
              </a:cxn>
              <a:cxn ang="0">
                <a:pos x="connsiteX6397" y="connsiteY6397"/>
              </a:cxn>
              <a:cxn ang="0">
                <a:pos x="connsiteX6398" y="connsiteY6398"/>
              </a:cxn>
              <a:cxn ang="0">
                <a:pos x="connsiteX6399" y="connsiteY6399"/>
              </a:cxn>
              <a:cxn ang="0">
                <a:pos x="connsiteX6400" y="connsiteY6400"/>
              </a:cxn>
              <a:cxn ang="0">
                <a:pos x="connsiteX6401" y="connsiteY6401"/>
              </a:cxn>
              <a:cxn ang="0">
                <a:pos x="connsiteX6402" y="connsiteY6402"/>
              </a:cxn>
              <a:cxn ang="0">
                <a:pos x="connsiteX6403" y="connsiteY6403"/>
              </a:cxn>
              <a:cxn ang="0">
                <a:pos x="connsiteX6404" y="connsiteY6404"/>
              </a:cxn>
              <a:cxn ang="0">
                <a:pos x="connsiteX6405" y="connsiteY6405"/>
              </a:cxn>
              <a:cxn ang="0">
                <a:pos x="connsiteX6406" y="connsiteY6406"/>
              </a:cxn>
              <a:cxn ang="0">
                <a:pos x="connsiteX6407" y="connsiteY6407"/>
              </a:cxn>
              <a:cxn ang="0">
                <a:pos x="connsiteX6408" y="connsiteY6408"/>
              </a:cxn>
              <a:cxn ang="0">
                <a:pos x="connsiteX6409" y="connsiteY6409"/>
              </a:cxn>
              <a:cxn ang="0">
                <a:pos x="connsiteX6410" y="connsiteY6410"/>
              </a:cxn>
              <a:cxn ang="0">
                <a:pos x="connsiteX6411" y="connsiteY6411"/>
              </a:cxn>
              <a:cxn ang="0">
                <a:pos x="connsiteX6412" y="connsiteY6412"/>
              </a:cxn>
              <a:cxn ang="0">
                <a:pos x="connsiteX6413" y="connsiteY6413"/>
              </a:cxn>
              <a:cxn ang="0">
                <a:pos x="connsiteX6414" y="connsiteY6414"/>
              </a:cxn>
              <a:cxn ang="0">
                <a:pos x="connsiteX6415" y="connsiteY6415"/>
              </a:cxn>
              <a:cxn ang="0">
                <a:pos x="connsiteX6416" y="connsiteY6416"/>
              </a:cxn>
              <a:cxn ang="0">
                <a:pos x="connsiteX6417" y="connsiteY6417"/>
              </a:cxn>
              <a:cxn ang="0">
                <a:pos x="connsiteX6418" y="connsiteY6418"/>
              </a:cxn>
              <a:cxn ang="0">
                <a:pos x="connsiteX6419" y="connsiteY6419"/>
              </a:cxn>
              <a:cxn ang="0">
                <a:pos x="connsiteX6420" y="connsiteY6420"/>
              </a:cxn>
              <a:cxn ang="0">
                <a:pos x="connsiteX6421" y="connsiteY6421"/>
              </a:cxn>
              <a:cxn ang="0">
                <a:pos x="connsiteX6422" y="connsiteY6422"/>
              </a:cxn>
              <a:cxn ang="0">
                <a:pos x="connsiteX6423" y="connsiteY6423"/>
              </a:cxn>
              <a:cxn ang="0">
                <a:pos x="connsiteX6424" y="connsiteY6424"/>
              </a:cxn>
              <a:cxn ang="0">
                <a:pos x="connsiteX6425" y="connsiteY6425"/>
              </a:cxn>
              <a:cxn ang="0">
                <a:pos x="connsiteX6426" y="connsiteY6426"/>
              </a:cxn>
              <a:cxn ang="0">
                <a:pos x="connsiteX6427" y="connsiteY6427"/>
              </a:cxn>
              <a:cxn ang="0">
                <a:pos x="connsiteX6428" y="connsiteY6428"/>
              </a:cxn>
              <a:cxn ang="0">
                <a:pos x="connsiteX6429" y="connsiteY6429"/>
              </a:cxn>
              <a:cxn ang="0">
                <a:pos x="connsiteX6430" y="connsiteY6430"/>
              </a:cxn>
              <a:cxn ang="0">
                <a:pos x="connsiteX6431" y="connsiteY6431"/>
              </a:cxn>
              <a:cxn ang="0">
                <a:pos x="connsiteX6432" y="connsiteY6432"/>
              </a:cxn>
              <a:cxn ang="0">
                <a:pos x="connsiteX6433" y="connsiteY6433"/>
              </a:cxn>
              <a:cxn ang="0">
                <a:pos x="connsiteX6434" y="connsiteY6434"/>
              </a:cxn>
              <a:cxn ang="0">
                <a:pos x="connsiteX6435" y="connsiteY6435"/>
              </a:cxn>
              <a:cxn ang="0">
                <a:pos x="connsiteX6436" y="connsiteY6436"/>
              </a:cxn>
              <a:cxn ang="0">
                <a:pos x="connsiteX6437" y="connsiteY6437"/>
              </a:cxn>
              <a:cxn ang="0">
                <a:pos x="connsiteX6438" y="connsiteY6438"/>
              </a:cxn>
              <a:cxn ang="0">
                <a:pos x="connsiteX6439" y="connsiteY6439"/>
              </a:cxn>
              <a:cxn ang="0">
                <a:pos x="connsiteX6440" y="connsiteY6440"/>
              </a:cxn>
              <a:cxn ang="0">
                <a:pos x="connsiteX6441" y="connsiteY6441"/>
              </a:cxn>
              <a:cxn ang="0">
                <a:pos x="connsiteX6442" y="connsiteY6442"/>
              </a:cxn>
              <a:cxn ang="0">
                <a:pos x="connsiteX6443" y="connsiteY6443"/>
              </a:cxn>
              <a:cxn ang="0">
                <a:pos x="connsiteX6444" y="connsiteY6444"/>
              </a:cxn>
              <a:cxn ang="0">
                <a:pos x="connsiteX6445" y="connsiteY6445"/>
              </a:cxn>
              <a:cxn ang="0">
                <a:pos x="connsiteX6446" y="connsiteY6446"/>
              </a:cxn>
              <a:cxn ang="0">
                <a:pos x="connsiteX6447" y="connsiteY6447"/>
              </a:cxn>
              <a:cxn ang="0">
                <a:pos x="connsiteX6448" y="connsiteY6448"/>
              </a:cxn>
              <a:cxn ang="0">
                <a:pos x="connsiteX6449" y="connsiteY6449"/>
              </a:cxn>
              <a:cxn ang="0">
                <a:pos x="connsiteX6450" y="connsiteY6450"/>
              </a:cxn>
              <a:cxn ang="0">
                <a:pos x="connsiteX6451" y="connsiteY6451"/>
              </a:cxn>
              <a:cxn ang="0">
                <a:pos x="connsiteX6452" y="connsiteY6452"/>
              </a:cxn>
              <a:cxn ang="0">
                <a:pos x="connsiteX6453" y="connsiteY6453"/>
              </a:cxn>
              <a:cxn ang="0">
                <a:pos x="connsiteX6454" y="connsiteY6454"/>
              </a:cxn>
              <a:cxn ang="0">
                <a:pos x="connsiteX6455" y="connsiteY6455"/>
              </a:cxn>
              <a:cxn ang="0">
                <a:pos x="connsiteX6456" y="connsiteY6456"/>
              </a:cxn>
              <a:cxn ang="0">
                <a:pos x="connsiteX6457" y="connsiteY6457"/>
              </a:cxn>
              <a:cxn ang="0">
                <a:pos x="connsiteX6458" y="connsiteY6458"/>
              </a:cxn>
              <a:cxn ang="0">
                <a:pos x="connsiteX6459" y="connsiteY6459"/>
              </a:cxn>
              <a:cxn ang="0">
                <a:pos x="connsiteX6460" y="connsiteY6460"/>
              </a:cxn>
              <a:cxn ang="0">
                <a:pos x="connsiteX6461" y="connsiteY6461"/>
              </a:cxn>
              <a:cxn ang="0">
                <a:pos x="connsiteX6462" y="connsiteY6462"/>
              </a:cxn>
              <a:cxn ang="0">
                <a:pos x="connsiteX6463" y="connsiteY6463"/>
              </a:cxn>
              <a:cxn ang="0">
                <a:pos x="connsiteX6464" y="connsiteY6464"/>
              </a:cxn>
              <a:cxn ang="0">
                <a:pos x="connsiteX6465" y="connsiteY6465"/>
              </a:cxn>
              <a:cxn ang="0">
                <a:pos x="connsiteX6466" y="connsiteY6466"/>
              </a:cxn>
              <a:cxn ang="0">
                <a:pos x="connsiteX6467" y="connsiteY6467"/>
              </a:cxn>
              <a:cxn ang="0">
                <a:pos x="connsiteX6468" y="connsiteY6468"/>
              </a:cxn>
              <a:cxn ang="0">
                <a:pos x="connsiteX6469" y="connsiteY6469"/>
              </a:cxn>
              <a:cxn ang="0">
                <a:pos x="connsiteX6470" y="connsiteY6470"/>
              </a:cxn>
              <a:cxn ang="0">
                <a:pos x="connsiteX6471" y="connsiteY6471"/>
              </a:cxn>
              <a:cxn ang="0">
                <a:pos x="connsiteX6472" y="connsiteY6472"/>
              </a:cxn>
              <a:cxn ang="0">
                <a:pos x="connsiteX6473" y="connsiteY6473"/>
              </a:cxn>
              <a:cxn ang="0">
                <a:pos x="connsiteX6474" y="connsiteY6474"/>
              </a:cxn>
              <a:cxn ang="0">
                <a:pos x="connsiteX6475" y="connsiteY6475"/>
              </a:cxn>
              <a:cxn ang="0">
                <a:pos x="connsiteX6476" y="connsiteY6476"/>
              </a:cxn>
              <a:cxn ang="0">
                <a:pos x="connsiteX6477" y="connsiteY6477"/>
              </a:cxn>
              <a:cxn ang="0">
                <a:pos x="connsiteX6478" y="connsiteY6478"/>
              </a:cxn>
              <a:cxn ang="0">
                <a:pos x="connsiteX6479" y="connsiteY6479"/>
              </a:cxn>
              <a:cxn ang="0">
                <a:pos x="connsiteX6480" y="connsiteY6480"/>
              </a:cxn>
              <a:cxn ang="0">
                <a:pos x="connsiteX6481" y="connsiteY6481"/>
              </a:cxn>
              <a:cxn ang="0">
                <a:pos x="connsiteX6482" y="connsiteY6482"/>
              </a:cxn>
              <a:cxn ang="0">
                <a:pos x="connsiteX6483" y="connsiteY6483"/>
              </a:cxn>
              <a:cxn ang="0">
                <a:pos x="connsiteX6484" y="connsiteY6484"/>
              </a:cxn>
              <a:cxn ang="0">
                <a:pos x="connsiteX6485" y="connsiteY6485"/>
              </a:cxn>
              <a:cxn ang="0">
                <a:pos x="connsiteX6486" y="connsiteY6486"/>
              </a:cxn>
              <a:cxn ang="0">
                <a:pos x="connsiteX6487" y="connsiteY6487"/>
              </a:cxn>
              <a:cxn ang="0">
                <a:pos x="connsiteX6488" y="connsiteY6488"/>
              </a:cxn>
              <a:cxn ang="0">
                <a:pos x="connsiteX6489" y="connsiteY6489"/>
              </a:cxn>
              <a:cxn ang="0">
                <a:pos x="connsiteX6490" y="connsiteY6490"/>
              </a:cxn>
              <a:cxn ang="0">
                <a:pos x="connsiteX6491" y="connsiteY6491"/>
              </a:cxn>
              <a:cxn ang="0">
                <a:pos x="connsiteX6492" y="connsiteY6492"/>
              </a:cxn>
              <a:cxn ang="0">
                <a:pos x="connsiteX6493" y="connsiteY6493"/>
              </a:cxn>
              <a:cxn ang="0">
                <a:pos x="connsiteX6494" y="connsiteY6494"/>
              </a:cxn>
              <a:cxn ang="0">
                <a:pos x="connsiteX6495" y="connsiteY6495"/>
              </a:cxn>
              <a:cxn ang="0">
                <a:pos x="connsiteX6496" y="connsiteY6496"/>
              </a:cxn>
              <a:cxn ang="0">
                <a:pos x="connsiteX6497" y="connsiteY6497"/>
              </a:cxn>
              <a:cxn ang="0">
                <a:pos x="connsiteX6498" y="connsiteY6498"/>
              </a:cxn>
              <a:cxn ang="0">
                <a:pos x="connsiteX6499" y="connsiteY6499"/>
              </a:cxn>
              <a:cxn ang="0">
                <a:pos x="connsiteX6500" y="connsiteY6500"/>
              </a:cxn>
              <a:cxn ang="0">
                <a:pos x="connsiteX6501" y="connsiteY6501"/>
              </a:cxn>
              <a:cxn ang="0">
                <a:pos x="connsiteX6502" y="connsiteY6502"/>
              </a:cxn>
              <a:cxn ang="0">
                <a:pos x="connsiteX6503" y="connsiteY6503"/>
              </a:cxn>
              <a:cxn ang="0">
                <a:pos x="connsiteX6504" y="connsiteY6504"/>
              </a:cxn>
              <a:cxn ang="0">
                <a:pos x="connsiteX6505" y="connsiteY6505"/>
              </a:cxn>
              <a:cxn ang="0">
                <a:pos x="connsiteX6506" y="connsiteY6506"/>
              </a:cxn>
              <a:cxn ang="0">
                <a:pos x="connsiteX6507" y="connsiteY6507"/>
              </a:cxn>
              <a:cxn ang="0">
                <a:pos x="connsiteX6508" y="connsiteY6508"/>
              </a:cxn>
              <a:cxn ang="0">
                <a:pos x="connsiteX6509" y="connsiteY6509"/>
              </a:cxn>
              <a:cxn ang="0">
                <a:pos x="connsiteX6510" y="connsiteY6510"/>
              </a:cxn>
              <a:cxn ang="0">
                <a:pos x="connsiteX6511" y="connsiteY6511"/>
              </a:cxn>
              <a:cxn ang="0">
                <a:pos x="connsiteX6512" y="connsiteY6512"/>
              </a:cxn>
              <a:cxn ang="0">
                <a:pos x="connsiteX6513" y="connsiteY6513"/>
              </a:cxn>
              <a:cxn ang="0">
                <a:pos x="connsiteX6514" y="connsiteY6514"/>
              </a:cxn>
              <a:cxn ang="0">
                <a:pos x="connsiteX6515" y="connsiteY6515"/>
              </a:cxn>
              <a:cxn ang="0">
                <a:pos x="connsiteX6516" y="connsiteY6516"/>
              </a:cxn>
              <a:cxn ang="0">
                <a:pos x="connsiteX6517" y="connsiteY6517"/>
              </a:cxn>
              <a:cxn ang="0">
                <a:pos x="connsiteX6518" y="connsiteY6518"/>
              </a:cxn>
              <a:cxn ang="0">
                <a:pos x="connsiteX6519" y="connsiteY6519"/>
              </a:cxn>
              <a:cxn ang="0">
                <a:pos x="connsiteX6520" y="connsiteY6520"/>
              </a:cxn>
              <a:cxn ang="0">
                <a:pos x="connsiteX6521" y="connsiteY6521"/>
              </a:cxn>
              <a:cxn ang="0">
                <a:pos x="connsiteX6522" y="connsiteY6522"/>
              </a:cxn>
              <a:cxn ang="0">
                <a:pos x="connsiteX6523" y="connsiteY6523"/>
              </a:cxn>
              <a:cxn ang="0">
                <a:pos x="connsiteX6524" y="connsiteY6524"/>
              </a:cxn>
              <a:cxn ang="0">
                <a:pos x="connsiteX6525" y="connsiteY6525"/>
              </a:cxn>
              <a:cxn ang="0">
                <a:pos x="connsiteX6526" y="connsiteY6526"/>
              </a:cxn>
              <a:cxn ang="0">
                <a:pos x="connsiteX6527" y="connsiteY6527"/>
              </a:cxn>
              <a:cxn ang="0">
                <a:pos x="connsiteX6528" y="connsiteY6528"/>
              </a:cxn>
              <a:cxn ang="0">
                <a:pos x="connsiteX6529" y="connsiteY6529"/>
              </a:cxn>
              <a:cxn ang="0">
                <a:pos x="connsiteX6530" y="connsiteY6530"/>
              </a:cxn>
              <a:cxn ang="0">
                <a:pos x="connsiteX6531" y="connsiteY6531"/>
              </a:cxn>
              <a:cxn ang="0">
                <a:pos x="connsiteX6532" y="connsiteY6532"/>
              </a:cxn>
              <a:cxn ang="0">
                <a:pos x="connsiteX6533" y="connsiteY6533"/>
              </a:cxn>
              <a:cxn ang="0">
                <a:pos x="connsiteX6534" y="connsiteY6534"/>
              </a:cxn>
              <a:cxn ang="0">
                <a:pos x="connsiteX6535" y="connsiteY6535"/>
              </a:cxn>
              <a:cxn ang="0">
                <a:pos x="connsiteX6536" y="connsiteY6536"/>
              </a:cxn>
              <a:cxn ang="0">
                <a:pos x="connsiteX6537" y="connsiteY6537"/>
              </a:cxn>
              <a:cxn ang="0">
                <a:pos x="connsiteX6538" y="connsiteY6538"/>
              </a:cxn>
              <a:cxn ang="0">
                <a:pos x="connsiteX6539" y="connsiteY6539"/>
              </a:cxn>
              <a:cxn ang="0">
                <a:pos x="connsiteX6540" y="connsiteY6540"/>
              </a:cxn>
              <a:cxn ang="0">
                <a:pos x="connsiteX6541" y="connsiteY6541"/>
              </a:cxn>
              <a:cxn ang="0">
                <a:pos x="connsiteX6542" y="connsiteY6542"/>
              </a:cxn>
              <a:cxn ang="0">
                <a:pos x="connsiteX6543" y="connsiteY6543"/>
              </a:cxn>
              <a:cxn ang="0">
                <a:pos x="connsiteX6544" y="connsiteY6544"/>
              </a:cxn>
              <a:cxn ang="0">
                <a:pos x="connsiteX6545" y="connsiteY6545"/>
              </a:cxn>
              <a:cxn ang="0">
                <a:pos x="connsiteX6546" y="connsiteY6546"/>
              </a:cxn>
              <a:cxn ang="0">
                <a:pos x="connsiteX6547" y="connsiteY6547"/>
              </a:cxn>
              <a:cxn ang="0">
                <a:pos x="connsiteX6548" y="connsiteY6548"/>
              </a:cxn>
              <a:cxn ang="0">
                <a:pos x="connsiteX6549" y="connsiteY6549"/>
              </a:cxn>
              <a:cxn ang="0">
                <a:pos x="connsiteX6550" y="connsiteY6550"/>
              </a:cxn>
              <a:cxn ang="0">
                <a:pos x="connsiteX6551" y="connsiteY6551"/>
              </a:cxn>
              <a:cxn ang="0">
                <a:pos x="connsiteX6552" y="connsiteY6552"/>
              </a:cxn>
              <a:cxn ang="0">
                <a:pos x="connsiteX6553" y="connsiteY6553"/>
              </a:cxn>
              <a:cxn ang="0">
                <a:pos x="connsiteX6554" y="connsiteY6554"/>
              </a:cxn>
              <a:cxn ang="0">
                <a:pos x="connsiteX6555" y="connsiteY6555"/>
              </a:cxn>
              <a:cxn ang="0">
                <a:pos x="connsiteX6556" y="connsiteY6556"/>
              </a:cxn>
              <a:cxn ang="0">
                <a:pos x="connsiteX6557" y="connsiteY6557"/>
              </a:cxn>
              <a:cxn ang="0">
                <a:pos x="connsiteX6558" y="connsiteY6558"/>
              </a:cxn>
              <a:cxn ang="0">
                <a:pos x="connsiteX6559" y="connsiteY6559"/>
              </a:cxn>
              <a:cxn ang="0">
                <a:pos x="connsiteX6560" y="connsiteY6560"/>
              </a:cxn>
              <a:cxn ang="0">
                <a:pos x="connsiteX6561" y="connsiteY6561"/>
              </a:cxn>
              <a:cxn ang="0">
                <a:pos x="connsiteX6562" y="connsiteY6562"/>
              </a:cxn>
              <a:cxn ang="0">
                <a:pos x="connsiteX6563" y="connsiteY6563"/>
              </a:cxn>
              <a:cxn ang="0">
                <a:pos x="connsiteX6564" y="connsiteY6564"/>
              </a:cxn>
              <a:cxn ang="0">
                <a:pos x="connsiteX6565" y="connsiteY6565"/>
              </a:cxn>
              <a:cxn ang="0">
                <a:pos x="connsiteX6566" y="connsiteY6566"/>
              </a:cxn>
              <a:cxn ang="0">
                <a:pos x="connsiteX6567" y="connsiteY6567"/>
              </a:cxn>
              <a:cxn ang="0">
                <a:pos x="connsiteX6568" y="connsiteY6568"/>
              </a:cxn>
              <a:cxn ang="0">
                <a:pos x="connsiteX6569" y="connsiteY6569"/>
              </a:cxn>
              <a:cxn ang="0">
                <a:pos x="connsiteX6570" y="connsiteY6570"/>
              </a:cxn>
              <a:cxn ang="0">
                <a:pos x="connsiteX6571" y="connsiteY6571"/>
              </a:cxn>
              <a:cxn ang="0">
                <a:pos x="connsiteX6572" y="connsiteY6572"/>
              </a:cxn>
              <a:cxn ang="0">
                <a:pos x="connsiteX6573" y="connsiteY6573"/>
              </a:cxn>
              <a:cxn ang="0">
                <a:pos x="connsiteX6574" y="connsiteY6574"/>
              </a:cxn>
              <a:cxn ang="0">
                <a:pos x="connsiteX6575" y="connsiteY6575"/>
              </a:cxn>
              <a:cxn ang="0">
                <a:pos x="connsiteX6576" y="connsiteY6576"/>
              </a:cxn>
              <a:cxn ang="0">
                <a:pos x="connsiteX6577" y="connsiteY6577"/>
              </a:cxn>
              <a:cxn ang="0">
                <a:pos x="connsiteX6578" y="connsiteY6578"/>
              </a:cxn>
              <a:cxn ang="0">
                <a:pos x="connsiteX6579" y="connsiteY6579"/>
              </a:cxn>
              <a:cxn ang="0">
                <a:pos x="connsiteX6580" y="connsiteY6580"/>
              </a:cxn>
              <a:cxn ang="0">
                <a:pos x="connsiteX6581" y="connsiteY6581"/>
              </a:cxn>
              <a:cxn ang="0">
                <a:pos x="connsiteX6582" y="connsiteY6582"/>
              </a:cxn>
              <a:cxn ang="0">
                <a:pos x="connsiteX6583" y="connsiteY6583"/>
              </a:cxn>
              <a:cxn ang="0">
                <a:pos x="connsiteX6584" y="connsiteY6584"/>
              </a:cxn>
              <a:cxn ang="0">
                <a:pos x="connsiteX6585" y="connsiteY6585"/>
              </a:cxn>
              <a:cxn ang="0">
                <a:pos x="connsiteX6586" y="connsiteY6586"/>
              </a:cxn>
              <a:cxn ang="0">
                <a:pos x="connsiteX6587" y="connsiteY6587"/>
              </a:cxn>
              <a:cxn ang="0">
                <a:pos x="connsiteX6588" y="connsiteY6588"/>
              </a:cxn>
              <a:cxn ang="0">
                <a:pos x="connsiteX6589" y="connsiteY6589"/>
              </a:cxn>
              <a:cxn ang="0">
                <a:pos x="connsiteX6590" y="connsiteY6590"/>
              </a:cxn>
              <a:cxn ang="0">
                <a:pos x="connsiteX6591" y="connsiteY6591"/>
              </a:cxn>
              <a:cxn ang="0">
                <a:pos x="connsiteX6592" y="connsiteY6592"/>
              </a:cxn>
              <a:cxn ang="0">
                <a:pos x="connsiteX6593" y="connsiteY6593"/>
              </a:cxn>
              <a:cxn ang="0">
                <a:pos x="connsiteX6594" y="connsiteY6594"/>
              </a:cxn>
              <a:cxn ang="0">
                <a:pos x="connsiteX6595" y="connsiteY6595"/>
              </a:cxn>
              <a:cxn ang="0">
                <a:pos x="connsiteX6596" y="connsiteY6596"/>
              </a:cxn>
              <a:cxn ang="0">
                <a:pos x="connsiteX6597" y="connsiteY6597"/>
              </a:cxn>
              <a:cxn ang="0">
                <a:pos x="connsiteX6598" y="connsiteY6598"/>
              </a:cxn>
              <a:cxn ang="0">
                <a:pos x="connsiteX6599" y="connsiteY6599"/>
              </a:cxn>
              <a:cxn ang="0">
                <a:pos x="connsiteX6600" y="connsiteY6600"/>
              </a:cxn>
              <a:cxn ang="0">
                <a:pos x="connsiteX6601" y="connsiteY6601"/>
              </a:cxn>
              <a:cxn ang="0">
                <a:pos x="connsiteX6602" y="connsiteY6602"/>
              </a:cxn>
              <a:cxn ang="0">
                <a:pos x="connsiteX6603" y="connsiteY6603"/>
              </a:cxn>
              <a:cxn ang="0">
                <a:pos x="connsiteX6604" y="connsiteY6604"/>
              </a:cxn>
              <a:cxn ang="0">
                <a:pos x="connsiteX6605" y="connsiteY6605"/>
              </a:cxn>
              <a:cxn ang="0">
                <a:pos x="connsiteX6606" y="connsiteY6606"/>
              </a:cxn>
              <a:cxn ang="0">
                <a:pos x="connsiteX6607" y="connsiteY6607"/>
              </a:cxn>
              <a:cxn ang="0">
                <a:pos x="connsiteX6608" y="connsiteY6608"/>
              </a:cxn>
              <a:cxn ang="0">
                <a:pos x="connsiteX6609" y="connsiteY6609"/>
              </a:cxn>
              <a:cxn ang="0">
                <a:pos x="connsiteX6610" y="connsiteY6610"/>
              </a:cxn>
              <a:cxn ang="0">
                <a:pos x="connsiteX6611" y="connsiteY6611"/>
              </a:cxn>
              <a:cxn ang="0">
                <a:pos x="connsiteX6612" y="connsiteY6612"/>
              </a:cxn>
              <a:cxn ang="0">
                <a:pos x="connsiteX6613" y="connsiteY6613"/>
              </a:cxn>
              <a:cxn ang="0">
                <a:pos x="connsiteX6614" y="connsiteY6614"/>
              </a:cxn>
              <a:cxn ang="0">
                <a:pos x="connsiteX6615" y="connsiteY6615"/>
              </a:cxn>
              <a:cxn ang="0">
                <a:pos x="connsiteX6616" y="connsiteY6616"/>
              </a:cxn>
              <a:cxn ang="0">
                <a:pos x="connsiteX6617" y="connsiteY6617"/>
              </a:cxn>
              <a:cxn ang="0">
                <a:pos x="connsiteX6618" y="connsiteY6618"/>
              </a:cxn>
              <a:cxn ang="0">
                <a:pos x="connsiteX6619" y="connsiteY6619"/>
              </a:cxn>
              <a:cxn ang="0">
                <a:pos x="connsiteX6620" y="connsiteY6620"/>
              </a:cxn>
              <a:cxn ang="0">
                <a:pos x="connsiteX6621" y="connsiteY6621"/>
              </a:cxn>
              <a:cxn ang="0">
                <a:pos x="connsiteX6622" y="connsiteY6622"/>
              </a:cxn>
              <a:cxn ang="0">
                <a:pos x="connsiteX6623" y="connsiteY6623"/>
              </a:cxn>
              <a:cxn ang="0">
                <a:pos x="connsiteX6624" y="connsiteY6624"/>
              </a:cxn>
              <a:cxn ang="0">
                <a:pos x="connsiteX6625" y="connsiteY6625"/>
              </a:cxn>
              <a:cxn ang="0">
                <a:pos x="connsiteX6626" y="connsiteY6626"/>
              </a:cxn>
              <a:cxn ang="0">
                <a:pos x="connsiteX6627" y="connsiteY6627"/>
              </a:cxn>
              <a:cxn ang="0">
                <a:pos x="connsiteX6628" y="connsiteY6628"/>
              </a:cxn>
              <a:cxn ang="0">
                <a:pos x="connsiteX6629" y="connsiteY6629"/>
              </a:cxn>
              <a:cxn ang="0">
                <a:pos x="connsiteX6630" y="connsiteY6630"/>
              </a:cxn>
              <a:cxn ang="0">
                <a:pos x="connsiteX6631" y="connsiteY6631"/>
              </a:cxn>
              <a:cxn ang="0">
                <a:pos x="connsiteX6632" y="connsiteY6632"/>
              </a:cxn>
              <a:cxn ang="0">
                <a:pos x="connsiteX6633" y="connsiteY6633"/>
              </a:cxn>
              <a:cxn ang="0">
                <a:pos x="connsiteX6634" y="connsiteY6634"/>
              </a:cxn>
              <a:cxn ang="0">
                <a:pos x="connsiteX6635" y="connsiteY6635"/>
              </a:cxn>
              <a:cxn ang="0">
                <a:pos x="connsiteX6636" y="connsiteY6636"/>
              </a:cxn>
              <a:cxn ang="0">
                <a:pos x="connsiteX6637" y="connsiteY6637"/>
              </a:cxn>
              <a:cxn ang="0">
                <a:pos x="connsiteX6638" y="connsiteY6638"/>
              </a:cxn>
              <a:cxn ang="0">
                <a:pos x="connsiteX6639" y="connsiteY6639"/>
              </a:cxn>
              <a:cxn ang="0">
                <a:pos x="connsiteX6640" y="connsiteY6640"/>
              </a:cxn>
              <a:cxn ang="0">
                <a:pos x="connsiteX6641" y="connsiteY6641"/>
              </a:cxn>
              <a:cxn ang="0">
                <a:pos x="connsiteX6642" y="connsiteY6642"/>
              </a:cxn>
              <a:cxn ang="0">
                <a:pos x="connsiteX6643" y="connsiteY6643"/>
              </a:cxn>
              <a:cxn ang="0">
                <a:pos x="connsiteX6644" y="connsiteY6644"/>
              </a:cxn>
              <a:cxn ang="0">
                <a:pos x="connsiteX6645" y="connsiteY6645"/>
              </a:cxn>
              <a:cxn ang="0">
                <a:pos x="connsiteX6646" y="connsiteY6646"/>
              </a:cxn>
              <a:cxn ang="0">
                <a:pos x="connsiteX6647" y="connsiteY6647"/>
              </a:cxn>
              <a:cxn ang="0">
                <a:pos x="connsiteX6648" y="connsiteY6648"/>
              </a:cxn>
              <a:cxn ang="0">
                <a:pos x="connsiteX6649" y="connsiteY6649"/>
              </a:cxn>
              <a:cxn ang="0">
                <a:pos x="connsiteX6650" y="connsiteY6650"/>
              </a:cxn>
              <a:cxn ang="0">
                <a:pos x="connsiteX6651" y="connsiteY6651"/>
              </a:cxn>
              <a:cxn ang="0">
                <a:pos x="connsiteX6652" y="connsiteY6652"/>
              </a:cxn>
              <a:cxn ang="0">
                <a:pos x="connsiteX6653" y="connsiteY6653"/>
              </a:cxn>
              <a:cxn ang="0">
                <a:pos x="connsiteX6654" y="connsiteY6654"/>
              </a:cxn>
              <a:cxn ang="0">
                <a:pos x="connsiteX6655" y="connsiteY6655"/>
              </a:cxn>
              <a:cxn ang="0">
                <a:pos x="connsiteX6656" y="connsiteY6656"/>
              </a:cxn>
              <a:cxn ang="0">
                <a:pos x="connsiteX6657" y="connsiteY6657"/>
              </a:cxn>
              <a:cxn ang="0">
                <a:pos x="connsiteX6658" y="connsiteY6658"/>
              </a:cxn>
              <a:cxn ang="0">
                <a:pos x="connsiteX6659" y="connsiteY6659"/>
              </a:cxn>
              <a:cxn ang="0">
                <a:pos x="connsiteX6660" y="connsiteY6660"/>
              </a:cxn>
              <a:cxn ang="0">
                <a:pos x="connsiteX6661" y="connsiteY6661"/>
              </a:cxn>
              <a:cxn ang="0">
                <a:pos x="connsiteX6662" y="connsiteY6662"/>
              </a:cxn>
              <a:cxn ang="0">
                <a:pos x="connsiteX6663" y="connsiteY6663"/>
              </a:cxn>
              <a:cxn ang="0">
                <a:pos x="connsiteX6664" y="connsiteY6664"/>
              </a:cxn>
              <a:cxn ang="0">
                <a:pos x="connsiteX6665" y="connsiteY6665"/>
              </a:cxn>
              <a:cxn ang="0">
                <a:pos x="connsiteX6666" y="connsiteY6666"/>
              </a:cxn>
              <a:cxn ang="0">
                <a:pos x="connsiteX6667" y="connsiteY6667"/>
              </a:cxn>
              <a:cxn ang="0">
                <a:pos x="connsiteX6668" y="connsiteY6668"/>
              </a:cxn>
              <a:cxn ang="0">
                <a:pos x="connsiteX6669" y="connsiteY6669"/>
              </a:cxn>
              <a:cxn ang="0">
                <a:pos x="connsiteX6670" y="connsiteY6670"/>
              </a:cxn>
              <a:cxn ang="0">
                <a:pos x="connsiteX6671" y="connsiteY6671"/>
              </a:cxn>
              <a:cxn ang="0">
                <a:pos x="connsiteX6672" y="connsiteY6672"/>
              </a:cxn>
              <a:cxn ang="0">
                <a:pos x="connsiteX6673" y="connsiteY6673"/>
              </a:cxn>
              <a:cxn ang="0">
                <a:pos x="connsiteX6674" y="connsiteY6674"/>
              </a:cxn>
              <a:cxn ang="0">
                <a:pos x="connsiteX6675" y="connsiteY6675"/>
              </a:cxn>
              <a:cxn ang="0">
                <a:pos x="connsiteX6676" y="connsiteY6676"/>
              </a:cxn>
              <a:cxn ang="0">
                <a:pos x="connsiteX6677" y="connsiteY6677"/>
              </a:cxn>
              <a:cxn ang="0">
                <a:pos x="connsiteX6678" y="connsiteY6678"/>
              </a:cxn>
              <a:cxn ang="0">
                <a:pos x="connsiteX6679" y="connsiteY6679"/>
              </a:cxn>
              <a:cxn ang="0">
                <a:pos x="connsiteX6680" y="connsiteY6680"/>
              </a:cxn>
              <a:cxn ang="0">
                <a:pos x="connsiteX6681" y="connsiteY6681"/>
              </a:cxn>
              <a:cxn ang="0">
                <a:pos x="connsiteX6682" y="connsiteY6682"/>
              </a:cxn>
              <a:cxn ang="0">
                <a:pos x="connsiteX6683" y="connsiteY6683"/>
              </a:cxn>
              <a:cxn ang="0">
                <a:pos x="connsiteX6684" y="connsiteY6684"/>
              </a:cxn>
              <a:cxn ang="0">
                <a:pos x="connsiteX6685" y="connsiteY6685"/>
              </a:cxn>
              <a:cxn ang="0">
                <a:pos x="connsiteX6686" y="connsiteY6686"/>
              </a:cxn>
              <a:cxn ang="0">
                <a:pos x="connsiteX6687" y="connsiteY6687"/>
              </a:cxn>
              <a:cxn ang="0">
                <a:pos x="connsiteX6688" y="connsiteY6688"/>
              </a:cxn>
              <a:cxn ang="0">
                <a:pos x="connsiteX6689" y="connsiteY6689"/>
              </a:cxn>
              <a:cxn ang="0">
                <a:pos x="connsiteX6690" y="connsiteY6690"/>
              </a:cxn>
              <a:cxn ang="0">
                <a:pos x="connsiteX6691" y="connsiteY6691"/>
              </a:cxn>
              <a:cxn ang="0">
                <a:pos x="connsiteX6692" y="connsiteY6692"/>
              </a:cxn>
              <a:cxn ang="0">
                <a:pos x="connsiteX6693" y="connsiteY6693"/>
              </a:cxn>
              <a:cxn ang="0">
                <a:pos x="connsiteX6694" y="connsiteY6694"/>
              </a:cxn>
              <a:cxn ang="0">
                <a:pos x="connsiteX6695" y="connsiteY6695"/>
              </a:cxn>
              <a:cxn ang="0">
                <a:pos x="connsiteX6696" y="connsiteY6696"/>
              </a:cxn>
              <a:cxn ang="0">
                <a:pos x="connsiteX6697" y="connsiteY6697"/>
              </a:cxn>
              <a:cxn ang="0">
                <a:pos x="connsiteX6698" y="connsiteY6698"/>
              </a:cxn>
              <a:cxn ang="0">
                <a:pos x="connsiteX6699" y="connsiteY6699"/>
              </a:cxn>
              <a:cxn ang="0">
                <a:pos x="connsiteX6700" y="connsiteY6700"/>
              </a:cxn>
              <a:cxn ang="0">
                <a:pos x="connsiteX6701" y="connsiteY6701"/>
              </a:cxn>
              <a:cxn ang="0">
                <a:pos x="connsiteX6702" y="connsiteY6702"/>
              </a:cxn>
              <a:cxn ang="0">
                <a:pos x="connsiteX6703" y="connsiteY6703"/>
              </a:cxn>
              <a:cxn ang="0">
                <a:pos x="connsiteX6704" y="connsiteY6704"/>
              </a:cxn>
              <a:cxn ang="0">
                <a:pos x="connsiteX6705" y="connsiteY6705"/>
              </a:cxn>
              <a:cxn ang="0">
                <a:pos x="connsiteX6706" y="connsiteY6706"/>
              </a:cxn>
              <a:cxn ang="0">
                <a:pos x="connsiteX6707" y="connsiteY6707"/>
              </a:cxn>
              <a:cxn ang="0">
                <a:pos x="connsiteX6708" y="connsiteY6708"/>
              </a:cxn>
              <a:cxn ang="0">
                <a:pos x="connsiteX6709" y="connsiteY6709"/>
              </a:cxn>
              <a:cxn ang="0">
                <a:pos x="connsiteX6710" y="connsiteY6710"/>
              </a:cxn>
              <a:cxn ang="0">
                <a:pos x="connsiteX6711" y="connsiteY6711"/>
              </a:cxn>
              <a:cxn ang="0">
                <a:pos x="connsiteX6712" y="connsiteY6712"/>
              </a:cxn>
              <a:cxn ang="0">
                <a:pos x="connsiteX6713" y="connsiteY6713"/>
              </a:cxn>
              <a:cxn ang="0">
                <a:pos x="connsiteX6714" y="connsiteY6714"/>
              </a:cxn>
              <a:cxn ang="0">
                <a:pos x="connsiteX6715" y="connsiteY6715"/>
              </a:cxn>
              <a:cxn ang="0">
                <a:pos x="connsiteX6716" y="connsiteY6716"/>
              </a:cxn>
              <a:cxn ang="0">
                <a:pos x="connsiteX6717" y="connsiteY6717"/>
              </a:cxn>
              <a:cxn ang="0">
                <a:pos x="connsiteX6718" y="connsiteY6718"/>
              </a:cxn>
              <a:cxn ang="0">
                <a:pos x="connsiteX6719" y="connsiteY6719"/>
              </a:cxn>
              <a:cxn ang="0">
                <a:pos x="connsiteX6720" y="connsiteY6720"/>
              </a:cxn>
              <a:cxn ang="0">
                <a:pos x="connsiteX6721" y="connsiteY6721"/>
              </a:cxn>
              <a:cxn ang="0">
                <a:pos x="connsiteX6722" y="connsiteY6722"/>
              </a:cxn>
              <a:cxn ang="0">
                <a:pos x="connsiteX6723" y="connsiteY6723"/>
              </a:cxn>
              <a:cxn ang="0">
                <a:pos x="connsiteX6724" y="connsiteY6724"/>
              </a:cxn>
              <a:cxn ang="0">
                <a:pos x="connsiteX6725" y="connsiteY6725"/>
              </a:cxn>
              <a:cxn ang="0">
                <a:pos x="connsiteX6726" y="connsiteY6726"/>
              </a:cxn>
              <a:cxn ang="0">
                <a:pos x="connsiteX6727" y="connsiteY6727"/>
              </a:cxn>
              <a:cxn ang="0">
                <a:pos x="connsiteX6728" y="connsiteY6728"/>
              </a:cxn>
              <a:cxn ang="0">
                <a:pos x="connsiteX6729" y="connsiteY6729"/>
              </a:cxn>
              <a:cxn ang="0">
                <a:pos x="connsiteX6730" y="connsiteY6730"/>
              </a:cxn>
              <a:cxn ang="0">
                <a:pos x="connsiteX6731" y="connsiteY6731"/>
              </a:cxn>
              <a:cxn ang="0">
                <a:pos x="connsiteX6732" y="connsiteY6732"/>
              </a:cxn>
              <a:cxn ang="0">
                <a:pos x="connsiteX6733" y="connsiteY6733"/>
              </a:cxn>
              <a:cxn ang="0">
                <a:pos x="connsiteX6734" y="connsiteY6734"/>
              </a:cxn>
              <a:cxn ang="0">
                <a:pos x="connsiteX6735" y="connsiteY6735"/>
              </a:cxn>
              <a:cxn ang="0">
                <a:pos x="connsiteX6736" y="connsiteY6736"/>
              </a:cxn>
              <a:cxn ang="0">
                <a:pos x="connsiteX6737" y="connsiteY6737"/>
              </a:cxn>
              <a:cxn ang="0">
                <a:pos x="connsiteX6738" y="connsiteY6738"/>
              </a:cxn>
              <a:cxn ang="0">
                <a:pos x="connsiteX6739" y="connsiteY6739"/>
              </a:cxn>
              <a:cxn ang="0">
                <a:pos x="connsiteX6740" y="connsiteY6740"/>
              </a:cxn>
              <a:cxn ang="0">
                <a:pos x="connsiteX6741" y="connsiteY6741"/>
              </a:cxn>
              <a:cxn ang="0">
                <a:pos x="connsiteX6742" y="connsiteY6742"/>
              </a:cxn>
              <a:cxn ang="0">
                <a:pos x="connsiteX6743" y="connsiteY6743"/>
              </a:cxn>
              <a:cxn ang="0">
                <a:pos x="connsiteX6744" y="connsiteY6744"/>
              </a:cxn>
              <a:cxn ang="0">
                <a:pos x="connsiteX6745" y="connsiteY6745"/>
              </a:cxn>
              <a:cxn ang="0">
                <a:pos x="connsiteX6746" y="connsiteY6746"/>
              </a:cxn>
              <a:cxn ang="0">
                <a:pos x="connsiteX6747" y="connsiteY6747"/>
              </a:cxn>
              <a:cxn ang="0">
                <a:pos x="connsiteX6748" y="connsiteY6748"/>
              </a:cxn>
              <a:cxn ang="0">
                <a:pos x="connsiteX6749" y="connsiteY6749"/>
              </a:cxn>
              <a:cxn ang="0">
                <a:pos x="connsiteX6750" y="connsiteY6750"/>
              </a:cxn>
              <a:cxn ang="0">
                <a:pos x="connsiteX6751" y="connsiteY6751"/>
              </a:cxn>
              <a:cxn ang="0">
                <a:pos x="connsiteX6752" y="connsiteY6752"/>
              </a:cxn>
              <a:cxn ang="0">
                <a:pos x="connsiteX6753" y="connsiteY6753"/>
              </a:cxn>
              <a:cxn ang="0">
                <a:pos x="connsiteX6754" y="connsiteY6754"/>
              </a:cxn>
              <a:cxn ang="0">
                <a:pos x="connsiteX6755" y="connsiteY6755"/>
              </a:cxn>
              <a:cxn ang="0">
                <a:pos x="connsiteX6756" y="connsiteY6756"/>
              </a:cxn>
              <a:cxn ang="0">
                <a:pos x="connsiteX6757" y="connsiteY6757"/>
              </a:cxn>
              <a:cxn ang="0">
                <a:pos x="connsiteX6758" y="connsiteY6758"/>
              </a:cxn>
              <a:cxn ang="0">
                <a:pos x="connsiteX6759" y="connsiteY6759"/>
              </a:cxn>
              <a:cxn ang="0">
                <a:pos x="connsiteX6760" y="connsiteY6760"/>
              </a:cxn>
              <a:cxn ang="0">
                <a:pos x="connsiteX6761" y="connsiteY6761"/>
              </a:cxn>
              <a:cxn ang="0">
                <a:pos x="connsiteX6762" y="connsiteY6762"/>
              </a:cxn>
              <a:cxn ang="0">
                <a:pos x="connsiteX6763" y="connsiteY6763"/>
              </a:cxn>
              <a:cxn ang="0">
                <a:pos x="connsiteX6764" y="connsiteY6764"/>
              </a:cxn>
              <a:cxn ang="0">
                <a:pos x="connsiteX6765" y="connsiteY6765"/>
              </a:cxn>
              <a:cxn ang="0">
                <a:pos x="connsiteX6766" y="connsiteY6766"/>
              </a:cxn>
              <a:cxn ang="0">
                <a:pos x="connsiteX6767" y="connsiteY6767"/>
              </a:cxn>
              <a:cxn ang="0">
                <a:pos x="connsiteX6768" y="connsiteY6768"/>
              </a:cxn>
              <a:cxn ang="0">
                <a:pos x="connsiteX6769" y="connsiteY6769"/>
              </a:cxn>
              <a:cxn ang="0">
                <a:pos x="connsiteX6770" y="connsiteY6770"/>
              </a:cxn>
              <a:cxn ang="0">
                <a:pos x="connsiteX6771" y="connsiteY6771"/>
              </a:cxn>
              <a:cxn ang="0">
                <a:pos x="connsiteX6772" y="connsiteY6772"/>
              </a:cxn>
              <a:cxn ang="0">
                <a:pos x="connsiteX6773" y="connsiteY6773"/>
              </a:cxn>
              <a:cxn ang="0">
                <a:pos x="connsiteX6774" y="connsiteY6774"/>
              </a:cxn>
              <a:cxn ang="0">
                <a:pos x="connsiteX6775" y="connsiteY6775"/>
              </a:cxn>
              <a:cxn ang="0">
                <a:pos x="connsiteX6776" y="connsiteY6776"/>
              </a:cxn>
              <a:cxn ang="0">
                <a:pos x="connsiteX6777" y="connsiteY6777"/>
              </a:cxn>
              <a:cxn ang="0">
                <a:pos x="connsiteX6778" y="connsiteY6778"/>
              </a:cxn>
              <a:cxn ang="0">
                <a:pos x="connsiteX6779" y="connsiteY6779"/>
              </a:cxn>
              <a:cxn ang="0">
                <a:pos x="connsiteX6780" y="connsiteY6780"/>
              </a:cxn>
              <a:cxn ang="0">
                <a:pos x="connsiteX6781" y="connsiteY6781"/>
              </a:cxn>
              <a:cxn ang="0">
                <a:pos x="connsiteX6782" y="connsiteY6782"/>
              </a:cxn>
              <a:cxn ang="0">
                <a:pos x="connsiteX6783" y="connsiteY6783"/>
              </a:cxn>
              <a:cxn ang="0">
                <a:pos x="connsiteX6784" y="connsiteY6784"/>
              </a:cxn>
              <a:cxn ang="0">
                <a:pos x="connsiteX6785" y="connsiteY6785"/>
              </a:cxn>
              <a:cxn ang="0">
                <a:pos x="connsiteX6786" y="connsiteY6786"/>
              </a:cxn>
              <a:cxn ang="0">
                <a:pos x="connsiteX6787" y="connsiteY6787"/>
              </a:cxn>
              <a:cxn ang="0">
                <a:pos x="connsiteX6788" y="connsiteY6788"/>
              </a:cxn>
              <a:cxn ang="0">
                <a:pos x="connsiteX6789" y="connsiteY6789"/>
              </a:cxn>
              <a:cxn ang="0">
                <a:pos x="connsiteX6790" y="connsiteY6790"/>
              </a:cxn>
              <a:cxn ang="0">
                <a:pos x="connsiteX6791" y="connsiteY6791"/>
              </a:cxn>
              <a:cxn ang="0">
                <a:pos x="connsiteX6792" y="connsiteY6792"/>
              </a:cxn>
              <a:cxn ang="0">
                <a:pos x="connsiteX6793" y="connsiteY6793"/>
              </a:cxn>
              <a:cxn ang="0">
                <a:pos x="connsiteX6794" y="connsiteY6794"/>
              </a:cxn>
              <a:cxn ang="0">
                <a:pos x="connsiteX6795" y="connsiteY6795"/>
              </a:cxn>
              <a:cxn ang="0">
                <a:pos x="connsiteX6796" y="connsiteY6796"/>
              </a:cxn>
              <a:cxn ang="0">
                <a:pos x="connsiteX6797" y="connsiteY6797"/>
              </a:cxn>
              <a:cxn ang="0">
                <a:pos x="connsiteX6798" y="connsiteY6798"/>
              </a:cxn>
              <a:cxn ang="0">
                <a:pos x="connsiteX6799" y="connsiteY6799"/>
              </a:cxn>
              <a:cxn ang="0">
                <a:pos x="connsiteX6800" y="connsiteY6800"/>
              </a:cxn>
              <a:cxn ang="0">
                <a:pos x="connsiteX6801" y="connsiteY6801"/>
              </a:cxn>
              <a:cxn ang="0">
                <a:pos x="connsiteX6802" y="connsiteY6802"/>
              </a:cxn>
              <a:cxn ang="0">
                <a:pos x="connsiteX6803" y="connsiteY6803"/>
              </a:cxn>
              <a:cxn ang="0">
                <a:pos x="connsiteX6804" y="connsiteY6804"/>
              </a:cxn>
              <a:cxn ang="0">
                <a:pos x="connsiteX6805" y="connsiteY6805"/>
              </a:cxn>
              <a:cxn ang="0">
                <a:pos x="connsiteX6806" y="connsiteY6806"/>
              </a:cxn>
              <a:cxn ang="0">
                <a:pos x="connsiteX6807" y="connsiteY6807"/>
              </a:cxn>
              <a:cxn ang="0">
                <a:pos x="connsiteX6808" y="connsiteY6808"/>
              </a:cxn>
              <a:cxn ang="0">
                <a:pos x="connsiteX6809" y="connsiteY6809"/>
              </a:cxn>
              <a:cxn ang="0">
                <a:pos x="connsiteX6810" y="connsiteY6810"/>
              </a:cxn>
              <a:cxn ang="0">
                <a:pos x="connsiteX6811" y="connsiteY6811"/>
              </a:cxn>
              <a:cxn ang="0">
                <a:pos x="connsiteX6812" y="connsiteY6812"/>
              </a:cxn>
              <a:cxn ang="0">
                <a:pos x="connsiteX6813" y="connsiteY6813"/>
              </a:cxn>
              <a:cxn ang="0">
                <a:pos x="connsiteX6814" y="connsiteY6814"/>
              </a:cxn>
              <a:cxn ang="0">
                <a:pos x="connsiteX6815" y="connsiteY6815"/>
              </a:cxn>
              <a:cxn ang="0">
                <a:pos x="connsiteX6816" y="connsiteY6816"/>
              </a:cxn>
              <a:cxn ang="0">
                <a:pos x="connsiteX6817" y="connsiteY6817"/>
              </a:cxn>
              <a:cxn ang="0">
                <a:pos x="connsiteX6818" y="connsiteY6818"/>
              </a:cxn>
              <a:cxn ang="0">
                <a:pos x="connsiteX6819" y="connsiteY6819"/>
              </a:cxn>
              <a:cxn ang="0">
                <a:pos x="connsiteX6820" y="connsiteY6820"/>
              </a:cxn>
              <a:cxn ang="0">
                <a:pos x="connsiteX6821" y="connsiteY6821"/>
              </a:cxn>
              <a:cxn ang="0">
                <a:pos x="connsiteX6822" y="connsiteY6822"/>
              </a:cxn>
              <a:cxn ang="0">
                <a:pos x="connsiteX6823" y="connsiteY6823"/>
              </a:cxn>
              <a:cxn ang="0">
                <a:pos x="connsiteX6824" y="connsiteY6824"/>
              </a:cxn>
              <a:cxn ang="0">
                <a:pos x="connsiteX6825" y="connsiteY6825"/>
              </a:cxn>
              <a:cxn ang="0">
                <a:pos x="connsiteX6826" y="connsiteY6826"/>
              </a:cxn>
              <a:cxn ang="0">
                <a:pos x="connsiteX6827" y="connsiteY6827"/>
              </a:cxn>
              <a:cxn ang="0">
                <a:pos x="connsiteX6828" y="connsiteY6828"/>
              </a:cxn>
              <a:cxn ang="0">
                <a:pos x="connsiteX6829" y="connsiteY6829"/>
              </a:cxn>
              <a:cxn ang="0">
                <a:pos x="connsiteX6830" y="connsiteY6830"/>
              </a:cxn>
              <a:cxn ang="0">
                <a:pos x="connsiteX6831" y="connsiteY6831"/>
              </a:cxn>
              <a:cxn ang="0">
                <a:pos x="connsiteX6832" y="connsiteY6832"/>
              </a:cxn>
              <a:cxn ang="0">
                <a:pos x="connsiteX6833" y="connsiteY6833"/>
              </a:cxn>
              <a:cxn ang="0">
                <a:pos x="connsiteX6834" y="connsiteY6834"/>
              </a:cxn>
              <a:cxn ang="0">
                <a:pos x="connsiteX6835" y="connsiteY6835"/>
              </a:cxn>
              <a:cxn ang="0">
                <a:pos x="connsiteX6836" y="connsiteY6836"/>
              </a:cxn>
              <a:cxn ang="0">
                <a:pos x="connsiteX6837" y="connsiteY6837"/>
              </a:cxn>
              <a:cxn ang="0">
                <a:pos x="connsiteX6838" y="connsiteY6838"/>
              </a:cxn>
              <a:cxn ang="0">
                <a:pos x="connsiteX6839" y="connsiteY6839"/>
              </a:cxn>
              <a:cxn ang="0">
                <a:pos x="connsiteX6840" y="connsiteY6840"/>
              </a:cxn>
              <a:cxn ang="0">
                <a:pos x="connsiteX6841" y="connsiteY6841"/>
              </a:cxn>
              <a:cxn ang="0">
                <a:pos x="connsiteX6842" y="connsiteY6842"/>
              </a:cxn>
              <a:cxn ang="0">
                <a:pos x="connsiteX6843" y="connsiteY6843"/>
              </a:cxn>
              <a:cxn ang="0">
                <a:pos x="connsiteX6844" y="connsiteY6844"/>
              </a:cxn>
              <a:cxn ang="0">
                <a:pos x="connsiteX6845" y="connsiteY6845"/>
              </a:cxn>
              <a:cxn ang="0">
                <a:pos x="connsiteX6846" y="connsiteY6846"/>
              </a:cxn>
              <a:cxn ang="0">
                <a:pos x="connsiteX6847" y="connsiteY6847"/>
              </a:cxn>
              <a:cxn ang="0">
                <a:pos x="connsiteX6848" y="connsiteY6848"/>
              </a:cxn>
              <a:cxn ang="0">
                <a:pos x="connsiteX6849" y="connsiteY6849"/>
              </a:cxn>
              <a:cxn ang="0">
                <a:pos x="connsiteX6850" y="connsiteY6850"/>
              </a:cxn>
              <a:cxn ang="0">
                <a:pos x="connsiteX6851" y="connsiteY6851"/>
              </a:cxn>
              <a:cxn ang="0">
                <a:pos x="connsiteX6852" y="connsiteY6852"/>
              </a:cxn>
              <a:cxn ang="0">
                <a:pos x="connsiteX6853" y="connsiteY6853"/>
              </a:cxn>
              <a:cxn ang="0">
                <a:pos x="connsiteX6854" y="connsiteY6854"/>
              </a:cxn>
              <a:cxn ang="0">
                <a:pos x="connsiteX6855" y="connsiteY6855"/>
              </a:cxn>
              <a:cxn ang="0">
                <a:pos x="connsiteX6856" y="connsiteY6856"/>
              </a:cxn>
              <a:cxn ang="0">
                <a:pos x="connsiteX6857" y="connsiteY6857"/>
              </a:cxn>
              <a:cxn ang="0">
                <a:pos x="connsiteX6858" y="connsiteY6858"/>
              </a:cxn>
              <a:cxn ang="0">
                <a:pos x="connsiteX6859" y="connsiteY6859"/>
              </a:cxn>
              <a:cxn ang="0">
                <a:pos x="connsiteX6860" y="connsiteY6860"/>
              </a:cxn>
              <a:cxn ang="0">
                <a:pos x="connsiteX6861" y="connsiteY6861"/>
              </a:cxn>
              <a:cxn ang="0">
                <a:pos x="connsiteX6862" y="connsiteY6862"/>
              </a:cxn>
              <a:cxn ang="0">
                <a:pos x="connsiteX6863" y="connsiteY6863"/>
              </a:cxn>
              <a:cxn ang="0">
                <a:pos x="connsiteX6864" y="connsiteY6864"/>
              </a:cxn>
              <a:cxn ang="0">
                <a:pos x="connsiteX6865" y="connsiteY6865"/>
              </a:cxn>
              <a:cxn ang="0">
                <a:pos x="connsiteX6866" y="connsiteY6866"/>
              </a:cxn>
              <a:cxn ang="0">
                <a:pos x="connsiteX6867" y="connsiteY6867"/>
              </a:cxn>
              <a:cxn ang="0">
                <a:pos x="connsiteX6868" y="connsiteY6868"/>
              </a:cxn>
              <a:cxn ang="0">
                <a:pos x="connsiteX6869" y="connsiteY6869"/>
              </a:cxn>
              <a:cxn ang="0">
                <a:pos x="connsiteX6870" y="connsiteY6870"/>
              </a:cxn>
              <a:cxn ang="0">
                <a:pos x="connsiteX6871" y="connsiteY6871"/>
              </a:cxn>
              <a:cxn ang="0">
                <a:pos x="connsiteX6872" y="connsiteY6872"/>
              </a:cxn>
              <a:cxn ang="0">
                <a:pos x="connsiteX6873" y="connsiteY6873"/>
              </a:cxn>
              <a:cxn ang="0">
                <a:pos x="connsiteX6874" y="connsiteY6874"/>
              </a:cxn>
              <a:cxn ang="0">
                <a:pos x="connsiteX6875" y="connsiteY6875"/>
              </a:cxn>
              <a:cxn ang="0">
                <a:pos x="connsiteX6876" y="connsiteY6876"/>
              </a:cxn>
              <a:cxn ang="0">
                <a:pos x="connsiteX6877" y="connsiteY6877"/>
              </a:cxn>
              <a:cxn ang="0">
                <a:pos x="connsiteX6878" y="connsiteY6878"/>
              </a:cxn>
              <a:cxn ang="0">
                <a:pos x="connsiteX6879" y="connsiteY6879"/>
              </a:cxn>
              <a:cxn ang="0">
                <a:pos x="connsiteX6880" y="connsiteY6880"/>
              </a:cxn>
              <a:cxn ang="0">
                <a:pos x="connsiteX6881" y="connsiteY6881"/>
              </a:cxn>
              <a:cxn ang="0">
                <a:pos x="connsiteX6882" y="connsiteY6882"/>
              </a:cxn>
              <a:cxn ang="0">
                <a:pos x="connsiteX6883" y="connsiteY6883"/>
              </a:cxn>
              <a:cxn ang="0">
                <a:pos x="connsiteX6884" y="connsiteY6884"/>
              </a:cxn>
              <a:cxn ang="0">
                <a:pos x="connsiteX6885" y="connsiteY6885"/>
              </a:cxn>
              <a:cxn ang="0">
                <a:pos x="connsiteX6886" y="connsiteY6886"/>
              </a:cxn>
              <a:cxn ang="0">
                <a:pos x="connsiteX6887" y="connsiteY6887"/>
              </a:cxn>
              <a:cxn ang="0">
                <a:pos x="connsiteX6888" y="connsiteY6888"/>
              </a:cxn>
              <a:cxn ang="0">
                <a:pos x="connsiteX6889" y="connsiteY6889"/>
              </a:cxn>
              <a:cxn ang="0">
                <a:pos x="connsiteX6890" y="connsiteY6890"/>
              </a:cxn>
              <a:cxn ang="0">
                <a:pos x="connsiteX6891" y="connsiteY6891"/>
              </a:cxn>
              <a:cxn ang="0">
                <a:pos x="connsiteX6892" y="connsiteY6892"/>
              </a:cxn>
              <a:cxn ang="0">
                <a:pos x="connsiteX6893" y="connsiteY6893"/>
              </a:cxn>
              <a:cxn ang="0">
                <a:pos x="connsiteX6894" y="connsiteY6894"/>
              </a:cxn>
              <a:cxn ang="0">
                <a:pos x="connsiteX6895" y="connsiteY6895"/>
              </a:cxn>
              <a:cxn ang="0">
                <a:pos x="connsiteX6896" y="connsiteY6896"/>
              </a:cxn>
              <a:cxn ang="0">
                <a:pos x="connsiteX6897" y="connsiteY6897"/>
              </a:cxn>
              <a:cxn ang="0">
                <a:pos x="connsiteX6898" y="connsiteY6898"/>
              </a:cxn>
              <a:cxn ang="0">
                <a:pos x="connsiteX6899" y="connsiteY6899"/>
              </a:cxn>
              <a:cxn ang="0">
                <a:pos x="connsiteX6900" y="connsiteY6900"/>
              </a:cxn>
              <a:cxn ang="0">
                <a:pos x="connsiteX6901" y="connsiteY6901"/>
              </a:cxn>
              <a:cxn ang="0">
                <a:pos x="connsiteX6902" y="connsiteY6902"/>
              </a:cxn>
              <a:cxn ang="0">
                <a:pos x="connsiteX6903" y="connsiteY6903"/>
              </a:cxn>
              <a:cxn ang="0">
                <a:pos x="connsiteX6904" y="connsiteY6904"/>
              </a:cxn>
              <a:cxn ang="0">
                <a:pos x="connsiteX6905" y="connsiteY6905"/>
              </a:cxn>
              <a:cxn ang="0">
                <a:pos x="connsiteX6906" y="connsiteY6906"/>
              </a:cxn>
              <a:cxn ang="0">
                <a:pos x="connsiteX6907" y="connsiteY6907"/>
              </a:cxn>
              <a:cxn ang="0">
                <a:pos x="connsiteX6908" y="connsiteY6908"/>
              </a:cxn>
              <a:cxn ang="0">
                <a:pos x="connsiteX6909" y="connsiteY6909"/>
              </a:cxn>
              <a:cxn ang="0">
                <a:pos x="connsiteX6910" y="connsiteY6910"/>
              </a:cxn>
              <a:cxn ang="0">
                <a:pos x="connsiteX6911" y="connsiteY6911"/>
              </a:cxn>
              <a:cxn ang="0">
                <a:pos x="connsiteX6912" y="connsiteY6912"/>
              </a:cxn>
              <a:cxn ang="0">
                <a:pos x="connsiteX6913" y="connsiteY6913"/>
              </a:cxn>
              <a:cxn ang="0">
                <a:pos x="connsiteX6914" y="connsiteY6914"/>
              </a:cxn>
              <a:cxn ang="0">
                <a:pos x="connsiteX6915" y="connsiteY6915"/>
              </a:cxn>
              <a:cxn ang="0">
                <a:pos x="connsiteX6916" y="connsiteY6916"/>
              </a:cxn>
              <a:cxn ang="0">
                <a:pos x="connsiteX6917" y="connsiteY6917"/>
              </a:cxn>
              <a:cxn ang="0">
                <a:pos x="connsiteX6918" y="connsiteY6918"/>
              </a:cxn>
              <a:cxn ang="0">
                <a:pos x="connsiteX6919" y="connsiteY6919"/>
              </a:cxn>
              <a:cxn ang="0">
                <a:pos x="connsiteX6920" y="connsiteY6920"/>
              </a:cxn>
              <a:cxn ang="0">
                <a:pos x="connsiteX6921" y="connsiteY6921"/>
              </a:cxn>
              <a:cxn ang="0">
                <a:pos x="connsiteX6922" y="connsiteY6922"/>
              </a:cxn>
              <a:cxn ang="0">
                <a:pos x="connsiteX6923" y="connsiteY6923"/>
              </a:cxn>
              <a:cxn ang="0">
                <a:pos x="connsiteX6924" y="connsiteY6924"/>
              </a:cxn>
              <a:cxn ang="0">
                <a:pos x="connsiteX6925" y="connsiteY6925"/>
              </a:cxn>
              <a:cxn ang="0">
                <a:pos x="connsiteX6926" y="connsiteY6926"/>
              </a:cxn>
              <a:cxn ang="0">
                <a:pos x="connsiteX6927" y="connsiteY6927"/>
              </a:cxn>
              <a:cxn ang="0">
                <a:pos x="connsiteX6928" y="connsiteY6928"/>
              </a:cxn>
              <a:cxn ang="0">
                <a:pos x="connsiteX6929" y="connsiteY6929"/>
              </a:cxn>
              <a:cxn ang="0">
                <a:pos x="connsiteX6930" y="connsiteY6930"/>
              </a:cxn>
              <a:cxn ang="0">
                <a:pos x="connsiteX6931" y="connsiteY6931"/>
              </a:cxn>
              <a:cxn ang="0">
                <a:pos x="connsiteX6932" y="connsiteY6932"/>
              </a:cxn>
              <a:cxn ang="0">
                <a:pos x="connsiteX6933" y="connsiteY6933"/>
              </a:cxn>
              <a:cxn ang="0">
                <a:pos x="connsiteX6934" y="connsiteY6934"/>
              </a:cxn>
              <a:cxn ang="0">
                <a:pos x="connsiteX6935" y="connsiteY6935"/>
              </a:cxn>
              <a:cxn ang="0">
                <a:pos x="connsiteX6936" y="connsiteY6936"/>
              </a:cxn>
              <a:cxn ang="0">
                <a:pos x="connsiteX6937" y="connsiteY6937"/>
              </a:cxn>
              <a:cxn ang="0">
                <a:pos x="connsiteX6938" y="connsiteY6938"/>
              </a:cxn>
              <a:cxn ang="0">
                <a:pos x="connsiteX6939" y="connsiteY6939"/>
              </a:cxn>
              <a:cxn ang="0">
                <a:pos x="connsiteX6940" y="connsiteY6940"/>
              </a:cxn>
              <a:cxn ang="0">
                <a:pos x="connsiteX6941" y="connsiteY6941"/>
              </a:cxn>
              <a:cxn ang="0">
                <a:pos x="connsiteX6942" y="connsiteY6942"/>
              </a:cxn>
              <a:cxn ang="0">
                <a:pos x="connsiteX6943" y="connsiteY6943"/>
              </a:cxn>
              <a:cxn ang="0">
                <a:pos x="connsiteX6944" y="connsiteY6944"/>
              </a:cxn>
              <a:cxn ang="0">
                <a:pos x="connsiteX6945" y="connsiteY6945"/>
              </a:cxn>
              <a:cxn ang="0">
                <a:pos x="connsiteX6946" y="connsiteY6946"/>
              </a:cxn>
              <a:cxn ang="0">
                <a:pos x="connsiteX6947" y="connsiteY6947"/>
              </a:cxn>
              <a:cxn ang="0">
                <a:pos x="connsiteX6948" y="connsiteY6948"/>
              </a:cxn>
              <a:cxn ang="0">
                <a:pos x="connsiteX6949" y="connsiteY6949"/>
              </a:cxn>
              <a:cxn ang="0">
                <a:pos x="connsiteX6950" y="connsiteY6950"/>
              </a:cxn>
              <a:cxn ang="0">
                <a:pos x="connsiteX6951" y="connsiteY6951"/>
              </a:cxn>
              <a:cxn ang="0">
                <a:pos x="connsiteX6952" y="connsiteY6952"/>
              </a:cxn>
              <a:cxn ang="0">
                <a:pos x="connsiteX6953" y="connsiteY6953"/>
              </a:cxn>
              <a:cxn ang="0">
                <a:pos x="connsiteX6954" y="connsiteY6954"/>
              </a:cxn>
              <a:cxn ang="0">
                <a:pos x="connsiteX6955" y="connsiteY6955"/>
              </a:cxn>
              <a:cxn ang="0">
                <a:pos x="connsiteX6956" y="connsiteY6956"/>
              </a:cxn>
              <a:cxn ang="0">
                <a:pos x="connsiteX6957" y="connsiteY6957"/>
              </a:cxn>
              <a:cxn ang="0">
                <a:pos x="connsiteX6958" y="connsiteY6958"/>
              </a:cxn>
              <a:cxn ang="0">
                <a:pos x="connsiteX6959" y="connsiteY6959"/>
              </a:cxn>
              <a:cxn ang="0">
                <a:pos x="connsiteX6960" y="connsiteY6960"/>
              </a:cxn>
              <a:cxn ang="0">
                <a:pos x="connsiteX6961" y="connsiteY6961"/>
              </a:cxn>
              <a:cxn ang="0">
                <a:pos x="connsiteX6962" y="connsiteY6962"/>
              </a:cxn>
              <a:cxn ang="0">
                <a:pos x="connsiteX6963" y="connsiteY6963"/>
              </a:cxn>
              <a:cxn ang="0">
                <a:pos x="connsiteX6964" y="connsiteY6964"/>
              </a:cxn>
              <a:cxn ang="0">
                <a:pos x="connsiteX6965" y="connsiteY6965"/>
              </a:cxn>
              <a:cxn ang="0">
                <a:pos x="connsiteX6966" y="connsiteY6966"/>
              </a:cxn>
              <a:cxn ang="0">
                <a:pos x="connsiteX6967" y="connsiteY6967"/>
              </a:cxn>
              <a:cxn ang="0">
                <a:pos x="connsiteX6968" y="connsiteY6968"/>
              </a:cxn>
              <a:cxn ang="0">
                <a:pos x="connsiteX6969" y="connsiteY6969"/>
              </a:cxn>
              <a:cxn ang="0">
                <a:pos x="connsiteX6970" y="connsiteY6970"/>
              </a:cxn>
              <a:cxn ang="0">
                <a:pos x="connsiteX6971" y="connsiteY6971"/>
              </a:cxn>
              <a:cxn ang="0">
                <a:pos x="connsiteX6972" y="connsiteY6972"/>
              </a:cxn>
              <a:cxn ang="0">
                <a:pos x="connsiteX6973" y="connsiteY6973"/>
              </a:cxn>
              <a:cxn ang="0">
                <a:pos x="connsiteX6974" y="connsiteY6974"/>
              </a:cxn>
              <a:cxn ang="0">
                <a:pos x="connsiteX6975" y="connsiteY6975"/>
              </a:cxn>
              <a:cxn ang="0">
                <a:pos x="connsiteX6976" y="connsiteY6976"/>
              </a:cxn>
              <a:cxn ang="0">
                <a:pos x="connsiteX6977" y="connsiteY6977"/>
              </a:cxn>
              <a:cxn ang="0">
                <a:pos x="connsiteX6978" y="connsiteY6978"/>
              </a:cxn>
              <a:cxn ang="0">
                <a:pos x="connsiteX6979" y="connsiteY6979"/>
              </a:cxn>
              <a:cxn ang="0">
                <a:pos x="connsiteX6980" y="connsiteY6980"/>
              </a:cxn>
              <a:cxn ang="0">
                <a:pos x="connsiteX6981" y="connsiteY6981"/>
              </a:cxn>
              <a:cxn ang="0">
                <a:pos x="connsiteX6982" y="connsiteY6982"/>
              </a:cxn>
              <a:cxn ang="0">
                <a:pos x="connsiteX6983" y="connsiteY6983"/>
              </a:cxn>
              <a:cxn ang="0">
                <a:pos x="connsiteX6984" y="connsiteY6984"/>
              </a:cxn>
              <a:cxn ang="0">
                <a:pos x="connsiteX6985" y="connsiteY6985"/>
              </a:cxn>
              <a:cxn ang="0">
                <a:pos x="connsiteX6986" y="connsiteY6986"/>
              </a:cxn>
              <a:cxn ang="0">
                <a:pos x="connsiteX6987" y="connsiteY6987"/>
              </a:cxn>
              <a:cxn ang="0">
                <a:pos x="connsiteX6988" y="connsiteY6988"/>
              </a:cxn>
              <a:cxn ang="0">
                <a:pos x="connsiteX6989" y="connsiteY6989"/>
              </a:cxn>
              <a:cxn ang="0">
                <a:pos x="connsiteX6990" y="connsiteY6990"/>
              </a:cxn>
              <a:cxn ang="0">
                <a:pos x="connsiteX6991" y="connsiteY6991"/>
              </a:cxn>
              <a:cxn ang="0">
                <a:pos x="connsiteX6992" y="connsiteY6992"/>
              </a:cxn>
              <a:cxn ang="0">
                <a:pos x="connsiteX6993" y="connsiteY6993"/>
              </a:cxn>
              <a:cxn ang="0">
                <a:pos x="connsiteX6994" y="connsiteY6994"/>
              </a:cxn>
              <a:cxn ang="0">
                <a:pos x="connsiteX6995" y="connsiteY6995"/>
              </a:cxn>
              <a:cxn ang="0">
                <a:pos x="connsiteX6996" y="connsiteY6996"/>
              </a:cxn>
              <a:cxn ang="0">
                <a:pos x="connsiteX6997" y="connsiteY6997"/>
              </a:cxn>
              <a:cxn ang="0">
                <a:pos x="connsiteX6998" y="connsiteY6998"/>
              </a:cxn>
              <a:cxn ang="0">
                <a:pos x="connsiteX6999" y="connsiteY6999"/>
              </a:cxn>
              <a:cxn ang="0">
                <a:pos x="connsiteX7000" y="connsiteY7000"/>
              </a:cxn>
              <a:cxn ang="0">
                <a:pos x="connsiteX7001" y="connsiteY7001"/>
              </a:cxn>
              <a:cxn ang="0">
                <a:pos x="connsiteX7002" y="connsiteY7002"/>
              </a:cxn>
              <a:cxn ang="0">
                <a:pos x="connsiteX7003" y="connsiteY7003"/>
              </a:cxn>
              <a:cxn ang="0">
                <a:pos x="connsiteX7004" y="connsiteY7004"/>
              </a:cxn>
              <a:cxn ang="0">
                <a:pos x="connsiteX7005" y="connsiteY7005"/>
              </a:cxn>
              <a:cxn ang="0">
                <a:pos x="connsiteX7006" y="connsiteY7006"/>
              </a:cxn>
              <a:cxn ang="0">
                <a:pos x="connsiteX7007" y="connsiteY7007"/>
              </a:cxn>
              <a:cxn ang="0">
                <a:pos x="connsiteX7008" y="connsiteY7008"/>
              </a:cxn>
              <a:cxn ang="0">
                <a:pos x="connsiteX7009" y="connsiteY7009"/>
              </a:cxn>
              <a:cxn ang="0">
                <a:pos x="connsiteX7010" y="connsiteY7010"/>
              </a:cxn>
              <a:cxn ang="0">
                <a:pos x="connsiteX7011" y="connsiteY7011"/>
              </a:cxn>
              <a:cxn ang="0">
                <a:pos x="connsiteX7012" y="connsiteY7012"/>
              </a:cxn>
              <a:cxn ang="0">
                <a:pos x="connsiteX7013" y="connsiteY7013"/>
              </a:cxn>
              <a:cxn ang="0">
                <a:pos x="connsiteX7014" y="connsiteY7014"/>
              </a:cxn>
              <a:cxn ang="0">
                <a:pos x="connsiteX7015" y="connsiteY7015"/>
              </a:cxn>
              <a:cxn ang="0">
                <a:pos x="connsiteX7016" y="connsiteY7016"/>
              </a:cxn>
              <a:cxn ang="0">
                <a:pos x="connsiteX7017" y="connsiteY7017"/>
              </a:cxn>
              <a:cxn ang="0">
                <a:pos x="connsiteX7018" y="connsiteY7018"/>
              </a:cxn>
              <a:cxn ang="0">
                <a:pos x="connsiteX7019" y="connsiteY7019"/>
              </a:cxn>
              <a:cxn ang="0">
                <a:pos x="connsiteX7020" y="connsiteY7020"/>
              </a:cxn>
              <a:cxn ang="0">
                <a:pos x="connsiteX7021" y="connsiteY7021"/>
              </a:cxn>
              <a:cxn ang="0">
                <a:pos x="connsiteX7022" y="connsiteY7022"/>
              </a:cxn>
              <a:cxn ang="0">
                <a:pos x="connsiteX7023" y="connsiteY7023"/>
              </a:cxn>
              <a:cxn ang="0">
                <a:pos x="connsiteX7024" y="connsiteY7024"/>
              </a:cxn>
              <a:cxn ang="0">
                <a:pos x="connsiteX7025" y="connsiteY7025"/>
              </a:cxn>
              <a:cxn ang="0">
                <a:pos x="connsiteX7026" y="connsiteY7026"/>
              </a:cxn>
              <a:cxn ang="0">
                <a:pos x="connsiteX7027" y="connsiteY7027"/>
              </a:cxn>
              <a:cxn ang="0">
                <a:pos x="connsiteX7028" y="connsiteY7028"/>
              </a:cxn>
              <a:cxn ang="0">
                <a:pos x="connsiteX7029" y="connsiteY7029"/>
              </a:cxn>
              <a:cxn ang="0">
                <a:pos x="connsiteX7030" y="connsiteY7030"/>
              </a:cxn>
              <a:cxn ang="0">
                <a:pos x="connsiteX7031" y="connsiteY7031"/>
              </a:cxn>
              <a:cxn ang="0">
                <a:pos x="connsiteX7032" y="connsiteY7032"/>
              </a:cxn>
              <a:cxn ang="0">
                <a:pos x="connsiteX7033" y="connsiteY7033"/>
              </a:cxn>
              <a:cxn ang="0">
                <a:pos x="connsiteX7034" y="connsiteY7034"/>
              </a:cxn>
              <a:cxn ang="0">
                <a:pos x="connsiteX7035" y="connsiteY7035"/>
              </a:cxn>
              <a:cxn ang="0">
                <a:pos x="connsiteX7036" y="connsiteY7036"/>
              </a:cxn>
              <a:cxn ang="0">
                <a:pos x="connsiteX7037" y="connsiteY7037"/>
              </a:cxn>
              <a:cxn ang="0">
                <a:pos x="connsiteX7038" y="connsiteY7038"/>
              </a:cxn>
              <a:cxn ang="0">
                <a:pos x="connsiteX7039" y="connsiteY7039"/>
              </a:cxn>
              <a:cxn ang="0">
                <a:pos x="connsiteX7040" y="connsiteY7040"/>
              </a:cxn>
              <a:cxn ang="0">
                <a:pos x="connsiteX7041" y="connsiteY7041"/>
              </a:cxn>
              <a:cxn ang="0">
                <a:pos x="connsiteX7042" y="connsiteY7042"/>
              </a:cxn>
              <a:cxn ang="0">
                <a:pos x="connsiteX7043" y="connsiteY7043"/>
              </a:cxn>
              <a:cxn ang="0">
                <a:pos x="connsiteX7044" y="connsiteY7044"/>
              </a:cxn>
              <a:cxn ang="0">
                <a:pos x="connsiteX7045" y="connsiteY7045"/>
              </a:cxn>
              <a:cxn ang="0">
                <a:pos x="connsiteX7046" y="connsiteY7046"/>
              </a:cxn>
              <a:cxn ang="0">
                <a:pos x="connsiteX7047" y="connsiteY7047"/>
              </a:cxn>
              <a:cxn ang="0">
                <a:pos x="connsiteX7048" y="connsiteY7048"/>
              </a:cxn>
              <a:cxn ang="0">
                <a:pos x="connsiteX7049" y="connsiteY7049"/>
              </a:cxn>
              <a:cxn ang="0">
                <a:pos x="connsiteX7050" y="connsiteY7050"/>
              </a:cxn>
              <a:cxn ang="0">
                <a:pos x="connsiteX7051" y="connsiteY7051"/>
              </a:cxn>
              <a:cxn ang="0">
                <a:pos x="connsiteX7052" y="connsiteY7052"/>
              </a:cxn>
              <a:cxn ang="0">
                <a:pos x="connsiteX7053" y="connsiteY7053"/>
              </a:cxn>
              <a:cxn ang="0">
                <a:pos x="connsiteX7054" y="connsiteY7054"/>
              </a:cxn>
              <a:cxn ang="0">
                <a:pos x="connsiteX7055" y="connsiteY7055"/>
              </a:cxn>
              <a:cxn ang="0">
                <a:pos x="connsiteX7056" y="connsiteY7056"/>
              </a:cxn>
              <a:cxn ang="0">
                <a:pos x="connsiteX7057" y="connsiteY7057"/>
              </a:cxn>
              <a:cxn ang="0">
                <a:pos x="connsiteX7058" y="connsiteY7058"/>
              </a:cxn>
              <a:cxn ang="0">
                <a:pos x="connsiteX7059" y="connsiteY7059"/>
              </a:cxn>
              <a:cxn ang="0">
                <a:pos x="connsiteX7060" y="connsiteY7060"/>
              </a:cxn>
              <a:cxn ang="0">
                <a:pos x="connsiteX7061" y="connsiteY7061"/>
              </a:cxn>
              <a:cxn ang="0">
                <a:pos x="connsiteX7062" y="connsiteY7062"/>
              </a:cxn>
              <a:cxn ang="0">
                <a:pos x="connsiteX7063" y="connsiteY7063"/>
              </a:cxn>
              <a:cxn ang="0">
                <a:pos x="connsiteX7064" y="connsiteY7064"/>
              </a:cxn>
              <a:cxn ang="0">
                <a:pos x="connsiteX7065" y="connsiteY7065"/>
              </a:cxn>
              <a:cxn ang="0">
                <a:pos x="connsiteX7066" y="connsiteY7066"/>
              </a:cxn>
              <a:cxn ang="0">
                <a:pos x="connsiteX7067" y="connsiteY7067"/>
              </a:cxn>
              <a:cxn ang="0">
                <a:pos x="connsiteX7068" y="connsiteY7068"/>
              </a:cxn>
              <a:cxn ang="0">
                <a:pos x="connsiteX7069" y="connsiteY7069"/>
              </a:cxn>
              <a:cxn ang="0">
                <a:pos x="connsiteX7070" y="connsiteY7070"/>
              </a:cxn>
              <a:cxn ang="0">
                <a:pos x="connsiteX7071" y="connsiteY7071"/>
              </a:cxn>
              <a:cxn ang="0">
                <a:pos x="connsiteX7072" y="connsiteY7072"/>
              </a:cxn>
              <a:cxn ang="0">
                <a:pos x="connsiteX7073" y="connsiteY7073"/>
              </a:cxn>
              <a:cxn ang="0">
                <a:pos x="connsiteX7074" y="connsiteY7074"/>
              </a:cxn>
              <a:cxn ang="0">
                <a:pos x="connsiteX7075" y="connsiteY7075"/>
              </a:cxn>
              <a:cxn ang="0">
                <a:pos x="connsiteX7076" y="connsiteY7076"/>
              </a:cxn>
              <a:cxn ang="0">
                <a:pos x="connsiteX7077" y="connsiteY7077"/>
              </a:cxn>
              <a:cxn ang="0">
                <a:pos x="connsiteX7078" y="connsiteY7078"/>
              </a:cxn>
              <a:cxn ang="0">
                <a:pos x="connsiteX7079" y="connsiteY7079"/>
              </a:cxn>
              <a:cxn ang="0">
                <a:pos x="connsiteX7080" y="connsiteY7080"/>
              </a:cxn>
              <a:cxn ang="0">
                <a:pos x="connsiteX7081" y="connsiteY7081"/>
              </a:cxn>
              <a:cxn ang="0">
                <a:pos x="connsiteX7082" y="connsiteY7082"/>
              </a:cxn>
              <a:cxn ang="0">
                <a:pos x="connsiteX7083" y="connsiteY7083"/>
              </a:cxn>
              <a:cxn ang="0">
                <a:pos x="connsiteX7084" y="connsiteY7084"/>
              </a:cxn>
              <a:cxn ang="0">
                <a:pos x="connsiteX7085" y="connsiteY7085"/>
              </a:cxn>
              <a:cxn ang="0">
                <a:pos x="connsiteX7086" y="connsiteY7086"/>
              </a:cxn>
              <a:cxn ang="0">
                <a:pos x="connsiteX7087" y="connsiteY7087"/>
              </a:cxn>
              <a:cxn ang="0">
                <a:pos x="connsiteX7088" y="connsiteY7088"/>
              </a:cxn>
              <a:cxn ang="0">
                <a:pos x="connsiteX7089" y="connsiteY7089"/>
              </a:cxn>
              <a:cxn ang="0">
                <a:pos x="connsiteX7090" y="connsiteY7090"/>
              </a:cxn>
              <a:cxn ang="0">
                <a:pos x="connsiteX7091" y="connsiteY7091"/>
              </a:cxn>
              <a:cxn ang="0">
                <a:pos x="connsiteX7092" y="connsiteY7092"/>
              </a:cxn>
              <a:cxn ang="0">
                <a:pos x="connsiteX7093" y="connsiteY7093"/>
              </a:cxn>
              <a:cxn ang="0">
                <a:pos x="connsiteX7094" y="connsiteY7094"/>
              </a:cxn>
              <a:cxn ang="0">
                <a:pos x="connsiteX7095" y="connsiteY7095"/>
              </a:cxn>
              <a:cxn ang="0">
                <a:pos x="connsiteX7096" y="connsiteY7096"/>
              </a:cxn>
              <a:cxn ang="0">
                <a:pos x="connsiteX7097" y="connsiteY7097"/>
              </a:cxn>
              <a:cxn ang="0">
                <a:pos x="connsiteX7098" y="connsiteY7098"/>
              </a:cxn>
              <a:cxn ang="0">
                <a:pos x="connsiteX7099" y="connsiteY7099"/>
              </a:cxn>
              <a:cxn ang="0">
                <a:pos x="connsiteX7100" y="connsiteY7100"/>
              </a:cxn>
              <a:cxn ang="0">
                <a:pos x="connsiteX7101" y="connsiteY7101"/>
              </a:cxn>
              <a:cxn ang="0">
                <a:pos x="connsiteX7102" y="connsiteY7102"/>
              </a:cxn>
              <a:cxn ang="0">
                <a:pos x="connsiteX7103" y="connsiteY7103"/>
              </a:cxn>
              <a:cxn ang="0">
                <a:pos x="connsiteX7104" y="connsiteY7104"/>
              </a:cxn>
              <a:cxn ang="0">
                <a:pos x="connsiteX7105" y="connsiteY7105"/>
              </a:cxn>
              <a:cxn ang="0">
                <a:pos x="connsiteX7106" y="connsiteY7106"/>
              </a:cxn>
              <a:cxn ang="0">
                <a:pos x="connsiteX7107" y="connsiteY7107"/>
              </a:cxn>
              <a:cxn ang="0">
                <a:pos x="connsiteX7108" y="connsiteY7108"/>
              </a:cxn>
              <a:cxn ang="0">
                <a:pos x="connsiteX7109" y="connsiteY7109"/>
              </a:cxn>
              <a:cxn ang="0">
                <a:pos x="connsiteX7110" y="connsiteY7110"/>
              </a:cxn>
              <a:cxn ang="0">
                <a:pos x="connsiteX7111" y="connsiteY7111"/>
              </a:cxn>
              <a:cxn ang="0">
                <a:pos x="connsiteX7112" y="connsiteY7112"/>
              </a:cxn>
              <a:cxn ang="0">
                <a:pos x="connsiteX7113" y="connsiteY7113"/>
              </a:cxn>
              <a:cxn ang="0">
                <a:pos x="connsiteX7114" y="connsiteY7114"/>
              </a:cxn>
              <a:cxn ang="0">
                <a:pos x="connsiteX7115" y="connsiteY7115"/>
              </a:cxn>
              <a:cxn ang="0">
                <a:pos x="connsiteX7116" y="connsiteY7116"/>
              </a:cxn>
              <a:cxn ang="0">
                <a:pos x="connsiteX7117" y="connsiteY7117"/>
              </a:cxn>
              <a:cxn ang="0">
                <a:pos x="connsiteX7118" y="connsiteY7118"/>
              </a:cxn>
              <a:cxn ang="0">
                <a:pos x="connsiteX7119" y="connsiteY7119"/>
              </a:cxn>
              <a:cxn ang="0">
                <a:pos x="connsiteX7120" y="connsiteY7120"/>
              </a:cxn>
              <a:cxn ang="0">
                <a:pos x="connsiteX7121" y="connsiteY7121"/>
              </a:cxn>
              <a:cxn ang="0">
                <a:pos x="connsiteX7122" y="connsiteY7122"/>
              </a:cxn>
              <a:cxn ang="0">
                <a:pos x="connsiteX7123" y="connsiteY7123"/>
              </a:cxn>
              <a:cxn ang="0">
                <a:pos x="connsiteX7124" y="connsiteY7124"/>
              </a:cxn>
              <a:cxn ang="0">
                <a:pos x="connsiteX7125" y="connsiteY7125"/>
              </a:cxn>
              <a:cxn ang="0">
                <a:pos x="connsiteX7126" y="connsiteY7126"/>
              </a:cxn>
              <a:cxn ang="0">
                <a:pos x="connsiteX7127" y="connsiteY7127"/>
              </a:cxn>
              <a:cxn ang="0">
                <a:pos x="connsiteX7128" y="connsiteY7128"/>
              </a:cxn>
              <a:cxn ang="0">
                <a:pos x="connsiteX7129" y="connsiteY7129"/>
              </a:cxn>
              <a:cxn ang="0">
                <a:pos x="connsiteX7130" y="connsiteY7130"/>
              </a:cxn>
              <a:cxn ang="0">
                <a:pos x="connsiteX7131" y="connsiteY7131"/>
              </a:cxn>
              <a:cxn ang="0">
                <a:pos x="connsiteX7132" y="connsiteY7132"/>
              </a:cxn>
              <a:cxn ang="0">
                <a:pos x="connsiteX7133" y="connsiteY7133"/>
              </a:cxn>
              <a:cxn ang="0">
                <a:pos x="connsiteX7134" y="connsiteY7134"/>
              </a:cxn>
              <a:cxn ang="0">
                <a:pos x="connsiteX7135" y="connsiteY7135"/>
              </a:cxn>
              <a:cxn ang="0">
                <a:pos x="connsiteX7136" y="connsiteY7136"/>
              </a:cxn>
              <a:cxn ang="0">
                <a:pos x="connsiteX7137" y="connsiteY7137"/>
              </a:cxn>
              <a:cxn ang="0">
                <a:pos x="connsiteX7138" y="connsiteY7138"/>
              </a:cxn>
              <a:cxn ang="0">
                <a:pos x="connsiteX7139" y="connsiteY7139"/>
              </a:cxn>
              <a:cxn ang="0">
                <a:pos x="connsiteX7140" y="connsiteY7140"/>
              </a:cxn>
              <a:cxn ang="0">
                <a:pos x="connsiteX7141" y="connsiteY7141"/>
              </a:cxn>
              <a:cxn ang="0">
                <a:pos x="connsiteX7142" y="connsiteY7142"/>
              </a:cxn>
              <a:cxn ang="0">
                <a:pos x="connsiteX7143" y="connsiteY7143"/>
              </a:cxn>
              <a:cxn ang="0">
                <a:pos x="connsiteX7144" y="connsiteY7144"/>
              </a:cxn>
              <a:cxn ang="0">
                <a:pos x="connsiteX7145" y="connsiteY7145"/>
              </a:cxn>
              <a:cxn ang="0">
                <a:pos x="connsiteX7146" y="connsiteY7146"/>
              </a:cxn>
              <a:cxn ang="0">
                <a:pos x="connsiteX7147" y="connsiteY7147"/>
              </a:cxn>
              <a:cxn ang="0">
                <a:pos x="connsiteX7148" y="connsiteY7148"/>
              </a:cxn>
              <a:cxn ang="0">
                <a:pos x="connsiteX7149" y="connsiteY7149"/>
              </a:cxn>
              <a:cxn ang="0">
                <a:pos x="connsiteX7150" y="connsiteY7150"/>
              </a:cxn>
              <a:cxn ang="0">
                <a:pos x="connsiteX7151" y="connsiteY7151"/>
              </a:cxn>
              <a:cxn ang="0">
                <a:pos x="connsiteX7152" y="connsiteY7152"/>
              </a:cxn>
              <a:cxn ang="0">
                <a:pos x="connsiteX7153" y="connsiteY7153"/>
              </a:cxn>
              <a:cxn ang="0">
                <a:pos x="connsiteX7154" y="connsiteY7154"/>
              </a:cxn>
              <a:cxn ang="0">
                <a:pos x="connsiteX7155" y="connsiteY7155"/>
              </a:cxn>
              <a:cxn ang="0">
                <a:pos x="connsiteX7156" y="connsiteY7156"/>
              </a:cxn>
              <a:cxn ang="0">
                <a:pos x="connsiteX7157" y="connsiteY7157"/>
              </a:cxn>
              <a:cxn ang="0">
                <a:pos x="connsiteX7158" y="connsiteY7158"/>
              </a:cxn>
              <a:cxn ang="0">
                <a:pos x="connsiteX7159" y="connsiteY7159"/>
              </a:cxn>
              <a:cxn ang="0">
                <a:pos x="connsiteX7160" y="connsiteY7160"/>
              </a:cxn>
              <a:cxn ang="0">
                <a:pos x="connsiteX7161" y="connsiteY7161"/>
              </a:cxn>
              <a:cxn ang="0">
                <a:pos x="connsiteX7162" y="connsiteY7162"/>
              </a:cxn>
              <a:cxn ang="0">
                <a:pos x="connsiteX7163" y="connsiteY7163"/>
              </a:cxn>
              <a:cxn ang="0">
                <a:pos x="connsiteX7164" y="connsiteY7164"/>
              </a:cxn>
              <a:cxn ang="0">
                <a:pos x="connsiteX7165" y="connsiteY7165"/>
              </a:cxn>
              <a:cxn ang="0">
                <a:pos x="connsiteX7166" y="connsiteY7166"/>
              </a:cxn>
              <a:cxn ang="0">
                <a:pos x="connsiteX7167" y="connsiteY7167"/>
              </a:cxn>
              <a:cxn ang="0">
                <a:pos x="connsiteX7168" y="connsiteY7168"/>
              </a:cxn>
              <a:cxn ang="0">
                <a:pos x="connsiteX7169" y="connsiteY7169"/>
              </a:cxn>
              <a:cxn ang="0">
                <a:pos x="connsiteX7170" y="connsiteY7170"/>
              </a:cxn>
              <a:cxn ang="0">
                <a:pos x="connsiteX7171" y="connsiteY7171"/>
              </a:cxn>
              <a:cxn ang="0">
                <a:pos x="connsiteX7172" y="connsiteY7172"/>
              </a:cxn>
              <a:cxn ang="0">
                <a:pos x="connsiteX7173" y="connsiteY7173"/>
              </a:cxn>
              <a:cxn ang="0">
                <a:pos x="connsiteX7174" y="connsiteY7174"/>
              </a:cxn>
              <a:cxn ang="0">
                <a:pos x="connsiteX7175" y="connsiteY7175"/>
              </a:cxn>
              <a:cxn ang="0">
                <a:pos x="connsiteX7176" y="connsiteY7176"/>
              </a:cxn>
              <a:cxn ang="0">
                <a:pos x="connsiteX7177" y="connsiteY7177"/>
              </a:cxn>
              <a:cxn ang="0">
                <a:pos x="connsiteX7178" y="connsiteY7178"/>
              </a:cxn>
              <a:cxn ang="0">
                <a:pos x="connsiteX7179" y="connsiteY7179"/>
              </a:cxn>
              <a:cxn ang="0">
                <a:pos x="connsiteX7180" y="connsiteY7180"/>
              </a:cxn>
              <a:cxn ang="0">
                <a:pos x="connsiteX7181" y="connsiteY7181"/>
              </a:cxn>
              <a:cxn ang="0">
                <a:pos x="connsiteX7182" y="connsiteY7182"/>
              </a:cxn>
              <a:cxn ang="0">
                <a:pos x="connsiteX7183" y="connsiteY7183"/>
              </a:cxn>
              <a:cxn ang="0">
                <a:pos x="connsiteX7184" y="connsiteY7184"/>
              </a:cxn>
              <a:cxn ang="0">
                <a:pos x="connsiteX7185" y="connsiteY7185"/>
              </a:cxn>
              <a:cxn ang="0">
                <a:pos x="connsiteX7186" y="connsiteY7186"/>
              </a:cxn>
              <a:cxn ang="0">
                <a:pos x="connsiteX7187" y="connsiteY7187"/>
              </a:cxn>
              <a:cxn ang="0">
                <a:pos x="connsiteX7188" y="connsiteY7188"/>
              </a:cxn>
              <a:cxn ang="0">
                <a:pos x="connsiteX7189" y="connsiteY7189"/>
              </a:cxn>
              <a:cxn ang="0">
                <a:pos x="connsiteX7190" y="connsiteY7190"/>
              </a:cxn>
              <a:cxn ang="0">
                <a:pos x="connsiteX7191" y="connsiteY7191"/>
              </a:cxn>
              <a:cxn ang="0">
                <a:pos x="connsiteX7192" y="connsiteY7192"/>
              </a:cxn>
              <a:cxn ang="0">
                <a:pos x="connsiteX7193" y="connsiteY7193"/>
              </a:cxn>
              <a:cxn ang="0">
                <a:pos x="connsiteX7194" y="connsiteY7194"/>
              </a:cxn>
              <a:cxn ang="0">
                <a:pos x="connsiteX7195" y="connsiteY7195"/>
              </a:cxn>
              <a:cxn ang="0">
                <a:pos x="connsiteX7196" y="connsiteY7196"/>
              </a:cxn>
              <a:cxn ang="0">
                <a:pos x="connsiteX7197" y="connsiteY7197"/>
              </a:cxn>
              <a:cxn ang="0">
                <a:pos x="connsiteX7198" y="connsiteY7198"/>
              </a:cxn>
              <a:cxn ang="0">
                <a:pos x="connsiteX7199" y="connsiteY7199"/>
              </a:cxn>
              <a:cxn ang="0">
                <a:pos x="connsiteX7200" y="connsiteY7200"/>
              </a:cxn>
              <a:cxn ang="0">
                <a:pos x="connsiteX7201" y="connsiteY7201"/>
              </a:cxn>
              <a:cxn ang="0">
                <a:pos x="connsiteX7202" y="connsiteY7202"/>
              </a:cxn>
              <a:cxn ang="0">
                <a:pos x="connsiteX7203" y="connsiteY7203"/>
              </a:cxn>
              <a:cxn ang="0">
                <a:pos x="connsiteX7204" y="connsiteY7204"/>
              </a:cxn>
              <a:cxn ang="0">
                <a:pos x="connsiteX7205" y="connsiteY7205"/>
              </a:cxn>
              <a:cxn ang="0">
                <a:pos x="connsiteX7206" y="connsiteY7206"/>
              </a:cxn>
              <a:cxn ang="0">
                <a:pos x="connsiteX7207" y="connsiteY7207"/>
              </a:cxn>
              <a:cxn ang="0">
                <a:pos x="connsiteX7208" y="connsiteY7208"/>
              </a:cxn>
              <a:cxn ang="0">
                <a:pos x="connsiteX7209" y="connsiteY7209"/>
              </a:cxn>
              <a:cxn ang="0">
                <a:pos x="connsiteX7210" y="connsiteY7210"/>
              </a:cxn>
              <a:cxn ang="0">
                <a:pos x="connsiteX7211" y="connsiteY7211"/>
              </a:cxn>
              <a:cxn ang="0">
                <a:pos x="connsiteX7212" y="connsiteY7212"/>
              </a:cxn>
              <a:cxn ang="0">
                <a:pos x="connsiteX7213" y="connsiteY7213"/>
              </a:cxn>
              <a:cxn ang="0">
                <a:pos x="connsiteX7214" y="connsiteY7214"/>
              </a:cxn>
              <a:cxn ang="0">
                <a:pos x="connsiteX7215" y="connsiteY7215"/>
              </a:cxn>
              <a:cxn ang="0">
                <a:pos x="connsiteX7216" y="connsiteY7216"/>
              </a:cxn>
              <a:cxn ang="0">
                <a:pos x="connsiteX7217" y="connsiteY7217"/>
              </a:cxn>
              <a:cxn ang="0">
                <a:pos x="connsiteX7218" y="connsiteY7218"/>
              </a:cxn>
              <a:cxn ang="0">
                <a:pos x="connsiteX7219" y="connsiteY7219"/>
              </a:cxn>
              <a:cxn ang="0">
                <a:pos x="connsiteX7220" y="connsiteY7220"/>
              </a:cxn>
              <a:cxn ang="0">
                <a:pos x="connsiteX7221" y="connsiteY7221"/>
              </a:cxn>
              <a:cxn ang="0">
                <a:pos x="connsiteX7222" y="connsiteY7222"/>
              </a:cxn>
              <a:cxn ang="0">
                <a:pos x="connsiteX7223" y="connsiteY7223"/>
              </a:cxn>
              <a:cxn ang="0">
                <a:pos x="connsiteX7224" y="connsiteY7224"/>
              </a:cxn>
              <a:cxn ang="0">
                <a:pos x="connsiteX7225" y="connsiteY7225"/>
              </a:cxn>
              <a:cxn ang="0">
                <a:pos x="connsiteX7226" y="connsiteY7226"/>
              </a:cxn>
              <a:cxn ang="0">
                <a:pos x="connsiteX7227" y="connsiteY7227"/>
              </a:cxn>
              <a:cxn ang="0">
                <a:pos x="connsiteX7228" y="connsiteY7228"/>
              </a:cxn>
              <a:cxn ang="0">
                <a:pos x="connsiteX7229" y="connsiteY7229"/>
              </a:cxn>
              <a:cxn ang="0">
                <a:pos x="connsiteX7230" y="connsiteY7230"/>
              </a:cxn>
              <a:cxn ang="0">
                <a:pos x="connsiteX7231" y="connsiteY7231"/>
              </a:cxn>
              <a:cxn ang="0">
                <a:pos x="connsiteX7232" y="connsiteY7232"/>
              </a:cxn>
              <a:cxn ang="0">
                <a:pos x="connsiteX7233" y="connsiteY7233"/>
              </a:cxn>
              <a:cxn ang="0">
                <a:pos x="connsiteX7234" y="connsiteY7234"/>
              </a:cxn>
              <a:cxn ang="0">
                <a:pos x="connsiteX7235" y="connsiteY7235"/>
              </a:cxn>
              <a:cxn ang="0">
                <a:pos x="connsiteX7236" y="connsiteY7236"/>
              </a:cxn>
              <a:cxn ang="0">
                <a:pos x="connsiteX7237" y="connsiteY7237"/>
              </a:cxn>
              <a:cxn ang="0">
                <a:pos x="connsiteX7238" y="connsiteY7238"/>
              </a:cxn>
              <a:cxn ang="0">
                <a:pos x="connsiteX7239" y="connsiteY7239"/>
              </a:cxn>
              <a:cxn ang="0">
                <a:pos x="connsiteX7240" y="connsiteY7240"/>
              </a:cxn>
              <a:cxn ang="0">
                <a:pos x="connsiteX7241" y="connsiteY7241"/>
              </a:cxn>
              <a:cxn ang="0">
                <a:pos x="connsiteX7242" y="connsiteY7242"/>
              </a:cxn>
              <a:cxn ang="0">
                <a:pos x="connsiteX7243" y="connsiteY7243"/>
              </a:cxn>
              <a:cxn ang="0">
                <a:pos x="connsiteX7244" y="connsiteY7244"/>
              </a:cxn>
              <a:cxn ang="0">
                <a:pos x="connsiteX7245" y="connsiteY7245"/>
              </a:cxn>
              <a:cxn ang="0">
                <a:pos x="connsiteX7246" y="connsiteY7246"/>
              </a:cxn>
              <a:cxn ang="0">
                <a:pos x="connsiteX7247" y="connsiteY7247"/>
              </a:cxn>
              <a:cxn ang="0">
                <a:pos x="connsiteX7248" y="connsiteY7248"/>
              </a:cxn>
              <a:cxn ang="0">
                <a:pos x="connsiteX7249" y="connsiteY7249"/>
              </a:cxn>
              <a:cxn ang="0">
                <a:pos x="connsiteX7250" y="connsiteY7250"/>
              </a:cxn>
              <a:cxn ang="0">
                <a:pos x="connsiteX7251" y="connsiteY7251"/>
              </a:cxn>
              <a:cxn ang="0">
                <a:pos x="connsiteX7252" y="connsiteY7252"/>
              </a:cxn>
              <a:cxn ang="0">
                <a:pos x="connsiteX7253" y="connsiteY7253"/>
              </a:cxn>
              <a:cxn ang="0">
                <a:pos x="connsiteX7254" y="connsiteY7254"/>
              </a:cxn>
              <a:cxn ang="0">
                <a:pos x="connsiteX7255" y="connsiteY7255"/>
              </a:cxn>
              <a:cxn ang="0">
                <a:pos x="connsiteX7256" y="connsiteY7256"/>
              </a:cxn>
              <a:cxn ang="0">
                <a:pos x="connsiteX7257" y="connsiteY7257"/>
              </a:cxn>
              <a:cxn ang="0">
                <a:pos x="connsiteX7258" y="connsiteY7258"/>
              </a:cxn>
              <a:cxn ang="0">
                <a:pos x="connsiteX7259" y="connsiteY7259"/>
              </a:cxn>
              <a:cxn ang="0">
                <a:pos x="connsiteX7260" y="connsiteY7260"/>
              </a:cxn>
              <a:cxn ang="0">
                <a:pos x="connsiteX7261" y="connsiteY7261"/>
              </a:cxn>
              <a:cxn ang="0">
                <a:pos x="connsiteX7262" y="connsiteY7262"/>
              </a:cxn>
              <a:cxn ang="0">
                <a:pos x="connsiteX7263" y="connsiteY7263"/>
              </a:cxn>
              <a:cxn ang="0">
                <a:pos x="connsiteX7264" y="connsiteY7264"/>
              </a:cxn>
              <a:cxn ang="0">
                <a:pos x="connsiteX7265" y="connsiteY7265"/>
              </a:cxn>
              <a:cxn ang="0">
                <a:pos x="connsiteX7266" y="connsiteY7266"/>
              </a:cxn>
              <a:cxn ang="0">
                <a:pos x="connsiteX7267" y="connsiteY7267"/>
              </a:cxn>
              <a:cxn ang="0">
                <a:pos x="connsiteX7268" y="connsiteY7268"/>
              </a:cxn>
              <a:cxn ang="0">
                <a:pos x="connsiteX7269" y="connsiteY7269"/>
              </a:cxn>
              <a:cxn ang="0">
                <a:pos x="connsiteX7270" y="connsiteY7270"/>
              </a:cxn>
              <a:cxn ang="0">
                <a:pos x="connsiteX7271" y="connsiteY7271"/>
              </a:cxn>
              <a:cxn ang="0">
                <a:pos x="connsiteX7272" y="connsiteY7272"/>
              </a:cxn>
              <a:cxn ang="0">
                <a:pos x="connsiteX7273" y="connsiteY7273"/>
              </a:cxn>
              <a:cxn ang="0">
                <a:pos x="connsiteX7274" y="connsiteY7274"/>
              </a:cxn>
              <a:cxn ang="0">
                <a:pos x="connsiteX7275" y="connsiteY7275"/>
              </a:cxn>
              <a:cxn ang="0">
                <a:pos x="connsiteX7276" y="connsiteY7276"/>
              </a:cxn>
              <a:cxn ang="0">
                <a:pos x="connsiteX7277" y="connsiteY7277"/>
              </a:cxn>
              <a:cxn ang="0">
                <a:pos x="connsiteX7278" y="connsiteY7278"/>
              </a:cxn>
              <a:cxn ang="0">
                <a:pos x="connsiteX7279" y="connsiteY7279"/>
              </a:cxn>
              <a:cxn ang="0">
                <a:pos x="connsiteX7280" y="connsiteY7280"/>
              </a:cxn>
              <a:cxn ang="0">
                <a:pos x="connsiteX7281" y="connsiteY7281"/>
              </a:cxn>
              <a:cxn ang="0">
                <a:pos x="connsiteX7282" y="connsiteY7282"/>
              </a:cxn>
              <a:cxn ang="0">
                <a:pos x="connsiteX7283" y="connsiteY7283"/>
              </a:cxn>
              <a:cxn ang="0">
                <a:pos x="connsiteX7284" y="connsiteY7284"/>
              </a:cxn>
              <a:cxn ang="0">
                <a:pos x="connsiteX7285" y="connsiteY7285"/>
              </a:cxn>
              <a:cxn ang="0">
                <a:pos x="connsiteX7286" y="connsiteY7286"/>
              </a:cxn>
              <a:cxn ang="0">
                <a:pos x="connsiteX7287" y="connsiteY7287"/>
              </a:cxn>
              <a:cxn ang="0">
                <a:pos x="connsiteX7288" y="connsiteY7288"/>
              </a:cxn>
              <a:cxn ang="0">
                <a:pos x="connsiteX7289" y="connsiteY7289"/>
              </a:cxn>
              <a:cxn ang="0">
                <a:pos x="connsiteX7290" y="connsiteY7290"/>
              </a:cxn>
              <a:cxn ang="0">
                <a:pos x="connsiteX7291" y="connsiteY7291"/>
              </a:cxn>
              <a:cxn ang="0">
                <a:pos x="connsiteX7292" y="connsiteY7292"/>
              </a:cxn>
              <a:cxn ang="0">
                <a:pos x="connsiteX7293" y="connsiteY7293"/>
              </a:cxn>
              <a:cxn ang="0">
                <a:pos x="connsiteX7294" y="connsiteY7294"/>
              </a:cxn>
              <a:cxn ang="0">
                <a:pos x="connsiteX7295" y="connsiteY7295"/>
              </a:cxn>
              <a:cxn ang="0">
                <a:pos x="connsiteX7296" y="connsiteY7296"/>
              </a:cxn>
              <a:cxn ang="0">
                <a:pos x="connsiteX7297" y="connsiteY7297"/>
              </a:cxn>
              <a:cxn ang="0">
                <a:pos x="connsiteX7298" y="connsiteY7298"/>
              </a:cxn>
              <a:cxn ang="0">
                <a:pos x="connsiteX7299" y="connsiteY7299"/>
              </a:cxn>
              <a:cxn ang="0">
                <a:pos x="connsiteX7300" y="connsiteY7300"/>
              </a:cxn>
              <a:cxn ang="0">
                <a:pos x="connsiteX7301" y="connsiteY7301"/>
              </a:cxn>
              <a:cxn ang="0">
                <a:pos x="connsiteX7302" y="connsiteY7302"/>
              </a:cxn>
              <a:cxn ang="0">
                <a:pos x="connsiteX7303" y="connsiteY7303"/>
              </a:cxn>
              <a:cxn ang="0">
                <a:pos x="connsiteX7304" y="connsiteY7304"/>
              </a:cxn>
              <a:cxn ang="0">
                <a:pos x="connsiteX7305" y="connsiteY7305"/>
              </a:cxn>
              <a:cxn ang="0">
                <a:pos x="connsiteX7306" y="connsiteY7306"/>
              </a:cxn>
              <a:cxn ang="0">
                <a:pos x="connsiteX7307" y="connsiteY7307"/>
              </a:cxn>
              <a:cxn ang="0">
                <a:pos x="connsiteX7308" y="connsiteY7308"/>
              </a:cxn>
              <a:cxn ang="0">
                <a:pos x="connsiteX7309" y="connsiteY7309"/>
              </a:cxn>
              <a:cxn ang="0">
                <a:pos x="connsiteX7310" y="connsiteY7310"/>
              </a:cxn>
              <a:cxn ang="0">
                <a:pos x="connsiteX7311" y="connsiteY7311"/>
              </a:cxn>
              <a:cxn ang="0">
                <a:pos x="connsiteX7312" y="connsiteY7312"/>
              </a:cxn>
              <a:cxn ang="0">
                <a:pos x="connsiteX7313" y="connsiteY7313"/>
              </a:cxn>
              <a:cxn ang="0">
                <a:pos x="connsiteX7314" y="connsiteY7314"/>
              </a:cxn>
              <a:cxn ang="0">
                <a:pos x="connsiteX7315" y="connsiteY7315"/>
              </a:cxn>
              <a:cxn ang="0">
                <a:pos x="connsiteX7316" y="connsiteY7316"/>
              </a:cxn>
              <a:cxn ang="0">
                <a:pos x="connsiteX7317" y="connsiteY7317"/>
              </a:cxn>
              <a:cxn ang="0">
                <a:pos x="connsiteX7318" y="connsiteY7318"/>
              </a:cxn>
              <a:cxn ang="0">
                <a:pos x="connsiteX7319" y="connsiteY7319"/>
              </a:cxn>
              <a:cxn ang="0">
                <a:pos x="connsiteX7320" y="connsiteY7320"/>
              </a:cxn>
              <a:cxn ang="0">
                <a:pos x="connsiteX7321" y="connsiteY7321"/>
              </a:cxn>
              <a:cxn ang="0">
                <a:pos x="connsiteX7322" y="connsiteY7322"/>
              </a:cxn>
              <a:cxn ang="0">
                <a:pos x="connsiteX7323" y="connsiteY7323"/>
              </a:cxn>
              <a:cxn ang="0">
                <a:pos x="connsiteX7324" y="connsiteY7324"/>
              </a:cxn>
              <a:cxn ang="0">
                <a:pos x="connsiteX7325" y="connsiteY7325"/>
              </a:cxn>
              <a:cxn ang="0">
                <a:pos x="connsiteX7326" y="connsiteY7326"/>
              </a:cxn>
              <a:cxn ang="0">
                <a:pos x="connsiteX7327" y="connsiteY7327"/>
              </a:cxn>
              <a:cxn ang="0">
                <a:pos x="connsiteX7328" y="connsiteY7328"/>
              </a:cxn>
              <a:cxn ang="0">
                <a:pos x="connsiteX7329" y="connsiteY7329"/>
              </a:cxn>
              <a:cxn ang="0">
                <a:pos x="connsiteX7330" y="connsiteY7330"/>
              </a:cxn>
              <a:cxn ang="0">
                <a:pos x="connsiteX7331" y="connsiteY7331"/>
              </a:cxn>
              <a:cxn ang="0">
                <a:pos x="connsiteX7332" y="connsiteY7332"/>
              </a:cxn>
              <a:cxn ang="0">
                <a:pos x="connsiteX7333" y="connsiteY7333"/>
              </a:cxn>
              <a:cxn ang="0">
                <a:pos x="connsiteX7334" y="connsiteY7334"/>
              </a:cxn>
              <a:cxn ang="0">
                <a:pos x="connsiteX7335" y="connsiteY7335"/>
              </a:cxn>
              <a:cxn ang="0">
                <a:pos x="connsiteX7336" y="connsiteY7336"/>
              </a:cxn>
              <a:cxn ang="0">
                <a:pos x="connsiteX7337" y="connsiteY7337"/>
              </a:cxn>
              <a:cxn ang="0">
                <a:pos x="connsiteX7338" y="connsiteY7338"/>
              </a:cxn>
              <a:cxn ang="0">
                <a:pos x="connsiteX7339" y="connsiteY7339"/>
              </a:cxn>
              <a:cxn ang="0">
                <a:pos x="connsiteX7340" y="connsiteY7340"/>
              </a:cxn>
              <a:cxn ang="0">
                <a:pos x="connsiteX7341" y="connsiteY7341"/>
              </a:cxn>
              <a:cxn ang="0">
                <a:pos x="connsiteX7342" y="connsiteY7342"/>
              </a:cxn>
              <a:cxn ang="0">
                <a:pos x="connsiteX7343" y="connsiteY7343"/>
              </a:cxn>
              <a:cxn ang="0">
                <a:pos x="connsiteX7344" y="connsiteY7344"/>
              </a:cxn>
              <a:cxn ang="0">
                <a:pos x="connsiteX7345" y="connsiteY7345"/>
              </a:cxn>
              <a:cxn ang="0">
                <a:pos x="connsiteX7346" y="connsiteY7346"/>
              </a:cxn>
              <a:cxn ang="0">
                <a:pos x="connsiteX7347" y="connsiteY7347"/>
              </a:cxn>
              <a:cxn ang="0">
                <a:pos x="connsiteX7348" y="connsiteY7348"/>
              </a:cxn>
              <a:cxn ang="0">
                <a:pos x="connsiteX7349" y="connsiteY7349"/>
              </a:cxn>
              <a:cxn ang="0">
                <a:pos x="connsiteX7350" y="connsiteY7350"/>
              </a:cxn>
              <a:cxn ang="0">
                <a:pos x="connsiteX7351" y="connsiteY7351"/>
              </a:cxn>
              <a:cxn ang="0">
                <a:pos x="connsiteX7352" y="connsiteY7352"/>
              </a:cxn>
              <a:cxn ang="0">
                <a:pos x="connsiteX7353" y="connsiteY7353"/>
              </a:cxn>
              <a:cxn ang="0">
                <a:pos x="connsiteX7354" y="connsiteY7354"/>
              </a:cxn>
              <a:cxn ang="0">
                <a:pos x="connsiteX7355" y="connsiteY7355"/>
              </a:cxn>
              <a:cxn ang="0">
                <a:pos x="connsiteX7356" y="connsiteY7356"/>
              </a:cxn>
              <a:cxn ang="0">
                <a:pos x="connsiteX7357" y="connsiteY7357"/>
              </a:cxn>
              <a:cxn ang="0">
                <a:pos x="connsiteX7358" y="connsiteY7358"/>
              </a:cxn>
              <a:cxn ang="0">
                <a:pos x="connsiteX7359" y="connsiteY7359"/>
              </a:cxn>
              <a:cxn ang="0">
                <a:pos x="connsiteX7360" y="connsiteY7360"/>
              </a:cxn>
              <a:cxn ang="0">
                <a:pos x="connsiteX7361" y="connsiteY7361"/>
              </a:cxn>
              <a:cxn ang="0">
                <a:pos x="connsiteX7362" y="connsiteY7362"/>
              </a:cxn>
              <a:cxn ang="0">
                <a:pos x="connsiteX7363" y="connsiteY7363"/>
              </a:cxn>
              <a:cxn ang="0">
                <a:pos x="connsiteX7364" y="connsiteY7364"/>
              </a:cxn>
              <a:cxn ang="0">
                <a:pos x="connsiteX7365" y="connsiteY7365"/>
              </a:cxn>
              <a:cxn ang="0">
                <a:pos x="connsiteX7366" y="connsiteY7366"/>
              </a:cxn>
              <a:cxn ang="0">
                <a:pos x="connsiteX7367" y="connsiteY7367"/>
              </a:cxn>
              <a:cxn ang="0">
                <a:pos x="connsiteX7368" y="connsiteY7368"/>
              </a:cxn>
              <a:cxn ang="0">
                <a:pos x="connsiteX7369" y="connsiteY7369"/>
              </a:cxn>
              <a:cxn ang="0">
                <a:pos x="connsiteX7370" y="connsiteY7370"/>
              </a:cxn>
              <a:cxn ang="0">
                <a:pos x="connsiteX7371" y="connsiteY7371"/>
              </a:cxn>
              <a:cxn ang="0">
                <a:pos x="connsiteX7372" y="connsiteY7372"/>
              </a:cxn>
              <a:cxn ang="0">
                <a:pos x="connsiteX7373" y="connsiteY7373"/>
              </a:cxn>
              <a:cxn ang="0">
                <a:pos x="connsiteX7374" y="connsiteY7374"/>
              </a:cxn>
              <a:cxn ang="0">
                <a:pos x="connsiteX7375" y="connsiteY7375"/>
              </a:cxn>
              <a:cxn ang="0">
                <a:pos x="connsiteX7376" y="connsiteY7376"/>
              </a:cxn>
              <a:cxn ang="0">
                <a:pos x="connsiteX7377" y="connsiteY7377"/>
              </a:cxn>
              <a:cxn ang="0">
                <a:pos x="connsiteX7378" y="connsiteY7378"/>
              </a:cxn>
              <a:cxn ang="0">
                <a:pos x="connsiteX7379" y="connsiteY7379"/>
              </a:cxn>
              <a:cxn ang="0">
                <a:pos x="connsiteX7380" y="connsiteY7380"/>
              </a:cxn>
              <a:cxn ang="0">
                <a:pos x="connsiteX7381" y="connsiteY7381"/>
              </a:cxn>
              <a:cxn ang="0">
                <a:pos x="connsiteX7382" y="connsiteY7382"/>
              </a:cxn>
              <a:cxn ang="0">
                <a:pos x="connsiteX7383" y="connsiteY7383"/>
              </a:cxn>
              <a:cxn ang="0">
                <a:pos x="connsiteX7384" y="connsiteY7384"/>
              </a:cxn>
              <a:cxn ang="0">
                <a:pos x="connsiteX7385" y="connsiteY7385"/>
              </a:cxn>
              <a:cxn ang="0">
                <a:pos x="connsiteX7386" y="connsiteY7386"/>
              </a:cxn>
              <a:cxn ang="0">
                <a:pos x="connsiteX7387" y="connsiteY7387"/>
              </a:cxn>
              <a:cxn ang="0">
                <a:pos x="connsiteX7388" y="connsiteY7388"/>
              </a:cxn>
              <a:cxn ang="0">
                <a:pos x="connsiteX7389" y="connsiteY7389"/>
              </a:cxn>
              <a:cxn ang="0">
                <a:pos x="connsiteX7390" y="connsiteY7390"/>
              </a:cxn>
              <a:cxn ang="0">
                <a:pos x="connsiteX7391" y="connsiteY7391"/>
              </a:cxn>
              <a:cxn ang="0">
                <a:pos x="connsiteX7392" y="connsiteY7392"/>
              </a:cxn>
              <a:cxn ang="0">
                <a:pos x="connsiteX7393" y="connsiteY7393"/>
              </a:cxn>
              <a:cxn ang="0">
                <a:pos x="connsiteX7394" y="connsiteY7394"/>
              </a:cxn>
              <a:cxn ang="0">
                <a:pos x="connsiteX7395" y="connsiteY7395"/>
              </a:cxn>
              <a:cxn ang="0">
                <a:pos x="connsiteX7396" y="connsiteY7396"/>
              </a:cxn>
              <a:cxn ang="0">
                <a:pos x="connsiteX7397" y="connsiteY7397"/>
              </a:cxn>
              <a:cxn ang="0">
                <a:pos x="connsiteX7398" y="connsiteY7398"/>
              </a:cxn>
              <a:cxn ang="0">
                <a:pos x="connsiteX7399" y="connsiteY7399"/>
              </a:cxn>
              <a:cxn ang="0">
                <a:pos x="connsiteX7400" y="connsiteY7400"/>
              </a:cxn>
              <a:cxn ang="0">
                <a:pos x="connsiteX7401" y="connsiteY7401"/>
              </a:cxn>
              <a:cxn ang="0">
                <a:pos x="connsiteX7402" y="connsiteY7402"/>
              </a:cxn>
              <a:cxn ang="0">
                <a:pos x="connsiteX7403" y="connsiteY7403"/>
              </a:cxn>
              <a:cxn ang="0">
                <a:pos x="connsiteX7404" y="connsiteY7404"/>
              </a:cxn>
              <a:cxn ang="0">
                <a:pos x="connsiteX7405" y="connsiteY7405"/>
              </a:cxn>
              <a:cxn ang="0">
                <a:pos x="connsiteX7406" y="connsiteY7406"/>
              </a:cxn>
              <a:cxn ang="0">
                <a:pos x="connsiteX7407" y="connsiteY7407"/>
              </a:cxn>
              <a:cxn ang="0">
                <a:pos x="connsiteX7408" y="connsiteY7408"/>
              </a:cxn>
              <a:cxn ang="0">
                <a:pos x="connsiteX7409" y="connsiteY7409"/>
              </a:cxn>
              <a:cxn ang="0">
                <a:pos x="connsiteX7410" y="connsiteY7410"/>
              </a:cxn>
              <a:cxn ang="0">
                <a:pos x="connsiteX7411" y="connsiteY7411"/>
              </a:cxn>
              <a:cxn ang="0">
                <a:pos x="connsiteX7412" y="connsiteY7412"/>
              </a:cxn>
              <a:cxn ang="0">
                <a:pos x="connsiteX7413" y="connsiteY7413"/>
              </a:cxn>
              <a:cxn ang="0">
                <a:pos x="connsiteX7414" y="connsiteY7414"/>
              </a:cxn>
              <a:cxn ang="0">
                <a:pos x="connsiteX7415" y="connsiteY7415"/>
              </a:cxn>
              <a:cxn ang="0">
                <a:pos x="connsiteX7416" y="connsiteY7416"/>
              </a:cxn>
              <a:cxn ang="0">
                <a:pos x="connsiteX7417" y="connsiteY7417"/>
              </a:cxn>
              <a:cxn ang="0">
                <a:pos x="connsiteX7418" y="connsiteY7418"/>
              </a:cxn>
              <a:cxn ang="0">
                <a:pos x="connsiteX7419" y="connsiteY7419"/>
              </a:cxn>
              <a:cxn ang="0">
                <a:pos x="connsiteX7420" y="connsiteY7420"/>
              </a:cxn>
              <a:cxn ang="0">
                <a:pos x="connsiteX7421" y="connsiteY7421"/>
              </a:cxn>
              <a:cxn ang="0">
                <a:pos x="connsiteX7422" y="connsiteY7422"/>
              </a:cxn>
              <a:cxn ang="0">
                <a:pos x="connsiteX7423" y="connsiteY7423"/>
              </a:cxn>
              <a:cxn ang="0">
                <a:pos x="connsiteX7424" y="connsiteY7424"/>
              </a:cxn>
              <a:cxn ang="0">
                <a:pos x="connsiteX7425" y="connsiteY7425"/>
              </a:cxn>
              <a:cxn ang="0">
                <a:pos x="connsiteX7426" y="connsiteY7426"/>
              </a:cxn>
              <a:cxn ang="0">
                <a:pos x="connsiteX7427" y="connsiteY7427"/>
              </a:cxn>
              <a:cxn ang="0">
                <a:pos x="connsiteX7428" y="connsiteY7428"/>
              </a:cxn>
              <a:cxn ang="0">
                <a:pos x="connsiteX7429" y="connsiteY7429"/>
              </a:cxn>
              <a:cxn ang="0">
                <a:pos x="connsiteX7430" y="connsiteY7430"/>
              </a:cxn>
              <a:cxn ang="0">
                <a:pos x="connsiteX7431" y="connsiteY7431"/>
              </a:cxn>
              <a:cxn ang="0">
                <a:pos x="connsiteX7432" y="connsiteY7432"/>
              </a:cxn>
              <a:cxn ang="0">
                <a:pos x="connsiteX7433" y="connsiteY7433"/>
              </a:cxn>
              <a:cxn ang="0">
                <a:pos x="connsiteX7434" y="connsiteY7434"/>
              </a:cxn>
              <a:cxn ang="0">
                <a:pos x="connsiteX7435" y="connsiteY7435"/>
              </a:cxn>
              <a:cxn ang="0">
                <a:pos x="connsiteX7436" y="connsiteY7436"/>
              </a:cxn>
              <a:cxn ang="0">
                <a:pos x="connsiteX7437" y="connsiteY7437"/>
              </a:cxn>
              <a:cxn ang="0">
                <a:pos x="connsiteX7438" y="connsiteY7438"/>
              </a:cxn>
              <a:cxn ang="0">
                <a:pos x="connsiteX7439" y="connsiteY7439"/>
              </a:cxn>
              <a:cxn ang="0">
                <a:pos x="connsiteX7440" y="connsiteY7440"/>
              </a:cxn>
              <a:cxn ang="0">
                <a:pos x="connsiteX7441" y="connsiteY7441"/>
              </a:cxn>
              <a:cxn ang="0">
                <a:pos x="connsiteX7442" y="connsiteY7442"/>
              </a:cxn>
              <a:cxn ang="0">
                <a:pos x="connsiteX7443" y="connsiteY7443"/>
              </a:cxn>
              <a:cxn ang="0">
                <a:pos x="connsiteX7444" y="connsiteY7444"/>
              </a:cxn>
              <a:cxn ang="0">
                <a:pos x="connsiteX7445" y="connsiteY7445"/>
              </a:cxn>
              <a:cxn ang="0">
                <a:pos x="connsiteX7446" y="connsiteY7446"/>
              </a:cxn>
              <a:cxn ang="0">
                <a:pos x="connsiteX7447" y="connsiteY7447"/>
              </a:cxn>
              <a:cxn ang="0">
                <a:pos x="connsiteX7448" y="connsiteY7448"/>
              </a:cxn>
              <a:cxn ang="0">
                <a:pos x="connsiteX7449" y="connsiteY7449"/>
              </a:cxn>
              <a:cxn ang="0">
                <a:pos x="connsiteX7450" y="connsiteY7450"/>
              </a:cxn>
              <a:cxn ang="0">
                <a:pos x="connsiteX7451" y="connsiteY7451"/>
              </a:cxn>
              <a:cxn ang="0">
                <a:pos x="connsiteX7452" y="connsiteY7452"/>
              </a:cxn>
              <a:cxn ang="0">
                <a:pos x="connsiteX7453" y="connsiteY7453"/>
              </a:cxn>
              <a:cxn ang="0">
                <a:pos x="connsiteX7454" y="connsiteY7454"/>
              </a:cxn>
              <a:cxn ang="0">
                <a:pos x="connsiteX7455" y="connsiteY7455"/>
              </a:cxn>
              <a:cxn ang="0">
                <a:pos x="connsiteX7456" y="connsiteY7456"/>
              </a:cxn>
              <a:cxn ang="0">
                <a:pos x="connsiteX7457" y="connsiteY7457"/>
              </a:cxn>
              <a:cxn ang="0">
                <a:pos x="connsiteX7458" y="connsiteY7458"/>
              </a:cxn>
              <a:cxn ang="0">
                <a:pos x="connsiteX7459" y="connsiteY7459"/>
              </a:cxn>
              <a:cxn ang="0">
                <a:pos x="connsiteX7460" y="connsiteY7460"/>
              </a:cxn>
              <a:cxn ang="0">
                <a:pos x="connsiteX7461" y="connsiteY7461"/>
              </a:cxn>
              <a:cxn ang="0">
                <a:pos x="connsiteX7462" y="connsiteY7462"/>
              </a:cxn>
              <a:cxn ang="0">
                <a:pos x="connsiteX7463" y="connsiteY7463"/>
              </a:cxn>
              <a:cxn ang="0">
                <a:pos x="connsiteX7464" y="connsiteY7464"/>
              </a:cxn>
              <a:cxn ang="0">
                <a:pos x="connsiteX7465" y="connsiteY7465"/>
              </a:cxn>
              <a:cxn ang="0">
                <a:pos x="connsiteX7466" y="connsiteY7466"/>
              </a:cxn>
              <a:cxn ang="0">
                <a:pos x="connsiteX7467" y="connsiteY7467"/>
              </a:cxn>
              <a:cxn ang="0">
                <a:pos x="connsiteX7468" y="connsiteY7468"/>
              </a:cxn>
              <a:cxn ang="0">
                <a:pos x="connsiteX7469" y="connsiteY7469"/>
              </a:cxn>
              <a:cxn ang="0">
                <a:pos x="connsiteX7470" y="connsiteY7470"/>
              </a:cxn>
              <a:cxn ang="0">
                <a:pos x="connsiteX7471" y="connsiteY7471"/>
              </a:cxn>
              <a:cxn ang="0">
                <a:pos x="connsiteX7472" y="connsiteY7472"/>
              </a:cxn>
              <a:cxn ang="0">
                <a:pos x="connsiteX7473" y="connsiteY7473"/>
              </a:cxn>
              <a:cxn ang="0">
                <a:pos x="connsiteX7474" y="connsiteY7474"/>
              </a:cxn>
              <a:cxn ang="0">
                <a:pos x="connsiteX7475" y="connsiteY7475"/>
              </a:cxn>
              <a:cxn ang="0">
                <a:pos x="connsiteX7476" y="connsiteY7476"/>
              </a:cxn>
              <a:cxn ang="0">
                <a:pos x="connsiteX7477" y="connsiteY7477"/>
              </a:cxn>
              <a:cxn ang="0">
                <a:pos x="connsiteX7478" y="connsiteY7478"/>
              </a:cxn>
              <a:cxn ang="0">
                <a:pos x="connsiteX7479" y="connsiteY7479"/>
              </a:cxn>
              <a:cxn ang="0">
                <a:pos x="connsiteX7480" y="connsiteY7480"/>
              </a:cxn>
              <a:cxn ang="0">
                <a:pos x="connsiteX7481" y="connsiteY7481"/>
              </a:cxn>
              <a:cxn ang="0">
                <a:pos x="connsiteX7482" y="connsiteY7482"/>
              </a:cxn>
              <a:cxn ang="0">
                <a:pos x="connsiteX7483" y="connsiteY7483"/>
              </a:cxn>
              <a:cxn ang="0">
                <a:pos x="connsiteX7484" y="connsiteY7484"/>
              </a:cxn>
              <a:cxn ang="0">
                <a:pos x="connsiteX7485" y="connsiteY7485"/>
              </a:cxn>
              <a:cxn ang="0">
                <a:pos x="connsiteX7486" y="connsiteY7486"/>
              </a:cxn>
              <a:cxn ang="0">
                <a:pos x="connsiteX7487" y="connsiteY7487"/>
              </a:cxn>
              <a:cxn ang="0">
                <a:pos x="connsiteX7488" y="connsiteY7488"/>
              </a:cxn>
              <a:cxn ang="0">
                <a:pos x="connsiteX7489" y="connsiteY7489"/>
              </a:cxn>
              <a:cxn ang="0">
                <a:pos x="connsiteX7490" y="connsiteY7490"/>
              </a:cxn>
              <a:cxn ang="0">
                <a:pos x="connsiteX7491" y="connsiteY7491"/>
              </a:cxn>
              <a:cxn ang="0">
                <a:pos x="connsiteX7492" y="connsiteY7492"/>
              </a:cxn>
              <a:cxn ang="0">
                <a:pos x="connsiteX7493" y="connsiteY7493"/>
              </a:cxn>
              <a:cxn ang="0">
                <a:pos x="connsiteX7494" y="connsiteY7494"/>
              </a:cxn>
              <a:cxn ang="0">
                <a:pos x="connsiteX7495" y="connsiteY7495"/>
              </a:cxn>
              <a:cxn ang="0">
                <a:pos x="connsiteX7496" y="connsiteY7496"/>
              </a:cxn>
              <a:cxn ang="0">
                <a:pos x="connsiteX7497" y="connsiteY7497"/>
              </a:cxn>
              <a:cxn ang="0">
                <a:pos x="connsiteX7498" y="connsiteY7498"/>
              </a:cxn>
              <a:cxn ang="0">
                <a:pos x="connsiteX7499" y="connsiteY7499"/>
              </a:cxn>
              <a:cxn ang="0">
                <a:pos x="connsiteX7500" y="connsiteY7500"/>
              </a:cxn>
              <a:cxn ang="0">
                <a:pos x="connsiteX7501" y="connsiteY7501"/>
              </a:cxn>
              <a:cxn ang="0">
                <a:pos x="connsiteX7502" y="connsiteY7502"/>
              </a:cxn>
              <a:cxn ang="0">
                <a:pos x="connsiteX7503" y="connsiteY7503"/>
              </a:cxn>
              <a:cxn ang="0">
                <a:pos x="connsiteX7504" y="connsiteY7504"/>
              </a:cxn>
              <a:cxn ang="0">
                <a:pos x="connsiteX7505" y="connsiteY7505"/>
              </a:cxn>
              <a:cxn ang="0">
                <a:pos x="connsiteX7506" y="connsiteY7506"/>
              </a:cxn>
              <a:cxn ang="0">
                <a:pos x="connsiteX7507" y="connsiteY7507"/>
              </a:cxn>
              <a:cxn ang="0">
                <a:pos x="connsiteX7508" y="connsiteY7508"/>
              </a:cxn>
              <a:cxn ang="0">
                <a:pos x="connsiteX7509" y="connsiteY7509"/>
              </a:cxn>
              <a:cxn ang="0">
                <a:pos x="connsiteX7510" y="connsiteY7510"/>
              </a:cxn>
              <a:cxn ang="0">
                <a:pos x="connsiteX7511" y="connsiteY7511"/>
              </a:cxn>
              <a:cxn ang="0">
                <a:pos x="connsiteX7512" y="connsiteY7512"/>
              </a:cxn>
              <a:cxn ang="0">
                <a:pos x="connsiteX7513" y="connsiteY7513"/>
              </a:cxn>
              <a:cxn ang="0">
                <a:pos x="connsiteX7514" y="connsiteY7514"/>
              </a:cxn>
              <a:cxn ang="0">
                <a:pos x="connsiteX7515" y="connsiteY7515"/>
              </a:cxn>
              <a:cxn ang="0">
                <a:pos x="connsiteX7516" y="connsiteY7516"/>
              </a:cxn>
              <a:cxn ang="0">
                <a:pos x="connsiteX7517" y="connsiteY7517"/>
              </a:cxn>
              <a:cxn ang="0">
                <a:pos x="connsiteX7518" y="connsiteY7518"/>
              </a:cxn>
              <a:cxn ang="0">
                <a:pos x="connsiteX7519" y="connsiteY7519"/>
              </a:cxn>
              <a:cxn ang="0">
                <a:pos x="connsiteX7520" y="connsiteY7520"/>
              </a:cxn>
              <a:cxn ang="0">
                <a:pos x="connsiteX7521" y="connsiteY7521"/>
              </a:cxn>
              <a:cxn ang="0">
                <a:pos x="connsiteX7522" y="connsiteY7522"/>
              </a:cxn>
              <a:cxn ang="0">
                <a:pos x="connsiteX7523" y="connsiteY7523"/>
              </a:cxn>
              <a:cxn ang="0">
                <a:pos x="connsiteX7524" y="connsiteY7524"/>
              </a:cxn>
              <a:cxn ang="0">
                <a:pos x="connsiteX7525" y="connsiteY7525"/>
              </a:cxn>
              <a:cxn ang="0">
                <a:pos x="connsiteX7526" y="connsiteY7526"/>
              </a:cxn>
              <a:cxn ang="0">
                <a:pos x="connsiteX7527" y="connsiteY7527"/>
              </a:cxn>
              <a:cxn ang="0">
                <a:pos x="connsiteX7528" y="connsiteY7528"/>
              </a:cxn>
              <a:cxn ang="0">
                <a:pos x="connsiteX7529" y="connsiteY7529"/>
              </a:cxn>
              <a:cxn ang="0">
                <a:pos x="connsiteX7530" y="connsiteY7530"/>
              </a:cxn>
              <a:cxn ang="0">
                <a:pos x="connsiteX7531" y="connsiteY7531"/>
              </a:cxn>
              <a:cxn ang="0">
                <a:pos x="connsiteX7532" y="connsiteY7532"/>
              </a:cxn>
              <a:cxn ang="0">
                <a:pos x="connsiteX7533" y="connsiteY7533"/>
              </a:cxn>
              <a:cxn ang="0">
                <a:pos x="connsiteX7534" y="connsiteY7534"/>
              </a:cxn>
              <a:cxn ang="0">
                <a:pos x="connsiteX7535" y="connsiteY7535"/>
              </a:cxn>
              <a:cxn ang="0">
                <a:pos x="connsiteX7536" y="connsiteY7536"/>
              </a:cxn>
              <a:cxn ang="0">
                <a:pos x="connsiteX7537" y="connsiteY7537"/>
              </a:cxn>
              <a:cxn ang="0">
                <a:pos x="connsiteX7538" y="connsiteY7538"/>
              </a:cxn>
              <a:cxn ang="0">
                <a:pos x="connsiteX7539" y="connsiteY7539"/>
              </a:cxn>
              <a:cxn ang="0">
                <a:pos x="connsiteX7540" y="connsiteY7540"/>
              </a:cxn>
              <a:cxn ang="0">
                <a:pos x="connsiteX7541" y="connsiteY7541"/>
              </a:cxn>
              <a:cxn ang="0">
                <a:pos x="connsiteX7542" y="connsiteY7542"/>
              </a:cxn>
              <a:cxn ang="0">
                <a:pos x="connsiteX7543" y="connsiteY7543"/>
              </a:cxn>
              <a:cxn ang="0">
                <a:pos x="connsiteX7544" y="connsiteY7544"/>
              </a:cxn>
              <a:cxn ang="0">
                <a:pos x="connsiteX7545" y="connsiteY7545"/>
              </a:cxn>
              <a:cxn ang="0">
                <a:pos x="connsiteX7546" y="connsiteY7546"/>
              </a:cxn>
              <a:cxn ang="0">
                <a:pos x="connsiteX7547" y="connsiteY7547"/>
              </a:cxn>
              <a:cxn ang="0">
                <a:pos x="connsiteX7548" y="connsiteY7548"/>
              </a:cxn>
              <a:cxn ang="0">
                <a:pos x="connsiteX7549" y="connsiteY7549"/>
              </a:cxn>
              <a:cxn ang="0">
                <a:pos x="connsiteX7550" y="connsiteY7550"/>
              </a:cxn>
              <a:cxn ang="0">
                <a:pos x="connsiteX7551" y="connsiteY7551"/>
              </a:cxn>
              <a:cxn ang="0">
                <a:pos x="connsiteX7552" y="connsiteY7552"/>
              </a:cxn>
              <a:cxn ang="0">
                <a:pos x="connsiteX7553" y="connsiteY7553"/>
              </a:cxn>
              <a:cxn ang="0">
                <a:pos x="connsiteX7554" y="connsiteY7554"/>
              </a:cxn>
              <a:cxn ang="0">
                <a:pos x="connsiteX7555" y="connsiteY7555"/>
              </a:cxn>
              <a:cxn ang="0">
                <a:pos x="connsiteX7556" y="connsiteY7556"/>
              </a:cxn>
              <a:cxn ang="0">
                <a:pos x="connsiteX7557" y="connsiteY7557"/>
              </a:cxn>
              <a:cxn ang="0">
                <a:pos x="connsiteX7558" y="connsiteY7558"/>
              </a:cxn>
              <a:cxn ang="0">
                <a:pos x="connsiteX7559" y="connsiteY7559"/>
              </a:cxn>
              <a:cxn ang="0">
                <a:pos x="connsiteX7560" y="connsiteY7560"/>
              </a:cxn>
              <a:cxn ang="0">
                <a:pos x="connsiteX7561" y="connsiteY7561"/>
              </a:cxn>
              <a:cxn ang="0">
                <a:pos x="connsiteX7562" y="connsiteY7562"/>
              </a:cxn>
              <a:cxn ang="0">
                <a:pos x="connsiteX7563" y="connsiteY7563"/>
              </a:cxn>
              <a:cxn ang="0">
                <a:pos x="connsiteX7564" y="connsiteY7564"/>
              </a:cxn>
              <a:cxn ang="0">
                <a:pos x="connsiteX7565" y="connsiteY7565"/>
              </a:cxn>
              <a:cxn ang="0">
                <a:pos x="connsiteX7566" y="connsiteY7566"/>
              </a:cxn>
              <a:cxn ang="0">
                <a:pos x="connsiteX7567" y="connsiteY7567"/>
              </a:cxn>
              <a:cxn ang="0">
                <a:pos x="connsiteX7568" y="connsiteY7568"/>
              </a:cxn>
              <a:cxn ang="0">
                <a:pos x="connsiteX7569" y="connsiteY7569"/>
              </a:cxn>
              <a:cxn ang="0">
                <a:pos x="connsiteX7570" y="connsiteY7570"/>
              </a:cxn>
              <a:cxn ang="0">
                <a:pos x="connsiteX7571" y="connsiteY7571"/>
              </a:cxn>
              <a:cxn ang="0">
                <a:pos x="connsiteX7572" y="connsiteY7572"/>
              </a:cxn>
              <a:cxn ang="0">
                <a:pos x="connsiteX7573" y="connsiteY7573"/>
              </a:cxn>
              <a:cxn ang="0">
                <a:pos x="connsiteX7574" y="connsiteY7574"/>
              </a:cxn>
              <a:cxn ang="0">
                <a:pos x="connsiteX7575" y="connsiteY7575"/>
              </a:cxn>
              <a:cxn ang="0">
                <a:pos x="connsiteX7576" y="connsiteY7576"/>
              </a:cxn>
              <a:cxn ang="0">
                <a:pos x="connsiteX7577" y="connsiteY7577"/>
              </a:cxn>
              <a:cxn ang="0">
                <a:pos x="connsiteX7578" y="connsiteY7578"/>
              </a:cxn>
              <a:cxn ang="0">
                <a:pos x="connsiteX7579" y="connsiteY7579"/>
              </a:cxn>
              <a:cxn ang="0">
                <a:pos x="connsiteX7580" y="connsiteY7580"/>
              </a:cxn>
              <a:cxn ang="0">
                <a:pos x="connsiteX7581" y="connsiteY7581"/>
              </a:cxn>
              <a:cxn ang="0">
                <a:pos x="connsiteX7582" y="connsiteY7582"/>
              </a:cxn>
              <a:cxn ang="0">
                <a:pos x="connsiteX7583" y="connsiteY7583"/>
              </a:cxn>
              <a:cxn ang="0">
                <a:pos x="connsiteX7584" y="connsiteY7584"/>
              </a:cxn>
              <a:cxn ang="0">
                <a:pos x="connsiteX7585" y="connsiteY7585"/>
              </a:cxn>
              <a:cxn ang="0">
                <a:pos x="connsiteX7586" y="connsiteY7586"/>
              </a:cxn>
              <a:cxn ang="0">
                <a:pos x="connsiteX7587" y="connsiteY7587"/>
              </a:cxn>
              <a:cxn ang="0">
                <a:pos x="connsiteX7588" y="connsiteY7588"/>
              </a:cxn>
              <a:cxn ang="0">
                <a:pos x="connsiteX7589" y="connsiteY7589"/>
              </a:cxn>
              <a:cxn ang="0">
                <a:pos x="connsiteX7590" y="connsiteY7590"/>
              </a:cxn>
              <a:cxn ang="0">
                <a:pos x="connsiteX7591" y="connsiteY7591"/>
              </a:cxn>
              <a:cxn ang="0">
                <a:pos x="connsiteX7592" y="connsiteY7592"/>
              </a:cxn>
              <a:cxn ang="0">
                <a:pos x="connsiteX7593" y="connsiteY7593"/>
              </a:cxn>
              <a:cxn ang="0">
                <a:pos x="connsiteX7594" y="connsiteY7594"/>
              </a:cxn>
              <a:cxn ang="0">
                <a:pos x="connsiteX7595" y="connsiteY7595"/>
              </a:cxn>
              <a:cxn ang="0">
                <a:pos x="connsiteX7596" y="connsiteY7596"/>
              </a:cxn>
              <a:cxn ang="0">
                <a:pos x="connsiteX7597" y="connsiteY7597"/>
              </a:cxn>
              <a:cxn ang="0">
                <a:pos x="connsiteX7598" y="connsiteY7598"/>
              </a:cxn>
              <a:cxn ang="0">
                <a:pos x="connsiteX7599" y="connsiteY7599"/>
              </a:cxn>
              <a:cxn ang="0">
                <a:pos x="connsiteX7600" y="connsiteY7600"/>
              </a:cxn>
              <a:cxn ang="0">
                <a:pos x="connsiteX7601" y="connsiteY7601"/>
              </a:cxn>
              <a:cxn ang="0">
                <a:pos x="connsiteX7602" y="connsiteY7602"/>
              </a:cxn>
              <a:cxn ang="0">
                <a:pos x="connsiteX7603" y="connsiteY7603"/>
              </a:cxn>
              <a:cxn ang="0">
                <a:pos x="connsiteX7604" y="connsiteY7604"/>
              </a:cxn>
              <a:cxn ang="0">
                <a:pos x="connsiteX7605" y="connsiteY7605"/>
              </a:cxn>
              <a:cxn ang="0">
                <a:pos x="connsiteX7606" y="connsiteY7606"/>
              </a:cxn>
              <a:cxn ang="0">
                <a:pos x="connsiteX7607" y="connsiteY7607"/>
              </a:cxn>
              <a:cxn ang="0">
                <a:pos x="connsiteX7608" y="connsiteY7608"/>
              </a:cxn>
              <a:cxn ang="0">
                <a:pos x="connsiteX7609" y="connsiteY7609"/>
              </a:cxn>
              <a:cxn ang="0">
                <a:pos x="connsiteX7610" y="connsiteY7610"/>
              </a:cxn>
              <a:cxn ang="0">
                <a:pos x="connsiteX7611" y="connsiteY7611"/>
              </a:cxn>
              <a:cxn ang="0">
                <a:pos x="connsiteX7612" y="connsiteY7612"/>
              </a:cxn>
              <a:cxn ang="0">
                <a:pos x="connsiteX7613" y="connsiteY7613"/>
              </a:cxn>
              <a:cxn ang="0">
                <a:pos x="connsiteX7614" y="connsiteY7614"/>
              </a:cxn>
              <a:cxn ang="0">
                <a:pos x="connsiteX7615" y="connsiteY7615"/>
              </a:cxn>
              <a:cxn ang="0">
                <a:pos x="connsiteX7616" y="connsiteY7616"/>
              </a:cxn>
              <a:cxn ang="0">
                <a:pos x="connsiteX7617" y="connsiteY7617"/>
              </a:cxn>
              <a:cxn ang="0">
                <a:pos x="connsiteX7618" y="connsiteY7618"/>
              </a:cxn>
              <a:cxn ang="0">
                <a:pos x="connsiteX7619" y="connsiteY7619"/>
              </a:cxn>
              <a:cxn ang="0">
                <a:pos x="connsiteX7620" y="connsiteY7620"/>
              </a:cxn>
              <a:cxn ang="0">
                <a:pos x="connsiteX7621" y="connsiteY7621"/>
              </a:cxn>
              <a:cxn ang="0">
                <a:pos x="connsiteX7622" y="connsiteY7622"/>
              </a:cxn>
              <a:cxn ang="0">
                <a:pos x="connsiteX7623" y="connsiteY7623"/>
              </a:cxn>
              <a:cxn ang="0">
                <a:pos x="connsiteX7624" y="connsiteY7624"/>
              </a:cxn>
              <a:cxn ang="0">
                <a:pos x="connsiteX7625" y="connsiteY7625"/>
              </a:cxn>
              <a:cxn ang="0">
                <a:pos x="connsiteX7626" y="connsiteY7626"/>
              </a:cxn>
              <a:cxn ang="0">
                <a:pos x="connsiteX7627" y="connsiteY7627"/>
              </a:cxn>
              <a:cxn ang="0">
                <a:pos x="connsiteX7628" y="connsiteY7628"/>
              </a:cxn>
              <a:cxn ang="0">
                <a:pos x="connsiteX7629" y="connsiteY7629"/>
              </a:cxn>
              <a:cxn ang="0">
                <a:pos x="connsiteX7630" y="connsiteY7630"/>
              </a:cxn>
              <a:cxn ang="0">
                <a:pos x="connsiteX7631" y="connsiteY7631"/>
              </a:cxn>
              <a:cxn ang="0">
                <a:pos x="connsiteX7632" y="connsiteY7632"/>
              </a:cxn>
              <a:cxn ang="0">
                <a:pos x="connsiteX7633" y="connsiteY7633"/>
              </a:cxn>
              <a:cxn ang="0">
                <a:pos x="connsiteX7634" y="connsiteY7634"/>
              </a:cxn>
              <a:cxn ang="0">
                <a:pos x="connsiteX7635" y="connsiteY7635"/>
              </a:cxn>
              <a:cxn ang="0">
                <a:pos x="connsiteX7636" y="connsiteY7636"/>
              </a:cxn>
              <a:cxn ang="0">
                <a:pos x="connsiteX7637" y="connsiteY7637"/>
              </a:cxn>
              <a:cxn ang="0">
                <a:pos x="connsiteX7638" y="connsiteY7638"/>
              </a:cxn>
              <a:cxn ang="0">
                <a:pos x="connsiteX7639" y="connsiteY7639"/>
              </a:cxn>
              <a:cxn ang="0">
                <a:pos x="connsiteX7640" y="connsiteY7640"/>
              </a:cxn>
              <a:cxn ang="0">
                <a:pos x="connsiteX7641" y="connsiteY7641"/>
              </a:cxn>
              <a:cxn ang="0">
                <a:pos x="connsiteX7642" y="connsiteY7642"/>
              </a:cxn>
              <a:cxn ang="0">
                <a:pos x="connsiteX7643" y="connsiteY7643"/>
              </a:cxn>
              <a:cxn ang="0">
                <a:pos x="connsiteX7644" y="connsiteY7644"/>
              </a:cxn>
              <a:cxn ang="0">
                <a:pos x="connsiteX7645" y="connsiteY7645"/>
              </a:cxn>
              <a:cxn ang="0">
                <a:pos x="connsiteX7646" y="connsiteY7646"/>
              </a:cxn>
              <a:cxn ang="0">
                <a:pos x="connsiteX7647" y="connsiteY7647"/>
              </a:cxn>
              <a:cxn ang="0">
                <a:pos x="connsiteX7648" y="connsiteY7648"/>
              </a:cxn>
              <a:cxn ang="0">
                <a:pos x="connsiteX7649" y="connsiteY7649"/>
              </a:cxn>
              <a:cxn ang="0">
                <a:pos x="connsiteX7650" y="connsiteY7650"/>
              </a:cxn>
              <a:cxn ang="0">
                <a:pos x="connsiteX7651" y="connsiteY7651"/>
              </a:cxn>
              <a:cxn ang="0">
                <a:pos x="connsiteX7652" y="connsiteY7652"/>
              </a:cxn>
              <a:cxn ang="0">
                <a:pos x="connsiteX7653" y="connsiteY7653"/>
              </a:cxn>
              <a:cxn ang="0">
                <a:pos x="connsiteX7654" y="connsiteY7654"/>
              </a:cxn>
              <a:cxn ang="0">
                <a:pos x="connsiteX7655" y="connsiteY7655"/>
              </a:cxn>
              <a:cxn ang="0">
                <a:pos x="connsiteX7656" y="connsiteY7656"/>
              </a:cxn>
              <a:cxn ang="0">
                <a:pos x="connsiteX7657" y="connsiteY7657"/>
              </a:cxn>
              <a:cxn ang="0">
                <a:pos x="connsiteX7658" y="connsiteY7658"/>
              </a:cxn>
              <a:cxn ang="0">
                <a:pos x="connsiteX7659" y="connsiteY7659"/>
              </a:cxn>
              <a:cxn ang="0">
                <a:pos x="connsiteX7660" y="connsiteY7660"/>
              </a:cxn>
              <a:cxn ang="0">
                <a:pos x="connsiteX7661" y="connsiteY7661"/>
              </a:cxn>
              <a:cxn ang="0">
                <a:pos x="connsiteX7662" y="connsiteY7662"/>
              </a:cxn>
              <a:cxn ang="0">
                <a:pos x="connsiteX7663" y="connsiteY7663"/>
              </a:cxn>
              <a:cxn ang="0">
                <a:pos x="connsiteX7664" y="connsiteY7664"/>
              </a:cxn>
              <a:cxn ang="0">
                <a:pos x="connsiteX7665" y="connsiteY7665"/>
              </a:cxn>
              <a:cxn ang="0">
                <a:pos x="connsiteX7666" y="connsiteY7666"/>
              </a:cxn>
              <a:cxn ang="0">
                <a:pos x="connsiteX7667" y="connsiteY7667"/>
              </a:cxn>
              <a:cxn ang="0">
                <a:pos x="connsiteX7668" y="connsiteY7668"/>
              </a:cxn>
              <a:cxn ang="0">
                <a:pos x="connsiteX7669" y="connsiteY7669"/>
              </a:cxn>
              <a:cxn ang="0">
                <a:pos x="connsiteX7670" y="connsiteY7670"/>
              </a:cxn>
              <a:cxn ang="0">
                <a:pos x="connsiteX7671" y="connsiteY7671"/>
              </a:cxn>
              <a:cxn ang="0">
                <a:pos x="connsiteX7672" y="connsiteY7672"/>
              </a:cxn>
              <a:cxn ang="0">
                <a:pos x="connsiteX7673" y="connsiteY7673"/>
              </a:cxn>
              <a:cxn ang="0">
                <a:pos x="connsiteX7674" y="connsiteY7674"/>
              </a:cxn>
              <a:cxn ang="0">
                <a:pos x="connsiteX7675" y="connsiteY7675"/>
              </a:cxn>
              <a:cxn ang="0">
                <a:pos x="connsiteX7676" y="connsiteY7676"/>
              </a:cxn>
              <a:cxn ang="0">
                <a:pos x="connsiteX7677" y="connsiteY7677"/>
              </a:cxn>
              <a:cxn ang="0">
                <a:pos x="connsiteX7678" y="connsiteY7678"/>
              </a:cxn>
              <a:cxn ang="0">
                <a:pos x="connsiteX7679" y="connsiteY7679"/>
              </a:cxn>
              <a:cxn ang="0">
                <a:pos x="connsiteX7680" y="connsiteY7680"/>
              </a:cxn>
              <a:cxn ang="0">
                <a:pos x="connsiteX7681" y="connsiteY7681"/>
              </a:cxn>
              <a:cxn ang="0">
                <a:pos x="connsiteX7682" y="connsiteY7682"/>
              </a:cxn>
              <a:cxn ang="0">
                <a:pos x="connsiteX7683" y="connsiteY7683"/>
              </a:cxn>
              <a:cxn ang="0">
                <a:pos x="connsiteX7684" y="connsiteY7684"/>
              </a:cxn>
              <a:cxn ang="0">
                <a:pos x="connsiteX7685" y="connsiteY7685"/>
              </a:cxn>
              <a:cxn ang="0">
                <a:pos x="connsiteX7686" y="connsiteY7686"/>
              </a:cxn>
              <a:cxn ang="0">
                <a:pos x="connsiteX7687" y="connsiteY7687"/>
              </a:cxn>
              <a:cxn ang="0">
                <a:pos x="connsiteX7688" y="connsiteY7688"/>
              </a:cxn>
              <a:cxn ang="0">
                <a:pos x="connsiteX7689" y="connsiteY7689"/>
              </a:cxn>
              <a:cxn ang="0">
                <a:pos x="connsiteX7690" y="connsiteY7690"/>
              </a:cxn>
              <a:cxn ang="0">
                <a:pos x="connsiteX7691" y="connsiteY7691"/>
              </a:cxn>
              <a:cxn ang="0">
                <a:pos x="connsiteX7692" y="connsiteY7692"/>
              </a:cxn>
              <a:cxn ang="0">
                <a:pos x="connsiteX7693" y="connsiteY7693"/>
              </a:cxn>
              <a:cxn ang="0">
                <a:pos x="connsiteX7694" y="connsiteY7694"/>
              </a:cxn>
              <a:cxn ang="0">
                <a:pos x="connsiteX7695" y="connsiteY7695"/>
              </a:cxn>
              <a:cxn ang="0">
                <a:pos x="connsiteX7696" y="connsiteY7696"/>
              </a:cxn>
              <a:cxn ang="0">
                <a:pos x="connsiteX7697" y="connsiteY7697"/>
              </a:cxn>
              <a:cxn ang="0">
                <a:pos x="connsiteX7698" y="connsiteY7698"/>
              </a:cxn>
              <a:cxn ang="0">
                <a:pos x="connsiteX7699" y="connsiteY7699"/>
              </a:cxn>
              <a:cxn ang="0">
                <a:pos x="connsiteX7700" y="connsiteY7700"/>
              </a:cxn>
              <a:cxn ang="0">
                <a:pos x="connsiteX7701" y="connsiteY7701"/>
              </a:cxn>
              <a:cxn ang="0">
                <a:pos x="connsiteX7702" y="connsiteY7702"/>
              </a:cxn>
              <a:cxn ang="0">
                <a:pos x="connsiteX7703" y="connsiteY7703"/>
              </a:cxn>
              <a:cxn ang="0">
                <a:pos x="connsiteX7704" y="connsiteY7704"/>
              </a:cxn>
              <a:cxn ang="0">
                <a:pos x="connsiteX7705" y="connsiteY7705"/>
              </a:cxn>
              <a:cxn ang="0">
                <a:pos x="connsiteX7706" y="connsiteY7706"/>
              </a:cxn>
              <a:cxn ang="0">
                <a:pos x="connsiteX7707" y="connsiteY7707"/>
              </a:cxn>
              <a:cxn ang="0">
                <a:pos x="connsiteX7708" y="connsiteY7708"/>
              </a:cxn>
              <a:cxn ang="0">
                <a:pos x="connsiteX7709" y="connsiteY7709"/>
              </a:cxn>
              <a:cxn ang="0">
                <a:pos x="connsiteX7710" y="connsiteY7710"/>
              </a:cxn>
              <a:cxn ang="0">
                <a:pos x="connsiteX7711" y="connsiteY7711"/>
              </a:cxn>
              <a:cxn ang="0">
                <a:pos x="connsiteX7712" y="connsiteY7712"/>
              </a:cxn>
              <a:cxn ang="0">
                <a:pos x="connsiteX7713" y="connsiteY7713"/>
              </a:cxn>
              <a:cxn ang="0">
                <a:pos x="connsiteX7714" y="connsiteY7714"/>
              </a:cxn>
              <a:cxn ang="0">
                <a:pos x="connsiteX7715" y="connsiteY7715"/>
              </a:cxn>
              <a:cxn ang="0">
                <a:pos x="connsiteX7716" y="connsiteY7716"/>
              </a:cxn>
              <a:cxn ang="0">
                <a:pos x="connsiteX7717" y="connsiteY7717"/>
              </a:cxn>
              <a:cxn ang="0">
                <a:pos x="connsiteX7718" y="connsiteY7718"/>
              </a:cxn>
              <a:cxn ang="0">
                <a:pos x="connsiteX7719" y="connsiteY7719"/>
              </a:cxn>
              <a:cxn ang="0">
                <a:pos x="connsiteX7720" y="connsiteY7720"/>
              </a:cxn>
              <a:cxn ang="0">
                <a:pos x="connsiteX7721" y="connsiteY7721"/>
              </a:cxn>
              <a:cxn ang="0">
                <a:pos x="connsiteX7722" y="connsiteY7722"/>
              </a:cxn>
              <a:cxn ang="0">
                <a:pos x="connsiteX7723" y="connsiteY7723"/>
              </a:cxn>
              <a:cxn ang="0">
                <a:pos x="connsiteX7724" y="connsiteY7724"/>
              </a:cxn>
              <a:cxn ang="0">
                <a:pos x="connsiteX7725" y="connsiteY7725"/>
              </a:cxn>
              <a:cxn ang="0">
                <a:pos x="connsiteX7726" y="connsiteY7726"/>
              </a:cxn>
              <a:cxn ang="0">
                <a:pos x="connsiteX7727" y="connsiteY7727"/>
              </a:cxn>
              <a:cxn ang="0">
                <a:pos x="connsiteX7728" y="connsiteY7728"/>
              </a:cxn>
              <a:cxn ang="0">
                <a:pos x="connsiteX7729" y="connsiteY7729"/>
              </a:cxn>
              <a:cxn ang="0">
                <a:pos x="connsiteX7730" y="connsiteY7730"/>
              </a:cxn>
              <a:cxn ang="0">
                <a:pos x="connsiteX7731" y="connsiteY7731"/>
              </a:cxn>
              <a:cxn ang="0">
                <a:pos x="connsiteX7732" y="connsiteY7732"/>
              </a:cxn>
              <a:cxn ang="0">
                <a:pos x="connsiteX7733" y="connsiteY7733"/>
              </a:cxn>
              <a:cxn ang="0">
                <a:pos x="connsiteX7734" y="connsiteY7734"/>
              </a:cxn>
              <a:cxn ang="0">
                <a:pos x="connsiteX7735" y="connsiteY7735"/>
              </a:cxn>
              <a:cxn ang="0">
                <a:pos x="connsiteX7736" y="connsiteY7736"/>
              </a:cxn>
              <a:cxn ang="0">
                <a:pos x="connsiteX7737" y="connsiteY7737"/>
              </a:cxn>
              <a:cxn ang="0">
                <a:pos x="connsiteX7738" y="connsiteY7738"/>
              </a:cxn>
              <a:cxn ang="0">
                <a:pos x="connsiteX7739" y="connsiteY7739"/>
              </a:cxn>
              <a:cxn ang="0">
                <a:pos x="connsiteX7740" y="connsiteY7740"/>
              </a:cxn>
              <a:cxn ang="0">
                <a:pos x="connsiteX7741" y="connsiteY7741"/>
              </a:cxn>
              <a:cxn ang="0">
                <a:pos x="connsiteX7742" y="connsiteY7742"/>
              </a:cxn>
              <a:cxn ang="0">
                <a:pos x="connsiteX7743" y="connsiteY7743"/>
              </a:cxn>
              <a:cxn ang="0">
                <a:pos x="connsiteX7744" y="connsiteY7744"/>
              </a:cxn>
              <a:cxn ang="0">
                <a:pos x="connsiteX7745" y="connsiteY7745"/>
              </a:cxn>
              <a:cxn ang="0">
                <a:pos x="connsiteX7746" y="connsiteY7746"/>
              </a:cxn>
              <a:cxn ang="0">
                <a:pos x="connsiteX7747" y="connsiteY7747"/>
              </a:cxn>
              <a:cxn ang="0">
                <a:pos x="connsiteX7748" y="connsiteY7748"/>
              </a:cxn>
              <a:cxn ang="0">
                <a:pos x="connsiteX7749" y="connsiteY7749"/>
              </a:cxn>
              <a:cxn ang="0">
                <a:pos x="connsiteX7750" y="connsiteY7750"/>
              </a:cxn>
              <a:cxn ang="0">
                <a:pos x="connsiteX7751" y="connsiteY7751"/>
              </a:cxn>
              <a:cxn ang="0">
                <a:pos x="connsiteX7752" y="connsiteY7752"/>
              </a:cxn>
              <a:cxn ang="0">
                <a:pos x="connsiteX7753" y="connsiteY7753"/>
              </a:cxn>
              <a:cxn ang="0">
                <a:pos x="connsiteX7754" y="connsiteY7754"/>
              </a:cxn>
              <a:cxn ang="0">
                <a:pos x="connsiteX7755" y="connsiteY7755"/>
              </a:cxn>
              <a:cxn ang="0">
                <a:pos x="connsiteX7756" y="connsiteY7756"/>
              </a:cxn>
              <a:cxn ang="0">
                <a:pos x="connsiteX7757" y="connsiteY7757"/>
              </a:cxn>
              <a:cxn ang="0">
                <a:pos x="connsiteX7758" y="connsiteY7758"/>
              </a:cxn>
              <a:cxn ang="0">
                <a:pos x="connsiteX7759" y="connsiteY7759"/>
              </a:cxn>
              <a:cxn ang="0">
                <a:pos x="connsiteX7760" y="connsiteY7760"/>
              </a:cxn>
              <a:cxn ang="0">
                <a:pos x="connsiteX7761" y="connsiteY7761"/>
              </a:cxn>
              <a:cxn ang="0">
                <a:pos x="connsiteX7762" y="connsiteY7762"/>
              </a:cxn>
              <a:cxn ang="0">
                <a:pos x="connsiteX7763" y="connsiteY7763"/>
              </a:cxn>
              <a:cxn ang="0">
                <a:pos x="connsiteX7764" y="connsiteY7764"/>
              </a:cxn>
              <a:cxn ang="0">
                <a:pos x="connsiteX7765" y="connsiteY7765"/>
              </a:cxn>
              <a:cxn ang="0">
                <a:pos x="connsiteX7766" y="connsiteY7766"/>
              </a:cxn>
              <a:cxn ang="0">
                <a:pos x="connsiteX7767" y="connsiteY7767"/>
              </a:cxn>
              <a:cxn ang="0">
                <a:pos x="connsiteX7768" y="connsiteY7768"/>
              </a:cxn>
              <a:cxn ang="0">
                <a:pos x="connsiteX7769" y="connsiteY7769"/>
              </a:cxn>
              <a:cxn ang="0">
                <a:pos x="connsiteX7770" y="connsiteY7770"/>
              </a:cxn>
              <a:cxn ang="0">
                <a:pos x="connsiteX7771" y="connsiteY7771"/>
              </a:cxn>
              <a:cxn ang="0">
                <a:pos x="connsiteX7772" y="connsiteY7772"/>
              </a:cxn>
              <a:cxn ang="0">
                <a:pos x="connsiteX7773" y="connsiteY7773"/>
              </a:cxn>
              <a:cxn ang="0">
                <a:pos x="connsiteX7774" y="connsiteY7774"/>
              </a:cxn>
              <a:cxn ang="0">
                <a:pos x="connsiteX7775" y="connsiteY7775"/>
              </a:cxn>
              <a:cxn ang="0">
                <a:pos x="connsiteX7776" y="connsiteY7776"/>
              </a:cxn>
              <a:cxn ang="0">
                <a:pos x="connsiteX7777" y="connsiteY7777"/>
              </a:cxn>
              <a:cxn ang="0">
                <a:pos x="connsiteX7778" y="connsiteY7778"/>
              </a:cxn>
              <a:cxn ang="0">
                <a:pos x="connsiteX7779" y="connsiteY7779"/>
              </a:cxn>
              <a:cxn ang="0">
                <a:pos x="connsiteX7780" y="connsiteY7780"/>
              </a:cxn>
              <a:cxn ang="0">
                <a:pos x="connsiteX7781" y="connsiteY7781"/>
              </a:cxn>
              <a:cxn ang="0">
                <a:pos x="connsiteX7782" y="connsiteY7782"/>
              </a:cxn>
              <a:cxn ang="0">
                <a:pos x="connsiteX7783" y="connsiteY7783"/>
              </a:cxn>
              <a:cxn ang="0">
                <a:pos x="connsiteX7784" y="connsiteY7784"/>
              </a:cxn>
              <a:cxn ang="0">
                <a:pos x="connsiteX7785" y="connsiteY7785"/>
              </a:cxn>
              <a:cxn ang="0">
                <a:pos x="connsiteX7786" y="connsiteY7786"/>
              </a:cxn>
              <a:cxn ang="0">
                <a:pos x="connsiteX7787" y="connsiteY7787"/>
              </a:cxn>
              <a:cxn ang="0">
                <a:pos x="connsiteX7788" y="connsiteY7788"/>
              </a:cxn>
              <a:cxn ang="0">
                <a:pos x="connsiteX7789" y="connsiteY7789"/>
              </a:cxn>
              <a:cxn ang="0">
                <a:pos x="connsiteX7790" y="connsiteY7790"/>
              </a:cxn>
              <a:cxn ang="0">
                <a:pos x="connsiteX7791" y="connsiteY7791"/>
              </a:cxn>
              <a:cxn ang="0">
                <a:pos x="connsiteX7792" y="connsiteY7792"/>
              </a:cxn>
              <a:cxn ang="0">
                <a:pos x="connsiteX7793" y="connsiteY7793"/>
              </a:cxn>
              <a:cxn ang="0">
                <a:pos x="connsiteX7794" y="connsiteY7794"/>
              </a:cxn>
              <a:cxn ang="0">
                <a:pos x="connsiteX7795" y="connsiteY7795"/>
              </a:cxn>
              <a:cxn ang="0">
                <a:pos x="connsiteX7796" y="connsiteY7796"/>
              </a:cxn>
              <a:cxn ang="0">
                <a:pos x="connsiteX7797" y="connsiteY7797"/>
              </a:cxn>
              <a:cxn ang="0">
                <a:pos x="connsiteX7798" y="connsiteY7798"/>
              </a:cxn>
              <a:cxn ang="0">
                <a:pos x="connsiteX7799" y="connsiteY7799"/>
              </a:cxn>
              <a:cxn ang="0">
                <a:pos x="connsiteX7800" y="connsiteY7800"/>
              </a:cxn>
              <a:cxn ang="0">
                <a:pos x="connsiteX7801" y="connsiteY7801"/>
              </a:cxn>
              <a:cxn ang="0">
                <a:pos x="connsiteX7802" y="connsiteY7802"/>
              </a:cxn>
              <a:cxn ang="0">
                <a:pos x="connsiteX7803" y="connsiteY7803"/>
              </a:cxn>
              <a:cxn ang="0">
                <a:pos x="connsiteX7804" y="connsiteY7804"/>
              </a:cxn>
              <a:cxn ang="0">
                <a:pos x="connsiteX7805" y="connsiteY7805"/>
              </a:cxn>
              <a:cxn ang="0">
                <a:pos x="connsiteX7806" y="connsiteY7806"/>
              </a:cxn>
              <a:cxn ang="0">
                <a:pos x="connsiteX7807" y="connsiteY7807"/>
              </a:cxn>
              <a:cxn ang="0">
                <a:pos x="connsiteX7808" y="connsiteY7808"/>
              </a:cxn>
              <a:cxn ang="0">
                <a:pos x="connsiteX7809" y="connsiteY7809"/>
              </a:cxn>
              <a:cxn ang="0">
                <a:pos x="connsiteX7810" y="connsiteY7810"/>
              </a:cxn>
              <a:cxn ang="0">
                <a:pos x="connsiteX7811" y="connsiteY7811"/>
              </a:cxn>
              <a:cxn ang="0">
                <a:pos x="connsiteX7812" y="connsiteY7812"/>
              </a:cxn>
              <a:cxn ang="0">
                <a:pos x="connsiteX7813" y="connsiteY7813"/>
              </a:cxn>
              <a:cxn ang="0">
                <a:pos x="connsiteX7814" y="connsiteY7814"/>
              </a:cxn>
              <a:cxn ang="0">
                <a:pos x="connsiteX7815" y="connsiteY7815"/>
              </a:cxn>
              <a:cxn ang="0">
                <a:pos x="connsiteX7816" y="connsiteY7816"/>
              </a:cxn>
              <a:cxn ang="0">
                <a:pos x="connsiteX7817" y="connsiteY7817"/>
              </a:cxn>
              <a:cxn ang="0">
                <a:pos x="connsiteX7818" y="connsiteY7818"/>
              </a:cxn>
              <a:cxn ang="0">
                <a:pos x="connsiteX7819" y="connsiteY7819"/>
              </a:cxn>
              <a:cxn ang="0">
                <a:pos x="connsiteX7820" y="connsiteY7820"/>
              </a:cxn>
              <a:cxn ang="0">
                <a:pos x="connsiteX7821" y="connsiteY7821"/>
              </a:cxn>
              <a:cxn ang="0">
                <a:pos x="connsiteX7822" y="connsiteY7822"/>
              </a:cxn>
              <a:cxn ang="0">
                <a:pos x="connsiteX7823" y="connsiteY7823"/>
              </a:cxn>
              <a:cxn ang="0">
                <a:pos x="connsiteX7824" y="connsiteY7824"/>
              </a:cxn>
              <a:cxn ang="0">
                <a:pos x="connsiteX7825" y="connsiteY7825"/>
              </a:cxn>
              <a:cxn ang="0">
                <a:pos x="connsiteX7826" y="connsiteY7826"/>
              </a:cxn>
              <a:cxn ang="0">
                <a:pos x="connsiteX7827" y="connsiteY7827"/>
              </a:cxn>
              <a:cxn ang="0">
                <a:pos x="connsiteX7828" y="connsiteY7828"/>
              </a:cxn>
              <a:cxn ang="0">
                <a:pos x="connsiteX7829" y="connsiteY7829"/>
              </a:cxn>
              <a:cxn ang="0">
                <a:pos x="connsiteX7830" y="connsiteY7830"/>
              </a:cxn>
              <a:cxn ang="0">
                <a:pos x="connsiteX7831" y="connsiteY7831"/>
              </a:cxn>
              <a:cxn ang="0">
                <a:pos x="connsiteX7832" y="connsiteY7832"/>
              </a:cxn>
              <a:cxn ang="0">
                <a:pos x="connsiteX7833" y="connsiteY7833"/>
              </a:cxn>
              <a:cxn ang="0">
                <a:pos x="connsiteX7834" y="connsiteY7834"/>
              </a:cxn>
              <a:cxn ang="0">
                <a:pos x="connsiteX7835" y="connsiteY7835"/>
              </a:cxn>
              <a:cxn ang="0">
                <a:pos x="connsiteX7836" y="connsiteY7836"/>
              </a:cxn>
              <a:cxn ang="0">
                <a:pos x="connsiteX7837" y="connsiteY7837"/>
              </a:cxn>
              <a:cxn ang="0">
                <a:pos x="connsiteX7838" y="connsiteY7838"/>
              </a:cxn>
              <a:cxn ang="0">
                <a:pos x="connsiteX7839" y="connsiteY7839"/>
              </a:cxn>
              <a:cxn ang="0">
                <a:pos x="connsiteX7840" y="connsiteY7840"/>
              </a:cxn>
              <a:cxn ang="0">
                <a:pos x="connsiteX7841" y="connsiteY7841"/>
              </a:cxn>
              <a:cxn ang="0">
                <a:pos x="connsiteX7842" y="connsiteY7842"/>
              </a:cxn>
              <a:cxn ang="0">
                <a:pos x="connsiteX7843" y="connsiteY7843"/>
              </a:cxn>
              <a:cxn ang="0">
                <a:pos x="connsiteX7844" y="connsiteY7844"/>
              </a:cxn>
              <a:cxn ang="0">
                <a:pos x="connsiteX7845" y="connsiteY7845"/>
              </a:cxn>
              <a:cxn ang="0">
                <a:pos x="connsiteX7846" y="connsiteY7846"/>
              </a:cxn>
              <a:cxn ang="0">
                <a:pos x="connsiteX7847" y="connsiteY7847"/>
              </a:cxn>
              <a:cxn ang="0">
                <a:pos x="connsiteX7848" y="connsiteY7848"/>
              </a:cxn>
              <a:cxn ang="0">
                <a:pos x="connsiteX7849" y="connsiteY7849"/>
              </a:cxn>
              <a:cxn ang="0">
                <a:pos x="connsiteX7850" y="connsiteY7850"/>
              </a:cxn>
              <a:cxn ang="0">
                <a:pos x="connsiteX7851" y="connsiteY7851"/>
              </a:cxn>
              <a:cxn ang="0">
                <a:pos x="connsiteX7852" y="connsiteY7852"/>
              </a:cxn>
              <a:cxn ang="0">
                <a:pos x="connsiteX7853" y="connsiteY7853"/>
              </a:cxn>
              <a:cxn ang="0">
                <a:pos x="connsiteX7854" y="connsiteY7854"/>
              </a:cxn>
              <a:cxn ang="0">
                <a:pos x="connsiteX7855" y="connsiteY7855"/>
              </a:cxn>
              <a:cxn ang="0">
                <a:pos x="connsiteX7856" y="connsiteY7856"/>
              </a:cxn>
              <a:cxn ang="0">
                <a:pos x="connsiteX7857" y="connsiteY7857"/>
              </a:cxn>
              <a:cxn ang="0">
                <a:pos x="connsiteX7858" y="connsiteY7858"/>
              </a:cxn>
              <a:cxn ang="0">
                <a:pos x="connsiteX7859" y="connsiteY7859"/>
              </a:cxn>
              <a:cxn ang="0">
                <a:pos x="connsiteX7860" y="connsiteY7860"/>
              </a:cxn>
              <a:cxn ang="0">
                <a:pos x="connsiteX7861" y="connsiteY7861"/>
              </a:cxn>
              <a:cxn ang="0">
                <a:pos x="connsiteX7862" y="connsiteY7862"/>
              </a:cxn>
              <a:cxn ang="0">
                <a:pos x="connsiteX7863" y="connsiteY7863"/>
              </a:cxn>
              <a:cxn ang="0">
                <a:pos x="connsiteX7864" y="connsiteY7864"/>
              </a:cxn>
              <a:cxn ang="0">
                <a:pos x="connsiteX7865" y="connsiteY7865"/>
              </a:cxn>
              <a:cxn ang="0">
                <a:pos x="connsiteX7866" y="connsiteY7866"/>
              </a:cxn>
              <a:cxn ang="0">
                <a:pos x="connsiteX7867" y="connsiteY7867"/>
              </a:cxn>
              <a:cxn ang="0">
                <a:pos x="connsiteX7868" y="connsiteY7868"/>
              </a:cxn>
              <a:cxn ang="0">
                <a:pos x="connsiteX7869" y="connsiteY7869"/>
              </a:cxn>
              <a:cxn ang="0">
                <a:pos x="connsiteX7870" y="connsiteY7870"/>
              </a:cxn>
              <a:cxn ang="0">
                <a:pos x="connsiteX7871" y="connsiteY7871"/>
              </a:cxn>
              <a:cxn ang="0">
                <a:pos x="connsiteX7872" y="connsiteY7872"/>
              </a:cxn>
              <a:cxn ang="0">
                <a:pos x="connsiteX7873" y="connsiteY7873"/>
              </a:cxn>
              <a:cxn ang="0">
                <a:pos x="connsiteX7874" y="connsiteY7874"/>
              </a:cxn>
              <a:cxn ang="0">
                <a:pos x="connsiteX7875" y="connsiteY7875"/>
              </a:cxn>
              <a:cxn ang="0">
                <a:pos x="connsiteX7876" y="connsiteY7876"/>
              </a:cxn>
              <a:cxn ang="0">
                <a:pos x="connsiteX7877" y="connsiteY7877"/>
              </a:cxn>
              <a:cxn ang="0">
                <a:pos x="connsiteX7878" y="connsiteY7878"/>
              </a:cxn>
              <a:cxn ang="0">
                <a:pos x="connsiteX7879" y="connsiteY7879"/>
              </a:cxn>
              <a:cxn ang="0">
                <a:pos x="connsiteX7880" y="connsiteY7880"/>
              </a:cxn>
              <a:cxn ang="0">
                <a:pos x="connsiteX7881" y="connsiteY7881"/>
              </a:cxn>
              <a:cxn ang="0">
                <a:pos x="connsiteX7882" y="connsiteY7882"/>
              </a:cxn>
              <a:cxn ang="0">
                <a:pos x="connsiteX7883" y="connsiteY7883"/>
              </a:cxn>
              <a:cxn ang="0">
                <a:pos x="connsiteX7884" y="connsiteY7884"/>
              </a:cxn>
              <a:cxn ang="0">
                <a:pos x="connsiteX7885" y="connsiteY7885"/>
              </a:cxn>
              <a:cxn ang="0">
                <a:pos x="connsiteX7886" y="connsiteY7886"/>
              </a:cxn>
              <a:cxn ang="0">
                <a:pos x="connsiteX7887" y="connsiteY7887"/>
              </a:cxn>
              <a:cxn ang="0">
                <a:pos x="connsiteX7888" y="connsiteY7888"/>
              </a:cxn>
              <a:cxn ang="0">
                <a:pos x="connsiteX7889" y="connsiteY7889"/>
              </a:cxn>
              <a:cxn ang="0">
                <a:pos x="connsiteX7890" y="connsiteY7890"/>
              </a:cxn>
              <a:cxn ang="0">
                <a:pos x="connsiteX7891" y="connsiteY7891"/>
              </a:cxn>
              <a:cxn ang="0">
                <a:pos x="connsiteX7892" y="connsiteY7892"/>
              </a:cxn>
              <a:cxn ang="0">
                <a:pos x="connsiteX7893" y="connsiteY7893"/>
              </a:cxn>
              <a:cxn ang="0">
                <a:pos x="connsiteX7894" y="connsiteY7894"/>
              </a:cxn>
              <a:cxn ang="0">
                <a:pos x="connsiteX7895" y="connsiteY7895"/>
              </a:cxn>
              <a:cxn ang="0">
                <a:pos x="connsiteX7896" y="connsiteY7896"/>
              </a:cxn>
              <a:cxn ang="0">
                <a:pos x="connsiteX7897" y="connsiteY7897"/>
              </a:cxn>
              <a:cxn ang="0">
                <a:pos x="connsiteX7898" y="connsiteY7898"/>
              </a:cxn>
              <a:cxn ang="0">
                <a:pos x="connsiteX7899" y="connsiteY7899"/>
              </a:cxn>
              <a:cxn ang="0">
                <a:pos x="connsiteX7900" y="connsiteY7900"/>
              </a:cxn>
              <a:cxn ang="0">
                <a:pos x="connsiteX7901" y="connsiteY7901"/>
              </a:cxn>
              <a:cxn ang="0">
                <a:pos x="connsiteX7902" y="connsiteY7902"/>
              </a:cxn>
              <a:cxn ang="0">
                <a:pos x="connsiteX7903" y="connsiteY7903"/>
              </a:cxn>
              <a:cxn ang="0">
                <a:pos x="connsiteX7904" y="connsiteY7904"/>
              </a:cxn>
              <a:cxn ang="0">
                <a:pos x="connsiteX7905" y="connsiteY7905"/>
              </a:cxn>
              <a:cxn ang="0">
                <a:pos x="connsiteX7906" y="connsiteY7906"/>
              </a:cxn>
              <a:cxn ang="0">
                <a:pos x="connsiteX7907" y="connsiteY7907"/>
              </a:cxn>
              <a:cxn ang="0">
                <a:pos x="connsiteX7908" y="connsiteY7908"/>
              </a:cxn>
              <a:cxn ang="0">
                <a:pos x="connsiteX7909" y="connsiteY7909"/>
              </a:cxn>
              <a:cxn ang="0">
                <a:pos x="connsiteX7910" y="connsiteY7910"/>
              </a:cxn>
              <a:cxn ang="0">
                <a:pos x="connsiteX7911" y="connsiteY7911"/>
              </a:cxn>
              <a:cxn ang="0">
                <a:pos x="connsiteX7912" y="connsiteY7912"/>
              </a:cxn>
              <a:cxn ang="0">
                <a:pos x="connsiteX7913" y="connsiteY7913"/>
              </a:cxn>
              <a:cxn ang="0">
                <a:pos x="connsiteX7914" y="connsiteY7914"/>
              </a:cxn>
              <a:cxn ang="0">
                <a:pos x="connsiteX7915" y="connsiteY7915"/>
              </a:cxn>
              <a:cxn ang="0">
                <a:pos x="connsiteX7916" y="connsiteY7916"/>
              </a:cxn>
              <a:cxn ang="0">
                <a:pos x="connsiteX7917" y="connsiteY7917"/>
              </a:cxn>
              <a:cxn ang="0">
                <a:pos x="connsiteX7918" y="connsiteY7918"/>
              </a:cxn>
              <a:cxn ang="0">
                <a:pos x="connsiteX7919" y="connsiteY7919"/>
              </a:cxn>
              <a:cxn ang="0">
                <a:pos x="connsiteX7920" y="connsiteY7920"/>
              </a:cxn>
              <a:cxn ang="0">
                <a:pos x="connsiteX7921" y="connsiteY7921"/>
              </a:cxn>
              <a:cxn ang="0">
                <a:pos x="connsiteX7922" y="connsiteY7922"/>
              </a:cxn>
              <a:cxn ang="0">
                <a:pos x="connsiteX7923" y="connsiteY7923"/>
              </a:cxn>
              <a:cxn ang="0">
                <a:pos x="connsiteX7924" y="connsiteY7924"/>
              </a:cxn>
              <a:cxn ang="0">
                <a:pos x="connsiteX7925" y="connsiteY7925"/>
              </a:cxn>
              <a:cxn ang="0">
                <a:pos x="connsiteX7926" y="connsiteY7926"/>
              </a:cxn>
              <a:cxn ang="0">
                <a:pos x="connsiteX7927" y="connsiteY7927"/>
              </a:cxn>
              <a:cxn ang="0">
                <a:pos x="connsiteX7928" y="connsiteY7928"/>
              </a:cxn>
              <a:cxn ang="0">
                <a:pos x="connsiteX7929" y="connsiteY7929"/>
              </a:cxn>
              <a:cxn ang="0">
                <a:pos x="connsiteX7930" y="connsiteY7930"/>
              </a:cxn>
              <a:cxn ang="0">
                <a:pos x="connsiteX7931" y="connsiteY7931"/>
              </a:cxn>
              <a:cxn ang="0">
                <a:pos x="connsiteX7932" y="connsiteY7932"/>
              </a:cxn>
              <a:cxn ang="0">
                <a:pos x="connsiteX7933" y="connsiteY7933"/>
              </a:cxn>
              <a:cxn ang="0">
                <a:pos x="connsiteX7934" y="connsiteY7934"/>
              </a:cxn>
              <a:cxn ang="0">
                <a:pos x="connsiteX7935" y="connsiteY7935"/>
              </a:cxn>
              <a:cxn ang="0">
                <a:pos x="connsiteX7936" y="connsiteY7936"/>
              </a:cxn>
              <a:cxn ang="0">
                <a:pos x="connsiteX7937" y="connsiteY7937"/>
              </a:cxn>
              <a:cxn ang="0">
                <a:pos x="connsiteX7938" y="connsiteY7938"/>
              </a:cxn>
              <a:cxn ang="0">
                <a:pos x="connsiteX7939" y="connsiteY7939"/>
              </a:cxn>
              <a:cxn ang="0">
                <a:pos x="connsiteX7940" y="connsiteY7940"/>
              </a:cxn>
              <a:cxn ang="0">
                <a:pos x="connsiteX7941" y="connsiteY7941"/>
              </a:cxn>
              <a:cxn ang="0">
                <a:pos x="connsiteX7942" y="connsiteY7942"/>
              </a:cxn>
              <a:cxn ang="0">
                <a:pos x="connsiteX7943" y="connsiteY7943"/>
              </a:cxn>
              <a:cxn ang="0">
                <a:pos x="connsiteX7944" y="connsiteY7944"/>
              </a:cxn>
              <a:cxn ang="0">
                <a:pos x="connsiteX7945" y="connsiteY7945"/>
              </a:cxn>
              <a:cxn ang="0">
                <a:pos x="connsiteX7946" y="connsiteY7946"/>
              </a:cxn>
              <a:cxn ang="0">
                <a:pos x="connsiteX7947" y="connsiteY7947"/>
              </a:cxn>
              <a:cxn ang="0">
                <a:pos x="connsiteX7948" y="connsiteY7948"/>
              </a:cxn>
              <a:cxn ang="0">
                <a:pos x="connsiteX7949" y="connsiteY7949"/>
              </a:cxn>
              <a:cxn ang="0">
                <a:pos x="connsiteX7950" y="connsiteY7950"/>
              </a:cxn>
              <a:cxn ang="0">
                <a:pos x="connsiteX7951" y="connsiteY7951"/>
              </a:cxn>
              <a:cxn ang="0">
                <a:pos x="connsiteX7952" y="connsiteY7952"/>
              </a:cxn>
              <a:cxn ang="0">
                <a:pos x="connsiteX7953" y="connsiteY7953"/>
              </a:cxn>
              <a:cxn ang="0">
                <a:pos x="connsiteX7954" y="connsiteY7954"/>
              </a:cxn>
              <a:cxn ang="0">
                <a:pos x="connsiteX7955" y="connsiteY7955"/>
              </a:cxn>
              <a:cxn ang="0">
                <a:pos x="connsiteX7956" y="connsiteY7956"/>
              </a:cxn>
              <a:cxn ang="0">
                <a:pos x="connsiteX7957" y="connsiteY7957"/>
              </a:cxn>
              <a:cxn ang="0">
                <a:pos x="connsiteX7958" y="connsiteY7958"/>
              </a:cxn>
              <a:cxn ang="0">
                <a:pos x="connsiteX7959" y="connsiteY7959"/>
              </a:cxn>
              <a:cxn ang="0">
                <a:pos x="connsiteX7960" y="connsiteY7960"/>
              </a:cxn>
              <a:cxn ang="0">
                <a:pos x="connsiteX7961" y="connsiteY7961"/>
              </a:cxn>
              <a:cxn ang="0">
                <a:pos x="connsiteX7962" y="connsiteY7962"/>
              </a:cxn>
              <a:cxn ang="0">
                <a:pos x="connsiteX7963" y="connsiteY7963"/>
              </a:cxn>
              <a:cxn ang="0">
                <a:pos x="connsiteX7964" y="connsiteY7964"/>
              </a:cxn>
              <a:cxn ang="0">
                <a:pos x="connsiteX7965" y="connsiteY7965"/>
              </a:cxn>
              <a:cxn ang="0">
                <a:pos x="connsiteX7966" y="connsiteY7966"/>
              </a:cxn>
              <a:cxn ang="0">
                <a:pos x="connsiteX7967" y="connsiteY7967"/>
              </a:cxn>
              <a:cxn ang="0">
                <a:pos x="connsiteX7968" y="connsiteY7968"/>
              </a:cxn>
              <a:cxn ang="0">
                <a:pos x="connsiteX7969" y="connsiteY7969"/>
              </a:cxn>
              <a:cxn ang="0">
                <a:pos x="connsiteX7970" y="connsiteY7970"/>
              </a:cxn>
              <a:cxn ang="0">
                <a:pos x="connsiteX7971" y="connsiteY7971"/>
              </a:cxn>
              <a:cxn ang="0">
                <a:pos x="connsiteX7972" y="connsiteY7972"/>
              </a:cxn>
              <a:cxn ang="0">
                <a:pos x="connsiteX7973" y="connsiteY7973"/>
              </a:cxn>
              <a:cxn ang="0">
                <a:pos x="connsiteX7974" y="connsiteY7974"/>
              </a:cxn>
              <a:cxn ang="0">
                <a:pos x="connsiteX7975" y="connsiteY7975"/>
              </a:cxn>
              <a:cxn ang="0">
                <a:pos x="connsiteX7976" y="connsiteY7976"/>
              </a:cxn>
              <a:cxn ang="0">
                <a:pos x="connsiteX7977" y="connsiteY7977"/>
              </a:cxn>
              <a:cxn ang="0">
                <a:pos x="connsiteX7978" y="connsiteY7978"/>
              </a:cxn>
              <a:cxn ang="0">
                <a:pos x="connsiteX7979" y="connsiteY7979"/>
              </a:cxn>
              <a:cxn ang="0">
                <a:pos x="connsiteX7980" y="connsiteY7980"/>
              </a:cxn>
              <a:cxn ang="0">
                <a:pos x="connsiteX7981" y="connsiteY7981"/>
              </a:cxn>
              <a:cxn ang="0">
                <a:pos x="connsiteX7982" y="connsiteY7982"/>
              </a:cxn>
              <a:cxn ang="0">
                <a:pos x="connsiteX7983" y="connsiteY7983"/>
              </a:cxn>
              <a:cxn ang="0">
                <a:pos x="connsiteX7984" y="connsiteY7984"/>
              </a:cxn>
              <a:cxn ang="0">
                <a:pos x="connsiteX7985" y="connsiteY7985"/>
              </a:cxn>
              <a:cxn ang="0">
                <a:pos x="connsiteX7986" y="connsiteY7986"/>
              </a:cxn>
              <a:cxn ang="0">
                <a:pos x="connsiteX7987" y="connsiteY7987"/>
              </a:cxn>
              <a:cxn ang="0">
                <a:pos x="connsiteX7988" y="connsiteY7988"/>
              </a:cxn>
              <a:cxn ang="0">
                <a:pos x="connsiteX7989" y="connsiteY7989"/>
              </a:cxn>
              <a:cxn ang="0">
                <a:pos x="connsiteX7990" y="connsiteY7990"/>
              </a:cxn>
              <a:cxn ang="0">
                <a:pos x="connsiteX7991" y="connsiteY7991"/>
              </a:cxn>
              <a:cxn ang="0">
                <a:pos x="connsiteX7992" y="connsiteY7992"/>
              </a:cxn>
              <a:cxn ang="0">
                <a:pos x="connsiteX7993" y="connsiteY7993"/>
              </a:cxn>
              <a:cxn ang="0">
                <a:pos x="connsiteX7994" y="connsiteY7994"/>
              </a:cxn>
              <a:cxn ang="0">
                <a:pos x="connsiteX7995" y="connsiteY7995"/>
              </a:cxn>
              <a:cxn ang="0">
                <a:pos x="connsiteX7996" y="connsiteY7996"/>
              </a:cxn>
              <a:cxn ang="0">
                <a:pos x="connsiteX7997" y="connsiteY7997"/>
              </a:cxn>
              <a:cxn ang="0">
                <a:pos x="connsiteX7998" y="connsiteY7998"/>
              </a:cxn>
              <a:cxn ang="0">
                <a:pos x="connsiteX7999" y="connsiteY7999"/>
              </a:cxn>
              <a:cxn ang="0">
                <a:pos x="connsiteX8000" y="connsiteY8000"/>
              </a:cxn>
              <a:cxn ang="0">
                <a:pos x="connsiteX8001" y="connsiteY8001"/>
              </a:cxn>
              <a:cxn ang="0">
                <a:pos x="connsiteX8002" y="connsiteY8002"/>
              </a:cxn>
              <a:cxn ang="0">
                <a:pos x="connsiteX8003" y="connsiteY8003"/>
              </a:cxn>
              <a:cxn ang="0">
                <a:pos x="connsiteX8004" y="connsiteY8004"/>
              </a:cxn>
              <a:cxn ang="0">
                <a:pos x="connsiteX8005" y="connsiteY8005"/>
              </a:cxn>
              <a:cxn ang="0">
                <a:pos x="connsiteX8006" y="connsiteY8006"/>
              </a:cxn>
              <a:cxn ang="0">
                <a:pos x="connsiteX8007" y="connsiteY8007"/>
              </a:cxn>
              <a:cxn ang="0">
                <a:pos x="connsiteX8008" y="connsiteY8008"/>
              </a:cxn>
              <a:cxn ang="0">
                <a:pos x="connsiteX8009" y="connsiteY8009"/>
              </a:cxn>
              <a:cxn ang="0">
                <a:pos x="connsiteX8010" y="connsiteY8010"/>
              </a:cxn>
              <a:cxn ang="0">
                <a:pos x="connsiteX8011" y="connsiteY8011"/>
              </a:cxn>
              <a:cxn ang="0">
                <a:pos x="connsiteX8012" y="connsiteY8012"/>
              </a:cxn>
              <a:cxn ang="0">
                <a:pos x="connsiteX8013" y="connsiteY8013"/>
              </a:cxn>
              <a:cxn ang="0">
                <a:pos x="connsiteX8014" y="connsiteY8014"/>
              </a:cxn>
              <a:cxn ang="0">
                <a:pos x="connsiteX8015" y="connsiteY8015"/>
              </a:cxn>
              <a:cxn ang="0">
                <a:pos x="connsiteX8016" y="connsiteY8016"/>
              </a:cxn>
              <a:cxn ang="0">
                <a:pos x="connsiteX8017" y="connsiteY8017"/>
              </a:cxn>
              <a:cxn ang="0">
                <a:pos x="connsiteX8018" y="connsiteY8018"/>
              </a:cxn>
              <a:cxn ang="0">
                <a:pos x="connsiteX8019" y="connsiteY8019"/>
              </a:cxn>
              <a:cxn ang="0">
                <a:pos x="connsiteX8020" y="connsiteY8020"/>
              </a:cxn>
              <a:cxn ang="0">
                <a:pos x="connsiteX8021" y="connsiteY8021"/>
              </a:cxn>
              <a:cxn ang="0">
                <a:pos x="connsiteX8022" y="connsiteY8022"/>
              </a:cxn>
              <a:cxn ang="0">
                <a:pos x="connsiteX8023" y="connsiteY8023"/>
              </a:cxn>
              <a:cxn ang="0">
                <a:pos x="connsiteX8024" y="connsiteY8024"/>
              </a:cxn>
              <a:cxn ang="0">
                <a:pos x="connsiteX8025" y="connsiteY8025"/>
              </a:cxn>
              <a:cxn ang="0">
                <a:pos x="connsiteX8026" y="connsiteY8026"/>
              </a:cxn>
              <a:cxn ang="0">
                <a:pos x="connsiteX8027" y="connsiteY8027"/>
              </a:cxn>
              <a:cxn ang="0">
                <a:pos x="connsiteX8028" y="connsiteY8028"/>
              </a:cxn>
              <a:cxn ang="0">
                <a:pos x="connsiteX8029" y="connsiteY8029"/>
              </a:cxn>
              <a:cxn ang="0">
                <a:pos x="connsiteX8030" y="connsiteY8030"/>
              </a:cxn>
              <a:cxn ang="0">
                <a:pos x="connsiteX8031" y="connsiteY8031"/>
              </a:cxn>
              <a:cxn ang="0">
                <a:pos x="connsiteX8032" y="connsiteY8032"/>
              </a:cxn>
              <a:cxn ang="0">
                <a:pos x="connsiteX8033" y="connsiteY8033"/>
              </a:cxn>
              <a:cxn ang="0">
                <a:pos x="connsiteX8034" y="connsiteY8034"/>
              </a:cxn>
              <a:cxn ang="0">
                <a:pos x="connsiteX8035" y="connsiteY8035"/>
              </a:cxn>
              <a:cxn ang="0">
                <a:pos x="connsiteX8036" y="connsiteY8036"/>
              </a:cxn>
              <a:cxn ang="0">
                <a:pos x="connsiteX8037" y="connsiteY8037"/>
              </a:cxn>
              <a:cxn ang="0">
                <a:pos x="connsiteX8038" y="connsiteY8038"/>
              </a:cxn>
              <a:cxn ang="0">
                <a:pos x="connsiteX8039" y="connsiteY8039"/>
              </a:cxn>
              <a:cxn ang="0">
                <a:pos x="connsiteX8040" y="connsiteY8040"/>
              </a:cxn>
              <a:cxn ang="0">
                <a:pos x="connsiteX8041" y="connsiteY8041"/>
              </a:cxn>
              <a:cxn ang="0">
                <a:pos x="connsiteX8042" y="connsiteY8042"/>
              </a:cxn>
              <a:cxn ang="0">
                <a:pos x="connsiteX8043" y="connsiteY8043"/>
              </a:cxn>
              <a:cxn ang="0">
                <a:pos x="connsiteX8044" y="connsiteY8044"/>
              </a:cxn>
              <a:cxn ang="0">
                <a:pos x="connsiteX8045" y="connsiteY8045"/>
              </a:cxn>
              <a:cxn ang="0">
                <a:pos x="connsiteX8046" y="connsiteY8046"/>
              </a:cxn>
              <a:cxn ang="0">
                <a:pos x="connsiteX8047" y="connsiteY8047"/>
              </a:cxn>
              <a:cxn ang="0">
                <a:pos x="connsiteX8048" y="connsiteY8048"/>
              </a:cxn>
              <a:cxn ang="0">
                <a:pos x="connsiteX8049" y="connsiteY8049"/>
              </a:cxn>
              <a:cxn ang="0">
                <a:pos x="connsiteX8050" y="connsiteY8050"/>
              </a:cxn>
              <a:cxn ang="0">
                <a:pos x="connsiteX8051" y="connsiteY8051"/>
              </a:cxn>
              <a:cxn ang="0">
                <a:pos x="connsiteX8052" y="connsiteY8052"/>
              </a:cxn>
              <a:cxn ang="0">
                <a:pos x="connsiteX8053" y="connsiteY8053"/>
              </a:cxn>
              <a:cxn ang="0">
                <a:pos x="connsiteX8054" y="connsiteY8054"/>
              </a:cxn>
              <a:cxn ang="0">
                <a:pos x="connsiteX8055" y="connsiteY8055"/>
              </a:cxn>
              <a:cxn ang="0">
                <a:pos x="connsiteX8056" y="connsiteY8056"/>
              </a:cxn>
              <a:cxn ang="0">
                <a:pos x="connsiteX8057" y="connsiteY8057"/>
              </a:cxn>
              <a:cxn ang="0">
                <a:pos x="connsiteX8058" y="connsiteY8058"/>
              </a:cxn>
              <a:cxn ang="0">
                <a:pos x="connsiteX8059" y="connsiteY8059"/>
              </a:cxn>
              <a:cxn ang="0">
                <a:pos x="connsiteX8060" y="connsiteY8060"/>
              </a:cxn>
              <a:cxn ang="0">
                <a:pos x="connsiteX8061" y="connsiteY8061"/>
              </a:cxn>
              <a:cxn ang="0">
                <a:pos x="connsiteX8062" y="connsiteY8062"/>
              </a:cxn>
              <a:cxn ang="0">
                <a:pos x="connsiteX8063" y="connsiteY8063"/>
              </a:cxn>
              <a:cxn ang="0">
                <a:pos x="connsiteX8064" y="connsiteY8064"/>
              </a:cxn>
              <a:cxn ang="0">
                <a:pos x="connsiteX8065" y="connsiteY8065"/>
              </a:cxn>
              <a:cxn ang="0">
                <a:pos x="connsiteX8066" y="connsiteY8066"/>
              </a:cxn>
              <a:cxn ang="0">
                <a:pos x="connsiteX8067" y="connsiteY8067"/>
              </a:cxn>
              <a:cxn ang="0">
                <a:pos x="connsiteX8068" y="connsiteY8068"/>
              </a:cxn>
              <a:cxn ang="0">
                <a:pos x="connsiteX8069" y="connsiteY8069"/>
              </a:cxn>
              <a:cxn ang="0">
                <a:pos x="connsiteX8070" y="connsiteY8070"/>
              </a:cxn>
              <a:cxn ang="0">
                <a:pos x="connsiteX8071" y="connsiteY8071"/>
              </a:cxn>
              <a:cxn ang="0">
                <a:pos x="connsiteX8072" y="connsiteY8072"/>
              </a:cxn>
              <a:cxn ang="0">
                <a:pos x="connsiteX8073" y="connsiteY8073"/>
              </a:cxn>
              <a:cxn ang="0">
                <a:pos x="connsiteX8074" y="connsiteY8074"/>
              </a:cxn>
              <a:cxn ang="0">
                <a:pos x="connsiteX8075" y="connsiteY8075"/>
              </a:cxn>
              <a:cxn ang="0">
                <a:pos x="connsiteX8076" y="connsiteY8076"/>
              </a:cxn>
              <a:cxn ang="0">
                <a:pos x="connsiteX8077" y="connsiteY8077"/>
              </a:cxn>
              <a:cxn ang="0">
                <a:pos x="connsiteX8078" y="connsiteY8078"/>
              </a:cxn>
              <a:cxn ang="0">
                <a:pos x="connsiteX8079" y="connsiteY8079"/>
              </a:cxn>
              <a:cxn ang="0">
                <a:pos x="connsiteX8080" y="connsiteY8080"/>
              </a:cxn>
              <a:cxn ang="0">
                <a:pos x="connsiteX8081" y="connsiteY8081"/>
              </a:cxn>
              <a:cxn ang="0">
                <a:pos x="connsiteX8082" y="connsiteY8082"/>
              </a:cxn>
              <a:cxn ang="0">
                <a:pos x="connsiteX8083" y="connsiteY8083"/>
              </a:cxn>
              <a:cxn ang="0">
                <a:pos x="connsiteX8084" y="connsiteY8084"/>
              </a:cxn>
              <a:cxn ang="0">
                <a:pos x="connsiteX8085" y="connsiteY8085"/>
              </a:cxn>
              <a:cxn ang="0">
                <a:pos x="connsiteX8086" y="connsiteY8086"/>
              </a:cxn>
              <a:cxn ang="0">
                <a:pos x="connsiteX8087" y="connsiteY8087"/>
              </a:cxn>
              <a:cxn ang="0">
                <a:pos x="connsiteX8088" y="connsiteY8088"/>
              </a:cxn>
              <a:cxn ang="0">
                <a:pos x="connsiteX8089" y="connsiteY8089"/>
              </a:cxn>
              <a:cxn ang="0">
                <a:pos x="connsiteX8090" y="connsiteY8090"/>
              </a:cxn>
              <a:cxn ang="0">
                <a:pos x="connsiteX8091" y="connsiteY8091"/>
              </a:cxn>
              <a:cxn ang="0">
                <a:pos x="connsiteX8092" y="connsiteY8092"/>
              </a:cxn>
              <a:cxn ang="0">
                <a:pos x="connsiteX8093" y="connsiteY8093"/>
              </a:cxn>
              <a:cxn ang="0">
                <a:pos x="connsiteX8094" y="connsiteY8094"/>
              </a:cxn>
              <a:cxn ang="0">
                <a:pos x="connsiteX8095" y="connsiteY8095"/>
              </a:cxn>
              <a:cxn ang="0">
                <a:pos x="connsiteX8096" y="connsiteY8096"/>
              </a:cxn>
              <a:cxn ang="0">
                <a:pos x="connsiteX8097" y="connsiteY8097"/>
              </a:cxn>
              <a:cxn ang="0">
                <a:pos x="connsiteX8098" y="connsiteY8098"/>
              </a:cxn>
              <a:cxn ang="0">
                <a:pos x="connsiteX8099" y="connsiteY8099"/>
              </a:cxn>
              <a:cxn ang="0">
                <a:pos x="connsiteX8100" y="connsiteY8100"/>
              </a:cxn>
              <a:cxn ang="0">
                <a:pos x="connsiteX8101" y="connsiteY8101"/>
              </a:cxn>
              <a:cxn ang="0">
                <a:pos x="connsiteX8102" y="connsiteY8102"/>
              </a:cxn>
              <a:cxn ang="0">
                <a:pos x="connsiteX8103" y="connsiteY8103"/>
              </a:cxn>
              <a:cxn ang="0">
                <a:pos x="connsiteX8104" y="connsiteY8104"/>
              </a:cxn>
              <a:cxn ang="0">
                <a:pos x="connsiteX8105" y="connsiteY8105"/>
              </a:cxn>
              <a:cxn ang="0">
                <a:pos x="connsiteX8106" y="connsiteY8106"/>
              </a:cxn>
              <a:cxn ang="0">
                <a:pos x="connsiteX8107" y="connsiteY8107"/>
              </a:cxn>
              <a:cxn ang="0">
                <a:pos x="connsiteX8108" y="connsiteY8108"/>
              </a:cxn>
              <a:cxn ang="0">
                <a:pos x="connsiteX8109" y="connsiteY8109"/>
              </a:cxn>
              <a:cxn ang="0">
                <a:pos x="connsiteX8110" y="connsiteY8110"/>
              </a:cxn>
              <a:cxn ang="0">
                <a:pos x="connsiteX8111" y="connsiteY8111"/>
              </a:cxn>
              <a:cxn ang="0">
                <a:pos x="connsiteX8112" y="connsiteY8112"/>
              </a:cxn>
              <a:cxn ang="0">
                <a:pos x="connsiteX8113" y="connsiteY8113"/>
              </a:cxn>
              <a:cxn ang="0">
                <a:pos x="connsiteX8114" y="connsiteY8114"/>
              </a:cxn>
              <a:cxn ang="0">
                <a:pos x="connsiteX8115" y="connsiteY8115"/>
              </a:cxn>
              <a:cxn ang="0">
                <a:pos x="connsiteX8116" y="connsiteY8116"/>
              </a:cxn>
              <a:cxn ang="0">
                <a:pos x="connsiteX8117" y="connsiteY8117"/>
              </a:cxn>
              <a:cxn ang="0">
                <a:pos x="connsiteX8118" y="connsiteY8118"/>
              </a:cxn>
              <a:cxn ang="0">
                <a:pos x="connsiteX8119" y="connsiteY8119"/>
              </a:cxn>
              <a:cxn ang="0">
                <a:pos x="connsiteX8120" y="connsiteY8120"/>
              </a:cxn>
              <a:cxn ang="0">
                <a:pos x="connsiteX8121" y="connsiteY8121"/>
              </a:cxn>
              <a:cxn ang="0">
                <a:pos x="connsiteX8122" y="connsiteY8122"/>
              </a:cxn>
              <a:cxn ang="0">
                <a:pos x="connsiteX8123" y="connsiteY8123"/>
              </a:cxn>
              <a:cxn ang="0">
                <a:pos x="connsiteX8124" y="connsiteY8124"/>
              </a:cxn>
              <a:cxn ang="0">
                <a:pos x="connsiteX8125" y="connsiteY8125"/>
              </a:cxn>
              <a:cxn ang="0">
                <a:pos x="connsiteX8126" y="connsiteY8126"/>
              </a:cxn>
              <a:cxn ang="0">
                <a:pos x="connsiteX8127" y="connsiteY8127"/>
              </a:cxn>
              <a:cxn ang="0">
                <a:pos x="connsiteX8128" y="connsiteY8128"/>
              </a:cxn>
              <a:cxn ang="0">
                <a:pos x="connsiteX8129" y="connsiteY8129"/>
              </a:cxn>
              <a:cxn ang="0">
                <a:pos x="connsiteX8130" y="connsiteY8130"/>
              </a:cxn>
              <a:cxn ang="0">
                <a:pos x="connsiteX8131" y="connsiteY8131"/>
              </a:cxn>
              <a:cxn ang="0">
                <a:pos x="connsiteX8132" y="connsiteY8132"/>
              </a:cxn>
              <a:cxn ang="0">
                <a:pos x="connsiteX8133" y="connsiteY8133"/>
              </a:cxn>
              <a:cxn ang="0">
                <a:pos x="connsiteX8134" y="connsiteY8134"/>
              </a:cxn>
              <a:cxn ang="0">
                <a:pos x="connsiteX8135" y="connsiteY8135"/>
              </a:cxn>
              <a:cxn ang="0">
                <a:pos x="connsiteX8136" y="connsiteY8136"/>
              </a:cxn>
              <a:cxn ang="0">
                <a:pos x="connsiteX8137" y="connsiteY8137"/>
              </a:cxn>
              <a:cxn ang="0">
                <a:pos x="connsiteX8138" y="connsiteY8138"/>
              </a:cxn>
              <a:cxn ang="0">
                <a:pos x="connsiteX8139" y="connsiteY8139"/>
              </a:cxn>
              <a:cxn ang="0">
                <a:pos x="connsiteX8140" y="connsiteY8140"/>
              </a:cxn>
              <a:cxn ang="0">
                <a:pos x="connsiteX8141" y="connsiteY8141"/>
              </a:cxn>
              <a:cxn ang="0">
                <a:pos x="connsiteX8142" y="connsiteY8142"/>
              </a:cxn>
              <a:cxn ang="0">
                <a:pos x="connsiteX8143" y="connsiteY8143"/>
              </a:cxn>
              <a:cxn ang="0">
                <a:pos x="connsiteX8144" y="connsiteY8144"/>
              </a:cxn>
              <a:cxn ang="0">
                <a:pos x="connsiteX8145" y="connsiteY8145"/>
              </a:cxn>
              <a:cxn ang="0">
                <a:pos x="connsiteX8146" y="connsiteY8146"/>
              </a:cxn>
              <a:cxn ang="0">
                <a:pos x="connsiteX8147" y="connsiteY8147"/>
              </a:cxn>
              <a:cxn ang="0">
                <a:pos x="connsiteX8148" y="connsiteY8148"/>
              </a:cxn>
              <a:cxn ang="0">
                <a:pos x="connsiteX8149" y="connsiteY8149"/>
              </a:cxn>
              <a:cxn ang="0">
                <a:pos x="connsiteX8150" y="connsiteY8150"/>
              </a:cxn>
              <a:cxn ang="0">
                <a:pos x="connsiteX8151" y="connsiteY8151"/>
              </a:cxn>
              <a:cxn ang="0">
                <a:pos x="connsiteX8152" y="connsiteY8152"/>
              </a:cxn>
              <a:cxn ang="0">
                <a:pos x="connsiteX8153" y="connsiteY8153"/>
              </a:cxn>
              <a:cxn ang="0">
                <a:pos x="connsiteX8154" y="connsiteY8154"/>
              </a:cxn>
              <a:cxn ang="0">
                <a:pos x="connsiteX8155" y="connsiteY8155"/>
              </a:cxn>
              <a:cxn ang="0">
                <a:pos x="connsiteX8156" y="connsiteY8156"/>
              </a:cxn>
              <a:cxn ang="0">
                <a:pos x="connsiteX8157" y="connsiteY8157"/>
              </a:cxn>
              <a:cxn ang="0">
                <a:pos x="connsiteX8158" y="connsiteY8158"/>
              </a:cxn>
              <a:cxn ang="0">
                <a:pos x="connsiteX8159" y="connsiteY8159"/>
              </a:cxn>
              <a:cxn ang="0">
                <a:pos x="connsiteX8160" y="connsiteY8160"/>
              </a:cxn>
              <a:cxn ang="0">
                <a:pos x="connsiteX8161" y="connsiteY8161"/>
              </a:cxn>
              <a:cxn ang="0">
                <a:pos x="connsiteX8162" y="connsiteY8162"/>
              </a:cxn>
              <a:cxn ang="0">
                <a:pos x="connsiteX8163" y="connsiteY8163"/>
              </a:cxn>
              <a:cxn ang="0">
                <a:pos x="connsiteX8164" y="connsiteY8164"/>
              </a:cxn>
              <a:cxn ang="0">
                <a:pos x="connsiteX8165" y="connsiteY8165"/>
              </a:cxn>
              <a:cxn ang="0">
                <a:pos x="connsiteX8166" y="connsiteY8166"/>
              </a:cxn>
              <a:cxn ang="0">
                <a:pos x="connsiteX8167" y="connsiteY8167"/>
              </a:cxn>
              <a:cxn ang="0">
                <a:pos x="connsiteX8168" y="connsiteY8168"/>
              </a:cxn>
              <a:cxn ang="0">
                <a:pos x="connsiteX8169" y="connsiteY8169"/>
              </a:cxn>
              <a:cxn ang="0">
                <a:pos x="connsiteX8170" y="connsiteY8170"/>
              </a:cxn>
              <a:cxn ang="0">
                <a:pos x="connsiteX8171" y="connsiteY8171"/>
              </a:cxn>
              <a:cxn ang="0">
                <a:pos x="connsiteX8172" y="connsiteY8172"/>
              </a:cxn>
              <a:cxn ang="0">
                <a:pos x="connsiteX8173" y="connsiteY8173"/>
              </a:cxn>
              <a:cxn ang="0">
                <a:pos x="connsiteX8174" y="connsiteY8174"/>
              </a:cxn>
              <a:cxn ang="0">
                <a:pos x="connsiteX8175" y="connsiteY8175"/>
              </a:cxn>
              <a:cxn ang="0">
                <a:pos x="connsiteX8176" y="connsiteY8176"/>
              </a:cxn>
              <a:cxn ang="0">
                <a:pos x="connsiteX8177" y="connsiteY8177"/>
              </a:cxn>
              <a:cxn ang="0">
                <a:pos x="connsiteX8178" y="connsiteY8178"/>
              </a:cxn>
              <a:cxn ang="0">
                <a:pos x="connsiteX8179" y="connsiteY8179"/>
              </a:cxn>
              <a:cxn ang="0">
                <a:pos x="connsiteX8180" y="connsiteY8180"/>
              </a:cxn>
              <a:cxn ang="0">
                <a:pos x="connsiteX8181" y="connsiteY8181"/>
              </a:cxn>
              <a:cxn ang="0">
                <a:pos x="connsiteX8182" y="connsiteY8182"/>
              </a:cxn>
              <a:cxn ang="0">
                <a:pos x="connsiteX8183" y="connsiteY8183"/>
              </a:cxn>
              <a:cxn ang="0">
                <a:pos x="connsiteX8184" y="connsiteY8184"/>
              </a:cxn>
              <a:cxn ang="0">
                <a:pos x="connsiteX8185" y="connsiteY8185"/>
              </a:cxn>
              <a:cxn ang="0">
                <a:pos x="connsiteX8186" y="connsiteY8186"/>
              </a:cxn>
              <a:cxn ang="0">
                <a:pos x="connsiteX8187" y="connsiteY8187"/>
              </a:cxn>
              <a:cxn ang="0">
                <a:pos x="connsiteX8188" y="connsiteY8188"/>
              </a:cxn>
              <a:cxn ang="0">
                <a:pos x="connsiteX8189" y="connsiteY8189"/>
              </a:cxn>
              <a:cxn ang="0">
                <a:pos x="connsiteX8190" y="connsiteY8190"/>
              </a:cxn>
              <a:cxn ang="0">
                <a:pos x="connsiteX8191" y="connsiteY8191"/>
              </a:cxn>
              <a:cxn ang="0">
                <a:pos x="connsiteX8192" y="connsiteY8192"/>
              </a:cxn>
              <a:cxn ang="0">
                <a:pos x="connsiteX8193" y="connsiteY8193"/>
              </a:cxn>
              <a:cxn ang="0">
                <a:pos x="connsiteX8194" y="connsiteY8194"/>
              </a:cxn>
              <a:cxn ang="0">
                <a:pos x="connsiteX8195" y="connsiteY8195"/>
              </a:cxn>
              <a:cxn ang="0">
                <a:pos x="connsiteX8196" y="connsiteY8196"/>
              </a:cxn>
              <a:cxn ang="0">
                <a:pos x="connsiteX8197" y="connsiteY8197"/>
              </a:cxn>
              <a:cxn ang="0">
                <a:pos x="connsiteX8198" y="connsiteY8198"/>
              </a:cxn>
              <a:cxn ang="0">
                <a:pos x="connsiteX8199" y="connsiteY8199"/>
              </a:cxn>
              <a:cxn ang="0">
                <a:pos x="connsiteX8200" y="connsiteY8200"/>
              </a:cxn>
              <a:cxn ang="0">
                <a:pos x="connsiteX8201" y="connsiteY8201"/>
              </a:cxn>
              <a:cxn ang="0">
                <a:pos x="connsiteX8202" y="connsiteY8202"/>
              </a:cxn>
              <a:cxn ang="0">
                <a:pos x="connsiteX8203" y="connsiteY8203"/>
              </a:cxn>
              <a:cxn ang="0">
                <a:pos x="connsiteX8204" y="connsiteY8204"/>
              </a:cxn>
              <a:cxn ang="0">
                <a:pos x="connsiteX8205" y="connsiteY8205"/>
              </a:cxn>
              <a:cxn ang="0">
                <a:pos x="connsiteX8206" y="connsiteY8206"/>
              </a:cxn>
              <a:cxn ang="0">
                <a:pos x="connsiteX8207" y="connsiteY8207"/>
              </a:cxn>
              <a:cxn ang="0">
                <a:pos x="connsiteX8208" y="connsiteY8208"/>
              </a:cxn>
              <a:cxn ang="0">
                <a:pos x="connsiteX8209" y="connsiteY8209"/>
              </a:cxn>
              <a:cxn ang="0">
                <a:pos x="connsiteX8210" y="connsiteY8210"/>
              </a:cxn>
              <a:cxn ang="0">
                <a:pos x="connsiteX8211" y="connsiteY8211"/>
              </a:cxn>
              <a:cxn ang="0">
                <a:pos x="connsiteX8212" y="connsiteY8212"/>
              </a:cxn>
              <a:cxn ang="0">
                <a:pos x="connsiteX8213" y="connsiteY8213"/>
              </a:cxn>
              <a:cxn ang="0">
                <a:pos x="connsiteX8214" y="connsiteY8214"/>
              </a:cxn>
              <a:cxn ang="0">
                <a:pos x="connsiteX8215" y="connsiteY8215"/>
              </a:cxn>
              <a:cxn ang="0">
                <a:pos x="connsiteX8216" y="connsiteY8216"/>
              </a:cxn>
              <a:cxn ang="0">
                <a:pos x="connsiteX8217" y="connsiteY8217"/>
              </a:cxn>
              <a:cxn ang="0">
                <a:pos x="connsiteX8218" y="connsiteY8218"/>
              </a:cxn>
              <a:cxn ang="0">
                <a:pos x="connsiteX8219" y="connsiteY8219"/>
              </a:cxn>
              <a:cxn ang="0">
                <a:pos x="connsiteX8220" y="connsiteY8220"/>
              </a:cxn>
              <a:cxn ang="0">
                <a:pos x="connsiteX8221" y="connsiteY8221"/>
              </a:cxn>
              <a:cxn ang="0">
                <a:pos x="connsiteX8222" y="connsiteY8222"/>
              </a:cxn>
              <a:cxn ang="0">
                <a:pos x="connsiteX8223" y="connsiteY8223"/>
              </a:cxn>
              <a:cxn ang="0">
                <a:pos x="connsiteX8224" y="connsiteY8224"/>
              </a:cxn>
              <a:cxn ang="0">
                <a:pos x="connsiteX8225" y="connsiteY8225"/>
              </a:cxn>
              <a:cxn ang="0">
                <a:pos x="connsiteX8226" y="connsiteY8226"/>
              </a:cxn>
              <a:cxn ang="0">
                <a:pos x="connsiteX8227" y="connsiteY8227"/>
              </a:cxn>
              <a:cxn ang="0">
                <a:pos x="connsiteX8228" y="connsiteY8228"/>
              </a:cxn>
              <a:cxn ang="0">
                <a:pos x="connsiteX8229" y="connsiteY8229"/>
              </a:cxn>
              <a:cxn ang="0">
                <a:pos x="connsiteX8230" y="connsiteY8230"/>
              </a:cxn>
              <a:cxn ang="0">
                <a:pos x="connsiteX8231" y="connsiteY8231"/>
              </a:cxn>
              <a:cxn ang="0">
                <a:pos x="connsiteX8232" y="connsiteY8232"/>
              </a:cxn>
              <a:cxn ang="0">
                <a:pos x="connsiteX8233" y="connsiteY8233"/>
              </a:cxn>
              <a:cxn ang="0">
                <a:pos x="connsiteX8234" y="connsiteY8234"/>
              </a:cxn>
              <a:cxn ang="0">
                <a:pos x="connsiteX8235" y="connsiteY8235"/>
              </a:cxn>
              <a:cxn ang="0">
                <a:pos x="connsiteX8236" y="connsiteY8236"/>
              </a:cxn>
              <a:cxn ang="0">
                <a:pos x="connsiteX8237" y="connsiteY8237"/>
              </a:cxn>
              <a:cxn ang="0">
                <a:pos x="connsiteX8238" y="connsiteY8238"/>
              </a:cxn>
              <a:cxn ang="0">
                <a:pos x="connsiteX8239" y="connsiteY8239"/>
              </a:cxn>
              <a:cxn ang="0">
                <a:pos x="connsiteX8240" y="connsiteY8240"/>
              </a:cxn>
              <a:cxn ang="0">
                <a:pos x="connsiteX8241" y="connsiteY8241"/>
              </a:cxn>
              <a:cxn ang="0">
                <a:pos x="connsiteX8242" y="connsiteY8242"/>
              </a:cxn>
              <a:cxn ang="0">
                <a:pos x="connsiteX8243" y="connsiteY8243"/>
              </a:cxn>
              <a:cxn ang="0">
                <a:pos x="connsiteX8244" y="connsiteY8244"/>
              </a:cxn>
              <a:cxn ang="0">
                <a:pos x="connsiteX8245" y="connsiteY8245"/>
              </a:cxn>
              <a:cxn ang="0">
                <a:pos x="connsiteX8246" y="connsiteY8246"/>
              </a:cxn>
              <a:cxn ang="0">
                <a:pos x="connsiteX8247" y="connsiteY8247"/>
              </a:cxn>
              <a:cxn ang="0">
                <a:pos x="connsiteX8248" y="connsiteY8248"/>
              </a:cxn>
              <a:cxn ang="0">
                <a:pos x="connsiteX8249" y="connsiteY8249"/>
              </a:cxn>
              <a:cxn ang="0">
                <a:pos x="connsiteX8250" y="connsiteY8250"/>
              </a:cxn>
              <a:cxn ang="0">
                <a:pos x="connsiteX8251" y="connsiteY8251"/>
              </a:cxn>
              <a:cxn ang="0">
                <a:pos x="connsiteX8252" y="connsiteY8252"/>
              </a:cxn>
              <a:cxn ang="0">
                <a:pos x="connsiteX8253" y="connsiteY8253"/>
              </a:cxn>
              <a:cxn ang="0">
                <a:pos x="connsiteX8254" y="connsiteY8254"/>
              </a:cxn>
              <a:cxn ang="0">
                <a:pos x="connsiteX8255" y="connsiteY8255"/>
              </a:cxn>
              <a:cxn ang="0">
                <a:pos x="connsiteX8256" y="connsiteY8256"/>
              </a:cxn>
              <a:cxn ang="0">
                <a:pos x="connsiteX8257" y="connsiteY8257"/>
              </a:cxn>
              <a:cxn ang="0">
                <a:pos x="connsiteX8258" y="connsiteY8258"/>
              </a:cxn>
              <a:cxn ang="0">
                <a:pos x="connsiteX8259" y="connsiteY8259"/>
              </a:cxn>
              <a:cxn ang="0">
                <a:pos x="connsiteX8260" y="connsiteY8260"/>
              </a:cxn>
              <a:cxn ang="0">
                <a:pos x="connsiteX8261" y="connsiteY8261"/>
              </a:cxn>
              <a:cxn ang="0">
                <a:pos x="connsiteX8262" y="connsiteY8262"/>
              </a:cxn>
              <a:cxn ang="0">
                <a:pos x="connsiteX8263" y="connsiteY8263"/>
              </a:cxn>
              <a:cxn ang="0">
                <a:pos x="connsiteX8264" y="connsiteY8264"/>
              </a:cxn>
              <a:cxn ang="0">
                <a:pos x="connsiteX8265" y="connsiteY8265"/>
              </a:cxn>
              <a:cxn ang="0">
                <a:pos x="connsiteX8266" y="connsiteY8266"/>
              </a:cxn>
              <a:cxn ang="0">
                <a:pos x="connsiteX8267" y="connsiteY8267"/>
              </a:cxn>
              <a:cxn ang="0">
                <a:pos x="connsiteX8268" y="connsiteY8268"/>
              </a:cxn>
              <a:cxn ang="0">
                <a:pos x="connsiteX8269" y="connsiteY8269"/>
              </a:cxn>
              <a:cxn ang="0">
                <a:pos x="connsiteX8270" y="connsiteY8270"/>
              </a:cxn>
              <a:cxn ang="0">
                <a:pos x="connsiteX8271" y="connsiteY8271"/>
              </a:cxn>
              <a:cxn ang="0">
                <a:pos x="connsiteX8272" y="connsiteY8272"/>
              </a:cxn>
              <a:cxn ang="0">
                <a:pos x="connsiteX8273" y="connsiteY8273"/>
              </a:cxn>
              <a:cxn ang="0">
                <a:pos x="connsiteX8274" y="connsiteY8274"/>
              </a:cxn>
              <a:cxn ang="0">
                <a:pos x="connsiteX8275" y="connsiteY8275"/>
              </a:cxn>
              <a:cxn ang="0">
                <a:pos x="connsiteX8276" y="connsiteY8276"/>
              </a:cxn>
              <a:cxn ang="0">
                <a:pos x="connsiteX8277" y="connsiteY8277"/>
              </a:cxn>
              <a:cxn ang="0">
                <a:pos x="connsiteX8278" y="connsiteY8278"/>
              </a:cxn>
              <a:cxn ang="0">
                <a:pos x="connsiteX8279" y="connsiteY8279"/>
              </a:cxn>
              <a:cxn ang="0">
                <a:pos x="connsiteX8280" y="connsiteY8280"/>
              </a:cxn>
              <a:cxn ang="0">
                <a:pos x="connsiteX8281" y="connsiteY8281"/>
              </a:cxn>
              <a:cxn ang="0">
                <a:pos x="connsiteX8282" y="connsiteY8282"/>
              </a:cxn>
              <a:cxn ang="0">
                <a:pos x="connsiteX8283" y="connsiteY8283"/>
              </a:cxn>
              <a:cxn ang="0">
                <a:pos x="connsiteX8284" y="connsiteY8284"/>
              </a:cxn>
              <a:cxn ang="0">
                <a:pos x="connsiteX8285" y="connsiteY8285"/>
              </a:cxn>
              <a:cxn ang="0">
                <a:pos x="connsiteX8286" y="connsiteY8286"/>
              </a:cxn>
              <a:cxn ang="0">
                <a:pos x="connsiteX8287" y="connsiteY8287"/>
              </a:cxn>
              <a:cxn ang="0">
                <a:pos x="connsiteX8288" y="connsiteY8288"/>
              </a:cxn>
              <a:cxn ang="0">
                <a:pos x="connsiteX8289" y="connsiteY8289"/>
              </a:cxn>
              <a:cxn ang="0">
                <a:pos x="connsiteX8290" y="connsiteY8290"/>
              </a:cxn>
              <a:cxn ang="0">
                <a:pos x="connsiteX8291" y="connsiteY8291"/>
              </a:cxn>
              <a:cxn ang="0">
                <a:pos x="connsiteX8292" y="connsiteY8292"/>
              </a:cxn>
              <a:cxn ang="0">
                <a:pos x="connsiteX8293" y="connsiteY8293"/>
              </a:cxn>
              <a:cxn ang="0">
                <a:pos x="connsiteX8294" y="connsiteY8294"/>
              </a:cxn>
              <a:cxn ang="0">
                <a:pos x="connsiteX8295" y="connsiteY8295"/>
              </a:cxn>
              <a:cxn ang="0">
                <a:pos x="connsiteX8296" y="connsiteY8296"/>
              </a:cxn>
              <a:cxn ang="0">
                <a:pos x="connsiteX8297" y="connsiteY8297"/>
              </a:cxn>
              <a:cxn ang="0">
                <a:pos x="connsiteX8298" y="connsiteY8298"/>
              </a:cxn>
              <a:cxn ang="0">
                <a:pos x="connsiteX8299" y="connsiteY8299"/>
              </a:cxn>
              <a:cxn ang="0">
                <a:pos x="connsiteX8300" y="connsiteY8300"/>
              </a:cxn>
              <a:cxn ang="0">
                <a:pos x="connsiteX8301" y="connsiteY8301"/>
              </a:cxn>
              <a:cxn ang="0">
                <a:pos x="connsiteX8302" y="connsiteY8302"/>
              </a:cxn>
              <a:cxn ang="0">
                <a:pos x="connsiteX8303" y="connsiteY8303"/>
              </a:cxn>
              <a:cxn ang="0">
                <a:pos x="connsiteX8304" y="connsiteY8304"/>
              </a:cxn>
              <a:cxn ang="0">
                <a:pos x="connsiteX8305" y="connsiteY8305"/>
              </a:cxn>
              <a:cxn ang="0">
                <a:pos x="connsiteX8306" y="connsiteY8306"/>
              </a:cxn>
              <a:cxn ang="0">
                <a:pos x="connsiteX8307" y="connsiteY8307"/>
              </a:cxn>
              <a:cxn ang="0">
                <a:pos x="connsiteX8308" y="connsiteY8308"/>
              </a:cxn>
              <a:cxn ang="0">
                <a:pos x="connsiteX8309" y="connsiteY8309"/>
              </a:cxn>
              <a:cxn ang="0">
                <a:pos x="connsiteX8310" y="connsiteY8310"/>
              </a:cxn>
              <a:cxn ang="0">
                <a:pos x="connsiteX8311" y="connsiteY8311"/>
              </a:cxn>
              <a:cxn ang="0">
                <a:pos x="connsiteX8312" y="connsiteY8312"/>
              </a:cxn>
              <a:cxn ang="0">
                <a:pos x="connsiteX8313" y="connsiteY8313"/>
              </a:cxn>
              <a:cxn ang="0">
                <a:pos x="connsiteX8314" y="connsiteY8314"/>
              </a:cxn>
              <a:cxn ang="0">
                <a:pos x="connsiteX8315" y="connsiteY8315"/>
              </a:cxn>
              <a:cxn ang="0">
                <a:pos x="connsiteX8316" y="connsiteY8316"/>
              </a:cxn>
              <a:cxn ang="0">
                <a:pos x="connsiteX8317" y="connsiteY8317"/>
              </a:cxn>
              <a:cxn ang="0">
                <a:pos x="connsiteX8318" y="connsiteY8318"/>
              </a:cxn>
              <a:cxn ang="0">
                <a:pos x="connsiteX8319" y="connsiteY8319"/>
              </a:cxn>
              <a:cxn ang="0">
                <a:pos x="connsiteX8320" y="connsiteY8320"/>
              </a:cxn>
              <a:cxn ang="0">
                <a:pos x="connsiteX8321" y="connsiteY8321"/>
              </a:cxn>
              <a:cxn ang="0">
                <a:pos x="connsiteX8322" y="connsiteY8322"/>
              </a:cxn>
              <a:cxn ang="0">
                <a:pos x="connsiteX8323" y="connsiteY8323"/>
              </a:cxn>
              <a:cxn ang="0">
                <a:pos x="connsiteX8324" y="connsiteY8324"/>
              </a:cxn>
              <a:cxn ang="0">
                <a:pos x="connsiteX8325" y="connsiteY8325"/>
              </a:cxn>
              <a:cxn ang="0">
                <a:pos x="connsiteX8326" y="connsiteY8326"/>
              </a:cxn>
              <a:cxn ang="0">
                <a:pos x="connsiteX8327" y="connsiteY8327"/>
              </a:cxn>
              <a:cxn ang="0">
                <a:pos x="connsiteX8328" y="connsiteY8328"/>
              </a:cxn>
              <a:cxn ang="0">
                <a:pos x="connsiteX8329" y="connsiteY8329"/>
              </a:cxn>
              <a:cxn ang="0">
                <a:pos x="connsiteX8330" y="connsiteY8330"/>
              </a:cxn>
              <a:cxn ang="0">
                <a:pos x="connsiteX8331" y="connsiteY8331"/>
              </a:cxn>
              <a:cxn ang="0">
                <a:pos x="connsiteX8332" y="connsiteY8332"/>
              </a:cxn>
              <a:cxn ang="0">
                <a:pos x="connsiteX8333" y="connsiteY8333"/>
              </a:cxn>
              <a:cxn ang="0">
                <a:pos x="connsiteX8334" y="connsiteY8334"/>
              </a:cxn>
              <a:cxn ang="0">
                <a:pos x="connsiteX8335" y="connsiteY8335"/>
              </a:cxn>
              <a:cxn ang="0">
                <a:pos x="connsiteX8336" y="connsiteY8336"/>
              </a:cxn>
              <a:cxn ang="0">
                <a:pos x="connsiteX8337" y="connsiteY8337"/>
              </a:cxn>
              <a:cxn ang="0">
                <a:pos x="connsiteX8338" y="connsiteY8338"/>
              </a:cxn>
              <a:cxn ang="0">
                <a:pos x="connsiteX8339" y="connsiteY8339"/>
              </a:cxn>
              <a:cxn ang="0">
                <a:pos x="connsiteX8340" y="connsiteY8340"/>
              </a:cxn>
              <a:cxn ang="0">
                <a:pos x="connsiteX8341" y="connsiteY8341"/>
              </a:cxn>
              <a:cxn ang="0">
                <a:pos x="connsiteX8342" y="connsiteY8342"/>
              </a:cxn>
              <a:cxn ang="0">
                <a:pos x="connsiteX8343" y="connsiteY8343"/>
              </a:cxn>
              <a:cxn ang="0">
                <a:pos x="connsiteX8344" y="connsiteY8344"/>
              </a:cxn>
              <a:cxn ang="0">
                <a:pos x="connsiteX8345" y="connsiteY8345"/>
              </a:cxn>
              <a:cxn ang="0">
                <a:pos x="connsiteX8346" y="connsiteY8346"/>
              </a:cxn>
              <a:cxn ang="0">
                <a:pos x="connsiteX8347" y="connsiteY8347"/>
              </a:cxn>
              <a:cxn ang="0">
                <a:pos x="connsiteX8348" y="connsiteY8348"/>
              </a:cxn>
              <a:cxn ang="0">
                <a:pos x="connsiteX8349" y="connsiteY8349"/>
              </a:cxn>
              <a:cxn ang="0">
                <a:pos x="connsiteX8350" y="connsiteY8350"/>
              </a:cxn>
              <a:cxn ang="0">
                <a:pos x="connsiteX8351" y="connsiteY8351"/>
              </a:cxn>
              <a:cxn ang="0">
                <a:pos x="connsiteX8352" y="connsiteY8352"/>
              </a:cxn>
              <a:cxn ang="0">
                <a:pos x="connsiteX8353" y="connsiteY8353"/>
              </a:cxn>
              <a:cxn ang="0">
                <a:pos x="connsiteX8354" y="connsiteY8354"/>
              </a:cxn>
              <a:cxn ang="0">
                <a:pos x="connsiteX8355" y="connsiteY8355"/>
              </a:cxn>
              <a:cxn ang="0">
                <a:pos x="connsiteX8356" y="connsiteY8356"/>
              </a:cxn>
              <a:cxn ang="0">
                <a:pos x="connsiteX8357" y="connsiteY8357"/>
              </a:cxn>
              <a:cxn ang="0">
                <a:pos x="connsiteX8358" y="connsiteY8358"/>
              </a:cxn>
              <a:cxn ang="0">
                <a:pos x="connsiteX8359" y="connsiteY8359"/>
              </a:cxn>
              <a:cxn ang="0">
                <a:pos x="connsiteX8360" y="connsiteY8360"/>
              </a:cxn>
              <a:cxn ang="0">
                <a:pos x="connsiteX8361" y="connsiteY8361"/>
              </a:cxn>
              <a:cxn ang="0">
                <a:pos x="connsiteX8362" y="connsiteY8362"/>
              </a:cxn>
              <a:cxn ang="0">
                <a:pos x="connsiteX8363" y="connsiteY8363"/>
              </a:cxn>
              <a:cxn ang="0">
                <a:pos x="connsiteX8364" y="connsiteY8364"/>
              </a:cxn>
              <a:cxn ang="0">
                <a:pos x="connsiteX8365" y="connsiteY8365"/>
              </a:cxn>
              <a:cxn ang="0">
                <a:pos x="connsiteX8366" y="connsiteY8366"/>
              </a:cxn>
              <a:cxn ang="0">
                <a:pos x="connsiteX8367" y="connsiteY8367"/>
              </a:cxn>
              <a:cxn ang="0">
                <a:pos x="connsiteX8368" y="connsiteY8368"/>
              </a:cxn>
              <a:cxn ang="0">
                <a:pos x="connsiteX8369" y="connsiteY8369"/>
              </a:cxn>
              <a:cxn ang="0">
                <a:pos x="connsiteX8370" y="connsiteY8370"/>
              </a:cxn>
              <a:cxn ang="0">
                <a:pos x="connsiteX8371" y="connsiteY8371"/>
              </a:cxn>
              <a:cxn ang="0">
                <a:pos x="connsiteX8372" y="connsiteY8372"/>
              </a:cxn>
              <a:cxn ang="0">
                <a:pos x="connsiteX8373" y="connsiteY8373"/>
              </a:cxn>
              <a:cxn ang="0">
                <a:pos x="connsiteX8374" y="connsiteY8374"/>
              </a:cxn>
              <a:cxn ang="0">
                <a:pos x="connsiteX8375" y="connsiteY8375"/>
              </a:cxn>
              <a:cxn ang="0">
                <a:pos x="connsiteX8376" y="connsiteY8376"/>
              </a:cxn>
              <a:cxn ang="0">
                <a:pos x="connsiteX8377" y="connsiteY8377"/>
              </a:cxn>
              <a:cxn ang="0">
                <a:pos x="connsiteX8378" y="connsiteY8378"/>
              </a:cxn>
              <a:cxn ang="0">
                <a:pos x="connsiteX8379" y="connsiteY8379"/>
              </a:cxn>
              <a:cxn ang="0">
                <a:pos x="connsiteX8380" y="connsiteY8380"/>
              </a:cxn>
              <a:cxn ang="0">
                <a:pos x="connsiteX8381" y="connsiteY8381"/>
              </a:cxn>
              <a:cxn ang="0">
                <a:pos x="connsiteX8382" y="connsiteY8382"/>
              </a:cxn>
              <a:cxn ang="0">
                <a:pos x="connsiteX8383" y="connsiteY8383"/>
              </a:cxn>
              <a:cxn ang="0">
                <a:pos x="connsiteX8384" y="connsiteY8384"/>
              </a:cxn>
              <a:cxn ang="0">
                <a:pos x="connsiteX8385" y="connsiteY8385"/>
              </a:cxn>
              <a:cxn ang="0">
                <a:pos x="connsiteX8386" y="connsiteY8386"/>
              </a:cxn>
              <a:cxn ang="0">
                <a:pos x="connsiteX8387" y="connsiteY8387"/>
              </a:cxn>
              <a:cxn ang="0">
                <a:pos x="connsiteX8388" y="connsiteY8388"/>
              </a:cxn>
              <a:cxn ang="0">
                <a:pos x="connsiteX8389" y="connsiteY8389"/>
              </a:cxn>
              <a:cxn ang="0">
                <a:pos x="connsiteX8390" y="connsiteY8390"/>
              </a:cxn>
              <a:cxn ang="0">
                <a:pos x="connsiteX8391" y="connsiteY8391"/>
              </a:cxn>
              <a:cxn ang="0">
                <a:pos x="connsiteX8392" y="connsiteY8392"/>
              </a:cxn>
              <a:cxn ang="0">
                <a:pos x="connsiteX8393" y="connsiteY8393"/>
              </a:cxn>
              <a:cxn ang="0">
                <a:pos x="connsiteX8394" y="connsiteY8394"/>
              </a:cxn>
              <a:cxn ang="0">
                <a:pos x="connsiteX8395" y="connsiteY8395"/>
              </a:cxn>
              <a:cxn ang="0">
                <a:pos x="connsiteX8396" y="connsiteY8396"/>
              </a:cxn>
              <a:cxn ang="0">
                <a:pos x="connsiteX8397" y="connsiteY8397"/>
              </a:cxn>
              <a:cxn ang="0">
                <a:pos x="connsiteX8398" y="connsiteY8398"/>
              </a:cxn>
              <a:cxn ang="0">
                <a:pos x="connsiteX8399" y="connsiteY8399"/>
              </a:cxn>
              <a:cxn ang="0">
                <a:pos x="connsiteX8400" y="connsiteY8400"/>
              </a:cxn>
              <a:cxn ang="0">
                <a:pos x="connsiteX8401" y="connsiteY8401"/>
              </a:cxn>
              <a:cxn ang="0">
                <a:pos x="connsiteX8402" y="connsiteY8402"/>
              </a:cxn>
              <a:cxn ang="0">
                <a:pos x="connsiteX8403" y="connsiteY8403"/>
              </a:cxn>
              <a:cxn ang="0">
                <a:pos x="connsiteX8404" y="connsiteY8404"/>
              </a:cxn>
              <a:cxn ang="0">
                <a:pos x="connsiteX8405" y="connsiteY8405"/>
              </a:cxn>
              <a:cxn ang="0">
                <a:pos x="connsiteX8406" y="connsiteY8406"/>
              </a:cxn>
              <a:cxn ang="0">
                <a:pos x="connsiteX8407" y="connsiteY8407"/>
              </a:cxn>
              <a:cxn ang="0">
                <a:pos x="connsiteX8408" y="connsiteY8408"/>
              </a:cxn>
              <a:cxn ang="0">
                <a:pos x="connsiteX8409" y="connsiteY8409"/>
              </a:cxn>
              <a:cxn ang="0">
                <a:pos x="connsiteX8410" y="connsiteY8410"/>
              </a:cxn>
              <a:cxn ang="0">
                <a:pos x="connsiteX8411" y="connsiteY8411"/>
              </a:cxn>
              <a:cxn ang="0">
                <a:pos x="connsiteX8412" y="connsiteY8412"/>
              </a:cxn>
              <a:cxn ang="0">
                <a:pos x="connsiteX8413" y="connsiteY8413"/>
              </a:cxn>
              <a:cxn ang="0">
                <a:pos x="connsiteX8414" y="connsiteY8414"/>
              </a:cxn>
              <a:cxn ang="0">
                <a:pos x="connsiteX8415" y="connsiteY8415"/>
              </a:cxn>
              <a:cxn ang="0">
                <a:pos x="connsiteX8416" y="connsiteY8416"/>
              </a:cxn>
              <a:cxn ang="0">
                <a:pos x="connsiteX8417" y="connsiteY8417"/>
              </a:cxn>
              <a:cxn ang="0">
                <a:pos x="connsiteX8418" y="connsiteY8418"/>
              </a:cxn>
              <a:cxn ang="0">
                <a:pos x="connsiteX8419" y="connsiteY8419"/>
              </a:cxn>
              <a:cxn ang="0">
                <a:pos x="connsiteX8420" y="connsiteY8420"/>
              </a:cxn>
              <a:cxn ang="0">
                <a:pos x="connsiteX8421" y="connsiteY8421"/>
              </a:cxn>
              <a:cxn ang="0">
                <a:pos x="connsiteX8422" y="connsiteY8422"/>
              </a:cxn>
              <a:cxn ang="0">
                <a:pos x="connsiteX8423" y="connsiteY8423"/>
              </a:cxn>
              <a:cxn ang="0">
                <a:pos x="connsiteX8424" y="connsiteY8424"/>
              </a:cxn>
              <a:cxn ang="0">
                <a:pos x="connsiteX8425" y="connsiteY8425"/>
              </a:cxn>
              <a:cxn ang="0">
                <a:pos x="connsiteX8426" y="connsiteY8426"/>
              </a:cxn>
              <a:cxn ang="0">
                <a:pos x="connsiteX8427" y="connsiteY8427"/>
              </a:cxn>
              <a:cxn ang="0">
                <a:pos x="connsiteX8428" y="connsiteY8428"/>
              </a:cxn>
              <a:cxn ang="0">
                <a:pos x="connsiteX8429" y="connsiteY8429"/>
              </a:cxn>
              <a:cxn ang="0">
                <a:pos x="connsiteX8430" y="connsiteY8430"/>
              </a:cxn>
              <a:cxn ang="0">
                <a:pos x="connsiteX8431" y="connsiteY8431"/>
              </a:cxn>
              <a:cxn ang="0">
                <a:pos x="connsiteX8432" y="connsiteY8432"/>
              </a:cxn>
              <a:cxn ang="0">
                <a:pos x="connsiteX8433" y="connsiteY8433"/>
              </a:cxn>
              <a:cxn ang="0">
                <a:pos x="connsiteX8434" y="connsiteY8434"/>
              </a:cxn>
              <a:cxn ang="0">
                <a:pos x="connsiteX8435" y="connsiteY8435"/>
              </a:cxn>
              <a:cxn ang="0">
                <a:pos x="connsiteX8436" y="connsiteY8436"/>
              </a:cxn>
              <a:cxn ang="0">
                <a:pos x="connsiteX8437" y="connsiteY8437"/>
              </a:cxn>
              <a:cxn ang="0">
                <a:pos x="connsiteX8438" y="connsiteY8438"/>
              </a:cxn>
              <a:cxn ang="0">
                <a:pos x="connsiteX8439" y="connsiteY8439"/>
              </a:cxn>
              <a:cxn ang="0">
                <a:pos x="connsiteX8440" y="connsiteY8440"/>
              </a:cxn>
              <a:cxn ang="0">
                <a:pos x="connsiteX8441" y="connsiteY8441"/>
              </a:cxn>
              <a:cxn ang="0">
                <a:pos x="connsiteX8442" y="connsiteY8442"/>
              </a:cxn>
              <a:cxn ang="0">
                <a:pos x="connsiteX8443" y="connsiteY8443"/>
              </a:cxn>
              <a:cxn ang="0">
                <a:pos x="connsiteX8444" y="connsiteY8444"/>
              </a:cxn>
              <a:cxn ang="0">
                <a:pos x="connsiteX8445" y="connsiteY8445"/>
              </a:cxn>
              <a:cxn ang="0">
                <a:pos x="connsiteX8446" y="connsiteY8446"/>
              </a:cxn>
              <a:cxn ang="0">
                <a:pos x="connsiteX8447" y="connsiteY8447"/>
              </a:cxn>
              <a:cxn ang="0">
                <a:pos x="connsiteX8448" y="connsiteY8448"/>
              </a:cxn>
              <a:cxn ang="0">
                <a:pos x="connsiteX8449" y="connsiteY8449"/>
              </a:cxn>
              <a:cxn ang="0">
                <a:pos x="connsiteX8450" y="connsiteY8450"/>
              </a:cxn>
              <a:cxn ang="0">
                <a:pos x="connsiteX8451" y="connsiteY8451"/>
              </a:cxn>
              <a:cxn ang="0">
                <a:pos x="connsiteX8452" y="connsiteY8452"/>
              </a:cxn>
              <a:cxn ang="0">
                <a:pos x="connsiteX8453" y="connsiteY8453"/>
              </a:cxn>
              <a:cxn ang="0">
                <a:pos x="connsiteX8454" y="connsiteY8454"/>
              </a:cxn>
              <a:cxn ang="0">
                <a:pos x="connsiteX8455" y="connsiteY8455"/>
              </a:cxn>
              <a:cxn ang="0">
                <a:pos x="connsiteX8456" y="connsiteY8456"/>
              </a:cxn>
              <a:cxn ang="0">
                <a:pos x="connsiteX8457" y="connsiteY8457"/>
              </a:cxn>
              <a:cxn ang="0">
                <a:pos x="connsiteX8458" y="connsiteY8458"/>
              </a:cxn>
              <a:cxn ang="0">
                <a:pos x="connsiteX8459" y="connsiteY8459"/>
              </a:cxn>
              <a:cxn ang="0">
                <a:pos x="connsiteX8460" y="connsiteY8460"/>
              </a:cxn>
              <a:cxn ang="0">
                <a:pos x="connsiteX8461" y="connsiteY8461"/>
              </a:cxn>
              <a:cxn ang="0">
                <a:pos x="connsiteX8462" y="connsiteY8462"/>
              </a:cxn>
              <a:cxn ang="0">
                <a:pos x="connsiteX8463" y="connsiteY8463"/>
              </a:cxn>
              <a:cxn ang="0">
                <a:pos x="connsiteX8464" y="connsiteY8464"/>
              </a:cxn>
              <a:cxn ang="0">
                <a:pos x="connsiteX8465" y="connsiteY8465"/>
              </a:cxn>
              <a:cxn ang="0">
                <a:pos x="connsiteX8466" y="connsiteY8466"/>
              </a:cxn>
              <a:cxn ang="0">
                <a:pos x="connsiteX8467" y="connsiteY8467"/>
              </a:cxn>
              <a:cxn ang="0">
                <a:pos x="connsiteX8468" y="connsiteY8468"/>
              </a:cxn>
              <a:cxn ang="0">
                <a:pos x="connsiteX8469" y="connsiteY8469"/>
              </a:cxn>
              <a:cxn ang="0">
                <a:pos x="connsiteX8470" y="connsiteY8470"/>
              </a:cxn>
              <a:cxn ang="0">
                <a:pos x="connsiteX8471" y="connsiteY8471"/>
              </a:cxn>
              <a:cxn ang="0">
                <a:pos x="connsiteX8472" y="connsiteY8472"/>
              </a:cxn>
              <a:cxn ang="0">
                <a:pos x="connsiteX8473" y="connsiteY8473"/>
              </a:cxn>
              <a:cxn ang="0">
                <a:pos x="connsiteX8474" y="connsiteY8474"/>
              </a:cxn>
              <a:cxn ang="0">
                <a:pos x="connsiteX8475" y="connsiteY8475"/>
              </a:cxn>
              <a:cxn ang="0">
                <a:pos x="connsiteX8476" y="connsiteY8476"/>
              </a:cxn>
              <a:cxn ang="0">
                <a:pos x="connsiteX8477" y="connsiteY8477"/>
              </a:cxn>
              <a:cxn ang="0">
                <a:pos x="connsiteX8478" y="connsiteY8478"/>
              </a:cxn>
              <a:cxn ang="0">
                <a:pos x="connsiteX8479" y="connsiteY8479"/>
              </a:cxn>
              <a:cxn ang="0">
                <a:pos x="connsiteX8480" y="connsiteY8480"/>
              </a:cxn>
              <a:cxn ang="0">
                <a:pos x="connsiteX8481" y="connsiteY8481"/>
              </a:cxn>
              <a:cxn ang="0">
                <a:pos x="connsiteX8482" y="connsiteY8482"/>
              </a:cxn>
              <a:cxn ang="0">
                <a:pos x="connsiteX8483" y="connsiteY8483"/>
              </a:cxn>
              <a:cxn ang="0">
                <a:pos x="connsiteX8484" y="connsiteY8484"/>
              </a:cxn>
              <a:cxn ang="0">
                <a:pos x="connsiteX8485" y="connsiteY8485"/>
              </a:cxn>
              <a:cxn ang="0">
                <a:pos x="connsiteX8486" y="connsiteY8486"/>
              </a:cxn>
              <a:cxn ang="0">
                <a:pos x="connsiteX8487" y="connsiteY8487"/>
              </a:cxn>
              <a:cxn ang="0">
                <a:pos x="connsiteX8488" y="connsiteY8488"/>
              </a:cxn>
              <a:cxn ang="0">
                <a:pos x="connsiteX8489" y="connsiteY8489"/>
              </a:cxn>
              <a:cxn ang="0">
                <a:pos x="connsiteX8490" y="connsiteY8490"/>
              </a:cxn>
              <a:cxn ang="0">
                <a:pos x="connsiteX8491" y="connsiteY8491"/>
              </a:cxn>
              <a:cxn ang="0">
                <a:pos x="connsiteX8492" y="connsiteY8492"/>
              </a:cxn>
              <a:cxn ang="0">
                <a:pos x="connsiteX8493" y="connsiteY8493"/>
              </a:cxn>
              <a:cxn ang="0">
                <a:pos x="connsiteX8494" y="connsiteY8494"/>
              </a:cxn>
              <a:cxn ang="0">
                <a:pos x="connsiteX8495" y="connsiteY8495"/>
              </a:cxn>
              <a:cxn ang="0">
                <a:pos x="connsiteX8496" y="connsiteY8496"/>
              </a:cxn>
              <a:cxn ang="0">
                <a:pos x="connsiteX8497" y="connsiteY8497"/>
              </a:cxn>
              <a:cxn ang="0">
                <a:pos x="connsiteX8498" y="connsiteY8498"/>
              </a:cxn>
              <a:cxn ang="0">
                <a:pos x="connsiteX8499" y="connsiteY8499"/>
              </a:cxn>
              <a:cxn ang="0">
                <a:pos x="connsiteX8500" y="connsiteY8500"/>
              </a:cxn>
              <a:cxn ang="0">
                <a:pos x="connsiteX8501" y="connsiteY8501"/>
              </a:cxn>
              <a:cxn ang="0">
                <a:pos x="connsiteX8502" y="connsiteY8502"/>
              </a:cxn>
              <a:cxn ang="0">
                <a:pos x="connsiteX8503" y="connsiteY8503"/>
              </a:cxn>
              <a:cxn ang="0">
                <a:pos x="connsiteX8504" y="connsiteY8504"/>
              </a:cxn>
              <a:cxn ang="0">
                <a:pos x="connsiteX8505" y="connsiteY8505"/>
              </a:cxn>
              <a:cxn ang="0">
                <a:pos x="connsiteX8506" y="connsiteY8506"/>
              </a:cxn>
              <a:cxn ang="0">
                <a:pos x="connsiteX8507" y="connsiteY8507"/>
              </a:cxn>
              <a:cxn ang="0">
                <a:pos x="connsiteX8508" y="connsiteY8508"/>
              </a:cxn>
              <a:cxn ang="0">
                <a:pos x="connsiteX8509" y="connsiteY8509"/>
              </a:cxn>
              <a:cxn ang="0">
                <a:pos x="connsiteX8510" y="connsiteY8510"/>
              </a:cxn>
              <a:cxn ang="0">
                <a:pos x="connsiteX8511" y="connsiteY8511"/>
              </a:cxn>
              <a:cxn ang="0">
                <a:pos x="connsiteX8512" y="connsiteY8512"/>
              </a:cxn>
              <a:cxn ang="0">
                <a:pos x="connsiteX8513" y="connsiteY8513"/>
              </a:cxn>
              <a:cxn ang="0">
                <a:pos x="connsiteX8514" y="connsiteY8514"/>
              </a:cxn>
              <a:cxn ang="0">
                <a:pos x="connsiteX8515" y="connsiteY8515"/>
              </a:cxn>
              <a:cxn ang="0">
                <a:pos x="connsiteX8516" y="connsiteY8516"/>
              </a:cxn>
              <a:cxn ang="0">
                <a:pos x="connsiteX8517" y="connsiteY8517"/>
              </a:cxn>
              <a:cxn ang="0">
                <a:pos x="connsiteX8518" y="connsiteY8518"/>
              </a:cxn>
              <a:cxn ang="0">
                <a:pos x="connsiteX8519" y="connsiteY8519"/>
              </a:cxn>
              <a:cxn ang="0">
                <a:pos x="connsiteX8520" y="connsiteY8520"/>
              </a:cxn>
              <a:cxn ang="0">
                <a:pos x="connsiteX8521" y="connsiteY8521"/>
              </a:cxn>
              <a:cxn ang="0">
                <a:pos x="connsiteX8522" y="connsiteY8522"/>
              </a:cxn>
              <a:cxn ang="0">
                <a:pos x="connsiteX8523" y="connsiteY8523"/>
              </a:cxn>
              <a:cxn ang="0">
                <a:pos x="connsiteX8524" y="connsiteY8524"/>
              </a:cxn>
              <a:cxn ang="0">
                <a:pos x="connsiteX8525" y="connsiteY8525"/>
              </a:cxn>
              <a:cxn ang="0">
                <a:pos x="connsiteX8526" y="connsiteY8526"/>
              </a:cxn>
              <a:cxn ang="0">
                <a:pos x="connsiteX8527" y="connsiteY8527"/>
              </a:cxn>
              <a:cxn ang="0">
                <a:pos x="connsiteX8528" y="connsiteY8528"/>
              </a:cxn>
              <a:cxn ang="0">
                <a:pos x="connsiteX8529" y="connsiteY8529"/>
              </a:cxn>
              <a:cxn ang="0">
                <a:pos x="connsiteX8530" y="connsiteY8530"/>
              </a:cxn>
              <a:cxn ang="0">
                <a:pos x="connsiteX8531" y="connsiteY8531"/>
              </a:cxn>
              <a:cxn ang="0">
                <a:pos x="connsiteX8532" y="connsiteY8532"/>
              </a:cxn>
              <a:cxn ang="0">
                <a:pos x="connsiteX8533" y="connsiteY8533"/>
              </a:cxn>
              <a:cxn ang="0">
                <a:pos x="connsiteX8534" y="connsiteY8534"/>
              </a:cxn>
              <a:cxn ang="0">
                <a:pos x="connsiteX8535" y="connsiteY8535"/>
              </a:cxn>
              <a:cxn ang="0">
                <a:pos x="connsiteX8536" y="connsiteY8536"/>
              </a:cxn>
              <a:cxn ang="0">
                <a:pos x="connsiteX8537" y="connsiteY8537"/>
              </a:cxn>
              <a:cxn ang="0">
                <a:pos x="connsiteX8538" y="connsiteY8538"/>
              </a:cxn>
              <a:cxn ang="0">
                <a:pos x="connsiteX8539" y="connsiteY8539"/>
              </a:cxn>
              <a:cxn ang="0">
                <a:pos x="connsiteX8540" y="connsiteY8540"/>
              </a:cxn>
              <a:cxn ang="0">
                <a:pos x="connsiteX8541" y="connsiteY8541"/>
              </a:cxn>
              <a:cxn ang="0">
                <a:pos x="connsiteX8542" y="connsiteY8542"/>
              </a:cxn>
              <a:cxn ang="0">
                <a:pos x="connsiteX8543" y="connsiteY8543"/>
              </a:cxn>
              <a:cxn ang="0">
                <a:pos x="connsiteX8544" y="connsiteY8544"/>
              </a:cxn>
              <a:cxn ang="0">
                <a:pos x="connsiteX8545" y="connsiteY8545"/>
              </a:cxn>
              <a:cxn ang="0">
                <a:pos x="connsiteX8546" y="connsiteY8546"/>
              </a:cxn>
              <a:cxn ang="0">
                <a:pos x="connsiteX8547" y="connsiteY8547"/>
              </a:cxn>
              <a:cxn ang="0">
                <a:pos x="connsiteX8548" y="connsiteY8548"/>
              </a:cxn>
              <a:cxn ang="0">
                <a:pos x="connsiteX8549" y="connsiteY8549"/>
              </a:cxn>
              <a:cxn ang="0">
                <a:pos x="connsiteX8550" y="connsiteY8550"/>
              </a:cxn>
              <a:cxn ang="0">
                <a:pos x="connsiteX8551" y="connsiteY8551"/>
              </a:cxn>
              <a:cxn ang="0">
                <a:pos x="connsiteX8552" y="connsiteY8552"/>
              </a:cxn>
              <a:cxn ang="0">
                <a:pos x="connsiteX8553" y="connsiteY8553"/>
              </a:cxn>
              <a:cxn ang="0">
                <a:pos x="connsiteX8554" y="connsiteY8554"/>
              </a:cxn>
              <a:cxn ang="0">
                <a:pos x="connsiteX8555" y="connsiteY8555"/>
              </a:cxn>
              <a:cxn ang="0">
                <a:pos x="connsiteX8556" y="connsiteY8556"/>
              </a:cxn>
              <a:cxn ang="0">
                <a:pos x="connsiteX8557" y="connsiteY8557"/>
              </a:cxn>
              <a:cxn ang="0">
                <a:pos x="connsiteX8558" y="connsiteY8558"/>
              </a:cxn>
              <a:cxn ang="0">
                <a:pos x="connsiteX8559" y="connsiteY8559"/>
              </a:cxn>
              <a:cxn ang="0">
                <a:pos x="connsiteX8560" y="connsiteY8560"/>
              </a:cxn>
              <a:cxn ang="0">
                <a:pos x="connsiteX8561" y="connsiteY8561"/>
              </a:cxn>
              <a:cxn ang="0">
                <a:pos x="connsiteX8562" y="connsiteY8562"/>
              </a:cxn>
              <a:cxn ang="0">
                <a:pos x="connsiteX8563" y="connsiteY8563"/>
              </a:cxn>
              <a:cxn ang="0">
                <a:pos x="connsiteX8564" y="connsiteY8564"/>
              </a:cxn>
              <a:cxn ang="0">
                <a:pos x="connsiteX8565" y="connsiteY8565"/>
              </a:cxn>
              <a:cxn ang="0">
                <a:pos x="connsiteX8566" y="connsiteY8566"/>
              </a:cxn>
              <a:cxn ang="0">
                <a:pos x="connsiteX8567" y="connsiteY8567"/>
              </a:cxn>
              <a:cxn ang="0">
                <a:pos x="connsiteX8568" y="connsiteY8568"/>
              </a:cxn>
              <a:cxn ang="0">
                <a:pos x="connsiteX8569" y="connsiteY8569"/>
              </a:cxn>
              <a:cxn ang="0">
                <a:pos x="connsiteX8570" y="connsiteY8570"/>
              </a:cxn>
              <a:cxn ang="0">
                <a:pos x="connsiteX8571" y="connsiteY8571"/>
              </a:cxn>
              <a:cxn ang="0">
                <a:pos x="connsiteX8572" y="connsiteY8572"/>
              </a:cxn>
              <a:cxn ang="0">
                <a:pos x="connsiteX8573" y="connsiteY8573"/>
              </a:cxn>
              <a:cxn ang="0">
                <a:pos x="connsiteX8574" y="connsiteY8574"/>
              </a:cxn>
              <a:cxn ang="0">
                <a:pos x="connsiteX8575" y="connsiteY8575"/>
              </a:cxn>
              <a:cxn ang="0">
                <a:pos x="connsiteX8576" y="connsiteY8576"/>
              </a:cxn>
              <a:cxn ang="0">
                <a:pos x="connsiteX8577" y="connsiteY8577"/>
              </a:cxn>
              <a:cxn ang="0">
                <a:pos x="connsiteX8578" y="connsiteY8578"/>
              </a:cxn>
              <a:cxn ang="0">
                <a:pos x="connsiteX8579" y="connsiteY8579"/>
              </a:cxn>
              <a:cxn ang="0">
                <a:pos x="connsiteX8580" y="connsiteY8580"/>
              </a:cxn>
              <a:cxn ang="0">
                <a:pos x="connsiteX8581" y="connsiteY8581"/>
              </a:cxn>
              <a:cxn ang="0">
                <a:pos x="connsiteX8582" y="connsiteY8582"/>
              </a:cxn>
              <a:cxn ang="0">
                <a:pos x="connsiteX8583" y="connsiteY8583"/>
              </a:cxn>
              <a:cxn ang="0">
                <a:pos x="connsiteX8584" y="connsiteY8584"/>
              </a:cxn>
              <a:cxn ang="0">
                <a:pos x="connsiteX8585" y="connsiteY8585"/>
              </a:cxn>
              <a:cxn ang="0">
                <a:pos x="connsiteX8586" y="connsiteY8586"/>
              </a:cxn>
              <a:cxn ang="0">
                <a:pos x="connsiteX8587" y="connsiteY8587"/>
              </a:cxn>
              <a:cxn ang="0">
                <a:pos x="connsiteX8588" y="connsiteY8588"/>
              </a:cxn>
              <a:cxn ang="0">
                <a:pos x="connsiteX8589" y="connsiteY8589"/>
              </a:cxn>
              <a:cxn ang="0">
                <a:pos x="connsiteX8590" y="connsiteY8590"/>
              </a:cxn>
              <a:cxn ang="0">
                <a:pos x="connsiteX8591" y="connsiteY8591"/>
              </a:cxn>
              <a:cxn ang="0">
                <a:pos x="connsiteX8592" y="connsiteY8592"/>
              </a:cxn>
              <a:cxn ang="0">
                <a:pos x="connsiteX8593" y="connsiteY8593"/>
              </a:cxn>
              <a:cxn ang="0">
                <a:pos x="connsiteX8594" y="connsiteY8594"/>
              </a:cxn>
              <a:cxn ang="0">
                <a:pos x="connsiteX8595" y="connsiteY8595"/>
              </a:cxn>
              <a:cxn ang="0">
                <a:pos x="connsiteX8596" y="connsiteY8596"/>
              </a:cxn>
              <a:cxn ang="0">
                <a:pos x="connsiteX8597" y="connsiteY8597"/>
              </a:cxn>
              <a:cxn ang="0">
                <a:pos x="connsiteX8598" y="connsiteY8598"/>
              </a:cxn>
              <a:cxn ang="0">
                <a:pos x="connsiteX8599" y="connsiteY8599"/>
              </a:cxn>
              <a:cxn ang="0">
                <a:pos x="connsiteX8600" y="connsiteY8600"/>
              </a:cxn>
              <a:cxn ang="0">
                <a:pos x="connsiteX8601" y="connsiteY8601"/>
              </a:cxn>
              <a:cxn ang="0">
                <a:pos x="connsiteX8602" y="connsiteY8602"/>
              </a:cxn>
              <a:cxn ang="0">
                <a:pos x="connsiteX8603" y="connsiteY8603"/>
              </a:cxn>
              <a:cxn ang="0">
                <a:pos x="connsiteX8604" y="connsiteY8604"/>
              </a:cxn>
              <a:cxn ang="0">
                <a:pos x="connsiteX8605" y="connsiteY8605"/>
              </a:cxn>
              <a:cxn ang="0">
                <a:pos x="connsiteX8606" y="connsiteY8606"/>
              </a:cxn>
              <a:cxn ang="0">
                <a:pos x="connsiteX8607" y="connsiteY8607"/>
              </a:cxn>
              <a:cxn ang="0">
                <a:pos x="connsiteX8608" y="connsiteY8608"/>
              </a:cxn>
              <a:cxn ang="0">
                <a:pos x="connsiteX8609" y="connsiteY8609"/>
              </a:cxn>
              <a:cxn ang="0">
                <a:pos x="connsiteX8610" y="connsiteY8610"/>
              </a:cxn>
              <a:cxn ang="0">
                <a:pos x="connsiteX8611" y="connsiteY8611"/>
              </a:cxn>
              <a:cxn ang="0">
                <a:pos x="connsiteX8612" y="connsiteY8612"/>
              </a:cxn>
              <a:cxn ang="0">
                <a:pos x="connsiteX8613" y="connsiteY8613"/>
              </a:cxn>
              <a:cxn ang="0">
                <a:pos x="connsiteX8614" y="connsiteY8614"/>
              </a:cxn>
              <a:cxn ang="0">
                <a:pos x="connsiteX8615" y="connsiteY8615"/>
              </a:cxn>
              <a:cxn ang="0">
                <a:pos x="connsiteX8616" y="connsiteY8616"/>
              </a:cxn>
              <a:cxn ang="0">
                <a:pos x="connsiteX8617" y="connsiteY8617"/>
              </a:cxn>
              <a:cxn ang="0">
                <a:pos x="connsiteX8618" y="connsiteY8618"/>
              </a:cxn>
              <a:cxn ang="0">
                <a:pos x="connsiteX8619" y="connsiteY8619"/>
              </a:cxn>
              <a:cxn ang="0">
                <a:pos x="connsiteX8620" y="connsiteY8620"/>
              </a:cxn>
              <a:cxn ang="0">
                <a:pos x="connsiteX8621" y="connsiteY8621"/>
              </a:cxn>
              <a:cxn ang="0">
                <a:pos x="connsiteX8622" y="connsiteY8622"/>
              </a:cxn>
              <a:cxn ang="0">
                <a:pos x="connsiteX8623" y="connsiteY8623"/>
              </a:cxn>
              <a:cxn ang="0">
                <a:pos x="connsiteX8624" y="connsiteY8624"/>
              </a:cxn>
              <a:cxn ang="0">
                <a:pos x="connsiteX8625" y="connsiteY8625"/>
              </a:cxn>
              <a:cxn ang="0">
                <a:pos x="connsiteX8626" y="connsiteY8626"/>
              </a:cxn>
              <a:cxn ang="0">
                <a:pos x="connsiteX8627" y="connsiteY8627"/>
              </a:cxn>
              <a:cxn ang="0">
                <a:pos x="connsiteX8628" y="connsiteY8628"/>
              </a:cxn>
              <a:cxn ang="0">
                <a:pos x="connsiteX8629" y="connsiteY8629"/>
              </a:cxn>
              <a:cxn ang="0">
                <a:pos x="connsiteX8630" y="connsiteY8630"/>
              </a:cxn>
              <a:cxn ang="0">
                <a:pos x="connsiteX8631" y="connsiteY8631"/>
              </a:cxn>
              <a:cxn ang="0">
                <a:pos x="connsiteX8632" y="connsiteY8632"/>
              </a:cxn>
              <a:cxn ang="0">
                <a:pos x="connsiteX8633" y="connsiteY8633"/>
              </a:cxn>
              <a:cxn ang="0">
                <a:pos x="connsiteX8634" y="connsiteY8634"/>
              </a:cxn>
              <a:cxn ang="0">
                <a:pos x="connsiteX8635" y="connsiteY8635"/>
              </a:cxn>
              <a:cxn ang="0">
                <a:pos x="connsiteX8636" y="connsiteY8636"/>
              </a:cxn>
              <a:cxn ang="0">
                <a:pos x="connsiteX8637" y="connsiteY8637"/>
              </a:cxn>
              <a:cxn ang="0">
                <a:pos x="connsiteX8638" y="connsiteY8638"/>
              </a:cxn>
              <a:cxn ang="0">
                <a:pos x="connsiteX8639" y="connsiteY8639"/>
              </a:cxn>
              <a:cxn ang="0">
                <a:pos x="connsiteX8640" y="connsiteY8640"/>
              </a:cxn>
              <a:cxn ang="0">
                <a:pos x="connsiteX8641" y="connsiteY8641"/>
              </a:cxn>
              <a:cxn ang="0">
                <a:pos x="connsiteX8642" y="connsiteY8642"/>
              </a:cxn>
              <a:cxn ang="0">
                <a:pos x="connsiteX8643" y="connsiteY8643"/>
              </a:cxn>
              <a:cxn ang="0">
                <a:pos x="connsiteX8644" y="connsiteY8644"/>
              </a:cxn>
              <a:cxn ang="0">
                <a:pos x="connsiteX8645" y="connsiteY8645"/>
              </a:cxn>
              <a:cxn ang="0">
                <a:pos x="connsiteX8646" y="connsiteY8646"/>
              </a:cxn>
              <a:cxn ang="0">
                <a:pos x="connsiteX8647" y="connsiteY8647"/>
              </a:cxn>
              <a:cxn ang="0">
                <a:pos x="connsiteX8648" y="connsiteY8648"/>
              </a:cxn>
              <a:cxn ang="0">
                <a:pos x="connsiteX8649" y="connsiteY8649"/>
              </a:cxn>
              <a:cxn ang="0">
                <a:pos x="connsiteX8650" y="connsiteY8650"/>
              </a:cxn>
              <a:cxn ang="0">
                <a:pos x="connsiteX8651" y="connsiteY8651"/>
              </a:cxn>
              <a:cxn ang="0">
                <a:pos x="connsiteX8652" y="connsiteY8652"/>
              </a:cxn>
              <a:cxn ang="0">
                <a:pos x="connsiteX8653" y="connsiteY8653"/>
              </a:cxn>
              <a:cxn ang="0">
                <a:pos x="connsiteX8654" y="connsiteY8654"/>
              </a:cxn>
              <a:cxn ang="0">
                <a:pos x="connsiteX8655" y="connsiteY8655"/>
              </a:cxn>
              <a:cxn ang="0">
                <a:pos x="connsiteX8656" y="connsiteY8656"/>
              </a:cxn>
              <a:cxn ang="0">
                <a:pos x="connsiteX8657" y="connsiteY8657"/>
              </a:cxn>
              <a:cxn ang="0">
                <a:pos x="connsiteX8658" y="connsiteY8658"/>
              </a:cxn>
              <a:cxn ang="0">
                <a:pos x="connsiteX8659" y="connsiteY8659"/>
              </a:cxn>
              <a:cxn ang="0">
                <a:pos x="connsiteX8660" y="connsiteY8660"/>
              </a:cxn>
              <a:cxn ang="0">
                <a:pos x="connsiteX8661" y="connsiteY8661"/>
              </a:cxn>
              <a:cxn ang="0">
                <a:pos x="connsiteX8662" y="connsiteY8662"/>
              </a:cxn>
              <a:cxn ang="0">
                <a:pos x="connsiteX8663" y="connsiteY8663"/>
              </a:cxn>
              <a:cxn ang="0">
                <a:pos x="connsiteX8664" y="connsiteY8664"/>
              </a:cxn>
              <a:cxn ang="0">
                <a:pos x="connsiteX8665" y="connsiteY8665"/>
              </a:cxn>
              <a:cxn ang="0">
                <a:pos x="connsiteX8666" y="connsiteY8666"/>
              </a:cxn>
              <a:cxn ang="0">
                <a:pos x="connsiteX8667" y="connsiteY8667"/>
              </a:cxn>
              <a:cxn ang="0">
                <a:pos x="connsiteX8668" y="connsiteY8668"/>
              </a:cxn>
              <a:cxn ang="0">
                <a:pos x="connsiteX8669" y="connsiteY8669"/>
              </a:cxn>
              <a:cxn ang="0">
                <a:pos x="connsiteX8670" y="connsiteY8670"/>
              </a:cxn>
              <a:cxn ang="0">
                <a:pos x="connsiteX8671" y="connsiteY8671"/>
              </a:cxn>
              <a:cxn ang="0">
                <a:pos x="connsiteX8672" y="connsiteY8672"/>
              </a:cxn>
              <a:cxn ang="0">
                <a:pos x="connsiteX8673" y="connsiteY8673"/>
              </a:cxn>
              <a:cxn ang="0">
                <a:pos x="connsiteX8674" y="connsiteY8674"/>
              </a:cxn>
              <a:cxn ang="0">
                <a:pos x="connsiteX8675" y="connsiteY8675"/>
              </a:cxn>
              <a:cxn ang="0">
                <a:pos x="connsiteX8676" y="connsiteY8676"/>
              </a:cxn>
              <a:cxn ang="0">
                <a:pos x="connsiteX8677" y="connsiteY8677"/>
              </a:cxn>
              <a:cxn ang="0">
                <a:pos x="connsiteX8678" y="connsiteY8678"/>
              </a:cxn>
              <a:cxn ang="0">
                <a:pos x="connsiteX8679" y="connsiteY8679"/>
              </a:cxn>
              <a:cxn ang="0">
                <a:pos x="connsiteX8680" y="connsiteY8680"/>
              </a:cxn>
              <a:cxn ang="0">
                <a:pos x="connsiteX8681" y="connsiteY8681"/>
              </a:cxn>
              <a:cxn ang="0">
                <a:pos x="connsiteX8682" y="connsiteY8682"/>
              </a:cxn>
              <a:cxn ang="0">
                <a:pos x="connsiteX8683" y="connsiteY8683"/>
              </a:cxn>
              <a:cxn ang="0">
                <a:pos x="connsiteX8684" y="connsiteY8684"/>
              </a:cxn>
              <a:cxn ang="0">
                <a:pos x="connsiteX8685" y="connsiteY8685"/>
              </a:cxn>
              <a:cxn ang="0">
                <a:pos x="connsiteX8686" y="connsiteY8686"/>
              </a:cxn>
              <a:cxn ang="0">
                <a:pos x="connsiteX8687" y="connsiteY8687"/>
              </a:cxn>
              <a:cxn ang="0">
                <a:pos x="connsiteX8688" y="connsiteY8688"/>
              </a:cxn>
              <a:cxn ang="0">
                <a:pos x="connsiteX8689" y="connsiteY8689"/>
              </a:cxn>
              <a:cxn ang="0">
                <a:pos x="connsiteX8690" y="connsiteY8690"/>
              </a:cxn>
              <a:cxn ang="0">
                <a:pos x="connsiteX8691" y="connsiteY8691"/>
              </a:cxn>
              <a:cxn ang="0">
                <a:pos x="connsiteX8692" y="connsiteY8692"/>
              </a:cxn>
              <a:cxn ang="0">
                <a:pos x="connsiteX8693" y="connsiteY8693"/>
              </a:cxn>
              <a:cxn ang="0">
                <a:pos x="connsiteX8694" y="connsiteY8694"/>
              </a:cxn>
              <a:cxn ang="0">
                <a:pos x="connsiteX8695" y="connsiteY8695"/>
              </a:cxn>
              <a:cxn ang="0">
                <a:pos x="connsiteX8696" y="connsiteY8696"/>
              </a:cxn>
              <a:cxn ang="0">
                <a:pos x="connsiteX8697" y="connsiteY8697"/>
              </a:cxn>
              <a:cxn ang="0">
                <a:pos x="connsiteX8698" y="connsiteY8698"/>
              </a:cxn>
              <a:cxn ang="0">
                <a:pos x="connsiteX8699" y="connsiteY8699"/>
              </a:cxn>
              <a:cxn ang="0">
                <a:pos x="connsiteX8700" y="connsiteY8700"/>
              </a:cxn>
              <a:cxn ang="0">
                <a:pos x="connsiteX8701" y="connsiteY8701"/>
              </a:cxn>
              <a:cxn ang="0">
                <a:pos x="connsiteX8702" y="connsiteY8702"/>
              </a:cxn>
              <a:cxn ang="0">
                <a:pos x="connsiteX8703" y="connsiteY8703"/>
              </a:cxn>
              <a:cxn ang="0">
                <a:pos x="connsiteX8704" y="connsiteY8704"/>
              </a:cxn>
              <a:cxn ang="0">
                <a:pos x="connsiteX8705" y="connsiteY8705"/>
              </a:cxn>
              <a:cxn ang="0">
                <a:pos x="connsiteX8706" y="connsiteY8706"/>
              </a:cxn>
              <a:cxn ang="0">
                <a:pos x="connsiteX8707" y="connsiteY8707"/>
              </a:cxn>
              <a:cxn ang="0">
                <a:pos x="connsiteX8708" y="connsiteY8708"/>
              </a:cxn>
              <a:cxn ang="0">
                <a:pos x="connsiteX8709" y="connsiteY8709"/>
              </a:cxn>
              <a:cxn ang="0">
                <a:pos x="connsiteX8710" y="connsiteY8710"/>
              </a:cxn>
              <a:cxn ang="0">
                <a:pos x="connsiteX8711" y="connsiteY8711"/>
              </a:cxn>
              <a:cxn ang="0">
                <a:pos x="connsiteX8712" y="connsiteY8712"/>
              </a:cxn>
              <a:cxn ang="0">
                <a:pos x="connsiteX8713" y="connsiteY8713"/>
              </a:cxn>
              <a:cxn ang="0">
                <a:pos x="connsiteX8714" y="connsiteY8714"/>
              </a:cxn>
              <a:cxn ang="0">
                <a:pos x="connsiteX8715" y="connsiteY8715"/>
              </a:cxn>
              <a:cxn ang="0">
                <a:pos x="connsiteX8716" y="connsiteY8716"/>
              </a:cxn>
              <a:cxn ang="0">
                <a:pos x="connsiteX8717" y="connsiteY8717"/>
              </a:cxn>
              <a:cxn ang="0">
                <a:pos x="connsiteX8718" y="connsiteY8718"/>
              </a:cxn>
              <a:cxn ang="0">
                <a:pos x="connsiteX8719" y="connsiteY8719"/>
              </a:cxn>
              <a:cxn ang="0">
                <a:pos x="connsiteX8720" y="connsiteY8720"/>
              </a:cxn>
              <a:cxn ang="0">
                <a:pos x="connsiteX8721" y="connsiteY8721"/>
              </a:cxn>
              <a:cxn ang="0">
                <a:pos x="connsiteX8722" y="connsiteY8722"/>
              </a:cxn>
              <a:cxn ang="0">
                <a:pos x="connsiteX8723" y="connsiteY8723"/>
              </a:cxn>
              <a:cxn ang="0">
                <a:pos x="connsiteX8724" y="connsiteY8724"/>
              </a:cxn>
              <a:cxn ang="0">
                <a:pos x="connsiteX8725" y="connsiteY8725"/>
              </a:cxn>
              <a:cxn ang="0">
                <a:pos x="connsiteX8726" y="connsiteY8726"/>
              </a:cxn>
              <a:cxn ang="0">
                <a:pos x="connsiteX8727" y="connsiteY8727"/>
              </a:cxn>
              <a:cxn ang="0">
                <a:pos x="connsiteX8728" y="connsiteY8728"/>
              </a:cxn>
              <a:cxn ang="0">
                <a:pos x="connsiteX8729" y="connsiteY8729"/>
              </a:cxn>
              <a:cxn ang="0">
                <a:pos x="connsiteX8730" y="connsiteY8730"/>
              </a:cxn>
              <a:cxn ang="0">
                <a:pos x="connsiteX8731" y="connsiteY8731"/>
              </a:cxn>
              <a:cxn ang="0">
                <a:pos x="connsiteX8732" y="connsiteY8732"/>
              </a:cxn>
              <a:cxn ang="0">
                <a:pos x="connsiteX8733" y="connsiteY8733"/>
              </a:cxn>
              <a:cxn ang="0">
                <a:pos x="connsiteX8734" y="connsiteY8734"/>
              </a:cxn>
              <a:cxn ang="0">
                <a:pos x="connsiteX8735" y="connsiteY8735"/>
              </a:cxn>
              <a:cxn ang="0">
                <a:pos x="connsiteX8736" y="connsiteY8736"/>
              </a:cxn>
              <a:cxn ang="0">
                <a:pos x="connsiteX8737" y="connsiteY8737"/>
              </a:cxn>
              <a:cxn ang="0">
                <a:pos x="connsiteX8738" y="connsiteY8738"/>
              </a:cxn>
              <a:cxn ang="0">
                <a:pos x="connsiteX8739" y="connsiteY8739"/>
              </a:cxn>
              <a:cxn ang="0">
                <a:pos x="connsiteX8740" y="connsiteY8740"/>
              </a:cxn>
              <a:cxn ang="0">
                <a:pos x="connsiteX8741" y="connsiteY8741"/>
              </a:cxn>
              <a:cxn ang="0">
                <a:pos x="connsiteX8742" y="connsiteY8742"/>
              </a:cxn>
              <a:cxn ang="0">
                <a:pos x="connsiteX8743" y="connsiteY8743"/>
              </a:cxn>
              <a:cxn ang="0">
                <a:pos x="connsiteX8744" y="connsiteY8744"/>
              </a:cxn>
              <a:cxn ang="0">
                <a:pos x="connsiteX8745" y="connsiteY8745"/>
              </a:cxn>
              <a:cxn ang="0">
                <a:pos x="connsiteX8746" y="connsiteY8746"/>
              </a:cxn>
              <a:cxn ang="0">
                <a:pos x="connsiteX8747" y="connsiteY8747"/>
              </a:cxn>
              <a:cxn ang="0">
                <a:pos x="connsiteX8748" y="connsiteY8748"/>
              </a:cxn>
              <a:cxn ang="0">
                <a:pos x="connsiteX8749" y="connsiteY8749"/>
              </a:cxn>
              <a:cxn ang="0">
                <a:pos x="connsiteX8750" y="connsiteY8750"/>
              </a:cxn>
              <a:cxn ang="0">
                <a:pos x="connsiteX8751" y="connsiteY8751"/>
              </a:cxn>
              <a:cxn ang="0">
                <a:pos x="connsiteX8752" y="connsiteY8752"/>
              </a:cxn>
              <a:cxn ang="0">
                <a:pos x="connsiteX8753" y="connsiteY8753"/>
              </a:cxn>
              <a:cxn ang="0">
                <a:pos x="connsiteX8754" y="connsiteY8754"/>
              </a:cxn>
              <a:cxn ang="0">
                <a:pos x="connsiteX8755" y="connsiteY8755"/>
              </a:cxn>
              <a:cxn ang="0">
                <a:pos x="connsiteX8756" y="connsiteY8756"/>
              </a:cxn>
              <a:cxn ang="0">
                <a:pos x="connsiteX8757" y="connsiteY8757"/>
              </a:cxn>
              <a:cxn ang="0">
                <a:pos x="connsiteX8758" y="connsiteY8758"/>
              </a:cxn>
              <a:cxn ang="0">
                <a:pos x="connsiteX8759" y="connsiteY8759"/>
              </a:cxn>
              <a:cxn ang="0">
                <a:pos x="connsiteX8760" y="connsiteY8760"/>
              </a:cxn>
              <a:cxn ang="0">
                <a:pos x="connsiteX8761" y="connsiteY8761"/>
              </a:cxn>
              <a:cxn ang="0">
                <a:pos x="connsiteX8762" y="connsiteY8762"/>
              </a:cxn>
              <a:cxn ang="0">
                <a:pos x="connsiteX8763" y="connsiteY8763"/>
              </a:cxn>
              <a:cxn ang="0">
                <a:pos x="connsiteX8764" y="connsiteY8764"/>
              </a:cxn>
              <a:cxn ang="0">
                <a:pos x="connsiteX8765" y="connsiteY8765"/>
              </a:cxn>
              <a:cxn ang="0">
                <a:pos x="connsiteX8766" y="connsiteY8766"/>
              </a:cxn>
              <a:cxn ang="0">
                <a:pos x="connsiteX8767" y="connsiteY8767"/>
              </a:cxn>
              <a:cxn ang="0">
                <a:pos x="connsiteX8768" y="connsiteY8768"/>
              </a:cxn>
              <a:cxn ang="0">
                <a:pos x="connsiteX8769" y="connsiteY8769"/>
              </a:cxn>
              <a:cxn ang="0">
                <a:pos x="connsiteX8770" y="connsiteY8770"/>
              </a:cxn>
              <a:cxn ang="0">
                <a:pos x="connsiteX8771" y="connsiteY8771"/>
              </a:cxn>
              <a:cxn ang="0">
                <a:pos x="connsiteX8772" y="connsiteY8772"/>
              </a:cxn>
              <a:cxn ang="0">
                <a:pos x="connsiteX8773" y="connsiteY8773"/>
              </a:cxn>
              <a:cxn ang="0">
                <a:pos x="connsiteX8774" y="connsiteY8774"/>
              </a:cxn>
              <a:cxn ang="0">
                <a:pos x="connsiteX8775" y="connsiteY8775"/>
              </a:cxn>
              <a:cxn ang="0">
                <a:pos x="connsiteX8776" y="connsiteY8776"/>
              </a:cxn>
              <a:cxn ang="0">
                <a:pos x="connsiteX8777" y="connsiteY8777"/>
              </a:cxn>
              <a:cxn ang="0">
                <a:pos x="connsiteX8778" y="connsiteY8778"/>
              </a:cxn>
              <a:cxn ang="0">
                <a:pos x="connsiteX8779" y="connsiteY8779"/>
              </a:cxn>
              <a:cxn ang="0">
                <a:pos x="connsiteX8780" y="connsiteY8780"/>
              </a:cxn>
              <a:cxn ang="0">
                <a:pos x="connsiteX8781" y="connsiteY8781"/>
              </a:cxn>
              <a:cxn ang="0">
                <a:pos x="connsiteX8782" y="connsiteY8782"/>
              </a:cxn>
              <a:cxn ang="0">
                <a:pos x="connsiteX8783" y="connsiteY8783"/>
              </a:cxn>
              <a:cxn ang="0">
                <a:pos x="connsiteX8784" y="connsiteY8784"/>
              </a:cxn>
              <a:cxn ang="0">
                <a:pos x="connsiteX8785" y="connsiteY8785"/>
              </a:cxn>
              <a:cxn ang="0">
                <a:pos x="connsiteX8786" y="connsiteY8786"/>
              </a:cxn>
              <a:cxn ang="0">
                <a:pos x="connsiteX8787" y="connsiteY8787"/>
              </a:cxn>
              <a:cxn ang="0">
                <a:pos x="connsiteX8788" y="connsiteY8788"/>
              </a:cxn>
              <a:cxn ang="0">
                <a:pos x="connsiteX8789" y="connsiteY8789"/>
              </a:cxn>
              <a:cxn ang="0">
                <a:pos x="connsiteX8790" y="connsiteY8790"/>
              </a:cxn>
              <a:cxn ang="0">
                <a:pos x="connsiteX8791" y="connsiteY8791"/>
              </a:cxn>
              <a:cxn ang="0">
                <a:pos x="connsiteX8792" y="connsiteY8792"/>
              </a:cxn>
              <a:cxn ang="0">
                <a:pos x="connsiteX8793" y="connsiteY8793"/>
              </a:cxn>
              <a:cxn ang="0">
                <a:pos x="connsiteX8794" y="connsiteY8794"/>
              </a:cxn>
              <a:cxn ang="0">
                <a:pos x="connsiteX8795" y="connsiteY8795"/>
              </a:cxn>
              <a:cxn ang="0">
                <a:pos x="connsiteX8796" y="connsiteY8796"/>
              </a:cxn>
              <a:cxn ang="0">
                <a:pos x="connsiteX8797" y="connsiteY8797"/>
              </a:cxn>
              <a:cxn ang="0">
                <a:pos x="connsiteX8798" y="connsiteY8798"/>
              </a:cxn>
              <a:cxn ang="0">
                <a:pos x="connsiteX8799" y="connsiteY8799"/>
              </a:cxn>
              <a:cxn ang="0">
                <a:pos x="connsiteX8800" y="connsiteY8800"/>
              </a:cxn>
              <a:cxn ang="0">
                <a:pos x="connsiteX8801" y="connsiteY8801"/>
              </a:cxn>
              <a:cxn ang="0">
                <a:pos x="connsiteX8802" y="connsiteY8802"/>
              </a:cxn>
              <a:cxn ang="0">
                <a:pos x="connsiteX8803" y="connsiteY8803"/>
              </a:cxn>
              <a:cxn ang="0">
                <a:pos x="connsiteX8804" y="connsiteY8804"/>
              </a:cxn>
              <a:cxn ang="0">
                <a:pos x="connsiteX8805" y="connsiteY8805"/>
              </a:cxn>
              <a:cxn ang="0">
                <a:pos x="connsiteX8806" y="connsiteY8806"/>
              </a:cxn>
              <a:cxn ang="0">
                <a:pos x="connsiteX8807" y="connsiteY8807"/>
              </a:cxn>
              <a:cxn ang="0">
                <a:pos x="connsiteX8808" y="connsiteY8808"/>
              </a:cxn>
              <a:cxn ang="0">
                <a:pos x="connsiteX8809" y="connsiteY8809"/>
              </a:cxn>
              <a:cxn ang="0">
                <a:pos x="connsiteX8810" y="connsiteY8810"/>
              </a:cxn>
              <a:cxn ang="0">
                <a:pos x="connsiteX8811" y="connsiteY8811"/>
              </a:cxn>
              <a:cxn ang="0">
                <a:pos x="connsiteX8812" y="connsiteY8812"/>
              </a:cxn>
              <a:cxn ang="0">
                <a:pos x="connsiteX8813" y="connsiteY8813"/>
              </a:cxn>
              <a:cxn ang="0">
                <a:pos x="connsiteX8814" y="connsiteY8814"/>
              </a:cxn>
              <a:cxn ang="0">
                <a:pos x="connsiteX8815" y="connsiteY8815"/>
              </a:cxn>
              <a:cxn ang="0">
                <a:pos x="connsiteX8816" y="connsiteY8816"/>
              </a:cxn>
              <a:cxn ang="0">
                <a:pos x="connsiteX8817" y="connsiteY8817"/>
              </a:cxn>
              <a:cxn ang="0">
                <a:pos x="connsiteX8818" y="connsiteY8818"/>
              </a:cxn>
              <a:cxn ang="0">
                <a:pos x="connsiteX8819" y="connsiteY8819"/>
              </a:cxn>
              <a:cxn ang="0">
                <a:pos x="connsiteX8820" y="connsiteY8820"/>
              </a:cxn>
              <a:cxn ang="0">
                <a:pos x="connsiteX8821" y="connsiteY8821"/>
              </a:cxn>
              <a:cxn ang="0">
                <a:pos x="connsiteX8822" y="connsiteY8822"/>
              </a:cxn>
              <a:cxn ang="0">
                <a:pos x="connsiteX8823" y="connsiteY8823"/>
              </a:cxn>
              <a:cxn ang="0">
                <a:pos x="connsiteX8824" y="connsiteY8824"/>
              </a:cxn>
              <a:cxn ang="0">
                <a:pos x="connsiteX8825" y="connsiteY8825"/>
              </a:cxn>
              <a:cxn ang="0">
                <a:pos x="connsiteX8826" y="connsiteY8826"/>
              </a:cxn>
              <a:cxn ang="0">
                <a:pos x="connsiteX8827" y="connsiteY8827"/>
              </a:cxn>
              <a:cxn ang="0">
                <a:pos x="connsiteX8828" y="connsiteY8828"/>
              </a:cxn>
              <a:cxn ang="0">
                <a:pos x="connsiteX8829" y="connsiteY8829"/>
              </a:cxn>
              <a:cxn ang="0">
                <a:pos x="connsiteX8830" y="connsiteY8830"/>
              </a:cxn>
              <a:cxn ang="0">
                <a:pos x="connsiteX8831" y="connsiteY8831"/>
              </a:cxn>
              <a:cxn ang="0">
                <a:pos x="connsiteX8832" y="connsiteY8832"/>
              </a:cxn>
              <a:cxn ang="0">
                <a:pos x="connsiteX8833" y="connsiteY8833"/>
              </a:cxn>
              <a:cxn ang="0">
                <a:pos x="connsiteX8834" y="connsiteY8834"/>
              </a:cxn>
              <a:cxn ang="0">
                <a:pos x="connsiteX8835" y="connsiteY8835"/>
              </a:cxn>
              <a:cxn ang="0">
                <a:pos x="connsiteX8836" y="connsiteY8836"/>
              </a:cxn>
              <a:cxn ang="0">
                <a:pos x="connsiteX8837" y="connsiteY8837"/>
              </a:cxn>
              <a:cxn ang="0">
                <a:pos x="connsiteX8838" y="connsiteY8838"/>
              </a:cxn>
              <a:cxn ang="0">
                <a:pos x="connsiteX8839" y="connsiteY8839"/>
              </a:cxn>
              <a:cxn ang="0">
                <a:pos x="connsiteX8840" y="connsiteY8840"/>
              </a:cxn>
              <a:cxn ang="0">
                <a:pos x="connsiteX8841" y="connsiteY8841"/>
              </a:cxn>
              <a:cxn ang="0">
                <a:pos x="connsiteX8842" y="connsiteY8842"/>
              </a:cxn>
              <a:cxn ang="0">
                <a:pos x="connsiteX8843" y="connsiteY8843"/>
              </a:cxn>
              <a:cxn ang="0">
                <a:pos x="connsiteX8844" y="connsiteY8844"/>
              </a:cxn>
              <a:cxn ang="0">
                <a:pos x="connsiteX8845" y="connsiteY8845"/>
              </a:cxn>
              <a:cxn ang="0">
                <a:pos x="connsiteX8846" y="connsiteY8846"/>
              </a:cxn>
              <a:cxn ang="0">
                <a:pos x="connsiteX8847" y="connsiteY8847"/>
              </a:cxn>
              <a:cxn ang="0">
                <a:pos x="connsiteX8848" y="connsiteY8848"/>
              </a:cxn>
              <a:cxn ang="0">
                <a:pos x="connsiteX8849" y="connsiteY8849"/>
              </a:cxn>
              <a:cxn ang="0">
                <a:pos x="connsiteX8850" y="connsiteY8850"/>
              </a:cxn>
              <a:cxn ang="0">
                <a:pos x="connsiteX8851" y="connsiteY8851"/>
              </a:cxn>
              <a:cxn ang="0">
                <a:pos x="connsiteX8852" y="connsiteY8852"/>
              </a:cxn>
              <a:cxn ang="0">
                <a:pos x="connsiteX8853" y="connsiteY8853"/>
              </a:cxn>
              <a:cxn ang="0">
                <a:pos x="connsiteX8854" y="connsiteY8854"/>
              </a:cxn>
              <a:cxn ang="0">
                <a:pos x="connsiteX8855" y="connsiteY8855"/>
              </a:cxn>
              <a:cxn ang="0">
                <a:pos x="connsiteX8856" y="connsiteY8856"/>
              </a:cxn>
              <a:cxn ang="0">
                <a:pos x="connsiteX8857" y="connsiteY8857"/>
              </a:cxn>
              <a:cxn ang="0">
                <a:pos x="connsiteX8858" y="connsiteY8858"/>
              </a:cxn>
              <a:cxn ang="0">
                <a:pos x="connsiteX8859" y="connsiteY8859"/>
              </a:cxn>
              <a:cxn ang="0">
                <a:pos x="connsiteX8860" y="connsiteY8860"/>
              </a:cxn>
              <a:cxn ang="0">
                <a:pos x="connsiteX8861" y="connsiteY8861"/>
              </a:cxn>
              <a:cxn ang="0">
                <a:pos x="connsiteX8862" y="connsiteY8862"/>
              </a:cxn>
              <a:cxn ang="0">
                <a:pos x="connsiteX8863" y="connsiteY8863"/>
              </a:cxn>
              <a:cxn ang="0">
                <a:pos x="connsiteX8864" y="connsiteY8864"/>
              </a:cxn>
              <a:cxn ang="0">
                <a:pos x="connsiteX8865" y="connsiteY8865"/>
              </a:cxn>
              <a:cxn ang="0">
                <a:pos x="connsiteX8866" y="connsiteY8866"/>
              </a:cxn>
              <a:cxn ang="0">
                <a:pos x="connsiteX8867" y="connsiteY8867"/>
              </a:cxn>
              <a:cxn ang="0">
                <a:pos x="connsiteX8868" y="connsiteY8868"/>
              </a:cxn>
              <a:cxn ang="0">
                <a:pos x="connsiteX8869" y="connsiteY8869"/>
              </a:cxn>
              <a:cxn ang="0">
                <a:pos x="connsiteX8870" y="connsiteY8870"/>
              </a:cxn>
              <a:cxn ang="0">
                <a:pos x="connsiteX8871" y="connsiteY8871"/>
              </a:cxn>
              <a:cxn ang="0">
                <a:pos x="connsiteX8872" y="connsiteY8872"/>
              </a:cxn>
              <a:cxn ang="0">
                <a:pos x="connsiteX8873" y="connsiteY8873"/>
              </a:cxn>
              <a:cxn ang="0">
                <a:pos x="connsiteX8874" y="connsiteY8874"/>
              </a:cxn>
              <a:cxn ang="0">
                <a:pos x="connsiteX8875" y="connsiteY8875"/>
              </a:cxn>
              <a:cxn ang="0">
                <a:pos x="connsiteX8876" y="connsiteY8876"/>
              </a:cxn>
              <a:cxn ang="0">
                <a:pos x="connsiteX8877" y="connsiteY8877"/>
              </a:cxn>
              <a:cxn ang="0">
                <a:pos x="connsiteX8878" y="connsiteY8878"/>
              </a:cxn>
              <a:cxn ang="0">
                <a:pos x="connsiteX8879" y="connsiteY8879"/>
              </a:cxn>
              <a:cxn ang="0">
                <a:pos x="connsiteX8880" y="connsiteY8880"/>
              </a:cxn>
              <a:cxn ang="0">
                <a:pos x="connsiteX8881" y="connsiteY8881"/>
              </a:cxn>
              <a:cxn ang="0">
                <a:pos x="connsiteX8882" y="connsiteY8882"/>
              </a:cxn>
              <a:cxn ang="0">
                <a:pos x="connsiteX8883" y="connsiteY8883"/>
              </a:cxn>
              <a:cxn ang="0">
                <a:pos x="connsiteX8884" y="connsiteY8884"/>
              </a:cxn>
              <a:cxn ang="0">
                <a:pos x="connsiteX8885" y="connsiteY8885"/>
              </a:cxn>
              <a:cxn ang="0">
                <a:pos x="connsiteX8886" y="connsiteY8886"/>
              </a:cxn>
              <a:cxn ang="0">
                <a:pos x="connsiteX8887" y="connsiteY8887"/>
              </a:cxn>
              <a:cxn ang="0">
                <a:pos x="connsiteX8888" y="connsiteY8888"/>
              </a:cxn>
              <a:cxn ang="0">
                <a:pos x="connsiteX8889" y="connsiteY8889"/>
              </a:cxn>
              <a:cxn ang="0">
                <a:pos x="connsiteX8890" y="connsiteY8890"/>
              </a:cxn>
              <a:cxn ang="0">
                <a:pos x="connsiteX8891" y="connsiteY8891"/>
              </a:cxn>
              <a:cxn ang="0">
                <a:pos x="connsiteX8892" y="connsiteY8892"/>
              </a:cxn>
              <a:cxn ang="0">
                <a:pos x="connsiteX8893" y="connsiteY8893"/>
              </a:cxn>
              <a:cxn ang="0">
                <a:pos x="connsiteX8894" y="connsiteY8894"/>
              </a:cxn>
              <a:cxn ang="0">
                <a:pos x="connsiteX8895" y="connsiteY8895"/>
              </a:cxn>
              <a:cxn ang="0">
                <a:pos x="connsiteX8896" y="connsiteY8896"/>
              </a:cxn>
              <a:cxn ang="0">
                <a:pos x="connsiteX8897" y="connsiteY8897"/>
              </a:cxn>
              <a:cxn ang="0">
                <a:pos x="connsiteX8898" y="connsiteY8898"/>
              </a:cxn>
              <a:cxn ang="0">
                <a:pos x="connsiteX8899" y="connsiteY8899"/>
              </a:cxn>
              <a:cxn ang="0">
                <a:pos x="connsiteX8900" y="connsiteY8900"/>
              </a:cxn>
              <a:cxn ang="0">
                <a:pos x="connsiteX8901" y="connsiteY8901"/>
              </a:cxn>
              <a:cxn ang="0">
                <a:pos x="connsiteX8902" y="connsiteY8902"/>
              </a:cxn>
              <a:cxn ang="0">
                <a:pos x="connsiteX8903" y="connsiteY8903"/>
              </a:cxn>
              <a:cxn ang="0">
                <a:pos x="connsiteX8904" y="connsiteY8904"/>
              </a:cxn>
              <a:cxn ang="0">
                <a:pos x="connsiteX8905" y="connsiteY8905"/>
              </a:cxn>
              <a:cxn ang="0">
                <a:pos x="connsiteX8906" y="connsiteY8906"/>
              </a:cxn>
              <a:cxn ang="0">
                <a:pos x="connsiteX8907" y="connsiteY8907"/>
              </a:cxn>
              <a:cxn ang="0">
                <a:pos x="connsiteX8908" y="connsiteY8908"/>
              </a:cxn>
              <a:cxn ang="0">
                <a:pos x="connsiteX8909" y="connsiteY8909"/>
              </a:cxn>
              <a:cxn ang="0">
                <a:pos x="connsiteX8910" y="connsiteY8910"/>
              </a:cxn>
              <a:cxn ang="0">
                <a:pos x="connsiteX8911" y="connsiteY8911"/>
              </a:cxn>
              <a:cxn ang="0">
                <a:pos x="connsiteX8912" y="connsiteY8912"/>
              </a:cxn>
              <a:cxn ang="0">
                <a:pos x="connsiteX8913" y="connsiteY8913"/>
              </a:cxn>
              <a:cxn ang="0">
                <a:pos x="connsiteX8914" y="connsiteY8914"/>
              </a:cxn>
              <a:cxn ang="0">
                <a:pos x="connsiteX8915" y="connsiteY8915"/>
              </a:cxn>
              <a:cxn ang="0">
                <a:pos x="connsiteX8916" y="connsiteY8916"/>
              </a:cxn>
              <a:cxn ang="0">
                <a:pos x="connsiteX8917" y="connsiteY8917"/>
              </a:cxn>
              <a:cxn ang="0">
                <a:pos x="connsiteX8918" y="connsiteY8918"/>
              </a:cxn>
              <a:cxn ang="0">
                <a:pos x="connsiteX8919" y="connsiteY8919"/>
              </a:cxn>
              <a:cxn ang="0">
                <a:pos x="connsiteX8920" y="connsiteY8920"/>
              </a:cxn>
              <a:cxn ang="0">
                <a:pos x="connsiteX8921" y="connsiteY8921"/>
              </a:cxn>
              <a:cxn ang="0">
                <a:pos x="connsiteX8922" y="connsiteY8922"/>
              </a:cxn>
              <a:cxn ang="0">
                <a:pos x="connsiteX8923" y="connsiteY8923"/>
              </a:cxn>
              <a:cxn ang="0">
                <a:pos x="connsiteX8924" y="connsiteY8924"/>
              </a:cxn>
              <a:cxn ang="0">
                <a:pos x="connsiteX8925" y="connsiteY8925"/>
              </a:cxn>
              <a:cxn ang="0">
                <a:pos x="connsiteX8926" y="connsiteY8926"/>
              </a:cxn>
              <a:cxn ang="0">
                <a:pos x="connsiteX8927" y="connsiteY8927"/>
              </a:cxn>
              <a:cxn ang="0">
                <a:pos x="connsiteX8928" y="connsiteY8928"/>
              </a:cxn>
              <a:cxn ang="0">
                <a:pos x="connsiteX8929" y="connsiteY8929"/>
              </a:cxn>
              <a:cxn ang="0">
                <a:pos x="connsiteX8930" y="connsiteY8930"/>
              </a:cxn>
              <a:cxn ang="0">
                <a:pos x="connsiteX8931" y="connsiteY8931"/>
              </a:cxn>
              <a:cxn ang="0">
                <a:pos x="connsiteX8932" y="connsiteY8932"/>
              </a:cxn>
              <a:cxn ang="0">
                <a:pos x="connsiteX8933" y="connsiteY8933"/>
              </a:cxn>
              <a:cxn ang="0">
                <a:pos x="connsiteX8934" y="connsiteY8934"/>
              </a:cxn>
              <a:cxn ang="0">
                <a:pos x="connsiteX8935" y="connsiteY8935"/>
              </a:cxn>
              <a:cxn ang="0">
                <a:pos x="connsiteX8936" y="connsiteY8936"/>
              </a:cxn>
              <a:cxn ang="0">
                <a:pos x="connsiteX8937" y="connsiteY8937"/>
              </a:cxn>
              <a:cxn ang="0">
                <a:pos x="connsiteX8938" y="connsiteY8938"/>
              </a:cxn>
              <a:cxn ang="0">
                <a:pos x="connsiteX8939" y="connsiteY8939"/>
              </a:cxn>
              <a:cxn ang="0">
                <a:pos x="connsiteX8940" y="connsiteY8940"/>
              </a:cxn>
              <a:cxn ang="0">
                <a:pos x="connsiteX8941" y="connsiteY8941"/>
              </a:cxn>
              <a:cxn ang="0">
                <a:pos x="connsiteX8942" y="connsiteY8942"/>
              </a:cxn>
              <a:cxn ang="0">
                <a:pos x="connsiteX8943" y="connsiteY8943"/>
              </a:cxn>
              <a:cxn ang="0">
                <a:pos x="connsiteX8944" y="connsiteY8944"/>
              </a:cxn>
              <a:cxn ang="0">
                <a:pos x="connsiteX8945" y="connsiteY8945"/>
              </a:cxn>
              <a:cxn ang="0">
                <a:pos x="connsiteX8946" y="connsiteY8946"/>
              </a:cxn>
              <a:cxn ang="0">
                <a:pos x="connsiteX8947" y="connsiteY8947"/>
              </a:cxn>
              <a:cxn ang="0">
                <a:pos x="connsiteX8948" y="connsiteY8948"/>
              </a:cxn>
              <a:cxn ang="0">
                <a:pos x="connsiteX8949" y="connsiteY8949"/>
              </a:cxn>
              <a:cxn ang="0">
                <a:pos x="connsiteX8950" y="connsiteY8950"/>
              </a:cxn>
              <a:cxn ang="0">
                <a:pos x="connsiteX8951" y="connsiteY8951"/>
              </a:cxn>
              <a:cxn ang="0">
                <a:pos x="connsiteX8952" y="connsiteY8952"/>
              </a:cxn>
              <a:cxn ang="0">
                <a:pos x="connsiteX8953" y="connsiteY8953"/>
              </a:cxn>
              <a:cxn ang="0">
                <a:pos x="connsiteX8954" y="connsiteY8954"/>
              </a:cxn>
              <a:cxn ang="0">
                <a:pos x="connsiteX8955" y="connsiteY8955"/>
              </a:cxn>
              <a:cxn ang="0">
                <a:pos x="connsiteX8956" y="connsiteY8956"/>
              </a:cxn>
              <a:cxn ang="0">
                <a:pos x="connsiteX8957" y="connsiteY8957"/>
              </a:cxn>
              <a:cxn ang="0">
                <a:pos x="connsiteX8958" y="connsiteY8958"/>
              </a:cxn>
              <a:cxn ang="0">
                <a:pos x="connsiteX8959" y="connsiteY8959"/>
              </a:cxn>
              <a:cxn ang="0">
                <a:pos x="connsiteX8960" y="connsiteY8960"/>
              </a:cxn>
              <a:cxn ang="0">
                <a:pos x="connsiteX8961" y="connsiteY8961"/>
              </a:cxn>
              <a:cxn ang="0">
                <a:pos x="connsiteX8962" y="connsiteY8962"/>
              </a:cxn>
              <a:cxn ang="0">
                <a:pos x="connsiteX8963" y="connsiteY8963"/>
              </a:cxn>
              <a:cxn ang="0">
                <a:pos x="connsiteX8964" y="connsiteY8964"/>
              </a:cxn>
              <a:cxn ang="0">
                <a:pos x="connsiteX8965" y="connsiteY8965"/>
              </a:cxn>
              <a:cxn ang="0">
                <a:pos x="connsiteX8966" y="connsiteY8966"/>
              </a:cxn>
              <a:cxn ang="0">
                <a:pos x="connsiteX8967" y="connsiteY8967"/>
              </a:cxn>
              <a:cxn ang="0">
                <a:pos x="connsiteX8968" y="connsiteY8968"/>
              </a:cxn>
              <a:cxn ang="0">
                <a:pos x="connsiteX8969" y="connsiteY8969"/>
              </a:cxn>
              <a:cxn ang="0">
                <a:pos x="connsiteX8970" y="connsiteY8970"/>
              </a:cxn>
              <a:cxn ang="0">
                <a:pos x="connsiteX8971" y="connsiteY8971"/>
              </a:cxn>
              <a:cxn ang="0">
                <a:pos x="connsiteX8972" y="connsiteY8972"/>
              </a:cxn>
              <a:cxn ang="0">
                <a:pos x="connsiteX8973" y="connsiteY8973"/>
              </a:cxn>
              <a:cxn ang="0">
                <a:pos x="connsiteX8974" y="connsiteY8974"/>
              </a:cxn>
              <a:cxn ang="0">
                <a:pos x="connsiteX8975" y="connsiteY8975"/>
              </a:cxn>
              <a:cxn ang="0">
                <a:pos x="connsiteX8976" y="connsiteY8976"/>
              </a:cxn>
              <a:cxn ang="0">
                <a:pos x="connsiteX8977" y="connsiteY8977"/>
              </a:cxn>
              <a:cxn ang="0">
                <a:pos x="connsiteX8978" y="connsiteY8978"/>
              </a:cxn>
              <a:cxn ang="0">
                <a:pos x="connsiteX8979" y="connsiteY8979"/>
              </a:cxn>
              <a:cxn ang="0">
                <a:pos x="connsiteX8980" y="connsiteY8980"/>
              </a:cxn>
              <a:cxn ang="0">
                <a:pos x="connsiteX8981" y="connsiteY8981"/>
              </a:cxn>
              <a:cxn ang="0">
                <a:pos x="connsiteX8982" y="connsiteY8982"/>
              </a:cxn>
              <a:cxn ang="0">
                <a:pos x="connsiteX8983" y="connsiteY8983"/>
              </a:cxn>
              <a:cxn ang="0">
                <a:pos x="connsiteX8984" y="connsiteY8984"/>
              </a:cxn>
              <a:cxn ang="0">
                <a:pos x="connsiteX8985" y="connsiteY8985"/>
              </a:cxn>
              <a:cxn ang="0">
                <a:pos x="connsiteX8986" y="connsiteY8986"/>
              </a:cxn>
              <a:cxn ang="0">
                <a:pos x="connsiteX8987" y="connsiteY8987"/>
              </a:cxn>
              <a:cxn ang="0">
                <a:pos x="connsiteX8988" y="connsiteY8988"/>
              </a:cxn>
              <a:cxn ang="0">
                <a:pos x="connsiteX8989" y="connsiteY8989"/>
              </a:cxn>
              <a:cxn ang="0">
                <a:pos x="connsiteX8990" y="connsiteY8990"/>
              </a:cxn>
              <a:cxn ang="0">
                <a:pos x="connsiteX8991" y="connsiteY8991"/>
              </a:cxn>
              <a:cxn ang="0">
                <a:pos x="connsiteX8992" y="connsiteY8992"/>
              </a:cxn>
              <a:cxn ang="0">
                <a:pos x="connsiteX8993" y="connsiteY8993"/>
              </a:cxn>
              <a:cxn ang="0">
                <a:pos x="connsiteX8994" y="connsiteY8994"/>
              </a:cxn>
              <a:cxn ang="0">
                <a:pos x="connsiteX8995" y="connsiteY8995"/>
              </a:cxn>
              <a:cxn ang="0">
                <a:pos x="connsiteX8996" y="connsiteY8996"/>
              </a:cxn>
              <a:cxn ang="0">
                <a:pos x="connsiteX8997" y="connsiteY8997"/>
              </a:cxn>
              <a:cxn ang="0">
                <a:pos x="connsiteX8998" y="connsiteY8998"/>
              </a:cxn>
              <a:cxn ang="0">
                <a:pos x="connsiteX8999" y="connsiteY8999"/>
              </a:cxn>
              <a:cxn ang="0">
                <a:pos x="connsiteX9000" y="connsiteY9000"/>
              </a:cxn>
              <a:cxn ang="0">
                <a:pos x="connsiteX9001" y="connsiteY9001"/>
              </a:cxn>
              <a:cxn ang="0">
                <a:pos x="connsiteX9002" y="connsiteY9002"/>
              </a:cxn>
              <a:cxn ang="0">
                <a:pos x="connsiteX9003" y="connsiteY9003"/>
              </a:cxn>
              <a:cxn ang="0">
                <a:pos x="connsiteX9004" y="connsiteY9004"/>
              </a:cxn>
              <a:cxn ang="0">
                <a:pos x="connsiteX9005" y="connsiteY9005"/>
              </a:cxn>
              <a:cxn ang="0">
                <a:pos x="connsiteX9006" y="connsiteY9006"/>
              </a:cxn>
              <a:cxn ang="0">
                <a:pos x="connsiteX9007" y="connsiteY9007"/>
              </a:cxn>
              <a:cxn ang="0">
                <a:pos x="connsiteX9008" y="connsiteY9008"/>
              </a:cxn>
              <a:cxn ang="0">
                <a:pos x="connsiteX9009" y="connsiteY9009"/>
              </a:cxn>
              <a:cxn ang="0">
                <a:pos x="connsiteX9010" y="connsiteY9010"/>
              </a:cxn>
              <a:cxn ang="0">
                <a:pos x="connsiteX9011" y="connsiteY9011"/>
              </a:cxn>
              <a:cxn ang="0">
                <a:pos x="connsiteX9012" y="connsiteY9012"/>
              </a:cxn>
              <a:cxn ang="0">
                <a:pos x="connsiteX9013" y="connsiteY9013"/>
              </a:cxn>
              <a:cxn ang="0">
                <a:pos x="connsiteX9014" y="connsiteY9014"/>
              </a:cxn>
              <a:cxn ang="0">
                <a:pos x="connsiteX9015" y="connsiteY9015"/>
              </a:cxn>
              <a:cxn ang="0">
                <a:pos x="connsiteX9016" y="connsiteY9016"/>
              </a:cxn>
              <a:cxn ang="0">
                <a:pos x="connsiteX9017" y="connsiteY9017"/>
              </a:cxn>
              <a:cxn ang="0">
                <a:pos x="connsiteX9018" y="connsiteY9018"/>
              </a:cxn>
              <a:cxn ang="0">
                <a:pos x="connsiteX9019" y="connsiteY9019"/>
              </a:cxn>
              <a:cxn ang="0">
                <a:pos x="connsiteX9020" y="connsiteY9020"/>
              </a:cxn>
              <a:cxn ang="0">
                <a:pos x="connsiteX9021" y="connsiteY9021"/>
              </a:cxn>
              <a:cxn ang="0">
                <a:pos x="connsiteX9022" y="connsiteY9022"/>
              </a:cxn>
              <a:cxn ang="0">
                <a:pos x="connsiteX9023" y="connsiteY9023"/>
              </a:cxn>
              <a:cxn ang="0">
                <a:pos x="connsiteX9024" y="connsiteY9024"/>
              </a:cxn>
              <a:cxn ang="0">
                <a:pos x="connsiteX9025" y="connsiteY9025"/>
              </a:cxn>
              <a:cxn ang="0">
                <a:pos x="connsiteX9026" y="connsiteY9026"/>
              </a:cxn>
              <a:cxn ang="0">
                <a:pos x="connsiteX9027" y="connsiteY9027"/>
              </a:cxn>
              <a:cxn ang="0">
                <a:pos x="connsiteX9028" y="connsiteY9028"/>
              </a:cxn>
              <a:cxn ang="0">
                <a:pos x="connsiteX9029" y="connsiteY9029"/>
              </a:cxn>
              <a:cxn ang="0">
                <a:pos x="connsiteX9030" y="connsiteY9030"/>
              </a:cxn>
              <a:cxn ang="0">
                <a:pos x="connsiteX9031" y="connsiteY9031"/>
              </a:cxn>
              <a:cxn ang="0">
                <a:pos x="connsiteX9032" y="connsiteY9032"/>
              </a:cxn>
              <a:cxn ang="0">
                <a:pos x="connsiteX9033" y="connsiteY9033"/>
              </a:cxn>
              <a:cxn ang="0">
                <a:pos x="connsiteX9034" y="connsiteY9034"/>
              </a:cxn>
              <a:cxn ang="0">
                <a:pos x="connsiteX9035" y="connsiteY9035"/>
              </a:cxn>
              <a:cxn ang="0">
                <a:pos x="connsiteX9036" y="connsiteY9036"/>
              </a:cxn>
              <a:cxn ang="0">
                <a:pos x="connsiteX9037" y="connsiteY9037"/>
              </a:cxn>
              <a:cxn ang="0">
                <a:pos x="connsiteX9038" y="connsiteY9038"/>
              </a:cxn>
              <a:cxn ang="0">
                <a:pos x="connsiteX9039" y="connsiteY9039"/>
              </a:cxn>
              <a:cxn ang="0">
                <a:pos x="connsiteX9040" y="connsiteY9040"/>
              </a:cxn>
              <a:cxn ang="0">
                <a:pos x="connsiteX9041" y="connsiteY9041"/>
              </a:cxn>
              <a:cxn ang="0">
                <a:pos x="connsiteX9042" y="connsiteY9042"/>
              </a:cxn>
              <a:cxn ang="0">
                <a:pos x="connsiteX9043" y="connsiteY9043"/>
              </a:cxn>
              <a:cxn ang="0">
                <a:pos x="connsiteX9044" y="connsiteY9044"/>
              </a:cxn>
              <a:cxn ang="0">
                <a:pos x="connsiteX9045" y="connsiteY9045"/>
              </a:cxn>
              <a:cxn ang="0">
                <a:pos x="connsiteX9046" y="connsiteY9046"/>
              </a:cxn>
              <a:cxn ang="0">
                <a:pos x="connsiteX9047" y="connsiteY9047"/>
              </a:cxn>
              <a:cxn ang="0">
                <a:pos x="connsiteX9048" y="connsiteY9048"/>
              </a:cxn>
              <a:cxn ang="0">
                <a:pos x="connsiteX9049" y="connsiteY9049"/>
              </a:cxn>
              <a:cxn ang="0">
                <a:pos x="connsiteX9050" y="connsiteY9050"/>
              </a:cxn>
              <a:cxn ang="0">
                <a:pos x="connsiteX9051" y="connsiteY9051"/>
              </a:cxn>
              <a:cxn ang="0">
                <a:pos x="connsiteX9052" y="connsiteY9052"/>
              </a:cxn>
              <a:cxn ang="0">
                <a:pos x="connsiteX9053" y="connsiteY9053"/>
              </a:cxn>
              <a:cxn ang="0">
                <a:pos x="connsiteX9054" y="connsiteY9054"/>
              </a:cxn>
              <a:cxn ang="0">
                <a:pos x="connsiteX9055" y="connsiteY9055"/>
              </a:cxn>
              <a:cxn ang="0">
                <a:pos x="connsiteX9056" y="connsiteY9056"/>
              </a:cxn>
              <a:cxn ang="0">
                <a:pos x="connsiteX9057" y="connsiteY9057"/>
              </a:cxn>
              <a:cxn ang="0">
                <a:pos x="connsiteX9058" y="connsiteY9058"/>
              </a:cxn>
              <a:cxn ang="0">
                <a:pos x="connsiteX9059" y="connsiteY9059"/>
              </a:cxn>
              <a:cxn ang="0">
                <a:pos x="connsiteX9060" y="connsiteY9060"/>
              </a:cxn>
              <a:cxn ang="0">
                <a:pos x="connsiteX9061" y="connsiteY9061"/>
              </a:cxn>
              <a:cxn ang="0">
                <a:pos x="connsiteX9062" y="connsiteY9062"/>
              </a:cxn>
              <a:cxn ang="0">
                <a:pos x="connsiteX9063" y="connsiteY9063"/>
              </a:cxn>
              <a:cxn ang="0">
                <a:pos x="connsiteX9064" y="connsiteY9064"/>
              </a:cxn>
              <a:cxn ang="0">
                <a:pos x="connsiteX9065" y="connsiteY9065"/>
              </a:cxn>
              <a:cxn ang="0">
                <a:pos x="connsiteX9066" y="connsiteY9066"/>
              </a:cxn>
              <a:cxn ang="0">
                <a:pos x="connsiteX9067" y="connsiteY9067"/>
              </a:cxn>
              <a:cxn ang="0">
                <a:pos x="connsiteX9068" y="connsiteY9068"/>
              </a:cxn>
              <a:cxn ang="0">
                <a:pos x="connsiteX9069" y="connsiteY9069"/>
              </a:cxn>
              <a:cxn ang="0">
                <a:pos x="connsiteX9070" y="connsiteY9070"/>
              </a:cxn>
              <a:cxn ang="0">
                <a:pos x="connsiteX9071" y="connsiteY9071"/>
              </a:cxn>
              <a:cxn ang="0">
                <a:pos x="connsiteX9072" y="connsiteY9072"/>
              </a:cxn>
              <a:cxn ang="0">
                <a:pos x="connsiteX9073" y="connsiteY9073"/>
              </a:cxn>
              <a:cxn ang="0">
                <a:pos x="connsiteX9074" y="connsiteY9074"/>
              </a:cxn>
              <a:cxn ang="0">
                <a:pos x="connsiteX9075" y="connsiteY9075"/>
              </a:cxn>
              <a:cxn ang="0">
                <a:pos x="connsiteX9076" y="connsiteY9076"/>
              </a:cxn>
              <a:cxn ang="0">
                <a:pos x="connsiteX9077" y="connsiteY9077"/>
              </a:cxn>
              <a:cxn ang="0">
                <a:pos x="connsiteX9078" y="connsiteY9078"/>
              </a:cxn>
              <a:cxn ang="0">
                <a:pos x="connsiteX9079" y="connsiteY9079"/>
              </a:cxn>
              <a:cxn ang="0">
                <a:pos x="connsiteX9080" y="connsiteY9080"/>
              </a:cxn>
              <a:cxn ang="0">
                <a:pos x="connsiteX9081" y="connsiteY9081"/>
              </a:cxn>
              <a:cxn ang="0">
                <a:pos x="connsiteX9082" y="connsiteY9082"/>
              </a:cxn>
              <a:cxn ang="0">
                <a:pos x="connsiteX9083" y="connsiteY9083"/>
              </a:cxn>
              <a:cxn ang="0">
                <a:pos x="connsiteX9084" y="connsiteY9084"/>
              </a:cxn>
              <a:cxn ang="0">
                <a:pos x="connsiteX9085" y="connsiteY9085"/>
              </a:cxn>
              <a:cxn ang="0">
                <a:pos x="connsiteX9086" y="connsiteY9086"/>
              </a:cxn>
              <a:cxn ang="0">
                <a:pos x="connsiteX9087" y="connsiteY9087"/>
              </a:cxn>
              <a:cxn ang="0">
                <a:pos x="connsiteX9088" y="connsiteY9088"/>
              </a:cxn>
              <a:cxn ang="0">
                <a:pos x="connsiteX9089" y="connsiteY9089"/>
              </a:cxn>
              <a:cxn ang="0">
                <a:pos x="connsiteX9090" y="connsiteY9090"/>
              </a:cxn>
              <a:cxn ang="0">
                <a:pos x="connsiteX9091" y="connsiteY9091"/>
              </a:cxn>
              <a:cxn ang="0">
                <a:pos x="connsiteX9092" y="connsiteY9092"/>
              </a:cxn>
              <a:cxn ang="0">
                <a:pos x="connsiteX9093" y="connsiteY9093"/>
              </a:cxn>
              <a:cxn ang="0">
                <a:pos x="connsiteX9094" y="connsiteY9094"/>
              </a:cxn>
              <a:cxn ang="0">
                <a:pos x="connsiteX9095" y="connsiteY9095"/>
              </a:cxn>
              <a:cxn ang="0">
                <a:pos x="connsiteX9096" y="connsiteY9096"/>
              </a:cxn>
              <a:cxn ang="0">
                <a:pos x="connsiteX9097" y="connsiteY9097"/>
              </a:cxn>
              <a:cxn ang="0">
                <a:pos x="connsiteX9098" y="connsiteY9098"/>
              </a:cxn>
              <a:cxn ang="0">
                <a:pos x="connsiteX9099" y="connsiteY9099"/>
              </a:cxn>
              <a:cxn ang="0">
                <a:pos x="connsiteX9100" y="connsiteY9100"/>
              </a:cxn>
              <a:cxn ang="0">
                <a:pos x="connsiteX9101" y="connsiteY9101"/>
              </a:cxn>
              <a:cxn ang="0">
                <a:pos x="connsiteX9102" y="connsiteY9102"/>
              </a:cxn>
              <a:cxn ang="0">
                <a:pos x="connsiteX9103" y="connsiteY9103"/>
              </a:cxn>
              <a:cxn ang="0">
                <a:pos x="connsiteX9104" y="connsiteY9104"/>
              </a:cxn>
              <a:cxn ang="0">
                <a:pos x="connsiteX9105" y="connsiteY9105"/>
              </a:cxn>
              <a:cxn ang="0">
                <a:pos x="connsiteX9106" y="connsiteY9106"/>
              </a:cxn>
              <a:cxn ang="0">
                <a:pos x="connsiteX9107" y="connsiteY9107"/>
              </a:cxn>
              <a:cxn ang="0">
                <a:pos x="connsiteX9108" y="connsiteY9108"/>
              </a:cxn>
              <a:cxn ang="0">
                <a:pos x="connsiteX9109" y="connsiteY9109"/>
              </a:cxn>
              <a:cxn ang="0">
                <a:pos x="connsiteX9110" y="connsiteY9110"/>
              </a:cxn>
              <a:cxn ang="0">
                <a:pos x="connsiteX9111" y="connsiteY9111"/>
              </a:cxn>
              <a:cxn ang="0">
                <a:pos x="connsiteX9112" y="connsiteY9112"/>
              </a:cxn>
              <a:cxn ang="0">
                <a:pos x="connsiteX9113" y="connsiteY9113"/>
              </a:cxn>
              <a:cxn ang="0">
                <a:pos x="connsiteX9114" y="connsiteY9114"/>
              </a:cxn>
              <a:cxn ang="0">
                <a:pos x="connsiteX9115" y="connsiteY9115"/>
              </a:cxn>
              <a:cxn ang="0">
                <a:pos x="connsiteX9116" y="connsiteY9116"/>
              </a:cxn>
              <a:cxn ang="0">
                <a:pos x="connsiteX9117" y="connsiteY9117"/>
              </a:cxn>
              <a:cxn ang="0">
                <a:pos x="connsiteX9118" y="connsiteY9118"/>
              </a:cxn>
              <a:cxn ang="0">
                <a:pos x="connsiteX9119" y="connsiteY9119"/>
              </a:cxn>
              <a:cxn ang="0">
                <a:pos x="connsiteX9120" y="connsiteY9120"/>
              </a:cxn>
              <a:cxn ang="0">
                <a:pos x="connsiteX9121" y="connsiteY9121"/>
              </a:cxn>
              <a:cxn ang="0">
                <a:pos x="connsiteX9122" y="connsiteY9122"/>
              </a:cxn>
              <a:cxn ang="0">
                <a:pos x="connsiteX9123" y="connsiteY9123"/>
              </a:cxn>
              <a:cxn ang="0">
                <a:pos x="connsiteX9124" y="connsiteY9124"/>
              </a:cxn>
              <a:cxn ang="0">
                <a:pos x="connsiteX9125" y="connsiteY9125"/>
              </a:cxn>
              <a:cxn ang="0">
                <a:pos x="connsiteX9126" y="connsiteY9126"/>
              </a:cxn>
              <a:cxn ang="0">
                <a:pos x="connsiteX9127" y="connsiteY9127"/>
              </a:cxn>
              <a:cxn ang="0">
                <a:pos x="connsiteX9128" y="connsiteY9128"/>
              </a:cxn>
              <a:cxn ang="0">
                <a:pos x="connsiteX9129" y="connsiteY9129"/>
              </a:cxn>
              <a:cxn ang="0">
                <a:pos x="connsiteX9130" y="connsiteY9130"/>
              </a:cxn>
              <a:cxn ang="0">
                <a:pos x="connsiteX9131" y="connsiteY9131"/>
              </a:cxn>
              <a:cxn ang="0">
                <a:pos x="connsiteX9132" y="connsiteY9132"/>
              </a:cxn>
              <a:cxn ang="0">
                <a:pos x="connsiteX9133" y="connsiteY9133"/>
              </a:cxn>
              <a:cxn ang="0">
                <a:pos x="connsiteX9134" y="connsiteY9134"/>
              </a:cxn>
              <a:cxn ang="0">
                <a:pos x="connsiteX9135" y="connsiteY9135"/>
              </a:cxn>
              <a:cxn ang="0">
                <a:pos x="connsiteX9136" y="connsiteY9136"/>
              </a:cxn>
              <a:cxn ang="0">
                <a:pos x="connsiteX9137" y="connsiteY9137"/>
              </a:cxn>
              <a:cxn ang="0">
                <a:pos x="connsiteX9138" y="connsiteY9138"/>
              </a:cxn>
              <a:cxn ang="0">
                <a:pos x="connsiteX9139" y="connsiteY9139"/>
              </a:cxn>
              <a:cxn ang="0">
                <a:pos x="connsiteX9140" y="connsiteY9140"/>
              </a:cxn>
              <a:cxn ang="0">
                <a:pos x="connsiteX9141" y="connsiteY9141"/>
              </a:cxn>
              <a:cxn ang="0">
                <a:pos x="connsiteX9142" y="connsiteY9142"/>
              </a:cxn>
              <a:cxn ang="0">
                <a:pos x="connsiteX9143" y="connsiteY9143"/>
              </a:cxn>
              <a:cxn ang="0">
                <a:pos x="connsiteX9144" y="connsiteY9144"/>
              </a:cxn>
              <a:cxn ang="0">
                <a:pos x="connsiteX9145" y="connsiteY9145"/>
              </a:cxn>
              <a:cxn ang="0">
                <a:pos x="connsiteX9146" y="connsiteY9146"/>
              </a:cxn>
              <a:cxn ang="0">
                <a:pos x="connsiteX9147" y="connsiteY9147"/>
              </a:cxn>
              <a:cxn ang="0">
                <a:pos x="connsiteX9148" y="connsiteY9148"/>
              </a:cxn>
              <a:cxn ang="0">
                <a:pos x="connsiteX9149" y="connsiteY9149"/>
              </a:cxn>
              <a:cxn ang="0">
                <a:pos x="connsiteX9150" y="connsiteY9150"/>
              </a:cxn>
              <a:cxn ang="0">
                <a:pos x="connsiteX9151" y="connsiteY9151"/>
              </a:cxn>
              <a:cxn ang="0">
                <a:pos x="connsiteX9152" y="connsiteY9152"/>
              </a:cxn>
              <a:cxn ang="0">
                <a:pos x="connsiteX9153" y="connsiteY9153"/>
              </a:cxn>
              <a:cxn ang="0">
                <a:pos x="connsiteX9154" y="connsiteY9154"/>
              </a:cxn>
              <a:cxn ang="0">
                <a:pos x="connsiteX9155" y="connsiteY9155"/>
              </a:cxn>
              <a:cxn ang="0">
                <a:pos x="connsiteX9156" y="connsiteY9156"/>
              </a:cxn>
              <a:cxn ang="0">
                <a:pos x="connsiteX9157" y="connsiteY9157"/>
              </a:cxn>
              <a:cxn ang="0">
                <a:pos x="connsiteX9158" y="connsiteY9158"/>
              </a:cxn>
              <a:cxn ang="0">
                <a:pos x="connsiteX9159" y="connsiteY9159"/>
              </a:cxn>
              <a:cxn ang="0">
                <a:pos x="connsiteX9160" y="connsiteY9160"/>
              </a:cxn>
              <a:cxn ang="0">
                <a:pos x="connsiteX9161" y="connsiteY9161"/>
              </a:cxn>
              <a:cxn ang="0">
                <a:pos x="connsiteX9162" y="connsiteY9162"/>
              </a:cxn>
              <a:cxn ang="0">
                <a:pos x="connsiteX9163" y="connsiteY9163"/>
              </a:cxn>
              <a:cxn ang="0">
                <a:pos x="connsiteX9164" y="connsiteY9164"/>
              </a:cxn>
              <a:cxn ang="0">
                <a:pos x="connsiteX9165" y="connsiteY9165"/>
              </a:cxn>
              <a:cxn ang="0">
                <a:pos x="connsiteX9166" y="connsiteY9166"/>
              </a:cxn>
              <a:cxn ang="0">
                <a:pos x="connsiteX9167" y="connsiteY9167"/>
              </a:cxn>
              <a:cxn ang="0">
                <a:pos x="connsiteX9168" y="connsiteY9168"/>
              </a:cxn>
              <a:cxn ang="0">
                <a:pos x="connsiteX9169" y="connsiteY9169"/>
              </a:cxn>
              <a:cxn ang="0">
                <a:pos x="connsiteX9170" y="connsiteY9170"/>
              </a:cxn>
              <a:cxn ang="0">
                <a:pos x="connsiteX9171" y="connsiteY9171"/>
              </a:cxn>
              <a:cxn ang="0">
                <a:pos x="connsiteX9172" y="connsiteY9172"/>
              </a:cxn>
              <a:cxn ang="0">
                <a:pos x="connsiteX9173" y="connsiteY9173"/>
              </a:cxn>
              <a:cxn ang="0">
                <a:pos x="connsiteX9174" y="connsiteY9174"/>
              </a:cxn>
              <a:cxn ang="0">
                <a:pos x="connsiteX9175" y="connsiteY9175"/>
              </a:cxn>
              <a:cxn ang="0">
                <a:pos x="connsiteX9176" y="connsiteY9176"/>
              </a:cxn>
              <a:cxn ang="0">
                <a:pos x="connsiteX9177" y="connsiteY9177"/>
              </a:cxn>
              <a:cxn ang="0">
                <a:pos x="connsiteX9178" y="connsiteY9178"/>
              </a:cxn>
              <a:cxn ang="0">
                <a:pos x="connsiteX9179" y="connsiteY9179"/>
              </a:cxn>
              <a:cxn ang="0">
                <a:pos x="connsiteX9180" y="connsiteY9180"/>
              </a:cxn>
              <a:cxn ang="0">
                <a:pos x="connsiteX9181" y="connsiteY9181"/>
              </a:cxn>
              <a:cxn ang="0">
                <a:pos x="connsiteX9182" y="connsiteY9182"/>
              </a:cxn>
              <a:cxn ang="0">
                <a:pos x="connsiteX9183" y="connsiteY9183"/>
              </a:cxn>
              <a:cxn ang="0">
                <a:pos x="connsiteX9184" y="connsiteY9184"/>
              </a:cxn>
              <a:cxn ang="0">
                <a:pos x="connsiteX9185" y="connsiteY9185"/>
              </a:cxn>
              <a:cxn ang="0">
                <a:pos x="connsiteX9186" y="connsiteY9186"/>
              </a:cxn>
              <a:cxn ang="0">
                <a:pos x="connsiteX9187" y="connsiteY9187"/>
              </a:cxn>
              <a:cxn ang="0">
                <a:pos x="connsiteX9188" y="connsiteY9188"/>
              </a:cxn>
              <a:cxn ang="0">
                <a:pos x="connsiteX9189" y="connsiteY9189"/>
              </a:cxn>
              <a:cxn ang="0">
                <a:pos x="connsiteX9190" y="connsiteY9190"/>
              </a:cxn>
              <a:cxn ang="0">
                <a:pos x="connsiteX9191" y="connsiteY9191"/>
              </a:cxn>
              <a:cxn ang="0">
                <a:pos x="connsiteX9192" y="connsiteY9192"/>
              </a:cxn>
              <a:cxn ang="0">
                <a:pos x="connsiteX9193" y="connsiteY9193"/>
              </a:cxn>
              <a:cxn ang="0">
                <a:pos x="connsiteX9194" y="connsiteY9194"/>
              </a:cxn>
              <a:cxn ang="0">
                <a:pos x="connsiteX9195" y="connsiteY9195"/>
              </a:cxn>
              <a:cxn ang="0">
                <a:pos x="connsiteX9196" y="connsiteY9196"/>
              </a:cxn>
              <a:cxn ang="0">
                <a:pos x="connsiteX9197" y="connsiteY9197"/>
              </a:cxn>
              <a:cxn ang="0">
                <a:pos x="connsiteX9198" y="connsiteY9198"/>
              </a:cxn>
              <a:cxn ang="0">
                <a:pos x="connsiteX9199" y="connsiteY9199"/>
              </a:cxn>
              <a:cxn ang="0">
                <a:pos x="connsiteX9200" y="connsiteY9200"/>
              </a:cxn>
              <a:cxn ang="0">
                <a:pos x="connsiteX9201" y="connsiteY9201"/>
              </a:cxn>
              <a:cxn ang="0">
                <a:pos x="connsiteX9202" y="connsiteY9202"/>
              </a:cxn>
              <a:cxn ang="0">
                <a:pos x="connsiteX9203" y="connsiteY9203"/>
              </a:cxn>
              <a:cxn ang="0">
                <a:pos x="connsiteX9204" y="connsiteY9204"/>
              </a:cxn>
              <a:cxn ang="0">
                <a:pos x="connsiteX9205" y="connsiteY9205"/>
              </a:cxn>
              <a:cxn ang="0">
                <a:pos x="connsiteX9206" y="connsiteY9206"/>
              </a:cxn>
              <a:cxn ang="0">
                <a:pos x="connsiteX9207" y="connsiteY9207"/>
              </a:cxn>
              <a:cxn ang="0">
                <a:pos x="connsiteX9208" y="connsiteY9208"/>
              </a:cxn>
              <a:cxn ang="0">
                <a:pos x="connsiteX9209" y="connsiteY9209"/>
              </a:cxn>
              <a:cxn ang="0">
                <a:pos x="connsiteX9210" y="connsiteY9210"/>
              </a:cxn>
              <a:cxn ang="0">
                <a:pos x="connsiteX9211" y="connsiteY9211"/>
              </a:cxn>
              <a:cxn ang="0">
                <a:pos x="connsiteX9212" y="connsiteY9212"/>
              </a:cxn>
              <a:cxn ang="0">
                <a:pos x="connsiteX9213" y="connsiteY9213"/>
              </a:cxn>
              <a:cxn ang="0">
                <a:pos x="connsiteX9214" y="connsiteY9214"/>
              </a:cxn>
              <a:cxn ang="0">
                <a:pos x="connsiteX9215" y="connsiteY9215"/>
              </a:cxn>
              <a:cxn ang="0">
                <a:pos x="connsiteX9216" y="connsiteY9216"/>
              </a:cxn>
              <a:cxn ang="0">
                <a:pos x="connsiteX9217" y="connsiteY9217"/>
              </a:cxn>
              <a:cxn ang="0">
                <a:pos x="connsiteX9218" y="connsiteY9218"/>
              </a:cxn>
              <a:cxn ang="0">
                <a:pos x="connsiteX9219" y="connsiteY9219"/>
              </a:cxn>
              <a:cxn ang="0">
                <a:pos x="connsiteX9220" y="connsiteY9220"/>
              </a:cxn>
              <a:cxn ang="0">
                <a:pos x="connsiteX9221" y="connsiteY9221"/>
              </a:cxn>
              <a:cxn ang="0">
                <a:pos x="connsiteX9222" y="connsiteY9222"/>
              </a:cxn>
              <a:cxn ang="0">
                <a:pos x="connsiteX9223" y="connsiteY9223"/>
              </a:cxn>
              <a:cxn ang="0">
                <a:pos x="connsiteX9224" y="connsiteY9224"/>
              </a:cxn>
              <a:cxn ang="0">
                <a:pos x="connsiteX9225" y="connsiteY9225"/>
              </a:cxn>
              <a:cxn ang="0">
                <a:pos x="connsiteX9226" y="connsiteY9226"/>
              </a:cxn>
              <a:cxn ang="0">
                <a:pos x="connsiteX9227" y="connsiteY9227"/>
              </a:cxn>
              <a:cxn ang="0">
                <a:pos x="connsiteX9228" y="connsiteY9228"/>
              </a:cxn>
              <a:cxn ang="0">
                <a:pos x="connsiteX9229" y="connsiteY9229"/>
              </a:cxn>
              <a:cxn ang="0">
                <a:pos x="connsiteX9230" y="connsiteY9230"/>
              </a:cxn>
              <a:cxn ang="0">
                <a:pos x="connsiteX9231" y="connsiteY9231"/>
              </a:cxn>
              <a:cxn ang="0">
                <a:pos x="connsiteX9232" y="connsiteY9232"/>
              </a:cxn>
              <a:cxn ang="0">
                <a:pos x="connsiteX9233" y="connsiteY9233"/>
              </a:cxn>
              <a:cxn ang="0">
                <a:pos x="connsiteX9234" y="connsiteY9234"/>
              </a:cxn>
              <a:cxn ang="0">
                <a:pos x="connsiteX9235" y="connsiteY9235"/>
              </a:cxn>
              <a:cxn ang="0">
                <a:pos x="connsiteX9236" y="connsiteY9236"/>
              </a:cxn>
              <a:cxn ang="0">
                <a:pos x="connsiteX9237" y="connsiteY9237"/>
              </a:cxn>
              <a:cxn ang="0">
                <a:pos x="connsiteX9238" y="connsiteY9238"/>
              </a:cxn>
              <a:cxn ang="0">
                <a:pos x="connsiteX9239" y="connsiteY9239"/>
              </a:cxn>
              <a:cxn ang="0">
                <a:pos x="connsiteX9240" y="connsiteY9240"/>
              </a:cxn>
              <a:cxn ang="0">
                <a:pos x="connsiteX9241" y="connsiteY9241"/>
              </a:cxn>
              <a:cxn ang="0">
                <a:pos x="connsiteX9242" y="connsiteY9242"/>
              </a:cxn>
              <a:cxn ang="0">
                <a:pos x="connsiteX9243" y="connsiteY9243"/>
              </a:cxn>
              <a:cxn ang="0">
                <a:pos x="connsiteX9244" y="connsiteY9244"/>
              </a:cxn>
              <a:cxn ang="0">
                <a:pos x="connsiteX9245" y="connsiteY9245"/>
              </a:cxn>
              <a:cxn ang="0">
                <a:pos x="connsiteX9246" y="connsiteY9246"/>
              </a:cxn>
              <a:cxn ang="0">
                <a:pos x="connsiteX9247" y="connsiteY9247"/>
              </a:cxn>
              <a:cxn ang="0">
                <a:pos x="connsiteX9248" y="connsiteY9248"/>
              </a:cxn>
              <a:cxn ang="0">
                <a:pos x="connsiteX9249" y="connsiteY9249"/>
              </a:cxn>
              <a:cxn ang="0">
                <a:pos x="connsiteX9250" y="connsiteY9250"/>
              </a:cxn>
              <a:cxn ang="0">
                <a:pos x="connsiteX9251" y="connsiteY9251"/>
              </a:cxn>
              <a:cxn ang="0">
                <a:pos x="connsiteX9252" y="connsiteY9252"/>
              </a:cxn>
              <a:cxn ang="0">
                <a:pos x="connsiteX9253" y="connsiteY9253"/>
              </a:cxn>
              <a:cxn ang="0">
                <a:pos x="connsiteX9254" y="connsiteY9254"/>
              </a:cxn>
              <a:cxn ang="0">
                <a:pos x="connsiteX9255" y="connsiteY9255"/>
              </a:cxn>
              <a:cxn ang="0">
                <a:pos x="connsiteX9256" y="connsiteY9256"/>
              </a:cxn>
              <a:cxn ang="0">
                <a:pos x="connsiteX9257" y="connsiteY9257"/>
              </a:cxn>
              <a:cxn ang="0">
                <a:pos x="connsiteX9258" y="connsiteY9258"/>
              </a:cxn>
              <a:cxn ang="0">
                <a:pos x="connsiteX9259" y="connsiteY9259"/>
              </a:cxn>
              <a:cxn ang="0">
                <a:pos x="connsiteX9260" y="connsiteY9260"/>
              </a:cxn>
              <a:cxn ang="0">
                <a:pos x="connsiteX9261" y="connsiteY9261"/>
              </a:cxn>
              <a:cxn ang="0">
                <a:pos x="connsiteX9262" y="connsiteY9262"/>
              </a:cxn>
              <a:cxn ang="0">
                <a:pos x="connsiteX9263" y="connsiteY9263"/>
              </a:cxn>
              <a:cxn ang="0">
                <a:pos x="connsiteX9264" y="connsiteY9264"/>
              </a:cxn>
              <a:cxn ang="0">
                <a:pos x="connsiteX9265" y="connsiteY9265"/>
              </a:cxn>
              <a:cxn ang="0">
                <a:pos x="connsiteX9266" y="connsiteY9266"/>
              </a:cxn>
              <a:cxn ang="0">
                <a:pos x="connsiteX9267" y="connsiteY9267"/>
              </a:cxn>
              <a:cxn ang="0">
                <a:pos x="connsiteX9268" y="connsiteY9268"/>
              </a:cxn>
              <a:cxn ang="0">
                <a:pos x="connsiteX9269" y="connsiteY9269"/>
              </a:cxn>
              <a:cxn ang="0">
                <a:pos x="connsiteX9270" y="connsiteY9270"/>
              </a:cxn>
              <a:cxn ang="0">
                <a:pos x="connsiteX9271" y="connsiteY9271"/>
              </a:cxn>
              <a:cxn ang="0">
                <a:pos x="connsiteX9272" y="connsiteY9272"/>
              </a:cxn>
              <a:cxn ang="0">
                <a:pos x="connsiteX9273" y="connsiteY9273"/>
              </a:cxn>
              <a:cxn ang="0">
                <a:pos x="connsiteX9274" y="connsiteY9274"/>
              </a:cxn>
              <a:cxn ang="0">
                <a:pos x="connsiteX9275" y="connsiteY9275"/>
              </a:cxn>
              <a:cxn ang="0">
                <a:pos x="connsiteX9276" y="connsiteY9276"/>
              </a:cxn>
              <a:cxn ang="0">
                <a:pos x="connsiteX9277" y="connsiteY9277"/>
              </a:cxn>
              <a:cxn ang="0">
                <a:pos x="connsiteX9278" y="connsiteY9278"/>
              </a:cxn>
              <a:cxn ang="0">
                <a:pos x="connsiteX9279" y="connsiteY9279"/>
              </a:cxn>
              <a:cxn ang="0">
                <a:pos x="connsiteX9280" y="connsiteY9280"/>
              </a:cxn>
              <a:cxn ang="0">
                <a:pos x="connsiteX9281" y="connsiteY9281"/>
              </a:cxn>
              <a:cxn ang="0">
                <a:pos x="connsiteX9282" y="connsiteY9282"/>
              </a:cxn>
              <a:cxn ang="0">
                <a:pos x="connsiteX9283" y="connsiteY9283"/>
              </a:cxn>
              <a:cxn ang="0">
                <a:pos x="connsiteX9284" y="connsiteY9284"/>
              </a:cxn>
              <a:cxn ang="0">
                <a:pos x="connsiteX9285" y="connsiteY9285"/>
              </a:cxn>
              <a:cxn ang="0">
                <a:pos x="connsiteX9286" y="connsiteY9286"/>
              </a:cxn>
              <a:cxn ang="0">
                <a:pos x="connsiteX9287" y="connsiteY9287"/>
              </a:cxn>
              <a:cxn ang="0">
                <a:pos x="connsiteX9288" y="connsiteY9288"/>
              </a:cxn>
              <a:cxn ang="0">
                <a:pos x="connsiteX9289" y="connsiteY9289"/>
              </a:cxn>
              <a:cxn ang="0">
                <a:pos x="connsiteX9290" y="connsiteY9290"/>
              </a:cxn>
              <a:cxn ang="0">
                <a:pos x="connsiteX9291" y="connsiteY9291"/>
              </a:cxn>
              <a:cxn ang="0">
                <a:pos x="connsiteX9292" y="connsiteY9292"/>
              </a:cxn>
              <a:cxn ang="0">
                <a:pos x="connsiteX9293" y="connsiteY9293"/>
              </a:cxn>
              <a:cxn ang="0">
                <a:pos x="connsiteX9294" y="connsiteY9294"/>
              </a:cxn>
              <a:cxn ang="0">
                <a:pos x="connsiteX9295" y="connsiteY9295"/>
              </a:cxn>
              <a:cxn ang="0">
                <a:pos x="connsiteX9296" y="connsiteY9296"/>
              </a:cxn>
              <a:cxn ang="0">
                <a:pos x="connsiteX9297" y="connsiteY9297"/>
              </a:cxn>
              <a:cxn ang="0">
                <a:pos x="connsiteX9298" y="connsiteY9298"/>
              </a:cxn>
              <a:cxn ang="0">
                <a:pos x="connsiteX9299" y="connsiteY9299"/>
              </a:cxn>
              <a:cxn ang="0">
                <a:pos x="connsiteX9300" y="connsiteY9300"/>
              </a:cxn>
              <a:cxn ang="0">
                <a:pos x="connsiteX9301" y="connsiteY9301"/>
              </a:cxn>
              <a:cxn ang="0">
                <a:pos x="connsiteX9302" y="connsiteY9302"/>
              </a:cxn>
              <a:cxn ang="0">
                <a:pos x="connsiteX9303" y="connsiteY9303"/>
              </a:cxn>
              <a:cxn ang="0">
                <a:pos x="connsiteX9304" y="connsiteY9304"/>
              </a:cxn>
              <a:cxn ang="0">
                <a:pos x="connsiteX9305" y="connsiteY9305"/>
              </a:cxn>
              <a:cxn ang="0">
                <a:pos x="connsiteX9306" y="connsiteY9306"/>
              </a:cxn>
              <a:cxn ang="0">
                <a:pos x="connsiteX9307" y="connsiteY9307"/>
              </a:cxn>
              <a:cxn ang="0">
                <a:pos x="connsiteX9308" y="connsiteY9308"/>
              </a:cxn>
              <a:cxn ang="0">
                <a:pos x="connsiteX9309" y="connsiteY9309"/>
              </a:cxn>
              <a:cxn ang="0">
                <a:pos x="connsiteX9310" y="connsiteY9310"/>
              </a:cxn>
              <a:cxn ang="0">
                <a:pos x="connsiteX9311" y="connsiteY9311"/>
              </a:cxn>
              <a:cxn ang="0">
                <a:pos x="connsiteX9312" y="connsiteY9312"/>
              </a:cxn>
              <a:cxn ang="0">
                <a:pos x="connsiteX9313" y="connsiteY9313"/>
              </a:cxn>
              <a:cxn ang="0">
                <a:pos x="connsiteX9314" y="connsiteY9314"/>
              </a:cxn>
              <a:cxn ang="0">
                <a:pos x="connsiteX9315" y="connsiteY9315"/>
              </a:cxn>
              <a:cxn ang="0">
                <a:pos x="connsiteX9316" y="connsiteY9316"/>
              </a:cxn>
              <a:cxn ang="0">
                <a:pos x="connsiteX9317" y="connsiteY9317"/>
              </a:cxn>
              <a:cxn ang="0">
                <a:pos x="connsiteX9318" y="connsiteY9318"/>
              </a:cxn>
              <a:cxn ang="0">
                <a:pos x="connsiteX9319" y="connsiteY9319"/>
              </a:cxn>
              <a:cxn ang="0">
                <a:pos x="connsiteX9320" y="connsiteY9320"/>
              </a:cxn>
              <a:cxn ang="0">
                <a:pos x="connsiteX9321" y="connsiteY9321"/>
              </a:cxn>
              <a:cxn ang="0">
                <a:pos x="connsiteX9322" y="connsiteY9322"/>
              </a:cxn>
              <a:cxn ang="0">
                <a:pos x="connsiteX9323" y="connsiteY9323"/>
              </a:cxn>
              <a:cxn ang="0">
                <a:pos x="connsiteX9324" y="connsiteY9324"/>
              </a:cxn>
              <a:cxn ang="0">
                <a:pos x="connsiteX9325" y="connsiteY9325"/>
              </a:cxn>
              <a:cxn ang="0">
                <a:pos x="connsiteX9326" y="connsiteY9326"/>
              </a:cxn>
              <a:cxn ang="0">
                <a:pos x="connsiteX9327" y="connsiteY9327"/>
              </a:cxn>
              <a:cxn ang="0">
                <a:pos x="connsiteX9328" y="connsiteY9328"/>
              </a:cxn>
              <a:cxn ang="0">
                <a:pos x="connsiteX9329" y="connsiteY9329"/>
              </a:cxn>
              <a:cxn ang="0">
                <a:pos x="connsiteX9330" y="connsiteY9330"/>
              </a:cxn>
              <a:cxn ang="0">
                <a:pos x="connsiteX9331" y="connsiteY9331"/>
              </a:cxn>
              <a:cxn ang="0">
                <a:pos x="connsiteX9332" y="connsiteY9332"/>
              </a:cxn>
              <a:cxn ang="0">
                <a:pos x="connsiteX9333" y="connsiteY9333"/>
              </a:cxn>
              <a:cxn ang="0">
                <a:pos x="connsiteX9334" y="connsiteY9334"/>
              </a:cxn>
              <a:cxn ang="0">
                <a:pos x="connsiteX9335" y="connsiteY9335"/>
              </a:cxn>
              <a:cxn ang="0">
                <a:pos x="connsiteX9336" y="connsiteY9336"/>
              </a:cxn>
              <a:cxn ang="0">
                <a:pos x="connsiteX9337" y="connsiteY9337"/>
              </a:cxn>
              <a:cxn ang="0">
                <a:pos x="connsiteX9338" y="connsiteY9338"/>
              </a:cxn>
              <a:cxn ang="0">
                <a:pos x="connsiteX9339" y="connsiteY9339"/>
              </a:cxn>
              <a:cxn ang="0">
                <a:pos x="connsiteX9340" y="connsiteY9340"/>
              </a:cxn>
              <a:cxn ang="0">
                <a:pos x="connsiteX9341" y="connsiteY9341"/>
              </a:cxn>
              <a:cxn ang="0">
                <a:pos x="connsiteX9342" y="connsiteY9342"/>
              </a:cxn>
              <a:cxn ang="0">
                <a:pos x="connsiteX9343" y="connsiteY9343"/>
              </a:cxn>
              <a:cxn ang="0">
                <a:pos x="connsiteX9344" y="connsiteY9344"/>
              </a:cxn>
              <a:cxn ang="0">
                <a:pos x="connsiteX9345" y="connsiteY9345"/>
              </a:cxn>
              <a:cxn ang="0">
                <a:pos x="connsiteX9346" y="connsiteY9346"/>
              </a:cxn>
              <a:cxn ang="0">
                <a:pos x="connsiteX9347" y="connsiteY9347"/>
              </a:cxn>
              <a:cxn ang="0">
                <a:pos x="connsiteX9348" y="connsiteY9348"/>
              </a:cxn>
              <a:cxn ang="0">
                <a:pos x="connsiteX9349" y="connsiteY9349"/>
              </a:cxn>
              <a:cxn ang="0">
                <a:pos x="connsiteX9350" y="connsiteY9350"/>
              </a:cxn>
              <a:cxn ang="0">
                <a:pos x="connsiteX9351" y="connsiteY9351"/>
              </a:cxn>
              <a:cxn ang="0">
                <a:pos x="connsiteX9352" y="connsiteY9352"/>
              </a:cxn>
              <a:cxn ang="0">
                <a:pos x="connsiteX9353" y="connsiteY9353"/>
              </a:cxn>
              <a:cxn ang="0">
                <a:pos x="connsiteX9354" y="connsiteY9354"/>
              </a:cxn>
              <a:cxn ang="0">
                <a:pos x="connsiteX9355" y="connsiteY9355"/>
              </a:cxn>
              <a:cxn ang="0">
                <a:pos x="connsiteX9356" y="connsiteY9356"/>
              </a:cxn>
              <a:cxn ang="0">
                <a:pos x="connsiteX9357" y="connsiteY9357"/>
              </a:cxn>
              <a:cxn ang="0">
                <a:pos x="connsiteX9358" y="connsiteY9358"/>
              </a:cxn>
              <a:cxn ang="0">
                <a:pos x="connsiteX9359" y="connsiteY9359"/>
              </a:cxn>
              <a:cxn ang="0">
                <a:pos x="connsiteX9360" y="connsiteY9360"/>
              </a:cxn>
              <a:cxn ang="0">
                <a:pos x="connsiteX9361" y="connsiteY9361"/>
              </a:cxn>
              <a:cxn ang="0">
                <a:pos x="connsiteX9362" y="connsiteY9362"/>
              </a:cxn>
              <a:cxn ang="0">
                <a:pos x="connsiteX9363" y="connsiteY9363"/>
              </a:cxn>
              <a:cxn ang="0">
                <a:pos x="connsiteX9364" y="connsiteY9364"/>
              </a:cxn>
              <a:cxn ang="0">
                <a:pos x="connsiteX9365" y="connsiteY9365"/>
              </a:cxn>
              <a:cxn ang="0">
                <a:pos x="connsiteX9366" y="connsiteY9366"/>
              </a:cxn>
              <a:cxn ang="0">
                <a:pos x="connsiteX9367" y="connsiteY9367"/>
              </a:cxn>
              <a:cxn ang="0">
                <a:pos x="connsiteX9368" y="connsiteY9368"/>
              </a:cxn>
              <a:cxn ang="0">
                <a:pos x="connsiteX9369" y="connsiteY9369"/>
              </a:cxn>
              <a:cxn ang="0">
                <a:pos x="connsiteX9370" y="connsiteY9370"/>
              </a:cxn>
              <a:cxn ang="0">
                <a:pos x="connsiteX9371" y="connsiteY9371"/>
              </a:cxn>
              <a:cxn ang="0">
                <a:pos x="connsiteX9372" y="connsiteY9372"/>
              </a:cxn>
              <a:cxn ang="0">
                <a:pos x="connsiteX9373" y="connsiteY9373"/>
              </a:cxn>
              <a:cxn ang="0">
                <a:pos x="connsiteX9374" y="connsiteY9374"/>
              </a:cxn>
              <a:cxn ang="0">
                <a:pos x="connsiteX9375" y="connsiteY9375"/>
              </a:cxn>
              <a:cxn ang="0">
                <a:pos x="connsiteX9376" y="connsiteY9376"/>
              </a:cxn>
              <a:cxn ang="0">
                <a:pos x="connsiteX9377" y="connsiteY9377"/>
              </a:cxn>
              <a:cxn ang="0">
                <a:pos x="connsiteX9378" y="connsiteY9378"/>
              </a:cxn>
              <a:cxn ang="0">
                <a:pos x="connsiteX9379" y="connsiteY9379"/>
              </a:cxn>
              <a:cxn ang="0">
                <a:pos x="connsiteX9380" y="connsiteY9380"/>
              </a:cxn>
              <a:cxn ang="0">
                <a:pos x="connsiteX9381" y="connsiteY9381"/>
              </a:cxn>
              <a:cxn ang="0">
                <a:pos x="connsiteX9382" y="connsiteY9382"/>
              </a:cxn>
              <a:cxn ang="0">
                <a:pos x="connsiteX9383" y="connsiteY9383"/>
              </a:cxn>
              <a:cxn ang="0">
                <a:pos x="connsiteX9384" y="connsiteY9384"/>
              </a:cxn>
              <a:cxn ang="0">
                <a:pos x="connsiteX9385" y="connsiteY9385"/>
              </a:cxn>
              <a:cxn ang="0">
                <a:pos x="connsiteX9386" y="connsiteY9386"/>
              </a:cxn>
              <a:cxn ang="0">
                <a:pos x="connsiteX9387" y="connsiteY9387"/>
              </a:cxn>
              <a:cxn ang="0">
                <a:pos x="connsiteX9388" y="connsiteY9388"/>
              </a:cxn>
              <a:cxn ang="0">
                <a:pos x="connsiteX9389" y="connsiteY9389"/>
              </a:cxn>
              <a:cxn ang="0">
                <a:pos x="connsiteX9390" y="connsiteY9390"/>
              </a:cxn>
              <a:cxn ang="0">
                <a:pos x="connsiteX9391" y="connsiteY9391"/>
              </a:cxn>
              <a:cxn ang="0">
                <a:pos x="connsiteX9392" y="connsiteY9392"/>
              </a:cxn>
              <a:cxn ang="0">
                <a:pos x="connsiteX9393" y="connsiteY9393"/>
              </a:cxn>
              <a:cxn ang="0">
                <a:pos x="connsiteX9394" y="connsiteY9394"/>
              </a:cxn>
              <a:cxn ang="0">
                <a:pos x="connsiteX9395" y="connsiteY9395"/>
              </a:cxn>
              <a:cxn ang="0">
                <a:pos x="connsiteX9396" y="connsiteY9396"/>
              </a:cxn>
              <a:cxn ang="0">
                <a:pos x="connsiteX9397" y="connsiteY9397"/>
              </a:cxn>
              <a:cxn ang="0">
                <a:pos x="connsiteX9398" y="connsiteY9398"/>
              </a:cxn>
              <a:cxn ang="0">
                <a:pos x="connsiteX9399" y="connsiteY9399"/>
              </a:cxn>
              <a:cxn ang="0">
                <a:pos x="connsiteX9400" y="connsiteY9400"/>
              </a:cxn>
              <a:cxn ang="0">
                <a:pos x="connsiteX9401" y="connsiteY9401"/>
              </a:cxn>
              <a:cxn ang="0">
                <a:pos x="connsiteX9402" y="connsiteY9402"/>
              </a:cxn>
              <a:cxn ang="0">
                <a:pos x="connsiteX9403" y="connsiteY9403"/>
              </a:cxn>
              <a:cxn ang="0">
                <a:pos x="connsiteX9404" y="connsiteY9404"/>
              </a:cxn>
              <a:cxn ang="0">
                <a:pos x="connsiteX9405" y="connsiteY9405"/>
              </a:cxn>
              <a:cxn ang="0">
                <a:pos x="connsiteX9406" y="connsiteY9406"/>
              </a:cxn>
              <a:cxn ang="0">
                <a:pos x="connsiteX9407" y="connsiteY9407"/>
              </a:cxn>
              <a:cxn ang="0">
                <a:pos x="connsiteX9408" y="connsiteY9408"/>
              </a:cxn>
              <a:cxn ang="0">
                <a:pos x="connsiteX9409" y="connsiteY9409"/>
              </a:cxn>
              <a:cxn ang="0">
                <a:pos x="connsiteX9410" y="connsiteY9410"/>
              </a:cxn>
              <a:cxn ang="0">
                <a:pos x="connsiteX9411" y="connsiteY9411"/>
              </a:cxn>
              <a:cxn ang="0">
                <a:pos x="connsiteX9412" y="connsiteY9412"/>
              </a:cxn>
              <a:cxn ang="0">
                <a:pos x="connsiteX9413" y="connsiteY9413"/>
              </a:cxn>
              <a:cxn ang="0">
                <a:pos x="connsiteX9414" y="connsiteY9414"/>
              </a:cxn>
              <a:cxn ang="0">
                <a:pos x="connsiteX9415" y="connsiteY9415"/>
              </a:cxn>
              <a:cxn ang="0">
                <a:pos x="connsiteX9416" y="connsiteY9416"/>
              </a:cxn>
              <a:cxn ang="0">
                <a:pos x="connsiteX9417" y="connsiteY9417"/>
              </a:cxn>
              <a:cxn ang="0">
                <a:pos x="connsiteX9418" y="connsiteY9418"/>
              </a:cxn>
              <a:cxn ang="0">
                <a:pos x="connsiteX9419" y="connsiteY9419"/>
              </a:cxn>
              <a:cxn ang="0">
                <a:pos x="connsiteX9420" y="connsiteY9420"/>
              </a:cxn>
              <a:cxn ang="0">
                <a:pos x="connsiteX9421" y="connsiteY9421"/>
              </a:cxn>
              <a:cxn ang="0">
                <a:pos x="connsiteX9422" y="connsiteY9422"/>
              </a:cxn>
              <a:cxn ang="0">
                <a:pos x="connsiteX9423" y="connsiteY9423"/>
              </a:cxn>
              <a:cxn ang="0">
                <a:pos x="connsiteX9424" y="connsiteY9424"/>
              </a:cxn>
              <a:cxn ang="0">
                <a:pos x="connsiteX9425" y="connsiteY9425"/>
              </a:cxn>
              <a:cxn ang="0">
                <a:pos x="connsiteX9426" y="connsiteY9426"/>
              </a:cxn>
              <a:cxn ang="0">
                <a:pos x="connsiteX9427" y="connsiteY9427"/>
              </a:cxn>
              <a:cxn ang="0">
                <a:pos x="connsiteX9428" y="connsiteY9428"/>
              </a:cxn>
              <a:cxn ang="0">
                <a:pos x="connsiteX9429" y="connsiteY9429"/>
              </a:cxn>
              <a:cxn ang="0">
                <a:pos x="connsiteX9430" y="connsiteY9430"/>
              </a:cxn>
              <a:cxn ang="0">
                <a:pos x="connsiteX9431" y="connsiteY9431"/>
              </a:cxn>
              <a:cxn ang="0">
                <a:pos x="connsiteX9432" y="connsiteY9432"/>
              </a:cxn>
              <a:cxn ang="0">
                <a:pos x="connsiteX9433" y="connsiteY9433"/>
              </a:cxn>
              <a:cxn ang="0">
                <a:pos x="connsiteX9434" y="connsiteY9434"/>
              </a:cxn>
              <a:cxn ang="0">
                <a:pos x="connsiteX9435" y="connsiteY9435"/>
              </a:cxn>
              <a:cxn ang="0">
                <a:pos x="connsiteX9436" y="connsiteY9436"/>
              </a:cxn>
              <a:cxn ang="0">
                <a:pos x="connsiteX9437" y="connsiteY9437"/>
              </a:cxn>
              <a:cxn ang="0">
                <a:pos x="connsiteX9438" y="connsiteY9438"/>
              </a:cxn>
              <a:cxn ang="0">
                <a:pos x="connsiteX9439" y="connsiteY9439"/>
              </a:cxn>
              <a:cxn ang="0">
                <a:pos x="connsiteX9440" y="connsiteY9440"/>
              </a:cxn>
              <a:cxn ang="0">
                <a:pos x="connsiteX9441" y="connsiteY9441"/>
              </a:cxn>
              <a:cxn ang="0">
                <a:pos x="connsiteX9442" y="connsiteY9442"/>
              </a:cxn>
              <a:cxn ang="0">
                <a:pos x="connsiteX9443" y="connsiteY9443"/>
              </a:cxn>
              <a:cxn ang="0">
                <a:pos x="connsiteX9444" y="connsiteY9444"/>
              </a:cxn>
              <a:cxn ang="0">
                <a:pos x="connsiteX9445" y="connsiteY9445"/>
              </a:cxn>
              <a:cxn ang="0">
                <a:pos x="connsiteX9446" y="connsiteY9446"/>
              </a:cxn>
              <a:cxn ang="0">
                <a:pos x="connsiteX9447" y="connsiteY9447"/>
              </a:cxn>
              <a:cxn ang="0">
                <a:pos x="connsiteX9448" y="connsiteY9448"/>
              </a:cxn>
              <a:cxn ang="0">
                <a:pos x="connsiteX9449" y="connsiteY9449"/>
              </a:cxn>
              <a:cxn ang="0">
                <a:pos x="connsiteX9450" y="connsiteY9450"/>
              </a:cxn>
              <a:cxn ang="0">
                <a:pos x="connsiteX9451" y="connsiteY9451"/>
              </a:cxn>
              <a:cxn ang="0">
                <a:pos x="connsiteX9452" y="connsiteY9452"/>
              </a:cxn>
              <a:cxn ang="0">
                <a:pos x="connsiteX9453" y="connsiteY9453"/>
              </a:cxn>
              <a:cxn ang="0">
                <a:pos x="connsiteX9454" y="connsiteY9454"/>
              </a:cxn>
              <a:cxn ang="0">
                <a:pos x="connsiteX9455" y="connsiteY9455"/>
              </a:cxn>
              <a:cxn ang="0">
                <a:pos x="connsiteX9456" y="connsiteY9456"/>
              </a:cxn>
              <a:cxn ang="0">
                <a:pos x="connsiteX9457" y="connsiteY9457"/>
              </a:cxn>
              <a:cxn ang="0">
                <a:pos x="connsiteX9458" y="connsiteY9458"/>
              </a:cxn>
              <a:cxn ang="0">
                <a:pos x="connsiteX9459" y="connsiteY9459"/>
              </a:cxn>
              <a:cxn ang="0">
                <a:pos x="connsiteX9460" y="connsiteY9460"/>
              </a:cxn>
              <a:cxn ang="0">
                <a:pos x="connsiteX9461" y="connsiteY9461"/>
              </a:cxn>
              <a:cxn ang="0">
                <a:pos x="connsiteX9462" y="connsiteY9462"/>
              </a:cxn>
              <a:cxn ang="0">
                <a:pos x="connsiteX9463" y="connsiteY9463"/>
              </a:cxn>
              <a:cxn ang="0">
                <a:pos x="connsiteX9464" y="connsiteY9464"/>
              </a:cxn>
              <a:cxn ang="0">
                <a:pos x="connsiteX9465" y="connsiteY9465"/>
              </a:cxn>
              <a:cxn ang="0">
                <a:pos x="connsiteX9466" y="connsiteY9466"/>
              </a:cxn>
              <a:cxn ang="0">
                <a:pos x="connsiteX9467" y="connsiteY9467"/>
              </a:cxn>
              <a:cxn ang="0">
                <a:pos x="connsiteX9468" y="connsiteY9468"/>
              </a:cxn>
              <a:cxn ang="0">
                <a:pos x="connsiteX9469" y="connsiteY9469"/>
              </a:cxn>
              <a:cxn ang="0">
                <a:pos x="connsiteX9470" y="connsiteY9470"/>
              </a:cxn>
              <a:cxn ang="0">
                <a:pos x="connsiteX9471" y="connsiteY9471"/>
              </a:cxn>
              <a:cxn ang="0">
                <a:pos x="connsiteX9472" y="connsiteY9472"/>
              </a:cxn>
              <a:cxn ang="0">
                <a:pos x="connsiteX9473" y="connsiteY9473"/>
              </a:cxn>
              <a:cxn ang="0">
                <a:pos x="connsiteX9474" y="connsiteY9474"/>
              </a:cxn>
              <a:cxn ang="0">
                <a:pos x="connsiteX9475" y="connsiteY9475"/>
              </a:cxn>
              <a:cxn ang="0">
                <a:pos x="connsiteX9476" y="connsiteY9476"/>
              </a:cxn>
              <a:cxn ang="0">
                <a:pos x="connsiteX9477" y="connsiteY9477"/>
              </a:cxn>
              <a:cxn ang="0">
                <a:pos x="connsiteX9478" y="connsiteY9478"/>
              </a:cxn>
              <a:cxn ang="0">
                <a:pos x="connsiteX9479" y="connsiteY9479"/>
              </a:cxn>
              <a:cxn ang="0">
                <a:pos x="connsiteX9480" y="connsiteY9480"/>
              </a:cxn>
              <a:cxn ang="0">
                <a:pos x="connsiteX9481" y="connsiteY9481"/>
              </a:cxn>
              <a:cxn ang="0">
                <a:pos x="connsiteX9482" y="connsiteY9482"/>
              </a:cxn>
              <a:cxn ang="0">
                <a:pos x="connsiteX9483" y="connsiteY9483"/>
              </a:cxn>
              <a:cxn ang="0">
                <a:pos x="connsiteX9484" y="connsiteY9484"/>
              </a:cxn>
              <a:cxn ang="0">
                <a:pos x="connsiteX9485" y="connsiteY9485"/>
              </a:cxn>
              <a:cxn ang="0">
                <a:pos x="connsiteX9486" y="connsiteY9486"/>
              </a:cxn>
              <a:cxn ang="0">
                <a:pos x="connsiteX9487" y="connsiteY9487"/>
              </a:cxn>
              <a:cxn ang="0">
                <a:pos x="connsiteX9488" y="connsiteY9488"/>
              </a:cxn>
              <a:cxn ang="0">
                <a:pos x="connsiteX9489" y="connsiteY9489"/>
              </a:cxn>
              <a:cxn ang="0">
                <a:pos x="connsiteX9490" y="connsiteY9490"/>
              </a:cxn>
              <a:cxn ang="0">
                <a:pos x="connsiteX9491" y="connsiteY9491"/>
              </a:cxn>
              <a:cxn ang="0">
                <a:pos x="connsiteX9492" y="connsiteY9492"/>
              </a:cxn>
              <a:cxn ang="0">
                <a:pos x="connsiteX9493" y="connsiteY9493"/>
              </a:cxn>
              <a:cxn ang="0">
                <a:pos x="connsiteX9494" y="connsiteY9494"/>
              </a:cxn>
              <a:cxn ang="0">
                <a:pos x="connsiteX9495" y="connsiteY9495"/>
              </a:cxn>
              <a:cxn ang="0">
                <a:pos x="connsiteX9496" y="connsiteY9496"/>
              </a:cxn>
              <a:cxn ang="0">
                <a:pos x="connsiteX9497" y="connsiteY9497"/>
              </a:cxn>
              <a:cxn ang="0">
                <a:pos x="connsiteX9498" y="connsiteY9498"/>
              </a:cxn>
              <a:cxn ang="0">
                <a:pos x="connsiteX9499" y="connsiteY9499"/>
              </a:cxn>
              <a:cxn ang="0">
                <a:pos x="connsiteX9500" y="connsiteY9500"/>
              </a:cxn>
              <a:cxn ang="0">
                <a:pos x="connsiteX9501" y="connsiteY9501"/>
              </a:cxn>
              <a:cxn ang="0">
                <a:pos x="connsiteX9502" y="connsiteY9502"/>
              </a:cxn>
              <a:cxn ang="0">
                <a:pos x="connsiteX9503" y="connsiteY9503"/>
              </a:cxn>
              <a:cxn ang="0">
                <a:pos x="connsiteX9504" y="connsiteY9504"/>
              </a:cxn>
              <a:cxn ang="0">
                <a:pos x="connsiteX9505" y="connsiteY9505"/>
              </a:cxn>
              <a:cxn ang="0">
                <a:pos x="connsiteX9506" y="connsiteY9506"/>
              </a:cxn>
              <a:cxn ang="0">
                <a:pos x="connsiteX9507" y="connsiteY9507"/>
              </a:cxn>
              <a:cxn ang="0">
                <a:pos x="connsiteX9508" y="connsiteY9508"/>
              </a:cxn>
              <a:cxn ang="0">
                <a:pos x="connsiteX9509" y="connsiteY9509"/>
              </a:cxn>
              <a:cxn ang="0">
                <a:pos x="connsiteX9510" y="connsiteY9510"/>
              </a:cxn>
              <a:cxn ang="0">
                <a:pos x="connsiteX9511" y="connsiteY9511"/>
              </a:cxn>
              <a:cxn ang="0">
                <a:pos x="connsiteX9512" y="connsiteY9512"/>
              </a:cxn>
              <a:cxn ang="0">
                <a:pos x="connsiteX9513" y="connsiteY9513"/>
              </a:cxn>
              <a:cxn ang="0">
                <a:pos x="connsiteX9514" y="connsiteY9514"/>
              </a:cxn>
              <a:cxn ang="0">
                <a:pos x="connsiteX9515" y="connsiteY9515"/>
              </a:cxn>
              <a:cxn ang="0">
                <a:pos x="connsiteX9516" y="connsiteY9516"/>
              </a:cxn>
              <a:cxn ang="0">
                <a:pos x="connsiteX9517" y="connsiteY9517"/>
              </a:cxn>
              <a:cxn ang="0">
                <a:pos x="connsiteX9518" y="connsiteY9518"/>
              </a:cxn>
              <a:cxn ang="0">
                <a:pos x="connsiteX9519" y="connsiteY9519"/>
              </a:cxn>
              <a:cxn ang="0">
                <a:pos x="connsiteX9520" y="connsiteY9520"/>
              </a:cxn>
              <a:cxn ang="0">
                <a:pos x="connsiteX9521" y="connsiteY9521"/>
              </a:cxn>
              <a:cxn ang="0">
                <a:pos x="connsiteX9522" y="connsiteY9522"/>
              </a:cxn>
              <a:cxn ang="0">
                <a:pos x="connsiteX9523" y="connsiteY9523"/>
              </a:cxn>
              <a:cxn ang="0">
                <a:pos x="connsiteX9524" y="connsiteY9524"/>
              </a:cxn>
              <a:cxn ang="0">
                <a:pos x="connsiteX9525" y="connsiteY9525"/>
              </a:cxn>
              <a:cxn ang="0">
                <a:pos x="connsiteX9526" y="connsiteY9526"/>
              </a:cxn>
              <a:cxn ang="0">
                <a:pos x="connsiteX9527" y="connsiteY9527"/>
              </a:cxn>
              <a:cxn ang="0">
                <a:pos x="connsiteX9528" y="connsiteY9528"/>
              </a:cxn>
              <a:cxn ang="0">
                <a:pos x="connsiteX9529" y="connsiteY9529"/>
              </a:cxn>
              <a:cxn ang="0">
                <a:pos x="connsiteX9530" y="connsiteY9530"/>
              </a:cxn>
              <a:cxn ang="0">
                <a:pos x="connsiteX9531" y="connsiteY9531"/>
              </a:cxn>
              <a:cxn ang="0">
                <a:pos x="connsiteX9532" y="connsiteY9532"/>
              </a:cxn>
              <a:cxn ang="0">
                <a:pos x="connsiteX9533" y="connsiteY9533"/>
              </a:cxn>
              <a:cxn ang="0">
                <a:pos x="connsiteX9534" y="connsiteY9534"/>
              </a:cxn>
              <a:cxn ang="0">
                <a:pos x="connsiteX9535" y="connsiteY9535"/>
              </a:cxn>
              <a:cxn ang="0">
                <a:pos x="connsiteX9536" y="connsiteY9536"/>
              </a:cxn>
              <a:cxn ang="0">
                <a:pos x="connsiteX9537" y="connsiteY9537"/>
              </a:cxn>
              <a:cxn ang="0">
                <a:pos x="connsiteX9538" y="connsiteY9538"/>
              </a:cxn>
              <a:cxn ang="0">
                <a:pos x="connsiteX9539" y="connsiteY9539"/>
              </a:cxn>
              <a:cxn ang="0">
                <a:pos x="connsiteX9540" y="connsiteY9540"/>
              </a:cxn>
              <a:cxn ang="0">
                <a:pos x="connsiteX9541" y="connsiteY9541"/>
              </a:cxn>
              <a:cxn ang="0">
                <a:pos x="connsiteX9542" y="connsiteY9542"/>
              </a:cxn>
              <a:cxn ang="0">
                <a:pos x="connsiteX9543" y="connsiteY9543"/>
              </a:cxn>
              <a:cxn ang="0">
                <a:pos x="connsiteX9544" y="connsiteY9544"/>
              </a:cxn>
              <a:cxn ang="0">
                <a:pos x="connsiteX9545" y="connsiteY9545"/>
              </a:cxn>
              <a:cxn ang="0">
                <a:pos x="connsiteX9546" y="connsiteY9546"/>
              </a:cxn>
              <a:cxn ang="0">
                <a:pos x="connsiteX9547" y="connsiteY9547"/>
              </a:cxn>
              <a:cxn ang="0">
                <a:pos x="connsiteX9548" y="connsiteY9548"/>
              </a:cxn>
              <a:cxn ang="0">
                <a:pos x="connsiteX9549" y="connsiteY9549"/>
              </a:cxn>
              <a:cxn ang="0">
                <a:pos x="connsiteX9550" y="connsiteY9550"/>
              </a:cxn>
              <a:cxn ang="0">
                <a:pos x="connsiteX9551" y="connsiteY9551"/>
              </a:cxn>
              <a:cxn ang="0">
                <a:pos x="connsiteX9552" y="connsiteY9552"/>
              </a:cxn>
              <a:cxn ang="0">
                <a:pos x="connsiteX9553" y="connsiteY9553"/>
              </a:cxn>
              <a:cxn ang="0">
                <a:pos x="connsiteX9554" y="connsiteY9554"/>
              </a:cxn>
              <a:cxn ang="0">
                <a:pos x="connsiteX9555" y="connsiteY9555"/>
              </a:cxn>
              <a:cxn ang="0">
                <a:pos x="connsiteX9556" y="connsiteY9556"/>
              </a:cxn>
              <a:cxn ang="0">
                <a:pos x="connsiteX9557" y="connsiteY9557"/>
              </a:cxn>
              <a:cxn ang="0">
                <a:pos x="connsiteX9558" y="connsiteY9558"/>
              </a:cxn>
              <a:cxn ang="0">
                <a:pos x="connsiteX9559" y="connsiteY9559"/>
              </a:cxn>
              <a:cxn ang="0">
                <a:pos x="connsiteX9560" y="connsiteY9560"/>
              </a:cxn>
              <a:cxn ang="0">
                <a:pos x="connsiteX9561" y="connsiteY9561"/>
              </a:cxn>
              <a:cxn ang="0">
                <a:pos x="connsiteX9562" y="connsiteY9562"/>
              </a:cxn>
              <a:cxn ang="0">
                <a:pos x="connsiteX9563" y="connsiteY9563"/>
              </a:cxn>
              <a:cxn ang="0">
                <a:pos x="connsiteX9564" y="connsiteY9564"/>
              </a:cxn>
              <a:cxn ang="0">
                <a:pos x="connsiteX9565" y="connsiteY9565"/>
              </a:cxn>
              <a:cxn ang="0">
                <a:pos x="connsiteX9566" y="connsiteY9566"/>
              </a:cxn>
              <a:cxn ang="0">
                <a:pos x="connsiteX9567" y="connsiteY9567"/>
              </a:cxn>
              <a:cxn ang="0">
                <a:pos x="connsiteX9568" y="connsiteY9568"/>
              </a:cxn>
              <a:cxn ang="0">
                <a:pos x="connsiteX9569" y="connsiteY9569"/>
              </a:cxn>
              <a:cxn ang="0">
                <a:pos x="connsiteX9570" y="connsiteY9570"/>
              </a:cxn>
              <a:cxn ang="0">
                <a:pos x="connsiteX9571" y="connsiteY9571"/>
              </a:cxn>
              <a:cxn ang="0">
                <a:pos x="connsiteX9572" y="connsiteY9572"/>
              </a:cxn>
              <a:cxn ang="0">
                <a:pos x="connsiteX9573" y="connsiteY9573"/>
              </a:cxn>
              <a:cxn ang="0">
                <a:pos x="connsiteX9574" y="connsiteY9574"/>
              </a:cxn>
              <a:cxn ang="0">
                <a:pos x="connsiteX9575" y="connsiteY9575"/>
              </a:cxn>
              <a:cxn ang="0">
                <a:pos x="connsiteX9576" y="connsiteY9576"/>
              </a:cxn>
              <a:cxn ang="0">
                <a:pos x="connsiteX9577" y="connsiteY9577"/>
              </a:cxn>
              <a:cxn ang="0">
                <a:pos x="connsiteX9578" y="connsiteY9578"/>
              </a:cxn>
              <a:cxn ang="0">
                <a:pos x="connsiteX9579" y="connsiteY9579"/>
              </a:cxn>
              <a:cxn ang="0">
                <a:pos x="connsiteX9580" y="connsiteY9580"/>
              </a:cxn>
              <a:cxn ang="0">
                <a:pos x="connsiteX9581" y="connsiteY9581"/>
              </a:cxn>
              <a:cxn ang="0">
                <a:pos x="connsiteX9582" y="connsiteY9582"/>
              </a:cxn>
              <a:cxn ang="0">
                <a:pos x="connsiteX9583" y="connsiteY9583"/>
              </a:cxn>
              <a:cxn ang="0">
                <a:pos x="connsiteX9584" y="connsiteY9584"/>
              </a:cxn>
              <a:cxn ang="0">
                <a:pos x="connsiteX9585" y="connsiteY9585"/>
              </a:cxn>
              <a:cxn ang="0">
                <a:pos x="connsiteX9586" y="connsiteY9586"/>
              </a:cxn>
              <a:cxn ang="0">
                <a:pos x="connsiteX9587" y="connsiteY9587"/>
              </a:cxn>
              <a:cxn ang="0">
                <a:pos x="connsiteX9588" y="connsiteY9588"/>
              </a:cxn>
              <a:cxn ang="0">
                <a:pos x="connsiteX9589" y="connsiteY9589"/>
              </a:cxn>
              <a:cxn ang="0">
                <a:pos x="connsiteX9590" y="connsiteY9590"/>
              </a:cxn>
              <a:cxn ang="0">
                <a:pos x="connsiteX9591" y="connsiteY9591"/>
              </a:cxn>
              <a:cxn ang="0">
                <a:pos x="connsiteX9592" y="connsiteY9592"/>
              </a:cxn>
              <a:cxn ang="0">
                <a:pos x="connsiteX9593" y="connsiteY9593"/>
              </a:cxn>
              <a:cxn ang="0">
                <a:pos x="connsiteX9594" y="connsiteY9594"/>
              </a:cxn>
              <a:cxn ang="0">
                <a:pos x="connsiteX9595" y="connsiteY9595"/>
              </a:cxn>
              <a:cxn ang="0">
                <a:pos x="connsiteX9596" y="connsiteY9596"/>
              </a:cxn>
              <a:cxn ang="0">
                <a:pos x="connsiteX9597" y="connsiteY9597"/>
              </a:cxn>
              <a:cxn ang="0">
                <a:pos x="connsiteX9598" y="connsiteY9598"/>
              </a:cxn>
              <a:cxn ang="0">
                <a:pos x="connsiteX9599" y="connsiteY9599"/>
              </a:cxn>
              <a:cxn ang="0">
                <a:pos x="connsiteX9600" y="connsiteY9600"/>
              </a:cxn>
              <a:cxn ang="0">
                <a:pos x="connsiteX9601" y="connsiteY9601"/>
              </a:cxn>
              <a:cxn ang="0">
                <a:pos x="connsiteX9602" y="connsiteY9602"/>
              </a:cxn>
              <a:cxn ang="0">
                <a:pos x="connsiteX9603" y="connsiteY9603"/>
              </a:cxn>
              <a:cxn ang="0">
                <a:pos x="connsiteX9604" y="connsiteY9604"/>
              </a:cxn>
              <a:cxn ang="0">
                <a:pos x="connsiteX9605" y="connsiteY9605"/>
              </a:cxn>
              <a:cxn ang="0">
                <a:pos x="connsiteX9606" y="connsiteY9606"/>
              </a:cxn>
              <a:cxn ang="0">
                <a:pos x="connsiteX9607" y="connsiteY9607"/>
              </a:cxn>
              <a:cxn ang="0">
                <a:pos x="connsiteX9608" y="connsiteY9608"/>
              </a:cxn>
              <a:cxn ang="0">
                <a:pos x="connsiteX9609" y="connsiteY9609"/>
              </a:cxn>
              <a:cxn ang="0">
                <a:pos x="connsiteX9610" y="connsiteY9610"/>
              </a:cxn>
              <a:cxn ang="0">
                <a:pos x="connsiteX9611" y="connsiteY9611"/>
              </a:cxn>
              <a:cxn ang="0">
                <a:pos x="connsiteX9612" y="connsiteY9612"/>
              </a:cxn>
              <a:cxn ang="0">
                <a:pos x="connsiteX9613" y="connsiteY9613"/>
              </a:cxn>
              <a:cxn ang="0">
                <a:pos x="connsiteX9614" y="connsiteY9614"/>
              </a:cxn>
              <a:cxn ang="0">
                <a:pos x="connsiteX9615" y="connsiteY9615"/>
              </a:cxn>
              <a:cxn ang="0">
                <a:pos x="connsiteX9616" y="connsiteY9616"/>
              </a:cxn>
              <a:cxn ang="0">
                <a:pos x="connsiteX9617" y="connsiteY9617"/>
              </a:cxn>
              <a:cxn ang="0">
                <a:pos x="connsiteX9618" y="connsiteY9618"/>
              </a:cxn>
              <a:cxn ang="0">
                <a:pos x="connsiteX9619" y="connsiteY9619"/>
              </a:cxn>
              <a:cxn ang="0">
                <a:pos x="connsiteX9620" y="connsiteY9620"/>
              </a:cxn>
              <a:cxn ang="0">
                <a:pos x="connsiteX9621" y="connsiteY9621"/>
              </a:cxn>
              <a:cxn ang="0">
                <a:pos x="connsiteX9622" y="connsiteY9622"/>
              </a:cxn>
              <a:cxn ang="0">
                <a:pos x="connsiteX9623" y="connsiteY9623"/>
              </a:cxn>
              <a:cxn ang="0">
                <a:pos x="connsiteX9624" y="connsiteY9624"/>
              </a:cxn>
              <a:cxn ang="0">
                <a:pos x="connsiteX9625" y="connsiteY9625"/>
              </a:cxn>
              <a:cxn ang="0">
                <a:pos x="connsiteX9626" y="connsiteY9626"/>
              </a:cxn>
              <a:cxn ang="0">
                <a:pos x="connsiteX9627" y="connsiteY9627"/>
              </a:cxn>
              <a:cxn ang="0">
                <a:pos x="connsiteX9628" y="connsiteY9628"/>
              </a:cxn>
              <a:cxn ang="0">
                <a:pos x="connsiteX9629" y="connsiteY9629"/>
              </a:cxn>
              <a:cxn ang="0">
                <a:pos x="connsiteX9630" y="connsiteY9630"/>
              </a:cxn>
              <a:cxn ang="0">
                <a:pos x="connsiteX9631" y="connsiteY9631"/>
              </a:cxn>
              <a:cxn ang="0">
                <a:pos x="connsiteX9632" y="connsiteY9632"/>
              </a:cxn>
              <a:cxn ang="0">
                <a:pos x="connsiteX9633" y="connsiteY9633"/>
              </a:cxn>
              <a:cxn ang="0">
                <a:pos x="connsiteX9634" y="connsiteY9634"/>
              </a:cxn>
              <a:cxn ang="0">
                <a:pos x="connsiteX9635" y="connsiteY9635"/>
              </a:cxn>
              <a:cxn ang="0">
                <a:pos x="connsiteX9636" y="connsiteY9636"/>
              </a:cxn>
              <a:cxn ang="0">
                <a:pos x="connsiteX9637" y="connsiteY9637"/>
              </a:cxn>
              <a:cxn ang="0">
                <a:pos x="connsiteX9638" y="connsiteY9638"/>
              </a:cxn>
              <a:cxn ang="0">
                <a:pos x="connsiteX9639" y="connsiteY9639"/>
              </a:cxn>
              <a:cxn ang="0">
                <a:pos x="connsiteX9640" y="connsiteY9640"/>
              </a:cxn>
              <a:cxn ang="0">
                <a:pos x="connsiteX9641" y="connsiteY9641"/>
              </a:cxn>
              <a:cxn ang="0">
                <a:pos x="connsiteX9642" y="connsiteY9642"/>
              </a:cxn>
              <a:cxn ang="0">
                <a:pos x="connsiteX9643" y="connsiteY9643"/>
              </a:cxn>
              <a:cxn ang="0">
                <a:pos x="connsiteX9644" y="connsiteY9644"/>
              </a:cxn>
              <a:cxn ang="0">
                <a:pos x="connsiteX9645" y="connsiteY9645"/>
              </a:cxn>
              <a:cxn ang="0">
                <a:pos x="connsiteX9646" y="connsiteY9646"/>
              </a:cxn>
              <a:cxn ang="0">
                <a:pos x="connsiteX9647" y="connsiteY9647"/>
              </a:cxn>
              <a:cxn ang="0">
                <a:pos x="connsiteX9648" y="connsiteY9648"/>
              </a:cxn>
              <a:cxn ang="0">
                <a:pos x="connsiteX9649" y="connsiteY9649"/>
              </a:cxn>
              <a:cxn ang="0">
                <a:pos x="connsiteX9650" y="connsiteY9650"/>
              </a:cxn>
              <a:cxn ang="0">
                <a:pos x="connsiteX9651" y="connsiteY9651"/>
              </a:cxn>
              <a:cxn ang="0">
                <a:pos x="connsiteX9652" y="connsiteY9652"/>
              </a:cxn>
              <a:cxn ang="0">
                <a:pos x="connsiteX9653" y="connsiteY9653"/>
              </a:cxn>
              <a:cxn ang="0">
                <a:pos x="connsiteX9654" y="connsiteY9654"/>
              </a:cxn>
              <a:cxn ang="0">
                <a:pos x="connsiteX9655" y="connsiteY9655"/>
              </a:cxn>
              <a:cxn ang="0">
                <a:pos x="connsiteX9656" y="connsiteY9656"/>
              </a:cxn>
              <a:cxn ang="0">
                <a:pos x="connsiteX9657" y="connsiteY9657"/>
              </a:cxn>
              <a:cxn ang="0">
                <a:pos x="connsiteX9658" y="connsiteY9658"/>
              </a:cxn>
              <a:cxn ang="0">
                <a:pos x="connsiteX9659" y="connsiteY9659"/>
              </a:cxn>
              <a:cxn ang="0">
                <a:pos x="connsiteX9660" y="connsiteY9660"/>
              </a:cxn>
              <a:cxn ang="0">
                <a:pos x="connsiteX9661" y="connsiteY9661"/>
              </a:cxn>
              <a:cxn ang="0">
                <a:pos x="connsiteX9662" y="connsiteY9662"/>
              </a:cxn>
              <a:cxn ang="0">
                <a:pos x="connsiteX9663" y="connsiteY9663"/>
              </a:cxn>
              <a:cxn ang="0">
                <a:pos x="connsiteX9664" y="connsiteY9664"/>
              </a:cxn>
              <a:cxn ang="0">
                <a:pos x="connsiteX9665" y="connsiteY9665"/>
              </a:cxn>
              <a:cxn ang="0">
                <a:pos x="connsiteX9666" y="connsiteY9666"/>
              </a:cxn>
              <a:cxn ang="0">
                <a:pos x="connsiteX9667" y="connsiteY9667"/>
              </a:cxn>
              <a:cxn ang="0">
                <a:pos x="connsiteX9668" y="connsiteY9668"/>
              </a:cxn>
              <a:cxn ang="0">
                <a:pos x="connsiteX9669" y="connsiteY9669"/>
              </a:cxn>
              <a:cxn ang="0">
                <a:pos x="connsiteX9670" y="connsiteY9670"/>
              </a:cxn>
              <a:cxn ang="0">
                <a:pos x="connsiteX9671" y="connsiteY9671"/>
              </a:cxn>
              <a:cxn ang="0">
                <a:pos x="connsiteX9672" y="connsiteY9672"/>
              </a:cxn>
              <a:cxn ang="0">
                <a:pos x="connsiteX9673" y="connsiteY9673"/>
              </a:cxn>
              <a:cxn ang="0">
                <a:pos x="connsiteX9674" y="connsiteY9674"/>
              </a:cxn>
              <a:cxn ang="0">
                <a:pos x="connsiteX9675" y="connsiteY9675"/>
              </a:cxn>
              <a:cxn ang="0">
                <a:pos x="connsiteX9676" y="connsiteY9676"/>
              </a:cxn>
              <a:cxn ang="0">
                <a:pos x="connsiteX9677" y="connsiteY9677"/>
              </a:cxn>
              <a:cxn ang="0">
                <a:pos x="connsiteX9678" y="connsiteY9678"/>
              </a:cxn>
              <a:cxn ang="0">
                <a:pos x="connsiteX9679" y="connsiteY9679"/>
              </a:cxn>
              <a:cxn ang="0">
                <a:pos x="connsiteX9680" y="connsiteY9680"/>
              </a:cxn>
              <a:cxn ang="0">
                <a:pos x="connsiteX9681" y="connsiteY9681"/>
              </a:cxn>
              <a:cxn ang="0">
                <a:pos x="connsiteX9682" y="connsiteY9682"/>
              </a:cxn>
              <a:cxn ang="0">
                <a:pos x="connsiteX9683" y="connsiteY9683"/>
              </a:cxn>
              <a:cxn ang="0">
                <a:pos x="connsiteX9684" y="connsiteY9684"/>
              </a:cxn>
              <a:cxn ang="0">
                <a:pos x="connsiteX9685" y="connsiteY9685"/>
              </a:cxn>
              <a:cxn ang="0">
                <a:pos x="connsiteX9686" y="connsiteY9686"/>
              </a:cxn>
              <a:cxn ang="0">
                <a:pos x="connsiteX9687" y="connsiteY9687"/>
              </a:cxn>
              <a:cxn ang="0">
                <a:pos x="connsiteX9688" y="connsiteY9688"/>
              </a:cxn>
              <a:cxn ang="0">
                <a:pos x="connsiteX9689" y="connsiteY9689"/>
              </a:cxn>
              <a:cxn ang="0">
                <a:pos x="connsiteX9690" y="connsiteY9690"/>
              </a:cxn>
              <a:cxn ang="0">
                <a:pos x="connsiteX9691" y="connsiteY9691"/>
              </a:cxn>
              <a:cxn ang="0">
                <a:pos x="connsiteX9692" y="connsiteY9692"/>
              </a:cxn>
              <a:cxn ang="0">
                <a:pos x="connsiteX9693" y="connsiteY9693"/>
              </a:cxn>
              <a:cxn ang="0">
                <a:pos x="connsiteX9694" y="connsiteY9694"/>
              </a:cxn>
              <a:cxn ang="0">
                <a:pos x="connsiteX9695" y="connsiteY9695"/>
              </a:cxn>
              <a:cxn ang="0">
                <a:pos x="connsiteX9696" y="connsiteY9696"/>
              </a:cxn>
              <a:cxn ang="0">
                <a:pos x="connsiteX9697" y="connsiteY9697"/>
              </a:cxn>
              <a:cxn ang="0">
                <a:pos x="connsiteX9698" y="connsiteY9698"/>
              </a:cxn>
              <a:cxn ang="0">
                <a:pos x="connsiteX9699" y="connsiteY9699"/>
              </a:cxn>
              <a:cxn ang="0">
                <a:pos x="connsiteX9700" y="connsiteY9700"/>
              </a:cxn>
              <a:cxn ang="0">
                <a:pos x="connsiteX9701" y="connsiteY9701"/>
              </a:cxn>
              <a:cxn ang="0">
                <a:pos x="connsiteX9702" y="connsiteY9702"/>
              </a:cxn>
              <a:cxn ang="0">
                <a:pos x="connsiteX9703" y="connsiteY9703"/>
              </a:cxn>
              <a:cxn ang="0">
                <a:pos x="connsiteX9704" y="connsiteY9704"/>
              </a:cxn>
              <a:cxn ang="0">
                <a:pos x="connsiteX9705" y="connsiteY9705"/>
              </a:cxn>
              <a:cxn ang="0">
                <a:pos x="connsiteX9706" y="connsiteY9706"/>
              </a:cxn>
              <a:cxn ang="0">
                <a:pos x="connsiteX9707" y="connsiteY9707"/>
              </a:cxn>
              <a:cxn ang="0">
                <a:pos x="connsiteX9708" y="connsiteY9708"/>
              </a:cxn>
              <a:cxn ang="0">
                <a:pos x="connsiteX9709" y="connsiteY9709"/>
              </a:cxn>
              <a:cxn ang="0">
                <a:pos x="connsiteX9710" y="connsiteY9710"/>
              </a:cxn>
              <a:cxn ang="0">
                <a:pos x="connsiteX9711" y="connsiteY9711"/>
              </a:cxn>
              <a:cxn ang="0">
                <a:pos x="connsiteX9712" y="connsiteY9712"/>
              </a:cxn>
              <a:cxn ang="0">
                <a:pos x="connsiteX9713" y="connsiteY9713"/>
              </a:cxn>
              <a:cxn ang="0">
                <a:pos x="connsiteX9714" y="connsiteY9714"/>
              </a:cxn>
              <a:cxn ang="0">
                <a:pos x="connsiteX9715" y="connsiteY9715"/>
              </a:cxn>
              <a:cxn ang="0">
                <a:pos x="connsiteX9716" y="connsiteY9716"/>
              </a:cxn>
              <a:cxn ang="0">
                <a:pos x="connsiteX9717" y="connsiteY9717"/>
              </a:cxn>
              <a:cxn ang="0">
                <a:pos x="connsiteX9718" y="connsiteY9718"/>
              </a:cxn>
              <a:cxn ang="0">
                <a:pos x="connsiteX9719" y="connsiteY9719"/>
              </a:cxn>
              <a:cxn ang="0">
                <a:pos x="connsiteX9720" y="connsiteY9720"/>
              </a:cxn>
              <a:cxn ang="0">
                <a:pos x="connsiteX9721" y="connsiteY9721"/>
              </a:cxn>
              <a:cxn ang="0">
                <a:pos x="connsiteX9722" y="connsiteY9722"/>
              </a:cxn>
              <a:cxn ang="0">
                <a:pos x="connsiteX9723" y="connsiteY9723"/>
              </a:cxn>
              <a:cxn ang="0">
                <a:pos x="connsiteX9724" y="connsiteY9724"/>
              </a:cxn>
              <a:cxn ang="0">
                <a:pos x="connsiteX9725" y="connsiteY9725"/>
              </a:cxn>
              <a:cxn ang="0">
                <a:pos x="connsiteX9726" y="connsiteY9726"/>
              </a:cxn>
              <a:cxn ang="0">
                <a:pos x="connsiteX9727" y="connsiteY9727"/>
              </a:cxn>
              <a:cxn ang="0">
                <a:pos x="connsiteX9728" y="connsiteY9728"/>
              </a:cxn>
              <a:cxn ang="0">
                <a:pos x="connsiteX9729" y="connsiteY9729"/>
              </a:cxn>
              <a:cxn ang="0">
                <a:pos x="connsiteX9730" y="connsiteY9730"/>
              </a:cxn>
              <a:cxn ang="0">
                <a:pos x="connsiteX9731" y="connsiteY9731"/>
              </a:cxn>
              <a:cxn ang="0">
                <a:pos x="connsiteX9732" y="connsiteY9732"/>
              </a:cxn>
              <a:cxn ang="0">
                <a:pos x="connsiteX9733" y="connsiteY9733"/>
              </a:cxn>
              <a:cxn ang="0">
                <a:pos x="connsiteX9734" y="connsiteY9734"/>
              </a:cxn>
              <a:cxn ang="0">
                <a:pos x="connsiteX9735" y="connsiteY9735"/>
              </a:cxn>
              <a:cxn ang="0">
                <a:pos x="connsiteX9736" y="connsiteY9736"/>
              </a:cxn>
              <a:cxn ang="0">
                <a:pos x="connsiteX9737" y="connsiteY9737"/>
              </a:cxn>
              <a:cxn ang="0">
                <a:pos x="connsiteX9738" y="connsiteY9738"/>
              </a:cxn>
              <a:cxn ang="0">
                <a:pos x="connsiteX9739" y="connsiteY9739"/>
              </a:cxn>
              <a:cxn ang="0">
                <a:pos x="connsiteX9740" y="connsiteY9740"/>
              </a:cxn>
              <a:cxn ang="0">
                <a:pos x="connsiteX9741" y="connsiteY9741"/>
              </a:cxn>
              <a:cxn ang="0">
                <a:pos x="connsiteX9742" y="connsiteY9742"/>
              </a:cxn>
              <a:cxn ang="0">
                <a:pos x="connsiteX9743" y="connsiteY9743"/>
              </a:cxn>
              <a:cxn ang="0">
                <a:pos x="connsiteX9744" y="connsiteY9744"/>
              </a:cxn>
              <a:cxn ang="0">
                <a:pos x="connsiteX9745" y="connsiteY9745"/>
              </a:cxn>
              <a:cxn ang="0">
                <a:pos x="connsiteX9746" y="connsiteY9746"/>
              </a:cxn>
              <a:cxn ang="0">
                <a:pos x="connsiteX9747" y="connsiteY9747"/>
              </a:cxn>
              <a:cxn ang="0">
                <a:pos x="connsiteX9748" y="connsiteY9748"/>
              </a:cxn>
              <a:cxn ang="0">
                <a:pos x="connsiteX9749" y="connsiteY9749"/>
              </a:cxn>
              <a:cxn ang="0">
                <a:pos x="connsiteX9750" y="connsiteY9750"/>
              </a:cxn>
              <a:cxn ang="0">
                <a:pos x="connsiteX9751" y="connsiteY9751"/>
              </a:cxn>
              <a:cxn ang="0">
                <a:pos x="connsiteX9752" y="connsiteY9752"/>
              </a:cxn>
              <a:cxn ang="0">
                <a:pos x="connsiteX9753" y="connsiteY9753"/>
              </a:cxn>
              <a:cxn ang="0">
                <a:pos x="connsiteX9754" y="connsiteY9754"/>
              </a:cxn>
              <a:cxn ang="0">
                <a:pos x="connsiteX9755" y="connsiteY9755"/>
              </a:cxn>
              <a:cxn ang="0">
                <a:pos x="connsiteX9756" y="connsiteY9756"/>
              </a:cxn>
              <a:cxn ang="0">
                <a:pos x="connsiteX9757" y="connsiteY9757"/>
              </a:cxn>
              <a:cxn ang="0">
                <a:pos x="connsiteX9758" y="connsiteY9758"/>
              </a:cxn>
              <a:cxn ang="0">
                <a:pos x="connsiteX9759" y="connsiteY9759"/>
              </a:cxn>
              <a:cxn ang="0">
                <a:pos x="connsiteX9760" y="connsiteY9760"/>
              </a:cxn>
              <a:cxn ang="0">
                <a:pos x="connsiteX9761" y="connsiteY9761"/>
              </a:cxn>
              <a:cxn ang="0">
                <a:pos x="connsiteX9762" y="connsiteY9762"/>
              </a:cxn>
              <a:cxn ang="0">
                <a:pos x="connsiteX9763" y="connsiteY9763"/>
              </a:cxn>
              <a:cxn ang="0">
                <a:pos x="connsiteX9764" y="connsiteY9764"/>
              </a:cxn>
              <a:cxn ang="0">
                <a:pos x="connsiteX9765" y="connsiteY9765"/>
              </a:cxn>
              <a:cxn ang="0">
                <a:pos x="connsiteX9766" y="connsiteY9766"/>
              </a:cxn>
              <a:cxn ang="0">
                <a:pos x="connsiteX9767" y="connsiteY9767"/>
              </a:cxn>
              <a:cxn ang="0">
                <a:pos x="connsiteX9768" y="connsiteY9768"/>
              </a:cxn>
              <a:cxn ang="0">
                <a:pos x="connsiteX9769" y="connsiteY9769"/>
              </a:cxn>
              <a:cxn ang="0">
                <a:pos x="connsiteX9770" y="connsiteY9770"/>
              </a:cxn>
              <a:cxn ang="0">
                <a:pos x="connsiteX9771" y="connsiteY9771"/>
              </a:cxn>
              <a:cxn ang="0">
                <a:pos x="connsiteX9772" y="connsiteY9772"/>
              </a:cxn>
              <a:cxn ang="0">
                <a:pos x="connsiteX9773" y="connsiteY9773"/>
              </a:cxn>
              <a:cxn ang="0">
                <a:pos x="connsiteX9774" y="connsiteY9774"/>
              </a:cxn>
              <a:cxn ang="0">
                <a:pos x="connsiteX9775" y="connsiteY9775"/>
              </a:cxn>
              <a:cxn ang="0">
                <a:pos x="connsiteX9776" y="connsiteY9776"/>
              </a:cxn>
              <a:cxn ang="0">
                <a:pos x="connsiteX9777" y="connsiteY9777"/>
              </a:cxn>
              <a:cxn ang="0">
                <a:pos x="connsiteX9778" y="connsiteY9778"/>
              </a:cxn>
              <a:cxn ang="0">
                <a:pos x="connsiteX9779" y="connsiteY9779"/>
              </a:cxn>
              <a:cxn ang="0">
                <a:pos x="connsiteX9780" y="connsiteY9780"/>
              </a:cxn>
              <a:cxn ang="0">
                <a:pos x="connsiteX9781" y="connsiteY9781"/>
              </a:cxn>
              <a:cxn ang="0">
                <a:pos x="connsiteX9782" y="connsiteY9782"/>
              </a:cxn>
              <a:cxn ang="0">
                <a:pos x="connsiteX9783" y="connsiteY9783"/>
              </a:cxn>
              <a:cxn ang="0">
                <a:pos x="connsiteX9784" y="connsiteY9784"/>
              </a:cxn>
              <a:cxn ang="0">
                <a:pos x="connsiteX9785" y="connsiteY9785"/>
              </a:cxn>
              <a:cxn ang="0">
                <a:pos x="connsiteX9786" y="connsiteY9786"/>
              </a:cxn>
              <a:cxn ang="0">
                <a:pos x="connsiteX9787" y="connsiteY9787"/>
              </a:cxn>
              <a:cxn ang="0">
                <a:pos x="connsiteX9788" y="connsiteY9788"/>
              </a:cxn>
              <a:cxn ang="0">
                <a:pos x="connsiteX9789" y="connsiteY9789"/>
              </a:cxn>
              <a:cxn ang="0">
                <a:pos x="connsiteX9790" y="connsiteY9790"/>
              </a:cxn>
              <a:cxn ang="0">
                <a:pos x="connsiteX9791" y="connsiteY9791"/>
              </a:cxn>
              <a:cxn ang="0">
                <a:pos x="connsiteX9792" y="connsiteY9792"/>
              </a:cxn>
              <a:cxn ang="0">
                <a:pos x="connsiteX9793" y="connsiteY9793"/>
              </a:cxn>
              <a:cxn ang="0">
                <a:pos x="connsiteX9794" y="connsiteY9794"/>
              </a:cxn>
              <a:cxn ang="0">
                <a:pos x="connsiteX9795" y="connsiteY9795"/>
              </a:cxn>
              <a:cxn ang="0">
                <a:pos x="connsiteX9796" y="connsiteY9796"/>
              </a:cxn>
              <a:cxn ang="0">
                <a:pos x="connsiteX9797" y="connsiteY9797"/>
              </a:cxn>
              <a:cxn ang="0">
                <a:pos x="connsiteX9798" y="connsiteY9798"/>
              </a:cxn>
              <a:cxn ang="0">
                <a:pos x="connsiteX9799" y="connsiteY9799"/>
              </a:cxn>
              <a:cxn ang="0">
                <a:pos x="connsiteX9800" y="connsiteY9800"/>
              </a:cxn>
              <a:cxn ang="0">
                <a:pos x="connsiteX9801" y="connsiteY9801"/>
              </a:cxn>
              <a:cxn ang="0">
                <a:pos x="connsiteX9802" y="connsiteY9802"/>
              </a:cxn>
              <a:cxn ang="0">
                <a:pos x="connsiteX9803" y="connsiteY9803"/>
              </a:cxn>
              <a:cxn ang="0">
                <a:pos x="connsiteX9804" y="connsiteY9804"/>
              </a:cxn>
              <a:cxn ang="0">
                <a:pos x="connsiteX9805" y="connsiteY9805"/>
              </a:cxn>
              <a:cxn ang="0">
                <a:pos x="connsiteX9806" y="connsiteY9806"/>
              </a:cxn>
              <a:cxn ang="0">
                <a:pos x="connsiteX9807" y="connsiteY9807"/>
              </a:cxn>
              <a:cxn ang="0">
                <a:pos x="connsiteX9808" y="connsiteY9808"/>
              </a:cxn>
              <a:cxn ang="0">
                <a:pos x="connsiteX9809" y="connsiteY9809"/>
              </a:cxn>
              <a:cxn ang="0">
                <a:pos x="connsiteX9810" y="connsiteY9810"/>
              </a:cxn>
              <a:cxn ang="0">
                <a:pos x="connsiteX9811" y="connsiteY9811"/>
              </a:cxn>
              <a:cxn ang="0">
                <a:pos x="connsiteX9812" y="connsiteY9812"/>
              </a:cxn>
              <a:cxn ang="0">
                <a:pos x="connsiteX9813" y="connsiteY9813"/>
              </a:cxn>
              <a:cxn ang="0">
                <a:pos x="connsiteX9814" y="connsiteY9814"/>
              </a:cxn>
              <a:cxn ang="0">
                <a:pos x="connsiteX9815" y="connsiteY9815"/>
              </a:cxn>
              <a:cxn ang="0">
                <a:pos x="connsiteX9816" y="connsiteY9816"/>
              </a:cxn>
              <a:cxn ang="0">
                <a:pos x="connsiteX9817" y="connsiteY9817"/>
              </a:cxn>
              <a:cxn ang="0">
                <a:pos x="connsiteX9818" y="connsiteY9818"/>
              </a:cxn>
              <a:cxn ang="0">
                <a:pos x="connsiteX9819" y="connsiteY9819"/>
              </a:cxn>
              <a:cxn ang="0">
                <a:pos x="connsiteX9820" y="connsiteY9820"/>
              </a:cxn>
              <a:cxn ang="0">
                <a:pos x="connsiteX9821" y="connsiteY9821"/>
              </a:cxn>
              <a:cxn ang="0">
                <a:pos x="connsiteX9822" y="connsiteY9822"/>
              </a:cxn>
              <a:cxn ang="0">
                <a:pos x="connsiteX9823" y="connsiteY9823"/>
              </a:cxn>
              <a:cxn ang="0">
                <a:pos x="connsiteX9824" y="connsiteY9824"/>
              </a:cxn>
              <a:cxn ang="0">
                <a:pos x="connsiteX9825" y="connsiteY9825"/>
              </a:cxn>
              <a:cxn ang="0">
                <a:pos x="connsiteX9826" y="connsiteY9826"/>
              </a:cxn>
              <a:cxn ang="0">
                <a:pos x="connsiteX9827" y="connsiteY9827"/>
              </a:cxn>
              <a:cxn ang="0">
                <a:pos x="connsiteX9828" y="connsiteY9828"/>
              </a:cxn>
              <a:cxn ang="0">
                <a:pos x="connsiteX9829" y="connsiteY9829"/>
              </a:cxn>
              <a:cxn ang="0">
                <a:pos x="connsiteX9830" y="connsiteY9830"/>
              </a:cxn>
              <a:cxn ang="0">
                <a:pos x="connsiteX9831" y="connsiteY9831"/>
              </a:cxn>
              <a:cxn ang="0">
                <a:pos x="connsiteX9832" y="connsiteY9832"/>
              </a:cxn>
              <a:cxn ang="0">
                <a:pos x="connsiteX9833" y="connsiteY9833"/>
              </a:cxn>
              <a:cxn ang="0">
                <a:pos x="connsiteX9834" y="connsiteY9834"/>
              </a:cxn>
              <a:cxn ang="0">
                <a:pos x="connsiteX9835" y="connsiteY9835"/>
              </a:cxn>
              <a:cxn ang="0">
                <a:pos x="connsiteX9836" y="connsiteY9836"/>
              </a:cxn>
              <a:cxn ang="0">
                <a:pos x="connsiteX9837" y="connsiteY9837"/>
              </a:cxn>
              <a:cxn ang="0">
                <a:pos x="connsiteX9838" y="connsiteY9838"/>
              </a:cxn>
              <a:cxn ang="0">
                <a:pos x="connsiteX9839" y="connsiteY9839"/>
              </a:cxn>
              <a:cxn ang="0">
                <a:pos x="connsiteX9840" y="connsiteY9840"/>
              </a:cxn>
              <a:cxn ang="0">
                <a:pos x="connsiteX9841" y="connsiteY9841"/>
              </a:cxn>
              <a:cxn ang="0">
                <a:pos x="connsiteX9842" y="connsiteY9842"/>
              </a:cxn>
              <a:cxn ang="0">
                <a:pos x="connsiteX9843" y="connsiteY9843"/>
              </a:cxn>
              <a:cxn ang="0">
                <a:pos x="connsiteX9844" y="connsiteY9844"/>
              </a:cxn>
              <a:cxn ang="0">
                <a:pos x="connsiteX9845" y="connsiteY9845"/>
              </a:cxn>
              <a:cxn ang="0">
                <a:pos x="connsiteX9846" y="connsiteY9846"/>
              </a:cxn>
              <a:cxn ang="0">
                <a:pos x="connsiteX9847" y="connsiteY9847"/>
              </a:cxn>
              <a:cxn ang="0">
                <a:pos x="connsiteX9848" y="connsiteY9848"/>
              </a:cxn>
              <a:cxn ang="0">
                <a:pos x="connsiteX9849" y="connsiteY9849"/>
              </a:cxn>
              <a:cxn ang="0">
                <a:pos x="connsiteX9850" y="connsiteY9850"/>
              </a:cxn>
              <a:cxn ang="0">
                <a:pos x="connsiteX9851" y="connsiteY9851"/>
              </a:cxn>
              <a:cxn ang="0">
                <a:pos x="connsiteX9852" y="connsiteY9852"/>
              </a:cxn>
              <a:cxn ang="0">
                <a:pos x="connsiteX9853" y="connsiteY9853"/>
              </a:cxn>
              <a:cxn ang="0">
                <a:pos x="connsiteX9854" y="connsiteY9854"/>
              </a:cxn>
              <a:cxn ang="0">
                <a:pos x="connsiteX9855" y="connsiteY9855"/>
              </a:cxn>
              <a:cxn ang="0">
                <a:pos x="connsiteX9856" y="connsiteY9856"/>
              </a:cxn>
              <a:cxn ang="0">
                <a:pos x="connsiteX9857" y="connsiteY9857"/>
              </a:cxn>
              <a:cxn ang="0">
                <a:pos x="connsiteX9858" y="connsiteY9858"/>
              </a:cxn>
              <a:cxn ang="0">
                <a:pos x="connsiteX9859" y="connsiteY9859"/>
              </a:cxn>
              <a:cxn ang="0">
                <a:pos x="connsiteX9860" y="connsiteY9860"/>
              </a:cxn>
              <a:cxn ang="0">
                <a:pos x="connsiteX9861" y="connsiteY9861"/>
              </a:cxn>
              <a:cxn ang="0">
                <a:pos x="connsiteX9862" y="connsiteY9862"/>
              </a:cxn>
              <a:cxn ang="0">
                <a:pos x="connsiteX9863" y="connsiteY9863"/>
              </a:cxn>
              <a:cxn ang="0">
                <a:pos x="connsiteX9864" y="connsiteY9864"/>
              </a:cxn>
              <a:cxn ang="0">
                <a:pos x="connsiteX9865" y="connsiteY9865"/>
              </a:cxn>
              <a:cxn ang="0">
                <a:pos x="connsiteX9866" y="connsiteY9866"/>
              </a:cxn>
              <a:cxn ang="0">
                <a:pos x="connsiteX9867" y="connsiteY9867"/>
              </a:cxn>
              <a:cxn ang="0">
                <a:pos x="connsiteX9868" y="connsiteY9868"/>
              </a:cxn>
              <a:cxn ang="0">
                <a:pos x="connsiteX9869" y="connsiteY9869"/>
              </a:cxn>
              <a:cxn ang="0">
                <a:pos x="connsiteX9870" y="connsiteY9870"/>
              </a:cxn>
              <a:cxn ang="0">
                <a:pos x="connsiteX9871" y="connsiteY9871"/>
              </a:cxn>
              <a:cxn ang="0">
                <a:pos x="connsiteX9872" y="connsiteY9872"/>
              </a:cxn>
              <a:cxn ang="0">
                <a:pos x="connsiteX9873" y="connsiteY9873"/>
              </a:cxn>
              <a:cxn ang="0">
                <a:pos x="connsiteX9874" y="connsiteY9874"/>
              </a:cxn>
              <a:cxn ang="0">
                <a:pos x="connsiteX9875" y="connsiteY9875"/>
              </a:cxn>
              <a:cxn ang="0">
                <a:pos x="connsiteX9876" y="connsiteY9876"/>
              </a:cxn>
              <a:cxn ang="0">
                <a:pos x="connsiteX9877" y="connsiteY9877"/>
              </a:cxn>
              <a:cxn ang="0">
                <a:pos x="connsiteX9878" y="connsiteY9878"/>
              </a:cxn>
              <a:cxn ang="0">
                <a:pos x="connsiteX9879" y="connsiteY9879"/>
              </a:cxn>
              <a:cxn ang="0">
                <a:pos x="connsiteX9880" y="connsiteY9880"/>
              </a:cxn>
              <a:cxn ang="0">
                <a:pos x="connsiteX9881" y="connsiteY9881"/>
              </a:cxn>
              <a:cxn ang="0">
                <a:pos x="connsiteX9882" y="connsiteY9882"/>
              </a:cxn>
              <a:cxn ang="0">
                <a:pos x="connsiteX9883" y="connsiteY9883"/>
              </a:cxn>
              <a:cxn ang="0">
                <a:pos x="connsiteX9884" y="connsiteY9884"/>
              </a:cxn>
              <a:cxn ang="0">
                <a:pos x="connsiteX9885" y="connsiteY9885"/>
              </a:cxn>
              <a:cxn ang="0">
                <a:pos x="connsiteX9886" y="connsiteY9886"/>
              </a:cxn>
              <a:cxn ang="0">
                <a:pos x="connsiteX9887" y="connsiteY9887"/>
              </a:cxn>
              <a:cxn ang="0">
                <a:pos x="connsiteX9888" y="connsiteY9888"/>
              </a:cxn>
              <a:cxn ang="0">
                <a:pos x="connsiteX9889" y="connsiteY9889"/>
              </a:cxn>
              <a:cxn ang="0">
                <a:pos x="connsiteX9890" y="connsiteY9890"/>
              </a:cxn>
              <a:cxn ang="0">
                <a:pos x="connsiteX9891" y="connsiteY9891"/>
              </a:cxn>
              <a:cxn ang="0">
                <a:pos x="connsiteX9892" y="connsiteY9892"/>
              </a:cxn>
              <a:cxn ang="0">
                <a:pos x="connsiteX9893" y="connsiteY9893"/>
              </a:cxn>
              <a:cxn ang="0">
                <a:pos x="connsiteX9894" y="connsiteY9894"/>
              </a:cxn>
              <a:cxn ang="0">
                <a:pos x="connsiteX9895" y="connsiteY9895"/>
              </a:cxn>
              <a:cxn ang="0">
                <a:pos x="connsiteX9896" y="connsiteY9896"/>
              </a:cxn>
              <a:cxn ang="0">
                <a:pos x="connsiteX9897" y="connsiteY9897"/>
              </a:cxn>
              <a:cxn ang="0">
                <a:pos x="connsiteX9898" y="connsiteY9898"/>
              </a:cxn>
              <a:cxn ang="0">
                <a:pos x="connsiteX9899" y="connsiteY9899"/>
              </a:cxn>
              <a:cxn ang="0">
                <a:pos x="connsiteX9900" y="connsiteY9900"/>
              </a:cxn>
              <a:cxn ang="0">
                <a:pos x="connsiteX9901" y="connsiteY9901"/>
              </a:cxn>
              <a:cxn ang="0">
                <a:pos x="connsiteX9902" y="connsiteY9902"/>
              </a:cxn>
              <a:cxn ang="0">
                <a:pos x="connsiteX9903" y="connsiteY9903"/>
              </a:cxn>
              <a:cxn ang="0">
                <a:pos x="connsiteX9904" y="connsiteY9904"/>
              </a:cxn>
              <a:cxn ang="0">
                <a:pos x="connsiteX9905" y="connsiteY9905"/>
              </a:cxn>
              <a:cxn ang="0">
                <a:pos x="connsiteX9906" y="connsiteY9906"/>
              </a:cxn>
              <a:cxn ang="0">
                <a:pos x="connsiteX9907" y="connsiteY9907"/>
              </a:cxn>
              <a:cxn ang="0">
                <a:pos x="connsiteX9908" y="connsiteY9908"/>
              </a:cxn>
              <a:cxn ang="0">
                <a:pos x="connsiteX9909" y="connsiteY9909"/>
              </a:cxn>
              <a:cxn ang="0">
                <a:pos x="connsiteX9910" y="connsiteY9910"/>
              </a:cxn>
              <a:cxn ang="0">
                <a:pos x="connsiteX9911" y="connsiteY9911"/>
              </a:cxn>
              <a:cxn ang="0">
                <a:pos x="connsiteX9912" y="connsiteY9912"/>
              </a:cxn>
              <a:cxn ang="0">
                <a:pos x="connsiteX9913" y="connsiteY9913"/>
              </a:cxn>
              <a:cxn ang="0">
                <a:pos x="connsiteX9914" y="connsiteY9914"/>
              </a:cxn>
              <a:cxn ang="0">
                <a:pos x="connsiteX9915" y="connsiteY9915"/>
              </a:cxn>
              <a:cxn ang="0">
                <a:pos x="connsiteX9916" y="connsiteY9916"/>
              </a:cxn>
              <a:cxn ang="0">
                <a:pos x="connsiteX9917" y="connsiteY9917"/>
              </a:cxn>
              <a:cxn ang="0">
                <a:pos x="connsiteX9918" y="connsiteY9918"/>
              </a:cxn>
              <a:cxn ang="0">
                <a:pos x="connsiteX9919" y="connsiteY9919"/>
              </a:cxn>
              <a:cxn ang="0">
                <a:pos x="connsiteX9920" y="connsiteY9920"/>
              </a:cxn>
              <a:cxn ang="0">
                <a:pos x="connsiteX9921" y="connsiteY9921"/>
              </a:cxn>
              <a:cxn ang="0">
                <a:pos x="connsiteX9922" y="connsiteY9922"/>
              </a:cxn>
              <a:cxn ang="0">
                <a:pos x="connsiteX9923" y="connsiteY9923"/>
              </a:cxn>
              <a:cxn ang="0">
                <a:pos x="connsiteX9924" y="connsiteY9924"/>
              </a:cxn>
              <a:cxn ang="0">
                <a:pos x="connsiteX9925" y="connsiteY9925"/>
              </a:cxn>
              <a:cxn ang="0">
                <a:pos x="connsiteX9926" y="connsiteY9926"/>
              </a:cxn>
              <a:cxn ang="0">
                <a:pos x="connsiteX9927" y="connsiteY9927"/>
              </a:cxn>
              <a:cxn ang="0">
                <a:pos x="connsiteX9928" y="connsiteY9928"/>
              </a:cxn>
              <a:cxn ang="0">
                <a:pos x="connsiteX9929" y="connsiteY9929"/>
              </a:cxn>
              <a:cxn ang="0">
                <a:pos x="connsiteX9930" y="connsiteY9930"/>
              </a:cxn>
              <a:cxn ang="0">
                <a:pos x="connsiteX9931" y="connsiteY9931"/>
              </a:cxn>
              <a:cxn ang="0">
                <a:pos x="connsiteX9932" y="connsiteY9932"/>
              </a:cxn>
              <a:cxn ang="0">
                <a:pos x="connsiteX9933" y="connsiteY9933"/>
              </a:cxn>
              <a:cxn ang="0">
                <a:pos x="connsiteX9934" y="connsiteY9934"/>
              </a:cxn>
              <a:cxn ang="0">
                <a:pos x="connsiteX9935" y="connsiteY9935"/>
              </a:cxn>
              <a:cxn ang="0">
                <a:pos x="connsiteX9936" y="connsiteY9936"/>
              </a:cxn>
              <a:cxn ang="0">
                <a:pos x="connsiteX9937" y="connsiteY9937"/>
              </a:cxn>
              <a:cxn ang="0">
                <a:pos x="connsiteX9938" y="connsiteY9938"/>
              </a:cxn>
              <a:cxn ang="0">
                <a:pos x="connsiteX9939" y="connsiteY9939"/>
              </a:cxn>
              <a:cxn ang="0">
                <a:pos x="connsiteX9940" y="connsiteY9940"/>
              </a:cxn>
              <a:cxn ang="0">
                <a:pos x="connsiteX9941" y="connsiteY9941"/>
              </a:cxn>
              <a:cxn ang="0">
                <a:pos x="connsiteX9942" y="connsiteY9942"/>
              </a:cxn>
              <a:cxn ang="0">
                <a:pos x="connsiteX9943" y="connsiteY9943"/>
              </a:cxn>
              <a:cxn ang="0">
                <a:pos x="connsiteX9944" y="connsiteY9944"/>
              </a:cxn>
              <a:cxn ang="0">
                <a:pos x="connsiteX9945" y="connsiteY9945"/>
              </a:cxn>
              <a:cxn ang="0">
                <a:pos x="connsiteX9946" y="connsiteY9946"/>
              </a:cxn>
              <a:cxn ang="0">
                <a:pos x="connsiteX9947" y="connsiteY9947"/>
              </a:cxn>
              <a:cxn ang="0">
                <a:pos x="connsiteX9948" y="connsiteY9948"/>
              </a:cxn>
              <a:cxn ang="0">
                <a:pos x="connsiteX9949" y="connsiteY9949"/>
              </a:cxn>
              <a:cxn ang="0">
                <a:pos x="connsiteX9950" y="connsiteY9950"/>
              </a:cxn>
              <a:cxn ang="0">
                <a:pos x="connsiteX9951" y="connsiteY9951"/>
              </a:cxn>
              <a:cxn ang="0">
                <a:pos x="connsiteX9952" y="connsiteY9952"/>
              </a:cxn>
              <a:cxn ang="0">
                <a:pos x="connsiteX9953" y="connsiteY9953"/>
              </a:cxn>
              <a:cxn ang="0">
                <a:pos x="connsiteX9954" y="connsiteY9954"/>
              </a:cxn>
              <a:cxn ang="0">
                <a:pos x="connsiteX9955" y="connsiteY9955"/>
              </a:cxn>
              <a:cxn ang="0">
                <a:pos x="connsiteX9956" y="connsiteY9956"/>
              </a:cxn>
              <a:cxn ang="0">
                <a:pos x="connsiteX9957" y="connsiteY9957"/>
              </a:cxn>
              <a:cxn ang="0">
                <a:pos x="connsiteX9958" y="connsiteY9958"/>
              </a:cxn>
              <a:cxn ang="0">
                <a:pos x="connsiteX9959" y="connsiteY9959"/>
              </a:cxn>
              <a:cxn ang="0">
                <a:pos x="connsiteX9960" y="connsiteY9960"/>
              </a:cxn>
              <a:cxn ang="0">
                <a:pos x="connsiteX9961" y="connsiteY9961"/>
              </a:cxn>
              <a:cxn ang="0">
                <a:pos x="connsiteX9962" y="connsiteY9962"/>
              </a:cxn>
              <a:cxn ang="0">
                <a:pos x="connsiteX9963" y="connsiteY9963"/>
              </a:cxn>
              <a:cxn ang="0">
                <a:pos x="connsiteX9964" y="connsiteY9964"/>
              </a:cxn>
              <a:cxn ang="0">
                <a:pos x="connsiteX9965" y="connsiteY9965"/>
              </a:cxn>
              <a:cxn ang="0">
                <a:pos x="connsiteX9966" y="connsiteY9966"/>
              </a:cxn>
              <a:cxn ang="0">
                <a:pos x="connsiteX9967" y="connsiteY9967"/>
              </a:cxn>
              <a:cxn ang="0">
                <a:pos x="connsiteX9968" y="connsiteY9968"/>
              </a:cxn>
              <a:cxn ang="0">
                <a:pos x="connsiteX9969" y="connsiteY9969"/>
              </a:cxn>
              <a:cxn ang="0">
                <a:pos x="connsiteX9970" y="connsiteY9970"/>
              </a:cxn>
              <a:cxn ang="0">
                <a:pos x="connsiteX9971" y="connsiteY9971"/>
              </a:cxn>
              <a:cxn ang="0">
                <a:pos x="connsiteX9972" y="connsiteY9972"/>
              </a:cxn>
              <a:cxn ang="0">
                <a:pos x="connsiteX9973" y="connsiteY9973"/>
              </a:cxn>
              <a:cxn ang="0">
                <a:pos x="connsiteX9974" y="connsiteY9974"/>
              </a:cxn>
              <a:cxn ang="0">
                <a:pos x="connsiteX9975" y="connsiteY9975"/>
              </a:cxn>
              <a:cxn ang="0">
                <a:pos x="connsiteX9976" y="connsiteY9976"/>
              </a:cxn>
              <a:cxn ang="0">
                <a:pos x="connsiteX9977" y="connsiteY9977"/>
              </a:cxn>
              <a:cxn ang="0">
                <a:pos x="connsiteX9978" y="connsiteY9978"/>
              </a:cxn>
              <a:cxn ang="0">
                <a:pos x="connsiteX9979" y="connsiteY9979"/>
              </a:cxn>
              <a:cxn ang="0">
                <a:pos x="connsiteX9980" y="connsiteY9980"/>
              </a:cxn>
              <a:cxn ang="0">
                <a:pos x="connsiteX9981" y="connsiteY9981"/>
              </a:cxn>
              <a:cxn ang="0">
                <a:pos x="connsiteX9982" y="connsiteY9982"/>
              </a:cxn>
              <a:cxn ang="0">
                <a:pos x="connsiteX9983" y="connsiteY9983"/>
              </a:cxn>
              <a:cxn ang="0">
                <a:pos x="connsiteX9984" y="connsiteY9984"/>
              </a:cxn>
              <a:cxn ang="0">
                <a:pos x="connsiteX9985" y="connsiteY9985"/>
              </a:cxn>
              <a:cxn ang="0">
                <a:pos x="connsiteX9986" y="connsiteY9986"/>
              </a:cxn>
              <a:cxn ang="0">
                <a:pos x="connsiteX9987" y="connsiteY9987"/>
              </a:cxn>
              <a:cxn ang="0">
                <a:pos x="connsiteX9988" y="connsiteY9988"/>
              </a:cxn>
              <a:cxn ang="0">
                <a:pos x="connsiteX9989" y="connsiteY9989"/>
              </a:cxn>
              <a:cxn ang="0">
                <a:pos x="connsiteX9990" y="connsiteY9990"/>
              </a:cxn>
              <a:cxn ang="0">
                <a:pos x="connsiteX9991" y="connsiteY9991"/>
              </a:cxn>
              <a:cxn ang="0">
                <a:pos x="connsiteX9992" y="connsiteY9992"/>
              </a:cxn>
              <a:cxn ang="0">
                <a:pos x="connsiteX9993" y="connsiteY9993"/>
              </a:cxn>
              <a:cxn ang="0">
                <a:pos x="connsiteX9994" y="connsiteY9994"/>
              </a:cxn>
              <a:cxn ang="0">
                <a:pos x="connsiteX9995" y="connsiteY9995"/>
              </a:cxn>
              <a:cxn ang="0">
                <a:pos x="connsiteX9996" y="connsiteY9996"/>
              </a:cxn>
              <a:cxn ang="0">
                <a:pos x="connsiteX9997" y="connsiteY9997"/>
              </a:cxn>
              <a:cxn ang="0">
                <a:pos x="connsiteX9998" y="connsiteY9998"/>
              </a:cxn>
              <a:cxn ang="0">
                <a:pos x="connsiteX9999" y="connsiteY9999"/>
              </a:cxn>
              <a:cxn ang="0">
                <a:pos x="connsiteX10000" y="connsiteY10000"/>
              </a:cxn>
              <a:cxn ang="0">
                <a:pos x="connsiteX10001" y="connsiteY10001"/>
              </a:cxn>
              <a:cxn ang="0">
                <a:pos x="connsiteX10002" y="connsiteY10002"/>
              </a:cxn>
              <a:cxn ang="0">
                <a:pos x="connsiteX10003" y="connsiteY10003"/>
              </a:cxn>
              <a:cxn ang="0">
                <a:pos x="connsiteX10004" y="connsiteY10004"/>
              </a:cxn>
              <a:cxn ang="0">
                <a:pos x="connsiteX10005" y="connsiteY10005"/>
              </a:cxn>
              <a:cxn ang="0">
                <a:pos x="connsiteX10006" y="connsiteY10006"/>
              </a:cxn>
              <a:cxn ang="0">
                <a:pos x="connsiteX10007" y="connsiteY10007"/>
              </a:cxn>
              <a:cxn ang="0">
                <a:pos x="connsiteX10008" y="connsiteY10008"/>
              </a:cxn>
              <a:cxn ang="0">
                <a:pos x="connsiteX10009" y="connsiteY10009"/>
              </a:cxn>
              <a:cxn ang="0">
                <a:pos x="connsiteX10010" y="connsiteY10010"/>
              </a:cxn>
              <a:cxn ang="0">
                <a:pos x="connsiteX10011" y="connsiteY10011"/>
              </a:cxn>
              <a:cxn ang="0">
                <a:pos x="connsiteX10012" y="connsiteY10012"/>
              </a:cxn>
              <a:cxn ang="0">
                <a:pos x="connsiteX10013" y="connsiteY10013"/>
              </a:cxn>
              <a:cxn ang="0">
                <a:pos x="connsiteX10014" y="connsiteY10014"/>
              </a:cxn>
              <a:cxn ang="0">
                <a:pos x="connsiteX10015" y="connsiteY10015"/>
              </a:cxn>
              <a:cxn ang="0">
                <a:pos x="connsiteX10016" y="connsiteY10016"/>
              </a:cxn>
              <a:cxn ang="0">
                <a:pos x="connsiteX10017" y="connsiteY10017"/>
              </a:cxn>
              <a:cxn ang="0">
                <a:pos x="connsiteX10018" y="connsiteY10018"/>
              </a:cxn>
              <a:cxn ang="0">
                <a:pos x="connsiteX10019" y="connsiteY10019"/>
              </a:cxn>
              <a:cxn ang="0">
                <a:pos x="connsiteX10020" y="connsiteY10020"/>
              </a:cxn>
              <a:cxn ang="0">
                <a:pos x="connsiteX10021" y="connsiteY10021"/>
              </a:cxn>
              <a:cxn ang="0">
                <a:pos x="connsiteX10022" y="connsiteY10022"/>
              </a:cxn>
              <a:cxn ang="0">
                <a:pos x="connsiteX10023" y="connsiteY10023"/>
              </a:cxn>
              <a:cxn ang="0">
                <a:pos x="connsiteX10024" y="connsiteY10024"/>
              </a:cxn>
              <a:cxn ang="0">
                <a:pos x="connsiteX10025" y="connsiteY10025"/>
              </a:cxn>
              <a:cxn ang="0">
                <a:pos x="connsiteX10026" y="connsiteY10026"/>
              </a:cxn>
              <a:cxn ang="0">
                <a:pos x="connsiteX10027" y="connsiteY10027"/>
              </a:cxn>
              <a:cxn ang="0">
                <a:pos x="connsiteX10028" y="connsiteY10028"/>
              </a:cxn>
              <a:cxn ang="0">
                <a:pos x="connsiteX10029" y="connsiteY10029"/>
              </a:cxn>
              <a:cxn ang="0">
                <a:pos x="connsiteX10030" y="connsiteY10030"/>
              </a:cxn>
              <a:cxn ang="0">
                <a:pos x="connsiteX10031" y="connsiteY10031"/>
              </a:cxn>
              <a:cxn ang="0">
                <a:pos x="connsiteX10032" y="connsiteY10032"/>
              </a:cxn>
              <a:cxn ang="0">
                <a:pos x="connsiteX10033" y="connsiteY10033"/>
              </a:cxn>
              <a:cxn ang="0">
                <a:pos x="connsiteX10034" y="connsiteY10034"/>
              </a:cxn>
              <a:cxn ang="0">
                <a:pos x="connsiteX10035" y="connsiteY10035"/>
              </a:cxn>
              <a:cxn ang="0">
                <a:pos x="connsiteX10036" y="connsiteY10036"/>
              </a:cxn>
              <a:cxn ang="0">
                <a:pos x="connsiteX10037" y="connsiteY10037"/>
              </a:cxn>
              <a:cxn ang="0">
                <a:pos x="connsiteX10038" y="connsiteY10038"/>
              </a:cxn>
              <a:cxn ang="0">
                <a:pos x="connsiteX10039" y="connsiteY10039"/>
              </a:cxn>
              <a:cxn ang="0">
                <a:pos x="connsiteX10040" y="connsiteY10040"/>
              </a:cxn>
              <a:cxn ang="0">
                <a:pos x="connsiteX10041" y="connsiteY10041"/>
              </a:cxn>
              <a:cxn ang="0">
                <a:pos x="connsiteX10042" y="connsiteY10042"/>
              </a:cxn>
              <a:cxn ang="0">
                <a:pos x="connsiteX10043" y="connsiteY10043"/>
              </a:cxn>
              <a:cxn ang="0">
                <a:pos x="connsiteX10044" y="connsiteY10044"/>
              </a:cxn>
              <a:cxn ang="0">
                <a:pos x="connsiteX10045" y="connsiteY10045"/>
              </a:cxn>
              <a:cxn ang="0">
                <a:pos x="connsiteX10046" y="connsiteY10046"/>
              </a:cxn>
              <a:cxn ang="0">
                <a:pos x="connsiteX10047" y="connsiteY10047"/>
              </a:cxn>
              <a:cxn ang="0">
                <a:pos x="connsiteX10048" y="connsiteY10048"/>
              </a:cxn>
              <a:cxn ang="0">
                <a:pos x="connsiteX10049" y="connsiteY10049"/>
              </a:cxn>
              <a:cxn ang="0">
                <a:pos x="connsiteX10050" y="connsiteY10050"/>
              </a:cxn>
              <a:cxn ang="0">
                <a:pos x="connsiteX10051" y="connsiteY10051"/>
              </a:cxn>
              <a:cxn ang="0">
                <a:pos x="connsiteX10052" y="connsiteY10052"/>
              </a:cxn>
              <a:cxn ang="0">
                <a:pos x="connsiteX10053" y="connsiteY10053"/>
              </a:cxn>
              <a:cxn ang="0">
                <a:pos x="connsiteX10054" y="connsiteY10054"/>
              </a:cxn>
              <a:cxn ang="0">
                <a:pos x="connsiteX10055" y="connsiteY10055"/>
              </a:cxn>
              <a:cxn ang="0">
                <a:pos x="connsiteX10056" y="connsiteY10056"/>
              </a:cxn>
              <a:cxn ang="0">
                <a:pos x="connsiteX10057" y="connsiteY10057"/>
              </a:cxn>
              <a:cxn ang="0">
                <a:pos x="connsiteX10058" y="connsiteY10058"/>
              </a:cxn>
              <a:cxn ang="0">
                <a:pos x="connsiteX10059" y="connsiteY10059"/>
              </a:cxn>
              <a:cxn ang="0">
                <a:pos x="connsiteX10060" y="connsiteY10060"/>
              </a:cxn>
              <a:cxn ang="0">
                <a:pos x="connsiteX10061" y="connsiteY10061"/>
              </a:cxn>
              <a:cxn ang="0">
                <a:pos x="connsiteX10062" y="connsiteY10062"/>
              </a:cxn>
              <a:cxn ang="0">
                <a:pos x="connsiteX10063" y="connsiteY10063"/>
              </a:cxn>
              <a:cxn ang="0">
                <a:pos x="connsiteX10064" y="connsiteY10064"/>
              </a:cxn>
              <a:cxn ang="0">
                <a:pos x="connsiteX10065" y="connsiteY10065"/>
              </a:cxn>
              <a:cxn ang="0">
                <a:pos x="connsiteX10066" y="connsiteY10066"/>
              </a:cxn>
              <a:cxn ang="0">
                <a:pos x="connsiteX10067" y="connsiteY10067"/>
              </a:cxn>
              <a:cxn ang="0">
                <a:pos x="connsiteX10068" y="connsiteY10068"/>
              </a:cxn>
              <a:cxn ang="0">
                <a:pos x="connsiteX10069" y="connsiteY10069"/>
              </a:cxn>
              <a:cxn ang="0">
                <a:pos x="connsiteX10070" y="connsiteY10070"/>
              </a:cxn>
              <a:cxn ang="0">
                <a:pos x="connsiteX10071" y="connsiteY10071"/>
              </a:cxn>
              <a:cxn ang="0">
                <a:pos x="connsiteX10072" y="connsiteY10072"/>
              </a:cxn>
              <a:cxn ang="0">
                <a:pos x="connsiteX10073" y="connsiteY10073"/>
              </a:cxn>
              <a:cxn ang="0">
                <a:pos x="connsiteX10074" y="connsiteY10074"/>
              </a:cxn>
              <a:cxn ang="0">
                <a:pos x="connsiteX10075" y="connsiteY10075"/>
              </a:cxn>
              <a:cxn ang="0">
                <a:pos x="connsiteX10076" y="connsiteY10076"/>
              </a:cxn>
              <a:cxn ang="0">
                <a:pos x="connsiteX10077" y="connsiteY10077"/>
              </a:cxn>
              <a:cxn ang="0">
                <a:pos x="connsiteX10078" y="connsiteY10078"/>
              </a:cxn>
              <a:cxn ang="0">
                <a:pos x="connsiteX10079" y="connsiteY10079"/>
              </a:cxn>
              <a:cxn ang="0">
                <a:pos x="connsiteX10080" y="connsiteY10080"/>
              </a:cxn>
              <a:cxn ang="0">
                <a:pos x="connsiteX10081" y="connsiteY10081"/>
              </a:cxn>
              <a:cxn ang="0">
                <a:pos x="connsiteX10082" y="connsiteY10082"/>
              </a:cxn>
              <a:cxn ang="0">
                <a:pos x="connsiteX10083" y="connsiteY10083"/>
              </a:cxn>
              <a:cxn ang="0">
                <a:pos x="connsiteX10084" y="connsiteY10084"/>
              </a:cxn>
              <a:cxn ang="0">
                <a:pos x="connsiteX10085" y="connsiteY10085"/>
              </a:cxn>
              <a:cxn ang="0">
                <a:pos x="connsiteX10086" y="connsiteY10086"/>
              </a:cxn>
              <a:cxn ang="0">
                <a:pos x="connsiteX10087" y="connsiteY10087"/>
              </a:cxn>
              <a:cxn ang="0">
                <a:pos x="connsiteX10088" y="connsiteY10088"/>
              </a:cxn>
              <a:cxn ang="0">
                <a:pos x="connsiteX10089" y="connsiteY10089"/>
              </a:cxn>
              <a:cxn ang="0">
                <a:pos x="connsiteX10090" y="connsiteY10090"/>
              </a:cxn>
              <a:cxn ang="0">
                <a:pos x="connsiteX10091" y="connsiteY10091"/>
              </a:cxn>
              <a:cxn ang="0">
                <a:pos x="connsiteX10092" y="connsiteY10092"/>
              </a:cxn>
              <a:cxn ang="0">
                <a:pos x="connsiteX10093" y="connsiteY10093"/>
              </a:cxn>
              <a:cxn ang="0">
                <a:pos x="connsiteX10094" y="connsiteY10094"/>
              </a:cxn>
              <a:cxn ang="0">
                <a:pos x="connsiteX10095" y="connsiteY10095"/>
              </a:cxn>
              <a:cxn ang="0">
                <a:pos x="connsiteX10096" y="connsiteY10096"/>
              </a:cxn>
              <a:cxn ang="0">
                <a:pos x="connsiteX10097" y="connsiteY10097"/>
              </a:cxn>
              <a:cxn ang="0">
                <a:pos x="connsiteX10098" y="connsiteY10098"/>
              </a:cxn>
              <a:cxn ang="0">
                <a:pos x="connsiteX10099" y="connsiteY10099"/>
              </a:cxn>
              <a:cxn ang="0">
                <a:pos x="connsiteX10100" y="connsiteY10100"/>
              </a:cxn>
              <a:cxn ang="0">
                <a:pos x="connsiteX10101" y="connsiteY10101"/>
              </a:cxn>
              <a:cxn ang="0">
                <a:pos x="connsiteX10102" y="connsiteY10102"/>
              </a:cxn>
              <a:cxn ang="0">
                <a:pos x="connsiteX10103" y="connsiteY10103"/>
              </a:cxn>
              <a:cxn ang="0">
                <a:pos x="connsiteX10104" y="connsiteY10104"/>
              </a:cxn>
              <a:cxn ang="0">
                <a:pos x="connsiteX10105" y="connsiteY10105"/>
              </a:cxn>
              <a:cxn ang="0">
                <a:pos x="connsiteX10106" y="connsiteY10106"/>
              </a:cxn>
              <a:cxn ang="0">
                <a:pos x="connsiteX10107" y="connsiteY10107"/>
              </a:cxn>
              <a:cxn ang="0">
                <a:pos x="connsiteX10108" y="connsiteY10108"/>
              </a:cxn>
              <a:cxn ang="0">
                <a:pos x="connsiteX10109" y="connsiteY10109"/>
              </a:cxn>
              <a:cxn ang="0">
                <a:pos x="connsiteX10110" y="connsiteY10110"/>
              </a:cxn>
              <a:cxn ang="0">
                <a:pos x="connsiteX10111" y="connsiteY10111"/>
              </a:cxn>
              <a:cxn ang="0">
                <a:pos x="connsiteX10112" y="connsiteY10112"/>
              </a:cxn>
              <a:cxn ang="0">
                <a:pos x="connsiteX10113" y="connsiteY10113"/>
              </a:cxn>
              <a:cxn ang="0">
                <a:pos x="connsiteX10114" y="connsiteY10114"/>
              </a:cxn>
              <a:cxn ang="0">
                <a:pos x="connsiteX10115" y="connsiteY10115"/>
              </a:cxn>
              <a:cxn ang="0">
                <a:pos x="connsiteX10116" y="connsiteY10116"/>
              </a:cxn>
              <a:cxn ang="0">
                <a:pos x="connsiteX10117" y="connsiteY10117"/>
              </a:cxn>
              <a:cxn ang="0">
                <a:pos x="connsiteX10118" y="connsiteY10118"/>
              </a:cxn>
              <a:cxn ang="0">
                <a:pos x="connsiteX10119" y="connsiteY10119"/>
              </a:cxn>
              <a:cxn ang="0">
                <a:pos x="connsiteX10120" y="connsiteY10120"/>
              </a:cxn>
              <a:cxn ang="0">
                <a:pos x="connsiteX10121" y="connsiteY10121"/>
              </a:cxn>
              <a:cxn ang="0">
                <a:pos x="connsiteX10122" y="connsiteY10122"/>
              </a:cxn>
              <a:cxn ang="0">
                <a:pos x="connsiteX10123" y="connsiteY10123"/>
              </a:cxn>
              <a:cxn ang="0">
                <a:pos x="connsiteX10124" y="connsiteY10124"/>
              </a:cxn>
              <a:cxn ang="0">
                <a:pos x="connsiteX10125" y="connsiteY10125"/>
              </a:cxn>
              <a:cxn ang="0">
                <a:pos x="connsiteX10126" y="connsiteY10126"/>
              </a:cxn>
              <a:cxn ang="0">
                <a:pos x="connsiteX10127" y="connsiteY10127"/>
              </a:cxn>
              <a:cxn ang="0">
                <a:pos x="connsiteX10128" y="connsiteY10128"/>
              </a:cxn>
              <a:cxn ang="0">
                <a:pos x="connsiteX10129" y="connsiteY10129"/>
              </a:cxn>
              <a:cxn ang="0">
                <a:pos x="connsiteX10130" y="connsiteY10130"/>
              </a:cxn>
              <a:cxn ang="0">
                <a:pos x="connsiteX10131" y="connsiteY10131"/>
              </a:cxn>
              <a:cxn ang="0">
                <a:pos x="connsiteX10132" y="connsiteY10132"/>
              </a:cxn>
              <a:cxn ang="0">
                <a:pos x="connsiteX10133" y="connsiteY10133"/>
              </a:cxn>
              <a:cxn ang="0">
                <a:pos x="connsiteX10134" y="connsiteY10134"/>
              </a:cxn>
              <a:cxn ang="0">
                <a:pos x="connsiteX10135" y="connsiteY10135"/>
              </a:cxn>
              <a:cxn ang="0">
                <a:pos x="connsiteX10136" y="connsiteY10136"/>
              </a:cxn>
              <a:cxn ang="0">
                <a:pos x="connsiteX10137" y="connsiteY10137"/>
              </a:cxn>
              <a:cxn ang="0">
                <a:pos x="connsiteX10138" y="connsiteY10138"/>
              </a:cxn>
              <a:cxn ang="0">
                <a:pos x="connsiteX10139" y="connsiteY10139"/>
              </a:cxn>
              <a:cxn ang="0">
                <a:pos x="connsiteX10140" y="connsiteY10140"/>
              </a:cxn>
              <a:cxn ang="0">
                <a:pos x="connsiteX10141" y="connsiteY10141"/>
              </a:cxn>
              <a:cxn ang="0">
                <a:pos x="connsiteX10142" y="connsiteY10142"/>
              </a:cxn>
              <a:cxn ang="0">
                <a:pos x="connsiteX10143" y="connsiteY10143"/>
              </a:cxn>
              <a:cxn ang="0">
                <a:pos x="connsiteX10144" y="connsiteY10144"/>
              </a:cxn>
              <a:cxn ang="0">
                <a:pos x="connsiteX10145" y="connsiteY10145"/>
              </a:cxn>
              <a:cxn ang="0">
                <a:pos x="connsiteX10146" y="connsiteY10146"/>
              </a:cxn>
              <a:cxn ang="0">
                <a:pos x="connsiteX10147" y="connsiteY10147"/>
              </a:cxn>
              <a:cxn ang="0">
                <a:pos x="connsiteX10148" y="connsiteY10148"/>
              </a:cxn>
              <a:cxn ang="0">
                <a:pos x="connsiteX10149" y="connsiteY10149"/>
              </a:cxn>
              <a:cxn ang="0">
                <a:pos x="connsiteX10150" y="connsiteY10150"/>
              </a:cxn>
              <a:cxn ang="0">
                <a:pos x="connsiteX10151" y="connsiteY10151"/>
              </a:cxn>
              <a:cxn ang="0">
                <a:pos x="connsiteX10152" y="connsiteY10152"/>
              </a:cxn>
              <a:cxn ang="0">
                <a:pos x="connsiteX10153" y="connsiteY10153"/>
              </a:cxn>
              <a:cxn ang="0">
                <a:pos x="connsiteX10154" y="connsiteY10154"/>
              </a:cxn>
              <a:cxn ang="0">
                <a:pos x="connsiteX10155" y="connsiteY10155"/>
              </a:cxn>
              <a:cxn ang="0">
                <a:pos x="connsiteX10156" y="connsiteY10156"/>
              </a:cxn>
              <a:cxn ang="0">
                <a:pos x="connsiteX10157" y="connsiteY10157"/>
              </a:cxn>
              <a:cxn ang="0">
                <a:pos x="connsiteX10158" y="connsiteY10158"/>
              </a:cxn>
              <a:cxn ang="0">
                <a:pos x="connsiteX10159" y="connsiteY10159"/>
              </a:cxn>
              <a:cxn ang="0">
                <a:pos x="connsiteX10160" y="connsiteY10160"/>
              </a:cxn>
              <a:cxn ang="0">
                <a:pos x="connsiteX10161" y="connsiteY10161"/>
              </a:cxn>
              <a:cxn ang="0">
                <a:pos x="connsiteX10162" y="connsiteY10162"/>
              </a:cxn>
              <a:cxn ang="0">
                <a:pos x="connsiteX10163" y="connsiteY10163"/>
              </a:cxn>
              <a:cxn ang="0">
                <a:pos x="connsiteX10164" y="connsiteY10164"/>
              </a:cxn>
              <a:cxn ang="0">
                <a:pos x="connsiteX10165" y="connsiteY10165"/>
              </a:cxn>
              <a:cxn ang="0">
                <a:pos x="connsiteX10166" y="connsiteY10166"/>
              </a:cxn>
              <a:cxn ang="0">
                <a:pos x="connsiteX10167" y="connsiteY10167"/>
              </a:cxn>
              <a:cxn ang="0">
                <a:pos x="connsiteX10168" y="connsiteY10168"/>
              </a:cxn>
              <a:cxn ang="0">
                <a:pos x="connsiteX10169" y="connsiteY10169"/>
              </a:cxn>
              <a:cxn ang="0">
                <a:pos x="connsiteX10170" y="connsiteY10170"/>
              </a:cxn>
              <a:cxn ang="0">
                <a:pos x="connsiteX10171" y="connsiteY10171"/>
              </a:cxn>
              <a:cxn ang="0">
                <a:pos x="connsiteX10172" y="connsiteY10172"/>
              </a:cxn>
              <a:cxn ang="0">
                <a:pos x="connsiteX10173" y="connsiteY10173"/>
              </a:cxn>
              <a:cxn ang="0">
                <a:pos x="connsiteX10174" y="connsiteY10174"/>
              </a:cxn>
              <a:cxn ang="0">
                <a:pos x="connsiteX10175" y="connsiteY10175"/>
              </a:cxn>
              <a:cxn ang="0">
                <a:pos x="connsiteX10176" y="connsiteY10176"/>
              </a:cxn>
              <a:cxn ang="0">
                <a:pos x="connsiteX10177" y="connsiteY10177"/>
              </a:cxn>
              <a:cxn ang="0">
                <a:pos x="connsiteX10178" y="connsiteY10178"/>
              </a:cxn>
              <a:cxn ang="0">
                <a:pos x="connsiteX10179" y="connsiteY10179"/>
              </a:cxn>
              <a:cxn ang="0">
                <a:pos x="connsiteX10180" y="connsiteY10180"/>
              </a:cxn>
              <a:cxn ang="0">
                <a:pos x="connsiteX10181" y="connsiteY10181"/>
              </a:cxn>
              <a:cxn ang="0">
                <a:pos x="connsiteX10182" y="connsiteY10182"/>
              </a:cxn>
              <a:cxn ang="0">
                <a:pos x="connsiteX10183" y="connsiteY10183"/>
              </a:cxn>
              <a:cxn ang="0">
                <a:pos x="connsiteX10184" y="connsiteY10184"/>
              </a:cxn>
              <a:cxn ang="0">
                <a:pos x="connsiteX10185" y="connsiteY10185"/>
              </a:cxn>
              <a:cxn ang="0">
                <a:pos x="connsiteX10186" y="connsiteY10186"/>
              </a:cxn>
              <a:cxn ang="0">
                <a:pos x="connsiteX10187" y="connsiteY10187"/>
              </a:cxn>
              <a:cxn ang="0">
                <a:pos x="connsiteX10188" y="connsiteY10188"/>
              </a:cxn>
              <a:cxn ang="0">
                <a:pos x="connsiteX10189" y="connsiteY10189"/>
              </a:cxn>
              <a:cxn ang="0">
                <a:pos x="connsiteX10190" y="connsiteY10190"/>
              </a:cxn>
              <a:cxn ang="0">
                <a:pos x="connsiteX10191" y="connsiteY10191"/>
              </a:cxn>
              <a:cxn ang="0">
                <a:pos x="connsiteX10192" y="connsiteY10192"/>
              </a:cxn>
              <a:cxn ang="0">
                <a:pos x="connsiteX10193" y="connsiteY10193"/>
              </a:cxn>
              <a:cxn ang="0">
                <a:pos x="connsiteX10194" y="connsiteY10194"/>
              </a:cxn>
              <a:cxn ang="0">
                <a:pos x="connsiteX10195" y="connsiteY10195"/>
              </a:cxn>
              <a:cxn ang="0">
                <a:pos x="connsiteX10196" y="connsiteY10196"/>
              </a:cxn>
              <a:cxn ang="0">
                <a:pos x="connsiteX10197" y="connsiteY10197"/>
              </a:cxn>
              <a:cxn ang="0">
                <a:pos x="connsiteX10198" y="connsiteY10198"/>
              </a:cxn>
              <a:cxn ang="0">
                <a:pos x="connsiteX10199" y="connsiteY10199"/>
              </a:cxn>
              <a:cxn ang="0">
                <a:pos x="connsiteX10200" y="connsiteY10200"/>
              </a:cxn>
              <a:cxn ang="0">
                <a:pos x="connsiteX10201" y="connsiteY10201"/>
              </a:cxn>
              <a:cxn ang="0">
                <a:pos x="connsiteX10202" y="connsiteY10202"/>
              </a:cxn>
              <a:cxn ang="0">
                <a:pos x="connsiteX10203" y="connsiteY10203"/>
              </a:cxn>
              <a:cxn ang="0">
                <a:pos x="connsiteX10204" y="connsiteY10204"/>
              </a:cxn>
              <a:cxn ang="0">
                <a:pos x="connsiteX10205" y="connsiteY10205"/>
              </a:cxn>
              <a:cxn ang="0">
                <a:pos x="connsiteX10206" y="connsiteY10206"/>
              </a:cxn>
              <a:cxn ang="0">
                <a:pos x="connsiteX10207" y="connsiteY10207"/>
              </a:cxn>
              <a:cxn ang="0">
                <a:pos x="connsiteX10208" y="connsiteY10208"/>
              </a:cxn>
              <a:cxn ang="0">
                <a:pos x="connsiteX10209" y="connsiteY10209"/>
              </a:cxn>
              <a:cxn ang="0">
                <a:pos x="connsiteX10210" y="connsiteY10210"/>
              </a:cxn>
              <a:cxn ang="0">
                <a:pos x="connsiteX10211" y="connsiteY10211"/>
              </a:cxn>
              <a:cxn ang="0">
                <a:pos x="connsiteX10212" y="connsiteY10212"/>
              </a:cxn>
              <a:cxn ang="0">
                <a:pos x="connsiteX10213" y="connsiteY10213"/>
              </a:cxn>
              <a:cxn ang="0">
                <a:pos x="connsiteX10214" y="connsiteY10214"/>
              </a:cxn>
              <a:cxn ang="0">
                <a:pos x="connsiteX10215" y="connsiteY10215"/>
              </a:cxn>
              <a:cxn ang="0">
                <a:pos x="connsiteX10216" y="connsiteY10216"/>
              </a:cxn>
              <a:cxn ang="0">
                <a:pos x="connsiteX10217" y="connsiteY10217"/>
              </a:cxn>
              <a:cxn ang="0">
                <a:pos x="connsiteX10218" y="connsiteY10218"/>
              </a:cxn>
              <a:cxn ang="0">
                <a:pos x="connsiteX10219" y="connsiteY10219"/>
              </a:cxn>
              <a:cxn ang="0">
                <a:pos x="connsiteX10220" y="connsiteY10220"/>
              </a:cxn>
              <a:cxn ang="0">
                <a:pos x="connsiteX10221" y="connsiteY10221"/>
              </a:cxn>
              <a:cxn ang="0">
                <a:pos x="connsiteX10222" y="connsiteY10222"/>
              </a:cxn>
              <a:cxn ang="0">
                <a:pos x="connsiteX10223" y="connsiteY10223"/>
              </a:cxn>
              <a:cxn ang="0">
                <a:pos x="connsiteX10224" y="connsiteY10224"/>
              </a:cxn>
              <a:cxn ang="0">
                <a:pos x="connsiteX10225" y="connsiteY10225"/>
              </a:cxn>
              <a:cxn ang="0">
                <a:pos x="connsiteX10226" y="connsiteY10226"/>
              </a:cxn>
              <a:cxn ang="0">
                <a:pos x="connsiteX10227" y="connsiteY10227"/>
              </a:cxn>
              <a:cxn ang="0">
                <a:pos x="connsiteX10228" y="connsiteY10228"/>
              </a:cxn>
              <a:cxn ang="0">
                <a:pos x="connsiteX10229" y="connsiteY10229"/>
              </a:cxn>
              <a:cxn ang="0">
                <a:pos x="connsiteX10230" y="connsiteY10230"/>
              </a:cxn>
              <a:cxn ang="0">
                <a:pos x="connsiteX10231" y="connsiteY10231"/>
              </a:cxn>
              <a:cxn ang="0">
                <a:pos x="connsiteX10232" y="connsiteY10232"/>
              </a:cxn>
              <a:cxn ang="0">
                <a:pos x="connsiteX10233" y="connsiteY10233"/>
              </a:cxn>
              <a:cxn ang="0">
                <a:pos x="connsiteX10234" y="connsiteY10234"/>
              </a:cxn>
              <a:cxn ang="0">
                <a:pos x="connsiteX10235" y="connsiteY10235"/>
              </a:cxn>
              <a:cxn ang="0">
                <a:pos x="connsiteX10236" y="connsiteY10236"/>
              </a:cxn>
              <a:cxn ang="0">
                <a:pos x="connsiteX10237" y="connsiteY10237"/>
              </a:cxn>
              <a:cxn ang="0">
                <a:pos x="connsiteX10238" y="connsiteY10238"/>
              </a:cxn>
              <a:cxn ang="0">
                <a:pos x="connsiteX10239" y="connsiteY10239"/>
              </a:cxn>
              <a:cxn ang="0">
                <a:pos x="connsiteX10240" y="connsiteY10240"/>
              </a:cxn>
              <a:cxn ang="0">
                <a:pos x="connsiteX10241" y="connsiteY10241"/>
              </a:cxn>
              <a:cxn ang="0">
                <a:pos x="connsiteX10242" y="connsiteY10242"/>
              </a:cxn>
              <a:cxn ang="0">
                <a:pos x="connsiteX10243" y="connsiteY10243"/>
              </a:cxn>
              <a:cxn ang="0">
                <a:pos x="connsiteX10244" y="connsiteY10244"/>
              </a:cxn>
              <a:cxn ang="0">
                <a:pos x="connsiteX10245" y="connsiteY10245"/>
              </a:cxn>
              <a:cxn ang="0">
                <a:pos x="connsiteX10246" y="connsiteY10246"/>
              </a:cxn>
              <a:cxn ang="0">
                <a:pos x="connsiteX10247" y="connsiteY10247"/>
              </a:cxn>
              <a:cxn ang="0">
                <a:pos x="connsiteX10248" y="connsiteY10248"/>
              </a:cxn>
              <a:cxn ang="0">
                <a:pos x="connsiteX10249" y="connsiteY10249"/>
              </a:cxn>
              <a:cxn ang="0">
                <a:pos x="connsiteX10250" y="connsiteY10250"/>
              </a:cxn>
              <a:cxn ang="0">
                <a:pos x="connsiteX10251" y="connsiteY10251"/>
              </a:cxn>
              <a:cxn ang="0">
                <a:pos x="connsiteX10252" y="connsiteY10252"/>
              </a:cxn>
              <a:cxn ang="0">
                <a:pos x="connsiteX10253" y="connsiteY10253"/>
              </a:cxn>
              <a:cxn ang="0">
                <a:pos x="connsiteX10254" y="connsiteY10254"/>
              </a:cxn>
              <a:cxn ang="0">
                <a:pos x="connsiteX10255" y="connsiteY10255"/>
              </a:cxn>
              <a:cxn ang="0">
                <a:pos x="connsiteX10256" y="connsiteY10256"/>
              </a:cxn>
              <a:cxn ang="0">
                <a:pos x="connsiteX10257" y="connsiteY10257"/>
              </a:cxn>
              <a:cxn ang="0">
                <a:pos x="connsiteX10258" y="connsiteY10258"/>
              </a:cxn>
              <a:cxn ang="0">
                <a:pos x="connsiteX10259" y="connsiteY10259"/>
              </a:cxn>
              <a:cxn ang="0">
                <a:pos x="connsiteX10260" y="connsiteY10260"/>
              </a:cxn>
              <a:cxn ang="0">
                <a:pos x="connsiteX10261" y="connsiteY10261"/>
              </a:cxn>
              <a:cxn ang="0">
                <a:pos x="connsiteX10262" y="connsiteY10262"/>
              </a:cxn>
              <a:cxn ang="0">
                <a:pos x="connsiteX10263" y="connsiteY10263"/>
              </a:cxn>
              <a:cxn ang="0">
                <a:pos x="connsiteX10264" y="connsiteY10264"/>
              </a:cxn>
              <a:cxn ang="0">
                <a:pos x="connsiteX10265" y="connsiteY10265"/>
              </a:cxn>
              <a:cxn ang="0">
                <a:pos x="connsiteX10266" y="connsiteY10266"/>
              </a:cxn>
              <a:cxn ang="0">
                <a:pos x="connsiteX10267" y="connsiteY10267"/>
              </a:cxn>
              <a:cxn ang="0">
                <a:pos x="connsiteX10268" y="connsiteY10268"/>
              </a:cxn>
              <a:cxn ang="0">
                <a:pos x="connsiteX10269" y="connsiteY10269"/>
              </a:cxn>
              <a:cxn ang="0">
                <a:pos x="connsiteX10270" y="connsiteY10270"/>
              </a:cxn>
              <a:cxn ang="0">
                <a:pos x="connsiteX10271" y="connsiteY10271"/>
              </a:cxn>
              <a:cxn ang="0">
                <a:pos x="connsiteX10272" y="connsiteY10272"/>
              </a:cxn>
              <a:cxn ang="0">
                <a:pos x="connsiteX10273" y="connsiteY10273"/>
              </a:cxn>
              <a:cxn ang="0">
                <a:pos x="connsiteX10274" y="connsiteY10274"/>
              </a:cxn>
              <a:cxn ang="0">
                <a:pos x="connsiteX10275" y="connsiteY10275"/>
              </a:cxn>
              <a:cxn ang="0">
                <a:pos x="connsiteX10276" y="connsiteY10276"/>
              </a:cxn>
              <a:cxn ang="0">
                <a:pos x="connsiteX10277" y="connsiteY10277"/>
              </a:cxn>
              <a:cxn ang="0">
                <a:pos x="connsiteX10278" y="connsiteY10278"/>
              </a:cxn>
              <a:cxn ang="0">
                <a:pos x="connsiteX10279" y="connsiteY10279"/>
              </a:cxn>
              <a:cxn ang="0">
                <a:pos x="connsiteX10280" y="connsiteY10280"/>
              </a:cxn>
              <a:cxn ang="0">
                <a:pos x="connsiteX10281" y="connsiteY10281"/>
              </a:cxn>
              <a:cxn ang="0">
                <a:pos x="connsiteX10282" y="connsiteY10282"/>
              </a:cxn>
              <a:cxn ang="0">
                <a:pos x="connsiteX10283" y="connsiteY10283"/>
              </a:cxn>
              <a:cxn ang="0">
                <a:pos x="connsiteX10284" y="connsiteY10284"/>
              </a:cxn>
              <a:cxn ang="0">
                <a:pos x="connsiteX10285" y="connsiteY10285"/>
              </a:cxn>
              <a:cxn ang="0">
                <a:pos x="connsiteX10286" y="connsiteY10286"/>
              </a:cxn>
              <a:cxn ang="0">
                <a:pos x="connsiteX10287" y="connsiteY10287"/>
              </a:cxn>
              <a:cxn ang="0">
                <a:pos x="connsiteX10288" y="connsiteY10288"/>
              </a:cxn>
              <a:cxn ang="0">
                <a:pos x="connsiteX10289" y="connsiteY10289"/>
              </a:cxn>
              <a:cxn ang="0">
                <a:pos x="connsiteX10290" y="connsiteY10290"/>
              </a:cxn>
              <a:cxn ang="0">
                <a:pos x="connsiteX10291" y="connsiteY10291"/>
              </a:cxn>
              <a:cxn ang="0">
                <a:pos x="connsiteX10292" y="connsiteY10292"/>
              </a:cxn>
              <a:cxn ang="0">
                <a:pos x="connsiteX10293" y="connsiteY10293"/>
              </a:cxn>
              <a:cxn ang="0">
                <a:pos x="connsiteX10294" y="connsiteY10294"/>
              </a:cxn>
              <a:cxn ang="0">
                <a:pos x="connsiteX10295" y="connsiteY10295"/>
              </a:cxn>
              <a:cxn ang="0">
                <a:pos x="connsiteX10296" y="connsiteY10296"/>
              </a:cxn>
              <a:cxn ang="0">
                <a:pos x="connsiteX10297" y="connsiteY10297"/>
              </a:cxn>
              <a:cxn ang="0">
                <a:pos x="connsiteX10298" y="connsiteY10298"/>
              </a:cxn>
              <a:cxn ang="0">
                <a:pos x="connsiteX10299" y="connsiteY10299"/>
              </a:cxn>
              <a:cxn ang="0">
                <a:pos x="connsiteX10300" y="connsiteY10300"/>
              </a:cxn>
              <a:cxn ang="0">
                <a:pos x="connsiteX10301" y="connsiteY10301"/>
              </a:cxn>
              <a:cxn ang="0">
                <a:pos x="connsiteX10302" y="connsiteY10302"/>
              </a:cxn>
              <a:cxn ang="0">
                <a:pos x="connsiteX10303" y="connsiteY10303"/>
              </a:cxn>
              <a:cxn ang="0">
                <a:pos x="connsiteX10304" y="connsiteY10304"/>
              </a:cxn>
              <a:cxn ang="0">
                <a:pos x="connsiteX10305" y="connsiteY10305"/>
              </a:cxn>
              <a:cxn ang="0">
                <a:pos x="connsiteX10306" y="connsiteY10306"/>
              </a:cxn>
              <a:cxn ang="0">
                <a:pos x="connsiteX10307" y="connsiteY10307"/>
              </a:cxn>
              <a:cxn ang="0">
                <a:pos x="connsiteX10308" y="connsiteY10308"/>
              </a:cxn>
              <a:cxn ang="0">
                <a:pos x="connsiteX10309" y="connsiteY10309"/>
              </a:cxn>
              <a:cxn ang="0">
                <a:pos x="connsiteX10310" y="connsiteY10310"/>
              </a:cxn>
              <a:cxn ang="0">
                <a:pos x="connsiteX10311" y="connsiteY10311"/>
              </a:cxn>
              <a:cxn ang="0">
                <a:pos x="connsiteX10312" y="connsiteY10312"/>
              </a:cxn>
              <a:cxn ang="0">
                <a:pos x="connsiteX10313" y="connsiteY10313"/>
              </a:cxn>
              <a:cxn ang="0">
                <a:pos x="connsiteX10314" y="connsiteY10314"/>
              </a:cxn>
              <a:cxn ang="0">
                <a:pos x="connsiteX10315" y="connsiteY10315"/>
              </a:cxn>
              <a:cxn ang="0">
                <a:pos x="connsiteX10316" y="connsiteY10316"/>
              </a:cxn>
              <a:cxn ang="0">
                <a:pos x="connsiteX10317" y="connsiteY10317"/>
              </a:cxn>
              <a:cxn ang="0">
                <a:pos x="connsiteX10318" y="connsiteY10318"/>
              </a:cxn>
              <a:cxn ang="0">
                <a:pos x="connsiteX10319" y="connsiteY10319"/>
              </a:cxn>
              <a:cxn ang="0">
                <a:pos x="connsiteX10320" y="connsiteY10320"/>
              </a:cxn>
              <a:cxn ang="0">
                <a:pos x="connsiteX10321" y="connsiteY10321"/>
              </a:cxn>
              <a:cxn ang="0">
                <a:pos x="connsiteX10322" y="connsiteY10322"/>
              </a:cxn>
              <a:cxn ang="0">
                <a:pos x="connsiteX10323" y="connsiteY10323"/>
              </a:cxn>
              <a:cxn ang="0">
                <a:pos x="connsiteX10324" y="connsiteY10324"/>
              </a:cxn>
              <a:cxn ang="0">
                <a:pos x="connsiteX10325" y="connsiteY10325"/>
              </a:cxn>
              <a:cxn ang="0">
                <a:pos x="connsiteX10326" y="connsiteY10326"/>
              </a:cxn>
              <a:cxn ang="0">
                <a:pos x="connsiteX10327" y="connsiteY10327"/>
              </a:cxn>
              <a:cxn ang="0">
                <a:pos x="connsiteX10328" y="connsiteY10328"/>
              </a:cxn>
              <a:cxn ang="0">
                <a:pos x="connsiteX10329" y="connsiteY10329"/>
              </a:cxn>
              <a:cxn ang="0">
                <a:pos x="connsiteX10330" y="connsiteY10330"/>
              </a:cxn>
              <a:cxn ang="0">
                <a:pos x="connsiteX10331" y="connsiteY10331"/>
              </a:cxn>
              <a:cxn ang="0">
                <a:pos x="connsiteX10332" y="connsiteY10332"/>
              </a:cxn>
              <a:cxn ang="0">
                <a:pos x="connsiteX10333" y="connsiteY10333"/>
              </a:cxn>
              <a:cxn ang="0">
                <a:pos x="connsiteX10334" y="connsiteY10334"/>
              </a:cxn>
              <a:cxn ang="0">
                <a:pos x="connsiteX10335" y="connsiteY10335"/>
              </a:cxn>
              <a:cxn ang="0">
                <a:pos x="connsiteX10336" y="connsiteY10336"/>
              </a:cxn>
              <a:cxn ang="0">
                <a:pos x="connsiteX10337" y="connsiteY10337"/>
              </a:cxn>
              <a:cxn ang="0">
                <a:pos x="connsiteX10338" y="connsiteY10338"/>
              </a:cxn>
              <a:cxn ang="0">
                <a:pos x="connsiteX10339" y="connsiteY10339"/>
              </a:cxn>
              <a:cxn ang="0">
                <a:pos x="connsiteX10340" y="connsiteY10340"/>
              </a:cxn>
              <a:cxn ang="0">
                <a:pos x="connsiteX10341" y="connsiteY10341"/>
              </a:cxn>
              <a:cxn ang="0">
                <a:pos x="connsiteX10342" y="connsiteY10342"/>
              </a:cxn>
              <a:cxn ang="0">
                <a:pos x="connsiteX10343" y="connsiteY10343"/>
              </a:cxn>
              <a:cxn ang="0">
                <a:pos x="connsiteX10344" y="connsiteY10344"/>
              </a:cxn>
              <a:cxn ang="0">
                <a:pos x="connsiteX10345" y="connsiteY10345"/>
              </a:cxn>
              <a:cxn ang="0">
                <a:pos x="connsiteX10346" y="connsiteY10346"/>
              </a:cxn>
              <a:cxn ang="0">
                <a:pos x="connsiteX10347" y="connsiteY10347"/>
              </a:cxn>
              <a:cxn ang="0">
                <a:pos x="connsiteX10348" y="connsiteY10348"/>
              </a:cxn>
              <a:cxn ang="0">
                <a:pos x="connsiteX10349" y="connsiteY10349"/>
              </a:cxn>
              <a:cxn ang="0">
                <a:pos x="connsiteX10350" y="connsiteY10350"/>
              </a:cxn>
              <a:cxn ang="0">
                <a:pos x="connsiteX10351" y="connsiteY10351"/>
              </a:cxn>
              <a:cxn ang="0">
                <a:pos x="connsiteX10352" y="connsiteY10352"/>
              </a:cxn>
              <a:cxn ang="0">
                <a:pos x="connsiteX10353" y="connsiteY10353"/>
              </a:cxn>
              <a:cxn ang="0">
                <a:pos x="connsiteX10354" y="connsiteY10354"/>
              </a:cxn>
              <a:cxn ang="0">
                <a:pos x="connsiteX10355" y="connsiteY10355"/>
              </a:cxn>
              <a:cxn ang="0">
                <a:pos x="connsiteX10356" y="connsiteY10356"/>
              </a:cxn>
              <a:cxn ang="0">
                <a:pos x="connsiteX10357" y="connsiteY10357"/>
              </a:cxn>
              <a:cxn ang="0">
                <a:pos x="connsiteX10358" y="connsiteY10358"/>
              </a:cxn>
              <a:cxn ang="0">
                <a:pos x="connsiteX10359" y="connsiteY10359"/>
              </a:cxn>
              <a:cxn ang="0">
                <a:pos x="connsiteX10360" y="connsiteY10360"/>
              </a:cxn>
              <a:cxn ang="0">
                <a:pos x="connsiteX10361" y="connsiteY10361"/>
              </a:cxn>
              <a:cxn ang="0">
                <a:pos x="connsiteX10362" y="connsiteY10362"/>
              </a:cxn>
              <a:cxn ang="0">
                <a:pos x="connsiteX10363" y="connsiteY10363"/>
              </a:cxn>
              <a:cxn ang="0">
                <a:pos x="connsiteX10364" y="connsiteY10364"/>
              </a:cxn>
              <a:cxn ang="0">
                <a:pos x="connsiteX10365" y="connsiteY10365"/>
              </a:cxn>
              <a:cxn ang="0">
                <a:pos x="connsiteX10366" y="connsiteY10366"/>
              </a:cxn>
              <a:cxn ang="0">
                <a:pos x="connsiteX10367" y="connsiteY10367"/>
              </a:cxn>
              <a:cxn ang="0">
                <a:pos x="connsiteX10368" y="connsiteY10368"/>
              </a:cxn>
              <a:cxn ang="0">
                <a:pos x="connsiteX10369" y="connsiteY10369"/>
              </a:cxn>
              <a:cxn ang="0">
                <a:pos x="connsiteX10370" y="connsiteY10370"/>
              </a:cxn>
              <a:cxn ang="0">
                <a:pos x="connsiteX10371" y="connsiteY10371"/>
              </a:cxn>
              <a:cxn ang="0">
                <a:pos x="connsiteX10372" y="connsiteY10372"/>
              </a:cxn>
              <a:cxn ang="0">
                <a:pos x="connsiteX10373" y="connsiteY10373"/>
              </a:cxn>
              <a:cxn ang="0">
                <a:pos x="connsiteX10374" y="connsiteY10374"/>
              </a:cxn>
              <a:cxn ang="0">
                <a:pos x="connsiteX10375" y="connsiteY10375"/>
              </a:cxn>
              <a:cxn ang="0">
                <a:pos x="connsiteX10376" y="connsiteY10376"/>
              </a:cxn>
              <a:cxn ang="0">
                <a:pos x="connsiteX10377" y="connsiteY10377"/>
              </a:cxn>
              <a:cxn ang="0">
                <a:pos x="connsiteX10378" y="connsiteY10378"/>
              </a:cxn>
              <a:cxn ang="0">
                <a:pos x="connsiteX10379" y="connsiteY10379"/>
              </a:cxn>
              <a:cxn ang="0">
                <a:pos x="connsiteX10380" y="connsiteY10380"/>
              </a:cxn>
              <a:cxn ang="0">
                <a:pos x="connsiteX10381" y="connsiteY10381"/>
              </a:cxn>
              <a:cxn ang="0">
                <a:pos x="connsiteX10382" y="connsiteY10382"/>
              </a:cxn>
              <a:cxn ang="0">
                <a:pos x="connsiteX10383" y="connsiteY10383"/>
              </a:cxn>
              <a:cxn ang="0">
                <a:pos x="connsiteX10384" y="connsiteY10384"/>
              </a:cxn>
              <a:cxn ang="0">
                <a:pos x="connsiteX10385" y="connsiteY10385"/>
              </a:cxn>
              <a:cxn ang="0">
                <a:pos x="connsiteX10386" y="connsiteY10386"/>
              </a:cxn>
              <a:cxn ang="0">
                <a:pos x="connsiteX10387" y="connsiteY10387"/>
              </a:cxn>
              <a:cxn ang="0">
                <a:pos x="connsiteX10388" y="connsiteY10388"/>
              </a:cxn>
              <a:cxn ang="0">
                <a:pos x="connsiteX10389" y="connsiteY10389"/>
              </a:cxn>
              <a:cxn ang="0">
                <a:pos x="connsiteX10390" y="connsiteY10390"/>
              </a:cxn>
              <a:cxn ang="0">
                <a:pos x="connsiteX10391" y="connsiteY10391"/>
              </a:cxn>
              <a:cxn ang="0">
                <a:pos x="connsiteX10392" y="connsiteY10392"/>
              </a:cxn>
              <a:cxn ang="0">
                <a:pos x="connsiteX10393" y="connsiteY10393"/>
              </a:cxn>
              <a:cxn ang="0">
                <a:pos x="connsiteX10394" y="connsiteY10394"/>
              </a:cxn>
              <a:cxn ang="0">
                <a:pos x="connsiteX10395" y="connsiteY10395"/>
              </a:cxn>
              <a:cxn ang="0">
                <a:pos x="connsiteX10396" y="connsiteY10396"/>
              </a:cxn>
              <a:cxn ang="0">
                <a:pos x="connsiteX10397" y="connsiteY10397"/>
              </a:cxn>
              <a:cxn ang="0">
                <a:pos x="connsiteX10398" y="connsiteY10398"/>
              </a:cxn>
              <a:cxn ang="0">
                <a:pos x="connsiteX10399" y="connsiteY10399"/>
              </a:cxn>
              <a:cxn ang="0">
                <a:pos x="connsiteX10400" y="connsiteY10400"/>
              </a:cxn>
              <a:cxn ang="0">
                <a:pos x="connsiteX10401" y="connsiteY10401"/>
              </a:cxn>
              <a:cxn ang="0">
                <a:pos x="connsiteX10402" y="connsiteY10402"/>
              </a:cxn>
              <a:cxn ang="0">
                <a:pos x="connsiteX10403" y="connsiteY10403"/>
              </a:cxn>
              <a:cxn ang="0">
                <a:pos x="connsiteX10404" y="connsiteY10404"/>
              </a:cxn>
              <a:cxn ang="0">
                <a:pos x="connsiteX10405" y="connsiteY10405"/>
              </a:cxn>
              <a:cxn ang="0">
                <a:pos x="connsiteX10406" y="connsiteY10406"/>
              </a:cxn>
              <a:cxn ang="0">
                <a:pos x="connsiteX10407" y="connsiteY10407"/>
              </a:cxn>
              <a:cxn ang="0">
                <a:pos x="connsiteX10408" y="connsiteY10408"/>
              </a:cxn>
              <a:cxn ang="0">
                <a:pos x="connsiteX10409" y="connsiteY10409"/>
              </a:cxn>
              <a:cxn ang="0">
                <a:pos x="connsiteX10410" y="connsiteY10410"/>
              </a:cxn>
              <a:cxn ang="0">
                <a:pos x="connsiteX10411" y="connsiteY10411"/>
              </a:cxn>
              <a:cxn ang="0">
                <a:pos x="connsiteX10412" y="connsiteY10412"/>
              </a:cxn>
              <a:cxn ang="0">
                <a:pos x="connsiteX10413" y="connsiteY10413"/>
              </a:cxn>
              <a:cxn ang="0">
                <a:pos x="connsiteX10414" y="connsiteY10414"/>
              </a:cxn>
              <a:cxn ang="0">
                <a:pos x="connsiteX10415" y="connsiteY10415"/>
              </a:cxn>
              <a:cxn ang="0">
                <a:pos x="connsiteX10416" y="connsiteY10416"/>
              </a:cxn>
              <a:cxn ang="0">
                <a:pos x="connsiteX10417" y="connsiteY10417"/>
              </a:cxn>
              <a:cxn ang="0">
                <a:pos x="connsiteX10418" y="connsiteY10418"/>
              </a:cxn>
              <a:cxn ang="0">
                <a:pos x="connsiteX10419" y="connsiteY10419"/>
              </a:cxn>
              <a:cxn ang="0">
                <a:pos x="connsiteX10420" y="connsiteY10420"/>
              </a:cxn>
              <a:cxn ang="0">
                <a:pos x="connsiteX10421" y="connsiteY10421"/>
              </a:cxn>
              <a:cxn ang="0">
                <a:pos x="connsiteX10422" y="connsiteY10422"/>
              </a:cxn>
              <a:cxn ang="0">
                <a:pos x="connsiteX10423" y="connsiteY10423"/>
              </a:cxn>
              <a:cxn ang="0">
                <a:pos x="connsiteX10424" y="connsiteY10424"/>
              </a:cxn>
              <a:cxn ang="0">
                <a:pos x="connsiteX10425" y="connsiteY10425"/>
              </a:cxn>
              <a:cxn ang="0">
                <a:pos x="connsiteX10426" y="connsiteY10426"/>
              </a:cxn>
              <a:cxn ang="0">
                <a:pos x="connsiteX10427" y="connsiteY10427"/>
              </a:cxn>
              <a:cxn ang="0">
                <a:pos x="connsiteX10428" y="connsiteY10428"/>
              </a:cxn>
              <a:cxn ang="0">
                <a:pos x="connsiteX10429" y="connsiteY10429"/>
              </a:cxn>
              <a:cxn ang="0">
                <a:pos x="connsiteX10430" y="connsiteY10430"/>
              </a:cxn>
              <a:cxn ang="0">
                <a:pos x="connsiteX10431" y="connsiteY10431"/>
              </a:cxn>
              <a:cxn ang="0">
                <a:pos x="connsiteX10432" y="connsiteY10432"/>
              </a:cxn>
              <a:cxn ang="0">
                <a:pos x="connsiteX10433" y="connsiteY10433"/>
              </a:cxn>
              <a:cxn ang="0">
                <a:pos x="connsiteX10434" y="connsiteY10434"/>
              </a:cxn>
              <a:cxn ang="0">
                <a:pos x="connsiteX10435" y="connsiteY10435"/>
              </a:cxn>
              <a:cxn ang="0">
                <a:pos x="connsiteX10436" y="connsiteY10436"/>
              </a:cxn>
              <a:cxn ang="0">
                <a:pos x="connsiteX10437" y="connsiteY10437"/>
              </a:cxn>
              <a:cxn ang="0">
                <a:pos x="connsiteX10438" y="connsiteY10438"/>
              </a:cxn>
              <a:cxn ang="0">
                <a:pos x="connsiteX10439" y="connsiteY10439"/>
              </a:cxn>
              <a:cxn ang="0">
                <a:pos x="connsiteX10440" y="connsiteY10440"/>
              </a:cxn>
              <a:cxn ang="0">
                <a:pos x="connsiteX10441" y="connsiteY10441"/>
              </a:cxn>
              <a:cxn ang="0">
                <a:pos x="connsiteX10442" y="connsiteY10442"/>
              </a:cxn>
              <a:cxn ang="0">
                <a:pos x="connsiteX10443" y="connsiteY10443"/>
              </a:cxn>
              <a:cxn ang="0">
                <a:pos x="connsiteX10444" y="connsiteY10444"/>
              </a:cxn>
              <a:cxn ang="0">
                <a:pos x="connsiteX10445" y="connsiteY10445"/>
              </a:cxn>
              <a:cxn ang="0">
                <a:pos x="connsiteX10446" y="connsiteY10446"/>
              </a:cxn>
              <a:cxn ang="0">
                <a:pos x="connsiteX10447" y="connsiteY10447"/>
              </a:cxn>
              <a:cxn ang="0">
                <a:pos x="connsiteX10448" y="connsiteY10448"/>
              </a:cxn>
              <a:cxn ang="0">
                <a:pos x="connsiteX10449" y="connsiteY10449"/>
              </a:cxn>
              <a:cxn ang="0">
                <a:pos x="connsiteX10450" y="connsiteY10450"/>
              </a:cxn>
              <a:cxn ang="0">
                <a:pos x="connsiteX10451" y="connsiteY10451"/>
              </a:cxn>
              <a:cxn ang="0">
                <a:pos x="connsiteX10452" y="connsiteY10452"/>
              </a:cxn>
              <a:cxn ang="0">
                <a:pos x="connsiteX10453" y="connsiteY10453"/>
              </a:cxn>
              <a:cxn ang="0">
                <a:pos x="connsiteX10454" y="connsiteY10454"/>
              </a:cxn>
              <a:cxn ang="0">
                <a:pos x="connsiteX10455" y="connsiteY10455"/>
              </a:cxn>
              <a:cxn ang="0">
                <a:pos x="connsiteX10456" y="connsiteY10456"/>
              </a:cxn>
              <a:cxn ang="0">
                <a:pos x="connsiteX10457" y="connsiteY10457"/>
              </a:cxn>
              <a:cxn ang="0">
                <a:pos x="connsiteX10458" y="connsiteY10458"/>
              </a:cxn>
              <a:cxn ang="0">
                <a:pos x="connsiteX10459" y="connsiteY10459"/>
              </a:cxn>
              <a:cxn ang="0">
                <a:pos x="connsiteX10460" y="connsiteY10460"/>
              </a:cxn>
              <a:cxn ang="0">
                <a:pos x="connsiteX10461" y="connsiteY10461"/>
              </a:cxn>
              <a:cxn ang="0">
                <a:pos x="connsiteX10462" y="connsiteY10462"/>
              </a:cxn>
              <a:cxn ang="0">
                <a:pos x="connsiteX10463" y="connsiteY10463"/>
              </a:cxn>
              <a:cxn ang="0">
                <a:pos x="connsiteX10464" y="connsiteY10464"/>
              </a:cxn>
              <a:cxn ang="0">
                <a:pos x="connsiteX10465" y="connsiteY10465"/>
              </a:cxn>
              <a:cxn ang="0">
                <a:pos x="connsiteX10466" y="connsiteY10466"/>
              </a:cxn>
              <a:cxn ang="0">
                <a:pos x="connsiteX10467" y="connsiteY10467"/>
              </a:cxn>
              <a:cxn ang="0">
                <a:pos x="connsiteX10468" y="connsiteY10468"/>
              </a:cxn>
              <a:cxn ang="0">
                <a:pos x="connsiteX10469" y="connsiteY10469"/>
              </a:cxn>
              <a:cxn ang="0">
                <a:pos x="connsiteX10470" y="connsiteY10470"/>
              </a:cxn>
              <a:cxn ang="0">
                <a:pos x="connsiteX10471" y="connsiteY10471"/>
              </a:cxn>
              <a:cxn ang="0">
                <a:pos x="connsiteX10472" y="connsiteY10472"/>
              </a:cxn>
              <a:cxn ang="0">
                <a:pos x="connsiteX10473" y="connsiteY10473"/>
              </a:cxn>
              <a:cxn ang="0">
                <a:pos x="connsiteX10474" y="connsiteY10474"/>
              </a:cxn>
              <a:cxn ang="0">
                <a:pos x="connsiteX10475" y="connsiteY10475"/>
              </a:cxn>
              <a:cxn ang="0">
                <a:pos x="connsiteX10476" y="connsiteY10476"/>
              </a:cxn>
              <a:cxn ang="0">
                <a:pos x="connsiteX10477" y="connsiteY10477"/>
              </a:cxn>
              <a:cxn ang="0">
                <a:pos x="connsiteX10478" y="connsiteY10478"/>
              </a:cxn>
              <a:cxn ang="0">
                <a:pos x="connsiteX10479" y="connsiteY10479"/>
              </a:cxn>
              <a:cxn ang="0">
                <a:pos x="connsiteX10480" y="connsiteY10480"/>
              </a:cxn>
              <a:cxn ang="0">
                <a:pos x="connsiteX10481" y="connsiteY10481"/>
              </a:cxn>
              <a:cxn ang="0">
                <a:pos x="connsiteX10482" y="connsiteY10482"/>
              </a:cxn>
              <a:cxn ang="0">
                <a:pos x="connsiteX10483" y="connsiteY10483"/>
              </a:cxn>
              <a:cxn ang="0">
                <a:pos x="connsiteX10484" y="connsiteY10484"/>
              </a:cxn>
              <a:cxn ang="0">
                <a:pos x="connsiteX10485" y="connsiteY10485"/>
              </a:cxn>
              <a:cxn ang="0">
                <a:pos x="connsiteX10486" y="connsiteY10486"/>
              </a:cxn>
              <a:cxn ang="0">
                <a:pos x="connsiteX10487" y="connsiteY10487"/>
              </a:cxn>
              <a:cxn ang="0">
                <a:pos x="connsiteX10488" y="connsiteY10488"/>
              </a:cxn>
              <a:cxn ang="0">
                <a:pos x="connsiteX10489" y="connsiteY10489"/>
              </a:cxn>
              <a:cxn ang="0">
                <a:pos x="connsiteX10490" y="connsiteY10490"/>
              </a:cxn>
              <a:cxn ang="0">
                <a:pos x="connsiteX10491" y="connsiteY10491"/>
              </a:cxn>
              <a:cxn ang="0">
                <a:pos x="connsiteX10492" y="connsiteY10492"/>
              </a:cxn>
              <a:cxn ang="0">
                <a:pos x="connsiteX10493" y="connsiteY10493"/>
              </a:cxn>
              <a:cxn ang="0">
                <a:pos x="connsiteX10494" y="connsiteY10494"/>
              </a:cxn>
              <a:cxn ang="0">
                <a:pos x="connsiteX10495" y="connsiteY10495"/>
              </a:cxn>
              <a:cxn ang="0">
                <a:pos x="connsiteX10496" y="connsiteY10496"/>
              </a:cxn>
              <a:cxn ang="0">
                <a:pos x="connsiteX10497" y="connsiteY10497"/>
              </a:cxn>
              <a:cxn ang="0">
                <a:pos x="connsiteX10498" y="connsiteY10498"/>
              </a:cxn>
              <a:cxn ang="0">
                <a:pos x="connsiteX10499" y="connsiteY10499"/>
              </a:cxn>
              <a:cxn ang="0">
                <a:pos x="connsiteX10500" y="connsiteY10500"/>
              </a:cxn>
              <a:cxn ang="0">
                <a:pos x="connsiteX10501" y="connsiteY10501"/>
              </a:cxn>
              <a:cxn ang="0">
                <a:pos x="connsiteX10502" y="connsiteY10502"/>
              </a:cxn>
              <a:cxn ang="0">
                <a:pos x="connsiteX10503" y="connsiteY10503"/>
              </a:cxn>
              <a:cxn ang="0">
                <a:pos x="connsiteX10504" y="connsiteY10504"/>
              </a:cxn>
              <a:cxn ang="0">
                <a:pos x="connsiteX10505" y="connsiteY10505"/>
              </a:cxn>
              <a:cxn ang="0">
                <a:pos x="connsiteX10506" y="connsiteY10506"/>
              </a:cxn>
              <a:cxn ang="0">
                <a:pos x="connsiteX10507" y="connsiteY10507"/>
              </a:cxn>
              <a:cxn ang="0">
                <a:pos x="connsiteX10508" y="connsiteY10508"/>
              </a:cxn>
              <a:cxn ang="0">
                <a:pos x="connsiteX10509" y="connsiteY10509"/>
              </a:cxn>
              <a:cxn ang="0">
                <a:pos x="connsiteX10510" y="connsiteY10510"/>
              </a:cxn>
              <a:cxn ang="0">
                <a:pos x="connsiteX10511" y="connsiteY10511"/>
              </a:cxn>
              <a:cxn ang="0">
                <a:pos x="connsiteX10512" y="connsiteY10512"/>
              </a:cxn>
              <a:cxn ang="0">
                <a:pos x="connsiteX10513" y="connsiteY10513"/>
              </a:cxn>
              <a:cxn ang="0">
                <a:pos x="connsiteX10514" y="connsiteY10514"/>
              </a:cxn>
              <a:cxn ang="0">
                <a:pos x="connsiteX10515" y="connsiteY10515"/>
              </a:cxn>
              <a:cxn ang="0">
                <a:pos x="connsiteX10516" y="connsiteY10516"/>
              </a:cxn>
              <a:cxn ang="0">
                <a:pos x="connsiteX10517" y="connsiteY10517"/>
              </a:cxn>
              <a:cxn ang="0">
                <a:pos x="connsiteX10518" y="connsiteY10518"/>
              </a:cxn>
              <a:cxn ang="0">
                <a:pos x="connsiteX10519" y="connsiteY10519"/>
              </a:cxn>
              <a:cxn ang="0">
                <a:pos x="connsiteX10520" y="connsiteY10520"/>
              </a:cxn>
              <a:cxn ang="0">
                <a:pos x="connsiteX10521" y="connsiteY10521"/>
              </a:cxn>
              <a:cxn ang="0">
                <a:pos x="connsiteX10522" y="connsiteY10522"/>
              </a:cxn>
              <a:cxn ang="0">
                <a:pos x="connsiteX10523" y="connsiteY10523"/>
              </a:cxn>
              <a:cxn ang="0">
                <a:pos x="connsiteX10524" y="connsiteY10524"/>
              </a:cxn>
              <a:cxn ang="0">
                <a:pos x="connsiteX10525" y="connsiteY10525"/>
              </a:cxn>
              <a:cxn ang="0">
                <a:pos x="connsiteX10526" y="connsiteY10526"/>
              </a:cxn>
              <a:cxn ang="0">
                <a:pos x="connsiteX10527" y="connsiteY10527"/>
              </a:cxn>
              <a:cxn ang="0">
                <a:pos x="connsiteX10528" y="connsiteY10528"/>
              </a:cxn>
              <a:cxn ang="0">
                <a:pos x="connsiteX10529" y="connsiteY10529"/>
              </a:cxn>
              <a:cxn ang="0">
                <a:pos x="connsiteX10530" y="connsiteY10530"/>
              </a:cxn>
              <a:cxn ang="0">
                <a:pos x="connsiteX10531" y="connsiteY10531"/>
              </a:cxn>
              <a:cxn ang="0">
                <a:pos x="connsiteX10532" y="connsiteY10532"/>
              </a:cxn>
              <a:cxn ang="0">
                <a:pos x="connsiteX10533" y="connsiteY10533"/>
              </a:cxn>
              <a:cxn ang="0">
                <a:pos x="connsiteX10534" y="connsiteY10534"/>
              </a:cxn>
              <a:cxn ang="0">
                <a:pos x="connsiteX10535" y="connsiteY10535"/>
              </a:cxn>
              <a:cxn ang="0">
                <a:pos x="connsiteX10536" y="connsiteY10536"/>
              </a:cxn>
              <a:cxn ang="0">
                <a:pos x="connsiteX10537" y="connsiteY10537"/>
              </a:cxn>
              <a:cxn ang="0">
                <a:pos x="connsiteX10538" y="connsiteY10538"/>
              </a:cxn>
              <a:cxn ang="0">
                <a:pos x="connsiteX10539" y="connsiteY10539"/>
              </a:cxn>
              <a:cxn ang="0">
                <a:pos x="connsiteX10540" y="connsiteY10540"/>
              </a:cxn>
              <a:cxn ang="0">
                <a:pos x="connsiteX10541" y="connsiteY10541"/>
              </a:cxn>
              <a:cxn ang="0">
                <a:pos x="connsiteX10542" y="connsiteY10542"/>
              </a:cxn>
              <a:cxn ang="0">
                <a:pos x="connsiteX10543" y="connsiteY10543"/>
              </a:cxn>
              <a:cxn ang="0">
                <a:pos x="connsiteX10544" y="connsiteY10544"/>
              </a:cxn>
              <a:cxn ang="0">
                <a:pos x="connsiteX10545" y="connsiteY10545"/>
              </a:cxn>
              <a:cxn ang="0">
                <a:pos x="connsiteX10546" y="connsiteY10546"/>
              </a:cxn>
              <a:cxn ang="0">
                <a:pos x="connsiteX10547" y="connsiteY10547"/>
              </a:cxn>
              <a:cxn ang="0">
                <a:pos x="connsiteX10548" y="connsiteY10548"/>
              </a:cxn>
              <a:cxn ang="0">
                <a:pos x="connsiteX10549" y="connsiteY10549"/>
              </a:cxn>
              <a:cxn ang="0">
                <a:pos x="connsiteX10550" y="connsiteY10550"/>
              </a:cxn>
              <a:cxn ang="0">
                <a:pos x="connsiteX10551" y="connsiteY10551"/>
              </a:cxn>
              <a:cxn ang="0">
                <a:pos x="connsiteX10552" y="connsiteY10552"/>
              </a:cxn>
              <a:cxn ang="0">
                <a:pos x="connsiteX10553" y="connsiteY10553"/>
              </a:cxn>
              <a:cxn ang="0">
                <a:pos x="connsiteX10554" y="connsiteY10554"/>
              </a:cxn>
              <a:cxn ang="0">
                <a:pos x="connsiteX10555" y="connsiteY10555"/>
              </a:cxn>
              <a:cxn ang="0">
                <a:pos x="connsiteX10556" y="connsiteY10556"/>
              </a:cxn>
              <a:cxn ang="0">
                <a:pos x="connsiteX10557" y="connsiteY10557"/>
              </a:cxn>
              <a:cxn ang="0">
                <a:pos x="connsiteX10558" y="connsiteY10558"/>
              </a:cxn>
              <a:cxn ang="0">
                <a:pos x="connsiteX10559" y="connsiteY10559"/>
              </a:cxn>
              <a:cxn ang="0">
                <a:pos x="connsiteX10560" y="connsiteY10560"/>
              </a:cxn>
              <a:cxn ang="0">
                <a:pos x="connsiteX10561" y="connsiteY10561"/>
              </a:cxn>
              <a:cxn ang="0">
                <a:pos x="connsiteX10562" y="connsiteY10562"/>
              </a:cxn>
              <a:cxn ang="0">
                <a:pos x="connsiteX10563" y="connsiteY10563"/>
              </a:cxn>
              <a:cxn ang="0">
                <a:pos x="connsiteX10564" y="connsiteY10564"/>
              </a:cxn>
              <a:cxn ang="0">
                <a:pos x="connsiteX10565" y="connsiteY10565"/>
              </a:cxn>
              <a:cxn ang="0">
                <a:pos x="connsiteX10566" y="connsiteY10566"/>
              </a:cxn>
              <a:cxn ang="0">
                <a:pos x="connsiteX10567" y="connsiteY10567"/>
              </a:cxn>
              <a:cxn ang="0">
                <a:pos x="connsiteX10568" y="connsiteY10568"/>
              </a:cxn>
              <a:cxn ang="0">
                <a:pos x="connsiteX10569" y="connsiteY10569"/>
              </a:cxn>
              <a:cxn ang="0">
                <a:pos x="connsiteX10570" y="connsiteY10570"/>
              </a:cxn>
              <a:cxn ang="0">
                <a:pos x="connsiteX10571" y="connsiteY10571"/>
              </a:cxn>
              <a:cxn ang="0">
                <a:pos x="connsiteX10572" y="connsiteY10572"/>
              </a:cxn>
              <a:cxn ang="0">
                <a:pos x="connsiteX10573" y="connsiteY10573"/>
              </a:cxn>
              <a:cxn ang="0">
                <a:pos x="connsiteX10574" y="connsiteY10574"/>
              </a:cxn>
              <a:cxn ang="0">
                <a:pos x="connsiteX10575" y="connsiteY10575"/>
              </a:cxn>
              <a:cxn ang="0">
                <a:pos x="connsiteX10576" y="connsiteY10576"/>
              </a:cxn>
              <a:cxn ang="0">
                <a:pos x="connsiteX10577" y="connsiteY10577"/>
              </a:cxn>
              <a:cxn ang="0">
                <a:pos x="connsiteX10578" y="connsiteY10578"/>
              </a:cxn>
              <a:cxn ang="0">
                <a:pos x="connsiteX10579" y="connsiteY10579"/>
              </a:cxn>
              <a:cxn ang="0">
                <a:pos x="connsiteX10580" y="connsiteY10580"/>
              </a:cxn>
              <a:cxn ang="0">
                <a:pos x="connsiteX10581" y="connsiteY10581"/>
              </a:cxn>
              <a:cxn ang="0">
                <a:pos x="connsiteX10582" y="connsiteY10582"/>
              </a:cxn>
              <a:cxn ang="0">
                <a:pos x="connsiteX10583" y="connsiteY10583"/>
              </a:cxn>
              <a:cxn ang="0">
                <a:pos x="connsiteX10584" y="connsiteY10584"/>
              </a:cxn>
              <a:cxn ang="0">
                <a:pos x="connsiteX10585" y="connsiteY10585"/>
              </a:cxn>
              <a:cxn ang="0">
                <a:pos x="connsiteX10586" y="connsiteY10586"/>
              </a:cxn>
              <a:cxn ang="0">
                <a:pos x="connsiteX10587" y="connsiteY10587"/>
              </a:cxn>
              <a:cxn ang="0">
                <a:pos x="connsiteX10588" y="connsiteY10588"/>
              </a:cxn>
              <a:cxn ang="0">
                <a:pos x="connsiteX10589" y="connsiteY10589"/>
              </a:cxn>
              <a:cxn ang="0">
                <a:pos x="connsiteX10590" y="connsiteY10590"/>
              </a:cxn>
              <a:cxn ang="0">
                <a:pos x="connsiteX10591" y="connsiteY10591"/>
              </a:cxn>
              <a:cxn ang="0">
                <a:pos x="connsiteX10592" y="connsiteY10592"/>
              </a:cxn>
              <a:cxn ang="0">
                <a:pos x="connsiteX10593" y="connsiteY10593"/>
              </a:cxn>
              <a:cxn ang="0">
                <a:pos x="connsiteX10594" y="connsiteY10594"/>
              </a:cxn>
              <a:cxn ang="0">
                <a:pos x="connsiteX10595" y="connsiteY10595"/>
              </a:cxn>
              <a:cxn ang="0">
                <a:pos x="connsiteX10596" y="connsiteY10596"/>
              </a:cxn>
              <a:cxn ang="0">
                <a:pos x="connsiteX10597" y="connsiteY10597"/>
              </a:cxn>
              <a:cxn ang="0">
                <a:pos x="connsiteX10598" y="connsiteY10598"/>
              </a:cxn>
              <a:cxn ang="0">
                <a:pos x="connsiteX10599" y="connsiteY10599"/>
              </a:cxn>
              <a:cxn ang="0">
                <a:pos x="connsiteX10600" y="connsiteY10600"/>
              </a:cxn>
              <a:cxn ang="0">
                <a:pos x="connsiteX10601" y="connsiteY10601"/>
              </a:cxn>
              <a:cxn ang="0">
                <a:pos x="connsiteX10602" y="connsiteY10602"/>
              </a:cxn>
              <a:cxn ang="0">
                <a:pos x="connsiteX10603" y="connsiteY10603"/>
              </a:cxn>
              <a:cxn ang="0">
                <a:pos x="connsiteX10604" y="connsiteY10604"/>
              </a:cxn>
              <a:cxn ang="0">
                <a:pos x="connsiteX10605" y="connsiteY10605"/>
              </a:cxn>
              <a:cxn ang="0">
                <a:pos x="connsiteX10606" y="connsiteY10606"/>
              </a:cxn>
              <a:cxn ang="0">
                <a:pos x="connsiteX10607" y="connsiteY10607"/>
              </a:cxn>
              <a:cxn ang="0">
                <a:pos x="connsiteX10608" y="connsiteY10608"/>
              </a:cxn>
              <a:cxn ang="0">
                <a:pos x="connsiteX10609" y="connsiteY10609"/>
              </a:cxn>
              <a:cxn ang="0">
                <a:pos x="connsiteX10610" y="connsiteY10610"/>
              </a:cxn>
              <a:cxn ang="0">
                <a:pos x="connsiteX10611" y="connsiteY10611"/>
              </a:cxn>
              <a:cxn ang="0">
                <a:pos x="connsiteX10612" y="connsiteY10612"/>
              </a:cxn>
              <a:cxn ang="0">
                <a:pos x="connsiteX10613" y="connsiteY10613"/>
              </a:cxn>
              <a:cxn ang="0">
                <a:pos x="connsiteX10614" y="connsiteY10614"/>
              </a:cxn>
              <a:cxn ang="0">
                <a:pos x="connsiteX10615" y="connsiteY10615"/>
              </a:cxn>
              <a:cxn ang="0">
                <a:pos x="connsiteX10616" y="connsiteY10616"/>
              </a:cxn>
              <a:cxn ang="0">
                <a:pos x="connsiteX10617" y="connsiteY10617"/>
              </a:cxn>
              <a:cxn ang="0">
                <a:pos x="connsiteX10618" y="connsiteY10618"/>
              </a:cxn>
              <a:cxn ang="0">
                <a:pos x="connsiteX10619" y="connsiteY10619"/>
              </a:cxn>
              <a:cxn ang="0">
                <a:pos x="connsiteX10620" y="connsiteY10620"/>
              </a:cxn>
              <a:cxn ang="0">
                <a:pos x="connsiteX10621" y="connsiteY10621"/>
              </a:cxn>
              <a:cxn ang="0">
                <a:pos x="connsiteX10622" y="connsiteY10622"/>
              </a:cxn>
              <a:cxn ang="0">
                <a:pos x="connsiteX10623" y="connsiteY10623"/>
              </a:cxn>
              <a:cxn ang="0">
                <a:pos x="connsiteX10624" y="connsiteY10624"/>
              </a:cxn>
              <a:cxn ang="0">
                <a:pos x="connsiteX10625" y="connsiteY10625"/>
              </a:cxn>
              <a:cxn ang="0">
                <a:pos x="connsiteX10626" y="connsiteY10626"/>
              </a:cxn>
              <a:cxn ang="0">
                <a:pos x="connsiteX10627" y="connsiteY10627"/>
              </a:cxn>
              <a:cxn ang="0">
                <a:pos x="connsiteX10628" y="connsiteY10628"/>
              </a:cxn>
              <a:cxn ang="0">
                <a:pos x="connsiteX10629" y="connsiteY10629"/>
              </a:cxn>
              <a:cxn ang="0">
                <a:pos x="connsiteX10630" y="connsiteY10630"/>
              </a:cxn>
              <a:cxn ang="0">
                <a:pos x="connsiteX10631" y="connsiteY10631"/>
              </a:cxn>
              <a:cxn ang="0">
                <a:pos x="connsiteX10632" y="connsiteY10632"/>
              </a:cxn>
              <a:cxn ang="0">
                <a:pos x="connsiteX10633" y="connsiteY10633"/>
              </a:cxn>
              <a:cxn ang="0">
                <a:pos x="connsiteX10634" y="connsiteY10634"/>
              </a:cxn>
              <a:cxn ang="0">
                <a:pos x="connsiteX10635" y="connsiteY10635"/>
              </a:cxn>
              <a:cxn ang="0">
                <a:pos x="connsiteX10636" y="connsiteY10636"/>
              </a:cxn>
              <a:cxn ang="0">
                <a:pos x="connsiteX10637" y="connsiteY10637"/>
              </a:cxn>
              <a:cxn ang="0">
                <a:pos x="connsiteX10638" y="connsiteY10638"/>
              </a:cxn>
              <a:cxn ang="0">
                <a:pos x="connsiteX10639" y="connsiteY10639"/>
              </a:cxn>
              <a:cxn ang="0">
                <a:pos x="connsiteX10640" y="connsiteY10640"/>
              </a:cxn>
              <a:cxn ang="0">
                <a:pos x="connsiteX10641" y="connsiteY10641"/>
              </a:cxn>
              <a:cxn ang="0">
                <a:pos x="connsiteX10642" y="connsiteY10642"/>
              </a:cxn>
              <a:cxn ang="0">
                <a:pos x="connsiteX10643" y="connsiteY10643"/>
              </a:cxn>
              <a:cxn ang="0">
                <a:pos x="connsiteX10644" y="connsiteY10644"/>
              </a:cxn>
              <a:cxn ang="0">
                <a:pos x="connsiteX10645" y="connsiteY10645"/>
              </a:cxn>
              <a:cxn ang="0">
                <a:pos x="connsiteX10646" y="connsiteY10646"/>
              </a:cxn>
              <a:cxn ang="0">
                <a:pos x="connsiteX10647" y="connsiteY10647"/>
              </a:cxn>
              <a:cxn ang="0">
                <a:pos x="connsiteX10648" y="connsiteY10648"/>
              </a:cxn>
              <a:cxn ang="0">
                <a:pos x="connsiteX10649" y="connsiteY10649"/>
              </a:cxn>
              <a:cxn ang="0">
                <a:pos x="connsiteX10650" y="connsiteY10650"/>
              </a:cxn>
              <a:cxn ang="0">
                <a:pos x="connsiteX10651" y="connsiteY10651"/>
              </a:cxn>
              <a:cxn ang="0">
                <a:pos x="connsiteX10652" y="connsiteY10652"/>
              </a:cxn>
              <a:cxn ang="0">
                <a:pos x="connsiteX10653" y="connsiteY10653"/>
              </a:cxn>
              <a:cxn ang="0">
                <a:pos x="connsiteX10654" y="connsiteY10654"/>
              </a:cxn>
              <a:cxn ang="0">
                <a:pos x="connsiteX10655" y="connsiteY10655"/>
              </a:cxn>
              <a:cxn ang="0">
                <a:pos x="connsiteX10656" y="connsiteY10656"/>
              </a:cxn>
              <a:cxn ang="0">
                <a:pos x="connsiteX10657" y="connsiteY10657"/>
              </a:cxn>
              <a:cxn ang="0">
                <a:pos x="connsiteX10658" y="connsiteY10658"/>
              </a:cxn>
              <a:cxn ang="0">
                <a:pos x="connsiteX10659" y="connsiteY10659"/>
              </a:cxn>
              <a:cxn ang="0">
                <a:pos x="connsiteX10660" y="connsiteY10660"/>
              </a:cxn>
              <a:cxn ang="0">
                <a:pos x="connsiteX10661" y="connsiteY10661"/>
              </a:cxn>
              <a:cxn ang="0">
                <a:pos x="connsiteX10662" y="connsiteY10662"/>
              </a:cxn>
              <a:cxn ang="0">
                <a:pos x="connsiteX10663" y="connsiteY10663"/>
              </a:cxn>
              <a:cxn ang="0">
                <a:pos x="connsiteX10664" y="connsiteY10664"/>
              </a:cxn>
              <a:cxn ang="0">
                <a:pos x="connsiteX10665" y="connsiteY10665"/>
              </a:cxn>
              <a:cxn ang="0">
                <a:pos x="connsiteX10666" y="connsiteY10666"/>
              </a:cxn>
              <a:cxn ang="0">
                <a:pos x="connsiteX10667" y="connsiteY10667"/>
              </a:cxn>
              <a:cxn ang="0">
                <a:pos x="connsiteX10668" y="connsiteY10668"/>
              </a:cxn>
              <a:cxn ang="0">
                <a:pos x="connsiteX10669" y="connsiteY10669"/>
              </a:cxn>
              <a:cxn ang="0">
                <a:pos x="connsiteX10670" y="connsiteY10670"/>
              </a:cxn>
              <a:cxn ang="0">
                <a:pos x="connsiteX10671" y="connsiteY10671"/>
              </a:cxn>
              <a:cxn ang="0">
                <a:pos x="connsiteX10672" y="connsiteY10672"/>
              </a:cxn>
              <a:cxn ang="0">
                <a:pos x="connsiteX10673" y="connsiteY10673"/>
              </a:cxn>
              <a:cxn ang="0">
                <a:pos x="connsiteX10674" y="connsiteY10674"/>
              </a:cxn>
              <a:cxn ang="0">
                <a:pos x="connsiteX10675" y="connsiteY10675"/>
              </a:cxn>
              <a:cxn ang="0">
                <a:pos x="connsiteX10676" y="connsiteY10676"/>
              </a:cxn>
              <a:cxn ang="0">
                <a:pos x="connsiteX10677" y="connsiteY10677"/>
              </a:cxn>
              <a:cxn ang="0">
                <a:pos x="connsiteX10678" y="connsiteY10678"/>
              </a:cxn>
              <a:cxn ang="0">
                <a:pos x="connsiteX10679" y="connsiteY10679"/>
              </a:cxn>
              <a:cxn ang="0">
                <a:pos x="connsiteX10680" y="connsiteY10680"/>
              </a:cxn>
              <a:cxn ang="0">
                <a:pos x="connsiteX10681" y="connsiteY10681"/>
              </a:cxn>
              <a:cxn ang="0">
                <a:pos x="connsiteX10682" y="connsiteY10682"/>
              </a:cxn>
              <a:cxn ang="0">
                <a:pos x="connsiteX10683" y="connsiteY10683"/>
              </a:cxn>
              <a:cxn ang="0">
                <a:pos x="connsiteX10684" y="connsiteY10684"/>
              </a:cxn>
              <a:cxn ang="0">
                <a:pos x="connsiteX10685" y="connsiteY10685"/>
              </a:cxn>
              <a:cxn ang="0">
                <a:pos x="connsiteX10686" y="connsiteY10686"/>
              </a:cxn>
              <a:cxn ang="0">
                <a:pos x="connsiteX10687" y="connsiteY10687"/>
              </a:cxn>
              <a:cxn ang="0">
                <a:pos x="connsiteX10688" y="connsiteY10688"/>
              </a:cxn>
              <a:cxn ang="0">
                <a:pos x="connsiteX10689" y="connsiteY10689"/>
              </a:cxn>
              <a:cxn ang="0">
                <a:pos x="connsiteX10690" y="connsiteY10690"/>
              </a:cxn>
              <a:cxn ang="0">
                <a:pos x="connsiteX10691" y="connsiteY10691"/>
              </a:cxn>
              <a:cxn ang="0">
                <a:pos x="connsiteX10692" y="connsiteY10692"/>
              </a:cxn>
              <a:cxn ang="0">
                <a:pos x="connsiteX10693" y="connsiteY10693"/>
              </a:cxn>
              <a:cxn ang="0">
                <a:pos x="connsiteX10694" y="connsiteY10694"/>
              </a:cxn>
              <a:cxn ang="0">
                <a:pos x="connsiteX10695" y="connsiteY10695"/>
              </a:cxn>
              <a:cxn ang="0">
                <a:pos x="connsiteX10696" y="connsiteY10696"/>
              </a:cxn>
              <a:cxn ang="0">
                <a:pos x="connsiteX10697" y="connsiteY10697"/>
              </a:cxn>
              <a:cxn ang="0">
                <a:pos x="connsiteX10698" y="connsiteY10698"/>
              </a:cxn>
              <a:cxn ang="0">
                <a:pos x="connsiteX10699" y="connsiteY10699"/>
              </a:cxn>
              <a:cxn ang="0">
                <a:pos x="connsiteX10700" y="connsiteY10700"/>
              </a:cxn>
              <a:cxn ang="0">
                <a:pos x="connsiteX10701" y="connsiteY10701"/>
              </a:cxn>
              <a:cxn ang="0">
                <a:pos x="connsiteX10702" y="connsiteY10702"/>
              </a:cxn>
              <a:cxn ang="0">
                <a:pos x="connsiteX10703" y="connsiteY10703"/>
              </a:cxn>
              <a:cxn ang="0">
                <a:pos x="connsiteX10704" y="connsiteY10704"/>
              </a:cxn>
              <a:cxn ang="0">
                <a:pos x="connsiteX10705" y="connsiteY10705"/>
              </a:cxn>
              <a:cxn ang="0">
                <a:pos x="connsiteX10706" y="connsiteY10706"/>
              </a:cxn>
              <a:cxn ang="0">
                <a:pos x="connsiteX10707" y="connsiteY10707"/>
              </a:cxn>
              <a:cxn ang="0">
                <a:pos x="connsiteX10708" y="connsiteY10708"/>
              </a:cxn>
              <a:cxn ang="0">
                <a:pos x="connsiteX10709" y="connsiteY10709"/>
              </a:cxn>
              <a:cxn ang="0">
                <a:pos x="connsiteX10710" y="connsiteY10710"/>
              </a:cxn>
              <a:cxn ang="0">
                <a:pos x="connsiteX10711" y="connsiteY10711"/>
              </a:cxn>
              <a:cxn ang="0">
                <a:pos x="connsiteX10712" y="connsiteY10712"/>
              </a:cxn>
              <a:cxn ang="0">
                <a:pos x="connsiteX10713" y="connsiteY10713"/>
              </a:cxn>
              <a:cxn ang="0">
                <a:pos x="connsiteX10714" y="connsiteY10714"/>
              </a:cxn>
              <a:cxn ang="0">
                <a:pos x="connsiteX10715" y="connsiteY10715"/>
              </a:cxn>
              <a:cxn ang="0">
                <a:pos x="connsiteX10716" y="connsiteY10716"/>
              </a:cxn>
              <a:cxn ang="0">
                <a:pos x="connsiteX10717" y="connsiteY10717"/>
              </a:cxn>
              <a:cxn ang="0">
                <a:pos x="connsiteX10718" y="connsiteY10718"/>
              </a:cxn>
              <a:cxn ang="0">
                <a:pos x="connsiteX10719" y="connsiteY10719"/>
              </a:cxn>
              <a:cxn ang="0">
                <a:pos x="connsiteX10720" y="connsiteY10720"/>
              </a:cxn>
              <a:cxn ang="0">
                <a:pos x="connsiteX10721" y="connsiteY10721"/>
              </a:cxn>
              <a:cxn ang="0">
                <a:pos x="connsiteX10722" y="connsiteY10722"/>
              </a:cxn>
              <a:cxn ang="0">
                <a:pos x="connsiteX10723" y="connsiteY10723"/>
              </a:cxn>
              <a:cxn ang="0">
                <a:pos x="connsiteX10724" y="connsiteY10724"/>
              </a:cxn>
              <a:cxn ang="0">
                <a:pos x="connsiteX10725" y="connsiteY10725"/>
              </a:cxn>
              <a:cxn ang="0">
                <a:pos x="connsiteX10726" y="connsiteY10726"/>
              </a:cxn>
              <a:cxn ang="0">
                <a:pos x="connsiteX10727" y="connsiteY10727"/>
              </a:cxn>
              <a:cxn ang="0">
                <a:pos x="connsiteX10728" y="connsiteY10728"/>
              </a:cxn>
              <a:cxn ang="0">
                <a:pos x="connsiteX10729" y="connsiteY10729"/>
              </a:cxn>
              <a:cxn ang="0">
                <a:pos x="connsiteX10730" y="connsiteY10730"/>
              </a:cxn>
              <a:cxn ang="0">
                <a:pos x="connsiteX10731" y="connsiteY10731"/>
              </a:cxn>
              <a:cxn ang="0">
                <a:pos x="connsiteX10732" y="connsiteY10732"/>
              </a:cxn>
              <a:cxn ang="0">
                <a:pos x="connsiteX10733" y="connsiteY10733"/>
              </a:cxn>
              <a:cxn ang="0">
                <a:pos x="connsiteX10734" y="connsiteY10734"/>
              </a:cxn>
              <a:cxn ang="0">
                <a:pos x="connsiteX10735" y="connsiteY10735"/>
              </a:cxn>
              <a:cxn ang="0">
                <a:pos x="connsiteX10736" y="connsiteY10736"/>
              </a:cxn>
              <a:cxn ang="0">
                <a:pos x="connsiteX10737" y="connsiteY10737"/>
              </a:cxn>
              <a:cxn ang="0">
                <a:pos x="connsiteX10738" y="connsiteY10738"/>
              </a:cxn>
              <a:cxn ang="0">
                <a:pos x="connsiteX10739" y="connsiteY10739"/>
              </a:cxn>
              <a:cxn ang="0">
                <a:pos x="connsiteX10740" y="connsiteY10740"/>
              </a:cxn>
              <a:cxn ang="0">
                <a:pos x="connsiteX10741" y="connsiteY10741"/>
              </a:cxn>
              <a:cxn ang="0">
                <a:pos x="connsiteX10742" y="connsiteY10742"/>
              </a:cxn>
              <a:cxn ang="0">
                <a:pos x="connsiteX10743" y="connsiteY10743"/>
              </a:cxn>
              <a:cxn ang="0">
                <a:pos x="connsiteX10744" y="connsiteY10744"/>
              </a:cxn>
              <a:cxn ang="0">
                <a:pos x="connsiteX10745" y="connsiteY10745"/>
              </a:cxn>
              <a:cxn ang="0">
                <a:pos x="connsiteX10746" y="connsiteY10746"/>
              </a:cxn>
              <a:cxn ang="0">
                <a:pos x="connsiteX10747" y="connsiteY10747"/>
              </a:cxn>
              <a:cxn ang="0">
                <a:pos x="connsiteX10748" y="connsiteY10748"/>
              </a:cxn>
              <a:cxn ang="0">
                <a:pos x="connsiteX10749" y="connsiteY10749"/>
              </a:cxn>
              <a:cxn ang="0">
                <a:pos x="connsiteX10750" y="connsiteY10750"/>
              </a:cxn>
              <a:cxn ang="0">
                <a:pos x="connsiteX10751" y="connsiteY10751"/>
              </a:cxn>
              <a:cxn ang="0">
                <a:pos x="connsiteX10752" y="connsiteY10752"/>
              </a:cxn>
              <a:cxn ang="0">
                <a:pos x="connsiteX10753" y="connsiteY10753"/>
              </a:cxn>
              <a:cxn ang="0">
                <a:pos x="connsiteX10754" y="connsiteY10754"/>
              </a:cxn>
              <a:cxn ang="0">
                <a:pos x="connsiteX10755" y="connsiteY10755"/>
              </a:cxn>
              <a:cxn ang="0">
                <a:pos x="connsiteX10756" y="connsiteY10756"/>
              </a:cxn>
              <a:cxn ang="0">
                <a:pos x="connsiteX10757" y="connsiteY10757"/>
              </a:cxn>
              <a:cxn ang="0">
                <a:pos x="connsiteX10758" y="connsiteY10758"/>
              </a:cxn>
              <a:cxn ang="0">
                <a:pos x="connsiteX10759" y="connsiteY10759"/>
              </a:cxn>
              <a:cxn ang="0">
                <a:pos x="connsiteX10760" y="connsiteY10760"/>
              </a:cxn>
              <a:cxn ang="0">
                <a:pos x="connsiteX10761" y="connsiteY10761"/>
              </a:cxn>
              <a:cxn ang="0">
                <a:pos x="connsiteX10762" y="connsiteY10762"/>
              </a:cxn>
              <a:cxn ang="0">
                <a:pos x="connsiteX10763" y="connsiteY10763"/>
              </a:cxn>
              <a:cxn ang="0">
                <a:pos x="connsiteX10764" y="connsiteY10764"/>
              </a:cxn>
              <a:cxn ang="0">
                <a:pos x="connsiteX10765" y="connsiteY10765"/>
              </a:cxn>
              <a:cxn ang="0">
                <a:pos x="connsiteX10766" y="connsiteY10766"/>
              </a:cxn>
              <a:cxn ang="0">
                <a:pos x="connsiteX10767" y="connsiteY10767"/>
              </a:cxn>
              <a:cxn ang="0">
                <a:pos x="connsiteX10768" y="connsiteY10768"/>
              </a:cxn>
              <a:cxn ang="0">
                <a:pos x="connsiteX10769" y="connsiteY10769"/>
              </a:cxn>
              <a:cxn ang="0">
                <a:pos x="connsiteX10770" y="connsiteY10770"/>
              </a:cxn>
              <a:cxn ang="0">
                <a:pos x="connsiteX10771" y="connsiteY10771"/>
              </a:cxn>
              <a:cxn ang="0">
                <a:pos x="connsiteX10772" y="connsiteY10772"/>
              </a:cxn>
              <a:cxn ang="0">
                <a:pos x="connsiteX10773" y="connsiteY10773"/>
              </a:cxn>
              <a:cxn ang="0">
                <a:pos x="connsiteX10774" y="connsiteY10774"/>
              </a:cxn>
              <a:cxn ang="0">
                <a:pos x="connsiteX10775" y="connsiteY10775"/>
              </a:cxn>
              <a:cxn ang="0">
                <a:pos x="connsiteX10776" y="connsiteY10776"/>
              </a:cxn>
              <a:cxn ang="0">
                <a:pos x="connsiteX10777" y="connsiteY10777"/>
              </a:cxn>
              <a:cxn ang="0">
                <a:pos x="connsiteX10778" y="connsiteY10778"/>
              </a:cxn>
              <a:cxn ang="0">
                <a:pos x="connsiteX10779" y="connsiteY10779"/>
              </a:cxn>
              <a:cxn ang="0">
                <a:pos x="connsiteX10780" y="connsiteY10780"/>
              </a:cxn>
              <a:cxn ang="0">
                <a:pos x="connsiteX10781" y="connsiteY10781"/>
              </a:cxn>
              <a:cxn ang="0">
                <a:pos x="connsiteX10782" y="connsiteY10782"/>
              </a:cxn>
              <a:cxn ang="0">
                <a:pos x="connsiteX10783" y="connsiteY10783"/>
              </a:cxn>
              <a:cxn ang="0">
                <a:pos x="connsiteX10784" y="connsiteY10784"/>
              </a:cxn>
              <a:cxn ang="0">
                <a:pos x="connsiteX10785" y="connsiteY10785"/>
              </a:cxn>
              <a:cxn ang="0">
                <a:pos x="connsiteX10786" y="connsiteY10786"/>
              </a:cxn>
              <a:cxn ang="0">
                <a:pos x="connsiteX10787" y="connsiteY10787"/>
              </a:cxn>
              <a:cxn ang="0">
                <a:pos x="connsiteX10788" y="connsiteY10788"/>
              </a:cxn>
              <a:cxn ang="0">
                <a:pos x="connsiteX10789" y="connsiteY10789"/>
              </a:cxn>
              <a:cxn ang="0">
                <a:pos x="connsiteX10790" y="connsiteY10790"/>
              </a:cxn>
              <a:cxn ang="0">
                <a:pos x="connsiteX10791" y="connsiteY10791"/>
              </a:cxn>
              <a:cxn ang="0">
                <a:pos x="connsiteX10792" y="connsiteY10792"/>
              </a:cxn>
              <a:cxn ang="0">
                <a:pos x="connsiteX10793" y="connsiteY10793"/>
              </a:cxn>
              <a:cxn ang="0">
                <a:pos x="connsiteX10794" y="connsiteY10794"/>
              </a:cxn>
              <a:cxn ang="0">
                <a:pos x="connsiteX10795" y="connsiteY10795"/>
              </a:cxn>
              <a:cxn ang="0">
                <a:pos x="connsiteX10796" y="connsiteY10796"/>
              </a:cxn>
              <a:cxn ang="0">
                <a:pos x="connsiteX10797" y="connsiteY10797"/>
              </a:cxn>
              <a:cxn ang="0">
                <a:pos x="connsiteX10798" y="connsiteY10798"/>
              </a:cxn>
              <a:cxn ang="0">
                <a:pos x="connsiteX10799" y="connsiteY10799"/>
              </a:cxn>
              <a:cxn ang="0">
                <a:pos x="connsiteX10800" y="connsiteY10800"/>
              </a:cxn>
              <a:cxn ang="0">
                <a:pos x="connsiteX10801" y="connsiteY10801"/>
              </a:cxn>
              <a:cxn ang="0">
                <a:pos x="connsiteX10802" y="connsiteY10802"/>
              </a:cxn>
              <a:cxn ang="0">
                <a:pos x="connsiteX10803" y="connsiteY10803"/>
              </a:cxn>
              <a:cxn ang="0">
                <a:pos x="connsiteX10804" y="connsiteY10804"/>
              </a:cxn>
              <a:cxn ang="0">
                <a:pos x="connsiteX10805" y="connsiteY10805"/>
              </a:cxn>
              <a:cxn ang="0">
                <a:pos x="connsiteX10806" y="connsiteY10806"/>
              </a:cxn>
              <a:cxn ang="0">
                <a:pos x="connsiteX10807" y="connsiteY10807"/>
              </a:cxn>
              <a:cxn ang="0">
                <a:pos x="connsiteX10808" y="connsiteY10808"/>
              </a:cxn>
              <a:cxn ang="0">
                <a:pos x="connsiteX10809" y="connsiteY10809"/>
              </a:cxn>
              <a:cxn ang="0">
                <a:pos x="connsiteX10810" y="connsiteY10810"/>
              </a:cxn>
              <a:cxn ang="0">
                <a:pos x="connsiteX10811" y="connsiteY10811"/>
              </a:cxn>
              <a:cxn ang="0">
                <a:pos x="connsiteX10812" y="connsiteY10812"/>
              </a:cxn>
              <a:cxn ang="0">
                <a:pos x="connsiteX10813" y="connsiteY10813"/>
              </a:cxn>
              <a:cxn ang="0">
                <a:pos x="connsiteX10814" y="connsiteY10814"/>
              </a:cxn>
              <a:cxn ang="0">
                <a:pos x="connsiteX10815" y="connsiteY10815"/>
              </a:cxn>
              <a:cxn ang="0">
                <a:pos x="connsiteX10816" y="connsiteY10816"/>
              </a:cxn>
              <a:cxn ang="0">
                <a:pos x="connsiteX10817" y="connsiteY10817"/>
              </a:cxn>
              <a:cxn ang="0">
                <a:pos x="connsiteX10818" y="connsiteY10818"/>
              </a:cxn>
              <a:cxn ang="0">
                <a:pos x="connsiteX10819" y="connsiteY10819"/>
              </a:cxn>
              <a:cxn ang="0">
                <a:pos x="connsiteX10820" y="connsiteY10820"/>
              </a:cxn>
              <a:cxn ang="0">
                <a:pos x="connsiteX10821" y="connsiteY10821"/>
              </a:cxn>
              <a:cxn ang="0">
                <a:pos x="connsiteX10822" y="connsiteY10822"/>
              </a:cxn>
              <a:cxn ang="0">
                <a:pos x="connsiteX10823" y="connsiteY10823"/>
              </a:cxn>
              <a:cxn ang="0">
                <a:pos x="connsiteX10824" y="connsiteY10824"/>
              </a:cxn>
              <a:cxn ang="0">
                <a:pos x="connsiteX10825" y="connsiteY10825"/>
              </a:cxn>
              <a:cxn ang="0">
                <a:pos x="connsiteX10826" y="connsiteY10826"/>
              </a:cxn>
              <a:cxn ang="0">
                <a:pos x="connsiteX10827" y="connsiteY10827"/>
              </a:cxn>
              <a:cxn ang="0">
                <a:pos x="connsiteX10828" y="connsiteY10828"/>
              </a:cxn>
              <a:cxn ang="0">
                <a:pos x="connsiteX10829" y="connsiteY10829"/>
              </a:cxn>
              <a:cxn ang="0">
                <a:pos x="connsiteX10830" y="connsiteY10830"/>
              </a:cxn>
              <a:cxn ang="0">
                <a:pos x="connsiteX10831" y="connsiteY10831"/>
              </a:cxn>
              <a:cxn ang="0">
                <a:pos x="connsiteX10832" y="connsiteY10832"/>
              </a:cxn>
              <a:cxn ang="0">
                <a:pos x="connsiteX10833" y="connsiteY10833"/>
              </a:cxn>
              <a:cxn ang="0">
                <a:pos x="connsiteX10834" y="connsiteY10834"/>
              </a:cxn>
              <a:cxn ang="0">
                <a:pos x="connsiteX10835" y="connsiteY10835"/>
              </a:cxn>
              <a:cxn ang="0">
                <a:pos x="connsiteX10836" y="connsiteY10836"/>
              </a:cxn>
              <a:cxn ang="0">
                <a:pos x="connsiteX10837" y="connsiteY10837"/>
              </a:cxn>
              <a:cxn ang="0">
                <a:pos x="connsiteX10838" y="connsiteY10838"/>
              </a:cxn>
              <a:cxn ang="0">
                <a:pos x="connsiteX10839" y="connsiteY10839"/>
              </a:cxn>
              <a:cxn ang="0">
                <a:pos x="connsiteX10840" y="connsiteY10840"/>
              </a:cxn>
              <a:cxn ang="0">
                <a:pos x="connsiteX10841" y="connsiteY10841"/>
              </a:cxn>
              <a:cxn ang="0">
                <a:pos x="connsiteX10842" y="connsiteY10842"/>
              </a:cxn>
              <a:cxn ang="0">
                <a:pos x="connsiteX10843" y="connsiteY10843"/>
              </a:cxn>
              <a:cxn ang="0">
                <a:pos x="connsiteX10844" y="connsiteY10844"/>
              </a:cxn>
              <a:cxn ang="0">
                <a:pos x="connsiteX10845" y="connsiteY10845"/>
              </a:cxn>
              <a:cxn ang="0">
                <a:pos x="connsiteX10846" y="connsiteY10846"/>
              </a:cxn>
              <a:cxn ang="0">
                <a:pos x="connsiteX10847" y="connsiteY10847"/>
              </a:cxn>
              <a:cxn ang="0">
                <a:pos x="connsiteX10848" y="connsiteY10848"/>
              </a:cxn>
              <a:cxn ang="0">
                <a:pos x="connsiteX10849" y="connsiteY10849"/>
              </a:cxn>
              <a:cxn ang="0">
                <a:pos x="connsiteX10850" y="connsiteY10850"/>
              </a:cxn>
              <a:cxn ang="0">
                <a:pos x="connsiteX10851" y="connsiteY10851"/>
              </a:cxn>
              <a:cxn ang="0">
                <a:pos x="connsiteX10852" y="connsiteY10852"/>
              </a:cxn>
              <a:cxn ang="0">
                <a:pos x="connsiteX10853" y="connsiteY10853"/>
              </a:cxn>
              <a:cxn ang="0">
                <a:pos x="connsiteX10854" y="connsiteY10854"/>
              </a:cxn>
              <a:cxn ang="0">
                <a:pos x="connsiteX10855" y="connsiteY10855"/>
              </a:cxn>
              <a:cxn ang="0">
                <a:pos x="connsiteX10856" y="connsiteY10856"/>
              </a:cxn>
              <a:cxn ang="0">
                <a:pos x="connsiteX10857" y="connsiteY10857"/>
              </a:cxn>
              <a:cxn ang="0">
                <a:pos x="connsiteX10858" y="connsiteY10858"/>
              </a:cxn>
              <a:cxn ang="0">
                <a:pos x="connsiteX10859" y="connsiteY10859"/>
              </a:cxn>
              <a:cxn ang="0">
                <a:pos x="connsiteX10860" y="connsiteY10860"/>
              </a:cxn>
              <a:cxn ang="0">
                <a:pos x="connsiteX10861" y="connsiteY10861"/>
              </a:cxn>
              <a:cxn ang="0">
                <a:pos x="connsiteX10862" y="connsiteY10862"/>
              </a:cxn>
              <a:cxn ang="0">
                <a:pos x="connsiteX10863" y="connsiteY10863"/>
              </a:cxn>
              <a:cxn ang="0">
                <a:pos x="connsiteX10864" y="connsiteY10864"/>
              </a:cxn>
              <a:cxn ang="0">
                <a:pos x="connsiteX10865" y="connsiteY10865"/>
              </a:cxn>
              <a:cxn ang="0">
                <a:pos x="connsiteX10866" y="connsiteY10866"/>
              </a:cxn>
              <a:cxn ang="0">
                <a:pos x="connsiteX10867" y="connsiteY10867"/>
              </a:cxn>
              <a:cxn ang="0">
                <a:pos x="connsiteX10868" y="connsiteY10868"/>
              </a:cxn>
              <a:cxn ang="0">
                <a:pos x="connsiteX10869" y="connsiteY10869"/>
              </a:cxn>
              <a:cxn ang="0">
                <a:pos x="connsiteX10870" y="connsiteY10870"/>
              </a:cxn>
              <a:cxn ang="0">
                <a:pos x="connsiteX10871" y="connsiteY10871"/>
              </a:cxn>
              <a:cxn ang="0">
                <a:pos x="connsiteX10872" y="connsiteY10872"/>
              </a:cxn>
              <a:cxn ang="0">
                <a:pos x="connsiteX10873" y="connsiteY10873"/>
              </a:cxn>
              <a:cxn ang="0">
                <a:pos x="connsiteX10874" y="connsiteY10874"/>
              </a:cxn>
              <a:cxn ang="0">
                <a:pos x="connsiteX10875" y="connsiteY10875"/>
              </a:cxn>
              <a:cxn ang="0">
                <a:pos x="connsiteX10876" y="connsiteY10876"/>
              </a:cxn>
              <a:cxn ang="0">
                <a:pos x="connsiteX10877" y="connsiteY10877"/>
              </a:cxn>
              <a:cxn ang="0">
                <a:pos x="connsiteX10878" y="connsiteY10878"/>
              </a:cxn>
              <a:cxn ang="0">
                <a:pos x="connsiteX10879" y="connsiteY10879"/>
              </a:cxn>
              <a:cxn ang="0">
                <a:pos x="connsiteX10880" y="connsiteY10880"/>
              </a:cxn>
              <a:cxn ang="0">
                <a:pos x="connsiteX10881" y="connsiteY10881"/>
              </a:cxn>
              <a:cxn ang="0">
                <a:pos x="connsiteX10882" y="connsiteY10882"/>
              </a:cxn>
              <a:cxn ang="0">
                <a:pos x="connsiteX10883" y="connsiteY10883"/>
              </a:cxn>
              <a:cxn ang="0">
                <a:pos x="connsiteX10884" y="connsiteY10884"/>
              </a:cxn>
              <a:cxn ang="0">
                <a:pos x="connsiteX10885" y="connsiteY10885"/>
              </a:cxn>
              <a:cxn ang="0">
                <a:pos x="connsiteX10886" y="connsiteY10886"/>
              </a:cxn>
              <a:cxn ang="0">
                <a:pos x="connsiteX10887" y="connsiteY10887"/>
              </a:cxn>
              <a:cxn ang="0">
                <a:pos x="connsiteX10888" y="connsiteY10888"/>
              </a:cxn>
              <a:cxn ang="0">
                <a:pos x="connsiteX10889" y="connsiteY10889"/>
              </a:cxn>
              <a:cxn ang="0">
                <a:pos x="connsiteX10890" y="connsiteY10890"/>
              </a:cxn>
              <a:cxn ang="0">
                <a:pos x="connsiteX10891" y="connsiteY10891"/>
              </a:cxn>
              <a:cxn ang="0">
                <a:pos x="connsiteX10892" y="connsiteY10892"/>
              </a:cxn>
              <a:cxn ang="0">
                <a:pos x="connsiteX10893" y="connsiteY10893"/>
              </a:cxn>
              <a:cxn ang="0">
                <a:pos x="connsiteX10894" y="connsiteY10894"/>
              </a:cxn>
              <a:cxn ang="0">
                <a:pos x="connsiteX10895" y="connsiteY10895"/>
              </a:cxn>
              <a:cxn ang="0">
                <a:pos x="connsiteX10896" y="connsiteY10896"/>
              </a:cxn>
              <a:cxn ang="0">
                <a:pos x="connsiteX10897" y="connsiteY10897"/>
              </a:cxn>
              <a:cxn ang="0">
                <a:pos x="connsiteX10898" y="connsiteY10898"/>
              </a:cxn>
              <a:cxn ang="0">
                <a:pos x="connsiteX10899" y="connsiteY10899"/>
              </a:cxn>
              <a:cxn ang="0">
                <a:pos x="connsiteX10900" y="connsiteY10900"/>
              </a:cxn>
              <a:cxn ang="0">
                <a:pos x="connsiteX10901" y="connsiteY10901"/>
              </a:cxn>
              <a:cxn ang="0">
                <a:pos x="connsiteX10902" y="connsiteY10902"/>
              </a:cxn>
              <a:cxn ang="0">
                <a:pos x="connsiteX10903" y="connsiteY10903"/>
              </a:cxn>
              <a:cxn ang="0">
                <a:pos x="connsiteX10904" y="connsiteY10904"/>
              </a:cxn>
              <a:cxn ang="0">
                <a:pos x="connsiteX10905" y="connsiteY10905"/>
              </a:cxn>
              <a:cxn ang="0">
                <a:pos x="connsiteX10906" y="connsiteY10906"/>
              </a:cxn>
              <a:cxn ang="0">
                <a:pos x="connsiteX10907" y="connsiteY10907"/>
              </a:cxn>
              <a:cxn ang="0">
                <a:pos x="connsiteX10908" y="connsiteY10908"/>
              </a:cxn>
              <a:cxn ang="0">
                <a:pos x="connsiteX10909" y="connsiteY10909"/>
              </a:cxn>
              <a:cxn ang="0">
                <a:pos x="connsiteX10910" y="connsiteY10910"/>
              </a:cxn>
              <a:cxn ang="0">
                <a:pos x="connsiteX10911" y="connsiteY10911"/>
              </a:cxn>
              <a:cxn ang="0">
                <a:pos x="connsiteX10912" y="connsiteY10912"/>
              </a:cxn>
              <a:cxn ang="0">
                <a:pos x="connsiteX10913" y="connsiteY10913"/>
              </a:cxn>
              <a:cxn ang="0">
                <a:pos x="connsiteX10914" y="connsiteY10914"/>
              </a:cxn>
              <a:cxn ang="0">
                <a:pos x="connsiteX10915" y="connsiteY10915"/>
              </a:cxn>
              <a:cxn ang="0">
                <a:pos x="connsiteX10916" y="connsiteY10916"/>
              </a:cxn>
              <a:cxn ang="0">
                <a:pos x="connsiteX10917" y="connsiteY10917"/>
              </a:cxn>
              <a:cxn ang="0">
                <a:pos x="connsiteX10918" y="connsiteY10918"/>
              </a:cxn>
              <a:cxn ang="0">
                <a:pos x="connsiteX10919" y="connsiteY10919"/>
              </a:cxn>
              <a:cxn ang="0">
                <a:pos x="connsiteX10920" y="connsiteY10920"/>
              </a:cxn>
              <a:cxn ang="0">
                <a:pos x="connsiteX10921" y="connsiteY10921"/>
              </a:cxn>
              <a:cxn ang="0">
                <a:pos x="connsiteX10922" y="connsiteY10922"/>
              </a:cxn>
              <a:cxn ang="0">
                <a:pos x="connsiteX10923" y="connsiteY10923"/>
              </a:cxn>
              <a:cxn ang="0">
                <a:pos x="connsiteX10924" y="connsiteY10924"/>
              </a:cxn>
              <a:cxn ang="0">
                <a:pos x="connsiteX10925" y="connsiteY10925"/>
              </a:cxn>
              <a:cxn ang="0">
                <a:pos x="connsiteX10926" y="connsiteY10926"/>
              </a:cxn>
              <a:cxn ang="0">
                <a:pos x="connsiteX10927" y="connsiteY10927"/>
              </a:cxn>
              <a:cxn ang="0">
                <a:pos x="connsiteX10928" y="connsiteY10928"/>
              </a:cxn>
              <a:cxn ang="0">
                <a:pos x="connsiteX10929" y="connsiteY10929"/>
              </a:cxn>
              <a:cxn ang="0">
                <a:pos x="connsiteX10930" y="connsiteY10930"/>
              </a:cxn>
              <a:cxn ang="0">
                <a:pos x="connsiteX10931" y="connsiteY10931"/>
              </a:cxn>
              <a:cxn ang="0">
                <a:pos x="connsiteX10932" y="connsiteY10932"/>
              </a:cxn>
              <a:cxn ang="0">
                <a:pos x="connsiteX10933" y="connsiteY10933"/>
              </a:cxn>
              <a:cxn ang="0">
                <a:pos x="connsiteX10934" y="connsiteY10934"/>
              </a:cxn>
              <a:cxn ang="0">
                <a:pos x="connsiteX10935" y="connsiteY10935"/>
              </a:cxn>
              <a:cxn ang="0">
                <a:pos x="connsiteX10936" y="connsiteY10936"/>
              </a:cxn>
              <a:cxn ang="0">
                <a:pos x="connsiteX10937" y="connsiteY10937"/>
              </a:cxn>
              <a:cxn ang="0">
                <a:pos x="connsiteX10938" y="connsiteY10938"/>
              </a:cxn>
              <a:cxn ang="0">
                <a:pos x="connsiteX10939" y="connsiteY10939"/>
              </a:cxn>
              <a:cxn ang="0">
                <a:pos x="connsiteX10940" y="connsiteY10940"/>
              </a:cxn>
              <a:cxn ang="0">
                <a:pos x="connsiteX10941" y="connsiteY10941"/>
              </a:cxn>
              <a:cxn ang="0">
                <a:pos x="connsiteX10942" y="connsiteY10942"/>
              </a:cxn>
              <a:cxn ang="0">
                <a:pos x="connsiteX10943" y="connsiteY10943"/>
              </a:cxn>
              <a:cxn ang="0">
                <a:pos x="connsiteX10944" y="connsiteY10944"/>
              </a:cxn>
              <a:cxn ang="0">
                <a:pos x="connsiteX10945" y="connsiteY10945"/>
              </a:cxn>
              <a:cxn ang="0">
                <a:pos x="connsiteX10946" y="connsiteY10946"/>
              </a:cxn>
              <a:cxn ang="0">
                <a:pos x="connsiteX10947" y="connsiteY10947"/>
              </a:cxn>
              <a:cxn ang="0">
                <a:pos x="connsiteX10948" y="connsiteY10948"/>
              </a:cxn>
              <a:cxn ang="0">
                <a:pos x="connsiteX10949" y="connsiteY10949"/>
              </a:cxn>
              <a:cxn ang="0">
                <a:pos x="connsiteX10950" y="connsiteY10950"/>
              </a:cxn>
              <a:cxn ang="0">
                <a:pos x="connsiteX10951" y="connsiteY10951"/>
              </a:cxn>
              <a:cxn ang="0">
                <a:pos x="connsiteX10952" y="connsiteY10952"/>
              </a:cxn>
              <a:cxn ang="0">
                <a:pos x="connsiteX10953" y="connsiteY10953"/>
              </a:cxn>
              <a:cxn ang="0">
                <a:pos x="connsiteX10954" y="connsiteY10954"/>
              </a:cxn>
              <a:cxn ang="0">
                <a:pos x="connsiteX10955" y="connsiteY10955"/>
              </a:cxn>
              <a:cxn ang="0">
                <a:pos x="connsiteX10956" y="connsiteY10956"/>
              </a:cxn>
              <a:cxn ang="0">
                <a:pos x="connsiteX10957" y="connsiteY10957"/>
              </a:cxn>
              <a:cxn ang="0">
                <a:pos x="connsiteX10958" y="connsiteY10958"/>
              </a:cxn>
              <a:cxn ang="0">
                <a:pos x="connsiteX10959" y="connsiteY10959"/>
              </a:cxn>
              <a:cxn ang="0">
                <a:pos x="connsiteX10960" y="connsiteY10960"/>
              </a:cxn>
              <a:cxn ang="0">
                <a:pos x="connsiteX10961" y="connsiteY10961"/>
              </a:cxn>
              <a:cxn ang="0">
                <a:pos x="connsiteX10962" y="connsiteY10962"/>
              </a:cxn>
              <a:cxn ang="0">
                <a:pos x="connsiteX10963" y="connsiteY10963"/>
              </a:cxn>
              <a:cxn ang="0">
                <a:pos x="connsiteX10964" y="connsiteY10964"/>
              </a:cxn>
              <a:cxn ang="0">
                <a:pos x="connsiteX10965" y="connsiteY10965"/>
              </a:cxn>
              <a:cxn ang="0">
                <a:pos x="connsiteX10966" y="connsiteY10966"/>
              </a:cxn>
              <a:cxn ang="0">
                <a:pos x="connsiteX10967" y="connsiteY10967"/>
              </a:cxn>
              <a:cxn ang="0">
                <a:pos x="connsiteX10968" y="connsiteY10968"/>
              </a:cxn>
              <a:cxn ang="0">
                <a:pos x="connsiteX10969" y="connsiteY10969"/>
              </a:cxn>
              <a:cxn ang="0">
                <a:pos x="connsiteX10970" y="connsiteY10970"/>
              </a:cxn>
              <a:cxn ang="0">
                <a:pos x="connsiteX10971" y="connsiteY10971"/>
              </a:cxn>
              <a:cxn ang="0">
                <a:pos x="connsiteX10972" y="connsiteY10972"/>
              </a:cxn>
              <a:cxn ang="0">
                <a:pos x="connsiteX10973" y="connsiteY10973"/>
              </a:cxn>
              <a:cxn ang="0">
                <a:pos x="connsiteX10974" y="connsiteY10974"/>
              </a:cxn>
              <a:cxn ang="0">
                <a:pos x="connsiteX10975" y="connsiteY10975"/>
              </a:cxn>
              <a:cxn ang="0">
                <a:pos x="connsiteX10976" y="connsiteY10976"/>
              </a:cxn>
              <a:cxn ang="0">
                <a:pos x="connsiteX10977" y="connsiteY10977"/>
              </a:cxn>
              <a:cxn ang="0">
                <a:pos x="connsiteX10978" y="connsiteY10978"/>
              </a:cxn>
              <a:cxn ang="0">
                <a:pos x="connsiteX10979" y="connsiteY10979"/>
              </a:cxn>
              <a:cxn ang="0">
                <a:pos x="connsiteX10980" y="connsiteY10980"/>
              </a:cxn>
              <a:cxn ang="0">
                <a:pos x="connsiteX10981" y="connsiteY10981"/>
              </a:cxn>
              <a:cxn ang="0">
                <a:pos x="connsiteX10982" y="connsiteY10982"/>
              </a:cxn>
              <a:cxn ang="0">
                <a:pos x="connsiteX10983" y="connsiteY10983"/>
              </a:cxn>
              <a:cxn ang="0">
                <a:pos x="connsiteX10984" y="connsiteY10984"/>
              </a:cxn>
              <a:cxn ang="0">
                <a:pos x="connsiteX10985" y="connsiteY10985"/>
              </a:cxn>
              <a:cxn ang="0">
                <a:pos x="connsiteX10986" y="connsiteY10986"/>
              </a:cxn>
              <a:cxn ang="0">
                <a:pos x="connsiteX10987" y="connsiteY10987"/>
              </a:cxn>
              <a:cxn ang="0">
                <a:pos x="connsiteX10988" y="connsiteY10988"/>
              </a:cxn>
              <a:cxn ang="0">
                <a:pos x="connsiteX10989" y="connsiteY10989"/>
              </a:cxn>
              <a:cxn ang="0">
                <a:pos x="connsiteX10990" y="connsiteY10990"/>
              </a:cxn>
              <a:cxn ang="0">
                <a:pos x="connsiteX10991" y="connsiteY10991"/>
              </a:cxn>
              <a:cxn ang="0">
                <a:pos x="connsiteX10992" y="connsiteY10992"/>
              </a:cxn>
              <a:cxn ang="0">
                <a:pos x="connsiteX10993" y="connsiteY10993"/>
              </a:cxn>
              <a:cxn ang="0">
                <a:pos x="connsiteX10994" y="connsiteY10994"/>
              </a:cxn>
              <a:cxn ang="0">
                <a:pos x="connsiteX10995" y="connsiteY10995"/>
              </a:cxn>
              <a:cxn ang="0">
                <a:pos x="connsiteX10996" y="connsiteY10996"/>
              </a:cxn>
              <a:cxn ang="0">
                <a:pos x="connsiteX10997" y="connsiteY10997"/>
              </a:cxn>
              <a:cxn ang="0">
                <a:pos x="connsiteX10998" y="connsiteY10998"/>
              </a:cxn>
              <a:cxn ang="0">
                <a:pos x="connsiteX10999" y="connsiteY10999"/>
              </a:cxn>
              <a:cxn ang="0">
                <a:pos x="connsiteX11000" y="connsiteY11000"/>
              </a:cxn>
              <a:cxn ang="0">
                <a:pos x="connsiteX11001" y="connsiteY11001"/>
              </a:cxn>
              <a:cxn ang="0">
                <a:pos x="connsiteX11002" y="connsiteY11002"/>
              </a:cxn>
              <a:cxn ang="0">
                <a:pos x="connsiteX11003" y="connsiteY11003"/>
              </a:cxn>
              <a:cxn ang="0">
                <a:pos x="connsiteX11004" y="connsiteY11004"/>
              </a:cxn>
              <a:cxn ang="0">
                <a:pos x="connsiteX11005" y="connsiteY11005"/>
              </a:cxn>
              <a:cxn ang="0">
                <a:pos x="connsiteX11006" y="connsiteY11006"/>
              </a:cxn>
              <a:cxn ang="0">
                <a:pos x="connsiteX11007" y="connsiteY11007"/>
              </a:cxn>
              <a:cxn ang="0">
                <a:pos x="connsiteX11008" y="connsiteY11008"/>
              </a:cxn>
              <a:cxn ang="0">
                <a:pos x="connsiteX11009" y="connsiteY11009"/>
              </a:cxn>
              <a:cxn ang="0">
                <a:pos x="connsiteX11010" y="connsiteY11010"/>
              </a:cxn>
              <a:cxn ang="0">
                <a:pos x="connsiteX11011" y="connsiteY11011"/>
              </a:cxn>
              <a:cxn ang="0">
                <a:pos x="connsiteX11012" y="connsiteY11012"/>
              </a:cxn>
              <a:cxn ang="0">
                <a:pos x="connsiteX11013" y="connsiteY11013"/>
              </a:cxn>
              <a:cxn ang="0">
                <a:pos x="connsiteX11014" y="connsiteY11014"/>
              </a:cxn>
              <a:cxn ang="0">
                <a:pos x="connsiteX11015" y="connsiteY11015"/>
              </a:cxn>
              <a:cxn ang="0">
                <a:pos x="connsiteX11016" y="connsiteY11016"/>
              </a:cxn>
              <a:cxn ang="0">
                <a:pos x="connsiteX11017" y="connsiteY11017"/>
              </a:cxn>
              <a:cxn ang="0">
                <a:pos x="connsiteX11018" y="connsiteY11018"/>
              </a:cxn>
              <a:cxn ang="0">
                <a:pos x="connsiteX11019" y="connsiteY11019"/>
              </a:cxn>
              <a:cxn ang="0">
                <a:pos x="connsiteX11020" y="connsiteY11020"/>
              </a:cxn>
              <a:cxn ang="0">
                <a:pos x="connsiteX11021" y="connsiteY11021"/>
              </a:cxn>
              <a:cxn ang="0">
                <a:pos x="connsiteX11022" y="connsiteY11022"/>
              </a:cxn>
              <a:cxn ang="0">
                <a:pos x="connsiteX11023" y="connsiteY11023"/>
              </a:cxn>
              <a:cxn ang="0">
                <a:pos x="connsiteX11024" y="connsiteY11024"/>
              </a:cxn>
              <a:cxn ang="0">
                <a:pos x="connsiteX11025" y="connsiteY11025"/>
              </a:cxn>
              <a:cxn ang="0">
                <a:pos x="connsiteX11026" y="connsiteY11026"/>
              </a:cxn>
              <a:cxn ang="0">
                <a:pos x="connsiteX11027" y="connsiteY11027"/>
              </a:cxn>
              <a:cxn ang="0">
                <a:pos x="connsiteX11028" y="connsiteY11028"/>
              </a:cxn>
              <a:cxn ang="0">
                <a:pos x="connsiteX11029" y="connsiteY11029"/>
              </a:cxn>
              <a:cxn ang="0">
                <a:pos x="connsiteX11030" y="connsiteY11030"/>
              </a:cxn>
              <a:cxn ang="0">
                <a:pos x="connsiteX11031" y="connsiteY11031"/>
              </a:cxn>
              <a:cxn ang="0">
                <a:pos x="connsiteX11032" y="connsiteY11032"/>
              </a:cxn>
              <a:cxn ang="0">
                <a:pos x="connsiteX11033" y="connsiteY11033"/>
              </a:cxn>
              <a:cxn ang="0">
                <a:pos x="connsiteX11034" y="connsiteY11034"/>
              </a:cxn>
              <a:cxn ang="0">
                <a:pos x="connsiteX11035" y="connsiteY11035"/>
              </a:cxn>
              <a:cxn ang="0">
                <a:pos x="connsiteX11036" y="connsiteY11036"/>
              </a:cxn>
              <a:cxn ang="0">
                <a:pos x="connsiteX11037" y="connsiteY11037"/>
              </a:cxn>
              <a:cxn ang="0">
                <a:pos x="connsiteX11038" y="connsiteY11038"/>
              </a:cxn>
              <a:cxn ang="0">
                <a:pos x="connsiteX11039" y="connsiteY11039"/>
              </a:cxn>
              <a:cxn ang="0">
                <a:pos x="connsiteX11040" y="connsiteY11040"/>
              </a:cxn>
              <a:cxn ang="0">
                <a:pos x="connsiteX11041" y="connsiteY11041"/>
              </a:cxn>
              <a:cxn ang="0">
                <a:pos x="connsiteX11042" y="connsiteY11042"/>
              </a:cxn>
              <a:cxn ang="0">
                <a:pos x="connsiteX11043" y="connsiteY11043"/>
              </a:cxn>
              <a:cxn ang="0">
                <a:pos x="connsiteX11044" y="connsiteY11044"/>
              </a:cxn>
              <a:cxn ang="0">
                <a:pos x="connsiteX11045" y="connsiteY11045"/>
              </a:cxn>
              <a:cxn ang="0">
                <a:pos x="connsiteX11046" y="connsiteY11046"/>
              </a:cxn>
              <a:cxn ang="0">
                <a:pos x="connsiteX11047" y="connsiteY11047"/>
              </a:cxn>
              <a:cxn ang="0">
                <a:pos x="connsiteX11048" y="connsiteY11048"/>
              </a:cxn>
              <a:cxn ang="0">
                <a:pos x="connsiteX11049" y="connsiteY11049"/>
              </a:cxn>
              <a:cxn ang="0">
                <a:pos x="connsiteX11050" y="connsiteY11050"/>
              </a:cxn>
              <a:cxn ang="0">
                <a:pos x="connsiteX11051" y="connsiteY11051"/>
              </a:cxn>
              <a:cxn ang="0">
                <a:pos x="connsiteX11052" y="connsiteY11052"/>
              </a:cxn>
              <a:cxn ang="0">
                <a:pos x="connsiteX11053" y="connsiteY11053"/>
              </a:cxn>
              <a:cxn ang="0">
                <a:pos x="connsiteX11054" y="connsiteY11054"/>
              </a:cxn>
              <a:cxn ang="0">
                <a:pos x="connsiteX11055" y="connsiteY11055"/>
              </a:cxn>
              <a:cxn ang="0">
                <a:pos x="connsiteX11056" y="connsiteY11056"/>
              </a:cxn>
              <a:cxn ang="0">
                <a:pos x="connsiteX11057" y="connsiteY11057"/>
              </a:cxn>
              <a:cxn ang="0">
                <a:pos x="connsiteX11058" y="connsiteY11058"/>
              </a:cxn>
              <a:cxn ang="0">
                <a:pos x="connsiteX11059" y="connsiteY11059"/>
              </a:cxn>
              <a:cxn ang="0">
                <a:pos x="connsiteX11060" y="connsiteY11060"/>
              </a:cxn>
              <a:cxn ang="0">
                <a:pos x="connsiteX11061" y="connsiteY11061"/>
              </a:cxn>
              <a:cxn ang="0">
                <a:pos x="connsiteX11062" y="connsiteY11062"/>
              </a:cxn>
              <a:cxn ang="0">
                <a:pos x="connsiteX11063" y="connsiteY11063"/>
              </a:cxn>
              <a:cxn ang="0">
                <a:pos x="connsiteX11064" y="connsiteY11064"/>
              </a:cxn>
              <a:cxn ang="0">
                <a:pos x="connsiteX11065" y="connsiteY11065"/>
              </a:cxn>
              <a:cxn ang="0">
                <a:pos x="connsiteX11066" y="connsiteY11066"/>
              </a:cxn>
              <a:cxn ang="0">
                <a:pos x="connsiteX11067" y="connsiteY11067"/>
              </a:cxn>
              <a:cxn ang="0">
                <a:pos x="connsiteX11068" y="connsiteY11068"/>
              </a:cxn>
              <a:cxn ang="0">
                <a:pos x="connsiteX11069" y="connsiteY11069"/>
              </a:cxn>
              <a:cxn ang="0">
                <a:pos x="connsiteX11070" y="connsiteY11070"/>
              </a:cxn>
              <a:cxn ang="0">
                <a:pos x="connsiteX11071" y="connsiteY11071"/>
              </a:cxn>
              <a:cxn ang="0">
                <a:pos x="connsiteX11072" y="connsiteY11072"/>
              </a:cxn>
              <a:cxn ang="0">
                <a:pos x="connsiteX11073" y="connsiteY11073"/>
              </a:cxn>
              <a:cxn ang="0">
                <a:pos x="connsiteX11074" y="connsiteY11074"/>
              </a:cxn>
              <a:cxn ang="0">
                <a:pos x="connsiteX11075" y="connsiteY11075"/>
              </a:cxn>
              <a:cxn ang="0">
                <a:pos x="connsiteX11076" y="connsiteY11076"/>
              </a:cxn>
              <a:cxn ang="0">
                <a:pos x="connsiteX11077" y="connsiteY11077"/>
              </a:cxn>
              <a:cxn ang="0">
                <a:pos x="connsiteX11078" y="connsiteY11078"/>
              </a:cxn>
              <a:cxn ang="0">
                <a:pos x="connsiteX11079" y="connsiteY11079"/>
              </a:cxn>
              <a:cxn ang="0">
                <a:pos x="connsiteX11080" y="connsiteY11080"/>
              </a:cxn>
              <a:cxn ang="0">
                <a:pos x="connsiteX11081" y="connsiteY11081"/>
              </a:cxn>
              <a:cxn ang="0">
                <a:pos x="connsiteX11082" y="connsiteY11082"/>
              </a:cxn>
              <a:cxn ang="0">
                <a:pos x="connsiteX11083" y="connsiteY11083"/>
              </a:cxn>
              <a:cxn ang="0">
                <a:pos x="connsiteX11084" y="connsiteY11084"/>
              </a:cxn>
              <a:cxn ang="0">
                <a:pos x="connsiteX11085" y="connsiteY11085"/>
              </a:cxn>
              <a:cxn ang="0">
                <a:pos x="connsiteX11086" y="connsiteY11086"/>
              </a:cxn>
              <a:cxn ang="0">
                <a:pos x="connsiteX11087" y="connsiteY11087"/>
              </a:cxn>
              <a:cxn ang="0">
                <a:pos x="connsiteX11088" y="connsiteY11088"/>
              </a:cxn>
              <a:cxn ang="0">
                <a:pos x="connsiteX11089" y="connsiteY11089"/>
              </a:cxn>
              <a:cxn ang="0">
                <a:pos x="connsiteX11090" y="connsiteY11090"/>
              </a:cxn>
              <a:cxn ang="0">
                <a:pos x="connsiteX11091" y="connsiteY11091"/>
              </a:cxn>
              <a:cxn ang="0">
                <a:pos x="connsiteX11092" y="connsiteY11092"/>
              </a:cxn>
              <a:cxn ang="0">
                <a:pos x="connsiteX11093" y="connsiteY11093"/>
              </a:cxn>
              <a:cxn ang="0">
                <a:pos x="connsiteX11094" y="connsiteY11094"/>
              </a:cxn>
              <a:cxn ang="0">
                <a:pos x="connsiteX11095" y="connsiteY11095"/>
              </a:cxn>
              <a:cxn ang="0">
                <a:pos x="connsiteX11096" y="connsiteY11096"/>
              </a:cxn>
              <a:cxn ang="0">
                <a:pos x="connsiteX11097" y="connsiteY11097"/>
              </a:cxn>
              <a:cxn ang="0">
                <a:pos x="connsiteX11098" y="connsiteY11098"/>
              </a:cxn>
              <a:cxn ang="0">
                <a:pos x="connsiteX11099" y="connsiteY11099"/>
              </a:cxn>
              <a:cxn ang="0">
                <a:pos x="connsiteX11100" y="connsiteY11100"/>
              </a:cxn>
              <a:cxn ang="0">
                <a:pos x="connsiteX11101" y="connsiteY11101"/>
              </a:cxn>
              <a:cxn ang="0">
                <a:pos x="connsiteX11102" y="connsiteY11102"/>
              </a:cxn>
              <a:cxn ang="0">
                <a:pos x="connsiteX11103" y="connsiteY11103"/>
              </a:cxn>
              <a:cxn ang="0">
                <a:pos x="connsiteX11104" y="connsiteY11104"/>
              </a:cxn>
              <a:cxn ang="0">
                <a:pos x="connsiteX11105" y="connsiteY11105"/>
              </a:cxn>
              <a:cxn ang="0">
                <a:pos x="connsiteX11106" y="connsiteY11106"/>
              </a:cxn>
              <a:cxn ang="0">
                <a:pos x="connsiteX11107" y="connsiteY11107"/>
              </a:cxn>
              <a:cxn ang="0">
                <a:pos x="connsiteX11108" y="connsiteY11108"/>
              </a:cxn>
              <a:cxn ang="0">
                <a:pos x="connsiteX11109" y="connsiteY11109"/>
              </a:cxn>
              <a:cxn ang="0">
                <a:pos x="connsiteX11110" y="connsiteY11110"/>
              </a:cxn>
              <a:cxn ang="0">
                <a:pos x="connsiteX11111" y="connsiteY11111"/>
              </a:cxn>
              <a:cxn ang="0">
                <a:pos x="connsiteX11112" y="connsiteY11112"/>
              </a:cxn>
              <a:cxn ang="0">
                <a:pos x="connsiteX11113" y="connsiteY11113"/>
              </a:cxn>
              <a:cxn ang="0">
                <a:pos x="connsiteX11114" y="connsiteY11114"/>
              </a:cxn>
              <a:cxn ang="0">
                <a:pos x="connsiteX11115" y="connsiteY11115"/>
              </a:cxn>
              <a:cxn ang="0">
                <a:pos x="connsiteX11116" y="connsiteY11116"/>
              </a:cxn>
              <a:cxn ang="0">
                <a:pos x="connsiteX11117" y="connsiteY11117"/>
              </a:cxn>
              <a:cxn ang="0">
                <a:pos x="connsiteX11118" y="connsiteY11118"/>
              </a:cxn>
              <a:cxn ang="0">
                <a:pos x="connsiteX11119" y="connsiteY11119"/>
              </a:cxn>
              <a:cxn ang="0">
                <a:pos x="connsiteX11120" y="connsiteY11120"/>
              </a:cxn>
              <a:cxn ang="0">
                <a:pos x="connsiteX11121" y="connsiteY11121"/>
              </a:cxn>
              <a:cxn ang="0">
                <a:pos x="connsiteX11122" y="connsiteY11122"/>
              </a:cxn>
              <a:cxn ang="0">
                <a:pos x="connsiteX11123" y="connsiteY11123"/>
              </a:cxn>
              <a:cxn ang="0">
                <a:pos x="connsiteX11124" y="connsiteY11124"/>
              </a:cxn>
              <a:cxn ang="0">
                <a:pos x="connsiteX11125" y="connsiteY11125"/>
              </a:cxn>
              <a:cxn ang="0">
                <a:pos x="connsiteX11126" y="connsiteY11126"/>
              </a:cxn>
              <a:cxn ang="0">
                <a:pos x="connsiteX11127" y="connsiteY11127"/>
              </a:cxn>
              <a:cxn ang="0">
                <a:pos x="connsiteX11128" y="connsiteY11128"/>
              </a:cxn>
              <a:cxn ang="0">
                <a:pos x="connsiteX11129" y="connsiteY11129"/>
              </a:cxn>
              <a:cxn ang="0">
                <a:pos x="connsiteX11130" y="connsiteY11130"/>
              </a:cxn>
              <a:cxn ang="0">
                <a:pos x="connsiteX11131" y="connsiteY11131"/>
              </a:cxn>
              <a:cxn ang="0">
                <a:pos x="connsiteX11132" y="connsiteY11132"/>
              </a:cxn>
              <a:cxn ang="0">
                <a:pos x="connsiteX11133" y="connsiteY11133"/>
              </a:cxn>
              <a:cxn ang="0">
                <a:pos x="connsiteX11134" y="connsiteY11134"/>
              </a:cxn>
              <a:cxn ang="0">
                <a:pos x="connsiteX11135" y="connsiteY11135"/>
              </a:cxn>
              <a:cxn ang="0">
                <a:pos x="connsiteX11136" y="connsiteY11136"/>
              </a:cxn>
              <a:cxn ang="0">
                <a:pos x="connsiteX11137" y="connsiteY11137"/>
              </a:cxn>
              <a:cxn ang="0">
                <a:pos x="connsiteX11138" y="connsiteY11138"/>
              </a:cxn>
              <a:cxn ang="0">
                <a:pos x="connsiteX11139" y="connsiteY11139"/>
              </a:cxn>
              <a:cxn ang="0">
                <a:pos x="connsiteX11140" y="connsiteY11140"/>
              </a:cxn>
              <a:cxn ang="0">
                <a:pos x="connsiteX11141" y="connsiteY11141"/>
              </a:cxn>
              <a:cxn ang="0">
                <a:pos x="connsiteX11142" y="connsiteY11142"/>
              </a:cxn>
              <a:cxn ang="0">
                <a:pos x="connsiteX11143" y="connsiteY11143"/>
              </a:cxn>
              <a:cxn ang="0">
                <a:pos x="connsiteX11144" y="connsiteY11144"/>
              </a:cxn>
              <a:cxn ang="0">
                <a:pos x="connsiteX11145" y="connsiteY11145"/>
              </a:cxn>
              <a:cxn ang="0">
                <a:pos x="connsiteX11146" y="connsiteY11146"/>
              </a:cxn>
              <a:cxn ang="0">
                <a:pos x="connsiteX11147" y="connsiteY11147"/>
              </a:cxn>
              <a:cxn ang="0">
                <a:pos x="connsiteX11148" y="connsiteY11148"/>
              </a:cxn>
              <a:cxn ang="0">
                <a:pos x="connsiteX11149" y="connsiteY11149"/>
              </a:cxn>
              <a:cxn ang="0">
                <a:pos x="connsiteX11150" y="connsiteY11150"/>
              </a:cxn>
              <a:cxn ang="0">
                <a:pos x="connsiteX11151" y="connsiteY11151"/>
              </a:cxn>
              <a:cxn ang="0">
                <a:pos x="connsiteX11152" y="connsiteY11152"/>
              </a:cxn>
              <a:cxn ang="0">
                <a:pos x="connsiteX11153" y="connsiteY11153"/>
              </a:cxn>
              <a:cxn ang="0">
                <a:pos x="connsiteX11154" y="connsiteY11154"/>
              </a:cxn>
              <a:cxn ang="0">
                <a:pos x="connsiteX11155" y="connsiteY11155"/>
              </a:cxn>
              <a:cxn ang="0">
                <a:pos x="connsiteX11156" y="connsiteY11156"/>
              </a:cxn>
              <a:cxn ang="0">
                <a:pos x="connsiteX11157" y="connsiteY11157"/>
              </a:cxn>
              <a:cxn ang="0">
                <a:pos x="connsiteX11158" y="connsiteY11158"/>
              </a:cxn>
              <a:cxn ang="0">
                <a:pos x="connsiteX11159" y="connsiteY11159"/>
              </a:cxn>
              <a:cxn ang="0">
                <a:pos x="connsiteX11160" y="connsiteY11160"/>
              </a:cxn>
              <a:cxn ang="0">
                <a:pos x="connsiteX11161" y="connsiteY11161"/>
              </a:cxn>
              <a:cxn ang="0">
                <a:pos x="connsiteX11162" y="connsiteY11162"/>
              </a:cxn>
              <a:cxn ang="0">
                <a:pos x="connsiteX11163" y="connsiteY11163"/>
              </a:cxn>
              <a:cxn ang="0">
                <a:pos x="connsiteX11164" y="connsiteY11164"/>
              </a:cxn>
              <a:cxn ang="0">
                <a:pos x="connsiteX11165" y="connsiteY11165"/>
              </a:cxn>
              <a:cxn ang="0">
                <a:pos x="connsiteX11166" y="connsiteY11166"/>
              </a:cxn>
              <a:cxn ang="0">
                <a:pos x="connsiteX11167" y="connsiteY11167"/>
              </a:cxn>
              <a:cxn ang="0">
                <a:pos x="connsiteX11168" y="connsiteY11168"/>
              </a:cxn>
              <a:cxn ang="0">
                <a:pos x="connsiteX11169" y="connsiteY11169"/>
              </a:cxn>
              <a:cxn ang="0">
                <a:pos x="connsiteX11170" y="connsiteY11170"/>
              </a:cxn>
              <a:cxn ang="0">
                <a:pos x="connsiteX11171" y="connsiteY11171"/>
              </a:cxn>
              <a:cxn ang="0">
                <a:pos x="connsiteX11172" y="connsiteY11172"/>
              </a:cxn>
              <a:cxn ang="0">
                <a:pos x="connsiteX11173" y="connsiteY11173"/>
              </a:cxn>
              <a:cxn ang="0">
                <a:pos x="connsiteX11174" y="connsiteY11174"/>
              </a:cxn>
              <a:cxn ang="0">
                <a:pos x="connsiteX11175" y="connsiteY11175"/>
              </a:cxn>
              <a:cxn ang="0">
                <a:pos x="connsiteX11176" y="connsiteY11176"/>
              </a:cxn>
              <a:cxn ang="0">
                <a:pos x="connsiteX11177" y="connsiteY11177"/>
              </a:cxn>
              <a:cxn ang="0">
                <a:pos x="connsiteX11178" y="connsiteY11178"/>
              </a:cxn>
              <a:cxn ang="0">
                <a:pos x="connsiteX11179" y="connsiteY11179"/>
              </a:cxn>
              <a:cxn ang="0">
                <a:pos x="connsiteX11180" y="connsiteY11180"/>
              </a:cxn>
              <a:cxn ang="0">
                <a:pos x="connsiteX11181" y="connsiteY11181"/>
              </a:cxn>
              <a:cxn ang="0">
                <a:pos x="connsiteX11182" y="connsiteY11182"/>
              </a:cxn>
              <a:cxn ang="0">
                <a:pos x="connsiteX11183" y="connsiteY11183"/>
              </a:cxn>
              <a:cxn ang="0">
                <a:pos x="connsiteX11184" y="connsiteY11184"/>
              </a:cxn>
              <a:cxn ang="0">
                <a:pos x="connsiteX11185" y="connsiteY11185"/>
              </a:cxn>
              <a:cxn ang="0">
                <a:pos x="connsiteX11186" y="connsiteY11186"/>
              </a:cxn>
              <a:cxn ang="0">
                <a:pos x="connsiteX11187" y="connsiteY11187"/>
              </a:cxn>
              <a:cxn ang="0">
                <a:pos x="connsiteX11188" y="connsiteY11188"/>
              </a:cxn>
              <a:cxn ang="0">
                <a:pos x="connsiteX11189" y="connsiteY11189"/>
              </a:cxn>
              <a:cxn ang="0">
                <a:pos x="connsiteX11190" y="connsiteY11190"/>
              </a:cxn>
              <a:cxn ang="0">
                <a:pos x="connsiteX11191" y="connsiteY11191"/>
              </a:cxn>
              <a:cxn ang="0">
                <a:pos x="connsiteX11192" y="connsiteY11192"/>
              </a:cxn>
              <a:cxn ang="0">
                <a:pos x="connsiteX11193" y="connsiteY11193"/>
              </a:cxn>
              <a:cxn ang="0">
                <a:pos x="connsiteX11194" y="connsiteY11194"/>
              </a:cxn>
              <a:cxn ang="0">
                <a:pos x="connsiteX11195" y="connsiteY11195"/>
              </a:cxn>
              <a:cxn ang="0">
                <a:pos x="connsiteX11196" y="connsiteY11196"/>
              </a:cxn>
              <a:cxn ang="0">
                <a:pos x="connsiteX11197" y="connsiteY11197"/>
              </a:cxn>
              <a:cxn ang="0">
                <a:pos x="connsiteX11198" y="connsiteY11198"/>
              </a:cxn>
              <a:cxn ang="0">
                <a:pos x="connsiteX11199" y="connsiteY11199"/>
              </a:cxn>
              <a:cxn ang="0">
                <a:pos x="connsiteX11200" y="connsiteY11200"/>
              </a:cxn>
              <a:cxn ang="0">
                <a:pos x="connsiteX11201" y="connsiteY11201"/>
              </a:cxn>
              <a:cxn ang="0">
                <a:pos x="connsiteX11202" y="connsiteY11202"/>
              </a:cxn>
              <a:cxn ang="0">
                <a:pos x="connsiteX11203" y="connsiteY11203"/>
              </a:cxn>
              <a:cxn ang="0">
                <a:pos x="connsiteX11204" y="connsiteY11204"/>
              </a:cxn>
              <a:cxn ang="0">
                <a:pos x="connsiteX11205" y="connsiteY11205"/>
              </a:cxn>
              <a:cxn ang="0">
                <a:pos x="connsiteX11206" y="connsiteY11206"/>
              </a:cxn>
              <a:cxn ang="0">
                <a:pos x="connsiteX11207" y="connsiteY11207"/>
              </a:cxn>
              <a:cxn ang="0">
                <a:pos x="connsiteX11208" y="connsiteY11208"/>
              </a:cxn>
              <a:cxn ang="0">
                <a:pos x="connsiteX11209" y="connsiteY11209"/>
              </a:cxn>
              <a:cxn ang="0">
                <a:pos x="connsiteX11210" y="connsiteY11210"/>
              </a:cxn>
              <a:cxn ang="0">
                <a:pos x="connsiteX11211" y="connsiteY11211"/>
              </a:cxn>
              <a:cxn ang="0">
                <a:pos x="connsiteX11212" y="connsiteY11212"/>
              </a:cxn>
              <a:cxn ang="0">
                <a:pos x="connsiteX11213" y="connsiteY11213"/>
              </a:cxn>
              <a:cxn ang="0">
                <a:pos x="connsiteX11214" y="connsiteY11214"/>
              </a:cxn>
              <a:cxn ang="0">
                <a:pos x="connsiteX11215" y="connsiteY11215"/>
              </a:cxn>
              <a:cxn ang="0">
                <a:pos x="connsiteX11216" y="connsiteY11216"/>
              </a:cxn>
              <a:cxn ang="0">
                <a:pos x="connsiteX11217" y="connsiteY11217"/>
              </a:cxn>
              <a:cxn ang="0">
                <a:pos x="connsiteX11218" y="connsiteY11218"/>
              </a:cxn>
              <a:cxn ang="0">
                <a:pos x="connsiteX11219" y="connsiteY11219"/>
              </a:cxn>
              <a:cxn ang="0">
                <a:pos x="connsiteX11220" y="connsiteY11220"/>
              </a:cxn>
              <a:cxn ang="0">
                <a:pos x="connsiteX11221" y="connsiteY11221"/>
              </a:cxn>
              <a:cxn ang="0">
                <a:pos x="connsiteX11222" y="connsiteY11222"/>
              </a:cxn>
              <a:cxn ang="0">
                <a:pos x="connsiteX11223" y="connsiteY11223"/>
              </a:cxn>
              <a:cxn ang="0">
                <a:pos x="connsiteX11224" y="connsiteY11224"/>
              </a:cxn>
              <a:cxn ang="0">
                <a:pos x="connsiteX11225" y="connsiteY11225"/>
              </a:cxn>
              <a:cxn ang="0">
                <a:pos x="connsiteX11226" y="connsiteY11226"/>
              </a:cxn>
              <a:cxn ang="0">
                <a:pos x="connsiteX11227" y="connsiteY11227"/>
              </a:cxn>
              <a:cxn ang="0">
                <a:pos x="connsiteX11228" y="connsiteY11228"/>
              </a:cxn>
              <a:cxn ang="0">
                <a:pos x="connsiteX11229" y="connsiteY11229"/>
              </a:cxn>
              <a:cxn ang="0">
                <a:pos x="connsiteX11230" y="connsiteY11230"/>
              </a:cxn>
              <a:cxn ang="0">
                <a:pos x="connsiteX11231" y="connsiteY11231"/>
              </a:cxn>
              <a:cxn ang="0">
                <a:pos x="connsiteX11232" y="connsiteY11232"/>
              </a:cxn>
              <a:cxn ang="0">
                <a:pos x="connsiteX11233" y="connsiteY11233"/>
              </a:cxn>
              <a:cxn ang="0">
                <a:pos x="connsiteX11234" y="connsiteY11234"/>
              </a:cxn>
              <a:cxn ang="0">
                <a:pos x="connsiteX11235" y="connsiteY11235"/>
              </a:cxn>
              <a:cxn ang="0">
                <a:pos x="connsiteX11236" y="connsiteY11236"/>
              </a:cxn>
              <a:cxn ang="0">
                <a:pos x="connsiteX11237" y="connsiteY11237"/>
              </a:cxn>
              <a:cxn ang="0">
                <a:pos x="connsiteX11238" y="connsiteY11238"/>
              </a:cxn>
              <a:cxn ang="0">
                <a:pos x="connsiteX11239" y="connsiteY11239"/>
              </a:cxn>
              <a:cxn ang="0">
                <a:pos x="connsiteX11240" y="connsiteY11240"/>
              </a:cxn>
              <a:cxn ang="0">
                <a:pos x="connsiteX11241" y="connsiteY11241"/>
              </a:cxn>
              <a:cxn ang="0">
                <a:pos x="connsiteX11242" y="connsiteY11242"/>
              </a:cxn>
              <a:cxn ang="0">
                <a:pos x="connsiteX11243" y="connsiteY11243"/>
              </a:cxn>
              <a:cxn ang="0">
                <a:pos x="connsiteX11244" y="connsiteY11244"/>
              </a:cxn>
              <a:cxn ang="0">
                <a:pos x="connsiteX11245" y="connsiteY11245"/>
              </a:cxn>
              <a:cxn ang="0">
                <a:pos x="connsiteX11246" y="connsiteY11246"/>
              </a:cxn>
              <a:cxn ang="0">
                <a:pos x="connsiteX11247" y="connsiteY11247"/>
              </a:cxn>
              <a:cxn ang="0">
                <a:pos x="connsiteX11248" y="connsiteY11248"/>
              </a:cxn>
              <a:cxn ang="0">
                <a:pos x="connsiteX11249" y="connsiteY11249"/>
              </a:cxn>
              <a:cxn ang="0">
                <a:pos x="connsiteX11250" y="connsiteY11250"/>
              </a:cxn>
              <a:cxn ang="0">
                <a:pos x="connsiteX11251" y="connsiteY11251"/>
              </a:cxn>
              <a:cxn ang="0">
                <a:pos x="connsiteX11252" y="connsiteY11252"/>
              </a:cxn>
              <a:cxn ang="0">
                <a:pos x="connsiteX11253" y="connsiteY11253"/>
              </a:cxn>
              <a:cxn ang="0">
                <a:pos x="connsiteX11254" y="connsiteY11254"/>
              </a:cxn>
              <a:cxn ang="0">
                <a:pos x="connsiteX11255" y="connsiteY11255"/>
              </a:cxn>
              <a:cxn ang="0">
                <a:pos x="connsiteX11256" y="connsiteY11256"/>
              </a:cxn>
              <a:cxn ang="0">
                <a:pos x="connsiteX11257" y="connsiteY11257"/>
              </a:cxn>
              <a:cxn ang="0">
                <a:pos x="connsiteX11258" y="connsiteY11258"/>
              </a:cxn>
              <a:cxn ang="0">
                <a:pos x="connsiteX11259" y="connsiteY11259"/>
              </a:cxn>
              <a:cxn ang="0">
                <a:pos x="connsiteX11260" y="connsiteY11260"/>
              </a:cxn>
              <a:cxn ang="0">
                <a:pos x="connsiteX11261" y="connsiteY11261"/>
              </a:cxn>
              <a:cxn ang="0">
                <a:pos x="connsiteX11262" y="connsiteY11262"/>
              </a:cxn>
              <a:cxn ang="0">
                <a:pos x="connsiteX11263" y="connsiteY11263"/>
              </a:cxn>
              <a:cxn ang="0">
                <a:pos x="connsiteX11264" y="connsiteY11264"/>
              </a:cxn>
              <a:cxn ang="0">
                <a:pos x="connsiteX11265" y="connsiteY11265"/>
              </a:cxn>
              <a:cxn ang="0">
                <a:pos x="connsiteX11266" y="connsiteY11266"/>
              </a:cxn>
              <a:cxn ang="0">
                <a:pos x="connsiteX11267" y="connsiteY11267"/>
              </a:cxn>
              <a:cxn ang="0">
                <a:pos x="connsiteX11268" y="connsiteY11268"/>
              </a:cxn>
              <a:cxn ang="0">
                <a:pos x="connsiteX11269" y="connsiteY11269"/>
              </a:cxn>
              <a:cxn ang="0">
                <a:pos x="connsiteX11270" y="connsiteY11270"/>
              </a:cxn>
              <a:cxn ang="0">
                <a:pos x="connsiteX11271" y="connsiteY11271"/>
              </a:cxn>
              <a:cxn ang="0">
                <a:pos x="connsiteX11272" y="connsiteY11272"/>
              </a:cxn>
              <a:cxn ang="0">
                <a:pos x="connsiteX11273" y="connsiteY11273"/>
              </a:cxn>
              <a:cxn ang="0">
                <a:pos x="connsiteX11274" y="connsiteY11274"/>
              </a:cxn>
              <a:cxn ang="0">
                <a:pos x="connsiteX11275" y="connsiteY11275"/>
              </a:cxn>
              <a:cxn ang="0">
                <a:pos x="connsiteX11276" y="connsiteY11276"/>
              </a:cxn>
              <a:cxn ang="0">
                <a:pos x="connsiteX11277" y="connsiteY11277"/>
              </a:cxn>
              <a:cxn ang="0">
                <a:pos x="connsiteX11278" y="connsiteY11278"/>
              </a:cxn>
              <a:cxn ang="0">
                <a:pos x="connsiteX11279" y="connsiteY11279"/>
              </a:cxn>
              <a:cxn ang="0">
                <a:pos x="connsiteX11280" y="connsiteY11280"/>
              </a:cxn>
              <a:cxn ang="0">
                <a:pos x="connsiteX11281" y="connsiteY11281"/>
              </a:cxn>
              <a:cxn ang="0">
                <a:pos x="connsiteX11282" y="connsiteY11282"/>
              </a:cxn>
              <a:cxn ang="0">
                <a:pos x="connsiteX11283" y="connsiteY11283"/>
              </a:cxn>
              <a:cxn ang="0">
                <a:pos x="connsiteX11284" y="connsiteY11284"/>
              </a:cxn>
              <a:cxn ang="0">
                <a:pos x="connsiteX11285" y="connsiteY11285"/>
              </a:cxn>
              <a:cxn ang="0">
                <a:pos x="connsiteX11286" y="connsiteY11286"/>
              </a:cxn>
              <a:cxn ang="0">
                <a:pos x="connsiteX11287" y="connsiteY11287"/>
              </a:cxn>
              <a:cxn ang="0">
                <a:pos x="connsiteX11288" y="connsiteY11288"/>
              </a:cxn>
              <a:cxn ang="0">
                <a:pos x="connsiteX11289" y="connsiteY11289"/>
              </a:cxn>
              <a:cxn ang="0">
                <a:pos x="connsiteX11290" y="connsiteY11290"/>
              </a:cxn>
              <a:cxn ang="0">
                <a:pos x="connsiteX11291" y="connsiteY11291"/>
              </a:cxn>
              <a:cxn ang="0">
                <a:pos x="connsiteX11292" y="connsiteY11292"/>
              </a:cxn>
              <a:cxn ang="0">
                <a:pos x="connsiteX11293" y="connsiteY11293"/>
              </a:cxn>
              <a:cxn ang="0">
                <a:pos x="connsiteX11294" y="connsiteY11294"/>
              </a:cxn>
              <a:cxn ang="0">
                <a:pos x="connsiteX11295" y="connsiteY11295"/>
              </a:cxn>
              <a:cxn ang="0">
                <a:pos x="connsiteX11296" y="connsiteY11296"/>
              </a:cxn>
              <a:cxn ang="0">
                <a:pos x="connsiteX11297" y="connsiteY11297"/>
              </a:cxn>
              <a:cxn ang="0">
                <a:pos x="connsiteX11298" y="connsiteY11298"/>
              </a:cxn>
              <a:cxn ang="0">
                <a:pos x="connsiteX11299" y="connsiteY11299"/>
              </a:cxn>
              <a:cxn ang="0">
                <a:pos x="connsiteX11300" y="connsiteY11300"/>
              </a:cxn>
              <a:cxn ang="0">
                <a:pos x="connsiteX11301" y="connsiteY11301"/>
              </a:cxn>
              <a:cxn ang="0">
                <a:pos x="connsiteX11302" y="connsiteY11302"/>
              </a:cxn>
              <a:cxn ang="0">
                <a:pos x="connsiteX11303" y="connsiteY11303"/>
              </a:cxn>
              <a:cxn ang="0">
                <a:pos x="connsiteX11304" y="connsiteY11304"/>
              </a:cxn>
              <a:cxn ang="0">
                <a:pos x="connsiteX11305" y="connsiteY11305"/>
              </a:cxn>
              <a:cxn ang="0">
                <a:pos x="connsiteX11306" y="connsiteY11306"/>
              </a:cxn>
              <a:cxn ang="0">
                <a:pos x="connsiteX11307" y="connsiteY11307"/>
              </a:cxn>
              <a:cxn ang="0">
                <a:pos x="connsiteX11308" y="connsiteY11308"/>
              </a:cxn>
              <a:cxn ang="0">
                <a:pos x="connsiteX11309" y="connsiteY11309"/>
              </a:cxn>
              <a:cxn ang="0">
                <a:pos x="connsiteX11310" y="connsiteY11310"/>
              </a:cxn>
              <a:cxn ang="0">
                <a:pos x="connsiteX11311" y="connsiteY11311"/>
              </a:cxn>
              <a:cxn ang="0">
                <a:pos x="connsiteX11312" y="connsiteY11312"/>
              </a:cxn>
              <a:cxn ang="0">
                <a:pos x="connsiteX11313" y="connsiteY11313"/>
              </a:cxn>
              <a:cxn ang="0">
                <a:pos x="connsiteX11314" y="connsiteY11314"/>
              </a:cxn>
              <a:cxn ang="0">
                <a:pos x="connsiteX11315" y="connsiteY11315"/>
              </a:cxn>
              <a:cxn ang="0">
                <a:pos x="connsiteX11316" y="connsiteY11316"/>
              </a:cxn>
              <a:cxn ang="0">
                <a:pos x="connsiteX11317" y="connsiteY11317"/>
              </a:cxn>
              <a:cxn ang="0">
                <a:pos x="connsiteX11318" y="connsiteY11318"/>
              </a:cxn>
              <a:cxn ang="0">
                <a:pos x="connsiteX11319" y="connsiteY11319"/>
              </a:cxn>
              <a:cxn ang="0">
                <a:pos x="connsiteX11320" y="connsiteY11320"/>
              </a:cxn>
              <a:cxn ang="0">
                <a:pos x="connsiteX11321" y="connsiteY11321"/>
              </a:cxn>
              <a:cxn ang="0">
                <a:pos x="connsiteX11322" y="connsiteY11322"/>
              </a:cxn>
              <a:cxn ang="0">
                <a:pos x="connsiteX11323" y="connsiteY11323"/>
              </a:cxn>
              <a:cxn ang="0">
                <a:pos x="connsiteX11324" y="connsiteY11324"/>
              </a:cxn>
              <a:cxn ang="0">
                <a:pos x="connsiteX11325" y="connsiteY11325"/>
              </a:cxn>
              <a:cxn ang="0">
                <a:pos x="connsiteX11326" y="connsiteY11326"/>
              </a:cxn>
              <a:cxn ang="0">
                <a:pos x="connsiteX11327" y="connsiteY11327"/>
              </a:cxn>
              <a:cxn ang="0">
                <a:pos x="connsiteX11328" y="connsiteY11328"/>
              </a:cxn>
              <a:cxn ang="0">
                <a:pos x="connsiteX11329" y="connsiteY11329"/>
              </a:cxn>
              <a:cxn ang="0">
                <a:pos x="connsiteX11330" y="connsiteY11330"/>
              </a:cxn>
              <a:cxn ang="0">
                <a:pos x="connsiteX11331" y="connsiteY11331"/>
              </a:cxn>
              <a:cxn ang="0">
                <a:pos x="connsiteX11332" y="connsiteY11332"/>
              </a:cxn>
              <a:cxn ang="0">
                <a:pos x="connsiteX11333" y="connsiteY11333"/>
              </a:cxn>
              <a:cxn ang="0">
                <a:pos x="connsiteX11334" y="connsiteY11334"/>
              </a:cxn>
              <a:cxn ang="0">
                <a:pos x="connsiteX11335" y="connsiteY11335"/>
              </a:cxn>
              <a:cxn ang="0">
                <a:pos x="connsiteX11336" y="connsiteY11336"/>
              </a:cxn>
              <a:cxn ang="0">
                <a:pos x="connsiteX11337" y="connsiteY11337"/>
              </a:cxn>
              <a:cxn ang="0">
                <a:pos x="connsiteX11338" y="connsiteY11338"/>
              </a:cxn>
              <a:cxn ang="0">
                <a:pos x="connsiteX11339" y="connsiteY11339"/>
              </a:cxn>
              <a:cxn ang="0">
                <a:pos x="connsiteX11340" y="connsiteY11340"/>
              </a:cxn>
              <a:cxn ang="0">
                <a:pos x="connsiteX11341" y="connsiteY11341"/>
              </a:cxn>
              <a:cxn ang="0">
                <a:pos x="connsiteX11342" y="connsiteY11342"/>
              </a:cxn>
              <a:cxn ang="0">
                <a:pos x="connsiteX11343" y="connsiteY11343"/>
              </a:cxn>
              <a:cxn ang="0">
                <a:pos x="connsiteX11344" y="connsiteY11344"/>
              </a:cxn>
              <a:cxn ang="0">
                <a:pos x="connsiteX11345" y="connsiteY11345"/>
              </a:cxn>
              <a:cxn ang="0">
                <a:pos x="connsiteX11346" y="connsiteY11346"/>
              </a:cxn>
              <a:cxn ang="0">
                <a:pos x="connsiteX11347" y="connsiteY11347"/>
              </a:cxn>
              <a:cxn ang="0">
                <a:pos x="connsiteX11348" y="connsiteY11348"/>
              </a:cxn>
              <a:cxn ang="0">
                <a:pos x="connsiteX11349" y="connsiteY11349"/>
              </a:cxn>
              <a:cxn ang="0">
                <a:pos x="connsiteX11350" y="connsiteY11350"/>
              </a:cxn>
              <a:cxn ang="0">
                <a:pos x="connsiteX11351" y="connsiteY11351"/>
              </a:cxn>
              <a:cxn ang="0">
                <a:pos x="connsiteX11352" y="connsiteY11352"/>
              </a:cxn>
              <a:cxn ang="0">
                <a:pos x="connsiteX11353" y="connsiteY11353"/>
              </a:cxn>
              <a:cxn ang="0">
                <a:pos x="connsiteX11354" y="connsiteY11354"/>
              </a:cxn>
              <a:cxn ang="0">
                <a:pos x="connsiteX11355" y="connsiteY11355"/>
              </a:cxn>
              <a:cxn ang="0">
                <a:pos x="connsiteX11356" y="connsiteY11356"/>
              </a:cxn>
              <a:cxn ang="0">
                <a:pos x="connsiteX11357" y="connsiteY11357"/>
              </a:cxn>
              <a:cxn ang="0">
                <a:pos x="connsiteX11358" y="connsiteY11358"/>
              </a:cxn>
              <a:cxn ang="0">
                <a:pos x="connsiteX11359" y="connsiteY11359"/>
              </a:cxn>
              <a:cxn ang="0">
                <a:pos x="connsiteX11360" y="connsiteY11360"/>
              </a:cxn>
              <a:cxn ang="0">
                <a:pos x="connsiteX11361" y="connsiteY11361"/>
              </a:cxn>
              <a:cxn ang="0">
                <a:pos x="connsiteX11362" y="connsiteY11362"/>
              </a:cxn>
              <a:cxn ang="0">
                <a:pos x="connsiteX11363" y="connsiteY11363"/>
              </a:cxn>
              <a:cxn ang="0">
                <a:pos x="connsiteX11364" y="connsiteY11364"/>
              </a:cxn>
              <a:cxn ang="0">
                <a:pos x="connsiteX11365" y="connsiteY11365"/>
              </a:cxn>
              <a:cxn ang="0">
                <a:pos x="connsiteX11366" y="connsiteY11366"/>
              </a:cxn>
              <a:cxn ang="0">
                <a:pos x="connsiteX11367" y="connsiteY11367"/>
              </a:cxn>
              <a:cxn ang="0">
                <a:pos x="connsiteX11368" y="connsiteY11368"/>
              </a:cxn>
              <a:cxn ang="0">
                <a:pos x="connsiteX11369" y="connsiteY11369"/>
              </a:cxn>
              <a:cxn ang="0">
                <a:pos x="connsiteX11370" y="connsiteY11370"/>
              </a:cxn>
              <a:cxn ang="0">
                <a:pos x="connsiteX11371" y="connsiteY11371"/>
              </a:cxn>
              <a:cxn ang="0">
                <a:pos x="connsiteX11372" y="connsiteY11372"/>
              </a:cxn>
              <a:cxn ang="0">
                <a:pos x="connsiteX11373" y="connsiteY11373"/>
              </a:cxn>
              <a:cxn ang="0">
                <a:pos x="connsiteX11374" y="connsiteY11374"/>
              </a:cxn>
              <a:cxn ang="0">
                <a:pos x="connsiteX11375" y="connsiteY11375"/>
              </a:cxn>
              <a:cxn ang="0">
                <a:pos x="connsiteX11376" y="connsiteY11376"/>
              </a:cxn>
              <a:cxn ang="0">
                <a:pos x="connsiteX11377" y="connsiteY11377"/>
              </a:cxn>
              <a:cxn ang="0">
                <a:pos x="connsiteX11378" y="connsiteY11378"/>
              </a:cxn>
              <a:cxn ang="0">
                <a:pos x="connsiteX11379" y="connsiteY11379"/>
              </a:cxn>
              <a:cxn ang="0">
                <a:pos x="connsiteX11380" y="connsiteY11380"/>
              </a:cxn>
              <a:cxn ang="0">
                <a:pos x="connsiteX11381" y="connsiteY11381"/>
              </a:cxn>
              <a:cxn ang="0">
                <a:pos x="connsiteX11382" y="connsiteY11382"/>
              </a:cxn>
              <a:cxn ang="0">
                <a:pos x="connsiteX11383" y="connsiteY11383"/>
              </a:cxn>
              <a:cxn ang="0">
                <a:pos x="connsiteX11384" y="connsiteY11384"/>
              </a:cxn>
              <a:cxn ang="0">
                <a:pos x="connsiteX11385" y="connsiteY11385"/>
              </a:cxn>
              <a:cxn ang="0">
                <a:pos x="connsiteX11386" y="connsiteY11386"/>
              </a:cxn>
              <a:cxn ang="0">
                <a:pos x="connsiteX11387" y="connsiteY11387"/>
              </a:cxn>
              <a:cxn ang="0">
                <a:pos x="connsiteX11388" y="connsiteY11388"/>
              </a:cxn>
              <a:cxn ang="0">
                <a:pos x="connsiteX11389" y="connsiteY11389"/>
              </a:cxn>
              <a:cxn ang="0">
                <a:pos x="connsiteX11390" y="connsiteY11390"/>
              </a:cxn>
              <a:cxn ang="0">
                <a:pos x="connsiteX11391" y="connsiteY11391"/>
              </a:cxn>
              <a:cxn ang="0">
                <a:pos x="connsiteX11392" y="connsiteY11392"/>
              </a:cxn>
              <a:cxn ang="0">
                <a:pos x="connsiteX11393" y="connsiteY11393"/>
              </a:cxn>
              <a:cxn ang="0">
                <a:pos x="connsiteX11394" y="connsiteY11394"/>
              </a:cxn>
              <a:cxn ang="0">
                <a:pos x="connsiteX11395" y="connsiteY11395"/>
              </a:cxn>
              <a:cxn ang="0">
                <a:pos x="connsiteX11396" y="connsiteY11396"/>
              </a:cxn>
              <a:cxn ang="0">
                <a:pos x="connsiteX11397" y="connsiteY11397"/>
              </a:cxn>
              <a:cxn ang="0">
                <a:pos x="connsiteX11398" y="connsiteY11398"/>
              </a:cxn>
              <a:cxn ang="0">
                <a:pos x="connsiteX11399" y="connsiteY11399"/>
              </a:cxn>
              <a:cxn ang="0">
                <a:pos x="connsiteX11400" y="connsiteY11400"/>
              </a:cxn>
              <a:cxn ang="0">
                <a:pos x="connsiteX11401" y="connsiteY11401"/>
              </a:cxn>
              <a:cxn ang="0">
                <a:pos x="connsiteX11402" y="connsiteY11402"/>
              </a:cxn>
              <a:cxn ang="0">
                <a:pos x="connsiteX11403" y="connsiteY11403"/>
              </a:cxn>
              <a:cxn ang="0">
                <a:pos x="connsiteX11404" y="connsiteY11404"/>
              </a:cxn>
              <a:cxn ang="0">
                <a:pos x="connsiteX11405" y="connsiteY11405"/>
              </a:cxn>
              <a:cxn ang="0">
                <a:pos x="connsiteX11406" y="connsiteY11406"/>
              </a:cxn>
              <a:cxn ang="0">
                <a:pos x="connsiteX11407" y="connsiteY11407"/>
              </a:cxn>
              <a:cxn ang="0">
                <a:pos x="connsiteX11408" y="connsiteY11408"/>
              </a:cxn>
              <a:cxn ang="0">
                <a:pos x="connsiteX11409" y="connsiteY11409"/>
              </a:cxn>
              <a:cxn ang="0">
                <a:pos x="connsiteX11410" y="connsiteY11410"/>
              </a:cxn>
              <a:cxn ang="0">
                <a:pos x="connsiteX11411" y="connsiteY11411"/>
              </a:cxn>
              <a:cxn ang="0">
                <a:pos x="connsiteX11412" y="connsiteY11412"/>
              </a:cxn>
              <a:cxn ang="0">
                <a:pos x="connsiteX11413" y="connsiteY11413"/>
              </a:cxn>
              <a:cxn ang="0">
                <a:pos x="connsiteX11414" y="connsiteY11414"/>
              </a:cxn>
              <a:cxn ang="0">
                <a:pos x="connsiteX11415" y="connsiteY11415"/>
              </a:cxn>
              <a:cxn ang="0">
                <a:pos x="connsiteX11416" y="connsiteY11416"/>
              </a:cxn>
              <a:cxn ang="0">
                <a:pos x="connsiteX11417" y="connsiteY11417"/>
              </a:cxn>
              <a:cxn ang="0">
                <a:pos x="connsiteX11418" y="connsiteY11418"/>
              </a:cxn>
              <a:cxn ang="0">
                <a:pos x="connsiteX11419" y="connsiteY11419"/>
              </a:cxn>
              <a:cxn ang="0">
                <a:pos x="connsiteX11420" y="connsiteY11420"/>
              </a:cxn>
              <a:cxn ang="0">
                <a:pos x="connsiteX11421" y="connsiteY11421"/>
              </a:cxn>
              <a:cxn ang="0">
                <a:pos x="connsiteX11422" y="connsiteY11422"/>
              </a:cxn>
              <a:cxn ang="0">
                <a:pos x="connsiteX11423" y="connsiteY11423"/>
              </a:cxn>
              <a:cxn ang="0">
                <a:pos x="connsiteX11424" y="connsiteY11424"/>
              </a:cxn>
              <a:cxn ang="0">
                <a:pos x="connsiteX11425" y="connsiteY11425"/>
              </a:cxn>
              <a:cxn ang="0">
                <a:pos x="connsiteX11426" y="connsiteY11426"/>
              </a:cxn>
              <a:cxn ang="0">
                <a:pos x="connsiteX11427" y="connsiteY11427"/>
              </a:cxn>
              <a:cxn ang="0">
                <a:pos x="connsiteX11428" y="connsiteY11428"/>
              </a:cxn>
              <a:cxn ang="0">
                <a:pos x="connsiteX11429" y="connsiteY11429"/>
              </a:cxn>
              <a:cxn ang="0">
                <a:pos x="connsiteX11430" y="connsiteY11430"/>
              </a:cxn>
              <a:cxn ang="0">
                <a:pos x="connsiteX11431" y="connsiteY11431"/>
              </a:cxn>
              <a:cxn ang="0">
                <a:pos x="connsiteX11432" y="connsiteY11432"/>
              </a:cxn>
              <a:cxn ang="0">
                <a:pos x="connsiteX11433" y="connsiteY11433"/>
              </a:cxn>
              <a:cxn ang="0">
                <a:pos x="connsiteX11434" y="connsiteY11434"/>
              </a:cxn>
              <a:cxn ang="0">
                <a:pos x="connsiteX11435" y="connsiteY11435"/>
              </a:cxn>
              <a:cxn ang="0">
                <a:pos x="connsiteX11436" y="connsiteY11436"/>
              </a:cxn>
              <a:cxn ang="0">
                <a:pos x="connsiteX11437" y="connsiteY11437"/>
              </a:cxn>
              <a:cxn ang="0">
                <a:pos x="connsiteX11438" y="connsiteY11438"/>
              </a:cxn>
              <a:cxn ang="0">
                <a:pos x="connsiteX11439" y="connsiteY11439"/>
              </a:cxn>
              <a:cxn ang="0">
                <a:pos x="connsiteX11440" y="connsiteY11440"/>
              </a:cxn>
              <a:cxn ang="0">
                <a:pos x="connsiteX11441" y="connsiteY11441"/>
              </a:cxn>
              <a:cxn ang="0">
                <a:pos x="connsiteX11442" y="connsiteY11442"/>
              </a:cxn>
              <a:cxn ang="0">
                <a:pos x="connsiteX11443" y="connsiteY11443"/>
              </a:cxn>
              <a:cxn ang="0">
                <a:pos x="connsiteX11444" y="connsiteY11444"/>
              </a:cxn>
              <a:cxn ang="0">
                <a:pos x="connsiteX11445" y="connsiteY11445"/>
              </a:cxn>
              <a:cxn ang="0">
                <a:pos x="connsiteX11446" y="connsiteY11446"/>
              </a:cxn>
              <a:cxn ang="0">
                <a:pos x="connsiteX11447" y="connsiteY11447"/>
              </a:cxn>
              <a:cxn ang="0">
                <a:pos x="connsiteX11448" y="connsiteY11448"/>
              </a:cxn>
              <a:cxn ang="0">
                <a:pos x="connsiteX11449" y="connsiteY11449"/>
              </a:cxn>
              <a:cxn ang="0">
                <a:pos x="connsiteX11450" y="connsiteY11450"/>
              </a:cxn>
              <a:cxn ang="0">
                <a:pos x="connsiteX11451" y="connsiteY11451"/>
              </a:cxn>
              <a:cxn ang="0">
                <a:pos x="connsiteX11452" y="connsiteY11452"/>
              </a:cxn>
              <a:cxn ang="0">
                <a:pos x="connsiteX11453" y="connsiteY11453"/>
              </a:cxn>
              <a:cxn ang="0">
                <a:pos x="connsiteX11454" y="connsiteY11454"/>
              </a:cxn>
              <a:cxn ang="0">
                <a:pos x="connsiteX11455" y="connsiteY11455"/>
              </a:cxn>
              <a:cxn ang="0">
                <a:pos x="connsiteX11456" y="connsiteY11456"/>
              </a:cxn>
              <a:cxn ang="0">
                <a:pos x="connsiteX11457" y="connsiteY11457"/>
              </a:cxn>
              <a:cxn ang="0">
                <a:pos x="connsiteX11458" y="connsiteY11458"/>
              </a:cxn>
              <a:cxn ang="0">
                <a:pos x="connsiteX11459" y="connsiteY11459"/>
              </a:cxn>
              <a:cxn ang="0">
                <a:pos x="connsiteX11460" y="connsiteY11460"/>
              </a:cxn>
              <a:cxn ang="0">
                <a:pos x="connsiteX11461" y="connsiteY11461"/>
              </a:cxn>
              <a:cxn ang="0">
                <a:pos x="connsiteX11462" y="connsiteY11462"/>
              </a:cxn>
              <a:cxn ang="0">
                <a:pos x="connsiteX11463" y="connsiteY11463"/>
              </a:cxn>
              <a:cxn ang="0">
                <a:pos x="connsiteX11464" y="connsiteY11464"/>
              </a:cxn>
              <a:cxn ang="0">
                <a:pos x="connsiteX11465" y="connsiteY11465"/>
              </a:cxn>
              <a:cxn ang="0">
                <a:pos x="connsiteX11466" y="connsiteY11466"/>
              </a:cxn>
              <a:cxn ang="0">
                <a:pos x="connsiteX11467" y="connsiteY11467"/>
              </a:cxn>
              <a:cxn ang="0">
                <a:pos x="connsiteX11468" y="connsiteY11468"/>
              </a:cxn>
              <a:cxn ang="0">
                <a:pos x="connsiteX11469" y="connsiteY11469"/>
              </a:cxn>
              <a:cxn ang="0">
                <a:pos x="connsiteX11470" y="connsiteY11470"/>
              </a:cxn>
              <a:cxn ang="0">
                <a:pos x="connsiteX11471" y="connsiteY11471"/>
              </a:cxn>
              <a:cxn ang="0">
                <a:pos x="connsiteX11472" y="connsiteY11472"/>
              </a:cxn>
              <a:cxn ang="0">
                <a:pos x="connsiteX11473" y="connsiteY11473"/>
              </a:cxn>
              <a:cxn ang="0">
                <a:pos x="connsiteX11474" y="connsiteY11474"/>
              </a:cxn>
              <a:cxn ang="0">
                <a:pos x="connsiteX11475" y="connsiteY11475"/>
              </a:cxn>
              <a:cxn ang="0">
                <a:pos x="connsiteX11476" y="connsiteY11476"/>
              </a:cxn>
              <a:cxn ang="0">
                <a:pos x="connsiteX11477" y="connsiteY11477"/>
              </a:cxn>
              <a:cxn ang="0">
                <a:pos x="connsiteX11478" y="connsiteY11478"/>
              </a:cxn>
              <a:cxn ang="0">
                <a:pos x="connsiteX11479" y="connsiteY11479"/>
              </a:cxn>
              <a:cxn ang="0">
                <a:pos x="connsiteX11480" y="connsiteY11480"/>
              </a:cxn>
              <a:cxn ang="0">
                <a:pos x="connsiteX11481" y="connsiteY11481"/>
              </a:cxn>
              <a:cxn ang="0">
                <a:pos x="connsiteX11482" y="connsiteY11482"/>
              </a:cxn>
              <a:cxn ang="0">
                <a:pos x="connsiteX11483" y="connsiteY11483"/>
              </a:cxn>
              <a:cxn ang="0">
                <a:pos x="connsiteX11484" y="connsiteY11484"/>
              </a:cxn>
              <a:cxn ang="0">
                <a:pos x="connsiteX11485" y="connsiteY11485"/>
              </a:cxn>
              <a:cxn ang="0">
                <a:pos x="connsiteX11486" y="connsiteY11486"/>
              </a:cxn>
              <a:cxn ang="0">
                <a:pos x="connsiteX11487" y="connsiteY11487"/>
              </a:cxn>
              <a:cxn ang="0">
                <a:pos x="connsiteX11488" y="connsiteY11488"/>
              </a:cxn>
              <a:cxn ang="0">
                <a:pos x="connsiteX11489" y="connsiteY11489"/>
              </a:cxn>
              <a:cxn ang="0">
                <a:pos x="connsiteX11490" y="connsiteY11490"/>
              </a:cxn>
              <a:cxn ang="0">
                <a:pos x="connsiteX11491" y="connsiteY11491"/>
              </a:cxn>
              <a:cxn ang="0">
                <a:pos x="connsiteX11492" y="connsiteY11492"/>
              </a:cxn>
              <a:cxn ang="0">
                <a:pos x="connsiteX11493" y="connsiteY11493"/>
              </a:cxn>
              <a:cxn ang="0">
                <a:pos x="connsiteX11494" y="connsiteY11494"/>
              </a:cxn>
              <a:cxn ang="0">
                <a:pos x="connsiteX11495" y="connsiteY11495"/>
              </a:cxn>
              <a:cxn ang="0">
                <a:pos x="connsiteX11496" y="connsiteY11496"/>
              </a:cxn>
              <a:cxn ang="0">
                <a:pos x="connsiteX11497" y="connsiteY11497"/>
              </a:cxn>
              <a:cxn ang="0">
                <a:pos x="connsiteX11498" y="connsiteY11498"/>
              </a:cxn>
              <a:cxn ang="0">
                <a:pos x="connsiteX11499" y="connsiteY11499"/>
              </a:cxn>
              <a:cxn ang="0">
                <a:pos x="connsiteX11500" y="connsiteY11500"/>
              </a:cxn>
              <a:cxn ang="0">
                <a:pos x="connsiteX11501" y="connsiteY11501"/>
              </a:cxn>
              <a:cxn ang="0">
                <a:pos x="connsiteX11502" y="connsiteY11502"/>
              </a:cxn>
              <a:cxn ang="0">
                <a:pos x="connsiteX11503" y="connsiteY11503"/>
              </a:cxn>
              <a:cxn ang="0">
                <a:pos x="connsiteX11504" y="connsiteY11504"/>
              </a:cxn>
              <a:cxn ang="0">
                <a:pos x="connsiteX11505" y="connsiteY11505"/>
              </a:cxn>
              <a:cxn ang="0">
                <a:pos x="connsiteX11506" y="connsiteY11506"/>
              </a:cxn>
              <a:cxn ang="0">
                <a:pos x="connsiteX11507" y="connsiteY11507"/>
              </a:cxn>
              <a:cxn ang="0">
                <a:pos x="connsiteX11508" y="connsiteY11508"/>
              </a:cxn>
              <a:cxn ang="0">
                <a:pos x="connsiteX11509" y="connsiteY11509"/>
              </a:cxn>
              <a:cxn ang="0">
                <a:pos x="connsiteX11510" y="connsiteY11510"/>
              </a:cxn>
              <a:cxn ang="0">
                <a:pos x="connsiteX11511" y="connsiteY11511"/>
              </a:cxn>
              <a:cxn ang="0">
                <a:pos x="connsiteX11512" y="connsiteY11512"/>
              </a:cxn>
              <a:cxn ang="0">
                <a:pos x="connsiteX11513" y="connsiteY11513"/>
              </a:cxn>
              <a:cxn ang="0">
                <a:pos x="connsiteX11514" y="connsiteY11514"/>
              </a:cxn>
              <a:cxn ang="0">
                <a:pos x="connsiteX11515" y="connsiteY11515"/>
              </a:cxn>
              <a:cxn ang="0">
                <a:pos x="connsiteX11516" y="connsiteY11516"/>
              </a:cxn>
              <a:cxn ang="0">
                <a:pos x="connsiteX11517" y="connsiteY11517"/>
              </a:cxn>
              <a:cxn ang="0">
                <a:pos x="connsiteX11518" y="connsiteY11518"/>
              </a:cxn>
              <a:cxn ang="0">
                <a:pos x="connsiteX11519" y="connsiteY11519"/>
              </a:cxn>
              <a:cxn ang="0">
                <a:pos x="connsiteX11520" y="connsiteY11520"/>
              </a:cxn>
              <a:cxn ang="0">
                <a:pos x="connsiteX11521" y="connsiteY11521"/>
              </a:cxn>
              <a:cxn ang="0">
                <a:pos x="connsiteX11522" y="connsiteY11522"/>
              </a:cxn>
              <a:cxn ang="0">
                <a:pos x="connsiteX11523" y="connsiteY11523"/>
              </a:cxn>
              <a:cxn ang="0">
                <a:pos x="connsiteX11524" y="connsiteY11524"/>
              </a:cxn>
              <a:cxn ang="0">
                <a:pos x="connsiteX11525" y="connsiteY11525"/>
              </a:cxn>
              <a:cxn ang="0">
                <a:pos x="connsiteX11526" y="connsiteY11526"/>
              </a:cxn>
              <a:cxn ang="0">
                <a:pos x="connsiteX11527" y="connsiteY11527"/>
              </a:cxn>
              <a:cxn ang="0">
                <a:pos x="connsiteX11528" y="connsiteY11528"/>
              </a:cxn>
              <a:cxn ang="0">
                <a:pos x="connsiteX11529" y="connsiteY11529"/>
              </a:cxn>
              <a:cxn ang="0">
                <a:pos x="connsiteX11530" y="connsiteY11530"/>
              </a:cxn>
              <a:cxn ang="0">
                <a:pos x="connsiteX11531" y="connsiteY11531"/>
              </a:cxn>
              <a:cxn ang="0">
                <a:pos x="connsiteX11532" y="connsiteY11532"/>
              </a:cxn>
              <a:cxn ang="0">
                <a:pos x="connsiteX11533" y="connsiteY11533"/>
              </a:cxn>
              <a:cxn ang="0">
                <a:pos x="connsiteX11534" y="connsiteY11534"/>
              </a:cxn>
              <a:cxn ang="0">
                <a:pos x="connsiteX11535" y="connsiteY11535"/>
              </a:cxn>
              <a:cxn ang="0">
                <a:pos x="connsiteX11536" y="connsiteY11536"/>
              </a:cxn>
              <a:cxn ang="0">
                <a:pos x="connsiteX11537" y="connsiteY11537"/>
              </a:cxn>
              <a:cxn ang="0">
                <a:pos x="connsiteX11538" y="connsiteY11538"/>
              </a:cxn>
              <a:cxn ang="0">
                <a:pos x="connsiteX11539" y="connsiteY11539"/>
              </a:cxn>
              <a:cxn ang="0">
                <a:pos x="connsiteX11540" y="connsiteY11540"/>
              </a:cxn>
              <a:cxn ang="0">
                <a:pos x="connsiteX11541" y="connsiteY11541"/>
              </a:cxn>
              <a:cxn ang="0">
                <a:pos x="connsiteX11542" y="connsiteY11542"/>
              </a:cxn>
              <a:cxn ang="0">
                <a:pos x="connsiteX11543" y="connsiteY11543"/>
              </a:cxn>
              <a:cxn ang="0">
                <a:pos x="connsiteX11544" y="connsiteY11544"/>
              </a:cxn>
              <a:cxn ang="0">
                <a:pos x="connsiteX11545" y="connsiteY11545"/>
              </a:cxn>
              <a:cxn ang="0">
                <a:pos x="connsiteX11546" y="connsiteY11546"/>
              </a:cxn>
              <a:cxn ang="0">
                <a:pos x="connsiteX11547" y="connsiteY11547"/>
              </a:cxn>
              <a:cxn ang="0">
                <a:pos x="connsiteX11548" y="connsiteY11548"/>
              </a:cxn>
              <a:cxn ang="0">
                <a:pos x="connsiteX11549" y="connsiteY11549"/>
              </a:cxn>
              <a:cxn ang="0">
                <a:pos x="connsiteX11550" y="connsiteY11550"/>
              </a:cxn>
              <a:cxn ang="0">
                <a:pos x="connsiteX11551" y="connsiteY11551"/>
              </a:cxn>
              <a:cxn ang="0">
                <a:pos x="connsiteX11552" y="connsiteY11552"/>
              </a:cxn>
              <a:cxn ang="0">
                <a:pos x="connsiteX11553" y="connsiteY11553"/>
              </a:cxn>
              <a:cxn ang="0">
                <a:pos x="connsiteX11554" y="connsiteY11554"/>
              </a:cxn>
              <a:cxn ang="0">
                <a:pos x="connsiteX11555" y="connsiteY11555"/>
              </a:cxn>
              <a:cxn ang="0">
                <a:pos x="connsiteX11556" y="connsiteY11556"/>
              </a:cxn>
              <a:cxn ang="0">
                <a:pos x="connsiteX11557" y="connsiteY11557"/>
              </a:cxn>
              <a:cxn ang="0">
                <a:pos x="connsiteX11558" y="connsiteY11558"/>
              </a:cxn>
              <a:cxn ang="0">
                <a:pos x="connsiteX11559" y="connsiteY11559"/>
              </a:cxn>
              <a:cxn ang="0">
                <a:pos x="connsiteX11560" y="connsiteY11560"/>
              </a:cxn>
              <a:cxn ang="0">
                <a:pos x="connsiteX11561" y="connsiteY11561"/>
              </a:cxn>
              <a:cxn ang="0">
                <a:pos x="connsiteX11562" y="connsiteY11562"/>
              </a:cxn>
              <a:cxn ang="0">
                <a:pos x="connsiteX11563" y="connsiteY11563"/>
              </a:cxn>
              <a:cxn ang="0">
                <a:pos x="connsiteX11564" y="connsiteY11564"/>
              </a:cxn>
              <a:cxn ang="0">
                <a:pos x="connsiteX11565" y="connsiteY11565"/>
              </a:cxn>
              <a:cxn ang="0">
                <a:pos x="connsiteX11566" y="connsiteY11566"/>
              </a:cxn>
              <a:cxn ang="0">
                <a:pos x="connsiteX11567" y="connsiteY11567"/>
              </a:cxn>
              <a:cxn ang="0">
                <a:pos x="connsiteX11568" y="connsiteY11568"/>
              </a:cxn>
              <a:cxn ang="0">
                <a:pos x="connsiteX11569" y="connsiteY11569"/>
              </a:cxn>
              <a:cxn ang="0">
                <a:pos x="connsiteX11570" y="connsiteY11570"/>
              </a:cxn>
              <a:cxn ang="0">
                <a:pos x="connsiteX11571" y="connsiteY11571"/>
              </a:cxn>
              <a:cxn ang="0">
                <a:pos x="connsiteX11572" y="connsiteY11572"/>
              </a:cxn>
              <a:cxn ang="0">
                <a:pos x="connsiteX11573" y="connsiteY11573"/>
              </a:cxn>
              <a:cxn ang="0">
                <a:pos x="connsiteX11574" y="connsiteY11574"/>
              </a:cxn>
              <a:cxn ang="0">
                <a:pos x="connsiteX11575" y="connsiteY11575"/>
              </a:cxn>
              <a:cxn ang="0">
                <a:pos x="connsiteX11576" y="connsiteY11576"/>
              </a:cxn>
              <a:cxn ang="0">
                <a:pos x="connsiteX11577" y="connsiteY11577"/>
              </a:cxn>
              <a:cxn ang="0">
                <a:pos x="connsiteX11578" y="connsiteY11578"/>
              </a:cxn>
              <a:cxn ang="0">
                <a:pos x="connsiteX11579" y="connsiteY11579"/>
              </a:cxn>
              <a:cxn ang="0">
                <a:pos x="connsiteX11580" y="connsiteY11580"/>
              </a:cxn>
              <a:cxn ang="0">
                <a:pos x="connsiteX11581" y="connsiteY11581"/>
              </a:cxn>
              <a:cxn ang="0">
                <a:pos x="connsiteX11582" y="connsiteY11582"/>
              </a:cxn>
              <a:cxn ang="0">
                <a:pos x="connsiteX11583" y="connsiteY11583"/>
              </a:cxn>
              <a:cxn ang="0">
                <a:pos x="connsiteX11584" y="connsiteY11584"/>
              </a:cxn>
              <a:cxn ang="0">
                <a:pos x="connsiteX11585" y="connsiteY11585"/>
              </a:cxn>
              <a:cxn ang="0">
                <a:pos x="connsiteX11586" y="connsiteY11586"/>
              </a:cxn>
              <a:cxn ang="0">
                <a:pos x="connsiteX11587" y="connsiteY11587"/>
              </a:cxn>
              <a:cxn ang="0">
                <a:pos x="connsiteX11588" y="connsiteY11588"/>
              </a:cxn>
              <a:cxn ang="0">
                <a:pos x="connsiteX11589" y="connsiteY11589"/>
              </a:cxn>
              <a:cxn ang="0">
                <a:pos x="connsiteX11590" y="connsiteY11590"/>
              </a:cxn>
              <a:cxn ang="0">
                <a:pos x="connsiteX11591" y="connsiteY11591"/>
              </a:cxn>
              <a:cxn ang="0">
                <a:pos x="connsiteX11592" y="connsiteY11592"/>
              </a:cxn>
              <a:cxn ang="0">
                <a:pos x="connsiteX11593" y="connsiteY11593"/>
              </a:cxn>
              <a:cxn ang="0">
                <a:pos x="connsiteX11594" y="connsiteY11594"/>
              </a:cxn>
              <a:cxn ang="0">
                <a:pos x="connsiteX11595" y="connsiteY11595"/>
              </a:cxn>
              <a:cxn ang="0">
                <a:pos x="connsiteX11596" y="connsiteY11596"/>
              </a:cxn>
              <a:cxn ang="0">
                <a:pos x="connsiteX11597" y="connsiteY11597"/>
              </a:cxn>
              <a:cxn ang="0">
                <a:pos x="connsiteX11598" y="connsiteY11598"/>
              </a:cxn>
              <a:cxn ang="0">
                <a:pos x="connsiteX11599" y="connsiteY11599"/>
              </a:cxn>
              <a:cxn ang="0">
                <a:pos x="connsiteX11600" y="connsiteY11600"/>
              </a:cxn>
              <a:cxn ang="0">
                <a:pos x="connsiteX11601" y="connsiteY11601"/>
              </a:cxn>
              <a:cxn ang="0">
                <a:pos x="connsiteX11602" y="connsiteY11602"/>
              </a:cxn>
              <a:cxn ang="0">
                <a:pos x="connsiteX11603" y="connsiteY11603"/>
              </a:cxn>
              <a:cxn ang="0">
                <a:pos x="connsiteX11604" y="connsiteY11604"/>
              </a:cxn>
              <a:cxn ang="0">
                <a:pos x="connsiteX11605" y="connsiteY11605"/>
              </a:cxn>
              <a:cxn ang="0">
                <a:pos x="connsiteX11606" y="connsiteY11606"/>
              </a:cxn>
              <a:cxn ang="0">
                <a:pos x="connsiteX11607" y="connsiteY11607"/>
              </a:cxn>
              <a:cxn ang="0">
                <a:pos x="connsiteX11608" y="connsiteY11608"/>
              </a:cxn>
              <a:cxn ang="0">
                <a:pos x="connsiteX11609" y="connsiteY11609"/>
              </a:cxn>
              <a:cxn ang="0">
                <a:pos x="connsiteX11610" y="connsiteY11610"/>
              </a:cxn>
              <a:cxn ang="0">
                <a:pos x="connsiteX11611" y="connsiteY11611"/>
              </a:cxn>
              <a:cxn ang="0">
                <a:pos x="connsiteX11612" y="connsiteY11612"/>
              </a:cxn>
              <a:cxn ang="0">
                <a:pos x="connsiteX11613" y="connsiteY11613"/>
              </a:cxn>
              <a:cxn ang="0">
                <a:pos x="connsiteX11614" y="connsiteY11614"/>
              </a:cxn>
              <a:cxn ang="0">
                <a:pos x="connsiteX11615" y="connsiteY11615"/>
              </a:cxn>
              <a:cxn ang="0">
                <a:pos x="connsiteX11616" y="connsiteY11616"/>
              </a:cxn>
              <a:cxn ang="0">
                <a:pos x="connsiteX11617" y="connsiteY11617"/>
              </a:cxn>
              <a:cxn ang="0">
                <a:pos x="connsiteX11618" y="connsiteY11618"/>
              </a:cxn>
              <a:cxn ang="0">
                <a:pos x="connsiteX11619" y="connsiteY11619"/>
              </a:cxn>
              <a:cxn ang="0">
                <a:pos x="connsiteX11620" y="connsiteY11620"/>
              </a:cxn>
              <a:cxn ang="0">
                <a:pos x="connsiteX11621" y="connsiteY11621"/>
              </a:cxn>
              <a:cxn ang="0">
                <a:pos x="connsiteX11622" y="connsiteY11622"/>
              </a:cxn>
              <a:cxn ang="0">
                <a:pos x="connsiteX11623" y="connsiteY11623"/>
              </a:cxn>
              <a:cxn ang="0">
                <a:pos x="connsiteX11624" y="connsiteY11624"/>
              </a:cxn>
              <a:cxn ang="0">
                <a:pos x="connsiteX11625" y="connsiteY11625"/>
              </a:cxn>
              <a:cxn ang="0">
                <a:pos x="connsiteX11626" y="connsiteY11626"/>
              </a:cxn>
              <a:cxn ang="0">
                <a:pos x="connsiteX11627" y="connsiteY11627"/>
              </a:cxn>
              <a:cxn ang="0">
                <a:pos x="connsiteX11628" y="connsiteY11628"/>
              </a:cxn>
              <a:cxn ang="0">
                <a:pos x="connsiteX11629" y="connsiteY11629"/>
              </a:cxn>
              <a:cxn ang="0">
                <a:pos x="connsiteX11630" y="connsiteY11630"/>
              </a:cxn>
              <a:cxn ang="0">
                <a:pos x="connsiteX11631" y="connsiteY11631"/>
              </a:cxn>
              <a:cxn ang="0">
                <a:pos x="connsiteX11632" y="connsiteY11632"/>
              </a:cxn>
              <a:cxn ang="0">
                <a:pos x="connsiteX11633" y="connsiteY11633"/>
              </a:cxn>
              <a:cxn ang="0">
                <a:pos x="connsiteX11634" y="connsiteY11634"/>
              </a:cxn>
              <a:cxn ang="0">
                <a:pos x="connsiteX11635" y="connsiteY11635"/>
              </a:cxn>
              <a:cxn ang="0">
                <a:pos x="connsiteX11636" y="connsiteY11636"/>
              </a:cxn>
              <a:cxn ang="0">
                <a:pos x="connsiteX11637" y="connsiteY11637"/>
              </a:cxn>
              <a:cxn ang="0">
                <a:pos x="connsiteX11638" y="connsiteY11638"/>
              </a:cxn>
              <a:cxn ang="0">
                <a:pos x="connsiteX11639" y="connsiteY11639"/>
              </a:cxn>
              <a:cxn ang="0">
                <a:pos x="connsiteX11640" y="connsiteY11640"/>
              </a:cxn>
              <a:cxn ang="0">
                <a:pos x="connsiteX11641" y="connsiteY11641"/>
              </a:cxn>
              <a:cxn ang="0">
                <a:pos x="connsiteX11642" y="connsiteY11642"/>
              </a:cxn>
              <a:cxn ang="0">
                <a:pos x="connsiteX11643" y="connsiteY11643"/>
              </a:cxn>
              <a:cxn ang="0">
                <a:pos x="connsiteX11644" y="connsiteY11644"/>
              </a:cxn>
              <a:cxn ang="0">
                <a:pos x="connsiteX11645" y="connsiteY11645"/>
              </a:cxn>
              <a:cxn ang="0">
                <a:pos x="connsiteX11646" y="connsiteY11646"/>
              </a:cxn>
              <a:cxn ang="0">
                <a:pos x="connsiteX11647" y="connsiteY11647"/>
              </a:cxn>
              <a:cxn ang="0">
                <a:pos x="connsiteX11648" y="connsiteY11648"/>
              </a:cxn>
              <a:cxn ang="0">
                <a:pos x="connsiteX11649" y="connsiteY11649"/>
              </a:cxn>
              <a:cxn ang="0">
                <a:pos x="connsiteX11650" y="connsiteY11650"/>
              </a:cxn>
              <a:cxn ang="0">
                <a:pos x="connsiteX11651" y="connsiteY11651"/>
              </a:cxn>
              <a:cxn ang="0">
                <a:pos x="connsiteX11652" y="connsiteY11652"/>
              </a:cxn>
              <a:cxn ang="0">
                <a:pos x="connsiteX11653" y="connsiteY11653"/>
              </a:cxn>
              <a:cxn ang="0">
                <a:pos x="connsiteX11654" y="connsiteY11654"/>
              </a:cxn>
              <a:cxn ang="0">
                <a:pos x="connsiteX11655" y="connsiteY11655"/>
              </a:cxn>
              <a:cxn ang="0">
                <a:pos x="connsiteX11656" y="connsiteY11656"/>
              </a:cxn>
              <a:cxn ang="0">
                <a:pos x="connsiteX11657" y="connsiteY11657"/>
              </a:cxn>
              <a:cxn ang="0">
                <a:pos x="connsiteX11658" y="connsiteY11658"/>
              </a:cxn>
              <a:cxn ang="0">
                <a:pos x="connsiteX11659" y="connsiteY11659"/>
              </a:cxn>
              <a:cxn ang="0">
                <a:pos x="connsiteX11660" y="connsiteY11660"/>
              </a:cxn>
              <a:cxn ang="0">
                <a:pos x="connsiteX11661" y="connsiteY11661"/>
              </a:cxn>
              <a:cxn ang="0">
                <a:pos x="connsiteX11662" y="connsiteY11662"/>
              </a:cxn>
              <a:cxn ang="0">
                <a:pos x="connsiteX11663" y="connsiteY11663"/>
              </a:cxn>
              <a:cxn ang="0">
                <a:pos x="connsiteX11664" y="connsiteY11664"/>
              </a:cxn>
              <a:cxn ang="0">
                <a:pos x="connsiteX11665" y="connsiteY11665"/>
              </a:cxn>
              <a:cxn ang="0">
                <a:pos x="connsiteX11666" y="connsiteY11666"/>
              </a:cxn>
              <a:cxn ang="0">
                <a:pos x="connsiteX11667" y="connsiteY11667"/>
              </a:cxn>
              <a:cxn ang="0">
                <a:pos x="connsiteX11668" y="connsiteY11668"/>
              </a:cxn>
              <a:cxn ang="0">
                <a:pos x="connsiteX11669" y="connsiteY11669"/>
              </a:cxn>
              <a:cxn ang="0">
                <a:pos x="connsiteX11670" y="connsiteY11670"/>
              </a:cxn>
              <a:cxn ang="0">
                <a:pos x="connsiteX11671" y="connsiteY11671"/>
              </a:cxn>
              <a:cxn ang="0">
                <a:pos x="connsiteX11672" y="connsiteY11672"/>
              </a:cxn>
              <a:cxn ang="0">
                <a:pos x="connsiteX11673" y="connsiteY11673"/>
              </a:cxn>
              <a:cxn ang="0">
                <a:pos x="connsiteX11674" y="connsiteY11674"/>
              </a:cxn>
              <a:cxn ang="0">
                <a:pos x="connsiteX11675" y="connsiteY11675"/>
              </a:cxn>
              <a:cxn ang="0">
                <a:pos x="connsiteX11676" y="connsiteY11676"/>
              </a:cxn>
              <a:cxn ang="0">
                <a:pos x="connsiteX11677" y="connsiteY11677"/>
              </a:cxn>
              <a:cxn ang="0">
                <a:pos x="connsiteX11678" y="connsiteY11678"/>
              </a:cxn>
              <a:cxn ang="0">
                <a:pos x="connsiteX11679" y="connsiteY11679"/>
              </a:cxn>
              <a:cxn ang="0">
                <a:pos x="connsiteX11680" y="connsiteY11680"/>
              </a:cxn>
              <a:cxn ang="0">
                <a:pos x="connsiteX11681" y="connsiteY11681"/>
              </a:cxn>
              <a:cxn ang="0">
                <a:pos x="connsiteX11682" y="connsiteY11682"/>
              </a:cxn>
              <a:cxn ang="0">
                <a:pos x="connsiteX11683" y="connsiteY11683"/>
              </a:cxn>
              <a:cxn ang="0">
                <a:pos x="connsiteX11684" y="connsiteY11684"/>
              </a:cxn>
              <a:cxn ang="0">
                <a:pos x="connsiteX11685" y="connsiteY11685"/>
              </a:cxn>
              <a:cxn ang="0">
                <a:pos x="connsiteX11686" y="connsiteY11686"/>
              </a:cxn>
              <a:cxn ang="0">
                <a:pos x="connsiteX11687" y="connsiteY11687"/>
              </a:cxn>
              <a:cxn ang="0">
                <a:pos x="connsiteX11688" y="connsiteY11688"/>
              </a:cxn>
              <a:cxn ang="0">
                <a:pos x="connsiteX11689" y="connsiteY11689"/>
              </a:cxn>
              <a:cxn ang="0">
                <a:pos x="connsiteX11690" y="connsiteY11690"/>
              </a:cxn>
              <a:cxn ang="0">
                <a:pos x="connsiteX11691" y="connsiteY11691"/>
              </a:cxn>
              <a:cxn ang="0">
                <a:pos x="connsiteX11692" y="connsiteY11692"/>
              </a:cxn>
              <a:cxn ang="0">
                <a:pos x="connsiteX11693" y="connsiteY11693"/>
              </a:cxn>
              <a:cxn ang="0">
                <a:pos x="connsiteX11694" y="connsiteY11694"/>
              </a:cxn>
              <a:cxn ang="0">
                <a:pos x="connsiteX11695" y="connsiteY11695"/>
              </a:cxn>
              <a:cxn ang="0">
                <a:pos x="connsiteX11696" y="connsiteY11696"/>
              </a:cxn>
              <a:cxn ang="0">
                <a:pos x="connsiteX11697" y="connsiteY11697"/>
              </a:cxn>
              <a:cxn ang="0">
                <a:pos x="connsiteX11698" y="connsiteY11698"/>
              </a:cxn>
              <a:cxn ang="0">
                <a:pos x="connsiteX11699" y="connsiteY11699"/>
              </a:cxn>
              <a:cxn ang="0">
                <a:pos x="connsiteX11700" y="connsiteY11700"/>
              </a:cxn>
              <a:cxn ang="0">
                <a:pos x="connsiteX11701" y="connsiteY11701"/>
              </a:cxn>
              <a:cxn ang="0">
                <a:pos x="connsiteX11702" y="connsiteY11702"/>
              </a:cxn>
              <a:cxn ang="0">
                <a:pos x="connsiteX11703" y="connsiteY11703"/>
              </a:cxn>
              <a:cxn ang="0">
                <a:pos x="connsiteX11704" y="connsiteY11704"/>
              </a:cxn>
              <a:cxn ang="0">
                <a:pos x="connsiteX11705" y="connsiteY11705"/>
              </a:cxn>
              <a:cxn ang="0">
                <a:pos x="connsiteX11706" y="connsiteY11706"/>
              </a:cxn>
              <a:cxn ang="0">
                <a:pos x="connsiteX11707" y="connsiteY11707"/>
              </a:cxn>
              <a:cxn ang="0">
                <a:pos x="connsiteX11708" y="connsiteY11708"/>
              </a:cxn>
              <a:cxn ang="0">
                <a:pos x="connsiteX11709" y="connsiteY11709"/>
              </a:cxn>
              <a:cxn ang="0">
                <a:pos x="connsiteX11710" y="connsiteY11710"/>
              </a:cxn>
              <a:cxn ang="0">
                <a:pos x="connsiteX11711" y="connsiteY11711"/>
              </a:cxn>
              <a:cxn ang="0">
                <a:pos x="connsiteX11712" y="connsiteY11712"/>
              </a:cxn>
              <a:cxn ang="0">
                <a:pos x="connsiteX11713" y="connsiteY11713"/>
              </a:cxn>
              <a:cxn ang="0">
                <a:pos x="connsiteX11714" y="connsiteY11714"/>
              </a:cxn>
              <a:cxn ang="0">
                <a:pos x="connsiteX11715" y="connsiteY11715"/>
              </a:cxn>
              <a:cxn ang="0">
                <a:pos x="connsiteX11716" y="connsiteY11716"/>
              </a:cxn>
              <a:cxn ang="0">
                <a:pos x="connsiteX11717" y="connsiteY11717"/>
              </a:cxn>
              <a:cxn ang="0">
                <a:pos x="connsiteX11718" y="connsiteY11718"/>
              </a:cxn>
              <a:cxn ang="0">
                <a:pos x="connsiteX11719" y="connsiteY11719"/>
              </a:cxn>
              <a:cxn ang="0">
                <a:pos x="connsiteX11720" y="connsiteY11720"/>
              </a:cxn>
              <a:cxn ang="0">
                <a:pos x="connsiteX11721" y="connsiteY11721"/>
              </a:cxn>
              <a:cxn ang="0">
                <a:pos x="connsiteX11722" y="connsiteY11722"/>
              </a:cxn>
              <a:cxn ang="0">
                <a:pos x="connsiteX11723" y="connsiteY11723"/>
              </a:cxn>
              <a:cxn ang="0">
                <a:pos x="connsiteX11724" y="connsiteY11724"/>
              </a:cxn>
              <a:cxn ang="0">
                <a:pos x="connsiteX11725" y="connsiteY11725"/>
              </a:cxn>
              <a:cxn ang="0">
                <a:pos x="connsiteX11726" y="connsiteY11726"/>
              </a:cxn>
              <a:cxn ang="0">
                <a:pos x="connsiteX11727" y="connsiteY11727"/>
              </a:cxn>
              <a:cxn ang="0">
                <a:pos x="connsiteX11728" y="connsiteY11728"/>
              </a:cxn>
              <a:cxn ang="0">
                <a:pos x="connsiteX11729" y="connsiteY11729"/>
              </a:cxn>
              <a:cxn ang="0">
                <a:pos x="connsiteX11730" y="connsiteY11730"/>
              </a:cxn>
              <a:cxn ang="0">
                <a:pos x="connsiteX11731" y="connsiteY11731"/>
              </a:cxn>
              <a:cxn ang="0">
                <a:pos x="connsiteX11732" y="connsiteY11732"/>
              </a:cxn>
              <a:cxn ang="0">
                <a:pos x="connsiteX11733" y="connsiteY11733"/>
              </a:cxn>
              <a:cxn ang="0">
                <a:pos x="connsiteX11734" y="connsiteY11734"/>
              </a:cxn>
              <a:cxn ang="0">
                <a:pos x="connsiteX11735" y="connsiteY11735"/>
              </a:cxn>
              <a:cxn ang="0">
                <a:pos x="connsiteX11736" y="connsiteY11736"/>
              </a:cxn>
              <a:cxn ang="0">
                <a:pos x="connsiteX11737" y="connsiteY11737"/>
              </a:cxn>
              <a:cxn ang="0">
                <a:pos x="connsiteX11738" y="connsiteY11738"/>
              </a:cxn>
              <a:cxn ang="0">
                <a:pos x="connsiteX11739" y="connsiteY11739"/>
              </a:cxn>
              <a:cxn ang="0">
                <a:pos x="connsiteX11740" y="connsiteY11740"/>
              </a:cxn>
              <a:cxn ang="0">
                <a:pos x="connsiteX11741" y="connsiteY11741"/>
              </a:cxn>
              <a:cxn ang="0">
                <a:pos x="connsiteX11742" y="connsiteY11742"/>
              </a:cxn>
              <a:cxn ang="0">
                <a:pos x="connsiteX11743" y="connsiteY11743"/>
              </a:cxn>
              <a:cxn ang="0">
                <a:pos x="connsiteX11744" y="connsiteY11744"/>
              </a:cxn>
              <a:cxn ang="0">
                <a:pos x="connsiteX11745" y="connsiteY11745"/>
              </a:cxn>
              <a:cxn ang="0">
                <a:pos x="connsiteX11746" y="connsiteY11746"/>
              </a:cxn>
              <a:cxn ang="0">
                <a:pos x="connsiteX11747" y="connsiteY11747"/>
              </a:cxn>
              <a:cxn ang="0">
                <a:pos x="connsiteX11748" y="connsiteY11748"/>
              </a:cxn>
              <a:cxn ang="0">
                <a:pos x="connsiteX11749" y="connsiteY11749"/>
              </a:cxn>
              <a:cxn ang="0">
                <a:pos x="connsiteX11750" y="connsiteY11750"/>
              </a:cxn>
              <a:cxn ang="0">
                <a:pos x="connsiteX11751" y="connsiteY11751"/>
              </a:cxn>
              <a:cxn ang="0">
                <a:pos x="connsiteX11752" y="connsiteY11752"/>
              </a:cxn>
              <a:cxn ang="0">
                <a:pos x="connsiteX11753" y="connsiteY11753"/>
              </a:cxn>
              <a:cxn ang="0">
                <a:pos x="connsiteX11754" y="connsiteY11754"/>
              </a:cxn>
              <a:cxn ang="0">
                <a:pos x="connsiteX11755" y="connsiteY11755"/>
              </a:cxn>
              <a:cxn ang="0">
                <a:pos x="connsiteX11756" y="connsiteY11756"/>
              </a:cxn>
              <a:cxn ang="0">
                <a:pos x="connsiteX11757" y="connsiteY11757"/>
              </a:cxn>
              <a:cxn ang="0">
                <a:pos x="connsiteX11758" y="connsiteY11758"/>
              </a:cxn>
              <a:cxn ang="0">
                <a:pos x="connsiteX11759" y="connsiteY11759"/>
              </a:cxn>
              <a:cxn ang="0">
                <a:pos x="connsiteX11760" y="connsiteY11760"/>
              </a:cxn>
              <a:cxn ang="0">
                <a:pos x="connsiteX11761" y="connsiteY11761"/>
              </a:cxn>
              <a:cxn ang="0">
                <a:pos x="connsiteX11762" y="connsiteY11762"/>
              </a:cxn>
              <a:cxn ang="0">
                <a:pos x="connsiteX11763" y="connsiteY11763"/>
              </a:cxn>
              <a:cxn ang="0">
                <a:pos x="connsiteX11764" y="connsiteY11764"/>
              </a:cxn>
              <a:cxn ang="0">
                <a:pos x="connsiteX11765" y="connsiteY11765"/>
              </a:cxn>
              <a:cxn ang="0">
                <a:pos x="connsiteX11766" y="connsiteY11766"/>
              </a:cxn>
              <a:cxn ang="0">
                <a:pos x="connsiteX11767" y="connsiteY11767"/>
              </a:cxn>
              <a:cxn ang="0">
                <a:pos x="connsiteX11768" y="connsiteY11768"/>
              </a:cxn>
              <a:cxn ang="0">
                <a:pos x="connsiteX11769" y="connsiteY11769"/>
              </a:cxn>
              <a:cxn ang="0">
                <a:pos x="connsiteX11770" y="connsiteY11770"/>
              </a:cxn>
              <a:cxn ang="0">
                <a:pos x="connsiteX11771" y="connsiteY11771"/>
              </a:cxn>
              <a:cxn ang="0">
                <a:pos x="connsiteX11772" y="connsiteY11772"/>
              </a:cxn>
              <a:cxn ang="0">
                <a:pos x="connsiteX11773" y="connsiteY11773"/>
              </a:cxn>
              <a:cxn ang="0">
                <a:pos x="connsiteX11774" y="connsiteY11774"/>
              </a:cxn>
              <a:cxn ang="0">
                <a:pos x="connsiteX11775" y="connsiteY11775"/>
              </a:cxn>
              <a:cxn ang="0">
                <a:pos x="connsiteX11776" y="connsiteY11776"/>
              </a:cxn>
              <a:cxn ang="0">
                <a:pos x="connsiteX11777" y="connsiteY11777"/>
              </a:cxn>
              <a:cxn ang="0">
                <a:pos x="connsiteX11778" y="connsiteY11778"/>
              </a:cxn>
              <a:cxn ang="0">
                <a:pos x="connsiteX11779" y="connsiteY11779"/>
              </a:cxn>
              <a:cxn ang="0">
                <a:pos x="connsiteX11780" y="connsiteY11780"/>
              </a:cxn>
              <a:cxn ang="0">
                <a:pos x="connsiteX11781" y="connsiteY11781"/>
              </a:cxn>
              <a:cxn ang="0">
                <a:pos x="connsiteX11782" y="connsiteY11782"/>
              </a:cxn>
              <a:cxn ang="0">
                <a:pos x="connsiteX11783" y="connsiteY11783"/>
              </a:cxn>
              <a:cxn ang="0">
                <a:pos x="connsiteX11784" y="connsiteY11784"/>
              </a:cxn>
              <a:cxn ang="0">
                <a:pos x="connsiteX11785" y="connsiteY11785"/>
              </a:cxn>
              <a:cxn ang="0">
                <a:pos x="connsiteX11786" y="connsiteY11786"/>
              </a:cxn>
              <a:cxn ang="0">
                <a:pos x="connsiteX11787" y="connsiteY11787"/>
              </a:cxn>
              <a:cxn ang="0">
                <a:pos x="connsiteX11788" y="connsiteY11788"/>
              </a:cxn>
              <a:cxn ang="0">
                <a:pos x="connsiteX11789" y="connsiteY11789"/>
              </a:cxn>
              <a:cxn ang="0">
                <a:pos x="connsiteX11790" y="connsiteY11790"/>
              </a:cxn>
              <a:cxn ang="0">
                <a:pos x="connsiteX11791" y="connsiteY11791"/>
              </a:cxn>
              <a:cxn ang="0">
                <a:pos x="connsiteX11792" y="connsiteY11792"/>
              </a:cxn>
              <a:cxn ang="0">
                <a:pos x="connsiteX11793" y="connsiteY11793"/>
              </a:cxn>
              <a:cxn ang="0">
                <a:pos x="connsiteX11794" y="connsiteY11794"/>
              </a:cxn>
              <a:cxn ang="0">
                <a:pos x="connsiteX11795" y="connsiteY11795"/>
              </a:cxn>
              <a:cxn ang="0">
                <a:pos x="connsiteX11796" y="connsiteY11796"/>
              </a:cxn>
              <a:cxn ang="0">
                <a:pos x="connsiteX11797" y="connsiteY11797"/>
              </a:cxn>
              <a:cxn ang="0">
                <a:pos x="connsiteX11798" y="connsiteY11798"/>
              </a:cxn>
              <a:cxn ang="0">
                <a:pos x="connsiteX11799" y="connsiteY11799"/>
              </a:cxn>
              <a:cxn ang="0">
                <a:pos x="connsiteX11800" y="connsiteY11800"/>
              </a:cxn>
              <a:cxn ang="0">
                <a:pos x="connsiteX11801" y="connsiteY11801"/>
              </a:cxn>
              <a:cxn ang="0">
                <a:pos x="connsiteX11802" y="connsiteY11802"/>
              </a:cxn>
              <a:cxn ang="0">
                <a:pos x="connsiteX11803" y="connsiteY11803"/>
              </a:cxn>
              <a:cxn ang="0">
                <a:pos x="connsiteX11804" y="connsiteY11804"/>
              </a:cxn>
              <a:cxn ang="0">
                <a:pos x="connsiteX11805" y="connsiteY11805"/>
              </a:cxn>
              <a:cxn ang="0">
                <a:pos x="connsiteX11806" y="connsiteY11806"/>
              </a:cxn>
              <a:cxn ang="0">
                <a:pos x="connsiteX11807" y="connsiteY11807"/>
              </a:cxn>
              <a:cxn ang="0">
                <a:pos x="connsiteX11808" y="connsiteY11808"/>
              </a:cxn>
              <a:cxn ang="0">
                <a:pos x="connsiteX11809" y="connsiteY11809"/>
              </a:cxn>
              <a:cxn ang="0">
                <a:pos x="connsiteX11810" y="connsiteY11810"/>
              </a:cxn>
              <a:cxn ang="0">
                <a:pos x="connsiteX11811" y="connsiteY11811"/>
              </a:cxn>
              <a:cxn ang="0">
                <a:pos x="connsiteX11812" y="connsiteY11812"/>
              </a:cxn>
              <a:cxn ang="0">
                <a:pos x="connsiteX11813" y="connsiteY11813"/>
              </a:cxn>
              <a:cxn ang="0">
                <a:pos x="connsiteX11814" y="connsiteY11814"/>
              </a:cxn>
              <a:cxn ang="0">
                <a:pos x="connsiteX11815" y="connsiteY11815"/>
              </a:cxn>
              <a:cxn ang="0">
                <a:pos x="connsiteX11816" y="connsiteY11816"/>
              </a:cxn>
              <a:cxn ang="0">
                <a:pos x="connsiteX11817" y="connsiteY11817"/>
              </a:cxn>
              <a:cxn ang="0">
                <a:pos x="connsiteX11818" y="connsiteY11818"/>
              </a:cxn>
              <a:cxn ang="0">
                <a:pos x="connsiteX11819" y="connsiteY11819"/>
              </a:cxn>
              <a:cxn ang="0">
                <a:pos x="connsiteX11820" y="connsiteY11820"/>
              </a:cxn>
              <a:cxn ang="0">
                <a:pos x="connsiteX11821" y="connsiteY11821"/>
              </a:cxn>
              <a:cxn ang="0">
                <a:pos x="connsiteX11822" y="connsiteY11822"/>
              </a:cxn>
              <a:cxn ang="0">
                <a:pos x="connsiteX11823" y="connsiteY11823"/>
              </a:cxn>
              <a:cxn ang="0">
                <a:pos x="connsiteX11824" y="connsiteY11824"/>
              </a:cxn>
              <a:cxn ang="0">
                <a:pos x="connsiteX11825" y="connsiteY11825"/>
              </a:cxn>
              <a:cxn ang="0">
                <a:pos x="connsiteX11826" y="connsiteY11826"/>
              </a:cxn>
              <a:cxn ang="0">
                <a:pos x="connsiteX11827" y="connsiteY11827"/>
              </a:cxn>
              <a:cxn ang="0">
                <a:pos x="connsiteX11828" y="connsiteY11828"/>
              </a:cxn>
              <a:cxn ang="0">
                <a:pos x="connsiteX11829" y="connsiteY11829"/>
              </a:cxn>
              <a:cxn ang="0">
                <a:pos x="connsiteX11830" y="connsiteY11830"/>
              </a:cxn>
              <a:cxn ang="0">
                <a:pos x="connsiteX11831" y="connsiteY11831"/>
              </a:cxn>
              <a:cxn ang="0">
                <a:pos x="connsiteX11832" y="connsiteY11832"/>
              </a:cxn>
              <a:cxn ang="0">
                <a:pos x="connsiteX11833" y="connsiteY11833"/>
              </a:cxn>
              <a:cxn ang="0">
                <a:pos x="connsiteX11834" y="connsiteY11834"/>
              </a:cxn>
              <a:cxn ang="0">
                <a:pos x="connsiteX11835" y="connsiteY11835"/>
              </a:cxn>
              <a:cxn ang="0">
                <a:pos x="connsiteX11836" y="connsiteY11836"/>
              </a:cxn>
              <a:cxn ang="0">
                <a:pos x="connsiteX11837" y="connsiteY11837"/>
              </a:cxn>
              <a:cxn ang="0">
                <a:pos x="connsiteX11838" y="connsiteY11838"/>
              </a:cxn>
              <a:cxn ang="0">
                <a:pos x="connsiteX11839" y="connsiteY11839"/>
              </a:cxn>
              <a:cxn ang="0">
                <a:pos x="connsiteX11840" y="connsiteY11840"/>
              </a:cxn>
              <a:cxn ang="0">
                <a:pos x="connsiteX11841" y="connsiteY11841"/>
              </a:cxn>
              <a:cxn ang="0">
                <a:pos x="connsiteX11842" y="connsiteY11842"/>
              </a:cxn>
              <a:cxn ang="0">
                <a:pos x="connsiteX11843" y="connsiteY11843"/>
              </a:cxn>
              <a:cxn ang="0">
                <a:pos x="connsiteX11844" y="connsiteY11844"/>
              </a:cxn>
              <a:cxn ang="0">
                <a:pos x="connsiteX11845" y="connsiteY11845"/>
              </a:cxn>
              <a:cxn ang="0">
                <a:pos x="connsiteX11846" y="connsiteY11846"/>
              </a:cxn>
              <a:cxn ang="0">
                <a:pos x="connsiteX11847" y="connsiteY11847"/>
              </a:cxn>
              <a:cxn ang="0">
                <a:pos x="connsiteX11848" y="connsiteY11848"/>
              </a:cxn>
              <a:cxn ang="0">
                <a:pos x="connsiteX11849" y="connsiteY11849"/>
              </a:cxn>
              <a:cxn ang="0">
                <a:pos x="connsiteX11850" y="connsiteY11850"/>
              </a:cxn>
              <a:cxn ang="0">
                <a:pos x="connsiteX11851" y="connsiteY11851"/>
              </a:cxn>
              <a:cxn ang="0">
                <a:pos x="connsiteX11852" y="connsiteY11852"/>
              </a:cxn>
              <a:cxn ang="0">
                <a:pos x="connsiteX11853" y="connsiteY11853"/>
              </a:cxn>
              <a:cxn ang="0">
                <a:pos x="connsiteX11854" y="connsiteY11854"/>
              </a:cxn>
              <a:cxn ang="0">
                <a:pos x="connsiteX11855" y="connsiteY11855"/>
              </a:cxn>
              <a:cxn ang="0">
                <a:pos x="connsiteX11856" y="connsiteY11856"/>
              </a:cxn>
              <a:cxn ang="0">
                <a:pos x="connsiteX11857" y="connsiteY11857"/>
              </a:cxn>
              <a:cxn ang="0">
                <a:pos x="connsiteX11858" y="connsiteY11858"/>
              </a:cxn>
              <a:cxn ang="0">
                <a:pos x="connsiteX11859" y="connsiteY11859"/>
              </a:cxn>
              <a:cxn ang="0">
                <a:pos x="connsiteX11860" y="connsiteY11860"/>
              </a:cxn>
              <a:cxn ang="0">
                <a:pos x="connsiteX11861" y="connsiteY11861"/>
              </a:cxn>
              <a:cxn ang="0">
                <a:pos x="connsiteX11862" y="connsiteY11862"/>
              </a:cxn>
              <a:cxn ang="0">
                <a:pos x="connsiteX11863" y="connsiteY11863"/>
              </a:cxn>
              <a:cxn ang="0">
                <a:pos x="connsiteX11864" y="connsiteY11864"/>
              </a:cxn>
              <a:cxn ang="0">
                <a:pos x="connsiteX11865" y="connsiteY11865"/>
              </a:cxn>
              <a:cxn ang="0">
                <a:pos x="connsiteX11866" y="connsiteY11866"/>
              </a:cxn>
              <a:cxn ang="0">
                <a:pos x="connsiteX11867" y="connsiteY11867"/>
              </a:cxn>
              <a:cxn ang="0">
                <a:pos x="connsiteX11868" y="connsiteY11868"/>
              </a:cxn>
              <a:cxn ang="0">
                <a:pos x="connsiteX11869" y="connsiteY11869"/>
              </a:cxn>
              <a:cxn ang="0">
                <a:pos x="connsiteX11870" y="connsiteY11870"/>
              </a:cxn>
              <a:cxn ang="0">
                <a:pos x="connsiteX11871" y="connsiteY11871"/>
              </a:cxn>
              <a:cxn ang="0">
                <a:pos x="connsiteX11872" y="connsiteY11872"/>
              </a:cxn>
              <a:cxn ang="0">
                <a:pos x="connsiteX11873" y="connsiteY11873"/>
              </a:cxn>
              <a:cxn ang="0">
                <a:pos x="connsiteX11874" y="connsiteY11874"/>
              </a:cxn>
              <a:cxn ang="0">
                <a:pos x="connsiteX11875" y="connsiteY11875"/>
              </a:cxn>
              <a:cxn ang="0">
                <a:pos x="connsiteX11876" y="connsiteY11876"/>
              </a:cxn>
              <a:cxn ang="0">
                <a:pos x="connsiteX11877" y="connsiteY11877"/>
              </a:cxn>
              <a:cxn ang="0">
                <a:pos x="connsiteX11878" y="connsiteY11878"/>
              </a:cxn>
              <a:cxn ang="0">
                <a:pos x="connsiteX11879" y="connsiteY11879"/>
              </a:cxn>
              <a:cxn ang="0">
                <a:pos x="connsiteX11880" y="connsiteY11880"/>
              </a:cxn>
              <a:cxn ang="0">
                <a:pos x="connsiteX11881" y="connsiteY11881"/>
              </a:cxn>
              <a:cxn ang="0">
                <a:pos x="connsiteX11882" y="connsiteY11882"/>
              </a:cxn>
              <a:cxn ang="0">
                <a:pos x="connsiteX11883" y="connsiteY11883"/>
              </a:cxn>
              <a:cxn ang="0">
                <a:pos x="connsiteX11884" y="connsiteY11884"/>
              </a:cxn>
              <a:cxn ang="0">
                <a:pos x="connsiteX11885" y="connsiteY11885"/>
              </a:cxn>
              <a:cxn ang="0">
                <a:pos x="connsiteX11886" y="connsiteY11886"/>
              </a:cxn>
              <a:cxn ang="0">
                <a:pos x="connsiteX11887" y="connsiteY11887"/>
              </a:cxn>
              <a:cxn ang="0">
                <a:pos x="connsiteX11888" y="connsiteY11888"/>
              </a:cxn>
              <a:cxn ang="0">
                <a:pos x="connsiteX11889" y="connsiteY11889"/>
              </a:cxn>
              <a:cxn ang="0">
                <a:pos x="connsiteX11890" y="connsiteY11890"/>
              </a:cxn>
              <a:cxn ang="0">
                <a:pos x="connsiteX11891" y="connsiteY11891"/>
              </a:cxn>
              <a:cxn ang="0">
                <a:pos x="connsiteX11892" y="connsiteY11892"/>
              </a:cxn>
              <a:cxn ang="0">
                <a:pos x="connsiteX11893" y="connsiteY11893"/>
              </a:cxn>
              <a:cxn ang="0">
                <a:pos x="connsiteX11894" y="connsiteY11894"/>
              </a:cxn>
              <a:cxn ang="0">
                <a:pos x="connsiteX11895" y="connsiteY11895"/>
              </a:cxn>
              <a:cxn ang="0">
                <a:pos x="connsiteX11896" y="connsiteY11896"/>
              </a:cxn>
              <a:cxn ang="0">
                <a:pos x="connsiteX11897" y="connsiteY11897"/>
              </a:cxn>
              <a:cxn ang="0">
                <a:pos x="connsiteX11898" y="connsiteY11898"/>
              </a:cxn>
              <a:cxn ang="0">
                <a:pos x="connsiteX11899" y="connsiteY11899"/>
              </a:cxn>
              <a:cxn ang="0">
                <a:pos x="connsiteX11900" y="connsiteY11900"/>
              </a:cxn>
              <a:cxn ang="0">
                <a:pos x="connsiteX11901" y="connsiteY11901"/>
              </a:cxn>
              <a:cxn ang="0">
                <a:pos x="connsiteX11902" y="connsiteY11902"/>
              </a:cxn>
              <a:cxn ang="0">
                <a:pos x="connsiteX11903" y="connsiteY11903"/>
              </a:cxn>
              <a:cxn ang="0">
                <a:pos x="connsiteX11904" y="connsiteY11904"/>
              </a:cxn>
              <a:cxn ang="0">
                <a:pos x="connsiteX11905" y="connsiteY11905"/>
              </a:cxn>
              <a:cxn ang="0">
                <a:pos x="connsiteX11906" y="connsiteY11906"/>
              </a:cxn>
              <a:cxn ang="0">
                <a:pos x="connsiteX11907" y="connsiteY11907"/>
              </a:cxn>
              <a:cxn ang="0">
                <a:pos x="connsiteX11908" y="connsiteY11908"/>
              </a:cxn>
              <a:cxn ang="0">
                <a:pos x="connsiteX11909" y="connsiteY11909"/>
              </a:cxn>
              <a:cxn ang="0">
                <a:pos x="connsiteX11910" y="connsiteY11910"/>
              </a:cxn>
              <a:cxn ang="0">
                <a:pos x="connsiteX11911" y="connsiteY11911"/>
              </a:cxn>
              <a:cxn ang="0">
                <a:pos x="connsiteX11912" y="connsiteY11912"/>
              </a:cxn>
              <a:cxn ang="0">
                <a:pos x="connsiteX11913" y="connsiteY11913"/>
              </a:cxn>
              <a:cxn ang="0">
                <a:pos x="connsiteX11914" y="connsiteY11914"/>
              </a:cxn>
              <a:cxn ang="0">
                <a:pos x="connsiteX11915" y="connsiteY11915"/>
              </a:cxn>
              <a:cxn ang="0">
                <a:pos x="connsiteX11916" y="connsiteY11916"/>
              </a:cxn>
              <a:cxn ang="0">
                <a:pos x="connsiteX11917" y="connsiteY11917"/>
              </a:cxn>
              <a:cxn ang="0">
                <a:pos x="connsiteX11918" y="connsiteY11918"/>
              </a:cxn>
              <a:cxn ang="0">
                <a:pos x="connsiteX11919" y="connsiteY11919"/>
              </a:cxn>
              <a:cxn ang="0">
                <a:pos x="connsiteX11920" y="connsiteY11920"/>
              </a:cxn>
              <a:cxn ang="0">
                <a:pos x="connsiteX11921" y="connsiteY11921"/>
              </a:cxn>
              <a:cxn ang="0">
                <a:pos x="connsiteX11922" y="connsiteY11922"/>
              </a:cxn>
              <a:cxn ang="0">
                <a:pos x="connsiteX11923" y="connsiteY11923"/>
              </a:cxn>
              <a:cxn ang="0">
                <a:pos x="connsiteX11924" y="connsiteY11924"/>
              </a:cxn>
              <a:cxn ang="0">
                <a:pos x="connsiteX11925" y="connsiteY11925"/>
              </a:cxn>
              <a:cxn ang="0">
                <a:pos x="connsiteX11926" y="connsiteY11926"/>
              </a:cxn>
              <a:cxn ang="0">
                <a:pos x="connsiteX11927" y="connsiteY11927"/>
              </a:cxn>
              <a:cxn ang="0">
                <a:pos x="connsiteX11928" y="connsiteY11928"/>
              </a:cxn>
              <a:cxn ang="0">
                <a:pos x="connsiteX11929" y="connsiteY11929"/>
              </a:cxn>
              <a:cxn ang="0">
                <a:pos x="connsiteX11930" y="connsiteY11930"/>
              </a:cxn>
              <a:cxn ang="0">
                <a:pos x="connsiteX11931" y="connsiteY11931"/>
              </a:cxn>
              <a:cxn ang="0">
                <a:pos x="connsiteX11932" y="connsiteY11932"/>
              </a:cxn>
              <a:cxn ang="0">
                <a:pos x="connsiteX11933" y="connsiteY11933"/>
              </a:cxn>
              <a:cxn ang="0">
                <a:pos x="connsiteX11934" y="connsiteY11934"/>
              </a:cxn>
              <a:cxn ang="0">
                <a:pos x="connsiteX11935" y="connsiteY11935"/>
              </a:cxn>
              <a:cxn ang="0">
                <a:pos x="connsiteX11936" y="connsiteY11936"/>
              </a:cxn>
              <a:cxn ang="0">
                <a:pos x="connsiteX11937" y="connsiteY11937"/>
              </a:cxn>
              <a:cxn ang="0">
                <a:pos x="connsiteX11938" y="connsiteY11938"/>
              </a:cxn>
              <a:cxn ang="0">
                <a:pos x="connsiteX11939" y="connsiteY11939"/>
              </a:cxn>
              <a:cxn ang="0">
                <a:pos x="connsiteX11940" y="connsiteY11940"/>
              </a:cxn>
              <a:cxn ang="0">
                <a:pos x="connsiteX11941" y="connsiteY11941"/>
              </a:cxn>
              <a:cxn ang="0">
                <a:pos x="connsiteX11942" y="connsiteY11942"/>
              </a:cxn>
              <a:cxn ang="0">
                <a:pos x="connsiteX11943" y="connsiteY11943"/>
              </a:cxn>
              <a:cxn ang="0">
                <a:pos x="connsiteX11944" y="connsiteY11944"/>
              </a:cxn>
              <a:cxn ang="0">
                <a:pos x="connsiteX11945" y="connsiteY11945"/>
              </a:cxn>
              <a:cxn ang="0">
                <a:pos x="connsiteX11946" y="connsiteY11946"/>
              </a:cxn>
              <a:cxn ang="0">
                <a:pos x="connsiteX11947" y="connsiteY11947"/>
              </a:cxn>
              <a:cxn ang="0">
                <a:pos x="connsiteX11948" y="connsiteY11948"/>
              </a:cxn>
              <a:cxn ang="0">
                <a:pos x="connsiteX11949" y="connsiteY11949"/>
              </a:cxn>
              <a:cxn ang="0">
                <a:pos x="connsiteX11950" y="connsiteY11950"/>
              </a:cxn>
              <a:cxn ang="0">
                <a:pos x="connsiteX11951" y="connsiteY11951"/>
              </a:cxn>
              <a:cxn ang="0">
                <a:pos x="connsiteX11952" y="connsiteY11952"/>
              </a:cxn>
              <a:cxn ang="0">
                <a:pos x="connsiteX11953" y="connsiteY11953"/>
              </a:cxn>
              <a:cxn ang="0">
                <a:pos x="connsiteX11954" y="connsiteY11954"/>
              </a:cxn>
              <a:cxn ang="0">
                <a:pos x="connsiteX11955" y="connsiteY11955"/>
              </a:cxn>
              <a:cxn ang="0">
                <a:pos x="connsiteX11956" y="connsiteY11956"/>
              </a:cxn>
              <a:cxn ang="0">
                <a:pos x="connsiteX11957" y="connsiteY11957"/>
              </a:cxn>
              <a:cxn ang="0">
                <a:pos x="connsiteX11958" y="connsiteY11958"/>
              </a:cxn>
              <a:cxn ang="0">
                <a:pos x="connsiteX11959" y="connsiteY11959"/>
              </a:cxn>
              <a:cxn ang="0">
                <a:pos x="connsiteX11960" y="connsiteY11960"/>
              </a:cxn>
              <a:cxn ang="0">
                <a:pos x="connsiteX11961" y="connsiteY11961"/>
              </a:cxn>
              <a:cxn ang="0">
                <a:pos x="connsiteX11962" y="connsiteY11962"/>
              </a:cxn>
              <a:cxn ang="0">
                <a:pos x="connsiteX11963" y="connsiteY11963"/>
              </a:cxn>
              <a:cxn ang="0">
                <a:pos x="connsiteX11964" y="connsiteY11964"/>
              </a:cxn>
              <a:cxn ang="0">
                <a:pos x="connsiteX11965" y="connsiteY11965"/>
              </a:cxn>
              <a:cxn ang="0">
                <a:pos x="connsiteX11966" y="connsiteY11966"/>
              </a:cxn>
              <a:cxn ang="0">
                <a:pos x="connsiteX11967" y="connsiteY11967"/>
              </a:cxn>
              <a:cxn ang="0">
                <a:pos x="connsiteX11968" y="connsiteY11968"/>
              </a:cxn>
              <a:cxn ang="0">
                <a:pos x="connsiteX11969" y="connsiteY11969"/>
              </a:cxn>
              <a:cxn ang="0">
                <a:pos x="connsiteX11970" y="connsiteY11970"/>
              </a:cxn>
              <a:cxn ang="0">
                <a:pos x="connsiteX11971" y="connsiteY11971"/>
              </a:cxn>
              <a:cxn ang="0">
                <a:pos x="connsiteX11972" y="connsiteY11972"/>
              </a:cxn>
              <a:cxn ang="0">
                <a:pos x="connsiteX11973" y="connsiteY11973"/>
              </a:cxn>
              <a:cxn ang="0">
                <a:pos x="connsiteX11974" y="connsiteY11974"/>
              </a:cxn>
              <a:cxn ang="0">
                <a:pos x="connsiteX11975" y="connsiteY11975"/>
              </a:cxn>
              <a:cxn ang="0">
                <a:pos x="connsiteX11976" y="connsiteY11976"/>
              </a:cxn>
              <a:cxn ang="0">
                <a:pos x="connsiteX11977" y="connsiteY11977"/>
              </a:cxn>
              <a:cxn ang="0">
                <a:pos x="connsiteX11978" y="connsiteY11978"/>
              </a:cxn>
              <a:cxn ang="0">
                <a:pos x="connsiteX11979" y="connsiteY11979"/>
              </a:cxn>
              <a:cxn ang="0">
                <a:pos x="connsiteX11980" y="connsiteY11980"/>
              </a:cxn>
              <a:cxn ang="0">
                <a:pos x="connsiteX11981" y="connsiteY11981"/>
              </a:cxn>
              <a:cxn ang="0">
                <a:pos x="connsiteX11982" y="connsiteY11982"/>
              </a:cxn>
              <a:cxn ang="0">
                <a:pos x="connsiteX11983" y="connsiteY11983"/>
              </a:cxn>
              <a:cxn ang="0">
                <a:pos x="connsiteX11984" y="connsiteY11984"/>
              </a:cxn>
              <a:cxn ang="0">
                <a:pos x="connsiteX11985" y="connsiteY11985"/>
              </a:cxn>
              <a:cxn ang="0">
                <a:pos x="connsiteX11986" y="connsiteY11986"/>
              </a:cxn>
              <a:cxn ang="0">
                <a:pos x="connsiteX11987" y="connsiteY11987"/>
              </a:cxn>
              <a:cxn ang="0">
                <a:pos x="connsiteX11988" y="connsiteY11988"/>
              </a:cxn>
              <a:cxn ang="0">
                <a:pos x="connsiteX11989" y="connsiteY11989"/>
              </a:cxn>
              <a:cxn ang="0">
                <a:pos x="connsiteX11990" y="connsiteY11990"/>
              </a:cxn>
              <a:cxn ang="0">
                <a:pos x="connsiteX11991" y="connsiteY11991"/>
              </a:cxn>
              <a:cxn ang="0">
                <a:pos x="connsiteX11992" y="connsiteY11992"/>
              </a:cxn>
              <a:cxn ang="0">
                <a:pos x="connsiteX11993" y="connsiteY11993"/>
              </a:cxn>
              <a:cxn ang="0">
                <a:pos x="connsiteX11994" y="connsiteY11994"/>
              </a:cxn>
              <a:cxn ang="0">
                <a:pos x="connsiteX11995" y="connsiteY11995"/>
              </a:cxn>
              <a:cxn ang="0">
                <a:pos x="connsiteX11996" y="connsiteY11996"/>
              </a:cxn>
              <a:cxn ang="0">
                <a:pos x="connsiteX11997" y="connsiteY11997"/>
              </a:cxn>
              <a:cxn ang="0">
                <a:pos x="connsiteX11998" y="connsiteY11998"/>
              </a:cxn>
              <a:cxn ang="0">
                <a:pos x="connsiteX11999" y="connsiteY11999"/>
              </a:cxn>
              <a:cxn ang="0">
                <a:pos x="connsiteX12000" y="connsiteY12000"/>
              </a:cxn>
              <a:cxn ang="0">
                <a:pos x="connsiteX12001" y="connsiteY12001"/>
              </a:cxn>
              <a:cxn ang="0">
                <a:pos x="connsiteX12002" y="connsiteY12002"/>
              </a:cxn>
              <a:cxn ang="0">
                <a:pos x="connsiteX12003" y="connsiteY12003"/>
              </a:cxn>
              <a:cxn ang="0">
                <a:pos x="connsiteX12004" y="connsiteY12004"/>
              </a:cxn>
              <a:cxn ang="0">
                <a:pos x="connsiteX12005" y="connsiteY12005"/>
              </a:cxn>
              <a:cxn ang="0">
                <a:pos x="connsiteX12006" y="connsiteY12006"/>
              </a:cxn>
              <a:cxn ang="0">
                <a:pos x="connsiteX12007" y="connsiteY12007"/>
              </a:cxn>
              <a:cxn ang="0">
                <a:pos x="connsiteX12008" y="connsiteY12008"/>
              </a:cxn>
              <a:cxn ang="0">
                <a:pos x="connsiteX12009" y="connsiteY12009"/>
              </a:cxn>
              <a:cxn ang="0">
                <a:pos x="connsiteX12010" y="connsiteY12010"/>
              </a:cxn>
              <a:cxn ang="0">
                <a:pos x="connsiteX12011" y="connsiteY12011"/>
              </a:cxn>
              <a:cxn ang="0">
                <a:pos x="connsiteX12012" y="connsiteY12012"/>
              </a:cxn>
              <a:cxn ang="0">
                <a:pos x="connsiteX12013" y="connsiteY12013"/>
              </a:cxn>
              <a:cxn ang="0">
                <a:pos x="connsiteX12014" y="connsiteY12014"/>
              </a:cxn>
              <a:cxn ang="0">
                <a:pos x="connsiteX12015" y="connsiteY12015"/>
              </a:cxn>
              <a:cxn ang="0">
                <a:pos x="connsiteX12016" y="connsiteY12016"/>
              </a:cxn>
              <a:cxn ang="0">
                <a:pos x="connsiteX12017" y="connsiteY12017"/>
              </a:cxn>
              <a:cxn ang="0">
                <a:pos x="connsiteX12018" y="connsiteY12018"/>
              </a:cxn>
              <a:cxn ang="0">
                <a:pos x="connsiteX12019" y="connsiteY12019"/>
              </a:cxn>
              <a:cxn ang="0">
                <a:pos x="connsiteX12020" y="connsiteY12020"/>
              </a:cxn>
              <a:cxn ang="0">
                <a:pos x="connsiteX12021" y="connsiteY12021"/>
              </a:cxn>
              <a:cxn ang="0">
                <a:pos x="connsiteX12022" y="connsiteY12022"/>
              </a:cxn>
              <a:cxn ang="0">
                <a:pos x="connsiteX12023" y="connsiteY12023"/>
              </a:cxn>
              <a:cxn ang="0">
                <a:pos x="connsiteX12024" y="connsiteY12024"/>
              </a:cxn>
              <a:cxn ang="0">
                <a:pos x="connsiteX12025" y="connsiteY12025"/>
              </a:cxn>
              <a:cxn ang="0">
                <a:pos x="connsiteX12026" y="connsiteY12026"/>
              </a:cxn>
              <a:cxn ang="0">
                <a:pos x="connsiteX12027" y="connsiteY12027"/>
              </a:cxn>
              <a:cxn ang="0">
                <a:pos x="connsiteX12028" y="connsiteY12028"/>
              </a:cxn>
              <a:cxn ang="0">
                <a:pos x="connsiteX12029" y="connsiteY12029"/>
              </a:cxn>
              <a:cxn ang="0">
                <a:pos x="connsiteX12030" y="connsiteY12030"/>
              </a:cxn>
              <a:cxn ang="0">
                <a:pos x="connsiteX12031" y="connsiteY12031"/>
              </a:cxn>
              <a:cxn ang="0">
                <a:pos x="connsiteX12032" y="connsiteY12032"/>
              </a:cxn>
              <a:cxn ang="0">
                <a:pos x="connsiteX12033" y="connsiteY12033"/>
              </a:cxn>
              <a:cxn ang="0">
                <a:pos x="connsiteX12034" y="connsiteY12034"/>
              </a:cxn>
              <a:cxn ang="0">
                <a:pos x="connsiteX12035" y="connsiteY12035"/>
              </a:cxn>
              <a:cxn ang="0">
                <a:pos x="connsiteX12036" y="connsiteY12036"/>
              </a:cxn>
              <a:cxn ang="0">
                <a:pos x="connsiteX12037" y="connsiteY12037"/>
              </a:cxn>
              <a:cxn ang="0">
                <a:pos x="connsiteX12038" y="connsiteY12038"/>
              </a:cxn>
              <a:cxn ang="0">
                <a:pos x="connsiteX12039" y="connsiteY12039"/>
              </a:cxn>
              <a:cxn ang="0">
                <a:pos x="connsiteX12040" y="connsiteY12040"/>
              </a:cxn>
              <a:cxn ang="0">
                <a:pos x="connsiteX12041" y="connsiteY12041"/>
              </a:cxn>
              <a:cxn ang="0">
                <a:pos x="connsiteX12042" y="connsiteY12042"/>
              </a:cxn>
              <a:cxn ang="0">
                <a:pos x="connsiteX12043" y="connsiteY12043"/>
              </a:cxn>
              <a:cxn ang="0">
                <a:pos x="connsiteX12044" y="connsiteY12044"/>
              </a:cxn>
              <a:cxn ang="0">
                <a:pos x="connsiteX12045" y="connsiteY12045"/>
              </a:cxn>
              <a:cxn ang="0">
                <a:pos x="connsiteX12046" y="connsiteY12046"/>
              </a:cxn>
              <a:cxn ang="0">
                <a:pos x="connsiteX12047" y="connsiteY12047"/>
              </a:cxn>
              <a:cxn ang="0">
                <a:pos x="connsiteX12048" y="connsiteY12048"/>
              </a:cxn>
              <a:cxn ang="0">
                <a:pos x="connsiteX12049" y="connsiteY12049"/>
              </a:cxn>
              <a:cxn ang="0">
                <a:pos x="connsiteX12050" y="connsiteY12050"/>
              </a:cxn>
              <a:cxn ang="0">
                <a:pos x="connsiteX12051" y="connsiteY12051"/>
              </a:cxn>
              <a:cxn ang="0">
                <a:pos x="connsiteX12052" y="connsiteY12052"/>
              </a:cxn>
              <a:cxn ang="0">
                <a:pos x="connsiteX12053" y="connsiteY12053"/>
              </a:cxn>
              <a:cxn ang="0">
                <a:pos x="connsiteX12054" y="connsiteY12054"/>
              </a:cxn>
              <a:cxn ang="0">
                <a:pos x="connsiteX12055" y="connsiteY12055"/>
              </a:cxn>
              <a:cxn ang="0">
                <a:pos x="connsiteX12056" y="connsiteY12056"/>
              </a:cxn>
              <a:cxn ang="0">
                <a:pos x="connsiteX12057" y="connsiteY12057"/>
              </a:cxn>
              <a:cxn ang="0">
                <a:pos x="connsiteX12058" y="connsiteY12058"/>
              </a:cxn>
              <a:cxn ang="0">
                <a:pos x="connsiteX12059" y="connsiteY12059"/>
              </a:cxn>
              <a:cxn ang="0">
                <a:pos x="connsiteX12060" y="connsiteY12060"/>
              </a:cxn>
              <a:cxn ang="0">
                <a:pos x="connsiteX12061" y="connsiteY12061"/>
              </a:cxn>
              <a:cxn ang="0">
                <a:pos x="connsiteX12062" y="connsiteY12062"/>
              </a:cxn>
              <a:cxn ang="0">
                <a:pos x="connsiteX12063" y="connsiteY12063"/>
              </a:cxn>
              <a:cxn ang="0">
                <a:pos x="connsiteX12064" y="connsiteY12064"/>
              </a:cxn>
              <a:cxn ang="0">
                <a:pos x="connsiteX12065" y="connsiteY12065"/>
              </a:cxn>
              <a:cxn ang="0">
                <a:pos x="connsiteX12066" y="connsiteY12066"/>
              </a:cxn>
              <a:cxn ang="0">
                <a:pos x="connsiteX12067" y="connsiteY12067"/>
              </a:cxn>
              <a:cxn ang="0">
                <a:pos x="connsiteX12068" y="connsiteY12068"/>
              </a:cxn>
              <a:cxn ang="0">
                <a:pos x="connsiteX12069" y="connsiteY12069"/>
              </a:cxn>
              <a:cxn ang="0">
                <a:pos x="connsiteX12070" y="connsiteY12070"/>
              </a:cxn>
              <a:cxn ang="0">
                <a:pos x="connsiteX12071" y="connsiteY12071"/>
              </a:cxn>
              <a:cxn ang="0">
                <a:pos x="connsiteX12072" y="connsiteY12072"/>
              </a:cxn>
              <a:cxn ang="0">
                <a:pos x="connsiteX12073" y="connsiteY12073"/>
              </a:cxn>
              <a:cxn ang="0">
                <a:pos x="connsiteX12074" y="connsiteY12074"/>
              </a:cxn>
              <a:cxn ang="0">
                <a:pos x="connsiteX12075" y="connsiteY12075"/>
              </a:cxn>
              <a:cxn ang="0">
                <a:pos x="connsiteX12076" y="connsiteY12076"/>
              </a:cxn>
              <a:cxn ang="0">
                <a:pos x="connsiteX12077" y="connsiteY12077"/>
              </a:cxn>
              <a:cxn ang="0">
                <a:pos x="connsiteX12078" y="connsiteY12078"/>
              </a:cxn>
              <a:cxn ang="0">
                <a:pos x="connsiteX12079" y="connsiteY12079"/>
              </a:cxn>
              <a:cxn ang="0">
                <a:pos x="connsiteX12080" y="connsiteY12080"/>
              </a:cxn>
              <a:cxn ang="0">
                <a:pos x="connsiteX12081" y="connsiteY12081"/>
              </a:cxn>
              <a:cxn ang="0">
                <a:pos x="connsiteX12082" y="connsiteY12082"/>
              </a:cxn>
              <a:cxn ang="0">
                <a:pos x="connsiteX12083" y="connsiteY12083"/>
              </a:cxn>
              <a:cxn ang="0">
                <a:pos x="connsiteX12084" y="connsiteY12084"/>
              </a:cxn>
              <a:cxn ang="0">
                <a:pos x="connsiteX12085" y="connsiteY12085"/>
              </a:cxn>
              <a:cxn ang="0">
                <a:pos x="connsiteX12086" y="connsiteY12086"/>
              </a:cxn>
              <a:cxn ang="0">
                <a:pos x="connsiteX12087" y="connsiteY12087"/>
              </a:cxn>
              <a:cxn ang="0">
                <a:pos x="connsiteX12088" y="connsiteY12088"/>
              </a:cxn>
              <a:cxn ang="0">
                <a:pos x="connsiteX12089" y="connsiteY12089"/>
              </a:cxn>
              <a:cxn ang="0">
                <a:pos x="connsiteX12090" y="connsiteY12090"/>
              </a:cxn>
              <a:cxn ang="0">
                <a:pos x="connsiteX12091" y="connsiteY12091"/>
              </a:cxn>
              <a:cxn ang="0">
                <a:pos x="connsiteX12092" y="connsiteY12092"/>
              </a:cxn>
              <a:cxn ang="0">
                <a:pos x="connsiteX12093" y="connsiteY12093"/>
              </a:cxn>
              <a:cxn ang="0">
                <a:pos x="connsiteX12094" y="connsiteY12094"/>
              </a:cxn>
              <a:cxn ang="0">
                <a:pos x="connsiteX12095" y="connsiteY12095"/>
              </a:cxn>
              <a:cxn ang="0">
                <a:pos x="connsiteX12096" y="connsiteY12096"/>
              </a:cxn>
              <a:cxn ang="0">
                <a:pos x="connsiteX12097" y="connsiteY12097"/>
              </a:cxn>
              <a:cxn ang="0">
                <a:pos x="connsiteX12098" y="connsiteY12098"/>
              </a:cxn>
              <a:cxn ang="0">
                <a:pos x="connsiteX12099" y="connsiteY12099"/>
              </a:cxn>
              <a:cxn ang="0">
                <a:pos x="connsiteX12100" y="connsiteY12100"/>
              </a:cxn>
              <a:cxn ang="0">
                <a:pos x="connsiteX12101" y="connsiteY12101"/>
              </a:cxn>
              <a:cxn ang="0">
                <a:pos x="connsiteX12102" y="connsiteY12102"/>
              </a:cxn>
              <a:cxn ang="0">
                <a:pos x="connsiteX12103" y="connsiteY12103"/>
              </a:cxn>
              <a:cxn ang="0">
                <a:pos x="connsiteX12104" y="connsiteY12104"/>
              </a:cxn>
              <a:cxn ang="0">
                <a:pos x="connsiteX12105" y="connsiteY12105"/>
              </a:cxn>
              <a:cxn ang="0">
                <a:pos x="connsiteX12106" y="connsiteY12106"/>
              </a:cxn>
              <a:cxn ang="0">
                <a:pos x="connsiteX12107" y="connsiteY12107"/>
              </a:cxn>
              <a:cxn ang="0">
                <a:pos x="connsiteX12108" y="connsiteY12108"/>
              </a:cxn>
              <a:cxn ang="0">
                <a:pos x="connsiteX12109" y="connsiteY12109"/>
              </a:cxn>
              <a:cxn ang="0">
                <a:pos x="connsiteX12110" y="connsiteY12110"/>
              </a:cxn>
              <a:cxn ang="0">
                <a:pos x="connsiteX12111" y="connsiteY12111"/>
              </a:cxn>
              <a:cxn ang="0">
                <a:pos x="connsiteX12112" y="connsiteY12112"/>
              </a:cxn>
              <a:cxn ang="0">
                <a:pos x="connsiteX12113" y="connsiteY12113"/>
              </a:cxn>
              <a:cxn ang="0">
                <a:pos x="connsiteX12114" y="connsiteY12114"/>
              </a:cxn>
              <a:cxn ang="0">
                <a:pos x="connsiteX12115" y="connsiteY12115"/>
              </a:cxn>
              <a:cxn ang="0">
                <a:pos x="connsiteX12116" y="connsiteY12116"/>
              </a:cxn>
              <a:cxn ang="0">
                <a:pos x="connsiteX12117" y="connsiteY12117"/>
              </a:cxn>
              <a:cxn ang="0">
                <a:pos x="connsiteX12118" y="connsiteY12118"/>
              </a:cxn>
              <a:cxn ang="0">
                <a:pos x="connsiteX12119" y="connsiteY12119"/>
              </a:cxn>
              <a:cxn ang="0">
                <a:pos x="connsiteX12120" y="connsiteY12120"/>
              </a:cxn>
              <a:cxn ang="0">
                <a:pos x="connsiteX12121" y="connsiteY12121"/>
              </a:cxn>
              <a:cxn ang="0">
                <a:pos x="connsiteX12122" y="connsiteY12122"/>
              </a:cxn>
              <a:cxn ang="0">
                <a:pos x="connsiteX12123" y="connsiteY12123"/>
              </a:cxn>
              <a:cxn ang="0">
                <a:pos x="connsiteX12124" y="connsiteY12124"/>
              </a:cxn>
              <a:cxn ang="0">
                <a:pos x="connsiteX12125" y="connsiteY12125"/>
              </a:cxn>
              <a:cxn ang="0">
                <a:pos x="connsiteX12126" y="connsiteY12126"/>
              </a:cxn>
              <a:cxn ang="0">
                <a:pos x="connsiteX12127" y="connsiteY12127"/>
              </a:cxn>
              <a:cxn ang="0">
                <a:pos x="connsiteX12128" y="connsiteY12128"/>
              </a:cxn>
              <a:cxn ang="0">
                <a:pos x="connsiteX12129" y="connsiteY12129"/>
              </a:cxn>
              <a:cxn ang="0">
                <a:pos x="connsiteX12130" y="connsiteY12130"/>
              </a:cxn>
              <a:cxn ang="0">
                <a:pos x="connsiteX12131" y="connsiteY12131"/>
              </a:cxn>
              <a:cxn ang="0">
                <a:pos x="connsiteX12132" y="connsiteY12132"/>
              </a:cxn>
              <a:cxn ang="0">
                <a:pos x="connsiteX12133" y="connsiteY12133"/>
              </a:cxn>
              <a:cxn ang="0">
                <a:pos x="connsiteX12134" y="connsiteY12134"/>
              </a:cxn>
              <a:cxn ang="0">
                <a:pos x="connsiteX12135" y="connsiteY12135"/>
              </a:cxn>
              <a:cxn ang="0">
                <a:pos x="connsiteX12136" y="connsiteY12136"/>
              </a:cxn>
              <a:cxn ang="0">
                <a:pos x="connsiteX12137" y="connsiteY12137"/>
              </a:cxn>
              <a:cxn ang="0">
                <a:pos x="connsiteX12138" y="connsiteY12138"/>
              </a:cxn>
              <a:cxn ang="0">
                <a:pos x="connsiteX12139" y="connsiteY12139"/>
              </a:cxn>
              <a:cxn ang="0">
                <a:pos x="connsiteX12140" y="connsiteY12140"/>
              </a:cxn>
              <a:cxn ang="0">
                <a:pos x="connsiteX12141" y="connsiteY12141"/>
              </a:cxn>
              <a:cxn ang="0">
                <a:pos x="connsiteX12142" y="connsiteY12142"/>
              </a:cxn>
              <a:cxn ang="0">
                <a:pos x="connsiteX12143" y="connsiteY12143"/>
              </a:cxn>
              <a:cxn ang="0">
                <a:pos x="connsiteX12144" y="connsiteY12144"/>
              </a:cxn>
              <a:cxn ang="0">
                <a:pos x="connsiteX12145" y="connsiteY12145"/>
              </a:cxn>
              <a:cxn ang="0">
                <a:pos x="connsiteX12146" y="connsiteY12146"/>
              </a:cxn>
              <a:cxn ang="0">
                <a:pos x="connsiteX12147" y="connsiteY12147"/>
              </a:cxn>
              <a:cxn ang="0">
                <a:pos x="connsiteX12148" y="connsiteY12148"/>
              </a:cxn>
              <a:cxn ang="0">
                <a:pos x="connsiteX12149" y="connsiteY12149"/>
              </a:cxn>
              <a:cxn ang="0">
                <a:pos x="connsiteX12150" y="connsiteY12150"/>
              </a:cxn>
              <a:cxn ang="0">
                <a:pos x="connsiteX12151" y="connsiteY12151"/>
              </a:cxn>
              <a:cxn ang="0">
                <a:pos x="connsiteX12152" y="connsiteY12152"/>
              </a:cxn>
              <a:cxn ang="0">
                <a:pos x="connsiteX12153" y="connsiteY12153"/>
              </a:cxn>
              <a:cxn ang="0">
                <a:pos x="connsiteX12154" y="connsiteY12154"/>
              </a:cxn>
              <a:cxn ang="0">
                <a:pos x="connsiteX12155" y="connsiteY12155"/>
              </a:cxn>
              <a:cxn ang="0">
                <a:pos x="connsiteX12156" y="connsiteY12156"/>
              </a:cxn>
              <a:cxn ang="0">
                <a:pos x="connsiteX12157" y="connsiteY12157"/>
              </a:cxn>
              <a:cxn ang="0">
                <a:pos x="connsiteX12158" y="connsiteY12158"/>
              </a:cxn>
              <a:cxn ang="0">
                <a:pos x="connsiteX12159" y="connsiteY12159"/>
              </a:cxn>
              <a:cxn ang="0">
                <a:pos x="connsiteX12160" y="connsiteY12160"/>
              </a:cxn>
              <a:cxn ang="0">
                <a:pos x="connsiteX12161" y="connsiteY12161"/>
              </a:cxn>
              <a:cxn ang="0">
                <a:pos x="connsiteX12162" y="connsiteY12162"/>
              </a:cxn>
              <a:cxn ang="0">
                <a:pos x="connsiteX12163" y="connsiteY12163"/>
              </a:cxn>
              <a:cxn ang="0">
                <a:pos x="connsiteX12164" y="connsiteY12164"/>
              </a:cxn>
              <a:cxn ang="0">
                <a:pos x="connsiteX12165" y="connsiteY12165"/>
              </a:cxn>
              <a:cxn ang="0">
                <a:pos x="connsiteX12166" y="connsiteY12166"/>
              </a:cxn>
              <a:cxn ang="0">
                <a:pos x="connsiteX12167" y="connsiteY12167"/>
              </a:cxn>
              <a:cxn ang="0">
                <a:pos x="connsiteX12168" y="connsiteY12168"/>
              </a:cxn>
              <a:cxn ang="0">
                <a:pos x="connsiteX12169" y="connsiteY12169"/>
              </a:cxn>
              <a:cxn ang="0">
                <a:pos x="connsiteX12170" y="connsiteY12170"/>
              </a:cxn>
              <a:cxn ang="0">
                <a:pos x="connsiteX12171" y="connsiteY12171"/>
              </a:cxn>
              <a:cxn ang="0">
                <a:pos x="connsiteX12172" y="connsiteY12172"/>
              </a:cxn>
              <a:cxn ang="0">
                <a:pos x="connsiteX12173" y="connsiteY12173"/>
              </a:cxn>
              <a:cxn ang="0">
                <a:pos x="connsiteX12174" y="connsiteY12174"/>
              </a:cxn>
              <a:cxn ang="0">
                <a:pos x="connsiteX12175" y="connsiteY12175"/>
              </a:cxn>
              <a:cxn ang="0">
                <a:pos x="connsiteX12176" y="connsiteY12176"/>
              </a:cxn>
              <a:cxn ang="0">
                <a:pos x="connsiteX12177" y="connsiteY12177"/>
              </a:cxn>
              <a:cxn ang="0">
                <a:pos x="connsiteX12178" y="connsiteY12178"/>
              </a:cxn>
              <a:cxn ang="0">
                <a:pos x="connsiteX12179" y="connsiteY12179"/>
              </a:cxn>
              <a:cxn ang="0">
                <a:pos x="connsiteX12180" y="connsiteY12180"/>
              </a:cxn>
              <a:cxn ang="0">
                <a:pos x="connsiteX12181" y="connsiteY12181"/>
              </a:cxn>
              <a:cxn ang="0">
                <a:pos x="connsiteX12182" y="connsiteY12182"/>
              </a:cxn>
              <a:cxn ang="0">
                <a:pos x="connsiteX12183" y="connsiteY12183"/>
              </a:cxn>
              <a:cxn ang="0">
                <a:pos x="connsiteX12184" y="connsiteY12184"/>
              </a:cxn>
              <a:cxn ang="0">
                <a:pos x="connsiteX12185" y="connsiteY12185"/>
              </a:cxn>
              <a:cxn ang="0">
                <a:pos x="connsiteX12186" y="connsiteY12186"/>
              </a:cxn>
              <a:cxn ang="0">
                <a:pos x="connsiteX12187" y="connsiteY12187"/>
              </a:cxn>
              <a:cxn ang="0">
                <a:pos x="connsiteX12188" y="connsiteY12188"/>
              </a:cxn>
              <a:cxn ang="0">
                <a:pos x="connsiteX12189" y="connsiteY12189"/>
              </a:cxn>
              <a:cxn ang="0">
                <a:pos x="connsiteX12190" y="connsiteY12190"/>
              </a:cxn>
              <a:cxn ang="0">
                <a:pos x="connsiteX12191" y="connsiteY12191"/>
              </a:cxn>
              <a:cxn ang="0">
                <a:pos x="connsiteX12192" y="connsiteY12192"/>
              </a:cxn>
              <a:cxn ang="0">
                <a:pos x="connsiteX12193" y="connsiteY12193"/>
              </a:cxn>
              <a:cxn ang="0">
                <a:pos x="connsiteX12194" y="connsiteY12194"/>
              </a:cxn>
              <a:cxn ang="0">
                <a:pos x="connsiteX12195" y="connsiteY12195"/>
              </a:cxn>
              <a:cxn ang="0">
                <a:pos x="connsiteX12196" y="connsiteY12196"/>
              </a:cxn>
              <a:cxn ang="0">
                <a:pos x="connsiteX12197" y="connsiteY12197"/>
              </a:cxn>
              <a:cxn ang="0">
                <a:pos x="connsiteX12198" y="connsiteY12198"/>
              </a:cxn>
              <a:cxn ang="0">
                <a:pos x="connsiteX12199" y="connsiteY12199"/>
              </a:cxn>
              <a:cxn ang="0">
                <a:pos x="connsiteX12200" y="connsiteY12200"/>
              </a:cxn>
              <a:cxn ang="0">
                <a:pos x="connsiteX12201" y="connsiteY12201"/>
              </a:cxn>
              <a:cxn ang="0">
                <a:pos x="connsiteX12202" y="connsiteY12202"/>
              </a:cxn>
              <a:cxn ang="0">
                <a:pos x="connsiteX12203" y="connsiteY12203"/>
              </a:cxn>
              <a:cxn ang="0">
                <a:pos x="connsiteX12204" y="connsiteY12204"/>
              </a:cxn>
              <a:cxn ang="0">
                <a:pos x="connsiteX12205" y="connsiteY12205"/>
              </a:cxn>
              <a:cxn ang="0">
                <a:pos x="connsiteX12206" y="connsiteY12206"/>
              </a:cxn>
              <a:cxn ang="0">
                <a:pos x="connsiteX12207" y="connsiteY12207"/>
              </a:cxn>
              <a:cxn ang="0">
                <a:pos x="connsiteX12208" y="connsiteY12208"/>
              </a:cxn>
              <a:cxn ang="0">
                <a:pos x="connsiteX12209" y="connsiteY12209"/>
              </a:cxn>
              <a:cxn ang="0">
                <a:pos x="connsiteX12210" y="connsiteY12210"/>
              </a:cxn>
              <a:cxn ang="0">
                <a:pos x="connsiteX12211" y="connsiteY12211"/>
              </a:cxn>
              <a:cxn ang="0">
                <a:pos x="connsiteX12212" y="connsiteY12212"/>
              </a:cxn>
              <a:cxn ang="0">
                <a:pos x="connsiteX12213" y="connsiteY12213"/>
              </a:cxn>
              <a:cxn ang="0">
                <a:pos x="connsiteX12214" y="connsiteY12214"/>
              </a:cxn>
              <a:cxn ang="0">
                <a:pos x="connsiteX12215" y="connsiteY12215"/>
              </a:cxn>
              <a:cxn ang="0">
                <a:pos x="connsiteX12216" y="connsiteY12216"/>
              </a:cxn>
              <a:cxn ang="0">
                <a:pos x="connsiteX12217" y="connsiteY12217"/>
              </a:cxn>
              <a:cxn ang="0">
                <a:pos x="connsiteX12218" y="connsiteY12218"/>
              </a:cxn>
              <a:cxn ang="0">
                <a:pos x="connsiteX12219" y="connsiteY12219"/>
              </a:cxn>
              <a:cxn ang="0">
                <a:pos x="connsiteX12220" y="connsiteY12220"/>
              </a:cxn>
              <a:cxn ang="0">
                <a:pos x="connsiteX12221" y="connsiteY12221"/>
              </a:cxn>
              <a:cxn ang="0">
                <a:pos x="connsiteX12222" y="connsiteY12222"/>
              </a:cxn>
              <a:cxn ang="0">
                <a:pos x="connsiteX12223" y="connsiteY12223"/>
              </a:cxn>
              <a:cxn ang="0">
                <a:pos x="connsiteX12224" y="connsiteY12224"/>
              </a:cxn>
              <a:cxn ang="0">
                <a:pos x="connsiteX12225" y="connsiteY12225"/>
              </a:cxn>
              <a:cxn ang="0">
                <a:pos x="connsiteX12226" y="connsiteY12226"/>
              </a:cxn>
              <a:cxn ang="0">
                <a:pos x="connsiteX12227" y="connsiteY12227"/>
              </a:cxn>
              <a:cxn ang="0">
                <a:pos x="connsiteX12228" y="connsiteY12228"/>
              </a:cxn>
              <a:cxn ang="0">
                <a:pos x="connsiteX12229" y="connsiteY12229"/>
              </a:cxn>
              <a:cxn ang="0">
                <a:pos x="connsiteX12230" y="connsiteY12230"/>
              </a:cxn>
              <a:cxn ang="0">
                <a:pos x="connsiteX12231" y="connsiteY12231"/>
              </a:cxn>
              <a:cxn ang="0">
                <a:pos x="connsiteX12232" y="connsiteY12232"/>
              </a:cxn>
              <a:cxn ang="0">
                <a:pos x="connsiteX12233" y="connsiteY12233"/>
              </a:cxn>
              <a:cxn ang="0">
                <a:pos x="connsiteX12234" y="connsiteY12234"/>
              </a:cxn>
              <a:cxn ang="0">
                <a:pos x="connsiteX12235" y="connsiteY12235"/>
              </a:cxn>
              <a:cxn ang="0">
                <a:pos x="connsiteX12236" y="connsiteY12236"/>
              </a:cxn>
              <a:cxn ang="0">
                <a:pos x="connsiteX12237" y="connsiteY12237"/>
              </a:cxn>
              <a:cxn ang="0">
                <a:pos x="connsiteX12238" y="connsiteY12238"/>
              </a:cxn>
              <a:cxn ang="0">
                <a:pos x="connsiteX12239" y="connsiteY12239"/>
              </a:cxn>
              <a:cxn ang="0">
                <a:pos x="connsiteX12240" y="connsiteY12240"/>
              </a:cxn>
              <a:cxn ang="0">
                <a:pos x="connsiteX12241" y="connsiteY12241"/>
              </a:cxn>
              <a:cxn ang="0">
                <a:pos x="connsiteX12242" y="connsiteY12242"/>
              </a:cxn>
              <a:cxn ang="0">
                <a:pos x="connsiteX12243" y="connsiteY12243"/>
              </a:cxn>
              <a:cxn ang="0">
                <a:pos x="connsiteX12244" y="connsiteY12244"/>
              </a:cxn>
              <a:cxn ang="0">
                <a:pos x="connsiteX12245" y="connsiteY12245"/>
              </a:cxn>
              <a:cxn ang="0">
                <a:pos x="connsiteX12246" y="connsiteY12246"/>
              </a:cxn>
              <a:cxn ang="0">
                <a:pos x="connsiteX12247" y="connsiteY12247"/>
              </a:cxn>
              <a:cxn ang="0">
                <a:pos x="connsiteX12248" y="connsiteY12248"/>
              </a:cxn>
              <a:cxn ang="0">
                <a:pos x="connsiteX12249" y="connsiteY12249"/>
              </a:cxn>
              <a:cxn ang="0">
                <a:pos x="connsiteX12250" y="connsiteY12250"/>
              </a:cxn>
              <a:cxn ang="0">
                <a:pos x="connsiteX12251" y="connsiteY12251"/>
              </a:cxn>
              <a:cxn ang="0">
                <a:pos x="connsiteX12252" y="connsiteY12252"/>
              </a:cxn>
              <a:cxn ang="0">
                <a:pos x="connsiteX12253" y="connsiteY12253"/>
              </a:cxn>
              <a:cxn ang="0">
                <a:pos x="connsiteX12254" y="connsiteY12254"/>
              </a:cxn>
              <a:cxn ang="0">
                <a:pos x="connsiteX12255" y="connsiteY12255"/>
              </a:cxn>
              <a:cxn ang="0">
                <a:pos x="connsiteX12256" y="connsiteY12256"/>
              </a:cxn>
              <a:cxn ang="0">
                <a:pos x="connsiteX12257" y="connsiteY12257"/>
              </a:cxn>
              <a:cxn ang="0">
                <a:pos x="connsiteX12258" y="connsiteY12258"/>
              </a:cxn>
              <a:cxn ang="0">
                <a:pos x="connsiteX12259" y="connsiteY12259"/>
              </a:cxn>
              <a:cxn ang="0">
                <a:pos x="connsiteX12260" y="connsiteY12260"/>
              </a:cxn>
              <a:cxn ang="0">
                <a:pos x="connsiteX12261" y="connsiteY12261"/>
              </a:cxn>
              <a:cxn ang="0">
                <a:pos x="connsiteX12262" y="connsiteY12262"/>
              </a:cxn>
              <a:cxn ang="0">
                <a:pos x="connsiteX12263" y="connsiteY12263"/>
              </a:cxn>
              <a:cxn ang="0">
                <a:pos x="connsiteX12264" y="connsiteY12264"/>
              </a:cxn>
              <a:cxn ang="0">
                <a:pos x="connsiteX12265" y="connsiteY12265"/>
              </a:cxn>
              <a:cxn ang="0">
                <a:pos x="connsiteX12266" y="connsiteY12266"/>
              </a:cxn>
              <a:cxn ang="0">
                <a:pos x="connsiteX12267" y="connsiteY12267"/>
              </a:cxn>
              <a:cxn ang="0">
                <a:pos x="connsiteX12268" y="connsiteY12268"/>
              </a:cxn>
              <a:cxn ang="0">
                <a:pos x="connsiteX12269" y="connsiteY12269"/>
              </a:cxn>
              <a:cxn ang="0">
                <a:pos x="connsiteX12270" y="connsiteY12270"/>
              </a:cxn>
              <a:cxn ang="0">
                <a:pos x="connsiteX12271" y="connsiteY12271"/>
              </a:cxn>
              <a:cxn ang="0">
                <a:pos x="connsiteX12272" y="connsiteY12272"/>
              </a:cxn>
              <a:cxn ang="0">
                <a:pos x="connsiteX12273" y="connsiteY12273"/>
              </a:cxn>
              <a:cxn ang="0">
                <a:pos x="connsiteX12274" y="connsiteY12274"/>
              </a:cxn>
              <a:cxn ang="0">
                <a:pos x="connsiteX12275" y="connsiteY12275"/>
              </a:cxn>
              <a:cxn ang="0">
                <a:pos x="connsiteX12276" y="connsiteY12276"/>
              </a:cxn>
              <a:cxn ang="0">
                <a:pos x="connsiteX12277" y="connsiteY12277"/>
              </a:cxn>
              <a:cxn ang="0">
                <a:pos x="connsiteX12278" y="connsiteY12278"/>
              </a:cxn>
              <a:cxn ang="0">
                <a:pos x="connsiteX12279" y="connsiteY12279"/>
              </a:cxn>
              <a:cxn ang="0">
                <a:pos x="connsiteX12280" y="connsiteY12280"/>
              </a:cxn>
              <a:cxn ang="0">
                <a:pos x="connsiteX12281" y="connsiteY12281"/>
              </a:cxn>
              <a:cxn ang="0">
                <a:pos x="connsiteX12282" y="connsiteY12282"/>
              </a:cxn>
              <a:cxn ang="0">
                <a:pos x="connsiteX12283" y="connsiteY12283"/>
              </a:cxn>
              <a:cxn ang="0">
                <a:pos x="connsiteX12284" y="connsiteY12284"/>
              </a:cxn>
              <a:cxn ang="0">
                <a:pos x="connsiteX12285" y="connsiteY12285"/>
              </a:cxn>
              <a:cxn ang="0">
                <a:pos x="connsiteX12286" y="connsiteY12286"/>
              </a:cxn>
              <a:cxn ang="0">
                <a:pos x="connsiteX12287" y="connsiteY12287"/>
              </a:cxn>
              <a:cxn ang="0">
                <a:pos x="connsiteX12288" y="connsiteY12288"/>
              </a:cxn>
              <a:cxn ang="0">
                <a:pos x="connsiteX12289" y="connsiteY12289"/>
              </a:cxn>
              <a:cxn ang="0">
                <a:pos x="connsiteX12290" y="connsiteY12290"/>
              </a:cxn>
              <a:cxn ang="0">
                <a:pos x="connsiteX12291" y="connsiteY12291"/>
              </a:cxn>
              <a:cxn ang="0">
                <a:pos x="connsiteX12292" y="connsiteY12292"/>
              </a:cxn>
              <a:cxn ang="0">
                <a:pos x="connsiteX12293" y="connsiteY12293"/>
              </a:cxn>
              <a:cxn ang="0">
                <a:pos x="connsiteX12294" y="connsiteY12294"/>
              </a:cxn>
              <a:cxn ang="0">
                <a:pos x="connsiteX12295" y="connsiteY12295"/>
              </a:cxn>
              <a:cxn ang="0">
                <a:pos x="connsiteX12296" y="connsiteY12296"/>
              </a:cxn>
              <a:cxn ang="0">
                <a:pos x="connsiteX12297" y="connsiteY12297"/>
              </a:cxn>
              <a:cxn ang="0">
                <a:pos x="connsiteX12298" y="connsiteY12298"/>
              </a:cxn>
              <a:cxn ang="0">
                <a:pos x="connsiteX12299" y="connsiteY12299"/>
              </a:cxn>
              <a:cxn ang="0">
                <a:pos x="connsiteX12300" y="connsiteY12300"/>
              </a:cxn>
              <a:cxn ang="0">
                <a:pos x="connsiteX12301" y="connsiteY12301"/>
              </a:cxn>
              <a:cxn ang="0">
                <a:pos x="connsiteX12302" y="connsiteY12302"/>
              </a:cxn>
              <a:cxn ang="0">
                <a:pos x="connsiteX12303" y="connsiteY12303"/>
              </a:cxn>
              <a:cxn ang="0">
                <a:pos x="connsiteX12304" y="connsiteY12304"/>
              </a:cxn>
              <a:cxn ang="0">
                <a:pos x="connsiteX12305" y="connsiteY12305"/>
              </a:cxn>
              <a:cxn ang="0">
                <a:pos x="connsiteX12306" y="connsiteY12306"/>
              </a:cxn>
              <a:cxn ang="0">
                <a:pos x="connsiteX12307" y="connsiteY12307"/>
              </a:cxn>
              <a:cxn ang="0">
                <a:pos x="connsiteX12308" y="connsiteY12308"/>
              </a:cxn>
              <a:cxn ang="0">
                <a:pos x="connsiteX12309" y="connsiteY12309"/>
              </a:cxn>
              <a:cxn ang="0">
                <a:pos x="connsiteX12310" y="connsiteY12310"/>
              </a:cxn>
              <a:cxn ang="0">
                <a:pos x="connsiteX12311" y="connsiteY12311"/>
              </a:cxn>
              <a:cxn ang="0">
                <a:pos x="connsiteX12312" y="connsiteY12312"/>
              </a:cxn>
              <a:cxn ang="0">
                <a:pos x="connsiteX12313" y="connsiteY12313"/>
              </a:cxn>
              <a:cxn ang="0">
                <a:pos x="connsiteX12314" y="connsiteY12314"/>
              </a:cxn>
              <a:cxn ang="0">
                <a:pos x="connsiteX12315" y="connsiteY12315"/>
              </a:cxn>
              <a:cxn ang="0">
                <a:pos x="connsiteX12316" y="connsiteY12316"/>
              </a:cxn>
              <a:cxn ang="0">
                <a:pos x="connsiteX12317" y="connsiteY12317"/>
              </a:cxn>
              <a:cxn ang="0">
                <a:pos x="connsiteX12318" y="connsiteY12318"/>
              </a:cxn>
              <a:cxn ang="0">
                <a:pos x="connsiteX12319" y="connsiteY12319"/>
              </a:cxn>
              <a:cxn ang="0">
                <a:pos x="connsiteX12320" y="connsiteY12320"/>
              </a:cxn>
              <a:cxn ang="0">
                <a:pos x="connsiteX12321" y="connsiteY12321"/>
              </a:cxn>
              <a:cxn ang="0">
                <a:pos x="connsiteX12322" y="connsiteY12322"/>
              </a:cxn>
              <a:cxn ang="0">
                <a:pos x="connsiteX12323" y="connsiteY12323"/>
              </a:cxn>
              <a:cxn ang="0">
                <a:pos x="connsiteX12324" y="connsiteY12324"/>
              </a:cxn>
              <a:cxn ang="0">
                <a:pos x="connsiteX12325" y="connsiteY12325"/>
              </a:cxn>
              <a:cxn ang="0">
                <a:pos x="connsiteX12326" y="connsiteY12326"/>
              </a:cxn>
              <a:cxn ang="0">
                <a:pos x="connsiteX12327" y="connsiteY12327"/>
              </a:cxn>
              <a:cxn ang="0">
                <a:pos x="connsiteX12328" y="connsiteY12328"/>
              </a:cxn>
              <a:cxn ang="0">
                <a:pos x="connsiteX12329" y="connsiteY12329"/>
              </a:cxn>
              <a:cxn ang="0">
                <a:pos x="connsiteX12330" y="connsiteY12330"/>
              </a:cxn>
              <a:cxn ang="0">
                <a:pos x="connsiteX12331" y="connsiteY12331"/>
              </a:cxn>
              <a:cxn ang="0">
                <a:pos x="connsiteX12332" y="connsiteY12332"/>
              </a:cxn>
              <a:cxn ang="0">
                <a:pos x="connsiteX12333" y="connsiteY12333"/>
              </a:cxn>
              <a:cxn ang="0">
                <a:pos x="connsiteX12334" y="connsiteY12334"/>
              </a:cxn>
              <a:cxn ang="0">
                <a:pos x="connsiteX12335" y="connsiteY12335"/>
              </a:cxn>
              <a:cxn ang="0">
                <a:pos x="connsiteX12336" y="connsiteY12336"/>
              </a:cxn>
              <a:cxn ang="0">
                <a:pos x="connsiteX12337" y="connsiteY12337"/>
              </a:cxn>
              <a:cxn ang="0">
                <a:pos x="connsiteX12338" y="connsiteY12338"/>
              </a:cxn>
              <a:cxn ang="0">
                <a:pos x="connsiteX12339" y="connsiteY12339"/>
              </a:cxn>
              <a:cxn ang="0">
                <a:pos x="connsiteX12340" y="connsiteY12340"/>
              </a:cxn>
              <a:cxn ang="0">
                <a:pos x="connsiteX12341" y="connsiteY12341"/>
              </a:cxn>
              <a:cxn ang="0">
                <a:pos x="connsiteX12342" y="connsiteY12342"/>
              </a:cxn>
              <a:cxn ang="0">
                <a:pos x="connsiteX12343" y="connsiteY12343"/>
              </a:cxn>
              <a:cxn ang="0">
                <a:pos x="connsiteX12344" y="connsiteY12344"/>
              </a:cxn>
              <a:cxn ang="0">
                <a:pos x="connsiteX12345" y="connsiteY12345"/>
              </a:cxn>
              <a:cxn ang="0">
                <a:pos x="connsiteX12346" y="connsiteY12346"/>
              </a:cxn>
              <a:cxn ang="0">
                <a:pos x="connsiteX12347" y="connsiteY12347"/>
              </a:cxn>
              <a:cxn ang="0">
                <a:pos x="connsiteX12348" y="connsiteY12348"/>
              </a:cxn>
              <a:cxn ang="0">
                <a:pos x="connsiteX12349" y="connsiteY12349"/>
              </a:cxn>
              <a:cxn ang="0">
                <a:pos x="connsiteX12350" y="connsiteY12350"/>
              </a:cxn>
              <a:cxn ang="0">
                <a:pos x="connsiteX12351" y="connsiteY12351"/>
              </a:cxn>
              <a:cxn ang="0">
                <a:pos x="connsiteX12352" y="connsiteY12352"/>
              </a:cxn>
              <a:cxn ang="0">
                <a:pos x="connsiteX12353" y="connsiteY12353"/>
              </a:cxn>
              <a:cxn ang="0">
                <a:pos x="connsiteX12354" y="connsiteY12354"/>
              </a:cxn>
              <a:cxn ang="0">
                <a:pos x="connsiteX12355" y="connsiteY12355"/>
              </a:cxn>
              <a:cxn ang="0">
                <a:pos x="connsiteX12356" y="connsiteY12356"/>
              </a:cxn>
              <a:cxn ang="0">
                <a:pos x="connsiteX12357" y="connsiteY12357"/>
              </a:cxn>
              <a:cxn ang="0">
                <a:pos x="connsiteX12358" y="connsiteY12358"/>
              </a:cxn>
              <a:cxn ang="0">
                <a:pos x="connsiteX12359" y="connsiteY12359"/>
              </a:cxn>
              <a:cxn ang="0">
                <a:pos x="connsiteX12360" y="connsiteY12360"/>
              </a:cxn>
              <a:cxn ang="0">
                <a:pos x="connsiteX12361" y="connsiteY12361"/>
              </a:cxn>
              <a:cxn ang="0">
                <a:pos x="connsiteX12362" y="connsiteY12362"/>
              </a:cxn>
              <a:cxn ang="0">
                <a:pos x="connsiteX12363" y="connsiteY12363"/>
              </a:cxn>
              <a:cxn ang="0">
                <a:pos x="connsiteX12364" y="connsiteY12364"/>
              </a:cxn>
              <a:cxn ang="0">
                <a:pos x="connsiteX12365" y="connsiteY12365"/>
              </a:cxn>
              <a:cxn ang="0">
                <a:pos x="connsiteX12366" y="connsiteY12366"/>
              </a:cxn>
              <a:cxn ang="0">
                <a:pos x="connsiteX12367" y="connsiteY12367"/>
              </a:cxn>
              <a:cxn ang="0">
                <a:pos x="connsiteX12368" y="connsiteY12368"/>
              </a:cxn>
              <a:cxn ang="0">
                <a:pos x="connsiteX12369" y="connsiteY12369"/>
              </a:cxn>
              <a:cxn ang="0">
                <a:pos x="connsiteX12370" y="connsiteY12370"/>
              </a:cxn>
              <a:cxn ang="0">
                <a:pos x="connsiteX12371" y="connsiteY12371"/>
              </a:cxn>
              <a:cxn ang="0">
                <a:pos x="connsiteX12372" y="connsiteY12372"/>
              </a:cxn>
              <a:cxn ang="0">
                <a:pos x="connsiteX12373" y="connsiteY12373"/>
              </a:cxn>
              <a:cxn ang="0">
                <a:pos x="connsiteX12374" y="connsiteY12374"/>
              </a:cxn>
              <a:cxn ang="0">
                <a:pos x="connsiteX12375" y="connsiteY12375"/>
              </a:cxn>
              <a:cxn ang="0">
                <a:pos x="connsiteX12376" y="connsiteY12376"/>
              </a:cxn>
              <a:cxn ang="0">
                <a:pos x="connsiteX12377" y="connsiteY12377"/>
              </a:cxn>
              <a:cxn ang="0">
                <a:pos x="connsiteX12378" y="connsiteY12378"/>
              </a:cxn>
              <a:cxn ang="0">
                <a:pos x="connsiteX12379" y="connsiteY12379"/>
              </a:cxn>
              <a:cxn ang="0">
                <a:pos x="connsiteX12380" y="connsiteY12380"/>
              </a:cxn>
              <a:cxn ang="0">
                <a:pos x="connsiteX12381" y="connsiteY12381"/>
              </a:cxn>
              <a:cxn ang="0">
                <a:pos x="connsiteX12382" y="connsiteY12382"/>
              </a:cxn>
              <a:cxn ang="0">
                <a:pos x="connsiteX12383" y="connsiteY12383"/>
              </a:cxn>
              <a:cxn ang="0">
                <a:pos x="connsiteX12384" y="connsiteY12384"/>
              </a:cxn>
              <a:cxn ang="0">
                <a:pos x="connsiteX12385" y="connsiteY12385"/>
              </a:cxn>
              <a:cxn ang="0">
                <a:pos x="connsiteX12386" y="connsiteY12386"/>
              </a:cxn>
              <a:cxn ang="0">
                <a:pos x="connsiteX12387" y="connsiteY12387"/>
              </a:cxn>
              <a:cxn ang="0">
                <a:pos x="connsiteX12388" y="connsiteY12388"/>
              </a:cxn>
              <a:cxn ang="0">
                <a:pos x="connsiteX12389" y="connsiteY12389"/>
              </a:cxn>
              <a:cxn ang="0">
                <a:pos x="connsiteX12390" y="connsiteY12390"/>
              </a:cxn>
              <a:cxn ang="0">
                <a:pos x="connsiteX12391" y="connsiteY12391"/>
              </a:cxn>
              <a:cxn ang="0">
                <a:pos x="connsiteX12392" y="connsiteY12392"/>
              </a:cxn>
              <a:cxn ang="0">
                <a:pos x="connsiteX12393" y="connsiteY12393"/>
              </a:cxn>
              <a:cxn ang="0">
                <a:pos x="connsiteX12394" y="connsiteY12394"/>
              </a:cxn>
              <a:cxn ang="0">
                <a:pos x="connsiteX12395" y="connsiteY12395"/>
              </a:cxn>
              <a:cxn ang="0">
                <a:pos x="connsiteX12396" y="connsiteY12396"/>
              </a:cxn>
              <a:cxn ang="0">
                <a:pos x="connsiteX12397" y="connsiteY12397"/>
              </a:cxn>
              <a:cxn ang="0">
                <a:pos x="connsiteX12398" y="connsiteY12398"/>
              </a:cxn>
              <a:cxn ang="0">
                <a:pos x="connsiteX12399" y="connsiteY12399"/>
              </a:cxn>
              <a:cxn ang="0">
                <a:pos x="connsiteX12400" y="connsiteY12400"/>
              </a:cxn>
              <a:cxn ang="0">
                <a:pos x="connsiteX12401" y="connsiteY12401"/>
              </a:cxn>
              <a:cxn ang="0">
                <a:pos x="connsiteX12402" y="connsiteY12402"/>
              </a:cxn>
              <a:cxn ang="0">
                <a:pos x="connsiteX12403" y="connsiteY12403"/>
              </a:cxn>
              <a:cxn ang="0">
                <a:pos x="connsiteX12404" y="connsiteY12404"/>
              </a:cxn>
              <a:cxn ang="0">
                <a:pos x="connsiteX12405" y="connsiteY12405"/>
              </a:cxn>
              <a:cxn ang="0">
                <a:pos x="connsiteX12406" y="connsiteY12406"/>
              </a:cxn>
              <a:cxn ang="0">
                <a:pos x="connsiteX12407" y="connsiteY12407"/>
              </a:cxn>
              <a:cxn ang="0">
                <a:pos x="connsiteX12408" y="connsiteY12408"/>
              </a:cxn>
              <a:cxn ang="0">
                <a:pos x="connsiteX12409" y="connsiteY12409"/>
              </a:cxn>
              <a:cxn ang="0">
                <a:pos x="connsiteX12410" y="connsiteY12410"/>
              </a:cxn>
              <a:cxn ang="0">
                <a:pos x="connsiteX12411" y="connsiteY12411"/>
              </a:cxn>
              <a:cxn ang="0">
                <a:pos x="connsiteX12412" y="connsiteY12412"/>
              </a:cxn>
              <a:cxn ang="0">
                <a:pos x="connsiteX12413" y="connsiteY12413"/>
              </a:cxn>
              <a:cxn ang="0">
                <a:pos x="connsiteX12414" y="connsiteY12414"/>
              </a:cxn>
              <a:cxn ang="0">
                <a:pos x="connsiteX12415" y="connsiteY12415"/>
              </a:cxn>
              <a:cxn ang="0">
                <a:pos x="connsiteX12416" y="connsiteY12416"/>
              </a:cxn>
              <a:cxn ang="0">
                <a:pos x="connsiteX12417" y="connsiteY12417"/>
              </a:cxn>
              <a:cxn ang="0">
                <a:pos x="connsiteX12418" y="connsiteY12418"/>
              </a:cxn>
              <a:cxn ang="0">
                <a:pos x="connsiteX12419" y="connsiteY12419"/>
              </a:cxn>
              <a:cxn ang="0">
                <a:pos x="connsiteX12420" y="connsiteY12420"/>
              </a:cxn>
              <a:cxn ang="0">
                <a:pos x="connsiteX12421" y="connsiteY12421"/>
              </a:cxn>
              <a:cxn ang="0">
                <a:pos x="connsiteX12422" y="connsiteY12422"/>
              </a:cxn>
              <a:cxn ang="0">
                <a:pos x="connsiteX12423" y="connsiteY12423"/>
              </a:cxn>
              <a:cxn ang="0">
                <a:pos x="connsiteX12424" y="connsiteY12424"/>
              </a:cxn>
              <a:cxn ang="0">
                <a:pos x="connsiteX12425" y="connsiteY12425"/>
              </a:cxn>
              <a:cxn ang="0">
                <a:pos x="connsiteX12426" y="connsiteY12426"/>
              </a:cxn>
              <a:cxn ang="0">
                <a:pos x="connsiteX12427" y="connsiteY12427"/>
              </a:cxn>
              <a:cxn ang="0">
                <a:pos x="connsiteX12428" y="connsiteY12428"/>
              </a:cxn>
              <a:cxn ang="0">
                <a:pos x="connsiteX12429" y="connsiteY12429"/>
              </a:cxn>
              <a:cxn ang="0">
                <a:pos x="connsiteX12430" y="connsiteY12430"/>
              </a:cxn>
              <a:cxn ang="0">
                <a:pos x="connsiteX12431" y="connsiteY12431"/>
              </a:cxn>
              <a:cxn ang="0">
                <a:pos x="connsiteX12432" y="connsiteY12432"/>
              </a:cxn>
              <a:cxn ang="0">
                <a:pos x="connsiteX12433" y="connsiteY12433"/>
              </a:cxn>
              <a:cxn ang="0">
                <a:pos x="connsiteX12434" y="connsiteY12434"/>
              </a:cxn>
              <a:cxn ang="0">
                <a:pos x="connsiteX12435" y="connsiteY12435"/>
              </a:cxn>
              <a:cxn ang="0">
                <a:pos x="connsiteX12436" y="connsiteY12436"/>
              </a:cxn>
              <a:cxn ang="0">
                <a:pos x="connsiteX12437" y="connsiteY12437"/>
              </a:cxn>
              <a:cxn ang="0">
                <a:pos x="connsiteX12438" y="connsiteY12438"/>
              </a:cxn>
              <a:cxn ang="0">
                <a:pos x="connsiteX12439" y="connsiteY12439"/>
              </a:cxn>
              <a:cxn ang="0">
                <a:pos x="connsiteX12440" y="connsiteY12440"/>
              </a:cxn>
              <a:cxn ang="0">
                <a:pos x="connsiteX12441" y="connsiteY12441"/>
              </a:cxn>
              <a:cxn ang="0">
                <a:pos x="connsiteX12442" y="connsiteY12442"/>
              </a:cxn>
              <a:cxn ang="0">
                <a:pos x="connsiteX12443" y="connsiteY12443"/>
              </a:cxn>
              <a:cxn ang="0">
                <a:pos x="connsiteX12444" y="connsiteY12444"/>
              </a:cxn>
              <a:cxn ang="0">
                <a:pos x="connsiteX12445" y="connsiteY12445"/>
              </a:cxn>
              <a:cxn ang="0">
                <a:pos x="connsiteX12446" y="connsiteY12446"/>
              </a:cxn>
              <a:cxn ang="0">
                <a:pos x="connsiteX12447" y="connsiteY12447"/>
              </a:cxn>
              <a:cxn ang="0">
                <a:pos x="connsiteX12448" y="connsiteY12448"/>
              </a:cxn>
              <a:cxn ang="0">
                <a:pos x="connsiteX12449" y="connsiteY12449"/>
              </a:cxn>
              <a:cxn ang="0">
                <a:pos x="connsiteX12450" y="connsiteY12450"/>
              </a:cxn>
              <a:cxn ang="0">
                <a:pos x="connsiteX12451" y="connsiteY12451"/>
              </a:cxn>
              <a:cxn ang="0">
                <a:pos x="connsiteX12452" y="connsiteY12452"/>
              </a:cxn>
              <a:cxn ang="0">
                <a:pos x="connsiteX12453" y="connsiteY12453"/>
              </a:cxn>
              <a:cxn ang="0">
                <a:pos x="connsiteX12454" y="connsiteY12454"/>
              </a:cxn>
              <a:cxn ang="0">
                <a:pos x="connsiteX12455" y="connsiteY12455"/>
              </a:cxn>
              <a:cxn ang="0">
                <a:pos x="connsiteX12456" y="connsiteY12456"/>
              </a:cxn>
              <a:cxn ang="0">
                <a:pos x="connsiteX12457" y="connsiteY12457"/>
              </a:cxn>
              <a:cxn ang="0">
                <a:pos x="connsiteX12458" y="connsiteY12458"/>
              </a:cxn>
              <a:cxn ang="0">
                <a:pos x="connsiteX12459" y="connsiteY12459"/>
              </a:cxn>
              <a:cxn ang="0">
                <a:pos x="connsiteX12460" y="connsiteY12460"/>
              </a:cxn>
              <a:cxn ang="0">
                <a:pos x="connsiteX12461" y="connsiteY12461"/>
              </a:cxn>
              <a:cxn ang="0">
                <a:pos x="connsiteX12462" y="connsiteY12462"/>
              </a:cxn>
              <a:cxn ang="0">
                <a:pos x="connsiteX12463" y="connsiteY12463"/>
              </a:cxn>
              <a:cxn ang="0">
                <a:pos x="connsiteX12464" y="connsiteY12464"/>
              </a:cxn>
              <a:cxn ang="0">
                <a:pos x="connsiteX12465" y="connsiteY12465"/>
              </a:cxn>
              <a:cxn ang="0">
                <a:pos x="connsiteX12466" y="connsiteY12466"/>
              </a:cxn>
              <a:cxn ang="0">
                <a:pos x="connsiteX12467" y="connsiteY12467"/>
              </a:cxn>
              <a:cxn ang="0">
                <a:pos x="connsiteX12468" y="connsiteY12468"/>
              </a:cxn>
              <a:cxn ang="0">
                <a:pos x="connsiteX12469" y="connsiteY12469"/>
              </a:cxn>
              <a:cxn ang="0">
                <a:pos x="connsiteX12470" y="connsiteY12470"/>
              </a:cxn>
              <a:cxn ang="0">
                <a:pos x="connsiteX12471" y="connsiteY12471"/>
              </a:cxn>
              <a:cxn ang="0">
                <a:pos x="connsiteX12472" y="connsiteY12472"/>
              </a:cxn>
              <a:cxn ang="0">
                <a:pos x="connsiteX12473" y="connsiteY12473"/>
              </a:cxn>
              <a:cxn ang="0">
                <a:pos x="connsiteX12474" y="connsiteY12474"/>
              </a:cxn>
              <a:cxn ang="0">
                <a:pos x="connsiteX12475" y="connsiteY12475"/>
              </a:cxn>
              <a:cxn ang="0">
                <a:pos x="connsiteX12476" y="connsiteY12476"/>
              </a:cxn>
              <a:cxn ang="0">
                <a:pos x="connsiteX12477" y="connsiteY12477"/>
              </a:cxn>
              <a:cxn ang="0">
                <a:pos x="connsiteX12478" y="connsiteY12478"/>
              </a:cxn>
              <a:cxn ang="0">
                <a:pos x="connsiteX12479" y="connsiteY12479"/>
              </a:cxn>
              <a:cxn ang="0">
                <a:pos x="connsiteX12480" y="connsiteY12480"/>
              </a:cxn>
              <a:cxn ang="0">
                <a:pos x="connsiteX12481" y="connsiteY12481"/>
              </a:cxn>
              <a:cxn ang="0">
                <a:pos x="connsiteX12482" y="connsiteY12482"/>
              </a:cxn>
              <a:cxn ang="0">
                <a:pos x="connsiteX12483" y="connsiteY12483"/>
              </a:cxn>
              <a:cxn ang="0">
                <a:pos x="connsiteX12484" y="connsiteY12484"/>
              </a:cxn>
              <a:cxn ang="0">
                <a:pos x="connsiteX12485" y="connsiteY12485"/>
              </a:cxn>
              <a:cxn ang="0">
                <a:pos x="connsiteX12486" y="connsiteY12486"/>
              </a:cxn>
              <a:cxn ang="0">
                <a:pos x="connsiteX12487" y="connsiteY12487"/>
              </a:cxn>
              <a:cxn ang="0">
                <a:pos x="connsiteX12488" y="connsiteY12488"/>
              </a:cxn>
              <a:cxn ang="0">
                <a:pos x="connsiteX12489" y="connsiteY12489"/>
              </a:cxn>
              <a:cxn ang="0">
                <a:pos x="connsiteX12490" y="connsiteY12490"/>
              </a:cxn>
              <a:cxn ang="0">
                <a:pos x="connsiteX12491" y="connsiteY12491"/>
              </a:cxn>
              <a:cxn ang="0">
                <a:pos x="connsiteX12492" y="connsiteY12492"/>
              </a:cxn>
              <a:cxn ang="0">
                <a:pos x="connsiteX12493" y="connsiteY12493"/>
              </a:cxn>
              <a:cxn ang="0">
                <a:pos x="connsiteX12494" y="connsiteY12494"/>
              </a:cxn>
              <a:cxn ang="0">
                <a:pos x="connsiteX12495" y="connsiteY12495"/>
              </a:cxn>
              <a:cxn ang="0">
                <a:pos x="connsiteX12496" y="connsiteY12496"/>
              </a:cxn>
              <a:cxn ang="0">
                <a:pos x="connsiteX12497" y="connsiteY12497"/>
              </a:cxn>
              <a:cxn ang="0">
                <a:pos x="connsiteX12498" y="connsiteY12498"/>
              </a:cxn>
              <a:cxn ang="0">
                <a:pos x="connsiteX12499" y="connsiteY12499"/>
              </a:cxn>
              <a:cxn ang="0">
                <a:pos x="connsiteX12500" y="connsiteY12500"/>
              </a:cxn>
              <a:cxn ang="0">
                <a:pos x="connsiteX12501" y="connsiteY12501"/>
              </a:cxn>
              <a:cxn ang="0">
                <a:pos x="connsiteX12502" y="connsiteY12502"/>
              </a:cxn>
              <a:cxn ang="0">
                <a:pos x="connsiteX12503" y="connsiteY12503"/>
              </a:cxn>
              <a:cxn ang="0">
                <a:pos x="connsiteX12504" y="connsiteY12504"/>
              </a:cxn>
              <a:cxn ang="0">
                <a:pos x="connsiteX12505" y="connsiteY12505"/>
              </a:cxn>
              <a:cxn ang="0">
                <a:pos x="connsiteX12506" y="connsiteY12506"/>
              </a:cxn>
              <a:cxn ang="0">
                <a:pos x="connsiteX12507" y="connsiteY12507"/>
              </a:cxn>
              <a:cxn ang="0">
                <a:pos x="connsiteX12508" y="connsiteY12508"/>
              </a:cxn>
              <a:cxn ang="0">
                <a:pos x="connsiteX12509" y="connsiteY12509"/>
              </a:cxn>
              <a:cxn ang="0">
                <a:pos x="connsiteX12510" y="connsiteY12510"/>
              </a:cxn>
              <a:cxn ang="0">
                <a:pos x="connsiteX12511" y="connsiteY12511"/>
              </a:cxn>
              <a:cxn ang="0">
                <a:pos x="connsiteX12512" y="connsiteY12512"/>
              </a:cxn>
              <a:cxn ang="0">
                <a:pos x="connsiteX12513" y="connsiteY12513"/>
              </a:cxn>
              <a:cxn ang="0">
                <a:pos x="connsiteX12514" y="connsiteY12514"/>
              </a:cxn>
              <a:cxn ang="0">
                <a:pos x="connsiteX12515" y="connsiteY12515"/>
              </a:cxn>
              <a:cxn ang="0">
                <a:pos x="connsiteX12516" y="connsiteY12516"/>
              </a:cxn>
              <a:cxn ang="0">
                <a:pos x="connsiteX12517" y="connsiteY12517"/>
              </a:cxn>
              <a:cxn ang="0">
                <a:pos x="connsiteX12518" y="connsiteY12518"/>
              </a:cxn>
              <a:cxn ang="0">
                <a:pos x="connsiteX12519" y="connsiteY12519"/>
              </a:cxn>
              <a:cxn ang="0">
                <a:pos x="connsiteX12520" y="connsiteY12520"/>
              </a:cxn>
              <a:cxn ang="0">
                <a:pos x="connsiteX12521" y="connsiteY12521"/>
              </a:cxn>
              <a:cxn ang="0">
                <a:pos x="connsiteX12522" y="connsiteY12522"/>
              </a:cxn>
              <a:cxn ang="0">
                <a:pos x="connsiteX12523" y="connsiteY12523"/>
              </a:cxn>
              <a:cxn ang="0">
                <a:pos x="connsiteX12524" y="connsiteY12524"/>
              </a:cxn>
              <a:cxn ang="0">
                <a:pos x="connsiteX12525" y="connsiteY12525"/>
              </a:cxn>
              <a:cxn ang="0">
                <a:pos x="connsiteX12526" y="connsiteY12526"/>
              </a:cxn>
              <a:cxn ang="0">
                <a:pos x="connsiteX12527" y="connsiteY12527"/>
              </a:cxn>
              <a:cxn ang="0">
                <a:pos x="connsiteX12528" y="connsiteY12528"/>
              </a:cxn>
              <a:cxn ang="0">
                <a:pos x="connsiteX12529" y="connsiteY12529"/>
              </a:cxn>
              <a:cxn ang="0">
                <a:pos x="connsiteX12530" y="connsiteY12530"/>
              </a:cxn>
              <a:cxn ang="0">
                <a:pos x="connsiteX12531" y="connsiteY12531"/>
              </a:cxn>
              <a:cxn ang="0">
                <a:pos x="connsiteX12532" y="connsiteY12532"/>
              </a:cxn>
              <a:cxn ang="0">
                <a:pos x="connsiteX12533" y="connsiteY12533"/>
              </a:cxn>
              <a:cxn ang="0">
                <a:pos x="connsiteX12534" y="connsiteY12534"/>
              </a:cxn>
              <a:cxn ang="0">
                <a:pos x="connsiteX12535" y="connsiteY12535"/>
              </a:cxn>
              <a:cxn ang="0">
                <a:pos x="connsiteX12536" y="connsiteY12536"/>
              </a:cxn>
              <a:cxn ang="0">
                <a:pos x="connsiteX12537" y="connsiteY12537"/>
              </a:cxn>
              <a:cxn ang="0">
                <a:pos x="connsiteX12538" y="connsiteY12538"/>
              </a:cxn>
              <a:cxn ang="0">
                <a:pos x="connsiteX12539" y="connsiteY12539"/>
              </a:cxn>
              <a:cxn ang="0">
                <a:pos x="connsiteX12540" y="connsiteY12540"/>
              </a:cxn>
              <a:cxn ang="0">
                <a:pos x="connsiteX12541" y="connsiteY12541"/>
              </a:cxn>
              <a:cxn ang="0">
                <a:pos x="connsiteX12542" y="connsiteY12542"/>
              </a:cxn>
              <a:cxn ang="0">
                <a:pos x="connsiteX12543" y="connsiteY12543"/>
              </a:cxn>
              <a:cxn ang="0">
                <a:pos x="connsiteX12544" y="connsiteY12544"/>
              </a:cxn>
              <a:cxn ang="0">
                <a:pos x="connsiteX12545" y="connsiteY12545"/>
              </a:cxn>
              <a:cxn ang="0">
                <a:pos x="connsiteX12546" y="connsiteY12546"/>
              </a:cxn>
              <a:cxn ang="0">
                <a:pos x="connsiteX12547" y="connsiteY12547"/>
              </a:cxn>
              <a:cxn ang="0">
                <a:pos x="connsiteX12548" y="connsiteY12548"/>
              </a:cxn>
              <a:cxn ang="0">
                <a:pos x="connsiteX12549" y="connsiteY12549"/>
              </a:cxn>
              <a:cxn ang="0">
                <a:pos x="connsiteX12550" y="connsiteY12550"/>
              </a:cxn>
              <a:cxn ang="0">
                <a:pos x="connsiteX12551" y="connsiteY12551"/>
              </a:cxn>
              <a:cxn ang="0">
                <a:pos x="connsiteX12552" y="connsiteY12552"/>
              </a:cxn>
              <a:cxn ang="0">
                <a:pos x="connsiteX12553" y="connsiteY12553"/>
              </a:cxn>
              <a:cxn ang="0">
                <a:pos x="connsiteX12554" y="connsiteY12554"/>
              </a:cxn>
              <a:cxn ang="0">
                <a:pos x="connsiteX12555" y="connsiteY12555"/>
              </a:cxn>
              <a:cxn ang="0">
                <a:pos x="connsiteX12556" y="connsiteY12556"/>
              </a:cxn>
              <a:cxn ang="0">
                <a:pos x="connsiteX12557" y="connsiteY12557"/>
              </a:cxn>
              <a:cxn ang="0">
                <a:pos x="connsiteX12558" y="connsiteY12558"/>
              </a:cxn>
              <a:cxn ang="0">
                <a:pos x="connsiteX12559" y="connsiteY12559"/>
              </a:cxn>
              <a:cxn ang="0">
                <a:pos x="connsiteX12560" y="connsiteY12560"/>
              </a:cxn>
              <a:cxn ang="0">
                <a:pos x="connsiteX12561" y="connsiteY12561"/>
              </a:cxn>
              <a:cxn ang="0">
                <a:pos x="connsiteX12562" y="connsiteY12562"/>
              </a:cxn>
              <a:cxn ang="0">
                <a:pos x="connsiteX12563" y="connsiteY12563"/>
              </a:cxn>
              <a:cxn ang="0">
                <a:pos x="connsiteX12564" y="connsiteY12564"/>
              </a:cxn>
              <a:cxn ang="0">
                <a:pos x="connsiteX12565" y="connsiteY12565"/>
              </a:cxn>
              <a:cxn ang="0">
                <a:pos x="connsiteX12566" y="connsiteY12566"/>
              </a:cxn>
              <a:cxn ang="0">
                <a:pos x="connsiteX12567" y="connsiteY12567"/>
              </a:cxn>
              <a:cxn ang="0">
                <a:pos x="connsiteX12568" y="connsiteY12568"/>
              </a:cxn>
              <a:cxn ang="0">
                <a:pos x="connsiteX12569" y="connsiteY12569"/>
              </a:cxn>
              <a:cxn ang="0">
                <a:pos x="connsiteX12570" y="connsiteY12570"/>
              </a:cxn>
              <a:cxn ang="0">
                <a:pos x="connsiteX12571" y="connsiteY12571"/>
              </a:cxn>
              <a:cxn ang="0">
                <a:pos x="connsiteX12572" y="connsiteY12572"/>
              </a:cxn>
              <a:cxn ang="0">
                <a:pos x="connsiteX12573" y="connsiteY12573"/>
              </a:cxn>
              <a:cxn ang="0">
                <a:pos x="connsiteX12574" y="connsiteY12574"/>
              </a:cxn>
              <a:cxn ang="0">
                <a:pos x="connsiteX12575" y="connsiteY12575"/>
              </a:cxn>
              <a:cxn ang="0">
                <a:pos x="connsiteX12576" y="connsiteY12576"/>
              </a:cxn>
              <a:cxn ang="0">
                <a:pos x="connsiteX12577" y="connsiteY12577"/>
              </a:cxn>
              <a:cxn ang="0">
                <a:pos x="connsiteX12578" y="connsiteY12578"/>
              </a:cxn>
              <a:cxn ang="0">
                <a:pos x="connsiteX12579" y="connsiteY12579"/>
              </a:cxn>
              <a:cxn ang="0">
                <a:pos x="connsiteX12580" y="connsiteY12580"/>
              </a:cxn>
              <a:cxn ang="0">
                <a:pos x="connsiteX12581" y="connsiteY12581"/>
              </a:cxn>
              <a:cxn ang="0">
                <a:pos x="connsiteX12582" y="connsiteY12582"/>
              </a:cxn>
              <a:cxn ang="0">
                <a:pos x="connsiteX12583" y="connsiteY12583"/>
              </a:cxn>
              <a:cxn ang="0">
                <a:pos x="connsiteX12584" y="connsiteY12584"/>
              </a:cxn>
              <a:cxn ang="0">
                <a:pos x="connsiteX12585" y="connsiteY12585"/>
              </a:cxn>
              <a:cxn ang="0">
                <a:pos x="connsiteX12586" y="connsiteY12586"/>
              </a:cxn>
              <a:cxn ang="0">
                <a:pos x="connsiteX12587" y="connsiteY12587"/>
              </a:cxn>
              <a:cxn ang="0">
                <a:pos x="connsiteX12588" y="connsiteY12588"/>
              </a:cxn>
              <a:cxn ang="0">
                <a:pos x="connsiteX12589" y="connsiteY12589"/>
              </a:cxn>
              <a:cxn ang="0">
                <a:pos x="connsiteX12590" y="connsiteY12590"/>
              </a:cxn>
              <a:cxn ang="0">
                <a:pos x="connsiteX12591" y="connsiteY12591"/>
              </a:cxn>
              <a:cxn ang="0">
                <a:pos x="connsiteX12592" y="connsiteY12592"/>
              </a:cxn>
              <a:cxn ang="0">
                <a:pos x="connsiteX12593" y="connsiteY12593"/>
              </a:cxn>
              <a:cxn ang="0">
                <a:pos x="connsiteX12594" y="connsiteY12594"/>
              </a:cxn>
              <a:cxn ang="0">
                <a:pos x="connsiteX12595" y="connsiteY12595"/>
              </a:cxn>
              <a:cxn ang="0">
                <a:pos x="connsiteX12596" y="connsiteY12596"/>
              </a:cxn>
              <a:cxn ang="0">
                <a:pos x="connsiteX12597" y="connsiteY12597"/>
              </a:cxn>
              <a:cxn ang="0">
                <a:pos x="connsiteX12598" y="connsiteY12598"/>
              </a:cxn>
              <a:cxn ang="0">
                <a:pos x="connsiteX12599" y="connsiteY12599"/>
              </a:cxn>
              <a:cxn ang="0">
                <a:pos x="connsiteX12600" y="connsiteY12600"/>
              </a:cxn>
              <a:cxn ang="0">
                <a:pos x="connsiteX12601" y="connsiteY12601"/>
              </a:cxn>
              <a:cxn ang="0">
                <a:pos x="connsiteX12602" y="connsiteY12602"/>
              </a:cxn>
              <a:cxn ang="0">
                <a:pos x="connsiteX12603" y="connsiteY12603"/>
              </a:cxn>
              <a:cxn ang="0">
                <a:pos x="connsiteX12604" y="connsiteY12604"/>
              </a:cxn>
              <a:cxn ang="0">
                <a:pos x="connsiteX12605" y="connsiteY12605"/>
              </a:cxn>
              <a:cxn ang="0">
                <a:pos x="connsiteX12606" y="connsiteY12606"/>
              </a:cxn>
              <a:cxn ang="0">
                <a:pos x="connsiteX12607" y="connsiteY12607"/>
              </a:cxn>
              <a:cxn ang="0">
                <a:pos x="connsiteX12608" y="connsiteY12608"/>
              </a:cxn>
              <a:cxn ang="0">
                <a:pos x="connsiteX12609" y="connsiteY12609"/>
              </a:cxn>
              <a:cxn ang="0">
                <a:pos x="connsiteX12610" y="connsiteY12610"/>
              </a:cxn>
              <a:cxn ang="0">
                <a:pos x="connsiteX12611" y="connsiteY12611"/>
              </a:cxn>
              <a:cxn ang="0">
                <a:pos x="connsiteX12612" y="connsiteY12612"/>
              </a:cxn>
              <a:cxn ang="0">
                <a:pos x="connsiteX12613" y="connsiteY12613"/>
              </a:cxn>
              <a:cxn ang="0">
                <a:pos x="connsiteX12614" y="connsiteY12614"/>
              </a:cxn>
              <a:cxn ang="0">
                <a:pos x="connsiteX12615" y="connsiteY12615"/>
              </a:cxn>
              <a:cxn ang="0">
                <a:pos x="connsiteX12616" y="connsiteY12616"/>
              </a:cxn>
              <a:cxn ang="0">
                <a:pos x="connsiteX12617" y="connsiteY12617"/>
              </a:cxn>
              <a:cxn ang="0">
                <a:pos x="connsiteX12618" y="connsiteY12618"/>
              </a:cxn>
              <a:cxn ang="0">
                <a:pos x="connsiteX12619" y="connsiteY12619"/>
              </a:cxn>
              <a:cxn ang="0">
                <a:pos x="connsiteX12620" y="connsiteY12620"/>
              </a:cxn>
              <a:cxn ang="0">
                <a:pos x="connsiteX12621" y="connsiteY12621"/>
              </a:cxn>
              <a:cxn ang="0">
                <a:pos x="connsiteX12622" y="connsiteY12622"/>
              </a:cxn>
              <a:cxn ang="0">
                <a:pos x="connsiteX12623" y="connsiteY12623"/>
              </a:cxn>
              <a:cxn ang="0">
                <a:pos x="connsiteX12624" y="connsiteY12624"/>
              </a:cxn>
              <a:cxn ang="0">
                <a:pos x="connsiteX12625" y="connsiteY12625"/>
              </a:cxn>
              <a:cxn ang="0">
                <a:pos x="connsiteX12626" y="connsiteY12626"/>
              </a:cxn>
              <a:cxn ang="0">
                <a:pos x="connsiteX12627" y="connsiteY12627"/>
              </a:cxn>
              <a:cxn ang="0">
                <a:pos x="connsiteX12628" y="connsiteY12628"/>
              </a:cxn>
              <a:cxn ang="0">
                <a:pos x="connsiteX12629" y="connsiteY12629"/>
              </a:cxn>
              <a:cxn ang="0">
                <a:pos x="connsiteX12630" y="connsiteY12630"/>
              </a:cxn>
              <a:cxn ang="0">
                <a:pos x="connsiteX12631" y="connsiteY12631"/>
              </a:cxn>
              <a:cxn ang="0">
                <a:pos x="connsiteX12632" y="connsiteY12632"/>
              </a:cxn>
              <a:cxn ang="0">
                <a:pos x="connsiteX12633" y="connsiteY12633"/>
              </a:cxn>
              <a:cxn ang="0">
                <a:pos x="connsiteX12634" y="connsiteY12634"/>
              </a:cxn>
              <a:cxn ang="0">
                <a:pos x="connsiteX12635" y="connsiteY12635"/>
              </a:cxn>
              <a:cxn ang="0">
                <a:pos x="connsiteX12636" y="connsiteY12636"/>
              </a:cxn>
              <a:cxn ang="0">
                <a:pos x="connsiteX12637" y="connsiteY12637"/>
              </a:cxn>
              <a:cxn ang="0">
                <a:pos x="connsiteX12638" y="connsiteY12638"/>
              </a:cxn>
              <a:cxn ang="0">
                <a:pos x="connsiteX12639" y="connsiteY12639"/>
              </a:cxn>
              <a:cxn ang="0">
                <a:pos x="connsiteX12640" y="connsiteY12640"/>
              </a:cxn>
              <a:cxn ang="0">
                <a:pos x="connsiteX12641" y="connsiteY12641"/>
              </a:cxn>
              <a:cxn ang="0">
                <a:pos x="connsiteX12642" y="connsiteY12642"/>
              </a:cxn>
              <a:cxn ang="0">
                <a:pos x="connsiteX12643" y="connsiteY12643"/>
              </a:cxn>
              <a:cxn ang="0">
                <a:pos x="connsiteX12644" y="connsiteY12644"/>
              </a:cxn>
              <a:cxn ang="0">
                <a:pos x="connsiteX12645" y="connsiteY12645"/>
              </a:cxn>
              <a:cxn ang="0">
                <a:pos x="connsiteX12646" y="connsiteY12646"/>
              </a:cxn>
              <a:cxn ang="0">
                <a:pos x="connsiteX12647" y="connsiteY12647"/>
              </a:cxn>
              <a:cxn ang="0">
                <a:pos x="connsiteX12648" y="connsiteY12648"/>
              </a:cxn>
              <a:cxn ang="0">
                <a:pos x="connsiteX12649" y="connsiteY12649"/>
              </a:cxn>
              <a:cxn ang="0">
                <a:pos x="connsiteX12650" y="connsiteY12650"/>
              </a:cxn>
              <a:cxn ang="0">
                <a:pos x="connsiteX12651" y="connsiteY12651"/>
              </a:cxn>
              <a:cxn ang="0">
                <a:pos x="connsiteX12652" y="connsiteY12652"/>
              </a:cxn>
              <a:cxn ang="0">
                <a:pos x="connsiteX12653" y="connsiteY12653"/>
              </a:cxn>
              <a:cxn ang="0">
                <a:pos x="connsiteX12654" y="connsiteY12654"/>
              </a:cxn>
              <a:cxn ang="0">
                <a:pos x="connsiteX12655" y="connsiteY12655"/>
              </a:cxn>
              <a:cxn ang="0">
                <a:pos x="connsiteX12656" y="connsiteY12656"/>
              </a:cxn>
              <a:cxn ang="0">
                <a:pos x="connsiteX12657" y="connsiteY12657"/>
              </a:cxn>
              <a:cxn ang="0">
                <a:pos x="connsiteX12658" y="connsiteY12658"/>
              </a:cxn>
              <a:cxn ang="0">
                <a:pos x="connsiteX12659" y="connsiteY12659"/>
              </a:cxn>
              <a:cxn ang="0">
                <a:pos x="connsiteX12660" y="connsiteY12660"/>
              </a:cxn>
              <a:cxn ang="0">
                <a:pos x="connsiteX12661" y="connsiteY12661"/>
              </a:cxn>
              <a:cxn ang="0">
                <a:pos x="connsiteX12662" y="connsiteY12662"/>
              </a:cxn>
              <a:cxn ang="0">
                <a:pos x="connsiteX12663" y="connsiteY12663"/>
              </a:cxn>
              <a:cxn ang="0">
                <a:pos x="connsiteX12664" y="connsiteY12664"/>
              </a:cxn>
              <a:cxn ang="0">
                <a:pos x="connsiteX12665" y="connsiteY12665"/>
              </a:cxn>
              <a:cxn ang="0">
                <a:pos x="connsiteX12666" y="connsiteY12666"/>
              </a:cxn>
              <a:cxn ang="0">
                <a:pos x="connsiteX12667" y="connsiteY12667"/>
              </a:cxn>
              <a:cxn ang="0">
                <a:pos x="connsiteX12668" y="connsiteY12668"/>
              </a:cxn>
              <a:cxn ang="0">
                <a:pos x="connsiteX12669" y="connsiteY12669"/>
              </a:cxn>
              <a:cxn ang="0">
                <a:pos x="connsiteX12670" y="connsiteY12670"/>
              </a:cxn>
              <a:cxn ang="0">
                <a:pos x="connsiteX12671" y="connsiteY12671"/>
              </a:cxn>
              <a:cxn ang="0">
                <a:pos x="connsiteX12672" y="connsiteY12672"/>
              </a:cxn>
              <a:cxn ang="0">
                <a:pos x="connsiteX12673" y="connsiteY12673"/>
              </a:cxn>
              <a:cxn ang="0">
                <a:pos x="connsiteX12674" y="connsiteY12674"/>
              </a:cxn>
              <a:cxn ang="0">
                <a:pos x="connsiteX12675" y="connsiteY12675"/>
              </a:cxn>
              <a:cxn ang="0">
                <a:pos x="connsiteX12676" y="connsiteY12676"/>
              </a:cxn>
              <a:cxn ang="0">
                <a:pos x="connsiteX12677" y="connsiteY12677"/>
              </a:cxn>
              <a:cxn ang="0">
                <a:pos x="connsiteX12678" y="connsiteY12678"/>
              </a:cxn>
              <a:cxn ang="0">
                <a:pos x="connsiteX12679" y="connsiteY12679"/>
              </a:cxn>
              <a:cxn ang="0">
                <a:pos x="connsiteX12680" y="connsiteY12680"/>
              </a:cxn>
              <a:cxn ang="0">
                <a:pos x="connsiteX12681" y="connsiteY12681"/>
              </a:cxn>
              <a:cxn ang="0">
                <a:pos x="connsiteX12682" y="connsiteY12682"/>
              </a:cxn>
              <a:cxn ang="0">
                <a:pos x="connsiteX12683" y="connsiteY12683"/>
              </a:cxn>
              <a:cxn ang="0">
                <a:pos x="connsiteX12684" y="connsiteY12684"/>
              </a:cxn>
              <a:cxn ang="0">
                <a:pos x="connsiteX12685" y="connsiteY12685"/>
              </a:cxn>
              <a:cxn ang="0">
                <a:pos x="connsiteX12686" y="connsiteY12686"/>
              </a:cxn>
              <a:cxn ang="0">
                <a:pos x="connsiteX12687" y="connsiteY12687"/>
              </a:cxn>
              <a:cxn ang="0">
                <a:pos x="connsiteX12688" y="connsiteY12688"/>
              </a:cxn>
              <a:cxn ang="0">
                <a:pos x="connsiteX12689" y="connsiteY12689"/>
              </a:cxn>
              <a:cxn ang="0">
                <a:pos x="connsiteX12690" y="connsiteY12690"/>
              </a:cxn>
              <a:cxn ang="0">
                <a:pos x="connsiteX12691" y="connsiteY12691"/>
              </a:cxn>
              <a:cxn ang="0">
                <a:pos x="connsiteX12692" y="connsiteY12692"/>
              </a:cxn>
              <a:cxn ang="0">
                <a:pos x="connsiteX12693" y="connsiteY12693"/>
              </a:cxn>
              <a:cxn ang="0">
                <a:pos x="connsiteX12694" y="connsiteY12694"/>
              </a:cxn>
              <a:cxn ang="0">
                <a:pos x="connsiteX12695" y="connsiteY12695"/>
              </a:cxn>
              <a:cxn ang="0">
                <a:pos x="connsiteX12696" y="connsiteY12696"/>
              </a:cxn>
              <a:cxn ang="0">
                <a:pos x="connsiteX12697" y="connsiteY12697"/>
              </a:cxn>
              <a:cxn ang="0">
                <a:pos x="connsiteX12698" y="connsiteY12698"/>
              </a:cxn>
              <a:cxn ang="0">
                <a:pos x="connsiteX12699" y="connsiteY12699"/>
              </a:cxn>
              <a:cxn ang="0">
                <a:pos x="connsiteX12700" y="connsiteY12700"/>
              </a:cxn>
              <a:cxn ang="0">
                <a:pos x="connsiteX12701" y="connsiteY12701"/>
              </a:cxn>
              <a:cxn ang="0">
                <a:pos x="connsiteX12702" y="connsiteY12702"/>
              </a:cxn>
              <a:cxn ang="0">
                <a:pos x="connsiteX12703" y="connsiteY12703"/>
              </a:cxn>
              <a:cxn ang="0">
                <a:pos x="connsiteX12704" y="connsiteY12704"/>
              </a:cxn>
              <a:cxn ang="0">
                <a:pos x="connsiteX12705" y="connsiteY12705"/>
              </a:cxn>
              <a:cxn ang="0">
                <a:pos x="connsiteX12706" y="connsiteY12706"/>
              </a:cxn>
              <a:cxn ang="0">
                <a:pos x="connsiteX12707" y="connsiteY12707"/>
              </a:cxn>
              <a:cxn ang="0">
                <a:pos x="connsiteX12708" y="connsiteY12708"/>
              </a:cxn>
              <a:cxn ang="0">
                <a:pos x="connsiteX12709" y="connsiteY12709"/>
              </a:cxn>
              <a:cxn ang="0">
                <a:pos x="connsiteX12710" y="connsiteY12710"/>
              </a:cxn>
              <a:cxn ang="0">
                <a:pos x="connsiteX12711" y="connsiteY12711"/>
              </a:cxn>
              <a:cxn ang="0">
                <a:pos x="connsiteX12712" y="connsiteY12712"/>
              </a:cxn>
              <a:cxn ang="0">
                <a:pos x="connsiteX12713" y="connsiteY12713"/>
              </a:cxn>
              <a:cxn ang="0">
                <a:pos x="connsiteX12714" y="connsiteY12714"/>
              </a:cxn>
              <a:cxn ang="0">
                <a:pos x="connsiteX12715" y="connsiteY12715"/>
              </a:cxn>
              <a:cxn ang="0">
                <a:pos x="connsiteX12716" y="connsiteY12716"/>
              </a:cxn>
              <a:cxn ang="0">
                <a:pos x="connsiteX12717" y="connsiteY12717"/>
              </a:cxn>
              <a:cxn ang="0">
                <a:pos x="connsiteX12718" y="connsiteY12718"/>
              </a:cxn>
              <a:cxn ang="0">
                <a:pos x="connsiteX12719" y="connsiteY12719"/>
              </a:cxn>
              <a:cxn ang="0">
                <a:pos x="connsiteX12720" y="connsiteY12720"/>
              </a:cxn>
              <a:cxn ang="0">
                <a:pos x="connsiteX12721" y="connsiteY12721"/>
              </a:cxn>
              <a:cxn ang="0">
                <a:pos x="connsiteX12722" y="connsiteY12722"/>
              </a:cxn>
              <a:cxn ang="0">
                <a:pos x="connsiteX12723" y="connsiteY12723"/>
              </a:cxn>
              <a:cxn ang="0">
                <a:pos x="connsiteX12724" y="connsiteY12724"/>
              </a:cxn>
              <a:cxn ang="0">
                <a:pos x="connsiteX12725" y="connsiteY12725"/>
              </a:cxn>
              <a:cxn ang="0">
                <a:pos x="connsiteX12726" y="connsiteY12726"/>
              </a:cxn>
              <a:cxn ang="0">
                <a:pos x="connsiteX12727" y="connsiteY12727"/>
              </a:cxn>
              <a:cxn ang="0">
                <a:pos x="connsiteX12728" y="connsiteY12728"/>
              </a:cxn>
              <a:cxn ang="0">
                <a:pos x="connsiteX12729" y="connsiteY12729"/>
              </a:cxn>
              <a:cxn ang="0">
                <a:pos x="connsiteX12730" y="connsiteY12730"/>
              </a:cxn>
              <a:cxn ang="0">
                <a:pos x="connsiteX12731" y="connsiteY12731"/>
              </a:cxn>
              <a:cxn ang="0">
                <a:pos x="connsiteX12732" y="connsiteY12732"/>
              </a:cxn>
              <a:cxn ang="0">
                <a:pos x="connsiteX12733" y="connsiteY12733"/>
              </a:cxn>
              <a:cxn ang="0">
                <a:pos x="connsiteX12734" y="connsiteY12734"/>
              </a:cxn>
              <a:cxn ang="0">
                <a:pos x="connsiteX12735" y="connsiteY12735"/>
              </a:cxn>
              <a:cxn ang="0">
                <a:pos x="connsiteX12736" y="connsiteY12736"/>
              </a:cxn>
              <a:cxn ang="0">
                <a:pos x="connsiteX12737" y="connsiteY12737"/>
              </a:cxn>
              <a:cxn ang="0">
                <a:pos x="connsiteX12738" y="connsiteY12738"/>
              </a:cxn>
              <a:cxn ang="0">
                <a:pos x="connsiteX12739" y="connsiteY12739"/>
              </a:cxn>
              <a:cxn ang="0">
                <a:pos x="connsiteX12740" y="connsiteY12740"/>
              </a:cxn>
              <a:cxn ang="0">
                <a:pos x="connsiteX12741" y="connsiteY12741"/>
              </a:cxn>
              <a:cxn ang="0">
                <a:pos x="connsiteX12742" y="connsiteY12742"/>
              </a:cxn>
              <a:cxn ang="0">
                <a:pos x="connsiteX12743" y="connsiteY12743"/>
              </a:cxn>
              <a:cxn ang="0">
                <a:pos x="connsiteX12744" y="connsiteY12744"/>
              </a:cxn>
              <a:cxn ang="0">
                <a:pos x="connsiteX12745" y="connsiteY12745"/>
              </a:cxn>
              <a:cxn ang="0">
                <a:pos x="connsiteX12746" y="connsiteY12746"/>
              </a:cxn>
              <a:cxn ang="0">
                <a:pos x="connsiteX12747" y="connsiteY12747"/>
              </a:cxn>
              <a:cxn ang="0">
                <a:pos x="connsiteX12748" y="connsiteY12748"/>
              </a:cxn>
              <a:cxn ang="0">
                <a:pos x="connsiteX12749" y="connsiteY12749"/>
              </a:cxn>
              <a:cxn ang="0">
                <a:pos x="connsiteX12750" y="connsiteY12750"/>
              </a:cxn>
              <a:cxn ang="0">
                <a:pos x="connsiteX12751" y="connsiteY12751"/>
              </a:cxn>
              <a:cxn ang="0">
                <a:pos x="connsiteX12752" y="connsiteY12752"/>
              </a:cxn>
              <a:cxn ang="0">
                <a:pos x="connsiteX12753" y="connsiteY12753"/>
              </a:cxn>
              <a:cxn ang="0">
                <a:pos x="connsiteX12754" y="connsiteY12754"/>
              </a:cxn>
              <a:cxn ang="0">
                <a:pos x="connsiteX12755" y="connsiteY12755"/>
              </a:cxn>
              <a:cxn ang="0">
                <a:pos x="connsiteX12756" y="connsiteY12756"/>
              </a:cxn>
              <a:cxn ang="0">
                <a:pos x="connsiteX12757" y="connsiteY12757"/>
              </a:cxn>
              <a:cxn ang="0">
                <a:pos x="connsiteX12758" y="connsiteY12758"/>
              </a:cxn>
              <a:cxn ang="0">
                <a:pos x="connsiteX12759" y="connsiteY12759"/>
              </a:cxn>
              <a:cxn ang="0">
                <a:pos x="connsiteX12760" y="connsiteY12760"/>
              </a:cxn>
              <a:cxn ang="0">
                <a:pos x="connsiteX12761" y="connsiteY12761"/>
              </a:cxn>
              <a:cxn ang="0">
                <a:pos x="connsiteX12762" y="connsiteY12762"/>
              </a:cxn>
              <a:cxn ang="0">
                <a:pos x="connsiteX12763" y="connsiteY12763"/>
              </a:cxn>
              <a:cxn ang="0">
                <a:pos x="connsiteX12764" y="connsiteY12764"/>
              </a:cxn>
              <a:cxn ang="0">
                <a:pos x="connsiteX12765" y="connsiteY12765"/>
              </a:cxn>
              <a:cxn ang="0">
                <a:pos x="connsiteX12766" y="connsiteY12766"/>
              </a:cxn>
              <a:cxn ang="0">
                <a:pos x="connsiteX12767" y="connsiteY12767"/>
              </a:cxn>
              <a:cxn ang="0">
                <a:pos x="connsiteX12768" y="connsiteY12768"/>
              </a:cxn>
              <a:cxn ang="0">
                <a:pos x="connsiteX12769" y="connsiteY12769"/>
              </a:cxn>
              <a:cxn ang="0">
                <a:pos x="connsiteX12770" y="connsiteY12770"/>
              </a:cxn>
              <a:cxn ang="0">
                <a:pos x="connsiteX12771" y="connsiteY12771"/>
              </a:cxn>
              <a:cxn ang="0">
                <a:pos x="connsiteX12772" y="connsiteY12772"/>
              </a:cxn>
              <a:cxn ang="0">
                <a:pos x="connsiteX12773" y="connsiteY12773"/>
              </a:cxn>
              <a:cxn ang="0">
                <a:pos x="connsiteX12774" y="connsiteY12774"/>
              </a:cxn>
              <a:cxn ang="0">
                <a:pos x="connsiteX12775" y="connsiteY12775"/>
              </a:cxn>
              <a:cxn ang="0">
                <a:pos x="connsiteX12776" y="connsiteY12776"/>
              </a:cxn>
              <a:cxn ang="0">
                <a:pos x="connsiteX12777" y="connsiteY12777"/>
              </a:cxn>
              <a:cxn ang="0">
                <a:pos x="connsiteX12778" y="connsiteY12778"/>
              </a:cxn>
              <a:cxn ang="0">
                <a:pos x="connsiteX12779" y="connsiteY12779"/>
              </a:cxn>
              <a:cxn ang="0">
                <a:pos x="connsiteX12780" y="connsiteY12780"/>
              </a:cxn>
              <a:cxn ang="0">
                <a:pos x="connsiteX12781" y="connsiteY12781"/>
              </a:cxn>
              <a:cxn ang="0">
                <a:pos x="connsiteX12782" y="connsiteY12782"/>
              </a:cxn>
              <a:cxn ang="0">
                <a:pos x="connsiteX12783" y="connsiteY12783"/>
              </a:cxn>
              <a:cxn ang="0">
                <a:pos x="connsiteX12784" y="connsiteY12784"/>
              </a:cxn>
              <a:cxn ang="0">
                <a:pos x="connsiteX12785" y="connsiteY12785"/>
              </a:cxn>
              <a:cxn ang="0">
                <a:pos x="connsiteX12786" y="connsiteY12786"/>
              </a:cxn>
              <a:cxn ang="0">
                <a:pos x="connsiteX12787" y="connsiteY12787"/>
              </a:cxn>
              <a:cxn ang="0">
                <a:pos x="connsiteX12788" y="connsiteY12788"/>
              </a:cxn>
              <a:cxn ang="0">
                <a:pos x="connsiteX12789" y="connsiteY12789"/>
              </a:cxn>
              <a:cxn ang="0">
                <a:pos x="connsiteX12790" y="connsiteY12790"/>
              </a:cxn>
              <a:cxn ang="0">
                <a:pos x="connsiteX12791" y="connsiteY12791"/>
              </a:cxn>
              <a:cxn ang="0">
                <a:pos x="connsiteX12792" y="connsiteY12792"/>
              </a:cxn>
              <a:cxn ang="0">
                <a:pos x="connsiteX12793" y="connsiteY12793"/>
              </a:cxn>
              <a:cxn ang="0">
                <a:pos x="connsiteX12794" y="connsiteY12794"/>
              </a:cxn>
              <a:cxn ang="0">
                <a:pos x="connsiteX12795" y="connsiteY12795"/>
              </a:cxn>
              <a:cxn ang="0">
                <a:pos x="connsiteX12796" y="connsiteY12796"/>
              </a:cxn>
              <a:cxn ang="0">
                <a:pos x="connsiteX12797" y="connsiteY12797"/>
              </a:cxn>
              <a:cxn ang="0">
                <a:pos x="connsiteX12798" y="connsiteY12798"/>
              </a:cxn>
              <a:cxn ang="0">
                <a:pos x="connsiteX12799" y="connsiteY12799"/>
              </a:cxn>
              <a:cxn ang="0">
                <a:pos x="connsiteX12800" y="connsiteY12800"/>
              </a:cxn>
              <a:cxn ang="0">
                <a:pos x="connsiteX12801" y="connsiteY12801"/>
              </a:cxn>
              <a:cxn ang="0">
                <a:pos x="connsiteX12802" y="connsiteY12802"/>
              </a:cxn>
              <a:cxn ang="0">
                <a:pos x="connsiteX12803" y="connsiteY12803"/>
              </a:cxn>
              <a:cxn ang="0">
                <a:pos x="connsiteX12804" y="connsiteY12804"/>
              </a:cxn>
              <a:cxn ang="0">
                <a:pos x="connsiteX12805" y="connsiteY12805"/>
              </a:cxn>
              <a:cxn ang="0">
                <a:pos x="connsiteX12806" y="connsiteY12806"/>
              </a:cxn>
              <a:cxn ang="0">
                <a:pos x="connsiteX12807" y="connsiteY12807"/>
              </a:cxn>
              <a:cxn ang="0">
                <a:pos x="connsiteX12808" y="connsiteY12808"/>
              </a:cxn>
              <a:cxn ang="0">
                <a:pos x="connsiteX12809" y="connsiteY12809"/>
              </a:cxn>
              <a:cxn ang="0">
                <a:pos x="connsiteX12810" y="connsiteY12810"/>
              </a:cxn>
              <a:cxn ang="0">
                <a:pos x="connsiteX12811" y="connsiteY12811"/>
              </a:cxn>
              <a:cxn ang="0">
                <a:pos x="connsiteX12812" y="connsiteY12812"/>
              </a:cxn>
              <a:cxn ang="0">
                <a:pos x="connsiteX12813" y="connsiteY12813"/>
              </a:cxn>
              <a:cxn ang="0">
                <a:pos x="connsiteX12814" y="connsiteY12814"/>
              </a:cxn>
              <a:cxn ang="0">
                <a:pos x="connsiteX12815" y="connsiteY12815"/>
              </a:cxn>
              <a:cxn ang="0">
                <a:pos x="connsiteX12816" y="connsiteY12816"/>
              </a:cxn>
              <a:cxn ang="0">
                <a:pos x="connsiteX12817" y="connsiteY12817"/>
              </a:cxn>
              <a:cxn ang="0">
                <a:pos x="connsiteX12818" y="connsiteY12818"/>
              </a:cxn>
              <a:cxn ang="0">
                <a:pos x="connsiteX12819" y="connsiteY12819"/>
              </a:cxn>
              <a:cxn ang="0">
                <a:pos x="connsiteX12820" y="connsiteY12820"/>
              </a:cxn>
              <a:cxn ang="0">
                <a:pos x="connsiteX12821" y="connsiteY12821"/>
              </a:cxn>
              <a:cxn ang="0">
                <a:pos x="connsiteX12822" y="connsiteY12822"/>
              </a:cxn>
              <a:cxn ang="0">
                <a:pos x="connsiteX12823" y="connsiteY12823"/>
              </a:cxn>
              <a:cxn ang="0">
                <a:pos x="connsiteX12824" y="connsiteY12824"/>
              </a:cxn>
              <a:cxn ang="0">
                <a:pos x="connsiteX12825" y="connsiteY12825"/>
              </a:cxn>
              <a:cxn ang="0">
                <a:pos x="connsiteX12826" y="connsiteY12826"/>
              </a:cxn>
              <a:cxn ang="0">
                <a:pos x="connsiteX12827" y="connsiteY12827"/>
              </a:cxn>
              <a:cxn ang="0">
                <a:pos x="connsiteX12828" y="connsiteY12828"/>
              </a:cxn>
              <a:cxn ang="0">
                <a:pos x="connsiteX12829" y="connsiteY12829"/>
              </a:cxn>
              <a:cxn ang="0">
                <a:pos x="connsiteX12830" y="connsiteY12830"/>
              </a:cxn>
              <a:cxn ang="0">
                <a:pos x="connsiteX12831" y="connsiteY12831"/>
              </a:cxn>
              <a:cxn ang="0">
                <a:pos x="connsiteX12832" y="connsiteY12832"/>
              </a:cxn>
              <a:cxn ang="0">
                <a:pos x="connsiteX12833" y="connsiteY12833"/>
              </a:cxn>
              <a:cxn ang="0">
                <a:pos x="connsiteX12834" y="connsiteY12834"/>
              </a:cxn>
              <a:cxn ang="0">
                <a:pos x="connsiteX12835" y="connsiteY12835"/>
              </a:cxn>
              <a:cxn ang="0">
                <a:pos x="connsiteX12836" y="connsiteY12836"/>
              </a:cxn>
              <a:cxn ang="0">
                <a:pos x="connsiteX12837" y="connsiteY12837"/>
              </a:cxn>
              <a:cxn ang="0">
                <a:pos x="connsiteX12838" y="connsiteY12838"/>
              </a:cxn>
              <a:cxn ang="0">
                <a:pos x="connsiteX12839" y="connsiteY12839"/>
              </a:cxn>
              <a:cxn ang="0">
                <a:pos x="connsiteX12840" y="connsiteY12840"/>
              </a:cxn>
              <a:cxn ang="0">
                <a:pos x="connsiteX12841" y="connsiteY12841"/>
              </a:cxn>
              <a:cxn ang="0">
                <a:pos x="connsiteX12842" y="connsiteY12842"/>
              </a:cxn>
              <a:cxn ang="0">
                <a:pos x="connsiteX12843" y="connsiteY12843"/>
              </a:cxn>
              <a:cxn ang="0">
                <a:pos x="connsiteX12844" y="connsiteY12844"/>
              </a:cxn>
              <a:cxn ang="0">
                <a:pos x="connsiteX12845" y="connsiteY12845"/>
              </a:cxn>
              <a:cxn ang="0">
                <a:pos x="connsiteX12846" y="connsiteY12846"/>
              </a:cxn>
              <a:cxn ang="0">
                <a:pos x="connsiteX12847" y="connsiteY12847"/>
              </a:cxn>
              <a:cxn ang="0">
                <a:pos x="connsiteX12848" y="connsiteY12848"/>
              </a:cxn>
              <a:cxn ang="0">
                <a:pos x="connsiteX12849" y="connsiteY12849"/>
              </a:cxn>
              <a:cxn ang="0">
                <a:pos x="connsiteX12850" y="connsiteY12850"/>
              </a:cxn>
              <a:cxn ang="0">
                <a:pos x="connsiteX12851" y="connsiteY12851"/>
              </a:cxn>
              <a:cxn ang="0">
                <a:pos x="connsiteX12852" y="connsiteY12852"/>
              </a:cxn>
              <a:cxn ang="0">
                <a:pos x="connsiteX12853" y="connsiteY12853"/>
              </a:cxn>
              <a:cxn ang="0">
                <a:pos x="connsiteX12854" y="connsiteY12854"/>
              </a:cxn>
              <a:cxn ang="0">
                <a:pos x="connsiteX12855" y="connsiteY12855"/>
              </a:cxn>
              <a:cxn ang="0">
                <a:pos x="connsiteX12856" y="connsiteY12856"/>
              </a:cxn>
              <a:cxn ang="0">
                <a:pos x="connsiteX12857" y="connsiteY12857"/>
              </a:cxn>
              <a:cxn ang="0">
                <a:pos x="connsiteX12858" y="connsiteY12858"/>
              </a:cxn>
              <a:cxn ang="0">
                <a:pos x="connsiteX12859" y="connsiteY12859"/>
              </a:cxn>
              <a:cxn ang="0">
                <a:pos x="connsiteX12860" y="connsiteY12860"/>
              </a:cxn>
              <a:cxn ang="0">
                <a:pos x="connsiteX12861" y="connsiteY12861"/>
              </a:cxn>
              <a:cxn ang="0">
                <a:pos x="connsiteX12862" y="connsiteY12862"/>
              </a:cxn>
              <a:cxn ang="0">
                <a:pos x="connsiteX12863" y="connsiteY12863"/>
              </a:cxn>
              <a:cxn ang="0">
                <a:pos x="connsiteX12864" y="connsiteY12864"/>
              </a:cxn>
              <a:cxn ang="0">
                <a:pos x="connsiteX12865" y="connsiteY12865"/>
              </a:cxn>
              <a:cxn ang="0">
                <a:pos x="connsiteX12866" y="connsiteY12866"/>
              </a:cxn>
              <a:cxn ang="0">
                <a:pos x="connsiteX12867" y="connsiteY12867"/>
              </a:cxn>
              <a:cxn ang="0">
                <a:pos x="connsiteX12868" y="connsiteY12868"/>
              </a:cxn>
              <a:cxn ang="0">
                <a:pos x="connsiteX12869" y="connsiteY12869"/>
              </a:cxn>
              <a:cxn ang="0">
                <a:pos x="connsiteX12870" y="connsiteY12870"/>
              </a:cxn>
              <a:cxn ang="0">
                <a:pos x="connsiteX12871" y="connsiteY12871"/>
              </a:cxn>
              <a:cxn ang="0">
                <a:pos x="connsiteX12872" y="connsiteY12872"/>
              </a:cxn>
              <a:cxn ang="0">
                <a:pos x="connsiteX12873" y="connsiteY12873"/>
              </a:cxn>
              <a:cxn ang="0">
                <a:pos x="connsiteX12874" y="connsiteY12874"/>
              </a:cxn>
              <a:cxn ang="0">
                <a:pos x="connsiteX12875" y="connsiteY12875"/>
              </a:cxn>
              <a:cxn ang="0">
                <a:pos x="connsiteX12876" y="connsiteY12876"/>
              </a:cxn>
              <a:cxn ang="0">
                <a:pos x="connsiteX12877" y="connsiteY12877"/>
              </a:cxn>
              <a:cxn ang="0">
                <a:pos x="connsiteX12878" y="connsiteY12878"/>
              </a:cxn>
              <a:cxn ang="0">
                <a:pos x="connsiteX12879" y="connsiteY12879"/>
              </a:cxn>
              <a:cxn ang="0">
                <a:pos x="connsiteX12880" y="connsiteY12880"/>
              </a:cxn>
              <a:cxn ang="0">
                <a:pos x="connsiteX12881" y="connsiteY12881"/>
              </a:cxn>
              <a:cxn ang="0">
                <a:pos x="connsiteX12882" y="connsiteY12882"/>
              </a:cxn>
              <a:cxn ang="0">
                <a:pos x="connsiteX12883" y="connsiteY12883"/>
              </a:cxn>
              <a:cxn ang="0">
                <a:pos x="connsiteX12884" y="connsiteY12884"/>
              </a:cxn>
              <a:cxn ang="0">
                <a:pos x="connsiteX12885" y="connsiteY12885"/>
              </a:cxn>
              <a:cxn ang="0">
                <a:pos x="connsiteX12886" y="connsiteY12886"/>
              </a:cxn>
              <a:cxn ang="0">
                <a:pos x="connsiteX12887" y="connsiteY12887"/>
              </a:cxn>
              <a:cxn ang="0">
                <a:pos x="connsiteX12888" y="connsiteY12888"/>
              </a:cxn>
              <a:cxn ang="0">
                <a:pos x="connsiteX12889" y="connsiteY12889"/>
              </a:cxn>
              <a:cxn ang="0">
                <a:pos x="connsiteX12890" y="connsiteY12890"/>
              </a:cxn>
              <a:cxn ang="0">
                <a:pos x="connsiteX12891" y="connsiteY12891"/>
              </a:cxn>
              <a:cxn ang="0">
                <a:pos x="connsiteX12892" y="connsiteY12892"/>
              </a:cxn>
              <a:cxn ang="0">
                <a:pos x="connsiteX12893" y="connsiteY12893"/>
              </a:cxn>
              <a:cxn ang="0">
                <a:pos x="connsiteX12894" y="connsiteY12894"/>
              </a:cxn>
              <a:cxn ang="0">
                <a:pos x="connsiteX12895" y="connsiteY12895"/>
              </a:cxn>
              <a:cxn ang="0">
                <a:pos x="connsiteX12896" y="connsiteY12896"/>
              </a:cxn>
              <a:cxn ang="0">
                <a:pos x="connsiteX12897" y="connsiteY12897"/>
              </a:cxn>
              <a:cxn ang="0">
                <a:pos x="connsiteX12898" y="connsiteY12898"/>
              </a:cxn>
              <a:cxn ang="0">
                <a:pos x="connsiteX12899" y="connsiteY12899"/>
              </a:cxn>
              <a:cxn ang="0">
                <a:pos x="connsiteX12900" y="connsiteY12900"/>
              </a:cxn>
              <a:cxn ang="0">
                <a:pos x="connsiteX12901" y="connsiteY12901"/>
              </a:cxn>
              <a:cxn ang="0">
                <a:pos x="connsiteX12902" y="connsiteY12902"/>
              </a:cxn>
              <a:cxn ang="0">
                <a:pos x="connsiteX12903" y="connsiteY12903"/>
              </a:cxn>
              <a:cxn ang="0">
                <a:pos x="connsiteX12904" y="connsiteY12904"/>
              </a:cxn>
              <a:cxn ang="0">
                <a:pos x="connsiteX12905" y="connsiteY12905"/>
              </a:cxn>
              <a:cxn ang="0">
                <a:pos x="connsiteX12906" y="connsiteY12906"/>
              </a:cxn>
              <a:cxn ang="0">
                <a:pos x="connsiteX12907" y="connsiteY12907"/>
              </a:cxn>
              <a:cxn ang="0">
                <a:pos x="connsiteX12908" y="connsiteY12908"/>
              </a:cxn>
              <a:cxn ang="0">
                <a:pos x="connsiteX12909" y="connsiteY12909"/>
              </a:cxn>
              <a:cxn ang="0">
                <a:pos x="connsiteX12910" y="connsiteY12910"/>
              </a:cxn>
              <a:cxn ang="0">
                <a:pos x="connsiteX12911" y="connsiteY12911"/>
              </a:cxn>
              <a:cxn ang="0">
                <a:pos x="connsiteX12912" y="connsiteY12912"/>
              </a:cxn>
              <a:cxn ang="0">
                <a:pos x="connsiteX12913" y="connsiteY12913"/>
              </a:cxn>
              <a:cxn ang="0">
                <a:pos x="connsiteX12914" y="connsiteY12914"/>
              </a:cxn>
              <a:cxn ang="0">
                <a:pos x="connsiteX12915" y="connsiteY12915"/>
              </a:cxn>
              <a:cxn ang="0">
                <a:pos x="connsiteX12916" y="connsiteY12916"/>
              </a:cxn>
              <a:cxn ang="0">
                <a:pos x="connsiteX12917" y="connsiteY12917"/>
              </a:cxn>
              <a:cxn ang="0">
                <a:pos x="connsiteX12918" y="connsiteY12918"/>
              </a:cxn>
              <a:cxn ang="0">
                <a:pos x="connsiteX12919" y="connsiteY12919"/>
              </a:cxn>
              <a:cxn ang="0">
                <a:pos x="connsiteX12920" y="connsiteY12920"/>
              </a:cxn>
              <a:cxn ang="0">
                <a:pos x="connsiteX12921" y="connsiteY12921"/>
              </a:cxn>
              <a:cxn ang="0">
                <a:pos x="connsiteX12922" y="connsiteY12922"/>
              </a:cxn>
              <a:cxn ang="0">
                <a:pos x="connsiteX12923" y="connsiteY12923"/>
              </a:cxn>
              <a:cxn ang="0">
                <a:pos x="connsiteX12924" y="connsiteY12924"/>
              </a:cxn>
              <a:cxn ang="0">
                <a:pos x="connsiteX12925" y="connsiteY12925"/>
              </a:cxn>
              <a:cxn ang="0">
                <a:pos x="connsiteX12926" y="connsiteY12926"/>
              </a:cxn>
              <a:cxn ang="0">
                <a:pos x="connsiteX12927" y="connsiteY12927"/>
              </a:cxn>
              <a:cxn ang="0">
                <a:pos x="connsiteX12928" y="connsiteY12928"/>
              </a:cxn>
              <a:cxn ang="0">
                <a:pos x="connsiteX12929" y="connsiteY12929"/>
              </a:cxn>
              <a:cxn ang="0">
                <a:pos x="connsiteX12930" y="connsiteY12930"/>
              </a:cxn>
              <a:cxn ang="0">
                <a:pos x="connsiteX12931" y="connsiteY12931"/>
              </a:cxn>
              <a:cxn ang="0">
                <a:pos x="connsiteX12932" y="connsiteY12932"/>
              </a:cxn>
              <a:cxn ang="0">
                <a:pos x="connsiteX12933" y="connsiteY12933"/>
              </a:cxn>
              <a:cxn ang="0">
                <a:pos x="connsiteX12934" y="connsiteY12934"/>
              </a:cxn>
              <a:cxn ang="0">
                <a:pos x="connsiteX12935" y="connsiteY12935"/>
              </a:cxn>
              <a:cxn ang="0">
                <a:pos x="connsiteX12936" y="connsiteY12936"/>
              </a:cxn>
              <a:cxn ang="0">
                <a:pos x="connsiteX12937" y="connsiteY12937"/>
              </a:cxn>
              <a:cxn ang="0">
                <a:pos x="connsiteX12938" y="connsiteY12938"/>
              </a:cxn>
              <a:cxn ang="0">
                <a:pos x="connsiteX12939" y="connsiteY12939"/>
              </a:cxn>
              <a:cxn ang="0">
                <a:pos x="connsiteX12940" y="connsiteY12940"/>
              </a:cxn>
              <a:cxn ang="0">
                <a:pos x="connsiteX12941" y="connsiteY12941"/>
              </a:cxn>
              <a:cxn ang="0">
                <a:pos x="connsiteX12942" y="connsiteY12942"/>
              </a:cxn>
              <a:cxn ang="0">
                <a:pos x="connsiteX12943" y="connsiteY12943"/>
              </a:cxn>
              <a:cxn ang="0">
                <a:pos x="connsiteX12944" y="connsiteY12944"/>
              </a:cxn>
              <a:cxn ang="0">
                <a:pos x="connsiteX12945" y="connsiteY12945"/>
              </a:cxn>
              <a:cxn ang="0">
                <a:pos x="connsiteX12946" y="connsiteY12946"/>
              </a:cxn>
              <a:cxn ang="0">
                <a:pos x="connsiteX12947" y="connsiteY12947"/>
              </a:cxn>
              <a:cxn ang="0">
                <a:pos x="connsiteX12948" y="connsiteY12948"/>
              </a:cxn>
              <a:cxn ang="0">
                <a:pos x="connsiteX12949" y="connsiteY12949"/>
              </a:cxn>
              <a:cxn ang="0">
                <a:pos x="connsiteX12950" y="connsiteY12950"/>
              </a:cxn>
              <a:cxn ang="0">
                <a:pos x="connsiteX12951" y="connsiteY12951"/>
              </a:cxn>
              <a:cxn ang="0">
                <a:pos x="connsiteX12952" y="connsiteY12952"/>
              </a:cxn>
              <a:cxn ang="0">
                <a:pos x="connsiteX12953" y="connsiteY12953"/>
              </a:cxn>
              <a:cxn ang="0">
                <a:pos x="connsiteX12954" y="connsiteY12954"/>
              </a:cxn>
              <a:cxn ang="0">
                <a:pos x="connsiteX12955" y="connsiteY12955"/>
              </a:cxn>
              <a:cxn ang="0">
                <a:pos x="connsiteX12956" y="connsiteY12956"/>
              </a:cxn>
              <a:cxn ang="0">
                <a:pos x="connsiteX12957" y="connsiteY12957"/>
              </a:cxn>
              <a:cxn ang="0">
                <a:pos x="connsiteX12958" y="connsiteY12958"/>
              </a:cxn>
              <a:cxn ang="0">
                <a:pos x="connsiteX12959" y="connsiteY12959"/>
              </a:cxn>
              <a:cxn ang="0">
                <a:pos x="connsiteX12960" y="connsiteY12960"/>
              </a:cxn>
              <a:cxn ang="0">
                <a:pos x="connsiteX12961" y="connsiteY12961"/>
              </a:cxn>
              <a:cxn ang="0">
                <a:pos x="connsiteX12962" y="connsiteY12962"/>
              </a:cxn>
              <a:cxn ang="0">
                <a:pos x="connsiteX12963" y="connsiteY12963"/>
              </a:cxn>
              <a:cxn ang="0">
                <a:pos x="connsiteX12964" y="connsiteY12964"/>
              </a:cxn>
              <a:cxn ang="0">
                <a:pos x="connsiteX12965" y="connsiteY12965"/>
              </a:cxn>
              <a:cxn ang="0">
                <a:pos x="connsiteX12966" y="connsiteY12966"/>
              </a:cxn>
              <a:cxn ang="0">
                <a:pos x="connsiteX12967" y="connsiteY12967"/>
              </a:cxn>
              <a:cxn ang="0">
                <a:pos x="connsiteX12968" y="connsiteY12968"/>
              </a:cxn>
              <a:cxn ang="0">
                <a:pos x="connsiteX12969" y="connsiteY12969"/>
              </a:cxn>
              <a:cxn ang="0">
                <a:pos x="connsiteX12970" y="connsiteY12970"/>
              </a:cxn>
              <a:cxn ang="0">
                <a:pos x="connsiteX12971" y="connsiteY12971"/>
              </a:cxn>
              <a:cxn ang="0">
                <a:pos x="connsiteX12972" y="connsiteY12972"/>
              </a:cxn>
              <a:cxn ang="0">
                <a:pos x="connsiteX12973" y="connsiteY12973"/>
              </a:cxn>
              <a:cxn ang="0">
                <a:pos x="connsiteX12974" y="connsiteY12974"/>
              </a:cxn>
              <a:cxn ang="0">
                <a:pos x="connsiteX12975" y="connsiteY12975"/>
              </a:cxn>
              <a:cxn ang="0">
                <a:pos x="connsiteX12976" y="connsiteY12976"/>
              </a:cxn>
              <a:cxn ang="0">
                <a:pos x="connsiteX12977" y="connsiteY12977"/>
              </a:cxn>
              <a:cxn ang="0">
                <a:pos x="connsiteX12978" y="connsiteY12978"/>
              </a:cxn>
              <a:cxn ang="0">
                <a:pos x="connsiteX12979" y="connsiteY12979"/>
              </a:cxn>
              <a:cxn ang="0">
                <a:pos x="connsiteX12980" y="connsiteY12980"/>
              </a:cxn>
              <a:cxn ang="0">
                <a:pos x="connsiteX12981" y="connsiteY12981"/>
              </a:cxn>
              <a:cxn ang="0">
                <a:pos x="connsiteX12982" y="connsiteY12982"/>
              </a:cxn>
              <a:cxn ang="0">
                <a:pos x="connsiteX12983" y="connsiteY12983"/>
              </a:cxn>
              <a:cxn ang="0">
                <a:pos x="connsiteX12984" y="connsiteY12984"/>
              </a:cxn>
              <a:cxn ang="0">
                <a:pos x="connsiteX12985" y="connsiteY12985"/>
              </a:cxn>
              <a:cxn ang="0">
                <a:pos x="connsiteX12986" y="connsiteY12986"/>
              </a:cxn>
              <a:cxn ang="0">
                <a:pos x="connsiteX12987" y="connsiteY12987"/>
              </a:cxn>
              <a:cxn ang="0">
                <a:pos x="connsiteX12988" y="connsiteY12988"/>
              </a:cxn>
              <a:cxn ang="0">
                <a:pos x="connsiteX12989" y="connsiteY12989"/>
              </a:cxn>
              <a:cxn ang="0">
                <a:pos x="connsiteX12990" y="connsiteY12990"/>
              </a:cxn>
              <a:cxn ang="0">
                <a:pos x="connsiteX12991" y="connsiteY12991"/>
              </a:cxn>
              <a:cxn ang="0">
                <a:pos x="connsiteX12992" y="connsiteY12992"/>
              </a:cxn>
              <a:cxn ang="0">
                <a:pos x="connsiteX12993" y="connsiteY12993"/>
              </a:cxn>
              <a:cxn ang="0">
                <a:pos x="connsiteX12994" y="connsiteY12994"/>
              </a:cxn>
              <a:cxn ang="0">
                <a:pos x="connsiteX12995" y="connsiteY12995"/>
              </a:cxn>
              <a:cxn ang="0">
                <a:pos x="connsiteX12996" y="connsiteY12996"/>
              </a:cxn>
              <a:cxn ang="0">
                <a:pos x="connsiteX12997" y="connsiteY12997"/>
              </a:cxn>
              <a:cxn ang="0">
                <a:pos x="connsiteX12998" y="connsiteY12998"/>
              </a:cxn>
              <a:cxn ang="0">
                <a:pos x="connsiteX12999" y="connsiteY12999"/>
              </a:cxn>
              <a:cxn ang="0">
                <a:pos x="connsiteX13000" y="connsiteY13000"/>
              </a:cxn>
              <a:cxn ang="0">
                <a:pos x="connsiteX13001" y="connsiteY13001"/>
              </a:cxn>
              <a:cxn ang="0">
                <a:pos x="connsiteX13002" y="connsiteY13002"/>
              </a:cxn>
              <a:cxn ang="0">
                <a:pos x="connsiteX13003" y="connsiteY13003"/>
              </a:cxn>
              <a:cxn ang="0">
                <a:pos x="connsiteX13004" y="connsiteY13004"/>
              </a:cxn>
              <a:cxn ang="0">
                <a:pos x="connsiteX13005" y="connsiteY13005"/>
              </a:cxn>
              <a:cxn ang="0">
                <a:pos x="connsiteX13006" y="connsiteY13006"/>
              </a:cxn>
              <a:cxn ang="0">
                <a:pos x="connsiteX13007" y="connsiteY13007"/>
              </a:cxn>
              <a:cxn ang="0">
                <a:pos x="connsiteX13008" y="connsiteY13008"/>
              </a:cxn>
              <a:cxn ang="0">
                <a:pos x="connsiteX13009" y="connsiteY13009"/>
              </a:cxn>
              <a:cxn ang="0">
                <a:pos x="connsiteX13010" y="connsiteY13010"/>
              </a:cxn>
              <a:cxn ang="0">
                <a:pos x="connsiteX13011" y="connsiteY13011"/>
              </a:cxn>
              <a:cxn ang="0">
                <a:pos x="connsiteX13012" y="connsiteY13012"/>
              </a:cxn>
              <a:cxn ang="0">
                <a:pos x="connsiteX13013" y="connsiteY13013"/>
              </a:cxn>
              <a:cxn ang="0">
                <a:pos x="connsiteX13014" y="connsiteY13014"/>
              </a:cxn>
              <a:cxn ang="0">
                <a:pos x="connsiteX13015" y="connsiteY13015"/>
              </a:cxn>
              <a:cxn ang="0">
                <a:pos x="connsiteX13016" y="connsiteY13016"/>
              </a:cxn>
              <a:cxn ang="0">
                <a:pos x="connsiteX13017" y="connsiteY13017"/>
              </a:cxn>
              <a:cxn ang="0">
                <a:pos x="connsiteX13018" y="connsiteY13018"/>
              </a:cxn>
              <a:cxn ang="0">
                <a:pos x="connsiteX13019" y="connsiteY13019"/>
              </a:cxn>
              <a:cxn ang="0">
                <a:pos x="connsiteX13020" y="connsiteY13020"/>
              </a:cxn>
              <a:cxn ang="0">
                <a:pos x="connsiteX13021" y="connsiteY13021"/>
              </a:cxn>
              <a:cxn ang="0">
                <a:pos x="connsiteX13022" y="connsiteY13022"/>
              </a:cxn>
              <a:cxn ang="0">
                <a:pos x="connsiteX13023" y="connsiteY13023"/>
              </a:cxn>
              <a:cxn ang="0">
                <a:pos x="connsiteX13024" y="connsiteY13024"/>
              </a:cxn>
              <a:cxn ang="0">
                <a:pos x="connsiteX13025" y="connsiteY13025"/>
              </a:cxn>
              <a:cxn ang="0">
                <a:pos x="connsiteX13026" y="connsiteY13026"/>
              </a:cxn>
              <a:cxn ang="0">
                <a:pos x="connsiteX13027" y="connsiteY13027"/>
              </a:cxn>
              <a:cxn ang="0">
                <a:pos x="connsiteX13028" y="connsiteY13028"/>
              </a:cxn>
              <a:cxn ang="0">
                <a:pos x="connsiteX13029" y="connsiteY13029"/>
              </a:cxn>
              <a:cxn ang="0">
                <a:pos x="connsiteX13030" y="connsiteY13030"/>
              </a:cxn>
              <a:cxn ang="0">
                <a:pos x="connsiteX13031" y="connsiteY13031"/>
              </a:cxn>
              <a:cxn ang="0">
                <a:pos x="connsiteX13032" y="connsiteY13032"/>
              </a:cxn>
              <a:cxn ang="0">
                <a:pos x="connsiteX13033" y="connsiteY13033"/>
              </a:cxn>
              <a:cxn ang="0">
                <a:pos x="connsiteX13034" y="connsiteY13034"/>
              </a:cxn>
              <a:cxn ang="0">
                <a:pos x="connsiteX13035" y="connsiteY13035"/>
              </a:cxn>
              <a:cxn ang="0">
                <a:pos x="connsiteX13036" y="connsiteY13036"/>
              </a:cxn>
              <a:cxn ang="0">
                <a:pos x="connsiteX13037" y="connsiteY13037"/>
              </a:cxn>
              <a:cxn ang="0">
                <a:pos x="connsiteX13038" y="connsiteY13038"/>
              </a:cxn>
              <a:cxn ang="0">
                <a:pos x="connsiteX13039" y="connsiteY13039"/>
              </a:cxn>
              <a:cxn ang="0">
                <a:pos x="connsiteX13040" y="connsiteY13040"/>
              </a:cxn>
              <a:cxn ang="0">
                <a:pos x="connsiteX13041" y="connsiteY13041"/>
              </a:cxn>
              <a:cxn ang="0">
                <a:pos x="connsiteX13042" y="connsiteY13042"/>
              </a:cxn>
              <a:cxn ang="0">
                <a:pos x="connsiteX13043" y="connsiteY13043"/>
              </a:cxn>
              <a:cxn ang="0">
                <a:pos x="connsiteX13044" y="connsiteY13044"/>
              </a:cxn>
              <a:cxn ang="0">
                <a:pos x="connsiteX13045" y="connsiteY13045"/>
              </a:cxn>
              <a:cxn ang="0">
                <a:pos x="connsiteX13046" y="connsiteY13046"/>
              </a:cxn>
              <a:cxn ang="0">
                <a:pos x="connsiteX13047" y="connsiteY13047"/>
              </a:cxn>
              <a:cxn ang="0">
                <a:pos x="connsiteX13048" y="connsiteY13048"/>
              </a:cxn>
              <a:cxn ang="0">
                <a:pos x="connsiteX13049" y="connsiteY13049"/>
              </a:cxn>
              <a:cxn ang="0">
                <a:pos x="connsiteX13050" y="connsiteY13050"/>
              </a:cxn>
              <a:cxn ang="0">
                <a:pos x="connsiteX13051" y="connsiteY13051"/>
              </a:cxn>
              <a:cxn ang="0">
                <a:pos x="connsiteX13052" y="connsiteY13052"/>
              </a:cxn>
              <a:cxn ang="0">
                <a:pos x="connsiteX13053" y="connsiteY13053"/>
              </a:cxn>
              <a:cxn ang="0">
                <a:pos x="connsiteX13054" y="connsiteY13054"/>
              </a:cxn>
              <a:cxn ang="0">
                <a:pos x="connsiteX13055" y="connsiteY13055"/>
              </a:cxn>
              <a:cxn ang="0">
                <a:pos x="connsiteX13056" y="connsiteY13056"/>
              </a:cxn>
              <a:cxn ang="0">
                <a:pos x="connsiteX13057" y="connsiteY13057"/>
              </a:cxn>
              <a:cxn ang="0">
                <a:pos x="connsiteX13058" y="connsiteY13058"/>
              </a:cxn>
              <a:cxn ang="0">
                <a:pos x="connsiteX13059" y="connsiteY13059"/>
              </a:cxn>
              <a:cxn ang="0">
                <a:pos x="connsiteX13060" y="connsiteY13060"/>
              </a:cxn>
              <a:cxn ang="0">
                <a:pos x="connsiteX13061" y="connsiteY13061"/>
              </a:cxn>
              <a:cxn ang="0">
                <a:pos x="connsiteX13062" y="connsiteY13062"/>
              </a:cxn>
              <a:cxn ang="0">
                <a:pos x="connsiteX13063" y="connsiteY13063"/>
              </a:cxn>
              <a:cxn ang="0">
                <a:pos x="connsiteX13064" y="connsiteY13064"/>
              </a:cxn>
              <a:cxn ang="0">
                <a:pos x="connsiteX13065" y="connsiteY13065"/>
              </a:cxn>
              <a:cxn ang="0">
                <a:pos x="connsiteX13066" y="connsiteY13066"/>
              </a:cxn>
              <a:cxn ang="0">
                <a:pos x="connsiteX13067" y="connsiteY13067"/>
              </a:cxn>
              <a:cxn ang="0">
                <a:pos x="connsiteX13068" y="connsiteY13068"/>
              </a:cxn>
              <a:cxn ang="0">
                <a:pos x="connsiteX13069" y="connsiteY13069"/>
              </a:cxn>
              <a:cxn ang="0">
                <a:pos x="connsiteX13070" y="connsiteY13070"/>
              </a:cxn>
              <a:cxn ang="0">
                <a:pos x="connsiteX13071" y="connsiteY13071"/>
              </a:cxn>
              <a:cxn ang="0">
                <a:pos x="connsiteX13072" y="connsiteY13072"/>
              </a:cxn>
              <a:cxn ang="0">
                <a:pos x="connsiteX13073" y="connsiteY13073"/>
              </a:cxn>
              <a:cxn ang="0">
                <a:pos x="connsiteX13074" y="connsiteY13074"/>
              </a:cxn>
              <a:cxn ang="0">
                <a:pos x="connsiteX13075" y="connsiteY13075"/>
              </a:cxn>
              <a:cxn ang="0">
                <a:pos x="connsiteX13076" y="connsiteY13076"/>
              </a:cxn>
              <a:cxn ang="0">
                <a:pos x="connsiteX13077" y="connsiteY13077"/>
              </a:cxn>
              <a:cxn ang="0">
                <a:pos x="connsiteX13078" y="connsiteY13078"/>
              </a:cxn>
              <a:cxn ang="0">
                <a:pos x="connsiteX13079" y="connsiteY13079"/>
              </a:cxn>
              <a:cxn ang="0">
                <a:pos x="connsiteX13080" y="connsiteY13080"/>
              </a:cxn>
              <a:cxn ang="0">
                <a:pos x="connsiteX13081" y="connsiteY13081"/>
              </a:cxn>
              <a:cxn ang="0">
                <a:pos x="connsiteX13082" y="connsiteY13082"/>
              </a:cxn>
              <a:cxn ang="0">
                <a:pos x="connsiteX13083" y="connsiteY13083"/>
              </a:cxn>
              <a:cxn ang="0">
                <a:pos x="connsiteX13084" y="connsiteY13084"/>
              </a:cxn>
              <a:cxn ang="0">
                <a:pos x="connsiteX13085" y="connsiteY13085"/>
              </a:cxn>
              <a:cxn ang="0">
                <a:pos x="connsiteX13086" y="connsiteY13086"/>
              </a:cxn>
              <a:cxn ang="0">
                <a:pos x="connsiteX13087" y="connsiteY13087"/>
              </a:cxn>
              <a:cxn ang="0">
                <a:pos x="connsiteX13088" y="connsiteY13088"/>
              </a:cxn>
              <a:cxn ang="0">
                <a:pos x="connsiteX13089" y="connsiteY13089"/>
              </a:cxn>
              <a:cxn ang="0">
                <a:pos x="connsiteX13090" y="connsiteY13090"/>
              </a:cxn>
              <a:cxn ang="0">
                <a:pos x="connsiteX13091" y="connsiteY13091"/>
              </a:cxn>
              <a:cxn ang="0">
                <a:pos x="connsiteX13092" y="connsiteY13092"/>
              </a:cxn>
              <a:cxn ang="0">
                <a:pos x="connsiteX13093" y="connsiteY13093"/>
              </a:cxn>
              <a:cxn ang="0">
                <a:pos x="connsiteX13094" y="connsiteY13094"/>
              </a:cxn>
              <a:cxn ang="0">
                <a:pos x="connsiteX13095" y="connsiteY13095"/>
              </a:cxn>
              <a:cxn ang="0">
                <a:pos x="connsiteX13096" y="connsiteY13096"/>
              </a:cxn>
              <a:cxn ang="0">
                <a:pos x="connsiteX13097" y="connsiteY13097"/>
              </a:cxn>
              <a:cxn ang="0">
                <a:pos x="connsiteX13098" y="connsiteY13098"/>
              </a:cxn>
              <a:cxn ang="0">
                <a:pos x="connsiteX13099" y="connsiteY13099"/>
              </a:cxn>
              <a:cxn ang="0">
                <a:pos x="connsiteX13100" y="connsiteY13100"/>
              </a:cxn>
              <a:cxn ang="0">
                <a:pos x="connsiteX13101" y="connsiteY13101"/>
              </a:cxn>
              <a:cxn ang="0">
                <a:pos x="connsiteX13102" y="connsiteY13102"/>
              </a:cxn>
              <a:cxn ang="0">
                <a:pos x="connsiteX13103" y="connsiteY13103"/>
              </a:cxn>
              <a:cxn ang="0">
                <a:pos x="connsiteX13104" y="connsiteY13104"/>
              </a:cxn>
              <a:cxn ang="0">
                <a:pos x="connsiteX13105" y="connsiteY13105"/>
              </a:cxn>
              <a:cxn ang="0">
                <a:pos x="connsiteX13106" y="connsiteY13106"/>
              </a:cxn>
              <a:cxn ang="0">
                <a:pos x="connsiteX13107" y="connsiteY13107"/>
              </a:cxn>
              <a:cxn ang="0">
                <a:pos x="connsiteX13108" y="connsiteY13108"/>
              </a:cxn>
              <a:cxn ang="0">
                <a:pos x="connsiteX13109" y="connsiteY13109"/>
              </a:cxn>
              <a:cxn ang="0">
                <a:pos x="connsiteX13110" y="connsiteY13110"/>
              </a:cxn>
              <a:cxn ang="0">
                <a:pos x="connsiteX13111" y="connsiteY13111"/>
              </a:cxn>
              <a:cxn ang="0">
                <a:pos x="connsiteX13112" y="connsiteY13112"/>
              </a:cxn>
              <a:cxn ang="0">
                <a:pos x="connsiteX13113" y="connsiteY13113"/>
              </a:cxn>
              <a:cxn ang="0">
                <a:pos x="connsiteX13114" y="connsiteY13114"/>
              </a:cxn>
              <a:cxn ang="0">
                <a:pos x="connsiteX13115" y="connsiteY13115"/>
              </a:cxn>
              <a:cxn ang="0">
                <a:pos x="connsiteX13116" y="connsiteY13116"/>
              </a:cxn>
              <a:cxn ang="0">
                <a:pos x="connsiteX13117" y="connsiteY13117"/>
              </a:cxn>
              <a:cxn ang="0">
                <a:pos x="connsiteX13118" y="connsiteY13118"/>
              </a:cxn>
              <a:cxn ang="0">
                <a:pos x="connsiteX13119" y="connsiteY13119"/>
              </a:cxn>
              <a:cxn ang="0">
                <a:pos x="connsiteX13120" y="connsiteY13120"/>
              </a:cxn>
              <a:cxn ang="0">
                <a:pos x="connsiteX13121" y="connsiteY13121"/>
              </a:cxn>
              <a:cxn ang="0">
                <a:pos x="connsiteX13122" y="connsiteY13122"/>
              </a:cxn>
              <a:cxn ang="0">
                <a:pos x="connsiteX13123" y="connsiteY13123"/>
              </a:cxn>
              <a:cxn ang="0">
                <a:pos x="connsiteX13124" y="connsiteY13124"/>
              </a:cxn>
              <a:cxn ang="0">
                <a:pos x="connsiteX13125" y="connsiteY13125"/>
              </a:cxn>
              <a:cxn ang="0">
                <a:pos x="connsiteX13126" y="connsiteY13126"/>
              </a:cxn>
              <a:cxn ang="0">
                <a:pos x="connsiteX13127" y="connsiteY13127"/>
              </a:cxn>
              <a:cxn ang="0">
                <a:pos x="connsiteX13128" y="connsiteY13128"/>
              </a:cxn>
              <a:cxn ang="0">
                <a:pos x="connsiteX13129" y="connsiteY13129"/>
              </a:cxn>
              <a:cxn ang="0">
                <a:pos x="connsiteX13130" y="connsiteY13130"/>
              </a:cxn>
              <a:cxn ang="0">
                <a:pos x="connsiteX13131" y="connsiteY13131"/>
              </a:cxn>
              <a:cxn ang="0">
                <a:pos x="connsiteX13132" y="connsiteY13132"/>
              </a:cxn>
              <a:cxn ang="0">
                <a:pos x="connsiteX13133" y="connsiteY13133"/>
              </a:cxn>
              <a:cxn ang="0">
                <a:pos x="connsiteX13134" y="connsiteY13134"/>
              </a:cxn>
              <a:cxn ang="0">
                <a:pos x="connsiteX13135" y="connsiteY13135"/>
              </a:cxn>
              <a:cxn ang="0">
                <a:pos x="connsiteX13136" y="connsiteY13136"/>
              </a:cxn>
              <a:cxn ang="0">
                <a:pos x="connsiteX13137" y="connsiteY13137"/>
              </a:cxn>
              <a:cxn ang="0">
                <a:pos x="connsiteX13138" y="connsiteY13138"/>
              </a:cxn>
              <a:cxn ang="0">
                <a:pos x="connsiteX13139" y="connsiteY13139"/>
              </a:cxn>
              <a:cxn ang="0">
                <a:pos x="connsiteX13140" y="connsiteY13140"/>
              </a:cxn>
              <a:cxn ang="0">
                <a:pos x="connsiteX13141" y="connsiteY13141"/>
              </a:cxn>
              <a:cxn ang="0">
                <a:pos x="connsiteX13142" y="connsiteY13142"/>
              </a:cxn>
              <a:cxn ang="0">
                <a:pos x="connsiteX13143" y="connsiteY13143"/>
              </a:cxn>
              <a:cxn ang="0">
                <a:pos x="connsiteX13144" y="connsiteY13144"/>
              </a:cxn>
              <a:cxn ang="0">
                <a:pos x="connsiteX13145" y="connsiteY13145"/>
              </a:cxn>
              <a:cxn ang="0">
                <a:pos x="connsiteX13146" y="connsiteY13146"/>
              </a:cxn>
              <a:cxn ang="0">
                <a:pos x="connsiteX13147" y="connsiteY13147"/>
              </a:cxn>
              <a:cxn ang="0">
                <a:pos x="connsiteX13148" y="connsiteY13148"/>
              </a:cxn>
              <a:cxn ang="0">
                <a:pos x="connsiteX13149" y="connsiteY13149"/>
              </a:cxn>
              <a:cxn ang="0">
                <a:pos x="connsiteX13150" y="connsiteY13150"/>
              </a:cxn>
              <a:cxn ang="0">
                <a:pos x="connsiteX13151" y="connsiteY13151"/>
              </a:cxn>
              <a:cxn ang="0">
                <a:pos x="connsiteX13152" y="connsiteY13152"/>
              </a:cxn>
              <a:cxn ang="0">
                <a:pos x="connsiteX13153" y="connsiteY13153"/>
              </a:cxn>
              <a:cxn ang="0">
                <a:pos x="connsiteX13154" y="connsiteY13154"/>
              </a:cxn>
              <a:cxn ang="0">
                <a:pos x="connsiteX13155" y="connsiteY13155"/>
              </a:cxn>
              <a:cxn ang="0">
                <a:pos x="connsiteX13156" y="connsiteY13156"/>
              </a:cxn>
              <a:cxn ang="0">
                <a:pos x="connsiteX13157" y="connsiteY13157"/>
              </a:cxn>
              <a:cxn ang="0">
                <a:pos x="connsiteX13158" y="connsiteY13158"/>
              </a:cxn>
              <a:cxn ang="0">
                <a:pos x="connsiteX13159" y="connsiteY13159"/>
              </a:cxn>
              <a:cxn ang="0">
                <a:pos x="connsiteX13160" y="connsiteY13160"/>
              </a:cxn>
              <a:cxn ang="0">
                <a:pos x="connsiteX13161" y="connsiteY13161"/>
              </a:cxn>
              <a:cxn ang="0">
                <a:pos x="connsiteX13162" y="connsiteY13162"/>
              </a:cxn>
              <a:cxn ang="0">
                <a:pos x="connsiteX13163" y="connsiteY13163"/>
              </a:cxn>
              <a:cxn ang="0">
                <a:pos x="connsiteX13164" y="connsiteY13164"/>
              </a:cxn>
              <a:cxn ang="0">
                <a:pos x="connsiteX13165" y="connsiteY13165"/>
              </a:cxn>
              <a:cxn ang="0">
                <a:pos x="connsiteX13166" y="connsiteY13166"/>
              </a:cxn>
              <a:cxn ang="0">
                <a:pos x="connsiteX13167" y="connsiteY13167"/>
              </a:cxn>
              <a:cxn ang="0">
                <a:pos x="connsiteX13168" y="connsiteY13168"/>
              </a:cxn>
              <a:cxn ang="0">
                <a:pos x="connsiteX13169" y="connsiteY13169"/>
              </a:cxn>
              <a:cxn ang="0">
                <a:pos x="connsiteX13170" y="connsiteY13170"/>
              </a:cxn>
              <a:cxn ang="0">
                <a:pos x="connsiteX13171" y="connsiteY13171"/>
              </a:cxn>
              <a:cxn ang="0">
                <a:pos x="connsiteX13172" y="connsiteY13172"/>
              </a:cxn>
              <a:cxn ang="0">
                <a:pos x="connsiteX13173" y="connsiteY13173"/>
              </a:cxn>
              <a:cxn ang="0">
                <a:pos x="connsiteX13174" y="connsiteY13174"/>
              </a:cxn>
              <a:cxn ang="0">
                <a:pos x="connsiteX13175" y="connsiteY13175"/>
              </a:cxn>
              <a:cxn ang="0">
                <a:pos x="connsiteX13176" y="connsiteY13176"/>
              </a:cxn>
              <a:cxn ang="0">
                <a:pos x="connsiteX13177" y="connsiteY13177"/>
              </a:cxn>
              <a:cxn ang="0">
                <a:pos x="connsiteX13178" y="connsiteY13178"/>
              </a:cxn>
              <a:cxn ang="0">
                <a:pos x="connsiteX13179" y="connsiteY13179"/>
              </a:cxn>
              <a:cxn ang="0">
                <a:pos x="connsiteX13180" y="connsiteY13180"/>
              </a:cxn>
              <a:cxn ang="0">
                <a:pos x="connsiteX13181" y="connsiteY13181"/>
              </a:cxn>
              <a:cxn ang="0">
                <a:pos x="connsiteX13182" y="connsiteY13182"/>
              </a:cxn>
              <a:cxn ang="0">
                <a:pos x="connsiteX13183" y="connsiteY13183"/>
              </a:cxn>
              <a:cxn ang="0">
                <a:pos x="connsiteX13184" y="connsiteY13184"/>
              </a:cxn>
              <a:cxn ang="0">
                <a:pos x="connsiteX13185" y="connsiteY13185"/>
              </a:cxn>
              <a:cxn ang="0">
                <a:pos x="connsiteX13186" y="connsiteY13186"/>
              </a:cxn>
              <a:cxn ang="0">
                <a:pos x="connsiteX13187" y="connsiteY13187"/>
              </a:cxn>
              <a:cxn ang="0">
                <a:pos x="connsiteX13188" y="connsiteY13188"/>
              </a:cxn>
              <a:cxn ang="0">
                <a:pos x="connsiteX13189" y="connsiteY13189"/>
              </a:cxn>
              <a:cxn ang="0">
                <a:pos x="connsiteX13190" y="connsiteY13190"/>
              </a:cxn>
              <a:cxn ang="0">
                <a:pos x="connsiteX13191" y="connsiteY13191"/>
              </a:cxn>
              <a:cxn ang="0">
                <a:pos x="connsiteX13192" y="connsiteY13192"/>
              </a:cxn>
              <a:cxn ang="0">
                <a:pos x="connsiteX13193" y="connsiteY13193"/>
              </a:cxn>
              <a:cxn ang="0">
                <a:pos x="connsiteX13194" y="connsiteY13194"/>
              </a:cxn>
              <a:cxn ang="0">
                <a:pos x="connsiteX13195" y="connsiteY13195"/>
              </a:cxn>
              <a:cxn ang="0">
                <a:pos x="connsiteX13196" y="connsiteY13196"/>
              </a:cxn>
              <a:cxn ang="0">
                <a:pos x="connsiteX13197" y="connsiteY13197"/>
              </a:cxn>
              <a:cxn ang="0">
                <a:pos x="connsiteX13198" y="connsiteY13198"/>
              </a:cxn>
              <a:cxn ang="0">
                <a:pos x="connsiteX13199" y="connsiteY13199"/>
              </a:cxn>
              <a:cxn ang="0">
                <a:pos x="connsiteX13200" y="connsiteY13200"/>
              </a:cxn>
              <a:cxn ang="0">
                <a:pos x="connsiteX13201" y="connsiteY13201"/>
              </a:cxn>
              <a:cxn ang="0">
                <a:pos x="connsiteX13202" y="connsiteY13202"/>
              </a:cxn>
              <a:cxn ang="0">
                <a:pos x="connsiteX13203" y="connsiteY13203"/>
              </a:cxn>
              <a:cxn ang="0">
                <a:pos x="connsiteX13204" y="connsiteY13204"/>
              </a:cxn>
              <a:cxn ang="0">
                <a:pos x="connsiteX13205" y="connsiteY13205"/>
              </a:cxn>
              <a:cxn ang="0">
                <a:pos x="connsiteX13206" y="connsiteY13206"/>
              </a:cxn>
              <a:cxn ang="0">
                <a:pos x="connsiteX13207" y="connsiteY13207"/>
              </a:cxn>
              <a:cxn ang="0">
                <a:pos x="connsiteX13208" y="connsiteY13208"/>
              </a:cxn>
              <a:cxn ang="0">
                <a:pos x="connsiteX13209" y="connsiteY13209"/>
              </a:cxn>
              <a:cxn ang="0">
                <a:pos x="connsiteX13210" y="connsiteY13210"/>
              </a:cxn>
              <a:cxn ang="0">
                <a:pos x="connsiteX13211" y="connsiteY13211"/>
              </a:cxn>
              <a:cxn ang="0">
                <a:pos x="connsiteX13212" y="connsiteY13212"/>
              </a:cxn>
              <a:cxn ang="0">
                <a:pos x="connsiteX13213" y="connsiteY13213"/>
              </a:cxn>
              <a:cxn ang="0">
                <a:pos x="connsiteX13214" y="connsiteY13214"/>
              </a:cxn>
              <a:cxn ang="0">
                <a:pos x="connsiteX13215" y="connsiteY13215"/>
              </a:cxn>
              <a:cxn ang="0">
                <a:pos x="connsiteX13216" y="connsiteY13216"/>
              </a:cxn>
              <a:cxn ang="0">
                <a:pos x="connsiteX13217" y="connsiteY13217"/>
              </a:cxn>
              <a:cxn ang="0">
                <a:pos x="connsiteX13218" y="connsiteY13218"/>
              </a:cxn>
              <a:cxn ang="0">
                <a:pos x="connsiteX13219" y="connsiteY13219"/>
              </a:cxn>
              <a:cxn ang="0">
                <a:pos x="connsiteX13220" y="connsiteY13220"/>
              </a:cxn>
              <a:cxn ang="0">
                <a:pos x="connsiteX13221" y="connsiteY13221"/>
              </a:cxn>
              <a:cxn ang="0">
                <a:pos x="connsiteX13222" y="connsiteY13222"/>
              </a:cxn>
              <a:cxn ang="0">
                <a:pos x="connsiteX13223" y="connsiteY13223"/>
              </a:cxn>
              <a:cxn ang="0">
                <a:pos x="connsiteX13224" y="connsiteY13224"/>
              </a:cxn>
              <a:cxn ang="0">
                <a:pos x="connsiteX13225" y="connsiteY13225"/>
              </a:cxn>
              <a:cxn ang="0">
                <a:pos x="connsiteX13226" y="connsiteY13226"/>
              </a:cxn>
              <a:cxn ang="0">
                <a:pos x="connsiteX13227" y="connsiteY13227"/>
              </a:cxn>
              <a:cxn ang="0">
                <a:pos x="connsiteX13228" y="connsiteY13228"/>
              </a:cxn>
              <a:cxn ang="0">
                <a:pos x="connsiteX13229" y="connsiteY13229"/>
              </a:cxn>
              <a:cxn ang="0">
                <a:pos x="connsiteX13230" y="connsiteY13230"/>
              </a:cxn>
              <a:cxn ang="0">
                <a:pos x="connsiteX13231" y="connsiteY13231"/>
              </a:cxn>
              <a:cxn ang="0">
                <a:pos x="connsiteX13232" y="connsiteY13232"/>
              </a:cxn>
              <a:cxn ang="0">
                <a:pos x="connsiteX13233" y="connsiteY13233"/>
              </a:cxn>
              <a:cxn ang="0">
                <a:pos x="connsiteX13234" y="connsiteY13234"/>
              </a:cxn>
              <a:cxn ang="0">
                <a:pos x="connsiteX13235" y="connsiteY13235"/>
              </a:cxn>
              <a:cxn ang="0">
                <a:pos x="connsiteX13236" y="connsiteY13236"/>
              </a:cxn>
              <a:cxn ang="0">
                <a:pos x="connsiteX13237" y="connsiteY13237"/>
              </a:cxn>
              <a:cxn ang="0">
                <a:pos x="connsiteX13238" y="connsiteY13238"/>
              </a:cxn>
              <a:cxn ang="0">
                <a:pos x="connsiteX13239" y="connsiteY13239"/>
              </a:cxn>
              <a:cxn ang="0">
                <a:pos x="connsiteX13240" y="connsiteY13240"/>
              </a:cxn>
              <a:cxn ang="0">
                <a:pos x="connsiteX13241" y="connsiteY13241"/>
              </a:cxn>
              <a:cxn ang="0">
                <a:pos x="connsiteX13242" y="connsiteY13242"/>
              </a:cxn>
              <a:cxn ang="0">
                <a:pos x="connsiteX13243" y="connsiteY13243"/>
              </a:cxn>
              <a:cxn ang="0">
                <a:pos x="connsiteX13244" y="connsiteY13244"/>
              </a:cxn>
              <a:cxn ang="0">
                <a:pos x="connsiteX13245" y="connsiteY13245"/>
              </a:cxn>
              <a:cxn ang="0">
                <a:pos x="connsiteX13246" y="connsiteY13246"/>
              </a:cxn>
              <a:cxn ang="0">
                <a:pos x="connsiteX13247" y="connsiteY13247"/>
              </a:cxn>
              <a:cxn ang="0">
                <a:pos x="connsiteX13248" y="connsiteY13248"/>
              </a:cxn>
              <a:cxn ang="0">
                <a:pos x="connsiteX13249" y="connsiteY13249"/>
              </a:cxn>
              <a:cxn ang="0">
                <a:pos x="connsiteX13250" y="connsiteY13250"/>
              </a:cxn>
              <a:cxn ang="0">
                <a:pos x="connsiteX13251" y="connsiteY13251"/>
              </a:cxn>
              <a:cxn ang="0">
                <a:pos x="connsiteX13252" y="connsiteY13252"/>
              </a:cxn>
              <a:cxn ang="0">
                <a:pos x="connsiteX13253" y="connsiteY13253"/>
              </a:cxn>
              <a:cxn ang="0">
                <a:pos x="connsiteX13254" y="connsiteY13254"/>
              </a:cxn>
              <a:cxn ang="0">
                <a:pos x="connsiteX13255" y="connsiteY13255"/>
              </a:cxn>
              <a:cxn ang="0">
                <a:pos x="connsiteX13256" y="connsiteY13256"/>
              </a:cxn>
              <a:cxn ang="0">
                <a:pos x="connsiteX13257" y="connsiteY13257"/>
              </a:cxn>
              <a:cxn ang="0">
                <a:pos x="connsiteX13258" y="connsiteY13258"/>
              </a:cxn>
              <a:cxn ang="0">
                <a:pos x="connsiteX13259" y="connsiteY13259"/>
              </a:cxn>
              <a:cxn ang="0">
                <a:pos x="connsiteX13260" y="connsiteY13260"/>
              </a:cxn>
              <a:cxn ang="0">
                <a:pos x="connsiteX13261" y="connsiteY13261"/>
              </a:cxn>
              <a:cxn ang="0">
                <a:pos x="connsiteX13262" y="connsiteY13262"/>
              </a:cxn>
              <a:cxn ang="0">
                <a:pos x="connsiteX13263" y="connsiteY13263"/>
              </a:cxn>
              <a:cxn ang="0">
                <a:pos x="connsiteX13264" y="connsiteY13264"/>
              </a:cxn>
              <a:cxn ang="0">
                <a:pos x="connsiteX13265" y="connsiteY13265"/>
              </a:cxn>
              <a:cxn ang="0">
                <a:pos x="connsiteX13266" y="connsiteY13266"/>
              </a:cxn>
              <a:cxn ang="0">
                <a:pos x="connsiteX13267" y="connsiteY13267"/>
              </a:cxn>
              <a:cxn ang="0">
                <a:pos x="connsiteX13268" y="connsiteY13268"/>
              </a:cxn>
              <a:cxn ang="0">
                <a:pos x="connsiteX13269" y="connsiteY13269"/>
              </a:cxn>
              <a:cxn ang="0">
                <a:pos x="connsiteX13270" y="connsiteY13270"/>
              </a:cxn>
              <a:cxn ang="0">
                <a:pos x="connsiteX13271" y="connsiteY13271"/>
              </a:cxn>
              <a:cxn ang="0">
                <a:pos x="connsiteX13272" y="connsiteY13272"/>
              </a:cxn>
              <a:cxn ang="0">
                <a:pos x="connsiteX13273" y="connsiteY13273"/>
              </a:cxn>
              <a:cxn ang="0">
                <a:pos x="connsiteX13274" y="connsiteY13274"/>
              </a:cxn>
              <a:cxn ang="0">
                <a:pos x="connsiteX13275" y="connsiteY13275"/>
              </a:cxn>
              <a:cxn ang="0">
                <a:pos x="connsiteX13276" y="connsiteY13276"/>
              </a:cxn>
              <a:cxn ang="0">
                <a:pos x="connsiteX13277" y="connsiteY13277"/>
              </a:cxn>
              <a:cxn ang="0">
                <a:pos x="connsiteX13278" y="connsiteY13278"/>
              </a:cxn>
              <a:cxn ang="0">
                <a:pos x="connsiteX13279" y="connsiteY13279"/>
              </a:cxn>
              <a:cxn ang="0">
                <a:pos x="connsiteX13280" y="connsiteY13280"/>
              </a:cxn>
              <a:cxn ang="0">
                <a:pos x="connsiteX13281" y="connsiteY13281"/>
              </a:cxn>
              <a:cxn ang="0">
                <a:pos x="connsiteX13282" y="connsiteY13282"/>
              </a:cxn>
              <a:cxn ang="0">
                <a:pos x="connsiteX13283" y="connsiteY13283"/>
              </a:cxn>
              <a:cxn ang="0">
                <a:pos x="connsiteX13284" y="connsiteY13284"/>
              </a:cxn>
              <a:cxn ang="0">
                <a:pos x="connsiteX13285" y="connsiteY13285"/>
              </a:cxn>
              <a:cxn ang="0">
                <a:pos x="connsiteX13286" y="connsiteY13286"/>
              </a:cxn>
              <a:cxn ang="0">
                <a:pos x="connsiteX13287" y="connsiteY13287"/>
              </a:cxn>
              <a:cxn ang="0">
                <a:pos x="connsiteX13288" y="connsiteY13288"/>
              </a:cxn>
              <a:cxn ang="0">
                <a:pos x="connsiteX13289" y="connsiteY13289"/>
              </a:cxn>
              <a:cxn ang="0">
                <a:pos x="connsiteX13290" y="connsiteY13290"/>
              </a:cxn>
              <a:cxn ang="0">
                <a:pos x="connsiteX13291" y="connsiteY13291"/>
              </a:cxn>
              <a:cxn ang="0">
                <a:pos x="connsiteX13292" y="connsiteY13292"/>
              </a:cxn>
              <a:cxn ang="0">
                <a:pos x="connsiteX13293" y="connsiteY13293"/>
              </a:cxn>
              <a:cxn ang="0">
                <a:pos x="connsiteX13294" y="connsiteY13294"/>
              </a:cxn>
              <a:cxn ang="0">
                <a:pos x="connsiteX13295" y="connsiteY13295"/>
              </a:cxn>
              <a:cxn ang="0">
                <a:pos x="connsiteX13296" y="connsiteY13296"/>
              </a:cxn>
              <a:cxn ang="0">
                <a:pos x="connsiteX13297" y="connsiteY13297"/>
              </a:cxn>
              <a:cxn ang="0">
                <a:pos x="connsiteX13298" y="connsiteY13298"/>
              </a:cxn>
              <a:cxn ang="0">
                <a:pos x="connsiteX13299" y="connsiteY13299"/>
              </a:cxn>
              <a:cxn ang="0">
                <a:pos x="connsiteX13300" y="connsiteY13300"/>
              </a:cxn>
              <a:cxn ang="0">
                <a:pos x="connsiteX13301" y="connsiteY13301"/>
              </a:cxn>
              <a:cxn ang="0">
                <a:pos x="connsiteX13302" y="connsiteY13302"/>
              </a:cxn>
              <a:cxn ang="0">
                <a:pos x="connsiteX13303" y="connsiteY13303"/>
              </a:cxn>
              <a:cxn ang="0">
                <a:pos x="connsiteX13304" y="connsiteY13304"/>
              </a:cxn>
              <a:cxn ang="0">
                <a:pos x="connsiteX13305" y="connsiteY13305"/>
              </a:cxn>
              <a:cxn ang="0">
                <a:pos x="connsiteX13306" y="connsiteY13306"/>
              </a:cxn>
              <a:cxn ang="0">
                <a:pos x="connsiteX13307" y="connsiteY13307"/>
              </a:cxn>
              <a:cxn ang="0">
                <a:pos x="connsiteX13308" y="connsiteY13308"/>
              </a:cxn>
              <a:cxn ang="0">
                <a:pos x="connsiteX13309" y="connsiteY13309"/>
              </a:cxn>
              <a:cxn ang="0">
                <a:pos x="connsiteX13310" y="connsiteY13310"/>
              </a:cxn>
              <a:cxn ang="0">
                <a:pos x="connsiteX13311" y="connsiteY13311"/>
              </a:cxn>
              <a:cxn ang="0">
                <a:pos x="connsiteX13312" y="connsiteY13312"/>
              </a:cxn>
              <a:cxn ang="0">
                <a:pos x="connsiteX13313" y="connsiteY13313"/>
              </a:cxn>
              <a:cxn ang="0">
                <a:pos x="connsiteX13314" y="connsiteY13314"/>
              </a:cxn>
              <a:cxn ang="0">
                <a:pos x="connsiteX13315" y="connsiteY13315"/>
              </a:cxn>
              <a:cxn ang="0">
                <a:pos x="connsiteX13316" y="connsiteY13316"/>
              </a:cxn>
              <a:cxn ang="0">
                <a:pos x="connsiteX13317" y="connsiteY13317"/>
              </a:cxn>
              <a:cxn ang="0">
                <a:pos x="connsiteX13318" y="connsiteY13318"/>
              </a:cxn>
              <a:cxn ang="0">
                <a:pos x="connsiteX13319" y="connsiteY13319"/>
              </a:cxn>
              <a:cxn ang="0">
                <a:pos x="connsiteX13320" y="connsiteY13320"/>
              </a:cxn>
              <a:cxn ang="0">
                <a:pos x="connsiteX13321" y="connsiteY13321"/>
              </a:cxn>
              <a:cxn ang="0">
                <a:pos x="connsiteX13322" y="connsiteY13322"/>
              </a:cxn>
              <a:cxn ang="0">
                <a:pos x="connsiteX13323" y="connsiteY13323"/>
              </a:cxn>
              <a:cxn ang="0">
                <a:pos x="connsiteX13324" y="connsiteY13324"/>
              </a:cxn>
              <a:cxn ang="0">
                <a:pos x="connsiteX13325" y="connsiteY13325"/>
              </a:cxn>
              <a:cxn ang="0">
                <a:pos x="connsiteX13326" y="connsiteY13326"/>
              </a:cxn>
              <a:cxn ang="0">
                <a:pos x="connsiteX13327" y="connsiteY13327"/>
              </a:cxn>
              <a:cxn ang="0">
                <a:pos x="connsiteX13328" y="connsiteY13328"/>
              </a:cxn>
              <a:cxn ang="0">
                <a:pos x="connsiteX13329" y="connsiteY13329"/>
              </a:cxn>
              <a:cxn ang="0">
                <a:pos x="connsiteX13330" y="connsiteY13330"/>
              </a:cxn>
              <a:cxn ang="0">
                <a:pos x="connsiteX13331" y="connsiteY13331"/>
              </a:cxn>
              <a:cxn ang="0">
                <a:pos x="connsiteX13332" y="connsiteY13332"/>
              </a:cxn>
              <a:cxn ang="0">
                <a:pos x="connsiteX13333" y="connsiteY13333"/>
              </a:cxn>
              <a:cxn ang="0">
                <a:pos x="connsiteX13334" y="connsiteY13334"/>
              </a:cxn>
              <a:cxn ang="0">
                <a:pos x="connsiteX13335" y="connsiteY13335"/>
              </a:cxn>
              <a:cxn ang="0">
                <a:pos x="connsiteX13336" y="connsiteY13336"/>
              </a:cxn>
              <a:cxn ang="0">
                <a:pos x="connsiteX13337" y="connsiteY13337"/>
              </a:cxn>
              <a:cxn ang="0">
                <a:pos x="connsiteX13338" y="connsiteY13338"/>
              </a:cxn>
              <a:cxn ang="0">
                <a:pos x="connsiteX13339" y="connsiteY13339"/>
              </a:cxn>
              <a:cxn ang="0">
                <a:pos x="connsiteX13340" y="connsiteY13340"/>
              </a:cxn>
              <a:cxn ang="0">
                <a:pos x="connsiteX13341" y="connsiteY13341"/>
              </a:cxn>
              <a:cxn ang="0">
                <a:pos x="connsiteX13342" y="connsiteY13342"/>
              </a:cxn>
              <a:cxn ang="0">
                <a:pos x="connsiteX13343" y="connsiteY13343"/>
              </a:cxn>
              <a:cxn ang="0">
                <a:pos x="connsiteX13344" y="connsiteY13344"/>
              </a:cxn>
              <a:cxn ang="0">
                <a:pos x="connsiteX13345" y="connsiteY13345"/>
              </a:cxn>
              <a:cxn ang="0">
                <a:pos x="connsiteX13346" y="connsiteY13346"/>
              </a:cxn>
              <a:cxn ang="0">
                <a:pos x="connsiteX13347" y="connsiteY13347"/>
              </a:cxn>
              <a:cxn ang="0">
                <a:pos x="connsiteX13348" y="connsiteY13348"/>
              </a:cxn>
              <a:cxn ang="0">
                <a:pos x="connsiteX13349" y="connsiteY13349"/>
              </a:cxn>
              <a:cxn ang="0">
                <a:pos x="connsiteX13350" y="connsiteY13350"/>
              </a:cxn>
              <a:cxn ang="0">
                <a:pos x="connsiteX13351" y="connsiteY13351"/>
              </a:cxn>
              <a:cxn ang="0">
                <a:pos x="connsiteX13352" y="connsiteY13352"/>
              </a:cxn>
              <a:cxn ang="0">
                <a:pos x="connsiteX13353" y="connsiteY13353"/>
              </a:cxn>
              <a:cxn ang="0">
                <a:pos x="connsiteX13354" y="connsiteY13354"/>
              </a:cxn>
              <a:cxn ang="0">
                <a:pos x="connsiteX13355" y="connsiteY13355"/>
              </a:cxn>
              <a:cxn ang="0">
                <a:pos x="connsiteX13356" y="connsiteY13356"/>
              </a:cxn>
              <a:cxn ang="0">
                <a:pos x="connsiteX13357" y="connsiteY13357"/>
              </a:cxn>
              <a:cxn ang="0">
                <a:pos x="connsiteX13358" y="connsiteY13358"/>
              </a:cxn>
              <a:cxn ang="0">
                <a:pos x="connsiteX13359" y="connsiteY13359"/>
              </a:cxn>
              <a:cxn ang="0">
                <a:pos x="connsiteX13360" y="connsiteY13360"/>
              </a:cxn>
              <a:cxn ang="0">
                <a:pos x="connsiteX13361" y="connsiteY13361"/>
              </a:cxn>
              <a:cxn ang="0">
                <a:pos x="connsiteX13362" y="connsiteY13362"/>
              </a:cxn>
              <a:cxn ang="0">
                <a:pos x="connsiteX13363" y="connsiteY13363"/>
              </a:cxn>
              <a:cxn ang="0">
                <a:pos x="connsiteX13364" y="connsiteY13364"/>
              </a:cxn>
              <a:cxn ang="0">
                <a:pos x="connsiteX13365" y="connsiteY13365"/>
              </a:cxn>
              <a:cxn ang="0">
                <a:pos x="connsiteX13366" y="connsiteY13366"/>
              </a:cxn>
              <a:cxn ang="0">
                <a:pos x="connsiteX13367" y="connsiteY13367"/>
              </a:cxn>
              <a:cxn ang="0">
                <a:pos x="connsiteX13368" y="connsiteY13368"/>
              </a:cxn>
              <a:cxn ang="0">
                <a:pos x="connsiteX13369" y="connsiteY13369"/>
              </a:cxn>
              <a:cxn ang="0">
                <a:pos x="connsiteX13370" y="connsiteY13370"/>
              </a:cxn>
              <a:cxn ang="0">
                <a:pos x="connsiteX13371" y="connsiteY13371"/>
              </a:cxn>
              <a:cxn ang="0">
                <a:pos x="connsiteX13372" y="connsiteY13372"/>
              </a:cxn>
              <a:cxn ang="0">
                <a:pos x="connsiteX13373" y="connsiteY13373"/>
              </a:cxn>
              <a:cxn ang="0">
                <a:pos x="connsiteX13374" y="connsiteY13374"/>
              </a:cxn>
              <a:cxn ang="0">
                <a:pos x="connsiteX13375" y="connsiteY13375"/>
              </a:cxn>
              <a:cxn ang="0">
                <a:pos x="connsiteX13376" y="connsiteY13376"/>
              </a:cxn>
              <a:cxn ang="0">
                <a:pos x="connsiteX13377" y="connsiteY13377"/>
              </a:cxn>
              <a:cxn ang="0">
                <a:pos x="connsiteX13378" y="connsiteY13378"/>
              </a:cxn>
              <a:cxn ang="0">
                <a:pos x="connsiteX13379" y="connsiteY13379"/>
              </a:cxn>
              <a:cxn ang="0">
                <a:pos x="connsiteX13380" y="connsiteY13380"/>
              </a:cxn>
              <a:cxn ang="0">
                <a:pos x="connsiteX13381" y="connsiteY13381"/>
              </a:cxn>
              <a:cxn ang="0">
                <a:pos x="connsiteX13382" y="connsiteY13382"/>
              </a:cxn>
              <a:cxn ang="0">
                <a:pos x="connsiteX13383" y="connsiteY13383"/>
              </a:cxn>
              <a:cxn ang="0">
                <a:pos x="connsiteX13384" y="connsiteY13384"/>
              </a:cxn>
              <a:cxn ang="0">
                <a:pos x="connsiteX13385" y="connsiteY13385"/>
              </a:cxn>
              <a:cxn ang="0">
                <a:pos x="connsiteX13386" y="connsiteY13386"/>
              </a:cxn>
              <a:cxn ang="0">
                <a:pos x="connsiteX13387" y="connsiteY13387"/>
              </a:cxn>
              <a:cxn ang="0">
                <a:pos x="connsiteX13388" y="connsiteY13388"/>
              </a:cxn>
              <a:cxn ang="0">
                <a:pos x="connsiteX13389" y="connsiteY13389"/>
              </a:cxn>
              <a:cxn ang="0">
                <a:pos x="connsiteX13390" y="connsiteY13390"/>
              </a:cxn>
              <a:cxn ang="0">
                <a:pos x="connsiteX13391" y="connsiteY13391"/>
              </a:cxn>
              <a:cxn ang="0">
                <a:pos x="connsiteX13392" y="connsiteY13392"/>
              </a:cxn>
              <a:cxn ang="0">
                <a:pos x="connsiteX13393" y="connsiteY13393"/>
              </a:cxn>
              <a:cxn ang="0">
                <a:pos x="connsiteX13394" y="connsiteY13394"/>
              </a:cxn>
              <a:cxn ang="0">
                <a:pos x="connsiteX13395" y="connsiteY13395"/>
              </a:cxn>
              <a:cxn ang="0">
                <a:pos x="connsiteX13396" y="connsiteY13396"/>
              </a:cxn>
              <a:cxn ang="0">
                <a:pos x="connsiteX13397" y="connsiteY13397"/>
              </a:cxn>
              <a:cxn ang="0">
                <a:pos x="connsiteX13398" y="connsiteY13398"/>
              </a:cxn>
              <a:cxn ang="0">
                <a:pos x="connsiteX13399" y="connsiteY13399"/>
              </a:cxn>
              <a:cxn ang="0">
                <a:pos x="connsiteX13400" y="connsiteY13400"/>
              </a:cxn>
              <a:cxn ang="0">
                <a:pos x="connsiteX13401" y="connsiteY13401"/>
              </a:cxn>
              <a:cxn ang="0">
                <a:pos x="connsiteX13402" y="connsiteY13402"/>
              </a:cxn>
              <a:cxn ang="0">
                <a:pos x="connsiteX13403" y="connsiteY13403"/>
              </a:cxn>
              <a:cxn ang="0">
                <a:pos x="connsiteX13404" y="connsiteY13404"/>
              </a:cxn>
              <a:cxn ang="0">
                <a:pos x="connsiteX13405" y="connsiteY13405"/>
              </a:cxn>
              <a:cxn ang="0">
                <a:pos x="connsiteX13406" y="connsiteY13406"/>
              </a:cxn>
              <a:cxn ang="0">
                <a:pos x="connsiteX13407" y="connsiteY13407"/>
              </a:cxn>
              <a:cxn ang="0">
                <a:pos x="connsiteX13408" y="connsiteY13408"/>
              </a:cxn>
              <a:cxn ang="0">
                <a:pos x="connsiteX13409" y="connsiteY13409"/>
              </a:cxn>
              <a:cxn ang="0">
                <a:pos x="connsiteX13410" y="connsiteY13410"/>
              </a:cxn>
              <a:cxn ang="0">
                <a:pos x="connsiteX13411" y="connsiteY13411"/>
              </a:cxn>
              <a:cxn ang="0">
                <a:pos x="connsiteX13412" y="connsiteY13412"/>
              </a:cxn>
              <a:cxn ang="0">
                <a:pos x="connsiteX13413" y="connsiteY13413"/>
              </a:cxn>
              <a:cxn ang="0">
                <a:pos x="connsiteX13414" y="connsiteY13414"/>
              </a:cxn>
              <a:cxn ang="0">
                <a:pos x="connsiteX13415" y="connsiteY13415"/>
              </a:cxn>
              <a:cxn ang="0">
                <a:pos x="connsiteX13416" y="connsiteY13416"/>
              </a:cxn>
              <a:cxn ang="0">
                <a:pos x="connsiteX13417" y="connsiteY13417"/>
              </a:cxn>
              <a:cxn ang="0">
                <a:pos x="connsiteX13418" y="connsiteY13418"/>
              </a:cxn>
              <a:cxn ang="0">
                <a:pos x="connsiteX13419" y="connsiteY13419"/>
              </a:cxn>
              <a:cxn ang="0">
                <a:pos x="connsiteX13420" y="connsiteY13420"/>
              </a:cxn>
              <a:cxn ang="0">
                <a:pos x="connsiteX13421" y="connsiteY13421"/>
              </a:cxn>
              <a:cxn ang="0">
                <a:pos x="connsiteX13422" y="connsiteY13422"/>
              </a:cxn>
              <a:cxn ang="0">
                <a:pos x="connsiteX13423" y="connsiteY13423"/>
              </a:cxn>
              <a:cxn ang="0">
                <a:pos x="connsiteX13424" y="connsiteY13424"/>
              </a:cxn>
              <a:cxn ang="0">
                <a:pos x="connsiteX13425" y="connsiteY13425"/>
              </a:cxn>
              <a:cxn ang="0">
                <a:pos x="connsiteX13426" y="connsiteY13426"/>
              </a:cxn>
              <a:cxn ang="0">
                <a:pos x="connsiteX13427" y="connsiteY13427"/>
              </a:cxn>
              <a:cxn ang="0">
                <a:pos x="connsiteX13428" y="connsiteY13428"/>
              </a:cxn>
              <a:cxn ang="0">
                <a:pos x="connsiteX13429" y="connsiteY13429"/>
              </a:cxn>
              <a:cxn ang="0">
                <a:pos x="connsiteX13430" y="connsiteY13430"/>
              </a:cxn>
              <a:cxn ang="0">
                <a:pos x="connsiteX13431" y="connsiteY13431"/>
              </a:cxn>
              <a:cxn ang="0">
                <a:pos x="connsiteX13432" y="connsiteY13432"/>
              </a:cxn>
              <a:cxn ang="0">
                <a:pos x="connsiteX13433" y="connsiteY13433"/>
              </a:cxn>
              <a:cxn ang="0">
                <a:pos x="connsiteX13434" y="connsiteY13434"/>
              </a:cxn>
              <a:cxn ang="0">
                <a:pos x="connsiteX13435" y="connsiteY13435"/>
              </a:cxn>
              <a:cxn ang="0">
                <a:pos x="connsiteX13436" y="connsiteY13436"/>
              </a:cxn>
              <a:cxn ang="0">
                <a:pos x="connsiteX13437" y="connsiteY13437"/>
              </a:cxn>
              <a:cxn ang="0">
                <a:pos x="connsiteX13438" y="connsiteY13438"/>
              </a:cxn>
              <a:cxn ang="0">
                <a:pos x="connsiteX13439" y="connsiteY13439"/>
              </a:cxn>
              <a:cxn ang="0">
                <a:pos x="connsiteX13440" y="connsiteY13440"/>
              </a:cxn>
              <a:cxn ang="0">
                <a:pos x="connsiteX13441" y="connsiteY13441"/>
              </a:cxn>
              <a:cxn ang="0">
                <a:pos x="connsiteX13442" y="connsiteY13442"/>
              </a:cxn>
              <a:cxn ang="0">
                <a:pos x="connsiteX13443" y="connsiteY13443"/>
              </a:cxn>
              <a:cxn ang="0">
                <a:pos x="connsiteX13444" y="connsiteY13444"/>
              </a:cxn>
              <a:cxn ang="0">
                <a:pos x="connsiteX13445" y="connsiteY13445"/>
              </a:cxn>
              <a:cxn ang="0">
                <a:pos x="connsiteX13446" y="connsiteY13446"/>
              </a:cxn>
              <a:cxn ang="0">
                <a:pos x="connsiteX13447" y="connsiteY13447"/>
              </a:cxn>
              <a:cxn ang="0">
                <a:pos x="connsiteX13448" y="connsiteY13448"/>
              </a:cxn>
              <a:cxn ang="0">
                <a:pos x="connsiteX13449" y="connsiteY13449"/>
              </a:cxn>
              <a:cxn ang="0">
                <a:pos x="connsiteX13450" y="connsiteY13450"/>
              </a:cxn>
              <a:cxn ang="0">
                <a:pos x="connsiteX13451" y="connsiteY13451"/>
              </a:cxn>
              <a:cxn ang="0">
                <a:pos x="connsiteX13452" y="connsiteY13452"/>
              </a:cxn>
              <a:cxn ang="0">
                <a:pos x="connsiteX13453" y="connsiteY13453"/>
              </a:cxn>
              <a:cxn ang="0">
                <a:pos x="connsiteX13454" y="connsiteY13454"/>
              </a:cxn>
              <a:cxn ang="0">
                <a:pos x="connsiteX13455" y="connsiteY13455"/>
              </a:cxn>
              <a:cxn ang="0">
                <a:pos x="connsiteX13456" y="connsiteY13456"/>
              </a:cxn>
              <a:cxn ang="0">
                <a:pos x="connsiteX13457" y="connsiteY13457"/>
              </a:cxn>
              <a:cxn ang="0">
                <a:pos x="connsiteX13458" y="connsiteY13458"/>
              </a:cxn>
              <a:cxn ang="0">
                <a:pos x="connsiteX13459" y="connsiteY13459"/>
              </a:cxn>
              <a:cxn ang="0">
                <a:pos x="connsiteX13460" y="connsiteY13460"/>
              </a:cxn>
              <a:cxn ang="0">
                <a:pos x="connsiteX13461" y="connsiteY13461"/>
              </a:cxn>
              <a:cxn ang="0">
                <a:pos x="connsiteX13462" y="connsiteY13462"/>
              </a:cxn>
              <a:cxn ang="0">
                <a:pos x="connsiteX13463" y="connsiteY13463"/>
              </a:cxn>
              <a:cxn ang="0">
                <a:pos x="connsiteX13464" y="connsiteY13464"/>
              </a:cxn>
              <a:cxn ang="0">
                <a:pos x="connsiteX13465" y="connsiteY13465"/>
              </a:cxn>
              <a:cxn ang="0">
                <a:pos x="connsiteX13466" y="connsiteY13466"/>
              </a:cxn>
              <a:cxn ang="0">
                <a:pos x="connsiteX13467" y="connsiteY13467"/>
              </a:cxn>
              <a:cxn ang="0">
                <a:pos x="connsiteX13468" y="connsiteY13468"/>
              </a:cxn>
              <a:cxn ang="0">
                <a:pos x="connsiteX13469" y="connsiteY13469"/>
              </a:cxn>
              <a:cxn ang="0">
                <a:pos x="connsiteX13470" y="connsiteY13470"/>
              </a:cxn>
              <a:cxn ang="0">
                <a:pos x="connsiteX13471" y="connsiteY13471"/>
              </a:cxn>
              <a:cxn ang="0">
                <a:pos x="connsiteX13472" y="connsiteY13472"/>
              </a:cxn>
              <a:cxn ang="0">
                <a:pos x="connsiteX13473" y="connsiteY13473"/>
              </a:cxn>
              <a:cxn ang="0">
                <a:pos x="connsiteX13474" y="connsiteY13474"/>
              </a:cxn>
              <a:cxn ang="0">
                <a:pos x="connsiteX13475" y="connsiteY13475"/>
              </a:cxn>
              <a:cxn ang="0">
                <a:pos x="connsiteX13476" y="connsiteY13476"/>
              </a:cxn>
              <a:cxn ang="0">
                <a:pos x="connsiteX13477" y="connsiteY13477"/>
              </a:cxn>
              <a:cxn ang="0">
                <a:pos x="connsiteX13478" y="connsiteY13478"/>
              </a:cxn>
              <a:cxn ang="0">
                <a:pos x="connsiteX13479" y="connsiteY13479"/>
              </a:cxn>
              <a:cxn ang="0">
                <a:pos x="connsiteX13480" y="connsiteY13480"/>
              </a:cxn>
              <a:cxn ang="0">
                <a:pos x="connsiteX13481" y="connsiteY13481"/>
              </a:cxn>
              <a:cxn ang="0">
                <a:pos x="connsiteX13482" y="connsiteY13482"/>
              </a:cxn>
              <a:cxn ang="0">
                <a:pos x="connsiteX13483" y="connsiteY13483"/>
              </a:cxn>
              <a:cxn ang="0">
                <a:pos x="connsiteX13484" y="connsiteY13484"/>
              </a:cxn>
              <a:cxn ang="0">
                <a:pos x="connsiteX13485" y="connsiteY13485"/>
              </a:cxn>
              <a:cxn ang="0">
                <a:pos x="connsiteX13486" y="connsiteY13486"/>
              </a:cxn>
              <a:cxn ang="0">
                <a:pos x="connsiteX13487" y="connsiteY13487"/>
              </a:cxn>
              <a:cxn ang="0">
                <a:pos x="connsiteX13488" y="connsiteY13488"/>
              </a:cxn>
              <a:cxn ang="0">
                <a:pos x="connsiteX13489" y="connsiteY13489"/>
              </a:cxn>
              <a:cxn ang="0">
                <a:pos x="connsiteX13490" y="connsiteY13490"/>
              </a:cxn>
              <a:cxn ang="0">
                <a:pos x="connsiteX13491" y="connsiteY13491"/>
              </a:cxn>
              <a:cxn ang="0">
                <a:pos x="connsiteX13492" y="connsiteY13492"/>
              </a:cxn>
              <a:cxn ang="0">
                <a:pos x="connsiteX13493" y="connsiteY13493"/>
              </a:cxn>
              <a:cxn ang="0">
                <a:pos x="connsiteX13494" y="connsiteY13494"/>
              </a:cxn>
              <a:cxn ang="0">
                <a:pos x="connsiteX13495" y="connsiteY13495"/>
              </a:cxn>
              <a:cxn ang="0">
                <a:pos x="connsiteX13496" y="connsiteY13496"/>
              </a:cxn>
              <a:cxn ang="0">
                <a:pos x="connsiteX13497" y="connsiteY13497"/>
              </a:cxn>
              <a:cxn ang="0">
                <a:pos x="connsiteX13498" y="connsiteY13498"/>
              </a:cxn>
              <a:cxn ang="0">
                <a:pos x="connsiteX13499" y="connsiteY13499"/>
              </a:cxn>
              <a:cxn ang="0">
                <a:pos x="connsiteX13500" y="connsiteY13500"/>
              </a:cxn>
              <a:cxn ang="0">
                <a:pos x="connsiteX13501" y="connsiteY13501"/>
              </a:cxn>
              <a:cxn ang="0">
                <a:pos x="connsiteX13502" y="connsiteY13502"/>
              </a:cxn>
              <a:cxn ang="0">
                <a:pos x="connsiteX13503" y="connsiteY13503"/>
              </a:cxn>
              <a:cxn ang="0">
                <a:pos x="connsiteX13504" y="connsiteY13504"/>
              </a:cxn>
              <a:cxn ang="0">
                <a:pos x="connsiteX13505" y="connsiteY13505"/>
              </a:cxn>
              <a:cxn ang="0">
                <a:pos x="connsiteX13506" y="connsiteY13506"/>
              </a:cxn>
              <a:cxn ang="0">
                <a:pos x="connsiteX13507" y="connsiteY13507"/>
              </a:cxn>
              <a:cxn ang="0">
                <a:pos x="connsiteX13508" y="connsiteY13508"/>
              </a:cxn>
              <a:cxn ang="0">
                <a:pos x="connsiteX13509" y="connsiteY13509"/>
              </a:cxn>
              <a:cxn ang="0">
                <a:pos x="connsiteX13510" y="connsiteY13510"/>
              </a:cxn>
              <a:cxn ang="0">
                <a:pos x="connsiteX13511" y="connsiteY13511"/>
              </a:cxn>
              <a:cxn ang="0">
                <a:pos x="connsiteX13512" y="connsiteY13512"/>
              </a:cxn>
              <a:cxn ang="0">
                <a:pos x="connsiteX13513" y="connsiteY13513"/>
              </a:cxn>
              <a:cxn ang="0">
                <a:pos x="connsiteX13514" y="connsiteY13514"/>
              </a:cxn>
              <a:cxn ang="0">
                <a:pos x="connsiteX13515" y="connsiteY13515"/>
              </a:cxn>
              <a:cxn ang="0">
                <a:pos x="connsiteX13516" y="connsiteY13516"/>
              </a:cxn>
              <a:cxn ang="0">
                <a:pos x="connsiteX13517" y="connsiteY13517"/>
              </a:cxn>
              <a:cxn ang="0">
                <a:pos x="connsiteX13518" y="connsiteY13518"/>
              </a:cxn>
              <a:cxn ang="0">
                <a:pos x="connsiteX13519" y="connsiteY13519"/>
              </a:cxn>
              <a:cxn ang="0">
                <a:pos x="connsiteX13520" y="connsiteY13520"/>
              </a:cxn>
              <a:cxn ang="0">
                <a:pos x="connsiteX13521" y="connsiteY13521"/>
              </a:cxn>
              <a:cxn ang="0">
                <a:pos x="connsiteX13522" y="connsiteY13522"/>
              </a:cxn>
              <a:cxn ang="0">
                <a:pos x="connsiteX13523" y="connsiteY13523"/>
              </a:cxn>
              <a:cxn ang="0">
                <a:pos x="connsiteX13524" y="connsiteY13524"/>
              </a:cxn>
              <a:cxn ang="0">
                <a:pos x="connsiteX13525" y="connsiteY13525"/>
              </a:cxn>
              <a:cxn ang="0">
                <a:pos x="connsiteX13526" y="connsiteY13526"/>
              </a:cxn>
              <a:cxn ang="0">
                <a:pos x="connsiteX13527" y="connsiteY13527"/>
              </a:cxn>
              <a:cxn ang="0">
                <a:pos x="connsiteX13528" y="connsiteY13528"/>
              </a:cxn>
              <a:cxn ang="0">
                <a:pos x="connsiteX13529" y="connsiteY13529"/>
              </a:cxn>
              <a:cxn ang="0">
                <a:pos x="connsiteX13530" y="connsiteY13530"/>
              </a:cxn>
              <a:cxn ang="0">
                <a:pos x="connsiteX13531" y="connsiteY13531"/>
              </a:cxn>
              <a:cxn ang="0">
                <a:pos x="connsiteX13532" y="connsiteY13532"/>
              </a:cxn>
              <a:cxn ang="0">
                <a:pos x="connsiteX13533" y="connsiteY13533"/>
              </a:cxn>
              <a:cxn ang="0">
                <a:pos x="connsiteX13534" y="connsiteY13534"/>
              </a:cxn>
              <a:cxn ang="0">
                <a:pos x="connsiteX13535" y="connsiteY13535"/>
              </a:cxn>
              <a:cxn ang="0">
                <a:pos x="connsiteX13536" y="connsiteY13536"/>
              </a:cxn>
              <a:cxn ang="0">
                <a:pos x="connsiteX13537" y="connsiteY13537"/>
              </a:cxn>
              <a:cxn ang="0">
                <a:pos x="connsiteX13538" y="connsiteY13538"/>
              </a:cxn>
              <a:cxn ang="0">
                <a:pos x="connsiteX13539" y="connsiteY13539"/>
              </a:cxn>
              <a:cxn ang="0">
                <a:pos x="connsiteX13540" y="connsiteY13540"/>
              </a:cxn>
              <a:cxn ang="0">
                <a:pos x="connsiteX13541" y="connsiteY13541"/>
              </a:cxn>
              <a:cxn ang="0">
                <a:pos x="connsiteX13542" y="connsiteY13542"/>
              </a:cxn>
              <a:cxn ang="0">
                <a:pos x="connsiteX13543" y="connsiteY13543"/>
              </a:cxn>
              <a:cxn ang="0">
                <a:pos x="connsiteX13544" y="connsiteY13544"/>
              </a:cxn>
              <a:cxn ang="0">
                <a:pos x="connsiteX13545" y="connsiteY13545"/>
              </a:cxn>
              <a:cxn ang="0">
                <a:pos x="connsiteX13546" y="connsiteY13546"/>
              </a:cxn>
              <a:cxn ang="0">
                <a:pos x="connsiteX13547" y="connsiteY13547"/>
              </a:cxn>
              <a:cxn ang="0">
                <a:pos x="connsiteX13548" y="connsiteY13548"/>
              </a:cxn>
              <a:cxn ang="0">
                <a:pos x="connsiteX13549" y="connsiteY13549"/>
              </a:cxn>
              <a:cxn ang="0">
                <a:pos x="connsiteX13550" y="connsiteY13550"/>
              </a:cxn>
              <a:cxn ang="0">
                <a:pos x="connsiteX13551" y="connsiteY13551"/>
              </a:cxn>
              <a:cxn ang="0">
                <a:pos x="connsiteX13552" y="connsiteY13552"/>
              </a:cxn>
              <a:cxn ang="0">
                <a:pos x="connsiteX13553" y="connsiteY13553"/>
              </a:cxn>
              <a:cxn ang="0">
                <a:pos x="connsiteX13554" y="connsiteY13554"/>
              </a:cxn>
              <a:cxn ang="0">
                <a:pos x="connsiteX13555" y="connsiteY13555"/>
              </a:cxn>
              <a:cxn ang="0">
                <a:pos x="connsiteX13556" y="connsiteY13556"/>
              </a:cxn>
              <a:cxn ang="0">
                <a:pos x="connsiteX13557" y="connsiteY13557"/>
              </a:cxn>
              <a:cxn ang="0">
                <a:pos x="connsiteX13558" y="connsiteY13558"/>
              </a:cxn>
              <a:cxn ang="0">
                <a:pos x="connsiteX13559" y="connsiteY13559"/>
              </a:cxn>
              <a:cxn ang="0">
                <a:pos x="connsiteX13560" y="connsiteY13560"/>
              </a:cxn>
              <a:cxn ang="0">
                <a:pos x="connsiteX13561" y="connsiteY13561"/>
              </a:cxn>
              <a:cxn ang="0">
                <a:pos x="connsiteX13562" y="connsiteY13562"/>
              </a:cxn>
              <a:cxn ang="0">
                <a:pos x="connsiteX13563" y="connsiteY13563"/>
              </a:cxn>
              <a:cxn ang="0">
                <a:pos x="connsiteX13564" y="connsiteY13564"/>
              </a:cxn>
              <a:cxn ang="0">
                <a:pos x="connsiteX13565" y="connsiteY13565"/>
              </a:cxn>
              <a:cxn ang="0">
                <a:pos x="connsiteX13566" y="connsiteY13566"/>
              </a:cxn>
              <a:cxn ang="0">
                <a:pos x="connsiteX13567" y="connsiteY13567"/>
              </a:cxn>
              <a:cxn ang="0">
                <a:pos x="connsiteX13568" y="connsiteY13568"/>
              </a:cxn>
              <a:cxn ang="0">
                <a:pos x="connsiteX13569" y="connsiteY13569"/>
              </a:cxn>
              <a:cxn ang="0">
                <a:pos x="connsiteX13570" y="connsiteY13570"/>
              </a:cxn>
              <a:cxn ang="0">
                <a:pos x="connsiteX13571" y="connsiteY13571"/>
              </a:cxn>
              <a:cxn ang="0">
                <a:pos x="connsiteX13572" y="connsiteY13572"/>
              </a:cxn>
              <a:cxn ang="0">
                <a:pos x="connsiteX13573" y="connsiteY13573"/>
              </a:cxn>
              <a:cxn ang="0">
                <a:pos x="connsiteX13574" y="connsiteY13574"/>
              </a:cxn>
              <a:cxn ang="0">
                <a:pos x="connsiteX13575" y="connsiteY13575"/>
              </a:cxn>
              <a:cxn ang="0">
                <a:pos x="connsiteX13576" y="connsiteY13576"/>
              </a:cxn>
              <a:cxn ang="0">
                <a:pos x="connsiteX13577" y="connsiteY13577"/>
              </a:cxn>
              <a:cxn ang="0">
                <a:pos x="connsiteX13578" y="connsiteY13578"/>
              </a:cxn>
              <a:cxn ang="0">
                <a:pos x="connsiteX13579" y="connsiteY13579"/>
              </a:cxn>
              <a:cxn ang="0">
                <a:pos x="connsiteX13580" y="connsiteY13580"/>
              </a:cxn>
              <a:cxn ang="0">
                <a:pos x="connsiteX13581" y="connsiteY13581"/>
              </a:cxn>
              <a:cxn ang="0">
                <a:pos x="connsiteX13582" y="connsiteY13582"/>
              </a:cxn>
              <a:cxn ang="0">
                <a:pos x="connsiteX13583" y="connsiteY13583"/>
              </a:cxn>
              <a:cxn ang="0">
                <a:pos x="connsiteX13584" y="connsiteY13584"/>
              </a:cxn>
              <a:cxn ang="0">
                <a:pos x="connsiteX13585" y="connsiteY13585"/>
              </a:cxn>
              <a:cxn ang="0">
                <a:pos x="connsiteX13586" y="connsiteY13586"/>
              </a:cxn>
              <a:cxn ang="0">
                <a:pos x="connsiteX13587" y="connsiteY13587"/>
              </a:cxn>
              <a:cxn ang="0">
                <a:pos x="connsiteX13588" y="connsiteY13588"/>
              </a:cxn>
              <a:cxn ang="0">
                <a:pos x="connsiteX13589" y="connsiteY13589"/>
              </a:cxn>
              <a:cxn ang="0">
                <a:pos x="connsiteX13590" y="connsiteY13590"/>
              </a:cxn>
              <a:cxn ang="0">
                <a:pos x="connsiteX13591" y="connsiteY13591"/>
              </a:cxn>
              <a:cxn ang="0">
                <a:pos x="connsiteX13592" y="connsiteY13592"/>
              </a:cxn>
              <a:cxn ang="0">
                <a:pos x="connsiteX13593" y="connsiteY13593"/>
              </a:cxn>
              <a:cxn ang="0">
                <a:pos x="connsiteX13594" y="connsiteY13594"/>
              </a:cxn>
              <a:cxn ang="0">
                <a:pos x="connsiteX13595" y="connsiteY13595"/>
              </a:cxn>
              <a:cxn ang="0">
                <a:pos x="connsiteX13596" y="connsiteY13596"/>
              </a:cxn>
              <a:cxn ang="0">
                <a:pos x="connsiteX13597" y="connsiteY13597"/>
              </a:cxn>
              <a:cxn ang="0">
                <a:pos x="connsiteX13598" y="connsiteY13598"/>
              </a:cxn>
              <a:cxn ang="0">
                <a:pos x="connsiteX13599" y="connsiteY13599"/>
              </a:cxn>
              <a:cxn ang="0">
                <a:pos x="connsiteX13600" y="connsiteY13600"/>
              </a:cxn>
              <a:cxn ang="0">
                <a:pos x="connsiteX13601" y="connsiteY13601"/>
              </a:cxn>
              <a:cxn ang="0">
                <a:pos x="connsiteX13602" y="connsiteY13602"/>
              </a:cxn>
              <a:cxn ang="0">
                <a:pos x="connsiteX13603" y="connsiteY13603"/>
              </a:cxn>
              <a:cxn ang="0">
                <a:pos x="connsiteX13604" y="connsiteY13604"/>
              </a:cxn>
              <a:cxn ang="0">
                <a:pos x="connsiteX13605" y="connsiteY13605"/>
              </a:cxn>
              <a:cxn ang="0">
                <a:pos x="connsiteX13606" y="connsiteY13606"/>
              </a:cxn>
              <a:cxn ang="0">
                <a:pos x="connsiteX13607" y="connsiteY13607"/>
              </a:cxn>
              <a:cxn ang="0">
                <a:pos x="connsiteX13608" y="connsiteY13608"/>
              </a:cxn>
              <a:cxn ang="0">
                <a:pos x="connsiteX13609" y="connsiteY13609"/>
              </a:cxn>
              <a:cxn ang="0">
                <a:pos x="connsiteX13610" y="connsiteY13610"/>
              </a:cxn>
              <a:cxn ang="0">
                <a:pos x="connsiteX13611" y="connsiteY13611"/>
              </a:cxn>
              <a:cxn ang="0">
                <a:pos x="connsiteX13612" y="connsiteY13612"/>
              </a:cxn>
              <a:cxn ang="0">
                <a:pos x="connsiteX13613" y="connsiteY13613"/>
              </a:cxn>
              <a:cxn ang="0">
                <a:pos x="connsiteX13614" y="connsiteY13614"/>
              </a:cxn>
              <a:cxn ang="0">
                <a:pos x="connsiteX13615" y="connsiteY13615"/>
              </a:cxn>
              <a:cxn ang="0">
                <a:pos x="connsiteX13616" y="connsiteY13616"/>
              </a:cxn>
              <a:cxn ang="0">
                <a:pos x="connsiteX13617" y="connsiteY13617"/>
              </a:cxn>
              <a:cxn ang="0">
                <a:pos x="connsiteX13618" y="connsiteY13618"/>
              </a:cxn>
              <a:cxn ang="0">
                <a:pos x="connsiteX13619" y="connsiteY13619"/>
              </a:cxn>
              <a:cxn ang="0">
                <a:pos x="connsiteX13620" y="connsiteY13620"/>
              </a:cxn>
              <a:cxn ang="0">
                <a:pos x="connsiteX13621" y="connsiteY13621"/>
              </a:cxn>
              <a:cxn ang="0">
                <a:pos x="connsiteX13622" y="connsiteY13622"/>
              </a:cxn>
              <a:cxn ang="0">
                <a:pos x="connsiteX13623" y="connsiteY13623"/>
              </a:cxn>
              <a:cxn ang="0">
                <a:pos x="connsiteX13624" y="connsiteY13624"/>
              </a:cxn>
              <a:cxn ang="0">
                <a:pos x="connsiteX13625" y="connsiteY13625"/>
              </a:cxn>
              <a:cxn ang="0">
                <a:pos x="connsiteX13626" y="connsiteY13626"/>
              </a:cxn>
              <a:cxn ang="0">
                <a:pos x="connsiteX13627" y="connsiteY13627"/>
              </a:cxn>
              <a:cxn ang="0">
                <a:pos x="connsiteX13628" y="connsiteY13628"/>
              </a:cxn>
              <a:cxn ang="0">
                <a:pos x="connsiteX13629" y="connsiteY13629"/>
              </a:cxn>
              <a:cxn ang="0">
                <a:pos x="connsiteX13630" y="connsiteY13630"/>
              </a:cxn>
              <a:cxn ang="0">
                <a:pos x="connsiteX13631" y="connsiteY13631"/>
              </a:cxn>
              <a:cxn ang="0">
                <a:pos x="connsiteX13632" y="connsiteY13632"/>
              </a:cxn>
              <a:cxn ang="0">
                <a:pos x="connsiteX13633" y="connsiteY13633"/>
              </a:cxn>
              <a:cxn ang="0">
                <a:pos x="connsiteX13634" y="connsiteY13634"/>
              </a:cxn>
              <a:cxn ang="0">
                <a:pos x="connsiteX13635" y="connsiteY13635"/>
              </a:cxn>
              <a:cxn ang="0">
                <a:pos x="connsiteX13636" y="connsiteY13636"/>
              </a:cxn>
              <a:cxn ang="0">
                <a:pos x="connsiteX13637" y="connsiteY13637"/>
              </a:cxn>
              <a:cxn ang="0">
                <a:pos x="connsiteX13638" y="connsiteY13638"/>
              </a:cxn>
              <a:cxn ang="0">
                <a:pos x="connsiteX13639" y="connsiteY13639"/>
              </a:cxn>
              <a:cxn ang="0">
                <a:pos x="connsiteX13640" y="connsiteY13640"/>
              </a:cxn>
              <a:cxn ang="0">
                <a:pos x="connsiteX13641" y="connsiteY13641"/>
              </a:cxn>
              <a:cxn ang="0">
                <a:pos x="connsiteX13642" y="connsiteY13642"/>
              </a:cxn>
              <a:cxn ang="0">
                <a:pos x="connsiteX13643" y="connsiteY13643"/>
              </a:cxn>
              <a:cxn ang="0">
                <a:pos x="connsiteX13644" y="connsiteY13644"/>
              </a:cxn>
              <a:cxn ang="0">
                <a:pos x="connsiteX13645" y="connsiteY13645"/>
              </a:cxn>
              <a:cxn ang="0">
                <a:pos x="connsiteX13646" y="connsiteY13646"/>
              </a:cxn>
              <a:cxn ang="0">
                <a:pos x="connsiteX13647" y="connsiteY13647"/>
              </a:cxn>
              <a:cxn ang="0">
                <a:pos x="connsiteX13648" y="connsiteY13648"/>
              </a:cxn>
              <a:cxn ang="0">
                <a:pos x="connsiteX13649" y="connsiteY13649"/>
              </a:cxn>
              <a:cxn ang="0">
                <a:pos x="connsiteX13650" y="connsiteY13650"/>
              </a:cxn>
              <a:cxn ang="0">
                <a:pos x="connsiteX13651" y="connsiteY13651"/>
              </a:cxn>
              <a:cxn ang="0">
                <a:pos x="connsiteX13652" y="connsiteY13652"/>
              </a:cxn>
              <a:cxn ang="0">
                <a:pos x="connsiteX13653" y="connsiteY13653"/>
              </a:cxn>
              <a:cxn ang="0">
                <a:pos x="connsiteX13654" y="connsiteY13654"/>
              </a:cxn>
              <a:cxn ang="0">
                <a:pos x="connsiteX13655" y="connsiteY13655"/>
              </a:cxn>
              <a:cxn ang="0">
                <a:pos x="connsiteX13656" y="connsiteY13656"/>
              </a:cxn>
              <a:cxn ang="0">
                <a:pos x="connsiteX13657" y="connsiteY13657"/>
              </a:cxn>
              <a:cxn ang="0">
                <a:pos x="connsiteX13658" y="connsiteY13658"/>
              </a:cxn>
              <a:cxn ang="0">
                <a:pos x="connsiteX13659" y="connsiteY13659"/>
              </a:cxn>
              <a:cxn ang="0">
                <a:pos x="connsiteX13660" y="connsiteY13660"/>
              </a:cxn>
              <a:cxn ang="0">
                <a:pos x="connsiteX13661" y="connsiteY13661"/>
              </a:cxn>
              <a:cxn ang="0">
                <a:pos x="connsiteX13662" y="connsiteY13662"/>
              </a:cxn>
              <a:cxn ang="0">
                <a:pos x="connsiteX13663" y="connsiteY13663"/>
              </a:cxn>
              <a:cxn ang="0">
                <a:pos x="connsiteX13664" y="connsiteY13664"/>
              </a:cxn>
              <a:cxn ang="0">
                <a:pos x="connsiteX13665" y="connsiteY13665"/>
              </a:cxn>
              <a:cxn ang="0">
                <a:pos x="connsiteX13666" y="connsiteY13666"/>
              </a:cxn>
              <a:cxn ang="0">
                <a:pos x="connsiteX13667" y="connsiteY13667"/>
              </a:cxn>
              <a:cxn ang="0">
                <a:pos x="connsiteX13668" y="connsiteY13668"/>
              </a:cxn>
              <a:cxn ang="0">
                <a:pos x="connsiteX13669" y="connsiteY13669"/>
              </a:cxn>
              <a:cxn ang="0">
                <a:pos x="connsiteX13670" y="connsiteY13670"/>
              </a:cxn>
              <a:cxn ang="0">
                <a:pos x="connsiteX13671" y="connsiteY13671"/>
              </a:cxn>
              <a:cxn ang="0">
                <a:pos x="connsiteX13672" y="connsiteY13672"/>
              </a:cxn>
              <a:cxn ang="0">
                <a:pos x="connsiteX13673" y="connsiteY13673"/>
              </a:cxn>
              <a:cxn ang="0">
                <a:pos x="connsiteX13674" y="connsiteY13674"/>
              </a:cxn>
              <a:cxn ang="0">
                <a:pos x="connsiteX13675" y="connsiteY13675"/>
              </a:cxn>
              <a:cxn ang="0">
                <a:pos x="connsiteX13676" y="connsiteY13676"/>
              </a:cxn>
              <a:cxn ang="0">
                <a:pos x="connsiteX13677" y="connsiteY13677"/>
              </a:cxn>
              <a:cxn ang="0">
                <a:pos x="connsiteX13678" y="connsiteY13678"/>
              </a:cxn>
              <a:cxn ang="0">
                <a:pos x="connsiteX13679" y="connsiteY13679"/>
              </a:cxn>
              <a:cxn ang="0">
                <a:pos x="connsiteX13680" y="connsiteY13680"/>
              </a:cxn>
              <a:cxn ang="0">
                <a:pos x="connsiteX13681" y="connsiteY13681"/>
              </a:cxn>
              <a:cxn ang="0">
                <a:pos x="connsiteX13682" y="connsiteY13682"/>
              </a:cxn>
              <a:cxn ang="0">
                <a:pos x="connsiteX13683" y="connsiteY13683"/>
              </a:cxn>
              <a:cxn ang="0">
                <a:pos x="connsiteX13684" y="connsiteY13684"/>
              </a:cxn>
              <a:cxn ang="0">
                <a:pos x="connsiteX13685" y="connsiteY13685"/>
              </a:cxn>
              <a:cxn ang="0">
                <a:pos x="connsiteX13686" y="connsiteY13686"/>
              </a:cxn>
              <a:cxn ang="0">
                <a:pos x="connsiteX13687" y="connsiteY13687"/>
              </a:cxn>
              <a:cxn ang="0">
                <a:pos x="connsiteX13688" y="connsiteY13688"/>
              </a:cxn>
              <a:cxn ang="0">
                <a:pos x="connsiteX13689" y="connsiteY13689"/>
              </a:cxn>
              <a:cxn ang="0">
                <a:pos x="connsiteX13690" y="connsiteY13690"/>
              </a:cxn>
              <a:cxn ang="0">
                <a:pos x="connsiteX13691" y="connsiteY13691"/>
              </a:cxn>
              <a:cxn ang="0">
                <a:pos x="connsiteX13692" y="connsiteY13692"/>
              </a:cxn>
              <a:cxn ang="0">
                <a:pos x="connsiteX13693" y="connsiteY13693"/>
              </a:cxn>
              <a:cxn ang="0">
                <a:pos x="connsiteX13694" y="connsiteY13694"/>
              </a:cxn>
              <a:cxn ang="0">
                <a:pos x="connsiteX13695" y="connsiteY13695"/>
              </a:cxn>
              <a:cxn ang="0">
                <a:pos x="connsiteX13696" y="connsiteY13696"/>
              </a:cxn>
              <a:cxn ang="0">
                <a:pos x="connsiteX13697" y="connsiteY13697"/>
              </a:cxn>
              <a:cxn ang="0">
                <a:pos x="connsiteX13698" y="connsiteY13698"/>
              </a:cxn>
              <a:cxn ang="0">
                <a:pos x="connsiteX13699" y="connsiteY13699"/>
              </a:cxn>
              <a:cxn ang="0">
                <a:pos x="connsiteX13700" y="connsiteY13700"/>
              </a:cxn>
              <a:cxn ang="0">
                <a:pos x="connsiteX13701" y="connsiteY13701"/>
              </a:cxn>
              <a:cxn ang="0">
                <a:pos x="connsiteX13702" y="connsiteY13702"/>
              </a:cxn>
              <a:cxn ang="0">
                <a:pos x="connsiteX13703" y="connsiteY13703"/>
              </a:cxn>
              <a:cxn ang="0">
                <a:pos x="connsiteX13704" y="connsiteY13704"/>
              </a:cxn>
              <a:cxn ang="0">
                <a:pos x="connsiteX13705" y="connsiteY13705"/>
              </a:cxn>
              <a:cxn ang="0">
                <a:pos x="connsiteX13706" y="connsiteY13706"/>
              </a:cxn>
              <a:cxn ang="0">
                <a:pos x="connsiteX13707" y="connsiteY13707"/>
              </a:cxn>
              <a:cxn ang="0">
                <a:pos x="connsiteX13708" y="connsiteY13708"/>
              </a:cxn>
              <a:cxn ang="0">
                <a:pos x="connsiteX13709" y="connsiteY13709"/>
              </a:cxn>
              <a:cxn ang="0">
                <a:pos x="connsiteX13710" y="connsiteY13710"/>
              </a:cxn>
              <a:cxn ang="0">
                <a:pos x="connsiteX13711" y="connsiteY13711"/>
              </a:cxn>
              <a:cxn ang="0">
                <a:pos x="connsiteX13712" y="connsiteY13712"/>
              </a:cxn>
              <a:cxn ang="0">
                <a:pos x="connsiteX13713" y="connsiteY13713"/>
              </a:cxn>
              <a:cxn ang="0">
                <a:pos x="connsiteX13714" y="connsiteY13714"/>
              </a:cxn>
              <a:cxn ang="0">
                <a:pos x="connsiteX13715" y="connsiteY13715"/>
              </a:cxn>
              <a:cxn ang="0">
                <a:pos x="connsiteX13716" y="connsiteY13716"/>
              </a:cxn>
              <a:cxn ang="0">
                <a:pos x="connsiteX13717" y="connsiteY13717"/>
              </a:cxn>
              <a:cxn ang="0">
                <a:pos x="connsiteX13718" y="connsiteY13718"/>
              </a:cxn>
              <a:cxn ang="0">
                <a:pos x="connsiteX13719" y="connsiteY13719"/>
              </a:cxn>
              <a:cxn ang="0">
                <a:pos x="connsiteX13720" y="connsiteY13720"/>
              </a:cxn>
              <a:cxn ang="0">
                <a:pos x="connsiteX13721" y="connsiteY13721"/>
              </a:cxn>
              <a:cxn ang="0">
                <a:pos x="connsiteX13722" y="connsiteY13722"/>
              </a:cxn>
              <a:cxn ang="0">
                <a:pos x="connsiteX13723" y="connsiteY13723"/>
              </a:cxn>
              <a:cxn ang="0">
                <a:pos x="connsiteX13724" y="connsiteY13724"/>
              </a:cxn>
              <a:cxn ang="0">
                <a:pos x="connsiteX13725" y="connsiteY13725"/>
              </a:cxn>
              <a:cxn ang="0">
                <a:pos x="connsiteX13726" y="connsiteY13726"/>
              </a:cxn>
              <a:cxn ang="0">
                <a:pos x="connsiteX13727" y="connsiteY13727"/>
              </a:cxn>
              <a:cxn ang="0">
                <a:pos x="connsiteX13728" y="connsiteY13728"/>
              </a:cxn>
              <a:cxn ang="0">
                <a:pos x="connsiteX13729" y="connsiteY13729"/>
              </a:cxn>
              <a:cxn ang="0">
                <a:pos x="connsiteX13730" y="connsiteY13730"/>
              </a:cxn>
              <a:cxn ang="0">
                <a:pos x="connsiteX13731" y="connsiteY13731"/>
              </a:cxn>
              <a:cxn ang="0">
                <a:pos x="connsiteX13732" y="connsiteY13732"/>
              </a:cxn>
              <a:cxn ang="0">
                <a:pos x="connsiteX13733" y="connsiteY13733"/>
              </a:cxn>
              <a:cxn ang="0">
                <a:pos x="connsiteX13734" y="connsiteY13734"/>
              </a:cxn>
              <a:cxn ang="0">
                <a:pos x="connsiteX13735" y="connsiteY13735"/>
              </a:cxn>
              <a:cxn ang="0">
                <a:pos x="connsiteX13736" y="connsiteY13736"/>
              </a:cxn>
              <a:cxn ang="0">
                <a:pos x="connsiteX13737" y="connsiteY13737"/>
              </a:cxn>
              <a:cxn ang="0">
                <a:pos x="connsiteX13738" y="connsiteY13738"/>
              </a:cxn>
              <a:cxn ang="0">
                <a:pos x="connsiteX13739" y="connsiteY13739"/>
              </a:cxn>
              <a:cxn ang="0">
                <a:pos x="connsiteX13740" y="connsiteY13740"/>
              </a:cxn>
              <a:cxn ang="0">
                <a:pos x="connsiteX13741" y="connsiteY13741"/>
              </a:cxn>
              <a:cxn ang="0">
                <a:pos x="connsiteX13742" y="connsiteY13742"/>
              </a:cxn>
              <a:cxn ang="0">
                <a:pos x="connsiteX13743" y="connsiteY13743"/>
              </a:cxn>
              <a:cxn ang="0">
                <a:pos x="connsiteX13744" y="connsiteY13744"/>
              </a:cxn>
              <a:cxn ang="0">
                <a:pos x="connsiteX13745" y="connsiteY13745"/>
              </a:cxn>
              <a:cxn ang="0">
                <a:pos x="connsiteX13746" y="connsiteY13746"/>
              </a:cxn>
              <a:cxn ang="0">
                <a:pos x="connsiteX13747" y="connsiteY13747"/>
              </a:cxn>
              <a:cxn ang="0">
                <a:pos x="connsiteX13748" y="connsiteY13748"/>
              </a:cxn>
              <a:cxn ang="0">
                <a:pos x="connsiteX13749" y="connsiteY13749"/>
              </a:cxn>
              <a:cxn ang="0">
                <a:pos x="connsiteX13750" y="connsiteY13750"/>
              </a:cxn>
              <a:cxn ang="0">
                <a:pos x="connsiteX13751" y="connsiteY13751"/>
              </a:cxn>
              <a:cxn ang="0">
                <a:pos x="connsiteX13752" y="connsiteY13752"/>
              </a:cxn>
              <a:cxn ang="0">
                <a:pos x="connsiteX13753" y="connsiteY13753"/>
              </a:cxn>
              <a:cxn ang="0">
                <a:pos x="connsiteX13754" y="connsiteY13754"/>
              </a:cxn>
              <a:cxn ang="0">
                <a:pos x="connsiteX13755" y="connsiteY13755"/>
              </a:cxn>
              <a:cxn ang="0">
                <a:pos x="connsiteX13756" y="connsiteY13756"/>
              </a:cxn>
              <a:cxn ang="0">
                <a:pos x="connsiteX13757" y="connsiteY13757"/>
              </a:cxn>
              <a:cxn ang="0">
                <a:pos x="connsiteX13758" y="connsiteY13758"/>
              </a:cxn>
              <a:cxn ang="0">
                <a:pos x="connsiteX13759" y="connsiteY13759"/>
              </a:cxn>
              <a:cxn ang="0">
                <a:pos x="connsiteX13760" y="connsiteY13760"/>
              </a:cxn>
              <a:cxn ang="0">
                <a:pos x="connsiteX13761" y="connsiteY13761"/>
              </a:cxn>
              <a:cxn ang="0">
                <a:pos x="connsiteX13762" y="connsiteY13762"/>
              </a:cxn>
              <a:cxn ang="0">
                <a:pos x="connsiteX13763" y="connsiteY13763"/>
              </a:cxn>
              <a:cxn ang="0">
                <a:pos x="connsiteX13764" y="connsiteY13764"/>
              </a:cxn>
              <a:cxn ang="0">
                <a:pos x="connsiteX13765" y="connsiteY13765"/>
              </a:cxn>
              <a:cxn ang="0">
                <a:pos x="connsiteX13766" y="connsiteY13766"/>
              </a:cxn>
              <a:cxn ang="0">
                <a:pos x="connsiteX13767" y="connsiteY13767"/>
              </a:cxn>
              <a:cxn ang="0">
                <a:pos x="connsiteX13768" y="connsiteY13768"/>
              </a:cxn>
              <a:cxn ang="0">
                <a:pos x="connsiteX13769" y="connsiteY13769"/>
              </a:cxn>
              <a:cxn ang="0">
                <a:pos x="connsiteX13770" y="connsiteY13770"/>
              </a:cxn>
              <a:cxn ang="0">
                <a:pos x="connsiteX13771" y="connsiteY13771"/>
              </a:cxn>
              <a:cxn ang="0">
                <a:pos x="connsiteX13772" y="connsiteY13772"/>
              </a:cxn>
              <a:cxn ang="0">
                <a:pos x="connsiteX13773" y="connsiteY13773"/>
              </a:cxn>
              <a:cxn ang="0">
                <a:pos x="connsiteX13774" y="connsiteY13774"/>
              </a:cxn>
              <a:cxn ang="0">
                <a:pos x="connsiteX13775" y="connsiteY13775"/>
              </a:cxn>
              <a:cxn ang="0">
                <a:pos x="connsiteX13776" y="connsiteY13776"/>
              </a:cxn>
              <a:cxn ang="0">
                <a:pos x="connsiteX13777" y="connsiteY13777"/>
              </a:cxn>
              <a:cxn ang="0">
                <a:pos x="connsiteX13778" y="connsiteY13778"/>
              </a:cxn>
              <a:cxn ang="0">
                <a:pos x="connsiteX13779" y="connsiteY13779"/>
              </a:cxn>
              <a:cxn ang="0">
                <a:pos x="connsiteX13780" y="connsiteY13780"/>
              </a:cxn>
              <a:cxn ang="0">
                <a:pos x="connsiteX13781" y="connsiteY13781"/>
              </a:cxn>
              <a:cxn ang="0">
                <a:pos x="connsiteX13782" y="connsiteY13782"/>
              </a:cxn>
              <a:cxn ang="0">
                <a:pos x="connsiteX13783" y="connsiteY13783"/>
              </a:cxn>
              <a:cxn ang="0">
                <a:pos x="connsiteX13784" y="connsiteY13784"/>
              </a:cxn>
              <a:cxn ang="0">
                <a:pos x="connsiteX13785" y="connsiteY13785"/>
              </a:cxn>
              <a:cxn ang="0">
                <a:pos x="connsiteX13786" y="connsiteY13786"/>
              </a:cxn>
              <a:cxn ang="0">
                <a:pos x="connsiteX13787" y="connsiteY13787"/>
              </a:cxn>
              <a:cxn ang="0">
                <a:pos x="connsiteX13788" y="connsiteY13788"/>
              </a:cxn>
              <a:cxn ang="0">
                <a:pos x="connsiteX13789" y="connsiteY13789"/>
              </a:cxn>
              <a:cxn ang="0">
                <a:pos x="connsiteX13790" y="connsiteY13790"/>
              </a:cxn>
              <a:cxn ang="0">
                <a:pos x="connsiteX13791" y="connsiteY13791"/>
              </a:cxn>
              <a:cxn ang="0">
                <a:pos x="connsiteX13792" y="connsiteY13792"/>
              </a:cxn>
              <a:cxn ang="0">
                <a:pos x="connsiteX13793" y="connsiteY13793"/>
              </a:cxn>
              <a:cxn ang="0">
                <a:pos x="connsiteX13794" y="connsiteY13794"/>
              </a:cxn>
              <a:cxn ang="0">
                <a:pos x="connsiteX13795" y="connsiteY13795"/>
              </a:cxn>
              <a:cxn ang="0">
                <a:pos x="connsiteX13796" y="connsiteY13796"/>
              </a:cxn>
              <a:cxn ang="0">
                <a:pos x="connsiteX13797" y="connsiteY13797"/>
              </a:cxn>
              <a:cxn ang="0">
                <a:pos x="connsiteX13798" y="connsiteY13798"/>
              </a:cxn>
              <a:cxn ang="0">
                <a:pos x="connsiteX13799" y="connsiteY13799"/>
              </a:cxn>
              <a:cxn ang="0">
                <a:pos x="connsiteX13800" y="connsiteY13800"/>
              </a:cxn>
              <a:cxn ang="0">
                <a:pos x="connsiteX13801" y="connsiteY13801"/>
              </a:cxn>
              <a:cxn ang="0">
                <a:pos x="connsiteX13802" y="connsiteY13802"/>
              </a:cxn>
              <a:cxn ang="0">
                <a:pos x="connsiteX13803" y="connsiteY13803"/>
              </a:cxn>
              <a:cxn ang="0">
                <a:pos x="connsiteX13804" y="connsiteY13804"/>
              </a:cxn>
              <a:cxn ang="0">
                <a:pos x="connsiteX13805" y="connsiteY13805"/>
              </a:cxn>
              <a:cxn ang="0">
                <a:pos x="connsiteX13806" y="connsiteY13806"/>
              </a:cxn>
              <a:cxn ang="0">
                <a:pos x="connsiteX13807" y="connsiteY13807"/>
              </a:cxn>
              <a:cxn ang="0">
                <a:pos x="connsiteX13808" y="connsiteY13808"/>
              </a:cxn>
              <a:cxn ang="0">
                <a:pos x="connsiteX13809" y="connsiteY13809"/>
              </a:cxn>
              <a:cxn ang="0">
                <a:pos x="connsiteX13810" y="connsiteY13810"/>
              </a:cxn>
              <a:cxn ang="0">
                <a:pos x="connsiteX13811" y="connsiteY13811"/>
              </a:cxn>
              <a:cxn ang="0">
                <a:pos x="connsiteX13812" y="connsiteY13812"/>
              </a:cxn>
              <a:cxn ang="0">
                <a:pos x="connsiteX13813" y="connsiteY13813"/>
              </a:cxn>
              <a:cxn ang="0">
                <a:pos x="connsiteX13814" y="connsiteY13814"/>
              </a:cxn>
              <a:cxn ang="0">
                <a:pos x="connsiteX13815" y="connsiteY13815"/>
              </a:cxn>
              <a:cxn ang="0">
                <a:pos x="connsiteX13816" y="connsiteY13816"/>
              </a:cxn>
              <a:cxn ang="0">
                <a:pos x="connsiteX13817" y="connsiteY13817"/>
              </a:cxn>
              <a:cxn ang="0">
                <a:pos x="connsiteX13818" y="connsiteY13818"/>
              </a:cxn>
              <a:cxn ang="0">
                <a:pos x="connsiteX13819" y="connsiteY13819"/>
              </a:cxn>
              <a:cxn ang="0">
                <a:pos x="connsiteX13820" y="connsiteY13820"/>
              </a:cxn>
              <a:cxn ang="0">
                <a:pos x="connsiteX13821" y="connsiteY13821"/>
              </a:cxn>
              <a:cxn ang="0">
                <a:pos x="connsiteX13822" y="connsiteY13822"/>
              </a:cxn>
              <a:cxn ang="0">
                <a:pos x="connsiteX13823" y="connsiteY13823"/>
              </a:cxn>
              <a:cxn ang="0">
                <a:pos x="connsiteX13824" y="connsiteY13824"/>
              </a:cxn>
              <a:cxn ang="0">
                <a:pos x="connsiteX13825" y="connsiteY13825"/>
              </a:cxn>
              <a:cxn ang="0">
                <a:pos x="connsiteX13826" y="connsiteY13826"/>
              </a:cxn>
              <a:cxn ang="0">
                <a:pos x="connsiteX13827" y="connsiteY13827"/>
              </a:cxn>
              <a:cxn ang="0">
                <a:pos x="connsiteX13828" y="connsiteY13828"/>
              </a:cxn>
              <a:cxn ang="0">
                <a:pos x="connsiteX13829" y="connsiteY13829"/>
              </a:cxn>
              <a:cxn ang="0">
                <a:pos x="connsiteX13830" y="connsiteY13830"/>
              </a:cxn>
              <a:cxn ang="0">
                <a:pos x="connsiteX13831" y="connsiteY13831"/>
              </a:cxn>
              <a:cxn ang="0">
                <a:pos x="connsiteX13832" y="connsiteY13832"/>
              </a:cxn>
              <a:cxn ang="0">
                <a:pos x="connsiteX13833" y="connsiteY13833"/>
              </a:cxn>
              <a:cxn ang="0">
                <a:pos x="connsiteX13834" y="connsiteY13834"/>
              </a:cxn>
              <a:cxn ang="0">
                <a:pos x="connsiteX13835" y="connsiteY13835"/>
              </a:cxn>
              <a:cxn ang="0">
                <a:pos x="connsiteX13836" y="connsiteY13836"/>
              </a:cxn>
              <a:cxn ang="0">
                <a:pos x="connsiteX13837" y="connsiteY13837"/>
              </a:cxn>
              <a:cxn ang="0">
                <a:pos x="connsiteX13838" y="connsiteY13838"/>
              </a:cxn>
              <a:cxn ang="0">
                <a:pos x="connsiteX13839" y="connsiteY13839"/>
              </a:cxn>
              <a:cxn ang="0">
                <a:pos x="connsiteX13840" y="connsiteY13840"/>
              </a:cxn>
              <a:cxn ang="0">
                <a:pos x="connsiteX13841" y="connsiteY13841"/>
              </a:cxn>
              <a:cxn ang="0">
                <a:pos x="connsiteX13842" y="connsiteY13842"/>
              </a:cxn>
              <a:cxn ang="0">
                <a:pos x="connsiteX13843" y="connsiteY13843"/>
              </a:cxn>
              <a:cxn ang="0">
                <a:pos x="connsiteX13844" y="connsiteY13844"/>
              </a:cxn>
              <a:cxn ang="0">
                <a:pos x="connsiteX13845" y="connsiteY13845"/>
              </a:cxn>
              <a:cxn ang="0">
                <a:pos x="connsiteX13846" y="connsiteY13846"/>
              </a:cxn>
              <a:cxn ang="0">
                <a:pos x="connsiteX13847" y="connsiteY13847"/>
              </a:cxn>
              <a:cxn ang="0">
                <a:pos x="connsiteX13848" y="connsiteY13848"/>
              </a:cxn>
              <a:cxn ang="0">
                <a:pos x="connsiteX13849" y="connsiteY13849"/>
              </a:cxn>
              <a:cxn ang="0">
                <a:pos x="connsiteX13850" y="connsiteY13850"/>
              </a:cxn>
              <a:cxn ang="0">
                <a:pos x="connsiteX13851" y="connsiteY13851"/>
              </a:cxn>
              <a:cxn ang="0">
                <a:pos x="connsiteX13852" y="connsiteY13852"/>
              </a:cxn>
              <a:cxn ang="0">
                <a:pos x="connsiteX13853" y="connsiteY13853"/>
              </a:cxn>
              <a:cxn ang="0">
                <a:pos x="connsiteX13854" y="connsiteY13854"/>
              </a:cxn>
              <a:cxn ang="0">
                <a:pos x="connsiteX13855" y="connsiteY13855"/>
              </a:cxn>
              <a:cxn ang="0">
                <a:pos x="connsiteX13856" y="connsiteY13856"/>
              </a:cxn>
              <a:cxn ang="0">
                <a:pos x="connsiteX13857" y="connsiteY13857"/>
              </a:cxn>
              <a:cxn ang="0">
                <a:pos x="connsiteX13858" y="connsiteY13858"/>
              </a:cxn>
              <a:cxn ang="0">
                <a:pos x="connsiteX13859" y="connsiteY13859"/>
              </a:cxn>
              <a:cxn ang="0">
                <a:pos x="connsiteX13860" y="connsiteY13860"/>
              </a:cxn>
              <a:cxn ang="0">
                <a:pos x="connsiteX13861" y="connsiteY13861"/>
              </a:cxn>
              <a:cxn ang="0">
                <a:pos x="connsiteX13862" y="connsiteY13862"/>
              </a:cxn>
              <a:cxn ang="0">
                <a:pos x="connsiteX13863" y="connsiteY13863"/>
              </a:cxn>
              <a:cxn ang="0">
                <a:pos x="connsiteX13864" y="connsiteY13864"/>
              </a:cxn>
              <a:cxn ang="0">
                <a:pos x="connsiteX13865" y="connsiteY13865"/>
              </a:cxn>
              <a:cxn ang="0">
                <a:pos x="connsiteX13866" y="connsiteY13866"/>
              </a:cxn>
              <a:cxn ang="0">
                <a:pos x="connsiteX13867" y="connsiteY13867"/>
              </a:cxn>
              <a:cxn ang="0">
                <a:pos x="connsiteX13868" y="connsiteY13868"/>
              </a:cxn>
              <a:cxn ang="0">
                <a:pos x="connsiteX13869" y="connsiteY13869"/>
              </a:cxn>
              <a:cxn ang="0">
                <a:pos x="connsiteX13870" y="connsiteY13870"/>
              </a:cxn>
              <a:cxn ang="0">
                <a:pos x="connsiteX13871" y="connsiteY13871"/>
              </a:cxn>
              <a:cxn ang="0">
                <a:pos x="connsiteX13872" y="connsiteY13872"/>
              </a:cxn>
              <a:cxn ang="0">
                <a:pos x="connsiteX13873" y="connsiteY13873"/>
              </a:cxn>
              <a:cxn ang="0">
                <a:pos x="connsiteX13874" y="connsiteY13874"/>
              </a:cxn>
              <a:cxn ang="0">
                <a:pos x="connsiteX13875" y="connsiteY13875"/>
              </a:cxn>
              <a:cxn ang="0">
                <a:pos x="connsiteX13876" y="connsiteY13876"/>
              </a:cxn>
              <a:cxn ang="0">
                <a:pos x="connsiteX13877" y="connsiteY13877"/>
              </a:cxn>
              <a:cxn ang="0">
                <a:pos x="connsiteX13878" y="connsiteY13878"/>
              </a:cxn>
              <a:cxn ang="0">
                <a:pos x="connsiteX13879" y="connsiteY13879"/>
              </a:cxn>
              <a:cxn ang="0">
                <a:pos x="connsiteX13880" y="connsiteY13880"/>
              </a:cxn>
              <a:cxn ang="0">
                <a:pos x="connsiteX13881" y="connsiteY13881"/>
              </a:cxn>
              <a:cxn ang="0">
                <a:pos x="connsiteX13882" y="connsiteY13882"/>
              </a:cxn>
              <a:cxn ang="0">
                <a:pos x="connsiteX13883" y="connsiteY13883"/>
              </a:cxn>
              <a:cxn ang="0">
                <a:pos x="connsiteX13884" y="connsiteY13884"/>
              </a:cxn>
              <a:cxn ang="0">
                <a:pos x="connsiteX13885" y="connsiteY13885"/>
              </a:cxn>
              <a:cxn ang="0">
                <a:pos x="connsiteX13886" y="connsiteY13886"/>
              </a:cxn>
              <a:cxn ang="0">
                <a:pos x="connsiteX13887" y="connsiteY13887"/>
              </a:cxn>
              <a:cxn ang="0">
                <a:pos x="connsiteX13888" y="connsiteY13888"/>
              </a:cxn>
              <a:cxn ang="0">
                <a:pos x="connsiteX13889" y="connsiteY13889"/>
              </a:cxn>
              <a:cxn ang="0">
                <a:pos x="connsiteX13890" y="connsiteY13890"/>
              </a:cxn>
              <a:cxn ang="0">
                <a:pos x="connsiteX13891" y="connsiteY13891"/>
              </a:cxn>
              <a:cxn ang="0">
                <a:pos x="connsiteX13892" y="connsiteY13892"/>
              </a:cxn>
              <a:cxn ang="0">
                <a:pos x="connsiteX13893" y="connsiteY13893"/>
              </a:cxn>
              <a:cxn ang="0">
                <a:pos x="connsiteX13894" y="connsiteY13894"/>
              </a:cxn>
              <a:cxn ang="0">
                <a:pos x="connsiteX13895" y="connsiteY13895"/>
              </a:cxn>
              <a:cxn ang="0">
                <a:pos x="connsiteX13896" y="connsiteY13896"/>
              </a:cxn>
              <a:cxn ang="0">
                <a:pos x="connsiteX13897" y="connsiteY13897"/>
              </a:cxn>
              <a:cxn ang="0">
                <a:pos x="connsiteX13898" y="connsiteY13898"/>
              </a:cxn>
              <a:cxn ang="0">
                <a:pos x="connsiteX13899" y="connsiteY13899"/>
              </a:cxn>
              <a:cxn ang="0">
                <a:pos x="connsiteX13900" y="connsiteY13900"/>
              </a:cxn>
              <a:cxn ang="0">
                <a:pos x="connsiteX13901" y="connsiteY13901"/>
              </a:cxn>
              <a:cxn ang="0">
                <a:pos x="connsiteX13902" y="connsiteY13902"/>
              </a:cxn>
              <a:cxn ang="0">
                <a:pos x="connsiteX13903" y="connsiteY13903"/>
              </a:cxn>
              <a:cxn ang="0">
                <a:pos x="connsiteX13904" y="connsiteY13904"/>
              </a:cxn>
              <a:cxn ang="0">
                <a:pos x="connsiteX13905" y="connsiteY13905"/>
              </a:cxn>
              <a:cxn ang="0">
                <a:pos x="connsiteX13906" y="connsiteY13906"/>
              </a:cxn>
              <a:cxn ang="0">
                <a:pos x="connsiteX13907" y="connsiteY13907"/>
              </a:cxn>
              <a:cxn ang="0">
                <a:pos x="connsiteX13908" y="connsiteY13908"/>
              </a:cxn>
              <a:cxn ang="0">
                <a:pos x="connsiteX13909" y="connsiteY13909"/>
              </a:cxn>
              <a:cxn ang="0">
                <a:pos x="connsiteX13910" y="connsiteY13910"/>
              </a:cxn>
              <a:cxn ang="0">
                <a:pos x="connsiteX13911" y="connsiteY13911"/>
              </a:cxn>
              <a:cxn ang="0">
                <a:pos x="connsiteX13912" y="connsiteY13912"/>
              </a:cxn>
              <a:cxn ang="0">
                <a:pos x="connsiteX13913" y="connsiteY13913"/>
              </a:cxn>
              <a:cxn ang="0">
                <a:pos x="connsiteX13914" y="connsiteY13914"/>
              </a:cxn>
              <a:cxn ang="0">
                <a:pos x="connsiteX13915" y="connsiteY13915"/>
              </a:cxn>
              <a:cxn ang="0">
                <a:pos x="connsiteX13916" y="connsiteY13916"/>
              </a:cxn>
              <a:cxn ang="0">
                <a:pos x="connsiteX13917" y="connsiteY13917"/>
              </a:cxn>
              <a:cxn ang="0">
                <a:pos x="connsiteX13918" y="connsiteY13918"/>
              </a:cxn>
              <a:cxn ang="0">
                <a:pos x="connsiteX13919" y="connsiteY13919"/>
              </a:cxn>
              <a:cxn ang="0">
                <a:pos x="connsiteX13920" y="connsiteY13920"/>
              </a:cxn>
              <a:cxn ang="0">
                <a:pos x="connsiteX13921" y="connsiteY13921"/>
              </a:cxn>
              <a:cxn ang="0">
                <a:pos x="connsiteX13922" y="connsiteY13922"/>
              </a:cxn>
              <a:cxn ang="0">
                <a:pos x="connsiteX13923" y="connsiteY13923"/>
              </a:cxn>
              <a:cxn ang="0">
                <a:pos x="connsiteX13924" y="connsiteY13924"/>
              </a:cxn>
              <a:cxn ang="0">
                <a:pos x="connsiteX13925" y="connsiteY13925"/>
              </a:cxn>
              <a:cxn ang="0">
                <a:pos x="connsiteX13926" y="connsiteY13926"/>
              </a:cxn>
              <a:cxn ang="0">
                <a:pos x="connsiteX13927" y="connsiteY13927"/>
              </a:cxn>
              <a:cxn ang="0">
                <a:pos x="connsiteX13928" y="connsiteY13928"/>
              </a:cxn>
              <a:cxn ang="0">
                <a:pos x="connsiteX13929" y="connsiteY13929"/>
              </a:cxn>
              <a:cxn ang="0">
                <a:pos x="connsiteX13930" y="connsiteY13930"/>
              </a:cxn>
              <a:cxn ang="0">
                <a:pos x="connsiteX13931" y="connsiteY13931"/>
              </a:cxn>
              <a:cxn ang="0">
                <a:pos x="connsiteX13932" y="connsiteY13932"/>
              </a:cxn>
              <a:cxn ang="0">
                <a:pos x="connsiteX13933" y="connsiteY13933"/>
              </a:cxn>
              <a:cxn ang="0">
                <a:pos x="connsiteX13934" y="connsiteY13934"/>
              </a:cxn>
              <a:cxn ang="0">
                <a:pos x="connsiteX13935" y="connsiteY13935"/>
              </a:cxn>
              <a:cxn ang="0">
                <a:pos x="connsiteX13936" y="connsiteY13936"/>
              </a:cxn>
              <a:cxn ang="0">
                <a:pos x="connsiteX13937" y="connsiteY13937"/>
              </a:cxn>
              <a:cxn ang="0">
                <a:pos x="connsiteX13938" y="connsiteY13938"/>
              </a:cxn>
              <a:cxn ang="0">
                <a:pos x="connsiteX13939" y="connsiteY13939"/>
              </a:cxn>
              <a:cxn ang="0">
                <a:pos x="connsiteX13940" y="connsiteY13940"/>
              </a:cxn>
              <a:cxn ang="0">
                <a:pos x="connsiteX13941" y="connsiteY13941"/>
              </a:cxn>
              <a:cxn ang="0">
                <a:pos x="connsiteX13942" y="connsiteY13942"/>
              </a:cxn>
              <a:cxn ang="0">
                <a:pos x="connsiteX13943" y="connsiteY13943"/>
              </a:cxn>
              <a:cxn ang="0">
                <a:pos x="connsiteX13944" y="connsiteY13944"/>
              </a:cxn>
              <a:cxn ang="0">
                <a:pos x="connsiteX13945" y="connsiteY13945"/>
              </a:cxn>
              <a:cxn ang="0">
                <a:pos x="connsiteX13946" y="connsiteY13946"/>
              </a:cxn>
              <a:cxn ang="0">
                <a:pos x="connsiteX13947" y="connsiteY13947"/>
              </a:cxn>
              <a:cxn ang="0">
                <a:pos x="connsiteX13948" y="connsiteY13948"/>
              </a:cxn>
              <a:cxn ang="0">
                <a:pos x="connsiteX13949" y="connsiteY13949"/>
              </a:cxn>
              <a:cxn ang="0">
                <a:pos x="connsiteX13950" y="connsiteY13950"/>
              </a:cxn>
              <a:cxn ang="0">
                <a:pos x="connsiteX13951" y="connsiteY13951"/>
              </a:cxn>
              <a:cxn ang="0">
                <a:pos x="connsiteX13952" y="connsiteY13952"/>
              </a:cxn>
              <a:cxn ang="0">
                <a:pos x="connsiteX13953" y="connsiteY13953"/>
              </a:cxn>
              <a:cxn ang="0">
                <a:pos x="connsiteX13954" y="connsiteY13954"/>
              </a:cxn>
              <a:cxn ang="0">
                <a:pos x="connsiteX13955" y="connsiteY13955"/>
              </a:cxn>
              <a:cxn ang="0">
                <a:pos x="connsiteX13956" y="connsiteY13956"/>
              </a:cxn>
              <a:cxn ang="0">
                <a:pos x="connsiteX13957" y="connsiteY13957"/>
              </a:cxn>
              <a:cxn ang="0">
                <a:pos x="connsiteX13958" y="connsiteY13958"/>
              </a:cxn>
              <a:cxn ang="0">
                <a:pos x="connsiteX13959" y="connsiteY13959"/>
              </a:cxn>
              <a:cxn ang="0">
                <a:pos x="connsiteX13960" y="connsiteY13960"/>
              </a:cxn>
              <a:cxn ang="0">
                <a:pos x="connsiteX13961" y="connsiteY13961"/>
              </a:cxn>
              <a:cxn ang="0">
                <a:pos x="connsiteX13962" y="connsiteY13962"/>
              </a:cxn>
              <a:cxn ang="0">
                <a:pos x="connsiteX13963" y="connsiteY13963"/>
              </a:cxn>
              <a:cxn ang="0">
                <a:pos x="connsiteX13964" y="connsiteY13964"/>
              </a:cxn>
              <a:cxn ang="0">
                <a:pos x="connsiteX13965" y="connsiteY13965"/>
              </a:cxn>
              <a:cxn ang="0">
                <a:pos x="connsiteX13966" y="connsiteY13966"/>
              </a:cxn>
              <a:cxn ang="0">
                <a:pos x="connsiteX13967" y="connsiteY13967"/>
              </a:cxn>
              <a:cxn ang="0">
                <a:pos x="connsiteX13968" y="connsiteY13968"/>
              </a:cxn>
              <a:cxn ang="0">
                <a:pos x="connsiteX13969" y="connsiteY13969"/>
              </a:cxn>
              <a:cxn ang="0">
                <a:pos x="connsiteX13970" y="connsiteY13970"/>
              </a:cxn>
              <a:cxn ang="0">
                <a:pos x="connsiteX13971" y="connsiteY13971"/>
              </a:cxn>
              <a:cxn ang="0">
                <a:pos x="connsiteX13972" y="connsiteY13972"/>
              </a:cxn>
              <a:cxn ang="0">
                <a:pos x="connsiteX13973" y="connsiteY13973"/>
              </a:cxn>
              <a:cxn ang="0">
                <a:pos x="connsiteX13974" y="connsiteY13974"/>
              </a:cxn>
              <a:cxn ang="0">
                <a:pos x="connsiteX13975" y="connsiteY13975"/>
              </a:cxn>
              <a:cxn ang="0">
                <a:pos x="connsiteX13976" y="connsiteY13976"/>
              </a:cxn>
              <a:cxn ang="0">
                <a:pos x="connsiteX13977" y="connsiteY13977"/>
              </a:cxn>
              <a:cxn ang="0">
                <a:pos x="connsiteX13978" y="connsiteY13978"/>
              </a:cxn>
              <a:cxn ang="0">
                <a:pos x="connsiteX13979" y="connsiteY13979"/>
              </a:cxn>
              <a:cxn ang="0">
                <a:pos x="connsiteX13980" y="connsiteY13980"/>
              </a:cxn>
              <a:cxn ang="0">
                <a:pos x="connsiteX13981" y="connsiteY13981"/>
              </a:cxn>
              <a:cxn ang="0">
                <a:pos x="connsiteX13982" y="connsiteY13982"/>
              </a:cxn>
              <a:cxn ang="0">
                <a:pos x="connsiteX13983" y="connsiteY13983"/>
              </a:cxn>
              <a:cxn ang="0">
                <a:pos x="connsiteX13984" y="connsiteY13984"/>
              </a:cxn>
              <a:cxn ang="0">
                <a:pos x="connsiteX13985" y="connsiteY13985"/>
              </a:cxn>
              <a:cxn ang="0">
                <a:pos x="connsiteX13986" y="connsiteY13986"/>
              </a:cxn>
              <a:cxn ang="0">
                <a:pos x="connsiteX13987" y="connsiteY13987"/>
              </a:cxn>
              <a:cxn ang="0">
                <a:pos x="connsiteX13988" y="connsiteY13988"/>
              </a:cxn>
              <a:cxn ang="0">
                <a:pos x="connsiteX13989" y="connsiteY13989"/>
              </a:cxn>
              <a:cxn ang="0">
                <a:pos x="connsiteX13990" y="connsiteY13990"/>
              </a:cxn>
              <a:cxn ang="0">
                <a:pos x="connsiteX13991" y="connsiteY13991"/>
              </a:cxn>
              <a:cxn ang="0">
                <a:pos x="connsiteX13992" y="connsiteY13992"/>
              </a:cxn>
              <a:cxn ang="0">
                <a:pos x="connsiteX13993" y="connsiteY13993"/>
              </a:cxn>
              <a:cxn ang="0">
                <a:pos x="connsiteX13994" y="connsiteY13994"/>
              </a:cxn>
              <a:cxn ang="0">
                <a:pos x="connsiteX13995" y="connsiteY13995"/>
              </a:cxn>
              <a:cxn ang="0">
                <a:pos x="connsiteX13996" y="connsiteY13996"/>
              </a:cxn>
              <a:cxn ang="0">
                <a:pos x="connsiteX13997" y="connsiteY13997"/>
              </a:cxn>
              <a:cxn ang="0">
                <a:pos x="connsiteX13998" y="connsiteY13998"/>
              </a:cxn>
              <a:cxn ang="0">
                <a:pos x="connsiteX13999" y="connsiteY13999"/>
              </a:cxn>
              <a:cxn ang="0">
                <a:pos x="connsiteX14000" y="connsiteY14000"/>
              </a:cxn>
              <a:cxn ang="0">
                <a:pos x="connsiteX14001" y="connsiteY14001"/>
              </a:cxn>
              <a:cxn ang="0">
                <a:pos x="connsiteX14002" y="connsiteY14002"/>
              </a:cxn>
              <a:cxn ang="0">
                <a:pos x="connsiteX14003" y="connsiteY14003"/>
              </a:cxn>
              <a:cxn ang="0">
                <a:pos x="connsiteX14004" y="connsiteY14004"/>
              </a:cxn>
              <a:cxn ang="0">
                <a:pos x="connsiteX14005" y="connsiteY14005"/>
              </a:cxn>
              <a:cxn ang="0">
                <a:pos x="connsiteX14006" y="connsiteY14006"/>
              </a:cxn>
              <a:cxn ang="0">
                <a:pos x="connsiteX14007" y="connsiteY14007"/>
              </a:cxn>
              <a:cxn ang="0">
                <a:pos x="connsiteX14008" y="connsiteY14008"/>
              </a:cxn>
              <a:cxn ang="0">
                <a:pos x="connsiteX14009" y="connsiteY14009"/>
              </a:cxn>
              <a:cxn ang="0">
                <a:pos x="connsiteX14010" y="connsiteY14010"/>
              </a:cxn>
              <a:cxn ang="0">
                <a:pos x="connsiteX14011" y="connsiteY14011"/>
              </a:cxn>
              <a:cxn ang="0">
                <a:pos x="connsiteX14012" y="connsiteY14012"/>
              </a:cxn>
              <a:cxn ang="0">
                <a:pos x="connsiteX14013" y="connsiteY14013"/>
              </a:cxn>
              <a:cxn ang="0">
                <a:pos x="connsiteX14014" y="connsiteY14014"/>
              </a:cxn>
              <a:cxn ang="0">
                <a:pos x="connsiteX14015" y="connsiteY14015"/>
              </a:cxn>
              <a:cxn ang="0">
                <a:pos x="connsiteX14016" y="connsiteY14016"/>
              </a:cxn>
              <a:cxn ang="0">
                <a:pos x="connsiteX14017" y="connsiteY14017"/>
              </a:cxn>
              <a:cxn ang="0">
                <a:pos x="connsiteX14018" y="connsiteY14018"/>
              </a:cxn>
              <a:cxn ang="0">
                <a:pos x="connsiteX14019" y="connsiteY14019"/>
              </a:cxn>
              <a:cxn ang="0">
                <a:pos x="connsiteX14020" y="connsiteY14020"/>
              </a:cxn>
              <a:cxn ang="0">
                <a:pos x="connsiteX14021" y="connsiteY14021"/>
              </a:cxn>
              <a:cxn ang="0">
                <a:pos x="connsiteX14022" y="connsiteY14022"/>
              </a:cxn>
              <a:cxn ang="0">
                <a:pos x="connsiteX14023" y="connsiteY14023"/>
              </a:cxn>
              <a:cxn ang="0">
                <a:pos x="connsiteX14024" y="connsiteY14024"/>
              </a:cxn>
              <a:cxn ang="0">
                <a:pos x="connsiteX14025" y="connsiteY14025"/>
              </a:cxn>
              <a:cxn ang="0">
                <a:pos x="connsiteX14026" y="connsiteY14026"/>
              </a:cxn>
              <a:cxn ang="0">
                <a:pos x="connsiteX14027" y="connsiteY14027"/>
              </a:cxn>
              <a:cxn ang="0">
                <a:pos x="connsiteX14028" y="connsiteY14028"/>
              </a:cxn>
              <a:cxn ang="0">
                <a:pos x="connsiteX14029" y="connsiteY14029"/>
              </a:cxn>
              <a:cxn ang="0">
                <a:pos x="connsiteX14030" y="connsiteY14030"/>
              </a:cxn>
              <a:cxn ang="0">
                <a:pos x="connsiteX14031" y="connsiteY14031"/>
              </a:cxn>
              <a:cxn ang="0">
                <a:pos x="connsiteX14032" y="connsiteY14032"/>
              </a:cxn>
              <a:cxn ang="0">
                <a:pos x="connsiteX14033" y="connsiteY14033"/>
              </a:cxn>
              <a:cxn ang="0">
                <a:pos x="connsiteX14034" y="connsiteY14034"/>
              </a:cxn>
              <a:cxn ang="0">
                <a:pos x="connsiteX14035" y="connsiteY14035"/>
              </a:cxn>
              <a:cxn ang="0">
                <a:pos x="connsiteX14036" y="connsiteY14036"/>
              </a:cxn>
              <a:cxn ang="0">
                <a:pos x="connsiteX14037" y="connsiteY14037"/>
              </a:cxn>
              <a:cxn ang="0">
                <a:pos x="connsiteX14038" y="connsiteY14038"/>
              </a:cxn>
              <a:cxn ang="0">
                <a:pos x="connsiteX14039" y="connsiteY14039"/>
              </a:cxn>
              <a:cxn ang="0">
                <a:pos x="connsiteX14040" y="connsiteY14040"/>
              </a:cxn>
              <a:cxn ang="0">
                <a:pos x="connsiteX14041" y="connsiteY14041"/>
              </a:cxn>
              <a:cxn ang="0">
                <a:pos x="connsiteX14042" y="connsiteY14042"/>
              </a:cxn>
              <a:cxn ang="0">
                <a:pos x="connsiteX14043" y="connsiteY14043"/>
              </a:cxn>
              <a:cxn ang="0">
                <a:pos x="connsiteX14044" y="connsiteY14044"/>
              </a:cxn>
              <a:cxn ang="0">
                <a:pos x="connsiteX14045" y="connsiteY14045"/>
              </a:cxn>
              <a:cxn ang="0">
                <a:pos x="connsiteX14046" y="connsiteY14046"/>
              </a:cxn>
              <a:cxn ang="0">
                <a:pos x="connsiteX14047" y="connsiteY14047"/>
              </a:cxn>
              <a:cxn ang="0">
                <a:pos x="connsiteX14048" y="connsiteY14048"/>
              </a:cxn>
              <a:cxn ang="0">
                <a:pos x="connsiteX14049" y="connsiteY14049"/>
              </a:cxn>
              <a:cxn ang="0">
                <a:pos x="connsiteX14050" y="connsiteY14050"/>
              </a:cxn>
              <a:cxn ang="0">
                <a:pos x="connsiteX14051" y="connsiteY14051"/>
              </a:cxn>
              <a:cxn ang="0">
                <a:pos x="connsiteX14052" y="connsiteY14052"/>
              </a:cxn>
              <a:cxn ang="0">
                <a:pos x="connsiteX14053" y="connsiteY14053"/>
              </a:cxn>
              <a:cxn ang="0">
                <a:pos x="connsiteX14054" y="connsiteY14054"/>
              </a:cxn>
              <a:cxn ang="0">
                <a:pos x="connsiteX14055" y="connsiteY14055"/>
              </a:cxn>
              <a:cxn ang="0">
                <a:pos x="connsiteX14056" y="connsiteY14056"/>
              </a:cxn>
              <a:cxn ang="0">
                <a:pos x="connsiteX14057" y="connsiteY14057"/>
              </a:cxn>
              <a:cxn ang="0">
                <a:pos x="connsiteX14058" y="connsiteY14058"/>
              </a:cxn>
              <a:cxn ang="0">
                <a:pos x="connsiteX14059" y="connsiteY14059"/>
              </a:cxn>
              <a:cxn ang="0">
                <a:pos x="connsiteX14060" y="connsiteY14060"/>
              </a:cxn>
              <a:cxn ang="0">
                <a:pos x="connsiteX14061" y="connsiteY14061"/>
              </a:cxn>
              <a:cxn ang="0">
                <a:pos x="connsiteX14062" y="connsiteY14062"/>
              </a:cxn>
              <a:cxn ang="0">
                <a:pos x="connsiteX14063" y="connsiteY14063"/>
              </a:cxn>
              <a:cxn ang="0">
                <a:pos x="connsiteX14064" y="connsiteY14064"/>
              </a:cxn>
              <a:cxn ang="0">
                <a:pos x="connsiteX14065" y="connsiteY14065"/>
              </a:cxn>
              <a:cxn ang="0">
                <a:pos x="connsiteX14066" y="connsiteY14066"/>
              </a:cxn>
              <a:cxn ang="0">
                <a:pos x="connsiteX14067" y="connsiteY14067"/>
              </a:cxn>
              <a:cxn ang="0">
                <a:pos x="connsiteX14068" y="connsiteY14068"/>
              </a:cxn>
              <a:cxn ang="0">
                <a:pos x="connsiteX14069" y="connsiteY14069"/>
              </a:cxn>
              <a:cxn ang="0">
                <a:pos x="connsiteX14070" y="connsiteY14070"/>
              </a:cxn>
              <a:cxn ang="0">
                <a:pos x="connsiteX14071" y="connsiteY14071"/>
              </a:cxn>
              <a:cxn ang="0">
                <a:pos x="connsiteX14072" y="connsiteY14072"/>
              </a:cxn>
              <a:cxn ang="0">
                <a:pos x="connsiteX14073" y="connsiteY14073"/>
              </a:cxn>
              <a:cxn ang="0">
                <a:pos x="connsiteX14074" y="connsiteY14074"/>
              </a:cxn>
              <a:cxn ang="0">
                <a:pos x="connsiteX14075" y="connsiteY14075"/>
              </a:cxn>
              <a:cxn ang="0">
                <a:pos x="connsiteX14076" y="connsiteY14076"/>
              </a:cxn>
              <a:cxn ang="0">
                <a:pos x="connsiteX14077" y="connsiteY14077"/>
              </a:cxn>
              <a:cxn ang="0">
                <a:pos x="connsiteX14078" y="connsiteY14078"/>
              </a:cxn>
              <a:cxn ang="0">
                <a:pos x="connsiteX14079" y="connsiteY14079"/>
              </a:cxn>
              <a:cxn ang="0">
                <a:pos x="connsiteX14080" y="connsiteY14080"/>
              </a:cxn>
              <a:cxn ang="0">
                <a:pos x="connsiteX14081" y="connsiteY14081"/>
              </a:cxn>
              <a:cxn ang="0">
                <a:pos x="connsiteX14082" y="connsiteY14082"/>
              </a:cxn>
              <a:cxn ang="0">
                <a:pos x="connsiteX14083" y="connsiteY14083"/>
              </a:cxn>
              <a:cxn ang="0">
                <a:pos x="connsiteX14084" y="connsiteY14084"/>
              </a:cxn>
              <a:cxn ang="0">
                <a:pos x="connsiteX14085" y="connsiteY14085"/>
              </a:cxn>
              <a:cxn ang="0">
                <a:pos x="connsiteX14086" y="connsiteY14086"/>
              </a:cxn>
              <a:cxn ang="0">
                <a:pos x="connsiteX14087" y="connsiteY14087"/>
              </a:cxn>
              <a:cxn ang="0">
                <a:pos x="connsiteX14088" y="connsiteY14088"/>
              </a:cxn>
              <a:cxn ang="0">
                <a:pos x="connsiteX14089" y="connsiteY14089"/>
              </a:cxn>
              <a:cxn ang="0">
                <a:pos x="connsiteX14090" y="connsiteY14090"/>
              </a:cxn>
              <a:cxn ang="0">
                <a:pos x="connsiteX14091" y="connsiteY14091"/>
              </a:cxn>
              <a:cxn ang="0">
                <a:pos x="connsiteX14092" y="connsiteY14092"/>
              </a:cxn>
              <a:cxn ang="0">
                <a:pos x="connsiteX14093" y="connsiteY14093"/>
              </a:cxn>
              <a:cxn ang="0">
                <a:pos x="connsiteX14094" y="connsiteY14094"/>
              </a:cxn>
              <a:cxn ang="0">
                <a:pos x="connsiteX14095" y="connsiteY14095"/>
              </a:cxn>
              <a:cxn ang="0">
                <a:pos x="connsiteX14096" y="connsiteY14096"/>
              </a:cxn>
              <a:cxn ang="0">
                <a:pos x="connsiteX14097" y="connsiteY14097"/>
              </a:cxn>
              <a:cxn ang="0">
                <a:pos x="connsiteX14098" y="connsiteY14098"/>
              </a:cxn>
              <a:cxn ang="0">
                <a:pos x="connsiteX14099" y="connsiteY14099"/>
              </a:cxn>
              <a:cxn ang="0">
                <a:pos x="connsiteX14100" y="connsiteY14100"/>
              </a:cxn>
              <a:cxn ang="0">
                <a:pos x="connsiteX14101" y="connsiteY14101"/>
              </a:cxn>
              <a:cxn ang="0">
                <a:pos x="connsiteX14102" y="connsiteY14102"/>
              </a:cxn>
              <a:cxn ang="0">
                <a:pos x="connsiteX14103" y="connsiteY14103"/>
              </a:cxn>
              <a:cxn ang="0">
                <a:pos x="connsiteX14104" y="connsiteY14104"/>
              </a:cxn>
              <a:cxn ang="0">
                <a:pos x="connsiteX14105" y="connsiteY14105"/>
              </a:cxn>
              <a:cxn ang="0">
                <a:pos x="connsiteX14106" y="connsiteY14106"/>
              </a:cxn>
              <a:cxn ang="0">
                <a:pos x="connsiteX14107" y="connsiteY14107"/>
              </a:cxn>
              <a:cxn ang="0">
                <a:pos x="connsiteX14108" y="connsiteY14108"/>
              </a:cxn>
              <a:cxn ang="0">
                <a:pos x="connsiteX14109" y="connsiteY14109"/>
              </a:cxn>
              <a:cxn ang="0">
                <a:pos x="connsiteX14110" y="connsiteY14110"/>
              </a:cxn>
              <a:cxn ang="0">
                <a:pos x="connsiteX14111" y="connsiteY14111"/>
              </a:cxn>
              <a:cxn ang="0">
                <a:pos x="connsiteX14112" y="connsiteY14112"/>
              </a:cxn>
              <a:cxn ang="0">
                <a:pos x="connsiteX14113" y="connsiteY14113"/>
              </a:cxn>
              <a:cxn ang="0">
                <a:pos x="connsiteX14114" y="connsiteY14114"/>
              </a:cxn>
              <a:cxn ang="0">
                <a:pos x="connsiteX14115" y="connsiteY14115"/>
              </a:cxn>
              <a:cxn ang="0">
                <a:pos x="connsiteX14116" y="connsiteY14116"/>
              </a:cxn>
              <a:cxn ang="0">
                <a:pos x="connsiteX14117" y="connsiteY14117"/>
              </a:cxn>
              <a:cxn ang="0">
                <a:pos x="connsiteX14118" y="connsiteY14118"/>
              </a:cxn>
              <a:cxn ang="0">
                <a:pos x="connsiteX14119" y="connsiteY14119"/>
              </a:cxn>
              <a:cxn ang="0">
                <a:pos x="connsiteX14120" y="connsiteY14120"/>
              </a:cxn>
              <a:cxn ang="0">
                <a:pos x="connsiteX14121" y="connsiteY14121"/>
              </a:cxn>
              <a:cxn ang="0">
                <a:pos x="connsiteX14122" y="connsiteY14122"/>
              </a:cxn>
              <a:cxn ang="0">
                <a:pos x="connsiteX14123" y="connsiteY14123"/>
              </a:cxn>
              <a:cxn ang="0">
                <a:pos x="connsiteX14124" y="connsiteY14124"/>
              </a:cxn>
              <a:cxn ang="0">
                <a:pos x="connsiteX14125" y="connsiteY14125"/>
              </a:cxn>
              <a:cxn ang="0">
                <a:pos x="connsiteX14126" y="connsiteY14126"/>
              </a:cxn>
              <a:cxn ang="0">
                <a:pos x="connsiteX14127" y="connsiteY14127"/>
              </a:cxn>
              <a:cxn ang="0">
                <a:pos x="connsiteX14128" y="connsiteY14128"/>
              </a:cxn>
              <a:cxn ang="0">
                <a:pos x="connsiteX14129" y="connsiteY14129"/>
              </a:cxn>
              <a:cxn ang="0">
                <a:pos x="connsiteX14130" y="connsiteY14130"/>
              </a:cxn>
              <a:cxn ang="0">
                <a:pos x="connsiteX14131" y="connsiteY14131"/>
              </a:cxn>
              <a:cxn ang="0">
                <a:pos x="connsiteX14132" y="connsiteY14132"/>
              </a:cxn>
              <a:cxn ang="0">
                <a:pos x="connsiteX14133" y="connsiteY14133"/>
              </a:cxn>
              <a:cxn ang="0">
                <a:pos x="connsiteX14134" y="connsiteY14134"/>
              </a:cxn>
              <a:cxn ang="0">
                <a:pos x="connsiteX14135" y="connsiteY14135"/>
              </a:cxn>
              <a:cxn ang="0">
                <a:pos x="connsiteX14136" y="connsiteY14136"/>
              </a:cxn>
              <a:cxn ang="0">
                <a:pos x="connsiteX14137" y="connsiteY14137"/>
              </a:cxn>
              <a:cxn ang="0">
                <a:pos x="connsiteX14138" y="connsiteY14138"/>
              </a:cxn>
              <a:cxn ang="0">
                <a:pos x="connsiteX14139" y="connsiteY14139"/>
              </a:cxn>
              <a:cxn ang="0">
                <a:pos x="connsiteX14140" y="connsiteY14140"/>
              </a:cxn>
              <a:cxn ang="0">
                <a:pos x="connsiteX14141" y="connsiteY14141"/>
              </a:cxn>
              <a:cxn ang="0">
                <a:pos x="connsiteX14142" y="connsiteY14142"/>
              </a:cxn>
              <a:cxn ang="0">
                <a:pos x="connsiteX14143" y="connsiteY14143"/>
              </a:cxn>
              <a:cxn ang="0">
                <a:pos x="connsiteX14144" y="connsiteY14144"/>
              </a:cxn>
              <a:cxn ang="0">
                <a:pos x="connsiteX14145" y="connsiteY14145"/>
              </a:cxn>
              <a:cxn ang="0">
                <a:pos x="connsiteX14146" y="connsiteY14146"/>
              </a:cxn>
              <a:cxn ang="0">
                <a:pos x="connsiteX14147" y="connsiteY14147"/>
              </a:cxn>
              <a:cxn ang="0">
                <a:pos x="connsiteX14148" y="connsiteY14148"/>
              </a:cxn>
              <a:cxn ang="0">
                <a:pos x="connsiteX14149" y="connsiteY14149"/>
              </a:cxn>
              <a:cxn ang="0">
                <a:pos x="connsiteX14150" y="connsiteY14150"/>
              </a:cxn>
              <a:cxn ang="0">
                <a:pos x="connsiteX14151" y="connsiteY14151"/>
              </a:cxn>
              <a:cxn ang="0">
                <a:pos x="connsiteX14152" y="connsiteY14152"/>
              </a:cxn>
              <a:cxn ang="0">
                <a:pos x="connsiteX14153" y="connsiteY14153"/>
              </a:cxn>
              <a:cxn ang="0">
                <a:pos x="connsiteX14154" y="connsiteY14154"/>
              </a:cxn>
              <a:cxn ang="0">
                <a:pos x="connsiteX14155" y="connsiteY14155"/>
              </a:cxn>
              <a:cxn ang="0">
                <a:pos x="connsiteX14156" y="connsiteY14156"/>
              </a:cxn>
              <a:cxn ang="0">
                <a:pos x="connsiteX14157" y="connsiteY14157"/>
              </a:cxn>
              <a:cxn ang="0">
                <a:pos x="connsiteX14158" y="connsiteY14158"/>
              </a:cxn>
              <a:cxn ang="0">
                <a:pos x="connsiteX14159" y="connsiteY14159"/>
              </a:cxn>
              <a:cxn ang="0">
                <a:pos x="connsiteX14160" y="connsiteY14160"/>
              </a:cxn>
              <a:cxn ang="0">
                <a:pos x="connsiteX14161" y="connsiteY14161"/>
              </a:cxn>
              <a:cxn ang="0">
                <a:pos x="connsiteX14162" y="connsiteY14162"/>
              </a:cxn>
              <a:cxn ang="0">
                <a:pos x="connsiteX14163" y="connsiteY14163"/>
              </a:cxn>
              <a:cxn ang="0">
                <a:pos x="connsiteX14164" y="connsiteY14164"/>
              </a:cxn>
              <a:cxn ang="0">
                <a:pos x="connsiteX14165" y="connsiteY14165"/>
              </a:cxn>
              <a:cxn ang="0">
                <a:pos x="connsiteX14166" y="connsiteY14166"/>
              </a:cxn>
              <a:cxn ang="0">
                <a:pos x="connsiteX14167" y="connsiteY14167"/>
              </a:cxn>
              <a:cxn ang="0">
                <a:pos x="connsiteX14168" y="connsiteY14168"/>
              </a:cxn>
              <a:cxn ang="0">
                <a:pos x="connsiteX14169" y="connsiteY14169"/>
              </a:cxn>
              <a:cxn ang="0">
                <a:pos x="connsiteX14170" y="connsiteY14170"/>
              </a:cxn>
              <a:cxn ang="0">
                <a:pos x="connsiteX14171" y="connsiteY14171"/>
              </a:cxn>
              <a:cxn ang="0">
                <a:pos x="connsiteX14172" y="connsiteY14172"/>
              </a:cxn>
              <a:cxn ang="0">
                <a:pos x="connsiteX14173" y="connsiteY14173"/>
              </a:cxn>
              <a:cxn ang="0">
                <a:pos x="connsiteX14174" y="connsiteY14174"/>
              </a:cxn>
              <a:cxn ang="0">
                <a:pos x="connsiteX14175" y="connsiteY14175"/>
              </a:cxn>
              <a:cxn ang="0">
                <a:pos x="connsiteX14176" y="connsiteY14176"/>
              </a:cxn>
              <a:cxn ang="0">
                <a:pos x="connsiteX14177" y="connsiteY14177"/>
              </a:cxn>
              <a:cxn ang="0">
                <a:pos x="connsiteX14178" y="connsiteY14178"/>
              </a:cxn>
              <a:cxn ang="0">
                <a:pos x="connsiteX14179" y="connsiteY14179"/>
              </a:cxn>
              <a:cxn ang="0">
                <a:pos x="connsiteX14180" y="connsiteY14180"/>
              </a:cxn>
              <a:cxn ang="0">
                <a:pos x="connsiteX14181" y="connsiteY14181"/>
              </a:cxn>
              <a:cxn ang="0">
                <a:pos x="connsiteX14182" y="connsiteY14182"/>
              </a:cxn>
              <a:cxn ang="0">
                <a:pos x="connsiteX14183" y="connsiteY14183"/>
              </a:cxn>
              <a:cxn ang="0">
                <a:pos x="connsiteX14184" y="connsiteY14184"/>
              </a:cxn>
              <a:cxn ang="0">
                <a:pos x="connsiteX14185" y="connsiteY14185"/>
              </a:cxn>
              <a:cxn ang="0">
                <a:pos x="connsiteX14186" y="connsiteY14186"/>
              </a:cxn>
              <a:cxn ang="0">
                <a:pos x="connsiteX14187" y="connsiteY14187"/>
              </a:cxn>
              <a:cxn ang="0">
                <a:pos x="connsiteX14188" y="connsiteY14188"/>
              </a:cxn>
              <a:cxn ang="0">
                <a:pos x="connsiteX14189" y="connsiteY14189"/>
              </a:cxn>
              <a:cxn ang="0">
                <a:pos x="connsiteX14190" y="connsiteY14190"/>
              </a:cxn>
              <a:cxn ang="0">
                <a:pos x="connsiteX14191" y="connsiteY14191"/>
              </a:cxn>
              <a:cxn ang="0">
                <a:pos x="connsiteX14192" y="connsiteY14192"/>
              </a:cxn>
              <a:cxn ang="0">
                <a:pos x="connsiteX14193" y="connsiteY14193"/>
              </a:cxn>
              <a:cxn ang="0">
                <a:pos x="connsiteX14194" y="connsiteY14194"/>
              </a:cxn>
              <a:cxn ang="0">
                <a:pos x="connsiteX14195" y="connsiteY14195"/>
              </a:cxn>
              <a:cxn ang="0">
                <a:pos x="connsiteX14196" y="connsiteY14196"/>
              </a:cxn>
              <a:cxn ang="0">
                <a:pos x="connsiteX14197" y="connsiteY14197"/>
              </a:cxn>
              <a:cxn ang="0">
                <a:pos x="connsiteX14198" y="connsiteY14198"/>
              </a:cxn>
              <a:cxn ang="0">
                <a:pos x="connsiteX14199" y="connsiteY14199"/>
              </a:cxn>
              <a:cxn ang="0">
                <a:pos x="connsiteX14200" y="connsiteY14200"/>
              </a:cxn>
              <a:cxn ang="0">
                <a:pos x="connsiteX14201" y="connsiteY14201"/>
              </a:cxn>
              <a:cxn ang="0">
                <a:pos x="connsiteX14202" y="connsiteY14202"/>
              </a:cxn>
              <a:cxn ang="0">
                <a:pos x="connsiteX14203" y="connsiteY14203"/>
              </a:cxn>
              <a:cxn ang="0">
                <a:pos x="connsiteX14204" y="connsiteY14204"/>
              </a:cxn>
              <a:cxn ang="0">
                <a:pos x="connsiteX14205" y="connsiteY14205"/>
              </a:cxn>
              <a:cxn ang="0">
                <a:pos x="connsiteX14206" y="connsiteY14206"/>
              </a:cxn>
              <a:cxn ang="0">
                <a:pos x="connsiteX14207" y="connsiteY14207"/>
              </a:cxn>
              <a:cxn ang="0">
                <a:pos x="connsiteX14208" y="connsiteY14208"/>
              </a:cxn>
              <a:cxn ang="0">
                <a:pos x="connsiteX14209" y="connsiteY14209"/>
              </a:cxn>
              <a:cxn ang="0">
                <a:pos x="connsiteX14210" y="connsiteY14210"/>
              </a:cxn>
              <a:cxn ang="0">
                <a:pos x="connsiteX14211" y="connsiteY14211"/>
              </a:cxn>
              <a:cxn ang="0">
                <a:pos x="connsiteX14212" y="connsiteY14212"/>
              </a:cxn>
              <a:cxn ang="0">
                <a:pos x="connsiteX14213" y="connsiteY14213"/>
              </a:cxn>
              <a:cxn ang="0">
                <a:pos x="connsiteX14214" y="connsiteY14214"/>
              </a:cxn>
              <a:cxn ang="0">
                <a:pos x="connsiteX14215" y="connsiteY14215"/>
              </a:cxn>
              <a:cxn ang="0">
                <a:pos x="connsiteX14216" y="connsiteY14216"/>
              </a:cxn>
              <a:cxn ang="0">
                <a:pos x="connsiteX14217" y="connsiteY14217"/>
              </a:cxn>
              <a:cxn ang="0">
                <a:pos x="connsiteX14218" y="connsiteY14218"/>
              </a:cxn>
              <a:cxn ang="0">
                <a:pos x="connsiteX14219" y="connsiteY14219"/>
              </a:cxn>
              <a:cxn ang="0">
                <a:pos x="connsiteX14220" y="connsiteY14220"/>
              </a:cxn>
              <a:cxn ang="0">
                <a:pos x="connsiteX14221" y="connsiteY14221"/>
              </a:cxn>
              <a:cxn ang="0">
                <a:pos x="connsiteX14222" y="connsiteY14222"/>
              </a:cxn>
              <a:cxn ang="0">
                <a:pos x="connsiteX14223" y="connsiteY14223"/>
              </a:cxn>
              <a:cxn ang="0">
                <a:pos x="connsiteX14224" y="connsiteY14224"/>
              </a:cxn>
              <a:cxn ang="0">
                <a:pos x="connsiteX14225" y="connsiteY14225"/>
              </a:cxn>
              <a:cxn ang="0">
                <a:pos x="connsiteX14226" y="connsiteY14226"/>
              </a:cxn>
              <a:cxn ang="0">
                <a:pos x="connsiteX14227" y="connsiteY14227"/>
              </a:cxn>
              <a:cxn ang="0">
                <a:pos x="connsiteX14228" y="connsiteY14228"/>
              </a:cxn>
              <a:cxn ang="0">
                <a:pos x="connsiteX14229" y="connsiteY14229"/>
              </a:cxn>
              <a:cxn ang="0">
                <a:pos x="connsiteX14230" y="connsiteY14230"/>
              </a:cxn>
              <a:cxn ang="0">
                <a:pos x="connsiteX14231" y="connsiteY14231"/>
              </a:cxn>
              <a:cxn ang="0">
                <a:pos x="connsiteX14232" y="connsiteY14232"/>
              </a:cxn>
              <a:cxn ang="0">
                <a:pos x="connsiteX14233" y="connsiteY14233"/>
              </a:cxn>
              <a:cxn ang="0">
                <a:pos x="connsiteX14234" y="connsiteY14234"/>
              </a:cxn>
              <a:cxn ang="0">
                <a:pos x="connsiteX14235" y="connsiteY14235"/>
              </a:cxn>
              <a:cxn ang="0">
                <a:pos x="connsiteX14236" y="connsiteY14236"/>
              </a:cxn>
              <a:cxn ang="0">
                <a:pos x="connsiteX14237" y="connsiteY14237"/>
              </a:cxn>
              <a:cxn ang="0">
                <a:pos x="connsiteX14238" y="connsiteY14238"/>
              </a:cxn>
              <a:cxn ang="0">
                <a:pos x="connsiteX14239" y="connsiteY14239"/>
              </a:cxn>
              <a:cxn ang="0">
                <a:pos x="connsiteX14240" y="connsiteY14240"/>
              </a:cxn>
              <a:cxn ang="0">
                <a:pos x="connsiteX14241" y="connsiteY14241"/>
              </a:cxn>
              <a:cxn ang="0">
                <a:pos x="connsiteX14242" y="connsiteY14242"/>
              </a:cxn>
              <a:cxn ang="0">
                <a:pos x="connsiteX14243" y="connsiteY14243"/>
              </a:cxn>
              <a:cxn ang="0">
                <a:pos x="connsiteX14244" y="connsiteY14244"/>
              </a:cxn>
              <a:cxn ang="0">
                <a:pos x="connsiteX14245" y="connsiteY14245"/>
              </a:cxn>
              <a:cxn ang="0">
                <a:pos x="connsiteX14246" y="connsiteY14246"/>
              </a:cxn>
              <a:cxn ang="0">
                <a:pos x="connsiteX14247" y="connsiteY14247"/>
              </a:cxn>
              <a:cxn ang="0">
                <a:pos x="connsiteX14248" y="connsiteY14248"/>
              </a:cxn>
              <a:cxn ang="0">
                <a:pos x="connsiteX14249" y="connsiteY14249"/>
              </a:cxn>
              <a:cxn ang="0">
                <a:pos x="connsiteX14250" y="connsiteY14250"/>
              </a:cxn>
              <a:cxn ang="0">
                <a:pos x="connsiteX14251" y="connsiteY14251"/>
              </a:cxn>
              <a:cxn ang="0">
                <a:pos x="connsiteX14252" y="connsiteY14252"/>
              </a:cxn>
              <a:cxn ang="0">
                <a:pos x="connsiteX14253" y="connsiteY14253"/>
              </a:cxn>
              <a:cxn ang="0">
                <a:pos x="connsiteX14254" y="connsiteY14254"/>
              </a:cxn>
              <a:cxn ang="0">
                <a:pos x="connsiteX14255" y="connsiteY14255"/>
              </a:cxn>
              <a:cxn ang="0">
                <a:pos x="connsiteX14256" y="connsiteY14256"/>
              </a:cxn>
              <a:cxn ang="0">
                <a:pos x="connsiteX14257" y="connsiteY14257"/>
              </a:cxn>
              <a:cxn ang="0">
                <a:pos x="connsiteX14258" y="connsiteY14258"/>
              </a:cxn>
              <a:cxn ang="0">
                <a:pos x="connsiteX14259" y="connsiteY14259"/>
              </a:cxn>
              <a:cxn ang="0">
                <a:pos x="connsiteX14260" y="connsiteY14260"/>
              </a:cxn>
              <a:cxn ang="0">
                <a:pos x="connsiteX14261" y="connsiteY14261"/>
              </a:cxn>
              <a:cxn ang="0">
                <a:pos x="connsiteX14262" y="connsiteY14262"/>
              </a:cxn>
              <a:cxn ang="0">
                <a:pos x="connsiteX14263" y="connsiteY14263"/>
              </a:cxn>
              <a:cxn ang="0">
                <a:pos x="connsiteX14264" y="connsiteY14264"/>
              </a:cxn>
              <a:cxn ang="0">
                <a:pos x="connsiteX14265" y="connsiteY14265"/>
              </a:cxn>
              <a:cxn ang="0">
                <a:pos x="connsiteX14266" y="connsiteY14266"/>
              </a:cxn>
              <a:cxn ang="0">
                <a:pos x="connsiteX14267" y="connsiteY14267"/>
              </a:cxn>
              <a:cxn ang="0">
                <a:pos x="connsiteX14268" y="connsiteY14268"/>
              </a:cxn>
              <a:cxn ang="0">
                <a:pos x="connsiteX14269" y="connsiteY14269"/>
              </a:cxn>
              <a:cxn ang="0">
                <a:pos x="connsiteX14270" y="connsiteY14270"/>
              </a:cxn>
              <a:cxn ang="0">
                <a:pos x="connsiteX14271" y="connsiteY14271"/>
              </a:cxn>
              <a:cxn ang="0">
                <a:pos x="connsiteX14272" y="connsiteY14272"/>
              </a:cxn>
              <a:cxn ang="0">
                <a:pos x="connsiteX14273" y="connsiteY14273"/>
              </a:cxn>
              <a:cxn ang="0">
                <a:pos x="connsiteX14274" y="connsiteY14274"/>
              </a:cxn>
              <a:cxn ang="0">
                <a:pos x="connsiteX14275" y="connsiteY14275"/>
              </a:cxn>
              <a:cxn ang="0">
                <a:pos x="connsiteX14276" y="connsiteY14276"/>
              </a:cxn>
              <a:cxn ang="0">
                <a:pos x="connsiteX14277" y="connsiteY14277"/>
              </a:cxn>
              <a:cxn ang="0">
                <a:pos x="connsiteX14278" y="connsiteY14278"/>
              </a:cxn>
              <a:cxn ang="0">
                <a:pos x="connsiteX14279" y="connsiteY14279"/>
              </a:cxn>
              <a:cxn ang="0">
                <a:pos x="connsiteX14280" y="connsiteY14280"/>
              </a:cxn>
              <a:cxn ang="0">
                <a:pos x="connsiteX14281" y="connsiteY14281"/>
              </a:cxn>
              <a:cxn ang="0">
                <a:pos x="connsiteX14282" y="connsiteY14282"/>
              </a:cxn>
              <a:cxn ang="0">
                <a:pos x="connsiteX14283" y="connsiteY14283"/>
              </a:cxn>
              <a:cxn ang="0">
                <a:pos x="connsiteX14284" y="connsiteY14284"/>
              </a:cxn>
              <a:cxn ang="0">
                <a:pos x="connsiteX14285" y="connsiteY14285"/>
              </a:cxn>
              <a:cxn ang="0">
                <a:pos x="connsiteX14286" y="connsiteY14286"/>
              </a:cxn>
              <a:cxn ang="0">
                <a:pos x="connsiteX14287" y="connsiteY14287"/>
              </a:cxn>
              <a:cxn ang="0">
                <a:pos x="connsiteX14288" y="connsiteY14288"/>
              </a:cxn>
              <a:cxn ang="0">
                <a:pos x="connsiteX14289" y="connsiteY14289"/>
              </a:cxn>
              <a:cxn ang="0">
                <a:pos x="connsiteX14290" y="connsiteY14290"/>
              </a:cxn>
              <a:cxn ang="0">
                <a:pos x="connsiteX14291" y="connsiteY14291"/>
              </a:cxn>
              <a:cxn ang="0">
                <a:pos x="connsiteX14292" y="connsiteY14292"/>
              </a:cxn>
              <a:cxn ang="0">
                <a:pos x="connsiteX14293" y="connsiteY14293"/>
              </a:cxn>
              <a:cxn ang="0">
                <a:pos x="connsiteX14294" y="connsiteY14294"/>
              </a:cxn>
              <a:cxn ang="0">
                <a:pos x="connsiteX14295" y="connsiteY14295"/>
              </a:cxn>
              <a:cxn ang="0">
                <a:pos x="connsiteX14296" y="connsiteY14296"/>
              </a:cxn>
              <a:cxn ang="0">
                <a:pos x="connsiteX14297" y="connsiteY14297"/>
              </a:cxn>
              <a:cxn ang="0">
                <a:pos x="connsiteX14298" y="connsiteY14298"/>
              </a:cxn>
              <a:cxn ang="0">
                <a:pos x="connsiteX14299" y="connsiteY14299"/>
              </a:cxn>
              <a:cxn ang="0">
                <a:pos x="connsiteX14300" y="connsiteY14300"/>
              </a:cxn>
              <a:cxn ang="0">
                <a:pos x="connsiteX14301" y="connsiteY14301"/>
              </a:cxn>
              <a:cxn ang="0">
                <a:pos x="connsiteX14302" y="connsiteY14302"/>
              </a:cxn>
              <a:cxn ang="0">
                <a:pos x="connsiteX14303" y="connsiteY14303"/>
              </a:cxn>
              <a:cxn ang="0">
                <a:pos x="connsiteX14304" y="connsiteY14304"/>
              </a:cxn>
              <a:cxn ang="0">
                <a:pos x="connsiteX14305" y="connsiteY14305"/>
              </a:cxn>
              <a:cxn ang="0">
                <a:pos x="connsiteX14306" y="connsiteY14306"/>
              </a:cxn>
              <a:cxn ang="0">
                <a:pos x="connsiteX14307" y="connsiteY14307"/>
              </a:cxn>
              <a:cxn ang="0">
                <a:pos x="connsiteX14308" y="connsiteY14308"/>
              </a:cxn>
              <a:cxn ang="0">
                <a:pos x="connsiteX14309" y="connsiteY14309"/>
              </a:cxn>
              <a:cxn ang="0">
                <a:pos x="connsiteX14310" y="connsiteY14310"/>
              </a:cxn>
              <a:cxn ang="0">
                <a:pos x="connsiteX14311" y="connsiteY14311"/>
              </a:cxn>
              <a:cxn ang="0">
                <a:pos x="connsiteX14312" y="connsiteY14312"/>
              </a:cxn>
              <a:cxn ang="0">
                <a:pos x="connsiteX14313" y="connsiteY14313"/>
              </a:cxn>
              <a:cxn ang="0">
                <a:pos x="connsiteX14314" y="connsiteY14314"/>
              </a:cxn>
              <a:cxn ang="0">
                <a:pos x="connsiteX14315" y="connsiteY14315"/>
              </a:cxn>
              <a:cxn ang="0">
                <a:pos x="connsiteX14316" y="connsiteY14316"/>
              </a:cxn>
              <a:cxn ang="0">
                <a:pos x="connsiteX14317" y="connsiteY14317"/>
              </a:cxn>
              <a:cxn ang="0">
                <a:pos x="connsiteX14318" y="connsiteY14318"/>
              </a:cxn>
              <a:cxn ang="0">
                <a:pos x="connsiteX14319" y="connsiteY14319"/>
              </a:cxn>
              <a:cxn ang="0">
                <a:pos x="connsiteX14320" y="connsiteY14320"/>
              </a:cxn>
              <a:cxn ang="0">
                <a:pos x="connsiteX14321" y="connsiteY14321"/>
              </a:cxn>
              <a:cxn ang="0">
                <a:pos x="connsiteX14322" y="connsiteY14322"/>
              </a:cxn>
              <a:cxn ang="0">
                <a:pos x="connsiteX14323" y="connsiteY14323"/>
              </a:cxn>
              <a:cxn ang="0">
                <a:pos x="connsiteX14324" y="connsiteY14324"/>
              </a:cxn>
              <a:cxn ang="0">
                <a:pos x="connsiteX14325" y="connsiteY14325"/>
              </a:cxn>
              <a:cxn ang="0">
                <a:pos x="connsiteX14326" y="connsiteY14326"/>
              </a:cxn>
              <a:cxn ang="0">
                <a:pos x="connsiteX14327" y="connsiteY14327"/>
              </a:cxn>
              <a:cxn ang="0">
                <a:pos x="connsiteX14328" y="connsiteY14328"/>
              </a:cxn>
              <a:cxn ang="0">
                <a:pos x="connsiteX14329" y="connsiteY14329"/>
              </a:cxn>
              <a:cxn ang="0">
                <a:pos x="connsiteX14330" y="connsiteY14330"/>
              </a:cxn>
              <a:cxn ang="0">
                <a:pos x="connsiteX14331" y="connsiteY14331"/>
              </a:cxn>
              <a:cxn ang="0">
                <a:pos x="connsiteX14332" y="connsiteY14332"/>
              </a:cxn>
              <a:cxn ang="0">
                <a:pos x="connsiteX14333" y="connsiteY14333"/>
              </a:cxn>
              <a:cxn ang="0">
                <a:pos x="connsiteX14334" y="connsiteY14334"/>
              </a:cxn>
              <a:cxn ang="0">
                <a:pos x="connsiteX14335" y="connsiteY14335"/>
              </a:cxn>
              <a:cxn ang="0">
                <a:pos x="connsiteX14336" y="connsiteY14336"/>
              </a:cxn>
              <a:cxn ang="0">
                <a:pos x="connsiteX14337" y="connsiteY14337"/>
              </a:cxn>
              <a:cxn ang="0">
                <a:pos x="connsiteX14338" y="connsiteY14338"/>
              </a:cxn>
              <a:cxn ang="0">
                <a:pos x="connsiteX14339" y="connsiteY14339"/>
              </a:cxn>
              <a:cxn ang="0">
                <a:pos x="connsiteX14340" y="connsiteY14340"/>
              </a:cxn>
              <a:cxn ang="0">
                <a:pos x="connsiteX14341" y="connsiteY14341"/>
              </a:cxn>
              <a:cxn ang="0">
                <a:pos x="connsiteX14342" y="connsiteY14342"/>
              </a:cxn>
              <a:cxn ang="0">
                <a:pos x="connsiteX14343" y="connsiteY14343"/>
              </a:cxn>
              <a:cxn ang="0">
                <a:pos x="connsiteX14344" y="connsiteY14344"/>
              </a:cxn>
              <a:cxn ang="0">
                <a:pos x="connsiteX14345" y="connsiteY14345"/>
              </a:cxn>
              <a:cxn ang="0">
                <a:pos x="connsiteX14346" y="connsiteY14346"/>
              </a:cxn>
              <a:cxn ang="0">
                <a:pos x="connsiteX14347" y="connsiteY14347"/>
              </a:cxn>
              <a:cxn ang="0">
                <a:pos x="connsiteX14348" y="connsiteY14348"/>
              </a:cxn>
              <a:cxn ang="0">
                <a:pos x="connsiteX14349" y="connsiteY14349"/>
              </a:cxn>
              <a:cxn ang="0">
                <a:pos x="connsiteX14350" y="connsiteY14350"/>
              </a:cxn>
              <a:cxn ang="0">
                <a:pos x="connsiteX14351" y="connsiteY14351"/>
              </a:cxn>
              <a:cxn ang="0">
                <a:pos x="connsiteX14352" y="connsiteY14352"/>
              </a:cxn>
              <a:cxn ang="0">
                <a:pos x="connsiteX14353" y="connsiteY14353"/>
              </a:cxn>
              <a:cxn ang="0">
                <a:pos x="connsiteX14354" y="connsiteY14354"/>
              </a:cxn>
              <a:cxn ang="0">
                <a:pos x="connsiteX14355" y="connsiteY14355"/>
              </a:cxn>
              <a:cxn ang="0">
                <a:pos x="connsiteX14356" y="connsiteY14356"/>
              </a:cxn>
              <a:cxn ang="0">
                <a:pos x="connsiteX14357" y="connsiteY14357"/>
              </a:cxn>
              <a:cxn ang="0">
                <a:pos x="connsiteX14358" y="connsiteY14358"/>
              </a:cxn>
              <a:cxn ang="0">
                <a:pos x="connsiteX14359" y="connsiteY14359"/>
              </a:cxn>
              <a:cxn ang="0">
                <a:pos x="connsiteX14360" y="connsiteY14360"/>
              </a:cxn>
              <a:cxn ang="0">
                <a:pos x="connsiteX14361" y="connsiteY14361"/>
              </a:cxn>
              <a:cxn ang="0">
                <a:pos x="connsiteX14362" y="connsiteY14362"/>
              </a:cxn>
              <a:cxn ang="0">
                <a:pos x="connsiteX14363" y="connsiteY14363"/>
              </a:cxn>
              <a:cxn ang="0">
                <a:pos x="connsiteX14364" y="connsiteY14364"/>
              </a:cxn>
              <a:cxn ang="0">
                <a:pos x="connsiteX14365" y="connsiteY14365"/>
              </a:cxn>
              <a:cxn ang="0">
                <a:pos x="connsiteX14366" y="connsiteY14366"/>
              </a:cxn>
              <a:cxn ang="0">
                <a:pos x="connsiteX14367" y="connsiteY14367"/>
              </a:cxn>
              <a:cxn ang="0">
                <a:pos x="connsiteX14368" y="connsiteY14368"/>
              </a:cxn>
              <a:cxn ang="0">
                <a:pos x="connsiteX14369" y="connsiteY14369"/>
              </a:cxn>
              <a:cxn ang="0">
                <a:pos x="connsiteX14370" y="connsiteY14370"/>
              </a:cxn>
              <a:cxn ang="0">
                <a:pos x="connsiteX14371" y="connsiteY14371"/>
              </a:cxn>
              <a:cxn ang="0">
                <a:pos x="connsiteX14372" y="connsiteY14372"/>
              </a:cxn>
              <a:cxn ang="0">
                <a:pos x="connsiteX14373" y="connsiteY14373"/>
              </a:cxn>
              <a:cxn ang="0">
                <a:pos x="connsiteX14374" y="connsiteY14374"/>
              </a:cxn>
              <a:cxn ang="0">
                <a:pos x="connsiteX14375" y="connsiteY14375"/>
              </a:cxn>
              <a:cxn ang="0">
                <a:pos x="connsiteX14376" y="connsiteY14376"/>
              </a:cxn>
              <a:cxn ang="0">
                <a:pos x="connsiteX14377" y="connsiteY14377"/>
              </a:cxn>
              <a:cxn ang="0">
                <a:pos x="connsiteX14378" y="connsiteY14378"/>
              </a:cxn>
              <a:cxn ang="0">
                <a:pos x="connsiteX14379" y="connsiteY14379"/>
              </a:cxn>
              <a:cxn ang="0">
                <a:pos x="connsiteX14380" y="connsiteY14380"/>
              </a:cxn>
              <a:cxn ang="0">
                <a:pos x="connsiteX14381" y="connsiteY14381"/>
              </a:cxn>
              <a:cxn ang="0">
                <a:pos x="connsiteX14382" y="connsiteY14382"/>
              </a:cxn>
              <a:cxn ang="0">
                <a:pos x="connsiteX14383" y="connsiteY14383"/>
              </a:cxn>
              <a:cxn ang="0">
                <a:pos x="connsiteX14384" y="connsiteY14384"/>
              </a:cxn>
              <a:cxn ang="0">
                <a:pos x="connsiteX14385" y="connsiteY14385"/>
              </a:cxn>
              <a:cxn ang="0">
                <a:pos x="connsiteX14386" y="connsiteY14386"/>
              </a:cxn>
              <a:cxn ang="0">
                <a:pos x="connsiteX14387" y="connsiteY14387"/>
              </a:cxn>
              <a:cxn ang="0">
                <a:pos x="connsiteX14388" y="connsiteY14388"/>
              </a:cxn>
              <a:cxn ang="0">
                <a:pos x="connsiteX14389" y="connsiteY14389"/>
              </a:cxn>
              <a:cxn ang="0">
                <a:pos x="connsiteX14390" y="connsiteY14390"/>
              </a:cxn>
              <a:cxn ang="0">
                <a:pos x="connsiteX14391" y="connsiteY14391"/>
              </a:cxn>
              <a:cxn ang="0">
                <a:pos x="connsiteX14392" y="connsiteY14392"/>
              </a:cxn>
              <a:cxn ang="0">
                <a:pos x="connsiteX14393" y="connsiteY14393"/>
              </a:cxn>
              <a:cxn ang="0">
                <a:pos x="connsiteX14394" y="connsiteY14394"/>
              </a:cxn>
              <a:cxn ang="0">
                <a:pos x="connsiteX14395" y="connsiteY14395"/>
              </a:cxn>
              <a:cxn ang="0">
                <a:pos x="connsiteX14396" y="connsiteY14396"/>
              </a:cxn>
              <a:cxn ang="0">
                <a:pos x="connsiteX14397" y="connsiteY14397"/>
              </a:cxn>
              <a:cxn ang="0">
                <a:pos x="connsiteX14398" y="connsiteY14398"/>
              </a:cxn>
              <a:cxn ang="0">
                <a:pos x="connsiteX14399" y="connsiteY14399"/>
              </a:cxn>
              <a:cxn ang="0">
                <a:pos x="connsiteX14400" y="connsiteY14400"/>
              </a:cxn>
              <a:cxn ang="0">
                <a:pos x="connsiteX14401" y="connsiteY14401"/>
              </a:cxn>
              <a:cxn ang="0">
                <a:pos x="connsiteX14402" y="connsiteY14402"/>
              </a:cxn>
              <a:cxn ang="0">
                <a:pos x="connsiteX14403" y="connsiteY14403"/>
              </a:cxn>
              <a:cxn ang="0">
                <a:pos x="connsiteX14404" y="connsiteY14404"/>
              </a:cxn>
              <a:cxn ang="0">
                <a:pos x="connsiteX14405" y="connsiteY14405"/>
              </a:cxn>
              <a:cxn ang="0">
                <a:pos x="connsiteX14406" y="connsiteY14406"/>
              </a:cxn>
              <a:cxn ang="0">
                <a:pos x="connsiteX14407" y="connsiteY14407"/>
              </a:cxn>
              <a:cxn ang="0">
                <a:pos x="connsiteX14408" y="connsiteY14408"/>
              </a:cxn>
              <a:cxn ang="0">
                <a:pos x="connsiteX14409" y="connsiteY14409"/>
              </a:cxn>
              <a:cxn ang="0">
                <a:pos x="connsiteX14410" y="connsiteY14410"/>
              </a:cxn>
              <a:cxn ang="0">
                <a:pos x="connsiteX14411" y="connsiteY14411"/>
              </a:cxn>
              <a:cxn ang="0">
                <a:pos x="connsiteX14412" y="connsiteY14412"/>
              </a:cxn>
              <a:cxn ang="0">
                <a:pos x="connsiteX14413" y="connsiteY14413"/>
              </a:cxn>
              <a:cxn ang="0">
                <a:pos x="connsiteX14414" y="connsiteY14414"/>
              </a:cxn>
              <a:cxn ang="0">
                <a:pos x="connsiteX14415" y="connsiteY14415"/>
              </a:cxn>
              <a:cxn ang="0">
                <a:pos x="connsiteX14416" y="connsiteY14416"/>
              </a:cxn>
              <a:cxn ang="0">
                <a:pos x="connsiteX14417" y="connsiteY14417"/>
              </a:cxn>
              <a:cxn ang="0">
                <a:pos x="connsiteX14418" y="connsiteY14418"/>
              </a:cxn>
              <a:cxn ang="0">
                <a:pos x="connsiteX14419" y="connsiteY14419"/>
              </a:cxn>
              <a:cxn ang="0">
                <a:pos x="connsiteX14420" y="connsiteY14420"/>
              </a:cxn>
              <a:cxn ang="0">
                <a:pos x="connsiteX14421" y="connsiteY14421"/>
              </a:cxn>
              <a:cxn ang="0">
                <a:pos x="connsiteX14422" y="connsiteY14422"/>
              </a:cxn>
              <a:cxn ang="0">
                <a:pos x="connsiteX14423" y="connsiteY14423"/>
              </a:cxn>
              <a:cxn ang="0">
                <a:pos x="connsiteX14424" y="connsiteY14424"/>
              </a:cxn>
              <a:cxn ang="0">
                <a:pos x="connsiteX14425" y="connsiteY14425"/>
              </a:cxn>
              <a:cxn ang="0">
                <a:pos x="connsiteX14426" y="connsiteY14426"/>
              </a:cxn>
              <a:cxn ang="0">
                <a:pos x="connsiteX14427" y="connsiteY14427"/>
              </a:cxn>
              <a:cxn ang="0">
                <a:pos x="connsiteX14428" y="connsiteY14428"/>
              </a:cxn>
              <a:cxn ang="0">
                <a:pos x="connsiteX14429" y="connsiteY14429"/>
              </a:cxn>
              <a:cxn ang="0">
                <a:pos x="connsiteX14430" y="connsiteY14430"/>
              </a:cxn>
              <a:cxn ang="0">
                <a:pos x="connsiteX14431" y="connsiteY14431"/>
              </a:cxn>
              <a:cxn ang="0">
                <a:pos x="connsiteX14432" y="connsiteY14432"/>
              </a:cxn>
              <a:cxn ang="0">
                <a:pos x="connsiteX14433" y="connsiteY14433"/>
              </a:cxn>
              <a:cxn ang="0">
                <a:pos x="connsiteX14434" y="connsiteY14434"/>
              </a:cxn>
              <a:cxn ang="0">
                <a:pos x="connsiteX14435" y="connsiteY14435"/>
              </a:cxn>
              <a:cxn ang="0">
                <a:pos x="connsiteX14436" y="connsiteY14436"/>
              </a:cxn>
              <a:cxn ang="0">
                <a:pos x="connsiteX14437" y="connsiteY14437"/>
              </a:cxn>
              <a:cxn ang="0">
                <a:pos x="connsiteX14438" y="connsiteY14438"/>
              </a:cxn>
              <a:cxn ang="0">
                <a:pos x="connsiteX14439" y="connsiteY14439"/>
              </a:cxn>
              <a:cxn ang="0">
                <a:pos x="connsiteX14440" y="connsiteY14440"/>
              </a:cxn>
              <a:cxn ang="0">
                <a:pos x="connsiteX14441" y="connsiteY14441"/>
              </a:cxn>
              <a:cxn ang="0">
                <a:pos x="connsiteX14442" y="connsiteY14442"/>
              </a:cxn>
              <a:cxn ang="0">
                <a:pos x="connsiteX14443" y="connsiteY14443"/>
              </a:cxn>
              <a:cxn ang="0">
                <a:pos x="connsiteX14444" y="connsiteY14444"/>
              </a:cxn>
              <a:cxn ang="0">
                <a:pos x="connsiteX14445" y="connsiteY14445"/>
              </a:cxn>
              <a:cxn ang="0">
                <a:pos x="connsiteX14446" y="connsiteY14446"/>
              </a:cxn>
              <a:cxn ang="0">
                <a:pos x="connsiteX14447" y="connsiteY14447"/>
              </a:cxn>
              <a:cxn ang="0">
                <a:pos x="connsiteX14448" y="connsiteY14448"/>
              </a:cxn>
              <a:cxn ang="0">
                <a:pos x="connsiteX14449" y="connsiteY14449"/>
              </a:cxn>
              <a:cxn ang="0">
                <a:pos x="connsiteX14450" y="connsiteY14450"/>
              </a:cxn>
              <a:cxn ang="0">
                <a:pos x="connsiteX14451" y="connsiteY14451"/>
              </a:cxn>
              <a:cxn ang="0">
                <a:pos x="connsiteX14452" y="connsiteY14452"/>
              </a:cxn>
              <a:cxn ang="0">
                <a:pos x="connsiteX14453" y="connsiteY14453"/>
              </a:cxn>
              <a:cxn ang="0">
                <a:pos x="connsiteX14454" y="connsiteY14454"/>
              </a:cxn>
              <a:cxn ang="0">
                <a:pos x="connsiteX14455" y="connsiteY14455"/>
              </a:cxn>
              <a:cxn ang="0">
                <a:pos x="connsiteX14456" y="connsiteY14456"/>
              </a:cxn>
              <a:cxn ang="0">
                <a:pos x="connsiteX14457" y="connsiteY14457"/>
              </a:cxn>
              <a:cxn ang="0">
                <a:pos x="connsiteX14458" y="connsiteY14458"/>
              </a:cxn>
              <a:cxn ang="0">
                <a:pos x="connsiteX14459" y="connsiteY14459"/>
              </a:cxn>
              <a:cxn ang="0">
                <a:pos x="connsiteX14460" y="connsiteY14460"/>
              </a:cxn>
              <a:cxn ang="0">
                <a:pos x="connsiteX14461" y="connsiteY14461"/>
              </a:cxn>
              <a:cxn ang="0">
                <a:pos x="connsiteX14462" y="connsiteY14462"/>
              </a:cxn>
              <a:cxn ang="0">
                <a:pos x="connsiteX14463" y="connsiteY14463"/>
              </a:cxn>
              <a:cxn ang="0">
                <a:pos x="connsiteX14464" y="connsiteY14464"/>
              </a:cxn>
              <a:cxn ang="0">
                <a:pos x="connsiteX14465" y="connsiteY14465"/>
              </a:cxn>
              <a:cxn ang="0">
                <a:pos x="connsiteX14466" y="connsiteY14466"/>
              </a:cxn>
              <a:cxn ang="0">
                <a:pos x="connsiteX14467" y="connsiteY14467"/>
              </a:cxn>
              <a:cxn ang="0">
                <a:pos x="connsiteX14468" y="connsiteY14468"/>
              </a:cxn>
              <a:cxn ang="0">
                <a:pos x="connsiteX14469" y="connsiteY14469"/>
              </a:cxn>
              <a:cxn ang="0">
                <a:pos x="connsiteX14470" y="connsiteY14470"/>
              </a:cxn>
              <a:cxn ang="0">
                <a:pos x="connsiteX14471" y="connsiteY14471"/>
              </a:cxn>
              <a:cxn ang="0">
                <a:pos x="connsiteX14472" y="connsiteY14472"/>
              </a:cxn>
              <a:cxn ang="0">
                <a:pos x="connsiteX14473" y="connsiteY14473"/>
              </a:cxn>
              <a:cxn ang="0">
                <a:pos x="connsiteX14474" y="connsiteY14474"/>
              </a:cxn>
              <a:cxn ang="0">
                <a:pos x="connsiteX14475" y="connsiteY14475"/>
              </a:cxn>
              <a:cxn ang="0">
                <a:pos x="connsiteX14476" y="connsiteY14476"/>
              </a:cxn>
              <a:cxn ang="0">
                <a:pos x="connsiteX14477" y="connsiteY14477"/>
              </a:cxn>
              <a:cxn ang="0">
                <a:pos x="connsiteX14478" y="connsiteY14478"/>
              </a:cxn>
              <a:cxn ang="0">
                <a:pos x="connsiteX14479" y="connsiteY14479"/>
              </a:cxn>
              <a:cxn ang="0">
                <a:pos x="connsiteX14480" y="connsiteY14480"/>
              </a:cxn>
              <a:cxn ang="0">
                <a:pos x="connsiteX14481" y="connsiteY14481"/>
              </a:cxn>
              <a:cxn ang="0">
                <a:pos x="connsiteX14482" y="connsiteY14482"/>
              </a:cxn>
              <a:cxn ang="0">
                <a:pos x="connsiteX14483" y="connsiteY14483"/>
              </a:cxn>
              <a:cxn ang="0">
                <a:pos x="connsiteX14484" y="connsiteY14484"/>
              </a:cxn>
              <a:cxn ang="0">
                <a:pos x="connsiteX14485" y="connsiteY14485"/>
              </a:cxn>
              <a:cxn ang="0">
                <a:pos x="connsiteX14486" y="connsiteY14486"/>
              </a:cxn>
              <a:cxn ang="0">
                <a:pos x="connsiteX14487" y="connsiteY14487"/>
              </a:cxn>
              <a:cxn ang="0">
                <a:pos x="connsiteX14488" y="connsiteY14488"/>
              </a:cxn>
              <a:cxn ang="0">
                <a:pos x="connsiteX14489" y="connsiteY14489"/>
              </a:cxn>
              <a:cxn ang="0">
                <a:pos x="connsiteX14490" y="connsiteY14490"/>
              </a:cxn>
              <a:cxn ang="0">
                <a:pos x="connsiteX14491" y="connsiteY14491"/>
              </a:cxn>
              <a:cxn ang="0">
                <a:pos x="connsiteX14492" y="connsiteY14492"/>
              </a:cxn>
              <a:cxn ang="0">
                <a:pos x="connsiteX14493" y="connsiteY14493"/>
              </a:cxn>
              <a:cxn ang="0">
                <a:pos x="connsiteX14494" y="connsiteY14494"/>
              </a:cxn>
              <a:cxn ang="0">
                <a:pos x="connsiteX14495" y="connsiteY14495"/>
              </a:cxn>
              <a:cxn ang="0">
                <a:pos x="connsiteX14496" y="connsiteY14496"/>
              </a:cxn>
              <a:cxn ang="0">
                <a:pos x="connsiteX14497" y="connsiteY14497"/>
              </a:cxn>
              <a:cxn ang="0">
                <a:pos x="connsiteX14498" y="connsiteY14498"/>
              </a:cxn>
              <a:cxn ang="0">
                <a:pos x="connsiteX14499" y="connsiteY14499"/>
              </a:cxn>
              <a:cxn ang="0">
                <a:pos x="connsiteX14500" y="connsiteY14500"/>
              </a:cxn>
              <a:cxn ang="0">
                <a:pos x="connsiteX14501" y="connsiteY14501"/>
              </a:cxn>
              <a:cxn ang="0">
                <a:pos x="connsiteX14502" y="connsiteY14502"/>
              </a:cxn>
              <a:cxn ang="0">
                <a:pos x="connsiteX14503" y="connsiteY14503"/>
              </a:cxn>
              <a:cxn ang="0">
                <a:pos x="connsiteX14504" y="connsiteY14504"/>
              </a:cxn>
              <a:cxn ang="0">
                <a:pos x="connsiteX14505" y="connsiteY14505"/>
              </a:cxn>
              <a:cxn ang="0">
                <a:pos x="connsiteX14506" y="connsiteY14506"/>
              </a:cxn>
              <a:cxn ang="0">
                <a:pos x="connsiteX14507" y="connsiteY14507"/>
              </a:cxn>
              <a:cxn ang="0">
                <a:pos x="connsiteX14508" y="connsiteY14508"/>
              </a:cxn>
              <a:cxn ang="0">
                <a:pos x="connsiteX14509" y="connsiteY14509"/>
              </a:cxn>
              <a:cxn ang="0">
                <a:pos x="connsiteX14510" y="connsiteY14510"/>
              </a:cxn>
              <a:cxn ang="0">
                <a:pos x="connsiteX14511" y="connsiteY14511"/>
              </a:cxn>
              <a:cxn ang="0">
                <a:pos x="connsiteX14512" y="connsiteY14512"/>
              </a:cxn>
              <a:cxn ang="0">
                <a:pos x="connsiteX14513" y="connsiteY14513"/>
              </a:cxn>
              <a:cxn ang="0">
                <a:pos x="connsiteX14514" y="connsiteY14514"/>
              </a:cxn>
              <a:cxn ang="0">
                <a:pos x="connsiteX14515" y="connsiteY14515"/>
              </a:cxn>
              <a:cxn ang="0">
                <a:pos x="connsiteX14516" y="connsiteY14516"/>
              </a:cxn>
              <a:cxn ang="0">
                <a:pos x="connsiteX14517" y="connsiteY14517"/>
              </a:cxn>
              <a:cxn ang="0">
                <a:pos x="connsiteX14518" y="connsiteY14518"/>
              </a:cxn>
              <a:cxn ang="0">
                <a:pos x="connsiteX14519" y="connsiteY14519"/>
              </a:cxn>
              <a:cxn ang="0">
                <a:pos x="connsiteX14520" y="connsiteY14520"/>
              </a:cxn>
              <a:cxn ang="0">
                <a:pos x="connsiteX14521" y="connsiteY14521"/>
              </a:cxn>
              <a:cxn ang="0">
                <a:pos x="connsiteX14522" y="connsiteY14522"/>
              </a:cxn>
              <a:cxn ang="0">
                <a:pos x="connsiteX14523" y="connsiteY14523"/>
              </a:cxn>
              <a:cxn ang="0">
                <a:pos x="connsiteX14524" y="connsiteY14524"/>
              </a:cxn>
              <a:cxn ang="0">
                <a:pos x="connsiteX14525" y="connsiteY14525"/>
              </a:cxn>
              <a:cxn ang="0">
                <a:pos x="connsiteX14526" y="connsiteY14526"/>
              </a:cxn>
              <a:cxn ang="0">
                <a:pos x="connsiteX14527" y="connsiteY14527"/>
              </a:cxn>
              <a:cxn ang="0">
                <a:pos x="connsiteX14528" y="connsiteY14528"/>
              </a:cxn>
              <a:cxn ang="0">
                <a:pos x="connsiteX14529" y="connsiteY14529"/>
              </a:cxn>
              <a:cxn ang="0">
                <a:pos x="connsiteX14530" y="connsiteY14530"/>
              </a:cxn>
              <a:cxn ang="0">
                <a:pos x="connsiteX14531" y="connsiteY14531"/>
              </a:cxn>
              <a:cxn ang="0">
                <a:pos x="connsiteX14532" y="connsiteY14532"/>
              </a:cxn>
              <a:cxn ang="0">
                <a:pos x="connsiteX14533" y="connsiteY14533"/>
              </a:cxn>
              <a:cxn ang="0">
                <a:pos x="connsiteX14534" y="connsiteY14534"/>
              </a:cxn>
              <a:cxn ang="0">
                <a:pos x="connsiteX14535" y="connsiteY14535"/>
              </a:cxn>
              <a:cxn ang="0">
                <a:pos x="connsiteX14536" y="connsiteY14536"/>
              </a:cxn>
              <a:cxn ang="0">
                <a:pos x="connsiteX14537" y="connsiteY14537"/>
              </a:cxn>
              <a:cxn ang="0">
                <a:pos x="connsiteX14538" y="connsiteY14538"/>
              </a:cxn>
              <a:cxn ang="0">
                <a:pos x="connsiteX14539" y="connsiteY14539"/>
              </a:cxn>
              <a:cxn ang="0">
                <a:pos x="connsiteX14540" y="connsiteY14540"/>
              </a:cxn>
              <a:cxn ang="0">
                <a:pos x="connsiteX14541" y="connsiteY14541"/>
              </a:cxn>
              <a:cxn ang="0">
                <a:pos x="connsiteX14542" y="connsiteY14542"/>
              </a:cxn>
              <a:cxn ang="0">
                <a:pos x="connsiteX14543" y="connsiteY14543"/>
              </a:cxn>
              <a:cxn ang="0">
                <a:pos x="connsiteX14544" y="connsiteY14544"/>
              </a:cxn>
              <a:cxn ang="0">
                <a:pos x="connsiteX14545" y="connsiteY14545"/>
              </a:cxn>
              <a:cxn ang="0">
                <a:pos x="connsiteX14546" y="connsiteY14546"/>
              </a:cxn>
              <a:cxn ang="0">
                <a:pos x="connsiteX14547" y="connsiteY14547"/>
              </a:cxn>
              <a:cxn ang="0">
                <a:pos x="connsiteX14548" y="connsiteY14548"/>
              </a:cxn>
              <a:cxn ang="0">
                <a:pos x="connsiteX14549" y="connsiteY14549"/>
              </a:cxn>
              <a:cxn ang="0">
                <a:pos x="connsiteX14550" y="connsiteY14550"/>
              </a:cxn>
              <a:cxn ang="0">
                <a:pos x="connsiteX14551" y="connsiteY14551"/>
              </a:cxn>
              <a:cxn ang="0">
                <a:pos x="connsiteX14552" y="connsiteY14552"/>
              </a:cxn>
              <a:cxn ang="0">
                <a:pos x="connsiteX14553" y="connsiteY14553"/>
              </a:cxn>
              <a:cxn ang="0">
                <a:pos x="connsiteX14554" y="connsiteY14554"/>
              </a:cxn>
              <a:cxn ang="0">
                <a:pos x="connsiteX14555" y="connsiteY14555"/>
              </a:cxn>
              <a:cxn ang="0">
                <a:pos x="connsiteX14556" y="connsiteY14556"/>
              </a:cxn>
              <a:cxn ang="0">
                <a:pos x="connsiteX14557" y="connsiteY14557"/>
              </a:cxn>
              <a:cxn ang="0">
                <a:pos x="connsiteX14558" y="connsiteY14558"/>
              </a:cxn>
              <a:cxn ang="0">
                <a:pos x="connsiteX14559" y="connsiteY14559"/>
              </a:cxn>
              <a:cxn ang="0">
                <a:pos x="connsiteX14560" y="connsiteY14560"/>
              </a:cxn>
              <a:cxn ang="0">
                <a:pos x="connsiteX14561" y="connsiteY14561"/>
              </a:cxn>
              <a:cxn ang="0">
                <a:pos x="connsiteX14562" y="connsiteY14562"/>
              </a:cxn>
              <a:cxn ang="0">
                <a:pos x="connsiteX14563" y="connsiteY14563"/>
              </a:cxn>
              <a:cxn ang="0">
                <a:pos x="connsiteX14564" y="connsiteY14564"/>
              </a:cxn>
              <a:cxn ang="0">
                <a:pos x="connsiteX14565" y="connsiteY14565"/>
              </a:cxn>
              <a:cxn ang="0">
                <a:pos x="connsiteX14566" y="connsiteY14566"/>
              </a:cxn>
              <a:cxn ang="0">
                <a:pos x="connsiteX14567" y="connsiteY14567"/>
              </a:cxn>
              <a:cxn ang="0">
                <a:pos x="connsiteX14568" y="connsiteY14568"/>
              </a:cxn>
              <a:cxn ang="0">
                <a:pos x="connsiteX14569" y="connsiteY14569"/>
              </a:cxn>
              <a:cxn ang="0">
                <a:pos x="connsiteX14570" y="connsiteY14570"/>
              </a:cxn>
              <a:cxn ang="0">
                <a:pos x="connsiteX14571" y="connsiteY14571"/>
              </a:cxn>
              <a:cxn ang="0">
                <a:pos x="connsiteX14572" y="connsiteY14572"/>
              </a:cxn>
              <a:cxn ang="0">
                <a:pos x="connsiteX14573" y="connsiteY14573"/>
              </a:cxn>
              <a:cxn ang="0">
                <a:pos x="connsiteX14574" y="connsiteY14574"/>
              </a:cxn>
              <a:cxn ang="0">
                <a:pos x="connsiteX14575" y="connsiteY14575"/>
              </a:cxn>
              <a:cxn ang="0">
                <a:pos x="connsiteX14576" y="connsiteY14576"/>
              </a:cxn>
              <a:cxn ang="0">
                <a:pos x="connsiteX14577" y="connsiteY14577"/>
              </a:cxn>
              <a:cxn ang="0">
                <a:pos x="connsiteX14578" y="connsiteY14578"/>
              </a:cxn>
              <a:cxn ang="0">
                <a:pos x="connsiteX14579" y="connsiteY14579"/>
              </a:cxn>
              <a:cxn ang="0">
                <a:pos x="connsiteX14580" y="connsiteY14580"/>
              </a:cxn>
              <a:cxn ang="0">
                <a:pos x="connsiteX14581" y="connsiteY14581"/>
              </a:cxn>
              <a:cxn ang="0">
                <a:pos x="connsiteX14582" y="connsiteY14582"/>
              </a:cxn>
              <a:cxn ang="0">
                <a:pos x="connsiteX14583" y="connsiteY14583"/>
              </a:cxn>
              <a:cxn ang="0">
                <a:pos x="connsiteX14584" y="connsiteY14584"/>
              </a:cxn>
              <a:cxn ang="0">
                <a:pos x="connsiteX14585" y="connsiteY14585"/>
              </a:cxn>
              <a:cxn ang="0">
                <a:pos x="connsiteX14586" y="connsiteY14586"/>
              </a:cxn>
              <a:cxn ang="0">
                <a:pos x="connsiteX14587" y="connsiteY14587"/>
              </a:cxn>
              <a:cxn ang="0">
                <a:pos x="connsiteX14588" y="connsiteY14588"/>
              </a:cxn>
              <a:cxn ang="0">
                <a:pos x="connsiteX14589" y="connsiteY14589"/>
              </a:cxn>
              <a:cxn ang="0">
                <a:pos x="connsiteX14590" y="connsiteY14590"/>
              </a:cxn>
              <a:cxn ang="0">
                <a:pos x="connsiteX14591" y="connsiteY14591"/>
              </a:cxn>
              <a:cxn ang="0">
                <a:pos x="connsiteX14592" y="connsiteY14592"/>
              </a:cxn>
              <a:cxn ang="0">
                <a:pos x="connsiteX14593" y="connsiteY14593"/>
              </a:cxn>
              <a:cxn ang="0">
                <a:pos x="connsiteX14594" y="connsiteY14594"/>
              </a:cxn>
              <a:cxn ang="0">
                <a:pos x="connsiteX14595" y="connsiteY14595"/>
              </a:cxn>
              <a:cxn ang="0">
                <a:pos x="connsiteX14596" y="connsiteY14596"/>
              </a:cxn>
              <a:cxn ang="0">
                <a:pos x="connsiteX14597" y="connsiteY14597"/>
              </a:cxn>
              <a:cxn ang="0">
                <a:pos x="connsiteX14598" y="connsiteY14598"/>
              </a:cxn>
              <a:cxn ang="0">
                <a:pos x="connsiteX14599" y="connsiteY14599"/>
              </a:cxn>
              <a:cxn ang="0">
                <a:pos x="connsiteX14600" y="connsiteY14600"/>
              </a:cxn>
              <a:cxn ang="0">
                <a:pos x="connsiteX14601" y="connsiteY14601"/>
              </a:cxn>
              <a:cxn ang="0">
                <a:pos x="connsiteX14602" y="connsiteY14602"/>
              </a:cxn>
              <a:cxn ang="0">
                <a:pos x="connsiteX14603" y="connsiteY14603"/>
              </a:cxn>
              <a:cxn ang="0">
                <a:pos x="connsiteX14604" y="connsiteY14604"/>
              </a:cxn>
              <a:cxn ang="0">
                <a:pos x="connsiteX14605" y="connsiteY14605"/>
              </a:cxn>
              <a:cxn ang="0">
                <a:pos x="connsiteX14606" y="connsiteY14606"/>
              </a:cxn>
              <a:cxn ang="0">
                <a:pos x="connsiteX14607" y="connsiteY14607"/>
              </a:cxn>
              <a:cxn ang="0">
                <a:pos x="connsiteX14608" y="connsiteY14608"/>
              </a:cxn>
              <a:cxn ang="0">
                <a:pos x="connsiteX14609" y="connsiteY14609"/>
              </a:cxn>
              <a:cxn ang="0">
                <a:pos x="connsiteX14610" y="connsiteY14610"/>
              </a:cxn>
              <a:cxn ang="0">
                <a:pos x="connsiteX14611" y="connsiteY14611"/>
              </a:cxn>
              <a:cxn ang="0">
                <a:pos x="connsiteX14612" y="connsiteY14612"/>
              </a:cxn>
              <a:cxn ang="0">
                <a:pos x="connsiteX14613" y="connsiteY14613"/>
              </a:cxn>
              <a:cxn ang="0">
                <a:pos x="connsiteX14614" y="connsiteY14614"/>
              </a:cxn>
              <a:cxn ang="0">
                <a:pos x="connsiteX14615" y="connsiteY14615"/>
              </a:cxn>
              <a:cxn ang="0">
                <a:pos x="connsiteX14616" y="connsiteY14616"/>
              </a:cxn>
              <a:cxn ang="0">
                <a:pos x="connsiteX14617" y="connsiteY14617"/>
              </a:cxn>
              <a:cxn ang="0">
                <a:pos x="connsiteX14618" y="connsiteY14618"/>
              </a:cxn>
              <a:cxn ang="0">
                <a:pos x="connsiteX14619" y="connsiteY14619"/>
              </a:cxn>
              <a:cxn ang="0">
                <a:pos x="connsiteX14620" y="connsiteY14620"/>
              </a:cxn>
              <a:cxn ang="0">
                <a:pos x="connsiteX14621" y="connsiteY14621"/>
              </a:cxn>
              <a:cxn ang="0">
                <a:pos x="connsiteX14622" y="connsiteY14622"/>
              </a:cxn>
              <a:cxn ang="0">
                <a:pos x="connsiteX14623" y="connsiteY14623"/>
              </a:cxn>
              <a:cxn ang="0">
                <a:pos x="connsiteX14624" y="connsiteY14624"/>
              </a:cxn>
              <a:cxn ang="0">
                <a:pos x="connsiteX14625" y="connsiteY14625"/>
              </a:cxn>
              <a:cxn ang="0">
                <a:pos x="connsiteX14626" y="connsiteY14626"/>
              </a:cxn>
              <a:cxn ang="0">
                <a:pos x="connsiteX14627" y="connsiteY14627"/>
              </a:cxn>
              <a:cxn ang="0">
                <a:pos x="connsiteX14628" y="connsiteY14628"/>
              </a:cxn>
              <a:cxn ang="0">
                <a:pos x="connsiteX14629" y="connsiteY14629"/>
              </a:cxn>
              <a:cxn ang="0">
                <a:pos x="connsiteX14630" y="connsiteY14630"/>
              </a:cxn>
              <a:cxn ang="0">
                <a:pos x="connsiteX14631" y="connsiteY14631"/>
              </a:cxn>
              <a:cxn ang="0">
                <a:pos x="connsiteX14632" y="connsiteY14632"/>
              </a:cxn>
              <a:cxn ang="0">
                <a:pos x="connsiteX14633" y="connsiteY14633"/>
              </a:cxn>
              <a:cxn ang="0">
                <a:pos x="connsiteX14634" y="connsiteY14634"/>
              </a:cxn>
              <a:cxn ang="0">
                <a:pos x="connsiteX14635" y="connsiteY14635"/>
              </a:cxn>
              <a:cxn ang="0">
                <a:pos x="connsiteX14636" y="connsiteY14636"/>
              </a:cxn>
              <a:cxn ang="0">
                <a:pos x="connsiteX14637" y="connsiteY14637"/>
              </a:cxn>
              <a:cxn ang="0">
                <a:pos x="connsiteX14638" y="connsiteY14638"/>
              </a:cxn>
              <a:cxn ang="0">
                <a:pos x="connsiteX14639" y="connsiteY14639"/>
              </a:cxn>
              <a:cxn ang="0">
                <a:pos x="connsiteX14640" y="connsiteY14640"/>
              </a:cxn>
              <a:cxn ang="0">
                <a:pos x="connsiteX14641" y="connsiteY14641"/>
              </a:cxn>
              <a:cxn ang="0">
                <a:pos x="connsiteX14642" y="connsiteY14642"/>
              </a:cxn>
              <a:cxn ang="0">
                <a:pos x="connsiteX14643" y="connsiteY14643"/>
              </a:cxn>
              <a:cxn ang="0">
                <a:pos x="connsiteX14644" y="connsiteY14644"/>
              </a:cxn>
              <a:cxn ang="0">
                <a:pos x="connsiteX14645" y="connsiteY14645"/>
              </a:cxn>
              <a:cxn ang="0">
                <a:pos x="connsiteX14646" y="connsiteY14646"/>
              </a:cxn>
              <a:cxn ang="0">
                <a:pos x="connsiteX14647" y="connsiteY14647"/>
              </a:cxn>
              <a:cxn ang="0">
                <a:pos x="connsiteX14648" y="connsiteY14648"/>
              </a:cxn>
              <a:cxn ang="0">
                <a:pos x="connsiteX14649" y="connsiteY14649"/>
              </a:cxn>
              <a:cxn ang="0">
                <a:pos x="connsiteX14650" y="connsiteY14650"/>
              </a:cxn>
              <a:cxn ang="0">
                <a:pos x="connsiteX14651" y="connsiteY14651"/>
              </a:cxn>
              <a:cxn ang="0">
                <a:pos x="connsiteX14652" y="connsiteY14652"/>
              </a:cxn>
              <a:cxn ang="0">
                <a:pos x="connsiteX14653" y="connsiteY14653"/>
              </a:cxn>
              <a:cxn ang="0">
                <a:pos x="connsiteX14654" y="connsiteY14654"/>
              </a:cxn>
              <a:cxn ang="0">
                <a:pos x="connsiteX14655" y="connsiteY14655"/>
              </a:cxn>
              <a:cxn ang="0">
                <a:pos x="connsiteX14656" y="connsiteY14656"/>
              </a:cxn>
              <a:cxn ang="0">
                <a:pos x="connsiteX14657" y="connsiteY14657"/>
              </a:cxn>
              <a:cxn ang="0">
                <a:pos x="connsiteX14658" y="connsiteY14658"/>
              </a:cxn>
              <a:cxn ang="0">
                <a:pos x="connsiteX14659" y="connsiteY14659"/>
              </a:cxn>
              <a:cxn ang="0">
                <a:pos x="connsiteX14660" y="connsiteY14660"/>
              </a:cxn>
              <a:cxn ang="0">
                <a:pos x="connsiteX14661" y="connsiteY14661"/>
              </a:cxn>
              <a:cxn ang="0">
                <a:pos x="connsiteX14662" y="connsiteY14662"/>
              </a:cxn>
              <a:cxn ang="0">
                <a:pos x="connsiteX14663" y="connsiteY14663"/>
              </a:cxn>
              <a:cxn ang="0">
                <a:pos x="connsiteX14664" y="connsiteY14664"/>
              </a:cxn>
              <a:cxn ang="0">
                <a:pos x="connsiteX14665" y="connsiteY14665"/>
              </a:cxn>
              <a:cxn ang="0">
                <a:pos x="connsiteX14666" y="connsiteY14666"/>
              </a:cxn>
              <a:cxn ang="0">
                <a:pos x="connsiteX14667" y="connsiteY14667"/>
              </a:cxn>
              <a:cxn ang="0">
                <a:pos x="connsiteX14668" y="connsiteY14668"/>
              </a:cxn>
              <a:cxn ang="0">
                <a:pos x="connsiteX14669" y="connsiteY14669"/>
              </a:cxn>
              <a:cxn ang="0">
                <a:pos x="connsiteX14670" y="connsiteY14670"/>
              </a:cxn>
              <a:cxn ang="0">
                <a:pos x="connsiteX14671" y="connsiteY14671"/>
              </a:cxn>
              <a:cxn ang="0">
                <a:pos x="connsiteX14672" y="connsiteY14672"/>
              </a:cxn>
              <a:cxn ang="0">
                <a:pos x="connsiteX14673" y="connsiteY14673"/>
              </a:cxn>
              <a:cxn ang="0">
                <a:pos x="connsiteX14674" y="connsiteY14674"/>
              </a:cxn>
              <a:cxn ang="0">
                <a:pos x="connsiteX14675" y="connsiteY14675"/>
              </a:cxn>
              <a:cxn ang="0">
                <a:pos x="connsiteX14676" y="connsiteY14676"/>
              </a:cxn>
              <a:cxn ang="0">
                <a:pos x="connsiteX14677" y="connsiteY14677"/>
              </a:cxn>
              <a:cxn ang="0">
                <a:pos x="connsiteX14678" y="connsiteY14678"/>
              </a:cxn>
              <a:cxn ang="0">
                <a:pos x="connsiteX14679" y="connsiteY14679"/>
              </a:cxn>
              <a:cxn ang="0">
                <a:pos x="connsiteX14680" y="connsiteY14680"/>
              </a:cxn>
              <a:cxn ang="0">
                <a:pos x="connsiteX14681" y="connsiteY14681"/>
              </a:cxn>
              <a:cxn ang="0">
                <a:pos x="connsiteX14682" y="connsiteY14682"/>
              </a:cxn>
              <a:cxn ang="0">
                <a:pos x="connsiteX14683" y="connsiteY14683"/>
              </a:cxn>
              <a:cxn ang="0">
                <a:pos x="connsiteX14684" y="connsiteY14684"/>
              </a:cxn>
              <a:cxn ang="0">
                <a:pos x="connsiteX14685" y="connsiteY14685"/>
              </a:cxn>
              <a:cxn ang="0">
                <a:pos x="connsiteX14686" y="connsiteY14686"/>
              </a:cxn>
              <a:cxn ang="0">
                <a:pos x="connsiteX14687" y="connsiteY14687"/>
              </a:cxn>
              <a:cxn ang="0">
                <a:pos x="connsiteX14688" y="connsiteY14688"/>
              </a:cxn>
              <a:cxn ang="0">
                <a:pos x="connsiteX14689" y="connsiteY14689"/>
              </a:cxn>
              <a:cxn ang="0">
                <a:pos x="connsiteX14690" y="connsiteY14690"/>
              </a:cxn>
              <a:cxn ang="0">
                <a:pos x="connsiteX14691" y="connsiteY14691"/>
              </a:cxn>
              <a:cxn ang="0">
                <a:pos x="connsiteX14692" y="connsiteY14692"/>
              </a:cxn>
              <a:cxn ang="0">
                <a:pos x="connsiteX14693" y="connsiteY14693"/>
              </a:cxn>
              <a:cxn ang="0">
                <a:pos x="connsiteX14694" y="connsiteY14694"/>
              </a:cxn>
              <a:cxn ang="0">
                <a:pos x="connsiteX14695" y="connsiteY14695"/>
              </a:cxn>
              <a:cxn ang="0">
                <a:pos x="connsiteX14696" y="connsiteY14696"/>
              </a:cxn>
              <a:cxn ang="0">
                <a:pos x="connsiteX14697" y="connsiteY14697"/>
              </a:cxn>
              <a:cxn ang="0">
                <a:pos x="connsiteX14698" y="connsiteY14698"/>
              </a:cxn>
              <a:cxn ang="0">
                <a:pos x="connsiteX14699" y="connsiteY14699"/>
              </a:cxn>
              <a:cxn ang="0">
                <a:pos x="connsiteX14700" y="connsiteY14700"/>
              </a:cxn>
              <a:cxn ang="0">
                <a:pos x="connsiteX14701" y="connsiteY14701"/>
              </a:cxn>
              <a:cxn ang="0">
                <a:pos x="connsiteX14702" y="connsiteY14702"/>
              </a:cxn>
              <a:cxn ang="0">
                <a:pos x="connsiteX14703" y="connsiteY14703"/>
              </a:cxn>
              <a:cxn ang="0">
                <a:pos x="connsiteX14704" y="connsiteY14704"/>
              </a:cxn>
              <a:cxn ang="0">
                <a:pos x="connsiteX14705" y="connsiteY14705"/>
              </a:cxn>
              <a:cxn ang="0">
                <a:pos x="connsiteX14706" y="connsiteY14706"/>
              </a:cxn>
              <a:cxn ang="0">
                <a:pos x="connsiteX14707" y="connsiteY14707"/>
              </a:cxn>
              <a:cxn ang="0">
                <a:pos x="connsiteX14708" y="connsiteY14708"/>
              </a:cxn>
              <a:cxn ang="0">
                <a:pos x="connsiteX14709" y="connsiteY14709"/>
              </a:cxn>
              <a:cxn ang="0">
                <a:pos x="connsiteX14710" y="connsiteY14710"/>
              </a:cxn>
              <a:cxn ang="0">
                <a:pos x="connsiteX14711" y="connsiteY14711"/>
              </a:cxn>
              <a:cxn ang="0">
                <a:pos x="connsiteX14712" y="connsiteY14712"/>
              </a:cxn>
              <a:cxn ang="0">
                <a:pos x="connsiteX14713" y="connsiteY14713"/>
              </a:cxn>
              <a:cxn ang="0">
                <a:pos x="connsiteX14714" y="connsiteY14714"/>
              </a:cxn>
              <a:cxn ang="0">
                <a:pos x="connsiteX14715" y="connsiteY14715"/>
              </a:cxn>
              <a:cxn ang="0">
                <a:pos x="connsiteX14716" y="connsiteY14716"/>
              </a:cxn>
              <a:cxn ang="0">
                <a:pos x="connsiteX14717" y="connsiteY14717"/>
              </a:cxn>
              <a:cxn ang="0">
                <a:pos x="connsiteX14718" y="connsiteY14718"/>
              </a:cxn>
              <a:cxn ang="0">
                <a:pos x="connsiteX14719" y="connsiteY14719"/>
              </a:cxn>
              <a:cxn ang="0">
                <a:pos x="connsiteX14720" y="connsiteY14720"/>
              </a:cxn>
              <a:cxn ang="0">
                <a:pos x="connsiteX14721" y="connsiteY14721"/>
              </a:cxn>
              <a:cxn ang="0">
                <a:pos x="connsiteX14722" y="connsiteY14722"/>
              </a:cxn>
              <a:cxn ang="0">
                <a:pos x="connsiteX14723" y="connsiteY14723"/>
              </a:cxn>
              <a:cxn ang="0">
                <a:pos x="connsiteX14724" y="connsiteY14724"/>
              </a:cxn>
              <a:cxn ang="0">
                <a:pos x="connsiteX14725" y="connsiteY14725"/>
              </a:cxn>
              <a:cxn ang="0">
                <a:pos x="connsiteX14726" y="connsiteY14726"/>
              </a:cxn>
              <a:cxn ang="0">
                <a:pos x="connsiteX14727" y="connsiteY14727"/>
              </a:cxn>
              <a:cxn ang="0">
                <a:pos x="connsiteX14728" y="connsiteY14728"/>
              </a:cxn>
              <a:cxn ang="0">
                <a:pos x="connsiteX14729" y="connsiteY14729"/>
              </a:cxn>
              <a:cxn ang="0">
                <a:pos x="connsiteX14730" y="connsiteY14730"/>
              </a:cxn>
              <a:cxn ang="0">
                <a:pos x="connsiteX14731" y="connsiteY14731"/>
              </a:cxn>
              <a:cxn ang="0">
                <a:pos x="connsiteX14732" y="connsiteY14732"/>
              </a:cxn>
              <a:cxn ang="0">
                <a:pos x="connsiteX14733" y="connsiteY14733"/>
              </a:cxn>
              <a:cxn ang="0">
                <a:pos x="connsiteX14734" y="connsiteY14734"/>
              </a:cxn>
              <a:cxn ang="0">
                <a:pos x="connsiteX14735" y="connsiteY14735"/>
              </a:cxn>
              <a:cxn ang="0">
                <a:pos x="connsiteX14736" y="connsiteY14736"/>
              </a:cxn>
              <a:cxn ang="0">
                <a:pos x="connsiteX14737" y="connsiteY14737"/>
              </a:cxn>
              <a:cxn ang="0">
                <a:pos x="connsiteX14738" y="connsiteY14738"/>
              </a:cxn>
              <a:cxn ang="0">
                <a:pos x="connsiteX14739" y="connsiteY14739"/>
              </a:cxn>
              <a:cxn ang="0">
                <a:pos x="connsiteX14740" y="connsiteY14740"/>
              </a:cxn>
              <a:cxn ang="0">
                <a:pos x="connsiteX14741" y="connsiteY14741"/>
              </a:cxn>
              <a:cxn ang="0">
                <a:pos x="connsiteX14742" y="connsiteY14742"/>
              </a:cxn>
              <a:cxn ang="0">
                <a:pos x="connsiteX14743" y="connsiteY14743"/>
              </a:cxn>
              <a:cxn ang="0">
                <a:pos x="connsiteX14744" y="connsiteY14744"/>
              </a:cxn>
              <a:cxn ang="0">
                <a:pos x="connsiteX14745" y="connsiteY14745"/>
              </a:cxn>
              <a:cxn ang="0">
                <a:pos x="connsiteX14746" y="connsiteY14746"/>
              </a:cxn>
              <a:cxn ang="0">
                <a:pos x="connsiteX14747" y="connsiteY14747"/>
              </a:cxn>
              <a:cxn ang="0">
                <a:pos x="connsiteX14748" y="connsiteY14748"/>
              </a:cxn>
              <a:cxn ang="0">
                <a:pos x="connsiteX14749" y="connsiteY14749"/>
              </a:cxn>
              <a:cxn ang="0">
                <a:pos x="connsiteX14750" y="connsiteY14750"/>
              </a:cxn>
              <a:cxn ang="0">
                <a:pos x="connsiteX14751" y="connsiteY14751"/>
              </a:cxn>
              <a:cxn ang="0">
                <a:pos x="connsiteX14752" y="connsiteY14752"/>
              </a:cxn>
              <a:cxn ang="0">
                <a:pos x="connsiteX14753" y="connsiteY14753"/>
              </a:cxn>
              <a:cxn ang="0">
                <a:pos x="connsiteX14754" y="connsiteY14754"/>
              </a:cxn>
              <a:cxn ang="0">
                <a:pos x="connsiteX14755" y="connsiteY14755"/>
              </a:cxn>
              <a:cxn ang="0">
                <a:pos x="connsiteX14756" y="connsiteY14756"/>
              </a:cxn>
              <a:cxn ang="0">
                <a:pos x="connsiteX14757" y="connsiteY14757"/>
              </a:cxn>
              <a:cxn ang="0">
                <a:pos x="connsiteX14758" y="connsiteY14758"/>
              </a:cxn>
              <a:cxn ang="0">
                <a:pos x="connsiteX14759" y="connsiteY14759"/>
              </a:cxn>
              <a:cxn ang="0">
                <a:pos x="connsiteX14760" y="connsiteY14760"/>
              </a:cxn>
              <a:cxn ang="0">
                <a:pos x="connsiteX14761" y="connsiteY14761"/>
              </a:cxn>
              <a:cxn ang="0">
                <a:pos x="connsiteX14762" y="connsiteY14762"/>
              </a:cxn>
              <a:cxn ang="0">
                <a:pos x="connsiteX14763" y="connsiteY14763"/>
              </a:cxn>
              <a:cxn ang="0">
                <a:pos x="connsiteX14764" y="connsiteY14764"/>
              </a:cxn>
              <a:cxn ang="0">
                <a:pos x="connsiteX14765" y="connsiteY14765"/>
              </a:cxn>
              <a:cxn ang="0">
                <a:pos x="connsiteX14766" y="connsiteY14766"/>
              </a:cxn>
              <a:cxn ang="0">
                <a:pos x="connsiteX14767" y="connsiteY14767"/>
              </a:cxn>
              <a:cxn ang="0">
                <a:pos x="connsiteX14768" y="connsiteY14768"/>
              </a:cxn>
              <a:cxn ang="0">
                <a:pos x="connsiteX14769" y="connsiteY14769"/>
              </a:cxn>
              <a:cxn ang="0">
                <a:pos x="connsiteX14770" y="connsiteY14770"/>
              </a:cxn>
              <a:cxn ang="0">
                <a:pos x="connsiteX14771" y="connsiteY14771"/>
              </a:cxn>
              <a:cxn ang="0">
                <a:pos x="connsiteX14772" y="connsiteY14772"/>
              </a:cxn>
              <a:cxn ang="0">
                <a:pos x="connsiteX14773" y="connsiteY14773"/>
              </a:cxn>
              <a:cxn ang="0">
                <a:pos x="connsiteX14774" y="connsiteY14774"/>
              </a:cxn>
              <a:cxn ang="0">
                <a:pos x="connsiteX14775" y="connsiteY14775"/>
              </a:cxn>
              <a:cxn ang="0">
                <a:pos x="connsiteX14776" y="connsiteY14776"/>
              </a:cxn>
              <a:cxn ang="0">
                <a:pos x="connsiteX14777" y="connsiteY14777"/>
              </a:cxn>
              <a:cxn ang="0">
                <a:pos x="connsiteX14778" y="connsiteY14778"/>
              </a:cxn>
              <a:cxn ang="0">
                <a:pos x="connsiteX14779" y="connsiteY14779"/>
              </a:cxn>
              <a:cxn ang="0">
                <a:pos x="connsiteX14780" y="connsiteY14780"/>
              </a:cxn>
              <a:cxn ang="0">
                <a:pos x="connsiteX14781" y="connsiteY14781"/>
              </a:cxn>
              <a:cxn ang="0">
                <a:pos x="connsiteX14782" y="connsiteY14782"/>
              </a:cxn>
              <a:cxn ang="0">
                <a:pos x="connsiteX14783" y="connsiteY14783"/>
              </a:cxn>
              <a:cxn ang="0">
                <a:pos x="connsiteX14784" y="connsiteY14784"/>
              </a:cxn>
              <a:cxn ang="0">
                <a:pos x="connsiteX14785" y="connsiteY14785"/>
              </a:cxn>
              <a:cxn ang="0">
                <a:pos x="connsiteX14786" y="connsiteY14786"/>
              </a:cxn>
              <a:cxn ang="0">
                <a:pos x="connsiteX14787" y="connsiteY14787"/>
              </a:cxn>
              <a:cxn ang="0">
                <a:pos x="connsiteX14788" y="connsiteY14788"/>
              </a:cxn>
              <a:cxn ang="0">
                <a:pos x="connsiteX14789" y="connsiteY14789"/>
              </a:cxn>
              <a:cxn ang="0">
                <a:pos x="connsiteX14790" y="connsiteY14790"/>
              </a:cxn>
              <a:cxn ang="0">
                <a:pos x="connsiteX14791" y="connsiteY14791"/>
              </a:cxn>
              <a:cxn ang="0">
                <a:pos x="connsiteX14792" y="connsiteY14792"/>
              </a:cxn>
              <a:cxn ang="0">
                <a:pos x="connsiteX14793" y="connsiteY14793"/>
              </a:cxn>
              <a:cxn ang="0">
                <a:pos x="connsiteX14794" y="connsiteY14794"/>
              </a:cxn>
              <a:cxn ang="0">
                <a:pos x="connsiteX14795" y="connsiteY14795"/>
              </a:cxn>
              <a:cxn ang="0">
                <a:pos x="connsiteX14796" y="connsiteY14796"/>
              </a:cxn>
              <a:cxn ang="0">
                <a:pos x="connsiteX14797" y="connsiteY14797"/>
              </a:cxn>
              <a:cxn ang="0">
                <a:pos x="connsiteX14798" y="connsiteY14798"/>
              </a:cxn>
              <a:cxn ang="0">
                <a:pos x="connsiteX14799" y="connsiteY14799"/>
              </a:cxn>
              <a:cxn ang="0">
                <a:pos x="connsiteX14800" y="connsiteY14800"/>
              </a:cxn>
              <a:cxn ang="0">
                <a:pos x="connsiteX14801" y="connsiteY14801"/>
              </a:cxn>
              <a:cxn ang="0">
                <a:pos x="connsiteX14802" y="connsiteY14802"/>
              </a:cxn>
              <a:cxn ang="0">
                <a:pos x="connsiteX14803" y="connsiteY14803"/>
              </a:cxn>
              <a:cxn ang="0">
                <a:pos x="connsiteX14804" y="connsiteY14804"/>
              </a:cxn>
              <a:cxn ang="0">
                <a:pos x="connsiteX14805" y="connsiteY14805"/>
              </a:cxn>
              <a:cxn ang="0">
                <a:pos x="connsiteX14806" y="connsiteY14806"/>
              </a:cxn>
              <a:cxn ang="0">
                <a:pos x="connsiteX14807" y="connsiteY14807"/>
              </a:cxn>
              <a:cxn ang="0">
                <a:pos x="connsiteX14808" y="connsiteY14808"/>
              </a:cxn>
              <a:cxn ang="0">
                <a:pos x="connsiteX14809" y="connsiteY14809"/>
              </a:cxn>
              <a:cxn ang="0">
                <a:pos x="connsiteX14810" y="connsiteY14810"/>
              </a:cxn>
              <a:cxn ang="0">
                <a:pos x="connsiteX14811" y="connsiteY14811"/>
              </a:cxn>
              <a:cxn ang="0">
                <a:pos x="connsiteX14812" y="connsiteY14812"/>
              </a:cxn>
              <a:cxn ang="0">
                <a:pos x="connsiteX14813" y="connsiteY14813"/>
              </a:cxn>
              <a:cxn ang="0">
                <a:pos x="connsiteX14814" y="connsiteY14814"/>
              </a:cxn>
              <a:cxn ang="0">
                <a:pos x="connsiteX14815" y="connsiteY14815"/>
              </a:cxn>
              <a:cxn ang="0">
                <a:pos x="connsiteX14816" y="connsiteY14816"/>
              </a:cxn>
              <a:cxn ang="0">
                <a:pos x="connsiteX14817" y="connsiteY14817"/>
              </a:cxn>
              <a:cxn ang="0">
                <a:pos x="connsiteX14818" y="connsiteY14818"/>
              </a:cxn>
              <a:cxn ang="0">
                <a:pos x="connsiteX14819" y="connsiteY14819"/>
              </a:cxn>
              <a:cxn ang="0">
                <a:pos x="connsiteX14820" y="connsiteY14820"/>
              </a:cxn>
              <a:cxn ang="0">
                <a:pos x="connsiteX14821" y="connsiteY14821"/>
              </a:cxn>
              <a:cxn ang="0">
                <a:pos x="connsiteX14822" y="connsiteY14822"/>
              </a:cxn>
              <a:cxn ang="0">
                <a:pos x="connsiteX14823" y="connsiteY14823"/>
              </a:cxn>
              <a:cxn ang="0">
                <a:pos x="connsiteX14824" y="connsiteY14824"/>
              </a:cxn>
              <a:cxn ang="0">
                <a:pos x="connsiteX14825" y="connsiteY14825"/>
              </a:cxn>
              <a:cxn ang="0">
                <a:pos x="connsiteX14826" y="connsiteY14826"/>
              </a:cxn>
              <a:cxn ang="0">
                <a:pos x="connsiteX14827" y="connsiteY14827"/>
              </a:cxn>
              <a:cxn ang="0">
                <a:pos x="connsiteX14828" y="connsiteY14828"/>
              </a:cxn>
              <a:cxn ang="0">
                <a:pos x="connsiteX14829" y="connsiteY14829"/>
              </a:cxn>
              <a:cxn ang="0">
                <a:pos x="connsiteX14830" y="connsiteY14830"/>
              </a:cxn>
              <a:cxn ang="0">
                <a:pos x="connsiteX14831" y="connsiteY14831"/>
              </a:cxn>
              <a:cxn ang="0">
                <a:pos x="connsiteX14832" y="connsiteY14832"/>
              </a:cxn>
              <a:cxn ang="0">
                <a:pos x="connsiteX14833" y="connsiteY14833"/>
              </a:cxn>
              <a:cxn ang="0">
                <a:pos x="connsiteX14834" y="connsiteY14834"/>
              </a:cxn>
              <a:cxn ang="0">
                <a:pos x="connsiteX14835" y="connsiteY14835"/>
              </a:cxn>
              <a:cxn ang="0">
                <a:pos x="connsiteX14836" y="connsiteY14836"/>
              </a:cxn>
              <a:cxn ang="0">
                <a:pos x="connsiteX14837" y="connsiteY14837"/>
              </a:cxn>
              <a:cxn ang="0">
                <a:pos x="connsiteX14838" y="connsiteY14838"/>
              </a:cxn>
              <a:cxn ang="0">
                <a:pos x="connsiteX14839" y="connsiteY14839"/>
              </a:cxn>
              <a:cxn ang="0">
                <a:pos x="connsiteX14840" y="connsiteY14840"/>
              </a:cxn>
              <a:cxn ang="0">
                <a:pos x="connsiteX14841" y="connsiteY14841"/>
              </a:cxn>
              <a:cxn ang="0">
                <a:pos x="connsiteX14842" y="connsiteY14842"/>
              </a:cxn>
              <a:cxn ang="0">
                <a:pos x="connsiteX14843" y="connsiteY14843"/>
              </a:cxn>
              <a:cxn ang="0">
                <a:pos x="connsiteX14844" y="connsiteY14844"/>
              </a:cxn>
              <a:cxn ang="0">
                <a:pos x="connsiteX14845" y="connsiteY14845"/>
              </a:cxn>
              <a:cxn ang="0">
                <a:pos x="connsiteX14846" y="connsiteY14846"/>
              </a:cxn>
              <a:cxn ang="0">
                <a:pos x="connsiteX14847" y="connsiteY14847"/>
              </a:cxn>
              <a:cxn ang="0">
                <a:pos x="connsiteX14848" y="connsiteY14848"/>
              </a:cxn>
              <a:cxn ang="0">
                <a:pos x="connsiteX14849" y="connsiteY14849"/>
              </a:cxn>
              <a:cxn ang="0">
                <a:pos x="connsiteX14850" y="connsiteY14850"/>
              </a:cxn>
              <a:cxn ang="0">
                <a:pos x="connsiteX14851" y="connsiteY14851"/>
              </a:cxn>
              <a:cxn ang="0">
                <a:pos x="connsiteX14852" y="connsiteY14852"/>
              </a:cxn>
              <a:cxn ang="0">
                <a:pos x="connsiteX14853" y="connsiteY14853"/>
              </a:cxn>
              <a:cxn ang="0">
                <a:pos x="connsiteX14854" y="connsiteY14854"/>
              </a:cxn>
              <a:cxn ang="0">
                <a:pos x="connsiteX14855" y="connsiteY14855"/>
              </a:cxn>
              <a:cxn ang="0">
                <a:pos x="connsiteX14856" y="connsiteY14856"/>
              </a:cxn>
              <a:cxn ang="0">
                <a:pos x="connsiteX14857" y="connsiteY14857"/>
              </a:cxn>
              <a:cxn ang="0">
                <a:pos x="connsiteX14858" y="connsiteY14858"/>
              </a:cxn>
              <a:cxn ang="0">
                <a:pos x="connsiteX14859" y="connsiteY14859"/>
              </a:cxn>
              <a:cxn ang="0">
                <a:pos x="connsiteX14860" y="connsiteY14860"/>
              </a:cxn>
              <a:cxn ang="0">
                <a:pos x="connsiteX14861" y="connsiteY14861"/>
              </a:cxn>
              <a:cxn ang="0">
                <a:pos x="connsiteX14862" y="connsiteY14862"/>
              </a:cxn>
              <a:cxn ang="0">
                <a:pos x="connsiteX14863" y="connsiteY14863"/>
              </a:cxn>
              <a:cxn ang="0">
                <a:pos x="connsiteX14864" y="connsiteY14864"/>
              </a:cxn>
              <a:cxn ang="0">
                <a:pos x="connsiteX14865" y="connsiteY14865"/>
              </a:cxn>
              <a:cxn ang="0">
                <a:pos x="connsiteX14866" y="connsiteY14866"/>
              </a:cxn>
              <a:cxn ang="0">
                <a:pos x="connsiteX14867" y="connsiteY14867"/>
              </a:cxn>
              <a:cxn ang="0">
                <a:pos x="connsiteX14868" y="connsiteY14868"/>
              </a:cxn>
              <a:cxn ang="0">
                <a:pos x="connsiteX14869" y="connsiteY14869"/>
              </a:cxn>
              <a:cxn ang="0">
                <a:pos x="connsiteX14870" y="connsiteY14870"/>
              </a:cxn>
              <a:cxn ang="0">
                <a:pos x="connsiteX14871" y="connsiteY14871"/>
              </a:cxn>
              <a:cxn ang="0">
                <a:pos x="connsiteX14872" y="connsiteY14872"/>
              </a:cxn>
              <a:cxn ang="0">
                <a:pos x="connsiteX14873" y="connsiteY14873"/>
              </a:cxn>
              <a:cxn ang="0">
                <a:pos x="connsiteX14874" y="connsiteY14874"/>
              </a:cxn>
              <a:cxn ang="0">
                <a:pos x="connsiteX14875" y="connsiteY14875"/>
              </a:cxn>
              <a:cxn ang="0">
                <a:pos x="connsiteX14876" y="connsiteY14876"/>
              </a:cxn>
              <a:cxn ang="0">
                <a:pos x="connsiteX14877" y="connsiteY14877"/>
              </a:cxn>
              <a:cxn ang="0">
                <a:pos x="connsiteX14878" y="connsiteY14878"/>
              </a:cxn>
              <a:cxn ang="0">
                <a:pos x="connsiteX14879" y="connsiteY14879"/>
              </a:cxn>
              <a:cxn ang="0">
                <a:pos x="connsiteX14880" y="connsiteY14880"/>
              </a:cxn>
              <a:cxn ang="0">
                <a:pos x="connsiteX14881" y="connsiteY14881"/>
              </a:cxn>
              <a:cxn ang="0">
                <a:pos x="connsiteX14882" y="connsiteY14882"/>
              </a:cxn>
              <a:cxn ang="0">
                <a:pos x="connsiteX14883" y="connsiteY14883"/>
              </a:cxn>
              <a:cxn ang="0">
                <a:pos x="connsiteX14884" y="connsiteY14884"/>
              </a:cxn>
              <a:cxn ang="0">
                <a:pos x="connsiteX14885" y="connsiteY14885"/>
              </a:cxn>
              <a:cxn ang="0">
                <a:pos x="connsiteX14886" y="connsiteY14886"/>
              </a:cxn>
              <a:cxn ang="0">
                <a:pos x="connsiteX14887" y="connsiteY14887"/>
              </a:cxn>
              <a:cxn ang="0">
                <a:pos x="connsiteX14888" y="connsiteY14888"/>
              </a:cxn>
              <a:cxn ang="0">
                <a:pos x="connsiteX14889" y="connsiteY14889"/>
              </a:cxn>
              <a:cxn ang="0">
                <a:pos x="connsiteX14890" y="connsiteY14890"/>
              </a:cxn>
              <a:cxn ang="0">
                <a:pos x="connsiteX14891" y="connsiteY14891"/>
              </a:cxn>
              <a:cxn ang="0">
                <a:pos x="connsiteX14892" y="connsiteY14892"/>
              </a:cxn>
              <a:cxn ang="0">
                <a:pos x="connsiteX14893" y="connsiteY14893"/>
              </a:cxn>
              <a:cxn ang="0">
                <a:pos x="connsiteX14894" y="connsiteY14894"/>
              </a:cxn>
              <a:cxn ang="0">
                <a:pos x="connsiteX14895" y="connsiteY14895"/>
              </a:cxn>
              <a:cxn ang="0">
                <a:pos x="connsiteX14896" y="connsiteY14896"/>
              </a:cxn>
              <a:cxn ang="0">
                <a:pos x="connsiteX14897" y="connsiteY14897"/>
              </a:cxn>
              <a:cxn ang="0">
                <a:pos x="connsiteX14898" y="connsiteY14898"/>
              </a:cxn>
              <a:cxn ang="0">
                <a:pos x="connsiteX14899" y="connsiteY14899"/>
              </a:cxn>
              <a:cxn ang="0">
                <a:pos x="connsiteX14900" y="connsiteY14900"/>
              </a:cxn>
              <a:cxn ang="0">
                <a:pos x="connsiteX14901" y="connsiteY14901"/>
              </a:cxn>
              <a:cxn ang="0">
                <a:pos x="connsiteX14902" y="connsiteY14902"/>
              </a:cxn>
              <a:cxn ang="0">
                <a:pos x="connsiteX14903" y="connsiteY14903"/>
              </a:cxn>
              <a:cxn ang="0">
                <a:pos x="connsiteX14904" y="connsiteY14904"/>
              </a:cxn>
              <a:cxn ang="0">
                <a:pos x="connsiteX14905" y="connsiteY14905"/>
              </a:cxn>
              <a:cxn ang="0">
                <a:pos x="connsiteX14906" y="connsiteY14906"/>
              </a:cxn>
              <a:cxn ang="0">
                <a:pos x="connsiteX14907" y="connsiteY14907"/>
              </a:cxn>
              <a:cxn ang="0">
                <a:pos x="connsiteX14908" y="connsiteY14908"/>
              </a:cxn>
              <a:cxn ang="0">
                <a:pos x="connsiteX14909" y="connsiteY14909"/>
              </a:cxn>
              <a:cxn ang="0">
                <a:pos x="connsiteX14910" y="connsiteY14910"/>
              </a:cxn>
              <a:cxn ang="0">
                <a:pos x="connsiteX14911" y="connsiteY14911"/>
              </a:cxn>
              <a:cxn ang="0">
                <a:pos x="connsiteX14912" y="connsiteY14912"/>
              </a:cxn>
              <a:cxn ang="0">
                <a:pos x="connsiteX14913" y="connsiteY14913"/>
              </a:cxn>
              <a:cxn ang="0">
                <a:pos x="connsiteX14914" y="connsiteY14914"/>
              </a:cxn>
              <a:cxn ang="0">
                <a:pos x="connsiteX14915" y="connsiteY14915"/>
              </a:cxn>
              <a:cxn ang="0">
                <a:pos x="connsiteX14916" y="connsiteY14916"/>
              </a:cxn>
              <a:cxn ang="0">
                <a:pos x="connsiteX14917" y="connsiteY14917"/>
              </a:cxn>
              <a:cxn ang="0">
                <a:pos x="connsiteX14918" y="connsiteY14918"/>
              </a:cxn>
              <a:cxn ang="0">
                <a:pos x="connsiteX14919" y="connsiteY14919"/>
              </a:cxn>
              <a:cxn ang="0">
                <a:pos x="connsiteX14920" y="connsiteY14920"/>
              </a:cxn>
              <a:cxn ang="0">
                <a:pos x="connsiteX14921" y="connsiteY14921"/>
              </a:cxn>
              <a:cxn ang="0">
                <a:pos x="connsiteX14922" y="connsiteY14922"/>
              </a:cxn>
              <a:cxn ang="0">
                <a:pos x="connsiteX14923" y="connsiteY14923"/>
              </a:cxn>
              <a:cxn ang="0">
                <a:pos x="connsiteX14924" y="connsiteY14924"/>
              </a:cxn>
              <a:cxn ang="0">
                <a:pos x="connsiteX14925" y="connsiteY14925"/>
              </a:cxn>
              <a:cxn ang="0">
                <a:pos x="connsiteX14926" y="connsiteY14926"/>
              </a:cxn>
              <a:cxn ang="0">
                <a:pos x="connsiteX14927" y="connsiteY14927"/>
              </a:cxn>
              <a:cxn ang="0">
                <a:pos x="connsiteX14928" y="connsiteY14928"/>
              </a:cxn>
              <a:cxn ang="0">
                <a:pos x="connsiteX14929" y="connsiteY14929"/>
              </a:cxn>
              <a:cxn ang="0">
                <a:pos x="connsiteX14930" y="connsiteY14930"/>
              </a:cxn>
              <a:cxn ang="0">
                <a:pos x="connsiteX14931" y="connsiteY14931"/>
              </a:cxn>
              <a:cxn ang="0">
                <a:pos x="connsiteX14932" y="connsiteY14932"/>
              </a:cxn>
              <a:cxn ang="0">
                <a:pos x="connsiteX14933" y="connsiteY14933"/>
              </a:cxn>
              <a:cxn ang="0">
                <a:pos x="connsiteX14934" y="connsiteY14934"/>
              </a:cxn>
              <a:cxn ang="0">
                <a:pos x="connsiteX14935" y="connsiteY14935"/>
              </a:cxn>
              <a:cxn ang="0">
                <a:pos x="connsiteX14936" y="connsiteY14936"/>
              </a:cxn>
              <a:cxn ang="0">
                <a:pos x="connsiteX14937" y="connsiteY14937"/>
              </a:cxn>
              <a:cxn ang="0">
                <a:pos x="connsiteX14938" y="connsiteY14938"/>
              </a:cxn>
              <a:cxn ang="0">
                <a:pos x="connsiteX14939" y="connsiteY14939"/>
              </a:cxn>
              <a:cxn ang="0">
                <a:pos x="connsiteX14940" y="connsiteY14940"/>
              </a:cxn>
              <a:cxn ang="0">
                <a:pos x="connsiteX14941" y="connsiteY14941"/>
              </a:cxn>
              <a:cxn ang="0">
                <a:pos x="connsiteX14942" y="connsiteY14942"/>
              </a:cxn>
              <a:cxn ang="0">
                <a:pos x="connsiteX14943" y="connsiteY14943"/>
              </a:cxn>
              <a:cxn ang="0">
                <a:pos x="connsiteX14944" y="connsiteY14944"/>
              </a:cxn>
              <a:cxn ang="0">
                <a:pos x="connsiteX14945" y="connsiteY14945"/>
              </a:cxn>
              <a:cxn ang="0">
                <a:pos x="connsiteX14946" y="connsiteY14946"/>
              </a:cxn>
              <a:cxn ang="0">
                <a:pos x="connsiteX14947" y="connsiteY14947"/>
              </a:cxn>
              <a:cxn ang="0">
                <a:pos x="connsiteX14948" y="connsiteY14948"/>
              </a:cxn>
              <a:cxn ang="0">
                <a:pos x="connsiteX14949" y="connsiteY14949"/>
              </a:cxn>
              <a:cxn ang="0">
                <a:pos x="connsiteX14950" y="connsiteY14950"/>
              </a:cxn>
              <a:cxn ang="0">
                <a:pos x="connsiteX14951" y="connsiteY14951"/>
              </a:cxn>
              <a:cxn ang="0">
                <a:pos x="connsiteX14952" y="connsiteY14952"/>
              </a:cxn>
              <a:cxn ang="0">
                <a:pos x="connsiteX14953" y="connsiteY14953"/>
              </a:cxn>
              <a:cxn ang="0">
                <a:pos x="connsiteX14954" y="connsiteY14954"/>
              </a:cxn>
              <a:cxn ang="0">
                <a:pos x="connsiteX14955" y="connsiteY14955"/>
              </a:cxn>
              <a:cxn ang="0">
                <a:pos x="connsiteX14956" y="connsiteY14956"/>
              </a:cxn>
              <a:cxn ang="0">
                <a:pos x="connsiteX14957" y="connsiteY14957"/>
              </a:cxn>
              <a:cxn ang="0">
                <a:pos x="connsiteX14958" y="connsiteY14958"/>
              </a:cxn>
              <a:cxn ang="0">
                <a:pos x="connsiteX14959" y="connsiteY14959"/>
              </a:cxn>
              <a:cxn ang="0">
                <a:pos x="connsiteX14960" y="connsiteY14960"/>
              </a:cxn>
              <a:cxn ang="0">
                <a:pos x="connsiteX14961" y="connsiteY14961"/>
              </a:cxn>
              <a:cxn ang="0">
                <a:pos x="connsiteX14962" y="connsiteY14962"/>
              </a:cxn>
              <a:cxn ang="0">
                <a:pos x="connsiteX14963" y="connsiteY14963"/>
              </a:cxn>
              <a:cxn ang="0">
                <a:pos x="connsiteX14964" y="connsiteY14964"/>
              </a:cxn>
              <a:cxn ang="0">
                <a:pos x="connsiteX14965" y="connsiteY14965"/>
              </a:cxn>
              <a:cxn ang="0">
                <a:pos x="connsiteX14966" y="connsiteY14966"/>
              </a:cxn>
              <a:cxn ang="0">
                <a:pos x="connsiteX14967" y="connsiteY14967"/>
              </a:cxn>
              <a:cxn ang="0">
                <a:pos x="connsiteX14968" y="connsiteY14968"/>
              </a:cxn>
              <a:cxn ang="0">
                <a:pos x="connsiteX14969" y="connsiteY14969"/>
              </a:cxn>
              <a:cxn ang="0">
                <a:pos x="connsiteX14970" y="connsiteY14970"/>
              </a:cxn>
              <a:cxn ang="0">
                <a:pos x="connsiteX14971" y="connsiteY14971"/>
              </a:cxn>
              <a:cxn ang="0">
                <a:pos x="connsiteX14972" y="connsiteY14972"/>
              </a:cxn>
              <a:cxn ang="0">
                <a:pos x="connsiteX14973" y="connsiteY14973"/>
              </a:cxn>
              <a:cxn ang="0">
                <a:pos x="connsiteX14974" y="connsiteY14974"/>
              </a:cxn>
              <a:cxn ang="0">
                <a:pos x="connsiteX14975" y="connsiteY14975"/>
              </a:cxn>
              <a:cxn ang="0">
                <a:pos x="connsiteX14976" y="connsiteY14976"/>
              </a:cxn>
              <a:cxn ang="0">
                <a:pos x="connsiteX14977" y="connsiteY14977"/>
              </a:cxn>
              <a:cxn ang="0">
                <a:pos x="connsiteX14978" y="connsiteY14978"/>
              </a:cxn>
              <a:cxn ang="0">
                <a:pos x="connsiteX14979" y="connsiteY14979"/>
              </a:cxn>
              <a:cxn ang="0">
                <a:pos x="connsiteX14980" y="connsiteY14980"/>
              </a:cxn>
              <a:cxn ang="0">
                <a:pos x="connsiteX14981" y="connsiteY14981"/>
              </a:cxn>
              <a:cxn ang="0">
                <a:pos x="connsiteX14982" y="connsiteY14982"/>
              </a:cxn>
              <a:cxn ang="0">
                <a:pos x="connsiteX14983" y="connsiteY14983"/>
              </a:cxn>
              <a:cxn ang="0">
                <a:pos x="connsiteX14984" y="connsiteY14984"/>
              </a:cxn>
              <a:cxn ang="0">
                <a:pos x="connsiteX14985" y="connsiteY14985"/>
              </a:cxn>
              <a:cxn ang="0">
                <a:pos x="connsiteX14986" y="connsiteY14986"/>
              </a:cxn>
              <a:cxn ang="0">
                <a:pos x="connsiteX14987" y="connsiteY14987"/>
              </a:cxn>
              <a:cxn ang="0">
                <a:pos x="connsiteX14988" y="connsiteY14988"/>
              </a:cxn>
              <a:cxn ang="0">
                <a:pos x="connsiteX14989" y="connsiteY14989"/>
              </a:cxn>
              <a:cxn ang="0">
                <a:pos x="connsiteX14990" y="connsiteY14990"/>
              </a:cxn>
              <a:cxn ang="0">
                <a:pos x="connsiteX14991" y="connsiteY14991"/>
              </a:cxn>
              <a:cxn ang="0">
                <a:pos x="connsiteX14992" y="connsiteY14992"/>
              </a:cxn>
              <a:cxn ang="0">
                <a:pos x="connsiteX14993" y="connsiteY14993"/>
              </a:cxn>
              <a:cxn ang="0">
                <a:pos x="connsiteX14994" y="connsiteY14994"/>
              </a:cxn>
              <a:cxn ang="0">
                <a:pos x="connsiteX14995" y="connsiteY14995"/>
              </a:cxn>
              <a:cxn ang="0">
                <a:pos x="connsiteX14996" y="connsiteY14996"/>
              </a:cxn>
              <a:cxn ang="0">
                <a:pos x="connsiteX14997" y="connsiteY14997"/>
              </a:cxn>
              <a:cxn ang="0">
                <a:pos x="connsiteX14998" y="connsiteY14998"/>
              </a:cxn>
              <a:cxn ang="0">
                <a:pos x="connsiteX14999" y="connsiteY14999"/>
              </a:cxn>
              <a:cxn ang="0">
                <a:pos x="connsiteX15000" y="connsiteY15000"/>
              </a:cxn>
              <a:cxn ang="0">
                <a:pos x="connsiteX15001" y="connsiteY15001"/>
              </a:cxn>
              <a:cxn ang="0">
                <a:pos x="connsiteX15002" y="connsiteY15002"/>
              </a:cxn>
              <a:cxn ang="0">
                <a:pos x="connsiteX15003" y="connsiteY15003"/>
              </a:cxn>
              <a:cxn ang="0">
                <a:pos x="connsiteX15004" y="connsiteY15004"/>
              </a:cxn>
              <a:cxn ang="0">
                <a:pos x="connsiteX15005" y="connsiteY15005"/>
              </a:cxn>
              <a:cxn ang="0">
                <a:pos x="connsiteX15006" y="connsiteY15006"/>
              </a:cxn>
              <a:cxn ang="0">
                <a:pos x="connsiteX15007" y="connsiteY15007"/>
              </a:cxn>
              <a:cxn ang="0">
                <a:pos x="connsiteX15008" y="connsiteY15008"/>
              </a:cxn>
              <a:cxn ang="0">
                <a:pos x="connsiteX15009" y="connsiteY15009"/>
              </a:cxn>
              <a:cxn ang="0">
                <a:pos x="connsiteX15010" y="connsiteY15010"/>
              </a:cxn>
              <a:cxn ang="0">
                <a:pos x="connsiteX15011" y="connsiteY15011"/>
              </a:cxn>
              <a:cxn ang="0">
                <a:pos x="connsiteX15012" y="connsiteY15012"/>
              </a:cxn>
              <a:cxn ang="0">
                <a:pos x="connsiteX15013" y="connsiteY15013"/>
              </a:cxn>
              <a:cxn ang="0">
                <a:pos x="connsiteX15014" y="connsiteY15014"/>
              </a:cxn>
              <a:cxn ang="0">
                <a:pos x="connsiteX15015" y="connsiteY15015"/>
              </a:cxn>
              <a:cxn ang="0">
                <a:pos x="connsiteX15016" y="connsiteY15016"/>
              </a:cxn>
              <a:cxn ang="0">
                <a:pos x="connsiteX15017" y="connsiteY15017"/>
              </a:cxn>
              <a:cxn ang="0">
                <a:pos x="connsiteX15018" y="connsiteY15018"/>
              </a:cxn>
              <a:cxn ang="0">
                <a:pos x="connsiteX15019" y="connsiteY15019"/>
              </a:cxn>
              <a:cxn ang="0">
                <a:pos x="connsiteX15020" y="connsiteY15020"/>
              </a:cxn>
              <a:cxn ang="0">
                <a:pos x="connsiteX15021" y="connsiteY15021"/>
              </a:cxn>
              <a:cxn ang="0">
                <a:pos x="connsiteX15022" y="connsiteY15022"/>
              </a:cxn>
              <a:cxn ang="0">
                <a:pos x="connsiteX15023" y="connsiteY15023"/>
              </a:cxn>
              <a:cxn ang="0">
                <a:pos x="connsiteX15024" y="connsiteY15024"/>
              </a:cxn>
              <a:cxn ang="0">
                <a:pos x="connsiteX15025" y="connsiteY15025"/>
              </a:cxn>
              <a:cxn ang="0">
                <a:pos x="connsiteX15026" y="connsiteY15026"/>
              </a:cxn>
              <a:cxn ang="0">
                <a:pos x="connsiteX15027" y="connsiteY15027"/>
              </a:cxn>
              <a:cxn ang="0">
                <a:pos x="connsiteX15028" y="connsiteY15028"/>
              </a:cxn>
              <a:cxn ang="0">
                <a:pos x="connsiteX15029" y="connsiteY15029"/>
              </a:cxn>
              <a:cxn ang="0">
                <a:pos x="connsiteX15030" y="connsiteY15030"/>
              </a:cxn>
              <a:cxn ang="0">
                <a:pos x="connsiteX15031" y="connsiteY15031"/>
              </a:cxn>
              <a:cxn ang="0">
                <a:pos x="connsiteX15032" y="connsiteY15032"/>
              </a:cxn>
              <a:cxn ang="0">
                <a:pos x="connsiteX15033" y="connsiteY15033"/>
              </a:cxn>
              <a:cxn ang="0">
                <a:pos x="connsiteX15034" y="connsiteY15034"/>
              </a:cxn>
              <a:cxn ang="0">
                <a:pos x="connsiteX15035" y="connsiteY15035"/>
              </a:cxn>
              <a:cxn ang="0">
                <a:pos x="connsiteX15036" y="connsiteY15036"/>
              </a:cxn>
              <a:cxn ang="0">
                <a:pos x="connsiteX15037" y="connsiteY15037"/>
              </a:cxn>
              <a:cxn ang="0">
                <a:pos x="connsiteX15038" y="connsiteY15038"/>
              </a:cxn>
              <a:cxn ang="0">
                <a:pos x="connsiteX15039" y="connsiteY15039"/>
              </a:cxn>
              <a:cxn ang="0">
                <a:pos x="connsiteX15040" y="connsiteY15040"/>
              </a:cxn>
              <a:cxn ang="0">
                <a:pos x="connsiteX15041" y="connsiteY15041"/>
              </a:cxn>
              <a:cxn ang="0">
                <a:pos x="connsiteX15042" y="connsiteY15042"/>
              </a:cxn>
              <a:cxn ang="0">
                <a:pos x="connsiteX15043" y="connsiteY15043"/>
              </a:cxn>
              <a:cxn ang="0">
                <a:pos x="connsiteX15044" y="connsiteY15044"/>
              </a:cxn>
              <a:cxn ang="0">
                <a:pos x="connsiteX15045" y="connsiteY15045"/>
              </a:cxn>
              <a:cxn ang="0">
                <a:pos x="connsiteX15046" y="connsiteY15046"/>
              </a:cxn>
              <a:cxn ang="0">
                <a:pos x="connsiteX15047" y="connsiteY15047"/>
              </a:cxn>
              <a:cxn ang="0">
                <a:pos x="connsiteX15048" y="connsiteY15048"/>
              </a:cxn>
              <a:cxn ang="0">
                <a:pos x="connsiteX15049" y="connsiteY15049"/>
              </a:cxn>
              <a:cxn ang="0">
                <a:pos x="connsiteX15050" y="connsiteY15050"/>
              </a:cxn>
              <a:cxn ang="0">
                <a:pos x="connsiteX15051" y="connsiteY15051"/>
              </a:cxn>
              <a:cxn ang="0">
                <a:pos x="connsiteX15052" y="connsiteY15052"/>
              </a:cxn>
              <a:cxn ang="0">
                <a:pos x="connsiteX15053" y="connsiteY15053"/>
              </a:cxn>
              <a:cxn ang="0">
                <a:pos x="connsiteX15054" y="connsiteY15054"/>
              </a:cxn>
              <a:cxn ang="0">
                <a:pos x="connsiteX15055" y="connsiteY15055"/>
              </a:cxn>
              <a:cxn ang="0">
                <a:pos x="connsiteX15056" y="connsiteY15056"/>
              </a:cxn>
              <a:cxn ang="0">
                <a:pos x="connsiteX15057" y="connsiteY15057"/>
              </a:cxn>
              <a:cxn ang="0">
                <a:pos x="connsiteX15058" y="connsiteY15058"/>
              </a:cxn>
              <a:cxn ang="0">
                <a:pos x="connsiteX15059" y="connsiteY15059"/>
              </a:cxn>
              <a:cxn ang="0">
                <a:pos x="connsiteX15060" y="connsiteY15060"/>
              </a:cxn>
              <a:cxn ang="0">
                <a:pos x="connsiteX15061" y="connsiteY15061"/>
              </a:cxn>
              <a:cxn ang="0">
                <a:pos x="connsiteX15062" y="connsiteY15062"/>
              </a:cxn>
              <a:cxn ang="0">
                <a:pos x="connsiteX15063" y="connsiteY15063"/>
              </a:cxn>
              <a:cxn ang="0">
                <a:pos x="connsiteX15064" y="connsiteY15064"/>
              </a:cxn>
              <a:cxn ang="0">
                <a:pos x="connsiteX15065" y="connsiteY15065"/>
              </a:cxn>
              <a:cxn ang="0">
                <a:pos x="connsiteX15066" y="connsiteY15066"/>
              </a:cxn>
              <a:cxn ang="0">
                <a:pos x="connsiteX15067" y="connsiteY15067"/>
              </a:cxn>
              <a:cxn ang="0">
                <a:pos x="connsiteX15068" y="connsiteY15068"/>
              </a:cxn>
              <a:cxn ang="0">
                <a:pos x="connsiteX15069" y="connsiteY15069"/>
              </a:cxn>
              <a:cxn ang="0">
                <a:pos x="connsiteX15070" y="connsiteY15070"/>
              </a:cxn>
              <a:cxn ang="0">
                <a:pos x="connsiteX15071" y="connsiteY15071"/>
              </a:cxn>
              <a:cxn ang="0">
                <a:pos x="connsiteX15072" y="connsiteY15072"/>
              </a:cxn>
              <a:cxn ang="0">
                <a:pos x="connsiteX15073" y="connsiteY15073"/>
              </a:cxn>
              <a:cxn ang="0">
                <a:pos x="connsiteX15074" y="connsiteY15074"/>
              </a:cxn>
              <a:cxn ang="0">
                <a:pos x="connsiteX15075" y="connsiteY15075"/>
              </a:cxn>
              <a:cxn ang="0">
                <a:pos x="connsiteX15076" y="connsiteY15076"/>
              </a:cxn>
              <a:cxn ang="0">
                <a:pos x="connsiteX15077" y="connsiteY15077"/>
              </a:cxn>
              <a:cxn ang="0">
                <a:pos x="connsiteX15078" y="connsiteY15078"/>
              </a:cxn>
              <a:cxn ang="0">
                <a:pos x="connsiteX15079" y="connsiteY15079"/>
              </a:cxn>
              <a:cxn ang="0">
                <a:pos x="connsiteX15080" y="connsiteY15080"/>
              </a:cxn>
              <a:cxn ang="0">
                <a:pos x="connsiteX15081" y="connsiteY15081"/>
              </a:cxn>
              <a:cxn ang="0">
                <a:pos x="connsiteX15082" y="connsiteY15082"/>
              </a:cxn>
              <a:cxn ang="0">
                <a:pos x="connsiteX15083" y="connsiteY15083"/>
              </a:cxn>
              <a:cxn ang="0">
                <a:pos x="connsiteX15084" y="connsiteY15084"/>
              </a:cxn>
              <a:cxn ang="0">
                <a:pos x="connsiteX15085" y="connsiteY15085"/>
              </a:cxn>
              <a:cxn ang="0">
                <a:pos x="connsiteX15086" y="connsiteY15086"/>
              </a:cxn>
              <a:cxn ang="0">
                <a:pos x="connsiteX15087" y="connsiteY15087"/>
              </a:cxn>
              <a:cxn ang="0">
                <a:pos x="connsiteX15088" y="connsiteY15088"/>
              </a:cxn>
              <a:cxn ang="0">
                <a:pos x="connsiteX15089" y="connsiteY15089"/>
              </a:cxn>
              <a:cxn ang="0">
                <a:pos x="connsiteX15090" y="connsiteY15090"/>
              </a:cxn>
              <a:cxn ang="0">
                <a:pos x="connsiteX15091" y="connsiteY15091"/>
              </a:cxn>
              <a:cxn ang="0">
                <a:pos x="connsiteX15092" y="connsiteY15092"/>
              </a:cxn>
              <a:cxn ang="0">
                <a:pos x="connsiteX15093" y="connsiteY15093"/>
              </a:cxn>
              <a:cxn ang="0">
                <a:pos x="connsiteX15094" y="connsiteY15094"/>
              </a:cxn>
              <a:cxn ang="0">
                <a:pos x="connsiteX15095" y="connsiteY15095"/>
              </a:cxn>
              <a:cxn ang="0">
                <a:pos x="connsiteX15096" y="connsiteY15096"/>
              </a:cxn>
              <a:cxn ang="0">
                <a:pos x="connsiteX15097" y="connsiteY15097"/>
              </a:cxn>
              <a:cxn ang="0">
                <a:pos x="connsiteX15098" y="connsiteY15098"/>
              </a:cxn>
              <a:cxn ang="0">
                <a:pos x="connsiteX15099" y="connsiteY15099"/>
              </a:cxn>
              <a:cxn ang="0">
                <a:pos x="connsiteX15100" y="connsiteY15100"/>
              </a:cxn>
              <a:cxn ang="0">
                <a:pos x="connsiteX15101" y="connsiteY15101"/>
              </a:cxn>
              <a:cxn ang="0">
                <a:pos x="connsiteX15102" y="connsiteY15102"/>
              </a:cxn>
              <a:cxn ang="0">
                <a:pos x="connsiteX15103" y="connsiteY15103"/>
              </a:cxn>
              <a:cxn ang="0">
                <a:pos x="connsiteX15104" y="connsiteY15104"/>
              </a:cxn>
              <a:cxn ang="0">
                <a:pos x="connsiteX15105" y="connsiteY15105"/>
              </a:cxn>
              <a:cxn ang="0">
                <a:pos x="connsiteX15106" y="connsiteY15106"/>
              </a:cxn>
              <a:cxn ang="0">
                <a:pos x="connsiteX15107" y="connsiteY15107"/>
              </a:cxn>
              <a:cxn ang="0">
                <a:pos x="connsiteX15108" y="connsiteY15108"/>
              </a:cxn>
              <a:cxn ang="0">
                <a:pos x="connsiteX15109" y="connsiteY15109"/>
              </a:cxn>
              <a:cxn ang="0">
                <a:pos x="connsiteX15110" y="connsiteY15110"/>
              </a:cxn>
              <a:cxn ang="0">
                <a:pos x="connsiteX15111" y="connsiteY15111"/>
              </a:cxn>
              <a:cxn ang="0">
                <a:pos x="connsiteX15112" y="connsiteY15112"/>
              </a:cxn>
              <a:cxn ang="0">
                <a:pos x="connsiteX15113" y="connsiteY15113"/>
              </a:cxn>
              <a:cxn ang="0">
                <a:pos x="connsiteX15114" y="connsiteY15114"/>
              </a:cxn>
              <a:cxn ang="0">
                <a:pos x="connsiteX15115" y="connsiteY15115"/>
              </a:cxn>
              <a:cxn ang="0">
                <a:pos x="connsiteX15116" y="connsiteY15116"/>
              </a:cxn>
              <a:cxn ang="0">
                <a:pos x="connsiteX15117" y="connsiteY15117"/>
              </a:cxn>
              <a:cxn ang="0">
                <a:pos x="connsiteX15118" y="connsiteY15118"/>
              </a:cxn>
              <a:cxn ang="0">
                <a:pos x="connsiteX15119" y="connsiteY15119"/>
              </a:cxn>
              <a:cxn ang="0">
                <a:pos x="connsiteX15120" y="connsiteY15120"/>
              </a:cxn>
              <a:cxn ang="0">
                <a:pos x="connsiteX15121" y="connsiteY15121"/>
              </a:cxn>
              <a:cxn ang="0">
                <a:pos x="connsiteX15122" y="connsiteY15122"/>
              </a:cxn>
              <a:cxn ang="0">
                <a:pos x="connsiteX15123" y="connsiteY15123"/>
              </a:cxn>
              <a:cxn ang="0">
                <a:pos x="connsiteX15124" y="connsiteY15124"/>
              </a:cxn>
              <a:cxn ang="0">
                <a:pos x="connsiteX15125" y="connsiteY15125"/>
              </a:cxn>
              <a:cxn ang="0">
                <a:pos x="connsiteX15126" y="connsiteY15126"/>
              </a:cxn>
              <a:cxn ang="0">
                <a:pos x="connsiteX15127" y="connsiteY15127"/>
              </a:cxn>
              <a:cxn ang="0">
                <a:pos x="connsiteX15128" y="connsiteY15128"/>
              </a:cxn>
              <a:cxn ang="0">
                <a:pos x="connsiteX15129" y="connsiteY15129"/>
              </a:cxn>
              <a:cxn ang="0">
                <a:pos x="connsiteX15130" y="connsiteY15130"/>
              </a:cxn>
              <a:cxn ang="0">
                <a:pos x="connsiteX15131" y="connsiteY15131"/>
              </a:cxn>
              <a:cxn ang="0">
                <a:pos x="connsiteX15132" y="connsiteY15132"/>
              </a:cxn>
              <a:cxn ang="0">
                <a:pos x="connsiteX15133" y="connsiteY15133"/>
              </a:cxn>
              <a:cxn ang="0">
                <a:pos x="connsiteX15134" y="connsiteY15134"/>
              </a:cxn>
              <a:cxn ang="0">
                <a:pos x="connsiteX15135" y="connsiteY15135"/>
              </a:cxn>
              <a:cxn ang="0">
                <a:pos x="connsiteX15136" y="connsiteY15136"/>
              </a:cxn>
              <a:cxn ang="0">
                <a:pos x="connsiteX15137" y="connsiteY15137"/>
              </a:cxn>
              <a:cxn ang="0">
                <a:pos x="connsiteX15138" y="connsiteY15138"/>
              </a:cxn>
              <a:cxn ang="0">
                <a:pos x="connsiteX15139" y="connsiteY15139"/>
              </a:cxn>
              <a:cxn ang="0">
                <a:pos x="connsiteX15140" y="connsiteY15140"/>
              </a:cxn>
              <a:cxn ang="0">
                <a:pos x="connsiteX15141" y="connsiteY15141"/>
              </a:cxn>
              <a:cxn ang="0">
                <a:pos x="connsiteX15142" y="connsiteY15142"/>
              </a:cxn>
              <a:cxn ang="0">
                <a:pos x="connsiteX15143" y="connsiteY15143"/>
              </a:cxn>
              <a:cxn ang="0">
                <a:pos x="connsiteX15144" y="connsiteY15144"/>
              </a:cxn>
              <a:cxn ang="0">
                <a:pos x="connsiteX15145" y="connsiteY15145"/>
              </a:cxn>
              <a:cxn ang="0">
                <a:pos x="connsiteX15146" y="connsiteY15146"/>
              </a:cxn>
              <a:cxn ang="0">
                <a:pos x="connsiteX15147" y="connsiteY15147"/>
              </a:cxn>
              <a:cxn ang="0">
                <a:pos x="connsiteX15148" y="connsiteY15148"/>
              </a:cxn>
              <a:cxn ang="0">
                <a:pos x="connsiteX15149" y="connsiteY15149"/>
              </a:cxn>
              <a:cxn ang="0">
                <a:pos x="connsiteX15150" y="connsiteY15150"/>
              </a:cxn>
              <a:cxn ang="0">
                <a:pos x="connsiteX15151" y="connsiteY15151"/>
              </a:cxn>
              <a:cxn ang="0">
                <a:pos x="connsiteX15152" y="connsiteY15152"/>
              </a:cxn>
              <a:cxn ang="0">
                <a:pos x="connsiteX15153" y="connsiteY15153"/>
              </a:cxn>
              <a:cxn ang="0">
                <a:pos x="connsiteX15154" y="connsiteY15154"/>
              </a:cxn>
              <a:cxn ang="0">
                <a:pos x="connsiteX15155" y="connsiteY15155"/>
              </a:cxn>
              <a:cxn ang="0">
                <a:pos x="connsiteX15156" y="connsiteY15156"/>
              </a:cxn>
              <a:cxn ang="0">
                <a:pos x="connsiteX15157" y="connsiteY15157"/>
              </a:cxn>
              <a:cxn ang="0">
                <a:pos x="connsiteX15158" y="connsiteY15158"/>
              </a:cxn>
              <a:cxn ang="0">
                <a:pos x="connsiteX15159" y="connsiteY15159"/>
              </a:cxn>
              <a:cxn ang="0">
                <a:pos x="connsiteX15160" y="connsiteY15160"/>
              </a:cxn>
              <a:cxn ang="0">
                <a:pos x="connsiteX15161" y="connsiteY15161"/>
              </a:cxn>
              <a:cxn ang="0">
                <a:pos x="connsiteX15162" y="connsiteY15162"/>
              </a:cxn>
              <a:cxn ang="0">
                <a:pos x="connsiteX15163" y="connsiteY15163"/>
              </a:cxn>
              <a:cxn ang="0">
                <a:pos x="connsiteX15164" y="connsiteY15164"/>
              </a:cxn>
              <a:cxn ang="0">
                <a:pos x="connsiteX15165" y="connsiteY15165"/>
              </a:cxn>
              <a:cxn ang="0">
                <a:pos x="connsiteX15166" y="connsiteY15166"/>
              </a:cxn>
              <a:cxn ang="0">
                <a:pos x="connsiteX15167" y="connsiteY15167"/>
              </a:cxn>
              <a:cxn ang="0">
                <a:pos x="connsiteX15168" y="connsiteY15168"/>
              </a:cxn>
              <a:cxn ang="0">
                <a:pos x="connsiteX15169" y="connsiteY15169"/>
              </a:cxn>
              <a:cxn ang="0">
                <a:pos x="connsiteX15170" y="connsiteY15170"/>
              </a:cxn>
              <a:cxn ang="0">
                <a:pos x="connsiteX15171" y="connsiteY15171"/>
              </a:cxn>
              <a:cxn ang="0">
                <a:pos x="connsiteX15172" y="connsiteY15172"/>
              </a:cxn>
              <a:cxn ang="0">
                <a:pos x="connsiteX15173" y="connsiteY15173"/>
              </a:cxn>
              <a:cxn ang="0">
                <a:pos x="connsiteX15174" y="connsiteY15174"/>
              </a:cxn>
              <a:cxn ang="0">
                <a:pos x="connsiteX15175" y="connsiteY15175"/>
              </a:cxn>
              <a:cxn ang="0">
                <a:pos x="connsiteX15176" y="connsiteY15176"/>
              </a:cxn>
              <a:cxn ang="0">
                <a:pos x="connsiteX15177" y="connsiteY15177"/>
              </a:cxn>
              <a:cxn ang="0">
                <a:pos x="connsiteX15178" y="connsiteY15178"/>
              </a:cxn>
              <a:cxn ang="0">
                <a:pos x="connsiteX15179" y="connsiteY15179"/>
              </a:cxn>
              <a:cxn ang="0">
                <a:pos x="connsiteX15180" y="connsiteY15180"/>
              </a:cxn>
              <a:cxn ang="0">
                <a:pos x="connsiteX15181" y="connsiteY15181"/>
              </a:cxn>
              <a:cxn ang="0">
                <a:pos x="connsiteX15182" y="connsiteY15182"/>
              </a:cxn>
              <a:cxn ang="0">
                <a:pos x="connsiteX15183" y="connsiteY15183"/>
              </a:cxn>
              <a:cxn ang="0">
                <a:pos x="connsiteX15184" y="connsiteY15184"/>
              </a:cxn>
              <a:cxn ang="0">
                <a:pos x="connsiteX15185" y="connsiteY15185"/>
              </a:cxn>
              <a:cxn ang="0">
                <a:pos x="connsiteX15186" y="connsiteY15186"/>
              </a:cxn>
              <a:cxn ang="0">
                <a:pos x="connsiteX15187" y="connsiteY15187"/>
              </a:cxn>
              <a:cxn ang="0">
                <a:pos x="connsiteX15188" y="connsiteY15188"/>
              </a:cxn>
              <a:cxn ang="0">
                <a:pos x="connsiteX15189" y="connsiteY15189"/>
              </a:cxn>
              <a:cxn ang="0">
                <a:pos x="connsiteX15190" y="connsiteY15190"/>
              </a:cxn>
              <a:cxn ang="0">
                <a:pos x="connsiteX15191" y="connsiteY15191"/>
              </a:cxn>
              <a:cxn ang="0">
                <a:pos x="connsiteX15192" y="connsiteY15192"/>
              </a:cxn>
              <a:cxn ang="0">
                <a:pos x="connsiteX15193" y="connsiteY15193"/>
              </a:cxn>
              <a:cxn ang="0">
                <a:pos x="connsiteX15194" y="connsiteY15194"/>
              </a:cxn>
              <a:cxn ang="0">
                <a:pos x="connsiteX15195" y="connsiteY15195"/>
              </a:cxn>
              <a:cxn ang="0">
                <a:pos x="connsiteX15196" y="connsiteY15196"/>
              </a:cxn>
              <a:cxn ang="0">
                <a:pos x="connsiteX15197" y="connsiteY15197"/>
              </a:cxn>
              <a:cxn ang="0">
                <a:pos x="connsiteX15198" y="connsiteY15198"/>
              </a:cxn>
              <a:cxn ang="0">
                <a:pos x="connsiteX15199" y="connsiteY15199"/>
              </a:cxn>
              <a:cxn ang="0">
                <a:pos x="connsiteX15200" y="connsiteY15200"/>
              </a:cxn>
              <a:cxn ang="0">
                <a:pos x="connsiteX15201" y="connsiteY15201"/>
              </a:cxn>
              <a:cxn ang="0">
                <a:pos x="connsiteX15202" y="connsiteY15202"/>
              </a:cxn>
              <a:cxn ang="0">
                <a:pos x="connsiteX15203" y="connsiteY15203"/>
              </a:cxn>
              <a:cxn ang="0">
                <a:pos x="connsiteX15204" y="connsiteY15204"/>
              </a:cxn>
              <a:cxn ang="0">
                <a:pos x="connsiteX15205" y="connsiteY15205"/>
              </a:cxn>
              <a:cxn ang="0">
                <a:pos x="connsiteX15206" y="connsiteY15206"/>
              </a:cxn>
              <a:cxn ang="0">
                <a:pos x="connsiteX15207" y="connsiteY15207"/>
              </a:cxn>
              <a:cxn ang="0">
                <a:pos x="connsiteX15208" y="connsiteY15208"/>
              </a:cxn>
              <a:cxn ang="0">
                <a:pos x="connsiteX15209" y="connsiteY15209"/>
              </a:cxn>
              <a:cxn ang="0">
                <a:pos x="connsiteX15210" y="connsiteY15210"/>
              </a:cxn>
              <a:cxn ang="0">
                <a:pos x="connsiteX15211" y="connsiteY15211"/>
              </a:cxn>
              <a:cxn ang="0">
                <a:pos x="connsiteX15212" y="connsiteY15212"/>
              </a:cxn>
              <a:cxn ang="0">
                <a:pos x="connsiteX15213" y="connsiteY15213"/>
              </a:cxn>
              <a:cxn ang="0">
                <a:pos x="connsiteX15214" y="connsiteY15214"/>
              </a:cxn>
              <a:cxn ang="0">
                <a:pos x="connsiteX15215" y="connsiteY15215"/>
              </a:cxn>
              <a:cxn ang="0">
                <a:pos x="connsiteX15216" y="connsiteY15216"/>
              </a:cxn>
              <a:cxn ang="0">
                <a:pos x="connsiteX15217" y="connsiteY15217"/>
              </a:cxn>
              <a:cxn ang="0">
                <a:pos x="connsiteX15218" y="connsiteY15218"/>
              </a:cxn>
              <a:cxn ang="0">
                <a:pos x="connsiteX15219" y="connsiteY15219"/>
              </a:cxn>
              <a:cxn ang="0">
                <a:pos x="connsiteX15220" y="connsiteY15220"/>
              </a:cxn>
              <a:cxn ang="0">
                <a:pos x="connsiteX15221" y="connsiteY15221"/>
              </a:cxn>
              <a:cxn ang="0">
                <a:pos x="connsiteX15222" y="connsiteY15222"/>
              </a:cxn>
              <a:cxn ang="0">
                <a:pos x="connsiteX15223" y="connsiteY15223"/>
              </a:cxn>
              <a:cxn ang="0">
                <a:pos x="connsiteX15224" y="connsiteY15224"/>
              </a:cxn>
              <a:cxn ang="0">
                <a:pos x="connsiteX15225" y="connsiteY15225"/>
              </a:cxn>
              <a:cxn ang="0">
                <a:pos x="connsiteX15226" y="connsiteY15226"/>
              </a:cxn>
              <a:cxn ang="0">
                <a:pos x="connsiteX15227" y="connsiteY15227"/>
              </a:cxn>
              <a:cxn ang="0">
                <a:pos x="connsiteX15228" y="connsiteY15228"/>
              </a:cxn>
              <a:cxn ang="0">
                <a:pos x="connsiteX15229" y="connsiteY15229"/>
              </a:cxn>
              <a:cxn ang="0">
                <a:pos x="connsiteX15230" y="connsiteY15230"/>
              </a:cxn>
              <a:cxn ang="0">
                <a:pos x="connsiteX15231" y="connsiteY15231"/>
              </a:cxn>
              <a:cxn ang="0">
                <a:pos x="connsiteX15232" y="connsiteY15232"/>
              </a:cxn>
              <a:cxn ang="0">
                <a:pos x="connsiteX15233" y="connsiteY15233"/>
              </a:cxn>
              <a:cxn ang="0">
                <a:pos x="connsiteX15234" y="connsiteY15234"/>
              </a:cxn>
              <a:cxn ang="0">
                <a:pos x="connsiteX15235" y="connsiteY15235"/>
              </a:cxn>
              <a:cxn ang="0">
                <a:pos x="connsiteX15236" y="connsiteY15236"/>
              </a:cxn>
              <a:cxn ang="0">
                <a:pos x="connsiteX15237" y="connsiteY15237"/>
              </a:cxn>
              <a:cxn ang="0">
                <a:pos x="connsiteX15238" y="connsiteY15238"/>
              </a:cxn>
              <a:cxn ang="0">
                <a:pos x="connsiteX15239" y="connsiteY15239"/>
              </a:cxn>
              <a:cxn ang="0">
                <a:pos x="connsiteX15240" y="connsiteY15240"/>
              </a:cxn>
              <a:cxn ang="0">
                <a:pos x="connsiteX15241" y="connsiteY15241"/>
              </a:cxn>
              <a:cxn ang="0">
                <a:pos x="connsiteX15242" y="connsiteY15242"/>
              </a:cxn>
              <a:cxn ang="0">
                <a:pos x="connsiteX15243" y="connsiteY15243"/>
              </a:cxn>
              <a:cxn ang="0">
                <a:pos x="connsiteX15244" y="connsiteY15244"/>
              </a:cxn>
              <a:cxn ang="0">
                <a:pos x="connsiteX15245" y="connsiteY15245"/>
              </a:cxn>
              <a:cxn ang="0">
                <a:pos x="connsiteX15246" y="connsiteY15246"/>
              </a:cxn>
              <a:cxn ang="0">
                <a:pos x="connsiteX15247" y="connsiteY15247"/>
              </a:cxn>
              <a:cxn ang="0">
                <a:pos x="connsiteX15248" y="connsiteY15248"/>
              </a:cxn>
              <a:cxn ang="0">
                <a:pos x="connsiteX15249" y="connsiteY15249"/>
              </a:cxn>
              <a:cxn ang="0">
                <a:pos x="connsiteX15250" y="connsiteY15250"/>
              </a:cxn>
              <a:cxn ang="0">
                <a:pos x="connsiteX15251" y="connsiteY15251"/>
              </a:cxn>
              <a:cxn ang="0">
                <a:pos x="connsiteX15252" y="connsiteY15252"/>
              </a:cxn>
              <a:cxn ang="0">
                <a:pos x="connsiteX15253" y="connsiteY15253"/>
              </a:cxn>
              <a:cxn ang="0">
                <a:pos x="connsiteX15254" y="connsiteY15254"/>
              </a:cxn>
              <a:cxn ang="0">
                <a:pos x="connsiteX15255" y="connsiteY15255"/>
              </a:cxn>
              <a:cxn ang="0">
                <a:pos x="connsiteX15256" y="connsiteY15256"/>
              </a:cxn>
              <a:cxn ang="0">
                <a:pos x="connsiteX15257" y="connsiteY15257"/>
              </a:cxn>
              <a:cxn ang="0">
                <a:pos x="connsiteX15258" y="connsiteY15258"/>
              </a:cxn>
              <a:cxn ang="0">
                <a:pos x="connsiteX15259" y="connsiteY15259"/>
              </a:cxn>
              <a:cxn ang="0">
                <a:pos x="connsiteX15260" y="connsiteY15260"/>
              </a:cxn>
              <a:cxn ang="0">
                <a:pos x="connsiteX15261" y="connsiteY15261"/>
              </a:cxn>
              <a:cxn ang="0">
                <a:pos x="connsiteX15262" y="connsiteY15262"/>
              </a:cxn>
              <a:cxn ang="0">
                <a:pos x="connsiteX15263" y="connsiteY15263"/>
              </a:cxn>
              <a:cxn ang="0">
                <a:pos x="connsiteX15264" y="connsiteY15264"/>
              </a:cxn>
              <a:cxn ang="0">
                <a:pos x="connsiteX15265" y="connsiteY15265"/>
              </a:cxn>
              <a:cxn ang="0">
                <a:pos x="connsiteX15266" y="connsiteY15266"/>
              </a:cxn>
              <a:cxn ang="0">
                <a:pos x="connsiteX15267" y="connsiteY15267"/>
              </a:cxn>
              <a:cxn ang="0">
                <a:pos x="connsiteX15268" y="connsiteY15268"/>
              </a:cxn>
              <a:cxn ang="0">
                <a:pos x="connsiteX15269" y="connsiteY15269"/>
              </a:cxn>
              <a:cxn ang="0">
                <a:pos x="connsiteX15270" y="connsiteY15270"/>
              </a:cxn>
              <a:cxn ang="0">
                <a:pos x="connsiteX15271" y="connsiteY15271"/>
              </a:cxn>
              <a:cxn ang="0">
                <a:pos x="connsiteX15272" y="connsiteY15272"/>
              </a:cxn>
              <a:cxn ang="0">
                <a:pos x="connsiteX15273" y="connsiteY15273"/>
              </a:cxn>
              <a:cxn ang="0">
                <a:pos x="connsiteX15274" y="connsiteY15274"/>
              </a:cxn>
              <a:cxn ang="0">
                <a:pos x="connsiteX15275" y="connsiteY15275"/>
              </a:cxn>
              <a:cxn ang="0">
                <a:pos x="connsiteX15276" y="connsiteY15276"/>
              </a:cxn>
              <a:cxn ang="0">
                <a:pos x="connsiteX15277" y="connsiteY15277"/>
              </a:cxn>
              <a:cxn ang="0">
                <a:pos x="connsiteX15278" y="connsiteY15278"/>
              </a:cxn>
              <a:cxn ang="0">
                <a:pos x="connsiteX15279" y="connsiteY15279"/>
              </a:cxn>
              <a:cxn ang="0">
                <a:pos x="connsiteX15280" y="connsiteY15280"/>
              </a:cxn>
              <a:cxn ang="0">
                <a:pos x="connsiteX15281" y="connsiteY15281"/>
              </a:cxn>
              <a:cxn ang="0">
                <a:pos x="connsiteX15282" y="connsiteY15282"/>
              </a:cxn>
              <a:cxn ang="0">
                <a:pos x="connsiteX15283" y="connsiteY15283"/>
              </a:cxn>
              <a:cxn ang="0">
                <a:pos x="connsiteX15284" y="connsiteY15284"/>
              </a:cxn>
              <a:cxn ang="0">
                <a:pos x="connsiteX15285" y="connsiteY15285"/>
              </a:cxn>
              <a:cxn ang="0">
                <a:pos x="connsiteX15286" y="connsiteY15286"/>
              </a:cxn>
              <a:cxn ang="0">
                <a:pos x="connsiteX15287" y="connsiteY15287"/>
              </a:cxn>
              <a:cxn ang="0">
                <a:pos x="connsiteX15288" y="connsiteY15288"/>
              </a:cxn>
              <a:cxn ang="0">
                <a:pos x="connsiteX15289" y="connsiteY15289"/>
              </a:cxn>
              <a:cxn ang="0">
                <a:pos x="connsiteX15290" y="connsiteY15290"/>
              </a:cxn>
              <a:cxn ang="0">
                <a:pos x="connsiteX15291" y="connsiteY15291"/>
              </a:cxn>
              <a:cxn ang="0">
                <a:pos x="connsiteX15292" y="connsiteY15292"/>
              </a:cxn>
              <a:cxn ang="0">
                <a:pos x="connsiteX15293" y="connsiteY15293"/>
              </a:cxn>
              <a:cxn ang="0">
                <a:pos x="connsiteX15294" y="connsiteY15294"/>
              </a:cxn>
              <a:cxn ang="0">
                <a:pos x="connsiteX15295" y="connsiteY15295"/>
              </a:cxn>
              <a:cxn ang="0">
                <a:pos x="connsiteX15296" y="connsiteY15296"/>
              </a:cxn>
              <a:cxn ang="0">
                <a:pos x="connsiteX15297" y="connsiteY15297"/>
              </a:cxn>
              <a:cxn ang="0">
                <a:pos x="connsiteX15298" y="connsiteY15298"/>
              </a:cxn>
              <a:cxn ang="0">
                <a:pos x="connsiteX15299" y="connsiteY15299"/>
              </a:cxn>
              <a:cxn ang="0">
                <a:pos x="connsiteX15300" y="connsiteY15300"/>
              </a:cxn>
              <a:cxn ang="0">
                <a:pos x="connsiteX15301" y="connsiteY15301"/>
              </a:cxn>
              <a:cxn ang="0">
                <a:pos x="connsiteX15302" y="connsiteY15302"/>
              </a:cxn>
              <a:cxn ang="0">
                <a:pos x="connsiteX15303" y="connsiteY15303"/>
              </a:cxn>
              <a:cxn ang="0">
                <a:pos x="connsiteX15304" y="connsiteY15304"/>
              </a:cxn>
              <a:cxn ang="0">
                <a:pos x="connsiteX15305" y="connsiteY15305"/>
              </a:cxn>
              <a:cxn ang="0">
                <a:pos x="connsiteX15306" y="connsiteY15306"/>
              </a:cxn>
              <a:cxn ang="0">
                <a:pos x="connsiteX15307" y="connsiteY15307"/>
              </a:cxn>
              <a:cxn ang="0">
                <a:pos x="connsiteX15308" y="connsiteY15308"/>
              </a:cxn>
              <a:cxn ang="0">
                <a:pos x="connsiteX15309" y="connsiteY15309"/>
              </a:cxn>
              <a:cxn ang="0">
                <a:pos x="connsiteX15310" y="connsiteY15310"/>
              </a:cxn>
              <a:cxn ang="0">
                <a:pos x="connsiteX15311" y="connsiteY15311"/>
              </a:cxn>
              <a:cxn ang="0">
                <a:pos x="connsiteX15312" y="connsiteY15312"/>
              </a:cxn>
              <a:cxn ang="0">
                <a:pos x="connsiteX15313" y="connsiteY15313"/>
              </a:cxn>
              <a:cxn ang="0">
                <a:pos x="connsiteX15314" y="connsiteY15314"/>
              </a:cxn>
              <a:cxn ang="0">
                <a:pos x="connsiteX15315" y="connsiteY15315"/>
              </a:cxn>
              <a:cxn ang="0">
                <a:pos x="connsiteX15316" y="connsiteY15316"/>
              </a:cxn>
              <a:cxn ang="0">
                <a:pos x="connsiteX15317" y="connsiteY15317"/>
              </a:cxn>
              <a:cxn ang="0">
                <a:pos x="connsiteX15318" y="connsiteY15318"/>
              </a:cxn>
              <a:cxn ang="0">
                <a:pos x="connsiteX15319" y="connsiteY15319"/>
              </a:cxn>
              <a:cxn ang="0">
                <a:pos x="connsiteX15320" y="connsiteY15320"/>
              </a:cxn>
              <a:cxn ang="0">
                <a:pos x="connsiteX15321" y="connsiteY15321"/>
              </a:cxn>
              <a:cxn ang="0">
                <a:pos x="connsiteX15322" y="connsiteY15322"/>
              </a:cxn>
              <a:cxn ang="0">
                <a:pos x="connsiteX15323" y="connsiteY15323"/>
              </a:cxn>
              <a:cxn ang="0">
                <a:pos x="connsiteX15324" y="connsiteY15324"/>
              </a:cxn>
              <a:cxn ang="0">
                <a:pos x="connsiteX15325" y="connsiteY15325"/>
              </a:cxn>
              <a:cxn ang="0">
                <a:pos x="connsiteX15326" y="connsiteY15326"/>
              </a:cxn>
              <a:cxn ang="0">
                <a:pos x="connsiteX15327" y="connsiteY15327"/>
              </a:cxn>
              <a:cxn ang="0">
                <a:pos x="connsiteX15328" y="connsiteY15328"/>
              </a:cxn>
              <a:cxn ang="0">
                <a:pos x="connsiteX15329" y="connsiteY15329"/>
              </a:cxn>
              <a:cxn ang="0">
                <a:pos x="connsiteX15330" y="connsiteY15330"/>
              </a:cxn>
              <a:cxn ang="0">
                <a:pos x="connsiteX15331" y="connsiteY15331"/>
              </a:cxn>
              <a:cxn ang="0">
                <a:pos x="connsiteX15332" y="connsiteY15332"/>
              </a:cxn>
              <a:cxn ang="0">
                <a:pos x="connsiteX15333" y="connsiteY15333"/>
              </a:cxn>
              <a:cxn ang="0">
                <a:pos x="connsiteX15334" y="connsiteY15334"/>
              </a:cxn>
              <a:cxn ang="0">
                <a:pos x="connsiteX15335" y="connsiteY15335"/>
              </a:cxn>
              <a:cxn ang="0">
                <a:pos x="connsiteX15336" y="connsiteY15336"/>
              </a:cxn>
              <a:cxn ang="0">
                <a:pos x="connsiteX15337" y="connsiteY15337"/>
              </a:cxn>
              <a:cxn ang="0">
                <a:pos x="connsiteX15338" y="connsiteY15338"/>
              </a:cxn>
              <a:cxn ang="0">
                <a:pos x="connsiteX15339" y="connsiteY15339"/>
              </a:cxn>
              <a:cxn ang="0">
                <a:pos x="connsiteX15340" y="connsiteY15340"/>
              </a:cxn>
              <a:cxn ang="0">
                <a:pos x="connsiteX15341" y="connsiteY15341"/>
              </a:cxn>
              <a:cxn ang="0">
                <a:pos x="connsiteX15342" y="connsiteY15342"/>
              </a:cxn>
              <a:cxn ang="0">
                <a:pos x="connsiteX15343" y="connsiteY15343"/>
              </a:cxn>
              <a:cxn ang="0">
                <a:pos x="connsiteX15344" y="connsiteY15344"/>
              </a:cxn>
              <a:cxn ang="0">
                <a:pos x="connsiteX15345" y="connsiteY15345"/>
              </a:cxn>
              <a:cxn ang="0">
                <a:pos x="connsiteX15346" y="connsiteY15346"/>
              </a:cxn>
              <a:cxn ang="0">
                <a:pos x="connsiteX15347" y="connsiteY15347"/>
              </a:cxn>
              <a:cxn ang="0">
                <a:pos x="connsiteX15348" y="connsiteY15348"/>
              </a:cxn>
              <a:cxn ang="0">
                <a:pos x="connsiteX15349" y="connsiteY15349"/>
              </a:cxn>
              <a:cxn ang="0">
                <a:pos x="connsiteX15350" y="connsiteY15350"/>
              </a:cxn>
              <a:cxn ang="0">
                <a:pos x="connsiteX15351" y="connsiteY15351"/>
              </a:cxn>
              <a:cxn ang="0">
                <a:pos x="connsiteX15352" y="connsiteY15352"/>
              </a:cxn>
              <a:cxn ang="0">
                <a:pos x="connsiteX15353" y="connsiteY15353"/>
              </a:cxn>
              <a:cxn ang="0">
                <a:pos x="connsiteX15354" y="connsiteY15354"/>
              </a:cxn>
              <a:cxn ang="0">
                <a:pos x="connsiteX15355" y="connsiteY15355"/>
              </a:cxn>
              <a:cxn ang="0">
                <a:pos x="connsiteX15356" y="connsiteY15356"/>
              </a:cxn>
              <a:cxn ang="0">
                <a:pos x="connsiteX15357" y="connsiteY15357"/>
              </a:cxn>
              <a:cxn ang="0">
                <a:pos x="connsiteX15358" y="connsiteY15358"/>
              </a:cxn>
              <a:cxn ang="0">
                <a:pos x="connsiteX15359" y="connsiteY15359"/>
              </a:cxn>
              <a:cxn ang="0">
                <a:pos x="connsiteX15360" y="connsiteY15360"/>
              </a:cxn>
              <a:cxn ang="0">
                <a:pos x="connsiteX15361" y="connsiteY15361"/>
              </a:cxn>
              <a:cxn ang="0">
                <a:pos x="connsiteX15362" y="connsiteY15362"/>
              </a:cxn>
              <a:cxn ang="0">
                <a:pos x="connsiteX15363" y="connsiteY15363"/>
              </a:cxn>
              <a:cxn ang="0">
                <a:pos x="connsiteX15364" y="connsiteY15364"/>
              </a:cxn>
              <a:cxn ang="0">
                <a:pos x="connsiteX15365" y="connsiteY15365"/>
              </a:cxn>
              <a:cxn ang="0">
                <a:pos x="connsiteX15366" y="connsiteY15366"/>
              </a:cxn>
              <a:cxn ang="0">
                <a:pos x="connsiteX15367" y="connsiteY15367"/>
              </a:cxn>
              <a:cxn ang="0">
                <a:pos x="connsiteX15368" y="connsiteY15368"/>
              </a:cxn>
              <a:cxn ang="0">
                <a:pos x="connsiteX15369" y="connsiteY15369"/>
              </a:cxn>
              <a:cxn ang="0">
                <a:pos x="connsiteX15370" y="connsiteY15370"/>
              </a:cxn>
              <a:cxn ang="0">
                <a:pos x="connsiteX15371" y="connsiteY15371"/>
              </a:cxn>
              <a:cxn ang="0">
                <a:pos x="connsiteX15372" y="connsiteY15372"/>
              </a:cxn>
              <a:cxn ang="0">
                <a:pos x="connsiteX15373" y="connsiteY15373"/>
              </a:cxn>
              <a:cxn ang="0">
                <a:pos x="connsiteX15374" y="connsiteY15374"/>
              </a:cxn>
              <a:cxn ang="0">
                <a:pos x="connsiteX15375" y="connsiteY15375"/>
              </a:cxn>
              <a:cxn ang="0">
                <a:pos x="connsiteX15376" y="connsiteY15376"/>
              </a:cxn>
              <a:cxn ang="0">
                <a:pos x="connsiteX15377" y="connsiteY15377"/>
              </a:cxn>
              <a:cxn ang="0">
                <a:pos x="connsiteX15378" y="connsiteY15378"/>
              </a:cxn>
              <a:cxn ang="0">
                <a:pos x="connsiteX15379" y="connsiteY15379"/>
              </a:cxn>
              <a:cxn ang="0">
                <a:pos x="connsiteX15380" y="connsiteY15380"/>
              </a:cxn>
              <a:cxn ang="0">
                <a:pos x="connsiteX15381" y="connsiteY15381"/>
              </a:cxn>
              <a:cxn ang="0">
                <a:pos x="connsiteX15382" y="connsiteY15382"/>
              </a:cxn>
              <a:cxn ang="0">
                <a:pos x="connsiteX15383" y="connsiteY15383"/>
              </a:cxn>
              <a:cxn ang="0">
                <a:pos x="connsiteX15384" y="connsiteY15384"/>
              </a:cxn>
              <a:cxn ang="0">
                <a:pos x="connsiteX15385" y="connsiteY15385"/>
              </a:cxn>
              <a:cxn ang="0">
                <a:pos x="connsiteX15386" y="connsiteY15386"/>
              </a:cxn>
              <a:cxn ang="0">
                <a:pos x="connsiteX15387" y="connsiteY15387"/>
              </a:cxn>
              <a:cxn ang="0">
                <a:pos x="connsiteX15388" y="connsiteY15388"/>
              </a:cxn>
              <a:cxn ang="0">
                <a:pos x="connsiteX15389" y="connsiteY15389"/>
              </a:cxn>
              <a:cxn ang="0">
                <a:pos x="connsiteX15390" y="connsiteY15390"/>
              </a:cxn>
              <a:cxn ang="0">
                <a:pos x="connsiteX15391" y="connsiteY15391"/>
              </a:cxn>
              <a:cxn ang="0">
                <a:pos x="connsiteX15392" y="connsiteY15392"/>
              </a:cxn>
              <a:cxn ang="0">
                <a:pos x="connsiteX15393" y="connsiteY15393"/>
              </a:cxn>
              <a:cxn ang="0">
                <a:pos x="connsiteX15394" y="connsiteY15394"/>
              </a:cxn>
              <a:cxn ang="0">
                <a:pos x="connsiteX15395" y="connsiteY15395"/>
              </a:cxn>
              <a:cxn ang="0">
                <a:pos x="connsiteX15396" y="connsiteY15396"/>
              </a:cxn>
              <a:cxn ang="0">
                <a:pos x="connsiteX15397" y="connsiteY15397"/>
              </a:cxn>
              <a:cxn ang="0">
                <a:pos x="connsiteX15398" y="connsiteY15398"/>
              </a:cxn>
              <a:cxn ang="0">
                <a:pos x="connsiteX15399" y="connsiteY15399"/>
              </a:cxn>
              <a:cxn ang="0">
                <a:pos x="connsiteX15400" y="connsiteY15400"/>
              </a:cxn>
              <a:cxn ang="0">
                <a:pos x="connsiteX15401" y="connsiteY15401"/>
              </a:cxn>
              <a:cxn ang="0">
                <a:pos x="connsiteX15402" y="connsiteY15402"/>
              </a:cxn>
              <a:cxn ang="0">
                <a:pos x="connsiteX15403" y="connsiteY15403"/>
              </a:cxn>
              <a:cxn ang="0">
                <a:pos x="connsiteX15404" y="connsiteY15404"/>
              </a:cxn>
              <a:cxn ang="0">
                <a:pos x="connsiteX15405" y="connsiteY15405"/>
              </a:cxn>
              <a:cxn ang="0">
                <a:pos x="connsiteX15406" y="connsiteY15406"/>
              </a:cxn>
              <a:cxn ang="0">
                <a:pos x="connsiteX15407" y="connsiteY15407"/>
              </a:cxn>
              <a:cxn ang="0">
                <a:pos x="connsiteX15408" y="connsiteY15408"/>
              </a:cxn>
              <a:cxn ang="0">
                <a:pos x="connsiteX15409" y="connsiteY15409"/>
              </a:cxn>
              <a:cxn ang="0">
                <a:pos x="connsiteX15410" y="connsiteY15410"/>
              </a:cxn>
              <a:cxn ang="0">
                <a:pos x="connsiteX15411" y="connsiteY15411"/>
              </a:cxn>
              <a:cxn ang="0">
                <a:pos x="connsiteX15412" y="connsiteY15412"/>
              </a:cxn>
              <a:cxn ang="0">
                <a:pos x="connsiteX15413" y="connsiteY15413"/>
              </a:cxn>
              <a:cxn ang="0">
                <a:pos x="connsiteX15414" y="connsiteY15414"/>
              </a:cxn>
              <a:cxn ang="0">
                <a:pos x="connsiteX15415" y="connsiteY15415"/>
              </a:cxn>
              <a:cxn ang="0">
                <a:pos x="connsiteX15416" y="connsiteY15416"/>
              </a:cxn>
              <a:cxn ang="0">
                <a:pos x="connsiteX15417" y="connsiteY15417"/>
              </a:cxn>
              <a:cxn ang="0">
                <a:pos x="connsiteX15418" y="connsiteY15418"/>
              </a:cxn>
              <a:cxn ang="0">
                <a:pos x="connsiteX15419" y="connsiteY15419"/>
              </a:cxn>
              <a:cxn ang="0">
                <a:pos x="connsiteX15420" y="connsiteY15420"/>
              </a:cxn>
              <a:cxn ang="0">
                <a:pos x="connsiteX15421" y="connsiteY15421"/>
              </a:cxn>
              <a:cxn ang="0">
                <a:pos x="connsiteX15422" y="connsiteY15422"/>
              </a:cxn>
              <a:cxn ang="0">
                <a:pos x="connsiteX15423" y="connsiteY15423"/>
              </a:cxn>
              <a:cxn ang="0">
                <a:pos x="connsiteX15424" y="connsiteY15424"/>
              </a:cxn>
              <a:cxn ang="0">
                <a:pos x="connsiteX15425" y="connsiteY15425"/>
              </a:cxn>
              <a:cxn ang="0">
                <a:pos x="connsiteX15426" y="connsiteY15426"/>
              </a:cxn>
              <a:cxn ang="0">
                <a:pos x="connsiteX15427" y="connsiteY15427"/>
              </a:cxn>
              <a:cxn ang="0">
                <a:pos x="connsiteX15428" y="connsiteY15428"/>
              </a:cxn>
              <a:cxn ang="0">
                <a:pos x="connsiteX15429" y="connsiteY15429"/>
              </a:cxn>
              <a:cxn ang="0">
                <a:pos x="connsiteX15430" y="connsiteY15430"/>
              </a:cxn>
              <a:cxn ang="0">
                <a:pos x="connsiteX15431" y="connsiteY15431"/>
              </a:cxn>
              <a:cxn ang="0">
                <a:pos x="connsiteX15432" y="connsiteY15432"/>
              </a:cxn>
              <a:cxn ang="0">
                <a:pos x="connsiteX15433" y="connsiteY15433"/>
              </a:cxn>
              <a:cxn ang="0">
                <a:pos x="connsiteX15434" y="connsiteY15434"/>
              </a:cxn>
              <a:cxn ang="0">
                <a:pos x="connsiteX15435" y="connsiteY15435"/>
              </a:cxn>
              <a:cxn ang="0">
                <a:pos x="connsiteX15436" y="connsiteY15436"/>
              </a:cxn>
              <a:cxn ang="0">
                <a:pos x="connsiteX15437" y="connsiteY15437"/>
              </a:cxn>
              <a:cxn ang="0">
                <a:pos x="connsiteX15438" y="connsiteY15438"/>
              </a:cxn>
              <a:cxn ang="0">
                <a:pos x="connsiteX15439" y="connsiteY15439"/>
              </a:cxn>
              <a:cxn ang="0">
                <a:pos x="connsiteX15440" y="connsiteY15440"/>
              </a:cxn>
              <a:cxn ang="0">
                <a:pos x="connsiteX15441" y="connsiteY15441"/>
              </a:cxn>
              <a:cxn ang="0">
                <a:pos x="connsiteX15442" y="connsiteY15442"/>
              </a:cxn>
              <a:cxn ang="0">
                <a:pos x="connsiteX15443" y="connsiteY15443"/>
              </a:cxn>
              <a:cxn ang="0">
                <a:pos x="connsiteX15444" y="connsiteY15444"/>
              </a:cxn>
              <a:cxn ang="0">
                <a:pos x="connsiteX15445" y="connsiteY15445"/>
              </a:cxn>
              <a:cxn ang="0">
                <a:pos x="connsiteX15446" y="connsiteY15446"/>
              </a:cxn>
              <a:cxn ang="0">
                <a:pos x="connsiteX15447" y="connsiteY15447"/>
              </a:cxn>
              <a:cxn ang="0">
                <a:pos x="connsiteX15448" y="connsiteY15448"/>
              </a:cxn>
              <a:cxn ang="0">
                <a:pos x="connsiteX15449" y="connsiteY15449"/>
              </a:cxn>
              <a:cxn ang="0">
                <a:pos x="connsiteX15450" y="connsiteY15450"/>
              </a:cxn>
              <a:cxn ang="0">
                <a:pos x="connsiteX15451" y="connsiteY15451"/>
              </a:cxn>
              <a:cxn ang="0">
                <a:pos x="connsiteX15452" y="connsiteY15452"/>
              </a:cxn>
              <a:cxn ang="0">
                <a:pos x="connsiteX15453" y="connsiteY15453"/>
              </a:cxn>
              <a:cxn ang="0">
                <a:pos x="connsiteX15454" y="connsiteY15454"/>
              </a:cxn>
              <a:cxn ang="0">
                <a:pos x="connsiteX15455" y="connsiteY15455"/>
              </a:cxn>
              <a:cxn ang="0">
                <a:pos x="connsiteX15456" y="connsiteY15456"/>
              </a:cxn>
              <a:cxn ang="0">
                <a:pos x="connsiteX15457" y="connsiteY15457"/>
              </a:cxn>
              <a:cxn ang="0">
                <a:pos x="connsiteX15458" y="connsiteY15458"/>
              </a:cxn>
              <a:cxn ang="0">
                <a:pos x="connsiteX15459" y="connsiteY15459"/>
              </a:cxn>
              <a:cxn ang="0">
                <a:pos x="connsiteX15460" y="connsiteY15460"/>
              </a:cxn>
              <a:cxn ang="0">
                <a:pos x="connsiteX15461" y="connsiteY15461"/>
              </a:cxn>
              <a:cxn ang="0">
                <a:pos x="connsiteX15462" y="connsiteY15462"/>
              </a:cxn>
              <a:cxn ang="0">
                <a:pos x="connsiteX15463" y="connsiteY15463"/>
              </a:cxn>
              <a:cxn ang="0">
                <a:pos x="connsiteX15464" y="connsiteY15464"/>
              </a:cxn>
              <a:cxn ang="0">
                <a:pos x="connsiteX15465" y="connsiteY15465"/>
              </a:cxn>
              <a:cxn ang="0">
                <a:pos x="connsiteX15466" y="connsiteY15466"/>
              </a:cxn>
              <a:cxn ang="0">
                <a:pos x="connsiteX15467" y="connsiteY15467"/>
              </a:cxn>
              <a:cxn ang="0">
                <a:pos x="connsiteX15468" y="connsiteY15468"/>
              </a:cxn>
              <a:cxn ang="0">
                <a:pos x="connsiteX15469" y="connsiteY15469"/>
              </a:cxn>
              <a:cxn ang="0">
                <a:pos x="connsiteX15470" y="connsiteY15470"/>
              </a:cxn>
              <a:cxn ang="0">
                <a:pos x="connsiteX15471" y="connsiteY15471"/>
              </a:cxn>
              <a:cxn ang="0">
                <a:pos x="connsiteX15472" y="connsiteY15472"/>
              </a:cxn>
              <a:cxn ang="0">
                <a:pos x="connsiteX15473" y="connsiteY15473"/>
              </a:cxn>
              <a:cxn ang="0">
                <a:pos x="connsiteX15474" y="connsiteY15474"/>
              </a:cxn>
              <a:cxn ang="0">
                <a:pos x="connsiteX15475" y="connsiteY15475"/>
              </a:cxn>
              <a:cxn ang="0">
                <a:pos x="connsiteX15476" y="connsiteY15476"/>
              </a:cxn>
              <a:cxn ang="0">
                <a:pos x="connsiteX15477" y="connsiteY15477"/>
              </a:cxn>
              <a:cxn ang="0">
                <a:pos x="connsiteX15478" y="connsiteY15478"/>
              </a:cxn>
              <a:cxn ang="0">
                <a:pos x="connsiteX15479" y="connsiteY15479"/>
              </a:cxn>
              <a:cxn ang="0">
                <a:pos x="connsiteX15480" y="connsiteY15480"/>
              </a:cxn>
              <a:cxn ang="0">
                <a:pos x="connsiteX15481" y="connsiteY15481"/>
              </a:cxn>
              <a:cxn ang="0">
                <a:pos x="connsiteX15482" y="connsiteY15482"/>
              </a:cxn>
              <a:cxn ang="0">
                <a:pos x="connsiteX15483" y="connsiteY15483"/>
              </a:cxn>
              <a:cxn ang="0">
                <a:pos x="connsiteX15484" y="connsiteY15484"/>
              </a:cxn>
              <a:cxn ang="0">
                <a:pos x="connsiteX15485" y="connsiteY15485"/>
              </a:cxn>
              <a:cxn ang="0">
                <a:pos x="connsiteX15486" y="connsiteY15486"/>
              </a:cxn>
              <a:cxn ang="0">
                <a:pos x="connsiteX15487" y="connsiteY15487"/>
              </a:cxn>
              <a:cxn ang="0">
                <a:pos x="connsiteX15488" y="connsiteY15488"/>
              </a:cxn>
              <a:cxn ang="0">
                <a:pos x="connsiteX15489" y="connsiteY15489"/>
              </a:cxn>
              <a:cxn ang="0">
                <a:pos x="connsiteX15490" y="connsiteY15490"/>
              </a:cxn>
              <a:cxn ang="0">
                <a:pos x="connsiteX15491" y="connsiteY15491"/>
              </a:cxn>
              <a:cxn ang="0">
                <a:pos x="connsiteX15492" y="connsiteY15492"/>
              </a:cxn>
              <a:cxn ang="0">
                <a:pos x="connsiteX15493" y="connsiteY15493"/>
              </a:cxn>
              <a:cxn ang="0">
                <a:pos x="connsiteX15494" y="connsiteY15494"/>
              </a:cxn>
              <a:cxn ang="0">
                <a:pos x="connsiteX15495" y="connsiteY15495"/>
              </a:cxn>
              <a:cxn ang="0">
                <a:pos x="connsiteX15496" y="connsiteY15496"/>
              </a:cxn>
              <a:cxn ang="0">
                <a:pos x="connsiteX15497" y="connsiteY15497"/>
              </a:cxn>
              <a:cxn ang="0">
                <a:pos x="connsiteX15498" y="connsiteY15498"/>
              </a:cxn>
              <a:cxn ang="0">
                <a:pos x="connsiteX15499" y="connsiteY15499"/>
              </a:cxn>
              <a:cxn ang="0">
                <a:pos x="connsiteX15500" y="connsiteY15500"/>
              </a:cxn>
              <a:cxn ang="0">
                <a:pos x="connsiteX15501" y="connsiteY15501"/>
              </a:cxn>
              <a:cxn ang="0">
                <a:pos x="connsiteX15502" y="connsiteY15502"/>
              </a:cxn>
              <a:cxn ang="0">
                <a:pos x="connsiteX15503" y="connsiteY15503"/>
              </a:cxn>
              <a:cxn ang="0">
                <a:pos x="connsiteX15504" y="connsiteY15504"/>
              </a:cxn>
              <a:cxn ang="0">
                <a:pos x="connsiteX15505" y="connsiteY15505"/>
              </a:cxn>
              <a:cxn ang="0">
                <a:pos x="connsiteX15506" y="connsiteY15506"/>
              </a:cxn>
              <a:cxn ang="0">
                <a:pos x="connsiteX15507" y="connsiteY15507"/>
              </a:cxn>
              <a:cxn ang="0">
                <a:pos x="connsiteX15508" y="connsiteY15508"/>
              </a:cxn>
              <a:cxn ang="0">
                <a:pos x="connsiteX15509" y="connsiteY15509"/>
              </a:cxn>
              <a:cxn ang="0">
                <a:pos x="connsiteX15510" y="connsiteY15510"/>
              </a:cxn>
              <a:cxn ang="0">
                <a:pos x="connsiteX15511" y="connsiteY15511"/>
              </a:cxn>
              <a:cxn ang="0">
                <a:pos x="connsiteX15512" y="connsiteY15512"/>
              </a:cxn>
              <a:cxn ang="0">
                <a:pos x="connsiteX15513" y="connsiteY15513"/>
              </a:cxn>
              <a:cxn ang="0">
                <a:pos x="connsiteX15514" y="connsiteY15514"/>
              </a:cxn>
              <a:cxn ang="0">
                <a:pos x="connsiteX15515" y="connsiteY15515"/>
              </a:cxn>
              <a:cxn ang="0">
                <a:pos x="connsiteX15516" y="connsiteY15516"/>
              </a:cxn>
              <a:cxn ang="0">
                <a:pos x="connsiteX15517" y="connsiteY15517"/>
              </a:cxn>
              <a:cxn ang="0">
                <a:pos x="connsiteX15518" y="connsiteY15518"/>
              </a:cxn>
              <a:cxn ang="0">
                <a:pos x="connsiteX15519" y="connsiteY15519"/>
              </a:cxn>
              <a:cxn ang="0">
                <a:pos x="connsiteX15520" y="connsiteY15520"/>
              </a:cxn>
              <a:cxn ang="0">
                <a:pos x="connsiteX15521" y="connsiteY15521"/>
              </a:cxn>
              <a:cxn ang="0">
                <a:pos x="connsiteX15522" y="connsiteY15522"/>
              </a:cxn>
              <a:cxn ang="0">
                <a:pos x="connsiteX15523" y="connsiteY15523"/>
              </a:cxn>
              <a:cxn ang="0">
                <a:pos x="connsiteX15524" y="connsiteY15524"/>
              </a:cxn>
              <a:cxn ang="0">
                <a:pos x="connsiteX15525" y="connsiteY15525"/>
              </a:cxn>
              <a:cxn ang="0">
                <a:pos x="connsiteX15526" y="connsiteY15526"/>
              </a:cxn>
              <a:cxn ang="0">
                <a:pos x="connsiteX15527" y="connsiteY15527"/>
              </a:cxn>
              <a:cxn ang="0">
                <a:pos x="connsiteX15528" y="connsiteY15528"/>
              </a:cxn>
              <a:cxn ang="0">
                <a:pos x="connsiteX15529" y="connsiteY15529"/>
              </a:cxn>
              <a:cxn ang="0">
                <a:pos x="connsiteX15530" y="connsiteY15530"/>
              </a:cxn>
              <a:cxn ang="0">
                <a:pos x="connsiteX15531" y="connsiteY15531"/>
              </a:cxn>
              <a:cxn ang="0">
                <a:pos x="connsiteX15532" y="connsiteY15532"/>
              </a:cxn>
              <a:cxn ang="0">
                <a:pos x="connsiteX15533" y="connsiteY15533"/>
              </a:cxn>
              <a:cxn ang="0">
                <a:pos x="connsiteX15534" y="connsiteY15534"/>
              </a:cxn>
              <a:cxn ang="0">
                <a:pos x="connsiteX15535" y="connsiteY15535"/>
              </a:cxn>
              <a:cxn ang="0">
                <a:pos x="connsiteX15536" y="connsiteY15536"/>
              </a:cxn>
              <a:cxn ang="0">
                <a:pos x="connsiteX15537" y="connsiteY15537"/>
              </a:cxn>
              <a:cxn ang="0">
                <a:pos x="connsiteX15538" y="connsiteY15538"/>
              </a:cxn>
              <a:cxn ang="0">
                <a:pos x="connsiteX15539" y="connsiteY15539"/>
              </a:cxn>
              <a:cxn ang="0">
                <a:pos x="connsiteX15540" y="connsiteY15540"/>
              </a:cxn>
              <a:cxn ang="0">
                <a:pos x="connsiteX15541" y="connsiteY15541"/>
              </a:cxn>
              <a:cxn ang="0">
                <a:pos x="connsiteX15542" y="connsiteY15542"/>
              </a:cxn>
              <a:cxn ang="0">
                <a:pos x="connsiteX15543" y="connsiteY15543"/>
              </a:cxn>
              <a:cxn ang="0">
                <a:pos x="connsiteX15544" y="connsiteY15544"/>
              </a:cxn>
              <a:cxn ang="0">
                <a:pos x="connsiteX15545" y="connsiteY15545"/>
              </a:cxn>
              <a:cxn ang="0">
                <a:pos x="connsiteX15546" y="connsiteY15546"/>
              </a:cxn>
              <a:cxn ang="0">
                <a:pos x="connsiteX15547" y="connsiteY15547"/>
              </a:cxn>
              <a:cxn ang="0">
                <a:pos x="connsiteX15548" y="connsiteY15548"/>
              </a:cxn>
              <a:cxn ang="0">
                <a:pos x="connsiteX15549" y="connsiteY15549"/>
              </a:cxn>
              <a:cxn ang="0">
                <a:pos x="connsiteX15550" y="connsiteY15550"/>
              </a:cxn>
              <a:cxn ang="0">
                <a:pos x="connsiteX15551" y="connsiteY15551"/>
              </a:cxn>
              <a:cxn ang="0">
                <a:pos x="connsiteX15552" y="connsiteY15552"/>
              </a:cxn>
              <a:cxn ang="0">
                <a:pos x="connsiteX15553" y="connsiteY15553"/>
              </a:cxn>
              <a:cxn ang="0">
                <a:pos x="connsiteX15554" y="connsiteY15554"/>
              </a:cxn>
              <a:cxn ang="0">
                <a:pos x="connsiteX15555" y="connsiteY15555"/>
              </a:cxn>
              <a:cxn ang="0">
                <a:pos x="connsiteX15556" y="connsiteY15556"/>
              </a:cxn>
              <a:cxn ang="0">
                <a:pos x="connsiteX15557" y="connsiteY15557"/>
              </a:cxn>
              <a:cxn ang="0">
                <a:pos x="connsiteX15558" y="connsiteY15558"/>
              </a:cxn>
              <a:cxn ang="0">
                <a:pos x="connsiteX15559" y="connsiteY15559"/>
              </a:cxn>
              <a:cxn ang="0">
                <a:pos x="connsiteX15560" y="connsiteY15560"/>
              </a:cxn>
              <a:cxn ang="0">
                <a:pos x="connsiteX15561" y="connsiteY15561"/>
              </a:cxn>
              <a:cxn ang="0">
                <a:pos x="connsiteX15562" y="connsiteY15562"/>
              </a:cxn>
              <a:cxn ang="0">
                <a:pos x="connsiteX15563" y="connsiteY15563"/>
              </a:cxn>
              <a:cxn ang="0">
                <a:pos x="connsiteX15564" y="connsiteY15564"/>
              </a:cxn>
              <a:cxn ang="0">
                <a:pos x="connsiteX15565" y="connsiteY15565"/>
              </a:cxn>
              <a:cxn ang="0">
                <a:pos x="connsiteX15566" y="connsiteY15566"/>
              </a:cxn>
              <a:cxn ang="0">
                <a:pos x="connsiteX15567" y="connsiteY15567"/>
              </a:cxn>
              <a:cxn ang="0">
                <a:pos x="connsiteX15568" y="connsiteY15568"/>
              </a:cxn>
              <a:cxn ang="0">
                <a:pos x="connsiteX15569" y="connsiteY15569"/>
              </a:cxn>
              <a:cxn ang="0">
                <a:pos x="connsiteX15570" y="connsiteY15570"/>
              </a:cxn>
              <a:cxn ang="0">
                <a:pos x="connsiteX15571" y="connsiteY15571"/>
              </a:cxn>
              <a:cxn ang="0">
                <a:pos x="connsiteX15572" y="connsiteY15572"/>
              </a:cxn>
              <a:cxn ang="0">
                <a:pos x="connsiteX15573" y="connsiteY15573"/>
              </a:cxn>
              <a:cxn ang="0">
                <a:pos x="connsiteX15574" y="connsiteY15574"/>
              </a:cxn>
              <a:cxn ang="0">
                <a:pos x="connsiteX15575" y="connsiteY15575"/>
              </a:cxn>
              <a:cxn ang="0">
                <a:pos x="connsiteX15576" y="connsiteY15576"/>
              </a:cxn>
              <a:cxn ang="0">
                <a:pos x="connsiteX15577" y="connsiteY15577"/>
              </a:cxn>
              <a:cxn ang="0">
                <a:pos x="connsiteX15578" y="connsiteY15578"/>
              </a:cxn>
              <a:cxn ang="0">
                <a:pos x="connsiteX15579" y="connsiteY15579"/>
              </a:cxn>
              <a:cxn ang="0">
                <a:pos x="connsiteX15580" y="connsiteY15580"/>
              </a:cxn>
              <a:cxn ang="0">
                <a:pos x="connsiteX15581" y="connsiteY15581"/>
              </a:cxn>
              <a:cxn ang="0">
                <a:pos x="connsiteX15582" y="connsiteY15582"/>
              </a:cxn>
              <a:cxn ang="0">
                <a:pos x="connsiteX15583" y="connsiteY15583"/>
              </a:cxn>
              <a:cxn ang="0">
                <a:pos x="connsiteX15584" y="connsiteY15584"/>
              </a:cxn>
              <a:cxn ang="0">
                <a:pos x="connsiteX15585" y="connsiteY15585"/>
              </a:cxn>
              <a:cxn ang="0">
                <a:pos x="connsiteX15586" y="connsiteY15586"/>
              </a:cxn>
              <a:cxn ang="0">
                <a:pos x="connsiteX15587" y="connsiteY15587"/>
              </a:cxn>
              <a:cxn ang="0">
                <a:pos x="connsiteX15588" y="connsiteY15588"/>
              </a:cxn>
              <a:cxn ang="0">
                <a:pos x="connsiteX15589" y="connsiteY15589"/>
              </a:cxn>
              <a:cxn ang="0">
                <a:pos x="connsiteX15590" y="connsiteY15590"/>
              </a:cxn>
              <a:cxn ang="0">
                <a:pos x="connsiteX15591" y="connsiteY15591"/>
              </a:cxn>
              <a:cxn ang="0">
                <a:pos x="connsiteX15592" y="connsiteY15592"/>
              </a:cxn>
              <a:cxn ang="0">
                <a:pos x="connsiteX15593" y="connsiteY15593"/>
              </a:cxn>
              <a:cxn ang="0">
                <a:pos x="connsiteX15594" y="connsiteY15594"/>
              </a:cxn>
              <a:cxn ang="0">
                <a:pos x="connsiteX15595" y="connsiteY15595"/>
              </a:cxn>
              <a:cxn ang="0">
                <a:pos x="connsiteX15596" y="connsiteY15596"/>
              </a:cxn>
              <a:cxn ang="0">
                <a:pos x="connsiteX15597" y="connsiteY15597"/>
              </a:cxn>
              <a:cxn ang="0">
                <a:pos x="connsiteX15598" y="connsiteY15598"/>
              </a:cxn>
              <a:cxn ang="0">
                <a:pos x="connsiteX15599" y="connsiteY15599"/>
              </a:cxn>
              <a:cxn ang="0">
                <a:pos x="connsiteX15600" y="connsiteY15600"/>
              </a:cxn>
              <a:cxn ang="0">
                <a:pos x="connsiteX15601" y="connsiteY15601"/>
              </a:cxn>
              <a:cxn ang="0">
                <a:pos x="connsiteX15602" y="connsiteY15602"/>
              </a:cxn>
              <a:cxn ang="0">
                <a:pos x="connsiteX15603" y="connsiteY15603"/>
              </a:cxn>
              <a:cxn ang="0">
                <a:pos x="connsiteX15604" y="connsiteY15604"/>
              </a:cxn>
              <a:cxn ang="0">
                <a:pos x="connsiteX15605" y="connsiteY15605"/>
              </a:cxn>
              <a:cxn ang="0">
                <a:pos x="connsiteX15606" y="connsiteY15606"/>
              </a:cxn>
              <a:cxn ang="0">
                <a:pos x="connsiteX15607" y="connsiteY15607"/>
              </a:cxn>
              <a:cxn ang="0">
                <a:pos x="connsiteX15608" y="connsiteY15608"/>
              </a:cxn>
              <a:cxn ang="0">
                <a:pos x="connsiteX15609" y="connsiteY15609"/>
              </a:cxn>
              <a:cxn ang="0">
                <a:pos x="connsiteX15610" y="connsiteY15610"/>
              </a:cxn>
              <a:cxn ang="0">
                <a:pos x="connsiteX15611" y="connsiteY15611"/>
              </a:cxn>
              <a:cxn ang="0">
                <a:pos x="connsiteX15612" y="connsiteY15612"/>
              </a:cxn>
              <a:cxn ang="0">
                <a:pos x="connsiteX15613" y="connsiteY15613"/>
              </a:cxn>
              <a:cxn ang="0">
                <a:pos x="connsiteX15614" y="connsiteY15614"/>
              </a:cxn>
              <a:cxn ang="0">
                <a:pos x="connsiteX15615" y="connsiteY15615"/>
              </a:cxn>
              <a:cxn ang="0">
                <a:pos x="connsiteX15616" y="connsiteY15616"/>
              </a:cxn>
              <a:cxn ang="0">
                <a:pos x="connsiteX15617" y="connsiteY15617"/>
              </a:cxn>
              <a:cxn ang="0">
                <a:pos x="connsiteX15618" y="connsiteY15618"/>
              </a:cxn>
              <a:cxn ang="0">
                <a:pos x="connsiteX15619" y="connsiteY15619"/>
              </a:cxn>
              <a:cxn ang="0">
                <a:pos x="connsiteX15620" y="connsiteY15620"/>
              </a:cxn>
              <a:cxn ang="0">
                <a:pos x="connsiteX15621" y="connsiteY15621"/>
              </a:cxn>
              <a:cxn ang="0">
                <a:pos x="connsiteX15622" y="connsiteY15622"/>
              </a:cxn>
              <a:cxn ang="0">
                <a:pos x="connsiteX15623" y="connsiteY15623"/>
              </a:cxn>
              <a:cxn ang="0">
                <a:pos x="connsiteX15624" y="connsiteY15624"/>
              </a:cxn>
              <a:cxn ang="0">
                <a:pos x="connsiteX15625" y="connsiteY15625"/>
              </a:cxn>
              <a:cxn ang="0">
                <a:pos x="connsiteX15626" y="connsiteY15626"/>
              </a:cxn>
              <a:cxn ang="0">
                <a:pos x="connsiteX15627" y="connsiteY15627"/>
              </a:cxn>
              <a:cxn ang="0">
                <a:pos x="connsiteX15628" y="connsiteY15628"/>
              </a:cxn>
              <a:cxn ang="0">
                <a:pos x="connsiteX15629" y="connsiteY15629"/>
              </a:cxn>
              <a:cxn ang="0">
                <a:pos x="connsiteX15630" y="connsiteY15630"/>
              </a:cxn>
              <a:cxn ang="0">
                <a:pos x="connsiteX15631" y="connsiteY15631"/>
              </a:cxn>
              <a:cxn ang="0">
                <a:pos x="connsiteX15632" y="connsiteY15632"/>
              </a:cxn>
              <a:cxn ang="0">
                <a:pos x="connsiteX15633" y="connsiteY15633"/>
              </a:cxn>
              <a:cxn ang="0">
                <a:pos x="connsiteX15634" y="connsiteY15634"/>
              </a:cxn>
              <a:cxn ang="0">
                <a:pos x="connsiteX15635" y="connsiteY15635"/>
              </a:cxn>
              <a:cxn ang="0">
                <a:pos x="connsiteX15636" y="connsiteY15636"/>
              </a:cxn>
              <a:cxn ang="0">
                <a:pos x="connsiteX15637" y="connsiteY15637"/>
              </a:cxn>
              <a:cxn ang="0">
                <a:pos x="connsiteX15638" y="connsiteY15638"/>
              </a:cxn>
              <a:cxn ang="0">
                <a:pos x="connsiteX15639" y="connsiteY15639"/>
              </a:cxn>
              <a:cxn ang="0">
                <a:pos x="connsiteX15640" y="connsiteY15640"/>
              </a:cxn>
              <a:cxn ang="0">
                <a:pos x="connsiteX15641" y="connsiteY15641"/>
              </a:cxn>
              <a:cxn ang="0">
                <a:pos x="connsiteX15642" y="connsiteY15642"/>
              </a:cxn>
              <a:cxn ang="0">
                <a:pos x="connsiteX15643" y="connsiteY15643"/>
              </a:cxn>
              <a:cxn ang="0">
                <a:pos x="connsiteX15644" y="connsiteY15644"/>
              </a:cxn>
              <a:cxn ang="0">
                <a:pos x="connsiteX15645" y="connsiteY15645"/>
              </a:cxn>
              <a:cxn ang="0">
                <a:pos x="connsiteX15646" y="connsiteY15646"/>
              </a:cxn>
              <a:cxn ang="0">
                <a:pos x="connsiteX15647" y="connsiteY15647"/>
              </a:cxn>
              <a:cxn ang="0">
                <a:pos x="connsiteX15648" y="connsiteY15648"/>
              </a:cxn>
              <a:cxn ang="0">
                <a:pos x="connsiteX15649" y="connsiteY15649"/>
              </a:cxn>
              <a:cxn ang="0">
                <a:pos x="connsiteX15650" y="connsiteY15650"/>
              </a:cxn>
              <a:cxn ang="0">
                <a:pos x="connsiteX15651" y="connsiteY15651"/>
              </a:cxn>
              <a:cxn ang="0">
                <a:pos x="connsiteX15652" y="connsiteY15652"/>
              </a:cxn>
              <a:cxn ang="0">
                <a:pos x="connsiteX15653" y="connsiteY15653"/>
              </a:cxn>
              <a:cxn ang="0">
                <a:pos x="connsiteX15654" y="connsiteY15654"/>
              </a:cxn>
              <a:cxn ang="0">
                <a:pos x="connsiteX15655" y="connsiteY15655"/>
              </a:cxn>
              <a:cxn ang="0">
                <a:pos x="connsiteX15656" y="connsiteY15656"/>
              </a:cxn>
              <a:cxn ang="0">
                <a:pos x="connsiteX15657" y="connsiteY15657"/>
              </a:cxn>
              <a:cxn ang="0">
                <a:pos x="connsiteX15658" y="connsiteY15658"/>
              </a:cxn>
              <a:cxn ang="0">
                <a:pos x="connsiteX15659" y="connsiteY15659"/>
              </a:cxn>
              <a:cxn ang="0">
                <a:pos x="connsiteX15660" y="connsiteY15660"/>
              </a:cxn>
              <a:cxn ang="0">
                <a:pos x="connsiteX15661" y="connsiteY15661"/>
              </a:cxn>
              <a:cxn ang="0">
                <a:pos x="connsiteX15662" y="connsiteY15662"/>
              </a:cxn>
              <a:cxn ang="0">
                <a:pos x="connsiteX15663" y="connsiteY15663"/>
              </a:cxn>
              <a:cxn ang="0">
                <a:pos x="connsiteX15664" y="connsiteY15664"/>
              </a:cxn>
              <a:cxn ang="0">
                <a:pos x="connsiteX15665" y="connsiteY15665"/>
              </a:cxn>
              <a:cxn ang="0">
                <a:pos x="connsiteX15666" y="connsiteY15666"/>
              </a:cxn>
              <a:cxn ang="0">
                <a:pos x="connsiteX15667" y="connsiteY15667"/>
              </a:cxn>
              <a:cxn ang="0">
                <a:pos x="connsiteX15668" y="connsiteY15668"/>
              </a:cxn>
              <a:cxn ang="0">
                <a:pos x="connsiteX15669" y="connsiteY15669"/>
              </a:cxn>
              <a:cxn ang="0">
                <a:pos x="connsiteX15670" y="connsiteY15670"/>
              </a:cxn>
              <a:cxn ang="0">
                <a:pos x="connsiteX15671" y="connsiteY15671"/>
              </a:cxn>
              <a:cxn ang="0">
                <a:pos x="connsiteX15672" y="connsiteY15672"/>
              </a:cxn>
              <a:cxn ang="0">
                <a:pos x="connsiteX15673" y="connsiteY15673"/>
              </a:cxn>
              <a:cxn ang="0">
                <a:pos x="connsiteX15674" y="connsiteY15674"/>
              </a:cxn>
              <a:cxn ang="0">
                <a:pos x="connsiteX15675" y="connsiteY15675"/>
              </a:cxn>
              <a:cxn ang="0">
                <a:pos x="connsiteX15676" y="connsiteY15676"/>
              </a:cxn>
              <a:cxn ang="0">
                <a:pos x="connsiteX15677" y="connsiteY15677"/>
              </a:cxn>
              <a:cxn ang="0">
                <a:pos x="connsiteX15678" y="connsiteY15678"/>
              </a:cxn>
              <a:cxn ang="0">
                <a:pos x="connsiteX15679" y="connsiteY15679"/>
              </a:cxn>
              <a:cxn ang="0">
                <a:pos x="connsiteX15680" y="connsiteY15680"/>
              </a:cxn>
              <a:cxn ang="0">
                <a:pos x="connsiteX15681" y="connsiteY15681"/>
              </a:cxn>
              <a:cxn ang="0">
                <a:pos x="connsiteX15682" y="connsiteY15682"/>
              </a:cxn>
              <a:cxn ang="0">
                <a:pos x="connsiteX15683" y="connsiteY15683"/>
              </a:cxn>
              <a:cxn ang="0">
                <a:pos x="connsiteX15684" y="connsiteY15684"/>
              </a:cxn>
              <a:cxn ang="0">
                <a:pos x="connsiteX15685" y="connsiteY15685"/>
              </a:cxn>
              <a:cxn ang="0">
                <a:pos x="connsiteX15686" y="connsiteY15686"/>
              </a:cxn>
              <a:cxn ang="0">
                <a:pos x="connsiteX15687" y="connsiteY15687"/>
              </a:cxn>
              <a:cxn ang="0">
                <a:pos x="connsiteX15688" y="connsiteY15688"/>
              </a:cxn>
              <a:cxn ang="0">
                <a:pos x="connsiteX15689" y="connsiteY15689"/>
              </a:cxn>
              <a:cxn ang="0">
                <a:pos x="connsiteX15690" y="connsiteY15690"/>
              </a:cxn>
              <a:cxn ang="0">
                <a:pos x="connsiteX15691" y="connsiteY15691"/>
              </a:cxn>
              <a:cxn ang="0">
                <a:pos x="connsiteX15692" y="connsiteY15692"/>
              </a:cxn>
              <a:cxn ang="0">
                <a:pos x="connsiteX15693" y="connsiteY15693"/>
              </a:cxn>
              <a:cxn ang="0">
                <a:pos x="connsiteX15694" y="connsiteY15694"/>
              </a:cxn>
              <a:cxn ang="0">
                <a:pos x="connsiteX15695" y="connsiteY15695"/>
              </a:cxn>
              <a:cxn ang="0">
                <a:pos x="connsiteX15696" y="connsiteY15696"/>
              </a:cxn>
              <a:cxn ang="0">
                <a:pos x="connsiteX15697" y="connsiteY15697"/>
              </a:cxn>
              <a:cxn ang="0">
                <a:pos x="connsiteX15698" y="connsiteY15698"/>
              </a:cxn>
              <a:cxn ang="0">
                <a:pos x="connsiteX15699" y="connsiteY15699"/>
              </a:cxn>
              <a:cxn ang="0">
                <a:pos x="connsiteX15700" y="connsiteY15700"/>
              </a:cxn>
              <a:cxn ang="0">
                <a:pos x="connsiteX15701" y="connsiteY15701"/>
              </a:cxn>
              <a:cxn ang="0">
                <a:pos x="connsiteX15702" y="connsiteY15702"/>
              </a:cxn>
              <a:cxn ang="0">
                <a:pos x="connsiteX15703" y="connsiteY15703"/>
              </a:cxn>
              <a:cxn ang="0">
                <a:pos x="connsiteX15704" y="connsiteY15704"/>
              </a:cxn>
              <a:cxn ang="0">
                <a:pos x="connsiteX15705" y="connsiteY15705"/>
              </a:cxn>
              <a:cxn ang="0">
                <a:pos x="connsiteX15706" y="connsiteY15706"/>
              </a:cxn>
              <a:cxn ang="0">
                <a:pos x="connsiteX15707" y="connsiteY15707"/>
              </a:cxn>
              <a:cxn ang="0">
                <a:pos x="connsiteX15708" y="connsiteY15708"/>
              </a:cxn>
              <a:cxn ang="0">
                <a:pos x="connsiteX15709" y="connsiteY15709"/>
              </a:cxn>
              <a:cxn ang="0">
                <a:pos x="connsiteX15710" y="connsiteY15710"/>
              </a:cxn>
              <a:cxn ang="0">
                <a:pos x="connsiteX15711" y="connsiteY15711"/>
              </a:cxn>
              <a:cxn ang="0">
                <a:pos x="connsiteX15712" y="connsiteY15712"/>
              </a:cxn>
              <a:cxn ang="0">
                <a:pos x="connsiteX15713" y="connsiteY15713"/>
              </a:cxn>
              <a:cxn ang="0">
                <a:pos x="connsiteX15714" y="connsiteY15714"/>
              </a:cxn>
              <a:cxn ang="0">
                <a:pos x="connsiteX15715" y="connsiteY15715"/>
              </a:cxn>
              <a:cxn ang="0">
                <a:pos x="connsiteX15716" y="connsiteY15716"/>
              </a:cxn>
              <a:cxn ang="0">
                <a:pos x="connsiteX15717" y="connsiteY15717"/>
              </a:cxn>
              <a:cxn ang="0">
                <a:pos x="connsiteX15718" y="connsiteY15718"/>
              </a:cxn>
              <a:cxn ang="0">
                <a:pos x="connsiteX15719" y="connsiteY15719"/>
              </a:cxn>
              <a:cxn ang="0">
                <a:pos x="connsiteX15720" y="connsiteY15720"/>
              </a:cxn>
              <a:cxn ang="0">
                <a:pos x="connsiteX15721" y="connsiteY15721"/>
              </a:cxn>
              <a:cxn ang="0">
                <a:pos x="connsiteX15722" y="connsiteY15722"/>
              </a:cxn>
              <a:cxn ang="0">
                <a:pos x="connsiteX15723" y="connsiteY15723"/>
              </a:cxn>
              <a:cxn ang="0">
                <a:pos x="connsiteX15724" y="connsiteY15724"/>
              </a:cxn>
              <a:cxn ang="0">
                <a:pos x="connsiteX15725" y="connsiteY15725"/>
              </a:cxn>
              <a:cxn ang="0">
                <a:pos x="connsiteX15726" y="connsiteY15726"/>
              </a:cxn>
              <a:cxn ang="0">
                <a:pos x="connsiteX15727" y="connsiteY15727"/>
              </a:cxn>
              <a:cxn ang="0">
                <a:pos x="connsiteX15728" y="connsiteY15728"/>
              </a:cxn>
              <a:cxn ang="0">
                <a:pos x="connsiteX15729" y="connsiteY15729"/>
              </a:cxn>
              <a:cxn ang="0">
                <a:pos x="connsiteX15730" y="connsiteY15730"/>
              </a:cxn>
              <a:cxn ang="0">
                <a:pos x="connsiteX15731" y="connsiteY15731"/>
              </a:cxn>
              <a:cxn ang="0">
                <a:pos x="connsiteX15732" y="connsiteY15732"/>
              </a:cxn>
              <a:cxn ang="0">
                <a:pos x="connsiteX15733" y="connsiteY15733"/>
              </a:cxn>
              <a:cxn ang="0">
                <a:pos x="connsiteX15734" y="connsiteY15734"/>
              </a:cxn>
              <a:cxn ang="0">
                <a:pos x="connsiteX15735" y="connsiteY15735"/>
              </a:cxn>
              <a:cxn ang="0">
                <a:pos x="connsiteX15736" y="connsiteY15736"/>
              </a:cxn>
              <a:cxn ang="0">
                <a:pos x="connsiteX15737" y="connsiteY15737"/>
              </a:cxn>
              <a:cxn ang="0">
                <a:pos x="connsiteX15738" y="connsiteY15738"/>
              </a:cxn>
              <a:cxn ang="0">
                <a:pos x="connsiteX15739" y="connsiteY15739"/>
              </a:cxn>
              <a:cxn ang="0">
                <a:pos x="connsiteX15740" y="connsiteY15740"/>
              </a:cxn>
              <a:cxn ang="0">
                <a:pos x="connsiteX15741" y="connsiteY15741"/>
              </a:cxn>
              <a:cxn ang="0">
                <a:pos x="connsiteX15742" y="connsiteY15742"/>
              </a:cxn>
              <a:cxn ang="0">
                <a:pos x="connsiteX15743" y="connsiteY15743"/>
              </a:cxn>
              <a:cxn ang="0">
                <a:pos x="connsiteX15744" y="connsiteY15744"/>
              </a:cxn>
              <a:cxn ang="0">
                <a:pos x="connsiteX15745" y="connsiteY15745"/>
              </a:cxn>
              <a:cxn ang="0">
                <a:pos x="connsiteX15746" y="connsiteY15746"/>
              </a:cxn>
              <a:cxn ang="0">
                <a:pos x="connsiteX15747" y="connsiteY15747"/>
              </a:cxn>
              <a:cxn ang="0">
                <a:pos x="connsiteX15748" y="connsiteY15748"/>
              </a:cxn>
              <a:cxn ang="0">
                <a:pos x="connsiteX15749" y="connsiteY15749"/>
              </a:cxn>
              <a:cxn ang="0">
                <a:pos x="connsiteX15750" y="connsiteY15750"/>
              </a:cxn>
              <a:cxn ang="0">
                <a:pos x="connsiteX15751" y="connsiteY15751"/>
              </a:cxn>
              <a:cxn ang="0">
                <a:pos x="connsiteX15752" y="connsiteY15752"/>
              </a:cxn>
              <a:cxn ang="0">
                <a:pos x="connsiteX15753" y="connsiteY15753"/>
              </a:cxn>
              <a:cxn ang="0">
                <a:pos x="connsiteX15754" y="connsiteY15754"/>
              </a:cxn>
              <a:cxn ang="0">
                <a:pos x="connsiteX15755" y="connsiteY15755"/>
              </a:cxn>
              <a:cxn ang="0">
                <a:pos x="connsiteX15756" y="connsiteY15756"/>
              </a:cxn>
              <a:cxn ang="0">
                <a:pos x="connsiteX15757" y="connsiteY15757"/>
              </a:cxn>
              <a:cxn ang="0">
                <a:pos x="connsiteX15758" y="connsiteY15758"/>
              </a:cxn>
              <a:cxn ang="0">
                <a:pos x="connsiteX15759" y="connsiteY15759"/>
              </a:cxn>
              <a:cxn ang="0">
                <a:pos x="connsiteX15760" y="connsiteY15760"/>
              </a:cxn>
              <a:cxn ang="0">
                <a:pos x="connsiteX15761" y="connsiteY15761"/>
              </a:cxn>
              <a:cxn ang="0">
                <a:pos x="connsiteX15762" y="connsiteY15762"/>
              </a:cxn>
              <a:cxn ang="0">
                <a:pos x="connsiteX15763" y="connsiteY15763"/>
              </a:cxn>
              <a:cxn ang="0">
                <a:pos x="connsiteX15764" y="connsiteY15764"/>
              </a:cxn>
              <a:cxn ang="0">
                <a:pos x="connsiteX15765" y="connsiteY15765"/>
              </a:cxn>
              <a:cxn ang="0">
                <a:pos x="connsiteX15766" y="connsiteY15766"/>
              </a:cxn>
              <a:cxn ang="0">
                <a:pos x="connsiteX15767" y="connsiteY15767"/>
              </a:cxn>
              <a:cxn ang="0">
                <a:pos x="connsiteX15768" y="connsiteY15768"/>
              </a:cxn>
              <a:cxn ang="0">
                <a:pos x="connsiteX15769" y="connsiteY15769"/>
              </a:cxn>
              <a:cxn ang="0">
                <a:pos x="connsiteX15770" y="connsiteY15770"/>
              </a:cxn>
              <a:cxn ang="0">
                <a:pos x="connsiteX15771" y="connsiteY15771"/>
              </a:cxn>
              <a:cxn ang="0">
                <a:pos x="connsiteX15772" y="connsiteY15772"/>
              </a:cxn>
              <a:cxn ang="0">
                <a:pos x="connsiteX15773" y="connsiteY15773"/>
              </a:cxn>
              <a:cxn ang="0">
                <a:pos x="connsiteX15774" y="connsiteY15774"/>
              </a:cxn>
              <a:cxn ang="0">
                <a:pos x="connsiteX15775" y="connsiteY15775"/>
              </a:cxn>
              <a:cxn ang="0">
                <a:pos x="connsiteX15776" y="connsiteY15776"/>
              </a:cxn>
              <a:cxn ang="0">
                <a:pos x="connsiteX15777" y="connsiteY15777"/>
              </a:cxn>
              <a:cxn ang="0">
                <a:pos x="connsiteX15778" y="connsiteY15778"/>
              </a:cxn>
              <a:cxn ang="0">
                <a:pos x="connsiteX15779" y="connsiteY15779"/>
              </a:cxn>
              <a:cxn ang="0">
                <a:pos x="connsiteX15780" y="connsiteY15780"/>
              </a:cxn>
              <a:cxn ang="0">
                <a:pos x="connsiteX15781" y="connsiteY15781"/>
              </a:cxn>
              <a:cxn ang="0">
                <a:pos x="connsiteX15782" y="connsiteY15782"/>
              </a:cxn>
              <a:cxn ang="0">
                <a:pos x="connsiteX15783" y="connsiteY15783"/>
              </a:cxn>
              <a:cxn ang="0">
                <a:pos x="connsiteX15784" y="connsiteY15784"/>
              </a:cxn>
              <a:cxn ang="0">
                <a:pos x="connsiteX15785" y="connsiteY15785"/>
              </a:cxn>
              <a:cxn ang="0">
                <a:pos x="connsiteX15786" y="connsiteY15786"/>
              </a:cxn>
              <a:cxn ang="0">
                <a:pos x="connsiteX15787" y="connsiteY15787"/>
              </a:cxn>
              <a:cxn ang="0">
                <a:pos x="connsiteX15788" y="connsiteY15788"/>
              </a:cxn>
              <a:cxn ang="0">
                <a:pos x="connsiteX15789" y="connsiteY15789"/>
              </a:cxn>
              <a:cxn ang="0">
                <a:pos x="connsiteX15790" y="connsiteY15790"/>
              </a:cxn>
              <a:cxn ang="0">
                <a:pos x="connsiteX15791" y="connsiteY15791"/>
              </a:cxn>
              <a:cxn ang="0">
                <a:pos x="connsiteX15792" y="connsiteY15792"/>
              </a:cxn>
              <a:cxn ang="0">
                <a:pos x="connsiteX15793" y="connsiteY15793"/>
              </a:cxn>
              <a:cxn ang="0">
                <a:pos x="connsiteX15794" y="connsiteY15794"/>
              </a:cxn>
              <a:cxn ang="0">
                <a:pos x="connsiteX15795" y="connsiteY15795"/>
              </a:cxn>
              <a:cxn ang="0">
                <a:pos x="connsiteX15796" y="connsiteY15796"/>
              </a:cxn>
              <a:cxn ang="0">
                <a:pos x="connsiteX15797" y="connsiteY15797"/>
              </a:cxn>
              <a:cxn ang="0">
                <a:pos x="connsiteX15798" y="connsiteY15798"/>
              </a:cxn>
              <a:cxn ang="0">
                <a:pos x="connsiteX15799" y="connsiteY15799"/>
              </a:cxn>
              <a:cxn ang="0">
                <a:pos x="connsiteX15800" y="connsiteY15800"/>
              </a:cxn>
              <a:cxn ang="0">
                <a:pos x="connsiteX15801" y="connsiteY15801"/>
              </a:cxn>
              <a:cxn ang="0">
                <a:pos x="connsiteX15802" y="connsiteY15802"/>
              </a:cxn>
              <a:cxn ang="0">
                <a:pos x="connsiteX15803" y="connsiteY15803"/>
              </a:cxn>
              <a:cxn ang="0">
                <a:pos x="connsiteX15804" y="connsiteY15804"/>
              </a:cxn>
              <a:cxn ang="0">
                <a:pos x="connsiteX15805" y="connsiteY15805"/>
              </a:cxn>
              <a:cxn ang="0">
                <a:pos x="connsiteX15806" y="connsiteY15806"/>
              </a:cxn>
              <a:cxn ang="0">
                <a:pos x="connsiteX15807" y="connsiteY15807"/>
              </a:cxn>
              <a:cxn ang="0">
                <a:pos x="connsiteX15808" y="connsiteY15808"/>
              </a:cxn>
              <a:cxn ang="0">
                <a:pos x="connsiteX15809" y="connsiteY15809"/>
              </a:cxn>
              <a:cxn ang="0">
                <a:pos x="connsiteX15810" y="connsiteY15810"/>
              </a:cxn>
              <a:cxn ang="0">
                <a:pos x="connsiteX15811" y="connsiteY15811"/>
              </a:cxn>
              <a:cxn ang="0">
                <a:pos x="connsiteX15812" y="connsiteY15812"/>
              </a:cxn>
              <a:cxn ang="0">
                <a:pos x="connsiteX15813" y="connsiteY15813"/>
              </a:cxn>
              <a:cxn ang="0">
                <a:pos x="connsiteX15814" y="connsiteY15814"/>
              </a:cxn>
              <a:cxn ang="0">
                <a:pos x="connsiteX15815" y="connsiteY15815"/>
              </a:cxn>
              <a:cxn ang="0">
                <a:pos x="connsiteX15816" y="connsiteY15816"/>
              </a:cxn>
              <a:cxn ang="0">
                <a:pos x="connsiteX15817" y="connsiteY15817"/>
              </a:cxn>
              <a:cxn ang="0">
                <a:pos x="connsiteX15818" y="connsiteY15818"/>
              </a:cxn>
              <a:cxn ang="0">
                <a:pos x="connsiteX15819" y="connsiteY15819"/>
              </a:cxn>
              <a:cxn ang="0">
                <a:pos x="connsiteX15820" y="connsiteY15820"/>
              </a:cxn>
              <a:cxn ang="0">
                <a:pos x="connsiteX15821" y="connsiteY15821"/>
              </a:cxn>
              <a:cxn ang="0">
                <a:pos x="connsiteX15822" y="connsiteY15822"/>
              </a:cxn>
              <a:cxn ang="0">
                <a:pos x="connsiteX15823" y="connsiteY15823"/>
              </a:cxn>
              <a:cxn ang="0">
                <a:pos x="connsiteX15824" y="connsiteY15824"/>
              </a:cxn>
              <a:cxn ang="0">
                <a:pos x="connsiteX15825" y="connsiteY15825"/>
              </a:cxn>
              <a:cxn ang="0">
                <a:pos x="connsiteX15826" y="connsiteY15826"/>
              </a:cxn>
              <a:cxn ang="0">
                <a:pos x="connsiteX15827" y="connsiteY15827"/>
              </a:cxn>
              <a:cxn ang="0">
                <a:pos x="connsiteX15828" y="connsiteY15828"/>
              </a:cxn>
              <a:cxn ang="0">
                <a:pos x="connsiteX15829" y="connsiteY15829"/>
              </a:cxn>
              <a:cxn ang="0">
                <a:pos x="connsiteX15830" y="connsiteY15830"/>
              </a:cxn>
              <a:cxn ang="0">
                <a:pos x="connsiteX15831" y="connsiteY15831"/>
              </a:cxn>
              <a:cxn ang="0">
                <a:pos x="connsiteX15832" y="connsiteY15832"/>
              </a:cxn>
              <a:cxn ang="0">
                <a:pos x="connsiteX15833" y="connsiteY15833"/>
              </a:cxn>
              <a:cxn ang="0">
                <a:pos x="connsiteX15834" y="connsiteY15834"/>
              </a:cxn>
              <a:cxn ang="0">
                <a:pos x="connsiteX15835" y="connsiteY15835"/>
              </a:cxn>
              <a:cxn ang="0">
                <a:pos x="connsiteX15836" y="connsiteY15836"/>
              </a:cxn>
              <a:cxn ang="0">
                <a:pos x="connsiteX15837" y="connsiteY15837"/>
              </a:cxn>
              <a:cxn ang="0">
                <a:pos x="connsiteX15838" y="connsiteY15838"/>
              </a:cxn>
              <a:cxn ang="0">
                <a:pos x="connsiteX15839" y="connsiteY15839"/>
              </a:cxn>
              <a:cxn ang="0">
                <a:pos x="connsiteX15840" y="connsiteY15840"/>
              </a:cxn>
              <a:cxn ang="0">
                <a:pos x="connsiteX15841" y="connsiteY15841"/>
              </a:cxn>
              <a:cxn ang="0">
                <a:pos x="connsiteX15842" y="connsiteY15842"/>
              </a:cxn>
              <a:cxn ang="0">
                <a:pos x="connsiteX15843" y="connsiteY15843"/>
              </a:cxn>
              <a:cxn ang="0">
                <a:pos x="connsiteX15844" y="connsiteY15844"/>
              </a:cxn>
              <a:cxn ang="0">
                <a:pos x="connsiteX15845" y="connsiteY15845"/>
              </a:cxn>
              <a:cxn ang="0">
                <a:pos x="connsiteX15846" y="connsiteY15846"/>
              </a:cxn>
              <a:cxn ang="0">
                <a:pos x="connsiteX15847" y="connsiteY15847"/>
              </a:cxn>
              <a:cxn ang="0">
                <a:pos x="connsiteX15848" y="connsiteY15848"/>
              </a:cxn>
              <a:cxn ang="0">
                <a:pos x="connsiteX15849" y="connsiteY15849"/>
              </a:cxn>
              <a:cxn ang="0">
                <a:pos x="connsiteX15850" y="connsiteY15850"/>
              </a:cxn>
              <a:cxn ang="0">
                <a:pos x="connsiteX15851" y="connsiteY15851"/>
              </a:cxn>
              <a:cxn ang="0">
                <a:pos x="connsiteX15852" y="connsiteY15852"/>
              </a:cxn>
              <a:cxn ang="0">
                <a:pos x="connsiteX15853" y="connsiteY15853"/>
              </a:cxn>
              <a:cxn ang="0">
                <a:pos x="connsiteX15854" y="connsiteY15854"/>
              </a:cxn>
              <a:cxn ang="0">
                <a:pos x="connsiteX15855" y="connsiteY15855"/>
              </a:cxn>
              <a:cxn ang="0">
                <a:pos x="connsiteX15856" y="connsiteY15856"/>
              </a:cxn>
              <a:cxn ang="0">
                <a:pos x="connsiteX15857" y="connsiteY15857"/>
              </a:cxn>
              <a:cxn ang="0">
                <a:pos x="connsiteX15858" y="connsiteY15858"/>
              </a:cxn>
              <a:cxn ang="0">
                <a:pos x="connsiteX15859" y="connsiteY15859"/>
              </a:cxn>
              <a:cxn ang="0">
                <a:pos x="connsiteX15860" y="connsiteY15860"/>
              </a:cxn>
              <a:cxn ang="0">
                <a:pos x="connsiteX15861" y="connsiteY15861"/>
              </a:cxn>
              <a:cxn ang="0">
                <a:pos x="connsiteX15862" y="connsiteY15862"/>
              </a:cxn>
              <a:cxn ang="0">
                <a:pos x="connsiteX15863" y="connsiteY15863"/>
              </a:cxn>
              <a:cxn ang="0">
                <a:pos x="connsiteX15864" y="connsiteY15864"/>
              </a:cxn>
              <a:cxn ang="0">
                <a:pos x="connsiteX15865" y="connsiteY15865"/>
              </a:cxn>
              <a:cxn ang="0">
                <a:pos x="connsiteX15866" y="connsiteY15866"/>
              </a:cxn>
              <a:cxn ang="0">
                <a:pos x="connsiteX15867" y="connsiteY15867"/>
              </a:cxn>
              <a:cxn ang="0">
                <a:pos x="connsiteX15868" y="connsiteY15868"/>
              </a:cxn>
              <a:cxn ang="0">
                <a:pos x="connsiteX15869" y="connsiteY15869"/>
              </a:cxn>
              <a:cxn ang="0">
                <a:pos x="connsiteX15870" y="connsiteY15870"/>
              </a:cxn>
              <a:cxn ang="0">
                <a:pos x="connsiteX15871" y="connsiteY15871"/>
              </a:cxn>
              <a:cxn ang="0">
                <a:pos x="connsiteX15872" y="connsiteY15872"/>
              </a:cxn>
              <a:cxn ang="0">
                <a:pos x="connsiteX15873" y="connsiteY15873"/>
              </a:cxn>
              <a:cxn ang="0">
                <a:pos x="connsiteX15874" y="connsiteY15874"/>
              </a:cxn>
              <a:cxn ang="0">
                <a:pos x="connsiteX15875" y="connsiteY15875"/>
              </a:cxn>
              <a:cxn ang="0">
                <a:pos x="connsiteX15876" y="connsiteY15876"/>
              </a:cxn>
              <a:cxn ang="0">
                <a:pos x="connsiteX15877" y="connsiteY15877"/>
              </a:cxn>
              <a:cxn ang="0">
                <a:pos x="connsiteX15878" y="connsiteY15878"/>
              </a:cxn>
              <a:cxn ang="0">
                <a:pos x="connsiteX15879" y="connsiteY15879"/>
              </a:cxn>
              <a:cxn ang="0">
                <a:pos x="connsiteX15880" y="connsiteY15880"/>
              </a:cxn>
              <a:cxn ang="0">
                <a:pos x="connsiteX15881" y="connsiteY15881"/>
              </a:cxn>
              <a:cxn ang="0">
                <a:pos x="connsiteX15882" y="connsiteY15882"/>
              </a:cxn>
              <a:cxn ang="0">
                <a:pos x="connsiteX15883" y="connsiteY15883"/>
              </a:cxn>
              <a:cxn ang="0">
                <a:pos x="connsiteX15884" y="connsiteY15884"/>
              </a:cxn>
              <a:cxn ang="0">
                <a:pos x="connsiteX15885" y="connsiteY15885"/>
              </a:cxn>
              <a:cxn ang="0">
                <a:pos x="connsiteX15886" y="connsiteY15886"/>
              </a:cxn>
              <a:cxn ang="0">
                <a:pos x="connsiteX15887" y="connsiteY15887"/>
              </a:cxn>
              <a:cxn ang="0">
                <a:pos x="connsiteX15888" y="connsiteY15888"/>
              </a:cxn>
              <a:cxn ang="0">
                <a:pos x="connsiteX15889" y="connsiteY15889"/>
              </a:cxn>
              <a:cxn ang="0">
                <a:pos x="connsiteX15890" y="connsiteY15890"/>
              </a:cxn>
              <a:cxn ang="0">
                <a:pos x="connsiteX15891" y="connsiteY15891"/>
              </a:cxn>
              <a:cxn ang="0">
                <a:pos x="connsiteX15892" y="connsiteY15892"/>
              </a:cxn>
              <a:cxn ang="0">
                <a:pos x="connsiteX15893" y="connsiteY15893"/>
              </a:cxn>
              <a:cxn ang="0">
                <a:pos x="connsiteX15894" y="connsiteY15894"/>
              </a:cxn>
              <a:cxn ang="0">
                <a:pos x="connsiteX15895" y="connsiteY15895"/>
              </a:cxn>
              <a:cxn ang="0">
                <a:pos x="connsiteX15896" y="connsiteY15896"/>
              </a:cxn>
              <a:cxn ang="0">
                <a:pos x="connsiteX15897" y="connsiteY15897"/>
              </a:cxn>
              <a:cxn ang="0">
                <a:pos x="connsiteX15898" y="connsiteY15898"/>
              </a:cxn>
              <a:cxn ang="0">
                <a:pos x="connsiteX15899" y="connsiteY15899"/>
              </a:cxn>
              <a:cxn ang="0">
                <a:pos x="connsiteX15900" y="connsiteY15900"/>
              </a:cxn>
              <a:cxn ang="0">
                <a:pos x="connsiteX15901" y="connsiteY15901"/>
              </a:cxn>
              <a:cxn ang="0">
                <a:pos x="connsiteX15902" y="connsiteY15902"/>
              </a:cxn>
              <a:cxn ang="0">
                <a:pos x="connsiteX15903" y="connsiteY15903"/>
              </a:cxn>
              <a:cxn ang="0">
                <a:pos x="connsiteX15904" y="connsiteY15904"/>
              </a:cxn>
              <a:cxn ang="0">
                <a:pos x="connsiteX15905" y="connsiteY15905"/>
              </a:cxn>
              <a:cxn ang="0">
                <a:pos x="connsiteX15906" y="connsiteY15906"/>
              </a:cxn>
              <a:cxn ang="0">
                <a:pos x="connsiteX15907" y="connsiteY15907"/>
              </a:cxn>
              <a:cxn ang="0">
                <a:pos x="connsiteX15908" y="connsiteY15908"/>
              </a:cxn>
              <a:cxn ang="0">
                <a:pos x="connsiteX15909" y="connsiteY15909"/>
              </a:cxn>
              <a:cxn ang="0">
                <a:pos x="connsiteX15910" y="connsiteY15910"/>
              </a:cxn>
              <a:cxn ang="0">
                <a:pos x="connsiteX15911" y="connsiteY15911"/>
              </a:cxn>
              <a:cxn ang="0">
                <a:pos x="connsiteX15912" y="connsiteY15912"/>
              </a:cxn>
              <a:cxn ang="0">
                <a:pos x="connsiteX15913" y="connsiteY15913"/>
              </a:cxn>
              <a:cxn ang="0">
                <a:pos x="connsiteX15914" y="connsiteY15914"/>
              </a:cxn>
              <a:cxn ang="0">
                <a:pos x="connsiteX15915" y="connsiteY15915"/>
              </a:cxn>
              <a:cxn ang="0">
                <a:pos x="connsiteX15916" y="connsiteY15916"/>
              </a:cxn>
              <a:cxn ang="0">
                <a:pos x="connsiteX15917" y="connsiteY15917"/>
              </a:cxn>
              <a:cxn ang="0">
                <a:pos x="connsiteX15918" y="connsiteY15918"/>
              </a:cxn>
              <a:cxn ang="0">
                <a:pos x="connsiteX15919" y="connsiteY15919"/>
              </a:cxn>
              <a:cxn ang="0">
                <a:pos x="connsiteX15920" y="connsiteY15920"/>
              </a:cxn>
              <a:cxn ang="0">
                <a:pos x="connsiteX15921" y="connsiteY15921"/>
              </a:cxn>
              <a:cxn ang="0">
                <a:pos x="connsiteX15922" y="connsiteY15922"/>
              </a:cxn>
              <a:cxn ang="0">
                <a:pos x="connsiteX15923" y="connsiteY15923"/>
              </a:cxn>
              <a:cxn ang="0">
                <a:pos x="connsiteX15924" y="connsiteY15924"/>
              </a:cxn>
              <a:cxn ang="0">
                <a:pos x="connsiteX15925" y="connsiteY15925"/>
              </a:cxn>
              <a:cxn ang="0">
                <a:pos x="connsiteX15926" y="connsiteY15926"/>
              </a:cxn>
              <a:cxn ang="0">
                <a:pos x="connsiteX15927" y="connsiteY15927"/>
              </a:cxn>
              <a:cxn ang="0">
                <a:pos x="connsiteX15928" y="connsiteY15928"/>
              </a:cxn>
              <a:cxn ang="0">
                <a:pos x="connsiteX15929" y="connsiteY15929"/>
              </a:cxn>
              <a:cxn ang="0">
                <a:pos x="connsiteX15930" y="connsiteY15930"/>
              </a:cxn>
              <a:cxn ang="0">
                <a:pos x="connsiteX15931" y="connsiteY15931"/>
              </a:cxn>
              <a:cxn ang="0">
                <a:pos x="connsiteX15932" y="connsiteY15932"/>
              </a:cxn>
              <a:cxn ang="0">
                <a:pos x="connsiteX15933" y="connsiteY15933"/>
              </a:cxn>
              <a:cxn ang="0">
                <a:pos x="connsiteX15934" y="connsiteY15934"/>
              </a:cxn>
              <a:cxn ang="0">
                <a:pos x="connsiteX15935" y="connsiteY15935"/>
              </a:cxn>
              <a:cxn ang="0">
                <a:pos x="connsiteX15936" y="connsiteY15936"/>
              </a:cxn>
              <a:cxn ang="0">
                <a:pos x="connsiteX15937" y="connsiteY15937"/>
              </a:cxn>
              <a:cxn ang="0">
                <a:pos x="connsiteX15938" y="connsiteY15938"/>
              </a:cxn>
              <a:cxn ang="0">
                <a:pos x="connsiteX15939" y="connsiteY15939"/>
              </a:cxn>
              <a:cxn ang="0">
                <a:pos x="connsiteX15940" y="connsiteY15940"/>
              </a:cxn>
              <a:cxn ang="0">
                <a:pos x="connsiteX15941" y="connsiteY15941"/>
              </a:cxn>
              <a:cxn ang="0">
                <a:pos x="connsiteX15942" y="connsiteY15942"/>
              </a:cxn>
              <a:cxn ang="0">
                <a:pos x="connsiteX15943" y="connsiteY15943"/>
              </a:cxn>
              <a:cxn ang="0">
                <a:pos x="connsiteX15944" y="connsiteY15944"/>
              </a:cxn>
              <a:cxn ang="0">
                <a:pos x="connsiteX15945" y="connsiteY15945"/>
              </a:cxn>
              <a:cxn ang="0">
                <a:pos x="connsiteX15946" y="connsiteY15946"/>
              </a:cxn>
              <a:cxn ang="0">
                <a:pos x="connsiteX15947" y="connsiteY15947"/>
              </a:cxn>
              <a:cxn ang="0">
                <a:pos x="connsiteX15948" y="connsiteY15948"/>
              </a:cxn>
              <a:cxn ang="0">
                <a:pos x="connsiteX15949" y="connsiteY15949"/>
              </a:cxn>
              <a:cxn ang="0">
                <a:pos x="connsiteX15950" y="connsiteY15950"/>
              </a:cxn>
              <a:cxn ang="0">
                <a:pos x="connsiteX15951" y="connsiteY15951"/>
              </a:cxn>
              <a:cxn ang="0">
                <a:pos x="connsiteX15952" y="connsiteY15952"/>
              </a:cxn>
              <a:cxn ang="0">
                <a:pos x="connsiteX15953" y="connsiteY15953"/>
              </a:cxn>
              <a:cxn ang="0">
                <a:pos x="connsiteX15954" y="connsiteY15954"/>
              </a:cxn>
              <a:cxn ang="0">
                <a:pos x="connsiteX15955" y="connsiteY15955"/>
              </a:cxn>
              <a:cxn ang="0">
                <a:pos x="connsiteX15956" y="connsiteY15956"/>
              </a:cxn>
              <a:cxn ang="0">
                <a:pos x="connsiteX15957" y="connsiteY15957"/>
              </a:cxn>
              <a:cxn ang="0">
                <a:pos x="connsiteX15958" y="connsiteY15958"/>
              </a:cxn>
              <a:cxn ang="0">
                <a:pos x="connsiteX15959" y="connsiteY15959"/>
              </a:cxn>
              <a:cxn ang="0">
                <a:pos x="connsiteX15960" y="connsiteY15960"/>
              </a:cxn>
              <a:cxn ang="0">
                <a:pos x="connsiteX15961" y="connsiteY15961"/>
              </a:cxn>
              <a:cxn ang="0">
                <a:pos x="connsiteX15962" y="connsiteY15962"/>
              </a:cxn>
              <a:cxn ang="0">
                <a:pos x="connsiteX15963" y="connsiteY15963"/>
              </a:cxn>
              <a:cxn ang="0">
                <a:pos x="connsiteX15964" y="connsiteY15964"/>
              </a:cxn>
              <a:cxn ang="0">
                <a:pos x="connsiteX15965" y="connsiteY15965"/>
              </a:cxn>
              <a:cxn ang="0">
                <a:pos x="connsiteX15966" y="connsiteY15966"/>
              </a:cxn>
              <a:cxn ang="0">
                <a:pos x="connsiteX15967" y="connsiteY15967"/>
              </a:cxn>
              <a:cxn ang="0">
                <a:pos x="connsiteX15968" y="connsiteY15968"/>
              </a:cxn>
              <a:cxn ang="0">
                <a:pos x="connsiteX15969" y="connsiteY15969"/>
              </a:cxn>
              <a:cxn ang="0">
                <a:pos x="connsiteX15970" y="connsiteY15970"/>
              </a:cxn>
              <a:cxn ang="0">
                <a:pos x="connsiteX15971" y="connsiteY15971"/>
              </a:cxn>
              <a:cxn ang="0">
                <a:pos x="connsiteX15972" y="connsiteY15972"/>
              </a:cxn>
              <a:cxn ang="0">
                <a:pos x="connsiteX15973" y="connsiteY15973"/>
              </a:cxn>
              <a:cxn ang="0">
                <a:pos x="connsiteX15974" y="connsiteY15974"/>
              </a:cxn>
              <a:cxn ang="0">
                <a:pos x="connsiteX15975" y="connsiteY15975"/>
              </a:cxn>
              <a:cxn ang="0">
                <a:pos x="connsiteX15976" y="connsiteY15976"/>
              </a:cxn>
              <a:cxn ang="0">
                <a:pos x="connsiteX15977" y="connsiteY15977"/>
              </a:cxn>
              <a:cxn ang="0">
                <a:pos x="connsiteX15978" y="connsiteY15978"/>
              </a:cxn>
              <a:cxn ang="0">
                <a:pos x="connsiteX15979" y="connsiteY15979"/>
              </a:cxn>
              <a:cxn ang="0">
                <a:pos x="connsiteX15980" y="connsiteY15980"/>
              </a:cxn>
              <a:cxn ang="0">
                <a:pos x="connsiteX15981" y="connsiteY15981"/>
              </a:cxn>
              <a:cxn ang="0">
                <a:pos x="connsiteX15982" y="connsiteY15982"/>
              </a:cxn>
              <a:cxn ang="0">
                <a:pos x="connsiteX15983" y="connsiteY15983"/>
              </a:cxn>
              <a:cxn ang="0">
                <a:pos x="connsiteX15984" y="connsiteY15984"/>
              </a:cxn>
              <a:cxn ang="0">
                <a:pos x="connsiteX15985" y="connsiteY15985"/>
              </a:cxn>
              <a:cxn ang="0">
                <a:pos x="connsiteX15986" y="connsiteY15986"/>
              </a:cxn>
              <a:cxn ang="0">
                <a:pos x="connsiteX15987" y="connsiteY15987"/>
              </a:cxn>
              <a:cxn ang="0">
                <a:pos x="connsiteX15988" y="connsiteY15988"/>
              </a:cxn>
              <a:cxn ang="0">
                <a:pos x="connsiteX15989" y="connsiteY15989"/>
              </a:cxn>
              <a:cxn ang="0">
                <a:pos x="connsiteX15990" y="connsiteY15990"/>
              </a:cxn>
              <a:cxn ang="0">
                <a:pos x="connsiteX15991" y="connsiteY15991"/>
              </a:cxn>
              <a:cxn ang="0">
                <a:pos x="connsiteX15992" y="connsiteY15992"/>
              </a:cxn>
              <a:cxn ang="0">
                <a:pos x="connsiteX15993" y="connsiteY15993"/>
              </a:cxn>
              <a:cxn ang="0">
                <a:pos x="connsiteX15994" y="connsiteY15994"/>
              </a:cxn>
              <a:cxn ang="0">
                <a:pos x="connsiteX15995" y="connsiteY15995"/>
              </a:cxn>
              <a:cxn ang="0">
                <a:pos x="connsiteX15996" y="connsiteY15996"/>
              </a:cxn>
              <a:cxn ang="0">
                <a:pos x="connsiteX15997" y="connsiteY15997"/>
              </a:cxn>
              <a:cxn ang="0">
                <a:pos x="connsiteX15998" y="connsiteY15998"/>
              </a:cxn>
              <a:cxn ang="0">
                <a:pos x="connsiteX15999" y="connsiteY15999"/>
              </a:cxn>
              <a:cxn ang="0">
                <a:pos x="connsiteX16000" y="connsiteY16000"/>
              </a:cxn>
              <a:cxn ang="0">
                <a:pos x="connsiteX16001" y="connsiteY16001"/>
              </a:cxn>
              <a:cxn ang="0">
                <a:pos x="connsiteX16002" y="connsiteY16002"/>
              </a:cxn>
              <a:cxn ang="0">
                <a:pos x="connsiteX16003" y="connsiteY16003"/>
              </a:cxn>
              <a:cxn ang="0">
                <a:pos x="connsiteX16004" y="connsiteY16004"/>
              </a:cxn>
              <a:cxn ang="0">
                <a:pos x="connsiteX16005" y="connsiteY16005"/>
              </a:cxn>
              <a:cxn ang="0">
                <a:pos x="connsiteX16006" y="connsiteY16006"/>
              </a:cxn>
              <a:cxn ang="0">
                <a:pos x="connsiteX16007" y="connsiteY16007"/>
              </a:cxn>
              <a:cxn ang="0">
                <a:pos x="connsiteX16008" y="connsiteY16008"/>
              </a:cxn>
              <a:cxn ang="0">
                <a:pos x="connsiteX16009" y="connsiteY16009"/>
              </a:cxn>
              <a:cxn ang="0">
                <a:pos x="connsiteX16010" y="connsiteY16010"/>
              </a:cxn>
              <a:cxn ang="0">
                <a:pos x="connsiteX16011" y="connsiteY16011"/>
              </a:cxn>
              <a:cxn ang="0">
                <a:pos x="connsiteX16012" y="connsiteY16012"/>
              </a:cxn>
              <a:cxn ang="0">
                <a:pos x="connsiteX16013" y="connsiteY16013"/>
              </a:cxn>
              <a:cxn ang="0">
                <a:pos x="connsiteX16014" y="connsiteY16014"/>
              </a:cxn>
              <a:cxn ang="0">
                <a:pos x="connsiteX16015" y="connsiteY16015"/>
              </a:cxn>
              <a:cxn ang="0">
                <a:pos x="connsiteX16016" y="connsiteY16016"/>
              </a:cxn>
              <a:cxn ang="0">
                <a:pos x="connsiteX16017" y="connsiteY16017"/>
              </a:cxn>
              <a:cxn ang="0">
                <a:pos x="connsiteX16018" y="connsiteY16018"/>
              </a:cxn>
              <a:cxn ang="0">
                <a:pos x="connsiteX16019" y="connsiteY16019"/>
              </a:cxn>
              <a:cxn ang="0">
                <a:pos x="connsiteX16020" y="connsiteY16020"/>
              </a:cxn>
              <a:cxn ang="0">
                <a:pos x="connsiteX16021" y="connsiteY16021"/>
              </a:cxn>
              <a:cxn ang="0">
                <a:pos x="connsiteX16022" y="connsiteY16022"/>
              </a:cxn>
              <a:cxn ang="0">
                <a:pos x="connsiteX16023" y="connsiteY16023"/>
              </a:cxn>
              <a:cxn ang="0">
                <a:pos x="connsiteX16024" y="connsiteY16024"/>
              </a:cxn>
              <a:cxn ang="0">
                <a:pos x="connsiteX16025" y="connsiteY16025"/>
              </a:cxn>
              <a:cxn ang="0">
                <a:pos x="connsiteX16026" y="connsiteY16026"/>
              </a:cxn>
              <a:cxn ang="0">
                <a:pos x="connsiteX16027" y="connsiteY16027"/>
              </a:cxn>
              <a:cxn ang="0">
                <a:pos x="connsiteX16028" y="connsiteY16028"/>
              </a:cxn>
              <a:cxn ang="0">
                <a:pos x="connsiteX16029" y="connsiteY16029"/>
              </a:cxn>
              <a:cxn ang="0">
                <a:pos x="connsiteX16030" y="connsiteY16030"/>
              </a:cxn>
              <a:cxn ang="0">
                <a:pos x="connsiteX16031" y="connsiteY16031"/>
              </a:cxn>
              <a:cxn ang="0">
                <a:pos x="connsiteX16032" y="connsiteY16032"/>
              </a:cxn>
              <a:cxn ang="0">
                <a:pos x="connsiteX16033" y="connsiteY16033"/>
              </a:cxn>
              <a:cxn ang="0">
                <a:pos x="connsiteX16034" y="connsiteY16034"/>
              </a:cxn>
              <a:cxn ang="0">
                <a:pos x="connsiteX16035" y="connsiteY16035"/>
              </a:cxn>
              <a:cxn ang="0">
                <a:pos x="connsiteX16036" y="connsiteY16036"/>
              </a:cxn>
              <a:cxn ang="0">
                <a:pos x="connsiteX16037" y="connsiteY16037"/>
              </a:cxn>
              <a:cxn ang="0">
                <a:pos x="connsiteX16038" y="connsiteY16038"/>
              </a:cxn>
              <a:cxn ang="0">
                <a:pos x="connsiteX16039" y="connsiteY16039"/>
              </a:cxn>
              <a:cxn ang="0">
                <a:pos x="connsiteX16040" y="connsiteY16040"/>
              </a:cxn>
              <a:cxn ang="0">
                <a:pos x="connsiteX16041" y="connsiteY16041"/>
              </a:cxn>
              <a:cxn ang="0">
                <a:pos x="connsiteX16042" y="connsiteY16042"/>
              </a:cxn>
              <a:cxn ang="0">
                <a:pos x="connsiteX16043" y="connsiteY16043"/>
              </a:cxn>
              <a:cxn ang="0">
                <a:pos x="connsiteX16044" y="connsiteY16044"/>
              </a:cxn>
              <a:cxn ang="0">
                <a:pos x="connsiteX16045" y="connsiteY16045"/>
              </a:cxn>
              <a:cxn ang="0">
                <a:pos x="connsiteX16046" y="connsiteY16046"/>
              </a:cxn>
              <a:cxn ang="0">
                <a:pos x="connsiteX16047" y="connsiteY16047"/>
              </a:cxn>
              <a:cxn ang="0">
                <a:pos x="connsiteX16048" y="connsiteY16048"/>
              </a:cxn>
              <a:cxn ang="0">
                <a:pos x="connsiteX16049" y="connsiteY16049"/>
              </a:cxn>
              <a:cxn ang="0">
                <a:pos x="connsiteX16050" y="connsiteY16050"/>
              </a:cxn>
              <a:cxn ang="0">
                <a:pos x="connsiteX16051" y="connsiteY16051"/>
              </a:cxn>
              <a:cxn ang="0">
                <a:pos x="connsiteX16052" y="connsiteY16052"/>
              </a:cxn>
              <a:cxn ang="0">
                <a:pos x="connsiteX16053" y="connsiteY16053"/>
              </a:cxn>
              <a:cxn ang="0">
                <a:pos x="connsiteX16054" y="connsiteY16054"/>
              </a:cxn>
              <a:cxn ang="0">
                <a:pos x="connsiteX16055" y="connsiteY16055"/>
              </a:cxn>
              <a:cxn ang="0">
                <a:pos x="connsiteX16056" y="connsiteY16056"/>
              </a:cxn>
              <a:cxn ang="0">
                <a:pos x="connsiteX16057" y="connsiteY16057"/>
              </a:cxn>
              <a:cxn ang="0">
                <a:pos x="connsiteX16058" y="connsiteY16058"/>
              </a:cxn>
              <a:cxn ang="0">
                <a:pos x="connsiteX16059" y="connsiteY16059"/>
              </a:cxn>
              <a:cxn ang="0">
                <a:pos x="connsiteX16060" y="connsiteY16060"/>
              </a:cxn>
              <a:cxn ang="0">
                <a:pos x="connsiteX16061" y="connsiteY16061"/>
              </a:cxn>
              <a:cxn ang="0">
                <a:pos x="connsiteX16062" y="connsiteY16062"/>
              </a:cxn>
              <a:cxn ang="0">
                <a:pos x="connsiteX16063" y="connsiteY16063"/>
              </a:cxn>
              <a:cxn ang="0">
                <a:pos x="connsiteX16064" y="connsiteY16064"/>
              </a:cxn>
              <a:cxn ang="0">
                <a:pos x="connsiteX16065" y="connsiteY16065"/>
              </a:cxn>
              <a:cxn ang="0">
                <a:pos x="connsiteX16066" y="connsiteY16066"/>
              </a:cxn>
              <a:cxn ang="0">
                <a:pos x="connsiteX16067" y="connsiteY16067"/>
              </a:cxn>
              <a:cxn ang="0">
                <a:pos x="connsiteX16068" y="connsiteY16068"/>
              </a:cxn>
              <a:cxn ang="0">
                <a:pos x="connsiteX16069" y="connsiteY16069"/>
              </a:cxn>
              <a:cxn ang="0">
                <a:pos x="connsiteX16070" y="connsiteY16070"/>
              </a:cxn>
              <a:cxn ang="0">
                <a:pos x="connsiteX16071" y="connsiteY16071"/>
              </a:cxn>
              <a:cxn ang="0">
                <a:pos x="connsiteX16072" y="connsiteY16072"/>
              </a:cxn>
              <a:cxn ang="0">
                <a:pos x="connsiteX16073" y="connsiteY16073"/>
              </a:cxn>
              <a:cxn ang="0">
                <a:pos x="connsiteX16074" y="connsiteY16074"/>
              </a:cxn>
              <a:cxn ang="0">
                <a:pos x="connsiteX16075" y="connsiteY16075"/>
              </a:cxn>
              <a:cxn ang="0">
                <a:pos x="connsiteX16076" y="connsiteY16076"/>
              </a:cxn>
              <a:cxn ang="0">
                <a:pos x="connsiteX16077" y="connsiteY16077"/>
              </a:cxn>
              <a:cxn ang="0">
                <a:pos x="connsiteX16078" y="connsiteY16078"/>
              </a:cxn>
              <a:cxn ang="0">
                <a:pos x="connsiteX16079" y="connsiteY16079"/>
              </a:cxn>
              <a:cxn ang="0">
                <a:pos x="connsiteX16080" y="connsiteY16080"/>
              </a:cxn>
              <a:cxn ang="0">
                <a:pos x="connsiteX16081" y="connsiteY16081"/>
              </a:cxn>
              <a:cxn ang="0">
                <a:pos x="connsiteX16082" y="connsiteY16082"/>
              </a:cxn>
              <a:cxn ang="0">
                <a:pos x="connsiteX16083" y="connsiteY16083"/>
              </a:cxn>
              <a:cxn ang="0">
                <a:pos x="connsiteX16084" y="connsiteY16084"/>
              </a:cxn>
              <a:cxn ang="0">
                <a:pos x="connsiteX16085" y="connsiteY16085"/>
              </a:cxn>
              <a:cxn ang="0">
                <a:pos x="connsiteX16086" y="connsiteY16086"/>
              </a:cxn>
              <a:cxn ang="0">
                <a:pos x="connsiteX16087" y="connsiteY16087"/>
              </a:cxn>
              <a:cxn ang="0">
                <a:pos x="connsiteX16088" y="connsiteY16088"/>
              </a:cxn>
              <a:cxn ang="0">
                <a:pos x="connsiteX16089" y="connsiteY16089"/>
              </a:cxn>
              <a:cxn ang="0">
                <a:pos x="connsiteX16090" y="connsiteY16090"/>
              </a:cxn>
              <a:cxn ang="0">
                <a:pos x="connsiteX16091" y="connsiteY16091"/>
              </a:cxn>
              <a:cxn ang="0">
                <a:pos x="connsiteX16092" y="connsiteY16092"/>
              </a:cxn>
              <a:cxn ang="0">
                <a:pos x="connsiteX16093" y="connsiteY16093"/>
              </a:cxn>
              <a:cxn ang="0">
                <a:pos x="connsiteX16094" y="connsiteY16094"/>
              </a:cxn>
              <a:cxn ang="0">
                <a:pos x="connsiteX16095" y="connsiteY16095"/>
              </a:cxn>
              <a:cxn ang="0">
                <a:pos x="connsiteX16096" y="connsiteY16096"/>
              </a:cxn>
              <a:cxn ang="0">
                <a:pos x="connsiteX16097" y="connsiteY16097"/>
              </a:cxn>
              <a:cxn ang="0">
                <a:pos x="connsiteX16098" y="connsiteY16098"/>
              </a:cxn>
              <a:cxn ang="0">
                <a:pos x="connsiteX16099" y="connsiteY16099"/>
              </a:cxn>
              <a:cxn ang="0">
                <a:pos x="connsiteX16100" y="connsiteY16100"/>
              </a:cxn>
              <a:cxn ang="0">
                <a:pos x="connsiteX16101" y="connsiteY16101"/>
              </a:cxn>
              <a:cxn ang="0">
                <a:pos x="connsiteX16102" y="connsiteY16102"/>
              </a:cxn>
              <a:cxn ang="0">
                <a:pos x="connsiteX16103" y="connsiteY16103"/>
              </a:cxn>
              <a:cxn ang="0">
                <a:pos x="connsiteX16104" y="connsiteY16104"/>
              </a:cxn>
              <a:cxn ang="0">
                <a:pos x="connsiteX16105" y="connsiteY16105"/>
              </a:cxn>
              <a:cxn ang="0">
                <a:pos x="connsiteX16106" y="connsiteY16106"/>
              </a:cxn>
              <a:cxn ang="0">
                <a:pos x="connsiteX16107" y="connsiteY16107"/>
              </a:cxn>
              <a:cxn ang="0">
                <a:pos x="connsiteX16108" y="connsiteY16108"/>
              </a:cxn>
              <a:cxn ang="0">
                <a:pos x="connsiteX16109" y="connsiteY16109"/>
              </a:cxn>
              <a:cxn ang="0">
                <a:pos x="connsiteX16110" y="connsiteY16110"/>
              </a:cxn>
              <a:cxn ang="0">
                <a:pos x="connsiteX16111" y="connsiteY16111"/>
              </a:cxn>
              <a:cxn ang="0">
                <a:pos x="connsiteX16112" y="connsiteY16112"/>
              </a:cxn>
              <a:cxn ang="0">
                <a:pos x="connsiteX16113" y="connsiteY16113"/>
              </a:cxn>
              <a:cxn ang="0">
                <a:pos x="connsiteX16114" y="connsiteY16114"/>
              </a:cxn>
              <a:cxn ang="0">
                <a:pos x="connsiteX16115" y="connsiteY16115"/>
              </a:cxn>
              <a:cxn ang="0">
                <a:pos x="connsiteX16116" y="connsiteY16116"/>
              </a:cxn>
              <a:cxn ang="0">
                <a:pos x="connsiteX16117" y="connsiteY16117"/>
              </a:cxn>
              <a:cxn ang="0">
                <a:pos x="connsiteX16118" y="connsiteY16118"/>
              </a:cxn>
              <a:cxn ang="0">
                <a:pos x="connsiteX16119" y="connsiteY16119"/>
              </a:cxn>
              <a:cxn ang="0">
                <a:pos x="connsiteX16120" y="connsiteY16120"/>
              </a:cxn>
              <a:cxn ang="0">
                <a:pos x="connsiteX16121" y="connsiteY16121"/>
              </a:cxn>
              <a:cxn ang="0">
                <a:pos x="connsiteX16122" y="connsiteY16122"/>
              </a:cxn>
              <a:cxn ang="0">
                <a:pos x="connsiteX16123" y="connsiteY16123"/>
              </a:cxn>
              <a:cxn ang="0">
                <a:pos x="connsiteX16124" y="connsiteY16124"/>
              </a:cxn>
              <a:cxn ang="0">
                <a:pos x="connsiteX16125" y="connsiteY16125"/>
              </a:cxn>
              <a:cxn ang="0">
                <a:pos x="connsiteX16126" y="connsiteY16126"/>
              </a:cxn>
              <a:cxn ang="0">
                <a:pos x="connsiteX16127" y="connsiteY16127"/>
              </a:cxn>
              <a:cxn ang="0">
                <a:pos x="connsiteX16128" y="connsiteY16128"/>
              </a:cxn>
              <a:cxn ang="0">
                <a:pos x="connsiteX16129" y="connsiteY16129"/>
              </a:cxn>
              <a:cxn ang="0">
                <a:pos x="connsiteX16130" y="connsiteY16130"/>
              </a:cxn>
              <a:cxn ang="0">
                <a:pos x="connsiteX16131" y="connsiteY16131"/>
              </a:cxn>
              <a:cxn ang="0">
                <a:pos x="connsiteX16132" y="connsiteY16132"/>
              </a:cxn>
              <a:cxn ang="0">
                <a:pos x="connsiteX16133" y="connsiteY16133"/>
              </a:cxn>
              <a:cxn ang="0">
                <a:pos x="connsiteX16134" y="connsiteY16134"/>
              </a:cxn>
              <a:cxn ang="0">
                <a:pos x="connsiteX16135" y="connsiteY16135"/>
              </a:cxn>
              <a:cxn ang="0">
                <a:pos x="connsiteX16136" y="connsiteY16136"/>
              </a:cxn>
              <a:cxn ang="0">
                <a:pos x="connsiteX16137" y="connsiteY16137"/>
              </a:cxn>
              <a:cxn ang="0">
                <a:pos x="connsiteX16138" y="connsiteY16138"/>
              </a:cxn>
              <a:cxn ang="0">
                <a:pos x="connsiteX16139" y="connsiteY16139"/>
              </a:cxn>
              <a:cxn ang="0">
                <a:pos x="connsiteX16140" y="connsiteY16140"/>
              </a:cxn>
              <a:cxn ang="0">
                <a:pos x="connsiteX16141" y="connsiteY16141"/>
              </a:cxn>
              <a:cxn ang="0">
                <a:pos x="connsiteX16142" y="connsiteY16142"/>
              </a:cxn>
              <a:cxn ang="0">
                <a:pos x="connsiteX16143" y="connsiteY16143"/>
              </a:cxn>
              <a:cxn ang="0">
                <a:pos x="connsiteX16144" y="connsiteY16144"/>
              </a:cxn>
              <a:cxn ang="0">
                <a:pos x="connsiteX16145" y="connsiteY16145"/>
              </a:cxn>
              <a:cxn ang="0">
                <a:pos x="connsiteX16146" y="connsiteY16146"/>
              </a:cxn>
              <a:cxn ang="0">
                <a:pos x="connsiteX16147" y="connsiteY16147"/>
              </a:cxn>
              <a:cxn ang="0">
                <a:pos x="connsiteX16148" y="connsiteY16148"/>
              </a:cxn>
              <a:cxn ang="0">
                <a:pos x="connsiteX16149" y="connsiteY16149"/>
              </a:cxn>
              <a:cxn ang="0">
                <a:pos x="connsiteX16150" y="connsiteY16150"/>
              </a:cxn>
              <a:cxn ang="0">
                <a:pos x="connsiteX16151" y="connsiteY16151"/>
              </a:cxn>
              <a:cxn ang="0">
                <a:pos x="connsiteX16152" y="connsiteY16152"/>
              </a:cxn>
              <a:cxn ang="0">
                <a:pos x="connsiteX16153" y="connsiteY16153"/>
              </a:cxn>
              <a:cxn ang="0">
                <a:pos x="connsiteX16154" y="connsiteY16154"/>
              </a:cxn>
              <a:cxn ang="0">
                <a:pos x="connsiteX16155" y="connsiteY16155"/>
              </a:cxn>
              <a:cxn ang="0">
                <a:pos x="connsiteX16156" y="connsiteY16156"/>
              </a:cxn>
              <a:cxn ang="0">
                <a:pos x="connsiteX16157" y="connsiteY16157"/>
              </a:cxn>
              <a:cxn ang="0">
                <a:pos x="connsiteX16158" y="connsiteY16158"/>
              </a:cxn>
              <a:cxn ang="0">
                <a:pos x="connsiteX16159" y="connsiteY16159"/>
              </a:cxn>
              <a:cxn ang="0">
                <a:pos x="connsiteX16160" y="connsiteY16160"/>
              </a:cxn>
              <a:cxn ang="0">
                <a:pos x="connsiteX16161" y="connsiteY16161"/>
              </a:cxn>
              <a:cxn ang="0">
                <a:pos x="connsiteX16162" y="connsiteY16162"/>
              </a:cxn>
              <a:cxn ang="0">
                <a:pos x="connsiteX16163" y="connsiteY16163"/>
              </a:cxn>
              <a:cxn ang="0">
                <a:pos x="connsiteX16164" y="connsiteY16164"/>
              </a:cxn>
              <a:cxn ang="0">
                <a:pos x="connsiteX16165" y="connsiteY16165"/>
              </a:cxn>
              <a:cxn ang="0">
                <a:pos x="connsiteX16166" y="connsiteY16166"/>
              </a:cxn>
              <a:cxn ang="0">
                <a:pos x="connsiteX16167" y="connsiteY16167"/>
              </a:cxn>
              <a:cxn ang="0">
                <a:pos x="connsiteX16168" y="connsiteY16168"/>
              </a:cxn>
              <a:cxn ang="0">
                <a:pos x="connsiteX16169" y="connsiteY16169"/>
              </a:cxn>
              <a:cxn ang="0">
                <a:pos x="connsiteX16170" y="connsiteY16170"/>
              </a:cxn>
              <a:cxn ang="0">
                <a:pos x="connsiteX16171" y="connsiteY16171"/>
              </a:cxn>
              <a:cxn ang="0">
                <a:pos x="connsiteX16172" y="connsiteY16172"/>
              </a:cxn>
              <a:cxn ang="0">
                <a:pos x="connsiteX16173" y="connsiteY16173"/>
              </a:cxn>
              <a:cxn ang="0">
                <a:pos x="connsiteX16174" y="connsiteY16174"/>
              </a:cxn>
              <a:cxn ang="0">
                <a:pos x="connsiteX16175" y="connsiteY16175"/>
              </a:cxn>
              <a:cxn ang="0">
                <a:pos x="connsiteX16176" y="connsiteY16176"/>
              </a:cxn>
              <a:cxn ang="0">
                <a:pos x="connsiteX16177" y="connsiteY16177"/>
              </a:cxn>
              <a:cxn ang="0">
                <a:pos x="connsiteX16178" y="connsiteY16178"/>
              </a:cxn>
              <a:cxn ang="0">
                <a:pos x="connsiteX16179" y="connsiteY16179"/>
              </a:cxn>
              <a:cxn ang="0">
                <a:pos x="connsiteX16180" y="connsiteY16180"/>
              </a:cxn>
              <a:cxn ang="0">
                <a:pos x="connsiteX16181" y="connsiteY16181"/>
              </a:cxn>
              <a:cxn ang="0">
                <a:pos x="connsiteX16182" y="connsiteY16182"/>
              </a:cxn>
              <a:cxn ang="0">
                <a:pos x="connsiteX16183" y="connsiteY16183"/>
              </a:cxn>
              <a:cxn ang="0">
                <a:pos x="connsiteX16184" y="connsiteY16184"/>
              </a:cxn>
              <a:cxn ang="0">
                <a:pos x="connsiteX16185" y="connsiteY16185"/>
              </a:cxn>
              <a:cxn ang="0">
                <a:pos x="connsiteX16186" y="connsiteY16186"/>
              </a:cxn>
              <a:cxn ang="0">
                <a:pos x="connsiteX16187" y="connsiteY16187"/>
              </a:cxn>
              <a:cxn ang="0">
                <a:pos x="connsiteX16188" y="connsiteY16188"/>
              </a:cxn>
              <a:cxn ang="0">
                <a:pos x="connsiteX16189" y="connsiteY16189"/>
              </a:cxn>
              <a:cxn ang="0">
                <a:pos x="connsiteX16190" y="connsiteY16190"/>
              </a:cxn>
              <a:cxn ang="0">
                <a:pos x="connsiteX16191" y="connsiteY16191"/>
              </a:cxn>
              <a:cxn ang="0">
                <a:pos x="connsiteX16192" y="connsiteY16192"/>
              </a:cxn>
              <a:cxn ang="0">
                <a:pos x="connsiteX16193" y="connsiteY16193"/>
              </a:cxn>
              <a:cxn ang="0">
                <a:pos x="connsiteX16194" y="connsiteY16194"/>
              </a:cxn>
              <a:cxn ang="0">
                <a:pos x="connsiteX16195" y="connsiteY16195"/>
              </a:cxn>
              <a:cxn ang="0">
                <a:pos x="connsiteX16196" y="connsiteY16196"/>
              </a:cxn>
              <a:cxn ang="0">
                <a:pos x="connsiteX16197" y="connsiteY16197"/>
              </a:cxn>
              <a:cxn ang="0">
                <a:pos x="connsiteX16198" y="connsiteY16198"/>
              </a:cxn>
              <a:cxn ang="0">
                <a:pos x="connsiteX16199" y="connsiteY16199"/>
              </a:cxn>
              <a:cxn ang="0">
                <a:pos x="connsiteX16200" y="connsiteY16200"/>
              </a:cxn>
              <a:cxn ang="0">
                <a:pos x="connsiteX16201" y="connsiteY16201"/>
              </a:cxn>
              <a:cxn ang="0">
                <a:pos x="connsiteX16202" y="connsiteY16202"/>
              </a:cxn>
              <a:cxn ang="0">
                <a:pos x="connsiteX16203" y="connsiteY16203"/>
              </a:cxn>
              <a:cxn ang="0">
                <a:pos x="connsiteX16204" y="connsiteY16204"/>
              </a:cxn>
              <a:cxn ang="0">
                <a:pos x="connsiteX16205" y="connsiteY16205"/>
              </a:cxn>
              <a:cxn ang="0">
                <a:pos x="connsiteX16206" y="connsiteY16206"/>
              </a:cxn>
              <a:cxn ang="0">
                <a:pos x="connsiteX16207" y="connsiteY16207"/>
              </a:cxn>
              <a:cxn ang="0">
                <a:pos x="connsiteX16208" y="connsiteY16208"/>
              </a:cxn>
              <a:cxn ang="0">
                <a:pos x="connsiteX16209" y="connsiteY16209"/>
              </a:cxn>
              <a:cxn ang="0">
                <a:pos x="connsiteX16210" y="connsiteY16210"/>
              </a:cxn>
              <a:cxn ang="0">
                <a:pos x="connsiteX16211" y="connsiteY16211"/>
              </a:cxn>
              <a:cxn ang="0">
                <a:pos x="connsiteX16212" y="connsiteY16212"/>
              </a:cxn>
              <a:cxn ang="0">
                <a:pos x="connsiteX16213" y="connsiteY16213"/>
              </a:cxn>
              <a:cxn ang="0">
                <a:pos x="connsiteX16214" y="connsiteY16214"/>
              </a:cxn>
              <a:cxn ang="0">
                <a:pos x="connsiteX16215" y="connsiteY16215"/>
              </a:cxn>
              <a:cxn ang="0">
                <a:pos x="connsiteX16216" y="connsiteY16216"/>
              </a:cxn>
              <a:cxn ang="0">
                <a:pos x="connsiteX16217" y="connsiteY16217"/>
              </a:cxn>
              <a:cxn ang="0">
                <a:pos x="connsiteX16218" y="connsiteY16218"/>
              </a:cxn>
              <a:cxn ang="0">
                <a:pos x="connsiteX16219" y="connsiteY16219"/>
              </a:cxn>
              <a:cxn ang="0">
                <a:pos x="connsiteX16220" y="connsiteY16220"/>
              </a:cxn>
              <a:cxn ang="0">
                <a:pos x="connsiteX16221" y="connsiteY16221"/>
              </a:cxn>
              <a:cxn ang="0">
                <a:pos x="connsiteX16222" y="connsiteY16222"/>
              </a:cxn>
              <a:cxn ang="0">
                <a:pos x="connsiteX16223" y="connsiteY16223"/>
              </a:cxn>
              <a:cxn ang="0">
                <a:pos x="connsiteX16224" y="connsiteY16224"/>
              </a:cxn>
              <a:cxn ang="0">
                <a:pos x="connsiteX16225" y="connsiteY16225"/>
              </a:cxn>
              <a:cxn ang="0">
                <a:pos x="connsiteX16226" y="connsiteY16226"/>
              </a:cxn>
              <a:cxn ang="0">
                <a:pos x="connsiteX16227" y="connsiteY16227"/>
              </a:cxn>
              <a:cxn ang="0">
                <a:pos x="connsiteX16228" y="connsiteY16228"/>
              </a:cxn>
              <a:cxn ang="0">
                <a:pos x="connsiteX16229" y="connsiteY16229"/>
              </a:cxn>
              <a:cxn ang="0">
                <a:pos x="connsiteX16230" y="connsiteY16230"/>
              </a:cxn>
              <a:cxn ang="0">
                <a:pos x="connsiteX16231" y="connsiteY16231"/>
              </a:cxn>
              <a:cxn ang="0">
                <a:pos x="connsiteX16232" y="connsiteY16232"/>
              </a:cxn>
              <a:cxn ang="0">
                <a:pos x="connsiteX16233" y="connsiteY16233"/>
              </a:cxn>
              <a:cxn ang="0">
                <a:pos x="connsiteX16234" y="connsiteY16234"/>
              </a:cxn>
              <a:cxn ang="0">
                <a:pos x="connsiteX16235" y="connsiteY16235"/>
              </a:cxn>
              <a:cxn ang="0">
                <a:pos x="connsiteX16236" y="connsiteY16236"/>
              </a:cxn>
              <a:cxn ang="0">
                <a:pos x="connsiteX16237" y="connsiteY16237"/>
              </a:cxn>
              <a:cxn ang="0">
                <a:pos x="connsiteX16238" y="connsiteY16238"/>
              </a:cxn>
              <a:cxn ang="0">
                <a:pos x="connsiteX16239" y="connsiteY16239"/>
              </a:cxn>
              <a:cxn ang="0">
                <a:pos x="connsiteX16240" y="connsiteY16240"/>
              </a:cxn>
              <a:cxn ang="0">
                <a:pos x="connsiteX16241" y="connsiteY16241"/>
              </a:cxn>
              <a:cxn ang="0">
                <a:pos x="connsiteX16242" y="connsiteY16242"/>
              </a:cxn>
              <a:cxn ang="0">
                <a:pos x="connsiteX16243" y="connsiteY16243"/>
              </a:cxn>
              <a:cxn ang="0">
                <a:pos x="connsiteX16244" y="connsiteY16244"/>
              </a:cxn>
              <a:cxn ang="0">
                <a:pos x="connsiteX16245" y="connsiteY16245"/>
              </a:cxn>
              <a:cxn ang="0">
                <a:pos x="connsiteX16246" y="connsiteY16246"/>
              </a:cxn>
              <a:cxn ang="0">
                <a:pos x="connsiteX16247" y="connsiteY16247"/>
              </a:cxn>
              <a:cxn ang="0">
                <a:pos x="connsiteX16248" y="connsiteY16248"/>
              </a:cxn>
              <a:cxn ang="0">
                <a:pos x="connsiteX16249" y="connsiteY16249"/>
              </a:cxn>
              <a:cxn ang="0">
                <a:pos x="connsiteX16250" y="connsiteY16250"/>
              </a:cxn>
              <a:cxn ang="0">
                <a:pos x="connsiteX16251" y="connsiteY16251"/>
              </a:cxn>
              <a:cxn ang="0">
                <a:pos x="connsiteX16252" y="connsiteY16252"/>
              </a:cxn>
              <a:cxn ang="0">
                <a:pos x="connsiteX16253" y="connsiteY16253"/>
              </a:cxn>
              <a:cxn ang="0">
                <a:pos x="connsiteX16254" y="connsiteY16254"/>
              </a:cxn>
              <a:cxn ang="0">
                <a:pos x="connsiteX16255" y="connsiteY16255"/>
              </a:cxn>
              <a:cxn ang="0">
                <a:pos x="connsiteX16256" y="connsiteY16256"/>
              </a:cxn>
              <a:cxn ang="0">
                <a:pos x="connsiteX16257" y="connsiteY16257"/>
              </a:cxn>
              <a:cxn ang="0">
                <a:pos x="connsiteX16258" y="connsiteY16258"/>
              </a:cxn>
              <a:cxn ang="0">
                <a:pos x="connsiteX16259" y="connsiteY16259"/>
              </a:cxn>
              <a:cxn ang="0">
                <a:pos x="connsiteX16260" y="connsiteY16260"/>
              </a:cxn>
              <a:cxn ang="0">
                <a:pos x="connsiteX16261" y="connsiteY16261"/>
              </a:cxn>
              <a:cxn ang="0">
                <a:pos x="connsiteX16262" y="connsiteY16262"/>
              </a:cxn>
              <a:cxn ang="0">
                <a:pos x="connsiteX16263" y="connsiteY16263"/>
              </a:cxn>
              <a:cxn ang="0">
                <a:pos x="connsiteX16264" y="connsiteY16264"/>
              </a:cxn>
              <a:cxn ang="0">
                <a:pos x="connsiteX16265" y="connsiteY16265"/>
              </a:cxn>
              <a:cxn ang="0">
                <a:pos x="connsiteX16266" y="connsiteY16266"/>
              </a:cxn>
              <a:cxn ang="0">
                <a:pos x="connsiteX16267" y="connsiteY16267"/>
              </a:cxn>
              <a:cxn ang="0">
                <a:pos x="connsiteX16268" y="connsiteY16268"/>
              </a:cxn>
              <a:cxn ang="0">
                <a:pos x="connsiteX16269" y="connsiteY16269"/>
              </a:cxn>
              <a:cxn ang="0">
                <a:pos x="connsiteX16270" y="connsiteY16270"/>
              </a:cxn>
              <a:cxn ang="0">
                <a:pos x="connsiteX16271" y="connsiteY16271"/>
              </a:cxn>
              <a:cxn ang="0">
                <a:pos x="connsiteX16272" y="connsiteY16272"/>
              </a:cxn>
              <a:cxn ang="0">
                <a:pos x="connsiteX16273" y="connsiteY16273"/>
              </a:cxn>
              <a:cxn ang="0">
                <a:pos x="connsiteX16274" y="connsiteY16274"/>
              </a:cxn>
              <a:cxn ang="0">
                <a:pos x="connsiteX16275" y="connsiteY16275"/>
              </a:cxn>
              <a:cxn ang="0">
                <a:pos x="connsiteX16276" y="connsiteY16276"/>
              </a:cxn>
              <a:cxn ang="0">
                <a:pos x="connsiteX16277" y="connsiteY16277"/>
              </a:cxn>
              <a:cxn ang="0">
                <a:pos x="connsiteX16278" y="connsiteY16278"/>
              </a:cxn>
              <a:cxn ang="0">
                <a:pos x="connsiteX16279" y="connsiteY16279"/>
              </a:cxn>
              <a:cxn ang="0">
                <a:pos x="connsiteX16280" y="connsiteY16280"/>
              </a:cxn>
              <a:cxn ang="0">
                <a:pos x="connsiteX16281" y="connsiteY16281"/>
              </a:cxn>
              <a:cxn ang="0">
                <a:pos x="connsiteX16282" y="connsiteY16282"/>
              </a:cxn>
              <a:cxn ang="0">
                <a:pos x="connsiteX16283" y="connsiteY16283"/>
              </a:cxn>
              <a:cxn ang="0">
                <a:pos x="connsiteX16284" y="connsiteY16284"/>
              </a:cxn>
              <a:cxn ang="0">
                <a:pos x="connsiteX16285" y="connsiteY16285"/>
              </a:cxn>
              <a:cxn ang="0">
                <a:pos x="connsiteX16286" y="connsiteY16286"/>
              </a:cxn>
              <a:cxn ang="0">
                <a:pos x="connsiteX16287" y="connsiteY16287"/>
              </a:cxn>
              <a:cxn ang="0">
                <a:pos x="connsiteX16288" y="connsiteY16288"/>
              </a:cxn>
              <a:cxn ang="0">
                <a:pos x="connsiteX16289" y="connsiteY16289"/>
              </a:cxn>
              <a:cxn ang="0">
                <a:pos x="connsiteX16290" y="connsiteY16290"/>
              </a:cxn>
              <a:cxn ang="0">
                <a:pos x="connsiteX16291" y="connsiteY16291"/>
              </a:cxn>
              <a:cxn ang="0">
                <a:pos x="connsiteX16292" y="connsiteY16292"/>
              </a:cxn>
              <a:cxn ang="0">
                <a:pos x="connsiteX16293" y="connsiteY16293"/>
              </a:cxn>
              <a:cxn ang="0">
                <a:pos x="connsiteX16294" y="connsiteY16294"/>
              </a:cxn>
              <a:cxn ang="0">
                <a:pos x="connsiteX16295" y="connsiteY16295"/>
              </a:cxn>
              <a:cxn ang="0">
                <a:pos x="connsiteX16296" y="connsiteY16296"/>
              </a:cxn>
              <a:cxn ang="0">
                <a:pos x="connsiteX16297" y="connsiteY16297"/>
              </a:cxn>
              <a:cxn ang="0">
                <a:pos x="connsiteX16298" y="connsiteY16298"/>
              </a:cxn>
              <a:cxn ang="0">
                <a:pos x="connsiteX16299" y="connsiteY16299"/>
              </a:cxn>
              <a:cxn ang="0">
                <a:pos x="connsiteX16300" y="connsiteY16300"/>
              </a:cxn>
              <a:cxn ang="0">
                <a:pos x="connsiteX16301" y="connsiteY16301"/>
              </a:cxn>
              <a:cxn ang="0">
                <a:pos x="connsiteX16302" y="connsiteY16302"/>
              </a:cxn>
              <a:cxn ang="0">
                <a:pos x="connsiteX16303" y="connsiteY16303"/>
              </a:cxn>
              <a:cxn ang="0">
                <a:pos x="connsiteX16304" y="connsiteY16304"/>
              </a:cxn>
              <a:cxn ang="0">
                <a:pos x="connsiteX16305" y="connsiteY16305"/>
              </a:cxn>
              <a:cxn ang="0">
                <a:pos x="connsiteX16306" y="connsiteY16306"/>
              </a:cxn>
              <a:cxn ang="0">
                <a:pos x="connsiteX16307" y="connsiteY16307"/>
              </a:cxn>
              <a:cxn ang="0">
                <a:pos x="connsiteX16308" y="connsiteY16308"/>
              </a:cxn>
              <a:cxn ang="0">
                <a:pos x="connsiteX16309" y="connsiteY16309"/>
              </a:cxn>
              <a:cxn ang="0">
                <a:pos x="connsiteX16310" y="connsiteY16310"/>
              </a:cxn>
              <a:cxn ang="0">
                <a:pos x="connsiteX16311" y="connsiteY16311"/>
              </a:cxn>
              <a:cxn ang="0">
                <a:pos x="connsiteX16312" y="connsiteY16312"/>
              </a:cxn>
              <a:cxn ang="0">
                <a:pos x="connsiteX16313" y="connsiteY16313"/>
              </a:cxn>
              <a:cxn ang="0">
                <a:pos x="connsiteX16314" y="connsiteY16314"/>
              </a:cxn>
              <a:cxn ang="0">
                <a:pos x="connsiteX16315" y="connsiteY16315"/>
              </a:cxn>
              <a:cxn ang="0">
                <a:pos x="connsiteX16316" y="connsiteY16316"/>
              </a:cxn>
              <a:cxn ang="0">
                <a:pos x="connsiteX16317" y="connsiteY16317"/>
              </a:cxn>
              <a:cxn ang="0">
                <a:pos x="connsiteX16318" y="connsiteY16318"/>
              </a:cxn>
              <a:cxn ang="0">
                <a:pos x="connsiteX16319" y="connsiteY16319"/>
              </a:cxn>
              <a:cxn ang="0">
                <a:pos x="connsiteX16320" y="connsiteY16320"/>
              </a:cxn>
              <a:cxn ang="0">
                <a:pos x="connsiteX16321" y="connsiteY16321"/>
              </a:cxn>
              <a:cxn ang="0">
                <a:pos x="connsiteX16322" y="connsiteY16322"/>
              </a:cxn>
              <a:cxn ang="0">
                <a:pos x="connsiteX16323" y="connsiteY16323"/>
              </a:cxn>
              <a:cxn ang="0">
                <a:pos x="connsiteX16324" y="connsiteY16324"/>
              </a:cxn>
              <a:cxn ang="0">
                <a:pos x="connsiteX16325" y="connsiteY16325"/>
              </a:cxn>
              <a:cxn ang="0">
                <a:pos x="connsiteX16326" y="connsiteY16326"/>
              </a:cxn>
              <a:cxn ang="0">
                <a:pos x="connsiteX16327" y="connsiteY16327"/>
              </a:cxn>
              <a:cxn ang="0">
                <a:pos x="connsiteX16328" y="connsiteY16328"/>
              </a:cxn>
              <a:cxn ang="0">
                <a:pos x="connsiteX16329" y="connsiteY16329"/>
              </a:cxn>
              <a:cxn ang="0">
                <a:pos x="connsiteX16330" y="connsiteY16330"/>
              </a:cxn>
              <a:cxn ang="0">
                <a:pos x="connsiteX16331" y="connsiteY16331"/>
              </a:cxn>
              <a:cxn ang="0">
                <a:pos x="connsiteX16332" y="connsiteY16332"/>
              </a:cxn>
              <a:cxn ang="0">
                <a:pos x="connsiteX16333" y="connsiteY16333"/>
              </a:cxn>
              <a:cxn ang="0">
                <a:pos x="connsiteX16334" y="connsiteY16334"/>
              </a:cxn>
              <a:cxn ang="0">
                <a:pos x="connsiteX16335" y="connsiteY16335"/>
              </a:cxn>
              <a:cxn ang="0">
                <a:pos x="connsiteX16336" y="connsiteY16336"/>
              </a:cxn>
              <a:cxn ang="0">
                <a:pos x="connsiteX16337" y="connsiteY16337"/>
              </a:cxn>
              <a:cxn ang="0">
                <a:pos x="connsiteX16338" y="connsiteY16338"/>
              </a:cxn>
              <a:cxn ang="0">
                <a:pos x="connsiteX16339" y="connsiteY16339"/>
              </a:cxn>
              <a:cxn ang="0">
                <a:pos x="connsiteX16340" y="connsiteY16340"/>
              </a:cxn>
              <a:cxn ang="0">
                <a:pos x="connsiteX16341" y="connsiteY16341"/>
              </a:cxn>
              <a:cxn ang="0">
                <a:pos x="connsiteX16342" y="connsiteY16342"/>
              </a:cxn>
              <a:cxn ang="0">
                <a:pos x="connsiteX16343" y="connsiteY16343"/>
              </a:cxn>
              <a:cxn ang="0">
                <a:pos x="connsiteX16344" y="connsiteY16344"/>
              </a:cxn>
              <a:cxn ang="0">
                <a:pos x="connsiteX16345" y="connsiteY16345"/>
              </a:cxn>
              <a:cxn ang="0">
                <a:pos x="connsiteX16346" y="connsiteY16346"/>
              </a:cxn>
              <a:cxn ang="0">
                <a:pos x="connsiteX16347" y="connsiteY16347"/>
              </a:cxn>
              <a:cxn ang="0">
                <a:pos x="connsiteX16348" y="connsiteY16348"/>
              </a:cxn>
              <a:cxn ang="0">
                <a:pos x="connsiteX16349" y="connsiteY16349"/>
              </a:cxn>
              <a:cxn ang="0">
                <a:pos x="connsiteX16350" y="connsiteY16350"/>
              </a:cxn>
              <a:cxn ang="0">
                <a:pos x="connsiteX16351" y="connsiteY16351"/>
              </a:cxn>
              <a:cxn ang="0">
                <a:pos x="connsiteX16352" y="connsiteY16352"/>
              </a:cxn>
              <a:cxn ang="0">
                <a:pos x="connsiteX16353" y="connsiteY16353"/>
              </a:cxn>
              <a:cxn ang="0">
                <a:pos x="connsiteX16354" y="connsiteY16354"/>
              </a:cxn>
              <a:cxn ang="0">
                <a:pos x="connsiteX16355" y="connsiteY16355"/>
              </a:cxn>
              <a:cxn ang="0">
                <a:pos x="connsiteX16356" y="connsiteY16356"/>
              </a:cxn>
              <a:cxn ang="0">
                <a:pos x="connsiteX16357" y="connsiteY16357"/>
              </a:cxn>
              <a:cxn ang="0">
                <a:pos x="connsiteX16358" y="connsiteY16358"/>
              </a:cxn>
              <a:cxn ang="0">
                <a:pos x="connsiteX16359" y="connsiteY16359"/>
              </a:cxn>
              <a:cxn ang="0">
                <a:pos x="connsiteX16360" y="connsiteY16360"/>
              </a:cxn>
              <a:cxn ang="0">
                <a:pos x="connsiteX16361" y="connsiteY16361"/>
              </a:cxn>
              <a:cxn ang="0">
                <a:pos x="connsiteX16362" y="connsiteY16362"/>
              </a:cxn>
              <a:cxn ang="0">
                <a:pos x="connsiteX16363" y="connsiteY16363"/>
              </a:cxn>
              <a:cxn ang="0">
                <a:pos x="connsiteX16364" y="connsiteY16364"/>
              </a:cxn>
              <a:cxn ang="0">
                <a:pos x="connsiteX16365" y="connsiteY16365"/>
              </a:cxn>
              <a:cxn ang="0">
                <a:pos x="connsiteX16366" y="connsiteY16366"/>
              </a:cxn>
              <a:cxn ang="0">
                <a:pos x="connsiteX16367" y="connsiteY16367"/>
              </a:cxn>
              <a:cxn ang="0">
                <a:pos x="connsiteX16368" y="connsiteY16368"/>
              </a:cxn>
              <a:cxn ang="0">
                <a:pos x="connsiteX16369" y="connsiteY16369"/>
              </a:cxn>
              <a:cxn ang="0">
                <a:pos x="connsiteX16370" y="connsiteY16370"/>
              </a:cxn>
              <a:cxn ang="0">
                <a:pos x="connsiteX16371" y="connsiteY16371"/>
              </a:cxn>
              <a:cxn ang="0">
                <a:pos x="connsiteX16372" y="connsiteY16372"/>
              </a:cxn>
              <a:cxn ang="0">
                <a:pos x="connsiteX16373" y="connsiteY16373"/>
              </a:cxn>
              <a:cxn ang="0">
                <a:pos x="connsiteX16374" y="connsiteY16374"/>
              </a:cxn>
              <a:cxn ang="0">
                <a:pos x="connsiteX16375" y="connsiteY16375"/>
              </a:cxn>
              <a:cxn ang="0">
                <a:pos x="connsiteX16376" y="connsiteY16376"/>
              </a:cxn>
              <a:cxn ang="0">
                <a:pos x="connsiteX16377" y="connsiteY16377"/>
              </a:cxn>
              <a:cxn ang="0">
                <a:pos x="connsiteX16378" y="connsiteY16378"/>
              </a:cxn>
              <a:cxn ang="0">
                <a:pos x="connsiteX16379" y="connsiteY16379"/>
              </a:cxn>
              <a:cxn ang="0">
                <a:pos x="connsiteX16380" y="connsiteY16380"/>
              </a:cxn>
              <a:cxn ang="0">
                <a:pos x="connsiteX16381" y="connsiteY16381"/>
              </a:cxn>
              <a:cxn ang="0">
                <a:pos x="connsiteX16382" y="connsiteY16382"/>
              </a:cxn>
              <a:cxn ang="0">
                <a:pos x="connsiteX16383" y="connsiteY16383"/>
              </a:cxn>
              <a:cxn ang="0">
                <a:pos x="connsiteX16384" y="connsiteY16384"/>
              </a:cxn>
              <a:cxn ang="0">
                <a:pos x="connsiteX16385" y="connsiteY16385"/>
              </a:cxn>
              <a:cxn ang="0">
                <a:pos x="connsiteX16386" y="connsiteY16386"/>
              </a:cxn>
              <a:cxn ang="0">
                <a:pos x="connsiteX16387" y="connsiteY16387"/>
              </a:cxn>
              <a:cxn ang="0">
                <a:pos x="connsiteX16388" y="connsiteY16388"/>
              </a:cxn>
              <a:cxn ang="0">
                <a:pos x="connsiteX16389" y="connsiteY16389"/>
              </a:cxn>
              <a:cxn ang="0">
                <a:pos x="connsiteX16390" y="connsiteY16390"/>
              </a:cxn>
              <a:cxn ang="0">
                <a:pos x="connsiteX16391" y="connsiteY16391"/>
              </a:cxn>
              <a:cxn ang="0">
                <a:pos x="connsiteX16392" y="connsiteY16392"/>
              </a:cxn>
              <a:cxn ang="0">
                <a:pos x="connsiteX16393" y="connsiteY16393"/>
              </a:cxn>
              <a:cxn ang="0">
                <a:pos x="connsiteX16394" y="connsiteY16394"/>
              </a:cxn>
              <a:cxn ang="0">
                <a:pos x="connsiteX16395" y="connsiteY16395"/>
              </a:cxn>
              <a:cxn ang="0">
                <a:pos x="connsiteX16396" y="connsiteY16396"/>
              </a:cxn>
              <a:cxn ang="0">
                <a:pos x="connsiteX16397" y="connsiteY16397"/>
              </a:cxn>
              <a:cxn ang="0">
                <a:pos x="connsiteX16398" y="connsiteY16398"/>
              </a:cxn>
              <a:cxn ang="0">
                <a:pos x="connsiteX16399" y="connsiteY16399"/>
              </a:cxn>
              <a:cxn ang="0">
                <a:pos x="connsiteX16400" y="connsiteY16400"/>
              </a:cxn>
              <a:cxn ang="0">
                <a:pos x="connsiteX16401" y="connsiteY16401"/>
              </a:cxn>
              <a:cxn ang="0">
                <a:pos x="connsiteX16402" y="connsiteY16402"/>
              </a:cxn>
              <a:cxn ang="0">
                <a:pos x="connsiteX16403" y="connsiteY16403"/>
              </a:cxn>
              <a:cxn ang="0">
                <a:pos x="connsiteX16404" y="connsiteY16404"/>
              </a:cxn>
              <a:cxn ang="0">
                <a:pos x="connsiteX16405" y="connsiteY16405"/>
              </a:cxn>
              <a:cxn ang="0">
                <a:pos x="connsiteX16406" y="connsiteY16406"/>
              </a:cxn>
              <a:cxn ang="0">
                <a:pos x="connsiteX16407" y="connsiteY16407"/>
              </a:cxn>
              <a:cxn ang="0">
                <a:pos x="connsiteX16408" y="connsiteY16408"/>
              </a:cxn>
              <a:cxn ang="0">
                <a:pos x="connsiteX16409" y="connsiteY16409"/>
              </a:cxn>
              <a:cxn ang="0">
                <a:pos x="connsiteX16410" y="connsiteY16410"/>
              </a:cxn>
              <a:cxn ang="0">
                <a:pos x="connsiteX16411" y="connsiteY16411"/>
              </a:cxn>
              <a:cxn ang="0">
                <a:pos x="connsiteX16412" y="connsiteY16412"/>
              </a:cxn>
              <a:cxn ang="0">
                <a:pos x="connsiteX16413" y="connsiteY16413"/>
              </a:cxn>
              <a:cxn ang="0">
                <a:pos x="connsiteX16414" y="connsiteY16414"/>
              </a:cxn>
              <a:cxn ang="0">
                <a:pos x="connsiteX16415" y="connsiteY16415"/>
              </a:cxn>
              <a:cxn ang="0">
                <a:pos x="connsiteX16416" y="connsiteY16416"/>
              </a:cxn>
              <a:cxn ang="0">
                <a:pos x="connsiteX16417" y="connsiteY16417"/>
              </a:cxn>
              <a:cxn ang="0">
                <a:pos x="connsiteX16418" y="connsiteY16418"/>
              </a:cxn>
              <a:cxn ang="0">
                <a:pos x="connsiteX16419" y="connsiteY16419"/>
              </a:cxn>
              <a:cxn ang="0">
                <a:pos x="connsiteX16420" y="connsiteY16420"/>
              </a:cxn>
              <a:cxn ang="0">
                <a:pos x="connsiteX16421" y="connsiteY16421"/>
              </a:cxn>
              <a:cxn ang="0">
                <a:pos x="connsiteX16422" y="connsiteY16422"/>
              </a:cxn>
              <a:cxn ang="0">
                <a:pos x="connsiteX16423" y="connsiteY16423"/>
              </a:cxn>
              <a:cxn ang="0">
                <a:pos x="connsiteX16424" y="connsiteY16424"/>
              </a:cxn>
              <a:cxn ang="0">
                <a:pos x="connsiteX16425" y="connsiteY16425"/>
              </a:cxn>
              <a:cxn ang="0">
                <a:pos x="connsiteX16426" y="connsiteY16426"/>
              </a:cxn>
              <a:cxn ang="0">
                <a:pos x="connsiteX16427" y="connsiteY16427"/>
              </a:cxn>
              <a:cxn ang="0">
                <a:pos x="connsiteX16428" y="connsiteY16428"/>
              </a:cxn>
              <a:cxn ang="0">
                <a:pos x="connsiteX16429" y="connsiteY16429"/>
              </a:cxn>
              <a:cxn ang="0">
                <a:pos x="connsiteX16430" y="connsiteY16430"/>
              </a:cxn>
              <a:cxn ang="0">
                <a:pos x="connsiteX16431" y="connsiteY16431"/>
              </a:cxn>
              <a:cxn ang="0">
                <a:pos x="connsiteX16432" y="connsiteY16432"/>
              </a:cxn>
              <a:cxn ang="0">
                <a:pos x="connsiteX16433" y="connsiteY16433"/>
              </a:cxn>
              <a:cxn ang="0">
                <a:pos x="connsiteX16434" y="connsiteY16434"/>
              </a:cxn>
              <a:cxn ang="0">
                <a:pos x="connsiteX16435" y="connsiteY16435"/>
              </a:cxn>
              <a:cxn ang="0">
                <a:pos x="connsiteX16436" y="connsiteY16436"/>
              </a:cxn>
              <a:cxn ang="0">
                <a:pos x="connsiteX16437" y="connsiteY16437"/>
              </a:cxn>
              <a:cxn ang="0">
                <a:pos x="connsiteX16438" y="connsiteY16438"/>
              </a:cxn>
              <a:cxn ang="0">
                <a:pos x="connsiteX16439" y="connsiteY16439"/>
              </a:cxn>
              <a:cxn ang="0">
                <a:pos x="connsiteX16440" y="connsiteY16440"/>
              </a:cxn>
              <a:cxn ang="0">
                <a:pos x="connsiteX16441" y="connsiteY16441"/>
              </a:cxn>
              <a:cxn ang="0">
                <a:pos x="connsiteX16442" y="connsiteY16442"/>
              </a:cxn>
              <a:cxn ang="0">
                <a:pos x="connsiteX16443" y="connsiteY16443"/>
              </a:cxn>
              <a:cxn ang="0">
                <a:pos x="connsiteX16444" y="connsiteY16444"/>
              </a:cxn>
              <a:cxn ang="0">
                <a:pos x="connsiteX16445" y="connsiteY16445"/>
              </a:cxn>
              <a:cxn ang="0">
                <a:pos x="connsiteX16446" y="connsiteY16446"/>
              </a:cxn>
              <a:cxn ang="0">
                <a:pos x="connsiteX16447" y="connsiteY16447"/>
              </a:cxn>
              <a:cxn ang="0">
                <a:pos x="connsiteX16448" y="connsiteY16448"/>
              </a:cxn>
              <a:cxn ang="0">
                <a:pos x="connsiteX16449" y="connsiteY16449"/>
              </a:cxn>
              <a:cxn ang="0">
                <a:pos x="connsiteX16450" y="connsiteY16450"/>
              </a:cxn>
              <a:cxn ang="0">
                <a:pos x="connsiteX16451" y="connsiteY16451"/>
              </a:cxn>
              <a:cxn ang="0">
                <a:pos x="connsiteX16452" y="connsiteY16452"/>
              </a:cxn>
              <a:cxn ang="0">
                <a:pos x="connsiteX16453" y="connsiteY16453"/>
              </a:cxn>
              <a:cxn ang="0">
                <a:pos x="connsiteX16454" y="connsiteY16454"/>
              </a:cxn>
              <a:cxn ang="0">
                <a:pos x="connsiteX16455" y="connsiteY16455"/>
              </a:cxn>
              <a:cxn ang="0">
                <a:pos x="connsiteX16456" y="connsiteY16456"/>
              </a:cxn>
              <a:cxn ang="0">
                <a:pos x="connsiteX16457" y="connsiteY16457"/>
              </a:cxn>
              <a:cxn ang="0">
                <a:pos x="connsiteX16458" y="connsiteY16458"/>
              </a:cxn>
              <a:cxn ang="0">
                <a:pos x="connsiteX16459" y="connsiteY16459"/>
              </a:cxn>
              <a:cxn ang="0">
                <a:pos x="connsiteX16460" y="connsiteY16460"/>
              </a:cxn>
              <a:cxn ang="0">
                <a:pos x="connsiteX16461" y="connsiteY16461"/>
              </a:cxn>
              <a:cxn ang="0">
                <a:pos x="connsiteX16462" y="connsiteY16462"/>
              </a:cxn>
              <a:cxn ang="0">
                <a:pos x="connsiteX16463" y="connsiteY16463"/>
              </a:cxn>
              <a:cxn ang="0">
                <a:pos x="connsiteX16464" y="connsiteY16464"/>
              </a:cxn>
              <a:cxn ang="0">
                <a:pos x="connsiteX16465" y="connsiteY16465"/>
              </a:cxn>
              <a:cxn ang="0">
                <a:pos x="connsiteX16466" y="connsiteY16466"/>
              </a:cxn>
              <a:cxn ang="0">
                <a:pos x="connsiteX16467" y="connsiteY16467"/>
              </a:cxn>
              <a:cxn ang="0">
                <a:pos x="connsiteX16468" y="connsiteY16468"/>
              </a:cxn>
              <a:cxn ang="0">
                <a:pos x="connsiteX16469" y="connsiteY16469"/>
              </a:cxn>
              <a:cxn ang="0">
                <a:pos x="connsiteX16470" y="connsiteY16470"/>
              </a:cxn>
              <a:cxn ang="0">
                <a:pos x="connsiteX16471" y="connsiteY16471"/>
              </a:cxn>
              <a:cxn ang="0">
                <a:pos x="connsiteX16472" y="connsiteY16472"/>
              </a:cxn>
              <a:cxn ang="0">
                <a:pos x="connsiteX16473" y="connsiteY16473"/>
              </a:cxn>
              <a:cxn ang="0">
                <a:pos x="connsiteX16474" y="connsiteY16474"/>
              </a:cxn>
              <a:cxn ang="0">
                <a:pos x="connsiteX16475" y="connsiteY16475"/>
              </a:cxn>
              <a:cxn ang="0">
                <a:pos x="connsiteX16476" y="connsiteY16476"/>
              </a:cxn>
              <a:cxn ang="0">
                <a:pos x="connsiteX16477" y="connsiteY16477"/>
              </a:cxn>
              <a:cxn ang="0">
                <a:pos x="connsiteX16478" y="connsiteY16478"/>
              </a:cxn>
              <a:cxn ang="0">
                <a:pos x="connsiteX16479" y="connsiteY16479"/>
              </a:cxn>
              <a:cxn ang="0">
                <a:pos x="connsiteX16480" y="connsiteY16480"/>
              </a:cxn>
              <a:cxn ang="0">
                <a:pos x="connsiteX16481" y="connsiteY16481"/>
              </a:cxn>
              <a:cxn ang="0">
                <a:pos x="connsiteX16482" y="connsiteY16482"/>
              </a:cxn>
              <a:cxn ang="0">
                <a:pos x="connsiteX16483" y="connsiteY16483"/>
              </a:cxn>
              <a:cxn ang="0">
                <a:pos x="connsiteX16484" y="connsiteY16484"/>
              </a:cxn>
              <a:cxn ang="0">
                <a:pos x="connsiteX16485" y="connsiteY16485"/>
              </a:cxn>
              <a:cxn ang="0">
                <a:pos x="connsiteX16486" y="connsiteY16486"/>
              </a:cxn>
              <a:cxn ang="0">
                <a:pos x="connsiteX16487" y="connsiteY16487"/>
              </a:cxn>
              <a:cxn ang="0">
                <a:pos x="connsiteX16488" y="connsiteY16488"/>
              </a:cxn>
              <a:cxn ang="0">
                <a:pos x="connsiteX16489" y="connsiteY16489"/>
              </a:cxn>
              <a:cxn ang="0">
                <a:pos x="connsiteX16490" y="connsiteY16490"/>
              </a:cxn>
              <a:cxn ang="0">
                <a:pos x="connsiteX16491" y="connsiteY16491"/>
              </a:cxn>
              <a:cxn ang="0">
                <a:pos x="connsiteX16492" y="connsiteY16492"/>
              </a:cxn>
              <a:cxn ang="0">
                <a:pos x="connsiteX16493" y="connsiteY16493"/>
              </a:cxn>
              <a:cxn ang="0">
                <a:pos x="connsiteX16494" y="connsiteY16494"/>
              </a:cxn>
              <a:cxn ang="0">
                <a:pos x="connsiteX16495" y="connsiteY16495"/>
              </a:cxn>
              <a:cxn ang="0">
                <a:pos x="connsiteX16496" y="connsiteY16496"/>
              </a:cxn>
              <a:cxn ang="0">
                <a:pos x="connsiteX16497" y="connsiteY16497"/>
              </a:cxn>
              <a:cxn ang="0">
                <a:pos x="connsiteX16498" y="connsiteY16498"/>
              </a:cxn>
              <a:cxn ang="0">
                <a:pos x="connsiteX16499" y="connsiteY16499"/>
              </a:cxn>
              <a:cxn ang="0">
                <a:pos x="connsiteX16500" y="connsiteY16500"/>
              </a:cxn>
              <a:cxn ang="0">
                <a:pos x="connsiteX16501" y="connsiteY16501"/>
              </a:cxn>
              <a:cxn ang="0">
                <a:pos x="connsiteX16502" y="connsiteY16502"/>
              </a:cxn>
              <a:cxn ang="0">
                <a:pos x="connsiteX16503" y="connsiteY16503"/>
              </a:cxn>
              <a:cxn ang="0">
                <a:pos x="connsiteX16504" y="connsiteY16504"/>
              </a:cxn>
              <a:cxn ang="0">
                <a:pos x="connsiteX16505" y="connsiteY16505"/>
              </a:cxn>
              <a:cxn ang="0">
                <a:pos x="connsiteX16506" y="connsiteY16506"/>
              </a:cxn>
              <a:cxn ang="0">
                <a:pos x="connsiteX16507" y="connsiteY16507"/>
              </a:cxn>
              <a:cxn ang="0">
                <a:pos x="connsiteX16508" y="connsiteY16508"/>
              </a:cxn>
              <a:cxn ang="0">
                <a:pos x="connsiteX16509" y="connsiteY16509"/>
              </a:cxn>
              <a:cxn ang="0">
                <a:pos x="connsiteX16510" y="connsiteY16510"/>
              </a:cxn>
              <a:cxn ang="0">
                <a:pos x="connsiteX16511" y="connsiteY16511"/>
              </a:cxn>
              <a:cxn ang="0">
                <a:pos x="connsiteX16512" y="connsiteY16512"/>
              </a:cxn>
              <a:cxn ang="0">
                <a:pos x="connsiteX16513" y="connsiteY16513"/>
              </a:cxn>
              <a:cxn ang="0">
                <a:pos x="connsiteX16514" y="connsiteY16514"/>
              </a:cxn>
              <a:cxn ang="0">
                <a:pos x="connsiteX16515" y="connsiteY16515"/>
              </a:cxn>
              <a:cxn ang="0">
                <a:pos x="connsiteX16516" y="connsiteY16516"/>
              </a:cxn>
              <a:cxn ang="0">
                <a:pos x="connsiteX16517" y="connsiteY16517"/>
              </a:cxn>
              <a:cxn ang="0">
                <a:pos x="connsiteX16518" y="connsiteY16518"/>
              </a:cxn>
              <a:cxn ang="0">
                <a:pos x="connsiteX16519" y="connsiteY16519"/>
              </a:cxn>
              <a:cxn ang="0">
                <a:pos x="connsiteX16520" y="connsiteY16520"/>
              </a:cxn>
              <a:cxn ang="0">
                <a:pos x="connsiteX16521" y="connsiteY16521"/>
              </a:cxn>
              <a:cxn ang="0">
                <a:pos x="connsiteX16522" y="connsiteY16522"/>
              </a:cxn>
              <a:cxn ang="0">
                <a:pos x="connsiteX16523" y="connsiteY16523"/>
              </a:cxn>
              <a:cxn ang="0">
                <a:pos x="connsiteX16524" y="connsiteY16524"/>
              </a:cxn>
              <a:cxn ang="0">
                <a:pos x="connsiteX16525" y="connsiteY16525"/>
              </a:cxn>
              <a:cxn ang="0">
                <a:pos x="connsiteX16526" y="connsiteY16526"/>
              </a:cxn>
              <a:cxn ang="0">
                <a:pos x="connsiteX16527" y="connsiteY16527"/>
              </a:cxn>
              <a:cxn ang="0">
                <a:pos x="connsiteX16528" y="connsiteY16528"/>
              </a:cxn>
              <a:cxn ang="0">
                <a:pos x="connsiteX16529" y="connsiteY16529"/>
              </a:cxn>
              <a:cxn ang="0">
                <a:pos x="connsiteX16530" y="connsiteY16530"/>
              </a:cxn>
              <a:cxn ang="0">
                <a:pos x="connsiteX16531" y="connsiteY16531"/>
              </a:cxn>
              <a:cxn ang="0">
                <a:pos x="connsiteX16532" y="connsiteY16532"/>
              </a:cxn>
              <a:cxn ang="0">
                <a:pos x="connsiteX16533" y="connsiteY16533"/>
              </a:cxn>
              <a:cxn ang="0">
                <a:pos x="connsiteX16534" y="connsiteY16534"/>
              </a:cxn>
              <a:cxn ang="0">
                <a:pos x="connsiteX16535" y="connsiteY16535"/>
              </a:cxn>
              <a:cxn ang="0">
                <a:pos x="connsiteX16536" y="connsiteY16536"/>
              </a:cxn>
              <a:cxn ang="0">
                <a:pos x="connsiteX16537" y="connsiteY16537"/>
              </a:cxn>
              <a:cxn ang="0">
                <a:pos x="connsiteX16538" y="connsiteY16538"/>
              </a:cxn>
              <a:cxn ang="0">
                <a:pos x="connsiteX16539" y="connsiteY16539"/>
              </a:cxn>
              <a:cxn ang="0">
                <a:pos x="connsiteX16540" y="connsiteY16540"/>
              </a:cxn>
              <a:cxn ang="0">
                <a:pos x="connsiteX16541" y="connsiteY16541"/>
              </a:cxn>
              <a:cxn ang="0">
                <a:pos x="connsiteX16542" y="connsiteY16542"/>
              </a:cxn>
              <a:cxn ang="0">
                <a:pos x="connsiteX16543" y="connsiteY16543"/>
              </a:cxn>
              <a:cxn ang="0">
                <a:pos x="connsiteX16544" y="connsiteY16544"/>
              </a:cxn>
              <a:cxn ang="0">
                <a:pos x="connsiteX16545" y="connsiteY16545"/>
              </a:cxn>
              <a:cxn ang="0">
                <a:pos x="connsiteX16546" y="connsiteY16546"/>
              </a:cxn>
              <a:cxn ang="0">
                <a:pos x="connsiteX16547" y="connsiteY16547"/>
              </a:cxn>
              <a:cxn ang="0">
                <a:pos x="connsiteX16548" y="connsiteY16548"/>
              </a:cxn>
              <a:cxn ang="0">
                <a:pos x="connsiteX16549" y="connsiteY16549"/>
              </a:cxn>
              <a:cxn ang="0">
                <a:pos x="connsiteX16550" y="connsiteY16550"/>
              </a:cxn>
              <a:cxn ang="0">
                <a:pos x="connsiteX16551" y="connsiteY16551"/>
              </a:cxn>
              <a:cxn ang="0">
                <a:pos x="connsiteX16552" y="connsiteY16552"/>
              </a:cxn>
              <a:cxn ang="0">
                <a:pos x="connsiteX16553" y="connsiteY16553"/>
              </a:cxn>
              <a:cxn ang="0">
                <a:pos x="connsiteX16554" y="connsiteY16554"/>
              </a:cxn>
              <a:cxn ang="0">
                <a:pos x="connsiteX16555" y="connsiteY16555"/>
              </a:cxn>
              <a:cxn ang="0">
                <a:pos x="connsiteX16556" y="connsiteY16556"/>
              </a:cxn>
              <a:cxn ang="0">
                <a:pos x="connsiteX16557" y="connsiteY16557"/>
              </a:cxn>
              <a:cxn ang="0">
                <a:pos x="connsiteX16558" y="connsiteY16558"/>
              </a:cxn>
              <a:cxn ang="0">
                <a:pos x="connsiteX16559" y="connsiteY16559"/>
              </a:cxn>
              <a:cxn ang="0">
                <a:pos x="connsiteX16560" y="connsiteY16560"/>
              </a:cxn>
              <a:cxn ang="0">
                <a:pos x="connsiteX16561" y="connsiteY16561"/>
              </a:cxn>
              <a:cxn ang="0">
                <a:pos x="connsiteX16562" y="connsiteY16562"/>
              </a:cxn>
              <a:cxn ang="0">
                <a:pos x="connsiteX16563" y="connsiteY16563"/>
              </a:cxn>
              <a:cxn ang="0">
                <a:pos x="connsiteX16564" y="connsiteY16564"/>
              </a:cxn>
              <a:cxn ang="0">
                <a:pos x="connsiteX16565" y="connsiteY16565"/>
              </a:cxn>
              <a:cxn ang="0">
                <a:pos x="connsiteX16566" y="connsiteY16566"/>
              </a:cxn>
              <a:cxn ang="0">
                <a:pos x="connsiteX16567" y="connsiteY16567"/>
              </a:cxn>
              <a:cxn ang="0">
                <a:pos x="connsiteX16568" y="connsiteY16568"/>
              </a:cxn>
              <a:cxn ang="0">
                <a:pos x="connsiteX16569" y="connsiteY16569"/>
              </a:cxn>
              <a:cxn ang="0">
                <a:pos x="connsiteX16570" y="connsiteY16570"/>
              </a:cxn>
              <a:cxn ang="0">
                <a:pos x="connsiteX16571" y="connsiteY16571"/>
              </a:cxn>
              <a:cxn ang="0">
                <a:pos x="connsiteX16572" y="connsiteY16572"/>
              </a:cxn>
              <a:cxn ang="0">
                <a:pos x="connsiteX16573" y="connsiteY16573"/>
              </a:cxn>
              <a:cxn ang="0">
                <a:pos x="connsiteX16574" y="connsiteY16574"/>
              </a:cxn>
              <a:cxn ang="0">
                <a:pos x="connsiteX16575" y="connsiteY16575"/>
              </a:cxn>
              <a:cxn ang="0">
                <a:pos x="connsiteX16576" y="connsiteY16576"/>
              </a:cxn>
              <a:cxn ang="0">
                <a:pos x="connsiteX16577" y="connsiteY16577"/>
              </a:cxn>
              <a:cxn ang="0">
                <a:pos x="connsiteX16578" y="connsiteY16578"/>
              </a:cxn>
              <a:cxn ang="0">
                <a:pos x="connsiteX16579" y="connsiteY16579"/>
              </a:cxn>
              <a:cxn ang="0">
                <a:pos x="connsiteX16580" y="connsiteY16580"/>
              </a:cxn>
              <a:cxn ang="0">
                <a:pos x="connsiteX16581" y="connsiteY16581"/>
              </a:cxn>
              <a:cxn ang="0">
                <a:pos x="connsiteX16582" y="connsiteY16582"/>
              </a:cxn>
              <a:cxn ang="0">
                <a:pos x="connsiteX16583" y="connsiteY16583"/>
              </a:cxn>
              <a:cxn ang="0">
                <a:pos x="connsiteX16584" y="connsiteY16584"/>
              </a:cxn>
              <a:cxn ang="0">
                <a:pos x="connsiteX16585" y="connsiteY16585"/>
              </a:cxn>
              <a:cxn ang="0">
                <a:pos x="connsiteX16586" y="connsiteY16586"/>
              </a:cxn>
              <a:cxn ang="0">
                <a:pos x="connsiteX16587" y="connsiteY16587"/>
              </a:cxn>
              <a:cxn ang="0">
                <a:pos x="connsiteX16588" y="connsiteY16588"/>
              </a:cxn>
              <a:cxn ang="0">
                <a:pos x="connsiteX16589" y="connsiteY16589"/>
              </a:cxn>
              <a:cxn ang="0">
                <a:pos x="connsiteX16590" y="connsiteY16590"/>
              </a:cxn>
              <a:cxn ang="0">
                <a:pos x="connsiteX16591" y="connsiteY16591"/>
              </a:cxn>
              <a:cxn ang="0">
                <a:pos x="connsiteX16592" y="connsiteY16592"/>
              </a:cxn>
              <a:cxn ang="0">
                <a:pos x="connsiteX16593" y="connsiteY16593"/>
              </a:cxn>
              <a:cxn ang="0">
                <a:pos x="connsiteX16594" y="connsiteY16594"/>
              </a:cxn>
              <a:cxn ang="0">
                <a:pos x="connsiteX16595" y="connsiteY16595"/>
              </a:cxn>
              <a:cxn ang="0">
                <a:pos x="connsiteX16596" y="connsiteY16596"/>
              </a:cxn>
              <a:cxn ang="0">
                <a:pos x="connsiteX16597" y="connsiteY16597"/>
              </a:cxn>
              <a:cxn ang="0">
                <a:pos x="connsiteX16598" y="connsiteY16598"/>
              </a:cxn>
              <a:cxn ang="0">
                <a:pos x="connsiteX16599" y="connsiteY16599"/>
              </a:cxn>
              <a:cxn ang="0">
                <a:pos x="connsiteX16600" y="connsiteY16600"/>
              </a:cxn>
              <a:cxn ang="0">
                <a:pos x="connsiteX16601" y="connsiteY16601"/>
              </a:cxn>
              <a:cxn ang="0">
                <a:pos x="connsiteX16602" y="connsiteY16602"/>
              </a:cxn>
              <a:cxn ang="0">
                <a:pos x="connsiteX16603" y="connsiteY16603"/>
              </a:cxn>
              <a:cxn ang="0">
                <a:pos x="connsiteX16604" y="connsiteY16604"/>
              </a:cxn>
              <a:cxn ang="0">
                <a:pos x="connsiteX16605" y="connsiteY16605"/>
              </a:cxn>
              <a:cxn ang="0">
                <a:pos x="connsiteX16606" y="connsiteY16606"/>
              </a:cxn>
              <a:cxn ang="0">
                <a:pos x="connsiteX16607" y="connsiteY16607"/>
              </a:cxn>
              <a:cxn ang="0">
                <a:pos x="connsiteX16608" y="connsiteY16608"/>
              </a:cxn>
              <a:cxn ang="0">
                <a:pos x="connsiteX16609" y="connsiteY16609"/>
              </a:cxn>
              <a:cxn ang="0">
                <a:pos x="connsiteX16610" y="connsiteY16610"/>
              </a:cxn>
              <a:cxn ang="0">
                <a:pos x="connsiteX16611" y="connsiteY16611"/>
              </a:cxn>
              <a:cxn ang="0">
                <a:pos x="connsiteX16612" y="connsiteY16612"/>
              </a:cxn>
              <a:cxn ang="0">
                <a:pos x="connsiteX16613" y="connsiteY16613"/>
              </a:cxn>
              <a:cxn ang="0">
                <a:pos x="connsiteX16614" y="connsiteY16614"/>
              </a:cxn>
              <a:cxn ang="0">
                <a:pos x="connsiteX16615" y="connsiteY16615"/>
              </a:cxn>
              <a:cxn ang="0">
                <a:pos x="connsiteX16616" y="connsiteY16616"/>
              </a:cxn>
              <a:cxn ang="0">
                <a:pos x="connsiteX16617" y="connsiteY16617"/>
              </a:cxn>
              <a:cxn ang="0">
                <a:pos x="connsiteX16618" y="connsiteY16618"/>
              </a:cxn>
              <a:cxn ang="0">
                <a:pos x="connsiteX16619" y="connsiteY16619"/>
              </a:cxn>
              <a:cxn ang="0">
                <a:pos x="connsiteX16620" y="connsiteY16620"/>
              </a:cxn>
              <a:cxn ang="0">
                <a:pos x="connsiteX16621" y="connsiteY16621"/>
              </a:cxn>
              <a:cxn ang="0">
                <a:pos x="connsiteX16622" y="connsiteY16622"/>
              </a:cxn>
              <a:cxn ang="0">
                <a:pos x="connsiteX16623" y="connsiteY16623"/>
              </a:cxn>
              <a:cxn ang="0">
                <a:pos x="connsiteX16624" y="connsiteY16624"/>
              </a:cxn>
              <a:cxn ang="0">
                <a:pos x="connsiteX16625" y="connsiteY16625"/>
              </a:cxn>
              <a:cxn ang="0">
                <a:pos x="connsiteX16626" y="connsiteY16626"/>
              </a:cxn>
              <a:cxn ang="0">
                <a:pos x="connsiteX16627" y="connsiteY16627"/>
              </a:cxn>
              <a:cxn ang="0">
                <a:pos x="connsiteX16628" y="connsiteY16628"/>
              </a:cxn>
              <a:cxn ang="0">
                <a:pos x="connsiteX16629" y="connsiteY16629"/>
              </a:cxn>
              <a:cxn ang="0">
                <a:pos x="connsiteX16630" y="connsiteY16630"/>
              </a:cxn>
              <a:cxn ang="0">
                <a:pos x="connsiteX16631" y="connsiteY16631"/>
              </a:cxn>
              <a:cxn ang="0">
                <a:pos x="connsiteX16632" y="connsiteY16632"/>
              </a:cxn>
              <a:cxn ang="0">
                <a:pos x="connsiteX16633" y="connsiteY16633"/>
              </a:cxn>
              <a:cxn ang="0">
                <a:pos x="connsiteX16634" y="connsiteY16634"/>
              </a:cxn>
              <a:cxn ang="0">
                <a:pos x="connsiteX16635" y="connsiteY16635"/>
              </a:cxn>
              <a:cxn ang="0">
                <a:pos x="connsiteX16636" y="connsiteY16636"/>
              </a:cxn>
              <a:cxn ang="0">
                <a:pos x="connsiteX16637" y="connsiteY16637"/>
              </a:cxn>
              <a:cxn ang="0">
                <a:pos x="connsiteX16638" y="connsiteY16638"/>
              </a:cxn>
              <a:cxn ang="0">
                <a:pos x="connsiteX16639" y="connsiteY16639"/>
              </a:cxn>
              <a:cxn ang="0">
                <a:pos x="connsiteX16640" y="connsiteY16640"/>
              </a:cxn>
              <a:cxn ang="0">
                <a:pos x="connsiteX16641" y="connsiteY16641"/>
              </a:cxn>
              <a:cxn ang="0">
                <a:pos x="connsiteX16642" y="connsiteY16642"/>
              </a:cxn>
              <a:cxn ang="0">
                <a:pos x="connsiteX16643" y="connsiteY16643"/>
              </a:cxn>
              <a:cxn ang="0">
                <a:pos x="connsiteX16644" y="connsiteY16644"/>
              </a:cxn>
              <a:cxn ang="0">
                <a:pos x="connsiteX16645" y="connsiteY16645"/>
              </a:cxn>
              <a:cxn ang="0">
                <a:pos x="connsiteX16646" y="connsiteY16646"/>
              </a:cxn>
              <a:cxn ang="0">
                <a:pos x="connsiteX16647" y="connsiteY16647"/>
              </a:cxn>
              <a:cxn ang="0">
                <a:pos x="connsiteX16648" y="connsiteY16648"/>
              </a:cxn>
              <a:cxn ang="0">
                <a:pos x="connsiteX16649" y="connsiteY16649"/>
              </a:cxn>
              <a:cxn ang="0">
                <a:pos x="connsiteX16650" y="connsiteY16650"/>
              </a:cxn>
              <a:cxn ang="0">
                <a:pos x="connsiteX16651" y="connsiteY16651"/>
              </a:cxn>
              <a:cxn ang="0">
                <a:pos x="connsiteX16652" y="connsiteY16652"/>
              </a:cxn>
              <a:cxn ang="0">
                <a:pos x="connsiteX16653" y="connsiteY16653"/>
              </a:cxn>
              <a:cxn ang="0">
                <a:pos x="connsiteX16654" y="connsiteY16654"/>
              </a:cxn>
              <a:cxn ang="0">
                <a:pos x="connsiteX16655" y="connsiteY16655"/>
              </a:cxn>
              <a:cxn ang="0">
                <a:pos x="connsiteX16656" y="connsiteY16656"/>
              </a:cxn>
              <a:cxn ang="0">
                <a:pos x="connsiteX16657" y="connsiteY16657"/>
              </a:cxn>
              <a:cxn ang="0">
                <a:pos x="connsiteX16658" y="connsiteY16658"/>
              </a:cxn>
              <a:cxn ang="0">
                <a:pos x="connsiteX16659" y="connsiteY16659"/>
              </a:cxn>
              <a:cxn ang="0">
                <a:pos x="connsiteX16660" y="connsiteY16660"/>
              </a:cxn>
              <a:cxn ang="0">
                <a:pos x="connsiteX16661" y="connsiteY16661"/>
              </a:cxn>
              <a:cxn ang="0">
                <a:pos x="connsiteX16662" y="connsiteY16662"/>
              </a:cxn>
              <a:cxn ang="0">
                <a:pos x="connsiteX16663" y="connsiteY16663"/>
              </a:cxn>
              <a:cxn ang="0">
                <a:pos x="connsiteX16664" y="connsiteY16664"/>
              </a:cxn>
              <a:cxn ang="0">
                <a:pos x="connsiteX16665" y="connsiteY16665"/>
              </a:cxn>
              <a:cxn ang="0">
                <a:pos x="connsiteX16666" y="connsiteY16666"/>
              </a:cxn>
              <a:cxn ang="0">
                <a:pos x="connsiteX16667" y="connsiteY16667"/>
              </a:cxn>
              <a:cxn ang="0">
                <a:pos x="connsiteX16668" y="connsiteY16668"/>
              </a:cxn>
              <a:cxn ang="0">
                <a:pos x="connsiteX16669" y="connsiteY16669"/>
              </a:cxn>
              <a:cxn ang="0">
                <a:pos x="connsiteX16670" y="connsiteY16670"/>
              </a:cxn>
              <a:cxn ang="0">
                <a:pos x="connsiteX16671" y="connsiteY16671"/>
              </a:cxn>
              <a:cxn ang="0">
                <a:pos x="connsiteX16672" y="connsiteY16672"/>
              </a:cxn>
              <a:cxn ang="0">
                <a:pos x="connsiteX16673" y="connsiteY16673"/>
              </a:cxn>
              <a:cxn ang="0">
                <a:pos x="connsiteX16674" y="connsiteY16674"/>
              </a:cxn>
              <a:cxn ang="0">
                <a:pos x="connsiteX16675" y="connsiteY16675"/>
              </a:cxn>
              <a:cxn ang="0">
                <a:pos x="connsiteX16676" y="connsiteY16676"/>
              </a:cxn>
              <a:cxn ang="0">
                <a:pos x="connsiteX16677" y="connsiteY16677"/>
              </a:cxn>
              <a:cxn ang="0">
                <a:pos x="connsiteX16678" y="connsiteY16678"/>
              </a:cxn>
              <a:cxn ang="0">
                <a:pos x="connsiteX16679" y="connsiteY16679"/>
              </a:cxn>
              <a:cxn ang="0">
                <a:pos x="connsiteX16680" y="connsiteY16680"/>
              </a:cxn>
              <a:cxn ang="0">
                <a:pos x="connsiteX16681" y="connsiteY16681"/>
              </a:cxn>
              <a:cxn ang="0">
                <a:pos x="connsiteX16682" y="connsiteY16682"/>
              </a:cxn>
              <a:cxn ang="0">
                <a:pos x="connsiteX16683" y="connsiteY16683"/>
              </a:cxn>
              <a:cxn ang="0">
                <a:pos x="connsiteX16684" y="connsiteY16684"/>
              </a:cxn>
              <a:cxn ang="0">
                <a:pos x="connsiteX16685" y="connsiteY16685"/>
              </a:cxn>
              <a:cxn ang="0">
                <a:pos x="connsiteX16686" y="connsiteY16686"/>
              </a:cxn>
              <a:cxn ang="0">
                <a:pos x="connsiteX16687" y="connsiteY16687"/>
              </a:cxn>
              <a:cxn ang="0">
                <a:pos x="connsiteX16688" y="connsiteY16688"/>
              </a:cxn>
              <a:cxn ang="0">
                <a:pos x="connsiteX16689" y="connsiteY16689"/>
              </a:cxn>
              <a:cxn ang="0">
                <a:pos x="connsiteX16690" y="connsiteY16690"/>
              </a:cxn>
              <a:cxn ang="0">
                <a:pos x="connsiteX16691" y="connsiteY16691"/>
              </a:cxn>
              <a:cxn ang="0">
                <a:pos x="connsiteX16692" y="connsiteY16692"/>
              </a:cxn>
              <a:cxn ang="0">
                <a:pos x="connsiteX16693" y="connsiteY16693"/>
              </a:cxn>
              <a:cxn ang="0">
                <a:pos x="connsiteX16694" y="connsiteY16694"/>
              </a:cxn>
              <a:cxn ang="0">
                <a:pos x="connsiteX16695" y="connsiteY16695"/>
              </a:cxn>
              <a:cxn ang="0">
                <a:pos x="connsiteX16696" y="connsiteY16696"/>
              </a:cxn>
              <a:cxn ang="0">
                <a:pos x="connsiteX16697" y="connsiteY16697"/>
              </a:cxn>
              <a:cxn ang="0">
                <a:pos x="connsiteX16698" y="connsiteY16698"/>
              </a:cxn>
              <a:cxn ang="0">
                <a:pos x="connsiteX16699" y="connsiteY16699"/>
              </a:cxn>
              <a:cxn ang="0">
                <a:pos x="connsiteX16700" y="connsiteY16700"/>
              </a:cxn>
              <a:cxn ang="0">
                <a:pos x="connsiteX16701" y="connsiteY16701"/>
              </a:cxn>
              <a:cxn ang="0">
                <a:pos x="connsiteX16702" y="connsiteY16702"/>
              </a:cxn>
              <a:cxn ang="0">
                <a:pos x="connsiteX16703" y="connsiteY16703"/>
              </a:cxn>
              <a:cxn ang="0">
                <a:pos x="connsiteX16704" y="connsiteY16704"/>
              </a:cxn>
              <a:cxn ang="0">
                <a:pos x="connsiteX16705" y="connsiteY16705"/>
              </a:cxn>
              <a:cxn ang="0">
                <a:pos x="connsiteX16706" y="connsiteY16706"/>
              </a:cxn>
              <a:cxn ang="0">
                <a:pos x="connsiteX16707" y="connsiteY16707"/>
              </a:cxn>
              <a:cxn ang="0">
                <a:pos x="connsiteX16708" y="connsiteY16708"/>
              </a:cxn>
              <a:cxn ang="0">
                <a:pos x="connsiteX16709" y="connsiteY16709"/>
              </a:cxn>
              <a:cxn ang="0">
                <a:pos x="connsiteX16710" y="connsiteY16710"/>
              </a:cxn>
              <a:cxn ang="0">
                <a:pos x="connsiteX16711" y="connsiteY16711"/>
              </a:cxn>
              <a:cxn ang="0">
                <a:pos x="connsiteX16712" y="connsiteY16712"/>
              </a:cxn>
              <a:cxn ang="0">
                <a:pos x="connsiteX16713" y="connsiteY16713"/>
              </a:cxn>
              <a:cxn ang="0">
                <a:pos x="connsiteX16714" y="connsiteY16714"/>
              </a:cxn>
              <a:cxn ang="0">
                <a:pos x="connsiteX16715" y="connsiteY16715"/>
              </a:cxn>
              <a:cxn ang="0">
                <a:pos x="connsiteX16716" y="connsiteY16716"/>
              </a:cxn>
              <a:cxn ang="0">
                <a:pos x="connsiteX16717" y="connsiteY16717"/>
              </a:cxn>
              <a:cxn ang="0">
                <a:pos x="connsiteX16718" y="connsiteY16718"/>
              </a:cxn>
              <a:cxn ang="0">
                <a:pos x="connsiteX16719" y="connsiteY16719"/>
              </a:cxn>
              <a:cxn ang="0">
                <a:pos x="connsiteX16720" y="connsiteY16720"/>
              </a:cxn>
              <a:cxn ang="0">
                <a:pos x="connsiteX16721" y="connsiteY16721"/>
              </a:cxn>
              <a:cxn ang="0">
                <a:pos x="connsiteX16722" y="connsiteY16722"/>
              </a:cxn>
              <a:cxn ang="0">
                <a:pos x="connsiteX16723" y="connsiteY16723"/>
              </a:cxn>
              <a:cxn ang="0">
                <a:pos x="connsiteX16724" y="connsiteY16724"/>
              </a:cxn>
              <a:cxn ang="0">
                <a:pos x="connsiteX16725" y="connsiteY16725"/>
              </a:cxn>
              <a:cxn ang="0">
                <a:pos x="connsiteX16726" y="connsiteY16726"/>
              </a:cxn>
              <a:cxn ang="0">
                <a:pos x="connsiteX16727" y="connsiteY16727"/>
              </a:cxn>
              <a:cxn ang="0">
                <a:pos x="connsiteX16728" y="connsiteY16728"/>
              </a:cxn>
              <a:cxn ang="0">
                <a:pos x="connsiteX16729" y="connsiteY16729"/>
              </a:cxn>
              <a:cxn ang="0">
                <a:pos x="connsiteX16730" y="connsiteY16730"/>
              </a:cxn>
              <a:cxn ang="0">
                <a:pos x="connsiteX16731" y="connsiteY16731"/>
              </a:cxn>
              <a:cxn ang="0">
                <a:pos x="connsiteX16732" y="connsiteY16732"/>
              </a:cxn>
              <a:cxn ang="0">
                <a:pos x="connsiteX16733" y="connsiteY16733"/>
              </a:cxn>
              <a:cxn ang="0">
                <a:pos x="connsiteX16734" y="connsiteY16734"/>
              </a:cxn>
              <a:cxn ang="0">
                <a:pos x="connsiteX16735" y="connsiteY16735"/>
              </a:cxn>
              <a:cxn ang="0">
                <a:pos x="connsiteX16736" y="connsiteY16736"/>
              </a:cxn>
              <a:cxn ang="0">
                <a:pos x="connsiteX16737" y="connsiteY16737"/>
              </a:cxn>
              <a:cxn ang="0">
                <a:pos x="connsiteX16738" y="connsiteY16738"/>
              </a:cxn>
              <a:cxn ang="0">
                <a:pos x="connsiteX16739" y="connsiteY16739"/>
              </a:cxn>
              <a:cxn ang="0">
                <a:pos x="connsiteX16740" y="connsiteY16740"/>
              </a:cxn>
              <a:cxn ang="0">
                <a:pos x="connsiteX16741" y="connsiteY16741"/>
              </a:cxn>
              <a:cxn ang="0">
                <a:pos x="connsiteX16742" y="connsiteY16742"/>
              </a:cxn>
              <a:cxn ang="0">
                <a:pos x="connsiteX16743" y="connsiteY16743"/>
              </a:cxn>
              <a:cxn ang="0">
                <a:pos x="connsiteX16744" y="connsiteY16744"/>
              </a:cxn>
              <a:cxn ang="0">
                <a:pos x="connsiteX16745" y="connsiteY16745"/>
              </a:cxn>
              <a:cxn ang="0">
                <a:pos x="connsiteX16746" y="connsiteY16746"/>
              </a:cxn>
              <a:cxn ang="0">
                <a:pos x="connsiteX16747" y="connsiteY16747"/>
              </a:cxn>
              <a:cxn ang="0">
                <a:pos x="connsiteX16748" y="connsiteY16748"/>
              </a:cxn>
              <a:cxn ang="0">
                <a:pos x="connsiteX16749" y="connsiteY16749"/>
              </a:cxn>
              <a:cxn ang="0">
                <a:pos x="connsiteX16750" y="connsiteY16750"/>
              </a:cxn>
              <a:cxn ang="0">
                <a:pos x="connsiteX16751" y="connsiteY16751"/>
              </a:cxn>
              <a:cxn ang="0">
                <a:pos x="connsiteX16752" y="connsiteY16752"/>
              </a:cxn>
              <a:cxn ang="0">
                <a:pos x="connsiteX16753" y="connsiteY16753"/>
              </a:cxn>
              <a:cxn ang="0">
                <a:pos x="connsiteX16754" y="connsiteY16754"/>
              </a:cxn>
              <a:cxn ang="0">
                <a:pos x="connsiteX16755" y="connsiteY16755"/>
              </a:cxn>
              <a:cxn ang="0">
                <a:pos x="connsiteX16756" y="connsiteY16756"/>
              </a:cxn>
              <a:cxn ang="0">
                <a:pos x="connsiteX16757" y="connsiteY16757"/>
              </a:cxn>
              <a:cxn ang="0">
                <a:pos x="connsiteX16758" y="connsiteY16758"/>
              </a:cxn>
              <a:cxn ang="0">
                <a:pos x="connsiteX16759" y="connsiteY16759"/>
              </a:cxn>
              <a:cxn ang="0">
                <a:pos x="connsiteX16760" y="connsiteY16760"/>
              </a:cxn>
              <a:cxn ang="0">
                <a:pos x="connsiteX16761" y="connsiteY16761"/>
              </a:cxn>
              <a:cxn ang="0">
                <a:pos x="connsiteX16762" y="connsiteY16762"/>
              </a:cxn>
              <a:cxn ang="0">
                <a:pos x="connsiteX16763" y="connsiteY16763"/>
              </a:cxn>
              <a:cxn ang="0">
                <a:pos x="connsiteX16764" y="connsiteY16764"/>
              </a:cxn>
              <a:cxn ang="0">
                <a:pos x="connsiteX16765" y="connsiteY16765"/>
              </a:cxn>
              <a:cxn ang="0">
                <a:pos x="connsiteX16766" y="connsiteY16766"/>
              </a:cxn>
              <a:cxn ang="0">
                <a:pos x="connsiteX16767" y="connsiteY16767"/>
              </a:cxn>
              <a:cxn ang="0">
                <a:pos x="connsiteX16768" y="connsiteY16768"/>
              </a:cxn>
              <a:cxn ang="0">
                <a:pos x="connsiteX16769" y="connsiteY16769"/>
              </a:cxn>
              <a:cxn ang="0">
                <a:pos x="connsiteX16770" y="connsiteY16770"/>
              </a:cxn>
              <a:cxn ang="0">
                <a:pos x="connsiteX16771" y="connsiteY16771"/>
              </a:cxn>
              <a:cxn ang="0">
                <a:pos x="connsiteX16772" y="connsiteY16772"/>
              </a:cxn>
              <a:cxn ang="0">
                <a:pos x="connsiteX16773" y="connsiteY16773"/>
              </a:cxn>
              <a:cxn ang="0">
                <a:pos x="connsiteX16774" y="connsiteY16774"/>
              </a:cxn>
              <a:cxn ang="0">
                <a:pos x="connsiteX16775" y="connsiteY16775"/>
              </a:cxn>
              <a:cxn ang="0">
                <a:pos x="connsiteX16776" y="connsiteY16776"/>
              </a:cxn>
              <a:cxn ang="0">
                <a:pos x="connsiteX16777" y="connsiteY16777"/>
              </a:cxn>
              <a:cxn ang="0">
                <a:pos x="connsiteX16778" y="connsiteY16778"/>
              </a:cxn>
              <a:cxn ang="0">
                <a:pos x="connsiteX16779" y="connsiteY16779"/>
              </a:cxn>
              <a:cxn ang="0">
                <a:pos x="connsiteX16780" y="connsiteY16780"/>
              </a:cxn>
              <a:cxn ang="0">
                <a:pos x="connsiteX16781" y="connsiteY16781"/>
              </a:cxn>
              <a:cxn ang="0">
                <a:pos x="connsiteX16782" y="connsiteY16782"/>
              </a:cxn>
              <a:cxn ang="0">
                <a:pos x="connsiteX16783" y="connsiteY16783"/>
              </a:cxn>
              <a:cxn ang="0">
                <a:pos x="connsiteX16784" y="connsiteY16784"/>
              </a:cxn>
              <a:cxn ang="0">
                <a:pos x="connsiteX16785" y="connsiteY16785"/>
              </a:cxn>
              <a:cxn ang="0">
                <a:pos x="connsiteX16786" y="connsiteY16786"/>
              </a:cxn>
              <a:cxn ang="0">
                <a:pos x="connsiteX16787" y="connsiteY16787"/>
              </a:cxn>
              <a:cxn ang="0">
                <a:pos x="connsiteX16788" y="connsiteY16788"/>
              </a:cxn>
              <a:cxn ang="0">
                <a:pos x="connsiteX16789" y="connsiteY16789"/>
              </a:cxn>
              <a:cxn ang="0">
                <a:pos x="connsiteX16790" y="connsiteY16790"/>
              </a:cxn>
              <a:cxn ang="0">
                <a:pos x="connsiteX16791" y="connsiteY16791"/>
              </a:cxn>
              <a:cxn ang="0">
                <a:pos x="connsiteX16792" y="connsiteY16792"/>
              </a:cxn>
              <a:cxn ang="0">
                <a:pos x="connsiteX16793" y="connsiteY16793"/>
              </a:cxn>
              <a:cxn ang="0">
                <a:pos x="connsiteX16794" y="connsiteY16794"/>
              </a:cxn>
              <a:cxn ang="0">
                <a:pos x="connsiteX16795" y="connsiteY16795"/>
              </a:cxn>
              <a:cxn ang="0">
                <a:pos x="connsiteX16796" y="connsiteY16796"/>
              </a:cxn>
              <a:cxn ang="0">
                <a:pos x="connsiteX16797" y="connsiteY16797"/>
              </a:cxn>
              <a:cxn ang="0">
                <a:pos x="connsiteX16798" y="connsiteY16798"/>
              </a:cxn>
              <a:cxn ang="0">
                <a:pos x="connsiteX16799" y="connsiteY16799"/>
              </a:cxn>
              <a:cxn ang="0">
                <a:pos x="connsiteX16800" y="connsiteY16800"/>
              </a:cxn>
              <a:cxn ang="0">
                <a:pos x="connsiteX16801" y="connsiteY16801"/>
              </a:cxn>
              <a:cxn ang="0">
                <a:pos x="connsiteX16802" y="connsiteY16802"/>
              </a:cxn>
              <a:cxn ang="0">
                <a:pos x="connsiteX16803" y="connsiteY16803"/>
              </a:cxn>
              <a:cxn ang="0">
                <a:pos x="connsiteX16804" y="connsiteY16804"/>
              </a:cxn>
              <a:cxn ang="0">
                <a:pos x="connsiteX16805" y="connsiteY16805"/>
              </a:cxn>
              <a:cxn ang="0">
                <a:pos x="connsiteX16806" y="connsiteY16806"/>
              </a:cxn>
              <a:cxn ang="0">
                <a:pos x="connsiteX16807" y="connsiteY16807"/>
              </a:cxn>
              <a:cxn ang="0">
                <a:pos x="connsiteX16808" y="connsiteY16808"/>
              </a:cxn>
              <a:cxn ang="0">
                <a:pos x="connsiteX16809" y="connsiteY16809"/>
              </a:cxn>
              <a:cxn ang="0">
                <a:pos x="connsiteX16810" y="connsiteY16810"/>
              </a:cxn>
              <a:cxn ang="0">
                <a:pos x="connsiteX16811" y="connsiteY16811"/>
              </a:cxn>
              <a:cxn ang="0">
                <a:pos x="connsiteX16812" y="connsiteY16812"/>
              </a:cxn>
              <a:cxn ang="0">
                <a:pos x="connsiteX16813" y="connsiteY16813"/>
              </a:cxn>
              <a:cxn ang="0">
                <a:pos x="connsiteX16814" y="connsiteY16814"/>
              </a:cxn>
              <a:cxn ang="0">
                <a:pos x="connsiteX16815" y="connsiteY16815"/>
              </a:cxn>
              <a:cxn ang="0">
                <a:pos x="connsiteX16816" y="connsiteY16816"/>
              </a:cxn>
              <a:cxn ang="0">
                <a:pos x="connsiteX16817" y="connsiteY16817"/>
              </a:cxn>
              <a:cxn ang="0">
                <a:pos x="connsiteX16818" y="connsiteY16818"/>
              </a:cxn>
              <a:cxn ang="0">
                <a:pos x="connsiteX16819" y="connsiteY16819"/>
              </a:cxn>
              <a:cxn ang="0">
                <a:pos x="connsiteX16820" y="connsiteY16820"/>
              </a:cxn>
              <a:cxn ang="0">
                <a:pos x="connsiteX16821" y="connsiteY16821"/>
              </a:cxn>
              <a:cxn ang="0">
                <a:pos x="connsiteX16822" y="connsiteY16822"/>
              </a:cxn>
              <a:cxn ang="0">
                <a:pos x="connsiteX16823" y="connsiteY16823"/>
              </a:cxn>
              <a:cxn ang="0">
                <a:pos x="connsiteX16824" y="connsiteY16824"/>
              </a:cxn>
              <a:cxn ang="0">
                <a:pos x="connsiteX16825" y="connsiteY16825"/>
              </a:cxn>
              <a:cxn ang="0">
                <a:pos x="connsiteX16826" y="connsiteY16826"/>
              </a:cxn>
              <a:cxn ang="0">
                <a:pos x="connsiteX16827" y="connsiteY16827"/>
              </a:cxn>
              <a:cxn ang="0">
                <a:pos x="connsiteX16828" y="connsiteY16828"/>
              </a:cxn>
              <a:cxn ang="0">
                <a:pos x="connsiteX16829" y="connsiteY16829"/>
              </a:cxn>
              <a:cxn ang="0">
                <a:pos x="connsiteX16830" y="connsiteY16830"/>
              </a:cxn>
              <a:cxn ang="0">
                <a:pos x="connsiteX16831" y="connsiteY16831"/>
              </a:cxn>
              <a:cxn ang="0">
                <a:pos x="connsiteX16832" y="connsiteY16832"/>
              </a:cxn>
              <a:cxn ang="0">
                <a:pos x="connsiteX16833" y="connsiteY16833"/>
              </a:cxn>
              <a:cxn ang="0">
                <a:pos x="connsiteX16834" y="connsiteY16834"/>
              </a:cxn>
              <a:cxn ang="0">
                <a:pos x="connsiteX16835" y="connsiteY16835"/>
              </a:cxn>
              <a:cxn ang="0">
                <a:pos x="connsiteX16836" y="connsiteY16836"/>
              </a:cxn>
              <a:cxn ang="0">
                <a:pos x="connsiteX16837" y="connsiteY16837"/>
              </a:cxn>
              <a:cxn ang="0">
                <a:pos x="connsiteX16838" y="connsiteY16838"/>
              </a:cxn>
              <a:cxn ang="0">
                <a:pos x="connsiteX16839" y="connsiteY16839"/>
              </a:cxn>
              <a:cxn ang="0">
                <a:pos x="connsiteX16840" y="connsiteY16840"/>
              </a:cxn>
              <a:cxn ang="0">
                <a:pos x="connsiteX16841" y="connsiteY16841"/>
              </a:cxn>
              <a:cxn ang="0">
                <a:pos x="connsiteX16842" y="connsiteY16842"/>
              </a:cxn>
              <a:cxn ang="0">
                <a:pos x="connsiteX16843" y="connsiteY16843"/>
              </a:cxn>
              <a:cxn ang="0">
                <a:pos x="connsiteX16844" y="connsiteY16844"/>
              </a:cxn>
              <a:cxn ang="0">
                <a:pos x="connsiteX16845" y="connsiteY16845"/>
              </a:cxn>
              <a:cxn ang="0">
                <a:pos x="connsiteX16846" y="connsiteY16846"/>
              </a:cxn>
              <a:cxn ang="0">
                <a:pos x="connsiteX16847" y="connsiteY16847"/>
              </a:cxn>
              <a:cxn ang="0">
                <a:pos x="connsiteX16848" y="connsiteY16848"/>
              </a:cxn>
              <a:cxn ang="0">
                <a:pos x="connsiteX16849" y="connsiteY16849"/>
              </a:cxn>
              <a:cxn ang="0">
                <a:pos x="connsiteX16850" y="connsiteY16850"/>
              </a:cxn>
              <a:cxn ang="0">
                <a:pos x="connsiteX16851" y="connsiteY16851"/>
              </a:cxn>
              <a:cxn ang="0">
                <a:pos x="connsiteX16852" y="connsiteY16852"/>
              </a:cxn>
              <a:cxn ang="0">
                <a:pos x="connsiteX16853" y="connsiteY16853"/>
              </a:cxn>
              <a:cxn ang="0">
                <a:pos x="connsiteX16854" y="connsiteY16854"/>
              </a:cxn>
              <a:cxn ang="0">
                <a:pos x="connsiteX16855" y="connsiteY16855"/>
              </a:cxn>
              <a:cxn ang="0">
                <a:pos x="connsiteX16856" y="connsiteY16856"/>
              </a:cxn>
              <a:cxn ang="0">
                <a:pos x="connsiteX16857" y="connsiteY16857"/>
              </a:cxn>
              <a:cxn ang="0">
                <a:pos x="connsiteX16858" y="connsiteY16858"/>
              </a:cxn>
              <a:cxn ang="0">
                <a:pos x="connsiteX16859" y="connsiteY16859"/>
              </a:cxn>
              <a:cxn ang="0">
                <a:pos x="connsiteX16860" y="connsiteY16860"/>
              </a:cxn>
              <a:cxn ang="0">
                <a:pos x="connsiteX16861" y="connsiteY16861"/>
              </a:cxn>
              <a:cxn ang="0">
                <a:pos x="connsiteX16862" y="connsiteY16862"/>
              </a:cxn>
              <a:cxn ang="0">
                <a:pos x="connsiteX16863" y="connsiteY16863"/>
              </a:cxn>
              <a:cxn ang="0">
                <a:pos x="connsiteX16864" y="connsiteY16864"/>
              </a:cxn>
              <a:cxn ang="0">
                <a:pos x="connsiteX16865" y="connsiteY16865"/>
              </a:cxn>
              <a:cxn ang="0">
                <a:pos x="connsiteX16866" y="connsiteY16866"/>
              </a:cxn>
              <a:cxn ang="0">
                <a:pos x="connsiteX16867" y="connsiteY16867"/>
              </a:cxn>
              <a:cxn ang="0">
                <a:pos x="connsiteX16868" y="connsiteY16868"/>
              </a:cxn>
              <a:cxn ang="0">
                <a:pos x="connsiteX16869" y="connsiteY16869"/>
              </a:cxn>
              <a:cxn ang="0">
                <a:pos x="connsiteX16870" y="connsiteY16870"/>
              </a:cxn>
              <a:cxn ang="0">
                <a:pos x="connsiteX16871" y="connsiteY16871"/>
              </a:cxn>
              <a:cxn ang="0">
                <a:pos x="connsiteX16872" y="connsiteY16872"/>
              </a:cxn>
              <a:cxn ang="0">
                <a:pos x="connsiteX16873" y="connsiteY16873"/>
              </a:cxn>
              <a:cxn ang="0">
                <a:pos x="connsiteX16874" y="connsiteY16874"/>
              </a:cxn>
              <a:cxn ang="0">
                <a:pos x="connsiteX16875" y="connsiteY16875"/>
              </a:cxn>
              <a:cxn ang="0">
                <a:pos x="connsiteX16876" y="connsiteY16876"/>
              </a:cxn>
              <a:cxn ang="0">
                <a:pos x="connsiteX16877" y="connsiteY16877"/>
              </a:cxn>
              <a:cxn ang="0">
                <a:pos x="connsiteX16878" y="connsiteY16878"/>
              </a:cxn>
              <a:cxn ang="0">
                <a:pos x="connsiteX16879" y="connsiteY16879"/>
              </a:cxn>
              <a:cxn ang="0">
                <a:pos x="connsiteX16880" y="connsiteY16880"/>
              </a:cxn>
              <a:cxn ang="0">
                <a:pos x="connsiteX16881" y="connsiteY16881"/>
              </a:cxn>
              <a:cxn ang="0">
                <a:pos x="connsiteX16882" y="connsiteY16882"/>
              </a:cxn>
              <a:cxn ang="0">
                <a:pos x="connsiteX16883" y="connsiteY16883"/>
              </a:cxn>
              <a:cxn ang="0">
                <a:pos x="connsiteX16884" y="connsiteY16884"/>
              </a:cxn>
              <a:cxn ang="0">
                <a:pos x="connsiteX16885" y="connsiteY16885"/>
              </a:cxn>
              <a:cxn ang="0">
                <a:pos x="connsiteX16886" y="connsiteY16886"/>
              </a:cxn>
              <a:cxn ang="0">
                <a:pos x="connsiteX16887" y="connsiteY16887"/>
              </a:cxn>
              <a:cxn ang="0">
                <a:pos x="connsiteX16888" y="connsiteY16888"/>
              </a:cxn>
              <a:cxn ang="0">
                <a:pos x="connsiteX16889" y="connsiteY16889"/>
              </a:cxn>
              <a:cxn ang="0">
                <a:pos x="connsiteX16890" y="connsiteY16890"/>
              </a:cxn>
              <a:cxn ang="0">
                <a:pos x="connsiteX16891" y="connsiteY16891"/>
              </a:cxn>
              <a:cxn ang="0">
                <a:pos x="connsiteX16892" y="connsiteY16892"/>
              </a:cxn>
              <a:cxn ang="0">
                <a:pos x="connsiteX16893" y="connsiteY16893"/>
              </a:cxn>
              <a:cxn ang="0">
                <a:pos x="connsiteX16894" y="connsiteY16894"/>
              </a:cxn>
              <a:cxn ang="0">
                <a:pos x="connsiteX16895" y="connsiteY16895"/>
              </a:cxn>
              <a:cxn ang="0">
                <a:pos x="connsiteX16896" y="connsiteY16896"/>
              </a:cxn>
              <a:cxn ang="0">
                <a:pos x="connsiteX16897" y="connsiteY16897"/>
              </a:cxn>
              <a:cxn ang="0">
                <a:pos x="connsiteX16898" y="connsiteY16898"/>
              </a:cxn>
              <a:cxn ang="0">
                <a:pos x="connsiteX16899" y="connsiteY16899"/>
              </a:cxn>
              <a:cxn ang="0">
                <a:pos x="connsiteX16900" y="connsiteY16900"/>
              </a:cxn>
              <a:cxn ang="0">
                <a:pos x="connsiteX16901" y="connsiteY16901"/>
              </a:cxn>
              <a:cxn ang="0">
                <a:pos x="connsiteX16902" y="connsiteY16902"/>
              </a:cxn>
              <a:cxn ang="0">
                <a:pos x="connsiteX16903" y="connsiteY16903"/>
              </a:cxn>
              <a:cxn ang="0">
                <a:pos x="connsiteX16904" y="connsiteY16904"/>
              </a:cxn>
              <a:cxn ang="0">
                <a:pos x="connsiteX16905" y="connsiteY16905"/>
              </a:cxn>
              <a:cxn ang="0">
                <a:pos x="connsiteX16906" y="connsiteY16906"/>
              </a:cxn>
              <a:cxn ang="0">
                <a:pos x="connsiteX16907" y="connsiteY16907"/>
              </a:cxn>
              <a:cxn ang="0">
                <a:pos x="connsiteX16908" y="connsiteY16908"/>
              </a:cxn>
              <a:cxn ang="0">
                <a:pos x="connsiteX16909" y="connsiteY16909"/>
              </a:cxn>
              <a:cxn ang="0">
                <a:pos x="connsiteX16910" y="connsiteY16910"/>
              </a:cxn>
              <a:cxn ang="0">
                <a:pos x="connsiteX16911" y="connsiteY16911"/>
              </a:cxn>
              <a:cxn ang="0">
                <a:pos x="connsiteX16912" y="connsiteY16912"/>
              </a:cxn>
              <a:cxn ang="0">
                <a:pos x="connsiteX16913" y="connsiteY16913"/>
              </a:cxn>
              <a:cxn ang="0">
                <a:pos x="connsiteX16914" y="connsiteY16914"/>
              </a:cxn>
              <a:cxn ang="0">
                <a:pos x="connsiteX16915" y="connsiteY16915"/>
              </a:cxn>
              <a:cxn ang="0">
                <a:pos x="connsiteX16916" y="connsiteY16916"/>
              </a:cxn>
              <a:cxn ang="0">
                <a:pos x="connsiteX16917" y="connsiteY16917"/>
              </a:cxn>
              <a:cxn ang="0">
                <a:pos x="connsiteX16918" y="connsiteY16918"/>
              </a:cxn>
              <a:cxn ang="0">
                <a:pos x="connsiteX16919" y="connsiteY16919"/>
              </a:cxn>
              <a:cxn ang="0">
                <a:pos x="connsiteX16920" y="connsiteY16920"/>
              </a:cxn>
              <a:cxn ang="0">
                <a:pos x="connsiteX16921" y="connsiteY16921"/>
              </a:cxn>
              <a:cxn ang="0">
                <a:pos x="connsiteX16922" y="connsiteY16922"/>
              </a:cxn>
              <a:cxn ang="0">
                <a:pos x="connsiteX16923" y="connsiteY16923"/>
              </a:cxn>
              <a:cxn ang="0">
                <a:pos x="connsiteX16924" y="connsiteY16924"/>
              </a:cxn>
              <a:cxn ang="0">
                <a:pos x="connsiteX16925" y="connsiteY16925"/>
              </a:cxn>
              <a:cxn ang="0">
                <a:pos x="connsiteX16926" y="connsiteY16926"/>
              </a:cxn>
              <a:cxn ang="0">
                <a:pos x="connsiteX16927" y="connsiteY16927"/>
              </a:cxn>
              <a:cxn ang="0">
                <a:pos x="connsiteX16928" y="connsiteY16928"/>
              </a:cxn>
              <a:cxn ang="0">
                <a:pos x="connsiteX16929" y="connsiteY16929"/>
              </a:cxn>
              <a:cxn ang="0">
                <a:pos x="connsiteX16930" y="connsiteY16930"/>
              </a:cxn>
              <a:cxn ang="0">
                <a:pos x="connsiteX16931" y="connsiteY16931"/>
              </a:cxn>
              <a:cxn ang="0">
                <a:pos x="connsiteX16932" y="connsiteY16932"/>
              </a:cxn>
              <a:cxn ang="0">
                <a:pos x="connsiteX16933" y="connsiteY16933"/>
              </a:cxn>
              <a:cxn ang="0">
                <a:pos x="connsiteX16934" y="connsiteY16934"/>
              </a:cxn>
              <a:cxn ang="0">
                <a:pos x="connsiteX16935" y="connsiteY16935"/>
              </a:cxn>
              <a:cxn ang="0">
                <a:pos x="connsiteX16936" y="connsiteY16936"/>
              </a:cxn>
              <a:cxn ang="0">
                <a:pos x="connsiteX16937" y="connsiteY16937"/>
              </a:cxn>
              <a:cxn ang="0">
                <a:pos x="connsiteX16938" y="connsiteY16938"/>
              </a:cxn>
              <a:cxn ang="0">
                <a:pos x="connsiteX16939" y="connsiteY16939"/>
              </a:cxn>
              <a:cxn ang="0">
                <a:pos x="connsiteX16940" y="connsiteY16940"/>
              </a:cxn>
              <a:cxn ang="0">
                <a:pos x="connsiteX16941" y="connsiteY16941"/>
              </a:cxn>
              <a:cxn ang="0">
                <a:pos x="connsiteX16942" y="connsiteY16942"/>
              </a:cxn>
              <a:cxn ang="0">
                <a:pos x="connsiteX16943" y="connsiteY16943"/>
              </a:cxn>
              <a:cxn ang="0">
                <a:pos x="connsiteX16944" y="connsiteY16944"/>
              </a:cxn>
              <a:cxn ang="0">
                <a:pos x="connsiteX16945" y="connsiteY16945"/>
              </a:cxn>
              <a:cxn ang="0">
                <a:pos x="connsiteX16946" y="connsiteY16946"/>
              </a:cxn>
              <a:cxn ang="0">
                <a:pos x="connsiteX16947" y="connsiteY16947"/>
              </a:cxn>
              <a:cxn ang="0">
                <a:pos x="connsiteX16948" y="connsiteY16948"/>
              </a:cxn>
              <a:cxn ang="0">
                <a:pos x="connsiteX16949" y="connsiteY16949"/>
              </a:cxn>
              <a:cxn ang="0">
                <a:pos x="connsiteX16950" y="connsiteY16950"/>
              </a:cxn>
              <a:cxn ang="0">
                <a:pos x="connsiteX16951" y="connsiteY16951"/>
              </a:cxn>
              <a:cxn ang="0">
                <a:pos x="connsiteX16952" y="connsiteY16952"/>
              </a:cxn>
              <a:cxn ang="0">
                <a:pos x="connsiteX16953" y="connsiteY16953"/>
              </a:cxn>
              <a:cxn ang="0">
                <a:pos x="connsiteX16954" y="connsiteY16954"/>
              </a:cxn>
              <a:cxn ang="0">
                <a:pos x="connsiteX16955" y="connsiteY16955"/>
              </a:cxn>
              <a:cxn ang="0">
                <a:pos x="connsiteX16956" y="connsiteY16956"/>
              </a:cxn>
              <a:cxn ang="0">
                <a:pos x="connsiteX16957" y="connsiteY16957"/>
              </a:cxn>
              <a:cxn ang="0">
                <a:pos x="connsiteX16958" y="connsiteY16958"/>
              </a:cxn>
              <a:cxn ang="0">
                <a:pos x="connsiteX16959" y="connsiteY16959"/>
              </a:cxn>
              <a:cxn ang="0">
                <a:pos x="connsiteX16960" y="connsiteY16960"/>
              </a:cxn>
              <a:cxn ang="0">
                <a:pos x="connsiteX16961" y="connsiteY16961"/>
              </a:cxn>
              <a:cxn ang="0">
                <a:pos x="connsiteX16962" y="connsiteY16962"/>
              </a:cxn>
              <a:cxn ang="0">
                <a:pos x="connsiteX16963" y="connsiteY16963"/>
              </a:cxn>
              <a:cxn ang="0">
                <a:pos x="connsiteX16964" y="connsiteY16964"/>
              </a:cxn>
              <a:cxn ang="0">
                <a:pos x="connsiteX16965" y="connsiteY16965"/>
              </a:cxn>
              <a:cxn ang="0">
                <a:pos x="connsiteX16966" y="connsiteY16966"/>
              </a:cxn>
              <a:cxn ang="0">
                <a:pos x="connsiteX16967" y="connsiteY16967"/>
              </a:cxn>
              <a:cxn ang="0">
                <a:pos x="connsiteX16968" y="connsiteY16968"/>
              </a:cxn>
              <a:cxn ang="0">
                <a:pos x="connsiteX16969" y="connsiteY16969"/>
              </a:cxn>
              <a:cxn ang="0">
                <a:pos x="connsiteX16970" y="connsiteY16970"/>
              </a:cxn>
              <a:cxn ang="0">
                <a:pos x="connsiteX16971" y="connsiteY16971"/>
              </a:cxn>
              <a:cxn ang="0">
                <a:pos x="connsiteX16972" y="connsiteY16972"/>
              </a:cxn>
              <a:cxn ang="0">
                <a:pos x="connsiteX16973" y="connsiteY16973"/>
              </a:cxn>
              <a:cxn ang="0">
                <a:pos x="connsiteX16974" y="connsiteY16974"/>
              </a:cxn>
              <a:cxn ang="0">
                <a:pos x="connsiteX16975" y="connsiteY16975"/>
              </a:cxn>
              <a:cxn ang="0">
                <a:pos x="connsiteX16976" y="connsiteY16976"/>
              </a:cxn>
              <a:cxn ang="0">
                <a:pos x="connsiteX16977" y="connsiteY16977"/>
              </a:cxn>
              <a:cxn ang="0">
                <a:pos x="connsiteX16978" y="connsiteY16978"/>
              </a:cxn>
              <a:cxn ang="0">
                <a:pos x="connsiteX16979" y="connsiteY16979"/>
              </a:cxn>
              <a:cxn ang="0">
                <a:pos x="connsiteX16980" y="connsiteY16980"/>
              </a:cxn>
              <a:cxn ang="0">
                <a:pos x="connsiteX16981" y="connsiteY16981"/>
              </a:cxn>
              <a:cxn ang="0">
                <a:pos x="connsiteX16982" y="connsiteY16982"/>
              </a:cxn>
              <a:cxn ang="0">
                <a:pos x="connsiteX16983" y="connsiteY16983"/>
              </a:cxn>
              <a:cxn ang="0">
                <a:pos x="connsiteX16984" y="connsiteY16984"/>
              </a:cxn>
              <a:cxn ang="0">
                <a:pos x="connsiteX16985" y="connsiteY16985"/>
              </a:cxn>
              <a:cxn ang="0">
                <a:pos x="connsiteX16986" y="connsiteY16986"/>
              </a:cxn>
              <a:cxn ang="0">
                <a:pos x="connsiteX16987" y="connsiteY16987"/>
              </a:cxn>
              <a:cxn ang="0">
                <a:pos x="connsiteX16988" y="connsiteY16988"/>
              </a:cxn>
              <a:cxn ang="0">
                <a:pos x="connsiteX16989" y="connsiteY16989"/>
              </a:cxn>
              <a:cxn ang="0">
                <a:pos x="connsiteX16990" y="connsiteY16990"/>
              </a:cxn>
              <a:cxn ang="0">
                <a:pos x="connsiteX16991" y="connsiteY16991"/>
              </a:cxn>
              <a:cxn ang="0">
                <a:pos x="connsiteX16992" y="connsiteY16992"/>
              </a:cxn>
              <a:cxn ang="0">
                <a:pos x="connsiteX16993" y="connsiteY16993"/>
              </a:cxn>
              <a:cxn ang="0">
                <a:pos x="connsiteX16994" y="connsiteY16994"/>
              </a:cxn>
              <a:cxn ang="0">
                <a:pos x="connsiteX16995" y="connsiteY16995"/>
              </a:cxn>
              <a:cxn ang="0">
                <a:pos x="connsiteX16996" y="connsiteY16996"/>
              </a:cxn>
              <a:cxn ang="0">
                <a:pos x="connsiteX16997" y="connsiteY16997"/>
              </a:cxn>
              <a:cxn ang="0">
                <a:pos x="connsiteX16998" y="connsiteY16998"/>
              </a:cxn>
              <a:cxn ang="0">
                <a:pos x="connsiteX16999" y="connsiteY16999"/>
              </a:cxn>
              <a:cxn ang="0">
                <a:pos x="connsiteX17000" y="connsiteY17000"/>
              </a:cxn>
              <a:cxn ang="0">
                <a:pos x="connsiteX17001" y="connsiteY17001"/>
              </a:cxn>
              <a:cxn ang="0">
                <a:pos x="connsiteX17002" y="connsiteY17002"/>
              </a:cxn>
              <a:cxn ang="0">
                <a:pos x="connsiteX17003" y="connsiteY17003"/>
              </a:cxn>
              <a:cxn ang="0">
                <a:pos x="connsiteX17004" y="connsiteY17004"/>
              </a:cxn>
              <a:cxn ang="0">
                <a:pos x="connsiteX17005" y="connsiteY17005"/>
              </a:cxn>
              <a:cxn ang="0">
                <a:pos x="connsiteX17006" y="connsiteY17006"/>
              </a:cxn>
              <a:cxn ang="0">
                <a:pos x="connsiteX17007" y="connsiteY17007"/>
              </a:cxn>
              <a:cxn ang="0">
                <a:pos x="connsiteX17008" y="connsiteY17008"/>
              </a:cxn>
              <a:cxn ang="0">
                <a:pos x="connsiteX17009" y="connsiteY17009"/>
              </a:cxn>
              <a:cxn ang="0">
                <a:pos x="connsiteX17010" y="connsiteY17010"/>
              </a:cxn>
              <a:cxn ang="0">
                <a:pos x="connsiteX17011" y="connsiteY17011"/>
              </a:cxn>
              <a:cxn ang="0">
                <a:pos x="connsiteX17012" y="connsiteY17012"/>
              </a:cxn>
              <a:cxn ang="0">
                <a:pos x="connsiteX17013" y="connsiteY17013"/>
              </a:cxn>
              <a:cxn ang="0">
                <a:pos x="connsiteX17014" y="connsiteY17014"/>
              </a:cxn>
              <a:cxn ang="0">
                <a:pos x="connsiteX17015" y="connsiteY17015"/>
              </a:cxn>
              <a:cxn ang="0">
                <a:pos x="connsiteX17016" y="connsiteY17016"/>
              </a:cxn>
              <a:cxn ang="0">
                <a:pos x="connsiteX17017" y="connsiteY17017"/>
              </a:cxn>
              <a:cxn ang="0">
                <a:pos x="connsiteX17018" y="connsiteY17018"/>
              </a:cxn>
              <a:cxn ang="0">
                <a:pos x="connsiteX17019" y="connsiteY17019"/>
              </a:cxn>
              <a:cxn ang="0">
                <a:pos x="connsiteX17020" y="connsiteY17020"/>
              </a:cxn>
              <a:cxn ang="0">
                <a:pos x="connsiteX17021" y="connsiteY17021"/>
              </a:cxn>
              <a:cxn ang="0">
                <a:pos x="connsiteX17022" y="connsiteY17022"/>
              </a:cxn>
              <a:cxn ang="0">
                <a:pos x="connsiteX17023" y="connsiteY17023"/>
              </a:cxn>
              <a:cxn ang="0">
                <a:pos x="connsiteX17024" y="connsiteY17024"/>
              </a:cxn>
              <a:cxn ang="0">
                <a:pos x="connsiteX17025" y="connsiteY17025"/>
              </a:cxn>
              <a:cxn ang="0">
                <a:pos x="connsiteX17026" y="connsiteY17026"/>
              </a:cxn>
              <a:cxn ang="0">
                <a:pos x="connsiteX17027" y="connsiteY17027"/>
              </a:cxn>
              <a:cxn ang="0">
                <a:pos x="connsiteX17028" y="connsiteY17028"/>
              </a:cxn>
              <a:cxn ang="0">
                <a:pos x="connsiteX17029" y="connsiteY17029"/>
              </a:cxn>
              <a:cxn ang="0">
                <a:pos x="connsiteX17030" y="connsiteY17030"/>
              </a:cxn>
              <a:cxn ang="0">
                <a:pos x="connsiteX17031" y="connsiteY17031"/>
              </a:cxn>
              <a:cxn ang="0">
                <a:pos x="connsiteX17032" y="connsiteY17032"/>
              </a:cxn>
              <a:cxn ang="0">
                <a:pos x="connsiteX17033" y="connsiteY17033"/>
              </a:cxn>
              <a:cxn ang="0">
                <a:pos x="connsiteX17034" y="connsiteY17034"/>
              </a:cxn>
              <a:cxn ang="0">
                <a:pos x="connsiteX17035" y="connsiteY17035"/>
              </a:cxn>
              <a:cxn ang="0">
                <a:pos x="connsiteX17036" y="connsiteY17036"/>
              </a:cxn>
              <a:cxn ang="0">
                <a:pos x="connsiteX17037" y="connsiteY17037"/>
              </a:cxn>
              <a:cxn ang="0">
                <a:pos x="connsiteX17038" y="connsiteY17038"/>
              </a:cxn>
              <a:cxn ang="0">
                <a:pos x="connsiteX17039" y="connsiteY17039"/>
              </a:cxn>
              <a:cxn ang="0">
                <a:pos x="connsiteX17040" y="connsiteY17040"/>
              </a:cxn>
              <a:cxn ang="0">
                <a:pos x="connsiteX17041" y="connsiteY17041"/>
              </a:cxn>
              <a:cxn ang="0">
                <a:pos x="connsiteX17042" y="connsiteY17042"/>
              </a:cxn>
              <a:cxn ang="0">
                <a:pos x="connsiteX17043" y="connsiteY17043"/>
              </a:cxn>
              <a:cxn ang="0">
                <a:pos x="connsiteX17044" y="connsiteY17044"/>
              </a:cxn>
              <a:cxn ang="0">
                <a:pos x="connsiteX17045" y="connsiteY17045"/>
              </a:cxn>
              <a:cxn ang="0">
                <a:pos x="connsiteX17046" y="connsiteY17046"/>
              </a:cxn>
              <a:cxn ang="0">
                <a:pos x="connsiteX17047" y="connsiteY17047"/>
              </a:cxn>
              <a:cxn ang="0">
                <a:pos x="connsiteX17048" y="connsiteY17048"/>
              </a:cxn>
              <a:cxn ang="0">
                <a:pos x="connsiteX17049" y="connsiteY17049"/>
              </a:cxn>
              <a:cxn ang="0">
                <a:pos x="connsiteX17050" y="connsiteY17050"/>
              </a:cxn>
              <a:cxn ang="0">
                <a:pos x="connsiteX17051" y="connsiteY17051"/>
              </a:cxn>
              <a:cxn ang="0">
                <a:pos x="connsiteX17052" y="connsiteY17052"/>
              </a:cxn>
              <a:cxn ang="0">
                <a:pos x="connsiteX17053" y="connsiteY17053"/>
              </a:cxn>
              <a:cxn ang="0">
                <a:pos x="connsiteX17054" y="connsiteY17054"/>
              </a:cxn>
              <a:cxn ang="0">
                <a:pos x="connsiteX17055" y="connsiteY17055"/>
              </a:cxn>
              <a:cxn ang="0">
                <a:pos x="connsiteX17056" y="connsiteY17056"/>
              </a:cxn>
              <a:cxn ang="0">
                <a:pos x="connsiteX17057" y="connsiteY17057"/>
              </a:cxn>
              <a:cxn ang="0">
                <a:pos x="connsiteX17058" y="connsiteY17058"/>
              </a:cxn>
              <a:cxn ang="0">
                <a:pos x="connsiteX17059" y="connsiteY17059"/>
              </a:cxn>
              <a:cxn ang="0">
                <a:pos x="connsiteX17060" y="connsiteY17060"/>
              </a:cxn>
              <a:cxn ang="0">
                <a:pos x="connsiteX17061" y="connsiteY17061"/>
              </a:cxn>
              <a:cxn ang="0">
                <a:pos x="connsiteX17062" y="connsiteY17062"/>
              </a:cxn>
              <a:cxn ang="0">
                <a:pos x="connsiteX17063" y="connsiteY17063"/>
              </a:cxn>
              <a:cxn ang="0">
                <a:pos x="connsiteX17064" y="connsiteY17064"/>
              </a:cxn>
              <a:cxn ang="0">
                <a:pos x="connsiteX17065" y="connsiteY17065"/>
              </a:cxn>
              <a:cxn ang="0">
                <a:pos x="connsiteX17066" y="connsiteY17066"/>
              </a:cxn>
              <a:cxn ang="0">
                <a:pos x="connsiteX17067" y="connsiteY17067"/>
              </a:cxn>
              <a:cxn ang="0">
                <a:pos x="connsiteX17068" y="connsiteY17068"/>
              </a:cxn>
              <a:cxn ang="0">
                <a:pos x="connsiteX17069" y="connsiteY17069"/>
              </a:cxn>
              <a:cxn ang="0">
                <a:pos x="connsiteX17070" y="connsiteY17070"/>
              </a:cxn>
              <a:cxn ang="0">
                <a:pos x="connsiteX17071" y="connsiteY17071"/>
              </a:cxn>
              <a:cxn ang="0">
                <a:pos x="connsiteX17072" y="connsiteY17072"/>
              </a:cxn>
              <a:cxn ang="0">
                <a:pos x="connsiteX17073" y="connsiteY17073"/>
              </a:cxn>
              <a:cxn ang="0">
                <a:pos x="connsiteX17074" y="connsiteY17074"/>
              </a:cxn>
              <a:cxn ang="0">
                <a:pos x="connsiteX17075" y="connsiteY17075"/>
              </a:cxn>
              <a:cxn ang="0">
                <a:pos x="connsiteX17076" y="connsiteY17076"/>
              </a:cxn>
              <a:cxn ang="0">
                <a:pos x="connsiteX17077" y="connsiteY17077"/>
              </a:cxn>
              <a:cxn ang="0">
                <a:pos x="connsiteX17078" y="connsiteY17078"/>
              </a:cxn>
              <a:cxn ang="0">
                <a:pos x="connsiteX17079" y="connsiteY17079"/>
              </a:cxn>
              <a:cxn ang="0">
                <a:pos x="connsiteX17080" y="connsiteY17080"/>
              </a:cxn>
              <a:cxn ang="0">
                <a:pos x="connsiteX17081" y="connsiteY17081"/>
              </a:cxn>
              <a:cxn ang="0">
                <a:pos x="connsiteX17082" y="connsiteY17082"/>
              </a:cxn>
              <a:cxn ang="0">
                <a:pos x="connsiteX17083" y="connsiteY17083"/>
              </a:cxn>
              <a:cxn ang="0">
                <a:pos x="connsiteX17084" y="connsiteY17084"/>
              </a:cxn>
              <a:cxn ang="0">
                <a:pos x="connsiteX17085" y="connsiteY17085"/>
              </a:cxn>
              <a:cxn ang="0">
                <a:pos x="connsiteX17086" y="connsiteY17086"/>
              </a:cxn>
              <a:cxn ang="0">
                <a:pos x="connsiteX17087" y="connsiteY17087"/>
              </a:cxn>
              <a:cxn ang="0">
                <a:pos x="connsiteX17088" y="connsiteY17088"/>
              </a:cxn>
              <a:cxn ang="0">
                <a:pos x="connsiteX17089" y="connsiteY17089"/>
              </a:cxn>
              <a:cxn ang="0">
                <a:pos x="connsiteX17090" y="connsiteY17090"/>
              </a:cxn>
              <a:cxn ang="0">
                <a:pos x="connsiteX17091" y="connsiteY17091"/>
              </a:cxn>
              <a:cxn ang="0">
                <a:pos x="connsiteX17092" y="connsiteY17092"/>
              </a:cxn>
              <a:cxn ang="0">
                <a:pos x="connsiteX17093" y="connsiteY17093"/>
              </a:cxn>
              <a:cxn ang="0">
                <a:pos x="connsiteX17094" y="connsiteY17094"/>
              </a:cxn>
              <a:cxn ang="0">
                <a:pos x="connsiteX17095" y="connsiteY17095"/>
              </a:cxn>
              <a:cxn ang="0">
                <a:pos x="connsiteX17096" y="connsiteY17096"/>
              </a:cxn>
              <a:cxn ang="0">
                <a:pos x="connsiteX17097" y="connsiteY17097"/>
              </a:cxn>
              <a:cxn ang="0">
                <a:pos x="connsiteX17098" y="connsiteY17098"/>
              </a:cxn>
              <a:cxn ang="0">
                <a:pos x="connsiteX17099" y="connsiteY17099"/>
              </a:cxn>
              <a:cxn ang="0">
                <a:pos x="connsiteX17100" y="connsiteY17100"/>
              </a:cxn>
              <a:cxn ang="0">
                <a:pos x="connsiteX17101" y="connsiteY17101"/>
              </a:cxn>
              <a:cxn ang="0">
                <a:pos x="connsiteX17102" y="connsiteY17102"/>
              </a:cxn>
              <a:cxn ang="0">
                <a:pos x="connsiteX17103" y="connsiteY17103"/>
              </a:cxn>
              <a:cxn ang="0">
                <a:pos x="connsiteX17104" y="connsiteY17104"/>
              </a:cxn>
              <a:cxn ang="0">
                <a:pos x="connsiteX17105" y="connsiteY17105"/>
              </a:cxn>
              <a:cxn ang="0">
                <a:pos x="connsiteX17106" y="connsiteY17106"/>
              </a:cxn>
              <a:cxn ang="0">
                <a:pos x="connsiteX17107" y="connsiteY17107"/>
              </a:cxn>
              <a:cxn ang="0">
                <a:pos x="connsiteX17108" y="connsiteY17108"/>
              </a:cxn>
              <a:cxn ang="0">
                <a:pos x="connsiteX17109" y="connsiteY17109"/>
              </a:cxn>
              <a:cxn ang="0">
                <a:pos x="connsiteX17110" y="connsiteY17110"/>
              </a:cxn>
              <a:cxn ang="0">
                <a:pos x="connsiteX17111" y="connsiteY17111"/>
              </a:cxn>
              <a:cxn ang="0">
                <a:pos x="connsiteX17112" y="connsiteY17112"/>
              </a:cxn>
              <a:cxn ang="0">
                <a:pos x="connsiteX17113" y="connsiteY17113"/>
              </a:cxn>
              <a:cxn ang="0">
                <a:pos x="connsiteX17114" y="connsiteY17114"/>
              </a:cxn>
              <a:cxn ang="0">
                <a:pos x="connsiteX17115" y="connsiteY17115"/>
              </a:cxn>
              <a:cxn ang="0">
                <a:pos x="connsiteX17116" y="connsiteY17116"/>
              </a:cxn>
              <a:cxn ang="0">
                <a:pos x="connsiteX17117" y="connsiteY17117"/>
              </a:cxn>
              <a:cxn ang="0">
                <a:pos x="connsiteX17118" y="connsiteY17118"/>
              </a:cxn>
              <a:cxn ang="0">
                <a:pos x="connsiteX17119" y="connsiteY17119"/>
              </a:cxn>
              <a:cxn ang="0">
                <a:pos x="connsiteX17120" y="connsiteY17120"/>
              </a:cxn>
              <a:cxn ang="0">
                <a:pos x="connsiteX17121" y="connsiteY17121"/>
              </a:cxn>
              <a:cxn ang="0">
                <a:pos x="connsiteX17122" y="connsiteY17122"/>
              </a:cxn>
              <a:cxn ang="0">
                <a:pos x="connsiteX17123" y="connsiteY17123"/>
              </a:cxn>
              <a:cxn ang="0">
                <a:pos x="connsiteX17124" y="connsiteY17124"/>
              </a:cxn>
              <a:cxn ang="0">
                <a:pos x="connsiteX17125" y="connsiteY17125"/>
              </a:cxn>
              <a:cxn ang="0">
                <a:pos x="connsiteX17126" y="connsiteY17126"/>
              </a:cxn>
              <a:cxn ang="0">
                <a:pos x="connsiteX17127" y="connsiteY17127"/>
              </a:cxn>
              <a:cxn ang="0">
                <a:pos x="connsiteX17128" y="connsiteY17128"/>
              </a:cxn>
              <a:cxn ang="0">
                <a:pos x="connsiteX17129" y="connsiteY17129"/>
              </a:cxn>
              <a:cxn ang="0">
                <a:pos x="connsiteX17130" y="connsiteY17130"/>
              </a:cxn>
              <a:cxn ang="0">
                <a:pos x="connsiteX17131" y="connsiteY17131"/>
              </a:cxn>
              <a:cxn ang="0">
                <a:pos x="connsiteX17132" y="connsiteY17132"/>
              </a:cxn>
              <a:cxn ang="0">
                <a:pos x="connsiteX17133" y="connsiteY17133"/>
              </a:cxn>
              <a:cxn ang="0">
                <a:pos x="connsiteX17134" y="connsiteY17134"/>
              </a:cxn>
              <a:cxn ang="0">
                <a:pos x="connsiteX17135" y="connsiteY17135"/>
              </a:cxn>
              <a:cxn ang="0">
                <a:pos x="connsiteX17136" y="connsiteY17136"/>
              </a:cxn>
              <a:cxn ang="0">
                <a:pos x="connsiteX17137" y="connsiteY17137"/>
              </a:cxn>
              <a:cxn ang="0">
                <a:pos x="connsiteX17138" y="connsiteY17138"/>
              </a:cxn>
              <a:cxn ang="0">
                <a:pos x="connsiteX17139" y="connsiteY17139"/>
              </a:cxn>
              <a:cxn ang="0">
                <a:pos x="connsiteX17140" y="connsiteY17140"/>
              </a:cxn>
              <a:cxn ang="0">
                <a:pos x="connsiteX17141" y="connsiteY17141"/>
              </a:cxn>
              <a:cxn ang="0">
                <a:pos x="connsiteX17142" y="connsiteY17142"/>
              </a:cxn>
              <a:cxn ang="0">
                <a:pos x="connsiteX17143" y="connsiteY17143"/>
              </a:cxn>
              <a:cxn ang="0">
                <a:pos x="connsiteX17144" y="connsiteY17144"/>
              </a:cxn>
              <a:cxn ang="0">
                <a:pos x="connsiteX17145" y="connsiteY17145"/>
              </a:cxn>
              <a:cxn ang="0">
                <a:pos x="connsiteX17146" y="connsiteY17146"/>
              </a:cxn>
              <a:cxn ang="0">
                <a:pos x="connsiteX17147" y="connsiteY17147"/>
              </a:cxn>
              <a:cxn ang="0">
                <a:pos x="connsiteX17148" y="connsiteY17148"/>
              </a:cxn>
              <a:cxn ang="0">
                <a:pos x="connsiteX17149" y="connsiteY17149"/>
              </a:cxn>
              <a:cxn ang="0">
                <a:pos x="connsiteX17150" y="connsiteY17150"/>
              </a:cxn>
              <a:cxn ang="0">
                <a:pos x="connsiteX17151" y="connsiteY17151"/>
              </a:cxn>
              <a:cxn ang="0">
                <a:pos x="connsiteX17152" y="connsiteY17152"/>
              </a:cxn>
              <a:cxn ang="0">
                <a:pos x="connsiteX17153" y="connsiteY17153"/>
              </a:cxn>
              <a:cxn ang="0">
                <a:pos x="connsiteX17154" y="connsiteY17154"/>
              </a:cxn>
              <a:cxn ang="0">
                <a:pos x="connsiteX17155" y="connsiteY17155"/>
              </a:cxn>
              <a:cxn ang="0">
                <a:pos x="connsiteX17156" y="connsiteY17156"/>
              </a:cxn>
              <a:cxn ang="0">
                <a:pos x="connsiteX17157" y="connsiteY17157"/>
              </a:cxn>
              <a:cxn ang="0">
                <a:pos x="connsiteX17158" y="connsiteY17158"/>
              </a:cxn>
              <a:cxn ang="0">
                <a:pos x="connsiteX17159" y="connsiteY17159"/>
              </a:cxn>
              <a:cxn ang="0">
                <a:pos x="connsiteX17160" y="connsiteY17160"/>
              </a:cxn>
              <a:cxn ang="0">
                <a:pos x="connsiteX17161" y="connsiteY17161"/>
              </a:cxn>
              <a:cxn ang="0">
                <a:pos x="connsiteX17162" y="connsiteY17162"/>
              </a:cxn>
              <a:cxn ang="0">
                <a:pos x="connsiteX17163" y="connsiteY17163"/>
              </a:cxn>
              <a:cxn ang="0">
                <a:pos x="connsiteX17164" y="connsiteY17164"/>
              </a:cxn>
              <a:cxn ang="0">
                <a:pos x="connsiteX17165" y="connsiteY17165"/>
              </a:cxn>
              <a:cxn ang="0">
                <a:pos x="connsiteX17166" y="connsiteY17166"/>
              </a:cxn>
              <a:cxn ang="0">
                <a:pos x="connsiteX17167" y="connsiteY17167"/>
              </a:cxn>
              <a:cxn ang="0">
                <a:pos x="connsiteX17168" y="connsiteY17168"/>
              </a:cxn>
              <a:cxn ang="0">
                <a:pos x="connsiteX17169" y="connsiteY17169"/>
              </a:cxn>
              <a:cxn ang="0">
                <a:pos x="connsiteX17170" y="connsiteY17170"/>
              </a:cxn>
              <a:cxn ang="0">
                <a:pos x="connsiteX17171" y="connsiteY17171"/>
              </a:cxn>
              <a:cxn ang="0">
                <a:pos x="connsiteX17172" y="connsiteY17172"/>
              </a:cxn>
              <a:cxn ang="0">
                <a:pos x="connsiteX17173" y="connsiteY17173"/>
              </a:cxn>
              <a:cxn ang="0">
                <a:pos x="connsiteX17174" y="connsiteY17174"/>
              </a:cxn>
              <a:cxn ang="0">
                <a:pos x="connsiteX17175" y="connsiteY17175"/>
              </a:cxn>
              <a:cxn ang="0">
                <a:pos x="connsiteX17176" y="connsiteY17176"/>
              </a:cxn>
              <a:cxn ang="0">
                <a:pos x="connsiteX17177" y="connsiteY17177"/>
              </a:cxn>
              <a:cxn ang="0">
                <a:pos x="connsiteX17178" y="connsiteY17178"/>
              </a:cxn>
              <a:cxn ang="0">
                <a:pos x="connsiteX17179" y="connsiteY17179"/>
              </a:cxn>
              <a:cxn ang="0">
                <a:pos x="connsiteX17180" y="connsiteY17180"/>
              </a:cxn>
              <a:cxn ang="0">
                <a:pos x="connsiteX17181" y="connsiteY17181"/>
              </a:cxn>
              <a:cxn ang="0">
                <a:pos x="connsiteX17182" y="connsiteY17182"/>
              </a:cxn>
              <a:cxn ang="0">
                <a:pos x="connsiteX17183" y="connsiteY17183"/>
              </a:cxn>
              <a:cxn ang="0">
                <a:pos x="connsiteX17184" y="connsiteY17184"/>
              </a:cxn>
              <a:cxn ang="0">
                <a:pos x="connsiteX17185" y="connsiteY17185"/>
              </a:cxn>
              <a:cxn ang="0">
                <a:pos x="connsiteX17186" y="connsiteY17186"/>
              </a:cxn>
              <a:cxn ang="0">
                <a:pos x="connsiteX17187" y="connsiteY17187"/>
              </a:cxn>
              <a:cxn ang="0">
                <a:pos x="connsiteX17188" y="connsiteY17188"/>
              </a:cxn>
              <a:cxn ang="0">
                <a:pos x="connsiteX17189" y="connsiteY17189"/>
              </a:cxn>
              <a:cxn ang="0">
                <a:pos x="connsiteX17190" y="connsiteY17190"/>
              </a:cxn>
              <a:cxn ang="0">
                <a:pos x="connsiteX17191" y="connsiteY17191"/>
              </a:cxn>
              <a:cxn ang="0">
                <a:pos x="connsiteX17192" y="connsiteY17192"/>
              </a:cxn>
              <a:cxn ang="0">
                <a:pos x="connsiteX17193" y="connsiteY17193"/>
              </a:cxn>
              <a:cxn ang="0">
                <a:pos x="connsiteX17194" y="connsiteY17194"/>
              </a:cxn>
              <a:cxn ang="0">
                <a:pos x="connsiteX17195" y="connsiteY17195"/>
              </a:cxn>
              <a:cxn ang="0">
                <a:pos x="connsiteX17196" y="connsiteY17196"/>
              </a:cxn>
              <a:cxn ang="0">
                <a:pos x="connsiteX17197" y="connsiteY17197"/>
              </a:cxn>
              <a:cxn ang="0">
                <a:pos x="connsiteX17198" y="connsiteY17198"/>
              </a:cxn>
              <a:cxn ang="0">
                <a:pos x="connsiteX17199" y="connsiteY17199"/>
              </a:cxn>
              <a:cxn ang="0">
                <a:pos x="connsiteX17200" y="connsiteY17200"/>
              </a:cxn>
              <a:cxn ang="0">
                <a:pos x="connsiteX17201" y="connsiteY17201"/>
              </a:cxn>
              <a:cxn ang="0">
                <a:pos x="connsiteX17202" y="connsiteY17202"/>
              </a:cxn>
              <a:cxn ang="0">
                <a:pos x="connsiteX17203" y="connsiteY17203"/>
              </a:cxn>
              <a:cxn ang="0">
                <a:pos x="connsiteX17204" y="connsiteY17204"/>
              </a:cxn>
              <a:cxn ang="0">
                <a:pos x="connsiteX17205" y="connsiteY17205"/>
              </a:cxn>
              <a:cxn ang="0">
                <a:pos x="connsiteX17206" y="connsiteY17206"/>
              </a:cxn>
              <a:cxn ang="0">
                <a:pos x="connsiteX17207" y="connsiteY17207"/>
              </a:cxn>
              <a:cxn ang="0">
                <a:pos x="connsiteX17208" y="connsiteY17208"/>
              </a:cxn>
              <a:cxn ang="0">
                <a:pos x="connsiteX17209" y="connsiteY17209"/>
              </a:cxn>
              <a:cxn ang="0">
                <a:pos x="connsiteX17210" y="connsiteY17210"/>
              </a:cxn>
              <a:cxn ang="0">
                <a:pos x="connsiteX17211" y="connsiteY17211"/>
              </a:cxn>
              <a:cxn ang="0">
                <a:pos x="connsiteX17212" y="connsiteY17212"/>
              </a:cxn>
              <a:cxn ang="0">
                <a:pos x="connsiteX17213" y="connsiteY17213"/>
              </a:cxn>
              <a:cxn ang="0">
                <a:pos x="connsiteX17214" y="connsiteY17214"/>
              </a:cxn>
              <a:cxn ang="0">
                <a:pos x="connsiteX17215" y="connsiteY17215"/>
              </a:cxn>
              <a:cxn ang="0">
                <a:pos x="connsiteX17216" y="connsiteY17216"/>
              </a:cxn>
              <a:cxn ang="0">
                <a:pos x="connsiteX17217" y="connsiteY17217"/>
              </a:cxn>
              <a:cxn ang="0">
                <a:pos x="connsiteX17218" y="connsiteY17218"/>
              </a:cxn>
              <a:cxn ang="0">
                <a:pos x="connsiteX17219" y="connsiteY17219"/>
              </a:cxn>
              <a:cxn ang="0">
                <a:pos x="connsiteX17220" y="connsiteY17220"/>
              </a:cxn>
              <a:cxn ang="0">
                <a:pos x="connsiteX17221" y="connsiteY17221"/>
              </a:cxn>
              <a:cxn ang="0">
                <a:pos x="connsiteX17222" y="connsiteY17222"/>
              </a:cxn>
              <a:cxn ang="0">
                <a:pos x="connsiteX17223" y="connsiteY17223"/>
              </a:cxn>
              <a:cxn ang="0">
                <a:pos x="connsiteX17224" y="connsiteY17224"/>
              </a:cxn>
              <a:cxn ang="0">
                <a:pos x="connsiteX17225" y="connsiteY17225"/>
              </a:cxn>
              <a:cxn ang="0">
                <a:pos x="connsiteX17226" y="connsiteY17226"/>
              </a:cxn>
              <a:cxn ang="0">
                <a:pos x="connsiteX17227" y="connsiteY17227"/>
              </a:cxn>
              <a:cxn ang="0">
                <a:pos x="connsiteX17228" y="connsiteY17228"/>
              </a:cxn>
              <a:cxn ang="0">
                <a:pos x="connsiteX17229" y="connsiteY17229"/>
              </a:cxn>
              <a:cxn ang="0">
                <a:pos x="connsiteX17230" y="connsiteY17230"/>
              </a:cxn>
              <a:cxn ang="0">
                <a:pos x="connsiteX17231" y="connsiteY17231"/>
              </a:cxn>
              <a:cxn ang="0">
                <a:pos x="connsiteX17232" y="connsiteY17232"/>
              </a:cxn>
              <a:cxn ang="0">
                <a:pos x="connsiteX17233" y="connsiteY17233"/>
              </a:cxn>
              <a:cxn ang="0">
                <a:pos x="connsiteX17234" y="connsiteY17234"/>
              </a:cxn>
              <a:cxn ang="0">
                <a:pos x="connsiteX17235" y="connsiteY17235"/>
              </a:cxn>
              <a:cxn ang="0">
                <a:pos x="connsiteX17236" y="connsiteY17236"/>
              </a:cxn>
              <a:cxn ang="0">
                <a:pos x="connsiteX17237" y="connsiteY17237"/>
              </a:cxn>
              <a:cxn ang="0">
                <a:pos x="connsiteX17238" y="connsiteY17238"/>
              </a:cxn>
              <a:cxn ang="0">
                <a:pos x="connsiteX17239" y="connsiteY17239"/>
              </a:cxn>
              <a:cxn ang="0">
                <a:pos x="connsiteX17240" y="connsiteY17240"/>
              </a:cxn>
              <a:cxn ang="0">
                <a:pos x="connsiteX17241" y="connsiteY17241"/>
              </a:cxn>
              <a:cxn ang="0">
                <a:pos x="connsiteX17242" y="connsiteY17242"/>
              </a:cxn>
              <a:cxn ang="0">
                <a:pos x="connsiteX17243" y="connsiteY17243"/>
              </a:cxn>
              <a:cxn ang="0">
                <a:pos x="connsiteX17244" y="connsiteY17244"/>
              </a:cxn>
              <a:cxn ang="0">
                <a:pos x="connsiteX17245" y="connsiteY17245"/>
              </a:cxn>
              <a:cxn ang="0">
                <a:pos x="connsiteX17246" y="connsiteY17246"/>
              </a:cxn>
              <a:cxn ang="0">
                <a:pos x="connsiteX17247" y="connsiteY17247"/>
              </a:cxn>
              <a:cxn ang="0">
                <a:pos x="connsiteX17248" y="connsiteY17248"/>
              </a:cxn>
              <a:cxn ang="0">
                <a:pos x="connsiteX17249" y="connsiteY17249"/>
              </a:cxn>
              <a:cxn ang="0">
                <a:pos x="connsiteX17250" y="connsiteY17250"/>
              </a:cxn>
              <a:cxn ang="0">
                <a:pos x="connsiteX17251" y="connsiteY17251"/>
              </a:cxn>
              <a:cxn ang="0">
                <a:pos x="connsiteX17252" y="connsiteY17252"/>
              </a:cxn>
              <a:cxn ang="0">
                <a:pos x="connsiteX17253" y="connsiteY17253"/>
              </a:cxn>
              <a:cxn ang="0">
                <a:pos x="connsiteX17254" y="connsiteY17254"/>
              </a:cxn>
              <a:cxn ang="0">
                <a:pos x="connsiteX17255" y="connsiteY17255"/>
              </a:cxn>
              <a:cxn ang="0">
                <a:pos x="connsiteX17256" y="connsiteY17256"/>
              </a:cxn>
              <a:cxn ang="0">
                <a:pos x="connsiteX17257" y="connsiteY17257"/>
              </a:cxn>
              <a:cxn ang="0">
                <a:pos x="connsiteX17258" y="connsiteY17258"/>
              </a:cxn>
              <a:cxn ang="0">
                <a:pos x="connsiteX17259" y="connsiteY17259"/>
              </a:cxn>
              <a:cxn ang="0">
                <a:pos x="connsiteX17260" y="connsiteY17260"/>
              </a:cxn>
              <a:cxn ang="0">
                <a:pos x="connsiteX17261" y="connsiteY17261"/>
              </a:cxn>
              <a:cxn ang="0">
                <a:pos x="connsiteX17262" y="connsiteY17262"/>
              </a:cxn>
              <a:cxn ang="0">
                <a:pos x="connsiteX17263" y="connsiteY17263"/>
              </a:cxn>
              <a:cxn ang="0">
                <a:pos x="connsiteX17264" y="connsiteY17264"/>
              </a:cxn>
              <a:cxn ang="0">
                <a:pos x="connsiteX17265" y="connsiteY17265"/>
              </a:cxn>
              <a:cxn ang="0">
                <a:pos x="connsiteX17266" y="connsiteY17266"/>
              </a:cxn>
              <a:cxn ang="0">
                <a:pos x="connsiteX17267" y="connsiteY17267"/>
              </a:cxn>
              <a:cxn ang="0">
                <a:pos x="connsiteX17268" y="connsiteY17268"/>
              </a:cxn>
              <a:cxn ang="0">
                <a:pos x="connsiteX17269" y="connsiteY17269"/>
              </a:cxn>
              <a:cxn ang="0">
                <a:pos x="connsiteX17270" y="connsiteY17270"/>
              </a:cxn>
              <a:cxn ang="0">
                <a:pos x="connsiteX17271" y="connsiteY17271"/>
              </a:cxn>
              <a:cxn ang="0">
                <a:pos x="connsiteX17272" y="connsiteY17272"/>
              </a:cxn>
              <a:cxn ang="0">
                <a:pos x="connsiteX17273" y="connsiteY17273"/>
              </a:cxn>
              <a:cxn ang="0">
                <a:pos x="connsiteX17274" y="connsiteY17274"/>
              </a:cxn>
              <a:cxn ang="0">
                <a:pos x="connsiteX17275" y="connsiteY17275"/>
              </a:cxn>
              <a:cxn ang="0">
                <a:pos x="connsiteX17276" y="connsiteY17276"/>
              </a:cxn>
              <a:cxn ang="0">
                <a:pos x="connsiteX17277" y="connsiteY17277"/>
              </a:cxn>
              <a:cxn ang="0">
                <a:pos x="connsiteX17278" y="connsiteY17278"/>
              </a:cxn>
              <a:cxn ang="0">
                <a:pos x="connsiteX17279" y="connsiteY17279"/>
              </a:cxn>
              <a:cxn ang="0">
                <a:pos x="connsiteX17280" y="connsiteY17280"/>
              </a:cxn>
              <a:cxn ang="0">
                <a:pos x="connsiteX17281" y="connsiteY17281"/>
              </a:cxn>
              <a:cxn ang="0">
                <a:pos x="connsiteX17282" y="connsiteY17282"/>
              </a:cxn>
              <a:cxn ang="0">
                <a:pos x="connsiteX17283" y="connsiteY17283"/>
              </a:cxn>
              <a:cxn ang="0">
                <a:pos x="connsiteX17284" y="connsiteY17284"/>
              </a:cxn>
              <a:cxn ang="0">
                <a:pos x="connsiteX17285" y="connsiteY17285"/>
              </a:cxn>
              <a:cxn ang="0">
                <a:pos x="connsiteX17286" y="connsiteY17286"/>
              </a:cxn>
              <a:cxn ang="0">
                <a:pos x="connsiteX17287" y="connsiteY17287"/>
              </a:cxn>
              <a:cxn ang="0">
                <a:pos x="connsiteX17288" y="connsiteY17288"/>
              </a:cxn>
              <a:cxn ang="0">
                <a:pos x="connsiteX17289" y="connsiteY17289"/>
              </a:cxn>
              <a:cxn ang="0">
                <a:pos x="connsiteX17290" y="connsiteY17290"/>
              </a:cxn>
              <a:cxn ang="0">
                <a:pos x="connsiteX17291" y="connsiteY17291"/>
              </a:cxn>
              <a:cxn ang="0">
                <a:pos x="connsiteX17292" y="connsiteY17292"/>
              </a:cxn>
              <a:cxn ang="0">
                <a:pos x="connsiteX17293" y="connsiteY17293"/>
              </a:cxn>
              <a:cxn ang="0">
                <a:pos x="connsiteX17294" y="connsiteY17294"/>
              </a:cxn>
              <a:cxn ang="0">
                <a:pos x="connsiteX17295" y="connsiteY17295"/>
              </a:cxn>
              <a:cxn ang="0">
                <a:pos x="connsiteX17296" y="connsiteY17296"/>
              </a:cxn>
              <a:cxn ang="0">
                <a:pos x="connsiteX17297" y="connsiteY17297"/>
              </a:cxn>
              <a:cxn ang="0">
                <a:pos x="connsiteX17298" y="connsiteY17298"/>
              </a:cxn>
              <a:cxn ang="0">
                <a:pos x="connsiteX17299" y="connsiteY17299"/>
              </a:cxn>
              <a:cxn ang="0">
                <a:pos x="connsiteX17300" y="connsiteY17300"/>
              </a:cxn>
              <a:cxn ang="0">
                <a:pos x="connsiteX17301" y="connsiteY17301"/>
              </a:cxn>
              <a:cxn ang="0">
                <a:pos x="connsiteX17302" y="connsiteY17302"/>
              </a:cxn>
              <a:cxn ang="0">
                <a:pos x="connsiteX17303" y="connsiteY17303"/>
              </a:cxn>
              <a:cxn ang="0">
                <a:pos x="connsiteX17304" y="connsiteY17304"/>
              </a:cxn>
              <a:cxn ang="0">
                <a:pos x="connsiteX17305" y="connsiteY17305"/>
              </a:cxn>
              <a:cxn ang="0">
                <a:pos x="connsiteX17306" y="connsiteY17306"/>
              </a:cxn>
              <a:cxn ang="0">
                <a:pos x="connsiteX17307" y="connsiteY17307"/>
              </a:cxn>
              <a:cxn ang="0">
                <a:pos x="connsiteX17308" y="connsiteY17308"/>
              </a:cxn>
              <a:cxn ang="0">
                <a:pos x="connsiteX17309" y="connsiteY17309"/>
              </a:cxn>
              <a:cxn ang="0">
                <a:pos x="connsiteX17310" y="connsiteY17310"/>
              </a:cxn>
              <a:cxn ang="0">
                <a:pos x="connsiteX17311" y="connsiteY17311"/>
              </a:cxn>
              <a:cxn ang="0">
                <a:pos x="connsiteX17312" y="connsiteY17312"/>
              </a:cxn>
              <a:cxn ang="0">
                <a:pos x="connsiteX17313" y="connsiteY17313"/>
              </a:cxn>
              <a:cxn ang="0">
                <a:pos x="connsiteX17314" y="connsiteY17314"/>
              </a:cxn>
              <a:cxn ang="0">
                <a:pos x="connsiteX17315" y="connsiteY17315"/>
              </a:cxn>
              <a:cxn ang="0">
                <a:pos x="connsiteX17316" y="connsiteY17316"/>
              </a:cxn>
              <a:cxn ang="0">
                <a:pos x="connsiteX17317" y="connsiteY17317"/>
              </a:cxn>
              <a:cxn ang="0">
                <a:pos x="connsiteX17318" y="connsiteY17318"/>
              </a:cxn>
              <a:cxn ang="0">
                <a:pos x="connsiteX17319" y="connsiteY17319"/>
              </a:cxn>
              <a:cxn ang="0">
                <a:pos x="connsiteX17320" y="connsiteY17320"/>
              </a:cxn>
              <a:cxn ang="0">
                <a:pos x="connsiteX17321" y="connsiteY17321"/>
              </a:cxn>
              <a:cxn ang="0">
                <a:pos x="connsiteX17322" y="connsiteY17322"/>
              </a:cxn>
              <a:cxn ang="0">
                <a:pos x="connsiteX17323" y="connsiteY17323"/>
              </a:cxn>
              <a:cxn ang="0">
                <a:pos x="connsiteX17324" y="connsiteY17324"/>
              </a:cxn>
              <a:cxn ang="0">
                <a:pos x="connsiteX17325" y="connsiteY17325"/>
              </a:cxn>
              <a:cxn ang="0">
                <a:pos x="connsiteX17326" y="connsiteY17326"/>
              </a:cxn>
              <a:cxn ang="0">
                <a:pos x="connsiteX17327" y="connsiteY17327"/>
              </a:cxn>
              <a:cxn ang="0">
                <a:pos x="connsiteX17328" y="connsiteY17328"/>
              </a:cxn>
              <a:cxn ang="0">
                <a:pos x="connsiteX17329" y="connsiteY17329"/>
              </a:cxn>
              <a:cxn ang="0">
                <a:pos x="connsiteX17330" y="connsiteY17330"/>
              </a:cxn>
              <a:cxn ang="0">
                <a:pos x="connsiteX17331" y="connsiteY17331"/>
              </a:cxn>
              <a:cxn ang="0">
                <a:pos x="connsiteX17332" y="connsiteY17332"/>
              </a:cxn>
              <a:cxn ang="0">
                <a:pos x="connsiteX17333" y="connsiteY17333"/>
              </a:cxn>
              <a:cxn ang="0">
                <a:pos x="connsiteX17334" y="connsiteY17334"/>
              </a:cxn>
              <a:cxn ang="0">
                <a:pos x="connsiteX17335" y="connsiteY17335"/>
              </a:cxn>
              <a:cxn ang="0">
                <a:pos x="connsiteX17336" y="connsiteY17336"/>
              </a:cxn>
              <a:cxn ang="0">
                <a:pos x="connsiteX17337" y="connsiteY17337"/>
              </a:cxn>
              <a:cxn ang="0">
                <a:pos x="connsiteX17338" y="connsiteY17338"/>
              </a:cxn>
              <a:cxn ang="0">
                <a:pos x="connsiteX17339" y="connsiteY17339"/>
              </a:cxn>
              <a:cxn ang="0">
                <a:pos x="connsiteX17340" y="connsiteY17340"/>
              </a:cxn>
              <a:cxn ang="0">
                <a:pos x="connsiteX17341" y="connsiteY17341"/>
              </a:cxn>
              <a:cxn ang="0">
                <a:pos x="connsiteX17342" y="connsiteY17342"/>
              </a:cxn>
              <a:cxn ang="0">
                <a:pos x="connsiteX17343" y="connsiteY17343"/>
              </a:cxn>
              <a:cxn ang="0">
                <a:pos x="connsiteX17344" y="connsiteY17344"/>
              </a:cxn>
              <a:cxn ang="0">
                <a:pos x="connsiteX17345" y="connsiteY17345"/>
              </a:cxn>
              <a:cxn ang="0">
                <a:pos x="connsiteX17346" y="connsiteY17346"/>
              </a:cxn>
              <a:cxn ang="0">
                <a:pos x="connsiteX17347" y="connsiteY17347"/>
              </a:cxn>
              <a:cxn ang="0">
                <a:pos x="connsiteX17348" y="connsiteY17348"/>
              </a:cxn>
              <a:cxn ang="0">
                <a:pos x="connsiteX17349" y="connsiteY17349"/>
              </a:cxn>
              <a:cxn ang="0">
                <a:pos x="connsiteX17350" y="connsiteY17350"/>
              </a:cxn>
              <a:cxn ang="0">
                <a:pos x="connsiteX17351" y="connsiteY17351"/>
              </a:cxn>
              <a:cxn ang="0">
                <a:pos x="connsiteX17352" y="connsiteY17352"/>
              </a:cxn>
              <a:cxn ang="0">
                <a:pos x="connsiteX17353" y="connsiteY17353"/>
              </a:cxn>
              <a:cxn ang="0">
                <a:pos x="connsiteX17354" y="connsiteY17354"/>
              </a:cxn>
              <a:cxn ang="0">
                <a:pos x="connsiteX17355" y="connsiteY17355"/>
              </a:cxn>
              <a:cxn ang="0">
                <a:pos x="connsiteX17356" y="connsiteY17356"/>
              </a:cxn>
              <a:cxn ang="0">
                <a:pos x="connsiteX17357" y="connsiteY17357"/>
              </a:cxn>
              <a:cxn ang="0">
                <a:pos x="connsiteX17358" y="connsiteY17358"/>
              </a:cxn>
              <a:cxn ang="0">
                <a:pos x="connsiteX17359" y="connsiteY17359"/>
              </a:cxn>
              <a:cxn ang="0">
                <a:pos x="connsiteX17360" y="connsiteY17360"/>
              </a:cxn>
              <a:cxn ang="0">
                <a:pos x="connsiteX17361" y="connsiteY17361"/>
              </a:cxn>
              <a:cxn ang="0">
                <a:pos x="connsiteX17362" y="connsiteY17362"/>
              </a:cxn>
              <a:cxn ang="0">
                <a:pos x="connsiteX17363" y="connsiteY17363"/>
              </a:cxn>
              <a:cxn ang="0">
                <a:pos x="connsiteX17364" y="connsiteY17364"/>
              </a:cxn>
              <a:cxn ang="0">
                <a:pos x="connsiteX17365" y="connsiteY17365"/>
              </a:cxn>
              <a:cxn ang="0">
                <a:pos x="connsiteX17366" y="connsiteY17366"/>
              </a:cxn>
              <a:cxn ang="0">
                <a:pos x="connsiteX17367" y="connsiteY17367"/>
              </a:cxn>
              <a:cxn ang="0">
                <a:pos x="connsiteX17368" y="connsiteY17368"/>
              </a:cxn>
              <a:cxn ang="0">
                <a:pos x="connsiteX17369" y="connsiteY17369"/>
              </a:cxn>
              <a:cxn ang="0">
                <a:pos x="connsiteX17370" y="connsiteY17370"/>
              </a:cxn>
              <a:cxn ang="0">
                <a:pos x="connsiteX17371" y="connsiteY17371"/>
              </a:cxn>
              <a:cxn ang="0">
                <a:pos x="connsiteX17372" y="connsiteY17372"/>
              </a:cxn>
              <a:cxn ang="0">
                <a:pos x="connsiteX17373" y="connsiteY17373"/>
              </a:cxn>
              <a:cxn ang="0">
                <a:pos x="connsiteX17374" y="connsiteY17374"/>
              </a:cxn>
              <a:cxn ang="0">
                <a:pos x="connsiteX17375" y="connsiteY17375"/>
              </a:cxn>
              <a:cxn ang="0">
                <a:pos x="connsiteX17376" y="connsiteY17376"/>
              </a:cxn>
              <a:cxn ang="0">
                <a:pos x="connsiteX17377" y="connsiteY17377"/>
              </a:cxn>
              <a:cxn ang="0">
                <a:pos x="connsiteX17378" y="connsiteY17378"/>
              </a:cxn>
              <a:cxn ang="0">
                <a:pos x="connsiteX17379" y="connsiteY17379"/>
              </a:cxn>
              <a:cxn ang="0">
                <a:pos x="connsiteX17380" y="connsiteY17380"/>
              </a:cxn>
              <a:cxn ang="0">
                <a:pos x="connsiteX17381" y="connsiteY17381"/>
              </a:cxn>
              <a:cxn ang="0">
                <a:pos x="connsiteX17382" y="connsiteY17382"/>
              </a:cxn>
              <a:cxn ang="0">
                <a:pos x="connsiteX17383" y="connsiteY17383"/>
              </a:cxn>
              <a:cxn ang="0">
                <a:pos x="connsiteX17384" y="connsiteY17384"/>
              </a:cxn>
              <a:cxn ang="0">
                <a:pos x="connsiteX17385" y="connsiteY17385"/>
              </a:cxn>
              <a:cxn ang="0">
                <a:pos x="connsiteX17386" y="connsiteY17386"/>
              </a:cxn>
              <a:cxn ang="0">
                <a:pos x="connsiteX17387" y="connsiteY17387"/>
              </a:cxn>
              <a:cxn ang="0">
                <a:pos x="connsiteX17388" y="connsiteY17388"/>
              </a:cxn>
              <a:cxn ang="0">
                <a:pos x="connsiteX17389" y="connsiteY17389"/>
              </a:cxn>
              <a:cxn ang="0">
                <a:pos x="connsiteX17390" y="connsiteY17390"/>
              </a:cxn>
              <a:cxn ang="0">
                <a:pos x="connsiteX17391" y="connsiteY17391"/>
              </a:cxn>
              <a:cxn ang="0">
                <a:pos x="connsiteX17392" y="connsiteY17392"/>
              </a:cxn>
              <a:cxn ang="0">
                <a:pos x="connsiteX17393" y="connsiteY17393"/>
              </a:cxn>
              <a:cxn ang="0">
                <a:pos x="connsiteX17394" y="connsiteY17394"/>
              </a:cxn>
              <a:cxn ang="0">
                <a:pos x="connsiteX17395" y="connsiteY17395"/>
              </a:cxn>
              <a:cxn ang="0">
                <a:pos x="connsiteX17396" y="connsiteY17396"/>
              </a:cxn>
              <a:cxn ang="0">
                <a:pos x="connsiteX17397" y="connsiteY17397"/>
              </a:cxn>
              <a:cxn ang="0">
                <a:pos x="connsiteX17398" y="connsiteY17398"/>
              </a:cxn>
              <a:cxn ang="0">
                <a:pos x="connsiteX17399" y="connsiteY17399"/>
              </a:cxn>
              <a:cxn ang="0">
                <a:pos x="connsiteX17400" y="connsiteY17400"/>
              </a:cxn>
              <a:cxn ang="0">
                <a:pos x="connsiteX17401" y="connsiteY17401"/>
              </a:cxn>
              <a:cxn ang="0">
                <a:pos x="connsiteX17402" y="connsiteY17402"/>
              </a:cxn>
              <a:cxn ang="0">
                <a:pos x="connsiteX17403" y="connsiteY17403"/>
              </a:cxn>
              <a:cxn ang="0">
                <a:pos x="connsiteX17404" y="connsiteY17404"/>
              </a:cxn>
              <a:cxn ang="0">
                <a:pos x="connsiteX17405" y="connsiteY17405"/>
              </a:cxn>
              <a:cxn ang="0">
                <a:pos x="connsiteX17406" y="connsiteY17406"/>
              </a:cxn>
              <a:cxn ang="0">
                <a:pos x="connsiteX17407" y="connsiteY17407"/>
              </a:cxn>
              <a:cxn ang="0">
                <a:pos x="connsiteX17408" y="connsiteY17408"/>
              </a:cxn>
              <a:cxn ang="0">
                <a:pos x="connsiteX17409" y="connsiteY17409"/>
              </a:cxn>
              <a:cxn ang="0">
                <a:pos x="connsiteX17410" y="connsiteY17410"/>
              </a:cxn>
              <a:cxn ang="0">
                <a:pos x="connsiteX17411" y="connsiteY17411"/>
              </a:cxn>
              <a:cxn ang="0">
                <a:pos x="connsiteX17412" y="connsiteY17412"/>
              </a:cxn>
              <a:cxn ang="0">
                <a:pos x="connsiteX17413" y="connsiteY17413"/>
              </a:cxn>
              <a:cxn ang="0">
                <a:pos x="connsiteX17414" y="connsiteY17414"/>
              </a:cxn>
              <a:cxn ang="0">
                <a:pos x="connsiteX17415" y="connsiteY17415"/>
              </a:cxn>
              <a:cxn ang="0">
                <a:pos x="connsiteX17416" y="connsiteY17416"/>
              </a:cxn>
              <a:cxn ang="0">
                <a:pos x="connsiteX17417" y="connsiteY17417"/>
              </a:cxn>
              <a:cxn ang="0">
                <a:pos x="connsiteX17418" y="connsiteY17418"/>
              </a:cxn>
              <a:cxn ang="0">
                <a:pos x="connsiteX17419" y="connsiteY17419"/>
              </a:cxn>
              <a:cxn ang="0">
                <a:pos x="connsiteX17420" y="connsiteY17420"/>
              </a:cxn>
              <a:cxn ang="0">
                <a:pos x="connsiteX17421" y="connsiteY17421"/>
              </a:cxn>
              <a:cxn ang="0">
                <a:pos x="connsiteX17422" y="connsiteY17422"/>
              </a:cxn>
              <a:cxn ang="0">
                <a:pos x="connsiteX17423" y="connsiteY17423"/>
              </a:cxn>
              <a:cxn ang="0">
                <a:pos x="connsiteX17424" y="connsiteY17424"/>
              </a:cxn>
              <a:cxn ang="0">
                <a:pos x="connsiteX17425" y="connsiteY17425"/>
              </a:cxn>
              <a:cxn ang="0">
                <a:pos x="connsiteX17426" y="connsiteY17426"/>
              </a:cxn>
              <a:cxn ang="0">
                <a:pos x="connsiteX17427" y="connsiteY17427"/>
              </a:cxn>
              <a:cxn ang="0">
                <a:pos x="connsiteX17428" y="connsiteY17428"/>
              </a:cxn>
              <a:cxn ang="0">
                <a:pos x="connsiteX17429" y="connsiteY17429"/>
              </a:cxn>
              <a:cxn ang="0">
                <a:pos x="connsiteX17430" y="connsiteY17430"/>
              </a:cxn>
              <a:cxn ang="0">
                <a:pos x="connsiteX17431" y="connsiteY17431"/>
              </a:cxn>
              <a:cxn ang="0">
                <a:pos x="connsiteX17432" y="connsiteY17432"/>
              </a:cxn>
              <a:cxn ang="0">
                <a:pos x="connsiteX17433" y="connsiteY17433"/>
              </a:cxn>
              <a:cxn ang="0">
                <a:pos x="connsiteX17434" y="connsiteY17434"/>
              </a:cxn>
              <a:cxn ang="0">
                <a:pos x="connsiteX17435" y="connsiteY17435"/>
              </a:cxn>
              <a:cxn ang="0">
                <a:pos x="connsiteX17436" y="connsiteY17436"/>
              </a:cxn>
              <a:cxn ang="0">
                <a:pos x="connsiteX17437" y="connsiteY17437"/>
              </a:cxn>
              <a:cxn ang="0">
                <a:pos x="connsiteX17438" y="connsiteY17438"/>
              </a:cxn>
              <a:cxn ang="0">
                <a:pos x="connsiteX17439" y="connsiteY17439"/>
              </a:cxn>
              <a:cxn ang="0">
                <a:pos x="connsiteX17440" y="connsiteY17440"/>
              </a:cxn>
              <a:cxn ang="0">
                <a:pos x="connsiteX17441" y="connsiteY17441"/>
              </a:cxn>
              <a:cxn ang="0">
                <a:pos x="connsiteX17442" y="connsiteY17442"/>
              </a:cxn>
              <a:cxn ang="0">
                <a:pos x="connsiteX17443" y="connsiteY17443"/>
              </a:cxn>
              <a:cxn ang="0">
                <a:pos x="connsiteX17444" y="connsiteY17444"/>
              </a:cxn>
              <a:cxn ang="0">
                <a:pos x="connsiteX17445" y="connsiteY17445"/>
              </a:cxn>
              <a:cxn ang="0">
                <a:pos x="connsiteX17446" y="connsiteY17446"/>
              </a:cxn>
              <a:cxn ang="0">
                <a:pos x="connsiteX17447" y="connsiteY17447"/>
              </a:cxn>
              <a:cxn ang="0">
                <a:pos x="connsiteX17448" y="connsiteY17448"/>
              </a:cxn>
              <a:cxn ang="0">
                <a:pos x="connsiteX17449" y="connsiteY17449"/>
              </a:cxn>
              <a:cxn ang="0">
                <a:pos x="connsiteX17450" y="connsiteY17450"/>
              </a:cxn>
              <a:cxn ang="0">
                <a:pos x="connsiteX17451" y="connsiteY17451"/>
              </a:cxn>
              <a:cxn ang="0">
                <a:pos x="connsiteX17452" y="connsiteY17452"/>
              </a:cxn>
              <a:cxn ang="0">
                <a:pos x="connsiteX17453" y="connsiteY17453"/>
              </a:cxn>
              <a:cxn ang="0">
                <a:pos x="connsiteX17454" y="connsiteY17454"/>
              </a:cxn>
              <a:cxn ang="0">
                <a:pos x="connsiteX17455" y="connsiteY17455"/>
              </a:cxn>
              <a:cxn ang="0">
                <a:pos x="connsiteX17456" y="connsiteY17456"/>
              </a:cxn>
              <a:cxn ang="0">
                <a:pos x="connsiteX17457" y="connsiteY17457"/>
              </a:cxn>
              <a:cxn ang="0">
                <a:pos x="connsiteX17458" y="connsiteY17458"/>
              </a:cxn>
              <a:cxn ang="0">
                <a:pos x="connsiteX17459" y="connsiteY17459"/>
              </a:cxn>
              <a:cxn ang="0">
                <a:pos x="connsiteX17460" y="connsiteY17460"/>
              </a:cxn>
              <a:cxn ang="0">
                <a:pos x="connsiteX17461" y="connsiteY17461"/>
              </a:cxn>
              <a:cxn ang="0">
                <a:pos x="connsiteX17462" y="connsiteY17462"/>
              </a:cxn>
              <a:cxn ang="0">
                <a:pos x="connsiteX17463" y="connsiteY17463"/>
              </a:cxn>
              <a:cxn ang="0">
                <a:pos x="connsiteX17464" y="connsiteY17464"/>
              </a:cxn>
              <a:cxn ang="0">
                <a:pos x="connsiteX17465" y="connsiteY17465"/>
              </a:cxn>
              <a:cxn ang="0">
                <a:pos x="connsiteX17466" y="connsiteY17466"/>
              </a:cxn>
              <a:cxn ang="0">
                <a:pos x="connsiteX17467" y="connsiteY17467"/>
              </a:cxn>
              <a:cxn ang="0">
                <a:pos x="connsiteX17468" y="connsiteY17468"/>
              </a:cxn>
              <a:cxn ang="0">
                <a:pos x="connsiteX17469" y="connsiteY17469"/>
              </a:cxn>
              <a:cxn ang="0">
                <a:pos x="connsiteX17470" y="connsiteY17470"/>
              </a:cxn>
              <a:cxn ang="0">
                <a:pos x="connsiteX17471" y="connsiteY17471"/>
              </a:cxn>
              <a:cxn ang="0">
                <a:pos x="connsiteX17472" y="connsiteY17472"/>
              </a:cxn>
              <a:cxn ang="0">
                <a:pos x="connsiteX17473" y="connsiteY17473"/>
              </a:cxn>
              <a:cxn ang="0">
                <a:pos x="connsiteX17474" y="connsiteY17474"/>
              </a:cxn>
              <a:cxn ang="0">
                <a:pos x="connsiteX17475" y="connsiteY17475"/>
              </a:cxn>
              <a:cxn ang="0">
                <a:pos x="connsiteX17476" y="connsiteY17476"/>
              </a:cxn>
              <a:cxn ang="0">
                <a:pos x="connsiteX17477" y="connsiteY17477"/>
              </a:cxn>
              <a:cxn ang="0">
                <a:pos x="connsiteX17478" y="connsiteY17478"/>
              </a:cxn>
              <a:cxn ang="0">
                <a:pos x="connsiteX17479" y="connsiteY17479"/>
              </a:cxn>
              <a:cxn ang="0">
                <a:pos x="connsiteX17480" y="connsiteY17480"/>
              </a:cxn>
              <a:cxn ang="0">
                <a:pos x="connsiteX17481" y="connsiteY17481"/>
              </a:cxn>
              <a:cxn ang="0">
                <a:pos x="connsiteX17482" y="connsiteY17482"/>
              </a:cxn>
              <a:cxn ang="0">
                <a:pos x="connsiteX17483" y="connsiteY17483"/>
              </a:cxn>
              <a:cxn ang="0">
                <a:pos x="connsiteX17484" y="connsiteY17484"/>
              </a:cxn>
              <a:cxn ang="0">
                <a:pos x="connsiteX17485" y="connsiteY17485"/>
              </a:cxn>
              <a:cxn ang="0">
                <a:pos x="connsiteX17486" y="connsiteY17486"/>
              </a:cxn>
              <a:cxn ang="0">
                <a:pos x="connsiteX17487" y="connsiteY17487"/>
              </a:cxn>
              <a:cxn ang="0">
                <a:pos x="connsiteX17488" y="connsiteY17488"/>
              </a:cxn>
              <a:cxn ang="0">
                <a:pos x="connsiteX17489" y="connsiteY17489"/>
              </a:cxn>
              <a:cxn ang="0">
                <a:pos x="connsiteX17490" y="connsiteY17490"/>
              </a:cxn>
              <a:cxn ang="0">
                <a:pos x="connsiteX17491" y="connsiteY17491"/>
              </a:cxn>
              <a:cxn ang="0">
                <a:pos x="connsiteX17492" y="connsiteY17492"/>
              </a:cxn>
              <a:cxn ang="0">
                <a:pos x="connsiteX17493" y="connsiteY17493"/>
              </a:cxn>
              <a:cxn ang="0">
                <a:pos x="connsiteX17494" y="connsiteY17494"/>
              </a:cxn>
              <a:cxn ang="0">
                <a:pos x="connsiteX17495" y="connsiteY17495"/>
              </a:cxn>
              <a:cxn ang="0">
                <a:pos x="connsiteX17496" y="connsiteY17496"/>
              </a:cxn>
              <a:cxn ang="0">
                <a:pos x="connsiteX17497" y="connsiteY17497"/>
              </a:cxn>
              <a:cxn ang="0">
                <a:pos x="connsiteX17498" y="connsiteY17498"/>
              </a:cxn>
              <a:cxn ang="0">
                <a:pos x="connsiteX17499" y="connsiteY17499"/>
              </a:cxn>
              <a:cxn ang="0">
                <a:pos x="connsiteX17500" y="connsiteY17500"/>
              </a:cxn>
              <a:cxn ang="0">
                <a:pos x="connsiteX17501" y="connsiteY17501"/>
              </a:cxn>
              <a:cxn ang="0">
                <a:pos x="connsiteX17502" y="connsiteY17502"/>
              </a:cxn>
              <a:cxn ang="0">
                <a:pos x="connsiteX17503" y="connsiteY17503"/>
              </a:cxn>
              <a:cxn ang="0">
                <a:pos x="connsiteX17504" y="connsiteY17504"/>
              </a:cxn>
              <a:cxn ang="0">
                <a:pos x="connsiteX17505" y="connsiteY17505"/>
              </a:cxn>
              <a:cxn ang="0">
                <a:pos x="connsiteX17506" y="connsiteY17506"/>
              </a:cxn>
              <a:cxn ang="0">
                <a:pos x="connsiteX17507" y="connsiteY17507"/>
              </a:cxn>
              <a:cxn ang="0">
                <a:pos x="connsiteX17508" y="connsiteY17508"/>
              </a:cxn>
              <a:cxn ang="0">
                <a:pos x="connsiteX17509" y="connsiteY17509"/>
              </a:cxn>
              <a:cxn ang="0">
                <a:pos x="connsiteX17510" y="connsiteY17510"/>
              </a:cxn>
              <a:cxn ang="0">
                <a:pos x="connsiteX17511" y="connsiteY17511"/>
              </a:cxn>
              <a:cxn ang="0">
                <a:pos x="connsiteX17512" y="connsiteY17512"/>
              </a:cxn>
              <a:cxn ang="0">
                <a:pos x="connsiteX17513" y="connsiteY17513"/>
              </a:cxn>
              <a:cxn ang="0">
                <a:pos x="connsiteX17514" y="connsiteY17514"/>
              </a:cxn>
              <a:cxn ang="0">
                <a:pos x="connsiteX17515" y="connsiteY17515"/>
              </a:cxn>
              <a:cxn ang="0">
                <a:pos x="connsiteX17516" y="connsiteY17516"/>
              </a:cxn>
              <a:cxn ang="0">
                <a:pos x="connsiteX17517" y="connsiteY17517"/>
              </a:cxn>
              <a:cxn ang="0">
                <a:pos x="connsiteX17518" y="connsiteY17518"/>
              </a:cxn>
              <a:cxn ang="0">
                <a:pos x="connsiteX17519" y="connsiteY17519"/>
              </a:cxn>
              <a:cxn ang="0">
                <a:pos x="connsiteX17520" y="connsiteY17520"/>
              </a:cxn>
              <a:cxn ang="0">
                <a:pos x="connsiteX17521" y="connsiteY17521"/>
              </a:cxn>
              <a:cxn ang="0">
                <a:pos x="connsiteX17522" y="connsiteY17522"/>
              </a:cxn>
              <a:cxn ang="0">
                <a:pos x="connsiteX17523" y="connsiteY17523"/>
              </a:cxn>
              <a:cxn ang="0">
                <a:pos x="connsiteX17524" y="connsiteY17524"/>
              </a:cxn>
              <a:cxn ang="0">
                <a:pos x="connsiteX17525" y="connsiteY17525"/>
              </a:cxn>
              <a:cxn ang="0">
                <a:pos x="connsiteX17526" y="connsiteY17526"/>
              </a:cxn>
              <a:cxn ang="0">
                <a:pos x="connsiteX17527" y="connsiteY17527"/>
              </a:cxn>
              <a:cxn ang="0">
                <a:pos x="connsiteX17528" y="connsiteY17528"/>
              </a:cxn>
              <a:cxn ang="0">
                <a:pos x="connsiteX17529" y="connsiteY17529"/>
              </a:cxn>
              <a:cxn ang="0">
                <a:pos x="connsiteX17530" y="connsiteY17530"/>
              </a:cxn>
              <a:cxn ang="0">
                <a:pos x="connsiteX17531" y="connsiteY17531"/>
              </a:cxn>
              <a:cxn ang="0">
                <a:pos x="connsiteX17532" y="connsiteY17532"/>
              </a:cxn>
              <a:cxn ang="0">
                <a:pos x="connsiteX17533" y="connsiteY17533"/>
              </a:cxn>
              <a:cxn ang="0">
                <a:pos x="connsiteX17534" y="connsiteY17534"/>
              </a:cxn>
              <a:cxn ang="0">
                <a:pos x="connsiteX17535" y="connsiteY17535"/>
              </a:cxn>
              <a:cxn ang="0">
                <a:pos x="connsiteX17536" y="connsiteY17536"/>
              </a:cxn>
              <a:cxn ang="0">
                <a:pos x="connsiteX17537" y="connsiteY17537"/>
              </a:cxn>
              <a:cxn ang="0">
                <a:pos x="connsiteX17538" y="connsiteY17538"/>
              </a:cxn>
              <a:cxn ang="0">
                <a:pos x="connsiteX17539" y="connsiteY17539"/>
              </a:cxn>
              <a:cxn ang="0">
                <a:pos x="connsiteX17540" y="connsiteY17540"/>
              </a:cxn>
              <a:cxn ang="0">
                <a:pos x="connsiteX17541" y="connsiteY17541"/>
              </a:cxn>
              <a:cxn ang="0">
                <a:pos x="connsiteX17542" y="connsiteY17542"/>
              </a:cxn>
              <a:cxn ang="0">
                <a:pos x="connsiteX17543" y="connsiteY17543"/>
              </a:cxn>
              <a:cxn ang="0">
                <a:pos x="connsiteX17544" y="connsiteY17544"/>
              </a:cxn>
              <a:cxn ang="0">
                <a:pos x="connsiteX17545" y="connsiteY17545"/>
              </a:cxn>
              <a:cxn ang="0">
                <a:pos x="connsiteX17546" y="connsiteY17546"/>
              </a:cxn>
              <a:cxn ang="0">
                <a:pos x="connsiteX17547" y="connsiteY17547"/>
              </a:cxn>
              <a:cxn ang="0">
                <a:pos x="connsiteX17548" y="connsiteY17548"/>
              </a:cxn>
              <a:cxn ang="0">
                <a:pos x="connsiteX17549" y="connsiteY17549"/>
              </a:cxn>
              <a:cxn ang="0">
                <a:pos x="connsiteX17550" y="connsiteY17550"/>
              </a:cxn>
              <a:cxn ang="0">
                <a:pos x="connsiteX17551" y="connsiteY17551"/>
              </a:cxn>
              <a:cxn ang="0">
                <a:pos x="connsiteX17552" y="connsiteY17552"/>
              </a:cxn>
              <a:cxn ang="0">
                <a:pos x="connsiteX17553" y="connsiteY17553"/>
              </a:cxn>
              <a:cxn ang="0">
                <a:pos x="connsiteX17554" y="connsiteY17554"/>
              </a:cxn>
              <a:cxn ang="0">
                <a:pos x="connsiteX17555" y="connsiteY17555"/>
              </a:cxn>
              <a:cxn ang="0">
                <a:pos x="connsiteX17556" y="connsiteY17556"/>
              </a:cxn>
              <a:cxn ang="0">
                <a:pos x="connsiteX17557" y="connsiteY17557"/>
              </a:cxn>
              <a:cxn ang="0">
                <a:pos x="connsiteX17558" y="connsiteY17558"/>
              </a:cxn>
              <a:cxn ang="0">
                <a:pos x="connsiteX17559" y="connsiteY17559"/>
              </a:cxn>
              <a:cxn ang="0">
                <a:pos x="connsiteX17560" y="connsiteY17560"/>
              </a:cxn>
              <a:cxn ang="0">
                <a:pos x="connsiteX17561" y="connsiteY17561"/>
              </a:cxn>
              <a:cxn ang="0">
                <a:pos x="connsiteX17562" y="connsiteY17562"/>
              </a:cxn>
              <a:cxn ang="0">
                <a:pos x="connsiteX17563" y="connsiteY17563"/>
              </a:cxn>
              <a:cxn ang="0">
                <a:pos x="connsiteX17564" y="connsiteY17564"/>
              </a:cxn>
              <a:cxn ang="0">
                <a:pos x="connsiteX17565" y="connsiteY17565"/>
              </a:cxn>
              <a:cxn ang="0">
                <a:pos x="connsiteX17566" y="connsiteY17566"/>
              </a:cxn>
              <a:cxn ang="0">
                <a:pos x="connsiteX17567" y="connsiteY17567"/>
              </a:cxn>
              <a:cxn ang="0">
                <a:pos x="connsiteX17568" y="connsiteY17568"/>
              </a:cxn>
              <a:cxn ang="0">
                <a:pos x="connsiteX17569" y="connsiteY17569"/>
              </a:cxn>
              <a:cxn ang="0">
                <a:pos x="connsiteX17570" y="connsiteY17570"/>
              </a:cxn>
              <a:cxn ang="0">
                <a:pos x="connsiteX17571" y="connsiteY17571"/>
              </a:cxn>
              <a:cxn ang="0">
                <a:pos x="connsiteX17572" y="connsiteY17572"/>
              </a:cxn>
              <a:cxn ang="0">
                <a:pos x="connsiteX17573" y="connsiteY17573"/>
              </a:cxn>
              <a:cxn ang="0">
                <a:pos x="connsiteX17574" y="connsiteY17574"/>
              </a:cxn>
              <a:cxn ang="0">
                <a:pos x="connsiteX17575" y="connsiteY17575"/>
              </a:cxn>
              <a:cxn ang="0">
                <a:pos x="connsiteX17576" y="connsiteY17576"/>
              </a:cxn>
              <a:cxn ang="0">
                <a:pos x="connsiteX17577" y="connsiteY17577"/>
              </a:cxn>
              <a:cxn ang="0">
                <a:pos x="connsiteX17578" y="connsiteY17578"/>
              </a:cxn>
              <a:cxn ang="0">
                <a:pos x="connsiteX17579" y="connsiteY17579"/>
              </a:cxn>
              <a:cxn ang="0">
                <a:pos x="connsiteX17580" y="connsiteY17580"/>
              </a:cxn>
              <a:cxn ang="0">
                <a:pos x="connsiteX17581" y="connsiteY17581"/>
              </a:cxn>
              <a:cxn ang="0">
                <a:pos x="connsiteX17582" y="connsiteY17582"/>
              </a:cxn>
              <a:cxn ang="0">
                <a:pos x="connsiteX17583" y="connsiteY17583"/>
              </a:cxn>
              <a:cxn ang="0">
                <a:pos x="connsiteX17584" y="connsiteY17584"/>
              </a:cxn>
              <a:cxn ang="0">
                <a:pos x="connsiteX17585" y="connsiteY17585"/>
              </a:cxn>
              <a:cxn ang="0">
                <a:pos x="connsiteX17586" y="connsiteY17586"/>
              </a:cxn>
              <a:cxn ang="0">
                <a:pos x="connsiteX17587" y="connsiteY17587"/>
              </a:cxn>
              <a:cxn ang="0">
                <a:pos x="connsiteX17588" y="connsiteY17588"/>
              </a:cxn>
              <a:cxn ang="0">
                <a:pos x="connsiteX17589" y="connsiteY17589"/>
              </a:cxn>
              <a:cxn ang="0">
                <a:pos x="connsiteX17590" y="connsiteY17590"/>
              </a:cxn>
              <a:cxn ang="0">
                <a:pos x="connsiteX17591" y="connsiteY17591"/>
              </a:cxn>
              <a:cxn ang="0">
                <a:pos x="connsiteX17592" y="connsiteY17592"/>
              </a:cxn>
              <a:cxn ang="0">
                <a:pos x="connsiteX17593" y="connsiteY17593"/>
              </a:cxn>
              <a:cxn ang="0">
                <a:pos x="connsiteX17594" y="connsiteY17594"/>
              </a:cxn>
              <a:cxn ang="0">
                <a:pos x="connsiteX17595" y="connsiteY17595"/>
              </a:cxn>
              <a:cxn ang="0">
                <a:pos x="connsiteX17596" y="connsiteY17596"/>
              </a:cxn>
              <a:cxn ang="0">
                <a:pos x="connsiteX17597" y="connsiteY17597"/>
              </a:cxn>
              <a:cxn ang="0">
                <a:pos x="connsiteX17598" y="connsiteY17598"/>
              </a:cxn>
              <a:cxn ang="0">
                <a:pos x="connsiteX17599" y="connsiteY17599"/>
              </a:cxn>
              <a:cxn ang="0">
                <a:pos x="connsiteX17600" y="connsiteY17600"/>
              </a:cxn>
              <a:cxn ang="0">
                <a:pos x="connsiteX17601" y="connsiteY17601"/>
              </a:cxn>
              <a:cxn ang="0">
                <a:pos x="connsiteX17602" y="connsiteY17602"/>
              </a:cxn>
              <a:cxn ang="0">
                <a:pos x="connsiteX17603" y="connsiteY17603"/>
              </a:cxn>
              <a:cxn ang="0">
                <a:pos x="connsiteX17604" y="connsiteY17604"/>
              </a:cxn>
              <a:cxn ang="0">
                <a:pos x="connsiteX17605" y="connsiteY17605"/>
              </a:cxn>
              <a:cxn ang="0">
                <a:pos x="connsiteX17606" y="connsiteY17606"/>
              </a:cxn>
              <a:cxn ang="0">
                <a:pos x="connsiteX17607" y="connsiteY17607"/>
              </a:cxn>
              <a:cxn ang="0">
                <a:pos x="connsiteX17608" y="connsiteY17608"/>
              </a:cxn>
              <a:cxn ang="0">
                <a:pos x="connsiteX17609" y="connsiteY17609"/>
              </a:cxn>
              <a:cxn ang="0">
                <a:pos x="connsiteX17610" y="connsiteY17610"/>
              </a:cxn>
              <a:cxn ang="0">
                <a:pos x="connsiteX17611" y="connsiteY17611"/>
              </a:cxn>
              <a:cxn ang="0">
                <a:pos x="connsiteX17612" y="connsiteY17612"/>
              </a:cxn>
              <a:cxn ang="0">
                <a:pos x="connsiteX17613" y="connsiteY17613"/>
              </a:cxn>
              <a:cxn ang="0">
                <a:pos x="connsiteX17614" y="connsiteY17614"/>
              </a:cxn>
              <a:cxn ang="0">
                <a:pos x="connsiteX17615" y="connsiteY17615"/>
              </a:cxn>
              <a:cxn ang="0">
                <a:pos x="connsiteX17616" y="connsiteY17616"/>
              </a:cxn>
              <a:cxn ang="0">
                <a:pos x="connsiteX17617" y="connsiteY17617"/>
              </a:cxn>
              <a:cxn ang="0">
                <a:pos x="connsiteX17618" y="connsiteY17618"/>
              </a:cxn>
              <a:cxn ang="0">
                <a:pos x="connsiteX17619" y="connsiteY17619"/>
              </a:cxn>
              <a:cxn ang="0">
                <a:pos x="connsiteX17620" y="connsiteY17620"/>
              </a:cxn>
              <a:cxn ang="0">
                <a:pos x="connsiteX17621" y="connsiteY17621"/>
              </a:cxn>
              <a:cxn ang="0">
                <a:pos x="connsiteX17622" y="connsiteY17622"/>
              </a:cxn>
              <a:cxn ang="0">
                <a:pos x="connsiteX17623" y="connsiteY17623"/>
              </a:cxn>
              <a:cxn ang="0">
                <a:pos x="connsiteX17624" y="connsiteY17624"/>
              </a:cxn>
              <a:cxn ang="0">
                <a:pos x="connsiteX17625" y="connsiteY17625"/>
              </a:cxn>
              <a:cxn ang="0">
                <a:pos x="connsiteX17626" y="connsiteY17626"/>
              </a:cxn>
              <a:cxn ang="0">
                <a:pos x="connsiteX17627" y="connsiteY17627"/>
              </a:cxn>
              <a:cxn ang="0">
                <a:pos x="connsiteX17628" y="connsiteY17628"/>
              </a:cxn>
              <a:cxn ang="0">
                <a:pos x="connsiteX17629" y="connsiteY17629"/>
              </a:cxn>
              <a:cxn ang="0">
                <a:pos x="connsiteX17630" y="connsiteY17630"/>
              </a:cxn>
              <a:cxn ang="0">
                <a:pos x="connsiteX17631" y="connsiteY17631"/>
              </a:cxn>
              <a:cxn ang="0">
                <a:pos x="connsiteX17632" y="connsiteY17632"/>
              </a:cxn>
              <a:cxn ang="0">
                <a:pos x="connsiteX17633" y="connsiteY17633"/>
              </a:cxn>
              <a:cxn ang="0">
                <a:pos x="connsiteX17634" y="connsiteY17634"/>
              </a:cxn>
              <a:cxn ang="0">
                <a:pos x="connsiteX17635" y="connsiteY17635"/>
              </a:cxn>
              <a:cxn ang="0">
                <a:pos x="connsiteX17636" y="connsiteY17636"/>
              </a:cxn>
              <a:cxn ang="0">
                <a:pos x="connsiteX17637" y="connsiteY17637"/>
              </a:cxn>
              <a:cxn ang="0">
                <a:pos x="connsiteX17638" y="connsiteY17638"/>
              </a:cxn>
              <a:cxn ang="0">
                <a:pos x="connsiteX17639" y="connsiteY17639"/>
              </a:cxn>
              <a:cxn ang="0">
                <a:pos x="connsiteX17640" y="connsiteY17640"/>
              </a:cxn>
              <a:cxn ang="0">
                <a:pos x="connsiteX17641" y="connsiteY17641"/>
              </a:cxn>
              <a:cxn ang="0">
                <a:pos x="connsiteX17642" y="connsiteY17642"/>
              </a:cxn>
              <a:cxn ang="0">
                <a:pos x="connsiteX17643" y="connsiteY17643"/>
              </a:cxn>
              <a:cxn ang="0">
                <a:pos x="connsiteX17644" y="connsiteY17644"/>
              </a:cxn>
              <a:cxn ang="0">
                <a:pos x="connsiteX17645" y="connsiteY17645"/>
              </a:cxn>
              <a:cxn ang="0">
                <a:pos x="connsiteX17646" y="connsiteY17646"/>
              </a:cxn>
              <a:cxn ang="0">
                <a:pos x="connsiteX17647" y="connsiteY17647"/>
              </a:cxn>
              <a:cxn ang="0">
                <a:pos x="connsiteX17648" y="connsiteY17648"/>
              </a:cxn>
              <a:cxn ang="0">
                <a:pos x="connsiteX17649" y="connsiteY17649"/>
              </a:cxn>
              <a:cxn ang="0">
                <a:pos x="connsiteX17650" y="connsiteY17650"/>
              </a:cxn>
              <a:cxn ang="0">
                <a:pos x="connsiteX17651" y="connsiteY17651"/>
              </a:cxn>
              <a:cxn ang="0">
                <a:pos x="connsiteX17652" y="connsiteY17652"/>
              </a:cxn>
              <a:cxn ang="0">
                <a:pos x="connsiteX17653" y="connsiteY17653"/>
              </a:cxn>
              <a:cxn ang="0">
                <a:pos x="connsiteX17654" y="connsiteY17654"/>
              </a:cxn>
              <a:cxn ang="0">
                <a:pos x="connsiteX17655" y="connsiteY17655"/>
              </a:cxn>
              <a:cxn ang="0">
                <a:pos x="connsiteX17656" y="connsiteY17656"/>
              </a:cxn>
              <a:cxn ang="0">
                <a:pos x="connsiteX17657" y="connsiteY17657"/>
              </a:cxn>
              <a:cxn ang="0">
                <a:pos x="connsiteX17658" y="connsiteY17658"/>
              </a:cxn>
              <a:cxn ang="0">
                <a:pos x="connsiteX17659" y="connsiteY17659"/>
              </a:cxn>
              <a:cxn ang="0">
                <a:pos x="connsiteX17660" y="connsiteY17660"/>
              </a:cxn>
              <a:cxn ang="0">
                <a:pos x="connsiteX17661" y="connsiteY17661"/>
              </a:cxn>
              <a:cxn ang="0">
                <a:pos x="connsiteX17662" y="connsiteY17662"/>
              </a:cxn>
              <a:cxn ang="0">
                <a:pos x="connsiteX17663" y="connsiteY17663"/>
              </a:cxn>
              <a:cxn ang="0">
                <a:pos x="connsiteX17664" y="connsiteY17664"/>
              </a:cxn>
              <a:cxn ang="0">
                <a:pos x="connsiteX17665" y="connsiteY17665"/>
              </a:cxn>
              <a:cxn ang="0">
                <a:pos x="connsiteX17666" y="connsiteY17666"/>
              </a:cxn>
              <a:cxn ang="0">
                <a:pos x="connsiteX17667" y="connsiteY17667"/>
              </a:cxn>
              <a:cxn ang="0">
                <a:pos x="connsiteX17668" y="connsiteY17668"/>
              </a:cxn>
              <a:cxn ang="0">
                <a:pos x="connsiteX17669" y="connsiteY17669"/>
              </a:cxn>
              <a:cxn ang="0">
                <a:pos x="connsiteX17670" y="connsiteY17670"/>
              </a:cxn>
              <a:cxn ang="0">
                <a:pos x="connsiteX17671" y="connsiteY17671"/>
              </a:cxn>
              <a:cxn ang="0">
                <a:pos x="connsiteX17672" y="connsiteY17672"/>
              </a:cxn>
              <a:cxn ang="0">
                <a:pos x="connsiteX17673" y="connsiteY17673"/>
              </a:cxn>
              <a:cxn ang="0">
                <a:pos x="connsiteX17674" y="connsiteY17674"/>
              </a:cxn>
              <a:cxn ang="0">
                <a:pos x="connsiteX17675" y="connsiteY17675"/>
              </a:cxn>
              <a:cxn ang="0">
                <a:pos x="connsiteX17676" y="connsiteY17676"/>
              </a:cxn>
              <a:cxn ang="0">
                <a:pos x="connsiteX17677" y="connsiteY17677"/>
              </a:cxn>
              <a:cxn ang="0">
                <a:pos x="connsiteX17678" y="connsiteY17678"/>
              </a:cxn>
              <a:cxn ang="0">
                <a:pos x="connsiteX17679" y="connsiteY17679"/>
              </a:cxn>
              <a:cxn ang="0">
                <a:pos x="connsiteX17680" y="connsiteY17680"/>
              </a:cxn>
              <a:cxn ang="0">
                <a:pos x="connsiteX17681" y="connsiteY17681"/>
              </a:cxn>
              <a:cxn ang="0">
                <a:pos x="connsiteX17682" y="connsiteY17682"/>
              </a:cxn>
              <a:cxn ang="0">
                <a:pos x="connsiteX17683" y="connsiteY17683"/>
              </a:cxn>
              <a:cxn ang="0">
                <a:pos x="connsiteX17684" y="connsiteY17684"/>
              </a:cxn>
              <a:cxn ang="0">
                <a:pos x="connsiteX17685" y="connsiteY17685"/>
              </a:cxn>
              <a:cxn ang="0">
                <a:pos x="connsiteX17686" y="connsiteY17686"/>
              </a:cxn>
              <a:cxn ang="0">
                <a:pos x="connsiteX17687" y="connsiteY17687"/>
              </a:cxn>
              <a:cxn ang="0">
                <a:pos x="connsiteX17688" y="connsiteY17688"/>
              </a:cxn>
              <a:cxn ang="0">
                <a:pos x="connsiteX17689" y="connsiteY17689"/>
              </a:cxn>
              <a:cxn ang="0">
                <a:pos x="connsiteX17690" y="connsiteY17690"/>
              </a:cxn>
              <a:cxn ang="0">
                <a:pos x="connsiteX17691" y="connsiteY17691"/>
              </a:cxn>
              <a:cxn ang="0">
                <a:pos x="connsiteX17692" y="connsiteY17692"/>
              </a:cxn>
              <a:cxn ang="0">
                <a:pos x="connsiteX17693" y="connsiteY17693"/>
              </a:cxn>
              <a:cxn ang="0">
                <a:pos x="connsiteX17694" y="connsiteY17694"/>
              </a:cxn>
              <a:cxn ang="0">
                <a:pos x="connsiteX17695" y="connsiteY17695"/>
              </a:cxn>
              <a:cxn ang="0">
                <a:pos x="connsiteX17696" y="connsiteY17696"/>
              </a:cxn>
              <a:cxn ang="0">
                <a:pos x="connsiteX17697" y="connsiteY17697"/>
              </a:cxn>
              <a:cxn ang="0">
                <a:pos x="connsiteX17698" y="connsiteY17698"/>
              </a:cxn>
              <a:cxn ang="0">
                <a:pos x="connsiteX17699" y="connsiteY17699"/>
              </a:cxn>
              <a:cxn ang="0">
                <a:pos x="connsiteX17700" y="connsiteY17700"/>
              </a:cxn>
              <a:cxn ang="0">
                <a:pos x="connsiteX17701" y="connsiteY17701"/>
              </a:cxn>
              <a:cxn ang="0">
                <a:pos x="connsiteX17702" y="connsiteY17702"/>
              </a:cxn>
              <a:cxn ang="0">
                <a:pos x="connsiteX17703" y="connsiteY17703"/>
              </a:cxn>
              <a:cxn ang="0">
                <a:pos x="connsiteX17704" y="connsiteY17704"/>
              </a:cxn>
              <a:cxn ang="0">
                <a:pos x="connsiteX17705" y="connsiteY17705"/>
              </a:cxn>
              <a:cxn ang="0">
                <a:pos x="connsiteX17706" y="connsiteY17706"/>
              </a:cxn>
              <a:cxn ang="0">
                <a:pos x="connsiteX17707" y="connsiteY17707"/>
              </a:cxn>
              <a:cxn ang="0">
                <a:pos x="connsiteX17708" y="connsiteY17708"/>
              </a:cxn>
              <a:cxn ang="0">
                <a:pos x="connsiteX17709" y="connsiteY17709"/>
              </a:cxn>
              <a:cxn ang="0">
                <a:pos x="connsiteX17710" y="connsiteY17710"/>
              </a:cxn>
              <a:cxn ang="0">
                <a:pos x="connsiteX17711" y="connsiteY17711"/>
              </a:cxn>
              <a:cxn ang="0">
                <a:pos x="connsiteX17712" y="connsiteY17712"/>
              </a:cxn>
              <a:cxn ang="0">
                <a:pos x="connsiteX17713" y="connsiteY17713"/>
              </a:cxn>
              <a:cxn ang="0">
                <a:pos x="connsiteX17714" y="connsiteY17714"/>
              </a:cxn>
              <a:cxn ang="0">
                <a:pos x="connsiteX17715" y="connsiteY17715"/>
              </a:cxn>
              <a:cxn ang="0">
                <a:pos x="connsiteX17716" y="connsiteY17716"/>
              </a:cxn>
              <a:cxn ang="0">
                <a:pos x="connsiteX17717" y="connsiteY17717"/>
              </a:cxn>
              <a:cxn ang="0">
                <a:pos x="connsiteX17718" y="connsiteY17718"/>
              </a:cxn>
              <a:cxn ang="0">
                <a:pos x="connsiteX17719" y="connsiteY17719"/>
              </a:cxn>
              <a:cxn ang="0">
                <a:pos x="connsiteX17720" y="connsiteY17720"/>
              </a:cxn>
              <a:cxn ang="0">
                <a:pos x="connsiteX17721" y="connsiteY17721"/>
              </a:cxn>
              <a:cxn ang="0">
                <a:pos x="connsiteX17722" y="connsiteY17722"/>
              </a:cxn>
              <a:cxn ang="0">
                <a:pos x="connsiteX17723" y="connsiteY17723"/>
              </a:cxn>
              <a:cxn ang="0">
                <a:pos x="connsiteX17724" y="connsiteY17724"/>
              </a:cxn>
              <a:cxn ang="0">
                <a:pos x="connsiteX17725" y="connsiteY17725"/>
              </a:cxn>
              <a:cxn ang="0">
                <a:pos x="connsiteX17726" y="connsiteY17726"/>
              </a:cxn>
              <a:cxn ang="0">
                <a:pos x="connsiteX17727" y="connsiteY17727"/>
              </a:cxn>
              <a:cxn ang="0">
                <a:pos x="connsiteX17728" y="connsiteY17728"/>
              </a:cxn>
              <a:cxn ang="0">
                <a:pos x="connsiteX17729" y="connsiteY17729"/>
              </a:cxn>
              <a:cxn ang="0">
                <a:pos x="connsiteX17730" y="connsiteY17730"/>
              </a:cxn>
              <a:cxn ang="0">
                <a:pos x="connsiteX17731" y="connsiteY17731"/>
              </a:cxn>
              <a:cxn ang="0">
                <a:pos x="connsiteX17732" y="connsiteY17732"/>
              </a:cxn>
              <a:cxn ang="0">
                <a:pos x="connsiteX17733" y="connsiteY17733"/>
              </a:cxn>
              <a:cxn ang="0">
                <a:pos x="connsiteX17734" y="connsiteY17734"/>
              </a:cxn>
              <a:cxn ang="0">
                <a:pos x="connsiteX17735" y="connsiteY17735"/>
              </a:cxn>
              <a:cxn ang="0">
                <a:pos x="connsiteX17736" y="connsiteY17736"/>
              </a:cxn>
              <a:cxn ang="0">
                <a:pos x="connsiteX17737" y="connsiteY17737"/>
              </a:cxn>
              <a:cxn ang="0">
                <a:pos x="connsiteX17738" y="connsiteY17738"/>
              </a:cxn>
              <a:cxn ang="0">
                <a:pos x="connsiteX17739" y="connsiteY17739"/>
              </a:cxn>
              <a:cxn ang="0">
                <a:pos x="connsiteX17740" y="connsiteY17740"/>
              </a:cxn>
              <a:cxn ang="0">
                <a:pos x="connsiteX17741" y="connsiteY17741"/>
              </a:cxn>
              <a:cxn ang="0">
                <a:pos x="connsiteX17742" y="connsiteY17742"/>
              </a:cxn>
              <a:cxn ang="0">
                <a:pos x="connsiteX17743" y="connsiteY17743"/>
              </a:cxn>
              <a:cxn ang="0">
                <a:pos x="connsiteX17744" y="connsiteY17744"/>
              </a:cxn>
              <a:cxn ang="0">
                <a:pos x="connsiteX17745" y="connsiteY17745"/>
              </a:cxn>
              <a:cxn ang="0">
                <a:pos x="connsiteX17746" y="connsiteY17746"/>
              </a:cxn>
              <a:cxn ang="0">
                <a:pos x="connsiteX17747" y="connsiteY17747"/>
              </a:cxn>
              <a:cxn ang="0">
                <a:pos x="connsiteX17748" y="connsiteY17748"/>
              </a:cxn>
              <a:cxn ang="0">
                <a:pos x="connsiteX17749" y="connsiteY17749"/>
              </a:cxn>
              <a:cxn ang="0">
                <a:pos x="connsiteX17750" y="connsiteY17750"/>
              </a:cxn>
              <a:cxn ang="0">
                <a:pos x="connsiteX17751" y="connsiteY17751"/>
              </a:cxn>
              <a:cxn ang="0">
                <a:pos x="connsiteX17752" y="connsiteY17752"/>
              </a:cxn>
              <a:cxn ang="0">
                <a:pos x="connsiteX17753" y="connsiteY17753"/>
              </a:cxn>
              <a:cxn ang="0">
                <a:pos x="connsiteX17754" y="connsiteY17754"/>
              </a:cxn>
              <a:cxn ang="0">
                <a:pos x="connsiteX17755" y="connsiteY17755"/>
              </a:cxn>
              <a:cxn ang="0">
                <a:pos x="connsiteX17756" y="connsiteY17756"/>
              </a:cxn>
              <a:cxn ang="0">
                <a:pos x="connsiteX17757" y="connsiteY17757"/>
              </a:cxn>
              <a:cxn ang="0">
                <a:pos x="connsiteX17758" y="connsiteY17758"/>
              </a:cxn>
              <a:cxn ang="0">
                <a:pos x="connsiteX17759" y="connsiteY17759"/>
              </a:cxn>
              <a:cxn ang="0">
                <a:pos x="connsiteX17760" y="connsiteY17760"/>
              </a:cxn>
              <a:cxn ang="0">
                <a:pos x="connsiteX17761" y="connsiteY17761"/>
              </a:cxn>
              <a:cxn ang="0">
                <a:pos x="connsiteX17762" y="connsiteY17762"/>
              </a:cxn>
              <a:cxn ang="0">
                <a:pos x="connsiteX17763" y="connsiteY17763"/>
              </a:cxn>
              <a:cxn ang="0">
                <a:pos x="connsiteX17764" y="connsiteY17764"/>
              </a:cxn>
              <a:cxn ang="0">
                <a:pos x="connsiteX17765" y="connsiteY17765"/>
              </a:cxn>
              <a:cxn ang="0">
                <a:pos x="connsiteX17766" y="connsiteY17766"/>
              </a:cxn>
              <a:cxn ang="0">
                <a:pos x="connsiteX17767" y="connsiteY17767"/>
              </a:cxn>
              <a:cxn ang="0">
                <a:pos x="connsiteX17768" y="connsiteY17768"/>
              </a:cxn>
              <a:cxn ang="0">
                <a:pos x="connsiteX17769" y="connsiteY17769"/>
              </a:cxn>
              <a:cxn ang="0">
                <a:pos x="connsiteX17770" y="connsiteY17770"/>
              </a:cxn>
              <a:cxn ang="0">
                <a:pos x="connsiteX17771" y="connsiteY17771"/>
              </a:cxn>
              <a:cxn ang="0">
                <a:pos x="connsiteX17772" y="connsiteY17772"/>
              </a:cxn>
              <a:cxn ang="0">
                <a:pos x="connsiteX17773" y="connsiteY17773"/>
              </a:cxn>
              <a:cxn ang="0">
                <a:pos x="connsiteX17774" y="connsiteY17774"/>
              </a:cxn>
              <a:cxn ang="0">
                <a:pos x="connsiteX17775" y="connsiteY17775"/>
              </a:cxn>
              <a:cxn ang="0">
                <a:pos x="connsiteX17776" y="connsiteY17776"/>
              </a:cxn>
              <a:cxn ang="0">
                <a:pos x="connsiteX17777" y="connsiteY17777"/>
              </a:cxn>
              <a:cxn ang="0">
                <a:pos x="connsiteX17778" y="connsiteY17778"/>
              </a:cxn>
              <a:cxn ang="0">
                <a:pos x="connsiteX17779" y="connsiteY17779"/>
              </a:cxn>
              <a:cxn ang="0">
                <a:pos x="connsiteX17780" y="connsiteY17780"/>
              </a:cxn>
              <a:cxn ang="0">
                <a:pos x="connsiteX17781" y="connsiteY17781"/>
              </a:cxn>
              <a:cxn ang="0">
                <a:pos x="connsiteX17782" y="connsiteY17782"/>
              </a:cxn>
              <a:cxn ang="0">
                <a:pos x="connsiteX17783" y="connsiteY17783"/>
              </a:cxn>
              <a:cxn ang="0">
                <a:pos x="connsiteX17784" y="connsiteY17784"/>
              </a:cxn>
              <a:cxn ang="0">
                <a:pos x="connsiteX17785" y="connsiteY17785"/>
              </a:cxn>
              <a:cxn ang="0">
                <a:pos x="connsiteX17786" y="connsiteY17786"/>
              </a:cxn>
              <a:cxn ang="0">
                <a:pos x="connsiteX17787" y="connsiteY17787"/>
              </a:cxn>
              <a:cxn ang="0">
                <a:pos x="connsiteX17788" y="connsiteY17788"/>
              </a:cxn>
              <a:cxn ang="0">
                <a:pos x="connsiteX17789" y="connsiteY17789"/>
              </a:cxn>
              <a:cxn ang="0">
                <a:pos x="connsiteX17790" y="connsiteY17790"/>
              </a:cxn>
              <a:cxn ang="0">
                <a:pos x="connsiteX17791" y="connsiteY17791"/>
              </a:cxn>
              <a:cxn ang="0">
                <a:pos x="connsiteX17792" y="connsiteY17792"/>
              </a:cxn>
              <a:cxn ang="0">
                <a:pos x="connsiteX17793" y="connsiteY17793"/>
              </a:cxn>
              <a:cxn ang="0">
                <a:pos x="connsiteX17794" y="connsiteY17794"/>
              </a:cxn>
              <a:cxn ang="0">
                <a:pos x="connsiteX17795" y="connsiteY17795"/>
              </a:cxn>
              <a:cxn ang="0">
                <a:pos x="connsiteX17796" y="connsiteY17796"/>
              </a:cxn>
              <a:cxn ang="0">
                <a:pos x="connsiteX17797" y="connsiteY17797"/>
              </a:cxn>
              <a:cxn ang="0">
                <a:pos x="connsiteX17798" y="connsiteY17798"/>
              </a:cxn>
              <a:cxn ang="0">
                <a:pos x="connsiteX17799" y="connsiteY17799"/>
              </a:cxn>
              <a:cxn ang="0">
                <a:pos x="connsiteX17800" y="connsiteY17800"/>
              </a:cxn>
              <a:cxn ang="0">
                <a:pos x="connsiteX17801" y="connsiteY17801"/>
              </a:cxn>
              <a:cxn ang="0">
                <a:pos x="connsiteX17802" y="connsiteY17802"/>
              </a:cxn>
              <a:cxn ang="0">
                <a:pos x="connsiteX17803" y="connsiteY17803"/>
              </a:cxn>
              <a:cxn ang="0">
                <a:pos x="connsiteX17804" y="connsiteY17804"/>
              </a:cxn>
              <a:cxn ang="0">
                <a:pos x="connsiteX17805" y="connsiteY17805"/>
              </a:cxn>
              <a:cxn ang="0">
                <a:pos x="connsiteX17806" y="connsiteY17806"/>
              </a:cxn>
              <a:cxn ang="0">
                <a:pos x="connsiteX17807" y="connsiteY17807"/>
              </a:cxn>
              <a:cxn ang="0">
                <a:pos x="connsiteX17808" y="connsiteY17808"/>
              </a:cxn>
              <a:cxn ang="0">
                <a:pos x="connsiteX17809" y="connsiteY17809"/>
              </a:cxn>
              <a:cxn ang="0">
                <a:pos x="connsiteX17810" y="connsiteY17810"/>
              </a:cxn>
              <a:cxn ang="0">
                <a:pos x="connsiteX17811" y="connsiteY17811"/>
              </a:cxn>
              <a:cxn ang="0">
                <a:pos x="connsiteX17812" y="connsiteY17812"/>
              </a:cxn>
              <a:cxn ang="0">
                <a:pos x="connsiteX17813" y="connsiteY17813"/>
              </a:cxn>
              <a:cxn ang="0">
                <a:pos x="connsiteX17814" y="connsiteY17814"/>
              </a:cxn>
              <a:cxn ang="0">
                <a:pos x="connsiteX17815" y="connsiteY17815"/>
              </a:cxn>
              <a:cxn ang="0">
                <a:pos x="connsiteX17816" y="connsiteY17816"/>
              </a:cxn>
              <a:cxn ang="0">
                <a:pos x="connsiteX17817" y="connsiteY17817"/>
              </a:cxn>
              <a:cxn ang="0">
                <a:pos x="connsiteX17818" y="connsiteY17818"/>
              </a:cxn>
              <a:cxn ang="0">
                <a:pos x="connsiteX17819" y="connsiteY17819"/>
              </a:cxn>
              <a:cxn ang="0">
                <a:pos x="connsiteX17820" y="connsiteY17820"/>
              </a:cxn>
              <a:cxn ang="0">
                <a:pos x="connsiteX17821" y="connsiteY17821"/>
              </a:cxn>
              <a:cxn ang="0">
                <a:pos x="connsiteX17822" y="connsiteY17822"/>
              </a:cxn>
              <a:cxn ang="0">
                <a:pos x="connsiteX17823" y="connsiteY17823"/>
              </a:cxn>
              <a:cxn ang="0">
                <a:pos x="connsiteX17824" y="connsiteY17824"/>
              </a:cxn>
              <a:cxn ang="0">
                <a:pos x="connsiteX17825" y="connsiteY17825"/>
              </a:cxn>
              <a:cxn ang="0">
                <a:pos x="connsiteX17826" y="connsiteY17826"/>
              </a:cxn>
              <a:cxn ang="0">
                <a:pos x="connsiteX17827" y="connsiteY17827"/>
              </a:cxn>
              <a:cxn ang="0">
                <a:pos x="connsiteX17828" y="connsiteY17828"/>
              </a:cxn>
              <a:cxn ang="0">
                <a:pos x="connsiteX17829" y="connsiteY17829"/>
              </a:cxn>
              <a:cxn ang="0">
                <a:pos x="connsiteX17830" y="connsiteY17830"/>
              </a:cxn>
              <a:cxn ang="0">
                <a:pos x="connsiteX17831" y="connsiteY17831"/>
              </a:cxn>
              <a:cxn ang="0">
                <a:pos x="connsiteX17832" y="connsiteY17832"/>
              </a:cxn>
              <a:cxn ang="0">
                <a:pos x="connsiteX17833" y="connsiteY17833"/>
              </a:cxn>
              <a:cxn ang="0">
                <a:pos x="connsiteX17834" y="connsiteY17834"/>
              </a:cxn>
              <a:cxn ang="0">
                <a:pos x="connsiteX17835" y="connsiteY17835"/>
              </a:cxn>
              <a:cxn ang="0">
                <a:pos x="connsiteX17836" y="connsiteY17836"/>
              </a:cxn>
              <a:cxn ang="0">
                <a:pos x="connsiteX17837" y="connsiteY17837"/>
              </a:cxn>
              <a:cxn ang="0">
                <a:pos x="connsiteX17838" y="connsiteY17838"/>
              </a:cxn>
              <a:cxn ang="0">
                <a:pos x="connsiteX17839" y="connsiteY17839"/>
              </a:cxn>
              <a:cxn ang="0">
                <a:pos x="connsiteX17840" y="connsiteY17840"/>
              </a:cxn>
              <a:cxn ang="0">
                <a:pos x="connsiteX17841" y="connsiteY17841"/>
              </a:cxn>
              <a:cxn ang="0">
                <a:pos x="connsiteX17842" y="connsiteY17842"/>
              </a:cxn>
              <a:cxn ang="0">
                <a:pos x="connsiteX17843" y="connsiteY17843"/>
              </a:cxn>
              <a:cxn ang="0">
                <a:pos x="connsiteX17844" y="connsiteY17844"/>
              </a:cxn>
              <a:cxn ang="0">
                <a:pos x="connsiteX17845" y="connsiteY17845"/>
              </a:cxn>
              <a:cxn ang="0">
                <a:pos x="connsiteX17846" y="connsiteY17846"/>
              </a:cxn>
              <a:cxn ang="0">
                <a:pos x="connsiteX17847" y="connsiteY17847"/>
              </a:cxn>
              <a:cxn ang="0">
                <a:pos x="connsiteX17848" y="connsiteY17848"/>
              </a:cxn>
              <a:cxn ang="0">
                <a:pos x="connsiteX17849" y="connsiteY17849"/>
              </a:cxn>
              <a:cxn ang="0">
                <a:pos x="connsiteX17850" y="connsiteY17850"/>
              </a:cxn>
              <a:cxn ang="0">
                <a:pos x="connsiteX17851" y="connsiteY17851"/>
              </a:cxn>
              <a:cxn ang="0">
                <a:pos x="connsiteX17852" y="connsiteY17852"/>
              </a:cxn>
              <a:cxn ang="0">
                <a:pos x="connsiteX17853" y="connsiteY17853"/>
              </a:cxn>
              <a:cxn ang="0">
                <a:pos x="connsiteX17854" y="connsiteY17854"/>
              </a:cxn>
              <a:cxn ang="0">
                <a:pos x="connsiteX17855" y="connsiteY17855"/>
              </a:cxn>
              <a:cxn ang="0">
                <a:pos x="connsiteX17856" y="connsiteY17856"/>
              </a:cxn>
              <a:cxn ang="0">
                <a:pos x="connsiteX17857" y="connsiteY17857"/>
              </a:cxn>
              <a:cxn ang="0">
                <a:pos x="connsiteX17858" y="connsiteY17858"/>
              </a:cxn>
              <a:cxn ang="0">
                <a:pos x="connsiteX17859" y="connsiteY17859"/>
              </a:cxn>
              <a:cxn ang="0">
                <a:pos x="connsiteX17860" y="connsiteY17860"/>
              </a:cxn>
              <a:cxn ang="0">
                <a:pos x="connsiteX17861" y="connsiteY17861"/>
              </a:cxn>
              <a:cxn ang="0">
                <a:pos x="connsiteX17862" y="connsiteY17862"/>
              </a:cxn>
              <a:cxn ang="0">
                <a:pos x="connsiteX17863" y="connsiteY17863"/>
              </a:cxn>
              <a:cxn ang="0">
                <a:pos x="connsiteX17864" y="connsiteY17864"/>
              </a:cxn>
              <a:cxn ang="0">
                <a:pos x="connsiteX17865" y="connsiteY17865"/>
              </a:cxn>
              <a:cxn ang="0">
                <a:pos x="connsiteX17866" y="connsiteY17866"/>
              </a:cxn>
              <a:cxn ang="0">
                <a:pos x="connsiteX17867" y="connsiteY17867"/>
              </a:cxn>
              <a:cxn ang="0">
                <a:pos x="connsiteX17868" y="connsiteY17868"/>
              </a:cxn>
              <a:cxn ang="0">
                <a:pos x="connsiteX17869" y="connsiteY17869"/>
              </a:cxn>
              <a:cxn ang="0">
                <a:pos x="connsiteX17870" y="connsiteY17870"/>
              </a:cxn>
              <a:cxn ang="0">
                <a:pos x="connsiteX17871" y="connsiteY17871"/>
              </a:cxn>
              <a:cxn ang="0">
                <a:pos x="connsiteX17872" y="connsiteY17872"/>
              </a:cxn>
              <a:cxn ang="0">
                <a:pos x="connsiteX17873" y="connsiteY17873"/>
              </a:cxn>
              <a:cxn ang="0">
                <a:pos x="connsiteX17874" y="connsiteY17874"/>
              </a:cxn>
              <a:cxn ang="0">
                <a:pos x="connsiteX17875" y="connsiteY17875"/>
              </a:cxn>
              <a:cxn ang="0">
                <a:pos x="connsiteX17876" y="connsiteY17876"/>
              </a:cxn>
              <a:cxn ang="0">
                <a:pos x="connsiteX17877" y="connsiteY17877"/>
              </a:cxn>
              <a:cxn ang="0">
                <a:pos x="connsiteX17878" y="connsiteY17878"/>
              </a:cxn>
              <a:cxn ang="0">
                <a:pos x="connsiteX17879" y="connsiteY17879"/>
              </a:cxn>
              <a:cxn ang="0">
                <a:pos x="connsiteX17880" y="connsiteY17880"/>
              </a:cxn>
              <a:cxn ang="0">
                <a:pos x="connsiteX17881" y="connsiteY17881"/>
              </a:cxn>
              <a:cxn ang="0">
                <a:pos x="connsiteX17882" y="connsiteY17882"/>
              </a:cxn>
              <a:cxn ang="0">
                <a:pos x="connsiteX17883" y="connsiteY17883"/>
              </a:cxn>
              <a:cxn ang="0">
                <a:pos x="connsiteX17884" y="connsiteY17884"/>
              </a:cxn>
              <a:cxn ang="0">
                <a:pos x="connsiteX17885" y="connsiteY17885"/>
              </a:cxn>
              <a:cxn ang="0">
                <a:pos x="connsiteX17886" y="connsiteY17886"/>
              </a:cxn>
              <a:cxn ang="0">
                <a:pos x="connsiteX17887" y="connsiteY17887"/>
              </a:cxn>
              <a:cxn ang="0">
                <a:pos x="connsiteX17888" y="connsiteY17888"/>
              </a:cxn>
              <a:cxn ang="0">
                <a:pos x="connsiteX17889" y="connsiteY17889"/>
              </a:cxn>
              <a:cxn ang="0">
                <a:pos x="connsiteX17890" y="connsiteY17890"/>
              </a:cxn>
              <a:cxn ang="0">
                <a:pos x="connsiteX17891" y="connsiteY17891"/>
              </a:cxn>
              <a:cxn ang="0">
                <a:pos x="connsiteX17892" y="connsiteY17892"/>
              </a:cxn>
              <a:cxn ang="0">
                <a:pos x="connsiteX17893" y="connsiteY17893"/>
              </a:cxn>
              <a:cxn ang="0">
                <a:pos x="connsiteX17894" y="connsiteY17894"/>
              </a:cxn>
              <a:cxn ang="0">
                <a:pos x="connsiteX17895" y="connsiteY17895"/>
              </a:cxn>
              <a:cxn ang="0">
                <a:pos x="connsiteX17896" y="connsiteY17896"/>
              </a:cxn>
              <a:cxn ang="0">
                <a:pos x="connsiteX17897" y="connsiteY17897"/>
              </a:cxn>
              <a:cxn ang="0">
                <a:pos x="connsiteX17898" y="connsiteY17898"/>
              </a:cxn>
              <a:cxn ang="0">
                <a:pos x="connsiteX17899" y="connsiteY17899"/>
              </a:cxn>
              <a:cxn ang="0">
                <a:pos x="connsiteX17900" y="connsiteY17900"/>
              </a:cxn>
              <a:cxn ang="0">
                <a:pos x="connsiteX17901" y="connsiteY17901"/>
              </a:cxn>
              <a:cxn ang="0">
                <a:pos x="connsiteX17902" y="connsiteY17902"/>
              </a:cxn>
              <a:cxn ang="0">
                <a:pos x="connsiteX17903" y="connsiteY17903"/>
              </a:cxn>
              <a:cxn ang="0">
                <a:pos x="connsiteX17904" y="connsiteY17904"/>
              </a:cxn>
              <a:cxn ang="0">
                <a:pos x="connsiteX17905" y="connsiteY17905"/>
              </a:cxn>
              <a:cxn ang="0">
                <a:pos x="connsiteX17906" y="connsiteY17906"/>
              </a:cxn>
              <a:cxn ang="0">
                <a:pos x="connsiteX17907" y="connsiteY17907"/>
              </a:cxn>
              <a:cxn ang="0">
                <a:pos x="connsiteX17908" y="connsiteY17908"/>
              </a:cxn>
              <a:cxn ang="0">
                <a:pos x="connsiteX17909" y="connsiteY17909"/>
              </a:cxn>
              <a:cxn ang="0">
                <a:pos x="connsiteX17910" y="connsiteY17910"/>
              </a:cxn>
              <a:cxn ang="0">
                <a:pos x="connsiteX17911" y="connsiteY17911"/>
              </a:cxn>
              <a:cxn ang="0">
                <a:pos x="connsiteX17912" y="connsiteY17912"/>
              </a:cxn>
              <a:cxn ang="0">
                <a:pos x="connsiteX17913" y="connsiteY17913"/>
              </a:cxn>
              <a:cxn ang="0">
                <a:pos x="connsiteX17914" y="connsiteY17914"/>
              </a:cxn>
              <a:cxn ang="0">
                <a:pos x="connsiteX17915" y="connsiteY17915"/>
              </a:cxn>
              <a:cxn ang="0">
                <a:pos x="connsiteX17916" y="connsiteY17916"/>
              </a:cxn>
              <a:cxn ang="0">
                <a:pos x="connsiteX17917" y="connsiteY17917"/>
              </a:cxn>
              <a:cxn ang="0">
                <a:pos x="connsiteX17918" y="connsiteY17918"/>
              </a:cxn>
              <a:cxn ang="0">
                <a:pos x="connsiteX17919" y="connsiteY17919"/>
              </a:cxn>
              <a:cxn ang="0">
                <a:pos x="connsiteX17920" y="connsiteY17920"/>
              </a:cxn>
              <a:cxn ang="0">
                <a:pos x="connsiteX17921" y="connsiteY17921"/>
              </a:cxn>
              <a:cxn ang="0">
                <a:pos x="connsiteX17922" y="connsiteY17922"/>
              </a:cxn>
              <a:cxn ang="0">
                <a:pos x="connsiteX17923" y="connsiteY17923"/>
              </a:cxn>
              <a:cxn ang="0">
                <a:pos x="connsiteX17924" y="connsiteY17924"/>
              </a:cxn>
              <a:cxn ang="0">
                <a:pos x="connsiteX17925" y="connsiteY17925"/>
              </a:cxn>
              <a:cxn ang="0">
                <a:pos x="connsiteX17926" y="connsiteY17926"/>
              </a:cxn>
              <a:cxn ang="0">
                <a:pos x="connsiteX17927" y="connsiteY17927"/>
              </a:cxn>
              <a:cxn ang="0">
                <a:pos x="connsiteX17928" y="connsiteY17928"/>
              </a:cxn>
              <a:cxn ang="0">
                <a:pos x="connsiteX17929" y="connsiteY17929"/>
              </a:cxn>
              <a:cxn ang="0">
                <a:pos x="connsiteX17930" y="connsiteY17930"/>
              </a:cxn>
              <a:cxn ang="0">
                <a:pos x="connsiteX17931" y="connsiteY17931"/>
              </a:cxn>
              <a:cxn ang="0">
                <a:pos x="connsiteX17932" y="connsiteY17932"/>
              </a:cxn>
              <a:cxn ang="0">
                <a:pos x="connsiteX17933" y="connsiteY17933"/>
              </a:cxn>
              <a:cxn ang="0">
                <a:pos x="connsiteX17934" y="connsiteY17934"/>
              </a:cxn>
              <a:cxn ang="0">
                <a:pos x="connsiteX17935" y="connsiteY17935"/>
              </a:cxn>
              <a:cxn ang="0">
                <a:pos x="connsiteX17936" y="connsiteY17936"/>
              </a:cxn>
              <a:cxn ang="0">
                <a:pos x="connsiteX17937" y="connsiteY17937"/>
              </a:cxn>
              <a:cxn ang="0">
                <a:pos x="connsiteX17938" y="connsiteY17938"/>
              </a:cxn>
              <a:cxn ang="0">
                <a:pos x="connsiteX17939" y="connsiteY17939"/>
              </a:cxn>
              <a:cxn ang="0">
                <a:pos x="connsiteX17940" y="connsiteY17940"/>
              </a:cxn>
              <a:cxn ang="0">
                <a:pos x="connsiteX17941" y="connsiteY17941"/>
              </a:cxn>
              <a:cxn ang="0">
                <a:pos x="connsiteX17942" y="connsiteY17942"/>
              </a:cxn>
              <a:cxn ang="0">
                <a:pos x="connsiteX17943" y="connsiteY17943"/>
              </a:cxn>
              <a:cxn ang="0">
                <a:pos x="connsiteX17944" y="connsiteY17944"/>
              </a:cxn>
              <a:cxn ang="0">
                <a:pos x="connsiteX17945" y="connsiteY17945"/>
              </a:cxn>
              <a:cxn ang="0">
                <a:pos x="connsiteX17946" y="connsiteY17946"/>
              </a:cxn>
              <a:cxn ang="0">
                <a:pos x="connsiteX17947" y="connsiteY17947"/>
              </a:cxn>
              <a:cxn ang="0">
                <a:pos x="connsiteX17948" y="connsiteY17948"/>
              </a:cxn>
              <a:cxn ang="0">
                <a:pos x="connsiteX17949" y="connsiteY17949"/>
              </a:cxn>
              <a:cxn ang="0">
                <a:pos x="connsiteX17950" y="connsiteY17950"/>
              </a:cxn>
              <a:cxn ang="0">
                <a:pos x="connsiteX17951" y="connsiteY17951"/>
              </a:cxn>
              <a:cxn ang="0">
                <a:pos x="connsiteX17952" y="connsiteY17952"/>
              </a:cxn>
              <a:cxn ang="0">
                <a:pos x="connsiteX17953" y="connsiteY17953"/>
              </a:cxn>
              <a:cxn ang="0">
                <a:pos x="connsiteX17954" y="connsiteY17954"/>
              </a:cxn>
              <a:cxn ang="0">
                <a:pos x="connsiteX17955" y="connsiteY17955"/>
              </a:cxn>
              <a:cxn ang="0">
                <a:pos x="connsiteX17956" y="connsiteY17956"/>
              </a:cxn>
              <a:cxn ang="0">
                <a:pos x="connsiteX17957" y="connsiteY17957"/>
              </a:cxn>
              <a:cxn ang="0">
                <a:pos x="connsiteX17958" y="connsiteY17958"/>
              </a:cxn>
              <a:cxn ang="0">
                <a:pos x="connsiteX17959" y="connsiteY17959"/>
              </a:cxn>
              <a:cxn ang="0">
                <a:pos x="connsiteX17960" y="connsiteY17960"/>
              </a:cxn>
              <a:cxn ang="0">
                <a:pos x="connsiteX17961" y="connsiteY17961"/>
              </a:cxn>
              <a:cxn ang="0">
                <a:pos x="connsiteX17962" y="connsiteY17962"/>
              </a:cxn>
              <a:cxn ang="0">
                <a:pos x="connsiteX17963" y="connsiteY17963"/>
              </a:cxn>
              <a:cxn ang="0">
                <a:pos x="connsiteX17964" y="connsiteY17964"/>
              </a:cxn>
              <a:cxn ang="0">
                <a:pos x="connsiteX17965" y="connsiteY17965"/>
              </a:cxn>
              <a:cxn ang="0">
                <a:pos x="connsiteX17966" y="connsiteY17966"/>
              </a:cxn>
              <a:cxn ang="0">
                <a:pos x="connsiteX17967" y="connsiteY17967"/>
              </a:cxn>
              <a:cxn ang="0">
                <a:pos x="connsiteX17968" y="connsiteY17968"/>
              </a:cxn>
              <a:cxn ang="0">
                <a:pos x="connsiteX17969" y="connsiteY17969"/>
              </a:cxn>
              <a:cxn ang="0">
                <a:pos x="connsiteX17970" y="connsiteY17970"/>
              </a:cxn>
              <a:cxn ang="0">
                <a:pos x="connsiteX17971" y="connsiteY17971"/>
              </a:cxn>
              <a:cxn ang="0">
                <a:pos x="connsiteX17972" y="connsiteY17972"/>
              </a:cxn>
              <a:cxn ang="0">
                <a:pos x="connsiteX17973" y="connsiteY17973"/>
              </a:cxn>
              <a:cxn ang="0">
                <a:pos x="connsiteX17974" y="connsiteY17974"/>
              </a:cxn>
              <a:cxn ang="0">
                <a:pos x="connsiteX17975" y="connsiteY17975"/>
              </a:cxn>
              <a:cxn ang="0">
                <a:pos x="connsiteX17976" y="connsiteY17976"/>
              </a:cxn>
              <a:cxn ang="0">
                <a:pos x="connsiteX17977" y="connsiteY17977"/>
              </a:cxn>
              <a:cxn ang="0">
                <a:pos x="connsiteX17978" y="connsiteY17978"/>
              </a:cxn>
              <a:cxn ang="0">
                <a:pos x="connsiteX17979" y="connsiteY17979"/>
              </a:cxn>
              <a:cxn ang="0">
                <a:pos x="connsiteX17980" y="connsiteY17980"/>
              </a:cxn>
              <a:cxn ang="0">
                <a:pos x="connsiteX17981" y="connsiteY17981"/>
              </a:cxn>
              <a:cxn ang="0">
                <a:pos x="connsiteX17982" y="connsiteY17982"/>
              </a:cxn>
              <a:cxn ang="0">
                <a:pos x="connsiteX17983" y="connsiteY17983"/>
              </a:cxn>
              <a:cxn ang="0">
                <a:pos x="connsiteX17984" y="connsiteY17984"/>
              </a:cxn>
              <a:cxn ang="0">
                <a:pos x="connsiteX17985" y="connsiteY17985"/>
              </a:cxn>
              <a:cxn ang="0">
                <a:pos x="connsiteX17986" y="connsiteY17986"/>
              </a:cxn>
              <a:cxn ang="0">
                <a:pos x="connsiteX17987" y="connsiteY17987"/>
              </a:cxn>
              <a:cxn ang="0">
                <a:pos x="connsiteX17988" y="connsiteY17988"/>
              </a:cxn>
              <a:cxn ang="0">
                <a:pos x="connsiteX17989" y="connsiteY17989"/>
              </a:cxn>
              <a:cxn ang="0">
                <a:pos x="connsiteX17990" y="connsiteY17990"/>
              </a:cxn>
              <a:cxn ang="0">
                <a:pos x="connsiteX17991" y="connsiteY17991"/>
              </a:cxn>
              <a:cxn ang="0">
                <a:pos x="connsiteX17992" y="connsiteY17992"/>
              </a:cxn>
              <a:cxn ang="0">
                <a:pos x="connsiteX17993" y="connsiteY17993"/>
              </a:cxn>
              <a:cxn ang="0">
                <a:pos x="connsiteX17994" y="connsiteY17994"/>
              </a:cxn>
              <a:cxn ang="0">
                <a:pos x="connsiteX17995" y="connsiteY17995"/>
              </a:cxn>
              <a:cxn ang="0">
                <a:pos x="connsiteX17996" y="connsiteY17996"/>
              </a:cxn>
              <a:cxn ang="0">
                <a:pos x="connsiteX17997" y="connsiteY17997"/>
              </a:cxn>
              <a:cxn ang="0">
                <a:pos x="connsiteX17998" y="connsiteY17998"/>
              </a:cxn>
              <a:cxn ang="0">
                <a:pos x="connsiteX17999" y="connsiteY17999"/>
              </a:cxn>
              <a:cxn ang="0">
                <a:pos x="connsiteX18000" y="connsiteY18000"/>
              </a:cxn>
              <a:cxn ang="0">
                <a:pos x="connsiteX18001" y="connsiteY18001"/>
              </a:cxn>
              <a:cxn ang="0">
                <a:pos x="connsiteX18002" y="connsiteY18002"/>
              </a:cxn>
              <a:cxn ang="0">
                <a:pos x="connsiteX18003" y="connsiteY18003"/>
              </a:cxn>
              <a:cxn ang="0">
                <a:pos x="connsiteX18004" y="connsiteY18004"/>
              </a:cxn>
              <a:cxn ang="0">
                <a:pos x="connsiteX18005" y="connsiteY18005"/>
              </a:cxn>
              <a:cxn ang="0">
                <a:pos x="connsiteX18006" y="connsiteY18006"/>
              </a:cxn>
              <a:cxn ang="0">
                <a:pos x="connsiteX18007" y="connsiteY18007"/>
              </a:cxn>
              <a:cxn ang="0">
                <a:pos x="connsiteX18008" y="connsiteY18008"/>
              </a:cxn>
              <a:cxn ang="0">
                <a:pos x="connsiteX18009" y="connsiteY18009"/>
              </a:cxn>
              <a:cxn ang="0">
                <a:pos x="connsiteX18010" y="connsiteY18010"/>
              </a:cxn>
              <a:cxn ang="0">
                <a:pos x="connsiteX18011" y="connsiteY18011"/>
              </a:cxn>
              <a:cxn ang="0">
                <a:pos x="connsiteX18012" y="connsiteY18012"/>
              </a:cxn>
              <a:cxn ang="0">
                <a:pos x="connsiteX18013" y="connsiteY18013"/>
              </a:cxn>
              <a:cxn ang="0">
                <a:pos x="connsiteX18014" y="connsiteY18014"/>
              </a:cxn>
              <a:cxn ang="0">
                <a:pos x="connsiteX18015" y="connsiteY18015"/>
              </a:cxn>
              <a:cxn ang="0">
                <a:pos x="connsiteX18016" y="connsiteY18016"/>
              </a:cxn>
              <a:cxn ang="0">
                <a:pos x="connsiteX18017" y="connsiteY18017"/>
              </a:cxn>
              <a:cxn ang="0">
                <a:pos x="connsiteX18018" y="connsiteY18018"/>
              </a:cxn>
              <a:cxn ang="0">
                <a:pos x="connsiteX18019" y="connsiteY18019"/>
              </a:cxn>
              <a:cxn ang="0">
                <a:pos x="connsiteX18020" y="connsiteY18020"/>
              </a:cxn>
              <a:cxn ang="0">
                <a:pos x="connsiteX18021" y="connsiteY18021"/>
              </a:cxn>
              <a:cxn ang="0">
                <a:pos x="connsiteX18022" y="connsiteY18022"/>
              </a:cxn>
              <a:cxn ang="0">
                <a:pos x="connsiteX18023" y="connsiteY18023"/>
              </a:cxn>
              <a:cxn ang="0">
                <a:pos x="connsiteX18024" y="connsiteY18024"/>
              </a:cxn>
              <a:cxn ang="0">
                <a:pos x="connsiteX18025" y="connsiteY18025"/>
              </a:cxn>
              <a:cxn ang="0">
                <a:pos x="connsiteX18026" y="connsiteY18026"/>
              </a:cxn>
              <a:cxn ang="0">
                <a:pos x="connsiteX18027" y="connsiteY18027"/>
              </a:cxn>
              <a:cxn ang="0">
                <a:pos x="connsiteX18028" y="connsiteY18028"/>
              </a:cxn>
              <a:cxn ang="0">
                <a:pos x="connsiteX18029" y="connsiteY18029"/>
              </a:cxn>
              <a:cxn ang="0">
                <a:pos x="connsiteX18030" y="connsiteY18030"/>
              </a:cxn>
              <a:cxn ang="0">
                <a:pos x="connsiteX18031" y="connsiteY18031"/>
              </a:cxn>
              <a:cxn ang="0">
                <a:pos x="connsiteX18032" y="connsiteY18032"/>
              </a:cxn>
              <a:cxn ang="0">
                <a:pos x="connsiteX18033" y="connsiteY18033"/>
              </a:cxn>
              <a:cxn ang="0">
                <a:pos x="connsiteX18034" y="connsiteY18034"/>
              </a:cxn>
              <a:cxn ang="0">
                <a:pos x="connsiteX18035" y="connsiteY18035"/>
              </a:cxn>
              <a:cxn ang="0">
                <a:pos x="connsiteX18036" y="connsiteY18036"/>
              </a:cxn>
              <a:cxn ang="0">
                <a:pos x="connsiteX18037" y="connsiteY18037"/>
              </a:cxn>
              <a:cxn ang="0">
                <a:pos x="connsiteX18038" y="connsiteY18038"/>
              </a:cxn>
              <a:cxn ang="0">
                <a:pos x="connsiteX18039" y="connsiteY18039"/>
              </a:cxn>
              <a:cxn ang="0">
                <a:pos x="connsiteX18040" y="connsiteY18040"/>
              </a:cxn>
              <a:cxn ang="0">
                <a:pos x="connsiteX18041" y="connsiteY18041"/>
              </a:cxn>
              <a:cxn ang="0">
                <a:pos x="connsiteX18042" y="connsiteY18042"/>
              </a:cxn>
              <a:cxn ang="0">
                <a:pos x="connsiteX18043" y="connsiteY18043"/>
              </a:cxn>
              <a:cxn ang="0">
                <a:pos x="connsiteX18044" y="connsiteY18044"/>
              </a:cxn>
              <a:cxn ang="0">
                <a:pos x="connsiteX18045" y="connsiteY18045"/>
              </a:cxn>
              <a:cxn ang="0">
                <a:pos x="connsiteX18046" y="connsiteY18046"/>
              </a:cxn>
              <a:cxn ang="0">
                <a:pos x="connsiteX18047" y="connsiteY18047"/>
              </a:cxn>
              <a:cxn ang="0">
                <a:pos x="connsiteX18048" y="connsiteY18048"/>
              </a:cxn>
              <a:cxn ang="0">
                <a:pos x="connsiteX18049" y="connsiteY18049"/>
              </a:cxn>
              <a:cxn ang="0">
                <a:pos x="connsiteX18050" y="connsiteY18050"/>
              </a:cxn>
              <a:cxn ang="0">
                <a:pos x="connsiteX18051" y="connsiteY18051"/>
              </a:cxn>
              <a:cxn ang="0">
                <a:pos x="connsiteX18052" y="connsiteY18052"/>
              </a:cxn>
              <a:cxn ang="0">
                <a:pos x="connsiteX18053" y="connsiteY18053"/>
              </a:cxn>
              <a:cxn ang="0">
                <a:pos x="connsiteX18054" y="connsiteY18054"/>
              </a:cxn>
              <a:cxn ang="0">
                <a:pos x="connsiteX18055" y="connsiteY18055"/>
              </a:cxn>
              <a:cxn ang="0">
                <a:pos x="connsiteX18056" y="connsiteY18056"/>
              </a:cxn>
              <a:cxn ang="0">
                <a:pos x="connsiteX18057" y="connsiteY18057"/>
              </a:cxn>
              <a:cxn ang="0">
                <a:pos x="connsiteX18058" y="connsiteY18058"/>
              </a:cxn>
              <a:cxn ang="0">
                <a:pos x="connsiteX18059" y="connsiteY18059"/>
              </a:cxn>
              <a:cxn ang="0">
                <a:pos x="connsiteX18060" y="connsiteY18060"/>
              </a:cxn>
              <a:cxn ang="0">
                <a:pos x="connsiteX18061" y="connsiteY18061"/>
              </a:cxn>
              <a:cxn ang="0">
                <a:pos x="connsiteX18062" y="connsiteY18062"/>
              </a:cxn>
              <a:cxn ang="0">
                <a:pos x="connsiteX18063" y="connsiteY18063"/>
              </a:cxn>
              <a:cxn ang="0">
                <a:pos x="connsiteX18064" y="connsiteY18064"/>
              </a:cxn>
              <a:cxn ang="0">
                <a:pos x="connsiteX18065" y="connsiteY18065"/>
              </a:cxn>
              <a:cxn ang="0">
                <a:pos x="connsiteX18066" y="connsiteY18066"/>
              </a:cxn>
              <a:cxn ang="0">
                <a:pos x="connsiteX18067" y="connsiteY18067"/>
              </a:cxn>
              <a:cxn ang="0">
                <a:pos x="connsiteX18068" y="connsiteY18068"/>
              </a:cxn>
              <a:cxn ang="0">
                <a:pos x="connsiteX18069" y="connsiteY18069"/>
              </a:cxn>
              <a:cxn ang="0">
                <a:pos x="connsiteX18070" y="connsiteY18070"/>
              </a:cxn>
              <a:cxn ang="0">
                <a:pos x="connsiteX18071" y="connsiteY18071"/>
              </a:cxn>
              <a:cxn ang="0">
                <a:pos x="connsiteX18072" y="connsiteY18072"/>
              </a:cxn>
              <a:cxn ang="0">
                <a:pos x="connsiteX18073" y="connsiteY18073"/>
              </a:cxn>
              <a:cxn ang="0">
                <a:pos x="connsiteX18074" y="connsiteY18074"/>
              </a:cxn>
              <a:cxn ang="0">
                <a:pos x="connsiteX18075" y="connsiteY18075"/>
              </a:cxn>
              <a:cxn ang="0">
                <a:pos x="connsiteX18076" y="connsiteY18076"/>
              </a:cxn>
              <a:cxn ang="0">
                <a:pos x="connsiteX18077" y="connsiteY18077"/>
              </a:cxn>
              <a:cxn ang="0">
                <a:pos x="connsiteX18078" y="connsiteY18078"/>
              </a:cxn>
              <a:cxn ang="0">
                <a:pos x="connsiteX18079" y="connsiteY18079"/>
              </a:cxn>
              <a:cxn ang="0">
                <a:pos x="connsiteX18080" y="connsiteY18080"/>
              </a:cxn>
              <a:cxn ang="0">
                <a:pos x="connsiteX18081" y="connsiteY18081"/>
              </a:cxn>
              <a:cxn ang="0">
                <a:pos x="connsiteX18082" y="connsiteY18082"/>
              </a:cxn>
              <a:cxn ang="0">
                <a:pos x="connsiteX18083" y="connsiteY18083"/>
              </a:cxn>
              <a:cxn ang="0">
                <a:pos x="connsiteX18084" y="connsiteY18084"/>
              </a:cxn>
              <a:cxn ang="0">
                <a:pos x="connsiteX18085" y="connsiteY18085"/>
              </a:cxn>
              <a:cxn ang="0">
                <a:pos x="connsiteX18086" y="connsiteY18086"/>
              </a:cxn>
              <a:cxn ang="0">
                <a:pos x="connsiteX18087" y="connsiteY18087"/>
              </a:cxn>
              <a:cxn ang="0">
                <a:pos x="connsiteX18088" y="connsiteY18088"/>
              </a:cxn>
              <a:cxn ang="0">
                <a:pos x="connsiteX18089" y="connsiteY18089"/>
              </a:cxn>
              <a:cxn ang="0">
                <a:pos x="connsiteX18090" y="connsiteY18090"/>
              </a:cxn>
              <a:cxn ang="0">
                <a:pos x="connsiteX18091" y="connsiteY18091"/>
              </a:cxn>
              <a:cxn ang="0">
                <a:pos x="connsiteX18092" y="connsiteY18092"/>
              </a:cxn>
              <a:cxn ang="0">
                <a:pos x="connsiteX18093" y="connsiteY18093"/>
              </a:cxn>
              <a:cxn ang="0">
                <a:pos x="connsiteX18094" y="connsiteY18094"/>
              </a:cxn>
              <a:cxn ang="0">
                <a:pos x="connsiteX18095" y="connsiteY18095"/>
              </a:cxn>
              <a:cxn ang="0">
                <a:pos x="connsiteX18096" y="connsiteY18096"/>
              </a:cxn>
              <a:cxn ang="0">
                <a:pos x="connsiteX18097" y="connsiteY18097"/>
              </a:cxn>
              <a:cxn ang="0">
                <a:pos x="connsiteX18098" y="connsiteY18098"/>
              </a:cxn>
              <a:cxn ang="0">
                <a:pos x="connsiteX18099" y="connsiteY18099"/>
              </a:cxn>
              <a:cxn ang="0">
                <a:pos x="connsiteX18100" y="connsiteY18100"/>
              </a:cxn>
              <a:cxn ang="0">
                <a:pos x="connsiteX18101" y="connsiteY18101"/>
              </a:cxn>
              <a:cxn ang="0">
                <a:pos x="connsiteX18102" y="connsiteY18102"/>
              </a:cxn>
              <a:cxn ang="0">
                <a:pos x="connsiteX18103" y="connsiteY18103"/>
              </a:cxn>
              <a:cxn ang="0">
                <a:pos x="connsiteX18104" y="connsiteY18104"/>
              </a:cxn>
              <a:cxn ang="0">
                <a:pos x="connsiteX18105" y="connsiteY18105"/>
              </a:cxn>
              <a:cxn ang="0">
                <a:pos x="connsiteX18106" y="connsiteY18106"/>
              </a:cxn>
              <a:cxn ang="0">
                <a:pos x="connsiteX18107" y="connsiteY18107"/>
              </a:cxn>
              <a:cxn ang="0">
                <a:pos x="connsiteX18108" y="connsiteY18108"/>
              </a:cxn>
              <a:cxn ang="0">
                <a:pos x="connsiteX18109" y="connsiteY18109"/>
              </a:cxn>
              <a:cxn ang="0">
                <a:pos x="connsiteX18110" y="connsiteY18110"/>
              </a:cxn>
              <a:cxn ang="0">
                <a:pos x="connsiteX18111" y="connsiteY18111"/>
              </a:cxn>
              <a:cxn ang="0">
                <a:pos x="connsiteX18112" y="connsiteY18112"/>
              </a:cxn>
              <a:cxn ang="0">
                <a:pos x="connsiteX18113" y="connsiteY18113"/>
              </a:cxn>
              <a:cxn ang="0">
                <a:pos x="connsiteX18114" y="connsiteY18114"/>
              </a:cxn>
              <a:cxn ang="0">
                <a:pos x="connsiteX18115" y="connsiteY18115"/>
              </a:cxn>
              <a:cxn ang="0">
                <a:pos x="connsiteX18116" y="connsiteY18116"/>
              </a:cxn>
              <a:cxn ang="0">
                <a:pos x="connsiteX18117" y="connsiteY18117"/>
              </a:cxn>
              <a:cxn ang="0">
                <a:pos x="connsiteX18118" y="connsiteY18118"/>
              </a:cxn>
              <a:cxn ang="0">
                <a:pos x="connsiteX18119" y="connsiteY18119"/>
              </a:cxn>
              <a:cxn ang="0">
                <a:pos x="connsiteX18120" y="connsiteY18120"/>
              </a:cxn>
              <a:cxn ang="0">
                <a:pos x="connsiteX18121" y="connsiteY18121"/>
              </a:cxn>
              <a:cxn ang="0">
                <a:pos x="connsiteX18122" y="connsiteY18122"/>
              </a:cxn>
              <a:cxn ang="0">
                <a:pos x="connsiteX18123" y="connsiteY18123"/>
              </a:cxn>
              <a:cxn ang="0">
                <a:pos x="connsiteX18124" y="connsiteY18124"/>
              </a:cxn>
              <a:cxn ang="0">
                <a:pos x="connsiteX18125" y="connsiteY18125"/>
              </a:cxn>
              <a:cxn ang="0">
                <a:pos x="connsiteX18126" y="connsiteY18126"/>
              </a:cxn>
              <a:cxn ang="0">
                <a:pos x="connsiteX18127" y="connsiteY18127"/>
              </a:cxn>
              <a:cxn ang="0">
                <a:pos x="connsiteX18128" y="connsiteY18128"/>
              </a:cxn>
              <a:cxn ang="0">
                <a:pos x="connsiteX18129" y="connsiteY18129"/>
              </a:cxn>
              <a:cxn ang="0">
                <a:pos x="connsiteX18130" y="connsiteY18130"/>
              </a:cxn>
              <a:cxn ang="0">
                <a:pos x="connsiteX18131" y="connsiteY18131"/>
              </a:cxn>
              <a:cxn ang="0">
                <a:pos x="connsiteX18132" y="connsiteY18132"/>
              </a:cxn>
              <a:cxn ang="0">
                <a:pos x="connsiteX18133" y="connsiteY18133"/>
              </a:cxn>
              <a:cxn ang="0">
                <a:pos x="connsiteX18134" y="connsiteY18134"/>
              </a:cxn>
              <a:cxn ang="0">
                <a:pos x="connsiteX18135" y="connsiteY18135"/>
              </a:cxn>
              <a:cxn ang="0">
                <a:pos x="connsiteX18136" y="connsiteY18136"/>
              </a:cxn>
              <a:cxn ang="0">
                <a:pos x="connsiteX18137" y="connsiteY18137"/>
              </a:cxn>
              <a:cxn ang="0">
                <a:pos x="connsiteX18138" y="connsiteY18138"/>
              </a:cxn>
              <a:cxn ang="0">
                <a:pos x="connsiteX18139" y="connsiteY18139"/>
              </a:cxn>
              <a:cxn ang="0">
                <a:pos x="connsiteX18140" y="connsiteY18140"/>
              </a:cxn>
              <a:cxn ang="0">
                <a:pos x="connsiteX18141" y="connsiteY18141"/>
              </a:cxn>
              <a:cxn ang="0">
                <a:pos x="connsiteX18142" y="connsiteY18142"/>
              </a:cxn>
              <a:cxn ang="0">
                <a:pos x="connsiteX18143" y="connsiteY18143"/>
              </a:cxn>
              <a:cxn ang="0">
                <a:pos x="connsiteX18144" y="connsiteY18144"/>
              </a:cxn>
              <a:cxn ang="0">
                <a:pos x="connsiteX18145" y="connsiteY18145"/>
              </a:cxn>
              <a:cxn ang="0">
                <a:pos x="connsiteX18146" y="connsiteY18146"/>
              </a:cxn>
              <a:cxn ang="0">
                <a:pos x="connsiteX18147" y="connsiteY18147"/>
              </a:cxn>
              <a:cxn ang="0">
                <a:pos x="connsiteX18148" y="connsiteY18148"/>
              </a:cxn>
              <a:cxn ang="0">
                <a:pos x="connsiteX18149" y="connsiteY18149"/>
              </a:cxn>
              <a:cxn ang="0">
                <a:pos x="connsiteX18150" y="connsiteY18150"/>
              </a:cxn>
              <a:cxn ang="0">
                <a:pos x="connsiteX18151" y="connsiteY18151"/>
              </a:cxn>
              <a:cxn ang="0">
                <a:pos x="connsiteX18152" y="connsiteY18152"/>
              </a:cxn>
              <a:cxn ang="0">
                <a:pos x="connsiteX18153" y="connsiteY18153"/>
              </a:cxn>
              <a:cxn ang="0">
                <a:pos x="connsiteX18154" y="connsiteY18154"/>
              </a:cxn>
              <a:cxn ang="0">
                <a:pos x="connsiteX18155" y="connsiteY18155"/>
              </a:cxn>
              <a:cxn ang="0">
                <a:pos x="connsiteX18156" y="connsiteY18156"/>
              </a:cxn>
              <a:cxn ang="0">
                <a:pos x="connsiteX18157" y="connsiteY18157"/>
              </a:cxn>
              <a:cxn ang="0">
                <a:pos x="connsiteX18158" y="connsiteY18158"/>
              </a:cxn>
              <a:cxn ang="0">
                <a:pos x="connsiteX18159" y="connsiteY18159"/>
              </a:cxn>
              <a:cxn ang="0">
                <a:pos x="connsiteX18160" y="connsiteY18160"/>
              </a:cxn>
              <a:cxn ang="0">
                <a:pos x="connsiteX18161" y="connsiteY18161"/>
              </a:cxn>
              <a:cxn ang="0">
                <a:pos x="connsiteX18162" y="connsiteY18162"/>
              </a:cxn>
              <a:cxn ang="0">
                <a:pos x="connsiteX18163" y="connsiteY18163"/>
              </a:cxn>
              <a:cxn ang="0">
                <a:pos x="connsiteX18164" y="connsiteY18164"/>
              </a:cxn>
              <a:cxn ang="0">
                <a:pos x="connsiteX18165" y="connsiteY18165"/>
              </a:cxn>
              <a:cxn ang="0">
                <a:pos x="connsiteX18166" y="connsiteY18166"/>
              </a:cxn>
              <a:cxn ang="0">
                <a:pos x="connsiteX18167" y="connsiteY18167"/>
              </a:cxn>
              <a:cxn ang="0">
                <a:pos x="connsiteX18168" y="connsiteY18168"/>
              </a:cxn>
              <a:cxn ang="0">
                <a:pos x="connsiteX18169" y="connsiteY18169"/>
              </a:cxn>
              <a:cxn ang="0">
                <a:pos x="connsiteX18170" y="connsiteY18170"/>
              </a:cxn>
              <a:cxn ang="0">
                <a:pos x="connsiteX18171" y="connsiteY18171"/>
              </a:cxn>
              <a:cxn ang="0">
                <a:pos x="connsiteX18172" y="connsiteY18172"/>
              </a:cxn>
              <a:cxn ang="0">
                <a:pos x="connsiteX18173" y="connsiteY18173"/>
              </a:cxn>
              <a:cxn ang="0">
                <a:pos x="connsiteX18174" y="connsiteY18174"/>
              </a:cxn>
              <a:cxn ang="0">
                <a:pos x="connsiteX18175" y="connsiteY18175"/>
              </a:cxn>
              <a:cxn ang="0">
                <a:pos x="connsiteX18176" y="connsiteY18176"/>
              </a:cxn>
              <a:cxn ang="0">
                <a:pos x="connsiteX18177" y="connsiteY18177"/>
              </a:cxn>
              <a:cxn ang="0">
                <a:pos x="connsiteX18178" y="connsiteY18178"/>
              </a:cxn>
              <a:cxn ang="0">
                <a:pos x="connsiteX18179" y="connsiteY18179"/>
              </a:cxn>
              <a:cxn ang="0">
                <a:pos x="connsiteX18180" y="connsiteY18180"/>
              </a:cxn>
              <a:cxn ang="0">
                <a:pos x="connsiteX18181" y="connsiteY18181"/>
              </a:cxn>
              <a:cxn ang="0">
                <a:pos x="connsiteX18182" y="connsiteY18182"/>
              </a:cxn>
              <a:cxn ang="0">
                <a:pos x="connsiteX18183" y="connsiteY18183"/>
              </a:cxn>
              <a:cxn ang="0">
                <a:pos x="connsiteX18184" y="connsiteY18184"/>
              </a:cxn>
              <a:cxn ang="0">
                <a:pos x="connsiteX18185" y="connsiteY18185"/>
              </a:cxn>
              <a:cxn ang="0">
                <a:pos x="connsiteX18186" y="connsiteY18186"/>
              </a:cxn>
              <a:cxn ang="0">
                <a:pos x="connsiteX18187" y="connsiteY18187"/>
              </a:cxn>
              <a:cxn ang="0">
                <a:pos x="connsiteX18188" y="connsiteY18188"/>
              </a:cxn>
              <a:cxn ang="0">
                <a:pos x="connsiteX18189" y="connsiteY18189"/>
              </a:cxn>
              <a:cxn ang="0">
                <a:pos x="connsiteX18190" y="connsiteY18190"/>
              </a:cxn>
              <a:cxn ang="0">
                <a:pos x="connsiteX18191" y="connsiteY18191"/>
              </a:cxn>
              <a:cxn ang="0">
                <a:pos x="connsiteX18192" y="connsiteY18192"/>
              </a:cxn>
              <a:cxn ang="0">
                <a:pos x="connsiteX18193" y="connsiteY18193"/>
              </a:cxn>
              <a:cxn ang="0">
                <a:pos x="connsiteX18194" y="connsiteY18194"/>
              </a:cxn>
              <a:cxn ang="0">
                <a:pos x="connsiteX18195" y="connsiteY18195"/>
              </a:cxn>
              <a:cxn ang="0">
                <a:pos x="connsiteX18196" y="connsiteY18196"/>
              </a:cxn>
              <a:cxn ang="0">
                <a:pos x="connsiteX18197" y="connsiteY18197"/>
              </a:cxn>
              <a:cxn ang="0">
                <a:pos x="connsiteX18198" y="connsiteY18198"/>
              </a:cxn>
              <a:cxn ang="0">
                <a:pos x="connsiteX18199" y="connsiteY18199"/>
              </a:cxn>
              <a:cxn ang="0">
                <a:pos x="connsiteX18200" y="connsiteY18200"/>
              </a:cxn>
              <a:cxn ang="0">
                <a:pos x="connsiteX18201" y="connsiteY18201"/>
              </a:cxn>
              <a:cxn ang="0">
                <a:pos x="connsiteX18202" y="connsiteY18202"/>
              </a:cxn>
              <a:cxn ang="0">
                <a:pos x="connsiteX18203" y="connsiteY18203"/>
              </a:cxn>
              <a:cxn ang="0">
                <a:pos x="connsiteX18204" y="connsiteY18204"/>
              </a:cxn>
              <a:cxn ang="0">
                <a:pos x="connsiteX18205" y="connsiteY18205"/>
              </a:cxn>
              <a:cxn ang="0">
                <a:pos x="connsiteX18206" y="connsiteY18206"/>
              </a:cxn>
              <a:cxn ang="0">
                <a:pos x="connsiteX18207" y="connsiteY18207"/>
              </a:cxn>
              <a:cxn ang="0">
                <a:pos x="connsiteX18208" y="connsiteY18208"/>
              </a:cxn>
              <a:cxn ang="0">
                <a:pos x="connsiteX18209" y="connsiteY18209"/>
              </a:cxn>
              <a:cxn ang="0">
                <a:pos x="connsiteX18210" y="connsiteY18210"/>
              </a:cxn>
              <a:cxn ang="0">
                <a:pos x="connsiteX18211" y="connsiteY18211"/>
              </a:cxn>
              <a:cxn ang="0">
                <a:pos x="connsiteX18212" y="connsiteY18212"/>
              </a:cxn>
              <a:cxn ang="0">
                <a:pos x="connsiteX18213" y="connsiteY18213"/>
              </a:cxn>
              <a:cxn ang="0">
                <a:pos x="connsiteX18214" y="connsiteY18214"/>
              </a:cxn>
              <a:cxn ang="0">
                <a:pos x="connsiteX18215" y="connsiteY18215"/>
              </a:cxn>
              <a:cxn ang="0">
                <a:pos x="connsiteX18216" y="connsiteY18216"/>
              </a:cxn>
              <a:cxn ang="0">
                <a:pos x="connsiteX18217" y="connsiteY18217"/>
              </a:cxn>
              <a:cxn ang="0">
                <a:pos x="connsiteX18218" y="connsiteY18218"/>
              </a:cxn>
              <a:cxn ang="0">
                <a:pos x="connsiteX18219" y="connsiteY18219"/>
              </a:cxn>
              <a:cxn ang="0">
                <a:pos x="connsiteX18220" y="connsiteY18220"/>
              </a:cxn>
              <a:cxn ang="0">
                <a:pos x="connsiteX18221" y="connsiteY18221"/>
              </a:cxn>
              <a:cxn ang="0">
                <a:pos x="connsiteX18222" y="connsiteY18222"/>
              </a:cxn>
              <a:cxn ang="0">
                <a:pos x="connsiteX18223" y="connsiteY18223"/>
              </a:cxn>
              <a:cxn ang="0">
                <a:pos x="connsiteX18224" y="connsiteY18224"/>
              </a:cxn>
              <a:cxn ang="0">
                <a:pos x="connsiteX18225" y="connsiteY18225"/>
              </a:cxn>
              <a:cxn ang="0">
                <a:pos x="connsiteX18226" y="connsiteY18226"/>
              </a:cxn>
              <a:cxn ang="0">
                <a:pos x="connsiteX18227" y="connsiteY18227"/>
              </a:cxn>
              <a:cxn ang="0">
                <a:pos x="connsiteX18228" y="connsiteY18228"/>
              </a:cxn>
              <a:cxn ang="0">
                <a:pos x="connsiteX18229" y="connsiteY18229"/>
              </a:cxn>
              <a:cxn ang="0">
                <a:pos x="connsiteX18230" y="connsiteY18230"/>
              </a:cxn>
              <a:cxn ang="0">
                <a:pos x="connsiteX18231" y="connsiteY18231"/>
              </a:cxn>
              <a:cxn ang="0">
                <a:pos x="connsiteX18232" y="connsiteY18232"/>
              </a:cxn>
              <a:cxn ang="0">
                <a:pos x="connsiteX18233" y="connsiteY18233"/>
              </a:cxn>
              <a:cxn ang="0">
                <a:pos x="connsiteX18234" y="connsiteY18234"/>
              </a:cxn>
              <a:cxn ang="0">
                <a:pos x="connsiteX18235" y="connsiteY18235"/>
              </a:cxn>
              <a:cxn ang="0">
                <a:pos x="connsiteX18236" y="connsiteY18236"/>
              </a:cxn>
              <a:cxn ang="0">
                <a:pos x="connsiteX18237" y="connsiteY18237"/>
              </a:cxn>
              <a:cxn ang="0">
                <a:pos x="connsiteX18238" y="connsiteY18238"/>
              </a:cxn>
              <a:cxn ang="0">
                <a:pos x="connsiteX18239" y="connsiteY18239"/>
              </a:cxn>
              <a:cxn ang="0">
                <a:pos x="connsiteX18240" y="connsiteY18240"/>
              </a:cxn>
              <a:cxn ang="0">
                <a:pos x="connsiteX18241" y="connsiteY18241"/>
              </a:cxn>
              <a:cxn ang="0">
                <a:pos x="connsiteX18242" y="connsiteY18242"/>
              </a:cxn>
              <a:cxn ang="0">
                <a:pos x="connsiteX18243" y="connsiteY18243"/>
              </a:cxn>
              <a:cxn ang="0">
                <a:pos x="connsiteX18244" y="connsiteY18244"/>
              </a:cxn>
              <a:cxn ang="0">
                <a:pos x="connsiteX18245" y="connsiteY18245"/>
              </a:cxn>
              <a:cxn ang="0">
                <a:pos x="connsiteX18246" y="connsiteY18246"/>
              </a:cxn>
              <a:cxn ang="0">
                <a:pos x="connsiteX18247" y="connsiteY18247"/>
              </a:cxn>
              <a:cxn ang="0">
                <a:pos x="connsiteX18248" y="connsiteY18248"/>
              </a:cxn>
              <a:cxn ang="0">
                <a:pos x="connsiteX18249" y="connsiteY18249"/>
              </a:cxn>
              <a:cxn ang="0">
                <a:pos x="connsiteX18250" y="connsiteY18250"/>
              </a:cxn>
              <a:cxn ang="0">
                <a:pos x="connsiteX18251" y="connsiteY18251"/>
              </a:cxn>
              <a:cxn ang="0">
                <a:pos x="connsiteX18252" y="connsiteY18252"/>
              </a:cxn>
              <a:cxn ang="0">
                <a:pos x="connsiteX18253" y="connsiteY18253"/>
              </a:cxn>
              <a:cxn ang="0">
                <a:pos x="connsiteX18254" y="connsiteY18254"/>
              </a:cxn>
              <a:cxn ang="0">
                <a:pos x="connsiteX18255" y="connsiteY18255"/>
              </a:cxn>
              <a:cxn ang="0">
                <a:pos x="connsiteX18256" y="connsiteY18256"/>
              </a:cxn>
              <a:cxn ang="0">
                <a:pos x="connsiteX18257" y="connsiteY18257"/>
              </a:cxn>
              <a:cxn ang="0">
                <a:pos x="connsiteX18258" y="connsiteY18258"/>
              </a:cxn>
              <a:cxn ang="0">
                <a:pos x="connsiteX18259" y="connsiteY18259"/>
              </a:cxn>
              <a:cxn ang="0">
                <a:pos x="connsiteX18260" y="connsiteY18260"/>
              </a:cxn>
              <a:cxn ang="0">
                <a:pos x="connsiteX18261" y="connsiteY18261"/>
              </a:cxn>
              <a:cxn ang="0">
                <a:pos x="connsiteX18262" y="connsiteY18262"/>
              </a:cxn>
              <a:cxn ang="0">
                <a:pos x="connsiteX18263" y="connsiteY18263"/>
              </a:cxn>
              <a:cxn ang="0">
                <a:pos x="connsiteX18264" y="connsiteY18264"/>
              </a:cxn>
              <a:cxn ang="0">
                <a:pos x="connsiteX18265" y="connsiteY18265"/>
              </a:cxn>
              <a:cxn ang="0">
                <a:pos x="connsiteX18266" y="connsiteY18266"/>
              </a:cxn>
              <a:cxn ang="0">
                <a:pos x="connsiteX18267" y="connsiteY18267"/>
              </a:cxn>
              <a:cxn ang="0">
                <a:pos x="connsiteX18268" y="connsiteY18268"/>
              </a:cxn>
              <a:cxn ang="0">
                <a:pos x="connsiteX18269" y="connsiteY18269"/>
              </a:cxn>
              <a:cxn ang="0">
                <a:pos x="connsiteX18270" y="connsiteY18270"/>
              </a:cxn>
              <a:cxn ang="0">
                <a:pos x="connsiteX18271" y="connsiteY18271"/>
              </a:cxn>
              <a:cxn ang="0">
                <a:pos x="connsiteX18272" y="connsiteY18272"/>
              </a:cxn>
              <a:cxn ang="0">
                <a:pos x="connsiteX18273" y="connsiteY18273"/>
              </a:cxn>
              <a:cxn ang="0">
                <a:pos x="connsiteX18274" y="connsiteY18274"/>
              </a:cxn>
              <a:cxn ang="0">
                <a:pos x="connsiteX18275" y="connsiteY18275"/>
              </a:cxn>
              <a:cxn ang="0">
                <a:pos x="connsiteX18276" y="connsiteY18276"/>
              </a:cxn>
              <a:cxn ang="0">
                <a:pos x="connsiteX18277" y="connsiteY18277"/>
              </a:cxn>
              <a:cxn ang="0">
                <a:pos x="connsiteX18278" y="connsiteY18278"/>
              </a:cxn>
              <a:cxn ang="0">
                <a:pos x="connsiteX18279" y="connsiteY18279"/>
              </a:cxn>
              <a:cxn ang="0">
                <a:pos x="connsiteX18280" y="connsiteY18280"/>
              </a:cxn>
              <a:cxn ang="0">
                <a:pos x="connsiteX18281" y="connsiteY18281"/>
              </a:cxn>
              <a:cxn ang="0">
                <a:pos x="connsiteX18282" y="connsiteY18282"/>
              </a:cxn>
              <a:cxn ang="0">
                <a:pos x="connsiteX18283" y="connsiteY18283"/>
              </a:cxn>
              <a:cxn ang="0">
                <a:pos x="connsiteX18284" y="connsiteY18284"/>
              </a:cxn>
              <a:cxn ang="0">
                <a:pos x="connsiteX18285" y="connsiteY18285"/>
              </a:cxn>
              <a:cxn ang="0">
                <a:pos x="connsiteX18286" y="connsiteY18286"/>
              </a:cxn>
              <a:cxn ang="0">
                <a:pos x="connsiteX18287" y="connsiteY18287"/>
              </a:cxn>
              <a:cxn ang="0">
                <a:pos x="connsiteX18288" y="connsiteY18288"/>
              </a:cxn>
              <a:cxn ang="0">
                <a:pos x="connsiteX18289" y="connsiteY18289"/>
              </a:cxn>
              <a:cxn ang="0">
                <a:pos x="connsiteX18290" y="connsiteY18290"/>
              </a:cxn>
              <a:cxn ang="0">
                <a:pos x="connsiteX18291" y="connsiteY18291"/>
              </a:cxn>
              <a:cxn ang="0">
                <a:pos x="connsiteX18292" y="connsiteY18292"/>
              </a:cxn>
              <a:cxn ang="0">
                <a:pos x="connsiteX18293" y="connsiteY18293"/>
              </a:cxn>
              <a:cxn ang="0">
                <a:pos x="connsiteX18294" y="connsiteY18294"/>
              </a:cxn>
              <a:cxn ang="0">
                <a:pos x="connsiteX18295" y="connsiteY18295"/>
              </a:cxn>
              <a:cxn ang="0">
                <a:pos x="connsiteX18296" y="connsiteY18296"/>
              </a:cxn>
              <a:cxn ang="0">
                <a:pos x="connsiteX18297" y="connsiteY18297"/>
              </a:cxn>
              <a:cxn ang="0">
                <a:pos x="connsiteX18298" y="connsiteY18298"/>
              </a:cxn>
              <a:cxn ang="0">
                <a:pos x="connsiteX18299" y="connsiteY18299"/>
              </a:cxn>
              <a:cxn ang="0">
                <a:pos x="connsiteX18300" y="connsiteY18300"/>
              </a:cxn>
              <a:cxn ang="0">
                <a:pos x="connsiteX18301" y="connsiteY18301"/>
              </a:cxn>
              <a:cxn ang="0">
                <a:pos x="connsiteX18302" y="connsiteY18302"/>
              </a:cxn>
              <a:cxn ang="0">
                <a:pos x="connsiteX18303" y="connsiteY18303"/>
              </a:cxn>
              <a:cxn ang="0">
                <a:pos x="connsiteX18304" y="connsiteY18304"/>
              </a:cxn>
              <a:cxn ang="0">
                <a:pos x="connsiteX18305" y="connsiteY18305"/>
              </a:cxn>
              <a:cxn ang="0">
                <a:pos x="connsiteX18306" y="connsiteY18306"/>
              </a:cxn>
              <a:cxn ang="0">
                <a:pos x="connsiteX18307" y="connsiteY18307"/>
              </a:cxn>
              <a:cxn ang="0">
                <a:pos x="connsiteX18308" y="connsiteY18308"/>
              </a:cxn>
              <a:cxn ang="0">
                <a:pos x="connsiteX18309" y="connsiteY18309"/>
              </a:cxn>
              <a:cxn ang="0">
                <a:pos x="connsiteX18310" y="connsiteY18310"/>
              </a:cxn>
              <a:cxn ang="0">
                <a:pos x="connsiteX18311" y="connsiteY18311"/>
              </a:cxn>
              <a:cxn ang="0">
                <a:pos x="connsiteX18312" y="connsiteY18312"/>
              </a:cxn>
              <a:cxn ang="0">
                <a:pos x="connsiteX18313" y="connsiteY18313"/>
              </a:cxn>
              <a:cxn ang="0">
                <a:pos x="connsiteX18314" y="connsiteY18314"/>
              </a:cxn>
              <a:cxn ang="0">
                <a:pos x="connsiteX18315" y="connsiteY18315"/>
              </a:cxn>
              <a:cxn ang="0">
                <a:pos x="connsiteX18316" y="connsiteY18316"/>
              </a:cxn>
              <a:cxn ang="0">
                <a:pos x="connsiteX18317" y="connsiteY18317"/>
              </a:cxn>
              <a:cxn ang="0">
                <a:pos x="connsiteX18318" y="connsiteY18318"/>
              </a:cxn>
              <a:cxn ang="0">
                <a:pos x="connsiteX18319" y="connsiteY18319"/>
              </a:cxn>
              <a:cxn ang="0">
                <a:pos x="connsiteX18320" y="connsiteY18320"/>
              </a:cxn>
              <a:cxn ang="0">
                <a:pos x="connsiteX18321" y="connsiteY18321"/>
              </a:cxn>
              <a:cxn ang="0">
                <a:pos x="connsiteX18322" y="connsiteY18322"/>
              </a:cxn>
              <a:cxn ang="0">
                <a:pos x="connsiteX18323" y="connsiteY18323"/>
              </a:cxn>
              <a:cxn ang="0">
                <a:pos x="connsiteX18324" y="connsiteY18324"/>
              </a:cxn>
              <a:cxn ang="0">
                <a:pos x="connsiteX18325" y="connsiteY18325"/>
              </a:cxn>
              <a:cxn ang="0">
                <a:pos x="connsiteX18326" y="connsiteY18326"/>
              </a:cxn>
              <a:cxn ang="0">
                <a:pos x="connsiteX18327" y="connsiteY18327"/>
              </a:cxn>
              <a:cxn ang="0">
                <a:pos x="connsiteX18328" y="connsiteY18328"/>
              </a:cxn>
              <a:cxn ang="0">
                <a:pos x="connsiteX18329" y="connsiteY18329"/>
              </a:cxn>
              <a:cxn ang="0">
                <a:pos x="connsiteX18330" y="connsiteY18330"/>
              </a:cxn>
              <a:cxn ang="0">
                <a:pos x="connsiteX18331" y="connsiteY18331"/>
              </a:cxn>
              <a:cxn ang="0">
                <a:pos x="connsiteX18332" y="connsiteY18332"/>
              </a:cxn>
              <a:cxn ang="0">
                <a:pos x="connsiteX18333" y="connsiteY18333"/>
              </a:cxn>
              <a:cxn ang="0">
                <a:pos x="connsiteX18334" y="connsiteY18334"/>
              </a:cxn>
              <a:cxn ang="0">
                <a:pos x="connsiteX18335" y="connsiteY18335"/>
              </a:cxn>
              <a:cxn ang="0">
                <a:pos x="connsiteX18336" y="connsiteY18336"/>
              </a:cxn>
              <a:cxn ang="0">
                <a:pos x="connsiteX18337" y="connsiteY18337"/>
              </a:cxn>
              <a:cxn ang="0">
                <a:pos x="connsiteX18338" y="connsiteY18338"/>
              </a:cxn>
              <a:cxn ang="0">
                <a:pos x="connsiteX18339" y="connsiteY18339"/>
              </a:cxn>
              <a:cxn ang="0">
                <a:pos x="connsiteX18340" y="connsiteY18340"/>
              </a:cxn>
              <a:cxn ang="0">
                <a:pos x="connsiteX18341" y="connsiteY18341"/>
              </a:cxn>
              <a:cxn ang="0">
                <a:pos x="connsiteX18342" y="connsiteY18342"/>
              </a:cxn>
              <a:cxn ang="0">
                <a:pos x="connsiteX18343" y="connsiteY18343"/>
              </a:cxn>
              <a:cxn ang="0">
                <a:pos x="connsiteX18344" y="connsiteY18344"/>
              </a:cxn>
              <a:cxn ang="0">
                <a:pos x="connsiteX18345" y="connsiteY18345"/>
              </a:cxn>
              <a:cxn ang="0">
                <a:pos x="connsiteX18346" y="connsiteY18346"/>
              </a:cxn>
              <a:cxn ang="0">
                <a:pos x="connsiteX18347" y="connsiteY18347"/>
              </a:cxn>
              <a:cxn ang="0">
                <a:pos x="connsiteX18348" y="connsiteY18348"/>
              </a:cxn>
              <a:cxn ang="0">
                <a:pos x="connsiteX18349" y="connsiteY18349"/>
              </a:cxn>
              <a:cxn ang="0">
                <a:pos x="connsiteX18350" y="connsiteY18350"/>
              </a:cxn>
              <a:cxn ang="0">
                <a:pos x="connsiteX18351" y="connsiteY18351"/>
              </a:cxn>
              <a:cxn ang="0">
                <a:pos x="connsiteX18352" y="connsiteY18352"/>
              </a:cxn>
              <a:cxn ang="0">
                <a:pos x="connsiteX18353" y="connsiteY18353"/>
              </a:cxn>
              <a:cxn ang="0">
                <a:pos x="connsiteX18354" y="connsiteY18354"/>
              </a:cxn>
              <a:cxn ang="0">
                <a:pos x="connsiteX18355" y="connsiteY18355"/>
              </a:cxn>
              <a:cxn ang="0">
                <a:pos x="connsiteX18356" y="connsiteY18356"/>
              </a:cxn>
              <a:cxn ang="0">
                <a:pos x="connsiteX18357" y="connsiteY18357"/>
              </a:cxn>
              <a:cxn ang="0">
                <a:pos x="connsiteX18358" y="connsiteY18358"/>
              </a:cxn>
              <a:cxn ang="0">
                <a:pos x="connsiteX18359" y="connsiteY18359"/>
              </a:cxn>
              <a:cxn ang="0">
                <a:pos x="connsiteX18360" y="connsiteY18360"/>
              </a:cxn>
              <a:cxn ang="0">
                <a:pos x="connsiteX18361" y="connsiteY18361"/>
              </a:cxn>
              <a:cxn ang="0">
                <a:pos x="connsiteX18362" y="connsiteY18362"/>
              </a:cxn>
              <a:cxn ang="0">
                <a:pos x="connsiteX18363" y="connsiteY18363"/>
              </a:cxn>
              <a:cxn ang="0">
                <a:pos x="connsiteX18364" y="connsiteY18364"/>
              </a:cxn>
              <a:cxn ang="0">
                <a:pos x="connsiteX18365" y="connsiteY18365"/>
              </a:cxn>
              <a:cxn ang="0">
                <a:pos x="connsiteX18366" y="connsiteY18366"/>
              </a:cxn>
              <a:cxn ang="0">
                <a:pos x="connsiteX18367" y="connsiteY18367"/>
              </a:cxn>
              <a:cxn ang="0">
                <a:pos x="connsiteX18368" y="connsiteY18368"/>
              </a:cxn>
              <a:cxn ang="0">
                <a:pos x="connsiteX18369" y="connsiteY18369"/>
              </a:cxn>
              <a:cxn ang="0">
                <a:pos x="connsiteX18370" y="connsiteY18370"/>
              </a:cxn>
              <a:cxn ang="0">
                <a:pos x="connsiteX18371" y="connsiteY18371"/>
              </a:cxn>
              <a:cxn ang="0">
                <a:pos x="connsiteX18372" y="connsiteY18372"/>
              </a:cxn>
              <a:cxn ang="0">
                <a:pos x="connsiteX18373" y="connsiteY18373"/>
              </a:cxn>
              <a:cxn ang="0">
                <a:pos x="connsiteX18374" y="connsiteY18374"/>
              </a:cxn>
              <a:cxn ang="0">
                <a:pos x="connsiteX18375" y="connsiteY18375"/>
              </a:cxn>
              <a:cxn ang="0">
                <a:pos x="connsiteX18376" y="connsiteY18376"/>
              </a:cxn>
              <a:cxn ang="0">
                <a:pos x="connsiteX18377" y="connsiteY18377"/>
              </a:cxn>
              <a:cxn ang="0">
                <a:pos x="connsiteX18378" y="connsiteY18378"/>
              </a:cxn>
              <a:cxn ang="0">
                <a:pos x="connsiteX18379" y="connsiteY18379"/>
              </a:cxn>
              <a:cxn ang="0">
                <a:pos x="connsiteX18380" y="connsiteY18380"/>
              </a:cxn>
              <a:cxn ang="0">
                <a:pos x="connsiteX18381" y="connsiteY18381"/>
              </a:cxn>
              <a:cxn ang="0">
                <a:pos x="connsiteX18382" y="connsiteY18382"/>
              </a:cxn>
              <a:cxn ang="0">
                <a:pos x="connsiteX18383" y="connsiteY18383"/>
              </a:cxn>
              <a:cxn ang="0">
                <a:pos x="connsiteX18384" y="connsiteY18384"/>
              </a:cxn>
              <a:cxn ang="0">
                <a:pos x="connsiteX18385" y="connsiteY18385"/>
              </a:cxn>
              <a:cxn ang="0">
                <a:pos x="connsiteX18386" y="connsiteY18386"/>
              </a:cxn>
              <a:cxn ang="0">
                <a:pos x="connsiteX18387" y="connsiteY18387"/>
              </a:cxn>
              <a:cxn ang="0">
                <a:pos x="connsiteX18388" y="connsiteY18388"/>
              </a:cxn>
              <a:cxn ang="0">
                <a:pos x="connsiteX18389" y="connsiteY18389"/>
              </a:cxn>
              <a:cxn ang="0">
                <a:pos x="connsiteX18390" y="connsiteY18390"/>
              </a:cxn>
              <a:cxn ang="0">
                <a:pos x="connsiteX18391" y="connsiteY18391"/>
              </a:cxn>
              <a:cxn ang="0">
                <a:pos x="connsiteX18392" y="connsiteY18392"/>
              </a:cxn>
              <a:cxn ang="0">
                <a:pos x="connsiteX18393" y="connsiteY18393"/>
              </a:cxn>
              <a:cxn ang="0">
                <a:pos x="connsiteX18394" y="connsiteY18394"/>
              </a:cxn>
              <a:cxn ang="0">
                <a:pos x="connsiteX18395" y="connsiteY18395"/>
              </a:cxn>
              <a:cxn ang="0">
                <a:pos x="connsiteX18396" y="connsiteY18396"/>
              </a:cxn>
              <a:cxn ang="0">
                <a:pos x="connsiteX18397" y="connsiteY18397"/>
              </a:cxn>
              <a:cxn ang="0">
                <a:pos x="connsiteX18398" y="connsiteY18398"/>
              </a:cxn>
              <a:cxn ang="0">
                <a:pos x="connsiteX18399" y="connsiteY18399"/>
              </a:cxn>
              <a:cxn ang="0">
                <a:pos x="connsiteX18400" y="connsiteY18400"/>
              </a:cxn>
              <a:cxn ang="0">
                <a:pos x="connsiteX18401" y="connsiteY18401"/>
              </a:cxn>
              <a:cxn ang="0">
                <a:pos x="connsiteX18402" y="connsiteY18402"/>
              </a:cxn>
              <a:cxn ang="0">
                <a:pos x="connsiteX18403" y="connsiteY18403"/>
              </a:cxn>
              <a:cxn ang="0">
                <a:pos x="connsiteX18404" y="connsiteY18404"/>
              </a:cxn>
              <a:cxn ang="0">
                <a:pos x="connsiteX18405" y="connsiteY18405"/>
              </a:cxn>
              <a:cxn ang="0">
                <a:pos x="connsiteX18406" y="connsiteY18406"/>
              </a:cxn>
              <a:cxn ang="0">
                <a:pos x="connsiteX18407" y="connsiteY18407"/>
              </a:cxn>
              <a:cxn ang="0">
                <a:pos x="connsiteX18408" y="connsiteY18408"/>
              </a:cxn>
              <a:cxn ang="0">
                <a:pos x="connsiteX18409" y="connsiteY18409"/>
              </a:cxn>
              <a:cxn ang="0">
                <a:pos x="connsiteX18410" y="connsiteY18410"/>
              </a:cxn>
              <a:cxn ang="0">
                <a:pos x="connsiteX18411" y="connsiteY18411"/>
              </a:cxn>
              <a:cxn ang="0">
                <a:pos x="connsiteX18412" y="connsiteY18412"/>
              </a:cxn>
              <a:cxn ang="0">
                <a:pos x="connsiteX18413" y="connsiteY18413"/>
              </a:cxn>
              <a:cxn ang="0">
                <a:pos x="connsiteX18414" y="connsiteY18414"/>
              </a:cxn>
              <a:cxn ang="0">
                <a:pos x="connsiteX18415" y="connsiteY18415"/>
              </a:cxn>
              <a:cxn ang="0">
                <a:pos x="connsiteX18416" y="connsiteY18416"/>
              </a:cxn>
              <a:cxn ang="0">
                <a:pos x="connsiteX18417" y="connsiteY18417"/>
              </a:cxn>
              <a:cxn ang="0">
                <a:pos x="connsiteX18418" y="connsiteY18418"/>
              </a:cxn>
              <a:cxn ang="0">
                <a:pos x="connsiteX18419" y="connsiteY18419"/>
              </a:cxn>
              <a:cxn ang="0">
                <a:pos x="connsiteX18420" y="connsiteY18420"/>
              </a:cxn>
              <a:cxn ang="0">
                <a:pos x="connsiteX18421" y="connsiteY18421"/>
              </a:cxn>
              <a:cxn ang="0">
                <a:pos x="connsiteX18422" y="connsiteY18422"/>
              </a:cxn>
              <a:cxn ang="0">
                <a:pos x="connsiteX18423" y="connsiteY18423"/>
              </a:cxn>
              <a:cxn ang="0">
                <a:pos x="connsiteX18424" y="connsiteY18424"/>
              </a:cxn>
              <a:cxn ang="0">
                <a:pos x="connsiteX18425" y="connsiteY18425"/>
              </a:cxn>
              <a:cxn ang="0">
                <a:pos x="connsiteX18426" y="connsiteY18426"/>
              </a:cxn>
              <a:cxn ang="0">
                <a:pos x="connsiteX18427" y="connsiteY18427"/>
              </a:cxn>
              <a:cxn ang="0">
                <a:pos x="connsiteX18428" y="connsiteY18428"/>
              </a:cxn>
              <a:cxn ang="0">
                <a:pos x="connsiteX18429" y="connsiteY18429"/>
              </a:cxn>
              <a:cxn ang="0">
                <a:pos x="connsiteX18430" y="connsiteY18430"/>
              </a:cxn>
              <a:cxn ang="0">
                <a:pos x="connsiteX18431" y="connsiteY18431"/>
              </a:cxn>
              <a:cxn ang="0">
                <a:pos x="connsiteX18432" y="connsiteY18432"/>
              </a:cxn>
              <a:cxn ang="0">
                <a:pos x="connsiteX18433" y="connsiteY18433"/>
              </a:cxn>
              <a:cxn ang="0">
                <a:pos x="connsiteX18434" y="connsiteY18434"/>
              </a:cxn>
              <a:cxn ang="0">
                <a:pos x="connsiteX18435" y="connsiteY18435"/>
              </a:cxn>
              <a:cxn ang="0">
                <a:pos x="connsiteX18436" y="connsiteY18436"/>
              </a:cxn>
              <a:cxn ang="0">
                <a:pos x="connsiteX18437" y="connsiteY18437"/>
              </a:cxn>
              <a:cxn ang="0">
                <a:pos x="connsiteX18438" y="connsiteY18438"/>
              </a:cxn>
              <a:cxn ang="0">
                <a:pos x="connsiteX18439" y="connsiteY18439"/>
              </a:cxn>
              <a:cxn ang="0">
                <a:pos x="connsiteX18440" y="connsiteY18440"/>
              </a:cxn>
              <a:cxn ang="0">
                <a:pos x="connsiteX18441" y="connsiteY18441"/>
              </a:cxn>
              <a:cxn ang="0">
                <a:pos x="connsiteX18442" y="connsiteY18442"/>
              </a:cxn>
              <a:cxn ang="0">
                <a:pos x="connsiteX18443" y="connsiteY18443"/>
              </a:cxn>
              <a:cxn ang="0">
                <a:pos x="connsiteX18444" y="connsiteY18444"/>
              </a:cxn>
              <a:cxn ang="0">
                <a:pos x="connsiteX18445" y="connsiteY18445"/>
              </a:cxn>
              <a:cxn ang="0">
                <a:pos x="connsiteX18446" y="connsiteY18446"/>
              </a:cxn>
              <a:cxn ang="0">
                <a:pos x="connsiteX18447" y="connsiteY18447"/>
              </a:cxn>
              <a:cxn ang="0">
                <a:pos x="connsiteX18448" y="connsiteY18448"/>
              </a:cxn>
              <a:cxn ang="0">
                <a:pos x="connsiteX18449" y="connsiteY18449"/>
              </a:cxn>
              <a:cxn ang="0">
                <a:pos x="connsiteX18450" y="connsiteY18450"/>
              </a:cxn>
              <a:cxn ang="0">
                <a:pos x="connsiteX18451" y="connsiteY18451"/>
              </a:cxn>
              <a:cxn ang="0">
                <a:pos x="connsiteX18452" y="connsiteY18452"/>
              </a:cxn>
              <a:cxn ang="0">
                <a:pos x="connsiteX18453" y="connsiteY18453"/>
              </a:cxn>
              <a:cxn ang="0">
                <a:pos x="connsiteX18454" y="connsiteY18454"/>
              </a:cxn>
              <a:cxn ang="0">
                <a:pos x="connsiteX18455" y="connsiteY18455"/>
              </a:cxn>
              <a:cxn ang="0">
                <a:pos x="connsiteX18456" y="connsiteY18456"/>
              </a:cxn>
              <a:cxn ang="0">
                <a:pos x="connsiteX18457" y="connsiteY18457"/>
              </a:cxn>
              <a:cxn ang="0">
                <a:pos x="connsiteX18458" y="connsiteY18458"/>
              </a:cxn>
              <a:cxn ang="0">
                <a:pos x="connsiteX18459" y="connsiteY18459"/>
              </a:cxn>
              <a:cxn ang="0">
                <a:pos x="connsiteX18460" y="connsiteY18460"/>
              </a:cxn>
              <a:cxn ang="0">
                <a:pos x="connsiteX18461" y="connsiteY18461"/>
              </a:cxn>
              <a:cxn ang="0">
                <a:pos x="connsiteX18462" y="connsiteY18462"/>
              </a:cxn>
              <a:cxn ang="0">
                <a:pos x="connsiteX18463" y="connsiteY18463"/>
              </a:cxn>
              <a:cxn ang="0">
                <a:pos x="connsiteX18464" y="connsiteY18464"/>
              </a:cxn>
              <a:cxn ang="0">
                <a:pos x="connsiteX18465" y="connsiteY18465"/>
              </a:cxn>
              <a:cxn ang="0">
                <a:pos x="connsiteX18466" y="connsiteY18466"/>
              </a:cxn>
              <a:cxn ang="0">
                <a:pos x="connsiteX18467" y="connsiteY18467"/>
              </a:cxn>
              <a:cxn ang="0">
                <a:pos x="connsiteX18468" y="connsiteY18468"/>
              </a:cxn>
              <a:cxn ang="0">
                <a:pos x="connsiteX18469" y="connsiteY18469"/>
              </a:cxn>
              <a:cxn ang="0">
                <a:pos x="connsiteX18470" y="connsiteY18470"/>
              </a:cxn>
              <a:cxn ang="0">
                <a:pos x="connsiteX18471" y="connsiteY18471"/>
              </a:cxn>
              <a:cxn ang="0">
                <a:pos x="connsiteX18472" y="connsiteY18472"/>
              </a:cxn>
              <a:cxn ang="0">
                <a:pos x="connsiteX18473" y="connsiteY18473"/>
              </a:cxn>
              <a:cxn ang="0">
                <a:pos x="connsiteX18474" y="connsiteY18474"/>
              </a:cxn>
              <a:cxn ang="0">
                <a:pos x="connsiteX18475" y="connsiteY18475"/>
              </a:cxn>
              <a:cxn ang="0">
                <a:pos x="connsiteX18476" y="connsiteY18476"/>
              </a:cxn>
              <a:cxn ang="0">
                <a:pos x="connsiteX18477" y="connsiteY18477"/>
              </a:cxn>
              <a:cxn ang="0">
                <a:pos x="connsiteX18478" y="connsiteY18478"/>
              </a:cxn>
              <a:cxn ang="0">
                <a:pos x="connsiteX18479" y="connsiteY18479"/>
              </a:cxn>
              <a:cxn ang="0">
                <a:pos x="connsiteX18480" y="connsiteY18480"/>
              </a:cxn>
              <a:cxn ang="0">
                <a:pos x="connsiteX18481" y="connsiteY18481"/>
              </a:cxn>
              <a:cxn ang="0">
                <a:pos x="connsiteX18482" y="connsiteY18482"/>
              </a:cxn>
              <a:cxn ang="0">
                <a:pos x="connsiteX18483" y="connsiteY18483"/>
              </a:cxn>
              <a:cxn ang="0">
                <a:pos x="connsiteX18484" y="connsiteY18484"/>
              </a:cxn>
              <a:cxn ang="0">
                <a:pos x="connsiteX18485" y="connsiteY18485"/>
              </a:cxn>
              <a:cxn ang="0">
                <a:pos x="connsiteX18486" y="connsiteY18486"/>
              </a:cxn>
              <a:cxn ang="0">
                <a:pos x="connsiteX18487" y="connsiteY18487"/>
              </a:cxn>
              <a:cxn ang="0">
                <a:pos x="connsiteX18488" y="connsiteY18488"/>
              </a:cxn>
              <a:cxn ang="0">
                <a:pos x="connsiteX18489" y="connsiteY18489"/>
              </a:cxn>
              <a:cxn ang="0">
                <a:pos x="connsiteX18490" y="connsiteY18490"/>
              </a:cxn>
              <a:cxn ang="0">
                <a:pos x="connsiteX18491" y="connsiteY18491"/>
              </a:cxn>
              <a:cxn ang="0">
                <a:pos x="connsiteX18492" y="connsiteY18492"/>
              </a:cxn>
              <a:cxn ang="0">
                <a:pos x="connsiteX18493" y="connsiteY18493"/>
              </a:cxn>
              <a:cxn ang="0">
                <a:pos x="connsiteX18494" y="connsiteY18494"/>
              </a:cxn>
              <a:cxn ang="0">
                <a:pos x="connsiteX18495" y="connsiteY18495"/>
              </a:cxn>
              <a:cxn ang="0">
                <a:pos x="connsiteX18496" y="connsiteY18496"/>
              </a:cxn>
              <a:cxn ang="0">
                <a:pos x="connsiteX18497" y="connsiteY18497"/>
              </a:cxn>
              <a:cxn ang="0">
                <a:pos x="connsiteX18498" y="connsiteY18498"/>
              </a:cxn>
              <a:cxn ang="0">
                <a:pos x="connsiteX18499" y="connsiteY18499"/>
              </a:cxn>
              <a:cxn ang="0">
                <a:pos x="connsiteX18500" y="connsiteY18500"/>
              </a:cxn>
              <a:cxn ang="0">
                <a:pos x="connsiteX18501" y="connsiteY18501"/>
              </a:cxn>
              <a:cxn ang="0">
                <a:pos x="connsiteX18502" y="connsiteY18502"/>
              </a:cxn>
              <a:cxn ang="0">
                <a:pos x="connsiteX18503" y="connsiteY18503"/>
              </a:cxn>
              <a:cxn ang="0">
                <a:pos x="connsiteX18504" y="connsiteY18504"/>
              </a:cxn>
              <a:cxn ang="0">
                <a:pos x="connsiteX18505" y="connsiteY18505"/>
              </a:cxn>
              <a:cxn ang="0">
                <a:pos x="connsiteX18506" y="connsiteY18506"/>
              </a:cxn>
              <a:cxn ang="0">
                <a:pos x="connsiteX18507" y="connsiteY18507"/>
              </a:cxn>
              <a:cxn ang="0">
                <a:pos x="connsiteX18508" y="connsiteY18508"/>
              </a:cxn>
              <a:cxn ang="0">
                <a:pos x="connsiteX18509" y="connsiteY18509"/>
              </a:cxn>
              <a:cxn ang="0">
                <a:pos x="connsiteX18510" y="connsiteY18510"/>
              </a:cxn>
              <a:cxn ang="0">
                <a:pos x="connsiteX18511" y="connsiteY18511"/>
              </a:cxn>
              <a:cxn ang="0">
                <a:pos x="connsiteX18512" y="connsiteY18512"/>
              </a:cxn>
              <a:cxn ang="0">
                <a:pos x="connsiteX18513" y="connsiteY18513"/>
              </a:cxn>
              <a:cxn ang="0">
                <a:pos x="connsiteX18514" y="connsiteY18514"/>
              </a:cxn>
              <a:cxn ang="0">
                <a:pos x="connsiteX18515" y="connsiteY18515"/>
              </a:cxn>
              <a:cxn ang="0">
                <a:pos x="connsiteX18516" y="connsiteY18516"/>
              </a:cxn>
              <a:cxn ang="0">
                <a:pos x="connsiteX18517" y="connsiteY18517"/>
              </a:cxn>
              <a:cxn ang="0">
                <a:pos x="connsiteX18518" y="connsiteY18518"/>
              </a:cxn>
              <a:cxn ang="0">
                <a:pos x="connsiteX18519" y="connsiteY18519"/>
              </a:cxn>
              <a:cxn ang="0">
                <a:pos x="connsiteX18520" y="connsiteY18520"/>
              </a:cxn>
              <a:cxn ang="0">
                <a:pos x="connsiteX18521" y="connsiteY18521"/>
              </a:cxn>
              <a:cxn ang="0">
                <a:pos x="connsiteX18522" y="connsiteY18522"/>
              </a:cxn>
              <a:cxn ang="0">
                <a:pos x="connsiteX18523" y="connsiteY18523"/>
              </a:cxn>
              <a:cxn ang="0">
                <a:pos x="connsiteX18524" y="connsiteY18524"/>
              </a:cxn>
              <a:cxn ang="0">
                <a:pos x="connsiteX18525" y="connsiteY18525"/>
              </a:cxn>
              <a:cxn ang="0">
                <a:pos x="connsiteX18526" y="connsiteY18526"/>
              </a:cxn>
              <a:cxn ang="0">
                <a:pos x="connsiteX18527" y="connsiteY18527"/>
              </a:cxn>
              <a:cxn ang="0">
                <a:pos x="connsiteX18528" y="connsiteY18528"/>
              </a:cxn>
              <a:cxn ang="0">
                <a:pos x="connsiteX18529" y="connsiteY18529"/>
              </a:cxn>
              <a:cxn ang="0">
                <a:pos x="connsiteX18530" y="connsiteY18530"/>
              </a:cxn>
              <a:cxn ang="0">
                <a:pos x="connsiteX18531" y="connsiteY18531"/>
              </a:cxn>
              <a:cxn ang="0">
                <a:pos x="connsiteX18532" y="connsiteY18532"/>
              </a:cxn>
              <a:cxn ang="0">
                <a:pos x="connsiteX18533" y="connsiteY18533"/>
              </a:cxn>
              <a:cxn ang="0">
                <a:pos x="connsiteX18534" y="connsiteY18534"/>
              </a:cxn>
              <a:cxn ang="0">
                <a:pos x="connsiteX18535" y="connsiteY18535"/>
              </a:cxn>
              <a:cxn ang="0">
                <a:pos x="connsiteX18536" y="connsiteY18536"/>
              </a:cxn>
              <a:cxn ang="0">
                <a:pos x="connsiteX18537" y="connsiteY18537"/>
              </a:cxn>
              <a:cxn ang="0">
                <a:pos x="connsiteX18538" y="connsiteY18538"/>
              </a:cxn>
              <a:cxn ang="0">
                <a:pos x="connsiteX18539" y="connsiteY18539"/>
              </a:cxn>
              <a:cxn ang="0">
                <a:pos x="connsiteX18540" y="connsiteY18540"/>
              </a:cxn>
              <a:cxn ang="0">
                <a:pos x="connsiteX18541" y="connsiteY18541"/>
              </a:cxn>
              <a:cxn ang="0">
                <a:pos x="connsiteX18542" y="connsiteY18542"/>
              </a:cxn>
              <a:cxn ang="0">
                <a:pos x="connsiteX18543" y="connsiteY18543"/>
              </a:cxn>
              <a:cxn ang="0">
                <a:pos x="connsiteX18544" y="connsiteY18544"/>
              </a:cxn>
              <a:cxn ang="0">
                <a:pos x="connsiteX18545" y="connsiteY18545"/>
              </a:cxn>
              <a:cxn ang="0">
                <a:pos x="connsiteX18546" y="connsiteY18546"/>
              </a:cxn>
              <a:cxn ang="0">
                <a:pos x="connsiteX18547" y="connsiteY18547"/>
              </a:cxn>
              <a:cxn ang="0">
                <a:pos x="connsiteX18548" y="connsiteY18548"/>
              </a:cxn>
              <a:cxn ang="0">
                <a:pos x="connsiteX18549" y="connsiteY18549"/>
              </a:cxn>
              <a:cxn ang="0">
                <a:pos x="connsiteX18550" y="connsiteY18550"/>
              </a:cxn>
              <a:cxn ang="0">
                <a:pos x="connsiteX18551" y="connsiteY18551"/>
              </a:cxn>
              <a:cxn ang="0">
                <a:pos x="connsiteX18552" y="connsiteY18552"/>
              </a:cxn>
              <a:cxn ang="0">
                <a:pos x="connsiteX18553" y="connsiteY18553"/>
              </a:cxn>
              <a:cxn ang="0">
                <a:pos x="connsiteX18554" y="connsiteY18554"/>
              </a:cxn>
              <a:cxn ang="0">
                <a:pos x="connsiteX18555" y="connsiteY18555"/>
              </a:cxn>
              <a:cxn ang="0">
                <a:pos x="connsiteX18556" y="connsiteY18556"/>
              </a:cxn>
              <a:cxn ang="0">
                <a:pos x="connsiteX18557" y="connsiteY18557"/>
              </a:cxn>
              <a:cxn ang="0">
                <a:pos x="connsiteX18558" y="connsiteY18558"/>
              </a:cxn>
              <a:cxn ang="0">
                <a:pos x="connsiteX18559" y="connsiteY18559"/>
              </a:cxn>
              <a:cxn ang="0">
                <a:pos x="connsiteX18560" y="connsiteY18560"/>
              </a:cxn>
              <a:cxn ang="0">
                <a:pos x="connsiteX18561" y="connsiteY18561"/>
              </a:cxn>
              <a:cxn ang="0">
                <a:pos x="connsiteX18562" y="connsiteY18562"/>
              </a:cxn>
              <a:cxn ang="0">
                <a:pos x="connsiteX18563" y="connsiteY18563"/>
              </a:cxn>
              <a:cxn ang="0">
                <a:pos x="connsiteX18564" y="connsiteY18564"/>
              </a:cxn>
              <a:cxn ang="0">
                <a:pos x="connsiteX18565" y="connsiteY18565"/>
              </a:cxn>
              <a:cxn ang="0">
                <a:pos x="connsiteX18566" y="connsiteY18566"/>
              </a:cxn>
              <a:cxn ang="0">
                <a:pos x="connsiteX18567" y="connsiteY18567"/>
              </a:cxn>
              <a:cxn ang="0">
                <a:pos x="connsiteX18568" y="connsiteY18568"/>
              </a:cxn>
              <a:cxn ang="0">
                <a:pos x="connsiteX18569" y="connsiteY18569"/>
              </a:cxn>
              <a:cxn ang="0">
                <a:pos x="connsiteX18570" y="connsiteY18570"/>
              </a:cxn>
              <a:cxn ang="0">
                <a:pos x="connsiteX18571" y="connsiteY18571"/>
              </a:cxn>
              <a:cxn ang="0">
                <a:pos x="connsiteX18572" y="connsiteY18572"/>
              </a:cxn>
              <a:cxn ang="0">
                <a:pos x="connsiteX18573" y="connsiteY18573"/>
              </a:cxn>
              <a:cxn ang="0">
                <a:pos x="connsiteX18574" y="connsiteY18574"/>
              </a:cxn>
              <a:cxn ang="0">
                <a:pos x="connsiteX18575" y="connsiteY18575"/>
              </a:cxn>
              <a:cxn ang="0">
                <a:pos x="connsiteX18576" y="connsiteY18576"/>
              </a:cxn>
              <a:cxn ang="0">
                <a:pos x="connsiteX18577" y="connsiteY18577"/>
              </a:cxn>
              <a:cxn ang="0">
                <a:pos x="connsiteX18578" y="connsiteY18578"/>
              </a:cxn>
              <a:cxn ang="0">
                <a:pos x="connsiteX18579" y="connsiteY18579"/>
              </a:cxn>
              <a:cxn ang="0">
                <a:pos x="connsiteX18580" y="connsiteY18580"/>
              </a:cxn>
              <a:cxn ang="0">
                <a:pos x="connsiteX18581" y="connsiteY18581"/>
              </a:cxn>
              <a:cxn ang="0">
                <a:pos x="connsiteX18582" y="connsiteY18582"/>
              </a:cxn>
              <a:cxn ang="0">
                <a:pos x="connsiteX18583" y="connsiteY18583"/>
              </a:cxn>
              <a:cxn ang="0">
                <a:pos x="connsiteX18584" y="connsiteY18584"/>
              </a:cxn>
              <a:cxn ang="0">
                <a:pos x="connsiteX18585" y="connsiteY18585"/>
              </a:cxn>
              <a:cxn ang="0">
                <a:pos x="connsiteX18586" y="connsiteY18586"/>
              </a:cxn>
              <a:cxn ang="0">
                <a:pos x="connsiteX18587" y="connsiteY18587"/>
              </a:cxn>
              <a:cxn ang="0">
                <a:pos x="connsiteX18588" y="connsiteY18588"/>
              </a:cxn>
              <a:cxn ang="0">
                <a:pos x="connsiteX18589" y="connsiteY18589"/>
              </a:cxn>
              <a:cxn ang="0">
                <a:pos x="connsiteX18590" y="connsiteY18590"/>
              </a:cxn>
              <a:cxn ang="0">
                <a:pos x="connsiteX18591" y="connsiteY18591"/>
              </a:cxn>
              <a:cxn ang="0">
                <a:pos x="connsiteX18592" y="connsiteY18592"/>
              </a:cxn>
              <a:cxn ang="0">
                <a:pos x="connsiteX18593" y="connsiteY18593"/>
              </a:cxn>
              <a:cxn ang="0">
                <a:pos x="connsiteX18594" y="connsiteY18594"/>
              </a:cxn>
              <a:cxn ang="0">
                <a:pos x="connsiteX18595" y="connsiteY18595"/>
              </a:cxn>
              <a:cxn ang="0">
                <a:pos x="connsiteX18596" y="connsiteY18596"/>
              </a:cxn>
              <a:cxn ang="0">
                <a:pos x="connsiteX18597" y="connsiteY18597"/>
              </a:cxn>
              <a:cxn ang="0">
                <a:pos x="connsiteX18598" y="connsiteY18598"/>
              </a:cxn>
              <a:cxn ang="0">
                <a:pos x="connsiteX18599" y="connsiteY18599"/>
              </a:cxn>
              <a:cxn ang="0">
                <a:pos x="connsiteX18600" y="connsiteY18600"/>
              </a:cxn>
              <a:cxn ang="0">
                <a:pos x="connsiteX18601" y="connsiteY18601"/>
              </a:cxn>
              <a:cxn ang="0">
                <a:pos x="connsiteX18602" y="connsiteY18602"/>
              </a:cxn>
              <a:cxn ang="0">
                <a:pos x="connsiteX18603" y="connsiteY18603"/>
              </a:cxn>
              <a:cxn ang="0">
                <a:pos x="connsiteX18604" y="connsiteY18604"/>
              </a:cxn>
              <a:cxn ang="0">
                <a:pos x="connsiteX18605" y="connsiteY18605"/>
              </a:cxn>
              <a:cxn ang="0">
                <a:pos x="connsiteX18606" y="connsiteY18606"/>
              </a:cxn>
              <a:cxn ang="0">
                <a:pos x="connsiteX18607" y="connsiteY18607"/>
              </a:cxn>
              <a:cxn ang="0">
                <a:pos x="connsiteX18608" y="connsiteY18608"/>
              </a:cxn>
              <a:cxn ang="0">
                <a:pos x="connsiteX18609" y="connsiteY18609"/>
              </a:cxn>
              <a:cxn ang="0">
                <a:pos x="connsiteX18610" y="connsiteY18610"/>
              </a:cxn>
              <a:cxn ang="0">
                <a:pos x="connsiteX18611" y="connsiteY18611"/>
              </a:cxn>
              <a:cxn ang="0">
                <a:pos x="connsiteX18612" y="connsiteY18612"/>
              </a:cxn>
              <a:cxn ang="0">
                <a:pos x="connsiteX18613" y="connsiteY18613"/>
              </a:cxn>
              <a:cxn ang="0">
                <a:pos x="connsiteX18614" y="connsiteY18614"/>
              </a:cxn>
              <a:cxn ang="0">
                <a:pos x="connsiteX18615" y="connsiteY18615"/>
              </a:cxn>
              <a:cxn ang="0">
                <a:pos x="connsiteX18616" y="connsiteY18616"/>
              </a:cxn>
              <a:cxn ang="0">
                <a:pos x="connsiteX18617" y="connsiteY18617"/>
              </a:cxn>
              <a:cxn ang="0">
                <a:pos x="connsiteX18618" y="connsiteY18618"/>
              </a:cxn>
              <a:cxn ang="0">
                <a:pos x="connsiteX18619" y="connsiteY18619"/>
              </a:cxn>
              <a:cxn ang="0">
                <a:pos x="connsiteX18620" y="connsiteY18620"/>
              </a:cxn>
              <a:cxn ang="0">
                <a:pos x="connsiteX18621" y="connsiteY18621"/>
              </a:cxn>
              <a:cxn ang="0">
                <a:pos x="connsiteX18622" y="connsiteY18622"/>
              </a:cxn>
              <a:cxn ang="0">
                <a:pos x="connsiteX18623" y="connsiteY18623"/>
              </a:cxn>
              <a:cxn ang="0">
                <a:pos x="connsiteX18624" y="connsiteY18624"/>
              </a:cxn>
              <a:cxn ang="0">
                <a:pos x="connsiteX18625" y="connsiteY18625"/>
              </a:cxn>
              <a:cxn ang="0">
                <a:pos x="connsiteX18626" y="connsiteY18626"/>
              </a:cxn>
              <a:cxn ang="0">
                <a:pos x="connsiteX18627" y="connsiteY18627"/>
              </a:cxn>
              <a:cxn ang="0">
                <a:pos x="connsiteX18628" y="connsiteY18628"/>
              </a:cxn>
              <a:cxn ang="0">
                <a:pos x="connsiteX18629" y="connsiteY18629"/>
              </a:cxn>
              <a:cxn ang="0">
                <a:pos x="connsiteX18630" y="connsiteY18630"/>
              </a:cxn>
              <a:cxn ang="0">
                <a:pos x="connsiteX18631" y="connsiteY18631"/>
              </a:cxn>
              <a:cxn ang="0">
                <a:pos x="connsiteX18632" y="connsiteY18632"/>
              </a:cxn>
              <a:cxn ang="0">
                <a:pos x="connsiteX18633" y="connsiteY18633"/>
              </a:cxn>
              <a:cxn ang="0">
                <a:pos x="connsiteX18634" y="connsiteY18634"/>
              </a:cxn>
              <a:cxn ang="0">
                <a:pos x="connsiteX18635" y="connsiteY18635"/>
              </a:cxn>
              <a:cxn ang="0">
                <a:pos x="connsiteX18636" y="connsiteY18636"/>
              </a:cxn>
              <a:cxn ang="0">
                <a:pos x="connsiteX18637" y="connsiteY18637"/>
              </a:cxn>
              <a:cxn ang="0">
                <a:pos x="connsiteX18638" y="connsiteY18638"/>
              </a:cxn>
              <a:cxn ang="0">
                <a:pos x="connsiteX18639" y="connsiteY18639"/>
              </a:cxn>
              <a:cxn ang="0">
                <a:pos x="connsiteX18640" y="connsiteY18640"/>
              </a:cxn>
              <a:cxn ang="0">
                <a:pos x="connsiteX18641" y="connsiteY18641"/>
              </a:cxn>
              <a:cxn ang="0">
                <a:pos x="connsiteX18642" y="connsiteY18642"/>
              </a:cxn>
              <a:cxn ang="0">
                <a:pos x="connsiteX18643" y="connsiteY18643"/>
              </a:cxn>
              <a:cxn ang="0">
                <a:pos x="connsiteX18644" y="connsiteY18644"/>
              </a:cxn>
              <a:cxn ang="0">
                <a:pos x="connsiteX18645" y="connsiteY18645"/>
              </a:cxn>
              <a:cxn ang="0">
                <a:pos x="connsiteX18646" y="connsiteY18646"/>
              </a:cxn>
              <a:cxn ang="0">
                <a:pos x="connsiteX18647" y="connsiteY18647"/>
              </a:cxn>
              <a:cxn ang="0">
                <a:pos x="connsiteX18648" y="connsiteY18648"/>
              </a:cxn>
              <a:cxn ang="0">
                <a:pos x="connsiteX18649" y="connsiteY18649"/>
              </a:cxn>
              <a:cxn ang="0">
                <a:pos x="connsiteX18650" y="connsiteY18650"/>
              </a:cxn>
              <a:cxn ang="0">
                <a:pos x="connsiteX18651" y="connsiteY18651"/>
              </a:cxn>
              <a:cxn ang="0">
                <a:pos x="connsiteX18652" y="connsiteY18652"/>
              </a:cxn>
              <a:cxn ang="0">
                <a:pos x="connsiteX18653" y="connsiteY18653"/>
              </a:cxn>
              <a:cxn ang="0">
                <a:pos x="connsiteX18654" y="connsiteY18654"/>
              </a:cxn>
              <a:cxn ang="0">
                <a:pos x="connsiteX18655" y="connsiteY18655"/>
              </a:cxn>
              <a:cxn ang="0">
                <a:pos x="connsiteX18656" y="connsiteY18656"/>
              </a:cxn>
              <a:cxn ang="0">
                <a:pos x="connsiteX18657" y="connsiteY18657"/>
              </a:cxn>
              <a:cxn ang="0">
                <a:pos x="connsiteX18658" y="connsiteY18658"/>
              </a:cxn>
              <a:cxn ang="0">
                <a:pos x="connsiteX18659" y="connsiteY18659"/>
              </a:cxn>
              <a:cxn ang="0">
                <a:pos x="connsiteX18660" y="connsiteY18660"/>
              </a:cxn>
              <a:cxn ang="0">
                <a:pos x="connsiteX18661" y="connsiteY18661"/>
              </a:cxn>
              <a:cxn ang="0">
                <a:pos x="connsiteX18662" y="connsiteY18662"/>
              </a:cxn>
              <a:cxn ang="0">
                <a:pos x="connsiteX18663" y="connsiteY18663"/>
              </a:cxn>
              <a:cxn ang="0">
                <a:pos x="connsiteX18664" y="connsiteY18664"/>
              </a:cxn>
              <a:cxn ang="0">
                <a:pos x="connsiteX18665" y="connsiteY18665"/>
              </a:cxn>
              <a:cxn ang="0">
                <a:pos x="connsiteX18666" y="connsiteY18666"/>
              </a:cxn>
              <a:cxn ang="0">
                <a:pos x="connsiteX18667" y="connsiteY18667"/>
              </a:cxn>
              <a:cxn ang="0">
                <a:pos x="connsiteX18668" y="connsiteY18668"/>
              </a:cxn>
              <a:cxn ang="0">
                <a:pos x="connsiteX18669" y="connsiteY18669"/>
              </a:cxn>
              <a:cxn ang="0">
                <a:pos x="connsiteX18670" y="connsiteY18670"/>
              </a:cxn>
              <a:cxn ang="0">
                <a:pos x="connsiteX18671" y="connsiteY18671"/>
              </a:cxn>
              <a:cxn ang="0">
                <a:pos x="connsiteX18672" y="connsiteY18672"/>
              </a:cxn>
              <a:cxn ang="0">
                <a:pos x="connsiteX18673" y="connsiteY18673"/>
              </a:cxn>
              <a:cxn ang="0">
                <a:pos x="connsiteX18674" y="connsiteY18674"/>
              </a:cxn>
              <a:cxn ang="0">
                <a:pos x="connsiteX18675" y="connsiteY18675"/>
              </a:cxn>
              <a:cxn ang="0">
                <a:pos x="connsiteX18676" y="connsiteY18676"/>
              </a:cxn>
              <a:cxn ang="0">
                <a:pos x="connsiteX18677" y="connsiteY18677"/>
              </a:cxn>
              <a:cxn ang="0">
                <a:pos x="connsiteX18678" y="connsiteY18678"/>
              </a:cxn>
              <a:cxn ang="0">
                <a:pos x="connsiteX18679" y="connsiteY18679"/>
              </a:cxn>
              <a:cxn ang="0">
                <a:pos x="connsiteX18680" y="connsiteY18680"/>
              </a:cxn>
              <a:cxn ang="0">
                <a:pos x="connsiteX18681" y="connsiteY18681"/>
              </a:cxn>
              <a:cxn ang="0">
                <a:pos x="connsiteX18682" y="connsiteY18682"/>
              </a:cxn>
              <a:cxn ang="0">
                <a:pos x="connsiteX18683" y="connsiteY18683"/>
              </a:cxn>
              <a:cxn ang="0">
                <a:pos x="connsiteX18684" y="connsiteY18684"/>
              </a:cxn>
              <a:cxn ang="0">
                <a:pos x="connsiteX18685" y="connsiteY18685"/>
              </a:cxn>
              <a:cxn ang="0">
                <a:pos x="connsiteX18686" y="connsiteY18686"/>
              </a:cxn>
              <a:cxn ang="0">
                <a:pos x="connsiteX18687" y="connsiteY18687"/>
              </a:cxn>
              <a:cxn ang="0">
                <a:pos x="connsiteX18688" y="connsiteY18688"/>
              </a:cxn>
              <a:cxn ang="0">
                <a:pos x="connsiteX18689" y="connsiteY18689"/>
              </a:cxn>
              <a:cxn ang="0">
                <a:pos x="connsiteX18690" y="connsiteY18690"/>
              </a:cxn>
              <a:cxn ang="0">
                <a:pos x="connsiteX18691" y="connsiteY18691"/>
              </a:cxn>
              <a:cxn ang="0">
                <a:pos x="connsiteX18692" y="connsiteY18692"/>
              </a:cxn>
              <a:cxn ang="0">
                <a:pos x="connsiteX18693" y="connsiteY18693"/>
              </a:cxn>
              <a:cxn ang="0">
                <a:pos x="connsiteX18694" y="connsiteY18694"/>
              </a:cxn>
              <a:cxn ang="0">
                <a:pos x="connsiteX18695" y="connsiteY18695"/>
              </a:cxn>
              <a:cxn ang="0">
                <a:pos x="connsiteX18696" y="connsiteY18696"/>
              </a:cxn>
              <a:cxn ang="0">
                <a:pos x="connsiteX18697" y="connsiteY18697"/>
              </a:cxn>
              <a:cxn ang="0">
                <a:pos x="connsiteX18698" y="connsiteY18698"/>
              </a:cxn>
              <a:cxn ang="0">
                <a:pos x="connsiteX18699" y="connsiteY18699"/>
              </a:cxn>
              <a:cxn ang="0">
                <a:pos x="connsiteX18700" y="connsiteY18700"/>
              </a:cxn>
              <a:cxn ang="0">
                <a:pos x="connsiteX18701" y="connsiteY18701"/>
              </a:cxn>
              <a:cxn ang="0">
                <a:pos x="connsiteX18702" y="connsiteY18702"/>
              </a:cxn>
              <a:cxn ang="0">
                <a:pos x="connsiteX18703" y="connsiteY18703"/>
              </a:cxn>
              <a:cxn ang="0">
                <a:pos x="connsiteX18704" y="connsiteY18704"/>
              </a:cxn>
              <a:cxn ang="0">
                <a:pos x="connsiteX18705" y="connsiteY18705"/>
              </a:cxn>
              <a:cxn ang="0">
                <a:pos x="connsiteX18706" y="connsiteY18706"/>
              </a:cxn>
              <a:cxn ang="0">
                <a:pos x="connsiteX18707" y="connsiteY18707"/>
              </a:cxn>
              <a:cxn ang="0">
                <a:pos x="connsiteX18708" y="connsiteY18708"/>
              </a:cxn>
              <a:cxn ang="0">
                <a:pos x="connsiteX18709" y="connsiteY18709"/>
              </a:cxn>
              <a:cxn ang="0">
                <a:pos x="connsiteX18710" y="connsiteY18710"/>
              </a:cxn>
              <a:cxn ang="0">
                <a:pos x="connsiteX18711" y="connsiteY18711"/>
              </a:cxn>
              <a:cxn ang="0">
                <a:pos x="connsiteX18712" y="connsiteY18712"/>
              </a:cxn>
              <a:cxn ang="0">
                <a:pos x="connsiteX18713" y="connsiteY18713"/>
              </a:cxn>
              <a:cxn ang="0">
                <a:pos x="connsiteX18714" y="connsiteY18714"/>
              </a:cxn>
              <a:cxn ang="0">
                <a:pos x="connsiteX18715" y="connsiteY18715"/>
              </a:cxn>
              <a:cxn ang="0">
                <a:pos x="connsiteX18716" y="connsiteY18716"/>
              </a:cxn>
              <a:cxn ang="0">
                <a:pos x="connsiteX18717" y="connsiteY18717"/>
              </a:cxn>
              <a:cxn ang="0">
                <a:pos x="connsiteX18718" y="connsiteY18718"/>
              </a:cxn>
              <a:cxn ang="0">
                <a:pos x="connsiteX18719" y="connsiteY18719"/>
              </a:cxn>
              <a:cxn ang="0">
                <a:pos x="connsiteX18720" y="connsiteY18720"/>
              </a:cxn>
              <a:cxn ang="0">
                <a:pos x="connsiteX18721" y="connsiteY18721"/>
              </a:cxn>
              <a:cxn ang="0">
                <a:pos x="connsiteX18722" y="connsiteY18722"/>
              </a:cxn>
              <a:cxn ang="0">
                <a:pos x="connsiteX18723" y="connsiteY18723"/>
              </a:cxn>
              <a:cxn ang="0">
                <a:pos x="connsiteX18724" y="connsiteY18724"/>
              </a:cxn>
              <a:cxn ang="0">
                <a:pos x="connsiteX18725" y="connsiteY18725"/>
              </a:cxn>
              <a:cxn ang="0">
                <a:pos x="connsiteX18726" y="connsiteY18726"/>
              </a:cxn>
              <a:cxn ang="0">
                <a:pos x="connsiteX18727" y="connsiteY18727"/>
              </a:cxn>
              <a:cxn ang="0">
                <a:pos x="connsiteX18728" y="connsiteY18728"/>
              </a:cxn>
              <a:cxn ang="0">
                <a:pos x="connsiteX18729" y="connsiteY18729"/>
              </a:cxn>
              <a:cxn ang="0">
                <a:pos x="connsiteX18730" y="connsiteY18730"/>
              </a:cxn>
              <a:cxn ang="0">
                <a:pos x="connsiteX18731" y="connsiteY18731"/>
              </a:cxn>
              <a:cxn ang="0">
                <a:pos x="connsiteX18732" y="connsiteY18732"/>
              </a:cxn>
              <a:cxn ang="0">
                <a:pos x="connsiteX18733" y="connsiteY18733"/>
              </a:cxn>
              <a:cxn ang="0">
                <a:pos x="connsiteX18734" y="connsiteY18734"/>
              </a:cxn>
              <a:cxn ang="0">
                <a:pos x="connsiteX18735" y="connsiteY18735"/>
              </a:cxn>
              <a:cxn ang="0">
                <a:pos x="connsiteX18736" y="connsiteY18736"/>
              </a:cxn>
              <a:cxn ang="0">
                <a:pos x="connsiteX18737" y="connsiteY18737"/>
              </a:cxn>
              <a:cxn ang="0">
                <a:pos x="connsiteX18738" y="connsiteY18738"/>
              </a:cxn>
              <a:cxn ang="0">
                <a:pos x="connsiteX18739" y="connsiteY18739"/>
              </a:cxn>
              <a:cxn ang="0">
                <a:pos x="connsiteX18740" y="connsiteY18740"/>
              </a:cxn>
              <a:cxn ang="0">
                <a:pos x="connsiteX18741" y="connsiteY18741"/>
              </a:cxn>
              <a:cxn ang="0">
                <a:pos x="connsiteX18742" y="connsiteY18742"/>
              </a:cxn>
              <a:cxn ang="0">
                <a:pos x="connsiteX18743" y="connsiteY18743"/>
              </a:cxn>
              <a:cxn ang="0">
                <a:pos x="connsiteX18744" y="connsiteY18744"/>
              </a:cxn>
              <a:cxn ang="0">
                <a:pos x="connsiteX18745" y="connsiteY18745"/>
              </a:cxn>
              <a:cxn ang="0">
                <a:pos x="connsiteX18746" y="connsiteY18746"/>
              </a:cxn>
              <a:cxn ang="0">
                <a:pos x="connsiteX18747" y="connsiteY18747"/>
              </a:cxn>
              <a:cxn ang="0">
                <a:pos x="connsiteX18748" y="connsiteY18748"/>
              </a:cxn>
              <a:cxn ang="0">
                <a:pos x="connsiteX18749" y="connsiteY18749"/>
              </a:cxn>
              <a:cxn ang="0">
                <a:pos x="connsiteX18750" y="connsiteY18750"/>
              </a:cxn>
              <a:cxn ang="0">
                <a:pos x="connsiteX18751" y="connsiteY18751"/>
              </a:cxn>
              <a:cxn ang="0">
                <a:pos x="connsiteX18752" y="connsiteY18752"/>
              </a:cxn>
              <a:cxn ang="0">
                <a:pos x="connsiteX18753" y="connsiteY18753"/>
              </a:cxn>
              <a:cxn ang="0">
                <a:pos x="connsiteX18754" y="connsiteY18754"/>
              </a:cxn>
              <a:cxn ang="0">
                <a:pos x="connsiteX18755" y="connsiteY18755"/>
              </a:cxn>
              <a:cxn ang="0">
                <a:pos x="connsiteX18756" y="connsiteY18756"/>
              </a:cxn>
              <a:cxn ang="0">
                <a:pos x="connsiteX18757" y="connsiteY18757"/>
              </a:cxn>
              <a:cxn ang="0">
                <a:pos x="connsiteX18758" y="connsiteY18758"/>
              </a:cxn>
              <a:cxn ang="0">
                <a:pos x="connsiteX18759" y="connsiteY18759"/>
              </a:cxn>
              <a:cxn ang="0">
                <a:pos x="connsiteX18760" y="connsiteY18760"/>
              </a:cxn>
              <a:cxn ang="0">
                <a:pos x="connsiteX18761" y="connsiteY18761"/>
              </a:cxn>
              <a:cxn ang="0">
                <a:pos x="connsiteX18762" y="connsiteY18762"/>
              </a:cxn>
              <a:cxn ang="0">
                <a:pos x="connsiteX18763" y="connsiteY18763"/>
              </a:cxn>
              <a:cxn ang="0">
                <a:pos x="connsiteX18764" y="connsiteY18764"/>
              </a:cxn>
              <a:cxn ang="0">
                <a:pos x="connsiteX18765" y="connsiteY18765"/>
              </a:cxn>
              <a:cxn ang="0">
                <a:pos x="connsiteX18766" y="connsiteY18766"/>
              </a:cxn>
              <a:cxn ang="0">
                <a:pos x="connsiteX18767" y="connsiteY18767"/>
              </a:cxn>
              <a:cxn ang="0">
                <a:pos x="connsiteX18768" y="connsiteY18768"/>
              </a:cxn>
              <a:cxn ang="0">
                <a:pos x="connsiteX18769" y="connsiteY18769"/>
              </a:cxn>
              <a:cxn ang="0">
                <a:pos x="connsiteX18770" y="connsiteY18770"/>
              </a:cxn>
              <a:cxn ang="0">
                <a:pos x="connsiteX18771" y="connsiteY18771"/>
              </a:cxn>
              <a:cxn ang="0">
                <a:pos x="connsiteX18772" y="connsiteY18772"/>
              </a:cxn>
              <a:cxn ang="0">
                <a:pos x="connsiteX18773" y="connsiteY18773"/>
              </a:cxn>
              <a:cxn ang="0">
                <a:pos x="connsiteX18774" y="connsiteY18774"/>
              </a:cxn>
              <a:cxn ang="0">
                <a:pos x="connsiteX18775" y="connsiteY18775"/>
              </a:cxn>
              <a:cxn ang="0">
                <a:pos x="connsiteX18776" y="connsiteY18776"/>
              </a:cxn>
              <a:cxn ang="0">
                <a:pos x="connsiteX18777" y="connsiteY18777"/>
              </a:cxn>
              <a:cxn ang="0">
                <a:pos x="connsiteX18778" y="connsiteY18778"/>
              </a:cxn>
              <a:cxn ang="0">
                <a:pos x="connsiteX18779" y="connsiteY18779"/>
              </a:cxn>
              <a:cxn ang="0">
                <a:pos x="connsiteX18780" y="connsiteY18780"/>
              </a:cxn>
              <a:cxn ang="0">
                <a:pos x="connsiteX18781" y="connsiteY18781"/>
              </a:cxn>
              <a:cxn ang="0">
                <a:pos x="connsiteX18782" y="connsiteY18782"/>
              </a:cxn>
              <a:cxn ang="0">
                <a:pos x="connsiteX18783" y="connsiteY18783"/>
              </a:cxn>
              <a:cxn ang="0">
                <a:pos x="connsiteX18784" y="connsiteY18784"/>
              </a:cxn>
              <a:cxn ang="0">
                <a:pos x="connsiteX18785" y="connsiteY18785"/>
              </a:cxn>
              <a:cxn ang="0">
                <a:pos x="connsiteX18786" y="connsiteY18786"/>
              </a:cxn>
              <a:cxn ang="0">
                <a:pos x="connsiteX18787" y="connsiteY18787"/>
              </a:cxn>
              <a:cxn ang="0">
                <a:pos x="connsiteX18788" y="connsiteY18788"/>
              </a:cxn>
              <a:cxn ang="0">
                <a:pos x="connsiteX18789" y="connsiteY18789"/>
              </a:cxn>
              <a:cxn ang="0">
                <a:pos x="connsiteX18790" y="connsiteY18790"/>
              </a:cxn>
              <a:cxn ang="0">
                <a:pos x="connsiteX18791" y="connsiteY18791"/>
              </a:cxn>
              <a:cxn ang="0">
                <a:pos x="connsiteX18792" y="connsiteY18792"/>
              </a:cxn>
              <a:cxn ang="0">
                <a:pos x="connsiteX18793" y="connsiteY18793"/>
              </a:cxn>
              <a:cxn ang="0">
                <a:pos x="connsiteX18794" y="connsiteY18794"/>
              </a:cxn>
              <a:cxn ang="0">
                <a:pos x="connsiteX18795" y="connsiteY18795"/>
              </a:cxn>
              <a:cxn ang="0">
                <a:pos x="connsiteX18796" y="connsiteY18796"/>
              </a:cxn>
              <a:cxn ang="0">
                <a:pos x="connsiteX18797" y="connsiteY18797"/>
              </a:cxn>
              <a:cxn ang="0">
                <a:pos x="connsiteX18798" y="connsiteY18798"/>
              </a:cxn>
              <a:cxn ang="0">
                <a:pos x="connsiteX18799" y="connsiteY18799"/>
              </a:cxn>
              <a:cxn ang="0">
                <a:pos x="connsiteX18800" y="connsiteY18800"/>
              </a:cxn>
              <a:cxn ang="0">
                <a:pos x="connsiteX18801" y="connsiteY18801"/>
              </a:cxn>
              <a:cxn ang="0">
                <a:pos x="connsiteX18802" y="connsiteY18802"/>
              </a:cxn>
              <a:cxn ang="0">
                <a:pos x="connsiteX18803" y="connsiteY18803"/>
              </a:cxn>
              <a:cxn ang="0">
                <a:pos x="connsiteX18804" y="connsiteY18804"/>
              </a:cxn>
              <a:cxn ang="0">
                <a:pos x="connsiteX18805" y="connsiteY18805"/>
              </a:cxn>
              <a:cxn ang="0">
                <a:pos x="connsiteX18806" y="connsiteY18806"/>
              </a:cxn>
              <a:cxn ang="0">
                <a:pos x="connsiteX18807" y="connsiteY18807"/>
              </a:cxn>
              <a:cxn ang="0">
                <a:pos x="connsiteX18808" y="connsiteY18808"/>
              </a:cxn>
              <a:cxn ang="0">
                <a:pos x="connsiteX18809" y="connsiteY18809"/>
              </a:cxn>
              <a:cxn ang="0">
                <a:pos x="connsiteX18810" y="connsiteY18810"/>
              </a:cxn>
              <a:cxn ang="0">
                <a:pos x="connsiteX18811" y="connsiteY18811"/>
              </a:cxn>
              <a:cxn ang="0">
                <a:pos x="connsiteX18812" y="connsiteY18812"/>
              </a:cxn>
              <a:cxn ang="0">
                <a:pos x="connsiteX18813" y="connsiteY18813"/>
              </a:cxn>
              <a:cxn ang="0">
                <a:pos x="connsiteX18814" y="connsiteY18814"/>
              </a:cxn>
              <a:cxn ang="0">
                <a:pos x="connsiteX18815" y="connsiteY18815"/>
              </a:cxn>
              <a:cxn ang="0">
                <a:pos x="connsiteX18816" y="connsiteY18816"/>
              </a:cxn>
              <a:cxn ang="0">
                <a:pos x="connsiteX18817" y="connsiteY18817"/>
              </a:cxn>
              <a:cxn ang="0">
                <a:pos x="connsiteX18818" y="connsiteY18818"/>
              </a:cxn>
              <a:cxn ang="0">
                <a:pos x="connsiteX18819" y="connsiteY18819"/>
              </a:cxn>
              <a:cxn ang="0">
                <a:pos x="connsiteX18820" y="connsiteY18820"/>
              </a:cxn>
              <a:cxn ang="0">
                <a:pos x="connsiteX18821" y="connsiteY18821"/>
              </a:cxn>
              <a:cxn ang="0">
                <a:pos x="connsiteX18822" y="connsiteY18822"/>
              </a:cxn>
              <a:cxn ang="0">
                <a:pos x="connsiteX18823" y="connsiteY18823"/>
              </a:cxn>
              <a:cxn ang="0">
                <a:pos x="connsiteX18824" y="connsiteY18824"/>
              </a:cxn>
              <a:cxn ang="0">
                <a:pos x="connsiteX18825" y="connsiteY18825"/>
              </a:cxn>
              <a:cxn ang="0">
                <a:pos x="connsiteX18826" y="connsiteY18826"/>
              </a:cxn>
              <a:cxn ang="0">
                <a:pos x="connsiteX18827" y="connsiteY18827"/>
              </a:cxn>
              <a:cxn ang="0">
                <a:pos x="connsiteX18828" y="connsiteY18828"/>
              </a:cxn>
              <a:cxn ang="0">
                <a:pos x="connsiteX18829" y="connsiteY18829"/>
              </a:cxn>
              <a:cxn ang="0">
                <a:pos x="connsiteX18830" y="connsiteY18830"/>
              </a:cxn>
              <a:cxn ang="0">
                <a:pos x="connsiteX18831" y="connsiteY18831"/>
              </a:cxn>
              <a:cxn ang="0">
                <a:pos x="connsiteX18832" y="connsiteY18832"/>
              </a:cxn>
              <a:cxn ang="0">
                <a:pos x="connsiteX18833" y="connsiteY18833"/>
              </a:cxn>
              <a:cxn ang="0">
                <a:pos x="connsiteX18834" y="connsiteY18834"/>
              </a:cxn>
              <a:cxn ang="0">
                <a:pos x="connsiteX18835" y="connsiteY18835"/>
              </a:cxn>
              <a:cxn ang="0">
                <a:pos x="connsiteX18836" y="connsiteY18836"/>
              </a:cxn>
              <a:cxn ang="0">
                <a:pos x="connsiteX18837" y="connsiteY18837"/>
              </a:cxn>
              <a:cxn ang="0">
                <a:pos x="connsiteX18838" y="connsiteY18838"/>
              </a:cxn>
              <a:cxn ang="0">
                <a:pos x="connsiteX18839" y="connsiteY18839"/>
              </a:cxn>
              <a:cxn ang="0">
                <a:pos x="connsiteX18840" y="connsiteY18840"/>
              </a:cxn>
              <a:cxn ang="0">
                <a:pos x="connsiteX18841" y="connsiteY18841"/>
              </a:cxn>
              <a:cxn ang="0">
                <a:pos x="connsiteX18842" y="connsiteY18842"/>
              </a:cxn>
              <a:cxn ang="0">
                <a:pos x="connsiteX18843" y="connsiteY18843"/>
              </a:cxn>
              <a:cxn ang="0">
                <a:pos x="connsiteX18844" y="connsiteY18844"/>
              </a:cxn>
              <a:cxn ang="0">
                <a:pos x="connsiteX18845" y="connsiteY18845"/>
              </a:cxn>
              <a:cxn ang="0">
                <a:pos x="connsiteX18846" y="connsiteY18846"/>
              </a:cxn>
              <a:cxn ang="0">
                <a:pos x="connsiteX18847" y="connsiteY18847"/>
              </a:cxn>
              <a:cxn ang="0">
                <a:pos x="connsiteX18848" y="connsiteY18848"/>
              </a:cxn>
              <a:cxn ang="0">
                <a:pos x="connsiteX18849" y="connsiteY18849"/>
              </a:cxn>
              <a:cxn ang="0">
                <a:pos x="connsiteX18850" y="connsiteY18850"/>
              </a:cxn>
              <a:cxn ang="0">
                <a:pos x="connsiteX18851" y="connsiteY18851"/>
              </a:cxn>
              <a:cxn ang="0">
                <a:pos x="connsiteX18852" y="connsiteY18852"/>
              </a:cxn>
              <a:cxn ang="0">
                <a:pos x="connsiteX18853" y="connsiteY18853"/>
              </a:cxn>
              <a:cxn ang="0">
                <a:pos x="connsiteX18854" y="connsiteY18854"/>
              </a:cxn>
              <a:cxn ang="0">
                <a:pos x="connsiteX18855" y="connsiteY18855"/>
              </a:cxn>
              <a:cxn ang="0">
                <a:pos x="connsiteX18856" y="connsiteY18856"/>
              </a:cxn>
              <a:cxn ang="0">
                <a:pos x="connsiteX18857" y="connsiteY18857"/>
              </a:cxn>
              <a:cxn ang="0">
                <a:pos x="connsiteX18858" y="connsiteY18858"/>
              </a:cxn>
              <a:cxn ang="0">
                <a:pos x="connsiteX18859" y="connsiteY18859"/>
              </a:cxn>
              <a:cxn ang="0">
                <a:pos x="connsiteX18860" y="connsiteY18860"/>
              </a:cxn>
              <a:cxn ang="0">
                <a:pos x="connsiteX18861" y="connsiteY18861"/>
              </a:cxn>
              <a:cxn ang="0">
                <a:pos x="connsiteX18862" y="connsiteY18862"/>
              </a:cxn>
              <a:cxn ang="0">
                <a:pos x="connsiteX18863" y="connsiteY18863"/>
              </a:cxn>
              <a:cxn ang="0">
                <a:pos x="connsiteX18864" y="connsiteY18864"/>
              </a:cxn>
              <a:cxn ang="0">
                <a:pos x="connsiteX18865" y="connsiteY18865"/>
              </a:cxn>
              <a:cxn ang="0">
                <a:pos x="connsiteX18866" y="connsiteY18866"/>
              </a:cxn>
              <a:cxn ang="0">
                <a:pos x="connsiteX18867" y="connsiteY18867"/>
              </a:cxn>
              <a:cxn ang="0">
                <a:pos x="connsiteX18868" y="connsiteY18868"/>
              </a:cxn>
              <a:cxn ang="0">
                <a:pos x="connsiteX18869" y="connsiteY18869"/>
              </a:cxn>
              <a:cxn ang="0">
                <a:pos x="connsiteX18870" y="connsiteY18870"/>
              </a:cxn>
              <a:cxn ang="0">
                <a:pos x="connsiteX18871" y="connsiteY18871"/>
              </a:cxn>
              <a:cxn ang="0">
                <a:pos x="connsiteX18872" y="connsiteY18872"/>
              </a:cxn>
              <a:cxn ang="0">
                <a:pos x="connsiteX18873" y="connsiteY18873"/>
              </a:cxn>
              <a:cxn ang="0">
                <a:pos x="connsiteX18874" y="connsiteY18874"/>
              </a:cxn>
              <a:cxn ang="0">
                <a:pos x="connsiteX18875" y="connsiteY18875"/>
              </a:cxn>
              <a:cxn ang="0">
                <a:pos x="connsiteX18876" y="connsiteY18876"/>
              </a:cxn>
              <a:cxn ang="0">
                <a:pos x="connsiteX18877" y="connsiteY18877"/>
              </a:cxn>
              <a:cxn ang="0">
                <a:pos x="connsiteX18878" y="connsiteY18878"/>
              </a:cxn>
              <a:cxn ang="0">
                <a:pos x="connsiteX18879" y="connsiteY18879"/>
              </a:cxn>
              <a:cxn ang="0">
                <a:pos x="connsiteX18880" y="connsiteY18880"/>
              </a:cxn>
              <a:cxn ang="0">
                <a:pos x="connsiteX18881" y="connsiteY18881"/>
              </a:cxn>
              <a:cxn ang="0">
                <a:pos x="connsiteX18882" y="connsiteY18882"/>
              </a:cxn>
              <a:cxn ang="0">
                <a:pos x="connsiteX18883" y="connsiteY18883"/>
              </a:cxn>
              <a:cxn ang="0">
                <a:pos x="connsiteX18884" y="connsiteY18884"/>
              </a:cxn>
              <a:cxn ang="0">
                <a:pos x="connsiteX18885" y="connsiteY18885"/>
              </a:cxn>
              <a:cxn ang="0">
                <a:pos x="connsiteX18886" y="connsiteY18886"/>
              </a:cxn>
              <a:cxn ang="0">
                <a:pos x="connsiteX18887" y="connsiteY18887"/>
              </a:cxn>
              <a:cxn ang="0">
                <a:pos x="connsiteX18888" y="connsiteY18888"/>
              </a:cxn>
              <a:cxn ang="0">
                <a:pos x="connsiteX18889" y="connsiteY18889"/>
              </a:cxn>
              <a:cxn ang="0">
                <a:pos x="connsiteX18890" y="connsiteY18890"/>
              </a:cxn>
              <a:cxn ang="0">
                <a:pos x="connsiteX18891" y="connsiteY18891"/>
              </a:cxn>
              <a:cxn ang="0">
                <a:pos x="connsiteX18892" y="connsiteY18892"/>
              </a:cxn>
              <a:cxn ang="0">
                <a:pos x="connsiteX18893" y="connsiteY18893"/>
              </a:cxn>
              <a:cxn ang="0">
                <a:pos x="connsiteX18894" y="connsiteY18894"/>
              </a:cxn>
              <a:cxn ang="0">
                <a:pos x="connsiteX18895" y="connsiteY18895"/>
              </a:cxn>
              <a:cxn ang="0">
                <a:pos x="connsiteX18896" y="connsiteY18896"/>
              </a:cxn>
              <a:cxn ang="0">
                <a:pos x="connsiteX18897" y="connsiteY18897"/>
              </a:cxn>
              <a:cxn ang="0">
                <a:pos x="connsiteX18898" y="connsiteY18898"/>
              </a:cxn>
              <a:cxn ang="0">
                <a:pos x="connsiteX18899" y="connsiteY18899"/>
              </a:cxn>
              <a:cxn ang="0">
                <a:pos x="connsiteX18900" y="connsiteY18900"/>
              </a:cxn>
              <a:cxn ang="0">
                <a:pos x="connsiteX18901" y="connsiteY18901"/>
              </a:cxn>
              <a:cxn ang="0">
                <a:pos x="connsiteX18902" y="connsiteY18902"/>
              </a:cxn>
              <a:cxn ang="0">
                <a:pos x="connsiteX18903" y="connsiteY18903"/>
              </a:cxn>
              <a:cxn ang="0">
                <a:pos x="connsiteX18904" y="connsiteY18904"/>
              </a:cxn>
              <a:cxn ang="0">
                <a:pos x="connsiteX18905" y="connsiteY18905"/>
              </a:cxn>
              <a:cxn ang="0">
                <a:pos x="connsiteX18906" y="connsiteY18906"/>
              </a:cxn>
              <a:cxn ang="0">
                <a:pos x="connsiteX18907" y="connsiteY18907"/>
              </a:cxn>
              <a:cxn ang="0">
                <a:pos x="connsiteX18908" y="connsiteY18908"/>
              </a:cxn>
              <a:cxn ang="0">
                <a:pos x="connsiteX18909" y="connsiteY18909"/>
              </a:cxn>
              <a:cxn ang="0">
                <a:pos x="connsiteX18910" y="connsiteY18910"/>
              </a:cxn>
              <a:cxn ang="0">
                <a:pos x="connsiteX18911" y="connsiteY18911"/>
              </a:cxn>
              <a:cxn ang="0">
                <a:pos x="connsiteX18912" y="connsiteY18912"/>
              </a:cxn>
              <a:cxn ang="0">
                <a:pos x="connsiteX18913" y="connsiteY18913"/>
              </a:cxn>
              <a:cxn ang="0">
                <a:pos x="connsiteX18914" y="connsiteY18914"/>
              </a:cxn>
              <a:cxn ang="0">
                <a:pos x="connsiteX18915" y="connsiteY18915"/>
              </a:cxn>
              <a:cxn ang="0">
                <a:pos x="connsiteX18916" y="connsiteY18916"/>
              </a:cxn>
              <a:cxn ang="0">
                <a:pos x="connsiteX18917" y="connsiteY18917"/>
              </a:cxn>
              <a:cxn ang="0">
                <a:pos x="connsiteX18918" y="connsiteY18918"/>
              </a:cxn>
              <a:cxn ang="0">
                <a:pos x="connsiteX18919" y="connsiteY18919"/>
              </a:cxn>
              <a:cxn ang="0">
                <a:pos x="connsiteX18920" y="connsiteY18920"/>
              </a:cxn>
              <a:cxn ang="0">
                <a:pos x="connsiteX18921" y="connsiteY18921"/>
              </a:cxn>
              <a:cxn ang="0">
                <a:pos x="connsiteX18922" y="connsiteY18922"/>
              </a:cxn>
              <a:cxn ang="0">
                <a:pos x="connsiteX18923" y="connsiteY18923"/>
              </a:cxn>
              <a:cxn ang="0">
                <a:pos x="connsiteX18924" y="connsiteY18924"/>
              </a:cxn>
              <a:cxn ang="0">
                <a:pos x="connsiteX18925" y="connsiteY18925"/>
              </a:cxn>
              <a:cxn ang="0">
                <a:pos x="connsiteX18926" y="connsiteY18926"/>
              </a:cxn>
              <a:cxn ang="0">
                <a:pos x="connsiteX18927" y="connsiteY18927"/>
              </a:cxn>
              <a:cxn ang="0">
                <a:pos x="connsiteX18928" y="connsiteY18928"/>
              </a:cxn>
              <a:cxn ang="0">
                <a:pos x="connsiteX18929" y="connsiteY18929"/>
              </a:cxn>
              <a:cxn ang="0">
                <a:pos x="connsiteX18930" y="connsiteY18930"/>
              </a:cxn>
              <a:cxn ang="0">
                <a:pos x="connsiteX18931" y="connsiteY18931"/>
              </a:cxn>
              <a:cxn ang="0">
                <a:pos x="connsiteX18932" y="connsiteY18932"/>
              </a:cxn>
              <a:cxn ang="0">
                <a:pos x="connsiteX18933" y="connsiteY18933"/>
              </a:cxn>
              <a:cxn ang="0">
                <a:pos x="connsiteX18934" y="connsiteY18934"/>
              </a:cxn>
              <a:cxn ang="0">
                <a:pos x="connsiteX18935" y="connsiteY18935"/>
              </a:cxn>
              <a:cxn ang="0">
                <a:pos x="connsiteX18936" y="connsiteY18936"/>
              </a:cxn>
              <a:cxn ang="0">
                <a:pos x="connsiteX18937" y="connsiteY18937"/>
              </a:cxn>
              <a:cxn ang="0">
                <a:pos x="connsiteX18938" y="connsiteY18938"/>
              </a:cxn>
              <a:cxn ang="0">
                <a:pos x="connsiteX18939" y="connsiteY18939"/>
              </a:cxn>
              <a:cxn ang="0">
                <a:pos x="connsiteX18940" y="connsiteY18940"/>
              </a:cxn>
              <a:cxn ang="0">
                <a:pos x="connsiteX18941" y="connsiteY18941"/>
              </a:cxn>
              <a:cxn ang="0">
                <a:pos x="connsiteX18942" y="connsiteY18942"/>
              </a:cxn>
              <a:cxn ang="0">
                <a:pos x="connsiteX18943" y="connsiteY18943"/>
              </a:cxn>
              <a:cxn ang="0">
                <a:pos x="connsiteX18944" y="connsiteY18944"/>
              </a:cxn>
              <a:cxn ang="0">
                <a:pos x="connsiteX18945" y="connsiteY18945"/>
              </a:cxn>
              <a:cxn ang="0">
                <a:pos x="connsiteX18946" y="connsiteY18946"/>
              </a:cxn>
              <a:cxn ang="0">
                <a:pos x="connsiteX18947" y="connsiteY18947"/>
              </a:cxn>
              <a:cxn ang="0">
                <a:pos x="connsiteX18948" y="connsiteY18948"/>
              </a:cxn>
              <a:cxn ang="0">
                <a:pos x="connsiteX18949" y="connsiteY18949"/>
              </a:cxn>
              <a:cxn ang="0">
                <a:pos x="connsiteX18950" y="connsiteY18950"/>
              </a:cxn>
              <a:cxn ang="0">
                <a:pos x="connsiteX18951" y="connsiteY18951"/>
              </a:cxn>
              <a:cxn ang="0">
                <a:pos x="connsiteX18952" y="connsiteY18952"/>
              </a:cxn>
              <a:cxn ang="0">
                <a:pos x="connsiteX18953" y="connsiteY18953"/>
              </a:cxn>
              <a:cxn ang="0">
                <a:pos x="connsiteX18954" y="connsiteY18954"/>
              </a:cxn>
              <a:cxn ang="0">
                <a:pos x="connsiteX18955" y="connsiteY18955"/>
              </a:cxn>
              <a:cxn ang="0">
                <a:pos x="connsiteX18956" y="connsiteY18956"/>
              </a:cxn>
              <a:cxn ang="0">
                <a:pos x="connsiteX18957" y="connsiteY18957"/>
              </a:cxn>
              <a:cxn ang="0">
                <a:pos x="connsiteX18958" y="connsiteY18958"/>
              </a:cxn>
              <a:cxn ang="0">
                <a:pos x="connsiteX18959" y="connsiteY18959"/>
              </a:cxn>
              <a:cxn ang="0">
                <a:pos x="connsiteX18960" y="connsiteY18960"/>
              </a:cxn>
              <a:cxn ang="0">
                <a:pos x="connsiteX18961" y="connsiteY18961"/>
              </a:cxn>
              <a:cxn ang="0">
                <a:pos x="connsiteX18962" y="connsiteY18962"/>
              </a:cxn>
              <a:cxn ang="0">
                <a:pos x="connsiteX18963" y="connsiteY18963"/>
              </a:cxn>
              <a:cxn ang="0">
                <a:pos x="connsiteX18964" y="connsiteY18964"/>
              </a:cxn>
              <a:cxn ang="0">
                <a:pos x="connsiteX18965" y="connsiteY18965"/>
              </a:cxn>
              <a:cxn ang="0">
                <a:pos x="connsiteX18966" y="connsiteY18966"/>
              </a:cxn>
              <a:cxn ang="0">
                <a:pos x="connsiteX18967" y="connsiteY18967"/>
              </a:cxn>
              <a:cxn ang="0">
                <a:pos x="connsiteX18968" y="connsiteY18968"/>
              </a:cxn>
              <a:cxn ang="0">
                <a:pos x="connsiteX18969" y="connsiteY18969"/>
              </a:cxn>
              <a:cxn ang="0">
                <a:pos x="connsiteX18970" y="connsiteY18970"/>
              </a:cxn>
              <a:cxn ang="0">
                <a:pos x="connsiteX18971" y="connsiteY18971"/>
              </a:cxn>
              <a:cxn ang="0">
                <a:pos x="connsiteX18972" y="connsiteY18972"/>
              </a:cxn>
              <a:cxn ang="0">
                <a:pos x="connsiteX18973" y="connsiteY18973"/>
              </a:cxn>
              <a:cxn ang="0">
                <a:pos x="connsiteX18974" y="connsiteY18974"/>
              </a:cxn>
              <a:cxn ang="0">
                <a:pos x="connsiteX18975" y="connsiteY18975"/>
              </a:cxn>
              <a:cxn ang="0">
                <a:pos x="connsiteX18976" y="connsiteY18976"/>
              </a:cxn>
              <a:cxn ang="0">
                <a:pos x="connsiteX18977" y="connsiteY18977"/>
              </a:cxn>
              <a:cxn ang="0">
                <a:pos x="connsiteX18978" y="connsiteY18978"/>
              </a:cxn>
              <a:cxn ang="0">
                <a:pos x="connsiteX18979" y="connsiteY18979"/>
              </a:cxn>
              <a:cxn ang="0">
                <a:pos x="connsiteX18980" y="connsiteY18980"/>
              </a:cxn>
              <a:cxn ang="0">
                <a:pos x="connsiteX18981" y="connsiteY18981"/>
              </a:cxn>
              <a:cxn ang="0">
                <a:pos x="connsiteX18982" y="connsiteY18982"/>
              </a:cxn>
              <a:cxn ang="0">
                <a:pos x="connsiteX18983" y="connsiteY18983"/>
              </a:cxn>
              <a:cxn ang="0">
                <a:pos x="connsiteX18984" y="connsiteY18984"/>
              </a:cxn>
              <a:cxn ang="0">
                <a:pos x="connsiteX18985" y="connsiteY18985"/>
              </a:cxn>
              <a:cxn ang="0">
                <a:pos x="connsiteX18986" y="connsiteY18986"/>
              </a:cxn>
              <a:cxn ang="0">
                <a:pos x="connsiteX18987" y="connsiteY18987"/>
              </a:cxn>
              <a:cxn ang="0">
                <a:pos x="connsiteX18988" y="connsiteY18988"/>
              </a:cxn>
              <a:cxn ang="0">
                <a:pos x="connsiteX18989" y="connsiteY18989"/>
              </a:cxn>
              <a:cxn ang="0">
                <a:pos x="connsiteX18990" y="connsiteY18990"/>
              </a:cxn>
              <a:cxn ang="0">
                <a:pos x="connsiteX18991" y="connsiteY18991"/>
              </a:cxn>
              <a:cxn ang="0">
                <a:pos x="connsiteX18992" y="connsiteY18992"/>
              </a:cxn>
              <a:cxn ang="0">
                <a:pos x="connsiteX18993" y="connsiteY18993"/>
              </a:cxn>
              <a:cxn ang="0">
                <a:pos x="connsiteX18994" y="connsiteY18994"/>
              </a:cxn>
              <a:cxn ang="0">
                <a:pos x="connsiteX18995" y="connsiteY18995"/>
              </a:cxn>
              <a:cxn ang="0">
                <a:pos x="connsiteX18996" y="connsiteY18996"/>
              </a:cxn>
              <a:cxn ang="0">
                <a:pos x="connsiteX18997" y="connsiteY18997"/>
              </a:cxn>
              <a:cxn ang="0">
                <a:pos x="connsiteX18998" y="connsiteY18998"/>
              </a:cxn>
              <a:cxn ang="0">
                <a:pos x="connsiteX18999" y="connsiteY18999"/>
              </a:cxn>
              <a:cxn ang="0">
                <a:pos x="connsiteX19000" y="connsiteY19000"/>
              </a:cxn>
              <a:cxn ang="0">
                <a:pos x="connsiteX19001" y="connsiteY19001"/>
              </a:cxn>
              <a:cxn ang="0">
                <a:pos x="connsiteX19002" y="connsiteY19002"/>
              </a:cxn>
              <a:cxn ang="0">
                <a:pos x="connsiteX19003" y="connsiteY19003"/>
              </a:cxn>
              <a:cxn ang="0">
                <a:pos x="connsiteX19004" y="connsiteY19004"/>
              </a:cxn>
              <a:cxn ang="0">
                <a:pos x="connsiteX19005" y="connsiteY19005"/>
              </a:cxn>
              <a:cxn ang="0">
                <a:pos x="connsiteX19006" y="connsiteY19006"/>
              </a:cxn>
              <a:cxn ang="0">
                <a:pos x="connsiteX19007" y="connsiteY19007"/>
              </a:cxn>
              <a:cxn ang="0">
                <a:pos x="connsiteX19008" y="connsiteY19008"/>
              </a:cxn>
              <a:cxn ang="0">
                <a:pos x="connsiteX19009" y="connsiteY19009"/>
              </a:cxn>
              <a:cxn ang="0">
                <a:pos x="connsiteX19010" y="connsiteY19010"/>
              </a:cxn>
              <a:cxn ang="0">
                <a:pos x="connsiteX19011" y="connsiteY19011"/>
              </a:cxn>
              <a:cxn ang="0">
                <a:pos x="connsiteX19012" y="connsiteY19012"/>
              </a:cxn>
              <a:cxn ang="0">
                <a:pos x="connsiteX19013" y="connsiteY19013"/>
              </a:cxn>
              <a:cxn ang="0">
                <a:pos x="connsiteX19014" y="connsiteY19014"/>
              </a:cxn>
              <a:cxn ang="0">
                <a:pos x="connsiteX19015" y="connsiteY19015"/>
              </a:cxn>
              <a:cxn ang="0">
                <a:pos x="connsiteX19016" y="connsiteY19016"/>
              </a:cxn>
              <a:cxn ang="0">
                <a:pos x="connsiteX19017" y="connsiteY19017"/>
              </a:cxn>
              <a:cxn ang="0">
                <a:pos x="connsiteX19018" y="connsiteY19018"/>
              </a:cxn>
              <a:cxn ang="0">
                <a:pos x="connsiteX19019" y="connsiteY19019"/>
              </a:cxn>
              <a:cxn ang="0">
                <a:pos x="connsiteX19020" y="connsiteY19020"/>
              </a:cxn>
              <a:cxn ang="0">
                <a:pos x="connsiteX19021" y="connsiteY19021"/>
              </a:cxn>
              <a:cxn ang="0">
                <a:pos x="connsiteX19022" y="connsiteY19022"/>
              </a:cxn>
              <a:cxn ang="0">
                <a:pos x="connsiteX19023" y="connsiteY19023"/>
              </a:cxn>
              <a:cxn ang="0">
                <a:pos x="connsiteX19024" y="connsiteY19024"/>
              </a:cxn>
              <a:cxn ang="0">
                <a:pos x="connsiteX19025" y="connsiteY19025"/>
              </a:cxn>
              <a:cxn ang="0">
                <a:pos x="connsiteX19026" y="connsiteY19026"/>
              </a:cxn>
              <a:cxn ang="0">
                <a:pos x="connsiteX19027" y="connsiteY19027"/>
              </a:cxn>
              <a:cxn ang="0">
                <a:pos x="connsiteX19028" y="connsiteY19028"/>
              </a:cxn>
              <a:cxn ang="0">
                <a:pos x="connsiteX19029" y="connsiteY19029"/>
              </a:cxn>
              <a:cxn ang="0">
                <a:pos x="connsiteX19030" y="connsiteY19030"/>
              </a:cxn>
              <a:cxn ang="0">
                <a:pos x="connsiteX19031" y="connsiteY19031"/>
              </a:cxn>
              <a:cxn ang="0">
                <a:pos x="connsiteX19032" y="connsiteY19032"/>
              </a:cxn>
              <a:cxn ang="0">
                <a:pos x="connsiteX19033" y="connsiteY19033"/>
              </a:cxn>
              <a:cxn ang="0">
                <a:pos x="connsiteX19034" y="connsiteY19034"/>
              </a:cxn>
              <a:cxn ang="0">
                <a:pos x="connsiteX19035" y="connsiteY19035"/>
              </a:cxn>
              <a:cxn ang="0">
                <a:pos x="connsiteX19036" y="connsiteY19036"/>
              </a:cxn>
              <a:cxn ang="0">
                <a:pos x="connsiteX19037" y="connsiteY19037"/>
              </a:cxn>
              <a:cxn ang="0">
                <a:pos x="connsiteX19038" y="connsiteY19038"/>
              </a:cxn>
              <a:cxn ang="0">
                <a:pos x="connsiteX19039" y="connsiteY19039"/>
              </a:cxn>
              <a:cxn ang="0">
                <a:pos x="connsiteX19040" y="connsiteY19040"/>
              </a:cxn>
              <a:cxn ang="0">
                <a:pos x="connsiteX19041" y="connsiteY19041"/>
              </a:cxn>
              <a:cxn ang="0">
                <a:pos x="connsiteX19042" y="connsiteY19042"/>
              </a:cxn>
              <a:cxn ang="0">
                <a:pos x="connsiteX19043" y="connsiteY19043"/>
              </a:cxn>
              <a:cxn ang="0">
                <a:pos x="connsiteX19044" y="connsiteY19044"/>
              </a:cxn>
              <a:cxn ang="0">
                <a:pos x="connsiteX19045" y="connsiteY19045"/>
              </a:cxn>
              <a:cxn ang="0">
                <a:pos x="connsiteX19046" y="connsiteY19046"/>
              </a:cxn>
              <a:cxn ang="0">
                <a:pos x="connsiteX19047" y="connsiteY19047"/>
              </a:cxn>
              <a:cxn ang="0">
                <a:pos x="connsiteX19048" y="connsiteY19048"/>
              </a:cxn>
              <a:cxn ang="0">
                <a:pos x="connsiteX19049" y="connsiteY19049"/>
              </a:cxn>
              <a:cxn ang="0">
                <a:pos x="connsiteX19050" y="connsiteY19050"/>
              </a:cxn>
              <a:cxn ang="0">
                <a:pos x="connsiteX19051" y="connsiteY19051"/>
              </a:cxn>
              <a:cxn ang="0">
                <a:pos x="connsiteX19052" y="connsiteY19052"/>
              </a:cxn>
              <a:cxn ang="0">
                <a:pos x="connsiteX19053" y="connsiteY19053"/>
              </a:cxn>
              <a:cxn ang="0">
                <a:pos x="connsiteX19054" y="connsiteY19054"/>
              </a:cxn>
              <a:cxn ang="0">
                <a:pos x="connsiteX19055" y="connsiteY19055"/>
              </a:cxn>
              <a:cxn ang="0">
                <a:pos x="connsiteX19056" y="connsiteY19056"/>
              </a:cxn>
              <a:cxn ang="0">
                <a:pos x="connsiteX19057" y="connsiteY19057"/>
              </a:cxn>
              <a:cxn ang="0">
                <a:pos x="connsiteX19058" y="connsiteY19058"/>
              </a:cxn>
              <a:cxn ang="0">
                <a:pos x="connsiteX19059" y="connsiteY19059"/>
              </a:cxn>
              <a:cxn ang="0">
                <a:pos x="connsiteX19060" y="connsiteY19060"/>
              </a:cxn>
              <a:cxn ang="0">
                <a:pos x="connsiteX19061" y="connsiteY19061"/>
              </a:cxn>
              <a:cxn ang="0">
                <a:pos x="connsiteX19062" y="connsiteY19062"/>
              </a:cxn>
              <a:cxn ang="0">
                <a:pos x="connsiteX19063" y="connsiteY19063"/>
              </a:cxn>
              <a:cxn ang="0">
                <a:pos x="connsiteX19064" y="connsiteY19064"/>
              </a:cxn>
              <a:cxn ang="0">
                <a:pos x="connsiteX19065" y="connsiteY19065"/>
              </a:cxn>
              <a:cxn ang="0">
                <a:pos x="connsiteX19066" y="connsiteY19066"/>
              </a:cxn>
              <a:cxn ang="0">
                <a:pos x="connsiteX19067" y="connsiteY19067"/>
              </a:cxn>
              <a:cxn ang="0">
                <a:pos x="connsiteX19068" y="connsiteY19068"/>
              </a:cxn>
              <a:cxn ang="0">
                <a:pos x="connsiteX19069" y="connsiteY19069"/>
              </a:cxn>
              <a:cxn ang="0">
                <a:pos x="connsiteX19070" y="connsiteY19070"/>
              </a:cxn>
              <a:cxn ang="0">
                <a:pos x="connsiteX19071" y="connsiteY19071"/>
              </a:cxn>
              <a:cxn ang="0">
                <a:pos x="connsiteX19072" y="connsiteY19072"/>
              </a:cxn>
              <a:cxn ang="0">
                <a:pos x="connsiteX19073" y="connsiteY19073"/>
              </a:cxn>
              <a:cxn ang="0">
                <a:pos x="connsiteX19074" y="connsiteY19074"/>
              </a:cxn>
              <a:cxn ang="0">
                <a:pos x="connsiteX19075" y="connsiteY19075"/>
              </a:cxn>
              <a:cxn ang="0">
                <a:pos x="connsiteX19076" y="connsiteY19076"/>
              </a:cxn>
              <a:cxn ang="0">
                <a:pos x="connsiteX19077" y="connsiteY19077"/>
              </a:cxn>
              <a:cxn ang="0">
                <a:pos x="connsiteX19078" y="connsiteY19078"/>
              </a:cxn>
              <a:cxn ang="0">
                <a:pos x="connsiteX19079" y="connsiteY19079"/>
              </a:cxn>
              <a:cxn ang="0">
                <a:pos x="connsiteX19080" y="connsiteY19080"/>
              </a:cxn>
              <a:cxn ang="0">
                <a:pos x="connsiteX19081" y="connsiteY19081"/>
              </a:cxn>
              <a:cxn ang="0">
                <a:pos x="connsiteX19082" y="connsiteY19082"/>
              </a:cxn>
              <a:cxn ang="0">
                <a:pos x="connsiteX19083" y="connsiteY19083"/>
              </a:cxn>
              <a:cxn ang="0">
                <a:pos x="connsiteX19084" y="connsiteY19084"/>
              </a:cxn>
              <a:cxn ang="0">
                <a:pos x="connsiteX19085" y="connsiteY19085"/>
              </a:cxn>
              <a:cxn ang="0">
                <a:pos x="connsiteX19086" y="connsiteY19086"/>
              </a:cxn>
              <a:cxn ang="0">
                <a:pos x="connsiteX19087" y="connsiteY19087"/>
              </a:cxn>
              <a:cxn ang="0">
                <a:pos x="connsiteX19088" y="connsiteY19088"/>
              </a:cxn>
              <a:cxn ang="0">
                <a:pos x="connsiteX19089" y="connsiteY19089"/>
              </a:cxn>
              <a:cxn ang="0">
                <a:pos x="connsiteX19090" y="connsiteY19090"/>
              </a:cxn>
              <a:cxn ang="0">
                <a:pos x="connsiteX19091" y="connsiteY19091"/>
              </a:cxn>
              <a:cxn ang="0">
                <a:pos x="connsiteX19092" y="connsiteY19092"/>
              </a:cxn>
              <a:cxn ang="0">
                <a:pos x="connsiteX19093" y="connsiteY19093"/>
              </a:cxn>
              <a:cxn ang="0">
                <a:pos x="connsiteX19094" y="connsiteY19094"/>
              </a:cxn>
              <a:cxn ang="0">
                <a:pos x="connsiteX19095" y="connsiteY19095"/>
              </a:cxn>
              <a:cxn ang="0">
                <a:pos x="connsiteX19096" y="connsiteY19096"/>
              </a:cxn>
              <a:cxn ang="0">
                <a:pos x="connsiteX19097" y="connsiteY19097"/>
              </a:cxn>
              <a:cxn ang="0">
                <a:pos x="connsiteX19098" y="connsiteY19098"/>
              </a:cxn>
              <a:cxn ang="0">
                <a:pos x="connsiteX19099" y="connsiteY19099"/>
              </a:cxn>
              <a:cxn ang="0">
                <a:pos x="connsiteX19100" y="connsiteY19100"/>
              </a:cxn>
              <a:cxn ang="0">
                <a:pos x="connsiteX19101" y="connsiteY19101"/>
              </a:cxn>
              <a:cxn ang="0">
                <a:pos x="connsiteX19102" y="connsiteY19102"/>
              </a:cxn>
              <a:cxn ang="0">
                <a:pos x="connsiteX19103" y="connsiteY19103"/>
              </a:cxn>
              <a:cxn ang="0">
                <a:pos x="connsiteX19104" y="connsiteY19104"/>
              </a:cxn>
              <a:cxn ang="0">
                <a:pos x="connsiteX19105" y="connsiteY19105"/>
              </a:cxn>
              <a:cxn ang="0">
                <a:pos x="connsiteX19106" y="connsiteY19106"/>
              </a:cxn>
              <a:cxn ang="0">
                <a:pos x="connsiteX19107" y="connsiteY19107"/>
              </a:cxn>
              <a:cxn ang="0">
                <a:pos x="connsiteX19108" y="connsiteY19108"/>
              </a:cxn>
              <a:cxn ang="0">
                <a:pos x="connsiteX19109" y="connsiteY19109"/>
              </a:cxn>
              <a:cxn ang="0">
                <a:pos x="connsiteX19110" y="connsiteY19110"/>
              </a:cxn>
              <a:cxn ang="0">
                <a:pos x="connsiteX19111" y="connsiteY19111"/>
              </a:cxn>
              <a:cxn ang="0">
                <a:pos x="connsiteX19112" y="connsiteY19112"/>
              </a:cxn>
              <a:cxn ang="0">
                <a:pos x="connsiteX19113" y="connsiteY19113"/>
              </a:cxn>
              <a:cxn ang="0">
                <a:pos x="connsiteX19114" y="connsiteY19114"/>
              </a:cxn>
              <a:cxn ang="0">
                <a:pos x="connsiteX19115" y="connsiteY19115"/>
              </a:cxn>
              <a:cxn ang="0">
                <a:pos x="connsiteX19116" y="connsiteY19116"/>
              </a:cxn>
              <a:cxn ang="0">
                <a:pos x="connsiteX19117" y="connsiteY19117"/>
              </a:cxn>
              <a:cxn ang="0">
                <a:pos x="connsiteX19118" y="connsiteY19118"/>
              </a:cxn>
              <a:cxn ang="0">
                <a:pos x="connsiteX19119" y="connsiteY19119"/>
              </a:cxn>
              <a:cxn ang="0">
                <a:pos x="connsiteX19120" y="connsiteY19120"/>
              </a:cxn>
              <a:cxn ang="0">
                <a:pos x="connsiteX19121" y="connsiteY19121"/>
              </a:cxn>
              <a:cxn ang="0">
                <a:pos x="connsiteX19122" y="connsiteY19122"/>
              </a:cxn>
              <a:cxn ang="0">
                <a:pos x="connsiteX19123" y="connsiteY19123"/>
              </a:cxn>
              <a:cxn ang="0">
                <a:pos x="connsiteX19124" y="connsiteY19124"/>
              </a:cxn>
              <a:cxn ang="0">
                <a:pos x="connsiteX19125" y="connsiteY19125"/>
              </a:cxn>
              <a:cxn ang="0">
                <a:pos x="connsiteX19126" y="connsiteY19126"/>
              </a:cxn>
              <a:cxn ang="0">
                <a:pos x="connsiteX19127" y="connsiteY19127"/>
              </a:cxn>
              <a:cxn ang="0">
                <a:pos x="connsiteX19128" y="connsiteY19128"/>
              </a:cxn>
              <a:cxn ang="0">
                <a:pos x="connsiteX19129" y="connsiteY19129"/>
              </a:cxn>
              <a:cxn ang="0">
                <a:pos x="connsiteX19130" y="connsiteY19130"/>
              </a:cxn>
              <a:cxn ang="0">
                <a:pos x="connsiteX19131" y="connsiteY19131"/>
              </a:cxn>
              <a:cxn ang="0">
                <a:pos x="connsiteX19132" y="connsiteY19132"/>
              </a:cxn>
              <a:cxn ang="0">
                <a:pos x="connsiteX19133" y="connsiteY19133"/>
              </a:cxn>
              <a:cxn ang="0">
                <a:pos x="connsiteX19134" y="connsiteY19134"/>
              </a:cxn>
              <a:cxn ang="0">
                <a:pos x="connsiteX19135" y="connsiteY19135"/>
              </a:cxn>
              <a:cxn ang="0">
                <a:pos x="connsiteX19136" y="connsiteY19136"/>
              </a:cxn>
              <a:cxn ang="0">
                <a:pos x="connsiteX19137" y="connsiteY19137"/>
              </a:cxn>
              <a:cxn ang="0">
                <a:pos x="connsiteX19138" y="connsiteY19138"/>
              </a:cxn>
              <a:cxn ang="0">
                <a:pos x="connsiteX19139" y="connsiteY19139"/>
              </a:cxn>
              <a:cxn ang="0">
                <a:pos x="connsiteX19140" y="connsiteY19140"/>
              </a:cxn>
              <a:cxn ang="0">
                <a:pos x="connsiteX19141" y="connsiteY19141"/>
              </a:cxn>
              <a:cxn ang="0">
                <a:pos x="connsiteX19142" y="connsiteY19142"/>
              </a:cxn>
              <a:cxn ang="0">
                <a:pos x="connsiteX19143" y="connsiteY19143"/>
              </a:cxn>
              <a:cxn ang="0">
                <a:pos x="connsiteX19144" y="connsiteY19144"/>
              </a:cxn>
              <a:cxn ang="0">
                <a:pos x="connsiteX19145" y="connsiteY19145"/>
              </a:cxn>
              <a:cxn ang="0">
                <a:pos x="connsiteX19146" y="connsiteY19146"/>
              </a:cxn>
              <a:cxn ang="0">
                <a:pos x="connsiteX19147" y="connsiteY19147"/>
              </a:cxn>
              <a:cxn ang="0">
                <a:pos x="connsiteX19148" y="connsiteY19148"/>
              </a:cxn>
              <a:cxn ang="0">
                <a:pos x="connsiteX19149" y="connsiteY19149"/>
              </a:cxn>
              <a:cxn ang="0">
                <a:pos x="connsiteX19150" y="connsiteY19150"/>
              </a:cxn>
              <a:cxn ang="0">
                <a:pos x="connsiteX19151" y="connsiteY19151"/>
              </a:cxn>
              <a:cxn ang="0">
                <a:pos x="connsiteX19152" y="connsiteY19152"/>
              </a:cxn>
              <a:cxn ang="0">
                <a:pos x="connsiteX19153" y="connsiteY19153"/>
              </a:cxn>
              <a:cxn ang="0">
                <a:pos x="connsiteX19154" y="connsiteY19154"/>
              </a:cxn>
              <a:cxn ang="0">
                <a:pos x="connsiteX19155" y="connsiteY19155"/>
              </a:cxn>
              <a:cxn ang="0">
                <a:pos x="connsiteX19156" y="connsiteY19156"/>
              </a:cxn>
              <a:cxn ang="0">
                <a:pos x="connsiteX19157" y="connsiteY19157"/>
              </a:cxn>
              <a:cxn ang="0">
                <a:pos x="connsiteX19158" y="connsiteY19158"/>
              </a:cxn>
              <a:cxn ang="0">
                <a:pos x="connsiteX19159" y="connsiteY19159"/>
              </a:cxn>
              <a:cxn ang="0">
                <a:pos x="connsiteX19160" y="connsiteY19160"/>
              </a:cxn>
              <a:cxn ang="0">
                <a:pos x="connsiteX19161" y="connsiteY19161"/>
              </a:cxn>
              <a:cxn ang="0">
                <a:pos x="connsiteX19162" y="connsiteY19162"/>
              </a:cxn>
              <a:cxn ang="0">
                <a:pos x="connsiteX19163" y="connsiteY19163"/>
              </a:cxn>
              <a:cxn ang="0">
                <a:pos x="connsiteX19164" y="connsiteY19164"/>
              </a:cxn>
              <a:cxn ang="0">
                <a:pos x="connsiteX19165" y="connsiteY19165"/>
              </a:cxn>
              <a:cxn ang="0">
                <a:pos x="connsiteX19166" y="connsiteY19166"/>
              </a:cxn>
              <a:cxn ang="0">
                <a:pos x="connsiteX19167" y="connsiteY19167"/>
              </a:cxn>
              <a:cxn ang="0">
                <a:pos x="connsiteX19168" y="connsiteY19168"/>
              </a:cxn>
              <a:cxn ang="0">
                <a:pos x="connsiteX19169" y="connsiteY19169"/>
              </a:cxn>
              <a:cxn ang="0">
                <a:pos x="connsiteX19170" y="connsiteY19170"/>
              </a:cxn>
              <a:cxn ang="0">
                <a:pos x="connsiteX19171" y="connsiteY19171"/>
              </a:cxn>
              <a:cxn ang="0">
                <a:pos x="connsiteX19172" y="connsiteY19172"/>
              </a:cxn>
              <a:cxn ang="0">
                <a:pos x="connsiteX19173" y="connsiteY19173"/>
              </a:cxn>
              <a:cxn ang="0">
                <a:pos x="connsiteX19174" y="connsiteY19174"/>
              </a:cxn>
              <a:cxn ang="0">
                <a:pos x="connsiteX19175" y="connsiteY19175"/>
              </a:cxn>
              <a:cxn ang="0">
                <a:pos x="connsiteX19176" y="connsiteY19176"/>
              </a:cxn>
              <a:cxn ang="0">
                <a:pos x="connsiteX19177" y="connsiteY19177"/>
              </a:cxn>
              <a:cxn ang="0">
                <a:pos x="connsiteX19178" y="connsiteY19178"/>
              </a:cxn>
              <a:cxn ang="0">
                <a:pos x="connsiteX19179" y="connsiteY19179"/>
              </a:cxn>
              <a:cxn ang="0">
                <a:pos x="connsiteX19180" y="connsiteY19180"/>
              </a:cxn>
              <a:cxn ang="0">
                <a:pos x="connsiteX19181" y="connsiteY19181"/>
              </a:cxn>
              <a:cxn ang="0">
                <a:pos x="connsiteX19182" y="connsiteY19182"/>
              </a:cxn>
              <a:cxn ang="0">
                <a:pos x="connsiteX19183" y="connsiteY19183"/>
              </a:cxn>
              <a:cxn ang="0">
                <a:pos x="connsiteX19184" y="connsiteY19184"/>
              </a:cxn>
              <a:cxn ang="0">
                <a:pos x="connsiteX19185" y="connsiteY19185"/>
              </a:cxn>
              <a:cxn ang="0">
                <a:pos x="connsiteX19186" y="connsiteY19186"/>
              </a:cxn>
              <a:cxn ang="0">
                <a:pos x="connsiteX19187" y="connsiteY19187"/>
              </a:cxn>
              <a:cxn ang="0">
                <a:pos x="connsiteX19188" y="connsiteY19188"/>
              </a:cxn>
              <a:cxn ang="0">
                <a:pos x="connsiteX19189" y="connsiteY19189"/>
              </a:cxn>
              <a:cxn ang="0">
                <a:pos x="connsiteX19190" y="connsiteY19190"/>
              </a:cxn>
              <a:cxn ang="0">
                <a:pos x="connsiteX19191" y="connsiteY19191"/>
              </a:cxn>
              <a:cxn ang="0">
                <a:pos x="connsiteX19192" y="connsiteY19192"/>
              </a:cxn>
              <a:cxn ang="0">
                <a:pos x="connsiteX19193" y="connsiteY19193"/>
              </a:cxn>
              <a:cxn ang="0">
                <a:pos x="connsiteX19194" y="connsiteY19194"/>
              </a:cxn>
              <a:cxn ang="0">
                <a:pos x="connsiteX19195" y="connsiteY19195"/>
              </a:cxn>
              <a:cxn ang="0">
                <a:pos x="connsiteX19196" y="connsiteY19196"/>
              </a:cxn>
              <a:cxn ang="0">
                <a:pos x="connsiteX19197" y="connsiteY19197"/>
              </a:cxn>
              <a:cxn ang="0">
                <a:pos x="connsiteX19198" y="connsiteY19198"/>
              </a:cxn>
              <a:cxn ang="0">
                <a:pos x="connsiteX19199" y="connsiteY19199"/>
              </a:cxn>
              <a:cxn ang="0">
                <a:pos x="connsiteX19200" y="connsiteY19200"/>
              </a:cxn>
              <a:cxn ang="0">
                <a:pos x="connsiteX19201" y="connsiteY19201"/>
              </a:cxn>
              <a:cxn ang="0">
                <a:pos x="connsiteX19202" y="connsiteY19202"/>
              </a:cxn>
              <a:cxn ang="0">
                <a:pos x="connsiteX19203" y="connsiteY19203"/>
              </a:cxn>
              <a:cxn ang="0">
                <a:pos x="connsiteX19204" y="connsiteY19204"/>
              </a:cxn>
              <a:cxn ang="0">
                <a:pos x="connsiteX19205" y="connsiteY19205"/>
              </a:cxn>
              <a:cxn ang="0">
                <a:pos x="connsiteX19206" y="connsiteY19206"/>
              </a:cxn>
              <a:cxn ang="0">
                <a:pos x="connsiteX19207" y="connsiteY19207"/>
              </a:cxn>
              <a:cxn ang="0">
                <a:pos x="connsiteX19208" y="connsiteY19208"/>
              </a:cxn>
              <a:cxn ang="0">
                <a:pos x="connsiteX19209" y="connsiteY19209"/>
              </a:cxn>
              <a:cxn ang="0">
                <a:pos x="connsiteX19210" y="connsiteY19210"/>
              </a:cxn>
              <a:cxn ang="0">
                <a:pos x="connsiteX19211" y="connsiteY19211"/>
              </a:cxn>
              <a:cxn ang="0">
                <a:pos x="connsiteX19212" y="connsiteY19212"/>
              </a:cxn>
              <a:cxn ang="0">
                <a:pos x="connsiteX19213" y="connsiteY19213"/>
              </a:cxn>
              <a:cxn ang="0">
                <a:pos x="connsiteX19214" y="connsiteY19214"/>
              </a:cxn>
              <a:cxn ang="0">
                <a:pos x="connsiteX19215" y="connsiteY19215"/>
              </a:cxn>
              <a:cxn ang="0">
                <a:pos x="connsiteX19216" y="connsiteY19216"/>
              </a:cxn>
              <a:cxn ang="0">
                <a:pos x="connsiteX19217" y="connsiteY19217"/>
              </a:cxn>
              <a:cxn ang="0">
                <a:pos x="connsiteX19218" y="connsiteY19218"/>
              </a:cxn>
              <a:cxn ang="0">
                <a:pos x="connsiteX19219" y="connsiteY19219"/>
              </a:cxn>
              <a:cxn ang="0">
                <a:pos x="connsiteX19220" y="connsiteY19220"/>
              </a:cxn>
              <a:cxn ang="0">
                <a:pos x="connsiteX19221" y="connsiteY19221"/>
              </a:cxn>
              <a:cxn ang="0">
                <a:pos x="connsiteX19222" y="connsiteY19222"/>
              </a:cxn>
              <a:cxn ang="0">
                <a:pos x="connsiteX19223" y="connsiteY19223"/>
              </a:cxn>
              <a:cxn ang="0">
                <a:pos x="connsiteX19224" y="connsiteY19224"/>
              </a:cxn>
              <a:cxn ang="0">
                <a:pos x="connsiteX19225" y="connsiteY19225"/>
              </a:cxn>
              <a:cxn ang="0">
                <a:pos x="connsiteX19226" y="connsiteY19226"/>
              </a:cxn>
              <a:cxn ang="0">
                <a:pos x="connsiteX19227" y="connsiteY19227"/>
              </a:cxn>
              <a:cxn ang="0">
                <a:pos x="connsiteX19228" y="connsiteY19228"/>
              </a:cxn>
              <a:cxn ang="0">
                <a:pos x="connsiteX19229" y="connsiteY19229"/>
              </a:cxn>
              <a:cxn ang="0">
                <a:pos x="connsiteX19230" y="connsiteY19230"/>
              </a:cxn>
              <a:cxn ang="0">
                <a:pos x="connsiteX19231" y="connsiteY19231"/>
              </a:cxn>
              <a:cxn ang="0">
                <a:pos x="connsiteX19232" y="connsiteY19232"/>
              </a:cxn>
              <a:cxn ang="0">
                <a:pos x="connsiteX19233" y="connsiteY19233"/>
              </a:cxn>
              <a:cxn ang="0">
                <a:pos x="connsiteX19234" y="connsiteY19234"/>
              </a:cxn>
              <a:cxn ang="0">
                <a:pos x="connsiteX19235" y="connsiteY19235"/>
              </a:cxn>
              <a:cxn ang="0">
                <a:pos x="connsiteX19236" y="connsiteY19236"/>
              </a:cxn>
              <a:cxn ang="0">
                <a:pos x="connsiteX19237" y="connsiteY19237"/>
              </a:cxn>
              <a:cxn ang="0">
                <a:pos x="connsiteX19238" y="connsiteY19238"/>
              </a:cxn>
              <a:cxn ang="0">
                <a:pos x="connsiteX19239" y="connsiteY19239"/>
              </a:cxn>
              <a:cxn ang="0">
                <a:pos x="connsiteX19240" y="connsiteY19240"/>
              </a:cxn>
              <a:cxn ang="0">
                <a:pos x="connsiteX19241" y="connsiteY19241"/>
              </a:cxn>
              <a:cxn ang="0">
                <a:pos x="connsiteX19242" y="connsiteY19242"/>
              </a:cxn>
              <a:cxn ang="0">
                <a:pos x="connsiteX19243" y="connsiteY19243"/>
              </a:cxn>
              <a:cxn ang="0">
                <a:pos x="connsiteX19244" y="connsiteY19244"/>
              </a:cxn>
              <a:cxn ang="0">
                <a:pos x="connsiteX19245" y="connsiteY19245"/>
              </a:cxn>
              <a:cxn ang="0">
                <a:pos x="connsiteX19246" y="connsiteY19246"/>
              </a:cxn>
              <a:cxn ang="0">
                <a:pos x="connsiteX19247" y="connsiteY19247"/>
              </a:cxn>
              <a:cxn ang="0">
                <a:pos x="connsiteX19248" y="connsiteY19248"/>
              </a:cxn>
              <a:cxn ang="0">
                <a:pos x="connsiteX19249" y="connsiteY19249"/>
              </a:cxn>
              <a:cxn ang="0">
                <a:pos x="connsiteX19250" y="connsiteY19250"/>
              </a:cxn>
              <a:cxn ang="0">
                <a:pos x="connsiteX19251" y="connsiteY19251"/>
              </a:cxn>
              <a:cxn ang="0">
                <a:pos x="connsiteX19252" y="connsiteY19252"/>
              </a:cxn>
              <a:cxn ang="0">
                <a:pos x="connsiteX19253" y="connsiteY19253"/>
              </a:cxn>
              <a:cxn ang="0">
                <a:pos x="connsiteX19254" y="connsiteY19254"/>
              </a:cxn>
              <a:cxn ang="0">
                <a:pos x="connsiteX19255" y="connsiteY19255"/>
              </a:cxn>
              <a:cxn ang="0">
                <a:pos x="connsiteX19256" y="connsiteY19256"/>
              </a:cxn>
              <a:cxn ang="0">
                <a:pos x="connsiteX19257" y="connsiteY19257"/>
              </a:cxn>
              <a:cxn ang="0">
                <a:pos x="connsiteX19258" y="connsiteY19258"/>
              </a:cxn>
              <a:cxn ang="0">
                <a:pos x="connsiteX19259" y="connsiteY19259"/>
              </a:cxn>
              <a:cxn ang="0">
                <a:pos x="connsiteX19260" y="connsiteY19260"/>
              </a:cxn>
              <a:cxn ang="0">
                <a:pos x="connsiteX19261" y="connsiteY19261"/>
              </a:cxn>
              <a:cxn ang="0">
                <a:pos x="connsiteX19262" y="connsiteY19262"/>
              </a:cxn>
              <a:cxn ang="0">
                <a:pos x="connsiteX19263" y="connsiteY19263"/>
              </a:cxn>
              <a:cxn ang="0">
                <a:pos x="connsiteX19264" y="connsiteY19264"/>
              </a:cxn>
              <a:cxn ang="0">
                <a:pos x="connsiteX19265" y="connsiteY19265"/>
              </a:cxn>
              <a:cxn ang="0">
                <a:pos x="connsiteX19266" y="connsiteY19266"/>
              </a:cxn>
              <a:cxn ang="0">
                <a:pos x="connsiteX19267" y="connsiteY19267"/>
              </a:cxn>
              <a:cxn ang="0">
                <a:pos x="connsiteX19268" y="connsiteY19268"/>
              </a:cxn>
              <a:cxn ang="0">
                <a:pos x="connsiteX19269" y="connsiteY19269"/>
              </a:cxn>
              <a:cxn ang="0">
                <a:pos x="connsiteX19270" y="connsiteY19270"/>
              </a:cxn>
              <a:cxn ang="0">
                <a:pos x="connsiteX19271" y="connsiteY19271"/>
              </a:cxn>
              <a:cxn ang="0">
                <a:pos x="connsiteX19272" y="connsiteY19272"/>
              </a:cxn>
              <a:cxn ang="0">
                <a:pos x="connsiteX19273" y="connsiteY19273"/>
              </a:cxn>
              <a:cxn ang="0">
                <a:pos x="connsiteX19274" y="connsiteY19274"/>
              </a:cxn>
              <a:cxn ang="0">
                <a:pos x="connsiteX19275" y="connsiteY19275"/>
              </a:cxn>
              <a:cxn ang="0">
                <a:pos x="connsiteX19276" y="connsiteY19276"/>
              </a:cxn>
              <a:cxn ang="0">
                <a:pos x="connsiteX19277" y="connsiteY19277"/>
              </a:cxn>
              <a:cxn ang="0">
                <a:pos x="connsiteX19278" y="connsiteY19278"/>
              </a:cxn>
              <a:cxn ang="0">
                <a:pos x="connsiteX19279" y="connsiteY19279"/>
              </a:cxn>
              <a:cxn ang="0">
                <a:pos x="connsiteX19280" y="connsiteY19280"/>
              </a:cxn>
              <a:cxn ang="0">
                <a:pos x="connsiteX19281" y="connsiteY19281"/>
              </a:cxn>
              <a:cxn ang="0">
                <a:pos x="connsiteX19282" y="connsiteY19282"/>
              </a:cxn>
              <a:cxn ang="0">
                <a:pos x="connsiteX19283" y="connsiteY19283"/>
              </a:cxn>
              <a:cxn ang="0">
                <a:pos x="connsiteX19284" y="connsiteY19284"/>
              </a:cxn>
              <a:cxn ang="0">
                <a:pos x="connsiteX19285" y="connsiteY19285"/>
              </a:cxn>
              <a:cxn ang="0">
                <a:pos x="connsiteX19286" y="connsiteY19286"/>
              </a:cxn>
              <a:cxn ang="0">
                <a:pos x="connsiteX19287" y="connsiteY19287"/>
              </a:cxn>
              <a:cxn ang="0">
                <a:pos x="connsiteX19288" y="connsiteY19288"/>
              </a:cxn>
              <a:cxn ang="0">
                <a:pos x="connsiteX19289" y="connsiteY19289"/>
              </a:cxn>
              <a:cxn ang="0">
                <a:pos x="connsiteX19290" y="connsiteY19290"/>
              </a:cxn>
              <a:cxn ang="0">
                <a:pos x="connsiteX19291" y="connsiteY19291"/>
              </a:cxn>
              <a:cxn ang="0">
                <a:pos x="connsiteX19292" y="connsiteY19292"/>
              </a:cxn>
              <a:cxn ang="0">
                <a:pos x="connsiteX19293" y="connsiteY19293"/>
              </a:cxn>
              <a:cxn ang="0">
                <a:pos x="connsiteX19294" y="connsiteY19294"/>
              </a:cxn>
              <a:cxn ang="0">
                <a:pos x="connsiteX19295" y="connsiteY19295"/>
              </a:cxn>
              <a:cxn ang="0">
                <a:pos x="connsiteX19296" y="connsiteY19296"/>
              </a:cxn>
              <a:cxn ang="0">
                <a:pos x="connsiteX19297" y="connsiteY19297"/>
              </a:cxn>
              <a:cxn ang="0">
                <a:pos x="connsiteX19298" y="connsiteY19298"/>
              </a:cxn>
              <a:cxn ang="0">
                <a:pos x="connsiteX19299" y="connsiteY19299"/>
              </a:cxn>
              <a:cxn ang="0">
                <a:pos x="connsiteX19300" y="connsiteY19300"/>
              </a:cxn>
              <a:cxn ang="0">
                <a:pos x="connsiteX19301" y="connsiteY19301"/>
              </a:cxn>
              <a:cxn ang="0">
                <a:pos x="connsiteX19302" y="connsiteY19302"/>
              </a:cxn>
              <a:cxn ang="0">
                <a:pos x="connsiteX19303" y="connsiteY19303"/>
              </a:cxn>
              <a:cxn ang="0">
                <a:pos x="connsiteX19304" y="connsiteY19304"/>
              </a:cxn>
              <a:cxn ang="0">
                <a:pos x="connsiteX19305" y="connsiteY19305"/>
              </a:cxn>
              <a:cxn ang="0">
                <a:pos x="connsiteX19306" y="connsiteY19306"/>
              </a:cxn>
              <a:cxn ang="0">
                <a:pos x="connsiteX19307" y="connsiteY19307"/>
              </a:cxn>
              <a:cxn ang="0">
                <a:pos x="connsiteX19308" y="connsiteY19308"/>
              </a:cxn>
              <a:cxn ang="0">
                <a:pos x="connsiteX19309" y="connsiteY19309"/>
              </a:cxn>
              <a:cxn ang="0">
                <a:pos x="connsiteX19310" y="connsiteY19310"/>
              </a:cxn>
              <a:cxn ang="0">
                <a:pos x="connsiteX19311" y="connsiteY19311"/>
              </a:cxn>
              <a:cxn ang="0">
                <a:pos x="connsiteX19312" y="connsiteY19312"/>
              </a:cxn>
              <a:cxn ang="0">
                <a:pos x="connsiteX19313" y="connsiteY19313"/>
              </a:cxn>
              <a:cxn ang="0">
                <a:pos x="connsiteX19314" y="connsiteY19314"/>
              </a:cxn>
              <a:cxn ang="0">
                <a:pos x="connsiteX19315" y="connsiteY19315"/>
              </a:cxn>
              <a:cxn ang="0">
                <a:pos x="connsiteX19316" y="connsiteY19316"/>
              </a:cxn>
              <a:cxn ang="0">
                <a:pos x="connsiteX19317" y="connsiteY19317"/>
              </a:cxn>
              <a:cxn ang="0">
                <a:pos x="connsiteX19318" y="connsiteY19318"/>
              </a:cxn>
              <a:cxn ang="0">
                <a:pos x="connsiteX19319" y="connsiteY19319"/>
              </a:cxn>
              <a:cxn ang="0">
                <a:pos x="connsiteX19320" y="connsiteY19320"/>
              </a:cxn>
              <a:cxn ang="0">
                <a:pos x="connsiteX19321" y="connsiteY19321"/>
              </a:cxn>
              <a:cxn ang="0">
                <a:pos x="connsiteX19322" y="connsiteY19322"/>
              </a:cxn>
              <a:cxn ang="0">
                <a:pos x="connsiteX19323" y="connsiteY19323"/>
              </a:cxn>
              <a:cxn ang="0">
                <a:pos x="connsiteX19324" y="connsiteY19324"/>
              </a:cxn>
              <a:cxn ang="0">
                <a:pos x="connsiteX19325" y="connsiteY19325"/>
              </a:cxn>
              <a:cxn ang="0">
                <a:pos x="connsiteX19326" y="connsiteY19326"/>
              </a:cxn>
              <a:cxn ang="0">
                <a:pos x="connsiteX19327" y="connsiteY19327"/>
              </a:cxn>
              <a:cxn ang="0">
                <a:pos x="connsiteX19328" y="connsiteY19328"/>
              </a:cxn>
              <a:cxn ang="0">
                <a:pos x="connsiteX19329" y="connsiteY19329"/>
              </a:cxn>
              <a:cxn ang="0">
                <a:pos x="connsiteX19330" y="connsiteY19330"/>
              </a:cxn>
              <a:cxn ang="0">
                <a:pos x="connsiteX19331" y="connsiteY19331"/>
              </a:cxn>
              <a:cxn ang="0">
                <a:pos x="connsiteX19332" y="connsiteY19332"/>
              </a:cxn>
              <a:cxn ang="0">
                <a:pos x="connsiteX19333" y="connsiteY19333"/>
              </a:cxn>
              <a:cxn ang="0">
                <a:pos x="connsiteX19334" y="connsiteY19334"/>
              </a:cxn>
              <a:cxn ang="0">
                <a:pos x="connsiteX19335" y="connsiteY19335"/>
              </a:cxn>
              <a:cxn ang="0">
                <a:pos x="connsiteX19336" y="connsiteY19336"/>
              </a:cxn>
              <a:cxn ang="0">
                <a:pos x="connsiteX19337" y="connsiteY19337"/>
              </a:cxn>
              <a:cxn ang="0">
                <a:pos x="connsiteX19338" y="connsiteY19338"/>
              </a:cxn>
              <a:cxn ang="0">
                <a:pos x="connsiteX19339" y="connsiteY19339"/>
              </a:cxn>
              <a:cxn ang="0">
                <a:pos x="connsiteX19340" y="connsiteY19340"/>
              </a:cxn>
              <a:cxn ang="0">
                <a:pos x="connsiteX19341" y="connsiteY19341"/>
              </a:cxn>
              <a:cxn ang="0">
                <a:pos x="connsiteX19342" y="connsiteY19342"/>
              </a:cxn>
              <a:cxn ang="0">
                <a:pos x="connsiteX19343" y="connsiteY19343"/>
              </a:cxn>
              <a:cxn ang="0">
                <a:pos x="connsiteX19344" y="connsiteY19344"/>
              </a:cxn>
              <a:cxn ang="0">
                <a:pos x="connsiteX19345" y="connsiteY19345"/>
              </a:cxn>
              <a:cxn ang="0">
                <a:pos x="connsiteX19346" y="connsiteY19346"/>
              </a:cxn>
              <a:cxn ang="0">
                <a:pos x="connsiteX19347" y="connsiteY19347"/>
              </a:cxn>
              <a:cxn ang="0">
                <a:pos x="connsiteX19348" y="connsiteY19348"/>
              </a:cxn>
              <a:cxn ang="0">
                <a:pos x="connsiteX19349" y="connsiteY19349"/>
              </a:cxn>
              <a:cxn ang="0">
                <a:pos x="connsiteX19350" y="connsiteY19350"/>
              </a:cxn>
              <a:cxn ang="0">
                <a:pos x="connsiteX19351" y="connsiteY19351"/>
              </a:cxn>
              <a:cxn ang="0">
                <a:pos x="connsiteX19352" y="connsiteY19352"/>
              </a:cxn>
              <a:cxn ang="0">
                <a:pos x="connsiteX19353" y="connsiteY19353"/>
              </a:cxn>
              <a:cxn ang="0">
                <a:pos x="connsiteX19354" y="connsiteY19354"/>
              </a:cxn>
              <a:cxn ang="0">
                <a:pos x="connsiteX19355" y="connsiteY19355"/>
              </a:cxn>
              <a:cxn ang="0">
                <a:pos x="connsiteX19356" y="connsiteY19356"/>
              </a:cxn>
              <a:cxn ang="0">
                <a:pos x="connsiteX19357" y="connsiteY19357"/>
              </a:cxn>
              <a:cxn ang="0">
                <a:pos x="connsiteX19358" y="connsiteY19358"/>
              </a:cxn>
              <a:cxn ang="0">
                <a:pos x="connsiteX19359" y="connsiteY19359"/>
              </a:cxn>
              <a:cxn ang="0">
                <a:pos x="connsiteX19360" y="connsiteY19360"/>
              </a:cxn>
              <a:cxn ang="0">
                <a:pos x="connsiteX19361" y="connsiteY19361"/>
              </a:cxn>
              <a:cxn ang="0">
                <a:pos x="connsiteX19362" y="connsiteY19362"/>
              </a:cxn>
              <a:cxn ang="0">
                <a:pos x="connsiteX19363" y="connsiteY19363"/>
              </a:cxn>
              <a:cxn ang="0">
                <a:pos x="connsiteX19364" y="connsiteY19364"/>
              </a:cxn>
              <a:cxn ang="0">
                <a:pos x="connsiteX19365" y="connsiteY19365"/>
              </a:cxn>
              <a:cxn ang="0">
                <a:pos x="connsiteX19366" y="connsiteY19366"/>
              </a:cxn>
              <a:cxn ang="0">
                <a:pos x="connsiteX19367" y="connsiteY19367"/>
              </a:cxn>
              <a:cxn ang="0">
                <a:pos x="connsiteX19368" y="connsiteY19368"/>
              </a:cxn>
              <a:cxn ang="0">
                <a:pos x="connsiteX19369" y="connsiteY19369"/>
              </a:cxn>
              <a:cxn ang="0">
                <a:pos x="connsiteX19370" y="connsiteY19370"/>
              </a:cxn>
              <a:cxn ang="0">
                <a:pos x="connsiteX19371" y="connsiteY19371"/>
              </a:cxn>
              <a:cxn ang="0">
                <a:pos x="connsiteX19372" y="connsiteY19372"/>
              </a:cxn>
              <a:cxn ang="0">
                <a:pos x="connsiteX19373" y="connsiteY19373"/>
              </a:cxn>
              <a:cxn ang="0">
                <a:pos x="connsiteX19374" y="connsiteY19374"/>
              </a:cxn>
              <a:cxn ang="0">
                <a:pos x="connsiteX19375" y="connsiteY19375"/>
              </a:cxn>
              <a:cxn ang="0">
                <a:pos x="connsiteX19376" y="connsiteY19376"/>
              </a:cxn>
              <a:cxn ang="0">
                <a:pos x="connsiteX19377" y="connsiteY19377"/>
              </a:cxn>
              <a:cxn ang="0">
                <a:pos x="connsiteX19378" y="connsiteY19378"/>
              </a:cxn>
              <a:cxn ang="0">
                <a:pos x="connsiteX19379" y="connsiteY19379"/>
              </a:cxn>
              <a:cxn ang="0">
                <a:pos x="connsiteX19380" y="connsiteY19380"/>
              </a:cxn>
              <a:cxn ang="0">
                <a:pos x="connsiteX19381" y="connsiteY19381"/>
              </a:cxn>
              <a:cxn ang="0">
                <a:pos x="connsiteX19382" y="connsiteY19382"/>
              </a:cxn>
              <a:cxn ang="0">
                <a:pos x="connsiteX19383" y="connsiteY19383"/>
              </a:cxn>
              <a:cxn ang="0">
                <a:pos x="connsiteX19384" y="connsiteY19384"/>
              </a:cxn>
              <a:cxn ang="0">
                <a:pos x="connsiteX19385" y="connsiteY19385"/>
              </a:cxn>
              <a:cxn ang="0">
                <a:pos x="connsiteX19386" y="connsiteY19386"/>
              </a:cxn>
              <a:cxn ang="0">
                <a:pos x="connsiteX19387" y="connsiteY19387"/>
              </a:cxn>
              <a:cxn ang="0">
                <a:pos x="connsiteX19388" y="connsiteY19388"/>
              </a:cxn>
              <a:cxn ang="0">
                <a:pos x="connsiteX19389" y="connsiteY19389"/>
              </a:cxn>
              <a:cxn ang="0">
                <a:pos x="connsiteX19390" y="connsiteY19390"/>
              </a:cxn>
              <a:cxn ang="0">
                <a:pos x="connsiteX19391" y="connsiteY19391"/>
              </a:cxn>
              <a:cxn ang="0">
                <a:pos x="connsiteX19392" y="connsiteY19392"/>
              </a:cxn>
              <a:cxn ang="0">
                <a:pos x="connsiteX19393" y="connsiteY19393"/>
              </a:cxn>
              <a:cxn ang="0">
                <a:pos x="connsiteX19394" y="connsiteY19394"/>
              </a:cxn>
              <a:cxn ang="0">
                <a:pos x="connsiteX19395" y="connsiteY19395"/>
              </a:cxn>
              <a:cxn ang="0">
                <a:pos x="connsiteX19396" y="connsiteY19396"/>
              </a:cxn>
              <a:cxn ang="0">
                <a:pos x="connsiteX19397" y="connsiteY19397"/>
              </a:cxn>
              <a:cxn ang="0">
                <a:pos x="connsiteX19398" y="connsiteY19398"/>
              </a:cxn>
              <a:cxn ang="0">
                <a:pos x="connsiteX19399" y="connsiteY19399"/>
              </a:cxn>
              <a:cxn ang="0">
                <a:pos x="connsiteX19400" y="connsiteY19400"/>
              </a:cxn>
              <a:cxn ang="0">
                <a:pos x="connsiteX19401" y="connsiteY19401"/>
              </a:cxn>
              <a:cxn ang="0">
                <a:pos x="connsiteX19402" y="connsiteY19402"/>
              </a:cxn>
              <a:cxn ang="0">
                <a:pos x="connsiteX19403" y="connsiteY19403"/>
              </a:cxn>
              <a:cxn ang="0">
                <a:pos x="connsiteX19404" y="connsiteY19404"/>
              </a:cxn>
              <a:cxn ang="0">
                <a:pos x="connsiteX19405" y="connsiteY19405"/>
              </a:cxn>
              <a:cxn ang="0">
                <a:pos x="connsiteX19406" y="connsiteY19406"/>
              </a:cxn>
              <a:cxn ang="0">
                <a:pos x="connsiteX19407" y="connsiteY19407"/>
              </a:cxn>
              <a:cxn ang="0">
                <a:pos x="connsiteX19408" y="connsiteY19408"/>
              </a:cxn>
              <a:cxn ang="0">
                <a:pos x="connsiteX19409" y="connsiteY19409"/>
              </a:cxn>
              <a:cxn ang="0">
                <a:pos x="connsiteX19410" y="connsiteY19410"/>
              </a:cxn>
              <a:cxn ang="0">
                <a:pos x="connsiteX19411" y="connsiteY19411"/>
              </a:cxn>
              <a:cxn ang="0">
                <a:pos x="connsiteX19412" y="connsiteY19412"/>
              </a:cxn>
              <a:cxn ang="0">
                <a:pos x="connsiteX19413" y="connsiteY19413"/>
              </a:cxn>
              <a:cxn ang="0">
                <a:pos x="connsiteX19414" y="connsiteY19414"/>
              </a:cxn>
              <a:cxn ang="0">
                <a:pos x="connsiteX19415" y="connsiteY19415"/>
              </a:cxn>
              <a:cxn ang="0">
                <a:pos x="connsiteX19416" y="connsiteY19416"/>
              </a:cxn>
              <a:cxn ang="0">
                <a:pos x="connsiteX19417" y="connsiteY19417"/>
              </a:cxn>
              <a:cxn ang="0">
                <a:pos x="connsiteX19418" y="connsiteY19418"/>
              </a:cxn>
              <a:cxn ang="0">
                <a:pos x="connsiteX19419" y="connsiteY19419"/>
              </a:cxn>
              <a:cxn ang="0">
                <a:pos x="connsiteX19420" y="connsiteY19420"/>
              </a:cxn>
              <a:cxn ang="0">
                <a:pos x="connsiteX19421" y="connsiteY19421"/>
              </a:cxn>
              <a:cxn ang="0">
                <a:pos x="connsiteX19422" y="connsiteY19422"/>
              </a:cxn>
              <a:cxn ang="0">
                <a:pos x="connsiteX19423" y="connsiteY19423"/>
              </a:cxn>
              <a:cxn ang="0">
                <a:pos x="connsiteX19424" y="connsiteY19424"/>
              </a:cxn>
              <a:cxn ang="0">
                <a:pos x="connsiteX19425" y="connsiteY19425"/>
              </a:cxn>
              <a:cxn ang="0">
                <a:pos x="connsiteX19426" y="connsiteY19426"/>
              </a:cxn>
              <a:cxn ang="0">
                <a:pos x="connsiteX19427" y="connsiteY19427"/>
              </a:cxn>
              <a:cxn ang="0">
                <a:pos x="connsiteX19428" y="connsiteY19428"/>
              </a:cxn>
              <a:cxn ang="0">
                <a:pos x="connsiteX19429" y="connsiteY19429"/>
              </a:cxn>
              <a:cxn ang="0">
                <a:pos x="connsiteX19430" y="connsiteY19430"/>
              </a:cxn>
              <a:cxn ang="0">
                <a:pos x="connsiteX19431" y="connsiteY19431"/>
              </a:cxn>
              <a:cxn ang="0">
                <a:pos x="connsiteX19432" y="connsiteY19432"/>
              </a:cxn>
              <a:cxn ang="0">
                <a:pos x="connsiteX19433" y="connsiteY19433"/>
              </a:cxn>
              <a:cxn ang="0">
                <a:pos x="connsiteX19434" y="connsiteY19434"/>
              </a:cxn>
              <a:cxn ang="0">
                <a:pos x="connsiteX19435" y="connsiteY19435"/>
              </a:cxn>
              <a:cxn ang="0">
                <a:pos x="connsiteX19436" y="connsiteY19436"/>
              </a:cxn>
              <a:cxn ang="0">
                <a:pos x="connsiteX19437" y="connsiteY19437"/>
              </a:cxn>
              <a:cxn ang="0">
                <a:pos x="connsiteX19438" y="connsiteY19438"/>
              </a:cxn>
              <a:cxn ang="0">
                <a:pos x="connsiteX19439" y="connsiteY19439"/>
              </a:cxn>
              <a:cxn ang="0">
                <a:pos x="connsiteX19440" y="connsiteY19440"/>
              </a:cxn>
              <a:cxn ang="0">
                <a:pos x="connsiteX19441" y="connsiteY19441"/>
              </a:cxn>
              <a:cxn ang="0">
                <a:pos x="connsiteX19442" y="connsiteY19442"/>
              </a:cxn>
              <a:cxn ang="0">
                <a:pos x="connsiteX19443" y="connsiteY19443"/>
              </a:cxn>
              <a:cxn ang="0">
                <a:pos x="connsiteX19444" y="connsiteY19444"/>
              </a:cxn>
              <a:cxn ang="0">
                <a:pos x="connsiteX19445" y="connsiteY19445"/>
              </a:cxn>
              <a:cxn ang="0">
                <a:pos x="connsiteX19446" y="connsiteY19446"/>
              </a:cxn>
              <a:cxn ang="0">
                <a:pos x="connsiteX19447" y="connsiteY19447"/>
              </a:cxn>
              <a:cxn ang="0">
                <a:pos x="connsiteX19448" y="connsiteY19448"/>
              </a:cxn>
              <a:cxn ang="0">
                <a:pos x="connsiteX19449" y="connsiteY19449"/>
              </a:cxn>
              <a:cxn ang="0">
                <a:pos x="connsiteX19450" y="connsiteY19450"/>
              </a:cxn>
              <a:cxn ang="0">
                <a:pos x="connsiteX19451" y="connsiteY19451"/>
              </a:cxn>
              <a:cxn ang="0">
                <a:pos x="connsiteX19452" y="connsiteY19452"/>
              </a:cxn>
              <a:cxn ang="0">
                <a:pos x="connsiteX19453" y="connsiteY19453"/>
              </a:cxn>
              <a:cxn ang="0">
                <a:pos x="connsiteX19454" y="connsiteY19454"/>
              </a:cxn>
              <a:cxn ang="0">
                <a:pos x="connsiteX19455" y="connsiteY19455"/>
              </a:cxn>
              <a:cxn ang="0">
                <a:pos x="connsiteX19456" y="connsiteY19456"/>
              </a:cxn>
              <a:cxn ang="0">
                <a:pos x="connsiteX19457" y="connsiteY19457"/>
              </a:cxn>
              <a:cxn ang="0">
                <a:pos x="connsiteX19458" y="connsiteY19458"/>
              </a:cxn>
              <a:cxn ang="0">
                <a:pos x="connsiteX19459" y="connsiteY19459"/>
              </a:cxn>
              <a:cxn ang="0">
                <a:pos x="connsiteX19460" y="connsiteY19460"/>
              </a:cxn>
              <a:cxn ang="0">
                <a:pos x="connsiteX19461" y="connsiteY19461"/>
              </a:cxn>
              <a:cxn ang="0">
                <a:pos x="connsiteX19462" y="connsiteY19462"/>
              </a:cxn>
              <a:cxn ang="0">
                <a:pos x="connsiteX19463" y="connsiteY19463"/>
              </a:cxn>
              <a:cxn ang="0">
                <a:pos x="connsiteX19464" y="connsiteY19464"/>
              </a:cxn>
              <a:cxn ang="0">
                <a:pos x="connsiteX19465" y="connsiteY19465"/>
              </a:cxn>
              <a:cxn ang="0">
                <a:pos x="connsiteX19466" y="connsiteY19466"/>
              </a:cxn>
              <a:cxn ang="0">
                <a:pos x="connsiteX19467" y="connsiteY19467"/>
              </a:cxn>
              <a:cxn ang="0">
                <a:pos x="connsiteX19468" y="connsiteY19468"/>
              </a:cxn>
              <a:cxn ang="0">
                <a:pos x="connsiteX19469" y="connsiteY19469"/>
              </a:cxn>
              <a:cxn ang="0">
                <a:pos x="connsiteX19470" y="connsiteY19470"/>
              </a:cxn>
              <a:cxn ang="0">
                <a:pos x="connsiteX19471" y="connsiteY19471"/>
              </a:cxn>
              <a:cxn ang="0">
                <a:pos x="connsiteX19472" y="connsiteY19472"/>
              </a:cxn>
              <a:cxn ang="0">
                <a:pos x="connsiteX19473" y="connsiteY19473"/>
              </a:cxn>
              <a:cxn ang="0">
                <a:pos x="connsiteX19474" y="connsiteY19474"/>
              </a:cxn>
              <a:cxn ang="0">
                <a:pos x="connsiteX19475" y="connsiteY19475"/>
              </a:cxn>
              <a:cxn ang="0">
                <a:pos x="connsiteX19476" y="connsiteY19476"/>
              </a:cxn>
              <a:cxn ang="0">
                <a:pos x="connsiteX19477" y="connsiteY19477"/>
              </a:cxn>
              <a:cxn ang="0">
                <a:pos x="connsiteX19478" y="connsiteY19478"/>
              </a:cxn>
              <a:cxn ang="0">
                <a:pos x="connsiteX19479" y="connsiteY19479"/>
              </a:cxn>
              <a:cxn ang="0">
                <a:pos x="connsiteX19480" y="connsiteY19480"/>
              </a:cxn>
              <a:cxn ang="0">
                <a:pos x="connsiteX19481" y="connsiteY19481"/>
              </a:cxn>
              <a:cxn ang="0">
                <a:pos x="connsiteX19482" y="connsiteY19482"/>
              </a:cxn>
              <a:cxn ang="0">
                <a:pos x="connsiteX19483" y="connsiteY19483"/>
              </a:cxn>
              <a:cxn ang="0">
                <a:pos x="connsiteX19484" y="connsiteY19484"/>
              </a:cxn>
              <a:cxn ang="0">
                <a:pos x="connsiteX19485" y="connsiteY19485"/>
              </a:cxn>
              <a:cxn ang="0">
                <a:pos x="connsiteX19486" y="connsiteY19486"/>
              </a:cxn>
              <a:cxn ang="0">
                <a:pos x="connsiteX19487" y="connsiteY19487"/>
              </a:cxn>
              <a:cxn ang="0">
                <a:pos x="connsiteX19488" y="connsiteY19488"/>
              </a:cxn>
              <a:cxn ang="0">
                <a:pos x="connsiteX19489" y="connsiteY19489"/>
              </a:cxn>
              <a:cxn ang="0">
                <a:pos x="connsiteX19490" y="connsiteY19490"/>
              </a:cxn>
              <a:cxn ang="0">
                <a:pos x="connsiteX19491" y="connsiteY19491"/>
              </a:cxn>
              <a:cxn ang="0">
                <a:pos x="connsiteX19492" y="connsiteY19492"/>
              </a:cxn>
              <a:cxn ang="0">
                <a:pos x="connsiteX19493" y="connsiteY19493"/>
              </a:cxn>
              <a:cxn ang="0">
                <a:pos x="connsiteX19494" y="connsiteY19494"/>
              </a:cxn>
              <a:cxn ang="0">
                <a:pos x="connsiteX19495" y="connsiteY19495"/>
              </a:cxn>
              <a:cxn ang="0">
                <a:pos x="connsiteX19496" y="connsiteY19496"/>
              </a:cxn>
              <a:cxn ang="0">
                <a:pos x="connsiteX19497" y="connsiteY19497"/>
              </a:cxn>
              <a:cxn ang="0">
                <a:pos x="connsiteX19498" y="connsiteY19498"/>
              </a:cxn>
              <a:cxn ang="0">
                <a:pos x="connsiteX19499" y="connsiteY19499"/>
              </a:cxn>
              <a:cxn ang="0">
                <a:pos x="connsiteX19500" y="connsiteY19500"/>
              </a:cxn>
              <a:cxn ang="0">
                <a:pos x="connsiteX19501" y="connsiteY19501"/>
              </a:cxn>
              <a:cxn ang="0">
                <a:pos x="connsiteX19502" y="connsiteY19502"/>
              </a:cxn>
              <a:cxn ang="0">
                <a:pos x="connsiteX19503" y="connsiteY19503"/>
              </a:cxn>
              <a:cxn ang="0">
                <a:pos x="connsiteX19504" y="connsiteY19504"/>
              </a:cxn>
              <a:cxn ang="0">
                <a:pos x="connsiteX19505" y="connsiteY19505"/>
              </a:cxn>
              <a:cxn ang="0">
                <a:pos x="connsiteX19506" y="connsiteY19506"/>
              </a:cxn>
              <a:cxn ang="0">
                <a:pos x="connsiteX19507" y="connsiteY19507"/>
              </a:cxn>
              <a:cxn ang="0">
                <a:pos x="connsiteX19508" y="connsiteY19508"/>
              </a:cxn>
              <a:cxn ang="0">
                <a:pos x="connsiteX19509" y="connsiteY19509"/>
              </a:cxn>
              <a:cxn ang="0">
                <a:pos x="connsiteX19510" y="connsiteY19510"/>
              </a:cxn>
              <a:cxn ang="0">
                <a:pos x="connsiteX19511" y="connsiteY19511"/>
              </a:cxn>
              <a:cxn ang="0">
                <a:pos x="connsiteX19512" y="connsiteY19512"/>
              </a:cxn>
              <a:cxn ang="0">
                <a:pos x="connsiteX19513" y="connsiteY19513"/>
              </a:cxn>
              <a:cxn ang="0">
                <a:pos x="connsiteX19514" y="connsiteY19514"/>
              </a:cxn>
              <a:cxn ang="0">
                <a:pos x="connsiteX19515" y="connsiteY19515"/>
              </a:cxn>
              <a:cxn ang="0">
                <a:pos x="connsiteX19516" y="connsiteY19516"/>
              </a:cxn>
              <a:cxn ang="0">
                <a:pos x="connsiteX19517" y="connsiteY19517"/>
              </a:cxn>
              <a:cxn ang="0">
                <a:pos x="connsiteX19518" y="connsiteY19518"/>
              </a:cxn>
              <a:cxn ang="0">
                <a:pos x="connsiteX19519" y="connsiteY19519"/>
              </a:cxn>
              <a:cxn ang="0">
                <a:pos x="connsiteX19520" y="connsiteY19520"/>
              </a:cxn>
              <a:cxn ang="0">
                <a:pos x="connsiteX19521" y="connsiteY19521"/>
              </a:cxn>
              <a:cxn ang="0">
                <a:pos x="connsiteX19522" y="connsiteY19522"/>
              </a:cxn>
              <a:cxn ang="0">
                <a:pos x="connsiteX19523" y="connsiteY19523"/>
              </a:cxn>
              <a:cxn ang="0">
                <a:pos x="connsiteX19524" y="connsiteY19524"/>
              </a:cxn>
              <a:cxn ang="0">
                <a:pos x="connsiteX19525" y="connsiteY19525"/>
              </a:cxn>
              <a:cxn ang="0">
                <a:pos x="connsiteX19526" y="connsiteY19526"/>
              </a:cxn>
              <a:cxn ang="0">
                <a:pos x="connsiteX19527" y="connsiteY19527"/>
              </a:cxn>
              <a:cxn ang="0">
                <a:pos x="connsiteX19528" y="connsiteY19528"/>
              </a:cxn>
              <a:cxn ang="0">
                <a:pos x="connsiteX19529" y="connsiteY19529"/>
              </a:cxn>
              <a:cxn ang="0">
                <a:pos x="connsiteX19530" y="connsiteY19530"/>
              </a:cxn>
              <a:cxn ang="0">
                <a:pos x="connsiteX19531" y="connsiteY19531"/>
              </a:cxn>
              <a:cxn ang="0">
                <a:pos x="connsiteX19532" y="connsiteY19532"/>
              </a:cxn>
              <a:cxn ang="0">
                <a:pos x="connsiteX19533" y="connsiteY19533"/>
              </a:cxn>
              <a:cxn ang="0">
                <a:pos x="connsiteX19534" y="connsiteY19534"/>
              </a:cxn>
              <a:cxn ang="0">
                <a:pos x="connsiteX19535" y="connsiteY19535"/>
              </a:cxn>
              <a:cxn ang="0">
                <a:pos x="connsiteX19536" y="connsiteY19536"/>
              </a:cxn>
              <a:cxn ang="0">
                <a:pos x="connsiteX19537" y="connsiteY19537"/>
              </a:cxn>
              <a:cxn ang="0">
                <a:pos x="connsiteX19538" y="connsiteY19538"/>
              </a:cxn>
              <a:cxn ang="0">
                <a:pos x="connsiteX19539" y="connsiteY19539"/>
              </a:cxn>
              <a:cxn ang="0">
                <a:pos x="connsiteX19540" y="connsiteY19540"/>
              </a:cxn>
              <a:cxn ang="0">
                <a:pos x="connsiteX19541" y="connsiteY19541"/>
              </a:cxn>
              <a:cxn ang="0">
                <a:pos x="connsiteX19542" y="connsiteY19542"/>
              </a:cxn>
              <a:cxn ang="0">
                <a:pos x="connsiteX19543" y="connsiteY19543"/>
              </a:cxn>
              <a:cxn ang="0">
                <a:pos x="connsiteX19544" y="connsiteY19544"/>
              </a:cxn>
              <a:cxn ang="0">
                <a:pos x="connsiteX19545" y="connsiteY19545"/>
              </a:cxn>
              <a:cxn ang="0">
                <a:pos x="connsiteX19546" y="connsiteY19546"/>
              </a:cxn>
              <a:cxn ang="0">
                <a:pos x="connsiteX19547" y="connsiteY19547"/>
              </a:cxn>
              <a:cxn ang="0">
                <a:pos x="connsiteX19548" y="connsiteY19548"/>
              </a:cxn>
              <a:cxn ang="0">
                <a:pos x="connsiteX19549" y="connsiteY19549"/>
              </a:cxn>
              <a:cxn ang="0">
                <a:pos x="connsiteX19550" y="connsiteY19550"/>
              </a:cxn>
              <a:cxn ang="0">
                <a:pos x="connsiteX19551" y="connsiteY19551"/>
              </a:cxn>
              <a:cxn ang="0">
                <a:pos x="connsiteX19552" y="connsiteY19552"/>
              </a:cxn>
              <a:cxn ang="0">
                <a:pos x="connsiteX19553" y="connsiteY19553"/>
              </a:cxn>
              <a:cxn ang="0">
                <a:pos x="connsiteX19554" y="connsiteY19554"/>
              </a:cxn>
              <a:cxn ang="0">
                <a:pos x="connsiteX19555" y="connsiteY19555"/>
              </a:cxn>
              <a:cxn ang="0">
                <a:pos x="connsiteX19556" y="connsiteY19556"/>
              </a:cxn>
              <a:cxn ang="0">
                <a:pos x="connsiteX19557" y="connsiteY19557"/>
              </a:cxn>
              <a:cxn ang="0">
                <a:pos x="connsiteX19558" y="connsiteY19558"/>
              </a:cxn>
              <a:cxn ang="0">
                <a:pos x="connsiteX19559" y="connsiteY19559"/>
              </a:cxn>
              <a:cxn ang="0">
                <a:pos x="connsiteX19560" y="connsiteY19560"/>
              </a:cxn>
              <a:cxn ang="0">
                <a:pos x="connsiteX19561" y="connsiteY19561"/>
              </a:cxn>
              <a:cxn ang="0">
                <a:pos x="connsiteX19562" y="connsiteY19562"/>
              </a:cxn>
              <a:cxn ang="0">
                <a:pos x="connsiteX19563" y="connsiteY19563"/>
              </a:cxn>
              <a:cxn ang="0">
                <a:pos x="connsiteX19564" y="connsiteY19564"/>
              </a:cxn>
              <a:cxn ang="0">
                <a:pos x="connsiteX19565" y="connsiteY19565"/>
              </a:cxn>
              <a:cxn ang="0">
                <a:pos x="connsiteX19566" y="connsiteY19566"/>
              </a:cxn>
              <a:cxn ang="0">
                <a:pos x="connsiteX19567" y="connsiteY19567"/>
              </a:cxn>
              <a:cxn ang="0">
                <a:pos x="connsiteX19568" y="connsiteY19568"/>
              </a:cxn>
              <a:cxn ang="0">
                <a:pos x="connsiteX19569" y="connsiteY19569"/>
              </a:cxn>
              <a:cxn ang="0">
                <a:pos x="connsiteX19570" y="connsiteY19570"/>
              </a:cxn>
              <a:cxn ang="0">
                <a:pos x="connsiteX19571" y="connsiteY19571"/>
              </a:cxn>
              <a:cxn ang="0">
                <a:pos x="connsiteX19572" y="connsiteY19572"/>
              </a:cxn>
              <a:cxn ang="0">
                <a:pos x="connsiteX19573" y="connsiteY19573"/>
              </a:cxn>
              <a:cxn ang="0">
                <a:pos x="connsiteX19574" y="connsiteY19574"/>
              </a:cxn>
              <a:cxn ang="0">
                <a:pos x="connsiteX19575" y="connsiteY19575"/>
              </a:cxn>
              <a:cxn ang="0">
                <a:pos x="connsiteX19576" y="connsiteY19576"/>
              </a:cxn>
              <a:cxn ang="0">
                <a:pos x="connsiteX19577" y="connsiteY19577"/>
              </a:cxn>
              <a:cxn ang="0">
                <a:pos x="connsiteX19578" y="connsiteY19578"/>
              </a:cxn>
              <a:cxn ang="0">
                <a:pos x="connsiteX19579" y="connsiteY19579"/>
              </a:cxn>
              <a:cxn ang="0">
                <a:pos x="connsiteX19580" y="connsiteY19580"/>
              </a:cxn>
              <a:cxn ang="0">
                <a:pos x="connsiteX19581" y="connsiteY19581"/>
              </a:cxn>
              <a:cxn ang="0">
                <a:pos x="connsiteX19582" y="connsiteY19582"/>
              </a:cxn>
              <a:cxn ang="0">
                <a:pos x="connsiteX19583" y="connsiteY19583"/>
              </a:cxn>
              <a:cxn ang="0">
                <a:pos x="connsiteX19584" y="connsiteY19584"/>
              </a:cxn>
              <a:cxn ang="0">
                <a:pos x="connsiteX19585" y="connsiteY19585"/>
              </a:cxn>
              <a:cxn ang="0">
                <a:pos x="connsiteX19586" y="connsiteY19586"/>
              </a:cxn>
              <a:cxn ang="0">
                <a:pos x="connsiteX19587" y="connsiteY19587"/>
              </a:cxn>
              <a:cxn ang="0">
                <a:pos x="connsiteX19588" y="connsiteY19588"/>
              </a:cxn>
              <a:cxn ang="0">
                <a:pos x="connsiteX19589" y="connsiteY19589"/>
              </a:cxn>
              <a:cxn ang="0">
                <a:pos x="connsiteX19590" y="connsiteY19590"/>
              </a:cxn>
              <a:cxn ang="0">
                <a:pos x="connsiteX19591" y="connsiteY19591"/>
              </a:cxn>
              <a:cxn ang="0">
                <a:pos x="connsiteX19592" y="connsiteY19592"/>
              </a:cxn>
              <a:cxn ang="0">
                <a:pos x="connsiteX19593" y="connsiteY19593"/>
              </a:cxn>
              <a:cxn ang="0">
                <a:pos x="connsiteX19594" y="connsiteY19594"/>
              </a:cxn>
              <a:cxn ang="0">
                <a:pos x="connsiteX19595" y="connsiteY19595"/>
              </a:cxn>
              <a:cxn ang="0">
                <a:pos x="connsiteX19596" y="connsiteY19596"/>
              </a:cxn>
              <a:cxn ang="0">
                <a:pos x="connsiteX19597" y="connsiteY19597"/>
              </a:cxn>
              <a:cxn ang="0">
                <a:pos x="connsiteX19598" y="connsiteY19598"/>
              </a:cxn>
              <a:cxn ang="0">
                <a:pos x="connsiteX19599" y="connsiteY19599"/>
              </a:cxn>
              <a:cxn ang="0">
                <a:pos x="connsiteX19600" y="connsiteY19600"/>
              </a:cxn>
              <a:cxn ang="0">
                <a:pos x="connsiteX19601" y="connsiteY19601"/>
              </a:cxn>
              <a:cxn ang="0">
                <a:pos x="connsiteX19602" y="connsiteY19602"/>
              </a:cxn>
              <a:cxn ang="0">
                <a:pos x="connsiteX19603" y="connsiteY19603"/>
              </a:cxn>
              <a:cxn ang="0">
                <a:pos x="connsiteX19604" y="connsiteY19604"/>
              </a:cxn>
              <a:cxn ang="0">
                <a:pos x="connsiteX19605" y="connsiteY19605"/>
              </a:cxn>
              <a:cxn ang="0">
                <a:pos x="connsiteX19606" y="connsiteY19606"/>
              </a:cxn>
              <a:cxn ang="0">
                <a:pos x="connsiteX19607" y="connsiteY19607"/>
              </a:cxn>
              <a:cxn ang="0">
                <a:pos x="connsiteX19608" y="connsiteY19608"/>
              </a:cxn>
              <a:cxn ang="0">
                <a:pos x="connsiteX19609" y="connsiteY19609"/>
              </a:cxn>
              <a:cxn ang="0">
                <a:pos x="connsiteX19610" y="connsiteY19610"/>
              </a:cxn>
              <a:cxn ang="0">
                <a:pos x="connsiteX19611" y="connsiteY19611"/>
              </a:cxn>
              <a:cxn ang="0">
                <a:pos x="connsiteX19612" y="connsiteY19612"/>
              </a:cxn>
              <a:cxn ang="0">
                <a:pos x="connsiteX19613" y="connsiteY19613"/>
              </a:cxn>
              <a:cxn ang="0">
                <a:pos x="connsiteX19614" y="connsiteY19614"/>
              </a:cxn>
              <a:cxn ang="0">
                <a:pos x="connsiteX19615" y="connsiteY19615"/>
              </a:cxn>
              <a:cxn ang="0">
                <a:pos x="connsiteX19616" y="connsiteY19616"/>
              </a:cxn>
              <a:cxn ang="0">
                <a:pos x="connsiteX19617" y="connsiteY19617"/>
              </a:cxn>
              <a:cxn ang="0">
                <a:pos x="connsiteX19618" y="connsiteY19618"/>
              </a:cxn>
              <a:cxn ang="0">
                <a:pos x="connsiteX19619" y="connsiteY19619"/>
              </a:cxn>
              <a:cxn ang="0">
                <a:pos x="connsiteX19620" y="connsiteY19620"/>
              </a:cxn>
              <a:cxn ang="0">
                <a:pos x="connsiteX19621" y="connsiteY19621"/>
              </a:cxn>
              <a:cxn ang="0">
                <a:pos x="connsiteX19622" y="connsiteY19622"/>
              </a:cxn>
              <a:cxn ang="0">
                <a:pos x="connsiteX19623" y="connsiteY19623"/>
              </a:cxn>
              <a:cxn ang="0">
                <a:pos x="connsiteX19624" y="connsiteY19624"/>
              </a:cxn>
              <a:cxn ang="0">
                <a:pos x="connsiteX19625" y="connsiteY19625"/>
              </a:cxn>
              <a:cxn ang="0">
                <a:pos x="connsiteX19626" y="connsiteY19626"/>
              </a:cxn>
              <a:cxn ang="0">
                <a:pos x="connsiteX19627" y="connsiteY19627"/>
              </a:cxn>
              <a:cxn ang="0">
                <a:pos x="connsiteX19628" y="connsiteY19628"/>
              </a:cxn>
              <a:cxn ang="0">
                <a:pos x="connsiteX19629" y="connsiteY19629"/>
              </a:cxn>
              <a:cxn ang="0">
                <a:pos x="connsiteX19630" y="connsiteY19630"/>
              </a:cxn>
              <a:cxn ang="0">
                <a:pos x="connsiteX19631" y="connsiteY19631"/>
              </a:cxn>
              <a:cxn ang="0">
                <a:pos x="connsiteX19632" y="connsiteY19632"/>
              </a:cxn>
              <a:cxn ang="0">
                <a:pos x="connsiteX19633" y="connsiteY19633"/>
              </a:cxn>
              <a:cxn ang="0">
                <a:pos x="connsiteX19634" y="connsiteY19634"/>
              </a:cxn>
              <a:cxn ang="0">
                <a:pos x="connsiteX19635" y="connsiteY19635"/>
              </a:cxn>
              <a:cxn ang="0">
                <a:pos x="connsiteX19636" y="connsiteY19636"/>
              </a:cxn>
              <a:cxn ang="0">
                <a:pos x="connsiteX19637" y="connsiteY19637"/>
              </a:cxn>
              <a:cxn ang="0">
                <a:pos x="connsiteX19638" y="connsiteY19638"/>
              </a:cxn>
              <a:cxn ang="0">
                <a:pos x="connsiteX19639" y="connsiteY19639"/>
              </a:cxn>
              <a:cxn ang="0">
                <a:pos x="connsiteX19640" y="connsiteY19640"/>
              </a:cxn>
              <a:cxn ang="0">
                <a:pos x="connsiteX19641" y="connsiteY19641"/>
              </a:cxn>
              <a:cxn ang="0">
                <a:pos x="connsiteX19642" y="connsiteY19642"/>
              </a:cxn>
              <a:cxn ang="0">
                <a:pos x="connsiteX19643" y="connsiteY19643"/>
              </a:cxn>
              <a:cxn ang="0">
                <a:pos x="connsiteX19644" y="connsiteY19644"/>
              </a:cxn>
              <a:cxn ang="0">
                <a:pos x="connsiteX19645" y="connsiteY19645"/>
              </a:cxn>
              <a:cxn ang="0">
                <a:pos x="connsiteX19646" y="connsiteY19646"/>
              </a:cxn>
              <a:cxn ang="0">
                <a:pos x="connsiteX19647" y="connsiteY19647"/>
              </a:cxn>
              <a:cxn ang="0">
                <a:pos x="connsiteX19648" y="connsiteY19648"/>
              </a:cxn>
              <a:cxn ang="0">
                <a:pos x="connsiteX19649" y="connsiteY19649"/>
              </a:cxn>
              <a:cxn ang="0">
                <a:pos x="connsiteX19650" y="connsiteY19650"/>
              </a:cxn>
              <a:cxn ang="0">
                <a:pos x="connsiteX19651" y="connsiteY19651"/>
              </a:cxn>
              <a:cxn ang="0">
                <a:pos x="connsiteX19652" y="connsiteY19652"/>
              </a:cxn>
              <a:cxn ang="0">
                <a:pos x="connsiteX19653" y="connsiteY19653"/>
              </a:cxn>
              <a:cxn ang="0">
                <a:pos x="connsiteX19654" y="connsiteY19654"/>
              </a:cxn>
              <a:cxn ang="0">
                <a:pos x="connsiteX19655" y="connsiteY19655"/>
              </a:cxn>
              <a:cxn ang="0">
                <a:pos x="connsiteX19656" y="connsiteY19656"/>
              </a:cxn>
              <a:cxn ang="0">
                <a:pos x="connsiteX19657" y="connsiteY19657"/>
              </a:cxn>
              <a:cxn ang="0">
                <a:pos x="connsiteX19658" y="connsiteY19658"/>
              </a:cxn>
              <a:cxn ang="0">
                <a:pos x="connsiteX19659" y="connsiteY19659"/>
              </a:cxn>
              <a:cxn ang="0">
                <a:pos x="connsiteX19660" y="connsiteY19660"/>
              </a:cxn>
              <a:cxn ang="0">
                <a:pos x="connsiteX19661" y="connsiteY19661"/>
              </a:cxn>
              <a:cxn ang="0">
                <a:pos x="connsiteX19662" y="connsiteY19662"/>
              </a:cxn>
              <a:cxn ang="0">
                <a:pos x="connsiteX19663" y="connsiteY19663"/>
              </a:cxn>
              <a:cxn ang="0">
                <a:pos x="connsiteX19664" y="connsiteY19664"/>
              </a:cxn>
              <a:cxn ang="0">
                <a:pos x="connsiteX19665" y="connsiteY19665"/>
              </a:cxn>
              <a:cxn ang="0">
                <a:pos x="connsiteX19666" y="connsiteY19666"/>
              </a:cxn>
              <a:cxn ang="0">
                <a:pos x="connsiteX19667" y="connsiteY19667"/>
              </a:cxn>
              <a:cxn ang="0">
                <a:pos x="connsiteX19668" y="connsiteY19668"/>
              </a:cxn>
              <a:cxn ang="0">
                <a:pos x="connsiteX19669" y="connsiteY19669"/>
              </a:cxn>
              <a:cxn ang="0">
                <a:pos x="connsiteX19670" y="connsiteY19670"/>
              </a:cxn>
              <a:cxn ang="0">
                <a:pos x="connsiteX19671" y="connsiteY19671"/>
              </a:cxn>
              <a:cxn ang="0">
                <a:pos x="connsiteX19672" y="connsiteY19672"/>
              </a:cxn>
              <a:cxn ang="0">
                <a:pos x="connsiteX19673" y="connsiteY19673"/>
              </a:cxn>
              <a:cxn ang="0">
                <a:pos x="connsiteX19674" y="connsiteY19674"/>
              </a:cxn>
              <a:cxn ang="0">
                <a:pos x="connsiteX19675" y="connsiteY19675"/>
              </a:cxn>
              <a:cxn ang="0">
                <a:pos x="connsiteX19676" y="connsiteY19676"/>
              </a:cxn>
              <a:cxn ang="0">
                <a:pos x="connsiteX19677" y="connsiteY19677"/>
              </a:cxn>
              <a:cxn ang="0">
                <a:pos x="connsiteX19678" y="connsiteY19678"/>
              </a:cxn>
              <a:cxn ang="0">
                <a:pos x="connsiteX19679" y="connsiteY19679"/>
              </a:cxn>
              <a:cxn ang="0">
                <a:pos x="connsiteX19680" y="connsiteY19680"/>
              </a:cxn>
              <a:cxn ang="0">
                <a:pos x="connsiteX19681" y="connsiteY19681"/>
              </a:cxn>
              <a:cxn ang="0">
                <a:pos x="connsiteX19682" y="connsiteY19682"/>
              </a:cxn>
              <a:cxn ang="0">
                <a:pos x="connsiteX19683" y="connsiteY19683"/>
              </a:cxn>
              <a:cxn ang="0">
                <a:pos x="connsiteX19684" y="connsiteY19684"/>
              </a:cxn>
              <a:cxn ang="0">
                <a:pos x="connsiteX19685" y="connsiteY19685"/>
              </a:cxn>
              <a:cxn ang="0">
                <a:pos x="connsiteX19686" y="connsiteY19686"/>
              </a:cxn>
              <a:cxn ang="0">
                <a:pos x="connsiteX19687" y="connsiteY19687"/>
              </a:cxn>
              <a:cxn ang="0">
                <a:pos x="connsiteX19688" y="connsiteY19688"/>
              </a:cxn>
              <a:cxn ang="0">
                <a:pos x="connsiteX19689" y="connsiteY19689"/>
              </a:cxn>
              <a:cxn ang="0">
                <a:pos x="connsiteX19690" y="connsiteY19690"/>
              </a:cxn>
              <a:cxn ang="0">
                <a:pos x="connsiteX19691" y="connsiteY19691"/>
              </a:cxn>
              <a:cxn ang="0">
                <a:pos x="connsiteX19692" y="connsiteY19692"/>
              </a:cxn>
              <a:cxn ang="0">
                <a:pos x="connsiteX19693" y="connsiteY19693"/>
              </a:cxn>
              <a:cxn ang="0">
                <a:pos x="connsiteX19694" y="connsiteY19694"/>
              </a:cxn>
              <a:cxn ang="0">
                <a:pos x="connsiteX19695" y="connsiteY19695"/>
              </a:cxn>
              <a:cxn ang="0">
                <a:pos x="connsiteX19696" y="connsiteY19696"/>
              </a:cxn>
              <a:cxn ang="0">
                <a:pos x="connsiteX19697" y="connsiteY19697"/>
              </a:cxn>
              <a:cxn ang="0">
                <a:pos x="connsiteX19698" y="connsiteY19698"/>
              </a:cxn>
              <a:cxn ang="0">
                <a:pos x="connsiteX19699" y="connsiteY19699"/>
              </a:cxn>
              <a:cxn ang="0">
                <a:pos x="connsiteX19700" y="connsiteY19700"/>
              </a:cxn>
              <a:cxn ang="0">
                <a:pos x="connsiteX19701" y="connsiteY19701"/>
              </a:cxn>
              <a:cxn ang="0">
                <a:pos x="connsiteX19702" y="connsiteY19702"/>
              </a:cxn>
              <a:cxn ang="0">
                <a:pos x="connsiteX19703" y="connsiteY19703"/>
              </a:cxn>
              <a:cxn ang="0">
                <a:pos x="connsiteX19704" y="connsiteY19704"/>
              </a:cxn>
              <a:cxn ang="0">
                <a:pos x="connsiteX19705" y="connsiteY19705"/>
              </a:cxn>
              <a:cxn ang="0">
                <a:pos x="connsiteX19706" y="connsiteY19706"/>
              </a:cxn>
              <a:cxn ang="0">
                <a:pos x="connsiteX19707" y="connsiteY19707"/>
              </a:cxn>
              <a:cxn ang="0">
                <a:pos x="connsiteX19708" y="connsiteY19708"/>
              </a:cxn>
              <a:cxn ang="0">
                <a:pos x="connsiteX19709" y="connsiteY19709"/>
              </a:cxn>
              <a:cxn ang="0">
                <a:pos x="connsiteX19710" y="connsiteY19710"/>
              </a:cxn>
              <a:cxn ang="0">
                <a:pos x="connsiteX19711" y="connsiteY19711"/>
              </a:cxn>
              <a:cxn ang="0">
                <a:pos x="connsiteX19712" y="connsiteY19712"/>
              </a:cxn>
              <a:cxn ang="0">
                <a:pos x="connsiteX19713" y="connsiteY19713"/>
              </a:cxn>
              <a:cxn ang="0">
                <a:pos x="connsiteX19714" y="connsiteY19714"/>
              </a:cxn>
              <a:cxn ang="0">
                <a:pos x="connsiteX19715" y="connsiteY19715"/>
              </a:cxn>
              <a:cxn ang="0">
                <a:pos x="connsiteX19716" y="connsiteY19716"/>
              </a:cxn>
              <a:cxn ang="0">
                <a:pos x="connsiteX19717" y="connsiteY19717"/>
              </a:cxn>
              <a:cxn ang="0">
                <a:pos x="connsiteX19718" y="connsiteY19718"/>
              </a:cxn>
              <a:cxn ang="0">
                <a:pos x="connsiteX19719" y="connsiteY19719"/>
              </a:cxn>
              <a:cxn ang="0">
                <a:pos x="connsiteX19720" y="connsiteY19720"/>
              </a:cxn>
              <a:cxn ang="0">
                <a:pos x="connsiteX19721" y="connsiteY19721"/>
              </a:cxn>
              <a:cxn ang="0">
                <a:pos x="connsiteX19722" y="connsiteY19722"/>
              </a:cxn>
              <a:cxn ang="0">
                <a:pos x="connsiteX19723" y="connsiteY19723"/>
              </a:cxn>
              <a:cxn ang="0">
                <a:pos x="connsiteX19724" y="connsiteY19724"/>
              </a:cxn>
              <a:cxn ang="0">
                <a:pos x="connsiteX19725" y="connsiteY19725"/>
              </a:cxn>
              <a:cxn ang="0">
                <a:pos x="connsiteX19726" y="connsiteY19726"/>
              </a:cxn>
              <a:cxn ang="0">
                <a:pos x="connsiteX19727" y="connsiteY19727"/>
              </a:cxn>
              <a:cxn ang="0">
                <a:pos x="connsiteX19728" y="connsiteY19728"/>
              </a:cxn>
              <a:cxn ang="0">
                <a:pos x="connsiteX19729" y="connsiteY19729"/>
              </a:cxn>
              <a:cxn ang="0">
                <a:pos x="connsiteX19730" y="connsiteY19730"/>
              </a:cxn>
              <a:cxn ang="0">
                <a:pos x="connsiteX19731" y="connsiteY19731"/>
              </a:cxn>
              <a:cxn ang="0">
                <a:pos x="connsiteX19732" y="connsiteY19732"/>
              </a:cxn>
              <a:cxn ang="0">
                <a:pos x="connsiteX19733" y="connsiteY19733"/>
              </a:cxn>
              <a:cxn ang="0">
                <a:pos x="connsiteX19734" y="connsiteY19734"/>
              </a:cxn>
              <a:cxn ang="0">
                <a:pos x="connsiteX19735" y="connsiteY19735"/>
              </a:cxn>
              <a:cxn ang="0">
                <a:pos x="connsiteX19736" y="connsiteY19736"/>
              </a:cxn>
              <a:cxn ang="0">
                <a:pos x="connsiteX19737" y="connsiteY19737"/>
              </a:cxn>
              <a:cxn ang="0">
                <a:pos x="connsiteX19738" y="connsiteY19738"/>
              </a:cxn>
              <a:cxn ang="0">
                <a:pos x="connsiteX19739" y="connsiteY19739"/>
              </a:cxn>
              <a:cxn ang="0">
                <a:pos x="connsiteX19740" y="connsiteY19740"/>
              </a:cxn>
              <a:cxn ang="0">
                <a:pos x="connsiteX19741" y="connsiteY19741"/>
              </a:cxn>
              <a:cxn ang="0">
                <a:pos x="connsiteX19742" y="connsiteY19742"/>
              </a:cxn>
              <a:cxn ang="0">
                <a:pos x="connsiteX19743" y="connsiteY19743"/>
              </a:cxn>
              <a:cxn ang="0">
                <a:pos x="connsiteX19744" y="connsiteY19744"/>
              </a:cxn>
              <a:cxn ang="0">
                <a:pos x="connsiteX19745" y="connsiteY19745"/>
              </a:cxn>
              <a:cxn ang="0">
                <a:pos x="connsiteX19746" y="connsiteY19746"/>
              </a:cxn>
              <a:cxn ang="0">
                <a:pos x="connsiteX19747" y="connsiteY19747"/>
              </a:cxn>
              <a:cxn ang="0">
                <a:pos x="connsiteX19748" y="connsiteY19748"/>
              </a:cxn>
              <a:cxn ang="0">
                <a:pos x="connsiteX19749" y="connsiteY19749"/>
              </a:cxn>
              <a:cxn ang="0">
                <a:pos x="connsiteX19750" y="connsiteY19750"/>
              </a:cxn>
              <a:cxn ang="0">
                <a:pos x="connsiteX19751" y="connsiteY19751"/>
              </a:cxn>
              <a:cxn ang="0">
                <a:pos x="connsiteX19752" y="connsiteY19752"/>
              </a:cxn>
              <a:cxn ang="0">
                <a:pos x="connsiteX19753" y="connsiteY19753"/>
              </a:cxn>
              <a:cxn ang="0">
                <a:pos x="connsiteX19754" y="connsiteY19754"/>
              </a:cxn>
              <a:cxn ang="0">
                <a:pos x="connsiteX19755" y="connsiteY19755"/>
              </a:cxn>
              <a:cxn ang="0">
                <a:pos x="connsiteX19756" y="connsiteY19756"/>
              </a:cxn>
              <a:cxn ang="0">
                <a:pos x="connsiteX19757" y="connsiteY19757"/>
              </a:cxn>
              <a:cxn ang="0">
                <a:pos x="connsiteX19758" y="connsiteY19758"/>
              </a:cxn>
              <a:cxn ang="0">
                <a:pos x="connsiteX19759" y="connsiteY19759"/>
              </a:cxn>
              <a:cxn ang="0">
                <a:pos x="connsiteX19760" y="connsiteY19760"/>
              </a:cxn>
              <a:cxn ang="0">
                <a:pos x="connsiteX19761" y="connsiteY19761"/>
              </a:cxn>
              <a:cxn ang="0">
                <a:pos x="connsiteX19762" y="connsiteY19762"/>
              </a:cxn>
              <a:cxn ang="0">
                <a:pos x="connsiteX19763" y="connsiteY19763"/>
              </a:cxn>
              <a:cxn ang="0">
                <a:pos x="connsiteX19764" y="connsiteY19764"/>
              </a:cxn>
              <a:cxn ang="0">
                <a:pos x="connsiteX19765" y="connsiteY19765"/>
              </a:cxn>
              <a:cxn ang="0">
                <a:pos x="connsiteX19766" y="connsiteY19766"/>
              </a:cxn>
              <a:cxn ang="0">
                <a:pos x="connsiteX19767" y="connsiteY19767"/>
              </a:cxn>
              <a:cxn ang="0">
                <a:pos x="connsiteX19768" y="connsiteY19768"/>
              </a:cxn>
              <a:cxn ang="0">
                <a:pos x="connsiteX19769" y="connsiteY19769"/>
              </a:cxn>
              <a:cxn ang="0">
                <a:pos x="connsiteX19770" y="connsiteY19770"/>
              </a:cxn>
              <a:cxn ang="0">
                <a:pos x="connsiteX19771" y="connsiteY19771"/>
              </a:cxn>
              <a:cxn ang="0">
                <a:pos x="connsiteX19772" y="connsiteY19772"/>
              </a:cxn>
              <a:cxn ang="0">
                <a:pos x="connsiteX19773" y="connsiteY19773"/>
              </a:cxn>
              <a:cxn ang="0">
                <a:pos x="connsiteX19774" y="connsiteY19774"/>
              </a:cxn>
              <a:cxn ang="0">
                <a:pos x="connsiteX19775" y="connsiteY19775"/>
              </a:cxn>
              <a:cxn ang="0">
                <a:pos x="connsiteX19776" y="connsiteY19776"/>
              </a:cxn>
              <a:cxn ang="0">
                <a:pos x="connsiteX19777" y="connsiteY19777"/>
              </a:cxn>
              <a:cxn ang="0">
                <a:pos x="connsiteX19778" y="connsiteY19778"/>
              </a:cxn>
              <a:cxn ang="0">
                <a:pos x="connsiteX19779" y="connsiteY19779"/>
              </a:cxn>
              <a:cxn ang="0">
                <a:pos x="connsiteX19780" y="connsiteY19780"/>
              </a:cxn>
              <a:cxn ang="0">
                <a:pos x="connsiteX19781" y="connsiteY19781"/>
              </a:cxn>
              <a:cxn ang="0">
                <a:pos x="connsiteX19782" y="connsiteY19782"/>
              </a:cxn>
              <a:cxn ang="0">
                <a:pos x="connsiteX19783" y="connsiteY19783"/>
              </a:cxn>
              <a:cxn ang="0">
                <a:pos x="connsiteX19784" y="connsiteY19784"/>
              </a:cxn>
              <a:cxn ang="0">
                <a:pos x="connsiteX19785" y="connsiteY19785"/>
              </a:cxn>
              <a:cxn ang="0">
                <a:pos x="connsiteX19786" y="connsiteY19786"/>
              </a:cxn>
              <a:cxn ang="0">
                <a:pos x="connsiteX19787" y="connsiteY19787"/>
              </a:cxn>
              <a:cxn ang="0">
                <a:pos x="connsiteX19788" y="connsiteY19788"/>
              </a:cxn>
              <a:cxn ang="0">
                <a:pos x="connsiteX19789" y="connsiteY19789"/>
              </a:cxn>
              <a:cxn ang="0">
                <a:pos x="connsiteX19790" y="connsiteY19790"/>
              </a:cxn>
              <a:cxn ang="0">
                <a:pos x="connsiteX19791" y="connsiteY19791"/>
              </a:cxn>
              <a:cxn ang="0">
                <a:pos x="connsiteX19792" y="connsiteY19792"/>
              </a:cxn>
              <a:cxn ang="0">
                <a:pos x="connsiteX19793" y="connsiteY19793"/>
              </a:cxn>
              <a:cxn ang="0">
                <a:pos x="connsiteX19794" y="connsiteY19794"/>
              </a:cxn>
              <a:cxn ang="0">
                <a:pos x="connsiteX19795" y="connsiteY19795"/>
              </a:cxn>
              <a:cxn ang="0">
                <a:pos x="connsiteX19796" y="connsiteY19796"/>
              </a:cxn>
              <a:cxn ang="0">
                <a:pos x="connsiteX19797" y="connsiteY19797"/>
              </a:cxn>
              <a:cxn ang="0">
                <a:pos x="connsiteX19798" y="connsiteY19798"/>
              </a:cxn>
              <a:cxn ang="0">
                <a:pos x="connsiteX19799" y="connsiteY19799"/>
              </a:cxn>
              <a:cxn ang="0">
                <a:pos x="connsiteX19800" y="connsiteY19800"/>
              </a:cxn>
              <a:cxn ang="0">
                <a:pos x="connsiteX19801" y="connsiteY19801"/>
              </a:cxn>
              <a:cxn ang="0">
                <a:pos x="connsiteX19802" y="connsiteY19802"/>
              </a:cxn>
              <a:cxn ang="0">
                <a:pos x="connsiteX19803" y="connsiteY19803"/>
              </a:cxn>
              <a:cxn ang="0">
                <a:pos x="connsiteX19804" y="connsiteY19804"/>
              </a:cxn>
              <a:cxn ang="0">
                <a:pos x="connsiteX19805" y="connsiteY19805"/>
              </a:cxn>
              <a:cxn ang="0">
                <a:pos x="connsiteX19806" y="connsiteY19806"/>
              </a:cxn>
              <a:cxn ang="0">
                <a:pos x="connsiteX19807" y="connsiteY19807"/>
              </a:cxn>
              <a:cxn ang="0">
                <a:pos x="connsiteX19808" y="connsiteY19808"/>
              </a:cxn>
              <a:cxn ang="0">
                <a:pos x="connsiteX19809" y="connsiteY19809"/>
              </a:cxn>
              <a:cxn ang="0">
                <a:pos x="connsiteX19810" y="connsiteY19810"/>
              </a:cxn>
              <a:cxn ang="0">
                <a:pos x="connsiteX19811" y="connsiteY19811"/>
              </a:cxn>
              <a:cxn ang="0">
                <a:pos x="connsiteX19812" y="connsiteY19812"/>
              </a:cxn>
              <a:cxn ang="0">
                <a:pos x="connsiteX19813" y="connsiteY19813"/>
              </a:cxn>
              <a:cxn ang="0">
                <a:pos x="connsiteX19814" y="connsiteY19814"/>
              </a:cxn>
              <a:cxn ang="0">
                <a:pos x="connsiteX19815" y="connsiteY19815"/>
              </a:cxn>
              <a:cxn ang="0">
                <a:pos x="connsiteX19816" y="connsiteY19816"/>
              </a:cxn>
              <a:cxn ang="0">
                <a:pos x="connsiteX19817" y="connsiteY19817"/>
              </a:cxn>
              <a:cxn ang="0">
                <a:pos x="connsiteX19818" y="connsiteY19818"/>
              </a:cxn>
              <a:cxn ang="0">
                <a:pos x="connsiteX19819" y="connsiteY19819"/>
              </a:cxn>
              <a:cxn ang="0">
                <a:pos x="connsiteX19820" y="connsiteY19820"/>
              </a:cxn>
              <a:cxn ang="0">
                <a:pos x="connsiteX19821" y="connsiteY19821"/>
              </a:cxn>
              <a:cxn ang="0">
                <a:pos x="connsiteX19822" y="connsiteY19822"/>
              </a:cxn>
              <a:cxn ang="0">
                <a:pos x="connsiteX19823" y="connsiteY19823"/>
              </a:cxn>
              <a:cxn ang="0">
                <a:pos x="connsiteX19824" y="connsiteY19824"/>
              </a:cxn>
              <a:cxn ang="0">
                <a:pos x="connsiteX19825" y="connsiteY19825"/>
              </a:cxn>
              <a:cxn ang="0">
                <a:pos x="connsiteX19826" y="connsiteY19826"/>
              </a:cxn>
              <a:cxn ang="0">
                <a:pos x="connsiteX19827" y="connsiteY19827"/>
              </a:cxn>
              <a:cxn ang="0">
                <a:pos x="connsiteX19828" y="connsiteY19828"/>
              </a:cxn>
              <a:cxn ang="0">
                <a:pos x="connsiteX19829" y="connsiteY19829"/>
              </a:cxn>
              <a:cxn ang="0">
                <a:pos x="connsiteX19830" y="connsiteY19830"/>
              </a:cxn>
              <a:cxn ang="0">
                <a:pos x="connsiteX19831" y="connsiteY19831"/>
              </a:cxn>
              <a:cxn ang="0">
                <a:pos x="connsiteX19832" y="connsiteY19832"/>
              </a:cxn>
              <a:cxn ang="0">
                <a:pos x="connsiteX19833" y="connsiteY19833"/>
              </a:cxn>
              <a:cxn ang="0">
                <a:pos x="connsiteX19834" y="connsiteY19834"/>
              </a:cxn>
              <a:cxn ang="0">
                <a:pos x="connsiteX19835" y="connsiteY19835"/>
              </a:cxn>
              <a:cxn ang="0">
                <a:pos x="connsiteX19836" y="connsiteY19836"/>
              </a:cxn>
              <a:cxn ang="0">
                <a:pos x="connsiteX19837" y="connsiteY19837"/>
              </a:cxn>
              <a:cxn ang="0">
                <a:pos x="connsiteX19838" y="connsiteY19838"/>
              </a:cxn>
              <a:cxn ang="0">
                <a:pos x="connsiteX19839" y="connsiteY19839"/>
              </a:cxn>
              <a:cxn ang="0">
                <a:pos x="connsiteX19840" y="connsiteY19840"/>
              </a:cxn>
              <a:cxn ang="0">
                <a:pos x="connsiteX19841" y="connsiteY19841"/>
              </a:cxn>
              <a:cxn ang="0">
                <a:pos x="connsiteX19842" y="connsiteY19842"/>
              </a:cxn>
              <a:cxn ang="0">
                <a:pos x="connsiteX19843" y="connsiteY19843"/>
              </a:cxn>
              <a:cxn ang="0">
                <a:pos x="connsiteX19844" y="connsiteY19844"/>
              </a:cxn>
              <a:cxn ang="0">
                <a:pos x="connsiteX19845" y="connsiteY19845"/>
              </a:cxn>
              <a:cxn ang="0">
                <a:pos x="connsiteX19846" y="connsiteY19846"/>
              </a:cxn>
              <a:cxn ang="0">
                <a:pos x="connsiteX19847" y="connsiteY19847"/>
              </a:cxn>
              <a:cxn ang="0">
                <a:pos x="connsiteX19848" y="connsiteY19848"/>
              </a:cxn>
              <a:cxn ang="0">
                <a:pos x="connsiteX19849" y="connsiteY19849"/>
              </a:cxn>
              <a:cxn ang="0">
                <a:pos x="connsiteX19850" y="connsiteY19850"/>
              </a:cxn>
              <a:cxn ang="0">
                <a:pos x="connsiteX19851" y="connsiteY19851"/>
              </a:cxn>
              <a:cxn ang="0">
                <a:pos x="connsiteX19852" y="connsiteY19852"/>
              </a:cxn>
              <a:cxn ang="0">
                <a:pos x="connsiteX19853" y="connsiteY19853"/>
              </a:cxn>
              <a:cxn ang="0">
                <a:pos x="connsiteX19854" y="connsiteY19854"/>
              </a:cxn>
              <a:cxn ang="0">
                <a:pos x="connsiteX19855" y="connsiteY19855"/>
              </a:cxn>
              <a:cxn ang="0">
                <a:pos x="connsiteX19856" y="connsiteY19856"/>
              </a:cxn>
              <a:cxn ang="0">
                <a:pos x="connsiteX19857" y="connsiteY19857"/>
              </a:cxn>
              <a:cxn ang="0">
                <a:pos x="connsiteX19858" y="connsiteY19858"/>
              </a:cxn>
              <a:cxn ang="0">
                <a:pos x="connsiteX19859" y="connsiteY19859"/>
              </a:cxn>
              <a:cxn ang="0">
                <a:pos x="connsiteX19860" y="connsiteY19860"/>
              </a:cxn>
              <a:cxn ang="0">
                <a:pos x="connsiteX19861" y="connsiteY19861"/>
              </a:cxn>
              <a:cxn ang="0">
                <a:pos x="connsiteX19862" y="connsiteY19862"/>
              </a:cxn>
              <a:cxn ang="0">
                <a:pos x="connsiteX19863" y="connsiteY19863"/>
              </a:cxn>
              <a:cxn ang="0">
                <a:pos x="connsiteX19864" y="connsiteY19864"/>
              </a:cxn>
              <a:cxn ang="0">
                <a:pos x="connsiteX19865" y="connsiteY19865"/>
              </a:cxn>
              <a:cxn ang="0">
                <a:pos x="connsiteX19866" y="connsiteY19866"/>
              </a:cxn>
              <a:cxn ang="0">
                <a:pos x="connsiteX19867" y="connsiteY19867"/>
              </a:cxn>
              <a:cxn ang="0">
                <a:pos x="connsiteX19868" y="connsiteY19868"/>
              </a:cxn>
              <a:cxn ang="0">
                <a:pos x="connsiteX19869" y="connsiteY19869"/>
              </a:cxn>
              <a:cxn ang="0">
                <a:pos x="connsiteX19870" y="connsiteY19870"/>
              </a:cxn>
              <a:cxn ang="0">
                <a:pos x="connsiteX19871" y="connsiteY19871"/>
              </a:cxn>
              <a:cxn ang="0">
                <a:pos x="connsiteX19872" y="connsiteY19872"/>
              </a:cxn>
              <a:cxn ang="0">
                <a:pos x="connsiteX19873" y="connsiteY19873"/>
              </a:cxn>
              <a:cxn ang="0">
                <a:pos x="connsiteX19874" y="connsiteY19874"/>
              </a:cxn>
              <a:cxn ang="0">
                <a:pos x="connsiteX19875" y="connsiteY19875"/>
              </a:cxn>
              <a:cxn ang="0">
                <a:pos x="connsiteX19876" y="connsiteY19876"/>
              </a:cxn>
              <a:cxn ang="0">
                <a:pos x="connsiteX19877" y="connsiteY19877"/>
              </a:cxn>
              <a:cxn ang="0">
                <a:pos x="connsiteX19878" y="connsiteY19878"/>
              </a:cxn>
              <a:cxn ang="0">
                <a:pos x="connsiteX19879" y="connsiteY19879"/>
              </a:cxn>
              <a:cxn ang="0">
                <a:pos x="connsiteX19880" y="connsiteY19880"/>
              </a:cxn>
              <a:cxn ang="0">
                <a:pos x="connsiteX19881" y="connsiteY19881"/>
              </a:cxn>
              <a:cxn ang="0">
                <a:pos x="connsiteX19882" y="connsiteY19882"/>
              </a:cxn>
              <a:cxn ang="0">
                <a:pos x="connsiteX19883" y="connsiteY19883"/>
              </a:cxn>
              <a:cxn ang="0">
                <a:pos x="connsiteX19884" y="connsiteY19884"/>
              </a:cxn>
              <a:cxn ang="0">
                <a:pos x="connsiteX19885" y="connsiteY19885"/>
              </a:cxn>
              <a:cxn ang="0">
                <a:pos x="connsiteX19886" y="connsiteY19886"/>
              </a:cxn>
              <a:cxn ang="0">
                <a:pos x="connsiteX19887" y="connsiteY19887"/>
              </a:cxn>
              <a:cxn ang="0">
                <a:pos x="connsiteX19888" y="connsiteY19888"/>
              </a:cxn>
              <a:cxn ang="0">
                <a:pos x="connsiteX19889" y="connsiteY19889"/>
              </a:cxn>
              <a:cxn ang="0">
                <a:pos x="connsiteX19890" y="connsiteY19890"/>
              </a:cxn>
              <a:cxn ang="0">
                <a:pos x="connsiteX19891" y="connsiteY19891"/>
              </a:cxn>
              <a:cxn ang="0">
                <a:pos x="connsiteX19892" y="connsiteY19892"/>
              </a:cxn>
              <a:cxn ang="0">
                <a:pos x="connsiteX19893" y="connsiteY19893"/>
              </a:cxn>
              <a:cxn ang="0">
                <a:pos x="connsiteX19894" y="connsiteY19894"/>
              </a:cxn>
              <a:cxn ang="0">
                <a:pos x="connsiteX19895" y="connsiteY19895"/>
              </a:cxn>
              <a:cxn ang="0">
                <a:pos x="connsiteX19896" y="connsiteY19896"/>
              </a:cxn>
              <a:cxn ang="0">
                <a:pos x="connsiteX19897" y="connsiteY19897"/>
              </a:cxn>
              <a:cxn ang="0">
                <a:pos x="connsiteX19898" y="connsiteY19898"/>
              </a:cxn>
              <a:cxn ang="0">
                <a:pos x="connsiteX19899" y="connsiteY19899"/>
              </a:cxn>
              <a:cxn ang="0">
                <a:pos x="connsiteX19900" y="connsiteY19900"/>
              </a:cxn>
              <a:cxn ang="0">
                <a:pos x="connsiteX19901" y="connsiteY19901"/>
              </a:cxn>
              <a:cxn ang="0">
                <a:pos x="connsiteX19902" y="connsiteY19902"/>
              </a:cxn>
              <a:cxn ang="0">
                <a:pos x="connsiteX19903" y="connsiteY19903"/>
              </a:cxn>
              <a:cxn ang="0">
                <a:pos x="connsiteX19904" y="connsiteY19904"/>
              </a:cxn>
              <a:cxn ang="0">
                <a:pos x="connsiteX19905" y="connsiteY19905"/>
              </a:cxn>
              <a:cxn ang="0">
                <a:pos x="connsiteX19906" y="connsiteY19906"/>
              </a:cxn>
              <a:cxn ang="0">
                <a:pos x="connsiteX19907" y="connsiteY19907"/>
              </a:cxn>
              <a:cxn ang="0">
                <a:pos x="connsiteX19908" y="connsiteY19908"/>
              </a:cxn>
              <a:cxn ang="0">
                <a:pos x="connsiteX19909" y="connsiteY19909"/>
              </a:cxn>
              <a:cxn ang="0">
                <a:pos x="connsiteX19910" y="connsiteY19910"/>
              </a:cxn>
              <a:cxn ang="0">
                <a:pos x="connsiteX19911" y="connsiteY19911"/>
              </a:cxn>
              <a:cxn ang="0">
                <a:pos x="connsiteX19912" y="connsiteY19912"/>
              </a:cxn>
              <a:cxn ang="0">
                <a:pos x="connsiteX19913" y="connsiteY19913"/>
              </a:cxn>
              <a:cxn ang="0">
                <a:pos x="connsiteX19914" y="connsiteY19914"/>
              </a:cxn>
              <a:cxn ang="0">
                <a:pos x="connsiteX19915" y="connsiteY19915"/>
              </a:cxn>
              <a:cxn ang="0">
                <a:pos x="connsiteX19916" y="connsiteY19916"/>
              </a:cxn>
              <a:cxn ang="0">
                <a:pos x="connsiteX19917" y="connsiteY19917"/>
              </a:cxn>
              <a:cxn ang="0">
                <a:pos x="connsiteX19918" y="connsiteY19918"/>
              </a:cxn>
              <a:cxn ang="0">
                <a:pos x="connsiteX19919" y="connsiteY19919"/>
              </a:cxn>
              <a:cxn ang="0">
                <a:pos x="connsiteX19920" y="connsiteY19920"/>
              </a:cxn>
              <a:cxn ang="0">
                <a:pos x="connsiteX19921" y="connsiteY19921"/>
              </a:cxn>
              <a:cxn ang="0">
                <a:pos x="connsiteX19922" y="connsiteY19922"/>
              </a:cxn>
              <a:cxn ang="0">
                <a:pos x="connsiteX19923" y="connsiteY19923"/>
              </a:cxn>
              <a:cxn ang="0">
                <a:pos x="connsiteX19924" y="connsiteY19924"/>
              </a:cxn>
              <a:cxn ang="0">
                <a:pos x="connsiteX19925" y="connsiteY19925"/>
              </a:cxn>
              <a:cxn ang="0">
                <a:pos x="connsiteX19926" y="connsiteY19926"/>
              </a:cxn>
              <a:cxn ang="0">
                <a:pos x="connsiteX19927" y="connsiteY19927"/>
              </a:cxn>
              <a:cxn ang="0">
                <a:pos x="connsiteX19928" y="connsiteY19928"/>
              </a:cxn>
              <a:cxn ang="0">
                <a:pos x="connsiteX19929" y="connsiteY19929"/>
              </a:cxn>
              <a:cxn ang="0">
                <a:pos x="connsiteX19930" y="connsiteY19930"/>
              </a:cxn>
              <a:cxn ang="0">
                <a:pos x="connsiteX19931" y="connsiteY19931"/>
              </a:cxn>
              <a:cxn ang="0">
                <a:pos x="connsiteX19932" y="connsiteY19932"/>
              </a:cxn>
              <a:cxn ang="0">
                <a:pos x="connsiteX19933" y="connsiteY19933"/>
              </a:cxn>
              <a:cxn ang="0">
                <a:pos x="connsiteX19934" y="connsiteY19934"/>
              </a:cxn>
              <a:cxn ang="0">
                <a:pos x="connsiteX19935" y="connsiteY19935"/>
              </a:cxn>
              <a:cxn ang="0">
                <a:pos x="connsiteX19936" y="connsiteY19936"/>
              </a:cxn>
              <a:cxn ang="0">
                <a:pos x="connsiteX19937" y="connsiteY19937"/>
              </a:cxn>
              <a:cxn ang="0">
                <a:pos x="connsiteX19938" y="connsiteY19938"/>
              </a:cxn>
              <a:cxn ang="0">
                <a:pos x="connsiteX19939" y="connsiteY19939"/>
              </a:cxn>
              <a:cxn ang="0">
                <a:pos x="connsiteX19940" y="connsiteY19940"/>
              </a:cxn>
              <a:cxn ang="0">
                <a:pos x="connsiteX19941" y="connsiteY19941"/>
              </a:cxn>
              <a:cxn ang="0">
                <a:pos x="connsiteX19942" y="connsiteY19942"/>
              </a:cxn>
              <a:cxn ang="0">
                <a:pos x="connsiteX19943" y="connsiteY19943"/>
              </a:cxn>
              <a:cxn ang="0">
                <a:pos x="connsiteX19944" y="connsiteY19944"/>
              </a:cxn>
              <a:cxn ang="0">
                <a:pos x="connsiteX19945" y="connsiteY19945"/>
              </a:cxn>
              <a:cxn ang="0">
                <a:pos x="connsiteX19946" y="connsiteY19946"/>
              </a:cxn>
              <a:cxn ang="0">
                <a:pos x="connsiteX19947" y="connsiteY19947"/>
              </a:cxn>
              <a:cxn ang="0">
                <a:pos x="connsiteX19948" y="connsiteY19948"/>
              </a:cxn>
              <a:cxn ang="0">
                <a:pos x="connsiteX19949" y="connsiteY19949"/>
              </a:cxn>
              <a:cxn ang="0">
                <a:pos x="connsiteX19950" y="connsiteY19950"/>
              </a:cxn>
              <a:cxn ang="0">
                <a:pos x="connsiteX19951" y="connsiteY19951"/>
              </a:cxn>
              <a:cxn ang="0">
                <a:pos x="connsiteX19952" y="connsiteY19952"/>
              </a:cxn>
              <a:cxn ang="0">
                <a:pos x="connsiteX19953" y="connsiteY19953"/>
              </a:cxn>
              <a:cxn ang="0">
                <a:pos x="connsiteX19954" y="connsiteY19954"/>
              </a:cxn>
              <a:cxn ang="0">
                <a:pos x="connsiteX19955" y="connsiteY19955"/>
              </a:cxn>
              <a:cxn ang="0">
                <a:pos x="connsiteX19956" y="connsiteY19956"/>
              </a:cxn>
              <a:cxn ang="0">
                <a:pos x="connsiteX19957" y="connsiteY19957"/>
              </a:cxn>
              <a:cxn ang="0">
                <a:pos x="connsiteX19958" y="connsiteY19958"/>
              </a:cxn>
              <a:cxn ang="0">
                <a:pos x="connsiteX19959" y="connsiteY19959"/>
              </a:cxn>
              <a:cxn ang="0">
                <a:pos x="connsiteX19960" y="connsiteY19960"/>
              </a:cxn>
              <a:cxn ang="0">
                <a:pos x="connsiteX19961" y="connsiteY19961"/>
              </a:cxn>
              <a:cxn ang="0">
                <a:pos x="connsiteX19962" y="connsiteY19962"/>
              </a:cxn>
              <a:cxn ang="0">
                <a:pos x="connsiteX19963" y="connsiteY19963"/>
              </a:cxn>
              <a:cxn ang="0">
                <a:pos x="connsiteX19964" y="connsiteY19964"/>
              </a:cxn>
              <a:cxn ang="0">
                <a:pos x="connsiteX19965" y="connsiteY19965"/>
              </a:cxn>
              <a:cxn ang="0">
                <a:pos x="connsiteX19966" y="connsiteY19966"/>
              </a:cxn>
              <a:cxn ang="0">
                <a:pos x="connsiteX19967" y="connsiteY19967"/>
              </a:cxn>
              <a:cxn ang="0">
                <a:pos x="connsiteX19968" y="connsiteY19968"/>
              </a:cxn>
              <a:cxn ang="0">
                <a:pos x="connsiteX19969" y="connsiteY19969"/>
              </a:cxn>
              <a:cxn ang="0">
                <a:pos x="connsiteX19970" y="connsiteY19970"/>
              </a:cxn>
              <a:cxn ang="0">
                <a:pos x="connsiteX19971" y="connsiteY19971"/>
              </a:cxn>
              <a:cxn ang="0">
                <a:pos x="connsiteX19972" y="connsiteY19972"/>
              </a:cxn>
              <a:cxn ang="0">
                <a:pos x="connsiteX19973" y="connsiteY19973"/>
              </a:cxn>
              <a:cxn ang="0">
                <a:pos x="connsiteX19974" y="connsiteY19974"/>
              </a:cxn>
              <a:cxn ang="0">
                <a:pos x="connsiteX19975" y="connsiteY19975"/>
              </a:cxn>
              <a:cxn ang="0">
                <a:pos x="connsiteX19976" y="connsiteY19976"/>
              </a:cxn>
              <a:cxn ang="0">
                <a:pos x="connsiteX19977" y="connsiteY19977"/>
              </a:cxn>
              <a:cxn ang="0">
                <a:pos x="connsiteX19978" y="connsiteY19978"/>
              </a:cxn>
              <a:cxn ang="0">
                <a:pos x="connsiteX19979" y="connsiteY19979"/>
              </a:cxn>
              <a:cxn ang="0">
                <a:pos x="connsiteX19980" y="connsiteY19980"/>
              </a:cxn>
              <a:cxn ang="0">
                <a:pos x="connsiteX19981" y="connsiteY19981"/>
              </a:cxn>
              <a:cxn ang="0">
                <a:pos x="connsiteX19982" y="connsiteY19982"/>
              </a:cxn>
              <a:cxn ang="0">
                <a:pos x="connsiteX19983" y="connsiteY19983"/>
              </a:cxn>
              <a:cxn ang="0">
                <a:pos x="connsiteX19984" y="connsiteY19984"/>
              </a:cxn>
              <a:cxn ang="0">
                <a:pos x="connsiteX19985" y="connsiteY19985"/>
              </a:cxn>
              <a:cxn ang="0">
                <a:pos x="connsiteX19986" y="connsiteY19986"/>
              </a:cxn>
              <a:cxn ang="0">
                <a:pos x="connsiteX19987" y="connsiteY19987"/>
              </a:cxn>
              <a:cxn ang="0">
                <a:pos x="connsiteX19988" y="connsiteY19988"/>
              </a:cxn>
              <a:cxn ang="0">
                <a:pos x="connsiteX19989" y="connsiteY19989"/>
              </a:cxn>
              <a:cxn ang="0">
                <a:pos x="connsiteX19990" y="connsiteY19990"/>
              </a:cxn>
              <a:cxn ang="0">
                <a:pos x="connsiteX19991" y="connsiteY19991"/>
              </a:cxn>
              <a:cxn ang="0">
                <a:pos x="connsiteX19992" y="connsiteY19992"/>
              </a:cxn>
              <a:cxn ang="0">
                <a:pos x="connsiteX19993" y="connsiteY19993"/>
              </a:cxn>
              <a:cxn ang="0">
                <a:pos x="connsiteX19994" y="connsiteY19994"/>
              </a:cxn>
              <a:cxn ang="0">
                <a:pos x="connsiteX19995" y="connsiteY19995"/>
              </a:cxn>
              <a:cxn ang="0">
                <a:pos x="connsiteX19996" y="connsiteY19996"/>
              </a:cxn>
              <a:cxn ang="0">
                <a:pos x="connsiteX19997" y="connsiteY19997"/>
              </a:cxn>
              <a:cxn ang="0">
                <a:pos x="connsiteX19998" y="connsiteY19998"/>
              </a:cxn>
              <a:cxn ang="0">
                <a:pos x="connsiteX19999" y="connsiteY19999"/>
              </a:cxn>
              <a:cxn ang="0">
                <a:pos x="connsiteX20000" y="connsiteY20000"/>
              </a:cxn>
              <a:cxn ang="0">
                <a:pos x="connsiteX20001" y="connsiteY20001"/>
              </a:cxn>
              <a:cxn ang="0">
                <a:pos x="connsiteX20002" y="connsiteY20002"/>
              </a:cxn>
              <a:cxn ang="0">
                <a:pos x="connsiteX20003" y="connsiteY20003"/>
              </a:cxn>
              <a:cxn ang="0">
                <a:pos x="connsiteX20004" y="connsiteY20004"/>
              </a:cxn>
              <a:cxn ang="0">
                <a:pos x="connsiteX20005" y="connsiteY20005"/>
              </a:cxn>
              <a:cxn ang="0">
                <a:pos x="connsiteX20006" y="connsiteY20006"/>
              </a:cxn>
              <a:cxn ang="0">
                <a:pos x="connsiteX20007" y="connsiteY20007"/>
              </a:cxn>
              <a:cxn ang="0">
                <a:pos x="connsiteX20008" y="connsiteY20008"/>
              </a:cxn>
              <a:cxn ang="0">
                <a:pos x="connsiteX20009" y="connsiteY20009"/>
              </a:cxn>
              <a:cxn ang="0">
                <a:pos x="connsiteX20010" y="connsiteY20010"/>
              </a:cxn>
              <a:cxn ang="0">
                <a:pos x="connsiteX20011" y="connsiteY20011"/>
              </a:cxn>
              <a:cxn ang="0">
                <a:pos x="connsiteX20012" y="connsiteY20012"/>
              </a:cxn>
              <a:cxn ang="0">
                <a:pos x="connsiteX20013" y="connsiteY20013"/>
              </a:cxn>
              <a:cxn ang="0">
                <a:pos x="connsiteX20014" y="connsiteY20014"/>
              </a:cxn>
              <a:cxn ang="0">
                <a:pos x="connsiteX20015" y="connsiteY20015"/>
              </a:cxn>
              <a:cxn ang="0">
                <a:pos x="connsiteX20016" y="connsiteY20016"/>
              </a:cxn>
              <a:cxn ang="0">
                <a:pos x="connsiteX20017" y="connsiteY20017"/>
              </a:cxn>
              <a:cxn ang="0">
                <a:pos x="connsiteX20018" y="connsiteY20018"/>
              </a:cxn>
              <a:cxn ang="0">
                <a:pos x="connsiteX20019" y="connsiteY20019"/>
              </a:cxn>
              <a:cxn ang="0">
                <a:pos x="connsiteX20020" y="connsiteY20020"/>
              </a:cxn>
              <a:cxn ang="0">
                <a:pos x="connsiteX20021" y="connsiteY20021"/>
              </a:cxn>
              <a:cxn ang="0">
                <a:pos x="connsiteX20022" y="connsiteY20022"/>
              </a:cxn>
              <a:cxn ang="0">
                <a:pos x="connsiteX20023" y="connsiteY20023"/>
              </a:cxn>
              <a:cxn ang="0">
                <a:pos x="connsiteX20024" y="connsiteY20024"/>
              </a:cxn>
              <a:cxn ang="0">
                <a:pos x="connsiteX20025" y="connsiteY20025"/>
              </a:cxn>
              <a:cxn ang="0">
                <a:pos x="connsiteX20026" y="connsiteY20026"/>
              </a:cxn>
              <a:cxn ang="0">
                <a:pos x="connsiteX20027" y="connsiteY20027"/>
              </a:cxn>
              <a:cxn ang="0">
                <a:pos x="connsiteX20028" y="connsiteY20028"/>
              </a:cxn>
              <a:cxn ang="0">
                <a:pos x="connsiteX20029" y="connsiteY20029"/>
              </a:cxn>
              <a:cxn ang="0">
                <a:pos x="connsiteX20030" y="connsiteY20030"/>
              </a:cxn>
              <a:cxn ang="0">
                <a:pos x="connsiteX20031" y="connsiteY20031"/>
              </a:cxn>
              <a:cxn ang="0">
                <a:pos x="connsiteX20032" y="connsiteY20032"/>
              </a:cxn>
              <a:cxn ang="0">
                <a:pos x="connsiteX20033" y="connsiteY20033"/>
              </a:cxn>
              <a:cxn ang="0">
                <a:pos x="connsiteX20034" y="connsiteY20034"/>
              </a:cxn>
              <a:cxn ang="0">
                <a:pos x="connsiteX20035" y="connsiteY20035"/>
              </a:cxn>
              <a:cxn ang="0">
                <a:pos x="connsiteX20036" y="connsiteY20036"/>
              </a:cxn>
              <a:cxn ang="0">
                <a:pos x="connsiteX20037" y="connsiteY20037"/>
              </a:cxn>
              <a:cxn ang="0">
                <a:pos x="connsiteX20038" y="connsiteY20038"/>
              </a:cxn>
              <a:cxn ang="0">
                <a:pos x="connsiteX20039" y="connsiteY20039"/>
              </a:cxn>
              <a:cxn ang="0">
                <a:pos x="connsiteX20040" y="connsiteY20040"/>
              </a:cxn>
              <a:cxn ang="0">
                <a:pos x="connsiteX20041" y="connsiteY20041"/>
              </a:cxn>
              <a:cxn ang="0">
                <a:pos x="connsiteX20042" y="connsiteY20042"/>
              </a:cxn>
              <a:cxn ang="0">
                <a:pos x="connsiteX20043" y="connsiteY20043"/>
              </a:cxn>
              <a:cxn ang="0">
                <a:pos x="connsiteX20044" y="connsiteY20044"/>
              </a:cxn>
              <a:cxn ang="0">
                <a:pos x="connsiteX20045" y="connsiteY20045"/>
              </a:cxn>
              <a:cxn ang="0">
                <a:pos x="connsiteX20046" y="connsiteY20046"/>
              </a:cxn>
              <a:cxn ang="0">
                <a:pos x="connsiteX20047" y="connsiteY20047"/>
              </a:cxn>
              <a:cxn ang="0">
                <a:pos x="connsiteX20048" y="connsiteY20048"/>
              </a:cxn>
              <a:cxn ang="0">
                <a:pos x="connsiteX20049" y="connsiteY20049"/>
              </a:cxn>
              <a:cxn ang="0">
                <a:pos x="connsiteX20050" y="connsiteY20050"/>
              </a:cxn>
              <a:cxn ang="0">
                <a:pos x="connsiteX20051" y="connsiteY20051"/>
              </a:cxn>
              <a:cxn ang="0">
                <a:pos x="connsiteX20052" y="connsiteY20052"/>
              </a:cxn>
              <a:cxn ang="0">
                <a:pos x="connsiteX20053" y="connsiteY20053"/>
              </a:cxn>
              <a:cxn ang="0">
                <a:pos x="connsiteX20054" y="connsiteY20054"/>
              </a:cxn>
              <a:cxn ang="0">
                <a:pos x="connsiteX20055" y="connsiteY20055"/>
              </a:cxn>
              <a:cxn ang="0">
                <a:pos x="connsiteX20056" y="connsiteY20056"/>
              </a:cxn>
              <a:cxn ang="0">
                <a:pos x="connsiteX20057" y="connsiteY20057"/>
              </a:cxn>
              <a:cxn ang="0">
                <a:pos x="connsiteX20058" y="connsiteY20058"/>
              </a:cxn>
              <a:cxn ang="0">
                <a:pos x="connsiteX20059" y="connsiteY20059"/>
              </a:cxn>
              <a:cxn ang="0">
                <a:pos x="connsiteX20060" y="connsiteY20060"/>
              </a:cxn>
              <a:cxn ang="0">
                <a:pos x="connsiteX20061" y="connsiteY20061"/>
              </a:cxn>
              <a:cxn ang="0">
                <a:pos x="connsiteX20062" y="connsiteY20062"/>
              </a:cxn>
              <a:cxn ang="0">
                <a:pos x="connsiteX20063" y="connsiteY20063"/>
              </a:cxn>
              <a:cxn ang="0">
                <a:pos x="connsiteX20064" y="connsiteY20064"/>
              </a:cxn>
              <a:cxn ang="0">
                <a:pos x="connsiteX20065" y="connsiteY20065"/>
              </a:cxn>
              <a:cxn ang="0">
                <a:pos x="connsiteX20066" y="connsiteY20066"/>
              </a:cxn>
              <a:cxn ang="0">
                <a:pos x="connsiteX20067" y="connsiteY20067"/>
              </a:cxn>
              <a:cxn ang="0">
                <a:pos x="connsiteX20068" y="connsiteY20068"/>
              </a:cxn>
              <a:cxn ang="0">
                <a:pos x="connsiteX20069" y="connsiteY20069"/>
              </a:cxn>
              <a:cxn ang="0">
                <a:pos x="connsiteX20070" y="connsiteY20070"/>
              </a:cxn>
              <a:cxn ang="0">
                <a:pos x="connsiteX20071" y="connsiteY20071"/>
              </a:cxn>
              <a:cxn ang="0">
                <a:pos x="connsiteX20072" y="connsiteY20072"/>
              </a:cxn>
              <a:cxn ang="0">
                <a:pos x="connsiteX20073" y="connsiteY20073"/>
              </a:cxn>
              <a:cxn ang="0">
                <a:pos x="connsiteX20074" y="connsiteY20074"/>
              </a:cxn>
              <a:cxn ang="0">
                <a:pos x="connsiteX20075" y="connsiteY20075"/>
              </a:cxn>
              <a:cxn ang="0">
                <a:pos x="connsiteX20076" y="connsiteY20076"/>
              </a:cxn>
              <a:cxn ang="0">
                <a:pos x="connsiteX20077" y="connsiteY20077"/>
              </a:cxn>
              <a:cxn ang="0">
                <a:pos x="connsiteX20078" y="connsiteY20078"/>
              </a:cxn>
              <a:cxn ang="0">
                <a:pos x="connsiteX20079" y="connsiteY20079"/>
              </a:cxn>
              <a:cxn ang="0">
                <a:pos x="connsiteX20080" y="connsiteY20080"/>
              </a:cxn>
              <a:cxn ang="0">
                <a:pos x="connsiteX20081" y="connsiteY20081"/>
              </a:cxn>
              <a:cxn ang="0">
                <a:pos x="connsiteX20082" y="connsiteY20082"/>
              </a:cxn>
              <a:cxn ang="0">
                <a:pos x="connsiteX20083" y="connsiteY20083"/>
              </a:cxn>
              <a:cxn ang="0">
                <a:pos x="connsiteX20084" y="connsiteY20084"/>
              </a:cxn>
              <a:cxn ang="0">
                <a:pos x="connsiteX20085" y="connsiteY20085"/>
              </a:cxn>
              <a:cxn ang="0">
                <a:pos x="connsiteX20086" y="connsiteY20086"/>
              </a:cxn>
              <a:cxn ang="0">
                <a:pos x="connsiteX20087" y="connsiteY20087"/>
              </a:cxn>
              <a:cxn ang="0">
                <a:pos x="connsiteX20088" y="connsiteY20088"/>
              </a:cxn>
              <a:cxn ang="0">
                <a:pos x="connsiteX20089" y="connsiteY20089"/>
              </a:cxn>
              <a:cxn ang="0">
                <a:pos x="connsiteX20090" y="connsiteY20090"/>
              </a:cxn>
              <a:cxn ang="0">
                <a:pos x="connsiteX20091" y="connsiteY20091"/>
              </a:cxn>
              <a:cxn ang="0">
                <a:pos x="connsiteX20092" y="connsiteY20092"/>
              </a:cxn>
              <a:cxn ang="0">
                <a:pos x="connsiteX20093" y="connsiteY20093"/>
              </a:cxn>
              <a:cxn ang="0">
                <a:pos x="connsiteX20094" y="connsiteY20094"/>
              </a:cxn>
              <a:cxn ang="0">
                <a:pos x="connsiteX20095" y="connsiteY20095"/>
              </a:cxn>
              <a:cxn ang="0">
                <a:pos x="connsiteX20096" y="connsiteY20096"/>
              </a:cxn>
              <a:cxn ang="0">
                <a:pos x="connsiteX20097" y="connsiteY20097"/>
              </a:cxn>
              <a:cxn ang="0">
                <a:pos x="connsiteX20098" y="connsiteY20098"/>
              </a:cxn>
              <a:cxn ang="0">
                <a:pos x="connsiteX20099" y="connsiteY20099"/>
              </a:cxn>
              <a:cxn ang="0">
                <a:pos x="connsiteX20100" y="connsiteY20100"/>
              </a:cxn>
              <a:cxn ang="0">
                <a:pos x="connsiteX20101" y="connsiteY20101"/>
              </a:cxn>
              <a:cxn ang="0">
                <a:pos x="connsiteX20102" y="connsiteY20102"/>
              </a:cxn>
              <a:cxn ang="0">
                <a:pos x="connsiteX20103" y="connsiteY20103"/>
              </a:cxn>
              <a:cxn ang="0">
                <a:pos x="connsiteX20104" y="connsiteY20104"/>
              </a:cxn>
              <a:cxn ang="0">
                <a:pos x="connsiteX20105" y="connsiteY20105"/>
              </a:cxn>
              <a:cxn ang="0">
                <a:pos x="connsiteX20106" y="connsiteY20106"/>
              </a:cxn>
              <a:cxn ang="0">
                <a:pos x="connsiteX20107" y="connsiteY20107"/>
              </a:cxn>
              <a:cxn ang="0">
                <a:pos x="connsiteX20108" y="connsiteY20108"/>
              </a:cxn>
              <a:cxn ang="0">
                <a:pos x="connsiteX20109" y="connsiteY20109"/>
              </a:cxn>
              <a:cxn ang="0">
                <a:pos x="connsiteX20110" y="connsiteY20110"/>
              </a:cxn>
              <a:cxn ang="0">
                <a:pos x="connsiteX20111" y="connsiteY20111"/>
              </a:cxn>
              <a:cxn ang="0">
                <a:pos x="connsiteX20112" y="connsiteY20112"/>
              </a:cxn>
              <a:cxn ang="0">
                <a:pos x="connsiteX20113" y="connsiteY20113"/>
              </a:cxn>
              <a:cxn ang="0">
                <a:pos x="connsiteX20114" y="connsiteY20114"/>
              </a:cxn>
              <a:cxn ang="0">
                <a:pos x="connsiteX20115" y="connsiteY20115"/>
              </a:cxn>
              <a:cxn ang="0">
                <a:pos x="connsiteX20116" y="connsiteY20116"/>
              </a:cxn>
              <a:cxn ang="0">
                <a:pos x="connsiteX20117" y="connsiteY20117"/>
              </a:cxn>
              <a:cxn ang="0">
                <a:pos x="connsiteX20118" y="connsiteY20118"/>
              </a:cxn>
              <a:cxn ang="0">
                <a:pos x="connsiteX20119" y="connsiteY20119"/>
              </a:cxn>
              <a:cxn ang="0">
                <a:pos x="connsiteX20120" y="connsiteY20120"/>
              </a:cxn>
              <a:cxn ang="0">
                <a:pos x="connsiteX20121" y="connsiteY20121"/>
              </a:cxn>
              <a:cxn ang="0">
                <a:pos x="connsiteX20122" y="connsiteY20122"/>
              </a:cxn>
              <a:cxn ang="0">
                <a:pos x="connsiteX20123" y="connsiteY20123"/>
              </a:cxn>
              <a:cxn ang="0">
                <a:pos x="connsiteX20124" y="connsiteY20124"/>
              </a:cxn>
              <a:cxn ang="0">
                <a:pos x="connsiteX20125" y="connsiteY20125"/>
              </a:cxn>
              <a:cxn ang="0">
                <a:pos x="connsiteX20126" y="connsiteY20126"/>
              </a:cxn>
              <a:cxn ang="0">
                <a:pos x="connsiteX20127" y="connsiteY20127"/>
              </a:cxn>
              <a:cxn ang="0">
                <a:pos x="connsiteX20128" y="connsiteY20128"/>
              </a:cxn>
              <a:cxn ang="0">
                <a:pos x="connsiteX20129" y="connsiteY20129"/>
              </a:cxn>
              <a:cxn ang="0">
                <a:pos x="connsiteX20130" y="connsiteY20130"/>
              </a:cxn>
              <a:cxn ang="0">
                <a:pos x="connsiteX20131" y="connsiteY20131"/>
              </a:cxn>
              <a:cxn ang="0">
                <a:pos x="connsiteX20132" y="connsiteY20132"/>
              </a:cxn>
              <a:cxn ang="0">
                <a:pos x="connsiteX20133" y="connsiteY20133"/>
              </a:cxn>
              <a:cxn ang="0">
                <a:pos x="connsiteX20134" y="connsiteY20134"/>
              </a:cxn>
              <a:cxn ang="0">
                <a:pos x="connsiteX20135" y="connsiteY20135"/>
              </a:cxn>
              <a:cxn ang="0">
                <a:pos x="connsiteX20136" y="connsiteY20136"/>
              </a:cxn>
              <a:cxn ang="0">
                <a:pos x="connsiteX20137" y="connsiteY20137"/>
              </a:cxn>
              <a:cxn ang="0">
                <a:pos x="connsiteX20138" y="connsiteY20138"/>
              </a:cxn>
              <a:cxn ang="0">
                <a:pos x="connsiteX20139" y="connsiteY20139"/>
              </a:cxn>
              <a:cxn ang="0">
                <a:pos x="connsiteX20140" y="connsiteY20140"/>
              </a:cxn>
              <a:cxn ang="0">
                <a:pos x="connsiteX20141" y="connsiteY20141"/>
              </a:cxn>
              <a:cxn ang="0">
                <a:pos x="connsiteX20142" y="connsiteY20142"/>
              </a:cxn>
              <a:cxn ang="0">
                <a:pos x="connsiteX20143" y="connsiteY20143"/>
              </a:cxn>
              <a:cxn ang="0">
                <a:pos x="connsiteX20144" y="connsiteY20144"/>
              </a:cxn>
              <a:cxn ang="0">
                <a:pos x="connsiteX20145" y="connsiteY20145"/>
              </a:cxn>
              <a:cxn ang="0">
                <a:pos x="connsiteX20146" y="connsiteY20146"/>
              </a:cxn>
              <a:cxn ang="0">
                <a:pos x="connsiteX20147" y="connsiteY20147"/>
              </a:cxn>
              <a:cxn ang="0">
                <a:pos x="connsiteX20148" y="connsiteY20148"/>
              </a:cxn>
              <a:cxn ang="0">
                <a:pos x="connsiteX20149" y="connsiteY20149"/>
              </a:cxn>
              <a:cxn ang="0">
                <a:pos x="connsiteX20150" y="connsiteY20150"/>
              </a:cxn>
              <a:cxn ang="0">
                <a:pos x="connsiteX20151" y="connsiteY20151"/>
              </a:cxn>
              <a:cxn ang="0">
                <a:pos x="connsiteX20152" y="connsiteY20152"/>
              </a:cxn>
              <a:cxn ang="0">
                <a:pos x="connsiteX20153" y="connsiteY20153"/>
              </a:cxn>
              <a:cxn ang="0">
                <a:pos x="connsiteX20154" y="connsiteY20154"/>
              </a:cxn>
              <a:cxn ang="0">
                <a:pos x="connsiteX20155" y="connsiteY20155"/>
              </a:cxn>
              <a:cxn ang="0">
                <a:pos x="connsiteX20156" y="connsiteY20156"/>
              </a:cxn>
              <a:cxn ang="0">
                <a:pos x="connsiteX20157" y="connsiteY20157"/>
              </a:cxn>
              <a:cxn ang="0">
                <a:pos x="connsiteX20158" y="connsiteY20158"/>
              </a:cxn>
              <a:cxn ang="0">
                <a:pos x="connsiteX20159" y="connsiteY20159"/>
              </a:cxn>
              <a:cxn ang="0">
                <a:pos x="connsiteX20160" y="connsiteY20160"/>
              </a:cxn>
              <a:cxn ang="0">
                <a:pos x="connsiteX20161" y="connsiteY20161"/>
              </a:cxn>
              <a:cxn ang="0">
                <a:pos x="connsiteX20162" y="connsiteY20162"/>
              </a:cxn>
              <a:cxn ang="0">
                <a:pos x="connsiteX20163" y="connsiteY20163"/>
              </a:cxn>
              <a:cxn ang="0">
                <a:pos x="connsiteX20164" y="connsiteY20164"/>
              </a:cxn>
              <a:cxn ang="0">
                <a:pos x="connsiteX20165" y="connsiteY20165"/>
              </a:cxn>
              <a:cxn ang="0">
                <a:pos x="connsiteX20166" y="connsiteY20166"/>
              </a:cxn>
              <a:cxn ang="0">
                <a:pos x="connsiteX20167" y="connsiteY20167"/>
              </a:cxn>
              <a:cxn ang="0">
                <a:pos x="connsiteX20168" y="connsiteY20168"/>
              </a:cxn>
              <a:cxn ang="0">
                <a:pos x="connsiteX20169" y="connsiteY20169"/>
              </a:cxn>
              <a:cxn ang="0">
                <a:pos x="connsiteX20170" y="connsiteY20170"/>
              </a:cxn>
              <a:cxn ang="0">
                <a:pos x="connsiteX20171" y="connsiteY20171"/>
              </a:cxn>
              <a:cxn ang="0">
                <a:pos x="connsiteX20172" y="connsiteY20172"/>
              </a:cxn>
              <a:cxn ang="0">
                <a:pos x="connsiteX20173" y="connsiteY20173"/>
              </a:cxn>
              <a:cxn ang="0">
                <a:pos x="connsiteX20174" y="connsiteY20174"/>
              </a:cxn>
              <a:cxn ang="0">
                <a:pos x="connsiteX20175" y="connsiteY20175"/>
              </a:cxn>
              <a:cxn ang="0">
                <a:pos x="connsiteX20176" y="connsiteY20176"/>
              </a:cxn>
              <a:cxn ang="0">
                <a:pos x="connsiteX20177" y="connsiteY20177"/>
              </a:cxn>
              <a:cxn ang="0">
                <a:pos x="connsiteX20178" y="connsiteY20178"/>
              </a:cxn>
              <a:cxn ang="0">
                <a:pos x="connsiteX20179" y="connsiteY20179"/>
              </a:cxn>
              <a:cxn ang="0">
                <a:pos x="connsiteX20180" y="connsiteY20180"/>
              </a:cxn>
              <a:cxn ang="0">
                <a:pos x="connsiteX20181" y="connsiteY20181"/>
              </a:cxn>
              <a:cxn ang="0">
                <a:pos x="connsiteX20182" y="connsiteY20182"/>
              </a:cxn>
              <a:cxn ang="0">
                <a:pos x="connsiteX20183" y="connsiteY20183"/>
              </a:cxn>
              <a:cxn ang="0">
                <a:pos x="connsiteX20184" y="connsiteY20184"/>
              </a:cxn>
              <a:cxn ang="0">
                <a:pos x="connsiteX20185" y="connsiteY20185"/>
              </a:cxn>
              <a:cxn ang="0">
                <a:pos x="connsiteX20186" y="connsiteY20186"/>
              </a:cxn>
              <a:cxn ang="0">
                <a:pos x="connsiteX20187" y="connsiteY20187"/>
              </a:cxn>
              <a:cxn ang="0">
                <a:pos x="connsiteX20188" y="connsiteY20188"/>
              </a:cxn>
              <a:cxn ang="0">
                <a:pos x="connsiteX20189" y="connsiteY20189"/>
              </a:cxn>
              <a:cxn ang="0">
                <a:pos x="connsiteX20190" y="connsiteY20190"/>
              </a:cxn>
              <a:cxn ang="0">
                <a:pos x="connsiteX20191" y="connsiteY20191"/>
              </a:cxn>
              <a:cxn ang="0">
                <a:pos x="connsiteX20192" y="connsiteY20192"/>
              </a:cxn>
              <a:cxn ang="0">
                <a:pos x="connsiteX20193" y="connsiteY20193"/>
              </a:cxn>
              <a:cxn ang="0">
                <a:pos x="connsiteX20194" y="connsiteY20194"/>
              </a:cxn>
              <a:cxn ang="0">
                <a:pos x="connsiteX20195" y="connsiteY20195"/>
              </a:cxn>
              <a:cxn ang="0">
                <a:pos x="connsiteX20196" y="connsiteY20196"/>
              </a:cxn>
              <a:cxn ang="0">
                <a:pos x="connsiteX20197" y="connsiteY20197"/>
              </a:cxn>
              <a:cxn ang="0">
                <a:pos x="connsiteX20198" y="connsiteY20198"/>
              </a:cxn>
              <a:cxn ang="0">
                <a:pos x="connsiteX20199" y="connsiteY20199"/>
              </a:cxn>
              <a:cxn ang="0">
                <a:pos x="connsiteX20200" y="connsiteY20200"/>
              </a:cxn>
              <a:cxn ang="0">
                <a:pos x="connsiteX20201" y="connsiteY20201"/>
              </a:cxn>
              <a:cxn ang="0">
                <a:pos x="connsiteX20202" y="connsiteY20202"/>
              </a:cxn>
              <a:cxn ang="0">
                <a:pos x="connsiteX20203" y="connsiteY20203"/>
              </a:cxn>
              <a:cxn ang="0">
                <a:pos x="connsiteX20204" y="connsiteY20204"/>
              </a:cxn>
              <a:cxn ang="0">
                <a:pos x="connsiteX20205" y="connsiteY20205"/>
              </a:cxn>
              <a:cxn ang="0">
                <a:pos x="connsiteX20206" y="connsiteY20206"/>
              </a:cxn>
              <a:cxn ang="0">
                <a:pos x="connsiteX20207" y="connsiteY20207"/>
              </a:cxn>
              <a:cxn ang="0">
                <a:pos x="connsiteX20208" y="connsiteY20208"/>
              </a:cxn>
              <a:cxn ang="0">
                <a:pos x="connsiteX20209" y="connsiteY20209"/>
              </a:cxn>
              <a:cxn ang="0">
                <a:pos x="connsiteX20210" y="connsiteY20210"/>
              </a:cxn>
              <a:cxn ang="0">
                <a:pos x="connsiteX20211" y="connsiteY20211"/>
              </a:cxn>
              <a:cxn ang="0">
                <a:pos x="connsiteX20212" y="connsiteY20212"/>
              </a:cxn>
              <a:cxn ang="0">
                <a:pos x="connsiteX20213" y="connsiteY20213"/>
              </a:cxn>
              <a:cxn ang="0">
                <a:pos x="connsiteX20214" y="connsiteY20214"/>
              </a:cxn>
              <a:cxn ang="0">
                <a:pos x="connsiteX20215" y="connsiteY20215"/>
              </a:cxn>
              <a:cxn ang="0">
                <a:pos x="connsiteX20216" y="connsiteY20216"/>
              </a:cxn>
              <a:cxn ang="0">
                <a:pos x="connsiteX20217" y="connsiteY20217"/>
              </a:cxn>
              <a:cxn ang="0">
                <a:pos x="connsiteX20218" y="connsiteY20218"/>
              </a:cxn>
              <a:cxn ang="0">
                <a:pos x="connsiteX20219" y="connsiteY20219"/>
              </a:cxn>
              <a:cxn ang="0">
                <a:pos x="connsiteX20220" y="connsiteY20220"/>
              </a:cxn>
              <a:cxn ang="0">
                <a:pos x="connsiteX20221" y="connsiteY20221"/>
              </a:cxn>
              <a:cxn ang="0">
                <a:pos x="connsiteX20222" y="connsiteY20222"/>
              </a:cxn>
              <a:cxn ang="0">
                <a:pos x="connsiteX20223" y="connsiteY20223"/>
              </a:cxn>
              <a:cxn ang="0">
                <a:pos x="connsiteX20224" y="connsiteY20224"/>
              </a:cxn>
              <a:cxn ang="0">
                <a:pos x="connsiteX20225" y="connsiteY20225"/>
              </a:cxn>
              <a:cxn ang="0">
                <a:pos x="connsiteX20226" y="connsiteY20226"/>
              </a:cxn>
              <a:cxn ang="0">
                <a:pos x="connsiteX20227" y="connsiteY20227"/>
              </a:cxn>
              <a:cxn ang="0">
                <a:pos x="connsiteX20228" y="connsiteY20228"/>
              </a:cxn>
              <a:cxn ang="0">
                <a:pos x="connsiteX20229" y="connsiteY20229"/>
              </a:cxn>
              <a:cxn ang="0">
                <a:pos x="connsiteX20230" y="connsiteY20230"/>
              </a:cxn>
              <a:cxn ang="0">
                <a:pos x="connsiteX20231" y="connsiteY20231"/>
              </a:cxn>
              <a:cxn ang="0">
                <a:pos x="connsiteX20232" y="connsiteY20232"/>
              </a:cxn>
              <a:cxn ang="0">
                <a:pos x="connsiteX20233" y="connsiteY20233"/>
              </a:cxn>
              <a:cxn ang="0">
                <a:pos x="connsiteX20234" y="connsiteY20234"/>
              </a:cxn>
              <a:cxn ang="0">
                <a:pos x="connsiteX20235" y="connsiteY20235"/>
              </a:cxn>
              <a:cxn ang="0">
                <a:pos x="connsiteX20236" y="connsiteY20236"/>
              </a:cxn>
              <a:cxn ang="0">
                <a:pos x="connsiteX20237" y="connsiteY20237"/>
              </a:cxn>
              <a:cxn ang="0">
                <a:pos x="connsiteX20238" y="connsiteY20238"/>
              </a:cxn>
              <a:cxn ang="0">
                <a:pos x="connsiteX20239" y="connsiteY20239"/>
              </a:cxn>
              <a:cxn ang="0">
                <a:pos x="connsiteX20240" y="connsiteY20240"/>
              </a:cxn>
              <a:cxn ang="0">
                <a:pos x="connsiteX20241" y="connsiteY20241"/>
              </a:cxn>
              <a:cxn ang="0">
                <a:pos x="connsiteX20242" y="connsiteY20242"/>
              </a:cxn>
              <a:cxn ang="0">
                <a:pos x="connsiteX20243" y="connsiteY20243"/>
              </a:cxn>
              <a:cxn ang="0">
                <a:pos x="connsiteX20244" y="connsiteY20244"/>
              </a:cxn>
              <a:cxn ang="0">
                <a:pos x="connsiteX20245" y="connsiteY20245"/>
              </a:cxn>
              <a:cxn ang="0">
                <a:pos x="connsiteX20246" y="connsiteY20246"/>
              </a:cxn>
              <a:cxn ang="0">
                <a:pos x="connsiteX20247" y="connsiteY20247"/>
              </a:cxn>
              <a:cxn ang="0">
                <a:pos x="connsiteX20248" y="connsiteY20248"/>
              </a:cxn>
              <a:cxn ang="0">
                <a:pos x="connsiteX20249" y="connsiteY20249"/>
              </a:cxn>
              <a:cxn ang="0">
                <a:pos x="connsiteX20250" y="connsiteY20250"/>
              </a:cxn>
              <a:cxn ang="0">
                <a:pos x="connsiteX20251" y="connsiteY20251"/>
              </a:cxn>
              <a:cxn ang="0">
                <a:pos x="connsiteX20252" y="connsiteY20252"/>
              </a:cxn>
              <a:cxn ang="0">
                <a:pos x="connsiteX20253" y="connsiteY20253"/>
              </a:cxn>
              <a:cxn ang="0">
                <a:pos x="connsiteX20254" y="connsiteY20254"/>
              </a:cxn>
              <a:cxn ang="0">
                <a:pos x="connsiteX20255" y="connsiteY20255"/>
              </a:cxn>
              <a:cxn ang="0">
                <a:pos x="connsiteX20256" y="connsiteY20256"/>
              </a:cxn>
              <a:cxn ang="0">
                <a:pos x="connsiteX20257" y="connsiteY20257"/>
              </a:cxn>
              <a:cxn ang="0">
                <a:pos x="connsiteX20258" y="connsiteY20258"/>
              </a:cxn>
              <a:cxn ang="0">
                <a:pos x="connsiteX20259" y="connsiteY20259"/>
              </a:cxn>
              <a:cxn ang="0">
                <a:pos x="connsiteX20260" y="connsiteY20260"/>
              </a:cxn>
              <a:cxn ang="0">
                <a:pos x="connsiteX20261" y="connsiteY20261"/>
              </a:cxn>
              <a:cxn ang="0">
                <a:pos x="connsiteX20262" y="connsiteY20262"/>
              </a:cxn>
              <a:cxn ang="0">
                <a:pos x="connsiteX20263" y="connsiteY20263"/>
              </a:cxn>
              <a:cxn ang="0">
                <a:pos x="connsiteX20264" y="connsiteY20264"/>
              </a:cxn>
              <a:cxn ang="0">
                <a:pos x="connsiteX20265" y="connsiteY20265"/>
              </a:cxn>
              <a:cxn ang="0">
                <a:pos x="connsiteX20266" y="connsiteY20266"/>
              </a:cxn>
              <a:cxn ang="0">
                <a:pos x="connsiteX20267" y="connsiteY20267"/>
              </a:cxn>
              <a:cxn ang="0">
                <a:pos x="connsiteX20268" y="connsiteY20268"/>
              </a:cxn>
              <a:cxn ang="0">
                <a:pos x="connsiteX20269" y="connsiteY20269"/>
              </a:cxn>
              <a:cxn ang="0">
                <a:pos x="connsiteX20270" y="connsiteY20270"/>
              </a:cxn>
              <a:cxn ang="0">
                <a:pos x="connsiteX20271" y="connsiteY20271"/>
              </a:cxn>
              <a:cxn ang="0">
                <a:pos x="connsiteX20272" y="connsiteY20272"/>
              </a:cxn>
              <a:cxn ang="0">
                <a:pos x="connsiteX20273" y="connsiteY20273"/>
              </a:cxn>
              <a:cxn ang="0">
                <a:pos x="connsiteX20274" y="connsiteY20274"/>
              </a:cxn>
              <a:cxn ang="0">
                <a:pos x="connsiteX20275" y="connsiteY20275"/>
              </a:cxn>
              <a:cxn ang="0">
                <a:pos x="connsiteX20276" y="connsiteY20276"/>
              </a:cxn>
              <a:cxn ang="0">
                <a:pos x="connsiteX20277" y="connsiteY20277"/>
              </a:cxn>
              <a:cxn ang="0">
                <a:pos x="connsiteX20278" y="connsiteY20278"/>
              </a:cxn>
              <a:cxn ang="0">
                <a:pos x="connsiteX20279" y="connsiteY20279"/>
              </a:cxn>
              <a:cxn ang="0">
                <a:pos x="connsiteX20280" y="connsiteY20280"/>
              </a:cxn>
              <a:cxn ang="0">
                <a:pos x="connsiteX20281" y="connsiteY20281"/>
              </a:cxn>
              <a:cxn ang="0">
                <a:pos x="connsiteX20282" y="connsiteY20282"/>
              </a:cxn>
              <a:cxn ang="0">
                <a:pos x="connsiteX20283" y="connsiteY20283"/>
              </a:cxn>
              <a:cxn ang="0">
                <a:pos x="connsiteX20284" y="connsiteY20284"/>
              </a:cxn>
              <a:cxn ang="0">
                <a:pos x="connsiteX20285" y="connsiteY20285"/>
              </a:cxn>
              <a:cxn ang="0">
                <a:pos x="connsiteX20286" y="connsiteY20286"/>
              </a:cxn>
              <a:cxn ang="0">
                <a:pos x="connsiteX20287" y="connsiteY20287"/>
              </a:cxn>
              <a:cxn ang="0">
                <a:pos x="connsiteX20288" y="connsiteY20288"/>
              </a:cxn>
              <a:cxn ang="0">
                <a:pos x="connsiteX20289" y="connsiteY20289"/>
              </a:cxn>
              <a:cxn ang="0">
                <a:pos x="connsiteX20290" y="connsiteY20290"/>
              </a:cxn>
              <a:cxn ang="0">
                <a:pos x="connsiteX20291" y="connsiteY20291"/>
              </a:cxn>
              <a:cxn ang="0">
                <a:pos x="connsiteX20292" y="connsiteY20292"/>
              </a:cxn>
              <a:cxn ang="0">
                <a:pos x="connsiteX20293" y="connsiteY20293"/>
              </a:cxn>
              <a:cxn ang="0">
                <a:pos x="connsiteX20294" y="connsiteY20294"/>
              </a:cxn>
              <a:cxn ang="0">
                <a:pos x="connsiteX20295" y="connsiteY20295"/>
              </a:cxn>
              <a:cxn ang="0">
                <a:pos x="connsiteX20296" y="connsiteY20296"/>
              </a:cxn>
              <a:cxn ang="0">
                <a:pos x="connsiteX20297" y="connsiteY20297"/>
              </a:cxn>
              <a:cxn ang="0">
                <a:pos x="connsiteX20298" y="connsiteY20298"/>
              </a:cxn>
              <a:cxn ang="0">
                <a:pos x="connsiteX20299" y="connsiteY20299"/>
              </a:cxn>
              <a:cxn ang="0">
                <a:pos x="connsiteX20300" y="connsiteY20300"/>
              </a:cxn>
              <a:cxn ang="0">
                <a:pos x="connsiteX20301" y="connsiteY20301"/>
              </a:cxn>
              <a:cxn ang="0">
                <a:pos x="connsiteX20302" y="connsiteY20302"/>
              </a:cxn>
              <a:cxn ang="0">
                <a:pos x="connsiteX20303" y="connsiteY20303"/>
              </a:cxn>
              <a:cxn ang="0">
                <a:pos x="connsiteX20304" y="connsiteY20304"/>
              </a:cxn>
              <a:cxn ang="0">
                <a:pos x="connsiteX20305" y="connsiteY20305"/>
              </a:cxn>
              <a:cxn ang="0">
                <a:pos x="connsiteX20306" y="connsiteY20306"/>
              </a:cxn>
              <a:cxn ang="0">
                <a:pos x="connsiteX20307" y="connsiteY20307"/>
              </a:cxn>
              <a:cxn ang="0">
                <a:pos x="connsiteX20308" y="connsiteY20308"/>
              </a:cxn>
              <a:cxn ang="0">
                <a:pos x="connsiteX20309" y="connsiteY20309"/>
              </a:cxn>
              <a:cxn ang="0">
                <a:pos x="connsiteX20310" y="connsiteY20310"/>
              </a:cxn>
              <a:cxn ang="0">
                <a:pos x="connsiteX20311" y="connsiteY20311"/>
              </a:cxn>
              <a:cxn ang="0">
                <a:pos x="connsiteX20312" y="connsiteY20312"/>
              </a:cxn>
              <a:cxn ang="0">
                <a:pos x="connsiteX20313" y="connsiteY20313"/>
              </a:cxn>
              <a:cxn ang="0">
                <a:pos x="connsiteX20314" y="connsiteY20314"/>
              </a:cxn>
              <a:cxn ang="0">
                <a:pos x="connsiteX20315" y="connsiteY20315"/>
              </a:cxn>
              <a:cxn ang="0">
                <a:pos x="connsiteX20316" y="connsiteY20316"/>
              </a:cxn>
              <a:cxn ang="0">
                <a:pos x="connsiteX20317" y="connsiteY20317"/>
              </a:cxn>
              <a:cxn ang="0">
                <a:pos x="connsiteX20318" y="connsiteY20318"/>
              </a:cxn>
              <a:cxn ang="0">
                <a:pos x="connsiteX20319" y="connsiteY20319"/>
              </a:cxn>
              <a:cxn ang="0">
                <a:pos x="connsiteX20320" y="connsiteY20320"/>
              </a:cxn>
              <a:cxn ang="0">
                <a:pos x="connsiteX20321" y="connsiteY20321"/>
              </a:cxn>
              <a:cxn ang="0">
                <a:pos x="connsiteX20322" y="connsiteY20322"/>
              </a:cxn>
              <a:cxn ang="0">
                <a:pos x="connsiteX20323" y="connsiteY20323"/>
              </a:cxn>
              <a:cxn ang="0">
                <a:pos x="connsiteX20324" y="connsiteY20324"/>
              </a:cxn>
              <a:cxn ang="0">
                <a:pos x="connsiteX20325" y="connsiteY20325"/>
              </a:cxn>
              <a:cxn ang="0">
                <a:pos x="connsiteX20326" y="connsiteY20326"/>
              </a:cxn>
              <a:cxn ang="0">
                <a:pos x="connsiteX20327" y="connsiteY20327"/>
              </a:cxn>
              <a:cxn ang="0">
                <a:pos x="connsiteX20328" y="connsiteY20328"/>
              </a:cxn>
              <a:cxn ang="0">
                <a:pos x="connsiteX20329" y="connsiteY20329"/>
              </a:cxn>
              <a:cxn ang="0">
                <a:pos x="connsiteX20330" y="connsiteY20330"/>
              </a:cxn>
              <a:cxn ang="0">
                <a:pos x="connsiteX20331" y="connsiteY20331"/>
              </a:cxn>
              <a:cxn ang="0">
                <a:pos x="connsiteX20332" y="connsiteY20332"/>
              </a:cxn>
              <a:cxn ang="0">
                <a:pos x="connsiteX20333" y="connsiteY20333"/>
              </a:cxn>
              <a:cxn ang="0">
                <a:pos x="connsiteX20334" y="connsiteY20334"/>
              </a:cxn>
              <a:cxn ang="0">
                <a:pos x="connsiteX20335" y="connsiteY20335"/>
              </a:cxn>
              <a:cxn ang="0">
                <a:pos x="connsiteX20336" y="connsiteY20336"/>
              </a:cxn>
              <a:cxn ang="0">
                <a:pos x="connsiteX20337" y="connsiteY20337"/>
              </a:cxn>
              <a:cxn ang="0">
                <a:pos x="connsiteX20338" y="connsiteY20338"/>
              </a:cxn>
              <a:cxn ang="0">
                <a:pos x="connsiteX20339" y="connsiteY20339"/>
              </a:cxn>
              <a:cxn ang="0">
                <a:pos x="connsiteX20340" y="connsiteY20340"/>
              </a:cxn>
              <a:cxn ang="0">
                <a:pos x="connsiteX20341" y="connsiteY20341"/>
              </a:cxn>
              <a:cxn ang="0">
                <a:pos x="connsiteX20342" y="connsiteY20342"/>
              </a:cxn>
              <a:cxn ang="0">
                <a:pos x="connsiteX20343" y="connsiteY20343"/>
              </a:cxn>
              <a:cxn ang="0">
                <a:pos x="connsiteX20344" y="connsiteY20344"/>
              </a:cxn>
              <a:cxn ang="0">
                <a:pos x="connsiteX20345" y="connsiteY20345"/>
              </a:cxn>
              <a:cxn ang="0">
                <a:pos x="connsiteX20346" y="connsiteY20346"/>
              </a:cxn>
              <a:cxn ang="0">
                <a:pos x="connsiteX20347" y="connsiteY20347"/>
              </a:cxn>
              <a:cxn ang="0">
                <a:pos x="connsiteX20348" y="connsiteY20348"/>
              </a:cxn>
              <a:cxn ang="0">
                <a:pos x="connsiteX20349" y="connsiteY20349"/>
              </a:cxn>
              <a:cxn ang="0">
                <a:pos x="connsiteX20350" y="connsiteY20350"/>
              </a:cxn>
              <a:cxn ang="0">
                <a:pos x="connsiteX20351" y="connsiteY20351"/>
              </a:cxn>
              <a:cxn ang="0">
                <a:pos x="connsiteX20352" y="connsiteY20352"/>
              </a:cxn>
              <a:cxn ang="0">
                <a:pos x="connsiteX20353" y="connsiteY20353"/>
              </a:cxn>
              <a:cxn ang="0">
                <a:pos x="connsiteX20354" y="connsiteY20354"/>
              </a:cxn>
              <a:cxn ang="0">
                <a:pos x="connsiteX20355" y="connsiteY20355"/>
              </a:cxn>
              <a:cxn ang="0">
                <a:pos x="connsiteX20356" y="connsiteY20356"/>
              </a:cxn>
              <a:cxn ang="0">
                <a:pos x="connsiteX20357" y="connsiteY20357"/>
              </a:cxn>
              <a:cxn ang="0">
                <a:pos x="connsiteX20358" y="connsiteY20358"/>
              </a:cxn>
              <a:cxn ang="0">
                <a:pos x="connsiteX20359" y="connsiteY20359"/>
              </a:cxn>
              <a:cxn ang="0">
                <a:pos x="connsiteX20360" y="connsiteY20360"/>
              </a:cxn>
              <a:cxn ang="0">
                <a:pos x="connsiteX20361" y="connsiteY20361"/>
              </a:cxn>
              <a:cxn ang="0">
                <a:pos x="connsiteX20362" y="connsiteY20362"/>
              </a:cxn>
              <a:cxn ang="0">
                <a:pos x="connsiteX20363" y="connsiteY20363"/>
              </a:cxn>
              <a:cxn ang="0">
                <a:pos x="connsiteX20364" y="connsiteY20364"/>
              </a:cxn>
              <a:cxn ang="0">
                <a:pos x="connsiteX20365" y="connsiteY20365"/>
              </a:cxn>
              <a:cxn ang="0">
                <a:pos x="connsiteX20366" y="connsiteY20366"/>
              </a:cxn>
              <a:cxn ang="0">
                <a:pos x="connsiteX20367" y="connsiteY20367"/>
              </a:cxn>
              <a:cxn ang="0">
                <a:pos x="connsiteX20368" y="connsiteY20368"/>
              </a:cxn>
              <a:cxn ang="0">
                <a:pos x="connsiteX20369" y="connsiteY20369"/>
              </a:cxn>
              <a:cxn ang="0">
                <a:pos x="connsiteX20370" y="connsiteY20370"/>
              </a:cxn>
              <a:cxn ang="0">
                <a:pos x="connsiteX20371" y="connsiteY20371"/>
              </a:cxn>
              <a:cxn ang="0">
                <a:pos x="connsiteX20372" y="connsiteY20372"/>
              </a:cxn>
              <a:cxn ang="0">
                <a:pos x="connsiteX20373" y="connsiteY20373"/>
              </a:cxn>
              <a:cxn ang="0">
                <a:pos x="connsiteX20374" y="connsiteY20374"/>
              </a:cxn>
              <a:cxn ang="0">
                <a:pos x="connsiteX20375" y="connsiteY20375"/>
              </a:cxn>
              <a:cxn ang="0">
                <a:pos x="connsiteX20376" y="connsiteY20376"/>
              </a:cxn>
              <a:cxn ang="0">
                <a:pos x="connsiteX20377" y="connsiteY20377"/>
              </a:cxn>
              <a:cxn ang="0">
                <a:pos x="connsiteX20378" y="connsiteY20378"/>
              </a:cxn>
              <a:cxn ang="0">
                <a:pos x="connsiteX20379" y="connsiteY20379"/>
              </a:cxn>
              <a:cxn ang="0">
                <a:pos x="connsiteX20380" y="connsiteY20380"/>
              </a:cxn>
              <a:cxn ang="0">
                <a:pos x="connsiteX20381" y="connsiteY20381"/>
              </a:cxn>
              <a:cxn ang="0">
                <a:pos x="connsiteX20382" y="connsiteY20382"/>
              </a:cxn>
              <a:cxn ang="0">
                <a:pos x="connsiteX20383" y="connsiteY20383"/>
              </a:cxn>
              <a:cxn ang="0">
                <a:pos x="connsiteX20384" y="connsiteY20384"/>
              </a:cxn>
              <a:cxn ang="0">
                <a:pos x="connsiteX20385" y="connsiteY20385"/>
              </a:cxn>
              <a:cxn ang="0">
                <a:pos x="connsiteX20386" y="connsiteY20386"/>
              </a:cxn>
              <a:cxn ang="0">
                <a:pos x="connsiteX20387" y="connsiteY20387"/>
              </a:cxn>
              <a:cxn ang="0">
                <a:pos x="connsiteX20388" y="connsiteY20388"/>
              </a:cxn>
              <a:cxn ang="0">
                <a:pos x="connsiteX20389" y="connsiteY20389"/>
              </a:cxn>
              <a:cxn ang="0">
                <a:pos x="connsiteX20390" y="connsiteY20390"/>
              </a:cxn>
              <a:cxn ang="0">
                <a:pos x="connsiteX20391" y="connsiteY20391"/>
              </a:cxn>
              <a:cxn ang="0">
                <a:pos x="connsiteX20392" y="connsiteY20392"/>
              </a:cxn>
              <a:cxn ang="0">
                <a:pos x="connsiteX20393" y="connsiteY20393"/>
              </a:cxn>
              <a:cxn ang="0">
                <a:pos x="connsiteX20394" y="connsiteY20394"/>
              </a:cxn>
              <a:cxn ang="0">
                <a:pos x="connsiteX20395" y="connsiteY20395"/>
              </a:cxn>
              <a:cxn ang="0">
                <a:pos x="connsiteX20396" y="connsiteY20396"/>
              </a:cxn>
              <a:cxn ang="0">
                <a:pos x="connsiteX20397" y="connsiteY20397"/>
              </a:cxn>
              <a:cxn ang="0">
                <a:pos x="connsiteX20398" y="connsiteY20398"/>
              </a:cxn>
              <a:cxn ang="0">
                <a:pos x="connsiteX20399" y="connsiteY20399"/>
              </a:cxn>
              <a:cxn ang="0">
                <a:pos x="connsiteX20400" y="connsiteY20400"/>
              </a:cxn>
              <a:cxn ang="0">
                <a:pos x="connsiteX20401" y="connsiteY20401"/>
              </a:cxn>
              <a:cxn ang="0">
                <a:pos x="connsiteX20402" y="connsiteY20402"/>
              </a:cxn>
              <a:cxn ang="0">
                <a:pos x="connsiteX20403" y="connsiteY20403"/>
              </a:cxn>
              <a:cxn ang="0">
                <a:pos x="connsiteX20404" y="connsiteY20404"/>
              </a:cxn>
              <a:cxn ang="0">
                <a:pos x="connsiteX20405" y="connsiteY20405"/>
              </a:cxn>
              <a:cxn ang="0">
                <a:pos x="connsiteX20406" y="connsiteY20406"/>
              </a:cxn>
              <a:cxn ang="0">
                <a:pos x="connsiteX20407" y="connsiteY20407"/>
              </a:cxn>
              <a:cxn ang="0">
                <a:pos x="connsiteX20408" y="connsiteY20408"/>
              </a:cxn>
              <a:cxn ang="0">
                <a:pos x="connsiteX20409" y="connsiteY20409"/>
              </a:cxn>
              <a:cxn ang="0">
                <a:pos x="connsiteX20410" y="connsiteY20410"/>
              </a:cxn>
              <a:cxn ang="0">
                <a:pos x="connsiteX20411" y="connsiteY20411"/>
              </a:cxn>
              <a:cxn ang="0">
                <a:pos x="connsiteX20412" y="connsiteY20412"/>
              </a:cxn>
              <a:cxn ang="0">
                <a:pos x="connsiteX20413" y="connsiteY20413"/>
              </a:cxn>
              <a:cxn ang="0">
                <a:pos x="connsiteX20414" y="connsiteY20414"/>
              </a:cxn>
              <a:cxn ang="0">
                <a:pos x="connsiteX20415" y="connsiteY20415"/>
              </a:cxn>
              <a:cxn ang="0">
                <a:pos x="connsiteX20416" y="connsiteY20416"/>
              </a:cxn>
              <a:cxn ang="0">
                <a:pos x="connsiteX20417" y="connsiteY20417"/>
              </a:cxn>
              <a:cxn ang="0">
                <a:pos x="connsiteX20418" y="connsiteY20418"/>
              </a:cxn>
              <a:cxn ang="0">
                <a:pos x="connsiteX20419" y="connsiteY20419"/>
              </a:cxn>
              <a:cxn ang="0">
                <a:pos x="connsiteX20420" y="connsiteY20420"/>
              </a:cxn>
              <a:cxn ang="0">
                <a:pos x="connsiteX20421" y="connsiteY20421"/>
              </a:cxn>
              <a:cxn ang="0">
                <a:pos x="connsiteX20422" y="connsiteY20422"/>
              </a:cxn>
              <a:cxn ang="0">
                <a:pos x="connsiteX20423" y="connsiteY20423"/>
              </a:cxn>
              <a:cxn ang="0">
                <a:pos x="connsiteX20424" y="connsiteY20424"/>
              </a:cxn>
              <a:cxn ang="0">
                <a:pos x="connsiteX20425" y="connsiteY20425"/>
              </a:cxn>
              <a:cxn ang="0">
                <a:pos x="connsiteX20426" y="connsiteY20426"/>
              </a:cxn>
              <a:cxn ang="0">
                <a:pos x="connsiteX20427" y="connsiteY20427"/>
              </a:cxn>
              <a:cxn ang="0">
                <a:pos x="connsiteX20428" y="connsiteY20428"/>
              </a:cxn>
              <a:cxn ang="0">
                <a:pos x="connsiteX20429" y="connsiteY20429"/>
              </a:cxn>
              <a:cxn ang="0">
                <a:pos x="connsiteX20430" y="connsiteY20430"/>
              </a:cxn>
              <a:cxn ang="0">
                <a:pos x="connsiteX20431" y="connsiteY20431"/>
              </a:cxn>
              <a:cxn ang="0">
                <a:pos x="connsiteX20432" y="connsiteY20432"/>
              </a:cxn>
              <a:cxn ang="0">
                <a:pos x="connsiteX20433" y="connsiteY20433"/>
              </a:cxn>
              <a:cxn ang="0">
                <a:pos x="connsiteX20434" y="connsiteY20434"/>
              </a:cxn>
              <a:cxn ang="0">
                <a:pos x="connsiteX20435" y="connsiteY20435"/>
              </a:cxn>
              <a:cxn ang="0">
                <a:pos x="connsiteX20436" y="connsiteY20436"/>
              </a:cxn>
              <a:cxn ang="0">
                <a:pos x="connsiteX20437" y="connsiteY20437"/>
              </a:cxn>
              <a:cxn ang="0">
                <a:pos x="connsiteX20438" y="connsiteY20438"/>
              </a:cxn>
              <a:cxn ang="0">
                <a:pos x="connsiteX20439" y="connsiteY20439"/>
              </a:cxn>
              <a:cxn ang="0">
                <a:pos x="connsiteX20440" y="connsiteY20440"/>
              </a:cxn>
              <a:cxn ang="0">
                <a:pos x="connsiteX20441" y="connsiteY20441"/>
              </a:cxn>
              <a:cxn ang="0">
                <a:pos x="connsiteX20442" y="connsiteY20442"/>
              </a:cxn>
              <a:cxn ang="0">
                <a:pos x="connsiteX20443" y="connsiteY20443"/>
              </a:cxn>
              <a:cxn ang="0">
                <a:pos x="connsiteX20444" y="connsiteY20444"/>
              </a:cxn>
              <a:cxn ang="0">
                <a:pos x="connsiteX20445" y="connsiteY20445"/>
              </a:cxn>
              <a:cxn ang="0">
                <a:pos x="connsiteX20446" y="connsiteY20446"/>
              </a:cxn>
              <a:cxn ang="0">
                <a:pos x="connsiteX20447" y="connsiteY20447"/>
              </a:cxn>
              <a:cxn ang="0">
                <a:pos x="connsiteX20448" y="connsiteY20448"/>
              </a:cxn>
              <a:cxn ang="0">
                <a:pos x="connsiteX20449" y="connsiteY20449"/>
              </a:cxn>
              <a:cxn ang="0">
                <a:pos x="connsiteX20450" y="connsiteY20450"/>
              </a:cxn>
              <a:cxn ang="0">
                <a:pos x="connsiteX20451" y="connsiteY20451"/>
              </a:cxn>
              <a:cxn ang="0">
                <a:pos x="connsiteX20452" y="connsiteY20452"/>
              </a:cxn>
              <a:cxn ang="0">
                <a:pos x="connsiteX20453" y="connsiteY20453"/>
              </a:cxn>
              <a:cxn ang="0">
                <a:pos x="connsiteX20454" y="connsiteY20454"/>
              </a:cxn>
              <a:cxn ang="0">
                <a:pos x="connsiteX20455" y="connsiteY20455"/>
              </a:cxn>
              <a:cxn ang="0">
                <a:pos x="connsiteX20456" y="connsiteY20456"/>
              </a:cxn>
              <a:cxn ang="0">
                <a:pos x="connsiteX20457" y="connsiteY20457"/>
              </a:cxn>
              <a:cxn ang="0">
                <a:pos x="connsiteX20458" y="connsiteY20458"/>
              </a:cxn>
              <a:cxn ang="0">
                <a:pos x="connsiteX20459" y="connsiteY20459"/>
              </a:cxn>
              <a:cxn ang="0">
                <a:pos x="connsiteX20460" y="connsiteY20460"/>
              </a:cxn>
              <a:cxn ang="0">
                <a:pos x="connsiteX20461" y="connsiteY20461"/>
              </a:cxn>
              <a:cxn ang="0">
                <a:pos x="connsiteX20462" y="connsiteY20462"/>
              </a:cxn>
              <a:cxn ang="0">
                <a:pos x="connsiteX20463" y="connsiteY20463"/>
              </a:cxn>
              <a:cxn ang="0">
                <a:pos x="connsiteX20464" y="connsiteY20464"/>
              </a:cxn>
              <a:cxn ang="0">
                <a:pos x="connsiteX20465" y="connsiteY20465"/>
              </a:cxn>
              <a:cxn ang="0">
                <a:pos x="connsiteX20466" y="connsiteY20466"/>
              </a:cxn>
              <a:cxn ang="0">
                <a:pos x="connsiteX20467" y="connsiteY20467"/>
              </a:cxn>
              <a:cxn ang="0">
                <a:pos x="connsiteX20468" y="connsiteY20468"/>
              </a:cxn>
              <a:cxn ang="0">
                <a:pos x="connsiteX20469" y="connsiteY20469"/>
              </a:cxn>
              <a:cxn ang="0">
                <a:pos x="connsiteX20470" y="connsiteY20470"/>
              </a:cxn>
              <a:cxn ang="0">
                <a:pos x="connsiteX20471" y="connsiteY20471"/>
              </a:cxn>
              <a:cxn ang="0">
                <a:pos x="connsiteX20472" y="connsiteY20472"/>
              </a:cxn>
              <a:cxn ang="0">
                <a:pos x="connsiteX20473" y="connsiteY20473"/>
              </a:cxn>
              <a:cxn ang="0">
                <a:pos x="connsiteX20474" y="connsiteY20474"/>
              </a:cxn>
              <a:cxn ang="0">
                <a:pos x="connsiteX20475" y="connsiteY20475"/>
              </a:cxn>
              <a:cxn ang="0">
                <a:pos x="connsiteX20476" y="connsiteY20476"/>
              </a:cxn>
              <a:cxn ang="0">
                <a:pos x="connsiteX20477" y="connsiteY20477"/>
              </a:cxn>
              <a:cxn ang="0">
                <a:pos x="connsiteX20478" y="connsiteY20478"/>
              </a:cxn>
              <a:cxn ang="0">
                <a:pos x="connsiteX20479" y="connsiteY20479"/>
              </a:cxn>
              <a:cxn ang="0">
                <a:pos x="connsiteX20480" y="connsiteY20480"/>
              </a:cxn>
              <a:cxn ang="0">
                <a:pos x="connsiteX20481" y="connsiteY20481"/>
              </a:cxn>
              <a:cxn ang="0">
                <a:pos x="connsiteX20482" y="connsiteY20482"/>
              </a:cxn>
              <a:cxn ang="0">
                <a:pos x="connsiteX20483" y="connsiteY20483"/>
              </a:cxn>
              <a:cxn ang="0">
                <a:pos x="connsiteX20484" y="connsiteY20484"/>
              </a:cxn>
              <a:cxn ang="0">
                <a:pos x="connsiteX20485" y="connsiteY20485"/>
              </a:cxn>
              <a:cxn ang="0">
                <a:pos x="connsiteX20486" y="connsiteY20486"/>
              </a:cxn>
              <a:cxn ang="0">
                <a:pos x="connsiteX20487" y="connsiteY20487"/>
              </a:cxn>
              <a:cxn ang="0">
                <a:pos x="connsiteX20488" y="connsiteY20488"/>
              </a:cxn>
              <a:cxn ang="0">
                <a:pos x="connsiteX20489" y="connsiteY20489"/>
              </a:cxn>
              <a:cxn ang="0">
                <a:pos x="connsiteX20490" y="connsiteY20490"/>
              </a:cxn>
              <a:cxn ang="0">
                <a:pos x="connsiteX20491" y="connsiteY20491"/>
              </a:cxn>
              <a:cxn ang="0">
                <a:pos x="connsiteX20492" y="connsiteY20492"/>
              </a:cxn>
              <a:cxn ang="0">
                <a:pos x="connsiteX20493" y="connsiteY20493"/>
              </a:cxn>
              <a:cxn ang="0">
                <a:pos x="connsiteX20494" y="connsiteY20494"/>
              </a:cxn>
              <a:cxn ang="0">
                <a:pos x="connsiteX20495" y="connsiteY20495"/>
              </a:cxn>
              <a:cxn ang="0">
                <a:pos x="connsiteX20496" y="connsiteY20496"/>
              </a:cxn>
              <a:cxn ang="0">
                <a:pos x="connsiteX20497" y="connsiteY20497"/>
              </a:cxn>
              <a:cxn ang="0">
                <a:pos x="connsiteX20498" y="connsiteY20498"/>
              </a:cxn>
              <a:cxn ang="0">
                <a:pos x="connsiteX20499" y="connsiteY20499"/>
              </a:cxn>
              <a:cxn ang="0">
                <a:pos x="connsiteX20500" y="connsiteY20500"/>
              </a:cxn>
              <a:cxn ang="0">
                <a:pos x="connsiteX20501" y="connsiteY20501"/>
              </a:cxn>
              <a:cxn ang="0">
                <a:pos x="connsiteX20502" y="connsiteY20502"/>
              </a:cxn>
              <a:cxn ang="0">
                <a:pos x="connsiteX20503" y="connsiteY20503"/>
              </a:cxn>
              <a:cxn ang="0">
                <a:pos x="connsiteX20504" y="connsiteY20504"/>
              </a:cxn>
              <a:cxn ang="0">
                <a:pos x="connsiteX20505" y="connsiteY20505"/>
              </a:cxn>
              <a:cxn ang="0">
                <a:pos x="connsiteX20506" y="connsiteY20506"/>
              </a:cxn>
              <a:cxn ang="0">
                <a:pos x="connsiteX20507" y="connsiteY20507"/>
              </a:cxn>
              <a:cxn ang="0">
                <a:pos x="connsiteX20508" y="connsiteY20508"/>
              </a:cxn>
              <a:cxn ang="0">
                <a:pos x="connsiteX20509" y="connsiteY20509"/>
              </a:cxn>
              <a:cxn ang="0">
                <a:pos x="connsiteX20510" y="connsiteY20510"/>
              </a:cxn>
              <a:cxn ang="0">
                <a:pos x="connsiteX20511" y="connsiteY20511"/>
              </a:cxn>
              <a:cxn ang="0">
                <a:pos x="connsiteX20512" y="connsiteY20512"/>
              </a:cxn>
              <a:cxn ang="0">
                <a:pos x="connsiteX20513" y="connsiteY20513"/>
              </a:cxn>
              <a:cxn ang="0">
                <a:pos x="connsiteX20514" y="connsiteY20514"/>
              </a:cxn>
              <a:cxn ang="0">
                <a:pos x="connsiteX20515" y="connsiteY20515"/>
              </a:cxn>
              <a:cxn ang="0">
                <a:pos x="connsiteX20516" y="connsiteY20516"/>
              </a:cxn>
              <a:cxn ang="0">
                <a:pos x="connsiteX20517" y="connsiteY20517"/>
              </a:cxn>
              <a:cxn ang="0">
                <a:pos x="connsiteX20518" y="connsiteY20518"/>
              </a:cxn>
              <a:cxn ang="0">
                <a:pos x="connsiteX20519" y="connsiteY20519"/>
              </a:cxn>
              <a:cxn ang="0">
                <a:pos x="connsiteX20520" y="connsiteY20520"/>
              </a:cxn>
              <a:cxn ang="0">
                <a:pos x="connsiteX20521" y="connsiteY20521"/>
              </a:cxn>
              <a:cxn ang="0">
                <a:pos x="connsiteX20522" y="connsiteY20522"/>
              </a:cxn>
              <a:cxn ang="0">
                <a:pos x="connsiteX20523" y="connsiteY20523"/>
              </a:cxn>
              <a:cxn ang="0">
                <a:pos x="connsiteX20524" y="connsiteY20524"/>
              </a:cxn>
              <a:cxn ang="0">
                <a:pos x="connsiteX20525" y="connsiteY20525"/>
              </a:cxn>
              <a:cxn ang="0">
                <a:pos x="connsiteX20526" y="connsiteY20526"/>
              </a:cxn>
              <a:cxn ang="0">
                <a:pos x="connsiteX20527" y="connsiteY20527"/>
              </a:cxn>
              <a:cxn ang="0">
                <a:pos x="connsiteX20528" y="connsiteY20528"/>
              </a:cxn>
              <a:cxn ang="0">
                <a:pos x="connsiteX20529" y="connsiteY20529"/>
              </a:cxn>
              <a:cxn ang="0">
                <a:pos x="connsiteX20530" y="connsiteY20530"/>
              </a:cxn>
              <a:cxn ang="0">
                <a:pos x="connsiteX20531" y="connsiteY20531"/>
              </a:cxn>
              <a:cxn ang="0">
                <a:pos x="connsiteX20532" y="connsiteY20532"/>
              </a:cxn>
              <a:cxn ang="0">
                <a:pos x="connsiteX20533" y="connsiteY20533"/>
              </a:cxn>
              <a:cxn ang="0">
                <a:pos x="connsiteX20534" y="connsiteY20534"/>
              </a:cxn>
              <a:cxn ang="0">
                <a:pos x="connsiteX20535" y="connsiteY20535"/>
              </a:cxn>
              <a:cxn ang="0">
                <a:pos x="connsiteX20536" y="connsiteY20536"/>
              </a:cxn>
              <a:cxn ang="0">
                <a:pos x="connsiteX20537" y="connsiteY20537"/>
              </a:cxn>
              <a:cxn ang="0">
                <a:pos x="connsiteX20538" y="connsiteY20538"/>
              </a:cxn>
              <a:cxn ang="0">
                <a:pos x="connsiteX20539" y="connsiteY20539"/>
              </a:cxn>
              <a:cxn ang="0">
                <a:pos x="connsiteX20540" y="connsiteY20540"/>
              </a:cxn>
              <a:cxn ang="0">
                <a:pos x="connsiteX20541" y="connsiteY20541"/>
              </a:cxn>
              <a:cxn ang="0">
                <a:pos x="connsiteX20542" y="connsiteY20542"/>
              </a:cxn>
              <a:cxn ang="0">
                <a:pos x="connsiteX20543" y="connsiteY20543"/>
              </a:cxn>
              <a:cxn ang="0">
                <a:pos x="connsiteX20544" y="connsiteY20544"/>
              </a:cxn>
              <a:cxn ang="0">
                <a:pos x="connsiteX20545" y="connsiteY20545"/>
              </a:cxn>
              <a:cxn ang="0">
                <a:pos x="connsiteX20546" y="connsiteY20546"/>
              </a:cxn>
              <a:cxn ang="0">
                <a:pos x="connsiteX20547" y="connsiteY20547"/>
              </a:cxn>
              <a:cxn ang="0">
                <a:pos x="connsiteX20548" y="connsiteY20548"/>
              </a:cxn>
              <a:cxn ang="0">
                <a:pos x="connsiteX20549" y="connsiteY20549"/>
              </a:cxn>
              <a:cxn ang="0">
                <a:pos x="connsiteX20550" y="connsiteY20550"/>
              </a:cxn>
              <a:cxn ang="0">
                <a:pos x="connsiteX20551" y="connsiteY20551"/>
              </a:cxn>
              <a:cxn ang="0">
                <a:pos x="connsiteX20552" y="connsiteY20552"/>
              </a:cxn>
              <a:cxn ang="0">
                <a:pos x="connsiteX20553" y="connsiteY20553"/>
              </a:cxn>
              <a:cxn ang="0">
                <a:pos x="connsiteX20554" y="connsiteY20554"/>
              </a:cxn>
              <a:cxn ang="0">
                <a:pos x="connsiteX20555" y="connsiteY20555"/>
              </a:cxn>
              <a:cxn ang="0">
                <a:pos x="connsiteX20556" y="connsiteY20556"/>
              </a:cxn>
              <a:cxn ang="0">
                <a:pos x="connsiteX20557" y="connsiteY20557"/>
              </a:cxn>
              <a:cxn ang="0">
                <a:pos x="connsiteX20558" y="connsiteY20558"/>
              </a:cxn>
              <a:cxn ang="0">
                <a:pos x="connsiteX20559" y="connsiteY20559"/>
              </a:cxn>
              <a:cxn ang="0">
                <a:pos x="connsiteX20560" y="connsiteY20560"/>
              </a:cxn>
              <a:cxn ang="0">
                <a:pos x="connsiteX20561" y="connsiteY20561"/>
              </a:cxn>
              <a:cxn ang="0">
                <a:pos x="connsiteX20562" y="connsiteY20562"/>
              </a:cxn>
              <a:cxn ang="0">
                <a:pos x="connsiteX20563" y="connsiteY20563"/>
              </a:cxn>
              <a:cxn ang="0">
                <a:pos x="connsiteX20564" y="connsiteY20564"/>
              </a:cxn>
              <a:cxn ang="0">
                <a:pos x="connsiteX20565" y="connsiteY20565"/>
              </a:cxn>
              <a:cxn ang="0">
                <a:pos x="connsiteX20566" y="connsiteY20566"/>
              </a:cxn>
              <a:cxn ang="0">
                <a:pos x="connsiteX20567" y="connsiteY20567"/>
              </a:cxn>
              <a:cxn ang="0">
                <a:pos x="connsiteX20568" y="connsiteY20568"/>
              </a:cxn>
              <a:cxn ang="0">
                <a:pos x="connsiteX20569" y="connsiteY20569"/>
              </a:cxn>
              <a:cxn ang="0">
                <a:pos x="connsiteX20570" y="connsiteY20570"/>
              </a:cxn>
              <a:cxn ang="0">
                <a:pos x="connsiteX20571" y="connsiteY20571"/>
              </a:cxn>
              <a:cxn ang="0">
                <a:pos x="connsiteX20572" y="connsiteY20572"/>
              </a:cxn>
              <a:cxn ang="0">
                <a:pos x="connsiteX20573" y="connsiteY20573"/>
              </a:cxn>
              <a:cxn ang="0">
                <a:pos x="connsiteX20574" y="connsiteY20574"/>
              </a:cxn>
              <a:cxn ang="0">
                <a:pos x="connsiteX20575" y="connsiteY20575"/>
              </a:cxn>
              <a:cxn ang="0">
                <a:pos x="connsiteX20576" y="connsiteY20576"/>
              </a:cxn>
              <a:cxn ang="0">
                <a:pos x="connsiteX20577" y="connsiteY20577"/>
              </a:cxn>
              <a:cxn ang="0">
                <a:pos x="connsiteX20578" y="connsiteY20578"/>
              </a:cxn>
              <a:cxn ang="0">
                <a:pos x="connsiteX20579" y="connsiteY20579"/>
              </a:cxn>
              <a:cxn ang="0">
                <a:pos x="connsiteX20580" y="connsiteY20580"/>
              </a:cxn>
              <a:cxn ang="0">
                <a:pos x="connsiteX20581" y="connsiteY20581"/>
              </a:cxn>
              <a:cxn ang="0">
                <a:pos x="connsiteX20582" y="connsiteY20582"/>
              </a:cxn>
              <a:cxn ang="0">
                <a:pos x="connsiteX20583" y="connsiteY20583"/>
              </a:cxn>
              <a:cxn ang="0">
                <a:pos x="connsiteX20584" y="connsiteY20584"/>
              </a:cxn>
              <a:cxn ang="0">
                <a:pos x="connsiteX20585" y="connsiteY20585"/>
              </a:cxn>
              <a:cxn ang="0">
                <a:pos x="connsiteX20586" y="connsiteY20586"/>
              </a:cxn>
              <a:cxn ang="0">
                <a:pos x="connsiteX20587" y="connsiteY20587"/>
              </a:cxn>
              <a:cxn ang="0">
                <a:pos x="connsiteX20588" y="connsiteY20588"/>
              </a:cxn>
              <a:cxn ang="0">
                <a:pos x="connsiteX20589" y="connsiteY20589"/>
              </a:cxn>
              <a:cxn ang="0">
                <a:pos x="connsiteX20590" y="connsiteY20590"/>
              </a:cxn>
              <a:cxn ang="0">
                <a:pos x="connsiteX20591" y="connsiteY20591"/>
              </a:cxn>
              <a:cxn ang="0">
                <a:pos x="connsiteX20592" y="connsiteY20592"/>
              </a:cxn>
              <a:cxn ang="0">
                <a:pos x="connsiteX20593" y="connsiteY20593"/>
              </a:cxn>
              <a:cxn ang="0">
                <a:pos x="connsiteX20594" y="connsiteY20594"/>
              </a:cxn>
              <a:cxn ang="0">
                <a:pos x="connsiteX20595" y="connsiteY20595"/>
              </a:cxn>
              <a:cxn ang="0">
                <a:pos x="connsiteX20596" y="connsiteY20596"/>
              </a:cxn>
              <a:cxn ang="0">
                <a:pos x="connsiteX20597" y="connsiteY20597"/>
              </a:cxn>
              <a:cxn ang="0">
                <a:pos x="connsiteX20598" y="connsiteY20598"/>
              </a:cxn>
              <a:cxn ang="0">
                <a:pos x="connsiteX20599" y="connsiteY20599"/>
              </a:cxn>
              <a:cxn ang="0">
                <a:pos x="connsiteX20600" y="connsiteY20600"/>
              </a:cxn>
              <a:cxn ang="0">
                <a:pos x="connsiteX20601" y="connsiteY20601"/>
              </a:cxn>
              <a:cxn ang="0">
                <a:pos x="connsiteX20602" y="connsiteY20602"/>
              </a:cxn>
              <a:cxn ang="0">
                <a:pos x="connsiteX20603" y="connsiteY20603"/>
              </a:cxn>
              <a:cxn ang="0">
                <a:pos x="connsiteX20604" y="connsiteY20604"/>
              </a:cxn>
              <a:cxn ang="0">
                <a:pos x="connsiteX20605" y="connsiteY20605"/>
              </a:cxn>
              <a:cxn ang="0">
                <a:pos x="connsiteX20606" y="connsiteY20606"/>
              </a:cxn>
              <a:cxn ang="0">
                <a:pos x="connsiteX20607" y="connsiteY20607"/>
              </a:cxn>
              <a:cxn ang="0">
                <a:pos x="connsiteX20608" y="connsiteY20608"/>
              </a:cxn>
              <a:cxn ang="0">
                <a:pos x="connsiteX20609" y="connsiteY20609"/>
              </a:cxn>
              <a:cxn ang="0">
                <a:pos x="connsiteX20610" y="connsiteY20610"/>
              </a:cxn>
              <a:cxn ang="0">
                <a:pos x="connsiteX20611" y="connsiteY20611"/>
              </a:cxn>
              <a:cxn ang="0">
                <a:pos x="connsiteX20612" y="connsiteY20612"/>
              </a:cxn>
              <a:cxn ang="0">
                <a:pos x="connsiteX20613" y="connsiteY20613"/>
              </a:cxn>
              <a:cxn ang="0">
                <a:pos x="connsiteX20614" y="connsiteY20614"/>
              </a:cxn>
              <a:cxn ang="0">
                <a:pos x="connsiteX20615" y="connsiteY20615"/>
              </a:cxn>
              <a:cxn ang="0">
                <a:pos x="connsiteX20616" y="connsiteY20616"/>
              </a:cxn>
              <a:cxn ang="0">
                <a:pos x="connsiteX20617" y="connsiteY20617"/>
              </a:cxn>
              <a:cxn ang="0">
                <a:pos x="connsiteX20618" y="connsiteY20618"/>
              </a:cxn>
              <a:cxn ang="0">
                <a:pos x="connsiteX20619" y="connsiteY20619"/>
              </a:cxn>
              <a:cxn ang="0">
                <a:pos x="connsiteX20620" y="connsiteY20620"/>
              </a:cxn>
              <a:cxn ang="0">
                <a:pos x="connsiteX20621" y="connsiteY20621"/>
              </a:cxn>
              <a:cxn ang="0">
                <a:pos x="connsiteX20622" y="connsiteY20622"/>
              </a:cxn>
              <a:cxn ang="0">
                <a:pos x="connsiteX20623" y="connsiteY20623"/>
              </a:cxn>
              <a:cxn ang="0">
                <a:pos x="connsiteX20624" y="connsiteY20624"/>
              </a:cxn>
              <a:cxn ang="0">
                <a:pos x="connsiteX20625" y="connsiteY20625"/>
              </a:cxn>
              <a:cxn ang="0">
                <a:pos x="connsiteX20626" y="connsiteY20626"/>
              </a:cxn>
              <a:cxn ang="0">
                <a:pos x="connsiteX20627" y="connsiteY20627"/>
              </a:cxn>
              <a:cxn ang="0">
                <a:pos x="connsiteX20628" y="connsiteY20628"/>
              </a:cxn>
              <a:cxn ang="0">
                <a:pos x="connsiteX20629" y="connsiteY20629"/>
              </a:cxn>
              <a:cxn ang="0">
                <a:pos x="connsiteX20630" y="connsiteY20630"/>
              </a:cxn>
              <a:cxn ang="0">
                <a:pos x="connsiteX20631" y="connsiteY20631"/>
              </a:cxn>
              <a:cxn ang="0">
                <a:pos x="connsiteX20632" y="connsiteY20632"/>
              </a:cxn>
              <a:cxn ang="0">
                <a:pos x="connsiteX20633" y="connsiteY20633"/>
              </a:cxn>
              <a:cxn ang="0">
                <a:pos x="connsiteX20634" y="connsiteY20634"/>
              </a:cxn>
              <a:cxn ang="0">
                <a:pos x="connsiteX20635" y="connsiteY20635"/>
              </a:cxn>
              <a:cxn ang="0">
                <a:pos x="connsiteX20636" y="connsiteY20636"/>
              </a:cxn>
              <a:cxn ang="0">
                <a:pos x="connsiteX20637" y="connsiteY20637"/>
              </a:cxn>
              <a:cxn ang="0">
                <a:pos x="connsiteX20638" y="connsiteY20638"/>
              </a:cxn>
              <a:cxn ang="0">
                <a:pos x="connsiteX20639" y="connsiteY20639"/>
              </a:cxn>
              <a:cxn ang="0">
                <a:pos x="connsiteX20640" y="connsiteY20640"/>
              </a:cxn>
              <a:cxn ang="0">
                <a:pos x="connsiteX20641" y="connsiteY20641"/>
              </a:cxn>
              <a:cxn ang="0">
                <a:pos x="connsiteX20642" y="connsiteY20642"/>
              </a:cxn>
              <a:cxn ang="0">
                <a:pos x="connsiteX20643" y="connsiteY20643"/>
              </a:cxn>
              <a:cxn ang="0">
                <a:pos x="connsiteX20644" y="connsiteY20644"/>
              </a:cxn>
              <a:cxn ang="0">
                <a:pos x="connsiteX20645" y="connsiteY20645"/>
              </a:cxn>
              <a:cxn ang="0">
                <a:pos x="connsiteX20646" y="connsiteY20646"/>
              </a:cxn>
              <a:cxn ang="0">
                <a:pos x="connsiteX20647" y="connsiteY20647"/>
              </a:cxn>
              <a:cxn ang="0">
                <a:pos x="connsiteX20648" y="connsiteY20648"/>
              </a:cxn>
              <a:cxn ang="0">
                <a:pos x="connsiteX20649" y="connsiteY20649"/>
              </a:cxn>
              <a:cxn ang="0">
                <a:pos x="connsiteX20650" y="connsiteY20650"/>
              </a:cxn>
              <a:cxn ang="0">
                <a:pos x="connsiteX20651" y="connsiteY20651"/>
              </a:cxn>
              <a:cxn ang="0">
                <a:pos x="connsiteX20652" y="connsiteY20652"/>
              </a:cxn>
              <a:cxn ang="0">
                <a:pos x="connsiteX20653" y="connsiteY20653"/>
              </a:cxn>
              <a:cxn ang="0">
                <a:pos x="connsiteX20654" y="connsiteY20654"/>
              </a:cxn>
              <a:cxn ang="0">
                <a:pos x="connsiteX20655" y="connsiteY20655"/>
              </a:cxn>
              <a:cxn ang="0">
                <a:pos x="connsiteX20656" y="connsiteY20656"/>
              </a:cxn>
              <a:cxn ang="0">
                <a:pos x="connsiteX20657" y="connsiteY20657"/>
              </a:cxn>
              <a:cxn ang="0">
                <a:pos x="connsiteX20658" y="connsiteY20658"/>
              </a:cxn>
              <a:cxn ang="0">
                <a:pos x="connsiteX20659" y="connsiteY20659"/>
              </a:cxn>
              <a:cxn ang="0">
                <a:pos x="connsiteX20660" y="connsiteY20660"/>
              </a:cxn>
              <a:cxn ang="0">
                <a:pos x="connsiteX20661" y="connsiteY20661"/>
              </a:cxn>
              <a:cxn ang="0">
                <a:pos x="connsiteX20662" y="connsiteY20662"/>
              </a:cxn>
              <a:cxn ang="0">
                <a:pos x="connsiteX20663" y="connsiteY20663"/>
              </a:cxn>
              <a:cxn ang="0">
                <a:pos x="connsiteX20664" y="connsiteY20664"/>
              </a:cxn>
              <a:cxn ang="0">
                <a:pos x="connsiteX20665" y="connsiteY20665"/>
              </a:cxn>
              <a:cxn ang="0">
                <a:pos x="connsiteX20666" y="connsiteY20666"/>
              </a:cxn>
              <a:cxn ang="0">
                <a:pos x="connsiteX20667" y="connsiteY20667"/>
              </a:cxn>
              <a:cxn ang="0">
                <a:pos x="connsiteX20668" y="connsiteY20668"/>
              </a:cxn>
              <a:cxn ang="0">
                <a:pos x="connsiteX20669" y="connsiteY20669"/>
              </a:cxn>
              <a:cxn ang="0">
                <a:pos x="connsiteX20670" y="connsiteY20670"/>
              </a:cxn>
              <a:cxn ang="0">
                <a:pos x="connsiteX20671" y="connsiteY20671"/>
              </a:cxn>
              <a:cxn ang="0">
                <a:pos x="connsiteX20672" y="connsiteY20672"/>
              </a:cxn>
              <a:cxn ang="0">
                <a:pos x="connsiteX20673" y="connsiteY20673"/>
              </a:cxn>
              <a:cxn ang="0">
                <a:pos x="connsiteX20674" y="connsiteY20674"/>
              </a:cxn>
              <a:cxn ang="0">
                <a:pos x="connsiteX20675" y="connsiteY20675"/>
              </a:cxn>
              <a:cxn ang="0">
                <a:pos x="connsiteX20676" y="connsiteY20676"/>
              </a:cxn>
              <a:cxn ang="0">
                <a:pos x="connsiteX20677" y="connsiteY20677"/>
              </a:cxn>
              <a:cxn ang="0">
                <a:pos x="connsiteX20678" y="connsiteY20678"/>
              </a:cxn>
              <a:cxn ang="0">
                <a:pos x="connsiteX20679" y="connsiteY20679"/>
              </a:cxn>
              <a:cxn ang="0">
                <a:pos x="connsiteX20680" y="connsiteY20680"/>
              </a:cxn>
              <a:cxn ang="0">
                <a:pos x="connsiteX20681" y="connsiteY20681"/>
              </a:cxn>
              <a:cxn ang="0">
                <a:pos x="connsiteX20682" y="connsiteY20682"/>
              </a:cxn>
              <a:cxn ang="0">
                <a:pos x="connsiteX20683" y="connsiteY20683"/>
              </a:cxn>
              <a:cxn ang="0">
                <a:pos x="connsiteX20684" y="connsiteY20684"/>
              </a:cxn>
              <a:cxn ang="0">
                <a:pos x="connsiteX20685" y="connsiteY20685"/>
              </a:cxn>
              <a:cxn ang="0">
                <a:pos x="connsiteX20686" y="connsiteY20686"/>
              </a:cxn>
              <a:cxn ang="0">
                <a:pos x="connsiteX20687" y="connsiteY20687"/>
              </a:cxn>
              <a:cxn ang="0">
                <a:pos x="connsiteX20688" y="connsiteY20688"/>
              </a:cxn>
              <a:cxn ang="0">
                <a:pos x="connsiteX20689" y="connsiteY20689"/>
              </a:cxn>
              <a:cxn ang="0">
                <a:pos x="connsiteX20690" y="connsiteY20690"/>
              </a:cxn>
              <a:cxn ang="0">
                <a:pos x="connsiteX20691" y="connsiteY20691"/>
              </a:cxn>
              <a:cxn ang="0">
                <a:pos x="connsiteX20692" y="connsiteY20692"/>
              </a:cxn>
              <a:cxn ang="0">
                <a:pos x="connsiteX20693" y="connsiteY20693"/>
              </a:cxn>
              <a:cxn ang="0">
                <a:pos x="connsiteX20694" y="connsiteY20694"/>
              </a:cxn>
              <a:cxn ang="0">
                <a:pos x="connsiteX20695" y="connsiteY20695"/>
              </a:cxn>
              <a:cxn ang="0">
                <a:pos x="connsiteX20696" y="connsiteY20696"/>
              </a:cxn>
              <a:cxn ang="0">
                <a:pos x="connsiteX20697" y="connsiteY20697"/>
              </a:cxn>
              <a:cxn ang="0">
                <a:pos x="connsiteX20698" y="connsiteY20698"/>
              </a:cxn>
              <a:cxn ang="0">
                <a:pos x="connsiteX20699" y="connsiteY20699"/>
              </a:cxn>
              <a:cxn ang="0">
                <a:pos x="connsiteX20700" y="connsiteY20700"/>
              </a:cxn>
              <a:cxn ang="0">
                <a:pos x="connsiteX20701" y="connsiteY20701"/>
              </a:cxn>
              <a:cxn ang="0">
                <a:pos x="connsiteX20702" y="connsiteY20702"/>
              </a:cxn>
              <a:cxn ang="0">
                <a:pos x="connsiteX20703" y="connsiteY20703"/>
              </a:cxn>
              <a:cxn ang="0">
                <a:pos x="connsiteX20704" y="connsiteY20704"/>
              </a:cxn>
              <a:cxn ang="0">
                <a:pos x="connsiteX20705" y="connsiteY20705"/>
              </a:cxn>
              <a:cxn ang="0">
                <a:pos x="connsiteX20706" y="connsiteY20706"/>
              </a:cxn>
              <a:cxn ang="0">
                <a:pos x="connsiteX20707" y="connsiteY20707"/>
              </a:cxn>
              <a:cxn ang="0">
                <a:pos x="connsiteX20708" y="connsiteY20708"/>
              </a:cxn>
              <a:cxn ang="0">
                <a:pos x="connsiteX20709" y="connsiteY20709"/>
              </a:cxn>
              <a:cxn ang="0">
                <a:pos x="connsiteX20710" y="connsiteY20710"/>
              </a:cxn>
              <a:cxn ang="0">
                <a:pos x="connsiteX20711" y="connsiteY20711"/>
              </a:cxn>
              <a:cxn ang="0">
                <a:pos x="connsiteX20712" y="connsiteY20712"/>
              </a:cxn>
              <a:cxn ang="0">
                <a:pos x="connsiteX20713" y="connsiteY20713"/>
              </a:cxn>
              <a:cxn ang="0">
                <a:pos x="connsiteX20714" y="connsiteY20714"/>
              </a:cxn>
              <a:cxn ang="0">
                <a:pos x="connsiteX20715" y="connsiteY20715"/>
              </a:cxn>
              <a:cxn ang="0">
                <a:pos x="connsiteX20716" y="connsiteY20716"/>
              </a:cxn>
              <a:cxn ang="0">
                <a:pos x="connsiteX20717" y="connsiteY20717"/>
              </a:cxn>
              <a:cxn ang="0">
                <a:pos x="connsiteX20718" y="connsiteY20718"/>
              </a:cxn>
              <a:cxn ang="0">
                <a:pos x="connsiteX20719" y="connsiteY20719"/>
              </a:cxn>
              <a:cxn ang="0">
                <a:pos x="connsiteX20720" y="connsiteY20720"/>
              </a:cxn>
              <a:cxn ang="0">
                <a:pos x="connsiteX20721" y="connsiteY20721"/>
              </a:cxn>
              <a:cxn ang="0">
                <a:pos x="connsiteX20722" y="connsiteY20722"/>
              </a:cxn>
              <a:cxn ang="0">
                <a:pos x="connsiteX20723" y="connsiteY20723"/>
              </a:cxn>
              <a:cxn ang="0">
                <a:pos x="connsiteX20724" y="connsiteY20724"/>
              </a:cxn>
              <a:cxn ang="0">
                <a:pos x="connsiteX20725" y="connsiteY20725"/>
              </a:cxn>
              <a:cxn ang="0">
                <a:pos x="connsiteX20726" y="connsiteY20726"/>
              </a:cxn>
              <a:cxn ang="0">
                <a:pos x="connsiteX20727" y="connsiteY20727"/>
              </a:cxn>
              <a:cxn ang="0">
                <a:pos x="connsiteX20728" y="connsiteY20728"/>
              </a:cxn>
              <a:cxn ang="0">
                <a:pos x="connsiteX20729" y="connsiteY20729"/>
              </a:cxn>
              <a:cxn ang="0">
                <a:pos x="connsiteX20730" y="connsiteY20730"/>
              </a:cxn>
              <a:cxn ang="0">
                <a:pos x="connsiteX20731" y="connsiteY20731"/>
              </a:cxn>
              <a:cxn ang="0">
                <a:pos x="connsiteX20732" y="connsiteY20732"/>
              </a:cxn>
              <a:cxn ang="0">
                <a:pos x="connsiteX20733" y="connsiteY20733"/>
              </a:cxn>
              <a:cxn ang="0">
                <a:pos x="connsiteX20734" y="connsiteY20734"/>
              </a:cxn>
              <a:cxn ang="0">
                <a:pos x="connsiteX20735" y="connsiteY20735"/>
              </a:cxn>
              <a:cxn ang="0">
                <a:pos x="connsiteX20736" y="connsiteY20736"/>
              </a:cxn>
              <a:cxn ang="0">
                <a:pos x="connsiteX20737" y="connsiteY20737"/>
              </a:cxn>
              <a:cxn ang="0">
                <a:pos x="connsiteX20738" y="connsiteY20738"/>
              </a:cxn>
              <a:cxn ang="0">
                <a:pos x="connsiteX20739" y="connsiteY20739"/>
              </a:cxn>
              <a:cxn ang="0">
                <a:pos x="connsiteX20740" y="connsiteY20740"/>
              </a:cxn>
              <a:cxn ang="0">
                <a:pos x="connsiteX20741" y="connsiteY20741"/>
              </a:cxn>
              <a:cxn ang="0">
                <a:pos x="connsiteX20742" y="connsiteY20742"/>
              </a:cxn>
              <a:cxn ang="0">
                <a:pos x="connsiteX20743" y="connsiteY20743"/>
              </a:cxn>
              <a:cxn ang="0">
                <a:pos x="connsiteX20744" y="connsiteY20744"/>
              </a:cxn>
              <a:cxn ang="0">
                <a:pos x="connsiteX20745" y="connsiteY20745"/>
              </a:cxn>
              <a:cxn ang="0">
                <a:pos x="connsiteX20746" y="connsiteY20746"/>
              </a:cxn>
              <a:cxn ang="0">
                <a:pos x="connsiteX20747" y="connsiteY20747"/>
              </a:cxn>
              <a:cxn ang="0">
                <a:pos x="connsiteX20748" y="connsiteY20748"/>
              </a:cxn>
              <a:cxn ang="0">
                <a:pos x="connsiteX20749" y="connsiteY20749"/>
              </a:cxn>
              <a:cxn ang="0">
                <a:pos x="connsiteX20750" y="connsiteY20750"/>
              </a:cxn>
              <a:cxn ang="0">
                <a:pos x="connsiteX20751" y="connsiteY20751"/>
              </a:cxn>
              <a:cxn ang="0">
                <a:pos x="connsiteX20752" y="connsiteY20752"/>
              </a:cxn>
              <a:cxn ang="0">
                <a:pos x="connsiteX20753" y="connsiteY20753"/>
              </a:cxn>
              <a:cxn ang="0">
                <a:pos x="connsiteX20754" y="connsiteY20754"/>
              </a:cxn>
              <a:cxn ang="0">
                <a:pos x="connsiteX20755" y="connsiteY20755"/>
              </a:cxn>
              <a:cxn ang="0">
                <a:pos x="connsiteX20756" y="connsiteY20756"/>
              </a:cxn>
              <a:cxn ang="0">
                <a:pos x="connsiteX20757" y="connsiteY20757"/>
              </a:cxn>
              <a:cxn ang="0">
                <a:pos x="connsiteX20758" y="connsiteY20758"/>
              </a:cxn>
              <a:cxn ang="0">
                <a:pos x="connsiteX20759" y="connsiteY20759"/>
              </a:cxn>
              <a:cxn ang="0">
                <a:pos x="connsiteX20760" y="connsiteY20760"/>
              </a:cxn>
              <a:cxn ang="0">
                <a:pos x="connsiteX20761" y="connsiteY20761"/>
              </a:cxn>
              <a:cxn ang="0">
                <a:pos x="connsiteX20762" y="connsiteY20762"/>
              </a:cxn>
              <a:cxn ang="0">
                <a:pos x="connsiteX20763" y="connsiteY20763"/>
              </a:cxn>
              <a:cxn ang="0">
                <a:pos x="connsiteX20764" y="connsiteY20764"/>
              </a:cxn>
              <a:cxn ang="0">
                <a:pos x="connsiteX20765" y="connsiteY20765"/>
              </a:cxn>
              <a:cxn ang="0">
                <a:pos x="connsiteX20766" y="connsiteY20766"/>
              </a:cxn>
              <a:cxn ang="0">
                <a:pos x="connsiteX20767" y="connsiteY20767"/>
              </a:cxn>
              <a:cxn ang="0">
                <a:pos x="connsiteX20768" y="connsiteY20768"/>
              </a:cxn>
              <a:cxn ang="0">
                <a:pos x="connsiteX20769" y="connsiteY20769"/>
              </a:cxn>
              <a:cxn ang="0">
                <a:pos x="connsiteX20770" y="connsiteY20770"/>
              </a:cxn>
              <a:cxn ang="0">
                <a:pos x="connsiteX20771" y="connsiteY20771"/>
              </a:cxn>
              <a:cxn ang="0">
                <a:pos x="connsiteX20772" y="connsiteY20772"/>
              </a:cxn>
              <a:cxn ang="0">
                <a:pos x="connsiteX20773" y="connsiteY20773"/>
              </a:cxn>
              <a:cxn ang="0">
                <a:pos x="connsiteX20774" y="connsiteY20774"/>
              </a:cxn>
              <a:cxn ang="0">
                <a:pos x="connsiteX20775" y="connsiteY20775"/>
              </a:cxn>
              <a:cxn ang="0">
                <a:pos x="connsiteX20776" y="connsiteY20776"/>
              </a:cxn>
              <a:cxn ang="0">
                <a:pos x="connsiteX20777" y="connsiteY20777"/>
              </a:cxn>
              <a:cxn ang="0">
                <a:pos x="connsiteX20778" y="connsiteY20778"/>
              </a:cxn>
              <a:cxn ang="0">
                <a:pos x="connsiteX20779" y="connsiteY20779"/>
              </a:cxn>
              <a:cxn ang="0">
                <a:pos x="connsiteX20780" y="connsiteY20780"/>
              </a:cxn>
              <a:cxn ang="0">
                <a:pos x="connsiteX20781" y="connsiteY20781"/>
              </a:cxn>
              <a:cxn ang="0">
                <a:pos x="connsiteX20782" y="connsiteY20782"/>
              </a:cxn>
              <a:cxn ang="0">
                <a:pos x="connsiteX20783" y="connsiteY20783"/>
              </a:cxn>
              <a:cxn ang="0">
                <a:pos x="connsiteX20784" y="connsiteY20784"/>
              </a:cxn>
              <a:cxn ang="0">
                <a:pos x="connsiteX20785" y="connsiteY20785"/>
              </a:cxn>
              <a:cxn ang="0">
                <a:pos x="connsiteX20786" y="connsiteY20786"/>
              </a:cxn>
              <a:cxn ang="0">
                <a:pos x="connsiteX20787" y="connsiteY20787"/>
              </a:cxn>
              <a:cxn ang="0">
                <a:pos x="connsiteX20788" y="connsiteY20788"/>
              </a:cxn>
              <a:cxn ang="0">
                <a:pos x="connsiteX20789" y="connsiteY20789"/>
              </a:cxn>
              <a:cxn ang="0">
                <a:pos x="connsiteX20790" y="connsiteY20790"/>
              </a:cxn>
              <a:cxn ang="0">
                <a:pos x="connsiteX20791" y="connsiteY20791"/>
              </a:cxn>
              <a:cxn ang="0">
                <a:pos x="connsiteX20792" y="connsiteY20792"/>
              </a:cxn>
              <a:cxn ang="0">
                <a:pos x="connsiteX20793" y="connsiteY20793"/>
              </a:cxn>
              <a:cxn ang="0">
                <a:pos x="connsiteX20794" y="connsiteY20794"/>
              </a:cxn>
              <a:cxn ang="0">
                <a:pos x="connsiteX20795" y="connsiteY20795"/>
              </a:cxn>
              <a:cxn ang="0">
                <a:pos x="connsiteX20796" y="connsiteY20796"/>
              </a:cxn>
              <a:cxn ang="0">
                <a:pos x="connsiteX20797" y="connsiteY20797"/>
              </a:cxn>
              <a:cxn ang="0">
                <a:pos x="connsiteX20798" y="connsiteY20798"/>
              </a:cxn>
              <a:cxn ang="0">
                <a:pos x="connsiteX20799" y="connsiteY20799"/>
              </a:cxn>
              <a:cxn ang="0">
                <a:pos x="connsiteX20800" y="connsiteY20800"/>
              </a:cxn>
              <a:cxn ang="0">
                <a:pos x="connsiteX20801" y="connsiteY20801"/>
              </a:cxn>
              <a:cxn ang="0">
                <a:pos x="connsiteX20802" y="connsiteY20802"/>
              </a:cxn>
              <a:cxn ang="0">
                <a:pos x="connsiteX20803" y="connsiteY20803"/>
              </a:cxn>
              <a:cxn ang="0">
                <a:pos x="connsiteX20804" y="connsiteY20804"/>
              </a:cxn>
              <a:cxn ang="0">
                <a:pos x="connsiteX20805" y="connsiteY20805"/>
              </a:cxn>
              <a:cxn ang="0">
                <a:pos x="connsiteX20806" y="connsiteY20806"/>
              </a:cxn>
              <a:cxn ang="0">
                <a:pos x="connsiteX20807" y="connsiteY20807"/>
              </a:cxn>
              <a:cxn ang="0">
                <a:pos x="connsiteX20808" y="connsiteY20808"/>
              </a:cxn>
              <a:cxn ang="0">
                <a:pos x="connsiteX20809" y="connsiteY20809"/>
              </a:cxn>
              <a:cxn ang="0">
                <a:pos x="connsiteX20810" y="connsiteY20810"/>
              </a:cxn>
              <a:cxn ang="0">
                <a:pos x="connsiteX20811" y="connsiteY20811"/>
              </a:cxn>
              <a:cxn ang="0">
                <a:pos x="connsiteX20812" y="connsiteY20812"/>
              </a:cxn>
              <a:cxn ang="0">
                <a:pos x="connsiteX20813" y="connsiteY20813"/>
              </a:cxn>
              <a:cxn ang="0">
                <a:pos x="connsiteX20814" y="connsiteY20814"/>
              </a:cxn>
              <a:cxn ang="0">
                <a:pos x="connsiteX20815" y="connsiteY20815"/>
              </a:cxn>
              <a:cxn ang="0">
                <a:pos x="connsiteX20816" y="connsiteY20816"/>
              </a:cxn>
              <a:cxn ang="0">
                <a:pos x="connsiteX20817" y="connsiteY20817"/>
              </a:cxn>
              <a:cxn ang="0">
                <a:pos x="connsiteX20818" y="connsiteY20818"/>
              </a:cxn>
              <a:cxn ang="0">
                <a:pos x="connsiteX20819" y="connsiteY20819"/>
              </a:cxn>
              <a:cxn ang="0">
                <a:pos x="connsiteX20820" y="connsiteY20820"/>
              </a:cxn>
              <a:cxn ang="0">
                <a:pos x="connsiteX20821" y="connsiteY20821"/>
              </a:cxn>
              <a:cxn ang="0">
                <a:pos x="connsiteX20822" y="connsiteY20822"/>
              </a:cxn>
              <a:cxn ang="0">
                <a:pos x="connsiteX20823" y="connsiteY20823"/>
              </a:cxn>
              <a:cxn ang="0">
                <a:pos x="connsiteX20824" y="connsiteY20824"/>
              </a:cxn>
              <a:cxn ang="0">
                <a:pos x="connsiteX20825" y="connsiteY20825"/>
              </a:cxn>
              <a:cxn ang="0">
                <a:pos x="connsiteX20826" y="connsiteY20826"/>
              </a:cxn>
              <a:cxn ang="0">
                <a:pos x="connsiteX20827" y="connsiteY20827"/>
              </a:cxn>
              <a:cxn ang="0">
                <a:pos x="connsiteX20828" y="connsiteY20828"/>
              </a:cxn>
              <a:cxn ang="0">
                <a:pos x="connsiteX20829" y="connsiteY20829"/>
              </a:cxn>
              <a:cxn ang="0">
                <a:pos x="connsiteX20830" y="connsiteY20830"/>
              </a:cxn>
              <a:cxn ang="0">
                <a:pos x="connsiteX20831" y="connsiteY20831"/>
              </a:cxn>
              <a:cxn ang="0">
                <a:pos x="connsiteX20832" y="connsiteY20832"/>
              </a:cxn>
              <a:cxn ang="0">
                <a:pos x="connsiteX20833" y="connsiteY20833"/>
              </a:cxn>
              <a:cxn ang="0">
                <a:pos x="connsiteX20834" y="connsiteY20834"/>
              </a:cxn>
              <a:cxn ang="0">
                <a:pos x="connsiteX20835" y="connsiteY20835"/>
              </a:cxn>
              <a:cxn ang="0">
                <a:pos x="connsiteX20836" y="connsiteY20836"/>
              </a:cxn>
              <a:cxn ang="0">
                <a:pos x="connsiteX20837" y="connsiteY20837"/>
              </a:cxn>
              <a:cxn ang="0">
                <a:pos x="connsiteX20838" y="connsiteY20838"/>
              </a:cxn>
              <a:cxn ang="0">
                <a:pos x="connsiteX20839" y="connsiteY20839"/>
              </a:cxn>
              <a:cxn ang="0">
                <a:pos x="connsiteX20840" y="connsiteY20840"/>
              </a:cxn>
              <a:cxn ang="0">
                <a:pos x="connsiteX20841" y="connsiteY20841"/>
              </a:cxn>
              <a:cxn ang="0">
                <a:pos x="connsiteX20842" y="connsiteY20842"/>
              </a:cxn>
              <a:cxn ang="0">
                <a:pos x="connsiteX20843" y="connsiteY20843"/>
              </a:cxn>
              <a:cxn ang="0">
                <a:pos x="connsiteX20844" y="connsiteY20844"/>
              </a:cxn>
              <a:cxn ang="0">
                <a:pos x="connsiteX20845" y="connsiteY20845"/>
              </a:cxn>
              <a:cxn ang="0">
                <a:pos x="connsiteX20846" y="connsiteY20846"/>
              </a:cxn>
              <a:cxn ang="0">
                <a:pos x="connsiteX20847" y="connsiteY20847"/>
              </a:cxn>
              <a:cxn ang="0">
                <a:pos x="connsiteX20848" y="connsiteY20848"/>
              </a:cxn>
              <a:cxn ang="0">
                <a:pos x="connsiteX20849" y="connsiteY20849"/>
              </a:cxn>
              <a:cxn ang="0">
                <a:pos x="connsiteX20850" y="connsiteY20850"/>
              </a:cxn>
              <a:cxn ang="0">
                <a:pos x="connsiteX20851" y="connsiteY20851"/>
              </a:cxn>
              <a:cxn ang="0">
                <a:pos x="connsiteX20852" y="connsiteY20852"/>
              </a:cxn>
              <a:cxn ang="0">
                <a:pos x="connsiteX20853" y="connsiteY20853"/>
              </a:cxn>
              <a:cxn ang="0">
                <a:pos x="connsiteX20854" y="connsiteY20854"/>
              </a:cxn>
              <a:cxn ang="0">
                <a:pos x="connsiteX20855" y="connsiteY20855"/>
              </a:cxn>
              <a:cxn ang="0">
                <a:pos x="connsiteX20856" y="connsiteY20856"/>
              </a:cxn>
              <a:cxn ang="0">
                <a:pos x="connsiteX20857" y="connsiteY20857"/>
              </a:cxn>
              <a:cxn ang="0">
                <a:pos x="connsiteX20858" y="connsiteY20858"/>
              </a:cxn>
              <a:cxn ang="0">
                <a:pos x="connsiteX20859" y="connsiteY20859"/>
              </a:cxn>
              <a:cxn ang="0">
                <a:pos x="connsiteX20860" y="connsiteY20860"/>
              </a:cxn>
              <a:cxn ang="0">
                <a:pos x="connsiteX20861" y="connsiteY20861"/>
              </a:cxn>
              <a:cxn ang="0">
                <a:pos x="connsiteX20862" y="connsiteY20862"/>
              </a:cxn>
              <a:cxn ang="0">
                <a:pos x="connsiteX20863" y="connsiteY20863"/>
              </a:cxn>
              <a:cxn ang="0">
                <a:pos x="connsiteX20864" y="connsiteY20864"/>
              </a:cxn>
              <a:cxn ang="0">
                <a:pos x="connsiteX20865" y="connsiteY20865"/>
              </a:cxn>
              <a:cxn ang="0">
                <a:pos x="connsiteX20866" y="connsiteY20866"/>
              </a:cxn>
              <a:cxn ang="0">
                <a:pos x="connsiteX20867" y="connsiteY20867"/>
              </a:cxn>
              <a:cxn ang="0">
                <a:pos x="connsiteX20868" y="connsiteY20868"/>
              </a:cxn>
              <a:cxn ang="0">
                <a:pos x="connsiteX20869" y="connsiteY20869"/>
              </a:cxn>
              <a:cxn ang="0">
                <a:pos x="connsiteX20870" y="connsiteY20870"/>
              </a:cxn>
              <a:cxn ang="0">
                <a:pos x="connsiteX20871" y="connsiteY20871"/>
              </a:cxn>
              <a:cxn ang="0">
                <a:pos x="connsiteX20872" y="connsiteY20872"/>
              </a:cxn>
              <a:cxn ang="0">
                <a:pos x="connsiteX20873" y="connsiteY20873"/>
              </a:cxn>
              <a:cxn ang="0">
                <a:pos x="connsiteX20874" y="connsiteY20874"/>
              </a:cxn>
              <a:cxn ang="0">
                <a:pos x="connsiteX20875" y="connsiteY20875"/>
              </a:cxn>
              <a:cxn ang="0">
                <a:pos x="connsiteX20876" y="connsiteY20876"/>
              </a:cxn>
              <a:cxn ang="0">
                <a:pos x="connsiteX20877" y="connsiteY20877"/>
              </a:cxn>
              <a:cxn ang="0">
                <a:pos x="connsiteX20878" y="connsiteY20878"/>
              </a:cxn>
              <a:cxn ang="0">
                <a:pos x="connsiteX20879" y="connsiteY20879"/>
              </a:cxn>
              <a:cxn ang="0">
                <a:pos x="connsiteX20880" y="connsiteY20880"/>
              </a:cxn>
              <a:cxn ang="0">
                <a:pos x="connsiteX20881" y="connsiteY20881"/>
              </a:cxn>
              <a:cxn ang="0">
                <a:pos x="connsiteX20882" y="connsiteY20882"/>
              </a:cxn>
              <a:cxn ang="0">
                <a:pos x="connsiteX20883" y="connsiteY20883"/>
              </a:cxn>
              <a:cxn ang="0">
                <a:pos x="connsiteX20884" y="connsiteY20884"/>
              </a:cxn>
              <a:cxn ang="0">
                <a:pos x="connsiteX20885" y="connsiteY20885"/>
              </a:cxn>
              <a:cxn ang="0">
                <a:pos x="connsiteX20886" y="connsiteY20886"/>
              </a:cxn>
              <a:cxn ang="0">
                <a:pos x="connsiteX20887" y="connsiteY20887"/>
              </a:cxn>
              <a:cxn ang="0">
                <a:pos x="connsiteX20888" y="connsiteY20888"/>
              </a:cxn>
              <a:cxn ang="0">
                <a:pos x="connsiteX20889" y="connsiteY20889"/>
              </a:cxn>
              <a:cxn ang="0">
                <a:pos x="connsiteX20890" y="connsiteY20890"/>
              </a:cxn>
              <a:cxn ang="0">
                <a:pos x="connsiteX20891" y="connsiteY20891"/>
              </a:cxn>
              <a:cxn ang="0">
                <a:pos x="connsiteX20892" y="connsiteY20892"/>
              </a:cxn>
              <a:cxn ang="0">
                <a:pos x="connsiteX20893" y="connsiteY20893"/>
              </a:cxn>
              <a:cxn ang="0">
                <a:pos x="connsiteX20894" y="connsiteY20894"/>
              </a:cxn>
              <a:cxn ang="0">
                <a:pos x="connsiteX20895" y="connsiteY20895"/>
              </a:cxn>
              <a:cxn ang="0">
                <a:pos x="connsiteX20896" y="connsiteY20896"/>
              </a:cxn>
              <a:cxn ang="0">
                <a:pos x="connsiteX20897" y="connsiteY20897"/>
              </a:cxn>
              <a:cxn ang="0">
                <a:pos x="connsiteX20898" y="connsiteY20898"/>
              </a:cxn>
              <a:cxn ang="0">
                <a:pos x="connsiteX20899" y="connsiteY20899"/>
              </a:cxn>
              <a:cxn ang="0">
                <a:pos x="connsiteX20900" y="connsiteY20900"/>
              </a:cxn>
              <a:cxn ang="0">
                <a:pos x="connsiteX20901" y="connsiteY20901"/>
              </a:cxn>
              <a:cxn ang="0">
                <a:pos x="connsiteX20902" y="connsiteY20902"/>
              </a:cxn>
              <a:cxn ang="0">
                <a:pos x="connsiteX20903" y="connsiteY20903"/>
              </a:cxn>
              <a:cxn ang="0">
                <a:pos x="connsiteX20904" y="connsiteY20904"/>
              </a:cxn>
              <a:cxn ang="0">
                <a:pos x="connsiteX20905" y="connsiteY20905"/>
              </a:cxn>
              <a:cxn ang="0">
                <a:pos x="connsiteX20906" y="connsiteY20906"/>
              </a:cxn>
              <a:cxn ang="0">
                <a:pos x="connsiteX20907" y="connsiteY20907"/>
              </a:cxn>
              <a:cxn ang="0">
                <a:pos x="connsiteX20908" y="connsiteY20908"/>
              </a:cxn>
              <a:cxn ang="0">
                <a:pos x="connsiteX20909" y="connsiteY20909"/>
              </a:cxn>
              <a:cxn ang="0">
                <a:pos x="connsiteX20910" y="connsiteY20910"/>
              </a:cxn>
              <a:cxn ang="0">
                <a:pos x="connsiteX20911" y="connsiteY20911"/>
              </a:cxn>
              <a:cxn ang="0">
                <a:pos x="connsiteX20912" y="connsiteY20912"/>
              </a:cxn>
              <a:cxn ang="0">
                <a:pos x="connsiteX20913" y="connsiteY20913"/>
              </a:cxn>
              <a:cxn ang="0">
                <a:pos x="connsiteX20914" y="connsiteY20914"/>
              </a:cxn>
              <a:cxn ang="0">
                <a:pos x="connsiteX20915" y="connsiteY20915"/>
              </a:cxn>
              <a:cxn ang="0">
                <a:pos x="connsiteX20916" y="connsiteY20916"/>
              </a:cxn>
              <a:cxn ang="0">
                <a:pos x="connsiteX20917" y="connsiteY20917"/>
              </a:cxn>
              <a:cxn ang="0">
                <a:pos x="connsiteX20918" y="connsiteY20918"/>
              </a:cxn>
              <a:cxn ang="0">
                <a:pos x="connsiteX20919" y="connsiteY20919"/>
              </a:cxn>
              <a:cxn ang="0">
                <a:pos x="connsiteX20920" y="connsiteY20920"/>
              </a:cxn>
              <a:cxn ang="0">
                <a:pos x="connsiteX20921" y="connsiteY20921"/>
              </a:cxn>
              <a:cxn ang="0">
                <a:pos x="connsiteX20922" y="connsiteY20922"/>
              </a:cxn>
              <a:cxn ang="0">
                <a:pos x="connsiteX20923" y="connsiteY20923"/>
              </a:cxn>
              <a:cxn ang="0">
                <a:pos x="connsiteX20924" y="connsiteY20924"/>
              </a:cxn>
              <a:cxn ang="0">
                <a:pos x="connsiteX20925" y="connsiteY20925"/>
              </a:cxn>
              <a:cxn ang="0">
                <a:pos x="connsiteX20926" y="connsiteY20926"/>
              </a:cxn>
              <a:cxn ang="0">
                <a:pos x="connsiteX20927" y="connsiteY20927"/>
              </a:cxn>
              <a:cxn ang="0">
                <a:pos x="connsiteX20928" y="connsiteY20928"/>
              </a:cxn>
              <a:cxn ang="0">
                <a:pos x="connsiteX20929" y="connsiteY20929"/>
              </a:cxn>
              <a:cxn ang="0">
                <a:pos x="connsiteX20930" y="connsiteY20930"/>
              </a:cxn>
              <a:cxn ang="0">
                <a:pos x="connsiteX20931" y="connsiteY20931"/>
              </a:cxn>
              <a:cxn ang="0">
                <a:pos x="connsiteX20932" y="connsiteY20932"/>
              </a:cxn>
              <a:cxn ang="0">
                <a:pos x="connsiteX20933" y="connsiteY20933"/>
              </a:cxn>
              <a:cxn ang="0">
                <a:pos x="connsiteX20934" y="connsiteY20934"/>
              </a:cxn>
              <a:cxn ang="0">
                <a:pos x="connsiteX20935" y="connsiteY20935"/>
              </a:cxn>
              <a:cxn ang="0">
                <a:pos x="connsiteX20936" y="connsiteY20936"/>
              </a:cxn>
              <a:cxn ang="0">
                <a:pos x="connsiteX20937" y="connsiteY20937"/>
              </a:cxn>
              <a:cxn ang="0">
                <a:pos x="connsiteX20938" y="connsiteY20938"/>
              </a:cxn>
              <a:cxn ang="0">
                <a:pos x="connsiteX20939" y="connsiteY20939"/>
              </a:cxn>
              <a:cxn ang="0">
                <a:pos x="connsiteX20940" y="connsiteY20940"/>
              </a:cxn>
              <a:cxn ang="0">
                <a:pos x="connsiteX20941" y="connsiteY20941"/>
              </a:cxn>
              <a:cxn ang="0">
                <a:pos x="connsiteX20942" y="connsiteY20942"/>
              </a:cxn>
              <a:cxn ang="0">
                <a:pos x="connsiteX20943" y="connsiteY20943"/>
              </a:cxn>
              <a:cxn ang="0">
                <a:pos x="connsiteX20944" y="connsiteY20944"/>
              </a:cxn>
              <a:cxn ang="0">
                <a:pos x="connsiteX20945" y="connsiteY20945"/>
              </a:cxn>
              <a:cxn ang="0">
                <a:pos x="connsiteX20946" y="connsiteY20946"/>
              </a:cxn>
              <a:cxn ang="0">
                <a:pos x="connsiteX20947" y="connsiteY20947"/>
              </a:cxn>
              <a:cxn ang="0">
                <a:pos x="connsiteX20948" y="connsiteY20948"/>
              </a:cxn>
              <a:cxn ang="0">
                <a:pos x="connsiteX20949" y="connsiteY20949"/>
              </a:cxn>
              <a:cxn ang="0">
                <a:pos x="connsiteX20950" y="connsiteY20950"/>
              </a:cxn>
              <a:cxn ang="0">
                <a:pos x="connsiteX20951" y="connsiteY20951"/>
              </a:cxn>
              <a:cxn ang="0">
                <a:pos x="connsiteX20952" y="connsiteY20952"/>
              </a:cxn>
              <a:cxn ang="0">
                <a:pos x="connsiteX20953" y="connsiteY20953"/>
              </a:cxn>
              <a:cxn ang="0">
                <a:pos x="connsiteX20954" y="connsiteY20954"/>
              </a:cxn>
              <a:cxn ang="0">
                <a:pos x="connsiteX20955" y="connsiteY20955"/>
              </a:cxn>
              <a:cxn ang="0">
                <a:pos x="connsiteX20956" y="connsiteY20956"/>
              </a:cxn>
              <a:cxn ang="0">
                <a:pos x="connsiteX20957" y="connsiteY20957"/>
              </a:cxn>
              <a:cxn ang="0">
                <a:pos x="connsiteX20958" y="connsiteY20958"/>
              </a:cxn>
              <a:cxn ang="0">
                <a:pos x="connsiteX20959" y="connsiteY20959"/>
              </a:cxn>
              <a:cxn ang="0">
                <a:pos x="connsiteX20960" y="connsiteY20960"/>
              </a:cxn>
              <a:cxn ang="0">
                <a:pos x="connsiteX20961" y="connsiteY20961"/>
              </a:cxn>
              <a:cxn ang="0">
                <a:pos x="connsiteX20962" y="connsiteY20962"/>
              </a:cxn>
              <a:cxn ang="0">
                <a:pos x="connsiteX20963" y="connsiteY20963"/>
              </a:cxn>
              <a:cxn ang="0">
                <a:pos x="connsiteX20964" y="connsiteY20964"/>
              </a:cxn>
              <a:cxn ang="0">
                <a:pos x="connsiteX20965" y="connsiteY20965"/>
              </a:cxn>
              <a:cxn ang="0">
                <a:pos x="connsiteX20966" y="connsiteY20966"/>
              </a:cxn>
              <a:cxn ang="0">
                <a:pos x="connsiteX20967" y="connsiteY20967"/>
              </a:cxn>
              <a:cxn ang="0">
                <a:pos x="connsiteX20968" y="connsiteY20968"/>
              </a:cxn>
              <a:cxn ang="0">
                <a:pos x="connsiteX20969" y="connsiteY20969"/>
              </a:cxn>
              <a:cxn ang="0">
                <a:pos x="connsiteX20970" y="connsiteY20970"/>
              </a:cxn>
              <a:cxn ang="0">
                <a:pos x="connsiteX20971" y="connsiteY20971"/>
              </a:cxn>
              <a:cxn ang="0">
                <a:pos x="connsiteX20972" y="connsiteY20972"/>
              </a:cxn>
              <a:cxn ang="0">
                <a:pos x="connsiteX20973" y="connsiteY20973"/>
              </a:cxn>
              <a:cxn ang="0">
                <a:pos x="connsiteX20974" y="connsiteY20974"/>
              </a:cxn>
              <a:cxn ang="0">
                <a:pos x="connsiteX20975" y="connsiteY20975"/>
              </a:cxn>
              <a:cxn ang="0">
                <a:pos x="connsiteX20976" y="connsiteY20976"/>
              </a:cxn>
              <a:cxn ang="0">
                <a:pos x="connsiteX20977" y="connsiteY20977"/>
              </a:cxn>
              <a:cxn ang="0">
                <a:pos x="connsiteX20978" y="connsiteY20978"/>
              </a:cxn>
              <a:cxn ang="0">
                <a:pos x="connsiteX20979" y="connsiteY20979"/>
              </a:cxn>
              <a:cxn ang="0">
                <a:pos x="connsiteX20980" y="connsiteY20980"/>
              </a:cxn>
              <a:cxn ang="0">
                <a:pos x="connsiteX20981" y="connsiteY20981"/>
              </a:cxn>
              <a:cxn ang="0">
                <a:pos x="connsiteX20982" y="connsiteY20982"/>
              </a:cxn>
              <a:cxn ang="0">
                <a:pos x="connsiteX20983" y="connsiteY20983"/>
              </a:cxn>
              <a:cxn ang="0">
                <a:pos x="connsiteX20984" y="connsiteY20984"/>
              </a:cxn>
              <a:cxn ang="0">
                <a:pos x="connsiteX20985" y="connsiteY20985"/>
              </a:cxn>
              <a:cxn ang="0">
                <a:pos x="connsiteX20986" y="connsiteY20986"/>
              </a:cxn>
              <a:cxn ang="0">
                <a:pos x="connsiteX20987" y="connsiteY20987"/>
              </a:cxn>
              <a:cxn ang="0">
                <a:pos x="connsiteX20988" y="connsiteY20988"/>
              </a:cxn>
              <a:cxn ang="0">
                <a:pos x="connsiteX20989" y="connsiteY20989"/>
              </a:cxn>
              <a:cxn ang="0">
                <a:pos x="connsiteX20990" y="connsiteY20990"/>
              </a:cxn>
              <a:cxn ang="0">
                <a:pos x="connsiteX20991" y="connsiteY20991"/>
              </a:cxn>
              <a:cxn ang="0">
                <a:pos x="connsiteX20992" y="connsiteY20992"/>
              </a:cxn>
              <a:cxn ang="0">
                <a:pos x="connsiteX20993" y="connsiteY20993"/>
              </a:cxn>
              <a:cxn ang="0">
                <a:pos x="connsiteX20994" y="connsiteY20994"/>
              </a:cxn>
              <a:cxn ang="0">
                <a:pos x="connsiteX20995" y="connsiteY20995"/>
              </a:cxn>
              <a:cxn ang="0">
                <a:pos x="connsiteX20996" y="connsiteY20996"/>
              </a:cxn>
              <a:cxn ang="0">
                <a:pos x="connsiteX20997" y="connsiteY20997"/>
              </a:cxn>
              <a:cxn ang="0">
                <a:pos x="connsiteX20998" y="connsiteY20998"/>
              </a:cxn>
              <a:cxn ang="0">
                <a:pos x="connsiteX20999" y="connsiteY20999"/>
              </a:cxn>
              <a:cxn ang="0">
                <a:pos x="connsiteX21000" y="connsiteY21000"/>
              </a:cxn>
              <a:cxn ang="0">
                <a:pos x="connsiteX21001" y="connsiteY21001"/>
              </a:cxn>
              <a:cxn ang="0">
                <a:pos x="connsiteX21002" y="connsiteY21002"/>
              </a:cxn>
              <a:cxn ang="0">
                <a:pos x="connsiteX21003" y="connsiteY21003"/>
              </a:cxn>
              <a:cxn ang="0">
                <a:pos x="connsiteX21004" y="connsiteY21004"/>
              </a:cxn>
              <a:cxn ang="0">
                <a:pos x="connsiteX21005" y="connsiteY21005"/>
              </a:cxn>
              <a:cxn ang="0">
                <a:pos x="connsiteX21006" y="connsiteY21006"/>
              </a:cxn>
              <a:cxn ang="0">
                <a:pos x="connsiteX21007" y="connsiteY21007"/>
              </a:cxn>
              <a:cxn ang="0">
                <a:pos x="connsiteX21008" y="connsiteY21008"/>
              </a:cxn>
              <a:cxn ang="0">
                <a:pos x="connsiteX21009" y="connsiteY21009"/>
              </a:cxn>
              <a:cxn ang="0">
                <a:pos x="connsiteX21010" y="connsiteY21010"/>
              </a:cxn>
              <a:cxn ang="0">
                <a:pos x="connsiteX21011" y="connsiteY21011"/>
              </a:cxn>
              <a:cxn ang="0">
                <a:pos x="connsiteX21012" y="connsiteY21012"/>
              </a:cxn>
              <a:cxn ang="0">
                <a:pos x="connsiteX21013" y="connsiteY21013"/>
              </a:cxn>
              <a:cxn ang="0">
                <a:pos x="connsiteX21014" y="connsiteY21014"/>
              </a:cxn>
              <a:cxn ang="0">
                <a:pos x="connsiteX21015" y="connsiteY21015"/>
              </a:cxn>
              <a:cxn ang="0">
                <a:pos x="connsiteX21016" y="connsiteY21016"/>
              </a:cxn>
              <a:cxn ang="0">
                <a:pos x="connsiteX21017" y="connsiteY21017"/>
              </a:cxn>
              <a:cxn ang="0">
                <a:pos x="connsiteX21018" y="connsiteY21018"/>
              </a:cxn>
              <a:cxn ang="0">
                <a:pos x="connsiteX21019" y="connsiteY21019"/>
              </a:cxn>
              <a:cxn ang="0">
                <a:pos x="connsiteX21020" y="connsiteY21020"/>
              </a:cxn>
              <a:cxn ang="0">
                <a:pos x="connsiteX21021" y="connsiteY21021"/>
              </a:cxn>
              <a:cxn ang="0">
                <a:pos x="connsiteX21022" y="connsiteY21022"/>
              </a:cxn>
              <a:cxn ang="0">
                <a:pos x="connsiteX21023" y="connsiteY21023"/>
              </a:cxn>
              <a:cxn ang="0">
                <a:pos x="connsiteX21024" y="connsiteY21024"/>
              </a:cxn>
              <a:cxn ang="0">
                <a:pos x="connsiteX21025" y="connsiteY21025"/>
              </a:cxn>
              <a:cxn ang="0">
                <a:pos x="connsiteX21026" y="connsiteY21026"/>
              </a:cxn>
              <a:cxn ang="0">
                <a:pos x="connsiteX21027" y="connsiteY21027"/>
              </a:cxn>
              <a:cxn ang="0">
                <a:pos x="connsiteX21028" y="connsiteY21028"/>
              </a:cxn>
              <a:cxn ang="0">
                <a:pos x="connsiteX21029" y="connsiteY21029"/>
              </a:cxn>
              <a:cxn ang="0">
                <a:pos x="connsiteX21030" y="connsiteY21030"/>
              </a:cxn>
              <a:cxn ang="0">
                <a:pos x="connsiteX21031" y="connsiteY21031"/>
              </a:cxn>
              <a:cxn ang="0">
                <a:pos x="connsiteX21032" y="connsiteY21032"/>
              </a:cxn>
              <a:cxn ang="0">
                <a:pos x="connsiteX21033" y="connsiteY21033"/>
              </a:cxn>
              <a:cxn ang="0">
                <a:pos x="connsiteX21034" y="connsiteY21034"/>
              </a:cxn>
              <a:cxn ang="0">
                <a:pos x="connsiteX21035" y="connsiteY21035"/>
              </a:cxn>
              <a:cxn ang="0">
                <a:pos x="connsiteX21036" y="connsiteY21036"/>
              </a:cxn>
              <a:cxn ang="0">
                <a:pos x="connsiteX21037" y="connsiteY21037"/>
              </a:cxn>
              <a:cxn ang="0">
                <a:pos x="connsiteX21038" y="connsiteY21038"/>
              </a:cxn>
              <a:cxn ang="0">
                <a:pos x="connsiteX21039" y="connsiteY21039"/>
              </a:cxn>
              <a:cxn ang="0">
                <a:pos x="connsiteX21040" y="connsiteY21040"/>
              </a:cxn>
              <a:cxn ang="0">
                <a:pos x="connsiteX21041" y="connsiteY21041"/>
              </a:cxn>
              <a:cxn ang="0">
                <a:pos x="connsiteX21042" y="connsiteY21042"/>
              </a:cxn>
              <a:cxn ang="0">
                <a:pos x="connsiteX21043" y="connsiteY21043"/>
              </a:cxn>
              <a:cxn ang="0">
                <a:pos x="connsiteX21044" y="connsiteY21044"/>
              </a:cxn>
              <a:cxn ang="0">
                <a:pos x="connsiteX21045" y="connsiteY21045"/>
              </a:cxn>
              <a:cxn ang="0">
                <a:pos x="connsiteX21046" y="connsiteY21046"/>
              </a:cxn>
              <a:cxn ang="0">
                <a:pos x="connsiteX21047" y="connsiteY21047"/>
              </a:cxn>
              <a:cxn ang="0">
                <a:pos x="connsiteX21048" y="connsiteY21048"/>
              </a:cxn>
              <a:cxn ang="0">
                <a:pos x="connsiteX21049" y="connsiteY21049"/>
              </a:cxn>
              <a:cxn ang="0">
                <a:pos x="connsiteX21050" y="connsiteY21050"/>
              </a:cxn>
              <a:cxn ang="0">
                <a:pos x="connsiteX21051" y="connsiteY21051"/>
              </a:cxn>
              <a:cxn ang="0">
                <a:pos x="connsiteX21052" y="connsiteY21052"/>
              </a:cxn>
              <a:cxn ang="0">
                <a:pos x="connsiteX21053" y="connsiteY21053"/>
              </a:cxn>
              <a:cxn ang="0">
                <a:pos x="connsiteX21054" y="connsiteY21054"/>
              </a:cxn>
              <a:cxn ang="0">
                <a:pos x="connsiteX21055" y="connsiteY21055"/>
              </a:cxn>
              <a:cxn ang="0">
                <a:pos x="connsiteX21056" y="connsiteY21056"/>
              </a:cxn>
              <a:cxn ang="0">
                <a:pos x="connsiteX21057" y="connsiteY21057"/>
              </a:cxn>
              <a:cxn ang="0">
                <a:pos x="connsiteX21058" y="connsiteY21058"/>
              </a:cxn>
              <a:cxn ang="0">
                <a:pos x="connsiteX21059" y="connsiteY21059"/>
              </a:cxn>
              <a:cxn ang="0">
                <a:pos x="connsiteX21060" y="connsiteY21060"/>
              </a:cxn>
              <a:cxn ang="0">
                <a:pos x="connsiteX21061" y="connsiteY21061"/>
              </a:cxn>
              <a:cxn ang="0">
                <a:pos x="connsiteX21062" y="connsiteY21062"/>
              </a:cxn>
              <a:cxn ang="0">
                <a:pos x="connsiteX21063" y="connsiteY21063"/>
              </a:cxn>
              <a:cxn ang="0">
                <a:pos x="connsiteX21064" y="connsiteY21064"/>
              </a:cxn>
              <a:cxn ang="0">
                <a:pos x="connsiteX21065" y="connsiteY21065"/>
              </a:cxn>
              <a:cxn ang="0">
                <a:pos x="connsiteX21066" y="connsiteY21066"/>
              </a:cxn>
              <a:cxn ang="0">
                <a:pos x="connsiteX21067" y="connsiteY21067"/>
              </a:cxn>
              <a:cxn ang="0">
                <a:pos x="connsiteX21068" y="connsiteY21068"/>
              </a:cxn>
              <a:cxn ang="0">
                <a:pos x="connsiteX21069" y="connsiteY21069"/>
              </a:cxn>
              <a:cxn ang="0">
                <a:pos x="connsiteX21070" y="connsiteY21070"/>
              </a:cxn>
              <a:cxn ang="0">
                <a:pos x="connsiteX21071" y="connsiteY21071"/>
              </a:cxn>
              <a:cxn ang="0">
                <a:pos x="connsiteX21072" y="connsiteY21072"/>
              </a:cxn>
              <a:cxn ang="0">
                <a:pos x="connsiteX21073" y="connsiteY21073"/>
              </a:cxn>
              <a:cxn ang="0">
                <a:pos x="connsiteX21074" y="connsiteY21074"/>
              </a:cxn>
              <a:cxn ang="0">
                <a:pos x="connsiteX21075" y="connsiteY21075"/>
              </a:cxn>
              <a:cxn ang="0">
                <a:pos x="connsiteX21076" y="connsiteY21076"/>
              </a:cxn>
              <a:cxn ang="0">
                <a:pos x="connsiteX21077" y="connsiteY21077"/>
              </a:cxn>
              <a:cxn ang="0">
                <a:pos x="connsiteX21078" y="connsiteY21078"/>
              </a:cxn>
              <a:cxn ang="0">
                <a:pos x="connsiteX21079" y="connsiteY21079"/>
              </a:cxn>
              <a:cxn ang="0">
                <a:pos x="connsiteX21080" y="connsiteY21080"/>
              </a:cxn>
              <a:cxn ang="0">
                <a:pos x="connsiteX21081" y="connsiteY21081"/>
              </a:cxn>
              <a:cxn ang="0">
                <a:pos x="connsiteX21082" y="connsiteY21082"/>
              </a:cxn>
              <a:cxn ang="0">
                <a:pos x="connsiteX21083" y="connsiteY21083"/>
              </a:cxn>
              <a:cxn ang="0">
                <a:pos x="connsiteX21084" y="connsiteY21084"/>
              </a:cxn>
              <a:cxn ang="0">
                <a:pos x="connsiteX21085" y="connsiteY21085"/>
              </a:cxn>
              <a:cxn ang="0">
                <a:pos x="connsiteX21086" y="connsiteY21086"/>
              </a:cxn>
              <a:cxn ang="0">
                <a:pos x="connsiteX21087" y="connsiteY21087"/>
              </a:cxn>
              <a:cxn ang="0">
                <a:pos x="connsiteX21088" y="connsiteY21088"/>
              </a:cxn>
              <a:cxn ang="0">
                <a:pos x="connsiteX21089" y="connsiteY21089"/>
              </a:cxn>
              <a:cxn ang="0">
                <a:pos x="connsiteX21090" y="connsiteY21090"/>
              </a:cxn>
              <a:cxn ang="0">
                <a:pos x="connsiteX21091" y="connsiteY21091"/>
              </a:cxn>
              <a:cxn ang="0">
                <a:pos x="connsiteX21092" y="connsiteY21092"/>
              </a:cxn>
              <a:cxn ang="0">
                <a:pos x="connsiteX21093" y="connsiteY21093"/>
              </a:cxn>
              <a:cxn ang="0">
                <a:pos x="connsiteX21094" y="connsiteY21094"/>
              </a:cxn>
              <a:cxn ang="0">
                <a:pos x="connsiteX21095" y="connsiteY21095"/>
              </a:cxn>
              <a:cxn ang="0">
                <a:pos x="connsiteX21096" y="connsiteY21096"/>
              </a:cxn>
              <a:cxn ang="0">
                <a:pos x="connsiteX21097" y="connsiteY21097"/>
              </a:cxn>
              <a:cxn ang="0">
                <a:pos x="connsiteX21098" y="connsiteY21098"/>
              </a:cxn>
              <a:cxn ang="0">
                <a:pos x="connsiteX21099" y="connsiteY21099"/>
              </a:cxn>
              <a:cxn ang="0">
                <a:pos x="connsiteX21100" y="connsiteY21100"/>
              </a:cxn>
              <a:cxn ang="0">
                <a:pos x="connsiteX21101" y="connsiteY21101"/>
              </a:cxn>
              <a:cxn ang="0">
                <a:pos x="connsiteX21102" y="connsiteY21102"/>
              </a:cxn>
              <a:cxn ang="0">
                <a:pos x="connsiteX21103" y="connsiteY21103"/>
              </a:cxn>
              <a:cxn ang="0">
                <a:pos x="connsiteX21104" y="connsiteY21104"/>
              </a:cxn>
              <a:cxn ang="0">
                <a:pos x="connsiteX21105" y="connsiteY21105"/>
              </a:cxn>
              <a:cxn ang="0">
                <a:pos x="connsiteX21106" y="connsiteY21106"/>
              </a:cxn>
              <a:cxn ang="0">
                <a:pos x="connsiteX21107" y="connsiteY21107"/>
              </a:cxn>
              <a:cxn ang="0">
                <a:pos x="connsiteX21108" y="connsiteY21108"/>
              </a:cxn>
              <a:cxn ang="0">
                <a:pos x="connsiteX21109" y="connsiteY21109"/>
              </a:cxn>
              <a:cxn ang="0">
                <a:pos x="connsiteX21110" y="connsiteY21110"/>
              </a:cxn>
              <a:cxn ang="0">
                <a:pos x="connsiteX21111" y="connsiteY21111"/>
              </a:cxn>
              <a:cxn ang="0">
                <a:pos x="connsiteX21112" y="connsiteY21112"/>
              </a:cxn>
              <a:cxn ang="0">
                <a:pos x="connsiteX21113" y="connsiteY21113"/>
              </a:cxn>
              <a:cxn ang="0">
                <a:pos x="connsiteX21114" y="connsiteY21114"/>
              </a:cxn>
              <a:cxn ang="0">
                <a:pos x="connsiteX21115" y="connsiteY21115"/>
              </a:cxn>
              <a:cxn ang="0">
                <a:pos x="connsiteX21116" y="connsiteY21116"/>
              </a:cxn>
              <a:cxn ang="0">
                <a:pos x="connsiteX21117" y="connsiteY21117"/>
              </a:cxn>
              <a:cxn ang="0">
                <a:pos x="connsiteX21118" y="connsiteY21118"/>
              </a:cxn>
              <a:cxn ang="0">
                <a:pos x="connsiteX21119" y="connsiteY21119"/>
              </a:cxn>
              <a:cxn ang="0">
                <a:pos x="connsiteX21120" y="connsiteY21120"/>
              </a:cxn>
              <a:cxn ang="0">
                <a:pos x="connsiteX21121" y="connsiteY21121"/>
              </a:cxn>
              <a:cxn ang="0">
                <a:pos x="connsiteX21122" y="connsiteY21122"/>
              </a:cxn>
              <a:cxn ang="0">
                <a:pos x="connsiteX21123" y="connsiteY21123"/>
              </a:cxn>
              <a:cxn ang="0">
                <a:pos x="connsiteX21124" y="connsiteY21124"/>
              </a:cxn>
              <a:cxn ang="0">
                <a:pos x="connsiteX21125" y="connsiteY21125"/>
              </a:cxn>
              <a:cxn ang="0">
                <a:pos x="connsiteX21126" y="connsiteY21126"/>
              </a:cxn>
              <a:cxn ang="0">
                <a:pos x="connsiteX21127" y="connsiteY21127"/>
              </a:cxn>
              <a:cxn ang="0">
                <a:pos x="connsiteX21128" y="connsiteY21128"/>
              </a:cxn>
              <a:cxn ang="0">
                <a:pos x="connsiteX21129" y="connsiteY21129"/>
              </a:cxn>
              <a:cxn ang="0">
                <a:pos x="connsiteX21130" y="connsiteY21130"/>
              </a:cxn>
              <a:cxn ang="0">
                <a:pos x="connsiteX21131" y="connsiteY21131"/>
              </a:cxn>
              <a:cxn ang="0">
                <a:pos x="connsiteX21132" y="connsiteY21132"/>
              </a:cxn>
              <a:cxn ang="0">
                <a:pos x="connsiteX21133" y="connsiteY21133"/>
              </a:cxn>
              <a:cxn ang="0">
                <a:pos x="connsiteX21134" y="connsiteY21134"/>
              </a:cxn>
              <a:cxn ang="0">
                <a:pos x="connsiteX21135" y="connsiteY21135"/>
              </a:cxn>
              <a:cxn ang="0">
                <a:pos x="connsiteX21136" y="connsiteY21136"/>
              </a:cxn>
              <a:cxn ang="0">
                <a:pos x="connsiteX21137" y="connsiteY21137"/>
              </a:cxn>
              <a:cxn ang="0">
                <a:pos x="connsiteX21138" y="connsiteY21138"/>
              </a:cxn>
              <a:cxn ang="0">
                <a:pos x="connsiteX21139" y="connsiteY21139"/>
              </a:cxn>
              <a:cxn ang="0">
                <a:pos x="connsiteX21140" y="connsiteY21140"/>
              </a:cxn>
              <a:cxn ang="0">
                <a:pos x="connsiteX21141" y="connsiteY21141"/>
              </a:cxn>
              <a:cxn ang="0">
                <a:pos x="connsiteX21142" y="connsiteY21142"/>
              </a:cxn>
              <a:cxn ang="0">
                <a:pos x="connsiteX21143" y="connsiteY21143"/>
              </a:cxn>
              <a:cxn ang="0">
                <a:pos x="connsiteX21144" y="connsiteY21144"/>
              </a:cxn>
              <a:cxn ang="0">
                <a:pos x="connsiteX21145" y="connsiteY21145"/>
              </a:cxn>
              <a:cxn ang="0">
                <a:pos x="connsiteX21146" y="connsiteY21146"/>
              </a:cxn>
              <a:cxn ang="0">
                <a:pos x="connsiteX21147" y="connsiteY21147"/>
              </a:cxn>
              <a:cxn ang="0">
                <a:pos x="connsiteX21148" y="connsiteY21148"/>
              </a:cxn>
              <a:cxn ang="0">
                <a:pos x="connsiteX21149" y="connsiteY21149"/>
              </a:cxn>
              <a:cxn ang="0">
                <a:pos x="connsiteX21150" y="connsiteY21150"/>
              </a:cxn>
              <a:cxn ang="0">
                <a:pos x="connsiteX21151" y="connsiteY21151"/>
              </a:cxn>
              <a:cxn ang="0">
                <a:pos x="connsiteX21152" y="connsiteY21152"/>
              </a:cxn>
              <a:cxn ang="0">
                <a:pos x="connsiteX21153" y="connsiteY21153"/>
              </a:cxn>
              <a:cxn ang="0">
                <a:pos x="connsiteX21154" y="connsiteY21154"/>
              </a:cxn>
              <a:cxn ang="0">
                <a:pos x="connsiteX21155" y="connsiteY21155"/>
              </a:cxn>
              <a:cxn ang="0">
                <a:pos x="connsiteX21156" y="connsiteY21156"/>
              </a:cxn>
              <a:cxn ang="0">
                <a:pos x="connsiteX21157" y="connsiteY21157"/>
              </a:cxn>
              <a:cxn ang="0">
                <a:pos x="connsiteX21158" y="connsiteY21158"/>
              </a:cxn>
              <a:cxn ang="0">
                <a:pos x="connsiteX21159" y="connsiteY21159"/>
              </a:cxn>
              <a:cxn ang="0">
                <a:pos x="connsiteX21160" y="connsiteY21160"/>
              </a:cxn>
              <a:cxn ang="0">
                <a:pos x="connsiteX21161" y="connsiteY21161"/>
              </a:cxn>
              <a:cxn ang="0">
                <a:pos x="connsiteX21162" y="connsiteY21162"/>
              </a:cxn>
              <a:cxn ang="0">
                <a:pos x="connsiteX21163" y="connsiteY21163"/>
              </a:cxn>
              <a:cxn ang="0">
                <a:pos x="connsiteX21164" y="connsiteY21164"/>
              </a:cxn>
              <a:cxn ang="0">
                <a:pos x="connsiteX21165" y="connsiteY21165"/>
              </a:cxn>
              <a:cxn ang="0">
                <a:pos x="connsiteX21166" y="connsiteY21166"/>
              </a:cxn>
              <a:cxn ang="0">
                <a:pos x="connsiteX21167" y="connsiteY21167"/>
              </a:cxn>
              <a:cxn ang="0">
                <a:pos x="connsiteX21168" y="connsiteY21168"/>
              </a:cxn>
              <a:cxn ang="0">
                <a:pos x="connsiteX21169" y="connsiteY21169"/>
              </a:cxn>
              <a:cxn ang="0">
                <a:pos x="connsiteX21170" y="connsiteY21170"/>
              </a:cxn>
              <a:cxn ang="0">
                <a:pos x="connsiteX21171" y="connsiteY21171"/>
              </a:cxn>
              <a:cxn ang="0">
                <a:pos x="connsiteX21172" y="connsiteY21172"/>
              </a:cxn>
              <a:cxn ang="0">
                <a:pos x="connsiteX21173" y="connsiteY21173"/>
              </a:cxn>
              <a:cxn ang="0">
                <a:pos x="connsiteX21174" y="connsiteY21174"/>
              </a:cxn>
              <a:cxn ang="0">
                <a:pos x="connsiteX21175" y="connsiteY21175"/>
              </a:cxn>
              <a:cxn ang="0">
                <a:pos x="connsiteX21176" y="connsiteY21176"/>
              </a:cxn>
              <a:cxn ang="0">
                <a:pos x="connsiteX21177" y="connsiteY21177"/>
              </a:cxn>
              <a:cxn ang="0">
                <a:pos x="connsiteX21178" y="connsiteY21178"/>
              </a:cxn>
              <a:cxn ang="0">
                <a:pos x="connsiteX21179" y="connsiteY21179"/>
              </a:cxn>
              <a:cxn ang="0">
                <a:pos x="connsiteX21180" y="connsiteY21180"/>
              </a:cxn>
              <a:cxn ang="0">
                <a:pos x="connsiteX21181" y="connsiteY21181"/>
              </a:cxn>
              <a:cxn ang="0">
                <a:pos x="connsiteX21182" y="connsiteY21182"/>
              </a:cxn>
              <a:cxn ang="0">
                <a:pos x="connsiteX21183" y="connsiteY21183"/>
              </a:cxn>
              <a:cxn ang="0">
                <a:pos x="connsiteX21184" y="connsiteY21184"/>
              </a:cxn>
              <a:cxn ang="0">
                <a:pos x="connsiteX21185" y="connsiteY21185"/>
              </a:cxn>
              <a:cxn ang="0">
                <a:pos x="connsiteX21186" y="connsiteY21186"/>
              </a:cxn>
              <a:cxn ang="0">
                <a:pos x="connsiteX21187" y="connsiteY21187"/>
              </a:cxn>
              <a:cxn ang="0">
                <a:pos x="connsiteX21188" y="connsiteY21188"/>
              </a:cxn>
              <a:cxn ang="0">
                <a:pos x="connsiteX21189" y="connsiteY21189"/>
              </a:cxn>
              <a:cxn ang="0">
                <a:pos x="connsiteX21190" y="connsiteY21190"/>
              </a:cxn>
              <a:cxn ang="0">
                <a:pos x="connsiteX21191" y="connsiteY21191"/>
              </a:cxn>
              <a:cxn ang="0">
                <a:pos x="connsiteX21192" y="connsiteY21192"/>
              </a:cxn>
              <a:cxn ang="0">
                <a:pos x="connsiteX21193" y="connsiteY21193"/>
              </a:cxn>
              <a:cxn ang="0">
                <a:pos x="connsiteX21194" y="connsiteY21194"/>
              </a:cxn>
              <a:cxn ang="0">
                <a:pos x="connsiteX21195" y="connsiteY21195"/>
              </a:cxn>
              <a:cxn ang="0">
                <a:pos x="connsiteX21196" y="connsiteY21196"/>
              </a:cxn>
              <a:cxn ang="0">
                <a:pos x="connsiteX21197" y="connsiteY21197"/>
              </a:cxn>
              <a:cxn ang="0">
                <a:pos x="connsiteX21198" y="connsiteY21198"/>
              </a:cxn>
              <a:cxn ang="0">
                <a:pos x="connsiteX21199" y="connsiteY21199"/>
              </a:cxn>
              <a:cxn ang="0">
                <a:pos x="connsiteX21200" y="connsiteY21200"/>
              </a:cxn>
              <a:cxn ang="0">
                <a:pos x="connsiteX21201" y="connsiteY21201"/>
              </a:cxn>
              <a:cxn ang="0">
                <a:pos x="connsiteX21202" y="connsiteY21202"/>
              </a:cxn>
              <a:cxn ang="0">
                <a:pos x="connsiteX21203" y="connsiteY21203"/>
              </a:cxn>
              <a:cxn ang="0">
                <a:pos x="connsiteX21204" y="connsiteY21204"/>
              </a:cxn>
              <a:cxn ang="0">
                <a:pos x="connsiteX21205" y="connsiteY21205"/>
              </a:cxn>
              <a:cxn ang="0">
                <a:pos x="connsiteX21206" y="connsiteY21206"/>
              </a:cxn>
              <a:cxn ang="0">
                <a:pos x="connsiteX21207" y="connsiteY21207"/>
              </a:cxn>
              <a:cxn ang="0">
                <a:pos x="connsiteX21208" y="connsiteY21208"/>
              </a:cxn>
              <a:cxn ang="0">
                <a:pos x="connsiteX21209" y="connsiteY21209"/>
              </a:cxn>
              <a:cxn ang="0">
                <a:pos x="connsiteX21210" y="connsiteY21210"/>
              </a:cxn>
              <a:cxn ang="0">
                <a:pos x="connsiteX21211" y="connsiteY21211"/>
              </a:cxn>
              <a:cxn ang="0">
                <a:pos x="connsiteX21212" y="connsiteY21212"/>
              </a:cxn>
              <a:cxn ang="0">
                <a:pos x="connsiteX21213" y="connsiteY21213"/>
              </a:cxn>
              <a:cxn ang="0">
                <a:pos x="connsiteX21214" y="connsiteY21214"/>
              </a:cxn>
              <a:cxn ang="0">
                <a:pos x="connsiteX21215" y="connsiteY21215"/>
              </a:cxn>
              <a:cxn ang="0">
                <a:pos x="connsiteX21216" y="connsiteY21216"/>
              </a:cxn>
              <a:cxn ang="0">
                <a:pos x="connsiteX21217" y="connsiteY21217"/>
              </a:cxn>
              <a:cxn ang="0">
                <a:pos x="connsiteX21218" y="connsiteY21218"/>
              </a:cxn>
              <a:cxn ang="0">
                <a:pos x="connsiteX21219" y="connsiteY21219"/>
              </a:cxn>
              <a:cxn ang="0">
                <a:pos x="connsiteX21220" y="connsiteY21220"/>
              </a:cxn>
              <a:cxn ang="0">
                <a:pos x="connsiteX21221" y="connsiteY21221"/>
              </a:cxn>
              <a:cxn ang="0">
                <a:pos x="connsiteX21222" y="connsiteY21222"/>
              </a:cxn>
              <a:cxn ang="0">
                <a:pos x="connsiteX21223" y="connsiteY21223"/>
              </a:cxn>
              <a:cxn ang="0">
                <a:pos x="connsiteX21224" y="connsiteY21224"/>
              </a:cxn>
              <a:cxn ang="0">
                <a:pos x="connsiteX21225" y="connsiteY21225"/>
              </a:cxn>
              <a:cxn ang="0">
                <a:pos x="connsiteX21226" y="connsiteY21226"/>
              </a:cxn>
              <a:cxn ang="0">
                <a:pos x="connsiteX21227" y="connsiteY21227"/>
              </a:cxn>
              <a:cxn ang="0">
                <a:pos x="connsiteX21228" y="connsiteY21228"/>
              </a:cxn>
              <a:cxn ang="0">
                <a:pos x="connsiteX21229" y="connsiteY21229"/>
              </a:cxn>
              <a:cxn ang="0">
                <a:pos x="connsiteX21230" y="connsiteY21230"/>
              </a:cxn>
              <a:cxn ang="0">
                <a:pos x="connsiteX21231" y="connsiteY21231"/>
              </a:cxn>
              <a:cxn ang="0">
                <a:pos x="connsiteX21232" y="connsiteY21232"/>
              </a:cxn>
              <a:cxn ang="0">
                <a:pos x="connsiteX21233" y="connsiteY21233"/>
              </a:cxn>
              <a:cxn ang="0">
                <a:pos x="connsiteX21234" y="connsiteY21234"/>
              </a:cxn>
              <a:cxn ang="0">
                <a:pos x="connsiteX21235" y="connsiteY21235"/>
              </a:cxn>
              <a:cxn ang="0">
                <a:pos x="connsiteX21236" y="connsiteY21236"/>
              </a:cxn>
              <a:cxn ang="0">
                <a:pos x="connsiteX21237" y="connsiteY21237"/>
              </a:cxn>
              <a:cxn ang="0">
                <a:pos x="connsiteX21238" y="connsiteY21238"/>
              </a:cxn>
              <a:cxn ang="0">
                <a:pos x="connsiteX21239" y="connsiteY21239"/>
              </a:cxn>
              <a:cxn ang="0">
                <a:pos x="connsiteX21240" y="connsiteY21240"/>
              </a:cxn>
              <a:cxn ang="0">
                <a:pos x="connsiteX21241" y="connsiteY21241"/>
              </a:cxn>
              <a:cxn ang="0">
                <a:pos x="connsiteX21242" y="connsiteY21242"/>
              </a:cxn>
              <a:cxn ang="0">
                <a:pos x="connsiteX21243" y="connsiteY21243"/>
              </a:cxn>
              <a:cxn ang="0">
                <a:pos x="connsiteX21244" y="connsiteY21244"/>
              </a:cxn>
              <a:cxn ang="0">
                <a:pos x="connsiteX21245" y="connsiteY21245"/>
              </a:cxn>
              <a:cxn ang="0">
                <a:pos x="connsiteX21246" y="connsiteY21246"/>
              </a:cxn>
              <a:cxn ang="0">
                <a:pos x="connsiteX21247" y="connsiteY21247"/>
              </a:cxn>
              <a:cxn ang="0">
                <a:pos x="connsiteX21248" y="connsiteY21248"/>
              </a:cxn>
              <a:cxn ang="0">
                <a:pos x="connsiteX21249" y="connsiteY21249"/>
              </a:cxn>
              <a:cxn ang="0">
                <a:pos x="connsiteX21250" y="connsiteY21250"/>
              </a:cxn>
              <a:cxn ang="0">
                <a:pos x="connsiteX21251" y="connsiteY21251"/>
              </a:cxn>
              <a:cxn ang="0">
                <a:pos x="connsiteX21252" y="connsiteY21252"/>
              </a:cxn>
              <a:cxn ang="0">
                <a:pos x="connsiteX21253" y="connsiteY21253"/>
              </a:cxn>
              <a:cxn ang="0">
                <a:pos x="connsiteX21254" y="connsiteY21254"/>
              </a:cxn>
              <a:cxn ang="0">
                <a:pos x="connsiteX21255" y="connsiteY21255"/>
              </a:cxn>
              <a:cxn ang="0">
                <a:pos x="connsiteX21256" y="connsiteY21256"/>
              </a:cxn>
              <a:cxn ang="0">
                <a:pos x="connsiteX21257" y="connsiteY21257"/>
              </a:cxn>
              <a:cxn ang="0">
                <a:pos x="connsiteX21258" y="connsiteY21258"/>
              </a:cxn>
              <a:cxn ang="0">
                <a:pos x="connsiteX21259" y="connsiteY21259"/>
              </a:cxn>
              <a:cxn ang="0">
                <a:pos x="connsiteX21260" y="connsiteY21260"/>
              </a:cxn>
              <a:cxn ang="0">
                <a:pos x="connsiteX21261" y="connsiteY21261"/>
              </a:cxn>
              <a:cxn ang="0">
                <a:pos x="connsiteX21262" y="connsiteY21262"/>
              </a:cxn>
              <a:cxn ang="0">
                <a:pos x="connsiteX21263" y="connsiteY21263"/>
              </a:cxn>
              <a:cxn ang="0">
                <a:pos x="connsiteX21264" y="connsiteY21264"/>
              </a:cxn>
              <a:cxn ang="0">
                <a:pos x="connsiteX21265" y="connsiteY21265"/>
              </a:cxn>
              <a:cxn ang="0">
                <a:pos x="connsiteX21266" y="connsiteY21266"/>
              </a:cxn>
              <a:cxn ang="0">
                <a:pos x="connsiteX21267" y="connsiteY21267"/>
              </a:cxn>
              <a:cxn ang="0">
                <a:pos x="connsiteX21268" y="connsiteY21268"/>
              </a:cxn>
              <a:cxn ang="0">
                <a:pos x="connsiteX21269" y="connsiteY21269"/>
              </a:cxn>
              <a:cxn ang="0">
                <a:pos x="connsiteX21270" y="connsiteY21270"/>
              </a:cxn>
              <a:cxn ang="0">
                <a:pos x="connsiteX21271" y="connsiteY21271"/>
              </a:cxn>
              <a:cxn ang="0">
                <a:pos x="connsiteX21272" y="connsiteY21272"/>
              </a:cxn>
              <a:cxn ang="0">
                <a:pos x="connsiteX21273" y="connsiteY21273"/>
              </a:cxn>
              <a:cxn ang="0">
                <a:pos x="connsiteX21274" y="connsiteY21274"/>
              </a:cxn>
              <a:cxn ang="0">
                <a:pos x="connsiteX21275" y="connsiteY21275"/>
              </a:cxn>
              <a:cxn ang="0">
                <a:pos x="connsiteX21276" y="connsiteY21276"/>
              </a:cxn>
              <a:cxn ang="0">
                <a:pos x="connsiteX21277" y="connsiteY21277"/>
              </a:cxn>
              <a:cxn ang="0">
                <a:pos x="connsiteX21278" y="connsiteY21278"/>
              </a:cxn>
              <a:cxn ang="0">
                <a:pos x="connsiteX21279" y="connsiteY21279"/>
              </a:cxn>
              <a:cxn ang="0">
                <a:pos x="connsiteX21280" y="connsiteY21280"/>
              </a:cxn>
              <a:cxn ang="0">
                <a:pos x="connsiteX21281" y="connsiteY21281"/>
              </a:cxn>
              <a:cxn ang="0">
                <a:pos x="connsiteX21282" y="connsiteY21282"/>
              </a:cxn>
              <a:cxn ang="0">
                <a:pos x="connsiteX21283" y="connsiteY21283"/>
              </a:cxn>
              <a:cxn ang="0">
                <a:pos x="connsiteX21284" y="connsiteY21284"/>
              </a:cxn>
              <a:cxn ang="0">
                <a:pos x="connsiteX21285" y="connsiteY21285"/>
              </a:cxn>
              <a:cxn ang="0">
                <a:pos x="connsiteX21286" y="connsiteY21286"/>
              </a:cxn>
              <a:cxn ang="0">
                <a:pos x="connsiteX21287" y="connsiteY21287"/>
              </a:cxn>
              <a:cxn ang="0">
                <a:pos x="connsiteX21288" y="connsiteY21288"/>
              </a:cxn>
              <a:cxn ang="0">
                <a:pos x="connsiteX21289" y="connsiteY21289"/>
              </a:cxn>
              <a:cxn ang="0">
                <a:pos x="connsiteX21290" y="connsiteY21290"/>
              </a:cxn>
              <a:cxn ang="0">
                <a:pos x="connsiteX21291" y="connsiteY21291"/>
              </a:cxn>
              <a:cxn ang="0">
                <a:pos x="connsiteX21292" y="connsiteY21292"/>
              </a:cxn>
              <a:cxn ang="0">
                <a:pos x="connsiteX21293" y="connsiteY21293"/>
              </a:cxn>
              <a:cxn ang="0">
                <a:pos x="connsiteX21294" y="connsiteY21294"/>
              </a:cxn>
              <a:cxn ang="0">
                <a:pos x="connsiteX21295" y="connsiteY21295"/>
              </a:cxn>
              <a:cxn ang="0">
                <a:pos x="connsiteX21296" y="connsiteY21296"/>
              </a:cxn>
              <a:cxn ang="0">
                <a:pos x="connsiteX21297" y="connsiteY21297"/>
              </a:cxn>
              <a:cxn ang="0">
                <a:pos x="connsiteX21298" y="connsiteY21298"/>
              </a:cxn>
              <a:cxn ang="0">
                <a:pos x="connsiteX21299" y="connsiteY21299"/>
              </a:cxn>
              <a:cxn ang="0">
                <a:pos x="connsiteX21300" y="connsiteY21300"/>
              </a:cxn>
              <a:cxn ang="0">
                <a:pos x="connsiteX21301" y="connsiteY21301"/>
              </a:cxn>
              <a:cxn ang="0">
                <a:pos x="connsiteX21302" y="connsiteY21302"/>
              </a:cxn>
              <a:cxn ang="0">
                <a:pos x="connsiteX21303" y="connsiteY21303"/>
              </a:cxn>
              <a:cxn ang="0">
                <a:pos x="connsiteX21304" y="connsiteY21304"/>
              </a:cxn>
              <a:cxn ang="0">
                <a:pos x="connsiteX21305" y="connsiteY21305"/>
              </a:cxn>
              <a:cxn ang="0">
                <a:pos x="connsiteX21306" y="connsiteY21306"/>
              </a:cxn>
              <a:cxn ang="0">
                <a:pos x="connsiteX21307" y="connsiteY21307"/>
              </a:cxn>
              <a:cxn ang="0">
                <a:pos x="connsiteX21308" y="connsiteY21308"/>
              </a:cxn>
              <a:cxn ang="0">
                <a:pos x="connsiteX21309" y="connsiteY21309"/>
              </a:cxn>
              <a:cxn ang="0">
                <a:pos x="connsiteX21310" y="connsiteY21310"/>
              </a:cxn>
              <a:cxn ang="0">
                <a:pos x="connsiteX21311" y="connsiteY21311"/>
              </a:cxn>
              <a:cxn ang="0">
                <a:pos x="connsiteX21312" y="connsiteY21312"/>
              </a:cxn>
              <a:cxn ang="0">
                <a:pos x="connsiteX21313" y="connsiteY21313"/>
              </a:cxn>
              <a:cxn ang="0">
                <a:pos x="connsiteX21314" y="connsiteY21314"/>
              </a:cxn>
              <a:cxn ang="0">
                <a:pos x="connsiteX21315" y="connsiteY21315"/>
              </a:cxn>
              <a:cxn ang="0">
                <a:pos x="connsiteX21316" y="connsiteY21316"/>
              </a:cxn>
              <a:cxn ang="0">
                <a:pos x="connsiteX21317" y="connsiteY21317"/>
              </a:cxn>
              <a:cxn ang="0">
                <a:pos x="connsiteX21318" y="connsiteY21318"/>
              </a:cxn>
              <a:cxn ang="0">
                <a:pos x="connsiteX21319" y="connsiteY21319"/>
              </a:cxn>
              <a:cxn ang="0">
                <a:pos x="connsiteX21320" y="connsiteY21320"/>
              </a:cxn>
              <a:cxn ang="0">
                <a:pos x="connsiteX21321" y="connsiteY21321"/>
              </a:cxn>
              <a:cxn ang="0">
                <a:pos x="connsiteX21322" y="connsiteY21322"/>
              </a:cxn>
              <a:cxn ang="0">
                <a:pos x="connsiteX21323" y="connsiteY21323"/>
              </a:cxn>
              <a:cxn ang="0">
                <a:pos x="connsiteX21324" y="connsiteY21324"/>
              </a:cxn>
              <a:cxn ang="0">
                <a:pos x="connsiteX21325" y="connsiteY21325"/>
              </a:cxn>
              <a:cxn ang="0">
                <a:pos x="connsiteX21326" y="connsiteY21326"/>
              </a:cxn>
              <a:cxn ang="0">
                <a:pos x="connsiteX21327" y="connsiteY21327"/>
              </a:cxn>
              <a:cxn ang="0">
                <a:pos x="connsiteX21328" y="connsiteY21328"/>
              </a:cxn>
              <a:cxn ang="0">
                <a:pos x="connsiteX21329" y="connsiteY21329"/>
              </a:cxn>
              <a:cxn ang="0">
                <a:pos x="connsiteX21330" y="connsiteY21330"/>
              </a:cxn>
              <a:cxn ang="0">
                <a:pos x="connsiteX21331" y="connsiteY21331"/>
              </a:cxn>
              <a:cxn ang="0">
                <a:pos x="connsiteX21332" y="connsiteY21332"/>
              </a:cxn>
              <a:cxn ang="0">
                <a:pos x="connsiteX21333" y="connsiteY21333"/>
              </a:cxn>
              <a:cxn ang="0">
                <a:pos x="connsiteX21334" y="connsiteY21334"/>
              </a:cxn>
              <a:cxn ang="0">
                <a:pos x="connsiteX21335" y="connsiteY21335"/>
              </a:cxn>
              <a:cxn ang="0">
                <a:pos x="connsiteX21336" y="connsiteY21336"/>
              </a:cxn>
              <a:cxn ang="0">
                <a:pos x="connsiteX21337" y="connsiteY21337"/>
              </a:cxn>
              <a:cxn ang="0">
                <a:pos x="connsiteX21338" y="connsiteY21338"/>
              </a:cxn>
              <a:cxn ang="0">
                <a:pos x="connsiteX21339" y="connsiteY21339"/>
              </a:cxn>
              <a:cxn ang="0">
                <a:pos x="connsiteX21340" y="connsiteY21340"/>
              </a:cxn>
              <a:cxn ang="0">
                <a:pos x="connsiteX21341" y="connsiteY21341"/>
              </a:cxn>
              <a:cxn ang="0">
                <a:pos x="connsiteX21342" y="connsiteY21342"/>
              </a:cxn>
              <a:cxn ang="0">
                <a:pos x="connsiteX21343" y="connsiteY21343"/>
              </a:cxn>
              <a:cxn ang="0">
                <a:pos x="connsiteX21344" y="connsiteY21344"/>
              </a:cxn>
              <a:cxn ang="0">
                <a:pos x="connsiteX21345" y="connsiteY21345"/>
              </a:cxn>
              <a:cxn ang="0">
                <a:pos x="connsiteX21346" y="connsiteY21346"/>
              </a:cxn>
              <a:cxn ang="0">
                <a:pos x="connsiteX21347" y="connsiteY21347"/>
              </a:cxn>
              <a:cxn ang="0">
                <a:pos x="connsiteX21348" y="connsiteY21348"/>
              </a:cxn>
              <a:cxn ang="0">
                <a:pos x="connsiteX21349" y="connsiteY21349"/>
              </a:cxn>
              <a:cxn ang="0">
                <a:pos x="connsiteX21350" y="connsiteY21350"/>
              </a:cxn>
              <a:cxn ang="0">
                <a:pos x="connsiteX21351" y="connsiteY21351"/>
              </a:cxn>
              <a:cxn ang="0">
                <a:pos x="connsiteX21352" y="connsiteY21352"/>
              </a:cxn>
              <a:cxn ang="0">
                <a:pos x="connsiteX21353" y="connsiteY21353"/>
              </a:cxn>
              <a:cxn ang="0">
                <a:pos x="connsiteX21354" y="connsiteY21354"/>
              </a:cxn>
              <a:cxn ang="0">
                <a:pos x="connsiteX21355" y="connsiteY21355"/>
              </a:cxn>
              <a:cxn ang="0">
                <a:pos x="connsiteX21356" y="connsiteY21356"/>
              </a:cxn>
              <a:cxn ang="0">
                <a:pos x="connsiteX21357" y="connsiteY21357"/>
              </a:cxn>
              <a:cxn ang="0">
                <a:pos x="connsiteX21358" y="connsiteY21358"/>
              </a:cxn>
              <a:cxn ang="0">
                <a:pos x="connsiteX21359" y="connsiteY21359"/>
              </a:cxn>
              <a:cxn ang="0">
                <a:pos x="connsiteX21360" y="connsiteY21360"/>
              </a:cxn>
              <a:cxn ang="0">
                <a:pos x="connsiteX21361" y="connsiteY21361"/>
              </a:cxn>
              <a:cxn ang="0">
                <a:pos x="connsiteX21362" y="connsiteY21362"/>
              </a:cxn>
              <a:cxn ang="0">
                <a:pos x="connsiteX21363" y="connsiteY21363"/>
              </a:cxn>
              <a:cxn ang="0">
                <a:pos x="connsiteX21364" y="connsiteY21364"/>
              </a:cxn>
              <a:cxn ang="0">
                <a:pos x="connsiteX21365" y="connsiteY21365"/>
              </a:cxn>
              <a:cxn ang="0">
                <a:pos x="connsiteX21366" y="connsiteY21366"/>
              </a:cxn>
              <a:cxn ang="0">
                <a:pos x="connsiteX21367" y="connsiteY21367"/>
              </a:cxn>
              <a:cxn ang="0">
                <a:pos x="connsiteX21368" y="connsiteY21368"/>
              </a:cxn>
              <a:cxn ang="0">
                <a:pos x="connsiteX21369" y="connsiteY21369"/>
              </a:cxn>
              <a:cxn ang="0">
                <a:pos x="connsiteX21370" y="connsiteY21370"/>
              </a:cxn>
              <a:cxn ang="0">
                <a:pos x="connsiteX21371" y="connsiteY21371"/>
              </a:cxn>
              <a:cxn ang="0">
                <a:pos x="connsiteX21372" y="connsiteY21372"/>
              </a:cxn>
              <a:cxn ang="0">
                <a:pos x="connsiteX21373" y="connsiteY21373"/>
              </a:cxn>
              <a:cxn ang="0">
                <a:pos x="connsiteX21374" y="connsiteY21374"/>
              </a:cxn>
              <a:cxn ang="0">
                <a:pos x="connsiteX21375" y="connsiteY21375"/>
              </a:cxn>
              <a:cxn ang="0">
                <a:pos x="connsiteX21376" y="connsiteY21376"/>
              </a:cxn>
              <a:cxn ang="0">
                <a:pos x="connsiteX21377" y="connsiteY21377"/>
              </a:cxn>
              <a:cxn ang="0">
                <a:pos x="connsiteX21378" y="connsiteY21378"/>
              </a:cxn>
              <a:cxn ang="0">
                <a:pos x="connsiteX21379" y="connsiteY21379"/>
              </a:cxn>
              <a:cxn ang="0">
                <a:pos x="connsiteX21380" y="connsiteY21380"/>
              </a:cxn>
              <a:cxn ang="0">
                <a:pos x="connsiteX21381" y="connsiteY21381"/>
              </a:cxn>
              <a:cxn ang="0">
                <a:pos x="connsiteX21382" y="connsiteY21382"/>
              </a:cxn>
              <a:cxn ang="0">
                <a:pos x="connsiteX21383" y="connsiteY21383"/>
              </a:cxn>
              <a:cxn ang="0">
                <a:pos x="connsiteX21384" y="connsiteY21384"/>
              </a:cxn>
              <a:cxn ang="0">
                <a:pos x="connsiteX21385" y="connsiteY21385"/>
              </a:cxn>
              <a:cxn ang="0">
                <a:pos x="connsiteX21386" y="connsiteY21386"/>
              </a:cxn>
              <a:cxn ang="0">
                <a:pos x="connsiteX21387" y="connsiteY21387"/>
              </a:cxn>
              <a:cxn ang="0">
                <a:pos x="connsiteX21388" y="connsiteY21388"/>
              </a:cxn>
              <a:cxn ang="0">
                <a:pos x="connsiteX21389" y="connsiteY21389"/>
              </a:cxn>
              <a:cxn ang="0">
                <a:pos x="connsiteX21390" y="connsiteY21390"/>
              </a:cxn>
              <a:cxn ang="0">
                <a:pos x="connsiteX21391" y="connsiteY21391"/>
              </a:cxn>
              <a:cxn ang="0">
                <a:pos x="connsiteX21392" y="connsiteY21392"/>
              </a:cxn>
              <a:cxn ang="0">
                <a:pos x="connsiteX21393" y="connsiteY21393"/>
              </a:cxn>
              <a:cxn ang="0">
                <a:pos x="connsiteX21394" y="connsiteY21394"/>
              </a:cxn>
              <a:cxn ang="0">
                <a:pos x="connsiteX21395" y="connsiteY21395"/>
              </a:cxn>
              <a:cxn ang="0">
                <a:pos x="connsiteX21396" y="connsiteY21396"/>
              </a:cxn>
              <a:cxn ang="0">
                <a:pos x="connsiteX21397" y="connsiteY21397"/>
              </a:cxn>
              <a:cxn ang="0">
                <a:pos x="connsiteX21398" y="connsiteY21398"/>
              </a:cxn>
              <a:cxn ang="0">
                <a:pos x="connsiteX21399" y="connsiteY21399"/>
              </a:cxn>
              <a:cxn ang="0">
                <a:pos x="connsiteX21400" y="connsiteY21400"/>
              </a:cxn>
              <a:cxn ang="0">
                <a:pos x="connsiteX21401" y="connsiteY21401"/>
              </a:cxn>
              <a:cxn ang="0">
                <a:pos x="connsiteX21402" y="connsiteY21402"/>
              </a:cxn>
              <a:cxn ang="0">
                <a:pos x="connsiteX21403" y="connsiteY21403"/>
              </a:cxn>
              <a:cxn ang="0">
                <a:pos x="connsiteX21404" y="connsiteY21404"/>
              </a:cxn>
              <a:cxn ang="0">
                <a:pos x="connsiteX21405" y="connsiteY21405"/>
              </a:cxn>
              <a:cxn ang="0">
                <a:pos x="connsiteX21406" y="connsiteY21406"/>
              </a:cxn>
              <a:cxn ang="0">
                <a:pos x="connsiteX21407" y="connsiteY21407"/>
              </a:cxn>
              <a:cxn ang="0">
                <a:pos x="connsiteX21408" y="connsiteY21408"/>
              </a:cxn>
              <a:cxn ang="0">
                <a:pos x="connsiteX21409" y="connsiteY21409"/>
              </a:cxn>
              <a:cxn ang="0">
                <a:pos x="connsiteX21410" y="connsiteY21410"/>
              </a:cxn>
              <a:cxn ang="0">
                <a:pos x="connsiteX21411" y="connsiteY21411"/>
              </a:cxn>
              <a:cxn ang="0">
                <a:pos x="connsiteX21412" y="connsiteY21412"/>
              </a:cxn>
              <a:cxn ang="0">
                <a:pos x="connsiteX21413" y="connsiteY21413"/>
              </a:cxn>
              <a:cxn ang="0">
                <a:pos x="connsiteX21414" y="connsiteY21414"/>
              </a:cxn>
              <a:cxn ang="0">
                <a:pos x="connsiteX21415" y="connsiteY21415"/>
              </a:cxn>
              <a:cxn ang="0">
                <a:pos x="connsiteX21416" y="connsiteY21416"/>
              </a:cxn>
              <a:cxn ang="0">
                <a:pos x="connsiteX21417" y="connsiteY21417"/>
              </a:cxn>
              <a:cxn ang="0">
                <a:pos x="connsiteX21418" y="connsiteY21418"/>
              </a:cxn>
              <a:cxn ang="0">
                <a:pos x="connsiteX21419" y="connsiteY21419"/>
              </a:cxn>
              <a:cxn ang="0">
                <a:pos x="connsiteX21420" y="connsiteY21420"/>
              </a:cxn>
              <a:cxn ang="0">
                <a:pos x="connsiteX21421" y="connsiteY21421"/>
              </a:cxn>
              <a:cxn ang="0">
                <a:pos x="connsiteX21422" y="connsiteY21422"/>
              </a:cxn>
              <a:cxn ang="0">
                <a:pos x="connsiteX21423" y="connsiteY21423"/>
              </a:cxn>
              <a:cxn ang="0">
                <a:pos x="connsiteX21424" y="connsiteY21424"/>
              </a:cxn>
              <a:cxn ang="0">
                <a:pos x="connsiteX21425" y="connsiteY21425"/>
              </a:cxn>
              <a:cxn ang="0">
                <a:pos x="connsiteX21426" y="connsiteY21426"/>
              </a:cxn>
              <a:cxn ang="0">
                <a:pos x="connsiteX21427" y="connsiteY21427"/>
              </a:cxn>
              <a:cxn ang="0">
                <a:pos x="connsiteX21428" y="connsiteY21428"/>
              </a:cxn>
              <a:cxn ang="0">
                <a:pos x="connsiteX21429" y="connsiteY21429"/>
              </a:cxn>
              <a:cxn ang="0">
                <a:pos x="connsiteX21430" y="connsiteY21430"/>
              </a:cxn>
              <a:cxn ang="0">
                <a:pos x="connsiteX21431" y="connsiteY21431"/>
              </a:cxn>
              <a:cxn ang="0">
                <a:pos x="connsiteX21432" y="connsiteY21432"/>
              </a:cxn>
              <a:cxn ang="0">
                <a:pos x="connsiteX21433" y="connsiteY21433"/>
              </a:cxn>
              <a:cxn ang="0">
                <a:pos x="connsiteX21434" y="connsiteY21434"/>
              </a:cxn>
              <a:cxn ang="0">
                <a:pos x="connsiteX21435" y="connsiteY21435"/>
              </a:cxn>
              <a:cxn ang="0">
                <a:pos x="connsiteX21436" y="connsiteY21436"/>
              </a:cxn>
              <a:cxn ang="0">
                <a:pos x="connsiteX21437" y="connsiteY21437"/>
              </a:cxn>
              <a:cxn ang="0">
                <a:pos x="connsiteX21438" y="connsiteY21438"/>
              </a:cxn>
              <a:cxn ang="0">
                <a:pos x="connsiteX21439" y="connsiteY21439"/>
              </a:cxn>
              <a:cxn ang="0">
                <a:pos x="connsiteX21440" y="connsiteY21440"/>
              </a:cxn>
              <a:cxn ang="0">
                <a:pos x="connsiteX21441" y="connsiteY21441"/>
              </a:cxn>
              <a:cxn ang="0">
                <a:pos x="connsiteX21442" y="connsiteY21442"/>
              </a:cxn>
              <a:cxn ang="0">
                <a:pos x="connsiteX21443" y="connsiteY21443"/>
              </a:cxn>
              <a:cxn ang="0">
                <a:pos x="connsiteX21444" y="connsiteY21444"/>
              </a:cxn>
              <a:cxn ang="0">
                <a:pos x="connsiteX21445" y="connsiteY21445"/>
              </a:cxn>
              <a:cxn ang="0">
                <a:pos x="connsiteX21446" y="connsiteY21446"/>
              </a:cxn>
              <a:cxn ang="0">
                <a:pos x="connsiteX21447" y="connsiteY21447"/>
              </a:cxn>
              <a:cxn ang="0">
                <a:pos x="connsiteX21448" y="connsiteY21448"/>
              </a:cxn>
              <a:cxn ang="0">
                <a:pos x="connsiteX21449" y="connsiteY21449"/>
              </a:cxn>
              <a:cxn ang="0">
                <a:pos x="connsiteX21450" y="connsiteY21450"/>
              </a:cxn>
              <a:cxn ang="0">
                <a:pos x="connsiteX21451" y="connsiteY21451"/>
              </a:cxn>
              <a:cxn ang="0">
                <a:pos x="connsiteX21452" y="connsiteY21452"/>
              </a:cxn>
              <a:cxn ang="0">
                <a:pos x="connsiteX21453" y="connsiteY21453"/>
              </a:cxn>
              <a:cxn ang="0">
                <a:pos x="connsiteX21454" y="connsiteY21454"/>
              </a:cxn>
              <a:cxn ang="0">
                <a:pos x="connsiteX21455" y="connsiteY21455"/>
              </a:cxn>
              <a:cxn ang="0">
                <a:pos x="connsiteX21456" y="connsiteY21456"/>
              </a:cxn>
              <a:cxn ang="0">
                <a:pos x="connsiteX21457" y="connsiteY21457"/>
              </a:cxn>
              <a:cxn ang="0">
                <a:pos x="connsiteX21458" y="connsiteY21458"/>
              </a:cxn>
              <a:cxn ang="0">
                <a:pos x="connsiteX21459" y="connsiteY21459"/>
              </a:cxn>
              <a:cxn ang="0">
                <a:pos x="connsiteX21460" y="connsiteY21460"/>
              </a:cxn>
              <a:cxn ang="0">
                <a:pos x="connsiteX21461" y="connsiteY21461"/>
              </a:cxn>
              <a:cxn ang="0">
                <a:pos x="connsiteX21462" y="connsiteY21462"/>
              </a:cxn>
              <a:cxn ang="0">
                <a:pos x="connsiteX21463" y="connsiteY21463"/>
              </a:cxn>
              <a:cxn ang="0">
                <a:pos x="connsiteX21464" y="connsiteY21464"/>
              </a:cxn>
              <a:cxn ang="0">
                <a:pos x="connsiteX21465" y="connsiteY21465"/>
              </a:cxn>
              <a:cxn ang="0">
                <a:pos x="connsiteX21466" y="connsiteY21466"/>
              </a:cxn>
              <a:cxn ang="0">
                <a:pos x="connsiteX21467" y="connsiteY21467"/>
              </a:cxn>
              <a:cxn ang="0">
                <a:pos x="connsiteX21468" y="connsiteY21468"/>
              </a:cxn>
              <a:cxn ang="0">
                <a:pos x="connsiteX21469" y="connsiteY21469"/>
              </a:cxn>
              <a:cxn ang="0">
                <a:pos x="connsiteX21470" y="connsiteY21470"/>
              </a:cxn>
              <a:cxn ang="0">
                <a:pos x="connsiteX21471" y="connsiteY21471"/>
              </a:cxn>
              <a:cxn ang="0">
                <a:pos x="connsiteX21472" y="connsiteY21472"/>
              </a:cxn>
              <a:cxn ang="0">
                <a:pos x="connsiteX21473" y="connsiteY21473"/>
              </a:cxn>
              <a:cxn ang="0">
                <a:pos x="connsiteX21474" y="connsiteY21474"/>
              </a:cxn>
              <a:cxn ang="0">
                <a:pos x="connsiteX21475" y="connsiteY21475"/>
              </a:cxn>
              <a:cxn ang="0">
                <a:pos x="connsiteX21476" y="connsiteY21476"/>
              </a:cxn>
              <a:cxn ang="0">
                <a:pos x="connsiteX21477" y="connsiteY21477"/>
              </a:cxn>
              <a:cxn ang="0">
                <a:pos x="connsiteX21478" y="connsiteY21478"/>
              </a:cxn>
              <a:cxn ang="0">
                <a:pos x="connsiteX21479" y="connsiteY21479"/>
              </a:cxn>
              <a:cxn ang="0">
                <a:pos x="connsiteX21480" y="connsiteY21480"/>
              </a:cxn>
              <a:cxn ang="0">
                <a:pos x="connsiteX21481" y="connsiteY21481"/>
              </a:cxn>
              <a:cxn ang="0">
                <a:pos x="connsiteX21482" y="connsiteY21482"/>
              </a:cxn>
              <a:cxn ang="0">
                <a:pos x="connsiteX21483" y="connsiteY21483"/>
              </a:cxn>
              <a:cxn ang="0">
                <a:pos x="connsiteX21484" y="connsiteY21484"/>
              </a:cxn>
              <a:cxn ang="0">
                <a:pos x="connsiteX21485" y="connsiteY21485"/>
              </a:cxn>
              <a:cxn ang="0">
                <a:pos x="connsiteX21486" y="connsiteY21486"/>
              </a:cxn>
              <a:cxn ang="0">
                <a:pos x="connsiteX21487" y="connsiteY21487"/>
              </a:cxn>
              <a:cxn ang="0">
                <a:pos x="connsiteX21488" y="connsiteY21488"/>
              </a:cxn>
              <a:cxn ang="0">
                <a:pos x="connsiteX21489" y="connsiteY21489"/>
              </a:cxn>
              <a:cxn ang="0">
                <a:pos x="connsiteX21490" y="connsiteY21490"/>
              </a:cxn>
              <a:cxn ang="0">
                <a:pos x="connsiteX21491" y="connsiteY21491"/>
              </a:cxn>
              <a:cxn ang="0">
                <a:pos x="connsiteX21492" y="connsiteY21492"/>
              </a:cxn>
              <a:cxn ang="0">
                <a:pos x="connsiteX21493" y="connsiteY21493"/>
              </a:cxn>
              <a:cxn ang="0">
                <a:pos x="connsiteX21494" y="connsiteY21494"/>
              </a:cxn>
              <a:cxn ang="0">
                <a:pos x="connsiteX21495" y="connsiteY21495"/>
              </a:cxn>
              <a:cxn ang="0">
                <a:pos x="connsiteX21496" y="connsiteY21496"/>
              </a:cxn>
              <a:cxn ang="0">
                <a:pos x="connsiteX21497" y="connsiteY21497"/>
              </a:cxn>
              <a:cxn ang="0">
                <a:pos x="connsiteX21498" y="connsiteY21498"/>
              </a:cxn>
              <a:cxn ang="0">
                <a:pos x="connsiteX21499" y="connsiteY21499"/>
              </a:cxn>
              <a:cxn ang="0">
                <a:pos x="connsiteX21500" y="connsiteY21500"/>
              </a:cxn>
              <a:cxn ang="0">
                <a:pos x="connsiteX21501" y="connsiteY21501"/>
              </a:cxn>
              <a:cxn ang="0">
                <a:pos x="connsiteX21502" y="connsiteY21502"/>
              </a:cxn>
              <a:cxn ang="0">
                <a:pos x="connsiteX21503" y="connsiteY21503"/>
              </a:cxn>
              <a:cxn ang="0">
                <a:pos x="connsiteX21504" y="connsiteY21504"/>
              </a:cxn>
              <a:cxn ang="0">
                <a:pos x="connsiteX21505" y="connsiteY21505"/>
              </a:cxn>
              <a:cxn ang="0">
                <a:pos x="connsiteX21506" y="connsiteY21506"/>
              </a:cxn>
              <a:cxn ang="0">
                <a:pos x="connsiteX21507" y="connsiteY21507"/>
              </a:cxn>
              <a:cxn ang="0">
                <a:pos x="connsiteX21508" y="connsiteY21508"/>
              </a:cxn>
              <a:cxn ang="0">
                <a:pos x="connsiteX21509" y="connsiteY21509"/>
              </a:cxn>
              <a:cxn ang="0">
                <a:pos x="connsiteX21510" y="connsiteY21510"/>
              </a:cxn>
              <a:cxn ang="0">
                <a:pos x="connsiteX21511" y="connsiteY21511"/>
              </a:cxn>
              <a:cxn ang="0">
                <a:pos x="connsiteX21512" y="connsiteY21512"/>
              </a:cxn>
              <a:cxn ang="0">
                <a:pos x="connsiteX21513" y="connsiteY21513"/>
              </a:cxn>
              <a:cxn ang="0">
                <a:pos x="connsiteX21514" y="connsiteY21514"/>
              </a:cxn>
              <a:cxn ang="0">
                <a:pos x="connsiteX21515" y="connsiteY21515"/>
              </a:cxn>
              <a:cxn ang="0">
                <a:pos x="connsiteX21516" y="connsiteY21516"/>
              </a:cxn>
              <a:cxn ang="0">
                <a:pos x="connsiteX21517" y="connsiteY21517"/>
              </a:cxn>
              <a:cxn ang="0">
                <a:pos x="connsiteX21518" y="connsiteY21518"/>
              </a:cxn>
              <a:cxn ang="0">
                <a:pos x="connsiteX21519" y="connsiteY21519"/>
              </a:cxn>
              <a:cxn ang="0">
                <a:pos x="connsiteX21520" y="connsiteY21520"/>
              </a:cxn>
              <a:cxn ang="0">
                <a:pos x="connsiteX21521" y="connsiteY21521"/>
              </a:cxn>
              <a:cxn ang="0">
                <a:pos x="connsiteX21522" y="connsiteY21522"/>
              </a:cxn>
              <a:cxn ang="0">
                <a:pos x="connsiteX21523" y="connsiteY21523"/>
              </a:cxn>
              <a:cxn ang="0">
                <a:pos x="connsiteX21524" y="connsiteY21524"/>
              </a:cxn>
              <a:cxn ang="0">
                <a:pos x="connsiteX21525" y="connsiteY21525"/>
              </a:cxn>
              <a:cxn ang="0">
                <a:pos x="connsiteX21526" y="connsiteY21526"/>
              </a:cxn>
              <a:cxn ang="0">
                <a:pos x="connsiteX21527" y="connsiteY21527"/>
              </a:cxn>
              <a:cxn ang="0">
                <a:pos x="connsiteX21528" y="connsiteY21528"/>
              </a:cxn>
              <a:cxn ang="0">
                <a:pos x="connsiteX21529" y="connsiteY21529"/>
              </a:cxn>
              <a:cxn ang="0">
                <a:pos x="connsiteX21530" y="connsiteY21530"/>
              </a:cxn>
              <a:cxn ang="0">
                <a:pos x="connsiteX21531" y="connsiteY21531"/>
              </a:cxn>
              <a:cxn ang="0">
                <a:pos x="connsiteX21532" y="connsiteY21532"/>
              </a:cxn>
              <a:cxn ang="0">
                <a:pos x="connsiteX21533" y="connsiteY21533"/>
              </a:cxn>
              <a:cxn ang="0">
                <a:pos x="connsiteX21534" y="connsiteY21534"/>
              </a:cxn>
              <a:cxn ang="0">
                <a:pos x="connsiteX21535" y="connsiteY21535"/>
              </a:cxn>
              <a:cxn ang="0">
                <a:pos x="connsiteX21536" y="connsiteY21536"/>
              </a:cxn>
              <a:cxn ang="0">
                <a:pos x="connsiteX21537" y="connsiteY21537"/>
              </a:cxn>
              <a:cxn ang="0">
                <a:pos x="connsiteX21538" y="connsiteY21538"/>
              </a:cxn>
              <a:cxn ang="0">
                <a:pos x="connsiteX21539" y="connsiteY21539"/>
              </a:cxn>
              <a:cxn ang="0">
                <a:pos x="connsiteX21540" y="connsiteY21540"/>
              </a:cxn>
              <a:cxn ang="0">
                <a:pos x="connsiteX21541" y="connsiteY21541"/>
              </a:cxn>
              <a:cxn ang="0">
                <a:pos x="connsiteX21542" y="connsiteY21542"/>
              </a:cxn>
              <a:cxn ang="0">
                <a:pos x="connsiteX21543" y="connsiteY21543"/>
              </a:cxn>
              <a:cxn ang="0">
                <a:pos x="connsiteX21544" y="connsiteY21544"/>
              </a:cxn>
              <a:cxn ang="0">
                <a:pos x="connsiteX21545" y="connsiteY21545"/>
              </a:cxn>
              <a:cxn ang="0">
                <a:pos x="connsiteX21546" y="connsiteY21546"/>
              </a:cxn>
              <a:cxn ang="0">
                <a:pos x="connsiteX21547" y="connsiteY21547"/>
              </a:cxn>
              <a:cxn ang="0">
                <a:pos x="connsiteX21548" y="connsiteY21548"/>
              </a:cxn>
              <a:cxn ang="0">
                <a:pos x="connsiteX21549" y="connsiteY21549"/>
              </a:cxn>
              <a:cxn ang="0">
                <a:pos x="connsiteX21550" y="connsiteY21550"/>
              </a:cxn>
              <a:cxn ang="0">
                <a:pos x="connsiteX21551" y="connsiteY21551"/>
              </a:cxn>
              <a:cxn ang="0">
                <a:pos x="connsiteX21552" y="connsiteY21552"/>
              </a:cxn>
              <a:cxn ang="0">
                <a:pos x="connsiteX21553" y="connsiteY21553"/>
              </a:cxn>
              <a:cxn ang="0">
                <a:pos x="connsiteX21554" y="connsiteY21554"/>
              </a:cxn>
              <a:cxn ang="0">
                <a:pos x="connsiteX21555" y="connsiteY21555"/>
              </a:cxn>
              <a:cxn ang="0">
                <a:pos x="connsiteX21556" y="connsiteY21556"/>
              </a:cxn>
              <a:cxn ang="0">
                <a:pos x="connsiteX21557" y="connsiteY21557"/>
              </a:cxn>
              <a:cxn ang="0">
                <a:pos x="connsiteX21558" y="connsiteY21558"/>
              </a:cxn>
              <a:cxn ang="0">
                <a:pos x="connsiteX21559" y="connsiteY21559"/>
              </a:cxn>
              <a:cxn ang="0">
                <a:pos x="connsiteX21560" y="connsiteY21560"/>
              </a:cxn>
              <a:cxn ang="0">
                <a:pos x="connsiteX21561" y="connsiteY21561"/>
              </a:cxn>
              <a:cxn ang="0">
                <a:pos x="connsiteX21562" y="connsiteY21562"/>
              </a:cxn>
              <a:cxn ang="0">
                <a:pos x="connsiteX21563" y="connsiteY21563"/>
              </a:cxn>
              <a:cxn ang="0">
                <a:pos x="connsiteX21564" y="connsiteY21564"/>
              </a:cxn>
              <a:cxn ang="0">
                <a:pos x="connsiteX21565" y="connsiteY21565"/>
              </a:cxn>
              <a:cxn ang="0">
                <a:pos x="connsiteX21566" y="connsiteY21566"/>
              </a:cxn>
              <a:cxn ang="0">
                <a:pos x="connsiteX21567" y="connsiteY21567"/>
              </a:cxn>
              <a:cxn ang="0">
                <a:pos x="connsiteX21568" y="connsiteY21568"/>
              </a:cxn>
              <a:cxn ang="0">
                <a:pos x="connsiteX21569" y="connsiteY21569"/>
              </a:cxn>
              <a:cxn ang="0">
                <a:pos x="connsiteX21570" y="connsiteY21570"/>
              </a:cxn>
              <a:cxn ang="0">
                <a:pos x="connsiteX21571" y="connsiteY21571"/>
              </a:cxn>
              <a:cxn ang="0">
                <a:pos x="connsiteX21572" y="connsiteY21572"/>
              </a:cxn>
              <a:cxn ang="0">
                <a:pos x="connsiteX21573" y="connsiteY21573"/>
              </a:cxn>
              <a:cxn ang="0">
                <a:pos x="connsiteX21574" y="connsiteY21574"/>
              </a:cxn>
              <a:cxn ang="0">
                <a:pos x="connsiteX21575" y="connsiteY21575"/>
              </a:cxn>
              <a:cxn ang="0">
                <a:pos x="connsiteX21576" y="connsiteY21576"/>
              </a:cxn>
              <a:cxn ang="0">
                <a:pos x="connsiteX21577" y="connsiteY21577"/>
              </a:cxn>
              <a:cxn ang="0">
                <a:pos x="connsiteX21578" y="connsiteY21578"/>
              </a:cxn>
              <a:cxn ang="0">
                <a:pos x="connsiteX21579" y="connsiteY21579"/>
              </a:cxn>
              <a:cxn ang="0">
                <a:pos x="connsiteX21580" y="connsiteY21580"/>
              </a:cxn>
              <a:cxn ang="0">
                <a:pos x="connsiteX21581" y="connsiteY21581"/>
              </a:cxn>
              <a:cxn ang="0">
                <a:pos x="connsiteX21582" y="connsiteY21582"/>
              </a:cxn>
              <a:cxn ang="0">
                <a:pos x="connsiteX21583" y="connsiteY21583"/>
              </a:cxn>
              <a:cxn ang="0">
                <a:pos x="connsiteX21584" y="connsiteY21584"/>
              </a:cxn>
              <a:cxn ang="0">
                <a:pos x="connsiteX21585" y="connsiteY21585"/>
              </a:cxn>
              <a:cxn ang="0">
                <a:pos x="connsiteX21586" y="connsiteY21586"/>
              </a:cxn>
              <a:cxn ang="0">
                <a:pos x="connsiteX21587" y="connsiteY21587"/>
              </a:cxn>
              <a:cxn ang="0">
                <a:pos x="connsiteX21588" y="connsiteY21588"/>
              </a:cxn>
              <a:cxn ang="0">
                <a:pos x="connsiteX21589" y="connsiteY21589"/>
              </a:cxn>
              <a:cxn ang="0">
                <a:pos x="connsiteX21590" y="connsiteY21590"/>
              </a:cxn>
              <a:cxn ang="0">
                <a:pos x="connsiteX21591" y="connsiteY21591"/>
              </a:cxn>
              <a:cxn ang="0">
                <a:pos x="connsiteX21592" y="connsiteY21592"/>
              </a:cxn>
              <a:cxn ang="0">
                <a:pos x="connsiteX21593" y="connsiteY21593"/>
              </a:cxn>
              <a:cxn ang="0">
                <a:pos x="connsiteX21594" y="connsiteY21594"/>
              </a:cxn>
              <a:cxn ang="0">
                <a:pos x="connsiteX21595" y="connsiteY21595"/>
              </a:cxn>
              <a:cxn ang="0">
                <a:pos x="connsiteX21596" y="connsiteY21596"/>
              </a:cxn>
              <a:cxn ang="0">
                <a:pos x="connsiteX21597" y="connsiteY21597"/>
              </a:cxn>
              <a:cxn ang="0">
                <a:pos x="connsiteX21598" y="connsiteY21598"/>
              </a:cxn>
              <a:cxn ang="0">
                <a:pos x="connsiteX21599" y="connsiteY21599"/>
              </a:cxn>
              <a:cxn ang="0">
                <a:pos x="connsiteX21600" y="connsiteY21600"/>
              </a:cxn>
              <a:cxn ang="0">
                <a:pos x="connsiteX21601" y="connsiteY21601"/>
              </a:cxn>
              <a:cxn ang="0">
                <a:pos x="connsiteX21602" y="connsiteY21602"/>
              </a:cxn>
              <a:cxn ang="0">
                <a:pos x="connsiteX21603" y="connsiteY21603"/>
              </a:cxn>
              <a:cxn ang="0">
                <a:pos x="connsiteX21604" y="connsiteY21604"/>
              </a:cxn>
              <a:cxn ang="0">
                <a:pos x="connsiteX21605" y="connsiteY21605"/>
              </a:cxn>
              <a:cxn ang="0">
                <a:pos x="connsiteX21606" y="connsiteY21606"/>
              </a:cxn>
              <a:cxn ang="0">
                <a:pos x="connsiteX21607" y="connsiteY21607"/>
              </a:cxn>
              <a:cxn ang="0">
                <a:pos x="connsiteX21608" y="connsiteY21608"/>
              </a:cxn>
              <a:cxn ang="0">
                <a:pos x="connsiteX21609" y="connsiteY21609"/>
              </a:cxn>
              <a:cxn ang="0">
                <a:pos x="connsiteX21610" y="connsiteY21610"/>
              </a:cxn>
              <a:cxn ang="0">
                <a:pos x="connsiteX21611" y="connsiteY21611"/>
              </a:cxn>
              <a:cxn ang="0">
                <a:pos x="connsiteX21612" y="connsiteY21612"/>
              </a:cxn>
              <a:cxn ang="0">
                <a:pos x="connsiteX21613" y="connsiteY21613"/>
              </a:cxn>
              <a:cxn ang="0">
                <a:pos x="connsiteX21614" y="connsiteY21614"/>
              </a:cxn>
              <a:cxn ang="0">
                <a:pos x="connsiteX21615" y="connsiteY21615"/>
              </a:cxn>
              <a:cxn ang="0">
                <a:pos x="connsiteX21616" y="connsiteY21616"/>
              </a:cxn>
              <a:cxn ang="0">
                <a:pos x="connsiteX21617" y="connsiteY21617"/>
              </a:cxn>
              <a:cxn ang="0">
                <a:pos x="connsiteX21618" y="connsiteY21618"/>
              </a:cxn>
              <a:cxn ang="0">
                <a:pos x="connsiteX21619" y="connsiteY21619"/>
              </a:cxn>
              <a:cxn ang="0">
                <a:pos x="connsiteX21620" y="connsiteY21620"/>
              </a:cxn>
              <a:cxn ang="0">
                <a:pos x="connsiteX21621" y="connsiteY21621"/>
              </a:cxn>
              <a:cxn ang="0">
                <a:pos x="connsiteX21622" y="connsiteY21622"/>
              </a:cxn>
              <a:cxn ang="0">
                <a:pos x="connsiteX21623" y="connsiteY21623"/>
              </a:cxn>
              <a:cxn ang="0">
                <a:pos x="connsiteX21624" y="connsiteY21624"/>
              </a:cxn>
              <a:cxn ang="0">
                <a:pos x="connsiteX21625" y="connsiteY21625"/>
              </a:cxn>
              <a:cxn ang="0">
                <a:pos x="connsiteX21626" y="connsiteY21626"/>
              </a:cxn>
              <a:cxn ang="0">
                <a:pos x="connsiteX21627" y="connsiteY21627"/>
              </a:cxn>
              <a:cxn ang="0">
                <a:pos x="connsiteX21628" y="connsiteY21628"/>
              </a:cxn>
              <a:cxn ang="0">
                <a:pos x="connsiteX21629" y="connsiteY21629"/>
              </a:cxn>
              <a:cxn ang="0">
                <a:pos x="connsiteX21630" y="connsiteY21630"/>
              </a:cxn>
              <a:cxn ang="0">
                <a:pos x="connsiteX21631" y="connsiteY21631"/>
              </a:cxn>
              <a:cxn ang="0">
                <a:pos x="connsiteX21632" y="connsiteY21632"/>
              </a:cxn>
              <a:cxn ang="0">
                <a:pos x="connsiteX21633" y="connsiteY21633"/>
              </a:cxn>
              <a:cxn ang="0">
                <a:pos x="connsiteX21634" y="connsiteY21634"/>
              </a:cxn>
              <a:cxn ang="0">
                <a:pos x="connsiteX21635" y="connsiteY21635"/>
              </a:cxn>
              <a:cxn ang="0">
                <a:pos x="connsiteX21636" y="connsiteY21636"/>
              </a:cxn>
              <a:cxn ang="0">
                <a:pos x="connsiteX21637" y="connsiteY21637"/>
              </a:cxn>
              <a:cxn ang="0">
                <a:pos x="connsiteX21638" y="connsiteY21638"/>
              </a:cxn>
              <a:cxn ang="0">
                <a:pos x="connsiteX21639" y="connsiteY21639"/>
              </a:cxn>
              <a:cxn ang="0">
                <a:pos x="connsiteX21640" y="connsiteY21640"/>
              </a:cxn>
              <a:cxn ang="0">
                <a:pos x="connsiteX21641" y="connsiteY21641"/>
              </a:cxn>
              <a:cxn ang="0">
                <a:pos x="connsiteX21642" y="connsiteY21642"/>
              </a:cxn>
              <a:cxn ang="0">
                <a:pos x="connsiteX21643" y="connsiteY21643"/>
              </a:cxn>
              <a:cxn ang="0">
                <a:pos x="connsiteX21644" y="connsiteY21644"/>
              </a:cxn>
              <a:cxn ang="0">
                <a:pos x="connsiteX21645" y="connsiteY21645"/>
              </a:cxn>
              <a:cxn ang="0">
                <a:pos x="connsiteX21646" y="connsiteY21646"/>
              </a:cxn>
              <a:cxn ang="0">
                <a:pos x="connsiteX21647" y="connsiteY21647"/>
              </a:cxn>
              <a:cxn ang="0">
                <a:pos x="connsiteX21648" y="connsiteY21648"/>
              </a:cxn>
              <a:cxn ang="0">
                <a:pos x="connsiteX21649" y="connsiteY21649"/>
              </a:cxn>
              <a:cxn ang="0">
                <a:pos x="connsiteX21650" y="connsiteY21650"/>
              </a:cxn>
              <a:cxn ang="0">
                <a:pos x="connsiteX21651" y="connsiteY21651"/>
              </a:cxn>
              <a:cxn ang="0">
                <a:pos x="connsiteX21652" y="connsiteY21652"/>
              </a:cxn>
              <a:cxn ang="0">
                <a:pos x="connsiteX21653" y="connsiteY21653"/>
              </a:cxn>
              <a:cxn ang="0">
                <a:pos x="connsiteX21654" y="connsiteY21654"/>
              </a:cxn>
              <a:cxn ang="0">
                <a:pos x="connsiteX21655" y="connsiteY21655"/>
              </a:cxn>
              <a:cxn ang="0">
                <a:pos x="connsiteX21656" y="connsiteY21656"/>
              </a:cxn>
              <a:cxn ang="0">
                <a:pos x="connsiteX21657" y="connsiteY21657"/>
              </a:cxn>
              <a:cxn ang="0">
                <a:pos x="connsiteX21658" y="connsiteY21658"/>
              </a:cxn>
              <a:cxn ang="0">
                <a:pos x="connsiteX21659" y="connsiteY21659"/>
              </a:cxn>
              <a:cxn ang="0">
                <a:pos x="connsiteX21660" y="connsiteY21660"/>
              </a:cxn>
              <a:cxn ang="0">
                <a:pos x="connsiteX21661" y="connsiteY21661"/>
              </a:cxn>
              <a:cxn ang="0">
                <a:pos x="connsiteX21662" y="connsiteY21662"/>
              </a:cxn>
              <a:cxn ang="0">
                <a:pos x="connsiteX21663" y="connsiteY21663"/>
              </a:cxn>
              <a:cxn ang="0">
                <a:pos x="connsiteX21664" y="connsiteY21664"/>
              </a:cxn>
              <a:cxn ang="0">
                <a:pos x="connsiteX21665" y="connsiteY21665"/>
              </a:cxn>
              <a:cxn ang="0">
                <a:pos x="connsiteX21666" y="connsiteY21666"/>
              </a:cxn>
              <a:cxn ang="0">
                <a:pos x="connsiteX21667" y="connsiteY21667"/>
              </a:cxn>
              <a:cxn ang="0">
                <a:pos x="connsiteX21668" y="connsiteY21668"/>
              </a:cxn>
              <a:cxn ang="0">
                <a:pos x="connsiteX21669" y="connsiteY21669"/>
              </a:cxn>
              <a:cxn ang="0">
                <a:pos x="connsiteX21670" y="connsiteY21670"/>
              </a:cxn>
              <a:cxn ang="0">
                <a:pos x="connsiteX21671" y="connsiteY21671"/>
              </a:cxn>
              <a:cxn ang="0">
                <a:pos x="connsiteX21672" y="connsiteY21672"/>
              </a:cxn>
              <a:cxn ang="0">
                <a:pos x="connsiteX21673" y="connsiteY21673"/>
              </a:cxn>
              <a:cxn ang="0">
                <a:pos x="connsiteX21674" y="connsiteY21674"/>
              </a:cxn>
              <a:cxn ang="0">
                <a:pos x="connsiteX21675" y="connsiteY21675"/>
              </a:cxn>
              <a:cxn ang="0">
                <a:pos x="connsiteX21676" y="connsiteY21676"/>
              </a:cxn>
              <a:cxn ang="0">
                <a:pos x="connsiteX21677" y="connsiteY21677"/>
              </a:cxn>
              <a:cxn ang="0">
                <a:pos x="connsiteX21678" y="connsiteY21678"/>
              </a:cxn>
              <a:cxn ang="0">
                <a:pos x="connsiteX21679" y="connsiteY21679"/>
              </a:cxn>
              <a:cxn ang="0">
                <a:pos x="connsiteX21680" y="connsiteY21680"/>
              </a:cxn>
              <a:cxn ang="0">
                <a:pos x="connsiteX21681" y="connsiteY21681"/>
              </a:cxn>
              <a:cxn ang="0">
                <a:pos x="connsiteX21682" y="connsiteY21682"/>
              </a:cxn>
              <a:cxn ang="0">
                <a:pos x="connsiteX21683" y="connsiteY21683"/>
              </a:cxn>
              <a:cxn ang="0">
                <a:pos x="connsiteX21684" y="connsiteY21684"/>
              </a:cxn>
              <a:cxn ang="0">
                <a:pos x="connsiteX21685" y="connsiteY21685"/>
              </a:cxn>
              <a:cxn ang="0">
                <a:pos x="connsiteX21686" y="connsiteY21686"/>
              </a:cxn>
              <a:cxn ang="0">
                <a:pos x="connsiteX21687" y="connsiteY21687"/>
              </a:cxn>
              <a:cxn ang="0">
                <a:pos x="connsiteX21688" y="connsiteY21688"/>
              </a:cxn>
              <a:cxn ang="0">
                <a:pos x="connsiteX21689" y="connsiteY21689"/>
              </a:cxn>
              <a:cxn ang="0">
                <a:pos x="connsiteX21690" y="connsiteY21690"/>
              </a:cxn>
              <a:cxn ang="0">
                <a:pos x="connsiteX21691" y="connsiteY21691"/>
              </a:cxn>
              <a:cxn ang="0">
                <a:pos x="connsiteX21692" y="connsiteY21692"/>
              </a:cxn>
              <a:cxn ang="0">
                <a:pos x="connsiteX21693" y="connsiteY21693"/>
              </a:cxn>
              <a:cxn ang="0">
                <a:pos x="connsiteX21694" y="connsiteY21694"/>
              </a:cxn>
              <a:cxn ang="0">
                <a:pos x="connsiteX21695" y="connsiteY21695"/>
              </a:cxn>
              <a:cxn ang="0">
                <a:pos x="connsiteX21696" y="connsiteY21696"/>
              </a:cxn>
              <a:cxn ang="0">
                <a:pos x="connsiteX21697" y="connsiteY21697"/>
              </a:cxn>
              <a:cxn ang="0">
                <a:pos x="connsiteX21698" y="connsiteY21698"/>
              </a:cxn>
              <a:cxn ang="0">
                <a:pos x="connsiteX21699" y="connsiteY21699"/>
              </a:cxn>
              <a:cxn ang="0">
                <a:pos x="connsiteX21700" y="connsiteY21700"/>
              </a:cxn>
              <a:cxn ang="0">
                <a:pos x="connsiteX21701" y="connsiteY21701"/>
              </a:cxn>
              <a:cxn ang="0">
                <a:pos x="connsiteX21702" y="connsiteY21702"/>
              </a:cxn>
              <a:cxn ang="0">
                <a:pos x="connsiteX21703" y="connsiteY21703"/>
              </a:cxn>
              <a:cxn ang="0">
                <a:pos x="connsiteX21704" y="connsiteY21704"/>
              </a:cxn>
              <a:cxn ang="0">
                <a:pos x="connsiteX21705" y="connsiteY21705"/>
              </a:cxn>
              <a:cxn ang="0">
                <a:pos x="connsiteX21706" y="connsiteY21706"/>
              </a:cxn>
              <a:cxn ang="0">
                <a:pos x="connsiteX21707" y="connsiteY21707"/>
              </a:cxn>
              <a:cxn ang="0">
                <a:pos x="connsiteX21708" y="connsiteY21708"/>
              </a:cxn>
              <a:cxn ang="0">
                <a:pos x="connsiteX21709" y="connsiteY21709"/>
              </a:cxn>
              <a:cxn ang="0">
                <a:pos x="connsiteX21710" y="connsiteY21710"/>
              </a:cxn>
              <a:cxn ang="0">
                <a:pos x="connsiteX21711" y="connsiteY21711"/>
              </a:cxn>
              <a:cxn ang="0">
                <a:pos x="connsiteX21712" y="connsiteY21712"/>
              </a:cxn>
              <a:cxn ang="0">
                <a:pos x="connsiteX21713" y="connsiteY21713"/>
              </a:cxn>
              <a:cxn ang="0">
                <a:pos x="connsiteX21714" y="connsiteY21714"/>
              </a:cxn>
              <a:cxn ang="0">
                <a:pos x="connsiteX21715" y="connsiteY21715"/>
              </a:cxn>
              <a:cxn ang="0">
                <a:pos x="connsiteX21716" y="connsiteY21716"/>
              </a:cxn>
              <a:cxn ang="0">
                <a:pos x="connsiteX21717" y="connsiteY21717"/>
              </a:cxn>
              <a:cxn ang="0">
                <a:pos x="connsiteX21718" y="connsiteY21718"/>
              </a:cxn>
              <a:cxn ang="0">
                <a:pos x="connsiteX21719" y="connsiteY21719"/>
              </a:cxn>
              <a:cxn ang="0">
                <a:pos x="connsiteX21720" y="connsiteY21720"/>
              </a:cxn>
              <a:cxn ang="0">
                <a:pos x="connsiteX21721" y="connsiteY21721"/>
              </a:cxn>
              <a:cxn ang="0">
                <a:pos x="connsiteX21722" y="connsiteY21722"/>
              </a:cxn>
              <a:cxn ang="0">
                <a:pos x="connsiteX21723" y="connsiteY21723"/>
              </a:cxn>
              <a:cxn ang="0">
                <a:pos x="connsiteX21724" y="connsiteY21724"/>
              </a:cxn>
              <a:cxn ang="0">
                <a:pos x="connsiteX21725" y="connsiteY21725"/>
              </a:cxn>
              <a:cxn ang="0">
                <a:pos x="connsiteX21726" y="connsiteY21726"/>
              </a:cxn>
              <a:cxn ang="0">
                <a:pos x="connsiteX21727" y="connsiteY21727"/>
              </a:cxn>
              <a:cxn ang="0">
                <a:pos x="connsiteX21728" y="connsiteY21728"/>
              </a:cxn>
              <a:cxn ang="0">
                <a:pos x="connsiteX21729" y="connsiteY21729"/>
              </a:cxn>
              <a:cxn ang="0">
                <a:pos x="connsiteX21730" y="connsiteY21730"/>
              </a:cxn>
              <a:cxn ang="0">
                <a:pos x="connsiteX21731" y="connsiteY21731"/>
              </a:cxn>
              <a:cxn ang="0">
                <a:pos x="connsiteX21732" y="connsiteY21732"/>
              </a:cxn>
              <a:cxn ang="0">
                <a:pos x="connsiteX21733" y="connsiteY21733"/>
              </a:cxn>
              <a:cxn ang="0">
                <a:pos x="connsiteX21734" y="connsiteY21734"/>
              </a:cxn>
              <a:cxn ang="0">
                <a:pos x="connsiteX21735" y="connsiteY21735"/>
              </a:cxn>
              <a:cxn ang="0">
                <a:pos x="connsiteX21736" y="connsiteY21736"/>
              </a:cxn>
              <a:cxn ang="0">
                <a:pos x="connsiteX21737" y="connsiteY21737"/>
              </a:cxn>
              <a:cxn ang="0">
                <a:pos x="connsiteX21738" y="connsiteY21738"/>
              </a:cxn>
              <a:cxn ang="0">
                <a:pos x="connsiteX21739" y="connsiteY21739"/>
              </a:cxn>
              <a:cxn ang="0">
                <a:pos x="connsiteX21740" y="connsiteY21740"/>
              </a:cxn>
              <a:cxn ang="0">
                <a:pos x="connsiteX21741" y="connsiteY21741"/>
              </a:cxn>
              <a:cxn ang="0">
                <a:pos x="connsiteX21742" y="connsiteY21742"/>
              </a:cxn>
              <a:cxn ang="0">
                <a:pos x="connsiteX21743" y="connsiteY21743"/>
              </a:cxn>
              <a:cxn ang="0">
                <a:pos x="connsiteX21744" y="connsiteY21744"/>
              </a:cxn>
              <a:cxn ang="0">
                <a:pos x="connsiteX21745" y="connsiteY21745"/>
              </a:cxn>
              <a:cxn ang="0">
                <a:pos x="connsiteX21746" y="connsiteY21746"/>
              </a:cxn>
              <a:cxn ang="0">
                <a:pos x="connsiteX21747" y="connsiteY21747"/>
              </a:cxn>
              <a:cxn ang="0">
                <a:pos x="connsiteX21748" y="connsiteY21748"/>
              </a:cxn>
              <a:cxn ang="0">
                <a:pos x="connsiteX21749" y="connsiteY21749"/>
              </a:cxn>
              <a:cxn ang="0">
                <a:pos x="connsiteX21750" y="connsiteY21750"/>
              </a:cxn>
              <a:cxn ang="0">
                <a:pos x="connsiteX21751" y="connsiteY21751"/>
              </a:cxn>
              <a:cxn ang="0">
                <a:pos x="connsiteX21752" y="connsiteY21752"/>
              </a:cxn>
              <a:cxn ang="0">
                <a:pos x="connsiteX21753" y="connsiteY21753"/>
              </a:cxn>
              <a:cxn ang="0">
                <a:pos x="connsiteX21754" y="connsiteY21754"/>
              </a:cxn>
              <a:cxn ang="0">
                <a:pos x="connsiteX21755" y="connsiteY21755"/>
              </a:cxn>
              <a:cxn ang="0">
                <a:pos x="connsiteX21756" y="connsiteY21756"/>
              </a:cxn>
              <a:cxn ang="0">
                <a:pos x="connsiteX21757" y="connsiteY21757"/>
              </a:cxn>
              <a:cxn ang="0">
                <a:pos x="connsiteX21758" y="connsiteY21758"/>
              </a:cxn>
              <a:cxn ang="0">
                <a:pos x="connsiteX21759" y="connsiteY21759"/>
              </a:cxn>
              <a:cxn ang="0">
                <a:pos x="connsiteX21760" y="connsiteY21760"/>
              </a:cxn>
              <a:cxn ang="0">
                <a:pos x="connsiteX21761" y="connsiteY21761"/>
              </a:cxn>
              <a:cxn ang="0">
                <a:pos x="connsiteX21762" y="connsiteY21762"/>
              </a:cxn>
              <a:cxn ang="0">
                <a:pos x="connsiteX21763" y="connsiteY21763"/>
              </a:cxn>
              <a:cxn ang="0">
                <a:pos x="connsiteX21764" y="connsiteY21764"/>
              </a:cxn>
              <a:cxn ang="0">
                <a:pos x="connsiteX21765" y="connsiteY21765"/>
              </a:cxn>
              <a:cxn ang="0">
                <a:pos x="connsiteX21766" y="connsiteY21766"/>
              </a:cxn>
              <a:cxn ang="0">
                <a:pos x="connsiteX21767" y="connsiteY21767"/>
              </a:cxn>
              <a:cxn ang="0">
                <a:pos x="connsiteX21768" y="connsiteY21768"/>
              </a:cxn>
              <a:cxn ang="0">
                <a:pos x="connsiteX21769" y="connsiteY21769"/>
              </a:cxn>
              <a:cxn ang="0">
                <a:pos x="connsiteX21770" y="connsiteY21770"/>
              </a:cxn>
              <a:cxn ang="0">
                <a:pos x="connsiteX21771" y="connsiteY21771"/>
              </a:cxn>
              <a:cxn ang="0">
                <a:pos x="connsiteX21772" y="connsiteY21772"/>
              </a:cxn>
              <a:cxn ang="0">
                <a:pos x="connsiteX21773" y="connsiteY21773"/>
              </a:cxn>
              <a:cxn ang="0">
                <a:pos x="connsiteX21774" y="connsiteY21774"/>
              </a:cxn>
              <a:cxn ang="0">
                <a:pos x="connsiteX21775" y="connsiteY21775"/>
              </a:cxn>
              <a:cxn ang="0">
                <a:pos x="connsiteX21776" y="connsiteY21776"/>
              </a:cxn>
              <a:cxn ang="0">
                <a:pos x="connsiteX21777" y="connsiteY21777"/>
              </a:cxn>
              <a:cxn ang="0">
                <a:pos x="connsiteX21778" y="connsiteY21778"/>
              </a:cxn>
              <a:cxn ang="0">
                <a:pos x="connsiteX21779" y="connsiteY21779"/>
              </a:cxn>
              <a:cxn ang="0">
                <a:pos x="connsiteX21780" y="connsiteY21780"/>
              </a:cxn>
              <a:cxn ang="0">
                <a:pos x="connsiteX21781" y="connsiteY21781"/>
              </a:cxn>
              <a:cxn ang="0">
                <a:pos x="connsiteX21782" y="connsiteY21782"/>
              </a:cxn>
              <a:cxn ang="0">
                <a:pos x="connsiteX21783" y="connsiteY21783"/>
              </a:cxn>
              <a:cxn ang="0">
                <a:pos x="connsiteX21784" y="connsiteY21784"/>
              </a:cxn>
              <a:cxn ang="0">
                <a:pos x="connsiteX21785" y="connsiteY21785"/>
              </a:cxn>
              <a:cxn ang="0">
                <a:pos x="connsiteX21786" y="connsiteY21786"/>
              </a:cxn>
              <a:cxn ang="0">
                <a:pos x="connsiteX21787" y="connsiteY21787"/>
              </a:cxn>
              <a:cxn ang="0">
                <a:pos x="connsiteX21788" y="connsiteY21788"/>
              </a:cxn>
              <a:cxn ang="0">
                <a:pos x="connsiteX21789" y="connsiteY21789"/>
              </a:cxn>
              <a:cxn ang="0">
                <a:pos x="connsiteX21790" y="connsiteY21790"/>
              </a:cxn>
              <a:cxn ang="0">
                <a:pos x="connsiteX21791" y="connsiteY21791"/>
              </a:cxn>
              <a:cxn ang="0">
                <a:pos x="connsiteX21792" y="connsiteY21792"/>
              </a:cxn>
              <a:cxn ang="0">
                <a:pos x="connsiteX21793" y="connsiteY21793"/>
              </a:cxn>
              <a:cxn ang="0">
                <a:pos x="connsiteX21794" y="connsiteY21794"/>
              </a:cxn>
              <a:cxn ang="0">
                <a:pos x="connsiteX21795" y="connsiteY21795"/>
              </a:cxn>
              <a:cxn ang="0">
                <a:pos x="connsiteX21796" y="connsiteY21796"/>
              </a:cxn>
              <a:cxn ang="0">
                <a:pos x="connsiteX21797" y="connsiteY21797"/>
              </a:cxn>
              <a:cxn ang="0">
                <a:pos x="connsiteX21798" y="connsiteY21798"/>
              </a:cxn>
              <a:cxn ang="0">
                <a:pos x="connsiteX21799" y="connsiteY21799"/>
              </a:cxn>
              <a:cxn ang="0">
                <a:pos x="connsiteX21800" y="connsiteY21800"/>
              </a:cxn>
              <a:cxn ang="0">
                <a:pos x="connsiteX21801" y="connsiteY21801"/>
              </a:cxn>
              <a:cxn ang="0">
                <a:pos x="connsiteX21802" y="connsiteY21802"/>
              </a:cxn>
              <a:cxn ang="0">
                <a:pos x="connsiteX21803" y="connsiteY21803"/>
              </a:cxn>
              <a:cxn ang="0">
                <a:pos x="connsiteX21804" y="connsiteY21804"/>
              </a:cxn>
              <a:cxn ang="0">
                <a:pos x="connsiteX21805" y="connsiteY21805"/>
              </a:cxn>
              <a:cxn ang="0">
                <a:pos x="connsiteX21806" y="connsiteY21806"/>
              </a:cxn>
              <a:cxn ang="0">
                <a:pos x="connsiteX21807" y="connsiteY21807"/>
              </a:cxn>
              <a:cxn ang="0">
                <a:pos x="connsiteX21808" y="connsiteY21808"/>
              </a:cxn>
              <a:cxn ang="0">
                <a:pos x="connsiteX21809" y="connsiteY21809"/>
              </a:cxn>
              <a:cxn ang="0">
                <a:pos x="connsiteX21810" y="connsiteY21810"/>
              </a:cxn>
              <a:cxn ang="0">
                <a:pos x="connsiteX21811" y="connsiteY21811"/>
              </a:cxn>
              <a:cxn ang="0">
                <a:pos x="connsiteX21812" y="connsiteY21812"/>
              </a:cxn>
              <a:cxn ang="0">
                <a:pos x="connsiteX21813" y="connsiteY21813"/>
              </a:cxn>
              <a:cxn ang="0">
                <a:pos x="connsiteX21814" y="connsiteY21814"/>
              </a:cxn>
              <a:cxn ang="0">
                <a:pos x="connsiteX21815" y="connsiteY21815"/>
              </a:cxn>
              <a:cxn ang="0">
                <a:pos x="connsiteX21816" y="connsiteY21816"/>
              </a:cxn>
              <a:cxn ang="0">
                <a:pos x="connsiteX21817" y="connsiteY21817"/>
              </a:cxn>
              <a:cxn ang="0">
                <a:pos x="connsiteX21818" y="connsiteY21818"/>
              </a:cxn>
              <a:cxn ang="0">
                <a:pos x="connsiteX21819" y="connsiteY21819"/>
              </a:cxn>
              <a:cxn ang="0">
                <a:pos x="connsiteX21820" y="connsiteY21820"/>
              </a:cxn>
              <a:cxn ang="0">
                <a:pos x="connsiteX21821" y="connsiteY21821"/>
              </a:cxn>
              <a:cxn ang="0">
                <a:pos x="connsiteX21822" y="connsiteY21822"/>
              </a:cxn>
              <a:cxn ang="0">
                <a:pos x="connsiteX21823" y="connsiteY21823"/>
              </a:cxn>
              <a:cxn ang="0">
                <a:pos x="connsiteX21824" y="connsiteY21824"/>
              </a:cxn>
              <a:cxn ang="0">
                <a:pos x="connsiteX21825" y="connsiteY21825"/>
              </a:cxn>
              <a:cxn ang="0">
                <a:pos x="connsiteX21826" y="connsiteY21826"/>
              </a:cxn>
              <a:cxn ang="0">
                <a:pos x="connsiteX21827" y="connsiteY21827"/>
              </a:cxn>
              <a:cxn ang="0">
                <a:pos x="connsiteX21828" y="connsiteY21828"/>
              </a:cxn>
              <a:cxn ang="0">
                <a:pos x="connsiteX21829" y="connsiteY21829"/>
              </a:cxn>
              <a:cxn ang="0">
                <a:pos x="connsiteX21830" y="connsiteY21830"/>
              </a:cxn>
              <a:cxn ang="0">
                <a:pos x="connsiteX21831" y="connsiteY21831"/>
              </a:cxn>
              <a:cxn ang="0">
                <a:pos x="connsiteX21832" y="connsiteY21832"/>
              </a:cxn>
              <a:cxn ang="0">
                <a:pos x="connsiteX21833" y="connsiteY21833"/>
              </a:cxn>
              <a:cxn ang="0">
                <a:pos x="connsiteX21834" y="connsiteY21834"/>
              </a:cxn>
              <a:cxn ang="0">
                <a:pos x="connsiteX21835" y="connsiteY21835"/>
              </a:cxn>
              <a:cxn ang="0">
                <a:pos x="connsiteX21836" y="connsiteY21836"/>
              </a:cxn>
              <a:cxn ang="0">
                <a:pos x="connsiteX21837" y="connsiteY21837"/>
              </a:cxn>
              <a:cxn ang="0">
                <a:pos x="connsiteX21838" y="connsiteY21838"/>
              </a:cxn>
              <a:cxn ang="0">
                <a:pos x="connsiteX21839" y="connsiteY21839"/>
              </a:cxn>
              <a:cxn ang="0">
                <a:pos x="connsiteX21840" y="connsiteY21840"/>
              </a:cxn>
              <a:cxn ang="0">
                <a:pos x="connsiteX21841" y="connsiteY21841"/>
              </a:cxn>
              <a:cxn ang="0">
                <a:pos x="connsiteX21842" y="connsiteY21842"/>
              </a:cxn>
              <a:cxn ang="0">
                <a:pos x="connsiteX21843" y="connsiteY21843"/>
              </a:cxn>
              <a:cxn ang="0">
                <a:pos x="connsiteX21844" y="connsiteY21844"/>
              </a:cxn>
              <a:cxn ang="0">
                <a:pos x="connsiteX21845" y="connsiteY21845"/>
              </a:cxn>
              <a:cxn ang="0">
                <a:pos x="connsiteX21846" y="connsiteY21846"/>
              </a:cxn>
              <a:cxn ang="0">
                <a:pos x="connsiteX21847" y="connsiteY21847"/>
              </a:cxn>
              <a:cxn ang="0">
                <a:pos x="connsiteX21848" y="connsiteY21848"/>
              </a:cxn>
              <a:cxn ang="0">
                <a:pos x="connsiteX21849" y="connsiteY21849"/>
              </a:cxn>
              <a:cxn ang="0">
                <a:pos x="connsiteX21850" y="connsiteY21850"/>
              </a:cxn>
              <a:cxn ang="0">
                <a:pos x="connsiteX21851" y="connsiteY21851"/>
              </a:cxn>
              <a:cxn ang="0">
                <a:pos x="connsiteX21852" y="connsiteY21852"/>
              </a:cxn>
              <a:cxn ang="0">
                <a:pos x="connsiteX21853" y="connsiteY21853"/>
              </a:cxn>
              <a:cxn ang="0">
                <a:pos x="connsiteX21854" y="connsiteY21854"/>
              </a:cxn>
              <a:cxn ang="0">
                <a:pos x="connsiteX21855" y="connsiteY21855"/>
              </a:cxn>
              <a:cxn ang="0">
                <a:pos x="connsiteX21856" y="connsiteY21856"/>
              </a:cxn>
              <a:cxn ang="0">
                <a:pos x="connsiteX21857" y="connsiteY21857"/>
              </a:cxn>
              <a:cxn ang="0">
                <a:pos x="connsiteX21858" y="connsiteY21858"/>
              </a:cxn>
              <a:cxn ang="0">
                <a:pos x="connsiteX21859" y="connsiteY21859"/>
              </a:cxn>
              <a:cxn ang="0">
                <a:pos x="connsiteX21860" y="connsiteY21860"/>
              </a:cxn>
              <a:cxn ang="0">
                <a:pos x="connsiteX21861" y="connsiteY21861"/>
              </a:cxn>
              <a:cxn ang="0">
                <a:pos x="connsiteX21862" y="connsiteY21862"/>
              </a:cxn>
              <a:cxn ang="0">
                <a:pos x="connsiteX21863" y="connsiteY21863"/>
              </a:cxn>
              <a:cxn ang="0">
                <a:pos x="connsiteX21864" y="connsiteY21864"/>
              </a:cxn>
              <a:cxn ang="0">
                <a:pos x="connsiteX21865" y="connsiteY21865"/>
              </a:cxn>
              <a:cxn ang="0">
                <a:pos x="connsiteX21866" y="connsiteY21866"/>
              </a:cxn>
              <a:cxn ang="0">
                <a:pos x="connsiteX21867" y="connsiteY21867"/>
              </a:cxn>
              <a:cxn ang="0">
                <a:pos x="connsiteX21868" y="connsiteY21868"/>
              </a:cxn>
              <a:cxn ang="0">
                <a:pos x="connsiteX21869" y="connsiteY21869"/>
              </a:cxn>
              <a:cxn ang="0">
                <a:pos x="connsiteX21870" y="connsiteY21870"/>
              </a:cxn>
              <a:cxn ang="0">
                <a:pos x="connsiteX21871" y="connsiteY21871"/>
              </a:cxn>
              <a:cxn ang="0">
                <a:pos x="connsiteX21872" y="connsiteY21872"/>
              </a:cxn>
              <a:cxn ang="0">
                <a:pos x="connsiteX21873" y="connsiteY21873"/>
              </a:cxn>
              <a:cxn ang="0">
                <a:pos x="connsiteX21874" y="connsiteY21874"/>
              </a:cxn>
              <a:cxn ang="0">
                <a:pos x="connsiteX21875" y="connsiteY21875"/>
              </a:cxn>
              <a:cxn ang="0">
                <a:pos x="connsiteX21876" y="connsiteY21876"/>
              </a:cxn>
              <a:cxn ang="0">
                <a:pos x="connsiteX21877" y="connsiteY21877"/>
              </a:cxn>
              <a:cxn ang="0">
                <a:pos x="connsiteX21878" y="connsiteY21878"/>
              </a:cxn>
              <a:cxn ang="0">
                <a:pos x="connsiteX21879" y="connsiteY21879"/>
              </a:cxn>
              <a:cxn ang="0">
                <a:pos x="connsiteX21880" y="connsiteY21880"/>
              </a:cxn>
              <a:cxn ang="0">
                <a:pos x="connsiteX21881" y="connsiteY21881"/>
              </a:cxn>
              <a:cxn ang="0">
                <a:pos x="connsiteX21882" y="connsiteY21882"/>
              </a:cxn>
              <a:cxn ang="0">
                <a:pos x="connsiteX21883" y="connsiteY21883"/>
              </a:cxn>
              <a:cxn ang="0">
                <a:pos x="connsiteX21884" y="connsiteY21884"/>
              </a:cxn>
              <a:cxn ang="0">
                <a:pos x="connsiteX21885" y="connsiteY21885"/>
              </a:cxn>
              <a:cxn ang="0">
                <a:pos x="connsiteX21886" y="connsiteY21886"/>
              </a:cxn>
              <a:cxn ang="0">
                <a:pos x="connsiteX21887" y="connsiteY21887"/>
              </a:cxn>
              <a:cxn ang="0">
                <a:pos x="connsiteX21888" y="connsiteY21888"/>
              </a:cxn>
              <a:cxn ang="0">
                <a:pos x="connsiteX21889" y="connsiteY21889"/>
              </a:cxn>
              <a:cxn ang="0">
                <a:pos x="connsiteX21890" y="connsiteY21890"/>
              </a:cxn>
              <a:cxn ang="0">
                <a:pos x="connsiteX21891" y="connsiteY21891"/>
              </a:cxn>
              <a:cxn ang="0">
                <a:pos x="connsiteX21892" y="connsiteY21892"/>
              </a:cxn>
              <a:cxn ang="0">
                <a:pos x="connsiteX21893" y="connsiteY21893"/>
              </a:cxn>
              <a:cxn ang="0">
                <a:pos x="connsiteX21894" y="connsiteY21894"/>
              </a:cxn>
              <a:cxn ang="0">
                <a:pos x="connsiteX21895" y="connsiteY21895"/>
              </a:cxn>
              <a:cxn ang="0">
                <a:pos x="connsiteX21896" y="connsiteY21896"/>
              </a:cxn>
              <a:cxn ang="0">
                <a:pos x="connsiteX21897" y="connsiteY21897"/>
              </a:cxn>
              <a:cxn ang="0">
                <a:pos x="connsiteX21898" y="connsiteY21898"/>
              </a:cxn>
              <a:cxn ang="0">
                <a:pos x="connsiteX21899" y="connsiteY21899"/>
              </a:cxn>
              <a:cxn ang="0">
                <a:pos x="connsiteX21900" y="connsiteY21900"/>
              </a:cxn>
              <a:cxn ang="0">
                <a:pos x="connsiteX21901" y="connsiteY21901"/>
              </a:cxn>
              <a:cxn ang="0">
                <a:pos x="connsiteX21902" y="connsiteY21902"/>
              </a:cxn>
              <a:cxn ang="0">
                <a:pos x="connsiteX21903" y="connsiteY21903"/>
              </a:cxn>
              <a:cxn ang="0">
                <a:pos x="connsiteX21904" y="connsiteY21904"/>
              </a:cxn>
              <a:cxn ang="0">
                <a:pos x="connsiteX21905" y="connsiteY21905"/>
              </a:cxn>
              <a:cxn ang="0">
                <a:pos x="connsiteX21906" y="connsiteY21906"/>
              </a:cxn>
              <a:cxn ang="0">
                <a:pos x="connsiteX21907" y="connsiteY21907"/>
              </a:cxn>
              <a:cxn ang="0">
                <a:pos x="connsiteX21908" y="connsiteY21908"/>
              </a:cxn>
              <a:cxn ang="0">
                <a:pos x="connsiteX21909" y="connsiteY21909"/>
              </a:cxn>
              <a:cxn ang="0">
                <a:pos x="connsiteX21910" y="connsiteY21910"/>
              </a:cxn>
              <a:cxn ang="0">
                <a:pos x="connsiteX21911" y="connsiteY21911"/>
              </a:cxn>
              <a:cxn ang="0">
                <a:pos x="connsiteX21912" y="connsiteY21912"/>
              </a:cxn>
              <a:cxn ang="0">
                <a:pos x="connsiteX21913" y="connsiteY21913"/>
              </a:cxn>
              <a:cxn ang="0">
                <a:pos x="connsiteX21914" y="connsiteY21914"/>
              </a:cxn>
              <a:cxn ang="0">
                <a:pos x="connsiteX21915" y="connsiteY21915"/>
              </a:cxn>
              <a:cxn ang="0">
                <a:pos x="connsiteX21916" y="connsiteY21916"/>
              </a:cxn>
              <a:cxn ang="0">
                <a:pos x="connsiteX21917" y="connsiteY21917"/>
              </a:cxn>
              <a:cxn ang="0">
                <a:pos x="connsiteX21918" y="connsiteY21918"/>
              </a:cxn>
              <a:cxn ang="0">
                <a:pos x="connsiteX21919" y="connsiteY21919"/>
              </a:cxn>
              <a:cxn ang="0">
                <a:pos x="connsiteX21920" y="connsiteY21920"/>
              </a:cxn>
              <a:cxn ang="0">
                <a:pos x="connsiteX21921" y="connsiteY21921"/>
              </a:cxn>
              <a:cxn ang="0">
                <a:pos x="connsiteX21922" y="connsiteY21922"/>
              </a:cxn>
              <a:cxn ang="0">
                <a:pos x="connsiteX21923" y="connsiteY21923"/>
              </a:cxn>
              <a:cxn ang="0">
                <a:pos x="connsiteX21924" y="connsiteY21924"/>
              </a:cxn>
              <a:cxn ang="0">
                <a:pos x="connsiteX21925" y="connsiteY21925"/>
              </a:cxn>
              <a:cxn ang="0">
                <a:pos x="connsiteX21926" y="connsiteY21926"/>
              </a:cxn>
              <a:cxn ang="0">
                <a:pos x="connsiteX21927" y="connsiteY21927"/>
              </a:cxn>
              <a:cxn ang="0">
                <a:pos x="connsiteX21928" y="connsiteY21928"/>
              </a:cxn>
              <a:cxn ang="0">
                <a:pos x="connsiteX21929" y="connsiteY21929"/>
              </a:cxn>
              <a:cxn ang="0">
                <a:pos x="connsiteX21930" y="connsiteY21930"/>
              </a:cxn>
              <a:cxn ang="0">
                <a:pos x="connsiteX21931" y="connsiteY21931"/>
              </a:cxn>
              <a:cxn ang="0">
                <a:pos x="connsiteX21932" y="connsiteY21932"/>
              </a:cxn>
              <a:cxn ang="0">
                <a:pos x="connsiteX21933" y="connsiteY21933"/>
              </a:cxn>
              <a:cxn ang="0">
                <a:pos x="connsiteX21934" y="connsiteY21934"/>
              </a:cxn>
              <a:cxn ang="0">
                <a:pos x="connsiteX21935" y="connsiteY21935"/>
              </a:cxn>
              <a:cxn ang="0">
                <a:pos x="connsiteX21936" y="connsiteY21936"/>
              </a:cxn>
              <a:cxn ang="0">
                <a:pos x="connsiteX21937" y="connsiteY21937"/>
              </a:cxn>
              <a:cxn ang="0">
                <a:pos x="connsiteX21938" y="connsiteY21938"/>
              </a:cxn>
              <a:cxn ang="0">
                <a:pos x="connsiteX21939" y="connsiteY21939"/>
              </a:cxn>
              <a:cxn ang="0">
                <a:pos x="connsiteX21940" y="connsiteY21940"/>
              </a:cxn>
              <a:cxn ang="0">
                <a:pos x="connsiteX21941" y="connsiteY21941"/>
              </a:cxn>
              <a:cxn ang="0">
                <a:pos x="connsiteX21942" y="connsiteY21942"/>
              </a:cxn>
              <a:cxn ang="0">
                <a:pos x="connsiteX21943" y="connsiteY21943"/>
              </a:cxn>
              <a:cxn ang="0">
                <a:pos x="connsiteX21944" y="connsiteY21944"/>
              </a:cxn>
              <a:cxn ang="0">
                <a:pos x="connsiteX21945" y="connsiteY21945"/>
              </a:cxn>
              <a:cxn ang="0">
                <a:pos x="connsiteX21946" y="connsiteY21946"/>
              </a:cxn>
              <a:cxn ang="0">
                <a:pos x="connsiteX21947" y="connsiteY21947"/>
              </a:cxn>
              <a:cxn ang="0">
                <a:pos x="connsiteX21948" y="connsiteY21948"/>
              </a:cxn>
              <a:cxn ang="0">
                <a:pos x="connsiteX21949" y="connsiteY21949"/>
              </a:cxn>
              <a:cxn ang="0">
                <a:pos x="connsiteX21950" y="connsiteY21950"/>
              </a:cxn>
              <a:cxn ang="0">
                <a:pos x="connsiteX21951" y="connsiteY21951"/>
              </a:cxn>
              <a:cxn ang="0">
                <a:pos x="connsiteX21952" y="connsiteY21952"/>
              </a:cxn>
              <a:cxn ang="0">
                <a:pos x="connsiteX21953" y="connsiteY21953"/>
              </a:cxn>
              <a:cxn ang="0">
                <a:pos x="connsiteX21954" y="connsiteY21954"/>
              </a:cxn>
              <a:cxn ang="0">
                <a:pos x="connsiteX21955" y="connsiteY21955"/>
              </a:cxn>
              <a:cxn ang="0">
                <a:pos x="connsiteX21956" y="connsiteY21956"/>
              </a:cxn>
              <a:cxn ang="0">
                <a:pos x="connsiteX21957" y="connsiteY21957"/>
              </a:cxn>
              <a:cxn ang="0">
                <a:pos x="connsiteX21958" y="connsiteY21958"/>
              </a:cxn>
              <a:cxn ang="0">
                <a:pos x="connsiteX21959" y="connsiteY21959"/>
              </a:cxn>
              <a:cxn ang="0">
                <a:pos x="connsiteX21960" y="connsiteY21960"/>
              </a:cxn>
              <a:cxn ang="0">
                <a:pos x="connsiteX21961" y="connsiteY21961"/>
              </a:cxn>
              <a:cxn ang="0">
                <a:pos x="connsiteX21962" y="connsiteY21962"/>
              </a:cxn>
              <a:cxn ang="0">
                <a:pos x="connsiteX21963" y="connsiteY21963"/>
              </a:cxn>
              <a:cxn ang="0">
                <a:pos x="connsiteX21964" y="connsiteY21964"/>
              </a:cxn>
              <a:cxn ang="0">
                <a:pos x="connsiteX21965" y="connsiteY21965"/>
              </a:cxn>
              <a:cxn ang="0">
                <a:pos x="connsiteX21966" y="connsiteY21966"/>
              </a:cxn>
              <a:cxn ang="0">
                <a:pos x="connsiteX21967" y="connsiteY21967"/>
              </a:cxn>
              <a:cxn ang="0">
                <a:pos x="connsiteX21968" y="connsiteY21968"/>
              </a:cxn>
              <a:cxn ang="0">
                <a:pos x="connsiteX21969" y="connsiteY21969"/>
              </a:cxn>
              <a:cxn ang="0">
                <a:pos x="connsiteX21970" y="connsiteY21970"/>
              </a:cxn>
              <a:cxn ang="0">
                <a:pos x="connsiteX21971" y="connsiteY21971"/>
              </a:cxn>
              <a:cxn ang="0">
                <a:pos x="connsiteX21972" y="connsiteY21972"/>
              </a:cxn>
              <a:cxn ang="0">
                <a:pos x="connsiteX21973" y="connsiteY21973"/>
              </a:cxn>
              <a:cxn ang="0">
                <a:pos x="connsiteX21974" y="connsiteY21974"/>
              </a:cxn>
              <a:cxn ang="0">
                <a:pos x="connsiteX21975" y="connsiteY21975"/>
              </a:cxn>
              <a:cxn ang="0">
                <a:pos x="connsiteX21976" y="connsiteY21976"/>
              </a:cxn>
              <a:cxn ang="0">
                <a:pos x="connsiteX21977" y="connsiteY21977"/>
              </a:cxn>
              <a:cxn ang="0">
                <a:pos x="connsiteX21978" y="connsiteY21978"/>
              </a:cxn>
              <a:cxn ang="0">
                <a:pos x="connsiteX21979" y="connsiteY21979"/>
              </a:cxn>
              <a:cxn ang="0">
                <a:pos x="connsiteX21980" y="connsiteY21980"/>
              </a:cxn>
              <a:cxn ang="0">
                <a:pos x="connsiteX21981" y="connsiteY21981"/>
              </a:cxn>
              <a:cxn ang="0">
                <a:pos x="connsiteX21982" y="connsiteY21982"/>
              </a:cxn>
              <a:cxn ang="0">
                <a:pos x="connsiteX21983" y="connsiteY21983"/>
              </a:cxn>
              <a:cxn ang="0">
                <a:pos x="connsiteX21984" y="connsiteY21984"/>
              </a:cxn>
              <a:cxn ang="0">
                <a:pos x="connsiteX21985" y="connsiteY21985"/>
              </a:cxn>
              <a:cxn ang="0">
                <a:pos x="connsiteX21986" y="connsiteY21986"/>
              </a:cxn>
              <a:cxn ang="0">
                <a:pos x="connsiteX21987" y="connsiteY21987"/>
              </a:cxn>
              <a:cxn ang="0">
                <a:pos x="connsiteX21988" y="connsiteY21988"/>
              </a:cxn>
              <a:cxn ang="0">
                <a:pos x="connsiteX21989" y="connsiteY21989"/>
              </a:cxn>
              <a:cxn ang="0">
                <a:pos x="connsiteX21990" y="connsiteY21990"/>
              </a:cxn>
              <a:cxn ang="0">
                <a:pos x="connsiteX21991" y="connsiteY21991"/>
              </a:cxn>
              <a:cxn ang="0">
                <a:pos x="connsiteX21992" y="connsiteY21992"/>
              </a:cxn>
              <a:cxn ang="0">
                <a:pos x="connsiteX21993" y="connsiteY21993"/>
              </a:cxn>
              <a:cxn ang="0">
                <a:pos x="connsiteX21994" y="connsiteY21994"/>
              </a:cxn>
              <a:cxn ang="0">
                <a:pos x="connsiteX21995" y="connsiteY21995"/>
              </a:cxn>
              <a:cxn ang="0">
                <a:pos x="connsiteX21996" y="connsiteY21996"/>
              </a:cxn>
              <a:cxn ang="0">
                <a:pos x="connsiteX21997" y="connsiteY21997"/>
              </a:cxn>
              <a:cxn ang="0">
                <a:pos x="connsiteX21998" y="connsiteY21998"/>
              </a:cxn>
              <a:cxn ang="0">
                <a:pos x="connsiteX21999" y="connsiteY21999"/>
              </a:cxn>
              <a:cxn ang="0">
                <a:pos x="connsiteX22000" y="connsiteY22000"/>
              </a:cxn>
              <a:cxn ang="0">
                <a:pos x="connsiteX22001" y="connsiteY22001"/>
              </a:cxn>
              <a:cxn ang="0">
                <a:pos x="connsiteX22002" y="connsiteY22002"/>
              </a:cxn>
              <a:cxn ang="0">
                <a:pos x="connsiteX22003" y="connsiteY22003"/>
              </a:cxn>
              <a:cxn ang="0">
                <a:pos x="connsiteX22004" y="connsiteY22004"/>
              </a:cxn>
              <a:cxn ang="0">
                <a:pos x="connsiteX22005" y="connsiteY22005"/>
              </a:cxn>
              <a:cxn ang="0">
                <a:pos x="connsiteX22006" y="connsiteY22006"/>
              </a:cxn>
              <a:cxn ang="0">
                <a:pos x="connsiteX22007" y="connsiteY22007"/>
              </a:cxn>
              <a:cxn ang="0">
                <a:pos x="connsiteX22008" y="connsiteY22008"/>
              </a:cxn>
              <a:cxn ang="0">
                <a:pos x="connsiteX22009" y="connsiteY22009"/>
              </a:cxn>
              <a:cxn ang="0">
                <a:pos x="connsiteX22010" y="connsiteY22010"/>
              </a:cxn>
              <a:cxn ang="0">
                <a:pos x="connsiteX22011" y="connsiteY22011"/>
              </a:cxn>
              <a:cxn ang="0">
                <a:pos x="connsiteX22012" y="connsiteY22012"/>
              </a:cxn>
              <a:cxn ang="0">
                <a:pos x="connsiteX22013" y="connsiteY22013"/>
              </a:cxn>
              <a:cxn ang="0">
                <a:pos x="connsiteX22014" y="connsiteY22014"/>
              </a:cxn>
              <a:cxn ang="0">
                <a:pos x="connsiteX22015" y="connsiteY22015"/>
              </a:cxn>
              <a:cxn ang="0">
                <a:pos x="connsiteX22016" y="connsiteY22016"/>
              </a:cxn>
              <a:cxn ang="0">
                <a:pos x="connsiteX22017" y="connsiteY22017"/>
              </a:cxn>
              <a:cxn ang="0">
                <a:pos x="connsiteX22018" y="connsiteY22018"/>
              </a:cxn>
              <a:cxn ang="0">
                <a:pos x="connsiteX22019" y="connsiteY22019"/>
              </a:cxn>
              <a:cxn ang="0">
                <a:pos x="connsiteX22020" y="connsiteY22020"/>
              </a:cxn>
              <a:cxn ang="0">
                <a:pos x="connsiteX22021" y="connsiteY22021"/>
              </a:cxn>
              <a:cxn ang="0">
                <a:pos x="connsiteX22022" y="connsiteY22022"/>
              </a:cxn>
              <a:cxn ang="0">
                <a:pos x="connsiteX22023" y="connsiteY22023"/>
              </a:cxn>
              <a:cxn ang="0">
                <a:pos x="connsiteX22024" y="connsiteY22024"/>
              </a:cxn>
              <a:cxn ang="0">
                <a:pos x="connsiteX22025" y="connsiteY22025"/>
              </a:cxn>
              <a:cxn ang="0">
                <a:pos x="connsiteX22026" y="connsiteY22026"/>
              </a:cxn>
              <a:cxn ang="0">
                <a:pos x="connsiteX22027" y="connsiteY22027"/>
              </a:cxn>
              <a:cxn ang="0">
                <a:pos x="connsiteX22028" y="connsiteY22028"/>
              </a:cxn>
              <a:cxn ang="0">
                <a:pos x="connsiteX22029" y="connsiteY22029"/>
              </a:cxn>
              <a:cxn ang="0">
                <a:pos x="connsiteX22030" y="connsiteY22030"/>
              </a:cxn>
              <a:cxn ang="0">
                <a:pos x="connsiteX22031" y="connsiteY22031"/>
              </a:cxn>
              <a:cxn ang="0">
                <a:pos x="connsiteX22032" y="connsiteY22032"/>
              </a:cxn>
              <a:cxn ang="0">
                <a:pos x="connsiteX22033" y="connsiteY22033"/>
              </a:cxn>
              <a:cxn ang="0">
                <a:pos x="connsiteX22034" y="connsiteY22034"/>
              </a:cxn>
              <a:cxn ang="0">
                <a:pos x="connsiteX22035" y="connsiteY22035"/>
              </a:cxn>
              <a:cxn ang="0">
                <a:pos x="connsiteX22036" y="connsiteY22036"/>
              </a:cxn>
              <a:cxn ang="0">
                <a:pos x="connsiteX22037" y="connsiteY22037"/>
              </a:cxn>
              <a:cxn ang="0">
                <a:pos x="connsiteX22038" y="connsiteY22038"/>
              </a:cxn>
              <a:cxn ang="0">
                <a:pos x="connsiteX22039" y="connsiteY22039"/>
              </a:cxn>
              <a:cxn ang="0">
                <a:pos x="connsiteX22040" y="connsiteY22040"/>
              </a:cxn>
              <a:cxn ang="0">
                <a:pos x="connsiteX22041" y="connsiteY22041"/>
              </a:cxn>
              <a:cxn ang="0">
                <a:pos x="connsiteX22042" y="connsiteY22042"/>
              </a:cxn>
              <a:cxn ang="0">
                <a:pos x="connsiteX22043" y="connsiteY22043"/>
              </a:cxn>
              <a:cxn ang="0">
                <a:pos x="connsiteX22044" y="connsiteY22044"/>
              </a:cxn>
              <a:cxn ang="0">
                <a:pos x="connsiteX22045" y="connsiteY22045"/>
              </a:cxn>
              <a:cxn ang="0">
                <a:pos x="connsiteX22046" y="connsiteY22046"/>
              </a:cxn>
              <a:cxn ang="0">
                <a:pos x="connsiteX22047" y="connsiteY22047"/>
              </a:cxn>
              <a:cxn ang="0">
                <a:pos x="connsiteX22048" y="connsiteY22048"/>
              </a:cxn>
              <a:cxn ang="0">
                <a:pos x="connsiteX22049" y="connsiteY22049"/>
              </a:cxn>
              <a:cxn ang="0">
                <a:pos x="connsiteX22050" y="connsiteY22050"/>
              </a:cxn>
              <a:cxn ang="0">
                <a:pos x="connsiteX22051" y="connsiteY22051"/>
              </a:cxn>
              <a:cxn ang="0">
                <a:pos x="connsiteX22052" y="connsiteY22052"/>
              </a:cxn>
              <a:cxn ang="0">
                <a:pos x="connsiteX22053" y="connsiteY22053"/>
              </a:cxn>
              <a:cxn ang="0">
                <a:pos x="connsiteX22054" y="connsiteY22054"/>
              </a:cxn>
              <a:cxn ang="0">
                <a:pos x="connsiteX22055" y="connsiteY22055"/>
              </a:cxn>
              <a:cxn ang="0">
                <a:pos x="connsiteX22056" y="connsiteY22056"/>
              </a:cxn>
              <a:cxn ang="0">
                <a:pos x="connsiteX22057" y="connsiteY22057"/>
              </a:cxn>
              <a:cxn ang="0">
                <a:pos x="connsiteX22058" y="connsiteY22058"/>
              </a:cxn>
              <a:cxn ang="0">
                <a:pos x="connsiteX22059" y="connsiteY22059"/>
              </a:cxn>
              <a:cxn ang="0">
                <a:pos x="connsiteX22060" y="connsiteY22060"/>
              </a:cxn>
              <a:cxn ang="0">
                <a:pos x="connsiteX22061" y="connsiteY22061"/>
              </a:cxn>
              <a:cxn ang="0">
                <a:pos x="connsiteX22062" y="connsiteY22062"/>
              </a:cxn>
              <a:cxn ang="0">
                <a:pos x="connsiteX22063" y="connsiteY22063"/>
              </a:cxn>
              <a:cxn ang="0">
                <a:pos x="connsiteX22064" y="connsiteY22064"/>
              </a:cxn>
              <a:cxn ang="0">
                <a:pos x="connsiteX22065" y="connsiteY22065"/>
              </a:cxn>
              <a:cxn ang="0">
                <a:pos x="connsiteX22066" y="connsiteY22066"/>
              </a:cxn>
              <a:cxn ang="0">
                <a:pos x="connsiteX22067" y="connsiteY22067"/>
              </a:cxn>
              <a:cxn ang="0">
                <a:pos x="connsiteX22068" y="connsiteY22068"/>
              </a:cxn>
              <a:cxn ang="0">
                <a:pos x="connsiteX22069" y="connsiteY22069"/>
              </a:cxn>
              <a:cxn ang="0">
                <a:pos x="connsiteX22070" y="connsiteY22070"/>
              </a:cxn>
              <a:cxn ang="0">
                <a:pos x="connsiteX22071" y="connsiteY22071"/>
              </a:cxn>
              <a:cxn ang="0">
                <a:pos x="connsiteX22072" y="connsiteY22072"/>
              </a:cxn>
              <a:cxn ang="0">
                <a:pos x="connsiteX22073" y="connsiteY22073"/>
              </a:cxn>
              <a:cxn ang="0">
                <a:pos x="connsiteX22074" y="connsiteY22074"/>
              </a:cxn>
              <a:cxn ang="0">
                <a:pos x="connsiteX22075" y="connsiteY22075"/>
              </a:cxn>
              <a:cxn ang="0">
                <a:pos x="connsiteX22076" y="connsiteY22076"/>
              </a:cxn>
              <a:cxn ang="0">
                <a:pos x="connsiteX22077" y="connsiteY22077"/>
              </a:cxn>
              <a:cxn ang="0">
                <a:pos x="connsiteX22078" y="connsiteY22078"/>
              </a:cxn>
              <a:cxn ang="0">
                <a:pos x="connsiteX22079" y="connsiteY22079"/>
              </a:cxn>
              <a:cxn ang="0">
                <a:pos x="connsiteX22080" y="connsiteY22080"/>
              </a:cxn>
              <a:cxn ang="0">
                <a:pos x="connsiteX22081" y="connsiteY22081"/>
              </a:cxn>
              <a:cxn ang="0">
                <a:pos x="connsiteX22082" y="connsiteY22082"/>
              </a:cxn>
              <a:cxn ang="0">
                <a:pos x="connsiteX22083" y="connsiteY22083"/>
              </a:cxn>
              <a:cxn ang="0">
                <a:pos x="connsiteX22084" y="connsiteY22084"/>
              </a:cxn>
              <a:cxn ang="0">
                <a:pos x="connsiteX22085" y="connsiteY22085"/>
              </a:cxn>
              <a:cxn ang="0">
                <a:pos x="connsiteX22086" y="connsiteY22086"/>
              </a:cxn>
              <a:cxn ang="0">
                <a:pos x="connsiteX22087" y="connsiteY22087"/>
              </a:cxn>
              <a:cxn ang="0">
                <a:pos x="connsiteX22088" y="connsiteY22088"/>
              </a:cxn>
              <a:cxn ang="0">
                <a:pos x="connsiteX22089" y="connsiteY22089"/>
              </a:cxn>
              <a:cxn ang="0">
                <a:pos x="connsiteX22090" y="connsiteY22090"/>
              </a:cxn>
              <a:cxn ang="0">
                <a:pos x="connsiteX22091" y="connsiteY22091"/>
              </a:cxn>
              <a:cxn ang="0">
                <a:pos x="connsiteX22092" y="connsiteY22092"/>
              </a:cxn>
              <a:cxn ang="0">
                <a:pos x="connsiteX22093" y="connsiteY22093"/>
              </a:cxn>
              <a:cxn ang="0">
                <a:pos x="connsiteX22094" y="connsiteY22094"/>
              </a:cxn>
              <a:cxn ang="0">
                <a:pos x="connsiteX22095" y="connsiteY22095"/>
              </a:cxn>
              <a:cxn ang="0">
                <a:pos x="connsiteX22096" y="connsiteY22096"/>
              </a:cxn>
              <a:cxn ang="0">
                <a:pos x="connsiteX22097" y="connsiteY22097"/>
              </a:cxn>
              <a:cxn ang="0">
                <a:pos x="connsiteX22098" y="connsiteY22098"/>
              </a:cxn>
              <a:cxn ang="0">
                <a:pos x="connsiteX22099" y="connsiteY22099"/>
              </a:cxn>
              <a:cxn ang="0">
                <a:pos x="connsiteX22100" y="connsiteY22100"/>
              </a:cxn>
              <a:cxn ang="0">
                <a:pos x="connsiteX22101" y="connsiteY22101"/>
              </a:cxn>
              <a:cxn ang="0">
                <a:pos x="connsiteX22102" y="connsiteY22102"/>
              </a:cxn>
              <a:cxn ang="0">
                <a:pos x="connsiteX22103" y="connsiteY22103"/>
              </a:cxn>
              <a:cxn ang="0">
                <a:pos x="connsiteX22104" y="connsiteY22104"/>
              </a:cxn>
              <a:cxn ang="0">
                <a:pos x="connsiteX22105" y="connsiteY22105"/>
              </a:cxn>
              <a:cxn ang="0">
                <a:pos x="connsiteX22106" y="connsiteY22106"/>
              </a:cxn>
              <a:cxn ang="0">
                <a:pos x="connsiteX22107" y="connsiteY22107"/>
              </a:cxn>
              <a:cxn ang="0">
                <a:pos x="connsiteX22108" y="connsiteY22108"/>
              </a:cxn>
              <a:cxn ang="0">
                <a:pos x="connsiteX22109" y="connsiteY22109"/>
              </a:cxn>
              <a:cxn ang="0">
                <a:pos x="connsiteX22110" y="connsiteY22110"/>
              </a:cxn>
              <a:cxn ang="0">
                <a:pos x="connsiteX22111" y="connsiteY22111"/>
              </a:cxn>
              <a:cxn ang="0">
                <a:pos x="connsiteX22112" y="connsiteY22112"/>
              </a:cxn>
              <a:cxn ang="0">
                <a:pos x="connsiteX22113" y="connsiteY22113"/>
              </a:cxn>
              <a:cxn ang="0">
                <a:pos x="connsiteX22114" y="connsiteY22114"/>
              </a:cxn>
              <a:cxn ang="0">
                <a:pos x="connsiteX22115" y="connsiteY22115"/>
              </a:cxn>
              <a:cxn ang="0">
                <a:pos x="connsiteX22116" y="connsiteY22116"/>
              </a:cxn>
              <a:cxn ang="0">
                <a:pos x="connsiteX22117" y="connsiteY22117"/>
              </a:cxn>
              <a:cxn ang="0">
                <a:pos x="connsiteX22118" y="connsiteY22118"/>
              </a:cxn>
              <a:cxn ang="0">
                <a:pos x="connsiteX22119" y="connsiteY22119"/>
              </a:cxn>
              <a:cxn ang="0">
                <a:pos x="connsiteX22120" y="connsiteY22120"/>
              </a:cxn>
              <a:cxn ang="0">
                <a:pos x="connsiteX22121" y="connsiteY22121"/>
              </a:cxn>
              <a:cxn ang="0">
                <a:pos x="connsiteX22122" y="connsiteY22122"/>
              </a:cxn>
              <a:cxn ang="0">
                <a:pos x="connsiteX22123" y="connsiteY22123"/>
              </a:cxn>
              <a:cxn ang="0">
                <a:pos x="connsiteX22124" y="connsiteY22124"/>
              </a:cxn>
              <a:cxn ang="0">
                <a:pos x="connsiteX22125" y="connsiteY22125"/>
              </a:cxn>
              <a:cxn ang="0">
                <a:pos x="connsiteX22126" y="connsiteY22126"/>
              </a:cxn>
              <a:cxn ang="0">
                <a:pos x="connsiteX22127" y="connsiteY22127"/>
              </a:cxn>
              <a:cxn ang="0">
                <a:pos x="connsiteX22128" y="connsiteY22128"/>
              </a:cxn>
              <a:cxn ang="0">
                <a:pos x="connsiteX22129" y="connsiteY22129"/>
              </a:cxn>
              <a:cxn ang="0">
                <a:pos x="connsiteX22130" y="connsiteY22130"/>
              </a:cxn>
              <a:cxn ang="0">
                <a:pos x="connsiteX22131" y="connsiteY22131"/>
              </a:cxn>
              <a:cxn ang="0">
                <a:pos x="connsiteX22132" y="connsiteY22132"/>
              </a:cxn>
              <a:cxn ang="0">
                <a:pos x="connsiteX22133" y="connsiteY22133"/>
              </a:cxn>
              <a:cxn ang="0">
                <a:pos x="connsiteX22134" y="connsiteY22134"/>
              </a:cxn>
              <a:cxn ang="0">
                <a:pos x="connsiteX22135" y="connsiteY22135"/>
              </a:cxn>
              <a:cxn ang="0">
                <a:pos x="connsiteX22136" y="connsiteY22136"/>
              </a:cxn>
              <a:cxn ang="0">
                <a:pos x="connsiteX22137" y="connsiteY22137"/>
              </a:cxn>
              <a:cxn ang="0">
                <a:pos x="connsiteX22138" y="connsiteY22138"/>
              </a:cxn>
              <a:cxn ang="0">
                <a:pos x="connsiteX22139" y="connsiteY22139"/>
              </a:cxn>
              <a:cxn ang="0">
                <a:pos x="connsiteX22140" y="connsiteY22140"/>
              </a:cxn>
              <a:cxn ang="0">
                <a:pos x="connsiteX22141" y="connsiteY22141"/>
              </a:cxn>
              <a:cxn ang="0">
                <a:pos x="connsiteX22142" y="connsiteY22142"/>
              </a:cxn>
              <a:cxn ang="0">
                <a:pos x="connsiteX22143" y="connsiteY22143"/>
              </a:cxn>
              <a:cxn ang="0">
                <a:pos x="connsiteX22144" y="connsiteY22144"/>
              </a:cxn>
              <a:cxn ang="0">
                <a:pos x="connsiteX22145" y="connsiteY22145"/>
              </a:cxn>
              <a:cxn ang="0">
                <a:pos x="connsiteX22146" y="connsiteY22146"/>
              </a:cxn>
              <a:cxn ang="0">
                <a:pos x="connsiteX22147" y="connsiteY22147"/>
              </a:cxn>
              <a:cxn ang="0">
                <a:pos x="connsiteX22148" y="connsiteY22148"/>
              </a:cxn>
              <a:cxn ang="0">
                <a:pos x="connsiteX22149" y="connsiteY22149"/>
              </a:cxn>
              <a:cxn ang="0">
                <a:pos x="connsiteX22150" y="connsiteY22150"/>
              </a:cxn>
              <a:cxn ang="0">
                <a:pos x="connsiteX22151" y="connsiteY22151"/>
              </a:cxn>
              <a:cxn ang="0">
                <a:pos x="connsiteX22152" y="connsiteY22152"/>
              </a:cxn>
              <a:cxn ang="0">
                <a:pos x="connsiteX22153" y="connsiteY22153"/>
              </a:cxn>
              <a:cxn ang="0">
                <a:pos x="connsiteX22154" y="connsiteY22154"/>
              </a:cxn>
              <a:cxn ang="0">
                <a:pos x="connsiteX22155" y="connsiteY22155"/>
              </a:cxn>
              <a:cxn ang="0">
                <a:pos x="connsiteX22156" y="connsiteY22156"/>
              </a:cxn>
              <a:cxn ang="0">
                <a:pos x="connsiteX22157" y="connsiteY22157"/>
              </a:cxn>
              <a:cxn ang="0">
                <a:pos x="connsiteX22158" y="connsiteY22158"/>
              </a:cxn>
              <a:cxn ang="0">
                <a:pos x="connsiteX22159" y="connsiteY22159"/>
              </a:cxn>
              <a:cxn ang="0">
                <a:pos x="connsiteX22160" y="connsiteY22160"/>
              </a:cxn>
              <a:cxn ang="0">
                <a:pos x="connsiteX22161" y="connsiteY22161"/>
              </a:cxn>
              <a:cxn ang="0">
                <a:pos x="connsiteX22162" y="connsiteY22162"/>
              </a:cxn>
              <a:cxn ang="0">
                <a:pos x="connsiteX22163" y="connsiteY22163"/>
              </a:cxn>
              <a:cxn ang="0">
                <a:pos x="connsiteX22164" y="connsiteY22164"/>
              </a:cxn>
              <a:cxn ang="0">
                <a:pos x="connsiteX22165" y="connsiteY22165"/>
              </a:cxn>
              <a:cxn ang="0">
                <a:pos x="connsiteX22166" y="connsiteY22166"/>
              </a:cxn>
              <a:cxn ang="0">
                <a:pos x="connsiteX22167" y="connsiteY22167"/>
              </a:cxn>
              <a:cxn ang="0">
                <a:pos x="connsiteX22168" y="connsiteY22168"/>
              </a:cxn>
              <a:cxn ang="0">
                <a:pos x="connsiteX22169" y="connsiteY22169"/>
              </a:cxn>
              <a:cxn ang="0">
                <a:pos x="connsiteX22170" y="connsiteY22170"/>
              </a:cxn>
              <a:cxn ang="0">
                <a:pos x="connsiteX22171" y="connsiteY22171"/>
              </a:cxn>
              <a:cxn ang="0">
                <a:pos x="connsiteX22172" y="connsiteY22172"/>
              </a:cxn>
              <a:cxn ang="0">
                <a:pos x="connsiteX22173" y="connsiteY22173"/>
              </a:cxn>
              <a:cxn ang="0">
                <a:pos x="connsiteX22174" y="connsiteY22174"/>
              </a:cxn>
              <a:cxn ang="0">
                <a:pos x="connsiteX22175" y="connsiteY22175"/>
              </a:cxn>
              <a:cxn ang="0">
                <a:pos x="connsiteX22176" y="connsiteY22176"/>
              </a:cxn>
              <a:cxn ang="0">
                <a:pos x="connsiteX22177" y="connsiteY22177"/>
              </a:cxn>
              <a:cxn ang="0">
                <a:pos x="connsiteX22178" y="connsiteY22178"/>
              </a:cxn>
              <a:cxn ang="0">
                <a:pos x="connsiteX22179" y="connsiteY22179"/>
              </a:cxn>
              <a:cxn ang="0">
                <a:pos x="connsiteX22180" y="connsiteY22180"/>
              </a:cxn>
              <a:cxn ang="0">
                <a:pos x="connsiteX22181" y="connsiteY22181"/>
              </a:cxn>
              <a:cxn ang="0">
                <a:pos x="connsiteX22182" y="connsiteY22182"/>
              </a:cxn>
              <a:cxn ang="0">
                <a:pos x="connsiteX22183" y="connsiteY22183"/>
              </a:cxn>
              <a:cxn ang="0">
                <a:pos x="connsiteX22184" y="connsiteY22184"/>
              </a:cxn>
              <a:cxn ang="0">
                <a:pos x="connsiteX22185" y="connsiteY22185"/>
              </a:cxn>
              <a:cxn ang="0">
                <a:pos x="connsiteX22186" y="connsiteY22186"/>
              </a:cxn>
              <a:cxn ang="0">
                <a:pos x="connsiteX22187" y="connsiteY22187"/>
              </a:cxn>
              <a:cxn ang="0">
                <a:pos x="connsiteX22188" y="connsiteY22188"/>
              </a:cxn>
              <a:cxn ang="0">
                <a:pos x="connsiteX22189" y="connsiteY22189"/>
              </a:cxn>
              <a:cxn ang="0">
                <a:pos x="connsiteX22190" y="connsiteY22190"/>
              </a:cxn>
              <a:cxn ang="0">
                <a:pos x="connsiteX22191" y="connsiteY22191"/>
              </a:cxn>
              <a:cxn ang="0">
                <a:pos x="connsiteX22192" y="connsiteY22192"/>
              </a:cxn>
              <a:cxn ang="0">
                <a:pos x="connsiteX22193" y="connsiteY22193"/>
              </a:cxn>
              <a:cxn ang="0">
                <a:pos x="connsiteX22194" y="connsiteY22194"/>
              </a:cxn>
              <a:cxn ang="0">
                <a:pos x="connsiteX22195" y="connsiteY22195"/>
              </a:cxn>
              <a:cxn ang="0">
                <a:pos x="connsiteX22196" y="connsiteY22196"/>
              </a:cxn>
              <a:cxn ang="0">
                <a:pos x="connsiteX22197" y="connsiteY22197"/>
              </a:cxn>
              <a:cxn ang="0">
                <a:pos x="connsiteX22198" y="connsiteY22198"/>
              </a:cxn>
              <a:cxn ang="0">
                <a:pos x="connsiteX22199" y="connsiteY22199"/>
              </a:cxn>
              <a:cxn ang="0">
                <a:pos x="connsiteX22200" y="connsiteY22200"/>
              </a:cxn>
              <a:cxn ang="0">
                <a:pos x="connsiteX22201" y="connsiteY22201"/>
              </a:cxn>
              <a:cxn ang="0">
                <a:pos x="connsiteX22202" y="connsiteY22202"/>
              </a:cxn>
              <a:cxn ang="0">
                <a:pos x="connsiteX22203" y="connsiteY22203"/>
              </a:cxn>
              <a:cxn ang="0">
                <a:pos x="connsiteX22204" y="connsiteY22204"/>
              </a:cxn>
              <a:cxn ang="0">
                <a:pos x="connsiteX22205" y="connsiteY22205"/>
              </a:cxn>
              <a:cxn ang="0">
                <a:pos x="connsiteX22206" y="connsiteY22206"/>
              </a:cxn>
              <a:cxn ang="0">
                <a:pos x="connsiteX22207" y="connsiteY22207"/>
              </a:cxn>
              <a:cxn ang="0">
                <a:pos x="connsiteX22208" y="connsiteY22208"/>
              </a:cxn>
              <a:cxn ang="0">
                <a:pos x="connsiteX22209" y="connsiteY22209"/>
              </a:cxn>
              <a:cxn ang="0">
                <a:pos x="connsiteX22210" y="connsiteY22210"/>
              </a:cxn>
              <a:cxn ang="0">
                <a:pos x="connsiteX22211" y="connsiteY22211"/>
              </a:cxn>
              <a:cxn ang="0">
                <a:pos x="connsiteX22212" y="connsiteY22212"/>
              </a:cxn>
              <a:cxn ang="0">
                <a:pos x="connsiteX22213" y="connsiteY22213"/>
              </a:cxn>
              <a:cxn ang="0">
                <a:pos x="connsiteX22214" y="connsiteY22214"/>
              </a:cxn>
              <a:cxn ang="0">
                <a:pos x="connsiteX22215" y="connsiteY22215"/>
              </a:cxn>
              <a:cxn ang="0">
                <a:pos x="connsiteX22216" y="connsiteY22216"/>
              </a:cxn>
              <a:cxn ang="0">
                <a:pos x="connsiteX22217" y="connsiteY22217"/>
              </a:cxn>
              <a:cxn ang="0">
                <a:pos x="connsiteX22218" y="connsiteY22218"/>
              </a:cxn>
              <a:cxn ang="0">
                <a:pos x="connsiteX22219" y="connsiteY22219"/>
              </a:cxn>
              <a:cxn ang="0">
                <a:pos x="connsiteX22220" y="connsiteY22220"/>
              </a:cxn>
              <a:cxn ang="0">
                <a:pos x="connsiteX22221" y="connsiteY22221"/>
              </a:cxn>
              <a:cxn ang="0">
                <a:pos x="connsiteX22222" y="connsiteY22222"/>
              </a:cxn>
              <a:cxn ang="0">
                <a:pos x="connsiteX22223" y="connsiteY22223"/>
              </a:cxn>
              <a:cxn ang="0">
                <a:pos x="connsiteX22224" y="connsiteY22224"/>
              </a:cxn>
              <a:cxn ang="0">
                <a:pos x="connsiteX22225" y="connsiteY22225"/>
              </a:cxn>
              <a:cxn ang="0">
                <a:pos x="connsiteX22226" y="connsiteY22226"/>
              </a:cxn>
              <a:cxn ang="0">
                <a:pos x="connsiteX22227" y="connsiteY22227"/>
              </a:cxn>
              <a:cxn ang="0">
                <a:pos x="connsiteX22228" y="connsiteY22228"/>
              </a:cxn>
              <a:cxn ang="0">
                <a:pos x="connsiteX22229" y="connsiteY22229"/>
              </a:cxn>
              <a:cxn ang="0">
                <a:pos x="connsiteX22230" y="connsiteY22230"/>
              </a:cxn>
              <a:cxn ang="0">
                <a:pos x="connsiteX22231" y="connsiteY22231"/>
              </a:cxn>
              <a:cxn ang="0">
                <a:pos x="connsiteX22232" y="connsiteY22232"/>
              </a:cxn>
              <a:cxn ang="0">
                <a:pos x="connsiteX22233" y="connsiteY22233"/>
              </a:cxn>
              <a:cxn ang="0">
                <a:pos x="connsiteX22234" y="connsiteY22234"/>
              </a:cxn>
              <a:cxn ang="0">
                <a:pos x="connsiteX22235" y="connsiteY22235"/>
              </a:cxn>
              <a:cxn ang="0">
                <a:pos x="connsiteX22236" y="connsiteY22236"/>
              </a:cxn>
              <a:cxn ang="0">
                <a:pos x="connsiteX22237" y="connsiteY22237"/>
              </a:cxn>
              <a:cxn ang="0">
                <a:pos x="connsiteX22238" y="connsiteY22238"/>
              </a:cxn>
              <a:cxn ang="0">
                <a:pos x="connsiteX22239" y="connsiteY22239"/>
              </a:cxn>
              <a:cxn ang="0">
                <a:pos x="connsiteX22240" y="connsiteY22240"/>
              </a:cxn>
              <a:cxn ang="0">
                <a:pos x="connsiteX22241" y="connsiteY22241"/>
              </a:cxn>
              <a:cxn ang="0">
                <a:pos x="connsiteX22242" y="connsiteY22242"/>
              </a:cxn>
              <a:cxn ang="0">
                <a:pos x="connsiteX22243" y="connsiteY22243"/>
              </a:cxn>
              <a:cxn ang="0">
                <a:pos x="connsiteX22244" y="connsiteY22244"/>
              </a:cxn>
              <a:cxn ang="0">
                <a:pos x="connsiteX22245" y="connsiteY22245"/>
              </a:cxn>
              <a:cxn ang="0">
                <a:pos x="connsiteX22246" y="connsiteY22246"/>
              </a:cxn>
              <a:cxn ang="0">
                <a:pos x="connsiteX22247" y="connsiteY22247"/>
              </a:cxn>
              <a:cxn ang="0">
                <a:pos x="connsiteX22248" y="connsiteY22248"/>
              </a:cxn>
              <a:cxn ang="0">
                <a:pos x="connsiteX22249" y="connsiteY22249"/>
              </a:cxn>
              <a:cxn ang="0">
                <a:pos x="connsiteX22250" y="connsiteY22250"/>
              </a:cxn>
              <a:cxn ang="0">
                <a:pos x="connsiteX22251" y="connsiteY22251"/>
              </a:cxn>
              <a:cxn ang="0">
                <a:pos x="connsiteX22252" y="connsiteY22252"/>
              </a:cxn>
              <a:cxn ang="0">
                <a:pos x="connsiteX22253" y="connsiteY22253"/>
              </a:cxn>
              <a:cxn ang="0">
                <a:pos x="connsiteX22254" y="connsiteY22254"/>
              </a:cxn>
              <a:cxn ang="0">
                <a:pos x="connsiteX22255" y="connsiteY22255"/>
              </a:cxn>
              <a:cxn ang="0">
                <a:pos x="connsiteX22256" y="connsiteY22256"/>
              </a:cxn>
              <a:cxn ang="0">
                <a:pos x="connsiteX22257" y="connsiteY22257"/>
              </a:cxn>
              <a:cxn ang="0">
                <a:pos x="connsiteX22258" y="connsiteY22258"/>
              </a:cxn>
              <a:cxn ang="0">
                <a:pos x="connsiteX22259" y="connsiteY22259"/>
              </a:cxn>
              <a:cxn ang="0">
                <a:pos x="connsiteX22260" y="connsiteY22260"/>
              </a:cxn>
              <a:cxn ang="0">
                <a:pos x="connsiteX22261" y="connsiteY22261"/>
              </a:cxn>
              <a:cxn ang="0">
                <a:pos x="connsiteX22262" y="connsiteY22262"/>
              </a:cxn>
              <a:cxn ang="0">
                <a:pos x="connsiteX22263" y="connsiteY22263"/>
              </a:cxn>
              <a:cxn ang="0">
                <a:pos x="connsiteX22264" y="connsiteY22264"/>
              </a:cxn>
              <a:cxn ang="0">
                <a:pos x="connsiteX22265" y="connsiteY22265"/>
              </a:cxn>
              <a:cxn ang="0">
                <a:pos x="connsiteX22266" y="connsiteY22266"/>
              </a:cxn>
              <a:cxn ang="0">
                <a:pos x="connsiteX22267" y="connsiteY22267"/>
              </a:cxn>
              <a:cxn ang="0">
                <a:pos x="connsiteX22268" y="connsiteY22268"/>
              </a:cxn>
              <a:cxn ang="0">
                <a:pos x="connsiteX22269" y="connsiteY22269"/>
              </a:cxn>
              <a:cxn ang="0">
                <a:pos x="connsiteX22270" y="connsiteY22270"/>
              </a:cxn>
              <a:cxn ang="0">
                <a:pos x="connsiteX22271" y="connsiteY22271"/>
              </a:cxn>
              <a:cxn ang="0">
                <a:pos x="connsiteX22272" y="connsiteY22272"/>
              </a:cxn>
              <a:cxn ang="0">
                <a:pos x="connsiteX22273" y="connsiteY22273"/>
              </a:cxn>
              <a:cxn ang="0">
                <a:pos x="connsiteX22274" y="connsiteY22274"/>
              </a:cxn>
              <a:cxn ang="0">
                <a:pos x="connsiteX22275" y="connsiteY22275"/>
              </a:cxn>
              <a:cxn ang="0">
                <a:pos x="connsiteX22276" y="connsiteY22276"/>
              </a:cxn>
              <a:cxn ang="0">
                <a:pos x="connsiteX22277" y="connsiteY22277"/>
              </a:cxn>
              <a:cxn ang="0">
                <a:pos x="connsiteX22278" y="connsiteY22278"/>
              </a:cxn>
              <a:cxn ang="0">
                <a:pos x="connsiteX22279" y="connsiteY22279"/>
              </a:cxn>
              <a:cxn ang="0">
                <a:pos x="connsiteX22280" y="connsiteY22280"/>
              </a:cxn>
              <a:cxn ang="0">
                <a:pos x="connsiteX22281" y="connsiteY22281"/>
              </a:cxn>
              <a:cxn ang="0">
                <a:pos x="connsiteX22282" y="connsiteY22282"/>
              </a:cxn>
              <a:cxn ang="0">
                <a:pos x="connsiteX22283" y="connsiteY22283"/>
              </a:cxn>
              <a:cxn ang="0">
                <a:pos x="connsiteX22284" y="connsiteY22284"/>
              </a:cxn>
              <a:cxn ang="0">
                <a:pos x="connsiteX22285" y="connsiteY22285"/>
              </a:cxn>
              <a:cxn ang="0">
                <a:pos x="connsiteX22286" y="connsiteY22286"/>
              </a:cxn>
              <a:cxn ang="0">
                <a:pos x="connsiteX22287" y="connsiteY22287"/>
              </a:cxn>
              <a:cxn ang="0">
                <a:pos x="connsiteX22288" y="connsiteY22288"/>
              </a:cxn>
              <a:cxn ang="0">
                <a:pos x="connsiteX22289" y="connsiteY22289"/>
              </a:cxn>
              <a:cxn ang="0">
                <a:pos x="connsiteX22290" y="connsiteY22290"/>
              </a:cxn>
              <a:cxn ang="0">
                <a:pos x="connsiteX22291" y="connsiteY22291"/>
              </a:cxn>
              <a:cxn ang="0">
                <a:pos x="connsiteX22292" y="connsiteY22292"/>
              </a:cxn>
              <a:cxn ang="0">
                <a:pos x="connsiteX22293" y="connsiteY22293"/>
              </a:cxn>
              <a:cxn ang="0">
                <a:pos x="connsiteX22294" y="connsiteY22294"/>
              </a:cxn>
              <a:cxn ang="0">
                <a:pos x="connsiteX22295" y="connsiteY22295"/>
              </a:cxn>
              <a:cxn ang="0">
                <a:pos x="connsiteX22296" y="connsiteY22296"/>
              </a:cxn>
              <a:cxn ang="0">
                <a:pos x="connsiteX22297" y="connsiteY22297"/>
              </a:cxn>
              <a:cxn ang="0">
                <a:pos x="connsiteX22298" y="connsiteY22298"/>
              </a:cxn>
              <a:cxn ang="0">
                <a:pos x="connsiteX22299" y="connsiteY22299"/>
              </a:cxn>
              <a:cxn ang="0">
                <a:pos x="connsiteX22300" y="connsiteY22300"/>
              </a:cxn>
              <a:cxn ang="0">
                <a:pos x="connsiteX22301" y="connsiteY22301"/>
              </a:cxn>
              <a:cxn ang="0">
                <a:pos x="connsiteX22302" y="connsiteY22302"/>
              </a:cxn>
              <a:cxn ang="0">
                <a:pos x="connsiteX22303" y="connsiteY22303"/>
              </a:cxn>
              <a:cxn ang="0">
                <a:pos x="connsiteX22304" y="connsiteY22304"/>
              </a:cxn>
              <a:cxn ang="0">
                <a:pos x="connsiteX22305" y="connsiteY22305"/>
              </a:cxn>
              <a:cxn ang="0">
                <a:pos x="connsiteX22306" y="connsiteY22306"/>
              </a:cxn>
              <a:cxn ang="0">
                <a:pos x="connsiteX22307" y="connsiteY22307"/>
              </a:cxn>
              <a:cxn ang="0">
                <a:pos x="connsiteX22308" y="connsiteY22308"/>
              </a:cxn>
              <a:cxn ang="0">
                <a:pos x="connsiteX22309" y="connsiteY22309"/>
              </a:cxn>
              <a:cxn ang="0">
                <a:pos x="connsiteX22310" y="connsiteY22310"/>
              </a:cxn>
              <a:cxn ang="0">
                <a:pos x="connsiteX22311" y="connsiteY22311"/>
              </a:cxn>
              <a:cxn ang="0">
                <a:pos x="connsiteX22312" y="connsiteY22312"/>
              </a:cxn>
              <a:cxn ang="0">
                <a:pos x="connsiteX22313" y="connsiteY22313"/>
              </a:cxn>
              <a:cxn ang="0">
                <a:pos x="connsiteX22314" y="connsiteY22314"/>
              </a:cxn>
              <a:cxn ang="0">
                <a:pos x="connsiteX22315" y="connsiteY22315"/>
              </a:cxn>
              <a:cxn ang="0">
                <a:pos x="connsiteX22316" y="connsiteY22316"/>
              </a:cxn>
              <a:cxn ang="0">
                <a:pos x="connsiteX22317" y="connsiteY22317"/>
              </a:cxn>
              <a:cxn ang="0">
                <a:pos x="connsiteX22318" y="connsiteY22318"/>
              </a:cxn>
              <a:cxn ang="0">
                <a:pos x="connsiteX22319" y="connsiteY22319"/>
              </a:cxn>
              <a:cxn ang="0">
                <a:pos x="connsiteX22320" y="connsiteY22320"/>
              </a:cxn>
              <a:cxn ang="0">
                <a:pos x="connsiteX22321" y="connsiteY22321"/>
              </a:cxn>
              <a:cxn ang="0">
                <a:pos x="connsiteX22322" y="connsiteY22322"/>
              </a:cxn>
              <a:cxn ang="0">
                <a:pos x="connsiteX22323" y="connsiteY22323"/>
              </a:cxn>
              <a:cxn ang="0">
                <a:pos x="connsiteX22324" y="connsiteY22324"/>
              </a:cxn>
              <a:cxn ang="0">
                <a:pos x="connsiteX22325" y="connsiteY22325"/>
              </a:cxn>
              <a:cxn ang="0">
                <a:pos x="connsiteX22326" y="connsiteY22326"/>
              </a:cxn>
              <a:cxn ang="0">
                <a:pos x="connsiteX22327" y="connsiteY22327"/>
              </a:cxn>
              <a:cxn ang="0">
                <a:pos x="connsiteX22328" y="connsiteY22328"/>
              </a:cxn>
              <a:cxn ang="0">
                <a:pos x="connsiteX22329" y="connsiteY22329"/>
              </a:cxn>
              <a:cxn ang="0">
                <a:pos x="connsiteX22330" y="connsiteY22330"/>
              </a:cxn>
              <a:cxn ang="0">
                <a:pos x="connsiteX22331" y="connsiteY22331"/>
              </a:cxn>
              <a:cxn ang="0">
                <a:pos x="connsiteX22332" y="connsiteY22332"/>
              </a:cxn>
              <a:cxn ang="0">
                <a:pos x="connsiteX22333" y="connsiteY22333"/>
              </a:cxn>
              <a:cxn ang="0">
                <a:pos x="connsiteX22334" y="connsiteY22334"/>
              </a:cxn>
              <a:cxn ang="0">
                <a:pos x="connsiteX22335" y="connsiteY22335"/>
              </a:cxn>
              <a:cxn ang="0">
                <a:pos x="connsiteX22336" y="connsiteY22336"/>
              </a:cxn>
              <a:cxn ang="0">
                <a:pos x="connsiteX22337" y="connsiteY22337"/>
              </a:cxn>
              <a:cxn ang="0">
                <a:pos x="connsiteX22338" y="connsiteY22338"/>
              </a:cxn>
              <a:cxn ang="0">
                <a:pos x="connsiteX22339" y="connsiteY22339"/>
              </a:cxn>
              <a:cxn ang="0">
                <a:pos x="connsiteX22340" y="connsiteY22340"/>
              </a:cxn>
              <a:cxn ang="0">
                <a:pos x="connsiteX22341" y="connsiteY22341"/>
              </a:cxn>
              <a:cxn ang="0">
                <a:pos x="connsiteX22342" y="connsiteY22342"/>
              </a:cxn>
              <a:cxn ang="0">
                <a:pos x="connsiteX22343" y="connsiteY22343"/>
              </a:cxn>
              <a:cxn ang="0">
                <a:pos x="connsiteX22344" y="connsiteY22344"/>
              </a:cxn>
              <a:cxn ang="0">
                <a:pos x="connsiteX22345" y="connsiteY22345"/>
              </a:cxn>
              <a:cxn ang="0">
                <a:pos x="connsiteX22346" y="connsiteY22346"/>
              </a:cxn>
              <a:cxn ang="0">
                <a:pos x="connsiteX22347" y="connsiteY22347"/>
              </a:cxn>
              <a:cxn ang="0">
                <a:pos x="connsiteX22348" y="connsiteY22348"/>
              </a:cxn>
              <a:cxn ang="0">
                <a:pos x="connsiteX22349" y="connsiteY22349"/>
              </a:cxn>
              <a:cxn ang="0">
                <a:pos x="connsiteX22350" y="connsiteY22350"/>
              </a:cxn>
              <a:cxn ang="0">
                <a:pos x="connsiteX22351" y="connsiteY22351"/>
              </a:cxn>
              <a:cxn ang="0">
                <a:pos x="connsiteX22352" y="connsiteY22352"/>
              </a:cxn>
              <a:cxn ang="0">
                <a:pos x="connsiteX22353" y="connsiteY22353"/>
              </a:cxn>
              <a:cxn ang="0">
                <a:pos x="connsiteX22354" y="connsiteY22354"/>
              </a:cxn>
              <a:cxn ang="0">
                <a:pos x="connsiteX22355" y="connsiteY22355"/>
              </a:cxn>
              <a:cxn ang="0">
                <a:pos x="connsiteX22356" y="connsiteY22356"/>
              </a:cxn>
              <a:cxn ang="0">
                <a:pos x="connsiteX22357" y="connsiteY22357"/>
              </a:cxn>
              <a:cxn ang="0">
                <a:pos x="connsiteX22358" y="connsiteY22358"/>
              </a:cxn>
              <a:cxn ang="0">
                <a:pos x="connsiteX22359" y="connsiteY22359"/>
              </a:cxn>
              <a:cxn ang="0">
                <a:pos x="connsiteX22360" y="connsiteY22360"/>
              </a:cxn>
              <a:cxn ang="0">
                <a:pos x="connsiteX22361" y="connsiteY22361"/>
              </a:cxn>
              <a:cxn ang="0">
                <a:pos x="connsiteX22362" y="connsiteY22362"/>
              </a:cxn>
              <a:cxn ang="0">
                <a:pos x="connsiteX22363" y="connsiteY22363"/>
              </a:cxn>
              <a:cxn ang="0">
                <a:pos x="connsiteX22364" y="connsiteY22364"/>
              </a:cxn>
              <a:cxn ang="0">
                <a:pos x="connsiteX22365" y="connsiteY22365"/>
              </a:cxn>
              <a:cxn ang="0">
                <a:pos x="connsiteX22366" y="connsiteY22366"/>
              </a:cxn>
              <a:cxn ang="0">
                <a:pos x="connsiteX22367" y="connsiteY22367"/>
              </a:cxn>
              <a:cxn ang="0">
                <a:pos x="connsiteX22368" y="connsiteY22368"/>
              </a:cxn>
              <a:cxn ang="0">
                <a:pos x="connsiteX22369" y="connsiteY22369"/>
              </a:cxn>
              <a:cxn ang="0">
                <a:pos x="connsiteX22370" y="connsiteY22370"/>
              </a:cxn>
              <a:cxn ang="0">
                <a:pos x="connsiteX22371" y="connsiteY22371"/>
              </a:cxn>
              <a:cxn ang="0">
                <a:pos x="connsiteX22372" y="connsiteY22372"/>
              </a:cxn>
              <a:cxn ang="0">
                <a:pos x="connsiteX22373" y="connsiteY22373"/>
              </a:cxn>
              <a:cxn ang="0">
                <a:pos x="connsiteX22374" y="connsiteY22374"/>
              </a:cxn>
              <a:cxn ang="0">
                <a:pos x="connsiteX22375" y="connsiteY22375"/>
              </a:cxn>
              <a:cxn ang="0">
                <a:pos x="connsiteX22376" y="connsiteY22376"/>
              </a:cxn>
              <a:cxn ang="0">
                <a:pos x="connsiteX22377" y="connsiteY22377"/>
              </a:cxn>
              <a:cxn ang="0">
                <a:pos x="connsiteX22378" y="connsiteY22378"/>
              </a:cxn>
              <a:cxn ang="0">
                <a:pos x="connsiteX22379" y="connsiteY22379"/>
              </a:cxn>
              <a:cxn ang="0">
                <a:pos x="connsiteX22380" y="connsiteY22380"/>
              </a:cxn>
              <a:cxn ang="0">
                <a:pos x="connsiteX22381" y="connsiteY22381"/>
              </a:cxn>
              <a:cxn ang="0">
                <a:pos x="connsiteX22382" y="connsiteY22382"/>
              </a:cxn>
              <a:cxn ang="0">
                <a:pos x="connsiteX22383" y="connsiteY22383"/>
              </a:cxn>
              <a:cxn ang="0">
                <a:pos x="connsiteX22384" y="connsiteY22384"/>
              </a:cxn>
              <a:cxn ang="0">
                <a:pos x="connsiteX22385" y="connsiteY22385"/>
              </a:cxn>
              <a:cxn ang="0">
                <a:pos x="connsiteX22386" y="connsiteY22386"/>
              </a:cxn>
              <a:cxn ang="0">
                <a:pos x="connsiteX22387" y="connsiteY22387"/>
              </a:cxn>
              <a:cxn ang="0">
                <a:pos x="connsiteX22388" y="connsiteY22388"/>
              </a:cxn>
              <a:cxn ang="0">
                <a:pos x="connsiteX22389" y="connsiteY22389"/>
              </a:cxn>
              <a:cxn ang="0">
                <a:pos x="connsiteX22390" y="connsiteY22390"/>
              </a:cxn>
              <a:cxn ang="0">
                <a:pos x="connsiteX22391" y="connsiteY22391"/>
              </a:cxn>
              <a:cxn ang="0">
                <a:pos x="connsiteX22392" y="connsiteY22392"/>
              </a:cxn>
              <a:cxn ang="0">
                <a:pos x="connsiteX22393" y="connsiteY22393"/>
              </a:cxn>
              <a:cxn ang="0">
                <a:pos x="connsiteX22394" y="connsiteY22394"/>
              </a:cxn>
              <a:cxn ang="0">
                <a:pos x="connsiteX22395" y="connsiteY22395"/>
              </a:cxn>
              <a:cxn ang="0">
                <a:pos x="connsiteX22396" y="connsiteY22396"/>
              </a:cxn>
              <a:cxn ang="0">
                <a:pos x="connsiteX22397" y="connsiteY22397"/>
              </a:cxn>
              <a:cxn ang="0">
                <a:pos x="connsiteX22398" y="connsiteY22398"/>
              </a:cxn>
              <a:cxn ang="0">
                <a:pos x="connsiteX22399" y="connsiteY22399"/>
              </a:cxn>
              <a:cxn ang="0">
                <a:pos x="connsiteX22400" y="connsiteY22400"/>
              </a:cxn>
              <a:cxn ang="0">
                <a:pos x="connsiteX22401" y="connsiteY22401"/>
              </a:cxn>
              <a:cxn ang="0">
                <a:pos x="connsiteX22402" y="connsiteY22402"/>
              </a:cxn>
              <a:cxn ang="0">
                <a:pos x="connsiteX22403" y="connsiteY22403"/>
              </a:cxn>
              <a:cxn ang="0">
                <a:pos x="connsiteX22404" y="connsiteY22404"/>
              </a:cxn>
              <a:cxn ang="0">
                <a:pos x="connsiteX22405" y="connsiteY22405"/>
              </a:cxn>
              <a:cxn ang="0">
                <a:pos x="connsiteX22406" y="connsiteY22406"/>
              </a:cxn>
              <a:cxn ang="0">
                <a:pos x="connsiteX22407" y="connsiteY22407"/>
              </a:cxn>
              <a:cxn ang="0">
                <a:pos x="connsiteX22408" y="connsiteY22408"/>
              </a:cxn>
              <a:cxn ang="0">
                <a:pos x="connsiteX22409" y="connsiteY22409"/>
              </a:cxn>
              <a:cxn ang="0">
                <a:pos x="connsiteX22410" y="connsiteY22410"/>
              </a:cxn>
              <a:cxn ang="0">
                <a:pos x="connsiteX22411" y="connsiteY22411"/>
              </a:cxn>
              <a:cxn ang="0">
                <a:pos x="connsiteX22412" y="connsiteY22412"/>
              </a:cxn>
              <a:cxn ang="0">
                <a:pos x="connsiteX22413" y="connsiteY22413"/>
              </a:cxn>
              <a:cxn ang="0">
                <a:pos x="connsiteX22414" y="connsiteY22414"/>
              </a:cxn>
              <a:cxn ang="0">
                <a:pos x="connsiteX22415" y="connsiteY22415"/>
              </a:cxn>
              <a:cxn ang="0">
                <a:pos x="connsiteX22416" y="connsiteY22416"/>
              </a:cxn>
              <a:cxn ang="0">
                <a:pos x="connsiteX22417" y="connsiteY22417"/>
              </a:cxn>
              <a:cxn ang="0">
                <a:pos x="connsiteX22418" y="connsiteY22418"/>
              </a:cxn>
              <a:cxn ang="0">
                <a:pos x="connsiteX22419" y="connsiteY22419"/>
              </a:cxn>
              <a:cxn ang="0">
                <a:pos x="connsiteX22420" y="connsiteY22420"/>
              </a:cxn>
              <a:cxn ang="0">
                <a:pos x="connsiteX22421" y="connsiteY22421"/>
              </a:cxn>
              <a:cxn ang="0">
                <a:pos x="connsiteX22422" y="connsiteY22422"/>
              </a:cxn>
              <a:cxn ang="0">
                <a:pos x="connsiteX22423" y="connsiteY22423"/>
              </a:cxn>
              <a:cxn ang="0">
                <a:pos x="connsiteX22424" y="connsiteY22424"/>
              </a:cxn>
              <a:cxn ang="0">
                <a:pos x="connsiteX22425" y="connsiteY22425"/>
              </a:cxn>
              <a:cxn ang="0">
                <a:pos x="connsiteX22426" y="connsiteY22426"/>
              </a:cxn>
              <a:cxn ang="0">
                <a:pos x="connsiteX22427" y="connsiteY22427"/>
              </a:cxn>
              <a:cxn ang="0">
                <a:pos x="connsiteX22428" y="connsiteY22428"/>
              </a:cxn>
              <a:cxn ang="0">
                <a:pos x="connsiteX22429" y="connsiteY22429"/>
              </a:cxn>
              <a:cxn ang="0">
                <a:pos x="connsiteX22430" y="connsiteY22430"/>
              </a:cxn>
              <a:cxn ang="0">
                <a:pos x="connsiteX22431" y="connsiteY22431"/>
              </a:cxn>
              <a:cxn ang="0">
                <a:pos x="connsiteX22432" y="connsiteY22432"/>
              </a:cxn>
              <a:cxn ang="0">
                <a:pos x="connsiteX22433" y="connsiteY22433"/>
              </a:cxn>
              <a:cxn ang="0">
                <a:pos x="connsiteX22434" y="connsiteY22434"/>
              </a:cxn>
              <a:cxn ang="0">
                <a:pos x="connsiteX22435" y="connsiteY22435"/>
              </a:cxn>
              <a:cxn ang="0">
                <a:pos x="connsiteX22436" y="connsiteY22436"/>
              </a:cxn>
              <a:cxn ang="0">
                <a:pos x="connsiteX22437" y="connsiteY22437"/>
              </a:cxn>
              <a:cxn ang="0">
                <a:pos x="connsiteX22438" y="connsiteY22438"/>
              </a:cxn>
              <a:cxn ang="0">
                <a:pos x="connsiteX22439" y="connsiteY22439"/>
              </a:cxn>
              <a:cxn ang="0">
                <a:pos x="connsiteX22440" y="connsiteY22440"/>
              </a:cxn>
              <a:cxn ang="0">
                <a:pos x="connsiteX22441" y="connsiteY22441"/>
              </a:cxn>
              <a:cxn ang="0">
                <a:pos x="connsiteX22442" y="connsiteY22442"/>
              </a:cxn>
              <a:cxn ang="0">
                <a:pos x="connsiteX22443" y="connsiteY22443"/>
              </a:cxn>
              <a:cxn ang="0">
                <a:pos x="connsiteX22444" y="connsiteY22444"/>
              </a:cxn>
              <a:cxn ang="0">
                <a:pos x="connsiteX22445" y="connsiteY22445"/>
              </a:cxn>
              <a:cxn ang="0">
                <a:pos x="connsiteX22446" y="connsiteY22446"/>
              </a:cxn>
              <a:cxn ang="0">
                <a:pos x="connsiteX22447" y="connsiteY22447"/>
              </a:cxn>
              <a:cxn ang="0">
                <a:pos x="connsiteX22448" y="connsiteY22448"/>
              </a:cxn>
              <a:cxn ang="0">
                <a:pos x="connsiteX22449" y="connsiteY22449"/>
              </a:cxn>
              <a:cxn ang="0">
                <a:pos x="connsiteX22450" y="connsiteY22450"/>
              </a:cxn>
              <a:cxn ang="0">
                <a:pos x="connsiteX22451" y="connsiteY22451"/>
              </a:cxn>
              <a:cxn ang="0">
                <a:pos x="connsiteX22452" y="connsiteY22452"/>
              </a:cxn>
              <a:cxn ang="0">
                <a:pos x="connsiteX22453" y="connsiteY22453"/>
              </a:cxn>
              <a:cxn ang="0">
                <a:pos x="connsiteX22454" y="connsiteY22454"/>
              </a:cxn>
              <a:cxn ang="0">
                <a:pos x="connsiteX22455" y="connsiteY22455"/>
              </a:cxn>
              <a:cxn ang="0">
                <a:pos x="connsiteX22456" y="connsiteY22456"/>
              </a:cxn>
              <a:cxn ang="0">
                <a:pos x="connsiteX22457" y="connsiteY22457"/>
              </a:cxn>
              <a:cxn ang="0">
                <a:pos x="connsiteX22458" y="connsiteY22458"/>
              </a:cxn>
              <a:cxn ang="0">
                <a:pos x="connsiteX22459" y="connsiteY22459"/>
              </a:cxn>
              <a:cxn ang="0">
                <a:pos x="connsiteX22460" y="connsiteY22460"/>
              </a:cxn>
              <a:cxn ang="0">
                <a:pos x="connsiteX22461" y="connsiteY22461"/>
              </a:cxn>
              <a:cxn ang="0">
                <a:pos x="connsiteX22462" y="connsiteY22462"/>
              </a:cxn>
              <a:cxn ang="0">
                <a:pos x="connsiteX22463" y="connsiteY22463"/>
              </a:cxn>
              <a:cxn ang="0">
                <a:pos x="connsiteX22464" y="connsiteY22464"/>
              </a:cxn>
              <a:cxn ang="0">
                <a:pos x="connsiteX22465" y="connsiteY22465"/>
              </a:cxn>
              <a:cxn ang="0">
                <a:pos x="connsiteX22466" y="connsiteY22466"/>
              </a:cxn>
              <a:cxn ang="0">
                <a:pos x="connsiteX22467" y="connsiteY22467"/>
              </a:cxn>
              <a:cxn ang="0">
                <a:pos x="connsiteX22468" y="connsiteY22468"/>
              </a:cxn>
              <a:cxn ang="0">
                <a:pos x="connsiteX22469" y="connsiteY22469"/>
              </a:cxn>
              <a:cxn ang="0">
                <a:pos x="connsiteX22470" y="connsiteY22470"/>
              </a:cxn>
              <a:cxn ang="0">
                <a:pos x="connsiteX22471" y="connsiteY22471"/>
              </a:cxn>
              <a:cxn ang="0">
                <a:pos x="connsiteX22472" y="connsiteY22472"/>
              </a:cxn>
              <a:cxn ang="0">
                <a:pos x="connsiteX22473" y="connsiteY22473"/>
              </a:cxn>
              <a:cxn ang="0">
                <a:pos x="connsiteX22474" y="connsiteY22474"/>
              </a:cxn>
              <a:cxn ang="0">
                <a:pos x="connsiteX22475" y="connsiteY22475"/>
              </a:cxn>
              <a:cxn ang="0">
                <a:pos x="connsiteX22476" y="connsiteY22476"/>
              </a:cxn>
              <a:cxn ang="0">
                <a:pos x="connsiteX22477" y="connsiteY22477"/>
              </a:cxn>
              <a:cxn ang="0">
                <a:pos x="connsiteX22478" y="connsiteY22478"/>
              </a:cxn>
              <a:cxn ang="0">
                <a:pos x="connsiteX22479" y="connsiteY22479"/>
              </a:cxn>
              <a:cxn ang="0">
                <a:pos x="connsiteX22480" y="connsiteY22480"/>
              </a:cxn>
              <a:cxn ang="0">
                <a:pos x="connsiteX22481" y="connsiteY22481"/>
              </a:cxn>
              <a:cxn ang="0">
                <a:pos x="connsiteX22482" y="connsiteY22482"/>
              </a:cxn>
              <a:cxn ang="0">
                <a:pos x="connsiteX22483" y="connsiteY22483"/>
              </a:cxn>
              <a:cxn ang="0">
                <a:pos x="connsiteX22484" y="connsiteY22484"/>
              </a:cxn>
              <a:cxn ang="0">
                <a:pos x="connsiteX22485" y="connsiteY22485"/>
              </a:cxn>
              <a:cxn ang="0">
                <a:pos x="connsiteX22486" y="connsiteY22486"/>
              </a:cxn>
              <a:cxn ang="0">
                <a:pos x="connsiteX22487" y="connsiteY22487"/>
              </a:cxn>
              <a:cxn ang="0">
                <a:pos x="connsiteX22488" y="connsiteY22488"/>
              </a:cxn>
              <a:cxn ang="0">
                <a:pos x="connsiteX22489" y="connsiteY22489"/>
              </a:cxn>
              <a:cxn ang="0">
                <a:pos x="connsiteX22490" y="connsiteY22490"/>
              </a:cxn>
              <a:cxn ang="0">
                <a:pos x="connsiteX22491" y="connsiteY22491"/>
              </a:cxn>
              <a:cxn ang="0">
                <a:pos x="connsiteX22492" y="connsiteY22492"/>
              </a:cxn>
              <a:cxn ang="0">
                <a:pos x="connsiteX22493" y="connsiteY22493"/>
              </a:cxn>
              <a:cxn ang="0">
                <a:pos x="connsiteX22494" y="connsiteY22494"/>
              </a:cxn>
              <a:cxn ang="0">
                <a:pos x="connsiteX22495" y="connsiteY22495"/>
              </a:cxn>
              <a:cxn ang="0">
                <a:pos x="connsiteX22496" y="connsiteY22496"/>
              </a:cxn>
              <a:cxn ang="0">
                <a:pos x="connsiteX22497" y="connsiteY22497"/>
              </a:cxn>
              <a:cxn ang="0">
                <a:pos x="connsiteX22498" y="connsiteY22498"/>
              </a:cxn>
              <a:cxn ang="0">
                <a:pos x="connsiteX22499" y="connsiteY22499"/>
              </a:cxn>
              <a:cxn ang="0">
                <a:pos x="connsiteX22500" y="connsiteY22500"/>
              </a:cxn>
              <a:cxn ang="0">
                <a:pos x="connsiteX22501" y="connsiteY22501"/>
              </a:cxn>
              <a:cxn ang="0">
                <a:pos x="connsiteX22502" y="connsiteY22502"/>
              </a:cxn>
              <a:cxn ang="0">
                <a:pos x="connsiteX22503" y="connsiteY22503"/>
              </a:cxn>
              <a:cxn ang="0">
                <a:pos x="connsiteX22504" y="connsiteY22504"/>
              </a:cxn>
              <a:cxn ang="0">
                <a:pos x="connsiteX22505" y="connsiteY22505"/>
              </a:cxn>
              <a:cxn ang="0">
                <a:pos x="connsiteX22506" y="connsiteY22506"/>
              </a:cxn>
              <a:cxn ang="0">
                <a:pos x="connsiteX22507" y="connsiteY22507"/>
              </a:cxn>
              <a:cxn ang="0">
                <a:pos x="connsiteX22508" y="connsiteY22508"/>
              </a:cxn>
              <a:cxn ang="0">
                <a:pos x="connsiteX22509" y="connsiteY22509"/>
              </a:cxn>
              <a:cxn ang="0">
                <a:pos x="connsiteX22510" y="connsiteY22510"/>
              </a:cxn>
              <a:cxn ang="0">
                <a:pos x="connsiteX22511" y="connsiteY22511"/>
              </a:cxn>
              <a:cxn ang="0">
                <a:pos x="connsiteX22512" y="connsiteY22512"/>
              </a:cxn>
              <a:cxn ang="0">
                <a:pos x="connsiteX22513" y="connsiteY22513"/>
              </a:cxn>
              <a:cxn ang="0">
                <a:pos x="connsiteX22514" y="connsiteY22514"/>
              </a:cxn>
              <a:cxn ang="0">
                <a:pos x="connsiteX22515" y="connsiteY22515"/>
              </a:cxn>
              <a:cxn ang="0">
                <a:pos x="connsiteX22516" y="connsiteY22516"/>
              </a:cxn>
              <a:cxn ang="0">
                <a:pos x="connsiteX22517" y="connsiteY22517"/>
              </a:cxn>
              <a:cxn ang="0">
                <a:pos x="connsiteX22518" y="connsiteY22518"/>
              </a:cxn>
              <a:cxn ang="0">
                <a:pos x="connsiteX22519" y="connsiteY22519"/>
              </a:cxn>
              <a:cxn ang="0">
                <a:pos x="connsiteX22520" y="connsiteY22520"/>
              </a:cxn>
              <a:cxn ang="0">
                <a:pos x="connsiteX22521" y="connsiteY22521"/>
              </a:cxn>
              <a:cxn ang="0">
                <a:pos x="connsiteX22522" y="connsiteY22522"/>
              </a:cxn>
              <a:cxn ang="0">
                <a:pos x="connsiteX22523" y="connsiteY22523"/>
              </a:cxn>
              <a:cxn ang="0">
                <a:pos x="connsiteX22524" y="connsiteY22524"/>
              </a:cxn>
              <a:cxn ang="0">
                <a:pos x="connsiteX22525" y="connsiteY22525"/>
              </a:cxn>
              <a:cxn ang="0">
                <a:pos x="connsiteX22526" y="connsiteY22526"/>
              </a:cxn>
              <a:cxn ang="0">
                <a:pos x="connsiteX22527" y="connsiteY22527"/>
              </a:cxn>
              <a:cxn ang="0">
                <a:pos x="connsiteX22528" y="connsiteY22528"/>
              </a:cxn>
              <a:cxn ang="0">
                <a:pos x="connsiteX22529" y="connsiteY22529"/>
              </a:cxn>
              <a:cxn ang="0">
                <a:pos x="connsiteX22530" y="connsiteY22530"/>
              </a:cxn>
              <a:cxn ang="0">
                <a:pos x="connsiteX22531" y="connsiteY22531"/>
              </a:cxn>
              <a:cxn ang="0">
                <a:pos x="connsiteX22532" y="connsiteY22532"/>
              </a:cxn>
              <a:cxn ang="0">
                <a:pos x="connsiteX22533" y="connsiteY22533"/>
              </a:cxn>
              <a:cxn ang="0">
                <a:pos x="connsiteX22534" y="connsiteY22534"/>
              </a:cxn>
              <a:cxn ang="0">
                <a:pos x="connsiteX22535" y="connsiteY22535"/>
              </a:cxn>
              <a:cxn ang="0">
                <a:pos x="connsiteX22536" y="connsiteY22536"/>
              </a:cxn>
              <a:cxn ang="0">
                <a:pos x="connsiteX22537" y="connsiteY22537"/>
              </a:cxn>
              <a:cxn ang="0">
                <a:pos x="connsiteX22538" y="connsiteY22538"/>
              </a:cxn>
              <a:cxn ang="0">
                <a:pos x="connsiteX22539" y="connsiteY22539"/>
              </a:cxn>
              <a:cxn ang="0">
                <a:pos x="connsiteX22540" y="connsiteY22540"/>
              </a:cxn>
              <a:cxn ang="0">
                <a:pos x="connsiteX22541" y="connsiteY22541"/>
              </a:cxn>
              <a:cxn ang="0">
                <a:pos x="connsiteX22542" y="connsiteY22542"/>
              </a:cxn>
              <a:cxn ang="0">
                <a:pos x="connsiteX22543" y="connsiteY22543"/>
              </a:cxn>
              <a:cxn ang="0">
                <a:pos x="connsiteX22544" y="connsiteY22544"/>
              </a:cxn>
              <a:cxn ang="0">
                <a:pos x="connsiteX22545" y="connsiteY22545"/>
              </a:cxn>
              <a:cxn ang="0">
                <a:pos x="connsiteX22546" y="connsiteY22546"/>
              </a:cxn>
              <a:cxn ang="0">
                <a:pos x="connsiteX22547" y="connsiteY22547"/>
              </a:cxn>
              <a:cxn ang="0">
                <a:pos x="connsiteX22548" y="connsiteY22548"/>
              </a:cxn>
              <a:cxn ang="0">
                <a:pos x="connsiteX22549" y="connsiteY22549"/>
              </a:cxn>
              <a:cxn ang="0">
                <a:pos x="connsiteX22550" y="connsiteY22550"/>
              </a:cxn>
              <a:cxn ang="0">
                <a:pos x="connsiteX22551" y="connsiteY22551"/>
              </a:cxn>
              <a:cxn ang="0">
                <a:pos x="connsiteX22552" y="connsiteY22552"/>
              </a:cxn>
              <a:cxn ang="0">
                <a:pos x="connsiteX22553" y="connsiteY22553"/>
              </a:cxn>
              <a:cxn ang="0">
                <a:pos x="connsiteX22554" y="connsiteY22554"/>
              </a:cxn>
              <a:cxn ang="0">
                <a:pos x="connsiteX22555" y="connsiteY22555"/>
              </a:cxn>
              <a:cxn ang="0">
                <a:pos x="connsiteX22556" y="connsiteY22556"/>
              </a:cxn>
              <a:cxn ang="0">
                <a:pos x="connsiteX22557" y="connsiteY22557"/>
              </a:cxn>
              <a:cxn ang="0">
                <a:pos x="connsiteX22558" y="connsiteY22558"/>
              </a:cxn>
              <a:cxn ang="0">
                <a:pos x="connsiteX22559" y="connsiteY22559"/>
              </a:cxn>
              <a:cxn ang="0">
                <a:pos x="connsiteX22560" y="connsiteY22560"/>
              </a:cxn>
              <a:cxn ang="0">
                <a:pos x="connsiteX22561" y="connsiteY22561"/>
              </a:cxn>
              <a:cxn ang="0">
                <a:pos x="connsiteX22562" y="connsiteY22562"/>
              </a:cxn>
              <a:cxn ang="0">
                <a:pos x="connsiteX22563" y="connsiteY22563"/>
              </a:cxn>
              <a:cxn ang="0">
                <a:pos x="connsiteX22564" y="connsiteY22564"/>
              </a:cxn>
              <a:cxn ang="0">
                <a:pos x="connsiteX22565" y="connsiteY22565"/>
              </a:cxn>
              <a:cxn ang="0">
                <a:pos x="connsiteX22566" y="connsiteY22566"/>
              </a:cxn>
              <a:cxn ang="0">
                <a:pos x="connsiteX22567" y="connsiteY22567"/>
              </a:cxn>
              <a:cxn ang="0">
                <a:pos x="connsiteX22568" y="connsiteY22568"/>
              </a:cxn>
              <a:cxn ang="0">
                <a:pos x="connsiteX22569" y="connsiteY22569"/>
              </a:cxn>
              <a:cxn ang="0">
                <a:pos x="connsiteX22570" y="connsiteY22570"/>
              </a:cxn>
              <a:cxn ang="0">
                <a:pos x="connsiteX22571" y="connsiteY22571"/>
              </a:cxn>
              <a:cxn ang="0">
                <a:pos x="connsiteX22572" y="connsiteY22572"/>
              </a:cxn>
              <a:cxn ang="0">
                <a:pos x="connsiteX22573" y="connsiteY22573"/>
              </a:cxn>
              <a:cxn ang="0">
                <a:pos x="connsiteX22574" y="connsiteY22574"/>
              </a:cxn>
              <a:cxn ang="0">
                <a:pos x="connsiteX22575" y="connsiteY22575"/>
              </a:cxn>
              <a:cxn ang="0">
                <a:pos x="connsiteX22576" y="connsiteY22576"/>
              </a:cxn>
              <a:cxn ang="0">
                <a:pos x="connsiteX22577" y="connsiteY22577"/>
              </a:cxn>
              <a:cxn ang="0">
                <a:pos x="connsiteX22578" y="connsiteY22578"/>
              </a:cxn>
              <a:cxn ang="0">
                <a:pos x="connsiteX22579" y="connsiteY22579"/>
              </a:cxn>
              <a:cxn ang="0">
                <a:pos x="connsiteX22580" y="connsiteY22580"/>
              </a:cxn>
              <a:cxn ang="0">
                <a:pos x="connsiteX22581" y="connsiteY22581"/>
              </a:cxn>
              <a:cxn ang="0">
                <a:pos x="connsiteX22582" y="connsiteY22582"/>
              </a:cxn>
              <a:cxn ang="0">
                <a:pos x="connsiteX22583" y="connsiteY22583"/>
              </a:cxn>
              <a:cxn ang="0">
                <a:pos x="connsiteX22584" y="connsiteY22584"/>
              </a:cxn>
              <a:cxn ang="0">
                <a:pos x="connsiteX22585" y="connsiteY22585"/>
              </a:cxn>
              <a:cxn ang="0">
                <a:pos x="connsiteX22586" y="connsiteY22586"/>
              </a:cxn>
              <a:cxn ang="0">
                <a:pos x="connsiteX22587" y="connsiteY22587"/>
              </a:cxn>
              <a:cxn ang="0">
                <a:pos x="connsiteX22588" y="connsiteY22588"/>
              </a:cxn>
              <a:cxn ang="0">
                <a:pos x="connsiteX22589" y="connsiteY22589"/>
              </a:cxn>
              <a:cxn ang="0">
                <a:pos x="connsiteX22590" y="connsiteY22590"/>
              </a:cxn>
              <a:cxn ang="0">
                <a:pos x="connsiteX22591" y="connsiteY22591"/>
              </a:cxn>
              <a:cxn ang="0">
                <a:pos x="connsiteX22592" y="connsiteY22592"/>
              </a:cxn>
              <a:cxn ang="0">
                <a:pos x="connsiteX22593" y="connsiteY22593"/>
              </a:cxn>
              <a:cxn ang="0">
                <a:pos x="connsiteX22594" y="connsiteY22594"/>
              </a:cxn>
              <a:cxn ang="0">
                <a:pos x="connsiteX22595" y="connsiteY22595"/>
              </a:cxn>
              <a:cxn ang="0">
                <a:pos x="connsiteX22596" y="connsiteY22596"/>
              </a:cxn>
              <a:cxn ang="0">
                <a:pos x="connsiteX22597" y="connsiteY22597"/>
              </a:cxn>
              <a:cxn ang="0">
                <a:pos x="connsiteX22598" y="connsiteY22598"/>
              </a:cxn>
              <a:cxn ang="0">
                <a:pos x="connsiteX22599" y="connsiteY22599"/>
              </a:cxn>
              <a:cxn ang="0">
                <a:pos x="connsiteX22600" y="connsiteY22600"/>
              </a:cxn>
              <a:cxn ang="0">
                <a:pos x="connsiteX22601" y="connsiteY22601"/>
              </a:cxn>
              <a:cxn ang="0">
                <a:pos x="connsiteX22602" y="connsiteY22602"/>
              </a:cxn>
              <a:cxn ang="0">
                <a:pos x="connsiteX22603" y="connsiteY22603"/>
              </a:cxn>
              <a:cxn ang="0">
                <a:pos x="connsiteX22604" y="connsiteY22604"/>
              </a:cxn>
              <a:cxn ang="0">
                <a:pos x="connsiteX22605" y="connsiteY22605"/>
              </a:cxn>
              <a:cxn ang="0">
                <a:pos x="connsiteX22606" y="connsiteY22606"/>
              </a:cxn>
              <a:cxn ang="0">
                <a:pos x="connsiteX22607" y="connsiteY22607"/>
              </a:cxn>
              <a:cxn ang="0">
                <a:pos x="connsiteX22608" y="connsiteY22608"/>
              </a:cxn>
              <a:cxn ang="0">
                <a:pos x="connsiteX22609" y="connsiteY22609"/>
              </a:cxn>
              <a:cxn ang="0">
                <a:pos x="connsiteX22610" y="connsiteY22610"/>
              </a:cxn>
              <a:cxn ang="0">
                <a:pos x="connsiteX22611" y="connsiteY22611"/>
              </a:cxn>
              <a:cxn ang="0">
                <a:pos x="connsiteX22612" y="connsiteY22612"/>
              </a:cxn>
              <a:cxn ang="0">
                <a:pos x="connsiteX22613" y="connsiteY22613"/>
              </a:cxn>
              <a:cxn ang="0">
                <a:pos x="connsiteX22614" y="connsiteY22614"/>
              </a:cxn>
              <a:cxn ang="0">
                <a:pos x="connsiteX22615" y="connsiteY22615"/>
              </a:cxn>
              <a:cxn ang="0">
                <a:pos x="connsiteX22616" y="connsiteY22616"/>
              </a:cxn>
              <a:cxn ang="0">
                <a:pos x="connsiteX22617" y="connsiteY22617"/>
              </a:cxn>
              <a:cxn ang="0">
                <a:pos x="connsiteX22618" y="connsiteY22618"/>
              </a:cxn>
              <a:cxn ang="0">
                <a:pos x="connsiteX22619" y="connsiteY22619"/>
              </a:cxn>
              <a:cxn ang="0">
                <a:pos x="connsiteX22620" y="connsiteY22620"/>
              </a:cxn>
              <a:cxn ang="0">
                <a:pos x="connsiteX22621" y="connsiteY22621"/>
              </a:cxn>
              <a:cxn ang="0">
                <a:pos x="connsiteX22622" y="connsiteY22622"/>
              </a:cxn>
              <a:cxn ang="0">
                <a:pos x="connsiteX22623" y="connsiteY22623"/>
              </a:cxn>
              <a:cxn ang="0">
                <a:pos x="connsiteX22624" y="connsiteY22624"/>
              </a:cxn>
              <a:cxn ang="0">
                <a:pos x="connsiteX22625" y="connsiteY22625"/>
              </a:cxn>
              <a:cxn ang="0">
                <a:pos x="connsiteX22626" y="connsiteY22626"/>
              </a:cxn>
              <a:cxn ang="0">
                <a:pos x="connsiteX22627" y="connsiteY22627"/>
              </a:cxn>
              <a:cxn ang="0">
                <a:pos x="connsiteX22628" y="connsiteY22628"/>
              </a:cxn>
              <a:cxn ang="0">
                <a:pos x="connsiteX22629" y="connsiteY22629"/>
              </a:cxn>
              <a:cxn ang="0">
                <a:pos x="connsiteX22630" y="connsiteY22630"/>
              </a:cxn>
              <a:cxn ang="0">
                <a:pos x="connsiteX22631" y="connsiteY22631"/>
              </a:cxn>
              <a:cxn ang="0">
                <a:pos x="connsiteX22632" y="connsiteY22632"/>
              </a:cxn>
              <a:cxn ang="0">
                <a:pos x="connsiteX22633" y="connsiteY22633"/>
              </a:cxn>
              <a:cxn ang="0">
                <a:pos x="connsiteX22634" y="connsiteY22634"/>
              </a:cxn>
              <a:cxn ang="0">
                <a:pos x="connsiteX22635" y="connsiteY22635"/>
              </a:cxn>
              <a:cxn ang="0">
                <a:pos x="connsiteX22636" y="connsiteY22636"/>
              </a:cxn>
              <a:cxn ang="0">
                <a:pos x="connsiteX22637" y="connsiteY22637"/>
              </a:cxn>
              <a:cxn ang="0">
                <a:pos x="connsiteX22638" y="connsiteY22638"/>
              </a:cxn>
              <a:cxn ang="0">
                <a:pos x="connsiteX22639" y="connsiteY22639"/>
              </a:cxn>
              <a:cxn ang="0">
                <a:pos x="connsiteX22640" y="connsiteY22640"/>
              </a:cxn>
              <a:cxn ang="0">
                <a:pos x="connsiteX22641" y="connsiteY22641"/>
              </a:cxn>
              <a:cxn ang="0">
                <a:pos x="connsiteX22642" y="connsiteY22642"/>
              </a:cxn>
              <a:cxn ang="0">
                <a:pos x="connsiteX22643" y="connsiteY22643"/>
              </a:cxn>
              <a:cxn ang="0">
                <a:pos x="connsiteX22644" y="connsiteY22644"/>
              </a:cxn>
              <a:cxn ang="0">
                <a:pos x="connsiteX22645" y="connsiteY22645"/>
              </a:cxn>
              <a:cxn ang="0">
                <a:pos x="connsiteX22646" y="connsiteY22646"/>
              </a:cxn>
              <a:cxn ang="0">
                <a:pos x="connsiteX22647" y="connsiteY22647"/>
              </a:cxn>
              <a:cxn ang="0">
                <a:pos x="connsiteX22648" y="connsiteY22648"/>
              </a:cxn>
              <a:cxn ang="0">
                <a:pos x="connsiteX22649" y="connsiteY22649"/>
              </a:cxn>
              <a:cxn ang="0">
                <a:pos x="connsiteX22650" y="connsiteY22650"/>
              </a:cxn>
              <a:cxn ang="0">
                <a:pos x="connsiteX22651" y="connsiteY22651"/>
              </a:cxn>
              <a:cxn ang="0">
                <a:pos x="connsiteX22652" y="connsiteY22652"/>
              </a:cxn>
              <a:cxn ang="0">
                <a:pos x="connsiteX22653" y="connsiteY22653"/>
              </a:cxn>
              <a:cxn ang="0">
                <a:pos x="connsiteX22654" y="connsiteY22654"/>
              </a:cxn>
              <a:cxn ang="0">
                <a:pos x="connsiteX22655" y="connsiteY22655"/>
              </a:cxn>
              <a:cxn ang="0">
                <a:pos x="connsiteX22656" y="connsiteY22656"/>
              </a:cxn>
              <a:cxn ang="0">
                <a:pos x="connsiteX22657" y="connsiteY22657"/>
              </a:cxn>
              <a:cxn ang="0">
                <a:pos x="connsiteX22658" y="connsiteY22658"/>
              </a:cxn>
              <a:cxn ang="0">
                <a:pos x="connsiteX22659" y="connsiteY22659"/>
              </a:cxn>
              <a:cxn ang="0">
                <a:pos x="connsiteX22660" y="connsiteY22660"/>
              </a:cxn>
              <a:cxn ang="0">
                <a:pos x="connsiteX22661" y="connsiteY22661"/>
              </a:cxn>
              <a:cxn ang="0">
                <a:pos x="connsiteX22662" y="connsiteY22662"/>
              </a:cxn>
              <a:cxn ang="0">
                <a:pos x="connsiteX22663" y="connsiteY22663"/>
              </a:cxn>
              <a:cxn ang="0">
                <a:pos x="connsiteX22664" y="connsiteY22664"/>
              </a:cxn>
              <a:cxn ang="0">
                <a:pos x="connsiteX22665" y="connsiteY22665"/>
              </a:cxn>
              <a:cxn ang="0">
                <a:pos x="connsiteX22666" y="connsiteY22666"/>
              </a:cxn>
              <a:cxn ang="0">
                <a:pos x="connsiteX22667" y="connsiteY22667"/>
              </a:cxn>
              <a:cxn ang="0">
                <a:pos x="connsiteX22668" y="connsiteY22668"/>
              </a:cxn>
              <a:cxn ang="0">
                <a:pos x="connsiteX22669" y="connsiteY22669"/>
              </a:cxn>
              <a:cxn ang="0">
                <a:pos x="connsiteX22670" y="connsiteY22670"/>
              </a:cxn>
              <a:cxn ang="0">
                <a:pos x="connsiteX22671" y="connsiteY22671"/>
              </a:cxn>
              <a:cxn ang="0">
                <a:pos x="connsiteX22672" y="connsiteY22672"/>
              </a:cxn>
              <a:cxn ang="0">
                <a:pos x="connsiteX22673" y="connsiteY22673"/>
              </a:cxn>
              <a:cxn ang="0">
                <a:pos x="connsiteX22674" y="connsiteY22674"/>
              </a:cxn>
              <a:cxn ang="0">
                <a:pos x="connsiteX22675" y="connsiteY22675"/>
              </a:cxn>
              <a:cxn ang="0">
                <a:pos x="connsiteX22676" y="connsiteY22676"/>
              </a:cxn>
              <a:cxn ang="0">
                <a:pos x="connsiteX22677" y="connsiteY22677"/>
              </a:cxn>
              <a:cxn ang="0">
                <a:pos x="connsiteX22678" y="connsiteY22678"/>
              </a:cxn>
              <a:cxn ang="0">
                <a:pos x="connsiteX22679" y="connsiteY22679"/>
              </a:cxn>
              <a:cxn ang="0">
                <a:pos x="connsiteX22680" y="connsiteY22680"/>
              </a:cxn>
              <a:cxn ang="0">
                <a:pos x="connsiteX22681" y="connsiteY22681"/>
              </a:cxn>
              <a:cxn ang="0">
                <a:pos x="connsiteX22682" y="connsiteY22682"/>
              </a:cxn>
              <a:cxn ang="0">
                <a:pos x="connsiteX22683" y="connsiteY22683"/>
              </a:cxn>
              <a:cxn ang="0">
                <a:pos x="connsiteX22684" y="connsiteY22684"/>
              </a:cxn>
              <a:cxn ang="0">
                <a:pos x="connsiteX22685" y="connsiteY22685"/>
              </a:cxn>
              <a:cxn ang="0">
                <a:pos x="connsiteX22686" y="connsiteY22686"/>
              </a:cxn>
              <a:cxn ang="0">
                <a:pos x="connsiteX22687" y="connsiteY22687"/>
              </a:cxn>
              <a:cxn ang="0">
                <a:pos x="connsiteX22688" y="connsiteY22688"/>
              </a:cxn>
              <a:cxn ang="0">
                <a:pos x="connsiteX22689" y="connsiteY22689"/>
              </a:cxn>
              <a:cxn ang="0">
                <a:pos x="connsiteX22690" y="connsiteY22690"/>
              </a:cxn>
              <a:cxn ang="0">
                <a:pos x="connsiteX22691" y="connsiteY22691"/>
              </a:cxn>
              <a:cxn ang="0">
                <a:pos x="connsiteX22692" y="connsiteY22692"/>
              </a:cxn>
              <a:cxn ang="0">
                <a:pos x="connsiteX22693" y="connsiteY22693"/>
              </a:cxn>
              <a:cxn ang="0">
                <a:pos x="connsiteX22694" y="connsiteY22694"/>
              </a:cxn>
              <a:cxn ang="0">
                <a:pos x="connsiteX22695" y="connsiteY22695"/>
              </a:cxn>
              <a:cxn ang="0">
                <a:pos x="connsiteX22696" y="connsiteY22696"/>
              </a:cxn>
              <a:cxn ang="0">
                <a:pos x="connsiteX22697" y="connsiteY22697"/>
              </a:cxn>
              <a:cxn ang="0">
                <a:pos x="connsiteX22698" y="connsiteY22698"/>
              </a:cxn>
              <a:cxn ang="0">
                <a:pos x="connsiteX22699" y="connsiteY22699"/>
              </a:cxn>
              <a:cxn ang="0">
                <a:pos x="connsiteX22700" y="connsiteY22700"/>
              </a:cxn>
              <a:cxn ang="0">
                <a:pos x="connsiteX22701" y="connsiteY22701"/>
              </a:cxn>
              <a:cxn ang="0">
                <a:pos x="connsiteX22702" y="connsiteY22702"/>
              </a:cxn>
              <a:cxn ang="0">
                <a:pos x="connsiteX22703" y="connsiteY22703"/>
              </a:cxn>
              <a:cxn ang="0">
                <a:pos x="connsiteX22704" y="connsiteY22704"/>
              </a:cxn>
              <a:cxn ang="0">
                <a:pos x="connsiteX22705" y="connsiteY22705"/>
              </a:cxn>
              <a:cxn ang="0">
                <a:pos x="connsiteX22706" y="connsiteY22706"/>
              </a:cxn>
              <a:cxn ang="0">
                <a:pos x="connsiteX22707" y="connsiteY22707"/>
              </a:cxn>
              <a:cxn ang="0">
                <a:pos x="connsiteX22708" y="connsiteY22708"/>
              </a:cxn>
              <a:cxn ang="0">
                <a:pos x="connsiteX22709" y="connsiteY22709"/>
              </a:cxn>
              <a:cxn ang="0">
                <a:pos x="connsiteX22710" y="connsiteY22710"/>
              </a:cxn>
              <a:cxn ang="0">
                <a:pos x="connsiteX22711" y="connsiteY22711"/>
              </a:cxn>
              <a:cxn ang="0">
                <a:pos x="connsiteX22712" y="connsiteY22712"/>
              </a:cxn>
              <a:cxn ang="0">
                <a:pos x="connsiteX22713" y="connsiteY22713"/>
              </a:cxn>
              <a:cxn ang="0">
                <a:pos x="connsiteX22714" y="connsiteY22714"/>
              </a:cxn>
              <a:cxn ang="0">
                <a:pos x="connsiteX22715" y="connsiteY22715"/>
              </a:cxn>
              <a:cxn ang="0">
                <a:pos x="connsiteX22716" y="connsiteY22716"/>
              </a:cxn>
              <a:cxn ang="0">
                <a:pos x="connsiteX22717" y="connsiteY22717"/>
              </a:cxn>
              <a:cxn ang="0">
                <a:pos x="connsiteX22718" y="connsiteY22718"/>
              </a:cxn>
              <a:cxn ang="0">
                <a:pos x="connsiteX22719" y="connsiteY22719"/>
              </a:cxn>
              <a:cxn ang="0">
                <a:pos x="connsiteX22720" y="connsiteY22720"/>
              </a:cxn>
              <a:cxn ang="0">
                <a:pos x="connsiteX22721" y="connsiteY22721"/>
              </a:cxn>
              <a:cxn ang="0">
                <a:pos x="connsiteX22722" y="connsiteY22722"/>
              </a:cxn>
              <a:cxn ang="0">
                <a:pos x="connsiteX22723" y="connsiteY22723"/>
              </a:cxn>
              <a:cxn ang="0">
                <a:pos x="connsiteX22724" y="connsiteY22724"/>
              </a:cxn>
              <a:cxn ang="0">
                <a:pos x="connsiteX22725" y="connsiteY22725"/>
              </a:cxn>
              <a:cxn ang="0">
                <a:pos x="connsiteX22726" y="connsiteY22726"/>
              </a:cxn>
              <a:cxn ang="0">
                <a:pos x="connsiteX22727" y="connsiteY22727"/>
              </a:cxn>
              <a:cxn ang="0">
                <a:pos x="connsiteX22728" y="connsiteY22728"/>
              </a:cxn>
              <a:cxn ang="0">
                <a:pos x="connsiteX22729" y="connsiteY22729"/>
              </a:cxn>
              <a:cxn ang="0">
                <a:pos x="connsiteX22730" y="connsiteY22730"/>
              </a:cxn>
              <a:cxn ang="0">
                <a:pos x="connsiteX22731" y="connsiteY22731"/>
              </a:cxn>
              <a:cxn ang="0">
                <a:pos x="connsiteX22732" y="connsiteY22732"/>
              </a:cxn>
              <a:cxn ang="0">
                <a:pos x="connsiteX22733" y="connsiteY22733"/>
              </a:cxn>
              <a:cxn ang="0">
                <a:pos x="connsiteX22734" y="connsiteY22734"/>
              </a:cxn>
              <a:cxn ang="0">
                <a:pos x="connsiteX22735" y="connsiteY22735"/>
              </a:cxn>
              <a:cxn ang="0">
                <a:pos x="connsiteX22736" y="connsiteY22736"/>
              </a:cxn>
              <a:cxn ang="0">
                <a:pos x="connsiteX22737" y="connsiteY22737"/>
              </a:cxn>
              <a:cxn ang="0">
                <a:pos x="connsiteX22738" y="connsiteY22738"/>
              </a:cxn>
              <a:cxn ang="0">
                <a:pos x="connsiteX22739" y="connsiteY22739"/>
              </a:cxn>
              <a:cxn ang="0">
                <a:pos x="connsiteX22740" y="connsiteY22740"/>
              </a:cxn>
              <a:cxn ang="0">
                <a:pos x="connsiteX22741" y="connsiteY22741"/>
              </a:cxn>
              <a:cxn ang="0">
                <a:pos x="connsiteX22742" y="connsiteY22742"/>
              </a:cxn>
              <a:cxn ang="0">
                <a:pos x="connsiteX22743" y="connsiteY22743"/>
              </a:cxn>
              <a:cxn ang="0">
                <a:pos x="connsiteX22744" y="connsiteY22744"/>
              </a:cxn>
              <a:cxn ang="0">
                <a:pos x="connsiteX22745" y="connsiteY22745"/>
              </a:cxn>
              <a:cxn ang="0">
                <a:pos x="connsiteX22746" y="connsiteY22746"/>
              </a:cxn>
              <a:cxn ang="0">
                <a:pos x="connsiteX22747" y="connsiteY22747"/>
              </a:cxn>
              <a:cxn ang="0">
                <a:pos x="connsiteX22748" y="connsiteY22748"/>
              </a:cxn>
              <a:cxn ang="0">
                <a:pos x="connsiteX22749" y="connsiteY22749"/>
              </a:cxn>
              <a:cxn ang="0">
                <a:pos x="connsiteX22750" y="connsiteY22750"/>
              </a:cxn>
              <a:cxn ang="0">
                <a:pos x="connsiteX22751" y="connsiteY22751"/>
              </a:cxn>
              <a:cxn ang="0">
                <a:pos x="connsiteX22752" y="connsiteY22752"/>
              </a:cxn>
              <a:cxn ang="0">
                <a:pos x="connsiteX22753" y="connsiteY22753"/>
              </a:cxn>
              <a:cxn ang="0">
                <a:pos x="connsiteX22754" y="connsiteY22754"/>
              </a:cxn>
              <a:cxn ang="0">
                <a:pos x="connsiteX22755" y="connsiteY22755"/>
              </a:cxn>
              <a:cxn ang="0">
                <a:pos x="connsiteX22756" y="connsiteY22756"/>
              </a:cxn>
              <a:cxn ang="0">
                <a:pos x="connsiteX22757" y="connsiteY22757"/>
              </a:cxn>
              <a:cxn ang="0">
                <a:pos x="connsiteX22758" y="connsiteY22758"/>
              </a:cxn>
              <a:cxn ang="0">
                <a:pos x="connsiteX22759" y="connsiteY22759"/>
              </a:cxn>
              <a:cxn ang="0">
                <a:pos x="connsiteX22760" y="connsiteY22760"/>
              </a:cxn>
              <a:cxn ang="0">
                <a:pos x="connsiteX22761" y="connsiteY22761"/>
              </a:cxn>
              <a:cxn ang="0">
                <a:pos x="connsiteX22762" y="connsiteY22762"/>
              </a:cxn>
              <a:cxn ang="0">
                <a:pos x="connsiteX22763" y="connsiteY22763"/>
              </a:cxn>
              <a:cxn ang="0">
                <a:pos x="connsiteX22764" y="connsiteY22764"/>
              </a:cxn>
              <a:cxn ang="0">
                <a:pos x="connsiteX22765" y="connsiteY22765"/>
              </a:cxn>
              <a:cxn ang="0">
                <a:pos x="connsiteX22766" y="connsiteY22766"/>
              </a:cxn>
              <a:cxn ang="0">
                <a:pos x="connsiteX22767" y="connsiteY22767"/>
              </a:cxn>
              <a:cxn ang="0">
                <a:pos x="connsiteX22768" y="connsiteY22768"/>
              </a:cxn>
              <a:cxn ang="0">
                <a:pos x="connsiteX22769" y="connsiteY22769"/>
              </a:cxn>
              <a:cxn ang="0">
                <a:pos x="connsiteX22770" y="connsiteY22770"/>
              </a:cxn>
              <a:cxn ang="0">
                <a:pos x="connsiteX22771" y="connsiteY22771"/>
              </a:cxn>
              <a:cxn ang="0">
                <a:pos x="connsiteX22772" y="connsiteY22772"/>
              </a:cxn>
              <a:cxn ang="0">
                <a:pos x="connsiteX22773" y="connsiteY22773"/>
              </a:cxn>
              <a:cxn ang="0">
                <a:pos x="connsiteX22774" y="connsiteY22774"/>
              </a:cxn>
              <a:cxn ang="0">
                <a:pos x="connsiteX22775" y="connsiteY22775"/>
              </a:cxn>
              <a:cxn ang="0">
                <a:pos x="connsiteX22776" y="connsiteY22776"/>
              </a:cxn>
              <a:cxn ang="0">
                <a:pos x="connsiteX22777" y="connsiteY22777"/>
              </a:cxn>
              <a:cxn ang="0">
                <a:pos x="connsiteX22778" y="connsiteY22778"/>
              </a:cxn>
              <a:cxn ang="0">
                <a:pos x="connsiteX22779" y="connsiteY22779"/>
              </a:cxn>
              <a:cxn ang="0">
                <a:pos x="connsiteX22780" y="connsiteY22780"/>
              </a:cxn>
              <a:cxn ang="0">
                <a:pos x="connsiteX22781" y="connsiteY22781"/>
              </a:cxn>
              <a:cxn ang="0">
                <a:pos x="connsiteX22782" y="connsiteY22782"/>
              </a:cxn>
              <a:cxn ang="0">
                <a:pos x="connsiteX22783" y="connsiteY22783"/>
              </a:cxn>
              <a:cxn ang="0">
                <a:pos x="connsiteX22784" y="connsiteY22784"/>
              </a:cxn>
              <a:cxn ang="0">
                <a:pos x="connsiteX22785" y="connsiteY22785"/>
              </a:cxn>
              <a:cxn ang="0">
                <a:pos x="connsiteX22786" y="connsiteY22786"/>
              </a:cxn>
              <a:cxn ang="0">
                <a:pos x="connsiteX22787" y="connsiteY22787"/>
              </a:cxn>
              <a:cxn ang="0">
                <a:pos x="connsiteX22788" y="connsiteY22788"/>
              </a:cxn>
              <a:cxn ang="0">
                <a:pos x="connsiteX22789" y="connsiteY22789"/>
              </a:cxn>
              <a:cxn ang="0">
                <a:pos x="connsiteX22790" y="connsiteY22790"/>
              </a:cxn>
              <a:cxn ang="0">
                <a:pos x="connsiteX22791" y="connsiteY22791"/>
              </a:cxn>
              <a:cxn ang="0">
                <a:pos x="connsiteX22792" y="connsiteY22792"/>
              </a:cxn>
              <a:cxn ang="0">
                <a:pos x="connsiteX22793" y="connsiteY22793"/>
              </a:cxn>
              <a:cxn ang="0">
                <a:pos x="connsiteX22794" y="connsiteY22794"/>
              </a:cxn>
              <a:cxn ang="0">
                <a:pos x="connsiteX22795" y="connsiteY22795"/>
              </a:cxn>
              <a:cxn ang="0">
                <a:pos x="connsiteX22796" y="connsiteY22796"/>
              </a:cxn>
              <a:cxn ang="0">
                <a:pos x="connsiteX22797" y="connsiteY22797"/>
              </a:cxn>
              <a:cxn ang="0">
                <a:pos x="connsiteX22798" y="connsiteY22798"/>
              </a:cxn>
              <a:cxn ang="0">
                <a:pos x="connsiteX22799" y="connsiteY22799"/>
              </a:cxn>
              <a:cxn ang="0">
                <a:pos x="connsiteX22800" y="connsiteY22800"/>
              </a:cxn>
              <a:cxn ang="0">
                <a:pos x="connsiteX22801" y="connsiteY22801"/>
              </a:cxn>
              <a:cxn ang="0">
                <a:pos x="connsiteX22802" y="connsiteY22802"/>
              </a:cxn>
              <a:cxn ang="0">
                <a:pos x="connsiteX22803" y="connsiteY22803"/>
              </a:cxn>
              <a:cxn ang="0">
                <a:pos x="connsiteX22804" y="connsiteY22804"/>
              </a:cxn>
              <a:cxn ang="0">
                <a:pos x="connsiteX22805" y="connsiteY22805"/>
              </a:cxn>
              <a:cxn ang="0">
                <a:pos x="connsiteX22806" y="connsiteY22806"/>
              </a:cxn>
              <a:cxn ang="0">
                <a:pos x="connsiteX22807" y="connsiteY22807"/>
              </a:cxn>
              <a:cxn ang="0">
                <a:pos x="connsiteX22808" y="connsiteY22808"/>
              </a:cxn>
              <a:cxn ang="0">
                <a:pos x="connsiteX22809" y="connsiteY22809"/>
              </a:cxn>
              <a:cxn ang="0">
                <a:pos x="connsiteX22810" y="connsiteY22810"/>
              </a:cxn>
              <a:cxn ang="0">
                <a:pos x="connsiteX22811" y="connsiteY22811"/>
              </a:cxn>
              <a:cxn ang="0">
                <a:pos x="connsiteX22812" y="connsiteY22812"/>
              </a:cxn>
              <a:cxn ang="0">
                <a:pos x="connsiteX22813" y="connsiteY22813"/>
              </a:cxn>
              <a:cxn ang="0">
                <a:pos x="connsiteX22814" y="connsiteY22814"/>
              </a:cxn>
              <a:cxn ang="0">
                <a:pos x="connsiteX22815" y="connsiteY22815"/>
              </a:cxn>
              <a:cxn ang="0">
                <a:pos x="connsiteX22816" y="connsiteY22816"/>
              </a:cxn>
              <a:cxn ang="0">
                <a:pos x="connsiteX22817" y="connsiteY22817"/>
              </a:cxn>
              <a:cxn ang="0">
                <a:pos x="connsiteX22818" y="connsiteY22818"/>
              </a:cxn>
              <a:cxn ang="0">
                <a:pos x="connsiteX22819" y="connsiteY22819"/>
              </a:cxn>
              <a:cxn ang="0">
                <a:pos x="connsiteX22820" y="connsiteY22820"/>
              </a:cxn>
              <a:cxn ang="0">
                <a:pos x="connsiteX22821" y="connsiteY22821"/>
              </a:cxn>
              <a:cxn ang="0">
                <a:pos x="connsiteX22822" y="connsiteY22822"/>
              </a:cxn>
              <a:cxn ang="0">
                <a:pos x="connsiteX22823" y="connsiteY22823"/>
              </a:cxn>
              <a:cxn ang="0">
                <a:pos x="connsiteX22824" y="connsiteY22824"/>
              </a:cxn>
              <a:cxn ang="0">
                <a:pos x="connsiteX22825" y="connsiteY22825"/>
              </a:cxn>
              <a:cxn ang="0">
                <a:pos x="connsiteX22826" y="connsiteY22826"/>
              </a:cxn>
              <a:cxn ang="0">
                <a:pos x="connsiteX22827" y="connsiteY22827"/>
              </a:cxn>
              <a:cxn ang="0">
                <a:pos x="connsiteX22828" y="connsiteY22828"/>
              </a:cxn>
              <a:cxn ang="0">
                <a:pos x="connsiteX22829" y="connsiteY22829"/>
              </a:cxn>
              <a:cxn ang="0">
                <a:pos x="connsiteX22830" y="connsiteY22830"/>
              </a:cxn>
              <a:cxn ang="0">
                <a:pos x="connsiteX22831" y="connsiteY22831"/>
              </a:cxn>
              <a:cxn ang="0">
                <a:pos x="connsiteX22832" y="connsiteY22832"/>
              </a:cxn>
              <a:cxn ang="0">
                <a:pos x="connsiteX22833" y="connsiteY22833"/>
              </a:cxn>
              <a:cxn ang="0">
                <a:pos x="connsiteX22834" y="connsiteY22834"/>
              </a:cxn>
              <a:cxn ang="0">
                <a:pos x="connsiteX22835" y="connsiteY22835"/>
              </a:cxn>
              <a:cxn ang="0">
                <a:pos x="connsiteX22836" y="connsiteY22836"/>
              </a:cxn>
              <a:cxn ang="0">
                <a:pos x="connsiteX22837" y="connsiteY22837"/>
              </a:cxn>
              <a:cxn ang="0">
                <a:pos x="connsiteX22838" y="connsiteY22838"/>
              </a:cxn>
              <a:cxn ang="0">
                <a:pos x="connsiteX22839" y="connsiteY22839"/>
              </a:cxn>
              <a:cxn ang="0">
                <a:pos x="connsiteX22840" y="connsiteY22840"/>
              </a:cxn>
              <a:cxn ang="0">
                <a:pos x="connsiteX22841" y="connsiteY22841"/>
              </a:cxn>
              <a:cxn ang="0">
                <a:pos x="connsiteX22842" y="connsiteY22842"/>
              </a:cxn>
              <a:cxn ang="0">
                <a:pos x="connsiteX22843" y="connsiteY22843"/>
              </a:cxn>
              <a:cxn ang="0">
                <a:pos x="connsiteX22844" y="connsiteY22844"/>
              </a:cxn>
              <a:cxn ang="0">
                <a:pos x="connsiteX22845" y="connsiteY22845"/>
              </a:cxn>
              <a:cxn ang="0">
                <a:pos x="connsiteX22846" y="connsiteY22846"/>
              </a:cxn>
              <a:cxn ang="0">
                <a:pos x="connsiteX22847" y="connsiteY22847"/>
              </a:cxn>
              <a:cxn ang="0">
                <a:pos x="connsiteX22848" y="connsiteY22848"/>
              </a:cxn>
              <a:cxn ang="0">
                <a:pos x="connsiteX22849" y="connsiteY22849"/>
              </a:cxn>
              <a:cxn ang="0">
                <a:pos x="connsiteX22850" y="connsiteY22850"/>
              </a:cxn>
              <a:cxn ang="0">
                <a:pos x="connsiteX22851" y="connsiteY22851"/>
              </a:cxn>
              <a:cxn ang="0">
                <a:pos x="connsiteX22852" y="connsiteY22852"/>
              </a:cxn>
              <a:cxn ang="0">
                <a:pos x="connsiteX22853" y="connsiteY22853"/>
              </a:cxn>
              <a:cxn ang="0">
                <a:pos x="connsiteX22854" y="connsiteY22854"/>
              </a:cxn>
              <a:cxn ang="0">
                <a:pos x="connsiteX22855" y="connsiteY22855"/>
              </a:cxn>
              <a:cxn ang="0">
                <a:pos x="connsiteX22856" y="connsiteY22856"/>
              </a:cxn>
              <a:cxn ang="0">
                <a:pos x="connsiteX22857" y="connsiteY22857"/>
              </a:cxn>
              <a:cxn ang="0">
                <a:pos x="connsiteX22858" y="connsiteY22858"/>
              </a:cxn>
              <a:cxn ang="0">
                <a:pos x="connsiteX22859" y="connsiteY22859"/>
              </a:cxn>
              <a:cxn ang="0">
                <a:pos x="connsiteX22860" y="connsiteY22860"/>
              </a:cxn>
              <a:cxn ang="0">
                <a:pos x="connsiteX22861" y="connsiteY22861"/>
              </a:cxn>
              <a:cxn ang="0">
                <a:pos x="connsiteX22862" y="connsiteY22862"/>
              </a:cxn>
              <a:cxn ang="0">
                <a:pos x="connsiteX22863" y="connsiteY22863"/>
              </a:cxn>
              <a:cxn ang="0">
                <a:pos x="connsiteX22864" y="connsiteY22864"/>
              </a:cxn>
              <a:cxn ang="0">
                <a:pos x="connsiteX22865" y="connsiteY22865"/>
              </a:cxn>
              <a:cxn ang="0">
                <a:pos x="connsiteX22866" y="connsiteY22866"/>
              </a:cxn>
              <a:cxn ang="0">
                <a:pos x="connsiteX22867" y="connsiteY22867"/>
              </a:cxn>
              <a:cxn ang="0">
                <a:pos x="connsiteX22868" y="connsiteY22868"/>
              </a:cxn>
              <a:cxn ang="0">
                <a:pos x="connsiteX22869" y="connsiteY22869"/>
              </a:cxn>
              <a:cxn ang="0">
                <a:pos x="connsiteX22870" y="connsiteY22870"/>
              </a:cxn>
              <a:cxn ang="0">
                <a:pos x="connsiteX22871" y="connsiteY22871"/>
              </a:cxn>
              <a:cxn ang="0">
                <a:pos x="connsiteX22872" y="connsiteY22872"/>
              </a:cxn>
              <a:cxn ang="0">
                <a:pos x="connsiteX22873" y="connsiteY22873"/>
              </a:cxn>
              <a:cxn ang="0">
                <a:pos x="connsiteX22874" y="connsiteY22874"/>
              </a:cxn>
              <a:cxn ang="0">
                <a:pos x="connsiteX22875" y="connsiteY22875"/>
              </a:cxn>
              <a:cxn ang="0">
                <a:pos x="connsiteX22876" y="connsiteY22876"/>
              </a:cxn>
              <a:cxn ang="0">
                <a:pos x="connsiteX22877" y="connsiteY22877"/>
              </a:cxn>
              <a:cxn ang="0">
                <a:pos x="connsiteX22878" y="connsiteY22878"/>
              </a:cxn>
              <a:cxn ang="0">
                <a:pos x="connsiteX22879" y="connsiteY22879"/>
              </a:cxn>
              <a:cxn ang="0">
                <a:pos x="connsiteX22880" y="connsiteY22880"/>
              </a:cxn>
              <a:cxn ang="0">
                <a:pos x="connsiteX22881" y="connsiteY22881"/>
              </a:cxn>
              <a:cxn ang="0">
                <a:pos x="connsiteX22882" y="connsiteY22882"/>
              </a:cxn>
              <a:cxn ang="0">
                <a:pos x="connsiteX22883" y="connsiteY22883"/>
              </a:cxn>
              <a:cxn ang="0">
                <a:pos x="connsiteX22884" y="connsiteY22884"/>
              </a:cxn>
              <a:cxn ang="0">
                <a:pos x="connsiteX22885" y="connsiteY22885"/>
              </a:cxn>
              <a:cxn ang="0">
                <a:pos x="connsiteX22886" y="connsiteY22886"/>
              </a:cxn>
              <a:cxn ang="0">
                <a:pos x="connsiteX22887" y="connsiteY22887"/>
              </a:cxn>
              <a:cxn ang="0">
                <a:pos x="connsiteX22888" y="connsiteY22888"/>
              </a:cxn>
              <a:cxn ang="0">
                <a:pos x="connsiteX22889" y="connsiteY22889"/>
              </a:cxn>
              <a:cxn ang="0">
                <a:pos x="connsiteX22890" y="connsiteY22890"/>
              </a:cxn>
              <a:cxn ang="0">
                <a:pos x="connsiteX22891" y="connsiteY22891"/>
              </a:cxn>
              <a:cxn ang="0">
                <a:pos x="connsiteX22892" y="connsiteY22892"/>
              </a:cxn>
              <a:cxn ang="0">
                <a:pos x="connsiteX22893" y="connsiteY22893"/>
              </a:cxn>
              <a:cxn ang="0">
                <a:pos x="connsiteX22894" y="connsiteY22894"/>
              </a:cxn>
              <a:cxn ang="0">
                <a:pos x="connsiteX22895" y="connsiteY22895"/>
              </a:cxn>
              <a:cxn ang="0">
                <a:pos x="connsiteX22896" y="connsiteY22896"/>
              </a:cxn>
              <a:cxn ang="0">
                <a:pos x="connsiteX22897" y="connsiteY22897"/>
              </a:cxn>
              <a:cxn ang="0">
                <a:pos x="connsiteX22898" y="connsiteY22898"/>
              </a:cxn>
              <a:cxn ang="0">
                <a:pos x="connsiteX22899" y="connsiteY22899"/>
              </a:cxn>
              <a:cxn ang="0">
                <a:pos x="connsiteX22900" y="connsiteY22900"/>
              </a:cxn>
              <a:cxn ang="0">
                <a:pos x="connsiteX22901" y="connsiteY22901"/>
              </a:cxn>
              <a:cxn ang="0">
                <a:pos x="connsiteX22902" y="connsiteY22902"/>
              </a:cxn>
              <a:cxn ang="0">
                <a:pos x="connsiteX22903" y="connsiteY22903"/>
              </a:cxn>
              <a:cxn ang="0">
                <a:pos x="connsiteX22904" y="connsiteY22904"/>
              </a:cxn>
              <a:cxn ang="0">
                <a:pos x="connsiteX22905" y="connsiteY22905"/>
              </a:cxn>
              <a:cxn ang="0">
                <a:pos x="connsiteX22906" y="connsiteY22906"/>
              </a:cxn>
              <a:cxn ang="0">
                <a:pos x="connsiteX22907" y="connsiteY22907"/>
              </a:cxn>
              <a:cxn ang="0">
                <a:pos x="connsiteX22908" y="connsiteY22908"/>
              </a:cxn>
              <a:cxn ang="0">
                <a:pos x="connsiteX22909" y="connsiteY22909"/>
              </a:cxn>
              <a:cxn ang="0">
                <a:pos x="connsiteX22910" y="connsiteY22910"/>
              </a:cxn>
              <a:cxn ang="0">
                <a:pos x="connsiteX22911" y="connsiteY22911"/>
              </a:cxn>
              <a:cxn ang="0">
                <a:pos x="connsiteX22912" y="connsiteY22912"/>
              </a:cxn>
              <a:cxn ang="0">
                <a:pos x="connsiteX22913" y="connsiteY22913"/>
              </a:cxn>
              <a:cxn ang="0">
                <a:pos x="connsiteX22914" y="connsiteY22914"/>
              </a:cxn>
              <a:cxn ang="0">
                <a:pos x="connsiteX22915" y="connsiteY22915"/>
              </a:cxn>
              <a:cxn ang="0">
                <a:pos x="connsiteX22916" y="connsiteY22916"/>
              </a:cxn>
              <a:cxn ang="0">
                <a:pos x="connsiteX22917" y="connsiteY22917"/>
              </a:cxn>
              <a:cxn ang="0">
                <a:pos x="connsiteX22918" y="connsiteY22918"/>
              </a:cxn>
              <a:cxn ang="0">
                <a:pos x="connsiteX22919" y="connsiteY22919"/>
              </a:cxn>
              <a:cxn ang="0">
                <a:pos x="connsiteX22920" y="connsiteY22920"/>
              </a:cxn>
              <a:cxn ang="0">
                <a:pos x="connsiteX22921" y="connsiteY22921"/>
              </a:cxn>
              <a:cxn ang="0">
                <a:pos x="connsiteX22922" y="connsiteY22922"/>
              </a:cxn>
              <a:cxn ang="0">
                <a:pos x="connsiteX22923" y="connsiteY22923"/>
              </a:cxn>
              <a:cxn ang="0">
                <a:pos x="connsiteX22924" y="connsiteY22924"/>
              </a:cxn>
              <a:cxn ang="0">
                <a:pos x="connsiteX22925" y="connsiteY22925"/>
              </a:cxn>
              <a:cxn ang="0">
                <a:pos x="connsiteX22926" y="connsiteY22926"/>
              </a:cxn>
              <a:cxn ang="0">
                <a:pos x="connsiteX22927" y="connsiteY22927"/>
              </a:cxn>
              <a:cxn ang="0">
                <a:pos x="connsiteX22928" y="connsiteY22928"/>
              </a:cxn>
              <a:cxn ang="0">
                <a:pos x="connsiteX22929" y="connsiteY22929"/>
              </a:cxn>
              <a:cxn ang="0">
                <a:pos x="connsiteX22930" y="connsiteY22930"/>
              </a:cxn>
              <a:cxn ang="0">
                <a:pos x="connsiteX22931" y="connsiteY22931"/>
              </a:cxn>
              <a:cxn ang="0">
                <a:pos x="connsiteX22932" y="connsiteY22932"/>
              </a:cxn>
              <a:cxn ang="0">
                <a:pos x="connsiteX22933" y="connsiteY22933"/>
              </a:cxn>
              <a:cxn ang="0">
                <a:pos x="connsiteX22934" y="connsiteY22934"/>
              </a:cxn>
              <a:cxn ang="0">
                <a:pos x="connsiteX22935" y="connsiteY22935"/>
              </a:cxn>
              <a:cxn ang="0">
                <a:pos x="connsiteX22936" y="connsiteY22936"/>
              </a:cxn>
              <a:cxn ang="0">
                <a:pos x="connsiteX22937" y="connsiteY22937"/>
              </a:cxn>
              <a:cxn ang="0">
                <a:pos x="connsiteX22938" y="connsiteY22938"/>
              </a:cxn>
              <a:cxn ang="0">
                <a:pos x="connsiteX22939" y="connsiteY22939"/>
              </a:cxn>
              <a:cxn ang="0">
                <a:pos x="connsiteX22940" y="connsiteY22940"/>
              </a:cxn>
              <a:cxn ang="0">
                <a:pos x="connsiteX22941" y="connsiteY22941"/>
              </a:cxn>
              <a:cxn ang="0">
                <a:pos x="connsiteX22942" y="connsiteY22942"/>
              </a:cxn>
              <a:cxn ang="0">
                <a:pos x="connsiteX22943" y="connsiteY22943"/>
              </a:cxn>
              <a:cxn ang="0">
                <a:pos x="connsiteX22944" y="connsiteY22944"/>
              </a:cxn>
              <a:cxn ang="0">
                <a:pos x="connsiteX22945" y="connsiteY22945"/>
              </a:cxn>
              <a:cxn ang="0">
                <a:pos x="connsiteX22946" y="connsiteY22946"/>
              </a:cxn>
              <a:cxn ang="0">
                <a:pos x="connsiteX22947" y="connsiteY22947"/>
              </a:cxn>
              <a:cxn ang="0">
                <a:pos x="connsiteX22948" y="connsiteY22948"/>
              </a:cxn>
              <a:cxn ang="0">
                <a:pos x="connsiteX22949" y="connsiteY22949"/>
              </a:cxn>
              <a:cxn ang="0">
                <a:pos x="connsiteX22950" y="connsiteY22950"/>
              </a:cxn>
              <a:cxn ang="0">
                <a:pos x="connsiteX22951" y="connsiteY22951"/>
              </a:cxn>
              <a:cxn ang="0">
                <a:pos x="connsiteX22952" y="connsiteY22952"/>
              </a:cxn>
              <a:cxn ang="0">
                <a:pos x="connsiteX22953" y="connsiteY22953"/>
              </a:cxn>
              <a:cxn ang="0">
                <a:pos x="connsiteX22954" y="connsiteY22954"/>
              </a:cxn>
              <a:cxn ang="0">
                <a:pos x="connsiteX22955" y="connsiteY22955"/>
              </a:cxn>
              <a:cxn ang="0">
                <a:pos x="connsiteX22956" y="connsiteY22956"/>
              </a:cxn>
              <a:cxn ang="0">
                <a:pos x="connsiteX22957" y="connsiteY22957"/>
              </a:cxn>
              <a:cxn ang="0">
                <a:pos x="connsiteX22958" y="connsiteY22958"/>
              </a:cxn>
              <a:cxn ang="0">
                <a:pos x="connsiteX22959" y="connsiteY22959"/>
              </a:cxn>
              <a:cxn ang="0">
                <a:pos x="connsiteX22960" y="connsiteY22960"/>
              </a:cxn>
              <a:cxn ang="0">
                <a:pos x="connsiteX22961" y="connsiteY22961"/>
              </a:cxn>
              <a:cxn ang="0">
                <a:pos x="connsiteX22962" y="connsiteY22962"/>
              </a:cxn>
              <a:cxn ang="0">
                <a:pos x="connsiteX22963" y="connsiteY22963"/>
              </a:cxn>
              <a:cxn ang="0">
                <a:pos x="connsiteX22964" y="connsiteY22964"/>
              </a:cxn>
              <a:cxn ang="0">
                <a:pos x="connsiteX22965" y="connsiteY22965"/>
              </a:cxn>
              <a:cxn ang="0">
                <a:pos x="connsiteX22966" y="connsiteY22966"/>
              </a:cxn>
              <a:cxn ang="0">
                <a:pos x="connsiteX22967" y="connsiteY22967"/>
              </a:cxn>
              <a:cxn ang="0">
                <a:pos x="connsiteX22968" y="connsiteY22968"/>
              </a:cxn>
              <a:cxn ang="0">
                <a:pos x="connsiteX22969" y="connsiteY22969"/>
              </a:cxn>
              <a:cxn ang="0">
                <a:pos x="connsiteX22970" y="connsiteY22970"/>
              </a:cxn>
              <a:cxn ang="0">
                <a:pos x="connsiteX22971" y="connsiteY22971"/>
              </a:cxn>
              <a:cxn ang="0">
                <a:pos x="connsiteX22972" y="connsiteY22972"/>
              </a:cxn>
              <a:cxn ang="0">
                <a:pos x="connsiteX22973" y="connsiteY22973"/>
              </a:cxn>
              <a:cxn ang="0">
                <a:pos x="connsiteX22974" y="connsiteY22974"/>
              </a:cxn>
              <a:cxn ang="0">
                <a:pos x="connsiteX22975" y="connsiteY22975"/>
              </a:cxn>
              <a:cxn ang="0">
                <a:pos x="connsiteX22976" y="connsiteY22976"/>
              </a:cxn>
              <a:cxn ang="0">
                <a:pos x="connsiteX22977" y="connsiteY22977"/>
              </a:cxn>
              <a:cxn ang="0">
                <a:pos x="connsiteX22978" y="connsiteY22978"/>
              </a:cxn>
              <a:cxn ang="0">
                <a:pos x="connsiteX22979" y="connsiteY22979"/>
              </a:cxn>
              <a:cxn ang="0">
                <a:pos x="connsiteX22980" y="connsiteY22980"/>
              </a:cxn>
              <a:cxn ang="0">
                <a:pos x="connsiteX22981" y="connsiteY22981"/>
              </a:cxn>
              <a:cxn ang="0">
                <a:pos x="connsiteX22982" y="connsiteY22982"/>
              </a:cxn>
              <a:cxn ang="0">
                <a:pos x="connsiteX22983" y="connsiteY22983"/>
              </a:cxn>
              <a:cxn ang="0">
                <a:pos x="connsiteX22984" y="connsiteY22984"/>
              </a:cxn>
              <a:cxn ang="0">
                <a:pos x="connsiteX22985" y="connsiteY22985"/>
              </a:cxn>
              <a:cxn ang="0">
                <a:pos x="connsiteX22986" y="connsiteY22986"/>
              </a:cxn>
              <a:cxn ang="0">
                <a:pos x="connsiteX22987" y="connsiteY22987"/>
              </a:cxn>
              <a:cxn ang="0">
                <a:pos x="connsiteX22988" y="connsiteY22988"/>
              </a:cxn>
              <a:cxn ang="0">
                <a:pos x="connsiteX22989" y="connsiteY22989"/>
              </a:cxn>
              <a:cxn ang="0">
                <a:pos x="connsiteX22990" y="connsiteY22990"/>
              </a:cxn>
              <a:cxn ang="0">
                <a:pos x="connsiteX22991" y="connsiteY22991"/>
              </a:cxn>
              <a:cxn ang="0">
                <a:pos x="connsiteX22992" y="connsiteY22992"/>
              </a:cxn>
              <a:cxn ang="0">
                <a:pos x="connsiteX22993" y="connsiteY22993"/>
              </a:cxn>
              <a:cxn ang="0">
                <a:pos x="connsiteX22994" y="connsiteY22994"/>
              </a:cxn>
              <a:cxn ang="0">
                <a:pos x="connsiteX22995" y="connsiteY22995"/>
              </a:cxn>
              <a:cxn ang="0">
                <a:pos x="connsiteX22996" y="connsiteY22996"/>
              </a:cxn>
              <a:cxn ang="0">
                <a:pos x="connsiteX22997" y="connsiteY22997"/>
              </a:cxn>
              <a:cxn ang="0">
                <a:pos x="connsiteX22998" y="connsiteY22998"/>
              </a:cxn>
              <a:cxn ang="0">
                <a:pos x="connsiteX22999" y="connsiteY22999"/>
              </a:cxn>
              <a:cxn ang="0">
                <a:pos x="connsiteX23000" y="connsiteY23000"/>
              </a:cxn>
              <a:cxn ang="0">
                <a:pos x="connsiteX23001" y="connsiteY23001"/>
              </a:cxn>
              <a:cxn ang="0">
                <a:pos x="connsiteX23002" y="connsiteY23002"/>
              </a:cxn>
              <a:cxn ang="0">
                <a:pos x="connsiteX23003" y="connsiteY23003"/>
              </a:cxn>
              <a:cxn ang="0">
                <a:pos x="connsiteX23004" y="connsiteY23004"/>
              </a:cxn>
              <a:cxn ang="0">
                <a:pos x="connsiteX23005" y="connsiteY23005"/>
              </a:cxn>
              <a:cxn ang="0">
                <a:pos x="connsiteX23006" y="connsiteY23006"/>
              </a:cxn>
              <a:cxn ang="0">
                <a:pos x="connsiteX23007" y="connsiteY23007"/>
              </a:cxn>
              <a:cxn ang="0">
                <a:pos x="connsiteX23008" y="connsiteY23008"/>
              </a:cxn>
              <a:cxn ang="0">
                <a:pos x="connsiteX23009" y="connsiteY23009"/>
              </a:cxn>
              <a:cxn ang="0">
                <a:pos x="connsiteX23010" y="connsiteY23010"/>
              </a:cxn>
              <a:cxn ang="0">
                <a:pos x="connsiteX23011" y="connsiteY23011"/>
              </a:cxn>
              <a:cxn ang="0">
                <a:pos x="connsiteX23012" y="connsiteY23012"/>
              </a:cxn>
              <a:cxn ang="0">
                <a:pos x="connsiteX23013" y="connsiteY23013"/>
              </a:cxn>
              <a:cxn ang="0">
                <a:pos x="connsiteX23014" y="connsiteY23014"/>
              </a:cxn>
              <a:cxn ang="0">
                <a:pos x="connsiteX23015" y="connsiteY23015"/>
              </a:cxn>
              <a:cxn ang="0">
                <a:pos x="connsiteX23016" y="connsiteY23016"/>
              </a:cxn>
              <a:cxn ang="0">
                <a:pos x="connsiteX23017" y="connsiteY23017"/>
              </a:cxn>
              <a:cxn ang="0">
                <a:pos x="connsiteX23018" y="connsiteY23018"/>
              </a:cxn>
              <a:cxn ang="0">
                <a:pos x="connsiteX23019" y="connsiteY23019"/>
              </a:cxn>
              <a:cxn ang="0">
                <a:pos x="connsiteX23020" y="connsiteY23020"/>
              </a:cxn>
              <a:cxn ang="0">
                <a:pos x="connsiteX23021" y="connsiteY23021"/>
              </a:cxn>
              <a:cxn ang="0">
                <a:pos x="connsiteX23022" y="connsiteY23022"/>
              </a:cxn>
              <a:cxn ang="0">
                <a:pos x="connsiteX23023" y="connsiteY23023"/>
              </a:cxn>
              <a:cxn ang="0">
                <a:pos x="connsiteX23024" y="connsiteY23024"/>
              </a:cxn>
              <a:cxn ang="0">
                <a:pos x="connsiteX23025" y="connsiteY23025"/>
              </a:cxn>
              <a:cxn ang="0">
                <a:pos x="connsiteX23026" y="connsiteY23026"/>
              </a:cxn>
              <a:cxn ang="0">
                <a:pos x="connsiteX23027" y="connsiteY23027"/>
              </a:cxn>
              <a:cxn ang="0">
                <a:pos x="connsiteX23028" y="connsiteY23028"/>
              </a:cxn>
              <a:cxn ang="0">
                <a:pos x="connsiteX23029" y="connsiteY23029"/>
              </a:cxn>
              <a:cxn ang="0">
                <a:pos x="connsiteX23030" y="connsiteY23030"/>
              </a:cxn>
              <a:cxn ang="0">
                <a:pos x="connsiteX23031" y="connsiteY23031"/>
              </a:cxn>
              <a:cxn ang="0">
                <a:pos x="connsiteX23032" y="connsiteY23032"/>
              </a:cxn>
              <a:cxn ang="0">
                <a:pos x="connsiteX23033" y="connsiteY23033"/>
              </a:cxn>
              <a:cxn ang="0">
                <a:pos x="connsiteX23034" y="connsiteY23034"/>
              </a:cxn>
              <a:cxn ang="0">
                <a:pos x="connsiteX23035" y="connsiteY23035"/>
              </a:cxn>
              <a:cxn ang="0">
                <a:pos x="connsiteX23036" y="connsiteY23036"/>
              </a:cxn>
              <a:cxn ang="0">
                <a:pos x="connsiteX23037" y="connsiteY23037"/>
              </a:cxn>
              <a:cxn ang="0">
                <a:pos x="connsiteX23038" y="connsiteY23038"/>
              </a:cxn>
              <a:cxn ang="0">
                <a:pos x="connsiteX23039" y="connsiteY23039"/>
              </a:cxn>
              <a:cxn ang="0">
                <a:pos x="connsiteX23040" y="connsiteY23040"/>
              </a:cxn>
              <a:cxn ang="0">
                <a:pos x="connsiteX23041" y="connsiteY23041"/>
              </a:cxn>
              <a:cxn ang="0">
                <a:pos x="connsiteX23042" y="connsiteY23042"/>
              </a:cxn>
              <a:cxn ang="0">
                <a:pos x="connsiteX23043" y="connsiteY23043"/>
              </a:cxn>
              <a:cxn ang="0">
                <a:pos x="connsiteX23044" y="connsiteY23044"/>
              </a:cxn>
              <a:cxn ang="0">
                <a:pos x="connsiteX23045" y="connsiteY23045"/>
              </a:cxn>
              <a:cxn ang="0">
                <a:pos x="connsiteX23046" y="connsiteY23046"/>
              </a:cxn>
              <a:cxn ang="0">
                <a:pos x="connsiteX23047" y="connsiteY23047"/>
              </a:cxn>
              <a:cxn ang="0">
                <a:pos x="connsiteX23048" y="connsiteY23048"/>
              </a:cxn>
              <a:cxn ang="0">
                <a:pos x="connsiteX23049" y="connsiteY23049"/>
              </a:cxn>
              <a:cxn ang="0">
                <a:pos x="connsiteX23050" y="connsiteY23050"/>
              </a:cxn>
              <a:cxn ang="0">
                <a:pos x="connsiteX23051" y="connsiteY23051"/>
              </a:cxn>
              <a:cxn ang="0">
                <a:pos x="connsiteX23052" y="connsiteY23052"/>
              </a:cxn>
              <a:cxn ang="0">
                <a:pos x="connsiteX23053" y="connsiteY23053"/>
              </a:cxn>
              <a:cxn ang="0">
                <a:pos x="connsiteX23054" y="connsiteY23054"/>
              </a:cxn>
              <a:cxn ang="0">
                <a:pos x="connsiteX23055" y="connsiteY23055"/>
              </a:cxn>
              <a:cxn ang="0">
                <a:pos x="connsiteX23056" y="connsiteY23056"/>
              </a:cxn>
              <a:cxn ang="0">
                <a:pos x="connsiteX23057" y="connsiteY23057"/>
              </a:cxn>
              <a:cxn ang="0">
                <a:pos x="connsiteX23058" y="connsiteY23058"/>
              </a:cxn>
              <a:cxn ang="0">
                <a:pos x="connsiteX23059" y="connsiteY23059"/>
              </a:cxn>
              <a:cxn ang="0">
                <a:pos x="connsiteX23060" y="connsiteY23060"/>
              </a:cxn>
              <a:cxn ang="0">
                <a:pos x="connsiteX23061" y="connsiteY23061"/>
              </a:cxn>
              <a:cxn ang="0">
                <a:pos x="connsiteX23062" y="connsiteY23062"/>
              </a:cxn>
              <a:cxn ang="0">
                <a:pos x="connsiteX23063" y="connsiteY23063"/>
              </a:cxn>
              <a:cxn ang="0">
                <a:pos x="connsiteX23064" y="connsiteY23064"/>
              </a:cxn>
              <a:cxn ang="0">
                <a:pos x="connsiteX23065" y="connsiteY23065"/>
              </a:cxn>
              <a:cxn ang="0">
                <a:pos x="connsiteX23066" y="connsiteY23066"/>
              </a:cxn>
              <a:cxn ang="0">
                <a:pos x="connsiteX23067" y="connsiteY23067"/>
              </a:cxn>
              <a:cxn ang="0">
                <a:pos x="connsiteX23068" y="connsiteY23068"/>
              </a:cxn>
              <a:cxn ang="0">
                <a:pos x="connsiteX23069" y="connsiteY23069"/>
              </a:cxn>
              <a:cxn ang="0">
                <a:pos x="connsiteX23070" y="connsiteY23070"/>
              </a:cxn>
              <a:cxn ang="0">
                <a:pos x="connsiteX23071" y="connsiteY23071"/>
              </a:cxn>
              <a:cxn ang="0">
                <a:pos x="connsiteX23072" y="connsiteY23072"/>
              </a:cxn>
              <a:cxn ang="0">
                <a:pos x="connsiteX23073" y="connsiteY23073"/>
              </a:cxn>
              <a:cxn ang="0">
                <a:pos x="connsiteX23074" y="connsiteY23074"/>
              </a:cxn>
              <a:cxn ang="0">
                <a:pos x="connsiteX23075" y="connsiteY23075"/>
              </a:cxn>
              <a:cxn ang="0">
                <a:pos x="connsiteX23076" y="connsiteY23076"/>
              </a:cxn>
              <a:cxn ang="0">
                <a:pos x="connsiteX23077" y="connsiteY23077"/>
              </a:cxn>
              <a:cxn ang="0">
                <a:pos x="connsiteX23078" y="connsiteY23078"/>
              </a:cxn>
              <a:cxn ang="0">
                <a:pos x="connsiteX23079" y="connsiteY23079"/>
              </a:cxn>
              <a:cxn ang="0">
                <a:pos x="connsiteX23080" y="connsiteY23080"/>
              </a:cxn>
              <a:cxn ang="0">
                <a:pos x="connsiteX23081" y="connsiteY23081"/>
              </a:cxn>
              <a:cxn ang="0">
                <a:pos x="connsiteX23082" y="connsiteY23082"/>
              </a:cxn>
              <a:cxn ang="0">
                <a:pos x="connsiteX23083" y="connsiteY23083"/>
              </a:cxn>
              <a:cxn ang="0">
                <a:pos x="connsiteX23084" y="connsiteY23084"/>
              </a:cxn>
              <a:cxn ang="0">
                <a:pos x="connsiteX23085" y="connsiteY23085"/>
              </a:cxn>
              <a:cxn ang="0">
                <a:pos x="connsiteX23086" y="connsiteY23086"/>
              </a:cxn>
              <a:cxn ang="0">
                <a:pos x="connsiteX23087" y="connsiteY23087"/>
              </a:cxn>
              <a:cxn ang="0">
                <a:pos x="connsiteX23088" y="connsiteY23088"/>
              </a:cxn>
              <a:cxn ang="0">
                <a:pos x="connsiteX23089" y="connsiteY23089"/>
              </a:cxn>
              <a:cxn ang="0">
                <a:pos x="connsiteX23090" y="connsiteY23090"/>
              </a:cxn>
              <a:cxn ang="0">
                <a:pos x="connsiteX23091" y="connsiteY23091"/>
              </a:cxn>
              <a:cxn ang="0">
                <a:pos x="connsiteX23092" y="connsiteY23092"/>
              </a:cxn>
              <a:cxn ang="0">
                <a:pos x="connsiteX23093" y="connsiteY23093"/>
              </a:cxn>
              <a:cxn ang="0">
                <a:pos x="connsiteX23094" y="connsiteY23094"/>
              </a:cxn>
              <a:cxn ang="0">
                <a:pos x="connsiteX23095" y="connsiteY23095"/>
              </a:cxn>
              <a:cxn ang="0">
                <a:pos x="connsiteX23096" y="connsiteY23096"/>
              </a:cxn>
              <a:cxn ang="0">
                <a:pos x="connsiteX23097" y="connsiteY23097"/>
              </a:cxn>
              <a:cxn ang="0">
                <a:pos x="connsiteX23098" y="connsiteY23098"/>
              </a:cxn>
              <a:cxn ang="0">
                <a:pos x="connsiteX23099" y="connsiteY23099"/>
              </a:cxn>
              <a:cxn ang="0">
                <a:pos x="connsiteX23100" y="connsiteY23100"/>
              </a:cxn>
              <a:cxn ang="0">
                <a:pos x="connsiteX23101" y="connsiteY23101"/>
              </a:cxn>
              <a:cxn ang="0">
                <a:pos x="connsiteX23102" y="connsiteY23102"/>
              </a:cxn>
              <a:cxn ang="0">
                <a:pos x="connsiteX23103" y="connsiteY23103"/>
              </a:cxn>
              <a:cxn ang="0">
                <a:pos x="connsiteX23104" y="connsiteY23104"/>
              </a:cxn>
              <a:cxn ang="0">
                <a:pos x="connsiteX23105" y="connsiteY23105"/>
              </a:cxn>
              <a:cxn ang="0">
                <a:pos x="connsiteX23106" y="connsiteY23106"/>
              </a:cxn>
              <a:cxn ang="0">
                <a:pos x="connsiteX23107" y="connsiteY23107"/>
              </a:cxn>
              <a:cxn ang="0">
                <a:pos x="connsiteX23108" y="connsiteY23108"/>
              </a:cxn>
              <a:cxn ang="0">
                <a:pos x="connsiteX23109" y="connsiteY23109"/>
              </a:cxn>
              <a:cxn ang="0">
                <a:pos x="connsiteX23110" y="connsiteY23110"/>
              </a:cxn>
              <a:cxn ang="0">
                <a:pos x="connsiteX23111" y="connsiteY23111"/>
              </a:cxn>
              <a:cxn ang="0">
                <a:pos x="connsiteX23112" y="connsiteY23112"/>
              </a:cxn>
              <a:cxn ang="0">
                <a:pos x="connsiteX23113" y="connsiteY23113"/>
              </a:cxn>
              <a:cxn ang="0">
                <a:pos x="connsiteX23114" y="connsiteY23114"/>
              </a:cxn>
              <a:cxn ang="0">
                <a:pos x="connsiteX23115" y="connsiteY23115"/>
              </a:cxn>
              <a:cxn ang="0">
                <a:pos x="connsiteX23116" y="connsiteY23116"/>
              </a:cxn>
              <a:cxn ang="0">
                <a:pos x="connsiteX23117" y="connsiteY23117"/>
              </a:cxn>
              <a:cxn ang="0">
                <a:pos x="connsiteX23118" y="connsiteY23118"/>
              </a:cxn>
              <a:cxn ang="0">
                <a:pos x="connsiteX23119" y="connsiteY23119"/>
              </a:cxn>
              <a:cxn ang="0">
                <a:pos x="connsiteX23120" y="connsiteY23120"/>
              </a:cxn>
              <a:cxn ang="0">
                <a:pos x="connsiteX23121" y="connsiteY23121"/>
              </a:cxn>
              <a:cxn ang="0">
                <a:pos x="connsiteX23122" y="connsiteY23122"/>
              </a:cxn>
              <a:cxn ang="0">
                <a:pos x="connsiteX23123" y="connsiteY23123"/>
              </a:cxn>
              <a:cxn ang="0">
                <a:pos x="connsiteX23124" y="connsiteY23124"/>
              </a:cxn>
              <a:cxn ang="0">
                <a:pos x="connsiteX23125" y="connsiteY23125"/>
              </a:cxn>
              <a:cxn ang="0">
                <a:pos x="connsiteX23126" y="connsiteY23126"/>
              </a:cxn>
              <a:cxn ang="0">
                <a:pos x="connsiteX23127" y="connsiteY23127"/>
              </a:cxn>
              <a:cxn ang="0">
                <a:pos x="connsiteX23128" y="connsiteY23128"/>
              </a:cxn>
              <a:cxn ang="0">
                <a:pos x="connsiteX23129" y="connsiteY23129"/>
              </a:cxn>
              <a:cxn ang="0">
                <a:pos x="connsiteX23130" y="connsiteY23130"/>
              </a:cxn>
              <a:cxn ang="0">
                <a:pos x="connsiteX23131" y="connsiteY23131"/>
              </a:cxn>
              <a:cxn ang="0">
                <a:pos x="connsiteX23132" y="connsiteY23132"/>
              </a:cxn>
              <a:cxn ang="0">
                <a:pos x="connsiteX23133" y="connsiteY23133"/>
              </a:cxn>
              <a:cxn ang="0">
                <a:pos x="connsiteX23134" y="connsiteY23134"/>
              </a:cxn>
              <a:cxn ang="0">
                <a:pos x="connsiteX23135" y="connsiteY23135"/>
              </a:cxn>
              <a:cxn ang="0">
                <a:pos x="connsiteX23136" y="connsiteY23136"/>
              </a:cxn>
              <a:cxn ang="0">
                <a:pos x="connsiteX23137" y="connsiteY23137"/>
              </a:cxn>
              <a:cxn ang="0">
                <a:pos x="connsiteX23138" y="connsiteY23138"/>
              </a:cxn>
              <a:cxn ang="0">
                <a:pos x="connsiteX23139" y="connsiteY23139"/>
              </a:cxn>
              <a:cxn ang="0">
                <a:pos x="connsiteX23140" y="connsiteY23140"/>
              </a:cxn>
              <a:cxn ang="0">
                <a:pos x="connsiteX23141" y="connsiteY23141"/>
              </a:cxn>
              <a:cxn ang="0">
                <a:pos x="connsiteX23142" y="connsiteY23142"/>
              </a:cxn>
              <a:cxn ang="0">
                <a:pos x="connsiteX23143" y="connsiteY23143"/>
              </a:cxn>
              <a:cxn ang="0">
                <a:pos x="connsiteX23144" y="connsiteY23144"/>
              </a:cxn>
              <a:cxn ang="0">
                <a:pos x="connsiteX23145" y="connsiteY23145"/>
              </a:cxn>
              <a:cxn ang="0">
                <a:pos x="connsiteX23146" y="connsiteY23146"/>
              </a:cxn>
              <a:cxn ang="0">
                <a:pos x="connsiteX23147" y="connsiteY23147"/>
              </a:cxn>
              <a:cxn ang="0">
                <a:pos x="connsiteX23148" y="connsiteY23148"/>
              </a:cxn>
              <a:cxn ang="0">
                <a:pos x="connsiteX23149" y="connsiteY23149"/>
              </a:cxn>
              <a:cxn ang="0">
                <a:pos x="connsiteX23150" y="connsiteY23150"/>
              </a:cxn>
              <a:cxn ang="0">
                <a:pos x="connsiteX23151" y="connsiteY23151"/>
              </a:cxn>
              <a:cxn ang="0">
                <a:pos x="connsiteX23152" y="connsiteY23152"/>
              </a:cxn>
              <a:cxn ang="0">
                <a:pos x="connsiteX23153" y="connsiteY23153"/>
              </a:cxn>
              <a:cxn ang="0">
                <a:pos x="connsiteX23154" y="connsiteY23154"/>
              </a:cxn>
              <a:cxn ang="0">
                <a:pos x="connsiteX23155" y="connsiteY23155"/>
              </a:cxn>
              <a:cxn ang="0">
                <a:pos x="connsiteX23156" y="connsiteY23156"/>
              </a:cxn>
              <a:cxn ang="0">
                <a:pos x="connsiteX23157" y="connsiteY23157"/>
              </a:cxn>
              <a:cxn ang="0">
                <a:pos x="connsiteX23158" y="connsiteY23158"/>
              </a:cxn>
              <a:cxn ang="0">
                <a:pos x="connsiteX23159" y="connsiteY23159"/>
              </a:cxn>
              <a:cxn ang="0">
                <a:pos x="connsiteX23160" y="connsiteY23160"/>
              </a:cxn>
              <a:cxn ang="0">
                <a:pos x="connsiteX23161" y="connsiteY23161"/>
              </a:cxn>
              <a:cxn ang="0">
                <a:pos x="connsiteX23162" y="connsiteY23162"/>
              </a:cxn>
              <a:cxn ang="0">
                <a:pos x="connsiteX23163" y="connsiteY23163"/>
              </a:cxn>
              <a:cxn ang="0">
                <a:pos x="connsiteX23164" y="connsiteY23164"/>
              </a:cxn>
              <a:cxn ang="0">
                <a:pos x="connsiteX23165" y="connsiteY23165"/>
              </a:cxn>
              <a:cxn ang="0">
                <a:pos x="connsiteX23166" y="connsiteY23166"/>
              </a:cxn>
              <a:cxn ang="0">
                <a:pos x="connsiteX23167" y="connsiteY23167"/>
              </a:cxn>
              <a:cxn ang="0">
                <a:pos x="connsiteX23168" y="connsiteY23168"/>
              </a:cxn>
              <a:cxn ang="0">
                <a:pos x="connsiteX23169" y="connsiteY23169"/>
              </a:cxn>
              <a:cxn ang="0">
                <a:pos x="connsiteX23170" y="connsiteY23170"/>
              </a:cxn>
              <a:cxn ang="0">
                <a:pos x="connsiteX23171" y="connsiteY23171"/>
              </a:cxn>
              <a:cxn ang="0">
                <a:pos x="connsiteX23172" y="connsiteY23172"/>
              </a:cxn>
              <a:cxn ang="0">
                <a:pos x="connsiteX23173" y="connsiteY23173"/>
              </a:cxn>
              <a:cxn ang="0">
                <a:pos x="connsiteX23174" y="connsiteY23174"/>
              </a:cxn>
              <a:cxn ang="0">
                <a:pos x="connsiteX23175" y="connsiteY23175"/>
              </a:cxn>
              <a:cxn ang="0">
                <a:pos x="connsiteX23176" y="connsiteY23176"/>
              </a:cxn>
              <a:cxn ang="0">
                <a:pos x="connsiteX23177" y="connsiteY23177"/>
              </a:cxn>
              <a:cxn ang="0">
                <a:pos x="connsiteX23178" y="connsiteY23178"/>
              </a:cxn>
              <a:cxn ang="0">
                <a:pos x="connsiteX23179" y="connsiteY23179"/>
              </a:cxn>
              <a:cxn ang="0">
                <a:pos x="connsiteX23180" y="connsiteY23180"/>
              </a:cxn>
              <a:cxn ang="0">
                <a:pos x="connsiteX23181" y="connsiteY23181"/>
              </a:cxn>
              <a:cxn ang="0">
                <a:pos x="connsiteX23182" y="connsiteY23182"/>
              </a:cxn>
              <a:cxn ang="0">
                <a:pos x="connsiteX23183" y="connsiteY23183"/>
              </a:cxn>
              <a:cxn ang="0">
                <a:pos x="connsiteX23184" y="connsiteY23184"/>
              </a:cxn>
              <a:cxn ang="0">
                <a:pos x="connsiteX23185" y="connsiteY23185"/>
              </a:cxn>
              <a:cxn ang="0">
                <a:pos x="connsiteX23186" y="connsiteY23186"/>
              </a:cxn>
              <a:cxn ang="0">
                <a:pos x="connsiteX23187" y="connsiteY23187"/>
              </a:cxn>
              <a:cxn ang="0">
                <a:pos x="connsiteX23188" y="connsiteY23188"/>
              </a:cxn>
              <a:cxn ang="0">
                <a:pos x="connsiteX23189" y="connsiteY23189"/>
              </a:cxn>
              <a:cxn ang="0">
                <a:pos x="connsiteX23190" y="connsiteY23190"/>
              </a:cxn>
              <a:cxn ang="0">
                <a:pos x="connsiteX23191" y="connsiteY23191"/>
              </a:cxn>
              <a:cxn ang="0">
                <a:pos x="connsiteX23192" y="connsiteY23192"/>
              </a:cxn>
              <a:cxn ang="0">
                <a:pos x="connsiteX23193" y="connsiteY23193"/>
              </a:cxn>
              <a:cxn ang="0">
                <a:pos x="connsiteX23194" y="connsiteY23194"/>
              </a:cxn>
              <a:cxn ang="0">
                <a:pos x="connsiteX23195" y="connsiteY23195"/>
              </a:cxn>
              <a:cxn ang="0">
                <a:pos x="connsiteX23196" y="connsiteY23196"/>
              </a:cxn>
              <a:cxn ang="0">
                <a:pos x="connsiteX23197" y="connsiteY23197"/>
              </a:cxn>
              <a:cxn ang="0">
                <a:pos x="connsiteX23198" y="connsiteY23198"/>
              </a:cxn>
              <a:cxn ang="0">
                <a:pos x="connsiteX23199" y="connsiteY23199"/>
              </a:cxn>
              <a:cxn ang="0">
                <a:pos x="connsiteX23200" y="connsiteY23200"/>
              </a:cxn>
              <a:cxn ang="0">
                <a:pos x="connsiteX23201" y="connsiteY23201"/>
              </a:cxn>
              <a:cxn ang="0">
                <a:pos x="connsiteX23202" y="connsiteY23202"/>
              </a:cxn>
              <a:cxn ang="0">
                <a:pos x="connsiteX23203" y="connsiteY23203"/>
              </a:cxn>
              <a:cxn ang="0">
                <a:pos x="connsiteX23204" y="connsiteY23204"/>
              </a:cxn>
              <a:cxn ang="0">
                <a:pos x="connsiteX23205" y="connsiteY23205"/>
              </a:cxn>
              <a:cxn ang="0">
                <a:pos x="connsiteX23206" y="connsiteY23206"/>
              </a:cxn>
              <a:cxn ang="0">
                <a:pos x="connsiteX23207" y="connsiteY23207"/>
              </a:cxn>
              <a:cxn ang="0">
                <a:pos x="connsiteX23208" y="connsiteY23208"/>
              </a:cxn>
              <a:cxn ang="0">
                <a:pos x="connsiteX23209" y="connsiteY23209"/>
              </a:cxn>
              <a:cxn ang="0">
                <a:pos x="connsiteX23210" y="connsiteY23210"/>
              </a:cxn>
              <a:cxn ang="0">
                <a:pos x="connsiteX23211" y="connsiteY23211"/>
              </a:cxn>
              <a:cxn ang="0">
                <a:pos x="connsiteX23212" y="connsiteY23212"/>
              </a:cxn>
              <a:cxn ang="0">
                <a:pos x="connsiteX23213" y="connsiteY23213"/>
              </a:cxn>
              <a:cxn ang="0">
                <a:pos x="connsiteX23214" y="connsiteY23214"/>
              </a:cxn>
              <a:cxn ang="0">
                <a:pos x="connsiteX23215" y="connsiteY23215"/>
              </a:cxn>
              <a:cxn ang="0">
                <a:pos x="connsiteX23216" y="connsiteY23216"/>
              </a:cxn>
              <a:cxn ang="0">
                <a:pos x="connsiteX23217" y="connsiteY23217"/>
              </a:cxn>
              <a:cxn ang="0">
                <a:pos x="connsiteX23218" y="connsiteY23218"/>
              </a:cxn>
              <a:cxn ang="0">
                <a:pos x="connsiteX23219" y="connsiteY23219"/>
              </a:cxn>
              <a:cxn ang="0">
                <a:pos x="connsiteX23220" y="connsiteY23220"/>
              </a:cxn>
              <a:cxn ang="0">
                <a:pos x="connsiteX23221" y="connsiteY23221"/>
              </a:cxn>
              <a:cxn ang="0">
                <a:pos x="connsiteX23222" y="connsiteY23222"/>
              </a:cxn>
              <a:cxn ang="0">
                <a:pos x="connsiteX23223" y="connsiteY23223"/>
              </a:cxn>
              <a:cxn ang="0">
                <a:pos x="connsiteX23224" y="connsiteY23224"/>
              </a:cxn>
              <a:cxn ang="0">
                <a:pos x="connsiteX23225" y="connsiteY23225"/>
              </a:cxn>
              <a:cxn ang="0">
                <a:pos x="connsiteX23226" y="connsiteY23226"/>
              </a:cxn>
              <a:cxn ang="0">
                <a:pos x="connsiteX23227" y="connsiteY23227"/>
              </a:cxn>
              <a:cxn ang="0">
                <a:pos x="connsiteX23228" y="connsiteY23228"/>
              </a:cxn>
              <a:cxn ang="0">
                <a:pos x="connsiteX23229" y="connsiteY23229"/>
              </a:cxn>
              <a:cxn ang="0">
                <a:pos x="connsiteX23230" y="connsiteY23230"/>
              </a:cxn>
              <a:cxn ang="0">
                <a:pos x="connsiteX23231" y="connsiteY23231"/>
              </a:cxn>
              <a:cxn ang="0">
                <a:pos x="connsiteX23232" y="connsiteY23232"/>
              </a:cxn>
              <a:cxn ang="0">
                <a:pos x="connsiteX23233" y="connsiteY23233"/>
              </a:cxn>
              <a:cxn ang="0">
                <a:pos x="connsiteX23234" y="connsiteY23234"/>
              </a:cxn>
              <a:cxn ang="0">
                <a:pos x="connsiteX23235" y="connsiteY23235"/>
              </a:cxn>
              <a:cxn ang="0">
                <a:pos x="connsiteX23236" y="connsiteY23236"/>
              </a:cxn>
              <a:cxn ang="0">
                <a:pos x="connsiteX23237" y="connsiteY23237"/>
              </a:cxn>
              <a:cxn ang="0">
                <a:pos x="connsiteX23238" y="connsiteY23238"/>
              </a:cxn>
              <a:cxn ang="0">
                <a:pos x="connsiteX23239" y="connsiteY23239"/>
              </a:cxn>
              <a:cxn ang="0">
                <a:pos x="connsiteX23240" y="connsiteY23240"/>
              </a:cxn>
              <a:cxn ang="0">
                <a:pos x="connsiteX23241" y="connsiteY23241"/>
              </a:cxn>
              <a:cxn ang="0">
                <a:pos x="connsiteX23242" y="connsiteY23242"/>
              </a:cxn>
              <a:cxn ang="0">
                <a:pos x="connsiteX23243" y="connsiteY23243"/>
              </a:cxn>
              <a:cxn ang="0">
                <a:pos x="connsiteX23244" y="connsiteY23244"/>
              </a:cxn>
              <a:cxn ang="0">
                <a:pos x="connsiteX23245" y="connsiteY23245"/>
              </a:cxn>
              <a:cxn ang="0">
                <a:pos x="connsiteX23246" y="connsiteY23246"/>
              </a:cxn>
              <a:cxn ang="0">
                <a:pos x="connsiteX23247" y="connsiteY23247"/>
              </a:cxn>
              <a:cxn ang="0">
                <a:pos x="connsiteX23248" y="connsiteY23248"/>
              </a:cxn>
              <a:cxn ang="0">
                <a:pos x="connsiteX23249" y="connsiteY23249"/>
              </a:cxn>
              <a:cxn ang="0">
                <a:pos x="connsiteX23250" y="connsiteY23250"/>
              </a:cxn>
              <a:cxn ang="0">
                <a:pos x="connsiteX23251" y="connsiteY23251"/>
              </a:cxn>
              <a:cxn ang="0">
                <a:pos x="connsiteX23252" y="connsiteY23252"/>
              </a:cxn>
              <a:cxn ang="0">
                <a:pos x="connsiteX23253" y="connsiteY23253"/>
              </a:cxn>
              <a:cxn ang="0">
                <a:pos x="connsiteX23254" y="connsiteY23254"/>
              </a:cxn>
              <a:cxn ang="0">
                <a:pos x="connsiteX23255" y="connsiteY23255"/>
              </a:cxn>
              <a:cxn ang="0">
                <a:pos x="connsiteX23256" y="connsiteY23256"/>
              </a:cxn>
              <a:cxn ang="0">
                <a:pos x="connsiteX23257" y="connsiteY23257"/>
              </a:cxn>
              <a:cxn ang="0">
                <a:pos x="connsiteX23258" y="connsiteY23258"/>
              </a:cxn>
              <a:cxn ang="0">
                <a:pos x="connsiteX23259" y="connsiteY23259"/>
              </a:cxn>
              <a:cxn ang="0">
                <a:pos x="connsiteX23260" y="connsiteY23260"/>
              </a:cxn>
              <a:cxn ang="0">
                <a:pos x="connsiteX23261" y="connsiteY23261"/>
              </a:cxn>
              <a:cxn ang="0">
                <a:pos x="connsiteX23262" y="connsiteY23262"/>
              </a:cxn>
              <a:cxn ang="0">
                <a:pos x="connsiteX23263" y="connsiteY23263"/>
              </a:cxn>
              <a:cxn ang="0">
                <a:pos x="connsiteX23264" y="connsiteY23264"/>
              </a:cxn>
              <a:cxn ang="0">
                <a:pos x="connsiteX23265" y="connsiteY23265"/>
              </a:cxn>
              <a:cxn ang="0">
                <a:pos x="connsiteX23266" y="connsiteY23266"/>
              </a:cxn>
              <a:cxn ang="0">
                <a:pos x="connsiteX23267" y="connsiteY23267"/>
              </a:cxn>
              <a:cxn ang="0">
                <a:pos x="connsiteX23268" y="connsiteY23268"/>
              </a:cxn>
              <a:cxn ang="0">
                <a:pos x="connsiteX23269" y="connsiteY23269"/>
              </a:cxn>
              <a:cxn ang="0">
                <a:pos x="connsiteX23270" y="connsiteY23270"/>
              </a:cxn>
              <a:cxn ang="0">
                <a:pos x="connsiteX23271" y="connsiteY23271"/>
              </a:cxn>
              <a:cxn ang="0">
                <a:pos x="connsiteX23272" y="connsiteY23272"/>
              </a:cxn>
              <a:cxn ang="0">
                <a:pos x="connsiteX23273" y="connsiteY23273"/>
              </a:cxn>
              <a:cxn ang="0">
                <a:pos x="connsiteX23274" y="connsiteY23274"/>
              </a:cxn>
              <a:cxn ang="0">
                <a:pos x="connsiteX23275" y="connsiteY23275"/>
              </a:cxn>
              <a:cxn ang="0">
                <a:pos x="connsiteX23276" y="connsiteY23276"/>
              </a:cxn>
              <a:cxn ang="0">
                <a:pos x="connsiteX23277" y="connsiteY23277"/>
              </a:cxn>
              <a:cxn ang="0">
                <a:pos x="connsiteX23278" y="connsiteY23278"/>
              </a:cxn>
              <a:cxn ang="0">
                <a:pos x="connsiteX23279" y="connsiteY23279"/>
              </a:cxn>
              <a:cxn ang="0">
                <a:pos x="connsiteX23280" y="connsiteY23280"/>
              </a:cxn>
              <a:cxn ang="0">
                <a:pos x="connsiteX23281" y="connsiteY23281"/>
              </a:cxn>
              <a:cxn ang="0">
                <a:pos x="connsiteX23282" y="connsiteY23282"/>
              </a:cxn>
              <a:cxn ang="0">
                <a:pos x="connsiteX23283" y="connsiteY23283"/>
              </a:cxn>
              <a:cxn ang="0">
                <a:pos x="connsiteX23284" y="connsiteY23284"/>
              </a:cxn>
              <a:cxn ang="0">
                <a:pos x="connsiteX23285" y="connsiteY23285"/>
              </a:cxn>
              <a:cxn ang="0">
                <a:pos x="connsiteX23286" y="connsiteY23286"/>
              </a:cxn>
              <a:cxn ang="0">
                <a:pos x="connsiteX23287" y="connsiteY23287"/>
              </a:cxn>
              <a:cxn ang="0">
                <a:pos x="connsiteX23288" y="connsiteY23288"/>
              </a:cxn>
              <a:cxn ang="0">
                <a:pos x="connsiteX23289" y="connsiteY23289"/>
              </a:cxn>
              <a:cxn ang="0">
                <a:pos x="connsiteX23290" y="connsiteY23290"/>
              </a:cxn>
              <a:cxn ang="0">
                <a:pos x="connsiteX23291" y="connsiteY23291"/>
              </a:cxn>
              <a:cxn ang="0">
                <a:pos x="connsiteX23292" y="connsiteY23292"/>
              </a:cxn>
              <a:cxn ang="0">
                <a:pos x="connsiteX23293" y="connsiteY23293"/>
              </a:cxn>
              <a:cxn ang="0">
                <a:pos x="connsiteX23294" y="connsiteY23294"/>
              </a:cxn>
              <a:cxn ang="0">
                <a:pos x="connsiteX23295" y="connsiteY23295"/>
              </a:cxn>
              <a:cxn ang="0">
                <a:pos x="connsiteX23296" y="connsiteY23296"/>
              </a:cxn>
              <a:cxn ang="0">
                <a:pos x="connsiteX23297" y="connsiteY23297"/>
              </a:cxn>
              <a:cxn ang="0">
                <a:pos x="connsiteX23298" y="connsiteY23298"/>
              </a:cxn>
              <a:cxn ang="0">
                <a:pos x="connsiteX23299" y="connsiteY23299"/>
              </a:cxn>
              <a:cxn ang="0">
                <a:pos x="connsiteX23300" y="connsiteY23300"/>
              </a:cxn>
              <a:cxn ang="0">
                <a:pos x="connsiteX23301" y="connsiteY23301"/>
              </a:cxn>
              <a:cxn ang="0">
                <a:pos x="connsiteX23302" y="connsiteY23302"/>
              </a:cxn>
              <a:cxn ang="0">
                <a:pos x="connsiteX23303" y="connsiteY23303"/>
              </a:cxn>
              <a:cxn ang="0">
                <a:pos x="connsiteX23304" y="connsiteY23304"/>
              </a:cxn>
              <a:cxn ang="0">
                <a:pos x="connsiteX23305" y="connsiteY23305"/>
              </a:cxn>
              <a:cxn ang="0">
                <a:pos x="connsiteX23306" y="connsiteY23306"/>
              </a:cxn>
              <a:cxn ang="0">
                <a:pos x="connsiteX23307" y="connsiteY23307"/>
              </a:cxn>
              <a:cxn ang="0">
                <a:pos x="connsiteX23308" y="connsiteY23308"/>
              </a:cxn>
              <a:cxn ang="0">
                <a:pos x="connsiteX23309" y="connsiteY23309"/>
              </a:cxn>
              <a:cxn ang="0">
                <a:pos x="connsiteX23310" y="connsiteY23310"/>
              </a:cxn>
              <a:cxn ang="0">
                <a:pos x="connsiteX23311" y="connsiteY23311"/>
              </a:cxn>
              <a:cxn ang="0">
                <a:pos x="connsiteX23312" y="connsiteY23312"/>
              </a:cxn>
              <a:cxn ang="0">
                <a:pos x="connsiteX23313" y="connsiteY23313"/>
              </a:cxn>
              <a:cxn ang="0">
                <a:pos x="connsiteX23314" y="connsiteY23314"/>
              </a:cxn>
              <a:cxn ang="0">
                <a:pos x="connsiteX23315" y="connsiteY23315"/>
              </a:cxn>
              <a:cxn ang="0">
                <a:pos x="connsiteX23316" y="connsiteY23316"/>
              </a:cxn>
              <a:cxn ang="0">
                <a:pos x="connsiteX23317" y="connsiteY23317"/>
              </a:cxn>
              <a:cxn ang="0">
                <a:pos x="connsiteX23318" y="connsiteY23318"/>
              </a:cxn>
              <a:cxn ang="0">
                <a:pos x="connsiteX23319" y="connsiteY23319"/>
              </a:cxn>
              <a:cxn ang="0">
                <a:pos x="connsiteX23320" y="connsiteY23320"/>
              </a:cxn>
              <a:cxn ang="0">
                <a:pos x="connsiteX23321" y="connsiteY23321"/>
              </a:cxn>
              <a:cxn ang="0">
                <a:pos x="connsiteX23322" y="connsiteY23322"/>
              </a:cxn>
              <a:cxn ang="0">
                <a:pos x="connsiteX23323" y="connsiteY23323"/>
              </a:cxn>
              <a:cxn ang="0">
                <a:pos x="connsiteX23324" y="connsiteY23324"/>
              </a:cxn>
              <a:cxn ang="0">
                <a:pos x="connsiteX23325" y="connsiteY23325"/>
              </a:cxn>
              <a:cxn ang="0">
                <a:pos x="connsiteX23326" y="connsiteY23326"/>
              </a:cxn>
              <a:cxn ang="0">
                <a:pos x="connsiteX23327" y="connsiteY23327"/>
              </a:cxn>
              <a:cxn ang="0">
                <a:pos x="connsiteX23328" y="connsiteY23328"/>
              </a:cxn>
              <a:cxn ang="0">
                <a:pos x="connsiteX23329" y="connsiteY23329"/>
              </a:cxn>
              <a:cxn ang="0">
                <a:pos x="connsiteX23330" y="connsiteY23330"/>
              </a:cxn>
              <a:cxn ang="0">
                <a:pos x="connsiteX23331" y="connsiteY23331"/>
              </a:cxn>
              <a:cxn ang="0">
                <a:pos x="connsiteX23332" y="connsiteY23332"/>
              </a:cxn>
              <a:cxn ang="0">
                <a:pos x="connsiteX23333" y="connsiteY23333"/>
              </a:cxn>
              <a:cxn ang="0">
                <a:pos x="connsiteX23334" y="connsiteY23334"/>
              </a:cxn>
              <a:cxn ang="0">
                <a:pos x="connsiteX23335" y="connsiteY23335"/>
              </a:cxn>
              <a:cxn ang="0">
                <a:pos x="connsiteX23336" y="connsiteY23336"/>
              </a:cxn>
              <a:cxn ang="0">
                <a:pos x="connsiteX23337" y="connsiteY23337"/>
              </a:cxn>
              <a:cxn ang="0">
                <a:pos x="connsiteX23338" y="connsiteY23338"/>
              </a:cxn>
              <a:cxn ang="0">
                <a:pos x="connsiteX23339" y="connsiteY23339"/>
              </a:cxn>
              <a:cxn ang="0">
                <a:pos x="connsiteX23340" y="connsiteY23340"/>
              </a:cxn>
              <a:cxn ang="0">
                <a:pos x="connsiteX23341" y="connsiteY23341"/>
              </a:cxn>
              <a:cxn ang="0">
                <a:pos x="connsiteX23342" y="connsiteY23342"/>
              </a:cxn>
              <a:cxn ang="0">
                <a:pos x="connsiteX23343" y="connsiteY23343"/>
              </a:cxn>
              <a:cxn ang="0">
                <a:pos x="connsiteX23344" y="connsiteY23344"/>
              </a:cxn>
              <a:cxn ang="0">
                <a:pos x="connsiteX23345" y="connsiteY23345"/>
              </a:cxn>
              <a:cxn ang="0">
                <a:pos x="connsiteX23346" y="connsiteY23346"/>
              </a:cxn>
              <a:cxn ang="0">
                <a:pos x="connsiteX23347" y="connsiteY23347"/>
              </a:cxn>
              <a:cxn ang="0">
                <a:pos x="connsiteX23348" y="connsiteY23348"/>
              </a:cxn>
              <a:cxn ang="0">
                <a:pos x="connsiteX23349" y="connsiteY23349"/>
              </a:cxn>
              <a:cxn ang="0">
                <a:pos x="connsiteX23350" y="connsiteY23350"/>
              </a:cxn>
              <a:cxn ang="0">
                <a:pos x="connsiteX23351" y="connsiteY23351"/>
              </a:cxn>
              <a:cxn ang="0">
                <a:pos x="connsiteX23352" y="connsiteY23352"/>
              </a:cxn>
              <a:cxn ang="0">
                <a:pos x="connsiteX23353" y="connsiteY23353"/>
              </a:cxn>
              <a:cxn ang="0">
                <a:pos x="connsiteX23354" y="connsiteY23354"/>
              </a:cxn>
              <a:cxn ang="0">
                <a:pos x="connsiteX23355" y="connsiteY23355"/>
              </a:cxn>
              <a:cxn ang="0">
                <a:pos x="connsiteX23356" y="connsiteY23356"/>
              </a:cxn>
              <a:cxn ang="0">
                <a:pos x="connsiteX23357" y="connsiteY23357"/>
              </a:cxn>
              <a:cxn ang="0">
                <a:pos x="connsiteX23358" y="connsiteY23358"/>
              </a:cxn>
              <a:cxn ang="0">
                <a:pos x="connsiteX23359" y="connsiteY23359"/>
              </a:cxn>
              <a:cxn ang="0">
                <a:pos x="connsiteX23360" y="connsiteY23360"/>
              </a:cxn>
              <a:cxn ang="0">
                <a:pos x="connsiteX23361" y="connsiteY23361"/>
              </a:cxn>
              <a:cxn ang="0">
                <a:pos x="connsiteX23362" y="connsiteY23362"/>
              </a:cxn>
              <a:cxn ang="0">
                <a:pos x="connsiteX23363" y="connsiteY23363"/>
              </a:cxn>
              <a:cxn ang="0">
                <a:pos x="connsiteX23364" y="connsiteY23364"/>
              </a:cxn>
              <a:cxn ang="0">
                <a:pos x="connsiteX23365" y="connsiteY23365"/>
              </a:cxn>
              <a:cxn ang="0">
                <a:pos x="connsiteX23366" y="connsiteY23366"/>
              </a:cxn>
              <a:cxn ang="0">
                <a:pos x="connsiteX23367" y="connsiteY23367"/>
              </a:cxn>
              <a:cxn ang="0">
                <a:pos x="connsiteX23368" y="connsiteY23368"/>
              </a:cxn>
              <a:cxn ang="0">
                <a:pos x="connsiteX23369" y="connsiteY23369"/>
              </a:cxn>
              <a:cxn ang="0">
                <a:pos x="connsiteX23370" y="connsiteY23370"/>
              </a:cxn>
              <a:cxn ang="0">
                <a:pos x="connsiteX23371" y="connsiteY23371"/>
              </a:cxn>
              <a:cxn ang="0">
                <a:pos x="connsiteX23372" y="connsiteY23372"/>
              </a:cxn>
              <a:cxn ang="0">
                <a:pos x="connsiteX23373" y="connsiteY23373"/>
              </a:cxn>
              <a:cxn ang="0">
                <a:pos x="connsiteX23374" y="connsiteY23374"/>
              </a:cxn>
              <a:cxn ang="0">
                <a:pos x="connsiteX23375" y="connsiteY23375"/>
              </a:cxn>
              <a:cxn ang="0">
                <a:pos x="connsiteX23376" y="connsiteY23376"/>
              </a:cxn>
              <a:cxn ang="0">
                <a:pos x="connsiteX23377" y="connsiteY23377"/>
              </a:cxn>
              <a:cxn ang="0">
                <a:pos x="connsiteX23378" y="connsiteY23378"/>
              </a:cxn>
              <a:cxn ang="0">
                <a:pos x="connsiteX23379" y="connsiteY23379"/>
              </a:cxn>
              <a:cxn ang="0">
                <a:pos x="connsiteX23380" y="connsiteY23380"/>
              </a:cxn>
              <a:cxn ang="0">
                <a:pos x="connsiteX23381" y="connsiteY23381"/>
              </a:cxn>
              <a:cxn ang="0">
                <a:pos x="connsiteX23382" y="connsiteY23382"/>
              </a:cxn>
              <a:cxn ang="0">
                <a:pos x="connsiteX23383" y="connsiteY23383"/>
              </a:cxn>
              <a:cxn ang="0">
                <a:pos x="connsiteX23384" y="connsiteY23384"/>
              </a:cxn>
              <a:cxn ang="0">
                <a:pos x="connsiteX23385" y="connsiteY23385"/>
              </a:cxn>
              <a:cxn ang="0">
                <a:pos x="connsiteX23386" y="connsiteY23386"/>
              </a:cxn>
              <a:cxn ang="0">
                <a:pos x="connsiteX23387" y="connsiteY23387"/>
              </a:cxn>
              <a:cxn ang="0">
                <a:pos x="connsiteX23388" y="connsiteY23388"/>
              </a:cxn>
              <a:cxn ang="0">
                <a:pos x="connsiteX23389" y="connsiteY23389"/>
              </a:cxn>
              <a:cxn ang="0">
                <a:pos x="connsiteX23390" y="connsiteY23390"/>
              </a:cxn>
              <a:cxn ang="0">
                <a:pos x="connsiteX23391" y="connsiteY23391"/>
              </a:cxn>
              <a:cxn ang="0">
                <a:pos x="connsiteX23392" y="connsiteY23392"/>
              </a:cxn>
              <a:cxn ang="0">
                <a:pos x="connsiteX23393" y="connsiteY23393"/>
              </a:cxn>
              <a:cxn ang="0">
                <a:pos x="connsiteX23394" y="connsiteY23394"/>
              </a:cxn>
              <a:cxn ang="0">
                <a:pos x="connsiteX23395" y="connsiteY23395"/>
              </a:cxn>
              <a:cxn ang="0">
                <a:pos x="connsiteX23396" y="connsiteY23396"/>
              </a:cxn>
              <a:cxn ang="0">
                <a:pos x="connsiteX23397" y="connsiteY23397"/>
              </a:cxn>
              <a:cxn ang="0">
                <a:pos x="connsiteX23398" y="connsiteY23398"/>
              </a:cxn>
              <a:cxn ang="0">
                <a:pos x="connsiteX23399" y="connsiteY23399"/>
              </a:cxn>
              <a:cxn ang="0">
                <a:pos x="connsiteX23400" y="connsiteY23400"/>
              </a:cxn>
              <a:cxn ang="0">
                <a:pos x="connsiteX23401" y="connsiteY23401"/>
              </a:cxn>
              <a:cxn ang="0">
                <a:pos x="connsiteX23402" y="connsiteY23402"/>
              </a:cxn>
              <a:cxn ang="0">
                <a:pos x="connsiteX23403" y="connsiteY23403"/>
              </a:cxn>
              <a:cxn ang="0">
                <a:pos x="connsiteX23404" y="connsiteY23404"/>
              </a:cxn>
              <a:cxn ang="0">
                <a:pos x="connsiteX23405" y="connsiteY23405"/>
              </a:cxn>
              <a:cxn ang="0">
                <a:pos x="connsiteX23406" y="connsiteY23406"/>
              </a:cxn>
              <a:cxn ang="0">
                <a:pos x="connsiteX23407" y="connsiteY23407"/>
              </a:cxn>
              <a:cxn ang="0">
                <a:pos x="connsiteX23408" y="connsiteY23408"/>
              </a:cxn>
              <a:cxn ang="0">
                <a:pos x="connsiteX23409" y="connsiteY23409"/>
              </a:cxn>
              <a:cxn ang="0">
                <a:pos x="connsiteX23410" y="connsiteY23410"/>
              </a:cxn>
              <a:cxn ang="0">
                <a:pos x="connsiteX23411" y="connsiteY23411"/>
              </a:cxn>
              <a:cxn ang="0">
                <a:pos x="connsiteX23412" y="connsiteY23412"/>
              </a:cxn>
              <a:cxn ang="0">
                <a:pos x="connsiteX23413" y="connsiteY23413"/>
              </a:cxn>
              <a:cxn ang="0">
                <a:pos x="connsiteX23414" y="connsiteY23414"/>
              </a:cxn>
              <a:cxn ang="0">
                <a:pos x="connsiteX23415" y="connsiteY23415"/>
              </a:cxn>
              <a:cxn ang="0">
                <a:pos x="connsiteX23416" y="connsiteY23416"/>
              </a:cxn>
              <a:cxn ang="0">
                <a:pos x="connsiteX23417" y="connsiteY23417"/>
              </a:cxn>
              <a:cxn ang="0">
                <a:pos x="connsiteX23418" y="connsiteY23418"/>
              </a:cxn>
              <a:cxn ang="0">
                <a:pos x="connsiteX23419" y="connsiteY23419"/>
              </a:cxn>
              <a:cxn ang="0">
                <a:pos x="connsiteX23420" y="connsiteY23420"/>
              </a:cxn>
              <a:cxn ang="0">
                <a:pos x="connsiteX23421" y="connsiteY23421"/>
              </a:cxn>
              <a:cxn ang="0">
                <a:pos x="connsiteX23422" y="connsiteY23422"/>
              </a:cxn>
              <a:cxn ang="0">
                <a:pos x="connsiteX23423" y="connsiteY23423"/>
              </a:cxn>
              <a:cxn ang="0">
                <a:pos x="connsiteX23424" y="connsiteY23424"/>
              </a:cxn>
              <a:cxn ang="0">
                <a:pos x="connsiteX23425" y="connsiteY23425"/>
              </a:cxn>
              <a:cxn ang="0">
                <a:pos x="connsiteX23426" y="connsiteY23426"/>
              </a:cxn>
              <a:cxn ang="0">
                <a:pos x="connsiteX23427" y="connsiteY23427"/>
              </a:cxn>
              <a:cxn ang="0">
                <a:pos x="connsiteX23428" y="connsiteY23428"/>
              </a:cxn>
              <a:cxn ang="0">
                <a:pos x="connsiteX23429" y="connsiteY23429"/>
              </a:cxn>
              <a:cxn ang="0">
                <a:pos x="connsiteX23430" y="connsiteY23430"/>
              </a:cxn>
              <a:cxn ang="0">
                <a:pos x="connsiteX23431" y="connsiteY23431"/>
              </a:cxn>
              <a:cxn ang="0">
                <a:pos x="connsiteX23432" y="connsiteY23432"/>
              </a:cxn>
              <a:cxn ang="0">
                <a:pos x="connsiteX23433" y="connsiteY23433"/>
              </a:cxn>
              <a:cxn ang="0">
                <a:pos x="connsiteX23434" y="connsiteY23434"/>
              </a:cxn>
              <a:cxn ang="0">
                <a:pos x="connsiteX23435" y="connsiteY23435"/>
              </a:cxn>
              <a:cxn ang="0">
                <a:pos x="connsiteX23436" y="connsiteY23436"/>
              </a:cxn>
              <a:cxn ang="0">
                <a:pos x="connsiteX23437" y="connsiteY23437"/>
              </a:cxn>
              <a:cxn ang="0">
                <a:pos x="connsiteX23438" y="connsiteY23438"/>
              </a:cxn>
              <a:cxn ang="0">
                <a:pos x="connsiteX23439" y="connsiteY23439"/>
              </a:cxn>
              <a:cxn ang="0">
                <a:pos x="connsiteX23440" y="connsiteY23440"/>
              </a:cxn>
              <a:cxn ang="0">
                <a:pos x="connsiteX23441" y="connsiteY23441"/>
              </a:cxn>
              <a:cxn ang="0">
                <a:pos x="connsiteX23442" y="connsiteY23442"/>
              </a:cxn>
              <a:cxn ang="0">
                <a:pos x="connsiteX23443" y="connsiteY23443"/>
              </a:cxn>
              <a:cxn ang="0">
                <a:pos x="connsiteX23444" y="connsiteY23444"/>
              </a:cxn>
              <a:cxn ang="0">
                <a:pos x="connsiteX23445" y="connsiteY23445"/>
              </a:cxn>
              <a:cxn ang="0">
                <a:pos x="connsiteX23446" y="connsiteY23446"/>
              </a:cxn>
              <a:cxn ang="0">
                <a:pos x="connsiteX23447" y="connsiteY23447"/>
              </a:cxn>
              <a:cxn ang="0">
                <a:pos x="connsiteX23448" y="connsiteY23448"/>
              </a:cxn>
              <a:cxn ang="0">
                <a:pos x="connsiteX23449" y="connsiteY23449"/>
              </a:cxn>
              <a:cxn ang="0">
                <a:pos x="connsiteX23450" y="connsiteY23450"/>
              </a:cxn>
              <a:cxn ang="0">
                <a:pos x="connsiteX23451" y="connsiteY23451"/>
              </a:cxn>
              <a:cxn ang="0">
                <a:pos x="connsiteX23452" y="connsiteY23452"/>
              </a:cxn>
              <a:cxn ang="0">
                <a:pos x="connsiteX23453" y="connsiteY23453"/>
              </a:cxn>
              <a:cxn ang="0">
                <a:pos x="connsiteX23454" y="connsiteY23454"/>
              </a:cxn>
              <a:cxn ang="0">
                <a:pos x="connsiteX23455" y="connsiteY23455"/>
              </a:cxn>
              <a:cxn ang="0">
                <a:pos x="connsiteX23456" y="connsiteY23456"/>
              </a:cxn>
              <a:cxn ang="0">
                <a:pos x="connsiteX23457" y="connsiteY23457"/>
              </a:cxn>
              <a:cxn ang="0">
                <a:pos x="connsiteX23458" y="connsiteY23458"/>
              </a:cxn>
              <a:cxn ang="0">
                <a:pos x="connsiteX23459" y="connsiteY23459"/>
              </a:cxn>
              <a:cxn ang="0">
                <a:pos x="connsiteX23460" y="connsiteY23460"/>
              </a:cxn>
              <a:cxn ang="0">
                <a:pos x="connsiteX23461" y="connsiteY23461"/>
              </a:cxn>
              <a:cxn ang="0">
                <a:pos x="connsiteX23462" y="connsiteY23462"/>
              </a:cxn>
              <a:cxn ang="0">
                <a:pos x="connsiteX23463" y="connsiteY23463"/>
              </a:cxn>
              <a:cxn ang="0">
                <a:pos x="connsiteX23464" y="connsiteY23464"/>
              </a:cxn>
              <a:cxn ang="0">
                <a:pos x="connsiteX23465" y="connsiteY23465"/>
              </a:cxn>
              <a:cxn ang="0">
                <a:pos x="connsiteX23466" y="connsiteY23466"/>
              </a:cxn>
              <a:cxn ang="0">
                <a:pos x="connsiteX23467" y="connsiteY23467"/>
              </a:cxn>
              <a:cxn ang="0">
                <a:pos x="connsiteX23468" y="connsiteY23468"/>
              </a:cxn>
              <a:cxn ang="0">
                <a:pos x="connsiteX23469" y="connsiteY23469"/>
              </a:cxn>
              <a:cxn ang="0">
                <a:pos x="connsiteX23470" y="connsiteY23470"/>
              </a:cxn>
              <a:cxn ang="0">
                <a:pos x="connsiteX23471" y="connsiteY23471"/>
              </a:cxn>
              <a:cxn ang="0">
                <a:pos x="connsiteX23472" y="connsiteY23472"/>
              </a:cxn>
              <a:cxn ang="0">
                <a:pos x="connsiteX23473" y="connsiteY23473"/>
              </a:cxn>
              <a:cxn ang="0">
                <a:pos x="connsiteX23474" y="connsiteY23474"/>
              </a:cxn>
              <a:cxn ang="0">
                <a:pos x="connsiteX23475" y="connsiteY23475"/>
              </a:cxn>
              <a:cxn ang="0">
                <a:pos x="connsiteX23476" y="connsiteY23476"/>
              </a:cxn>
              <a:cxn ang="0">
                <a:pos x="connsiteX23477" y="connsiteY23477"/>
              </a:cxn>
              <a:cxn ang="0">
                <a:pos x="connsiteX23478" y="connsiteY23478"/>
              </a:cxn>
              <a:cxn ang="0">
                <a:pos x="connsiteX23479" y="connsiteY23479"/>
              </a:cxn>
              <a:cxn ang="0">
                <a:pos x="connsiteX23480" y="connsiteY23480"/>
              </a:cxn>
              <a:cxn ang="0">
                <a:pos x="connsiteX23481" y="connsiteY23481"/>
              </a:cxn>
              <a:cxn ang="0">
                <a:pos x="connsiteX23482" y="connsiteY23482"/>
              </a:cxn>
              <a:cxn ang="0">
                <a:pos x="connsiteX23483" y="connsiteY23483"/>
              </a:cxn>
              <a:cxn ang="0">
                <a:pos x="connsiteX23484" y="connsiteY23484"/>
              </a:cxn>
              <a:cxn ang="0">
                <a:pos x="connsiteX23485" y="connsiteY23485"/>
              </a:cxn>
              <a:cxn ang="0">
                <a:pos x="connsiteX23486" y="connsiteY23486"/>
              </a:cxn>
              <a:cxn ang="0">
                <a:pos x="connsiteX23487" y="connsiteY23487"/>
              </a:cxn>
              <a:cxn ang="0">
                <a:pos x="connsiteX23488" y="connsiteY23488"/>
              </a:cxn>
              <a:cxn ang="0">
                <a:pos x="connsiteX23489" y="connsiteY23489"/>
              </a:cxn>
              <a:cxn ang="0">
                <a:pos x="connsiteX23490" y="connsiteY23490"/>
              </a:cxn>
              <a:cxn ang="0">
                <a:pos x="connsiteX23491" y="connsiteY23491"/>
              </a:cxn>
              <a:cxn ang="0">
                <a:pos x="connsiteX23492" y="connsiteY23492"/>
              </a:cxn>
              <a:cxn ang="0">
                <a:pos x="connsiteX23493" y="connsiteY23493"/>
              </a:cxn>
              <a:cxn ang="0">
                <a:pos x="connsiteX23494" y="connsiteY23494"/>
              </a:cxn>
              <a:cxn ang="0">
                <a:pos x="connsiteX23495" y="connsiteY23495"/>
              </a:cxn>
              <a:cxn ang="0">
                <a:pos x="connsiteX23496" y="connsiteY23496"/>
              </a:cxn>
              <a:cxn ang="0">
                <a:pos x="connsiteX23497" y="connsiteY23497"/>
              </a:cxn>
              <a:cxn ang="0">
                <a:pos x="connsiteX23498" y="connsiteY23498"/>
              </a:cxn>
              <a:cxn ang="0">
                <a:pos x="connsiteX23499" y="connsiteY23499"/>
              </a:cxn>
              <a:cxn ang="0">
                <a:pos x="connsiteX23500" y="connsiteY23500"/>
              </a:cxn>
              <a:cxn ang="0">
                <a:pos x="connsiteX23501" y="connsiteY23501"/>
              </a:cxn>
              <a:cxn ang="0">
                <a:pos x="connsiteX23502" y="connsiteY23502"/>
              </a:cxn>
              <a:cxn ang="0">
                <a:pos x="connsiteX23503" y="connsiteY23503"/>
              </a:cxn>
              <a:cxn ang="0">
                <a:pos x="connsiteX23504" y="connsiteY23504"/>
              </a:cxn>
              <a:cxn ang="0">
                <a:pos x="connsiteX23505" y="connsiteY23505"/>
              </a:cxn>
              <a:cxn ang="0">
                <a:pos x="connsiteX23506" y="connsiteY23506"/>
              </a:cxn>
              <a:cxn ang="0">
                <a:pos x="connsiteX23507" y="connsiteY23507"/>
              </a:cxn>
              <a:cxn ang="0">
                <a:pos x="connsiteX23508" y="connsiteY23508"/>
              </a:cxn>
              <a:cxn ang="0">
                <a:pos x="connsiteX23509" y="connsiteY23509"/>
              </a:cxn>
              <a:cxn ang="0">
                <a:pos x="connsiteX23510" y="connsiteY23510"/>
              </a:cxn>
              <a:cxn ang="0">
                <a:pos x="connsiteX23511" y="connsiteY23511"/>
              </a:cxn>
              <a:cxn ang="0">
                <a:pos x="connsiteX23512" y="connsiteY23512"/>
              </a:cxn>
              <a:cxn ang="0">
                <a:pos x="connsiteX23513" y="connsiteY23513"/>
              </a:cxn>
              <a:cxn ang="0">
                <a:pos x="connsiteX23514" y="connsiteY23514"/>
              </a:cxn>
              <a:cxn ang="0">
                <a:pos x="connsiteX23515" y="connsiteY23515"/>
              </a:cxn>
              <a:cxn ang="0">
                <a:pos x="connsiteX23516" y="connsiteY23516"/>
              </a:cxn>
              <a:cxn ang="0">
                <a:pos x="connsiteX23517" y="connsiteY23517"/>
              </a:cxn>
              <a:cxn ang="0">
                <a:pos x="connsiteX23518" y="connsiteY23518"/>
              </a:cxn>
              <a:cxn ang="0">
                <a:pos x="connsiteX23519" y="connsiteY23519"/>
              </a:cxn>
              <a:cxn ang="0">
                <a:pos x="connsiteX23520" y="connsiteY23520"/>
              </a:cxn>
              <a:cxn ang="0">
                <a:pos x="connsiteX23521" y="connsiteY23521"/>
              </a:cxn>
              <a:cxn ang="0">
                <a:pos x="connsiteX23522" y="connsiteY23522"/>
              </a:cxn>
              <a:cxn ang="0">
                <a:pos x="connsiteX23523" y="connsiteY23523"/>
              </a:cxn>
              <a:cxn ang="0">
                <a:pos x="connsiteX23524" y="connsiteY23524"/>
              </a:cxn>
              <a:cxn ang="0">
                <a:pos x="connsiteX23525" y="connsiteY23525"/>
              </a:cxn>
              <a:cxn ang="0">
                <a:pos x="connsiteX23526" y="connsiteY23526"/>
              </a:cxn>
              <a:cxn ang="0">
                <a:pos x="connsiteX23527" y="connsiteY23527"/>
              </a:cxn>
              <a:cxn ang="0">
                <a:pos x="connsiteX23528" y="connsiteY23528"/>
              </a:cxn>
              <a:cxn ang="0">
                <a:pos x="connsiteX23529" y="connsiteY23529"/>
              </a:cxn>
              <a:cxn ang="0">
                <a:pos x="connsiteX23530" y="connsiteY23530"/>
              </a:cxn>
              <a:cxn ang="0">
                <a:pos x="connsiteX23531" y="connsiteY23531"/>
              </a:cxn>
              <a:cxn ang="0">
                <a:pos x="connsiteX23532" y="connsiteY23532"/>
              </a:cxn>
              <a:cxn ang="0">
                <a:pos x="connsiteX23533" y="connsiteY23533"/>
              </a:cxn>
              <a:cxn ang="0">
                <a:pos x="connsiteX23534" y="connsiteY23534"/>
              </a:cxn>
              <a:cxn ang="0">
                <a:pos x="connsiteX23535" y="connsiteY23535"/>
              </a:cxn>
              <a:cxn ang="0">
                <a:pos x="connsiteX23536" y="connsiteY23536"/>
              </a:cxn>
              <a:cxn ang="0">
                <a:pos x="connsiteX23537" y="connsiteY23537"/>
              </a:cxn>
              <a:cxn ang="0">
                <a:pos x="connsiteX23538" y="connsiteY23538"/>
              </a:cxn>
              <a:cxn ang="0">
                <a:pos x="connsiteX23539" y="connsiteY23539"/>
              </a:cxn>
              <a:cxn ang="0">
                <a:pos x="connsiteX23540" y="connsiteY23540"/>
              </a:cxn>
              <a:cxn ang="0">
                <a:pos x="connsiteX23541" y="connsiteY23541"/>
              </a:cxn>
              <a:cxn ang="0">
                <a:pos x="connsiteX23542" y="connsiteY23542"/>
              </a:cxn>
              <a:cxn ang="0">
                <a:pos x="connsiteX23543" y="connsiteY23543"/>
              </a:cxn>
              <a:cxn ang="0">
                <a:pos x="connsiteX23544" y="connsiteY23544"/>
              </a:cxn>
              <a:cxn ang="0">
                <a:pos x="connsiteX23545" y="connsiteY23545"/>
              </a:cxn>
              <a:cxn ang="0">
                <a:pos x="connsiteX23546" y="connsiteY23546"/>
              </a:cxn>
              <a:cxn ang="0">
                <a:pos x="connsiteX23547" y="connsiteY23547"/>
              </a:cxn>
              <a:cxn ang="0">
                <a:pos x="connsiteX23548" y="connsiteY23548"/>
              </a:cxn>
              <a:cxn ang="0">
                <a:pos x="connsiteX23549" y="connsiteY23549"/>
              </a:cxn>
              <a:cxn ang="0">
                <a:pos x="connsiteX23550" y="connsiteY23550"/>
              </a:cxn>
              <a:cxn ang="0">
                <a:pos x="connsiteX23551" y="connsiteY23551"/>
              </a:cxn>
              <a:cxn ang="0">
                <a:pos x="connsiteX23552" y="connsiteY23552"/>
              </a:cxn>
              <a:cxn ang="0">
                <a:pos x="connsiteX23553" y="connsiteY23553"/>
              </a:cxn>
              <a:cxn ang="0">
                <a:pos x="connsiteX23554" y="connsiteY23554"/>
              </a:cxn>
              <a:cxn ang="0">
                <a:pos x="connsiteX23555" y="connsiteY23555"/>
              </a:cxn>
              <a:cxn ang="0">
                <a:pos x="connsiteX23556" y="connsiteY23556"/>
              </a:cxn>
              <a:cxn ang="0">
                <a:pos x="connsiteX23557" y="connsiteY23557"/>
              </a:cxn>
              <a:cxn ang="0">
                <a:pos x="connsiteX23558" y="connsiteY23558"/>
              </a:cxn>
              <a:cxn ang="0">
                <a:pos x="connsiteX23559" y="connsiteY23559"/>
              </a:cxn>
              <a:cxn ang="0">
                <a:pos x="connsiteX23560" y="connsiteY23560"/>
              </a:cxn>
              <a:cxn ang="0">
                <a:pos x="connsiteX23561" y="connsiteY23561"/>
              </a:cxn>
              <a:cxn ang="0">
                <a:pos x="connsiteX23562" y="connsiteY23562"/>
              </a:cxn>
              <a:cxn ang="0">
                <a:pos x="connsiteX23563" y="connsiteY23563"/>
              </a:cxn>
              <a:cxn ang="0">
                <a:pos x="connsiteX23564" y="connsiteY23564"/>
              </a:cxn>
              <a:cxn ang="0">
                <a:pos x="connsiteX23565" y="connsiteY23565"/>
              </a:cxn>
              <a:cxn ang="0">
                <a:pos x="connsiteX23566" y="connsiteY23566"/>
              </a:cxn>
              <a:cxn ang="0">
                <a:pos x="connsiteX23567" y="connsiteY23567"/>
              </a:cxn>
              <a:cxn ang="0">
                <a:pos x="connsiteX23568" y="connsiteY23568"/>
              </a:cxn>
              <a:cxn ang="0">
                <a:pos x="connsiteX23569" y="connsiteY23569"/>
              </a:cxn>
              <a:cxn ang="0">
                <a:pos x="connsiteX23570" y="connsiteY23570"/>
              </a:cxn>
              <a:cxn ang="0">
                <a:pos x="connsiteX23571" y="connsiteY23571"/>
              </a:cxn>
              <a:cxn ang="0">
                <a:pos x="connsiteX23572" y="connsiteY23572"/>
              </a:cxn>
              <a:cxn ang="0">
                <a:pos x="connsiteX23573" y="connsiteY23573"/>
              </a:cxn>
              <a:cxn ang="0">
                <a:pos x="connsiteX23574" y="connsiteY23574"/>
              </a:cxn>
              <a:cxn ang="0">
                <a:pos x="connsiteX23575" y="connsiteY23575"/>
              </a:cxn>
              <a:cxn ang="0">
                <a:pos x="connsiteX23576" y="connsiteY23576"/>
              </a:cxn>
              <a:cxn ang="0">
                <a:pos x="connsiteX23577" y="connsiteY23577"/>
              </a:cxn>
              <a:cxn ang="0">
                <a:pos x="connsiteX23578" y="connsiteY23578"/>
              </a:cxn>
              <a:cxn ang="0">
                <a:pos x="connsiteX23579" y="connsiteY23579"/>
              </a:cxn>
              <a:cxn ang="0">
                <a:pos x="connsiteX23580" y="connsiteY23580"/>
              </a:cxn>
              <a:cxn ang="0">
                <a:pos x="connsiteX23581" y="connsiteY23581"/>
              </a:cxn>
              <a:cxn ang="0">
                <a:pos x="connsiteX23582" y="connsiteY23582"/>
              </a:cxn>
              <a:cxn ang="0">
                <a:pos x="connsiteX23583" y="connsiteY23583"/>
              </a:cxn>
              <a:cxn ang="0">
                <a:pos x="connsiteX23584" y="connsiteY23584"/>
              </a:cxn>
              <a:cxn ang="0">
                <a:pos x="connsiteX23585" y="connsiteY23585"/>
              </a:cxn>
              <a:cxn ang="0">
                <a:pos x="connsiteX23586" y="connsiteY23586"/>
              </a:cxn>
              <a:cxn ang="0">
                <a:pos x="connsiteX23587" y="connsiteY23587"/>
              </a:cxn>
              <a:cxn ang="0">
                <a:pos x="connsiteX23588" y="connsiteY23588"/>
              </a:cxn>
              <a:cxn ang="0">
                <a:pos x="connsiteX23589" y="connsiteY23589"/>
              </a:cxn>
              <a:cxn ang="0">
                <a:pos x="connsiteX23590" y="connsiteY23590"/>
              </a:cxn>
              <a:cxn ang="0">
                <a:pos x="connsiteX23591" y="connsiteY23591"/>
              </a:cxn>
              <a:cxn ang="0">
                <a:pos x="connsiteX23592" y="connsiteY23592"/>
              </a:cxn>
              <a:cxn ang="0">
                <a:pos x="connsiteX23593" y="connsiteY23593"/>
              </a:cxn>
              <a:cxn ang="0">
                <a:pos x="connsiteX23594" y="connsiteY23594"/>
              </a:cxn>
              <a:cxn ang="0">
                <a:pos x="connsiteX23595" y="connsiteY23595"/>
              </a:cxn>
              <a:cxn ang="0">
                <a:pos x="connsiteX23596" y="connsiteY23596"/>
              </a:cxn>
              <a:cxn ang="0">
                <a:pos x="connsiteX23597" y="connsiteY23597"/>
              </a:cxn>
              <a:cxn ang="0">
                <a:pos x="connsiteX23598" y="connsiteY23598"/>
              </a:cxn>
              <a:cxn ang="0">
                <a:pos x="connsiteX23599" y="connsiteY23599"/>
              </a:cxn>
              <a:cxn ang="0">
                <a:pos x="connsiteX23600" y="connsiteY23600"/>
              </a:cxn>
              <a:cxn ang="0">
                <a:pos x="connsiteX23601" y="connsiteY23601"/>
              </a:cxn>
              <a:cxn ang="0">
                <a:pos x="connsiteX23602" y="connsiteY23602"/>
              </a:cxn>
              <a:cxn ang="0">
                <a:pos x="connsiteX23603" y="connsiteY23603"/>
              </a:cxn>
              <a:cxn ang="0">
                <a:pos x="connsiteX23604" y="connsiteY23604"/>
              </a:cxn>
              <a:cxn ang="0">
                <a:pos x="connsiteX23605" y="connsiteY23605"/>
              </a:cxn>
              <a:cxn ang="0">
                <a:pos x="connsiteX23606" y="connsiteY23606"/>
              </a:cxn>
              <a:cxn ang="0">
                <a:pos x="connsiteX23607" y="connsiteY23607"/>
              </a:cxn>
              <a:cxn ang="0">
                <a:pos x="connsiteX23608" y="connsiteY23608"/>
              </a:cxn>
              <a:cxn ang="0">
                <a:pos x="connsiteX23609" y="connsiteY23609"/>
              </a:cxn>
              <a:cxn ang="0">
                <a:pos x="connsiteX23610" y="connsiteY23610"/>
              </a:cxn>
              <a:cxn ang="0">
                <a:pos x="connsiteX23611" y="connsiteY23611"/>
              </a:cxn>
              <a:cxn ang="0">
                <a:pos x="connsiteX23612" y="connsiteY23612"/>
              </a:cxn>
              <a:cxn ang="0">
                <a:pos x="connsiteX23613" y="connsiteY23613"/>
              </a:cxn>
              <a:cxn ang="0">
                <a:pos x="connsiteX23614" y="connsiteY23614"/>
              </a:cxn>
              <a:cxn ang="0">
                <a:pos x="connsiteX23615" y="connsiteY23615"/>
              </a:cxn>
              <a:cxn ang="0">
                <a:pos x="connsiteX23616" y="connsiteY23616"/>
              </a:cxn>
              <a:cxn ang="0">
                <a:pos x="connsiteX23617" y="connsiteY23617"/>
              </a:cxn>
              <a:cxn ang="0">
                <a:pos x="connsiteX23618" y="connsiteY23618"/>
              </a:cxn>
              <a:cxn ang="0">
                <a:pos x="connsiteX23619" y="connsiteY23619"/>
              </a:cxn>
              <a:cxn ang="0">
                <a:pos x="connsiteX23620" y="connsiteY23620"/>
              </a:cxn>
              <a:cxn ang="0">
                <a:pos x="connsiteX23621" y="connsiteY23621"/>
              </a:cxn>
              <a:cxn ang="0">
                <a:pos x="connsiteX23622" y="connsiteY23622"/>
              </a:cxn>
              <a:cxn ang="0">
                <a:pos x="connsiteX23623" y="connsiteY23623"/>
              </a:cxn>
              <a:cxn ang="0">
                <a:pos x="connsiteX23624" y="connsiteY23624"/>
              </a:cxn>
              <a:cxn ang="0">
                <a:pos x="connsiteX23625" y="connsiteY23625"/>
              </a:cxn>
              <a:cxn ang="0">
                <a:pos x="connsiteX23626" y="connsiteY23626"/>
              </a:cxn>
              <a:cxn ang="0">
                <a:pos x="connsiteX23627" y="connsiteY23627"/>
              </a:cxn>
              <a:cxn ang="0">
                <a:pos x="connsiteX23628" y="connsiteY23628"/>
              </a:cxn>
              <a:cxn ang="0">
                <a:pos x="connsiteX23629" y="connsiteY23629"/>
              </a:cxn>
              <a:cxn ang="0">
                <a:pos x="connsiteX23630" y="connsiteY23630"/>
              </a:cxn>
              <a:cxn ang="0">
                <a:pos x="connsiteX23631" y="connsiteY23631"/>
              </a:cxn>
              <a:cxn ang="0">
                <a:pos x="connsiteX23632" y="connsiteY23632"/>
              </a:cxn>
              <a:cxn ang="0">
                <a:pos x="connsiteX23633" y="connsiteY23633"/>
              </a:cxn>
              <a:cxn ang="0">
                <a:pos x="connsiteX23634" y="connsiteY23634"/>
              </a:cxn>
              <a:cxn ang="0">
                <a:pos x="connsiteX23635" y="connsiteY23635"/>
              </a:cxn>
              <a:cxn ang="0">
                <a:pos x="connsiteX23636" y="connsiteY23636"/>
              </a:cxn>
              <a:cxn ang="0">
                <a:pos x="connsiteX23637" y="connsiteY23637"/>
              </a:cxn>
              <a:cxn ang="0">
                <a:pos x="connsiteX23638" y="connsiteY23638"/>
              </a:cxn>
              <a:cxn ang="0">
                <a:pos x="connsiteX23639" y="connsiteY23639"/>
              </a:cxn>
              <a:cxn ang="0">
                <a:pos x="connsiteX23640" y="connsiteY23640"/>
              </a:cxn>
              <a:cxn ang="0">
                <a:pos x="connsiteX23641" y="connsiteY23641"/>
              </a:cxn>
              <a:cxn ang="0">
                <a:pos x="connsiteX23642" y="connsiteY23642"/>
              </a:cxn>
              <a:cxn ang="0">
                <a:pos x="connsiteX23643" y="connsiteY23643"/>
              </a:cxn>
              <a:cxn ang="0">
                <a:pos x="connsiteX23644" y="connsiteY23644"/>
              </a:cxn>
              <a:cxn ang="0">
                <a:pos x="connsiteX23645" y="connsiteY23645"/>
              </a:cxn>
              <a:cxn ang="0">
                <a:pos x="connsiteX23646" y="connsiteY23646"/>
              </a:cxn>
              <a:cxn ang="0">
                <a:pos x="connsiteX23647" y="connsiteY23647"/>
              </a:cxn>
              <a:cxn ang="0">
                <a:pos x="connsiteX23648" y="connsiteY23648"/>
              </a:cxn>
              <a:cxn ang="0">
                <a:pos x="connsiteX23649" y="connsiteY23649"/>
              </a:cxn>
              <a:cxn ang="0">
                <a:pos x="connsiteX23650" y="connsiteY23650"/>
              </a:cxn>
              <a:cxn ang="0">
                <a:pos x="connsiteX23651" y="connsiteY23651"/>
              </a:cxn>
              <a:cxn ang="0">
                <a:pos x="connsiteX23652" y="connsiteY23652"/>
              </a:cxn>
              <a:cxn ang="0">
                <a:pos x="connsiteX23653" y="connsiteY23653"/>
              </a:cxn>
              <a:cxn ang="0">
                <a:pos x="connsiteX23654" y="connsiteY23654"/>
              </a:cxn>
              <a:cxn ang="0">
                <a:pos x="connsiteX23655" y="connsiteY23655"/>
              </a:cxn>
              <a:cxn ang="0">
                <a:pos x="connsiteX23656" y="connsiteY23656"/>
              </a:cxn>
              <a:cxn ang="0">
                <a:pos x="connsiteX23657" y="connsiteY23657"/>
              </a:cxn>
              <a:cxn ang="0">
                <a:pos x="connsiteX23658" y="connsiteY23658"/>
              </a:cxn>
              <a:cxn ang="0">
                <a:pos x="connsiteX23659" y="connsiteY23659"/>
              </a:cxn>
              <a:cxn ang="0">
                <a:pos x="connsiteX23660" y="connsiteY23660"/>
              </a:cxn>
              <a:cxn ang="0">
                <a:pos x="connsiteX23661" y="connsiteY23661"/>
              </a:cxn>
              <a:cxn ang="0">
                <a:pos x="connsiteX23662" y="connsiteY23662"/>
              </a:cxn>
              <a:cxn ang="0">
                <a:pos x="connsiteX23663" y="connsiteY23663"/>
              </a:cxn>
              <a:cxn ang="0">
                <a:pos x="connsiteX23664" y="connsiteY23664"/>
              </a:cxn>
              <a:cxn ang="0">
                <a:pos x="connsiteX23665" y="connsiteY23665"/>
              </a:cxn>
              <a:cxn ang="0">
                <a:pos x="connsiteX23666" y="connsiteY23666"/>
              </a:cxn>
              <a:cxn ang="0">
                <a:pos x="connsiteX23667" y="connsiteY23667"/>
              </a:cxn>
              <a:cxn ang="0">
                <a:pos x="connsiteX23668" y="connsiteY23668"/>
              </a:cxn>
              <a:cxn ang="0">
                <a:pos x="connsiteX23669" y="connsiteY23669"/>
              </a:cxn>
              <a:cxn ang="0">
                <a:pos x="connsiteX23670" y="connsiteY23670"/>
              </a:cxn>
              <a:cxn ang="0">
                <a:pos x="connsiteX23671" y="connsiteY23671"/>
              </a:cxn>
              <a:cxn ang="0">
                <a:pos x="connsiteX23672" y="connsiteY23672"/>
              </a:cxn>
              <a:cxn ang="0">
                <a:pos x="connsiteX23673" y="connsiteY23673"/>
              </a:cxn>
              <a:cxn ang="0">
                <a:pos x="connsiteX23674" y="connsiteY23674"/>
              </a:cxn>
              <a:cxn ang="0">
                <a:pos x="connsiteX23675" y="connsiteY23675"/>
              </a:cxn>
              <a:cxn ang="0">
                <a:pos x="connsiteX23676" y="connsiteY23676"/>
              </a:cxn>
              <a:cxn ang="0">
                <a:pos x="connsiteX23677" y="connsiteY23677"/>
              </a:cxn>
              <a:cxn ang="0">
                <a:pos x="connsiteX23678" y="connsiteY23678"/>
              </a:cxn>
              <a:cxn ang="0">
                <a:pos x="connsiteX23679" y="connsiteY23679"/>
              </a:cxn>
              <a:cxn ang="0">
                <a:pos x="connsiteX23680" y="connsiteY23680"/>
              </a:cxn>
              <a:cxn ang="0">
                <a:pos x="connsiteX23681" y="connsiteY23681"/>
              </a:cxn>
              <a:cxn ang="0">
                <a:pos x="connsiteX23682" y="connsiteY23682"/>
              </a:cxn>
              <a:cxn ang="0">
                <a:pos x="connsiteX23683" y="connsiteY23683"/>
              </a:cxn>
              <a:cxn ang="0">
                <a:pos x="connsiteX23684" y="connsiteY23684"/>
              </a:cxn>
              <a:cxn ang="0">
                <a:pos x="connsiteX23685" y="connsiteY23685"/>
              </a:cxn>
              <a:cxn ang="0">
                <a:pos x="connsiteX23686" y="connsiteY23686"/>
              </a:cxn>
              <a:cxn ang="0">
                <a:pos x="connsiteX23687" y="connsiteY23687"/>
              </a:cxn>
              <a:cxn ang="0">
                <a:pos x="connsiteX23688" y="connsiteY23688"/>
              </a:cxn>
              <a:cxn ang="0">
                <a:pos x="connsiteX23689" y="connsiteY23689"/>
              </a:cxn>
              <a:cxn ang="0">
                <a:pos x="connsiteX23690" y="connsiteY23690"/>
              </a:cxn>
              <a:cxn ang="0">
                <a:pos x="connsiteX23691" y="connsiteY23691"/>
              </a:cxn>
              <a:cxn ang="0">
                <a:pos x="connsiteX23692" y="connsiteY23692"/>
              </a:cxn>
              <a:cxn ang="0">
                <a:pos x="connsiteX23693" y="connsiteY23693"/>
              </a:cxn>
              <a:cxn ang="0">
                <a:pos x="connsiteX23694" y="connsiteY23694"/>
              </a:cxn>
              <a:cxn ang="0">
                <a:pos x="connsiteX23695" y="connsiteY23695"/>
              </a:cxn>
              <a:cxn ang="0">
                <a:pos x="connsiteX23696" y="connsiteY23696"/>
              </a:cxn>
              <a:cxn ang="0">
                <a:pos x="connsiteX23697" y="connsiteY23697"/>
              </a:cxn>
              <a:cxn ang="0">
                <a:pos x="connsiteX23698" y="connsiteY23698"/>
              </a:cxn>
              <a:cxn ang="0">
                <a:pos x="connsiteX23699" y="connsiteY23699"/>
              </a:cxn>
              <a:cxn ang="0">
                <a:pos x="connsiteX23700" y="connsiteY23700"/>
              </a:cxn>
              <a:cxn ang="0">
                <a:pos x="connsiteX23701" y="connsiteY23701"/>
              </a:cxn>
              <a:cxn ang="0">
                <a:pos x="connsiteX23702" y="connsiteY23702"/>
              </a:cxn>
              <a:cxn ang="0">
                <a:pos x="connsiteX23703" y="connsiteY23703"/>
              </a:cxn>
              <a:cxn ang="0">
                <a:pos x="connsiteX23704" y="connsiteY23704"/>
              </a:cxn>
              <a:cxn ang="0">
                <a:pos x="connsiteX23705" y="connsiteY23705"/>
              </a:cxn>
              <a:cxn ang="0">
                <a:pos x="connsiteX23706" y="connsiteY23706"/>
              </a:cxn>
              <a:cxn ang="0">
                <a:pos x="connsiteX23707" y="connsiteY23707"/>
              </a:cxn>
              <a:cxn ang="0">
                <a:pos x="connsiteX23708" y="connsiteY23708"/>
              </a:cxn>
              <a:cxn ang="0">
                <a:pos x="connsiteX23709" y="connsiteY23709"/>
              </a:cxn>
              <a:cxn ang="0">
                <a:pos x="connsiteX23710" y="connsiteY23710"/>
              </a:cxn>
              <a:cxn ang="0">
                <a:pos x="connsiteX23711" y="connsiteY23711"/>
              </a:cxn>
              <a:cxn ang="0">
                <a:pos x="connsiteX23712" y="connsiteY23712"/>
              </a:cxn>
              <a:cxn ang="0">
                <a:pos x="connsiteX23713" y="connsiteY23713"/>
              </a:cxn>
              <a:cxn ang="0">
                <a:pos x="connsiteX23714" y="connsiteY23714"/>
              </a:cxn>
              <a:cxn ang="0">
                <a:pos x="connsiteX23715" y="connsiteY23715"/>
              </a:cxn>
              <a:cxn ang="0">
                <a:pos x="connsiteX23716" y="connsiteY23716"/>
              </a:cxn>
              <a:cxn ang="0">
                <a:pos x="connsiteX23717" y="connsiteY23717"/>
              </a:cxn>
              <a:cxn ang="0">
                <a:pos x="connsiteX23718" y="connsiteY23718"/>
              </a:cxn>
              <a:cxn ang="0">
                <a:pos x="connsiteX23719" y="connsiteY23719"/>
              </a:cxn>
              <a:cxn ang="0">
                <a:pos x="connsiteX23720" y="connsiteY23720"/>
              </a:cxn>
              <a:cxn ang="0">
                <a:pos x="connsiteX23721" y="connsiteY23721"/>
              </a:cxn>
              <a:cxn ang="0">
                <a:pos x="connsiteX23722" y="connsiteY23722"/>
              </a:cxn>
              <a:cxn ang="0">
                <a:pos x="connsiteX23723" y="connsiteY23723"/>
              </a:cxn>
              <a:cxn ang="0">
                <a:pos x="connsiteX23724" y="connsiteY23724"/>
              </a:cxn>
              <a:cxn ang="0">
                <a:pos x="connsiteX23725" y="connsiteY23725"/>
              </a:cxn>
              <a:cxn ang="0">
                <a:pos x="connsiteX23726" y="connsiteY23726"/>
              </a:cxn>
              <a:cxn ang="0">
                <a:pos x="connsiteX23727" y="connsiteY23727"/>
              </a:cxn>
              <a:cxn ang="0">
                <a:pos x="connsiteX23728" y="connsiteY23728"/>
              </a:cxn>
              <a:cxn ang="0">
                <a:pos x="connsiteX23729" y="connsiteY23729"/>
              </a:cxn>
              <a:cxn ang="0">
                <a:pos x="connsiteX23730" y="connsiteY23730"/>
              </a:cxn>
              <a:cxn ang="0">
                <a:pos x="connsiteX23731" y="connsiteY23731"/>
              </a:cxn>
              <a:cxn ang="0">
                <a:pos x="connsiteX23732" y="connsiteY23732"/>
              </a:cxn>
              <a:cxn ang="0">
                <a:pos x="connsiteX23733" y="connsiteY23733"/>
              </a:cxn>
              <a:cxn ang="0">
                <a:pos x="connsiteX23734" y="connsiteY23734"/>
              </a:cxn>
              <a:cxn ang="0">
                <a:pos x="connsiteX23735" y="connsiteY23735"/>
              </a:cxn>
              <a:cxn ang="0">
                <a:pos x="connsiteX23736" y="connsiteY23736"/>
              </a:cxn>
              <a:cxn ang="0">
                <a:pos x="connsiteX23737" y="connsiteY23737"/>
              </a:cxn>
              <a:cxn ang="0">
                <a:pos x="connsiteX23738" y="connsiteY23738"/>
              </a:cxn>
              <a:cxn ang="0">
                <a:pos x="connsiteX23739" y="connsiteY23739"/>
              </a:cxn>
              <a:cxn ang="0">
                <a:pos x="connsiteX23740" y="connsiteY23740"/>
              </a:cxn>
              <a:cxn ang="0">
                <a:pos x="connsiteX23741" y="connsiteY23741"/>
              </a:cxn>
              <a:cxn ang="0">
                <a:pos x="connsiteX23742" y="connsiteY23742"/>
              </a:cxn>
              <a:cxn ang="0">
                <a:pos x="connsiteX23743" y="connsiteY23743"/>
              </a:cxn>
              <a:cxn ang="0">
                <a:pos x="connsiteX23744" y="connsiteY23744"/>
              </a:cxn>
              <a:cxn ang="0">
                <a:pos x="connsiteX23745" y="connsiteY23745"/>
              </a:cxn>
              <a:cxn ang="0">
                <a:pos x="connsiteX23746" y="connsiteY23746"/>
              </a:cxn>
              <a:cxn ang="0">
                <a:pos x="connsiteX23747" y="connsiteY23747"/>
              </a:cxn>
              <a:cxn ang="0">
                <a:pos x="connsiteX23748" y="connsiteY23748"/>
              </a:cxn>
              <a:cxn ang="0">
                <a:pos x="connsiteX23749" y="connsiteY23749"/>
              </a:cxn>
              <a:cxn ang="0">
                <a:pos x="connsiteX23750" y="connsiteY23750"/>
              </a:cxn>
              <a:cxn ang="0">
                <a:pos x="connsiteX23751" y="connsiteY23751"/>
              </a:cxn>
              <a:cxn ang="0">
                <a:pos x="connsiteX23752" y="connsiteY23752"/>
              </a:cxn>
              <a:cxn ang="0">
                <a:pos x="connsiteX23753" y="connsiteY23753"/>
              </a:cxn>
              <a:cxn ang="0">
                <a:pos x="connsiteX23754" y="connsiteY23754"/>
              </a:cxn>
              <a:cxn ang="0">
                <a:pos x="connsiteX23755" y="connsiteY23755"/>
              </a:cxn>
              <a:cxn ang="0">
                <a:pos x="connsiteX23756" y="connsiteY23756"/>
              </a:cxn>
              <a:cxn ang="0">
                <a:pos x="connsiteX23757" y="connsiteY23757"/>
              </a:cxn>
              <a:cxn ang="0">
                <a:pos x="connsiteX23758" y="connsiteY23758"/>
              </a:cxn>
              <a:cxn ang="0">
                <a:pos x="connsiteX23759" y="connsiteY23759"/>
              </a:cxn>
              <a:cxn ang="0">
                <a:pos x="connsiteX23760" y="connsiteY23760"/>
              </a:cxn>
              <a:cxn ang="0">
                <a:pos x="connsiteX23761" y="connsiteY23761"/>
              </a:cxn>
              <a:cxn ang="0">
                <a:pos x="connsiteX23762" y="connsiteY23762"/>
              </a:cxn>
              <a:cxn ang="0">
                <a:pos x="connsiteX23763" y="connsiteY23763"/>
              </a:cxn>
              <a:cxn ang="0">
                <a:pos x="connsiteX23764" y="connsiteY23764"/>
              </a:cxn>
              <a:cxn ang="0">
                <a:pos x="connsiteX23765" y="connsiteY23765"/>
              </a:cxn>
              <a:cxn ang="0">
                <a:pos x="connsiteX23766" y="connsiteY23766"/>
              </a:cxn>
              <a:cxn ang="0">
                <a:pos x="connsiteX23767" y="connsiteY23767"/>
              </a:cxn>
              <a:cxn ang="0">
                <a:pos x="connsiteX23768" y="connsiteY23768"/>
              </a:cxn>
              <a:cxn ang="0">
                <a:pos x="connsiteX23769" y="connsiteY23769"/>
              </a:cxn>
              <a:cxn ang="0">
                <a:pos x="connsiteX23770" y="connsiteY23770"/>
              </a:cxn>
              <a:cxn ang="0">
                <a:pos x="connsiteX23771" y="connsiteY23771"/>
              </a:cxn>
              <a:cxn ang="0">
                <a:pos x="connsiteX23772" y="connsiteY23772"/>
              </a:cxn>
              <a:cxn ang="0">
                <a:pos x="connsiteX23773" y="connsiteY23773"/>
              </a:cxn>
              <a:cxn ang="0">
                <a:pos x="connsiteX23774" y="connsiteY23774"/>
              </a:cxn>
              <a:cxn ang="0">
                <a:pos x="connsiteX23775" y="connsiteY23775"/>
              </a:cxn>
              <a:cxn ang="0">
                <a:pos x="connsiteX23776" y="connsiteY23776"/>
              </a:cxn>
              <a:cxn ang="0">
                <a:pos x="connsiteX23777" y="connsiteY23777"/>
              </a:cxn>
              <a:cxn ang="0">
                <a:pos x="connsiteX23778" y="connsiteY23778"/>
              </a:cxn>
              <a:cxn ang="0">
                <a:pos x="connsiteX23779" y="connsiteY23779"/>
              </a:cxn>
              <a:cxn ang="0">
                <a:pos x="connsiteX23780" y="connsiteY23780"/>
              </a:cxn>
              <a:cxn ang="0">
                <a:pos x="connsiteX23781" y="connsiteY23781"/>
              </a:cxn>
              <a:cxn ang="0">
                <a:pos x="connsiteX23782" y="connsiteY23782"/>
              </a:cxn>
              <a:cxn ang="0">
                <a:pos x="connsiteX23783" y="connsiteY23783"/>
              </a:cxn>
              <a:cxn ang="0">
                <a:pos x="connsiteX23784" y="connsiteY23784"/>
              </a:cxn>
              <a:cxn ang="0">
                <a:pos x="connsiteX23785" y="connsiteY23785"/>
              </a:cxn>
              <a:cxn ang="0">
                <a:pos x="connsiteX23786" y="connsiteY23786"/>
              </a:cxn>
              <a:cxn ang="0">
                <a:pos x="connsiteX23787" y="connsiteY23787"/>
              </a:cxn>
              <a:cxn ang="0">
                <a:pos x="connsiteX23788" y="connsiteY23788"/>
              </a:cxn>
              <a:cxn ang="0">
                <a:pos x="connsiteX23789" y="connsiteY23789"/>
              </a:cxn>
              <a:cxn ang="0">
                <a:pos x="connsiteX23790" y="connsiteY23790"/>
              </a:cxn>
              <a:cxn ang="0">
                <a:pos x="connsiteX23791" y="connsiteY23791"/>
              </a:cxn>
              <a:cxn ang="0">
                <a:pos x="connsiteX23792" y="connsiteY23792"/>
              </a:cxn>
              <a:cxn ang="0">
                <a:pos x="connsiteX23793" y="connsiteY23793"/>
              </a:cxn>
              <a:cxn ang="0">
                <a:pos x="connsiteX23794" y="connsiteY23794"/>
              </a:cxn>
              <a:cxn ang="0">
                <a:pos x="connsiteX23795" y="connsiteY23795"/>
              </a:cxn>
              <a:cxn ang="0">
                <a:pos x="connsiteX23796" y="connsiteY23796"/>
              </a:cxn>
              <a:cxn ang="0">
                <a:pos x="connsiteX23797" y="connsiteY23797"/>
              </a:cxn>
              <a:cxn ang="0">
                <a:pos x="connsiteX23798" y="connsiteY23798"/>
              </a:cxn>
              <a:cxn ang="0">
                <a:pos x="connsiteX23799" y="connsiteY23799"/>
              </a:cxn>
              <a:cxn ang="0">
                <a:pos x="connsiteX23800" y="connsiteY23800"/>
              </a:cxn>
              <a:cxn ang="0">
                <a:pos x="connsiteX23801" y="connsiteY23801"/>
              </a:cxn>
              <a:cxn ang="0">
                <a:pos x="connsiteX23802" y="connsiteY23802"/>
              </a:cxn>
              <a:cxn ang="0">
                <a:pos x="connsiteX23803" y="connsiteY23803"/>
              </a:cxn>
              <a:cxn ang="0">
                <a:pos x="connsiteX23804" y="connsiteY23804"/>
              </a:cxn>
              <a:cxn ang="0">
                <a:pos x="connsiteX23805" y="connsiteY23805"/>
              </a:cxn>
              <a:cxn ang="0">
                <a:pos x="connsiteX23806" y="connsiteY23806"/>
              </a:cxn>
              <a:cxn ang="0">
                <a:pos x="connsiteX23807" y="connsiteY23807"/>
              </a:cxn>
              <a:cxn ang="0">
                <a:pos x="connsiteX23808" y="connsiteY23808"/>
              </a:cxn>
              <a:cxn ang="0">
                <a:pos x="connsiteX23809" y="connsiteY23809"/>
              </a:cxn>
              <a:cxn ang="0">
                <a:pos x="connsiteX23810" y="connsiteY23810"/>
              </a:cxn>
              <a:cxn ang="0">
                <a:pos x="connsiteX23811" y="connsiteY23811"/>
              </a:cxn>
              <a:cxn ang="0">
                <a:pos x="connsiteX23812" y="connsiteY23812"/>
              </a:cxn>
              <a:cxn ang="0">
                <a:pos x="connsiteX23813" y="connsiteY23813"/>
              </a:cxn>
              <a:cxn ang="0">
                <a:pos x="connsiteX23814" y="connsiteY23814"/>
              </a:cxn>
              <a:cxn ang="0">
                <a:pos x="connsiteX23815" y="connsiteY23815"/>
              </a:cxn>
              <a:cxn ang="0">
                <a:pos x="connsiteX23816" y="connsiteY23816"/>
              </a:cxn>
              <a:cxn ang="0">
                <a:pos x="connsiteX23817" y="connsiteY23817"/>
              </a:cxn>
              <a:cxn ang="0">
                <a:pos x="connsiteX23818" y="connsiteY23818"/>
              </a:cxn>
              <a:cxn ang="0">
                <a:pos x="connsiteX23819" y="connsiteY23819"/>
              </a:cxn>
              <a:cxn ang="0">
                <a:pos x="connsiteX23820" y="connsiteY23820"/>
              </a:cxn>
              <a:cxn ang="0">
                <a:pos x="connsiteX23821" y="connsiteY23821"/>
              </a:cxn>
              <a:cxn ang="0">
                <a:pos x="connsiteX23822" y="connsiteY23822"/>
              </a:cxn>
              <a:cxn ang="0">
                <a:pos x="connsiteX23823" y="connsiteY23823"/>
              </a:cxn>
              <a:cxn ang="0">
                <a:pos x="connsiteX23824" y="connsiteY23824"/>
              </a:cxn>
              <a:cxn ang="0">
                <a:pos x="connsiteX23825" y="connsiteY23825"/>
              </a:cxn>
              <a:cxn ang="0">
                <a:pos x="connsiteX23826" y="connsiteY23826"/>
              </a:cxn>
              <a:cxn ang="0">
                <a:pos x="connsiteX23827" y="connsiteY23827"/>
              </a:cxn>
              <a:cxn ang="0">
                <a:pos x="connsiteX23828" y="connsiteY23828"/>
              </a:cxn>
              <a:cxn ang="0">
                <a:pos x="connsiteX23829" y="connsiteY23829"/>
              </a:cxn>
              <a:cxn ang="0">
                <a:pos x="connsiteX23830" y="connsiteY23830"/>
              </a:cxn>
              <a:cxn ang="0">
                <a:pos x="connsiteX23831" y="connsiteY23831"/>
              </a:cxn>
              <a:cxn ang="0">
                <a:pos x="connsiteX23832" y="connsiteY23832"/>
              </a:cxn>
              <a:cxn ang="0">
                <a:pos x="connsiteX23833" y="connsiteY23833"/>
              </a:cxn>
              <a:cxn ang="0">
                <a:pos x="connsiteX23834" y="connsiteY23834"/>
              </a:cxn>
              <a:cxn ang="0">
                <a:pos x="connsiteX23835" y="connsiteY23835"/>
              </a:cxn>
              <a:cxn ang="0">
                <a:pos x="connsiteX23836" y="connsiteY23836"/>
              </a:cxn>
              <a:cxn ang="0">
                <a:pos x="connsiteX23837" y="connsiteY23837"/>
              </a:cxn>
              <a:cxn ang="0">
                <a:pos x="connsiteX23838" y="connsiteY23838"/>
              </a:cxn>
              <a:cxn ang="0">
                <a:pos x="connsiteX23839" y="connsiteY23839"/>
              </a:cxn>
              <a:cxn ang="0">
                <a:pos x="connsiteX23840" y="connsiteY23840"/>
              </a:cxn>
              <a:cxn ang="0">
                <a:pos x="connsiteX23841" y="connsiteY23841"/>
              </a:cxn>
              <a:cxn ang="0">
                <a:pos x="connsiteX23842" y="connsiteY23842"/>
              </a:cxn>
              <a:cxn ang="0">
                <a:pos x="connsiteX23843" y="connsiteY23843"/>
              </a:cxn>
              <a:cxn ang="0">
                <a:pos x="connsiteX23844" y="connsiteY23844"/>
              </a:cxn>
              <a:cxn ang="0">
                <a:pos x="connsiteX23845" y="connsiteY23845"/>
              </a:cxn>
              <a:cxn ang="0">
                <a:pos x="connsiteX23846" y="connsiteY23846"/>
              </a:cxn>
              <a:cxn ang="0">
                <a:pos x="connsiteX23847" y="connsiteY23847"/>
              </a:cxn>
              <a:cxn ang="0">
                <a:pos x="connsiteX23848" y="connsiteY23848"/>
              </a:cxn>
              <a:cxn ang="0">
                <a:pos x="connsiteX23849" y="connsiteY23849"/>
              </a:cxn>
              <a:cxn ang="0">
                <a:pos x="connsiteX23850" y="connsiteY23850"/>
              </a:cxn>
              <a:cxn ang="0">
                <a:pos x="connsiteX23851" y="connsiteY23851"/>
              </a:cxn>
              <a:cxn ang="0">
                <a:pos x="connsiteX23852" y="connsiteY23852"/>
              </a:cxn>
              <a:cxn ang="0">
                <a:pos x="connsiteX23853" y="connsiteY23853"/>
              </a:cxn>
              <a:cxn ang="0">
                <a:pos x="connsiteX23854" y="connsiteY23854"/>
              </a:cxn>
              <a:cxn ang="0">
                <a:pos x="connsiteX23855" y="connsiteY23855"/>
              </a:cxn>
              <a:cxn ang="0">
                <a:pos x="connsiteX23856" y="connsiteY23856"/>
              </a:cxn>
              <a:cxn ang="0">
                <a:pos x="connsiteX23857" y="connsiteY23857"/>
              </a:cxn>
              <a:cxn ang="0">
                <a:pos x="connsiteX23858" y="connsiteY23858"/>
              </a:cxn>
              <a:cxn ang="0">
                <a:pos x="connsiteX23859" y="connsiteY23859"/>
              </a:cxn>
              <a:cxn ang="0">
                <a:pos x="connsiteX23860" y="connsiteY23860"/>
              </a:cxn>
              <a:cxn ang="0">
                <a:pos x="connsiteX23861" y="connsiteY23861"/>
              </a:cxn>
              <a:cxn ang="0">
                <a:pos x="connsiteX23862" y="connsiteY23862"/>
              </a:cxn>
              <a:cxn ang="0">
                <a:pos x="connsiteX23863" y="connsiteY23863"/>
              </a:cxn>
              <a:cxn ang="0">
                <a:pos x="connsiteX23864" y="connsiteY23864"/>
              </a:cxn>
              <a:cxn ang="0">
                <a:pos x="connsiteX23865" y="connsiteY23865"/>
              </a:cxn>
              <a:cxn ang="0">
                <a:pos x="connsiteX23866" y="connsiteY23866"/>
              </a:cxn>
              <a:cxn ang="0">
                <a:pos x="connsiteX23867" y="connsiteY23867"/>
              </a:cxn>
              <a:cxn ang="0">
                <a:pos x="connsiteX23868" y="connsiteY23868"/>
              </a:cxn>
              <a:cxn ang="0">
                <a:pos x="connsiteX23869" y="connsiteY23869"/>
              </a:cxn>
              <a:cxn ang="0">
                <a:pos x="connsiteX23870" y="connsiteY23870"/>
              </a:cxn>
              <a:cxn ang="0">
                <a:pos x="connsiteX23871" y="connsiteY23871"/>
              </a:cxn>
              <a:cxn ang="0">
                <a:pos x="connsiteX23872" y="connsiteY23872"/>
              </a:cxn>
              <a:cxn ang="0">
                <a:pos x="connsiteX23873" y="connsiteY23873"/>
              </a:cxn>
              <a:cxn ang="0">
                <a:pos x="connsiteX23874" y="connsiteY23874"/>
              </a:cxn>
              <a:cxn ang="0">
                <a:pos x="connsiteX23875" y="connsiteY23875"/>
              </a:cxn>
              <a:cxn ang="0">
                <a:pos x="connsiteX23876" y="connsiteY23876"/>
              </a:cxn>
              <a:cxn ang="0">
                <a:pos x="connsiteX23877" y="connsiteY23877"/>
              </a:cxn>
              <a:cxn ang="0">
                <a:pos x="connsiteX23878" y="connsiteY23878"/>
              </a:cxn>
              <a:cxn ang="0">
                <a:pos x="connsiteX23879" y="connsiteY23879"/>
              </a:cxn>
              <a:cxn ang="0">
                <a:pos x="connsiteX23880" y="connsiteY23880"/>
              </a:cxn>
              <a:cxn ang="0">
                <a:pos x="connsiteX23881" y="connsiteY23881"/>
              </a:cxn>
              <a:cxn ang="0">
                <a:pos x="connsiteX23882" y="connsiteY23882"/>
              </a:cxn>
              <a:cxn ang="0">
                <a:pos x="connsiteX23883" y="connsiteY23883"/>
              </a:cxn>
              <a:cxn ang="0">
                <a:pos x="connsiteX23884" y="connsiteY23884"/>
              </a:cxn>
              <a:cxn ang="0">
                <a:pos x="connsiteX23885" y="connsiteY23885"/>
              </a:cxn>
              <a:cxn ang="0">
                <a:pos x="connsiteX23886" y="connsiteY23886"/>
              </a:cxn>
              <a:cxn ang="0">
                <a:pos x="connsiteX23887" y="connsiteY23887"/>
              </a:cxn>
              <a:cxn ang="0">
                <a:pos x="connsiteX23888" y="connsiteY23888"/>
              </a:cxn>
              <a:cxn ang="0">
                <a:pos x="connsiteX23889" y="connsiteY23889"/>
              </a:cxn>
              <a:cxn ang="0">
                <a:pos x="connsiteX23890" y="connsiteY23890"/>
              </a:cxn>
              <a:cxn ang="0">
                <a:pos x="connsiteX23891" y="connsiteY23891"/>
              </a:cxn>
              <a:cxn ang="0">
                <a:pos x="connsiteX23892" y="connsiteY23892"/>
              </a:cxn>
              <a:cxn ang="0">
                <a:pos x="connsiteX23893" y="connsiteY23893"/>
              </a:cxn>
              <a:cxn ang="0">
                <a:pos x="connsiteX23894" y="connsiteY23894"/>
              </a:cxn>
              <a:cxn ang="0">
                <a:pos x="connsiteX23895" y="connsiteY23895"/>
              </a:cxn>
              <a:cxn ang="0">
                <a:pos x="connsiteX23896" y="connsiteY23896"/>
              </a:cxn>
              <a:cxn ang="0">
                <a:pos x="connsiteX23897" y="connsiteY23897"/>
              </a:cxn>
              <a:cxn ang="0">
                <a:pos x="connsiteX23898" y="connsiteY23898"/>
              </a:cxn>
              <a:cxn ang="0">
                <a:pos x="connsiteX23899" y="connsiteY23899"/>
              </a:cxn>
              <a:cxn ang="0">
                <a:pos x="connsiteX23900" y="connsiteY23900"/>
              </a:cxn>
              <a:cxn ang="0">
                <a:pos x="connsiteX23901" y="connsiteY23901"/>
              </a:cxn>
              <a:cxn ang="0">
                <a:pos x="connsiteX23902" y="connsiteY23902"/>
              </a:cxn>
              <a:cxn ang="0">
                <a:pos x="connsiteX23903" y="connsiteY23903"/>
              </a:cxn>
              <a:cxn ang="0">
                <a:pos x="connsiteX23904" y="connsiteY23904"/>
              </a:cxn>
              <a:cxn ang="0">
                <a:pos x="connsiteX23905" y="connsiteY23905"/>
              </a:cxn>
              <a:cxn ang="0">
                <a:pos x="connsiteX23906" y="connsiteY23906"/>
              </a:cxn>
              <a:cxn ang="0">
                <a:pos x="connsiteX23907" y="connsiteY23907"/>
              </a:cxn>
              <a:cxn ang="0">
                <a:pos x="connsiteX23908" y="connsiteY23908"/>
              </a:cxn>
              <a:cxn ang="0">
                <a:pos x="connsiteX23909" y="connsiteY23909"/>
              </a:cxn>
              <a:cxn ang="0">
                <a:pos x="connsiteX23910" y="connsiteY23910"/>
              </a:cxn>
              <a:cxn ang="0">
                <a:pos x="connsiteX23911" y="connsiteY23911"/>
              </a:cxn>
              <a:cxn ang="0">
                <a:pos x="connsiteX23912" y="connsiteY23912"/>
              </a:cxn>
              <a:cxn ang="0">
                <a:pos x="connsiteX23913" y="connsiteY23913"/>
              </a:cxn>
              <a:cxn ang="0">
                <a:pos x="connsiteX23914" y="connsiteY23914"/>
              </a:cxn>
              <a:cxn ang="0">
                <a:pos x="connsiteX23915" y="connsiteY23915"/>
              </a:cxn>
              <a:cxn ang="0">
                <a:pos x="connsiteX23916" y="connsiteY23916"/>
              </a:cxn>
              <a:cxn ang="0">
                <a:pos x="connsiteX23917" y="connsiteY23917"/>
              </a:cxn>
              <a:cxn ang="0">
                <a:pos x="connsiteX23918" y="connsiteY23918"/>
              </a:cxn>
              <a:cxn ang="0">
                <a:pos x="connsiteX23919" y="connsiteY23919"/>
              </a:cxn>
              <a:cxn ang="0">
                <a:pos x="connsiteX23920" y="connsiteY23920"/>
              </a:cxn>
              <a:cxn ang="0">
                <a:pos x="connsiteX23921" y="connsiteY23921"/>
              </a:cxn>
              <a:cxn ang="0">
                <a:pos x="connsiteX23922" y="connsiteY23922"/>
              </a:cxn>
              <a:cxn ang="0">
                <a:pos x="connsiteX23923" y="connsiteY23923"/>
              </a:cxn>
              <a:cxn ang="0">
                <a:pos x="connsiteX23924" y="connsiteY23924"/>
              </a:cxn>
              <a:cxn ang="0">
                <a:pos x="connsiteX23925" y="connsiteY23925"/>
              </a:cxn>
              <a:cxn ang="0">
                <a:pos x="connsiteX23926" y="connsiteY23926"/>
              </a:cxn>
              <a:cxn ang="0">
                <a:pos x="connsiteX23927" y="connsiteY23927"/>
              </a:cxn>
              <a:cxn ang="0">
                <a:pos x="connsiteX23928" y="connsiteY23928"/>
              </a:cxn>
              <a:cxn ang="0">
                <a:pos x="connsiteX23929" y="connsiteY23929"/>
              </a:cxn>
              <a:cxn ang="0">
                <a:pos x="connsiteX23930" y="connsiteY23930"/>
              </a:cxn>
              <a:cxn ang="0">
                <a:pos x="connsiteX23931" y="connsiteY23931"/>
              </a:cxn>
              <a:cxn ang="0">
                <a:pos x="connsiteX23932" y="connsiteY23932"/>
              </a:cxn>
              <a:cxn ang="0">
                <a:pos x="connsiteX23933" y="connsiteY23933"/>
              </a:cxn>
              <a:cxn ang="0">
                <a:pos x="connsiteX23934" y="connsiteY23934"/>
              </a:cxn>
              <a:cxn ang="0">
                <a:pos x="connsiteX23935" y="connsiteY23935"/>
              </a:cxn>
              <a:cxn ang="0">
                <a:pos x="connsiteX23936" y="connsiteY23936"/>
              </a:cxn>
              <a:cxn ang="0">
                <a:pos x="connsiteX23937" y="connsiteY23937"/>
              </a:cxn>
              <a:cxn ang="0">
                <a:pos x="connsiteX23938" y="connsiteY23938"/>
              </a:cxn>
              <a:cxn ang="0">
                <a:pos x="connsiteX23939" y="connsiteY23939"/>
              </a:cxn>
              <a:cxn ang="0">
                <a:pos x="connsiteX23940" y="connsiteY23940"/>
              </a:cxn>
              <a:cxn ang="0">
                <a:pos x="connsiteX23941" y="connsiteY23941"/>
              </a:cxn>
              <a:cxn ang="0">
                <a:pos x="connsiteX23942" y="connsiteY23942"/>
              </a:cxn>
              <a:cxn ang="0">
                <a:pos x="connsiteX23943" y="connsiteY23943"/>
              </a:cxn>
              <a:cxn ang="0">
                <a:pos x="connsiteX23944" y="connsiteY23944"/>
              </a:cxn>
              <a:cxn ang="0">
                <a:pos x="connsiteX23945" y="connsiteY23945"/>
              </a:cxn>
              <a:cxn ang="0">
                <a:pos x="connsiteX23946" y="connsiteY23946"/>
              </a:cxn>
              <a:cxn ang="0">
                <a:pos x="connsiteX23947" y="connsiteY23947"/>
              </a:cxn>
              <a:cxn ang="0">
                <a:pos x="connsiteX23948" y="connsiteY23948"/>
              </a:cxn>
              <a:cxn ang="0">
                <a:pos x="connsiteX23949" y="connsiteY23949"/>
              </a:cxn>
              <a:cxn ang="0">
                <a:pos x="connsiteX23950" y="connsiteY23950"/>
              </a:cxn>
              <a:cxn ang="0">
                <a:pos x="connsiteX23951" y="connsiteY23951"/>
              </a:cxn>
              <a:cxn ang="0">
                <a:pos x="connsiteX23952" y="connsiteY23952"/>
              </a:cxn>
              <a:cxn ang="0">
                <a:pos x="connsiteX23953" y="connsiteY23953"/>
              </a:cxn>
              <a:cxn ang="0">
                <a:pos x="connsiteX23954" y="connsiteY23954"/>
              </a:cxn>
              <a:cxn ang="0">
                <a:pos x="connsiteX23955" y="connsiteY23955"/>
              </a:cxn>
              <a:cxn ang="0">
                <a:pos x="connsiteX23956" y="connsiteY23956"/>
              </a:cxn>
              <a:cxn ang="0">
                <a:pos x="connsiteX23957" y="connsiteY23957"/>
              </a:cxn>
              <a:cxn ang="0">
                <a:pos x="connsiteX23958" y="connsiteY23958"/>
              </a:cxn>
              <a:cxn ang="0">
                <a:pos x="connsiteX23959" y="connsiteY23959"/>
              </a:cxn>
              <a:cxn ang="0">
                <a:pos x="connsiteX23960" y="connsiteY23960"/>
              </a:cxn>
              <a:cxn ang="0">
                <a:pos x="connsiteX23961" y="connsiteY23961"/>
              </a:cxn>
              <a:cxn ang="0">
                <a:pos x="connsiteX23962" y="connsiteY23962"/>
              </a:cxn>
              <a:cxn ang="0">
                <a:pos x="connsiteX23963" y="connsiteY23963"/>
              </a:cxn>
              <a:cxn ang="0">
                <a:pos x="connsiteX23964" y="connsiteY23964"/>
              </a:cxn>
              <a:cxn ang="0">
                <a:pos x="connsiteX23965" y="connsiteY23965"/>
              </a:cxn>
              <a:cxn ang="0">
                <a:pos x="connsiteX23966" y="connsiteY23966"/>
              </a:cxn>
              <a:cxn ang="0">
                <a:pos x="connsiteX23967" y="connsiteY23967"/>
              </a:cxn>
              <a:cxn ang="0">
                <a:pos x="connsiteX23968" y="connsiteY23968"/>
              </a:cxn>
              <a:cxn ang="0">
                <a:pos x="connsiteX23969" y="connsiteY23969"/>
              </a:cxn>
              <a:cxn ang="0">
                <a:pos x="connsiteX23970" y="connsiteY23970"/>
              </a:cxn>
              <a:cxn ang="0">
                <a:pos x="connsiteX23971" y="connsiteY23971"/>
              </a:cxn>
              <a:cxn ang="0">
                <a:pos x="connsiteX23972" y="connsiteY23972"/>
              </a:cxn>
              <a:cxn ang="0">
                <a:pos x="connsiteX23973" y="connsiteY23973"/>
              </a:cxn>
              <a:cxn ang="0">
                <a:pos x="connsiteX23974" y="connsiteY23974"/>
              </a:cxn>
              <a:cxn ang="0">
                <a:pos x="connsiteX23975" y="connsiteY23975"/>
              </a:cxn>
              <a:cxn ang="0">
                <a:pos x="connsiteX23976" y="connsiteY23976"/>
              </a:cxn>
              <a:cxn ang="0">
                <a:pos x="connsiteX23977" y="connsiteY23977"/>
              </a:cxn>
              <a:cxn ang="0">
                <a:pos x="connsiteX23978" y="connsiteY23978"/>
              </a:cxn>
              <a:cxn ang="0">
                <a:pos x="connsiteX23979" y="connsiteY23979"/>
              </a:cxn>
              <a:cxn ang="0">
                <a:pos x="connsiteX23980" y="connsiteY23980"/>
              </a:cxn>
              <a:cxn ang="0">
                <a:pos x="connsiteX23981" y="connsiteY23981"/>
              </a:cxn>
              <a:cxn ang="0">
                <a:pos x="connsiteX23982" y="connsiteY23982"/>
              </a:cxn>
              <a:cxn ang="0">
                <a:pos x="connsiteX23983" y="connsiteY23983"/>
              </a:cxn>
              <a:cxn ang="0">
                <a:pos x="connsiteX23984" y="connsiteY23984"/>
              </a:cxn>
              <a:cxn ang="0">
                <a:pos x="connsiteX23985" y="connsiteY23985"/>
              </a:cxn>
              <a:cxn ang="0">
                <a:pos x="connsiteX23986" y="connsiteY23986"/>
              </a:cxn>
              <a:cxn ang="0">
                <a:pos x="connsiteX23987" y="connsiteY23987"/>
              </a:cxn>
              <a:cxn ang="0">
                <a:pos x="connsiteX23988" y="connsiteY23988"/>
              </a:cxn>
              <a:cxn ang="0">
                <a:pos x="connsiteX23989" y="connsiteY23989"/>
              </a:cxn>
              <a:cxn ang="0">
                <a:pos x="connsiteX23990" y="connsiteY23990"/>
              </a:cxn>
              <a:cxn ang="0">
                <a:pos x="connsiteX23991" y="connsiteY23991"/>
              </a:cxn>
              <a:cxn ang="0">
                <a:pos x="connsiteX23992" y="connsiteY23992"/>
              </a:cxn>
              <a:cxn ang="0">
                <a:pos x="connsiteX23993" y="connsiteY23993"/>
              </a:cxn>
              <a:cxn ang="0">
                <a:pos x="connsiteX23994" y="connsiteY23994"/>
              </a:cxn>
              <a:cxn ang="0">
                <a:pos x="connsiteX23995" y="connsiteY23995"/>
              </a:cxn>
              <a:cxn ang="0">
                <a:pos x="connsiteX23996" y="connsiteY23996"/>
              </a:cxn>
              <a:cxn ang="0">
                <a:pos x="connsiteX23997" y="connsiteY23997"/>
              </a:cxn>
              <a:cxn ang="0">
                <a:pos x="connsiteX23998" y="connsiteY23998"/>
              </a:cxn>
              <a:cxn ang="0">
                <a:pos x="connsiteX23999" y="connsiteY23999"/>
              </a:cxn>
              <a:cxn ang="0">
                <a:pos x="connsiteX24000" y="connsiteY24000"/>
              </a:cxn>
              <a:cxn ang="0">
                <a:pos x="connsiteX24001" y="connsiteY24001"/>
              </a:cxn>
              <a:cxn ang="0">
                <a:pos x="connsiteX24002" y="connsiteY24002"/>
              </a:cxn>
              <a:cxn ang="0">
                <a:pos x="connsiteX24003" y="connsiteY24003"/>
              </a:cxn>
              <a:cxn ang="0">
                <a:pos x="connsiteX24004" y="connsiteY24004"/>
              </a:cxn>
              <a:cxn ang="0">
                <a:pos x="connsiteX24005" y="connsiteY24005"/>
              </a:cxn>
              <a:cxn ang="0">
                <a:pos x="connsiteX24006" y="connsiteY24006"/>
              </a:cxn>
              <a:cxn ang="0">
                <a:pos x="connsiteX24007" y="connsiteY24007"/>
              </a:cxn>
              <a:cxn ang="0">
                <a:pos x="connsiteX24008" y="connsiteY24008"/>
              </a:cxn>
              <a:cxn ang="0">
                <a:pos x="connsiteX24009" y="connsiteY24009"/>
              </a:cxn>
              <a:cxn ang="0">
                <a:pos x="connsiteX24010" y="connsiteY24010"/>
              </a:cxn>
              <a:cxn ang="0">
                <a:pos x="connsiteX24011" y="connsiteY24011"/>
              </a:cxn>
              <a:cxn ang="0">
                <a:pos x="connsiteX24012" y="connsiteY24012"/>
              </a:cxn>
              <a:cxn ang="0">
                <a:pos x="connsiteX24013" y="connsiteY24013"/>
              </a:cxn>
              <a:cxn ang="0">
                <a:pos x="connsiteX24014" y="connsiteY24014"/>
              </a:cxn>
              <a:cxn ang="0">
                <a:pos x="connsiteX24015" y="connsiteY24015"/>
              </a:cxn>
              <a:cxn ang="0">
                <a:pos x="connsiteX24016" y="connsiteY24016"/>
              </a:cxn>
              <a:cxn ang="0">
                <a:pos x="connsiteX24017" y="connsiteY24017"/>
              </a:cxn>
              <a:cxn ang="0">
                <a:pos x="connsiteX24018" y="connsiteY24018"/>
              </a:cxn>
              <a:cxn ang="0">
                <a:pos x="connsiteX24019" y="connsiteY24019"/>
              </a:cxn>
              <a:cxn ang="0">
                <a:pos x="connsiteX24020" y="connsiteY24020"/>
              </a:cxn>
              <a:cxn ang="0">
                <a:pos x="connsiteX24021" y="connsiteY24021"/>
              </a:cxn>
              <a:cxn ang="0">
                <a:pos x="connsiteX24022" y="connsiteY24022"/>
              </a:cxn>
              <a:cxn ang="0">
                <a:pos x="connsiteX24023" y="connsiteY24023"/>
              </a:cxn>
              <a:cxn ang="0">
                <a:pos x="connsiteX24024" y="connsiteY24024"/>
              </a:cxn>
              <a:cxn ang="0">
                <a:pos x="connsiteX24025" y="connsiteY24025"/>
              </a:cxn>
              <a:cxn ang="0">
                <a:pos x="connsiteX24026" y="connsiteY24026"/>
              </a:cxn>
              <a:cxn ang="0">
                <a:pos x="connsiteX24027" y="connsiteY24027"/>
              </a:cxn>
              <a:cxn ang="0">
                <a:pos x="connsiteX24028" y="connsiteY24028"/>
              </a:cxn>
              <a:cxn ang="0">
                <a:pos x="connsiteX24029" y="connsiteY24029"/>
              </a:cxn>
              <a:cxn ang="0">
                <a:pos x="connsiteX24030" y="connsiteY24030"/>
              </a:cxn>
              <a:cxn ang="0">
                <a:pos x="connsiteX24031" y="connsiteY24031"/>
              </a:cxn>
              <a:cxn ang="0">
                <a:pos x="connsiteX24032" y="connsiteY24032"/>
              </a:cxn>
              <a:cxn ang="0">
                <a:pos x="connsiteX24033" y="connsiteY24033"/>
              </a:cxn>
              <a:cxn ang="0">
                <a:pos x="connsiteX24034" y="connsiteY24034"/>
              </a:cxn>
              <a:cxn ang="0">
                <a:pos x="connsiteX24035" y="connsiteY24035"/>
              </a:cxn>
              <a:cxn ang="0">
                <a:pos x="connsiteX24036" y="connsiteY24036"/>
              </a:cxn>
              <a:cxn ang="0">
                <a:pos x="connsiteX24037" y="connsiteY24037"/>
              </a:cxn>
              <a:cxn ang="0">
                <a:pos x="connsiteX24038" y="connsiteY24038"/>
              </a:cxn>
              <a:cxn ang="0">
                <a:pos x="connsiteX24039" y="connsiteY24039"/>
              </a:cxn>
              <a:cxn ang="0">
                <a:pos x="connsiteX24040" y="connsiteY24040"/>
              </a:cxn>
              <a:cxn ang="0">
                <a:pos x="connsiteX24041" y="connsiteY24041"/>
              </a:cxn>
              <a:cxn ang="0">
                <a:pos x="connsiteX24042" y="connsiteY24042"/>
              </a:cxn>
              <a:cxn ang="0">
                <a:pos x="connsiteX24043" y="connsiteY24043"/>
              </a:cxn>
              <a:cxn ang="0">
                <a:pos x="connsiteX24044" y="connsiteY24044"/>
              </a:cxn>
              <a:cxn ang="0">
                <a:pos x="connsiteX24045" y="connsiteY24045"/>
              </a:cxn>
              <a:cxn ang="0">
                <a:pos x="connsiteX24046" y="connsiteY24046"/>
              </a:cxn>
              <a:cxn ang="0">
                <a:pos x="connsiteX24047" y="connsiteY24047"/>
              </a:cxn>
              <a:cxn ang="0">
                <a:pos x="connsiteX24048" y="connsiteY24048"/>
              </a:cxn>
              <a:cxn ang="0">
                <a:pos x="connsiteX24049" y="connsiteY24049"/>
              </a:cxn>
              <a:cxn ang="0">
                <a:pos x="connsiteX24050" y="connsiteY24050"/>
              </a:cxn>
              <a:cxn ang="0">
                <a:pos x="connsiteX24051" y="connsiteY24051"/>
              </a:cxn>
              <a:cxn ang="0">
                <a:pos x="connsiteX24052" y="connsiteY24052"/>
              </a:cxn>
              <a:cxn ang="0">
                <a:pos x="connsiteX24053" y="connsiteY24053"/>
              </a:cxn>
              <a:cxn ang="0">
                <a:pos x="connsiteX24054" y="connsiteY24054"/>
              </a:cxn>
              <a:cxn ang="0">
                <a:pos x="connsiteX24055" y="connsiteY24055"/>
              </a:cxn>
              <a:cxn ang="0">
                <a:pos x="connsiteX24056" y="connsiteY24056"/>
              </a:cxn>
              <a:cxn ang="0">
                <a:pos x="connsiteX24057" y="connsiteY24057"/>
              </a:cxn>
              <a:cxn ang="0">
                <a:pos x="connsiteX24058" y="connsiteY24058"/>
              </a:cxn>
              <a:cxn ang="0">
                <a:pos x="connsiteX24059" y="connsiteY24059"/>
              </a:cxn>
              <a:cxn ang="0">
                <a:pos x="connsiteX24060" y="connsiteY24060"/>
              </a:cxn>
              <a:cxn ang="0">
                <a:pos x="connsiteX24061" y="connsiteY24061"/>
              </a:cxn>
              <a:cxn ang="0">
                <a:pos x="connsiteX24062" y="connsiteY24062"/>
              </a:cxn>
              <a:cxn ang="0">
                <a:pos x="connsiteX24063" y="connsiteY24063"/>
              </a:cxn>
              <a:cxn ang="0">
                <a:pos x="connsiteX24064" y="connsiteY24064"/>
              </a:cxn>
              <a:cxn ang="0">
                <a:pos x="connsiteX24065" y="connsiteY24065"/>
              </a:cxn>
              <a:cxn ang="0">
                <a:pos x="connsiteX24066" y="connsiteY24066"/>
              </a:cxn>
              <a:cxn ang="0">
                <a:pos x="connsiteX24067" y="connsiteY24067"/>
              </a:cxn>
              <a:cxn ang="0">
                <a:pos x="connsiteX24068" y="connsiteY24068"/>
              </a:cxn>
              <a:cxn ang="0">
                <a:pos x="connsiteX24069" y="connsiteY24069"/>
              </a:cxn>
              <a:cxn ang="0">
                <a:pos x="connsiteX24070" y="connsiteY24070"/>
              </a:cxn>
              <a:cxn ang="0">
                <a:pos x="connsiteX24071" y="connsiteY24071"/>
              </a:cxn>
              <a:cxn ang="0">
                <a:pos x="connsiteX24072" y="connsiteY24072"/>
              </a:cxn>
              <a:cxn ang="0">
                <a:pos x="connsiteX24073" y="connsiteY24073"/>
              </a:cxn>
              <a:cxn ang="0">
                <a:pos x="connsiteX24074" y="connsiteY24074"/>
              </a:cxn>
              <a:cxn ang="0">
                <a:pos x="connsiteX24075" y="connsiteY24075"/>
              </a:cxn>
              <a:cxn ang="0">
                <a:pos x="connsiteX24076" y="connsiteY24076"/>
              </a:cxn>
              <a:cxn ang="0">
                <a:pos x="connsiteX24077" y="connsiteY24077"/>
              </a:cxn>
              <a:cxn ang="0">
                <a:pos x="connsiteX24078" y="connsiteY24078"/>
              </a:cxn>
              <a:cxn ang="0">
                <a:pos x="connsiteX24079" y="connsiteY24079"/>
              </a:cxn>
              <a:cxn ang="0">
                <a:pos x="connsiteX24080" y="connsiteY24080"/>
              </a:cxn>
              <a:cxn ang="0">
                <a:pos x="connsiteX24081" y="connsiteY24081"/>
              </a:cxn>
              <a:cxn ang="0">
                <a:pos x="connsiteX24082" y="connsiteY24082"/>
              </a:cxn>
              <a:cxn ang="0">
                <a:pos x="connsiteX24083" y="connsiteY24083"/>
              </a:cxn>
              <a:cxn ang="0">
                <a:pos x="connsiteX24084" y="connsiteY24084"/>
              </a:cxn>
              <a:cxn ang="0">
                <a:pos x="connsiteX24085" y="connsiteY24085"/>
              </a:cxn>
              <a:cxn ang="0">
                <a:pos x="connsiteX24086" y="connsiteY24086"/>
              </a:cxn>
              <a:cxn ang="0">
                <a:pos x="connsiteX24087" y="connsiteY24087"/>
              </a:cxn>
              <a:cxn ang="0">
                <a:pos x="connsiteX24088" y="connsiteY24088"/>
              </a:cxn>
              <a:cxn ang="0">
                <a:pos x="connsiteX24089" y="connsiteY24089"/>
              </a:cxn>
              <a:cxn ang="0">
                <a:pos x="connsiteX24090" y="connsiteY24090"/>
              </a:cxn>
              <a:cxn ang="0">
                <a:pos x="connsiteX24091" y="connsiteY24091"/>
              </a:cxn>
              <a:cxn ang="0">
                <a:pos x="connsiteX24092" y="connsiteY24092"/>
              </a:cxn>
              <a:cxn ang="0">
                <a:pos x="connsiteX24093" y="connsiteY24093"/>
              </a:cxn>
              <a:cxn ang="0">
                <a:pos x="connsiteX24094" y="connsiteY24094"/>
              </a:cxn>
              <a:cxn ang="0">
                <a:pos x="connsiteX24095" y="connsiteY24095"/>
              </a:cxn>
              <a:cxn ang="0">
                <a:pos x="connsiteX24096" y="connsiteY24096"/>
              </a:cxn>
              <a:cxn ang="0">
                <a:pos x="connsiteX24097" y="connsiteY24097"/>
              </a:cxn>
              <a:cxn ang="0">
                <a:pos x="connsiteX24098" y="connsiteY24098"/>
              </a:cxn>
              <a:cxn ang="0">
                <a:pos x="connsiteX24099" y="connsiteY24099"/>
              </a:cxn>
              <a:cxn ang="0">
                <a:pos x="connsiteX24100" y="connsiteY24100"/>
              </a:cxn>
              <a:cxn ang="0">
                <a:pos x="connsiteX24101" y="connsiteY24101"/>
              </a:cxn>
              <a:cxn ang="0">
                <a:pos x="connsiteX24102" y="connsiteY24102"/>
              </a:cxn>
              <a:cxn ang="0">
                <a:pos x="connsiteX24103" y="connsiteY24103"/>
              </a:cxn>
              <a:cxn ang="0">
                <a:pos x="connsiteX24104" y="connsiteY24104"/>
              </a:cxn>
              <a:cxn ang="0">
                <a:pos x="connsiteX24105" y="connsiteY24105"/>
              </a:cxn>
              <a:cxn ang="0">
                <a:pos x="connsiteX24106" y="connsiteY24106"/>
              </a:cxn>
              <a:cxn ang="0">
                <a:pos x="connsiteX24107" y="connsiteY24107"/>
              </a:cxn>
              <a:cxn ang="0">
                <a:pos x="connsiteX24108" y="connsiteY24108"/>
              </a:cxn>
              <a:cxn ang="0">
                <a:pos x="connsiteX24109" y="connsiteY24109"/>
              </a:cxn>
              <a:cxn ang="0">
                <a:pos x="connsiteX24110" y="connsiteY24110"/>
              </a:cxn>
              <a:cxn ang="0">
                <a:pos x="connsiteX24111" y="connsiteY24111"/>
              </a:cxn>
              <a:cxn ang="0">
                <a:pos x="connsiteX24112" y="connsiteY24112"/>
              </a:cxn>
              <a:cxn ang="0">
                <a:pos x="connsiteX24113" y="connsiteY24113"/>
              </a:cxn>
              <a:cxn ang="0">
                <a:pos x="connsiteX24114" y="connsiteY24114"/>
              </a:cxn>
              <a:cxn ang="0">
                <a:pos x="connsiteX24115" y="connsiteY24115"/>
              </a:cxn>
              <a:cxn ang="0">
                <a:pos x="connsiteX24116" y="connsiteY24116"/>
              </a:cxn>
              <a:cxn ang="0">
                <a:pos x="connsiteX24117" y="connsiteY24117"/>
              </a:cxn>
              <a:cxn ang="0">
                <a:pos x="connsiteX24118" y="connsiteY24118"/>
              </a:cxn>
              <a:cxn ang="0">
                <a:pos x="connsiteX24119" y="connsiteY24119"/>
              </a:cxn>
              <a:cxn ang="0">
                <a:pos x="connsiteX24120" y="connsiteY24120"/>
              </a:cxn>
              <a:cxn ang="0">
                <a:pos x="connsiteX24121" y="connsiteY24121"/>
              </a:cxn>
              <a:cxn ang="0">
                <a:pos x="connsiteX24122" y="connsiteY24122"/>
              </a:cxn>
              <a:cxn ang="0">
                <a:pos x="connsiteX24123" y="connsiteY24123"/>
              </a:cxn>
              <a:cxn ang="0">
                <a:pos x="connsiteX24124" y="connsiteY24124"/>
              </a:cxn>
              <a:cxn ang="0">
                <a:pos x="connsiteX24125" y="connsiteY24125"/>
              </a:cxn>
              <a:cxn ang="0">
                <a:pos x="connsiteX24126" y="connsiteY24126"/>
              </a:cxn>
              <a:cxn ang="0">
                <a:pos x="connsiteX24127" y="connsiteY24127"/>
              </a:cxn>
              <a:cxn ang="0">
                <a:pos x="connsiteX24128" y="connsiteY24128"/>
              </a:cxn>
              <a:cxn ang="0">
                <a:pos x="connsiteX24129" y="connsiteY24129"/>
              </a:cxn>
              <a:cxn ang="0">
                <a:pos x="connsiteX24130" y="connsiteY24130"/>
              </a:cxn>
              <a:cxn ang="0">
                <a:pos x="connsiteX24131" y="connsiteY24131"/>
              </a:cxn>
              <a:cxn ang="0">
                <a:pos x="connsiteX24132" y="connsiteY24132"/>
              </a:cxn>
              <a:cxn ang="0">
                <a:pos x="connsiteX24133" y="connsiteY24133"/>
              </a:cxn>
              <a:cxn ang="0">
                <a:pos x="connsiteX24134" y="connsiteY24134"/>
              </a:cxn>
              <a:cxn ang="0">
                <a:pos x="connsiteX24135" y="connsiteY24135"/>
              </a:cxn>
              <a:cxn ang="0">
                <a:pos x="connsiteX24136" y="connsiteY24136"/>
              </a:cxn>
              <a:cxn ang="0">
                <a:pos x="connsiteX24137" y="connsiteY24137"/>
              </a:cxn>
              <a:cxn ang="0">
                <a:pos x="connsiteX24138" y="connsiteY24138"/>
              </a:cxn>
              <a:cxn ang="0">
                <a:pos x="connsiteX24139" y="connsiteY24139"/>
              </a:cxn>
              <a:cxn ang="0">
                <a:pos x="connsiteX24140" y="connsiteY24140"/>
              </a:cxn>
              <a:cxn ang="0">
                <a:pos x="connsiteX24141" y="connsiteY24141"/>
              </a:cxn>
              <a:cxn ang="0">
                <a:pos x="connsiteX24142" y="connsiteY24142"/>
              </a:cxn>
              <a:cxn ang="0">
                <a:pos x="connsiteX24143" y="connsiteY24143"/>
              </a:cxn>
              <a:cxn ang="0">
                <a:pos x="connsiteX24144" y="connsiteY24144"/>
              </a:cxn>
              <a:cxn ang="0">
                <a:pos x="connsiteX24145" y="connsiteY24145"/>
              </a:cxn>
              <a:cxn ang="0">
                <a:pos x="connsiteX24146" y="connsiteY24146"/>
              </a:cxn>
              <a:cxn ang="0">
                <a:pos x="connsiteX24147" y="connsiteY24147"/>
              </a:cxn>
              <a:cxn ang="0">
                <a:pos x="connsiteX24148" y="connsiteY24148"/>
              </a:cxn>
              <a:cxn ang="0">
                <a:pos x="connsiteX24149" y="connsiteY24149"/>
              </a:cxn>
              <a:cxn ang="0">
                <a:pos x="connsiteX24150" y="connsiteY24150"/>
              </a:cxn>
              <a:cxn ang="0">
                <a:pos x="connsiteX24151" y="connsiteY24151"/>
              </a:cxn>
              <a:cxn ang="0">
                <a:pos x="connsiteX24152" y="connsiteY24152"/>
              </a:cxn>
              <a:cxn ang="0">
                <a:pos x="connsiteX24153" y="connsiteY24153"/>
              </a:cxn>
              <a:cxn ang="0">
                <a:pos x="connsiteX24154" y="connsiteY24154"/>
              </a:cxn>
              <a:cxn ang="0">
                <a:pos x="connsiteX24155" y="connsiteY24155"/>
              </a:cxn>
              <a:cxn ang="0">
                <a:pos x="connsiteX24156" y="connsiteY24156"/>
              </a:cxn>
              <a:cxn ang="0">
                <a:pos x="connsiteX24157" y="connsiteY24157"/>
              </a:cxn>
              <a:cxn ang="0">
                <a:pos x="connsiteX24158" y="connsiteY24158"/>
              </a:cxn>
              <a:cxn ang="0">
                <a:pos x="connsiteX24159" y="connsiteY24159"/>
              </a:cxn>
              <a:cxn ang="0">
                <a:pos x="connsiteX24160" y="connsiteY24160"/>
              </a:cxn>
              <a:cxn ang="0">
                <a:pos x="connsiteX24161" y="connsiteY24161"/>
              </a:cxn>
              <a:cxn ang="0">
                <a:pos x="connsiteX24162" y="connsiteY24162"/>
              </a:cxn>
              <a:cxn ang="0">
                <a:pos x="connsiteX24163" y="connsiteY24163"/>
              </a:cxn>
              <a:cxn ang="0">
                <a:pos x="connsiteX24164" y="connsiteY24164"/>
              </a:cxn>
              <a:cxn ang="0">
                <a:pos x="connsiteX24165" y="connsiteY24165"/>
              </a:cxn>
              <a:cxn ang="0">
                <a:pos x="connsiteX24166" y="connsiteY24166"/>
              </a:cxn>
              <a:cxn ang="0">
                <a:pos x="connsiteX24167" y="connsiteY24167"/>
              </a:cxn>
              <a:cxn ang="0">
                <a:pos x="connsiteX24168" y="connsiteY24168"/>
              </a:cxn>
              <a:cxn ang="0">
                <a:pos x="connsiteX24169" y="connsiteY24169"/>
              </a:cxn>
              <a:cxn ang="0">
                <a:pos x="connsiteX24170" y="connsiteY24170"/>
              </a:cxn>
              <a:cxn ang="0">
                <a:pos x="connsiteX24171" y="connsiteY24171"/>
              </a:cxn>
              <a:cxn ang="0">
                <a:pos x="connsiteX24172" y="connsiteY24172"/>
              </a:cxn>
              <a:cxn ang="0">
                <a:pos x="connsiteX24173" y="connsiteY24173"/>
              </a:cxn>
              <a:cxn ang="0">
                <a:pos x="connsiteX24174" y="connsiteY24174"/>
              </a:cxn>
              <a:cxn ang="0">
                <a:pos x="connsiteX24175" y="connsiteY24175"/>
              </a:cxn>
              <a:cxn ang="0">
                <a:pos x="connsiteX24176" y="connsiteY24176"/>
              </a:cxn>
              <a:cxn ang="0">
                <a:pos x="connsiteX24177" y="connsiteY24177"/>
              </a:cxn>
              <a:cxn ang="0">
                <a:pos x="connsiteX24178" y="connsiteY24178"/>
              </a:cxn>
              <a:cxn ang="0">
                <a:pos x="connsiteX24179" y="connsiteY24179"/>
              </a:cxn>
              <a:cxn ang="0">
                <a:pos x="connsiteX24180" y="connsiteY24180"/>
              </a:cxn>
              <a:cxn ang="0">
                <a:pos x="connsiteX24181" y="connsiteY24181"/>
              </a:cxn>
              <a:cxn ang="0">
                <a:pos x="connsiteX24182" y="connsiteY24182"/>
              </a:cxn>
              <a:cxn ang="0">
                <a:pos x="connsiteX24183" y="connsiteY24183"/>
              </a:cxn>
              <a:cxn ang="0">
                <a:pos x="connsiteX24184" y="connsiteY24184"/>
              </a:cxn>
              <a:cxn ang="0">
                <a:pos x="connsiteX24185" y="connsiteY24185"/>
              </a:cxn>
              <a:cxn ang="0">
                <a:pos x="connsiteX24186" y="connsiteY24186"/>
              </a:cxn>
              <a:cxn ang="0">
                <a:pos x="connsiteX24187" y="connsiteY24187"/>
              </a:cxn>
              <a:cxn ang="0">
                <a:pos x="connsiteX24188" y="connsiteY24188"/>
              </a:cxn>
              <a:cxn ang="0">
                <a:pos x="connsiteX24189" y="connsiteY24189"/>
              </a:cxn>
              <a:cxn ang="0">
                <a:pos x="connsiteX24190" y="connsiteY24190"/>
              </a:cxn>
              <a:cxn ang="0">
                <a:pos x="connsiteX24191" y="connsiteY24191"/>
              </a:cxn>
              <a:cxn ang="0">
                <a:pos x="connsiteX24192" y="connsiteY24192"/>
              </a:cxn>
              <a:cxn ang="0">
                <a:pos x="connsiteX24193" y="connsiteY24193"/>
              </a:cxn>
              <a:cxn ang="0">
                <a:pos x="connsiteX24194" y="connsiteY24194"/>
              </a:cxn>
              <a:cxn ang="0">
                <a:pos x="connsiteX24195" y="connsiteY24195"/>
              </a:cxn>
              <a:cxn ang="0">
                <a:pos x="connsiteX24196" y="connsiteY24196"/>
              </a:cxn>
              <a:cxn ang="0">
                <a:pos x="connsiteX24197" y="connsiteY24197"/>
              </a:cxn>
              <a:cxn ang="0">
                <a:pos x="connsiteX24198" y="connsiteY24198"/>
              </a:cxn>
              <a:cxn ang="0">
                <a:pos x="connsiteX24199" y="connsiteY24199"/>
              </a:cxn>
              <a:cxn ang="0">
                <a:pos x="connsiteX24200" y="connsiteY24200"/>
              </a:cxn>
              <a:cxn ang="0">
                <a:pos x="connsiteX24201" y="connsiteY24201"/>
              </a:cxn>
              <a:cxn ang="0">
                <a:pos x="connsiteX24202" y="connsiteY24202"/>
              </a:cxn>
              <a:cxn ang="0">
                <a:pos x="connsiteX24203" y="connsiteY24203"/>
              </a:cxn>
              <a:cxn ang="0">
                <a:pos x="connsiteX24204" y="connsiteY24204"/>
              </a:cxn>
              <a:cxn ang="0">
                <a:pos x="connsiteX24205" y="connsiteY24205"/>
              </a:cxn>
              <a:cxn ang="0">
                <a:pos x="connsiteX24206" y="connsiteY24206"/>
              </a:cxn>
              <a:cxn ang="0">
                <a:pos x="connsiteX24207" y="connsiteY24207"/>
              </a:cxn>
              <a:cxn ang="0">
                <a:pos x="connsiteX24208" y="connsiteY24208"/>
              </a:cxn>
              <a:cxn ang="0">
                <a:pos x="connsiteX24209" y="connsiteY24209"/>
              </a:cxn>
              <a:cxn ang="0">
                <a:pos x="connsiteX24210" y="connsiteY24210"/>
              </a:cxn>
              <a:cxn ang="0">
                <a:pos x="connsiteX24211" y="connsiteY24211"/>
              </a:cxn>
              <a:cxn ang="0">
                <a:pos x="connsiteX24212" y="connsiteY24212"/>
              </a:cxn>
              <a:cxn ang="0">
                <a:pos x="connsiteX24213" y="connsiteY24213"/>
              </a:cxn>
              <a:cxn ang="0">
                <a:pos x="connsiteX24214" y="connsiteY24214"/>
              </a:cxn>
              <a:cxn ang="0">
                <a:pos x="connsiteX24215" y="connsiteY24215"/>
              </a:cxn>
              <a:cxn ang="0">
                <a:pos x="connsiteX24216" y="connsiteY24216"/>
              </a:cxn>
              <a:cxn ang="0">
                <a:pos x="connsiteX24217" y="connsiteY24217"/>
              </a:cxn>
              <a:cxn ang="0">
                <a:pos x="connsiteX24218" y="connsiteY24218"/>
              </a:cxn>
              <a:cxn ang="0">
                <a:pos x="connsiteX24219" y="connsiteY24219"/>
              </a:cxn>
              <a:cxn ang="0">
                <a:pos x="connsiteX24220" y="connsiteY24220"/>
              </a:cxn>
              <a:cxn ang="0">
                <a:pos x="connsiteX24221" y="connsiteY24221"/>
              </a:cxn>
              <a:cxn ang="0">
                <a:pos x="connsiteX24222" y="connsiteY24222"/>
              </a:cxn>
              <a:cxn ang="0">
                <a:pos x="connsiteX24223" y="connsiteY24223"/>
              </a:cxn>
              <a:cxn ang="0">
                <a:pos x="connsiteX24224" y="connsiteY24224"/>
              </a:cxn>
              <a:cxn ang="0">
                <a:pos x="connsiteX24225" y="connsiteY24225"/>
              </a:cxn>
              <a:cxn ang="0">
                <a:pos x="connsiteX24226" y="connsiteY24226"/>
              </a:cxn>
              <a:cxn ang="0">
                <a:pos x="connsiteX24227" y="connsiteY24227"/>
              </a:cxn>
              <a:cxn ang="0">
                <a:pos x="connsiteX24228" y="connsiteY24228"/>
              </a:cxn>
              <a:cxn ang="0">
                <a:pos x="connsiteX24229" y="connsiteY24229"/>
              </a:cxn>
              <a:cxn ang="0">
                <a:pos x="connsiteX24230" y="connsiteY24230"/>
              </a:cxn>
              <a:cxn ang="0">
                <a:pos x="connsiteX24231" y="connsiteY24231"/>
              </a:cxn>
              <a:cxn ang="0">
                <a:pos x="connsiteX24232" y="connsiteY24232"/>
              </a:cxn>
              <a:cxn ang="0">
                <a:pos x="connsiteX24233" y="connsiteY24233"/>
              </a:cxn>
              <a:cxn ang="0">
                <a:pos x="connsiteX24234" y="connsiteY24234"/>
              </a:cxn>
              <a:cxn ang="0">
                <a:pos x="connsiteX24235" y="connsiteY24235"/>
              </a:cxn>
              <a:cxn ang="0">
                <a:pos x="connsiteX24236" y="connsiteY24236"/>
              </a:cxn>
              <a:cxn ang="0">
                <a:pos x="connsiteX24237" y="connsiteY24237"/>
              </a:cxn>
              <a:cxn ang="0">
                <a:pos x="connsiteX24238" y="connsiteY24238"/>
              </a:cxn>
              <a:cxn ang="0">
                <a:pos x="connsiteX24239" y="connsiteY24239"/>
              </a:cxn>
              <a:cxn ang="0">
                <a:pos x="connsiteX24240" y="connsiteY24240"/>
              </a:cxn>
              <a:cxn ang="0">
                <a:pos x="connsiteX24241" y="connsiteY24241"/>
              </a:cxn>
              <a:cxn ang="0">
                <a:pos x="connsiteX24242" y="connsiteY24242"/>
              </a:cxn>
              <a:cxn ang="0">
                <a:pos x="connsiteX24243" y="connsiteY24243"/>
              </a:cxn>
              <a:cxn ang="0">
                <a:pos x="connsiteX24244" y="connsiteY24244"/>
              </a:cxn>
              <a:cxn ang="0">
                <a:pos x="connsiteX24245" y="connsiteY24245"/>
              </a:cxn>
              <a:cxn ang="0">
                <a:pos x="connsiteX24246" y="connsiteY24246"/>
              </a:cxn>
              <a:cxn ang="0">
                <a:pos x="connsiteX24247" y="connsiteY24247"/>
              </a:cxn>
              <a:cxn ang="0">
                <a:pos x="connsiteX24248" y="connsiteY24248"/>
              </a:cxn>
              <a:cxn ang="0">
                <a:pos x="connsiteX24249" y="connsiteY24249"/>
              </a:cxn>
              <a:cxn ang="0">
                <a:pos x="connsiteX24250" y="connsiteY24250"/>
              </a:cxn>
              <a:cxn ang="0">
                <a:pos x="connsiteX24251" y="connsiteY24251"/>
              </a:cxn>
              <a:cxn ang="0">
                <a:pos x="connsiteX24252" y="connsiteY24252"/>
              </a:cxn>
              <a:cxn ang="0">
                <a:pos x="connsiteX24253" y="connsiteY24253"/>
              </a:cxn>
              <a:cxn ang="0">
                <a:pos x="connsiteX24254" y="connsiteY24254"/>
              </a:cxn>
              <a:cxn ang="0">
                <a:pos x="connsiteX24255" y="connsiteY24255"/>
              </a:cxn>
              <a:cxn ang="0">
                <a:pos x="connsiteX24256" y="connsiteY24256"/>
              </a:cxn>
              <a:cxn ang="0">
                <a:pos x="connsiteX24257" y="connsiteY24257"/>
              </a:cxn>
              <a:cxn ang="0">
                <a:pos x="connsiteX24258" y="connsiteY24258"/>
              </a:cxn>
              <a:cxn ang="0">
                <a:pos x="connsiteX24259" y="connsiteY24259"/>
              </a:cxn>
              <a:cxn ang="0">
                <a:pos x="connsiteX24260" y="connsiteY24260"/>
              </a:cxn>
              <a:cxn ang="0">
                <a:pos x="connsiteX24261" y="connsiteY24261"/>
              </a:cxn>
              <a:cxn ang="0">
                <a:pos x="connsiteX24262" y="connsiteY24262"/>
              </a:cxn>
              <a:cxn ang="0">
                <a:pos x="connsiteX24263" y="connsiteY24263"/>
              </a:cxn>
              <a:cxn ang="0">
                <a:pos x="connsiteX24264" y="connsiteY24264"/>
              </a:cxn>
              <a:cxn ang="0">
                <a:pos x="connsiteX24265" y="connsiteY24265"/>
              </a:cxn>
              <a:cxn ang="0">
                <a:pos x="connsiteX24266" y="connsiteY24266"/>
              </a:cxn>
              <a:cxn ang="0">
                <a:pos x="connsiteX24267" y="connsiteY24267"/>
              </a:cxn>
              <a:cxn ang="0">
                <a:pos x="connsiteX24268" y="connsiteY24268"/>
              </a:cxn>
              <a:cxn ang="0">
                <a:pos x="connsiteX24269" y="connsiteY24269"/>
              </a:cxn>
              <a:cxn ang="0">
                <a:pos x="connsiteX24270" y="connsiteY24270"/>
              </a:cxn>
              <a:cxn ang="0">
                <a:pos x="connsiteX24271" y="connsiteY24271"/>
              </a:cxn>
              <a:cxn ang="0">
                <a:pos x="connsiteX24272" y="connsiteY24272"/>
              </a:cxn>
              <a:cxn ang="0">
                <a:pos x="connsiteX24273" y="connsiteY24273"/>
              </a:cxn>
              <a:cxn ang="0">
                <a:pos x="connsiteX24274" y="connsiteY24274"/>
              </a:cxn>
              <a:cxn ang="0">
                <a:pos x="connsiteX24275" y="connsiteY24275"/>
              </a:cxn>
              <a:cxn ang="0">
                <a:pos x="connsiteX24276" y="connsiteY24276"/>
              </a:cxn>
              <a:cxn ang="0">
                <a:pos x="connsiteX24277" y="connsiteY24277"/>
              </a:cxn>
              <a:cxn ang="0">
                <a:pos x="connsiteX24278" y="connsiteY24278"/>
              </a:cxn>
              <a:cxn ang="0">
                <a:pos x="connsiteX24279" y="connsiteY24279"/>
              </a:cxn>
              <a:cxn ang="0">
                <a:pos x="connsiteX24280" y="connsiteY24280"/>
              </a:cxn>
              <a:cxn ang="0">
                <a:pos x="connsiteX24281" y="connsiteY24281"/>
              </a:cxn>
              <a:cxn ang="0">
                <a:pos x="connsiteX24282" y="connsiteY24282"/>
              </a:cxn>
              <a:cxn ang="0">
                <a:pos x="connsiteX24283" y="connsiteY24283"/>
              </a:cxn>
              <a:cxn ang="0">
                <a:pos x="connsiteX24284" y="connsiteY24284"/>
              </a:cxn>
              <a:cxn ang="0">
                <a:pos x="connsiteX24285" y="connsiteY24285"/>
              </a:cxn>
              <a:cxn ang="0">
                <a:pos x="connsiteX24286" y="connsiteY24286"/>
              </a:cxn>
              <a:cxn ang="0">
                <a:pos x="connsiteX24287" y="connsiteY24287"/>
              </a:cxn>
              <a:cxn ang="0">
                <a:pos x="connsiteX24288" y="connsiteY24288"/>
              </a:cxn>
              <a:cxn ang="0">
                <a:pos x="connsiteX24289" y="connsiteY24289"/>
              </a:cxn>
              <a:cxn ang="0">
                <a:pos x="connsiteX24290" y="connsiteY24290"/>
              </a:cxn>
              <a:cxn ang="0">
                <a:pos x="connsiteX24291" y="connsiteY24291"/>
              </a:cxn>
              <a:cxn ang="0">
                <a:pos x="connsiteX24292" y="connsiteY24292"/>
              </a:cxn>
              <a:cxn ang="0">
                <a:pos x="connsiteX24293" y="connsiteY24293"/>
              </a:cxn>
              <a:cxn ang="0">
                <a:pos x="connsiteX24294" y="connsiteY24294"/>
              </a:cxn>
              <a:cxn ang="0">
                <a:pos x="connsiteX24295" y="connsiteY24295"/>
              </a:cxn>
              <a:cxn ang="0">
                <a:pos x="connsiteX24296" y="connsiteY24296"/>
              </a:cxn>
              <a:cxn ang="0">
                <a:pos x="connsiteX24297" y="connsiteY24297"/>
              </a:cxn>
              <a:cxn ang="0">
                <a:pos x="connsiteX24298" y="connsiteY24298"/>
              </a:cxn>
              <a:cxn ang="0">
                <a:pos x="connsiteX24299" y="connsiteY24299"/>
              </a:cxn>
              <a:cxn ang="0">
                <a:pos x="connsiteX24300" y="connsiteY24300"/>
              </a:cxn>
              <a:cxn ang="0">
                <a:pos x="connsiteX24301" y="connsiteY24301"/>
              </a:cxn>
              <a:cxn ang="0">
                <a:pos x="connsiteX24302" y="connsiteY24302"/>
              </a:cxn>
              <a:cxn ang="0">
                <a:pos x="connsiteX24303" y="connsiteY24303"/>
              </a:cxn>
              <a:cxn ang="0">
                <a:pos x="connsiteX24304" y="connsiteY24304"/>
              </a:cxn>
              <a:cxn ang="0">
                <a:pos x="connsiteX24305" y="connsiteY24305"/>
              </a:cxn>
              <a:cxn ang="0">
                <a:pos x="connsiteX24306" y="connsiteY24306"/>
              </a:cxn>
              <a:cxn ang="0">
                <a:pos x="connsiteX24307" y="connsiteY24307"/>
              </a:cxn>
              <a:cxn ang="0">
                <a:pos x="connsiteX24308" y="connsiteY24308"/>
              </a:cxn>
              <a:cxn ang="0">
                <a:pos x="connsiteX24309" y="connsiteY24309"/>
              </a:cxn>
              <a:cxn ang="0">
                <a:pos x="connsiteX24310" y="connsiteY24310"/>
              </a:cxn>
              <a:cxn ang="0">
                <a:pos x="connsiteX24311" y="connsiteY24311"/>
              </a:cxn>
              <a:cxn ang="0">
                <a:pos x="connsiteX24312" y="connsiteY24312"/>
              </a:cxn>
              <a:cxn ang="0">
                <a:pos x="connsiteX24313" y="connsiteY24313"/>
              </a:cxn>
              <a:cxn ang="0">
                <a:pos x="connsiteX24314" y="connsiteY24314"/>
              </a:cxn>
              <a:cxn ang="0">
                <a:pos x="connsiteX24315" y="connsiteY24315"/>
              </a:cxn>
              <a:cxn ang="0">
                <a:pos x="connsiteX24316" y="connsiteY24316"/>
              </a:cxn>
              <a:cxn ang="0">
                <a:pos x="connsiteX24317" y="connsiteY24317"/>
              </a:cxn>
              <a:cxn ang="0">
                <a:pos x="connsiteX24318" y="connsiteY24318"/>
              </a:cxn>
              <a:cxn ang="0">
                <a:pos x="connsiteX24319" y="connsiteY24319"/>
              </a:cxn>
              <a:cxn ang="0">
                <a:pos x="connsiteX24320" y="connsiteY24320"/>
              </a:cxn>
              <a:cxn ang="0">
                <a:pos x="connsiteX24321" y="connsiteY24321"/>
              </a:cxn>
              <a:cxn ang="0">
                <a:pos x="connsiteX24322" y="connsiteY24322"/>
              </a:cxn>
              <a:cxn ang="0">
                <a:pos x="connsiteX24323" y="connsiteY24323"/>
              </a:cxn>
              <a:cxn ang="0">
                <a:pos x="connsiteX24324" y="connsiteY24324"/>
              </a:cxn>
              <a:cxn ang="0">
                <a:pos x="connsiteX24325" y="connsiteY24325"/>
              </a:cxn>
              <a:cxn ang="0">
                <a:pos x="connsiteX24326" y="connsiteY24326"/>
              </a:cxn>
              <a:cxn ang="0">
                <a:pos x="connsiteX24327" y="connsiteY24327"/>
              </a:cxn>
              <a:cxn ang="0">
                <a:pos x="connsiteX24328" y="connsiteY24328"/>
              </a:cxn>
              <a:cxn ang="0">
                <a:pos x="connsiteX24329" y="connsiteY24329"/>
              </a:cxn>
              <a:cxn ang="0">
                <a:pos x="connsiteX24330" y="connsiteY24330"/>
              </a:cxn>
              <a:cxn ang="0">
                <a:pos x="connsiteX24331" y="connsiteY24331"/>
              </a:cxn>
              <a:cxn ang="0">
                <a:pos x="connsiteX24332" y="connsiteY24332"/>
              </a:cxn>
              <a:cxn ang="0">
                <a:pos x="connsiteX24333" y="connsiteY24333"/>
              </a:cxn>
              <a:cxn ang="0">
                <a:pos x="connsiteX24334" y="connsiteY24334"/>
              </a:cxn>
              <a:cxn ang="0">
                <a:pos x="connsiteX24335" y="connsiteY24335"/>
              </a:cxn>
              <a:cxn ang="0">
                <a:pos x="connsiteX24336" y="connsiteY24336"/>
              </a:cxn>
              <a:cxn ang="0">
                <a:pos x="connsiteX24337" y="connsiteY24337"/>
              </a:cxn>
              <a:cxn ang="0">
                <a:pos x="connsiteX24338" y="connsiteY24338"/>
              </a:cxn>
              <a:cxn ang="0">
                <a:pos x="connsiteX24339" y="connsiteY24339"/>
              </a:cxn>
              <a:cxn ang="0">
                <a:pos x="connsiteX24340" y="connsiteY24340"/>
              </a:cxn>
              <a:cxn ang="0">
                <a:pos x="connsiteX24341" y="connsiteY24341"/>
              </a:cxn>
              <a:cxn ang="0">
                <a:pos x="connsiteX24342" y="connsiteY24342"/>
              </a:cxn>
              <a:cxn ang="0">
                <a:pos x="connsiteX24343" y="connsiteY24343"/>
              </a:cxn>
              <a:cxn ang="0">
                <a:pos x="connsiteX24344" y="connsiteY24344"/>
              </a:cxn>
              <a:cxn ang="0">
                <a:pos x="connsiteX24345" y="connsiteY24345"/>
              </a:cxn>
              <a:cxn ang="0">
                <a:pos x="connsiteX24346" y="connsiteY24346"/>
              </a:cxn>
              <a:cxn ang="0">
                <a:pos x="connsiteX24347" y="connsiteY24347"/>
              </a:cxn>
              <a:cxn ang="0">
                <a:pos x="connsiteX24348" y="connsiteY24348"/>
              </a:cxn>
              <a:cxn ang="0">
                <a:pos x="connsiteX24349" y="connsiteY24349"/>
              </a:cxn>
              <a:cxn ang="0">
                <a:pos x="connsiteX24350" y="connsiteY24350"/>
              </a:cxn>
              <a:cxn ang="0">
                <a:pos x="connsiteX24351" y="connsiteY24351"/>
              </a:cxn>
              <a:cxn ang="0">
                <a:pos x="connsiteX24352" y="connsiteY24352"/>
              </a:cxn>
              <a:cxn ang="0">
                <a:pos x="connsiteX24353" y="connsiteY24353"/>
              </a:cxn>
              <a:cxn ang="0">
                <a:pos x="connsiteX24354" y="connsiteY24354"/>
              </a:cxn>
              <a:cxn ang="0">
                <a:pos x="connsiteX24355" y="connsiteY24355"/>
              </a:cxn>
              <a:cxn ang="0">
                <a:pos x="connsiteX24356" y="connsiteY24356"/>
              </a:cxn>
              <a:cxn ang="0">
                <a:pos x="connsiteX24357" y="connsiteY24357"/>
              </a:cxn>
              <a:cxn ang="0">
                <a:pos x="connsiteX24358" y="connsiteY24358"/>
              </a:cxn>
              <a:cxn ang="0">
                <a:pos x="connsiteX24359" y="connsiteY24359"/>
              </a:cxn>
              <a:cxn ang="0">
                <a:pos x="connsiteX24360" y="connsiteY24360"/>
              </a:cxn>
              <a:cxn ang="0">
                <a:pos x="connsiteX24361" y="connsiteY24361"/>
              </a:cxn>
              <a:cxn ang="0">
                <a:pos x="connsiteX24362" y="connsiteY24362"/>
              </a:cxn>
              <a:cxn ang="0">
                <a:pos x="connsiteX24363" y="connsiteY24363"/>
              </a:cxn>
              <a:cxn ang="0">
                <a:pos x="connsiteX24364" y="connsiteY24364"/>
              </a:cxn>
              <a:cxn ang="0">
                <a:pos x="connsiteX24365" y="connsiteY24365"/>
              </a:cxn>
              <a:cxn ang="0">
                <a:pos x="connsiteX24366" y="connsiteY24366"/>
              </a:cxn>
              <a:cxn ang="0">
                <a:pos x="connsiteX24367" y="connsiteY24367"/>
              </a:cxn>
              <a:cxn ang="0">
                <a:pos x="connsiteX24368" y="connsiteY24368"/>
              </a:cxn>
              <a:cxn ang="0">
                <a:pos x="connsiteX24369" y="connsiteY24369"/>
              </a:cxn>
              <a:cxn ang="0">
                <a:pos x="connsiteX24370" y="connsiteY24370"/>
              </a:cxn>
              <a:cxn ang="0">
                <a:pos x="connsiteX24371" y="connsiteY24371"/>
              </a:cxn>
              <a:cxn ang="0">
                <a:pos x="connsiteX24372" y="connsiteY24372"/>
              </a:cxn>
              <a:cxn ang="0">
                <a:pos x="connsiteX24373" y="connsiteY24373"/>
              </a:cxn>
              <a:cxn ang="0">
                <a:pos x="connsiteX24374" y="connsiteY24374"/>
              </a:cxn>
              <a:cxn ang="0">
                <a:pos x="connsiteX24375" y="connsiteY24375"/>
              </a:cxn>
              <a:cxn ang="0">
                <a:pos x="connsiteX24376" y="connsiteY24376"/>
              </a:cxn>
              <a:cxn ang="0">
                <a:pos x="connsiteX24377" y="connsiteY24377"/>
              </a:cxn>
              <a:cxn ang="0">
                <a:pos x="connsiteX24378" y="connsiteY24378"/>
              </a:cxn>
              <a:cxn ang="0">
                <a:pos x="connsiteX24379" y="connsiteY24379"/>
              </a:cxn>
              <a:cxn ang="0">
                <a:pos x="connsiteX24380" y="connsiteY24380"/>
              </a:cxn>
              <a:cxn ang="0">
                <a:pos x="connsiteX24381" y="connsiteY24381"/>
              </a:cxn>
              <a:cxn ang="0">
                <a:pos x="connsiteX24382" y="connsiteY24382"/>
              </a:cxn>
              <a:cxn ang="0">
                <a:pos x="connsiteX24383" y="connsiteY24383"/>
              </a:cxn>
              <a:cxn ang="0">
                <a:pos x="connsiteX24384" y="connsiteY24384"/>
              </a:cxn>
              <a:cxn ang="0">
                <a:pos x="connsiteX24385" y="connsiteY24385"/>
              </a:cxn>
              <a:cxn ang="0">
                <a:pos x="connsiteX24386" y="connsiteY24386"/>
              </a:cxn>
              <a:cxn ang="0">
                <a:pos x="connsiteX24387" y="connsiteY24387"/>
              </a:cxn>
              <a:cxn ang="0">
                <a:pos x="connsiteX24388" y="connsiteY24388"/>
              </a:cxn>
              <a:cxn ang="0">
                <a:pos x="connsiteX24389" y="connsiteY24389"/>
              </a:cxn>
              <a:cxn ang="0">
                <a:pos x="connsiteX24390" y="connsiteY24390"/>
              </a:cxn>
              <a:cxn ang="0">
                <a:pos x="connsiteX24391" y="connsiteY24391"/>
              </a:cxn>
              <a:cxn ang="0">
                <a:pos x="connsiteX24392" y="connsiteY24392"/>
              </a:cxn>
              <a:cxn ang="0">
                <a:pos x="connsiteX24393" y="connsiteY24393"/>
              </a:cxn>
              <a:cxn ang="0">
                <a:pos x="connsiteX24394" y="connsiteY24394"/>
              </a:cxn>
              <a:cxn ang="0">
                <a:pos x="connsiteX24395" y="connsiteY24395"/>
              </a:cxn>
              <a:cxn ang="0">
                <a:pos x="connsiteX24396" y="connsiteY24396"/>
              </a:cxn>
              <a:cxn ang="0">
                <a:pos x="connsiteX24397" y="connsiteY24397"/>
              </a:cxn>
              <a:cxn ang="0">
                <a:pos x="connsiteX24398" y="connsiteY24398"/>
              </a:cxn>
              <a:cxn ang="0">
                <a:pos x="connsiteX24399" y="connsiteY24399"/>
              </a:cxn>
              <a:cxn ang="0">
                <a:pos x="connsiteX24400" y="connsiteY24400"/>
              </a:cxn>
              <a:cxn ang="0">
                <a:pos x="connsiteX24401" y="connsiteY24401"/>
              </a:cxn>
              <a:cxn ang="0">
                <a:pos x="connsiteX24402" y="connsiteY24402"/>
              </a:cxn>
              <a:cxn ang="0">
                <a:pos x="connsiteX24403" y="connsiteY24403"/>
              </a:cxn>
              <a:cxn ang="0">
                <a:pos x="connsiteX24404" y="connsiteY24404"/>
              </a:cxn>
              <a:cxn ang="0">
                <a:pos x="connsiteX24405" y="connsiteY24405"/>
              </a:cxn>
              <a:cxn ang="0">
                <a:pos x="connsiteX24406" y="connsiteY24406"/>
              </a:cxn>
              <a:cxn ang="0">
                <a:pos x="connsiteX24407" y="connsiteY24407"/>
              </a:cxn>
              <a:cxn ang="0">
                <a:pos x="connsiteX24408" y="connsiteY24408"/>
              </a:cxn>
              <a:cxn ang="0">
                <a:pos x="connsiteX24409" y="connsiteY24409"/>
              </a:cxn>
              <a:cxn ang="0">
                <a:pos x="connsiteX24410" y="connsiteY24410"/>
              </a:cxn>
              <a:cxn ang="0">
                <a:pos x="connsiteX24411" y="connsiteY24411"/>
              </a:cxn>
              <a:cxn ang="0">
                <a:pos x="connsiteX24412" y="connsiteY24412"/>
              </a:cxn>
              <a:cxn ang="0">
                <a:pos x="connsiteX24413" y="connsiteY24413"/>
              </a:cxn>
              <a:cxn ang="0">
                <a:pos x="connsiteX24414" y="connsiteY24414"/>
              </a:cxn>
              <a:cxn ang="0">
                <a:pos x="connsiteX24415" y="connsiteY24415"/>
              </a:cxn>
              <a:cxn ang="0">
                <a:pos x="connsiteX24416" y="connsiteY24416"/>
              </a:cxn>
              <a:cxn ang="0">
                <a:pos x="connsiteX24417" y="connsiteY24417"/>
              </a:cxn>
              <a:cxn ang="0">
                <a:pos x="connsiteX24418" y="connsiteY24418"/>
              </a:cxn>
              <a:cxn ang="0">
                <a:pos x="connsiteX24419" y="connsiteY24419"/>
              </a:cxn>
              <a:cxn ang="0">
                <a:pos x="connsiteX24420" y="connsiteY24420"/>
              </a:cxn>
              <a:cxn ang="0">
                <a:pos x="connsiteX24421" y="connsiteY24421"/>
              </a:cxn>
              <a:cxn ang="0">
                <a:pos x="connsiteX24422" y="connsiteY24422"/>
              </a:cxn>
              <a:cxn ang="0">
                <a:pos x="connsiteX24423" y="connsiteY24423"/>
              </a:cxn>
              <a:cxn ang="0">
                <a:pos x="connsiteX24424" y="connsiteY24424"/>
              </a:cxn>
              <a:cxn ang="0">
                <a:pos x="connsiteX24425" y="connsiteY24425"/>
              </a:cxn>
              <a:cxn ang="0">
                <a:pos x="connsiteX24426" y="connsiteY24426"/>
              </a:cxn>
              <a:cxn ang="0">
                <a:pos x="connsiteX24427" y="connsiteY24427"/>
              </a:cxn>
              <a:cxn ang="0">
                <a:pos x="connsiteX24428" y="connsiteY24428"/>
              </a:cxn>
              <a:cxn ang="0">
                <a:pos x="connsiteX24429" y="connsiteY24429"/>
              </a:cxn>
              <a:cxn ang="0">
                <a:pos x="connsiteX24430" y="connsiteY24430"/>
              </a:cxn>
              <a:cxn ang="0">
                <a:pos x="connsiteX24431" y="connsiteY24431"/>
              </a:cxn>
              <a:cxn ang="0">
                <a:pos x="connsiteX24432" y="connsiteY24432"/>
              </a:cxn>
              <a:cxn ang="0">
                <a:pos x="connsiteX24433" y="connsiteY24433"/>
              </a:cxn>
              <a:cxn ang="0">
                <a:pos x="connsiteX24434" y="connsiteY24434"/>
              </a:cxn>
              <a:cxn ang="0">
                <a:pos x="connsiteX24435" y="connsiteY24435"/>
              </a:cxn>
              <a:cxn ang="0">
                <a:pos x="connsiteX24436" y="connsiteY24436"/>
              </a:cxn>
              <a:cxn ang="0">
                <a:pos x="connsiteX24437" y="connsiteY24437"/>
              </a:cxn>
              <a:cxn ang="0">
                <a:pos x="connsiteX24438" y="connsiteY24438"/>
              </a:cxn>
              <a:cxn ang="0">
                <a:pos x="connsiteX24439" y="connsiteY24439"/>
              </a:cxn>
              <a:cxn ang="0">
                <a:pos x="connsiteX24440" y="connsiteY24440"/>
              </a:cxn>
              <a:cxn ang="0">
                <a:pos x="connsiteX24441" y="connsiteY24441"/>
              </a:cxn>
              <a:cxn ang="0">
                <a:pos x="connsiteX24442" y="connsiteY24442"/>
              </a:cxn>
              <a:cxn ang="0">
                <a:pos x="connsiteX24443" y="connsiteY24443"/>
              </a:cxn>
              <a:cxn ang="0">
                <a:pos x="connsiteX24444" y="connsiteY24444"/>
              </a:cxn>
              <a:cxn ang="0">
                <a:pos x="connsiteX24445" y="connsiteY24445"/>
              </a:cxn>
              <a:cxn ang="0">
                <a:pos x="connsiteX24446" y="connsiteY24446"/>
              </a:cxn>
              <a:cxn ang="0">
                <a:pos x="connsiteX24447" y="connsiteY24447"/>
              </a:cxn>
              <a:cxn ang="0">
                <a:pos x="connsiteX24448" y="connsiteY24448"/>
              </a:cxn>
              <a:cxn ang="0">
                <a:pos x="connsiteX24449" y="connsiteY24449"/>
              </a:cxn>
              <a:cxn ang="0">
                <a:pos x="connsiteX24450" y="connsiteY24450"/>
              </a:cxn>
              <a:cxn ang="0">
                <a:pos x="connsiteX24451" y="connsiteY24451"/>
              </a:cxn>
              <a:cxn ang="0">
                <a:pos x="connsiteX24452" y="connsiteY24452"/>
              </a:cxn>
              <a:cxn ang="0">
                <a:pos x="connsiteX24453" y="connsiteY24453"/>
              </a:cxn>
              <a:cxn ang="0">
                <a:pos x="connsiteX24454" y="connsiteY24454"/>
              </a:cxn>
              <a:cxn ang="0">
                <a:pos x="connsiteX24455" y="connsiteY24455"/>
              </a:cxn>
              <a:cxn ang="0">
                <a:pos x="connsiteX24456" y="connsiteY24456"/>
              </a:cxn>
              <a:cxn ang="0">
                <a:pos x="connsiteX24457" y="connsiteY24457"/>
              </a:cxn>
              <a:cxn ang="0">
                <a:pos x="connsiteX24458" y="connsiteY24458"/>
              </a:cxn>
              <a:cxn ang="0">
                <a:pos x="connsiteX24459" y="connsiteY24459"/>
              </a:cxn>
              <a:cxn ang="0">
                <a:pos x="connsiteX24460" y="connsiteY24460"/>
              </a:cxn>
              <a:cxn ang="0">
                <a:pos x="connsiteX24461" y="connsiteY24461"/>
              </a:cxn>
              <a:cxn ang="0">
                <a:pos x="connsiteX24462" y="connsiteY24462"/>
              </a:cxn>
              <a:cxn ang="0">
                <a:pos x="connsiteX24463" y="connsiteY24463"/>
              </a:cxn>
              <a:cxn ang="0">
                <a:pos x="connsiteX24464" y="connsiteY24464"/>
              </a:cxn>
              <a:cxn ang="0">
                <a:pos x="connsiteX24465" y="connsiteY24465"/>
              </a:cxn>
              <a:cxn ang="0">
                <a:pos x="connsiteX24466" y="connsiteY24466"/>
              </a:cxn>
              <a:cxn ang="0">
                <a:pos x="connsiteX24467" y="connsiteY24467"/>
              </a:cxn>
              <a:cxn ang="0">
                <a:pos x="connsiteX24468" y="connsiteY24468"/>
              </a:cxn>
              <a:cxn ang="0">
                <a:pos x="connsiteX24469" y="connsiteY24469"/>
              </a:cxn>
              <a:cxn ang="0">
                <a:pos x="connsiteX24470" y="connsiteY24470"/>
              </a:cxn>
              <a:cxn ang="0">
                <a:pos x="connsiteX24471" y="connsiteY24471"/>
              </a:cxn>
              <a:cxn ang="0">
                <a:pos x="connsiteX24472" y="connsiteY24472"/>
              </a:cxn>
              <a:cxn ang="0">
                <a:pos x="connsiteX24473" y="connsiteY24473"/>
              </a:cxn>
              <a:cxn ang="0">
                <a:pos x="connsiteX24474" y="connsiteY24474"/>
              </a:cxn>
              <a:cxn ang="0">
                <a:pos x="connsiteX24475" y="connsiteY24475"/>
              </a:cxn>
              <a:cxn ang="0">
                <a:pos x="connsiteX24476" y="connsiteY24476"/>
              </a:cxn>
              <a:cxn ang="0">
                <a:pos x="connsiteX24477" y="connsiteY24477"/>
              </a:cxn>
              <a:cxn ang="0">
                <a:pos x="connsiteX24478" y="connsiteY24478"/>
              </a:cxn>
              <a:cxn ang="0">
                <a:pos x="connsiteX24479" y="connsiteY24479"/>
              </a:cxn>
              <a:cxn ang="0">
                <a:pos x="connsiteX24480" y="connsiteY24480"/>
              </a:cxn>
              <a:cxn ang="0">
                <a:pos x="connsiteX24481" y="connsiteY24481"/>
              </a:cxn>
              <a:cxn ang="0">
                <a:pos x="connsiteX24482" y="connsiteY24482"/>
              </a:cxn>
              <a:cxn ang="0">
                <a:pos x="connsiteX24483" y="connsiteY24483"/>
              </a:cxn>
              <a:cxn ang="0">
                <a:pos x="connsiteX24484" y="connsiteY24484"/>
              </a:cxn>
              <a:cxn ang="0">
                <a:pos x="connsiteX24485" y="connsiteY24485"/>
              </a:cxn>
              <a:cxn ang="0">
                <a:pos x="connsiteX24486" y="connsiteY24486"/>
              </a:cxn>
              <a:cxn ang="0">
                <a:pos x="connsiteX24487" y="connsiteY24487"/>
              </a:cxn>
              <a:cxn ang="0">
                <a:pos x="connsiteX24488" y="connsiteY24488"/>
              </a:cxn>
              <a:cxn ang="0">
                <a:pos x="connsiteX24489" y="connsiteY24489"/>
              </a:cxn>
              <a:cxn ang="0">
                <a:pos x="connsiteX24490" y="connsiteY24490"/>
              </a:cxn>
              <a:cxn ang="0">
                <a:pos x="connsiteX24491" y="connsiteY24491"/>
              </a:cxn>
              <a:cxn ang="0">
                <a:pos x="connsiteX24492" y="connsiteY24492"/>
              </a:cxn>
              <a:cxn ang="0">
                <a:pos x="connsiteX24493" y="connsiteY24493"/>
              </a:cxn>
              <a:cxn ang="0">
                <a:pos x="connsiteX24494" y="connsiteY24494"/>
              </a:cxn>
              <a:cxn ang="0">
                <a:pos x="connsiteX24495" y="connsiteY24495"/>
              </a:cxn>
              <a:cxn ang="0">
                <a:pos x="connsiteX24496" y="connsiteY24496"/>
              </a:cxn>
              <a:cxn ang="0">
                <a:pos x="connsiteX24497" y="connsiteY24497"/>
              </a:cxn>
              <a:cxn ang="0">
                <a:pos x="connsiteX24498" y="connsiteY24498"/>
              </a:cxn>
              <a:cxn ang="0">
                <a:pos x="connsiteX24499" y="connsiteY24499"/>
              </a:cxn>
              <a:cxn ang="0">
                <a:pos x="connsiteX24500" y="connsiteY24500"/>
              </a:cxn>
              <a:cxn ang="0">
                <a:pos x="connsiteX24501" y="connsiteY24501"/>
              </a:cxn>
              <a:cxn ang="0">
                <a:pos x="connsiteX24502" y="connsiteY24502"/>
              </a:cxn>
              <a:cxn ang="0">
                <a:pos x="connsiteX24503" y="connsiteY24503"/>
              </a:cxn>
              <a:cxn ang="0">
                <a:pos x="connsiteX24504" y="connsiteY24504"/>
              </a:cxn>
              <a:cxn ang="0">
                <a:pos x="connsiteX24505" y="connsiteY24505"/>
              </a:cxn>
              <a:cxn ang="0">
                <a:pos x="connsiteX24506" y="connsiteY24506"/>
              </a:cxn>
              <a:cxn ang="0">
                <a:pos x="connsiteX24507" y="connsiteY24507"/>
              </a:cxn>
              <a:cxn ang="0">
                <a:pos x="connsiteX24508" y="connsiteY24508"/>
              </a:cxn>
              <a:cxn ang="0">
                <a:pos x="connsiteX24509" y="connsiteY24509"/>
              </a:cxn>
              <a:cxn ang="0">
                <a:pos x="connsiteX24510" y="connsiteY24510"/>
              </a:cxn>
              <a:cxn ang="0">
                <a:pos x="connsiteX24511" y="connsiteY24511"/>
              </a:cxn>
              <a:cxn ang="0">
                <a:pos x="connsiteX24512" y="connsiteY24512"/>
              </a:cxn>
              <a:cxn ang="0">
                <a:pos x="connsiteX24513" y="connsiteY24513"/>
              </a:cxn>
              <a:cxn ang="0">
                <a:pos x="connsiteX24514" y="connsiteY24514"/>
              </a:cxn>
              <a:cxn ang="0">
                <a:pos x="connsiteX24515" y="connsiteY24515"/>
              </a:cxn>
              <a:cxn ang="0">
                <a:pos x="connsiteX24516" y="connsiteY24516"/>
              </a:cxn>
              <a:cxn ang="0">
                <a:pos x="connsiteX24517" y="connsiteY24517"/>
              </a:cxn>
              <a:cxn ang="0">
                <a:pos x="connsiteX24518" y="connsiteY24518"/>
              </a:cxn>
              <a:cxn ang="0">
                <a:pos x="connsiteX24519" y="connsiteY24519"/>
              </a:cxn>
              <a:cxn ang="0">
                <a:pos x="connsiteX24520" y="connsiteY24520"/>
              </a:cxn>
              <a:cxn ang="0">
                <a:pos x="connsiteX24521" y="connsiteY24521"/>
              </a:cxn>
              <a:cxn ang="0">
                <a:pos x="connsiteX24522" y="connsiteY24522"/>
              </a:cxn>
              <a:cxn ang="0">
                <a:pos x="connsiteX24523" y="connsiteY24523"/>
              </a:cxn>
              <a:cxn ang="0">
                <a:pos x="connsiteX24524" y="connsiteY24524"/>
              </a:cxn>
              <a:cxn ang="0">
                <a:pos x="connsiteX24525" y="connsiteY24525"/>
              </a:cxn>
              <a:cxn ang="0">
                <a:pos x="connsiteX24526" y="connsiteY24526"/>
              </a:cxn>
              <a:cxn ang="0">
                <a:pos x="connsiteX24527" y="connsiteY24527"/>
              </a:cxn>
              <a:cxn ang="0">
                <a:pos x="connsiteX24528" y="connsiteY24528"/>
              </a:cxn>
              <a:cxn ang="0">
                <a:pos x="connsiteX24529" y="connsiteY24529"/>
              </a:cxn>
              <a:cxn ang="0">
                <a:pos x="connsiteX24530" y="connsiteY24530"/>
              </a:cxn>
              <a:cxn ang="0">
                <a:pos x="connsiteX24531" y="connsiteY24531"/>
              </a:cxn>
              <a:cxn ang="0">
                <a:pos x="connsiteX24532" y="connsiteY24532"/>
              </a:cxn>
              <a:cxn ang="0">
                <a:pos x="connsiteX24533" y="connsiteY24533"/>
              </a:cxn>
              <a:cxn ang="0">
                <a:pos x="connsiteX24534" y="connsiteY24534"/>
              </a:cxn>
              <a:cxn ang="0">
                <a:pos x="connsiteX24535" y="connsiteY24535"/>
              </a:cxn>
              <a:cxn ang="0">
                <a:pos x="connsiteX24536" y="connsiteY24536"/>
              </a:cxn>
              <a:cxn ang="0">
                <a:pos x="connsiteX24537" y="connsiteY24537"/>
              </a:cxn>
              <a:cxn ang="0">
                <a:pos x="connsiteX24538" y="connsiteY24538"/>
              </a:cxn>
              <a:cxn ang="0">
                <a:pos x="connsiteX24539" y="connsiteY24539"/>
              </a:cxn>
              <a:cxn ang="0">
                <a:pos x="connsiteX24540" y="connsiteY24540"/>
              </a:cxn>
              <a:cxn ang="0">
                <a:pos x="connsiteX24541" y="connsiteY24541"/>
              </a:cxn>
              <a:cxn ang="0">
                <a:pos x="connsiteX24542" y="connsiteY24542"/>
              </a:cxn>
              <a:cxn ang="0">
                <a:pos x="connsiteX24543" y="connsiteY24543"/>
              </a:cxn>
              <a:cxn ang="0">
                <a:pos x="connsiteX24544" y="connsiteY24544"/>
              </a:cxn>
              <a:cxn ang="0">
                <a:pos x="connsiteX24545" y="connsiteY24545"/>
              </a:cxn>
              <a:cxn ang="0">
                <a:pos x="connsiteX24546" y="connsiteY24546"/>
              </a:cxn>
              <a:cxn ang="0">
                <a:pos x="connsiteX24547" y="connsiteY24547"/>
              </a:cxn>
              <a:cxn ang="0">
                <a:pos x="connsiteX24548" y="connsiteY24548"/>
              </a:cxn>
              <a:cxn ang="0">
                <a:pos x="connsiteX24549" y="connsiteY24549"/>
              </a:cxn>
              <a:cxn ang="0">
                <a:pos x="connsiteX24550" y="connsiteY24550"/>
              </a:cxn>
              <a:cxn ang="0">
                <a:pos x="connsiteX24551" y="connsiteY24551"/>
              </a:cxn>
              <a:cxn ang="0">
                <a:pos x="connsiteX24552" y="connsiteY24552"/>
              </a:cxn>
              <a:cxn ang="0">
                <a:pos x="connsiteX24553" y="connsiteY24553"/>
              </a:cxn>
              <a:cxn ang="0">
                <a:pos x="connsiteX24554" y="connsiteY24554"/>
              </a:cxn>
              <a:cxn ang="0">
                <a:pos x="connsiteX24555" y="connsiteY24555"/>
              </a:cxn>
              <a:cxn ang="0">
                <a:pos x="connsiteX24556" y="connsiteY24556"/>
              </a:cxn>
              <a:cxn ang="0">
                <a:pos x="connsiteX24557" y="connsiteY24557"/>
              </a:cxn>
              <a:cxn ang="0">
                <a:pos x="connsiteX24558" y="connsiteY24558"/>
              </a:cxn>
              <a:cxn ang="0">
                <a:pos x="connsiteX24559" y="connsiteY24559"/>
              </a:cxn>
              <a:cxn ang="0">
                <a:pos x="connsiteX24560" y="connsiteY24560"/>
              </a:cxn>
              <a:cxn ang="0">
                <a:pos x="connsiteX24561" y="connsiteY24561"/>
              </a:cxn>
              <a:cxn ang="0">
                <a:pos x="connsiteX24562" y="connsiteY24562"/>
              </a:cxn>
              <a:cxn ang="0">
                <a:pos x="connsiteX24563" y="connsiteY24563"/>
              </a:cxn>
              <a:cxn ang="0">
                <a:pos x="connsiteX24564" y="connsiteY24564"/>
              </a:cxn>
              <a:cxn ang="0">
                <a:pos x="connsiteX24565" y="connsiteY24565"/>
              </a:cxn>
              <a:cxn ang="0">
                <a:pos x="connsiteX24566" y="connsiteY24566"/>
              </a:cxn>
              <a:cxn ang="0">
                <a:pos x="connsiteX24567" y="connsiteY24567"/>
              </a:cxn>
              <a:cxn ang="0">
                <a:pos x="connsiteX24568" y="connsiteY24568"/>
              </a:cxn>
              <a:cxn ang="0">
                <a:pos x="connsiteX24569" y="connsiteY24569"/>
              </a:cxn>
              <a:cxn ang="0">
                <a:pos x="connsiteX24570" y="connsiteY24570"/>
              </a:cxn>
              <a:cxn ang="0">
                <a:pos x="connsiteX24571" y="connsiteY24571"/>
              </a:cxn>
              <a:cxn ang="0">
                <a:pos x="connsiteX24572" y="connsiteY24572"/>
              </a:cxn>
              <a:cxn ang="0">
                <a:pos x="connsiteX24573" y="connsiteY24573"/>
              </a:cxn>
              <a:cxn ang="0">
                <a:pos x="connsiteX24574" y="connsiteY24574"/>
              </a:cxn>
              <a:cxn ang="0">
                <a:pos x="connsiteX24575" y="connsiteY24575"/>
              </a:cxn>
              <a:cxn ang="0">
                <a:pos x="connsiteX24576" y="connsiteY24576"/>
              </a:cxn>
              <a:cxn ang="0">
                <a:pos x="connsiteX24577" y="connsiteY24577"/>
              </a:cxn>
              <a:cxn ang="0">
                <a:pos x="connsiteX24578" y="connsiteY24578"/>
              </a:cxn>
              <a:cxn ang="0">
                <a:pos x="connsiteX24579" y="connsiteY24579"/>
              </a:cxn>
              <a:cxn ang="0">
                <a:pos x="connsiteX24580" y="connsiteY24580"/>
              </a:cxn>
              <a:cxn ang="0">
                <a:pos x="connsiteX24581" y="connsiteY24581"/>
              </a:cxn>
              <a:cxn ang="0">
                <a:pos x="connsiteX24582" y="connsiteY24582"/>
              </a:cxn>
              <a:cxn ang="0">
                <a:pos x="connsiteX24583" y="connsiteY24583"/>
              </a:cxn>
              <a:cxn ang="0">
                <a:pos x="connsiteX24584" y="connsiteY24584"/>
              </a:cxn>
              <a:cxn ang="0">
                <a:pos x="connsiteX24585" y="connsiteY24585"/>
              </a:cxn>
              <a:cxn ang="0">
                <a:pos x="connsiteX24586" y="connsiteY24586"/>
              </a:cxn>
              <a:cxn ang="0">
                <a:pos x="connsiteX24587" y="connsiteY24587"/>
              </a:cxn>
              <a:cxn ang="0">
                <a:pos x="connsiteX24588" y="connsiteY24588"/>
              </a:cxn>
              <a:cxn ang="0">
                <a:pos x="connsiteX24589" y="connsiteY24589"/>
              </a:cxn>
              <a:cxn ang="0">
                <a:pos x="connsiteX24590" y="connsiteY24590"/>
              </a:cxn>
              <a:cxn ang="0">
                <a:pos x="connsiteX24591" y="connsiteY24591"/>
              </a:cxn>
              <a:cxn ang="0">
                <a:pos x="connsiteX24592" y="connsiteY24592"/>
              </a:cxn>
              <a:cxn ang="0">
                <a:pos x="connsiteX24593" y="connsiteY24593"/>
              </a:cxn>
              <a:cxn ang="0">
                <a:pos x="connsiteX24594" y="connsiteY24594"/>
              </a:cxn>
              <a:cxn ang="0">
                <a:pos x="connsiteX24595" y="connsiteY24595"/>
              </a:cxn>
              <a:cxn ang="0">
                <a:pos x="connsiteX24596" y="connsiteY24596"/>
              </a:cxn>
              <a:cxn ang="0">
                <a:pos x="connsiteX24597" y="connsiteY24597"/>
              </a:cxn>
              <a:cxn ang="0">
                <a:pos x="connsiteX24598" y="connsiteY24598"/>
              </a:cxn>
              <a:cxn ang="0">
                <a:pos x="connsiteX24599" y="connsiteY24599"/>
              </a:cxn>
              <a:cxn ang="0">
                <a:pos x="connsiteX24600" y="connsiteY24600"/>
              </a:cxn>
              <a:cxn ang="0">
                <a:pos x="connsiteX24601" y="connsiteY24601"/>
              </a:cxn>
              <a:cxn ang="0">
                <a:pos x="connsiteX24602" y="connsiteY24602"/>
              </a:cxn>
              <a:cxn ang="0">
                <a:pos x="connsiteX24603" y="connsiteY24603"/>
              </a:cxn>
              <a:cxn ang="0">
                <a:pos x="connsiteX24604" y="connsiteY24604"/>
              </a:cxn>
              <a:cxn ang="0">
                <a:pos x="connsiteX24605" y="connsiteY24605"/>
              </a:cxn>
              <a:cxn ang="0">
                <a:pos x="connsiteX24606" y="connsiteY24606"/>
              </a:cxn>
              <a:cxn ang="0">
                <a:pos x="connsiteX24607" y="connsiteY24607"/>
              </a:cxn>
              <a:cxn ang="0">
                <a:pos x="connsiteX24608" y="connsiteY24608"/>
              </a:cxn>
              <a:cxn ang="0">
                <a:pos x="connsiteX24609" y="connsiteY24609"/>
              </a:cxn>
              <a:cxn ang="0">
                <a:pos x="connsiteX24610" y="connsiteY24610"/>
              </a:cxn>
              <a:cxn ang="0">
                <a:pos x="connsiteX24611" y="connsiteY24611"/>
              </a:cxn>
              <a:cxn ang="0">
                <a:pos x="connsiteX24612" y="connsiteY24612"/>
              </a:cxn>
              <a:cxn ang="0">
                <a:pos x="connsiteX24613" y="connsiteY24613"/>
              </a:cxn>
              <a:cxn ang="0">
                <a:pos x="connsiteX24614" y="connsiteY24614"/>
              </a:cxn>
              <a:cxn ang="0">
                <a:pos x="connsiteX24615" y="connsiteY24615"/>
              </a:cxn>
              <a:cxn ang="0">
                <a:pos x="connsiteX24616" y="connsiteY24616"/>
              </a:cxn>
              <a:cxn ang="0">
                <a:pos x="connsiteX24617" y="connsiteY24617"/>
              </a:cxn>
              <a:cxn ang="0">
                <a:pos x="connsiteX24618" y="connsiteY24618"/>
              </a:cxn>
              <a:cxn ang="0">
                <a:pos x="connsiteX24619" y="connsiteY24619"/>
              </a:cxn>
              <a:cxn ang="0">
                <a:pos x="connsiteX24620" y="connsiteY24620"/>
              </a:cxn>
              <a:cxn ang="0">
                <a:pos x="connsiteX24621" y="connsiteY24621"/>
              </a:cxn>
              <a:cxn ang="0">
                <a:pos x="connsiteX24622" y="connsiteY24622"/>
              </a:cxn>
              <a:cxn ang="0">
                <a:pos x="connsiteX24623" y="connsiteY24623"/>
              </a:cxn>
              <a:cxn ang="0">
                <a:pos x="connsiteX24624" y="connsiteY24624"/>
              </a:cxn>
              <a:cxn ang="0">
                <a:pos x="connsiteX24625" y="connsiteY24625"/>
              </a:cxn>
              <a:cxn ang="0">
                <a:pos x="connsiteX24626" y="connsiteY24626"/>
              </a:cxn>
              <a:cxn ang="0">
                <a:pos x="connsiteX24627" y="connsiteY24627"/>
              </a:cxn>
              <a:cxn ang="0">
                <a:pos x="connsiteX24628" y="connsiteY24628"/>
              </a:cxn>
              <a:cxn ang="0">
                <a:pos x="connsiteX24629" y="connsiteY24629"/>
              </a:cxn>
              <a:cxn ang="0">
                <a:pos x="connsiteX24630" y="connsiteY24630"/>
              </a:cxn>
              <a:cxn ang="0">
                <a:pos x="connsiteX24631" y="connsiteY24631"/>
              </a:cxn>
              <a:cxn ang="0">
                <a:pos x="connsiteX24632" y="connsiteY24632"/>
              </a:cxn>
              <a:cxn ang="0">
                <a:pos x="connsiteX24633" y="connsiteY24633"/>
              </a:cxn>
              <a:cxn ang="0">
                <a:pos x="connsiteX24634" y="connsiteY24634"/>
              </a:cxn>
              <a:cxn ang="0">
                <a:pos x="connsiteX24635" y="connsiteY24635"/>
              </a:cxn>
              <a:cxn ang="0">
                <a:pos x="connsiteX24636" y="connsiteY24636"/>
              </a:cxn>
              <a:cxn ang="0">
                <a:pos x="connsiteX24637" y="connsiteY24637"/>
              </a:cxn>
              <a:cxn ang="0">
                <a:pos x="connsiteX24638" y="connsiteY24638"/>
              </a:cxn>
              <a:cxn ang="0">
                <a:pos x="connsiteX24639" y="connsiteY24639"/>
              </a:cxn>
              <a:cxn ang="0">
                <a:pos x="connsiteX24640" y="connsiteY24640"/>
              </a:cxn>
              <a:cxn ang="0">
                <a:pos x="connsiteX24641" y="connsiteY24641"/>
              </a:cxn>
              <a:cxn ang="0">
                <a:pos x="connsiteX24642" y="connsiteY24642"/>
              </a:cxn>
              <a:cxn ang="0">
                <a:pos x="connsiteX24643" y="connsiteY24643"/>
              </a:cxn>
              <a:cxn ang="0">
                <a:pos x="connsiteX24644" y="connsiteY24644"/>
              </a:cxn>
              <a:cxn ang="0">
                <a:pos x="connsiteX24645" y="connsiteY24645"/>
              </a:cxn>
              <a:cxn ang="0">
                <a:pos x="connsiteX24646" y="connsiteY24646"/>
              </a:cxn>
              <a:cxn ang="0">
                <a:pos x="connsiteX24647" y="connsiteY24647"/>
              </a:cxn>
              <a:cxn ang="0">
                <a:pos x="connsiteX24648" y="connsiteY24648"/>
              </a:cxn>
              <a:cxn ang="0">
                <a:pos x="connsiteX24649" y="connsiteY24649"/>
              </a:cxn>
              <a:cxn ang="0">
                <a:pos x="connsiteX24650" y="connsiteY24650"/>
              </a:cxn>
              <a:cxn ang="0">
                <a:pos x="connsiteX24651" y="connsiteY24651"/>
              </a:cxn>
              <a:cxn ang="0">
                <a:pos x="connsiteX24652" y="connsiteY24652"/>
              </a:cxn>
              <a:cxn ang="0">
                <a:pos x="connsiteX24653" y="connsiteY24653"/>
              </a:cxn>
              <a:cxn ang="0">
                <a:pos x="connsiteX24654" y="connsiteY24654"/>
              </a:cxn>
              <a:cxn ang="0">
                <a:pos x="connsiteX24655" y="connsiteY24655"/>
              </a:cxn>
              <a:cxn ang="0">
                <a:pos x="connsiteX24656" y="connsiteY24656"/>
              </a:cxn>
              <a:cxn ang="0">
                <a:pos x="connsiteX24657" y="connsiteY24657"/>
              </a:cxn>
              <a:cxn ang="0">
                <a:pos x="connsiteX24658" y="connsiteY24658"/>
              </a:cxn>
              <a:cxn ang="0">
                <a:pos x="connsiteX24659" y="connsiteY24659"/>
              </a:cxn>
              <a:cxn ang="0">
                <a:pos x="connsiteX24660" y="connsiteY24660"/>
              </a:cxn>
              <a:cxn ang="0">
                <a:pos x="connsiteX24661" y="connsiteY24661"/>
              </a:cxn>
              <a:cxn ang="0">
                <a:pos x="connsiteX24662" y="connsiteY24662"/>
              </a:cxn>
              <a:cxn ang="0">
                <a:pos x="connsiteX24663" y="connsiteY24663"/>
              </a:cxn>
              <a:cxn ang="0">
                <a:pos x="connsiteX24664" y="connsiteY24664"/>
              </a:cxn>
              <a:cxn ang="0">
                <a:pos x="connsiteX24665" y="connsiteY24665"/>
              </a:cxn>
              <a:cxn ang="0">
                <a:pos x="connsiteX24666" y="connsiteY24666"/>
              </a:cxn>
              <a:cxn ang="0">
                <a:pos x="connsiteX24667" y="connsiteY24667"/>
              </a:cxn>
              <a:cxn ang="0">
                <a:pos x="connsiteX24668" y="connsiteY24668"/>
              </a:cxn>
              <a:cxn ang="0">
                <a:pos x="connsiteX24669" y="connsiteY24669"/>
              </a:cxn>
              <a:cxn ang="0">
                <a:pos x="connsiteX24670" y="connsiteY24670"/>
              </a:cxn>
              <a:cxn ang="0">
                <a:pos x="connsiteX24671" y="connsiteY24671"/>
              </a:cxn>
              <a:cxn ang="0">
                <a:pos x="connsiteX24672" y="connsiteY24672"/>
              </a:cxn>
              <a:cxn ang="0">
                <a:pos x="connsiteX24673" y="connsiteY24673"/>
              </a:cxn>
              <a:cxn ang="0">
                <a:pos x="connsiteX24674" y="connsiteY24674"/>
              </a:cxn>
              <a:cxn ang="0">
                <a:pos x="connsiteX24675" y="connsiteY24675"/>
              </a:cxn>
              <a:cxn ang="0">
                <a:pos x="connsiteX24676" y="connsiteY24676"/>
              </a:cxn>
              <a:cxn ang="0">
                <a:pos x="connsiteX24677" y="connsiteY24677"/>
              </a:cxn>
              <a:cxn ang="0">
                <a:pos x="connsiteX24678" y="connsiteY24678"/>
              </a:cxn>
              <a:cxn ang="0">
                <a:pos x="connsiteX24679" y="connsiteY24679"/>
              </a:cxn>
              <a:cxn ang="0">
                <a:pos x="connsiteX24680" y="connsiteY24680"/>
              </a:cxn>
              <a:cxn ang="0">
                <a:pos x="connsiteX24681" y="connsiteY24681"/>
              </a:cxn>
              <a:cxn ang="0">
                <a:pos x="connsiteX24682" y="connsiteY24682"/>
              </a:cxn>
              <a:cxn ang="0">
                <a:pos x="connsiteX24683" y="connsiteY24683"/>
              </a:cxn>
              <a:cxn ang="0">
                <a:pos x="connsiteX24684" y="connsiteY24684"/>
              </a:cxn>
              <a:cxn ang="0">
                <a:pos x="connsiteX24685" y="connsiteY24685"/>
              </a:cxn>
              <a:cxn ang="0">
                <a:pos x="connsiteX24686" y="connsiteY24686"/>
              </a:cxn>
              <a:cxn ang="0">
                <a:pos x="connsiteX24687" y="connsiteY24687"/>
              </a:cxn>
              <a:cxn ang="0">
                <a:pos x="connsiteX24688" y="connsiteY24688"/>
              </a:cxn>
              <a:cxn ang="0">
                <a:pos x="connsiteX24689" y="connsiteY24689"/>
              </a:cxn>
              <a:cxn ang="0">
                <a:pos x="connsiteX24690" y="connsiteY24690"/>
              </a:cxn>
              <a:cxn ang="0">
                <a:pos x="connsiteX24691" y="connsiteY24691"/>
              </a:cxn>
              <a:cxn ang="0">
                <a:pos x="connsiteX24692" y="connsiteY24692"/>
              </a:cxn>
              <a:cxn ang="0">
                <a:pos x="connsiteX24693" y="connsiteY24693"/>
              </a:cxn>
              <a:cxn ang="0">
                <a:pos x="connsiteX24694" y="connsiteY24694"/>
              </a:cxn>
              <a:cxn ang="0">
                <a:pos x="connsiteX24695" y="connsiteY24695"/>
              </a:cxn>
              <a:cxn ang="0">
                <a:pos x="connsiteX24696" y="connsiteY24696"/>
              </a:cxn>
              <a:cxn ang="0">
                <a:pos x="connsiteX24697" y="connsiteY24697"/>
              </a:cxn>
              <a:cxn ang="0">
                <a:pos x="connsiteX24698" y="connsiteY24698"/>
              </a:cxn>
              <a:cxn ang="0">
                <a:pos x="connsiteX24699" y="connsiteY24699"/>
              </a:cxn>
              <a:cxn ang="0">
                <a:pos x="connsiteX24700" y="connsiteY24700"/>
              </a:cxn>
              <a:cxn ang="0">
                <a:pos x="connsiteX24701" y="connsiteY24701"/>
              </a:cxn>
              <a:cxn ang="0">
                <a:pos x="connsiteX24702" y="connsiteY24702"/>
              </a:cxn>
              <a:cxn ang="0">
                <a:pos x="connsiteX24703" y="connsiteY24703"/>
              </a:cxn>
              <a:cxn ang="0">
                <a:pos x="connsiteX24704" y="connsiteY24704"/>
              </a:cxn>
              <a:cxn ang="0">
                <a:pos x="connsiteX24705" y="connsiteY24705"/>
              </a:cxn>
              <a:cxn ang="0">
                <a:pos x="connsiteX24706" y="connsiteY24706"/>
              </a:cxn>
              <a:cxn ang="0">
                <a:pos x="connsiteX24707" y="connsiteY24707"/>
              </a:cxn>
              <a:cxn ang="0">
                <a:pos x="connsiteX24708" y="connsiteY24708"/>
              </a:cxn>
              <a:cxn ang="0">
                <a:pos x="connsiteX24709" y="connsiteY24709"/>
              </a:cxn>
              <a:cxn ang="0">
                <a:pos x="connsiteX24710" y="connsiteY24710"/>
              </a:cxn>
              <a:cxn ang="0">
                <a:pos x="connsiteX24711" y="connsiteY24711"/>
              </a:cxn>
              <a:cxn ang="0">
                <a:pos x="connsiteX24712" y="connsiteY24712"/>
              </a:cxn>
              <a:cxn ang="0">
                <a:pos x="connsiteX24713" y="connsiteY24713"/>
              </a:cxn>
              <a:cxn ang="0">
                <a:pos x="connsiteX24714" y="connsiteY24714"/>
              </a:cxn>
              <a:cxn ang="0">
                <a:pos x="connsiteX24715" y="connsiteY24715"/>
              </a:cxn>
              <a:cxn ang="0">
                <a:pos x="connsiteX24716" y="connsiteY24716"/>
              </a:cxn>
              <a:cxn ang="0">
                <a:pos x="connsiteX24717" y="connsiteY24717"/>
              </a:cxn>
              <a:cxn ang="0">
                <a:pos x="connsiteX24718" y="connsiteY24718"/>
              </a:cxn>
              <a:cxn ang="0">
                <a:pos x="connsiteX24719" y="connsiteY24719"/>
              </a:cxn>
              <a:cxn ang="0">
                <a:pos x="connsiteX24720" y="connsiteY24720"/>
              </a:cxn>
              <a:cxn ang="0">
                <a:pos x="connsiteX24721" y="connsiteY24721"/>
              </a:cxn>
              <a:cxn ang="0">
                <a:pos x="connsiteX24722" y="connsiteY24722"/>
              </a:cxn>
              <a:cxn ang="0">
                <a:pos x="connsiteX24723" y="connsiteY24723"/>
              </a:cxn>
              <a:cxn ang="0">
                <a:pos x="connsiteX24724" y="connsiteY24724"/>
              </a:cxn>
              <a:cxn ang="0">
                <a:pos x="connsiteX24725" y="connsiteY24725"/>
              </a:cxn>
              <a:cxn ang="0">
                <a:pos x="connsiteX24726" y="connsiteY24726"/>
              </a:cxn>
              <a:cxn ang="0">
                <a:pos x="connsiteX24727" y="connsiteY24727"/>
              </a:cxn>
              <a:cxn ang="0">
                <a:pos x="connsiteX24728" y="connsiteY24728"/>
              </a:cxn>
              <a:cxn ang="0">
                <a:pos x="connsiteX24729" y="connsiteY24729"/>
              </a:cxn>
              <a:cxn ang="0">
                <a:pos x="connsiteX24730" y="connsiteY24730"/>
              </a:cxn>
              <a:cxn ang="0">
                <a:pos x="connsiteX24731" y="connsiteY24731"/>
              </a:cxn>
              <a:cxn ang="0">
                <a:pos x="connsiteX24732" y="connsiteY24732"/>
              </a:cxn>
              <a:cxn ang="0">
                <a:pos x="connsiteX24733" y="connsiteY24733"/>
              </a:cxn>
              <a:cxn ang="0">
                <a:pos x="connsiteX24734" y="connsiteY24734"/>
              </a:cxn>
              <a:cxn ang="0">
                <a:pos x="connsiteX24735" y="connsiteY24735"/>
              </a:cxn>
              <a:cxn ang="0">
                <a:pos x="connsiteX24736" y="connsiteY24736"/>
              </a:cxn>
              <a:cxn ang="0">
                <a:pos x="connsiteX24737" y="connsiteY24737"/>
              </a:cxn>
              <a:cxn ang="0">
                <a:pos x="connsiteX24738" y="connsiteY24738"/>
              </a:cxn>
              <a:cxn ang="0">
                <a:pos x="connsiteX24739" y="connsiteY24739"/>
              </a:cxn>
              <a:cxn ang="0">
                <a:pos x="connsiteX24740" y="connsiteY24740"/>
              </a:cxn>
              <a:cxn ang="0">
                <a:pos x="connsiteX24741" y="connsiteY24741"/>
              </a:cxn>
              <a:cxn ang="0">
                <a:pos x="connsiteX24742" y="connsiteY24742"/>
              </a:cxn>
              <a:cxn ang="0">
                <a:pos x="connsiteX24743" y="connsiteY24743"/>
              </a:cxn>
              <a:cxn ang="0">
                <a:pos x="connsiteX24744" y="connsiteY24744"/>
              </a:cxn>
              <a:cxn ang="0">
                <a:pos x="connsiteX24745" y="connsiteY24745"/>
              </a:cxn>
              <a:cxn ang="0">
                <a:pos x="connsiteX24746" y="connsiteY24746"/>
              </a:cxn>
              <a:cxn ang="0">
                <a:pos x="connsiteX24747" y="connsiteY24747"/>
              </a:cxn>
              <a:cxn ang="0">
                <a:pos x="connsiteX24748" y="connsiteY24748"/>
              </a:cxn>
              <a:cxn ang="0">
                <a:pos x="connsiteX24749" y="connsiteY24749"/>
              </a:cxn>
              <a:cxn ang="0">
                <a:pos x="connsiteX24750" y="connsiteY24750"/>
              </a:cxn>
              <a:cxn ang="0">
                <a:pos x="connsiteX24751" y="connsiteY24751"/>
              </a:cxn>
              <a:cxn ang="0">
                <a:pos x="connsiteX24752" y="connsiteY24752"/>
              </a:cxn>
              <a:cxn ang="0">
                <a:pos x="connsiteX24753" y="connsiteY24753"/>
              </a:cxn>
              <a:cxn ang="0">
                <a:pos x="connsiteX24754" y="connsiteY24754"/>
              </a:cxn>
              <a:cxn ang="0">
                <a:pos x="connsiteX24755" y="connsiteY24755"/>
              </a:cxn>
              <a:cxn ang="0">
                <a:pos x="connsiteX24756" y="connsiteY24756"/>
              </a:cxn>
              <a:cxn ang="0">
                <a:pos x="connsiteX24757" y="connsiteY24757"/>
              </a:cxn>
              <a:cxn ang="0">
                <a:pos x="connsiteX24758" y="connsiteY24758"/>
              </a:cxn>
              <a:cxn ang="0">
                <a:pos x="connsiteX24759" y="connsiteY24759"/>
              </a:cxn>
              <a:cxn ang="0">
                <a:pos x="connsiteX24760" y="connsiteY24760"/>
              </a:cxn>
              <a:cxn ang="0">
                <a:pos x="connsiteX24761" y="connsiteY24761"/>
              </a:cxn>
              <a:cxn ang="0">
                <a:pos x="connsiteX24762" y="connsiteY24762"/>
              </a:cxn>
              <a:cxn ang="0">
                <a:pos x="connsiteX24763" y="connsiteY24763"/>
              </a:cxn>
              <a:cxn ang="0">
                <a:pos x="connsiteX24764" y="connsiteY24764"/>
              </a:cxn>
              <a:cxn ang="0">
                <a:pos x="connsiteX24765" y="connsiteY24765"/>
              </a:cxn>
              <a:cxn ang="0">
                <a:pos x="connsiteX24766" y="connsiteY24766"/>
              </a:cxn>
              <a:cxn ang="0">
                <a:pos x="connsiteX24767" y="connsiteY24767"/>
              </a:cxn>
              <a:cxn ang="0">
                <a:pos x="connsiteX24768" y="connsiteY24768"/>
              </a:cxn>
              <a:cxn ang="0">
                <a:pos x="connsiteX24769" y="connsiteY24769"/>
              </a:cxn>
              <a:cxn ang="0">
                <a:pos x="connsiteX24770" y="connsiteY24770"/>
              </a:cxn>
              <a:cxn ang="0">
                <a:pos x="connsiteX24771" y="connsiteY24771"/>
              </a:cxn>
              <a:cxn ang="0">
                <a:pos x="connsiteX24772" y="connsiteY24772"/>
              </a:cxn>
              <a:cxn ang="0">
                <a:pos x="connsiteX24773" y="connsiteY24773"/>
              </a:cxn>
              <a:cxn ang="0">
                <a:pos x="connsiteX24774" y="connsiteY24774"/>
              </a:cxn>
              <a:cxn ang="0">
                <a:pos x="connsiteX24775" y="connsiteY24775"/>
              </a:cxn>
              <a:cxn ang="0">
                <a:pos x="connsiteX24776" y="connsiteY24776"/>
              </a:cxn>
              <a:cxn ang="0">
                <a:pos x="connsiteX24777" y="connsiteY24777"/>
              </a:cxn>
              <a:cxn ang="0">
                <a:pos x="connsiteX24778" y="connsiteY24778"/>
              </a:cxn>
              <a:cxn ang="0">
                <a:pos x="connsiteX24779" y="connsiteY24779"/>
              </a:cxn>
              <a:cxn ang="0">
                <a:pos x="connsiteX24780" y="connsiteY24780"/>
              </a:cxn>
              <a:cxn ang="0">
                <a:pos x="connsiteX24781" y="connsiteY24781"/>
              </a:cxn>
              <a:cxn ang="0">
                <a:pos x="connsiteX24782" y="connsiteY24782"/>
              </a:cxn>
              <a:cxn ang="0">
                <a:pos x="connsiteX24783" y="connsiteY24783"/>
              </a:cxn>
              <a:cxn ang="0">
                <a:pos x="connsiteX24784" y="connsiteY24784"/>
              </a:cxn>
              <a:cxn ang="0">
                <a:pos x="connsiteX24785" y="connsiteY24785"/>
              </a:cxn>
              <a:cxn ang="0">
                <a:pos x="connsiteX24786" y="connsiteY24786"/>
              </a:cxn>
              <a:cxn ang="0">
                <a:pos x="connsiteX24787" y="connsiteY24787"/>
              </a:cxn>
              <a:cxn ang="0">
                <a:pos x="connsiteX24788" y="connsiteY24788"/>
              </a:cxn>
              <a:cxn ang="0">
                <a:pos x="connsiteX24789" y="connsiteY24789"/>
              </a:cxn>
              <a:cxn ang="0">
                <a:pos x="connsiteX24790" y="connsiteY24790"/>
              </a:cxn>
              <a:cxn ang="0">
                <a:pos x="connsiteX24791" y="connsiteY24791"/>
              </a:cxn>
              <a:cxn ang="0">
                <a:pos x="connsiteX24792" y="connsiteY24792"/>
              </a:cxn>
              <a:cxn ang="0">
                <a:pos x="connsiteX24793" y="connsiteY24793"/>
              </a:cxn>
              <a:cxn ang="0">
                <a:pos x="connsiteX24794" y="connsiteY24794"/>
              </a:cxn>
              <a:cxn ang="0">
                <a:pos x="connsiteX24795" y="connsiteY24795"/>
              </a:cxn>
              <a:cxn ang="0">
                <a:pos x="connsiteX24796" y="connsiteY24796"/>
              </a:cxn>
              <a:cxn ang="0">
                <a:pos x="connsiteX24797" y="connsiteY24797"/>
              </a:cxn>
              <a:cxn ang="0">
                <a:pos x="connsiteX24798" y="connsiteY24798"/>
              </a:cxn>
              <a:cxn ang="0">
                <a:pos x="connsiteX24799" y="connsiteY24799"/>
              </a:cxn>
              <a:cxn ang="0">
                <a:pos x="connsiteX24800" y="connsiteY24800"/>
              </a:cxn>
              <a:cxn ang="0">
                <a:pos x="connsiteX24801" y="connsiteY24801"/>
              </a:cxn>
              <a:cxn ang="0">
                <a:pos x="connsiteX24802" y="connsiteY24802"/>
              </a:cxn>
              <a:cxn ang="0">
                <a:pos x="connsiteX24803" y="connsiteY24803"/>
              </a:cxn>
              <a:cxn ang="0">
                <a:pos x="connsiteX24804" y="connsiteY24804"/>
              </a:cxn>
              <a:cxn ang="0">
                <a:pos x="connsiteX24805" y="connsiteY24805"/>
              </a:cxn>
              <a:cxn ang="0">
                <a:pos x="connsiteX24806" y="connsiteY24806"/>
              </a:cxn>
              <a:cxn ang="0">
                <a:pos x="connsiteX24807" y="connsiteY24807"/>
              </a:cxn>
              <a:cxn ang="0">
                <a:pos x="connsiteX24808" y="connsiteY24808"/>
              </a:cxn>
              <a:cxn ang="0">
                <a:pos x="connsiteX24809" y="connsiteY24809"/>
              </a:cxn>
              <a:cxn ang="0">
                <a:pos x="connsiteX24810" y="connsiteY24810"/>
              </a:cxn>
              <a:cxn ang="0">
                <a:pos x="connsiteX24811" y="connsiteY24811"/>
              </a:cxn>
              <a:cxn ang="0">
                <a:pos x="connsiteX24812" y="connsiteY24812"/>
              </a:cxn>
              <a:cxn ang="0">
                <a:pos x="connsiteX24813" y="connsiteY24813"/>
              </a:cxn>
              <a:cxn ang="0">
                <a:pos x="connsiteX24814" y="connsiteY24814"/>
              </a:cxn>
              <a:cxn ang="0">
                <a:pos x="connsiteX24815" y="connsiteY24815"/>
              </a:cxn>
              <a:cxn ang="0">
                <a:pos x="connsiteX24816" y="connsiteY24816"/>
              </a:cxn>
              <a:cxn ang="0">
                <a:pos x="connsiteX24817" y="connsiteY24817"/>
              </a:cxn>
              <a:cxn ang="0">
                <a:pos x="connsiteX24818" y="connsiteY24818"/>
              </a:cxn>
              <a:cxn ang="0">
                <a:pos x="connsiteX24819" y="connsiteY24819"/>
              </a:cxn>
              <a:cxn ang="0">
                <a:pos x="connsiteX24820" y="connsiteY24820"/>
              </a:cxn>
              <a:cxn ang="0">
                <a:pos x="connsiteX24821" y="connsiteY24821"/>
              </a:cxn>
              <a:cxn ang="0">
                <a:pos x="connsiteX24822" y="connsiteY24822"/>
              </a:cxn>
              <a:cxn ang="0">
                <a:pos x="connsiteX24823" y="connsiteY24823"/>
              </a:cxn>
              <a:cxn ang="0">
                <a:pos x="connsiteX24824" y="connsiteY24824"/>
              </a:cxn>
              <a:cxn ang="0">
                <a:pos x="connsiteX24825" y="connsiteY24825"/>
              </a:cxn>
              <a:cxn ang="0">
                <a:pos x="connsiteX24826" y="connsiteY24826"/>
              </a:cxn>
              <a:cxn ang="0">
                <a:pos x="connsiteX24827" y="connsiteY24827"/>
              </a:cxn>
              <a:cxn ang="0">
                <a:pos x="connsiteX24828" y="connsiteY24828"/>
              </a:cxn>
              <a:cxn ang="0">
                <a:pos x="connsiteX24829" y="connsiteY24829"/>
              </a:cxn>
              <a:cxn ang="0">
                <a:pos x="connsiteX24830" y="connsiteY24830"/>
              </a:cxn>
              <a:cxn ang="0">
                <a:pos x="connsiteX24831" y="connsiteY24831"/>
              </a:cxn>
              <a:cxn ang="0">
                <a:pos x="connsiteX24832" y="connsiteY24832"/>
              </a:cxn>
              <a:cxn ang="0">
                <a:pos x="connsiteX24833" y="connsiteY24833"/>
              </a:cxn>
              <a:cxn ang="0">
                <a:pos x="connsiteX24834" y="connsiteY24834"/>
              </a:cxn>
              <a:cxn ang="0">
                <a:pos x="connsiteX24835" y="connsiteY24835"/>
              </a:cxn>
              <a:cxn ang="0">
                <a:pos x="connsiteX24836" y="connsiteY24836"/>
              </a:cxn>
              <a:cxn ang="0">
                <a:pos x="connsiteX24837" y="connsiteY24837"/>
              </a:cxn>
              <a:cxn ang="0">
                <a:pos x="connsiteX24838" y="connsiteY24838"/>
              </a:cxn>
              <a:cxn ang="0">
                <a:pos x="connsiteX24839" y="connsiteY24839"/>
              </a:cxn>
              <a:cxn ang="0">
                <a:pos x="connsiteX24840" y="connsiteY24840"/>
              </a:cxn>
              <a:cxn ang="0">
                <a:pos x="connsiteX24841" y="connsiteY24841"/>
              </a:cxn>
              <a:cxn ang="0">
                <a:pos x="connsiteX24842" y="connsiteY24842"/>
              </a:cxn>
              <a:cxn ang="0">
                <a:pos x="connsiteX24843" y="connsiteY24843"/>
              </a:cxn>
              <a:cxn ang="0">
                <a:pos x="connsiteX24844" y="connsiteY24844"/>
              </a:cxn>
              <a:cxn ang="0">
                <a:pos x="connsiteX24845" y="connsiteY24845"/>
              </a:cxn>
              <a:cxn ang="0">
                <a:pos x="connsiteX24846" y="connsiteY24846"/>
              </a:cxn>
              <a:cxn ang="0">
                <a:pos x="connsiteX24847" y="connsiteY24847"/>
              </a:cxn>
              <a:cxn ang="0">
                <a:pos x="connsiteX24848" y="connsiteY24848"/>
              </a:cxn>
              <a:cxn ang="0">
                <a:pos x="connsiteX24849" y="connsiteY24849"/>
              </a:cxn>
              <a:cxn ang="0">
                <a:pos x="connsiteX24850" y="connsiteY24850"/>
              </a:cxn>
              <a:cxn ang="0">
                <a:pos x="connsiteX24851" y="connsiteY24851"/>
              </a:cxn>
              <a:cxn ang="0">
                <a:pos x="connsiteX24852" y="connsiteY24852"/>
              </a:cxn>
              <a:cxn ang="0">
                <a:pos x="connsiteX24853" y="connsiteY24853"/>
              </a:cxn>
              <a:cxn ang="0">
                <a:pos x="connsiteX24854" y="connsiteY24854"/>
              </a:cxn>
              <a:cxn ang="0">
                <a:pos x="connsiteX24855" y="connsiteY24855"/>
              </a:cxn>
              <a:cxn ang="0">
                <a:pos x="connsiteX24856" y="connsiteY24856"/>
              </a:cxn>
              <a:cxn ang="0">
                <a:pos x="connsiteX24857" y="connsiteY24857"/>
              </a:cxn>
              <a:cxn ang="0">
                <a:pos x="connsiteX24858" y="connsiteY24858"/>
              </a:cxn>
              <a:cxn ang="0">
                <a:pos x="connsiteX24859" y="connsiteY24859"/>
              </a:cxn>
              <a:cxn ang="0">
                <a:pos x="connsiteX24860" y="connsiteY24860"/>
              </a:cxn>
              <a:cxn ang="0">
                <a:pos x="connsiteX24861" y="connsiteY24861"/>
              </a:cxn>
              <a:cxn ang="0">
                <a:pos x="connsiteX24862" y="connsiteY24862"/>
              </a:cxn>
              <a:cxn ang="0">
                <a:pos x="connsiteX24863" y="connsiteY24863"/>
              </a:cxn>
              <a:cxn ang="0">
                <a:pos x="connsiteX24864" y="connsiteY24864"/>
              </a:cxn>
              <a:cxn ang="0">
                <a:pos x="connsiteX24865" y="connsiteY24865"/>
              </a:cxn>
              <a:cxn ang="0">
                <a:pos x="connsiteX24866" y="connsiteY24866"/>
              </a:cxn>
              <a:cxn ang="0">
                <a:pos x="connsiteX24867" y="connsiteY24867"/>
              </a:cxn>
              <a:cxn ang="0">
                <a:pos x="connsiteX24868" y="connsiteY24868"/>
              </a:cxn>
              <a:cxn ang="0">
                <a:pos x="connsiteX24869" y="connsiteY24869"/>
              </a:cxn>
              <a:cxn ang="0">
                <a:pos x="connsiteX24870" y="connsiteY24870"/>
              </a:cxn>
              <a:cxn ang="0">
                <a:pos x="connsiteX24871" y="connsiteY24871"/>
              </a:cxn>
              <a:cxn ang="0">
                <a:pos x="connsiteX24872" y="connsiteY24872"/>
              </a:cxn>
              <a:cxn ang="0">
                <a:pos x="connsiteX24873" y="connsiteY24873"/>
              </a:cxn>
              <a:cxn ang="0">
                <a:pos x="connsiteX24874" y="connsiteY24874"/>
              </a:cxn>
              <a:cxn ang="0">
                <a:pos x="connsiteX24875" y="connsiteY24875"/>
              </a:cxn>
              <a:cxn ang="0">
                <a:pos x="connsiteX24876" y="connsiteY24876"/>
              </a:cxn>
              <a:cxn ang="0">
                <a:pos x="connsiteX24877" y="connsiteY24877"/>
              </a:cxn>
              <a:cxn ang="0">
                <a:pos x="connsiteX24878" y="connsiteY24878"/>
              </a:cxn>
              <a:cxn ang="0">
                <a:pos x="connsiteX24879" y="connsiteY24879"/>
              </a:cxn>
              <a:cxn ang="0">
                <a:pos x="connsiteX24880" y="connsiteY24880"/>
              </a:cxn>
              <a:cxn ang="0">
                <a:pos x="connsiteX24881" y="connsiteY24881"/>
              </a:cxn>
              <a:cxn ang="0">
                <a:pos x="connsiteX24882" y="connsiteY24882"/>
              </a:cxn>
              <a:cxn ang="0">
                <a:pos x="connsiteX24883" y="connsiteY24883"/>
              </a:cxn>
              <a:cxn ang="0">
                <a:pos x="connsiteX24884" y="connsiteY24884"/>
              </a:cxn>
              <a:cxn ang="0">
                <a:pos x="connsiteX24885" y="connsiteY24885"/>
              </a:cxn>
              <a:cxn ang="0">
                <a:pos x="connsiteX24886" y="connsiteY24886"/>
              </a:cxn>
              <a:cxn ang="0">
                <a:pos x="connsiteX24887" y="connsiteY24887"/>
              </a:cxn>
              <a:cxn ang="0">
                <a:pos x="connsiteX24888" y="connsiteY24888"/>
              </a:cxn>
              <a:cxn ang="0">
                <a:pos x="connsiteX24889" y="connsiteY24889"/>
              </a:cxn>
              <a:cxn ang="0">
                <a:pos x="connsiteX24890" y="connsiteY24890"/>
              </a:cxn>
              <a:cxn ang="0">
                <a:pos x="connsiteX24891" y="connsiteY24891"/>
              </a:cxn>
              <a:cxn ang="0">
                <a:pos x="connsiteX24892" y="connsiteY24892"/>
              </a:cxn>
              <a:cxn ang="0">
                <a:pos x="connsiteX24893" y="connsiteY24893"/>
              </a:cxn>
              <a:cxn ang="0">
                <a:pos x="connsiteX24894" y="connsiteY24894"/>
              </a:cxn>
              <a:cxn ang="0">
                <a:pos x="connsiteX24895" y="connsiteY24895"/>
              </a:cxn>
              <a:cxn ang="0">
                <a:pos x="connsiteX24896" y="connsiteY24896"/>
              </a:cxn>
              <a:cxn ang="0">
                <a:pos x="connsiteX24897" y="connsiteY24897"/>
              </a:cxn>
              <a:cxn ang="0">
                <a:pos x="connsiteX24898" y="connsiteY24898"/>
              </a:cxn>
              <a:cxn ang="0">
                <a:pos x="connsiteX24899" y="connsiteY24899"/>
              </a:cxn>
              <a:cxn ang="0">
                <a:pos x="connsiteX24900" y="connsiteY24900"/>
              </a:cxn>
              <a:cxn ang="0">
                <a:pos x="connsiteX24901" y="connsiteY24901"/>
              </a:cxn>
              <a:cxn ang="0">
                <a:pos x="connsiteX24902" y="connsiteY24902"/>
              </a:cxn>
              <a:cxn ang="0">
                <a:pos x="connsiteX24903" y="connsiteY24903"/>
              </a:cxn>
              <a:cxn ang="0">
                <a:pos x="connsiteX24904" y="connsiteY24904"/>
              </a:cxn>
              <a:cxn ang="0">
                <a:pos x="connsiteX24905" y="connsiteY24905"/>
              </a:cxn>
              <a:cxn ang="0">
                <a:pos x="connsiteX24906" y="connsiteY24906"/>
              </a:cxn>
              <a:cxn ang="0">
                <a:pos x="connsiteX24907" y="connsiteY24907"/>
              </a:cxn>
              <a:cxn ang="0">
                <a:pos x="connsiteX24908" y="connsiteY24908"/>
              </a:cxn>
              <a:cxn ang="0">
                <a:pos x="connsiteX24909" y="connsiteY24909"/>
              </a:cxn>
              <a:cxn ang="0">
                <a:pos x="connsiteX24910" y="connsiteY24910"/>
              </a:cxn>
              <a:cxn ang="0">
                <a:pos x="connsiteX24911" y="connsiteY24911"/>
              </a:cxn>
              <a:cxn ang="0">
                <a:pos x="connsiteX24912" y="connsiteY24912"/>
              </a:cxn>
              <a:cxn ang="0">
                <a:pos x="connsiteX24913" y="connsiteY24913"/>
              </a:cxn>
              <a:cxn ang="0">
                <a:pos x="connsiteX24914" y="connsiteY24914"/>
              </a:cxn>
              <a:cxn ang="0">
                <a:pos x="connsiteX24915" y="connsiteY24915"/>
              </a:cxn>
              <a:cxn ang="0">
                <a:pos x="connsiteX24916" y="connsiteY24916"/>
              </a:cxn>
              <a:cxn ang="0">
                <a:pos x="connsiteX24917" y="connsiteY24917"/>
              </a:cxn>
              <a:cxn ang="0">
                <a:pos x="connsiteX24918" y="connsiteY24918"/>
              </a:cxn>
              <a:cxn ang="0">
                <a:pos x="connsiteX24919" y="connsiteY24919"/>
              </a:cxn>
              <a:cxn ang="0">
                <a:pos x="connsiteX24920" y="connsiteY24920"/>
              </a:cxn>
              <a:cxn ang="0">
                <a:pos x="connsiteX24921" y="connsiteY24921"/>
              </a:cxn>
              <a:cxn ang="0">
                <a:pos x="connsiteX24922" y="connsiteY24922"/>
              </a:cxn>
              <a:cxn ang="0">
                <a:pos x="connsiteX24923" y="connsiteY24923"/>
              </a:cxn>
              <a:cxn ang="0">
                <a:pos x="connsiteX24924" y="connsiteY24924"/>
              </a:cxn>
              <a:cxn ang="0">
                <a:pos x="connsiteX24925" y="connsiteY24925"/>
              </a:cxn>
              <a:cxn ang="0">
                <a:pos x="connsiteX24926" y="connsiteY24926"/>
              </a:cxn>
              <a:cxn ang="0">
                <a:pos x="connsiteX24927" y="connsiteY24927"/>
              </a:cxn>
              <a:cxn ang="0">
                <a:pos x="connsiteX24928" y="connsiteY24928"/>
              </a:cxn>
              <a:cxn ang="0">
                <a:pos x="connsiteX24929" y="connsiteY24929"/>
              </a:cxn>
              <a:cxn ang="0">
                <a:pos x="connsiteX24930" y="connsiteY24930"/>
              </a:cxn>
              <a:cxn ang="0">
                <a:pos x="connsiteX24931" y="connsiteY24931"/>
              </a:cxn>
              <a:cxn ang="0">
                <a:pos x="connsiteX24932" y="connsiteY24932"/>
              </a:cxn>
              <a:cxn ang="0">
                <a:pos x="connsiteX24933" y="connsiteY24933"/>
              </a:cxn>
              <a:cxn ang="0">
                <a:pos x="connsiteX24934" y="connsiteY24934"/>
              </a:cxn>
              <a:cxn ang="0">
                <a:pos x="connsiteX24935" y="connsiteY24935"/>
              </a:cxn>
              <a:cxn ang="0">
                <a:pos x="connsiteX24936" y="connsiteY24936"/>
              </a:cxn>
              <a:cxn ang="0">
                <a:pos x="connsiteX24937" y="connsiteY24937"/>
              </a:cxn>
              <a:cxn ang="0">
                <a:pos x="connsiteX24938" y="connsiteY24938"/>
              </a:cxn>
              <a:cxn ang="0">
                <a:pos x="connsiteX24939" y="connsiteY24939"/>
              </a:cxn>
              <a:cxn ang="0">
                <a:pos x="connsiteX24940" y="connsiteY24940"/>
              </a:cxn>
              <a:cxn ang="0">
                <a:pos x="connsiteX24941" y="connsiteY24941"/>
              </a:cxn>
              <a:cxn ang="0">
                <a:pos x="connsiteX24942" y="connsiteY24942"/>
              </a:cxn>
              <a:cxn ang="0">
                <a:pos x="connsiteX24943" y="connsiteY24943"/>
              </a:cxn>
              <a:cxn ang="0">
                <a:pos x="connsiteX24944" y="connsiteY24944"/>
              </a:cxn>
              <a:cxn ang="0">
                <a:pos x="connsiteX24945" y="connsiteY24945"/>
              </a:cxn>
              <a:cxn ang="0">
                <a:pos x="connsiteX24946" y="connsiteY24946"/>
              </a:cxn>
              <a:cxn ang="0">
                <a:pos x="connsiteX24947" y="connsiteY24947"/>
              </a:cxn>
              <a:cxn ang="0">
                <a:pos x="connsiteX24948" y="connsiteY24948"/>
              </a:cxn>
              <a:cxn ang="0">
                <a:pos x="connsiteX24949" y="connsiteY24949"/>
              </a:cxn>
              <a:cxn ang="0">
                <a:pos x="connsiteX24950" y="connsiteY24950"/>
              </a:cxn>
              <a:cxn ang="0">
                <a:pos x="connsiteX24951" y="connsiteY24951"/>
              </a:cxn>
              <a:cxn ang="0">
                <a:pos x="connsiteX24952" y="connsiteY24952"/>
              </a:cxn>
              <a:cxn ang="0">
                <a:pos x="connsiteX24953" y="connsiteY24953"/>
              </a:cxn>
              <a:cxn ang="0">
                <a:pos x="connsiteX24954" y="connsiteY24954"/>
              </a:cxn>
              <a:cxn ang="0">
                <a:pos x="connsiteX24955" y="connsiteY24955"/>
              </a:cxn>
              <a:cxn ang="0">
                <a:pos x="connsiteX24956" y="connsiteY24956"/>
              </a:cxn>
              <a:cxn ang="0">
                <a:pos x="connsiteX24957" y="connsiteY24957"/>
              </a:cxn>
              <a:cxn ang="0">
                <a:pos x="connsiteX24958" y="connsiteY24958"/>
              </a:cxn>
              <a:cxn ang="0">
                <a:pos x="connsiteX24959" y="connsiteY24959"/>
              </a:cxn>
              <a:cxn ang="0">
                <a:pos x="connsiteX24960" y="connsiteY24960"/>
              </a:cxn>
              <a:cxn ang="0">
                <a:pos x="connsiteX24961" y="connsiteY24961"/>
              </a:cxn>
              <a:cxn ang="0">
                <a:pos x="connsiteX24962" y="connsiteY24962"/>
              </a:cxn>
              <a:cxn ang="0">
                <a:pos x="connsiteX24963" y="connsiteY24963"/>
              </a:cxn>
              <a:cxn ang="0">
                <a:pos x="connsiteX24964" y="connsiteY24964"/>
              </a:cxn>
              <a:cxn ang="0">
                <a:pos x="connsiteX24965" y="connsiteY24965"/>
              </a:cxn>
              <a:cxn ang="0">
                <a:pos x="connsiteX24966" y="connsiteY24966"/>
              </a:cxn>
              <a:cxn ang="0">
                <a:pos x="connsiteX24967" y="connsiteY24967"/>
              </a:cxn>
              <a:cxn ang="0">
                <a:pos x="connsiteX24968" y="connsiteY24968"/>
              </a:cxn>
              <a:cxn ang="0">
                <a:pos x="connsiteX24969" y="connsiteY24969"/>
              </a:cxn>
              <a:cxn ang="0">
                <a:pos x="connsiteX24970" y="connsiteY24970"/>
              </a:cxn>
              <a:cxn ang="0">
                <a:pos x="connsiteX24971" y="connsiteY24971"/>
              </a:cxn>
              <a:cxn ang="0">
                <a:pos x="connsiteX24972" y="connsiteY24972"/>
              </a:cxn>
              <a:cxn ang="0">
                <a:pos x="connsiteX24973" y="connsiteY24973"/>
              </a:cxn>
              <a:cxn ang="0">
                <a:pos x="connsiteX24974" y="connsiteY24974"/>
              </a:cxn>
              <a:cxn ang="0">
                <a:pos x="connsiteX24975" y="connsiteY24975"/>
              </a:cxn>
              <a:cxn ang="0">
                <a:pos x="connsiteX24976" y="connsiteY24976"/>
              </a:cxn>
              <a:cxn ang="0">
                <a:pos x="connsiteX24977" y="connsiteY24977"/>
              </a:cxn>
              <a:cxn ang="0">
                <a:pos x="connsiteX24978" y="connsiteY24978"/>
              </a:cxn>
              <a:cxn ang="0">
                <a:pos x="connsiteX24979" y="connsiteY24979"/>
              </a:cxn>
              <a:cxn ang="0">
                <a:pos x="connsiteX24980" y="connsiteY24980"/>
              </a:cxn>
              <a:cxn ang="0">
                <a:pos x="connsiteX24981" y="connsiteY24981"/>
              </a:cxn>
              <a:cxn ang="0">
                <a:pos x="connsiteX24982" y="connsiteY24982"/>
              </a:cxn>
              <a:cxn ang="0">
                <a:pos x="connsiteX24983" y="connsiteY24983"/>
              </a:cxn>
              <a:cxn ang="0">
                <a:pos x="connsiteX24984" y="connsiteY24984"/>
              </a:cxn>
              <a:cxn ang="0">
                <a:pos x="connsiteX24985" y="connsiteY24985"/>
              </a:cxn>
              <a:cxn ang="0">
                <a:pos x="connsiteX24986" y="connsiteY24986"/>
              </a:cxn>
              <a:cxn ang="0">
                <a:pos x="connsiteX24987" y="connsiteY24987"/>
              </a:cxn>
              <a:cxn ang="0">
                <a:pos x="connsiteX24988" y="connsiteY24988"/>
              </a:cxn>
              <a:cxn ang="0">
                <a:pos x="connsiteX24989" y="connsiteY24989"/>
              </a:cxn>
              <a:cxn ang="0">
                <a:pos x="connsiteX24990" y="connsiteY24990"/>
              </a:cxn>
              <a:cxn ang="0">
                <a:pos x="connsiteX24991" y="connsiteY24991"/>
              </a:cxn>
              <a:cxn ang="0">
                <a:pos x="connsiteX24992" y="connsiteY24992"/>
              </a:cxn>
              <a:cxn ang="0">
                <a:pos x="connsiteX24993" y="connsiteY24993"/>
              </a:cxn>
              <a:cxn ang="0">
                <a:pos x="connsiteX24994" y="connsiteY24994"/>
              </a:cxn>
              <a:cxn ang="0">
                <a:pos x="connsiteX24995" y="connsiteY24995"/>
              </a:cxn>
              <a:cxn ang="0">
                <a:pos x="connsiteX24996" y="connsiteY24996"/>
              </a:cxn>
              <a:cxn ang="0">
                <a:pos x="connsiteX24997" y="connsiteY24997"/>
              </a:cxn>
              <a:cxn ang="0">
                <a:pos x="connsiteX24998" y="connsiteY24998"/>
              </a:cxn>
              <a:cxn ang="0">
                <a:pos x="connsiteX24999" y="connsiteY24999"/>
              </a:cxn>
              <a:cxn ang="0">
                <a:pos x="connsiteX25000" y="connsiteY25000"/>
              </a:cxn>
              <a:cxn ang="0">
                <a:pos x="connsiteX25001" y="connsiteY25001"/>
              </a:cxn>
              <a:cxn ang="0">
                <a:pos x="connsiteX25002" y="connsiteY25002"/>
              </a:cxn>
              <a:cxn ang="0">
                <a:pos x="connsiteX25003" y="connsiteY25003"/>
              </a:cxn>
              <a:cxn ang="0">
                <a:pos x="connsiteX25004" y="connsiteY25004"/>
              </a:cxn>
              <a:cxn ang="0">
                <a:pos x="connsiteX25005" y="connsiteY25005"/>
              </a:cxn>
              <a:cxn ang="0">
                <a:pos x="connsiteX25006" y="connsiteY25006"/>
              </a:cxn>
              <a:cxn ang="0">
                <a:pos x="connsiteX25007" y="connsiteY25007"/>
              </a:cxn>
              <a:cxn ang="0">
                <a:pos x="connsiteX25008" y="connsiteY25008"/>
              </a:cxn>
              <a:cxn ang="0">
                <a:pos x="connsiteX25009" y="connsiteY25009"/>
              </a:cxn>
              <a:cxn ang="0">
                <a:pos x="connsiteX25010" y="connsiteY25010"/>
              </a:cxn>
              <a:cxn ang="0">
                <a:pos x="connsiteX25011" y="connsiteY25011"/>
              </a:cxn>
              <a:cxn ang="0">
                <a:pos x="connsiteX25012" y="connsiteY25012"/>
              </a:cxn>
              <a:cxn ang="0">
                <a:pos x="connsiteX25013" y="connsiteY25013"/>
              </a:cxn>
              <a:cxn ang="0">
                <a:pos x="connsiteX25014" y="connsiteY25014"/>
              </a:cxn>
              <a:cxn ang="0">
                <a:pos x="connsiteX25015" y="connsiteY25015"/>
              </a:cxn>
              <a:cxn ang="0">
                <a:pos x="connsiteX25016" y="connsiteY25016"/>
              </a:cxn>
              <a:cxn ang="0">
                <a:pos x="connsiteX25017" y="connsiteY25017"/>
              </a:cxn>
              <a:cxn ang="0">
                <a:pos x="connsiteX25018" y="connsiteY25018"/>
              </a:cxn>
              <a:cxn ang="0">
                <a:pos x="connsiteX25019" y="connsiteY25019"/>
              </a:cxn>
              <a:cxn ang="0">
                <a:pos x="connsiteX25020" y="connsiteY25020"/>
              </a:cxn>
              <a:cxn ang="0">
                <a:pos x="connsiteX25021" y="connsiteY25021"/>
              </a:cxn>
              <a:cxn ang="0">
                <a:pos x="connsiteX25022" y="connsiteY25022"/>
              </a:cxn>
              <a:cxn ang="0">
                <a:pos x="connsiteX25023" y="connsiteY25023"/>
              </a:cxn>
              <a:cxn ang="0">
                <a:pos x="connsiteX25024" y="connsiteY25024"/>
              </a:cxn>
              <a:cxn ang="0">
                <a:pos x="connsiteX25025" y="connsiteY25025"/>
              </a:cxn>
              <a:cxn ang="0">
                <a:pos x="connsiteX25026" y="connsiteY25026"/>
              </a:cxn>
              <a:cxn ang="0">
                <a:pos x="connsiteX25027" y="connsiteY25027"/>
              </a:cxn>
              <a:cxn ang="0">
                <a:pos x="connsiteX25028" y="connsiteY25028"/>
              </a:cxn>
              <a:cxn ang="0">
                <a:pos x="connsiteX25029" y="connsiteY25029"/>
              </a:cxn>
              <a:cxn ang="0">
                <a:pos x="connsiteX25030" y="connsiteY25030"/>
              </a:cxn>
              <a:cxn ang="0">
                <a:pos x="connsiteX25031" y="connsiteY25031"/>
              </a:cxn>
              <a:cxn ang="0">
                <a:pos x="connsiteX25032" y="connsiteY25032"/>
              </a:cxn>
              <a:cxn ang="0">
                <a:pos x="connsiteX25033" y="connsiteY25033"/>
              </a:cxn>
              <a:cxn ang="0">
                <a:pos x="connsiteX25034" y="connsiteY25034"/>
              </a:cxn>
              <a:cxn ang="0">
                <a:pos x="connsiteX25035" y="connsiteY25035"/>
              </a:cxn>
              <a:cxn ang="0">
                <a:pos x="connsiteX25036" y="connsiteY25036"/>
              </a:cxn>
              <a:cxn ang="0">
                <a:pos x="connsiteX25037" y="connsiteY25037"/>
              </a:cxn>
              <a:cxn ang="0">
                <a:pos x="connsiteX25038" y="connsiteY25038"/>
              </a:cxn>
              <a:cxn ang="0">
                <a:pos x="connsiteX25039" y="connsiteY25039"/>
              </a:cxn>
              <a:cxn ang="0">
                <a:pos x="connsiteX25040" y="connsiteY25040"/>
              </a:cxn>
              <a:cxn ang="0">
                <a:pos x="connsiteX25041" y="connsiteY25041"/>
              </a:cxn>
              <a:cxn ang="0">
                <a:pos x="connsiteX25042" y="connsiteY25042"/>
              </a:cxn>
              <a:cxn ang="0">
                <a:pos x="connsiteX25043" y="connsiteY25043"/>
              </a:cxn>
              <a:cxn ang="0">
                <a:pos x="connsiteX25044" y="connsiteY25044"/>
              </a:cxn>
              <a:cxn ang="0">
                <a:pos x="connsiteX25045" y="connsiteY25045"/>
              </a:cxn>
              <a:cxn ang="0">
                <a:pos x="connsiteX25046" y="connsiteY25046"/>
              </a:cxn>
              <a:cxn ang="0">
                <a:pos x="connsiteX25047" y="connsiteY25047"/>
              </a:cxn>
              <a:cxn ang="0">
                <a:pos x="connsiteX25048" y="connsiteY25048"/>
              </a:cxn>
              <a:cxn ang="0">
                <a:pos x="connsiteX25049" y="connsiteY25049"/>
              </a:cxn>
              <a:cxn ang="0">
                <a:pos x="connsiteX25050" y="connsiteY25050"/>
              </a:cxn>
              <a:cxn ang="0">
                <a:pos x="connsiteX25051" y="connsiteY25051"/>
              </a:cxn>
              <a:cxn ang="0">
                <a:pos x="connsiteX25052" y="connsiteY25052"/>
              </a:cxn>
              <a:cxn ang="0">
                <a:pos x="connsiteX25053" y="connsiteY25053"/>
              </a:cxn>
              <a:cxn ang="0">
                <a:pos x="connsiteX25054" y="connsiteY25054"/>
              </a:cxn>
              <a:cxn ang="0">
                <a:pos x="connsiteX25055" y="connsiteY25055"/>
              </a:cxn>
              <a:cxn ang="0">
                <a:pos x="connsiteX25056" y="connsiteY25056"/>
              </a:cxn>
              <a:cxn ang="0">
                <a:pos x="connsiteX25057" y="connsiteY25057"/>
              </a:cxn>
              <a:cxn ang="0">
                <a:pos x="connsiteX25058" y="connsiteY25058"/>
              </a:cxn>
              <a:cxn ang="0">
                <a:pos x="connsiteX25059" y="connsiteY25059"/>
              </a:cxn>
              <a:cxn ang="0">
                <a:pos x="connsiteX25060" y="connsiteY25060"/>
              </a:cxn>
              <a:cxn ang="0">
                <a:pos x="connsiteX25061" y="connsiteY25061"/>
              </a:cxn>
              <a:cxn ang="0">
                <a:pos x="connsiteX25062" y="connsiteY25062"/>
              </a:cxn>
              <a:cxn ang="0">
                <a:pos x="connsiteX25063" y="connsiteY25063"/>
              </a:cxn>
              <a:cxn ang="0">
                <a:pos x="connsiteX25064" y="connsiteY25064"/>
              </a:cxn>
              <a:cxn ang="0">
                <a:pos x="connsiteX25065" y="connsiteY25065"/>
              </a:cxn>
              <a:cxn ang="0">
                <a:pos x="connsiteX25066" y="connsiteY25066"/>
              </a:cxn>
              <a:cxn ang="0">
                <a:pos x="connsiteX25067" y="connsiteY25067"/>
              </a:cxn>
              <a:cxn ang="0">
                <a:pos x="connsiteX25068" y="connsiteY25068"/>
              </a:cxn>
              <a:cxn ang="0">
                <a:pos x="connsiteX25069" y="connsiteY25069"/>
              </a:cxn>
              <a:cxn ang="0">
                <a:pos x="connsiteX25070" y="connsiteY25070"/>
              </a:cxn>
              <a:cxn ang="0">
                <a:pos x="connsiteX25071" y="connsiteY25071"/>
              </a:cxn>
              <a:cxn ang="0">
                <a:pos x="connsiteX25072" y="connsiteY25072"/>
              </a:cxn>
              <a:cxn ang="0">
                <a:pos x="connsiteX25073" y="connsiteY25073"/>
              </a:cxn>
              <a:cxn ang="0">
                <a:pos x="connsiteX25074" y="connsiteY25074"/>
              </a:cxn>
              <a:cxn ang="0">
                <a:pos x="connsiteX25075" y="connsiteY25075"/>
              </a:cxn>
              <a:cxn ang="0">
                <a:pos x="connsiteX25076" y="connsiteY25076"/>
              </a:cxn>
              <a:cxn ang="0">
                <a:pos x="connsiteX25077" y="connsiteY25077"/>
              </a:cxn>
              <a:cxn ang="0">
                <a:pos x="connsiteX25078" y="connsiteY25078"/>
              </a:cxn>
              <a:cxn ang="0">
                <a:pos x="connsiteX25079" y="connsiteY25079"/>
              </a:cxn>
              <a:cxn ang="0">
                <a:pos x="connsiteX25080" y="connsiteY25080"/>
              </a:cxn>
              <a:cxn ang="0">
                <a:pos x="connsiteX25081" y="connsiteY25081"/>
              </a:cxn>
              <a:cxn ang="0">
                <a:pos x="connsiteX25082" y="connsiteY25082"/>
              </a:cxn>
              <a:cxn ang="0">
                <a:pos x="connsiteX25083" y="connsiteY25083"/>
              </a:cxn>
              <a:cxn ang="0">
                <a:pos x="connsiteX25084" y="connsiteY25084"/>
              </a:cxn>
              <a:cxn ang="0">
                <a:pos x="connsiteX25085" y="connsiteY25085"/>
              </a:cxn>
              <a:cxn ang="0">
                <a:pos x="connsiteX25086" y="connsiteY25086"/>
              </a:cxn>
              <a:cxn ang="0">
                <a:pos x="connsiteX25087" y="connsiteY25087"/>
              </a:cxn>
              <a:cxn ang="0">
                <a:pos x="connsiteX25088" y="connsiteY25088"/>
              </a:cxn>
              <a:cxn ang="0">
                <a:pos x="connsiteX25089" y="connsiteY25089"/>
              </a:cxn>
              <a:cxn ang="0">
                <a:pos x="connsiteX25090" y="connsiteY25090"/>
              </a:cxn>
              <a:cxn ang="0">
                <a:pos x="connsiteX25091" y="connsiteY25091"/>
              </a:cxn>
              <a:cxn ang="0">
                <a:pos x="connsiteX25092" y="connsiteY25092"/>
              </a:cxn>
              <a:cxn ang="0">
                <a:pos x="connsiteX25093" y="connsiteY25093"/>
              </a:cxn>
              <a:cxn ang="0">
                <a:pos x="connsiteX25094" y="connsiteY25094"/>
              </a:cxn>
              <a:cxn ang="0">
                <a:pos x="connsiteX25095" y="connsiteY25095"/>
              </a:cxn>
              <a:cxn ang="0">
                <a:pos x="connsiteX25096" y="connsiteY25096"/>
              </a:cxn>
              <a:cxn ang="0">
                <a:pos x="connsiteX25097" y="connsiteY25097"/>
              </a:cxn>
              <a:cxn ang="0">
                <a:pos x="connsiteX25098" y="connsiteY25098"/>
              </a:cxn>
              <a:cxn ang="0">
                <a:pos x="connsiteX25099" y="connsiteY25099"/>
              </a:cxn>
              <a:cxn ang="0">
                <a:pos x="connsiteX25100" y="connsiteY25100"/>
              </a:cxn>
              <a:cxn ang="0">
                <a:pos x="connsiteX25101" y="connsiteY25101"/>
              </a:cxn>
              <a:cxn ang="0">
                <a:pos x="connsiteX25102" y="connsiteY25102"/>
              </a:cxn>
              <a:cxn ang="0">
                <a:pos x="connsiteX25103" y="connsiteY25103"/>
              </a:cxn>
              <a:cxn ang="0">
                <a:pos x="connsiteX25104" y="connsiteY25104"/>
              </a:cxn>
              <a:cxn ang="0">
                <a:pos x="connsiteX25105" y="connsiteY25105"/>
              </a:cxn>
              <a:cxn ang="0">
                <a:pos x="connsiteX25106" y="connsiteY25106"/>
              </a:cxn>
              <a:cxn ang="0">
                <a:pos x="connsiteX25107" y="connsiteY25107"/>
              </a:cxn>
              <a:cxn ang="0">
                <a:pos x="connsiteX25108" y="connsiteY25108"/>
              </a:cxn>
              <a:cxn ang="0">
                <a:pos x="connsiteX25109" y="connsiteY25109"/>
              </a:cxn>
              <a:cxn ang="0">
                <a:pos x="connsiteX25110" y="connsiteY25110"/>
              </a:cxn>
              <a:cxn ang="0">
                <a:pos x="connsiteX25111" y="connsiteY25111"/>
              </a:cxn>
              <a:cxn ang="0">
                <a:pos x="connsiteX25112" y="connsiteY25112"/>
              </a:cxn>
              <a:cxn ang="0">
                <a:pos x="connsiteX25113" y="connsiteY25113"/>
              </a:cxn>
              <a:cxn ang="0">
                <a:pos x="connsiteX25114" y="connsiteY25114"/>
              </a:cxn>
              <a:cxn ang="0">
                <a:pos x="connsiteX25115" y="connsiteY25115"/>
              </a:cxn>
              <a:cxn ang="0">
                <a:pos x="connsiteX25116" y="connsiteY25116"/>
              </a:cxn>
              <a:cxn ang="0">
                <a:pos x="connsiteX25117" y="connsiteY25117"/>
              </a:cxn>
              <a:cxn ang="0">
                <a:pos x="connsiteX25118" y="connsiteY25118"/>
              </a:cxn>
              <a:cxn ang="0">
                <a:pos x="connsiteX25119" y="connsiteY25119"/>
              </a:cxn>
              <a:cxn ang="0">
                <a:pos x="connsiteX25120" y="connsiteY25120"/>
              </a:cxn>
              <a:cxn ang="0">
                <a:pos x="connsiteX25121" y="connsiteY25121"/>
              </a:cxn>
              <a:cxn ang="0">
                <a:pos x="connsiteX25122" y="connsiteY25122"/>
              </a:cxn>
              <a:cxn ang="0">
                <a:pos x="connsiteX25123" y="connsiteY25123"/>
              </a:cxn>
              <a:cxn ang="0">
                <a:pos x="connsiteX25124" y="connsiteY25124"/>
              </a:cxn>
              <a:cxn ang="0">
                <a:pos x="connsiteX25125" y="connsiteY25125"/>
              </a:cxn>
              <a:cxn ang="0">
                <a:pos x="connsiteX25126" y="connsiteY25126"/>
              </a:cxn>
              <a:cxn ang="0">
                <a:pos x="connsiteX25127" y="connsiteY25127"/>
              </a:cxn>
              <a:cxn ang="0">
                <a:pos x="connsiteX25128" y="connsiteY25128"/>
              </a:cxn>
              <a:cxn ang="0">
                <a:pos x="connsiteX25129" y="connsiteY25129"/>
              </a:cxn>
              <a:cxn ang="0">
                <a:pos x="connsiteX25130" y="connsiteY25130"/>
              </a:cxn>
              <a:cxn ang="0">
                <a:pos x="connsiteX25131" y="connsiteY25131"/>
              </a:cxn>
              <a:cxn ang="0">
                <a:pos x="connsiteX25132" y="connsiteY25132"/>
              </a:cxn>
              <a:cxn ang="0">
                <a:pos x="connsiteX25133" y="connsiteY25133"/>
              </a:cxn>
              <a:cxn ang="0">
                <a:pos x="connsiteX25134" y="connsiteY25134"/>
              </a:cxn>
              <a:cxn ang="0">
                <a:pos x="connsiteX25135" y="connsiteY25135"/>
              </a:cxn>
              <a:cxn ang="0">
                <a:pos x="connsiteX25136" y="connsiteY25136"/>
              </a:cxn>
              <a:cxn ang="0">
                <a:pos x="connsiteX25137" y="connsiteY25137"/>
              </a:cxn>
              <a:cxn ang="0">
                <a:pos x="connsiteX25138" y="connsiteY25138"/>
              </a:cxn>
              <a:cxn ang="0">
                <a:pos x="connsiteX25139" y="connsiteY25139"/>
              </a:cxn>
              <a:cxn ang="0">
                <a:pos x="connsiteX25140" y="connsiteY25140"/>
              </a:cxn>
              <a:cxn ang="0">
                <a:pos x="connsiteX25141" y="connsiteY25141"/>
              </a:cxn>
              <a:cxn ang="0">
                <a:pos x="connsiteX25142" y="connsiteY25142"/>
              </a:cxn>
              <a:cxn ang="0">
                <a:pos x="connsiteX25143" y="connsiteY25143"/>
              </a:cxn>
              <a:cxn ang="0">
                <a:pos x="connsiteX25144" y="connsiteY25144"/>
              </a:cxn>
              <a:cxn ang="0">
                <a:pos x="connsiteX25145" y="connsiteY25145"/>
              </a:cxn>
              <a:cxn ang="0">
                <a:pos x="connsiteX25146" y="connsiteY25146"/>
              </a:cxn>
              <a:cxn ang="0">
                <a:pos x="connsiteX25147" y="connsiteY25147"/>
              </a:cxn>
              <a:cxn ang="0">
                <a:pos x="connsiteX25148" y="connsiteY25148"/>
              </a:cxn>
              <a:cxn ang="0">
                <a:pos x="connsiteX25149" y="connsiteY25149"/>
              </a:cxn>
              <a:cxn ang="0">
                <a:pos x="connsiteX25150" y="connsiteY25150"/>
              </a:cxn>
              <a:cxn ang="0">
                <a:pos x="connsiteX25151" y="connsiteY25151"/>
              </a:cxn>
              <a:cxn ang="0">
                <a:pos x="connsiteX25152" y="connsiteY25152"/>
              </a:cxn>
              <a:cxn ang="0">
                <a:pos x="connsiteX25153" y="connsiteY25153"/>
              </a:cxn>
              <a:cxn ang="0">
                <a:pos x="connsiteX25154" y="connsiteY25154"/>
              </a:cxn>
              <a:cxn ang="0">
                <a:pos x="connsiteX25155" y="connsiteY25155"/>
              </a:cxn>
              <a:cxn ang="0">
                <a:pos x="connsiteX25156" y="connsiteY25156"/>
              </a:cxn>
              <a:cxn ang="0">
                <a:pos x="connsiteX25157" y="connsiteY25157"/>
              </a:cxn>
              <a:cxn ang="0">
                <a:pos x="connsiteX25158" y="connsiteY25158"/>
              </a:cxn>
              <a:cxn ang="0">
                <a:pos x="connsiteX25159" y="connsiteY25159"/>
              </a:cxn>
              <a:cxn ang="0">
                <a:pos x="connsiteX25160" y="connsiteY25160"/>
              </a:cxn>
              <a:cxn ang="0">
                <a:pos x="connsiteX25161" y="connsiteY25161"/>
              </a:cxn>
              <a:cxn ang="0">
                <a:pos x="connsiteX25162" y="connsiteY25162"/>
              </a:cxn>
              <a:cxn ang="0">
                <a:pos x="connsiteX25163" y="connsiteY25163"/>
              </a:cxn>
              <a:cxn ang="0">
                <a:pos x="connsiteX25164" y="connsiteY25164"/>
              </a:cxn>
              <a:cxn ang="0">
                <a:pos x="connsiteX25165" y="connsiteY25165"/>
              </a:cxn>
              <a:cxn ang="0">
                <a:pos x="connsiteX25166" y="connsiteY25166"/>
              </a:cxn>
              <a:cxn ang="0">
                <a:pos x="connsiteX25167" y="connsiteY25167"/>
              </a:cxn>
              <a:cxn ang="0">
                <a:pos x="connsiteX25168" y="connsiteY25168"/>
              </a:cxn>
              <a:cxn ang="0">
                <a:pos x="connsiteX25169" y="connsiteY25169"/>
              </a:cxn>
              <a:cxn ang="0">
                <a:pos x="connsiteX25170" y="connsiteY25170"/>
              </a:cxn>
              <a:cxn ang="0">
                <a:pos x="connsiteX25171" y="connsiteY25171"/>
              </a:cxn>
              <a:cxn ang="0">
                <a:pos x="connsiteX25172" y="connsiteY25172"/>
              </a:cxn>
              <a:cxn ang="0">
                <a:pos x="connsiteX25173" y="connsiteY25173"/>
              </a:cxn>
              <a:cxn ang="0">
                <a:pos x="connsiteX25174" y="connsiteY25174"/>
              </a:cxn>
              <a:cxn ang="0">
                <a:pos x="connsiteX25175" y="connsiteY25175"/>
              </a:cxn>
              <a:cxn ang="0">
                <a:pos x="connsiteX25176" y="connsiteY25176"/>
              </a:cxn>
              <a:cxn ang="0">
                <a:pos x="connsiteX25177" y="connsiteY25177"/>
              </a:cxn>
              <a:cxn ang="0">
                <a:pos x="connsiteX25178" y="connsiteY25178"/>
              </a:cxn>
              <a:cxn ang="0">
                <a:pos x="connsiteX25179" y="connsiteY25179"/>
              </a:cxn>
              <a:cxn ang="0">
                <a:pos x="connsiteX25180" y="connsiteY25180"/>
              </a:cxn>
              <a:cxn ang="0">
                <a:pos x="connsiteX25181" y="connsiteY25181"/>
              </a:cxn>
              <a:cxn ang="0">
                <a:pos x="connsiteX25182" y="connsiteY25182"/>
              </a:cxn>
              <a:cxn ang="0">
                <a:pos x="connsiteX25183" y="connsiteY25183"/>
              </a:cxn>
              <a:cxn ang="0">
                <a:pos x="connsiteX25184" y="connsiteY25184"/>
              </a:cxn>
              <a:cxn ang="0">
                <a:pos x="connsiteX25185" y="connsiteY25185"/>
              </a:cxn>
              <a:cxn ang="0">
                <a:pos x="connsiteX25186" y="connsiteY25186"/>
              </a:cxn>
              <a:cxn ang="0">
                <a:pos x="connsiteX25187" y="connsiteY25187"/>
              </a:cxn>
              <a:cxn ang="0">
                <a:pos x="connsiteX25188" y="connsiteY25188"/>
              </a:cxn>
              <a:cxn ang="0">
                <a:pos x="connsiteX25189" y="connsiteY25189"/>
              </a:cxn>
              <a:cxn ang="0">
                <a:pos x="connsiteX25190" y="connsiteY25190"/>
              </a:cxn>
              <a:cxn ang="0">
                <a:pos x="connsiteX25191" y="connsiteY25191"/>
              </a:cxn>
              <a:cxn ang="0">
                <a:pos x="connsiteX25192" y="connsiteY25192"/>
              </a:cxn>
              <a:cxn ang="0">
                <a:pos x="connsiteX25193" y="connsiteY25193"/>
              </a:cxn>
              <a:cxn ang="0">
                <a:pos x="connsiteX25194" y="connsiteY25194"/>
              </a:cxn>
              <a:cxn ang="0">
                <a:pos x="connsiteX25195" y="connsiteY25195"/>
              </a:cxn>
              <a:cxn ang="0">
                <a:pos x="connsiteX25196" y="connsiteY25196"/>
              </a:cxn>
              <a:cxn ang="0">
                <a:pos x="connsiteX25197" y="connsiteY25197"/>
              </a:cxn>
              <a:cxn ang="0">
                <a:pos x="connsiteX25198" y="connsiteY25198"/>
              </a:cxn>
              <a:cxn ang="0">
                <a:pos x="connsiteX25199" y="connsiteY25199"/>
              </a:cxn>
              <a:cxn ang="0">
                <a:pos x="connsiteX25200" y="connsiteY25200"/>
              </a:cxn>
              <a:cxn ang="0">
                <a:pos x="connsiteX25201" y="connsiteY25201"/>
              </a:cxn>
              <a:cxn ang="0">
                <a:pos x="connsiteX25202" y="connsiteY25202"/>
              </a:cxn>
              <a:cxn ang="0">
                <a:pos x="connsiteX25203" y="connsiteY25203"/>
              </a:cxn>
              <a:cxn ang="0">
                <a:pos x="connsiteX25204" y="connsiteY25204"/>
              </a:cxn>
              <a:cxn ang="0">
                <a:pos x="connsiteX25205" y="connsiteY25205"/>
              </a:cxn>
              <a:cxn ang="0">
                <a:pos x="connsiteX25206" y="connsiteY25206"/>
              </a:cxn>
              <a:cxn ang="0">
                <a:pos x="connsiteX25207" y="connsiteY25207"/>
              </a:cxn>
              <a:cxn ang="0">
                <a:pos x="connsiteX25208" y="connsiteY25208"/>
              </a:cxn>
              <a:cxn ang="0">
                <a:pos x="connsiteX25209" y="connsiteY25209"/>
              </a:cxn>
              <a:cxn ang="0">
                <a:pos x="connsiteX25210" y="connsiteY25210"/>
              </a:cxn>
              <a:cxn ang="0">
                <a:pos x="connsiteX25211" y="connsiteY25211"/>
              </a:cxn>
              <a:cxn ang="0">
                <a:pos x="connsiteX25212" y="connsiteY25212"/>
              </a:cxn>
              <a:cxn ang="0">
                <a:pos x="connsiteX25213" y="connsiteY25213"/>
              </a:cxn>
              <a:cxn ang="0">
                <a:pos x="connsiteX25214" y="connsiteY25214"/>
              </a:cxn>
              <a:cxn ang="0">
                <a:pos x="connsiteX25215" y="connsiteY25215"/>
              </a:cxn>
              <a:cxn ang="0">
                <a:pos x="connsiteX25216" y="connsiteY25216"/>
              </a:cxn>
              <a:cxn ang="0">
                <a:pos x="connsiteX25217" y="connsiteY25217"/>
              </a:cxn>
              <a:cxn ang="0">
                <a:pos x="connsiteX25218" y="connsiteY25218"/>
              </a:cxn>
              <a:cxn ang="0">
                <a:pos x="connsiteX25219" y="connsiteY25219"/>
              </a:cxn>
              <a:cxn ang="0">
                <a:pos x="connsiteX25220" y="connsiteY25220"/>
              </a:cxn>
              <a:cxn ang="0">
                <a:pos x="connsiteX25221" y="connsiteY25221"/>
              </a:cxn>
              <a:cxn ang="0">
                <a:pos x="connsiteX25222" y="connsiteY25222"/>
              </a:cxn>
              <a:cxn ang="0">
                <a:pos x="connsiteX25223" y="connsiteY25223"/>
              </a:cxn>
              <a:cxn ang="0">
                <a:pos x="connsiteX25224" y="connsiteY25224"/>
              </a:cxn>
              <a:cxn ang="0">
                <a:pos x="connsiteX25225" y="connsiteY25225"/>
              </a:cxn>
              <a:cxn ang="0">
                <a:pos x="connsiteX25226" y="connsiteY25226"/>
              </a:cxn>
              <a:cxn ang="0">
                <a:pos x="connsiteX25227" y="connsiteY25227"/>
              </a:cxn>
              <a:cxn ang="0">
                <a:pos x="connsiteX25228" y="connsiteY25228"/>
              </a:cxn>
              <a:cxn ang="0">
                <a:pos x="connsiteX25229" y="connsiteY25229"/>
              </a:cxn>
              <a:cxn ang="0">
                <a:pos x="connsiteX25230" y="connsiteY25230"/>
              </a:cxn>
              <a:cxn ang="0">
                <a:pos x="connsiteX25231" y="connsiteY25231"/>
              </a:cxn>
              <a:cxn ang="0">
                <a:pos x="connsiteX25232" y="connsiteY25232"/>
              </a:cxn>
              <a:cxn ang="0">
                <a:pos x="connsiteX25233" y="connsiteY25233"/>
              </a:cxn>
              <a:cxn ang="0">
                <a:pos x="connsiteX25234" y="connsiteY25234"/>
              </a:cxn>
              <a:cxn ang="0">
                <a:pos x="connsiteX25235" y="connsiteY25235"/>
              </a:cxn>
              <a:cxn ang="0">
                <a:pos x="connsiteX25236" y="connsiteY25236"/>
              </a:cxn>
              <a:cxn ang="0">
                <a:pos x="connsiteX25237" y="connsiteY25237"/>
              </a:cxn>
              <a:cxn ang="0">
                <a:pos x="connsiteX25238" y="connsiteY25238"/>
              </a:cxn>
              <a:cxn ang="0">
                <a:pos x="connsiteX25239" y="connsiteY25239"/>
              </a:cxn>
              <a:cxn ang="0">
                <a:pos x="connsiteX25240" y="connsiteY25240"/>
              </a:cxn>
              <a:cxn ang="0">
                <a:pos x="connsiteX25241" y="connsiteY25241"/>
              </a:cxn>
              <a:cxn ang="0">
                <a:pos x="connsiteX25242" y="connsiteY25242"/>
              </a:cxn>
              <a:cxn ang="0">
                <a:pos x="connsiteX25243" y="connsiteY25243"/>
              </a:cxn>
              <a:cxn ang="0">
                <a:pos x="connsiteX25244" y="connsiteY25244"/>
              </a:cxn>
              <a:cxn ang="0">
                <a:pos x="connsiteX25245" y="connsiteY25245"/>
              </a:cxn>
              <a:cxn ang="0">
                <a:pos x="connsiteX25246" y="connsiteY25246"/>
              </a:cxn>
              <a:cxn ang="0">
                <a:pos x="connsiteX25247" y="connsiteY25247"/>
              </a:cxn>
              <a:cxn ang="0">
                <a:pos x="connsiteX25248" y="connsiteY25248"/>
              </a:cxn>
              <a:cxn ang="0">
                <a:pos x="connsiteX25249" y="connsiteY25249"/>
              </a:cxn>
              <a:cxn ang="0">
                <a:pos x="connsiteX25250" y="connsiteY25250"/>
              </a:cxn>
              <a:cxn ang="0">
                <a:pos x="connsiteX25251" y="connsiteY25251"/>
              </a:cxn>
              <a:cxn ang="0">
                <a:pos x="connsiteX25252" y="connsiteY25252"/>
              </a:cxn>
              <a:cxn ang="0">
                <a:pos x="connsiteX25253" y="connsiteY25253"/>
              </a:cxn>
              <a:cxn ang="0">
                <a:pos x="connsiteX25254" y="connsiteY25254"/>
              </a:cxn>
              <a:cxn ang="0">
                <a:pos x="connsiteX25255" y="connsiteY25255"/>
              </a:cxn>
              <a:cxn ang="0">
                <a:pos x="connsiteX25256" y="connsiteY25256"/>
              </a:cxn>
              <a:cxn ang="0">
                <a:pos x="connsiteX25257" y="connsiteY25257"/>
              </a:cxn>
              <a:cxn ang="0">
                <a:pos x="connsiteX25258" y="connsiteY25258"/>
              </a:cxn>
              <a:cxn ang="0">
                <a:pos x="connsiteX25259" y="connsiteY25259"/>
              </a:cxn>
              <a:cxn ang="0">
                <a:pos x="connsiteX25260" y="connsiteY25260"/>
              </a:cxn>
              <a:cxn ang="0">
                <a:pos x="connsiteX25261" y="connsiteY25261"/>
              </a:cxn>
              <a:cxn ang="0">
                <a:pos x="connsiteX25262" y="connsiteY25262"/>
              </a:cxn>
              <a:cxn ang="0">
                <a:pos x="connsiteX25263" y="connsiteY25263"/>
              </a:cxn>
              <a:cxn ang="0">
                <a:pos x="connsiteX25264" y="connsiteY25264"/>
              </a:cxn>
              <a:cxn ang="0">
                <a:pos x="connsiteX25265" y="connsiteY25265"/>
              </a:cxn>
              <a:cxn ang="0">
                <a:pos x="connsiteX25266" y="connsiteY25266"/>
              </a:cxn>
              <a:cxn ang="0">
                <a:pos x="connsiteX25267" y="connsiteY25267"/>
              </a:cxn>
              <a:cxn ang="0">
                <a:pos x="connsiteX25268" y="connsiteY25268"/>
              </a:cxn>
              <a:cxn ang="0">
                <a:pos x="connsiteX25269" y="connsiteY25269"/>
              </a:cxn>
              <a:cxn ang="0">
                <a:pos x="connsiteX25270" y="connsiteY25270"/>
              </a:cxn>
              <a:cxn ang="0">
                <a:pos x="connsiteX25271" y="connsiteY25271"/>
              </a:cxn>
              <a:cxn ang="0">
                <a:pos x="connsiteX25272" y="connsiteY25272"/>
              </a:cxn>
              <a:cxn ang="0">
                <a:pos x="connsiteX25273" y="connsiteY25273"/>
              </a:cxn>
              <a:cxn ang="0">
                <a:pos x="connsiteX25274" y="connsiteY25274"/>
              </a:cxn>
              <a:cxn ang="0">
                <a:pos x="connsiteX25275" y="connsiteY25275"/>
              </a:cxn>
              <a:cxn ang="0">
                <a:pos x="connsiteX25276" y="connsiteY25276"/>
              </a:cxn>
              <a:cxn ang="0">
                <a:pos x="connsiteX25277" y="connsiteY25277"/>
              </a:cxn>
              <a:cxn ang="0">
                <a:pos x="connsiteX25278" y="connsiteY25278"/>
              </a:cxn>
              <a:cxn ang="0">
                <a:pos x="connsiteX25279" y="connsiteY25279"/>
              </a:cxn>
              <a:cxn ang="0">
                <a:pos x="connsiteX25280" y="connsiteY25280"/>
              </a:cxn>
              <a:cxn ang="0">
                <a:pos x="connsiteX25281" y="connsiteY25281"/>
              </a:cxn>
              <a:cxn ang="0">
                <a:pos x="connsiteX25282" y="connsiteY25282"/>
              </a:cxn>
              <a:cxn ang="0">
                <a:pos x="connsiteX25283" y="connsiteY25283"/>
              </a:cxn>
              <a:cxn ang="0">
                <a:pos x="connsiteX25284" y="connsiteY25284"/>
              </a:cxn>
              <a:cxn ang="0">
                <a:pos x="connsiteX25285" y="connsiteY25285"/>
              </a:cxn>
              <a:cxn ang="0">
                <a:pos x="connsiteX25286" y="connsiteY25286"/>
              </a:cxn>
              <a:cxn ang="0">
                <a:pos x="connsiteX25287" y="connsiteY25287"/>
              </a:cxn>
              <a:cxn ang="0">
                <a:pos x="connsiteX25288" y="connsiteY25288"/>
              </a:cxn>
              <a:cxn ang="0">
                <a:pos x="connsiteX25289" y="connsiteY25289"/>
              </a:cxn>
              <a:cxn ang="0">
                <a:pos x="connsiteX25290" y="connsiteY25290"/>
              </a:cxn>
              <a:cxn ang="0">
                <a:pos x="connsiteX25291" y="connsiteY25291"/>
              </a:cxn>
              <a:cxn ang="0">
                <a:pos x="connsiteX25292" y="connsiteY25292"/>
              </a:cxn>
              <a:cxn ang="0">
                <a:pos x="connsiteX25293" y="connsiteY25293"/>
              </a:cxn>
              <a:cxn ang="0">
                <a:pos x="connsiteX25294" y="connsiteY25294"/>
              </a:cxn>
              <a:cxn ang="0">
                <a:pos x="connsiteX25295" y="connsiteY25295"/>
              </a:cxn>
              <a:cxn ang="0">
                <a:pos x="connsiteX25296" y="connsiteY25296"/>
              </a:cxn>
              <a:cxn ang="0">
                <a:pos x="connsiteX25297" y="connsiteY25297"/>
              </a:cxn>
              <a:cxn ang="0">
                <a:pos x="connsiteX25298" y="connsiteY25298"/>
              </a:cxn>
              <a:cxn ang="0">
                <a:pos x="connsiteX25299" y="connsiteY25299"/>
              </a:cxn>
              <a:cxn ang="0">
                <a:pos x="connsiteX25300" y="connsiteY25300"/>
              </a:cxn>
              <a:cxn ang="0">
                <a:pos x="connsiteX25301" y="connsiteY25301"/>
              </a:cxn>
              <a:cxn ang="0">
                <a:pos x="connsiteX25302" y="connsiteY25302"/>
              </a:cxn>
              <a:cxn ang="0">
                <a:pos x="connsiteX25303" y="connsiteY25303"/>
              </a:cxn>
              <a:cxn ang="0">
                <a:pos x="connsiteX25304" y="connsiteY25304"/>
              </a:cxn>
              <a:cxn ang="0">
                <a:pos x="connsiteX25305" y="connsiteY25305"/>
              </a:cxn>
              <a:cxn ang="0">
                <a:pos x="connsiteX25306" y="connsiteY25306"/>
              </a:cxn>
              <a:cxn ang="0">
                <a:pos x="connsiteX25307" y="connsiteY25307"/>
              </a:cxn>
              <a:cxn ang="0">
                <a:pos x="connsiteX25308" y="connsiteY25308"/>
              </a:cxn>
              <a:cxn ang="0">
                <a:pos x="connsiteX25309" y="connsiteY25309"/>
              </a:cxn>
              <a:cxn ang="0">
                <a:pos x="connsiteX25310" y="connsiteY25310"/>
              </a:cxn>
              <a:cxn ang="0">
                <a:pos x="connsiteX25311" y="connsiteY25311"/>
              </a:cxn>
              <a:cxn ang="0">
                <a:pos x="connsiteX25312" y="connsiteY25312"/>
              </a:cxn>
              <a:cxn ang="0">
                <a:pos x="connsiteX25313" y="connsiteY25313"/>
              </a:cxn>
              <a:cxn ang="0">
                <a:pos x="connsiteX25314" y="connsiteY25314"/>
              </a:cxn>
              <a:cxn ang="0">
                <a:pos x="connsiteX25315" y="connsiteY25315"/>
              </a:cxn>
              <a:cxn ang="0">
                <a:pos x="connsiteX25316" y="connsiteY25316"/>
              </a:cxn>
              <a:cxn ang="0">
                <a:pos x="connsiteX25317" y="connsiteY25317"/>
              </a:cxn>
              <a:cxn ang="0">
                <a:pos x="connsiteX25318" y="connsiteY25318"/>
              </a:cxn>
              <a:cxn ang="0">
                <a:pos x="connsiteX25319" y="connsiteY25319"/>
              </a:cxn>
              <a:cxn ang="0">
                <a:pos x="connsiteX25320" y="connsiteY25320"/>
              </a:cxn>
              <a:cxn ang="0">
                <a:pos x="connsiteX25321" y="connsiteY25321"/>
              </a:cxn>
              <a:cxn ang="0">
                <a:pos x="connsiteX25322" y="connsiteY25322"/>
              </a:cxn>
              <a:cxn ang="0">
                <a:pos x="connsiteX25323" y="connsiteY25323"/>
              </a:cxn>
              <a:cxn ang="0">
                <a:pos x="connsiteX25324" y="connsiteY25324"/>
              </a:cxn>
              <a:cxn ang="0">
                <a:pos x="connsiteX25325" y="connsiteY25325"/>
              </a:cxn>
              <a:cxn ang="0">
                <a:pos x="connsiteX25326" y="connsiteY25326"/>
              </a:cxn>
              <a:cxn ang="0">
                <a:pos x="connsiteX25327" y="connsiteY25327"/>
              </a:cxn>
              <a:cxn ang="0">
                <a:pos x="connsiteX25328" y="connsiteY25328"/>
              </a:cxn>
              <a:cxn ang="0">
                <a:pos x="connsiteX25329" y="connsiteY25329"/>
              </a:cxn>
              <a:cxn ang="0">
                <a:pos x="connsiteX25330" y="connsiteY25330"/>
              </a:cxn>
              <a:cxn ang="0">
                <a:pos x="connsiteX25331" y="connsiteY25331"/>
              </a:cxn>
              <a:cxn ang="0">
                <a:pos x="connsiteX25332" y="connsiteY25332"/>
              </a:cxn>
              <a:cxn ang="0">
                <a:pos x="connsiteX25333" y="connsiteY25333"/>
              </a:cxn>
              <a:cxn ang="0">
                <a:pos x="connsiteX25334" y="connsiteY25334"/>
              </a:cxn>
              <a:cxn ang="0">
                <a:pos x="connsiteX25335" y="connsiteY25335"/>
              </a:cxn>
              <a:cxn ang="0">
                <a:pos x="connsiteX25336" y="connsiteY25336"/>
              </a:cxn>
              <a:cxn ang="0">
                <a:pos x="connsiteX25337" y="connsiteY25337"/>
              </a:cxn>
              <a:cxn ang="0">
                <a:pos x="connsiteX25338" y="connsiteY25338"/>
              </a:cxn>
              <a:cxn ang="0">
                <a:pos x="connsiteX25339" y="connsiteY25339"/>
              </a:cxn>
              <a:cxn ang="0">
                <a:pos x="connsiteX25340" y="connsiteY25340"/>
              </a:cxn>
              <a:cxn ang="0">
                <a:pos x="connsiteX25341" y="connsiteY25341"/>
              </a:cxn>
              <a:cxn ang="0">
                <a:pos x="connsiteX25342" y="connsiteY25342"/>
              </a:cxn>
              <a:cxn ang="0">
                <a:pos x="connsiteX25343" y="connsiteY25343"/>
              </a:cxn>
              <a:cxn ang="0">
                <a:pos x="connsiteX25344" y="connsiteY25344"/>
              </a:cxn>
              <a:cxn ang="0">
                <a:pos x="connsiteX25345" y="connsiteY25345"/>
              </a:cxn>
              <a:cxn ang="0">
                <a:pos x="connsiteX25346" y="connsiteY25346"/>
              </a:cxn>
              <a:cxn ang="0">
                <a:pos x="connsiteX25347" y="connsiteY25347"/>
              </a:cxn>
              <a:cxn ang="0">
                <a:pos x="connsiteX25348" y="connsiteY25348"/>
              </a:cxn>
              <a:cxn ang="0">
                <a:pos x="connsiteX25349" y="connsiteY25349"/>
              </a:cxn>
              <a:cxn ang="0">
                <a:pos x="connsiteX25350" y="connsiteY25350"/>
              </a:cxn>
              <a:cxn ang="0">
                <a:pos x="connsiteX25351" y="connsiteY25351"/>
              </a:cxn>
              <a:cxn ang="0">
                <a:pos x="connsiteX25352" y="connsiteY25352"/>
              </a:cxn>
              <a:cxn ang="0">
                <a:pos x="connsiteX25353" y="connsiteY25353"/>
              </a:cxn>
              <a:cxn ang="0">
                <a:pos x="connsiteX25354" y="connsiteY25354"/>
              </a:cxn>
              <a:cxn ang="0">
                <a:pos x="connsiteX25355" y="connsiteY25355"/>
              </a:cxn>
              <a:cxn ang="0">
                <a:pos x="connsiteX25356" y="connsiteY25356"/>
              </a:cxn>
              <a:cxn ang="0">
                <a:pos x="connsiteX25357" y="connsiteY25357"/>
              </a:cxn>
              <a:cxn ang="0">
                <a:pos x="connsiteX25358" y="connsiteY25358"/>
              </a:cxn>
              <a:cxn ang="0">
                <a:pos x="connsiteX25359" y="connsiteY25359"/>
              </a:cxn>
              <a:cxn ang="0">
                <a:pos x="connsiteX25360" y="connsiteY25360"/>
              </a:cxn>
              <a:cxn ang="0">
                <a:pos x="connsiteX25361" y="connsiteY25361"/>
              </a:cxn>
              <a:cxn ang="0">
                <a:pos x="connsiteX25362" y="connsiteY25362"/>
              </a:cxn>
              <a:cxn ang="0">
                <a:pos x="connsiteX25363" y="connsiteY25363"/>
              </a:cxn>
              <a:cxn ang="0">
                <a:pos x="connsiteX25364" y="connsiteY25364"/>
              </a:cxn>
              <a:cxn ang="0">
                <a:pos x="connsiteX25365" y="connsiteY25365"/>
              </a:cxn>
              <a:cxn ang="0">
                <a:pos x="connsiteX25366" y="connsiteY25366"/>
              </a:cxn>
              <a:cxn ang="0">
                <a:pos x="connsiteX25367" y="connsiteY25367"/>
              </a:cxn>
              <a:cxn ang="0">
                <a:pos x="connsiteX25368" y="connsiteY25368"/>
              </a:cxn>
              <a:cxn ang="0">
                <a:pos x="connsiteX25369" y="connsiteY25369"/>
              </a:cxn>
              <a:cxn ang="0">
                <a:pos x="connsiteX25370" y="connsiteY25370"/>
              </a:cxn>
              <a:cxn ang="0">
                <a:pos x="connsiteX25371" y="connsiteY25371"/>
              </a:cxn>
              <a:cxn ang="0">
                <a:pos x="connsiteX25372" y="connsiteY25372"/>
              </a:cxn>
              <a:cxn ang="0">
                <a:pos x="connsiteX25373" y="connsiteY25373"/>
              </a:cxn>
              <a:cxn ang="0">
                <a:pos x="connsiteX25374" y="connsiteY25374"/>
              </a:cxn>
              <a:cxn ang="0">
                <a:pos x="connsiteX25375" y="connsiteY25375"/>
              </a:cxn>
              <a:cxn ang="0">
                <a:pos x="connsiteX25376" y="connsiteY25376"/>
              </a:cxn>
              <a:cxn ang="0">
                <a:pos x="connsiteX25377" y="connsiteY25377"/>
              </a:cxn>
              <a:cxn ang="0">
                <a:pos x="connsiteX25378" y="connsiteY25378"/>
              </a:cxn>
              <a:cxn ang="0">
                <a:pos x="connsiteX25379" y="connsiteY25379"/>
              </a:cxn>
              <a:cxn ang="0">
                <a:pos x="connsiteX25380" y="connsiteY25380"/>
              </a:cxn>
              <a:cxn ang="0">
                <a:pos x="connsiteX25381" y="connsiteY25381"/>
              </a:cxn>
              <a:cxn ang="0">
                <a:pos x="connsiteX25382" y="connsiteY25382"/>
              </a:cxn>
              <a:cxn ang="0">
                <a:pos x="connsiteX25383" y="connsiteY25383"/>
              </a:cxn>
              <a:cxn ang="0">
                <a:pos x="connsiteX25384" y="connsiteY25384"/>
              </a:cxn>
              <a:cxn ang="0">
                <a:pos x="connsiteX25385" y="connsiteY25385"/>
              </a:cxn>
              <a:cxn ang="0">
                <a:pos x="connsiteX25386" y="connsiteY25386"/>
              </a:cxn>
              <a:cxn ang="0">
                <a:pos x="connsiteX25387" y="connsiteY25387"/>
              </a:cxn>
              <a:cxn ang="0">
                <a:pos x="connsiteX25388" y="connsiteY25388"/>
              </a:cxn>
              <a:cxn ang="0">
                <a:pos x="connsiteX25389" y="connsiteY25389"/>
              </a:cxn>
              <a:cxn ang="0">
                <a:pos x="connsiteX25390" y="connsiteY25390"/>
              </a:cxn>
              <a:cxn ang="0">
                <a:pos x="connsiteX25391" y="connsiteY25391"/>
              </a:cxn>
              <a:cxn ang="0">
                <a:pos x="connsiteX25392" y="connsiteY25392"/>
              </a:cxn>
              <a:cxn ang="0">
                <a:pos x="connsiteX25393" y="connsiteY25393"/>
              </a:cxn>
              <a:cxn ang="0">
                <a:pos x="connsiteX25394" y="connsiteY25394"/>
              </a:cxn>
              <a:cxn ang="0">
                <a:pos x="connsiteX25395" y="connsiteY25395"/>
              </a:cxn>
              <a:cxn ang="0">
                <a:pos x="connsiteX25396" y="connsiteY25396"/>
              </a:cxn>
              <a:cxn ang="0">
                <a:pos x="connsiteX25397" y="connsiteY25397"/>
              </a:cxn>
              <a:cxn ang="0">
                <a:pos x="connsiteX25398" y="connsiteY25398"/>
              </a:cxn>
              <a:cxn ang="0">
                <a:pos x="connsiteX25399" y="connsiteY25399"/>
              </a:cxn>
              <a:cxn ang="0">
                <a:pos x="connsiteX25400" y="connsiteY25400"/>
              </a:cxn>
              <a:cxn ang="0">
                <a:pos x="connsiteX25401" y="connsiteY25401"/>
              </a:cxn>
              <a:cxn ang="0">
                <a:pos x="connsiteX25402" y="connsiteY25402"/>
              </a:cxn>
              <a:cxn ang="0">
                <a:pos x="connsiteX25403" y="connsiteY25403"/>
              </a:cxn>
              <a:cxn ang="0">
                <a:pos x="connsiteX25404" y="connsiteY25404"/>
              </a:cxn>
              <a:cxn ang="0">
                <a:pos x="connsiteX25405" y="connsiteY25405"/>
              </a:cxn>
              <a:cxn ang="0">
                <a:pos x="connsiteX25406" y="connsiteY25406"/>
              </a:cxn>
              <a:cxn ang="0">
                <a:pos x="connsiteX25407" y="connsiteY25407"/>
              </a:cxn>
              <a:cxn ang="0">
                <a:pos x="connsiteX25408" y="connsiteY25408"/>
              </a:cxn>
              <a:cxn ang="0">
                <a:pos x="connsiteX25409" y="connsiteY25409"/>
              </a:cxn>
              <a:cxn ang="0">
                <a:pos x="connsiteX25410" y="connsiteY25410"/>
              </a:cxn>
              <a:cxn ang="0">
                <a:pos x="connsiteX25411" y="connsiteY25411"/>
              </a:cxn>
              <a:cxn ang="0">
                <a:pos x="connsiteX25412" y="connsiteY25412"/>
              </a:cxn>
              <a:cxn ang="0">
                <a:pos x="connsiteX25413" y="connsiteY25413"/>
              </a:cxn>
              <a:cxn ang="0">
                <a:pos x="connsiteX25414" y="connsiteY25414"/>
              </a:cxn>
              <a:cxn ang="0">
                <a:pos x="connsiteX25415" y="connsiteY25415"/>
              </a:cxn>
              <a:cxn ang="0">
                <a:pos x="connsiteX25416" y="connsiteY25416"/>
              </a:cxn>
              <a:cxn ang="0">
                <a:pos x="connsiteX25417" y="connsiteY25417"/>
              </a:cxn>
              <a:cxn ang="0">
                <a:pos x="connsiteX25418" y="connsiteY25418"/>
              </a:cxn>
              <a:cxn ang="0">
                <a:pos x="connsiteX25419" y="connsiteY25419"/>
              </a:cxn>
              <a:cxn ang="0">
                <a:pos x="connsiteX25420" y="connsiteY25420"/>
              </a:cxn>
              <a:cxn ang="0">
                <a:pos x="connsiteX25421" y="connsiteY25421"/>
              </a:cxn>
              <a:cxn ang="0">
                <a:pos x="connsiteX25422" y="connsiteY25422"/>
              </a:cxn>
              <a:cxn ang="0">
                <a:pos x="connsiteX25423" y="connsiteY25423"/>
              </a:cxn>
              <a:cxn ang="0">
                <a:pos x="connsiteX25424" y="connsiteY25424"/>
              </a:cxn>
              <a:cxn ang="0">
                <a:pos x="connsiteX25425" y="connsiteY25425"/>
              </a:cxn>
              <a:cxn ang="0">
                <a:pos x="connsiteX25426" y="connsiteY25426"/>
              </a:cxn>
              <a:cxn ang="0">
                <a:pos x="connsiteX25427" y="connsiteY25427"/>
              </a:cxn>
              <a:cxn ang="0">
                <a:pos x="connsiteX25428" y="connsiteY25428"/>
              </a:cxn>
              <a:cxn ang="0">
                <a:pos x="connsiteX25429" y="connsiteY25429"/>
              </a:cxn>
              <a:cxn ang="0">
                <a:pos x="connsiteX25430" y="connsiteY25430"/>
              </a:cxn>
              <a:cxn ang="0">
                <a:pos x="connsiteX25431" y="connsiteY25431"/>
              </a:cxn>
              <a:cxn ang="0">
                <a:pos x="connsiteX25432" y="connsiteY25432"/>
              </a:cxn>
              <a:cxn ang="0">
                <a:pos x="connsiteX25433" y="connsiteY25433"/>
              </a:cxn>
              <a:cxn ang="0">
                <a:pos x="connsiteX25434" y="connsiteY25434"/>
              </a:cxn>
              <a:cxn ang="0">
                <a:pos x="connsiteX25435" y="connsiteY25435"/>
              </a:cxn>
              <a:cxn ang="0">
                <a:pos x="connsiteX25436" y="connsiteY25436"/>
              </a:cxn>
              <a:cxn ang="0">
                <a:pos x="connsiteX25437" y="connsiteY25437"/>
              </a:cxn>
              <a:cxn ang="0">
                <a:pos x="connsiteX25438" y="connsiteY25438"/>
              </a:cxn>
              <a:cxn ang="0">
                <a:pos x="connsiteX25439" y="connsiteY25439"/>
              </a:cxn>
              <a:cxn ang="0">
                <a:pos x="connsiteX25440" y="connsiteY25440"/>
              </a:cxn>
              <a:cxn ang="0">
                <a:pos x="connsiteX25441" y="connsiteY25441"/>
              </a:cxn>
              <a:cxn ang="0">
                <a:pos x="connsiteX25442" y="connsiteY25442"/>
              </a:cxn>
              <a:cxn ang="0">
                <a:pos x="connsiteX25443" y="connsiteY25443"/>
              </a:cxn>
              <a:cxn ang="0">
                <a:pos x="connsiteX25444" y="connsiteY25444"/>
              </a:cxn>
              <a:cxn ang="0">
                <a:pos x="connsiteX25445" y="connsiteY25445"/>
              </a:cxn>
              <a:cxn ang="0">
                <a:pos x="connsiteX25446" y="connsiteY25446"/>
              </a:cxn>
              <a:cxn ang="0">
                <a:pos x="connsiteX25447" y="connsiteY25447"/>
              </a:cxn>
              <a:cxn ang="0">
                <a:pos x="connsiteX25448" y="connsiteY25448"/>
              </a:cxn>
              <a:cxn ang="0">
                <a:pos x="connsiteX25449" y="connsiteY25449"/>
              </a:cxn>
              <a:cxn ang="0">
                <a:pos x="connsiteX25450" y="connsiteY25450"/>
              </a:cxn>
              <a:cxn ang="0">
                <a:pos x="connsiteX25451" y="connsiteY25451"/>
              </a:cxn>
              <a:cxn ang="0">
                <a:pos x="connsiteX25452" y="connsiteY25452"/>
              </a:cxn>
              <a:cxn ang="0">
                <a:pos x="connsiteX25453" y="connsiteY25453"/>
              </a:cxn>
              <a:cxn ang="0">
                <a:pos x="connsiteX25454" y="connsiteY25454"/>
              </a:cxn>
              <a:cxn ang="0">
                <a:pos x="connsiteX25455" y="connsiteY25455"/>
              </a:cxn>
              <a:cxn ang="0">
                <a:pos x="connsiteX25456" y="connsiteY25456"/>
              </a:cxn>
              <a:cxn ang="0">
                <a:pos x="connsiteX25457" y="connsiteY25457"/>
              </a:cxn>
              <a:cxn ang="0">
                <a:pos x="connsiteX25458" y="connsiteY25458"/>
              </a:cxn>
              <a:cxn ang="0">
                <a:pos x="connsiteX25459" y="connsiteY25459"/>
              </a:cxn>
              <a:cxn ang="0">
                <a:pos x="connsiteX25460" y="connsiteY25460"/>
              </a:cxn>
              <a:cxn ang="0">
                <a:pos x="connsiteX25461" y="connsiteY25461"/>
              </a:cxn>
              <a:cxn ang="0">
                <a:pos x="connsiteX25462" y="connsiteY25462"/>
              </a:cxn>
              <a:cxn ang="0">
                <a:pos x="connsiteX25463" y="connsiteY25463"/>
              </a:cxn>
              <a:cxn ang="0">
                <a:pos x="connsiteX25464" y="connsiteY25464"/>
              </a:cxn>
              <a:cxn ang="0">
                <a:pos x="connsiteX25465" y="connsiteY25465"/>
              </a:cxn>
              <a:cxn ang="0">
                <a:pos x="connsiteX25466" y="connsiteY25466"/>
              </a:cxn>
              <a:cxn ang="0">
                <a:pos x="connsiteX25467" y="connsiteY25467"/>
              </a:cxn>
              <a:cxn ang="0">
                <a:pos x="connsiteX25468" y="connsiteY25468"/>
              </a:cxn>
              <a:cxn ang="0">
                <a:pos x="connsiteX25469" y="connsiteY25469"/>
              </a:cxn>
              <a:cxn ang="0">
                <a:pos x="connsiteX25470" y="connsiteY25470"/>
              </a:cxn>
              <a:cxn ang="0">
                <a:pos x="connsiteX25471" y="connsiteY25471"/>
              </a:cxn>
              <a:cxn ang="0">
                <a:pos x="connsiteX25472" y="connsiteY25472"/>
              </a:cxn>
              <a:cxn ang="0">
                <a:pos x="connsiteX25473" y="connsiteY25473"/>
              </a:cxn>
              <a:cxn ang="0">
                <a:pos x="connsiteX25474" y="connsiteY25474"/>
              </a:cxn>
              <a:cxn ang="0">
                <a:pos x="connsiteX25475" y="connsiteY25475"/>
              </a:cxn>
              <a:cxn ang="0">
                <a:pos x="connsiteX25476" y="connsiteY25476"/>
              </a:cxn>
              <a:cxn ang="0">
                <a:pos x="connsiteX25477" y="connsiteY25477"/>
              </a:cxn>
              <a:cxn ang="0">
                <a:pos x="connsiteX25478" y="connsiteY25478"/>
              </a:cxn>
              <a:cxn ang="0">
                <a:pos x="connsiteX25479" y="connsiteY25479"/>
              </a:cxn>
              <a:cxn ang="0">
                <a:pos x="connsiteX25480" y="connsiteY25480"/>
              </a:cxn>
              <a:cxn ang="0">
                <a:pos x="connsiteX25481" y="connsiteY25481"/>
              </a:cxn>
              <a:cxn ang="0">
                <a:pos x="connsiteX25482" y="connsiteY25482"/>
              </a:cxn>
              <a:cxn ang="0">
                <a:pos x="connsiteX25483" y="connsiteY25483"/>
              </a:cxn>
              <a:cxn ang="0">
                <a:pos x="connsiteX25484" y="connsiteY25484"/>
              </a:cxn>
              <a:cxn ang="0">
                <a:pos x="connsiteX25485" y="connsiteY25485"/>
              </a:cxn>
              <a:cxn ang="0">
                <a:pos x="connsiteX25486" y="connsiteY25486"/>
              </a:cxn>
              <a:cxn ang="0">
                <a:pos x="connsiteX25487" y="connsiteY25487"/>
              </a:cxn>
              <a:cxn ang="0">
                <a:pos x="connsiteX25488" y="connsiteY25488"/>
              </a:cxn>
              <a:cxn ang="0">
                <a:pos x="connsiteX25489" y="connsiteY25489"/>
              </a:cxn>
              <a:cxn ang="0">
                <a:pos x="connsiteX25490" y="connsiteY25490"/>
              </a:cxn>
              <a:cxn ang="0">
                <a:pos x="connsiteX25491" y="connsiteY25491"/>
              </a:cxn>
              <a:cxn ang="0">
                <a:pos x="connsiteX25492" y="connsiteY25492"/>
              </a:cxn>
              <a:cxn ang="0">
                <a:pos x="connsiteX25493" y="connsiteY25493"/>
              </a:cxn>
              <a:cxn ang="0">
                <a:pos x="connsiteX25494" y="connsiteY25494"/>
              </a:cxn>
              <a:cxn ang="0">
                <a:pos x="connsiteX25495" y="connsiteY25495"/>
              </a:cxn>
              <a:cxn ang="0">
                <a:pos x="connsiteX25496" y="connsiteY25496"/>
              </a:cxn>
              <a:cxn ang="0">
                <a:pos x="connsiteX25497" y="connsiteY25497"/>
              </a:cxn>
              <a:cxn ang="0">
                <a:pos x="connsiteX25498" y="connsiteY25498"/>
              </a:cxn>
              <a:cxn ang="0">
                <a:pos x="connsiteX25499" y="connsiteY25499"/>
              </a:cxn>
              <a:cxn ang="0">
                <a:pos x="connsiteX25500" y="connsiteY25500"/>
              </a:cxn>
              <a:cxn ang="0">
                <a:pos x="connsiteX25501" y="connsiteY25501"/>
              </a:cxn>
              <a:cxn ang="0">
                <a:pos x="connsiteX25502" y="connsiteY25502"/>
              </a:cxn>
              <a:cxn ang="0">
                <a:pos x="connsiteX25503" y="connsiteY25503"/>
              </a:cxn>
              <a:cxn ang="0">
                <a:pos x="connsiteX25504" y="connsiteY25504"/>
              </a:cxn>
              <a:cxn ang="0">
                <a:pos x="connsiteX25505" y="connsiteY25505"/>
              </a:cxn>
              <a:cxn ang="0">
                <a:pos x="connsiteX25506" y="connsiteY25506"/>
              </a:cxn>
              <a:cxn ang="0">
                <a:pos x="connsiteX25507" y="connsiteY25507"/>
              </a:cxn>
              <a:cxn ang="0">
                <a:pos x="connsiteX25508" y="connsiteY25508"/>
              </a:cxn>
              <a:cxn ang="0">
                <a:pos x="connsiteX25509" y="connsiteY25509"/>
              </a:cxn>
              <a:cxn ang="0">
                <a:pos x="connsiteX25510" y="connsiteY25510"/>
              </a:cxn>
              <a:cxn ang="0">
                <a:pos x="connsiteX25511" y="connsiteY25511"/>
              </a:cxn>
              <a:cxn ang="0">
                <a:pos x="connsiteX25512" y="connsiteY25512"/>
              </a:cxn>
              <a:cxn ang="0">
                <a:pos x="connsiteX25513" y="connsiteY25513"/>
              </a:cxn>
              <a:cxn ang="0">
                <a:pos x="connsiteX25514" y="connsiteY25514"/>
              </a:cxn>
              <a:cxn ang="0">
                <a:pos x="connsiteX25515" y="connsiteY25515"/>
              </a:cxn>
              <a:cxn ang="0">
                <a:pos x="connsiteX25516" y="connsiteY25516"/>
              </a:cxn>
              <a:cxn ang="0">
                <a:pos x="connsiteX25517" y="connsiteY25517"/>
              </a:cxn>
              <a:cxn ang="0">
                <a:pos x="connsiteX25518" y="connsiteY25518"/>
              </a:cxn>
              <a:cxn ang="0">
                <a:pos x="connsiteX25519" y="connsiteY25519"/>
              </a:cxn>
              <a:cxn ang="0">
                <a:pos x="connsiteX25520" y="connsiteY25520"/>
              </a:cxn>
              <a:cxn ang="0">
                <a:pos x="connsiteX25521" y="connsiteY25521"/>
              </a:cxn>
              <a:cxn ang="0">
                <a:pos x="connsiteX25522" y="connsiteY25522"/>
              </a:cxn>
              <a:cxn ang="0">
                <a:pos x="connsiteX25523" y="connsiteY25523"/>
              </a:cxn>
              <a:cxn ang="0">
                <a:pos x="connsiteX25524" y="connsiteY25524"/>
              </a:cxn>
              <a:cxn ang="0">
                <a:pos x="connsiteX25525" y="connsiteY25525"/>
              </a:cxn>
              <a:cxn ang="0">
                <a:pos x="connsiteX25526" y="connsiteY25526"/>
              </a:cxn>
              <a:cxn ang="0">
                <a:pos x="connsiteX25527" y="connsiteY25527"/>
              </a:cxn>
              <a:cxn ang="0">
                <a:pos x="connsiteX25528" y="connsiteY25528"/>
              </a:cxn>
              <a:cxn ang="0">
                <a:pos x="connsiteX25529" y="connsiteY25529"/>
              </a:cxn>
              <a:cxn ang="0">
                <a:pos x="connsiteX25530" y="connsiteY25530"/>
              </a:cxn>
              <a:cxn ang="0">
                <a:pos x="connsiteX25531" y="connsiteY25531"/>
              </a:cxn>
              <a:cxn ang="0">
                <a:pos x="connsiteX25532" y="connsiteY25532"/>
              </a:cxn>
              <a:cxn ang="0">
                <a:pos x="connsiteX25533" y="connsiteY25533"/>
              </a:cxn>
              <a:cxn ang="0">
                <a:pos x="connsiteX25534" y="connsiteY25534"/>
              </a:cxn>
              <a:cxn ang="0">
                <a:pos x="connsiteX25535" y="connsiteY25535"/>
              </a:cxn>
              <a:cxn ang="0">
                <a:pos x="connsiteX25536" y="connsiteY25536"/>
              </a:cxn>
              <a:cxn ang="0">
                <a:pos x="connsiteX25537" y="connsiteY25537"/>
              </a:cxn>
              <a:cxn ang="0">
                <a:pos x="connsiteX25538" y="connsiteY25538"/>
              </a:cxn>
              <a:cxn ang="0">
                <a:pos x="connsiteX25539" y="connsiteY25539"/>
              </a:cxn>
              <a:cxn ang="0">
                <a:pos x="connsiteX25540" y="connsiteY25540"/>
              </a:cxn>
              <a:cxn ang="0">
                <a:pos x="connsiteX25541" y="connsiteY25541"/>
              </a:cxn>
              <a:cxn ang="0">
                <a:pos x="connsiteX25542" y="connsiteY25542"/>
              </a:cxn>
              <a:cxn ang="0">
                <a:pos x="connsiteX25543" y="connsiteY25543"/>
              </a:cxn>
              <a:cxn ang="0">
                <a:pos x="connsiteX25544" y="connsiteY25544"/>
              </a:cxn>
              <a:cxn ang="0">
                <a:pos x="connsiteX25545" y="connsiteY25545"/>
              </a:cxn>
              <a:cxn ang="0">
                <a:pos x="connsiteX25546" y="connsiteY25546"/>
              </a:cxn>
              <a:cxn ang="0">
                <a:pos x="connsiteX25547" y="connsiteY25547"/>
              </a:cxn>
              <a:cxn ang="0">
                <a:pos x="connsiteX25548" y="connsiteY25548"/>
              </a:cxn>
              <a:cxn ang="0">
                <a:pos x="connsiteX25549" y="connsiteY25549"/>
              </a:cxn>
              <a:cxn ang="0">
                <a:pos x="connsiteX25550" y="connsiteY25550"/>
              </a:cxn>
              <a:cxn ang="0">
                <a:pos x="connsiteX25551" y="connsiteY25551"/>
              </a:cxn>
              <a:cxn ang="0">
                <a:pos x="connsiteX25552" y="connsiteY25552"/>
              </a:cxn>
              <a:cxn ang="0">
                <a:pos x="connsiteX25553" y="connsiteY25553"/>
              </a:cxn>
              <a:cxn ang="0">
                <a:pos x="connsiteX25554" y="connsiteY25554"/>
              </a:cxn>
              <a:cxn ang="0">
                <a:pos x="connsiteX25555" y="connsiteY25555"/>
              </a:cxn>
              <a:cxn ang="0">
                <a:pos x="connsiteX25556" y="connsiteY25556"/>
              </a:cxn>
              <a:cxn ang="0">
                <a:pos x="connsiteX25557" y="connsiteY25557"/>
              </a:cxn>
              <a:cxn ang="0">
                <a:pos x="connsiteX25558" y="connsiteY25558"/>
              </a:cxn>
              <a:cxn ang="0">
                <a:pos x="connsiteX25559" y="connsiteY25559"/>
              </a:cxn>
              <a:cxn ang="0">
                <a:pos x="connsiteX25560" y="connsiteY25560"/>
              </a:cxn>
              <a:cxn ang="0">
                <a:pos x="connsiteX25561" y="connsiteY25561"/>
              </a:cxn>
              <a:cxn ang="0">
                <a:pos x="connsiteX25562" y="connsiteY25562"/>
              </a:cxn>
              <a:cxn ang="0">
                <a:pos x="connsiteX25563" y="connsiteY25563"/>
              </a:cxn>
              <a:cxn ang="0">
                <a:pos x="connsiteX25564" y="connsiteY25564"/>
              </a:cxn>
              <a:cxn ang="0">
                <a:pos x="connsiteX25565" y="connsiteY25565"/>
              </a:cxn>
              <a:cxn ang="0">
                <a:pos x="connsiteX25566" y="connsiteY25566"/>
              </a:cxn>
              <a:cxn ang="0">
                <a:pos x="connsiteX25567" y="connsiteY25567"/>
              </a:cxn>
              <a:cxn ang="0">
                <a:pos x="connsiteX25568" y="connsiteY25568"/>
              </a:cxn>
              <a:cxn ang="0">
                <a:pos x="connsiteX25569" y="connsiteY25569"/>
              </a:cxn>
              <a:cxn ang="0">
                <a:pos x="connsiteX25570" y="connsiteY25570"/>
              </a:cxn>
              <a:cxn ang="0">
                <a:pos x="connsiteX25571" y="connsiteY25571"/>
              </a:cxn>
              <a:cxn ang="0">
                <a:pos x="connsiteX25572" y="connsiteY25572"/>
              </a:cxn>
              <a:cxn ang="0">
                <a:pos x="connsiteX25573" y="connsiteY25573"/>
              </a:cxn>
              <a:cxn ang="0">
                <a:pos x="connsiteX25574" y="connsiteY25574"/>
              </a:cxn>
              <a:cxn ang="0">
                <a:pos x="connsiteX25575" y="connsiteY25575"/>
              </a:cxn>
              <a:cxn ang="0">
                <a:pos x="connsiteX25576" y="connsiteY25576"/>
              </a:cxn>
              <a:cxn ang="0">
                <a:pos x="connsiteX25577" y="connsiteY25577"/>
              </a:cxn>
              <a:cxn ang="0">
                <a:pos x="connsiteX25578" y="connsiteY25578"/>
              </a:cxn>
              <a:cxn ang="0">
                <a:pos x="connsiteX25579" y="connsiteY25579"/>
              </a:cxn>
              <a:cxn ang="0">
                <a:pos x="connsiteX25580" y="connsiteY25580"/>
              </a:cxn>
              <a:cxn ang="0">
                <a:pos x="connsiteX25581" y="connsiteY25581"/>
              </a:cxn>
              <a:cxn ang="0">
                <a:pos x="connsiteX25582" y="connsiteY25582"/>
              </a:cxn>
              <a:cxn ang="0">
                <a:pos x="connsiteX25583" y="connsiteY25583"/>
              </a:cxn>
              <a:cxn ang="0">
                <a:pos x="connsiteX25584" y="connsiteY25584"/>
              </a:cxn>
              <a:cxn ang="0">
                <a:pos x="connsiteX25585" y="connsiteY25585"/>
              </a:cxn>
              <a:cxn ang="0">
                <a:pos x="connsiteX25586" y="connsiteY25586"/>
              </a:cxn>
              <a:cxn ang="0">
                <a:pos x="connsiteX25587" y="connsiteY25587"/>
              </a:cxn>
              <a:cxn ang="0">
                <a:pos x="connsiteX25588" y="connsiteY25588"/>
              </a:cxn>
              <a:cxn ang="0">
                <a:pos x="connsiteX25589" y="connsiteY25589"/>
              </a:cxn>
              <a:cxn ang="0">
                <a:pos x="connsiteX25590" y="connsiteY25590"/>
              </a:cxn>
              <a:cxn ang="0">
                <a:pos x="connsiteX25591" y="connsiteY25591"/>
              </a:cxn>
              <a:cxn ang="0">
                <a:pos x="connsiteX25592" y="connsiteY25592"/>
              </a:cxn>
              <a:cxn ang="0">
                <a:pos x="connsiteX25593" y="connsiteY25593"/>
              </a:cxn>
              <a:cxn ang="0">
                <a:pos x="connsiteX25594" y="connsiteY25594"/>
              </a:cxn>
              <a:cxn ang="0">
                <a:pos x="connsiteX25595" y="connsiteY25595"/>
              </a:cxn>
              <a:cxn ang="0">
                <a:pos x="connsiteX25596" y="connsiteY25596"/>
              </a:cxn>
              <a:cxn ang="0">
                <a:pos x="connsiteX25597" y="connsiteY25597"/>
              </a:cxn>
              <a:cxn ang="0">
                <a:pos x="connsiteX25598" y="connsiteY25598"/>
              </a:cxn>
              <a:cxn ang="0">
                <a:pos x="connsiteX25599" y="connsiteY25599"/>
              </a:cxn>
              <a:cxn ang="0">
                <a:pos x="connsiteX25600" y="connsiteY25600"/>
              </a:cxn>
              <a:cxn ang="0">
                <a:pos x="connsiteX25601" y="connsiteY25601"/>
              </a:cxn>
              <a:cxn ang="0">
                <a:pos x="connsiteX25602" y="connsiteY25602"/>
              </a:cxn>
              <a:cxn ang="0">
                <a:pos x="connsiteX25603" y="connsiteY25603"/>
              </a:cxn>
              <a:cxn ang="0">
                <a:pos x="connsiteX25604" y="connsiteY25604"/>
              </a:cxn>
              <a:cxn ang="0">
                <a:pos x="connsiteX25605" y="connsiteY25605"/>
              </a:cxn>
              <a:cxn ang="0">
                <a:pos x="connsiteX25606" y="connsiteY25606"/>
              </a:cxn>
              <a:cxn ang="0">
                <a:pos x="connsiteX25607" y="connsiteY25607"/>
              </a:cxn>
              <a:cxn ang="0">
                <a:pos x="connsiteX25608" y="connsiteY25608"/>
              </a:cxn>
              <a:cxn ang="0">
                <a:pos x="connsiteX25609" y="connsiteY25609"/>
              </a:cxn>
              <a:cxn ang="0">
                <a:pos x="connsiteX25610" y="connsiteY25610"/>
              </a:cxn>
              <a:cxn ang="0">
                <a:pos x="connsiteX25611" y="connsiteY25611"/>
              </a:cxn>
              <a:cxn ang="0">
                <a:pos x="connsiteX25612" y="connsiteY25612"/>
              </a:cxn>
              <a:cxn ang="0">
                <a:pos x="connsiteX25613" y="connsiteY25613"/>
              </a:cxn>
              <a:cxn ang="0">
                <a:pos x="connsiteX25614" y="connsiteY25614"/>
              </a:cxn>
              <a:cxn ang="0">
                <a:pos x="connsiteX25615" y="connsiteY25615"/>
              </a:cxn>
              <a:cxn ang="0">
                <a:pos x="connsiteX25616" y="connsiteY25616"/>
              </a:cxn>
              <a:cxn ang="0">
                <a:pos x="connsiteX25617" y="connsiteY25617"/>
              </a:cxn>
              <a:cxn ang="0">
                <a:pos x="connsiteX25618" y="connsiteY25618"/>
              </a:cxn>
              <a:cxn ang="0">
                <a:pos x="connsiteX25619" y="connsiteY25619"/>
              </a:cxn>
              <a:cxn ang="0">
                <a:pos x="connsiteX25620" y="connsiteY25620"/>
              </a:cxn>
              <a:cxn ang="0">
                <a:pos x="connsiteX25621" y="connsiteY25621"/>
              </a:cxn>
              <a:cxn ang="0">
                <a:pos x="connsiteX25622" y="connsiteY25622"/>
              </a:cxn>
              <a:cxn ang="0">
                <a:pos x="connsiteX25623" y="connsiteY25623"/>
              </a:cxn>
              <a:cxn ang="0">
                <a:pos x="connsiteX25624" y="connsiteY25624"/>
              </a:cxn>
              <a:cxn ang="0">
                <a:pos x="connsiteX25625" y="connsiteY25625"/>
              </a:cxn>
              <a:cxn ang="0">
                <a:pos x="connsiteX25626" y="connsiteY25626"/>
              </a:cxn>
              <a:cxn ang="0">
                <a:pos x="connsiteX25627" y="connsiteY25627"/>
              </a:cxn>
              <a:cxn ang="0">
                <a:pos x="connsiteX25628" y="connsiteY25628"/>
              </a:cxn>
              <a:cxn ang="0">
                <a:pos x="connsiteX25629" y="connsiteY25629"/>
              </a:cxn>
              <a:cxn ang="0">
                <a:pos x="connsiteX25630" y="connsiteY25630"/>
              </a:cxn>
              <a:cxn ang="0">
                <a:pos x="connsiteX25631" y="connsiteY25631"/>
              </a:cxn>
              <a:cxn ang="0">
                <a:pos x="connsiteX25632" y="connsiteY25632"/>
              </a:cxn>
              <a:cxn ang="0">
                <a:pos x="connsiteX25633" y="connsiteY25633"/>
              </a:cxn>
              <a:cxn ang="0">
                <a:pos x="connsiteX25634" y="connsiteY25634"/>
              </a:cxn>
              <a:cxn ang="0">
                <a:pos x="connsiteX25635" y="connsiteY25635"/>
              </a:cxn>
              <a:cxn ang="0">
                <a:pos x="connsiteX25636" y="connsiteY25636"/>
              </a:cxn>
              <a:cxn ang="0">
                <a:pos x="connsiteX25637" y="connsiteY25637"/>
              </a:cxn>
              <a:cxn ang="0">
                <a:pos x="connsiteX25638" y="connsiteY25638"/>
              </a:cxn>
              <a:cxn ang="0">
                <a:pos x="connsiteX25639" y="connsiteY25639"/>
              </a:cxn>
              <a:cxn ang="0">
                <a:pos x="connsiteX25640" y="connsiteY25640"/>
              </a:cxn>
              <a:cxn ang="0">
                <a:pos x="connsiteX25641" y="connsiteY25641"/>
              </a:cxn>
              <a:cxn ang="0">
                <a:pos x="connsiteX25642" y="connsiteY25642"/>
              </a:cxn>
              <a:cxn ang="0">
                <a:pos x="connsiteX25643" y="connsiteY25643"/>
              </a:cxn>
              <a:cxn ang="0">
                <a:pos x="connsiteX25644" y="connsiteY25644"/>
              </a:cxn>
              <a:cxn ang="0">
                <a:pos x="connsiteX25645" y="connsiteY25645"/>
              </a:cxn>
              <a:cxn ang="0">
                <a:pos x="connsiteX25646" y="connsiteY25646"/>
              </a:cxn>
              <a:cxn ang="0">
                <a:pos x="connsiteX25647" y="connsiteY25647"/>
              </a:cxn>
              <a:cxn ang="0">
                <a:pos x="connsiteX25648" y="connsiteY25648"/>
              </a:cxn>
              <a:cxn ang="0">
                <a:pos x="connsiteX25649" y="connsiteY25649"/>
              </a:cxn>
              <a:cxn ang="0">
                <a:pos x="connsiteX25650" y="connsiteY25650"/>
              </a:cxn>
              <a:cxn ang="0">
                <a:pos x="connsiteX25651" y="connsiteY25651"/>
              </a:cxn>
              <a:cxn ang="0">
                <a:pos x="connsiteX25652" y="connsiteY25652"/>
              </a:cxn>
              <a:cxn ang="0">
                <a:pos x="connsiteX25653" y="connsiteY25653"/>
              </a:cxn>
              <a:cxn ang="0">
                <a:pos x="connsiteX25654" y="connsiteY25654"/>
              </a:cxn>
              <a:cxn ang="0">
                <a:pos x="connsiteX25655" y="connsiteY25655"/>
              </a:cxn>
              <a:cxn ang="0">
                <a:pos x="connsiteX25656" y="connsiteY25656"/>
              </a:cxn>
              <a:cxn ang="0">
                <a:pos x="connsiteX25657" y="connsiteY25657"/>
              </a:cxn>
              <a:cxn ang="0">
                <a:pos x="connsiteX25658" y="connsiteY25658"/>
              </a:cxn>
              <a:cxn ang="0">
                <a:pos x="connsiteX25659" y="connsiteY25659"/>
              </a:cxn>
              <a:cxn ang="0">
                <a:pos x="connsiteX25660" y="connsiteY25660"/>
              </a:cxn>
              <a:cxn ang="0">
                <a:pos x="connsiteX25661" y="connsiteY25661"/>
              </a:cxn>
              <a:cxn ang="0">
                <a:pos x="connsiteX25662" y="connsiteY25662"/>
              </a:cxn>
              <a:cxn ang="0">
                <a:pos x="connsiteX25663" y="connsiteY25663"/>
              </a:cxn>
              <a:cxn ang="0">
                <a:pos x="connsiteX25664" y="connsiteY25664"/>
              </a:cxn>
              <a:cxn ang="0">
                <a:pos x="connsiteX25665" y="connsiteY25665"/>
              </a:cxn>
              <a:cxn ang="0">
                <a:pos x="connsiteX25666" y="connsiteY25666"/>
              </a:cxn>
              <a:cxn ang="0">
                <a:pos x="connsiteX25667" y="connsiteY25667"/>
              </a:cxn>
              <a:cxn ang="0">
                <a:pos x="connsiteX25668" y="connsiteY25668"/>
              </a:cxn>
              <a:cxn ang="0">
                <a:pos x="connsiteX25669" y="connsiteY25669"/>
              </a:cxn>
              <a:cxn ang="0">
                <a:pos x="connsiteX25670" y="connsiteY25670"/>
              </a:cxn>
              <a:cxn ang="0">
                <a:pos x="connsiteX25671" y="connsiteY25671"/>
              </a:cxn>
              <a:cxn ang="0">
                <a:pos x="connsiteX25672" y="connsiteY25672"/>
              </a:cxn>
              <a:cxn ang="0">
                <a:pos x="connsiteX25673" y="connsiteY25673"/>
              </a:cxn>
              <a:cxn ang="0">
                <a:pos x="connsiteX25674" y="connsiteY25674"/>
              </a:cxn>
              <a:cxn ang="0">
                <a:pos x="connsiteX25675" y="connsiteY25675"/>
              </a:cxn>
              <a:cxn ang="0">
                <a:pos x="connsiteX25676" y="connsiteY25676"/>
              </a:cxn>
              <a:cxn ang="0">
                <a:pos x="connsiteX25677" y="connsiteY25677"/>
              </a:cxn>
              <a:cxn ang="0">
                <a:pos x="connsiteX25678" y="connsiteY25678"/>
              </a:cxn>
              <a:cxn ang="0">
                <a:pos x="connsiteX25679" y="connsiteY25679"/>
              </a:cxn>
              <a:cxn ang="0">
                <a:pos x="connsiteX25680" y="connsiteY25680"/>
              </a:cxn>
              <a:cxn ang="0">
                <a:pos x="connsiteX25681" y="connsiteY25681"/>
              </a:cxn>
              <a:cxn ang="0">
                <a:pos x="connsiteX25682" y="connsiteY25682"/>
              </a:cxn>
              <a:cxn ang="0">
                <a:pos x="connsiteX25683" y="connsiteY25683"/>
              </a:cxn>
              <a:cxn ang="0">
                <a:pos x="connsiteX25684" y="connsiteY25684"/>
              </a:cxn>
              <a:cxn ang="0">
                <a:pos x="connsiteX25685" y="connsiteY25685"/>
              </a:cxn>
              <a:cxn ang="0">
                <a:pos x="connsiteX25686" y="connsiteY25686"/>
              </a:cxn>
              <a:cxn ang="0">
                <a:pos x="connsiteX25687" y="connsiteY25687"/>
              </a:cxn>
              <a:cxn ang="0">
                <a:pos x="connsiteX25688" y="connsiteY25688"/>
              </a:cxn>
              <a:cxn ang="0">
                <a:pos x="connsiteX25689" y="connsiteY25689"/>
              </a:cxn>
              <a:cxn ang="0">
                <a:pos x="connsiteX25690" y="connsiteY25690"/>
              </a:cxn>
              <a:cxn ang="0">
                <a:pos x="connsiteX25691" y="connsiteY25691"/>
              </a:cxn>
              <a:cxn ang="0">
                <a:pos x="connsiteX25692" y="connsiteY25692"/>
              </a:cxn>
              <a:cxn ang="0">
                <a:pos x="connsiteX25693" y="connsiteY25693"/>
              </a:cxn>
              <a:cxn ang="0">
                <a:pos x="connsiteX25694" y="connsiteY25694"/>
              </a:cxn>
              <a:cxn ang="0">
                <a:pos x="connsiteX25695" y="connsiteY25695"/>
              </a:cxn>
              <a:cxn ang="0">
                <a:pos x="connsiteX25696" y="connsiteY25696"/>
              </a:cxn>
              <a:cxn ang="0">
                <a:pos x="connsiteX25697" y="connsiteY25697"/>
              </a:cxn>
              <a:cxn ang="0">
                <a:pos x="connsiteX25698" y="connsiteY25698"/>
              </a:cxn>
              <a:cxn ang="0">
                <a:pos x="connsiteX25699" y="connsiteY25699"/>
              </a:cxn>
              <a:cxn ang="0">
                <a:pos x="connsiteX25700" y="connsiteY25700"/>
              </a:cxn>
              <a:cxn ang="0">
                <a:pos x="connsiteX25701" y="connsiteY25701"/>
              </a:cxn>
              <a:cxn ang="0">
                <a:pos x="connsiteX25702" y="connsiteY25702"/>
              </a:cxn>
              <a:cxn ang="0">
                <a:pos x="connsiteX25703" y="connsiteY25703"/>
              </a:cxn>
              <a:cxn ang="0">
                <a:pos x="connsiteX25704" y="connsiteY25704"/>
              </a:cxn>
              <a:cxn ang="0">
                <a:pos x="connsiteX25705" y="connsiteY25705"/>
              </a:cxn>
              <a:cxn ang="0">
                <a:pos x="connsiteX25706" y="connsiteY25706"/>
              </a:cxn>
              <a:cxn ang="0">
                <a:pos x="connsiteX25707" y="connsiteY25707"/>
              </a:cxn>
              <a:cxn ang="0">
                <a:pos x="connsiteX25708" y="connsiteY25708"/>
              </a:cxn>
              <a:cxn ang="0">
                <a:pos x="connsiteX25709" y="connsiteY25709"/>
              </a:cxn>
              <a:cxn ang="0">
                <a:pos x="connsiteX25710" y="connsiteY25710"/>
              </a:cxn>
              <a:cxn ang="0">
                <a:pos x="connsiteX25711" y="connsiteY25711"/>
              </a:cxn>
              <a:cxn ang="0">
                <a:pos x="connsiteX25712" y="connsiteY25712"/>
              </a:cxn>
              <a:cxn ang="0">
                <a:pos x="connsiteX25713" y="connsiteY25713"/>
              </a:cxn>
              <a:cxn ang="0">
                <a:pos x="connsiteX25714" y="connsiteY25714"/>
              </a:cxn>
              <a:cxn ang="0">
                <a:pos x="connsiteX25715" y="connsiteY25715"/>
              </a:cxn>
              <a:cxn ang="0">
                <a:pos x="connsiteX25716" y="connsiteY25716"/>
              </a:cxn>
              <a:cxn ang="0">
                <a:pos x="connsiteX25717" y="connsiteY25717"/>
              </a:cxn>
              <a:cxn ang="0">
                <a:pos x="connsiteX25718" y="connsiteY25718"/>
              </a:cxn>
              <a:cxn ang="0">
                <a:pos x="connsiteX25719" y="connsiteY25719"/>
              </a:cxn>
              <a:cxn ang="0">
                <a:pos x="connsiteX25720" y="connsiteY25720"/>
              </a:cxn>
              <a:cxn ang="0">
                <a:pos x="connsiteX25721" y="connsiteY25721"/>
              </a:cxn>
              <a:cxn ang="0">
                <a:pos x="connsiteX25722" y="connsiteY25722"/>
              </a:cxn>
              <a:cxn ang="0">
                <a:pos x="connsiteX25723" y="connsiteY25723"/>
              </a:cxn>
              <a:cxn ang="0">
                <a:pos x="connsiteX25724" y="connsiteY25724"/>
              </a:cxn>
              <a:cxn ang="0">
                <a:pos x="connsiteX25725" y="connsiteY25725"/>
              </a:cxn>
              <a:cxn ang="0">
                <a:pos x="connsiteX25726" y="connsiteY25726"/>
              </a:cxn>
              <a:cxn ang="0">
                <a:pos x="connsiteX25727" y="connsiteY25727"/>
              </a:cxn>
              <a:cxn ang="0">
                <a:pos x="connsiteX25728" y="connsiteY25728"/>
              </a:cxn>
              <a:cxn ang="0">
                <a:pos x="connsiteX25729" y="connsiteY25729"/>
              </a:cxn>
              <a:cxn ang="0">
                <a:pos x="connsiteX25730" y="connsiteY25730"/>
              </a:cxn>
              <a:cxn ang="0">
                <a:pos x="connsiteX25731" y="connsiteY25731"/>
              </a:cxn>
              <a:cxn ang="0">
                <a:pos x="connsiteX25732" y="connsiteY25732"/>
              </a:cxn>
              <a:cxn ang="0">
                <a:pos x="connsiteX25733" y="connsiteY25733"/>
              </a:cxn>
              <a:cxn ang="0">
                <a:pos x="connsiteX25734" y="connsiteY25734"/>
              </a:cxn>
              <a:cxn ang="0">
                <a:pos x="connsiteX25735" y="connsiteY25735"/>
              </a:cxn>
              <a:cxn ang="0">
                <a:pos x="connsiteX25736" y="connsiteY25736"/>
              </a:cxn>
              <a:cxn ang="0">
                <a:pos x="connsiteX25737" y="connsiteY25737"/>
              </a:cxn>
              <a:cxn ang="0">
                <a:pos x="connsiteX25738" y="connsiteY25738"/>
              </a:cxn>
              <a:cxn ang="0">
                <a:pos x="connsiteX25739" y="connsiteY25739"/>
              </a:cxn>
              <a:cxn ang="0">
                <a:pos x="connsiteX25740" y="connsiteY25740"/>
              </a:cxn>
              <a:cxn ang="0">
                <a:pos x="connsiteX25741" y="connsiteY25741"/>
              </a:cxn>
              <a:cxn ang="0">
                <a:pos x="connsiteX25742" y="connsiteY25742"/>
              </a:cxn>
              <a:cxn ang="0">
                <a:pos x="connsiteX25743" y="connsiteY25743"/>
              </a:cxn>
              <a:cxn ang="0">
                <a:pos x="connsiteX25744" y="connsiteY25744"/>
              </a:cxn>
              <a:cxn ang="0">
                <a:pos x="connsiteX25745" y="connsiteY25745"/>
              </a:cxn>
              <a:cxn ang="0">
                <a:pos x="connsiteX25746" y="connsiteY25746"/>
              </a:cxn>
              <a:cxn ang="0">
                <a:pos x="connsiteX25747" y="connsiteY25747"/>
              </a:cxn>
              <a:cxn ang="0">
                <a:pos x="connsiteX25748" y="connsiteY25748"/>
              </a:cxn>
              <a:cxn ang="0">
                <a:pos x="connsiteX25749" y="connsiteY25749"/>
              </a:cxn>
              <a:cxn ang="0">
                <a:pos x="connsiteX25750" y="connsiteY25750"/>
              </a:cxn>
              <a:cxn ang="0">
                <a:pos x="connsiteX25751" y="connsiteY25751"/>
              </a:cxn>
              <a:cxn ang="0">
                <a:pos x="connsiteX25752" y="connsiteY25752"/>
              </a:cxn>
              <a:cxn ang="0">
                <a:pos x="connsiteX25753" y="connsiteY25753"/>
              </a:cxn>
              <a:cxn ang="0">
                <a:pos x="connsiteX25754" y="connsiteY25754"/>
              </a:cxn>
              <a:cxn ang="0">
                <a:pos x="connsiteX25755" y="connsiteY25755"/>
              </a:cxn>
              <a:cxn ang="0">
                <a:pos x="connsiteX25756" y="connsiteY25756"/>
              </a:cxn>
              <a:cxn ang="0">
                <a:pos x="connsiteX25757" y="connsiteY25757"/>
              </a:cxn>
              <a:cxn ang="0">
                <a:pos x="connsiteX25758" y="connsiteY25758"/>
              </a:cxn>
              <a:cxn ang="0">
                <a:pos x="connsiteX25759" y="connsiteY25759"/>
              </a:cxn>
              <a:cxn ang="0">
                <a:pos x="connsiteX25760" y="connsiteY25760"/>
              </a:cxn>
              <a:cxn ang="0">
                <a:pos x="connsiteX25761" y="connsiteY25761"/>
              </a:cxn>
              <a:cxn ang="0">
                <a:pos x="connsiteX25762" y="connsiteY25762"/>
              </a:cxn>
              <a:cxn ang="0">
                <a:pos x="connsiteX25763" y="connsiteY25763"/>
              </a:cxn>
              <a:cxn ang="0">
                <a:pos x="connsiteX25764" y="connsiteY25764"/>
              </a:cxn>
              <a:cxn ang="0">
                <a:pos x="connsiteX25765" y="connsiteY25765"/>
              </a:cxn>
              <a:cxn ang="0">
                <a:pos x="connsiteX25766" y="connsiteY25766"/>
              </a:cxn>
              <a:cxn ang="0">
                <a:pos x="connsiteX25767" y="connsiteY25767"/>
              </a:cxn>
              <a:cxn ang="0">
                <a:pos x="connsiteX25768" y="connsiteY25768"/>
              </a:cxn>
              <a:cxn ang="0">
                <a:pos x="connsiteX25769" y="connsiteY25769"/>
              </a:cxn>
              <a:cxn ang="0">
                <a:pos x="connsiteX25770" y="connsiteY25770"/>
              </a:cxn>
              <a:cxn ang="0">
                <a:pos x="connsiteX25771" y="connsiteY25771"/>
              </a:cxn>
              <a:cxn ang="0">
                <a:pos x="connsiteX25772" y="connsiteY25772"/>
              </a:cxn>
              <a:cxn ang="0">
                <a:pos x="connsiteX25773" y="connsiteY25773"/>
              </a:cxn>
              <a:cxn ang="0">
                <a:pos x="connsiteX25774" y="connsiteY25774"/>
              </a:cxn>
              <a:cxn ang="0">
                <a:pos x="connsiteX25775" y="connsiteY25775"/>
              </a:cxn>
              <a:cxn ang="0">
                <a:pos x="connsiteX25776" y="connsiteY25776"/>
              </a:cxn>
              <a:cxn ang="0">
                <a:pos x="connsiteX25777" y="connsiteY25777"/>
              </a:cxn>
              <a:cxn ang="0">
                <a:pos x="connsiteX25778" y="connsiteY25778"/>
              </a:cxn>
              <a:cxn ang="0">
                <a:pos x="connsiteX25779" y="connsiteY25779"/>
              </a:cxn>
              <a:cxn ang="0">
                <a:pos x="connsiteX25780" y="connsiteY25780"/>
              </a:cxn>
              <a:cxn ang="0">
                <a:pos x="connsiteX25781" y="connsiteY25781"/>
              </a:cxn>
              <a:cxn ang="0">
                <a:pos x="connsiteX25782" y="connsiteY25782"/>
              </a:cxn>
              <a:cxn ang="0">
                <a:pos x="connsiteX25783" y="connsiteY25783"/>
              </a:cxn>
              <a:cxn ang="0">
                <a:pos x="connsiteX25784" y="connsiteY25784"/>
              </a:cxn>
              <a:cxn ang="0">
                <a:pos x="connsiteX25785" y="connsiteY25785"/>
              </a:cxn>
              <a:cxn ang="0">
                <a:pos x="connsiteX25786" y="connsiteY25786"/>
              </a:cxn>
              <a:cxn ang="0">
                <a:pos x="connsiteX25787" y="connsiteY25787"/>
              </a:cxn>
              <a:cxn ang="0">
                <a:pos x="connsiteX25788" y="connsiteY25788"/>
              </a:cxn>
              <a:cxn ang="0">
                <a:pos x="connsiteX25789" y="connsiteY25789"/>
              </a:cxn>
              <a:cxn ang="0">
                <a:pos x="connsiteX25790" y="connsiteY25790"/>
              </a:cxn>
              <a:cxn ang="0">
                <a:pos x="connsiteX25791" y="connsiteY25791"/>
              </a:cxn>
              <a:cxn ang="0">
                <a:pos x="connsiteX25792" y="connsiteY25792"/>
              </a:cxn>
              <a:cxn ang="0">
                <a:pos x="connsiteX25793" y="connsiteY25793"/>
              </a:cxn>
              <a:cxn ang="0">
                <a:pos x="connsiteX25794" y="connsiteY25794"/>
              </a:cxn>
              <a:cxn ang="0">
                <a:pos x="connsiteX25795" y="connsiteY25795"/>
              </a:cxn>
              <a:cxn ang="0">
                <a:pos x="connsiteX25796" y="connsiteY25796"/>
              </a:cxn>
              <a:cxn ang="0">
                <a:pos x="connsiteX25797" y="connsiteY25797"/>
              </a:cxn>
              <a:cxn ang="0">
                <a:pos x="connsiteX25798" y="connsiteY25798"/>
              </a:cxn>
              <a:cxn ang="0">
                <a:pos x="connsiteX25799" y="connsiteY25799"/>
              </a:cxn>
              <a:cxn ang="0">
                <a:pos x="connsiteX25800" y="connsiteY25800"/>
              </a:cxn>
              <a:cxn ang="0">
                <a:pos x="connsiteX25801" y="connsiteY25801"/>
              </a:cxn>
              <a:cxn ang="0">
                <a:pos x="connsiteX25802" y="connsiteY25802"/>
              </a:cxn>
              <a:cxn ang="0">
                <a:pos x="connsiteX25803" y="connsiteY25803"/>
              </a:cxn>
              <a:cxn ang="0">
                <a:pos x="connsiteX25804" y="connsiteY25804"/>
              </a:cxn>
              <a:cxn ang="0">
                <a:pos x="connsiteX25805" y="connsiteY25805"/>
              </a:cxn>
              <a:cxn ang="0">
                <a:pos x="connsiteX25806" y="connsiteY25806"/>
              </a:cxn>
              <a:cxn ang="0">
                <a:pos x="connsiteX25807" y="connsiteY25807"/>
              </a:cxn>
              <a:cxn ang="0">
                <a:pos x="connsiteX25808" y="connsiteY25808"/>
              </a:cxn>
              <a:cxn ang="0">
                <a:pos x="connsiteX25809" y="connsiteY25809"/>
              </a:cxn>
              <a:cxn ang="0">
                <a:pos x="connsiteX25810" y="connsiteY25810"/>
              </a:cxn>
              <a:cxn ang="0">
                <a:pos x="connsiteX25811" y="connsiteY25811"/>
              </a:cxn>
              <a:cxn ang="0">
                <a:pos x="connsiteX25812" y="connsiteY25812"/>
              </a:cxn>
              <a:cxn ang="0">
                <a:pos x="connsiteX25813" y="connsiteY25813"/>
              </a:cxn>
              <a:cxn ang="0">
                <a:pos x="connsiteX25814" y="connsiteY25814"/>
              </a:cxn>
              <a:cxn ang="0">
                <a:pos x="connsiteX25815" y="connsiteY25815"/>
              </a:cxn>
              <a:cxn ang="0">
                <a:pos x="connsiteX25816" y="connsiteY25816"/>
              </a:cxn>
              <a:cxn ang="0">
                <a:pos x="connsiteX25817" y="connsiteY25817"/>
              </a:cxn>
              <a:cxn ang="0">
                <a:pos x="connsiteX25818" y="connsiteY25818"/>
              </a:cxn>
              <a:cxn ang="0">
                <a:pos x="connsiteX25819" y="connsiteY25819"/>
              </a:cxn>
              <a:cxn ang="0">
                <a:pos x="connsiteX25820" y="connsiteY25820"/>
              </a:cxn>
              <a:cxn ang="0">
                <a:pos x="connsiteX25821" y="connsiteY25821"/>
              </a:cxn>
              <a:cxn ang="0">
                <a:pos x="connsiteX25822" y="connsiteY25822"/>
              </a:cxn>
              <a:cxn ang="0">
                <a:pos x="connsiteX25823" y="connsiteY25823"/>
              </a:cxn>
              <a:cxn ang="0">
                <a:pos x="connsiteX25824" y="connsiteY25824"/>
              </a:cxn>
              <a:cxn ang="0">
                <a:pos x="connsiteX25825" y="connsiteY25825"/>
              </a:cxn>
              <a:cxn ang="0">
                <a:pos x="connsiteX25826" y="connsiteY25826"/>
              </a:cxn>
              <a:cxn ang="0">
                <a:pos x="connsiteX25827" y="connsiteY25827"/>
              </a:cxn>
              <a:cxn ang="0">
                <a:pos x="connsiteX25828" y="connsiteY25828"/>
              </a:cxn>
              <a:cxn ang="0">
                <a:pos x="connsiteX25829" y="connsiteY25829"/>
              </a:cxn>
              <a:cxn ang="0">
                <a:pos x="connsiteX25830" y="connsiteY25830"/>
              </a:cxn>
              <a:cxn ang="0">
                <a:pos x="connsiteX25831" y="connsiteY25831"/>
              </a:cxn>
              <a:cxn ang="0">
                <a:pos x="connsiteX25832" y="connsiteY25832"/>
              </a:cxn>
              <a:cxn ang="0">
                <a:pos x="connsiteX25833" y="connsiteY25833"/>
              </a:cxn>
              <a:cxn ang="0">
                <a:pos x="connsiteX25834" y="connsiteY25834"/>
              </a:cxn>
              <a:cxn ang="0">
                <a:pos x="connsiteX25835" y="connsiteY25835"/>
              </a:cxn>
              <a:cxn ang="0">
                <a:pos x="connsiteX25836" y="connsiteY25836"/>
              </a:cxn>
              <a:cxn ang="0">
                <a:pos x="connsiteX25837" y="connsiteY25837"/>
              </a:cxn>
              <a:cxn ang="0">
                <a:pos x="connsiteX25838" y="connsiteY25838"/>
              </a:cxn>
              <a:cxn ang="0">
                <a:pos x="connsiteX25839" y="connsiteY25839"/>
              </a:cxn>
              <a:cxn ang="0">
                <a:pos x="connsiteX25840" y="connsiteY25840"/>
              </a:cxn>
              <a:cxn ang="0">
                <a:pos x="connsiteX25841" y="connsiteY25841"/>
              </a:cxn>
              <a:cxn ang="0">
                <a:pos x="connsiteX25842" y="connsiteY25842"/>
              </a:cxn>
              <a:cxn ang="0">
                <a:pos x="connsiteX25843" y="connsiteY25843"/>
              </a:cxn>
              <a:cxn ang="0">
                <a:pos x="connsiteX25844" y="connsiteY25844"/>
              </a:cxn>
              <a:cxn ang="0">
                <a:pos x="connsiteX25845" y="connsiteY25845"/>
              </a:cxn>
              <a:cxn ang="0">
                <a:pos x="connsiteX25846" y="connsiteY25846"/>
              </a:cxn>
              <a:cxn ang="0">
                <a:pos x="connsiteX25847" y="connsiteY25847"/>
              </a:cxn>
              <a:cxn ang="0">
                <a:pos x="connsiteX25848" y="connsiteY25848"/>
              </a:cxn>
              <a:cxn ang="0">
                <a:pos x="connsiteX25849" y="connsiteY25849"/>
              </a:cxn>
              <a:cxn ang="0">
                <a:pos x="connsiteX25850" y="connsiteY25850"/>
              </a:cxn>
              <a:cxn ang="0">
                <a:pos x="connsiteX25851" y="connsiteY25851"/>
              </a:cxn>
              <a:cxn ang="0">
                <a:pos x="connsiteX25852" y="connsiteY25852"/>
              </a:cxn>
              <a:cxn ang="0">
                <a:pos x="connsiteX25853" y="connsiteY25853"/>
              </a:cxn>
              <a:cxn ang="0">
                <a:pos x="connsiteX25854" y="connsiteY25854"/>
              </a:cxn>
              <a:cxn ang="0">
                <a:pos x="connsiteX25855" y="connsiteY25855"/>
              </a:cxn>
              <a:cxn ang="0">
                <a:pos x="connsiteX25856" y="connsiteY25856"/>
              </a:cxn>
              <a:cxn ang="0">
                <a:pos x="connsiteX25857" y="connsiteY25857"/>
              </a:cxn>
              <a:cxn ang="0">
                <a:pos x="connsiteX25858" y="connsiteY25858"/>
              </a:cxn>
              <a:cxn ang="0">
                <a:pos x="connsiteX25859" y="connsiteY25859"/>
              </a:cxn>
              <a:cxn ang="0">
                <a:pos x="connsiteX25860" y="connsiteY25860"/>
              </a:cxn>
              <a:cxn ang="0">
                <a:pos x="connsiteX25861" y="connsiteY25861"/>
              </a:cxn>
              <a:cxn ang="0">
                <a:pos x="connsiteX25862" y="connsiteY25862"/>
              </a:cxn>
              <a:cxn ang="0">
                <a:pos x="connsiteX25863" y="connsiteY25863"/>
              </a:cxn>
              <a:cxn ang="0">
                <a:pos x="connsiteX25864" y="connsiteY25864"/>
              </a:cxn>
              <a:cxn ang="0">
                <a:pos x="connsiteX25865" y="connsiteY25865"/>
              </a:cxn>
              <a:cxn ang="0">
                <a:pos x="connsiteX25866" y="connsiteY25866"/>
              </a:cxn>
              <a:cxn ang="0">
                <a:pos x="connsiteX25867" y="connsiteY25867"/>
              </a:cxn>
              <a:cxn ang="0">
                <a:pos x="connsiteX25868" y="connsiteY25868"/>
              </a:cxn>
              <a:cxn ang="0">
                <a:pos x="connsiteX25869" y="connsiteY25869"/>
              </a:cxn>
              <a:cxn ang="0">
                <a:pos x="connsiteX25870" y="connsiteY25870"/>
              </a:cxn>
              <a:cxn ang="0">
                <a:pos x="connsiteX25871" y="connsiteY25871"/>
              </a:cxn>
              <a:cxn ang="0">
                <a:pos x="connsiteX25872" y="connsiteY25872"/>
              </a:cxn>
              <a:cxn ang="0">
                <a:pos x="connsiteX25873" y="connsiteY25873"/>
              </a:cxn>
              <a:cxn ang="0">
                <a:pos x="connsiteX25874" y="connsiteY25874"/>
              </a:cxn>
              <a:cxn ang="0">
                <a:pos x="connsiteX25875" y="connsiteY25875"/>
              </a:cxn>
              <a:cxn ang="0">
                <a:pos x="connsiteX25876" y="connsiteY25876"/>
              </a:cxn>
              <a:cxn ang="0">
                <a:pos x="connsiteX25877" y="connsiteY25877"/>
              </a:cxn>
              <a:cxn ang="0">
                <a:pos x="connsiteX25878" y="connsiteY25878"/>
              </a:cxn>
              <a:cxn ang="0">
                <a:pos x="connsiteX25879" y="connsiteY25879"/>
              </a:cxn>
              <a:cxn ang="0">
                <a:pos x="connsiteX25880" y="connsiteY25880"/>
              </a:cxn>
              <a:cxn ang="0">
                <a:pos x="connsiteX25881" y="connsiteY25881"/>
              </a:cxn>
              <a:cxn ang="0">
                <a:pos x="connsiteX25882" y="connsiteY25882"/>
              </a:cxn>
              <a:cxn ang="0">
                <a:pos x="connsiteX25883" y="connsiteY25883"/>
              </a:cxn>
              <a:cxn ang="0">
                <a:pos x="connsiteX25884" y="connsiteY25884"/>
              </a:cxn>
              <a:cxn ang="0">
                <a:pos x="connsiteX25885" y="connsiteY25885"/>
              </a:cxn>
              <a:cxn ang="0">
                <a:pos x="connsiteX25886" y="connsiteY25886"/>
              </a:cxn>
              <a:cxn ang="0">
                <a:pos x="connsiteX25887" y="connsiteY25887"/>
              </a:cxn>
              <a:cxn ang="0">
                <a:pos x="connsiteX25888" y="connsiteY25888"/>
              </a:cxn>
              <a:cxn ang="0">
                <a:pos x="connsiteX25889" y="connsiteY25889"/>
              </a:cxn>
              <a:cxn ang="0">
                <a:pos x="connsiteX25890" y="connsiteY25890"/>
              </a:cxn>
              <a:cxn ang="0">
                <a:pos x="connsiteX25891" y="connsiteY25891"/>
              </a:cxn>
              <a:cxn ang="0">
                <a:pos x="connsiteX25892" y="connsiteY25892"/>
              </a:cxn>
              <a:cxn ang="0">
                <a:pos x="connsiteX25893" y="connsiteY25893"/>
              </a:cxn>
              <a:cxn ang="0">
                <a:pos x="connsiteX25894" y="connsiteY25894"/>
              </a:cxn>
              <a:cxn ang="0">
                <a:pos x="connsiteX25895" y="connsiteY25895"/>
              </a:cxn>
              <a:cxn ang="0">
                <a:pos x="connsiteX25896" y="connsiteY25896"/>
              </a:cxn>
              <a:cxn ang="0">
                <a:pos x="connsiteX25897" y="connsiteY25897"/>
              </a:cxn>
              <a:cxn ang="0">
                <a:pos x="connsiteX25898" y="connsiteY25898"/>
              </a:cxn>
              <a:cxn ang="0">
                <a:pos x="connsiteX25899" y="connsiteY25899"/>
              </a:cxn>
              <a:cxn ang="0">
                <a:pos x="connsiteX25900" y="connsiteY25900"/>
              </a:cxn>
              <a:cxn ang="0">
                <a:pos x="connsiteX25901" y="connsiteY25901"/>
              </a:cxn>
              <a:cxn ang="0">
                <a:pos x="connsiteX25902" y="connsiteY25902"/>
              </a:cxn>
              <a:cxn ang="0">
                <a:pos x="connsiteX25903" y="connsiteY25903"/>
              </a:cxn>
              <a:cxn ang="0">
                <a:pos x="connsiteX25904" y="connsiteY25904"/>
              </a:cxn>
              <a:cxn ang="0">
                <a:pos x="connsiteX25905" y="connsiteY25905"/>
              </a:cxn>
              <a:cxn ang="0">
                <a:pos x="connsiteX25906" y="connsiteY25906"/>
              </a:cxn>
              <a:cxn ang="0">
                <a:pos x="connsiteX25907" y="connsiteY25907"/>
              </a:cxn>
              <a:cxn ang="0">
                <a:pos x="connsiteX25908" y="connsiteY25908"/>
              </a:cxn>
              <a:cxn ang="0">
                <a:pos x="connsiteX25909" y="connsiteY25909"/>
              </a:cxn>
              <a:cxn ang="0">
                <a:pos x="connsiteX25910" y="connsiteY25910"/>
              </a:cxn>
              <a:cxn ang="0">
                <a:pos x="connsiteX25911" y="connsiteY25911"/>
              </a:cxn>
              <a:cxn ang="0">
                <a:pos x="connsiteX25912" y="connsiteY25912"/>
              </a:cxn>
              <a:cxn ang="0">
                <a:pos x="connsiteX25913" y="connsiteY25913"/>
              </a:cxn>
              <a:cxn ang="0">
                <a:pos x="connsiteX25914" y="connsiteY25914"/>
              </a:cxn>
              <a:cxn ang="0">
                <a:pos x="connsiteX25915" y="connsiteY25915"/>
              </a:cxn>
              <a:cxn ang="0">
                <a:pos x="connsiteX25916" y="connsiteY25916"/>
              </a:cxn>
              <a:cxn ang="0">
                <a:pos x="connsiteX25917" y="connsiteY25917"/>
              </a:cxn>
              <a:cxn ang="0">
                <a:pos x="connsiteX25918" y="connsiteY25918"/>
              </a:cxn>
              <a:cxn ang="0">
                <a:pos x="connsiteX25919" y="connsiteY25919"/>
              </a:cxn>
              <a:cxn ang="0">
                <a:pos x="connsiteX25920" y="connsiteY25920"/>
              </a:cxn>
              <a:cxn ang="0">
                <a:pos x="connsiteX25921" y="connsiteY25921"/>
              </a:cxn>
              <a:cxn ang="0">
                <a:pos x="connsiteX25922" y="connsiteY25922"/>
              </a:cxn>
              <a:cxn ang="0">
                <a:pos x="connsiteX25923" y="connsiteY25923"/>
              </a:cxn>
              <a:cxn ang="0">
                <a:pos x="connsiteX25924" y="connsiteY25924"/>
              </a:cxn>
              <a:cxn ang="0">
                <a:pos x="connsiteX25925" y="connsiteY25925"/>
              </a:cxn>
              <a:cxn ang="0">
                <a:pos x="connsiteX25926" y="connsiteY25926"/>
              </a:cxn>
              <a:cxn ang="0">
                <a:pos x="connsiteX25927" y="connsiteY25927"/>
              </a:cxn>
              <a:cxn ang="0">
                <a:pos x="connsiteX25928" y="connsiteY25928"/>
              </a:cxn>
              <a:cxn ang="0">
                <a:pos x="connsiteX25929" y="connsiteY25929"/>
              </a:cxn>
              <a:cxn ang="0">
                <a:pos x="connsiteX25930" y="connsiteY25930"/>
              </a:cxn>
              <a:cxn ang="0">
                <a:pos x="connsiteX25931" y="connsiteY25931"/>
              </a:cxn>
              <a:cxn ang="0">
                <a:pos x="connsiteX25932" y="connsiteY25932"/>
              </a:cxn>
              <a:cxn ang="0">
                <a:pos x="connsiteX25933" y="connsiteY25933"/>
              </a:cxn>
              <a:cxn ang="0">
                <a:pos x="connsiteX25934" y="connsiteY25934"/>
              </a:cxn>
              <a:cxn ang="0">
                <a:pos x="connsiteX25935" y="connsiteY25935"/>
              </a:cxn>
              <a:cxn ang="0">
                <a:pos x="connsiteX25936" y="connsiteY25936"/>
              </a:cxn>
              <a:cxn ang="0">
                <a:pos x="connsiteX25937" y="connsiteY25937"/>
              </a:cxn>
              <a:cxn ang="0">
                <a:pos x="connsiteX25938" y="connsiteY25938"/>
              </a:cxn>
              <a:cxn ang="0">
                <a:pos x="connsiteX25939" y="connsiteY25939"/>
              </a:cxn>
              <a:cxn ang="0">
                <a:pos x="connsiteX25940" y="connsiteY25940"/>
              </a:cxn>
              <a:cxn ang="0">
                <a:pos x="connsiteX25941" y="connsiteY25941"/>
              </a:cxn>
              <a:cxn ang="0">
                <a:pos x="connsiteX25942" y="connsiteY25942"/>
              </a:cxn>
              <a:cxn ang="0">
                <a:pos x="connsiteX25943" y="connsiteY25943"/>
              </a:cxn>
              <a:cxn ang="0">
                <a:pos x="connsiteX25944" y="connsiteY25944"/>
              </a:cxn>
              <a:cxn ang="0">
                <a:pos x="connsiteX25945" y="connsiteY25945"/>
              </a:cxn>
              <a:cxn ang="0">
                <a:pos x="connsiteX25946" y="connsiteY25946"/>
              </a:cxn>
              <a:cxn ang="0">
                <a:pos x="connsiteX25947" y="connsiteY25947"/>
              </a:cxn>
              <a:cxn ang="0">
                <a:pos x="connsiteX25948" y="connsiteY25948"/>
              </a:cxn>
              <a:cxn ang="0">
                <a:pos x="connsiteX25949" y="connsiteY25949"/>
              </a:cxn>
              <a:cxn ang="0">
                <a:pos x="connsiteX25950" y="connsiteY25950"/>
              </a:cxn>
              <a:cxn ang="0">
                <a:pos x="connsiteX25951" y="connsiteY25951"/>
              </a:cxn>
              <a:cxn ang="0">
                <a:pos x="connsiteX25952" y="connsiteY25952"/>
              </a:cxn>
              <a:cxn ang="0">
                <a:pos x="connsiteX25953" y="connsiteY25953"/>
              </a:cxn>
              <a:cxn ang="0">
                <a:pos x="connsiteX25954" y="connsiteY25954"/>
              </a:cxn>
              <a:cxn ang="0">
                <a:pos x="connsiteX25955" y="connsiteY25955"/>
              </a:cxn>
              <a:cxn ang="0">
                <a:pos x="connsiteX25956" y="connsiteY25956"/>
              </a:cxn>
              <a:cxn ang="0">
                <a:pos x="connsiteX25957" y="connsiteY25957"/>
              </a:cxn>
              <a:cxn ang="0">
                <a:pos x="connsiteX25958" y="connsiteY25958"/>
              </a:cxn>
              <a:cxn ang="0">
                <a:pos x="connsiteX25959" y="connsiteY25959"/>
              </a:cxn>
              <a:cxn ang="0">
                <a:pos x="connsiteX25960" y="connsiteY25960"/>
              </a:cxn>
              <a:cxn ang="0">
                <a:pos x="connsiteX25961" y="connsiteY25961"/>
              </a:cxn>
              <a:cxn ang="0">
                <a:pos x="connsiteX25962" y="connsiteY25962"/>
              </a:cxn>
              <a:cxn ang="0">
                <a:pos x="connsiteX25963" y="connsiteY25963"/>
              </a:cxn>
              <a:cxn ang="0">
                <a:pos x="connsiteX25964" y="connsiteY25964"/>
              </a:cxn>
              <a:cxn ang="0">
                <a:pos x="connsiteX25965" y="connsiteY25965"/>
              </a:cxn>
              <a:cxn ang="0">
                <a:pos x="connsiteX25966" y="connsiteY25966"/>
              </a:cxn>
              <a:cxn ang="0">
                <a:pos x="connsiteX25967" y="connsiteY25967"/>
              </a:cxn>
              <a:cxn ang="0">
                <a:pos x="connsiteX25968" y="connsiteY25968"/>
              </a:cxn>
              <a:cxn ang="0">
                <a:pos x="connsiteX25969" y="connsiteY25969"/>
              </a:cxn>
              <a:cxn ang="0">
                <a:pos x="connsiteX25970" y="connsiteY25970"/>
              </a:cxn>
              <a:cxn ang="0">
                <a:pos x="connsiteX25971" y="connsiteY25971"/>
              </a:cxn>
              <a:cxn ang="0">
                <a:pos x="connsiteX25972" y="connsiteY25972"/>
              </a:cxn>
              <a:cxn ang="0">
                <a:pos x="connsiteX25973" y="connsiteY25973"/>
              </a:cxn>
              <a:cxn ang="0">
                <a:pos x="connsiteX25974" y="connsiteY25974"/>
              </a:cxn>
              <a:cxn ang="0">
                <a:pos x="connsiteX25975" y="connsiteY25975"/>
              </a:cxn>
              <a:cxn ang="0">
                <a:pos x="connsiteX25976" y="connsiteY25976"/>
              </a:cxn>
              <a:cxn ang="0">
                <a:pos x="connsiteX25977" y="connsiteY25977"/>
              </a:cxn>
              <a:cxn ang="0">
                <a:pos x="connsiteX25978" y="connsiteY25978"/>
              </a:cxn>
              <a:cxn ang="0">
                <a:pos x="connsiteX25979" y="connsiteY25979"/>
              </a:cxn>
              <a:cxn ang="0">
                <a:pos x="connsiteX25980" y="connsiteY25980"/>
              </a:cxn>
              <a:cxn ang="0">
                <a:pos x="connsiteX25981" y="connsiteY25981"/>
              </a:cxn>
              <a:cxn ang="0">
                <a:pos x="connsiteX25982" y="connsiteY25982"/>
              </a:cxn>
              <a:cxn ang="0">
                <a:pos x="connsiteX25983" y="connsiteY25983"/>
              </a:cxn>
              <a:cxn ang="0">
                <a:pos x="connsiteX25984" y="connsiteY25984"/>
              </a:cxn>
              <a:cxn ang="0">
                <a:pos x="connsiteX25985" y="connsiteY25985"/>
              </a:cxn>
              <a:cxn ang="0">
                <a:pos x="connsiteX25986" y="connsiteY25986"/>
              </a:cxn>
              <a:cxn ang="0">
                <a:pos x="connsiteX25987" y="connsiteY25987"/>
              </a:cxn>
              <a:cxn ang="0">
                <a:pos x="connsiteX25988" y="connsiteY25988"/>
              </a:cxn>
              <a:cxn ang="0">
                <a:pos x="connsiteX25989" y="connsiteY25989"/>
              </a:cxn>
              <a:cxn ang="0">
                <a:pos x="connsiteX25990" y="connsiteY25990"/>
              </a:cxn>
              <a:cxn ang="0">
                <a:pos x="connsiteX25991" y="connsiteY25991"/>
              </a:cxn>
              <a:cxn ang="0">
                <a:pos x="connsiteX25992" y="connsiteY25992"/>
              </a:cxn>
              <a:cxn ang="0">
                <a:pos x="connsiteX25993" y="connsiteY25993"/>
              </a:cxn>
              <a:cxn ang="0">
                <a:pos x="connsiteX25994" y="connsiteY25994"/>
              </a:cxn>
              <a:cxn ang="0">
                <a:pos x="connsiteX25995" y="connsiteY25995"/>
              </a:cxn>
              <a:cxn ang="0">
                <a:pos x="connsiteX25996" y="connsiteY25996"/>
              </a:cxn>
              <a:cxn ang="0">
                <a:pos x="connsiteX25997" y="connsiteY25997"/>
              </a:cxn>
              <a:cxn ang="0">
                <a:pos x="connsiteX25998" y="connsiteY25998"/>
              </a:cxn>
              <a:cxn ang="0">
                <a:pos x="connsiteX25999" y="connsiteY25999"/>
              </a:cxn>
              <a:cxn ang="0">
                <a:pos x="connsiteX26000" y="connsiteY26000"/>
              </a:cxn>
              <a:cxn ang="0">
                <a:pos x="connsiteX26001" y="connsiteY26001"/>
              </a:cxn>
              <a:cxn ang="0">
                <a:pos x="connsiteX26002" y="connsiteY26002"/>
              </a:cxn>
              <a:cxn ang="0">
                <a:pos x="connsiteX26003" y="connsiteY26003"/>
              </a:cxn>
              <a:cxn ang="0">
                <a:pos x="connsiteX26004" y="connsiteY26004"/>
              </a:cxn>
              <a:cxn ang="0">
                <a:pos x="connsiteX26005" y="connsiteY26005"/>
              </a:cxn>
              <a:cxn ang="0">
                <a:pos x="connsiteX26006" y="connsiteY26006"/>
              </a:cxn>
              <a:cxn ang="0">
                <a:pos x="connsiteX26007" y="connsiteY26007"/>
              </a:cxn>
              <a:cxn ang="0">
                <a:pos x="connsiteX26008" y="connsiteY26008"/>
              </a:cxn>
              <a:cxn ang="0">
                <a:pos x="connsiteX26009" y="connsiteY26009"/>
              </a:cxn>
              <a:cxn ang="0">
                <a:pos x="connsiteX26010" y="connsiteY26010"/>
              </a:cxn>
              <a:cxn ang="0">
                <a:pos x="connsiteX26011" y="connsiteY26011"/>
              </a:cxn>
              <a:cxn ang="0">
                <a:pos x="connsiteX26012" y="connsiteY26012"/>
              </a:cxn>
              <a:cxn ang="0">
                <a:pos x="connsiteX26013" y="connsiteY26013"/>
              </a:cxn>
              <a:cxn ang="0">
                <a:pos x="connsiteX26014" y="connsiteY26014"/>
              </a:cxn>
              <a:cxn ang="0">
                <a:pos x="connsiteX26015" y="connsiteY26015"/>
              </a:cxn>
              <a:cxn ang="0">
                <a:pos x="connsiteX26016" y="connsiteY26016"/>
              </a:cxn>
              <a:cxn ang="0">
                <a:pos x="connsiteX26017" y="connsiteY26017"/>
              </a:cxn>
              <a:cxn ang="0">
                <a:pos x="connsiteX26018" y="connsiteY26018"/>
              </a:cxn>
              <a:cxn ang="0">
                <a:pos x="connsiteX26019" y="connsiteY26019"/>
              </a:cxn>
              <a:cxn ang="0">
                <a:pos x="connsiteX26020" y="connsiteY26020"/>
              </a:cxn>
              <a:cxn ang="0">
                <a:pos x="connsiteX26021" y="connsiteY26021"/>
              </a:cxn>
              <a:cxn ang="0">
                <a:pos x="connsiteX26022" y="connsiteY26022"/>
              </a:cxn>
              <a:cxn ang="0">
                <a:pos x="connsiteX26023" y="connsiteY26023"/>
              </a:cxn>
              <a:cxn ang="0">
                <a:pos x="connsiteX26024" y="connsiteY26024"/>
              </a:cxn>
              <a:cxn ang="0">
                <a:pos x="connsiteX26025" y="connsiteY26025"/>
              </a:cxn>
              <a:cxn ang="0">
                <a:pos x="connsiteX26026" y="connsiteY26026"/>
              </a:cxn>
              <a:cxn ang="0">
                <a:pos x="connsiteX26027" y="connsiteY26027"/>
              </a:cxn>
              <a:cxn ang="0">
                <a:pos x="connsiteX26028" y="connsiteY26028"/>
              </a:cxn>
              <a:cxn ang="0">
                <a:pos x="connsiteX26029" y="connsiteY26029"/>
              </a:cxn>
              <a:cxn ang="0">
                <a:pos x="connsiteX26030" y="connsiteY26030"/>
              </a:cxn>
              <a:cxn ang="0">
                <a:pos x="connsiteX26031" y="connsiteY26031"/>
              </a:cxn>
              <a:cxn ang="0">
                <a:pos x="connsiteX26032" y="connsiteY26032"/>
              </a:cxn>
              <a:cxn ang="0">
                <a:pos x="connsiteX26033" y="connsiteY26033"/>
              </a:cxn>
              <a:cxn ang="0">
                <a:pos x="connsiteX26034" y="connsiteY26034"/>
              </a:cxn>
              <a:cxn ang="0">
                <a:pos x="connsiteX26035" y="connsiteY26035"/>
              </a:cxn>
              <a:cxn ang="0">
                <a:pos x="connsiteX26036" y="connsiteY26036"/>
              </a:cxn>
              <a:cxn ang="0">
                <a:pos x="connsiteX26037" y="connsiteY26037"/>
              </a:cxn>
              <a:cxn ang="0">
                <a:pos x="connsiteX26038" y="connsiteY26038"/>
              </a:cxn>
              <a:cxn ang="0">
                <a:pos x="connsiteX26039" y="connsiteY26039"/>
              </a:cxn>
              <a:cxn ang="0">
                <a:pos x="connsiteX26040" y="connsiteY26040"/>
              </a:cxn>
              <a:cxn ang="0">
                <a:pos x="connsiteX26041" y="connsiteY26041"/>
              </a:cxn>
              <a:cxn ang="0">
                <a:pos x="connsiteX26042" y="connsiteY26042"/>
              </a:cxn>
              <a:cxn ang="0">
                <a:pos x="connsiteX26043" y="connsiteY26043"/>
              </a:cxn>
              <a:cxn ang="0">
                <a:pos x="connsiteX26044" y="connsiteY26044"/>
              </a:cxn>
              <a:cxn ang="0">
                <a:pos x="connsiteX26045" y="connsiteY26045"/>
              </a:cxn>
              <a:cxn ang="0">
                <a:pos x="connsiteX26046" y="connsiteY26046"/>
              </a:cxn>
              <a:cxn ang="0">
                <a:pos x="connsiteX26047" y="connsiteY26047"/>
              </a:cxn>
              <a:cxn ang="0">
                <a:pos x="connsiteX26048" y="connsiteY26048"/>
              </a:cxn>
              <a:cxn ang="0">
                <a:pos x="connsiteX26049" y="connsiteY26049"/>
              </a:cxn>
              <a:cxn ang="0">
                <a:pos x="connsiteX26050" y="connsiteY26050"/>
              </a:cxn>
              <a:cxn ang="0">
                <a:pos x="connsiteX26051" y="connsiteY26051"/>
              </a:cxn>
              <a:cxn ang="0">
                <a:pos x="connsiteX26052" y="connsiteY26052"/>
              </a:cxn>
              <a:cxn ang="0">
                <a:pos x="connsiteX26053" y="connsiteY26053"/>
              </a:cxn>
              <a:cxn ang="0">
                <a:pos x="connsiteX26054" y="connsiteY26054"/>
              </a:cxn>
              <a:cxn ang="0">
                <a:pos x="connsiteX26055" y="connsiteY26055"/>
              </a:cxn>
              <a:cxn ang="0">
                <a:pos x="connsiteX26056" y="connsiteY26056"/>
              </a:cxn>
              <a:cxn ang="0">
                <a:pos x="connsiteX26057" y="connsiteY26057"/>
              </a:cxn>
              <a:cxn ang="0">
                <a:pos x="connsiteX26058" y="connsiteY26058"/>
              </a:cxn>
              <a:cxn ang="0">
                <a:pos x="connsiteX26059" y="connsiteY26059"/>
              </a:cxn>
              <a:cxn ang="0">
                <a:pos x="connsiteX26060" y="connsiteY26060"/>
              </a:cxn>
              <a:cxn ang="0">
                <a:pos x="connsiteX26061" y="connsiteY26061"/>
              </a:cxn>
              <a:cxn ang="0">
                <a:pos x="connsiteX26062" y="connsiteY26062"/>
              </a:cxn>
              <a:cxn ang="0">
                <a:pos x="connsiteX26063" y="connsiteY26063"/>
              </a:cxn>
              <a:cxn ang="0">
                <a:pos x="connsiteX26064" y="connsiteY26064"/>
              </a:cxn>
              <a:cxn ang="0">
                <a:pos x="connsiteX26065" y="connsiteY26065"/>
              </a:cxn>
              <a:cxn ang="0">
                <a:pos x="connsiteX26066" y="connsiteY26066"/>
              </a:cxn>
              <a:cxn ang="0">
                <a:pos x="connsiteX26067" y="connsiteY26067"/>
              </a:cxn>
              <a:cxn ang="0">
                <a:pos x="connsiteX26068" y="connsiteY26068"/>
              </a:cxn>
              <a:cxn ang="0">
                <a:pos x="connsiteX26069" y="connsiteY26069"/>
              </a:cxn>
              <a:cxn ang="0">
                <a:pos x="connsiteX26070" y="connsiteY26070"/>
              </a:cxn>
              <a:cxn ang="0">
                <a:pos x="connsiteX26071" y="connsiteY26071"/>
              </a:cxn>
              <a:cxn ang="0">
                <a:pos x="connsiteX26072" y="connsiteY26072"/>
              </a:cxn>
              <a:cxn ang="0">
                <a:pos x="connsiteX26073" y="connsiteY26073"/>
              </a:cxn>
              <a:cxn ang="0">
                <a:pos x="connsiteX26074" y="connsiteY26074"/>
              </a:cxn>
              <a:cxn ang="0">
                <a:pos x="connsiteX26075" y="connsiteY26075"/>
              </a:cxn>
              <a:cxn ang="0">
                <a:pos x="connsiteX26076" y="connsiteY26076"/>
              </a:cxn>
              <a:cxn ang="0">
                <a:pos x="connsiteX26077" y="connsiteY26077"/>
              </a:cxn>
              <a:cxn ang="0">
                <a:pos x="connsiteX26078" y="connsiteY26078"/>
              </a:cxn>
              <a:cxn ang="0">
                <a:pos x="connsiteX26079" y="connsiteY26079"/>
              </a:cxn>
              <a:cxn ang="0">
                <a:pos x="connsiteX26080" y="connsiteY26080"/>
              </a:cxn>
              <a:cxn ang="0">
                <a:pos x="connsiteX26081" y="connsiteY26081"/>
              </a:cxn>
              <a:cxn ang="0">
                <a:pos x="connsiteX26082" y="connsiteY26082"/>
              </a:cxn>
              <a:cxn ang="0">
                <a:pos x="connsiteX26083" y="connsiteY26083"/>
              </a:cxn>
              <a:cxn ang="0">
                <a:pos x="connsiteX26084" y="connsiteY26084"/>
              </a:cxn>
              <a:cxn ang="0">
                <a:pos x="connsiteX26085" y="connsiteY26085"/>
              </a:cxn>
              <a:cxn ang="0">
                <a:pos x="connsiteX26086" y="connsiteY26086"/>
              </a:cxn>
              <a:cxn ang="0">
                <a:pos x="connsiteX26087" y="connsiteY26087"/>
              </a:cxn>
              <a:cxn ang="0">
                <a:pos x="connsiteX26088" y="connsiteY26088"/>
              </a:cxn>
              <a:cxn ang="0">
                <a:pos x="connsiteX26089" y="connsiteY26089"/>
              </a:cxn>
              <a:cxn ang="0">
                <a:pos x="connsiteX26090" y="connsiteY26090"/>
              </a:cxn>
              <a:cxn ang="0">
                <a:pos x="connsiteX26091" y="connsiteY26091"/>
              </a:cxn>
              <a:cxn ang="0">
                <a:pos x="connsiteX26092" y="connsiteY26092"/>
              </a:cxn>
              <a:cxn ang="0">
                <a:pos x="connsiteX26093" y="connsiteY26093"/>
              </a:cxn>
              <a:cxn ang="0">
                <a:pos x="connsiteX26094" y="connsiteY26094"/>
              </a:cxn>
              <a:cxn ang="0">
                <a:pos x="connsiteX26095" y="connsiteY26095"/>
              </a:cxn>
              <a:cxn ang="0">
                <a:pos x="connsiteX26096" y="connsiteY26096"/>
              </a:cxn>
              <a:cxn ang="0">
                <a:pos x="connsiteX26097" y="connsiteY26097"/>
              </a:cxn>
              <a:cxn ang="0">
                <a:pos x="connsiteX26098" y="connsiteY26098"/>
              </a:cxn>
              <a:cxn ang="0">
                <a:pos x="connsiteX26099" y="connsiteY26099"/>
              </a:cxn>
              <a:cxn ang="0">
                <a:pos x="connsiteX26100" y="connsiteY26100"/>
              </a:cxn>
              <a:cxn ang="0">
                <a:pos x="connsiteX26101" y="connsiteY26101"/>
              </a:cxn>
              <a:cxn ang="0">
                <a:pos x="connsiteX26102" y="connsiteY26102"/>
              </a:cxn>
              <a:cxn ang="0">
                <a:pos x="connsiteX26103" y="connsiteY26103"/>
              </a:cxn>
              <a:cxn ang="0">
                <a:pos x="connsiteX26104" y="connsiteY26104"/>
              </a:cxn>
              <a:cxn ang="0">
                <a:pos x="connsiteX26105" y="connsiteY26105"/>
              </a:cxn>
              <a:cxn ang="0">
                <a:pos x="connsiteX26106" y="connsiteY26106"/>
              </a:cxn>
              <a:cxn ang="0">
                <a:pos x="connsiteX26107" y="connsiteY26107"/>
              </a:cxn>
              <a:cxn ang="0">
                <a:pos x="connsiteX26108" y="connsiteY26108"/>
              </a:cxn>
              <a:cxn ang="0">
                <a:pos x="connsiteX26109" y="connsiteY26109"/>
              </a:cxn>
              <a:cxn ang="0">
                <a:pos x="connsiteX26110" y="connsiteY26110"/>
              </a:cxn>
              <a:cxn ang="0">
                <a:pos x="connsiteX26111" y="connsiteY26111"/>
              </a:cxn>
              <a:cxn ang="0">
                <a:pos x="connsiteX26112" y="connsiteY26112"/>
              </a:cxn>
              <a:cxn ang="0">
                <a:pos x="connsiteX26113" y="connsiteY26113"/>
              </a:cxn>
              <a:cxn ang="0">
                <a:pos x="connsiteX26114" y="connsiteY26114"/>
              </a:cxn>
              <a:cxn ang="0">
                <a:pos x="connsiteX26115" y="connsiteY26115"/>
              </a:cxn>
              <a:cxn ang="0">
                <a:pos x="connsiteX26116" y="connsiteY26116"/>
              </a:cxn>
              <a:cxn ang="0">
                <a:pos x="connsiteX26117" y="connsiteY26117"/>
              </a:cxn>
              <a:cxn ang="0">
                <a:pos x="connsiteX26118" y="connsiteY26118"/>
              </a:cxn>
              <a:cxn ang="0">
                <a:pos x="connsiteX26119" y="connsiteY26119"/>
              </a:cxn>
              <a:cxn ang="0">
                <a:pos x="connsiteX26120" y="connsiteY26120"/>
              </a:cxn>
              <a:cxn ang="0">
                <a:pos x="connsiteX26121" y="connsiteY26121"/>
              </a:cxn>
              <a:cxn ang="0">
                <a:pos x="connsiteX26122" y="connsiteY26122"/>
              </a:cxn>
              <a:cxn ang="0">
                <a:pos x="connsiteX26123" y="connsiteY26123"/>
              </a:cxn>
              <a:cxn ang="0">
                <a:pos x="connsiteX26124" y="connsiteY26124"/>
              </a:cxn>
              <a:cxn ang="0">
                <a:pos x="connsiteX26125" y="connsiteY26125"/>
              </a:cxn>
              <a:cxn ang="0">
                <a:pos x="connsiteX26126" y="connsiteY26126"/>
              </a:cxn>
              <a:cxn ang="0">
                <a:pos x="connsiteX26127" y="connsiteY26127"/>
              </a:cxn>
              <a:cxn ang="0">
                <a:pos x="connsiteX26128" y="connsiteY26128"/>
              </a:cxn>
              <a:cxn ang="0">
                <a:pos x="connsiteX26129" y="connsiteY26129"/>
              </a:cxn>
              <a:cxn ang="0">
                <a:pos x="connsiteX26130" y="connsiteY26130"/>
              </a:cxn>
              <a:cxn ang="0">
                <a:pos x="connsiteX26131" y="connsiteY26131"/>
              </a:cxn>
              <a:cxn ang="0">
                <a:pos x="connsiteX26132" y="connsiteY26132"/>
              </a:cxn>
              <a:cxn ang="0">
                <a:pos x="connsiteX26133" y="connsiteY26133"/>
              </a:cxn>
              <a:cxn ang="0">
                <a:pos x="connsiteX26134" y="connsiteY26134"/>
              </a:cxn>
              <a:cxn ang="0">
                <a:pos x="connsiteX26135" y="connsiteY26135"/>
              </a:cxn>
              <a:cxn ang="0">
                <a:pos x="connsiteX26136" y="connsiteY26136"/>
              </a:cxn>
              <a:cxn ang="0">
                <a:pos x="connsiteX26137" y="connsiteY26137"/>
              </a:cxn>
              <a:cxn ang="0">
                <a:pos x="connsiteX26138" y="connsiteY26138"/>
              </a:cxn>
              <a:cxn ang="0">
                <a:pos x="connsiteX26139" y="connsiteY26139"/>
              </a:cxn>
              <a:cxn ang="0">
                <a:pos x="connsiteX26140" y="connsiteY26140"/>
              </a:cxn>
              <a:cxn ang="0">
                <a:pos x="connsiteX26141" y="connsiteY26141"/>
              </a:cxn>
              <a:cxn ang="0">
                <a:pos x="connsiteX26142" y="connsiteY26142"/>
              </a:cxn>
              <a:cxn ang="0">
                <a:pos x="connsiteX26143" y="connsiteY26143"/>
              </a:cxn>
              <a:cxn ang="0">
                <a:pos x="connsiteX26144" y="connsiteY26144"/>
              </a:cxn>
              <a:cxn ang="0">
                <a:pos x="connsiteX26145" y="connsiteY26145"/>
              </a:cxn>
              <a:cxn ang="0">
                <a:pos x="connsiteX26146" y="connsiteY26146"/>
              </a:cxn>
              <a:cxn ang="0">
                <a:pos x="connsiteX26147" y="connsiteY26147"/>
              </a:cxn>
              <a:cxn ang="0">
                <a:pos x="connsiteX26148" y="connsiteY26148"/>
              </a:cxn>
              <a:cxn ang="0">
                <a:pos x="connsiteX26149" y="connsiteY26149"/>
              </a:cxn>
              <a:cxn ang="0">
                <a:pos x="connsiteX26150" y="connsiteY26150"/>
              </a:cxn>
              <a:cxn ang="0">
                <a:pos x="connsiteX26151" y="connsiteY26151"/>
              </a:cxn>
              <a:cxn ang="0">
                <a:pos x="connsiteX26152" y="connsiteY26152"/>
              </a:cxn>
              <a:cxn ang="0">
                <a:pos x="connsiteX26153" y="connsiteY26153"/>
              </a:cxn>
              <a:cxn ang="0">
                <a:pos x="connsiteX26154" y="connsiteY26154"/>
              </a:cxn>
              <a:cxn ang="0">
                <a:pos x="connsiteX26155" y="connsiteY26155"/>
              </a:cxn>
              <a:cxn ang="0">
                <a:pos x="connsiteX26156" y="connsiteY26156"/>
              </a:cxn>
              <a:cxn ang="0">
                <a:pos x="connsiteX26157" y="connsiteY26157"/>
              </a:cxn>
              <a:cxn ang="0">
                <a:pos x="connsiteX26158" y="connsiteY26158"/>
              </a:cxn>
              <a:cxn ang="0">
                <a:pos x="connsiteX26159" y="connsiteY26159"/>
              </a:cxn>
              <a:cxn ang="0">
                <a:pos x="connsiteX26160" y="connsiteY26160"/>
              </a:cxn>
              <a:cxn ang="0">
                <a:pos x="connsiteX26161" y="connsiteY26161"/>
              </a:cxn>
              <a:cxn ang="0">
                <a:pos x="connsiteX26162" y="connsiteY26162"/>
              </a:cxn>
              <a:cxn ang="0">
                <a:pos x="connsiteX26163" y="connsiteY26163"/>
              </a:cxn>
              <a:cxn ang="0">
                <a:pos x="connsiteX26164" y="connsiteY26164"/>
              </a:cxn>
              <a:cxn ang="0">
                <a:pos x="connsiteX26165" y="connsiteY26165"/>
              </a:cxn>
              <a:cxn ang="0">
                <a:pos x="connsiteX26166" y="connsiteY26166"/>
              </a:cxn>
              <a:cxn ang="0">
                <a:pos x="connsiteX26167" y="connsiteY26167"/>
              </a:cxn>
              <a:cxn ang="0">
                <a:pos x="connsiteX26168" y="connsiteY26168"/>
              </a:cxn>
              <a:cxn ang="0">
                <a:pos x="connsiteX26169" y="connsiteY26169"/>
              </a:cxn>
              <a:cxn ang="0">
                <a:pos x="connsiteX26170" y="connsiteY26170"/>
              </a:cxn>
              <a:cxn ang="0">
                <a:pos x="connsiteX26171" y="connsiteY26171"/>
              </a:cxn>
              <a:cxn ang="0">
                <a:pos x="connsiteX26172" y="connsiteY26172"/>
              </a:cxn>
              <a:cxn ang="0">
                <a:pos x="connsiteX26173" y="connsiteY26173"/>
              </a:cxn>
              <a:cxn ang="0">
                <a:pos x="connsiteX26174" y="connsiteY26174"/>
              </a:cxn>
              <a:cxn ang="0">
                <a:pos x="connsiteX26175" y="connsiteY26175"/>
              </a:cxn>
              <a:cxn ang="0">
                <a:pos x="connsiteX26176" y="connsiteY26176"/>
              </a:cxn>
              <a:cxn ang="0">
                <a:pos x="connsiteX26177" y="connsiteY26177"/>
              </a:cxn>
              <a:cxn ang="0">
                <a:pos x="connsiteX26178" y="connsiteY26178"/>
              </a:cxn>
              <a:cxn ang="0">
                <a:pos x="connsiteX26179" y="connsiteY26179"/>
              </a:cxn>
              <a:cxn ang="0">
                <a:pos x="connsiteX26180" y="connsiteY26180"/>
              </a:cxn>
              <a:cxn ang="0">
                <a:pos x="connsiteX26181" y="connsiteY26181"/>
              </a:cxn>
              <a:cxn ang="0">
                <a:pos x="connsiteX26182" y="connsiteY26182"/>
              </a:cxn>
              <a:cxn ang="0">
                <a:pos x="connsiteX26183" y="connsiteY26183"/>
              </a:cxn>
              <a:cxn ang="0">
                <a:pos x="connsiteX26184" y="connsiteY26184"/>
              </a:cxn>
              <a:cxn ang="0">
                <a:pos x="connsiteX26185" y="connsiteY26185"/>
              </a:cxn>
              <a:cxn ang="0">
                <a:pos x="connsiteX26186" y="connsiteY26186"/>
              </a:cxn>
              <a:cxn ang="0">
                <a:pos x="connsiteX26187" y="connsiteY26187"/>
              </a:cxn>
              <a:cxn ang="0">
                <a:pos x="connsiteX26188" y="connsiteY26188"/>
              </a:cxn>
              <a:cxn ang="0">
                <a:pos x="connsiteX26189" y="connsiteY26189"/>
              </a:cxn>
              <a:cxn ang="0">
                <a:pos x="connsiteX26190" y="connsiteY26190"/>
              </a:cxn>
              <a:cxn ang="0">
                <a:pos x="connsiteX26191" y="connsiteY26191"/>
              </a:cxn>
              <a:cxn ang="0">
                <a:pos x="connsiteX26192" y="connsiteY26192"/>
              </a:cxn>
              <a:cxn ang="0">
                <a:pos x="connsiteX26193" y="connsiteY26193"/>
              </a:cxn>
              <a:cxn ang="0">
                <a:pos x="connsiteX26194" y="connsiteY26194"/>
              </a:cxn>
              <a:cxn ang="0">
                <a:pos x="connsiteX26195" y="connsiteY26195"/>
              </a:cxn>
              <a:cxn ang="0">
                <a:pos x="connsiteX26196" y="connsiteY26196"/>
              </a:cxn>
              <a:cxn ang="0">
                <a:pos x="connsiteX26197" y="connsiteY26197"/>
              </a:cxn>
              <a:cxn ang="0">
                <a:pos x="connsiteX26198" y="connsiteY26198"/>
              </a:cxn>
              <a:cxn ang="0">
                <a:pos x="connsiteX26199" y="connsiteY26199"/>
              </a:cxn>
              <a:cxn ang="0">
                <a:pos x="connsiteX26200" y="connsiteY26200"/>
              </a:cxn>
              <a:cxn ang="0">
                <a:pos x="connsiteX26201" y="connsiteY26201"/>
              </a:cxn>
              <a:cxn ang="0">
                <a:pos x="connsiteX26202" y="connsiteY26202"/>
              </a:cxn>
              <a:cxn ang="0">
                <a:pos x="connsiteX26203" y="connsiteY26203"/>
              </a:cxn>
              <a:cxn ang="0">
                <a:pos x="connsiteX26204" y="connsiteY26204"/>
              </a:cxn>
              <a:cxn ang="0">
                <a:pos x="connsiteX26205" y="connsiteY26205"/>
              </a:cxn>
              <a:cxn ang="0">
                <a:pos x="connsiteX26206" y="connsiteY26206"/>
              </a:cxn>
              <a:cxn ang="0">
                <a:pos x="connsiteX26207" y="connsiteY26207"/>
              </a:cxn>
              <a:cxn ang="0">
                <a:pos x="connsiteX26208" y="connsiteY26208"/>
              </a:cxn>
              <a:cxn ang="0">
                <a:pos x="connsiteX26209" y="connsiteY26209"/>
              </a:cxn>
              <a:cxn ang="0">
                <a:pos x="connsiteX26210" y="connsiteY26210"/>
              </a:cxn>
              <a:cxn ang="0">
                <a:pos x="connsiteX26211" y="connsiteY26211"/>
              </a:cxn>
              <a:cxn ang="0">
                <a:pos x="connsiteX26212" y="connsiteY26212"/>
              </a:cxn>
              <a:cxn ang="0">
                <a:pos x="connsiteX26213" y="connsiteY26213"/>
              </a:cxn>
              <a:cxn ang="0">
                <a:pos x="connsiteX26214" y="connsiteY26214"/>
              </a:cxn>
              <a:cxn ang="0">
                <a:pos x="connsiteX26215" y="connsiteY26215"/>
              </a:cxn>
              <a:cxn ang="0">
                <a:pos x="connsiteX26216" y="connsiteY26216"/>
              </a:cxn>
              <a:cxn ang="0">
                <a:pos x="connsiteX26217" y="connsiteY26217"/>
              </a:cxn>
              <a:cxn ang="0">
                <a:pos x="connsiteX26218" y="connsiteY26218"/>
              </a:cxn>
              <a:cxn ang="0">
                <a:pos x="connsiteX26219" y="connsiteY26219"/>
              </a:cxn>
              <a:cxn ang="0">
                <a:pos x="connsiteX26220" y="connsiteY26220"/>
              </a:cxn>
              <a:cxn ang="0">
                <a:pos x="connsiteX26221" y="connsiteY26221"/>
              </a:cxn>
              <a:cxn ang="0">
                <a:pos x="connsiteX26222" y="connsiteY26222"/>
              </a:cxn>
              <a:cxn ang="0">
                <a:pos x="connsiteX26223" y="connsiteY26223"/>
              </a:cxn>
              <a:cxn ang="0">
                <a:pos x="connsiteX26224" y="connsiteY26224"/>
              </a:cxn>
              <a:cxn ang="0">
                <a:pos x="connsiteX26225" y="connsiteY26225"/>
              </a:cxn>
              <a:cxn ang="0">
                <a:pos x="connsiteX26226" y="connsiteY26226"/>
              </a:cxn>
              <a:cxn ang="0">
                <a:pos x="connsiteX26227" y="connsiteY26227"/>
              </a:cxn>
              <a:cxn ang="0">
                <a:pos x="connsiteX26228" y="connsiteY26228"/>
              </a:cxn>
              <a:cxn ang="0">
                <a:pos x="connsiteX26229" y="connsiteY26229"/>
              </a:cxn>
              <a:cxn ang="0">
                <a:pos x="connsiteX26230" y="connsiteY26230"/>
              </a:cxn>
              <a:cxn ang="0">
                <a:pos x="connsiteX26231" y="connsiteY26231"/>
              </a:cxn>
              <a:cxn ang="0">
                <a:pos x="connsiteX26232" y="connsiteY26232"/>
              </a:cxn>
              <a:cxn ang="0">
                <a:pos x="connsiteX26233" y="connsiteY26233"/>
              </a:cxn>
              <a:cxn ang="0">
                <a:pos x="connsiteX26234" y="connsiteY26234"/>
              </a:cxn>
              <a:cxn ang="0">
                <a:pos x="connsiteX26235" y="connsiteY26235"/>
              </a:cxn>
              <a:cxn ang="0">
                <a:pos x="connsiteX26236" y="connsiteY26236"/>
              </a:cxn>
              <a:cxn ang="0">
                <a:pos x="connsiteX26237" y="connsiteY26237"/>
              </a:cxn>
              <a:cxn ang="0">
                <a:pos x="connsiteX26238" y="connsiteY26238"/>
              </a:cxn>
              <a:cxn ang="0">
                <a:pos x="connsiteX26239" y="connsiteY26239"/>
              </a:cxn>
              <a:cxn ang="0">
                <a:pos x="connsiteX26240" y="connsiteY26240"/>
              </a:cxn>
              <a:cxn ang="0">
                <a:pos x="connsiteX26241" y="connsiteY26241"/>
              </a:cxn>
              <a:cxn ang="0">
                <a:pos x="connsiteX26242" y="connsiteY26242"/>
              </a:cxn>
              <a:cxn ang="0">
                <a:pos x="connsiteX26243" y="connsiteY26243"/>
              </a:cxn>
              <a:cxn ang="0">
                <a:pos x="connsiteX26244" y="connsiteY26244"/>
              </a:cxn>
              <a:cxn ang="0">
                <a:pos x="connsiteX26245" y="connsiteY26245"/>
              </a:cxn>
              <a:cxn ang="0">
                <a:pos x="connsiteX26246" y="connsiteY26246"/>
              </a:cxn>
              <a:cxn ang="0">
                <a:pos x="connsiteX26247" y="connsiteY26247"/>
              </a:cxn>
              <a:cxn ang="0">
                <a:pos x="connsiteX26248" y="connsiteY26248"/>
              </a:cxn>
              <a:cxn ang="0">
                <a:pos x="connsiteX26249" y="connsiteY26249"/>
              </a:cxn>
              <a:cxn ang="0">
                <a:pos x="connsiteX26250" y="connsiteY26250"/>
              </a:cxn>
              <a:cxn ang="0">
                <a:pos x="connsiteX26251" y="connsiteY26251"/>
              </a:cxn>
              <a:cxn ang="0">
                <a:pos x="connsiteX26252" y="connsiteY26252"/>
              </a:cxn>
              <a:cxn ang="0">
                <a:pos x="connsiteX26253" y="connsiteY26253"/>
              </a:cxn>
              <a:cxn ang="0">
                <a:pos x="connsiteX26254" y="connsiteY26254"/>
              </a:cxn>
              <a:cxn ang="0">
                <a:pos x="connsiteX26255" y="connsiteY26255"/>
              </a:cxn>
              <a:cxn ang="0">
                <a:pos x="connsiteX26256" y="connsiteY26256"/>
              </a:cxn>
              <a:cxn ang="0">
                <a:pos x="connsiteX26257" y="connsiteY26257"/>
              </a:cxn>
              <a:cxn ang="0">
                <a:pos x="connsiteX26258" y="connsiteY26258"/>
              </a:cxn>
              <a:cxn ang="0">
                <a:pos x="connsiteX26259" y="connsiteY26259"/>
              </a:cxn>
              <a:cxn ang="0">
                <a:pos x="connsiteX26260" y="connsiteY26260"/>
              </a:cxn>
              <a:cxn ang="0">
                <a:pos x="connsiteX26261" y="connsiteY26261"/>
              </a:cxn>
              <a:cxn ang="0">
                <a:pos x="connsiteX26262" y="connsiteY26262"/>
              </a:cxn>
              <a:cxn ang="0">
                <a:pos x="connsiteX26263" y="connsiteY26263"/>
              </a:cxn>
              <a:cxn ang="0">
                <a:pos x="connsiteX26264" y="connsiteY26264"/>
              </a:cxn>
              <a:cxn ang="0">
                <a:pos x="connsiteX26265" y="connsiteY26265"/>
              </a:cxn>
              <a:cxn ang="0">
                <a:pos x="connsiteX26266" y="connsiteY26266"/>
              </a:cxn>
              <a:cxn ang="0">
                <a:pos x="connsiteX26267" y="connsiteY26267"/>
              </a:cxn>
              <a:cxn ang="0">
                <a:pos x="connsiteX26268" y="connsiteY26268"/>
              </a:cxn>
              <a:cxn ang="0">
                <a:pos x="connsiteX26269" y="connsiteY26269"/>
              </a:cxn>
              <a:cxn ang="0">
                <a:pos x="connsiteX26270" y="connsiteY26270"/>
              </a:cxn>
              <a:cxn ang="0">
                <a:pos x="connsiteX26271" y="connsiteY26271"/>
              </a:cxn>
              <a:cxn ang="0">
                <a:pos x="connsiteX26272" y="connsiteY26272"/>
              </a:cxn>
              <a:cxn ang="0">
                <a:pos x="connsiteX26273" y="connsiteY26273"/>
              </a:cxn>
              <a:cxn ang="0">
                <a:pos x="connsiteX26274" y="connsiteY26274"/>
              </a:cxn>
              <a:cxn ang="0">
                <a:pos x="connsiteX26275" y="connsiteY26275"/>
              </a:cxn>
              <a:cxn ang="0">
                <a:pos x="connsiteX26276" y="connsiteY26276"/>
              </a:cxn>
              <a:cxn ang="0">
                <a:pos x="connsiteX26277" y="connsiteY26277"/>
              </a:cxn>
              <a:cxn ang="0">
                <a:pos x="connsiteX26278" y="connsiteY26278"/>
              </a:cxn>
              <a:cxn ang="0">
                <a:pos x="connsiteX26279" y="connsiteY26279"/>
              </a:cxn>
              <a:cxn ang="0">
                <a:pos x="connsiteX26280" y="connsiteY26280"/>
              </a:cxn>
              <a:cxn ang="0">
                <a:pos x="connsiteX26281" y="connsiteY26281"/>
              </a:cxn>
              <a:cxn ang="0">
                <a:pos x="connsiteX26282" y="connsiteY26282"/>
              </a:cxn>
              <a:cxn ang="0">
                <a:pos x="connsiteX26283" y="connsiteY26283"/>
              </a:cxn>
              <a:cxn ang="0">
                <a:pos x="connsiteX26284" y="connsiteY26284"/>
              </a:cxn>
              <a:cxn ang="0">
                <a:pos x="connsiteX26285" y="connsiteY26285"/>
              </a:cxn>
              <a:cxn ang="0">
                <a:pos x="connsiteX26286" y="connsiteY26286"/>
              </a:cxn>
              <a:cxn ang="0">
                <a:pos x="connsiteX26287" y="connsiteY26287"/>
              </a:cxn>
              <a:cxn ang="0">
                <a:pos x="connsiteX26288" y="connsiteY26288"/>
              </a:cxn>
              <a:cxn ang="0">
                <a:pos x="connsiteX26289" y="connsiteY26289"/>
              </a:cxn>
              <a:cxn ang="0">
                <a:pos x="connsiteX26290" y="connsiteY26290"/>
              </a:cxn>
              <a:cxn ang="0">
                <a:pos x="connsiteX26291" y="connsiteY26291"/>
              </a:cxn>
              <a:cxn ang="0">
                <a:pos x="connsiteX26292" y="connsiteY26292"/>
              </a:cxn>
              <a:cxn ang="0">
                <a:pos x="connsiteX26293" y="connsiteY26293"/>
              </a:cxn>
              <a:cxn ang="0">
                <a:pos x="connsiteX26294" y="connsiteY26294"/>
              </a:cxn>
              <a:cxn ang="0">
                <a:pos x="connsiteX26295" y="connsiteY26295"/>
              </a:cxn>
              <a:cxn ang="0">
                <a:pos x="connsiteX26296" y="connsiteY26296"/>
              </a:cxn>
              <a:cxn ang="0">
                <a:pos x="connsiteX26297" y="connsiteY26297"/>
              </a:cxn>
              <a:cxn ang="0">
                <a:pos x="connsiteX26298" y="connsiteY26298"/>
              </a:cxn>
              <a:cxn ang="0">
                <a:pos x="connsiteX26299" y="connsiteY26299"/>
              </a:cxn>
              <a:cxn ang="0">
                <a:pos x="connsiteX26300" y="connsiteY26300"/>
              </a:cxn>
              <a:cxn ang="0">
                <a:pos x="connsiteX26301" y="connsiteY26301"/>
              </a:cxn>
              <a:cxn ang="0">
                <a:pos x="connsiteX26302" y="connsiteY26302"/>
              </a:cxn>
              <a:cxn ang="0">
                <a:pos x="connsiteX26303" y="connsiteY26303"/>
              </a:cxn>
              <a:cxn ang="0">
                <a:pos x="connsiteX26304" y="connsiteY26304"/>
              </a:cxn>
              <a:cxn ang="0">
                <a:pos x="connsiteX26305" y="connsiteY26305"/>
              </a:cxn>
              <a:cxn ang="0">
                <a:pos x="connsiteX26306" y="connsiteY26306"/>
              </a:cxn>
              <a:cxn ang="0">
                <a:pos x="connsiteX26307" y="connsiteY26307"/>
              </a:cxn>
              <a:cxn ang="0">
                <a:pos x="connsiteX26308" y="connsiteY26308"/>
              </a:cxn>
              <a:cxn ang="0">
                <a:pos x="connsiteX26309" y="connsiteY26309"/>
              </a:cxn>
              <a:cxn ang="0">
                <a:pos x="connsiteX26310" y="connsiteY26310"/>
              </a:cxn>
              <a:cxn ang="0">
                <a:pos x="connsiteX26311" y="connsiteY26311"/>
              </a:cxn>
              <a:cxn ang="0">
                <a:pos x="connsiteX26312" y="connsiteY26312"/>
              </a:cxn>
              <a:cxn ang="0">
                <a:pos x="connsiteX26313" y="connsiteY26313"/>
              </a:cxn>
              <a:cxn ang="0">
                <a:pos x="connsiteX26314" y="connsiteY26314"/>
              </a:cxn>
              <a:cxn ang="0">
                <a:pos x="connsiteX26315" y="connsiteY26315"/>
              </a:cxn>
              <a:cxn ang="0">
                <a:pos x="connsiteX26316" y="connsiteY26316"/>
              </a:cxn>
              <a:cxn ang="0">
                <a:pos x="connsiteX26317" y="connsiteY26317"/>
              </a:cxn>
              <a:cxn ang="0">
                <a:pos x="connsiteX26318" y="connsiteY26318"/>
              </a:cxn>
              <a:cxn ang="0">
                <a:pos x="connsiteX26319" y="connsiteY26319"/>
              </a:cxn>
              <a:cxn ang="0">
                <a:pos x="connsiteX26320" y="connsiteY26320"/>
              </a:cxn>
              <a:cxn ang="0">
                <a:pos x="connsiteX26321" y="connsiteY26321"/>
              </a:cxn>
              <a:cxn ang="0">
                <a:pos x="connsiteX26322" y="connsiteY26322"/>
              </a:cxn>
              <a:cxn ang="0">
                <a:pos x="connsiteX26323" y="connsiteY26323"/>
              </a:cxn>
              <a:cxn ang="0">
                <a:pos x="connsiteX26324" y="connsiteY26324"/>
              </a:cxn>
              <a:cxn ang="0">
                <a:pos x="connsiteX26325" y="connsiteY26325"/>
              </a:cxn>
              <a:cxn ang="0">
                <a:pos x="connsiteX26326" y="connsiteY26326"/>
              </a:cxn>
              <a:cxn ang="0">
                <a:pos x="connsiteX26327" y="connsiteY26327"/>
              </a:cxn>
              <a:cxn ang="0">
                <a:pos x="connsiteX26328" y="connsiteY26328"/>
              </a:cxn>
              <a:cxn ang="0">
                <a:pos x="connsiteX26329" y="connsiteY26329"/>
              </a:cxn>
              <a:cxn ang="0">
                <a:pos x="connsiteX26330" y="connsiteY26330"/>
              </a:cxn>
              <a:cxn ang="0">
                <a:pos x="connsiteX26331" y="connsiteY26331"/>
              </a:cxn>
              <a:cxn ang="0">
                <a:pos x="connsiteX26332" y="connsiteY26332"/>
              </a:cxn>
              <a:cxn ang="0">
                <a:pos x="connsiteX26333" y="connsiteY26333"/>
              </a:cxn>
              <a:cxn ang="0">
                <a:pos x="connsiteX26334" y="connsiteY26334"/>
              </a:cxn>
              <a:cxn ang="0">
                <a:pos x="connsiteX26335" y="connsiteY26335"/>
              </a:cxn>
              <a:cxn ang="0">
                <a:pos x="connsiteX26336" y="connsiteY26336"/>
              </a:cxn>
              <a:cxn ang="0">
                <a:pos x="connsiteX26337" y="connsiteY26337"/>
              </a:cxn>
              <a:cxn ang="0">
                <a:pos x="connsiteX26338" y="connsiteY26338"/>
              </a:cxn>
              <a:cxn ang="0">
                <a:pos x="connsiteX26339" y="connsiteY26339"/>
              </a:cxn>
              <a:cxn ang="0">
                <a:pos x="connsiteX26340" y="connsiteY26340"/>
              </a:cxn>
              <a:cxn ang="0">
                <a:pos x="connsiteX26341" y="connsiteY26341"/>
              </a:cxn>
              <a:cxn ang="0">
                <a:pos x="connsiteX26342" y="connsiteY26342"/>
              </a:cxn>
              <a:cxn ang="0">
                <a:pos x="connsiteX26343" y="connsiteY26343"/>
              </a:cxn>
              <a:cxn ang="0">
                <a:pos x="connsiteX26344" y="connsiteY26344"/>
              </a:cxn>
              <a:cxn ang="0">
                <a:pos x="connsiteX26345" y="connsiteY26345"/>
              </a:cxn>
              <a:cxn ang="0">
                <a:pos x="connsiteX26346" y="connsiteY26346"/>
              </a:cxn>
              <a:cxn ang="0">
                <a:pos x="connsiteX26347" y="connsiteY26347"/>
              </a:cxn>
              <a:cxn ang="0">
                <a:pos x="connsiteX26348" y="connsiteY26348"/>
              </a:cxn>
              <a:cxn ang="0">
                <a:pos x="connsiteX26349" y="connsiteY26349"/>
              </a:cxn>
              <a:cxn ang="0">
                <a:pos x="connsiteX26350" y="connsiteY26350"/>
              </a:cxn>
              <a:cxn ang="0">
                <a:pos x="connsiteX26351" y="connsiteY26351"/>
              </a:cxn>
              <a:cxn ang="0">
                <a:pos x="connsiteX26352" y="connsiteY26352"/>
              </a:cxn>
              <a:cxn ang="0">
                <a:pos x="connsiteX26353" y="connsiteY26353"/>
              </a:cxn>
              <a:cxn ang="0">
                <a:pos x="connsiteX26354" y="connsiteY26354"/>
              </a:cxn>
              <a:cxn ang="0">
                <a:pos x="connsiteX26355" y="connsiteY26355"/>
              </a:cxn>
              <a:cxn ang="0">
                <a:pos x="connsiteX26356" y="connsiteY26356"/>
              </a:cxn>
              <a:cxn ang="0">
                <a:pos x="connsiteX26357" y="connsiteY26357"/>
              </a:cxn>
              <a:cxn ang="0">
                <a:pos x="connsiteX26358" y="connsiteY26358"/>
              </a:cxn>
              <a:cxn ang="0">
                <a:pos x="connsiteX26359" y="connsiteY26359"/>
              </a:cxn>
              <a:cxn ang="0">
                <a:pos x="connsiteX26360" y="connsiteY26360"/>
              </a:cxn>
              <a:cxn ang="0">
                <a:pos x="connsiteX26361" y="connsiteY26361"/>
              </a:cxn>
              <a:cxn ang="0">
                <a:pos x="connsiteX26362" y="connsiteY26362"/>
              </a:cxn>
              <a:cxn ang="0">
                <a:pos x="connsiteX26363" y="connsiteY26363"/>
              </a:cxn>
              <a:cxn ang="0">
                <a:pos x="connsiteX26364" y="connsiteY26364"/>
              </a:cxn>
              <a:cxn ang="0">
                <a:pos x="connsiteX26365" y="connsiteY26365"/>
              </a:cxn>
              <a:cxn ang="0">
                <a:pos x="connsiteX26366" y="connsiteY26366"/>
              </a:cxn>
              <a:cxn ang="0">
                <a:pos x="connsiteX26367" y="connsiteY26367"/>
              </a:cxn>
              <a:cxn ang="0">
                <a:pos x="connsiteX26368" y="connsiteY26368"/>
              </a:cxn>
              <a:cxn ang="0">
                <a:pos x="connsiteX26369" y="connsiteY26369"/>
              </a:cxn>
              <a:cxn ang="0">
                <a:pos x="connsiteX26370" y="connsiteY26370"/>
              </a:cxn>
              <a:cxn ang="0">
                <a:pos x="connsiteX26371" y="connsiteY26371"/>
              </a:cxn>
              <a:cxn ang="0">
                <a:pos x="connsiteX26372" y="connsiteY26372"/>
              </a:cxn>
              <a:cxn ang="0">
                <a:pos x="connsiteX26373" y="connsiteY26373"/>
              </a:cxn>
              <a:cxn ang="0">
                <a:pos x="connsiteX26374" y="connsiteY26374"/>
              </a:cxn>
              <a:cxn ang="0">
                <a:pos x="connsiteX26375" y="connsiteY26375"/>
              </a:cxn>
              <a:cxn ang="0">
                <a:pos x="connsiteX26376" y="connsiteY26376"/>
              </a:cxn>
              <a:cxn ang="0">
                <a:pos x="connsiteX26377" y="connsiteY26377"/>
              </a:cxn>
              <a:cxn ang="0">
                <a:pos x="connsiteX26378" y="connsiteY26378"/>
              </a:cxn>
              <a:cxn ang="0">
                <a:pos x="connsiteX26379" y="connsiteY26379"/>
              </a:cxn>
              <a:cxn ang="0">
                <a:pos x="connsiteX26380" y="connsiteY26380"/>
              </a:cxn>
              <a:cxn ang="0">
                <a:pos x="connsiteX26381" y="connsiteY26381"/>
              </a:cxn>
              <a:cxn ang="0">
                <a:pos x="connsiteX26382" y="connsiteY26382"/>
              </a:cxn>
              <a:cxn ang="0">
                <a:pos x="connsiteX26383" y="connsiteY26383"/>
              </a:cxn>
              <a:cxn ang="0">
                <a:pos x="connsiteX26384" y="connsiteY26384"/>
              </a:cxn>
              <a:cxn ang="0">
                <a:pos x="connsiteX26385" y="connsiteY26385"/>
              </a:cxn>
              <a:cxn ang="0">
                <a:pos x="connsiteX26386" y="connsiteY26386"/>
              </a:cxn>
              <a:cxn ang="0">
                <a:pos x="connsiteX26387" y="connsiteY26387"/>
              </a:cxn>
              <a:cxn ang="0">
                <a:pos x="connsiteX26388" y="connsiteY26388"/>
              </a:cxn>
              <a:cxn ang="0">
                <a:pos x="connsiteX26389" y="connsiteY26389"/>
              </a:cxn>
              <a:cxn ang="0">
                <a:pos x="connsiteX26390" y="connsiteY26390"/>
              </a:cxn>
              <a:cxn ang="0">
                <a:pos x="connsiteX26391" y="connsiteY26391"/>
              </a:cxn>
              <a:cxn ang="0">
                <a:pos x="connsiteX26392" y="connsiteY26392"/>
              </a:cxn>
              <a:cxn ang="0">
                <a:pos x="connsiteX26393" y="connsiteY26393"/>
              </a:cxn>
              <a:cxn ang="0">
                <a:pos x="connsiteX26394" y="connsiteY26394"/>
              </a:cxn>
              <a:cxn ang="0">
                <a:pos x="connsiteX26395" y="connsiteY26395"/>
              </a:cxn>
              <a:cxn ang="0">
                <a:pos x="connsiteX26396" y="connsiteY26396"/>
              </a:cxn>
              <a:cxn ang="0">
                <a:pos x="connsiteX26397" y="connsiteY26397"/>
              </a:cxn>
              <a:cxn ang="0">
                <a:pos x="connsiteX26398" y="connsiteY26398"/>
              </a:cxn>
              <a:cxn ang="0">
                <a:pos x="connsiteX26399" y="connsiteY26399"/>
              </a:cxn>
              <a:cxn ang="0">
                <a:pos x="connsiteX26400" y="connsiteY26400"/>
              </a:cxn>
              <a:cxn ang="0">
                <a:pos x="connsiteX26401" y="connsiteY26401"/>
              </a:cxn>
              <a:cxn ang="0">
                <a:pos x="connsiteX26402" y="connsiteY26402"/>
              </a:cxn>
              <a:cxn ang="0">
                <a:pos x="connsiteX26403" y="connsiteY26403"/>
              </a:cxn>
              <a:cxn ang="0">
                <a:pos x="connsiteX26404" y="connsiteY26404"/>
              </a:cxn>
              <a:cxn ang="0">
                <a:pos x="connsiteX26405" y="connsiteY26405"/>
              </a:cxn>
              <a:cxn ang="0">
                <a:pos x="connsiteX26406" y="connsiteY26406"/>
              </a:cxn>
              <a:cxn ang="0">
                <a:pos x="connsiteX26407" y="connsiteY26407"/>
              </a:cxn>
              <a:cxn ang="0">
                <a:pos x="connsiteX26408" y="connsiteY26408"/>
              </a:cxn>
              <a:cxn ang="0">
                <a:pos x="connsiteX26409" y="connsiteY26409"/>
              </a:cxn>
              <a:cxn ang="0">
                <a:pos x="connsiteX26410" y="connsiteY26410"/>
              </a:cxn>
              <a:cxn ang="0">
                <a:pos x="connsiteX26411" y="connsiteY26411"/>
              </a:cxn>
              <a:cxn ang="0">
                <a:pos x="connsiteX26412" y="connsiteY26412"/>
              </a:cxn>
              <a:cxn ang="0">
                <a:pos x="connsiteX26413" y="connsiteY26413"/>
              </a:cxn>
              <a:cxn ang="0">
                <a:pos x="connsiteX26414" y="connsiteY26414"/>
              </a:cxn>
              <a:cxn ang="0">
                <a:pos x="connsiteX26415" y="connsiteY26415"/>
              </a:cxn>
              <a:cxn ang="0">
                <a:pos x="connsiteX26416" y="connsiteY26416"/>
              </a:cxn>
              <a:cxn ang="0">
                <a:pos x="connsiteX26417" y="connsiteY26417"/>
              </a:cxn>
              <a:cxn ang="0">
                <a:pos x="connsiteX26418" y="connsiteY26418"/>
              </a:cxn>
              <a:cxn ang="0">
                <a:pos x="connsiteX26419" y="connsiteY26419"/>
              </a:cxn>
              <a:cxn ang="0">
                <a:pos x="connsiteX26420" y="connsiteY26420"/>
              </a:cxn>
              <a:cxn ang="0">
                <a:pos x="connsiteX26421" y="connsiteY26421"/>
              </a:cxn>
              <a:cxn ang="0">
                <a:pos x="connsiteX26422" y="connsiteY26422"/>
              </a:cxn>
              <a:cxn ang="0">
                <a:pos x="connsiteX26423" y="connsiteY26423"/>
              </a:cxn>
              <a:cxn ang="0">
                <a:pos x="connsiteX26424" y="connsiteY26424"/>
              </a:cxn>
              <a:cxn ang="0">
                <a:pos x="connsiteX26425" y="connsiteY26425"/>
              </a:cxn>
              <a:cxn ang="0">
                <a:pos x="connsiteX26426" y="connsiteY26426"/>
              </a:cxn>
              <a:cxn ang="0">
                <a:pos x="connsiteX26427" y="connsiteY26427"/>
              </a:cxn>
              <a:cxn ang="0">
                <a:pos x="connsiteX26428" y="connsiteY26428"/>
              </a:cxn>
              <a:cxn ang="0">
                <a:pos x="connsiteX26429" y="connsiteY26429"/>
              </a:cxn>
              <a:cxn ang="0">
                <a:pos x="connsiteX26430" y="connsiteY26430"/>
              </a:cxn>
              <a:cxn ang="0">
                <a:pos x="connsiteX26431" y="connsiteY26431"/>
              </a:cxn>
              <a:cxn ang="0">
                <a:pos x="connsiteX26432" y="connsiteY26432"/>
              </a:cxn>
              <a:cxn ang="0">
                <a:pos x="connsiteX26433" y="connsiteY26433"/>
              </a:cxn>
              <a:cxn ang="0">
                <a:pos x="connsiteX26434" y="connsiteY26434"/>
              </a:cxn>
              <a:cxn ang="0">
                <a:pos x="connsiteX26435" y="connsiteY26435"/>
              </a:cxn>
              <a:cxn ang="0">
                <a:pos x="connsiteX26436" y="connsiteY26436"/>
              </a:cxn>
              <a:cxn ang="0">
                <a:pos x="connsiteX26437" y="connsiteY26437"/>
              </a:cxn>
              <a:cxn ang="0">
                <a:pos x="connsiteX26438" y="connsiteY26438"/>
              </a:cxn>
              <a:cxn ang="0">
                <a:pos x="connsiteX26439" y="connsiteY26439"/>
              </a:cxn>
              <a:cxn ang="0">
                <a:pos x="connsiteX26440" y="connsiteY26440"/>
              </a:cxn>
              <a:cxn ang="0">
                <a:pos x="connsiteX26441" y="connsiteY26441"/>
              </a:cxn>
              <a:cxn ang="0">
                <a:pos x="connsiteX26442" y="connsiteY26442"/>
              </a:cxn>
              <a:cxn ang="0">
                <a:pos x="connsiteX26443" y="connsiteY26443"/>
              </a:cxn>
              <a:cxn ang="0">
                <a:pos x="connsiteX26444" y="connsiteY26444"/>
              </a:cxn>
              <a:cxn ang="0">
                <a:pos x="connsiteX26445" y="connsiteY26445"/>
              </a:cxn>
              <a:cxn ang="0">
                <a:pos x="connsiteX26446" y="connsiteY26446"/>
              </a:cxn>
              <a:cxn ang="0">
                <a:pos x="connsiteX26447" y="connsiteY26447"/>
              </a:cxn>
              <a:cxn ang="0">
                <a:pos x="connsiteX26448" y="connsiteY26448"/>
              </a:cxn>
              <a:cxn ang="0">
                <a:pos x="connsiteX26449" y="connsiteY26449"/>
              </a:cxn>
              <a:cxn ang="0">
                <a:pos x="connsiteX26450" y="connsiteY26450"/>
              </a:cxn>
              <a:cxn ang="0">
                <a:pos x="connsiteX26451" y="connsiteY26451"/>
              </a:cxn>
              <a:cxn ang="0">
                <a:pos x="connsiteX26452" y="connsiteY26452"/>
              </a:cxn>
              <a:cxn ang="0">
                <a:pos x="connsiteX26453" y="connsiteY26453"/>
              </a:cxn>
              <a:cxn ang="0">
                <a:pos x="connsiteX26454" y="connsiteY26454"/>
              </a:cxn>
              <a:cxn ang="0">
                <a:pos x="connsiteX26455" y="connsiteY26455"/>
              </a:cxn>
              <a:cxn ang="0">
                <a:pos x="connsiteX26456" y="connsiteY26456"/>
              </a:cxn>
              <a:cxn ang="0">
                <a:pos x="connsiteX26457" y="connsiteY26457"/>
              </a:cxn>
              <a:cxn ang="0">
                <a:pos x="connsiteX26458" y="connsiteY26458"/>
              </a:cxn>
              <a:cxn ang="0">
                <a:pos x="connsiteX26459" y="connsiteY26459"/>
              </a:cxn>
              <a:cxn ang="0">
                <a:pos x="connsiteX26460" y="connsiteY26460"/>
              </a:cxn>
              <a:cxn ang="0">
                <a:pos x="connsiteX26461" y="connsiteY26461"/>
              </a:cxn>
              <a:cxn ang="0">
                <a:pos x="connsiteX26462" y="connsiteY26462"/>
              </a:cxn>
              <a:cxn ang="0">
                <a:pos x="connsiteX26463" y="connsiteY26463"/>
              </a:cxn>
              <a:cxn ang="0">
                <a:pos x="connsiteX26464" y="connsiteY26464"/>
              </a:cxn>
              <a:cxn ang="0">
                <a:pos x="connsiteX26465" y="connsiteY26465"/>
              </a:cxn>
              <a:cxn ang="0">
                <a:pos x="connsiteX26466" y="connsiteY26466"/>
              </a:cxn>
              <a:cxn ang="0">
                <a:pos x="connsiteX26467" y="connsiteY26467"/>
              </a:cxn>
              <a:cxn ang="0">
                <a:pos x="connsiteX26468" y="connsiteY26468"/>
              </a:cxn>
              <a:cxn ang="0">
                <a:pos x="connsiteX26469" y="connsiteY26469"/>
              </a:cxn>
              <a:cxn ang="0">
                <a:pos x="connsiteX26470" y="connsiteY26470"/>
              </a:cxn>
              <a:cxn ang="0">
                <a:pos x="connsiteX26471" y="connsiteY26471"/>
              </a:cxn>
              <a:cxn ang="0">
                <a:pos x="connsiteX26472" y="connsiteY26472"/>
              </a:cxn>
              <a:cxn ang="0">
                <a:pos x="connsiteX26473" y="connsiteY26473"/>
              </a:cxn>
              <a:cxn ang="0">
                <a:pos x="connsiteX26474" y="connsiteY26474"/>
              </a:cxn>
              <a:cxn ang="0">
                <a:pos x="connsiteX26475" y="connsiteY26475"/>
              </a:cxn>
              <a:cxn ang="0">
                <a:pos x="connsiteX26476" y="connsiteY26476"/>
              </a:cxn>
              <a:cxn ang="0">
                <a:pos x="connsiteX26477" y="connsiteY26477"/>
              </a:cxn>
              <a:cxn ang="0">
                <a:pos x="connsiteX26478" y="connsiteY26478"/>
              </a:cxn>
              <a:cxn ang="0">
                <a:pos x="connsiteX26479" y="connsiteY26479"/>
              </a:cxn>
              <a:cxn ang="0">
                <a:pos x="connsiteX26480" y="connsiteY26480"/>
              </a:cxn>
              <a:cxn ang="0">
                <a:pos x="connsiteX26481" y="connsiteY26481"/>
              </a:cxn>
              <a:cxn ang="0">
                <a:pos x="connsiteX26482" y="connsiteY26482"/>
              </a:cxn>
              <a:cxn ang="0">
                <a:pos x="connsiteX26483" y="connsiteY26483"/>
              </a:cxn>
              <a:cxn ang="0">
                <a:pos x="connsiteX26484" y="connsiteY26484"/>
              </a:cxn>
              <a:cxn ang="0">
                <a:pos x="connsiteX26485" y="connsiteY26485"/>
              </a:cxn>
              <a:cxn ang="0">
                <a:pos x="connsiteX26486" y="connsiteY26486"/>
              </a:cxn>
              <a:cxn ang="0">
                <a:pos x="connsiteX26487" y="connsiteY26487"/>
              </a:cxn>
              <a:cxn ang="0">
                <a:pos x="connsiteX26488" y="connsiteY26488"/>
              </a:cxn>
              <a:cxn ang="0">
                <a:pos x="connsiteX26489" y="connsiteY26489"/>
              </a:cxn>
              <a:cxn ang="0">
                <a:pos x="connsiteX26490" y="connsiteY26490"/>
              </a:cxn>
              <a:cxn ang="0">
                <a:pos x="connsiteX26491" y="connsiteY26491"/>
              </a:cxn>
              <a:cxn ang="0">
                <a:pos x="connsiteX26492" y="connsiteY26492"/>
              </a:cxn>
              <a:cxn ang="0">
                <a:pos x="connsiteX26493" y="connsiteY26493"/>
              </a:cxn>
              <a:cxn ang="0">
                <a:pos x="connsiteX26494" y="connsiteY26494"/>
              </a:cxn>
              <a:cxn ang="0">
                <a:pos x="connsiteX26495" y="connsiteY26495"/>
              </a:cxn>
              <a:cxn ang="0">
                <a:pos x="connsiteX26496" y="connsiteY26496"/>
              </a:cxn>
              <a:cxn ang="0">
                <a:pos x="connsiteX26497" y="connsiteY26497"/>
              </a:cxn>
              <a:cxn ang="0">
                <a:pos x="connsiteX26498" y="connsiteY26498"/>
              </a:cxn>
              <a:cxn ang="0">
                <a:pos x="connsiteX26499" y="connsiteY26499"/>
              </a:cxn>
              <a:cxn ang="0">
                <a:pos x="connsiteX26500" y="connsiteY26500"/>
              </a:cxn>
              <a:cxn ang="0">
                <a:pos x="connsiteX26501" y="connsiteY26501"/>
              </a:cxn>
              <a:cxn ang="0">
                <a:pos x="connsiteX26502" y="connsiteY26502"/>
              </a:cxn>
              <a:cxn ang="0">
                <a:pos x="connsiteX26503" y="connsiteY26503"/>
              </a:cxn>
              <a:cxn ang="0">
                <a:pos x="connsiteX26504" y="connsiteY26504"/>
              </a:cxn>
              <a:cxn ang="0">
                <a:pos x="connsiteX26505" y="connsiteY26505"/>
              </a:cxn>
              <a:cxn ang="0">
                <a:pos x="connsiteX26506" y="connsiteY26506"/>
              </a:cxn>
              <a:cxn ang="0">
                <a:pos x="connsiteX26507" y="connsiteY26507"/>
              </a:cxn>
              <a:cxn ang="0">
                <a:pos x="connsiteX26508" y="connsiteY26508"/>
              </a:cxn>
              <a:cxn ang="0">
                <a:pos x="connsiteX26509" y="connsiteY26509"/>
              </a:cxn>
              <a:cxn ang="0">
                <a:pos x="connsiteX26510" y="connsiteY26510"/>
              </a:cxn>
              <a:cxn ang="0">
                <a:pos x="connsiteX26511" y="connsiteY26511"/>
              </a:cxn>
              <a:cxn ang="0">
                <a:pos x="connsiteX26512" y="connsiteY26512"/>
              </a:cxn>
              <a:cxn ang="0">
                <a:pos x="connsiteX26513" y="connsiteY26513"/>
              </a:cxn>
              <a:cxn ang="0">
                <a:pos x="connsiteX26514" y="connsiteY26514"/>
              </a:cxn>
              <a:cxn ang="0">
                <a:pos x="connsiteX26515" y="connsiteY26515"/>
              </a:cxn>
              <a:cxn ang="0">
                <a:pos x="connsiteX26516" y="connsiteY26516"/>
              </a:cxn>
              <a:cxn ang="0">
                <a:pos x="connsiteX26517" y="connsiteY26517"/>
              </a:cxn>
              <a:cxn ang="0">
                <a:pos x="connsiteX26518" y="connsiteY26518"/>
              </a:cxn>
              <a:cxn ang="0">
                <a:pos x="connsiteX26519" y="connsiteY26519"/>
              </a:cxn>
              <a:cxn ang="0">
                <a:pos x="connsiteX26520" y="connsiteY26520"/>
              </a:cxn>
              <a:cxn ang="0">
                <a:pos x="connsiteX26521" y="connsiteY26521"/>
              </a:cxn>
              <a:cxn ang="0">
                <a:pos x="connsiteX26522" y="connsiteY26522"/>
              </a:cxn>
              <a:cxn ang="0">
                <a:pos x="connsiteX26523" y="connsiteY26523"/>
              </a:cxn>
              <a:cxn ang="0">
                <a:pos x="connsiteX26524" y="connsiteY26524"/>
              </a:cxn>
              <a:cxn ang="0">
                <a:pos x="connsiteX26525" y="connsiteY26525"/>
              </a:cxn>
              <a:cxn ang="0">
                <a:pos x="connsiteX26526" y="connsiteY26526"/>
              </a:cxn>
              <a:cxn ang="0">
                <a:pos x="connsiteX26527" y="connsiteY26527"/>
              </a:cxn>
              <a:cxn ang="0">
                <a:pos x="connsiteX26528" y="connsiteY26528"/>
              </a:cxn>
              <a:cxn ang="0">
                <a:pos x="connsiteX26529" y="connsiteY26529"/>
              </a:cxn>
              <a:cxn ang="0">
                <a:pos x="connsiteX26530" y="connsiteY26530"/>
              </a:cxn>
              <a:cxn ang="0">
                <a:pos x="connsiteX26531" y="connsiteY26531"/>
              </a:cxn>
              <a:cxn ang="0">
                <a:pos x="connsiteX26532" y="connsiteY26532"/>
              </a:cxn>
              <a:cxn ang="0">
                <a:pos x="connsiteX26533" y="connsiteY26533"/>
              </a:cxn>
              <a:cxn ang="0">
                <a:pos x="connsiteX26534" y="connsiteY26534"/>
              </a:cxn>
              <a:cxn ang="0">
                <a:pos x="connsiteX26535" y="connsiteY26535"/>
              </a:cxn>
              <a:cxn ang="0">
                <a:pos x="connsiteX26536" y="connsiteY26536"/>
              </a:cxn>
              <a:cxn ang="0">
                <a:pos x="connsiteX26537" y="connsiteY26537"/>
              </a:cxn>
              <a:cxn ang="0">
                <a:pos x="connsiteX26538" y="connsiteY26538"/>
              </a:cxn>
              <a:cxn ang="0">
                <a:pos x="connsiteX26539" y="connsiteY26539"/>
              </a:cxn>
              <a:cxn ang="0">
                <a:pos x="connsiteX26540" y="connsiteY26540"/>
              </a:cxn>
              <a:cxn ang="0">
                <a:pos x="connsiteX26541" y="connsiteY26541"/>
              </a:cxn>
              <a:cxn ang="0">
                <a:pos x="connsiteX26542" y="connsiteY26542"/>
              </a:cxn>
              <a:cxn ang="0">
                <a:pos x="connsiteX26543" y="connsiteY26543"/>
              </a:cxn>
              <a:cxn ang="0">
                <a:pos x="connsiteX26544" y="connsiteY26544"/>
              </a:cxn>
              <a:cxn ang="0">
                <a:pos x="connsiteX26545" y="connsiteY26545"/>
              </a:cxn>
              <a:cxn ang="0">
                <a:pos x="connsiteX26546" y="connsiteY26546"/>
              </a:cxn>
              <a:cxn ang="0">
                <a:pos x="connsiteX26547" y="connsiteY26547"/>
              </a:cxn>
              <a:cxn ang="0">
                <a:pos x="connsiteX26548" y="connsiteY26548"/>
              </a:cxn>
              <a:cxn ang="0">
                <a:pos x="connsiteX26549" y="connsiteY26549"/>
              </a:cxn>
              <a:cxn ang="0">
                <a:pos x="connsiteX26550" y="connsiteY26550"/>
              </a:cxn>
              <a:cxn ang="0">
                <a:pos x="connsiteX26551" y="connsiteY26551"/>
              </a:cxn>
              <a:cxn ang="0">
                <a:pos x="connsiteX26552" y="connsiteY26552"/>
              </a:cxn>
              <a:cxn ang="0">
                <a:pos x="connsiteX26553" y="connsiteY26553"/>
              </a:cxn>
              <a:cxn ang="0">
                <a:pos x="connsiteX26554" y="connsiteY26554"/>
              </a:cxn>
              <a:cxn ang="0">
                <a:pos x="connsiteX26555" y="connsiteY26555"/>
              </a:cxn>
              <a:cxn ang="0">
                <a:pos x="connsiteX26556" y="connsiteY26556"/>
              </a:cxn>
              <a:cxn ang="0">
                <a:pos x="connsiteX26557" y="connsiteY26557"/>
              </a:cxn>
              <a:cxn ang="0">
                <a:pos x="connsiteX26558" y="connsiteY26558"/>
              </a:cxn>
              <a:cxn ang="0">
                <a:pos x="connsiteX26559" y="connsiteY26559"/>
              </a:cxn>
              <a:cxn ang="0">
                <a:pos x="connsiteX26560" y="connsiteY26560"/>
              </a:cxn>
              <a:cxn ang="0">
                <a:pos x="connsiteX26561" y="connsiteY26561"/>
              </a:cxn>
              <a:cxn ang="0">
                <a:pos x="connsiteX26562" y="connsiteY26562"/>
              </a:cxn>
              <a:cxn ang="0">
                <a:pos x="connsiteX26563" y="connsiteY26563"/>
              </a:cxn>
              <a:cxn ang="0">
                <a:pos x="connsiteX26564" y="connsiteY26564"/>
              </a:cxn>
              <a:cxn ang="0">
                <a:pos x="connsiteX26565" y="connsiteY26565"/>
              </a:cxn>
              <a:cxn ang="0">
                <a:pos x="connsiteX26566" y="connsiteY26566"/>
              </a:cxn>
              <a:cxn ang="0">
                <a:pos x="connsiteX26567" y="connsiteY26567"/>
              </a:cxn>
              <a:cxn ang="0">
                <a:pos x="connsiteX26568" y="connsiteY26568"/>
              </a:cxn>
              <a:cxn ang="0">
                <a:pos x="connsiteX26569" y="connsiteY26569"/>
              </a:cxn>
              <a:cxn ang="0">
                <a:pos x="connsiteX26570" y="connsiteY26570"/>
              </a:cxn>
              <a:cxn ang="0">
                <a:pos x="connsiteX26571" y="connsiteY26571"/>
              </a:cxn>
              <a:cxn ang="0">
                <a:pos x="connsiteX26572" y="connsiteY26572"/>
              </a:cxn>
              <a:cxn ang="0">
                <a:pos x="connsiteX26573" y="connsiteY26573"/>
              </a:cxn>
              <a:cxn ang="0">
                <a:pos x="connsiteX26574" y="connsiteY26574"/>
              </a:cxn>
              <a:cxn ang="0">
                <a:pos x="connsiteX26575" y="connsiteY26575"/>
              </a:cxn>
              <a:cxn ang="0">
                <a:pos x="connsiteX26576" y="connsiteY26576"/>
              </a:cxn>
              <a:cxn ang="0">
                <a:pos x="connsiteX26577" y="connsiteY26577"/>
              </a:cxn>
              <a:cxn ang="0">
                <a:pos x="connsiteX26578" y="connsiteY26578"/>
              </a:cxn>
              <a:cxn ang="0">
                <a:pos x="connsiteX26579" y="connsiteY26579"/>
              </a:cxn>
              <a:cxn ang="0">
                <a:pos x="connsiteX26580" y="connsiteY26580"/>
              </a:cxn>
              <a:cxn ang="0">
                <a:pos x="connsiteX26581" y="connsiteY26581"/>
              </a:cxn>
              <a:cxn ang="0">
                <a:pos x="connsiteX26582" y="connsiteY26582"/>
              </a:cxn>
              <a:cxn ang="0">
                <a:pos x="connsiteX26583" y="connsiteY26583"/>
              </a:cxn>
              <a:cxn ang="0">
                <a:pos x="connsiteX26584" y="connsiteY26584"/>
              </a:cxn>
              <a:cxn ang="0">
                <a:pos x="connsiteX26585" y="connsiteY26585"/>
              </a:cxn>
              <a:cxn ang="0">
                <a:pos x="connsiteX26586" y="connsiteY26586"/>
              </a:cxn>
              <a:cxn ang="0">
                <a:pos x="connsiteX26587" y="connsiteY26587"/>
              </a:cxn>
              <a:cxn ang="0">
                <a:pos x="connsiteX26588" y="connsiteY26588"/>
              </a:cxn>
              <a:cxn ang="0">
                <a:pos x="connsiteX26589" y="connsiteY26589"/>
              </a:cxn>
              <a:cxn ang="0">
                <a:pos x="connsiteX26590" y="connsiteY26590"/>
              </a:cxn>
              <a:cxn ang="0">
                <a:pos x="connsiteX26591" y="connsiteY26591"/>
              </a:cxn>
              <a:cxn ang="0">
                <a:pos x="connsiteX26592" y="connsiteY26592"/>
              </a:cxn>
              <a:cxn ang="0">
                <a:pos x="connsiteX26593" y="connsiteY26593"/>
              </a:cxn>
              <a:cxn ang="0">
                <a:pos x="connsiteX26594" y="connsiteY26594"/>
              </a:cxn>
              <a:cxn ang="0">
                <a:pos x="connsiteX26595" y="connsiteY26595"/>
              </a:cxn>
              <a:cxn ang="0">
                <a:pos x="connsiteX26596" y="connsiteY26596"/>
              </a:cxn>
              <a:cxn ang="0">
                <a:pos x="connsiteX26597" y="connsiteY26597"/>
              </a:cxn>
              <a:cxn ang="0">
                <a:pos x="connsiteX26598" y="connsiteY26598"/>
              </a:cxn>
              <a:cxn ang="0">
                <a:pos x="connsiteX26599" y="connsiteY26599"/>
              </a:cxn>
              <a:cxn ang="0">
                <a:pos x="connsiteX26600" y="connsiteY26600"/>
              </a:cxn>
              <a:cxn ang="0">
                <a:pos x="connsiteX26601" y="connsiteY26601"/>
              </a:cxn>
              <a:cxn ang="0">
                <a:pos x="connsiteX26602" y="connsiteY26602"/>
              </a:cxn>
              <a:cxn ang="0">
                <a:pos x="connsiteX26603" y="connsiteY26603"/>
              </a:cxn>
              <a:cxn ang="0">
                <a:pos x="connsiteX26604" y="connsiteY26604"/>
              </a:cxn>
              <a:cxn ang="0">
                <a:pos x="connsiteX26605" y="connsiteY26605"/>
              </a:cxn>
              <a:cxn ang="0">
                <a:pos x="connsiteX26606" y="connsiteY26606"/>
              </a:cxn>
              <a:cxn ang="0">
                <a:pos x="connsiteX26607" y="connsiteY26607"/>
              </a:cxn>
              <a:cxn ang="0">
                <a:pos x="connsiteX26608" y="connsiteY26608"/>
              </a:cxn>
              <a:cxn ang="0">
                <a:pos x="connsiteX26609" y="connsiteY26609"/>
              </a:cxn>
              <a:cxn ang="0">
                <a:pos x="connsiteX26610" y="connsiteY26610"/>
              </a:cxn>
              <a:cxn ang="0">
                <a:pos x="connsiteX26611" y="connsiteY26611"/>
              </a:cxn>
              <a:cxn ang="0">
                <a:pos x="connsiteX26612" y="connsiteY26612"/>
              </a:cxn>
              <a:cxn ang="0">
                <a:pos x="connsiteX26613" y="connsiteY26613"/>
              </a:cxn>
              <a:cxn ang="0">
                <a:pos x="connsiteX26614" y="connsiteY26614"/>
              </a:cxn>
              <a:cxn ang="0">
                <a:pos x="connsiteX26615" y="connsiteY26615"/>
              </a:cxn>
              <a:cxn ang="0">
                <a:pos x="connsiteX26616" y="connsiteY26616"/>
              </a:cxn>
              <a:cxn ang="0">
                <a:pos x="connsiteX26617" y="connsiteY26617"/>
              </a:cxn>
              <a:cxn ang="0">
                <a:pos x="connsiteX26618" y="connsiteY26618"/>
              </a:cxn>
              <a:cxn ang="0">
                <a:pos x="connsiteX26619" y="connsiteY26619"/>
              </a:cxn>
              <a:cxn ang="0">
                <a:pos x="connsiteX26620" y="connsiteY26620"/>
              </a:cxn>
              <a:cxn ang="0">
                <a:pos x="connsiteX26621" y="connsiteY26621"/>
              </a:cxn>
              <a:cxn ang="0">
                <a:pos x="connsiteX26622" y="connsiteY26622"/>
              </a:cxn>
              <a:cxn ang="0">
                <a:pos x="connsiteX26623" y="connsiteY26623"/>
              </a:cxn>
              <a:cxn ang="0">
                <a:pos x="connsiteX26624" y="connsiteY26624"/>
              </a:cxn>
              <a:cxn ang="0">
                <a:pos x="connsiteX26625" y="connsiteY26625"/>
              </a:cxn>
              <a:cxn ang="0">
                <a:pos x="connsiteX26626" y="connsiteY26626"/>
              </a:cxn>
              <a:cxn ang="0">
                <a:pos x="connsiteX26627" y="connsiteY26627"/>
              </a:cxn>
              <a:cxn ang="0">
                <a:pos x="connsiteX26628" y="connsiteY26628"/>
              </a:cxn>
              <a:cxn ang="0">
                <a:pos x="connsiteX26629" y="connsiteY26629"/>
              </a:cxn>
              <a:cxn ang="0">
                <a:pos x="connsiteX26630" y="connsiteY26630"/>
              </a:cxn>
              <a:cxn ang="0">
                <a:pos x="connsiteX26631" y="connsiteY26631"/>
              </a:cxn>
              <a:cxn ang="0">
                <a:pos x="connsiteX26632" y="connsiteY26632"/>
              </a:cxn>
              <a:cxn ang="0">
                <a:pos x="connsiteX26633" y="connsiteY26633"/>
              </a:cxn>
              <a:cxn ang="0">
                <a:pos x="connsiteX26634" y="connsiteY26634"/>
              </a:cxn>
              <a:cxn ang="0">
                <a:pos x="connsiteX26635" y="connsiteY26635"/>
              </a:cxn>
              <a:cxn ang="0">
                <a:pos x="connsiteX26636" y="connsiteY26636"/>
              </a:cxn>
              <a:cxn ang="0">
                <a:pos x="connsiteX26637" y="connsiteY26637"/>
              </a:cxn>
              <a:cxn ang="0">
                <a:pos x="connsiteX26638" y="connsiteY26638"/>
              </a:cxn>
              <a:cxn ang="0">
                <a:pos x="connsiteX26639" y="connsiteY26639"/>
              </a:cxn>
              <a:cxn ang="0">
                <a:pos x="connsiteX26640" y="connsiteY26640"/>
              </a:cxn>
              <a:cxn ang="0">
                <a:pos x="connsiteX26641" y="connsiteY26641"/>
              </a:cxn>
              <a:cxn ang="0">
                <a:pos x="connsiteX26642" y="connsiteY26642"/>
              </a:cxn>
              <a:cxn ang="0">
                <a:pos x="connsiteX26643" y="connsiteY26643"/>
              </a:cxn>
              <a:cxn ang="0">
                <a:pos x="connsiteX26644" y="connsiteY26644"/>
              </a:cxn>
              <a:cxn ang="0">
                <a:pos x="connsiteX26645" y="connsiteY26645"/>
              </a:cxn>
              <a:cxn ang="0">
                <a:pos x="connsiteX26646" y="connsiteY26646"/>
              </a:cxn>
              <a:cxn ang="0">
                <a:pos x="connsiteX26647" y="connsiteY26647"/>
              </a:cxn>
              <a:cxn ang="0">
                <a:pos x="connsiteX26648" y="connsiteY26648"/>
              </a:cxn>
              <a:cxn ang="0">
                <a:pos x="connsiteX26649" y="connsiteY26649"/>
              </a:cxn>
              <a:cxn ang="0">
                <a:pos x="connsiteX26650" y="connsiteY26650"/>
              </a:cxn>
              <a:cxn ang="0">
                <a:pos x="connsiteX26651" y="connsiteY26651"/>
              </a:cxn>
              <a:cxn ang="0">
                <a:pos x="connsiteX26652" y="connsiteY26652"/>
              </a:cxn>
              <a:cxn ang="0">
                <a:pos x="connsiteX26653" y="connsiteY26653"/>
              </a:cxn>
              <a:cxn ang="0">
                <a:pos x="connsiteX26654" y="connsiteY26654"/>
              </a:cxn>
              <a:cxn ang="0">
                <a:pos x="connsiteX26655" y="connsiteY26655"/>
              </a:cxn>
              <a:cxn ang="0">
                <a:pos x="connsiteX26656" y="connsiteY26656"/>
              </a:cxn>
              <a:cxn ang="0">
                <a:pos x="connsiteX26657" y="connsiteY26657"/>
              </a:cxn>
              <a:cxn ang="0">
                <a:pos x="connsiteX26658" y="connsiteY26658"/>
              </a:cxn>
              <a:cxn ang="0">
                <a:pos x="connsiteX26659" y="connsiteY26659"/>
              </a:cxn>
              <a:cxn ang="0">
                <a:pos x="connsiteX26660" y="connsiteY26660"/>
              </a:cxn>
              <a:cxn ang="0">
                <a:pos x="connsiteX26661" y="connsiteY26661"/>
              </a:cxn>
              <a:cxn ang="0">
                <a:pos x="connsiteX26662" y="connsiteY26662"/>
              </a:cxn>
              <a:cxn ang="0">
                <a:pos x="connsiteX26663" y="connsiteY26663"/>
              </a:cxn>
              <a:cxn ang="0">
                <a:pos x="connsiteX26664" y="connsiteY26664"/>
              </a:cxn>
              <a:cxn ang="0">
                <a:pos x="connsiteX26665" y="connsiteY26665"/>
              </a:cxn>
              <a:cxn ang="0">
                <a:pos x="connsiteX26666" y="connsiteY26666"/>
              </a:cxn>
              <a:cxn ang="0">
                <a:pos x="connsiteX26667" y="connsiteY26667"/>
              </a:cxn>
              <a:cxn ang="0">
                <a:pos x="connsiteX26668" y="connsiteY26668"/>
              </a:cxn>
              <a:cxn ang="0">
                <a:pos x="connsiteX26669" y="connsiteY26669"/>
              </a:cxn>
              <a:cxn ang="0">
                <a:pos x="connsiteX26670" y="connsiteY26670"/>
              </a:cxn>
              <a:cxn ang="0">
                <a:pos x="connsiteX26671" y="connsiteY26671"/>
              </a:cxn>
              <a:cxn ang="0">
                <a:pos x="connsiteX26672" y="connsiteY26672"/>
              </a:cxn>
              <a:cxn ang="0">
                <a:pos x="connsiteX26673" y="connsiteY26673"/>
              </a:cxn>
              <a:cxn ang="0">
                <a:pos x="connsiteX26674" y="connsiteY26674"/>
              </a:cxn>
              <a:cxn ang="0">
                <a:pos x="connsiteX26675" y="connsiteY26675"/>
              </a:cxn>
              <a:cxn ang="0">
                <a:pos x="connsiteX26676" y="connsiteY26676"/>
              </a:cxn>
              <a:cxn ang="0">
                <a:pos x="connsiteX26677" y="connsiteY26677"/>
              </a:cxn>
              <a:cxn ang="0">
                <a:pos x="connsiteX26678" y="connsiteY26678"/>
              </a:cxn>
              <a:cxn ang="0">
                <a:pos x="connsiteX26679" y="connsiteY26679"/>
              </a:cxn>
              <a:cxn ang="0">
                <a:pos x="connsiteX26680" y="connsiteY26680"/>
              </a:cxn>
              <a:cxn ang="0">
                <a:pos x="connsiteX26681" y="connsiteY26681"/>
              </a:cxn>
              <a:cxn ang="0">
                <a:pos x="connsiteX26682" y="connsiteY26682"/>
              </a:cxn>
              <a:cxn ang="0">
                <a:pos x="connsiteX26683" y="connsiteY26683"/>
              </a:cxn>
              <a:cxn ang="0">
                <a:pos x="connsiteX26684" y="connsiteY26684"/>
              </a:cxn>
              <a:cxn ang="0">
                <a:pos x="connsiteX26685" y="connsiteY26685"/>
              </a:cxn>
              <a:cxn ang="0">
                <a:pos x="connsiteX26686" y="connsiteY26686"/>
              </a:cxn>
              <a:cxn ang="0">
                <a:pos x="connsiteX26687" y="connsiteY26687"/>
              </a:cxn>
              <a:cxn ang="0">
                <a:pos x="connsiteX26688" y="connsiteY26688"/>
              </a:cxn>
              <a:cxn ang="0">
                <a:pos x="connsiteX26689" y="connsiteY26689"/>
              </a:cxn>
              <a:cxn ang="0">
                <a:pos x="connsiteX26690" y="connsiteY26690"/>
              </a:cxn>
              <a:cxn ang="0">
                <a:pos x="connsiteX26691" y="connsiteY26691"/>
              </a:cxn>
              <a:cxn ang="0">
                <a:pos x="connsiteX26692" y="connsiteY26692"/>
              </a:cxn>
              <a:cxn ang="0">
                <a:pos x="connsiteX26693" y="connsiteY26693"/>
              </a:cxn>
              <a:cxn ang="0">
                <a:pos x="connsiteX26694" y="connsiteY26694"/>
              </a:cxn>
              <a:cxn ang="0">
                <a:pos x="connsiteX26695" y="connsiteY26695"/>
              </a:cxn>
              <a:cxn ang="0">
                <a:pos x="connsiteX26696" y="connsiteY26696"/>
              </a:cxn>
              <a:cxn ang="0">
                <a:pos x="connsiteX26697" y="connsiteY26697"/>
              </a:cxn>
              <a:cxn ang="0">
                <a:pos x="connsiteX26698" y="connsiteY26698"/>
              </a:cxn>
              <a:cxn ang="0">
                <a:pos x="connsiteX26699" y="connsiteY26699"/>
              </a:cxn>
              <a:cxn ang="0">
                <a:pos x="connsiteX26700" y="connsiteY26700"/>
              </a:cxn>
              <a:cxn ang="0">
                <a:pos x="connsiteX26701" y="connsiteY26701"/>
              </a:cxn>
              <a:cxn ang="0">
                <a:pos x="connsiteX26702" y="connsiteY26702"/>
              </a:cxn>
              <a:cxn ang="0">
                <a:pos x="connsiteX26703" y="connsiteY26703"/>
              </a:cxn>
              <a:cxn ang="0">
                <a:pos x="connsiteX26704" y="connsiteY26704"/>
              </a:cxn>
              <a:cxn ang="0">
                <a:pos x="connsiteX26705" y="connsiteY26705"/>
              </a:cxn>
              <a:cxn ang="0">
                <a:pos x="connsiteX26706" y="connsiteY26706"/>
              </a:cxn>
              <a:cxn ang="0">
                <a:pos x="connsiteX26707" y="connsiteY26707"/>
              </a:cxn>
              <a:cxn ang="0">
                <a:pos x="connsiteX26708" y="connsiteY26708"/>
              </a:cxn>
              <a:cxn ang="0">
                <a:pos x="connsiteX26709" y="connsiteY26709"/>
              </a:cxn>
              <a:cxn ang="0">
                <a:pos x="connsiteX26710" y="connsiteY26710"/>
              </a:cxn>
              <a:cxn ang="0">
                <a:pos x="connsiteX26711" y="connsiteY26711"/>
              </a:cxn>
              <a:cxn ang="0">
                <a:pos x="connsiteX26712" y="connsiteY26712"/>
              </a:cxn>
              <a:cxn ang="0">
                <a:pos x="connsiteX26713" y="connsiteY26713"/>
              </a:cxn>
              <a:cxn ang="0">
                <a:pos x="connsiteX26714" y="connsiteY26714"/>
              </a:cxn>
              <a:cxn ang="0">
                <a:pos x="connsiteX26715" y="connsiteY26715"/>
              </a:cxn>
              <a:cxn ang="0">
                <a:pos x="connsiteX26716" y="connsiteY26716"/>
              </a:cxn>
              <a:cxn ang="0">
                <a:pos x="connsiteX26717" y="connsiteY26717"/>
              </a:cxn>
              <a:cxn ang="0">
                <a:pos x="connsiteX26718" y="connsiteY26718"/>
              </a:cxn>
              <a:cxn ang="0">
                <a:pos x="connsiteX26719" y="connsiteY26719"/>
              </a:cxn>
              <a:cxn ang="0">
                <a:pos x="connsiteX26720" y="connsiteY26720"/>
              </a:cxn>
              <a:cxn ang="0">
                <a:pos x="connsiteX26721" y="connsiteY26721"/>
              </a:cxn>
              <a:cxn ang="0">
                <a:pos x="connsiteX26722" y="connsiteY26722"/>
              </a:cxn>
              <a:cxn ang="0">
                <a:pos x="connsiteX26723" y="connsiteY26723"/>
              </a:cxn>
              <a:cxn ang="0">
                <a:pos x="connsiteX26724" y="connsiteY26724"/>
              </a:cxn>
              <a:cxn ang="0">
                <a:pos x="connsiteX26725" y="connsiteY26725"/>
              </a:cxn>
              <a:cxn ang="0">
                <a:pos x="connsiteX26726" y="connsiteY26726"/>
              </a:cxn>
              <a:cxn ang="0">
                <a:pos x="connsiteX26727" y="connsiteY26727"/>
              </a:cxn>
              <a:cxn ang="0">
                <a:pos x="connsiteX26728" y="connsiteY26728"/>
              </a:cxn>
              <a:cxn ang="0">
                <a:pos x="connsiteX26729" y="connsiteY26729"/>
              </a:cxn>
              <a:cxn ang="0">
                <a:pos x="connsiteX26730" y="connsiteY26730"/>
              </a:cxn>
              <a:cxn ang="0">
                <a:pos x="connsiteX26731" y="connsiteY26731"/>
              </a:cxn>
              <a:cxn ang="0">
                <a:pos x="connsiteX26732" y="connsiteY26732"/>
              </a:cxn>
              <a:cxn ang="0">
                <a:pos x="connsiteX26733" y="connsiteY26733"/>
              </a:cxn>
              <a:cxn ang="0">
                <a:pos x="connsiteX26734" y="connsiteY26734"/>
              </a:cxn>
              <a:cxn ang="0">
                <a:pos x="connsiteX26735" y="connsiteY26735"/>
              </a:cxn>
              <a:cxn ang="0">
                <a:pos x="connsiteX26736" y="connsiteY26736"/>
              </a:cxn>
              <a:cxn ang="0">
                <a:pos x="connsiteX26737" y="connsiteY26737"/>
              </a:cxn>
              <a:cxn ang="0">
                <a:pos x="connsiteX26738" y="connsiteY26738"/>
              </a:cxn>
              <a:cxn ang="0">
                <a:pos x="connsiteX26739" y="connsiteY26739"/>
              </a:cxn>
              <a:cxn ang="0">
                <a:pos x="connsiteX26740" y="connsiteY26740"/>
              </a:cxn>
              <a:cxn ang="0">
                <a:pos x="connsiteX26741" y="connsiteY26741"/>
              </a:cxn>
              <a:cxn ang="0">
                <a:pos x="connsiteX26742" y="connsiteY26742"/>
              </a:cxn>
              <a:cxn ang="0">
                <a:pos x="connsiteX26743" y="connsiteY26743"/>
              </a:cxn>
              <a:cxn ang="0">
                <a:pos x="connsiteX26744" y="connsiteY26744"/>
              </a:cxn>
              <a:cxn ang="0">
                <a:pos x="connsiteX26745" y="connsiteY26745"/>
              </a:cxn>
              <a:cxn ang="0">
                <a:pos x="connsiteX26746" y="connsiteY26746"/>
              </a:cxn>
              <a:cxn ang="0">
                <a:pos x="connsiteX26747" y="connsiteY26747"/>
              </a:cxn>
              <a:cxn ang="0">
                <a:pos x="connsiteX26748" y="connsiteY26748"/>
              </a:cxn>
              <a:cxn ang="0">
                <a:pos x="connsiteX26749" y="connsiteY26749"/>
              </a:cxn>
              <a:cxn ang="0">
                <a:pos x="connsiteX26750" y="connsiteY26750"/>
              </a:cxn>
              <a:cxn ang="0">
                <a:pos x="connsiteX26751" y="connsiteY26751"/>
              </a:cxn>
              <a:cxn ang="0">
                <a:pos x="connsiteX26752" y="connsiteY26752"/>
              </a:cxn>
              <a:cxn ang="0">
                <a:pos x="connsiteX26753" y="connsiteY26753"/>
              </a:cxn>
              <a:cxn ang="0">
                <a:pos x="connsiteX26754" y="connsiteY26754"/>
              </a:cxn>
              <a:cxn ang="0">
                <a:pos x="connsiteX26755" y="connsiteY26755"/>
              </a:cxn>
              <a:cxn ang="0">
                <a:pos x="connsiteX26756" y="connsiteY26756"/>
              </a:cxn>
              <a:cxn ang="0">
                <a:pos x="connsiteX26757" y="connsiteY26757"/>
              </a:cxn>
              <a:cxn ang="0">
                <a:pos x="connsiteX26758" y="connsiteY26758"/>
              </a:cxn>
              <a:cxn ang="0">
                <a:pos x="connsiteX26759" y="connsiteY26759"/>
              </a:cxn>
              <a:cxn ang="0">
                <a:pos x="connsiteX26760" y="connsiteY26760"/>
              </a:cxn>
              <a:cxn ang="0">
                <a:pos x="connsiteX26761" y="connsiteY26761"/>
              </a:cxn>
              <a:cxn ang="0">
                <a:pos x="connsiteX26762" y="connsiteY26762"/>
              </a:cxn>
              <a:cxn ang="0">
                <a:pos x="connsiteX26763" y="connsiteY26763"/>
              </a:cxn>
              <a:cxn ang="0">
                <a:pos x="connsiteX26764" y="connsiteY26764"/>
              </a:cxn>
              <a:cxn ang="0">
                <a:pos x="connsiteX26765" y="connsiteY26765"/>
              </a:cxn>
              <a:cxn ang="0">
                <a:pos x="connsiteX26766" y="connsiteY26766"/>
              </a:cxn>
              <a:cxn ang="0">
                <a:pos x="connsiteX26767" y="connsiteY26767"/>
              </a:cxn>
              <a:cxn ang="0">
                <a:pos x="connsiteX26768" y="connsiteY26768"/>
              </a:cxn>
              <a:cxn ang="0">
                <a:pos x="connsiteX26769" y="connsiteY26769"/>
              </a:cxn>
              <a:cxn ang="0">
                <a:pos x="connsiteX26770" y="connsiteY26770"/>
              </a:cxn>
              <a:cxn ang="0">
                <a:pos x="connsiteX26771" y="connsiteY26771"/>
              </a:cxn>
              <a:cxn ang="0">
                <a:pos x="connsiteX26772" y="connsiteY26772"/>
              </a:cxn>
              <a:cxn ang="0">
                <a:pos x="connsiteX26773" y="connsiteY26773"/>
              </a:cxn>
              <a:cxn ang="0">
                <a:pos x="connsiteX26774" y="connsiteY26774"/>
              </a:cxn>
              <a:cxn ang="0">
                <a:pos x="connsiteX26775" y="connsiteY26775"/>
              </a:cxn>
              <a:cxn ang="0">
                <a:pos x="connsiteX26776" y="connsiteY26776"/>
              </a:cxn>
              <a:cxn ang="0">
                <a:pos x="connsiteX26777" y="connsiteY26777"/>
              </a:cxn>
              <a:cxn ang="0">
                <a:pos x="connsiteX26778" y="connsiteY26778"/>
              </a:cxn>
              <a:cxn ang="0">
                <a:pos x="connsiteX26779" y="connsiteY26779"/>
              </a:cxn>
              <a:cxn ang="0">
                <a:pos x="connsiteX26780" y="connsiteY26780"/>
              </a:cxn>
              <a:cxn ang="0">
                <a:pos x="connsiteX26781" y="connsiteY26781"/>
              </a:cxn>
              <a:cxn ang="0">
                <a:pos x="connsiteX26782" y="connsiteY26782"/>
              </a:cxn>
              <a:cxn ang="0">
                <a:pos x="connsiteX26783" y="connsiteY26783"/>
              </a:cxn>
              <a:cxn ang="0">
                <a:pos x="connsiteX26784" y="connsiteY26784"/>
              </a:cxn>
              <a:cxn ang="0">
                <a:pos x="connsiteX26785" y="connsiteY26785"/>
              </a:cxn>
              <a:cxn ang="0">
                <a:pos x="connsiteX26786" y="connsiteY26786"/>
              </a:cxn>
              <a:cxn ang="0">
                <a:pos x="connsiteX26787" y="connsiteY26787"/>
              </a:cxn>
              <a:cxn ang="0">
                <a:pos x="connsiteX26788" y="connsiteY26788"/>
              </a:cxn>
              <a:cxn ang="0">
                <a:pos x="connsiteX26789" y="connsiteY26789"/>
              </a:cxn>
              <a:cxn ang="0">
                <a:pos x="connsiteX26790" y="connsiteY26790"/>
              </a:cxn>
              <a:cxn ang="0">
                <a:pos x="connsiteX26791" y="connsiteY26791"/>
              </a:cxn>
              <a:cxn ang="0">
                <a:pos x="connsiteX26792" y="connsiteY26792"/>
              </a:cxn>
              <a:cxn ang="0">
                <a:pos x="connsiteX26793" y="connsiteY26793"/>
              </a:cxn>
              <a:cxn ang="0">
                <a:pos x="connsiteX26794" y="connsiteY26794"/>
              </a:cxn>
              <a:cxn ang="0">
                <a:pos x="connsiteX26795" y="connsiteY26795"/>
              </a:cxn>
              <a:cxn ang="0">
                <a:pos x="connsiteX26796" y="connsiteY26796"/>
              </a:cxn>
              <a:cxn ang="0">
                <a:pos x="connsiteX26797" y="connsiteY26797"/>
              </a:cxn>
              <a:cxn ang="0">
                <a:pos x="connsiteX26798" y="connsiteY26798"/>
              </a:cxn>
              <a:cxn ang="0">
                <a:pos x="connsiteX26799" y="connsiteY26799"/>
              </a:cxn>
              <a:cxn ang="0">
                <a:pos x="connsiteX26800" y="connsiteY26800"/>
              </a:cxn>
              <a:cxn ang="0">
                <a:pos x="connsiteX26801" y="connsiteY26801"/>
              </a:cxn>
              <a:cxn ang="0">
                <a:pos x="connsiteX26802" y="connsiteY26802"/>
              </a:cxn>
              <a:cxn ang="0">
                <a:pos x="connsiteX26803" y="connsiteY26803"/>
              </a:cxn>
              <a:cxn ang="0">
                <a:pos x="connsiteX26804" y="connsiteY26804"/>
              </a:cxn>
              <a:cxn ang="0">
                <a:pos x="connsiteX26805" y="connsiteY26805"/>
              </a:cxn>
              <a:cxn ang="0">
                <a:pos x="connsiteX26806" y="connsiteY26806"/>
              </a:cxn>
              <a:cxn ang="0">
                <a:pos x="connsiteX26807" y="connsiteY26807"/>
              </a:cxn>
              <a:cxn ang="0">
                <a:pos x="connsiteX26808" y="connsiteY26808"/>
              </a:cxn>
              <a:cxn ang="0">
                <a:pos x="connsiteX26809" y="connsiteY26809"/>
              </a:cxn>
              <a:cxn ang="0">
                <a:pos x="connsiteX26810" y="connsiteY26810"/>
              </a:cxn>
              <a:cxn ang="0">
                <a:pos x="connsiteX26811" y="connsiteY26811"/>
              </a:cxn>
              <a:cxn ang="0">
                <a:pos x="connsiteX26812" y="connsiteY26812"/>
              </a:cxn>
              <a:cxn ang="0">
                <a:pos x="connsiteX26813" y="connsiteY26813"/>
              </a:cxn>
              <a:cxn ang="0">
                <a:pos x="connsiteX26814" y="connsiteY26814"/>
              </a:cxn>
              <a:cxn ang="0">
                <a:pos x="connsiteX26815" y="connsiteY26815"/>
              </a:cxn>
              <a:cxn ang="0">
                <a:pos x="connsiteX26816" y="connsiteY26816"/>
              </a:cxn>
              <a:cxn ang="0">
                <a:pos x="connsiteX26817" y="connsiteY26817"/>
              </a:cxn>
              <a:cxn ang="0">
                <a:pos x="connsiteX26818" y="connsiteY26818"/>
              </a:cxn>
              <a:cxn ang="0">
                <a:pos x="connsiteX26819" y="connsiteY26819"/>
              </a:cxn>
              <a:cxn ang="0">
                <a:pos x="connsiteX26820" y="connsiteY26820"/>
              </a:cxn>
              <a:cxn ang="0">
                <a:pos x="connsiteX26821" y="connsiteY26821"/>
              </a:cxn>
              <a:cxn ang="0">
                <a:pos x="connsiteX26822" y="connsiteY26822"/>
              </a:cxn>
              <a:cxn ang="0">
                <a:pos x="connsiteX26823" y="connsiteY26823"/>
              </a:cxn>
              <a:cxn ang="0">
                <a:pos x="connsiteX26824" y="connsiteY26824"/>
              </a:cxn>
              <a:cxn ang="0">
                <a:pos x="connsiteX26825" y="connsiteY26825"/>
              </a:cxn>
              <a:cxn ang="0">
                <a:pos x="connsiteX26826" y="connsiteY26826"/>
              </a:cxn>
              <a:cxn ang="0">
                <a:pos x="connsiteX26827" y="connsiteY26827"/>
              </a:cxn>
              <a:cxn ang="0">
                <a:pos x="connsiteX26828" y="connsiteY26828"/>
              </a:cxn>
              <a:cxn ang="0">
                <a:pos x="connsiteX26829" y="connsiteY26829"/>
              </a:cxn>
              <a:cxn ang="0">
                <a:pos x="connsiteX26830" y="connsiteY26830"/>
              </a:cxn>
              <a:cxn ang="0">
                <a:pos x="connsiteX26831" y="connsiteY26831"/>
              </a:cxn>
              <a:cxn ang="0">
                <a:pos x="connsiteX26832" y="connsiteY26832"/>
              </a:cxn>
              <a:cxn ang="0">
                <a:pos x="connsiteX26833" y="connsiteY26833"/>
              </a:cxn>
              <a:cxn ang="0">
                <a:pos x="connsiteX26834" y="connsiteY26834"/>
              </a:cxn>
              <a:cxn ang="0">
                <a:pos x="connsiteX26835" y="connsiteY26835"/>
              </a:cxn>
              <a:cxn ang="0">
                <a:pos x="connsiteX26836" y="connsiteY26836"/>
              </a:cxn>
              <a:cxn ang="0">
                <a:pos x="connsiteX26837" y="connsiteY26837"/>
              </a:cxn>
              <a:cxn ang="0">
                <a:pos x="connsiteX26838" y="connsiteY26838"/>
              </a:cxn>
              <a:cxn ang="0">
                <a:pos x="connsiteX26839" y="connsiteY26839"/>
              </a:cxn>
              <a:cxn ang="0">
                <a:pos x="connsiteX26840" y="connsiteY26840"/>
              </a:cxn>
              <a:cxn ang="0">
                <a:pos x="connsiteX26841" y="connsiteY26841"/>
              </a:cxn>
              <a:cxn ang="0">
                <a:pos x="connsiteX26842" y="connsiteY26842"/>
              </a:cxn>
              <a:cxn ang="0">
                <a:pos x="connsiteX26843" y="connsiteY26843"/>
              </a:cxn>
              <a:cxn ang="0">
                <a:pos x="connsiteX26844" y="connsiteY26844"/>
              </a:cxn>
              <a:cxn ang="0">
                <a:pos x="connsiteX26845" y="connsiteY26845"/>
              </a:cxn>
              <a:cxn ang="0">
                <a:pos x="connsiteX26846" y="connsiteY26846"/>
              </a:cxn>
              <a:cxn ang="0">
                <a:pos x="connsiteX26847" y="connsiteY26847"/>
              </a:cxn>
              <a:cxn ang="0">
                <a:pos x="connsiteX26848" y="connsiteY26848"/>
              </a:cxn>
              <a:cxn ang="0">
                <a:pos x="connsiteX26849" y="connsiteY26849"/>
              </a:cxn>
              <a:cxn ang="0">
                <a:pos x="connsiteX26850" y="connsiteY26850"/>
              </a:cxn>
              <a:cxn ang="0">
                <a:pos x="connsiteX26851" y="connsiteY26851"/>
              </a:cxn>
              <a:cxn ang="0">
                <a:pos x="connsiteX26852" y="connsiteY26852"/>
              </a:cxn>
              <a:cxn ang="0">
                <a:pos x="connsiteX26853" y="connsiteY26853"/>
              </a:cxn>
              <a:cxn ang="0">
                <a:pos x="connsiteX26854" y="connsiteY26854"/>
              </a:cxn>
              <a:cxn ang="0">
                <a:pos x="connsiteX26855" y="connsiteY26855"/>
              </a:cxn>
              <a:cxn ang="0">
                <a:pos x="connsiteX26856" y="connsiteY26856"/>
              </a:cxn>
              <a:cxn ang="0">
                <a:pos x="connsiteX26857" y="connsiteY26857"/>
              </a:cxn>
              <a:cxn ang="0">
                <a:pos x="connsiteX26858" y="connsiteY26858"/>
              </a:cxn>
              <a:cxn ang="0">
                <a:pos x="connsiteX26859" y="connsiteY26859"/>
              </a:cxn>
              <a:cxn ang="0">
                <a:pos x="connsiteX26860" y="connsiteY26860"/>
              </a:cxn>
              <a:cxn ang="0">
                <a:pos x="connsiteX26861" y="connsiteY26861"/>
              </a:cxn>
              <a:cxn ang="0">
                <a:pos x="connsiteX26862" y="connsiteY26862"/>
              </a:cxn>
              <a:cxn ang="0">
                <a:pos x="connsiteX26863" y="connsiteY26863"/>
              </a:cxn>
              <a:cxn ang="0">
                <a:pos x="connsiteX26864" y="connsiteY26864"/>
              </a:cxn>
              <a:cxn ang="0">
                <a:pos x="connsiteX26865" y="connsiteY26865"/>
              </a:cxn>
              <a:cxn ang="0">
                <a:pos x="connsiteX26866" y="connsiteY26866"/>
              </a:cxn>
              <a:cxn ang="0">
                <a:pos x="connsiteX26867" y="connsiteY26867"/>
              </a:cxn>
              <a:cxn ang="0">
                <a:pos x="connsiteX26868" y="connsiteY26868"/>
              </a:cxn>
              <a:cxn ang="0">
                <a:pos x="connsiteX26869" y="connsiteY26869"/>
              </a:cxn>
              <a:cxn ang="0">
                <a:pos x="connsiteX26870" y="connsiteY26870"/>
              </a:cxn>
              <a:cxn ang="0">
                <a:pos x="connsiteX26871" y="connsiteY26871"/>
              </a:cxn>
              <a:cxn ang="0">
                <a:pos x="connsiteX26872" y="connsiteY26872"/>
              </a:cxn>
              <a:cxn ang="0">
                <a:pos x="connsiteX26873" y="connsiteY26873"/>
              </a:cxn>
              <a:cxn ang="0">
                <a:pos x="connsiteX26874" y="connsiteY26874"/>
              </a:cxn>
              <a:cxn ang="0">
                <a:pos x="connsiteX26875" y="connsiteY26875"/>
              </a:cxn>
              <a:cxn ang="0">
                <a:pos x="connsiteX26876" y="connsiteY26876"/>
              </a:cxn>
              <a:cxn ang="0">
                <a:pos x="connsiteX26877" y="connsiteY26877"/>
              </a:cxn>
              <a:cxn ang="0">
                <a:pos x="connsiteX26878" y="connsiteY26878"/>
              </a:cxn>
              <a:cxn ang="0">
                <a:pos x="connsiteX26879" y="connsiteY26879"/>
              </a:cxn>
              <a:cxn ang="0">
                <a:pos x="connsiteX26880" y="connsiteY26880"/>
              </a:cxn>
              <a:cxn ang="0">
                <a:pos x="connsiteX26881" y="connsiteY26881"/>
              </a:cxn>
              <a:cxn ang="0">
                <a:pos x="connsiteX26882" y="connsiteY26882"/>
              </a:cxn>
              <a:cxn ang="0">
                <a:pos x="connsiteX26883" y="connsiteY26883"/>
              </a:cxn>
              <a:cxn ang="0">
                <a:pos x="connsiteX26884" y="connsiteY26884"/>
              </a:cxn>
              <a:cxn ang="0">
                <a:pos x="connsiteX26885" y="connsiteY26885"/>
              </a:cxn>
              <a:cxn ang="0">
                <a:pos x="connsiteX26886" y="connsiteY26886"/>
              </a:cxn>
              <a:cxn ang="0">
                <a:pos x="connsiteX26887" y="connsiteY26887"/>
              </a:cxn>
              <a:cxn ang="0">
                <a:pos x="connsiteX26888" y="connsiteY26888"/>
              </a:cxn>
              <a:cxn ang="0">
                <a:pos x="connsiteX26889" y="connsiteY26889"/>
              </a:cxn>
              <a:cxn ang="0">
                <a:pos x="connsiteX26890" y="connsiteY26890"/>
              </a:cxn>
              <a:cxn ang="0">
                <a:pos x="connsiteX26891" y="connsiteY26891"/>
              </a:cxn>
              <a:cxn ang="0">
                <a:pos x="connsiteX26892" y="connsiteY26892"/>
              </a:cxn>
              <a:cxn ang="0">
                <a:pos x="connsiteX26893" y="connsiteY26893"/>
              </a:cxn>
              <a:cxn ang="0">
                <a:pos x="connsiteX26894" y="connsiteY26894"/>
              </a:cxn>
              <a:cxn ang="0">
                <a:pos x="connsiteX26895" y="connsiteY26895"/>
              </a:cxn>
              <a:cxn ang="0">
                <a:pos x="connsiteX26896" y="connsiteY26896"/>
              </a:cxn>
              <a:cxn ang="0">
                <a:pos x="connsiteX26897" y="connsiteY26897"/>
              </a:cxn>
              <a:cxn ang="0">
                <a:pos x="connsiteX26898" y="connsiteY26898"/>
              </a:cxn>
              <a:cxn ang="0">
                <a:pos x="connsiteX26899" y="connsiteY26899"/>
              </a:cxn>
              <a:cxn ang="0">
                <a:pos x="connsiteX26900" y="connsiteY26900"/>
              </a:cxn>
              <a:cxn ang="0">
                <a:pos x="connsiteX26901" y="connsiteY26901"/>
              </a:cxn>
              <a:cxn ang="0">
                <a:pos x="connsiteX26902" y="connsiteY26902"/>
              </a:cxn>
              <a:cxn ang="0">
                <a:pos x="connsiteX26903" y="connsiteY26903"/>
              </a:cxn>
              <a:cxn ang="0">
                <a:pos x="connsiteX26904" y="connsiteY26904"/>
              </a:cxn>
              <a:cxn ang="0">
                <a:pos x="connsiteX26905" y="connsiteY26905"/>
              </a:cxn>
              <a:cxn ang="0">
                <a:pos x="connsiteX26906" y="connsiteY26906"/>
              </a:cxn>
              <a:cxn ang="0">
                <a:pos x="connsiteX26907" y="connsiteY26907"/>
              </a:cxn>
              <a:cxn ang="0">
                <a:pos x="connsiteX26908" y="connsiteY26908"/>
              </a:cxn>
              <a:cxn ang="0">
                <a:pos x="connsiteX26909" y="connsiteY26909"/>
              </a:cxn>
              <a:cxn ang="0">
                <a:pos x="connsiteX26910" y="connsiteY26910"/>
              </a:cxn>
              <a:cxn ang="0">
                <a:pos x="connsiteX26911" y="connsiteY26911"/>
              </a:cxn>
              <a:cxn ang="0">
                <a:pos x="connsiteX26912" y="connsiteY26912"/>
              </a:cxn>
              <a:cxn ang="0">
                <a:pos x="connsiteX26913" y="connsiteY26913"/>
              </a:cxn>
              <a:cxn ang="0">
                <a:pos x="connsiteX26914" y="connsiteY26914"/>
              </a:cxn>
              <a:cxn ang="0">
                <a:pos x="connsiteX26915" y="connsiteY26915"/>
              </a:cxn>
              <a:cxn ang="0">
                <a:pos x="connsiteX26916" y="connsiteY26916"/>
              </a:cxn>
              <a:cxn ang="0">
                <a:pos x="connsiteX26917" y="connsiteY26917"/>
              </a:cxn>
              <a:cxn ang="0">
                <a:pos x="connsiteX26918" y="connsiteY26918"/>
              </a:cxn>
              <a:cxn ang="0">
                <a:pos x="connsiteX26919" y="connsiteY26919"/>
              </a:cxn>
              <a:cxn ang="0">
                <a:pos x="connsiteX26920" y="connsiteY26920"/>
              </a:cxn>
              <a:cxn ang="0">
                <a:pos x="connsiteX26921" y="connsiteY26921"/>
              </a:cxn>
              <a:cxn ang="0">
                <a:pos x="connsiteX26922" y="connsiteY26922"/>
              </a:cxn>
              <a:cxn ang="0">
                <a:pos x="connsiteX26923" y="connsiteY26923"/>
              </a:cxn>
              <a:cxn ang="0">
                <a:pos x="connsiteX26924" y="connsiteY26924"/>
              </a:cxn>
              <a:cxn ang="0">
                <a:pos x="connsiteX26925" y="connsiteY26925"/>
              </a:cxn>
              <a:cxn ang="0">
                <a:pos x="connsiteX26926" y="connsiteY26926"/>
              </a:cxn>
              <a:cxn ang="0">
                <a:pos x="connsiteX26927" y="connsiteY26927"/>
              </a:cxn>
              <a:cxn ang="0">
                <a:pos x="connsiteX26928" y="connsiteY26928"/>
              </a:cxn>
              <a:cxn ang="0">
                <a:pos x="connsiteX26929" y="connsiteY26929"/>
              </a:cxn>
              <a:cxn ang="0">
                <a:pos x="connsiteX26930" y="connsiteY26930"/>
              </a:cxn>
              <a:cxn ang="0">
                <a:pos x="connsiteX26931" y="connsiteY26931"/>
              </a:cxn>
              <a:cxn ang="0">
                <a:pos x="connsiteX26932" y="connsiteY26932"/>
              </a:cxn>
              <a:cxn ang="0">
                <a:pos x="connsiteX26933" y="connsiteY26933"/>
              </a:cxn>
              <a:cxn ang="0">
                <a:pos x="connsiteX26934" y="connsiteY26934"/>
              </a:cxn>
              <a:cxn ang="0">
                <a:pos x="connsiteX26935" y="connsiteY26935"/>
              </a:cxn>
              <a:cxn ang="0">
                <a:pos x="connsiteX26936" y="connsiteY26936"/>
              </a:cxn>
              <a:cxn ang="0">
                <a:pos x="connsiteX26937" y="connsiteY26937"/>
              </a:cxn>
              <a:cxn ang="0">
                <a:pos x="connsiteX26938" y="connsiteY26938"/>
              </a:cxn>
              <a:cxn ang="0">
                <a:pos x="connsiteX26939" y="connsiteY26939"/>
              </a:cxn>
              <a:cxn ang="0">
                <a:pos x="connsiteX26940" y="connsiteY26940"/>
              </a:cxn>
              <a:cxn ang="0">
                <a:pos x="connsiteX26941" y="connsiteY26941"/>
              </a:cxn>
              <a:cxn ang="0">
                <a:pos x="connsiteX26942" y="connsiteY26942"/>
              </a:cxn>
              <a:cxn ang="0">
                <a:pos x="connsiteX26943" y="connsiteY26943"/>
              </a:cxn>
              <a:cxn ang="0">
                <a:pos x="connsiteX26944" y="connsiteY26944"/>
              </a:cxn>
              <a:cxn ang="0">
                <a:pos x="connsiteX26945" y="connsiteY26945"/>
              </a:cxn>
              <a:cxn ang="0">
                <a:pos x="connsiteX26946" y="connsiteY26946"/>
              </a:cxn>
              <a:cxn ang="0">
                <a:pos x="connsiteX26947" y="connsiteY26947"/>
              </a:cxn>
              <a:cxn ang="0">
                <a:pos x="connsiteX26948" y="connsiteY26948"/>
              </a:cxn>
              <a:cxn ang="0">
                <a:pos x="connsiteX26949" y="connsiteY26949"/>
              </a:cxn>
              <a:cxn ang="0">
                <a:pos x="connsiteX26950" y="connsiteY26950"/>
              </a:cxn>
              <a:cxn ang="0">
                <a:pos x="connsiteX26951" y="connsiteY26951"/>
              </a:cxn>
              <a:cxn ang="0">
                <a:pos x="connsiteX26952" y="connsiteY26952"/>
              </a:cxn>
              <a:cxn ang="0">
                <a:pos x="connsiteX26953" y="connsiteY26953"/>
              </a:cxn>
              <a:cxn ang="0">
                <a:pos x="connsiteX26954" y="connsiteY26954"/>
              </a:cxn>
              <a:cxn ang="0">
                <a:pos x="connsiteX26955" y="connsiteY26955"/>
              </a:cxn>
              <a:cxn ang="0">
                <a:pos x="connsiteX26956" y="connsiteY26956"/>
              </a:cxn>
              <a:cxn ang="0">
                <a:pos x="connsiteX26957" y="connsiteY26957"/>
              </a:cxn>
              <a:cxn ang="0">
                <a:pos x="connsiteX26958" y="connsiteY26958"/>
              </a:cxn>
              <a:cxn ang="0">
                <a:pos x="connsiteX26959" y="connsiteY26959"/>
              </a:cxn>
              <a:cxn ang="0">
                <a:pos x="connsiteX26960" y="connsiteY26960"/>
              </a:cxn>
              <a:cxn ang="0">
                <a:pos x="connsiteX26961" y="connsiteY26961"/>
              </a:cxn>
              <a:cxn ang="0">
                <a:pos x="connsiteX26962" y="connsiteY26962"/>
              </a:cxn>
              <a:cxn ang="0">
                <a:pos x="connsiteX26963" y="connsiteY26963"/>
              </a:cxn>
              <a:cxn ang="0">
                <a:pos x="connsiteX26964" y="connsiteY26964"/>
              </a:cxn>
              <a:cxn ang="0">
                <a:pos x="connsiteX26965" y="connsiteY26965"/>
              </a:cxn>
              <a:cxn ang="0">
                <a:pos x="connsiteX26966" y="connsiteY26966"/>
              </a:cxn>
              <a:cxn ang="0">
                <a:pos x="connsiteX26967" y="connsiteY26967"/>
              </a:cxn>
              <a:cxn ang="0">
                <a:pos x="connsiteX26968" y="connsiteY26968"/>
              </a:cxn>
              <a:cxn ang="0">
                <a:pos x="connsiteX26969" y="connsiteY26969"/>
              </a:cxn>
              <a:cxn ang="0">
                <a:pos x="connsiteX26970" y="connsiteY26970"/>
              </a:cxn>
              <a:cxn ang="0">
                <a:pos x="connsiteX26971" y="connsiteY26971"/>
              </a:cxn>
              <a:cxn ang="0">
                <a:pos x="connsiteX26972" y="connsiteY26972"/>
              </a:cxn>
              <a:cxn ang="0">
                <a:pos x="connsiteX26973" y="connsiteY26973"/>
              </a:cxn>
              <a:cxn ang="0">
                <a:pos x="connsiteX26974" y="connsiteY26974"/>
              </a:cxn>
              <a:cxn ang="0">
                <a:pos x="connsiteX26975" y="connsiteY26975"/>
              </a:cxn>
              <a:cxn ang="0">
                <a:pos x="connsiteX26976" y="connsiteY26976"/>
              </a:cxn>
              <a:cxn ang="0">
                <a:pos x="connsiteX26977" y="connsiteY26977"/>
              </a:cxn>
              <a:cxn ang="0">
                <a:pos x="connsiteX26978" y="connsiteY26978"/>
              </a:cxn>
              <a:cxn ang="0">
                <a:pos x="connsiteX26979" y="connsiteY26979"/>
              </a:cxn>
              <a:cxn ang="0">
                <a:pos x="connsiteX26980" y="connsiteY26980"/>
              </a:cxn>
              <a:cxn ang="0">
                <a:pos x="connsiteX26981" y="connsiteY26981"/>
              </a:cxn>
              <a:cxn ang="0">
                <a:pos x="connsiteX26982" y="connsiteY26982"/>
              </a:cxn>
              <a:cxn ang="0">
                <a:pos x="connsiteX26983" y="connsiteY26983"/>
              </a:cxn>
              <a:cxn ang="0">
                <a:pos x="connsiteX26984" y="connsiteY26984"/>
              </a:cxn>
              <a:cxn ang="0">
                <a:pos x="connsiteX26985" y="connsiteY26985"/>
              </a:cxn>
              <a:cxn ang="0">
                <a:pos x="connsiteX26986" y="connsiteY26986"/>
              </a:cxn>
              <a:cxn ang="0">
                <a:pos x="connsiteX26987" y="connsiteY26987"/>
              </a:cxn>
              <a:cxn ang="0">
                <a:pos x="connsiteX26988" y="connsiteY26988"/>
              </a:cxn>
              <a:cxn ang="0">
                <a:pos x="connsiteX26989" y="connsiteY26989"/>
              </a:cxn>
              <a:cxn ang="0">
                <a:pos x="connsiteX26990" y="connsiteY26990"/>
              </a:cxn>
              <a:cxn ang="0">
                <a:pos x="connsiteX26991" y="connsiteY26991"/>
              </a:cxn>
              <a:cxn ang="0">
                <a:pos x="connsiteX26992" y="connsiteY26992"/>
              </a:cxn>
              <a:cxn ang="0">
                <a:pos x="connsiteX26993" y="connsiteY26993"/>
              </a:cxn>
              <a:cxn ang="0">
                <a:pos x="connsiteX26994" y="connsiteY26994"/>
              </a:cxn>
              <a:cxn ang="0">
                <a:pos x="connsiteX26995" y="connsiteY26995"/>
              </a:cxn>
              <a:cxn ang="0">
                <a:pos x="connsiteX26996" y="connsiteY26996"/>
              </a:cxn>
              <a:cxn ang="0">
                <a:pos x="connsiteX26997" y="connsiteY26997"/>
              </a:cxn>
              <a:cxn ang="0">
                <a:pos x="connsiteX26998" y="connsiteY26998"/>
              </a:cxn>
              <a:cxn ang="0">
                <a:pos x="connsiteX26999" y="connsiteY26999"/>
              </a:cxn>
              <a:cxn ang="0">
                <a:pos x="connsiteX27000" y="connsiteY27000"/>
              </a:cxn>
              <a:cxn ang="0">
                <a:pos x="connsiteX27001" y="connsiteY27001"/>
              </a:cxn>
              <a:cxn ang="0">
                <a:pos x="connsiteX27002" y="connsiteY27002"/>
              </a:cxn>
              <a:cxn ang="0">
                <a:pos x="connsiteX27003" y="connsiteY27003"/>
              </a:cxn>
              <a:cxn ang="0">
                <a:pos x="connsiteX27004" y="connsiteY27004"/>
              </a:cxn>
              <a:cxn ang="0">
                <a:pos x="connsiteX27005" y="connsiteY27005"/>
              </a:cxn>
              <a:cxn ang="0">
                <a:pos x="connsiteX27006" y="connsiteY27006"/>
              </a:cxn>
              <a:cxn ang="0">
                <a:pos x="connsiteX27007" y="connsiteY27007"/>
              </a:cxn>
              <a:cxn ang="0">
                <a:pos x="connsiteX27008" y="connsiteY27008"/>
              </a:cxn>
              <a:cxn ang="0">
                <a:pos x="connsiteX27009" y="connsiteY27009"/>
              </a:cxn>
              <a:cxn ang="0">
                <a:pos x="connsiteX27010" y="connsiteY27010"/>
              </a:cxn>
              <a:cxn ang="0">
                <a:pos x="connsiteX27011" y="connsiteY27011"/>
              </a:cxn>
              <a:cxn ang="0">
                <a:pos x="connsiteX27012" y="connsiteY27012"/>
              </a:cxn>
              <a:cxn ang="0">
                <a:pos x="connsiteX27013" y="connsiteY27013"/>
              </a:cxn>
              <a:cxn ang="0">
                <a:pos x="connsiteX27014" y="connsiteY27014"/>
              </a:cxn>
              <a:cxn ang="0">
                <a:pos x="connsiteX27015" y="connsiteY27015"/>
              </a:cxn>
              <a:cxn ang="0">
                <a:pos x="connsiteX27016" y="connsiteY27016"/>
              </a:cxn>
              <a:cxn ang="0">
                <a:pos x="connsiteX27017" y="connsiteY27017"/>
              </a:cxn>
              <a:cxn ang="0">
                <a:pos x="connsiteX27018" y="connsiteY27018"/>
              </a:cxn>
              <a:cxn ang="0">
                <a:pos x="connsiteX27019" y="connsiteY27019"/>
              </a:cxn>
              <a:cxn ang="0">
                <a:pos x="connsiteX27020" y="connsiteY27020"/>
              </a:cxn>
              <a:cxn ang="0">
                <a:pos x="connsiteX27021" y="connsiteY27021"/>
              </a:cxn>
              <a:cxn ang="0">
                <a:pos x="connsiteX27022" y="connsiteY27022"/>
              </a:cxn>
              <a:cxn ang="0">
                <a:pos x="connsiteX27023" y="connsiteY27023"/>
              </a:cxn>
              <a:cxn ang="0">
                <a:pos x="connsiteX27024" y="connsiteY27024"/>
              </a:cxn>
              <a:cxn ang="0">
                <a:pos x="connsiteX27025" y="connsiteY27025"/>
              </a:cxn>
              <a:cxn ang="0">
                <a:pos x="connsiteX27026" y="connsiteY27026"/>
              </a:cxn>
              <a:cxn ang="0">
                <a:pos x="connsiteX27027" y="connsiteY27027"/>
              </a:cxn>
              <a:cxn ang="0">
                <a:pos x="connsiteX27028" y="connsiteY27028"/>
              </a:cxn>
              <a:cxn ang="0">
                <a:pos x="connsiteX27029" y="connsiteY27029"/>
              </a:cxn>
              <a:cxn ang="0">
                <a:pos x="connsiteX27030" y="connsiteY27030"/>
              </a:cxn>
              <a:cxn ang="0">
                <a:pos x="connsiteX27031" y="connsiteY27031"/>
              </a:cxn>
              <a:cxn ang="0">
                <a:pos x="connsiteX27032" y="connsiteY27032"/>
              </a:cxn>
              <a:cxn ang="0">
                <a:pos x="connsiteX27033" y="connsiteY27033"/>
              </a:cxn>
              <a:cxn ang="0">
                <a:pos x="connsiteX27034" y="connsiteY27034"/>
              </a:cxn>
              <a:cxn ang="0">
                <a:pos x="connsiteX27035" y="connsiteY27035"/>
              </a:cxn>
              <a:cxn ang="0">
                <a:pos x="connsiteX27036" y="connsiteY27036"/>
              </a:cxn>
              <a:cxn ang="0">
                <a:pos x="connsiteX27037" y="connsiteY27037"/>
              </a:cxn>
              <a:cxn ang="0">
                <a:pos x="connsiteX27038" y="connsiteY27038"/>
              </a:cxn>
              <a:cxn ang="0">
                <a:pos x="connsiteX27039" y="connsiteY27039"/>
              </a:cxn>
              <a:cxn ang="0">
                <a:pos x="connsiteX27040" y="connsiteY27040"/>
              </a:cxn>
              <a:cxn ang="0">
                <a:pos x="connsiteX27041" y="connsiteY27041"/>
              </a:cxn>
              <a:cxn ang="0">
                <a:pos x="connsiteX27042" y="connsiteY27042"/>
              </a:cxn>
              <a:cxn ang="0">
                <a:pos x="connsiteX27043" y="connsiteY27043"/>
              </a:cxn>
              <a:cxn ang="0">
                <a:pos x="connsiteX27044" y="connsiteY27044"/>
              </a:cxn>
              <a:cxn ang="0">
                <a:pos x="connsiteX27045" y="connsiteY27045"/>
              </a:cxn>
              <a:cxn ang="0">
                <a:pos x="connsiteX27046" y="connsiteY27046"/>
              </a:cxn>
              <a:cxn ang="0">
                <a:pos x="connsiteX27047" y="connsiteY27047"/>
              </a:cxn>
              <a:cxn ang="0">
                <a:pos x="connsiteX27048" y="connsiteY27048"/>
              </a:cxn>
              <a:cxn ang="0">
                <a:pos x="connsiteX27049" y="connsiteY27049"/>
              </a:cxn>
              <a:cxn ang="0">
                <a:pos x="connsiteX27050" y="connsiteY27050"/>
              </a:cxn>
              <a:cxn ang="0">
                <a:pos x="connsiteX27051" y="connsiteY27051"/>
              </a:cxn>
              <a:cxn ang="0">
                <a:pos x="connsiteX27052" y="connsiteY27052"/>
              </a:cxn>
              <a:cxn ang="0">
                <a:pos x="connsiteX27053" y="connsiteY27053"/>
              </a:cxn>
              <a:cxn ang="0">
                <a:pos x="connsiteX27054" y="connsiteY27054"/>
              </a:cxn>
              <a:cxn ang="0">
                <a:pos x="connsiteX27055" y="connsiteY27055"/>
              </a:cxn>
              <a:cxn ang="0">
                <a:pos x="connsiteX27056" y="connsiteY27056"/>
              </a:cxn>
              <a:cxn ang="0">
                <a:pos x="connsiteX27057" y="connsiteY27057"/>
              </a:cxn>
              <a:cxn ang="0">
                <a:pos x="connsiteX27058" y="connsiteY27058"/>
              </a:cxn>
              <a:cxn ang="0">
                <a:pos x="connsiteX27059" y="connsiteY27059"/>
              </a:cxn>
              <a:cxn ang="0">
                <a:pos x="connsiteX27060" y="connsiteY27060"/>
              </a:cxn>
              <a:cxn ang="0">
                <a:pos x="connsiteX27061" y="connsiteY27061"/>
              </a:cxn>
              <a:cxn ang="0">
                <a:pos x="connsiteX27062" y="connsiteY27062"/>
              </a:cxn>
              <a:cxn ang="0">
                <a:pos x="connsiteX27063" y="connsiteY27063"/>
              </a:cxn>
              <a:cxn ang="0">
                <a:pos x="connsiteX27064" y="connsiteY27064"/>
              </a:cxn>
              <a:cxn ang="0">
                <a:pos x="connsiteX27065" y="connsiteY27065"/>
              </a:cxn>
              <a:cxn ang="0">
                <a:pos x="connsiteX27066" y="connsiteY27066"/>
              </a:cxn>
              <a:cxn ang="0">
                <a:pos x="connsiteX27067" y="connsiteY27067"/>
              </a:cxn>
              <a:cxn ang="0">
                <a:pos x="connsiteX27068" y="connsiteY27068"/>
              </a:cxn>
              <a:cxn ang="0">
                <a:pos x="connsiteX27069" y="connsiteY27069"/>
              </a:cxn>
              <a:cxn ang="0">
                <a:pos x="connsiteX27070" y="connsiteY27070"/>
              </a:cxn>
              <a:cxn ang="0">
                <a:pos x="connsiteX27071" y="connsiteY27071"/>
              </a:cxn>
              <a:cxn ang="0">
                <a:pos x="connsiteX27072" y="connsiteY27072"/>
              </a:cxn>
              <a:cxn ang="0">
                <a:pos x="connsiteX27073" y="connsiteY27073"/>
              </a:cxn>
              <a:cxn ang="0">
                <a:pos x="connsiteX27074" y="connsiteY27074"/>
              </a:cxn>
              <a:cxn ang="0">
                <a:pos x="connsiteX27075" y="connsiteY27075"/>
              </a:cxn>
              <a:cxn ang="0">
                <a:pos x="connsiteX27076" y="connsiteY27076"/>
              </a:cxn>
              <a:cxn ang="0">
                <a:pos x="connsiteX27077" y="connsiteY27077"/>
              </a:cxn>
              <a:cxn ang="0">
                <a:pos x="connsiteX27078" y="connsiteY27078"/>
              </a:cxn>
              <a:cxn ang="0">
                <a:pos x="connsiteX27079" y="connsiteY27079"/>
              </a:cxn>
              <a:cxn ang="0">
                <a:pos x="connsiteX27080" y="connsiteY27080"/>
              </a:cxn>
              <a:cxn ang="0">
                <a:pos x="connsiteX27081" y="connsiteY27081"/>
              </a:cxn>
              <a:cxn ang="0">
                <a:pos x="connsiteX27082" y="connsiteY27082"/>
              </a:cxn>
              <a:cxn ang="0">
                <a:pos x="connsiteX27083" y="connsiteY27083"/>
              </a:cxn>
              <a:cxn ang="0">
                <a:pos x="connsiteX27084" y="connsiteY27084"/>
              </a:cxn>
              <a:cxn ang="0">
                <a:pos x="connsiteX27085" y="connsiteY27085"/>
              </a:cxn>
              <a:cxn ang="0">
                <a:pos x="connsiteX27086" y="connsiteY27086"/>
              </a:cxn>
              <a:cxn ang="0">
                <a:pos x="connsiteX27087" y="connsiteY27087"/>
              </a:cxn>
              <a:cxn ang="0">
                <a:pos x="connsiteX27088" y="connsiteY27088"/>
              </a:cxn>
              <a:cxn ang="0">
                <a:pos x="connsiteX27089" y="connsiteY27089"/>
              </a:cxn>
              <a:cxn ang="0">
                <a:pos x="connsiteX27090" y="connsiteY27090"/>
              </a:cxn>
              <a:cxn ang="0">
                <a:pos x="connsiteX27091" y="connsiteY27091"/>
              </a:cxn>
              <a:cxn ang="0">
                <a:pos x="connsiteX27092" y="connsiteY27092"/>
              </a:cxn>
              <a:cxn ang="0">
                <a:pos x="connsiteX27093" y="connsiteY27093"/>
              </a:cxn>
              <a:cxn ang="0">
                <a:pos x="connsiteX27094" y="connsiteY27094"/>
              </a:cxn>
              <a:cxn ang="0">
                <a:pos x="connsiteX27095" y="connsiteY27095"/>
              </a:cxn>
              <a:cxn ang="0">
                <a:pos x="connsiteX27096" y="connsiteY27096"/>
              </a:cxn>
              <a:cxn ang="0">
                <a:pos x="connsiteX27097" y="connsiteY27097"/>
              </a:cxn>
              <a:cxn ang="0">
                <a:pos x="connsiteX27098" y="connsiteY27098"/>
              </a:cxn>
              <a:cxn ang="0">
                <a:pos x="connsiteX27099" y="connsiteY27099"/>
              </a:cxn>
              <a:cxn ang="0">
                <a:pos x="connsiteX27100" y="connsiteY27100"/>
              </a:cxn>
              <a:cxn ang="0">
                <a:pos x="connsiteX27101" y="connsiteY27101"/>
              </a:cxn>
              <a:cxn ang="0">
                <a:pos x="connsiteX27102" y="connsiteY27102"/>
              </a:cxn>
              <a:cxn ang="0">
                <a:pos x="connsiteX27103" y="connsiteY27103"/>
              </a:cxn>
              <a:cxn ang="0">
                <a:pos x="connsiteX27104" y="connsiteY27104"/>
              </a:cxn>
              <a:cxn ang="0">
                <a:pos x="connsiteX27105" y="connsiteY27105"/>
              </a:cxn>
              <a:cxn ang="0">
                <a:pos x="connsiteX27106" y="connsiteY27106"/>
              </a:cxn>
              <a:cxn ang="0">
                <a:pos x="connsiteX27107" y="connsiteY27107"/>
              </a:cxn>
              <a:cxn ang="0">
                <a:pos x="connsiteX27108" y="connsiteY27108"/>
              </a:cxn>
              <a:cxn ang="0">
                <a:pos x="connsiteX27109" y="connsiteY27109"/>
              </a:cxn>
              <a:cxn ang="0">
                <a:pos x="connsiteX27110" y="connsiteY27110"/>
              </a:cxn>
              <a:cxn ang="0">
                <a:pos x="connsiteX27111" y="connsiteY27111"/>
              </a:cxn>
              <a:cxn ang="0">
                <a:pos x="connsiteX27112" y="connsiteY27112"/>
              </a:cxn>
              <a:cxn ang="0">
                <a:pos x="connsiteX27113" y="connsiteY27113"/>
              </a:cxn>
              <a:cxn ang="0">
                <a:pos x="connsiteX27114" y="connsiteY27114"/>
              </a:cxn>
              <a:cxn ang="0">
                <a:pos x="connsiteX27115" y="connsiteY27115"/>
              </a:cxn>
              <a:cxn ang="0">
                <a:pos x="connsiteX27116" y="connsiteY27116"/>
              </a:cxn>
              <a:cxn ang="0">
                <a:pos x="connsiteX27117" y="connsiteY27117"/>
              </a:cxn>
              <a:cxn ang="0">
                <a:pos x="connsiteX27118" y="connsiteY27118"/>
              </a:cxn>
              <a:cxn ang="0">
                <a:pos x="connsiteX27119" y="connsiteY27119"/>
              </a:cxn>
              <a:cxn ang="0">
                <a:pos x="connsiteX27120" y="connsiteY27120"/>
              </a:cxn>
              <a:cxn ang="0">
                <a:pos x="connsiteX27121" y="connsiteY27121"/>
              </a:cxn>
              <a:cxn ang="0">
                <a:pos x="connsiteX27122" y="connsiteY27122"/>
              </a:cxn>
              <a:cxn ang="0">
                <a:pos x="connsiteX27123" y="connsiteY27123"/>
              </a:cxn>
              <a:cxn ang="0">
                <a:pos x="connsiteX27124" y="connsiteY27124"/>
              </a:cxn>
              <a:cxn ang="0">
                <a:pos x="connsiteX27125" y="connsiteY27125"/>
              </a:cxn>
              <a:cxn ang="0">
                <a:pos x="connsiteX27126" y="connsiteY27126"/>
              </a:cxn>
              <a:cxn ang="0">
                <a:pos x="connsiteX27127" y="connsiteY27127"/>
              </a:cxn>
              <a:cxn ang="0">
                <a:pos x="connsiteX27128" y="connsiteY27128"/>
              </a:cxn>
              <a:cxn ang="0">
                <a:pos x="connsiteX27129" y="connsiteY27129"/>
              </a:cxn>
              <a:cxn ang="0">
                <a:pos x="connsiteX27130" y="connsiteY27130"/>
              </a:cxn>
              <a:cxn ang="0">
                <a:pos x="connsiteX27131" y="connsiteY27131"/>
              </a:cxn>
              <a:cxn ang="0">
                <a:pos x="connsiteX27132" y="connsiteY27132"/>
              </a:cxn>
              <a:cxn ang="0">
                <a:pos x="connsiteX27133" y="connsiteY27133"/>
              </a:cxn>
              <a:cxn ang="0">
                <a:pos x="connsiteX27134" y="connsiteY27134"/>
              </a:cxn>
              <a:cxn ang="0">
                <a:pos x="connsiteX27135" y="connsiteY27135"/>
              </a:cxn>
              <a:cxn ang="0">
                <a:pos x="connsiteX27136" y="connsiteY27136"/>
              </a:cxn>
              <a:cxn ang="0">
                <a:pos x="connsiteX27137" y="connsiteY27137"/>
              </a:cxn>
              <a:cxn ang="0">
                <a:pos x="connsiteX27138" y="connsiteY27138"/>
              </a:cxn>
              <a:cxn ang="0">
                <a:pos x="connsiteX27139" y="connsiteY27139"/>
              </a:cxn>
              <a:cxn ang="0">
                <a:pos x="connsiteX27140" y="connsiteY27140"/>
              </a:cxn>
              <a:cxn ang="0">
                <a:pos x="connsiteX27141" y="connsiteY27141"/>
              </a:cxn>
              <a:cxn ang="0">
                <a:pos x="connsiteX27142" y="connsiteY27142"/>
              </a:cxn>
              <a:cxn ang="0">
                <a:pos x="connsiteX27143" y="connsiteY27143"/>
              </a:cxn>
              <a:cxn ang="0">
                <a:pos x="connsiteX27144" y="connsiteY27144"/>
              </a:cxn>
              <a:cxn ang="0">
                <a:pos x="connsiteX27145" y="connsiteY27145"/>
              </a:cxn>
              <a:cxn ang="0">
                <a:pos x="connsiteX27146" y="connsiteY27146"/>
              </a:cxn>
              <a:cxn ang="0">
                <a:pos x="connsiteX27147" y="connsiteY27147"/>
              </a:cxn>
              <a:cxn ang="0">
                <a:pos x="connsiteX27148" y="connsiteY27148"/>
              </a:cxn>
              <a:cxn ang="0">
                <a:pos x="connsiteX27149" y="connsiteY27149"/>
              </a:cxn>
              <a:cxn ang="0">
                <a:pos x="connsiteX27150" y="connsiteY27150"/>
              </a:cxn>
              <a:cxn ang="0">
                <a:pos x="connsiteX27151" y="connsiteY27151"/>
              </a:cxn>
              <a:cxn ang="0">
                <a:pos x="connsiteX27152" y="connsiteY27152"/>
              </a:cxn>
              <a:cxn ang="0">
                <a:pos x="connsiteX27153" y="connsiteY27153"/>
              </a:cxn>
              <a:cxn ang="0">
                <a:pos x="connsiteX27154" y="connsiteY27154"/>
              </a:cxn>
              <a:cxn ang="0">
                <a:pos x="connsiteX27155" y="connsiteY27155"/>
              </a:cxn>
              <a:cxn ang="0">
                <a:pos x="connsiteX27156" y="connsiteY27156"/>
              </a:cxn>
              <a:cxn ang="0">
                <a:pos x="connsiteX27157" y="connsiteY27157"/>
              </a:cxn>
              <a:cxn ang="0">
                <a:pos x="connsiteX27158" y="connsiteY27158"/>
              </a:cxn>
              <a:cxn ang="0">
                <a:pos x="connsiteX27159" y="connsiteY27159"/>
              </a:cxn>
              <a:cxn ang="0">
                <a:pos x="connsiteX27160" y="connsiteY27160"/>
              </a:cxn>
              <a:cxn ang="0">
                <a:pos x="connsiteX27161" y="connsiteY27161"/>
              </a:cxn>
              <a:cxn ang="0">
                <a:pos x="connsiteX27162" y="connsiteY27162"/>
              </a:cxn>
              <a:cxn ang="0">
                <a:pos x="connsiteX27163" y="connsiteY27163"/>
              </a:cxn>
              <a:cxn ang="0">
                <a:pos x="connsiteX27164" y="connsiteY27164"/>
              </a:cxn>
              <a:cxn ang="0">
                <a:pos x="connsiteX27165" y="connsiteY27165"/>
              </a:cxn>
              <a:cxn ang="0">
                <a:pos x="connsiteX27166" y="connsiteY27166"/>
              </a:cxn>
              <a:cxn ang="0">
                <a:pos x="connsiteX27167" y="connsiteY27167"/>
              </a:cxn>
              <a:cxn ang="0">
                <a:pos x="connsiteX27168" y="connsiteY27168"/>
              </a:cxn>
              <a:cxn ang="0">
                <a:pos x="connsiteX27169" y="connsiteY27169"/>
              </a:cxn>
              <a:cxn ang="0">
                <a:pos x="connsiteX27170" y="connsiteY27170"/>
              </a:cxn>
              <a:cxn ang="0">
                <a:pos x="connsiteX27171" y="connsiteY27171"/>
              </a:cxn>
              <a:cxn ang="0">
                <a:pos x="connsiteX27172" y="connsiteY27172"/>
              </a:cxn>
              <a:cxn ang="0">
                <a:pos x="connsiteX27173" y="connsiteY27173"/>
              </a:cxn>
              <a:cxn ang="0">
                <a:pos x="connsiteX27174" y="connsiteY27174"/>
              </a:cxn>
              <a:cxn ang="0">
                <a:pos x="connsiteX27175" y="connsiteY27175"/>
              </a:cxn>
              <a:cxn ang="0">
                <a:pos x="connsiteX27176" y="connsiteY27176"/>
              </a:cxn>
              <a:cxn ang="0">
                <a:pos x="connsiteX27177" y="connsiteY27177"/>
              </a:cxn>
              <a:cxn ang="0">
                <a:pos x="connsiteX27178" y="connsiteY27178"/>
              </a:cxn>
              <a:cxn ang="0">
                <a:pos x="connsiteX27179" y="connsiteY27179"/>
              </a:cxn>
              <a:cxn ang="0">
                <a:pos x="connsiteX27180" y="connsiteY27180"/>
              </a:cxn>
              <a:cxn ang="0">
                <a:pos x="connsiteX27181" y="connsiteY27181"/>
              </a:cxn>
              <a:cxn ang="0">
                <a:pos x="connsiteX27182" y="connsiteY27182"/>
              </a:cxn>
              <a:cxn ang="0">
                <a:pos x="connsiteX27183" y="connsiteY27183"/>
              </a:cxn>
              <a:cxn ang="0">
                <a:pos x="connsiteX27184" y="connsiteY27184"/>
              </a:cxn>
              <a:cxn ang="0">
                <a:pos x="connsiteX27185" y="connsiteY27185"/>
              </a:cxn>
              <a:cxn ang="0">
                <a:pos x="connsiteX27186" y="connsiteY27186"/>
              </a:cxn>
              <a:cxn ang="0">
                <a:pos x="connsiteX27187" y="connsiteY27187"/>
              </a:cxn>
              <a:cxn ang="0">
                <a:pos x="connsiteX27188" y="connsiteY27188"/>
              </a:cxn>
              <a:cxn ang="0">
                <a:pos x="connsiteX27189" y="connsiteY27189"/>
              </a:cxn>
              <a:cxn ang="0">
                <a:pos x="connsiteX27190" y="connsiteY27190"/>
              </a:cxn>
              <a:cxn ang="0">
                <a:pos x="connsiteX27191" y="connsiteY27191"/>
              </a:cxn>
              <a:cxn ang="0">
                <a:pos x="connsiteX27192" y="connsiteY27192"/>
              </a:cxn>
              <a:cxn ang="0">
                <a:pos x="connsiteX27193" y="connsiteY27193"/>
              </a:cxn>
              <a:cxn ang="0">
                <a:pos x="connsiteX27194" y="connsiteY27194"/>
              </a:cxn>
              <a:cxn ang="0">
                <a:pos x="connsiteX27195" y="connsiteY27195"/>
              </a:cxn>
              <a:cxn ang="0">
                <a:pos x="connsiteX27196" y="connsiteY27196"/>
              </a:cxn>
              <a:cxn ang="0">
                <a:pos x="connsiteX27197" y="connsiteY27197"/>
              </a:cxn>
              <a:cxn ang="0">
                <a:pos x="connsiteX27198" y="connsiteY27198"/>
              </a:cxn>
              <a:cxn ang="0">
                <a:pos x="connsiteX27199" y="connsiteY27199"/>
              </a:cxn>
              <a:cxn ang="0">
                <a:pos x="connsiteX27200" y="connsiteY27200"/>
              </a:cxn>
              <a:cxn ang="0">
                <a:pos x="connsiteX27201" y="connsiteY27201"/>
              </a:cxn>
              <a:cxn ang="0">
                <a:pos x="connsiteX27202" y="connsiteY27202"/>
              </a:cxn>
              <a:cxn ang="0">
                <a:pos x="connsiteX27203" y="connsiteY27203"/>
              </a:cxn>
              <a:cxn ang="0">
                <a:pos x="connsiteX27204" y="connsiteY27204"/>
              </a:cxn>
              <a:cxn ang="0">
                <a:pos x="connsiteX27205" y="connsiteY27205"/>
              </a:cxn>
              <a:cxn ang="0">
                <a:pos x="connsiteX27206" y="connsiteY27206"/>
              </a:cxn>
              <a:cxn ang="0">
                <a:pos x="connsiteX27207" y="connsiteY27207"/>
              </a:cxn>
              <a:cxn ang="0">
                <a:pos x="connsiteX27208" y="connsiteY27208"/>
              </a:cxn>
              <a:cxn ang="0">
                <a:pos x="connsiteX27209" y="connsiteY27209"/>
              </a:cxn>
              <a:cxn ang="0">
                <a:pos x="connsiteX27210" y="connsiteY27210"/>
              </a:cxn>
              <a:cxn ang="0">
                <a:pos x="connsiteX27211" y="connsiteY27211"/>
              </a:cxn>
              <a:cxn ang="0">
                <a:pos x="connsiteX27212" y="connsiteY27212"/>
              </a:cxn>
              <a:cxn ang="0">
                <a:pos x="connsiteX27213" y="connsiteY27213"/>
              </a:cxn>
              <a:cxn ang="0">
                <a:pos x="connsiteX27214" y="connsiteY27214"/>
              </a:cxn>
              <a:cxn ang="0">
                <a:pos x="connsiteX27215" y="connsiteY27215"/>
              </a:cxn>
              <a:cxn ang="0">
                <a:pos x="connsiteX27216" y="connsiteY27216"/>
              </a:cxn>
              <a:cxn ang="0">
                <a:pos x="connsiteX27217" y="connsiteY27217"/>
              </a:cxn>
              <a:cxn ang="0">
                <a:pos x="connsiteX27218" y="connsiteY27218"/>
              </a:cxn>
              <a:cxn ang="0">
                <a:pos x="connsiteX27219" y="connsiteY27219"/>
              </a:cxn>
              <a:cxn ang="0">
                <a:pos x="connsiteX27220" y="connsiteY27220"/>
              </a:cxn>
              <a:cxn ang="0">
                <a:pos x="connsiteX27221" y="connsiteY27221"/>
              </a:cxn>
              <a:cxn ang="0">
                <a:pos x="connsiteX27222" y="connsiteY27222"/>
              </a:cxn>
              <a:cxn ang="0">
                <a:pos x="connsiteX27223" y="connsiteY27223"/>
              </a:cxn>
              <a:cxn ang="0">
                <a:pos x="connsiteX27224" y="connsiteY27224"/>
              </a:cxn>
              <a:cxn ang="0">
                <a:pos x="connsiteX27225" y="connsiteY27225"/>
              </a:cxn>
              <a:cxn ang="0">
                <a:pos x="connsiteX27226" y="connsiteY27226"/>
              </a:cxn>
              <a:cxn ang="0">
                <a:pos x="connsiteX27227" y="connsiteY27227"/>
              </a:cxn>
              <a:cxn ang="0">
                <a:pos x="connsiteX27228" y="connsiteY27228"/>
              </a:cxn>
              <a:cxn ang="0">
                <a:pos x="connsiteX27229" y="connsiteY27229"/>
              </a:cxn>
              <a:cxn ang="0">
                <a:pos x="connsiteX27230" y="connsiteY27230"/>
              </a:cxn>
              <a:cxn ang="0">
                <a:pos x="connsiteX27231" y="connsiteY27231"/>
              </a:cxn>
              <a:cxn ang="0">
                <a:pos x="connsiteX27232" y="connsiteY27232"/>
              </a:cxn>
              <a:cxn ang="0">
                <a:pos x="connsiteX27233" y="connsiteY27233"/>
              </a:cxn>
              <a:cxn ang="0">
                <a:pos x="connsiteX27234" y="connsiteY27234"/>
              </a:cxn>
              <a:cxn ang="0">
                <a:pos x="connsiteX27235" y="connsiteY27235"/>
              </a:cxn>
              <a:cxn ang="0">
                <a:pos x="connsiteX27236" y="connsiteY27236"/>
              </a:cxn>
              <a:cxn ang="0">
                <a:pos x="connsiteX27237" y="connsiteY27237"/>
              </a:cxn>
              <a:cxn ang="0">
                <a:pos x="connsiteX27238" y="connsiteY27238"/>
              </a:cxn>
              <a:cxn ang="0">
                <a:pos x="connsiteX27239" y="connsiteY27239"/>
              </a:cxn>
              <a:cxn ang="0">
                <a:pos x="connsiteX27240" y="connsiteY27240"/>
              </a:cxn>
              <a:cxn ang="0">
                <a:pos x="connsiteX27241" y="connsiteY27241"/>
              </a:cxn>
              <a:cxn ang="0">
                <a:pos x="connsiteX27242" y="connsiteY27242"/>
              </a:cxn>
              <a:cxn ang="0">
                <a:pos x="connsiteX27243" y="connsiteY27243"/>
              </a:cxn>
              <a:cxn ang="0">
                <a:pos x="connsiteX27244" y="connsiteY27244"/>
              </a:cxn>
              <a:cxn ang="0">
                <a:pos x="connsiteX27245" y="connsiteY27245"/>
              </a:cxn>
              <a:cxn ang="0">
                <a:pos x="connsiteX27246" y="connsiteY27246"/>
              </a:cxn>
              <a:cxn ang="0">
                <a:pos x="connsiteX27247" y="connsiteY27247"/>
              </a:cxn>
              <a:cxn ang="0">
                <a:pos x="connsiteX27248" y="connsiteY27248"/>
              </a:cxn>
              <a:cxn ang="0">
                <a:pos x="connsiteX27249" y="connsiteY27249"/>
              </a:cxn>
              <a:cxn ang="0">
                <a:pos x="connsiteX27250" y="connsiteY27250"/>
              </a:cxn>
              <a:cxn ang="0">
                <a:pos x="connsiteX27251" y="connsiteY27251"/>
              </a:cxn>
              <a:cxn ang="0">
                <a:pos x="connsiteX27252" y="connsiteY27252"/>
              </a:cxn>
              <a:cxn ang="0">
                <a:pos x="connsiteX27253" y="connsiteY27253"/>
              </a:cxn>
              <a:cxn ang="0">
                <a:pos x="connsiteX27254" y="connsiteY27254"/>
              </a:cxn>
              <a:cxn ang="0">
                <a:pos x="connsiteX27255" y="connsiteY27255"/>
              </a:cxn>
              <a:cxn ang="0">
                <a:pos x="connsiteX27256" y="connsiteY27256"/>
              </a:cxn>
              <a:cxn ang="0">
                <a:pos x="connsiteX27257" y="connsiteY27257"/>
              </a:cxn>
              <a:cxn ang="0">
                <a:pos x="connsiteX27258" y="connsiteY27258"/>
              </a:cxn>
              <a:cxn ang="0">
                <a:pos x="connsiteX27259" y="connsiteY27259"/>
              </a:cxn>
              <a:cxn ang="0">
                <a:pos x="connsiteX27260" y="connsiteY27260"/>
              </a:cxn>
              <a:cxn ang="0">
                <a:pos x="connsiteX27261" y="connsiteY27261"/>
              </a:cxn>
              <a:cxn ang="0">
                <a:pos x="connsiteX27262" y="connsiteY27262"/>
              </a:cxn>
              <a:cxn ang="0">
                <a:pos x="connsiteX27263" y="connsiteY27263"/>
              </a:cxn>
              <a:cxn ang="0">
                <a:pos x="connsiteX27264" y="connsiteY27264"/>
              </a:cxn>
              <a:cxn ang="0">
                <a:pos x="connsiteX27265" y="connsiteY27265"/>
              </a:cxn>
              <a:cxn ang="0">
                <a:pos x="connsiteX27266" y="connsiteY27266"/>
              </a:cxn>
              <a:cxn ang="0">
                <a:pos x="connsiteX27267" y="connsiteY27267"/>
              </a:cxn>
              <a:cxn ang="0">
                <a:pos x="connsiteX27268" y="connsiteY27268"/>
              </a:cxn>
              <a:cxn ang="0">
                <a:pos x="connsiteX27269" y="connsiteY27269"/>
              </a:cxn>
              <a:cxn ang="0">
                <a:pos x="connsiteX27270" y="connsiteY27270"/>
              </a:cxn>
              <a:cxn ang="0">
                <a:pos x="connsiteX27271" y="connsiteY27271"/>
              </a:cxn>
              <a:cxn ang="0">
                <a:pos x="connsiteX27272" y="connsiteY27272"/>
              </a:cxn>
              <a:cxn ang="0">
                <a:pos x="connsiteX27273" y="connsiteY27273"/>
              </a:cxn>
              <a:cxn ang="0">
                <a:pos x="connsiteX27274" y="connsiteY27274"/>
              </a:cxn>
              <a:cxn ang="0">
                <a:pos x="connsiteX27275" y="connsiteY27275"/>
              </a:cxn>
              <a:cxn ang="0">
                <a:pos x="connsiteX27276" y="connsiteY27276"/>
              </a:cxn>
              <a:cxn ang="0">
                <a:pos x="connsiteX27277" y="connsiteY27277"/>
              </a:cxn>
              <a:cxn ang="0">
                <a:pos x="connsiteX27278" y="connsiteY27278"/>
              </a:cxn>
              <a:cxn ang="0">
                <a:pos x="connsiteX27279" y="connsiteY27279"/>
              </a:cxn>
              <a:cxn ang="0">
                <a:pos x="connsiteX27280" y="connsiteY27280"/>
              </a:cxn>
              <a:cxn ang="0">
                <a:pos x="connsiteX27281" y="connsiteY27281"/>
              </a:cxn>
              <a:cxn ang="0">
                <a:pos x="connsiteX27282" y="connsiteY27282"/>
              </a:cxn>
              <a:cxn ang="0">
                <a:pos x="connsiteX27283" y="connsiteY27283"/>
              </a:cxn>
              <a:cxn ang="0">
                <a:pos x="connsiteX27284" y="connsiteY27284"/>
              </a:cxn>
              <a:cxn ang="0">
                <a:pos x="connsiteX27285" y="connsiteY27285"/>
              </a:cxn>
              <a:cxn ang="0">
                <a:pos x="connsiteX27286" y="connsiteY27286"/>
              </a:cxn>
              <a:cxn ang="0">
                <a:pos x="connsiteX27287" y="connsiteY27287"/>
              </a:cxn>
              <a:cxn ang="0">
                <a:pos x="connsiteX27288" y="connsiteY27288"/>
              </a:cxn>
              <a:cxn ang="0">
                <a:pos x="connsiteX27289" y="connsiteY27289"/>
              </a:cxn>
              <a:cxn ang="0">
                <a:pos x="connsiteX27290" y="connsiteY27290"/>
              </a:cxn>
              <a:cxn ang="0">
                <a:pos x="connsiteX27291" y="connsiteY27291"/>
              </a:cxn>
              <a:cxn ang="0">
                <a:pos x="connsiteX27292" y="connsiteY27292"/>
              </a:cxn>
              <a:cxn ang="0">
                <a:pos x="connsiteX27293" y="connsiteY27293"/>
              </a:cxn>
              <a:cxn ang="0">
                <a:pos x="connsiteX27294" y="connsiteY27294"/>
              </a:cxn>
              <a:cxn ang="0">
                <a:pos x="connsiteX27295" y="connsiteY27295"/>
              </a:cxn>
              <a:cxn ang="0">
                <a:pos x="connsiteX27296" y="connsiteY27296"/>
              </a:cxn>
              <a:cxn ang="0">
                <a:pos x="connsiteX27297" y="connsiteY27297"/>
              </a:cxn>
              <a:cxn ang="0">
                <a:pos x="connsiteX27298" y="connsiteY27298"/>
              </a:cxn>
              <a:cxn ang="0">
                <a:pos x="connsiteX27299" y="connsiteY27299"/>
              </a:cxn>
              <a:cxn ang="0">
                <a:pos x="connsiteX27300" y="connsiteY27300"/>
              </a:cxn>
              <a:cxn ang="0">
                <a:pos x="connsiteX27301" y="connsiteY27301"/>
              </a:cxn>
              <a:cxn ang="0">
                <a:pos x="connsiteX27302" y="connsiteY27302"/>
              </a:cxn>
              <a:cxn ang="0">
                <a:pos x="connsiteX27303" y="connsiteY27303"/>
              </a:cxn>
              <a:cxn ang="0">
                <a:pos x="connsiteX27304" y="connsiteY27304"/>
              </a:cxn>
              <a:cxn ang="0">
                <a:pos x="connsiteX27305" y="connsiteY27305"/>
              </a:cxn>
              <a:cxn ang="0">
                <a:pos x="connsiteX27306" y="connsiteY27306"/>
              </a:cxn>
              <a:cxn ang="0">
                <a:pos x="connsiteX27307" y="connsiteY27307"/>
              </a:cxn>
              <a:cxn ang="0">
                <a:pos x="connsiteX27308" y="connsiteY27308"/>
              </a:cxn>
              <a:cxn ang="0">
                <a:pos x="connsiteX27309" y="connsiteY27309"/>
              </a:cxn>
              <a:cxn ang="0">
                <a:pos x="connsiteX27310" y="connsiteY27310"/>
              </a:cxn>
              <a:cxn ang="0">
                <a:pos x="connsiteX27311" y="connsiteY27311"/>
              </a:cxn>
              <a:cxn ang="0">
                <a:pos x="connsiteX27312" y="connsiteY27312"/>
              </a:cxn>
              <a:cxn ang="0">
                <a:pos x="connsiteX27313" y="connsiteY27313"/>
              </a:cxn>
              <a:cxn ang="0">
                <a:pos x="connsiteX27314" y="connsiteY27314"/>
              </a:cxn>
              <a:cxn ang="0">
                <a:pos x="connsiteX27315" y="connsiteY27315"/>
              </a:cxn>
              <a:cxn ang="0">
                <a:pos x="connsiteX27316" y="connsiteY27316"/>
              </a:cxn>
              <a:cxn ang="0">
                <a:pos x="connsiteX27317" y="connsiteY27317"/>
              </a:cxn>
              <a:cxn ang="0">
                <a:pos x="connsiteX27318" y="connsiteY27318"/>
              </a:cxn>
              <a:cxn ang="0">
                <a:pos x="connsiteX27319" y="connsiteY27319"/>
              </a:cxn>
              <a:cxn ang="0">
                <a:pos x="connsiteX27320" y="connsiteY27320"/>
              </a:cxn>
              <a:cxn ang="0">
                <a:pos x="connsiteX27321" y="connsiteY27321"/>
              </a:cxn>
              <a:cxn ang="0">
                <a:pos x="connsiteX27322" y="connsiteY27322"/>
              </a:cxn>
              <a:cxn ang="0">
                <a:pos x="connsiteX27323" y="connsiteY27323"/>
              </a:cxn>
              <a:cxn ang="0">
                <a:pos x="connsiteX27324" y="connsiteY27324"/>
              </a:cxn>
              <a:cxn ang="0">
                <a:pos x="connsiteX27325" y="connsiteY27325"/>
              </a:cxn>
              <a:cxn ang="0">
                <a:pos x="connsiteX27326" y="connsiteY27326"/>
              </a:cxn>
              <a:cxn ang="0">
                <a:pos x="connsiteX27327" y="connsiteY27327"/>
              </a:cxn>
              <a:cxn ang="0">
                <a:pos x="connsiteX27328" y="connsiteY27328"/>
              </a:cxn>
              <a:cxn ang="0">
                <a:pos x="connsiteX27329" y="connsiteY27329"/>
              </a:cxn>
              <a:cxn ang="0">
                <a:pos x="connsiteX27330" y="connsiteY27330"/>
              </a:cxn>
              <a:cxn ang="0">
                <a:pos x="connsiteX27331" y="connsiteY27331"/>
              </a:cxn>
              <a:cxn ang="0">
                <a:pos x="connsiteX27332" y="connsiteY27332"/>
              </a:cxn>
              <a:cxn ang="0">
                <a:pos x="connsiteX27333" y="connsiteY27333"/>
              </a:cxn>
              <a:cxn ang="0">
                <a:pos x="connsiteX27334" y="connsiteY27334"/>
              </a:cxn>
              <a:cxn ang="0">
                <a:pos x="connsiteX27335" y="connsiteY27335"/>
              </a:cxn>
              <a:cxn ang="0">
                <a:pos x="connsiteX27336" y="connsiteY27336"/>
              </a:cxn>
              <a:cxn ang="0">
                <a:pos x="connsiteX27337" y="connsiteY27337"/>
              </a:cxn>
              <a:cxn ang="0">
                <a:pos x="connsiteX27338" y="connsiteY27338"/>
              </a:cxn>
              <a:cxn ang="0">
                <a:pos x="connsiteX27339" y="connsiteY27339"/>
              </a:cxn>
              <a:cxn ang="0">
                <a:pos x="connsiteX27340" y="connsiteY27340"/>
              </a:cxn>
              <a:cxn ang="0">
                <a:pos x="connsiteX27341" y="connsiteY27341"/>
              </a:cxn>
              <a:cxn ang="0">
                <a:pos x="connsiteX27342" y="connsiteY27342"/>
              </a:cxn>
              <a:cxn ang="0">
                <a:pos x="connsiteX27343" y="connsiteY27343"/>
              </a:cxn>
              <a:cxn ang="0">
                <a:pos x="connsiteX27344" y="connsiteY27344"/>
              </a:cxn>
              <a:cxn ang="0">
                <a:pos x="connsiteX27345" y="connsiteY27345"/>
              </a:cxn>
              <a:cxn ang="0">
                <a:pos x="connsiteX27346" y="connsiteY27346"/>
              </a:cxn>
              <a:cxn ang="0">
                <a:pos x="connsiteX27347" y="connsiteY27347"/>
              </a:cxn>
              <a:cxn ang="0">
                <a:pos x="connsiteX27348" y="connsiteY27348"/>
              </a:cxn>
              <a:cxn ang="0">
                <a:pos x="connsiteX27349" y="connsiteY27349"/>
              </a:cxn>
              <a:cxn ang="0">
                <a:pos x="connsiteX27350" y="connsiteY27350"/>
              </a:cxn>
              <a:cxn ang="0">
                <a:pos x="connsiteX27351" y="connsiteY27351"/>
              </a:cxn>
              <a:cxn ang="0">
                <a:pos x="connsiteX27352" y="connsiteY27352"/>
              </a:cxn>
              <a:cxn ang="0">
                <a:pos x="connsiteX27353" y="connsiteY27353"/>
              </a:cxn>
              <a:cxn ang="0">
                <a:pos x="connsiteX27354" y="connsiteY27354"/>
              </a:cxn>
              <a:cxn ang="0">
                <a:pos x="connsiteX27355" y="connsiteY27355"/>
              </a:cxn>
              <a:cxn ang="0">
                <a:pos x="connsiteX27356" y="connsiteY27356"/>
              </a:cxn>
              <a:cxn ang="0">
                <a:pos x="connsiteX27357" y="connsiteY27357"/>
              </a:cxn>
              <a:cxn ang="0">
                <a:pos x="connsiteX27358" y="connsiteY27358"/>
              </a:cxn>
              <a:cxn ang="0">
                <a:pos x="connsiteX27359" y="connsiteY27359"/>
              </a:cxn>
              <a:cxn ang="0">
                <a:pos x="connsiteX27360" y="connsiteY27360"/>
              </a:cxn>
              <a:cxn ang="0">
                <a:pos x="connsiteX27361" y="connsiteY27361"/>
              </a:cxn>
              <a:cxn ang="0">
                <a:pos x="connsiteX27362" y="connsiteY27362"/>
              </a:cxn>
              <a:cxn ang="0">
                <a:pos x="connsiteX27363" y="connsiteY27363"/>
              </a:cxn>
              <a:cxn ang="0">
                <a:pos x="connsiteX27364" y="connsiteY27364"/>
              </a:cxn>
              <a:cxn ang="0">
                <a:pos x="connsiteX27365" y="connsiteY27365"/>
              </a:cxn>
              <a:cxn ang="0">
                <a:pos x="connsiteX27366" y="connsiteY27366"/>
              </a:cxn>
              <a:cxn ang="0">
                <a:pos x="connsiteX27367" y="connsiteY27367"/>
              </a:cxn>
              <a:cxn ang="0">
                <a:pos x="connsiteX27368" y="connsiteY27368"/>
              </a:cxn>
              <a:cxn ang="0">
                <a:pos x="connsiteX27369" y="connsiteY27369"/>
              </a:cxn>
              <a:cxn ang="0">
                <a:pos x="connsiteX27370" y="connsiteY27370"/>
              </a:cxn>
              <a:cxn ang="0">
                <a:pos x="connsiteX27371" y="connsiteY27371"/>
              </a:cxn>
              <a:cxn ang="0">
                <a:pos x="connsiteX27372" y="connsiteY27372"/>
              </a:cxn>
              <a:cxn ang="0">
                <a:pos x="connsiteX27373" y="connsiteY27373"/>
              </a:cxn>
              <a:cxn ang="0">
                <a:pos x="connsiteX27374" y="connsiteY27374"/>
              </a:cxn>
              <a:cxn ang="0">
                <a:pos x="connsiteX27375" y="connsiteY27375"/>
              </a:cxn>
              <a:cxn ang="0">
                <a:pos x="connsiteX27376" y="connsiteY27376"/>
              </a:cxn>
              <a:cxn ang="0">
                <a:pos x="connsiteX27377" y="connsiteY27377"/>
              </a:cxn>
              <a:cxn ang="0">
                <a:pos x="connsiteX27378" y="connsiteY27378"/>
              </a:cxn>
              <a:cxn ang="0">
                <a:pos x="connsiteX27379" y="connsiteY27379"/>
              </a:cxn>
              <a:cxn ang="0">
                <a:pos x="connsiteX27380" y="connsiteY27380"/>
              </a:cxn>
              <a:cxn ang="0">
                <a:pos x="connsiteX27381" y="connsiteY27381"/>
              </a:cxn>
              <a:cxn ang="0">
                <a:pos x="connsiteX27382" y="connsiteY27382"/>
              </a:cxn>
              <a:cxn ang="0">
                <a:pos x="connsiteX27383" y="connsiteY27383"/>
              </a:cxn>
              <a:cxn ang="0">
                <a:pos x="connsiteX27384" y="connsiteY27384"/>
              </a:cxn>
              <a:cxn ang="0">
                <a:pos x="connsiteX27385" y="connsiteY27385"/>
              </a:cxn>
              <a:cxn ang="0">
                <a:pos x="connsiteX27386" y="connsiteY27386"/>
              </a:cxn>
              <a:cxn ang="0">
                <a:pos x="connsiteX27387" y="connsiteY27387"/>
              </a:cxn>
              <a:cxn ang="0">
                <a:pos x="connsiteX27388" y="connsiteY27388"/>
              </a:cxn>
              <a:cxn ang="0">
                <a:pos x="connsiteX27389" y="connsiteY27389"/>
              </a:cxn>
              <a:cxn ang="0">
                <a:pos x="connsiteX27390" y="connsiteY27390"/>
              </a:cxn>
              <a:cxn ang="0">
                <a:pos x="connsiteX27391" y="connsiteY27391"/>
              </a:cxn>
              <a:cxn ang="0">
                <a:pos x="connsiteX27392" y="connsiteY27392"/>
              </a:cxn>
              <a:cxn ang="0">
                <a:pos x="connsiteX27393" y="connsiteY27393"/>
              </a:cxn>
              <a:cxn ang="0">
                <a:pos x="connsiteX27394" y="connsiteY27394"/>
              </a:cxn>
              <a:cxn ang="0">
                <a:pos x="connsiteX27395" y="connsiteY27395"/>
              </a:cxn>
              <a:cxn ang="0">
                <a:pos x="connsiteX27396" y="connsiteY27396"/>
              </a:cxn>
              <a:cxn ang="0">
                <a:pos x="connsiteX27397" y="connsiteY27397"/>
              </a:cxn>
              <a:cxn ang="0">
                <a:pos x="connsiteX27398" y="connsiteY27398"/>
              </a:cxn>
              <a:cxn ang="0">
                <a:pos x="connsiteX27399" y="connsiteY27399"/>
              </a:cxn>
              <a:cxn ang="0">
                <a:pos x="connsiteX27400" y="connsiteY27400"/>
              </a:cxn>
              <a:cxn ang="0">
                <a:pos x="connsiteX27401" y="connsiteY27401"/>
              </a:cxn>
              <a:cxn ang="0">
                <a:pos x="connsiteX27402" y="connsiteY27402"/>
              </a:cxn>
              <a:cxn ang="0">
                <a:pos x="connsiteX27403" y="connsiteY27403"/>
              </a:cxn>
              <a:cxn ang="0">
                <a:pos x="connsiteX27404" y="connsiteY27404"/>
              </a:cxn>
              <a:cxn ang="0">
                <a:pos x="connsiteX27405" y="connsiteY27405"/>
              </a:cxn>
              <a:cxn ang="0">
                <a:pos x="connsiteX27406" y="connsiteY27406"/>
              </a:cxn>
              <a:cxn ang="0">
                <a:pos x="connsiteX27407" y="connsiteY27407"/>
              </a:cxn>
              <a:cxn ang="0">
                <a:pos x="connsiteX27408" y="connsiteY27408"/>
              </a:cxn>
              <a:cxn ang="0">
                <a:pos x="connsiteX27409" y="connsiteY27409"/>
              </a:cxn>
              <a:cxn ang="0">
                <a:pos x="connsiteX27410" y="connsiteY27410"/>
              </a:cxn>
              <a:cxn ang="0">
                <a:pos x="connsiteX27411" y="connsiteY27411"/>
              </a:cxn>
              <a:cxn ang="0">
                <a:pos x="connsiteX27412" y="connsiteY27412"/>
              </a:cxn>
              <a:cxn ang="0">
                <a:pos x="connsiteX27413" y="connsiteY27413"/>
              </a:cxn>
              <a:cxn ang="0">
                <a:pos x="connsiteX27414" y="connsiteY27414"/>
              </a:cxn>
              <a:cxn ang="0">
                <a:pos x="connsiteX27415" y="connsiteY27415"/>
              </a:cxn>
              <a:cxn ang="0">
                <a:pos x="connsiteX27416" y="connsiteY27416"/>
              </a:cxn>
              <a:cxn ang="0">
                <a:pos x="connsiteX27417" y="connsiteY27417"/>
              </a:cxn>
              <a:cxn ang="0">
                <a:pos x="connsiteX27418" y="connsiteY27418"/>
              </a:cxn>
              <a:cxn ang="0">
                <a:pos x="connsiteX27419" y="connsiteY27419"/>
              </a:cxn>
              <a:cxn ang="0">
                <a:pos x="connsiteX27420" y="connsiteY27420"/>
              </a:cxn>
              <a:cxn ang="0">
                <a:pos x="connsiteX27421" y="connsiteY27421"/>
              </a:cxn>
              <a:cxn ang="0">
                <a:pos x="connsiteX27422" y="connsiteY27422"/>
              </a:cxn>
              <a:cxn ang="0">
                <a:pos x="connsiteX27423" y="connsiteY27423"/>
              </a:cxn>
              <a:cxn ang="0">
                <a:pos x="connsiteX27424" y="connsiteY27424"/>
              </a:cxn>
              <a:cxn ang="0">
                <a:pos x="connsiteX27425" y="connsiteY27425"/>
              </a:cxn>
              <a:cxn ang="0">
                <a:pos x="connsiteX27426" y="connsiteY27426"/>
              </a:cxn>
              <a:cxn ang="0">
                <a:pos x="connsiteX27427" y="connsiteY27427"/>
              </a:cxn>
              <a:cxn ang="0">
                <a:pos x="connsiteX27428" y="connsiteY27428"/>
              </a:cxn>
              <a:cxn ang="0">
                <a:pos x="connsiteX27429" y="connsiteY27429"/>
              </a:cxn>
              <a:cxn ang="0">
                <a:pos x="connsiteX27430" y="connsiteY27430"/>
              </a:cxn>
              <a:cxn ang="0">
                <a:pos x="connsiteX27431" y="connsiteY27431"/>
              </a:cxn>
              <a:cxn ang="0">
                <a:pos x="connsiteX27432" y="connsiteY27432"/>
              </a:cxn>
              <a:cxn ang="0">
                <a:pos x="connsiteX27433" y="connsiteY27433"/>
              </a:cxn>
              <a:cxn ang="0">
                <a:pos x="connsiteX27434" y="connsiteY27434"/>
              </a:cxn>
              <a:cxn ang="0">
                <a:pos x="connsiteX27435" y="connsiteY27435"/>
              </a:cxn>
              <a:cxn ang="0">
                <a:pos x="connsiteX27436" y="connsiteY27436"/>
              </a:cxn>
              <a:cxn ang="0">
                <a:pos x="connsiteX27437" y="connsiteY27437"/>
              </a:cxn>
              <a:cxn ang="0">
                <a:pos x="connsiteX27438" y="connsiteY27438"/>
              </a:cxn>
              <a:cxn ang="0">
                <a:pos x="connsiteX27439" y="connsiteY27439"/>
              </a:cxn>
              <a:cxn ang="0">
                <a:pos x="connsiteX27440" y="connsiteY27440"/>
              </a:cxn>
              <a:cxn ang="0">
                <a:pos x="connsiteX27441" y="connsiteY27441"/>
              </a:cxn>
              <a:cxn ang="0">
                <a:pos x="connsiteX27442" y="connsiteY27442"/>
              </a:cxn>
              <a:cxn ang="0">
                <a:pos x="connsiteX27443" y="connsiteY27443"/>
              </a:cxn>
              <a:cxn ang="0">
                <a:pos x="connsiteX27444" y="connsiteY27444"/>
              </a:cxn>
              <a:cxn ang="0">
                <a:pos x="connsiteX27445" y="connsiteY27445"/>
              </a:cxn>
              <a:cxn ang="0">
                <a:pos x="connsiteX27446" y="connsiteY27446"/>
              </a:cxn>
              <a:cxn ang="0">
                <a:pos x="connsiteX27447" y="connsiteY27447"/>
              </a:cxn>
              <a:cxn ang="0">
                <a:pos x="connsiteX27448" y="connsiteY27448"/>
              </a:cxn>
              <a:cxn ang="0">
                <a:pos x="connsiteX27449" y="connsiteY27449"/>
              </a:cxn>
              <a:cxn ang="0">
                <a:pos x="connsiteX27450" y="connsiteY27450"/>
              </a:cxn>
              <a:cxn ang="0">
                <a:pos x="connsiteX27451" y="connsiteY27451"/>
              </a:cxn>
              <a:cxn ang="0">
                <a:pos x="connsiteX27452" y="connsiteY27452"/>
              </a:cxn>
              <a:cxn ang="0">
                <a:pos x="connsiteX27453" y="connsiteY27453"/>
              </a:cxn>
              <a:cxn ang="0">
                <a:pos x="connsiteX27454" y="connsiteY27454"/>
              </a:cxn>
              <a:cxn ang="0">
                <a:pos x="connsiteX27455" y="connsiteY27455"/>
              </a:cxn>
              <a:cxn ang="0">
                <a:pos x="connsiteX27456" y="connsiteY27456"/>
              </a:cxn>
              <a:cxn ang="0">
                <a:pos x="connsiteX27457" y="connsiteY27457"/>
              </a:cxn>
              <a:cxn ang="0">
                <a:pos x="connsiteX27458" y="connsiteY27458"/>
              </a:cxn>
              <a:cxn ang="0">
                <a:pos x="connsiteX27459" y="connsiteY27459"/>
              </a:cxn>
              <a:cxn ang="0">
                <a:pos x="connsiteX27460" y="connsiteY27460"/>
              </a:cxn>
              <a:cxn ang="0">
                <a:pos x="connsiteX27461" y="connsiteY27461"/>
              </a:cxn>
              <a:cxn ang="0">
                <a:pos x="connsiteX27462" y="connsiteY27462"/>
              </a:cxn>
              <a:cxn ang="0">
                <a:pos x="connsiteX27463" y="connsiteY27463"/>
              </a:cxn>
              <a:cxn ang="0">
                <a:pos x="connsiteX27464" y="connsiteY27464"/>
              </a:cxn>
              <a:cxn ang="0">
                <a:pos x="connsiteX27465" y="connsiteY27465"/>
              </a:cxn>
              <a:cxn ang="0">
                <a:pos x="connsiteX27466" y="connsiteY27466"/>
              </a:cxn>
              <a:cxn ang="0">
                <a:pos x="connsiteX27467" y="connsiteY27467"/>
              </a:cxn>
              <a:cxn ang="0">
                <a:pos x="connsiteX27468" y="connsiteY27468"/>
              </a:cxn>
              <a:cxn ang="0">
                <a:pos x="connsiteX27469" y="connsiteY27469"/>
              </a:cxn>
              <a:cxn ang="0">
                <a:pos x="connsiteX27470" y="connsiteY27470"/>
              </a:cxn>
              <a:cxn ang="0">
                <a:pos x="connsiteX27471" y="connsiteY27471"/>
              </a:cxn>
              <a:cxn ang="0">
                <a:pos x="connsiteX27472" y="connsiteY27472"/>
              </a:cxn>
              <a:cxn ang="0">
                <a:pos x="connsiteX27473" y="connsiteY27473"/>
              </a:cxn>
              <a:cxn ang="0">
                <a:pos x="connsiteX27474" y="connsiteY27474"/>
              </a:cxn>
              <a:cxn ang="0">
                <a:pos x="connsiteX27475" y="connsiteY27475"/>
              </a:cxn>
              <a:cxn ang="0">
                <a:pos x="connsiteX27476" y="connsiteY27476"/>
              </a:cxn>
              <a:cxn ang="0">
                <a:pos x="connsiteX27477" y="connsiteY27477"/>
              </a:cxn>
              <a:cxn ang="0">
                <a:pos x="connsiteX27478" y="connsiteY27478"/>
              </a:cxn>
              <a:cxn ang="0">
                <a:pos x="connsiteX27479" y="connsiteY27479"/>
              </a:cxn>
              <a:cxn ang="0">
                <a:pos x="connsiteX27480" y="connsiteY27480"/>
              </a:cxn>
              <a:cxn ang="0">
                <a:pos x="connsiteX27481" y="connsiteY27481"/>
              </a:cxn>
              <a:cxn ang="0">
                <a:pos x="connsiteX27482" y="connsiteY27482"/>
              </a:cxn>
              <a:cxn ang="0">
                <a:pos x="connsiteX27483" y="connsiteY27483"/>
              </a:cxn>
              <a:cxn ang="0">
                <a:pos x="connsiteX27484" y="connsiteY27484"/>
              </a:cxn>
              <a:cxn ang="0">
                <a:pos x="connsiteX27485" y="connsiteY27485"/>
              </a:cxn>
              <a:cxn ang="0">
                <a:pos x="connsiteX27486" y="connsiteY27486"/>
              </a:cxn>
              <a:cxn ang="0">
                <a:pos x="connsiteX27487" y="connsiteY27487"/>
              </a:cxn>
              <a:cxn ang="0">
                <a:pos x="connsiteX27488" y="connsiteY27488"/>
              </a:cxn>
              <a:cxn ang="0">
                <a:pos x="connsiteX27489" y="connsiteY27489"/>
              </a:cxn>
              <a:cxn ang="0">
                <a:pos x="connsiteX27490" y="connsiteY27490"/>
              </a:cxn>
              <a:cxn ang="0">
                <a:pos x="connsiteX27491" y="connsiteY27491"/>
              </a:cxn>
              <a:cxn ang="0">
                <a:pos x="connsiteX27492" y="connsiteY27492"/>
              </a:cxn>
              <a:cxn ang="0">
                <a:pos x="connsiteX27493" y="connsiteY27493"/>
              </a:cxn>
              <a:cxn ang="0">
                <a:pos x="connsiteX27494" y="connsiteY27494"/>
              </a:cxn>
              <a:cxn ang="0">
                <a:pos x="connsiteX27495" y="connsiteY27495"/>
              </a:cxn>
              <a:cxn ang="0">
                <a:pos x="connsiteX27496" y="connsiteY27496"/>
              </a:cxn>
              <a:cxn ang="0">
                <a:pos x="connsiteX27497" y="connsiteY27497"/>
              </a:cxn>
              <a:cxn ang="0">
                <a:pos x="connsiteX27498" y="connsiteY27498"/>
              </a:cxn>
              <a:cxn ang="0">
                <a:pos x="connsiteX27499" y="connsiteY27499"/>
              </a:cxn>
              <a:cxn ang="0">
                <a:pos x="connsiteX27500" y="connsiteY27500"/>
              </a:cxn>
              <a:cxn ang="0">
                <a:pos x="connsiteX27501" y="connsiteY27501"/>
              </a:cxn>
              <a:cxn ang="0">
                <a:pos x="connsiteX27502" y="connsiteY27502"/>
              </a:cxn>
              <a:cxn ang="0">
                <a:pos x="connsiteX27503" y="connsiteY27503"/>
              </a:cxn>
              <a:cxn ang="0">
                <a:pos x="connsiteX27504" y="connsiteY27504"/>
              </a:cxn>
              <a:cxn ang="0">
                <a:pos x="connsiteX27505" y="connsiteY27505"/>
              </a:cxn>
              <a:cxn ang="0">
                <a:pos x="connsiteX27506" y="connsiteY27506"/>
              </a:cxn>
              <a:cxn ang="0">
                <a:pos x="connsiteX27507" y="connsiteY27507"/>
              </a:cxn>
              <a:cxn ang="0">
                <a:pos x="connsiteX27508" y="connsiteY27508"/>
              </a:cxn>
              <a:cxn ang="0">
                <a:pos x="connsiteX27509" y="connsiteY27509"/>
              </a:cxn>
              <a:cxn ang="0">
                <a:pos x="connsiteX27510" y="connsiteY27510"/>
              </a:cxn>
              <a:cxn ang="0">
                <a:pos x="connsiteX27511" y="connsiteY27511"/>
              </a:cxn>
              <a:cxn ang="0">
                <a:pos x="connsiteX27512" y="connsiteY27512"/>
              </a:cxn>
              <a:cxn ang="0">
                <a:pos x="connsiteX27513" y="connsiteY27513"/>
              </a:cxn>
              <a:cxn ang="0">
                <a:pos x="connsiteX27514" y="connsiteY27514"/>
              </a:cxn>
              <a:cxn ang="0">
                <a:pos x="connsiteX27515" y="connsiteY27515"/>
              </a:cxn>
              <a:cxn ang="0">
                <a:pos x="connsiteX27516" y="connsiteY27516"/>
              </a:cxn>
              <a:cxn ang="0">
                <a:pos x="connsiteX27517" y="connsiteY27517"/>
              </a:cxn>
              <a:cxn ang="0">
                <a:pos x="connsiteX27518" y="connsiteY27518"/>
              </a:cxn>
              <a:cxn ang="0">
                <a:pos x="connsiteX27519" y="connsiteY27519"/>
              </a:cxn>
              <a:cxn ang="0">
                <a:pos x="connsiteX27520" y="connsiteY27520"/>
              </a:cxn>
              <a:cxn ang="0">
                <a:pos x="connsiteX27521" y="connsiteY27521"/>
              </a:cxn>
              <a:cxn ang="0">
                <a:pos x="connsiteX27522" y="connsiteY27522"/>
              </a:cxn>
              <a:cxn ang="0">
                <a:pos x="connsiteX27523" y="connsiteY27523"/>
              </a:cxn>
              <a:cxn ang="0">
                <a:pos x="connsiteX27524" y="connsiteY27524"/>
              </a:cxn>
              <a:cxn ang="0">
                <a:pos x="connsiteX27525" y="connsiteY27525"/>
              </a:cxn>
              <a:cxn ang="0">
                <a:pos x="connsiteX27526" y="connsiteY27526"/>
              </a:cxn>
              <a:cxn ang="0">
                <a:pos x="connsiteX27527" y="connsiteY27527"/>
              </a:cxn>
              <a:cxn ang="0">
                <a:pos x="connsiteX27528" y="connsiteY27528"/>
              </a:cxn>
              <a:cxn ang="0">
                <a:pos x="connsiteX27529" y="connsiteY27529"/>
              </a:cxn>
              <a:cxn ang="0">
                <a:pos x="connsiteX27530" y="connsiteY27530"/>
              </a:cxn>
              <a:cxn ang="0">
                <a:pos x="connsiteX27531" y="connsiteY27531"/>
              </a:cxn>
              <a:cxn ang="0">
                <a:pos x="connsiteX27532" y="connsiteY27532"/>
              </a:cxn>
              <a:cxn ang="0">
                <a:pos x="connsiteX27533" y="connsiteY27533"/>
              </a:cxn>
              <a:cxn ang="0">
                <a:pos x="connsiteX27534" y="connsiteY27534"/>
              </a:cxn>
              <a:cxn ang="0">
                <a:pos x="connsiteX27535" y="connsiteY27535"/>
              </a:cxn>
              <a:cxn ang="0">
                <a:pos x="connsiteX27536" y="connsiteY27536"/>
              </a:cxn>
              <a:cxn ang="0">
                <a:pos x="connsiteX27537" y="connsiteY27537"/>
              </a:cxn>
              <a:cxn ang="0">
                <a:pos x="connsiteX27538" y="connsiteY27538"/>
              </a:cxn>
              <a:cxn ang="0">
                <a:pos x="connsiteX27539" y="connsiteY27539"/>
              </a:cxn>
              <a:cxn ang="0">
                <a:pos x="connsiteX27540" y="connsiteY27540"/>
              </a:cxn>
              <a:cxn ang="0">
                <a:pos x="connsiteX27541" y="connsiteY27541"/>
              </a:cxn>
              <a:cxn ang="0">
                <a:pos x="connsiteX27542" y="connsiteY27542"/>
              </a:cxn>
              <a:cxn ang="0">
                <a:pos x="connsiteX27543" y="connsiteY27543"/>
              </a:cxn>
              <a:cxn ang="0">
                <a:pos x="connsiteX27544" y="connsiteY27544"/>
              </a:cxn>
              <a:cxn ang="0">
                <a:pos x="connsiteX27545" y="connsiteY27545"/>
              </a:cxn>
              <a:cxn ang="0">
                <a:pos x="connsiteX27546" y="connsiteY27546"/>
              </a:cxn>
              <a:cxn ang="0">
                <a:pos x="connsiteX27547" y="connsiteY27547"/>
              </a:cxn>
              <a:cxn ang="0">
                <a:pos x="connsiteX27548" y="connsiteY27548"/>
              </a:cxn>
              <a:cxn ang="0">
                <a:pos x="connsiteX27549" y="connsiteY27549"/>
              </a:cxn>
              <a:cxn ang="0">
                <a:pos x="connsiteX27550" y="connsiteY27550"/>
              </a:cxn>
              <a:cxn ang="0">
                <a:pos x="connsiteX27551" y="connsiteY27551"/>
              </a:cxn>
              <a:cxn ang="0">
                <a:pos x="connsiteX27552" y="connsiteY27552"/>
              </a:cxn>
              <a:cxn ang="0">
                <a:pos x="connsiteX27553" y="connsiteY27553"/>
              </a:cxn>
              <a:cxn ang="0">
                <a:pos x="connsiteX27554" y="connsiteY27554"/>
              </a:cxn>
              <a:cxn ang="0">
                <a:pos x="connsiteX27555" y="connsiteY27555"/>
              </a:cxn>
              <a:cxn ang="0">
                <a:pos x="connsiteX27556" y="connsiteY27556"/>
              </a:cxn>
              <a:cxn ang="0">
                <a:pos x="connsiteX27557" y="connsiteY27557"/>
              </a:cxn>
              <a:cxn ang="0">
                <a:pos x="connsiteX27558" y="connsiteY27558"/>
              </a:cxn>
              <a:cxn ang="0">
                <a:pos x="connsiteX27559" y="connsiteY27559"/>
              </a:cxn>
              <a:cxn ang="0">
                <a:pos x="connsiteX27560" y="connsiteY27560"/>
              </a:cxn>
              <a:cxn ang="0">
                <a:pos x="connsiteX27561" y="connsiteY27561"/>
              </a:cxn>
              <a:cxn ang="0">
                <a:pos x="connsiteX27562" y="connsiteY27562"/>
              </a:cxn>
              <a:cxn ang="0">
                <a:pos x="connsiteX27563" y="connsiteY27563"/>
              </a:cxn>
              <a:cxn ang="0">
                <a:pos x="connsiteX27564" y="connsiteY27564"/>
              </a:cxn>
              <a:cxn ang="0">
                <a:pos x="connsiteX27565" y="connsiteY27565"/>
              </a:cxn>
              <a:cxn ang="0">
                <a:pos x="connsiteX27566" y="connsiteY27566"/>
              </a:cxn>
              <a:cxn ang="0">
                <a:pos x="connsiteX27567" y="connsiteY27567"/>
              </a:cxn>
              <a:cxn ang="0">
                <a:pos x="connsiteX27568" y="connsiteY27568"/>
              </a:cxn>
              <a:cxn ang="0">
                <a:pos x="connsiteX27569" y="connsiteY27569"/>
              </a:cxn>
              <a:cxn ang="0">
                <a:pos x="connsiteX27570" y="connsiteY27570"/>
              </a:cxn>
              <a:cxn ang="0">
                <a:pos x="connsiteX27571" y="connsiteY27571"/>
              </a:cxn>
              <a:cxn ang="0">
                <a:pos x="connsiteX27572" y="connsiteY27572"/>
              </a:cxn>
              <a:cxn ang="0">
                <a:pos x="connsiteX27573" y="connsiteY27573"/>
              </a:cxn>
              <a:cxn ang="0">
                <a:pos x="connsiteX27574" y="connsiteY27574"/>
              </a:cxn>
              <a:cxn ang="0">
                <a:pos x="connsiteX27575" y="connsiteY27575"/>
              </a:cxn>
              <a:cxn ang="0">
                <a:pos x="connsiteX27576" y="connsiteY27576"/>
              </a:cxn>
              <a:cxn ang="0">
                <a:pos x="connsiteX27577" y="connsiteY27577"/>
              </a:cxn>
              <a:cxn ang="0">
                <a:pos x="connsiteX27578" y="connsiteY27578"/>
              </a:cxn>
              <a:cxn ang="0">
                <a:pos x="connsiteX27579" y="connsiteY27579"/>
              </a:cxn>
              <a:cxn ang="0">
                <a:pos x="connsiteX27580" y="connsiteY27580"/>
              </a:cxn>
              <a:cxn ang="0">
                <a:pos x="connsiteX27581" y="connsiteY27581"/>
              </a:cxn>
              <a:cxn ang="0">
                <a:pos x="connsiteX27582" y="connsiteY27582"/>
              </a:cxn>
              <a:cxn ang="0">
                <a:pos x="connsiteX27583" y="connsiteY27583"/>
              </a:cxn>
              <a:cxn ang="0">
                <a:pos x="connsiteX27584" y="connsiteY27584"/>
              </a:cxn>
              <a:cxn ang="0">
                <a:pos x="connsiteX27585" y="connsiteY27585"/>
              </a:cxn>
              <a:cxn ang="0">
                <a:pos x="connsiteX27586" y="connsiteY27586"/>
              </a:cxn>
              <a:cxn ang="0">
                <a:pos x="connsiteX27587" y="connsiteY27587"/>
              </a:cxn>
              <a:cxn ang="0">
                <a:pos x="connsiteX27588" y="connsiteY27588"/>
              </a:cxn>
              <a:cxn ang="0">
                <a:pos x="connsiteX27589" y="connsiteY27589"/>
              </a:cxn>
              <a:cxn ang="0">
                <a:pos x="connsiteX27590" y="connsiteY27590"/>
              </a:cxn>
              <a:cxn ang="0">
                <a:pos x="connsiteX27591" y="connsiteY27591"/>
              </a:cxn>
              <a:cxn ang="0">
                <a:pos x="connsiteX27592" y="connsiteY27592"/>
              </a:cxn>
              <a:cxn ang="0">
                <a:pos x="connsiteX27593" y="connsiteY27593"/>
              </a:cxn>
              <a:cxn ang="0">
                <a:pos x="connsiteX27594" y="connsiteY27594"/>
              </a:cxn>
              <a:cxn ang="0">
                <a:pos x="connsiteX27595" y="connsiteY27595"/>
              </a:cxn>
              <a:cxn ang="0">
                <a:pos x="connsiteX27596" y="connsiteY27596"/>
              </a:cxn>
              <a:cxn ang="0">
                <a:pos x="connsiteX27597" y="connsiteY27597"/>
              </a:cxn>
              <a:cxn ang="0">
                <a:pos x="connsiteX27598" y="connsiteY27598"/>
              </a:cxn>
              <a:cxn ang="0">
                <a:pos x="connsiteX27599" y="connsiteY27599"/>
              </a:cxn>
              <a:cxn ang="0">
                <a:pos x="connsiteX27600" y="connsiteY27600"/>
              </a:cxn>
              <a:cxn ang="0">
                <a:pos x="connsiteX27601" y="connsiteY27601"/>
              </a:cxn>
              <a:cxn ang="0">
                <a:pos x="connsiteX27602" y="connsiteY27602"/>
              </a:cxn>
              <a:cxn ang="0">
                <a:pos x="connsiteX27603" y="connsiteY27603"/>
              </a:cxn>
              <a:cxn ang="0">
                <a:pos x="connsiteX27604" y="connsiteY27604"/>
              </a:cxn>
              <a:cxn ang="0">
                <a:pos x="connsiteX27605" y="connsiteY27605"/>
              </a:cxn>
              <a:cxn ang="0">
                <a:pos x="connsiteX27606" y="connsiteY27606"/>
              </a:cxn>
              <a:cxn ang="0">
                <a:pos x="connsiteX27607" y="connsiteY27607"/>
              </a:cxn>
              <a:cxn ang="0">
                <a:pos x="connsiteX27608" y="connsiteY27608"/>
              </a:cxn>
              <a:cxn ang="0">
                <a:pos x="connsiteX27609" y="connsiteY27609"/>
              </a:cxn>
              <a:cxn ang="0">
                <a:pos x="connsiteX27610" y="connsiteY27610"/>
              </a:cxn>
              <a:cxn ang="0">
                <a:pos x="connsiteX27611" y="connsiteY27611"/>
              </a:cxn>
              <a:cxn ang="0">
                <a:pos x="connsiteX27612" y="connsiteY27612"/>
              </a:cxn>
              <a:cxn ang="0">
                <a:pos x="connsiteX27613" y="connsiteY27613"/>
              </a:cxn>
              <a:cxn ang="0">
                <a:pos x="connsiteX27614" y="connsiteY27614"/>
              </a:cxn>
              <a:cxn ang="0">
                <a:pos x="connsiteX27615" y="connsiteY27615"/>
              </a:cxn>
              <a:cxn ang="0">
                <a:pos x="connsiteX27616" y="connsiteY27616"/>
              </a:cxn>
              <a:cxn ang="0">
                <a:pos x="connsiteX27617" y="connsiteY27617"/>
              </a:cxn>
              <a:cxn ang="0">
                <a:pos x="connsiteX27618" y="connsiteY27618"/>
              </a:cxn>
              <a:cxn ang="0">
                <a:pos x="connsiteX27619" y="connsiteY27619"/>
              </a:cxn>
              <a:cxn ang="0">
                <a:pos x="connsiteX27620" y="connsiteY27620"/>
              </a:cxn>
              <a:cxn ang="0">
                <a:pos x="connsiteX27621" y="connsiteY27621"/>
              </a:cxn>
              <a:cxn ang="0">
                <a:pos x="connsiteX27622" y="connsiteY27622"/>
              </a:cxn>
              <a:cxn ang="0">
                <a:pos x="connsiteX27623" y="connsiteY27623"/>
              </a:cxn>
              <a:cxn ang="0">
                <a:pos x="connsiteX27624" y="connsiteY27624"/>
              </a:cxn>
              <a:cxn ang="0">
                <a:pos x="connsiteX27625" y="connsiteY27625"/>
              </a:cxn>
              <a:cxn ang="0">
                <a:pos x="connsiteX27626" y="connsiteY27626"/>
              </a:cxn>
              <a:cxn ang="0">
                <a:pos x="connsiteX27627" y="connsiteY27627"/>
              </a:cxn>
              <a:cxn ang="0">
                <a:pos x="connsiteX27628" y="connsiteY27628"/>
              </a:cxn>
              <a:cxn ang="0">
                <a:pos x="connsiteX27629" y="connsiteY27629"/>
              </a:cxn>
              <a:cxn ang="0">
                <a:pos x="connsiteX27630" y="connsiteY27630"/>
              </a:cxn>
              <a:cxn ang="0">
                <a:pos x="connsiteX27631" y="connsiteY27631"/>
              </a:cxn>
              <a:cxn ang="0">
                <a:pos x="connsiteX27632" y="connsiteY27632"/>
              </a:cxn>
              <a:cxn ang="0">
                <a:pos x="connsiteX27633" y="connsiteY27633"/>
              </a:cxn>
              <a:cxn ang="0">
                <a:pos x="connsiteX27634" y="connsiteY27634"/>
              </a:cxn>
              <a:cxn ang="0">
                <a:pos x="connsiteX27635" y="connsiteY27635"/>
              </a:cxn>
              <a:cxn ang="0">
                <a:pos x="connsiteX27636" y="connsiteY27636"/>
              </a:cxn>
              <a:cxn ang="0">
                <a:pos x="connsiteX27637" y="connsiteY27637"/>
              </a:cxn>
              <a:cxn ang="0">
                <a:pos x="connsiteX27638" y="connsiteY27638"/>
              </a:cxn>
              <a:cxn ang="0">
                <a:pos x="connsiteX27639" y="connsiteY27639"/>
              </a:cxn>
              <a:cxn ang="0">
                <a:pos x="connsiteX27640" y="connsiteY27640"/>
              </a:cxn>
              <a:cxn ang="0">
                <a:pos x="connsiteX27641" y="connsiteY27641"/>
              </a:cxn>
              <a:cxn ang="0">
                <a:pos x="connsiteX27642" y="connsiteY27642"/>
              </a:cxn>
              <a:cxn ang="0">
                <a:pos x="connsiteX27643" y="connsiteY27643"/>
              </a:cxn>
              <a:cxn ang="0">
                <a:pos x="connsiteX27644" y="connsiteY27644"/>
              </a:cxn>
              <a:cxn ang="0">
                <a:pos x="connsiteX27645" y="connsiteY27645"/>
              </a:cxn>
              <a:cxn ang="0">
                <a:pos x="connsiteX27646" y="connsiteY27646"/>
              </a:cxn>
              <a:cxn ang="0">
                <a:pos x="connsiteX27647" y="connsiteY27647"/>
              </a:cxn>
              <a:cxn ang="0">
                <a:pos x="connsiteX27648" y="connsiteY27648"/>
              </a:cxn>
              <a:cxn ang="0">
                <a:pos x="connsiteX27649" y="connsiteY27649"/>
              </a:cxn>
              <a:cxn ang="0">
                <a:pos x="connsiteX27650" y="connsiteY27650"/>
              </a:cxn>
              <a:cxn ang="0">
                <a:pos x="connsiteX27651" y="connsiteY27651"/>
              </a:cxn>
              <a:cxn ang="0">
                <a:pos x="connsiteX27652" y="connsiteY27652"/>
              </a:cxn>
              <a:cxn ang="0">
                <a:pos x="connsiteX27653" y="connsiteY27653"/>
              </a:cxn>
              <a:cxn ang="0">
                <a:pos x="connsiteX27654" y="connsiteY27654"/>
              </a:cxn>
              <a:cxn ang="0">
                <a:pos x="connsiteX27655" y="connsiteY27655"/>
              </a:cxn>
              <a:cxn ang="0">
                <a:pos x="connsiteX27656" y="connsiteY27656"/>
              </a:cxn>
              <a:cxn ang="0">
                <a:pos x="connsiteX27657" y="connsiteY27657"/>
              </a:cxn>
              <a:cxn ang="0">
                <a:pos x="connsiteX27658" y="connsiteY27658"/>
              </a:cxn>
              <a:cxn ang="0">
                <a:pos x="connsiteX27659" y="connsiteY27659"/>
              </a:cxn>
              <a:cxn ang="0">
                <a:pos x="connsiteX27660" y="connsiteY27660"/>
              </a:cxn>
              <a:cxn ang="0">
                <a:pos x="connsiteX27661" y="connsiteY27661"/>
              </a:cxn>
              <a:cxn ang="0">
                <a:pos x="connsiteX27662" y="connsiteY27662"/>
              </a:cxn>
              <a:cxn ang="0">
                <a:pos x="connsiteX27663" y="connsiteY27663"/>
              </a:cxn>
              <a:cxn ang="0">
                <a:pos x="connsiteX27664" y="connsiteY27664"/>
              </a:cxn>
              <a:cxn ang="0">
                <a:pos x="connsiteX27665" y="connsiteY27665"/>
              </a:cxn>
              <a:cxn ang="0">
                <a:pos x="connsiteX27666" y="connsiteY27666"/>
              </a:cxn>
              <a:cxn ang="0">
                <a:pos x="connsiteX27667" y="connsiteY27667"/>
              </a:cxn>
              <a:cxn ang="0">
                <a:pos x="connsiteX27668" y="connsiteY27668"/>
              </a:cxn>
              <a:cxn ang="0">
                <a:pos x="connsiteX27669" y="connsiteY27669"/>
              </a:cxn>
              <a:cxn ang="0">
                <a:pos x="connsiteX27670" y="connsiteY27670"/>
              </a:cxn>
              <a:cxn ang="0">
                <a:pos x="connsiteX27671" y="connsiteY27671"/>
              </a:cxn>
              <a:cxn ang="0">
                <a:pos x="connsiteX27672" y="connsiteY27672"/>
              </a:cxn>
              <a:cxn ang="0">
                <a:pos x="connsiteX27673" y="connsiteY27673"/>
              </a:cxn>
              <a:cxn ang="0">
                <a:pos x="connsiteX27674" y="connsiteY27674"/>
              </a:cxn>
              <a:cxn ang="0">
                <a:pos x="connsiteX27675" y="connsiteY27675"/>
              </a:cxn>
              <a:cxn ang="0">
                <a:pos x="connsiteX27676" y="connsiteY27676"/>
              </a:cxn>
              <a:cxn ang="0">
                <a:pos x="connsiteX27677" y="connsiteY27677"/>
              </a:cxn>
              <a:cxn ang="0">
                <a:pos x="connsiteX27678" y="connsiteY27678"/>
              </a:cxn>
              <a:cxn ang="0">
                <a:pos x="connsiteX27679" y="connsiteY27679"/>
              </a:cxn>
              <a:cxn ang="0">
                <a:pos x="connsiteX27680" y="connsiteY27680"/>
              </a:cxn>
              <a:cxn ang="0">
                <a:pos x="connsiteX27681" y="connsiteY27681"/>
              </a:cxn>
              <a:cxn ang="0">
                <a:pos x="connsiteX27682" y="connsiteY27682"/>
              </a:cxn>
              <a:cxn ang="0">
                <a:pos x="connsiteX27683" y="connsiteY27683"/>
              </a:cxn>
              <a:cxn ang="0">
                <a:pos x="connsiteX27684" y="connsiteY27684"/>
              </a:cxn>
              <a:cxn ang="0">
                <a:pos x="connsiteX27685" y="connsiteY27685"/>
              </a:cxn>
              <a:cxn ang="0">
                <a:pos x="connsiteX27686" y="connsiteY27686"/>
              </a:cxn>
              <a:cxn ang="0">
                <a:pos x="connsiteX27687" y="connsiteY27687"/>
              </a:cxn>
              <a:cxn ang="0">
                <a:pos x="connsiteX27688" y="connsiteY27688"/>
              </a:cxn>
              <a:cxn ang="0">
                <a:pos x="connsiteX27689" y="connsiteY27689"/>
              </a:cxn>
              <a:cxn ang="0">
                <a:pos x="connsiteX27690" y="connsiteY27690"/>
              </a:cxn>
              <a:cxn ang="0">
                <a:pos x="connsiteX27691" y="connsiteY27691"/>
              </a:cxn>
              <a:cxn ang="0">
                <a:pos x="connsiteX27692" y="connsiteY27692"/>
              </a:cxn>
              <a:cxn ang="0">
                <a:pos x="connsiteX27693" y="connsiteY27693"/>
              </a:cxn>
              <a:cxn ang="0">
                <a:pos x="connsiteX27694" y="connsiteY27694"/>
              </a:cxn>
              <a:cxn ang="0">
                <a:pos x="connsiteX27695" y="connsiteY27695"/>
              </a:cxn>
              <a:cxn ang="0">
                <a:pos x="connsiteX27696" y="connsiteY27696"/>
              </a:cxn>
              <a:cxn ang="0">
                <a:pos x="connsiteX27697" y="connsiteY27697"/>
              </a:cxn>
              <a:cxn ang="0">
                <a:pos x="connsiteX27698" y="connsiteY27698"/>
              </a:cxn>
              <a:cxn ang="0">
                <a:pos x="connsiteX27699" y="connsiteY27699"/>
              </a:cxn>
              <a:cxn ang="0">
                <a:pos x="connsiteX27700" y="connsiteY27700"/>
              </a:cxn>
              <a:cxn ang="0">
                <a:pos x="connsiteX27701" y="connsiteY27701"/>
              </a:cxn>
              <a:cxn ang="0">
                <a:pos x="connsiteX27702" y="connsiteY27702"/>
              </a:cxn>
              <a:cxn ang="0">
                <a:pos x="connsiteX27703" y="connsiteY27703"/>
              </a:cxn>
              <a:cxn ang="0">
                <a:pos x="connsiteX27704" y="connsiteY27704"/>
              </a:cxn>
              <a:cxn ang="0">
                <a:pos x="connsiteX27705" y="connsiteY27705"/>
              </a:cxn>
              <a:cxn ang="0">
                <a:pos x="connsiteX27706" y="connsiteY27706"/>
              </a:cxn>
              <a:cxn ang="0">
                <a:pos x="connsiteX27707" y="connsiteY27707"/>
              </a:cxn>
              <a:cxn ang="0">
                <a:pos x="connsiteX27708" y="connsiteY27708"/>
              </a:cxn>
              <a:cxn ang="0">
                <a:pos x="connsiteX27709" y="connsiteY27709"/>
              </a:cxn>
              <a:cxn ang="0">
                <a:pos x="connsiteX27710" y="connsiteY27710"/>
              </a:cxn>
              <a:cxn ang="0">
                <a:pos x="connsiteX27711" y="connsiteY27711"/>
              </a:cxn>
              <a:cxn ang="0">
                <a:pos x="connsiteX27712" y="connsiteY27712"/>
              </a:cxn>
              <a:cxn ang="0">
                <a:pos x="connsiteX27713" y="connsiteY27713"/>
              </a:cxn>
              <a:cxn ang="0">
                <a:pos x="connsiteX27714" y="connsiteY27714"/>
              </a:cxn>
              <a:cxn ang="0">
                <a:pos x="connsiteX27715" y="connsiteY27715"/>
              </a:cxn>
              <a:cxn ang="0">
                <a:pos x="connsiteX27716" y="connsiteY27716"/>
              </a:cxn>
              <a:cxn ang="0">
                <a:pos x="connsiteX27717" y="connsiteY27717"/>
              </a:cxn>
              <a:cxn ang="0">
                <a:pos x="connsiteX27718" y="connsiteY27718"/>
              </a:cxn>
              <a:cxn ang="0">
                <a:pos x="connsiteX27719" y="connsiteY27719"/>
              </a:cxn>
              <a:cxn ang="0">
                <a:pos x="connsiteX27720" y="connsiteY27720"/>
              </a:cxn>
              <a:cxn ang="0">
                <a:pos x="connsiteX27721" y="connsiteY27721"/>
              </a:cxn>
              <a:cxn ang="0">
                <a:pos x="connsiteX27722" y="connsiteY27722"/>
              </a:cxn>
              <a:cxn ang="0">
                <a:pos x="connsiteX27723" y="connsiteY27723"/>
              </a:cxn>
              <a:cxn ang="0">
                <a:pos x="connsiteX27724" y="connsiteY27724"/>
              </a:cxn>
              <a:cxn ang="0">
                <a:pos x="connsiteX27725" y="connsiteY27725"/>
              </a:cxn>
              <a:cxn ang="0">
                <a:pos x="connsiteX27726" y="connsiteY27726"/>
              </a:cxn>
              <a:cxn ang="0">
                <a:pos x="connsiteX27727" y="connsiteY27727"/>
              </a:cxn>
              <a:cxn ang="0">
                <a:pos x="connsiteX27728" y="connsiteY27728"/>
              </a:cxn>
              <a:cxn ang="0">
                <a:pos x="connsiteX27729" y="connsiteY27729"/>
              </a:cxn>
              <a:cxn ang="0">
                <a:pos x="connsiteX27730" y="connsiteY27730"/>
              </a:cxn>
              <a:cxn ang="0">
                <a:pos x="connsiteX27731" y="connsiteY27731"/>
              </a:cxn>
              <a:cxn ang="0">
                <a:pos x="connsiteX27732" y="connsiteY27732"/>
              </a:cxn>
              <a:cxn ang="0">
                <a:pos x="connsiteX27733" y="connsiteY27733"/>
              </a:cxn>
              <a:cxn ang="0">
                <a:pos x="connsiteX27734" y="connsiteY27734"/>
              </a:cxn>
              <a:cxn ang="0">
                <a:pos x="connsiteX27735" y="connsiteY27735"/>
              </a:cxn>
              <a:cxn ang="0">
                <a:pos x="connsiteX27736" y="connsiteY27736"/>
              </a:cxn>
              <a:cxn ang="0">
                <a:pos x="connsiteX27737" y="connsiteY27737"/>
              </a:cxn>
              <a:cxn ang="0">
                <a:pos x="connsiteX27738" y="connsiteY27738"/>
              </a:cxn>
              <a:cxn ang="0">
                <a:pos x="connsiteX27739" y="connsiteY27739"/>
              </a:cxn>
              <a:cxn ang="0">
                <a:pos x="connsiteX27740" y="connsiteY27740"/>
              </a:cxn>
              <a:cxn ang="0">
                <a:pos x="connsiteX27741" y="connsiteY27741"/>
              </a:cxn>
              <a:cxn ang="0">
                <a:pos x="connsiteX27742" y="connsiteY27742"/>
              </a:cxn>
              <a:cxn ang="0">
                <a:pos x="connsiteX27743" y="connsiteY27743"/>
              </a:cxn>
              <a:cxn ang="0">
                <a:pos x="connsiteX27744" y="connsiteY27744"/>
              </a:cxn>
              <a:cxn ang="0">
                <a:pos x="connsiteX27745" y="connsiteY27745"/>
              </a:cxn>
              <a:cxn ang="0">
                <a:pos x="connsiteX27746" y="connsiteY27746"/>
              </a:cxn>
              <a:cxn ang="0">
                <a:pos x="connsiteX27747" y="connsiteY27747"/>
              </a:cxn>
              <a:cxn ang="0">
                <a:pos x="connsiteX27748" y="connsiteY27748"/>
              </a:cxn>
              <a:cxn ang="0">
                <a:pos x="connsiteX27749" y="connsiteY27749"/>
              </a:cxn>
              <a:cxn ang="0">
                <a:pos x="connsiteX27750" y="connsiteY27750"/>
              </a:cxn>
              <a:cxn ang="0">
                <a:pos x="connsiteX27751" y="connsiteY27751"/>
              </a:cxn>
              <a:cxn ang="0">
                <a:pos x="connsiteX27752" y="connsiteY27752"/>
              </a:cxn>
              <a:cxn ang="0">
                <a:pos x="connsiteX27753" y="connsiteY27753"/>
              </a:cxn>
              <a:cxn ang="0">
                <a:pos x="connsiteX27754" y="connsiteY27754"/>
              </a:cxn>
              <a:cxn ang="0">
                <a:pos x="connsiteX27755" y="connsiteY27755"/>
              </a:cxn>
              <a:cxn ang="0">
                <a:pos x="connsiteX27756" y="connsiteY27756"/>
              </a:cxn>
              <a:cxn ang="0">
                <a:pos x="connsiteX27757" y="connsiteY27757"/>
              </a:cxn>
              <a:cxn ang="0">
                <a:pos x="connsiteX27758" y="connsiteY27758"/>
              </a:cxn>
              <a:cxn ang="0">
                <a:pos x="connsiteX27759" y="connsiteY27759"/>
              </a:cxn>
              <a:cxn ang="0">
                <a:pos x="connsiteX27760" y="connsiteY27760"/>
              </a:cxn>
              <a:cxn ang="0">
                <a:pos x="connsiteX27761" y="connsiteY27761"/>
              </a:cxn>
              <a:cxn ang="0">
                <a:pos x="connsiteX27762" y="connsiteY27762"/>
              </a:cxn>
              <a:cxn ang="0">
                <a:pos x="connsiteX27763" y="connsiteY27763"/>
              </a:cxn>
              <a:cxn ang="0">
                <a:pos x="connsiteX27764" y="connsiteY27764"/>
              </a:cxn>
              <a:cxn ang="0">
                <a:pos x="connsiteX27765" y="connsiteY27765"/>
              </a:cxn>
              <a:cxn ang="0">
                <a:pos x="connsiteX27766" y="connsiteY27766"/>
              </a:cxn>
              <a:cxn ang="0">
                <a:pos x="connsiteX27767" y="connsiteY27767"/>
              </a:cxn>
              <a:cxn ang="0">
                <a:pos x="connsiteX27768" y="connsiteY27768"/>
              </a:cxn>
              <a:cxn ang="0">
                <a:pos x="connsiteX27769" y="connsiteY27769"/>
              </a:cxn>
              <a:cxn ang="0">
                <a:pos x="connsiteX27770" y="connsiteY27770"/>
              </a:cxn>
              <a:cxn ang="0">
                <a:pos x="connsiteX27771" y="connsiteY27771"/>
              </a:cxn>
              <a:cxn ang="0">
                <a:pos x="connsiteX27772" y="connsiteY27772"/>
              </a:cxn>
              <a:cxn ang="0">
                <a:pos x="connsiteX27773" y="connsiteY27773"/>
              </a:cxn>
              <a:cxn ang="0">
                <a:pos x="connsiteX27774" y="connsiteY27774"/>
              </a:cxn>
              <a:cxn ang="0">
                <a:pos x="connsiteX27775" y="connsiteY27775"/>
              </a:cxn>
              <a:cxn ang="0">
                <a:pos x="connsiteX27776" y="connsiteY27776"/>
              </a:cxn>
              <a:cxn ang="0">
                <a:pos x="connsiteX27777" y="connsiteY27777"/>
              </a:cxn>
              <a:cxn ang="0">
                <a:pos x="connsiteX27778" y="connsiteY27778"/>
              </a:cxn>
              <a:cxn ang="0">
                <a:pos x="connsiteX27779" y="connsiteY27779"/>
              </a:cxn>
              <a:cxn ang="0">
                <a:pos x="connsiteX27780" y="connsiteY27780"/>
              </a:cxn>
              <a:cxn ang="0">
                <a:pos x="connsiteX27781" y="connsiteY27781"/>
              </a:cxn>
              <a:cxn ang="0">
                <a:pos x="connsiteX27782" y="connsiteY27782"/>
              </a:cxn>
              <a:cxn ang="0">
                <a:pos x="connsiteX27783" y="connsiteY27783"/>
              </a:cxn>
              <a:cxn ang="0">
                <a:pos x="connsiteX27784" y="connsiteY27784"/>
              </a:cxn>
              <a:cxn ang="0">
                <a:pos x="connsiteX27785" y="connsiteY27785"/>
              </a:cxn>
              <a:cxn ang="0">
                <a:pos x="connsiteX27786" y="connsiteY27786"/>
              </a:cxn>
              <a:cxn ang="0">
                <a:pos x="connsiteX27787" y="connsiteY27787"/>
              </a:cxn>
              <a:cxn ang="0">
                <a:pos x="connsiteX27788" y="connsiteY27788"/>
              </a:cxn>
              <a:cxn ang="0">
                <a:pos x="connsiteX27789" y="connsiteY27789"/>
              </a:cxn>
              <a:cxn ang="0">
                <a:pos x="connsiteX27790" y="connsiteY27790"/>
              </a:cxn>
              <a:cxn ang="0">
                <a:pos x="connsiteX27791" y="connsiteY27791"/>
              </a:cxn>
              <a:cxn ang="0">
                <a:pos x="connsiteX27792" y="connsiteY27792"/>
              </a:cxn>
              <a:cxn ang="0">
                <a:pos x="connsiteX27793" y="connsiteY27793"/>
              </a:cxn>
              <a:cxn ang="0">
                <a:pos x="connsiteX27794" y="connsiteY27794"/>
              </a:cxn>
              <a:cxn ang="0">
                <a:pos x="connsiteX27795" y="connsiteY27795"/>
              </a:cxn>
              <a:cxn ang="0">
                <a:pos x="connsiteX27796" y="connsiteY27796"/>
              </a:cxn>
              <a:cxn ang="0">
                <a:pos x="connsiteX27797" y="connsiteY27797"/>
              </a:cxn>
              <a:cxn ang="0">
                <a:pos x="connsiteX27798" y="connsiteY27798"/>
              </a:cxn>
              <a:cxn ang="0">
                <a:pos x="connsiteX27799" y="connsiteY27799"/>
              </a:cxn>
              <a:cxn ang="0">
                <a:pos x="connsiteX27800" y="connsiteY27800"/>
              </a:cxn>
              <a:cxn ang="0">
                <a:pos x="connsiteX27801" y="connsiteY27801"/>
              </a:cxn>
              <a:cxn ang="0">
                <a:pos x="connsiteX27802" y="connsiteY27802"/>
              </a:cxn>
              <a:cxn ang="0">
                <a:pos x="connsiteX27803" y="connsiteY27803"/>
              </a:cxn>
              <a:cxn ang="0">
                <a:pos x="connsiteX27804" y="connsiteY27804"/>
              </a:cxn>
              <a:cxn ang="0">
                <a:pos x="connsiteX27805" y="connsiteY27805"/>
              </a:cxn>
              <a:cxn ang="0">
                <a:pos x="connsiteX27806" y="connsiteY27806"/>
              </a:cxn>
              <a:cxn ang="0">
                <a:pos x="connsiteX27807" y="connsiteY27807"/>
              </a:cxn>
              <a:cxn ang="0">
                <a:pos x="connsiteX27808" y="connsiteY27808"/>
              </a:cxn>
              <a:cxn ang="0">
                <a:pos x="connsiteX27809" y="connsiteY27809"/>
              </a:cxn>
              <a:cxn ang="0">
                <a:pos x="connsiteX27810" y="connsiteY27810"/>
              </a:cxn>
              <a:cxn ang="0">
                <a:pos x="connsiteX27811" y="connsiteY27811"/>
              </a:cxn>
              <a:cxn ang="0">
                <a:pos x="connsiteX27812" y="connsiteY27812"/>
              </a:cxn>
              <a:cxn ang="0">
                <a:pos x="connsiteX27813" y="connsiteY27813"/>
              </a:cxn>
              <a:cxn ang="0">
                <a:pos x="connsiteX27814" y="connsiteY27814"/>
              </a:cxn>
              <a:cxn ang="0">
                <a:pos x="connsiteX27815" y="connsiteY27815"/>
              </a:cxn>
              <a:cxn ang="0">
                <a:pos x="connsiteX27816" y="connsiteY27816"/>
              </a:cxn>
              <a:cxn ang="0">
                <a:pos x="connsiteX27817" y="connsiteY27817"/>
              </a:cxn>
              <a:cxn ang="0">
                <a:pos x="connsiteX27818" y="connsiteY27818"/>
              </a:cxn>
              <a:cxn ang="0">
                <a:pos x="connsiteX27819" y="connsiteY27819"/>
              </a:cxn>
              <a:cxn ang="0">
                <a:pos x="connsiteX27820" y="connsiteY27820"/>
              </a:cxn>
              <a:cxn ang="0">
                <a:pos x="connsiteX27821" y="connsiteY27821"/>
              </a:cxn>
              <a:cxn ang="0">
                <a:pos x="connsiteX27822" y="connsiteY27822"/>
              </a:cxn>
              <a:cxn ang="0">
                <a:pos x="connsiteX27823" y="connsiteY27823"/>
              </a:cxn>
              <a:cxn ang="0">
                <a:pos x="connsiteX27824" y="connsiteY27824"/>
              </a:cxn>
              <a:cxn ang="0">
                <a:pos x="connsiteX27825" y="connsiteY27825"/>
              </a:cxn>
              <a:cxn ang="0">
                <a:pos x="connsiteX27826" y="connsiteY27826"/>
              </a:cxn>
              <a:cxn ang="0">
                <a:pos x="connsiteX27827" y="connsiteY27827"/>
              </a:cxn>
              <a:cxn ang="0">
                <a:pos x="connsiteX27828" y="connsiteY27828"/>
              </a:cxn>
              <a:cxn ang="0">
                <a:pos x="connsiteX27829" y="connsiteY27829"/>
              </a:cxn>
              <a:cxn ang="0">
                <a:pos x="connsiteX27830" y="connsiteY27830"/>
              </a:cxn>
              <a:cxn ang="0">
                <a:pos x="connsiteX27831" y="connsiteY27831"/>
              </a:cxn>
              <a:cxn ang="0">
                <a:pos x="connsiteX27832" y="connsiteY27832"/>
              </a:cxn>
              <a:cxn ang="0">
                <a:pos x="connsiteX27833" y="connsiteY27833"/>
              </a:cxn>
              <a:cxn ang="0">
                <a:pos x="connsiteX27834" y="connsiteY27834"/>
              </a:cxn>
              <a:cxn ang="0">
                <a:pos x="connsiteX27835" y="connsiteY27835"/>
              </a:cxn>
              <a:cxn ang="0">
                <a:pos x="connsiteX27836" y="connsiteY27836"/>
              </a:cxn>
              <a:cxn ang="0">
                <a:pos x="connsiteX27837" y="connsiteY27837"/>
              </a:cxn>
              <a:cxn ang="0">
                <a:pos x="connsiteX27838" y="connsiteY27838"/>
              </a:cxn>
              <a:cxn ang="0">
                <a:pos x="connsiteX27839" y="connsiteY27839"/>
              </a:cxn>
              <a:cxn ang="0">
                <a:pos x="connsiteX27840" y="connsiteY27840"/>
              </a:cxn>
              <a:cxn ang="0">
                <a:pos x="connsiteX27841" y="connsiteY27841"/>
              </a:cxn>
              <a:cxn ang="0">
                <a:pos x="connsiteX27842" y="connsiteY27842"/>
              </a:cxn>
              <a:cxn ang="0">
                <a:pos x="connsiteX27843" y="connsiteY27843"/>
              </a:cxn>
              <a:cxn ang="0">
                <a:pos x="connsiteX27844" y="connsiteY27844"/>
              </a:cxn>
              <a:cxn ang="0">
                <a:pos x="connsiteX27845" y="connsiteY27845"/>
              </a:cxn>
              <a:cxn ang="0">
                <a:pos x="connsiteX27846" y="connsiteY27846"/>
              </a:cxn>
              <a:cxn ang="0">
                <a:pos x="connsiteX27847" y="connsiteY27847"/>
              </a:cxn>
              <a:cxn ang="0">
                <a:pos x="connsiteX27848" y="connsiteY27848"/>
              </a:cxn>
              <a:cxn ang="0">
                <a:pos x="connsiteX27849" y="connsiteY27849"/>
              </a:cxn>
              <a:cxn ang="0">
                <a:pos x="connsiteX27850" y="connsiteY27850"/>
              </a:cxn>
              <a:cxn ang="0">
                <a:pos x="connsiteX27851" y="connsiteY27851"/>
              </a:cxn>
              <a:cxn ang="0">
                <a:pos x="connsiteX27852" y="connsiteY27852"/>
              </a:cxn>
              <a:cxn ang="0">
                <a:pos x="connsiteX27853" y="connsiteY27853"/>
              </a:cxn>
              <a:cxn ang="0">
                <a:pos x="connsiteX27854" y="connsiteY27854"/>
              </a:cxn>
              <a:cxn ang="0">
                <a:pos x="connsiteX27855" y="connsiteY27855"/>
              </a:cxn>
              <a:cxn ang="0">
                <a:pos x="connsiteX27856" y="connsiteY27856"/>
              </a:cxn>
              <a:cxn ang="0">
                <a:pos x="connsiteX27857" y="connsiteY27857"/>
              </a:cxn>
              <a:cxn ang="0">
                <a:pos x="connsiteX27858" y="connsiteY27858"/>
              </a:cxn>
              <a:cxn ang="0">
                <a:pos x="connsiteX27859" y="connsiteY27859"/>
              </a:cxn>
              <a:cxn ang="0">
                <a:pos x="connsiteX27860" y="connsiteY27860"/>
              </a:cxn>
              <a:cxn ang="0">
                <a:pos x="connsiteX27861" y="connsiteY27861"/>
              </a:cxn>
              <a:cxn ang="0">
                <a:pos x="connsiteX27862" y="connsiteY27862"/>
              </a:cxn>
              <a:cxn ang="0">
                <a:pos x="connsiteX27863" y="connsiteY27863"/>
              </a:cxn>
              <a:cxn ang="0">
                <a:pos x="connsiteX27864" y="connsiteY27864"/>
              </a:cxn>
              <a:cxn ang="0">
                <a:pos x="connsiteX27865" y="connsiteY27865"/>
              </a:cxn>
              <a:cxn ang="0">
                <a:pos x="connsiteX27866" y="connsiteY27866"/>
              </a:cxn>
              <a:cxn ang="0">
                <a:pos x="connsiteX27867" y="connsiteY27867"/>
              </a:cxn>
              <a:cxn ang="0">
                <a:pos x="connsiteX27868" y="connsiteY27868"/>
              </a:cxn>
              <a:cxn ang="0">
                <a:pos x="connsiteX27869" y="connsiteY27869"/>
              </a:cxn>
              <a:cxn ang="0">
                <a:pos x="connsiteX27870" y="connsiteY27870"/>
              </a:cxn>
              <a:cxn ang="0">
                <a:pos x="connsiteX27871" y="connsiteY27871"/>
              </a:cxn>
              <a:cxn ang="0">
                <a:pos x="connsiteX27872" y="connsiteY27872"/>
              </a:cxn>
              <a:cxn ang="0">
                <a:pos x="connsiteX27873" y="connsiteY27873"/>
              </a:cxn>
              <a:cxn ang="0">
                <a:pos x="connsiteX27874" y="connsiteY27874"/>
              </a:cxn>
              <a:cxn ang="0">
                <a:pos x="connsiteX27875" y="connsiteY27875"/>
              </a:cxn>
              <a:cxn ang="0">
                <a:pos x="connsiteX27876" y="connsiteY27876"/>
              </a:cxn>
              <a:cxn ang="0">
                <a:pos x="connsiteX27877" y="connsiteY27877"/>
              </a:cxn>
              <a:cxn ang="0">
                <a:pos x="connsiteX27878" y="connsiteY27878"/>
              </a:cxn>
              <a:cxn ang="0">
                <a:pos x="connsiteX27879" y="connsiteY27879"/>
              </a:cxn>
              <a:cxn ang="0">
                <a:pos x="connsiteX27880" y="connsiteY27880"/>
              </a:cxn>
              <a:cxn ang="0">
                <a:pos x="connsiteX27881" y="connsiteY27881"/>
              </a:cxn>
              <a:cxn ang="0">
                <a:pos x="connsiteX27882" y="connsiteY27882"/>
              </a:cxn>
              <a:cxn ang="0">
                <a:pos x="connsiteX27883" y="connsiteY27883"/>
              </a:cxn>
              <a:cxn ang="0">
                <a:pos x="connsiteX27884" y="connsiteY27884"/>
              </a:cxn>
              <a:cxn ang="0">
                <a:pos x="connsiteX27885" y="connsiteY27885"/>
              </a:cxn>
              <a:cxn ang="0">
                <a:pos x="connsiteX27886" y="connsiteY27886"/>
              </a:cxn>
              <a:cxn ang="0">
                <a:pos x="connsiteX27887" y="connsiteY27887"/>
              </a:cxn>
              <a:cxn ang="0">
                <a:pos x="connsiteX27888" y="connsiteY27888"/>
              </a:cxn>
              <a:cxn ang="0">
                <a:pos x="connsiteX27889" y="connsiteY27889"/>
              </a:cxn>
              <a:cxn ang="0">
                <a:pos x="connsiteX27890" y="connsiteY27890"/>
              </a:cxn>
              <a:cxn ang="0">
                <a:pos x="connsiteX27891" y="connsiteY27891"/>
              </a:cxn>
              <a:cxn ang="0">
                <a:pos x="connsiteX27892" y="connsiteY27892"/>
              </a:cxn>
              <a:cxn ang="0">
                <a:pos x="connsiteX27893" y="connsiteY27893"/>
              </a:cxn>
              <a:cxn ang="0">
                <a:pos x="connsiteX27894" y="connsiteY27894"/>
              </a:cxn>
              <a:cxn ang="0">
                <a:pos x="connsiteX27895" y="connsiteY27895"/>
              </a:cxn>
              <a:cxn ang="0">
                <a:pos x="connsiteX27896" y="connsiteY27896"/>
              </a:cxn>
              <a:cxn ang="0">
                <a:pos x="connsiteX27897" y="connsiteY27897"/>
              </a:cxn>
              <a:cxn ang="0">
                <a:pos x="connsiteX27898" y="connsiteY27898"/>
              </a:cxn>
              <a:cxn ang="0">
                <a:pos x="connsiteX27899" y="connsiteY27899"/>
              </a:cxn>
              <a:cxn ang="0">
                <a:pos x="connsiteX27900" y="connsiteY27900"/>
              </a:cxn>
              <a:cxn ang="0">
                <a:pos x="connsiteX27901" y="connsiteY27901"/>
              </a:cxn>
              <a:cxn ang="0">
                <a:pos x="connsiteX27902" y="connsiteY27902"/>
              </a:cxn>
              <a:cxn ang="0">
                <a:pos x="connsiteX27903" y="connsiteY27903"/>
              </a:cxn>
              <a:cxn ang="0">
                <a:pos x="connsiteX27904" y="connsiteY27904"/>
              </a:cxn>
              <a:cxn ang="0">
                <a:pos x="connsiteX27905" y="connsiteY27905"/>
              </a:cxn>
              <a:cxn ang="0">
                <a:pos x="connsiteX27906" y="connsiteY27906"/>
              </a:cxn>
              <a:cxn ang="0">
                <a:pos x="connsiteX27907" y="connsiteY27907"/>
              </a:cxn>
              <a:cxn ang="0">
                <a:pos x="connsiteX27908" y="connsiteY27908"/>
              </a:cxn>
              <a:cxn ang="0">
                <a:pos x="connsiteX27909" y="connsiteY27909"/>
              </a:cxn>
              <a:cxn ang="0">
                <a:pos x="connsiteX27910" y="connsiteY27910"/>
              </a:cxn>
              <a:cxn ang="0">
                <a:pos x="connsiteX27911" y="connsiteY27911"/>
              </a:cxn>
              <a:cxn ang="0">
                <a:pos x="connsiteX27912" y="connsiteY27912"/>
              </a:cxn>
              <a:cxn ang="0">
                <a:pos x="connsiteX27913" y="connsiteY27913"/>
              </a:cxn>
              <a:cxn ang="0">
                <a:pos x="connsiteX27914" y="connsiteY27914"/>
              </a:cxn>
              <a:cxn ang="0">
                <a:pos x="connsiteX27915" y="connsiteY27915"/>
              </a:cxn>
              <a:cxn ang="0">
                <a:pos x="connsiteX27916" y="connsiteY27916"/>
              </a:cxn>
              <a:cxn ang="0">
                <a:pos x="connsiteX27917" y="connsiteY27917"/>
              </a:cxn>
              <a:cxn ang="0">
                <a:pos x="connsiteX27918" y="connsiteY27918"/>
              </a:cxn>
              <a:cxn ang="0">
                <a:pos x="connsiteX27919" y="connsiteY27919"/>
              </a:cxn>
              <a:cxn ang="0">
                <a:pos x="connsiteX27920" y="connsiteY27920"/>
              </a:cxn>
              <a:cxn ang="0">
                <a:pos x="connsiteX27921" y="connsiteY27921"/>
              </a:cxn>
              <a:cxn ang="0">
                <a:pos x="connsiteX27922" y="connsiteY27922"/>
              </a:cxn>
              <a:cxn ang="0">
                <a:pos x="connsiteX27923" y="connsiteY27923"/>
              </a:cxn>
              <a:cxn ang="0">
                <a:pos x="connsiteX27924" y="connsiteY27924"/>
              </a:cxn>
              <a:cxn ang="0">
                <a:pos x="connsiteX27925" y="connsiteY27925"/>
              </a:cxn>
              <a:cxn ang="0">
                <a:pos x="connsiteX27926" y="connsiteY27926"/>
              </a:cxn>
              <a:cxn ang="0">
                <a:pos x="connsiteX27927" y="connsiteY27927"/>
              </a:cxn>
              <a:cxn ang="0">
                <a:pos x="connsiteX27928" y="connsiteY27928"/>
              </a:cxn>
              <a:cxn ang="0">
                <a:pos x="connsiteX27929" y="connsiteY27929"/>
              </a:cxn>
              <a:cxn ang="0">
                <a:pos x="connsiteX27930" y="connsiteY27930"/>
              </a:cxn>
              <a:cxn ang="0">
                <a:pos x="connsiteX27931" y="connsiteY27931"/>
              </a:cxn>
              <a:cxn ang="0">
                <a:pos x="connsiteX27932" y="connsiteY27932"/>
              </a:cxn>
              <a:cxn ang="0">
                <a:pos x="connsiteX27933" y="connsiteY27933"/>
              </a:cxn>
              <a:cxn ang="0">
                <a:pos x="connsiteX27934" y="connsiteY27934"/>
              </a:cxn>
              <a:cxn ang="0">
                <a:pos x="connsiteX27935" y="connsiteY27935"/>
              </a:cxn>
              <a:cxn ang="0">
                <a:pos x="connsiteX27936" y="connsiteY27936"/>
              </a:cxn>
              <a:cxn ang="0">
                <a:pos x="connsiteX27937" y="connsiteY27937"/>
              </a:cxn>
              <a:cxn ang="0">
                <a:pos x="connsiteX27938" y="connsiteY27938"/>
              </a:cxn>
              <a:cxn ang="0">
                <a:pos x="connsiteX27939" y="connsiteY27939"/>
              </a:cxn>
              <a:cxn ang="0">
                <a:pos x="connsiteX27940" y="connsiteY27940"/>
              </a:cxn>
              <a:cxn ang="0">
                <a:pos x="connsiteX27941" y="connsiteY27941"/>
              </a:cxn>
              <a:cxn ang="0">
                <a:pos x="connsiteX27942" y="connsiteY27942"/>
              </a:cxn>
              <a:cxn ang="0">
                <a:pos x="connsiteX27943" y="connsiteY27943"/>
              </a:cxn>
              <a:cxn ang="0">
                <a:pos x="connsiteX27944" y="connsiteY27944"/>
              </a:cxn>
              <a:cxn ang="0">
                <a:pos x="connsiteX27945" y="connsiteY27945"/>
              </a:cxn>
              <a:cxn ang="0">
                <a:pos x="connsiteX27946" y="connsiteY27946"/>
              </a:cxn>
              <a:cxn ang="0">
                <a:pos x="connsiteX27947" y="connsiteY27947"/>
              </a:cxn>
              <a:cxn ang="0">
                <a:pos x="connsiteX27948" y="connsiteY27948"/>
              </a:cxn>
              <a:cxn ang="0">
                <a:pos x="connsiteX27949" y="connsiteY27949"/>
              </a:cxn>
              <a:cxn ang="0">
                <a:pos x="connsiteX27950" y="connsiteY27950"/>
              </a:cxn>
              <a:cxn ang="0">
                <a:pos x="connsiteX27951" y="connsiteY27951"/>
              </a:cxn>
              <a:cxn ang="0">
                <a:pos x="connsiteX27952" y="connsiteY27952"/>
              </a:cxn>
              <a:cxn ang="0">
                <a:pos x="connsiteX27953" y="connsiteY27953"/>
              </a:cxn>
              <a:cxn ang="0">
                <a:pos x="connsiteX27954" y="connsiteY27954"/>
              </a:cxn>
              <a:cxn ang="0">
                <a:pos x="connsiteX27955" y="connsiteY27955"/>
              </a:cxn>
              <a:cxn ang="0">
                <a:pos x="connsiteX27956" y="connsiteY27956"/>
              </a:cxn>
              <a:cxn ang="0">
                <a:pos x="connsiteX27957" y="connsiteY27957"/>
              </a:cxn>
              <a:cxn ang="0">
                <a:pos x="connsiteX27958" y="connsiteY27958"/>
              </a:cxn>
              <a:cxn ang="0">
                <a:pos x="connsiteX27959" y="connsiteY27959"/>
              </a:cxn>
              <a:cxn ang="0">
                <a:pos x="connsiteX27960" y="connsiteY27960"/>
              </a:cxn>
              <a:cxn ang="0">
                <a:pos x="connsiteX27961" y="connsiteY27961"/>
              </a:cxn>
              <a:cxn ang="0">
                <a:pos x="connsiteX27962" y="connsiteY27962"/>
              </a:cxn>
              <a:cxn ang="0">
                <a:pos x="connsiteX27963" y="connsiteY27963"/>
              </a:cxn>
              <a:cxn ang="0">
                <a:pos x="connsiteX27964" y="connsiteY27964"/>
              </a:cxn>
              <a:cxn ang="0">
                <a:pos x="connsiteX27965" y="connsiteY27965"/>
              </a:cxn>
              <a:cxn ang="0">
                <a:pos x="connsiteX27966" y="connsiteY27966"/>
              </a:cxn>
              <a:cxn ang="0">
                <a:pos x="connsiteX27967" y="connsiteY27967"/>
              </a:cxn>
              <a:cxn ang="0">
                <a:pos x="connsiteX27968" y="connsiteY27968"/>
              </a:cxn>
              <a:cxn ang="0">
                <a:pos x="connsiteX27969" y="connsiteY27969"/>
              </a:cxn>
              <a:cxn ang="0">
                <a:pos x="connsiteX27970" y="connsiteY27970"/>
              </a:cxn>
              <a:cxn ang="0">
                <a:pos x="connsiteX27971" y="connsiteY27971"/>
              </a:cxn>
              <a:cxn ang="0">
                <a:pos x="connsiteX27972" y="connsiteY27972"/>
              </a:cxn>
              <a:cxn ang="0">
                <a:pos x="connsiteX27973" y="connsiteY27973"/>
              </a:cxn>
              <a:cxn ang="0">
                <a:pos x="connsiteX27974" y="connsiteY27974"/>
              </a:cxn>
              <a:cxn ang="0">
                <a:pos x="connsiteX27975" y="connsiteY27975"/>
              </a:cxn>
              <a:cxn ang="0">
                <a:pos x="connsiteX27976" y="connsiteY27976"/>
              </a:cxn>
              <a:cxn ang="0">
                <a:pos x="connsiteX27977" y="connsiteY27977"/>
              </a:cxn>
              <a:cxn ang="0">
                <a:pos x="connsiteX27978" y="connsiteY27978"/>
              </a:cxn>
              <a:cxn ang="0">
                <a:pos x="connsiteX27979" y="connsiteY27979"/>
              </a:cxn>
              <a:cxn ang="0">
                <a:pos x="connsiteX27980" y="connsiteY27980"/>
              </a:cxn>
              <a:cxn ang="0">
                <a:pos x="connsiteX27981" y="connsiteY27981"/>
              </a:cxn>
              <a:cxn ang="0">
                <a:pos x="connsiteX27982" y="connsiteY27982"/>
              </a:cxn>
              <a:cxn ang="0">
                <a:pos x="connsiteX27983" y="connsiteY27983"/>
              </a:cxn>
              <a:cxn ang="0">
                <a:pos x="connsiteX27984" y="connsiteY27984"/>
              </a:cxn>
              <a:cxn ang="0">
                <a:pos x="connsiteX27985" y="connsiteY27985"/>
              </a:cxn>
              <a:cxn ang="0">
                <a:pos x="connsiteX27986" y="connsiteY27986"/>
              </a:cxn>
              <a:cxn ang="0">
                <a:pos x="connsiteX27987" y="connsiteY27987"/>
              </a:cxn>
              <a:cxn ang="0">
                <a:pos x="connsiteX27988" y="connsiteY27988"/>
              </a:cxn>
              <a:cxn ang="0">
                <a:pos x="connsiteX27989" y="connsiteY27989"/>
              </a:cxn>
              <a:cxn ang="0">
                <a:pos x="connsiteX27990" y="connsiteY27990"/>
              </a:cxn>
              <a:cxn ang="0">
                <a:pos x="connsiteX27991" y="connsiteY27991"/>
              </a:cxn>
              <a:cxn ang="0">
                <a:pos x="connsiteX27992" y="connsiteY27992"/>
              </a:cxn>
              <a:cxn ang="0">
                <a:pos x="connsiteX27993" y="connsiteY27993"/>
              </a:cxn>
              <a:cxn ang="0">
                <a:pos x="connsiteX27994" y="connsiteY27994"/>
              </a:cxn>
              <a:cxn ang="0">
                <a:pos x="connsiteX27995" y="connsiteY27995"/>
              </a:cxn>
              <a:cxn ang="0">
                <a:pos x="connsiteX27996" y="connsiteY27996"/>
              </a:cxn>
              <a:cxn ang="0">
                <a:pos x="connsiteX27997" y="connsiteY27997"/>
              </a:cxn>
              <a:cxn ang="0">
                <a:pos x="connsiteX27998" y="connsiteY27998"/>
              </a:cxn>
              <a:cxn ang="0">
                <a:pos x="connsiteX27999" y="connsiteY27999"/>
              </a:cxn>
              <a:cxn ang="0">
                <a:pos x="connsiteX28000" y="connsiteY28000"/>
              </a:cxn>
              <a:cxn ang="0">
                <a:pos x="connsiteX28001" y="connsiteY28001"/>
              </a:cxn>
              <a:cxn ang="0">
                <a:pos x="connsiteX28002" y="connsiteY28002"/>
              </a:cxn>
              <a:cxn ang="0">
                <a:pos x="connsiteX28003" y="connsiteY28003"/>
              </a:cxn>
              <a:cxn ang="0">
                <a:pos x="connsiteX28004" y="connsiteY28004"/>
              </a:cxn>
              <a:cxn ang="0">
                <a:pos x="connsiteX28005" y="connsiteY28005"/>
              </a:cxn>
              <a:cxn ang="0">
                <a:pos x="connsiteX28006" y="connsiteY28006"/>
              </a:cxn>
              <a:cxn ang="0">
                <a:pos x="connsiteX28007" y="connsiteY28007"/>
              </a:cxn>
              <a:cxn ang="0">
                <a:pos x="connsiteX28008" y="connsiteY28008"/>
              </a:cxn>
              <a:cxn ang="0">
                <a:pos x="connsiteX28009" y="connsiteY28009"/>
              </a:cxn>
              <a:cxn ang="0">
                <a:pos x="connsiteX28010" y="connsiteY28010"/>
              </a:cxn>
              <a:cxn ang="0">
                <a:pos x="connsiteX28011" y="connsiteY28011"/>
              </a:cxn>
              <a:cxn ang="0">
                <a:pos x="connsiteX28012" y="connsiteY28012"/>
              </a:cxn>
              <a:cxn ang="0">
                <a:pos x="connsiteX28013" y="connsiteY28013"/>
              </a:cxn>
              <a:cxn ang="0">
                <a:pos x="connsiteX28014" y="connsiteY28014"/>
              </a:cxn>
              <a:cxn ang="0">
                <a:pos x="connsiteX28015" y="connsiteY28015"/>
              </a:cxn>
              <a:cxn ang="0">
                <a:pos x="connsiteX28016" y="connsiteY28016"/>
              </a:cxn>
              <a:cxn ang="0">
                <a:pos x="connsiteX28017" y="connsiteY28017"/>
              </a:cxn>
              <a:cxn ang="0">
                <a:pos x="connsiteX28018" y="connsiteY28018"/>
              </a:cxn>
              <a:cxn ang="0">
                <a:pos x="connsiteX28019" y="connsiteY28019"/>
              </a:cxn>
              <a:cxn ang="0">
                <a:pos x="connsiteX28020" y="connsiteY28020"/>
              </a:cxn>
              <a:cxn ang="0">
                <a:pos x="connsiteX28021" y="connsiteY28021"/>
              </a:cxn>
              <a:cxn ang="0">
                <a:pos x="connsiteX28022" y="connsiteY28022"/>
              </a:cxn>
              <a:cxn ang="0">
                <a:pos x="connsiteX28023" y="connsiteY28023"/>
              </a:cxn>
              <a:cxn ang="0">
                <a:pos x="connsiteX28024" y="connsiteY28024"/>
              </a:cxn>
              <a:cxn ang="0">
                <a:pos x="connsiteX28025" y="connsiteY28025"/>
              </a:cxn>
              <a:cxn ang="0">
                <a:pos x="connsiteX28026" y="connsiteY28026"/>
              </a:cxn>
              <a:cxn ang="0">
                <a:pos x="connsiteX28027" y="connsiteY28027"/>
              </a:cxn>
              <a:cxn ang="0">
                <a:pos x="connsiteX28028" y="connsiteY28028"/>
              </a:cxn>
              <a:cxn ang="0">
                <a:pos x="connsiteX28029" y="connsiteY28029"/>
              </a:cxn>
              <a:cxn ang="0">
                <a:pos x="connsiteX28030" y="connsiteY28030"/>
              </a:cxn>
              <a:cxn ang="0">
                <a:pos x="connsiteX28031" y="connsiteY28031"/>
              </a:cxn>
              <a:cxn ang="0">
                <a:pos x="connsiteX28032" y="connsiteY28032"/>
              </a:cxn>
              <a:cxn ang="0">
                <a:pos x="connsiteX28033" y="connsiteY28033"/>
              </a:cxn>
              <a:cxn ang="0">
                <a:pos x="connsiteX28034" y="connsiteY28034"/>
              </a:cxn>
              <a:cxn ang="0">
                <a:pos x="connsiteX28035" y="connsiteY28035"/>
              </a:cxn>
              <a:cxn ang="0">
                <a:pos x="connsiteX28036" y="connsiteY28036"/>
              </a:cxn>
              <a:cxn ang="0">
                <a:pos x="connsiteX28037" y="connsiteY28037"/>
              </a:cxn>
              <a:cxn ang="0">
                <a:pos x="connsiteX28038" y="connsiteY28038"/>
              </a:cxn>
              <a:cxn ang="0">
                <a:pos x="connsiteX28039" y="connsiteY28039"/>
              </a:cxn>
              <a:cxn ang="0">
                <a:pos x="connsiteX28040" y="connsiteY28040"/>
              </a:cxn>
              <a:cxn ang="0">
                <a:pos x="connsiteX28041" y="connsiteY28041"/>
              </a:cxn>
              <a:cxn ang="0">
                <a:pos x="connsiteX28042" y="connsiteY28042"/>
              </a:cxn>
              <a:cxn ang="0">
                <a:pos x="connsiteX28043" y="connsiteY28043"/>
              </a:cxn>
              <a:cxn ang="0">
                <a:pos x="connsiteX28044" y="connsiteY28044"/>
              </a:cxn>
              <a:cxn ang="0">
                <a:pos x="connsiteX28045" y="connsiteY28045"/>
              </a:cxn>
              <a:cxn ang="0">
                <a:pos x="connsiteX28046" y="connsiteY28046"/>
              </a:cxn>
              <a:cxn ang="0">
                <a:pos x="connsiteX28047" y="connsiteY28047"/>
              </a:cxn>
              <a:cxn ang="0">
                <a:pos x="connsiteX28048" y="connsiteY28048"/>
              </a:cxn>
              <a:cxn ang="0">
                <a:pos x="connsiteX28049" y="connsiteY28049"/>
              </a:cxn>
              <a:cxn ang="0">
                <a:pos x="connsiteX28050" y="connsiteY28050"/>
              </a:cxn>
              <a:cxn ang="0">
                <a:pos x="connsiteX28051" y="connsiteY28051"/>
              </a:cxn>
              <a:cxn ang="0">
                <a:pos x="connsiteX28052" y="connsiteY28052"/>
              </a:cxn>
              <a:cxn ang="0">
                <a:pos x="connsiteX28053" y="connsiteY28053"/>
              </a:cxn>
              <a:cxn ang="0">
                <a:pos x="connsiteX28054" y="connsiteY28054"/>
              </a:cxn>
              <a:cxn ang="0">
                <a:pos x="connsiteX28055" y="connsiteY28055"/>
              </a:cxn>
              <a:cxn ang="0">
                <a:pos x="connsiteX28056" y="connsiteY28056"/>
              </a:cxn>
              <a:cxn ang="0">
                <a:pos x="connsiteX28057" y="connsiteY28057"/>
              </a:cxn>
              <a:cxn ang="0">
                <a:pos x="connsiteX28058" y="connsiteY28058"/>
              </a:cxn>
              <a:cxn ang="0">
                <a:pos x="connsiteX28059" y="connsiteY28059"/>
              </a:cxn>
              <a:cxn ang="0">
                <a:pos x="connsiteX28060" y="connsiteY28060"/>
              </a:cxn>
              <a:cxn ang="0">
                <a:pos x="connsiteX28061" y="connsiteY28061"/>
              </a:cxn>
              <a:cxn ang="0">
                <a:pos x="connsiteX28062" y="connsiteY28062"/>
              </a:cxn>
              <a:cxn ang="0">
                <a:pos x="connsiteX28063" y="connsiteY28063"/>
              </a:cxn>
              <a:cxn ang="0">
                <a:pos x="connsiteX28064" y="connsiteY28064"/>
              </a:cxn>
              <a:cxn ang="0">
                <a:pos x="connsiteX28065" y="connsiteY28065"/>
              </a:cxn>
              <a:cxn ang="0">
                <a:pos x="connsiteX28066" y="connsiteY28066"/>
              </a:cxn>
              <a:cxn ang="0">
                <a:pos x="connsiteX28067" y="connsiteY28067"/>
              </a:cxn>
              <a:cxn ang="0">
                <a:pos x="connsiteX28068" y="connsiteY28068"/>
              </a:cxn>
              <a:cxn ang="0">
                <a:pos x="connsiteX28069" y="connsiteY28069"/>
              </a:cxn>
              <a:cxn ang="0">
                <a:pos x="connsiteX28070" y="connsiteY28070"/>
              </a:cxn>
              <a:cxn ang="0">
                <a:pos x="connsiteX28071" y="connsiteY28071"/>
              </a:cxn>
              <a:cxn ang="0">
                <a:pos x="connsiteX28072" y="connsiteY28072"/>
              </a:cxn>
              <a:cxn ang="0">
                <a:pos x="connsiteX28073" y="connsiteY28073"/>
              </a:cxn>
              <a:cxn ang="0">
                <a:pos x="connsiteX28074" y="connsiteY28074"/>
              </a:cxn>
              <a:cxn ang="0">
                <a:pos x="connsiteX28075" y="connsiteY28075"/>
              </a:cxn>
              <a:cxn ang="0">
                <a:pos x="connsiteX28076" y="connsiteY28076"/>
              </a:cxn>
              <a:cxn ang="0">
                <a:pos x="connsiteX28077" y="connsiteY28077"/>
              </a:cxn>
              <a:cxn ang="0">
                <a:pos x="connsiteX28078" y="connsiteY28078"/>
              </a:cxn>
              <a:cxn ang="0">
                <a:pos x="connsiteX28079" y="connsiteY28079"/>
              </a:cxn>
              <a:cxn ang="0">
                <a:pos x="connsiteX28080" y="connsiteY28080"/>
              </a:cxn>
              <a:cxn ang="0">
                <a:pos x="connsiteX28081" y="connsiteY28081"/>
              </a:cxn>
              <a:cxn ang="0">
                <a:pos x="connsiteX28082" y="connsiteY28082"/>
              </a:cxn>
              <a:cxn ang="0">
                <a:pos x="connsiteX28083" y="connsiteY28083"/>
              </a:cxn>
              <a:cxn ang="0">
                <a:pos x="connsiteX28084" y="connsiteY28084"/>
              </a:cxn>
              <a:cxn ang="0">
                <a:pos x="connsiteX28085" y="connsiteY28085"/>
              </a:cxn>
              <a:cxn ang="0">
                <a:pos x="connsiteX28086" y="connsiteY28086"/>
              </a:cxn>
              <a:cxn ang="0">
                <a:pos x="connsiteX28087" y="connsiteY28087"/>
              </a:cxn>
              <a:cxn ang="0">
                <a:pos x="connsiteX28088" y="connsiteY28088"/>
              </a:cxn>
              <a:cxn ang="0">
                <a:pos x="connsiteX28089" y="connsiteY28089"/>
              </a:cxn>
              <a:cxn ang="0">
                <a:pos x="connsiteX28090" y="connsiteY28090"/>
              </a:cxn>
              <a:cxn ang="0">
                <a:pos x="connsiteX28091" y="connsiteY28091"/>
              </a:cxn>
              <a:cxn ang="0">
                <a:pos x="connsiteX28092" y="connsiteY28092"/>
              </a:cxn>
              <a:cxn ang="0">
                <a:pos x="connsiteX28093" y="connsiteY28093"/>
              </a:cxn>
              <a:cxn ang="0">
                <a:pos x="connsiteX28094" y="connsiteY28094"/>
              </a:cxn>
              <a:cxn ang="0">
                <a:pos x="connsiteX28095" y="connsiteY28095"/>
              </a:cxn>
              <a:cxn ang="0">
                <a:pos x="connsiteX28096" y="connsiteY28096"/>
              </a:cxn>
              <a:cxn ang="0">
                <a:pos x="connsiteX28097" y="connsiteY28097"/>
              </a:cxn>
              <a:cxn ang="0">
                <a:pos x="connsiteX28098" y="connsiteY28098"/>
              </a:cxn>
              <a:cxn ang="0">
                <a:pos x="connsiteX28099" y="connsiteY28099"/>
              </a:cxn>
              <a:cxn ang="0">
                <a:pos x="connsiteX28100" y="connsiteY28100"/>
              </a:cxn>
              <a:cxn ang="0">
                <a:pos x="connsiteX28101" y="connsiteY28101"/>
              </a:cxn>
              <a:cxn ang="0">
                <a:pos x="connsiteX28102" y="connsiteY28102"/>
              </a:cxn>
              <a:cxn ang="0">
                <a:pos x="connsiteX28103" y="connsiteY28103"/>
              </a:cxn>
              <a:cxn ang="0">
                <a:pos x="connsiteX28104" y="connsiteY28104"/>
              </a:cxn>
              <a:cxn ang="0">
                <a:pos x="connsiteX28105" y="connsiteY28105"/>
              </a:cxn>
              <a:cxn ang="0">
                <a:pos x="connsiteX28106" y="connsiteY28106"/>
              </a:cxn>
              <a:cxn ang="0">
                <a:pos x="connsiteX28107" y="connsiteY28107"/>
              </a:cxn>
              <a:cxn ang="0">
                <a:pos x="connsiteX28108" y="connsiteY28108"/>
              </a:cxn>
              <a:cxn ang="0">
                <a:pos x="connsiteX28109" y="connsiteY28109"/>
              </a:cxn>
              <a:cxn ang="0">
                <a:pos x="connsiteX28110" y="connsiteY28110"/>
              </a:cxn>
              <a:cxn ang="0">
                <a:pos x="connsiteX28111" y="connsiteY28111"/>
              </a:cxn>
              <a:cxn ang="0">
                <a:pos x="connsiteX28112" y="connsiteY28112"/>
              </a:cxn>
              <a:cxn ang="0">
                <a:pos x="connsiteX28113" y="connsiteY28113"/>
              </a:cxn>
              <a:cxn ang="0">
                <a:pos x="connsiteX28114" y="connsiteY28114"/>
              </a:cxn>
              <a:cxn ang="0">
                <a:pos x="connsiteX28115" y="connsiteY28115"/>
              </a:cxn>
              <a:cxn ang="0">
                <a:pos x="connsiteX28116" y="connsiteY28116"/>
              </a:cxn>
              <a:cxn ang="0">
                <a:pos x="connsiteX28117" y="connsiteY28117"/>
              </a:cxn>
              <a:cxn ang="0">
                <a:pos x="connsiteX28118" y="connsiteY28118"/>
              </a:cxn>
              <a:cxn ang="0">
                <a:pos x="connsiteX28119" y="connsiteY28119"/>
              </a:cxn>
              <a:cxn ang="0">
                <a:pos x="connsiteX28120" y="connsiteY28120"/>
              </a:cxn>
              <a:cxn ang="0">
                <a:pos x="connsiteX28121" y="connsiteY28121"/>
              </a:cxn>
              <a:cxn ang="0">
                <a:pos x="connsiteX28122" y="connsiteY28122"/>
              </a:cxn>
              <a:cxn ang="0">
                <a:pos x="connsiteX28123" y="connsiteY28123"/>
              </a:cxn>
              <a:cxn ang="0">
                <a:pos x="connsiteX28124" y="connsiteY28124"/>
              </a:cxn>
              <a:cxn ang="0">
                <a:pos x="connsiteX28125" y="connsiteY28125"/>
              </a:cxn>
              <a:cxn ang="0">
                <a:pos x="connsiteX28126" y="connsiteY28126"/>
              </a:cxn>
              <a:cxn ang="0">
                <a:pos x="connsiteX28127" y="connsiteY28127"/>
              </a:cxn>
              <a:cxn ang="0">
                <a:pos x="connsiteX28128" y="connsiteY28128"/>
              </a:cxn>
              <a:cxn ang="0">
                <a:pos x="connsiteX28129" y="connsiteY28129"/>
              </a:cxn>
              <a:cxn ang="0">
                <a:pos x="connsiteX28130" y="connsiteY28130"/>
              </a:cxn>
              <a:cxn ang="0">
                <a:pos x="connsiteX28131" y="connsiteY28131"/>
              </a:cxn>
              <a:cxn ang="0">
                <a:pos x="connsiteX28132" y="connsiteY28132"/>
              </a:cxn>
              <a:cxn ang="0">
                <a:pos x="connsiteX28133" y="connsiteY28133"/>
              </a:cxn>
              <a:cxn ang="0">
                <a:pos x="connsiteX28134" y="connsiteY28134"/>
              </a:cxn>
              <a:cxn ang="0">
                <a:pos x="connsiteX28135" y="connsiteY28135"/>
              </a:cxn>
              <a:cxn ang="0">
                <a:pos x="connsiteX28136" y="connsiteY28136"/>
              </a:cxn>
              <a:cxn ang="0">
                <a:pos x="connsiteX28137" y="connsiteY28137"/>
              </a:cxn>
              <a:cxn ang="0">
                <a:pos x="connsiteX28138" y="connsiteY28138"/>
              </a:cxn>
              <a:cxn ang="0">
                <a:pos x="connsiteX28139" y="connsiteY28139"/>
              </a:cxn>
              <a:cxn ang="0">
                <a:pos x="connsiteX28140" y="connsiteY28140"/>
              </a:cxn>
              <a:cxn ang="0">
                <a:pos x="connsiteX28141" y="connsiteY28141"/>
              </a:cxn>
              <a:cxn ang="0">
                <a:pos x="connsiteX28142" y="connsiteY28142"/>
              </a:cxn>
              <a:cxn ang="0">
                <a:pos x="connsiteX28143" y="connsiteY28143"/>
              </a:cxn>
              <a:cxn ang="0">
                <a:pos x="connsiteX28144" y="connsiteY28144"/>
              </a:cxn>
              <a:cxn ang="0">
                <a:pos x="connsiteX28145" y="connsiteY28145"/>
              </a:cxn>
              <a:cxn ang="0">
                <a:pos x="connsiteX28146" y="connsiteY28146"/>
              </a:cxn>
              <a:cxn ang="0">
                <a:pos x="connsiteX28147" y="connsiteY28147"/>
              </a:cxn>
              <a:cxn ang="0">
                <a:pos x="connsiteX28148" y="connsiteY28148"/>
              </a:cxn>
              <a:cxn ang="0">
                <a:pos x="connsiteX28149" y="connsiteY28149"/>
              </a:cxn>
              <a:cxn ang="0">
                <a:pos x="connsiteX28150" y="connsiteY28150"/>
              </a:cxn>
              <a:cxn ang="0">
                <a:pos x="connsiteX28151" y="connsiteY28151"/>
              </a:cxn>
              <a:cxn ang="0">
                <a:pos x="connsiteX28152" y="connsiteY28152"/>
              </a:cxn>
              <a:cxn ang="0">
                <a:pos x="connsiteX28153" y="connsiteY28153"/>
              </a:cxn>
              <a:cxn ang="0">
                <a:pos x="connsiteX28154" y="connsiteY28154"/>
              </a:cxn>
              <a:cxn ang="0">
                <a:pos x="connsiteX28155" y="connsiteY28155"/>
              </a:cxn>
              <a:cxn ang="0">
                <a:pos x="connsiteX28156" y="connsiteY28156"/>
              </a:cxn>
              <a:cxn ang="0">
                <a:pos x="connsiteX28157" y="connsiteY28157"/>
              </a:cxn>
              <a:cxn ang="0">
                <a:pos x="connsiteX28158" y="connsiteY28158"/>
              </a:cxn>
              <a:cxn ang="0">
                <a:pos x="connsiteX28159" y="connsiteY28159"/>
              </a:cxn>
              <a:cxn ang="0">
                <a:pos x="connsiteX28160" y="connsiteY28160"/>
              </a:cxn>
              <a:cxn ang="0">
                <a:pos x="connsiteX28161" y="connsiteY28161"/>
              </a:cxn>
              <a:cxn ang="0">
                <a:pos x="connsiteX28162" y="connsiteY28162"/>
              </a:cxn>
              <a:cxn ang="0">
                <a:pos x="connsiteX28163" y="connsiteY28163"/>
              </a:cxn>
              <a:cxn ang="0">
                <a:pos x="connsiteX28164" y="connsiteY28164"/>
              </a:cxn>
              <a:cxn ang="0">
                <a:pos x="connsiteX28165" y="connsiteY28165"/>
              </a:cxn>
              <a:cxn ang="0">
                <a:pos x="connsiteX28166" y="connsiteY28166"/>
              </a:cxn>
              <a:cxn ang="0">
                <a:pos x="connsiteX28167" y="connsiteY28167"/>
              </a:cxn>
              <a:cxn ang="0">
                <a:pos x="connsiteX28168" y="connsiteY28168"/>
              </a:cxn>
              <a:cxn ang="0">
                <a:pos x="connsiteX28169" y="connsiteY28169"/>
              </a:cxn>
              <a:cxn ang="0">
                <a:pos x="connsiteX28170" y="connsiteY28170"/>
              </a:cxn>
              <a:cxn ang="0">
                <a:pos x="connsiteX28171" y="connsiteY28171"/>
              </a:cxn>
              <a:cxn ang="0">
                <a:pos x="connsiteX28172" y="connsiteY28172"/>
              </a:cxn>
              <a:cxn ang="0">
                <a:pos x="connsiteX28173" y="connsiteY28173"/>
              </a:cxn>
              <a:cxn ang="0">
                <a:pos x="connsiteX28174" y="connsiteY28174"/>
              </a:cxn>
              <a:cxn ang="0">
                <a:pos x="connsiteX28175" y="connsiteY28175"/>
              </a:cxn>
              <a:cxn ang="0">
                <a:pos x="connsiteX28176" y="connsiteY28176"/>
              </a:cxn>
              <a:cxn ang="0">
                <a:pos x="connsiteX28177" y="connsiteY28177"/>
              </a:cxn>
              <a:cxn ang="0">
                <a:pos x="connsiteX28178" y="connsiteY28178"/>
              </a:cxn>
              <a:cxn ang="0">
                <a:pos x="connsiteX28179" y="connsiteY28179"/>
              </a:cxn>
              <a:cxn ang="0">
                <a:pos x="connsiteX28180" y="connsiteY28180"/>
              </a:cxn>
              <a:cxn ang="0">
                <a:pos x="connsiteX28181" y="connsiteY28181"/>
              </a:cxn>
              <a:cxn ang="0">
                <a:pos x="connsiteX28182" y="connsiteY28182"/>
              </a:cxn>
              <a:cxn ang="0">
                <a:pos x="connsiteX28183" y="connsiteY28183"/>
              </a:cxn>
              <a:cxn ang="0">
                <a:pos x="connsiteX28184" y="connsiteY28184"/>
              </a:cxn>
              <a:cxn ang="0">
                <a:pos x="connsiteX28185" y="connsiteY28185"/>
              </a:cxn>
              <a:cxn ang="0">
                <a:pos x="connsiteX28186" y="connsiteY28186"/>
              </a:cxn>
              <a:cxn ang="0">
                <a:pos x="connsiteX28187" y="connsiteY28187"/>
              </a:cxn>
              <a:cxn ang="0">
                <a:pos x="connsiteX28188" y="connsiteY28188"/>
              </a:cxn>
              <a:cxn ang="0">
                <a:pos x="connsiteX28189" y="connsiteY28189"/>
              </a:cxn>
              <a:cxn ang="0">
                <a:pos x="connsiteX28190" y="connsiteY28190"/>
              </a:cxn>
              <a:cxn ang="0">
                <a:pos x="connsiteX28191" y="connsiteY28191"/>
              </a:cxn>
              <a:cxn ang="0">
                <a:pos x="connsiteX28192" y="connsiteY28192"/>
              </a:cxn>
              <a:cxn ang="0">
                <a:pos x="connsiteX28193" y="connsiteY28193"/>
              </a:cxn>
              <a:cxn ang="0">
                <a:pos x="connsiteX28194" y="connsiteY28194"/>
              </a:cxn>
              <a:cxn ang="0">
                <a:pos x="connsiteX28195" y="connsiteY28195"/>
              </a:cxn>
              <a:cxn ang="0">
                <a:pos x="connsiteX28196" y="connsiteY28196"/>
              </a:cxn>
              <a:cxn ang="0">
                <a:pos x="connsiteX28197" y="connsiteY28197"/>
              </a:cxn>
              <a:cxn ang="0">
                <a:pos x="connsiteX28198" y="connsiteY28198"/>
              </a:cxn>
              <a:cxn ang="0">
                <a:pos x="connsiteX28199" y="connsiteY28199"/>
              </a:cxn>
              <a:cxn ang="0">
                <a:pos x="connsiteX28200" y="connsiteY28200"/>
              </a:cxn>
              <a:cxn ang="0">
                <a:pos x="connsiteX28201" y="connsiteY28201"/>
              </a:cxn>
              <a:cxn ang="0">
                <a:pos x="connsiteX28202" y="connsiteY28202"/>
              </a:cxn>
              <a:cxn ang="0">
                <a:pos x="connsiteX28203" y="connsiteY28203"/>
              </a:cxn>
              <a:cxn ang="0">
                <a:pos x="connsiteX28204" y="connsiteY28204"/>
              </a:cxn>
              <a:cxn ang="0">
                <a:pos x="connsiteX28205" y="connsiteY28205"/>
              </a:cxn>
              <a:cxn ang="0">
                <a:pos x="connsiteX28206" y="connsiteY28206"/>
              </a:cxn>
              <a:cxn ang="0">
                <a:pos x="connsiteX28207" y="connsiteY28207"/>
              </a:cxn>
              <a:cxn ang="0">
                <a:pos x="connsiteX28208" y="connsiteY28208"/>
              </a:cxn>
              <a:cxn ang="0">
                <a:pos x="connsiteX28209" y="connsiteY28209"/>
              </a:cxn>
              <a:cxn ang="0">
                <a:pos x="connsiteX28210" y="connsiteY28210"/>
              </a:cxn>
              <a:cxn ang="0">
                <a:pos x="connsiteX28211" y="connsiteY28211"/>
              </a:cxn>
              <a:cxn ang="0">
                <a:pos x="connsiteX28212" y="connsiteY28212"/>
              </a:cxn>
              <a:cxn ang="0">
                <a:pos x="connsiteX28213" y="connsiteY28213"/>
              </a:cxn>
              <a:cxn ang="0">
                <a:pos x="connsiteX28214" y="connsiteY28214"/>
              </a:cxn>
              <a:cxn ang="0">
                <a:pos x="connsiteX28215" y="connsiteY28215"/>
              </a:cxn>
              <a:cxn ang="0">
                <a:pos x="connsiteX28216" y="connsiteY28216"/>
              </a:cxn>
              <a:cxn ang="0">
                <a:pos x="connsiteX28217" y="connsiteY28217"/>
              </a:cxn>
              <a:cxn ang="0">
                <a:pos x="connsiteX28218" y="connsiteY28218"/>
              </a:cxn>
              <a:cxn ang="0">
                <a:pos x="connsiteX28219" y="connsiteY28219"/>
              </a:cxn>
              <a:cxn ang="0">
                <a:pos x="connsiteX28220" y="connsiteY28220"/>
              </a:cxn>
              <a:cxn ang="0">
                <a:pos x="connsiteX28221" y="connsiteY28221"/>
              </a:cxn>
              <a:cxn ang="0">
                <a:pos x="connsiteX28222" y="connsiteY28222"/>
              </a:cxn>
              <a:cxn ang="0">
                <a:pos x="connsiteX28223" y="connsiteY28223"/>
              </a:cxn>
              <a:cxn ang="0">
                <a:pos x="connsiteX28224" y="connsiteY28224"/>
              </a:cxn>
              <a:cxn ang="0">
                <a:pos x="connsiteX28225" y="connsiteY28225"/>
              </a:cxn>
              <a:cxn ang="0">
                <a:pos x="connsiteX28226" y="connsiteY28226"/>
              </a:cxn>
              <a:cxn ang="0">
                <a:pos x="connsiteX28227" y="connsiteY28227"/>
              </a:cxn>
              <a:cxn ang="0">
                <a:pos x="connsiteX28228" y="connsiteY28228"/>
              </a:cxn>
              <a:cxn ang="0">
                <a:pos x="connsiteX28229" y="connsiteY28229"/>
              </a:cxn>
              <a:cxn ang="0">
                <a:pos x="connsiteX28230" y="connsiteY28230"/>
              </a:cxn>
              <a:cxn ang="0">
                <a:pos x="connsiteX28231" y="connsiteY28231"/>
              </a:cxn>
              <a:cxn ang="0">
                <a:pos x="connsiteX28232" y="connsiteY28232"/>
              </a:cxn>
              <a:cxn ang="0">
                <a:pos x="connsiteX28233" y="connsiteY28233"/>
              </a:cxn>
              <a:cxn ang="0">
                <a:pos x="connsiteX28234" y="connsiteY28234"/>
              </a:cxn>
              <a:cxn ang="0">
                <a:pos x="connsiteX28235" y="connsiteY28235"/>
              </a:cxn>
              <a:cxn ang="0">
                <a:pos x="connsiteX28236" y="connsiteY28236"/>
              </a:cxn>
              <a:cxn ang="0">
                <a:pos x="connsiteX28237" y="connsiteY28237"/>
              </a:cxn>
              <a:cxn ang="0">
                <a:pos x="connsiteX28238" y="connsiteY28238"/>
              </a:cxn>
              <a:cxn ang="0">
                <a:pos x="connsiteX28239" y="connsiteY28239"/>
              </a:cxn>
              <a:cxn ang="0">
                <a:pos x="connsiteX28240" y="connsiteY28240"/>
              </a:cxn>
              <a:cxn ang="0">
                <a:pos x="connsiteX28241" y="connsiteY28241"/>
              </a:cxn>
              <a:cxn ang="0">
                <a:pos x="connsiteX28242" y="connsiteY28242"/>
              </a:cxn>
              <a:cxn ang="0">
                <a:pos x="connsiteX28243" y="connsiteY28243"/>
              </a:cxn>
              <a:cxn ang="0">
                <a:pos x="connsiteX28244" y="connsiteY28244"/>
              </a:cxn>
              <a:cxn ang="0">
                <a:pos x="connsiteX28245" y="connsiteY28245"/>
              </a:cxn>
              <a:cxn ang="0">
                <a:pos x="connsiteX28246" y="connsiteY28246"/>
              </a:cxn>
              <a:cxn ang="0">
                <a:pos x="connsiteX28247" y="connsiteY28247"/>
              </a:cxn>
              <a:cxn ang="0">
                <a:pos x="connsiteX28248" y="connsiteY28248"/>
              </a:cxn>
              <a:cxn ang="0">
                <a:pos x="connsiteX28249" y="connsiteY28249"/>
              </a:cxn>
              <a:cxn ang="0">
                <a:pos x="connsiteX28250" y="connsiteY28250"/>
              </a:cxn>
              <a:cxn ang="0">
                <a:pos x="connsiteX28251" y="connsiteY28251"/>
              </a:cxn>
              <a:cxn ang="0">
                <a:pos x="connsiteX28252" y="connsiteY28252"/>
              </a:cxn>
              <a:cxn ang="0">
                <a:pos x="connsiteX28253" y="connsiteY28253"/>
              </a:cxn>
              <a:cxn ang="0">
                <a:pos x="connsiteX28254" y="connsiteY28254"/>
              </a:cxn>
              <a:cxn ang="0">
                <a:pos x="connsiteX28255" y="connsiteY28255"/>
              </a:cxn>
              <a:cxn ang="0">
                <a:pos x="connsiteX28256" y="connsiteY28256"/>
              </a:cxn>
              <a:cxn ang="0">
                <a:pos x="connsiteX28257" y="connsiteY28257"/>
              </a:cxn>
              <a:cxn ang="0">
                <a:pos x="connsiteX28258" y="connsiteY28258"/>
              </a:cxn>
              <a:cxn ang="0">
                <a:pos x="connsiteX28259" y="connsiteY28259"/>
              </a:cxn>
              <a:cxn ang="0">
                <a:pos x="connsiteX28260" y="connsiteY28260"/>
              </a:cxn>
              <a:cxn ang="0">
                <a:pos x="connsiteX28261" y="connsiteY28261"/>
              </a:cxn>
              <a:cxn ang="0">
                <a:pos x="connsiteX28262" y="connsiteY28262"/>
              </a:cxn>
              <a:cxn ang="0">
                <a:pos x="connsiteX28263" y="connsiteY28263"/>
              </a:cxn>
              <a:cxn ang="0">
                <a:pos x="connsiteX28264" y="connsiteY28264"/>
              </a:cxn>
              <a:cxn ang="0">
                <a:pos x="connsiteX28265" y="connsiteY28265"/>
              </a:cxn>
              <a:cxn ang="0">
                <a:pos x="connsiteX28266" y="connsiteY28266"/>
              </a:cxn>
              <a:cxn ang="0">
                <a:pos x="connsiteX28267" y="connsiteY28267"/>
              </a:cxn>
              <a:cxn ang="0">
                <a:pos x="connsiteX28268" y="connsiteY28268"/>
              </a:cxn>
              <a:cxn ang="0">
                <a:pos x="connsiteX28269" y="connsiteY28269"/>
              </a:cxn>
              <a:cxn ang="0">
                <a:pos x="connsiteX28270" y="connsiteY28270"/>
              </a:cxn>
              <a:cxn ang="0">
                <a:pos x="connsiteX28271" y="connsiteY28271"/>
              </a:cxn>
              <a:cxn ang="0">
                <a:pos x="connsiteX28272" y="connsiteY28272"/>
              </a:cxn>
              <a:cxn ang="0">
                <a:pos x="connsiteX28273" y="connsiteY28273"/>
              </a:cxn>
              <a:cxn ang="0">
                <a:pos x="connsiteX28274" y="connsiteY28274"/>
              </a:cxn>
              <a:cxn ang="0">
                <a:pos x="connsiteX28275" y="connsiteY28275"/>
              </a:cxn>
              <a:cxn ang="0">
                <a:pos x="connsiteX28276" y="connsiteY28276"/>
              </a:cxn>
              <a:cxn ang="0">
                <a:pos x="connsiteX28277" y="connsiteY28277"/>
              </a:cxn>
              <a:cxn ang="0">
                <a:pos x="connsiteX28278" y="connsiteY28278"/>
              </a:cxn>
              <a:cxn ang="0">
                <a:pos x="connsiteX28279" y="connsiteY28279"/>
              </a:cxn>
              <a:cxn ang="0">
                <a:pos x="connsiteX28280" y="connsiteY28280"/>
              </a:cxn>
              <a:cxn ang="0">
                <a:pos x="connsiteX28281" y="connsiteY28281"/>
              </a:cxn>
              <a:cxn ang="0">
                <a:pos x="connsiteX28282" y="connsiteY28282"/>
              </a:cxn>
              <a:cxn ang="0">
                <a:pos x="connsiteX28283" y="connsiteY28283"/>
              </a:cxn>
              <a:cxn ang="0">
                <a:pos x="connsiteX28284" y="connsiteY28284"/>
              </a:cxn>
              <a:cxn ang="0">
                <a:pos x="connsiteX28285" y="connsiteY28285"/>
              </a:cxn>
              <a:cxn ang="0">
                <a:pos x="connsiteX28286" y="connsiteY28286"/>
              </a:cxn>
              <a:cxn ang="0">
                <a:pos x="connsiteX28287" y="connsiteY28287"/>
              </a:cxn>
              <a:cxn ang="0">
                <a:pos x="connsiteX28288" y="connsiteY28288"/>
              </a:cxn>
              <a:cxn ang="0">
                <a:pos x="connsiteX28289" y="connsiteY28289"/>
              </a:cxn>
              <a:cxn ang="0">
                <a:pos x="connsiteX28290" y="connsiteY28290"/>
              </a:cxn>
              <a:cxn ang="0">
                <a:pos x="connsiteX28291" y="connsiteY28291"/>
              </a:cxn>
              <a:cxn ang="0">
                <a:pos x="connsiteX28292" y="connsiteY28292"/>
              </a:cxn>
              <a:cxn ang="0">
                <a:pos x="connsiteX28293" y="connsiteY28293"/>
              </a:cxn>
              <a:cxn ang="0">
                <a:pos x="connsiteX28294" y="connsiteY28294"/>
              </a:cxn>
              <a:cxn ang="0">
                <a:pos x="connsiteX28295" y="connsiteY28295"/>
              </a:cxn>
              <a:cxn ang="0">
                <a:pos x="connsiteX28296" y="connsiteY28296"/>
              </a:cxn>
              <a:cxn ang="0">
                <a:pos x="connsiteX28297" y="connsiteY28297"/>
              </a:cxn>
              <a:cxn ang="0">
                <a:pos x="connsiteX28298" y="connsiteY28298"/>
              </a:cxn>
              <a:cxn ang="0">
                <a:pos x="connsiteX28299" y="connsiteY28299"/>
              </a:cxn>
              <a:cxn ang="0">
                <a:pos x="connsiteX28300" y="connsiteY28300"/>
              </a:cxn>
              <a:cxn ang="0">
                <a:pos x="connsiteX28301" y="connsiteY28301"/>
              </a:cxn>
              <a:cxn ang="0">
                <a:pos x="connsiteX28302" y="connsiteY28302"/>
              </a:cxn>
              <a:cxn ang="0">
                <a:pos x="connsiteX28303" y="connsiteY28303"/>
              </a:cxn>
              <a:cxn ang="0">
                <a:pos x="connsiteX28304" y="connsiteY28304"/>
              </a:cxn>
              <a:cxn ang="0">
                <a:pos x="connsiteX28305" y="connsiteY28305"/>
              </a:cxn>
              <a:cxn ang="0">
                <a:pos x="connsiteX28306" y="connsiteY28306"/>
              </a:cxn>
              <a:cxn ang="0">
                <a:pos x="connsiteX28307" y="connsiteY28307"/>
              </a:cxn>
              <a:cxn ang="0">
                <a:pos x="connsiteX28308" y="connsiteY28308"/>
              </a:cxn>
              <a:cxn ang="0">
                <a:pos x="connsiteX28309" y="connsiteY28309"/>
              </a:cxn>
              <a:cxn ang="0">
                <a:pos x="connsiteX28310" y="connsiteY28310"/>
              </a:cxn>
              <a:cxn ang="0">
                <a:pos x="connsiteX28311" y="connsiteY28311"/>
              </a:cxn>
              <a:cxn ang="0">
                <a:pos x="connsiteX28312" y="connsiteY28312"/>
              </a:cxn>
              <a:cxn ang="0">
                <a:pos x="connsiteX28313" y="connsiteY28313"/>
              </a:cxn>
              <a:cxn ang="0">
                <a:pos x="connsiteX28314" y="connsiteY28314"/>
              </a:cxn>
              <a:cxn ang="0">
                <a:pos x="connsiteX28315" y="connsiteY28315"/>
              </a:cxn>
              <a:cxn ang="0">
                <a:pos x="connsiteX28316" y="connsiteY28316"/>
              </a:cxn>
              <a:cxn ang="0">
                <a:pos x="connsiteX28317" y="connsiteY28317"/>
              </a:cxn>
              <a:cxn ang="0">
                <a:pos x="connsiteX28318" y="connsiteY28318"/>
              </a:cxn>
              <a:cxn ang="0">
                <a:pos x="connsiteX28319" y="connsiteY28319"/>
              </a:cxn>
              <a:cxn ang="0">
                <a:pos x="connsiteX28320" y="connsiteY28320"/>
              </a:cxn>
              <a:cxn ang="0">
                <a:pos x="connsiteX28321" y="connsiteY28321"/>
              </a:cxn>
              <a:cxn ang="0">
                <a:pos x="connsiteX28322" y="connsiteY28322"/>
              </a:cxn>
              <a:cxn ang="0">
                <a:pos x="connsiteX28323" y="connsiteY28323"/>
              </a:cxn>
              <a:cxn ang="0">
                <a:pos x="connsiteX28324" y="connsiteY28324"/>
              </a:cxn>
              <a:cxn ang="0">
                <a:pos x="connsiteX28325" y="connsiteY28325"/>
              </a:cxn>
              <a:cxn ang="0">
                <a:pos x="connsiteX28326" y="connsiteY28326"/>
              </a:cxn>
              <a:cxn ang="0">
                <a:pos x="connsiteX28327" y="connsiteY28327"/>
              </a:cxn>
              <a:cxn ang="0">
                <a:pos x="connsiteX28328" y="connsiteY28328"/>
              </a:cxn>
              <a:cxn ang="0">
                <a:pos x="connsiteX28329" y="connsiteY28329"/>
              </a:cxn>
              <a:cxn ang="0">
                <a:pos x="connsiteX28330" y="connsiteY28330"/>
              </a:cxn>
              <a:cxn ang="0">
                <a:pos x="connsiteX28331" y="connsiteY28331"/>
              </a:cxn>
              <a:cxn ang="0">
                <a:pos x="connsiteX28332" y="connsiteY28332"/>
              </a:cxn>
              <a:cxn ang="0">
                <a:pos x="connsiteX28333" y="connsiteY28333"/>
              </a:cxn>
              <a:cxn ang="0">
                <a:pos x="connsiteX28334" y="connsiteY28334"/>
              </a:cxn>
              <a:cxn ang="0">
                <a:pos x="connsiteX28335" y="connsiteY28335"/>
              </a:cxn>
              <a:cxn ang="0">
                <a:pos x="connsiteX28336" y="connsiteY28336"/>
              </a:cxn>
              <a:cxn ang="0">
                <a:pos x="connsiteX28337" y="connsiteY28337"/>
              </a:cxn>
              <a:cxn ang="0">
                <a:pos x="connsiteX28338" y="connsiteY28338"/>
              </a:cxn>
              <a:cxn ang="0">
                <a:pos x="connsiteX28339" y="connsiteY28339"/>
              </a:cxn>
              <a:cxn ang="0">
                <a:pos x="connsiteX28340" y="connsiteY28340"/>
              </a:cxn>
              <a:cxn ang="0">
                <a:pos x="connsiteX28341" y="connsiteY28341"/>
              </a:cxn>
              <a:cxn ang="0">
                <a:pos x="connsiteX28342" y="connsiteY28342"/>
              </a:cxn>
              <a:cxn ang="0">
                <a:pos x="connsiteX28343" y="connsiteY28343"/>
              </a:cxn>
              <a:cxn ang="0">
                <a:pos x="connsiteX28344" y="connsiteY28344"/>
              </a:cxn>
              <a:cxn ang="0">
                <a:pos x="connsiteX28345" y="connsiteY28345"/>
              </a:cxn>
              <a:cxn ang="0">
                <a:pos x="connsiteX28346" y="connsiteY28346"/>
              </a:cxn>
              <a:cxn ang="0">
                <a:pos x="connsiteX28347" y="connsiteY28347"/>
              </a:cxn>
              <a:cxn ang="0">
                <a:pos x="connsiteX28348" y="connsiteY28348"/>
              </a:cxn>
              <a:cxn ang="0">
                <a:pos x="connsiteX28349" y="connsiteY28349"/>
              </a:cxn>
              <a:cxn ang="0">
                <a:pos x="connsiteX28350" y="connsiteY28350"/>
              </a:cxn>
              <a:cxn ang="0">
                <a:pos x="connsiteX28351" y="connsiteY28351"/>
              </a:cxn>
              <a:cxn ang="0">
                <a:pos x="connsiteX28352" y="connsiteY28352"/>
              </a:cxn>
              <a:cxn ang="0">
                <a:pos x="connsiteX28353" y="connsiteY28353"/>
              </a:cxn>
              <a:cxn ang="0">
                <a:pos x="connsiteX28354" y="connsiteY28354"/>
              </a:cxn>
              <a:cxn ang="0">
                <a:pos x="connsiteX28355" y="connsiteY28355"/>
              </a:cxn>
              <a:cxn ang="0">
                <a:pos x="connsiteX28356" y="connsiteY28356"/>
              </a:cxn>
              <a:cxn ang="0">
                <a:pos x="connsiteX28357" y="connsiteY28357"/>
              </a:cxn>
              <a:cxn ang="0">
                <a:pos x="connsiteX28358" y="connsiteY28358"/>
              </a:cxn>
              <a:cxn ang="0">
                <a:pos x="connsiteX28359" y="connsiteY28359"/>
              </a:cxn>
              <a:cxn ang="0">
                <a:pos x="connsiteX28360" y="connsiteY28360"/>
              </a:cxn>
              <a:cxn ang="0">
                <a:pos x="connsiteX28361" y="connsiteY28361"/>
              </a:cxn>
              <a:cxn ang="0">
                <a:pos x="connsiteX28362" y="connsiteY28362"/>
              </a:cxn>
              <a:cxn ang="0">
                <a:pos x="connsiteX28363" y="connsiteY28363"/>
              </a:cxn>
              <a:cxn ang="0">
                <a:pos x="connsiteX28364" y="connsiteY28364"/>
              </a:cxn>
              <a:cxn ang="0">
                <a:pos x="connsiteX28365" y="connsiteY28365"/>
              </a:cxn>
              <a:cxn ang="0">
                <a:pos x="connsiteX28366" y="connsiteY28366"/>
              </a:cxn>
              <a:cxn ang="0">
                <a:pos x="connsiteX28367" y="connsiteY28367"/>
              </a:cxn>
              <a:cxn ang="0">
                <a:pos x="connsiteX28368" y="connsiteY28368"/>
              </a:cxn>
              <a:cxn ang="0">
                <a:pos x="connsiteX28369" y="connsiteY28369"/>
              </a:cxn>
              <a:cxn ang="0">
                <a:pos x="connsiteX28370" y="connsiteY28370"/>
              </a:cxn>
              <a:cxn ang="0">
                <a:pos x="connsiteX28371" y="connsiteY28371"/>
              </a:cxn>
              <a:cxn ang="0">
                <a:pos x="connsiteX28372" y="connsiteY28372"/>
              </a:cxn>
              <a:cxn ang="0">
                <a:pos x="connsiteX28373" y="connsiteY28373"/>
              </a:cxn>
              <a:cxn ang="0">
                <a:pos x="connsiteX28374" y="connsiteY28374"/>
              </a:cxn>
              <a:cxn ang="0">
                <a:pos x="connsiteX28375" y="connsiteY28375"/>
              </a:cxn>
              <a:cxn ang="0">
                <a:pos x="connsiteX28376" y="connsiteY28376"/>
              </a:cxn>
              <a:cxn ang="0">
                <a:pos x="connsiteX28377" y="connsiteY28377"/>
              </a:cxn>
              <a:cxn ang="0">
                <a:pos x="connsiteX28378" y="connsiteY28378"/>
              </a:cxn>
              <a:cxn ang="0">
                <a:pos x="connsiteX28379" y="connsiteY28379"/>
              </a:cxn>
              <a:cxn ang="0">
                <a:pos x="connsiteX28380" y="connsiteY28380"/>
              </a:cxn>
              <a:cxn ang="0">
                <a:pos x="connsiteX28381" y="connsiteY28381"/>
              </a:cxn>
              <a:cxn ang="0">
                <a:pos x="connsiteX28382" y="connsiteY28382"/>
              </a:cxn>
              <a:cxn ang="0">
                <a:pos x="connsiteX28383" y="connsiteY28383"/>
              </a:cxn>
              <a:cxn ang="0">
                <a:pos x="connsiteX28384" y="connsiteY28384"/>
              </a:cxn>
              <a:cxn ang="0">
                <a:pos x="connsiteX28385" y="connsiteY28385"/>
              </a:cxn>
              <a:cxn ang="0">
                <a:pos x="connsiteX28386" y="connsiteY28386"/>
              </a:cxn>
              <a:cxn ang="0">
                <a:pos x="connsiteX28387" y="connsiteY28387"/>
              </a:cxn>
              <a:cxn ang="0">
                <a:pos x="connsiteX28388" y="connsiteY28388"/>
              </a:cxn>
              <a:cxn ang="0">
                <a:pos x="connsiteX28389" y="connsiteY28389"/>
              </a:cxn>
              <a:cxn ang="0">
                <a:pos x="connsiteX28390" y="connsiteY28390"/>
              </a:cxn>
              <a:cxn ang="0">
                <a:pos x="connsiteX28391" y="connsiteY28391"/>
              </a:cxn>
              <a:cxn ang="0">
                <a:pos x="connsiteX28392" y="connsiteY28392"/>
              </a:cxn>
              <a:cxn ang="0">
                <a:pos x="connsiteX28393" y="connsiteY28393"/>
              </a:cxn>
              <a:cxn ang="0">
                <a:pos x="connsiteX28394" y="connsiteY28394"/>
              </a:cxn>
              <a:cxn ang="0">
                <a:pos x="connsiteX28395" y="connsiteY28395"/>
              </a:cxn>
              <a:cxn ang="0">
                <a:pos x="connsiteX28396" y="connsiteY28396"/>
              </a:cxn>
              <a:cxn ang="0">
                <a:pos x="connsiteX28397" y="connsiteY28397"/>
              </a:cxn>
              <a:cxn ang="0">
                <a:pos x="connsiteX28398" y="connsiteY28398"/>
              </a:cxn>
              <a:cxn ang="0">
                <a:pos x="connsiteX28399" y="connsiteY28399"/>
              </a:cxn>
              <a:cxn ang="0">
                <a:pos x="connsiteX28400" y="connsiteY28400"/>
              </a:cxn>
              <a:cxn ang="0">
                <a:pos x="connsiteX28401" y="connsiteY28401"/>
              </a:cxn>
              <a:cxn ang="0">
                <a:pos x="connsiteX28402" y="connsiteY28402"/>
              </a:cxn>
              <a:cxn ang="0">
                <a:pos x="connsiteX28403" y="connsiteY28403"/>
              </a:cxn>
              <a:cxn ang="0">
                <a:pos x="connsiteX28404" y="connsiteY28404"/>
              </a:cxn>
              <a:cxn ang="0">
                <a:pos x="connsiteX28405" y="connsiteY28405"/>
              </a:cxn>
              <a:cxn ang="0">
                <a:pos x="connsiteX28406" y="connsiteY28406"/>
              </a:cxn>
              <a:cxn ang="0">
                <a:pos x="connsiteX28407" y="connsiteY28407"/>
              </a:cxn>
              <a:cxn ang="0">
                <a:pos x="connsiteX28408" y="connsiteY28408"/>
              </a:cxn>
              <a:cxn ang="0">
                <a:pos x="connsiteX28409" y="connsiteY28409"/>
              </a:cxn>
              <a:cxn ang="0">
                <a:pos x="connsiteX28410" y="connsiteY28410"/>
              </a:cxn>
              <a:cxn ang="0">
                <a:pos x="connsiteX28411" y="connsiteY28411"/>
              </a:cxn>
              <a:cxn ang="0">
                <a:pos x="connsiteX28412" y="connsiteY28412"/>
              </a:cxn>
              <a:cxn ang="0">
                <a:pos x="connsiteX28413" y="connsiteY28413"/>
              </a:cxn>
              <a:cxn ang="0">
                <a:pos x="connsiteX28414" y="connsiteY28414"/>
              </a:cxn>
              <a:cxn ang="0">
                <a:pos x="connsiteX28415" y="connsiteY28415"/>
              </a:cxn>
              <a:cxn ang="0">
                <a:pos x="connsiteX28416" y="connsiteY28416"/>
              </a:cxn>
              <a:cxn ang="0">
                <a:pos x="connsiteX28417" y="connsiteY28417"/>
              </a:cxn>
              <a:cxn ang="0">
                <a:pos x="connsiteX28418" y="connsiteY28418"/>
              </a:cxn>
              <a:cxn ang="0">
                <a:pos x="connsiteX28419" y="connsiteY28419"/>
              </a:cxn>
              <a:cxn ang="0">
                <a:pos x="connsiteX28420" y="connsiteY28420"/>
              </a:cxn>
              <a:cxn ang="0">
                <a:pos x="connsiteX28421" y="connsiteY28421"/>
              </a:cxn>
              <a:cxn ang="0">
                <a:pos x="connsiteX28422" y="connsiteY28422"/>
              </a:cxn>
              <a:cxn ang="0">
                <a:pos x="connsiteX28423" y="connsiteY28423"/>
              </a:cxn>
              <a:cxn ang="0">
                <a:pos x="connsiteX28424" y="connsiteY28424"/>
              </a:cxn>
              <a:cxn ang="0">
                <a:pos x="connsiteX28425" y="connsiteY28425"/>
              </a:cxn>
              <a:cxn ang="0">
                <a:pos x="connsiteX28426" y="connsiteY28426"/>
              </a:cxn>
              <a:cxn ang="0">
                <a:pos x="connsiteX28427" y="connsiteY28427"/>
              </a:cxn>
              <a:cxn ang="0">
                <a:pos x="connsiteX28428" y="connsiteY28428"/>
              </a:cxn>
              <a:cxn ang="0">
                <a:pos x="connsiteX28429" y="connsiteY28429"/>
              </a:cxn>
              <a:cxn ang="0">
                <a:pos x="connsiteX28430" y="connsiteY28430"/>
              </a:cxn>
              <a:cxn ang="0">
                <a:pos x="connsiteX28431" y="connsiteY28431"/>
              </a:cxn>
              <a:cxn ang="0">
                <a:pos x="connsiteX28432" y="connsiteY28432"/>
              </a:cxn>
              <a:cxn ang="0">
                <a:pos x="connsiteX28433" y="connsiteY28433"/>
              </a:cxn>
              <a:cxn ang="0">
                <a:pos x="connsiteX28434" y="connsiteY28434"/>
              </a:cxn>
              <a:cxn ang="0">
                <a:pos x="connsiteX28435" y="connsiteY28435"/>
              </a:cxn>
              <a:cxn ang="0">
                <a:pos x="connsiteX28436" y="connsiteY28436"/>
              </a:cxn>
              <a:cxn ang="0">
                <a:pos x="connsiteX28437" y="connsiteY28437"/>
              </a:cxn>
              <a:cxn ang="0">
                <a:pos x="connsiteX28438" y="connsiteY28438"/>
              </a:cxn>
              <a:cxn ang="0">
                <a:pos x="connsiteX28439" y="connsiteY28439"/>
              </a:cxn>
              <a:cxn ang="0">
                <a:pos x="connsiteX28440" y="connsiteY28440"/>
              </a:cxn>
              <a:cxn ang="0">
                <a:pos x="connsiteX28441" y="connsiteY28441"/>
              </a:cxn>
              <a:cxn ang="0">
                <a:pos x="connsiteX28442" y="connsiteY28442"/>
              </a:cxn>
              <a:cxn ang="0">
                <a:pos x="connsiteX28443" y="connsiteY28443"/>
              </a:cxn>
              <a:cxn ang="0">
                <a:pos x="connsiteX28444" y="connsiteY28444"/>
              </a:cxn>
              <a:cxn ang="0">
                <a:pos x="connsiteX28445" y="connsiteY28445"/>
              </a:cxn>
              <a:cxn ang="0">
                <a:pos x="connsiteX28446" y="connsiteY28446"/>
              </a:cxn>
              <a:cxn ang="0">
                <a:pos x="connsiteX28447" y="connsiteY28447"/>
              </a:cxn>
              <a:cxn ang="0">
                <a:pos x="connsiteX28448" y="connsiteY28448"/>
              </a:cxn>
              <a:cxn ang="0">
                <a:pos x="connsiteX28449" y="connsiteY28449"/>
              </a:cxn>
              <a:cxn ang="0">
                <a:pos x="connsiteX28450" y="connsiteY28450"/>
              </a:cxn>
              <a:cxn ang="0">
                <a:pos x="connsiteX28451" y="connsiteY28451"/>
              </a:cxn>
              <a:cxn ang="0">
                <a:pos x="connsiteX28452" y="connsiteY28452"/>
              </a:cxn>
              <a:cxn ang="0">
                <a:pos x="connsiteX28453" y="connsiteY28453"/>
              </a:cxn>
              <a:cxn ang="0">
                <a:pos x="connsiteX28454" y="connsiteY28454"/>
              </a:cxn>
              <a:cxn ang="0">
                <a:pos x="connsiteX28455" y="connsiteY28455"/>
              </a:cxn>
              <a:cxn ang="0">
                <a:pos x="connsiteX28456" y="connsiteY28456"/>
              </a:cxn>
              <a:cxn ang="0">
                <a:pos x="connsiteX28457" y="connsiteY28457"/>
              </a:cxn>
              <a:cxn ang="0">
                <a:pos x="connsiteX28458" y="connsiteY28458"/>
              </a:cxn>
              <a:cxn ang="0">
                <a:pos x="connsiteX28459" y="connsiteY28459"/>
              </a:cxn>
              <a:cxn ang="0">
                <a:pos x="connsiteX28460" y="connsiteY28460"/>
              </a:cxn>
              <a:cxn ang="0">
                <a:pos x="connsiteX28461" y="connsiteY28461"/>
              </a:cxn>
              <a:cxn ang="0">
                <a:pos x="connsiteX28462" y="connsiteY28462"/>
              </a:cxn>
              <a:cxn ang="0">
                <a:pos x="connsiteX28463" y="connsiteY28463"/>
              </a:cxn>
              <a:cxn ang="0">
                <a:pos x="connsiteX28464" y="connsiteY28464"/>
              </a:cxn>
              <a:cxn ang="0">
                <a:pos x="connsiteX28465" y="connsiteY28465"/>
              </a:cxn>
              <a:cxn ang="0">
                <a:pos x="connsiteX28466" y="connsiteY28466"/>
              </a:cxn>
              <a:cxn ang="0">
                <a:pos x="connsiteX28467" y="connsiteY28467"/>
              </a:cxn>
              <a:cxn ang="0">
                <a:pos x="connsiteX28468" y="connsiteY28468"/>
              </a:cxn>
              <a:cxn ang="0">
                <a:pos x="connsiteX28469" y="connsiteY28469"/>
              </a:cxn>
              <a:cxn ang="0">
                <a:pos x="connsiteX28470" y="connsiteY28470"/>
              </a:cxn>
              <a:cxn ang="0">
                <a:pos x="connsiteX28471" y="connsiteY28471"/>
              </a:cxn>
              <a:cxn ang="0">
                <a:pos x="connsiteX28472" y="connsiteY28472"/>
              </a:cxn>
              <a:cxn ang="0">
                <a:pos x="connsiteX28473" y="connsiteY28473"/>
              </a:cxn>
              <a:cxn ang="0">
                <a:pos x="connsiteX28474" y="connsiteY28474"/>
              </a:cxn>
              <a:cxn ang="0">
                <a:pos x="connsiteX28475" y="connsiteY28475"/>
              </a:cxn>
              <a:cxn ang="0">
                <a:pos x="connsiteX28476" y="connsiteY28476"/>
              </a:cxn>
              <a:cxn ang="0">
                <a:pos x="connsiteX28477" y="connsiteY28477"/>
              </a:cxn>
              <a:cxn ang="0">
                <a:pos x="connsiteX28478" y="connsiteY28478"/>
              </a:cxn>
              <a:cxn ang="0">
                <a:pos x="connsiteX28479" y="connsiteY28479"/>
              </a:cxn>
              <a:cxn ang="0">
                <a:pos x="connsiteX28480" y="connsiteY28480"/>
              </a:cxn>
              <a:cxn ang="0">
                <a:pos x="connsiteX28481" y="connsiteY28481"/>
              </a:cxn>
              <a:cxn ang="0">
                <a:pos x="connsiteX28482" y="connsiteY28482"/>
              </a:cxn>
              <a:cxn ang="0">
                <a:pos x="connsiteX28483" y="connsiteY28483"/>
              </a:cxn>
              <a:cxn ang="0">
                <a:pos x="connsiteX28484" y="connsiteY28484"/>
              </a:cxn>
              <a:cxn ang="0">
                <a:pos x="connsiteX28485" y="connsiteY28485"/>
              </a:cxn>
              <a:cxn ang="0">
                <a:pos x="connsiteX28486" y="connsiteY28486"/>
              </a:cxn>
              <a:cxn ang="0">
                <a:pos x="connsiteX28487" y="connsiteY28487"/>
              </a:cxn>
              <a:cxn ang="0">
                <a:pos x="connsiteX28488" y="connsiteY28488"/>
              </a:cxn>
              <a:cxn ang="0">
                <a:pos x="connsiteX28489" y="connsiteY28489"/>
              </a:cxn>
              <a:cxn ang="0">
                <a:pos x="connsiteX28490" y="connsiteY28490"/>
              </a:cxn>
              <a:cxn ang="0">
                <a:pos x="connsiteX28491" y="connsiteY28491"/>
              </a:cxn>
              <a:cxn ang="0">
                <a:pos x="connsiteX28492" y="connsiteY28492"/>
              </a:cxn>
              <a:cxn ang="0">
                <a:pos x="connsiteX28493" y="connsiteY28493"/>
              </a:cxn>
              <a:cxn ang="0">
                <a:pos x="connsiteX28494" y="connsiteY28494"/>
              </a:cxn>
              <a:cxn ang="0">
                <a:pos x="connsiteX28495" y="connsiteY28495"/>
              </a:cxn>
              <a:cxn ang="0">
                <a:pos x="connsiteX28496" y="connsiteY28496"/>
              </a:cxn>
              <a:cxn ang="0">
                <a:pos x="connsiteX28497" y="connsiteY28497"/>
              </a:cxn>
              <a:cxn ang="0">
                <a:pos x="connsiteX28498" y="connsiteY28498"/>
              </a:cxn>
              <a:cxn ang="0">
                <a:pos x="connsiteX28499" y="connsiteY28499"/>
              </a:cxn>
              <a:cxn ang="0">
                <a:pos x="connsiteX28500" y="connsiteY28500"/>
              </a:cxn>
              <a:cxn ang="0">
                <a:pos x="connsiteX28501" y="connsiteY28501"/>
              </a:cxn>
              <a:cxn ang="0">
                <a:pos x="connsiteX28502" y="connsiteY28502"/>
              </a:cxn>
              <a:cxn ang="0">
                <a:pos x="connsiteX28503" y="connsiteY28503"/>
              </a:cxn>
              <a:cxn ang="0">
                <a:pos x="connsiteX28504" y="connsiteY28504"/>
              </a:cxn>
              <a:cxn ang="0">
                <a:pos x="connsiteX28505" y="connsiteY28505"/>
              </a:cxn>
              <a:cxn ang="0">
                <a:pos x="connsiteX28506" y="connsiteY28506"/>
              </a:cxn>
              <a:cxn ang="0">
                <a:pos x="connsiteX28507" y="connsiteY28507"/>
              </a:cxn>
              <a:cxn ang="0">
                <a:pos x="connsiteX28508" y="connsiteY28508"/>
              </a:cxn>
              <a:cxn ang="0">
                <a:pos x="connsiteX28509" y="connsiteY28509"/>
              </a:cxn>
              <a:cxn ang="0">
                <a:pos x="connsiteX28510" y="connsiteY28510"/>
              </a:cxn>
              <a:cxn ang="0">
                <a:pos x="connsiteX28511" y="connsiteY28511"/>
              </a:cxn>
              <a:cxn ang="0">
                <a:pos x="connsiteX28512" y="connsiteY28512"/>
              </a:cxn>
              <a:cxn ang="0">
                <a:pos x="connsiteX28513" y="connsiteY28513"/>
              </a:cxn>
              <a:cxn ang="0">
                <a:pos x="connsiteX28514" y="connsiteY28514"/>
              </a:cxn>
              <a:cxn ang="0">
                <a:pos x="connsiteX28515" y="connsiteY28515"/>
              </a:cxn>
              <a:cxn ang="0">
                <a:pos x="connsiteX28516" y="connsiteY28516"/>
              </a:cxn>
              <a:cxn ang="0">
                <a:pos x="connsiteX28517" y="connsiteY28517"/>
              </a:cxn>
              <a:cxn ang="0">
                <a:pos x="connsiteX28518" y="connsiteY28518"/>
              </a:cxn>
              <a:cxn ang="0">
                <a:pos x="connsiteX28519" y="connsiteY28519"/>
              </a:cxn>
              <a:cxn ang="0">
                <a:pos x="connsiteX28520" y="connsiteY28520"/>
              </a:cxn>
              <a:cxn ang="0">
                <a:pos x="connsiteX28521" y="connsiteY28521"/>
              </a:cxn>
              <a:cxn ang="0">
                <a:pos x="connsiteX28522" y="connsiteY28522"/>
              </a:cxn>
              <a:cxn ang="0">
                <a:pos x="connsiteX28523" y="connsiteY28523"/>
              </a:cxn>
              <a:cxn ang="0">
                <a:pos x="connsiteX28524" y="connsiteY28524"/>
              </a:cxn>
              <a:cxn ang="0">
                <a:pos x="connsiteX28525" y="connsiteY28525"/>
              </a:cxn>
              <a:cxn ang="0">
                <a:pos x="connsiteX28526" y="connsiteY28526"/>
              </a:cxn>
              <a:cxn ang="0">
                <a:pos x="connsiteX28527" y="connsiteY28527"/>
              </a:cxn>
              <a:cxn ang="0">
                <a:pos x="connsiteX28528" y="connsiteY28528"/>
              </a:cxn>
              <a:cxn ang="0">
                <a:pos x="connsiteX28529" y="connsiteY28529"/>
              </a:cxn>
              <a:cxn ang="0">
                <a:pos x="connsiteX28530" y="connsiteY28530"/>
              </a:cxn>
              <a:cxn ang="0">
                <a:pos x="connsiteX28531" y="connsiteY28531"/>
              </a:cxn>
              <a:cxn ang="0">
                <a:pos x="connsiteX28532" y="connsiteY28532"/>
              </a:cxn>
              <a:cxn ang="0">
                <a:pos x="connsiteX28533" y="connsiteY28533"/>
              </a:cxn>
              <a:cxn ang="0">
                <a:pos x="connsiteX28534" y="connsiteY28534"/>
              </a:cxn>
              <a:cxn ang="0">
                <a:pos x="connsiteX28535" y="connsiteY28535"/>
              </a:cxn>
              <a:cxn ang="0">
                <a:pos x="connsiteX28536" y="connsiteY28536"/>
              </a:cxn>
              <a:cxn ang="0">
                <a:pos x="connsiteX28537" y="connsiteY28537"/>
              </a:cxn>
              <a:cxn ang="0">
                <a:pos x="connsiteX28538" y="connsiteY28538"/>
              </a:cxn>
              <a:cxn ang="0">
                <a:pos x="connsiteX28539" y="connsiteY28539"/>
              </a:cxn>
              <a:cxn ang="0">
                <a:pos x="connsiteX28540" y="connsiteY28540"/>
              </a:cxn>
              <a:cxn ang="0">
                <a:pos x="connsiteX28541" y="connsiteY28541"/>
              </a:cxn>
              <a:cxn ang="0">
                <a:pos x="connsiteX28542" y="connsiteY28542"/>
              </a:cxn>
              <a:cxn ang="0">
                <a:pos x="connsiteX28543" y="connsiteY28543"/>
              </a:cxn>
              <a:cxn ang="0">
                <a:pos x="connsiteX28544" y="connsiteY28544"/>
              </a:cxn>
              <a:cxn ang="0">
                <a:pos x="connsiteX28545" y="connsiteY28545"/>
              </a:cxn>
              <a:cxn ang="0">
                <a:pos x="connsiteX28546" y="connsiteY28546"/>
              </a:cxn>
              <a:cxn ang="0">
                <a:pos x="connsiteX28547" y="connsiteY28547"/>
              </a:cxn>
              <a:cxn ang="0">
                <a:pos x="connsiteX28548" y="connsiteY28548"/>
              </a:cxn>
              <a:cxn ang="0">
                <a:pos x="connsiteX28549" y="connsiteY28549"/>
              </a:cxn>
              <a:cxn ang="0">
                <a:pos x="connsiteX28550" y="connsiteY28550"/>
              </a:cxn>
              <a:cxn ang="0">
                <a:pos x="connsiteX28551" y="connsiteY28551"/>
              </a:cxn>
              <a:cxn ang="0">
                <a:pos x="connsiteX28552" y="connsiteY28552"/>
              </a:cxn>
              <a:cxn ang="0">
                <a:pos x="connsiteX28553" y="connsiteY28553"/>
              </a:cxn>
              <a:cxn ang="0">
                <a:pos x="connsiteX28554" y="connsiteY28554"/>
              </a:cxn>
              <a:cxn ang="0">
                <a:pos x="connsiteX28555" y="connsiteY28555"/>
              </a:cxn>
              <a:cxn ang="0">
                <a:pos x="connsiteX28556" y="connsiteY28556"/>
              </a:cxn>
              <a:cxn ang="0">
                <a:pos x="connsiteX28557" y="connsiteY28557"/>
              </a:cxn>
              <a:cxn ang="0">
                <a:pos x="connsiteX28558" y="connsiteY28558"/>
              </a:cxn>
              <a:cxn ang="0">
                <a:pos x="connsiteX28559" y="connsiteY28559"/>
              </a:cxn>
              <a:cxn ang="0">
                <a:pos x="connsiteX28560" y="connsiteY28560"/>
              </a:cxn>
              <a:cxn ang="0">
                <a:pos x="connsiteX28561" y="connsiteY28561"/>
              </a:cxn>
              <a:cxn ang="0">
                <a:pos x="connsiteX28562" y="connsiteY28562"/>
              </a:cxn>
              <a:cxn ang="0">
                <a:pos x="connsiteX28563" y="connsiteY28563"/>
              </a:cxn>
              <a:cxn ang="0">
                <a:pos x="connsiteX28564" y="connsiteY28564"/>
              </a:cxn>
              <a:cxn ang="0">
                <a:pos x="connsiteX28565" y="connsiteY28565"/>
              </a:cxn>
              <a:cxn ang="0">
                <a:pos x="connsiteX28566" y="connsiteY28566"/>
              </a:cxn>
              <a:cxn ang="0">
                <a:pos x="connsiteX28567" y="connsiteY28567"/>
              </a:cxn>
              <a:cxn ang="0">
                <a:pos x="connsiteX28568" y="connsiteY28568"/>
              </a:cxn>
              <a:cxn ang="0">
                <a:pos x="connsiteX28569" y="connsiteY28569"/>
              </a:cxn>
              <a:cxn ang="0">
                <a:pos x="connsiteX28570" y="connsiteY28570"/>
              </a:cxn>
              <a:cxn ang="0">
                <a:pos x="connsiteX28571" y="connsiteY28571"/>
              </a:cxn>
              <a:cxn ang="0">
                <a:pos x="connsiteX28572" y="connsiteY28572"/>
              </a:cxn>
              <a:cxn ang="0">
                <a:pos x="connsiteX28573" y="connsiteY28573"/>
              </a:cxn>
              <a:cxn ang="0">
                <a:pos x="connsiteX28574" y="connsiteY28574"/>
              </a:cxn>
              <a:cxn ang="0">
                <a:pos x="connsiteX28575" y="connsiteY28575"/>
              </a:cxn>
              <a:cxn ang="0">
                <a:pos x="connsiteX28576" y="connsiteY28576"/>
              </a:cxn>
              <a:cxn ang="0">
                <a:pos x="connsiteX28577" y="connsiteY28577"/>
              </a:cxn>
              <a:cxn ang="0">
                <a:pos x="connsiteX28578" y="connsiteY28578"/>
              </a:cxn>
              <a:cxn ang="0">
                <a:pos x="connsiteX28579" y="connsiteY28579"/>
              </a:cxn>
              <a:cxn ang="0">
                <a:pos x="connsiteX28580" y="connsiteY28580"/>
              </a:cxn>
              <a:cxn ang="0">
                <a:pos x="connsiteX28581" y="connsiteY28581"/>
              </a:cxn>
              <a:cxn ang="0">
                <a:pos x="connsiteX28582" y="connsiteY28582"/>
              </a:cxn>
              <a:cxn ang="0">
                <a:pos x="connsiteX28583" y="connsiteY28583"/>
              </a:cxn>
              <a:cxn ang="0">
                <a:pos x="connsiteX28584" y="connsiteY28584"/>
              </a:cxn>
              <a:cxn ang="0">
                <a:pos x="connsiteX28585" y="connsiteY28585"/>
              </a:cxn>
              <a:cxn ang="0">
                <a:pos x="connsiteX28586" y="connsiteY28586"/>
              </a:cxn>
              <a:cxn ang="0">
                <a:pos x="connsiteX28587" y="connsiteY28587"/>
              </a:cxn>
              <a:cxn ang="0">
                <a:pos x="connsiteX28588" y="connsiteY28588"/>
              </a:cxn>
              <a:cxn ang="0">
                <a:pos x="connsiteX28589" y="connsiteY28589"/>
              </a:cxn>
              <a:cxn ang="0">
                <a:pos x="connsiteX28590" y="connsiteY28590"/>
              </a:cxn>
              <a:cxn ang="0">
                <a:pos x="connsiteX28591" y="connsiteY28591"/>
              </a:cxn>
              <a:cxn ang="0">
                <a:pos x="connsiteX28592" y="connsiteY28592"/>
              </a:cxn>
              <a:cxn ang="0">
                <a:pos x="connsiteX28593" y="connsiteY28593"/>
              </a:cxn>
              <a:cxn ang="0">
                <a:pos x="connsiteX28594" y="connsiteY28594"/>
              </a:cxn>
              <a:cxn ang="0">
                <a:pos x="connsiteX28595" y="connsiteY28595"/>
              </a:cxn>
              <a:cxn ang="0">
                <a:pos x="connsiteX28596" y="connsiteY28596"/>
              </a:cxn>
              <a:cxn ang="0">
                <a:pos x="connsiteX28597" y="connsiteY28597"/>
              </a:cxn>
              <a:cxn ang="0">
                <a:pos x="connsiteX28598" y="connsiteY28598"/>
              </a:cxn>
              <a:cxn ang="0">
                <a:pos x="connsiteX28599" y="connsiteY28599"/>
              </a:cxn>
              <a:cxn ang="0">
                <a:pos x="connsiteX28600" y="connsiteY28600"/>
              </a:cxn>
              <a:cxn ang="0">
                <a:pos x="connsiteX28601" y="connsiteY28601"/>
              </a:cxn>
              <a:cxn ang="0">
                <a:pos x="connsiteX28602" y="connsiteY28602"/>
              </a:cxn>
              <a:cxn ang="0">
                <a:pos x="connsiteX28603" y="connsiteY28603"/>
              </a:cxn>
              <a:cxn ang="0">
                <a:pos x="connsiteX28604" y="connsiteY28604"/>
              </a:cxn>
              <a:cxn ang="0">
                <a:pos x="connsiteX28605" y="connsiteY28605"/>
              </a:cxn>
              <a:cxn ang="0">
                <a:pos x="connsiteX28606" y="connsiteY28606"/>
              </a:cxn>
              <a:cxn ang="0">
                <a:pos x="connsiteX28607" y="connsiteY28607"/>
              </a:cxn>
              <a:cxn ang="0">
                <a:pos x="connsiteX28608" y="connsiteY28608"/>
              </a:cxn>
              <a:cxn ang="0">
                <a:pos x="connsiteX28609" y="connsiteY28609"/>
              </a:cxn>
              <a:cxn ang="0">
                <a:pos x="connsiteX28610" y="connsiteY28610"/>
              </a:cxn>
              <a:cxn ang="0">
                <a:pos x="connsiteX28611" y="connsiteY28611"/>
              </a:cxn>
              <a:cxn ang="0">
                <a:pos x="connsiteX28612" y="connsiteY28612"/>
              </a:cxn>
              <a:cxn ang="0">
                <a:pos x="connsiteX28613" y="connsiteY28613"/>
              </a:cxn>
              <a:cxn ang="0">
                <a:pos x="connsiteX28614" y="connsiteY28614"/>
              </a:cxn>
              <a:cxn ang="0">
                <a:pos x="connsiteX28615" y="connsiteY28615"/>
              </a:cxn>
              <a:cxn ang="0">
                <a:pos x="connsiteX28616" y="connsiteY28616"/>
              </a:cxn>
              <a:cxn ang="0">
                <a:pos x="connsiteX28617" y="connsiteY28617"/>
              </a:cxn>
              <a:cxn ang="0">
                <a:pos x="connsiteX28618" y="connsiteY28618"/>
              </a:cxn>
              <a:cxn ang="0">
                <a:pos x="connsiteX28619" y="connsiteY28619"/>
              </a:cxn>
              <a:cxn ang="0">
                <a:pos x="connsiteX28620" y="connsiteY28620"/>
              </a:cxn>
              <a:cxn ang="0">
                <a:pos x="connsiteX28621" y="connsiteY28621"/>
              </a:cxn>
              <a:cxn ang="0">
                <a:pos x="connsiteX28622" y="connsiteY28622"/>
              </a:cxn>
              <a:cxn ang="0">
                <a:pos x="connsiteX28623" y="connsiteY28623"/>
              </a:cxn>
              <a:cxn ang="0">
                <a:pos x="connsiteX28624" y="connsiteY28624"/>
              </a:cxn>
              <a:cxn ang="0">
                <a:pos x="connsiteX28625" y="connsiteY28625"/>
              </a:cxn>
              <a:cxn ang="0">
                <a:pos x="connsiteX28626" y="connsiteY28626"/>
              </a:cxn>
              <a:cxn ang="0">
                <a:pos x="connsiteX28627" y="connsiteY28627"/>
              </a:cxn>
              <a:cxn ang="0">
                <a:pos x="connsiteX28628" y="connsiteY28628"/>
              </a:cxn>
              <a:cxn ang="0">
                <a:pos x="connsiteX28629" y="connsiteY28629"/>
              </a:cxn>
              <a:cxn ang="0">
                <a:pos x="connsiteX28630" y="connsiteY28630"/>
              </a:cxn>
              <a:cxn ang="0">
                <a:pos x="connsiteX28631" y="connsiteY28631"/>
              </a:cxn>
              <a:cxn ang="0">
                <a:pos x="connsiteX28632" y="connsiteY28632"/>
              </a:cxn>
              <a:cxn ang="0">
                <a:pos x="connsiteX28633" y="connsiteY28633"/>
              </a:cxn>
              <a:cxn ang="0">
                <a:pos x="connsiteX28634" y="connsiteY28634"/>
              </a:cxn>
              <a:cxn ang="0">
                <a:pos x="connsiteX28635" y="connsiteY28635"/>
              </a:cxn>
              <a:cxn ang="0">
                <a:pos x="connsiteX28636" y="connsiteY28636"/>
              </a:cxn>
              <a:cxn ang="0">
                <a:pos x="connsiteX28637" y="connsiteY28637"/>
              </a:cxn>
              <a:cxn ang="0">
                <a:pos x="connsiteX28638" y="connsiteY28638"/>
              </a:cxn>
              <a:cxn ang="0">
                <a:pos x="connsiteX28639" y="connsiteY28639"/>
              </a:cxn>
              <a:cxn ang="0">
                <a:pos x="connsiteX28640" y="connsiteY28640"/>
              </a:cxn>
              <a:cxn ang="0">
                <a:pos x="connsiteX28641" y="connsiteY28641"/>
              </a:cxn>
              <a:cxn ang="0">
                <a:pos x="connsiteX28642" y="connsiteY28642"/>
              </a:cxn>
              <a:cxn ang="0">
                <a:pos x="connsiteX28643" y="connsiteY28643"/>
              </a:cxn>
              <a:cxn ang="0">
                <a:pos x="connsiteX28644" y="connsiteY28644"/>
              </a:cxn>
              <a:cxn ang="0">
                <a:pos x="connsiteX28645" y="connsiteY28645"/>
              </a:cxn>
              <a:cxn ang="0">
                <a:pos x="connsiteX28646" y="connsiteY28646"/>
              </a:cxn>
              <a:cxn ang="0">
                <a:pos x="connsiteX28647" y="connsiteY28647"/>
              </a:cxn>
              <a:cxn ang="0">
                <a:pos x="connsiteX28648" y="connsiteY28648"/>
              </a:cxn>
              <a:cxn ang="0">
                <a:pos x="connsiteX28649" y="connsiteY28649"/>
              </a:cxn>
              <a:cxn ang="0">
                <a:pos x="connsiteX28650" y="connsiteY28650"/>
              </a:cxn>
              <a:cxn ang="0">
                <a:pos x="connsiteX28651" y="connsiteY28651"/>
              </a:cxn>
              <a:cxn ang="0">
                <a:pos x="connsiteX28652" y="connsiteY28652"/>
              </a:cxn>
              <a:cxn ang="0">
                <a:pos x="connsiteX28653" y="connsiteY28653"/>
              </a:cxn>
              <a:cxn ang="0">
                <a:pos x="connsiteX28654" y="connsiteY28654"/>
              </a:cxn>
              <a:cxn ang="0">
                <a:pos x="connsiteX28655" y="connsiteY28655"/>
              </a:cxn>
              <a:cxn ang="0">
                <a:pos x="connsiteX28656" y="connsiteY28656"/>
              </a:cxn>
              <a:cxn ang="0">
                <a:pos x="connsiteX28657" y="connsiteY28657"/>
              </a:cxn>
              <a:cxn ang="0">
                <a:pos x="connsiteX28658" y="connsiteY28658"/>
              </a:cxn>
              <a:cxn ang="0">
                <a:pos x="connsiteX28659" y="connsiteY28659"/>
              </a:cxn>
              <a:cxn ang="0">
                <a:pos x="connsiteX28660" y="connsiteY28660"/>
              </a:cxn>
              <a:cxn ang="0">
                <a:pos x="connsiteX28661" y="connsiteY28661"/>
              </a:cxn>
              <a:cxn ang="0">
                <a:pos x="connsiteX28662" y="connsiteY28662"/>
              </a:cxn>
              <a:cxn ang="0">
                <a:pos x="connsiteX28663" y="connsiteY28663"/>
              </a:cxn>
              <a:cxn ang="0">
                <a:pos x="connsiteX28664" y="connsiteY28664"/>
              </a:cxn>
              <a:cxn ang="0">
                <a:pos x="connsiteX28665" y="connsiteY28665"/>
              </a:cxn>
              <a:cxn ang="0">
                <a:pos x="connsiteX28666" y="connsiteY28666"/>
              </a:cxn>
              <a:cxn ang="0">
                <a:pos x="connsiteX28667" y="connsiteY28667"/>
              </a:cxn>
              <a:cxn ang="0">
                <a:pos x="connsiteX28668" y="connsiteY28668"/>
              </a:cxn>
              <a:cxn ang="0">
                <a:pos x="connsiteX28669" y="connsiteY28669"/>
              </a:cxn>
              <a:cxn ang="0">
                <a:pos x="connsiteX28670" y="connsiteY28670"/>
              </a:cxn>
              <a:cxn ang="0">
                <a:pos x="connsiteX28671" y="connsiteY28671"/>
              </a:cxn>
              <a:cxn ang="0">
                <a:pos x="connsiteX28672" y="connsiteY28672"/>
              </a:cxn>
              <a:cxn ang="0">
                <a:pos x="connsiteX28673" y="connsiteY28673"/>
              </a:cxn>
              <a:cxn ang="0">
                <a:pos x="connsiteX28674" y="connsiteY28674"/>
              </a:cxn>
              <a:cxn ang="0">
                <a:pos x="connsiteX28675" y="connsiteY28675"/>
              </a:cxn>
              <a:cxn ang="0">
                <a:pos x="connsiteX28676" y="connsiteY28676"/>
              </a:cxn>
              <a:cxn ang="0">
                <a:pos x="connsiteX28677" y="connsiteY28677"/>
              </a:cxn>
              <a:cxn ang="0">
                <a:pos x="connsiteX28678" y="connsiteY28678"/>
              </a:cxn>
              <a:cxn ang="0">
                <a:pos x="connsiteX28679" y="connsiteY28679"/>
              </a:cxn>
              <a:cxn ang="0">
                <a:pos x="connsiteX28680" y="connsiteY28680"/>
              </a:cxn>
              <a:cxn ang="0">
                <a:pos x="connsiteX28681" y="connsiteY28681"/>
              </a:cxn>
              <a:cxn ang="0">
                <a:pos x="connsiteX28682" y="connsiteY28682"/>
              </a:cxn>
              <a:cxn ang="0">
                <a:pos x="connsiteX28683" y="connsiteY28683"/>
              </a:cxn>
              <a:cxn ang="0">
                <a:pos x="connsiteX28684" y="connsiteY28684"/>
              </a:cxn>
              <a:cxn ang="0">
                <a:pos x="connsiteX28685" y="connsiteY28685"/>
              </a:cxn>
              <a:cxn ang="0">
                <a:pos x="connsiteX28686" y="connsiteY28686"/>
              </a:cxn>
              <a:cxn ang="0">
                <a:pos x="connsiteX28687" y="connsiteY28687"/>
              </a:cxn>
              <a:cxn ang="0">
                <a:pos x="connsiteX28688" y="connsiteY28688"/>
              </a:cxn>
              <a:cxn ang="0">
                <a:pos x="connsiteX28689" y="connsiteY28689"/>
              </a:cxn>
              <a:cxn ang="0">
                <a:pos x="connsiteX28690" y="connsiteY28690"/>
              </a:cxn>
              <a:cxn ang="0">
                <a:pos x="connsiteX28691" y="connsiteY28691"/>
              </a:cxn>
              <a:cxn ang="0">
                <a:pos x="connsiteX28692" y="connsiteY28692"/>
              </a:cxn>
              <a:cxn ang="0">
                <a:pos x="connsiteX28693" y="connsiteY28693"/>
              </a:cxn>
              <a:cxn ang="0">
                <a:pos x="connsiteX28694" y="connsiteY28694"/>
              </a:cxn>
              <a:cxn ang="0">
                <a:pos x="connsiteX28695" y="connsiteY28695"/>
              </a:cxn>
              <a:cxn ang="0">
                <a:pos x="connsiteX28696" y="connsiteY28696"/>
              </a:cxn>
              <a:cxn ang="0">
                <a:pos x="connsiteX28697" y="connsiteY28697"/>
              </a:cxn>
              <a:cxn ang="0">
                <a:pos x="connsiteX28698" y="connsiteY28698"/>
              </a:cxn>
              <a:cxn ang="0">
                <a:pos x="connsiteX28699" y="connsiteY28699"/>
              </a:cxn>
              <a:cxn ang="0">
                <a:pos x="connsiteX28700" y="connsiteY28700"/>
              </a:cxn>
              <a:cxn ang="0">
                <a:pos x="connsiteX28701" y="connsiteY28701"/>
              </a:cxn>
              <a:cxn ang="0">
                <a:pos x="connsiteX28702" y="connsiteY28702"/>
              </a:cxn>
              <a:cxn ang="0">
                <a:pos x="connsiteX28703" y="connsiteY28703"/>
              </a:cxn>
              <a:cxn ang="0">
                <a:pos x="connsiteX28704" y="connsiteY28704"/>
              </a:cxn>
              <a:cxn ang="0">
                <a:pos x="connsiteX28705" y="connsiteY28705"/>
              </a:cxn>
              <a:cxn ang="0">
                <a:pos x="connsiteX28706" y="connsiteY28706"/>
              </a:cxn>
              <a:cxn ang="0">
                <a:pos x="connsiteX28707" y="connsiteY28707"/>
              </a:cxn>
              <a:cxn ang="0">
                <a:pos x="connsiteX28708" y="connsiteY28708"/>
              </a:cxn>
              <a:cxn ang="0">
                <a:pos x="connsiteX28709" y="connsiteY28709"/>
              </a:cxn>
              <a:cxn ang="0">
                <a:pos x="connsiteX28710" y="connsiteY28710"/>
              </a:cxn>
              <a:cxn ang="0">
                <a:pos x="connsiteX28711" y="connsiteY28711"/>
              </a:cxn>
              <a:cxn ang="0">
                <a:pos x="connsiteX28712" y="connsiteY28712"/>
              </a:cxn>
              <a:cxn ang="0">
                <a:pos x="connsiteX28713" y="connsiteY28713"/>
              </a:cxn>
              <a:cxn ang="0">
                <a:pos x="connsiteX28714" y="connsiteY28714"/>
              </a:cxn>
              <a:cxn ang="0">
                <a:pos x="connsiteX28715" y="connsiteY28715"/>
              </a:cxn>
              <a:cxn ang="0">
                <a:pos x="connsiteX28716" y="connsiteY28716"/>
              </a:cxn>
              <a:cxn ang="0">
                <a:pos x="connsiteX28717" y="connsiteY28717"/>
              </a:cxn>
              <a:cxn ang="0">
                <a:pos x="connsiteX28718" y="connsiteY28718"/>
              </a:cxn>
              <a:cxn ang="0">
                <a:pos x="connsiteX28719" y="connsiteY28719"/>
              </a:cxn>
              <a:cxn ang="0">
                <a:pos x="connsiteX28720" y="connsiteY28720"/>
              </a:cxn>
              <a:cxn ang="0">
                <a:pos x="connsiteX28721" y="connsiteY28721"/>
              </a:cxn>
              <a:cxn ang="0">
                <a:pos x="connsiteX28722" y="connsiteY28722"/>
              </a:cxn>
              <a:cxn ang="0">
                <a:pos x="connsiteX28723" y="connsiteY28723"/>
              </a:cxn>
              <a:cxn ang="0">
                <a:pos x="connsiteX28724" y="connsiteY28724"/>
              </a:cxn>
              <a:cxn ang="0">
                <a:pos x="connsiteX28725" y="connsiteY28725"/>
              </a:cxn>
              <a:cxn ang="0">
                <a:pos x="connsiteX28726" y="connsiteY28726"/>
              </a:cxn>
              <a:cxn ang="0">
                <a:pos x="connsiteX28727" y="connsiteY28727"/>
              </a:cxn>
              <a:cxn ang="0">
                <a:pos x="connsiteX28728" y="connsiteY28728"/>
              </a:cxn>
              <a:cxn ang="0">
                <a:pos x="connsiteX28729" y="connsiteY28729"/>
              </a:cxn>
              <a:cxn ang="0">
                <a:pos x="connsiteX28730" y="connsiteY28730"/>
              </a:cxn>
              <a:cxn ang="0">
                <a:pos x="connsiteX28731" y="connsiteY28731"/>
              </a:cxn>
              <a:cxn ang="0">
                <a:pos x="connsiteX28732" y="connsiteY28732"/>
              </a:cxn>
              <a:cxn ang="0">
                <a:pos x="connsiteX28733" y="connsiteY28733"/>
              </a:cxn>
              <a:cxn ang="0">
                <a:pos x="connsiteX28734" y="connsiteY28734"/>
              </a:cxn>
              <a:cxn ang="0">
                <a:pos x="connsiteX28735" y="connsiteY28735"/>
              </a:cxn>
              <a:cxn ang="0">
                <a:pos x="connsiteX28736" y="connsiteY28736"/>
              </a:cxn>
              <a:cxn ang="0">
                <a:pos x="connsiteX28737" y="connsiteY28737"/>
              </a:cxn>
              <a:cxn ang="0">
                <a:pos x="connsiteX28738" y="connsiteY28738"/>
              </a:cxn>
              <a:cxn ang="0">
                <a:pos x="connsiteX28739" y="connsiteY28739"/>
              </a:cxn>
              <a:cxn ang="0">
                <a:pos x="connsiteX28740" y="connsiteY28740"/>
              </a:cxn>
              <a:cxn ang="0">
                <a:pos x="connsiteX28741" y="connsiteY28741"/>
              </a:cxn>
              <a:cxn ang="0">
                <a:pos x="connsiteX28742" y="connsiteY28742"/>
              </a:cxn>
              <a:cxn ang="0">
                <a:pos x="connsiteX28743" y="connsiteY28743"/>
              </a:cxn>
              <a:cxn ang="0">
                <a:pos x="connsiteX28744" y="connsiteY28744"/>
              </a:cxn>
              <a:cxn ang="0">
                <a:pos x="connsiteX28745" y="connsiteY28745"/>
              </a:cxn>
              <a:cxn ang="0">
                <a:pos x="connsiteX28746" y="connsiteY28746"/>
              </a:cxn>
              <a:cxn ang="0">
                <a:pos x="connsiteX28747" y="connsiteY28747"/>
              </a:cxn>
              <a:cxn ang="0">
                <a:pos x="connsiteX28748" y="connsiteY28748"/>
              </a:cxn>
              <a:cxn ang="0">
                <a:pos x="connsiteX28749" y="connsiteY28749"/>
              </a:cxn>
              <a:cxn ang="0">
                <a:pos x="connsiteX28750" y="connsiteY28750"/>
              </a:cxn>
              <a:cxn ang="0">
                <a:pos x="connsiteX28751" y="connsiteY28751"/>
              </a:cxn>
              <a:cxn ang="0">
                <a:pos x="connsiteX28752" y="connsiteY28752"/>
              </a:cxn>
              <a:cxn ang="0">
                <a:pos x="connsiteX28753" y="connsiteY28753"/>
              </a:cxn>
              <a:cxn ang="0">
                <a:pos x="connsiteX28754" y="connsiteY28754"/>
              </a:cxn>
              <a:cxn ang="0">
                <a:pos x="connsiteX28755" y="connsiteY28755"/>
              </a:cxn>
              <a:cxn ang="0">
                <a:pos x="connsiteX28756" y="connsiteY28756"/>
              </a:cxn>
              <a:cxn ang="0">
                <a:pos x="connsiteX28757" y="connsiteY28757"/>
              </a:cxn>
              <a:cxn ang="0">
                <a:pos x="connsiteX28758" y="connsiteY28758"/>
              </a:cxn>
              <a:cxn ang="0">
                <a:pos x="connsiteX28759" y="connsiteY28759"/>
              </a:cxn>
              <a:cxn ang="0">
                <a:pos x="connsiteX28760" y="connsiteY28760"/>
              </a:cxn>
              <a:cxn ang="0">
                <a:pos x="connsiteX28761" y="connsiteY28761"/>
              </a:cxn>
              <a:cxn ang="0">
                <a:pos x="connsiteX28762" y="connsiteY28762"/>
              </a:cxn>
              <a:cxn ang="0">
                <a:pos x="connsiteX28763" y="connsiteY28763"/>
              </a:cxn>
              <a:cxn ang="0">
                <a:pos x="connsiteX28764" y="connsiteY28764"/>
              </a:cxn>
              <a:cxn ang="0">
                <a:pos x="connsiteX28765" y="connsiteY28765"/>
              </a:cxn>
              <a:cxn ang="0">
                <a:pos x="connsiteX28766" y="connsiteY28766"/>
              </a:cxn>
              <a:cxn ang="0">
                <a:pos x="connsiteX28767" y="connsiteY28767"/>
              </a:cxn>
              <a:cxn ang="0">
                <a:pos x="connsiteX28768" y="connsiteY28768"/>
              </a:cxn>
              <a:cxn ang="0">
                <a:pos x="connsiteX28769" y="connsiteY28769"/>
              </a:cxn>
              <a:cxn ang="0">
                <a:pos x="connsiteX28770" y="connsiteY28770"/>
              </a:cxn>
              <a:cxn ang="0">
                <a:pos x="connsiteX28771" y="connsiteY28771"/>
              </a:cxn>
              <a:cxn ang="0">
                <a:pos x="connsiteX28772" y="connsiteY28772"/>
              </a:cxn>
              <a:cxn ang="0">
                <a:pos x="connsiteX28773" y="connsiteY28773"/>
              </a:cxn>
              <a:cxn ang="0">
                <a:pos x="connsiteX28774" y="connsiteY28774"/>
              </a:cxn>
              <a:cxn ang="0">
                <a:pos x="connsiteX28775" y="connsiteY28775"/>
              </a:cxn>
              <a:cxn ang="0">
                <a:pos x="connsiteX28776" y="connsiteY28776"/>
              </a:cxn>
              <a:cxn ang="0">
                <a:pos x="connsiteX28777" y="connsiteY28777"/>
              </a:cxn>
              <a:cxn ang="0">
                <a:pos x="connsiteX28778" y="connsiteY28778"/>
              </a:cxn>
              <a:cxn ang="0">
                <a:pos x="connsiteX28779" y="connsiteY28779"/>
              </a:cxn>
              <a:cxn ang="0">
                <a:pos x="connsiteX28780" y="connsiteY28780"/>
              </a:cxn>
              <a:cxn ang="0">
                <a:pos x="connsiteX28781" y="connsiteY28781"/>
              </a:cxn>
              <a:cxn ang="0">
                <a:pos x="connsiteX28782" y="connsiteY28782"/>
              </a:cxn>
              <a:cxn ang="0">
                <a:pos x="connsiteX28783" y="connsiteY28783"/>
              </a:cxn>
              <a:cxn ang="0">
                <a:pos x="connsiteX28784" y="connsiteY28784"/>
              </a:cxn>
              <a:cxn ang="0">
                <a:pos x="connsiteX28785" y="connsiteY28785"/>
              </a:cxn>
              <a:cxn ang="0">
                <a:pos x="connsiteX28786" y="connsiteY28786"/>
              </a:cxn>
              <a:cxn ang="0">
                <a:pos x="connsiteX28787" y="connsiteY28787"/>
              </a:cxn>
              <a:cxn ang="0">
                <a:pos x="connsiteX28788" y="connsiteY28788"/>
              </a:cxn>
              <a:cxn ang="0">
                <a:pos x="connsiteX28789" y="connsiteY28789"/>
              </a:cxn>
              <a:cxn ang="0">
                <a:pos x="connsiteX28790" y="connsiteY28790"/>
              </a:cxn>
              <a:cxn ang="0">
                <a:pos x="connsiteX28791" y="connsiteY28791"/>
              </a:cxn>
              <a:cxn ang="0">
                <a:pos x="connsiteX28792" y="connsiteY28792"/>
              </a:cxn>
              <a:cxn ang="0">
                <a:pos x="connsiteX28793" y="connsiteY28793"/>
              </a:cxn>
              <a:cxn ang="0">
                <a:pos x="connsiteX28794" y="connsiteY28794"/>
              </a:cxn>
              <a:cxn ang="0">
                <a:pos x="connsiteX28795" y="connsiteY28795"/>
              </a:cxn>
              <a:cxn ang="0">
                <a:pos x="connsiteX28796" y="connsiteY28796"/>
              </a:cxn>
              <a:cxn ang="0">
                <a:pos x="connsiteX28797" y="connsiteY28797"/>
              </a:cxn>
              <a:cxn ang="0">
                <a:pos x="connsiteX28798" y="connsiteY28798"/>
              </a:cxn>
              <a:cxn ang="0">
                <a:pos x="connsiteX28799" y="connsiteY28799"/>
              </a:cxn>
              <a:cxn ang="0">
                <a:pos x="connsiteX28800" y="connsiteY28800"/>
              </a:cxn>
              <a:cxn ang="0">
                <a:pos x="connsiteX28801" y="connsiteY28801"/>
              </a:cxn>
              <a:cxn ang="0">
                <a:pos x="connsiteX28802" y="connsiteY28802"/>
              </a:cxn>
              <a:cxn ang="0">
                <a:pos x="connsiteX28803" y="connsiteY28803"/>
              </a:cxn>
              <a:cxn ang="0">
                <a:pos x="connsiteX28804" y="connsiteY28804"/>
              </a:cxn>
              <a:cxn ang="0">
                <a:pos x="connsiteX28805" y="connsiteY28805"/>
              </a:cxn>
              <a:cxn ang="0">
                <a:pos x="connsiteX28806" y="connsiteY28806"/>
              </a:cxn>
              <a:cxn ang="0">
                <a:pos x="connsiteX28807" y="connsiteY28807"/>
              </a:cxn>
              <a:cxn ang="0">
                <a:pos x="connsiteX28808" y="connsiteY28808"/>
              </a:cxn>
              <a:cxn ang="0">
                <a:pos x="connsiteX28809" y="connsiteY28809"/>
              </a:cxn>
              <a:cxn ang="0">
                <a:pos x="connsiteX28810" y="connsiteY28810"/>
              </a:cxn>
              <a:cxn ang="0">
                <a:pos x="connsiteX28811" y="connsiteY28811"/>
              </a:cxn>
              <a:cxn ang="0">
                <a:pos x="connsiteX28812" y="connsiteY28812"/>
              </a:cxn>
              <a:cxn ang="0">
                <a:pos x="connsiteX28813" y="connsiteY28813"/>
              </a:cxn>
              <a:cxn ang="0">
                <a:pos x="connsiteX28814" y="connsiteY28814"/>
              </a:cxn>
              <a:cxn ang="0">
                <a:pos x="connsiteX28815" y="connsiteY28815"/>
              </a:cxn>
              <a:cxn ang="0">
                <a:pos x="connsiteX28816" y="connsiteY28816"/>
              </a:cxn>
              <a:cxn ang="0">
                <a:pos x="connsiteX28817" y="connsiteY28817"/>
              </a:cxn>
              <a:cxn ang="0">
                <a:pos x="connsiteX28818" y="connsiteY28818"/>
              </a:cxn>
              <a:cxn ang="0">
                <a:pos x="connsiteX28819" y="connsiteY28819"/>
              </a:cxn>
              <a:cxn ang="0">
                <a:pos x="connsiteX28820" y="connsiteY28820"/>
              </a:cxn>
              <a:cxn ang="0">
                <a:pos x="connsiteX28821" y="connsiteY28821"/>
              </a:cxn>
              <a:cxn ang="0">
                <a:pos x="connsiteX28822" y="connsiteY28822"/>
              </a:cxn>
              <a:cxn ang="0">
                <a:pos x="connsiteX28823" y="connsiteY28823"/>
              </a:cxn>
              <a:cxn ang="0">
                <a:pos x="connsiteX28824" y="connsiteY28824"/>
              </a:cxn>
              <a:cxn ang="0">
                <a:pos x="connsiteX28825" y="connsiteY28825"/>
              </a:cxn>
              <a:cxn ang="0">
                <a:pos x="connsiteX28826" y="connsiteY28826"/>
              </a:cxn>
              <a:cxn ang="0">
                <a:pos x="connsiteX28827" y="connsiteY28827"/>
              </a:cxn>
              <a:cxn ang="0">
                <a:pos x="connsiteX28828" y="connsiteY28828"/>
              </a:cxn>
              <a:cxn ang="0">
                <a:pos x="connsiteX28829" y="connsiteY28829"/>
              </a:cxn>
              <a:cxn ang="0">
                <a:pos x="connsiteX28830" y="connsiteY28830"/>
              </a:cxn>
              <a:cxn ang="0">
                <a:pos x="connsiteX28831" y="connsiteY28831"/>
              </a:cxn>
              <a:cxn ang="0">
                <a:pos x="connsiteX28832" y="connsiteY28832"/>
              </a:cxn>
              <a:cxn ang="0">
                <a:pos x="connsiteX28833" y="connsiteY28833"/>
              </a:cxn>
              <a:cxn ang="0">
                <a:pos x="connsiteX28834" y="connsiteY28834"/>
              </a:cxn>
              <a:cxn ang="0">
                <a:pos x="connsiteX28835" y="connsiteY28835"/>
              </a:cxn>
              <a:cxn ang="0">
                <a:pos x="connsiteX28836" y="connsiteY28836"/>
              </a:cxn>
              <a:cxn ang="0">
                <a:pos x="connsiteX28837" y="connsiteY28837"/>
              </a:cxn>
              <a:cxn ang="0">
                <a:pos x="connsiteX28838" y="connsiteY28838"/>
              </a:cxn>
              <a:cxn ang="0">
                <a:pos x="connsiteX28839" y="connsiteY28839"/>
              </a:cxn>
              <a:cxn ang="0">
                <a:pos x="connsiteX28840" y="connsiteY28840"/>
              </a:cxn>
              <a:cxn ang="0">
                <a:pos x="connsiteX28841" y="connsiteY28841"/>
              </a:cxn>
              <a:cxn ang="0">
                <a:pos x="connsiteX28842" y="connsiteY28842"/>
              </a:cxn>
              <a:cxn ang="0">
                <a:pos x="connsiteX28843" y="connsiteY28843"/>
              </a:cxn>
              <a:cxn ang="0">
                <a:pos x="connsiteX28844" y="connsiteY28844"/>
              </a:cxn>
              <a:cxn ang="0">
                <a:pos x="connsiteX28845" y="connsiteY28845"/>
              </a:cxn>
              <a:cxn ang="0">
                <a:pos x="connsiteX28846" y="connsiteY28846"/>
              </a:cxn>
              <a:cxn ang="0">
                <a:pos x="connsiteX28847" y="connsiteY28847"/>
              </a:cxn>
              <a:cxn ang="0">
                <a:pos x="connsiteX28848" y="connsiteY28848"/>
              </a:cxn>
              <a:cxn ang="0">
                <a:pos x="connsiteX28849" y="connsiteY28849"/>
              </a:cxn>
              <a:cxn ang="0">
                <a:pos x="connsiteX28850" y="connsiteY28850"/>
              </a:cxn>
              <a:cxn ang="0">
                <a:pos x="connsiteX28851" y="connsiteY28851"/>
              </a:cxn>
              <a:cxn ang="0">
                <a:pos x="connsiteX28852" y="connsiteY28852"/>
              </a:cxn>
              <a:cxn ang="0">
                <a:pos x="connsiteX28853" y="connsiteY28853"/>
              </a:cxn>
              <a:cxn ang="0">
                <a:pos x="connsiteX28854" y="connsiteY28854"/>
              </a:cxn>
              <a:cxn ang="0">
                <a:pos x="connsiteX28855" y="connsiteY28855"/>
              </a:cxn>
              <a:cxn ang="0">
                <a:pos x="connsiteX28856" y="connsiteY28856"/>
              </a:cxn>
              <a:cxn ang="0">
                <a:pos x="connsiteX28857" y="connsiteY28857"/>
              </a:cxn>
              <a:cxn ang="0">
                <a:pos x="connsiteX28858" y="connsiteY28858"/>
              </a:cxn>
              <a:cxn ang="0">
                <a:pos x="connsiteX28859" y="connsiteY28859"/>
              </a:cxn>
              <a:cxn ang="0">
                <a:pos x="connsiteX28860" y="connsiteY28860"/>
              </a:cxn>
              <a:cxn ang="0">
                <a:pos x="connsiteX28861" y="connsiteY28861"/>
              </a:cxn>
              <a:cxn ang="0">
                <a:pos x="connsiteX28862" y="connsiteY28862"/>
              </a:cxn>
              <a:cxn ang="0">
                <a:pos x="connsiteX28863" y="connsiteY28863"/>
              </a:cxn>
              <a:cxn ang="0">
                <a:pos x="connsiteX28864" y="connsiteY28864"/>
              </a:cxn>
              <a:cxn ang="0">
                <a:pos x="connsiteX28865" y="connsiteY28865"/>
              </a:cxn>
              <a:cxn ang="0">
                <a:pos x="connsiteX28866" y="connsiteY28866"/>
              </a:cxn>
              <a:cxn ang="0">
                <a:pos x="connsiteX28867" y="connsiteY28867"/>
              </a:cxn>
              <a:cxn ang="0">
                <a:pos x="connsiteX28868" y="connsiteY28868"/>
              </a:cxn>
              <a:cxn ang="0">
                <a:pos x="connsiteX28869" y="connsiteY28869"/>
              </a:cxn>
              <a:cxn ang="0">
                <a:pos x="connsiteX28870" y="connsiteY28870"/>
              </a:cxn>
              <a:cxn ang="0">
                <a:pos x="connsiteX28871" y="connsiteY28871"/>
              </a:cxn>
              <a:cxn ang="0">
                <a:pos x="connsiteX28872" y="connsiteY28872"/>
              </a:cxn>
              <a:cxn ang="0">
                <a:pos x="connsiteX28873" y="connsiteY28873"/>
              </a:cxn>
              <a:cxn ang="0">
                <a:pos x="connsiteX28874" y="connsiteY28874"/>
              </a:cxn>
              <a:cxn ang="0">
                <a:pos x="connsiteX28875" y="connsiteY28875"/>
              </a:cxn>
              <a:cxn ang="0">
                <a:pos x="connsiteX28876" y="connsiteY28876"/>
              </a:cxn>
              <a:cxn ang="0">
                <a:pos x="connsiteX28877" y="connsiteY28877"/>
              </a:cxn>
              <a:cxn ang="0">
                <a:pos x="connsiteX28878" y="connsiteY28878"/>
              </a:cxn>
              <a:cxn ang="0">
                <a:pos x="connsiteX28879" y="connsiteY28879"/>
              </a:cxn>
              <a:cxn ang="0">
                <a:pos x="connsiteX28880" y="connsiteY28880"/>
              </a:cxn>
              <a:cxn ang="0">
                <a:pos x="connsiteX28881" y="connsiteY28881"/>
              </a:cxn>
              <a:cxn ang="0">
                <a:pos x="connsiteX28882" y="connsiteY28882"/>
              </a:cxn>
              <a:cxn ang="0">
                <a:pos x="connsiteX28883" y="connsiteY28883"/>
              </a:cxn>
              <a:cxn ang="0">
                <a:pos x="connsiteX28884" y="connsiteY28884"/>
              </a:cxn>
              <a:cxn ang="0">
                <a:pos x="connsiteX28885" y="connsiteY28885"/>
              </a:cxn>
              <a:cxn ang="0">
                <a:pos x="connsiteX28886" y="connsiteY28886"/>
              </a:cxn>
              <a:cxn ang="0">
                <a:pos x="connsiteX28887" y="connsiteY28887"/>
              </a:cxn>
              <a:cxn ang="0">
                <a:pos x="connsiteX28888" y="connsiteY28888"/>
              </a:cxn>
              <a:cxn ang="0">
                <a:pos x="connsiteX28889" y="connsiteY28889"/>
              </a:cxn>
              <a:cxn ang="0">
                <a:pos x="connsiteX28890" y="connsiteY28890"/>
              </a:cxn>
              <a:cxn ang="0">
                <a:pos x="connsiteX28891" y="connsiteY28891"/>
              </a:cxn>
              <a:cxn ang="0">
                <a:pos x="connsiteX28892" y="connsiteY28892"/>
              </a:cxn>
              <a:cxn ang="0">
                <a:pos x="connsiteX28893" y="connsiteY28893"/>
              </a:cxn>
              <a:cxn ang="0">
                <a:pos x="connsiteX28894" y="connsiteY28894"/>
              </a:cxn>
              <a:cxn ang="0">
                <a:pos x="connsiteX28895" y="connsiteY28895"/>
              </a:cxn>
              <a:cxn ang="0">
                <a:pos x="connsiteX28896" y="connsiteY28896"/>
              </a:cxn>
              <a:cxn ang="0">
                <a:pos x="connsiteX28897" y="connsiteY28897"/>
              </a:cxn>
              <a:cxn ang="0">
                <a:pos x="connsiteX28898" y="connsiteY28898"/>
              </a:cxn>
              <a:cxn ang="0">
                <a:pos x="connsiteX28899" y="connsiteY28899"/>
              </a:cxn>
              <a:cxn ang="0">
                <a:pos x="connsiteX28900" y="connsiteY28900"/>
              </a:cxn>
              <a:cxn ang="0">
                <a:pos x="connsiteX28901" y="connsiteY28901"/>
              </a:cxn>
              <a:cxn ang="0">
                <a:pos x="connsiteX28902" y="connsiteY28902"/>
              </a:cxn>
              <a:cxn ang="0">
                <a:pos x="connsiteX28903" y="connsiteY28903"/>
              </a:cxn>
              <a:cxn ang="0">
                <a:pos x="connsiteX28904" y="connsiteY28904"/>
              </a:cxn>
              <a:cxn ang="0">
                <a:pos x="connsiteX28905" y="connsiteY28905"/>
              </a:cxn>
              <a:cxn ang="0">
                <a:pos x="connsiteX28906" y="connsiteY28906"/>
              </a:cxn>
              <a:cxn ang="0">
                <a:pos x="connsiteX28907" y="connsiteY28907"/>
              </a:cxn>
              <a:cxn ang="0">
                <a:pos x="connsiteX28908" y="connsiteY28908"/>
              </a:cxn>
              <a:cxn ang="0">
                <a:pos x="connsiteX28909" y="connsiteY28909"/>
              </a:cxn>
              <a:cxn ang="0">
                <a:pos x="connsiteX28910" y="connsiteY28910"/>
              </a:cxn>
              <a:cxn ang="0">
                <a:pos x="connsiteX28911" y="connsiteY28911"/>
              </a:cxn>
              <a:cxn ang="0">
                <a:pos x="connsiteX28912" y="connsiteY28912"/>
              </a:cxn>
              <a:cxn ang="0">
                <a:pos x="connsiteX28913" y="connsiteY28913"/>
              </a:cxn>
              <a:cxn ang="0">
                <a:pos x="connsiteX28914" y="connsiteY28914"/>
              </a:cxn>
              <a:cxn ang="0">
                <a:pos x="connsiteX28915" y="connsiteY28915"/>
              </a:cxn>
              <a:cxn ang="0">
                <a:pos x="connsiteX28916" y="connsiteY28916"/>
              </a:cxn>
              <a:cxn ang="0">
                <a:pos x="connsiteX28917" y="connsiteY28917"/>
              </a:cxn>
              <a:cxn ang="0">
                <a:pos x="connsiteX28918" y="connsiteY28918"/>
              </a:cxn>
              <a:cxn ang="0">
                <a:pos x="connsiteX28919" y="connsiteY28919"/>
              </a:cxn>
              <a:cxn ang="0">
                <a:pos x="connsiteX28920" y="connsiteY28920"/>
              </a:cxn>
              <a:cxn ang="0">
                <a:pos x="connsiteX28921" y="connsiteY28921"/>
              </a:cxn>
              <a:cxn ang="0">
                <a:pos x="connsiteX28922" y="connsiteY28922"/>
              </a:cxn>
              <a:cxn ang="0">
                <a:pos x="connsiteX28923" y="connsiteY28923"/>
              </a:cxn>
              <a:cxn ang="0">
                <a:pos x="connsiteX28924" y="connsiteY28924"/>
              </a:cxn>
              <a:cxn ang="0">
                <a:pos x="connsiteX28925" y="connsiteY28925"/>
              </a:cxn>
              <a:cxn ang="0">
                <a:pos x="connsiteX28926" y="connsiteY28926"/>
              </a:cxn>
              <a:cxn ang="0">
                <a:pos x="connsiteX28927" y="connsiteY28927"/>
              </a:cxn>
              <a:cxn ang="0">
                <a:pos x="connsiteX28928" y="connsiteY28928"/>
              </a:cxn>
              <a:cxn ang="0">
                <a:pos x="connsiteX28929" y="connsiteY28929"/>
              </a:cxn>
              <a:cxn ang="0">
                <a:pos x="connsiteX28930" y="connsiteY28930"/>
              </a:cxn>
              <a:cxn ang="0">
                <a:pos x="connsiteX28931" y="connsiteY28931"/>
              </a:cxn>
              <a:cxn ang="0">
                <a:pos x="connsiteX28932" y="connsiteY28932"/>
              </a:cxn>
              <a:cxn ang="0">
                <a:pos x="connsiteX28933" y="connsiteY28933"/>
              </a:cxn>
              <a:cxn ang="0">
                <a:pos x="connsiteX28934" y="connsiteY28934"/>
              </a:cxn>
              <a:cxn ang="0">
                <a:pos x="connsiteX28935" y="connsiteY28935"/>
              </a:cxn>
              <a:cxn ang="0">
                <a:pos x="connsiteX28936" y="connsiteY28936"/>
              </a:cxn>
              <a:cxn ang="0">
                <a:pos x="connsiteX28937" y="connsiteY28937"/>
              </a:cxn>
              <a:cxn ang="0">
                <a:pos x="connsiteX28938" y="connsiteY28938"/>
              </a:cxn>
              <a:cxn ang="0">
                <a:pos x="connsiteX28939" y="connsiteY28939"/>
              </a:cxn>
              <a:cxn ang="0">
                <a:pos x="connsiteX28940" y="connsiteY28940"/>
              </a:cxn>
              <a:cxn ang="0">
                <a:pos x="connsiteX28941" y="connsiteY28941"/>
              </a:cxn>
              <a:cxn ang="0">
                <a:pos x="connsiteX28942" y="connsiteY28942"/>
              </a:cxn>
              <a:cxn ang="0">
                <a:pos x="connsiteX28943" y="connsiteY28943"/>
              </a:cxn>
              <a:cxn ang="0">
                <a:pos x="connsiteX28944" y="connsiteY28944"/>
              </a:cxn>
              <a:cxn ang="0">
                <a:pos x="connsiteX28945" y="connsiteY28945"/>
              </a:cxn>
              <a:cxn ang="0">
                <a:pos x="connsiteX28946" y="connsiteY28946"/>
              </a:cxn>
              <a:cxn ang="0">
                <a:pos x="connsiteX28947" y="connsiteY28947"/>
              </a:cxn>
              <a:cxn ang="0">
                <a:pos x="connsiteX28948" y="connsiteY28948"/>
              </a:cxn>
              <a:cxn ang="0">
                <a:pos x="connsiteX28949" y="connsiteY28949"/>
              </a:cxn>
              <a:cxn ang="0">
                <a:pos x="connsiteX28950" y="connsiteY28950"/>
              </a:cxn>
              <a:cxn ang="0">
                <a:pos x="connsiteX28951" y="connsiteY28951"/>
              </a:cxn>
              <a:cxn ang="0">
                <a:pos x="connsiteX28952" y="connsiteY28952"/>
              </a:cxn>
              <a:cxn ang="0">
                <a:pos x="connsiteX28953" y="connsiteY28953"/>
              </a:cxn>
              <a:cxn ang="0">
                <a:pos x="connsiteX28954" y="connsiteY28954"/>
              </a:cxn>
              <a:cxn ang="0">
                <a:pos x="connsiteX28955" y="connsiteY28955"/>
              </a:cxn>
              <a:cxn ang="0">
                <a:pos x="connsiteX28956" y="connsiteY28956"/>
              </a:cxn>
              <a:cxn ang="0">
                <a:pos x="connsiteX28957" y="connsiteY28957"/>
              </a:cxn>
              <a:cxn ang="0">
                <a:pos x="connsiteX28958" y="connsiteY28958"/>
              </a:cxn>
              <a:cxn ang="0">
                <a:pos x="connsiteX28959" y="connsiteY28959"/>
              </a:cxn>
              <a:cxn ang="0">
                <a:pos x="connsiteX28960" y="connsiteY28960"/>
              </a:cxn>
              <a:cxn ang="0">
                <a:pos x="connsiteX28961" y="connsiteY28961"/>
              </a:cxn>
              <a:cxn ang="0">
                <a:pos x="connsiteX28962" y="connsiteY28962"/>
              </a:cxn>
              <a:cxn ang="0">
                <a:pos x="connsiteX28963" y="connsiteY28963"/>
              </a:cxn>
              <a:cxn ang="0">
                <a:pos x="connsiteX28964" y="connsiteY28964"/>
              </a:cxn>
              <a:cxn ang="0">
                <a:pos x="connsiteX28965" y="connsiteY28965"/>
              </a:cxn>
              <a:cxn ang="0">
                <a:pos x="connsiteX28966" y="connsiteY28966"/>
              </a:cxn>
              <a:cxn ang="0">
                <a:pos x="connsiteX28967" y="connsiteY28967"/>
              </a:cxn>
              <a:cxn ang="0">
                <a:pos x="connsiteX28968" y="connsiteY28968"/>
              </a:cxn>
              <a:cxn ang="0">
                <a:pos x="connsiteX28969" y="connsiteY28969"/>
              </a:cxn>
              <a:cxn ang="0">
                <a:pos x="connsiteX28970" y="connsiteY28970"/>
              </a:cxn>
              <a:cxn ang="0">
                <a:pos x="connsiteX28971" y="connsiteY28971"/>
              </a:cxn>
              <a:cxn ang="0">
                <a:pos x="connsiteX28972" y="connsiteY28972"/>
              </a:cxn>
              <a:cxn ang="0">
                <a:pos x="connsiteX28973" y="connsiteY28973"/>
              </a:cxn>
              <a:cxn ang="0">
                <a:pos x="connsiteX28974" y="connsiteY28974"/>
              </a:cxn>
              <a:cxn ang="0">
                <a:pos x="connsiteX28975" y="connsiteY28975"/>
              </a:cxn>
              <a:cxn ang="0">
                <a:pos x="connsiteX28976" y="connsiteY28976"/>
              </a:cxn>
              <a:cxn ang="0">
                <a:pos x="connsiteX28977" y="connsiteY28977"/>
              </a:cxn>
              <a:cxn ang="0">
                <a:pos x="connsiteX28978" y="connsiteY28978"/>
              </a:cxn>
              <a:cxn ang="0">
                <a:pos x="connsiteX28979" y="connsiteY28979"/>
              </a:cxn>
              <a:cxn ang="0">
                <a:pos x="connsiteX28980" y="connsiteY28980"/>
              </a:cxn>
              <a:cxn ang="0">
                <a:pos x="connsiteX28981" y="connsiteY28981"/>
              </a:cxn>
              <a:cxn ang="0">
                <a:pos x="connsiteX28982" y="connsiteY28982"/>
              </a:cxn>
              <a:cxn ang="0">
                <a:pos x="connsiteX28983" y="connsiteY28983"/>
              </a:cxn>
              <a:cxn ang="0">
                <a:pos x="connsiteX28984" y="connsiteY28984"/>
              </a:cxn>
              <a:cxn ang="0">
                <a:pos x="connsiteX28985" y="connsiteY28985"/>
              </a:cxn>
              <a:cxn ang="0">
                <a:pos x="connsiteX28986" y="connsiteY28986"/>
              </a:cxn>
              <a:cxn ang="0">
                <a:pos x="connsiteX28987" y="connsiteY28987"/>
              </a:cxn>
              <a:cxn ang="0">
                <a:pos x="connsiteX28988" y="connsiteY28988"/>
              </a:cxn>
              <a:cxn ang="0">
                <a:pos x="connsiteX28989" y="connsiteY28989"/>
              </a:cxn>
              <a:cxn ang="0">
                <a:pos x="connsiteX28990" y="connsiteY28990"/>
              </a:cxn>
              <a:cxn ang="0">
                <a:pos x="connsiteX28991" y="connsiteY28991"/>
              </a:cxn>
              <a:cxn ang="0">
                <a:pos x="connsiteX28992" y="connsiteY28992"/>
              </a:cxn>
              <a:cxn ang="0">
                <a:pos x="connsiteX28993" y="connsiteY28993"/>
              </a:cxn>
              <a:cxn ang="0">
                <a:pos x="connsiteX28994" y="connsiteY28994"/>
              </a:cxn>
              <a:cxn ang="0">
                <a:pos x="connsiteX28995" y="connsiteY28995"/>
              </a:cxn>
              <a:cxn ang="0">
                <a:pos x="connsiteX28996" y="connsiteY28996"/>
              </a:cxn>
              <a:cxn ang="0">
                <a:pos x="connsiteX28997" y="connsiteY28997"/>
              </a:cxn>
              <a:cxn ang="0">
                <a:pos x="connsiteX28998" y="connsiteY28998"/>
              </a:cxn>
              <a:cxn ang="0">
                <a:pos x="connsiteX28999" y="connsiteY28999"/>
              </a:cxn>
              <a:cxn ang="0">
                <a:pos x="connsiteX29000" y="connsiteY29000"/>
              </a:cxn>
              <a:cxn ang="0">
                <a:pos x="connsiteX29001" y="connsiteY29001"/>
              </a:cxn>
              <a:cxn ang="0">
                <a:pos x="connsiteX29002" y="connsiteY29002"/>
              </a:cxn>
              <a:cxn ang="0">
                <a:pos x="connsiteX29003" y="connsiteY29003"/>
              </a:cxn>
              <a:cxn ang="0">
                <a:pos x="connsiteX29004" y="connsiteY29004"/>
              </a:cxn>
              <a:cxn ang="0">
                <a:pos x="connsiteX29005" y="connsiteY29005"/>
              </a:cxn>
              <a:cxn ang="0">
                <a:pos x="connsiteX29006" y="connsiteY29006"/>
              </a:cxn>
              <a:cxn ang="0">
                <a:pos x="connsiteX29007" y="connsiteY29007"/>
              </a:cxn>
              <a:cxn ang="0">
                <a:pos x="connsiteX29008" y="connsiteY29008"/>
              </a:cxn>
              <a:cxn ang="0">
                <a:pos x="connsiteX29009" y="connsiteY29009"/>
              </a:cxn>
              <a:cxn ang="0">
                <a:pos x="connsiteX29010" y="connsiteY29010"/>
              </a:cxn>
              <a:cxn ang="0">
                <a:pos x="connsiteX29011" y="connsiteY29011"/>
              </a:cxn>
              <a:cxn ang="0">
                <a:pos x="connsiteX29012" y="connsiteY29012"/>
              </a:cxn>
              <a:cxn ang="0">
                <a:pos x="connsiteX29013" y="connsiteY29013"/>
              </a:cxn>
              <a:cxn ang="0">
                <a:pos x="connsiteX29014" y="connsiteY29014"/>
              </a:cxn>
              <a:cxn ang="0">
                <a:pos x="connsiteX29015" y="connsiteY29015"/>
              </a:cxn>
              <a:cxn ang="0">
                <a:pos x="connsiteX29016" y="connsiteY29016"/>
              </a:cxn>
              <a:cxn ang="0">
                <a:pos x="connsiteX29017" y="connsiteY29017"/>
              </a:cxn>
              <a:cxn ang="0">
                <a:pos x="connsiteX29018" y="connsiteY29018"/>
              </a:cxn>
              <a:cxn ang="0">
                <a:pos x="connsiteX29019" y="connsiteY29019"/>
              </a:cxn>
              <a:cxn ang="0">
                <a:pos x="connsiteX29020" y="connsiteY29020"/>
              </a:cxn>
              <a:cxn ang="0">
                <a:pos x="connsiteX29021" y="connsiteY29021"/>
              </a:cxn>
              <a:cxn ang="0">
                <a:pos x="connsiteX29022" y="connsiteY29022"/>
              </a:cxn>
              <a:cxn ang="0">
                <a:pos x="connsiteX29023" y="connsiteY29023"/>
              </a:cxn>
              <a:cxn ang="0">
                <a:pos x="connsiteX29024" y="connsiteY29024"/>
              </a:cxn>
              <a:cxn ang="0">
                <a:pos x="connsiteX29025" y="connsiteY29025"/>
              </a:cxn>
              <a:cxn ang="0">
                <a:pos x="connsiteX29026" y="connsiteY29026"/>
              </a:cxn>
              <a:cxn ang="0">
                <a:pos x="connsiteX29027" y="connsiteY29027"/>
              </a:cxn>
              <a:cxn ang="0">
                <a:pos x="connsiteX29028" y="connsiteY29028"/>
              </a:cxn>
              <a:cxn ang="0">
                <a:pos x="connsiteX29029" y="connsiteY29029"/>
              </a:cxn>
              <a:cxn ang="0">
                <a:pos x="connsiteX29030" y="connsiteY29030"/>
              </a:cxn>
              <a:cxn ang="0">
                <a:pos x="connsiteX29031" y="connsiteY29031"/>
              </a:cxn>
              <a:cxn ang="0">
                <a:pos x="connsiteX29032" y="connsiteY29032"/>
              </a:cxn>
              <a:cxn ang="0">
                <a:pos x="connsiteX29033" y="connsiteY29033"/>
              </a:cxn>
              <a:cxn ang="0">
                <a:pos x="connsiteX29034" y="connsiteY29034"/>
              </a:cxn>
              <a:cxn ang="0">
                <a:pos x="connsiteX29035" y="connsiteY29035"/>
              </a:cxn>
              <a:cxn ang="0">
                <a:pos x="connsiteX29036" y="connsiteY29036"/>
              </a:cxn>
              <a:cxn ang="0">
                <a:pos x="connsiteX29037" y="connsiteY29037"/>
              </a:cxn>
              <a:cxn ang="0">
                <a:pos x="connsiteX29038" y="connsiteY29038"/>
              </a:cxn>
              <a:cxn ang="0">
                <a:pos x="connsiteX29039" y="connsiteY29039"/>
              </a:cxn>
              <a:cxn ang="0">
                <a:pos x="connsiteX29040" y="connsiteY29040"/>
              </a:cxn>
              <a:cxn ang="0">
                <a:pos x="connsiteX29041" y="connsiteY29041"/>
              </a:cxn>
              <a:cxn ang="0">
                <a:pos x="connsiteX29042" y="connsiteY29042"/>
              </a:cxn>
              <a:cxn ang="0">
                <a:pos x="connsiteX29043" y="connsiteY29043"/>
              </a:cxn>
              <a:cxn ang="0">
                <a:pos x="connsiteX29044" y="connsiteY29044"/>
              </a:cxn>
              <a:cxn ang="0">
                <a:pos x="connsiteX29045" y="connsiteY29045"/>
              </a:cxn>
              <a:cxn ang="0">
                <a:pos x="connsiteX29046" y="connsiteY29046"/>
              </a:cxn>
              <a:cxn ang="0">
                <a:pos x="connsiteX29047" y="connsiteY29047"/>
              </a:cxn>
              <a:cxn ang="0">
                <a:pos x="connsiteX29048" y="connsiteY29048"/>
              </a:cxn>
              <a:cxn ang="0">
                <a:pos x="connsiteX29049" y="connsiteY29049"/>
              </a:cxn>
              <a:cxn ang="0">
                <a:pos x="connsiteX29050" y="connsiteY29050"/>
              </a:cxn>
              <a:cxn ang="0">
                <a:pos x="connsiteX29051" y="connsiteY29051"/>
              </a:cxn>
              <a:cxn ang="0">
                <a:pos x="connsiteX29052" y="connsiteY29052"/>
              </a:cxn>
              <a:cxn ang="0">
                <a:pos x="connsiteX29053" y="connsiteY29053"/>
              </a:cxn>
              <a:cxn ang="0">
                <a:pos x="connsiteX29054" y="connsiteY29054"/>
              </a:cxn>
              <a:cxn ang="0">
                <a:pos x="connsiteX29055" y="connsiteY29055"/>
              </a:cxn>
              <a:cxn ang="0">
                <a:pos x="connsiteX29056" y="connsiteY29056"/>
              </a:cxn>
              <a:cxn ang="0">
                <a:pos x="connsiteX29057" y="connsiteY29057"/>
              </a:cxn>
              <a:cxn ang="0">
                <a:pos x="connsiteX29058" y="connsiteY29058"/>
              </a:cxn>
              <a:cxn ang="0">
                <a:pos x="connsiteX29059" y="connsiteY29059"/>
              </a:cxn>
              <a:cxn ang="0">
                <a:pos x="connsiteX29060" y="connsiteY29060"/>
              </a:cxn>
              <a:cxn ang="0">
                <a:pos x="connsiteX29061" y="connsiteY29061"/>
              </a:cxn>
              <a:cxn ang="0">
                <a:pos x="connsiteX29062" y="connsiteY29062"/>
              </a:cxn>
              <a:cxn ang="0">
                <a:pos x="connsiteX29063" y="connsiteY29063"/>
              </a:cxn>
              <a:cxn ang="0">
                <a:pos x="connsiteX29064" y="connsiteY29064"/>
              </a:cxn>
              <a:cxn ang="0">
                <a:pos x="connsiteX29065" y="connsiteY29065"/>
              </a:cxn>
              <a:cxn ang="0">
                <a:pos x="connsiteX29066" y="connsiteY29066"/>
              </a:cxn>
              <a:cxn ang="0">
                <a:pos x="connsiteX29067" y="connsiteY29067"/>
              </a:cxn>
              <a:cxn ang="0">
                <a:pos x="connsiteX29068" y="connsiteY29068"/>
              </a:cxn>
              <a:cxn ang="0">
                <a:pos x="connsiteX29069" y="connsiteY29069"/>
              </a:cxn>
              <a:cxn ang="0">
                <a:pos x="connsiteX29070" y="connsiteY29070"/>
              </a:cxn>
              <a:cxn ang="0">
                <a:pos x="connsiteX29071" y="connsiteY29071"/>
              </a:cxn>
              <a:cxn ang="0">
                <a:pos x="connsiteX29072" y="connsiteY29072"/>
              </a:cxn>
              <a:cxn ang="0">
                <a:pos x="connsiteX29073" y="connsiteY29073"/>
              </a:cxn>
              <a:cxn ang="0">
                <a:pos x="connsiteX29074" y="connsiteY29074"/>
              </a:cxn>
              <a:cxn ang="0">
                <a:pos x="connsiteX29075" y="connsiteY29075"/>
              </a:cxn>
              <a:cxn ang="0">
                <a:pos x="connsiteX29076" y="connsiteY29076"/>
              </a:cxn>
              <a:cxn ang="0">
                <a:pos x="connsiteX29077" y="connsiteY29077"/>
              </a:cxn>
              <a:cxn ang="0">
                <a:pos x="connsiteX29078" y="connsiteY29078"/>
              </a:cxn>
              <a:cxn ang="0">
                <a:pos x="connsiteX29079" y="connsiteY29079"/>
              </a:cxn>
              <a:cxn ang="0">
                <a:pos x="connsiteX29080" y="connsiteY29080"/>
              </a:cxn>
              <a:cxn ang="0">
                <a:pos x="connsiteX29081" y="connsiteY29081"/>
              </a:cxn>
              <a:cxn ang="0">
                <a:pos x="connsiteX29082" y="connsiteY29082"/>
              </a:cxn>
              <a:cxn ang="0">
                <a:pos x="connsiteX29083" y="connsiteY29083"/>
              </a:cxn>
              <a:cxn ang="0">
                <a:pos x="connsiteX29084" y="connsiteY29084"/>
              </a:cxn>
              <a:cxn ang="0">
                <a:pos x="connsiteX29085" y="connsiteY29085"/>
              </a:cxn>
              <a:cxn ang="0">
                <a:pos x="connsiteX29086" y="connsiteY29086"/>
              </a:cxn>
              <a:cxn ang="0">
                <a:pos x="connsiteX29087" y="connsiteY29087"/>
              </a:cxn>
              <a:cxn ang="0">
                <a:pos x="connsiteX29088" y="connsiteY29088"/>
              </a:cxn>
              <a:cxn ang="0">
                <a:pos x="connsiteX29089" y="connsiteY29089"/>
              </a:cxn>
              <a:cxn ang="0">
                <a:pos x="connsiteX29090" y="connsiteY29090"/>
              </a:cxn>
              <a:cxn ang="0">
                <a:pos x="connsiteX29091" y="connsiteY29091"/>
              </a:cxn>
              <a:cxn ang="0">
                <a:pos x="connsiteX29092" y="connsiteY29092"/>
              </a:cxn>
              <a:cxn ang="0">
                <a:pos x="connsiteX29093" y="connsiteY29093"/>
              </a:cxn>
              <a:cxn ang="0">
                <a:pos x="connsiteX29094" y="connsiteY29094"/>
              </a:cxn>
              <a:cxn ang="0">
                <a:pos x="connsiteX29095" y="connsiteY29095"/>
              </a:cxn>
              <a:cxn ang="0">
                <a:pos x="connsiteX29096" y="connsiteY29096"/>
              </a:cxn>
              <a:cxn ang="0">
                <a:pos x="connsiteX29097" y="connsiteY29097"/>
              </a:cxn>
              <a:cxn ang="0">
                <a:pos x="connsiteX29098" y="connsiteY29098"/>
              </a:cxn>
              <a:cxn ang="0">
                <a:pos x="connsiteX29099" y="connsiteY29099"/>
              </a:cxn>
              <a:cxn ang="0">
                <a:pos x="connsiteX29100" y="connsiteY29100"/>
              </a:cxn>
              <a:cxn ang="0">
                <a:pos x="connsiteX29101" y="connsiteY29101"/>
              </a:cxn>
              <a:cxn ang="0">
                <a:pos x="connsiteX29102" y="connsiteY29102"/>
              </a:cxn>
              <a:cxn ang="0">
                <a:pos x="connsiteX29103" y="connsiteY29103"/>
              </a:cxn>
              <a:cxn ang="0">
                <a:pos x="connsiteX29104" y="connsiteY29104"/>
              </a:cxn>
              <a:cxn ang="0">
                <a:pos x="connsiteX29105" y="connsiteY29105"/>
              </a:cxn>
              <a:cxn ang="0">
                <a:pos x="connsiteX29106" y="connsiteY29106"/>
              </a:cxn>
              <a:cxn ang="0">
                <a:pos x="connsiteX29107" y="connsiteY29107"/>
              </a:cxn>
              <a:cxn ang="0">
                <a:pos x="connsiteX29108" y="connsiteY29108"/>
              </a:cxn>
              <a:cxn ang="0">
                <a:pos x="connsiteX29109" y="connsiteY29109"/>
              </a:cxn>
              <a:cxn ang="0">
                <a:pos x="connsiteX29110" y="connsiteY29110"/>
              </a:cxn>
              <a:cxn ang="0">
                <a:pos x="connsiteX29111" y="connsiteY29111"/>
              </a:cxn>
              <a:cxn ang="0">
                <a:pos x="connsiteX29112" y="connsiteY29112"/>
              </a:cxn>
              <a:cxn ang="0">
                <a:pos x="connsiteX29113" y="connsiteY29113"/>
              </a:cxn>
              <a:cxn ang="0">
                <a:pos x="connsiteX29114" y="connsiteY29114"/>
              </a:cxn>
              <a:cxn ang="0">
                <a:pos x="connsiteX29115" y="connsiteY29115"/>
              </a:cxn>
              <a:cxn ang="0">
                <a:pos x="connsiteX29116" y="connsiteY29116"/>
              </a:cxn>
              <a:cxn ang="0">
                <a:pos x="connsiteX29117" y="connsiteY29117"/>
              </a:cxn>
              <a:cxn ang="0">
                <a:pos x="connsiteX29118" y="connsiteY29118"/>
              </a:cxn>
              <a:cxn ang="0">
                <a:pos x="connsiteX29119" y="connsiteY29119"/>
              </a:cxn>
              <a:cxn ang="0">
                <a:pos x="connsiteX29120" y="connsiteY29120"/>
              </a:cxn>
              <a:cxn ang="0">
                <a:pos x="connsiteX29121" y="connsiteY29121"/>
              </a:cxn>
              <a:cxn ang="0">
                <a:pos x="connsiteX29122" y="connsiteY29122"/>
              </a:cxn>
              <a:cxn ang="0">
                <a:pos x="connsiteX29123" y="connsiteY29123"/>
              </a:cxn>
              <a:cxn ang="0">
                <a:pos x="connsiteX29124" y="connsiteY29124"/>
              </a:cxn>
              <a:cxn ang="0">
                <a:pos x="connsiteX29125" y="connsiteY29125"/>
              </a:cxn>
              <a:cxn ang="0">
                <a:pos x="connsiteX29126" y="connsiteY29126"/>
              </a:cxn>
              <a:cxn ang="0">
                <a:pos x="connsiteX29127" y="connsiteY29127"/>
              </a:cxn>
              <a:cxn ang="0">
                <a:pos x="connsiteX29128" y="connsiteY29128"/>
              </a:cxn>
              <a:cxn ang="0">
                <a:pos x="connsiteX29129" y="connsiteY29129"/>
              </a:cxn>
              <a:cxn ang="0">
                <a:pos x="connsiteX29130" y="connsiteY29130"/>
              </a:cxn>
              <a:cxn ang="0">
                <a:pos x="connsiteX29131" y="connsiteY29131"/>
              </a:cxn>
              <a:cxn ang="0">
                <a:pos x="connsiteX29132" y="connsiteY29132"/>
              </a:cxn>
              <a:cxn ang="0">
                <a:pos x="connsiteX29133" y="connsiteY29133"/>
              </a:cxn>
              <a:cxn ang="0">
                <a:pos x="connsiteX29134" y="connsiteY29134"/>
              </a:cxn>
              <a:cxn ang="0">
                <a:pos x="connsiteX29135" y="connsiteY29135"/>
              </a:cxn>
              <a:cxn ang="0">
                <a:pos x="connsiteX29136" y="connsiteY29136"/>
              </a:cxn>
              <a:cxn ang="0">
                <a:pos x="connsiteX29137" y="connsiteY29137"/>
              </a:cxn>
              <a:cxn ang="0">
                <a:pos x="connsiteX29138" y="connsiteY29138"/>
              </a:cxn>
              <a:cxn ang="0">
                <a:pos x="connsiteX29139" y="connsiteY29139"/>
              </a:cxn>
              <a:cxn ang="0">
                <a:pos x="connsiteX29140" y="connsiteY29140"/>
              </a:cxn>
              <a:cxn ang="0">
                <a:pos x="connsiteX29141" y="connsiteY29141"/>
              </a:cxn>
              <a:cxn ang="0">
                <a:pos x="connsiteX29142" y="connsiteY29142"/>
              </a:cxn>
              <a:cxn ang="0">
                <a:pos x="connsiteX29143" y="connsiteY29143"/>
              </a:cxn>
              <a:cxn ang="0">
                <a:pos x="connsiteX29144" y="connsiteY29144"/>
              </a:cxn>
              <a:cxn ang="0">
                <a:pos x="connsiteX29145" y="connsiteY29145"/>
              </a:cxn>
              <a:cxn ang="0">
                <a:pos x="connsiteX29146" y="connsiteY29146"/>
              </a:cxn>
              <a:cxn ang="0">
                <a:pos x="connsiteX29147" y="connsiteY29147"/>
              </a:cxn>
              <a:cxn ang="0">
                <a:pos x="connsiteX29148" y="connsiteY29148"/>
              </a:cxn>
              <a:cxn ang="0">
                <a:pos x="connsiteX29149" y="connsiteY29149"/>
              </a:cxn>
              <a:cxn ang="0">
                <a:pos x="connsiteX29150" y="connsiteY29150"/>
              </a:cxn>
              <a:cxn ang="0">
                <a:pos x="connsiteX29151" y="connsiteY29151"/>
              </a:cxn>
              <a:cxn ang="0">
                <a:pos x="connsiteX29152" y="connsiteY29152"/>
              </a:cxn>
              <a:cxn ang="0">
                <a:pos x="connsiteX29153" y="connsiteY29153"/>
              </a:cxn>
              <a:cxn ang="0">
                <a:pos x="connsiteX29154" y="connsiteY29154"/>
              </a:cxn>
              <a:cxn ang="0">
                <a:pos x="connsiteX29155" y="connsiteY29155"/>
              </a:cxn>
              <a:cxn ang="0">
                <a:pos x="connsiteX29156" y="connsiteY29156"/>
              </a:cxn>
              <a:cxn ang="0">
                <a:pos x="connsiteX29157" y="connsiteY29157"/>
              </a:cxn>
              <a:cxn ang="0">
                <a:pos x="connsiteX29158" y="connsiteY29158"/>
              </a:cxn>
              <a:cxn ang="0">
                <a:pos x="connsiteX29159" y="connsiteY29159"/>
              </a:cxn>
              <a:cxn ang="0">
                <a:pos x="connsiteX29160" y="connsiteY29160"/>
              </a:cxn>
              <a:cxn ang="0">
                <a:pos x="connsiteX29161" y="connsiteY29161"/>
              </a:cxn>
              <a:cxn ang="0">
                <a:pos x="connsiteX29162" y="connsiteY29162"/>
              </a:cxn>
              <a:cxn ang="0">
                <a:pos x="connsiteX29163" y="connsiteY29163"/>
              </a:cxn>
              <a:cxn ang="0">
                <a:pos x="connsiteX29164" y="connsiteY29164"/>
              </a:cxn>
              <a:cxn ang="0">
                <a:pos x="connsiteX29165" y="connsiteY29165"/>
              </a:cxn>
              <a:cxn ang="0">
                <a:pos x="connsiteX29166" y="connsiteY29166"/>
              </a:cxn>
              <a:cxn ang="0">
                <a:pos x="connsiteX29167" y="connsiteY29167"/>
              </a:cxn>
              <a:cxn ang="0">
                <a:pos x="connsiteX29168" y="connsiteY29168"/>
              </a:cxn>
              <a:cxn ang="0">
                <a:pos x="connsiteX29169" y="connsiteY29169"/>
              </a:cxn>
              <a:cxn ang="0">
                <a:pos x="connsiteX29170" y="connsiteY29170"/>
              </a:cxn>
              <a:cxn ang="0">
                <a:pos x="connsiteX29171" y="connsiteY29171"/>
              </a:cxn>
              <a:cxn ang="0">
                <a:pos x="connsiteX29172" y="connsiteY29172"/>
              </a:cxn>
              <a:cxn ang="0">
                <a:pos x="connsiteX29173" y="connsiteY29173"/>
              </a:cxn>
              <a:cxn ang="0">
                <a:pos x="connsiteX29174" y="connsiteY29174"/>
              </a:cxn>
              <a:cxn ang="0">
                <a:pos x="connsiteX29175" y="connsiteY29175"/>
              </a:cxn>
              <a:cxn ang="0">
                <a:pos x="connsiteX29176" y="connsiteY29176"/>
              </a:cxn>
              <a:cxn ang="0">
                <a:pos x="connsiteX29177" y="connsiteY29177"/>
              </a:cxn>
              <a:cxn ang="0">
                <a:pos x="connsiteX29178" y="connsiteY29178"/>
              </a:cxn>
              <a:cxn ang="0">
                <a:pos x="connsiteX29179" y="connsiteY29179"/>
              </a:cxn>
              <a:cxn ang="0">
                <a:pos x="connsiteX29180" y="connsiteY29180"/>
              </a:cxn>
              <a:cxn ang="0">
                <a:pos x="connsiteX29181" y="connsiteY29181"/>
              </a:cxn>
              <a:cxn ang="0">
                <a:pos x="connsiteX29182" y="connsiteY29182"/>
              </a:cxn>
              <a:cxn ang="0">
                <a:pos x="connsiteX29183" y="connsiteY29183"/>
              </a:cxn>
              <a:cxn ang="0">
                <a:pos x="connsiteX29184" y="connsiteY29184"/>
              </a:cxn>
              <a:cxn ang="0">
                <a:pos x="connsiteX29185" y="connsiteY29185"/>
              </a:cxn>
              <a:cxn ang="0">
                <a:pos x="connsiteX29186" y="connsiteY29186"/>
              </a:cxn>
              <a:cxn ang="0">
                <a:pos x="connsiteX29187" y="connsiteY29187"/>
              </a:cxn>
              <a:cxn ang="0">
                <a:pos x="connsiteX29188" y="connsiteY29188"/>
              </a:cxn>
              <a:cxn ang="0">
                <a:pos x="connsiteX29189" y="connsiteY29189"/>
              </a:cxn>
              <a:cxn ang="0">
                <a:pos x="connsiteX29190" y="connsiteY29190"/>
              </a:cxn>
              <a:cxn ang="0">
                <a:pos x="connsiteX29191" y="connsiteY29191"/>
              </a:cxn>
              <a:cxn ang="0">
                <a:pos x="connsiteX29192" y="connsiteY29192"/>
              </a:cxn>
              <a:cxn ang="0">
                <a:pos x="connsiteX29193" y="connsiteY29193"/>
              </a:cxn>
              <a:cxn ang="0">
                <a:pos x="connsiteX29194" y="connsiteY29194"/>
              </a:cxn>
              <a:cxn ang="0">
                <a:pos x="connsiteX29195" y="connsiteY29195"/>
              </a:cxn>
              <a:cxn ang="0">
                <a:pos x="connsiteX29196" y="connsiteY29196"/>
              </a:cxn>
              <a:cxn ang="0">
                <a:pos x="connsiteX29197" y="connsiteY29197"/>
              </a:cxn>
              <a:cxn ang="0">
                <a:pos x="connsiteX29198" y="connsiteY29198"/>
              </a:cxn>
              <a:cxn ang="0">
                <a:pos x="connsiteX29199" y="connsiteY29199"/>
              </a:cxn>
              <a:cxn ang="0">
                <a:pos x="connsiteX29200" y="connsiteY29200"/>
              </a:cxn>
              <a:cxn ang="0">
                <a:pos x="connsiteX29201" y="connsiteY29201"/>
              </a:cxn>
              <a:cxn ang="0">
                <a:pos x="connsiteX29202" y="connsiteY29202"/>
              </a:cxn>
              <a:cxn ang="0">
                <a:pos x="connsiteX29203" y="connsiteY29203"/>
              </a:cxn>
              <a:cxn ang="0">
                <a:pos x="connsiteX29204" y="connsiteY29204"/>
              </a:cxn>
              <a:cxn ang="0">
                <a:pos x="connsiteX29205" y="connsiteY29205"/>
              </a:cxn>
              <a:cxn ang="0">
                <a:pos x="connsiteX29206" y="connsiteY29206"/>
              </a:cxn>
              <a:cxn ang="0">
                <a:pos x="connsiteX29207" y="connsiteY29207"/>
              </a:cxn>
              <a:cxn ang="0">
                <a:pos x="connsiteX29208" y="connsiteY29208"/>
              </a:cxn>
              <a:cxn ang="0">
                <a:pos x="connsiteX29209" y="connsiteY29209"/>
              </a:cxn>
              <a:cxn ang="0">
                <a:pos x="connsiteX29210" y="connsiteY29210"/>
              </a:cxn>
              <a:cxn ang="0">
                <a:pos x="connsiteX29211" y="connsiteY29211"/>
              </a:cxn>
              <a:cxn ang="0">
                <a:pos x="connsiteX29212" y="connsiteY29212"/>
              </a:cxn>
              <a:cxn ang="0">
                <a:pos x="connsiteX29213" y="connsiteY29213"/>
              </a:cxn>
              <a:cxn ang="0">
                <a:pos x="connsiteX29214" y="connsiteY29214"/>
              </a:cxn>
              <a:cxn ang="0">
                <a:pos x="connsiteX29215" y="connsiteY29215"/>
              </a:cxn>
              <a:cxn ang="0">
                <a:pos x="connsiteX29216" y="connsiteY29216"/>
              </a:cxn>
              <a:cxn ang="0">
                <a:pos x="connsiteX29217" y="connsiteY29217"/>
              </a:cxn>
              <a:cxn ang="0">
                <a:pos x="connsiteX29218" y="connsiteY29218"/>
              </a:cxn>
              <a:cxn ang="0">
                <a:pos x="connsiteX29219" y="connsiteY29219"/>
              </a:cxn>
              <a:cxn ang="0">
                <a:pos x="connsiteX29220" y="connsiteY29220"/>
              </a:cxn>
              <a:cxn ang="0">
                <a:pos x="connsiteX29221" y="connsiteY29221"/>
              </a:cxn>
              <a:cxn ang="0">
                <a:pos x="connsiteX29222" y="connsiteY29222"/>
              </a:cxn>
              <a:cxn ang="0">
                <a:pos x="connsiteX29223" y="connsiteY29223"/>
              </a:cxn>
              <a:cxn ang="0">
                <a:pos x="connsiteX29224" y="connsiteY29224"/>
              </a:cxn>
              <a:cxn ang="0">
                <a:pos x="connsiteX29225" y="connsiteY29225"/>
              </a:cxn>
              <a:cxn ang="0">
                <a:pos x="connsiteX29226" y="connsiteY29226"/>
              </a:cxn>
              <a:cxn ang="0">
                <a:pos x="connsiteX29227" y="connsiteY29227"/>
              </a:cxn>
              <a:cxn ang="0">
                <a:pos x="connsiteX29228" y="connsiteY29228"/>
              </a:cxn>
              <a:cxn ang="0">
                <a:pos x="connsiteX29229" y="connsiteY29229"/>
              </a:cxn>
              <a:cxn ang="0">
                <a:pos x="connsiteX29230" y="connsiteY29230"/>
              </a:cxn>
              <a:cxn ang="0">
                <a:pos x="connsiteX29231" y="connsiteY29231"/>
              </a:cxn>
              <a:cxn ang="0">
                <a:pos x="connsiteX29232" y="connsiteY29232"/>
              </a:cxn>
              <a:cxn ang="0">
                <a:pos x="connsiteX29233" y="connsiteY29233"/>
              </a:cxn>
              <a:cxn ang="0">
                <a:pos x="connsiteX29234" y="connsiteY29234"/>
              </a:cxn>
              <a:cxn ang="0">
                <a:pos x="connsiteX29235" y="connsiteY29235"/>
              </a:cxn>
              <a:cxn ang="0">
                <a:pos x="connsiteX29236" y="connsiteY29236"/>
              </a:cxn>
              <a:cxn ang="0">
                <a:pos x="connsiteX29237" y="connsiteY29237"/>
              </a:cxn>
              <a:cxn ang="0">
                <a:pos x="connsiteX29238" y="connsiteY29238"/>
              </a:cxn>
              <a:cxn ang="0">
                <a:pos x="connsiteX29239" y="connsiteY29239"/>
              </a:cxn>
              <a:cxn ang="0">
                <a:pos x="connsiteX29240" y="connsiteY29240"/>
              </a:cxn>
              <a:cxn ang="0">
                <a:pos x="connsiteX29241" y="connsiteY29241"/>
              </a:cxn>
              <a:cxn ang="0">
                <a:pos x="connsiteX29242" y="connsiteY29242"/>
              </a:cxn>
              <a:cxn ang="0">
                <a:pos x="connsiteX29243" y="connsiteY29243"/>
              </a:cxn>
              <a:cxn ang="0">
                <a:pos x="connsiteX29244" y="connsiteY29244"/>
              </a:cxn>
              <a:cxn ang="0">
                <a:pos x="connsiteX29245" y="connsiteY29245"/>
              </a:cxn>
              <a:cxn ang="0">
                <a:pos x="connsiteX29246" y="connsiteY29246"/>
              </a:cxn>
              <a:cxn ang="0">
                <a:pos x="connsiteX29247" y="connsiteY29247"/>
              </a:cxn>
              <a:cxn ang="0">
                <a:pos x="connsiteX29248" y="connsiteY29248"/>
              </a:cxn>
              <a:cxn ang="0">
                <a:pos x="connsiteX29249" y="connsiteY29249"/>
              </a:cxn>
              <a:cxn ang="0">
                <a:pos x="connsiteX29250" y="connsiteY29250"/>
              </a:cxn>
              <a:cxn ang="0">
                <a:pos x="connsiteX29251" y="connsiteY29251"/>
              </a:cxn>
              <a:cxn ang="0">
                <a:pos x="connsiteX29252" y="connsiteY29252"/>
              </a:cxn>
              <a:cxn ang="0">
                <a:pos x="connsiteX29253" y="connsiteY29253"/>
              </a:cxn>
              <a:cxn ang="0">
                <a:pos x="connsiteX29254" y="connsiteY29254"/>
              </a:cxn>
              <a:cxn ang="0">
                <a:pos x="connsiteX29255" y="connsiteY29255"/>
              </a:cxn>
              <a:cxn ang="0">
                <a:pos x="connsiteX29256" y="connsiteY29256"/>
              </a:cxn>
              <a:cxn ang="0">
                <a:pos x="connsiteX29257" y="connsiteY29257"/>
              </a:cxn>
              <a:cxn ang="0">
                <a:pos x="connsiteX29258" y="connsiteY29258"/>
              </a:cxn>
              <a:cxn ang="0">
                <a:pos x="connsiteX29259" y="connsiteY29259"/>
              </a:cxn>
              <a:cxn ang="0">
                <a:pos x="connsiteX29260" y="connsiteY29260"/>
              </a:cxn>
              <a:cxn ang="0">
                <a:pos x="connsiteX29261" y="connsiteY29261"/>
              </a:cxn>
              <a:cxn ang="0">
                <a:pos x="connsiteX29262" y="connsiteY29262"/>
              </a:cxn>
              <a:cxn ang="0">
                <a:pos x="connsiteX29263" y="connsiteY29263"/>
              </a:cxn>
              <a:cxn ang="0">
                <a:pos x="connsiteX29264" y="connsiteY29264"/>
              </a:cxn>
              <a:cxn ang="0">
                <a:pos x="connsiteX29265" y="connsiteY29265"/>
              </a:cxn>
              <a:cxn ang="0">
                <a:pos x="connsiteX29266" y="connsiteY29266"/>
              </a:cxn>
              <a:cxn ang="0">
                <a:pos x="connsiteX29267" y="connsiteY29267"/>
              </a:cxn>
              <a:cxn ang="0">
                <a:pos x="connsiteX29268" y="connsiteY29268"/>
              </a:cxn>
              <a:cxn ang="0">
                <a:pos x="connsiteX29269" y="connsiteY29269"/>
              </a:cxn>
              <a:cxn ang="0">
                <a:pos x="connsiteX29270" y="connsiteY29270"/>
              </a:cxn>
              <a:cxn ang="0">
                <a:pos x="connsiteX29271" y="connsiteY29271"/>
              </a:cxn>
              <a:cxn ang="0">
                <a:pos x="connsiteX29272" y="connsiteY29272"/>
              </a:cxn>
              <a:cxn ang="0">
                <a:pos x="connsiteX29273" y="connsiteY29273"/>
              </a:cxn>
              <a:cxn ang="0">
                <a:pos x="connsiteX29274" y="connsiteY29274"/>
              </a:cxn>
              <a:cxn ang="0">
                <a:pos x="connsiteX29275" y="connsiteY29275"/>
              </a:cxn>
              <a:cxn ang="0">
                <a:pos x="connsiteX29276" y="connsiteY29276"/>
              </a:cxn>
              <a:cxn ang="0">
                <a:pos x="connsiteX29277" y="connsiteY29277"/>
              </a:cxn>
              <a:cxn ang="0">
                <a:pos x="connsiteX29278" y="connsiteY29278"/>
              </a:cxn>
              <a:cxn ang="0">
                <a:pos x="connsiteX29279" y="connsiteY29279"/>
              </a:cxn>
              <a:cxn ang="0">
                <a:pos x="connsiteX29280" y="connsiteY29280"/>
              </a:cxn>
              <a:cxn ang="0">
                <a:pos x="connsiteX29281" y="connsiteY29281"/>
              </a:cxn>
              <a:cxn ang="0">
                <a:pos x="connsiteX29282" y="connsiteY29282"/>
              </a:cxn>
              <a:cxn ang="0">
                <a:pos x="connsiteX29283" y="connsiteY29283"/>
              </a:cxn>
              <a:cxn ang="0">
                <a:pos x="connsiteX29284" y="connsiteY29284"/>
              </a:cxn>
              <a:cxn ang="0">
                <a:pos x="connsiteX29285" y="connsiteY29285"/>
              </a:cxn>
              <a:cxn ang="0">
                <a:pos x="connsiteX29286" y="connsiteY29286"/>
              </a:cxn>
              <a:cxn ang="0">
                <a:pos x="connsiteX29287" y="connsiteY29287"/>
              </a:cxn>
              <a:cxn ang="0">
                <a:pos x="connsiteX29288" y="connsiteY29288"/>
              </a:cxn>
              <a:cxn ang="0">
                <a:pos x="connsiteX29289" y="connsiteY29289"/>
              </a:cxn>
              <a:cxn ang="0">
                <a:pos x="connsiteX29290" y="connsiteY29290"/>
              </a:cxn>
              <a:cxn ang="0">
                <a:pos x="connsiteX29291" y="connsiteY29291"/>
              </a:cxn>
              <a:cxn ang="0">
                <a:pos x="connsiteX29292" y="connsiteY29292"/>
              </a:cxn>
              <a:cxn ang="0">
                <a:pos x="connsiteX29293" y="connsiteY29293"/>
              </a:cxn>
              <a:cxn ang="0">
                <a:pos x="connsiteX29294" y="connsiteY29294"/>
              </a:cxn>
              <a:cxn ang="0">
                <a:pos x="connsiteX29295" y="connsiteY29295"/>
              </a:cxn>
              <a:cxn ang="0">
                <a:pos x="connsiteX29296" y="connsiteY29296"/>
              </a:cxn>
              <a:cxn ang="0">
                <a:pos x="connsiteX29297" y="connsiteY29297"/>
              </a:cxn>
              <a:cxn ang="0">
                <a:pos x="connsiteX29298" y="connsiteY29298"/>
              </a:cxn>
              <a:cxn ang="0">
                <a:pos x="connsiteX29299" y="connsiteY29299"/>
              </a:cxn>
              <a:cxn ang="0">
                <a:pos x="connsiteX29300" y="connsiteY29300"/>
              </a:cxn>
              <a:cxn ang="0">
                <a:pos x="connsiteX29301" y="connsiteY29301"/>
              </a:cxn>
              <a:cxn ang="0">
                <a:pos x="connsiteX29302" y="connsiteY29302"/>
              </a:cxn>
              <a:cxn ang="0">
                <a:pos x="connsiteX29303" y="connsiteY29303"/>
              </a:cxn>
              <a:cxn ang="0">
                <a:pos x="connsiteX29304" y="connsiteY29304"/>
              </a:cxn>
              <a:cxn ang="0">
                <a:pos x="connsiteX29305" y="connsiteY29305"/>
              </a:cxn>
              <a:cxn ang="0">
                <a:pos x="connsiteX29306" y="connsiteY29306"/>
              </a:cxn>
              <a:cxn ang="0">
                <a:pos x="connsiteX29307" y="connsiteY29307"/>
              </a:cxn>
              <a:cxn ang="0">
                <a:pos x="connsiteX29308" y="connsiteY29308"/>
              </a:cxn>
              <a:cxn ang="0">
                <a:pos x="connsiteX29309" y="connsiteY29309"/>
              </a:cxn>
              <a:cxn ang="0">
                <a:pos x="connsiteX29310" y="connsiteY29310"/>
              </a:cxn>
              <a:cxn ang="0">
                <a:pos x="connsiteX29311" y="connsiteY29311"/>
              </a:cxn>
              <a:cxn ang="0">
                <a:pos x="connsiteX29312" y="connsiteY29312"/>
              </a:cxn>
              <a:cxn ang="0">
                <a:pos x="connsiteX29313" y="connsiteY29313"/>
              </a:cxn>
              <a:cxn ang="0">
                <a:pos x="connsiteX29314" y="connsiteY29314"/>
              </a:cxn>
              <a:cxn ang="0">
                <a:pos x="connsiteX29315" y="connsiteY29315"/>
              </a:cxn>
              <a:cxn ang="0">
                <a:pos x="connsiteX29316" y="connsiteY29316"/>
              </a:cxn>
              <a:cxn ang="0">
                <a:pos x="connsiteX29317" y="connsiteY29317"/>
              </a:cxn>
              <a:cxn ang="0">
                <a:pos x="connsiteX29318" y="connsiteY29318"/>
              </a:cxn>
              <a:cxn ang="0">
                <a:pos x="connsiteX29319" y="connsiteY29319"/>
              </a:cxn>
              <a:cxn ang="0">
                <a:pos x="connsiteX29320" y="connsiteY29320"/>
              </a:cxn>
              <a:cxn ang="0">
                <a:pos x="connsiteX29321" y="connsiteY29321"/>
              </a:cxn>
              <a:cxn ang="0">
                <a:pos x="connsiteX29322" y="connsiteY29322"/>
              </a:cxn>
              <a:cxn ang="0">
                <a:pos x="connsiteX29323" y="connsiteY29323"/>
              </a:cxn>
              <a:cxn ang="0">
                <a:pos x="connsiteX29324" y="connsiteY29324"/>
              </a:cxn>
              <a:cxn ang="0">
                <a:pos x="connsiteX29325" y="connsiteY29325"/>
              </a:cxn>
              <a:cxn ang="0">
                <a:pos x="connsiteX29326" y="connsiteY29326"/>
              </a:cxn>
              <a:cxn ang="0">
                <a:pos x="connsiteX29327" y="connsiteY29327"/>
              </a:cxn>
              <a:cxn ang="0">
                <a:pos x="connsiteX29328" y="connsiteY29328"/>
              </a:cxn>
              <a:cxn ang="0">
                <a:pos x="connsiteX29329" y="connsiteY29329"/>
              </a:cxn>
              <a:cxn ang="0">
                <a:pos x="connsiteX29330" y="connsiteY29330"/>
              </a:cxn>
              <a:cxn ang="0">
                <a:pos x="connsiteX29331" y="connsiteY29331"/>
              </a:cxn>
              <a:cxn ang="0">
                <a:pos x="connsiteX29332" y="connsiteY29332"/>
              </a:cxn>
              <a:cxn ang="0">
                <a:pos x="connsiteX29333" y="connsiteY29333"/>
              </a:cxn>
              <a:cxn ang="0">
                <a:pos x="connsiteX29334" y="connsiteY29334"/>
              </a:cxn>
              <a:cxn ang="0">
                <a:pos x="connsiteX29335" y="connsiteY29335"/>
              </a:cxn>
              <a:cxn ang="0">
                <a:pos x="connsiteX29336" y="connsiteY29336"/>
              </a:cxn>
              <a:cxn ang="0">
                <a:pos x="connsiteX29337" y="connsiteY29337"/>
              </a:cxn>
              <a:cxn ang="0">
                <a:pos x="connsiteX29338" y="connsiteY29338"/>
              </a:cxn>
              <a:cxn ang="0">
                <a:pos x="connsiteX29339" y="connsiteY29339"/>
              </a:cxn>
              <a:cxn ang="0">
                <a:pos x="connsiteX29340" y="connsiteY29340"/>
              </a:cxn>
              <a:cxn ang="0">
                <a:pos x="connsiteX29341" y="connsiteY29341"/>
              </a:cxn>
              <a:cxn ang="0">
                <a:pos x="connsiteX29342" y="connsiteY29342"/>
              </a:cxn>
              <a:cxn ang="0">
                <a:pos x="connsiteX29343" y="connsiteY29343"/>
              </a:cxn>
              <a:cxn ang="0">
                <a:pos x="connsiteX29344" y="connsiteY29344"/>
              </a:cxn>
              <a:cxn ang="0">
                <a:pos x="connsiteX29345" y="connsiteY29345"/>
              </a:cxn>
              <a:cxn ang="0">
                <a:pos x="connsiteX29346" y="connsiteY29346"/>
              </a:cxn>
              <a:cxn ang="0">
                <a:pos x="connsiteX29347" y="connsiteY29347"/>
              </a:cxn>
              <a:cxn ang="0">
                <a:pos x="connsiteX29348" y="connsiteY29348"/>
              </a:cxn>
              <a:cxn ang="0">
                <a:pos x="connsiteX29349" y="connsiteY29349"/>
              </a:cxn>
              <a:cxn ang="0">
                <a:pos x="connsiteX29350" y="connsiteY29350"/>
              </a:cxn>
              <a:cxn ang="0">
                <a:pos x="connsiteX29351" y="connsiteY29351"/>
              </a:cxn>
              <a:cxn ang="0">
                <a:pos x="connsiteX29352" y="connsiteY29352"/>
              </a:cxn>
              <a:cxn ang="0">
                <a:pos x="connsiteX29353" y="connsiteY29353"/>
              </a:cxn>
              <a:cxn ang="0">
                <a:pos x="connsiteX29354" y="connsiteY29354"/>
              </a:cxn>
              <a:cxn ang="0">
                <a:pos x="connsiteX29355" y="connsiteY29355"/>
              </a:cxn>
              <a:cxn ang="0">
                <a:pos x="connsiteX29356" y="connsiteY29356"/>
              </a:cxn>
              <a:cxn ang="0">
                <a:pos x="connsiteX29357" y="connsiteY29357"/>
              </a:cxn>
              <a:cxn ang="0">
                <a:pos x="connsiteX29358" y="connsiteY29358"/>
              </a:cxn>
              <a:cxn ang="0">
                <a:pos x="connsiteX29359" y="connsiteY29359"/>
              </a:cxn>
              <a:cxn ang="0">
                <a:pos x="connsiteX29360" y="connsiteY29360"/>
              </a:cxn>
              <a:cxn ang="0">
                <a:pos x="connsiteX29361" y="connsiteY29361"/>
              </a:cxn>
              <a:cxn ang="0">
                <a:pos x="connsiteX29362" y="connsiteY29362"/>
              </a:cxn>
              <a:cxn ang="0">
                <a:pos x="connsiteX29363" y="connsiteY29363"/>
              </a:cxn>
              <a:cxn ang="0">
                <a:pos x="connsiteX29364" y="connsiteY29364"/>
              </a:cxn>
              <a:cxn ang="0">
                <a:pos x="connsiteX29365" y="connsiteY29365"/>
              </a:cxn>
              <a:cxn ang="0">
                <a:pos x="connsiteX29366" y="connsiteY29366"/>
              </a:cxn>
              <a:cxn ang="0">
                <a:pos x="connsiteX29367" y="connsiteY29367"/>
              </a:cxn>
              <a:cxn ang="0">
                <a:pos x="connsiteX29368" y="connsiteY29368"/>
              </a:cxn>
              <a:cxn ang="0">
                <a:pos x="connsiteX29369" y="connsiteY29369"/>
              </a:cxn>
              <a:cxn ang="0">
                <a:pos x="connsiteX29370" y="connsiteY29370"/>
              </a:cxn>
              <a:cxn ang="0">
                <a:pos x="connsiteX29371" y="connsiteY29371"/>
              </a:cxn>
              <a:cxn ang="0">
                <a:pos x="connsiteX29372" y="connsiteY29372"/>
              </a:cxn>
              <a:cxn ang="0">
                <a:pos x="connsiteX29373" y="connsiteY29373"/>
              </a:cxn>
              <a:cxn ang="0">
                <a:pos x="connsiteX29374" y="connsiteY29374"/>
              </a:cxn>
              <a:cxn ang="0">
                <a:pos x="connsiteX29375" y="connsiteY29375"/>
              </a:cxn>
              <a:cxn ang="0">
                <a:pos x="connsiteX29376" y="connsiteY29376"/>
              </a:cxn>
              <a:cxn ang="0">
                <a:pos x="connsiteX29377" y="connsiteY29377"/>
              </a:cxn>
              <a:cxn ang="0">
                <a:pos x="connsiteX29378" y="connsiteY29378"/>
              </a:cxn>
              <a:cxn ang="0">
                <a:pos x="connsiteX29379" y="connsiteY29379"/>
              </a:cxn>
              <a:cxn ang="0">
                <a:pos x="connsiteX29380" y="connsiteY29380"/>
              </a:cxn>
              <a:cxn ang="0">
                <a:pos x="connsiteX29381" y="connsiteY29381"/>
              </a:cxn>
              <a:cxn ang="0">
                <a:pos x="connsiteX29382" y="connsiteY29382"/>
              </a:cxn>
              <a:cxn ang="0">
                <a:pos x="connsiteX29383" y="connsiteY29383"/>
              </a:cxn>
              <a:cxn ang="0">
                <a:pos x="connsiteX29384" y="connsiteY29384"/>
              </a:cxn>
              <a:cxn ang="0">
                <a:pos x="connsiteX29385" y="connsiteY29385"/>
              </a:cxn>
              <a:cxn ang="0">
                <a:pos x="connsiteX29386" y="connsiteY29386"/>
              </a:cxn>
              <a:cxn ang="0">
                <a:pos x="connsiteX29387" y="connsiteY29387"/>
              </a:cxn>
              <a:cxn ang="0">
                <a:pos x="connsiteX29388" y="connsiteY29388"/>
              </a:cxn>
              <a:cxn ang="0">
                <a:pos x="connsiteX29389" y="connsiteY29389"/>
              </a:cxn>
              <a:cxn ang="0">
                <a:pos x="connsiteX29390" y="connsiteY29390"/>
              </a:cxn>
              <a:cxn ang="0">
                <a:pos x="connsiteX29391" y="connsiteY29391"/>
              </a:cxn>
              <a:cxn ang="0">
                <a:pos x="connsiteX29392" y="connsiteY29392"/>
              </a:cxn>
              <a:cxn ang="0">
                <a:pos x="connsiteX29393" y="connsiteY29393"/>
              </a:cxn>
              <a:cxn ang="0">
                <a:pos x="connsiteX29394" y="connsiteY29394"/>
              </a:cxn>
              <a:cxn ang="0">
                <a:pos x="connsiteX29395" y="connsiteY29395"/>
              </a:cxn>
              <a:cxn ang="0">
                <a:pos x="connsiteX29396" y="connsiteY29396"/>
              </a:cxn>
              <a:cxn ang="0">
                <a:pos x="connsiteX29397" y="connsiteY29397"/>
              </a:cxn>
              <a:cxn ang="0">
                <a:pos x="connsiteX29398" y="connsiteY29398"/>
              </a:cxn>
              <a:cxn ang="0">
                <a:pos x="connsiteX29399" y="connsiteY29399"/>
              </a:cxn>
              <a:cxn ang="0">
                <a:pos x="connsiteX29400" y="connsiteY29400"/>
              </a:cxn>
              <a:cxn ang="0">
                <a:pos x="connsiteX29401" y="connsiteY29401"/>
              </a:cxn>
              <a:cxn ang="0">
                <a:pos x="connsiteX29402" y="connsiteY29402"/>
              </a:cxn>
              <a:cxn ang="0">
                <a:pos x="connsiteX29403" y="connsiteY29403"/>
              </a:cxn>
              <a:cxn ang="0">
                <a:pos x="connsiteX29404" y="connsiteY29404"/>
              </a:cxn>
              <a:cxn ang="0">
                <a:pos x="connsiteX29405" y="connsiteY29405"/>
              </a:cxn>
              <a:cxn ang="0">
                <a:pos x="connsiteX29406" y="connsiteY29406"/>
              </a:cxn>
              <a:cxn ang="0">
                <a:pos x="connsiteX29407" y="connsiteY29407"/>
              </a:cxn>
              <a:cxn ang="0">
                <a:pos x="connsiteX29408" y="connsiteY29408"/>
              </a:cxn>
              <a:cxn ang="0">
                <a:pos x="connsiteX29409" y="connsiteY29409"/>
              </a:cxn>
              <a:cxn ang="0">
                <a:pos x="connsiteX29410" y="connsiteY29410"/>
              </a:cxn>
              <a:cxn ang="0">
                <a:pos x="connsiteX29411" y="connsiteY29411"/>
              </a:cxn>
              <a:cxn ang="0">
                <a:pos x="connsiteX29412" y="connsiteY29412"/>
              </a:cxn>
              <a:cxn ang="0">
                <a:pos x="connsiteX29413" y="connsiteY29413"/>
              </a:cxn>
              <a:cxn ang="0">
                <a:pos x="connsiteX29414" y="connsiteY29414"/>
              </a:cxn>
              <a:cxn ang="0">
                <a:pos x="connsiteX29415" y="connsiteY29415"/>
              </a:cxn>
              <a:cxn ang="0">
                <a:pos x="connsiteX29416" y="connsiteY29416"/>
              </a:cxn>
              <a:cxn ang="0">
                <a:pos x="connsiteX29417" y="connsiteY29417"/>
              </a:cxn>
              <a:cxn ang="0">
                <a:pos x="connsiteX29418" y="connsiteY29418"/>
              </a:cxn>
              <a:cxn ang="0">
                <a:pos x="connsiteX29419" y="connsiteY29419"/>
              </a:cxn>
              <a:cxn ang="0">
                <a:pos x="connsiteX29420" y="connsiteY29420"/>
              </a:cxn>
              <a:cxn ang="0">
                <a:pos x="connsiteX29421" y="connsiteY29421"/>
              </a:cxn>
              <a:cxn ang="0">
                <a:pos x="connsiteX29422" y="connsiteY29422"/>
              </a:cxn>
              <a:cxn ang="0">
                <a:pos x="connsiteX29423" y="connsiteY29423"/>
              </a:cxn>
              <a:cxn ang="0">
                <a:pos x="connsiteX29424" y="connsiteY29424"/>
              </a:cxn>
              <a:cxn ang="0">
                <a:pos x="connsiteX29425" y="connsiteY29425"/>
              </a:cxn>
              <a:cxn ang="0">
                <a:pos x="connsiteX29426" y="connsiteY29426"/>
              </a:cxn>
              <a:cxn ang="0">
                <a:pos x="connsiteX29427" y="connsiteY29427"/>
              </a:cxn>
              <a:cxn ang="0">
                <a:pos x="connsiteX29428" y="connsiteY29428"/>
              </a:cxn>
              <a:cxn ang="0">
                <a:pos x="connsiteX29429" y="connsiteY29429"/>
              </a:cxn>
              <a:cxn ang="0">
                <a:pos x="connsiteX29430" y="connsiteY29430"/>
              </a:cxn>
              <a:cxn ang="0">
                <a:pos x="connsiteX29431" y="connsiteY29431"/>
              </a:cxn>
              <a:cxn ang="0">
                <a:pos x="connsiteX29432" y="connsiteY29432"/>
              </a:cxn>
              <a:cxn ang="0">
                <a:pos x="connsiteX29433" y="connsiteY29433"/>
              </a:cxn>
              <a:cxn ang="0">
                <a:pos x="connsiteX29434" y="connsiteY29434"/>
              </a:cxn>
              <a:cxn ang="0">
                <a:pos x="connsiteX29435" y="connsiteY29435"/>
              </a:cxn>
              <a:cxn ang="0">
                <a:pos x="connsiteX29436" y="connsiteY29436"/>
              </a:cxn>
              <a:cxn ang="0">
                <a:pos x="connsiteX29437" y="connsiteY29437"/>
              </a:cxn>
              <a:cxn ang="0">
                <a:pos x="connsiteX29438" y="connsiteY29438"/>
              </a:cxn>
              <a:cxn ang="0">
                <a:pos x="connsiteX29439" y="connsiteY29439"/>
              </a:cxn>
              <a:cxn ang="0">
                <a:pos x="connsiteX29440" y="connsiteY29440"/>
              </a:cxn>
              <a:cxn ang="0">
                <a:pos x="connsiteX29441" y="connsiteY29441"/>
              </a:cxn>
              <a:cxn ang="0">
                <a:pos x="connsiteX29442" y="connsiteY29442"/>
              </a:cxn>
              <a:cxn ang="0">
                <a:pos x="connsiteX29443" y="connsiteY29443"/>
              </a:cxn>
              <a:cxn ang="0">
                <a:pos x="connsiteX29444" y="connsiteY29444"/>
              </a:cxn>
              <a:cxn ang="0">
                <a:pos x="connsiteX29445" y="connsiteY29445"/>
              </a:cxn>
              <a:cxn ang="0">
                <a:pos x="connsiteX29446" y="connsiteY29446"/>
              </a:cxn>
              <a:cxn ang="0">
                <a:pos x="connsiteX29447" y="connsiteY29447"/>
              </a:cxn>
              <a:cxn ang="0">
                <a:pos x="connsiteX29448" y="connsiteY29448"/>
              </a:cxn>
              <a:cxn ang="0">
                <a:pos x="connsiteX29449" y="connsiteY29449"/>
              </a:cxn>
              <a:cxn ang="0">
                <a:pos x="connsiteX29450" y="connsiteY29450"/>
              </a:cxn>
              <a:cxn ang="0">
                <a:pos x="connsiteX29451" y="connsiteY29451"/>
              </a:cxn>
              <a:cxn ang="0">
                <a:pos x="connsiteX29452" y="connsiteY29452"/>
              </a:cxn>
              <a:cxn ang="0">
                <a:pos x="connsiteX29453" y="connsiteY29453"/>
              </a:cxn>
              <a:cxn ang="0">
                <a:pos x="connsiteX29454" y="connsiteY29454"/>
              </a:cxn>
              <a:cxn ang="0">
                <a:pos x="connsiteX29455" y="connsiteY29455"/>
              </a:cxn>
              <a:cxn ang="0">
                <a:pos x="connsiteX29456" y="connsiteY29456"/>
              </a:cxn>
              <a:cxn ang="0">
                <a:pos x="connsiteX29457" y="connsiteY29457"/>
              </a:cxn>
              <a:cxn ang="0">
                <a:pos x="connsiteX29458" y="connsiteY29458"/>
              </a:cxn>
              <a:cxn ang="0">
                <a:pos x="connsiteX29459" y="connsiteY29459"/>
              </a:cxn>
              <a:cxn ang="0">
                <a:pos x="connsiteX29460" y="connsiteY29460"/>
              </a:cxn>
              <a:cxn ang="0">
                <a:pos x="connsiteX29461" y="connsiteY29461"/>
              </a:cxn>
              <a:cxn ang="0">
                <a:pos x="connsiteX29462" y="connsiteY29462"/>
              </a:cxn>
              <a:cxn ang="0">
                <a:pos x="connsiteX29463" y="connsiteY29463"/>
              </a:cxn>
              <a:cxn ang="0">
                <a:pos x="connsiteX29464" y="connsiteY29464"/>
              </a:cxn>
              <a:cxn ang="0">
                <a:pos x="connsiteX29465" y="connsiteY29465"/>
              </a:cxn>
              <a:cxn ang="0">
                <a:pos x="connsiteX29466" y="connsiteY29466"/>
              </a:cxn>
              <a:cxn ang="0">
                <a:pos x="connsiteX29467" y="connsiteY29467"/>
              </a:cxn>
              <a:cxn ang="0">
                <a:pos x="connsiteX29468" y="connsiteY29468"/>
              </a:cxn>
              <a:cxn ang="0">
                <a:pos x="connsiteX29469" y="connsiteY29469"/>
              </a:cxn>
              <a:cxn ang="0">
                <a:pos x="connsiteX29470" y="connsiteY29470"/>
              </a:cxn>
              <a:cxn ang="0">
                <a:pos x="connsiteX29471" y="connsiteY29471"/>
              </a:cxn>
              <a:cxn ang="0">
                <a:pos x="connsiteX29472" y="connsiteY29472"/>
              </a:cxn>
              <a:cxn ang="0">
                <a:pos x="connsiteX29473" y="connsiteY29473"/>
              </a:cxn>
              <a:cxn ang="0">
                <a:pos x="connsiteX29474" y="connsiteY29474"/>
              </a:cxn>
              <a:cxn ang="0">
                <a:pos x="connsiteX29475" y="connsiteY29475"/>
              </a:cxn>
              <a:cxn ang="0">
                <a:pos x="connsiteX29476" y="connsiteY29476"/>
              </a:cxn>
              <a:cxn ang="0">
                <a:pos x="connsiteX29477" y="connsiteY29477"/>
              </a:cxn>
              <a:cxn ang="0">
                <a:pos x="connsiteX29478" y="connsiteY29478"/>
              </a:cxn>
              <a:cxn ang="0">
                <a:pos x="connsiteX29479" y="connsiteY29479"/>
              </a:cxn>
              <a:cxn ang="0">
                <a:pos x="connsiteX29480" y="connsiteY29480"/>
              </a:cxn>
              <a:cxn ang="0">
                <a:pos x="connsiteX29481" y="connsiteY29481"/>
              </a:cxn>
              <a:cxn ang="0">
                <a:pos x="connsiteX29482" y="connsiteY29482"/>
              </a:cxn>
              <a:cxn ang="0">
                <a:pos x="connsiteX29483" y="connsiteY29483"/>
              </a:cxn>
              <a:cxn ang="0">
                <a:pos x="connsiteX29484" y="connsiteY29484"/>
              </a:cxn>
              <a:cxn ang="0">
                <a:pos x="connsiteX29485" y="connsiteY29485"/>
              </a:cxn>
              <a:cxn ang="0">
                <a:pos x="connsiteX29486" y="connsiteY29486"/>
              </a:cxn>
              <a:cxn ang="0">
                <a:pos x="connsiteX29487" y="connsiteY29487"/>
              </a:cxn>
              <a:cxn ang="0">
                <a:pos x="connsiteX29488" y="connsiteY29488"/>
              </a:cxn>
              <a:cxn ang="0">
                <a:pos x="connsiteX29489" y="connsiteY29489"/>
              </a:cxn>
              <a:cxn ang="0">
                <a:pos x="connsiteX29490" y="connsiteY29490"/>
              </a:cxn>
              <a:cxn ang="0">
                <a:pos x="connsiteX29491" y="connsiteY29491"/>
              </a:cxn>
              <a:cxn ang="0">
                <a:pos x="connsiteX29492" y="connsiteY29492"/>
              </a:cxn>
              <a:cxn ang="0">
                <a:pos x="connsiteX29493" y="connsiteY29493"/>
              </a:cxn>
              <a:cxn ang="0">
                <a:pos x="connsiteX29494" y="connsiteY29494"/>
              </a:cxn>
              <a:cxn ang="0">
                <a:pos x="connsiteX29495" y="connsiteY29495"/>
              </a:cxn>
              <a:cxn ang="0">
                <a:pos x="connsiteX29496" y="connsiteY29496"/>
              </a:cxn>
              <a:cxn ang="0">
                <a:pos x="connsiteX29497" y="connsiteY29497"/>
              </a:cxn>
              <a:cxn ang="0">
                <a:pos x="connsiteX29498" y="connsiteY29498"/>
              </a:cxn>
              <a:cxn ang="0">
                <a:pos x="connsiteX29499" y="connsiteY29499"/>
              </a:cxn>
              <a:cxn ang="0">
                <a:pos x="connsiteX29500" y="connsiteY29500"/>
              </a:cxn>
              <a:cxn ang="0">
                <a:pos x="connsiteX29501" y="connsiteY29501"/>
              </a:cxn>
              <a:cxn ang="0">
                <a:pos x="connsiteX29502" y="connsiteY29502"/>
              </a:cxn>
              <a:cxn ang="0">
                <a:pos x="connsiteX29503" y="connsiteY29503"/>
              </a:cxn>
              <a:cxn ang="0">
                <a:pos x="connsiteX29504" y="connsiteY29504"/>
              </a:cxn>
              <a:cxn ang="0">
                <a:pos x="connsiteX29505" y="connsiteY29505"/>
              </a:cxn>
              <a:cxn ang="0">
                <a:pos x="connsiteX29506" y="connsiteY29506"/>
              </a:cxn>
              <a:cxn ang="0">
                <a:pos x="connsiteX29507" y="connsiteY29507"/>
              </a:cxn>
              <a:cxn ang="0">
                <a:pos x="connsiteX29508" y="connsiteY29508"/>
              </a:cxn>
              <a:cxn ang="0">
                <a:pos x="connsiteX29509" y="connsiteY29509"/>
              </a:cxn>
              <a:cxn ang="0">
                <a:pos x="connsiteX29510" y="connsiteY29510"/>
              </a:cxn>
              <a:cxn ang="0">
                <a:pos x="connsiteX29511" y="connsiteY29511"/>
              </a:cxn>
              <a:cxn ang="0">
                <a:pos x="connsiteX29512" y="connsiteY29512"/>
              </a:cxn>
              <a:cxn ang="0">
                <a:pos x="connsiteX29513" y="connsiteY29513"/>
              </a:cxn>
              <a:cxn ang="0">
                <a:pos x="connsiteX29514" y="connsiteY29514"/>
              </a:cxn>
              <a:cxn ang="0">
                <a:pos x="connsiteX29515" y="connsiteY29515"/>
              </a:cxn>
              <a:cxn ang="0">
                <a:pos x="connsiteX29516" y="connsiteY29516"/>
              </a:cxn>
              <a:cxn ang="0">
                <a:pos x="connsiteX29517" y="connsiteY29517"/>
              </a:cxn>
              <a:cxn ang="0">
                <a:pos x="connsiteX29518" y="connsiteY29518"/>
              </a:cxn>
              <a:cxn ang="0">
                <a:pos x="connsiteX29519" y="connsiteY29519"/>
              </a:cxn>
              <a:cxn ang="0">
                <a:pos x="connsiteX29520" y="connsiteY29520"/>
              </a:cxn>
              <a:cxn ang="0">
                <a:pos x="connsiteX29521" y="connsiteY29521"/>
              </a:cxn>
              <a:cxn ang="0">
                <a:pos x="connsiteX29522" y="connsiteY29522"/>
              </a:cxn>
              <a:cxn ang="0">
                <a:pos x="connsiteX29523" y="connsiteY29523"/>
              </a:cxn>
              <a:cxn ang="0">
                <a:pos x="connsiteX29524" y="connsiteY29524"/>
              </a:cxn>
              <a:cxn ang="0">
                <a:pos x="connsiteX29525" y="connsiteY29525"/>
              </a:cxn>
              <a:cxn ang="0">
                <a:pos x="connsiteX29526" y="connsiteY29526"/>
              </a:cxn>
              <a:cxn ang="0">
                <a:pos x="connsiteX29527" y="connsiteY29527"/>
              </a:cxn>
              <a:cxn ang="0">
                <a:pos x="connsiteX29528" y="connsiteY29528"/>
              </a:cxn>
              <a:cxn ang="0">
                <a:pos x="connsiteX29529" y="connsiteY29529"/>
              </a:cxn>
              <a:cxn ang="0">
                <a:pos x="connsiteX29530" y="connsiteY29530"/>
              </a:cxn>
              <a:cxn ang="0">
                <a:pos x="connsiteX29531" y="connsiteY29531"/>
              </a:cxn>
              <a:cxn ang="0">
                <a:pos x="connsiteX29532" y="connsiteY29532"/>
              </a:cxn>
              <a:cxn ang="0">
                <a:pos x="connsiteX29533" y="connsiteY29533"/>
              </a:cxn>
              <a:cxn ang="0">
                <a:pos x="connsiteX29534" y="connsiteY29534"/>
              </a:cxn>
              <a:cxn ang="0">
                <a:pos x="connsiteX29535" y="connsiteY29535"/>
              </a:cxn>
              <a:cxn ang="0">
                <a:pos x="connsiteX29536" y="connsiteY29536"/>
              </a:cxn>
              <a:cxn ang="0">
                <a:pos x="connsiteX29537" y="connsiteY29537"/>
              </a:cxn>
              <a:cxn ang="0">
                <a:pos x="connsiteX29538" y="connsiteY29538"/>
              </a:cxn>
              <a:cxn ang="0">
                <a:pos x="connsiteX29539" y="connsiteY29539"/>
              </a:cxn>
              <a:cxn ang="0">
                <a:pos x="connsiteX29540" y="connsiteY29540"/>
              </a:cxn>
              <a:cxn ang="0">
                <a:pos x="connsiteX29541" y="connsiteY29541"/>
              </a:cxn>
              <a:cxn ang="0">
                <a:pos x="connsiteX29542" y="connsiteY29542"/>
              </a:cxn>
              <a:cxn ang="0">
                <a:pos x="connsiteX29543" y="connsiteY29543"/>
              </a:cxn>
              <a:cxn ang="0">
                <a:pos x="connsiteX29544" y="connsiteY29544"/>
              </a:cxn>
              <a:cxn ang="0">
                <a:pos x="connsiteX29545" y="connsiteY29545"/>
              </a:cxn>
              <a:cxn ang="0">
                <a:pos x="connsiteX29546" y="connsiteY29546"/>
              </a:cxn>
              <a:cxn ang="0">
                <a:pos x="connsiteX29547" y="connsiteY29547"/>
              </a:cxn>
              <a:cxn ang="0">
                <a:pos x="connsiteX29548" y="connsiteY29548"/>
              </a:cxn>
              <a:cxn ang="0">
                <a:pos x="connsiteX29549" y="connsiteY29549"/>
              </a:cxn>
              <a:cxn ang="0">
                <a:pos x="connsiteX29550" y="connsiteY29550"/>
              </a:cxn>
              <a:cxn ang="0">
                <a:pos x="connsiteX29551" y="connsiteY29551"/>
              </a:cxn>
              <a:cxn ang="0">
                <a:pos x="connsiteX29552" y="connsiteY29552"/>
              </a:cxn>
              <a:cxn ang="0">
                <a:pos x="connsiteX29553" y="connsiteY29553"/>
              </a:cxn>
              <a:cxn ang="0">
                <a:pos x="connsiteX29554" y="connsiteY29554"/>
              </a:cxn>
              <a:cxn ang="0">
                <a:pos x="connsiteX29555" y="connsiteY29555"/>
              </a:cxn>
              <a:cxn ang="0">
                <a:pos x="connsiteX29556" y="connsiteY29556"/>
              </a:cxn>
              <a:cxn ang="0">
                <a:pos x="connsiteX29557" y="connsiteY29557"/>
              </a:cxn>
              <a:cxn ang="0">
                <a:pos x="connsiteX29558" y="connsiteY29558"/>
              </a:cxn>
              <a:cxn ang="0">
                <a:pos x="connsiteX29559" y="connsiteY29559"/>
              </a:cxn>
              <a:cxn ang="0">
                <a:pos x="connsiteX29560" y="connsiteY29560"/>
              </a:cxn>
              <a:cxn ang="0">
                <a:pos x="connsiteX29561" y="connsiteY29561"/>
              </a:cxn>
              <a:cxn ang="0">
                <a:pos x="connsiteX29562" y="connsiteY29562"/>
              </a:cxn>
              <a:cxn ang="0">
                <a:pos x="connsiteX29563" y="connsiteY29563"/>
              </a:cxn>
              <a:cxn ang="0">
                <a:pos x="connsiteX29564" y="connsiteY29564"/>
              </a:cxn>
              <a:cxn ang="0">
                <a:pos x="connsiteX29565" y="connsiteY29565"/>
              </a:cxn>
              <a:cxn ang="0">
                <a:pos x="connsiteX29566" y="connsiteY29566"/>
              </a:cxn>
              <a:cxn ang="0">
                <a:pos x="connsiteX29567" y="connsiteY29567"/>
              </a:cxn>
              <a:cxn ang="0">
                <a:pos x="connsiteX29568" y="connsiteY29568"/>
              </a:cxn>
              <a:cxn ang="0">
                <a:pos x="connsiteX29569" y="connsiteY29569"/>
              </a:cxn>
              <a:cxn ang="0">
                <a:pos x="connsiteX29570" y="connsiteY29570"/>
              </a:cxn>
              <a:cxn ang="0">
                <a:pos x="connsiteX29571" y="connsiteY29571"/>
              </a:cxn>
              <a:cxn ang="0">
                <a:pos x="connsiteX29572" y="connsiteY29572"/>
              </a:cxn>
              <a:cxn ang="0">
                <a:pos x="connsiteX29573" y="connsiteY29573"/>
              </a:cxn>
              <a:cxn ang="0">
                <a:pos x="connsiteX29574" y="connsiteY29574"/>
              </a:cxn>
              <a:cxn ang="0">
                <a:pos x="connsiteX29575" y="connsiteY29575"/>
              </a:cxn>
              <a:cxn ang="0">
                <a:pos x="connsiteX29576" y="connsiteY29576"/>
              </a:cxn>
              <a:cxn ang="0">
                <a:pos x="connsiteX29577" y="connsiteY29577"/>
              </a:cxn>
              <a:cxn ang="0">
                <a:pos x="connsiteX29578" y="connsiteY29578"/>
              </a:cxn>
              <a:cxn ang="0">
                <a:pos x="connsiteX29579" y="connsiteY29579"/>
              </a:cxn>
              <a:cxn ang="0">
                <a:pos x="connsiteX29580" y="connsiteY29580"/>
              </a:cxn>
              <a:cxn ang="0">
                <a:pos x="connsiteX29581" y="connsiteY29581"/>
              </a:cxn>
              <a:cxn ang="0">
                <a:pos x="connsiteX29582" y="connsiteY29582"/>
              </a:cxn>
              <a:cxn ang="0">
                <a:pos x="connsiteX29583" y="connsiteY29583"/>
              </a:cxn>
              <a:cxn ang="0">
                <a:pos x="connsiteX29584" y="connsiteY29584"/>
              </a:cxn>
              <a:cxn ang="0">
                <a:pos x="connsiteX29585" y="connsiteY29585"/>
              </a:cxn>
              <a:cxn ang="0">
                <a:pos x="connsiteX29586" y="connsiteY29586"/>
              </a:cxn>
              <a:cxn ang="0">
                <a:pos x="connsiteX29587" y="connsiteY29587"/>
              </a:cxn>
              <a:cxn ang="0">
                <a:pos x="connsiteX29588" y="connsiteY29588"/>
              </a:cxn>
              <a:cxn ang="0">
                <a:pos x="connsiteX29589" y="connsiteY29589"/>
              </a:cxn>
              <a:cxn ang="0">
                <a:pos x="connsiteX29590" y="connsiteY29590"/>
              </a:cxn>
              <a:cxn ang="0">
                <a:pos x="connsiteX29591" y="connsiteY29591"/>
              </a:cxn>
              <a:cxn ang="0">
                <a:pos x="connsiteX29592" y="connsiteY29592"/>
              </a:cxn>
              <a:cxn ang="0">
                <a:pos x="connsiteX29593" y="connsiteY29593"/>
              </a:cxn>
              <a:cxn ang="0">
                <a:pos x="connsiteX29594" y="connsiteY29594"/>
              </a:cxn>
              <a:cxn ang="0">
                <a:pos x="connsiteX29595" y="connsiteY29595"/>
              </a:cxn>
              <a:cxn ang="0">
                <a:pos x="connsiteX29596" y="connsiteY29596"/>
              </a:cxn>
              <a:cxn ang="0">
                <a:pos x="connsiteX29597" y="connsiteY29597"/>
              </a:cxn>
              <a:cxn ang="0">
                <a:pos x="connsiteX29598" y="connsiteY29598"/>
              </a:cxn>
              <a:cxn ang="0">
                <a:pos x="connsiteX29599" y="connsiteY29599"/>
              </a:cxn>
              <a:cxn ang="0">
                <a:pos x="connsiteX29600" y="connsiteY29600"/>
              </a:cxn>
              <a:cxn ang="0">
                <a:pos x="connsiteX29601" y="connsiteY29601"/>
              </a:cxn>
              <a:cxn ang="0">
                <a:pos x="connsiteX29602" y="connsiteY29602"/>
              </a:cxn>
              <a:cxn ang="0">
                <a:pos x="connsiteX29603" y="connsiteY29603"/>
              </a:cxn>
              <a:cxn ang="0">
                <a:pos x="connsiteX29604" y="connsiteY29604"/>
              </a:cxn>
              <a:cxn ang="0">
                <a:pos x="connsiteX29605" y="connsiteY29605"/>
              </a:cxn>
              <a:cxn ang="0">
                <a:pos x="connsiteX29606" y="connsiteY29606"/>
              </a:cxn>
              <a:cxn ang="0">
                <a:pos x="connsiteX29607" y="connsiteY29607"/>
              </a:cxn>
              <a:cxn ang="0">
                <a:pos x="connsiteX29608" y="connsiteY29608"/>
              </a:cxn>
              <a:cxn ang="0">
                <a:pos x="connsiteX29609" y="connsiteY29609"/>
              </a:cxn>
              <a:cxn ang="0">
                <a:pos x="connsiteX29610" y="connsiteY29610"/>
              </a:cxn>
              <a:cxn ang="0">
                <a:pos x="connsiteX29611" y="connsiteY29611"/>
              </a:cxn>
              <a:cxn ang="0">
                <a:pos x="connsiteX29612" y="connsiteY29612"/>
              </a:cxn>
              <a:cxn ang="0">
                <a:pos x="connsiteX29613" y="connsiteY29613"/>
              </a:cxn>
              <a:cxn ang="0">
                <a:pos x="connsiteX29614" y="connsiteY29614"/>
              </a:cxn>
              <a:cxn ang="0">
                <a:pos x="connsiteX29615" y="connsiteY29615"/>
              </a:cxn>
              <a:cxn ang="0">
                <a:pos x="connsiteX29616" y="connsiteY29616"/>
              </a:cxn>
              <a:cxn ang="0">
                <a:pos x="connsiteX29617" y="connsiteY29617"/>
              </a:cxn>
              <a:cxn ang="0">
                <a:pos x="connsiteX29618" y="connsiteY29618"/>
              </a:cxn>
              <a:cxn ang="0">
                <a:pos x="connsiteX29619" y="connsiteY29619"/>
              </a:cxn>
              <a:cxn ang="0">
                <a:pos x="connsiteX29620" y="connsiteY29620"/>
              </a:cxn>
              <a:cxn ang="0">
                <a:pos x="connsiteX29621" y="connsiteY29621"/>
              </a:cxn>
              <a:cxn ang="0">
                <a:pos x="connsiteX29622" y="connsiteY29622"/>
              </a:cxn>
              <a:cxn ang="0">
                <a:pos x="connsiteX29623" y="connsiteY29623"/>
              </a:cxn>
              <a:cxn ang="0">
                <a:pos x="connsiteX29624" y="connsiteY29624"/>
              </a:cxn>
              <a:cxn ang="0">
                <a:pos x="connsiteX29625" y="connsiteY29625"/>
              </a:cxn>
              <a:cxn ang="0">
                <a:pos x="connsiteX29626" y="connsiteY29626"/>
              </a:cxn>
              <a:cxn ang="0">
                <a:pos x="connsiteX29627" y="connsiteY29627"/>
              </a:cxn>
              <a:cxn ang="0">
                <a:pos x="connsiteX29628" y="connsiteY29628"/>
              </a:cxn>
              <a:cxn ang="0">
                <a:pos x="connsiteX29629" y="connsiteY29629"/>
              </a:cxn>
              <a:cxn ang="0">
                <a:pos x="connsiteX29630" y="connsiteY29630"/>
              </a:cxn>
              <a:cxn ang="0">
                <a:pos x="connsiteX29631" y="connsiteY29631"/>
              </a:cxn>
              <a:cxn ang="0">
                <a:pos x="connsiteX29632" y="connsiteY29632"/>
              </a:cxn>
              <a:cxn ang="0">
                <a:pos x="connsiteX29633" y="connsiteY29633"/>
              </a:cxn>
              <a:cxn ang="0">
                <a:pos x="connsiteX29634" y="connsiteY29634"/>
              </a:cxn>
              <a:cxn ang="0">
                <a:pos x="connsiteX29635" y="connsiteY29635"/>
              </a:cxn>
              <a:cxn ang="0">
                <a:pos x="connsiteX29636" y="connsiteY29636"/>
              </a:cxn>
              <a:cxn ang="0">
                <a:pos x="connsiteX29637" y="connsiteY29637"/>
              </a:cxn>
              <a:cxn ang="0">
                <a:pos x="connsiteX29638" y="connsiteY29638"/>
              </a:cxn>
              <a:cxn ang="0">
                <a:pos x="connsiteX29639" y="connsiteY29639"/>
              </a:cxn>
              <a:cxn ang="0">
                <a:pos x="connsiteX29640" y="connsiteY29640"/>
              </a:cxn>
              <a:cxn ang="0">
                <a:pos x="connsiteX29641" y="connsiteY29641"/>
              </a:cxn>
              <a:cxn ang="0">
                <a:pos x="connsiteX29642" y="connsiteY29642"/>
              </a:cxn>
              <a:cxn ang="0">
                <a:pos x="connsiteX29643" y="connsiteY29643"/>
              </a:cxn>
              <a:cxn ang="0">
                <a:pos x="connsiteX29644" y="connsiteY29644"/>
              </a:cxn>
              <a:cxn ang="0">
                <a:pos x="connsiteX29645" y="connsiteY29645"/>
              </a:cxn>
              <a:cxn ang="0">
                <a:pos x="connsiteX29646" y="connsiteY29646"/>
              </a:cxn>
              <a:cxn ang="0">
                <a:pos x="connsiteX29647" y="connsiteY29647"/>
              </a:cxn>
              <a:cxn ang="0">
                <a:pos x="connsiteX29648" y="connsiteY29648"/>
              </a:cxn>
              <a:cxn ang="0">
                <a:pos x="connsiteX29649" y="connsiteY29649"/>
              </a:cxn>
              <a:cxn ang="0">
                <a:pos x="connsiteX29650" y="connsiteY29650"/>
              </a:cxn>
              <a:cxn ang="0">
                <a:pos x="connsiteX29651" y="connsiteY29651"/>
              </a:cxn>
              <a:cxn ang="0">
                <a:pos x="connsiteX29652" y="connsiteY29652"/>
              </a:cxn>
              <a:cxn ang="0">
                <a:pos x="connsiteX29653" y="connsiteY29653"/>
              </a:cxn>
              <a:cxn ang="0">
                <a:pos x="connsiteX29654" y="connsiteY29654"/>
              </a:cxn>
              <a:cxn ang="0">
                <a:pos x="connsiteX29655" y="connsiteY29655"/>
              </a:cxn>
              <a:cxn ang="0">
                <a:pos x="connsiteX29656" y="connsiteY29656"/>
              </a:cxn>
              <a:cxn ang="0">
                <a:pos x="connsiteX29657" y="connsiteY29657"/>
              </a:cxn>
              <a:cxn ang="0">
                <a:pos x="connsiteX29658" y="connsiteY29658"/>
              </a:cxn>
              <a:cxn ang="0">
                <a:pos x="connsiteX29659" y="connsiteY29659"/>
              </a:cxn>
              <a:cxn ang="0">
                <a:pos x="connsiteX29660" y="connsiteY29660"/>
              </a:cxn>
              <a:cxn ang="0">
                <a:pos x="connsiteX29661" y="connsiteY29661"/>
              </a:cxn>
              <a:cxn ang="0">
                <a:pos x="connsiteX29662" y="connsiteY29662"/>
              </a:cxn>
              <a:cxn ang="0">
                <a:pos x="connsiteX29663" y="connsiteY29663"/>
              </a:cxn>
              <a:cxn ang="0">
                <a:pos x="connsiteX29664" y="connsiteY29664"/>
              </a:cxn>
              <a:cxn ang="0">
                <a:pos x="connsiteX29665" y="connsiteY29665"/>
              </a:cxn>
              <a:cxn ang="0">
                <a:pos x="connsiteX29666" y="connsiteY29666"/>
              </a:cxn>
              <a:cxn ang="0">
                <a:pos x="connsiteX29667" y="connsiteY29667"/>
              </a:cxn>
              <a:cxn ang="0">
                <a:pos x="connsiteX29668" y="connsiteY29668"/>
              </a:cxn>
              <a:cxn ang="0">
                <a:pos x="connsiteX29669" y="connsiteY29669"/>
              </a:cxn>
              <a:cxn ang="0">
                <a:pos x="connsiteX29670" y="connsiteY29670"/>
              </a:cxn>
              <a:cxn ang="0">
                <a:pos x="connsiteX29671" y="connsiteY29671"/>
              </a:cxn>
              <a:cxn ang="0">
                <a:pos x="connsiteX29672" y="connsiteY29672"/>
              </a:cxn>
              <a:cxn ang="0">
                <a:pos x="connsiteX29673" y="connsiteY29673"/>
              </a:cxn>
              <a:cxn ang="0">
                <a:pos x="connsiteX29674" y="connsiteY29674"/>
              </a:cxn>
              <a:cxn ang="0">
                <a:pos x="connsiteX29675" y="connsiteY29675"/>
              </a:cxn>
              <a:cxn ang="0">
                <a:pos x="connsiteX29676" y="connsiteY29676"/>
              </a:cxn>
              <a:cxn ang="0">
                <a:pos x="connsiteX29677" y="connsiteY29677"/>
              </a:cxn>
              <a:cxn ang="0">
                <a:pos x="connsiteX29678" y="connsiteY29678"/>
              </a:cxn>
              <a:cxn ang="0">
                <a:pos x="connsiteX29679" y="connsiteY29679"/>
              </a:cxn>
              <a:cxn ang="0">
                <a:pos x="connsiteX29680" y="connsiteY29680"/>
              </a:cxn>
              <a:cxn ang="0">
                <a:pos x="connsiteX29681" y="connsiteY29681"/>
              </a:cxn>
              <a:cxn ang="0">
                <a:pos x="connsiteX29682" y="connsiteY29682"/>
              </a:cxn>
              <a:cxn ang="0">
                <a:pos x="connsiteX29683" y="connsiteY29683"/>
              </a:cxn>
              <a:cxn ang="0">
                <a:pos x="connsiteX29684" y="connsiteY29684"/>
              </a:cxn>
              <a:cxn ang="0">
                <a:pos x="connsiteX29685" y="connsiteY29685"/>
              </a:cxn>
              <a:cxn ang="0">
                <a:pos x="connsiteX29686" y="connsiteY29686"/>
              </a:cxn>
              <a:cxn ang="0">
                <a:pos x="connsiteX29687" y="connsiteY29687"/>
              </a:cxn>
              <a:cxn ang="0">
                <a:pos x="connsiteX29688" y="connsiteY29688"/>
              </a:cxn>
              <a:cxn ang="0">
                <a:pos x="connsiteX29689" y="connsiteY29689"/>
              </a:cxn>
              <a:cxn ang="0">
                <a:pos x="connsiteX29690" y="connsiteY29690"/>
              </a:cxn>
              <a:cxn ang="0">
                <a:pos x="connsiteX29691" y="connsiteY29691"/>
              </a:cxn>
              <a:cxn ang="0">
                <a:pos x="connsiteX29692" y="connsiteY29692"/>
              </a:cxn>
              <a:cxn ang="0">
                <a:pos x="connsiteX29693" y="connsiteY29693"/>
              </a:cxn>
              <a:cxn ang="0">
                <a:pos x="connsiteX29694" y="connsiteY29694"/>
              </a:cxn>
              <a:cxn ang="0">
                <a:pos x="connsiteX29695" y="connsiteY29695"/>
              </a:cxn>
              <a:cxn ang="0">
                <a:pos x="connsiteX29696" y="connsiteY29696"/>
              </a:cxn>
              <a:cxn ang="0">
                <a:pos x="connsiteX29697" y="connsiteY29697"/>
              </a:cxn>
              <a:cxn ang="0">
                <a:pos x="connsiteX29698" y="connsiteY29698"/>
              </a:cxn>
              <a:cxn ang="0">
                <a:pos x="connsiteX29699" y="connsiteY29699"/>
              </a:cxn>
              <a:cxn ang="0">
                <a:pos x="connsiteX29700" y="connsiteY29700"/>
              </a:cxn>
              <a:cxn ang="0">
                <a:pos x="connsiteX29701" y="connsiteY29701"/>
              </a:cxn>
              <a:cxn ang="0">
                <a:pos x="connsiteX29702" y="connsiteY29702"/>
              </a:cxn>
              <a:cxn ang="0">
                <a:pos x="connsiteX29703" y="connsiteY29703"/>
              </a:cxn>
              <a:cxn ang="0">
                <a:pos x="connsiteX29704" y="connsiteY29704"/>
              </a:cxn>
              <a:cxn ang="0">
                <a:pos x="connsiteX29705" y="connsiteY29705"/>
              </a:cxn>
              <a:cxn ang="0">
                <a:pos x="connsiteX29706" y="connsiteY29706"/>
              </a:cxn>
              <a:cxn ang="0">
                <a:pos x="connsiteX29707" y="connsiteY29707"/>
              </a:cxn>
              <a:cxn ang="0">
                <a:pos x="connsiteX29708" y="connsiteY29708"/>
              </a:cxn>
              <a:cxn ang="0">
                <a:pos x="connsiteX29709" y="connsiteY29709"/>
              </a:cxn>
              <a:cxn ang="0">
                <a:pos x="connsiteX29710" y="connsiteY29710"/>
              </a:cxn>
              <a:cxn ang="0">
                <a:pos x="connsiteX29711" y="connsiteY29711"/>
              </a:cxn>
              <a:cxn ang="0">
                <a:pos x="connsiteX29712" y="connsiteY29712"/>
              </a:cxn>
              <a:cxn ang="0">
                <a:pos x="connsiteX29713" y="connsiteY29713"/>
              </a:cxn>
              <a:cxn ang="0">
                <a:pos x="connsiteX29714" y="connsiteY29714"/>
              </a:cxn>
              <a:cxn ang="0">
                <a:pos x="connsiteX29715" y="connsiteY29715"/>
              </a:cxn>
              <a:cxn ang="0">
                <a:pos x="connsiteX29716" y="connsiteY29716"/>
              </a:cxn>
              <a:cxn ang="0">
                <a:pos x="connsiteX29717" y="connsiteY29717"/>
              </a:cxn>
              <a:cxn ang="0">
                <a:pos x="connsiteX29718" y="connsiteY29718"/>
              </a:cxn>
              <a:cxn ang="0">
                <a:pos x="connsiteX29719" y="connsiteY29719"/>
              </a:cxn>
              <a:cxn ang="0">
                <a:pos x="connsiteX29720" y="connsiteY29720"/>
              </a:cxn>
              <a:cxn ang="0">
                <a:pos x="connsiteX29721" y="connsiteY29721"/>
              </a:cxn>
              <a:cxn ang="0">
                <a:pos x="connsiteX29722" y="connsiteY29722"/>
              </a:cxn>
              <a:cxn ang="0">
                <a:pos x="connsiteX29723" y="connsiteY29723"/>
              </a:cxn>
              <a:cxn ang="0">
                <a:pos x="connsiteX29724" y="connsiteY29724"/>
              </a:cxn>
              <a:cxn ang="0">
                <a:pos x="connsiteX29725" y="connsiteY29725"/>
              </a:cxn>
              <a:cxn ang="0">
                <a:pos x="connsiteX29726" y="connsiteY29726"/>
              </a:cxn>
              <a:cxn ang="0">
                <a:pos x="connsiteX29727" y="connsiteY29727"/>
              </a:cxn>
              <a:cxn ang="0">
                <a:pos x="connsiteX29728" y="connsiteY29728"/>
              </a:cxn>
              <a:cxn ang="0">
                <a:pos x="connsiteX29729" y="connsiteY29729"/>
              </a:cxn>
              <a:cxn ang="0">
                <a:pos x="connsiteX29730" y="connsiteY29730"/>
              </a:cxn>
              <a:cxn ang="0">
                <a:pos x="connsiteX29731" y="connsiteY29731"/>
              </a:cxn>
              <a:cxn ang="0">
                <a:pos x="connsiteX29732" y="connsiteY29732"/>
              </a:cxn>
              <a:cxn ang="0">
                <a:pos x="connsiteX29733" y="connsiteY29733"/>
              </a:cxn>
              <a:cxn ang="0">
                <a:pos x="connsiteX29734" y="connsiteY29734"/>
              </a:cxn>
              <a:cxn ang="0">
                <a:pos x="connsiteX29735" y="connsiteY29735"/>
              </a:cxn>
              <a:cxn ang="0">
                <a:pos x="connsiteX29736" y="connsiteY29736"/>
              </a:cxn>
              <a:cxn ang="0">
                <a:pos x="connsiteX29737" y="connsiteY29737"/>
              </a:cxn>
              <a:cxn ang="0">
                <a:pos x="connsiteX29738" y="connsiteY29738"/>
              </a:cxn>
              <a:cxn ang="0">
                <a:pos x="connsiteX29739" y="connsiteY29739"/>
              </a:cxn>
              <a:cxn ang="0">
                <a:pos x="connsiteX29740" y="connsiteY29740"/>
              </a:cxn>
              <a:cxn ang="0">
                <a:pos x="connsiteX29741" y="connsiteY29741"/>
              </a:cxn>
              <a:cxn ang="0">
                <a:pos x="connsiteX29742" y="connsiteY29742"/>
              </a:cxn>
              <a:cxn ang="0">
                <a:pos x="connsiteX29743" y="connsiteY29743"/>
              </a:cxn>
              <a:cxn ang="0">
                <a:pos x="connsiteX29744" y="connsiteY29744"/>
              </a:cxn>
              <a:cxn ang="0">
                <a:pos x="connsiteX29745" y="connsiteY29745"/>
              </a:cxn>
              <a:cxn ang="0">
                <a:pos x="connsiteX29746" y="connsiteY29746"/>
              </a:cxn>
              <a:cxn ang="0">
                <a:pos x="connsiteX29747" y="connsiteY29747"/>
              </a:cxn>
              <a:cxn ang="0">
                <a:pos x="connsiteX29748" y="connsiteY29748"/>
              </a:cxn>
              <a:cxn ang="0">
                <a:pos x="connsiteX29749" y="connsiteY29749"/>
              </a:cxn>
              <a:cxn ang="0">
                <a:pos x="connsiteX29750" y="connsiteY29750"/>
              </a:cxn>
              <a:cxn ang="0">
                <a:pos x="connsiteX29751" y="connsiteY29751"/>
              </a:cxn>
              <a:cxn ang="0">
                <a:pos x="connsiteX29752" y="connsiteY29752"/>
              </a:cxn>
              <a:cxn ang="0">
                <a:pos x="connsiteX29753" y="connsiteY29753"/>
              </a:cxn>
              <a:cxn ang="0">
                <a:pos x="connsiteX29754" y="connsiteY29754"/>
              </a:cxn>
              <a:cxn ang="0">
                <a:pos x="connsiteX29755" y="connsiteY29755"/>
              </a:cxn>
              <a:cxn ang="0">
                <a:pos x="connsiteX29756" y="connsiteY29756"/>
              </a:cxn>
              <a:cxn ang="0">
                <a:pos x="connsiteX29757" y="connsiteY29757"/>
              </a:cxn>
              <a:cxn ang="0">
                <a:pos x="connsiteX29758" y="connsiteY29758"/>
              </a:cxn>
              <a:cxn ang="0">
                <a:pos x="connsiteX29759" y="connsiteY29759"/>
              </a:cxn>
              <a:cxn ang="0">
                <a:pos x="connsiteX29760" y="connsiteY29760"/>
              </a:cxn>
              <a:cxn ang="0">
                <a:pos x="connsiteX29761" y="connsiteY29761"/>
              </a:cxn>
              <a:cxn ang="0">
                <a:pos x="connsiteX29762" y="connsiteY29762"/>
              </a:cxn>
              <a:cxn ang="0">
                <a:pos x="connsiteX29763" y="connsiteY29763"/>
              </a:cxn>
              <a:cxn ang="0">
                <a:pos x="connsiteX29764" y="connsiteY29764"/>
              </a:cxn>
              <a:cxn ang="0">
                <a:pos x="connsiteX29765" y="connsiteY29765"/>
              </a:cxn>
              <a:cxn ang="0">
                <a:pos x="connsiteX29766" y="connsiteY29766"/>
              </a:cxn>
              <a:cxn ang="0">
                <a:pos x="connsiteX29767" y="connsiteY29767"/>
              </a:cxn>
              <a:cxn ang="0">
                <a:pos x="connsiteX29768" y="connsiteY29768"/>
              </a:cxn>
              <a:cxn ang="0">
                <a:pos x="connsiteX29769" y="connsiteY29769"/>
              </a:cxn>
              <a:cxn ang="0">
                <a:pos x="connsiteX29770" y="connsiteY29770"/>
              </a:cxn>
              <a:cxn ang="0">
                <a:pos x="connsiteX29771" y="connsiteY29771"/>
              </a:cxn>
              <a:cxn ang="0">
                <a:pos x="connsiteX29772" y="connsiteY29772"/>
              </a:cxn>
              <a:cxn ang="0">
                <a:pos x="connsiteX29773" y="connsiteY29773"/>
              </a:cxn>
              <a:cxn ang="0">
                <a:pos x="connsiteX29774" y="connsiteY29774"/>
              </a:cxn>
              <a:cxn ang="0">
                <a:pos x="connsiteX29775" y="connsiteY29775"/>
              </a:cxn>
              <a:cxn ang="0">
                <a:pos x="connsiteX29776" y="connsiteY29776"/>
              </a:cxn>
              <a:cxn ang="0">
                <a:pos x="connsiteX29777" y="connsiteY29777"/>
              </a:cxn>
              <a:cxn ang="0">
                <a:pos x="connsiteX29778" y="connsiteY29778"/>
              </a:cxn>
              <a:cxn ang="0">
                <a:pos x="connsiteX29779" y="connsiteY29779"/>
              </a:cxn>
              <a:cxn ang="0">
                <a:pos x="connsiteX29780" y="connsiteY29780"/>
              </a:cxn>
              <a:cxn ang="0">
                <a:pos x="connsiteX29781" y="connsiteY29781"/>
              </a:cxn>
              <a:cxn ang="0">
                <a:pos x="connsiteX29782" y="connsiteY29782"/>
              </a:cxn>
              <a:cxn ang="0">
                <a:pos x="connsiteX29783" y="connsiteY29783"/>
              </a:cxn>
              <a:cxn ang="0">
                <a:pos x="connsiteX29784" y="connsiteY29784"/>
              </a:cxn>
              <a:cxn ang="0">
                <a:pos x="connsiteX29785" y="connsiteY29785"/>
              </a:cxn>
              <a:cxn ang="0">
                <a:pos x="connsiteX29786" y="connsiteY29786"/>
              </a:cxn>
              <a:cxn ang="0">
                <a:pos x="connsiteX29787" y="connsiteY29787"/>
              </a:cxn>
              <a:cxn ang="0">
                <a:pos x="connsiteX29788" y="connsiteY29788"/>
              </a:cxn>
              <a:cxn ang="0">
                <a:pos x="connsiteX29789" y="connsiteY29789"/>
              </a:cxn>
              <a:cxn ang="0">
                <a:pos x="connsiteX29790" y="connsiteY29790"/>
              </a:cxn>
              <a:cxn ang="0">
                <a:pos x="connsiteX29791" y="connsiteY29791"/>
              </a:cxn>
              <a:cxn ang="0">
                <a:pos x="connsiteX29792" y="connsiteY29792"/>
              </a:cxn>
              <a:cxn ang="0">
                <a:pos x="connsiteX29793" y="connsiteY29793"/>
              </a:cxn>
              <a:cxn ang="0">
                <a:pos x="connsiteX29794" y="connsiteY29794"/>
              </a:cxn>
              <a:cxn ang="0">
                <a:pos x="connsiteX29795" y="connsiteY29795"/>
              </a:cxn>
              <a:cxn ang="0">
                <a:pos x="connsiteX29796" y="connsiteY29796"/>
              </a:cxn>
              <a:cxn ang="0">
                <a:pos x="connsiteX29797" y="connsiteY29797"/>
              </a:cxn>
              <a:cxn ang="0">
                <a:pos x="connsiteX29798" y="connsiteY29798"/>
              </a:cxn>
              <a:cxn ang="0">
                <a:pos x="connsiteX29799" y="connsiteY29799"/>
              </a:cxn>
              <a:cxn ang="0">
                <a:pos x="connsiteX29800" y="connsiteY29800"/>
              </a:cxn>
              <a:cxn ang="0">
                <a:pos x="connsiteX29801" y="connsiteY29801"/>
              </a:cxn>
              <a:cxn ang="0">
                <a:pos x="connsiteX29802" y="connsiteY29802"/>
              </a:cxn>
              <a:cxn ang="0">
                <a:pos x="connsiteX29803" y="connsiteY29803"/>
              </a:cxn>
              <a:cxn ang="0">
                <a:pos x="connsiteX29804" y="connsiteY29804"/>
              </a:cxn>
              <a:cxn ang="0">
                <a:pos x="connsiteX29805" y="connsiteY29805"/>
              </a:cxn>
              <a:cxn ang="0">
                <a:pos x="connsiteX29806" y="connsiteY29806"/>
              </a:cxn>
              <a:cxn ang="0">
                <a:pos x="connsiteX29807" y="connsiteY29807"/>
              </a:cxn>
              <a:cxn ang="0">
                <a:pos x="connsiteX29808" y="connsiteY29808"/>
              </a:cxn>
              <a:cxn ang="0">
                <a:pos x="connsiteX29809" y="connsiteY29809"/>
              </a:cxn>
              <a:cxn ang="0">
                <a:pos x="connsiteX29810" y="connsiteY29810"/>
              </a:cxn>
              <a:cxn ang="0">
                <a:pos x="connsiteX29811" y="connsiteY29811"/>
              </a:cxn>
              <a:cxn ang="0">
                <a:pos x="connsiteX29812" y="connsiteY29812"/>
              </a:cxn>
              <a:cxn ang="0">
                <a:pos x="connsiteX29813" y="connsiteY29813"/>
              </a:cxn>
              <a:cxn ang="0">
                <a:pos x="connsiteX29814" y="connsiteY29814"/>
              </a:cxn>
              <a:cxn ang="0">
                <a:pos x="connsiteX29815" y="connsiteY29815"/>
              </a:cxn>
              <a:cxn ang="0">
                <a:pos x="connsiteX29816" y="connsiteY29816"/>
              </a:cxn>
              <a:cxn ang="0">
                <a:pos x="connsiteX29817" y="connsiteY29817"/>
              </a:cxn>
              <a:cxn ang="0">
                <a:pos x="connsiteX29818" y="connsiteY29818"/>
              </a:cxn>
              <a:cxn ang="0">
                <a:pos x="connsiteX29819" y="connsiteY29819"/>
              </a:cxn>
              <a:cxn ang="0">
                <a:pos x="connsiteX29820" y="connsiteY29820"/>
              </a:cxn>
              <a:cxn ang="0">
                <a:pos x="connsiteX29821" y="connsiteY29821"/>
              </a:cxn>
              <a:cxn ang="0">
                <a:pos x="connsiteX29822" y="connsiteY29822"/>
              </a:cxn>
              <a:cxn ang="0">
                <a:pos x="connsiteX29823" y="connsiteY29823"/>
              </a:cxn>
              <a:cxn ang="0">
                <a:pos x="connsiteX29824" y="connsiteY29824"/>
              </a:cxn>
              <a:cxn ang="0">
                <a:pos x="connsiteX29825" y="connsiteY29825"/>
              </a:cxn>
              <a:cxn ang="0">
                <a:pos x="connsiteX29826" y="connsiteY29826"/>
              </a:cxn>
              <a:cxn ang="0">
                <a:pos x="connsiteX29827" y="connsiteY29827"/>
              </a:cxn>
              <a:cxn ang="0">
                <a:pos x="connsiteX29828" y="connsiteY29828"/>
              </a:cxn>
              <a:cxn ang="0">
                <a:pos x="connsiteX29829" y="connsiteY29829"/>
              </a:cxn>
              <a:cxn ang="0">
                <a:pos x="connsiteX29830" y="connsiteY29830"/>
              </a:cxn>
              <a:cxn ang="0">
                <a:pos x="connsiteX29831" y="connsiteY29831"/>
              </a:cxn>
              <a:cxn ang="0">
                <a:pos x="connsiteX29832" y="connsiteY29832"/>
              </a:cxn>
              <a:cxn ang="0">
                <a:pos x="connsiteX29833" y="connsiteY29833"/>
              </a:cxn>
              <a:cxn ang="0">
                <a:pos x="connsiteX29834" y="connsiteY29834"/>
              </a:cxn>
              <a:cxn ang="0">
                <a:pos x="connsiteX29835" y="connsiteY29835"/>
              </a:cxn>
              <a:cxn ang="0">
                <a:pos x="connsiteX29836" y="connsiteY29836"/>
              </a:cxn>
              <a:cxn ang="0">
                <a:pos x="connsiteX29837" y="connsiteY29837"/>
              </a:cxn>
              <a:cxn ang="0">
                <a:pos x="connsiteX29838" y="connsiteY29838"/>
              </a:cxn>
              <a:cxn ang="0">
                <a:pos x="connsiteX29839" y="connsiteY29839"/>
              </a:cxn>
              <a:cxn ang="0">
                <a:pos x="connsiteX29840" y="connsiteY29840"/>
              </a:cxn>
              <a:cxn ang="0">
                <a:pos x="connsiteX29841" y="connsiteY29841"/>
              </a:cxn>
              <a:cxn ang="0">
                <a:pos x="connsiteX29842" y="connsiteY29842"/>
              </a:cxn>
              <a:cxn ang="0">
                <a:pos x="connsiteX29843" y="connsiteY29843"/>
              </a:cxn>
              <a:cxn ang="0">
                <a:pos x="connsiteX29844" y="connsiteY29844"/>
              </a:cxn>
              <a:cxn ang="0">
                <a:pos x="connsiteX29845" y="connsiteY29845"/>
              </a:cxn>
              <a:cxn ang="0">
                <a:pos x="connsiteX29846" y="connsiteY29846"/>
              </a:cxn>
              <a:cxn ang="0">
                <a:pos x="connsiteX29847" y="connsiteY29847"/>
              </a:cxn>
              <a:cxn ang="0">
                <a:pos x="connsiteX29848" y="connsiteY29848"/>
              </a:cxn>
              <a:cxn ang="0">
                <a:pos x="connsiteX29849" y="connsiteY29849"/>
              </a:cxn>
              <a:cxn ang="0">
                <a:pos x="connsiteX29850" y="connsiteY29850"/>
              </a:cxn>
              <a:cxn ang="0">
                <a:pos x="connsiteX29851" y="connsiteY29851"/>
              </a:cxn>
              <a:cxn ang="0">
                <a:pos x="connsiteX29852" y="connsiteY29852"/>
              </a:cxn>
              <a:cxn ang="0">
                <a:pos x="connsiteX29853" y="connsiteY29853"/>
              </a:cxn>
              <a:cxn ang="0">
                <a:pos x="connsiteX29854" y="connsiteY29854"/>
              </a:cxn>
              <a:cxn ang="0">
                <a:pos x="connsiteX29855" y="connsiteY29855"/>
              </a:cxn>
              <a:cxn ang="0">
                <a:pos x="connsiteX29856" y="connsiteY29856"/>
              </a:cxn>
              <a:cxn ang="0">
                <a:pos x="connsiteX29857" y="connsiteY29857"/>
              </a:cxn>
              <a:cxn ang="0">
                <a:pos x="connsiteX29858" y="connsiteY29858"/>
              </a:cxn>
              <a:cxn ang="0">
                <a:pos x="connsiteX29859" y="connsiteY29859"/>
              </a:cxn>
              <a:cxn ang="0">
                <a:pos x="connsiteX29860" y="connsiteY29860"/>
              </a:cxn>
              <a:cxn ang="0">
                <a:pos x="connsiteX29861" y="connsiteY29861"/>
              </a:cxn>
              <a:cxn ang="0">
                <a:pos x="connsiteX29862" y="connsiteY29862"/>
              </a:cxn>
              <a:cxn ang="0">
                <a:pos x="connsiteX29863" y="connsiteY29863"/>
              </a:cxn>
              <a:cxn ang="0">
                <a:pos x="connsiteX29864" y="connsiteY29864"/>
              </a:cxn>
              <a:cxn ang="0">
                <a:pos x="connsiteX29865" y="connsiteY29865"/>
              </a:cxn>
              <a:cxn ang="0">
                <a:pos x="connsiteX29866" y="connsiteY29866"/>
              </a:cxn>
              <a:cxn ang="0">
                <a:pos x="connsiteX29867" y="connsiteY29867"/>
              </a:cxn>
              <a:cxn ang="0">
                <a:pos x="connsiteX29868" y="connsiteY29868"/>
              </a:cxn>
              <a:cxn ang="0">
                <a:pos x="connsiteX29869" y="connsiteY29869"/>
              </a:cxn>
              <a:cxn ang="0">
                <a:pos x="connsiteX29870" y="connsiteY29870"/>
              </a:cxn>
              <a:cxn ang="0">
                <a:pos x="connsiteX29871" y="connsiteY29871"/>
              </a:cxn>
              <a:cxn ang="0">
                <a:pos x="connsiteX29872" y="connsiteY29872"/>
              </a:cxn>
              <a:cxn ang="0">
                <a:pos x="connsiteX29873" y="connsiteY29873"/>
              </a:cxn>
              <a:cxn ang="0">
                <a:pos x="connsiteX29874" y="connsiteY29874"/>
              </a:cxn>
              <a:cxn ang="0">
                <a:pos x="connsiteX29875" y="connsiteY29875"/>
              </a:cxn>
              <a:cxn ang="0">
                <a:pos x="connsiteX29876" y="connsiteY29876"/>
              </a:cxn>
              <a:cxn ang="0">
                <a:pos x="connsiteX29877" y="connsiteY29877"/>
              </a:cxn>
              <a:cxn ang="0">
                <a:pos x="connsiteX29878" y="connsiteY29878"/>
              </a:cxn>
              <a:cxn ang="0">
                <a:pos x="connsiteX29879" y="connsiteY29879"/>
              </a:cxn>
              <a:cxn ang="0">
                <a:pos x="connsiteX29880" y="connsiteY29880"/>
              </a:cxn>
              <a:cxn ang="0">
                <a:pos x="connsiteX29881" y="connsiteY29881"/>
              </a:cxn>
              <a:cxn ang="0">
                <a:pos x="connsiteX29882" y="connsiteY29882"/>
              </a:cxn>
              <a:cxn ang="0">
                <a:pos x="connsiteX29883" y="connsiteY29883"/>
              </a:cxn>
              <a:cxn ang="0">
                <a:pos x="connsiteX29884" y="connsiteY29884"/>
              </a:cxn>
              <a:cxn ang="0">
                <a:pos x="connsiteX29885" y="connsiteY29885"/>
              </a:cxn>
              <a:cxn ang="0">
                <a:pos x="connsiteX29886" y="connsiteY29886"/>
              </a:cxn>
              <a:cxn ang="0">
                <a:pos x="connsiteX29887" y="connsiteY29887"/>
              </a:cxn>
              <a:cxn ang="0">
                <a:pos x="connsiteX29888" y="connsiteY29888"/>
              </a:cxn>
              <a:cxn ang="0">
                <a:pos x="connsiteX29889" y="connsiteY29889"/>
              </a:cxn>
              <a:cxn ang="0">
                <a:pos x="connsiteX29890" y="connsiteY29890"/>
              </a:cxn>
              <a:cxn ang="0">
                <a:pos x="connsiteX29891" y="connsiteY29891"/>
              </a:cxn>
              <a:cxn ang="0">
                <a:pos x="connsiteX29892" y="connsiteY29892"/>
              </a:cxn>
              <a:cxn ang="0">
                <a:pos x="connsiteX29893" y="connsiteY29893"/>
              </a:cxn>
              <a:cxn ang="0">
                <a:pos x="connsiteX29894" y="connsiteY29894"/>
              </a:cxn>
              <a:cxn ang="0">
                <a:pos x="connsiteX29895" y="connsiteY29895"/>
              </a:cxn>
              <a:cxn ang="0">
                <a:pos x="connsiteX29896" y="connsiteY29896"/>
              </a:cxn>
              <a:cxn ang="0">
                <a:pos x="connsiteX29897" y="connsiteY29897"/>
              </a:cxn>
              <a:cxn ang="0">
                <a:pos x="connsiteX29898" y="connsiteY29898"/>
              </a:cxn>
              <a:cxn ang="0">
                <a:pos x="connsiteX29899" y="connsiteY29899"/>
              </a:cxn>
              <a:cxn ang="0">
                <a:pos x="connsiteX29900" y="connsiteY29900"/>
              </a:cxn>
              <a:cxn ang="0">
                <a:pos x="connsiteX29901" y="connsiteY29901"/>
              </a:cxn>
              <a:cxn ang="0">
                <a:pos x="connsiteX29902" y="connsiteY29902"/>
              </a:cxn>
              <a:cxn ang="0">
                <a:pos x="connsiteX29903" y="connsiteY29903"/>
              </a:cxn>
              <a:cxn ang="0">
                <a:pos x="connsiteX29904" y="connsiteY29904"/>
              </a:cxn>
              <a:cxn ang="0">
                <a:pos x="connsiteX29905" y="connsiteY29905"/>
              </a:cxn>
              <a:cxn ang="0">
                <a:pos x="connsiteX29906" y="connsiteY29906"/>
              </a:cxn>
              <a:cxn ang="0">
                <a:pos x="connsiteX29907" y="connsiteY29907"/>
              </a:cxn>
              <a:cxn ang="0">
                <a:pos x="connsiteX29908" y="connsiteY29908"/>
              </a:cxn>
              <a:cxn ang="0">
                <a:pos x="connsiteX29909" y="connsiteY29909"/>
              </a:cxn>
              <a:cxn ang="0">
                <a:pos x="connsiteX29910" y="connsiteY29910"/>
              </a:cxn>
              <a:cxn ang="0">
                <a:pos x="connsiteX29911" y="connsiteY29911"/>
              </a:cxn>
              <a:cxn ang="0">
                <a:pos x="connsiteX29912" y="connsiteY29912"/>
              </a:cxn>
              <a:cxn ang="0">
                <a:pos x="connsiteX29913" y="connsiteY29913"/>
              </a:cxn>
              <a:cxn ang="0">
                <a:pos x="connsiteX29914" y="connsiteY29914"/>
              </a:cxn>
              <a:cxn ang="0">
                <a:pos x="connsiteX29915" y="connsiteY29915"/>
              </a:cxn>
              <a:cxn ang="0">
                <a:pos x="connsiteX29916" y="connsiteY29916"/>
              </a:cxn>
              <a:cxn ang="0">
                <a:pos x="connsiteX29917" y="connsiteY29917"/>
              </a:cxn>
              <a:cxn ang="0">
                <a:pos x="connsiteX29918" y="connsiteY29918"/>
              </a:cxn>
              <a:cxn ang="0">
                <a:pos x="connsiteX29919" y="connsiteY29919"/>
              </a:cxn>
              <a:cxn ang="0">
                <a:pos x="connsiteX29920" y="connsiteY29920"/>
              </a:cxn>
              <a:cxn ang="0">
                <a:pos x="connsiteX29921" y="connsiteY29921"/>
              </a:cxn>
              <a:cxn ang="0">
                <a:pos x="connsiteX29922" y="connsiteY29922"/>
              </a:cxn>
              <a:cxn ang="0">
                <a:pos x="connsiteX29923" y="connsiteY29923"/>
              </a:cxn>
              <a:cxn ang="0">
                <a:pos x="connsiteX29924" y="connsiteY29924"/>
              </a:cxn>
              <a:cxn ang="0">
                <a:pos x="connsiteX29925" y="connsiteY29925"/>
              </a:cxn>
              <a:cxn ang="0">
                <a:pos x="connsiteX29926" y="connsiteY29926"/>
              </a:cxn>
              <a:cxn ang="0">
                <a:pos x="connsiteX29927" y="connsiteY29927"/>
              </a:cxn>
              <a:cxn ang="0">
                <a:pos x="connsiteX29928" y="connsiteY29928"/>
              </a:cxn>
              <a:cxn ang="0">
                <a:pos x="connsiteX29929" y="connsiteY29929"/>
              </a:cxn>
              <a:cxn ang="0">
                <a:pos x="connsiteX29930" y="connsiteY29930"/>
              </a:cxn>
              <a:cxn ang="0">
                <a:pos x="connsiteX29931" y="connsiteY29931"/>
              </a:cxn>
              <a:cxn ang="0">
                <a:pos x="connsiteX29932" y="connsiteY29932"/>
              </a:cxn>
              <a:cxn ang="0">
                <a:pos x="connsiteX29933" y="connsiteY29933"/>
              </a:cxn>
              <a:cxn ang="0">
                <a:pos x="connsiteX29934" y="connsiteY29934"/>
              </a:cxn>
              <a:cxn ang="0">
                <a:pos x="connsiteX29935" y="connsiteY29935"/>
              </a:cxn>
              <a:cxn ang="0">
                <a:pos x="connsiteX29936" y="connsiteY29936"/>
              </a:cxn>
              <a:cxn ang="0">
                <a:pos x="connsiteX29937" y="connsiteY29937"/>
              </a:cxn>
              <a:cxn ang="0">
                <a:pos x="connsiteX29938" y="connsiteY29938"/>
              </a:cxn>
              <a:cxn ang="0">
                <a:pos x="connsiteX29939" y="connsiteY29939"/>
              </a:cxn>
              <a:cxn ang="0">
                <a:pos x="connsiteX29940" y="connsiteY29940"/>
              </a:cxn>
              <a:cxn ang="0">
                <a:pos x="connsiteX29941" y="connsiteY29941"/>
              </a:cxn>
              <a:cxn ang="0">
                <a:pos x="connsiteX29942" y="connsiteY29942"/>
              </a:cxn>
              <a:cxn ang="0">
                <a:pos x="connsiteX29943" y="connsiteY29943"/>
              </a:cxn>
              <a:cxn ang="0">
                <a:pos x="connsiteX29944" y="connsiteY29944"/>
              </a:cxn>
              <a:cxn ang="0">
                <a:pos x="connsiteX29945" y="connsiteY29945"/>
              </a:cxn>
              <a:cxn ang="0">
                <a:pos x="connsiteX29946" y="connsiteY29946"/>
              </a:cxn>
              <a:cxn ang="0">
                <a:pos x="connsiteX29947" y="connsiteY29947"/>
              </a:cxn>
              <a:cxn ang="0">
                <a:pos x="connsiteX29948" y="connsiteY29948"/>
              </a:cxn>
              <a:cxn ang="0">
                <a:pos x="connsiteX29949" y="connsiteY29949"/>
              </a:cxn>
              <a:cxn ang="0">
                <a:pos x="connsiteX29950" y="connsiteY29950"/>
              </a:cxn>
              <a:cxn ang="0">
                <a:pos x="connsiteX29951" y="connsiteY29951"/>
              </a:cxn>
              <a:cxn ang="0">
                <a:pos x="connsiteX29952" y="connsiteY29952"/>
              </a:cxn>
              <a:cxn ang="0">
                <a:pos x="connsiteX29953" y="connsiteY29953"/>
              </a:cxn>
              <a:cxn ang="0">
                <a:pos x="connsiteX29954" y="connsiteY29954"/>
              </a:cxn>
              <a:cxn ang="0">
                <a:pos x="connsiteX29955" y="connsiteY29955"/>
              </a:cxn>
              <a:cxn ang="0">
                <a:pos x="connsiteX29956" y="connsiteY29956"/>
              </a:cxn>
              <a:cxn ang="0">
                <a:pos x="connsiteX29957" y="connsiteY29957"/>
              </a:cxn>
              <a:cxn ang="0">
                <a:pos x="connsiteX29958" y="connsiteY29958"/>
              </a:cxn>
              <a:cxn ang="0">
                <a:pos x="connsiteX29959" y="connsiteY29959"/>
              </a:cxn>
              <a:cxn ang="0">
                <a:pos x="connsiteX29960" y="connsiteY29960"/>
              </a:cxn>
              <a:cxn ang="0">
                <a:pos x="connsiteX29961" y="connsiteY29961"/>
              </a:cxn>
              <a:cxn ang="0">
                <a:pos x="connsiteX29962" y="connsiteY29962"/>
              </a:cxn>
              <a:cxn ang="0">
                <a:pos x="connsiteX29963" y="connsiteY29963"/>
              </a:cxn>
              <a:cxn ang="0">
                <a:pos x="connsiteX29964" y="connsiteY29964"/>
              </a:cxn>
              <a:cxn ang="0">
                <a:pos x="connsiteX29965" y="connsiteY29965"/>
              </a:cxn>
              <a:cxn ang="0">
                <a:pos x="connsiteX29966" y="connsiteY29966"/>
              </a:cxn>
              <a:cxn ang="0">
                <a:pos x="connsiteX29967" y="connsiteY29967"/>
              </a:cxn>
              <a:cxn ang="0">
                <a:pos x="connsiteX29968" y="connsiteY29968"/>
              </a:cxn>
              <a:cxn ang="0">
                <a:pos x="connsiteX29969" y="connsiteY29969"/>
              </a:cxn>
              <a:cxn ang="0">
                <a:pos x="connsiteX29970" y="connsiteY29970"/>
              </a:cxn>
              <a:cxn ang="0">
                <a:pos x="connsiteX29971" y="connsiteY29971"/>
              </a:cxn>
              <a:cxn ang="0">
                <a:pos x="connsiteX29972" y="connsiteY29972"/>
              </a:cxn>
              <a:cxn ang="0">
                <a:pos x="connsiteX29973" y="connsiteY29973"/>
              </a:cxn>
              <a:cxn ang="0">
                <a:pos x="connsiteX29974" y="connsiteY29974"/>
              </a:cxn>
              <a:cxn ang="0">
                <a:pos x="connsiteX29975" y="connsiteY29975"/>
              </a:cxn>
              <a:cxn ang="0">
                <a:pos x="connsiteX29976" y="connsiteY29976"/>
              </a:cxn>
              <a:cxn ang="0">
                <a:pos x="connsiteX29977" y="connsiteY29977"/>
              </a:cxn>
              <a:cxn ang="0">
                <a:pos x="connsiteX29978" y="connsiteY29978"/>
              </a:cxn>
              <a:cxn ang="0">
                <a:pos x="connsiteX29979" y="connsiteY29979"/>
              </a:cxn>
              <a:cxn ang="0">
                <a:pos x="connsiteX29980" y="connsiteY29980"/>
              </a:cxn>
              <a:cxn ang="0">
                <a:pos x="connsiteX29981" y="connsiteY29981"/>
              </a:cxn>
              <a:cxn ang="0">
                <a:pos x="connsiteX29982" y="connsiteY29982"/>
              </a:cxn>
              <a:cxn ang="0">
                <a:pos x="connsiteX29983" y="connsiteY29983"/>
              </a:cxn>
              <a:cxn ang="0">
                <a:pos x="connsiteX29984" y="connsiteY29984"/>
              </a:cxn>
              <a:cxn ang="0">
                <a:pos x="connsiteX29985" y="connsiteY29985"/>
              </a:cxn>
              <a:cxn ang="0">
                <a:pos x="connsiteX29986" y="connsiteY29986"/>
              </a:cxn>
              <a:cxn ang="0">
                <a:pos x="connsiteX29987" y="connsiteY29987"/>
              </a:cxn>
              <a:cxn ang="0">
                <a:pos x="connsiteX29988" y="connsiteY29988"/>
              </a:cxn>
              <a:cxn ang="0">
                <a:pos x="connsiteX29989" y="connsiteY29989"/>
              </a:cxn>
              <a:cxn ang="0">
                <a:pos x="connsiteX29990" y="connsiteY29990"/>
              </a:cxn>
              <a:cxn ang="0">
                <a:pos x="connsiteX29991" y="connsiteY29991"/>
              </a:cxn>
              <a:cxn ang="0">
                <a:pos x="connsiteX29992" y="connsiteY29992"/>
              </a:cxn>
              <a:cxn ang="0">
                <a:pos x="connsiteX29993" y="connsiteY29993"/>
              </a:cxn>
              <a:cxn ang="0">
                <a:pos x="connsiteX29994" y="connsiteY29994"/>
              </a:cxn>
              <a:cxn ang="0">
                <a:pos x="connsiteX29995" y="connsiteY29995"/>
              </a:cxn>
              <a:cxn ang="0">
                <a:pos x="connsiteX29996" y="connsiteY29996"/>
              </a:cxn>
              <a:cxn ang="0">
                <a:pos x="connsiteX29997" y="connsiteY29997"/>
              </a:cxn>
              <a:cxn ang="0">
                <a:pos x="connsiteX29998" y="connsiteY29998"/>
              </a:cxn>
              <a:cxn ang="0">
                <a:pos x="connsiteX29999" y="connsiteY29999"/>
              </a:cxn>
              <a:cxn ang="0">
                <a:pos x="connsiteX30000" y="connsiteY30000"/>
              </a:cxn>
              <a:cxn ang="0">
                <a:pos x="connsiteX30001" y="connsiteY30001"/>
              </a:cxn>
              <a:cxn ang="0">
                <a:pos x="connsiteX30002" y="connsiteY30002"/>
              </a:cxn>
              <a:cxn ang="0">
                <a:pos x="connsiteX30003" y="connsiteY30003"/>
              </a:cxn>
              <a:cxn ang="0">
                <a:pos x="connsiteX30004" y="connsiteY30004"/>
              </a:cxn>
              <a:cxn ang="0">
                <a:pos x="connsiteX30005" y="connsiteY30005"/>
              </a:cxn>
              <a:cxn ang="0">
                <a:pos x="connsiteX30006" y="connsiteY30006"/>
              </a:cxn>
              <a:cxn ang="0">
                <a:pos x="connsiteX30007" y="connsiteY30007"/>
              </a:cxn>
              <a:cxn ang="0">
                <a:pos x="connsiteX30008" y="connsiteY30008"/>
              </a:cxn>
              <a:cxn ang="0">
                <a:pos x="connsiteX30009" y="connsiteY30009"/>
              </a:cxn>
              <a:cxn ang="0">
                <a:pos x="connsiteX30010" y="connsiteY30010"/>
              </a:cxn>
              <a:cxn ang="0">
                <a:pos x="connsiteX30011" y="connsiteY30011"/>
              </a:cxn>
              <a:cxn ang="0">
                <a:pos x="connsiteX30012" y="connsiteY30012"/>
              </a:cxn>
              <a:cxn ang="0">
                <a:pos x="connsiteX30013" y="connsiteY30013"/>
              </a:cxn>
              <a:cxn ang="0">
                <a:pos x="connsiteX30014" y="connsiteY30014"/>
              </a:cxn>
              <a:cxn ang="0">
                <a:pos x="connsiteX30015" y="connsiteY30015"/>
              </a:cxn>
              <a:cxn ang="0">
                <a:pos x="connsiteX30016" y="connsiteY30016"/>
              </a:cxn>
              <a:cxn ang="0">
                <a:pos x="connsiteX30017" y="connsiteY30017"/>
              </a:cxn>
              <a:cxn ang="0">
                <a:pos x="connsiteX30018" y="connsiteY30018"/>
              </a:cxn>
              <a:cxn ang="0">
                <a:pos x="connsiteX30019" y="connsiteY30019"/>
              </a:cxn>
              <a:cxn ang="0">
                <a:pos x="connsiteX30020" y="connsiteY30020"/>
              </a:cxn>
              <a:cxn ang="0">
                <a:pos x="connsiteX30021" y="connsiteY30021"/>
              </a:cxn>
              <a:cxn ang="0">
                <a:pos x="connsiteX30022" y="connsiteY30022"/>
              </a:cxn>
              <a:cxn ang="0">
                <a:pos x="connsiteX30023" y="connsiteY30023"/>
              </a:cxn>
              <a:cxn ang="0">
                <a:pos x="connsiteX30024" y="connsiteY30024"/>
              </a:cxn>
              <a:cxn ang="0">
                <a:pos x="connsiteX30025" y="connsiteY30025"/>
              </a:cxn>
              <a:cxn ang="0">
                <a:pos x="connsiteX30026" y="connsiteY30026"/>
              </a:cxn>
              <a:cxn ang="0">
                <a:pos x="connsiteX30027" y="connsiteY30027"/>
              </a:cxn>
              <a:cxn ang="0">
                <a:pos x="connsiteX30028" y="connsiteY30028"/>
              </a:cxn>
              <a:cxn ang="0">
                <a:pos x="connsiteX30029" y="connsiteY30029"/>
              </a:cxn>
              <a:cxn ang="0">
                <a:pos x="connsiteX30030" y="connsiteY30030"/>
              </a:cxn>
              <a:cxn ang="0">
                <a:pos x="connsiteX30031" y="connsiteY30031"/>
              </a:cxn>
              <a:cxn ang="0">
                <a:pos x="connsiteX30032" y="connsiteY30032"/>
              </a:cxn>
              <a:cxn ang="0">
                <a:pos x="connsiteX30033" y="connsiteY30033"/>
              </a:cxn>
              <a:cxn ang="0">
                <a:pos x="connsiteX30034" y="connsiteY30034"/>
              </a:cxn>
              <a:cxn ang="0">
                <a:pos x="connsiteX30035" y="connsiteY30035"/>
              </a:cxn>
              <a:cxn ang="0">
                <a:pos x="connsiteX30036" y="connsiteY30036"/>
              </a:cxn>
              <a:cxn ang="0">
                <a:pos x="connsiteX30037" y="connsiteY30037"/>
              </a:cxn>
              <a:cxn ang="0">
                <a:pos x="connsiteX30038" y="connsiteY30038"/>
              </a:cxn>
              <a:cxn ang="0">
                <a:pos x="connsiteX30039" y="connsiteY30039"/>
              </a:cxn>
              <a:cxn ang="0">
                <a:pos x="connsiteX30040" y="connsiteY30040"/>
              </a:cxn>
              <a:cxn ang="0">
                <a:pos x="connsiteX30041" y="connsiteY30041"/>
              </a:cxn>
              <a:cxn ang="0">
                <a:pos x="connsiteX30042" y="connsiteY30042"/>
              </a:cxn>
              <a:cxn ang="0">
                <a:pos x="connsiteX30043" y="connsiteY30043"/>
              </a:cxn>
              <a:cxn ang="0">
                <a:pos x="connsiteX30044" y="connsiteY30044"/>
              </a:cxn>
              <a:cxn ang="0">
                <a:pos x="connsiteX30045" y="connsiteY30045"/>
              </a:cxn>
              <a:cxn ang="0">
                <a:pos x="connsiteX30046" y="connsiteY30046"/>
              </a:cxn>
              <a:cxn ang="0">
                <a:pos x="connsiteX30047" y="connsiteY30047"/>
              </a:cxn>
              <a:cxn ang="0">
                <a:pos x="connsiteX30048" y="connsiteY30048"/>
              </a:cxn>
              <a:cxn ang="0">
                <a:pos x="connsiteX30049" y="connsiteY30049"/>
              </a:cxn>
              <a:cxn ang="0">
                <a:pos x="connsiteX30050" y="connsiteY30050"/>
              </a:cxn>
              <a:cxn ang="0">
                <a:pos x="connsiteX30051" y="connsiteY30051"/>
              </a:cxn>
              <a:cxn ang="0">
                <a:pos x="connsiteX30052" y="connsiteY30052"/>
              </a:cxn>
              <a:cxn ang="0">
                <a:pos x="connsiteX30053" y="connsiteY30053"/>
              </a:cxn>
              <a:cxn ang="0">
                <a:pos x="connsiteX30054" y="connsiteY30054"/>
              </a:cxn>
              <a:cxn ang="0">
                <a:pos x="connsiteX30055" y="connsiteY30055"/>
              </a:cxn>
              <a:cxn ang="0">
                <a:pos x="connsiteX30056" y="connsiteY30056"/>
              </a:cxn>
              <a:cxn ang="0">
                <a:pos x="connsiteX30057" y="connsiteY30057"/>
              </a:cxn>
              <a:cxn ang="0">
                <a:pos x="connsiteX30058" y="connsiteY30058"/>
              </a:cxn>
              <a:cxn ang="0">
                <a:pos x="connsiteX30059" y="connsiteY30059"/>
              </a:cxn>
              <a:cxn ang="0">
                <a:pos x="connsiteX30060" y="connsiteY30060"/>
              </a:cxn>
              <a:cxn ang="0">
                <a:pos x="connsiteX30061" y="connsiteY30061"/>
              </a:cxn>
              <a:cxn ang="0">
                <a:pos x="connsiteX30062" y="connsiteY30062"/>
              </a:cxn>
              <a:cxn ang="0">
                <a:pos x="connsiteX30063" y="connsiteY30063"/>
              </a:cxn>
              <a:cxn ang="0">
                <a:pos x="connsiteX30064" y="connsiteY30064"/>
              </a:cxn>
              <a:cxn ang="0">
                <a:pos x="connsiteX30065" y="connsiteY30065"/>
              </a:cxn>
              <a:cxn ang="0">
                <a:pos x="connsiteX30066" y="connsiteY30066"/>
              </a:cxn>
              <a:cxn ang="0">
                <a:pos x="connsiteX30067" y="connsiteY30067"/>
              </a:cxn>
              <a:cxn ang="0">
                <a:pos x="connsiteX30068" y="connsiteY30068"/>
              </a:cxn>
              <a:cxn ang="0">
                <a:pos x="connsiteX30069" y="connsiteY30069"/>
              </a:cxn>
              <a:cxn ang="0">
                <a:pos x="connsiteX30070" y="connsiteY30070"/>
              </a:cxn>
              <a:cxn ang="0">
                <a:pos x="connsiteX30071" y="connsiteY30071"/>
              </a:cxn>
              <a:cxn ang="0">
                <a:pos x="connsiteX30072" y="connsiteY30072"/>
              </a:cxn>
              <a:cxn ang="0">
                <a:pos x="connsiteX30073" y="connsiteY30073"/>
              </a:cxn>
              <a:cxn ang="0">
                <a:pos x="connsiteX30074" y="connsiteY30074"/>
              </a:cxn>
              <a:cxn ang="0">
                <a:pos x="connsiteX30075" y="connsiteY30075"/>
              </a:cxn>
              <a:cxn ang="0">
                <a:pos x="connsiteX30076" y="connsiteY30076"/>
              </a:cxn>
              <a:cxn ang="0">
                <a:pos x="connsiteX30077" y="connsiteY30077"/>
              </a:cxn>
              <a:cxn ang="0">
                <a:pos x="connsiteX30078" y="connsiteY30078"/>
              </a:cxn>
              <a:cxn ang="0">
                <a:pos x="connsiteX30079" y="connsiteY30079"/>
              </a:cxn>
              <a:cxn ang="0">
                <a:pos x="connsiteX30080" y="connsiteY30080"/>
              </a:cxn>
              <a:cxn ang="0">
                <a:pos x="connsiteX30081" y="connsiteY30081"/>
              </a:cxn>
              <a:cxn ang="0">
                <a:pos x="connsiteX30082" y="connsiteY30082"/>
              </a:cxn>
              <a:cxn ang="0">
                <a:pos x="connsiteX30083" y="connsiteY30083"/>
              </a:cxn>
              <a:cxn ang="0">
                <a:pos x="connsiteX30084" y="connsiteY30084"/>
              </a:cxn>
              <a:cxn ang="0">
                <a:pos x="connsiteX30085" y="connsiteY30085"/>
              </a:cxn>
              <a:cxn ang="0">
                <a:pos x="connsiteX30086" y="connsiteY30086"/>
              </a:cxn>
              <a:cxn ang="0">
                <a:pos x="connsiteX30087" y="connsiteY30087"/>
              </a:cxn>
              <a:cxn ang="0">
                <a:pos x="connsiteX30088" y="connsiteY30088"/>
              </a:cxn>
              <a:cxn ang="0">
                <a:pos x="connsiteX30089" y="connsiteY30089"/>
              </a:cxn>
              <a:cxn ang="0">
                <a:pos x="connsiteX30090" y="connsiteY30090"/>
              </a:cxn>
              <a:cxn ang="0">
                <a:pos x="connsiteX30091" y="connsiteY30091"/>
              </a:cxn>
              <a:cxn ang="0">
                <a:pos x="connsiteX30092" y="connsiteY30092"/>
              </a:cxn>
              <a:cxn ang="0">
                <a:pos x="connsiteX30093" y="connsiteY30093"/>
              </a:cxn>
              <a:cxn ang="0">
                <a:pos x="connsiteX30094" y="connsiteY30094"/>
              </a:cxn>
              <a:cxn ang="0">
                <a:pos x="connsiteX30095" y="connsiteY30095"/>
              </a:cxn>
              <a:cxn ang="0">
                <a:pos x="connsiteX30096" y="connsiteY30096"/>
              </a:cxn>
              <a:cxn ang="0">
                <a:pos x="connsiteX30097" y="connsiteY30097"/>
              </a:cxn>
              <a:cxn ang="0">
                <a:pos x="connsiteX30098" y="connsiteY30098"/>
              </a:cxn>
              <a:cxn ang="0">
                <a:pos x="connsiteX30099" y="connsiteY30099"/>
              </a:cxn>
              <a:cxn ang="0">
                <a:pos x="connsiteX30100" y="connsiteY30100"/>
              </a:cxn>
              <a:cxn ang="0">
                <a:pos x="connsiteX30101" y="connsiteY30101"/>
              </a:cxn>
              <a:cxn ang="0">
                <a:pos x="connsiteX30102" y="connsiteY30102"/>
              </a:cxn>
              <a:cxn ang="0">
                <a:pos x="connsiteX30103" y="connsiteY30103"/>
              </a:cxn>
              <a:cxn ang="0">
                <a:pos x="connsiteX30104" y="connsiteY30104"/>
              </a:cxn>
              <a:cxn ang="0">
                <a:pos x="connsiteX30105" y="connsiteY30105"/>
              </a:cxn>
              <a:cxn ang="0">
                <a:pos x="connsiteX30106" y="connsiteY30106"/>
              </a:cxn>
              <a:cxn ang="0">
                <a:pos x="connsiteX30107" y="connsiteY30107"/>
              </a:cxn>
              <a:cxn ang="0">
                <a:pos x="connsiteX30108" y="connsiteY30108"/>
              </a:cxn>
              <a:cxn ang="0">
                <a:pos x="connsiteX30109" y="connsiteY30109"/>
              </a:cxn>
              <a:cxn ang="0">
                <a:pos x="connsiteX30110" y="connsiteY30110"/>
              </a:cxn>
              <a:cxn ang="0">
                <a:pos x="connsiteX30111" y="connsiteY30111"/>
              </a:cxn>
              <a:cxn ang="0">
                <a:pos x="connsiteX30112" y="connsiteY30112"/>
              </a:cxn>
              <a:cxn ang="0">
                <a:pos x="connsiteX30113" y="connsiteY30113"/>
              </a:cxn>
              <a:cxn ang="0">
                <a:pos x="connsiteX30114" y="connsiteY30114"/>
              </a:cxn>
              <a:cxn ang="0">
                <a:pos x="connsiteX30115" y="connsiteY30115"/>
              </a:cxn>
              <a:cxn ang="0">
                <a:pos x="connsiteX30116" y="connsiteY30116"/>
              </a:cxn>
              <a:cxn ang="0">
                <a:pos x="connsiteX30117" y="connsiteY30117"/>
              </a:cxn>
              <a:cxn ang="0">
                <a:pos x="connsiteX30118" y="connsiteY30118"/>
              </a:cxn>
              <a:cxn ang="0">
                <a:pos x="connsiteX30119" y="connsiteY30119"/>
              </a:cxn>
              <a:cxn ang="0">
                <a:pos x="connsiteX30120" y="connsiteY30120"/>
              </a:cxn>
              <a:cxn ang="0">
                <a:pos x="connsiteX30121" y="connsiteY30121"/>
              </a:cxn>
              <a:cxn ang="0">
                <a:pos x="connsiteX30122" y="connsiteY30122"/>
              </a:cxn>
              <a:cxn ang="0">
                <a:pos x="connsiteX30123" y="connsiteY30123"/>
              </a:cxn>
              <a:cxn ang="0">
                <a:pos x="connsiteX30124" y="connsiteY30124"/>
              </a:cxn>
              <a:cxn ang="0">
                <a:pos x="connsiteX30125" y="connsiteY30125"/>
              </a:cxn>
              <a:cxn ang="0">
                <a:pos x="connsiteX30126" y="connsiteY30126"/>
              </a:cxn>
              <a:cxn ang="0">
                <a:pos x="connsiteX30127" y="connsiteY30127"/>
              </a:cxn>
              <a:cxn ang="0">
                <a:pos x="connsiteX30128" y="connsiteY30128"/>
              </a:cxn>
              <a:cxn ang="0">
                <a:pos x="connsiteX30129" y="connsiteY30129"/>
              </a:cxn>
              <a:cxn ang="0">
                <a:pos x="connsiteX30130" y="connsiteY30130"/>
              </a:cxn>
              <a:cxn ang="0">
                <a:pos x="connsiteX30131" y="connsiteY30131"/>
              </a:cxn>
              <a:cxn ang="0">
                <a:pos x="connsiteX30132" y="connsiteY30132"/>
              </a:cxn>
              <a:cxn ang="0">
                <a:pos x="connsiteX30133" y="connsiteY30133"/>
              </a:cxn>
              <a:cxn ang="0">
                <a:pos x="connsiteX30134" y="connsiteY30134"/>
              </a:cxn>
              <a:cxn ang="0">
                <a:pos x="connsiteX30135" y="connsiteY30135"/>
              </a:cxn>
              <a:cxn ang="0">
                <a:pos x="connsiteX30136" y="connsiteY30136"/>
              </a:cxn>
              <a:cxn ang="0">
                <a:pos x="connsiteX30137" y="connsiteY30137"/>
              </a:cxn>
              <a:cxn ang="0">
                <a:pos x="connsiteX30138" y="connsiteY30138"/>
              </a:cxn>
              <a:cxn ang="0">
                <a:pos x="connsiteX30139" y="connsiteY30139"/>
              </a:cxn>
              <a:cxn ang="0">
                <a:pos x="connsiteX30140" y="connsiteY30140"/>
              </a:cxn>
              <a:cxn ang="0">
                <a:pos x="connsiteX30141" y="connsiteY30141"/>
              </a:cxn>
              <a:cxn ang="0">
                <a:pos x="connsiteX30142" y="connsiteY30142"/>
              </a:cxn>
              <a:cxn ang="0">
                <a:pos x="connsiteX30143" y="connsiteY30143"/>
              </a:cxn>
              <a:cxn ang="0">
                <a:pos x="connsiteX30144" y="connsiteY30144"/>
              </a:cxn>
              <a:cxn ang="0">
                <a:pos x="connsiteX30145" y="connsiteY30145"/>
              </a:cxn>
              <a:cxn ang="0">
                <a:pos x="connsiteX30146" y="connsiteY30146"/>
              </a:cxn>
              <a:cxn ang="0">
                <a:pos x="connsiteX30147" y="connsiteY30147"/>
              </a:cxn>
              <a:cxn ang="0">
                <a:pos x="connsiteX30148" y="connsiteY30148"/>
              </a:cxn>
              <a:cxn ang="0">
                <a:pos x="connsiteX30149" y="connsiteY30149"/>
              </a:cxn>
              <a:cxn ang="0">
                <a:pos x="connsiteX30150" y="connsiteY30150"/>
              </a:cxn>
              <a:cxn ang="0">
                <a:pos x="connsiteX30151" y="connsiteY30151"/>
              </a:cxn>
              <a:cxn ang="0">
                <a:pos x="connsiteX30152" y="connsiteY30152"/>
              </a:cxn>
              <a:cxn ang="0">
                <a:pos x="connsiteX30153" y="connsiteY30153"/>
              </a:cxn>
              <a:cxn ang="0">
                <a:pos x="connsiteX30154" y="connsiteY30154"/>
              </a:cxn>
              <a:cxn ang="0">
                <a:pos x="connsiteX30155" y="connsiteY30155"/>
              </a:cxn>
              <a:cxn ang="0">
                <a:pos x="connsiteX30156" y="connsiteY30156"/>
              </a:cxn>
              <a:cxn ang="0">
                <a:pos x="connsiteX30157" y="connsiteY30157"/>
              </a:cxn>
              <a:cxn ang="0">
                <a:pos x="connsiteX30158" y="connsiteY30158"/>
              </a:cxn>
              <a:cxn ang="0">
                <a:pos x="connsiteX30159" y="connsiteY30159"/>
              </a:cxn>
              <a:cxn ang="0">
                <a:pos x="connsiteX30160" y="connsiteY30160"/>
              </a:cxn>
              <a:cxn ang="0">
                <a:pos x="connsiteX30161" y="connsiteY30161"/>
              </a:cxn>
              <a:cxn ang="0">
                <a:pos x="connsiteX30162" y="connsiteY30162"/>
              </a:cxn>
              <a:cxn ang="0">
                <a:pos x="connsiteX30163" y="connsiteY30163"/>
              </a:cxn>
              <a:cxn ang="0">
                <a:pos x="connsiteX30164" y="connsiteY30164"/>
              </a:cxn>
              <a:cxn ang="0">
                <a:pos x="connsiteX30165" y="connsiteY30165"/>
              </a:cxn>
              <a:cxn ang="0">
                <a:pos x="connsiteX30166" y="connsiteY30166"/>
              </a:cxn>
              <a:cxn ang="0">
                <a:pos x="connsiteX30167" y="connsiteY30167"/>
              </a:cxn>
              <a:cxn ang="0">
                <a:pos x="connsiteX30168" y="connsiteY30168"/>
              </a:cxn>
              <a:cxn ang="0">
                <a:pos x="connsiteX30169" y="connsiteY30169"/>
              </a:cxn>
              <a:cxn ang="0">
                <a:pos x="connsiteX30170" y="connsiteY30170"/>
              </a:cxn>
              <a:cxn ang="0">
                <a:pos x="connsiteX30171" y="connsiteY30171"/>
              </a:cxn>
              <a:cxn ang="0">
                <a:pos x="connsiteX30172" y="connsiteY30172"/>
              </a:cxn>
              <a:cxn ang="0">
                <a:pos x="connsiteX30173" y="connsiteY30173"/>
              </a:cxn>
              <a:cxn ang="0">
                <a:pos x="connsiteX30174" y="connsiteY30174"/>
              </a:cxn>
              <a:cxn ang="0">
                <a:pos x="connsiteX30175" y="connsiteY30175"/>
              </a:cxn>
              <a:cxn ang="0">
                <a:pos x="connsiteX30176" y="connsiteY30176"/>
              </a:cxn>
              <a:cxn ang="0">
                <a:pos x="connsiteX30177" y="connsiteY30177"/>
              </a:cxn>
              <a:cxn ang="0">
                <a:pos x="connsiteX30178" y="connsiteY30178"/>
              </a:cxn>
              <a:cxn ang="0">
                <a:pos x="connsiteX30179" y="connsiteY30179"/>
              </a:cxn>
              <a:cxn ang="0">
                <a:pos x="connsiteX30180" y="connsiteY30180"/>
              </a:cxn>
              <a:cxn ang="0">
                <a:pos x="connsiteX30181" y="connsiteY30181"/>
              </a:cxn>
              <a:cxn ang="0">
                <a:pos x="connsiteX30182" y="connsiteY30182"/>
              </a:cxn>
              <a:cxn ang="0">
                <a:pos x="connsiteX30183" y="connsiteY30183"/>
              </a:cxn>
              <a:cxn ang="0">
                <a:pos x="connsiteX30184" y="connsiteY30184"/>
              </a:cxn>
              <a:cxn ang="0">
                <a:pos x="connsiteX30185" y="connsiteY30185"/>
              </a:cxn>
              <a:cxn ang="0">
                <a:pos x="connsiteX30186" y="connsiteY30186"/>
              </a:cxn>
              <a:cxn ang="0">
                <a:pos x="connsiteX30187" y="connsiteY30187"/>
              </a:cxn>
              <a:cxn ang="0">
                <a:pos x="connsiteX30188" y="connsiteY30188"/>
              </a:cxn>
              <a:cxn ang="0">
                <a:pos x="connsiteX30189" y="connsiteY30189"/>
              </a:cxn>
              <a:cxn ang="0">
                <a:pos x="connsiteX30190" y="connsiteY30190"/>
              </a:cxn>
              <a:cxn ang="0">
                <a:pos x="connsiteX30191" y="connsiteY30191"/>
              </a:cxn>
              <a:cxn ang="0">
                <a:pos x="connsiteX30192" y="connsiteY30192"/>
              </a:cxn>
              <a:cxn ang="0">
                <a:pos x="connsiteX30193" y="connsiteY30193"/>
              </a:cxn>
              <a:cxn ang="0">
                <a:pos x="connsiteX30194" y="connsiteY30194"/>
              </a:cxn>
              <a:cxn ang="0">
                <a:pos x="connsiteX30195" y="connsiteY30195"/>
              </a:cxn>
              <a:cxn ang="0">
                <a:pos x="connsiteX30196" y="connsiteY30196"/>
              </a:cxn>
              <a:cxn ang="0">
                <a:pos x="connsiteX30197" y="connsiteY30197"/>
              </a:cxn>
              <a:cxn ang="0">
                <a:pos x="connsiteX30198" y="connsiteY30198"/>
              </a:cxn>
              <a:cxn ang="0">
                <a:pos x="connsiteX30199" y="connsiteY30199"/>
              </a:cxn>
              <a:cxn ang="0">
                <a:pos x="connsiteX30200" y="connsiteY30200"/>
              </a:cxn>
              <a:cxn ang="0">
                <a:pos x="connsiteX30201" y="connsiteY30201"/>
              </a:cxn>
              <a:cxn ang="0">
                <a:pos x="connsiteX30202" y="connsiteY30202"/>
              </a:cxn>
              <a:cxn ang="0">
                <a:pos x="connsiteX30203" y="connsiteY30203"/>
              </a:cxn>
              <a:cxn ang="0">
                <a:pos x="connsiteX30204" y="connsiteY30204"/>
              </a:cxn>
              <a:cxn ang="0">
                <a:pos x="connsiteX30205" y="connsiteY30205"/>
              </a:cxn>
              <a:cxn ang="0">
                <a:pos x="connsiteX30206" y="connsiteY30206"/>
              </a:cxn>
              <a:cxn ang="0">
                <a:pos x="connsiteX30207" y="connsiteY30207"/>
              </a:cxn>
              <a:cxn ang="0">
                <a:pos x="connsiteX30208" y="connsiteY30208"/>
              </a:cxn>
              <a:cxn ang="0">
                <a:pos x="connsiteX30209" y="connsiteY30209"/>
              </a:cxn>
              <a:cxn ang="0">
                <a:pos x="connsiteX30210" y="connsiteY30210"/>
              </a:cxn>
              <a:cxn ang="0">
                <a:pos x="connsiteX30211" y="connsiteY30211"/>
              </a:cxn>
              <a:cxn ang="0">
                <a:pos x="connsiteX30212" y="connsiteY30212"/>
              </a:cxn>
              <a:cxn ang="0">
                <a:pos x="connsiteX30213" y="connsiteY30213"/>
              </a:cxn>
              <a:cxn ang="0">
                <a:pos x="connsiteX30214" y="connsiteY30214"/>
              </a:cxn>
              <a:cxn ang="0">
                <a:pos x="connsiteX30215" y="connsiteY30215"/>
              </a:cxn>
              <a:cxn ang="0">
                <a:pos x="connsiteX30216" y="connsiteY30216"/>
              </a:cxn>
              <a:cxn ang="0">
                <a:pos x="connsiteX30217" y="connsiteY30217"/>
              </a:cxn>
              <a:cxn ang="0">
                <a:pos x="connsiteX30218" y="connsiteY30218"/>
              </a:cxn>
              <a:cxn ang="0">
                <a:pos x="connsiteX30219" y="connsiteY30219"/>
              </a:cxn>
              <a:cxn ang="0">
                <a:pos x="connsiteX30220" y="connsiteY30220"/>
              </a:cxn>
              <a:cxn ang="0">
                <a:pos x="connsiteX30221" y="connsiteY30221"/>
              </a:cxn>
              <a:cxn ang="0">
                <a:pos x="connsiteX30222" y="connsiteY30222"/>
              </a:cxn>
              <a:cxn ang="0">
                <a:pos x="connsiteX30223" y="connsiteY30223"/>
              </a:cxn>
              <a:cxn ang="0">
                <a:pos x="connsiteX30224" y="connsiteY30224"/>
              </a:cxn>
              <a:cxn ang="0">
                <a:pos x="connsiteX30225" y="connsiteY30225"/>
              </a:cxn>
              <a:cxn ang="0">
                <a:pos x="connsiteX30226" y="connsiteY30226"/>
              </a:cxn>
              <a:cxn ang="0">
                <a:pos x="connsiteX30227" y="connsiteY30227"/>
              </a:cxn>
              <a:cxn ang="0">
                <a:pos x="connsiteX30228" y="connsiteY30228"/>
              </a:cxn>
              <a:cxn ang="0">
                <a:pos x="connsiteX30229" y="connsiteY30229"/>
              </a:cxn>
              <a:cxn ang="0">
                <a:pos x="connsiteX30230" y="connsiteY30230"/>
              </a:cxn>
              <a:cxn ang="0">
                <a:pos x="connsiteX30231" y="connsiteY30231"/>
              </a:cxn>
              <a:cxn ang="0">
                <a:pos x="connsiteX30232" y="connsiteY30232"/>
              </a:cxn>
              <a:cxn ang="0">
                <a:pos x="connsiteX30233" y="connsiteY30233"/>
              </a:cxn>
              <a:cxn ang="0">
                <a:pos x="connsiteX30234" y="connsiteY30234"/>
              </a:cxn>
              <a:cxn ang="0">
                <a:pos x="connsiteX30235" y="connsiteY30235"/>
              </a:cxn>
              <a:cxn ang="0">
                <a:pos x="connsiteX30236" y="connsiteY30236"/>
              </a:cxn>
              <a:cxn ang="0">
                <a:pos x="connsiteX30237" y="connsiteY30237"/>
              </a:cxn>
              <a:cxn ang="0">
                <a:pos x="connsiteX30238" y="connsiteY30238"/>
              </a:cxn>
              <a:cxn ang="0">
                <a:pos x="connsiteX30239" y="connsiteY30239"/>
              </a:cxn>
              <a:cxn ang="0">
                <a:pos x="connsiteX30240" y="connsiteY30240"/>
              </a:cxn>
              <a:cxn ang="0">
                <a:pos x="connsiteX30241" y="connsiteY30241"/>
              </a:cxn>
              <a:cxn ang="0">
                <a:pos x="connsiteX30242" y="connsiteY30242"/>
              </a:cxn>
              <a:cxn ang="0">
                <a:pos x="connsiteX30243" y="connsiteY30243"/>
              </a:cxn>
              <a:cxn ang="0">
                <a:pos x="connsiteX30244" y="connsiteY30244"/>
              </a:cxn>
              <a:cxn ang="0">
                <a:pos x="connsiteX30245" y="connsiteY30245"/>
              </a:cxn>
              <a:cxn ang="0">
                <a:pos x="connsiteX30246" y="connsiteY30246"/>
              </a:cxn>
              <a:cxn ang="0">
                <a:pos x="connsiteX30247" y="connsiteY30247"/>
              </a:cxn>
              <a:cxn ang="0">
                <a:pos x="connsiteX30248" y="connsiteY30248"/>
              </a:cxn>
              <a:cxn ang="0">
                <a:pos x="connsiteX30249" y="connsiteY30249"/>
              </a:cxn>
              <a:cxn ang="0">
                <a:pos x="connsiteX30250" y="connsiteY30250"/>
              </a:cxn>
              <a:cxn ang="0">
                <a:pos x="connsiteX30251" y="connsiteY30251"/>
              </a:cxn>
              <a:cxn ang="0">
                <a:pos x="connsiteX30252" y="connsiteY30252"/>
              </a:cxn>
              <a:cxn ang="0">
                <a:pos x="connsiteX30253" y="connsiteY30253"/>
              </a:cxn>
              <a:cxn ang="0">
                <a:pos x="connsiteX30254" y="connsiteY30254"/>
              </a:cxn>
              <a:cxn ang="0">
                <a:pos x="connsiteX30255" y="connsiteY30255"/>
              </a:cxn>
              <a:cxn ang="0">
                <a:pos x="connsiteX30256" y="connsiteY30256"/>
              </a:cxn>
              <a:cxn ang="0">
                <a:pos x="connsiteX30257" y="connsiteY30257"/>
              </a:cxn>
              <a:cxn ang="0">
                <a:pos x="connsiteX30258" y="connsiteY30258"/>
              </a:cxn>
              <a:cxn ang="0">
                <a:pos x="connsiteX30259" y="connsiteY30259"/>
              </a:cxn>
              <a:cxn ang="0">
                <a:pos x="connsiteX30260" y="connsiteY30260"/>
              </a:cxn>
              <a:cxn ang="0">
                <a:pos x="connsiteX30261" y="connsiteY30261"/>
              </a:cxn>
              <a:cxn ang="0">
                <a:pos x="connsiteX30262" y="connsiteY30262"/>
              </a:cxn>
              <a:cxn ang="0">
                <a:pos x="connsiteX30263" y="connsiteY30263"/>
              </a:cxn>
              <a:cxn ang="0">
                <a:pos x="connsiteX30264" y="connsiteY30264"/>
              </a:cxn>
              <a:cxn ang="0">
                <a:pos x="connsiteX30265" y="connsiteY30265"/>
              </a:cxn>
              <a:cxn ang="0">
                <a:pos x="connsiteX30266" y="connsiteY30266"/>
              </a:cxn>
              <a:cxn ang="0">
                <a:pos x="connsiteX30267" y="connsiteY30267"/>
              </a:cxn>
              <a:cxn ang="0">
                <a:pos x="connsiteX30268" y="connsiteY30268"/>
              </a:cxn>
              <a:cxn ang="0">
                <a:pos x="connsiteX30269" y="connsiteY30269"/>
              </a:cxn>
              <a:cxn ang="0">
                <a:pos x="connsiteX30270" y="connsiteY30270"/>
              </a:cxn>
              <a:cxn ang="0">
                <a:pos x="connsiteX30271" y="connsiteY30271"/>
              </a:cxn>
              <a:cxn ang="0">
                <a:pos x="connsiteX30272" y="connsiteY30272"/>
              </a:cxn>
              <a:cxn ang="0">
                <a:pos x="connsiteX30273" y="connsiteY30273"/>
              </a:cxn>
              <a:cxn ang="0">
                <a:pos x="connsiteX30274" y="connsiteY30274"/>
              </a:cxn>
              <a:cxn ang="0">
                <a:pos x="connsiteX30275" y="connsiteY30275"/>
              </a:cxn>
              <a:cxn ang="0">
                <a:pos x="connsiteX30276" y="connsiteY30276"/>
              </a:cxn>
              <a:cxn ang="0">
                <a:pos x="connsiteX30277" y="connsiteY30277"/>
              </a:cxn>
              <a:cxn ang="0">
                <a:pos x="connsiteX30278" y="connsiteY30278"/>
              </a:cxn>
              <a:cxn ang="0">
                <a:pos x="connsiteX30279" y="connsiteY30279"/>
              </a:cxn>
              <a:cxn ang="0">
                <a:pos x="connsiteX30280" y="connsiteY30280"/>
              </a:cxn>
              <a:cxn ang="0">
                <a:pos x="connsiteX30281" y="connsiteY30281"/>
              </a:cxn>
              <a:cxn ang="0">
                <a:pos x="connsiteX30282" y="connsiteY30282"/>
              </a:cxn>
              <a:cxn ang="0">
                <a:pos x="connsiteX30283" y="connsiteY30283"/>
              </a:cxn>
              <a:cxn ang="0">
                <a:pos x="connsiteX30284" y="connsiteY30284"/>
              </a:cxn>
              <a:cxn ang="0">
                <a:pos x="connsiteX30285" y="connsiteY30285"/>
              </a:cxn>
              <a:cxn ang="0">
                <a:pos x="connsiteX30286" y="connsiteY30286"/>
              </a:cxn>
              <a:cxn ang="0">
                <a:pos x="connsiteX30287" y="connsiteY30287"/>
              </a:cxn>
              <a:cxn ang="0">
                <a:pos x="connsiteX30288" y="connsiteY30288"/>
              </a:cxn>
              <a:cxn ang="0">
                <a:pos x="connsiteX30289" y="connsiteY30289"/>
              </a:cxn>
              <a:cxn ang="0">
                <a:pos x="connsiteX30290" y="connsiteY30290"/>
              </a:cxn>
              <a:cxn ang="0">
                <a:pos x="connsiteX30291" y="connsiteY30291"/>
              </a:cxn>
              <a:cxn ang="0">
                <a:pos x="connsiteX30292" y="connsiteY30292"/>
              </a:cxn>
              <a:cxn ang="0">
                <a:pos x="connsiteX30293" y="connsiteY30293"/>
              </a:cxn>
              <a:cxn ang="0">
                <a:pos x="connsiteX30294" y="connsiteY30294"/>
              </a:cxn>
              <a:cxn ang="0">
                <a:pos x="connsiteX30295" y="connsiteY30295"/>
              </a:cxn>
              <a:cxn ang="0">
                <a:pos x="connsiteX30296" y="connsiteY30296"/>
              </a:cxn>
              <a:cxn ang="0">
                <a:pos x="connsiteX30297" y="connsiteY30297"/>
              </a:cxn>
              <a:cxn ang="0">
                <a:pos x="connsiteX30298" y="connsiteY30298"/>
              </a:cxn>
              <a:cxn ang="0">
                <a:pos x="connsiteX30299" y="connsiteY30299"/>
              </a:cxn>
              <a:cxn ang="0">
                <a:pos x="connsiteX30300" y="connsiteY30300"/>
              </a:cxn>
              <a:cxn ang="0">
                <a:pos x="connsiteX30301" y="connsiteY30301"/>
              </a:cxn>
              <a:cxn ang="0">
                <a:pos x="connsiteX30302" y="connsiteY30302"/>
              </a:cxn>
              <a:cxn ang="0">
                <a:pos x="connsiteX30303" y="connsiteY30303"/>
              </a:cxn>
              <a:cxn ang="0">
                <a:pos x="connsiteX30304" y="connsiteY30304"/>
              </a:cxn>
              <a:cxn ang="0">
                <a:pos x="connsiteX30305" y="connsiteY30305"/>
              </a:cxn>
              <a:cxn ang="0">
                <a:pos x="connsiteX30306" y="connsiteY30306"/>
              </a:cxn>
              <a:cxn ang="0">
                <a:pos x="connsiteX30307" y="connsiteY30307"/>
              </a:cxn>
              <a:cxn ang="0">
                <a:pos x="connsiteX30308" y="connsiteY30308"/>
              </a:cxn>
              <a:cxn ang="0">
                <a:pos x="connsiteX30309" y="connsiteY30309"/>
              </a:cxn>
              <a:cxn ang="0">
                <a:pos x="connsiteX30310" y="connsiteY30310"/>
              </a:cxn>
              <a:cxn ang="0">
                <a:pos x="connsiteX30311" y="connsiteY30311"/>
              </a:cxn>
              <a:cxn ang="0">
                <a:pos x="connsiteX30312" y="connsiteY30312"/>
              </a:cxn>
              <a:cxn ang="0">
                <a:pos x="connsiteX30313" y="connsiteY30313"/>
              </a:cxn>
              <a:cxn ang="0">
                <a:pos x="connsiteX30314" y="connsiteY30314"/>
              </a:cxn>
              <a:cxn ang="0">
                <a:pos x="connsiteX30315" y="connsiteY30315"/>
              </a:cxn>
              <a:cxn ang="0">
                <a:pos x="connsiteX30316" y="connsiteY30316"/>
              </a:cxn>
              <a:cxn ang="0">
                <a:pos x="connsiteX30317" y="connsiteY30317"/>
              </a:cxn>
              <a:cxn ang="0">
                <a:pos x="connsiteX30318" y="connsiteY30318"/>
              </a:cxn>
              <a:cxn ang="0">
                <a:pos x="connsiteX30319" y="connsiteY30319"/>
              </a:cxn>
              <a:cxn ang="0">
                <a:pos x="connsiteX30320" y="connsiteY30320"/>
              </a:cxn>
              <a:cxn ang="0">
                <a:pos x="connsiteX30321" y="connsiteY30321"/>
              </a:cxn>
              <a:cxn ang="0">
                <a:pos x="connsiteX30322" y="connsiteY30322"/>
              </a:cxn>
              <a:cxn ang="0">
                <a:pos x="connsiteX30323" y="connsiteY30323"/>
              </a:cxn>
              <a:cxn ang="0">
                <a:pos x="connsiteX30324" y="connsiteY30324"/>
              </a:cxn>
              <a:cxn ang="0">
                <a:pos x="connsiteX30325" y="connsiteY30325"/>
              </a:cxn>
              <a:cxn ang="0">
                <a:pos x="connsiteX30326" y="connsiteY30326"/>
              </a:cxn>
              <a:cxn ang="0">
                <a:pos x="connsiteX30327" y="connsiteY30327"/>
              </a:cxn>
              <a:cxn ang="0">
                <a:pos x="connsiteX30328" y="connsiteY30328"/>
              </a:cxn>
              <a:cxn ang="0">
                <a:pos x="connsiteX30329" y="connsiteY30329"/>
              </a:cxn>
              <a:cxn ang="0">
                <a:pos x="connsiteX30330" y="connsiteY30330"/>
              </a:cxn>
              <a:cxn ang="0">
                <a:pos x="connsiteX30331" y="connsiteY30331"/>
              </a:cxn>
              <a:cxn ang="0">
                <a:pos x="connsiteX30332" y="connsiteY30332"/>
              </a:cxn>
              <a:cxn ang="0">
                <a:pos x="connsiteX30333" y="connsiteY30333"/>
              </a:cxn>
              <a:cxn ang="0">
                <a:pos x="connsiteX30334" y="connsiteY30334"/>
              </a:cxn>
              <a:cxn ang="0">
                <a:pos x="connsiteX30335" y="connsiteY30335"/>
              </a:cxn>
              <a:cxn ang="0">
                <a:pos x="connsiteX30336" y="connsiteY30336"/>
              </a:cxn>
              <a:cxn ang="0">
                <a:pos x="connsiteX30337" y="connsiteY30337"/>
              </a:cxn>
              <a:cxn ang="0">
                <a:pos x="connsiteX30338" y="connsiteY30338"/>
              </a:cxn>
              <a:cxn ang="0">
                <a:pos x="connsiteX30339" y="connsiteY30339"/>
              </a:cxn>
              <a:cxn ang="0">
                <a:pos x="connsiteX30340" y="connsiteY30340"/>
              </a:cxn>
              <a:cxn ang="0">
                <a:pos x="connsiteX30341" y="connsiteY30341"/>
              </a:cxn>
              <a:cxn ang="0">
                <a:pos x="connsiteX30342" y="connsiteY30342"/>
              </a:cxn>
              <a:cxn ang="0">
                <a:pos x="connsiteX30343" y="connsiteY30343"/>
              </a:cxn>
              <a:cxn ang="0">
                <a:pos x="connsiteX30344" y="connsiteY30344"/>
              </a:cxn>
              <a:cxn ang="0">
                <a:pos x="connsiteX30345" y="connsiteY30345"/>
              </a:cxn>
              <a:cxn ang="0">
                <a:pos x="connsiteX30346" y="connsiteY30346"/>
              </a:cxn>
              <a:cxn ang="0">
                <a:pos x="connsiteX30347" y="connsiteY30347"/>
              </a:cxn>
              <a:cxn ang="0">
                <a:pos x="connsiteX30348" y="connsiteY30348"/>
              </a:cxn>
              <a:cxn ang="0">
                <a:pos x="connsiteX30349" y="connsiteY30349"/>
              </a:cxn>
              <a:cxn ang="0">
                <a:pos x="connsiteX30350" y="connsiteY30350"/>
              </a:cxn>
              <a:cxn ang="0">
                <a:pos x="connsiteX30351" y="connsiteY30351"/>
              </a:cxn>
              <a:cxn ang="0">
                <a:pos x="connsiteX30352" y="connsiteY30352"/>
              </a:cxn>
              <a:cxn ang="0">
                <a:pos x="connsiteX30353" y="connsiteY30353"/>
              </a:cxn>
              <a:cxn ang="0">
                <a:pos x="connsiteX30354" y="connsiteY30354"/>
              </a:cxn>
              <a:cxn ang="0">
                <a:pos x="connsiteX30355" y="connsiteY30355"/>
              </a:cxn>
              <a:cxn ang="0">
                <a:pos x="connsiteX30356" y="connsiteY30356"/>
              </a:cxn>
              <a:cxn ang="0">
                <a:pos x="connsiteX30357" y="connsiteY30357"/>
              </a:cxn>
              <a:cxn ang="0">
                <a:pos x="connsiteX30358" y="connsiteY30358"/>
              </a:cxn>
              <a:cxn ang="0">
                <a:pos x="connsiteX30359" y="connsiteY30359"/>
              </a:cxn>
              <a:cxn ang="0">
                <a:pos x="connsiteX30360" y="connsiteY30360"/>
              </a:cxn>
              <a:cxn ang="0">
                <a:pos x="connsiteX30361" y="connsiteY30361"/>
              </a:cxn>
              <a:cxn ang="0">
                <a:pos x="connsiteX30362" y="connsiteY30362"/>
              </a:cxn>
              <a:cxn ang="0">
                <a:pos x="connsiteX30363" y="connsiteY30363"/>
              </a:cxn>
              <a:cxn ang="0">
                <a:pos x="connsiteX30364" y="connsiteY30364"/>
              </a:cxn>
              <a:cxn ang="0">
                <a:pos x="connsiteX30365" y="connsiteY30365"/>
              </a:cxn>
              <a:cxn ang="0">
                <a:pos x="connsiteX30366" y="connsiteY30366"/>
              </a:cxn>
              <a:cxn ang="0">
                <a:pos x="connsiteX30367" y="connsiteY30367"/>
              </a:cxn>
              <a:cxn ang="0">
                <a:pos x="connsiteX30368" y="connsiteY30368"/>
              </a:cxn>
              <a:cxn ang="0">
                <a:pos x="connsiteX30369" y="connsiteY30369"/>
              </a:cxn>
              <a:cxn ang="0">
                <a:pos x="connsiteX30370" y="connsiteY30370"/>
              </a:cxn>
              <a:cxn ang="0">
                <a:pos x="connsiteX30371" y="connsiteY30371"/>
              </a:cxn>
              <a:cxn ang="0">
                <a:pos x="connsiteX30372" y="connsiteY30372"/>
              </a:cxn>
              <a:cxn ang="0">
                <a:pos x="connsiteX30373" y="connsiteY30373"/>
              </a:cxn>
              <a:cxn ang="0">
                <a:pos x="connsiteX30374" y="connsiteY30374"/>
              </a:cxn>
              <a:cxn ang="0">
                <a:pos x="connsiteX30375" y="connsiteY30375"/>
              </a:cxn>
              <a:cxn ang="0">
                <a:pos x="connsiteX30376" y="connsiteY30376"/>
              </a:cxn>
              <a:cxn ang="0">
                <a:pos x="connsiteX30377" y="connsiteY30377"/>
              </a:cxn>
              <a:cxn ang="0">
                <a:pos x="connsiteX30378" y="connsiteY30378"/>
              </a:cxn>
              <a:cxn ang="0">
                <a:pos x="connsiteX30379" y="connsiteY30379"/>
              </a:cxn>
              <a:cxn ang="0">
                <a:pos x="connsiteX30380" y="connsiteY30380"/>
              </a:cxn>
              <a:cxn ang="0">
                <a:pos x="connsiteX30381" y="connsiteY30381"/>
              </a:cxn>
              <a:cxn ang="0">
                <a:pos x="connsiteX30382" y="connsiteY30382"/>
              </a:cxn>
              <a:cxn ang="0">
                <a:pos x="connsiteX30383" y="connsiteY30383"/>
              </a:cxn>
              <a:cxn ang="0">
                <a:pos x="connsiteX30384" y="connsiteY30384"/>
              </a:cxn>
              <a:cxn ang="0">
                <a:pos x="connsiteX30385" y="connsiteY30385"/>
              </a:cxn>
              <a:cxn ang="0">
                <a:pos x="connsiteX30386" y="connsiteY30386"/>
              </a:cxn>
              <a:cxn ang="0">
                <a:pos x="connsiteX30387" y="connsiteY30387"/>
              </a:cxn>
              <a:cxn ang="0">
                <a:pos x="connsiteX30388" y="connsiteY30388"/>
              </a:cxn>
              <a:cxn ang="0">
                <a:pos x="connsiteX30389" y="connsiteY30389"/>
              </a:cxn>
              <a:cxn ang="0">
                <a:pos x="connsiteX30390" y="connsiteY30390"/>
              </a:cxn>
              <a:cxn ang="0">
                <a:pos x="connsiteX30391" y="connsiteY30391"/>
              </a:cxn>
              <a:cxn ang="0">
                <a:pos x="connsiteX30392" y="connsiteY30392"/>
              </a:cxn>
              <a:cxn ang="0">
                <a:pos x="connsiteX30393" y="connsiteY30393"/>
              </a:cxn>
              <a:cxn ang="0">
                <a:pos x="connsiteX30394" y="connsiteY30394"/>
              </a:cxn>
              <a:cxn ang="0">
                <a:pos x="connsiteX30395" y="connsiteY30395"/>
              </a:cxn>
              <a:cxn ang="0">
                <a:pos x="connsiteX30396" y="connsiteY30396"/>
              </a:cxn>
              <a:cxn ang="0">
                <a:pos x="connsiteX30397" y="connsiteY30397"/>
              </a:cxn>
              <a:cxn ang="0">
                <a:pos x="connsiteX30398" y="connsiteY30398"/>
              </a:cxn>
              <a:cxn ang="0">
                <a:pos x="connsiteX30399" y="connsiteY30399"/>
              </a:cxn>
              <a:cxn ang="0">
                <a:pos x="connsiteX30400" y="connsiteY30400"/>
              </a:cxn>
              <a:cxn ang="0">
                <a:pos x="connsiteX30401" y="connsiteY30401"/>
              </a:cxn>
              <a:cxn ang="0">
                <a:pos x="connsiteX30402" y="connsiteY30402"/>
              </a:cxn>
              <a:cxn ang="0">
                <a:pos x="connsiteX30403" y="connsiteY30403"/>
              </a:cxn>
              <a:cxn ang="0">
                <a:pos x="connsiteX30404" y="connsiteY30404"/>
              </a:cxn>
              <a:cxn ang="0">
                <a:pos x="connsiteX30405" y="connsiteY30405"/>
              </a:cxn>
              <a:cxn ang="0">
                <a:pos x="connsiteX30406" y="connsiteY30406"/>
              </a:cxn>
              <a:cxn ang="0">
                <a:pos x="connsiteX30407" y="connsiteY30407"/>
              </a:cxn>
              <a:cxn ang="0">
                <a:pos x="connsiteX30408" y="connsiteY30408"/>
              </a:cxn>
              <a:cxn ang="0">
                <a:pos x="connsiteX30409" y="connsiteY30409"/>
              </a:cxn>
              <a:cxn ang="0">
                <a:pos x="connsiteX30410" y="connsiteY30410"/>
              </a:cxn>
              <a:cxn ang="0">
                <a:pos x="connsiteX30411" y="connsiteY30411"/>
              </a:cxn>
              <a:cxn ang="0">
                <a:pos x="connsiteX30412" y="connsiteY30412"/>
              </a:cxn>
              <a:cxn ang="0">
                <a:pos x="connsiteX30413" y="connsiteY30413"/>
              </a:cxn>
              <a:cxn ang="0">
                <a:pos x="connsiteX30414" y="connsiteY30414"/>
              </a:cxn>
              <a:cxn ang="0">
                <a:pos x="connsiteX30415" y="connsiteY30415"/>
              </a:cxn>
              <a:cxn ang="0">
                <a:pos x="connsiteX30416" y="connsiteY30416"/>
              </a:cxn>
              <a:cxn ang="0">
                <a:pos x="connsiteX30417" y="connsiteY30417"/>
              </a:cxn>
              <a:cxn ang="0">
                <a:pos x="connsiteX30418" y="connsiteY30418"/>
              </a:cxn>
              <a:cxn ang="0">
                <a:pos x="connsiteX30419" y="connsiteY30419"/>
              </a:cxn>
              <a:cxn ang="0">
                <a:pos x="connsiteX30420" y="connsiteY30420"/>
              </a:cxn>
              <a:cxn ang="0">
                <a:pos x="connsiteX30421" y="connsiteY30421"/>
              </a:cxn>
              <a:cxn ang="0">
                <a:pos x="connsiteX30422" y="connsiteY30422"/>
              </a:cxn>
              <a:cxn ang="0">
                <a:pos x="connsiteX30423" y="connsiteY30423"/>
              </a:cxn>
              <a:cxn ang="0">
                <a:pos x="connsiteX30424" y="connsiteY30424"/>
              </a:cxn>
              <a:cxn ang="0">
                <a:pos x="connsiteX30425" y="connsiteY30425"/>
              </a:cxn>
              <a:cxn ang="0">
                <a:pos x="connsiteX30426" y="connsiteY30426"/>
              </a:cxn>
              <a:cxn ang="0">
                <a:pos x="connsiteX30427" y="connsiteY30427"/>
              </a:cxn>
              <a:cxn ang="0">
                <a:pos x="connsiteX30428" y="connsiteY30428"/>
              </a:cxn>
              <a:cxn ang="0">
                <a:pos x="connsiteX30429" y="connsiteY30429"/>
              </a:cxn>
              <a:cxn ang="0">
                <a:pos x="connsiteX30430" y="connsiteY30430"/>
              </a:cxn>
              <a:cxn ang="0">
                <a:pos x="connsiteX30431" y="connsiteY30431"/>
              </a:cxn>
              <a:cxn ang="0">
                <a:pos x="connsiteX30432" y="connsiteY30432"/>
              </a:cxn>
              <a:cxn ang="0">
                <a:pos x="connsiteX30433" y="connsiteY30433"/>
              </a:cxn>
              <a:cxn ang="0">
                <a:pos x="connsiteX30434" y="connsiteY30434"/>
              </a:cxn>
              <a:cxn ang="0">
                <a:pos x="connsiteX30435" y="connsiteY30435"/>
              </a:cxn>
              <a:cxn ang="0">
                <a:pos x="connsiteX30436" y="connsiteY30436"/>
              </a:cxn>
              <a:cxn ang="0">
                <a:pos x="connsiteX30437" y="connsiteY30437"/>
              </a:cxn>
              <a:cxn ang="0">
                <a:pos x="connsiteX30438" y="connsiteY30438"/>
              </a:cxn>
              <a:cxn ang="0">
                <a:pos x="connsiteX30439" y="connsiteY30439"/>
              </a:cxn>
              <a:cxn ang="0">
                <a:pos x="connsiteX30440" y="connsiteY30440"/>
              </a:cxn>
              <a:cxn ang="0">
                <a:pos x="connsiteX30441" y="connsiteY30441"/>
              </a:cxn>
              <a:cxn ang="0">
                <a:pos x="connsiteX30442" y="connsiteY30442"/>
              </a:cxn>
              <a:cxn ang="0">
                <a:pos x="connsiteX30443" y="connsiteY30443"/>
              </a:cxn>
              <a:cxn ang="0">
                <a:pos x="connsiteX30444" y="connsiteY30444"/>
              </a:cxn>
              <a:cxn ang="0">
                <a:pos x="connsiteX30445" y="connsiteY30445"/>
              </a:cxn>
              <a:cxn ang="0">
                <a:pos x="connsiteX30446" y="connsiteY30446"/>
              </a:cxn>
              <a:cxn ang="0">
                <a:pos x="connsiteX30447" y="connsiteY30447"/>
              </a:cxn>
              <a:cxn ang="0">
                <a:pos x="connsiteX30448" y="connsiteY30448"/>
              </a:cxn>
              <a:cxn ang="0">
                <a:pos x="connsiteX30449" y="connsiteY30449"/>
              </a:cxn>
              <a:cxn ang="0">
                <a:pos x="connsiteX30450" y="connsiteY30450"/>
              </a:cxn>
              <a:cxn ang="0">
                <a:pos x="connsiteX30451" y="connsiteY30451"/>
              </a:cxn>
              <a:cxn ang="0">
                <a:pos x="connsiteX30452" y="connsiteY30452"/>
              </a:cxn>
              <a:cxn ang="0">
                <a:pos x="connsiteX30453" y="connsiteY30453"/>
              </a:cxn>
              <a:cxn ang="0">
                <a:pos x="connsiteX30454" y="connsiteY30454"/>
              </a:cxn>
              <a:cxn ang="0">
                <a:pos x="connsiteX30455" y="connsiteY30455"/>
              </a:cxn>
              <a:cxn ang="0">
                <a:pos x="connsiteX30456" y="connsiteY30456"/>
              </a:cxn>
              <a:cxn ang="0">
                <a:pos x="connsiteX30457" y="connsiteY30457"/>
              </a:cxn>
              <a:cxn ang="0">
                <a:pos x="connsiteX30458" y="connsiteY30458"/>
              </a:cxn>
              <a:cxn ang="0">
                <a:pos x="connsiteX30459" y="connsiteY30459"/>
              </a:cxn>
              <a:cxn ang="0">
                <a:pos x="connsiteX30460" y="connsiteY30460"/>
              </a:cxn>
              <a:cxn ang="0">
                <a:pos x="connsiteX30461" y="connsiteY30461"/>
              </a:cxn>
              <a:cxn ang="0">
                <a:pos x="connsiteX30462" y="connsiteY30462"/>
              </a:cxn>
              <a:cxn ang="0">
                <a:pos x="connsiteX30463" y="connsiteY30463"/>
              </a:cxn>
              <a:cxn ang="0">
                <a:pos x="connsiteX30464" y="connsiteY30464"/>
              </a:cxn>
              <a:cxn ang="0">
                <a:pos x="connsiteX30465" y="connsiteY30465"/>
              </a:cxn>
              <a:cxn ang="0">
                <a:pos x="connsiteX30466" y="connsiteY30466"/>
              </a:cxn>
              <a:cxn ang="0">
                <a:pos x="connsiteX30467" y="connsiteY30467"/>
              </a:cxn>
              <a:cxn ang="0">
                <a:pos x="connsiteX30468" y="connsiteY30468"/>
              </a:cxn>
              <a:cxn ang="0">
                <a:pos x="connsiteX30469" y="connsiteY30469"/>
              </a:cxn>
              <a:cxn ang="0">
                <a:pos x="connsiteX30470" y="connsiteY30470"/>
              </a:cxn>
              <a:cxn ang="0">
                <a:pos x="connsiteX30471" y="connsiteY30471"/>
              </a:cxn>
              <a:cxn ang="0">
                <a:pos x="connsiteX30472" y="connsiteY30472"/>
              </a:cxn>
              <a:cxn ang="0">
                <a:pos x="connsiteX30473" y="connsiteY30473"/>
              </a:cxn>
              <a:cxn ang="0">
                <a:pos x="connsiteX30474" y="connsiteY30474"/>
              </a:cxn>
              <a:cxn ang="0">
                <a:pos x="connsiteX30475" y="connsiteY30475"/>
              </a:cxn>
              <a:cxn ang="0">
                <a:pos x="connsiteX30476" y="connsiteY30476"/>
              </a:cxn>
              <a:cxn ang="0">
                <a:pos x="connsiteX30477" y="connsiteY30477"/>
              </a:cxn>
              <a:cxn ang="0">
                <a:pos x="connsiteX30478" y="connsiteY30478"/>
              </a:cxn>
              <a:cxn ang="0">
                <a:pos x="connsiteX30479" y="connsiteY30479"/>
              </a:cxn>
              <a:cxn ang="0">
                <a:pos x="connsiteX30480" y="connsiteY30480"/>
              </a:cxn>
              <a:cxn ang="0">
                <a:pos x="connsiteX30481" y="connsiteY30481"/>
              </a:cxn>
              <a:cxn ang="0">
                <a:pos x="connsiteX30482" y="connsiteY30482"/>
              </a:cxn>
              <a:cxn ang="0">
                <a:pos x="connsiteX30483" y="connsiteY30483"/>
              </a:cxn>
              <a:cxn ang="0">
                <a:pos x="connsiteX30484" y="connsiteY30484"/>
              </a:cxn>
              <a:cxn ang="0">
                <a:pos x="connsiteX30485" y="connsiteY30485"/>
              </a:cxn>
              <a:cxn ang="0">
                <a:pos x="connsiteX30486" y="connsiteY30486"/>
              </a:cxn>
              <a:cxn ang="0">
                <a:pos x="connsiteX30487" y="connsiteY30487"/>
              </a:cxn>
              <a:cxn ang="0">
                <a:pos x="connsiteX30488" y="connsiteY30488"/>
              </a:cxn>
              <a:cxn ang="0">
                <a:pos x="connsiteX30489" y="connsiteY30489"/>
              </a:cxn>
              <a:cxn ang="0">
                <a:pos x="connsiteX30490" y="connsiteY30490"/>
              </a:cxn>
              <a:cxn ang="0">
                <a:pos x="connsiteX30491" y="connsiteY30491"/>
              </a:cxn>
              <a:cxn ang="0">
                <a:pos x="connsiteX30492" y="connsiteY30492"/>
              </a:cxn>
              <a:cxn ang="0">
                <a:pos x="connsiteX30493" y="connsiteY30493"/>
              </a:cxn>
              <a:cxn ang="0">
                <a:pos x="connsiteX30494" y="connsiteY30494"/>
              </a:cxn>
              <a:cxn ang="0">
                <a:pos x="connsiteX30495" y="connsiteY30495"/>
              </a:cxn>
              <a:cxn ang="0">
                <a:pos x="connsiteX30496" y="connsiteY30496"/>
              </a:cxn>
              <a:cxn ang="0">
                <a:pos x="connsiteX30497" y="connsiteY30497"/>
              </a:cxn>
              <a:cxn ang="0">
                <a:pos x="connsiteX30498" y="connsiteY30498"/>
              </a:cxn>
              <a:cxn ang="0">
                <a:pos x="connsiteX30499" y="connsiteY30499"/>
              </a:cxn>
              <a:cxn ang="0">
                <a:pos x="connsiteX30500" y="connsiteY30500"/>
              </a:cxn>
              <a:cxn ang="0">
                <a:pos x="connsiteX30501" y="connsiteY30501"/>
              </a:cxn>
              <a:cxn ang="0">
                <a:pos x="connsiteX30502" y="connsiteY30502"/>
              </a:cxn>
              <a:cxn ang="0">
                <a:pos x="connsiteX30503" y="connsiteY30503"/>
              </a:cxn>
              <a:cxn ang="0">
                <a:pos x="connsiteX30504" y="connsiteY30504"/>
              </a:cxn>
              <a:cxn ang="0">
                <a:pos x="connsiteX30505" y="connsiteY30505"/>
              </a:cxn>
              <a:cxn ang="0">
                <a:pos x="connsiteX30506" y="connsiteY30506"/>
              </a:cxn>
              <a:cxn ang="0">
                <a:pos x="connsiteX30507" y="connsiteY30507"/>
              </a:cxn>
              <a:cxn ang="0">
                <a:pos x="connsiteX30508" y="connsiteY30508"/>
              </a:cxn>
              <a:cxn ang="0">
                <a:pos x="connsiteX30509" y="connsiteY30509"/>
              </a:cxn>
              <a:cxn ang="0">
                <a:pos x="connsiteX30510" y="connsiteY30510"/>
              </a:cxn>
              <a:cxn ang="0">
                <a:pos x="connsiteX30511" y="connsiteY30511"/>
              </a:cxn>
              <a:cxn ang="0">
                <a:pos x="connsiteX30512" y="connsiteY30512"/>
              </a:cxn>
              <a:cxn ang="0">
                <a:pos x="connsiteX30513" y="connsiteY30513"/>
              </a:cxn>
              <a:cxn ang="0">
                <a:pos x="connsiteX30514" y="connsiteY30514"/>
              </a:cxn>
              <a:cxn ang="0">
                <a:pos x="connsiteX30515" y="connsiteY30515"/>
              </a:cxn>
              <a:cxn ang="0">
                <a:pos x="connsiteX30516" y="connsiteY30516"/>
              </a:cxn>
              <a:cxn ang="0">
                <a:pos x="connsiteX30517" y="connsiteY30517"/>
              </a:cxn>
              <a:cxn ang="0">
                <a:pos x="connsiteX30518" y="connsiteY30518"/>
              </a:cxn>
              <a:cxn ang="0">
                <a:pos x="connsiteX30519" y="connsiteY30519"/>
              </a:cxn>
              <a:cxn ang="0">
                <a:pos x="connsiteX30520" y="connsiteY30520"/>
              </a:cxn>
              <a:cxn ang="0">
                <a:pos x="connsiteX30521" y="connsiteY30521"/>
              </a:cxn>
              <a:cxn ang="0">
                <a:pos x="connsiteX30522" y="connsiteY30522"/>
              </a:cxn>
              <a:cxn ang="0">
                <a:pos x="connsiteX30523" y="connsiteY30523"/>
              </a:cxn>
              <a:cxn ang="0">
                <a:pos x="connsiteX30524" y="connsiteY30524"/>
              </a:cxn>
              <a:cxn ang="0">
                <a:pos x="connsiteX30525" y="connsiteY30525"/>
              </a:cxn>
              <a:cxn ang="0">
                <a:pos x="connsiteX30526" y="connsiteY30526"/>
              </a:cxn>
              <a:cxn ang="0">
                <a:pos x="connsiteX30527" y="connsiteY30527"/>
              </a:cxn>
              <a:cxn ang="0">
                <a:pos x="connsiteX30528" y="connsiteY30528"/>
              </a:cxn>
              <a:cxn ang="0">
                <a:pos x="connsiteX30529" y="connsiteY30529"/>
              </a:cxn>
              <a:cxn ang="0">
                <a:pos x="connsiteX30530" y="connsiteY30530"/>
              </a:cxn>
              <a:cxn ang="0">
                <a:pos x="connsiteX30531" y="connsiteY30531"/>
              </a:cxn>
              <a:cxn ang="0">
                <a:pos x="connsiteX30532" y="connsiteY30532"/>
              </a:cxn>
              <a:cxn ang="0">
                <a:pos x="connsiteX30533" y="connsiteY30533"/>
              </a:cxn>
              <a:cxn ang="0">
                <a:pos x="connsiteX30534" y="connsiteY30534"/>
              </a:cxn>
              <a:cxn ang="0">
                <a:pos x="connsiteX30535" y="connsiteY30535"/>
              </a:cxn>
              <a:cxn ang="0">
                <a:pos x="connsiteX30536" y="connsiteY30536"/>
              </a:cxn>
              <a:cxn ang="0">
                <a:pos x="connsiteX30537" y="connsiteY30537"/>
              </a:cxn>
              <a:cxn ang="0">
                <a:pos x="connsiteX30538" y="connsiteY30538"/>
              </a:cxn>
              <a:cxn ang="0">
                <a:pos x="connsiteX30539" y="connsiteY30539"/>
              </a:cxn>
              <a:cxn ang="0">
                <a:pos x="connsiteX30540" y="connsiteY30540"/>
              </a:cxn>
              <a:cxn ang="0">
                <a:pos x="connsiteX30541" y="connsiteY30541"/>
              </a:cxn>
              <a:cxn ang="0">
                <a:pos x="connsiteX30542" y="connsiteY30542"/>
              </a:cxn>
              <a:cxn ang="0">
                <a:pos x="connsiteX30543" y="connsiteY30543"/>
              </a:cxn>
              <a:cxn ang="0">
                <a:pos x="connsiteX30544" y="connsiteY30544"/>
              </a:cxn>
              <a:cxn ang="0">
                <a:pos x="connsiteX30545" y="connsiteY30545"/>
              </a:cxn>
              <a:cxn ang="0">
                <a:pos x="connsiteX30546" y="connsiteY30546"/>
              </a:cxn>
              <a:cxn ang="0">
                <a:pos x="connsiteX30547" y="connsiteY30547"/>
              </a:cxn>
              <a:cxn ang="0">
                <a:pos x="connsiteX30548" y="connsiteY30548"/>
              </a:cxn>
              <a:cxn ang="0">
                <a:pos x="connsiteX30549" y="connsiteY30549"/>
              </a:cxn>
              <a:cxn ang="0">
                <a:pos x="connsiteX30550" y="connsiteY30550"/>
              </a:cxn>
              <a:cxn ang="0">
                <a:pos x="connsiteX30551" y="connsiteY30551"/>
              </a:cxn>
              <a:cxn ang="0">
                <a:pos x="connsiteX30552" y="connsiteY30552"/>
              </a:cxn>
              <a:cxn ang="0">
                <a:pos x="connsiteX30553" y="connsiteY30553"/>
              </a:cxn>
              <a:cxn ang="0">
                <a:pos x="connsiteX30554" y="connsiteY30554"/>
              </a:cxn>
              <a:cxn ang="0">
                <a:pos x="connsiteX30555" y="connsiteY30555"/>
              </a:cxn>
              <a:cxn ang="0">
                <a:pos x="connsiteX30556" y="connsiteY30556"/>
              </a:cxn>
              <a:cxn ang="0">
                <a:pos x="connsiteX30557" y="connsiteY30557"/>
              </a:cxn>
              <a:cxn ang="0">
                <a:pos x="connsiteX30558" y="connsiteY30558"/>
              </a:cxn>
              <a:cxn ang="0">
                <a:pos x="connsiteX30559" y="connsiteY30559"/>
              </a:cxn>
              <a:cxn ang="0">
                <a:pos x="connsiteX30560" y="connsiteY30560"/>
              </a:cxn>
              <a:cxn ang="0">
                <a:pos x="connsiteX30561" y="connsiteY30561"/>
              </a:cxn>
              <a:cxn ang="0">
                <a:pos x="connsiteX30562" y="connsiteY30562"/>
              </a:cxn>
              <a:cxn ang="0">
                <a:pos x="connsiteX30563" y="connsiteY30563"/>
              </a:cxn>
              <a:cxn ang="0">
                <a:pos x="connsiteX30564" y="connsiteY30564"/>
              </a:cxn>
              <a:cxn ang="0">
                <a:pos x="connsiteX30565" y="connsiteY30565"/>
              </a:cxn>
              <a:cxn ang="0">
                <a:pos x="connsiteX30566" y="connsiteY30566"/>
              </a:cxn>
              <a:cxn ang="0">
                <a:pos x="connsiteX30567" y="connsiteY30567"/>
              </a:cxn>
              <a:cxn ang="0">
                <a:pos x="connsiteX30568" y="connsiteY30568"/>
              </a:cxn>
              <a:cxn ang="0">
                <a:pos x="connsiteX30569" y="connsiteY30569"/>
              </a:cxn>
              <a:cxn ang="0">
                <a:pos x="connsiteX30570" y="connsiteY30570"/>
              </a:cxn>
              <a:cxn ang="0">
                <a:pos x="connsiteX30571" y="connsiteY30571"/>
              </a:cxn>
              <a:cxn ang="0">
                <a:pos x="connsiteX30572" y="connsiteY30572"/>
              </a:cxn>
              <a:cxn ang="0">
                <a:pos x="connsiteX30573" y="connsiteY30573"/>
              </a:cxn>
              <a:cxn ang="0">
                <a:pos x="connsiteX30574" y="connsiteY30574"/>
              </a:cxn>
              <a:cxn ang="0">
                <a:pos x="connsiteX30575" y="connsiteY30575"/>
              </a:cxn>
              <a:cxn ang="0">
                <a:pos x="connsiteX30576" y="connsiteY30576"/>
              </a:cxn>
              <a:cxn ang="0">
                <a:pos x="connsiteX30577" y="connsiteY30577"/>
              </a:cxn>
              <a:cxn ang="0">
                <a:pos x="connsiteX30578" y="connsiteY30578"/>
              </a:cxn>
              <a:cxn ang="0">
                <a:pos x="connsiteX30579" y="connsiteY30579"/>
              </a:cxn>
              <a:cxn ang="0">
                <a:pos x="connsiteX30580" y="connsiteY30580"/>
              </a:cxn>
              <a:cxn ang="0">
                <a:pos x="connsiteX30581" y="connsiteY30581"/>
              </a:cxn>
              <a:cxn ang="0">
                <a:pos x="connsiteX30582" y="connsiteY30582"/>
              </a:cxn>
              <a:cxn ang="0">
                <a:pos x="connsiteX30583" y="connsiteY30583"/>
              </a:cxn>
              <a:cxn ang="0">
                <a:pos x="connsiteX30584" y="connsiteY30584"/>
              </a:cxn>
              <a:cxn ang="0">
                <a:pos x="connsiteX30585" y="connsiteY30585"/>
              </a:cxn>
              <a:cxn ang="0">
                <a:pos x="connsiteX30586" y="connsiteY30586"/>
              </a:cxn>
              <a:cxn ang="0">
                <a:pos x="connsiteX30587" y="connsiteY30587"/>
              </a:cxn>
              <a:cxn ang="0">
                <a:pos x="connsiteX30588" y="connsiteY30588"/>
              </a:cxn>
              <a:cxn ang="0">
                <a:pos x="connsiteX30589" y="connsiteY30589"/>
              </a:cxn>
              <a:cxn ang="0">
                <a:pos x="connsiteX30590" y="connsiteY30590"/>
              </a:cxn>
              <a:cxn ang="0">
                <a:pos x="connsiteX30591" y="connsiteY30591"/>
              </a:cxn>
              <a:cxn ang="0">
                <a:pos x="connsiteX30592" y="connsiteY30592"/>
              </a:cxn>
              <a:cxn ang="0">
                <a:pos x="connsiteX30593" y="connsiteY30593"/>
              </a:cxn>
              <a:cxn ang="0">
                <a:pos x="connsiteX30594" y="connsiteY30594"/>
              </a:cxn>
              <a:cxn ang="0">
                <a:pos x="connsiteX30595" y="connsiteY30595"/>
              </a:cxn>
              <a:cxn ang="0">
                <a:pos x="connsiteX30596" y="connsiteY30596"/>
              </a:cxn>
              <a:cxn ang="0">
                <a:pos x="connsiteX30597" y="connsiteY30597"/>
              </a:cxn>
              <a:cxn ang="0">
                <a:pos x="connsiteX30598" y="connsiteY30598"/>
              </a:cxn>
              <a:cxn ang="0">
                <a:pos x="connsiteX30599" y="connsiteY30599"/>
              </a:cxn>
              <a:cxn ang="0">
                <a:pos x="connsiteX30600" y="connsiteY30600"/>
              </a:cxn>
              <a:cxn ang="0">
                <a:pos x="connsiteX30601" y="connsiteY30601"/>
              </a:cxn>
              <a:cxn ang="0">
                <a:pos x="connsiteX30602" y="connsiteY30602"/>
              </a:cxn>
              <a:cxn ang="0">
                <a:pos x="connsiteX30603" y="connsiteY30603"/>
              </a:cxn>
              <a:cxn ang="0">
                <a:pos x="connsiteX30604" y="connsiteY30604"/>
              </a:cxn>
              <a:cxn ang="0">
                <a:pos x="connsiteX30605" y="connsiteY30605"/>
              </a:cxn>
              <a:cxn ang="0">
                <a:pos x="connsiteX30606" y="connsiteY30606"/>
              </a:cxn>
              <a:cxn ang="0">
                <a:pos x="connsiteX30607" y="connsiteY30607"/>
              </a:cxn>
              <a:cxn ang="0">
                <a:pos x="connsiteX30608" y="connsiteY30608"/>
              </a:cxn>
              <a:cxn ang="0">
                <a:pos x="connsiteX30609" y="connsiteY30609"/>
              </a:cxn>
              <a:cxn ang="0">
                <a:pos x="connsiteX30610" y="connsiteY30610"/>
              </a:cxn>
              <a:cxn ang="0">
                <a:pos x="connsiteX30611" y="connsiteY30611"/>
              </a:cxn>
              <a:cxn ang="0">
                <a:pos x="connsiteX30612" y="connsiteY30612"/>
              </a:cxn>
              <a:cxn ang="0">
                <a:pos x="connsiteX30613" y="connsiteY30613"/>
              </a:cxn>
              <a:cxn ang="0">
                <a:pos x="connsiteX30614" y="connsiteY30614"/>
              </a:cxn>
              <a:cxn ang="0">
                <a:pos x="connsiteX30615" y="connsiteY30615"/>
              </a:cxn>
              <a:cxn ang="0">
                <a:pos x="connsiteX30616" y="connsiteY30616"/>
              </a:cxn>
              <a:cxn ang="0">
                <a:pos x="connsiteX30617" y="connsiteY30617"/>
              </a:cxn>
              <a:cxn ang="0">
                <a:pos x="connsiteX30618" y="connsiteY30618"/>
              </a:cxn>
              <a:cxn ang="0">
                <a:pos x="connsiteX30619" y="connsiteY30619"/>
              </a:cxn>
              <a:cxn ang="0">
                <a:pos x="connsiteX30620" y="connsiteY30620"/>
              </a:cxn>
              <a:cxn ang="0">
                <a:pos x="connsiteX30621" y="connsiteY30621"/>
              </a:cxn>
              <a:cxn ang="0">
                <a:pos x="connsiteX30622" y="connsiteY30622"/>
              </a:cxn>
              <a:cxn ang="0">
                <a:pos x="connsiteX30623" y="connsiteY30623"/>
              </a:cxn>
              <a:cxn ang="0">
                <a:pos x="connsiteX30624" y="connsiteY30624"/>
              </a:cxn>
              <a:cxn ang="0">
                <a:pos x="connsiteX30625" y="connsiteY30625"/>
              </a:cxn>
              <a:cxn ang="0">
                <a:pos x="connsiteX30626" y="connsiteY30626"/>
              </a:cxn>
              <a:cxn ang="0">
                <a:pos x="connsiteX30627" y="connsiteY30627"/>
              </a:cxn>
              <a:cxn ang="0">
                <a:pos x="connsiteX30628" y="connsiteY30628"/>
              </a:cxn>
              <a:cxn ang="0">
                <a:pos x="connsiteX30629" y="connsiteY30629"/>
              </a:cxn>
              <a:cxn ang="0">
                <a:pos x="connsiteX30630" y="connsiteY30630"/>
              </a:cxn>
              <a:cxn ang="0">
                <a:pos x="connsiteX30631" y="connsiteY30631"/>
              </a:cxn>
              <a:cxn ang="0">
                <a:pos x="connsiteX30632" y="connsiteY30632"/>
              </a:cxn>
              <a:cxn ang="0">
                <a:pos x="connsiteX30633" y="connsiteY30633"/>
              </a:cxn>
              <a:cxn ang="0">
                <a:pos x="connsiteX30634" y="connsiteY30634"/>
              </a:cxn>
              <a:cxn ang="0">
                <a:pos x="connsiteX30635" y="connsiteY30635"/>
              </a:cxn>
              <a:cxn ang="0">
                <a:pos x="connsiteX30636" y="connsiteY30636"/>
              </a:cxn>
              <a:cxn ang="0">
                <a:pos x="connsiteX30637" y="connsiteY30637"/>
              </a:cxn>
              <a:cxn ang="0">
                <a:pos x="connsiteX30638" y="connsiteY30638"/>
              </a:cxn>
              <a:cxn ang="0">
                <a:pos x="connsiteX30639" y="connsiteY30639"/>
              </a:cxn>
              <a:cxn ang="0">
                <a:pos x="connsiteX30640" y="connsiteY30640"/>
              </a:cxn>
              <a:cxn ang="0">
                <a:pos x="connsiteX30641" y="connsiteY30641"/>
              </a:cxn>
              <a:cxn ang="0">
                <a:pos x="connsiteX30642" y="connsiteY30642"/>
              </a:cxn>
              <a:cxn ang="0">
                <a:pos x="connsiteX30643" y="connsiteY30643"/>
              </a:cxn>
              <a:cxn ang="0">
                <a:pos x="connsiteX30644" y="connsiteY30644"/>
              </a:cxn>
              <a:cxn ang="0">
                <a:pos x="connsiteX30645" y="connsiteY30645"/>
              </a:cxn>
              <a:cxn ang="0">
                <a:pos x="connsiteX30646" y="connsiteY30646"/>
              </a:cxn>
              <a:cxn ang="0">
                <a:pos x="connsiteX30647" y="connsiteY30647"/>
              </a:cxn>
              <a:cxn ang="0">
                <a:pos x="connsiteX30648" y="connsiteY30648"/>
              </a:cxn>
              <a:cxn ang="0">
                <a:pos x="connsiteX30649" y="connsiteY30649"/>
              </a:cxn>
              <a:cxn ang="0">
                <a:pos x="connsiteX30650" y="connsiteY30650"/>
              </a:cxn>
              <a:cxn ang="0">
                <a:pos x="connsiteX30651" y="connsiteY30651"/>
              </a:cxn>
              <a:cxn ang="0">
                <a:pos x="connsiteX30652" y="connsiteY30652"/>
              </a:cxn>
              <a:cxn ang="0">
                <a:pos x="connsiteX30653" y="connsiteY30653"/>
              </a:cxn>
              <a:cxn ang="0">
                <a:pos x="connsiteX30654" y="connsiteY30654"/>
              </a:cxn>
              <a:cxn ang="0">
                <a:pos x="connsiteX30655" y="connsiteY30655"/>
              </a:cxn>
              <a:cxn ang="0">
                <a:pos x="connsiteX30656" y="connsiteY30656"/>
              </a:cxn>
              <a:cxn ang="0">
                <a:pos x="connsiteX30657" y="connsiteY30657"/>
              </a:cxn>
              <a:cxn ang="0">
                <a:pos x="connsiteX30658" y="connsiteY30658"/>
              </a:cxn>
              <a:cxn ang="0">
                <a:pos x="connsiteX30659" y="connsiteY30659"/>
              </a:cxn>
              <a:cxn ang="0">
                <a:pos x="connsiteX30660" y="connsiteY30660"/>
              </a:cxn>
              <a:cxn ang="0">
                <a:pos x="connsiteX30661" y="connsiteY30661"/>
              </a:cxn>
              <a:cxn ang="0">
                <a:pos x="connsiteX30662" y="connsiteY30662"/>
              </a:cxn>
              <a:cxn ang="0">
                <a:pos x="connsiteX30663" y="connsiteY30663"/>
              </a:cxn>
              <a:cxn ang="0">
                <a:pos x="connsiteX30664" y="connsiteY30664"/>
              </a:cxn>
              <a:cxn ang="0">
                <a:pos x="connsiteX30665" y="connsiteY30665"/>
              </a:cxn>
              <a:cxn ang="0">
                <a:pos x="connsiteX30666" y="connsiteY30666"/>
              </a:cxn>
              <a:cxn ang="0">
                <a:pos x="connsiteX30667" y="connsiteY30667"/>
              </a:cxn>
              <a:cxn ang="0">
                <a:pos x="connsiteX30668" y="connsiteY30668"/>
              </a:cxn>
              <a:cxn ang="0">
                <a:pos x="connsiteX30669" y="connsiteY30669"/>
              </a:cxn>
              <a:cxn ang="0">
                <a:pos x="connsiteX30670" y="connsiteY30670"/>
              </a:cxn>
              <a:cxn ang="0">
                <a:pos x="connsiteX30671" y="connsiteY30671"/>
              </a:cxn>
              <a:cxn ang="0">
                <a:pos x="connsiteX30672" y="connsiteY30672"/>
              </a:cxn>
              <a:cxn ang="0">
                <a:pos x="connsiteX30673" y="connsiteY30673"/>
              </a:cxn>
              <a:cxn ang="0">
                <a:pos x="connsiteX30674" y="connsiteY30674"/>
              </a:cxn>
              <a:cxn ang="0">
                <a:pos x="connsiteX30675" y="connsiteY30675"/>
              </a:cxn>
              <a:cxn ang="0">
                <a:pos x="connsiteX30676" y="connsiteY30676"/>
              </a:cxn>
              <a:cxn ang="0">
                <a:pos x="connsiteX30677" y="connsiteY30677"/>
              </a:cxn>
              <a:cxn ang="0">
                <a:pos x="connsiteX30678" y="connsiteY30678"/>
              </a:cxn>
              <a:cxn ang="0">
                <a:pos x="connsiteX30679" y="connsiteY30679"/>
              </a:cxn>
              <a:cxn ang="0">
                <a:pos x="connsiteX30680" y="connsiteY30680"/>
              </a:cxn>
              <a:cxn ang="0">
                <a:pos x="connsiteX30681" y="connsiteY30681"/>
              </a:cxn>
              <a:cxn ang="0">
                <a:pos x="connsiteX30682" y="connsiteY30682"/>
              </a:cxn>
              <a:cxn ang="0">
                <a:pos x="connsiteX30683" y="connsiteY30683"/>
              </a:cxn>
              <a:cxn ang="0">
                <a:pos x="connsiteX30684" y="connsiteY30684"/>
              </a:cxn>
              <a:cxn ang="0">
                <a:pos x="connsiteX30685" y="connsiteY30685"/>
              </a:cxn>
              <a:cxn ang="0">
                <a:pos x="connsiteX30686" y="connsiteY30686"/>
              </a:cxn>
              <a:cxn ang="0">
                <a:pos x="connsiteX30687" y="connsiteY30687"/>
              </a:cxn>
              <a:cxn ang="0">
                <a:pos x="connsiteX30688" y="connsiteY30688"/>
              </a:cxn>
              <a:cxn ang="0">
                <a:pos x="connsiteX30689" y="connsiteY30689"/>
              </a:cxn>
              <a:cxn ang="0">
                <a:pos x="connsiteX30690" y="connsiteY30690"/>
              </a:cxn>
              <a:cxn ang="0">
                <a:pos x="connsiteX30691" y="connsiteY30691"/>
              </a:cxn>
              <a:cxn ang="0">
                <a:pos x="connsiteX30692" y="connsiteY30692"/>
              </a:cxn>
              <a:cxn ang="0">
                <a:pos x="connsiteX30693" y="connsiteY30693"/>
              </a:cxn>
              <a:cxn ang="0">
                <a:pos x="connsiteX30694" y="connsiteY30694"/>
              </a:cxn>
              <a:cxn ang="0">
                <a:pos x="connsiteX30695" y="connsiteY30695"/>
              </a:cxn>
              <a:cxn ang="0">
                <a:pos x="connsiteX30696" y="connsiteY30696"/>
              </a:cxn>
              <a:cxn ang="0">
                <a:pos x="connsiteX30697" y="connsiteY30697"/>
              </a:cxn>
              <a:cxn ang="0">
                <a:pos x="connsiteX30698" y="connsiteY30698"/>
              </a:cxn>
              <a:cxn ang="0">
                <a:pos x="connsiteX30699" y="connsiteY30699"/>
              </a:cxn>
              <a:cxn ang="0">
                <a:pos x="connsiteX30700" y="connsiteY30700"/>
              </a:cxn>
              <a:cxn ang="0">
                <a:pos x="connsiteX30701" y="connsiteY30701"/>
              </a:cxn>
              <a:cxn ang="0">
                <a:pos x="connsiteX30702" y="connsiteY30702"/>
              </a:cxn>
              <a:cxn ang="0">
                <a:pos x="connsiteX30703" y="connsiteY30703"/>
              </a:cxn>
              <a:cxn ang="0">
                <a:pos x="connsiteX30704" y="connsiteY30704"/>
              </a:cxn>
              <a:cxn ang="0">
                <a:pos x="connsiteX30705" y="connsiteY30705"/>
              </a:cxn>
              <a:cxn ang="0">
                <a:pos x="connsiteX30706" y="connsiteY30706"/>
              </a:cxn>
              <a:cxn ang="0">
                <a:pos x="connsiteX30707" y="connsiteY30707"/>
              </a:cxn>
              <a:cxn ang="0">
                <a:pos x="connsiteX30708" y="connsiteY30708"/>
              </a:cxn>
              <a:cxn ang="0">
                <a:pos x="connsiteX30709" y="connsiteY30709"/>
              </a:cxn>
              <a:cxn ang="0">
                <a:pos x="connsiteX30710" y="connsiteY30710"/>
              </a:cxn>
              <a:cxn ang="0">
                <a:pos x="connsiteX30711" y="connsiteY30711"/>
              </a:cxn>
              <a:cxn ang="0">
                <a:pos x="connsiteX30712" y="connsiteY30712"/>
              </a:cxn>
              <a:cxn ang="0">
                <a:pos x="connsiteX30713" y="connsiteY30713"/>
              </a:cxn>
              <a:cxn ang="0">
                <a:pos x="connsiteX30714" y="connsiteY30714"/>
              </a:cxn>
              <a:cxn ang="0">
                <a:pos x="connsiteX30715" y="connsiteY30715"/>
              </a:cxn>
              <a:cxn ang="0">
                <a:pos x="connsiteX30716" y="connsiteY30716"/>
              </a:cxn>
              <a:cxn ang="0">
                <a:pos x="connsiteX30717" y="connsiteY30717"/>
              </a:cxn>
              <a:cxn ang="0">
                <a:pos x="connsiteX30718" y="connsiteY30718"/>
              </a:cxn>
              <a:cxn ang="0">
                <a:pos x="connsiteX30719" y="connsiteY30719"/>
              </a:cxn>
              <a:cxn ang="0">
                <a:pos x="connsiteX30720" y="connsiteY30720"/>
              </a:cxn>
              <a:cxn ang="0">
                <a:pos x="connsiteX30721" y="connsiteY30721"/>
              </a:cxn>
              <a:cxn ang="0">
                <a:pos x="connsiteX30722" y="connsiteY30722"/>
              </a:cxn>
              <a:cxn ang="0">
                <a:pos x="connsiteX30723" y="connsiteY30723"/>
              </a:cxn>
              <a:cxn ang="0">
                <a:pos x="connsiteX30724" y="connsiteY30724"/>
              </a:cxn>
              <a:cxn ang="0">
                <a:pos x="connsiteX30725" y="connsiteY30725"/>
              </a:cxn>
              <a:cxn ang="0">
                <a:pos x="connsiteX30726" y="connsiteY30726"/>
              </a:cxn>
              <a:cxn ang="0">
                <a:pos x="connsiteX30727" y="connsiteY30727"/>
              </a:cxn>
              <a:cxn ang="0">
                <a:pos x="connsiteX30728" y="connsiteY30728"/>
              </a:cxn>
              <a:cxn ang="0">
                <a:pos x="connsiteX30729" y="connsiteY30729"/>
              </a:cxn>
              <a:cxn ang="0">
                <a:pos x="connsiteX30730" y="connsiteY30730"/>
              </a:cxn>
              <a:cxn ang="0">
                <a:pos x="connsiteX30731" y="connsiteY30731"/>
              </a:cxn>
              <a:cxn ang="0">
                <a:pos x="connsiteX30732" y="connsiteY30732"/>
              </a:cxn>
              <a:cxn ang="0">
                <a:pos x="connsiteX30733" y="connsiteY30733"/>
              </a:cxn>
              <a:cxn ang="0">
                <a:pos x="connsiteX30734" y="connsiteY30734"/>
              </a:cxn>
              <a:cxn ang="0">
                <a:pos x="connsiteX30735" y="connsiteY30735"/>
              </a:cxn>
              <a:cxn ang="0">
                <a:pos x="connsiteX30736" y="connsiteY30736"/>
              </a:cxn>
              <a:cxn ang="0">
                <a:pos x="connsiteX30737" y="connsiteY30737"/>
              </a:cxn>
              <a:cxn ang="0">
                <a:pos x="connsiteX30738" y="connsiteY30738"/>
              </a:cxn>
              <a:cxn ang="0">
                <a:pos x="connsiteX30739" y="connsiteY30739"/>
              </a:cxn>
              <a:cxn ang="0">
                <a:pos x="connsiteX30740" y="connsiteY30740"/>
              </a:cxn>
              <a:cxn ang="0">
                <a:pos x="connsiteX30741" y="connsiteY30741"/>
              </a:cxn>
              <a:cxn ang="0">
                <a:pos x="connsiteX30742" y="connsiteY30742"/>
              </a:cxn>
              <a:cxn ang="0">
                <a:pos x="connsiteX30743" y="connsiteY30743"/>
              </a:cxn>
              <a:cxn ang="0">
                <a:pos x="connsiteX30744" y="connsiteY30744"/>
              </a:cxn>
              <a:cxn ang="0">
                <a:pos x="connsiteX30745" y="connsiteY30745"/>
              </a:cxn>
              <a:cxn ang="0">
                <a:pos x="connsiteX30746" y="connsiteY30746"/>
              </a:cxn>
              <a:cxn ang="0">
                <a:pos x="connsiteX30747" y="connsiteY30747"/>
              </a:cxn>
              <a:cxn ang="0">
                <a:pos x="connsiteX30748" y="connsiteY30748"/>
              </a:cxn>
              <a:cxn ang="0">
                <a:pos x="connsiteX30749" y="connsiteY30749"/>
              </a:cxn>
              <a:cxn ang="0">
                <a:pos x="connsiteX30750" y="connsiteY30750"/>
              </a:cxn>
              <a:cxn ang="0">
                <a:pos x="connsiteX30751" y="connsiteY30751"/>
              </a:cxn>
              <a:cxn ang="0">
                <a:pos x="connsiteX30752" y="connsiteY30752"/>
              </a:cxn>
              <a:cxn ang="0">
                <a:pos x="connsiteX30753" y="connsiteY30753"/>
              </a:cxn>
              <a:cxn ang="0">
                <a:pos x="connsiteX30754" y="connsiteY30754"/>
              </a:cxn>
              <a:cxn ang="0">
                <a:pos x="connsiteX30755" y="connsiteY30755"/>
              </a:cxn>
              <a:cxn ang="0">
                <a:pos x="connsiteX30756" y="connsiteY30756"/>
              </a:cxn>
              <a:cxn ang="0">
                <a:pos x="connsiteX30757" y="connsiteY30757"/>
              </a:cxn>
              <a:cxn ang="0">
                <a:pos x="connsiteX30758" y="connsiteY30758"/>
              </a:cxn>
              <a:cxn ang="0">
                <a:pos x="connsiteX30759" y="connsiteY30759"/>
              </a:cxn>
              <a:cxn ang="0">
                <a:pos x="connsiteX30760" y="connsiteY30760"/>
              </a:cxn>
              <a:cxn ang="0">
                <a:pos x="connsiteX30761" y="connsiteY30761"/>
              </a:cxn>
              <a:cxn ang="0">
                <a:pos x="connsiteX30762" y="connsiteY30762"/>
              </a:cxn>
              <a:cxn ang="0">
                <a:pos x="connsiteX30763" y="connsiteY30763"/>
              </a:cxn>
              <a:cxn ang="0">
                <a:pos x="connsiteX30764" y="connsiteY30764"/>
              </a:cxn>
              <a:cxn ang="0">
                <a:pos x="connsiteX30765" y="connsiteY30765"/>
              </a:cxn>
              <a:cxn ang="0">
                <a:pos x="connsiteX30766" y="connsiteY30766"/>
              </a:cxn>
              <a:cxn ang="0">
                <a:pos x="connsiteX30767" y="connsiteY30767"/>
              </a:cxn>
              <a:cxn ang="0">
                <a:pos x="connsiteX30768" y="connsiteY30768"/>
              </a:cxn>
              <a:cxn ang="0">
                <a:pos x="connsiteX30769" y="connsiteY30769"/>
              </a:cxn>
              <a:cxn ang="0">
                <a:pos x="connsiteX30770" y="connsiteY30770"/>
              </a:cxn>
              <a:cxn ang="0">
                <a:pos x="connsiteX30771" y="connsiteY30771"/>
              </a:cxn>
              <a:cxn ang="0">
                <a:pos x="connsiteX30772" y="connsiteY30772"/>
              </a:cxn>
              <a:cxn ang="0">
                <a:pos x="connsiteX30773" y="connsiteY30773"/>
              </a:cxn>
              <a:cxn ang="0">
                <a:pos x="connsiteX30774" y="connsiteY30774"/>
              </a:cxn>
              <a:cxn ang="0">
                <a:pos x="connsiteX30775" y="connsiteY30775"/>
              </a:cxn>
              <a:cxn ang="0">
                <a:pos x="connsiteX30776" y="connsiteY30776"/>
              </a:cxn>
              <a:cxn ang="0">
                <a:pos x="connsiteX30777" y="connsiteY30777"/>
              </a:cxn>
              <a:cxn ang="0">
                <a:pos x="connsiteX30778" y="connsiteY30778"/>
              </a:cxn>
              <a:cxn ang="0">
                <a:pos x="connsiteX30779" y="connsiteY30779"/>
              </a:cxn>
              <a:cxn ang="0">
                <a:pos x="connsiteX30780" y="connsiteY30780"/>
              </a:cxn>
              <a:cxn ang="0">
                <a:pos x="connsiteX30781" y="connsiteY30781"/>
              </a:cxn>
              <a:cxn ang="0">
                <a:pos x="connsiteX30782" y="connsiteY30782"/>
              </a:cxn>
              <a:cxn ang="0">
                <a:pos x="connsiteX30783" y="connsiteY30783"/>
              </a:cxn>
              <a:cxn ang="0">
                <a:pos x="connsiteX30784" y="connsiteY30784"/>
              </a:cxn>
              <a:cxn ang="0">
                <a:pos x="connsiteX30785" y="connsiteY30785"/>
              </a:cxn>
              <a:cxn ang="0">
                <a:pos x="connsiteX30786" y="connsiteY30786"/>
              </a:cxn>
              <a:cxn ang="0">
                <a:pos x="connsiteX30787" y="connsiteY30787"/>
              </a:cxn>
              <a:cxn ang="0">
                <a:pos x="connsiteX30788" y="connsiteY30788"/>
              </a:cxn>
              <a:cxn ang="0">
                <a:pos x="connsiteX30789" y="connsiteY30789"/>
              </a:cxn>
              <a:cxn ang="0">
                <a:pos x="connsiteX30790" y="connsiteY30790"/>
              </a:cxn>
              <a:cxn ang="0">
                <a:pos x="connsiteX30791" y="connsiteY30791"/>
              </a:cxn>
              <a:cxn ang="0">
                <a:pos x="connsiteX30792" y="connsiteY30792"/>
              </a:cxn>
              <a:cxn ang="0">
                <a:pos x="connsiteX30793" y="connsiteY30793"/>
              </a:cxn>
              <a:cxn ang="0">
                <a:pos x="connsiteX30794" y="connsiteY30794"/>
              </a:cxn>
              <a:cxn ang="0">
                <a:pos x="connsiteX30795" y="connsiteY30795"/>
              </a:cxn>
              <a:cxn ang="0">
                <a:pos x="connsiteX30796" y="connsiteY30796"/>
              </a:cxn>
              <a:cxn ang="0">
                <a:pos x="connsiteX30797" y="connsiteY30797"/>
              </a:cxn>
              <a:cxn ang="0">
                <a:pos x="connsiteX30798" y="connsiteY30798"/>
              </a:cxn>
              <a:cxn ang="0">
                <a:pos x="connsiteX30799" y="connsiteY30799"/>
              </a:cxn>
              <a:cxn ang="0">
                <a:pos x="connsiteX30800" y="connsiteY30800"/>
              </a:cxn>
              <a:cxn ang="0">
                <a:pos x="connsiteX30801" y="connsiteY30801"/>
              </a:cxn>
              <a:cxn ang="0">
                <a:pos x="connsiteX30802" y="connsiteY30802"/>
              </a:cxn>
              <a:cxn ang="0">
                <a:pos x="connsiteX30803" y="connsiteY30803"/>
              </a:cxn>
              <a:cxn ang="0">
                <a:pos x="connsiteX30804" y="connsiteY30804"/>
              </a:cxn>
              <a:cxn ang="0">
                <a:pos x="connsiteX30805" y="connsiteY30805"/>
              </a:cxn>
              <a:cxn ang="0">
                <a:pos x="connsiteX30806" y="connsiteY30806"/>
              </a:cxn>
              <a:cxn ang="0">
                <a:pos x="connsiteX30807" y="connsiteY30807"/>
              </a:cxn>
              <a:cxn ang="0">
                <a:pos x="connsiteX30808" y="connsiteY30808"/>
              </a:cxn>
              <a:cxn ang="0">
                <a:pos x="connsiteX30809" y="connsiteY30809"/>
              </a:cxn>
              <a:cxn ang="0">
                <a:pos x="connsiteX30810" y="connsiteY30810"/>
              </a:cxn>
              <a:cxn ang="0">
                <a:pos x="connsiteX30811" y="connsiteY30811"/>
              </a:cxn>
              <a:cxn ang="0">
                <a:pos x="connsiteX30812" y="connsiteY30812"/>
              </a:cxn>
              <a:cxn ang="0">
                <a:pos x="connsiteX30813" y="connsiteY30813"/>
              </a:cxn>
              <a:cxn ang="0">
                <a:pos x="connsiteX30814" y="connsiteY30814"/>
              </a:cxn>
              <a:cxn ang="0">
                <a:pos x="connsiteX30815" y="connsiteY30815"/>
              </a:cxn>
              <a:cxn ang="0">
                <a:pos x="connsiteX30816" y="connsiteY30816"/>
              </a:cxn>
              <a:cxn ang="0">
                <a:pos x="connsiteX30817" y="connsiteY30817"/>
              </a:cxn>
              <a:cxn ang="0">
                <a:pos x="connsiteX30818" y="connsiteY30818"/>
              </a:cxn>
              <a:cxn ang="0">
                <a:pos x="connsiteX30819" y="connsiteY30819"/>
              </a:cxn>
              <a:cxn ang="0">
                <a:pos x="connsiteX30820" y="connsiteY30820"/>
              </a:cxn>
              <a:cxn ang="0">
                <a:pos x="connsiteX30821" y="connsiteY30821"/>
              </a:cxn>
              <a:cxn ang="0">
                <a:pos x="connsiteX30822" y="connsiteY30822"/>
              </a:cxn>
              <a:cxn ang="0">
                <a:pos x="connsiteX30823" y="connsiteY30823"/>
              </a:cxn>
              <a:cxn ang="0">
                <a:pos x="connsiteX30824" y="connsiteY30824"/>
              </a:cxn>
              <a:cxn ang="0">
                <a:pos x="connsiteX30825" y="connsiteY30825"/>
              </a:cxn>
              <a:cxn ang="0">
                <a:pos x="connsiteX30826" y="connsiteY30826"/>
              </a:cxn>
              <a:cxn ang="0">
                <a:pos x="connsiteX30827" y="connsiteY30827"/>
              </a:cxn>
              <a:cxn ang="0">
                <a:pos x="connsiteX30828" y="connsiteY30828"/>
              </a:cxn>
              <a:cxn ang="0">
                <a:pos x="connsiteX30829" y="connsiteY30829"/>
              </a:cxn>
              <a:cxn ang="0">
                <a:pos x="connsiteX30830" y="connsiteY30830"/>
              </a:cxn>
              <a:cxn ang="0">
                <a:pos x="connsiteX30831" y="connsiteY30831"/>
              </a:cxn>
              <a:cxn ang="0">
                <a:pos x="connsiteX30832" y="connsiteY30832"/>
              </a:cxn>
              <a:cxn ang="0">
                <a:pos x="connsiteX30833" y="connsiteY30833"/>
              </a:cxn>
              <a:cxn ang="0">
                <a:pos x="connsiteX30834" y="connsiteY30834"/>
              </a:cxn>
              <a:cxn ang="0">
                <a:pos x="connsiteX30835" y="connsiteY30835"/>
              </a:cxn>
              <a:cxn ang="0">
                <a:pos x="connsiteX30836" y="connsiteY30836"/>
              </a:cxn>
              <a:cxn ang="0">
                <a:pos x="connsiteX30837" y="connsiteY30837"/>
              </a:cxn>
              <a:cxn ang="0">
                <a:pos x="connsiteX30838" y="connsiteY30838"/>
              </a:cxn>
              <a:cxn ang="0">
                <a:pos x="connsiteX30839" y="connsiteY30839"/>
              </a:cxn>
              <a:cxn ang="0">
                <a:pos x="connsiteX30840" y="connsiteY30840"/>
              </a:cxn>
              <a:cxn ang="0">
                <a:pos x="connsiteX30841" y="connsiteY30841"/>
              </a:cxn>
              <a:cxn ang="0">
                <a:pos x="connsiteX30842" y="connsiteY30842"/>
              </a:cxn>
              <a:cxn ang="0">
                <a:pos x="connsiteX30843" y="connsiteY30843"/>
              </a:cxn>
              <a:cxn ang="0">
                <a:pos x="connsiteX30844" y="connsiteY30844"/>
              </a:cxn>
              <a:cxn ang="0">
                <a:pos x="connsiteX30845" y="connsiteY30845"/>
              </a:cxn>
              <a:cxn ang="0">
                <a:pos x="connsiteX30846" y="connsiteY30846"/>
              </a:cxn>
              <a:cxn ang="0">
                <a:pos x="connsiteX30847" y="connsiteY30847"/>
              </a:cxn>
              <a:cxn ang="0">
                <a:pos x="connsiteX30848" y="connsiteY30848"/>
              </a:cxn>
              <a:cxn ang="0">
                <a:pos x="connsiteX30849" y="connsiteY30849"/>
              </a:cxn>
              <a:cxn ang="0">
                <a:pos x="connsiteX30850" y="connsiteY30850"/>
              </a:cxn>
              <a:cxn ang="0">
                <a:pos x="connsiteX30851" y="connsiteY30851"/>
              </a:cxn>
              <a:cxn ang="0">
                <a:pos x="connsiteX30852" y="connsiteY30852"/>
              </a:cxn>
              <a:cxn ang="0">
                <a:pos x="connsiteX30853" y="connsiteY30853"/>
              </a:cxn>
              <a:cxn ang="0">
                <a:pos x="connsiteX30854" y="connsiteY30854"/>
              </a:cxn>
              <a:cxn ang="0">
                <a:pos x="connsiteX30855" y="connsiteY30855"/>
              </a:cxn>
              <a:cxn ang="0">
                <a:pos x="connsiteX30856" y="connsiteY30856"/>
              </a:cxn>
              <a:cxn ang="0">
                <a:pos x="connsiteX30857" y="connsiteY30857"/>
              </a:cxn>
              <a:cxn ang="0">
                <a:pos x="connsiteX30858" y="connsiteY30858"/>
              </a:cxn>
              <a:cxn ang="0">
                <a:pos x="connsiteX30859" y="connsiteY30859"/>
              </a:cxn>
              <a:cxn ang="0">
                <a:pos x="connsiteX30860" y="connsiteY30860"/>
              </a:cxn>
              <a:cxn ang="0">
                <a:pos x="connsiteX30861" y="connsiteY30861"/>
              </a:cxn>
              <a:cxn ang="0">
                <a:pos x="connsiteX30862" y="connsiteY30862"/>
              </a:cxn>
              <a:cxn ang="0">
                <a:pos x="connsiteX30863" y="connsiteY30863"/>
              </a:cxn>
              <a:cxn ang="0">
                <a:pos x="connsiteX30864" y="connsiteY30864"/>
              </a:cxn>
              <a:cxn ang="0">
                <a:pos x="connsiteX30865" y="connsiteY30865"/>
              </a:cxn>
              <a:cxn ang="0">
                <a:pos x="connsiteX30866" y="connsiteY30866"/>
              </a:cxn>
              <a:cxn ang="0">
                <a:pos x="connsiteX30867" y="connsiteY30867"/>
              </a:cxn>
              <a:cxn ang="0">
                <a:pos x="connsiteX30868" y="connsiteY30868"/>
              </a:cxn>
              <a:cxn ang="0">
                <a:pos x="connsiteX30869" y="connsiteY30869"/>
              </a:cxn>
              <a:cxn ang="0">
                <a:pos x="connsiteX30870" y="connsiteY30870"/>
              </a:cxn>
              <a:cxn ang="0">
                <a:pos x="connsiteX30871" y="connsiteY30871"/>
              </a:cxn>
              <a:cxn ang="0">
                <a:pos x="connsiteX30872" y="connsiteY30872"/>
              </a:cxn>
              <a:cxn ang="0">
                <a:pos x="connsiteX30873" y="connsiteY30873"/>
              </a:cxn>
              <a:cxn ang="0">
                <a:pos x="connsiteX30874" y="connsiteY30874"/>
              </a:cxn>
              <a:cxn ang="0">
                <a:pos x="connsiteX30875" y="connsiteY30875"/>
              </a:cxn>
              <a:cxn ang="0">
                <a:pos x="connsiteX30876" y="connsiteY30876"/>
              </a:cxn>
              <a:cxn ang="0">
                <a:pos x="connsiteX30877" y="connsiteY30877"/>
              </a:cxn>
              <a:cxn ang="0">
                <a:pos x="connsiteX30878" y="connsiteY30878"/>
              </a:cxn>
              <a:cxn ang="0">
                <a:pos x="connsiteX30879" y="connsiteY30879"/>
              </a:cxn>
              <a:cxn ang="0">
                <a:pos x="connsiteX30880" y="connsiteY30880"/>
              </a:cxn>
              <a:cxn ang="0">
                <a:pos x="connsiteX30881" y="connsiteY30881"/>
              </a:cxn>
              <a:cxn ang="0">
                <a:pos x="connsiteX30882" y="connsiteY30882"/>
              </a:cxn>
              <a:cxn ang="0">
                <a:pos x="connsiteX30883" y="connsiteY30883"/>
              </a:cxn>
              <a:cxn ang="0">
                <a:pos x="connsiteX30884" y="connsiteY30884"/>
              </a:cxn>
              <a:cxn ang="0">
                <a:pos x="connsiteX30885" y="connsiteY30885"/>
              </a:cxn>
              <a:cxn ang="0">
                <a:pos x="connsiteX30886" y="connsiteY30886"/>
              </a:cxn>
              <a:cxn ang="0">
                <a:pos x="connsiteX30887" y="connsiteY30887"/>
              </a:cxn>
              <a:cxn ang="0">
                <a:pos x="connsiteX30888" y="connsiteY30888"/>
              </a:cxn>
              <a:cxn ang="0">
                <a:pos x="connsiteX30889" y="connsiteY30889"/>
              </a:cxn>
              <a:cxn ang="0">
                <a:pos x="connsiteX30890" y="connsiteY30890"/>
              </a:cxn>
              <a:cxn ang="0">
                <a:pos x="connsiteX30891" y="connsiteY30891"/>
              </a:cxn>
              <a:cxn ang="0">
                <a:pos x="connsiteX30892" y="connsiteY30892"/>
              </a:cxn>
              <a:cxn ang="0">
                <a:pos x="connsiteX30893" y="connsiteY30893"/>
              </a:cxn>
              <a:cxn ang="0">
                <a:pos x="connsiteX30894" y="connsiteY30894"/>
              </a:cxn>
              <a:cxn ang="0">
                <a:pos x="connsiteX30895" y="connsiteY30895"/>
              </a:cxn>
              <a:cxn ang="0">
                <a:pos x="connsiteX30896" y="connsiteY30896"/>
              </a:cxn>
              <a:cxn ang="0">
                <a:pos x="connsiteX30897" y="connsiteY30897"/>
              </a:cxn>
              <a:cxn ang="0">
                <a:pos x="connsiteX30898" y="connsiteY30898"/>
              </a:cxn>
              <a:cxn ang="0">
                <a:pos x="connsiteX30899" y="connsiteY30899"/>
              </a:cxn>
              <a:cxn ang="0">
                <a:pos x="connsiteX30900" y="connsiteY30900"/>
              </a:cxn>
              <a:cxn ang="0">
                <a:pos x="connsiteX30901" y="connsiteY30901"/>
              </a:cxn>
              <a:cxn ang="0">
                <a:pos x="connsiteX30902" y="connsiteY30902"/>
              </a:cxn>
              <a:cxn ang="0">
                <a:pos x="connsiteX30903" y="connsiteY30903"/>
              </a:cxn>
              <a:cxn ang="0">
                <a:pos x="connsiteX30904" y="connsiteY30904"/>
              </a:cxn>
              <a:cxn ang="0">
                <a:pos x="connsiteX30905" y="connsiteY30905"/>
              </a:cxn>
              <a:cxn ang="0">
                <a:pos x="connsiteX30906" y="connsiteY30906"/>
              </a:cxn>
              <a:cxn ang="0">
                <a:pos x="connsiteX30907" y="connsiteY30907"/>
              </a:cxn>
              <a:cxn ang="0">
                <a:pos x="connsiteX30908" y="connsiteY30908"/>
              </a:cxn>
              <a:cxn ang="0">
                <a:pos x="connsiteX30909" y="connsiteY30909"/>
              </a:cxn>
              <a:cxn ang="0">
                <a:pos x="connsiteX30910" y="connsiteY30910"/>
              </a:cxn>
              <a:cxn ang="0">
                <a:pos x="connsiteX30911" y="connsiteY30911"/>
              </a:cxn>
              <a:cxn ang="0">
                <a:pos x="connsiteX30912" y="connsiteY30912"/>
              </a:cxn>
              <a:cxn ang="0">
                <a:pos x="connsiteX30913" y="connsiteY30913"/>
              </a:cxn>
              <a:cxn ang="0">
                <a:pos x="connsiteX30914" y="connsiteY30914"/>
              </a:cxn>
              <a:cxn ang="0">
                <a:pos x="connsiteX30915" y="connsiteY30915"/>
              </a:cxn>
              <a:cxn ang="0">
                <a:pos x="connsiteX30916" y="connsiteY30916"/>
              </a:cxn>
              <a:cxn ang="0">
                <a:pos x="connsiteX30917" y="connsiteY30917"/>
              </a:cxn>
              <a:cxn ang="0">
                <a:pos x="connsiteX30918" y="connsiteY30918"/>
              </a:cxn>
              <a:cxn ang="0">
                <a:pos x="connsiteX30919" y="connsiteY30919"/>
              </a:cxn>
              <a:cxn ang="0">
                <a:pos x="connsiteX30920" y="connsiteY30920"/>
              </a:cxn>
              <a:cxn ang="0">
                <a:pos x="connsiteX30921" y="connsiteY30921"/>
              </a:cxn>
              <a:cxn ang="0">
                <a:pos x="connsiteX30922" y="connsiteY30922"/>
              </a:cxn>
              <a:cxn ang="0">
                <a:pos x="connsiteX30923" y="connsiteY30923"/>
              </a:cxn>
              <a:cxn ang="0">
                <a:pos x="connsiteX30924" y="connsiteY30924"/>
              </a:cxn>
              <a:cxn ang="0">
                <a:pos x="connsiteX30925" y="connsiteY30925"/>
              </a:cxn>
              <a:cxn ang="0">
                <a:pos x="connsiteX30926" y="connsiteY30926"/>
              </a:cxn>
              <a:cxn ang="0">
                <a:pos x="connsiteX30927" y="connsiteY30927"/>
              </a:cxn>
              <a:cxn ang="0">
                <a:pos x="connsiteX30928" y="connsiteY30928"/>
              </a:cxn>
              <a:cxn ang="0">
                <a:pos x="connsiteX30929" y="connsiteY30929"/>
              </a:cxn>
              <a:cxn ang="0">
                <a:pos x="connsiteX30930" y="connsiteY30930"/>
              </a:cxn>
              <a:cxn ang="0">
                <a:pos x="connsiteX30931" y="connsiteY30931"/>
              </a:cxn>
              <a:cxn ang="0">
                <a:pos x="connsiteX30932" y="connsiteY30932"/>
              </a:cxn>
              <a:cxn ang="0">
                <a:pos x="connsiteX30933" y="connsiteY30933"/>
              </a:cxn>
              <a:cxn ang="0">
                <a:pos x="connsiteX30934" y="connsiteY30934"/>
              </a:cxn>
              <a:cxn ang="0">
                <a:pos x="connsiteX30935" y="connsiteY30935"/>
              </a:cxn>
              <a:cxn ang="0">
                <a:pos x="connsiteX30936" y="connsiteY30936"/>
              </a:cxn>
              <a:cxn ang="0">
                <a:pos x="connsiteX30937" y="connsiteY30937"/>
              </a:cxn>
              <a:cxn ang="0">
                <a:pos x="connsiteX30938" y="connsiteY30938"/>
              </a:cxn>
              <a:cxn ang="0">
                <a:pos x="connsiteX30939" y="connsiteY30939"/>
              </a:cxn>
              <a:cxn ang="0">
                <a:pos x="connsiteX30940" y="connsiteY30940"/>
              </a:cxn>
              <a:cxn ang="0">
                <a:pos x="connsiteX30941" y="connsiteY30941"/>
              </a:cxn>
              <a:cxn ang="0">
                <a:pos x="connsiteX30942" y="connsiteY30942"/>
              </a:cxn>
              <a:cxn ang="0">
                <a:pos x="connsiteX30943" y="connsiteY30943"/>
              </a:cxn>
              <a:cxn ang="0">
                <a:pos x="connsiteX30944" y="connsiteY30944"/>
              </a:cxn>
              <a:cxn ang="0">
                <a:pos x="connsiteX30945" y="connsiteY30945"/>
              </a:cxn>
              <a:cxn ang="0">
                <a:pos x="connsiteX30946" y="connsiteY30946"/>
              </a:cxn>
              <a:cxn ang="0">
                <a:pos x="connsiteX30947" y="connsiteY30947"/>
              </a:cxn>
              <a:cxn ang="0">
                <a:pos x="connsiteX30948" y="connsiteY30948"/>
              </a:cxn>
              <a:cxn ang="0">
                <a:pos x="connsiteX30949" y="connsiteY30949"/>
              </a:cxn>
              <a:cxn ang="0">
                <a:pos x="connsiteX30950" y="connsiteY30950"/>
              </a:cxn>
              <a:cxn ang="0">
                <a:pos x="connsiteX30951" y="connsiteY30951"/>
              </a:cxn>
              <a:cxn ang="0">
                <a:pos x="connsiteX30952" y="connsiteY30952"/>
              </a:cxn>
              <a:cxn ang="0">
                <a:pos x="connsiteX30953" y="connsiteY30953"/>
              </a:cxn>
              <a:cxn ang="0">
                <a:pos x="connsiteX30954" y="connsiteY30954"/>
              </a:cxn>
              <a:cxn ang="0">
                <a:pos x="connsiteX30955" y="connsiteY30955"/>
              </a:cxn>
              <a:cxn ang="0">
                <a:pos x="connsiteX30956" y="connsiteY30956"/>
              </a:cxn>
              <a:cxn ang="0">
                <a:pos x="connsiteX30957" y="connsiteY30957"/>
              </a:cxn>
              <a:cxn ang="0">
                <a:pos x="connsiteX30958" y="connsiteY30958"/>
              </a:cxn>
              <a:cxn ang="0">
                <a:pos x="connsiteX30959" y="connsiteY30959"/>
              </a:cxn>
              <a:cxn ang="0">
                <a:pos x="connsiteX30960" y="connsiteY30960"/>
              </a:cxn>
              <a:cxn ang="0">
                <a:pos x="connsiteX30961" y="connsiteY30961"/>
              </a:cxn>
              <a:cxn ang="0">
                <a:pos x="connsiteX30962" y="connsiteY30962"/>
              </a:cxn>
              <a:cxn ang="0">
                <a:pos x="connsiteX30963" y="connsiteY30963"/>
              </a:cxn>
              <a:cxn ang="0">
                <a:pos x="connsiteX30964" y="connsiteY30964"/>
              </a:cxn>
              <a:cxn ang="0">
                <a:pos x="connsiteX30965" y="connsiteY30965"/>
              </a:cxn>
              <a:cxn ang="0">
                <a:pos x="connsiteX30966" y="connsiteY30966"/>
              </a:cxn>
              <a:cxn ang="0">
                <a:pos x="connsiteX30967" y="connsiteY30967"/>
              </a:cxn>
              <a:cxn ang="0">
                <a:pos x="connsiteX30968" y="connsiteY30968"/>
              </a:cxn>
              <a:cxn ang="0">
                <a:pos x="connsiteX30969" y="connsiteY30969"/>
              </a:cxn>
              <a:cxn ang="0">
                <a:pos x="connsiteX30970" y="connsiteY30970"/>
              </a:cxn>
              <a:cxn ang="0">
                <a:pos x="connsiteX30971" y="connsiteY30971"/>
              </a:cxn>
              <a:cxn ang="0">
                <a:pos x="connsiteX30972" y="connsiteY30972"/>
              </a:cxn>
              <a:cxn ang="0">
                <a:pos x="connsiteX30973" y="connsiteY30973"/>
              </a:cxn>
              <a:cxn ang="0">
                <a:pos x="connsiteX30974" y="connsiteY30974"/>
              </a:cxn>
              <a:cxn ang="0">
                <a:pos x="connsiteX30975" y="connsiteY30975"/>
              </a:cxn>
              <a:cxn ang="0">
                <a:pos x="connsiteX30976" y="connsiteY30976"/>
              </a:cxn>
              <a:cxn ang="0">
                <a:pos x="connsiteX30977" y="connsiteY30977"/>
              </a:cxn>
              <a:cxn ang="0">
                <a:pos x="connsiteX30978" y="connsiteY30978"/>
              </a:cxn>
              <a:cxn ang="0">
                <a:pos x="connsiteX30979" y="connsiteY30979"/>
              </a:cxn>
              <a:cxn ang="0">
                <a:pos x="connsiteX30980" y="connsiteY30980"/>
              </a:cxn>
              <a:cxn ang="0">
                <a:pos x="connsiteX30981" y="connsiteY30981"/>
              </a:cxn>
              <a:cxn ang="0">
                <a:pos x="connsiteX30982" y="connsiteY30982"/>
              </a:cxn>
              <a:cxn ang="0">
                <a:pos x="connsiteX30983" y="connsiteY30983"/>
              </a:cxn>
              <a:cxn ang="0">
                <a:pos x="connsiteX30984" y="connsiteY30984"/>
              </a:cxn>
              <a:cxn ang="0">
                <a:pos x="connsiteX30985" y="connsiteY30985"/>
              </a:cxn>
              <a:cxn ang="0">
                <a:pos x="connsiteX30986" y="connsiteY30986"/>
              </a:cxn>
              <a:cxn ang="0">
                <a:pos x="connsiteX30987" y="connsiteY30987"/>
              </a:cxn>
              <a:cxn ang="0">
                <a:pos x="connsiteX30988" y="connsiteY30988"/>
              </a:cxn>
              <a:cxn ang="0">
                <a:pos x="connsiteX30989" y="connsiteY30989"/>
              </a:cxn>
              <a:cxn ang="0">
                <a:pos x="connsiteX30990" y="connsiteY30990"/>
              </a:cxn>
              <a:cxn ang="0">
                <a:pos x="connsiteX30991" y="connsiteY30991"/>
              </a:cxn>
              <a:cxn ang="0">
                <a:pos x="connsiteX30992" y="connsiteY30992"/>
              </a:cxn>
              <a:cxn ang="0">
                <a:pos x="connsiteX30993" y="connsiteY30993"/>
              </a:cxn>
              <a:cxn ang="0">
                <a:pos x="connsiteX30994" y="connsiteY30994"/>
              </a:cxn>
              <a:cxn ang="0">
                <a:pos x="connsiteX30995" y="connsiteY30995"/>
              </a:cxn>
              <a:cxn ang="0">
                <a:pos x="connsiteX30996" y="connsiteY30996"/>
              </a:cxn>
              <a:cxn ang="0">
                <a:pos x="connsiteX30997" y="connsiteY30997"/>
              </a:cxn>
              <a:cxn ang="0">
                <a:pos x="connsiteX30998" y="connsiteY30998"/>
              </a:cxn>
              <a:cxn ang="0">
                <a:pos x="connsiteX30999" y="connsiteY30999"/>
              </a:cxn>
              <a:cxn ang="0">
                <a:pos x="connsiteX31000" y="connsiteY31000"/>
              </a:cxn>
              <a:cxn ang="0">
                <a:pos x="connsiteX31001" y="connsiteY31001"/>
              </a:cxn>
              <a:cxn ang="0">
                <a:pos x="connsiteX31002" y="connsiteY31002"/>
              </a:cxn>
              <a:cxn ang="0">
                <a:pos x="connsiteX31003" y="connsiteY31003"/>
              </a:cxn>
              <a:cxn ang="0">
                <a:pos x="connsiteX31004" y="connsiteY31004"/>
              </a:cxn>
              <a:cxn ang="0">
                <a:pos x="connsiteX31005" y="connsiteY31005"/>
              </a:cxn>
              <a:cxn ang="0">
                <a:pos x="connsiteX31006" y="connsiteY31006"/>
              </a:cxn>
              <a:cxn ang="0">
                <a:pos x="connsiteX31007" y="connsiteY31007"/>
              </a:cxn>
              <a:cxn ang="0">
                <a:pos x="connsiteX31008" y="connsiteY31008"/>
              </a:cxn>
              <a:cxn ang="0">
                <a:pos x="connsiteX31009" y="connsiteY31009"/>
              </a:cxn>
              <a:cxn ang="0">
                <a:pos x="connsiteX31010" y="connsiteY31010"/>
              </a:cxn>
              <a:cxn ang="0">
                <a:pos x="connsiteX31011" y="connsiteY31011"/>
              </a:cxn>
              <a:cxn ang="0">
                <a:pos x="connsiteX31012" y="connsiteY31012"/>
              </a:cxn>
              <a:cxn ang="0">
                <a:pos x="connsiteX31013" y="connsiteY31013"/>
              </a:cxn>
              <a:cxn ang="0">
                <a:pos x="connsiteX31014" y="connsiteY31014"/>
              </a:cxn>
              <a:cxn ang="0">
                <a:pos x="connsiteX31015" y="connsiteY31015"/>
              </a:cxn>
              <a:cxn ang="0">
                <a:pos x="connsiteX31016" y="connsiteY31016"/>
              </a:cxn>
              <a:cxn ang="0">
                <a:pos x="connsiteX31017" y="connsiteY31017"/>
              </a:cxn>
              <a:cxn ang="0">
                <a:pos x="connsiteX31018" y="connsiteY31018"/>
              </a:cxn>
              <a:cxn ang="0">
                <a:pos x="connsiteX31019" y="connsiteY31019"/>
              </a:cxn>
              <a:cxn ang="0">
                <a:pos x="connsiteX31020" y="connsiteY31020"/>
              </a:cxn>
              <a:cxn ang="0">
                <a:pos x="connsiteX31021" y="connsiteY31021"/>
              </a:cxn>
              <a:cxn ang="0">
                <a:pos x="connsiteX31022" y="connsiteY31022"/>
              </a:cxn>
              <a:cxn ang="0">
                <a:pos x="connsiteX31023" y="connsiteY31023"/>
              </a:cxn>
              <a:cxn ang="0">
                <a:pos x="connsiteX31024" y="connsiteY31024"/>
              </a:cxn>
              <a:cxn ang="0">
                <a:pos x="connsiteX31025" y="connsiteY31025"/>
              </a:cxn>
              <a:cxn ang="0">
                <a:pos x="connsiteX31026" y="connsiteY31026"/>
              </a:cxn>
              <a:cxn ang="0">
                <a:pos x="connsiteX31027" y="connsiteY31027"/>
              </a:cxn>
              <a:cxn ang="0">
                <a:pos x="connsiteX31028" y="connsiteY31028"/>
              </a:cxn>
              <a:cxn ang="0">
                <a:pos x="connsiteX31029" y="connsiteY31029"/>
              </a:cxn>
              <a:cxn ang="0">
                <a:pos x="connsiteX31030" y="connsiteY31030"/>
              </a:cxn>
              <a:cxn ang="0">
                <a:pos x="connsiteX31031" y="connsiteY31031"/>
              </a:cxn>
              <a:cxn ang="0">
                <a:pos x="connsiteX31032" y="connsiteY31032"/>
              </a:cxn>
              <a:cxn ang="0">
                <a:pos x="connsiteX31033" y="connsiteY31033"/>
              </a:cxn>
              <a:cxn ang="0">
                <a:pos x="connsiteX31034" y="connsiteY31034"/>
              </a:cxn>
              <a:cxn ang="0">
                <a:pos x="connsiteX31035" y="connsiteY31035"/>
              </a:cxn>
              <a:cxn ang="0">
                <a:pos x="connsiteX31036" y="connsiteY31036"/>
              </a:cxn>
              <a:cxn ang="0">
                <a:pos x="connsiteX31037" y="connsiteY31037"/>
              </a:cxn>
              <a:cxn ang="0">
                <a:pos x="connsiteX31038" y="connsiteY31038"/>
              </a:cxn>
              <a:cxn ang="0">
                <a:pos x="connsiteX31039" y="connsiteY31039"/>
              </a:cxn>
              <a:cxn ang="0">
                <a:pos x="connsiteX31040" y="connsiteY31040"/>
              </a:cxn>
              <a:cxn ang="0">
                <a:pos x="connsiteX31041" y="connsiteY31041"/>
              </a:cxn>
              <a:cxn ang="0">
                <a:pos x="connsiteX31042" y="connsiteY31042"/>
              </a:cxn>
              <a:cxn ang="0">
                <a:pos x="connsiteX31043" y="connsiteY31043"/>
              </a:cxn>
              <a:cxn ang="0">
                <a:pos x="connsiteX31044" y="connsiteY31044"/>
              </a:cxn>
              <a:cxn ang="0">
                <a:pos x="connsiteX31045" y="connsiteY31045"/>
              </a:cxn>
              <a:cxn ang="0">
                <a:pos x="connsiteX31046" y="connsiteY31046"/>
              </a:cxn>
              <a:cxn ang="0">
                <a:pos x="connsiteX31047" y="connsiteY31047"/>
              </a:cxn>
              <a:cxn ang="0">
                <a:pos x="connsiteX31048" y="connsiteY31048"/>
              </a:cxn>
              <a:cxn ang="0">
                <a:pos x="connsiteX31049" y="connsiteY31049"/>
              </a:cxn>
              <a:cxn ang="0">
                <a:pos x="connsiteX31050" y="connsiteY31050"/>
              </a:cxn>
              <a:cxn ang="0">
                <a:pos x="connsiteX31051" y="connsiteY31051"/>
              </a:cxn>
              <a:cxn ang="0">
                <a:pos x="connsiteX31052" y="connsiteY31052"/>
              </a:cxn>
              <a:cxn ang="0">
                <a:pos x="connsiteX31053" y="connsiteY31053"/>
              </a:cxn>
              <a:cxn ang="0">
                <a:pos x="connsiteX31054" y="connsiteY31054"/>
              </a:cxn>
              <a:cxn ang="0">
                <a:pos x="connsiteX31055" y="connsiteY31055"/>
              </a:cxn>
              <a:cxn ang="0">
                <a:pos x="connsiteX31056" y="connsiteY31056"/>
              </a:cxn>
              <a:cxn ang="0">
                <a:pos x="connsiteX31057" y="connsiteY31057"/>
              </a:cxn>
              <a:cxn ang="0">
                <a:pos x="connsiteX31058" y="connsiteY31058"/>
              </a:cxn>
              <a:cxn ang="0">
                <a:pos x="connsiteX31059" y="connsiteY31059"/>
              </a:cxn>
              <a:cxn ang="0">
                <a:pos x="connsiteX31060" y="connsiteY31060"/>
              </a:cxn>
              <a:cxn ang="0">
                <a:pos x="connsiteX31061" y="connsiteY31061"/>
              </a:cxn>
              <a:cxn ang="0">
                <a:pos x="connsiteX31062" y="connsiteY31062"/>
              </a:cxn>
              <a:cxn ang="0">
                <a:pos x="connsiteX31063" y="connsiteY31063"/>
              </a:cxn>
              <a:cxn ang="0">
                <a:pos x="connsiteX31064" y="connsiteY31064"/>
              </a:cxn>
              <a:cxn ang="0">
                <a:pos x="connsiteX31065" y="connsiteY31065"/>
              </a:cxn>
              <a:cxn ang="0">
                <a:pos x="connsiteX31066" y="connsiteY31066"/>
              </a:cxn>
              <a:cxn ang="0">
                <a:pos x="connsiteX31067" y="connsiteY31067"/>
              </a:cxn>
              <a:cxn ang="0">
                <a:pos x="connsiteX31068" y="connsiteY31068"/>
              </a:cxn>
              <a:cxn ang="0">
                <a:pos x="connsiteX31069" y="connsiteY31069"/>
              </a:cxn>
              <a:cxn ang="0">
                <a:pos x="connsiteX31070" y="connsiteY31070"/>
              </a:cxn>
              <a:cxn ang="0">
                <a:pos x="connsiteX31071" y="connsiteY31071"/>
              </a:cxn>
              <a:cxn ang="0">
                <a:pos x="connsiteX31072" y="connsiteY31072"/>
              </a:cxn>
              <a:cxn ang="0">
                <a:pos x="connsiteX31073" y="connsiteY31073"/>
              </a:cxn>
              <a:cxn ang="0">
                <a:pos x="connsiteX31074" y="connsiteY31074"/>
              </a:cxn>
              <a:cxn ang="0">
                <a:pos x="connsiteX31075" y="connsiteY31075"/>
              </a:cxn>
              <a:cxn ang="0">
                <a:pos x="connsiteX31076" y="connsiteY31076"/>
              </a:cxn>
              <a:cxn ang="0">
                <a:pos x="connsiteX31077" y="connsiteY31077"/>
              </a:cxn>
              <a:cxn ang="0">
                <a:pos x="connsiteX31078" y="connsiteY31078"/>
              </a:cxn>
              <a:cxn ang="0">
                <a:pos x="connsiteX31079" y="connsiteY31079"/>
              </a:cxn>
              <a:cxn ang="0">
                <a:pos x="connsiteX31080" y="connsiteY31080"/>
              </a:cxn>
              <a:cxn ang="0">
                <a:pos x="connsiteX31081" y="connsiteY31081"/>
              </a:cxn>
              <a:cxn ang="0">
                <a:pos x="connsiteX31082" y="connsiteY31082"/>
              </a:cxn>
              <a:cxn ang="0">
                <a:pos x="connsiteX31083" y="connsiteY31083"/>
              </a:cxn>
              <a:cxn ang="0">
                <a:pos x="connsiteX31084" y="connsiteY31084"/>
              </a:cxn>
              <a:cxn ang="0">
                <a:pos x="connsiteX31085" y="connsiteY31085"/>
              </a:cxn>
              <a:cxn ang="0">
                <a:pos x="connsiteX31086" y="connsiteY31086"/>
              </a:cxn>
              <a:cxn ang="0">
                <a:pos x="connsiteX31087" y="connsiteY31087"/>
              </a:cxn>
              <a:cxn ang="0">
                <a:pos x="connsiteX31088" y="connsiteY31088"/>
              </a:cxn>
              <a:cxn ang="0">
                <a:pos x="connsiteX31089" y="connsiteY31089"/>
              </a:cxn>
              <a:cxn ang="0">
                <a:pos x="connsiteX31090" y="connsiteY31090"/>
              </a:cxn>
              <a:cxn ang="0">
                <a:pos x="connsiteX31091" y="connsiteY31091"/>
              </a:cxn>
              <a:cxn ang="0">
                <a:pos x="connsiteX31092" y="connsiteY31092"/>
              </a:cxn>
              <a:cxn ang="0">
                <a:pos x="connsiteX31093" y="connsiteY31093"/>
              </a:cxn>
              <a:cxn ang="0">
                <a:pos x="connsiteX31094" y="connsiteY31094"/>
              </a:cxn>
              <a:cxn ang="0">
                <a:pos x="connsiteX31095" y="connsiteY31095"/>
              </a:cxn>
              <a:cxn ang="0">
                <a:pos x="connsiteX31096" y="connsiteY31096"/>
              </a:cxn>
              <a:cxn ang="0">
                <a:pos x="connsiteX31097" y="connsiteY31097"/>
              </a:cxn>
              <a:cxn ang="0">
                <a:pos x="connsiteX31098" y="connsiteY31098"/>
              </a:cxn>
              <a:cxn ang="0">
                <a:pos x="connsiteX31099" y="connsiteY31099"/>
              </a:cxn>
              <a:cxn ang="0">
                <a:pos x="connsiteX31100" y="connsiteY31100"/>
              </a:cxn>
              <a:cxn ang="0">
                <a:pos x="connsiteX31101" y="connsiteY31101"/>
              </a:cxn>
              <a:cxn ang="0">
                <a:pos x="connsiteX31102" y="connsiteY31102"/>
              </a:cxn>
              <a:cxn ang="0">
                <a:pos x="connsiteX31103" y="connsiteY31103"/>
              </a:cxn>
              <a:cxn ang="0">
                <a:pos x="connsiteX31104" y="connsiteY31104"/>
              </a:cxn>
              <a:cxn ang="0">
                <a:pos x="connsiteX31105" y="connsiteY31105"/>
              </a:cxn>
              <a:cxn ang="0">
                <a:pos x="connsiteX31106" y="connsiteY31106"/>
              </a:cxn>
              <a:cxn ang="0">
                <a:pos x="connsiteX31107" y="connsiteY31107"/>
              </a:cxn>
              <a:cxn ang="0">
                <a:pos x="connsiteX31108" y="connsiteY31108"/>
              </a:cxn>
              <a:cxn ang="0">
                <a:pos x="connsiteX31109" y="connsiteY31109"/>
              </a:cxn>
              <a:cxn ang="0">
                <a:pos x="connsiteX31110" y="connsiteY31110"/>
              </a:cxn>
              <a:cxn ang="0">
                <a:pos x="connsiteX31111" y="connsiteY31111"/>
              </a:cxn>
              <a:cxn ang="0">
                <a:pos x="connsiteX31112" y="connsiteY31112"/>
              </a:cxn>
              <a:cxn ang="0">
                <a:pos x="connsiteX31113" y="connsiteY31113"/>
              </a:cxn>
              <a:cxn ang="0">
                <a:pos x="connsiteX31114" y="connsiteY31114"/>
              </a:cxn>
              <a:cxn ang="0">
                <a:pos x="connsiteX31115" y="connsiteY31115"/>
              </a:cxn>
              <a:cxn ang="0">
                <a:pos x="connsiteX31116" y="connsiteY31116"/>
              </a:cxn>
              <a:cxn ang="0">
                <a:pos x="connsiteX31117" y="connsiteY31117"/>
              </a:cxn>
              <a:cxn ang="0">
                <a:pos x="connsiteX31118" y="connsiteY31118"/>
              </a:cxn>
              <a:cxn ang="0">
                <a:pos x="connsiteX31119" y="connsiteY31119"/>
              </a:cxn>
              <a:cxn ang="0">
                <a:pos x="connsiteX31120" y="connsiteY31120"/>
              </a:cxn>
              <a:cxn ang="0">
                <a:pos x="connsiteX31121" y="connsiteY31121"/>
              </a:cxn>
              <a:cxn ang="0">
                <a:pos x="connsiteX31122" y="connsiteY31122"/>
              </a:cxn>
              <a:cxn ang="0">
                <a:pos x="connsiteX31123" y="connsiteY31123"/>
              </a:cxn>
              <a:cxn ang="0">
                <a:pos x="connsiteX31124" y="connsiteY31124"/>
              </a:cxn>
              <a:cxn ang="0">
                <a:pos x="connsiteX31125" y="connsiteY31125"/>
              </a:cxn>
              <a:cxn ang="0">
                <a:pos x="connsiteX31126" y="connsiteY31126"/>
              </a:cxn>
              <a:cxn ang="0">
                <a:pos x="connsiteX31127" y="connsiteY31127"/>
              </a:cxn>
              <a:cxn ang="0">
                <a:pos x="connsiteX31128" y="connsiteY31128"/>
              </a:cxn>
              <a:cxn ang="0">
                <a:pos x="connsiteX31129" y="connsiteY31129"/>
              </a:cxn>
              <a:cxn ang="0">
                <a:pos x="connsiteX31130" y="connsiteY31130"/>
              </a:cxn>
              <a:cxn ang="0">
                <a:pos x="connsiteX31131" y="connsiteY31131"/>
              </a:cxn>
              <a:cxn ang="0">
                <a:pos x="connsiteX31132" y="connsiteY31132"/>
              </a:cxn>
              <a:cxn ang="0">
                <a:pos x="connsiteX31133" y="connsiteY31133"/>
              </a:cxn>
              <a:cxn ang="0">
                <a:pos x="connsiteX31134" y="connsiteY31134"/>
              </a:cxn>
              <a:cxn ang="0">
                <a:pos x="connsiteX31135" y="connsiteY31135"/>
              </a:cxn>
              <a:cxn ang="0">
                <a:pos x="connsiteX31136" y="connsiteY31136"/>
              </a:cxn>
              <a:cxn ang="0">
                <a:pos x="connsiteX31137" y="connsiteY31137"/>
              </a:cxn>
              <a:cxn ang="0">
                <a:pos x="connsiteX31138" y="connsiteY31138"/>
              </a:cxn>
              <a:cxn ang="0">
                <a:pos x="connsiteX31139" y="connsiteY31139"/>
              </a:cxn>
              <a:cxn ang="0">
                <a:pos x="connsiteX31140" y="connsiteY31140"/>
              </a:cxn>
              <a:cxn ang="0">
                <a:pos x="connsiteX31141" y="connsiteY31141"/>
              </a:cxn>
              <a:cxn ang="0">
                <a:pos x="connsiteX31142" y="connsiteY31142"/>
              </a:cxn>
              <a:cxn ang="0">
                <a:pos x="connsiteX31143" y="connsiteY31143"/>
              </a:cxn>
              <a:cxn ang="0">
                <a:pos x="connsiteX31144" y="connsiteY31144"/>
              </a:cxn>
              <a:cxn ang="0">
                <a:pos x="connsiteX31145" y="connsiteY31145"/>
              </a:cxn>
              <a:cxn ang="0">
                <a:pos x="connsiteX31146" y="connsiteY31146"/>
              </a:cxn>
              <a:cxn ang="0">
                <a:pos x="connsiteX31147" y="connsiteY31147"/>
              </a:cxn>
              <a:cxn ang="0">
                <a:pos x="connsiteX31148" y="connsiteY31148"/>
              </a:cxn>
              <a:cxn ang="0">
                <a:pos x="connsiteX31149" y="connsiteY31149"/>
              </a:cxn>
              <a:cxn ang="0">
                <a:pos x="connsiteX31150" y="connsiteY31150"/>
              </a:cxn>
              <a:cxn ang="0">
                <a:pos x="connsiteX31151" y="connsiteY31151"/>
              </a:cxn>
              <a:cxn ang="0">
                <a:pos x="connsiteX31152" y="connsiteY31152"/>
              </a:cxn>
              <a:cxn ang="0">
                <a:pos x="connsiteX31153" y="connsiteY31153"/>
              </a:cxn>
              <a:cxn ang="0">
                <a:pos x="connsiteX31154" y="connsiteY31154"/>
              </a:cxn>
              <a:cxn ang="0">
                <a:pos x="connsiteX31155" y="connsiteY31155"/>
              </a:cxn>
              <a:cxn ang="0">
                <a:pos x="connsiteX31156" y="connsiteY31156"/>
              </a:cxn>
              <a:cxn ang="0">
                <a:pos x="connsiteX31157" y="connsiteY31157"/>
              </a:cxn>
              <a:cxn ang="0">
                <a:pos x="connsiteX31158" y="connsiteY31158"/>
              </a:cxn>
              <a:cxn ang="0">
                <a:pos x="connsiteX31159" y="connsiteY31159"/>
              </a:cxn>
              <a:cxn ang="0">
                <a:pos x="connsiteX31160" y="connsiteY31160"/>
              </a:cxn>
              <a:cxn ang="0">
                <a:pos x="connsiteX31161" y="connsiteY31161"/>
              </a:cxn>
              <a:cxn ang="0">
                <a:pos x="connsiteX31162" y="connsiteY31162"/>
              </a:cxn>
              <a:cxn ang="0">
                <a:pos x="connsiteX31163" y="connsiteY31163"/>
              </a:cxn>
              <a:cxn ang="0">
                <a:pos x="connsiteX31164" y="connsiteY31164"/>
              </a:cxn>
              <a:cxn ang="0">
                <a:pos x="connsiteX31165" y="connsiteY31165"/>
              </a:cxn>
              <a:cxn ang="0">
                <a:pos x="connsiteX31166" y="connsiteY31166"/>
              </a:cxn>
              <a:cxn ang="0">
                <a:pos x="connsiteX31167" y="connsiteY31167"/>
              </a:cxn>
              <a:cxn ang="0">
                <a:pos x="connsiteX31168" y="connsiteY31168"/>
              </a:cxn>
              <a:cxn ang="0">
                <a:pos x="connsiteX31169" y="connsiteY31169"/>
              </a:cxn>
              <a:cxn ang="0">
                <a:pos x="connsiteX31170" y="connsiteY31170"/>
              </a:cxn>
              <a:cxn ang="0">
                <a:pos x="connsiteX31171" y="connsiteY31171"/>
              </a:cxn>
              <a:cxn ang="0">
                <a:pos x="connsiteX31172" y="connsiteY31172"/>
              </a:cxn>
              <a:cxn ang="0">
                <a:pos x="connsiteX31173" y="connsiteY31173"/>
              </a:cxn>
              <a:cxn ang="0">
                <a:pos x="connsiteX31174" y="connsiteY31174"/>
              </a:cxn>
              <a:cxn ang="0">
                <a:pos x="connsiteX31175" y="connsiteY31175"/>
              </a:cxn>
              <a:cxn ang="0">
                <a:pos x="connsiteX31176" y="connsiteY31176"/>
              </a:cxn>
              <a:cxn ang="0">
                <a:pos x="connsiteX31177" y="connsiteY31177"/>
              </a:cxn>
              <a:cxn ang="0">
                <a:pos x="connsiteX31178" y="connsiteY31178"/>
              </a:cxn>
              <a:cxn ang="0">
                <a:pos x="connsiteX31179" y="connsiteY31179"/>
              </a:cxn>
              <a:cxn ang="0">
                <a:pos x="connsiteX31180" y="connsiteY31180"/>
              </a:cxn>
              <a:cxn ang="0">
                <a:pos x="connsiteX31181" y="connsiteY31181"/>
              </a:cxn>
              <a:cxn ang="0">
                <a:pos x="connsiteX31182" y="connsiteY31182"/>
              </a:cxn>
              <a:cxn ang="0">
                <a:pos x="connsiteX31183" y="connsiteY31183"/>
              </a:cxn>
              <a:cxn ang="0">
                <a:pos x="connsiteX31184" y="connsiteY31184"/>
              </a:cxn>
              <a:cxn ang="0">
                <a:pos x="connsiteX31185" y="connsiteY31185"/>
              </a:cxn>
              <a:cxn ang="0">
                <a:pos x="connsiteX31186" y="connsiteY31186"/>
              </a:cxn>
              <a:cxn ang="0">
                <a:pos x="connsiteX31187" y="connsiteY31187"/>
              </a:cxn>
              <a:cxn ang="0">
                <a:pos x="connsiteX31188" y="connsiteY31188"/>
              </a:cxn>
              <a:cxn ang="0">
                <a:pos x="connsiteX31189" y="connsiteY31189"/>
              </a:cxn>
              <a:cxn ang="0">
                <a:pos x="connsiteX31190" y="connsiteY31190"/>
              </a:cxn>
              <a:cxn ang="0">
                <a:pos x="connsiteX31191" y="connsiteY31191"/>
              </a:cxn>
              <a:cxn ang="0">
                <a:pos x="connsiteX31192" y="connsiteY31192"/>
              </a:cxn>
              <a:cxn ang="0">
                <a:pos x="connsiteX31193" y="connsiteY31193"/>
              </a:cxn>
              <a:cxn ang="0">
                <a:pos x="connsiteX31194" y="connsiteY31194"/>
              </a:cxn>
              <a:cxn ang="0">
                <a:pos x="connsiteX31195" y="connsiteY31195"/>
              </a:cxn>
              <a:cxn ang="0">
                <a:pos x="connsiteX31196" y="connsiteY31196"/>
              </a:cxn>
              <a:cxn ang="0">
                <a:pos x="connsiteX31197" y="connsiteY31197"/>
              </a:cxn>
              <a:cxn ang="0">
                <a:pos x="connsiteX31198" y="connsiteY31198"/>
              </a:cxn>
              <a:cxn ang="0">
                <a:pos x="connsiteX31199" y="connsiteY31199"/>
              </a:cxn>
              <a:cxn ang="0">
                <a:pos x="connsiteX31200" y="connsiteY31200"/>
              </a:cxn>
              <a:cxn ang="0">
                <a:pos x="connsiteX31201" y="connsiteY31201"/>
              </a:cxn>
              <a:cxn ang="0">
                <a:pos x="connsiteX31202" y="connsiteY31202"/>
              </a:cxn>
              <a:cxn ang="0">
                <a:pos x="connsiteX31203" y="connsiteY31203"/>
              </a:cxn>
              <a:cxn ang="0">
                <a:pos x="connsiteX31204" y="connsiteY31204"/>
              </a:cxn>
              <a:cxn ang="0">
                <a:pos x="connsiteX31205" y="connsiteY31205"/>
              </a:cxn>
              <a:cxn ang="0">
                <a:pos x="connsiteX31206" y="connsiteY31206"/>
              </a:cxn>
              <a:cxn ang="0">
                <a:pos x="connsiteX31207" y="connsiteY31207"/>
              </a:cxn>
              <a:cxn ang="0">
                <a:pos x="connsiteX31208" y="connsiteY31208"/>
              </a:cxn>
              <a:cxn ang="0">
                <a:pos x="connsiteX31209" y="connsiteY31209"/>
              </a:cxn>
              <a:cxn ang="0">
                <a:pos x="connsiteX31210" y="connsiteY31210"/>
              </a:cxn>
              <a:cxn ang="0">
                <a:pos x="connsiteX31211" y="connsiteY31211"/>
              </a:cxn>
              <a:cxn ang="0">
                <a:pos x="connsiteX31212" y="connsiteY31212"/>
              </a:cxn>
              <a:cxn ang="0">
                <a:pos x="connsiteX31213" y="connsiteY31213"/>
              </a:cxn>
              <a:cxn ang="0">
                <a:pos x="connsiteX31214" y="connsiteY31214"/>
              </a:cxn>
              <a:cxn ang="0">
                <a:pos x="connsiteX31215" y="connsiteY31215"/>
              </a:cxn>
              <a:cxn ang="0">
                <a:pos x="connsiteX31216" y="connsiteY31216"/>
              </a:cxn>
              <a:cxn ang="0">
                <a:pos x="connsiteX31217" y="connsiteY31217"/>
              </a:cxn>
              <a:cxn ang="0">
                <a:pos x="connsiteX31218" y="connsiteY31218"/>
              </a:cxn>
              <a:cxn ang="0">
                <a:pos x="connsiteX31219" y="connsiteY31219"/>
              </a:cxn>
              <a:cxn ang="0">
                <a:pos x="connsiteX31220" y="connsiteY31220"/>
              </a:cxn>
              <a:cxn ang="0">
                <a:pos x="connsiteX31221" y="connsiteY31221"/>
              </a:cxn>
              <a:cxn ang="0">
                <a:pos x="connsiteX31222" y="connsiteY31222"/>
              </a:cxn>
              <a:cxn ang="0">
                <a:pos x="connsiteX31223" y="connsiteY31223"/>
              </a:cxn>
              <a:cxn ang="0">
                <a:pos x="connsiteX31224" y="connsiteY31224"/>
              </a:cxn>
              <a:cxn ang="0">
                <a:pos x="connsiteX31225" y="connsiteY31225"/>
              </a:cxn>
              <a:cxn ang="0">
                <a:pos x="connsiteX31226" y="connsiteY31226"/>
              </a:cxn>
              <a:cxn ang="0">
                <a:pos x="connsiteX31227" y="connsiteY31227"/>
              </a:cxn>
              <a:cxn ang="0">
                <a:pos x="connsiteX31228" y="connsiteY31228"/>
              </a:cxn>
              <a:cxn ang="0">
                <a:pos x="connsiteX31229" y="connsiteY31229"/>
              </a:cxn>
              <a:cxn ang="0">
                <a:pos x="connsiteX31230" y="connsiteY31230"/>
              </a:cxn>
              <a:cxn ang="0">
                <a:pos x="connsiteX31231" y="connsiteY31231"/>
              </a:cxn>
              <a:cxn ang="0">
                <a:pos x="connsiteX31232" y="connsiteY31232"/>
              </a:cxn>
              <a:cxn ang="0">
                <a:pos x="connsiteX31233" y="connsiteY31233"/>
              </a:cxn>
              <a:cxn ang="0">
                <a:pos x="connsiteX31234" y="connsiteY31234"/>
              </a:cxn>
              <a:cxn ang="0">
                <a:pos x="connsiteX31235" y="connsiteY31235"/>
              </a:cxn>
              <a:cxn ang="0">
                <a:pos x="connsiteX31236" y="connsiteY31236"/>
              </a:cxn>
              <a:cxn ang="0">
                <a:pos x="connsiteX31237" y="connsiteY31237"/>
              </a:cxn>
              <a:cxn ang="0">
                <a:pos x="connsiteX31238" y="connsiteY31238"/>
              </a:cxn>
              <a:cxn ang="0">
                <a:pos x="connsiteX31239" y="connsiteY31239"/>
              </a:cxn>
              <a:cxn ang="0">
                <a:pos x="connsiteX31240" y="connsiteY31240"/>
              </a:cxn>
              <a:cxn ang="0">
                <a:pos x="connsiteX31241" y="connsiteY31241"/>
              </a:cxn>
              <a:cxn ang="0">
                <a:pos x="connsiteX31242" y="connsiteY31242"/>
              </a:cxn>
              <a:cxn ang="0">
                <a:pos x="connsiteX31243" y="connsiteY31243"/>
              </a:cxn>
              <a:cxn ang="0">
                <a:pos x="connsiteX31244" y="connsiteY31244"/>
              </a:cxn>
              <a:cxn ang="0">
                <a:pos x="connsiteX31245" y="connsiteY31245"/>
              </a:cxn>
              <a:cxn ang="0">
                <a:pos x="connsiteX31246" y="connsiteY31246"/>
              </a:cxn>
              <a:cxn ang="0">
                <a:pos x="connsiteX31247" y="connsiteY31247"/>
              </a:cxn>
              <a:cxn ang="0">
                <a:pos x="connsiteX31248" y="connsiteY31248"/>
              </a:cxn>
              <a:cxn ang="0">
                <a:pos x="connsiteX31249" y="connsiteY31249"/>
              </a:cxn>
              <a:cxn ang="0">
                <a:pos x="connsiteX31250" y="connsiteY31250"/>
              </a:cxn>
              <a:cxn ang="0">
                <a:pos x="connsiteX31251" y="connsiteY31251"/>
              </a:cxn>
              <a:cxn ang="0">
                <a:pos x="connsiteX31252" y="connsiteY31252"/>
              </a:cxn>
              <a:cxn ang="0">
                <a:pos x="connsiteX31253" y="connsiteY31253"/>
              </a:cxn>
              <a:cxn ang="0">
                <a:pos x="connsiteX31254" y="connsiteY31254"/>
              </a:cxn>
              <a:cxn ang="0">
                <a:pos x="connsiteX31255" y="connsiteY31255"/>
              </a:cxn>
              <a:cxn ang="0">
                <a:pos x="connsiteX31256" y="connsiteY31256"/>
              </a:cxn>
              <a:cxn ang="0">
                <a:pos x="connsiteX31257" y="connsiteY31257"/>
              </a:cxn>
              <a:cxn ang="0">
                <a:pos x="connsiteX31258" y="connsiteY31258"/>
              </a:cxn>
              <a:cxn ang="0">
                <a:pos x="connsiteX31259" y="connsiteY31259"/>
              </a:cxn>
              <a:cxn ang="0">
                <a:pos x="connsiteX31260" y="connsiteY31260"/>
              </a:cxn>
              <a:cxn ang="0">
                <a:pos x="connsiteX31261" y="connsiteY31261"/>
              </a:cxn>
              <a:cxn ang="0">
                <a:pos x="connsiteX31262" y="connsiteY31262"/>
              </a:cxn>
              <a:cxn ang="0">
                <a:pos x="connsiteX31263" y="connsiteY31263"/>
              </a:cxn>
              <a:cxn ang="0">
                <a:pos x="connsiteX31264" y="connsiteY31264"/>
              </a:cxn>
              <a:cxn ang="0">
                <a:pos x="connsiteX31265" y="connsiteY31265"/>
              </a:cxn>
              <a:cxn ang="0">
                <a:pos x="connsiteX31266" y="connsiteY31266"/>
              </a:cxn>
              <a:cxn ang="0">
                <a:pos x="connsiteX31267" y="connsiteY31267"/>
              </a:cxn>
              <a:cxn ang="0">
                <a:pos x="connsiteX31268" y="connsiteY31268"/>
              </a:cxn>
              <a:cxn ang="0">
                <a:pos x="connsiteX31269" y="connsiteY31269"/>
              </a:cxn>
              <a:cxn ang="0">
                <a:pos x="connsiteX31270" y="connsiteY31270"/>
              </a:cxn>
              <a:cxn ang="0">
                <a:pos x="connsiteX31271" y="connsiteY31271"/>
              </a:cxn>
              <a:cxn ang="0">
                <a:pos x="connsiteX31272" y="connsiteY31272"/>
              </a:cxn>
              <a:cxn ang="0">
                <a:pos x="connsiteX31273" y="connsiteY31273"/>
              </a:cxn>
              <a:cxn ang="0">
                <a:pos x="connsiteX31274" y="connsiteY31274"/>
              </a:cxn>
              <a:cxn ang="0">
                <a:pos x="connsiteX31275" y="connsiteY31275"/>
              </a:cxn>
              <a:cxn ang="0">
                <a:pos x="connsiteX31276" y="connsiteY31276"/>
              </a:cxn>
              <a:cxn ang="0">
                <a:pos x="connsiteX31277" y="connsiteY31277"/>
              </a:cxn>
              <a:cxn ang="0">
                <a:pos x="connsiteX31278" y="connsiteY31278"/>
              </a:cxn>
              <a:cxn ang="0">
                <a:pos x="connsiteX31279" y="connsiteY31279"/>
              </a:cxn>
              <a:cxn ang="0">
                <a:pos x="connsiteX31280" y="connsiteY31280"/>
              </a:cxn>
              <a:cxn ang="0">
                <a:pos x="connsiteX31281" y="connsiteY31281"/>
              </a:cxn>
              <a:cxn ang="0">
                <a:pos x="connsiteX31282" y="connsiteY31282"/>
              </a:cxn>
              <a:cxn ang="0">
                <a:pos x="connsiteX31283" y="connsiteY31283"/>
              </a:cxn>
              <a:cxn ang="0">
                <a:pos x="connsiteX31284" y="connsiteY31284"/>
              </a:cxn>
              <a:cxn ang="0">
                <a:pos x="connsiteX31285" y="connsiteY31285"/>
              </a:cxn>
              <a:cxn ang="0">
                <a:pos x="connsiteX31286" y="connsiteY31286"/>
              </a:cxn>
              <a:cxn ang="0">
                <a:pos x="connsiteX31287" y="connsiteY31287"/>
              </a:cxn>
              <a:cxn ang="0">
                <a:pos x="connsiteX31288" y="connsiteY31288"/>
              </a:cxn>
              <a:cxn ang="0">
                <a:pos x="connsiteX31289" y="connsiteY31289"/>
              </a:cxn>
              <a:cxn ang="0">
                <a:pos x="connsiteX31290" y="connsiteY31290"/>
              </a:cxn>
              <a:cxn ang="0">
                <a:pos x="connsiteX31291" y="connsiteY31291"/>
              </a:cxn>
              <a:cxn ang="0">
                <a:pos x="connsiteX31292" y="connsiteY31292"/>
              </a:cxn>
              <a:cxn ang="0">
                <a:pos x="connsiteX31293" y="connsiteY31293"/>
              </a:cxn>
              <a:cxn ang="0">
                <a:pos x="connsiteX31294" y="connsiteY31294"/>
              </a:cxn>
              <a:cxn ang="0">
                <a:pos x="connsiteX31295" y="connsiteY31295"/>
              </a:cxn>
              <a:cxn ang="0">
                <a:pos x="connsiteX31296" y="connsiteY31296"/>
              </a:cxn>
              <a:cxn ang="0">
                <a:pos x="connsiteX31297" y="connsiteY31297"/>
              </a:cxn>
              <a:cxn ang="0">
                <a:pos x="connsiteX31298" y="connsiteY31298"/>
              </a:cxn>
              <a:cxn ang="0">
                <a:pos x="connsiteX31299" y="connsiteY31299"/>
              </a:cxn>
              <a:cxn ang="0">
                <a:pos x="connsiteX31300" y="connsiteY31300"/>
              </a:cxn>
              <a:cxn ang="0">
                <a:pos x="connsiteX31301" y="connsiteY31301"/>
              </a:cxn>
              <a:cxn ang="0">
                <a:pos x="connsiteX31302" y="connsiteY31302"/>
              </a:cxn>
              <a:cxn ang="0">
                <a:pos x="connsiteX31303" y="connsiteY31303"/>
              </a:cxn>
              <a:cxn ang="0">
                <a:pos x="connsiteX31304" y="connsiteY31304"/>
              </a:cxn>
              <a:cxn ang="0">
                <a:pos x="connsiteX31305" y="connsiteY31305"/>
              </a:cxn>
              <a:cxn ang="0">
                <a:pos x="connsiteX31306" y="connsiteY31306"/>
              </a:cxn>
              <a:cxn ang="0">
                <a:pos x="connsiteX31307" y="connsiteY31307"/>
              </a:cxn>
              <a:cxn ang="0">
                <a:pos x="connsiteX31308" y="connsiteY31308"/>
              </a:cxn>
              <a:cxn ang="0">
                <a:pos x="connsiteX31309" y="connsiteY31309"/>
              </a:cxn>
              <a:cxn ang="0">
                <a:pos x="connsiteX31310" y="connsiteY31310"/>
              </a:cxn>
              <a:cxn ang="0">
                <a:pos x="connsiteX31311" y="connsiteY31311"/>
              </a:cxn>
              <a:cxn ang="0">
                <a:pos x="connsiteX31312" y="connsiteY31312"/>
              </a:cxn>
              <a:cxn ang="0">
                <a:pos x="connsiteX31313" y="connsiteY31313"/>
              </a:cxn>
              <a:cxn ang="0">
                <a:pos x="connsiteX31314" y="connsiteY31314"/>
              </a:cxn>
              <a:cxn ang="0">
                <a:pos x="connsiteX31315" y="connsiteY31315"/>
              </a:cxn>
              <a:cxn ang="0">
                <a:pos x="connsiteX31316" y="connsiteY31316"/>
              </a:cxn>
              <a:cxn ang="0">
                <a:pos x="connsiteX31317" y="connsiteY31317"/>
              </a:cxn>
              <a:cxn ang="0">
                <a:pos x="connsiteX31318" y="connsiteY31318"/>
              </a:cxn>
              <a:cxn ang="0">
                <a:pos x="connsiteX31319" y="connsiteY31319"/>
              </a:cxn>
              <a:cxn ang="0">
                <a:pos x="connsiteX31320" y="connsiteY31320"/>
              </a:cxn>
              <a:cxn ang="0">
                <a:pos x="connsiteX31321" y="connsiteY31321"/>
              </a:cxn>
              <a:cxn ang="0">
                <a:pos x="connsiteX31322" y="connsiteY31322"/>
              </a:cxn>
              <a:cxn ang="0">
                <a:pos x="connsiteX31323" y="connsiteY31323"/>
              </a:cxn>
              <a:cxn ang="0">
                <a:pos x="connsiteX31324" y="connsiteY31324"/>
              </a:cxn>
              <a:cxn ang="0">
                <a:pos x="connsiteX31325" y="connsiteY31325"/>
              </a:cxn>
              <a:cxn ang="0">
                <a:pos x="connsiteX31326" y="connsiteY31326"/>
              </a:cxn>
              <a:cxn ang="0">
                <a:pos x="connsiteX31327" y="connsiteY31327"/>
              </a:cxn>
              <a:cxn ang="0">
                <a:pos x="connsiteX31328" y="connsiteY31328"/>
              </a:cxn>
              <a:cxn ang="0">
                <a:pos x="connsiteX31329" y="connsiteY31329"/>
              </a:cxn>
              <a:cxn ang="0">
                <a:pos x="connsiteX31330" y="connsiteY31330"/>
              </a:cxn>
              <a:cxn ang="0">
                <a:pos x="connsiteX31331" y="connsiteY31331"/>
              </a:cxn>
              <a:cxn ang="0">
                <a:pos x="connsiteX31332" y="connsiteY31332"/>
              </a:cxn>
              <a:cxn ang="0">
                <a:pos x="connsiteX31333" y="connsiteY31333"/>
              </a:cxn>
              <a:cxn ang="0">
                <a:pos x="connsiteX31334" y="connsiteY31334"/>
              </a:cxn>
              <a:cxn ang="0">
                <a:pos x="connsiteX31335" y="connsiteY31335"/>
              </a:cxn>
              <a:cxn ang="0">
                <a:pos x="connsiteX31336" y="connsiteY31336"/>
              </a:cxn>
              <a:cxn ang="0">
                <a:pos x="connsiteX31337" y="connsiteY31337"/>
              </a:cxn>
              <a:cxn ang="0">
                <a:pos x="connsiteX31338" y="connsiteY31338"/>
              </a:cxn>
              <a:cxn ang="0">
                <a:pos x="connsiteX31339" y="connsiteY31339"/>
              </a:cxn>
              <a:cxn ang="0">
                <a:pos x="connsiteX31340" y="connsiteY31340"/>
              </a:cxn>
              <a:cxn ang="0">
                <a:pos x="connsiteX31341" y="connsiteY31341"/>
              </a:cxn>
              <a:cxn ang="0">
                <a:pos x="connsiteX31342" y="connsiteY31342"/>
              </a:cxn>
              <a:cxn ang="0">
                <a:pos x="connsiteX31343" y="connsiteY31343"/>
              </a:cxn>
              <a:cxn ang="0">
                <a:pos x="connsiteX31344" y="connsiteY31344"/>
              </a:cxn>
              <a:cxn ang="0">
                <a:pos x="connsiteX31345" y="connsiteY31345"/>
              </a:cxn>
              <a:cxn ang="0">
                <a:pos x="connsiteX31346" y="connsiteY31346"/>
              </a:cxn>
              <a:cxn ang="0">
                <a:pos x="connsiteX31347" y="connsiteY31347"/>
              </a:cxn>
              <a:cxn ang="0">
                <a:pos x="connsiteX31348" y="connsiteY31348"/>
              </a:cxn>
              <a:cxn ang="0">
                <a:pos x="connsiteX31349" y="connsiteY31349"/>
              </a:cxn>
              <a:cxn ang="0">
                <a:pos x="connsiteX31350" y="connsiteY31350"/>
              </a:cxn>
              <a:cxn ang="0">
                <a:pos x="connsiteX31351" y="connsiteY31351"/>
              </a:cxn>
              <a:cxn ang="0">
                <a:pos x="connsiteX31352" y="connsiteY31352"/>
              </a:cxn>
              <a:cxn ang="0">
                <a:pos x="connsiteX31353" y="connsiteY31353"/>
              </a:cxn>
              <a:cxn ang="0">
                <a:pos x="connsiteX31354" y="connsiteY31354"/>
              </a:cxn>
              <a:cxn ang="0">
                <a:pos x="connsiteX31355" y="connsiteY31355"/>
              </a:cxn>
              <a:cxn ang="0">
                <a:pos x="connsiteX31356" y="connsiteY31356"/>
              </a:cxn>
              <a:cxn ang="0">
                <a:pos x="connsiteX31357" y="connsiteY31357"/>
              </a:cxn>
              <a:cxn ang="0">
                <a:pos x="connsiteX31358" y="connsiteY31358"/>
              </a:cxn>
              <a:cxn ang="0">
                <a:pos x="connsiteX31359" y="connsiteY31359"/>
              </a:cxn>
              <a:cxn ang="0">
                <a:pos x="connsiteX31360" y="connsiteY31360"/>
              </a:cxn>
              <a:cxn ang="0">
                <a:pos x="connsiteX31361" y="connsiteY31361"/>
              </a:cxn>
              <a:cxn ang="0">
                <a:pos x="connsiteX31362" y="connsiteY31362"/>
              </a:cxn>
              <a:cxn ang="0">
                <a:pos x="connsiteX31363" y="connsiteY31363"/>
              </a:cxn>
              <a:cxn ang="0">
                <a:pos x="connsiteX31364" y="connsiteY31364"/>
              </a:cxn>
              <a:cxn ang="0">
                <a:pos x="connsiteX31365" y="connsiteY31365"/>
              </a:cxn>
              <a:cxn ang="0">
                <a:pos x="connsiteX31366" y="connsiteY31366"/>
              </a:cxn>
              <a:cxn ang="0">
                <a:pos x="connsiteX31367" y="connsiteY31367"/>
              </a:cxn>
              <a:cxn ang="0">
                <a:pos x="connsiteX31368" y="connsiteY31368"/>
              </a:cxn>
              <a:cxn ang="0">
                <a:pos x="connsiteX31369" y="connsiteY31369"/>
              </a:cxn>
              <a:cxn ang="0">
                <a:pos x="connsiteX31370" y="connsiteY31370"/>
              </a:cxn>
              <a:cxn ang="0">
                <a:pos x="connsiteX31371" y="connsiteY31371"/>
              </a:cxn>
              <a:cxn ang="0">
                <a:pos x="connsiteX31372" y="connsiteY31372"/>
              </a:cxn>
              <a:cxn ang="0">
                <a:pos x="connsiteX31373" y="connsiteY31373"/>
              </a:cxn>
              <a:cxn ang="0">
                <a:pos x="connsiteX31374" y="connsiteY31374"/>
              </a:cxn>
              <a:cxn ang="0">
                <a:pos x="connsiteX31375" y="connsiteY31375"/>
              </a:cxn>
              <a:cxn ang="0">
                <a:pos x="connsiteX31376" y="connsiteY31376"/>
              </a:cxn>
              <a:cxn ang="0">
                <a:pos x="connsiteX31377" y="connsiteY31377"/>
              </a:cxn>
              <a:cxn ang="0">
                <a:pos x="connsiteX31378" y="connsiteY31378"/>
              </a:cxn>
              <a:cxn ang="0">
                <a:pos x="connsiteX31379" y="connsiteY31379"/>
              </a:cxn>
              <a:cxn ang="0">
                <a:pos x="connsiteX31380" y="connsiteY31380"/>
              </a:cxn>
              <a:cxn ang="0">
                <a:pos x="connsiteX31381" y="connsiteY31381"/>
              </a:cxn>
              <a:cxn ang="0">
                <a:pos x="connsiteX31382" y="connsiteY31382"/>
              </a:cxn>
              <a:cxn ang="0">
                <a:pos x="connsiteX31383" y="connsiteY31383"/>
              </a:cxn>
              <a:cxn ang="0">
                <a:pos x="connsiteX31384" y="connsiteY31384"/>
              </a:cxn>
              <a:cxn ang="0">
                <a:pos x="connsiteX31385" y="connsiteY31385"/>
              </a:cxn>
              <a:cxn ang="0">
                <a:pos x="connsiteX31386" y="connsiteY31386"/>
              </a:cxn>
              <a:cxn ang="0">
                <a:pos x="connsiteX31387" y="connsiteY31387"/>
              </a:cxn>
              <a:cxn ang="0">
                <a:pos x="connsiteX31388" y="connsiteY31388"/>
              </a:cxn>
              <a:cxn ang="0">
                <a:pos x="connsiteX31389" y="connsiteY31389"/>
              </a:cxn>
              <a:cxn ang="0">
                <a:pos x="connsiteX31390" y="connsiteY31390"/>
              </a:cxn>
              <a:cxn ang="0">
                <a:pos x="connsiteX31391" y="connsiteY31391"/>
              </a:cxn>
              <a:cxn ang="0">
                <a:pos x="connsiteX31392" y="connsiteY31392"/>
              </a:cxn>
              <a:cxn ang="0">
                <a:pos x="connsiteX31393" y="connsiteY31393"/>
              </a:cxn>
              <a:cxn ang="0">
                <a:pos x="connsiteX31394" y="connsiteY31394"/>
              </a:cxn>
              <a:cxn ang="0">
                <a:pos x="connsiteX31395" y="connsiteY31395"/>
              </a:cxn>
              <a:cxn ang="0">
                <a:pos x="connsiteX31396" y="connsiteY31396"/>
              </a:cxn>
              <a:cxn ang="0">
                <a:pos x="connsiteX31397" y="connsiteY31397"/>
              </a:cxn>
              <a:cxn ang="0">
                <a:pos x="connsiteX31398" y="connsiteY31398"/>
              </a:cxn>
              <a:cxn ang="0">
                <a:pos x="connsiteX31399" y="connsiteY31399"/>
              </a:cxn>
              <a:cxn ang="0">
                <a:pos x="connsiteX31400" y="connsiteY31400"/>
              </a:cxn>
              <a:cxn ang="0">
                <a:pos x="connsiteX31401" y="connsiteY31401"/>
              </a:cxn>
              <a:cxn ang="0">
                <a:pos x="connsiteX31402" y="connsiteY31402"/>
              </a:cxn>
              <a:cxn ang="0">
                <a:pos x="connsiteX31403" y="connsiteY31403"/>
              </a:cxn>
              <a:cxn ang="0">
                <a:pos x="connsiteX31404" y="connsiteY31404"/>
              </a:cxn>
              <a:cxn ang="0">
                <a:pos x="connsiteX31405" y="connsiteY31405"/>
              </a:cxn>
              <a:cxn ang="0">
                <a:pos x="connsiteX31406" y="connsiteY31406"/>
              </a:cxn>
              <a:cxn ang="0">
                <a:pos x="connsiteX31407" y="connsiteY31407"/>
              </a:cxn>
              <a:cxn ang="0">
                <a:pos x="connsiteX31408" y="connsiteY31408"/>
              </a:cxn>
              <a:cxn ang="0">
                <a:pos x="connsiteX31409" y="connsiteY31409"/>
              </a:cxn>
              <a:cxn ang="0">
                <a:pos x="connsiteX31410" y="connsiteY31410"/>
              </a:cxn>
              <a:cxn ang="0">
                <a:pos x="connsiteX31411" y="connsiteY31411"/>
              </a:cxn>
              <a:cxn ang="0">
                <a:pos x="connsiteX31412" y="connsiteY31412"/>
              </a:cxn>
              <a:cxn ang="0">
                <a:pos x="connsiteX31413" y="connsiteY31413"/>
              </a:cxn>
              <a:cxn ang="0">
                <a:pos x="connsiteX31414" y="connsiteY31414"/>
              </a:cxn>
              <a:cxn ang="0">
                <a:pos x="connsiteX31415" y="connsiteY31415"/>
              </a:cxn>
              <a:cxn ang="0">
                <a:pos x="connsiteX31416" y="connsiteY31416"/>
              </a:cxn>
              <a:cxn ang="0">
                <a:pos x="connsiteX31417" y="connsiteY31417"/>
              </a:cxn>
              <a:cxn ang="0">
                <a:pos x="connsiteX31418" y="connsiteY31418"/>
              </a:cxn>
              <a:cxn ang="0">
                <a:pos x="connsiteX31419" y="connsiteY31419"/>
              </a:cxn>
              <a:cxn ang="0">
                <a:pos x="connsiteX31420" y="connsiteY31420"/>
              </a:cxn>
              <a:cxn ang="0">
                <a:pos x="connsiteX31421" y="connsiteY31421"/>
              </a:cxn>
              <a:cxn ang="0">
                <a:pos x="connsiteX31422" y="connsiteY31422"/>
              </a:cxn>
              <a:cxn ang="0">
                <a:pos x="connsiteX31423" y="connsiteY31423"/>
              </a:cxn>
              <a:cxn ang="0">
                <a:pos x="connsiteX31424" y="connsiteY31424"/>
              </a:cxn>
              <a:cxn ang="0">
                <a:pos x="connsiteX31425" y="connsiteY31425"/>
              </a:cxn>
              <a:cxn ang="0">
                <a:pos x="connsiteX31426" y="connsiteY31426"/>
              </a:cxn>
              <a:cxn ang="0">
                <a:pos x="connsiteX31427" y="connsiteY31427"/>
              </a:cxn>
              <a:cxn ang="0">
                <a:pos x="connsiteX31428" y="connsiteY31428"/>
              </a:cxn>
              <a:cxn ang="0">
                <a:pos x="connsiteX31429" y="connsiteY31429"/>
              </a:cxn>
              <a:cxn ang="0">
                <a:pos x="connsiteX31430" y="connsiteY31430"/>
              </a:cxn>
              <a:cxn ang="0">
                <a:pos x="connsiteX31431" y="connsiteY31431"/>
              </a:cxn>
              <a:cxn ang="0">
                <a:pos x="connsiteX31432" y="connsiteY31432"/>
              </a:cxn>
              <a:cxn ang="0">
                <a:pos x="connsiteX31433" y="connsiteY31433"/>
              </a:cxn>
              <a:cxn ang="0">
                <a:pos x="connsiteX31434" y="connsiteY31434"/>
              </a:cxn>
              <a:cxn ang="0">
                <a:pos x="connsiteX31435" y="connsiteY31435"/>
              </a:cxn>
              <a:cxn ang="0">
                <a:pos x="connsiteX31436" y="connsiteY31436"/>
              </a:cxn>
              <a:cxn ang="0">
                <a:pos x="connsiteX31437" y="connsiteY31437"/>
              </a:cxn>
              <a:cxn ang="0">
                <a:pos x="connsiteX31438" y="connsiteY31438"/>
              </a:cxn>
              <a:cxn ang="0">
                <a:pos x="connsiteX31439" y="connsiteY31439"/>
              </a:cxn>
              <a:cxn ang="0">
                <a:pos x="connsiteX31440" y="connsiteY31440"/>
              </a:cxn>
              <a:cxn ang="0">
                <a:pos x="connsiteX31441" y="connsiteY31441"/>
              </a:cxn>
              <a:cxn ang="0">
                <a:pos x="connsiteX31442" y="connsiteY31442"/>
              </a:cxn>
              <a:cxn ang="0">
                <a:pos x="connsiteX31443" y="connsiteY31443"/>
              </a:cxn>
              <a:cxn ang="0">
                <a:pos x="connsiteX31444" y="connsiteY31444"/>
              </a:cxn>
              <a:cxn ang="0">
                <a:pos x="connsiteX31445" y="connsiteY31445"/>
              </a:cxn>
              <a:cxn ang="0">
                <a:pos x="connsiteX31446" y="connsiteY31446"/>
              </a:cxn>
              <a:cxn ang="0">
                <a:pos x="connsiteX31447" y="connsiteY31447"/>
              </a:cxn>
              <a:cxn ang="0">
                <a:pos x="connsiteX31448" y="connsiteY31448"/>
              </a:cxn>
              <a:cxn ang="0">
                <a:pos x="connsiteX31449" y="connsiteY31449"/>
              </a:cxn>
              <a:cxn ang="0">
                <a:pos x="connsiteX31450" y="connsiteY31450"/>
              </a:cxn>
              <a:cxn ang="0">
                <a:pos x="connsiteX31451" y="connsiteY31451"/>
              </a:cxn>
              <a:cxn ang="0">
                <a:pos x="connsiteX31452" y="connsiteY31452"/>
              </a:cxn>
              <a:cxn ang="0">
                <a:pos x="connsiteX31453" y="connsiteY31453"/>
              </a:cxn>
              <a:cxn ang="0">
                <a:pos x="connsiteX31454" y="connsiteY31454"/>
              </a:cxn>
              <a:cxn ang="0">
                <a:pos x="connsiteX31455" y="connsiteY31455"/>
              </a:cxn>
              <a:cxn ang="0">
                <a:pos x="connsiteX31456" y="connsiteY31456"/>
              </a:cxn>
              <a:cxn ang="0">
                <a:pos x="connsiteX31457" y="connsiteY31457"/>
              </a:cxn>
              <a:cxn ang="0">
                <a:pos x="connsiteX31458" y="connsiteY31458"/>
              </a:cxn>
              <a:cxn ang="0">
                <a:pos x="connsiteX31459" y="connsiteY31459"/>
              </a:cxn>
              <a:cxn ang="0">
                <a:pos x="connsiteX31460" y="connsiteY31460"/>
              </a:cxn>
              <a:cxn ang="0">
                <a:pos x="connsiteX31461" y="connsiteY31461"/>
              </a:cxn>
              <a:cxn ang="0">
                <a:pos x="connsiteX31462" y="connsiteY31462"/>
              </a:cxn>
              <a:cxn ang="0">
                <a:pos x="connsiteX31463" y="connsiteY31463"/>
              </a:cxn>
              <a:cxn ang="0">
                <a:pos x="connsiteX31464" y="connsiteY31464"/>
              </a:cxn>
              <a:cxn ang="0">
                <a:pos x="connsiteX31465" y="connsiteY31465"/>
              </a:cxn>
              <a:cxn ang="0">
                <a:pos x="connsiteX31466" y="connsiteY31466"/>
              </a:cxn>
              <a:cxn ang="0">
                <a:pos x="connsiteX31467" y="connsiteY31467"/>
              </a:cxn>
              <a:cxn ang="0">
                <a:pos x="connsiteX31468" y="connsiteY31468"/>
              </a:cxn>
              <a:cxn ang="0">
                <a:pos x="connsiteX31469" y="connsiteY31469"/>
              </a:cxn>
              <a:cxn ang="0">
                <a:pos x="connsiteX31470" y="connsiteY31470"/>
              </a:cxn>
              <a:cxn ang="0">
                <a:pos x="connsiteX31471" y="connsiteY31471"/>
              </a:cxn>
              <a:cxn ang="0">
                <a:pos x="connsiteX31472" y="connsiteY31472"/>
              </a:cxn>
              <a:cxn ang="0">
                <a:pos x="connsiteX31473" y="connsiteY31473"/>
              </a:cxn>
              <a:cxn ang="0">
                <a:pos x="connsiteX31474" y="connsiteY31474"/>
              </a:cxn>
              <a:cxn ang="0">
                <a:pos x="connsiteX31475" y="connsiteY31475"/>
              </a:cxn>
              <a:cxn ang="0">
                <a:pos x="connsiteX31476" y="connsiteY31476"/>
              </a:cxn>
              <a:cxn ang="0">
                <a:pos x="connsiteX31477" y="connsiteY31477"/>
              </a:cxn>
              <a:cxn ang="0">
                <a:pos x="connsiteX31478" y="connsiteY31478"/>
              </a:cxn>
              <a:cxn ang="0">
                <a:pos x="connsiteX31479" y="connsiteY31479"/>
              </a:cxn>
              <a:cxn ang="0">
                <a:pos x="connsiteX31480" y="connsiteY31480"/>
              </a:cxn>
              <a:cxn ang="0">
                <a:pos x="connsiteX31481" y="connsiteY31481"/>
              </a:cxn>
              <a:cxn ang="0">
                <a:pos x="connsiteX31482" y="connsiteY31482"/>
              </a:cxn>
              <a:cxn ang="0">
                <a:pos x="connsiteX31483" y="connsiteY31483"/>
              </a:cxn>
              <a:cxn ang="0">
                <a:pos x="connsiteX31484" y="connsiteY31484"/>
              </a:cxn>
              <a:cxn ang="0">
                <a:pos x="connsiteX31485" y="connsiteY31485"/>
              </a:cxn>
              <a:cxn ang="0">
                <a:pos x="connsiteX31486" y="connsiteY31486"/>
              </a:cxn>
              <a:cxn ang="0">
                <a:pos x="connsiteX31487" y="connsiteY31487"/>
              </a:cxn>
              <a:cxn ang="0">
                <a:pos x="connsiteX31488" y="connsiteY31488"/>
              </a:cxn>
              <a:cxn ang="0">
                <a:pos x="connsiteX31489" y="connsiteY31489"/>
              </a:cxn>
              <a:cxn ang="0">
                <a:pos x="connsiteX31490" y="connsiteY31490"/>
              </a:cxn>
              <a:cxn ang="0">
                <a:pos x="connsiteX31491" y="connsiteY31491"/>
              </a:cxn>
              <a:cxn ang="0">
                <a:pos x="connsiteX31492" y="connsiteY31492"/>
              </a:cxn>
              <a:cxn ang="0">
                <a:pos x="connsiteX31493" y="connsiteY31493"/>
              </a:cxn>
              <a:cxn ang="0">
                <a:pos x="connsiteX31494" y="connsiteY31494"/>
              </a:cxn>
              <a:cxn ang="0">
                <a:pos x="connsiteX31495" y="connsiteY31495"/>
              </a:cxn>
              <a:cxn ang="0">
                <a:pos x="connsiteX31496" y="connsiteY31496"/>
              </a:cxn>
              <a:cxn ang="0">
                <a:pos x="connsiteX31497" y="connsiteY31497"/>
              </a:cxn>
              <a:cxn ang="0">
                <a:pos x="connsiteX31498" y="connsiteY31498"/>
              </a:cxn>
              <a:cxn ang="0">
                <a:pos x="connsiteX31499" y="connsiteY31499"/>
              </a:cxn>
              <a:cxn ang="0">
                <a:pos x="connsiteX31500" y="connsiteY31500"/>
              </a:cxn>
              <a:cxn ang="0">
                <a:pos x="connsiteX31501" y="connsiteY31501"/>
              </a:cxn>
              <a:cxn ang="0">
                <a:pos x="connsiteX31502" y="connsiteY31502"/>
              </a:cxn>
              <a:cxn ang="0">
                <a:pos x="connsiteX31503" y="connsiteY31503"/>
              </a:cxn>
              <a:cxn ang="0">
                <a:pos x="connsiteX31504" y="connsiteY31504"/>
              </a:cxn>
              <a:cxn ang="0">
                <a:pos x="connsiteX31505" y="connsiteY31505"/>
              </a:cxn>
              <a:cxn ang="0">
                <a:pos x="connsiteX31506" y="connsiteY31506"/>
              </a:cxn>
              <a:cxn ang="0">
                <a:pos x="connsiteX31507" y="connsiteY31507"/>
              </a:cxn>
              <a:cxn ang="0">
                <a:pos x="connsiteX31508" y="connsiteY31508"/>
              </a:cxn>
              <a:cxn ang="0">
                <a:pos x="connsiteX31509" y="connsiteY31509"/>
              </a:cxn>
              <a:cxn ang="0">
                <a:pos x="connsiteX31510" y="connsiteY31510"/>
              </a:cxn>
              <a:cxn ang="0">
                <a:pos x="connsiteX31511" y="connsiteY31511"/>
              </a:cxn>
              <a:cxn ang="0">
                <a:pos x="connsiteX31512" y="connsiteY31512"/>
              </a:cxn>
              <a:cxn ang="0">
                <a:pos x="connsiteX31513" y="connsiteY31513"/>
              </a:cxn>
              <a:cxn ang="0">
                <a:pos x="connsiteX31514" y="connsiteY31514"/>
              </a:cxn>
              <a:cxn ang="0">
                <a:pos x="connsiteX31515" y="connsiteY31515"/>
              </a:cxn>
              <a:cxn ang="0">
                <a:pos x="connsiteX31516" y="connsiteY31516"/>
              </a:cxn>
              <a:cxn ang="0">
                <a:pos x="connsiteX31517" y="connsiteY31517"/>
              </a:cxn>
              <a:cxn ang="0">
                <a:pos x="connsiteX31518" y="connsiteY31518"/>
              </a:cxn>
              <a:cxn ang="0">
                <a:pos x="connsiteX31519" y="connsiteY31519"/>
              </a:cxn>
              <a:cxn ang="0">
                <a:pos x="connsiteX31520" y="connsiteY31520"/>
              </a:cxn>
              <a:cxn ang="0">
                <a:pos x="connsiteX31521" y="connsiteY31521"/>
              </a:cxn>
              <a:cxn ang="0">
                <a:pos x="connsiteX31522" y="connsiteY31522"/>
              </a:cxn>
              <a:cxn ang="0">
                <a:pos x="connsiteX31523" y="connsiteY31523"/>
              </a:cxn>
              <a:cxn ang="0">
                <a:pos x="connsiteX31524" y="connsiteY31524"/>
              </a:cxn>
              <a:cxn ang="0">
                <a:pos x="connsiteX31525" y="connsiteY31525"/>
              </a:cxn>
              <a:cxn ang="0">
                <a:pos x="connsiteX31526" y="connsiteY31526"/>
              </a:cxn>
              <a:cxn ang="0">
                <a:pos x="connsiteX31527" y="connsiteY31527"/>
              </a:cxn>
              <a:cxn ang="0">
                <a:pos x="connsiteX31528" y="connsiteY31528"/>
              </a:cxn>
              <a:cxn ang="0">
                <a:pos x="connsiteX31529" y="connsiteY31529"/>
              </a:cxn>
              <a:cxn ang="0">
                <a:pos x="connsiteX31530" y="connsiteY31530"/>
              </a:cxn>
              <a:cxn ang="0">
                <a:pos x="connsiteX31531" y="connsiteY31531"/>
              </a:cxn>
              <a:cxn ang="0">
                <a:pos x="connsiteX31532" y="connsiteY31532"/>
              </a:cxn>
              <a:cxn ang="0">
                <a:pos x="connsiteX31533" y="connsiteY31533"/>
              </a:cxn>
              <a:cxn ang="0">
                <a:pos x="connsiteX31534" y="connsiteY31534"/>
              </a:cxn>
              <a:cxn ang="0">
                <a:pos x="connsiteX31535" y="connsiteY31535"/>
              </a:cxn>
              <a:cxn ang="0">
                <a:pos x="connsiteX31536" y="connsiteY31536"/>
              </a:cxn>
              <a:cxn ang="0">
                <a:pos x="connsiteX31537" y="connsiteY31537"/>
              </a:cxn>
              <a:cxn ang="0">
                <a:pos x="connsiteX31538" y="connsiteY31538"/>
              </a:cxn>
              <a:cxn ang="0">
                <a:pos x="connsiteX31539" y="connsiteY31539"/>
              </a:cxn>
              <a:cxn ang="0">
                <a:pos x="connsiteX31540" y="connsiteY31540"/>
              </a:cxn>
              <a:cxn ang="0">
                <a:pos x="connsiteX31541" y="connsiteY31541"/>
              </a:cxn>
              <a:cxn ang="0">
                <a:pos x="connsiteX31542" y="connsiteY31542"/>
              </a:cxn>
              <a:cxn ang="0">
                <a:pos x="connsiteX31543" y="connsiteY31543"/>
              </a:cxn>
              <a:cxn ang="0">
                <a:pos x="connsiteX31544" y="connsiteY31544"/>
              </a:cxn>
              <a:cxn ang="0">
                <a:pos x="connsiteX31545" y="connsiteY31545"/>
              </a:cxn>
              <a:cxn ang="0">
                <a:pos x="connsiteX31546" y="connsiteY31546"/>
              </a:cxn>
              <a:cxn ang="0">
                <a:pos x="connsiteX31547" y="connsiteY31547"/>
              </a:cxn>
              <a:cxn ang="0">
                <a:pos x="connsiteX31548" y="connsiteY31548"/>
              </a:cxn>
              <a:cxn ang="0">
                <a:pos x="connsiteX31549" y="connsiteY31549"/>
              </a:cxn>
              <a:cxn ang="0">
                <a:pos x="connsiteX31550" y="connsiteY31550"/>
              </a:cxn>
              <a:cxn ang="0">
                <a:pos x="connsiteX31551" y="connsiteY31551"/>
              </a:cxn>
              <a:cxn ang="0">
                <a:pos x="connsiteX31552" y="connsiteY31552"/>
              </a:cxn>
              <a:cxn ang="0">
                <a:pos x="connsiteX31553" y="connsiteY31553"/>
              </a:cxn>
              <a:cxn ang="0">
                <a:pos x="connsiteX31554" y="connsiteY31554"/>
              </a:cxn>
              <a:cxn ang="0">
                <a:pos x="connsiteX31555" y="connsiteY31555"/>
              </a:cxn>
              <a:cxn ang="0">
                <a:pos x="connsiteX31556" y="connsiteY31556"/>
              </a:cxn>
              <a:cxn ang="0">
                <a:pos x="connsiteX31557" y="connsiteY31557"/>
              </a:cxn>
              <a:cxn ang="0">
                <a:pos x="connsiteX31558" y="connsiteY31558"/>
              </a:cxn>
              <a:cxn ang="0">
                <a:pos x="connsiteX31559" y="connsiteY31559"/>
              </a:cxn>
              <a:cxn ang="0">
                <a:pos x="connsiteX31560" y="connsiteY31560"/>
              </a:cxn>
              <a:cxn ang="0">
                <a:pos x="connsiteX31561" y="connsiteY31561"/>
              </a:cxn>
              <a:cxn ang="0">
                <a:pos x="connsiteX31562" y="connsiteY31562"/>
              </a:cxn>
              <a:cxn ang="0">
                <a:pos x="connsiteX31563" y="connsiteY31563"/>
              </a:cxn>
              <a:cxn ang="0">
                <a:pos x="connsiteX31564" y="connsiteY31564"/>
              </a:cxn>
              <a:cxn ang="0">
                <a:pos x="connsiteX31565" y="connsiteY31565"/>
              </a:cxn>
              <a:cxn ang="0">
                <a:pos x="connsiteX31566" y="connsiteY31566"/>
              </a:cxn>
              <a:cxn ang="0">
                <a:pos x="connsiteX31567" y="connsiteY31567"/>
              </a:cxn>
              <a:cxn ang="0">
                <a:pos x="connsiteX31568" y="connsiteY31568"/>
              </a:cxn>
              <a:cxn ang="0">
                <a:pos x="connsiteX31569" y="connsiteY31569"/>
              </a:cxn>
              <a:cxn ang="0">
                <a:pos x="connsiteX31570" y="connsiteY31570"/>
              </a:cxn>
              <a:cxn ang="0">
                <a:pos x="connsiteX31571" y="connsiteY31571"/>
              </a:cxn>
              <a:cxn ang="0">
                <a:pos x="connsiteX31572" y="connsiteY31572"/>
              </a:cxn>
              <a:cxn ang="0">
                <a:pos x="connsiteX31573" y="connsiteY31573"/>
              </a:cxn>
              <a:cxn ang="0">
                <a:pos x="connsiteX31574" y="connsiteY31574"/>
              </a:cxn>
              <a:cxn ang="0">
                <a:pos x="connsiteX31575" y="connsiteY31575"/>
              </a:cxn>
              <a:cxn ang="0">
                <a:pos x="connsiteX31576" y="connsiteY31576"/>
              </a:cxn>
              <a:cxn ang="0">
                <a:pos x="connsiteX31577" y="connsiteY31577"/>
              </a:cxn>
              <a:cxn ang="0">
                <a:pos x="connsiteX31578" y="connsiteY31578"/>
              </a:cxn>
              <a:cxn ang="0">
                <a:pos x="connsiteX31579" y="connsiteY31579"/>
              </a:cxn>
              <a:cxn ang="0">
                <a:pos x="connsiteX31580" y="connsiteY31580"/>
              </a:cxn>
              <a:cxn ang="0">
                <a:pos x="connsiteX31581" y="connsiteY31581"/>
              </a:cxn>
              <a:cxn ang="0">
                <a:pos x="connsiteX31582" y="connsiteY31582"/>
              </a:cxn>
              <a:cxn ang="0">
                <a:pos x="connsiteX31583" y="connsiteY31583"/>
              </a:cxn>
              <a:cxn ang="0">
                <a:pos x="connsiteX31584" y="connsiteY31584"/>
              </a:cxn>
              <a:cxn ang="0">
                <a:pos x="connsiteX31585" y="connsiteY31585"/>
              </a:cxn>
              <a:cxn ang="0">
                <a:pos x="connsiteX31586" y="connsiteY31586"/>
              </a:cxn>
              <a:cxn ang="0">
                <a:pos x="connsiteX31587" y="connsiteY31587"/>
              </a:cxn>
              <a:cxn ang="0">
                <a:pos x="connsiteX31588" y="connsiteY31588"/>
              </a:cxn>
              <a:cxn ang="0">
                <a:pos x="connsiteX31589" y="connsiteY31589"/>
              </a:cxn>
              <a:cxn ang="0">
                <a:pos x="connsiteX31590" y="connsiteY31590"/>
              </a:cxn>
              <a:cxn ang="0">
                <a:pos x="connsiteX31591" y="connsiteY31591"/>
              </a:cxn>
              <a:cxn ang="0">
                <a:pos x="connsiteX31592" y="connsiteY31592"/>
              </a:cxn>
              <a:cxn ang="0">
                <a:pos x="connsiteX31593" y="connsiteY31593"/>
              </a:cxn>
              <a:cxn ang="0">
                <a:pos x="connsiteX31594" y="connsiteY31594"/>
              </a:cxn>
              <a:cxn ang="0">
                <a:pos x="connsiteX31595" y="connsiteY31595"/>
              </a:cxn>
              <a:cxn ang="0">
                <a:pos x="connsiteX31596" y="connsiteY31596"/>
              </a:cxn>
              <a:cxn ang="0">
                <a:pos x="connsiteX31597" y="connsiteY31597"/>
              </a:cxn>
              <a:cxn ang="0">
                <a:pos x="connsiteX31598" y="connsiteY31598"/>
              </a:cxn>
              <a:cxn ang="0">
                <a:pos x="connsiteX31599" y="connsiteY31599"/>
              </a:cxn>
              <a:cxn ang="0">
                <a:pos x="connsiteX31600" y="connsiteY31600"/>
              </a:cxn>
              <a:cxn ang="0">
                <a:pos x="connsiteX31601" y="connsiteY31601"/>
              </a:cxn>
              <a:cxn ang="0">
                <a:pos x="connsiteX31602" y="connsiteY31602"/>
              </a:cxn>
              <a:cxn ang="0">
                <a:pos x="connsiteX31603" y="connsiteY31603"/>
              </a:cxn>
              <a:cxn ang="0">
                <a:pos x="connsiteX31604" y="connsiteY31604"/>
              </a:cxn>
              <a:cxn ang="0">
                <a:pos x="connsiteX31605" y="connsiteY31605"/>
              </a:cxn>
              <a:cxn ang="0">
                <a:pos x="connsiteX31606" y="connsiteY31606"/>
              </a:cxn>
              <a:cxn ang="0">
                <a:pos x="connsiteX31607" y="connsiteY31607"/>
              </a:cxn>
              <a:cxn ang="0">
                <a:pos x="connsiteX31608" y="connsiteY31608"/>
              </a:cxn>
              <a:cxn ang="0">
                <a:pos x="connsiteX31609" y="connsiteY31609"/>
              </a:cxn>
              <a:cxn ang="0">
                <a:pos x="connsiteX31610" y="connsiteY31610"/>
              </a:cxn>
              <a:cxn ang="0">
                <a:pos x="connsiteX31611" y="connsiteY31611"/>
              </a:cxn>
              <a:cxn ang="0">
                <a:pos x="connsiteX31612" y="connsiteY31612"/>
              </a:cxn>
              <a:cxn ang="0">
                <a:pos x="connsiteX31613" y="connsiteY31613"/>
              </a:cxn>
              <a:cxn ang="0">
                <a:pos x="connsiteX31614" y="connsiteY31614"/>
              </a:cxn>
              <a:cxn ang="0">
                <a:pos x="connsiteX31615" y="connsiteY31615"/>
              </a:cxn>
              <a:cxn ang="0">
                <a:pos x="connsiteX31616" y="connsiteY31616"/>
              </a:cxn>
              <a:cxn ang="0">
                <a:pos x="connsiteX31617" y="connsiteY31617"/>
              </a:cxn>
              <a:cxn ang="0">
                <a:pos x="connsiteX31618" y="connsiteY31618"/>
              </a:cxn>
              <a:cxn ang="0">
                <a:pos x="connsiteX31619" y="connsiteY31619"/>
              </a:cxn>
              <a:cxn ang="0">
                <a:pos x="connsiteX31620" y="connsiteY31620"/>
              </a:cxn>
              <a:cxn ang="0">
                <a:pos x="connsiteX31621" y="connsiteY31621"/>
              </a:cxn>
              <a:cxn ang="0">
                <a:pos x="connsiteX31622" y="connsiteY31622"/>
              </a:cxn>
              <a:cxn ang="0">
                <a:pos x="connsiteX31623" y="connsiteY31623"/>
              </a:cxn>
              <a:cxn ang="0">
                <a:pos x="connsiteX31624" y="connsiteY31624"/>
              </a:cxn>
              <a:cxn ang="0">
                <a:pos x="connsiteX31625" y="connsiteY31625"/>
              </a:cxn>
              <a:cxn ang="0">
                <a:pos x="connsiteX31626" y="connsiteY31626"/>
              </a:cxn>
              <a:cxn ang="0">
                <a:pos x="connsiteX31627" y="connsiteY31627"/>
              </a:cxn>
              <a:cxn ang="0">
                <a:pos x="connsiteX31628" y="connsiteY31628"/>
              </a:cxn>
              <a:cxn ang="0">
                <a:pos x="connsiteX31629" y="connsiteY31629"/>
              </a:cxn>
              <a:cxn ang="0">
                <a:pos x="connsiteX31630" y="connsiteY31630"/>
              </a:cxn>
              <a:cxn ang="0">
                <a:pos x="connsiteX31631" y="connsiteY31631"/>
              </a:cxn>
              <a:cxn ang="0">
                <a:pos x="connsiteX31632" y="connsiteY31632"/>
              </a:cxn>
              <a:cxn ang="0">
                <a:pos x="connsiteX31633" y="connsiteY31633"/>
              </a:cxn>
              <a:cxn ang="0">
                <a:pos x="connsiteX31634" y="connsiteY31634"/>
              </a:cxn>
              <a:cxn ang="0">
                <a:pos x="connsiteX31635" y="connsiteY31635"/>
              </a:cxn>
              <a:cxn ang="0">
                <a:pos x="connsiteX31636" y="connsiteY31636"/>
              </a:cxn>
              <a:cxn ang="0">
                <a:pos x="connsiteX31637" y="connsiteY31637"/>
              </a:cxn>
              <a:cxn ang="0">
                <a:pos x="connsiteX31638" y="connsiteY31638"/>
              </a:cxn>
              <a:cxn ang="0">
                <a:pos x="connsiteX31639" y="connsiteY31639"/>
              </a:cxn>
              <a:cxn ang="0">
                <a:pos x="connsiteX31640" y="connsiteY31640"/>
              </a:cxn>
              <a:cxn ang="0">
                <a:pos x="connsiteX31641" y="connsiteY31641"/>
              </a:cxn>
              <a:cxn ang="0">
                <a:pos x="connsiteX31642" y="connsiteY31642"/>
              </a:cxn>
              <a:cxn ang="0">
                <a:pos x="connsiteX31643" y="connsiteY31643"/>
              </a:cxn>
              <a:cxn ang="0">
                <a:pos x="connsiteX31644" y="connsiteY31644"/>
              </a:cxn>
              <a:cxn ang="0">
                <a:pos x="connsiteX31645" y="connsiteY31645"/>
              </a:cxn>
              <a:cxn ang="0">
                <a:pos x="connsiteX31646" y="connsiteY31646"/>
              </a:cxn>
              <a:cxn ang="0">
                <a:pos x="connsiteX31647" y="connsiteY31647"/>
              </a:cxn>
              <a:cxn ang="0">
                <a:pos x="connsiteX31648" y="connsiteY31648"/>
              </a:cxn>
              <a:cxn ang="0">
                <a:pos x="connsiteX31649" y="connsiteY31649"/>
              </a:cxn>
              <a:cxn ang="0">
                <a:pos x="connsiteX31650" y="connsiteY31650"/>
              </a:cxn>
              <a:cxn ang="0">
                <a:pos x="connsiteX31651" y="connsiteY31651"/>
              </a:cxn>
              <a:cxn ang="0">
                <a:pos x="connsiteX31652" y="connsiteY31652"/>
              </a:cxn>
              <a:cxn ang="0">
                <a:pos x="connsiteX31653" y="connsiteY31653"/>
              </a:cxn>
              <a:cxn ang="0">
                <a:pos x="connsiteX31654" y="connsiteY31654"/>
              </a:cxn>
              <a:cxn ang="0">
                <a:pos x="connsiteX31655" y="connsiteY31655"/>
              </a:cxn>
              <a:cxn ang="0">
                <a:pos x="connsiteX31656" y="connsiteY31656"/>
              </a:cxn>
              <a:cxn ang="0">
                <a:pos x="connsiteX31657" y="connsiteY31657"/>
              </a:cxn>
              <a:cxn ang="0">
                <a:pos x="connsiteX31658" y="connsiteY31658"/>
              </a:cxn>
              <a:cxn ang="0">
                <a:pos x="connsiteX31659" y="connsiteY31659"/>
              </a:cxn>
              <a:cxn ang="0">
                <a:pos x="connsiteX31660" y="connsiteY31660"/>
              </a:cxn>
              <a:cxn ang="0">
                <a:pos x="connsiteX31661" y="connsiteY31661"/>
              </a:cxn>
              <a:cxn ang="0">
                <a:pos x="connsiteX31662" y="connsiteY31662"/>
              </a:cxn>
              <a:cxn ang="0">
                <a:pos x="connsiteX31663" y="connsiteY31663"/>
              </a:cxn>
              <a:cxn ang="0">
                <a:pos x="connsiteX31664" y="connsiteY31664"/>
              </a:cxn>
              <a:cxn ang="0">
                <a:pos x="connsiteX31665" y="connsiteY31665"/>
              </a:cxn>
              <a:cxn ang="0">
                <a:pos x="connsiteX31666" y="connsiteY31666"/>
              </a:cxn>
              <a:cxn ang="0">
                <a:pos x="connsiteX31667" y="connsiteY31667"/>
              </a:cxn>
              <a:cxn ang="0">
                <a:pos x="connsiteX31668" y="connsiteY31668"/>
              </a:cxn>
              <a:cxn ang="0">
                <a:pos x="connsiteX31669" y="connsiteY31669"/>
              </a:cxn>
              <a:cxn ang="0">
                <a:pos x="connsiteX31670" y="connsiteY31670"/>
              </a:cxn>
              <a:cxn ang="0">
                <a:pos x="connsiteX31671" y="connsiteY31671"/>
              </a:cxn>
              <a:cxn ang="0">
                <a:pos x="connsiteX31672" y="connsiteY31672"/>
              </a:cxn>
              <a:cxn ang="0">
                <a:pos x="connsiteX31673" y="connsiteY31673"/>
              </a:cxn>
              <a:cxn ang="0">
                <a:pos x="connsiteX31674" y="connsiteY31674"/>
              </a:cxn>
              <a:cxn ang="0">
                <a:pos x="connsiteX31675" y="connsiteY31675"/>
              </a:cxn>
              <a:cxn ang="0">
                <a:pos x="connsiteX31676" y="connsiteY31676"/>
              </a:cxn>
              <a:cxn ang="0">
                <a:pos x="connsiteX31677" y="connsiteY31677"/>
              </a:cxn>
              <a:cxn ang="0">
                <a:pos x="connsiteX31678" y="connsiteY31678"/>
              </a:cxn>
              <a:cxn ang="0">
                <a:pos x="connsiteX31679" y="connsiteY31679"/>
              </a:cxn>
              <a:cxn ang="0">
                <a:pos x="connsiteX31680" y="connsiteY31680"/>
              </a:cxn>
              <a:cxn ang="0">
                <a:pos x="connsiteX31681" y="connsiteY31681"/>
              </a:cxn>
              <a:cxn ang="0">
                <a:pos x="connsiteX31682" y="connsiteY31682"/>
              </a:cxn>
              <a:cxn ang="0">
                <a:pos x="connsiteX31683" y="connsiteY31683"/>
              </a:cxn>
              <a:cxn ang="0">
                <a:pos x="connsiteX31684" y="connsiteY31684"/>
              </a:cxn>
              <a:cxn ang="0">
                <a:pos x="connsiteX31685" y="connsiteY31685"/>
              </a:cxn>
              <a:cxn ang="0">
                <a:pos x="connsiteX31686" y="connsiteY31686"/>
              </a:cxn>
              <a:cxn ang="0">
                <a:pos x="connsiteX31687" y="connsiteY31687"/>
              </a:cxn>
              <a:cxn ang="0">
                <a:pos x="connsiteX31688" y="connsiteY31688"/>
              </a:cxn>
              <a:cxn ang="0">
                <a:pos x="connsiteX31689" y="connsiteY31689"/>
              </a:cxn>
              <a:cxn ang="0">
                <a:pos x="connsiteX31690" y="connsiteY31690"/>
              </a:cxn>
              <a:cxn ang="0">
                <a:pos x="connsiteX31691" y="connsiteY31691"/>
              </a:cxn>
              <a:cxn ang="0">
                <a:pos x="connsiteX31692" y="connsiteY31692"/>
              </a:cxn>
              <a:cxn ang="0">
                <a:pos x="connsiteX31693" y="connsiteY31693"/>
              </a:cxn>
              <a:cxn ang="0">
                <a:pos x="connsiteX31694" y="connsiteY31694"/>
              </a:cxn>
              <a:cxn ang="0">
                <a:pos x="connsiteX31695" y="connsiteY31695"/>
              </a:cxn>
              <a:cxn ang="0">
                <a:pos x="connsiteX31696" y="connsiteY31696"/>
              </a:cxn>
              <a:cxn ang="0">
                <a:pos x="connsiteX31697" y="connsiteY31697"/>
              </a:cxn>
              <a:cxn ang="0">
                <a:pos x="connsiteX31698" y="connsiteY31698"/>
              </a:cxn>
              <a:cxn ang="0">
                <a:pos x="connsiteX31699" y="connsiteY31699"/>
              </a:cxn>
              <a:cxn ang="0">
                <a:pos x="connsiteX31700" y="connsiteY31700"/>
              </a:cxn>
              <a:cxn ang="0">
                <a:pos x="connsiteX31701" y="connsiteY31701"/>
              </a:cxn>
              <a:cxn ang="0">
                <a:pos x="connsiteX31702" y="connsiteY31702"/>
              </a:cxn>
              <a:cxn ang="0">
                <a:pos x="connsiteX31703" y="connsiteY31703"/>
              </a:cxn>
              <a:cxn ang="0">
                <a:pos x="connsiteX31704" y="connsiteY31704"/>
              </a:cxn>
              <a:cxn ang="0">
                <a:pos x="connsiteX31705" y="connsiteY31705"/>
              </a:cxn>
              <a:cxn ang="0">
                <a:pos x="connsiteX31706" y="connsiteY31706"/>
              </a:cxn>
              <a:cxn ang="0">
                <a:pos x="connsiteX31707" y="connsiteY31707"/>
              </a:cxn>
              <a:cxn ang="0">
                <a:pos x="connsiteX31708" y="connsiteY31708"/>
              </a:cxn>
              <a:cxn ang="0">
                <a:pos x="connsiteX31709" y="connsiteY31709"/>
              </a:cxn>
              <a:cxn ang="0">
                <a:pos x="connsiteX31710" y="connsiteY31710"/>
              </a:cxn>
              <a:cxn ang="0">
                <a:pos x="connsiteX31711" y="connsiteY31711"/>
              </a:cxn>
              <a:cxn ang="0">
                <a:pos x="connsiteX31712" y="connsiteY31712"/>
              </a:cxn>
              <a:cxn ang="0">
                <a:pos x="connsiteX31713" y="connsiteY31713"/>
              </a:cxn>
              <a:cxn ang="0">
                <a:pos x="connsiteX31714" y="connsiteY31714"/>
              </a:cxn>
              <a:cxn ang="0">
                <a:pos x="connsiteX31715" y="connsiteY31715"/>
              </a:cxn>
              <a:cxn ang="0">
                <a:pos x="connsiteX31716" y="connsiteY31716"/>
              </a:cxn>
              <a:cxn ang="0">
                <a:pos x="connsiteX31717" y="connsiteY31717"/>
              </a:cxn>
              <a:cxn ang="0">
                <a:pos x="connsiteX31718" y="connsiteY31718"/>
              </a:cxn>
              <a:cxn ang="0">
                <a:pos x="connsiteX31719" y="connsiteY31719"/>
              </a:cxn>
              <a:cxn ang="0">
                <a:pos x="connsiteX31720" y="connsiteY31720"/>
              </a:cxn>
              <a:cxn ang="0">
                <a:pos x="connsiteX31721" y="connsiteY31721"/>
              </a:cxn>
              <a:cxn ang="0">
                <a:pos x="connsiteX31722" y="connsiteY31722"/>
              </a:cxn>
              <a:cxn ang="0">
                <a:pos x="connsiteX31723" y="connsiteY31723"/>
              </a:cxn>
              <a:cxn ang="0">
                <a:pos x="connsiteX31724" y="connsiteY31724"/>
              </a:cxn>
              <a:cxn ang="0">
                <a:pos x="connsiteX31725" y="connsiteY31725"/>
              </a:cxn>
              <a:cxn ang="0">
                <a:pos x="connsiteX31726" y="connsiteY31726"/>
              </a:cxn>
              <a:cxn ang="0">
                <a:pos x="connsiteX31727" y="connsiteY31727"/>
              </a:cxn>
              <a:cxn ang="0">
                <a:pos x="connsiteX31728" y="connsiteY31728"/>
              </a:cxn>
              <a:cxn ang="0">
                <a:pos x="connsiteX31729" y="connsiteY31729"/>
              </a:cxn>
              <a:cxn ang="0">
                <a:pos x="connsiteX31730" y="connsiteY31730"/>
              </a:cxn>
              <a:cxn ang="0">
                <a:pos x="connsiteX31731" y="connsiteY31731"/>
              </a:cxn>
              <a:cxn ang="0">
                <a:pos x="connsiteX31732" y="connsiteY31732"/>
              </a:cxn>
              <a:cxn ang="0">
                <a:pos x="connsiteX31733" y="connsiteY31733"/>
              </a:cxn>
              <a:cxn ang="0">
                <a:pos x="connsiteX31734" y="connsiteY31734"/>
              </a:cxn>
              <a:cxn ang="0">
                <a:pos x="connsiteX31735" y="connsiteY31735"/>
              </a:cxn>
              <a:cxn ang="0">
                <a:pos x="connsiteX31736" y="connsiteY31736"/>
              </a:cxn>
              <a:cxn ang="0">
                <a:pos x="connsiteX31737" y="connsiteY31737"/>
              </a:cxn>
              <a:cxn ang="0">
                <a:pos x="connsiteX31738" y="connsiteY31738"/>
              </a:cxn>
              <a:cxn ang="0">
                <a:pos x="connsiteX31739" y="connsiteY31739"/>
              </a:cxn>
              <a:cxn ang="0">
                <a:pos x="connsiteX31740" y="connsiteY31740"/>
              </a:cxn>
              <a:cxn ang="0">
                <a:pos x="connsiteX31741" y="connsiteY31741"/>
              </a:cxn>
              <a:cxn ang="0">
                <a:pos x="connsiteX31742" y="connsiteY31742"/>
              </a:cxn>
              <a:cxn ang="0">
                <a:pos x="connsiteX31743" y="connsiteY31743"/>
              </a:cxn>
              <a:cxn ang="0">
                <a:pos x="connsiteX31744" y="connsiteY31744"/>
              </a:cxn>
              <a:cxn ang="0">
                <a:pos x="connsiteX31745" y="connsiteY31745"/>
              </a:cxn>
              <a:cxn ang="0">
                <a:pos x="connsiteX31746" y="connsiteY31746"/>
              </a:cxn>
              <a:cxn ang="0">
                <a:pos x="connsiteX31747" y="connsiteY31747"/>
              </a:cxn>
              <a:cxn ang="0">
                <a:pos x="connsiteX31748" y="connsiteY31748"/>
              </a:cxn>
              <a:cxn ang="0">
                <a:pos x="connsiteX31749" y="connsiteY31749"/>
              </a:cxn>
              <a:cxn ang="0">
                <a:pos x="connsiteX31750" y="connsiteY31750"/>
              </a:cxn>
              <a:cxn ang="0">
                <a:pos x="connsiteX31751" y="connsiteY31751"/>
              </a:cxn>
              <a:cxn ang="0">
                <a:pos x="connsiteX31752" y="connsiteY31752"/>
              </a:cxn>
              <a:cxn ang="0">
                <a:pos x="connsiteX31753" y="connsiteY31753"/>
              </a:cxn>
              <a:cxn ang="0">
                <a:pos x="connsiteX31754" y="connsiteY31754"/>
              </a:cxn>
              <a:cxn ang="0">
                <a:pos x="connsiteX31755" y="connsiteY31755"/>
              </a:cxn>
              <a:cxn ang="0">
                <a:pos x="connsiteX31756" y="connsiteY31756"/>
              </a:cxn>
              <a:cxn ang="0">
                <a:pos x="connsiteX31757" y="connsiteY31757"/>
              </a:cxn>
              <a:cxn ang="0">
                <a:pos x="connsiteX31758" y="connsiteY31758"/>
              </a:cxn>
              <a:cxn ang="0">
                <a:pos x="connsiteX31759" y="connsiteY31759"/>
              </a:cxn>
              <a:cxn ang="0">
                <a:pos x="connsiteX31760" y="connsiteY31760"/>
              </a:cxn>
              <a:cxn ang="0">
                <a:pos x="connsiteX31761" y="connsiteY31761"/>
              </a:cxn>
              <a:cxn ang="0">
                <a:pos x="connsiteX31762" y="connsiteY31762"/>
              </a:cxn>
              <a:cxn ang="0">
                <a:pos x="connsiteX31763" y="connsiteY31763"/>
              </a:cxn>
              <a:cxn ang="0">
                <a:pos x="connsiteX31764" y="connsiteY31764"/>
              </a:cxn>
              <a:cxn ang="0">
                <a:pos x="connsiteX31765" y="connsiteY31765"/>
              </a:cxn>
              <a:cxn ang="0">
                <a:pos x="connsiteX31766" y="connsiteY31766"/>
              </a:cxn>
              <a:cxn ang="0">
                <a:pos x="connsiteX31767" y="connsiteY31767"/>
              </a:cxn>
              <a:cxn ang="0">
                <a:pos x="connsiteX31768" y="connsiteY31768"/>
              </a:cxn>
              <a:cxn ang="0">
                <a:pos x="connsiteX31769" y="connsiteY31769"/>
              </a:cxn>
              <a:cxn ang="0">
                <a:pos x="connsiteX31770" y="connsiteY31770"/>
              </a:cxn>
              <a:cxn ang="0">
                <a:pos x="connsiteX31771" y="connsiteY31771"/>
              </a:cxn>
              <a:cxn ang="0">
                <a:pos x="connsiteX31772" y="connsiteY31772"/>
              </a:cxn>
              <a:cxn ang="0">
                <a:pos x="connsiteX31773" y="connsiteY31773"/>
              </a:cxn>
              <a:cxn ang="0">
                <a:pos x="connsiteX31774" y="connsiteY31774"/>
              </a:cxn>
              <a:cxn ang="0">
                <a:pos x="connsiteX31775" y="connsiteY31775"/>
              </a:cxn>
              <a:cxn ang="0">
                <a:pos x="connsiteX31776" y="connsiteY31776"/>
              </a:cxn>
              <a:cxn ang="0">
                <a:pos x="connsiteX31777" y="connsiteY31777"/>
              </a:cxn>
              <a:cxn ang="0">
                <a:pos x="connsiteX31778" y="connsiteY31778"/>
              </a:cxn>
              <a:cxn ang="0">
                <a:pos x="connsiteX31779" y="connsiteY31779"/>
              </a:cxn>
              <a:cxn ang="0">
                <a:pos x="connsiteX31780" y="connsiteY31780"/>
              </a:cxn>
              <a:cxn ang="0">
                <a:pos x="connsiteX31781" y="connsiteY31781"/>
              </a:cxn>
              <a:cxn ang="0">
                <a:pos x="connsiteX31782" y="connsiteY31782"/>
              </a:cxn>
              <a:cxn ang="0">
                <a:pos x="connsiteX31783" y="connsiteY31783"/>
              </a:cxn>
              <a:cxn ang="0">
                <a:pos x="connsiteX31784" y="connsiteY31784"/>
              </a:cxn>
              <a:cxn ang="0">
                <a:pos x="connsiteX31785" y="connsiteY31785"/>
              </a:cxn>
              <a:cxn ang="0">
                <a:pos x="connsiteX31786" y="connsiteY31786"/>
              </a:cxn>
              <a:cxn ang="0">
                <a:pos x="connsiteX31787" y="connsiteY31787"/>
              </a:cxn>
              <a:cxn ang="0">
                <a:pos x="connsiteX31788" y="connsiteY31788"/>
              </a:cxn>
              <a:cxn ang="0">
                <a:pos x="connsiteX31789" y="connsiteY31789"/>
              </a:cxn>
              <a:cxn ang="0">
                <a:pos x="connsiteX31790" y="connsiteY31790"/>
              </a:cxn>
              <a:cxn ang="0">
                <a:pos x="connsiteX31791" y="connsiteY31791"/>
              </a:cxn>
              <a:cxn ang="0">
                <a:pos x="connsiteX31792" y="connsiteY31792"/>
              </a:cxn>
              <a:cxn ang="0">
                <a:pos x="connsiteX31793" y="connsiteY31793"/>
              </a:cxn>
              <a:cxn ang="0">
                <a:pos x="connsiteX31794" y="connsiteY31794"/>
              </a:cxn>
              <a:cxn ang="0">
                <a:pos x="connsiteX31795" y="connsiteY31795"/>
              </a:cxn>
              <a:cxn ang="0">
                <a:pos x="connsiteX31796" y="connsiteY31796"/>
              </a:cxn>
              <a:cxn ang="0">
                <a:pos x="connsiteX31797" y="connsiteY31797"/>
              </a:cxn>
              <a:cxn ang="0">
                <a:pos x="connsiteX31798" y="connsiteY31798"/>
              </a:cxn>
              <a:cxn ang="0">
                <a:pos x="connsiteX31799" y="connsiteY31799"/>
              </a:cxn>
              <a:cxn ang="0">
                <a:pos x="connsiteX31800" y="connsiteY31800"/>
              </a:cxn>
              <a:cxn ang="0">
                <a:pos x="connsiteX31801" y="connsiteY31801"/>
              </a:cxn>
              <a:cxn ang="0">
                <a:pos x="connsiteX31802" y="connsiteY31802"/>
              </a:cxn>
              <a:cxn ang="0">
                <a:pos x="connsiteX31803" y="connsiteY31803"/>
              </a:cxn>
              <a:cxn ang="0">
                <a:pos x="connsiteX31804" y="connsiteY31804"/>
              </a:cxn>
              <a:cxn ang="0">
                <a:pos x="connsiteX31805" y="connsiteY31805"/>
              </a:cxn>
              <a:cxn ang="0">
                <a:pos x="connsiteX31806" y="connsiteY31806"/>
              </a:cxn>
              <a:cxn ang="0">
                <a:pos x="connsiteX31807" y="connsiteY31807"/>
              </a:cxn>
              <a:cxn ang="0">
                <a:pos x="connsiteX31808" y="connsiteY31808"/>
              </a:cxn>
              <a:cxn ang="0">
                <a:pos x="connsiteX31809" y="connsiteY31809"/>
              </a:cxn>
              <a:cxn ang="0">
                <a:pos x="connsiteX31810" y="connsiteY31810"/>
              </a:cxn>
              <a:cxn ang="0">
                <a:pos x="connsiteX31811" y="connsiteY31811"/>
              </a:cxn>
              <a:cxn ang="0">
                <a:pos x="connsiteX31812" y="connsiteY31812"/>
              </a:cxn>
              <a:cxn ang="0">
                <a:pos x="connsiteX31813" y="connsiteY31813"/>
              </a:cxn>
              <a:cxn ang="0">
                <a:pos x="connsiteX31814" y="connsiteY31814"/>
              </a:cxn>
              <a:cxn ang="0">
                <a:pos x="connsiteX31815" y="connsiteY31815"/>
              </a:cxn>
              <a:cxn ang="0">
                <a:pos x="connsiteX31816" y="connsiteY31816"/>
              </a:cxn>
              <a:cxn ang="0">
                <a:pos x="connsiteX31817" y="connsiteY31817"/>
              </a:cxn>
              <a:cxn ang="0">
                <a:pos x="connsiteX31818" y="connsiteY31818"/>
              </a:cxn>
              <a:cxn ang="0">
                <a:pos x="connsiteX31819" y="connsiteY31819"/>
              </a:cxn>
              <a:cxn ang="0">
                <a:pos x="connsiteX31820" y="connsiteY31820"/>
              </a:cxn>
              <a:cxn ang="0">
                <a:pos x="connsiteX31821" y="connsiteY31821"/>
              </a:cxn>
              <a:cxn ang="0">
                <a:pos x="connsiteX31822" y="connsiteY31822"/>
              </a:cxn>
              <a:cxn ang="0">
                <a:pos x="connsiteX31823" y="connsiteY31823"/>
              </a:cxn>
              <a:cxn ang="0">
                <a:pos x="connsiteX31824" y="connsiteY31824"/>
              </a:cxn>
              <a:cxn ang="0">
                <a:pos x="connsiteX31825" y="connsiteY31825"/>
              </a:cxn>
              <a:cxn ang="0">
                <a:pos x="connsiteX31826" y="connsiteY31826"/>
              </a:cxn>
              <a:cxn ang="0">
                <a:pos x="connsiteX31827" y="connsiteY31827"/>
              </a:cxn>
              <a:cxn ang="0">
                <a:pos x="connsiteX31828" y="connsiteY31828"/>
              </a:cxn>
              <a:cxn ang="0">
                <a:pos x="connsiteX31829" y="connsiteY31829"/>
              </a:cxn>
              <a:cxn ang="0">
                <a:pos x="connsiteX31830" y="connsiteY31830"/>
              </a:cxn>
              <a:cxn ang="0">
                <a:pos x="connsiteX31831" y="connsiteY31831"/>
              </a:cxn>
              <a:cxn ang="0">
                <a:pos x="connsiteX31832" y="connsiteY31832"/>
              </a:cxn>
              <a:cxn ang="0">
                <a:pos x="connsiteX31833" y="connsiteY31833"/>
              </a:cxn>
              <a:cxn ang="0">
                <a:pos x="connsiteX31834" y="connsiteY31834"/>
              </a:cxn>
              <a:cxn ang="0">
                <a:pos x="connsiteX31835" y="connsiteY31835"/>
              </a:cxn>
              <a:cxn ang="0">
                <a:pos x="connsiteX31836" y="connsiteY31836"/>
              </a:cxn>
              <a:cxn ang="0">
                <a:pos x="connsiteX31837" y="connsiteY31837"/>
              </a:cxn>
              <a:cxn ang="0">
                <a:pos x="connsiteX31838" y="connsiteY31838"/>
              </a:cxn>
              <a:cxn ang="0">
                <a:pos x="connsiteX31839" y="connsiteY31839"/>
              </a:cxn>
              <a:cxn ang="0">
                <a:pos x="connsiteX31840" y="connsiteY31840"/>
              </a:cxn>
              <a:cxn ang="0">
                <a:pos x="connsiteX31841" y="connsiteY31841"/>
              </a:cxn>
              <a:cxn ang="0">
                <a:pos x="connsiteX31842" y="connsiteY31842"/>
              </a:cxn>
              <a:cxn ang="0">
                <a:pos x="connsiteX31843" y="connsiteY31843"/>
              </a:cxn>
              <a:cxn ang="0">
                <a:pos x="connsiteX31844" y="connsiteY31844"/>
              </a:cxn>
              <a:cxn ang="0">
                <a:pos x="connsiteX31845" y="connsiteY31845"/>
              </a:cxn>
              <a:cxn ang="0">
                <a:pos x="connsiteX31846" y="connsiteY31846"/>
              </a:cxn>
              <a:cxn ang="0">
                <a:pos x="connsiteX31847" y="connsiteY31847"/>
              </a:cxn>
              <a:cxn ang="0">
                <a:pos x="connsiteX31848" y="connsiteY31848"/>
              </a:cxn>
              <a:cxn ang="0">
                <a:pos x="connsiteX31849" y="connsiteY31849"/>
              </a:cxn>
              <a:cxn ang="0">
                <a:pos x="connsiteX31850" y="connsiteY31850"/>
              </a:cxn>
              <a:cxn ang="0">
                <a:pos x="connsiteX31851" y="connsiteY31851"/>
              </a:cxn>
              <a:cxn ang="0">
                <a:pos x="connsiteX31852" y="connsiteY31852"/>
              </a:cxn>
              <a:cxn ang="0">
                <a:pos x="connsiteX31853" y="connsiteY31853"/>
              </a:cxn>
              <a:cxn ang="0">
                <a:pos x="connsiteX31854" y="connsiteY31854"/>
              </a:cxn>
              <a:cxn ang="0">
                <a:pos x="connsiteX31855" y="connsiteY31855"/>
              </a:cxn>
              <a:cxn ang="0">
                <a:pos x="connsiteX31856" y="connsiteY31856"/>
              </a:cxn>
              <a:cxn ang="0">
                <a:pos x="connsiteX31857" y="connsiteY31857"/>
              </a:cxn>
              <a:cxn ang="0">
                <a:pos x="connsiteX31858" y="connsiteY31858"/>
              </a:cxn>
              <a:cxn ang="0">
                <a:pos x="connsiteX31859" y="connsiteY31859"/>
              </a:cxn>
              <a:cxn ang="0">
                <a:pos x="connsiteX31860" y="connsiteY31860"/>
              </a:cxn>
              <a:cxn ang="0">
                <a:pos x="connsiteX31861" y="connsiteY31861"/>
              </a:cxn>
              <a:cxn ang="0">
                <a:pos x="connsiteX31862" y="connsiteY31862"/>
              </a:cxn>
              <a:cxn ang="0">
                <a:pos x="connsiteX31863" y="connsiteY31863"/>
              </a:cxn>
              <a:cxn ang="0">
                <a:pos x="connsiteX31864" y="connsiteY31864"/>
              </a:cxn>
              <a:cxn ang="0">
                <a:pos x="connsiteX31865" y="connsiteY31865"/>
              </a:cxn>
              <a:cxn ang="0">
                <a:pos x="connsiteX31866" y="connsiteY31866"/>
              </a:cxn>
              <a:cxn ang="0">
                <a:pos x="connsiteX31867" y="connsiteY31867"/>
              </a:cxn>
              <a:cxn ang="0">
                <a:pos x="connsiteX31868" y="connsiteY31868"/>
              </a:cxn>
              <a:cxn ang="0">
                <a:pos x="connsiteX31869" y="connsiteY31869"/>
              </a:cxn>
              <a:cxn ang="0">
                <a:pos x="connsiteX31870" y="connsiteY31870"/>
              </a:cxn>
              <a:cxn ang="0">
                <a:pos x="connsiteX31871" y="connsiteY31871"/>
              </a:cxn>
              <a:cxn ang="0">
                <a:pos x="connsiteX31872" y="connsiteY31872"/>
              </a:cxn>
              <a:cxn ang="0">
                <a:pos x="connsiteX31873" y="connsiteY31873"/>
              </a:cxn>
              <a:cxn ang="0">
                <a:pos x="connsiteX31874" y="connsiteY31874"/>
              </a:cxn>
              <a:cxn ang="0">
                <a:pos x="connsiteX31875" y="connsiteY31875"/>
              </a:cxn>
              <a:cxn ang="0">
                <a:pos x="connsiteX31876" y="connsiteY31876"/>
              </a:cxn>
              <a:cxn ang="0">
                <a:pos x="connsiteX31877" y="connsiteY31877"/>
              </a:cxn>
              <a:cxn ang="0">
                <a:pos x="connsiteX31878" y="connsiteY31878"/>
              </a:cxn>
              <a:cxn ang="0">
                <a:pos x="connsiteX31879" y="connsiteY31879"/>
              </a:cxn>
              <a:cxn ang="0">
                <a:pos x="connsiteX31880" y="connsiteY31880"/>
              </a:cxn>
              <a:cxn ang="0">
                <a:pos x="connsiteX31881" y="connsiteY31881"/>
              </a:cxn>
              <a:cxn ang="0">
                <a:pos x="connsiteX31882" y="connsiteY31882"/>
              </a:cxn>
              <a:cxn ang="0">
                <a:pos x="connsiteX31883" y="connsiteY31883"/>
              </a:cxn>
              <a:cxn ang="0">
                <a:pos x="connsiteX31884" y="connsiteY31884"/>
              </a:cxn>
              <a:cxn ang="0">
                <a:pos x="connsiteX31885" y="connsiteY31885"/>
              </a:cxn>
              <a:cxn ang="0">
                <a:pos x="connsiteX31886" y="connsiteY31886"/>
              </a:cxn>
              <a:cxn ang="0">
                <a:pos x="connsiteX31887" y="connsiteY31887"/>
              </a:cxn>
              <a:cxn ang="0">
                <a:pos x="connsiteX31888" y="connsiteY31888"/>
              </a:cxn>
              <a:cxn ang="0">
                <a:pos x="connsiteX31889" y="connsiteY31889"/>
              </a:cxn>
              <a:cxn ang="0">
                <a:pos x="connsiteX31890" y="connsiteY31890"/>
              </a:cxn>
              <a:cxn ang="0">
                <a:pos x="connsiteX31891" y="connsiteY31891"/>
              </a:cxn>
              <a:cxn ang="0">
                <a:pos x="connsiteX31892" y="connsiteY31892"/>
              </a:cxn>
              <a:cxn ang="0">
                <a:pos x="connsiteX31893" y="connsiteY31893"/>
              </a:cxn>
              <a:cxn ang="0">
                <a:pos x="connsiteX31894" y="connsiteY31894"/>
              </a:cxn>
              <a:cxn ang="0">
                <a:pos x="connsiteX31895" y="connsiteY31895"/>
              </a:cxn>
              <a:cxn ang="0">
                <a:pos x="connsiteX31896" y="connsiteY31896"/>
              </a:cxn>
              <a:cxn ang="0">
                <a:pos x="connsiteX31897" y="connsiteY31897"/>
              </a:cxn>
              <a:cxn ang="0">
                <a:pos x="connsiteX31898" y="connsiteY31898"/>
              </a:cxn>
              <a:cxn ang="0">
                <a:pos x="connsiteX31899" y="connsiteY31899"/>
              </a:cxn>
              <a:cxn ang="0">
                <a:pos x="connsiteX31900" y="connsiteY31900"/>
              </a:cxn>
              <a:cxn ang="0">
                <a:pos x="connsiteX31901" y="connsiteY31901"/>
              </a:cxn>
              <a:cxn ang="0">
                <a:pos x="connsiteX31902" y="connsiteY31902"/>
              </a:cxn>
              <a:cxn ang="0">
                <a:pos x="connsiteX31903" y="connsiteY31903"/>
              </a:cxn>
              <a:cxn ang="0">
                <a:pos x="connsiteX31904" y="connsiteY31904"/>
              </a:cxn>
              <a:cxn ang="0">
                <a:pos x="connsiteX31905" y="connsiteY31905"/>
              </a:cxn>
              <a:cxn ang="0">
                <a:pos x="connsiteX31906" y="connsiteY31906"/>
              </a:cxn>
              <a:cxn ang="0">
                <a:pos x="connsiteX31907" y="connsiteY31907"/>
              </a:cxn>
              <a:cxn ang="0">
                <a:pos x="connsiteX31908" y="connsiteY31908"/>
              </a:cxn>
              <a:cxn ang="0">
                <a:pos x="connsiteX31909" y="connsiteY31909"/>
              </a:cxn>
              <a:cxn ang="0">
                <a:pos x="connsiteX31910" y="connsiteY31910"/>
              </a:cxn>
              <a:cxn ang="0">
                <a:pos x="connsiteX31911" y="connsiteY31911"/>
              </a:cxn>
              <a:cxn ang="0">
                <a:pos x="connsiteX31912" y="connsiteY31912"/>
              </a:cxn>
              <a:cxn ang="0">
                <a:pos x="connsiteX31913" y="connsiteY31913"/>
              </a:cxn>
              <a:cxn ang="0">
                <a:pos x="connsiteX31914" y="connsiteY31914"/>
              </a:cxn>
              <a:cxn ang="0">
                <a:pos x="connsiteX31915" y="connsiteY31915"/>
              </a:cxn>
              <a:cxn ang="0">
                <a:pos x="connsiteX31916" y="connsiteY31916"/>
              </a:cxn>
              <a:cxn ang="0">
                <a:pos x="connsiteX31917" y="connsiteY31917"/>
              </a:cxn>
              <a:cxn ang="0">
                <a:pos x="connsiteX31918" y="connsiteY31918"/>
              </a:cxn>
              <a:cxn ang="0">
                <a:pos x="connsiteX31919" y="connsiteY31919"/>
              </a:cxn>
              <a:cxn ang="0">
                <a:pos x="connsiteX31920" y="connsiteY31920"/>
              </a:cxn>
              <a:cxn ang="0">
                <a:pos x="connsiteX31921" y="connsiteY31921"/>
              </a:cxn>
              <a:cxn ang="0">
                <a:pos x="connsiteX31922" y="connsiteY31922"/>
              </a:cxn>
              <a:cxn ang="0">
                <a:pos x="connsiteX31923" y="connsiteY31923"/>
              </a:cxn>
              <a:cxn ang="0">
                <a:pos x="connsiteX31924" y="connsiteY31924"/>
              </a:cxn>
              <a:cxn ang="0">
                <a:pos x="connsiteX31925" y="connsiteY31925"/>
              </a:cxn>
              <a:cxn ang="0">
                <a:pos x="connsiteX31926" y="connsiteY31926"/>
              </a:cxn>
              <a:cxn ang="0">
                <a:pos x="connsiteX31927" y="connsiteY31927"/>
              </a:cxn>
              <a:cxn ang="0">
                <a:pos x="connsiteX31928" y="connsiteY31928"/>
              </a:cxn>
              <a:cxn ang="0">
                <a:pos x="connsiteX31929" y="connsiteY31929"/>
              </a:cxn>
              <a:cxn ang="0">
                <a:pos x="connsiteX31930" y="connsiteY31930"/>
              </a:cxn>
              <a:cxn ang="0">
                <a:pos x="connsiteX31931" y="connsiteY31931"/>
              </a:cxn>
              <a:cxn ang="0">
                <a:pos x="connsiteX31932" y="connsiteY31932"/>
              </a:cxn>
              <a:cxn ang="0">
                <a:pos x="connsiteX31933" y="connsiteY31933"/>
              </a:cxn>
              <a:cxn ang="0">
                <a:pos x="connsiteX31934" y="connsiteY31934"/>
              </a:cxn>
              <a:cxn ang="0">
                <a:pos x="connsiteX31935" y="connsiteY31935"/>
              </a:cxn>
              <a:cxn ang="0">
                <a:pos x="connsiteX31936" y="connsiteY31936"/>
              </a:cxn>
              <a:cxn ang="0">
                <a:pos x="connsiteX31937" y="connsiteY31937"/>
              </a:cxn>
              <a:cxn ang="0">
                <a:pos x="connsiteX31938" y="connsiteY31938"/>
              </a:cxn>
              <a:cxn ang="0">
                <a:pos x="connsiteX31939" y="connsiteY31939"/>
              </a:cxn>
              <a:cxn ang="0">
                <a:pos x="connsiteX31940" y="connsiteY31940"/>
              </a:cxn>
              <a:cxn ang="0">
                <a:pos x="connsiteX31941" y="connsiteY31941"/>
              </a:cxn>
              <a:cxn ang="0">
                <a:pos x="connsiteX31942" y="connsiteY31942"/>
              </a:cxn>
              <a:cxn ang="0">
                <a:pos x="connsiteX31943" y="connsiteY31943"/>
              </a:cxn>
              <a:cxn ang="0">
                <a:pos x="connsiteX31944" y="connsiteY31944"/>
              </a:cxn>
              <a:cxn ang="0">
                <a:pos x="connsiteX31945" y="connsiteY31945"/>
              </a:cxn>
              <a:cxn ang="0">
                <a:pos x="connsiteX31946" y="connsiteY31946"/>
              </a:cxn>
              <a:cxn ang="0">
                <a:pos x="connsiteX31947" y="connsiteY31947"/>
              </a:cxn>
              <a:cxn ang="0">
                <a:pos x="connsiteX31948" y="connsiteY31948"/>
              </a:cxn>
              <a:cxn ang="0">
                <a:pos x="connsiteX31949" y="connsiteY31949"/>
              </a:cxn>
              <a:cxn ang="0">
                <a:pos x="connsiteX31950" y="connsiteY31950"/>
              </a:cxn>
              <a:cxn ang="0">
                <a:pos x="connsiteX31951" y="connsiteY31951"/>
              </a:cxn>
              <a:cxn ang="0">
                <a:pos x="connsiteX31952" y="connsiteY31952"/>
              </a:cxn>
              <a:cxn ang="0">
                <a:pos x="connsiteX31953" y="connsiteY31953"/>
              </a:cxn>
              <a:cxn ang="0">
                <a:pos x="connsiteX31954" y="connsiteY31954"/>
              </a:cxn>
              <a:cxn ang="0">
                <a:pos x="connsiteX31955" y="connsiteY31955"/>
              </a:cxn>
              <a:cxn ang="0">
                <a:pos x="connsiteX31956" y="connsiteY31956"/>
              </a:cxn>
              <a:cxn ang="0">
                <a:pos x="connsiteX31957" y="connsiteY31957"/>
              </a:cxn>
              <a:cxn ang="0">
                <a:pos x="connsiteX31958" y="connsiteY31958"/>
              </a:cxn>
              <a:cxn ang="0">
                <a:pos x="connsiteX31959" y="connsiteY31959"/>
              </a:cxn>
              <a:cxn ang="0">
                <a:pos x="connsiteX31960" y="connsiteY31960"/>
              </a:cxn>
              <a:cxn ang="0">
                <a:pos x="connsiteX31961" y="connsiteY31961"/>
              </a:cxn>
              <a:cxn ang="0">
                <a:pos x="connsiteX31962" y="connsiteY31962"/>
              </a:cxn>
              <a:cxn ang="0">
                <a:pos x="connsiteX31963" y="connsiteY31963"/>
              </a:cxn>
              <a:cxn ang="0">
                <a:pos x="connsiteX31964" y="connsiteY31964"/>
              </a:cxn>
              <a:cxn ang="0">
                <a:pos x="connsiteX31965" y="connsiteY31965"/>
              </a:cxn>
              <a:cxn ang="0">
                <a:pos x="connsiteX31966" y="connsiteY31966"/>
              </a:cxn>
              <a:cxn ang="0">
                <a:pos x="connsiteX31967" y="connsiteY31967"/>
              </a:cxn>
              <a:cxn ang="0">
                <a:pos x="connsiteX31968" y="connsiteY31968"/>
              </a:cxn>
              <a:cxn ang="0">
                <a:pos x="connsiteX31969" y="connsiteY31969"/>
              </a:cxn>
              <a:cxn ang="0">
                <a:pos x="connsiteX31970" y="connsiteY31970"/>
              </a:cxn>
              <a:cxn ang="0">
                <a:pos x="connsiteX31971" y="connsiteY31971"/>
              </a:cxn>
              <a:cxn ang="0">
                <a:pos x="connsiteX31972" y="connsiteY31972"/>
              </a:cxn>
              <a:cxn ang="0">
                <a:pos x="connsiteX31973" y="connsiteY31973"/>
              </a:cxn>
              <a:cxn ang="0">
                <a:pos x="connsiteX31974" y="connsiteY31974"/>
              </a:cxn>
              <a:cxn ang="0">
                <a:pos x="connsiteX31975" y="connsiteY31975"/>
              </a:cxn>
              <a:cxn ang="0">
                <a:pos x="connsiteX31976" y="connsiteY31976"/>
              </a:cxn>
              <a:cxn ang="0">
                <a:pos x="connsiteX31977" y="connsiteY31977"/>
              </a:cxn>
              <a:cxn ang="0">
                <a:pos x="connsiteX31978" y="connsiteY31978"/>
              </a:cxn>
              <a:cxn ang="0">
                <a:pos x="connsiteX31979" y="connsiteY31979"/>
              </a:cxn>
              <a:cxn ang="0">
                <a:pos x="connsiteX31980" y="connsiteY31980"/>
              </a:cxn>
              <a:cxn ang="0">
                <a:pos x="connsiteX31981" y="connsiteY31981"/>
              </a:cxn>
              <a:cxn ang="0">
                <a:pos x="connsiteX31982" y="connsiteY31982"/>
              </a:cxn>
              <a:cxn ang="0">
                <a:pos x="connsiteX31983" y="connsiteY31983"/>
              </a:cxn>
              <a:cxn ang="0">
                <a:pos x="connsiteX31984" y="connsiteY31984"/>
              </a:cxn>
              <a:cxn ang="0">
                <a:pos x="connsiteX31985" y="connsiteY31985"/>
              </a:cxn>
              <a:cxn ang="0">
                <a:pos x="connsiteX31986" y="connsiteY31986"/>
              </a:cxn>
              <a:cxn ang="0">
                <a:pos x="connsiteX31987" y="connsiteY31987"/>
              </a:cxn>
              <a:cxn ang="0">
                <a:pos x="connsiteX31988" y="connsiteY31988"/>
              </a:cxn>
              <a:cxn ang="0">
                <a:pos x="connsiteX31989" y="connsiteY31989"/>
              </a:cxn>
              <a:cxn ang="0">
                <a:pos x="connsiteX31990" y="connsiteY31990"/>
              </a:cxn>
              <a:cxn ang="0">
                <a:pos x="connsiteX31991" y="connsiteY31991"/>
              </a:cxn>
              <a:cxn ang="0">
                <a:pos x="connsiteX31992" y="connsiteY31992"/>
              </a:cxn>
              <a:cxn ang="0">
                <a:pos x="connsiteX31993" y="connsiteY31993"/>
              </a:cxn>
              <a:cxn ang="0">
                <a:pos x="connsiteX31994" y="connsiteY31994"/>
              </a:cxn>
              <a:cxn ang="0">
                <a:pos x="connsiteX31995" y="connsiteY31995"/>
              </a:cxn>
              <a:cxn ang="0">
                <a:pos x="connsiteX31996" y="connsiteY31996"/>
              </a:cxn>
              <a:cxn ang="0">
                <a:pos x="connsiteX31997" y="connsiteY31997"/>
              </a:cxn>
              <a:cxn ang="0">
                <a:pos x="connsiteX31998" y="connsiteY31998"/>
              </a:cxn>
              <a:cxn ang="0">
                <a:pos x="connsiteX31999" y="connsiteY31999"/>
              </a:cxn>
              <a:cxn ang="0">
                <a:pos x="connsiteX32000" y="connsiteY32000"/>
              </a:cxn>
              <a:cxn ang="0">
                <a:pos x="connsiteX32001" y="connsiteY32001"/>
              </a:cxn>
              <a:cxn ang="0">
                <a:pos x="connsiteX32002" y="connsiteY32002"/>
              </a:cxn>
              <a:cxn ang="0">
                <a:pos x="connsiteX32003" y="connsiteY32003"/>
              </a:cxn>
              <a:cxn ang="0">
                <a:pos x="connsiteX32004" y="connsiteY32004"/>
              </a:cxn>
              <a:cxn ang="0">
                <a:pos x="connsiteX32005" y="connsiteY32005"/>
              </a:cxn>
              <a:cxn ang="0">
                <a:pos x="connsiteX32006" y="connsiteY32006"/>
              </a:cxn>
              <a:cxn ang="0">
                <a:pos x="connsiteX32007" y="connsiteY32007"/>
              </a:cxn>
              <a:cxn ang="0">
                <a:pos x="connsiteX32008" y="connsiteY32008"/>
              </a:cxn>
              <a:cxn ang="0">
                <a:pos x="connsiteX32009" y="connsiteY32009"/>
              </a:cxn>
              <a:cxn ang="0">
                <a:pos x="connsiteX32010" y="connsiteY32010"/>
              </a:cxn>
              <a:cxn ang="0">
                <a:pos x="connsiteX32011" y="connsiteY32011"/>
              </a:cxn>
              <a:cxn ang="0">
                <a:pos x="connsiteX32012" y="connsiteY32012"/>
              </a:cxn>
              <a:cxn ang="0">
                <a:pos x="connsiteX32013" y="connsiteY32013"/>
              </a:cxn>
              <a:cxn ang="0">
                <a:pos x="connsiteX32014" y="connsiteY32014"/>
              </a:cxn>
              <a:cxn ang="0">
                <a:pos x="connsiteX32015" y="connsiteY32015"/>
              </a:cxn>
              <a:cxn ang="0">
                <a:pos x="connsiteX32016" y="connsiteY32016"/>
              </a:cxn>
              <a:cxn ang="0">
                <a:pos x="connsiteX32017" y="connsiteY32017"/>
              </a:cxn>
              <a:cxn ang="0">
                <a:pos x="connsiteX32018" y="connsiteY32018"/>
              </a:cxn>
              <a:cxn ang="0">
                <a:pos x="connsiteX32019" y="connsiteY32019"/>
              </a:cxn>
              <a:cxn ang="0">
                <a:pos x="connsiteX32020" y="connsiteY32020"/>
              </a:cxn>
              <a:cxn ang="0">
                <a:pos x="connsiteX32021" y="connsiteY32021"/>
              </a:cxn>
              <a:cxn ang="0">
                <a:pos x="connsiteX32022" y="connsiteY32022"/>
              </a:cxn>
              <a:cxn ang="0">
                <a:pos x="connsiteX32023" y="connsiteY32023"/>
              </a:cxn>
              <a:cxn ang="0">
                <a:pos x="connsiteX32024" y="connsiteY32024"/>
              </a:cxn>
              <a:cxn ang="0">
                <a:pos x="connsiteX32025" y="connsiteY32025"/>
              </a:cxn>
              <a:cxn ang="0">
                <a:pos x="connsiteX32026" y="connsiteY32026"/>
              </a:cxn>
              <a:cxn ang="0">
                <a:pos x="connsiteX32027" y="connsiteY32027"/>
              </a:cxn>
              <a:cxn ang="0">
                <a:pos x="connsiteX32028" y="connsiteY32028"/>
              </a:cxn>
              <a:cxn ang="0">
                <a:pos x="connsiteX32029" y="connsiteY32029"/>
              </a:cxn>
              <a:cxn ang="0">
                <a:pos x="connsiteX32030" y="connsiteY32030"/>
              </a:cxn>
              <a:cxn ang="0">
                <a:pos x="connsiteX32031" y="connsiteY32031"/>
              </a:cxn>
              <a:cxn ang="0">
                <a:pos x="connsiteX32032" y="connsiteY32032"/>
              </a:cxn>
              <a:cxn ang="0">
                <a:pos x="connsiteX32033" y="connsiteY32033"/>
              </a:cxn>
              <a:cxn ang="0">
                <a:pos x="connsiteX32034" y="connsiteY32034"/>
              </a:cxn>
              <a:cxn ang="0">
                <a:pos x="connsiteX32035" y="connsiteY32035"/>
              </a:cxn>
              <a:cxn ang="0">
                <a:pos x="connsiteX32036" y="connsiteY32036"/>
              </a:cxn>
              <a:cxn ang="0">
                <a:pos x="connsiteX32037" y="connsiteY32037"/>
              </a:cxn>
              <a:cxn ang="0">
                <a:pos x="connsiteX32038" y="connsiteY32038"/>
              </a:cxn>
              <a:cxn ang="0">
                <a:pos x="connsiteX32039" y="connsiteY32039"/>
              </a:cxn>
              <a:cxn ang="0">
                <a:pos x="connsiteX32040" y="connsiteY32040"/>
              </a:cxn>
              <a:cxn ang="0">
                <a:pos x="connsiteX32041" y="connsiteY32041"/>
              </a:cxn>
              <a:cxn ang="0">
                <a:pos x="connsiteX32042" y="connsiteY32042"/>
              </a:cxn>
              <a:cxn ang="0">
                <a:pos x="connsiteX32043" y="connsiteY32043"/>
              </a:cxn>
              <a:cxn ang="0">
                <a:pos x="connsiteX32044" y="connsiteY32044"/>
              </a:cxn>
              <a:cxn ang="0">
                <a:pos x="connsiteX32045" y="connsiteY32045"/>
              </a:cxn>
              <a:cxn ang="0">
                <a:pos x="connsiteX32046" y="connsiteY32046"/>
              </a:cxn>
              <a:cxn ang="0">
                <a:pos x="connsiteX32047" y="connsiteY32047"/>
              </a:cxn>
              <a:cxn ang="0">
                <a:pos x="connsiteX32048" y="connsiteY32048"/>
              </a:cxn>
              <a:cxn ang="0">
                <a:pos x="connsiteX32049" y="connsiteY32049"/>
              </a:cxn>
              <a:cxn ang="0">
                <a:pos x="connsiteX32050" y="connsiteY32050"/>
              </a:cxn>
              <a:cxn ang="0">
                <a:pos x="connsiteX32051" y="connsiteY32051"/>
              </a:cxn>
              <a:cxn ang="0">
                <a:pos x="connsiteX32052" y="connsiteY32052"/>
              </a:cxn>
              <a:cxn ang="0">
                <a:pos x="connsiteX32053" y="connsiteY32053"/>
              </a:cxn>
              <a:cxn ang="0">
                <a:pos x="connsiteX32054" y="connsiteY32054"/>
              </a:cxn>
              <a:cxn ang="0">
                <a:pos x="connsiteX32055" y="connsiteY32055"/>
              </a:cxn>
              <a:cxn ang="0">
                <a:pos x="connsiteX32056" y="connsiteY32056"/>
              </a:cxn>
              <a:cxn ang="0">
                <a:pos x="connsiteX32057" y="connsiteY32057"/>
              </a:cxn>
              <a:cxn ang="0">
                <a:pos x="connsiteX32058" y="connsiteY32058"/>
              </a:cxn>
              <a:cxn ang="0">
                <a:pos x="connsiteX32059" y="connsiteY32059"/>
              </a:cxn>
              <a:cxn ang="0">
                <a:pos x="connsiteX32060" y="connsiteY32060"/>
              </a:cxn>
              <a:cxn ang="0">
                <a:pos x="connsiteX32061" y="connsiteY32061"/>
              </a:cxn>
              <a:cxn ang="0">
                <a:pos x="connsiteX32062" y="connsiteY32062"/>
              </a:cxn>
              <a:cxn ang="0">
                <a:pos x="connsiteX32063" y="connsiteY32063"/>
              </a:cxn>
              <a:cxn ang="0">
                <a:pos x="connsiteX32064" y="connsiteY32064"/>
              </a:cxn>
              <a:cxn ang="0">
                <a:pos x="connsiteX32065" y="connsiteY32065"/>
              </a:cxn>
              <a:cxn ang="0">
                <a:pos x="connsiteX32066" y="connsiteY32066"/>
              </a:cxn>
              <a:cxn ang="0">
                <a:pos x="connsiteX32067" y="connsiteY32067"/>
              </a:cxn>
              <a:cxn ang="0">
                <a:pos x="connsiteX32068" y="connsiteY32068"/>
              </a:cxn>
              <a:cxn ang="0">
                <a:pos x="connsiteX32069" y="connsiteY32069"/>
              </a:cxn>
              <a:cxn ang="0">
                <a:pos x="connsiteX32070" y="connsiteY32070"/>
              </a:cxn>
              <a:cxn ang="0">
                <a:pos x="connsiteX32071" y="connsiteY32071"/>
              </a:cxn>
              <a:cxn ang="0">
                <a:pos x="connsiteX32072" y="connsiteY32072"/>
              </a:cxn>
              <a:cxn ang="0">
                <a:pos x="connsiteX32073" y="connsiteY32073"/>
              </a:cxn>
              <a:cxn ang="0">
                <a:pos x="connsiteX32074" y="connsiteY32074"/>
              </a:cxn>
              <a:cxn ang="0">
                <a:pos x="connsiteX32075" y="connsiteY32075"/>
              </a:cxn>
              <a:cxn ang="0">
                <a:pos x="connsiteX32076" y="connsiteY32076"/>
              </a:cxn>
              <a:cxn ang="0">
                <a:pos x="connsiteX32077" y="connsiteY32077"/>
              </a:cxn>
              <a:cxn ang="0">
                <a:pos x="connsiteX32078" y="connsiteY32078"/>
              </a:cxn>
              <a:cxn ang="0">
                <a:pos x="connsiteX32079" y="connsiteY32079"/>
              </a:cxn>
              <a:cxn ang="0">
                <a:pos x="connsiteX32080" y="connsiteY32080"/>
              </a:cxn>
              <a:cxn ang="0">
                <a:pos x="connsiteX32081" y="connsiteY32081"/>
              </a:cxn>
              <a:cxn ang="0">
                <a:pos x="connsiteX32082" y="connsiteY32082"/>
              </a:cxn>
              <a:cxn ang="0">
                <a:pos x="connsiteX32083" y="connsiteY32083"/>
              </a:cxn>
              <a:cxn ang="0">
                <a:pos x="connsiteX32084" y="connsiteY32084"/>
              </a:cxn>
              <a:cxn ang="0">
                <a:pos x="connsiteX32085" y="connsiteY32085"/>
              </a:cxn>
              <a:cxn ang="0">
                <a:pos x="connsiteX32086" y="connsiteY32086"/>
              </a:cxn>
              <a:cxn ang="0">
                <a:pos x="connsiteX32087" y="connsiteY32087"/>
              </a:cxn>
              <a:cxn ang="0">
                <a:pos x="connsiteX32088" y="connsiteY32088"/>
              </a:cxn>
              <a:cxn ang="0">
                <a:pos x="connsiteX32089" y="connsiteY32089"/>
              </a:cxn>
              <a:cxn ang="0">
                <a:pos x="connsiteX32090" y="connsiteY32090"/>
              </a:cxn>
              <a:cxn ang="0">
                <a:pos x="connsiteX32091" y="connsiteY32091"/>
              </a:cxn>
              <a:cxn ang="0">
                <a:pos x="connsiteX32092" y="connsiteY32092"/>
              </a:cxn>
              <a:cxn ang="0">
                <a:pos x="connsiteX32093" y="connsiteY32093"/>
              </a:cxn>
              <a:cxn ang="0">
                <a:pos x="connsiteX32094" y="connsiteY32094"/>
              </a:cxn>
              <a:cxn ang="0">
                <a:pos x="connsiteX32095" y="connsiteY32095"/>
              </a:cxn>
              <a:cxn ang="0">
                <a:pos x="connsiteX32096" y="connsiteY32096"/>
              </a:cxn>
              <a:cxn ang="0">
                <a:pos x="connsiteX32097" y="connsiteY32097"/>
              </a:cxn>
              <a:cxn ang="0">
                <a:pos x="connsiteX32098" y="connsiteY32098"/>
              </a:cxn>
              <a:cxn ang="0">
                <a:pos x="connsiteX32099" y="connsiteY32099"/>
              </a:cxn>
              <a:cxn ang="0">
                <a:pos x="connsiteX32100" y="connsiteY32100"/>
              </a:cxn>
              <a:cxn ang="0">
                <a:pos x="connsiteX32101" y="connsiteY32101"/>
              </a:cxn>
              <a:cxn ang="0">
                <a:pos x="connsiteX32102" y="connsiteY32102"/>
              </a:cxn>
              <a:cxn ang="0">
                <a:pos x="connsiteX32103" y="connsiteY32103"/>
              </a:cxn>
              <a:cxn ang="0">
                <a:pos x="connsiteX32104" y="connsiteY32104"/>
              </a:cxn>
              <a:cxn ang="0">
                <a:pos x="connsiteX32105" y="connsiteY32105"/>
              </a:cxn>
              <a:cxn ang="0">
                <a:pos x="connsiteX32106" y="connsiteY32106"/>
              </a:cxn>
              <a:cxn ang="0">
                <a:pos x="connsiteX32107" y="connsiteY32107"/>
              </a:cxn>
              <a:cxn ang="0">
                <a:pos x="connsiteX32108" y="connsiteY32108"/>
              </a:cxn>
              <a:cxn ang="0">
                <a:pos x="connsiteX32109" y="connsiteY32109"/>
              </a:cxn>
              <a:cxn ang="0">
                <a:pos x="connsiteX32110" y="connsiteY32110"/>
              </a:cxn>
              <a:cxn ang="0">
                <a:pos x="connsiteX32111" y="connsiteY32111"/>
              </a:cxn>
              <a:cxn ang="0">
                <a:pos x="connsiteX32112" y="connsiteY32112"/>
              </a:cxn>
              <a:cxn ang="0">
                <a:pos x="connsiteX32113" y="connsiteY32113"/>
              </a:cxn>
              <a:cxn ang="0">
                <a:pos x="connsiteX32114" y="connsiteY32114"/>
              </a:cxn>
              <a:cxn ang="0">
                <a:pos x="connsiteX32115" y="connsiteY32115"/>
              </a:cxn>
              <a:cxn ang="0">
                <a:pos x="connsiteX32116" y="connsiteY32116"/>
              </a:cxn>
              <a:cxn ang="0">
                <a:pos x="connsiteX32117" y="connsiteY32117"/>
              </a:cxn>
              <a:cxn ang="0">
                <a:pos x="connsiteX32118" y="connsiteY32118"/>
              </a:cxn>
              <a:cxn ang="0">
                <a:pos x="connsiteX32119" y="connsiteY32119"/>
              </a:cxn>
              <a:cxn ang="0">
                <a:pos x="connsiteX32120" y="connsiteY32120"/>
              </a:cxn>
              <a:cxn ang="0">
                <a:pos x="connsiteX32121" y="connsiteY32121"/>
              </a:cxn>
              <a:cxn ang="0">
                <a:pos x="connsiteX32122" y="connsiteY32122"/>
              </a:cxn>
              <a:cxn ang="0">
                <a:pos x="connsiteX32123" y="connsiteY32123"/>
              </a:cxn>
              <a:cxn ang="0">
                <a:pos x="connsiteX32124" y="connsiteY32124"/>
              </a:cxn>
              <a:cxn ang="0">
                <a:pos x="connsiteX32125" y="connsiteY32125"/>
              </a:cxn>
              <a:cxn ang="0">
                <a:pos x="connsiteX32126" y="connsiteY32126"/>
              </a:cxn>
              <a:cxn ang="0">
                <a:pos x="connsiteX32127" y="connsiteY32127"/>
              </a:cxn>
              <a:cxn ang="0">
                <a:pos x="connsiteX32128" y="connsiteY32128"/>
              </a:cxn>
              <a:cxn ang="0">
                <a:pos x="connsiteX32129" y="connsiteY32129"/>
              </a:cxn>
              <a:cxn ang="0">
                <a:pos x="connsiteX32130" y="connsiteY32130"/>
              </a:cxn>
              <a:cxn ang="0">
                <a:pos x="connsiteX32131" y="connsiteY32131"/>
              </a:cxn>
              <a:cxn ang="0">
                <a:pos x="connsiteX32132" y="connsiteY32132"/>
              </a:cxn>
              <a:cxn ang="0">
                <a:pos x="connsiteX32133" y="connsiteY32133"/>
              </a:cxn>
              <a:cxn ang="0">
                <a:pos x="connsiteX32134" y="connsiteY32134"/>
              </a:cxn>
              <a:cxn ang="0">
                <a:pos x="connsiteX32135" y="connsiteY32135"/>
              </a:cxn>
              <a:cxn ang="0">
                <a:pos x="connsiteX32136" y="connsiteY32136"/>
              </a:cxn>
              <a:cxn ang="0">
                <a:pos x="connsiteX32137" y="connsiteY32137"/>
              </a:cxn>
              <a:cxn ang="0">
                <a:pos x="connsiteX32138" y="connsiteY32138"/>
              </a:cxn>
              <a:cxn ang="0">
                <a:pos x="connsiteX32139" y="connsiteY32139"/>
              </a:cxn>
              <a:cxn ang="0">
                <a:pos x="connsiteX32140" y="connsiteY32140"/>
              </a:cxn>
              <a:cxn ang="0">
                <a:pos x="connsiteX32141" y="connsiteY32141"/>
              </a:cxn>
              <a:cxn ang="0">
                <a:pos x="connsiteX32142" y="connsiteY32142"/>
              </a:cxn>
              <a:cxn ang="0">
                <a:pos x="connsiteX32143" y="connsiteY32143"/>
              </a:cxn>
              <a:cxn ang="0">
                <a:pos x="connsiteX32144" y="connsiteY32144"/>
              </a:cxn>
              <a:cxn ang="0">
                <a:pos x="connsiteX32145" y="connsiteY32145"/>
              </a:cxn>
              <a:cxn ang="0">
                <a:pos x="connsiteX32146" y="connsiteY32146"/>
              </a:cxn>
              <a:cxn ang="0">
                <a:pos x="connsiteX32147" y="connsiteY32147"/>
              </a:cxn>
              <a:cxn ang="0">
                <a:pos x="connsiteX32148" y="connsiteY32148"/>
              </a:cxn>
              <a:cxn ang="0">
                <a:pos x="connsiteX32149" y="connsiteY32149"/>
              </a:cxn>
              <a:cxn ang="0">
                <a:pos x="connsiteX32150" y="connsiteY32150"/>
              </a:cxn>
              <a:cxn ang="0">
                <a:pos x="connsiteX32151" y="connsiteY32151"/>
              </a:cxn>
              <a:cxn ang="0">
                <a:pos x="connsiteX32152" y="connsiteY32152"/>
              </a:cxn>
              <a:cxn ang="0">
                <a:pos x="connsiteX32153" y="connsiteY32153"/>
              </a:cxn>
              <a:cxn ang="0">
                <a:pos x="connsiteX32154" y="connsiteY32154"/>
              </a:cxn>
              <a:cxn ang="0">
                <a:pos x="connsiteX32155" y="connsiteY32155"/>
              </a:cxn>
              <a:cxn ang="0">
                <a:pos x="connsiteX32156" y="connsiteY32156"/>
              </a:cxn>
              <a:cxn ang="0">
                <a:pos x="connsiteX32157" y="connsiteY32157"/>
              </a:cxn>
              <a:cxn ang="0">
                <a:pos x="connsiteX32158" y="connsiteY32158"/>
              </a:cxn>
              <a:cxn ang="0">
                <a:pos x="connsiteX32159" y="connsiteY32159"/>
              </a:cxn>
              <a:cxn ang="0">
                <a:pos x="connsiteX32160" y="connsiteY32160"/>
              </a:cxn>
              <a:cxn ang="0">
                <a:pos x="connsiteX32161" y="connsiteY32161"/>
              </a:cxn>
              <a:cxn ang="0">
                <a:pos x="connsiteX32162" y="connsiteY32162"/>
              </a:cxn>
              <a:cxn ang="0">
                <a:pos x="connsiteX32163" y="connsiteY32163"/>
              </a:cxn>
              <a:cxn ang="0">
                <a:pos x="connsiteX32164" y="connsiteY32164"/>
              </a:cxn>
              <a:cxn ang="0">
                <a:pos x="connsiteX32165" y="connsiteY32165"/>
              </a:cxn>
              <a:cxn ang="0">
                <a:pos x="connsiteX32166" y="connsiteY32166"/>
              </a:cxn>
              <a:cxn ang="0">
                <a:pos x="connsiteX32167" y="connsiteY32167"/>
              </a:cxn>
              <a:cxn ang="0">
                <a:pos x="connsiteX32168" y="connsiteY32168"/>
              </a:cxn>
              <a:cxn ang="0">
                <a:pos x="connsiteX32169" y="connsiteY32169"/>
              </a:cxn>
              <a:cxn ang="0">
                <a:pos x="connsiteX32170" y="connsiteY32170"/>
              </a:cxn>
              <a:cxn ang="0">
                <a:pos x="connsiteX32171" y="connsiteY32171"/>
              </a:cxn>
              <a:cxn ang="0">
                <a:pos x="connsiteX32172" y="connsiteY32172"/>
              </a:cxn>
              <a:cxn ang="0">
                <a:pos x="connsiteX32173" y="connsiteY32173"/>
              </a:cxn>
              <a:cxn ang="0">
                <a:pos x="connsiteX32174" y="connsiteY32174"/>
              </a:cxn>
              <a:cxn ang="0">
                <a:pos x="connsiteX32175" y="connsiteY32175"/>
              </a:cxn>
              <a:cxn ang="0">
                <a:pos x="connsiteX32176" y="connsiteY32176"/>
              </a:cxn>
              <a:cxn ang="0">
                <a:pos x="connsiteX32177" y="connsiteY32177"/>
              </a:cxn>
              <a:cxn ang="0">
                <a:pos x="connsiteX32178" y="connsiteY32178"/>
              </a:cxn>
              <a:cxn ang="0">
                <a:pos x="connsiteX32179" y="connsiteY32179"/>
              </a:cxn>
              <a:cxn ang="0">
                <a:pos x="connsiteX32180" y="connsiteY32180"/>
              </a:cxn>
              <a:cxn ang="0">
                <a:pos x="connsiteX32181" y="connsiteY32181"/>
              </a:cxn>
              <a:cxn ang="0">
                <a:pos x="connsiteX32182" y="connsiteY32182"/>
              </a:cxn>
              <a:cxn ang="0">
                <a:pos x="connsiteX32183" y="connsiteY32183"/>
              </a:cxn>
              <a:cxn ang="0">
                <a:pos x="connsiteX32184" y="connsiteY32184"/>
              </a:cxn>
              <a:cxn ang="0">
                <a:pos x="connsiteX32185" y="connsiteY32185"/>
              </a:cxn>
              <a:cxn ang="0">
                <a:pos x="connsiteX32186" y="connsiteY32186"/>
              </a:cxn>
              <a:cxn ang="0">
                <a:pos x="connsiteX32187" y="connsiteY32187"/>
              </a:cxn>
              <a:cxn ang="0">
                <a:pos x="connsiteX32188" y="connsiteY32188"/>
              </a:cxn>
              <a:cxn ang="0">
                <a:pos x="connsiteX32189" y="connsiteY32189"/>
              </a:cxn>
              <a:cxn ang="0">
                <a:pos x="connsiteX32190" y="connsiteY32190"/>
              </a:cxn>
              <a:cxn ang="0">
                <a:pos x="connsiteX32191" y="connsiteY32191"/>
              </a:cxn>
              <a:cxn ang="0">
                <a:pos x="connsiteX32192" y="connsiteY32192"/>
              </a:cxn>
              <a:cxn ang="0">
                <a:pos x="connsiteX32193" y="connsiteY32193"/>
              </a:cxn>
              <a:cxn ang="0">
                <a:pos x="connsiteX32194" y="connsiteY32194"/>
              </a:cxn>
              <a:cxn ang="0">
                <a:pos x="connsiteX32195" y="connsiteY32195"/>
              </a:cxn>
              <a:cxn ang="0">
                <a:pos x="connsiteX32196" y="connsiteY32196"/>
              </a:cxn>
              <a:cxn ang="0">
                <a:pos x="connsiteX32197" y="connsiteY32197"/>
              </a:cxn>
              <a:cxn ang="0">
                <a:pos x="connsiteX32198" y="connsiteY32198"/>
              </a:cxn>
              <a:cxn ang="0">
                <a:pos x="connsiteX32199" y="connsiteY32199"/>
              </a:cxn>
              <a:cxn ang="0">
                <a:pos x="connsiteX32200" y="connsiteY32200"/>
              </a:cxn>
              <a:cxn ang="0">
                <a:pos x="connsiteX32201" y="connsiteY32201"/>
              </a:cxn>
              <a:cxn ang="0">
                <a:pos x="connsiteX32202" y="connsiteY32202"/>
              </a:cxn>
              <a:cxn ang="0">
                <a:pos x="connsiteX32203" y="connsiteY32203"/>
              </a:cxn>
              <a:cxn ang="0">
                <a:pos x="connsiteX32204" y="connsiteY32204"/>
              </a:cxn>
              <a:cxn ang="0">
                <a:pos x="connsiteX32205" y="connsiteY32205"/>
              </a:cxn>
              <a:cxn ang="0">
                <a:pos x="connsiteX32206" y="connsiteY32206"/>
              </a:cxn>
              <a:cxn ang="0">
                <a:pos x="connsiteX32207" y="connsiteY32207"/>
              </a:cxn>
              <a:cxn ang="0">
                <a:pos x="connsiteX32208" y="connsiteY32208"/>
              </a:cxn>
              <a:cxn ang="0">
                <a:pos x="connsiteX32209" y="connsiteY32209"/>
              </a:cxn>
              <a:cxn ang="0">
                <a:pos x="connsiteX32210" y="connsiteY32210"/>
              </a:cxn>
              <a:cxn ang="0">
                <a:pos x="connsiteX32211" y="connsiteY32211"/>
              </a:cxn>
              <a:cxn ang="0">
                <a:pos x="connsiteX32212" y="connsiteY32212"/>
              </a:cxn>
              <a:cxn ang="0">
                <a:pos x="connsiteX32213" y="connsiteY32213"/>
              </a:cxn>
              <a:cxn ang="0">
                <a:pos x="connsiteX32214" y="connsiteY32214"/>
              </a:cxn>
              <a:cxn ang="0">
                <a:pos x="connsiteX32215" y="connsiteY32215"/>
              </a:cxn>
              <a:cxn ang="0">
                <a:pos x="connsiteX32216" y="connsiteY32216"/>
              </a:cxn>
              <a:cxn ang="0">
                <a:pos x="connsiteX32217" y="connsiteY32217"/>
              </a:cxn>
              <a:cxn ang="0">
                <a:pos x="connsiteX32218" y="connsiteY32218"/>
              </a:cxn>
              <a:cxn ang="0">
                <a:pos x="connsiteX32219" y="connsiteY32219"/>
              </a:cxn>
              <a:cxn ang="0">
                <a:pos x="connsiteX32220" y="connsiteY32220"/>
              </a:cxn>
              <a:cxn ang="0">
                <a:pos x="connsiteX32221" y="connsiteY32221"/>
              </a:cxn>
              <a:cxn ang="0">
                <a:pos x="connsiteX32222" y="connsiteY32222"/>
              </a:cxn>
              <a:cxn ang="0">
                <a:pos x="connsiteX32223" y="connsiteY32223"/>
              </a:cxn>
              <a:cxn ang="0">
                <a:pos x="connsiteX32224" y="connsiteY32224"/>
              </a:cxn>
              <a:cxn ang="0">
                <a:pos x="connsiteX32225" y="connsiteY32225"/>
              </a:cxn>
              <a:cxn ang="0">
                <a:pos x="connsiteX32226" y="connsiteY32226"/>
              </a:cxn>
              <a:cxn ang="0">
                <a:pos x="connsiteX32227" y="connsiteY32227"/>
              </a:cxn>
              <a:cxn ang="0">
                <a:pos x="connsiteX32228" y="connsiteY32228"/>
              </a:cxn>
              <a:cxn ang="0">
                <a:pos x="connsiteX32229" y="connsiteY32229"/>
              </a:cxn>
              <a:cxn ang="0">
                <a:pos x="connsiteX32230" y="connsiteY32230"/>
              </a:cxn>
              <a:cxn ang="0">
                <a:pos x="connsiteX32231" y="connsiteY32231"/>
              </a:cxn>
              <a:cxn ang="0">
                <a:pos x="connsiteX32232" y="connsiteY32232"/>
              </a:cxn>
              <a:cxn ang="0">
                <a:pos x="connsiteX32233" y="connsiteY32233"/>
              </a:cxn>
              <a:cxn ang="0">
                <a:pos x="connsiteX32234" y="connsiteY32234"/>
              </a:cxn>
              <a:cxn ang="0">
                <a:pos x="connsiteX32235" y="connsiteY32235"/>
              </a:cxn>
              <a:cxn ang="0">
                <a:pos x="connsiteX32236" y="connsiteY32236"/>
              </a:cxn>
              <a:cxn ang="0">
                <a:pos x="connsiteX32237" y="connsiteY32237"/>
              </a:cxn>
              <a:cxn ang="0">
                <a:pos x="connsiteX32238" y="connsiteY32238"/>
              </a:cxn>
              <a:cxn ang="0">
                <a:pos x="connsiteX32239" y="connsiteY32239"/>
              </a:cxn>
              <a:cxn ang="0">
                <a:pos x="connsiteX32240" y="connsiteY32240"/>
              </a:cxn>
              <a:cxn ang="0">
                <a:pos x="connsiteX32241" y="connsiteY32241"/>
              </a:cxn>
              <a:cxn ang="0">
                <a:pos x="connsiteX32242" y="connsiteY32242"/>
              </a:cxn>
              <a:cxn ang="0">
                <a:pos x="connsiteX32243" y="connsiteY32243"/>
              </a:cxn>
              <a:cxn ang="0">
                <a:pos x="connsiteX32244" y="connsiteY32244"/>
              </a:cxn>
              <a:cxn ang="0">
                <a:pos x="connsiteX32245" y="connsiteY32245"/>
              </a:cxn>
              <a:cxn ang="0">
                <a:pos x="connsiteX32246" y="connsiteY32246"/>
              </a:cxn>
              <a:cxn ang="0">
                <a:pos x="connsiteX32247" y="connsiteY32247"/>
              </a:cxn>
              <a:cxn ang="0">
                <a:pos x="connsiteX32248" y="connsiteY32248"/>
              </a:cxn>
              <a:cxn ang="0">
                <a:pos x="connsiteX32249" y="connsiteY32249"/>
              </a:cxn>
              <a:cxn ang="0">
                <a:pos x="connsiteX32250" y="connsiteY32250"/>
              </a:cxn>
              <a:cxn ang="0">
                <a:pos x="connsiteX32251" y="connsiteY32251"/>
              </a:cxn>
              <a:cxn ang="0">
                <a:pos x="connsiteX32252" y="connsiteY32252"/>
              </a:cxn>
              <a:cxn ang="0">
                <a:pos x="connsiteX32253" y="connsiteY32253"/>
              </a:cxn>
              <a:cxn ang="0">
                <a:pos x="connsiteX32254" y="connsiteY32254"/>
              </a:cxn>
              <a:cxn ang="0">
                <a:pos x="connsiteX32255" y="connsiteY32255"/>
              </a:cxn>
              <a:cxn ang="0">
                <a:pos x="connsiteX32256" y="connsiteY32256"/>
              </a:cxn>
              <a:cxn ang="0">
                <a:pos x="connsiteX32257" y="connsiteY32257"/>
              </a:cxn>
              <a:cxn ang="0">
                <a:pos x="connsiteX32258" y="connsiteY32258"/>
              </a:cxn>
              <a:cxn ang="0">
                <a:pos x="connsiteX32259" y="connsiteY32259"/>
              </a:cxn>
              <a:cxn ang="0">
                <a:pos x="connsiteX32260" y="connsiteY32260"/>
              </a:cxn>
              <a:cxn ang="0">
                <a:pos x="connsiteX32261" y="connsiteY32261"/>
              </a:cxn>
              <a:cxn ang="0">
                <a:pos x="connsiteX32262" y="connsiteY32262"/>
              </a:cxn>
              <a:cxn ang="0">
                <a:pos x="connsiteX32263" y="connsiteY32263"/>
              </a:cxn>
              <a:cxn ang="0">
                <a:pos x="connsiteX32264" y="connsiteY32264"/>
              </a:cxn>
              <a:cxn ang="0">
                <a:pos x="connsiteX32265" y="connsiteY32265"/>
              </a:cxn>
              <a:cxn ang="0">
                <a:pos x="connsiteX32266" y="connsiteY32266"/>
              </a:cxn>
              <a:cxn ang="0">
                <a:pos x="connsiteX32267" y="connsiteY32267"/>
              </a:cxn>
              <a:cxn ang="0">
                <a:pos x="connsiteX32268" y="connsiteY32268"/>
              </a:cxn>
              <a:cxn ang="0">
                <a:pos x="connsiteX32269" y="connsiteY32269"/>
              </a:cxn>
              <a:cxn ang="0">
                <a:pos x="connsiteX32270" y="connsiteY32270"/>
              </a:cxn>
              <a:cxn ang="0">
                <a:pos x="connsiteX32271" y="connsiteY32271"/>
              </a:cxn>
              <a:cxn ang="0">
                <a:pos x="connsiteX32272" y="connsiteY32272"/>
              </a:cxn>
              <a:cxn ang="0">
                <a:pos x="connsiteX32273" y="connsiteY32273"/>
              </a:cxn>
              <a:cxn ang="0">
                <a:pos x="connsiteX32274" y="connsiteY32274"/>
              </a:cxn>
              <a:cxn ang="0">
                <a:pos x="connsiteX32275" y="connsiteY32275"/>
              </a:cxn>
              <a:cxn ang="0">
                <a:pos x="connsiteX32276" y="connsiteY32276"/>
              </a:cxn>
              <a:cxn ang="0">
                <a:pos x="connsiteX32277" y="connsiteY32277"/>
              </a:cxn>
              <a:cxn ang="0">
                <a:pos x="connsiteX32278" y="connsiteY32278"/>
              </a:cxn>
              <a:cxn ang="0">
                <a:pos x="connsiteX32279" y="connsiteY32279"/>
              </a:cxn>
              <a:cxn ang="0">
                <a:pos x="connsiteX32280" y="connsiteY32280"/>
              </a:cxn>
              <a:cxn ang="0">
                <a:pos x="connsiteX32281" y="connsiteY32281"/>
              </a:cxn>
              <a:cxn ang="0">
                <a:pos x="connsiteX32282" y="connsiteY32282"/>
              </a:cxn>
              <a:cxn ang="0">
                <a:pos x="connsiteX32283" y="connsiteY32283"/>
              </a:cxn>
              <a:cxn ang="0">
                <a:pos x="connsiteX32284" y="connsiteY32284"/>
              </a:cxn>
              <a:cxn ang="0">
                <a:pos x="connsiteX32285" y="connsiteY32285"/>
              </a:cxn>
              <a:cxn ang="0">
                <a:pos x="connsiteX32286" y="connsiteY32286"/>
              </a:cxn>
              <a:cxn ang="0">
                <a:pos x="connsiteX32287" y="connsiteY32287"/>
              </a:cxn>
              <a:cxn ang="0">
                <a:pos x="connsiteX32288" y="connsiteY32288"/>
              </a:cxn>
              <a:cxn ang="0">
                <a:pos x="connsiteX32289" y="connsiteY32289"/>
              </a:cxn>
              <a:cxn ang="0">
                <a:pos x="connsiteX32290" y="connsiteY32290"/>
              </a:cxn>
              <a:cxn ang="0">
                <a:pos x="connsiteX32291" y="connsiteY32291"/>
              </a:cxn>
              <a:cxn ang="0">
                <a:pos x="connsiteX32292" y="connsiteY32292"/>
              </a:cxn>
              <a:cxn ang="0">
                <a:pos x="connsiteX32293" y="connsiteY32293"/>
              </a:cxn>
              <a:cxn ang="0">
                <a:pos x="connsiteX32294" y="connsiteY32294"/>
              </a:cxn>
              <a:cxn ang="0">
                <a:pos x="connsiteX32295" y="connsiteY32295"/>
              </a:cxn>
              <a:cxn ang="0">
                <a:pos x="connsiteX32296" y="connsiteY32296"/>
              </a:cxn>
              <a:cxn ang="0">
                <a:pos x="connsiteX32297" y="connsiteY32297"/>
              </a:cxn>
              <a:cxn ang="0">
                <a:pos x="connsiteX32298" y="connsiteY32298"/>
              </a:cxn>
              <a:cxn ang="0">
                <a:pos x="connsiteX32299" y="connsiteY32299"/>
              </a:cxn>
              <a:cxn ang="0">
                <a:pos x="connsiteX32300" y="connsiteY32300"/>
              </a:cxn>
              <a:cxn ang="0">
                <a:pos x="connsiteX32301" y="connsiteY32301"/>
              </a:cxn>
              <a:cxn ang="0">
                <a:pos x="connsiteX32302" y="connsiteY32302"/>
              </a:cxn>
              <a:cxn ang="0">
                <a:pos x="connsiteX32303" y="connsiteY32303"/>
              </a:cxn>
              <a:cxn ang="0">
                <a:pos x="connsiteX32304" y="connsiteY32304"/>
              </a:cxn>
              <a:cxn ang="0">
                <a:pos x="connsiteX32305" y="connsiteY32305"/>
              </a:cxn>
              <a:cxn ang="0">
                <a:pos x="connsiteX32306" y="connsiteY32306"/>
              </a:cxn>
              <a:cxn ang="0">
                <a:pos x="connsiteX32307" y="connsiteY32307"/>
              </a:cxn>
              <a:cxn ang="0">
                <a:pos x="connsiteX32308" y="connsiteY32308"/>
              </a:cxn>
              <a:cxn ang="0">
                <a:pos x="connsiteX32309" y="connsiteY32309"/>
              </a:cxn>
              <a:cxn ang="0">
                <a:pos x="connsiteX32310" y="connsiteY32310"/>
              </a:cxn>
              <a:cxn ang="0">
                <a:pos x="connsiteX32311" y="connsiteY32311"/>
              </a:cxn>
              <a:cxn ang="0">
                <a:pos x="connsiteX32312" y="connsiteY32312"/>
              </a:cxn>
              <a:cxn ang="0">
                <a:pos x="connsiteX32313" y="connsiteY32313"/>
              </a:cxn>
              <a:cxn ang="0">
                <a:pos x="connsiteX32314" y="connsiteY32314"/>
              </a:cxn>
              <a:cxn ang="0">
                <a:pos x="connsiteX32315" y="connsiteY32315"/>
              </a:cxn>
              <a:cxn ang="0">
                <a:pos x="connsiteX32316" y="connsiteY32316"/>
              </a:cxn>
              <a:cxn ang="0">
                <a:pos x="connsiteX32317" y="connsiteY32317"/>
              </a:cxn>
              <a:cxn ang="0">
                <a:pos x="connsiteX32318" y="connsiteY32318"/>
              </a:cxn>
              <a:cxn ang="0">
                <a:pos x="connsiteX32319" y="connsiteY32319"/>
              </a:cxn>
              <a:cxn ang="0">
                <a:pos x="connsiteX32320" y="connsiteY32320"/>
              </a:cxn>
              <a:cxn ang="0">
                <a:pos x="connsiteX32321" y="connsiteY32321"/>
              </a:cxn>
              <a:cxn ang="0">
                <a:pos x="connsiteX32322" y="connsiteY32322"/>
              </a:cxn>
              <a:cxn ang="0">
                <a:pos x="connsiteX32323" y="connsiteY32323"/>
              </a:cxn>
              <a:cxn ang="0">
                <a:pos x="connsiteX32324" y="connsiteY32324"/>
              </a:cxn>
              <a:cxn ang="0">
                <a:pos x="connsiteX32325" y="connsiteY32325"/>
              </a:cxn>
              <a:cxn ang="0">
                <a:pos x="connsiteX32326" y="connsiteY32326"/>
              </a:cxn>
              <a:cxn ang="0">
                <a:pos x="connsiteX32327" y="connsiteY32327"/>
              </a:cxn>
              <a:cxn ang="0">
                <a:pos x="connsiteX32328" y="connsiteY32328"/>
              </a:cxn>
              <a:cxn ang="0">
                <a:pos x="connsiteX32329" y="connsiteY32329"/>
              </a:cxn>
              <a:cxn ang="0">
                <a:pos x="connsiteX32330" y="connsiteY32330"/>
              </a:cxn>
              <a:cxn ang="0">
                <a:pos x="connsiteX32331" y="connsiteY32331"/>
              </a:cxn>
              <a:cxn ang="0">
                <a:pos x="connsiteX32332" y="connsiteY32332"/>
              </a:cxn>
              <a:cxn ang="0">
                <a:pos x="connsiteX32333" y="connsiteY32333"/>
              </a:cxn>
              <a:cxn ang="0">
                <a:pos x="connsiteX32334" y="connsiteY32334"/>
              </a:cxn>
              <a:cxn ang="0">
                <a:pos x="connsiteX32335" y="connsiteY32335"/>
              </a:cxn>
              <a:cxn ang="0">
                <a:pos x="connsiteX32336" y="connsiteY32336"/>
              </a:cxn>
              <a:cxn ang="0">
                <a:pos x="connsiteX32337" y="connsiteY32337"/>
              </a:cxn>
              <a:cxn ang="0">
                <a:pos x="connsiteX32338" y="connsiteY32338"/>
              </a:cxn>
              <a:cxn ang="0">
                <a:pos x="connsiteX32339" y="connsiteY32339"/>
              </a:cxn>
              <a:cxn ang="0">
                <a:pos x="connsiteX32340" y="connsiteY32340"/>
              </a:cxn>
              <a:cxn ang="0">
                <a:pos x="connsiteX32341" y="connsiteY32341"/>
              </a:cxn>
              <a:cxn ang="0">
                <a:pos x="connsiteX32342" y="connsiteY32342"/>
              </a:cxn>
              <a:cxn ang="0">
                <a:pos x="connsiteX32343" y="connsiteY32343"/>
              </a:cxn>
              <a:cxn ang="0">
                <a:pos x="connsiteX32344" y="connsiteY32344"/>
              </a:cxn>
              <a:cxn ang="0">
                <a:pos x="connsiteX32345" y="connsiteY32345"/>
              </a:cxn>
              <a:cxn ang="0">
                <a:pos x="connsiteX32346" y="connsiteY32346"/>
              </a:cxn>
              <a:cxn ang="0">
                <a:pos x="connsiteX32347" y="connsiteY32347"/>
              </a:cxn>
              <a:cxn ang="0">
                <a:pos x="connsiteX32348" y="connsiteY32348"/>
              </a:cxn>
              <a:cxn ang="0">
                <a:pos x="connsiteX32349" y="connsiteY32349"/>
              </a:cxn>
              <a:cxn ang="0">
                <a:pos x="connsiteX32350" y="connsiteY32350"/>
              </a:cxn>
              <a:cxn ang="0">
                <a:pos x="connsiteX32351" y="connsiteY32351"/>
              </a:cxn>
              <a:cxn ang="0">
                <a:pos x="connsiteX32352" y="connsiteY32352"/>
              </a:cxn>
              <a:cxn ang="0">
                <a:pos x="connsiteX32353" y="connsiteY32353"/>
              </a:cxn>
              <a:cxn ang="0">
                <a:pos x="connsiteX32354" y="connsiteY32354"/>
              </a:cxn>
              <a:cxn ang="0">
                <a:pos x="connsiteX32355" y="connsiteY32355"/>
              </a:cxn>
              <a:cxn ang="0">
                <a:pos x="connsiteX32356" y="connsiteY32356"/>
              </a:cxn>
              <a:cxn ang="0">
                <a:pos x="connsiteX32357" y="connsiteY32357"/>
              </a:cxn>
              <a:cxn ang="0">
                <a:pos x="connsiteX32358" y="connsiteY32358"/>
              </a:cxn>
              <a:cxn ang="0">
                <a:pos x="connsiteX32359" y="connsiteY32359"/>
              </a:cxn>
              <a:cxn ang="0">
                <a:pos x="connsiteX32360" y="connsiteY32360"/>
              </a:cxn>
              <a:cxn ang="0">
                <a:pos x="connsiteX32361" y="connsiteY32361"/>
              </a:cxn>
              <a:cxn ang="0">
                <a:pos x="connsiteX32362" y="connsiteY32362"/>
              </a:cxn>
              <a:cxn ang="0">
                <a:pos x="connsiteX32363" y="connsiteY32363"/>
              </a:cxn>
              <a:cxn ang="0">
                <a:pos x="connsiteX32364" y="connsiteY32364"/>
              </a:cxn>
              <a:cxn ang="0">
                <a:pos x="connsiteX32365" y="connsiteY32365"/>
              </a:cxn>
              <a:cxn ang="0">
                <a:pos x="connsiteX32366" y="connsiteY32366"/>
              </a:cxn>
              <a:cxn ang="0">
                <a:pos x="connsiteX32367" y="connsiteY32367"/>
              </a:cxn>
              <a:cxn ang="0">
                <a:pos x="connsiteX32368" y="connsiteY32368"/>
              </a:cxn>
              <a:cxn ang="0">
                <a:pos x="connsiteX32369" y="connsiteY32369"/>
              </a:cxn>
              <a:cxn ang="0">
                <a:pos x="connsiteX32370" y="connsiteY32370"/>
              </a:cxn>
              <a:cxn ang="0">
                <a:pos x="connsiteX32371" y="connsiteY32371"/>
              </a:cxn>
              <a:cxn ang="0">
                <a:pos x="connsiteX32372" y="connsiteY32372"/>
              </a:cxn>
              <a:cxn ang="0">
                <a:pos x="connsiteX32373" y="connsiteY32373"/>
              </a:cxn>
              <a:cxn ang="0">
                <a:pos x="connsiteX32374" y="connsiteY32374"/>
              </a:cxn>
              <a:cxn ang="0">
                <a:pos x="connsiteX32375" y="connsiteY32375"/>
              </a:cxn>
              <a:cxn ang="0">
                <a:pos x="connsiteX32376" y="connsiteY32376"/>
              </a:cxn>
              <a:cxn ang="0">
                <a:pos x="connsiteX32377" y="connsiteY32377"/>
              </a:cxn>
              <a:cxn ang="0">
                <a:pos x="connsiteX32378" y="connsiteY32378"/>
              </a:cxn>
              <a:cxn ang="0">
                <a:pos x="connsiteX32379" y="connsiteY32379"/>
              </a:cxn>
              <a:cxn ang="0">
                <a:pos x="connsiteX32380" y="connsiteY32380"/>
              </a:cxn>
              <a:cxn ang="0">
                <a:pos x="connsiteX32381" y="connsiteY32381"/>
              </a:cxn>
              <a:cxn ang="0">
                <a:pos x="connsiteX32382" y="connsiteY32382"/>
              </a:cxn>
              <a:cxn ang="0">
                <a:pos x="connsiteX32383" y="connsiteY32383"/>
              </a:cxn>
              <a:cxn ang="0">
                <a:pos x="connsiteX32384" y="connsiteY32384"/>
              </a:cxn>
              <a:cxn ang="0">
                <a:pos x="connsiteX32385" y="connsiteY32385"/>
              </a:cxn>
              <a:cxn ang="0">
                <a:pos x="connsiteX32386" y="connsiteY32386"/>
              </a:cxn>
              <a:cxn ang="0">
                <a:pos x="connsiteX32387" y="connsiteY32387"/>
              </a:cxn>
              <a:cxn ang="0">
                <a:pos x="connsiteX32388" y="connsiteY32388"/>
              </a:cxn>
              <a:cxn ang="0">
                <a:pos x="connsiteX32389" y="connsiteY32389"/>
              </a:cxn>
              <a:cxn ang="0">
                <a:pos x="connsiteX32390" y="connsiteY32390"/>
              </a:cxn>
              <a:cxn ang="0">
                <a:pos x="connsiteX32391" y="connsiteY32391"/>
              </a:cxn>
              <a:cxn ang="0">
                <a:pos x="connsiteX32392" y="connsiteY32392"/>
              </a:cxn>
              <a:cxn ang="0">
                <a:pos x="connsiteX32393" y="connsiteY32393"/>
              </a:cxn>
              <a:cxn ang="0">
                <a:pos x="connsiteX32394" y="connsiteY32394"/>
              </a:cxn>
              <a:cxn ang="0">
                <a:pos x="connsiteX32395" y="connsiteY32395"/>
              </a:cxn>
              <a:cxn ang="0">
                <a:pos x="connsiteX32396" y="connsiteY32396"/>
              </a:cxn>
              <a:cxn ang="0">
                <a:pos x="connsiteX32397" y="connsiteY32397"/>
              </a:cxn>
              <a:cxn ang="0">
                <a:pos x="connsiteX32398" y="connsiteY32398"/>
              </a:cxn>
              <a:cxn ang="0">
                <a:pos x="connsiteX32399" y="connsiteY32399"/>
              </a:cxn>
              <a:cxn ang="0">
                <a:pos x="connsiteX32400" y="connsiteY32400"/>
              </a:cxn>
              <a:cxn ang="0">
                <a:pos x="connsiteX32401" y="connsiteY32401"/>
              </a:cxn>
              <a:cxn ang="0">
                <a:pos x="connsiteX32402" y="connsiteY32402"/>
              </a:cxn>
              <a:cxn ang="0">
                <a:pos x="connsiteX32403" y="connsiteY32403"/>
              </a:cxn>
              <a:cxn ang="0">
                <a:pos x="connsiteX32404" y="connsiteY32404"/>
              </a:cxn>
              <a:cxn ang="0">
                <a:pos x="connsiteX32405" y="connsiteY32405"/>
              </a:cxn>
              <a:cxn ang="0">
                <a:pos x="connsiteX32406" y="connsiteY32406"/>
              </a:cxn>
              <a:cxn ang="0">
                <a:pos x="connsiteX32407" y="connsiteY32407"/>
              </a:cxn>
              <a:cxn ang="0">
                <a:pos x="connsiteX32408" y="connsiteY32408"/>
              </a:cxn>
              <a:cxn ang="0">
                <a:pos x="connsiteX32409" y="connsiteY32409"/>
              </a:cxn>
              <a:cxn ang="0">
                <a:pos x="connsiteX32410" y="connsiteY32410"/>
              </a:cxn>
              <a:cxn ang="0">
                <a:pos x="connsiteX32411" y="connsiteY32411"/>
              </a:cxn>
              <a:cxn ang="0">
                <a:pos x="connsiteX32412" y="connsiteY32412"/>
              </a:cxn>
              <a:cxn ang="0">
                <a:pos x="connsiteX32413" y="connsiteY32413"/>
              </a:cxn>
              <a:cxn ang="0">
                <a:pos x="connsiteX32414" y="connsiteY32414"/>
              </a:cxn>
              <a:cxn ang="0">
                <a:pos x="connsiteX32415" y="connsiteY32415"/>
              </a:cxn>
              <a:cxn ang="0">
                <a:pos x="connsiteX32416" y="connsiteY32416"/>
              </a:cxn>
              <a:cxn ang="0">
                <a:pos x="connsiteX32417" y="connsiteY32417"/>
              </a:cxn>
              <a:cxn ang="0">
                <a:pos x="connsiteX32418" y="connsiteY32418"/>
              </a:cxn>
              <a:cxn ang="0">
                <a:pos x="connsiteX32419" y="connsiteY32419"/>
              </a:cxn>
              <a:cxn ang="0">
                <a:pos x="connsiteX32420" y="connsiteY32420"/>
              </a:cxn>
              <a:cxn ang="0">
                <a:pos x="connsiteX32421" y="connsiteY32421"/>
              </a:cxn>
              <a:cxn ang="0">
                <a:pos x="connsiteX32422" y="connsiteY32422"/>
              </a:cxn>
              <a:cxn ang="0">
                <a:pos x="connsiteX32423" y="connsiteY32423"/>
              </a:cxn>
              <a:cxn ang="0">
                <a:pos x="connsiteX32424" y="connsiteY32424"/>
              </a:cxn>
              <a:cxn ang="0">
                <a:pos x="connsiteX32425" y="connsiteY32425"/>
              </a:cxn>
              <a:cxn ang="0">
                <a:pos x="connsiteX32426" y="connsiteY32426"/>
              </a:cxn>
              <a:cxn ang="0">
                <a:pos x="connsiteX32427" y="connsiteY32427"/>
              </a:cxn>
              <a:cxn ang="0">
                <a:pos x="connsiteX32428" y="connsiteY32428"/>
              </a:cxn>
              <a:cxn ang="0">
                <a:pos x="connsiteX32429" y="connsiteY32429"/>
              </a:cxn>
              <a:cxn ang="0">
                <a:pos x="connsiteX32430" y="connsiteY32430"/>
              </a:cxn>
              <a:cxn ang="0">
                <a:pos x="connsiteX32431" y="connsiteY32431"/>
              </a:cxn>
              <a:cxn ang="0">
                <a:pos x="connsiteX32432" y="connsiteY32432"/>
              </a:cxn>
              <a:cxn ang="0">
                <a:pos x="connsiteX32433" y="connsiteY32433"/>
              </a:cxn>
              <a:cxn ang="0">
                <a:pos x="connsiteX32434" y="connsiteY32434"/>
              </a:cxn>
              <a:cxn ang="0">
                <a:pos x="connsiteX32435" y="connsiteY32435"/>
              </a:cxn>
              <a:cxn ang="0">
                <a:pos x="connsiteX32436" y="connsiteY32436"/>
              </a:cxn>
              <a:cxn ang="0">
                <a:pos x="connsiteX32437" y="connsiteY32437"/>
              </a:cxn>
              <a:cxn ang="0">
                <a:pos x="connsiteX32438" y="connsiteY32438"/>
              </a:cxn>
              <a:cxn ang="0">
                <a:pos x="connsiteX32439" y="connsiteY32439"/>
              </a:cxn>
              <a:cxn ang="0">
                <a:pos x="connsiteX32440" y="connsiteY32440"/>
              </a:cxn>
              <a:cxn ang="0">
                <a:pos x="connsiteX32441" y="connsiteY32441"/>
              </a:cxn>
              <a:cxn ang="0">
                <a:pos x="connsiteX32442" y="connsiteY32442"/>
              </a:cxn>
              <a:cxn ang="0">
                <a:pos x="connsiteX32443" y="connsiteY32443"/>
              </a:cxn>
              <a:cxn ang="0">
                <a:pos x="connsiteX32444" y="connsiteY32444"/>
              </a:cxn>
              <a:cxn ang="0">
                <a:pos x="connsiteX32445" y="connsiteY32445"/>
              </a:cxn>
              <a:cxn ang="0">
                <a:pos x="connsiteX32446" y="connsiteY32446"/>
              </a:cxn>
              <a:cxn ang="0">
                <a:pos x="connsiteX32447" y="connsiteY32447"/>
              </a:cxn>
              <a:cxn ang="0">
                <a:pos x="connsiteX32448" y="connsiteY32448"/>
              </a:cxn>
              <a:cxn ang="0">
                <a:pos x="connsiteX32449" y="connsiteY32449"/>
              </a:cxn>
              <a:cxn ang="0">
                <a:pos x="connsiteX32450" y="connsiteY32450"/>
              </a:cxn>
              <a:cxn ang="0">
                <a:pos x="connsiteX32451" y="connsiteY32451"/>
              </a:cxn>
              <a:cxn ang="0">
                <a:pos x="connsiteX32452" y="connsiteY32452"/>
              </a:cxn>
              <a:cxn ang="0">
                <a:pos x="connsiteX32453" y="connsiteY32453"/>
              </a:cxn>
              <a:cxn ang="0">
                <a:pos x="connsiteX32454" y="connsiteY32454"/>
              </a:cxn>
              <a:cxn ang="0">
                <a:pos x="connsiteX32455" y="connsiteY32455"/>
              </a:cxn>
              <a:cxn ang="0">
                <a:pos x="connsiteX32456" y="connsiteY32456"/>
              </a:cxn>
              <a:cxn ang="0">
                <a:pos x="connsiteX32457" y="connsiteY32457"/>
              </a:cxn>
              <a:cxn ang="0">
                <a:pos x="connsiteX32458" y="connsiteY32458"/>
              </a:cxn>
              <a:cxn ang="0">
                <a:pos x="connsiteX32459" y="connsiteY32459"/>
              </a:cxn>
              <a:cxn ang="0">
                <a:pos x="connsiteX32460" y="connsiteY32460"/>
              </a:cxn>
              <a:cxn ang="0">
                <a:pos x="connsiteX32461" y="connsiteY32461"/>
              </a:cxn>
              <a:cxn ang="0">
                <a:pos x="connsiteX32462" y="connsiteY32462"/>
              </a:cxn>
              <a:cxn ang="0">
                <a:pos x="connsiteX32463" y="connsiteY32463"/>
              </a:cxn>
              <a:cxn ang="0">
                <a:pos x="connsiteX32464" y="connsiteY32464"/>
              </a:cxn>
              <a:cxn ang="0">
                <a:pos x="connsiteX32465" y="connsiteY32465"/>
              </a:cxn>
              <a:cxn ang="0">
                <a:pos x="connsiteX32466" y="connsiteY32466"/>
              </a:cxn>
              <a:cxn ang="0">
                <a:pos x="connsiteX32467" y="connsiteY32467"/>
              </a:cxn>
              <a:cxn ang="0">
                <a:pos x="connsiteX32468" y="connsiteY32468"/>
              </a:cxn>
              <a:cxn ang="0">
                <a:pos x="connsiteX32469" y="connsiteY32469"/>
              </a:cxn>
              <a:cxn ang="0">
                <a:pos x="connsiteX32470" y="connsiteY32470"/>
              </a:cxn>
              <a:cxn ang="0">
                <a:pos x="connsiteX32471" y="connsiteY32471"/>
              </a:cxn>
              <a:cxn ang="0">
                <a:pos x="connsiteX32472" y="connsiteY32472"/>
              </a:cxn>
              <a:cxn ang="0">
                <a:pos x="connsiteX32473" y="connsiteY32473"/>
              </a:cxn>
              <a:cxn ang="0">
                <a:pos x="connsiteX32474" y="connsiteY32474"/>
              </a:cxn>
              <a:cxn ang="0">
                <a:pos x="connsiteX32475" y="connsiteY32475"/>
              </a:cxn>
              <a:cxn ang="0">
                <a:pos x="connsiteX32476" y="connsiteY32476"/>
              </a:cxn>
              <a:cxn ang="0">
                <a:pos x="connsiteX32477" y="connsiteY32477"/>
              </a:cxn>
              <a:cxn ang="0">
                <a:pos x="connsiteX32478" y="connsiteY32478"/>
              </a:cxn>
              <a:cxn ang="0">
                <a:pos x="connsiteX32479" y="connsiteY32479"/>
              </a:cxn>
              <a:cxn ang="0">
                <a:pos x="connsiteX32480" y="connsiteY32480"/>
              </a:cxn>
              <a:cxn ang="0">
                <a:pos x="connsiteX32481" y="connsiteY32481"/>
              </a:cxn>
              <a:cxn ang="0">
                <a:pos x="connsiteX32482" y="connsiteY32482"/>
              </a:cxn>
              <a:cxn ang="0">
                <a:pos x="connsiteX32483" y="connsiteY32483"/>
              </a:cxn>
              <a:cxn ang="0">
                <a:pos x="connsiteX32484" y="connsiteY32484"/>
              </a:cxn>
              <a:cxn ang="0">
                <a:pos x="connsiteX32485" y="connsiteY32485"/>
              </a:cxn>
              <a:cxn ang="0">
                <a:pos x="connsiteX32486" y="connsiteY32486"/>
              </a:cxn>
              <a:cxn ang="0">
                <a:pos x="connsiteX32487" y="connsiteY32487"/>
              </a:cxn>
              <a:cxn ang="0">
                <a:pos x="connsiteX32488" y="connsiteY32488"/>
              </a:cxn>
              <a:cxn ang="0">
                <a:pos x="connsiteX32489" y="connsiteY32489"/>
              </a:cxn>
              <a:cxn ang="0">
                <a:pos x="connsiteX32490" y="connsiteY32490"/>
              </a:cxn>
              <a:cxn ang="0">
                <a:pos x="connsiteX32491" y="connsiteY32491"/>
              </a:cxn>
              <a:cxn ang="0">
                <a:pos x="connsiteX32492" y="connsiteY32492"/>
              </a:cxn>
              <a:cxn ang="0">
                <a:pos x="connsiteX32493" y="connsiteY32493"/>
              </a:cxn>
              <a:cxn ang="0">
                <a:pos x="connsiteX32494" y="connsiteY32494"/>
              </a:cxn>
              <a:cxn ang="0">
                <a:pos x="connsiteX32495" y="connsiteY32495"/>
              </a:cxn>
              <a:cxn ang="0">
                <a:pos x="connsiteX32496" y="connsiteY32496"/>
              </a:cxn>
              <a:cxn ang="0">
                <a:pos x="connsiteX32497" y="connsiteY32497"/>
              </a:cxn>
              <a:cxn ang="0">
                <a:pos x="connsiteX32498" y="connsiteY32498"/>
              </a:cxn>
              <a:cxn ang="0">
                <a:pos x="connsiteX32499" y="connsiteY32499"/>
              </a:cxn>
              <a:cxn ang="0">
                <a:pos x="connsiteX32500" y="connsiteY32500"/>
              </a:cxn>
              <a:cxn ang="0">
                <a:pos x="connsiteX32501" y="connsiteY32501"/>
              </a:cxn>
              <a:cxn ang="0">
                <a:pos x="connsiteX32502" y="connsiteY32502"/>
              </a:cxn>
              <a:cxn ang="0">
                <a:pos x="connsiteX32503" y="connsiteY32503"/>
              </a:cxn>
              <a:cxn ang="0">
                <a:pos x="connsiteX32504" y="connsiteY32504"/>
              </a:cxn>
              <a:cxn ang="0">
                <a:pos x="connsiteX32505" y="connsiteY32505"/>
              </a:cxn>
              <a:cxn ang="0">
                <a:pos x="connsiteX32506" y="connsiteY32506"/>
              </a:cxn>
              <a:cxn ang="0">
                <a:pos x="connsiteX32507" y="connsiteY32507"/>
              </a:cxn>
              <a:cxn ang="0">
                <a:pos x="connsiteX32508" y="connsiteY32508"/>
              </a:cxn>
              <a:cxn ang="0">
                <a:pos x="connsiteX32509" y="connsiteY32509"/>
              </a:cxn>
              <a:cxn ang="0">
                <a:pos x="connsiteX32510" y="connsiteY32510"/>
              </a:cxn>
              <a:cxn ang="0">
                <a:pos x="connsiteX32511" y="connsiteY32511"/>
              </a:cxn>
              <a:cxn ang="0">
                <a:pos x="connsiteX32512" y="connsiteY32512"/>
              </a:cxn>
              <a:cxn ang="0">
                <a:pos x="connsiteX32513" y="connsiteY32513"/>
              </a:cxn>
              <a:cxn ang="0">
                <a:pos x="connsiteX32514" y="connsiteY32514"/>
              </a:cxn>
              <a:cxn ang="0">
                <a:pos x="connsiteX32515" y="connsiteY32515"/>
              </a:cxn>
              <a:cxn ang="0">
                <a:pos x="connsiteX32516" y="connsiteY32516"/>
              </a:cxn>
              <a:cxn ang="0">
                <a:pos x="connsiteX32517" y="connsiteY32517"/>
              </a:cxn>
              <a:cxn ang="0">
                <a:pos x="connsiteX32518" y="connsiteY32518"/>
              </a:cxn>
              <a:cxn ang="0">
                <a:pos x="connsiteX32519" y="connsiteY32519"/>
              </a:cxn>
              <a:cxn ang="0">
                <a:pos x="connsiteX32520" y="connsiteY32520"/>
              </a:cxn>
              <a:cxn ang="0">
                <a:pos x="connsiteX32521" y="connsiteY32521"/>
              </a:cxn>
              <a:cxn ang="0">
                <a:pos x="connsiteX32522" y="connsiteY32522"/>
              </a:cxn>
              <a:cxn ang="0">
                <a:pos x="connsiteX32523" y="connsiteY32523"/>
              </a:cxn>
              <a:cxn ang="0">
                <a:pos x="connsiteX32524" y="connsiteY32524"/>
              </a:cxn>
              <a:cxn ang="0">
                <a:pos x="connsiteX32525" y="connsiteY32525"/>
              </a:cxn>
              <a:cxn ang="0">
                <a:pos x="connsiteX32526" y="connsiteY32526"/>
              </a:cxn>
              <a:cxn ang="0">
                <a:pos x="connsiteX32527" y="connsiteY32527"/>
              </a:cxn>
              <a:cxn ang="0">
                <a:pos x="connsiteX32528" y="connsiteY32528"/>
              </a:cxn>
              <a:cxn ang="0">
                <a:pos x="connsiteX32529" y="connsiteY32529"/>
              </a:cxn>
              <a:cxn ang="0">
                <a:pos x="connsiteX32530" y="connsiteY32530"/>
              </a:cxn>
              <a:cxn ang="0">
                <a:pos x="connsiteX32531" y="connsiteY32531"/>
              </a:cxn>
              <a:cxn ang="0">
                <a:pos x="connsiteX32532" y="connsiteY32532"/>
              </a:cxn>
              <a:cxn ang="0">
                <a:pos x="connsiteX32533" y="connsiteY32533"/>
              </a:cxn>
              <a:cxn ang="0">
                <a:pos x="connsiteX32534" y="connsiteY32534"/>
              </a:cxn>
              <a:cxn ang="0">
                <a:pos x="connsiteX32535" y="connsiteY32535"/>
              </a:cxn>
              <a:cxn ang="0">
                <a:pos x="connsiteX32536" y="connsiteY32536"/>
              </a:cxn>
              <a:cxn ang="0">
                <a:pos x="connsiteX32537" y="connsiteY32537"/>
              </a:cxn>
              <a:cxn ang="0">
                <a:pos x="connsiteX32538" y="connsiteY32538"/>
              </a:cxn>
              <a:cxn ang="0">
                <a:pos x="connsiteX32539" y="connsiteY32539"/>
              </a:cxn>
              <a:cxn ang="0">
                <a:pos x="connsiteX32540" y="connsiteY32540"/>
              </a:cxn>
              <a:cxn ang="0">
                <a:pos x="connsiteX32541" y="connsiteY32541"/>
              </a:cxn>
              <a:cxn ang="0">
                <a:pos x="connsiteX32542" y="connsiteY32542"/>
              </a:cxn>
              <a:cxn ang="0">
                <a:pos x="connsiteX32543" y="connsiteY32543"/>
              </a:cxn>
              <a:cxn ang="0">
                <a:pos x="connsiteX32544" y="connsiteY32544"/>
              </a:cxn>
              <a:cxn ang="0">
                <a:pos x="connsiteX32545" y="connsiteY32545"/>
              </a:cxn>
              <a:cxn ang="0">
                <a:pos x="connsiteX32546" y="connsiteY32546"/>
              </a:cxn>
              <a:cxn ang="0">
                <a:pos x="connsiteX32547" y="connsiteY32547"/>
              </a:cxn>
              <a:cxn ang="0">
                <a:pos x="connsiteX32548" y="connsiteY32548"/>
              </a:cxn>
              <a:cxn ang="0">
                <a:pos x="connsiteX32549" y="connsiteY32549"/>
              </a:cxn>
              <a:cxn ang="0">
                <a:pos x="connsiteX32550" y="connsiteY32550"/>
              </a:cxn>
              <a:cxn ang="0">
                <a:pos x="connsiteX32551" y="connsiteY32551"/>
              </a:cxn>
              <a:cxn ang="0">
                <a:pos x="connsiteX32552" y="connsiteY32552"/>
              </a:cxn>
              <a:cxn ang="0">
                <a:pos x="connsiteX32553" y="connsiteY32553"/>
              </a:cxn>
              <a:cxn ang="0">
                <a:pos x="connsiteX32554" y="connsiteY32554"/>
              </a:cxn>
              <a:cxn ang="0">
                <a:pos x="connsiteX32555" y="connsiteY32555"/>
              </a:cxn>
              <a:cxn ang="0">
                <a:pos x="connsiteX32556" y="connsiteY32556"/>
              </a:cxn>
              <a:cxn ang="0">
                <a:pos x="connsiteX32557" y="connsiteY32557"/>
              </a:cxn>
              <a:cxn ang="0">
                <a:pos x="connsiteX32558" y="connsiteY32558"/>
              </a:cxn>
              <a:cxn ang="0">
                <a:pos x="connsiteX32559" y="connsiteY32559"/>
              </a:cxn>
              <a:cxn ang="0">
                <a:pos x="connsiteX32560" y="connsiteY32560"/>
              </a:cxn>
              <a:cxn ang="0">
                <a:pos x="connsiteX32561" y="connsiteY32561"/>
              </a:cxn>
              <a:cxn ang="0">
                <a:pos x="connsiteX32562" y="connsiteY32562"/>
              </a:cxn>
              <a:cxn ang="0">
                <a:pos x="connsiteX32563" y="connsiteY32563"/>
              </a:cxn>
              <a:cxn ang="0">
                <a:pos x="connsiteX32564" y="connsiteY32564"/>
              </a:cxn>
              <a:cxn ang="0">
                <a:pos x="connsiteX32565" y="connsiteY32565"/>
              </a:cxn>
              <a:cxn ang="0">
                <a:pos x="connsiteX32566" y="connsiteY32566"/>
              </a:cxn>
              <a:cxn ang="0">
                <a:pos x="connsiteX32567" y="connsiteY32567"/>
              </a:cxn>
              <a:cxn ang="0">
                <a:pos x="connsiteX32568" y="connsiteY32568"/>
              </a:cxn>
              <a:cxn ang="0">
                <a:pos x="connsiteX32569" y="connsiteY32569"/>
              </a:cxn>
              <a:cxn ang="0">
                <a:pos x="connsiteX32570" y="connsiteY32570"/>
              </a:cxn>
              <a:cxn ang="0">
                <a:pos x="connsiteX32571" y="connsiteY32571"/>
              </a:cxn>
              <a:cxn ang="0">
                <a:pos x="connsiteX32572" y="connsiteY32572"/>
              </a:cxn>
              <a:cxn ang="0">
                <a:pos x="connsiteX32573" y="connsiteY32573"/>
              </a:cxn>
              <a:cxn ang="0">
                <a:pos x="connsiteX32574" y="connsiteY32574"/>
              </a:cxn>
              <a:cxn ang="0">
                <a:pos x="connsiteX32575" y="connsiteY32575"/>
              </a:cxn>
              <a:cxn ang="0">
                <a:pos x="connsiteX32576" y="connsiteY32576"/>
              </a:cxn>
              <a:cxn ang="0">
                <a:pos x="connsiteX32577" y="connsiteY32577"/>
              </a:cxn>
              <a:cxn ang="0">
                <a:pos x="connsiteX32578" y="connsiteY32578"/>
              </a:cxn>
              <a:cxn ang="0">
                <a:pos x="connsiteX32579" y="connsiteY32579"/>
              </a:cxn>
              <a:cxn ang="0">
                <a:pos x="connsiteX32580" y="connsiteY32580"/>
              </a:cxn>
              <a:cxn ang="0">
                <a:pos x="connsiteX32581" y="connsiteY32581"/>
              </a:cxn>
              <a:cxn ang="0">
                <a:pos x="connsiteX32582" y="connsiteY32582"/>
              </a:cxn>
              <a:cxn ang="0">
                <a:pos x="connsiteX32583" y="connsiteY32583"/>
              </a:cxn>
              <a:cxn ang="0">
                <a:pos x="connsiteX32584" y="connsiteY32584"/>
              </a:cxn>
              <a:cxn ang="0">
                <a:pos x="connsiteX32585" y="connsiteY32585"/>
              </a:cxn>
              <a:cxn ang="0">
                <a:pos x="connsiteX32586" y="connsiteY32586"/>
              </a:cxn>
              <a:cxn ang="0">
                <a:pos x="connsiteX32587" y="connsiteY32587"/>
              </a:cxn>
              <a:cxn ang="0">
                <a:pos x="connsiteX32588" y="connsiteY32588"/>
              </a:cxn>
              <a:cxn ang="0">
                <a:pos x="connsiteX32589" y="connsiteY32589"/>
              </a:cxn>
              <a:cxn ang="0">
                <a:pos x="connsiteX32590" y="connsiteY32590"/>
              </a:cxn>
              <a:cxn ang="0">
                <a:pos x="connsiteX32591" y="connsiteY32591"/>
              </a:cxn>
              <a:cxn ang="0">
                <a:pos x="connsiteX32592" y="connsiteY32592"/>
              </a:cxn>
              <a:cxn ang="0">
                <a:pos x="connsiteX32593" y="connsiteY32593"/>
              </a:cxn>
              <a:cxn ang="0">
                <a:pos x="connsiteX32594" y="connsiteY32594"/>
              </a:cxn>
              <a:cxn ang="0">
                <a:pos x="connsiteX32595" y="connsiteY32595"/>
              </a:cxn>
              <a:cxn ang="0">
                <a:pos x="connsiteX32596" y="connsiteY32596"/>
              </a:cxn>
              <a:cxn ang="0">
                <a:pos x="connsiteX32597" y="connsiteY32597"/>
              </a:cxn>
              <a:cxn ang="0">
                <a:pos x="connsiteX32598" y="connsiteY32598"/>
              </a:cxn>
              <a:cxn ang="0">
                <a:pos x="connsiteX32599" y="connsiteY32599"/>
              </a:cxn>
              <a:cxn ang="0">
                <a:pos x="connsiteX32600" y="connsiteY32600"/>
              </a:cxn>
              <a:cxn ang="0">
                <a:pos x="connsiteX32601" y="connsiteY32601"/>
              </a:cxn>
              <a:cxn ang="0">
                <a:pos x="connsiteX32602" y="connsiteY32602"/>
              </a:cxn>
              <a:cxn ang="0">
                <a:pos x="connsiteX32603" y="connsiteY32603"/>
              </a:cxn>
              <a:cxn ang="0">
                <a:pos x="connsiteX32604" y="connsiteY32604"/>
              </a:cxn>
              <a:cxn ang="0">
                <a:pos x="connsiteX32605" y="connsiteY32605"/>
              </a:cxn>
              <a:cxn ang="0">
                <a:pos x="connsiteX32606" y="connsiteY32606"/>
              </a:cxn>
              <a:cxn ang="0">
                <a:pos x="connsiteX32607" y="connsiteY32607"/>
              </a:cxn>
              <a:cxn ang="0">
                <a:pos x="connsiteX32608" y="connsiteY32608"/>
              </a:cxn>
              <a:cxn ang="0">
                <a:pos x="connsiteX32609" y="connsiteY32609"/>
              </a:cxn>
              <a:cxn ang="0">
                <a:pos x="connsiteX32610" y="connsiteY32610"/>
              </a:cxn>
              <a:cxn ang="0">
                <a:pos x="connsiteX32611" y="connsiteY32611"/>
              </a:cxn>
              <a:cxn ang="0">
                <a:pos x="connsiteX32612" y="connsiteY32612"/>
              </a:cxn>
              <a:cxn ang="0">
                <a:pos x="connsiteX32613" y="connsiteY32613"/>
              </a:cxn>
              <a:cxn ang="0">
                <a:pos x="connsiteX32614" y="connsiteY32614"/>
              </a:cxn>
              <a:cxn ang="0">
                <a:pos x="connsiteX32615" y="connsiteY32615"/>
              </a:cxn>
              <a:cxn ang="0">
                <a:pos x="connsiteX32616" y="connsiteY32616"/>
              </a:cxn>
              <a:cxn ang="0">
                <a:pos x="connsiteX32617" y="connsiteY32617"/>
              </a:cxn>
              <a:cxn ang="0">
                <a:pos x="connsiteX32618" y="connsiteY32618"/>
              </a:cxn>
              <a:cxn ang="0">
                <a:pos x="connsiteX32619" y="connsiteY32619"/>
              </a:cxn>
              <a:cxn ang="0">
                <a:pos x="connsiteX32620" y="connsiteY32620"/>
              </a:cxn>
              <a:cxn ang="0">
                <a:pos x="connsiteX32621" y="connsiteY32621"/>
              </a:cxn>
              <a:cxn ang="0">
                <a:pos x="connsiteX32622" y="connsiteY32622"/>
              </a:cxn>
              <a:cxn ang="0">
                <a:pos x="connsiteX32623" y="connsiteY32623"/>
              </a:cxn>
              <a:cxn ang="0">
                <a:pos x="connsiteX32624" y="connsiteY32624"/>
              </a:cxn>
              <a:cxn ang="0">
                <a:pos x="connsiteX32625" y="connsiteY32625"/>
              </a:cxn>
              <a:cxn ang="0">
                <a:pos x="connsiteX32626" y="connsiteY32626"/>
              </a:cxn>
              <a:cxn ang="0">
                <a:pos x="connsiteX32627" y="connsiteY32627"/>
              </a:cxn>
              <a:cxn ang="0">
                <a:pos x="connsiteX32628" y="connsiteY32628"/>
              </a:cxn>
              <a:cxn ang="0">
                <a:pos x="connsiteX32629" y="connsiteY32629"/>
              </a:cxn>
              <a:cxn ang="0">
                <a:pos x="connsiteX32630" y="connsiteY32630"/>
              </a:cxn>
              <a:cxn ang="0">
                <a:pos x="connsiteX32631" y="connsiteY32631"/>
              </a:cxn>
              <a:cxn ang="0">
                <a:pos x="connsiteX32632" y="connsiteY32632"/>
              </a:cxn>
              <a:cxn ang="0">
                <a:pos x="connsiteX32633" y="connsiteY32633"/>
              </a:cxn>
              <a:cxn ang="0">
                <a:pos x="connsiteX32634" y="connsiteY32634"/>
              </a:cxn>
              <a:cxn ang="0">
                <a:pos x="connsiteX32635" y="connsiteY32635"/>
              </a:cxn>
              <a:cxn ang="0">
                <a:pos x="connsiteX32636" y="connsiteY32636"/>
              </a:cxn>
              <a:cxn ang="0">
                <a:pos x="connsiteX32637" y="connsiteY32637"/>
              </a:cxn>
              <a:cxn ang="0">
                <a:pos x="connsiteX32638" y="connsiteY32638"/>
              </a:cxn>
              <a:cxn ang="0">
                <a:pos x="connsiteX32639" y="connsiteY32639"/>
              </a:cxn>
              <a:cxn ang="0">
                <a:pos x="connsiteX32640" y="connsiteY32640"/>
              </a:cxn>
              <a:cxn ang="0">
                <a:pos x="connsiteX32641" y="connsiteY32641"/>
              </a:cxn>
              <a:cxn ang="0">
                <a:pos x="connsiteX32642" y="connsiteY32642"/>
              </a:cxn>
              <a:cxn ang="0">
                <a:pos x="connsiteX32643" y="connsiteY32643"/>
              </a:cxn>
              <a:cxn ang="0">
                <a:pos x="connsiteX32644" y="connsiteY32644"/>
              </a:cxn>
              <a:cxn ang="0">
                <a:pos x="connsiteX32645" y="connsiteY32645"/>
              </a:cxn>
              <a:cxn ang="0">
                <a:pos x="connsiteX32646" y="connsiteY32646"/>
              </a:cxn>
              <a:cxn ang="0">
                <a:pos x="connsiteX32647" y="connsiteY32647"/>
              </a:cxn>
              <a:cxn ang="0">
                <a:pos x="connsiteX32648" y="connsiteY32648"/>
              </a:cxn>
              <a:cxn ang="0">
                <a:pos x="connsiteX32649" y="connsiteY32649"/>
              </a:cxn>
              <a:cxn ang="0">
                <a:pos x="connsiteX32650" y="connsiteY32650"/>
              </a:cxn>
              <a:cxn ang="0">
                <a:pos x="connsiteX32651" y="connsiteY32651"/>
              </a:cxn>
              <a:cxn ang="0">
                <a:pos x="connsiteX32652" y="connsiteY32652"/>
              </a:cxn>
              <a:cxn ang="0">
                <a:pos x="connsiteX32653" y="connsiteY32653"/>
              </a:cxn>
              <a:cxn ang="0">
                <a:pos x="connsiteX32654" y="connsiteY32654"/>
              </a:cxn>
              <a:cxn ang="0">
                <a:pos x="connsiteX32655" y="connsiteY32655"/>
              </a:cxn>
              <a:cxn ang="0">
                <a:pos x="connsiteX32656" y="connsiteY32656"/>
              </a:cxn>
              <a:cxn ang="0">
                <a:pos x="connsiteX32657" y="connsiteY32657"/>
              </a:cxn>
              <a:cxn ang="0">
                <a:pos x="connsiteX32658" y="connsiteY32658"/>
              </a:cxn>
              <a:cxn ang="0">
                <a:pos x="connsiteX32659" y="connsiteY32659"/>
              </a:cxn>
              <a:cxn ang="0">
                <a:pos x="connsiteX32660" y="connsiteY32660"/>
              </a:cxn>
              <a:cxn ang="0">
                <a:pos x="connsiteX32661" y="connsiteY32661"/>
              </a:cxn>
              <a:cxn ang="0">
                <a:pos x="connsiteX32662" y="connsiteY32662"/>
              </a:cxn>
              <a:cxn ang="0">
                <a:pos x="connsiteX32663" y="connsiteY32663"/>
              </a:cxn>
              <a:cxn ang="0">
                <a:pos x="connsiteX32664" y="connsiteY32664"/>
              </a:cxn>
              <a:cxn ang="0">
                <a:pos x="connsiteX32665" y="connsiteY32665"/>
              </a:cxn>
              <a:cxn ang="0">
                <a:pos x="connsiteX32666" y="connsiteY32666"/>
              </a:cxn>
              <a:cxn ang="0">
                <a:pos x="connsiteX32667" y="connsiteY32667"/>
              </a:cxn>
              <a:cxn ang="0">
                <a:pos x="connsiteX32668" y="connsiteY32668"/>
              </a:cxn>
              <a:cxn ang="0">
                <a:pos x="connsiteX32669" y="connsiteY32669"/>
              </a:cxn>
              <a:cxn ang="0">
                <a:pos x="connsiteX32670" y="connsiteY32670"/>
              </a:cxn>
              <a:cxn ang="0">
                <a:pos x="connsiteX32671" y="connsiteY32671"/>
              </a:cxn>
              <a:cxn ang="0">
                <a:pos x="connsiteX32672" y="connsiteY32672"/>
              </a:cxn>
              <a:cxn ang="0">
                <a:pos x="connsiteX32673" y="connsiteY32673"/>
              </a:cxn>
              <a:cxn ang="0">
                <a:pos x="connsiteX32674" y="connsiteY32674"/>
              </a:cxn>
              <a:cxn ang="0">
                <a:pos x="connsiteX32675" y="connsiteY32675"/>
              </a:cxn>
              <a:cxn ang="0">
                <a:pos x="connsiteX32676" y="connsiteY32676"/>
              </a:cxn>
              <a:cxn ang="0">
                <a:pos x="connsiteX32677" y="connsiteY32677"/>
              </a:cxn>
              <a:cxn ang="0">
                <a:pos x="connsiteX32678" y="connsiteY32678"/>
              </a:cxn>
              <a:cxn ang="0">
                <a:pos x="connsiteX32679" y="connsiteY32679"/>
              </a:cxn>
              <a:cxn ang="0">
                <a:pos x="connsiteX32680" y="connsiteY32680"/>
              </a:cxn>
              <a:cxn ang="0">
                <a:pos x="connsiteX32681" y="connsiteY32681"/>
              </a:cxn>
              <a:cxn ang="0">
                <a:pos x="connsiteX32682" y="connsiteY32682"/>
              </a:cxn>
              <a:cxn ang="0">
                <a:pos x="connsiteX32683" y="connsiteY32683"/>
              </a:cxn>
              <a:cxn ang="0">
                <a:pos x="connsiteX32684" y="connsiteY32684"/>
              </a:cxn>
              <a:cxn ang="0">
                <a:pos x="connsiteX32685" y="connsiteY32685"/>
              </a:cxn>
              <a:cxn ang="0">
                <a:pos x="connsiteX32686" y="connsiteY32686"/>
              </a:cxn>
              <a:cxn ang="0">
                <a:pos x="connsiteX32687" y="connsiteY32687"/>
              </a:cxn>
              <a:cxn ang="0">
                <a:pos x="connsiteX32688" y="connsiteY32688"/>
              </a:cxn>
              <a:cxn ang="0">
                <a:pos x="connsiteX32689" y="connsiteY32689"/>
              </a:cxn>
              <a:cxn ang="0">
                <a:pos x="connsiteX32690" y="connsiteY32690"/>
              </a:cxn>
              <a:cxn ang="0">
                <a:pos x="connsiteX32691" y="connsiteY32691"/>
              </a:cxn>
              <a:cxn ang="0">
                <a:pos x="connsiteX32692" y="connsiteY32692"/>
              </a:cxn>
              <a:cxn ang="0">
                <a:pos x="connsiteX32693" y="connsiteY32693"/>
              </a:cxn>
              <a:cxn ang="0">
                <a:pos x="connsiteX32694" y="connsiteY32694"/>
              </a:cxn>
              <a:cxn ang="0">
                <a:pos x="connsiteX32695" y="connsiteY32695"/>
              </a:cxn>
              <a:cxn ang="0">
                <a:pos x="connsiteX32696" y="connsiteY32696"/>
              </a:cxn>
              <a:cxn ang="0">
                <a:pos x="connsiteX32697" y="connsiteY32697"/>
              </a:cxn>
              <a:cxn ang="0">
                <a:pos x="connsiteX32698" y="connsiteY32698"/>
              </a:cxn>
              <a:cxn ang="0">
                <a:pos x="connsiteX32699" y="connsiteY32699"/>
              </a:cxn>
              <a:cxn ang="0">
                <a:pos x="connsiteX32700" y="connsiteY32700"/>
              </a:cxn>
              <a:cxn ang="0">
                <a:pos x="connsiteX32701" y="connsiteY32701"/>
              </a:cxn>
              <a:cxn ang="0">
                <a:pos x="connsiteX32702" y="connsiteY32702"/>
              </a:cxn>
              <a:cxn ang="0">
                <a:pos x="connsiteX32703" y="connsiteY32703"/>
              </a:cxn>
              <a:cxn ang="0">
                <a:pos x="connsiteX32704" y="connsiteY32704"/>
              </a:cxn>
              <a:cxn ang="0">
                <a:pos x="connsiteX32705" y="connsiteY32705"/>
              </a:cxn>
              <a:cxn ang="0">
                <a:pos x="connsiteX32706" y="connsiteY32706"/>
              </a:cxn>
              <a:cxn ang="0">
                <a:pos x="connsiteX32707" y="connsiteY32707"/>
              </a:cxn>
              <a:cxn ang="0">
                <a:pos x="connsiteX32708" y="connsiteY32708"/>
              </a:cxn>
              <a:cxn ang="0">
                <a:pos x="connsiteX32709" y="connsiteY32709"/>
              </a:cxn>
              <a:cxn ang="0">
                <a:pos x="connsiteX32710" y="connsiteY32710"/>
              </a:cxn>
              <a:cxn ang="0">
                <a:pos x="connsiteX32711" y="connsiteY32711"/>
              </a:cxn>
              <a:cxn ang="0">
                <a:pos x="connsiteX32712" y="connsiteY32712"/>
              </a:cxn>
              <a:cxn ang="0">
                <a:pos x="connsiteX32713" y="connsiteY32713"/>
              </a:cxn>
              <a:cxn ang="0">
                <a:pos x="connsiteX32714" y="connsiteY32714"/>
              </a:cxn>
              <a:cxn ang="0">
                <a:pos x="connsiteX32715" y="connsiteY32715"/>
              </a:cxn>
              <a:cxn ang="0">
                <a:pos x="connsiteX32716" y="connsiteY32716"/>
              </a:cxn>
              <a:cxn ang="0">
                <a:pos x="connsiteX32717" y="connsiteY32717"/>
              </a:cxn>
              <a:cxn ang="0">
                <a:pos x="connsiteX32718" y="connsiteY32718"/>
              </a:cxn>
              <a:cxn ang="0">
                <a:pos x="connsiteX32719" y="connsiteY32719"/>
              </a:cxn>
              <a:cxn ang="0">
                <a:pos x="connsiteX32720" y="connsiteY32720"/>
              </a:cxn>
              <a:cxn ang="0">
                <a:pos x="connsiteX32721" y="connsiteY32721"/>
              </a:cxn>
              <a:cxn ang="0">
                <a:pos x="connsiteX32722" y="connsiteY32722"/>
              </a:cxn>
              <a:cxn ang="0">
                <a:pos x="connsiteX32723" y="connsiteY32723"/>
              </a:cxn>
              <a:cxn ang="0">
                <a:pos x="connsiteX32724" y="connsiteY32724"/>
              </a:cxn>
              <a:cxn ang="0">
                <a:pos x="connsiteX32725" y="connsiteY32725"/>
              </a:cxn>
              <a:cxn ang="0">
                <a:pos x="connsiteX32726" y="connsiteY32726"/>
              </a:cxn>
              <a:cxn ang="0">
                <a:pos x="connsiteX32727" y="connsiteY32727"/>
              </a:cxn>
              <a:cxn ang="0">
                <a:pos x="connsiteX32728" y="connsiteY32728"/>
              </a:cxn>
              <a:cxn ang="0">
                <a:pos x="connsiteX32729" y="connsiteY32729"/>
              </a:cxn>
              <a:cxn ang="0">
                <a:pos x="connsiteX32730" y="connsiteY32730"/>
              </a:cxn>
              <a:cxn ang="0">
                <a:pos x="connsiteX32731" y="connsiteY32731"/>
              </a:cxn>
              <a:cxn ang="0">
                <a:pos x="connsiteX32732" y="connsiteY32732"/>
              </a:cxn>
              <a:cxn ang="0">
                <a:pos x="connsiteX32733" y="connsiteY32733"/>
              </a:cxn>
              <a:cxn ang="0">
                <a:pos x="connsiteX32734" y="connsiteY32734"/>
              </a:cxn>
              <a:cxn ang="0">
                <a:pos x="connsiteX32735" y="connsiteY32735"/>
              </a:cxn>
              <a:cxn ang="0">
                <a:pos x="connsiteX32736" y="connsiteY32736"/>
              </a:cxn>
              <a:cxn ang="0">
                <a:pos x="connsiteX32737" y="connsiteY32737"/>
              </a:cxn>
              <a:cxn ang="0">
                <a:pos x="connsiteX32738" y="connsiteY32738"/>
              </a:cxn>
              <a:cxn ang="0">
                <a:pos x="connsiteX32739" y="connsiteY32739"/>
              </a:cxn>
              <a:cxn ang="0">
                <a:pos x="connsiteX32740" y="connsiteY32740"/>
              </a:cxn>
              <a:cxn ang="0">
                <a:pos x="connsiteX32741" y="connsiteY32741"/>
              </a:cxn>
              <a:cxn ang="0">
                <a:pos x="connsiteX32742" y="connsiteY32742"/>
              </a:cxn>
              <a:cxn ang="0">
                <a:pos x="connsiteX32743" y="connsiteY32743"/>
              </a:cxn>
              <a:cxn ang="0">
                <a:pos x="connsiteX32744" y="connsiteY32744"/>
              </a:cxn>
              <a:cxn ang="0">
                <a:pos x="connsiteX32745" y="connsiteY32745"/>
              </a:cxn>
              <a:cxn ang="0">
                <a:pos x="connsiteX32746" y="connsiteY32746"/>
              </a:cxn>
              <a:cxn ang="0">
                <a:pos x="connsiteX32747" y="connsiteY32747"/>
              </a:cxn>
              <a:cxn ang="0">
                <a:pos x="connsiteX32748" y="connsiteY32748"/>
              </a:cxn>
              <a:cxn ang="0">
                <a:pos x="connsiteX32749" y="connsiteY32749"/>
              </a:cxn>
              <a:cxn ang="0">
                <a:pos x="connsiteX32750" y="connsiteY32750"/>
              </a:cxn>
              <a:cxn ang="0">
                <a:pos x="connsiteX32751" y="connsiteY32751"/>
              </a:cxn>
              <a:cxn ang="0">
                <a:pos x="connsiteX32752" y="connsiteY32752"/>
              </a:cxn>
              <a:cxn ang="0">
                <a:pos x="connsiteX32753" y="connsiteY32753"/>
              </a:cxn>
              <a:cxn ang="0">
                <a:pos x="connsiteX32754" y="connsiteY32754"/>
              </a:cxn>
              <a:cxn ang="0">
                <a:pos x="connsiteX32755" y="connsiteY32755"/>
              </a:cxn>
              <a:cxn ang="0">
                <a:pos x="connsiteX32756" y="connsiteY32756"/>
              </a:cxn>
              <a:cxn ang="0">
                <a:pos x="connsiteX32757" y="connsiteY32757"/>
              </a:cxn>
              <a:cxn ang="0">
                <a:pos x="connsiteX32758" y="connsiteY32758"/>
              </a:cxn>
              <a:cxn ang="0">
                <a:pos x="connsiteX32759" y="connsiteY32759"/>
              </a:cxn>
              <a:cxn ang="0">
                <a:pos x="connsiteX32760" y="connsiteY32760"/>
              </a:cxn>
              <a:cxn ang="0">
                <a:pos x="connsiteX32761" y="connsiteY32761"/>
              </a:cxn>
              <a:cxn ang="0">
                <a:pos x="connsiteX32762" y="connsiteY32762"/>
              </a:cxn>
              <a:cxn ang="0">
                <a:pos x="connsiteX32763" y="connsiteY32763"/>
              </a:cxn>
              <a:cxn ang="0">
                <a:pos x="connsiteX32764" y="connsiteY32764"/>
              </a:cxn>
              <a:cxn ang="0">
                <a:pos x="connsiteX32765" y="connsiteY32765"/>
              </a:cxn>
              <a:cxn ang="0">
                <a:pos x="connsiteX32766" y="connsiteY32766"/>
              </a:cxn>
              <a:cxn ang="0">
                <a:pos x="connsiteX32767" y="connsiteY32767"/>
              </a:cxn>
              <a:cxn ang="0">
                <a:pos x="connsiteX32768" y="connsiteY32768"/>
              </a:cxn>
              <a:cxn ang="0">
                <a:pos x="connsiteX32769" y="connsiteY32769"/>
              </a:cxn>
              <a:cxn ang="0">
                <a:pos x="connsiteX32770" y="connsiteY32770"/>
              </a:cxn>
              <a:cxn ang="0">
                <a:pos x="connsiteX32771" y="connsiteY32771"/>
              </a:cxn>
              <a:cxn ang="0">
                <a:pos x="connsiteX32772" y="connsiteY32772"/>
              </a:cxn>
              <a:cxn ang="0">
                <a:pos x="connsiteX32773" y="connsiteY32773"/>
              </a:cxn>
              <a:cxn ang="0">
                <a:pos x="connsiteX32774" y="connsiteY32774"/>
              </a:cxn>
              <a:cxn ang="0">
                <a:pos x="connsiteX32775" y="connsiteY32775"/>
              </a:cxn>
              <a:cxn ang="0">
                <a:pos x="connsiteX32776" y="connsiteY32776"/>
              </a:cxn>
              <a:cxn ang="0">
                <a:pos x="connsiteX32777" y="connsiteY32777"/>
              </a:cxn>
              <a:cxn ang="0">
                <a:pos x="connsiteX32778" y="connsiteY32778"/>
              </a:cxn>
              <a:cxn ang="0">
                <a:pos x="connsiteX32779" y="connsiteY32779"/>
              </a:cxn>
              <a:cxn ang="0">
                <a:pos x="connsiteX32780" y="connsiteY32780"/>
              </a:cxn>
              <a:cxn ang="0">
                <a:pos x="connsiteX32781" y="connsiteY32781"/>
              </a:cxn>
              <a:cxn ang="0">
                <a:pos x="connsiteX32782" y="connsiteY32782"/>
              </a:cxn>
              <a:cxn ang="0">
                <a:pos x="connsiteX32783" y="connsiteY32783"/>
              </a:cxn>
              <a:cxn ang="0">
                <a:pos x="connsiteX32784" y="connsiteY32784"/>
              </a:cxn>
              <a:cxn ang="0">
                <a:pos x="connsiteX32785" y="connsiteY32785"/>
              </a:cxn>
              <a:cxn ang="0">
                <a:pos x="connsiteX32786" y="connsiteY32786"/>
              </a:cxn>
              <a:cxn ang="0">
                <a:pos x="connsiteX32787" y="connsiteY32787"/>
              </a:cxn>
              <a:cxn ang="0">
                <a:pos x="connsiteX32788" y="connsiteY32788"/>
              </a:cxn>
              <a:cxn ang="0">
                <a:pos x="connsiteX32789" y="connsiteY32789"/>
              </a:cxn>
              <a:cxn ang="0">
                <a:pos x="connsiteX32790" y="connsiteY32790"/>
              </a:cxn>
              <a:cxn ang="0">
                <a:pos x="connsiteX32791" y="connsiteY32791"/>
              </a:cxn>
              <a:cxn ang="0">
                <a:pos x="connsiteX32792" y="connsiteY32792"/>
              </a:cxn>
              <a:cxn ang="0">
                <a:pos x="connsiteX32793" y="connsiteY32793"/>
              </a:cxn>
              <a:cxn ang="0">
                <a:pos x="connsiteX32794" y="connsiteY32794"/>
              </a:cxn>
              <a:cxn ang="0">
                <a:pos x="connsiteX32795" y="connsiteY32795"/>
              </a:cxn>
              <a:cxn ang="0">
                <a:pos x="connsiteX32796" y="connsiteY32796"/>
              </a:cxn>
              <a:cxn ang="0">
                <a:pos x="connsiteX32797" y="connsiteY32797"/>
              </a:cxn>
              <a:cxn ang="0">
                <a:pos x="connsiteX32798" y="connsiteY32798"/>
              </a:cxn>
              <a:cxn ang="0">
                <a:pos x="connsiteX32799" y="connsiteY32799"/>
              </a:cxn>
              <a:cxn ang="0">
                <a:pos x="connsiteX32800" y="connsiteY32800"/>
              </a:cxn>
              <a:cxn ang="0">
                <a:pos x="connsiteX32801" y="connsiteY32801"/>
              </a:cxn>
              <a:cxn ang="0">
                <a:pos x="connsiteX32802" y="connsiteY32802"/>
              </a:cxn>
              <a:cxn ang="0">
                <a:pos x="connsiteX32803" y="connsiteY32803"/>
              </a:cxn>
              <a:cxn ang="0">
                <a:pos x="connsiteX32804" y="connsiteY32804"/>
              </a:cxn>
              <a:cxn ang="0">
                <a:pos x="connsiteX32805" y="connsiteY32805"/>
              </a:cxn>
              <a:cxn ang="0">
                <a:pos x="connsiteX32806" y="connsiteY32806"/>
              </a:cxn>
              <a:cxn ang="0">
                <a:pos x="connsiteX32807" y="connsiteY32807"/>
              </a:cxn>
              <a:cxn ang="0">
                <a:pos x="connsiteX32808" y="connsiteY32808"/>
              </a:cxn>
              <a:cxn ang="0">
                <a:pos x="connsiteX32809" y="connsiteY32809"/>
              </a:cxn>
              <a:cxn ang="0">
                <a:pos x="connsiteX32810" y="connsiteY32810"/>
              </a:cxn>
              <a:cxn ang="0">
                <a:pos x="connsiteX32811" y="connsiteY32811"/>
              </a:cxn>
              <a:cxn ang="0">
                <a:pos x="connsiteX32812" y="connsiteY32812"/>
              </a:cxn>
              <a:cxn ang="0">
                <a:pos x="connsiteX32813" y="connsiteY32813"/>
              </a:cxn>
              <a:cxn ang="0">
                <a:pos x="connsiteX32814" y="connsiteY32814"/>
              </a:cxn>
              <a:cxn ang="0">
                <a:pos x="connsiteX32815" y="connsiteY32815"/>
              </a:cxn>
              <a:cxn ang="0">
                <a:pos x="connsiteX32816" y="connsiteY32816"/>
              </a:cxn>
              <a:cxn ang="0">
                <a:pos x="connsiteX32817" y="connsiteY32817"/>
              </a:cxn>
              <a:cxn ang="0">
                <a:pos x="connsiteX32818" y="connsiteY32818"/>
              </a:cxn>
              <a:cxn ang="0">
                <a:pos x="connsiteX32819" y="connsiteY32819"/>
              </a:cxn>
              <a:cxn ang="0">
                <a:pos x="connsiteX32820" y="connsiteY32820"/>
              </a:cxn>
              <a:cxn ang="0">
                <a:pos x="connsiteX32821" y="connsiteY32821"/>
              </a:cxn>
              <a:cxn ang="0">
                <a:pos x="connsiteX32822" y="connsiteY32822"/>
              </a:cxn>
              <a:cxn ang="0">
                <a:pos x="connsiteX32823" y="connsiteY32823"/>
              </a:cxn>
              <a:cxn ang="0">
                <a:pos x="connsiteX32824" y="connsiteY32824"/>
              </a:cxn>
              <a:cxn ang="0">
                <a:pos x="connsiteX32825" y="connsiteY32825"/>
              </a:cxn>
              <a:cxn ang="0">
                <a:pos x="connsiteX32826" y="connsiteY32826"/>
              </a:cxn>
              <a:cxn ang="0">
                <a:pos x="connsiteX32827" y="connsiteY32827"/>
              </a:cxn>
              <a:cxn ang="0">
                <a:pos x="connsiteX32828" y="connsiteY32828"/>
              </a:cxn>
              <a:cxn ang="0">
                <a:pos x="connsiteX32829" y="connsiteY32829"/>
              </a:cxn>
              <a:cxn ang="0">
                <a:pos x="connsiteX32830" y="connsiteY32830"/>
              </a:cxn>
              <a:cxn ang="0">
                <a:pos x="connsiteX32831" y="connsiteY32831"/>
              </a:cxn>
              <a:cxn ang="0">
                <a:pos x="connsiteX32832" y="connsiteY32832"/>
              </a:cxn>
              <a:cxn ang="0">
                <a:pos x="connsiteX32833" y="connsiteY32833"/>
              </a:cxn>
              <a:cxn ang="0">
                <a:pos x="connsiteX32834" y="connsiteY32834"/>
              </a:cxn>
              <a:cxn ang="0">
                <a:pos x="connsiteX32835" y="connsiteY32835"/>
              </a:cxn>
              <a:cxn ang="0">
                <a:pos x="connsiteX32836" y="connsiteY32836"/>
              </a:cxn>
              <a:cxn ang="0">
                <a:pos x="connsiteX32837" y="connsiteY32837"/>
              </a:cxn>
              <a:cxn ang="0">
                <a:pos x="connsiteX32838" y="connsiteY32838"/>
              </a:cxn>
              <a:cxn ang="0">
                <a:pos x="connsiteX32839" y="connsiteY32839"/>
              </a:cxn>
              <a:cxn ang="0">
                <a:pos x="connsiteX32840" y="connsiteY32840"/>
              </a:cxn>
              <a:cxn ang="0">
                <a:pos x="connsiteX32841" y="connsiteY32841"/>
              </a:cxn>
              <a:cxn ang="0">
                <a:pos x="connsiteX32842" y="connsiteY32842"/>
              </a:cxn>
              <a:cxn ang="0">
                <a:pos x="connsiteX32843" y="connsiteY32843"/>
              </a:cxn>
              <a:cxn ang="0">
                <a:pos x="connsiteX32844" y="connsiteY32844"/>
              </a:cxn>
              <a:cxn ang="0">
                <a:pos x="connsiteX32845" y="connsiteY32845"/>
              </a:cxn>
              <a:cxn ang="0">
                <a:pos x="connsiteX32846" y="connsiteY32846"/>
              </a:cxn>
              <a:cxn ang="0">
                <a:pos x="connsiteX32847" y="connsiteY32847"/>
              </a:cxn>
              <a:cxn ang="0">
                <a:pos x="connsiteX32848" y="connsiteY32848"/>
              </a:cxn>
              <a:cxn ang="0">
                <a:pos x="connsiteX32849" y="connsiteY32849"/>
              </a:cxn>
              <a:cxn ang="0">
                <a:pos x="connsiteX32850" y="connsiteY32850"/>
              </a:cxn>
              <a:cxn ang="0">
                <a:pos x="connsiteX32851" y="connsiteY32851"/>
              </a:cxn>
              <a:cxn ang="0">
                <a:pos x="connsiteX32852" y="connsiteY32852"/>
              </a:cxn>
              <a:cxn ang="0">
                <a:pos x="connsiteX32853" y="connsiteY32853"/>
              </a:cxn>
              <a:cxn ang="0">
                <a:pos x="connsiteX32854" y="connsiteY32854"/>
              </a:cxn>
              <a:cxn ang="0">
                <a:pos x="connsiteX32855" y="connsiteY32855"/>
              </a:cxn>
              <a:cxn ang="0">
                <a:pos x="connsiteX32856" y="connsiteY32856"/>
              </a:cxn>
              <a:cxn ang="0">
                <a:pos x="connsiteX32857" y="connsiteY32857"/>
              </a:cxn>
              <a:cxn ang="0">
                <a:pos x="connsiteX32858" y="connsiteY32858"/>
              </a:cxn>
              <a:cxn ang="0">
                <a:pos x="connsiteX32859" y="connsiteY32859"/>
              </a:cxn>
              <a:cxn ang="0">
                <a:pos x="connsiteX32860" y="connsiteY32860"/>
              </a:cxn>
              <a:cxn ang="0">
                <a:pos x="connsiteX32861" y="connsiteY32861"/>
              </a:cxn>
              <a:cxn ang="0">
                <a:pos x="connsiteX32862" y="connsiteY32862"/>
              </a:cxn>
              <a:cxn ang="0">
                <a:pos x="connsiteX32863" y="connsiteY32863"/>
              </a:cxn>
              <a:cxn ang="0">
                <a:pos x="connsiteX32864" y="connsiteY32864"/>
              </a:cxn>
              <a:cxn ang="0">
                <a:pos x="connsiteX32865" y="connsiteY32865"/>
              </a:cxn>
              <a:cxn ang="0">
                <a:pos x="connsiteX32866" y="connsiteY32866"/>
              </a:cxn>
              <a:cxn ang="0">
                <a:pos x="connsiteX32867" y="connsiteY32867"/>
              </a:cxn>
              <a:cxn ang="0">
                <a:pos x="connsiteX32868" y="connsiteY32868"/>
              </a:cxn>
              <a:cxn ang="0">
                <a:pos x="connsiteX32869" y="connsiteY32869"/>
              </a:cxn>
              <a:cxn ang="0">
                <a:pos x="connsiteX32870" y="connsiteY32870"/>
              </a:cxn>
              <a:cxn ang="0">
                <a:pos x="connsiteX32871" y="connsiteY32871"/>
              </a:cxn>
              <a:cxn ang="0">
                <a:pos x="connsiteX32872" y="connsiteY32872"/>
              </a:cxn>
              <a:cxn ang="0">
                <a:pos x="connsiteX32873" y="connsiteY32873"/>
              </a:cxn>
              <a:cxn ang="0">
                <a:pos x="connsiteX32874" y="connsiteY32874"/>
              </a:cxn>
              <a:cxn ang="0">
                <a:pos x="connsiteX32875" y="connsiteY32875"/>
              </a:cxn>
              <a:cxn ang="0">
                <a:pos x="connsiteX32876" y="connsiteY32876"/>
              </a:cxn>
              <a:cxn ang="0">
                <a:pos x="connsiteX32877" y="connsiteY32877"/>
              </a:cxn>
              <a:cxn ang="0">
                <a:pos x="connsiteX32878" y="connsiteY32878"/>
              </a:cxn>
              <a:cxn ang="0">
                <a:pos x="connsiteX32879" y="connsiteY32879"/>
              </a:cxn>
              <a:cxn ang="0">
                <a:pos x="connsiteX32880" y="connsiteY32880"/>
              </a:cxn>
              <a:cxn ang="0">
                <a:pos x="connsiteX32881" y="connsiteY32881"/>
              </a:cxn>
              <a:cxn ang="0">
                <a:pos x="connsiteX32882" y="connsiteY32882"/>
              </a:cxn>
              <a:cxn ang="0">
                <a:pos x="connsiteX32883" y="connsiteY32883"/>
              </a:cxn>
              <a:cxn ang="0">
                <a:pos x="connsiteX32884" y="connsiteY32884"/>
              </a:cxn>
              <a:cxn ang="0">
                <a:pos x="connsiteX32885" y="connsiteY32885"/>
              </a:cxn>
              <a:cxn ang="0">
                <a:pos x="connsiteX32886" y="connsiteY32886"/>
              </a:cxn>
              <a:cxn ang="0">
                <a:pos x="connsiteX32887" y="connsiteY32887"/>
              </a:cxn>
              <a:cxn ang="0">
                <a:pos x="connsiteX32888" y="connsiteY32888"/>
              </a:cxn>
              <a:cxn ang="0">
                <a:pos x="connsiteX32889" y="connsiteY32889"/>
              </a:cxn>
              <a:cxn ang="0">
                <a:pos x="connsiteX32890" y="connsiteY32890"/>
              </a:cxn>
              <a:cxn ang="0">
                <a:pos x="connsiteX32891" y="connsiteY32891"/>
              </a:cxn>
              <a:cxn ang="0">
                <a:pos x="connsiteX32892" y="connsiteY32892"/>
              </a:cxn>
              <a:cxn ang="0">
                <a:pos x="connsiteX32893" y="connsiteY32893"/>
              </a:cxn>
              <a:cxn ang="0">
                <a:pos x="connsiteX32894" y="connsiteY32894"/>
              </a:cxn>
              <a:cxn ang="0">
                <a:pos x="connsiteX32895" y="connsiteY32895"/>
              </a:cxn>
              <a:cxn ang="0">
                <a:pos x="connsiteX32896" y="connsiteY32896"/>
              </a:cxn>
              <a:cxn ang="0">
                <a:pos x="connsiteX32897" y="connsiteY32897"/>
              </a:cxn>
              <a:cxn ang="0">
                <a:pos x="connsiteX32898" y="connsiteY32898"/>
              </a:cxn>
              <a:cxn ang="0">
                <a:pos x="connsiteX32899" y="connsiteY32899"/>
              </a:cxn>
              <a:cxn ang="0">
                <a:pos x="connsiteX32900" y="connsiteY32900"/>
              </a:cxn>
              <a:cxn ang="0">
                <a:pos x="connsiteX32901" y="connsiteY32901"/>
              </a:cxn>
              <a:cxn ang="0">
                <a:pos x="connsiteX32902" y="connsiteY32902"/>
              </a:cxn>
              <a:cxn ang="0">
                <a:pos x="connsiteX32903" y="connsiteY32903"/>
              </a:cxn>
              <a:cxn ang="0">
                <a:pos x="connsiteX32904" y="connsiteY32904"/>
              </a:cxn>
              <a:cxn ang="0">
                <a:pos x="connsiteX32905" y="connsiteY32905"/>
              </a:cxn>
              <a:cxn ang="0">
                <a:pos x="connsiteX32906" y="connsiteY32906"/>
              </a:cxn>
              <a:cxn ang="0">
                <a:pos x="connsiteX32907" y="connsiteY32907"/>
              </a:cxn>
              <a:cxn ang="0">
                <a:pos x="connsiteX32908" y="connsiteY32908"/>
              </a:cxn>
              <a:cxn ang="0">
                <a:pos x="connsiteX32909" y="connsiteY32909"/>
              </a:cxn>
              <a:cxn ang="0">
                <a:pos x="connsiteX32910" y="connsiteY32910"/>
              </a:cxn>
              <a:cxn ang="0">
                <a:pos x="connsiteX32911" y="connsiteY32911"/>
              </a:cxn>
              <a:cxn ang="0">
                <a:pos x="connsiteX32912" y="connsiteY32912"/>
              </a:cxn>
              <a:cxn ang="0">
                <a:pos x="connsiteX32913" y="connsiteY32913"/>
              </a:cxn>
              <a:cxn ang="0">
                <a:pos x="connsiteX32914" y="connsiteY32914"/>
              </a:cxn>
              <a:cxn ang="0">
                <a:pos x="connsiteX32915" y="connsiteY32915"/>
              </a:cxn>
              <a:cxn ang="0">
                <a:pos x="connsiteX32916" y="connsiteY32916"/>
              </a:cxn>
              <a:cxn ang="0">
                <a:pos x="connsiteX32917" y="connsiteY32917"/>
              </a:cxn>
              <a:cxn ang="0">
                <a:pos x="connsiteX32918" y="connsiteY32918"/>
              </a:cxn>
              <a:cxn ang="0">
                <a:pos x="connsiteX32919" y="connsiteY32919"/>
              </a:cxn>
              <a:cxn ang="0">
                <a:pos x="connsiteX32920" y="connsiteY32920"/>
              </a:cxn>
              <a:cxn ang="0">
                <a:pos x="connsiteX32921" y="connsiteY32921"/>
              </a:cxn>
              <a:cxn ang="0">
                <a:pos x="connsiteX32922" y="connsiteY32922"/>
              </a:cxn>
              <a:cxn ang="0">
                <a:pos x="connsiteX32923" y="connsiteY32923"/>
              </a:cxn>
              <a:cxn ang="0">
                <a:pos x="connsiteX32924" y="connsiteY32924"/>
              </a:cxn>
              <a:cxn ang="0">
                <a:pos x="connsiteX32925" y="connsiteY32925"/>
              </a:cxn>
              <a:cxn ang="0">
                <a:pos x="connsiteX32926" y="connsiteY32926"/>
              </a:cxn>
              <a:cxn ang="0">
                <a:pos x="connsiteX32927" y="connsiteY32927"/>
              </a:cxn>
              <a:cxn ang="0">
                <a:pos x="connsiteX32928" y="connsiteY32928"/>
              </a:cxn>
              <a:cxn ang="0">
                <a:pos x="connsiteX32929" y="connsiteY32929"/>
              </a:cxn>
              <a:cxn ang="0">
                <a:pos x="connsiteX32930" y="connsiteY32930"/>
              </a:cxn>
              <a:cxn ang="0">
                <a:pos x="connsiteX32931" y="connsiteY32931"/>
              </a:cxn>
              <a:cxn ang="0">
                <a:pos x="connsiteX32932" y="connsiteY32932"/>
              </a:cxn>
              <a:cxn ang="0">
                <a:pos x="connsiteX32933" y="connsiteY32933"/>
              </a:cxn>
              <a:cxn ang="0">
                <a:pos x="connsiteX32934" y="connsiteY32934"/>
              </a:cxn>
              <a:cxn ang="0">
                <a:pos x="connsiteX32935" y="connsiteY32935"/>
              </a:cxn>
              <a:cxn ang="0">
                <a:pos x="connsiteX32936" y="connsiteY32936"/>
              </a:cxn>
              <a:cxn ang="0">
                <a:pos x="connsiteX32937" y="connsiteY32937"/>
              </a:cxn>
              <a:cxn ang="0">
                <a:pos x="connsiteX32938" y="connsiteY32938"/>
              </a:cxn>
              <a:cxn ang="0">
                <a:pos x="connsiteX32939" y="connsiteY32939"/>
              </a:cxn>
              <a:cxn ang="0">
                <a:pos x="connsiteX32940" y="connsiteY32940"/>
              </a:cxn>
              <a:cxn ang="0">
                <a:pos x="connsiteX32941" y="connsiteY32941"/>
              </a:cxn>
              <a:cxn ang="0">
                <a:pos x="connsiteX32942" y="connsiteY32942"/>
              </a:cxn>
              <a:cxn ang="0">
                <a:pos x="connsiteX32943" y="connsiteY32943"/>
              </a:cxn>
              <a:cxn ang="0">
                <a:pos x="connsiteX32944" y="connsiteY32944"/>
              </a:cxn>
              <a:cxn ang="0">
                <a:pos x="connsiteX32945" y="connsiteY32945"/>
              </a:cxn>
              <a:cxn ang="0">
                <a:pos x="connsiteX32946" y="connsiteY32946"/>
              </a:cxn>
              <a:cxn ang="0">
                <a:pos x="connsiteX32947" y="connsiteY32947"/>
              </a:cxn>
              <a:cxn ang="0">
                <a:pos x="connsiteX32948" y="connsiteY32948"/>
              </a:cxn>
              <a:cxn ang="0">
                <a:pos x="connsiteX32949" y="connsiteY32949"/>
              </a:cxn>
              <a:cxn ang="0">
                <a:pos x="connsiteX32950" y="connsiteY32950"/>
              </a:cxn>
              <a:cxn ang="0">
                <a:pos x="connsiteX32951" y="connsiteY32951"/>
              </a:cxn>
              <a:cxn ang="0">
                <a:pos x="connsiteX32952" y="connsiteY32952"/>
              </a:cxn>
              <a:cxn ang="0">
                <a:pos x="connsiteX32953" y="connsiteY32953"/>
              </a:cxn>
              <a:cxn ang="0">
                <a:pos x="connsiteX32954" y="connsiteY32954"/>
              </a:cxn>
              <a:cxn ang="0">
                <a:pos x="connsiteX32955" y="connsiteY32955"/>
              </a:cxn>
              <a:cxn ang="0">
                <a:pos x="connsiteX32956" y="connsiteY32956"/>
              </a:cxn>
              <a:cxn ang="0">
                <a:pos x="connsiteX32957" y="connsiteY32957"/>
              </a:cxn>
              <a:cxn ang="0">
                <a:pos x="connsiteX32958" y="connsiteY32958"/>
              </a:cxn>
              <a:cxn ang="0">
                <a:pos x="connsiteX32959" y="connsiteY32959"/>
              </a:cxn>
              <a:cxn ang="0">
                <a:pos x="connsiteX32960" y="connsiteY32960"/>
              </a:cxn>
              <a:cxn ang="0">
                <a:pos x="connsiteX32961" y="connsiteY32961"/>
              </a:cxn>
              <a:cxn ang="0">
                <a:pos x="connsiteX32962" y="connsiteY32962"/>
              </a:cxn>
              <a:cxn ang="0">
                <a:pos x="connsiteX32963" y="connsiteY32963"/>
              </a:cxn>
              <a:cxn ang="0">
                <a:pos x="connsiteX32964" y="connsiteY32964"/>
              </a:cxn>
              <a:cxn ang="0">
                <a:pos x="connsiteX32965" y="connsiteY32965"/>
              </a:cxn>
              <a:cxn ang="0">
                <a:pos x="connsiteX32966" y="connsiteY32966"/>
              </a:cxn>
              <a:cxn ang="0">
                <a:pos x="connsiteX32967" y="connsiteY32967"/>
              </a:cxn>
              <a:cxn ang="0">
                <a:pos x="connsiteX32968" y="connsiteY32968"/>
              </a:cxn>
              <a:cxn ang="0">
                <a:pos x="connsiteX32969" y="connsiteY32969"/>
              </a:cxn>
              <a:cxn ang="0">
                <a:pos x="connsiteX32970" y="connsiteY32970"/>
              </a:cxn>
              <a:cxn ang="0">
                <a:pos x="connsiteX32971" y="connsiteY32971"/>
              </a:cxn>
              <a:cxn ang="0">
                <a:pos x="connsiteX32972" y="connsiteY32972"/>
              </a:cxn>
              <a:cxn ang="0">
                <a:pos x="connsiteX32973" y="connsiteY32973"/>
              </a:cxn>
              <a:cxn ang="0">
                <a:pos x="connsiteX32974" y="connsiteY32974"/>
              </a:cxn>
              <a:cxn ang="0">
                <a:pos x="connsiteX32975" y="connsiteY32975"/>
              </a:cxn>
              <a:cxn ang="0">
                <a:pos x="connsiteX32976" y="connsiteY32976"/>
              </a:cxn>
              <a:cxn ang="0">
                <a:pos x="connsiteX32977" y="connsiteY32977"/>
              </a:cxn>
              <a:cxn ang="0">
                <a:pos x="connsiteX32978" y="connsiteY32978"/>
              </a:cxn>
              <a:cxn ang="0">
                <a:pos x="connsiteX32979" y="connsiteY32979"/>
              </a:cxn>
              <a:cxn ang="0">
                <a:pos x="connsiteX32980" y="connsiteY32980"/>
              </a:cxn>
              <a:cxn ang="0">
                <a:pos x="connsiteX32981" y="connsiteY32981"/>
              </a:cxn>
              <a:cxn ang="0">
                <a:pos x="connsiteX32982" y="connsiteY32982"/>
              </a:cxn>
              <a:cxn ang="0">
                <a:pos x="connsiteX32983" y="connsiteY32983"/>
              </a:cxn>
              <a:cxn ang="0">
                <a:pos x="connsiteX32984" y="connsiteY32984"/>
              </a:cxn>
              <a:cxn ang="0">
                <a:pos x="connsiteX32985" y="connsiteY32985"/>
              </a:cxn>
              <a:cxn ang="0">
                <a:pos x="connsiteX32986" y="connsiteY32986"/>
              </a:cxn>
              <a:cxn ang="0">
                <a:pos x="connsiteX32987" y="connsiteY32987"/>
              </a:cxn>
              <a:cxn ang="0">
                <a:pos x="connsiteX32988" y="connsiteY32988"/>
              </a:cxn>
              <a:cxn ang="0">
                <a:pos x="connsiteX32989" y="connsiteY32989"/>
              </a:cxn>
              <a:cxn ang="0">
                <a:pos x="connsiteX32990" y="connsiteY32990"/>
              </a:cxn>
              <a:cxn ang="0">
                <a:pos x="connsiteX32991" y="connsiteY32991"/>
              </a:cxn>
              <a:cxn ang="0">
                <a:pos x="connsiteX32992" y="connsiteY32992"/>
              </a:cxn>
              <a:cxn ang="0">
                <a:pos x="connsiteX32993" y="connsiteY32993"/>
              </a:cxn>
              <a:cxn ang="0">
                <a:pos x="connsiteX32994" y="connsiteY32994"/>
              </a:cxn>
              <a:cxn ang="0">
                <a:pos x="connsiteX32995" y="connsiteY32995"/>
              </a:cxn>
              <a:cxn ang="0">
                <a:pos x="connsiteX32996" y="connsiteY32996"/>
              </a:cxn>
              <a:cxn ang="0">
                <a:pos x="connsiteX32997" y="connsiteY32997"/>
              </a:cxn>
              <a:cxn ang="0">
                <a:pos x="connsiteX32998" y="connsiteY32998"/>
              </a:cxn>
              <a:cxn ang="0">
                <a:pos x="connsiteX32999" y="connsiteY32999"/>
              </a:cxn>
              <a:cxn ang="0">
                <a:pos x="connsiteX33000" y="connsiteY33000"/>
              </a:cxn>
              <a:cxn ang="0">
                <a:pos x="connsiteX33001" y="connsiteY33001"/>
              </a:cxn>
              <a:cxn ang="0">
                <a:pos x="connsiteX33002" y="connsiteY33002"/>
              </a:cxn>
              <a:cxn ang="0">
                <a:pos x="connsiteX33003" y="connsiteY33003"/>
              </a:cxn>
              <a:cxn ang="0">
                <a:pos x="connsiteX33004" y="connsiteY33004"/>
              </a:cxn>
              <a:cxn ang="0">
                <a:pos x="connsiteX33005" y="connsiteY33005"/>
              </a:cxn>
              <a:cxn ang="0">
                <a:pos x="connsiteX33006" y="connsiteY33006"/>
              </a:cxn>
              <a:cxn ang="0">
                <a:pos x="connsiteX33007" y="connsiteY33007"/>
              </a:cxn>
              <a:cxn ang="0">
                <a:pos x="connsiteX33008" y="connsiteY33008"/>
              </a:cxn>
              <a:cxn ang="0">
                <a:pos x="connsiteX33009" y="connsiteY33009"/>
              </a:cxn>
              <a:cxn ang="0">
                <a:pos x="connsiteX33010" y="connsiteY33010"/>
              </a:cxn>
              <a:cxn ang="0">
                <a:pos x="connsiteX33011" y="connsiteY33011"/>
              </a:cxn>
              <a:cxn ang="0">
                <a:pos x="connsiteX33012" y="connsiteY33012"/>
              </a:cxn>
              <a:cxn ang="0">
                <a:pos x="connsiteX33013" y="connsiteY33013"/>
              </a:cxn>
              <a:cxn ang="0">
                <a:pos x="connsiteX33014" y="connsiteY33014"/>
              </a:cxn>
              <a:cxn ang="0">
                <a:pos x="connsiteX33015" y="connsiteY33015"/>
              </a:cxn>
              <a:cxn ang="0">
                <a:pos x="connsiteX33016" y="connsiteY33016"/>
              </a:cxn>
              <a:cxn ang="0">
                <a:pos x="connsiteX33017" y="connsiteY33017"/>
              </a:cxn>
              <a:cxn ang="0">
                <a:pos x="connsiteX33018" y="connsiteY33018"/>
              </a:cxn>
              <a:cxn ang="0">
                <a:pos x="connsiteX33019" y="connsiteY33019"/>
              </a:cxn>
              <a:cxn ang="0">
                <a:pos x="connsiteX33020" y="connsiteY33020"/>
              </a:cxn>
              <a:cxn ang="0">
                <a:pos x="connsiteX33021" y="connsiteY33021"/>
              </a:cxn>
              <a:cxn ang="0">
                <a:pos x="connsiteX33022" y="connsiteY33022"/>
              </a:cxn>
              <a:cxn ang="0">
                <a:pos x="connsiteX33023" y="connsiteY33023"/>
              </a:cxn>
              <a:cxn ang="0">
                <a:pos x="connsiteX33024" y="connsiteY33024"/>
              </a:cxn>
              <a:cxn ang="0">
                <a:pos x="connsiteX33025" y="connsiteY33025"/>
              </a:cxn>
              <a:cxn ang="0">
                <a:pos x="connsiteX33026" y="connsiteY33026"/>
              </a:cxn>
              <a:cxn ang="0">
                <a:pos x="connsiteX33027" y="connsiteY33027"/>
              </a:cxn>
              <a:cxn ang="0">
                <a:pos x="connsiteX33028" y="connsiteY33028"/>
              </a:cxn>
              <a:cxn ang="0">
                <a:pos x="connsiteX33029" y="connsiteY33029"/>
              </a:cxn>
              <a:cxn ang="0">
                <a:pos x="connsiteX33030" y="connsiteY33030"/>
              </a:cxn>
              <a:cxn ang="0">
                <a:pos x="connsiteX33031" y="connsiteY33031"/>
              </a:cxn>
              <a:cxn ang="0">
                <a:pos x="connsiteX33032" y="connsiteY33032"/>
              </a:cxn>
              <a:cxn ang="0">
                <a:pos x="connsiteX33033" y="connsiteY33033"/>
              </a:cxn>
              <a:cxn ang="0">
                <a:pos x="connsiteX33034" y="connsiteY33034"/>
              </a:cxn>
              <a:cxn ang="0">
                <a:pos x="connsiteX33035" y="connsiteY33035"/>
              </a:cxn>
              <a:cxn ang="0">
                <a:pos x="connsiteX33036" y="connsiteY33036"/>
              </a:cxn>
              <a:cxn ang="0">
                <a:pos x="connsiteX33037" y="connsiteY33037"/>
              </a:cxn>
              <a:cxn ang="0">
                <a:pos x="connsiteX33038" y="connsiteY33038"/>
              </a:cxn>
              <a:cxn ang="0">
                <a:pos x="connsiteX33039" y="connsiteY33039"/>
              </a:cxn>
              <a:cxn ang="0">
                <a:pos x="connsiteX33040" y="connsiteY33040"/>
              </a:cxn>
              <a:cxn ang="0">
                <a:pos x="connsiteX33041" y="connsiteY33041"/>
              </a:cxn>
              <a:cxn ang="0">
                <a:pos x="connsiteX33042" y="connsiteY33042"/>
              </a:cxn>
              <a:cxn ang="0">
                <a:pos x="connsiteX33043" y="connsiteY33043"/>
              </a:cxn>
              <a:cxn ang="0">
                <a:pos x="connsiteX33044" y="connsiteY33044"/>
              </a:cxn>
              <a:cxn ang="0">
                <a:pos x="connsiteX33045" y="connsiteY33045"/>
              </a:cxn>
              <a:cxn ang="0">
                <a:pos x="connsiteX33046" y="connsiteY33046"/>
              </a:cxn>
              <a:cxn ang="0">
                <a:pos x="connsiteX33047" y="connsiteY33047"/>
              </a:cxn>
              <a:cxn ang="0">
                <a:pos x="connsiteX33048" y="connsiteY33048"/>
              </a:cxn>
              <a:cxn ang="0">
                <a:pos x="connsiteX33049" y="connsiteY33049"/>
              </a:cxn>
              <a:cxn ang="0">
                <a:pos x="connsiteX33050" y="connsiteY33050"/>
              </a:cxn>
              <a:cxn ang="0">
                <a:pos x="connsiteX33051" y="connsiteY33051"/>
              </a:cxn>
              <a:cxn ang="0">
                <a:pos x="connsiteX33052" y="connsiteY33052"/>
              </a:cxn>
              <a:cxn ang="0">
                <a:pos x="connsiteX33053" y="connsiteY33053"/>
              </a:cxn>
              <a:cxn ang="0">
                <a:pos x="connsiteX33054" y="connsiteY33054"/>
              </a:cxn>
              <a:cxn ang="0">
                <a:pos x="connsiteX33055" y="connsiteY33055"/>
              </a:cxn>
              <a:cxn ang="0">
                <a:pos x="connsiteX33056" y="connsiteY33056"/>
              </a:cxn>
              <a:cxn ang="0">
                <a:pos x="connsiteX33057" y="connsiteY33057"/>
              </a:cxn>
              <a:cxn ang="0">
                <a:pos x="connsiteX33058" y="connsiteY33058"/>
              </a:cxn>
              <a:cxn ang="0">
                <a:pos x="connsiteX33059" y="connsiteY33059"/>
              </a:cxn>
              <a:cxn ang="0">
                <a:pos x="connsiteX33060" y="connsiteY33060"/>
              </a:cxn>
              <a:cxn ang="0">
                <a:pos x="connsiteX33061" y="connsiteY33061"/>
              </a:cxn>
              <a:cxn ang="0">
                <a:pos x="connsiteX33062" y="connsiteY33062"/>
              </a:cxn>
              <a:cxn ang="0">
                <a:pos x="connsiteX33063" y="connsiteY33063"/>
              </a:cxn>
              <a:cxn ang="0">
                <a:pos x="connsiteX33064" y="connsiteY33064"/>
              </a:cxn>
              <a:cxn ang="0">
                <a:pos x="connsiteX33065" y="connsiteY33065"/>
              </a:cxn>
              <a:cxn ang="0">
                <a:pos x="connsiteX33066" y="connsiteY33066"/>
              </a:cxn>
              <a:cxn ang="0">
                <a:pos x="connsiteX33067" y="connsiteY33067"/>
              </a:cxn>
              <a:cxn ang="0">
                <a:pos x="connsiteX33068" y="connsiteY33068"/>
              </a:cxn>
              <a:cxn ang="0">
                <a:pos x="connsiteX33069" y="connsiteY33069"/>
              </a:cxn>
              <a:cxn ang="0">
                <a:pos x="connsiteX33070" y="connsiteY33070"/>
              </a:cxn>
              <a:cxn ang="0">
                <a:pos x="connsiteX33071" y="connsiteY33071"/>
              </a:cxn>
              <a:cxn ang="0">
                <a:pos x="connsiteX33072" y="connsiteY33072"/>
              </a:cxn>
              <a:cxn ang="0">
                <a:pos x="connsiteX33073" y="connsiteY33073"/>
              </a:cxn>
              <a:cxn ang="0">
                <a:pos x="connsiteX33074" y="connsiteY33074"/>
              </a:cxn>
              <a:cxn ang="0">
                <a:pos x="connsiteX33075" y="connsiteY33075"/>
              </a:cxn>
              <a:cxn ang="0">
                <a:pos x="connsiteX33076" y="connsiteY33076"/>
              </a:cxn>
              <a:cxn ang="0">
                <a:pos x="connsiteX33077" y="connsiteY33077"/>
              </a:cxn>
              <a:cxn ang="0">
                <a:pos x="connsiteX33078" y="connsiteY33078"/>
              </a:cxn>
              <a:cxn ang="0">
                <a:pos x="connsiteX33079" y="connsiteY33079"/>
              </a:cxn>
              <a:cxn ang="0">
                <a:pos x="connsiteX33080" y="connsiteY33080"/>
              </a:cxn>
              <a:cxn ang="0">
                <a:pos x="connsiteX33081" y="connsiteY33081"/>
              </a:cxn>
              <a:cxn ang="0">
                <a:pos x="connsiteX33082" y="connsiteY33082"/>
              </a:cxn>
              <a:cxn ang="0">
                <a:pos x="connsiteX33083" y="connsiteY33083"/>
              </a:cxn>
              <a:cxn ang="0">
                <a:pos x="connsiteX33084" y="connsiteY33084"/>
              </a:cxn>
              <a:cxn ang="0">
                <a:pos x="connsiteX33085" y="connsiteY33085"/>
              </a:cxn>
              <a:cxn ang="0">
                <a:pos x="connsiteX33086" y="connsiteY33086"/>
              </a:cxn>
              <a:cxn ang="0">
                <a:pos x="connsiteX33087" y="connsiteY33087"/>
              </a:cxn>
              <a:cxn ang="0">
                <a:pos x="connsiteX33088" y="connsiteY33088"/>
              </a:cxn>
              <a:cxn ang="0">
                <a:pos x="connsiteX33089" y="connsiteY33089"/>
              </a:cxn>
              <a:cxn ang="0">
                <a:pos x="connsiteX33090" y="connsiteY33090"/>
              </a:cxn>
              <a:cxn ang="0">
                <a:pos x="connsiteX33091" y="connsiteY33091"/>
              </a:cxn>
              <a:cxn ang="0">
                <a:pos x="connsiteX33092" y="connsiteY33092"/>
              </a:cxn>
              <a:cxn ang="0">
                <a:pos x="connsiteX33093" y="connsiteY33093"/>
              </a:cxn>
              <a:cxn ang="0">
                <a:pos x="connsiteX33094" y="connsiteY33094"/>
              </a:cxn>
              <a:cxn ang="0">
                <a:pos x="connsiteX33095" y="connsiteY33095"/>
              </a:cxn>
              <a:cxn ang="0">
                <a:pos x="connsiteX33096" y="connsiteY33096"/>
              </a:cxn>
              <a:cxn ang="0">
                <a:pos x="connsiteX33097" y="connsiteY33097"/>
              </a:cxn>
              <a:cxn ang="0">
                <a:pos x="connsiteX33098" y="connsiteY33098"/>
              </a:cxn>
              <a:cxn ang="0">
                <a:pos x="connsiteX33099" y="connsiteY33099"/>
              </a:cxn>
              <a:cxn ang="0">
                <a:pos x="connsiteX33100" y="connsiteY33100"/>
              </a:cxn>
              <a:cxn ang="0">
                <a:pos x="connsiteX33101" y="connsiteY33101"/>
              </a:cxn>
              <a:cxn ang="0">
                <a:pos x="connsiteX33102" y="connsiteY33102"/>
              </a:cxn>
              <a:cxn ang="0">
                <a:pos x="connsiteX33103" y="connsiteY33103"/>
              </a:cxn>
              <a:cxn ang="0">
                <a:pos x="connsiteX33104" y="connsiteY33104"/>
              </a:cxn>
              <a:cxn ang="0">
                <a:pos x="connsiteX33105" y="connsiteY33105"/>
              </a:cxn>
              <a:cxn ang="0">
                <a:pos x="connsiteX33106" y="connsiteY33106"/>
              </a:cxn>
              <a:cxn ang="0">
                <a:pos x="connsiteX33107" y="connsiteY33107"/>
              </a:cxn>
              <a:cxn ang="0">
                <a:pos x="connsiteX33108" y="connsiteY33108"/>
              </a:cxn>
              <a:cxn ang="0">
                <a:pos x="connsiteX33109" y="connsiteY33109"/>
              </a:cxn>
              <a:cxn ang="0">
                <a:pos x="connsiteX33110" y="connsiteY33110"/>
              </a:cxn>
              <a:cxn ang="0">
                <a:pos x="connsiteX33111" y="connsiteY33111"/>
              </a:cxn>
              <a:cxn ang="0">
                <a:pos x="connsiteX33112" y="connsiteY33112"/>
              </a:cxn>
              <a:cxn ang="0">
                <a:pos x="connsiteX33113" y="connsiteY33113"/>
              </a:cxn>
              <a:cxn ang="0">
                <a:pos x="connsiteX33114" y="connsiteY33114"/>
              </a:cxn>
              <a:cxn ang="0">
                <a:pos x="connsiteX33115" y="connsiteY33115"/>
              </a:cxn>
              <a:cxn ang="0">
                <a:pos x="connsiteX33116" y="connsiteY33116"/>
              </a:cxn>
              <a:cxn ang="0">
                <a:pos x="connsiteX33117" y="connsiteY33117"/>
              </a:cxn>
              <a:cxn ang="0">
                <a:pos x="connsiteX33118" y="connsiteY33118"/>
              </a:cxn>
              <a:cxn ang="0">
                <a:pos x="connsiteX33119" y="connsiteY33119"/>
              </a:cxn>
              <a:cxn ang="0">
                <a:pos x="connsiteX33120" y="connsiteY33120"/>
              </a:cxn>
              <a:cxn ang="0">
                <a:pos x="connsiteX33121" y="connsiteY33121"/>
              </a:cxn>
              <a:cxn ang="0">
                <a:pos x="connsiteX33122" y="connsiteY33122"/>
              </a:cxn>
              <a:cxn ang="0">
                <a:pos x="connsiteX33123" y="connsiteY33123"/>
              </a:cxn>
              <a:cxn ang="0">
                <a:pos x="connsiteX33124" y="connsiteY33124"/>
              </a:cxn>
              <a:cxn ang="0">
                <a:pos x="connsiteX33125" y="connsiteY33125"/>
              </a:cxn>
              <a:cxn ang="0">
                <a:pos x="connsiteX33126" y="connsiteY33126"/>
              </a:cxn>
              <a:cxn ang="0">
                <a:pos x="connsiteX33127" y="connsiteY33127"/>
              </a:cxn>
              <a:cxn ang="0">
                <a:pos x="connsiteX33128" y="connsiteY33128"/>
              </a:cxn>
              <a:cxn ang="0">
                <a:pos x="connsiteX33129" y="connsiteY33129"/>
              </a:cxn>
              <a:cxn ang="0">
                <a:pos x="connsiteX33130" y="connsiteY33130"/>
              </a:cxn>
              <a:cxn ang="0">
                <a:pos x="connsiteX33131" y="connsiteY33131"/>
              </a:cxn>
              <a:cxn ang="0">
                <a:pos x="connsiteX33132" y="connsiteY33132"/>
              </a:cxn>
              <a:cxn ang="0">
                <a:pos x="connsiteX33133" y="connsiteY33133"/>
              </a:cxn>
              <a:cxn ang="0">
                <a:pos x="connsiteX33134" y="connsiteY33134"/>
              </a:cxn>
              <a:cxn ang="0">
                <a:pos x="connsiteX33135" y="connsiteY33135"/>
              </a:cxn>
              <a:cxn ang="0">
                <a:pos x="connsiteX33136" y="connsiteY33136"/>
              </a:cxn>
              <a:cxn ang="0">
                <a:pos x="connsiteX33137" y="connsiteY33137"/>
              </a:cxn>
              <a:cxn ang="0">
                <a:pos x="connsiteX33138" y="connsiteY33138"/>
              </a:cxn>
              <a:cxn ang="0">
                <a:pos x="connsiteX33139" y="connsiteY33139"/>
              </a:cxn>
              <a:cxn ang="0">
                <a:pos x="connsiteX33140" y="connsiteY33140"/>
              </a:cxn>
              <a:cxn ang="0">
                <a:pos x="connsiteX33141" y="connsiteY33141"/>
              </a:cxn>
              <a:cxn ang="0">
                <a:pos x="connsiteX33142" y="connsiteY33142"/>
              </a:cxn>
              <a:cxn ang="0">
                <a:pos x="connsiteX33143" y="connsiteY33143"/>
              </a:cxn>
              <a:cxn ang="0">
                <a:pos x="connsiteX33144" y="connsiteY33144"/>
              </a:cxn>
              <a:cxn ang="0">
                <a:pos x="connsiteX33145" y="connsiteY33145"/>
              </a:cxn>
              <a:cxn ang="0">
                <a:pos x="connsiteX33146" y="connsiteY33146"/>
              </a:cxn>
              <a:cxn ang="0">
                <a:pos x="connsiteX33147" y="connsiteY33147"/>
              </a:cxn>
              <a:cxn ang="0">
                <a:pos x="connsiteX33148" y="connsiteY33148"/>
              </a:cxn>
              <a:cxn ang="0">
                <a:pos x="connsiteX33149" y="connsiteY33149"/>
              </a:cxn>
              <a:cxn ang="0">
                <a:pos x="connsiteX33150" y="connsiteY33150"/>
              </a:cxn>
              <a:cxn ang="0">
                <a:pos x="connsiteX33151" y="connsiteY33151"/>
              </a:cxn>
              <a:cxn ang="0">
                <a:pos x="connsiteX33152" y="connsiteY33152"/>
              </a:cxn>
              <a:cxn ang="0">
                <a:pos x="connsiteX33153" y="connsiteY33153"/>
              </a:cxn>
              <a:cxn ang="0">
                <a:pos x="connsiteX33154" y="connsiteY33154"/>
              </a:cxn>
              <a:cxn ang="0">
                <a:pos x="connsiteX33155" y="connsiteY33155"/>
              </a:cxn>
              <a:cxn ang="0">
                <a:pos x="connsiteX33156" y="connsiteY33156"/>
              </a:cxn>
              <a:cxn ang="0">
                <a:pos x="connsiteX33157" y="connsiteY33157"/>
              </a:cxn>
              <a:cxn ang="0">
                <a:pos x="connsiteX33158" y="connsiteY33158"/>
              </a:cxn>
              <a:cxn ang="0">
                <a:pos x="connsiteX33159" y="connsiteY33159"/>
              </a:cxn>
              <a:cxn ang="0">
                <a:pos x="connsiteX33160" y="connsiteY33160"/>
              </a:cxn>
              <a:cxn ang="0">
                <a:pos x="connsiteX33161" y="connsiteY33161"/>
              </a:cxn>
              <a:cxn ang="0">
                <a:pos x="connsiteX33162" y="connsiteY33162"/>
              </a:cxn>
              <a:cxn ang="0">
                <a:pos x="connsiteX33163" y="connsiteY33163"/>
              </a:cxn>
              <a:cxn ang="0">
                <a:pos x="connsiteX33164" y="connsiteY33164"/>
              </a:cxn>
              <a:cxn ang="0">
                <a:pos x="connsiteX33165" y="connsiteY33165"/>
              </a:cxn>
              <a:cxn ang="0">
                <a:pos x="connsiteX33166" y="connsiteY33166"/>
              </a:cxn>
              <a:cxn ang="0">
                <a:pos x="connsiteX33167" y="connsiteY33167"/>
              </a:cxn>
              <a:cxn ang="0">
                <a:pos x="connsiteX33168" y="connsiteY33168"/>
              </a:cxn>
              <a:cxn ang="0">
                <a:pos x="connsiteX33169" y="connsiteY33169"/>
              </a:cxn>
              <a:cxn ang="0">
                <a:pos x="connsiteX33170" y="connsiteY33170"/>
              </a:cxn>
              <a:cxn ang="0">
                <a:pos x="connsiteX33171" y="connsiteY33171"/>
              </a:cxn>
              <a:cxn ang="0">
                <a:pos x="connsiteX33172" y="connsiteY33172"/>
              </a:cxn>
              <a:cxn ang="0">
                <a:pos x="connsiteX33173" y="connsiteY33173"/>
              </a:cxn>
              <a:cxn ang="0">
                <a:pos x="connsiteX33174" y="connsiteY33174"/>
              </a:cxn>
              <a:cxn ang="0">
                <a:pos x="connsiteX33175" y="connsiteY33175"/>
              </a:cxn>
              <a:cxn ang="0">
                <a:pos x="connsiteX33176" y="connsiteY33176"/>
              </a:cxn>
              <a:cxn ang="0">
                <a:pos x="connsiteX33177" y="connsiteY33177"/>
              </a:cxn>
              <a:cxn ang="0">
                <a:pos x="connsiteX33178" y="connsiteY33178"/>
              </a:cxn>
              <a:cxn ang="0">
                <a:pos x="connsiteX33179" y="connsiteY33179"/>
              </a:cxn>
              <a:cxn ang="0">
                <a:pos x="connsiteX33180" y="connsiteY33180"/>
              </a:cxn>
              <a:cxn ang="0">
                <a:pos x="connsiteX33181" y="connsiteY33181"/>
              </a:cxn>
              <a:cxn ang="0">
                <a:pos x="connsiteX33182" y="connsiteY33182"/>
              </a:cxn>
              <a:cxn ang="0">
                <a:pos x="connsiteX33183" y="connsiteY33183"/>
              </a:cxn>
              <a:cxn ang="0">
                <a:pos x="connsiteX33184" y="connsiteY33184"/>
              </a:cxn>
              <a:cxn ang="0">
                <a:pos x="connsiteX33185" y="connsiteY33185"/>
              </a:cxn>
              <a:cxn ang="0">
                <a:pos x="connsiteX33186" y="connsiteY33186"/>
              </a:cxn>
              <a:cxn ang="0">
                <a:pos x="connsiteX33187" y="connsiteY33187"/>
              </a:cxn>
              <a:cxn ang="0">
                <a:pos x="connsiteX33188" y="connsiteY33188"/>
              </a:cxn>
              <a:cxn ang="0">
                <a:pos x="connsiteX33189" y="connsiteY33189"/>
              </a:cxn>
              <a:cxn ang="0">
                <a:pos x="connsiteX33190" y="connsiteY33190"/>
              </a:cxn>
              <a:cxn ang="0">
                <a:pos x="connsiteX33191" y="connsiteY33191"/>
              </a:cxn>
              <a:cxn ang="0">
                <a:pos x="connsiteX33192" y="connsiteY33192"/>
              </a:cxn>
              <a:cxn ang="0">
                <a:pos x="connsiteX33193" y="connsiteY33193"/>
              </a:cxn>
              <a:cxn ang="0">
                <a:pos x="connsiteX33194" y="connsiteY33194"/>
              </a:cxn>
              <a:cxn ang="0">
                <a:pos x="connsiteX33195" y="connsiteY33195"/>
              </a:cxn>
              <a:cxn ang="0">
                <a:pos x="connsiteX33196" y="connsiteY33196"/>
              </a:cxn>
              <a:cxn ang="0">
                <a:pos x="connsiteX33197" y="connsiteY33197"/>
              </a:cxn>
              <a:cxn ang="0">
                <a:pos x="connsiteX33198" y="connsiteY33198"/>
              </a:cxn>
              <a:cxn ang="0">
                <a:pos x="connsiteX33199" y="connsiteY33199"/>
              </a:cxn>
              <a:cxn ang="0">
                <a:pos x="connsiteX33200" y="connsiteY33200"/>
              </a:cxn>
              <a:cxn ang="0">
                <a:pos x="connsiteX33201" y="connsiteY33201"/>
              </a:cxn>
              <a:cxn ang="0">
                <a:pos x="connsiteX33202" y="connsiteY33202"/>
              </a:cxn>
              <a:cxn ang="0">
                <a:pos x="connsiteX33203" y="connsiteY33203"/>
              </a:cxn>
              <a:cxn ang="0">
                <a:pos x="connsiteX33204" y="connsiteY33204"/>
              </a:cxn>
              <a:cxn ang="0">
                <a:pos x="connsiteX33205" y="connsiteY33205"/>
              </a:cxn>
              <a:cxn ang="0">
                <a:pos x="connsiteX33206" y="connsiteY33206"/>
              </a:cxn>
              <a:cxn ang="0">
                <a:pos x="connsiteX33207" y="connsiteY33207"/>
              </a:cxn>
              <a:cxn ang="0">
                <a:pos x="connsiteX33208" y="connsiteY33208"/>
              </a:cxn>
              <a:cxn ang="0">
                <a:pos x="connsiteX33209" y="connsiteY33209"/>
              </a:cxn>
              <a:cxn ang="0">
                <a:pos x="connsiteX33210" y="connsiteY33210"/>
              </a:cxn>
              <a:cxn ang="0">
                <a:pos x="connsiteX33211" y="connsiteY33211"/>
              </a:cxn>
              <a:cxn ang="0">
                <a:pos x="connsiteX33212" y="connsiteY33212"/>
              </a:cxn>
              <a:cxn ang="0">
                <a:pos x="connsiteX33213" y="connsiteY33213"/>
              </a:cxn>
              <a:cxn ang="0">
                <a:pos x="connsiteX33214" y="connsiteY33214"/>
              </a:cxn>
              <a:cxn ang="0">
                <a:pos x="connsiteX33215" y="connsiteY33215"/>
              </a:cxn>
              <a:cxn ang="0">
                <a:pos x="connsiteX33216" y="connsiteY33216"/>
              </a:cxn>
              <a:cxn ang="0">
                <a:pos x="connsiteX33217" y="connsiteY33217"/>
              </a:cxn>
              <a:cxn ang="0">
                <a:pos x="connsiteX33218" y="connsiteY33218"/>
              </a:cxn>
              <a:cxn ang="0">
                <a:pos x="connsiteX33219" y="connsiteY33219"/>
              </a:cxn>
              <a:cxn ang="0">
                <a:pos x="connsiteX33220" y="connsiteY33220"/>
              </a:cxn>
              <a:cxn ang="0">
                <a:pos x="connsiteX33221" y="connsiteY33221"/>
              </a:cxn>
              <a:cxn ang="0">
                <a:pos x="connsiteX33222" y="connsiteY33222"/>
              </a:cxn>
              <a:cxn ang="0">
                <a:pos x="connsiteX33223" y="connsiteY33223"/>
              </a:cxn>
              <a:cxn ang="0">
                <a:pos x="connsiteX33224" y="connsiteY33224"/>
              </a:cxn>
              <a:cxn ang="0">
                <a:pos x="connsiteX33225" y="connsiteY33225"/>
              </a:cxn>
              <a:cxn ang="0">
                <a:pos x="connsiteX33226" y="connsiteY33226"/>
              </a:cxn>
              <a:cxn ang="0">
                <a:pos x="connsiteX33227" y="connsiteY33227"/>
              </a:cxn>
              <a:cxn ang="0">
                <a:pos x="connsiteX33228" y="connsiteY33228"/>
              </a:cxn>
              <a:cxn ang="0">
                <a:pos x="connsiteX33229" y="connsiteY33229"/>
              </a:cxn>
              <a:cxn ang="0">
                <a:pos x="connsiteX33230" y="connsiteY33230"/>
              </a:cxn>
              <a:cxn ang="0">
                <a:pos x="connsiteX33231" y="connsiteY33231"/>
              </a:cxn>
              <a:cxn ang="0">
                <a:pos x="connsiteX33232" y="connsiteY33232"/>
              </a:cxn>
              <a:cxn ang="0">
                <a:pos x="connsiteX33233" y="connsiteY33233"/>
              </a:cxn>
              <a:cxn ang="0">
                <a:pos x="connsiteX33234" y="connsiteY33234"/>
              </a:cxn>
              <a:cxn ang="0">
                <a:pos x="connsiteX33235" y="connsiteY33235"/>
              </a:cxn>
              <a:cxn ang="0">
                <a:pos x="connsiteX33236" y="connsiteY33236"/>
              </a:cxn>
              <a:cxn ang="0">
                <a:pos x="connsiteX33237" y="connsiteY33237"/>
              </a:cxn>
              <a:cxn ang="0">
                <a:pos x="connsiteX33238" y="connsiteY33238"/>
              </a:cxn>
              <a:cxn ang="0">
                <a:pos x="connsiteX33239" y="connsiteY33239"/>
              </a:cxn>
              <a:cxn ang="0">
                <a:pos x="connsiteX33240" y="connsiteY33240"/>
              </a:cxn>
              <a:cxn ang="0">
                <a:pos x="connsiteX33241" y="connsiteY33241"/>
              </a:cxn>
              <a:cxn ang="0">
                <a:pos x="connsiteX33242" y="connsiteY33242"/>
              </a:cxn>
              <a:cxn ang="0">
                <a:pos x="connsiteX33243" y="connsiteY33243"/>
              </a:cxn>
              <a:cxn ang="0">
                <a:pos x="connsiteX33244" y="connsiteY33244"/>
              </a:cxn>
              <a:cxn ang="0">
                <a:pos x="connsiteX33245" y="connsiteY33245"/>
              </a:cxn>
              <a:cxn ang="0">
                <a:pos x="connsiteX33246" y="connsiteY33246"/>
              </a:cxn>
              <a:cxn ang="0">
                <a:pos x="connsiteX33247" y="connsiteY33247"/>
              </a:cxn>
              <a:cxn ang="0">
                <a:pos x="connsiteX33248" y="connsiteY33248"/>
              </a:cxn>
              <a:cxn ang="0">
                <a:pos x="connsiteX33249" y="connsiteY33249"/>
              </a:cxn>
              <a:cxn ang="0">
                <a:pos x="connsiteX33250" y="connsiteY33250"/>
              </a:cxn>
              <a:cxn ang="0">
                <a:pos x="connsiteX33251" y="connsiteY33251"/>
              </a:cxn>
              <a:cxn ang="0">
                <a:pos x="connsiteX33252" y="connsiteY33252"/>
              </a:cxn>
              <a:cxn ang="0">
                <a:pos x="connsiteX33253" y="connsiteY33253"/>
              </a:cxn>
              <a:cxn ang="0">
                <a:pos x="connsiteX33254" y="connsiteY33254"/>
              </a:cxn>
              <a:cxn ang="0">
                <a:pos x="connsiteX33255" y="connsiteY33255"/>
              </a:cxn>
              <a:cxn ang="0">
                <a:pos x="connsiteX33256" y="connsiteY33256"/>
              </a:cxn>
              <a:cxn ang="0">
                <a:pos x="connsiteX33257" y="connsiteY33257"/>
              </a:cxn>
              <a:cxn ang="0">
                <a:pos x="connsiteX33258" y="connsiteY33258"/>
              </a:cxn>
              <a:cxn ang="0">
                <a:pos x="connsiteX33259" y="connsiteY33259"/>
              </a:cxn>
              <a:cxn ang="0">
                <a:pos x="connsiteX33260" y="connsiteY33260"/>
              </a:cxn>
              <a:cxn ang="0">
                <a:pos x="connsiteX33261" y="connsiteY33261"/>
              </a:cxn>
              <a:cxn ang="0">
                <a:pos x="connsiteX33262" y="connsiteY33262"/>
              </a:cxn>
              <a:cxn ang="0">
                <a:pos x="connsiteX33263" y="connsiteY33263"/>
              </a:cxn>
              <a:cxn ang="0">
                <a:pos x="connsiteX33264" y="connsiteY33264"/>
              </a:cxn>
              <a:cxn ang="0">
                <a:pos x="connsiteX33265" y="connsiteY33265"/>
              </a:cxn>
              <a:cxn ang="0">
                <a:pos x="connsiteX33266" y="connsiteY33266"/>
              </a:cxn>
              <a:cxn ang="0">
                <a:pos x="connsiteX33267" y="connsiteY33267"/>
              </a:cxn>
              <a:cxn ang="0">
                <a:pos x="connsiteX33268" y="connsiteY33268"/>
              </a:cxn>
              <a:cxn ang="0">
                <a:pos x="connsiteX33269" y="connsiteY33269"/>
              </a:cxn>
              <a:cxn ang="0">
                <a:pos x="connsiteX33270" y="connsiteY33270"/>
              </a:cxn>
              <a:cxn ang="0">
                <a:pos x="connsiteX33271" y="connsiteY33271"/>
              </a:cxn>
              <a:cxn ang="0">
                <a:pos x="connsiteX33272" y="connsiteY33272"/>
              </a:cxn>
              <a:cxn ang="0">
                <a:pos x="connsiteX33273" y="connsiteY33273"/>
              </a:cxn>
              <a:cxn ang="0">
                <a:pos x="connsiteX33274" y="connsiteY33274"/>
              </a:cxn>
              <a:cxn ang="0">
                <a:pos x="connsiteX33275" y="connsiteY33275"/>
              </a:cxn>
              <a:cxn ang="0">
                <a:pos x="connsiteX33276" y="connsiteY33276"/>
              </a:cxn>
              <a:cxn ang="0">
                <a:pos x="connsiteX33277" y="connsiteY33277"/>
              </a:cxn>
              <a:cxn ang="0">
                <a:pos x="connsiteX33278" y="connsiteY33278"/>
              </a:cxn>
              <a:cxn ang="0">
                <a:pos x="connsiteX33279" y="connsiteY33279"/>
              </a:cxn>
              <a:cxn ang="0">
                <a:pos x="connsiteX33280" y="connsiteY33280"/>
              </a:cxn>
              <a:cxn ang="0">
                <a:pos x="connsiteX33281" y="connsiteY33281"/>
              </a:cxn>
              <a:cxn ang="0">
                <a:pos x="connsiteX33282" y="connsiteY33282"/>
              </a:cxn>
              <a:cxn ang="0">
                <a:pos x="connsiteX33283" y="connsiteY33283"/>
              </a:cxn>
              <a:cxn ang="0">
                <a:pos x="connsiteX33284" y="connsiteY33284"/>
              </a:cxn>
              <a:cxn ang="0">
                <a:pos x="connsiteX33285" y="connsiteY33285"/>
              </a:cxn>
              <a:cxn ang="0">
                <a:pos x="connsiteX33286" y="connsiteY33286"/>
              </a:cxn>
              <a:cxn ang="0">
                <a:pos x="connsiteX33287" y="connsiteY33287"/>
              </a:cxn>
              <a:cxn ang="0">
                <a:pos x="connsiteX33288" y="connsiteY33288"/>
              </a:cxn>
              <a:cxn ang="0">
                <a:pos x="connsiteX33289" y="connsiteY33289"/>
              </a:cxn>
              <a:cxn ang="0">
                <a:pos x="connsiteX33290" y="connsiteY33290"/>
              </a:cxn>
              <a:cxn ang="0">
                <a:pos x="connsiteX33291" y="connsiteY33291"/>
              </a:cxn>
              <a:cxn ang="0">
                <a:pos x="connsiteX33292" y="connsiteY33292"/>
              </a:cxn>
              <a:cxn ang="0">
                <a:pos x="connsiteX33293" y="connsiteY33293"/>
              </a:cxn>
              <a:cxn ang="0">
                <a:pos x="connsiteX33294" y="connsiteY33294"/>
              </a:cxn>
              <a:cxn ang="0">
                <a:pos x="connsiteX33295" y="connsiteY33295"/>
              </a:cxn>
              <a:cxn ang="0">
                <a:pos x="connsiteX33296" y="connsiteY33296"/>
              </a:cxn>
              <a:cxn ang="0">
                <a:pos x="connsiteX33297" y="connsiteY33297"/>
              </a:cxn>
              <a:cxn ang="0">
                <a:pos x="connsiteX33298" y="connsiteY33298"/>
              </a:cxn>
              <a:cxn ang="0">
                <a:pos x="connsiteX33299" y="connsiteY33299"/>
              </a:cxn>
              <a:cxn ang="0">
                <a:pos x="connsiteX33300" y="connsiteY33300"/>
              </a:cxn>
              <a:cxn ang="0">
                <a:pos x="connsiteX33301" y="connsiteY33301"/>
              </a:cxn>
              <a:cxn ang="0">
                <a:pos x="connsiteX33302" y="connsiteY33302"/>
              </a:cxn>
              <a:cxn ang="0">
                <a:pos x="connsiteX33303" y="connsiteY33303"/>
              </a:cxn>
              <a:cxn ang="0">
                <a:pos x="connsiteX33304" y="connsiteY33304"/>
              </a:cxn>
              <a:cxn ang="0">
                <a:pos x="connsiteX33305" y="connsiteY33305"/>
              </a:cxn>
              <a:cxn ang="0">
                <a:pos x="connsiteX33306" y="connsiteY33306"/>
              </a:cxn>
              <a:cxn ang="0">
                <a:pos x="connsiteX33307" y="connsiteY33307"/>
              </a:cxn>
              <a:cxn ang="0">
                <a:pos x="connsiteX33308" y="connsiteY33308"/>
              </a:cxn>
              <a:cxn ang="0">
                <a:pos x="connsiteX33309" y="connsiteY33309"/>
              </a:cxn>
              <a:cxn ang="0">
                <a:pos x="connsiteX33310" y="connsiteY33310"/>
              </a:cxn>
              <a:cxn ang="0">
                <a:pos x="connsiteX33311" y="connsiteY33311"/>
              </a:cxn>
              <a:cxn ang="0">
                <a:pos x="connsiteX33312" y="connsiteY33312"/>
              </a:cxn>
              <a:cxn ang="0">
                <a:pos x="connsiteX33313" y="connsiteY33313"/>
              </a:cxn>
              <a:cxn ang="0">
                <a:pos x="connsiteX33314" y="connsiteY33314"/>
              </a:cxn>
              <a:cxn ang="0">
                <a:pos x="connsiteX33315" y="connsiteY33315"/>
              </a:cxn>
              <a:cxn ang="0">
                <a:pos x="connsiteX33316" y="connsiteY33316"/>
              </a:cxn>
              <a:cxn ang="0">
                <a:pos x="connsiteX33317" y="connsiteY33317"/>
              </a:cxn>
              <a:cxn ang="0">
                <a:pos x="connsiteX33318" y="connsiteY33318"/>
              </a:cxn>
              <a:cxn ang="0">
                <a:pos x="connsiteX33319" y="connsiteY33319"/>
              </a:cxn>
              <a:cxn ang="0">
                <a:pos x="connsiteX33320" y="connsiteY33320"/>
              </a:cxn>
              <a:cxn ang="0">
                <a:pos x="connsiteX33321" y="connsiteY33321"/>
              </a:cxn>
              <a:cxn ang="0">
                <a:pos x="connsiteX33322" y="connsiteY33322"/>
              </a:cxn>
              <a:cxn ang="0">
                <a:pos x="connsiteX33323" y="connsiteY33323"/>
              </a:cxn>
              <a:cxn ang="0">
                <a:pos x="connsiteX33324" y="connsiteY33324"/>
              </a:cxn>
              <a:cxn ang="0">
                <a:pos x="connsiteX33325" y="connsiteY33325"/>
              </a:cxn>
              <a:cxn ang="0">
                <a:pos x="connsiteX33326" y="connsiteY33326"/>
              </a:cxn>
              <a:cxn ang="0">
                <a:pos x="connsiteX33327" y="connsiteY33327"/>
              </a:cxn>
              <a:cxn ang="0">
                <a:pos x="connsiteX33328" y="connsiteY33328"/>
              </a:cxn>
              <a:cxn ang="0">
                <a:pos x="connsiteX33329" y="connsiteY33329"/>
              </a:cxn>
              <a:cxn ang="0">
                <a:pos x="connsiteX33330" y="connsiteY33330"/>
              </a:cxn>
              <a:cxn ang="0">
                <a:pos x="connsiteX33331" y="connsiteY33331"/>
              </a:cxn>
              <a:cxn ang="0">
                <a:pos x="connsiteX33332" y="connsiteY33332"/>
              </a:cxn>
              <a:cxn ang="0">
                <a:pos x="connsiteX33333" y="connsiteY33333"/>
              </a:cxn>
              <a:cxn ang="0">
                <a:pos x="connsiteX33334" y="connsiteY33334"/>
              </a:cxn>
              <a:cxn ang="0">
                <a:pos x="connsiteX33335" y="connsiteY33335"/>
              </a:cxn>
              <a:cxn ang="0">
                <a:pos x="connsiteX33336" y="connsiteY33336"/>
              </a:cxn>
              <a:cxn ang="0">
                <a:pos x="connsiteX33337" y="connsiteY33337"/>
              </a:cxn>
              <a:cxn ang="0">
                <a:pos x="connsiteX33338" y="connsiteY33338"/>
              </a:cxn>
              <a:cxn ang="0">
                <a:pos x="connsiteX33339" y="connsiteY33339"/>
              </a:cxn>
              <a:cxn ang="0">
                <a:pos x="connsiteX33340" y="connsiteY33340"/>
              </a:cxn>
              <a:cxn ang="0">
                <a:pos x="connsiteX33341" y="connsiteY33341"/>
              </a:cxn>
              <a:cxn ang="0">
                <a:pos x="connsiteX33342" y="connsiteY33342"/>
              </a:cxn>
              <a:cxn ang="0">
                <a:pos x="connsiteX33343" y="connsiteY33343"/>
              </a:cxn>
              <a:cxn ang="0">
                <a:pos x="connsiteX33344" y="connsiteY33344"/>
              </a:cxn>
              <a:cxn ang="0">
                <a:pos x="connsiteX33345" y="connsiteY33345"/>
              </a:cxn>
              <a:cxn ang="0">
                <a:pos x="connsiteX33346" y="connsiteY33346"/>
              </a:cxn>
              <a:cxn ang="0">
                <a:pos x="connsiteX33347" y="connsiteY33347"/>
              </a:cxn>
              <a:cxn ang="0">
                <a:pos x="connsiteX33348" y="connsiteY33348"/>
              </a:cxn>
              <a:cxn ang="0">
                <a:pos x="connsiteX33349" y="connsiteY33349"/>
              </a:cxn>
              <a:cxn ang="0">
                <a:pos x="connsiteX33350" y="connsiteY33350"/>
              </a:cxn>
              <a:cxn ang="0">
                <a:pos x="connsiteX33351" y="connsiteY33351"/>
              </a:cxn>
              <a:cxn ang="0">
                <a:pos x="connsiteX33352" y="connsiteY33352"/>
              </a:cxn>
              <a:cxn ang="0">
                <a:pos x="connsiteX33353" y="connsiteY33353"/>
              </a:cxn>
              <a:cxn ang="0">
                <a:pos x="connsiteX33354" y="connsiteY33354"/>
              </a:cxn>
              <a:cxn ang="0">
                <a:pos x="connsiteX33355" y="connsiteY33355"/>
              </a:cxn>
              <a:cxn ang="0">
                <a:pos x="connsiteX33356" y="connsiteY33356"/>
              </a:cxn>
              <a:cxn ang="0">
                <a:pos x="connsiteX33357" y="connsiteY33357"/>
              </a:cxn>
              <a:cxn ang="0">
                <a:pos x="connsiteX33358" y="connsiteY33358"/>
              </a:cxn>
              <a:cxn ang="0">
                <a:pos x="connsiteX33359" y="connsiteY33359"/>
              </a:cxn>
              <a:cxn ang="0">
                <a:pos x="connsiteX33360" y="connsiteY33360"/>
              </a:cxn>
              <a:cxn ang="0">
                <a:pos x="connsiteX33361" y="connsiteY33361"/>
              </a:cxn>
              <a:cxn ang="0">
                <a:pos x="connsiteX33362" y="connsiteY33362"/>
              </a:cxn>
              <a:cxn ang="0">
                <a:pos x="connsiteX33363" y="connsiteY33363"/>
              </a:cxn>
              <a:cxn ang="0">
                <a:pos x="connsiteX33364" y="connsiteY33364"/>
              </a:cxn>
              <a:cxn ang="0">
                <a:pos x="connsiteX33365" y="connsiteY33365"/>
              </a:cxn>
              <a:cxn ang="0">
                <a:pos x="connsiteX33366" y="connsiteY33366"/>
              </a:cxn>
              <a:cxn ang="0">
                <a:pos x="connsiteX33367" y="connsiteY33367"/>
              </a:cxn>
              <a:cxn ang="0">
                <a:pos x="connsiteX33368" y="connsiteY33368"/>
              </a:cxn>
              <a:cxn ang="0">
                <a:pos x="connsiteX33369" y="connsiteY33369"/>
              </a:cxn>
              <a:cxn ang="0">
                <a:pos x="connsiteX33370" y="connsiteY33370"/>
              </a:cxn>
              <a:cxn ang="0">
                <a:pos x="connsiteX33371" y="connsiteY33371"/>
              </a:cxn>
              <a:cxn ang="0">
                <a:pos x="connsiteX33372" y="connsiteY33372"/>
              </a:cxn>
              <a:cxn ang="0">
                <a:pos x="connsiteX33373" y="connsiteY33373"/>
              </a:cxn>
              <a:cxn ang="0">
                <a:pos x="connsiteX33374" y="connsiteY33374"/>
              </a:cxn>
              <a:cxn ang="0">
                <a:pos x="connsiteX33375" y="connsiteY33375"/>
              </a:cxn>
              <a:cxn ang="0">
                <a:pos x="connsiteX33376" y="connsiteY33376"/>
              </a:cxn>
              <a:cxn ang="0">
                <a:pos x="connsiteX33377" y="connsiteY33377"/>
              </a:cxn>
              <a:cxn ang="0">
                <a:pos x="connsiteX33378" y="connsiteY33378"/>
              </a:cxn>
              <a:cxn ang="0">
                <a:pos x="connsiteX33379" y="connsiteY33379"/>
              </a:cxn>
              <a:cxn ang="0">
                <a:pos x="connsiteX33380" y="connsiteY33380"/>
              </a:cxn>
              <a:cxn ang="0">
                <a:pos x="connsiteX33381" y="connsiteY33381"/>
              </a:cxn>
              <a:cxn ang="0">
                <a:pos x="connsiteX33382" y="connsiteY33382"/>
              </a:cxn>
              <a:cxn ang="0">
                <a:pos x="connsiteX33383" y="connsiteY33383"/>
              </a:cxn>
              <a:cxn ang="0">
                <a:pos x="connsiteX33384" y="connsiteY33384"/>
              </a:cxn>
              <a:cxn ang="0">
                <a:pos x="connsiteX33385" y="connsiteY33385"/>
              </a:cxn>
              <a:cxn ang="0">
                <a:pos x="connsiteX33386" y="connsiteY33386"/>
              </a:cxn>
              <a:cxn ang="0">
                <a:pos x="connsiteX33387" y="connsiteY33387"/>
              </a:cxn>
              <a:cxn ang="0">
                <a:pos x="connsiteX33388" y="connsiteY33388"/>
              </a:cxn>
              <a:cxn ang="0">
                <a:pos x="connsiteX33389" y="connsiteY33389"/>
              </a:cxn>
              <a:cxn ang="0">
                <a:pos x="connsiteX33390" y="connsiteY33390"/>
              </a:cxn>
              <a:cxn ang="0">
                <a:pos x="connsiteX33391" y="connsiteY33391"/>
              </a:cxn>
              <a:cxn ang="0">
                <a:pos x="connsiteX33392" y="connsiteY33392"/>
              </a:cxn>
              <a:cxn ang="0">
                <a:pos x="connsiteX33393" y="connsiteY33393"/>
              </a:cxn>
              <a:cxn ang="0">
                <a:pos x="connsiteX33394" y="connsiteY33394"/>
              </a:cxn>
              <a:cxn ang="0">
                <a:pos x="connsiteX33395" y="connsiteY33395"/>
              </a:cxn>
              <a:cxn ang="0">
                <a:pos x="connsiteX33396" y="connsiteY33396"/>
              </a:cxn>
              <a:cxn ang="0">
                <a:pos x="connsiteX33397" y="connsiteY33397"/>
              </a:cxn>
              <a:cxn ang="0">
                <a:pos x="connsiteX33398" y="connsiteY33398"/>
              </a:cxn>
              <a:cxn ang="0">
                <a:pos x="connsiteX33399" y="connsiteY33399"/>
              </a:cxn>
              <a:cxn ang="0">
                <a:pos x="connsiteX33400" y="connsiteY33400"/>
              </a:cxn>
              <a:cxn ang="0">
                <a:pos x="connsiteX33401" y="connsiteY33401"/>
              </a:cxn>
              <a:cxn ang="0">
                <a:pos x="connsiteX33402" y="connsiteY33402"/>
              </a:cxn>
              <a:cxn ang="0">
                <a:pos x="connsiteX33403" y="connsiteY33403"/>
              </a:cxn>
              <a:cxn ang="0">
                <a:pos x="connsiteX33404" y="connsiteY33404"/>
              </a:cxn>
              <a:cxn ang="0">
                <a:pos x="connsiteX33405" y="connsiteY33405"/>
              </a:cxn>
              <a:cxn ang="0">
                <a:pos x="connsiteX33406" y="connsiteY33406"/>
              </a:cxn>
              <a:cxn ang="0">
                <a:pos x="connsiteX33407" y="connsiteY33407"/>
              </a:cxn>
              <a:cxn ang="0">
                <a:pos x="connsiteX33408" y="connsiteY33408"/>
              </a:cxn>
              <a:cxn ang="0">
                <a:pos x="connsiteX33409" y="connsiteY33409"/>
              </a:cxn>
              <a:cxn ang="0">
                <a:pos x="connsiteX33410" y="connsiteY33410"/>
              </a:cxn>
              <a:cxn ang="0">
                <a:pos x="connsiteX33411" y="connsiteY33411"/>
              </a:cxn>
              <a:cxn ang="0">
                <a:pos x="connsiteX33412" y="connsiteY33412"/>
              </a:cxn>
              <a:cxn ang="0">
                <a:pos x="connsiteX33413" y="connsiteY33413"/>
              </a:cxn>
              <a:cxn ang="0">
                <a:pos x="connsiteX33414" y="connsiteY33414"/>
              </a:cxn>
              <a:cxn ang="0">
                <a:pos x="connsiteX33415" y="connsiteY33415"/>
              </a:cxn>
              <a:cxn ang="0">
                <a:pos x="connsiteX33416" y="connsiteY33416"/>
              </a:cxn>
              <a:cxn ang="0">
                <a:pos x="connsiteX33417" y="connsiteY33417"/>
              </a:cxn>
              <a:cxn ang="0">
                <a:pos x="connsiteX33418" y="connsiteY33418"/>
              </a:cxn>
              <a:cxn ang="0">
                <a:pos x="connsiteX33419" y="connsiteY33419"/>
              </a:cxn>
              <a:cxn ang="0">
                <a:pos x="connsiteX33420" y="connsiteY33420"/>
              </a:cxn>
              <a:cxn ang="0">
                <a:pos x="connsiteX33421" y="connsiteY33421"/>
              </a:cxn>
              <a:cxn ang="0">
                <a:pos x="connsiteX33422" y="connsiteY33422"/>
              </a:cxn>
              <a:cxn ang="0">
                <a:pos x="connsiteX33423" y="connsiteY33423"/>
              </a:cxn>
              <a:cxn ang="0">
                <a:pos x="connsiteX33424" y="connsiteY33424"/>
              </a:cxn>
              <a:cxn ang="0">
                <a:pos x="connsiteX33425" y="connsiteY33425"/>
              </a:cxn>
              <a:cxn ang="0">
                <a:pos x="connsiteX33426" y="connsiteY33426"/>
              </a:cxn>
              <a:cxn ang="0">
                <a:pos x="connsiteX33427" y="connsiteY33427"/>
              </a:cxn>
              <a:cxn ang="0">
                <a:pos x="connsiteX33428" y="connsiteY33428"/>
              </a:cxn>
              <a:cxn ang="0">
                <a:pos x="connsiteX33429" y="connsiteY33429"/>
              </a:cxn>
              <a:cxn ang="0">
                <a:pos x="connsiteX33430" y="connsiteY33430"/>
              </a:cxn>
              <a:cxn ang="0">
                <a:pos x="connsiteX33431" y="connsiteY33431"/>
              </a:cxn>
              <a:cxn ang="0">
                <a:pos x="connsiteX33432" y="connsiteY33432"/>
              </a:cxn>
              <a:cxn ang="0">
                <a:pos x="connsiteX33433" y="connsiteY33433"/>
              </a:cxn>
              <a:cxn ang="0">
                <a:pos x="connsiteX33434" y="connsiteY33434"/>
              </a:cxn>
              <a:cxn ang="0">
                <a:pos x="connsiteX33435" y="connsiteY33435"/>
              </a:cxn>
              <a:cxn ang="0">
                <a:pos x="connsiteX33436" y="connsiteY33436"/>
              </a:cxn>
              <a:cxn ang="0">
                <a:pos x="connsiteX33437" y="connsiteY33437"/>
              </a:cxn>
              <a:cxn ang="0">
                <a:pos x="connsiteX33438" y="connsiteY33438"/>
              </a:cxn>
              <a:cxn ang="0">
                <a:pos x="connsiteX33439" y="connsiteY33439"/>
              </a:cxn>
              <a:cxn ang="0">
                <a:pos x="connsiteX33440" y="connsiteY33440"/>
              </a:cxn>
              <a:cxn ang="0">
                <a:pos x="connsiteX33441" y="connsiteY33441"/>
              </a:cxn>
              <a:cxn ang="0">
                <a:pos x="connsiteX33442" y="connsiteY33442"/>
              </a:cxn>
              <a:cxn ang="0">
                <a:pos x="connsiteX33443" y="connsiteY33443"/>
              </a:cxn>
              <a:cxn ang="0">
                <a:pos x="connsiteX33444" y="connsiteY33444"/>
              </a:cxn>
              <a:cxn ang="0">
                <a:pos x="connsiteX33445" y="connsiteY33445"/>
              </a:cxn>
              <a:cxn ang="0">
                <a:pos x="connsiteX33446" y="connsiteY33446"/>
              </a:cxn>
              <a:cxn ang="0">
                <a:pos x="connsiteX33447" y="connsiteY33447"/>
              </a:cxn>
              <a:cxn ang="0">
                <a:pos x="connsiteX33448" y="connsiteY33448"/>
              </a:cxn>
              <a:cxn ang="0">
                <a:pos x="connsiteX33449" y="connsiteY33449"/>
              </a:cxn>
              <a:cxn ang="0">
                <a:pos x="connsiteX33450" y="connsiteY33450"/>
              </a:cxn>
              <a:cxn ang="0">
                <a:pos x="connsiteX33451" y="connsiteY33451"/>
              </a:cxn>
              <a:cxn ang="0">
                <a:pos x="connsiteX33452" y="connsiteY33452"/>
              </a:cxn>
              <a:cxn ang="0">
                <a:pos x="connsiteX33453" y="connsiteY33453"/>
              </a:cxn>
              <a:cxn ang="0">
                <a:pos x="connsiteX33454" y="connsiteY33454"/>
              </a:cxn>
              <a:cxn ang="0">
                <a:pos x="connsiteX33455" y="connsiteY33455"/>
              </a:cxn>
              <a:cxn ang="0">
                <a:pos x="connsiteX33456" y="connsiteY33456"/>
              </a:cxn>
              <a:cxn ang="0">
                <a:pos x="connsiteX33457" y="connsiteY33457"/>
              </a:cxn>
              <a:cxn ang="0">
                <a:pos x="connsiteX33458" y="connsiteY33458"/>
              </a:cxn>
              <a:cxn ang="0">
                <a:pos x="connsiteX33459" y="connsiteY33459"/>
              </a:cxn>
              <a:cxn ang="0">
                <a:pos x="connsiteX33460" y="connsiteY33460"/>
              </a:cxn>
              <a:cxn ang="0">
                <a:pos x="connsiteX33461" y="connsiteY33461"/>
              </a:cxn>
              <a:cxn ang="0">
                <a:pos x="connsiteX33462" y="connsiteY33462"/>
              </a:cxn>
              <a:cxn ang="0">
                <a:pos x="connsiteX33463" y="connsiteY33463"/>
              </a:cxn>
              <a:cxn ang="0">
                <a:pos x="connsiteX33464" y="connsiteY33464"/>
              </a:cxn>
              <a:cxn ang="0">
                <a:pos x="connsiteX33465" y="connsiteY33465"/>
              </a:cxn>
              <a:cxn ang="0">
                <a:pos x="connsiteX33466" y="connsiteY33466"/>
              </a:cxn>
              <a:cxn ang="0">
                <a:pos x="connsiteX33467" y="connsiteY33467"/>
              </a:cxn>
              <a:cxn ang="0">
                <a:pos x="connsiteX33468" y="connsiteY33468"/>
              </a:cxn>
              <a:cxn ang="0">
                <a:pos x="connsiteX33469" y="connsiteY33469"/>
              </a:cxn>
              <a:cxn ang="0">
                <a:pos x="connsiteX33470" y="connsiteY33470"/>
              </a:cxn>
              <a:cxn ang="0">
                <a:pos x="connsiteX33471" y="connsiteY33471"/>
              </a:cxn>
              <a:cxn ang="0">
                <a:pos x="connsiteX33472" y="connsiteY33472"/>
              </a:cxn>
              <a:cxn ang="0">
                <a:pos x="connsiteX33473" y="connsiteY33473"/>
              </a:cxn>
              <a:cxn ang="0">
                <a:pos x="connsiteX33474" y="connsiteY33474"/>
              </a:cxn>
              <a:cxn ang="0">
                <a:pos x="connsiteX33475" y="connsiteY33475"/>
              </a:cxn>
              <a:cxn ang="0">
                <a:pos x="connsiteX33476" y="connsiteY33476"/>
              </a:cxn>
              <a:cxn ang="0">
                <a:pos x="connsiteX33477" y="connsiteY33477"/>
              </a:cxn>
              <a:cxn ang="0">
                <a:pos x="connsiteX33478" y="connsiteY33478"/>
              </a:cxn>
              <a:cxn ang="0">
                <a:pos x="connsiteX33479" y="connsiteY33479"/>
              </a:cxn>
              <a:cxn ang="0">
                <a:pos x="connsiteX33480" y="connsiteY33480"/>
              </a:cxn>
              <a:cxn ang="0">
                <a:pos x="connsiteX33481" y="connsiteY33481"/>
              </a:cxn>
              <a:cxn ang="0">
                <a:pos x="connsiteX33482" y="connsiteY33482"/>
              </a:cxn>
              <a:cxn ang="0">
                <a:pos x="connsiteX33483" y="connsiteY33483"/>
              </a:cxn>
              <a:cxn ang="0">
                <a:pos x="connsiteX33484" y="connsiteY33484"/>
              </a:cxn>
              <a:cxn ang="0">
                <a:pos x="connsiteX33485" y="connsiteY33485"/>
              </a:cxn>
              <a:cxn ang="0">
                <a:pos x="connsiteX33486" y="connsiteY33486"/>
              </a:cxn>
              <a:cxn ang="0">
                <a:pos x="connsiteX33487" y="connsiteY33487"/>
              </a:cxn>
              <a:cxn ang="0">
                <a:pos x="connsiteX33488" y="connsiteY33488"/>
              </a:cxn>
              <a:cxn ang="0">
                <a:pos x="connsiteX33489" y="connsiteY33489"/>
              </a:cxn>
              <a:cxn ang="0">
                <a:pos x="connsiteX33490" y="connsiteY33490"/>
              </a:cxn>
              <a:cxn ang="0">
                <a:pos x="connsiteX33491" y="connsiteY33491"/>
              </a:cxn>
              <a:cxn ang="0">
                <a:pos x="connsiteX33492" y="connsiteY33492"/>
              </a:cxn>
              <a:cxn ang="0">
                <a:pos x="connsiteX33493" y="connsiteY33493"/>
              </a:cxn>
              <a:cxn ang="0">
                <a:pos x="connsiteX33494" y="connsiteY33494"/>
              </a:cxn>
              <a:cxn ang="0">
                <a:pos x="connsiteX33495" y="connsiteY33495"/>
              </a:cxn>
              <a:cxn ang="0">
                <a:pos x="connsiteX33496" y="connsiteY33496"/>
              </a:cxn>
              <a:cxn ang="0">
                <a:pos x="connsiteX33497" y="connsiteY33497"/>
              </a:cxn>
              <a:cxn ang="0">
                <a:pos x="connsiteX33498" y="connsiteY33498"/>
              </a:cxn>
              <a:cxn ang="0">
                <a:pos x="connsiteX33499" y="connsiteY33499"/>
              </a:cxn>
              <a:cxn ang="0">
                <a:pos x="connsiteX33500" y="connsiteY33500"/>
              </a:cxn>
              <a:cxn ang="0">
                <a:pos x="connsiteX33501" y="connsiteY33501"/>
              </a:cxn>
              <a:cxn ang="0">
                <a:pos x="connsiteX33502" y="connsiteY33502"/>
              </a:cxn>
              <a:cxn ang="0">
                <a:pos x="connsiteX33503" y="connsiteY33503"/>
              </a:cxn>
              <a:cxn ang="0">
                <a:pos x="connsiteX33504" y="connsiteY33504"/>
              </a:cxn>
              <a:cxn ang="0">
                <a:pos x="connsiteX33505" y="connsiteY33505"/>
              </a:cxn>
              <a:cxn ang="0">
                <a:pos x="connsiteX33506" y="connsiteY33506"/>
              </a:cxn>
              <a:cxn ang="0">
                <a:pos x="connsiteX33507" y="connsiteY33507"/>
              </a:cxn>
              <a:cxn ang="0">
                <a:pos x="connsiteX33508" y="connsiteY33508"/>
              </a:cxn>
              <a:cxn ang="0">
                <a:pos x="connsiteX33509" y="connsiteY33509"/>
              </a:cxn>
              <a:cxn ang="0">
                <a:pos x="connsiteX33510" y="connsiteY33510"/>
              </a:cxn>
              <a:cxn ang="0">
                <a:pos x="connsiteX33511" y="connsiteY33511"/>
              </a:cxn>
              <a:cxn ang="0">
                <a:pos x="connsiteX33512" y="connsiteY33512"/>
              </a:cxn>
              <a:cxn ang="0">
                <a:pos x="connsiteX33513" y="connsiteY33513"/>
              </a:cxn>
              <a:cxn ang="0">
                <a:pos x="connsiteX33514" y="connsiteY33514"/>
              </a:cxn>
              <a:cxn ang="0">
                <a:pos x="connsiteX33515" y="connsiteY33515"/>
              </a:cxn>
              <a:cxn ang="0">
                <a:pos x="connsiteX33516" y="connsiteY33516"/>
              </a:cxn>
              <a:cxn ang="0">
                <a:pos x="connsiteX33517" y="connsiteY33517"/>
              </a:cxn>
              <a:cxn ang="0">
                <a:pos x="connsiteX33518" y="connsiteY33518"/>
              </a:cxn>
              <a:cxn ang="0">
                <a:pos x="connsiteX33519" y="connsiteY33519"/>
              </a:cxn>
              <a:cxn ang="0">
                <a:pos x="connsiteX33520" y="connsiteY33520"/>
              </a:cxn>
              <a:cxn ang="0">
                <a:pos x="connsiteX33521" y="connsiteY33521"/>
              </a:cxn>
              <a:cxn ang="0">
                <a:pos x="connsiteX33522" y="connsiteY33522"/>
              </a:cxn>
              <a:cxn ang="0">
                <a:pos x="connsiteX33523" y="connsiteY33523"/>
              </a:cxn>
              <a:cxn ang="0">
                <a:pos x="connsiteX33524" y="connsiteY33524"/>
              </a:cxn>
              <a:cxn ang="0">
                <a:pos x="connsiteX33525" y="connsiteY33525"/>
              </a:cxn>
              <a:cxn ang="0">
                <a:pos x="connsiteX33526" y="connsiteY33526"/>
              </a:cxn>
              <a:cxn ang="0">
                <a:pos x="connsiteX33527" y="connsiteY33527"/>
              </a:cxn>
              <a:cxn ang="0">
                <a:pos x="connsiteX33528" y="connsiteY33528"/>
              </a:cxn>
              <a:cxn ang="0">
                <a:pos x="connsiteX33529" y="connsiteY33529"/>
              </a:cxn>
              <a:cxn ang="0">
                <a:pos x="connsiteX33530" y="connsiteY33530"/>
              </a:cxn>
              <a:cxn ang="0">
                <a:pos x="connsiteX33531" y="connsiteY33531"/>
              </a:cxn>
              <a:cxn ang="0">
                <a:pos x="connsiteX33532" y="connsiteY33532"/>
              </a:cxn>
              <a:cxn ang="0">
                <a:pos x="connsiteX33533" y="connsiteY33533"/>
              </a:cxn>
              <a:cxn ang="0">
                <a:pos x="connsiteX33534" y="connsiteY33534"/>
              </a:cxn>
              <a:cxn ang="0">
                <a:pos x="connsiteX33535" y="connsiteY33535"/>
              </a:cxn>
              <a:cxn ang="0">
                <a:pos x="connsiteX33536" y="connsiteY33536"/>
              </a:cxn>
              <a:cxn ang="0">
                <a:pos x="connsiteX33537" y="connsiteY33537"/>
              </a:cxn>
              <a:cxn ang="0">
                <a:pos x="connsiteX33538" y="connsiteY33538"/>
              </a:cxn>
              <a:cxn ang="0">
                <a:pos x="connsiteX33539" y="connsiteY33539"/>
              </a:cxn>
              <a:cxn ang="0">
                <a:pos x="connsiteX33540" y="connsiteY33540"/>
              </a:cxn>
              <a:cxn ang="0">
                <a:pos x="connsiteX33541" y="connsiteY33541"/>
              </a:cxn>
              <a:cxn ang="0">
                <a:pos x="connsiteX33542" y="connsiteY33542"/>
              </a:cxn>
              <a:cxn ang="0">
                <a:pos x="connsiteX33543" y="connsiteY33543"/>
              </a:cxn>
              <a:cxn ang="0">
                <a:pos x="connsiteX33544" y="connsiteY33544"/>
              </a:cxn>
              <a:cxn ang="0">
                <a:pos x="connsiteX33545" y="connsiteY33545"/>
              </a:cxn>
              <a:cxn ang="0">
                <a:pos x="connsiteX33546" y="connsiteY33546"/>
              </a:cxn>
              <a:cxn ang="0">
                <a:pos x="connsiteX33547" y="connsiteY33547"/>
              </a:cxn>
              <a:cxn ang="0">
                <a:pos x="connsiteX33548" y="connsiteY33548"/>
              </a:cxn>
              <a:cxn ang="0">
                <a:pos x="connsiteX33549" y="connsiteY33549"/>
              </a:cxn>
              <a:cxn ang="0">
                <a:pos x="connsiteX33550" y="connsiteY33550"/>
              </a:cxn>
              <a:cxn ang="0">
                <a:pos x="connsiteX33551" y="connsiteY33551"/>
              </a:cxn>
              <a:cxn ang="0">
                <a:pos x="connsiteX33552" y="connsiteY33552"/>
              </a:cxn>
              <a:cxn ang="0">
                <a:pos x="connsiteX33553" y="connsiteY33553"/>
              </a:cxn>
              <a:cxn ang="0">
                <a:pos x="connsiteX33554" y="connsiteY33554"/>
              </a:cxn>
              <a:cxn ang="0">
                <a:pos x="connsiteX33555" y="connsiteY33555"/>
              </a:cxn>
              <a:cxn ang="0">
                <a:pos x="connsiteX33556" y="connsiteY33556"/>
              </a:cxn>
              <a:cxn ang="0">
                <a:pos x="connsiteX33557" y="connsiteY33557"/>
              </a:cxn>
              <a:cxn ang="0">
                <a:pos x="connsiteX33558" y="connsiteY33558"/>
              </a:cxn>
              <a:cxn ang="0">
                <a:pos x="connsiteX33559" y="connsiteY33559"/>
              </a:cxn>
              <a:cxn ang="0">
                <a:pos x="connsiteX33560" y="connsiteY33560"/>
              </a:cxn>
              <a:cxn ang="0">
                <a:pos x="connsiteX33561" y="connsiteY33561"/>
              </a:cxn>
              <a:cxn ang="0">
                <a:pos x="connsiteX33562" y="connsiteY33562"/>
              </a:cxn>
              <a:cxn ang="0">
                <a:pos x="connsiteX33563" y="connsiteY33563"/>
              </a:cxn>
              <a:cxn ang="0">
                <a:pos x="connsiteX33564" y="connsiteY33564"/>
              </a:cxn>
              <a:cxn ang="0">
                <a:pos x="connsiteX33565" y="connsiteY33565"/>
              </a:cxn>
              <a:cxn ang="0">
                <a:pos x="connsiteX33566" y="connsiteY33566"/>
              </a:cxn>
              <a:cxn ang="0">
                <a:pos x="connsiteX33567" y="connsiteY33567"/>
              </a:cxn>
              <a:cxn ang="0">
                <a:pos x="connsiteX33568" y="connsiteY33568"/>
              </a:cxn>
              <a:cxn ang="0">
                <a:pos x="connsiteX33569" y="connsiteY33569"/>
              </a:cxn>
              <a:cxn ang="0">
                <a:pos x="connsiteX33570" y="connsiteY33570"/>
              </a:cxn>
              <a:cxn ang="0">
                <a:pos x="connsiteX33571" y="connsiteY33571"/>
              </a:cxn>
              <a:cxn ang="0">
                <a:pos x="connsiteX33572" y="connsiteY33572"/>
              </a:cxn>
              <a:cxn ang="0">
                <a:pos x="connsiteX33573" y="connsiteY33573"/>
              </a:cxn>
              <a:cxn ang="0">
                <a:pos x="connsiteX33574" y="connsiteY33574"/>
              </a:cxn>
              <a:cxn ang="0">
                <a:pos x="connsiteX33575" y="connsiteY33575"/>
              </a:cxn>
              <a:cxn ang="0">
                <a:pos x="connsiteX33576" y="connsiteY33576"/>
              </a:cxn>
              <a:cxn ang="0">
                <a:pos x="connsiteX33577" y="connsiteY33577"/>
              </a:cxn>
              <a:cxn ang="0">
                <a:pos x="connsiteX33578" y="connsiteY33578"/>
              </a:cxn>
              <a:cxn ang="0">
                <a:pos x="connsiteX33579" y="connsiteY33579"/>
              </a:cxn>
              <a:cxn ang="0">
                <a:pos x="connsiteX33580" y="connsiteY33580"/>
              </a:cxn>
              <a:cxn ang="0">
                <a:pos x="connsiteX33581" y="connsiteY33581"/>
              </a:cxn>
              <a:cxn ang="0">
                <a:pos x="connsiteX33582" y="connsiteY33582"/>
              </a:cxn>
              <a:cxn ang="0">
                <a:pos x="connsiteX33583" y="connsiteY33583"/>
              </a:cxn>
              <a:cxn ang="0">
                <a:pos x="connsiteX33584" y="connsiteY33584"/>
              </a:cxn>
              <a:cxn ang="0">
                <a:pos x="connsiteX33585" y="connsiteY33585"/>
              </a:cxn>
              <a:cxn ang="0">
                <a:pos x="connsiteX33586" y="connsiteY33586"/>
              </a:cxn>
              <a:cxn ang="0">
                <a:pos x="connsiteX33587" y="connsiteY33587"/>
              </a:cxn>
              <a:cxn ang="0">
                <a:pos x="connsiteX33588" y="connsiteY33588"/>
              </a:cxn>
              <a:cxn ang="0">
                <a:pos x="connsiteX33589" y="connsiteY33589"/>
              </a:cxn>
              <a:cxn ang="0">
                <a:pos x="connsiteX33590" y="connsiteY33590"/>
              </a:cxn>
              <a:cxn ang="0">
                <a:pos x="connsiteX33591" y="connsiteY33591"/>
              </a:cxn>
              <a:cxn ang="0">
                <a:pos x="connsiteX33592" y="connsiteY33592"/>
              </a:cxn>
              <a:cxn ang="0">
                <a:pos x="connsiteX33593" y="connsiteY33593"/>
              </a:cxn>
              <a:cxn ang="0">
                <a:pos x="connsiteX33594" y="connsiteY33594"/>
              </a:cxn>
              <a:cxn ang="0">
                <a:pos x="connsiteX33595" y="connsiteY33595"/>
              </a:cxn>
              <a:cxn ang="0">
                <a:pos x="connsiteX33596" y="connsiteY33596"/>
              </a:cxn>
              <a:cxn ang="0">
                <a:pos x="connsiteX33597" y="connsiteY33597"/>
              </a:cxn>
              <a:cxn ang="0">
                <a:pos x="connsiteX33598" y="connsiteY33598"/>
              </a:cxn>
              <a:cxn ang="0">
                <a:pos x="connsiteX33599" y="connsiteY33599"/>
              </a:cxn>
              <a:cxn ang="0">
                <a:pos x="connsiteX33600" y="connsiteY33600"/>
              </a:cxn>
              <a:cxn ang="0">
                <a:pos x="connsiteX33601" y="connsiteY33601"/>
              </a:cxn>
              <a:cxn ang="0">
                <a:pos x="connsiteX33602" y="connsiteY33602"/>
              </a:cxn>
              <a:cxn ang="0">
                <a:pos x="connsiteX33603" y="connsiteY33603"/>
              </a:cxn>
              <a:cxn ang="0">
                <a:pos x="connsiteX33604" y="connsiteY33604"/>
              </a:cxn>
              <a:cxn ang="0">
                <a:pos x="connsiteX33605" y="connsiteY33605"/>
              </a:cxn>
              <a:cxn ang="0">
                <a:pos x="connsiteX33606" y="connsiteY33606"/>
              </a:cxn>
              <a:cxn ang="0">
                <a:pos x="connsiteX33607" y="connsiteY33607"/>
              </a:cxn>
              <a:cxn ang="0">
                <a:pos x="connsiteX33608" y="connsiteY33608"/>
              </a:cxn>
              <a:cxn ang="0">
                <a:pos x="connsiteX33609" y="connsiteY33609"/>
              </a:cxn>
              <a:cxn ang="0">
                <a:pos x="connsiteX33610" y="connsiteY33610"/>
              </a:cxn>
              <a:cxn ang="0">
                <a:pos x="connsiteX33611" y="connsiteY33611"/>
              </a:cxn>
              <a:cxn ang="0">
                <a:pos x="connsiteX33612" y="connsiteY33612"/>
              </a:cxn>
              <a:cxn ang="0">
                <a:pos x="connsiteX33613" y="connsiteY33613"/>
              </a:cxn>
              <a:cxn ang="0">
                <a:pos x="connsiteX33614" y="connsiteY33614"/>
              </a:cxn>
              <a:cxn ang="0">
                <a:pos x="connsiteX33615" y="connsiteY33615"/>
              </a:cxn>
              <a:cxn ang="0">
                <a:pos x="connsiteX33616" y="connsiteY33616"/>
              </a:cxn>
              <a:cxn ang="0">
                <a:pos x="connsiteX33617" y="connsiteY33617"/>
              </a:cxn>
              <a:cxn ang="0">
                <a:pos x="connsiteX33618" y="connsiteY33618"/>
              </a:cxn>
              <a:cxn ang="0">
                <a:pos x="connsiteX33619" y="connsiteY33619"/>
              </a:cxn>
              <a:cxn ang="0">
                <a:pos x="connsiteX33620" y="connsiteY33620"/>
              </a:cxn>
              <a:cxn ang="0">
                <a:pos x="connsiteX33621" y="connsiteY33621"/>
              </a:cxn>
              <a:cxn ang="0">
                <a:pos x="connsiteX33622" y="connsiteY33622"/>
              </a:cxn>
              <a:cxn ang="0">
                <a:pos x="connsiteX33623" y="connsiteY33623"/>
              </a:cxn>
              <a:cxn ang="0">
                <a:pos x="connsiteX33624" y="connsiteY33624"/>
              </a:cxn>
              <a:cxn ang="0">
                <a:pos x="connsiteX33625" y="connsiteY33625"/>
              </a:cxn>
              <a:cxn ang="0">
                <a:pos x="connsiteX33626" y="connsiteY33626"/>
              </a:cxn>
              <a:cxn ang="0">
                <a:pos x="connsiteX33627" y="connsiteY33627"/>
              </a:cxn>
              <a:cxn ang="0">
                <a:pos x="connsiteX33628" y="connsiteY33628"/>
              </a:cxn>
              <a:cxn ang="0">
                <a:pos x="connsiteX33629" y="connsiteY33629"/>
              </a:cxn>
              <a:cxn ang="0">
                <a:pos x="connsiteX33630" y="connsiteY33630"/>
              </a:cxn>
              <a:cxn ang="0">
                <a:pos x="connsiteX33631" y="connsiteY33631"/>
              </a:cxn>
              <a:cxn ang="0">
                <a:pos x="connsiteX33632" y="connsiteY33632"/>
              </a:cxn>
              <a:cxn ang="0">
                <a:pos x="connsiteX33633" y="connsiteY33633"/>
              </a:cxn>
              <a:cxn ang="0">
                <a:pos x="connsiteX33634" y="connsiteY33634"/>
              </a:cxn>
              <a:cxn ang="0">
                <a:pos x="connsiteX33635" y="connsiteY33635"/>
              </a:cxn>
              <a:cxn ang="0">
                <a:pos x="connsiteX33636" y="connsiteY33636"/>
              </a:cxn>
              <a:cxn ang="0">
                <a:pos x="connsiteX33637" y="connsiteY33637"/>
              </a:cxn>
              <a:cxn ang="0">
                <a:pos x="connsiteX33638" y="connsiteY33638"/>
              </a:cxn>
              <a:cxn ang="0">
                <a:pos x="connsiteX33639" y="connsiteY33639"/>
              </a:cxn>
              <a:cxn ang="0">
                <a:pos x="connsiteX33640" y="connsiteY33640"/>
              </a:cxn>
              <a:cxn ang="0">
                <a:pos x="connsiteX33641" y="connsiteY33641"/>
              </a:cxn>
              <a:cxn ang="0">
                <a:pos x="connsiteX33642" y="connsiteY33642"/>
              </a:cxn>
              <a:cxn ang="0">
                <a:pos x="connsiteX33643" y="connsiteY33643"/>
              </a:cxn>
              <a:cxn ang="0">
                <a:pos x="connsiteX33644" y="connsiteY33644"/>
              </a:cxn>
              <a:cxn ang="0">
                <a:pos x="connsiteX33645" y="connsiteY33645"/>
              </a:cxn>
              <a:cxn ang="0">
                <a:pos x="connsiteX33646" y="connsiteY33646"/>
              </a:cxn>
              <a:cxn ang="0">
                <a:pos x="connsiteX33647" y="connsiteY33647"/>
              </a:cxn>
              <a:cxn ang="0">
                <a:pos x="connsiteX33648" y="connsiteY33648"/>
              </a:cxn>
              <a:cxn ang="0">
                <a:pos x="connsiteX33649" y="connsiteY33649"/>
              </a:cxn>
              <a:cxn ang="0">
                <a:pos x="connsiteX33650" y="connsiteY33650"/>
              </a:cxn>
              <a:cxn ang="0">
                <a:pos x="connsiteX33651" y="connsiteY33651"/>
              </a:cxn>
              <a:cxn ang="0">
                <a:pos x="connsiteX33652" y="connsiteY33652"/>
              </a:cxn>
              <a:cxn ang="0">
                <a:pos x="connsiteX33653" y="connsiteY33653"/>
              </a:cxn>
              <a:cxn ang="0">
                <a:pos x="connsiteX33654" y="connsiteY33654"/>
              </a:cxn>
              <a:cxn ang="0">
                <a:pos x="connsiteX33655" y="connsiteY33655"/>
              </a:cxn>
              <a:cxn ang="0">
                <a:pos x="connsiteX33656" y="connsiteY33656"/>
              </a:cxn>
              <a:cxn ang="0">
                <a:pos x="connsiteX33657" y="connsiteY33657"/>
              </a:cxn>
              <a:cxn ang="0">
                <a:pos x="connsiteX33658" y="connsiteY33658"/>
              </a:cxn>
              <a:cxn ang="0">
                <a:pos x="connsiteX33659" y="connsiteY33659"/>
              </a:cxn>
              <a:cxn ang="0">
                <a:pos x="connsiteX33660" y="connsiteY33660"/>
              </a:cxn>
              <a:cxn ang="0">
                <a:pos x="connsiteX33661" y="connsiteY33661"/>
              </a:cxn>
              <a:cxn ang="0">
                <a:pos x="connsiteX33662" y="connsiteY33662"/>
              </a:cxn>
              <a:cxn ang="0">
                <a:pos x="connsiteX33663" y="connsiteY33663"/>
              </a:cxn>
              <a:cxn ang="0">
                <a:pos x="connsiteX33664" y="connsiteY33664"/>
              </a:cxn>
              <a:cxn ang="0">
                <a:pos x="connsiteX33665" y="connsiteY33665"/>
              </a:cxn>
              <a:cxn ang="0">
                <a:pos x="connsiteX33666" y="connsiteY33666"/>
              </a:cxn>
              <a:cxn ang="0">
                <a:pos x="connsiteX33667" y="connsiteY33667"/>
              </a:cxn>
              <a:cxn ang="0">
                <a:pos x="connsiteX33668" y="connsiteY33668"/>
              </a:cxn>
              <a:cxn ang="0">
                <a:pos x="connsiteX33669" y="connsiteY33669"/>
              </a:cxn>
              <a:cxn ang="0">
                <a:pos x="connsiteX33670" y="connsiteY33670"/>
              </a:cxn>
              <a:cxn ang="0">
                <a:pos x="connsiteX33671" y="connsiteY33671"/>
              </a:cxn>
              <a:cxn ang="0">
                <a:pos x="connsiteX33672" y="connsiteY33672"/>
              </a:cxn>
              <a:cxn ang="0">
                <a:pos x="connsiteX33673" y="connsiteY33673"/>
              </a:cxn>
              <a:cxn ang="0">
                <a:pos x="connsiteX33674" y="connsiteY33674"/>
              </a:cxn>
              <a:cxn ang="0">
                <a:pos x="connsiteX33675" y="connsiteY33675"/>
              </a:cxn>
              <a:cxn ang="0">
                <a:pos x="connsiteX33676" y="connsiteY33676"/>
              </a:cxn>
              <a:cxn ang="0">
                <a:pos x="connsiteX33677" y="connsiteY33677"/>
              </a:cxn>
              <a:cxn ang="0">
                <a:pos x="connsiteX33678" y="connsiteY33678"/>
              </a:cxn>
              <a:cxn ang="0">
                <a:pos x="connsiteX33679" y="connsiteY33679"/>
              </a:cxn>
              <a:cxn ang="0">
                <a:pos x="connsiteX33680" y="connsiteY33680"/>
              </a:cxn>
              <a:cxn ang="0">
                <a:pos x="connsiteX33681" y="connsiteY33681"/>
              </a:cxn>
              <a:cxn ang="0">
                <a:pos x="connsiteX33682" y="connsiteY33682"/>
              </a:cxn>
              <a:cxn ang="0">
                <a:pos x="connsiteX33683" y="connsiteY33683"/>
              </a:cxn>
              <a:cxn ang="0">
                <a:pos x="connsiteX33684" y="connsiteY33684"/>
              </a:cxn>
              <a:cxn ang="0">
                <a:pos x="connsiteX33685" y="connsiteY33685"/>
              </a:cxn>
              <a:cxn ang="0">
                <a:pos x="connsiteX33686" y="connsiteY33686"/>
              </a:cxn>
              <a:cxn ang="0">
                <a:pos x="connsiteX33687" y="connsiteY33687"/>
              </a:cxn>
              <a:cxn ang="0">
                <a:pos x="connsiteX33688" y="connsiteY33688"/>
              </a:cxn>
              <a:cxn ang="0">
                <a:pos x="connsiteX33689" y="connsiteY33689"/>
              </a:cxn>
              <a:cxn ang="0">
                <a:pos x="connsiteX33690" y="connsiteY33690"/>
              </a:cxn>
              <a:cxn ang="0">
                <a:pos x="connsiteX33691" y="connsiteY33691"/>
              </a:cxn>
              <a:cxn ang="0">
                <a:pos x="connsiteX33692" y="connsiteY33692"/>
              </a:cxn>
              <a:cxn ang="0">
                <a:pos x="connsiteX33693" y="connsiteY33693"/>
              </a:cxn>
              <a:cxn ang="0">
                <a:pos x="connsiteX33694" y="connsiteY33694"/>
              </a:cxn>
              <a:cxn ang="0">
                <a:pos x="connsiteX33695" y="connsiteY33695"/>
              </a:cxn>
              <a:cxn ang="0">
                <a:pos x="connsiteX33696" y="connsiteY33696"/>
              </a:cxn>
              <a:cxn ang="0">
                <a:pos x="connsiteX33697" y="connsiteY33697"/>
              </a:cxn>
              <a:cxn ang="0">
                <a:pos x="connsiteX33698" y="connsiteY33698"/>
              </a:cxn>
              <a:cxn ang="0">
                <a:pos x="connsiteX33699" y="connsiteY33699"/>
              </a:cxn>
              <a:cxn ang="0">
                <a:pos x="connsiteX33700" y="connsiteY33700"/>
              </a:cxn>
              <a:cxn ang="0">
                <a:pos x="connsiteX33701" y="connsiteY33701"/>
              </a:cxn>
              <a:cxn ang="0">
                <a:pos x="connsiteX33702" y="connsiteY33702"/>
              </a:cxn>
              <a:cxn ang="0">
                <a:pos x="connsiteX33703" y="connsiteY33703"/>
              </a:cxn>
              <a:cxn ang="0">
                <a:pos x="connsiteX33704" y="connsiteY33704"/>
              </a:cxn>
              <a:cxn ang="0">
                <a:pos x="connsiteX33705" y="connsiteY33705"/>
              </a:cxn>
              <a:cxn ang="0">
                <a:pos x="connsiteX33706" y="connsiteY33706"/>
              </a:cxn>
              <a:cxn ang="0">
                <a:pos x="connsiteX33707" y="connsiteY33707"/>
              </a:cxn>
              <a:cxn ang="0">
                <a:pos x="connsiteX33708" y="connsiteY33708"/>
              </a:cxn>
              <a:cxn ang="0">
                <a:pos x="connsiteX33709" y="connsiteY33709"/>
              </a:cxn>
              <a:cxn ang="0">
                <a:pos x="connsiteX33710" y="connsiteY33710"/>
              </a:cxn>
              <a:cxn ang="0">
                <a:pos x="connsiteX33711" y="connsiteY33711"/>
              </a:cxn>
              <a:cxn ang="0">
                <a:pos x="connsiteX33712" y="connsiteY33712"/>
              </a:cxn>
              <a:cxn ang="0">
                <a:pos x="connsiteX33713" y="connsiteY33713"/>
              </a:cxn>
              <a:cxn ang="0">
                <a:pos x="connsiteX33714" y="connsiteY33714"/>
              </a:cxn>
              <a:cxn ang="0">
                <a:pos x="connsiteX33715" y="connsiteY33715"/>
              </a:cxn>
              <a:cxn ang="0">
                <a:pos x="connsiteX33716" y="connsiteY33716"/>
              </a:cxn>
              <a:cxn ang="0">
                <a:pos x="connsiteX33717" y="connsiteY33717"/>
              </a:cxn>
              <a:cxn ang="0">
                <a:pos x="connsiteX33718" y="connsiteY33718"/>
              </a:cxn>
              <a:cxn ang="0">
                <a:pos x="connsiteX33719" y="connsiteY33719"/>
              </a:cxn>
              <a:cxn ang="0">
                <a:pos x="connsiteX33720" y="connsiteY33720"/>
              </a:cxn>
              <a:cxn ang="0">
                <a:pos x="connsiteX33721" y="connsiteY33721"/>
              </a:cxn>
              <a:cxn ang="0">
                <a:pos x="connsiteX33722" y="connsiteY33722"/>
              </a:cxn>
              <a:cxn ang="0">
                <a:pos x="connsiteX33723" y="connsiteY33723"/>
              </a:cxn>
              <a:cxn ang="0">
                <a:pos x="connsiteX33724" y="connsiteY33724"/>
              </a:cxn>
              <a:cxn ang="0">
                <a:pos x="connsiteX33725" y="connsiteY33725"/>
              </a:cxn>
              <a:cxn ang="0">
                <a:pos x="connsiteX33726" y="connsiteY33726"/>
              </a:cxn>
              <a:cxn ang="0">
                <a:pos x="connsiteX33727" y="connsiteY33727"/>
              </a:cxn>
              <a:cxn ang="0">
                <a:pos x="connsiteX33728" y="connsiteY33728"/>
              </a:cxn>
              <a:cxn ang="0">
                <a:pos x="connsiteX33729" y="connsiteY33729"/>
              </a:cxn>
              <a:cxn ang="0">
                <a:pos x="connsiteX33730" y="connsiteY33730"/>
              </a:cxn>
              <a:cxn ang="0">
                <a:pos x="connsiteX33731" y="connsiteY33731"/>
              </a:cxn>
              <a:cxn ang="0">
                <a:pos x="connsiteX33732" y="connsiteY33732"/>
              </a:cxn>
              <a:cxn ang="0">
                <a:pos x="connsiteX33733" y="connsiteY33733"/>
              </a:cxn>
              <a:cxn ang="0">
                <a:pos x="connsiteX33734" y="connsiteY33734"/>
              </a:cxn>
              <a:cxn ang="0">
                <a:pos x="connsiteX33735" y="connsiteY33735"/>
              </a:cxn>
              <a:cxn ang="0">
                <a:pos x="connsiteX33736" y="connsiteY33736"/>
              </a:cxn>
              <a:cxn ang="0">
                <a:pos x="connsiteX33737" y="connsiteY33737"/>
              </a:cxn>
              <a:cxn ang="0">
                <a:pos x="connsiteX33738" y="connsiteY33738"/>
              </a:cxn>
              <a:cxn ang="0">
                <a:pos x="connsiteX33739" y="connsiteY33739"/>
              </a:cxn>
              <a:cxn ang="0">
                <a:pos x="connsiteX33740" y="connsiteY33740"/>
              </a:cxn>
              <a:cxn ang="0">
                <a:pos x="connsiteX33741" y="connsiteY33741"/>
              </a:cxn>
              <a:cxn ang="0">
                <a:pos x="connsiteX33742" y="connsiteY33742"/>
              </a:cxn>
              <a:cxn ang="0">
                <a:pos x="connsiteX33743" y="connsiteY33743"/>
              </a:cxn>
              <a:cxn ang="0">
                <a:pos x="connsiteX33744" y="connsiteY33744"/>
              </a:cxn>
              <a:cxn ang="0">
                <a:pos x="connsiteX33745" y="connsiteY33745"/>
              </a:cxn>
              <a:cxn ang="0">
                <a:pos x="connsiteX33746" y="connsiteY33746"/>
              </a:cxn>
              <a:cxn ang="0">
                <a:pos x="connsiteX33747" y="connsiteY33747"/>
              </a:cxn>
              <a:cxn ang="0">
                <a:pos x="connsiteX33748" y="connsiteY33748"/>
              </a:cxn>
              <a:cxn ang="0">
                <a:pos x="connsiteX33749" y="connsiteY33749"/>
              </a:cxn>
              <a:cxn ang="0">
                <a:pos x="connsiteX33750" y="connsiteY33750"/>
              </a:cxn>
              <a:cxn ang="0">
                <a:pos x="connsiteX33751" y="connsiteY33751"/>
              </a:cxn>
              <a:cxn ang="0">
                <a:pos x="connsiteX33752" y="connsiteY33752"/>
              </a:cxn>
              <a:cxn ang="0">
                <a:pos x="connsiteX33753" y="connsiteY33753"/>
              </a:cxn>
              <a:cxn ang="0">
                <a:pos x="connsiteX33754" y="connsiteY33754"/>
              </a:cxn>
              <a:cxn ang="0">
                <a:pos x="connsiteX33755" y="connsiteY33755"/>
              </a:cxn>
              <a:cxn ang="0">
                <a:pos x="connsiteX33756" y="connsiteY33756"/>
              </a:cxn>
              <a:cxn ang="0">
                <a:pos x="connsiteX33757" y="connsiteY33757"/>
              </a:cxn>
              <a:cxn ang="0">
                <a:pos x="connsiteX33758" y="connsiteY33758"/>
              </a:cxn>
              <a:cxn ang="0">
                <a:pos x="connsiteX33759" y="connsiteY33759"/>
              </a:cxn>
              <a:cxn ang="0">
                <a:pos x="connsiteX33760" y="connsiteY33760"/>
              </a:cxn>
              <a:cxn ang="0">
                <a:pos x="connsiteX33761" y="connsiteY33761"/>
              </a:cxn>
              <a:cxn ang="0">
                <a:pos x="connsiteX33762" y="connsiteY33762"/>
              </a:cxn>
              <a:cxn ang="0">
                <a:pos x="connsiteX33763" y="connsiteY33763"/>
              </a:cxn>
              <a:cxn ang="0">
                <a:pos x="connsiteX33764" y="connsiteY33764"/>
              </a:cxn>
              <a:cxn ang="0">
                <a:pos x="connsiteX33765" y="connsiteY33765"/>
              </a:cxn>
              <a:cxn ang="0">
                <a:pos x="connsiteX33766" y="connsiteY33766"/>
              </a:cxn>
              <a:cxn ang="0">
                <a:pos x="connsiteX33767" y="connsiteY33767"/>
              </a:cxn>
              <a:cxn ang="0">
                <a:pos x="connsiteX33768" y="connsiteY33768"/>
              </a:cxn>
              <a:cxn ang="0">
                <a:pos x="connsiteX33769" y="connsiteY33769"/>
              </a:cxn>
              <a:cxn ang="0">
                <a:pos x="connsiteX33770" y="connsiteY33770"/>
              </a:cxn>
              <a:cxn ang="0">
                <a:pos x="connsiteX33771" y="connsiteY33771"/>
              </a:cxn>
              <a:cxn ang="0">
                <a:pos x="connsiteX33772" y="connsiteY33772"/>
              </a:cxn>
              <a:cxn ang="0">
                <a:pos x="connsiteX33773" y="connsiteY33773"/>
              </a:cxn>
              <a:cxn ang="0">
                <a:pos x="connsiteX33774" y="connsiteY33774"/>
              </a:cxn>
              <a:cxn ang="0">
                <a:pos x="connsiteX33775" y="connsiteY33775"/>
              </a:cxn>
              <a:cxn ang="0">
                <a:pos x="connsiteX33776" y="connsiteY33776"/>
              </a:cxn>
              <a:cxn ang="0">
                <a:pos x="connsiteX33777" y="connsiteY33777"/>
              </a:cxn>
              <a:cxn ang="0">
                <a:pos x="connsiteX33778" y="connsiteY33778"/>
              </a:cxn>
              <a:cxn ang="0">
                <a:pos x="connsiteX33779" y="connsiteY33779"/>
              </a:cxn>
              <a:cxn ang="0">
                <a:pos x="connsiteX33780" y="connsiteY33780"/>
              </a:cxn>
              <a:cxn ang="0">
                <a:pos x="connsiteX33781" y="connsiteY33781"/>
              </a:cxn>
              <a:cxn ang="0">
                <a:pos x="connsiteX33782" y="connsiteY33782"/>
              </a:cxn>
              <a:cxn ang="0">
                <a:pos x="connsiteX33783" y="connsiteY33783"/>
              </a:cxn>
              <a:cxn ang="0">
                <a:pos x="connsiteX33784" y="connsiteY33784"/>
              </a:cxn>
              <a:cxn ang="0">
                <a:pos x="connsiteX33785" y="connsiteY33785"/>
              </a:cxn>
              <a:cxn ang="0">
                <a:pos x="connsiteX33786" y="connsiteY33786"/>
              </a:cxn>
              <a:cxn ang="0">
                <a:pos x="connsiteX33787" y="connsiteY33787"/>
              </a:cxn>
              <a:cxn ang="0">
                <a:pos x="connsiteX33788" y="connsiteY33788"/>
              </a:cxn>
              <a:cxn ang="0">
                <a:pos x="connsiteX33789" y="connsiteY33789"/>
              </a:cxn>
              <a:cxn ang="0">
                <a:pos x="connsiteX33790" y="connsiteY33790"/>
              </a:cxn>
              <a:cxn ang="0">
                <a:pos x="connsiteX33791" y="connsiteY33791"/>
              </a:cxn>
              <a:cxn ang="0">
                <a:pos x="connsiteX33792" y="connsiteY33792"/>
              </a:cxn>
              <a:cxn ang="0">
                <a:pos x="connsiteX33793" y="connsiteY33793"/>
              </a:cxn>
              <a:cxn ang="0">
                <a:pos x="connsiteX33794" y="connsiteY33794"/>
              </a:cxn>
              <a:cxn ang="0">
                <a:pos x="connsiteX33795" y="connsiteY33795"/>
              </a:cxn>
              <a:cxn ang="0">
                <a:pos x="connsiteX33796" y="connsiteY33796"/>
              </a:cxn>
              <a:cxn ang="0">
                <a:pos x="connsiteX33797" y="connsiteY33797"/>
              </a:cxn>
              <a:cxn ang="0">
                <a:pos x="connsiteX33798" y="connsiteY33798"/>
              </a:cxn>
              <a:cxn ang="0">
                <a:pos x="connsiteX33799" y="connsiteY33799"/>
              </a:cxn>
              <a:cxn ang="0">
                <a:pos x="connsiteX33800" y="connsiteY33800"/>
              </a:cxn>
              <a:cxn ang="0">
                <a:pos x="connsiteX33801" y="connsiteY33801"/>
              </a:cxn>
              <a:cxn ang="0">
                <a:pos x="connsiteX33802" y="connsiteY33802"/>
              </a:cxn>
              <a:cxn ang="0">
                <a:pos x="connsiteX33803" y="connsiteY33803"/>
              </a:cxn>
              <a:cxn ang="0">
                <a:pos x="connsiteX33804" y="connsiteY33804"/>
              </a:cxn>
              <a:cxn ang="0">
                <a:pos x="connsiteX33805" y="connsiteY33805"/>
              </a:cxn>
              <a:cxn ang="0">
                <a:pos x="connsiteX33806" y="connsiteY33806"/>
              </a:cxn>
              <a:cxn ang="0">
                <a:pos x="connsiteX33807" y="connsiteY33807"/>
              </a:cxn>
              <a:cxn ang="0">
                <a:pos x="connsiteX33808" y="connsiteY33808"/>
              </a:cxn>
              <a:cxn ang="0">
                <a:pos x="connsiteX33809" y="connsiteY33809"/>
              </a:cxn>
              <a:cxn ang="0">
                <a:pos x="connsiteX33810" y="connsiteY33810"/>
              </a:cxn>
              <a:cxn ang="0">
                <a:pos x="connsiteX33811" y="connsiteY33811"/>
              </a:cxn>
              <a:cxn ang="0">
                <a:pos x="connsiteX33812" y="connsiteY33812"/>
              </a:cxn>
              <a:cxn ang="0">
                <a:pos x="connsiteX33813" y="connsiteY33813"/>
              </a:cxn>
              <a:cxn ang="0">
                <a:pos x="connsiteX33814" y="connsiteY33814"/>
              </a:cxn>
              <a:cxn ang="0">
                <a:pos x="connsiteX33815" y="connsiteY33815"/>
              </a:cxn>
              <a:cxn ang="0">
                <a:pos x="connsiteX33816" y="connsiteY33816"/>
              </a:cxn>
              <a:cxn ang="0">
                <a:pos x="connsiteX33817" y="connsiteY33817"/>
              </a:cxn>
              <a:cxn ang="0">
                <a:pos x="connsiteX33818" y="connsiteY33818"/>
              </a:cxn>
              <a:cxn ang="0">
                <a:pos x="connsiteX33819" y="connsiteY33819"/>
              </a:cxn>
              <a:cxn ang="0">
                <a:pos x="connsiteX33820" y="connsiteY33820"/>
              </a:cxn>
              <a:cxn ang="0">
                <a:pos x="connsiteX33821" y="connsiteY33821"/>
              </a:cxn>
              <a:cxn ang="0">
                <a:pos x="connsiteX33822" y="connsiteY33822"/>
              </a:cxn>
              <a:cxn ang="0">
                <a:pos x="connsiteX33823" y="connsiteY33823"/>
              </a:cxn>
              <a:cxn ang="0">
                <a:pos x="connsiteX33824" y="connsiteY33824"/>
              </a:cxn>
              <a:cxn ang="0">
                <a:pos x="connsiteX33825" y="connsiteY33825"/>
              </a:cxn>
              <a:cxn ang="0">
                <a:pos x="connsiteX33826" y="connsiteY33826"/>
              </a:cxn>
              <a:cxn ang="0">
                <a:pos x="connsiteX33827" y="connsiteY33827"/>
              </a:cxn>
              <a:cxn ang="0">
                <a:pos x="connsiteX33828" y="connsiteY33828"/>
              </a:cxn>
              <a:cxn ang="0">
                <a:pos x="connsiteX33829" y="connsiteY33829"/>
              </a:cxn>
              <a:cxn ang="0">
                <a:pos x="connsiteX33830" y="connsiteY33830"/>
              </a:cxn>
              <a:cxn ang="0">
                <a:pos x="connsiteX33831" y="connsiteY33831"/>
              </a:cxn>
              <a:cxn ang="0">
                <a:pos x="connsiteX33832" y="connsiteY33832"/>
              </a:cxn>
              <a:cxn ang="0">
                <a:pos x="connsiteX33833" y="connsiteY33833"/>
              </a:cxn>
              <a:cxn ang="0">
                <a:pos x="connsiteX33834" y="connsiteY33834"/>
              </a:cxn>
              <a:cxn ang="0">
                <a:pos x="connsiteX33835" y="connsiteY33835"/>
              </a:cxn>
              <a:cxn ang="0">
                <a:pos x="connsiteX33836" y="connsiteY33836"/>
              </a:cxn>
              <a:cxn ang="0">
                <a:pos x="connsiteX33837" y="connsiteY33837"/>
              </a:cxn>
              <a:cxn ang="0">
                <a:pos x="connsiteX33838" y="connsiteY33838"/>
              </a:cxn>
              <a:cxn ang="0">
                <a:pos x="connsiteX33839" y="connsiteY33839"/>
              </a:cxn>
              <a:cxn ang="0">
                <a:pos x="connsiteX33840" y="connsiteY33840"/>
              </a:cxn>
              <a:cxn ang="0">
                <a:pos x="connsiteX33841" y="connsiteY33841"/>
              </a:cxn>
              <a:cxn ang="0">
                <a:pos x="connsiteX33842" y="connsiteY33842"/>
              </a:cxn>
              <a:cxn ang="0">
                <a:pos x="connsiteX33843" y="connsiteY33843"/>
              </a:cxn>
              <a:cxn ang="0">
                <a:pos x="connsiteX33844" y="connsiteY33844"/>
              </a:cxn>
              <a:cxn ang="0">
                <a:pos x="connsiteX33845" y="connsiteY33845"/>
              </a:cxn>
              <a:cxn ang="0">
                <a:pos x="connsiteX33846" y="connsiteY33846"/>
              </a:cxn>
              <a:cxn ang="0">
                <a:pos x="connsiteX33847" y="connsiteY33847"/>
              </a:cxn>
              <a:cxn ang="0">
                <a:pos x="connsiteX33848" y="connsiteY33848"/>
              </a:cxn>
              <a:cxn ang="0">
                <a:pos x="connsiteX33849" y="connsiteY33849"/>
              </a:cxn>
              <a:cxn ang="0">
                <a:pos x="connsiteX33850" y="connsiteY33850"/>
              </a:cxn>
              <a:cxn ang="0">
                <a:pos x="connsiteX33851" y="connsiteY33851"/>
              </a:cxn>
              <a:cxn ang="0">
                <a:pos x="connsiteX33852" y="connsiteY33852"/>
              </a:cxn>
              <a:cxn ang="0">
                <a:pos x="connsiteX33853" y="connsiteY33853"/>
              </a:cxn>
              <a:cxn ang="0">
                <a:pos x="connsiteX33854" y="connsiteY33854"/>
              </a:cxn>
              <a:cxn ang="0">
                <a:pos x="connsiteX33855" y="connsiteY33855"/>
              </a:cxn>
              <a:cxn ang="0">
                <a:pos x="connsiteX33856" y="connsiteY33856"/>
              </a:cxn>
              <a:cxn ang="0">
                <a:pos x="connsiteX33857" y="connsiteY33857"/>
              </a:cxn>
              <a:cxn ang="0">
                <a:pos x="connsiteX33858" y="connsiteY33858"/>
              </a:cxn>
              <a:cxn ang="0">
                <a:pos x="connsiteX33859" y="connsiteY33859"/>
              </a:cxn>
              <a:cxn ang="0">
                <a:pos x="connsiteX33860" y="connsiteY33860"/>
              </a:cxn>
              <a:cxn ang="0">
                <a:pos x="connsiteX33861" y="connsiteY33861"/>
              </a:cxn>
              <a:cxn ang="0">
                <a:pos x="connsiteX33862" y="connsiteY33862"/>
              </a:cxn>
              <a:cxn ang="0">
                <a:pos x="connsiteX33863" y="connsiteY33863"/>
              </a:cxn>
              <a:cxn ang="0">
                <a:pos x="connsiteX33864" y="connsiteY33864"/>
              </a:cxn>
              <a:cxn ang="0">
                <a:pos x="connsiteX33865" y="connsiteY33865"/>
              </a:cxn>
              <a:cxn ang="0">
                <a:pos x="connsiteX33866" y="connsiteY33866"/>
              </a:cxn>
              <a:cxn ang="0">
                <a:pos x="connsiteX33867" y="connsiteY33867"/>
              </a:cxn>
              <a:cxn ang="0">
                <a:pos x="connsiteX33868" y="connsiteY33868"/>
              </a:cxn>
              <a:cxn ang="0">
                <a:pos x="connsiteX33869" y="connsiteY33869"/>
              </a:cxn>
              <a:cxn ang="0">
                <a:pos x="connsiteX33870" y="connsiteY33870"/>
              </a:cxn>
              <a:cxn ang="0">
                <a:pos x="connsiteX33871" y="connsiteY33871"/>
              </a:cxn>
              <a:cxn ang="0">
                <a:pos x="connsiteX33872" y="connsiteY33872"/>
              </a:cxn>
              <a:cxn ang="0">
                <a:pos x="connsiteX33873" y="connsiteY33873"/>
              </a:cxn>
              <a:cxn ang="0">
                <a:pos x="connsiteX33874" y="connsiteY33874"/>
              </a:cxn>
              <a:cxn ang="0">
                <a:pos x="connsiteX33875" y="connsiteY33875"/>
              </a:cxn>
              <a:cxn ang="0">
                <a:pos x="connsiteX33876" y="connsiteY33876"/>
              </a:cxn>
              <a:cxn ang="0">
                <a:pos x="connsiteX33877" y="connsiteY33877"/>
              </a:cxn>
              <a:cxn ang="0">
                <a:pos x="connsiteX33878" y="connsiteY33878"/>
              </a:cxn>
              <a:cxn ang="0">
                <a:pos x="connsiteX33879" y="connsiteY33879"/>
              </a:cxn>
              <a:cxn ang="0">
                <a:pos x="connsiteX33880" y="connsiteY33880"/>
              </a:cxn>
              <a:cxn ang="0">
                <a:pos x="connsiteX33881" y="connsiteY33881"/>
              </a:cxn>
              <a:cxn ang="0">
                <a:pos x="connsiteX33882" y="connsiteY33882"/>
              </a:cxn>
              <a:cxn ang="0">
                <a:pos x="connsiteX33883" y="connsiteY33883"/>
              </a:cxn>
              <a:cxn ang="0">
                <a:pos x="connsiteX33884" y="connsiteY33884"/>
              </a:cxn>
              <a:cxn ang="0">
                <a:pos x="connsiteX33885" y="connsiteY33885"/>
              </a:cxn>
              <a:cxn ang="0">
                <a:pos x="connsiteX33886" y="connsiteY33886"/>
              </a:cxn>
              <a:cxn ang="0">
                <a:pos x="connsiteX33887" y="connsiteY33887"/>
              </a:cxn>
              <a:cxn ang="0">
                <a:pos x="connsiteX33888" y="connsiteY33888"/>
              </a:cxn>
              <a:cxn ang="0">
                <a:pos x="connsiteX33889" y="connsiteY33889"/>
              </a:cxn>
              <a:cxn ang="0">
                <a:pos x="connsiteX33890" y="connsiteY33890"/>
              </a:cxn>
              <a:cxn ang="0">
                <a:pos x="connsiteX33891" y="connsiteY33891"/>
              </a:cxn>
              <a:cxn ang="0">
                <a:pos x="connsiteX33892" y="connsiteY33892"/>
              </a:cxn>
              <a:cxn ang="0">
                <a:pos x="connsiteX33893" y="connsiteY33893"/>
              </a:cxn>
              <a:cxn ang="0">
                <a:pos x="connsiteX33894" y="connsiteY33894"/>
              </a:cxn>
              <a:cxn ang="0">
                <a:pos x="connsiteX33895" y="connsiteY33895"/>
              </a:cxn>
              <a:cxn ang="0">
                <a:pos x="connsiteX33896" y="connsiteY33896"/>
              </a:cxn>
              <a:cxn ang="0">
                <a:pos x="connsiteX33897" y="connsiteY33897"/>
              </a:cxn>
              <a:cxn ang="0">
                <a:pos x="connsiteX33898" y="connsiteY33898"/>
              </a:cxn>
              <a:cxn ang="0">
                <a:pos x="connsiteX33899" y="connsiteY33899"/>
              </a:cxn>
              <a:cxn ang="0">
                <a:pos x="connsiteX33900" y="connsiteY33900"/>
              </a:cxn>
              <a:cxn ang="0">
                <a:pos x="connsiteX33901" y="connsiteY33901"/>
              </a:cxn>
              <a:cxn ang="0">
                <a:pos x="connsiteX33902" y="connsiteY33902"/>
              </a:cxn>
              <a:cxn ang="0">
                <a:pos x="connsiteX33903" y="connsiteY33903"/>
              </a:cxn>
              <a:cxn ang="0">
                <a:pos x="connsiteX33904" y="connsiteY33904"/>
              </a:cxn>
              <a:cxn ang="0">
                <a:pos x="connsiteX33905" y="connsiteY33905"/>
              </a:cxn>
              <a:cxn ang="0">
                <a:pos x="connsiteX33906" y="connsiteY33906"/>
              </a:cxn>
              <a:cxn ang="0">
                <a:pos x="connsiteX33907" y="connsiteY33907"/>
              </a:cxn>
              <a:cxn ang="0">
                <a:pos x="connsiteX33908" y="connsiteY33908"/>
              </a:cxn>
              <a:cxn ang="0">
                <a:pos x="connsiteX33909" y="connsiteY33909"/>
              </a:cxn>
              <a:cxn ang="0">
                <a:pos x="connsiteX33910" y="connsiteY33910"/>
              </a:cxn>
              <a:cxn ang="0">
                <a:pos x="connsiteX33911" y="connsiteY33911"/>
              </a:cxn>
              <a:cxn ang="0">
                <a:pos x="connsiteX33912" y="connsiteY33912"/>
              </a:cxn>
              <a:cxn ang="0">
                <a:pos x="connsiteX33913" y="connsiteY33913"/>
              </a:cxn>
              <a:cxn ang="0">
                <a:pos x="connsiteX33914" y="connsiteY33914"/>
              </a:cxn>
              <a:cxn ang="0">
                <a:pos x="connsiteX33915" y="connsiteY33915"/>
              </a:cxn>
              <a:cxn ang="0">
                <a:pos x="connsiteX33916" y="connsiteY33916"/>
              </a:cxn>
              <a:cxn ang="0">
                <a:pos x="connsiteX33917" y="connsiteY33917"/>
              </a:cxn>
              <a:cxn ang="0">
                <a:pos x="connsiteX33918" y="connsiteY33918"/>
              </a:cxn>
              <a:cxn ang="0">
                <a:pos x="connsiteX33919" y="connsiteY33919"/>
              </a:cxn>
              <a:cxn ang="0">
                <a:pos x="connsiteX33920" y="connsiteY33920"/>
              </a:cxn>
              <a:cxn ang="0">
                <a:pos x="connsiteX33921" y="connsiteY33921"/>
              </a:cxn>
              <a:cxn ang="0">
                <a:pos x="connsiteX33922" y="connsiteY33922"/>
              </a:cxn>
              <a:cxn ang="0">
                <a:pos x="connsiteX33923" y="connsiteY33923"/>
              </a:cxn>
              <a:cxn ang="0">
                <a:pos x="connsiteX33924" y="connsiteY33924"/>
              </a:cxn>
              <a:cxn ang="0">
                <a:pos x="connsiteX33925" y="connsiteY33925"/>
              </a:cxn>
              <a:cxn ang="0">
                <a:pos x="connsiteX33926" y="connsiteY33926"/>
              </a:cxn>
              <a:cxn ang="0">
                <a:pos x="connsiteX33927" y="connsiteY33927"/>
              </a:cxn>
              <a:cxn ang="0">
                <a:pos x="connsiteX33928" y="connsiteY33928"/>
              </a:cxn>
              <a:cxn ang="0">
                <a:pos x="connsiteX33929" y="connsiteY33929"/>
              </a:cxn>
              <a:cxn ang="0">
                <a:pos x="connsiteX33930" y="connsiteY33930"/>
              </a:cxn>
              <a:cxn ang="0">
                <a:pos x="connsiteX33931" y="connsiteY33931"/>
              </a:cxn>
              <a:cxn ang="0">
                <a:pos x="connsiteX33932" y="connsiteY33932"/>
              </a:cxn>
              <a:cxn ang="0">
                <a:pos x="connsiteX33933" y="connsiteY33933"/>
              </a:cxn>
              <a:cxn ang="0">
                <a:pos x="connsiteX33934" y="connsiteY33934"/>
              </a:cxn>
              <a:cxn ang="0">
                <a:pos x="connsiteX33935" y="connsiteY33935"/>
              </a:cxn>
              <a:cxn ang="0">
                <a:pos x="connsiteX33936" y="connsiteY33936"/>
              </a:cxn>
              <a:cxn ang="0">
                <a:pos x="connsiteX33937" y="connsiteY33937"/>
              </a:cxn>
              <a:cxn ang="0">
                <a:pos x="connsiteX33938" y="connsiteY33938"/>
              </a:cxn>
              <a:cxn ang="0">
                <a:pos x="connsiteX33939" y="connsiteY33939"/>
              </a:cxn>
              <a:cxn ang="0">
                <a:pos x="connsiteX33940" y="connsiteY33940"/>
              </a:cxn>
              <a:cxn ang="0">
                <a:pos x="connsiteX33941" y="connsiteY33941"/>
              </a:cxn>
              <a:cxn ang="0">
                <a:pos x="connsiteX33942" y="connsiteY33942"/>
              </a:cxn>
              <a:cxn ang="0">
                <a:pos x="connsiteX33943" y="connsiteY33943"/>
              </a:cxn>
              <a:cxn ang="0">
                <a:pos x="connsiteX33944" y="connsiteY33944"/>
              </a:cxn>
              <a:cxn ang="0">
                <a:pos x="connsiteX33945" y="connsiteY33945"/>
              </a:cxn>
              <a:cxn ang="0">
                <a:pos x="connsiteX33946" y="connsiteY33946"/>
              </a:cxn>
              <a:cxn ang="0">
                <a:pos x="connsiteX33947" y="connsiteY33947"/>
              </a:cxn>
              <a:cxn ang="0">
                <a:pos x="connsiteX33948" y="connsiteY33948"/>
              </a:cxn>
              <a:cxn ang="0">
                <a:pos x="connsiteX33949" y="connsiteY33949"/>
              </a:cxn>
              <a:cxn ang="0">
                <a:pos x="connsiteX33950" y="connsiteY33950"/>
              </a:cxn>
              <a:cxn ang="0">
                <a:pos x="connsiteX33951" y="connsiteY33951"/>
              </a:cxn>
              <a:cxn ang="0">
                <a:pos x="connsiteX33952" y="connsiteY33952"/>
              </a:cxn>
              <a:cxn ang="0">
                <a:pos x="connsiteX33953" y="connsiteY33953"/>
              </a:cxn>
              <a:cxn ang="0">
                <a:pos x="connsiteX33954" y="connsiteY33954"/>
              </a:cxn>
              <a:cxn ang="0">
                <a:pos x="connsiteX33955" y="connsiteY33955"/>
              </a:cxn>
              <a:cxn ang="0">
                <a:pos x="connsiteX33956" y="connsiteY33956"/>
              </a:cxn>
              <a:cxn ang="0">
                <a:pos x="connsiteX33957" y="connsiteY33957"/>
              </a:cxn>
              <a:cxn ang="0">
                <a:pos x="connsiteX33958" y="connsiteY33958"/>
              </a:cxn>
              <a:cxn ang="0">
                <a:pos x="connsiteX33959" y="connsiteY33959"/>
              </a:cxn>
              <a:cxn ang="0">
                <a:pos x="connsiteX33960" y="connsiteY33960"/>
              </a:cxn>
              <a:cxn ang="0">
                <a:pos x="connsiteX33961" y="connsiteY33961"/>
              </a:cxn>
              <a:cxn ang="0">
                <a:pos x="connsiteX33962" y="connsiteY33962"/>
              </a:cxn>
              <a:cxn ang="0">
                <a:pos x="connsiteX33963" y="connsiteY33963"/>
              </a:cxn>
              <a:cxn ang="0">
                <a:pos x="connsiteX33964" y="connsiteY33964"/>
              </a:cxn>
              <a:cxn ang="0">
                <a:pos x="connsiteX33965" y="connsiteY33965"/>
              </a:cxn>
              <a:cxn ang="0">
                <a:pos x="connsiteX33966" y="connsiteY33966"/>
              </a:cxn>
              <a:cxn ang="0">
                <a:pos x="connsiteX33967" y="connsiteY33967"/>
              </a:cxn>
              <a:cxn ang="0">
                <a:pos x="connsiteX33968" y="connsiteY33968"/>
              </a:cxn>
              <a:cxn ang="0">
                <a:pos x="connsiteX33969" y="connsiteY33969"/>
              </a:cxn>
              <a:cxn ang="0">
                <a:pos x="connsiteX33970" y="connsiteY33970"/>
              </a:cxn>
              <a:cxn ang="0">
                <a:pos x="connsiteX33971" y="connsiteY33971"/>
              </a:cxn>
              <a:cxn ang="0">
                <a:pos x="connsiteX33972" y="connsiteY33972"/>
              </a:cxn>
              <a:cxn ang="0">
                <a:pos x="connsiteX33973" y="connsiteY33973"/>
              </a:cxn>
              <a:cxn ang="0">
                <a:pos x="connsiteX33974" y="connsiteY33974"/>
              </a:cxn>
              <a:cxn ang="0">
                <a:pos x="connsiteX33975" y="connsiteY33975"/>
              </a:cxn>
              <a:cxn ang="0">
                <a:pos x="connsiteX33976" y="connsiteY33976"/>
              </a:cxn>
              <a:cxn ang="0">
                <a:pos x="connsiteX33977" y="connsiteY33977"/>
              </a:cxn>
              <a:cxn ang="0">
                <a:pos x="connsiteX33978" y="connsiteY33978"/>
              </a:cxn>
              <a:cxn ang="0">
                <a:pos x="connsiteX33979" y="connsiteY33979"/>
              </a:cxn>
              <a:cxn ang="0">
                <a:pos x="connsiteX33980" y="connsiteY33980"/>
              </a:cxn>
              <a:cxn ang="0">
                <a:pos x="connsiteX33981" y="connsiteY33981"/>
              </a:cxn>
              <a:cxn ang="0">
                <a:pos x="connsiteX33982" y="connsiteY33982"/>
              </a:cxn>
              <a:cxn ang="0">
                <a:pos x="connsiteX33983" y="connsiteY33983"/>
              </a:cxn>
              <a:cxn ang="0">
                <a:pos x="connsiteX33984" y="connsiteY33984"/>
              </a:cxn>
              <a:cxn ang="0">
                <a:pos x="connsiteX33985" y="connsiteY33985"/>
              </a:cxn>
              <a:cxn ang="0">
                <a:pos x="connsiteX33986" y="connsiteY33986"/>
              </a:cxn>
              <a:cxn ang="0">
                <a:pos x="connsiteX33987" y="connsiteY33987"/>
              </a:cxn>
              <a:cxn ang="0">
                <a:pos x="connsiteX33988" y="connsiteY33988"/>
              </a:cxn>
              <a:cxn ang="0">
                <a:pos x="connsiteX33989" y="connsiteY33989"/>
              </a:cxn>
              <a:cxn ang="0">
                <a:pos x="connsiteX33990" y="connsiteY33990"/>
              </a:cxn>
              <a:cxn ang="0">
                <a:pos x="connsiteX33991" y="connsiteY33991"/>
              </a:cxn>
              <a:cxn ang="0">
                <a:pos x="connsiteX33992" y="connsiteY33992"/>
              </a:cxn>
              <a:cxn ang="0">
                <a:pos x="connsiteX33993" y="connsiteY33993"/>
              </a:cxn>
              <a:cxn ang="0">
                <a:pos x="connsiteX33994" y="connsiteY33994"/>
              </a:cxn>
              <a:cxn ang="0">
                <a:pos x="connsiteX33995" y="connsiteY33995"/>
              </a:cxn>
              <a:cxn ang="0">
                <a:pos x="connsiteX33996" y="connsiteY33996"/>
              </a:cxn>
              <a:cxn ang="0">
                <a:pos x="connsiteX33997" y="connsiteY33997"/>
              </a:cxn>
              <a:cxn ang="0">
                <a:pos x="connsiteX33998" y="connsiteY33998"/>
              </a:cxn>
              <a:cxn ang="0">
                <a:pos x="connsiteX33999" y="connsiteY33999"/>
              </a:cxn>
              <a:cxn ang="0">
                <a:pos x="connsiteX34000" y="connsiteY34000"/>
              </a:cxn>
              <a:cxn ang="0">
                <a:pos x="connsiteX34001" y="connsiteY34001"/>
              </a:cxn>
              <a:cxn ang="0">
                <a:pos x="connsiteX34002" y="connsiteY34002"/>
              </a:cxn>
              <a:cxn ang="0">
                <a:pos x="connsiteX34003" y="connsiteY34003"/>
              </a:cxn>
              <a:cxn ang="0">
                <a:pos x="connsiteX34004" y="connsiteY34004"/>
              </a:cxn>
              <a:cxn ang="0">
                <a:pos x="connsiteX34005" y="connsiteY34005"/>
              </a:cxn>
              <a:cxn ang="0">
                <a:pos x="connsiteX34006" y="connsiteY34006"/>
              </a:cxn>
              <a:cxn ang="0">
                <a:pos x="connsiteX34007" y="connsiteY34007"/>
              </a:cxn>
              <a:cxn ang="0">
                <a:pos x="connsiteX34008" y="connsiteY34008"/>
              </a:cxn>
              <a:cxn ang="0">
                <a:pos x="connsiteX34009" y="connsiteY34009"/>
              </a:cxn>
              <a:cxn ang="0">
                <a:pos x="connsiteX34010" y="connsiteY34010"/>
              </a:cxn>
              <a:cxn ang="0">
                <a:pos x="connsiteX34011" y="connsiteY34011"/>
              </a:cxn>
              <a:cxn ang="0">
                <a:pos x="connsiteX34012" y="connsiteY34012"/>
              </a:cxn>
              <a:cxn ang="0">
                <a:pos x="connsiteX34013" y="connsiteY34013"/>
              </a:cxn>
              <a:cxn ang="0">
                <a:pos x="connsiteX34014" y="connsiteY34014"/>
              </a:cxn>
              <a:cxn ang="0">
                <a:pos x="connsiteX34015" y="connsiteY34015"/>
              </a:cxn>
              <a:cxn ang="0">
                <a:pos x="connsiteX34016" y="connsiteY34016"/>
              </a:cxn>
              <a:cxn ang="0">
                <a:pos x="connsiteX34017" y="connsiteY34017"/>
              </a:cxn>
              <a:cxn ang="0">
                <a:pos x="connsiteX34018" y="connsiteY34018"/>
              </a:cxn>
              <a:cxn ang="0">
                <a:pos x="connsiteX34019" y="connsiteY34019"/>
              </a:cxn>
              <a:cxn ang="0">
                <a:pos x="connsiteX34020" y="connsiteY34020"/>
              </a:cxn>
              <a:cxn ang="0">
                <a:pos x="connsiteX34021" y="connsiteY34021"/>
              </a:cxn>
              <a:cxn ang="0">
                <a:pos x="connsiteX34022" y="connsiteY34022"/>
              </a:cxn>
              <a:cxn ang="0">
                <a:pos x="connsiteX34023" y="connsiteY34023"/>
              </a:cxn>
              <a:cxn ang="0">
                <a:pos x="connsiteX34024" y="connsiteY34024"/>
              </a:cxn>
              <a:cxn ang="0">
                <a:pos x="connsiteX34025" y="connsiteY34025"/>
              </a:cxn>
              <a:cxn ang="0">
                <a:pos x="connsiteX34026" y="connsiteY34026"/>
              </a:cxn>
              <a:cxn ang="0">
                <a:pos x="connsiteX34027" y="connsiteY34027"/>
              </a:cxn>
              <a:cxn ang="0">
                <a:pos x="connsiteX34028" y="connsiteY34028"/>
              </a:cxn>
              <a:cxn ang="0">
                <a:pos x="connsiteX34029" y="connsiteY34029"/>
              </a:cxn>
              <a:cxn ang="0">
                <a:pos x="connsiteX34030" y="connsiteY34030"/>
              </a:cxn>
              <a:cxn ang="0">
                <a:pos x="connsiteX34031" y="connsiteY34031"/>
              </a:cxn>
              <a:cxn ang="0">
                <a:pos x="connsiteX34032" y="connsiteY34032"/>
              </a:cxn>
              <a:cxn ang="0">
                <a:pos x="connsiteX34033" y="connsiteY34033"/>
              </a:cxn>
              <a:cxn ang="0">
                <a:pos x="connsiteX34034" y="connsiteY34034"/>
              </a:cxn>
              <a:cxn ang="0">
                <a:pos x="connsiteX34035" y="connsiteY34035"/>
              </a:cxn>
              <a:cxn ang="0">
                <a:pos x="connsiteX34036" y="connsiteY34036"/>
              </a:cxn>
              <a:cxn ang="0">
                <a:pos x="connsiteX34037" y="connsiteY34037"/>
              </a:cxn>
              <a:cxn ang="0">
                <a:pos x="connsiteX34038" y="connsiteY34038"/>
              </a:cxn>
              <a:cxn ang="0">
                <a:pos x="connsiteX34039" y="connsiteY34039"/>
              </a:cxn>
              <a:cxn ang="0">
                <a:pos x="connsiteX34040" y="connsiteY34040"/>
              </a:cxn>
              <a:cxn ang="0">
                <a:pos x="connsiteX34041" y="connsiteY34041"/>
              </a:cxn>
              <a:cxn ang="0">
                <a:pos x="connsiteX34042" y="connsiteY34042"/>
              </a:cxn>
              <a:cxn ang="0">
                <a:pos x="connsiteX34043" y="connsiteY34043"/>
              </a:cxn>
              <a:cxn ang="0">
                <a:pos x="connsiteX34044" y="connsiteY34044"/>
              </a:cxn>
              <a:cxn ang="0">
                <a:pos x="connsiteX34045" y="connsiteY34045"/>
              </a:cxn>
              <a:cxn ang="0">
                <a:pos x="connsiteX34046" y="connsiteY34046"/>
              </a:cxn>
              <a:cxn ang="0">
                <a:pos x="connsiteX34047" y="connsiteY34047"/>
              </a:cxn>
              <a:cxn ang="0">
                <a:pos x="connsiteX34048" y="connsiteY34048"/>
              </a:cxn>
              <a:cxn ang="0">
                <a:pos x="connsiteX34049" y="connsiteY34049"/>
              </a:cxn>
              <a:cxn ang="0">
                <a:pos x="connsiteX34050" y="connsiteY34050"/>
              </a:cxn>
              <a:cxn ang="0">
                <a:pos x="connsiteX34051" y="connsiteY34051"/>
              </a:cxn>
              <a:cxn ang="0">
                <a:pos x="connsiteX34052" y="connsiteY34052"/>
              </a:cxn>
              <a:cxn ang="0">
                <a:pos x="connsiteX34053" y="connsiteY34053"/>
              </a:cxn>
              <a:cxn ang="0">
                <a:pos x="connsiteX34054" y="connsiteY34054"/>
              </a:cxn>
              <a:cxn ang="0">
                <a:pos x="connsiteX34055" y="connsiteY34055"/>
              </a:cxn>
              <a:cxn ang="0">
                <a:pos x="connsiteX34056" y="connsiteY34056"/>
              </a:cxn>
              <a:cxn ang="0">
                <a:pos x="connsiteX34057" y="connsiteY34057"/>
              </a:cxn>
              <a:cxn ang="0">
                <a:pos x="connsiteX34058" y="connsiteY34058"/>
              </a:cxn>
              <a:cxn ang="0">
                <a:pos x="connsiteX34059" y="connsiteY34059"/>
              </a:cxn>
              <a:cxn ang="0">
                <a:pos x="connsiteX34060" y="connsiteY34060"/>
              </a:cxn>
              <a:cxn ang="0">
                <a:pos x="connsiteX34061" y="connsiteY34061"/>
              </a:cxn>
              <a:cxn ang="0">
                <a:pos x="connsiteX34062" y="connsiteY34062"/>
              </a:cxn>
              <a:cxn ang="0">
                <a:pos x="connsiteX34063" y="connsiteY34063"/>
              </a:cxn>
              <a:cxn ang="0">
                <a:pos x="connsiteX34064" y="connsiteY34064"/>
              </a:cxn>
              <a:cxn ang="0">
                <a:pos x="connsiteX34065" y="connsiteY34065"/>
              </a:cxn>
              <a:cxn ang="0">
                <a:pos x="connsiteX34066" y="connsiteY34066"/>
              </a:cxn>
              <a:cxn ang="0">
                <a:pos x="connsiteX34067" y="connsiteY34067"/>
              </a:cxn>
              <a:cxn ang="0">
                <a:pos x="connsiteX34068" y="connsiteY34068"/>
              </a:cxn>
              <a:cxn ang="0">
                <a:pos x="connsiteX34069" y="connsiteY34069"/>
              </a:cxn>
              <a:cxn ang="0">
                <a:pos x="connsiteX34070" y="connsiteY34070"/>
              </a:cxn>
              <a:cxn ang="0">
                <a:pos x="connsiteX34071" y="connsiteY34071"/>
              </a:cxn>
              <a:cxn ang="0">
                <a:pos x="connsiteX34072" y="connsiteY34072"/>
              </a:cxn>
              <a:cxn ang="0">
                <a:pos x="connsiteX34073" y="connsiteY34073"/>
              </a:cxn>
              <a:cxn ang="0">
                <a:pos x="connsiteX34074" y="connsiteY34074"/>
              </a:cxn>
              <a:cxn ang="0">
                <a:pos x="connsiteX34075" y="connsiteY34075"/>
              </a:cxn>
              <a:cxn ang="0">
                <a:pos x="connsiteX34076" y="connsiteY34076"/>
              </a:cxn>
              <a:cxn ang="0">
                <a:pos x="connsiteX34077" y="connsiteY34077"/>
              </a:cxn>
              <a:cxn ang="0">
                <a:pos x="connsiteX34078" y="connsiteY34078"/>
              </a:cxn>
              <a:cxn ang="0">
                <a:pos x="connsiteX34079" y="connsiteY34079"/>
              </a:cxn>
              <a:cxn ang="0">
                <a:pos x="connsiteX34080" y="connsiteY34080"/>
              </a:cxn>
              <a:cxn ang="0">
                <a:pos x="connsiteX34081" y="connsiteY34081"/>
              </a:cxn>
              <a:cxn ang="0">
                <a:pos x="connsiteX34082" y="connsiteY34082"/>
              </a:cxn>
              <a:cxn ang="0">
                <a:pos x="connsiteX34083" y="connsiteY34083"/>
              </a:cxn>
              <a:cxn ang="0">
                <a:pos x="connsiteX34084" y="connsiteY34084"/>
              </a:cxn>
              <a:cxn ang="0">
                <a:pos x="connsiteX34085" y="connsiteY34085"/>
              </a:cxn>
              <a:cxn ang="0">
                <a:pos x="connsiteX34086" y="connsiteY34086"/>
              </a:cxn>
              <a:cxn ang="0">
                <a:pos x="connsiteX34087" y="connsiteY34087"/>
              </a:cxn>
              <a:cxn ang="0">
                <a:pos x="connsiteX34088" y="connsiteY34088"/>
              </a:cxn>
              <a:cxn ang="0">
                <a:pos x="connsiteX34089" y="connsiteY34089"/>
              </a:cxn>
              <a:cxn ang="0">
                <a:pos x="connsiteX34090" y="connsiteY34090"/>
              </a:cxn>
              <a:cxn ang="0">
                <a:pos x="connsiteX34091" y="connsiteY34091"/>
              </a:cxn>
              <a:cxn ang="0">
                <a:pos x="connsiteX34092" y="connsiteY34092"/>
              </a:cxn>
              <a:cxn ang="0">
                <a:pos x="connsiteX34093" y="connsiteY34093"/>
              </a:cxn>
              <a:cxn ang="0">
                <a:pos x="connsiteX34094" y="connsiteY34094"/>
              </a:cxn>
              <a:cxn ang="0">
                <a:pos x="connsiteX34095" y="connsiteY34095"/>
              </a:cxn>
              <a:cxn ang="0">
                <a:pos x="connsiteX34096" y="connsiteY34096"/>
              </a:cxn>
              <a:cxn ang="0">
                <a:pos x="connsiteX34097" y="connsiteY34097"/>
              </a:cxn>
              <a:cxn ang="0">
                <a:pos x="connsiteX34098" y="connsiteY34098"/>
              </a:cxn>
              <a:cxn ang="0">
                <a:pos x="connsiteX34099" y="connsiteY34099"/>
              </a:cxn>
              <a:cxn ang="0">
                <a:pos x="connsiteX34100" y="connsiteY34100"/>
              </a:cxn>
              <a:cxn ang="0">
                <a:pos x="connsiteX34101" y="connsiteY34101"/>
              </a:cxn>
              <a:cxn ang="0">
                <a:pos x="connsiteX34102" y="connsiteY34102"/>
              </a:cxn>
              <a:cxn ang="0">
                <a:pos x="connsiteX34103" y="connsiteY34103"/>
              </a:cxn>
              <a:cxn ang="0">
                <a:pos x="connsiteX34104" y="connsiteY34104"/>
              </a:cxn>
              <a:cxn ang="0">
                <a:pos x="connsiteX34105" y="connsiteY34105"/>
              </a:cxn>
              <a:cxn ang="0">
                <a:pos x="connsiteX34106" y="connsiteY34106"/>
              </a:cxn>
              <a:cxn ang="0">
                <a:pos x="connsiteX34107" y="connsiteY34107"/>
              </a:cxn>
              <a:cxn ang="0">
                <a:pos x="connsiteX34108" y="connsiteY34108"/>
              </a:cxn>
              <a:cxn ang="0">
                <a:pos x="connsiteX34109" y="connsiteY34109"/>
              </a:cxn>
              <a:cxn ang="0">
                <a:pos x="connsiteX34110" y="connsiteY34110"/>
              </a:cxn>
              <a:cxn ang="0">
                <a:pos x="connsiteX34111" y="connsiteY34111"/>
              </a:cxn>
              <a:cxn ang="0">
                <a:pos x="connsiteX34112" y="connsiteY34112"/>
              </a:cxn>
              <a:cxn ang="0">
                <a:pos x="connsiteX34113" y="connsiteY34113"/>
              </a:cxn>
              <a:cxn ang="0">
                <a:pos x="connsiteX34114" y="connsiteY34114"/>
              </a:cxn>
              <a:cxn ang="0">
                <a:pos x="connsiteX34115" y="connsiteY34115"/>
              </a:cxn>
              <a:cxn ang="0">
                <a:pos x="connsiteX34116" y="connsiteY34116"/>
              </a:cxn>
              <a:cxn ang="0">
                <a:pos x="connsiteX34117" y="connsiteY34117"/>
              </a:cxn>
              <a:cxn ang="0">
                <a:pos x="connsiteX34118" y="connsiteY34118"/>
              </a:cxn>
              <a:cxn ang="0">
                <a:pos x="connsiteX34119" y="connsiteY34119"/>
              </a:cxn>
              <a:cxn ang="0">
                <a:pos x="connsiteX34120" y="connsiteY34120"/>
              </a:cxn>
              <a:cxn ang="0">
                <a:pos x="connsiteX34121" y="connsiteY34121"/>
              </a:cxn>
              <a:cxn ang="0">
                <a:pos x="connsiteX34122" y="connsiteY34122"/>
              </a:cxn>
              <a:cxn ang="0">
                <a:pos x="connsiteX34123" y="connsiteY34123"/>
              </a:cxn>
              <a:cxn ang="0">
                <a:pos x="connsiteX34124" y="connsiteY34124"/>
              </a:cxn>
              <a:cxn ang="0">
                <a:pos x="connsiteX34125" y="connsiteY34125"/>
              </a:cxn>
              <a:cxn ang="0">
                <a:pos x="connsiteX34126" y="connsiteY34126"/>
              </a:cxn>
              <a:cxn ang="0">
                <a:pos x="connsiteX34127" y="connsiteY34127"/>
              </a:cxn>
              <a:cxn ang="0">
                <a:pos x="connsiteX34128" y="connsiteY34128"/>
              </a:cxn>
              <a:cxn ang="0">
                <a:pos x="connsiteX34129" y="connsiteY34129"/>
              </a:cxn>
              <a:cxn ang="0">
                <a:pos x="connsiteX34130" y="connsiteY34130"/>
              </a:cxn>
              <a:cxn ang="0">
                <a:pos x="connsiteX34131" y="connsiteY34131"/>
              </a:cxn>
              <a:cxn ang="0">
                <a:pos x="connsiteX34132" y="connsiteY34132"/>
              </a:cxn>
              <a:cxn ang="0">
                <a:pos x="connsiteX34133" y="connsiteY34133"/>
              </a:cxn>
              <a:cxn ang="0">
                <a:pos x="connsiteX34134" y="connsiteY34134"/>
              </a:cxn>
              <a:cxn ang="0">
                <a:pos x="connsiteX34135" y="connsiteY34135"/>
              </a:cxn>
              <a:cxn ang="0">
                <a:pos x="connsiteX34136" y="connsiteY34136"/>
              </a:cxn>
              <a:cxn ang="0">
                <a:pos x="connsiteX34137" y="connsiteY34137"/>
              </a:cxn>
              <a:cxn ang="0">
                <a:pos x="connsiteX34138" y="connsiteY34138"/>
              </a:cxn>
              <a:cxn ang="0">
                <a:pos x="connsiteX34139" y="connsiteY34139"/>
              </a:cxn>
              <a:cxn ang="0">
                <a:pos x="connsiteX34140" y="connsiteY34140"/>
              </a:cxn>
              <a:cxn ang="0">
                <a:pos x="connsiteX34141" y="connsiteY34141"/>
              </a:cxn>
              <a:cxn ang="0">
                <a:pos x="connsiteX34142" y="connsiteY34142"/>
              </a:cxn>
              <a:cxn ang="0">
                <a:pos x="connsiteX34143" y="connsiteY34143"/>
              </a:cxn>
              <a:cxn ang="0">
                <a:pos x="connsiteX34144" y="connsiteY34144"/>
              </a:cxn>
              <a:cxn ang="0">
                <a:pos x="connsiteX34145" y="connsiteY34145"/>
              </a:cxn>
              <a:cxn ang="0">
                <a:pos x="connsiteX34146" y="connsiteY34146"/>
              </a:cxn>
              <a:cxn ang="0">
                <a:pos x="connsiteX34147" y="connsiteY34147"/>
              </a:cxn>
              <a:cxn ang="0">
                <a:pos x="connsiteX34148" y="connsiteY34148"/>
              </a:cxn>
              <a:cxn ang="0">
                <a:pos x="connsiteX34149" y="connsiteY34149"/>
              </a:cxn>
              <a:cxn ang="0">
                <a:pos x="connsiteX34150" y="connsiteY34150"/>
              </a:cxn>
              <a:cxn ang="0">
                <a:pos x="connsiteX34151" y="connsiteY34151"/>
              </a:cxn>
              <a:cxn ang="0">
                <a:pos x="connsiteX34152" y="connsiteY34152"/>
              </a:cxn>
              <a:cxn ang="0">
                <a:pos x="connsiteX34153" y="connsiteY34153"/>
              </a:cxn>
              <a:cxn ang="0">
                <a:pos x="connsiteX34154" y="connsiteY34154"/>
              </a:cxn>
              <a:cxn ang="0">
                <a:pos x="connsiteX34155" y="connsiteY34155"/>
              </a:cxn>
              <a:cxn ang="0">
                <a:pos x="connsiteX34156" y="connsiteY34156"/>
              </a:cxn>
              <a:cxn ang="0">
                <a:pos x="connsiteX34157" y="connsiteY34157"/>
              </a:cxn>
              <a:cxn ang="0">
                <a:pos x="connsiteX34158" y="connsiteY34158"/>
              </a:cxn>
              <a:cxn ang="0">
                <a:pos x="connsiteX34159" y="connsiteY34159"/>
              </a:cxn>
              <a:cxn ang="0">
                <a:pos x="connsiteX34160" y="connsiteY34160"/>
              </a:cxn>
              <a:cxn ang="0">
                <a:pos x="connsiteX34161" y="connsiteY34161"/>
              </a:cxn>
              <a:cxn ang="0">
                <a:pos x="connsiteX34162" y="connsiteY34162"/>
              </a:cxn>
              <a:cxn ang="0">
                <a:pos x="connsiteX34163" y="connsiteY34163"/>
              </a:cxn>
              <a:cxn ang="0">
                <a:pos x="connsiteX34164" y="connsiteY34164"/>
              </a:cxn>
              <a:cxn ang="0">
                <a:pos x="connsiteX34165" y="connsiteY34165"/>
              </a:cxn>
              <a:cxn ang="0">
                <a:pos x="connsiteX34166" y="connsiteY34166"/>
              </a:cxn>
              <a:cxn ang="0">
                <a:pos x="connsiteX34167" y="connsiteY34167"/>
              </a:cxn>
              <a:cxn ang="0">
                <a:pos x="connsiteX34168" y="connsiteY34168"/>
              </a:cxn>
              <a:cxn ang="0">
                <a:pos x="connsiteX34169" y="connsiteY34169"/>
              </a:cxn>
              <a:cxn ang="0">
                <a:pos x="connsiteX34170" y="connsiteY34170"/>
              </a:cxn>
              <a:cxn ang="0">
                <a:pos x="connsiteX34171" y="connsiteY34171"/>
              </a:cxn>
              <a:cxn ang="0">
                <a:pos x="connsiteX34172" y="connsiteY34172"/>
              </a:cxn>
              <a:cxn ang="0">
                <a:pos x="connsiteX34173" y="connsiteY34173"/>
              </a:cxn>
              <a:cxn ang="0">
                <a:pos x="connsiteX34174" y="connsiteY34174"/>
              </a:cxn>
              <a:cxn ang="0">
                <a:pos x="connsiteX34175" y="connsiteY34175"/>
              </a:cxn>
              <a:cxn ang="0">
                <a:pos x="connsiteX34176" y="connsiteY34176"/>
              </a:cxn>
              <a:cxn ang="0">
                <a:pos x="connsiteX34177" y="connsiteY34177"/>
              </a:cxn>
              <a:cxn ang="0">
                <a:pos x="connsiteX34178" y="connsiteY34178"/>
              </a:cxn>
              <a:cxn ang="0">
                <a:pos x="connsiteX34179" y="connsiteY34179"/>
              </a:cxn>
              <a:cxn ang="0">
                <a:pos x="connsiteX34180" y="connsiteY34180"/>
              </a:cxn>
              <a:cxn ang="0">
                <a:pos x="connsiteX34181" y="connsiteY34181"/>
              </a:cxn>
              <a:cxn ang="0">
                <a:pos x="connsiteX34182" y="connsiteY34182"/>
              </a:cxn>
              <a:cxn ang="0">
                <a:pos x="connsiteX34183" y="connsiteY34183"/>
              </a:cxn>
              <a:cxn ang="0">
                <a:pos x="connsiteX34184" y="connsiteY34184"/>
              </a:cxn>
              <a:cxn ang="0">
                <a:pos x="connsiteX34185" y="connsiteY34185"/>
              </a:cxn>
              <a:cxn ang="0">
                <a:pos x="connsiteX34186" y="connsiteY34186"/>
              </a:cxn>
              <a:cxn ang="0">
                <a:pos x="connsiteX34187" y="connsiteY34187"/>
              </a:cxn>
              <a:cxn ang="0">
                <a:pos x="connsiteX34188" y="connsiteY34188"/>
              </a:cxn>
              <a:cxn ang="0">
                <a:pos x="connsiteX34189" y="connsiteY34189"/>
              </a:cxn>
              <a:cxn ang="0">
                <a:pos x="connsiteX34190" y="connsiteY34190"/>
              </a:cxn>
              <a:cxn ang="0">
                <a:pos x="connsiteX34191" y="connsiteY34191"/>
              </a:cxn>
              <a:cxn ang="0">
                <a:pos x="connsiteX34192" y="connsiteY34192"/>
              </a:cxn>
              <a:cxn ang="0">
                <a:pos x="connsiteX34193" y="connsiteY34193"/>
              </a:cxn>
              <a:cxn ang="0">
                <a:pos x="connsiteX34194" y="connsiteY34194"/>
              </a:cxn>
              <a:cxn ang="0">
                <a:pos x="connsiteX34195" y="connsiteY34195"/>
              </a:cxn>
              <a:cxn ang="0">
                <a:pos x="connsiteX34196" y="connsiteY34196"/>
              </a:cxn>
              <a:cxn ang="0">
                <a:pos x="connsiteX34197" y="connsiteY34197"/>
              </a:cxn>
              <a:cxn ang="0">
                <a:pos x="connsiteX34198" y="connsiteY34198"/>
              </a:cxn>
              <a:cxn ang="0">
                <a:pos x="connsiteX34199" y="connsiteY34199"/>
              </a:cxn>
              <a:cxn ang="0">
                <a:pos x="connsiteX34200" y="connsiteY34200"/>
              </a:cxn>
              <a:cxn ang="0">
                <a:pos x="connsiteX34201" y="connsiteY34201"/>
              </a:cxn>
              <a:cxn ang="0">
                <a:pos x="connsiteX34202" y="connsiteY34202"/>
              </a:cxn>
              <a:cxn ang="0">
                <a:pos x="connsiteX34203" y="connsiteY34203"/>
              </a:cxn>
              <a:cxn ang="0">
                <a:pos x="connsiteX34204" y="connsiteY34204"/>
              </a:cxn>
              <a:cxn ang="0">
                <a:pos x="connsiteX34205" y="connsiteY34205"/>
              </a:cxn>
              <a:cxn ang="0">
                <a:pos x="connsiteX34206" y="connsiteY34206"/>
              </a:cxn>
              <a:cxn ang="0">
                <a:pos x="connsiteX34207" y="connsiteY34207"/>
              </a:cxn>
              <a:cxn ang="0">
                <a:pos x="connsiteX34208" y="connsiteY34208"/>
              </a:cxn>
              <a:cxn ang="0">
                <a:pos x="connsiteX34209" y="connsiteY34209"/>
              </a:cxn>
              <a:cxn ang="0">
                <a:pos x="connsiteX34210" y="connsiteY34210"/>
              </a:cxn>
              <a:cxn ang="0">
                <a:pos x="connsiteX34211" y="connsiteY34211"/>
              </a:cxn>
              <a:cxn ang="0">
                <a:pos x="connsiteX34212" y="connsiteY34212"/>
              </a:cxn>
              <a:cxn ang="0">
                <a:pos x="connsiteX34213" y="connsiteY34213"/>
              </a:cxn>
              <a:cxn ang="0">
                <a:pos x="connsiteX34214" y="connsiteY34214"/>
              </a:cxn>
              <a:cxn ang="0">
                <a:pos x="connsiteX34215" y="connsiteY34215"/>
              </a:cxn>
              <a:cxn ang="0">
                <a:pos x="connsiteX34216" y="connsiteY34216"/>
              </a:cxn>
              <a:cxn ang="0">
                <a:pos x="connsiteX34217" y="connsiteY34217"/>
              </a:cxn>
              <a:cxn ang="0">
                <a:pos x="connsiteX34218" y="connsiteY34218"/>
              </a:cxn>
              <a:cxn ang="0">
                <a:pos x="connsiteX34219" y="connsiteY34219"/>
              </a:cxn>
              <a:cxn ang="0">
                <a:pos x="connsiteX34220" y="connsiteY34220"/>
              </a:cxn>
              <a:cxn ang="0">
                <a:pos x="connsiteX34221" y="connsiteY34221"/>
              </a:cxn>
              <a:cxn ang="0">
                <a:pos x="connsiteX34222" y="connsiteY34222"/>
              </a:cxn>
              <a:cxn ang="0">
                <a:pos x="connsiteX34223" y="connsiteY34223"/>
              </a:cxn>
              <a:cxn ang="0">
                <a:pos x="connsiteX34224" y="connsiteY34224"/>
              </a:cxn>
              <a:cxn ang="0">
                <a:pos x="connsiteX34225" y="connsiteY34225"/>
              </a:cxn>
              <a:cxn ang="0">
                <a:pos x="connsiteX34226" y="connsiteY34226"/>
              </a:cxn>
              <a:cxn ang="0">
                <a:pos x="connsiteX34227" y="connsiteY34227"/>
              </a:cxn>
              <a:cxn ang="0">
                <a:pos x="connsiteX34228" y="connsiteY34228"/>
              </a:cxn>
              <a:cxn ang="0">
                <a:pos x="connsiteX34229" y="connsiteY34229"/>
              </a:cxn>
              <a:cxn ang="0">
                <a:pos x="connsiteX34230" y="connsiteY34230"/>
              </a:cxn>
              <a:cxn ang="0">
                <a:pos x="connsiteX34231" y="connsiteY34231"/>
              </a:cxn>
              <a:cxn ang="0">
                <a:pos x="connsiteX34232" y="connsiteY34232"/>
              </a:cxn>
              <a:cxn ang="0">
                <a:pos x="connsiteX34233" y="connsiteY34233"/>
              </a:cxn>
              <a:cxn ang="0">
                <a:pos x="connsiteX34234" y="connsiteY34234"/>
              </a:cxn>
              <a:cxn ang="0">
                <a:pos x="connsiteX34235" y="connsiteY34235"/>
              </a:cxn>
              <a:cxn ang="0">
                <a:pos x="connsiteX34236" y="connsiteY34236"/>
              </a:cxn>
              <a:cxn ang="0">
                <a:pos x="connsiteX34237" y="connsiteY34237"/>
              </a:cxn>
              <a:cxn ang="0">
                <a:pos x="connsiteX34238" y="connsiteY34238"/>
              </a:cxn>
              <a:cxn ang="0">
                <a:pos x="connsiteX34239" y="connsiteY34239"/>
              </a:cxn>
              <a:cxn ang="0">
                <a:pos x="connsiteX34240" y="connsiteY34240"/>
              </a:cxn>
              <a:cxn ang="0">
                <a:pos x="connsiteX34241" y="connsiteY34241"/>
              </a:cxn>
              <a:cxn ang="0">
                <a:pos x="connsiteX34242" y="connsiteY34242"/>
              </a:cxn>
              <a:cxn ang="0">
                <a:pos x="connsiteX34243" y="connsiteY34243"/>
              </a:cxn>
              <a:cxn ang="0">
                <a:pos x="connsiteX34244" y="connsiteY34244"/>
              </a:cxn>
              <a:cxn ang="0">
                <a:pos x="connsiteX34245" y="connsiteY34245"/>
              </a:cxn>
              <a:cxn ang="0">
                <a:pos x="connsiteX34246" y="connsiteY34246"/>
              </a:cxn>
              <a:cxn ang="0">
                <a:pos x="connsiteX34247" y="connsiteY34247"/>
              </a:cxn>
              <a:cxn ang="0">
                <a:pos x="connsiteX34248" y="connsiteY34248"/>
              </a:cxn>
              <a:cxn ang="0">
                <a:pos x="connsiteX34249" y="connsiteY34249"/>
              </a:cxn>
              <a:cxn ang="0">
                <a:pos x="connsiteX34250" y="connsiteY34250"/>
              </a:cxn>
              <a:cxn ang="0">
                <a:pos x="connsiteX34251" y="connsiteY34251"/>
              </a:cxn>
              <a:cxn ang="0">
                <a:pos x="connsiteX34252" y="connsiteY34252"/>
              </a:cxn>
              <a:cxn ang="0">
                <a:pos x="connsiteX34253" y="connsiteY34253"/>
              </a:cxn>
              <a:cxn ang="0">
                <a:pos x="connsiteX34254" y="connsiteY34254"/>
              </a:cxn>
              <a:cxn ang="0">
                <a:pos x="connsiteX34255" y="connsiteY34255"/>
              </a:cxn>
              <a:cxn ang="0">
                <a:pos x="connsiteX34256" y="connsiteY34256"/>
              </a:cxn>
              <a:cxn ang="0">
                <a:pos x="connsiteX34257" y="connsiteY34257"/>
              </a:cxn>
              <a:cxn ang="0">
                <a:pos x="connsiteX34258" y="connsiteY34258"/>
              </a:cxn>
              <a:cxn ang="0">
                <a:pos x="connsiteX34259" y="connsiteY34259"/>
              </a:cxn>
              <a:cxn ang="0">
                <a:pos x="connsiteX34260" y="connsiteY34260"/>
              </a:cxn>
              <a:cxn ang="0">
                <a:pos x="connsiteX34261" y="connsiteY34261"/>
              </a:cxn>
              <a:cxn ang="0">
                <a:pos x="connsiteX34262" y="connsiteY34262"/>
              </a:cxn>
              <a:cxn ang="0">
                <a:pos x="connsiteX34263" y="connsiteY34263"/>
              </a:cxn>
              <a:cxn ang="0">
                <a:pos x="connsiteX34264" y="connsiteY34264"/>
              </a:cxn>
              <a:cxn ang="0">
                <a:pos x="connsiteX34265" y="connsiteY34265"/>
              </a:cxn>
              <a:cxn ang="0">
                <a:pos x="connsiteX34266" y="connsiteY34266"/>
              </a:cxn>
              <a:cxn ang="0">
                <a:pos x="connsiteX34267" y="connsiteY34267"/>
              </a:cxn>
              <a:cxn ang="0">
                <a:pos x="connsiteX34268" y="connsiteY34268"/>
              </a:cxn>
              <a:cxn ang="0">
                <a:pos x="connsiteX34269" y="connsiteY34269"/>
              </a:cxn>
              <a:cxn ang="0">
                <a:pos x="connsiteX34270" y="connsiteY34270"/>
              </a:cxn>
              <a:cxn ang="0">
                <a:pos x="connsiteX34271" y="connsiteY34271"/>
              </a:cxn>
              <a:cxn ang="0">
                <a:pos x="connsiteX34272" y="connsiteY34272"/>
              </a:cxn>
              <a:cxn ang="0">
                <a:pos x="connsiteX34273" y="connsiteY34273"/>
              </a:cxn>
              <a:cxn ang="0">
                <a:pos x="connsiteX34274" y="connsiteY34274"/>
              </a:cxn>
              <a:cxn ang="0">
                <a:pos x="connsiteX34275" y="connsiteY34275"/>
              </a:cxn>
              <a:cxn ang="0">
                <a:pos x="connsiteX34276" y="connsiteY34276"/>
              </a:cxn>
              <a:cxn ang="0">
                <a:pos x="connsiteX34277" y="connsiteY34277"/>
              </a:cxn>
              <a:cxn ang="0">
                <a:pos x="connsiteX34278" y="connsiteY34278"/>
              </a:cxn>
              <a:cxn ang="0">
                <a:pos x="connsiteX34279" y="connsiteY34279"/>
              </a:cxn>
              <a:cxn ang="0">
                <a:pos x="connsiteX34280" y="connsiteY34280"/>
              </a:cxn>
              <a:cxn ang="0">
                <a:pos x="connsiteX34281" y="connsiteY34281"/>
              </a:cxn>
              <a:cxn ang="0">
                <a:pos x="connsiteX34282" y="connsiteY34282"/>
              </a:cxn>
              <a:cxn ang="0">
                <a:pos x="connsiteX34283" y="connsiteY34283"/>
              </a:cxn>
              <a:cxn ang="0">
                <a:pos x="connsiteX34284" y="connsiteY34284"/>
              </a:cxn>
              <a:cxn ang="0">
                <a:pos x="connsiteX34285" y="connsiteY34285"/>
              </a:cxn>
              <a:cxn ang="0">
                <a:pos x="connsiteX34286" y="connsiteY34286"/>
              </a:cxn>
              <a:cxn ang="0">
                <a:pos x="connsiteX34287" y="connsiteY34287"/>
              </a:cxn>
              <a:cxn ang="0">
                <a:pos x="connsiteX34288" y="connsiteY34288"/>
              </a:cxn>
              <a:cxn ang="0">
                <a:pos x="connsiteX34289" y="connsiteY34289"/>
              </a:cxn>
              <a:cxn ang="0">
                <a:pos x="connsiteX34290" y="connsiteY34290"/>
              </a:cxn>
              <a:cxn ang="0">
                <a:pos x="connsiteX34291" y="connsiteY34291"/>
              </a:cxn>
              <a:cxn ang="0">
                <a:pos x="connsiteX34292" y="connsiteY34292"/>
              </a:cxn>
              <a:cxn ang="0">
                <a:pos x="connsiteX34293" y="connsiteY34293"/>
              </a:cxn>
              <a:cxn ang="0">
                <a:pos x="connsiteX34294" y="connsiteY34294"/>
              </a:cxn>
              <a:cxn ang="0">
                <a:pos x="connsiteX34295" y="connsiteY34295"/>
              </a:cxn>
              <a:cxn ang="0">
                <a:pos x="connsiteX34296" y="connsiteY34296"/>
              </a:cxn>
              <a:cxn ang="0">
                <a:pos x="connsiteX34297" y="connsiteY34297"/>
              </a:cxn>
              <a:cxn ang="0">
                <a:pos x="connsiteX34298" y="connsiteY34298"/>
              </a:cxn>
              <a:cxn ang="0">
                <a:pos x="connsiteX34299" y="connsiteY34299"/>
              </a:cxn>
              <a:cxn ang="0">
                <a:pos x="connsiteX34300" y="connsiteY34300"/>
              </a:cxn>
              <a:cxn ang="0">
                <a:pos x="connsiteX34301" y="connsiteY34301"/>
              </a:cxn>
              <a:cxn ang="0">
                <a:pos x="connsiteX34302" y="connsiteY34302"/>
              </a:cxn>
              <a:cxn ang="0">
                <a:pos x="connsiteX34303" y="connsiteY34303"/>
              </a:cxn>
              <a:cxn ang="0">
                <a:pos x="connsiteX34304" y="connsiteY34304"/>
              </a:cxn>
              <a:cxn ang="0">
                <a:pos x="connsiteX34305" y="connsiteY34305"/>
              </a:cxn>
              <a:cxn ang="0">
                <a:pos x="connsiteX34306" y="connsiteY34306"/>
              </a:cxn>
              <a:cxn ang="0">
                <a:pos x="connsiteX34307" y="connsiteY34307"/>
              </a:cxn>
              <a:cxn ang="0">
                <a:pos x="connsiteX34308" y="connsiteY34308"/>
              </a:cxn>
              <a:cxn ang="0">
                <a:pos x="connsiteX34309" y="connsiteY34309"/>
              </a:cxn>
              <a:cxn ang="0">
                <a:pos x="connsiteX34310" y="connsiteY34310"/>
              </a:cxn>
              <a:cxn ang="0">
                <a:pos x="connsiteX34311" y="connsiteY34311"/>
              </a:cxn>
              <a:cxn ang="0">
                <a:pos x="connsiteX34312" y="connsiteY34312"/>
              </a:cxn>
              <a:cxn ang="0">
                <a:pos x="connsiteX34313" y="connsiteY34313"/>
              </a:cxn>
              <a:cxn ang="0">
                <a:pos x="connsiteX34314" y="connsiteY34314"/>
              </a:cxn>
              <a:cxn ang="0">
                <a:pos x="connsiteX34315" y="connsiteY34315"/>
              </a:cxn>
              <a:cxn ang="0">
                <a:pos x="connsiteX34316" y="connsiteY34316"/>
              </a:cxn>
              <a:cxn ang="0">
                <a:pos x="connsiteX34317" y="connsiteY34317"/>
              </a:cxn>
              <a:cxn ang="0">
                <a:pos x="connsiteX34318" y="connsiteY34318"/>
              </a:cxn>
              <a:cxn ang="0">
                <a:pos x="connsiteX34319" y="connsiteY34319"/>
              </a:cxn>
              <a:cxn ang="0">
                <a:pos x="connsiteX34320" y="connsiteY34320"/>
              </a:cxn>
              <a:cxn ang="0">
                <a:pos x="connsiteX34321" y="connsiteY34321"/>
              </a:cxn>
              <a:cxn ang="0">
                <a:pos x="connsiteX34322" y="connsiteY34322"/>
              </a:cxn>
              <a:cxn ang="0">
                <a:pos x="connsiteX34323" y="connsiteY34323"/>
              </a:cxn>
              <a:cxn ang="0">
                <a:pos x="connsiteX34324" y="connsiteY34324"/>
              </a:cxn>
              <a:cxn ang="0">
                <a:pos x="connsiteX34325" y="connsiteY34325"/>
              </a:cxn>
              <a:cxn ang="0">
                <a:pos x="connsiteX34326" y="connsiteY34326"/>
              </a:cxn>
              <a:cxn ang="0">
                <a:pos x="connsiteX34327" y="connsiteY34327"/>
              </a:cxn>
              <a:cxn ang="0">
                <a:pos x="connsiteX34328" y="connsiteY34328"/>
              </a:cxn>
              <a:cxn ang="0">
                <a:pos x="connsiteX34329" y="connsiteY34329"/>
              </a:cxn>
              <a:cxn ang="0">
                <a:pos x="connsiteX34330" y="connsiteY34330"/>
              </a:cxn>
              <a:cxn ang="0">
                <a:pos x="connsiteX34331" y="connsiteY34331"/>
              </a:cxn>
              <a:cxn ang="0">
                <a:pos x="connsiteX34332" y="connsiteY34332"/>
              </a:cxn>
              <a:cxn ang="0">
                <a:pos x="connsiteX34333" y="connsiteY34333"/>
              </a:cxn>
              <a:cxn ang="0">
                <a:pos x="connsiteX34334" y="connsiteY34334"/>
              </a:cxn>
              <a:cxn ang="0">
                <a:pos x="connsiteX34335" y="connsiteY34335"/>
              </a:cxn>
              <a:cxn ang="0">
                <a:pos x="connsiteX34336" y="connsiteY34336"/>
              </a:cxn>
              <a:cxn ang="0">
                <a:pos x="connsiteX34337" y="connsiteY34337"/>
              </a:cxn>
              <a:cxn ang="0">
                <a:pos x="connsiteX34338" y="connsiteY34338"/>
              </a:cxn>
              <a:cxn ang="0">
                <a:pos x="connsiteX34339" y="connsiteY34339"/>
              </a:cxn>
              <a:cxn ang="0">
                <a:pos x="connsiteX34340" y="connsiteY34340"/>
              </a:cxn>
              <a:cxn ang="0">
                <a:pos x="connsiteX34341" y="connsiteY34341"/>
              </a:cxn>
              <a:cxn ang="0">
                <a:pos x="connsiteX34342" y="connsiteY34342"/>
              </a:cxn>
              <a:cxn ang="0">
                <a:pos x="connsiteX34343" y="connsiteY34343"/>
              </a:cxn>
              <a:cxn ang="0">
                <a:pos x="connsiteX34344" y="connsiteY34344"/>
              </a:cxn>
              <a:cxn ang="0">
                <a:pos x="connsiteX34345" y="connsiteY34345"/>
              </a:cxn>
              <a:cxn ang="0">
                <a:pos x="connsiteX34346" y="connsiteY34346"/>
              </a:cxn>
              <a:cxn ang="0">
                <a:pos x="connsiteX34347" y="connsiteY34347"/>
              </a:cxn>
              <a:cxn ang="0">
                <a:pos x="connsiteX34348" y="connsiteY34348"/>
              </a:cxn>
              <a:cxn ang="0">
                <a:pos x="connsiteX34349" y="connsiteY34349"/>
              </a:cxn>
              <a:cxn ang="0">
                <a:pos x="connsiteX34350" y="connsiteY34350"/>
              </a:cxn>
              <a:cxn ang="0">
                <a:pos x="connsiteX34351" y="connsiteY34351"/>
              </a:cxn>
              <a:cxn ang="0">
                <a:pos x="connsiteX34352" y="connsiteY34352"/>
              </a:cxn>
              <a:cxn ang="0">
                <a:pos x="connsiteX34353" y="connsiteY34353"/>
              </a:cxn>
              <a:cxn ang="0">
                <a:pos x="connsiteX34354" y="connsiteY34354"/>
              </a:cxn>
              <a:cxn ang="0">
                <a:pos x="connsiteX34355" y="connsiteY34355"/>
              </a:cxn>
              <a:cxn ang="0">
                <a:pos x="connsiteX34356" y="connsiteY34356"/>
              </a:cxn>
              <a:cxn ang="0">
                <a:pos x="connsiteX34357" y="connsiteY34357"/>
              </a:cxn>
              <a:cxn ang="0">
                <a:pos x="connsiteX34358" y="connsiteY34358"/>
              </a:cxn>
              <a:cxn ang="0">
                <a:pos x="connsiteX34359" y="connsiteY34359"/>
              </a:cxn>
              <a:cxn ang="0">
                <a:pos x="connsiteX34360" y="connsiteY34360"/>
              </a:cxn>
              <a:cxn ang="0">
                <a:pos x="connsiteX34361" y="connsiteY34361"/>
              </a:cxn>
              <a:cxn ang="0">
                <a:pos x="connsiteX34362" y="connsiteY34362"/>
              </a:cxn>
              <a:cxn ang="0">
                <a:pos x="connsiteX34363" y="connsiteY34363"/>
              </a:cxn>
              <a:cxn ang="0">
                <a:pos x="connsiteX34364" y="connsiteY34364"/>
              </a:cxn>
              <a:cxn ang="0">
                <a:pos x="connsiteX34365" y="connsiteY34365"/>
              </a:cxn>
              <a:cxn ang="0">
                <a:pos x="connsiteX34366" y="connsiteY34366"/>
              </a:cxn>
              <a:cxn ang="0">
                <a:pos x="connsiteX34367" y="connsiteY34367"/>
              </a:cxn>
              <a:cxn ang="0">
                <a:pos x="connsiteX34368" y="connsiteY34368"/>
              </a:cxn>
              <a:cxn ang="0">
                <a:pos x="connsiteX34369" y="connsiteY34369"/>
              </a:cxn>
              <a:cxn ang="0">
                <a:pos x="connsiteX34370" y="connsiteY34370"/>
              </a:cxn>
              <a:cxn ang="0">
                <a:pos x="connsiteX34371" y="connsiteY34371"/>
              </a:cxn>
              <a:cxn ang="0">
                <a:pos x="connsiteX34372" y="connsiteY34372"/>
              </a:cxn>
              <a:cxn ang="0">
                <a:pos x="connsiteX34373" y="connsiteY34373"/>
              </a:cxn>
              <a:cxn ang="0">
                <a:pos x="connsiteX34374" y="connsiteY34374"/>
              </a:cxn>
              <a:cxn ang="0">
                <a:pos x="connsiteX34375" y="connsiteY34375"/>
              </a:cxn>
              <a:cxn ang="0">
                <a:pos x="connsiteX34376" y="connsiteY34376"/>
              </a:cxn>
              <a:cxn ang="0">
                <a:pos x="connsiteX34377" y="connsiteY34377"/>
              </a:cxn>
              <a:cxn ang="0">
                <a:pos x="connsiteX34378" y="connsiteY34378"/>
              </a:cxn>
              <a:cxn ang="0">
                <a:pos x="connsiteX34379" y="connsiteY34379"/>
              </a:cxn>
              <a:cxn ang="0">
                <a:pos x="connsiteX34380" y="connsiteY34380"/>
              </a:cxn>
              <a:cxn ang="0">
                <a:pos x="connsiteX34381" y="connsiteY34381"/>
              </a:cxn>
              <a:cxn ang="0">
                <a:pos x="connsiteX34382" y="connsiteY34382"/>
              </a:cxn>
              <a:cxn ang="0">
                <a:pos x="connsiteX34383" y="connsiteY34383"/>
              </a:cxn>
              <a:cxn ang="0">
                <a:pos x="connsiteX34384" y="connsiteY34384"/>
              </a:cxn>
              <a:cxn ang="0">
                <a:pos x="connsiteX34385" y="connsiteY34385"/>
              </a:cxn>
              <a:cxn ang="0">
                <a:pos x="connsiteX34386" y="connsiteY34386"/>
              </a:cxn>
              <a:cxn ang="0">
                <a:pos x="connsiteX34387" y="connsiteY34387"/>
              </a:cxn>
              <a:cxn ang="0">
                <a:pos x="connsiteX34388" y="connsiteY34388"/>
              </a:cxn>
              <a:cxn ang="0">
                <a:pos x="connsiteX34389" y="connsiteY34389"/>
              </a:cxn>
              <a:cxn ang="0">
                <a:pos x="connsiteX34390" y="connsiteY34390"/>
              </a:cxn>
              <a:cxn ang="0">
                <a:pos x="connsiteX34391" y="connsiteY34391"/>
              </a:cxn>
              <a:cxn ang="0">
                <a:pos x="connsiteX34392" y="connsiteY34392"/>
              </a:cxn>
              <a:cxn ang="0">
                <a:pos x="connsiteX34393" y="connsiteY34393"/>
              </a:cxn>
              <a:cxn ang="0">
                <a:pos x="connsiteX34394" y="connsiteY34394"/>
              </a:cxn>
              <a:cxn ang="0">
                <a:pos x="connsiteX34395" y="connsiteY34395"/>
              </a:cxn>
              <a:cxn ang="0">
                <a:pos x="connsiteX34396" y="connsiteY34396"/>
              </a:cxn>
              <a:cxn ang="0">
                <a:pos x="connsiteX34397" y="connsiteY34397"/>
              </a:cxn>
              <a:cxn ang="0">
                <a:pos x="connsiteX34398" y="connsiteY34398"/>
              </a:cxn>
              <a:cxn ang="0">
                <a:pos x="connsiteX34399" y="connsiteY34399"/>
              </a:cxn>
              <a:cxn ang="0">
                <a:pos x="connsiteX34400" y="connsiteY34400"/>
              </a:cxn>
              <a:cxn ang="0">
                <a:pos x="connsiteX34401" y="connsiteY34401"/>
              </a:cxn>
              <a:cxn ang="0">
                <a:pos x="connsiteX34402" y="connsiteY34402"/>
              </a:cxn>
              <a:cxn ang="0">
                <a:pos x="connsiteX34403" y="connsiteY34403"/>
              </a:cxn>
              <a:cxn ang="0">
                <a:pos x="connsiteX34404" y="connsiteY34404"/>
              </a:cxn>
              <a:cxn ang="0">
                <a:pos x="connsiteX34405" y="connsiteY34405"/>
              </a:cxn>
              <a:cxn ang="0">
                <a:pos x="connsiteX34406" y="connsiteY34406"/>
              </a:cxn>
              <a:cxn ang="0">
                <a:pos x="connsiteX34407" y="connsiteY34407"/>
              </a:cxn>
              <a:cxn ang="0">
                <a:pos x="connsiteX34408" y="connsiteY34408"/>
              </a:cxn>
              <a:cxn ang="0">
                <a:pos x="connsiteX34409" y="connsiteY34409"/>
              </a:cxn>
              <a:cxn ang="0">
                <a:pos x="connsiteX34410" y="connsiteY34410"/>
              </a:cxn>
              <a:cxn ang="0">
                <a:pos x="connsiteX34411" y="connsiteY34411"/>
              </a:cxn>
              <a:cxn ang="0">
                <a:pos x="connsiteX34412" y="connsiteY34412"/>
              </a:cxn>
              <a:cxn ang="0">
                <a:pos x="connsiteX34413" y="connsiteY34413"/>
              </a:cxn>
              <a:cxn ang="0">
                <a:pos x="connsiteX34414" y="connsiteY34414"/>
              </a:cxn>
              <a:cxn ang="0">
                <a:pos x="connsiteX34415" y="connsiteY34415"/>
              </a:cxn>
              <a:cxn ang="0">
                <a:pos x="connsiteX34416" y="connsiteY34416"/>
              </a:cxn>
              <a:cxn ang="0">
                <a:pos x="connsiteX34417" y="connsiteY34417"/>
              </a:cxn>
              <a:cxn ang="0">
                <a:pos x="connsiteX34418" y="connsiteY34418"/>
              </a:cxn>
              <a:cxn ang="0">
                <a:pos x="connsiteX34419" y="connsiteY34419"/>
              </a:cxn>
              <a:cxn ang="0">
                <a:pos x="connsiteX34420" y="connsiteY34420"/>
              </a:cxn>
              <a:cxn ang="0">
                <a:pos x="connsiteX34421" y="connsiteY34421"/>
              </a:cxn>
              <a:cxn ang="0">
                <a:pos x="connsiteX34422" y="connsiteY34422"/>
              </a:cxn>
              <a:cxn ang="0">
                <a:pos x="connsiteX34423" y="connsiteY34423"/>
              </a:cxn>
              <a:cxn ang="0">
                <a:pos x="connsiteX34424" y="connsiteY34424"/>
              </a:cxn>
              <a:cxn ang="0">
                <a:pos x="connsiteX34425" y="connsiteY34425"/>
              </a:cxn>
              <a:cxn ang="0">
                <a:pos x="connsiteX34426" y="connsiteY34426"/>
              </a:cxn>
              <a:cxn ang="0">
                <a:pos x="connsiteX34427" y="connsiteY34427"/>
              </a:cxn>
              <a:cxn ang="0">
                <a:pos x="connsiteX34428" y="connsiteY34428"/>
              </a:cxn>
              <a:cxn ang="0">
                <a:pos x="connsiteX34429" y="connsiteY34429"/>
              </a:cxn>
              <a:cxn ang="0">
                <a:pos x="connsiteX34430" y="connsiteY34430"/>
              </a:cxn>
              <a:cxn ang="0">
                <a:pos x="connsiteX34431" y="connsiteY34431"/>
              </a:cxn>
              <a:cxn ang="0">
                <a:pos x="connsiteX34432" y="connsiteY34432"/>
              </a:cxn>
              <a:cxn ang="0">
                <a:pos x="connsiteX34433" y="connsiteY34433"/>
              </a:cxn>
              <a:cxn ang="0">
                <a:pos x="connsiteX34434" y="connsiteY34434"/>
              </a:cxn>
              <a:cxn ang="0">
                <a:pos x="connsiteX34435" y="connsiteY34435"/>
              </a:cxn>
              <a:cxn ang="0">
                <a:pos x="connsiteX34436" y="connsiteY34436"/>
              </a:cxn>
              <a:cxn ang="0">
                <a:pos x="connsiteX34437" y="connsiteY34437"/>
              </a:cxn>
              <a:cxn ang="0">
                <a:pos x="connsiteX34438" y="connsiteY34438"/>
              </a:cxn>
              <a:cxn ang="0">
                <a:pos x="connsiteX34439" y="connsiteY34439"/>
              </a:cxn>
              <a:cxn ang="0">
                <a:pos x="connsiteX34440" y="connsiteY34440"/>
              </a:cxn>
              <a:cxn ang="0">
                <a:pos x="connsiteX34441" y="connsiteY34441"/>
              </a:cxn>
              <a:cxn ang="0">
                <a:pos x="connsiteX34442" y="connsiteY34442"/>
              </a:cxn>
              <a:cxn ang="0">
                <a:pos x="connsiteX34443" y="connsiteY34443"/>
              </a:cxn>
              <a:cxn ang="0">
                <a:pos x="connsiteX34444" y="connsiteY34444"/>
              </a:cxn>
              <a:cxn ang="0">
                <a:pos x="connsiteX34445" y="connsiteY34445"/>
              </a:cxn>
              <a:cxn ang="0">
                <a:pos x="connsiteX34446" y="connsiteY34446"/>
              </a:cxn>
              <a:cxn ang="0">
                <a:pos x="connsiteX34447" y="connsiteY34447"/>
              </a:cxn>
              <a:cxn ang="0">
                <a:pos x="connsiteX34448" y="connsiteY34448"/>
              </a:cxn>
              <a:cxn ang="0">
                <a:pos x="connsiteX34449" y="connsiteY34449"/>
              </a:cxn>
              <a:cxn ang="0">
                <a:pos x="connsiteX34450" y="connsiteY34450"/>
              </a:cxn>
              <a:cxn ang="0">
                <a:pos x="connsiteX34451" y="connsiteY34451"/>
              </a:cxn>
              <a:cxn ang="0">
                <a:pos x="connsiteX34452" y="connsiteY34452"/>
              </a:cxn>
              <a:cxn ang="0">
                <a:pos x="connsiteX34453" y="connsiteY34453"/>
              </a:cxn>
              <a:cxn ang="0">
                <a:pos x="connsiteX34454" y="connsiteY34454"/>
              </a:cxn>
              <a:cxn ang="0">
                <a:pos x="connsiteX34455" y="connsiteY34455"/>
              </a:cxn>
              <a:cxn ang="0">
                <a:pos x="connsiteX34456" y="connsiteY34456"/>
              </a:cxn>
              <a:cxn ang="0">
                <a:pos x="connsiteX34457" y="connsiteY34457"/>
              </a:cxn>
              <a:cxn ang="0">
                <a:pos x="connsiteX34458" y="connsiteY34458"/>
              </a:cxn>
              <a:cxn ang="0">
                <a:pos x="connsiteX34459" y="connsiteY34459"/>
              </a:cxn>
              <a:cxn ang="0">
                <a:pos x="connsiteX34460" y="connsiteY34460"/>
              </a:cxn>
              <a:cxn ang="0">
                <a:pos x="connsiteX34461" y="connsiteY34461"/>
              </a:cxn>
              <a:cxn ang="0">
                <a:pos x="connsiteX34462" y="connsiteY34462"/>
              </a:cxn>
              <a:cxn ang="0">
                <a:pos x="connsiteX34463" y="connsiteY34463"/>
              </a:cxn>
              <a:cxn ang="0">
                <a:pos x="connsiteX34464" y="connsiteY34464"/>
              </a:cxn>
              <a:cxn ang="0">
                <a:pos x="connsiteX34465" y="connsiteY34465"/>
              </a:cxn>
              <a:cxn ang="0">
                <a:pos x="connsiteX34466" y="connsiteY34466"/>
              </a:cxn>
              <a:cxn ang="0">
                <a:pos x="connsiteX34467" y="connsiteY34467"/>
              </a:cxn>
              <a:cxn ang="0">
                <a:pos x="connsiteX34468" y="connsiteY34468"/>
              </a:cxn>
              <a:cxn ang="0">
                <a:pos x="connsiteX34469" y="connsiteY34469"/>
              </a:cxn>
              <a:cxn ang="0">
                <a:pos x="connsiteX34470" y="connsiteY34470"/>
              </a:cxn>
              <a:cxn ang="0">
                <a:pos x="connsiteX34471" y="connsiteY34471"/>
              </a:cxn>
              <a:cxn ang="0">
                <a:pos x="connsiteX34472" y="connsiteY34472"/>
              </a:cxn>
              <a:cxn ang="0">
                <a:pos x="connsiteX34473" y="connsiteY34473"/>
              </a:cxn>
              <a:cxn ang="0">
                <a:pos x="connsiteX34474" y="connsiteY34474"/>
              </a:cxn>
              <a:cxn ang="0">
                <a:pos x="connsiteX34475" y="connsiteY34475"/>
              </a:cxn>
              <a:cxn ang="0">
                <a:pos x="connsiteX34476" y="connsiteY34476"/>
              </a:cxn>
              <a:cxn ang="0">
                <a:pos x="connsiteX34477" y="connsiteY34477"/>
              </a:cxn>
              <a:cxn ang="0">
                <a:pos x="connsiteX34478" y="connsiteY34478"/>
              </a:cxn>
              <a:cxn ang="0">
                <a:pos x="connsiteX34479" y="connsiteY34479"/>
              </a:cxn>
              <a:cxn ang="0">
                <a:pos x="connsiteX34480" y="connsiteY34480"/>
              </a:cxn>
              <a:cxn ang="0">
                <a:pos x="connsiteX34481" y="connsiteY34481"/>
              </a:cxn>
              <a:cxn ang="0">
                <a:pos x="connsiteX34482" y="connsiteY34482"/>
              </a:cxn>
              <a:cxn ang="0">
                <a:pos x="connsiteX34483" y="connsiteY34483"/>
              </a:cxn>
              <a:cxn ang="0">
                <a:pos x="connsiteX34484" y="connsiteY34484"/>
              </a:cxn>
              <a:cxn ang="0">
                <a:pos x="connsiteX34485" y="connsiteY34485"/>
              </a:cxn>
              <a:cxn ang="0">
                <a:pos x="connsiteX34486" y="connsiteY34486"/>
              </a:cxn>
              <a:cxn ang="0">
                <a:pos x="connsiteX34487" y="connsiteY34487"/>
              </a:cxn>
              <a:cxn ang="0">
                <a:pos x="connsiteX34488" y="connsiteY34488"/>
              </a:cxn>
              <a:cxn ang="0">
                <a:pos x="connsiteX34489" y="connsiteY34489"/>
              </a:cxn>
              <a:cxn ang="0">
                <a:pos x="connsiteX34490" y="connsiteY34490"/>
              </a:cxn>
              <a:cxn ang="0">
                <a:pos x="connsiteX34491" y="connsiteY34491"/>
              </a:cxn>
              <a:cxn ang="0">
                <a:pos x="connsiteX34492" y="connsiteY34492"/>
              </a:cxn>
              <a:cxn ang="0">
                <a:pos x="connsiteX34493" y="connsiteY34493"/>
              </a:cxn>
              <a:cxn ang="0">
                <a:pos x="connsiteX34494" y="connsiteY34494"/>
              </a:cxn>
              <a:cxn ang="0">
                <a:pos x="connsiteX34495" y="connsiteY34495"/>
              </a:cxn>
              <a:cxn ang="0">
                <a:pos x="connsiteX34496" y="connsiteY34496"/>
              </a:cxn>
              <a:cxn ang="0">
                <a:pos x="connsiteX34497" y="connsiteY34497"/>
              </a:cxn>
              <a:cxn ang="0">
                <a:pos x="connsiteX34498" y="connsiteY34498"/>
              </a:cxn>
              <a:cxn ang="0">
                <a:pos x="connsiteX34499" y="connsiteY34499"/>
              </a:cxn>
              <a:cxn ang="0">
                <a:pos x="connsiteX34500" y="connsiteY34500"/>
              </a:cxn>
              <a:cxn ang="0">
                <a:pos x="connsiteX34501" y="connsiteY34501"/>
              </a:cxn>
              <a:cxn ang="0">
                <a:pos x="connsiteX34502" y="connsiteY34502"/>
              </a:cxn>
              <a:cxn ang="0">
                <a:pos x="connsiteX34503" y="connsiteY34503"/>
              </a:cxn>
              <a:cxn ang="0">
                <a:pos x="connsiteX34504" y="connsiteY34504"/>
              </a:cxn>
              <a:cxn ang="0">
                <a:pos x="connsiteX34505" y="connsiteY34505"/>
              </a:cxn>
              <a:cxn ang="0">
                <a:pos x="connsiteX34506" y="connsiteY34506"/>
              </a:cxn>
              <a:cxn ang="0">
                <a:pos x="connsiteX34507" y="connsiteY34507"/>
              </a:cxn>
              <a:cxn ang="0">
                <a:pos x="connsiteX34508" y="connsiteY34508"/>
              </a:cxn>
              <a:cxn ang="0">
                <a:pos x="connsiteX34509" y="connsiteY34509"/>
              </a:cxn>
              <a:cxn ang="0">
                <a:pos x="connsiteX34510" y="connsiteY34510"/>
              </a:cxn>
              <a:cxn ang="0">
                <a:pos x="connsiteX34511" y="connsiteY34511"/>
              </a:cxn>
              <a:cxn ang="0">
                <a:pos x="connsiteX34512" y="connsiteY34512"/>
              </a:cxn>
              <a:cxn ang="0">
                <a:pos x="connsiteX34513" y="connsiteY34513"/>
              </a:cxn>
              <a:cxn ang="0">
                <a:pos x="connsiteX34514" y="connsiteY34514"/>
              </a:cxn>
              <a:cxn ang="0">
                <a:pos x="connsiteX34515" y="connsiteY34515"/>
              </a:cxn>
              <a:cxn ang="0">
                <a:pos x="connsiteX34516" y="connsiteY34516"/>
              </a:cxn>
              <a:cxn ang="0">
                <a:pos x="connsiteX34517" y="connsiteY34517"/>
              </a:cxn>
              <a:cxn ang="0">
                <a:pos x="connsiteX34518" y="connsiteY34518"/>
              </a:cxn>
              <a:cxn ang="0">
                <a:pos x="connsiteX34519" y="connsiteY34519"/>
              </a:cxn>
              <a:cxn ang="0">
                <a:pos x="connsiteX34520" y="connsiteY34520"/>
              </a:cxn>
              <a:cxn ang="0">
                <a:pos x="connsiteX34521" y="connsiteY34521"/>
              </a:cxn>
              <a:cxn ang="0">
                <a:pos x="connsiteX34522" y="connsiteY34522"/>
              </a:cxn>
              <a:cxn ang="0">
                <a:pos x="connsiteX34523" y="connsiteY34523"/>
              </a:cxn>
              <a:cxn ang="0">
                <a:pos x="connsiteX34524" y="connsiteY34524"/>
              </a:cxn>
              <a:cxn ang="0">
                <a:pos x="connsiteX34525" y="connsiteY34525"/>
              </a:cxn>
              <a:cxn ang="0">
                <a:pos x="connsiteX34526" y="connsiteY34526"/>
              </a:cxn>
              <a:cxn ang="0">
                <a:pos x="connsiteX34527" y="connsiteY34527"/>
              </a:cxn>
              <a:cxn ang="0">
                <a:pos x="connsiteX34528" y="connsiteY34528"/>
              </a:cxn>
              <a:cxn ang="0">
                <a:pos x="connsiteX34529" y="connsiteY34529"/>
              </a:cxn>
              <a:cxn ang="0">
                <a:pos x="connsiteX34530" y="connsiteY34530"/>
              </a:cxn>
              <a:cxn ang="0">
                <a:pos x="connsiteX34531" y="connsiteY34531"/>
              </a:cxn>
              <a:cxn ang="0">
                <a:pos x="connsiteX34532" y="connsiteY34532"/>
              </a:cxn>
              <a:cxn ang="0">
                <a:pos x="connsiteX34533" y="connsiteY34533"/>
              </a:cxn>
              <a:cxn ang="0">
                <a:pos x="connsiteX34534" y="connsiteY34534"/>
              </a:cxn>
              <a:cxn ang="0">
                <a:pos x="connsiteX34535" y="connsiteY34535"/>
              </a:cxn>
              <a:cxn ang="0">
                <a:pos x="connsiteX34536" y="connsiteY34536"/>
              </a:cxn>
              <a:cxn ang="0">
                <a:pos x="connsiteX34537" y="connsiteY34537"/>
              </a:cxn>
              <a:cxn ang="0">
                <a:pos x="connsiteX34538" y="connsiteY34538"/>
              </a:cxn>
              <a:cxn ang="0">
                <a:pos x="connsiteX34539" y="connsiteY34539"/>
              </a:cxn>
              <a:cxn ang="0">
                <a:pos x="connsiteX34540" y="connsiteY34540"/>
              </a:cxn>
              <a:cxn ang="0">
                <a:pos x="connsiteX34541" y="connsiteY34541"/>
              </a:cxn>
              <a:cxn ang="0">
                <a:pos x="connsiteX34542" y="connsiteY34542"/>
              </a:cxn>
              <a:cxn ang="0">
                <a:pos x="connsiteX34543" y="connsiteY34543"/>
              </a:cxn>
              <a:cxn ang="0">
                <a:pos x="connsiteX34544" y="connsiteY34544"/>
              </a:cxn>
              <a:cxn ang="0">
                <a:pos x="connsiteX34545" y="connsiteY34545"/>
              </a:cxn>
              <a:cxn ang="0">
                <a:pos x="connsiteX34546" y="connsiteY34546"/>
              </a:cxn>
              <a:cxn ang="0">
                <a:pos x="connsiteX34547" y="connsiteY34547"/>
              </a:cxn>
              <a:cxn ang="0">
                <a:pos x="connsiteX34548" y="connsiteY34548"/>
              </a:cxn>
              <a:cxn ang="0">
                <a:pos x="connsiteX34549" y="connsiteY34549"/>
              </a:cxn>
              <a:cxn ang="0">
                <a:pos x="connsiteX34550" y="connsiteY34550"/>
              </a:cxn>
              <a:cxn ang="0">
                <a:pos x="connsiteX34551" y="connsiteY34551"/>
              </a:cxn>
              <a:cxn ang="0">
                <a:pos x="connsiteX34552" y="connsiteY34552"/>
              </a:cxn>
              <a:cxn ang="0">
                <a:pos x="connsiteX34553" y="connsiteY34553"/>
              </a:cxn>
              <a:cxn ang="0">
                <a:pos x="connsiteX34554" y="connsiteY34554"/>
              </a:cxn>
              <a:cxn ang="0">
                <a:pos x="connsiteX34555" y="connsiteY34555"/>
              </a:cxn>
              <a:cxn ang="0">
                <a:pos x="connsiteX34556" y="connsiteY34556"/>
              </a:cxn>
              <a:cxn ang="0">
                <a:pos x="connsiteX34557" y="connsiteY34557"/>
              </a:cxn>
              <a:cxn ang="0">
                <a:pos x="connsiteX34558" y="connsiteY34558"/>
              </a:cxn>
              <a:cxn ang="0">
                <a:pos x="connsiteX34559" y="connsiteY34559"/>
              </a:cxn>
              <a:cxn ang="0">
                <a:pos x="connsiteX34560" y="connsiteY34560"/>
              </a:cxn>
              <a:cxn ang="0">
                <a:pos x="connsiteX34561" y="connsiteY34561"/>
              </a:cxn>
              <a:cxn ang="0">
                <a:pos x="connsiteX34562" y="connsiteY34562"/>
              </a:cxn>
              <a:cxn ang="0">
                <a:pos x="connsiteX34563" y="connsiteY34563"/>
              </a:cxn>
              <a:cxn ang="0">
                <a:pos x="connsiteX34564" y="connsiteY34564"/>
              </a:cxn>
              <a:cxn ang="0">
                <a:pos x="connsiteX34565" y="connsiteY34565"/>
              </a:cxn>
              <a:cxn ang="0">
                <a:pos x="connsiteX34566" y="connsiteY34566"/>
              </a:cxn>
              <a:cxn ang="0">
                <a:pos x="connsiteX34567" y="connsiteY34567"/>
              </a:cxn>
              <a:cxn ang="0">
                <a:pos x="connsiteX34568" y="connsiteY34568"/>
              </a:cxn>
              <a:cxn ang="0">
                <a:pos x="connsiteX34569" y="connsiteY34569"/>
              </a:cxn>
              <a:cxn ang="0">
                <a:pos x="connsiteX34570" y="connsiteY34570"/>
              </a:cxn>
              <a:cxn ang="0">
                <a:pos x="connsiteX34571" y="connsiteY34571"/>
              </a:cxn>
              <a:cxn ang="0">
                <a:pos x="connsiteX34572" y="connsiteY34572"/>
              </a:cxn>
              <a:cxn ang="0">
                <a:pos x="connsiteX34573" y="connsiteY34573"/>
              </a:cxn>
              <a:cxn ang="0">
                <a:pos x="connsiteX34574" y="connsiteY34574"/>
              </a:cxn>
              <a:cxn ang="0">
                <a:pos x="connsiteX34575" y="connsiteY34575"/>
              </a:cxn>
              <a:cxn ang="0">
                <a:pos x="connsiteX34576" y="connsiteY34576"/>
              </a:cxn>
              <a:cxn ang="0">
                <a:pos x="connsiteX34577" y="connsiteY34577"/>
              </a:cxn>
              <a:cxn ang="0">
                <a:pos x="connsiteX34578" y="connsiteY34578"/>
              </a:cxn>
              <a:cxn ang="0">
                <a:pos x="connsiteX34579" y="connsiteY34579"/>
              </a:cxn>
              <a:cxn ang="0">
                <a:pos x="connsiteX34580" y="connsiteY34580"/>
              </a:cxn>
              <a:cxn ang="0">
                <a:pos x="connsiteX34581" y="connsiteY34581"/>
              </a:cxn>
              <a:cxn ang="0">
                <a:pos x="connsiteX34582" y="connsiteY34582"/>
              </a:cxn>
              <a:cxn ang="0">
                <a:pos x="connsiteX34583" y="connsiteY34583"/>
              </a:cxn>
              <a:cxn ang="0">
                <a:pos x="connsiteX34584" y="connsiteY34584"/>
              </a:cxn>
              <a:cxn ang="0">
                <a:pos x="connsiteX34585" y="connsiteY34585"/>
              </a:cxn>
              <a:cxn ang="0">
                <a:pos x="connsiteX34586" y="connsiteY34586"/>
              </a:cxn>
              <a:cxn ang="0">
                <a:pos x="connsiteX34587" y="connsiteY34587"/>
              </a:cxn>
              <a:cxn ang="0">
                <a:pos x="connsiteX34588" y="connsiteY34588"/>
              </a:cxn>
              <a:cxn ang="0">
                <a:pos x="connsiteX34589" y="connsiteY34589"/>
              </a:cxn>
              <a:cxn ang="0">
                <a:pos x="connsiteX34590" y="connsiteY34590"/>
              </a:cxn>
              <a:cxn ang="0">
                <a:pos x="connsiteX34591" y="connsiteY34591"/>
              </a:cxn>
              <a:cxn ang="0">
                <a:pos x="connsiteX34592" y="connsiteY34592"/>
              </a:cxn>
              <a:cxn ang="0">
                <a:pos x="connsiteX34593" y="connsiteY34593"/>
              </a:cxn>
              <a:cxn ang="0">
                <a:pos x="connsiteX34594" y="connsiteY34594"/>
              </a:cxn>
              <a:cxn ang="0">
                <a:pos x="connsiteX34595" y="connsiteY34595"/>
              </a:cxn>
              <a:cxn ang="0">
                <a:pos x="connsiteX34596" y="connsiteY34596"/>
              </a:cxn>
              <a:cxn ang="0">
                <a:pos x="connsiteX34597" y="connsiteY34597"/>
              </a:cxn>
              <a:cxn ang="0">
                <a:pos x="connsiteX34598" y="connsiteY34598"/>
              </a:cxn>
              <a:cxn ang="0">
                <a:pos x="connsiteX34599" y="connsiteY34599"/>
              </a:cxn>
              <a:cxn ang="0">
                <a:pos x="connsiteX34600" y="connsiteY34600"/>
              </a:cxn>
              <a:cxn ang="0">
                <a:pos x="connsiteX34601" y="connsiteY34601"/>
              </a:cxn>
              <a:cxn ang="0">
                <a:pos x="connsiteX34602" y="connsiteY34602"/>
              </a:cxn>
              <a:cxn ang="0">
                <a:pos x="connsiteX34603" y="connsiteY34603"/>
              </a:cxn>
              <a:cxn ang="0">
                <a:pos x="connsiteX34604" y="connsiteY34604"/>
              </a:cxn>
              <a:cxn ang="0">
                <a:pos x="connsiteX34605" y="connsiteY34605"/>
              </a:cxn>
              <a:cxn ang="0">
                <a:pos x="connsiteX34606" y="connsiteY34606"/>
              </a:cxn>
              <a:cxn ang="0">
                <a:pos x="connsiteX34607" y="connsiteY34607"/>
              </a:cxn>
              <a:cxn ang="0">
                <a:pos x="connsiteX34608" y="connsiteY34608"/>
              </a:cxn>
              <a:cxn ang="0">
                <a:pos x="connsiteX34609" y="connsiteY34609"/>
              </a:cxn>
              <a:cxn ang="0">
                <a:pos x="connsiteX34610" y="connsiteY34610"/>
              </a:cxn>
              <a:cxn ang="0">
                <a:pos x="connsiteX34611" y="connsiteY34611"/>
              </a:cxn>
              <a:cxn ang="0">
                <a:pos x="connsiteX34612" y="connsiteY34612"/>
              </a:cxn>
              <a:cxn ang="0">
                <a:pos x="connsiteX34613" y="connsiteY34613"/>
              </a:cxn>
              <a:cxn ang="0">
                <a:pos x="connsiteX34614" y="connsiteY34614"/>
              </a:cxn>
              <a:cxn ang="0">
                <a:pos x="connsiteX34615" y="connsiteY34615"/>
              </a:cxn>
              <a:cxn ang="0">
                <a:pos x="connsiteX34616" y="connsiteY34616"/>
              </a:cxn>
              <a:cxn ang="0">
                <a:pos x="connsiteX34617" y="connsiteY34617"/>
              </a:cxn>
              <a:cxn ang="0">
                <a:pos x="connsiteX34618" y="connsiteY34618"/>
              </a:cxn>
              <a:cxn ang="0">
                <a:pos x="connsiteX34619" y="connsiteY34619"/>
              </a:cxn>
              <a:cxn ang="0">
                <a:pos x="connsiteX34620" y="connsiteY34620"/>
              </a:cxn>
              <a:cxn ang="0">
                <a:pos x="connsiteX34621" y="connsiteY34621"/>
              </a:cxn>
              <a:cxn ang="0">
                <a:pos x="connsiteX34622" y="connsiteY34622"/>
              </a:cxn>
              <a:cxn ang="0">
                <a:pos x="connsiteX34623" y="connsiteY34623"/>
              </a:cxn>
              <a:cxn ang="0">
                <a:pos x="connsiteX34624" y="connsiteY34624"/>
              </a:cxn>
              <a:cxn ang="0">
                <a:pos x="connsiteX34625" y="connsiteY34625"/>
              </a:cxn>
              <a:cxn ang="0">
                <a:pos x="connsiteX34626" y="connsiteY34626"/>
              </a:cxn>
              <a:cxn ang="0">
                <a:pos x="connsiteX34627" y="connsiteY34627"/>
              </a:cxn>
              <a:cxn ang="0">
                <a:pos x="connsiteX34628" y="connsiteY34628"/>
              </a:cxn>
              <a:cxn ang="0">
                <a:pos x="connsiteX34629" y="connsiteY34629"/>
              </a:cxn>
              <a:cxn ang="0">
                <a:pos x="connsiteX34630" y="connsiteY34630"/>
              </a:cxn>
              <a:cxn ang="0">
                <a:pos x="connsiteX34631" y="connsiteY34631"/>
              </a:cxn>
              <a:cxn ang="0">
                <a:pos x="connsiteX34632" y="connsiteY34632"/>
              </a:cxn>
              <a:cxn ang="0">
                <a:pos x="connsiteX34633" y="connsiteY34633"/>
              </a:cxn>
              <a:cxn ang="0">
                <a:pos x="connsiteX34634" y="connsiteY34634"/>
              </a:cxn>
              <a:cxn ang="0">
                <a:pos x="connsiteX34635" y="connsiteY34635"/>
              </a:cxn>
              <a:cxn ang="0">
                <a:pos x="connsiteX34636" y="connsiteY34636"/>
              </a:cxn>
              <a:cxn ang="0">
                <a:pos x="connsiteX34637" y="connsiteY34637"/>
              </a:cxn>
              <a:cxn ang="0">
                <a:pos x="connsiteX34638" y="connsiteY34638"/>
              </a:cxn>
              <a:cxn ang="0">
                <a:pos x="connsiteX34639" y="connsiteY34639"/>
              </a:cxn>
              <a:cxn ang="0">
                <a:pos x="connsiteX34640" y="connsiteY34640"/>
              </a:cxn>
              <a:cxn ang="0">
                <a:pos x="connsiteX34641" y="connsiteY34641"/>
              </a:cxn>
              <a:cxn ang="0">
                <a:pos x="connsiteX34642" y="connsiteY34642"/>
              </a:cxn>
              <a:cxn ang="0">
                <a:pos x="connsiteX34643" y="connsiteY34643"/>
              </a:cxn>
              <a:cxn ang="0">
                <a:pos x="connsiteX34644" y="connsiteY34644"/>
              </a:cxn>
              <a:cxn ang="0">
                <a:pos x="connsiteX34645" y="connsiteY34645"/>
              </a:cxn>
              <a:cxn ang="0">
                <a:pos x="connsiteX34646" y="connsiteY34646"/>
              </a:cxn>
              <a:cxn ang="0">
                <a:pos x="connsiteX34647" y="connsiteY34647"/>
              </a:cxn>
              <a:cxn ang="0">
                <a:pos x="connsiteX34648" y="connsiteY34648"/>
              </a:cxn>
              <a:cxn ang="0">
                <a:pos x="connsiteX34649" y="connsiteY34649"/>
              </a:cxn>
              <a:cxn ang="0">
                <a:pos x="connsiteX34650" y="connsiteY34650"/>
              </a:cxn>
              <a:cxn ang="0">
                <a:pos x="connsiteX34651" y="connsiteY34651"/>
              </a:cxn>
              <a:cxn ang="0">
                <a:pos x="connsiteX34652" y="connsiteY34652"/>
              </a:cxn>
              <a:cxn ang="0">
                <a:pos x="connsiteX34653" y="connsiteY34653"/>
              </a:cxn>
              <a:cxn ang="0">
                <a:pos x="connsiteX34654" y="connsiteY34654"/>
              </a:cxn>
              <a:cxn ang="0">
                <a:pos x="connsiteX34655" y="connsiteY34655"/>
              </a:cxn>
              <a:cxn ang="0">
                <a:pos x="connsiteX34656" y="connsiteY34656"/>
              </a:cxn>
              <a:cxn ang="0">
                <a:pos x="connsiteX34657" y="connsiteY34657"/>
              </a:cxn>
              <a:cxn ang="0">
                <a:pos x="connsiteX34658" y="connsiteY34658"/>
              </a:cxn>
              <a:cxn ang="0">
                <a:pos x="connsiteX34659" y="connsiteY34659"/>
              </a:cxn>
              <a:cxn ang="0">
                <a:pos x="connsiteX34660" y="connsiteY34660"/>
              </a:cxn>
              <a:cxn ang="0">
                <a:pos x="connsiteX34661" y="connsiteY34661"/>
              </a:cxn>
              <a:cxn ang="0">
                <a:pos x="connsiteX34662" y="connsiteY34662"/>
              </a:cxn>
              <a:cxn ang="0">
                <a:pos x="connsiteX34663" y="connsiteY34663"/>
              </a:cxn>
              <a:cxn ang="0">
                <a:pos x="connsiteX34664" y="connsiteY34664"/>
              </a:cxn>
              <a:cxn ang="0">
                <a:pos x="connsiteX34665" y="connsiteY34665"/>
              </a:cxn>
              <a:cxn ang="0">
                <a:pos x="connsiteX34666" y="connsiteY34666"/>
              </a:cxn>
              <a:cxn ang="0">
                <a:pos x="connsiteX34667" y="connsiteY34667"/>
              </a:cxn>
              <a:cxn ang="0">
                <a:pos x="connsiteX34668" y="connsiteY34668"/>
              </a:cxn>
              <a:cxn ang="0">
                <a:pos x="connsiteX34669" y="connsiteY34669"/>
              </a:cxn>
              <a:cxn ang="0">
                <a:pos x="connsiteX34670" y="connsiteY34670"/>
              </a:cxn>
              <a:cxn ang="0">
                <a:pos x="connsiteX34671" y="connsiteY34671"/>
              </a:cxn>
              <a:cxn ang="0">
                <a:pos x="connsiteX34672" y="connsiteY34672"/>
              </a:cxn>
              <a:cxn ang="0">
                <a:pos x="connsiteX34673" y="connsiteY34673"/>
              </a:cxn>
              <a:cxn ang="0">
                <a:pos x="connsiteX34674" y="connsiteY34674"/>
              </a:cxn>
              <a:cxn ang="0">
                <a:pos x="connsiteX34675" y="connsiteY34675"/>
              </a:cxn>
              <a:cxn ang="0">
                <a:pos x="connsiteX34676" y="connsiteY34676"/>
              </a:cxn>
              <a:cxn ang="0">
                <a:pos x="connsiteX34677" y="connsiteY34677"/>
              </a:cxn>
              <a:cxn ang="0">
                <a:pos x="connsiteX34678" y="connsiteY34678"/>
              </a:cxn>
              <a:cxn ang="0">
                <a:pos x="connsiteX34679" y="connsiteY34679"/>
              </a:cxn>
              <a:cxn ang="0">
                <a:pos x="connsiteX34680" y="connsiteY34680"/>
              </a:cxn>
              <a:cxn ang="0">
                <a:pos x="connsiteX34681" y="connsiteY34681"/>
              </a:cxn>
              <a:cxn ang="0">
                <a:pos x="connsiteX34682" y="connsiteY34682"/>
              </a:cxn>
              <a:cxn ang="0">
                <a:pos x="connsiteX34683" y="connsiteY34683"/>
              </a:cxn>
              <a:cxn ang="0">
                <a:pos x="connsiteX34684" y="connsiteY34684"/>
              </a:cxn>
              <a:cxn ang="0">
                <a:pos x="connsiteX34685" y="connsiteY34685"/>
              </a:cxn>
              <a:cxn ang="0">
                <a:pos x="connsiteX34686" y="connsiteY34686"/>
              </a:cxn>
              <a:cxn ang="0">
                <a:pos x="connsiteX34687" y="connsiteY34687"/>
              </a:cxn>
              <a:cxn ang="0">
                <a:pos x="connsiteX34688" y="connsiteY34688"/>
              </a:cxn>
              <a:cxn ang="0">
                <a:pos x="connsiteX34689" y="connsiteY34689"/>
              </a:cxn>
              <a:cxn ang="0">
                <a:pos x="connsiteX34690" y="connsiteY34690"/>
              </a:cxn>
              <a:cxn ang="0">
                <a:pos x="connsiteX34691" y="connsiteY34691"/>
              </a:cxn>
              <a:cxn ang="0">
                <a:pos x="connsiteX34692" y="connsiteY34692"/>
              </a:cxn>
              <a:cxn ang="0">
                <a:pos x="connsiteX34693" y="connsiteY34693"/>
              </a:cxn>
              <a:cxn ang="0">
                <a:pos x="connsiteX34694" y="connsiteY34694"/>
              </a:cxn>
              <a:cxn ang="0">
                <a:pos x="connsiteX34695" y="connsiteY34695"/>
              </a:cxn>
              <a:cxn ang="0">
                <a:pos x="connsiteX34696" y="connsiteY34696"/>
              </a:cxn>
              <a:cxn ang="0">
                <a:pos x="connsiteX34697" y="connsiteY34697"/>
              </a:cxn>
              <a:cxn ang="0">
                <a:pos x="connsiteX34698" y="connsiteY34698"/>
              </a:cxn>
              <a:cxn ang="0">
                <a:pos x="connsiteX34699" y="connsiteY34699"/>
              </a:cxn>
              <a:cxn ang="0">
                <a:pos x="connsiteX34700" y="connsiteY34700"/>
              </a:cxn>
              <a:cxn ang="0">
                <a:pos x="connsiteX34701" y="connsiteY34701"/>
              </a:cxn>
              <a:cxn ang="0">
                <a:pos x="connsiteX34702" y="connsiteY34702"/>
              </a:cxn>
              <a:cxn ang="0">
                <a:pos x="connsiteX34703" y="connsiteY34703"/>
              </a:cxn>
              <a:cxn ang="0">
                <a:pos x="connsiteX34704" y="connsiteY34704"/>
              </a:cxn>
              <a:cxn ang="0">
                <a:pos x="connsiteX34705" y="connsiteY34705"/>
              </a:cxn>
              <a:cxn ang="0">
                <a:pos x="connsiteX34706" y="connsiteY34706"/>
              </a:cxn>
              <a:cxn ang="0">
                <a:pos x="connsiteX34707" y="connsiteY34707"/>
              </a:cxn>
              <a:cxn ang="0">
                <a:pos x="connsiteX34708" y="connsiteY34708"/>
              </a:cxn>
              <a:cxn ang="0">
                <a:pos x="connsiteX34709" y="connsiteY34709"/>
              </a:cxn>
              <a:cxn ang="0">
                <a:pos x="connsiteX34710" y="connsiteY34710"/>
              </a:cxn>
              <a:cxn ang="0">
                <a:pos x="connsiteX34711" y="connsiteY34711"/>
              </a:cxn>
              <a:cxn ang="0">
                <a:pos x="connsiteX34712" y="connsiteY34712"/>
              </a:cxn>
              <a:cxn ang="0">
                <a:pos x="connsiteX34713" y="connsiteY34713"/>
              </a:cxn>
              <a:cxn ang="0">
                <a:pos x="connsiteX34714" y="connsiteY34714"/>
              </a:cxn>
              <a:cxn ang="0">
                <a:pos x="connsiteX34715" y="connsiteY34715"/>
              </a:cxn>
              <a:cxn ang="0">
                <a:pos x="connsiteX34716" y="connsiteY34716"/>
              </a:cxn>
              <a:cxn ang="0">
                <a:pos x="connsiteX34717" y="connsiteY34717"/>
              </a:cxn>
              <a:cxn ang="0">
                <a:pos x="connsiteX34718" y="connsiteY34718"/>
              </a:cxn>
              <a:cxn ang="0">
                <a:pos x="connsiteX34719" y="connsiteY34719"/>
              </a:cxn>
              <a:cxn ang="0">
                <a:pos x="connsiteX34720" y="connsiteY34720"/>
              </a:cxn>
              <a:cxn ang="0">
                <a:pos x="connsiteX34721" y="connsiteY34721"/>
              </a:cxn>
              <a:cxn ang="0">
                <a:pos x="connsiteX34722" y="connsiteY34722"/>
              </a:cxn>
              <a:cxn ang="0">
                <a:pos x="connsiteX34723" y="connsiteY34723"/>
              </a:cxn>
              <a:cxn ang="0">
                <a:pos x="connsiteX34724" y="connsiteY34724"/>
              </a:cxn>
              <a:cxn ang="0">
                <a:pos x="connsiteX34725" y="connsiteY34725"/>
              </a:cxn>
              <a:cxn ang="0">
                <a:pos x="connsiteX34726" y="connsiteY34726"/>
              </a:cxn>
              <a:cxn ang="0">
                <a:pos x="connsiteX34727" y="connsiteY34727"/>
              </a:cxn>
              <a:cxn ang="0">
                <a:pos x="connsiteX34728" y="connsiteY34728"/>
              </a:cxn>
              <a:cxn ang="0">
                <a:pos x="connsiteX34729" y="connsiteY34729"/>
              </a:cxn>
              <a:cxn ang="0">
                <a:pos x="connsiteX34730" y="connsiteY34730"/>
              </a:cxn>
              <a:cxn ang="0">
                <a:pos x="connsiteX34731" y="connsiteY34731"/>
              </a:cxn>
              <a:cxn ang="0">
                <a:pos x="connsiteX34732" y="connsiteY34732"/>
              </a:cxn>
              <a:cxn ang="0">
                <a:pos x="connsiteX34733" y="connsiteY34733"/>
              </a:cxn>
              <a:cxn ang="0">
                <a:pos x="connsiteX34734" y="connsiteY34734"/>
              </a:cxn>
              <a:cxn ang="0">
                <a:pos x="connsiteX34735" y="connsiteY34735"/>
              </a:cxn>
              <a:cxn ang="0">
                <a:pos x="connsiteX34736" y="connsiteY34736"/>
              </a:cxn>
              <a:cxn ang="0">
                <a:pos x="connsiteX34737" y="connsiteY34737"/>
              </a:cxn>
              <a:cxn ang="0">
                <a:pos x="connsiteX34738" y="connsiteY34738"/>
              </a:cxn>
              <a:cxn ang="0">
                <a:pos x="connsiteX34739" y="connsiteY34739"/>
              </a:cxn>
              <a:cxn ang="0">
                <a:pos x="connsiteX34740" y="connsiteY34740"/>
              </a:cxn>
              <a:cxn ang="0">
                <a:pos x="connsiteX34741" y="connsiteY34741"/>
              </a:cxn>
              <a:cxn ang="0">
                <a:pos x="connsiteX34742" y="connsiteY34742"/>
              </a:cxn>
              <a:cxn ang="0">
                <a:pos x="connsiteX34743" y="connsiteY34743"/>
              </a:cxn>
              <a:cxn ang="0">
                <a:pos x="connsiteX34744" y="connsiteY34744"/>
              </a:cxn>
              <a:cxn ang="0">
                <a:pos x="connsiteX34745" y="connsiteY34745"/>
              </a:cxn>
              <a:cxn ang="0">
                <a:pos x="connsiteX34746" y="connsiteY34746"/>
              </a:cxn>
              <a:cxn ang="0">
                <a:pos x="connsiteX34747" y="connsiteY34747"/>
              </a:cxn>
              <a:cxn ang="0">
                <a:pos x="connsiteX34748" y="connsiteY34748"/>
              </a:cxn>
              <a:cxn ang="0">
                <a:pos x="connsiteX34749" y="connsiteY34749"/>
              </a:cxn>
              <a:cxn ang="0">
                <a:pos x="connsiteX34750" y="connsiteY34750"/>
              </a:cxn>
              <a:cxn ang="0">
                <a:pos x="connsiteX34751" y="connsiteY34751"/>
              </a:cxn>
              <a:cxn ang="0">
                <a:pos x="connsiteX34752" y="connsiteY34752"/>
              </a:cxn>
              <a:cxn ang="0">
                <a:pos x="connsiteX34753" y="connsiteY34753"/>
              </a:cxn>
              <a:cxn ang="0">
                <a:pos x="connsiteX34754" y="connsiteY34754"/>
              </a:cxn>
              <a:cxn ang="0">
                <a:pos x="connsiteX34755" y="connsiteY34755"/>
              </a:cxn>
              <a:cxn ang="0">
                <a:pos x="connsiteX34756" y="connsiteY34756"/>
              </a:cxn>
              <a:cxn ang="0">
                <a:pos x="connsiteX34757" y="connsiteY34757"/>
              </a:cxn>
              <a:cxn ang="0">
                <a:pos x="connsiteX34758" y="connsiteY34758"/>
              </a:cxn>
              <a:cxn ang="0">
                <a:pos x="connsiteX34759" y="connsiteY34759"/>
              </a:cxn>
              <a:cxn ang="0">
                <a:pos x="connsiteX34760" y="connsiteY34760"/>
              </a:cxn>
              <a:cxn ang="0">
                <a:pos x="connsiteX34761" y="connsiteY34761"/>
              </a:cxn>
              <a:cxn ang="0">
                <a:pos x="connsiteX34762" y="connsiteY34762"/>
              </a:cxn>
              <a:cxn ang="0">
                <a:pos x="connsiteX34763" y="connsiteY34763"/>
              </a:cxn>
              <a:cxn ang="0">
                <a:pos x="connsiteX34764" y="connsiteY34764"/>
              </a:cxn>
              <a:cxn ang="0">
                <a:pos x="connsiteX34765" y="connsiteY34765"/>
              </a:cxn>
              <a:cxn ang="0">
                <a:pos x="connsiteX34766" y="connsiteY34766"/>
              </a:cxn>
              <a:cxn ang="0">
                <a:pos x="connsiteX34767" y="connsiteY34767"/>
              </a:cxn>
              <a:cxn ang="0">
                <a:pos x="connsiteX34768" y="connsiteY34768"/>
              </a:cxn>
              <a:cxn ang="0">
                <a:pos x="connsiteX34769" y="connsiteY34769"/>
              </a:cxn>
              <a:cxn ang="0">
                <a:pos x="connsiteX34770" y="connsiteY34770"/>
              </a:cxn>
              <a:cxn ang="0">
                <a:pos x="connsiteX34771" y="connsiteY34771"/>
              </a:cxn>
              <a:cxn ang="0">
                <a:pos x="connsiteX34772" y="connsiteY34772"/>
              </a:cxn>
              <a:cxn ang="0">
                <a:pos x="connsiteX34773" y="connsiteY34773"/>
              </a:cxn>
              <a:cxn ang="0">
                <a:pos x="connsiteX34774" y="connsiteY34774"/>
              </a:cxn>
              <a:cxn ang="0">
                <a:pos x="connsiteX34775" y="connsiteY34775"/>
              </a:cxn>
              <a:cxn ang="0">
                <a:pos x="connsiteX34776" y="connsiteY34776"/>
              </a:cxn>
              <a:cxn ang="0">
                <a:pos x="connsiteX34777" y="connsiteY34777"/>
              </a:cxn>
              <a:cxn ang="0">
                <a:pos x="connsiteX34778" y="connsiteY34778"/>
              </a:cxn>
              <a:cxn ang="0">
                <a:pos x="connsiteX34779" y="connsiteY34779"/>
              </a:cxn>
              <a:cxn ang="0">
                <a:pos x="connsiteX34780" y="connsiteY34780"/>
              </a:cxn>
              <a:cxn ang="0">
                <a:pos x="connsiteX34781" y="connsiteY34781"/>
              </a:cxn>
              <a:cxn ang="0">
                <a:pos x="connsiteX34782" y="connsiteY34782"/>
              </a:cxn>
              <a:cxn ang="0">
                <a:pos x="connsiteX34783" y="connsiteY34783"/>
              </a:cxn>
              <a:cxn ang="0">
                <a:pos x="connsiteX34784" y="connsiteY34784"/>
              </a:cxn>
              <a:cxn ang="0">
                <a:pos x="connsiteX34785" y="connsiteY34785"/>
              </a:cxn>
              <a:cxn ang="0">
                <a:pos x="connsiteX34786" y="connsiteY34786"/>
              </a:cxn>
              <a:cxn ang="0">
                <a:pos x="connsiteX34787" y="connsiteY34787"/>
              </a:cxn>
              <a:cxn ang="0">
                <a:pos x="connsiteX34788" y="connsiteY34788"/>
              </a:cxn>
              <a:cxn ang="0">
                <a:pos x="connsiteX34789" y="connsiteY34789"/>
              </a:cxn>
              <a:cxn ang="0">
                <a:pos x="connsiteX34790" y="connsiteY34790"/>
              </a:cxn>
              <a:cxn ang="0">
                <a:pos x="connsiteX34791" y="connsiteY34791"/>
              </a:cxn>
              <a:cxn ang="0">
                <a:pos x="connsiteX34792" y="connsiteY34792"/>
              </a:cxn>
              <a:cxn ang="0">
                <a:pos x="connsiteX34793" y="connsiteY34793"/>
              </a:cxn>
              <a:cxn ang="0">
                <a:pos x="connsiteX34794" y="connsiteY34794"/>
              </a:cxn>
              <a:cxn ang="0">
                <a:pos x="connsiteX34795" y="connsiteY34795"/>
              </a:cxn>
              <a:cxn ang="0">
                <a:pos x="connsiteX34796" y="connsiteY34796"/>
              </a:cxn>
              <a:cxn ang="0">
                <a:pos x="connsiteX34797" y="connsiteY34797"/>
              </a:cxn>
              <a:cxn ang="0">
                <a:pos x="connsiteX34798" y="connsiteY34798"/>
              </a:cxn>
              <a:cxn ang="0">
                <a:pos x="connsiteX34799" y="connsiteY34799"/>
              </a:cxn>
              <a:cxn ang="0">
                <a:pos x="connsiteX34800" y="connsiteY34800"/>
              </a:cxn>
              <a:cxn ang="0">
                <a:pos x="connsiteX34801" y="connsiteY34801"/>
              </a:cxn>
              <a:cxn ang="0">
                <a:pos x="connsiteX34802" y="connsiteY34802"/>
              </a:cxn>
              <a:cxn ang="0">
                <a:pos x="connsiteX34803" y="connsiteY34803"/>
              </a:cxn>
              <a:cxn ang="0">
                <a:pos x="connsiteX34804" y="connsiteY34804"/>
              </a:cxn>
              <a:cxn ang="0">
                <a:pos x="connsiteX34805" y="connsiteY34805"/>
              </a:cxn>
              <a:cxn ang="0">
                <a:pos x="connsiteX34806" y="connsiteY34806"/>
              </a:cxn>
              <a:cxn ang="0">
                <a:pos x="connsiteX34807" y="connsiteY34807"/>
              </a:cxn>
              <a:cxn ang="0">
                <a:pos x="connsiteX34808" y="connsiteY34808"/>
              </a:cxn>
              <a:cxn ang="0">
                <a:pos x="connsiteX34809" y="connsiteY34809"/>
              </a:cxn>
              <a:cxn ang="0">
                <a:pos x="connsiteX34810" y="connsiteY34810"/>
              </a:cxn>
              <a:cxn ang="0">
                <a:pos x="connsiteX34811" y="connsiteY34811"/>
              </a:cxn>
              <a:cxn ang="0">
                <a:pos x="connsiteX34812" y="connsiteY34812"/>
              </a:cxn>
              <a:cxn ang="0">
                <a:pos x="connsiteX34813" y="connsiteY34813"/>
              </a:cxn>
              <a:cxn ang="0">
                <a:pos x="connsiteX34814" y="connsiteY34814"/>
              </a:cxn>
              <a:cxn ang="0">
                <a:pos x="connsiteX34815" y="connsiteY34815"/>
              </a:cxn>
              <a:cxn ang="0">
                <a:pos x="connsiteX34816" y="connsiteY34816"/>
              </a:cxn>
              <a:cxn ang="0">
                <a:pos x="connsiteX34817" y="connsiteY34817"/>
              </a:cxn>
              <a:cxn ang="0">
                <a:pos x="connsiteX34818" y="connsiteY34818"/>
              </a:cxn>
              <a:cxn ang="0">
                <a:pos x="connsiteX34819" y="connsiteY34819"/>
              </a:cxn>
              <a:cxn ang="0">
                <a:pos x="connsiteX34820" y="connsiteY34820"/>
              </a:cxn>
              <a:cxn ang="0">
                <a:pos x="connsiteX34821" y="connsiteY34821"/>
              </a:cxn>
              <a:cxn ang="0">
                <a:pos x="connsiteX34822" y="connsiteY34822"/>
              </a:cxn>
              <a:cxn ang="0">
                <a:pos x="connsiteX34823" y="connsiteY34823"/>
              </a:cxn>
              <a:cxn ang="0">
                <a:pos x="connsiteX34824" y="connsiteY34824"/>
              </a:cxn>
              <a:cxn ang="0">
                <a:pos x="connsiteX34825" y="connsiteY34825"/>
              </a:cxn>
              <a:cxn ang="0">
                <a:pos x="connsiteX34826" y="connsiteY34826"/>
              </a:cxn>
              <a:cxn ang="0">
                <a:pos x="connsiteX34827" y="connsiteY34827"/>
              </a:cxn>
              <a:cxn ang="0">
                <a:pos x="connsiteX34828" y="connsiteY34828"/>
              </a:cxn>
              <a:cxn ang="0">
                <a:pos x="connsiteX34829" y="connsiteY34829"/>
              </a:cxn>
              <a:cxn ang="0">
                <a:pos x="connsiteX34830" y="connsiteY34830"/>
              </a:cxn>
              <a:cxn ang="0">
                <a:pos x="connsiteX34831" y="connsiteY34831"/>
              </a:cxn>
              <a:cxn ang="0">
                <a:pos x="connsiteX34832" y="connsiteY34832"/>
              </a:cxn>
              <a:cxn ang="0">
                <a:pos x="connsiteX34833" y="connsiteY34833"/>
              </a:cxn>
              <a:cxn ang="0">
                <a:pos x="connsiteX34834" y="connsiteY34834"/>
              </a:cxn>
              <a:cxn ang="0">
                <a:pos x="connsiteX34835" y="connsiteY34835"/>
              </a:cxn>
              <a:cxn ang="0">
                <a:pos x="connsiteX34836" y="connsiteY34836"/>
              </a:cxn>
              <a:cxn ang="0">
                <a:pos x="connsiteX34837" y="connsiteY34837"/>
              </a:cxn>
              <a:cxn ang="0">
                <a:pos x="connsiteX34838" y="connsiteY34838"/>
              </a:cxn>
              <a:cxn ang="0">
                <a:pos x="connsiteX34839" y="connsiteY34839"/>
              </a:cxn>
              <a:cxn ang="0">
                <a:pos x="connsiteX34840" y="connsiteY34840"/>
              </a:cxn>
              <a:cxn ang="0">
                <a:pos x="connsiteX34841" y="connsiteY34841"/>
              </a:cxn>
              <a:cxn ang="0">
                <a:pos x="connsiteX34842" y="connsiteY34842"/>
              </a:cxn>
              <a:cxn ang="0">
                <a:pos x="connsiteX34843" y="connsiteY34843"/>
              </a:cxn>
              <a:cxn ang="0">
                <a:pos x="connsiteX34844" y="connsiteY34844"/>
              </a:cxn>
              <a:cxn ang="0">
                <a:pos x="connsiteX34845" y="connsiteY34845"/>
              </a:cxn>
              <a:cxn ang="0">
                <a:pos x="connsiteX34846" y="connsiteY34846"/>
              </a:cxn>
              <a:cxn ang="0">
                <a:pos x="connsiteX34847" y="connsiteY34847"/>
              </a:cxn>
              <a:cxn ang="0">
                <a:pos x="connsiteX34848" y="connsiteY34848"/>
              </a:cxn>
              <a:cxn ang="0">
                <a:pos x="connsiteX34849" y="connsiteY34849"/>
              </a:cxn>
              <a:cxn ang="0">
                <a:pos x="connsiteX34850" y="connsiteY34850"/>
              </a:cxn>
              <a:cxn ang="0">
                <a:pos x="connsiteX34851" y="connsiteY34851"/>
              </a:cxn>
              <a:cxn ang="0">
                <a:pos x="connsiteX34852" y="connsiteY34852"/>
              </a:cxn>
              <a:cxn ang="0">
                <a:pos x="connsiteX34853" y="connsiteY34853"/>
              </a:cxn>
              <a:cxn ang="0">
                <a:pos x="connsiteX34854" y="connsiteY34854"/>
              </a:cxn>
              <a:cxn ang="0">
                <a:pos x="connsiteX34855" y="connsiteY34855"/>
              </a:cxn>
              <a:cxn ang="0">
                <a:pos x="connsiteX34856" y="connsiteY34856"/>
              </a:cxn>
              <a:cxn ang="0">
                <a:pos x="connsiteX34857" y="connsiteY34857"/>
              </a:cxn>
              <a:cxn ang="0">
                <a:pos x="connsiteX34858" y="connsiteY34858"/>
              </a:cxn>
              <a:cxn ang="0">
                <a:pos x="connsiteX34859" y="connsiteY34859"/>
              </a:cxn>
              <a:cxn ang="0">
                <a:pos x="connsiteX34860" y="connsiteY34860"/>
              </a:cxn>
              <a:cxn ang="0">
                <a:pos x="connsiteX34861" y="connsiteY34861"/>
              </a:cxn>
              <a:cxn ang="0">
                <a:pos x="connsiteX34862" y="connsiteY34862"/>
              </a:cxn>
              <a:cxn ang="0">
                <a:pos x="connsiteX34863" y="connsiteY34863"/>
              </a:cxn>
              <a:cxn ang="0">
                <a:pos x="connsiteX34864" y="connsiteY34864"/>
              </a:cxn>
              <a:cxn ang="0">
                <a:pos x="connsiteX34865" y="connsiteY34865"/>
              </a:cxn>
              <a:cxn ang="0">
                <a:pos x="connsiteX34866" y="connsiteY34866"/>
              </a:cxn>
              <a:cxn ang="0">
                <a:pos x="connsiteX34867" y="connsiteY34867"/>
              </a:cxn>
              <a:cxn ang="0">
                <a:pos x="connsiteX34868" y="connsiteY34868"/>
              </a:cxn>
              <a:cxn ang="0">
                <a:pos x="connsiteX34869" y="connsiteY34869"/>
              </a:cxn>
              <a:cxn ang="0">
                <a:pos x="connsiteX34870" y="connsiteY34870"/>
              </a:cxn>
              <a:cxn ang="0">
                <a:pos x="connsiteX34871" y="connsiteY34871"/>
              </a:cxn>
              <a:cxn ang="0">
                <a:pos x="connsiteX34872" y="connsiteY34872"/>
              </a:cxn>
              <a:cxn ang="0">
                <a:pos x="connsiteX34873" y="connsiteY34873"/>
              </a:cxn>
              <a:cxn ang="0">
                <a:pos x="connsiteX34874" y="connsiteY34874"/>
              </a:cxn>
              <a:cxn ang="0">
                <a:pos x="connsiteX34875" y="connsiteY34875"/>
              </a:cxn>
              <a:cxn ang="0">
                <a:pos x="connsiteX34876" y="connsiteY34876"/>
              </a:cxn>
              <a:cxn ang="0">
                <a:pos x="connsiteX34877" y="connsiteY34877"/>
              </a:cxn>
              <a:cxn ang="0">
                <a:pos x="connsiteX34878" y="connsiteY34878"/>
              </a:cxn>
              <a:cxn ang="0">
                <a:pos x="connsiteX34879" y="connsiteY34879"/>
              </a:cxn>
              <a:cxn ang="0">
                <a:pos x="connsiteX34880" y="connsiteY34880"/>
              </a:cxn>
              <a:cxn ang="0">
                <a:pos x="connsiteX34881" y="connsiteY34881"/>
              </a:cxn>
              <a:cxn ang="0">
                <a:pos x="connsiteX34882" y="connsiteY34882"/>
              </a:cxn>
              <a:cxn ang="0">
                <a:pos x="connsiteX34883" y="connsiteY34883"/>
              </a:cxn>
              <a:cxn ang="0">
                <a:pos x="connsiteX34884" y="connsiteY34884"/>
              </a:cxn>
              <a:cxn ang="0">
                <a:pos x="connsiteX34885" y="connsiteY34885"/>
              </a:cxn>
              <a:cxn ang="0">
                <a:pos x="connsiteX34886" y="connsiteY34886"/>
              </a:cxn>
              <a:cxn ang="0">
                <a:pos x="connsiteX34887" y="connsiteY34887"/>
              </a:cxn>
              <a:cxn ang="0">
                <a:pos x="connsiteX34888" y="connsiteY34888"/>
              </a:cxn>
              <a:cxn ang="0">
                <a:pos x="connsiteX34889" y="connsiteY34889"/>
              </a:cxn>
              <a:cxn ang="0">
                <a:pos x="connsiteX34890" y="connsiteY34890"/>
              </a:cxn>
              <a:cxn ang="0">
                <a:pos x="connsiteX34891" y="connsiteY34891"/>
              </a:cxn>
              <a:cxn ang="0">
                <a:pos x="connsiteX34892" y="connsiteY34892"/>
              </a:cxn>
              <a:cxn ang="0">
                <a:pos x="connsiteX34893" y="connsiteY34893"/>
              </a:cxn>
              <a:cxn ang="0">
                <a:pos x="connsiteX34894" y="connsiteY34894"/>
              </a:cxn>
              <a:cxn ang="0">
                <a:pos x="connsiteX34895" y="connsiteY34895"/>
              </a:cxn>
              <a:cxn ang="0">
                <a:pos x="connsiteX34896" y="connsiteY34896"/>
              </a:cxn>
              <a:cxn ang="0">
                <a:pos x="connsiteX34897" y="connsiteY34897"/>
              </a:cxn>
              <a:cxn ang="0">
                <a:pos x="connsiteX34898" y="connsiteY34898"/>
              </a:cxn>
              <a:cxn ang="0">
                <a:pos x="connsiteX34899" y="connsiteY34899"/>
              </a:cxn>
              <a:cxn ang="0">
                <a:pos x="connsiteX34900" y="connsiteY34900"/>
              </a:cxn>
              <a:cxn ang="0">
                <a:pos x="connsiteX34901" y="connsiteY34901"/>
              </a:cxn>
              <a:cxn ang="0">
                <a:pos x="connsiteX34902" y="connsiteY34902"/>
              </a:cxn>
              <a:cxn ang="0">
                <a:pos x="connsiteX34903" y="connsiteY34903"/>
              </a:cxn>
              <a:cxn ang="0">
                <a:pos x="connsiteX34904" y="connsiteY34904"/>
              </a:cxn>
              <a:cxn ang="0">
                <a:pos x="connsiteX34905" y="connsiteY34905"/>
              </a:cxn>
              <a:cxn ang="0">
                <a:pos x="connsiteX34906" y="connsiteY34906"/>
              </a:cxn>
              <a:cxn ang="0">
                <a:pos x="connsiteX34907" y="connsiteY34907"/>
              </a:cxn>
              <a:cxn ang="0">
                <a:pos x="connsiteX34908" y="connsiteY34908"/>
              </a:cxn>
              <a:cxn ang="0">
                <a:pos x="connsiteX34909" y="connsiteY34909"/>
              </a:cxn>
              <a:cxn ang="0">
                <a:pos x="connsiteX34910" y="connsiteY34910"/>
              </a:cxn>
              <a:cxn ang="0">
                <a:pos x="connsiteX34911" y="connsiteY34911"/>
              </a:cxn>
              <a:cxn ang="0">
                <a:pos x="connsiteX34912" y="connsiteY34912"/>
              </a:cxn>
              <a:cxn ang="0">
                <a:pos x="connsiteX34913" y="connsiteY34913"/>
              </a:cxn>
              <a:cxn ang="0">
                <a:pos x="connsiteX34914" y="connsiteY34914"/>
              </a:cxn>
              <a:cxn ang="0">
                <a:pos x="connsiteX34915" y="connsiteY34915"/>
              </a:cxn>
              <a:cxn ang="0">
                <a:pos x="connsiteX34916" y="connsiteY34916"/>
              </a:cxn>
              <a:cxn ang="0">
                <a:pos x="connsiteX34917" y="connsiteY34917"/>
              </a:cxn>
              <a:cxn ang="0">
                <a:pos x="connsiteX34918" y="connsiteY34918"/>
              </a:cxn>
              <a:cxn ang="0">
                <a:pos x="connsiteX34919" y="connsiteY34919"/>
              </a:cxn>
              <a:cxn ang="0">
                <a:pos x="connsiteX34920" y="connsiteY34920"/>
              </a:cxn>
              <a:cxn ang="0">
                <a:pos x="connsiteX34921" y="connsiteY34921"/>
              </a:cxn>
              <a:cxn ang="0">
                <a:pos x="connsiteX34922" y="connsiteY34922"/>
              </a:cxn>
              <a:cxn ang="0">
                <a:pos x="connsiteX34923" y="connsiteY34923"/>
              </a:cxn>
              <a:cxn ang="0">
                <a:pos x="connsiteX34924" y="connsiteY34924"/>
              </a:cxn>
              <a:cxn ang="0">
                <a:pos x="connsiteX34925" y="connsiteY34925"/>
              </a:cxn>
              <a:cxn ang="0">
                <a:pos x="connsiteX34926" y="connsiteY34926"/>
              </a:cxn>
              <a:cxn ang="0">
                <a:pos x="connsiteX34927" y="connsiteY34927"/>
              </a:cxn>
              <a:cxn ang="0">
                <a:pos x="connsiteX34928" y="connsiteY34928"/>
              </a:cxn>
              <a:cxn ang="0">
                <a:pos x="connsiteX34929" y="connsiteY34929"/>
              </a:cxn>
              <a:cxn ang="0">
                <a:pos x="connsiteX34930" y="connsiteY34930"/>
              </a:cxn>
              <a:cxn ang="0">
                <a:pos x="connsiteX34931" y="connsiteY34931"/>
              </a:cxn>
              <a:cxn ang="0">
                <a:pos x="connsiteX34932" y="connsiteY34932"/>
              </a:cxn>
              <a:cxn ang="0">
                <a:pos x="connsiteX34933" y="connsiteY34933"/>
              </a:cxn>
              <a:cxn ang="0">
                <a:pos x="connsiteX34934" y="connsiteY34934"/>
              </a:cxn>
              <a:cxn ang="0">
                <a:pos x="connsiteX34935" y="connsiteY34935"/>
              </a:cxn>
              <a:cxn ang="0">
                <a:pos x="connsiteX34936" y="connsiteY34936"/>
              </a:cxn>
              <a:cxn ang="0">
                <a:pos x="connsiteX34937" y="connsiteY34937"/>
              </a:cxn>
              <a:cxn ang="0">
                <a:pos x="connsiteX34938" y="connsiteY34938"/>
              </a:cxn>
              <a:cxn ang="0">
                <a:pos x="connsiteX34939" y="connsiteY34939"/>
              </a:cxn>
              <a:cxn ang="0">
                <a:pos x="connsiteX34940" y="connsiteY34940"/>
              </a:cxn>
              <a:cxn ang="0">
                <a:pos x="connsiteX34941" y="connsiteY34941"/>
              </a:cxn>
              <a:cxn ang="0">
                <a:pos x="connsiteX34942" y="connsiteY34942"/>
              </a:cxn>
              <a:cxn ang="0">
                <a:pos x="connsiteX34943" y="connsiteY34943"/>
              </a:cxn>
              <a:cxn ang="0">
                <a:pos x="connsiteX34944" y="connsiteY34944"/>
              </a:cxn>
              <a:cxn ang="0">
                <a:pos x="connsiteX34945" y="connsiteY34945"/>
              </a:cxn>
              <a:cxn ang="0">
                <a:pos x="connsiteX34946" y="connsiteY34946"/>
              </a:cxn>
              <a:cxn ang="0">
                <a:pos x="connsiteX34947" y="connsiteY34947"/>
              </a:cxn>
              <a:cxn ang="0">
                <a:pos x="connsiteX34948" y="connsiteY34948"/>
              </a:cxn>
              <a:cxn ang="0">
                <a:pos x="connsiteX34949" y="connsiteY34949"/>
              </a:cxn>
              <a:cxn ang="0">
                <a:pos x="connsiteX34950" y="connsiteY34950"/>
              </a:cxn>
              <a:cxn ang="0">
                <a:pos x="connsiteX34951" y="connsiteY34951"/>
              </a:cxn>
              <a:cxn ang="0">
                <a:pos x="connsiteX34952" y="connsiteY34952"/>
              </a:cxn>
              <a:cxn ang="0">
                <a:pos x="connsiteX34953" y="connsiteY34953"/>
              </a:cxn>
              <a:cxn ang="0">
                <a:pos x="connsiteX34954" y="connsiteY34954"/>
              </a:cxn>
              <a:cxn ang="0">
                <a:pos x="connsiteX34955" y="connsiteY34955"/>
              </a:cxn>
              <a:cxn ang="0">
                <a:pos x="connsiteX34956" y="connsiteY34956"/>
              </a:cxn>
              <a:cxn ang="0">
                <a:pos x="connsiteX34957" y="connsiteY34957"/>
              </a:cxn>
              <a:cxn ang="0">
                <a:pos x="connsiteX34958" y="connsiteY34958"/>
              </a:cxn>
              <a:cxn ang="0">
                <a:pos x="connsiteX34959" y="connsiteY34959"/>
              </a:cxn>
              <a:cxn ang="0">
                <a:pos x="connsiteX34960" y="connsiteY34960"/>
              </a:cxn>
              <a:cxn ang="0">
                <a:pos x="connsiteX34961" y="connsiteY34961"/>
              </a:cxn>
              <a:cxn ang="0">
                <a:pos x="connsiteX34962" y="connsiteY34962"/>
              </a:cxn>
              <a:cxn ang="0">
                <a:pos x="connsiteX34963" y="connsiteY34963"/>
              </a:cxn>
              <a:cxn ang="0">
                <a:pos x="connsiteX34964" y="connsiteY34964"/>
              </a:cxn>
              <a:cxn ang="0">
                <a:pos x="connsiteX34965" y="connsiteY34965"/>
              </a:cxn>
              <a:cxn ang="0">
                <a:pos x="connsiteX34966" y="connsiteY34966"/>
              </a:cxn>
              <a:cxn ang="0">
                <a:pos x="connsiteX34967" y="connsiteY34967"/>
              </a:cxn>
              <a:cxn ang="0">
                <a:pos x="connsiteX34968" y="connsiteY34968"/>
              </a:cxn>
              <a:cxn ang="0">
                <a:pos x="connsiteX34969" y="connsiteY34969"/>
              </a:cxn>
              <a:cxn ang="0">
                <a:pos x="connsiteX34970" y="connsiteY34970"/>
              </a:cxn>
              <a:cxn ang="0">
                <a:pos x="connsiteX34971" y="connsiteY34971"/>
              </a:cxn>
              <a:cxn ang="0">
                <a:pos x="connsiteX34972" y="connsiteY34972"/>
              </a:cxn>
              <a:cxn ang="0">
                <a:pos x="connsiteX34973" y="connsiteY34973"/>
              </a:cxn>
              <a:cxn ang="0">
                <a:pos x="connsiteX34974" y="connsiteY34974"/>
              </a:cxn>
              <a:cxn ang="0">
                <a:pos x="connsiteX34975" y="connsiteY34975"/>
              </a:cxn>
              <a:cxn ang="0">
                <a:pos x="connsiteX34976" y="connsiteY34976"/>
              </a:cxn>
              <a:cxn ang="0">
                <a:pos x="connsiteX34977" y="connsiteY34977"/>
              </a:cxn>
              <a:cxn ang="0">
                <a:pos x="connsiteX34978" y="connsiteY34978"/>
              </a:cxn>
              <a:cxn ang="0">
                <a:pos x="connsiteX34979" y="connsiteY34979"/>
              </a:cxn>
              <a:cxn ang="0">
                <a:pos x="connsiteX34980" y="connsiteY34980"/>
              </a:cxn>
              <a:cxn ang="0">
                <a:pos x="connsiteX34981" y="connsiteY34981"/>
              </a:cxn>
              <a:cxn ang="0">
                <a:pos x="connsiteX34982" y="connsiteY34982"/>
              </a:cxn>
              <a:cxn ang="0">
                <a:pos x="connsiteX34983" y="connsiteY34983"/>
              </a:cxn>
              <a:cxn ang="0">
                <a:pos x="connsiteX34984" y="connsiteY34984"/>
              </a:cxn>
              <a:cxn ang="0">
                <a:pos x="connsiteX34985" y="connsiteY34985"/>
              </a:cxn>
              <a:cxn ang="0">
                <a:pos x="connsiteX34986" y="connsiteY34986"/>
              </a:cxn>
              <a:cxn ang="0">
                <a:pos x="connsiteX34987" y="connsiteY34987"/>
              </a:cxn>
              <a:cxn ang="0">
                <a:pos x="connsiteX34988" y="connsiteY34988"/>
              </a:cxn>
              <a:cxn ang="0">
                <a:pos x="connsiteX34989" y="connsiteY34989"/>
              </a:cxn>
              <a:cxn ang="0">
                <a:pos x="connsiteX34990" y="connsiteY34990"/>
              </a:cxn>
              <a:cxn ang="0">
                <a:pos x="connsiteX34991" y="connsiteY34991"/>
              </a:cxn>
              <a:cxn ang="0">
                <a:pos x="connsiteX34992" y="connsiteY34992"/>
              </a:cxn>
              <a:cxn ang="0">
                <a:pos x="connsiteX34993" y="connsiteY34993"/>
              </a:cxn>
              <a:cxn ang="0">
                <a:pos x="connsiteX34994" y="connsiteY34994"/>
              </a:cxn>
              <a:cxn ang="0">
                <a:pos x="connsiteX34995" y="connsiteY34995"/>
              </a:cxn>
              <a:cxn ang="0">
                <a:pos x="connsiteX34996" y="connsiteY34996"/>
              </a:cxn>
              <a:cxn ang="0">
                <a:pos x="connsiteX34997" y="connsiteY34997"/>
              </a:cxn>
              <a:cxn ang="0">
                <a:pos x="connsiteX34998" y="connsiteY34998"/>
              </a:cxn>
              <a:cxn ang="0">
                <a:pos x="connsiteX34999" y="connsiteY34999"/>
              </a:cxn>
              <a:cxn ang="0">
                <a:pos x="connsiteX35000" y="connsiteY35000"/>
              </a:cxn>
              <a:cxn ang="0">
                <a:pos x="connsiteX35001" y="connsiteY35001"/>
              </a:cxn>
              <a:cxn ang="0">
                <a:pos x="connsiteX35002" y="connsiteY35002"/>
              </a:cxn>
              <a:cxn ang="0">
                <a:pos x="connsiteX35003" y="connsiteY35003"/>
              </a:cxn>
              <a:cxn ang="0">
                <a:pos x="connsiteX35004" y="connsiteY35004"/>
              </a:cxn>
              <a:cxn ang="0">
                <a:pos x="connsiteX35005" y="connsiteY35005"/>
              </a:cxn>
              <a:cxn ang="0">
                <a:pos x="connsiteX35006" y="connsiteY35006"/>
              </a:cxn>
              <a:cxn ang="0">
                <a:pos x="connsiteX35007" y="connsiteY35007"/>
              </a:cxn>
              <a:cxn ang="0">
                <a:pos x="connsiteX35008" y="connsiteY35008"/>
              </a:cxn>
              <a:cxn ang="0">
                <a:pos x="connsiteX35009" y="connsiteY35009"/>
              </a:cxn>
              <a:cxn ang="0">
                <a:pos x="connsiteX35010" y="connsiteY35010"/>
              </a:cxn>
              <a:cxn ang="0">
                <a:pos x="connsiteX35011" y="connsiteY35011"/>
              </a:cxn>
              <a:cxn ang="0">
                <a:pos x="connsiteX35012" y="connsiteY35012"/>
              </a:cxn>
              <a:cxn ang="0">
                <a:pos x="connsiteX35013" y="connsiteY35013"/>
              </a:cxn>
              <a:cxn ang="0">
                <a:pos x="connsiteX35014" y="connsiteY35014"/>
              </a:cxn>
              <a:cxn ang="0">
                <a:pos x="connsiteX35015" y="connsiteY35015"/>
              </a:cxn>
              <a:cxn ang="0">
                <a:pos x="connsiteX35016" y="connsiteY35016"/>
              </a:cxn>
              <a:cxn ang="0">
                <a:pos x="connsiteX35017" y="connsiteY35017"/>
              </a:cxn>
              <a:cxn ang="0">
                <a:pos x="connsiteX35018" y="connsiteY35018"/>
              </a:cxn>
              <a:cxn ang="0">
                <a:pos x="connsiteX35019" y="connsiteY35019"/>
              </a:cxn>
              <a:cxn ang="0">
                <a:pos x="connsiteX35020" y="connsiteY35020"/>
              </a:cxn>
              <a:cxn ang="0">
                <a:pos x="connsiteX35021" y="connsiteY35021"/>
              </a:cxn>
              <a:cxn ang="0">
                <a:pos x="connsiteX35022" y="connsiteY35022"/>
              </a:cxn>
              <a:cxn ang="0">
                <a:pos x="connsiteX35023" y="connsiteY35023"/>
              </a:cxn>
              <a:cxn ang="0">
                <a:pos x="connsiteX35024" y="connsiteY35024"/>
              </a:cxn>
              <a:cxn ang="0">
                <a:pos x="connsiteX35025" y="connsiteY35025"/>
              </a:cxn>
              <a:cxn ang="0">
                <a:pos x="connsiteX35026" y="connsiteY35026"/>
              </a:cxn>
              <a:cxn ang="0">
                <a:pos x="connsiteX35027" y="connsiteY35027"/>
              </a:cxn>
              <a:cxn ang="0">
                <a:pos x="connsiteX35028" y="connsiteY35028"/>
              </a:cxn>
              <a:cxn ang="0">
                <a:pos x="connsiteX35029" y="connsiteY35029"/>
              </a:cxn>
              <a:cxn ang="0">
                <a:pos x="connsiteX35030" y="connsiteY35030"/>
              </a:cxn>
              <a:cxn ang="0">
                <a:pos x="connsiteX35031" y="connsiteY35031"/>
              </a:cxn>
              <a:cxn ang="0">
                <a:pos x="connsiteX35032" y="connsiteY35032"/>
              </a:cxn>
              <a:cxn ang="0">
                <a:pos x="connsiteX35033" y="connsiteY35033"/>
              </a:cxn>
              <a:cxn ang="0">
                <a:pos x="connsiteX35034" y="connsiteY35034"/>
              </a:cxn>
              <a:cxn ang="0">
                <a:pos x="connsiteX35035" y="connsiteY35035"/>
              </a:cxn>
              <a:cxn ang="0">
                <a:pos x="connsiteX35036" y="connsiteY35036"/>
              </a:cxn>
              <a:cxn ang="0">
                <a:pos x="connsiteX35037" y="connsiteY35037"/>
              </a:cxn>
              <a:cxn ang="0">
                <a:pos x="connsiteX35038" y="connsiteY35038"/>
              </a:cxn>
              <a:cxn ang="0">
                <a:pos x="connsiteX35039" y="connsiteY35039"/>
              </a:cxn>
              <a:cxn ang="0">
                <a:pos x="connsiteX35040" y="connsiteY35040"/>
              </a:cxn>
              <a:cxn ang="0">
                <a:pos x="connsiteX35041" y="connsiteY35041"/>
              </a:cxn>
              <a:cxn ang="0">
                <a:pos x="connsiteX35042" y="connsiteY35042"/>
              </a:cxn>
              <a:cxn ang="0">
                <a:pos x="connsiteX35043" y="connsiteY35043"/>
              </a:cxn>
              <a:cxn ang="0">
                <a:pos x="connsiteX35044" y="connsiteY35044"/>
              </a:cxn>
              <a:cxn ang="0">
                <a:pos x="connsiteX35045" y="connsiteY35045"/>
              </a:cxn>
              <a:cxn ang="0">
                <a:pos x="connsiteX35046" y="connsiteY35046"/>
              </a:cxn>
              <a:cxn ang="0">
                <a:pos x="connsiteX35047" y="connsiteY35047"/>
              </a:cxn>
              <a:cxn ang="0">
                <a:pos x="connsiteX35048" y="connsiteY35048"/>
              </a:cxn>
              <a:cxn ang="0">
                <a:pos x="connsiteX35049" y="connsiteY35049"/>
              </a:cxn>
              <a:cxn ang="0">
                <a:pos x="connsiteX35050" y="connsiteY35050"/>
              </a:cxn>
              <a:cxn ang="0">
                <a:pos x="connsiteX35051" y="connsiteY35051"/>
              </a:cxn>
              <a:cxn ang="0">
                <a:pos x="connsiteX35052" y="connsiteY35052"/>
              </a:cxn>
              <a:cxn ang="0">
                <a:pos x="connsiteX35053" y="connsiteY35053"/>
              </a:cxn>
              <a:cxn ang="0">
                <a:pos x="connsiteX35054" y="connsiteY35054"/>
              </a:cxn>
              <a:cxn ang="0">
                <a:pos x="connsiteX35055" y="connsiteY35055"/>
              </a:cxn>
              <a:cxn ang="0">
                <a:pos x="connsiteX35056" y="connsiteY35056"/>
              </a:cxn>
              <a:cxn ang="0">
                <a:pos x="connsiteX35057" y="connsiteY35057"/>
              </a:cxn>
              <a:cxn ang="0">
                <a:pos x="connsiteX35058" y="connsiteY35058"/>
              </a:cxn>
              <a:cxn ang="0">
                <a:pos x="connsiteX35059" y="connsiteY35059"/>
              </a:cxn>
              <a:cxn ang="0">
                <a:pos x="connsiteX35060" y="connsiteY35060"/>
              </a:cxn>
              <a:cxn ang="0">
                <a:pos x="connsiteX35061" y="connsiteY35061"/>
              </a:cxn>
              <a:cxn ang="0">
                <a:pos x="connsiteX35062" y="connsiteY35062"/>
              </a:cxn>
              <a:cxn ang="0">
                <a:pos x="connsiteX35063" y="connsiteY35063"/>
              </a:cxn>
              <a:cxn ang="0">
                <a:pos x="connsiteX35064" y="connsiteY35064"/>
              </a:cxn>
              <a:cxn ang="0">
                <a:pos x="connsiteX35065" y="connsiteY35065"/>
              </a:cxn>
              <a:cxn ang="0">
                <a:pos x="connsiteX35066" y="connsiteY35066"/>
              </a:cxn>
              <a:cxn ang="0">
                <a:pos x="connsiteX35067" y="connsiteY35067"/>
              </a:cxn>
              <a:cxn ang="0">
                <a:pos x="connsiteX35068" y="connsiteY35068"/>
              </a:cxn>
              <a:cxn ang="0">
                <a:pos x="connsiteX35069" y="connsiteY35069"/>
              </a:cxn>
              <a:cxn ang="0">
                <a:pos x="connsiteX35070" y="connsiteY35070"/>
              </a:cxn>
              <a:cxn ang="0">
                <a:pos x="connsiteX35071" y="connsiteY35071"/>
              </a:cxn>
              <a:cxn ang="0">
                <a:pos x="connsiteX35072" y="connsiteY35072"/>
              </a:cxn>
              <a:cxn ang="0">
                <a:pos x="connsiteX35073" y="connsiteY35073"/>
              </a:cxn>
              <a:cxn ang="0">
                <a:pos x="connsiteX35074" y="connsiteY35074"/>
              </a:cxn>
              <a:cxn ang="0">
                <a:pos x="connsiteX35075" y="connsiteY35075"/>
              </a:cxn>
              <a:cxn ang="0">
                <a:pos x="connsiteX35076" y="connsiteY35076"/>
              </a:cxn>
              <a:cxn ang="0">
                <a:pos x="connsiteX35077" y="connsiteY35077"/>
              </a:cxn>
              <a:cxn ang="0">
                <a:pos x="connsiteX35078" y="connsiteY35078"/>
              </a:cxn>
              <a:cxn ang="0">
                <a:pos x="connsiteX35079" y="connsiteY35079"/>
              </a:cxn>
              <a:cxn ang="0">
                <a:pos x="connsiteX35080" y="connsiteY35080"/>
              </a:cxn>
              <a:cxn ang="0">
                <a:pos x="connsiteX35081" y="connsiteY35081"/>
              </a:cxn>
              <a:cxn ang="0">
                <a:pos x="connsiteX35082" y="connsiteY35082"/>
              </a:cxn>
              <a:cxn ang="0">
                <a:pos x="connsiteX35083" y="connsiteY35083"/>
              </a:cxn>
              <a:cxn ang="0">
                <a:pos x="connsiteX35084" y="connsiteY35084"/>
              </a:cxn>
              <a:cxn ang="0">
                <a:pos x="connsiteX35085" y="connsiteY35085"/>
              </a:cxn>
              <a:cxn ang="0">
                <a:pos x="connsiteX35086" y="connsiteY35086"/>
              </a:cxn>
              <a:cxn ang="0">
                <a:pos x="connsiteX35087" y="connsiteY35087"/>
              </a:cxn>
              <a:cxn ang="0">
                <a:pos x="connsiteX35088" y="connsiteY35088"/>
              </a:cxn>
              <a:cxn ang="0">
                <a:pos x="connsiteX35089" y="connsiteY35089"/>
              </a:cxn>
              <a:cxn ang="0">
                <a:pos x="connsiteX35090" y="connsiteY35090"/>
              </a:cxn>
              <a:cxn ang="0">
                <a:pos x="connsiteX35091" y="connsiteY35091"/>
              </a:cxn>
              <a:cxn ang="0">
                <a:pos x="connsiteX35092" y="connsiteY35092"/>
              </a:cxn>
              <a:cxn ang="0">
                <a:pos x="connsiteX35093" y="connsiteY35093"/>
              </a:cxn>
              <a:cxn ang="0">
                <a:pos x="connsiteX35094" y="connsiteY35094"/>
              </a:cxn>
              <a:cxn ang="0">
                <a:pos x="connsiteX35095" y="connsiteY35095"/>
              </a:cxn>
              <a:cxn ang="0">
                <a:pos x="connsiteX35096" y="connsiteY35096"/>
              </a:cxn>
              <a:cxn ang="0">
                <a:pos x="connsiteX35097" y="connsiteY35097"/>
              </a:cxn>
              <a:cxn ang="0">
                <a:pos x="connsiteX35098" y="connsiteY35098"/>
              </a:cxn>
              <a:cxn ang="0">
                <a:pos x="connsiteX35099" y="connsiteY35099"/>
              </a:cxn>
              <a:cxn ang="0">
                <a:pos x="connsiteX35100" y="connsiteY35100"/>
              </a:cxn>
              <a:cxn ang="0">
                <a:pos x="connsiteX35101" y="connsiteY35101"/>
              </a:cxn>
              <a:cxn ang="0">
                <a:pos x="connsiteX35102" y="connsiteY35102"/>
              </a:cxn>
              <a:cxn ang="0">
                <a:pos x="connsiteX35103" y="connsiteY35103"/>
              </a:cxn>
              <a:cxn ang="0">
                <a:pos x="connsiteX35104" y="connsiteY35104"/>
              </a:cxn>
              <a:cxn ang="0">
                <a:pos x="connsiteX35105" y="connsiteY35105"/>
              </a:cxn>
              <a:cxn ang="0">
                <a:pos x="connsiteX35106" y="connsiteY35106"/>
              </a:cxn>
              <a:cxn ang="0">
                <a:pos x="connsiteX35107" y="connsiteY35107"/>
              </a:cxn>
              <a:cxn ang="0">
                <a:pos x="connsiteX35108" y="connsiteY35108"/>
              </a:cxn>
              <a:cxn ang="0">
                <a:pos x="connsiteX35109" y="connsiteY35109"/>
              </a:cxn>
              <a:cxn ang="0">
                <a:pos x="connsiteX35110" y="connsiteY35110"/>
              </a:cxn>
              <a:cxn ang="0">
                <a:pos x="connsiteX35111" y="connsiteY35111"/>
              </a:cxn>
              <a:cxn ang="0">
                <a:pos x="connsiteX35112" y="connsiteY35112"/>
              </a:cxn>
              <a:cxn ang="0">
                <a:pos x="connsiteX35113" y="connsiteY35113"/>
              </a:cxn>
              <a:cxn ang="0">
                <a:pos x="connsiteX35114" y="connsiteY35114"/>
              </a:cxn>
              <a:cxn ang="0">
                <a:pos x="connsiteX35115" y="connsiteY35115"/>
              </a:cxn>
              <a:cxn ang="0">
                <a:pos x="connsiteX35116" y="connsiteY35116"/>
              </a:cxn>
              <a:cxn ang="0">
                <a:pos x="connsiteX35117" y="connsiteY35117"/>
              </a:cxn>
              <a:cxn ang="0">
                <a:pos x="connsiteX35118" y="connsiteY35118"/>
              </a:cxn>
              <a:cxn ang="0">
                <a:pos x="connsiteX35119" y="connsiteY35119"/>
              </a:cxn>
              <a:cxn ang="0">
                <a:pos x="connsiteX35120" y="connsiteY35120"/>
              </a:cxn>
              <a:cxn ang="0">
                <a:pos x="connsiteX35121" y="connsiteY35121"/>
              </a:cxn>
              <a:cxn ang="0">
                <a:pos x="connsiteX35122" y="connsiteY35122"/>
              </a:cxn>
              <a:cxn ang="0">
                <a:pos x="connsiteX35123" y="connsiteY35123"/>
              </a:cxn>
              <a:cxn ang="0">
                <a:pos x="connsiteX35124" y="connsiteY35124"/>
              </a:cxn>
              <a:cxn ang="0">
                <a:pos x="connsiteX35125" y="connsiteY35125"/>
              </a:cxn>
              <a:cxn ang="0">
                <a:pos x="connsiteX35126" y="connsiteY35126"/>
              </a:cxn>
              <a:cxn ang="0">
                <a:pos x="connsiteX35127" y="connsiteY35127"/>
              </a:cxn>
              <a:cxn ang="0">
                <a:pos x="connsiteX35128" y="connsiteY35128"/>
              </a:cxn>
              <a:cxn ang="0">
                <a:pos x="connsiteX35129" y="connsiteY35129"/>
              </a:cxn>
              <a:cxn ang="0">
                <a:pos x="connsiteX35130" y="connsiteY35130"/>
              </a:cxn>
              <a:cxn ang="0">
                <a:pos x="connsiteX35131" y="connsiteY35131"/>
              </a:cxn>
              <a:cxn ang="0">
                <a:pos x="connsiteX35132" y="connsiteY35132"/>
              </a:cxn>
              <a:cxn ang="0">
                <a:pos x="connsiteX35133" y="connsiteY35133"/>
              </a:cxn>
              <a:cxn ang="0">
                <a:pos x="connsiteX35134" y="connsiteY35134"/>
              </a:cxn>
              <a:cxn ang="0">
                <a:pos x="connsiteX35135" y="connsiteY35135"/>
              </a:cxn>
              <a:cxn ang="0">
                <a:pos x="connsiteX35136" y="connsiteY35136"/>
              </a:cxn>
              <a:cxn ang="0">
                <a:pos x="connsiteX35137" y="connsiteY35137"/>
              </a:cxn>
              <a:cxn ang="0">
                <a:pos x="connsiteX35138" y="connsiteY35138"/>
              </a:cxn>
              <a:cxn ang="0">
                <a:pos x="connsiteX35139" y="connsiteY35139"/>
              </a:cxn>
              <a:cxn ang="0">
                <a:pos x="connsiteX35140" y="connsiteY35140"/>
              </a:cxn>
              <a:cxn ang="0">
                <a:pos x="connsiteX35141" y="connsiteY35141"/>
              </a:cxn>
              <a:cxn ang="0">
                <a:pos x="connsiteX35142" y="connsiteY35142"/>
              </a:cxn>
              <a:cxn ang="0">
                <a:pos x="connsiteX35143" y="connsiteY35143"/>
              </a:cxn>
              <a:cxn ang="0">
                <a:pos x="connsiteX35144" y="connsiteY35144"/>
              </a:cxn>
              <a:cxn ang="0">
                <a:pos x="connsiteX35145" y="connsiteY35145"/>
              </a:cxn>
              <a:cxn ang="0">
                <a:pos x="connsiteX35146" y="connsiteY35146"/>
              </a:cxn>
              <a:cxn ang="0">
                <a:pos x="connsiteX35147" y="connsiteY35147"/>
              </a:cxn>
              <a:cxn ang="0">
                <a:pos x="connsiteX35148" y="connsiteY35148"/>
              </a:cxn>
              <a:cxn ang="0">
                <a:pos x="connsiteX35149" y="connsiteY35149"/>
              </a:cxn>
              <a:cxn ang="0">
                <a:pos x="connsiteX35150" y="connsiteY35150"/>
              </a:cxn>
              <a:cxn ang="0">
                <a:pos x="connsiteX35151" y="connsiteY35151"/>
              </a:cxn>
              <a:cxn ang="0">
                <a:pos x="connsiteX35152" y="connsiteY35152"/>
              </a:cxn>
              <a:cxn ang="0">
                <a:pos x="connsiteX35153" y="connsiteY35153"/>
              </a:cxn>
              <a:cxn ang="0">
                <a:pos x="connsiteX35154" y="connsiteY35154"/>
              </a:cxn>
              <a:cxn ang="0">
                <a:pos x="connsiteX35155" y="connsiteY35155"/>
              </a:cxn>
              <a:cxn ang="0">
                <a:pos x="connsiteX35156" y="connsiteY35156"/>
              </a:cxn>
              <a:cxn ang="0">
                <a:pos x="connsiteX35157" y="connsiteY35157"/>
              </a:cxn>
              <a:cxn ang="0">
                <a:pos x="connsiteX35158" y="connsiteY35158"/>
              </a:cxn>
              <a:cxn ang="0">
                <a:pos x="connsiteX35159" y="connsiteY35159"/>
              </a:cxn>
              <a:cxn ang="0">
                <a:pos x="connsiteX35160" y="connsiteY35160"/>
              </a:cxn>
              <a:cxn ang="0">
                <a:pos x="connsiteX35161" y="connsiteY35161"/>
              </a:cxn>
              <a:cxn ang="0">
                <a:pos x="connsiteX35162" y="connsiteY35162"/>
              </a:cxn>
              <a:cxn ang="0">
                <a:pos x="connsiteX35163" y="connsiteY35163"/>
              </a:cxn>
              <a:cxn ang="0">
                <a:pos x="connsiteX35164" y="connsiteY35164"/>
              </a:cxn>
              <a:cxn ang="0">
                <a:pos x="connsiteX35165" y="connsiteY35165"/>
              </a:cxn>
              <a:cxn ang="0">
                <a:pos x="connsiteX35166" y="connsiteY35166"/>
              </a:cxn>
              <a:cxn ang="0">
                <a:pos x="connsiteX35167" y="connsiteY35167"/>
              </a:cxn>
              <a:cxn ang="0">
                <a:pos x="connsiteX35168" y="connsiteY35168"/>
              </a:cxn>
              <a:cxn ang="0">
                <a:pos x="connsiteX35169" y="connsiteY35169"/>
              </a:cxn>
              <a:cxn ang="0">
                <a:pos x="connsiteX35170" y="connsiteY35170"/>
              </a:cxn>
              <a:cxn ang="0">
                <a:pos x="connsiteX35171" y="connsiteY35171"/>
              </a:cxn>
              <a:cxn ang="0">
                <a:pos x="connsiteX35172" y="connsiteY35172"/>
              </a:cxn>
              <a:cxn ang="0">
                <a:pos x="connsiteX35173" y="connsiteY35173"/>
              </a:cxn>
              <a:cxn ang="0">
                <a:pos x="connsiteX35174" y="connsiteY35174"/>
              </a:cxn>
              <a:cxn ang="0">
                <a:pos x="connsiteX35175" y="connsiteY35175"/>
              </a:cxn>
              <a:cxn ang="0">
                <a:pos x="connsiteX35176" y="connsiteY35176"/>
              </a:cxn>
              <a:cxn ang="0">
                <a:pos x="connsiteX35177" y="connsiteY35177"/>
              </a:cxn>
              <a:cxn ang="0">
                <a:pos x="connsiteX35178" y="connsiteY35178"/>
              </a:cxn>
              <a:cxn ang="0">
                <a:pos x="connsiteX35179" y="connsiteY35179"/>
              </a:cxn>
              <a:cxn ang="0">
                <a:pos x="connsiteX35180" y="connsiteY35180"/>
              </a:cxn>
              <a:cxn ang="0">
                <a:pos x="connsiteX35181" y="connsiteY35181"/>
              </a:cxn>
              <a:cxn ang="0">
                <a:pos x="connsiteX35182" y="connsiteY35182"/>
              </a:cxn>
              <a:cxn ang="0">
                <a:pos x="connsiteX35183" y="connsiteY35183"/>
              </a:cxn>
              <a:cxn ang="0">
                <a:pos x="connsiteX35184" y="connsiteY35184"/>
              </a:cxn>
              <a:cxn ang="0">
                <a:pos x="connsiteX35185" y="connsiteY35185"/>
              </a:cxn>
              <a:cxn ang="0">
                <a:pos x="connsiteX35186" y="connsiteY35186"/>
              </a:cxn>
              <a:cxn ang="0">
                <a:pos x="connsiteX35187" y="connsiteY35187"/>
              </a:cxn>
              <a:cxn ang="0">
                <a:pos x="connsiteX35188" y="connsiteY35188"/>
              </a:cxn>
              <a:cxn ang="0">
                <a:pos x="connsiteX35189" y="connsiteY35189"/>
              </a:cxn>
              <a:cxn ang="0">
                <a:pos x="connsiteX35190" y="connsiteY35190"/>
              </a:cxn>
              <a:cxn ang="0">
                <a:pos x="connsiteX35191" y="connsiteY35191"/>
              </a:cxn>
              <a:cxn ang="0">
                <a:pos x="connsiteX35192" y="connsiteY35192"/>
              </a:cxn>
              <a:cxn ang="0">
                <a:pos x="connsiteX35193" y="connsiteY35193"/>
              </a:cxn>
              <a:cxn ang="0">
                <a:pos x="connsiteX35194" y="connsiteY35194"/>
              </a:cxn>
              <a:cxn ang="0">
                <a:pos x="connsiteX35195" y="connsiteY35195"/>
              </a:cxn>
              <a:cxn ang="0">
                <a:pos x="connsiteX35196" y="connsiteY35196"/>
              </a:cxn>
              <a:cxn ang="0">
                <a:pos x="connsiteX35197" y="connsiteY35197"/>
              </a:cxn>
              <a:cxn ang="0">
                <a:pos x="connsiteX35198" y="connsiteY35198"/>
              </a:cxn>
              <a:cxn ang="0">
                <a:pos x="connsiteX35199" y="connsiteY35199"/>
              </a:cxn>
              <a:cxn ang="0">
                <a:pos x="connsiteX35200" y="connsiteY35200"/>
              </a:cxn>
              <a:cxn ang="0">
                <a:pos x="connsiteX35201" y="connsiteY35201"/>
              </a:cxn>
              <a:cxn ang="0">
                <a:pos x="connsiteX35202" y="connsiteY35202"/>
              </a:cxn>
              <a:cxn ang="0">
                <a:pos x="connsiteX35203" y="connsiteY35203"/>
              </a:cxn>
              <a:cxn ang="0">
                <a:pos x="connsiteX35204" y="connsiteY35204"/>
              </a:cxn>
              <a:cxn ang="0">
                <a:pos x="connsiteX35205" y="connsiteY35205"/>
              </a:cxn>
              <a:cxn ang="0">
                <a:pos x="connsiteX35206" y="connsiteY35206"/>
              </a:cxn>
              <a:cxn ang="0">
                <a:pos x="connsiteX35207" y="connsiteY35207"/>
              </a:cxn>
              <a:cxn ang="0">
                <a:pos x="connsiteX35208" y="connsiteY35208"/>
              </a:cxn>
              <a:cxn ang="0">
                <a:pos x="connsiteX35209" y="connsiteY35209"/>
              </a:cxn>
              <a:cxn ang="0">
                <a:pos x="connsiteX35210" y="connsiteY35210"/>
              </a:cxn>
              <a:cxn ang="0">
                <a:pos x="connsiteX35211" y="connsiteY35211"/>
              </a:cxn>
              <a:cxn ang="0">
                <a:pos x="connsiteX35212" y="connsiteY35212"/>
              </a:cxn>
              <a:cxn ang="0">
                <a:pos x="connsiteX35213" y="connsiteY35213"/>
              </a:cxn>
              <a:cxn ang="0">
                <a:pos x="connsiteX35214" y="connsiteY35214"/>
              </a:cxn>
              <a:cxn ang="0">
                <a:pos x="connsiteX35215" y="connsiteY35215"/>
              </a:cxn>
              <a:cxn ang="0">
                <a:pos x="connsiteX35216" y="connsiteY35216"/>
              </a:cxn>
              <a:cxn ang="0">
                <a:pos x="connsiteX35217" y="connsiteY35217"/>
              </a:cxn>
              <a:cxn ang="0">
                <a:pos x="connsiteX35218" y="connsiteY35218"/>
              </a:cxn>
              <a:cxn ang="0">
                <a:pos x="connsiteX35219" y="connsiteY35219"/>
              </a:cxn>
              <a:cxn ang="0">
                <a:pos x="connsiteX35220" y="connsiteY35220"/>
              </a:cxn>
              <a:cxn ang="0">
                <a:pos x="connsiteX35221" y="connsiteY35221"/>
              </a:cxn>
              <a:cxn ang="0">
                <a:pos x="connsiteX35222" y="connsiteY35222"/>
              </a:cxn>
              <a:cxn ang="0">
                <a:pos x="connsiteX35223" y="connsiteY35223"/>
              </a:cxn>
              <a:cxn ang="0">
                <a:pos x="connsiteX35224" y="connsiteY35224"/>
              </a:cxn>
              <a:cxn ang="0">
                <a:pos x="connsiteX35225" y="connsiteY35225"/>
              </a:cxn>
              <a:cxn ang="0">
                <a:pos x="connsiteX35226" y="connsiteY35226"/>
              </a:cxn>
              <a:cxn ang="0">
                <a:pos x="connsiteX35227" y="connsiteY35227"/>
              </a:cxn>
              <a:cxn ang="0">
                <a:pos x="connsiteX35228" y="connsiteY35228"/>
              </a:cxn>
              <a:cxn ang="0">
                <a:pos x="connsiteX35229" y="connsiteY35229"/>
              </a:cxn>
              <a:cxn ang="0">
                <a:pos x="connsiteX35230" y="connsiteY35230"/>
              </a:cxn>
              <a:cxn ang="0">
                <a:pos x="connsiteX35231" y="connsiteY35231"/>
              </a:cxn>
              <a:cxn ang="0">
                <a:pos x="connsiteX35232" y="connsiteY35232"/>
              </a:cxn>
              <a:cxn ang="0">
                <a:pos x="connsiteX35233" y="connsiteY35233"/>
              </a:cxn>
              <a:cxn ang="0">
                <a:pos x="connsiteX35234" y="connsiteY35234"/>
              </a:cxn>
              <a:cxn ang="0">
                <a:pos x="connsiteX35235" y="connsiteY35235"/>
              </a:cxn>
              <a:cxn ang="0">
                <a:pos x="connsiteX35236" y="connsiteY35236"/>
              </a:cxn>
              <a:cxn ang="0">
                <a:pos x="connsiteX35237" y="connsiteY35237"/>
              </a:cxn>
              <a:cxn ang="0">
                <a:pos x="connsiteX35238" y="connsiteY35238"/>
              </a:cxn>
              <a:cxn ang="0">
                <a:pos x="connsiteX35239" y="connsiteY35239"/>
              </a:cxn>
              <a:cxn ang="0">
                <a:pos x="connsiteX35240" y="connsiteY35240"/>
              </a:cxn>
              <a:cxn ang="0">
                <a:pos x="connsiteX35241" y="connsiteY35241"/>
              </a:cxn>
              <a:cxn ang="0">
                <a:pos x="connsiteX35242" y="connsiteY35242"/>
              </a:cxn>
              <a:cxn ang="0">
                <a:pos x="connsiteX35243" y="connsiteY35243"/>
              </a:cxn>
              <a:cxn ang="0">
                <a:pos x="connsiteX35244" y="connsiteY35244"/>
              </a:cxn>
              <a:cxn ang="0">
                <a:pos x="connsiteX35245" y="connsiteY35245"/>
              </a:cxn>
              <a:cxn ang="0">
                <a:pos x="connsiteX35246" y="connsiteY35246"/>
              </a:cxn>
              <a:cxn ang="0">
                <a:pos x="connsiteX35247" y="connsiteY35247"/>
              </a:cxn>
              <a:cxn ang="0">
                <a:pos x="connsiteX35248" y="connsiteY35248"/>
              </a:cxn>
              <a:cxn ang="0">
                <a:pos x="connsiteX35249" y="connsiteY35249"/>
              </a:cxn>
              <a:cxn ang="0">
                <a:pos x="connsiteX35250" y="connsiteY35250"/>
              </a:cxn>
              <a:cxn ang="0">
                <a:pos x="connsiteX35251" y="connsiteY35251"/>
              </a:cxn>
              <a:cxn ang="0">
                <a:pos x="connsiteX35252" y="connsiteY35252"/>
              </a:cxn>
              <a:cxn ang="0">
                <a:pos x="connsiteX35253" y="connsiteY35253"/>
              </a:cxn>
              <a:cxn ang="0">
                <a:pos x="connsiteX35254" y="connsiteY35254"/>
              </a:cxn>
              <a:cxn ang="0">
                <a:pos x="connsiteX35255" y="connsiteY35255"/>
              </a:cxn>
              <a:cxn ang="0">
                <a:pos x="connsiteX35256" y="connsiteY35256"/>
              </a:cxn>
              <a:cxn ang="0">
                <a:pos x="connsiteX35257" y="connsiteY35257"/>
              </a:cxn>
              <a:cxn ang="0">
                <a:pos x="connsiteX35258" y="connsiteY35258"/>
              </a:cxn>
              <a:cxn ang="0">
                <a:pos x="connsiteX35259" y="connsiteY35259"/>
              </a:cxn>
              <a:cxn ang="0">
                <a:pos x="connsiteX35260" y="connsiteY35260"/>
              </a:cxn>
              <a:cxn ang="0">
                <a:pos x="connsiteX35261" y="connsiteY35261"/>
              </a:cxn>
              <a:cxn ang="0">
                <a:pos x="connsiteX35262" y="connsiteY35262"/>
              </a:cxn>
              <a:cxn ang="0">
                <a:pos x="connsiteX35263" y="connsiteY35263"/>
              </a:cxn>
              <a:cxn ang="0">
                <a:pos x="connsiteX35264" y="connsiteY35264"/>
              </a:cxn>
              <a:cxn ang="0">
                <a:pos x="connsiteX35265" y="connsiteY35265"/>
              </a:cxn>
              <a:cxn ang="0">
                <a:pos x="connsiteX35266" y="connsiteY35266"/>
              </a:cxn>
              <a:cxn ang="0">
                <a:pos x="connsiteX35267" y="connsiteY35267"/>
              </a:cxn>
              <a:cxn ang="0">
                <a:pos x="connsiteX35268" y="connsiteY35268"/>
              </a:cxn>
              <a:cxn ang="0">
                <a:pos x="connsiteX35269" y="connsiteY35269"/>
              </a:cxn>
              <a:cxn ang="0">
                <a:pos x="connsiteX35270" y="connsiteY35270"/>
              </a:cxn>
              <a:cxn ang="0">
                <a:pos x="connsiteX35271" y="connsiteY35271"/>
              </a:cxn>
              <a:cxn ang="0">
                <a:pos x="connsiteX35272" y="connsiteY35272"/>
              </a:cxn>
              <a:cxn ang="0">
                <a:pos x="connsiteX35273" y="connsiteY35273"/>
              </a:cxn>
              <a:cxn ang="0">
                <a:pos x="connsiteX35274" y="connsiteY35274"/>
              </a:cxn>
              <a:cxn ang="0">
                <a:pos x="connsiteX35275" y="connsiteY35275"/>
              </a:cxn>
              <a:cxn ang="0">
                <a:pos x="connsiteX35276" y="connsiteY35276"/>
              </a:cxn>
              <a:cxn ang="0">
                <a:pos x="connsiteX35277" y="connsiteY35277"/>
              </a:cxn>
              <a:cxn ang="0">
                <a:pos x="connsiteX35278" y="connsiteY35278"/>
              </a:cxn>
              <a:cxn ang="0">
                <a:pos x="connsiteX35279" y="connsiteY35279"/>
              </a:cxn>
              <a:cxn ang="0">
                <a:pos x="connsiteX35280" y="connsiteY35280"/>
              </a:cxn>
              <a:cxn ang="0">
                <a:pos x="connsiteX35281" y="connsiteY35281"/>
              </a:cxn>
              <a:cxn ang="0">
                <a:pos x="connsiteX35282" y="connsiteY35282"/>
              </a:cxn>
              <a:cxn ang="0">
                <a:pos x="connsiteX35283" y="connsiteY35283"/>
              </a:cxn>
              <a:cxn ang="0">
                <a:pos x="connsiteX35284" y="connsiteY35284"/>
              </a:cxn>
              <a:cxn ang="0">
                <a:pos x="connsiteX35285" y="connsiteY35285"/>
              </a:cxn>
              <a:cxn ang="0">
                <a:pos x="connsiteX35286" y="connsiteY35286"/>
              </a:cxn>
              <a:cxn ang="0">
                <a:pos x="connsiteX35287" y="connsiteY35287"/>
              </a:cxn>
              <a:cxn ang="0">
                <a:pos x="connsiteX35288" y="connsiteY35288"/>
              </a:cxn>
              <a:cxn ang="0">
                <a:pos x="connsiteX35289" y="connsiteY35289"/>
              </a:cxn>
              <a:cxn ang="0">
                <a:pos x="connsiteX35290" y="connsiteY35290"/>
              </a:cxn>
              <a:cxn ang="0">
                <a:pos x="connsiteX35291" y="connsiteY35291"/>
              </a:cxn>
              <a:cxn ang="0">
                <a:pos x="connsiteX35292" y="connsiteY35292"/>
              </a:cxn>
              <a:cxn ang="0">
                <a:pos x="connsiteX35293" y="connsiteY35293"/>
              </a:cxn>
              <a:cxn ang="0">
                <a:pos x="connsiteX35294" y="connsiteY35294"/>
              </a:cxn>
              <a:cxn ang="0">
                <a:pos x="connsiteX35295" y="connsiteY35295"/>
              </a:cxn>
              <a:cxn ang="0">
                <a:pos x="connsiteX35296" y="connsiteY35296"/>
              </a:cxn>
              <a:cxn ang="0">
                <a:pos x="connsiteX35297" y="connsiteY35297"/>
              </a:cxn>
              <a:cxn ang="0">
                <a:pos x="connsiteX35298" y="connsiteY35298"/>
              </a:cxn>
              <a:cxn ang="0">
                <a:pos x="connsiteX35299" y="connsiteY35299"/>
              </a:cxn>
              <a:cxn ang="0">
                <a:pos x="connsiteX35300" y="connsiteY35300"/>
              </a:cxn>
              <a:cxn ang="0">
                <a:pos x="connsiteX35301" y="connsiteY35301"/>
              </a:cxn>
              <a:cxn ang="0">
                <a:pos x="connsiteX35302" y="connsiteY35302"/>
              </a:cxn>
              <a:cxn ang="0">
                <a:pos x="connsiteX35303" y="connsiteY35303"/>
              </a:cxn>
              <a:cxn ang="0">
                <a:pos x="connsiteX35304" y="connsiteY35304"/>
              </a:cxn>
              <a:cxn ang="0">
                <a:pos x="connsiteX35305" y="connsiteY35305"/>
              </a:cxn>
              <a:cxn ang="0">
                <a:pos x="connsiteX35306" y="connsiteY35306"/>
              </a:cxn>
              <a:cxn ang="0">
                <a:pos x="connsiteX35307" y="connsiteY35307"/>
              </a:cxn>
              <a:cxn ang="0">
                <a:pos x="connsiteX35308" y="connsiteY35308"/>
              </a:cxn>
              <a:cxn ang="0">
                <a:pos x="connsiteX35309" y="connsiteY35309"/>
              </a:cxn>
              <a:cxn ang="0">
                <a:pos x="connsiteX35310" y="connsiteY35310"/>
              </a:cxn>
              <a:cxn ang="0">
                <a:pos x="connsiteX35311" y="connsiteY35311"/>
              </a:cxn>
              <a:cxn ang="0">
                <a:pos x="connsiteX35312" y="connsiteY35312"/>
              </a:cxn>
              <a:cxn ang="0">
                <a:pos x="connsiteX35313" y="connsiteY35313"/>
              </a:cxn>
              <a:cxn ang="0">
                <a:pos x="connsiteX35314" y="connsiteY35314"/>
              </a:cxn>
              <a:cxn ang="0">
                <a:pos x="connsiteX35315" y="connsiteY35315"/>
              </a:cxn>
              <a:cxn ang="0">
                <a:pos x="connsiteX35316" y="connsiteY35316"/>
              </a:cxn>
              <a:cxn ang="0">
                <a:pos x="connsiteX35317" y="connsiteY35317"/>
              </a:cxn>
              <a:cxn ang="0">
                <a:pos x="connsiteX35318" y="connsiteY35318"/>
              </a:cxn>
              <a:cxn ang="0">
                <a:pos x="connsiteX35319" y="connsiteY35319"/>
              </a:cxn>
              <a:cxn ang="0">
                <a:pos x="connsiteX35320" y="connsiteY35320"/>
              </a:cxn>
              <a:cxn ang="0">
                <a:pos x="connsiteX35321" y="connsiteY35321"/>
              </a:cxn>
              <a:cxn ang="0">
                <a:pos x="connsiteX35322" y="connsiteY35322"/>
              </a:cxn>
              <a:cxn ang="0">
                <a:pos x="connsiteX35323" y="connsiteY35323"/>
              </a:cxn>
              <a:cxn ang="0">
                <a:pos x="connsiteX35324" y="connsiteY35324"/>
              </a:cxn>
              <a:cxn ang="0">
                <a:pos x="connsiteX35325" y="connsiteY35325"/>
              </a:cxn>
              <a:cxn ang="0">
                <a:pos x="connsiteX35326" y="connsiteY35326"/>
              </a:cxn>
              <a:cxn ang="0">
                <a:pos x="connsiteX35327" y="connsiteY35327"/>
              </a:cxn>
              <a:cxn ang="0">
                <a:pos x="connsiteX35328" y="connsiteY35328"/>
              </a:cxn>
              <a:cxn ang="0">
                <a:pos x="connsiteX35329" y="connsiteY35329"/>
              </a:cxn>
              <a:cxn ang="0">
                <a:pos x="connsiteX35330" y="connsiteY35330"/>
              </a:cxn>
              <a:cxn ang="0">
                <a:pos x="connsiteX35331" y="connsiteY35331"/>
              </a:cxn>
              <a:cxn ang="0">
                <a:pos x="connsiteX35332" y="connsiteY35332"/>
              </a:cxn>
              <a:cxn ang="0">
                <a:pos x="connsiteX35333" y="connsiteY35333"/>
              </a:cxn>
              <a:cxn ang="0">
                <a:pos x="connsiteX35334" y="connsiteY35334"/>
              </a:cxn>
              <a:cxn ang="0">
                <a:pos x="connsiteX35335" y="connsiteY35335"/>
              </a:cxn>
              <a:cxn ang="0">
                <a:pos x="connsiteX35336" y="connsiteY35336"/>
              </a:cxn>
              <a:cxn ang="0">
                <a:pos x="connsiteX35337" y="connsiteY35337"/>
              </a:cxn>
              <a:cxn ang="0">
                <a:pos x="connsiteX35338" y="connsiteY35338"/>
              </a:cxn>
              <a:cxn ang="0">
                <a:pos x="connsiteX35339" y="connsiteY35339"/>
              </a:cxn>
              <a:cxn ang="0">
                <a:pos x="connsiteX35340" y="connsiteY35340"/>
              </a:cxn>
              <a:cxn ang="0">
                <a:pos x="connsiteX35341" y="connsiteY35341"/>
              </a:cxn>
              <a:cxn ang="0">
                <a:pos x="connsiteX35342" y="connsiteY35342"/>
              </a:cxn>
              <a:cxn ang="0">
                <a:pos x="connsiteX35343" y="connsiteY35343"/>
              </a:cxn>
              <a:cxn ang="0">
                <a:pos x="connsiteX35344" y="connsiteY35344"/>
              </a:cxn>
              <a:cxn ang="0">
                <a:pos x="connsiteX35345" y="connsiteY35345"/>
              </a:cxn>
              <a:cxn ang="0">
                <a:pos x="connsiteX35346" y="connsiteY35346"/>
              </a:cxn>
              <a:cxn ang="0">
                <a:pos x="connsiteX35347" y="connsiteY35347"/>
              </a:cxn>
              <a:cxn ang="0">
                <a:pos x="connsiteX35348" y="connsiteY35348"/>
              </a:cxn>
              <a:cxn ang="0">
                <a:pos x="connsiteX35349" y="connsiteY35349"/>
              </a:cxn>
              <a:cxn ang="0">
                <a:pos x="connsiteX35350" y="connsiteY35350"/>
              </a:cxn>
              <a:cxn ang="0">
                <a:pos x="connsiteX35351" y="connsiteY35351"/>
              </a:cxn>
              <a:cxn ang="0">
                <a:pos x="connsiteX35352" y="connsiteY35352"/>
              </a:cxn>
              <a:cxn ang="0">
                <a:pos x="connsiteX35353" y="connsiteY35353"/>
              </a:cxn>
              <a:cxn ang="0">
                <a:pos x="connsiteX35354" y="connsiteY35354"/>
              </a:cxn>
              <a:cxn ang="0">
                <a:pos x="connsiteX35355" y="connsiteY35355"/>
              </a:cxn>
              <a:cxn ang="0">
                <a:pos x="connsiteX35356" y="connsiteY35356"/>
              </a:cxn>
              <a:cxn ang="0">
                <a:pos x="connsiteX35357" y="connsiteY35357"/>
              </a:cxn>
              <a:cxn ang="0">
                <a:pos x="connsiteX35358" y="connsiteY35358"/>
              </a:cxn>
              <a:cxn ang="0">
                <a:pos x="connsiteX35359" y="connsiteY35359"/>
              </a:cxn>
              <a:cxn ang="0">
                <a:pos x="connsiteX35360" y="connsiteY35360"/>
              </a:cxn>
              <a:cxn ang="0">
                <a:pos x="connsiteX35361" y="connsiteY35361"/>
              </a:cxn>
              <a:cxn ang="0">
                <a:pos x="connsiteX35362" y="connsiteY35362"/>
              </a:cxn>
              <a:cxn ang="0">
                <a:pos x="connsiteX35363" y="connsiteY35363"/>
              </a:cxn>
              <a:cxn ang="0">
                <a:pos x="connsiteX35364" y="connsiteY35364"/>
              </a:cxn>
              <a:cxn ang="0">
                <a:pos x="connsiteX35365" y="connsiteY35365"/>
              </a:cxn>
              <a:cxn ang="0">
                <a:pos x="connsiteX35366" y="connsiteY35366"/>
              </a:cxn>
              <a:cxn ang="0">
                <a:pos x="connsiteX35367" y="connsiteY35367"/>
              </a:cxn>
              <a:cxn ang="0">
                <a:pos x="connsiteX35368" y="connsiteY35368"/>
              </a:cxn>
              <a:cxn ang="0">
                <a:pos x="connsiteX35369" y="connsiteY35369"/>
              </a:cxn>
              <a:cxn ang="0">
                <a:pos x="connsiteX35370" y="connsiteY35370"/>
              </a:cxn>
              <a:cxn ang="0">
                <a:pos x="connsiteX35371" y="connsiteY35371"/>
              </a:cxn>
              <a:cxn ang="0">
                <a:pos x="connsiteX35372" y="connsiteY35372"/>
              </a:cxn>
              <a:cxn ang="0">
                <a:pos x="connsiteX35373" y="connsiteY35373"/>
              </a:cxn>
              <a:cxn ang="0">
                <a:pos x="connsiteX35374" y="connsiteY35374"/>
              </a:cxn>
              <a:cxn ang="0">
                <a:pos x="connsiteX35375" y="connsiteY35375"/>
              </a:cxn>
              <a:cxn ang="0">
                <a:pos x="connsiteX35376" y="connsiteY35376"/>
              </a:cxn>
              <a:cxn ang="0">
                <a:pos x="connsiteX35377" y="connsiteY35377"/>
              </a:cxn>
              <a:cxn ang="0">
                <a:pos x="connsiteX35378" y="connsiteY35378"/>
              </a:cxn>
              <a:cxn ang="0">
                <a:pos x="connsiteX35379" y="connsiteY35379"/>
              </a:cxn>
              <a:cxn ang="0">
                <a:pos x="connsiteX35380" y="connsiteY35380"/>
              </a:cxn>
              <a:cxn ang="0">
                <a:pos x="connsiteX35381" y="connsiteY35381"/>
              </a:cxn>
              <a:cxn ang="0">
                <a:pos x="connsiteX35382" y="connsiteY35382"/>
              </a:cxn>
              <a:cxn ang="0">
                <a:pos x="connsiteX35383" y="connsiteY35383"/>
              </a:cxn>
              <a:cxn ang="0">
                <a:pos x="connsiteX35384" y="connsiteY35384"/>
              </a:cxn>
              <a:cxn ang="0">
                <a:pos x="connsiteX35385" y="connsiteY35385"/>
              </a:cxn>
              <a:cxn ang="0">
                <a:pos x="connsiteX35386" y="connsiteY35386"/>
              </a:cxn>
              <a:cxn ang="0">
                <a:pos x="connsiteX35387" y="connsiteY35387"/>
              </a:cxn>
              <a:cxn ang="0">
                <a:pos x="connsiteX35388" y="connsiteY35388"/>
              </a:cxn>
              <a:cxn ang="0">
                <a:pos x="connsiteX35389" y="connsiteY35389"/>
              </a:cxn>
              <a:cxn ang="0">
                <a:pos x="connsiteX35390" y="connsiteY35390"/>
              </a:cxn>
              <a:cxn ang="0">
                <a:pos x="connsiteX35391" y="connsiteY35391"/>
              </a:cxn>
              <a:cxn ang="0">
                <a:pos x="connsiteX35392" y="connsiteY35392"/>
              </a:cxn>
              <a:cxn ang="0">
                <a:pos x="connsiteX35393" y="connsiteY35393"/>
              </a:cxn>
              <a:cxn ang="0">
                <a:pos x="connsiteX35394" y="connsiteY35394"/>
              </a:cxn>
              <a:cxn ang="0">
                <a:pos x="connsiteX35395" y="connsiteY35395"/>
              </a:cxn>
              <a:cxn ang="0">
                <a:pos x="connsiteX35396" y="connsiteY35396"/>
              </a:cxn>
              <a:cxn ang="0">
                <a:pos x="connsiteX35397" y="connsiteY35397"/>
              </a:cxn>
              <a:cxn ang="0">
                <a:pos x="connsiteX35398" y="connsiteY35398"/>
              </a:cxn>
              <a:cxn ang="0">
                <a:pos x="connsiteX35399" y="connsiteY35399"/>
              </a:cxn>
              <a:cxn ang="0">
                <a:pos x="connsiteX35400" y="connsiteY35400"/>
              </a:cxn>
              <a:cxn ang="0">
                <a:pos x="connsiteX35401" y="connsiteY35401"/>
              </a:cxn>
              <a:cxn ang="0">
                <a:pos x="connsiteX35402" y="connsiteY35402"/>
              </a:cxn>
              <a:cxn ang="0">
                <a:pos x="connsiteX35403" y="connsiteY35403"/>
              </a:cxn>
              <a:cxn ang="0">
                <a:pos x="connsiteX35404" y="connsiteY35404"/>
              </a:cxn>
              <a:cxn ang="0">
                <a:pos x="connsiteX35405" y="connsiteY35405"/>
              </a:cxn>
              <a:cxn ang="0">
                <a:pos x="connsiteX35406" y="connsiteY35406"/>
              </a:cxn>
              <a:cxn ang="0">
                <a:pos x="connsiteX35407" y="connsiteY35407"/>
              </a:cxn>
              <a:cxn ang="0">
                <a:pos x="connsiteX35408" y="connsiteY35408"/>
              </a:cxn>
              <a:cxn ang="0">
                <a:pos x="connsiteX35409" y="connsiteY35409"/>
              </a:cxn>
              <a:cxn ang="0">
                <a:pos x="connsiteX35410" y="connsiteY35410"/>
              </a:cxn>
              <a:cxn ang="0">
                <a:pos x="connsiteX35411" y="connsiteY35411"/>
              </a:cxn>
              <a:cxn ang="0">
                <a:pos x="connsiteX35412" y="connsiteY35412"/>
              </a:cxn>
              <a:cxn ang="0">
                <a:pos x="connsiteX35413" y="connsiteY35413"/>
              </a:cxn>
              <a:cxn ang="0">
                <a:pos x="connsiteX35414" y="connsiteY35414"/>
              </a:cxn>
              <a:cxn ang="0">
                <a:pos x="connsiteX35415" y="connsiteY35415"/>
              </a:cxn>
              <a:cxn ang="0">
                <a:pos x="connsiteX35416" y="connsiteY35416"/>
              </a:cxn>
              <a:cxn ang="0">
                <a:pos x="connsiteX35417" y="connsiteY35417"/>
              </a:cxn>
              <a:cxn ang="0">
                <a:pos x="connsiteX35418" y="connsiteY35418"/>
              </a:cxn>
              <a:cxn ang="0">
                <a:pos x="connsiteX35419" y="connsiteY35419"/>
              </a:cxn>
              <a:cxn ang="0">
                <a:pos x="connsiteX35420" y="connsiteY35420"/>
              </a:cxn>
              <a:cxn ang="0">
                <a:pos x="connsiteX35421" y="connsiteY35421"/>
              </a:cxn>
              <a:cxn ang="0">
                <a:pos x="connsiteX35422" y="connsiteY35422"/>
              </a:cxn>
              <a:cxn ang="0">
                <a:pos x="connsiteX35423" y="connsiteY35423"/>
              </a:cxn>
              <a:cxn ang="0">
                <a:pos x="connsiteX35424" y="connsiteY35424"/>
              </a:cxn>
              <a:cxn ang="0">
                <a:pos x="connsiteX35425" y="connsiteY35425"/>
              </a:cxn>
              <a:cxn ang="0">
                <a:pos x="connsiteX35426" y="connsiteY35426"/>
              </a:cxn>
              <a:cxn ang="0">
                <a:pos x="connsiteX35427" y="connsiteY35427"/>
              </a:cxn>
              <a:cxn ang="0">
                <a:pos x="connsiteX35428" y="connsiteY35428"/>
              </a:cxn>
              <a:cxn ang="0">
                <a:pos x="connsiteX35429" y="connsiteY35429"/>
              </a:cxn>
              <a:cxn ang="0">
                <a:pos x="connsiteX35430" y="connsiteY35430"/>
              </a:cxn>
              <a:cxn ang="0">
                <a:pos x="connsiteX35431" y="connsiteY35431"/>
              </a:cxn>
              <a:cxn ang="0">
                <a:pos x="connsiteX35432" y="connsiteY35432"/>
              </a:cxn>
              <a:cxn ang="0">
                <a:pos x="connsiteX35433" y="connsiteY35433"/>
              </a:cxn>
              <a:cxn ang="0">
                <a:pos x="connsiteX35434" y="connsiteY35434"/>
              </a:cxn>
              <a:cxn ang="0">
                <a:pos x="connsiteX35435" y="connsiteY35435"/>
              </a:cxn>
              <a:cxn ang="0">
                <a:pos x="connsiteX35436" y="connsiteY35436"/>
              </a:cxn>
              <a:cxn ang="0">
                <a:pos x="connsiteX35437" y="connsiteY35437"/>
              </a:cxn>
              <a:cxn ang="0">
                <a:pos x="connsiteX35438" y="connsiteY35438"/>
              </a:cxn>
              <a:cxn ang="0">
                <a:pos x="connsiteX35439" y="connsiteY35439"/>
              </a:cxn>
              <a:cxn ang="0">
                <a:pos x="connsiteX35440" y="connsiteY35440"/>
              </a:cxn>
              <a:cxn ang="0">
                <a:pos x="connsiteX35441" y="connsiteY35441"/>
              </a:cxn>
              <a:cxn ang="0">
                <a:pos x="connsiteX35442" y="connsiteY35442"/>
              </a:cxn>
              <a:cxn ang="0">
                <a:pos x="connsiteX35443" y="connsiteY35443"/>
              </a:cxn>
              <a:cxn ang="0">
                <a:pos x="connsiteX35444" y="connsiteY35444"/>
              </a:cxn>
              <a:cxn ang="0">
                <a:pos x="connsiteX35445" y="connsiteY35445"/>
              </a:cxn>
              <a:cxn ang="0">
                <a:pos x="connsiteX35446" y="connsiteY35446"/>
              </a:cxn>
              <a:cxn ang="0">
                <a:pos x="connsiteX35447" y="connsiteY35447"/>
              </a:cxn>
              <a:cxn ang="0">
                <a:pos x="connsiteX35448" y="connsiteY35448"/>
              </a:cxn>
              <a:cxn ang="0">
                <a:pos x="connsiteX35449" y="connsiteY35449"/>
              </a:cxn>
              <a:cxn ang="0">
                <a:pos x="connsiteX35450" y="connsiteY35450"/>
              </a:cxn>
              <a:cxn ang="0">
                <a:pos x="connsiteX35451" y="connsiteY35451"/>
              </a:cxn>
              <a:cxn ang="0">
                <a:pos x="connsiteX35452" y="connsiteY35452"/>
              </a:cxn>
              <a:cxn ang="0">
                <a:pos x="connsiteX35453" y="connsiteY35453"/>
              </a:cxn>
              <a:cxn ang="0">
                <a:pos x="connsiteX35454" y="connsiteY35454"/>
              </a:cxn>
              <a:cxn ang="0">
                <a:pos x="connsiteX35455" y="connsiteY35455"/>
              </a:cxn>
              <a:cxn ang="0">
                <a:pos x="connsiteX35456" y="connsiteY35456"/>
              </a:cxn>
              <a:cxn ang="0">
                <a:pos x="connsiteX35457" y="connsiteY35457"/>
              </a:cxn>
              <a:cxn ang="0">
                <a:pos x="connsiteX35458" y="connsiteY35458"/>
              </a:cxn>
              <a:cxn ang="0">
                <a:pos x="connsiteX35459" y="connsiteY35459"/>
              </a:cxn>
              <a:cxn ang="0">
                <a:pos x="connsiteX35460" y="connsiteY35460"/>
              </a:cxn>
              <a:cxn ang="0">
                <a:pos x="connsiteX35461" y="connsiteY35461"/>
              </a:cxn>
              <a:cxn ang="0">
                <a:pos x="connsiteX35462" y="connsiteY35462"/>
              </a:cxn>
              <a:cxn ang="0">
                <a:pos x="connsiteX35463" y="connsiteY35463"/>
              </a:cxn>
              <a:cxn ang="0">
                <a:pos x="connsiteX35464" y="connsiteY35464"/>
              </a:cxn>
              <a:cxn ang="0">
                <a:pos x="connsiteX35465" y="connsiteY35465"/>
              </a:cxn>
              <a:cxn ang="0">
                <a:pos x="connsiteX35466" y="connsiteY35466"/>
              </a:cxn>
              <a:cxn ang="0">
                <a:pos x="connsiteX35467" y="connsiteY35467"/>
              </a:cxn>
              <a:cxn ang="0">
                <a:pos x="connsiteX35468" y="connsiteY35468"/>
              </a:cxn>
              <a:cxn ang="0">
                <a:pos x="connsiteX35469" y="connsiteY35469"/>
              </a:cxn>
              <a:cxn ang="0">
                <a:pos x="connsiteX35470" y="connsiteY35470"/>
              </a:cxn>
              <a:cxn ang="0">
                <a:pos x="connsiteX35471" y="connsiteY35471"/>
              </a:cxn>
              <a:cxn ang="0">
                <a:pos x="connsiteX35472" y="connsiteY35472"/>
              </a:cxn>
              <a:cxn ang="0">
                <a:pos x="connsiteX35473" y="connsiteY35473"/>
              </a:cxn>
              <a:cxn ang="0">
                <a:pos x="connsiteX35474" y="connsiteY35474"/>
              </a:cxn>
              <a:cxn ang="0">
                <a:pos x="connsiteX35475" y="connsiteY35475"/>
              </a:cxn>
              <a:cxn ang="0">
                <a:pos x="connsiteX35476" y="connsiteY35476"/>
              </a:cxn>
              <a:cxn ang="0">
                <a:pos x="connsiteX35477" y="connsiteY35477"/>
              </a:cxn>
              <a:cxn ang="0">
                <a:pos x="connsiteX35478" y="connsiteY35478"/>
              </a:cxn>
              <a:cxn ang="0">
                <a:pos x="connsiteX35479" y="connsiteY35479"/>
              </a:cxn>
              <a:cxn ang="0">
                <a:pos x="connsiteX35480" y="connsiteY35480"/>
              </a:cxn>
              <a:cxn ang="0">
                <a:pos x="connsiteX35481" y="connsiteY35481"/>
              </a:cxn>
              <a:cxn ang="0">
                <a:pos x="connsiteX35482" y="connsiteY35482"/>
              </a:cxn>
              <a:cxn ang="0">
                <a:pos x="connsiteX35483" y="connsiteY35483"/>
              </a:cxn>
              <a:cxn ang="0">
                <a:pos x="connsiteX35484" y="connsiteY35484"/>
              </a:cxn>
              <a:cxn ang="0">
                <a:pos x="connsiteX35485" y="connsiteY35485"/>
              </a:cxn>
              <a:cxn ang="0">
                <a:pos x="connsiteX35486" y="connsiteY35486"/>
              </a:cxn>
              <a:cxn ang="0">
                <a:pos x="connsiteX35487" y="connsiteY35487"/>
              </a:cxn>
              <a:cxn ang="0">
                <a:pos x="connsiteX35488" y="connsiteY35488"/>
              </a:cxn>
              <a:cxn ang="0">
                <a:pos x="connsiteX35489" y="connsiteY35489"/>
              </a:cxn>
              <a:cxn ang="0">
                <a:pos x="connsiteX35490" y="connsiteY35490"/>
              </a:cxn>
              <a:cxn ang="0">
                <a:pos x="connsiteX35491" y="connsiteY35491"/>
              </a:cxn>
              <a:cxn ang="0">
                <a:pos x="connsiteX35492" y="connsiteY35492"/>
              </a:cxn>
              <a:cxn ang="0">
                <a:pos x="connsiteX35493" y="connsiteY35493"/>
              </a:cxn>
              <a:cxn ang="0">
                <a:pos x="connsiteX35494" y="connsiteY35494"/>
              </a:cxn>
              <a:cxn ang="0">
                <a:pos x="connsiteX35495" y="connsiteY35495"/>
              </a:cxn>
              <a:cxn ang="0">
                <a:pos x="connsiteX35496" y="connsiteY35496"/>
              </a:cxn>
              <a:cxn ang="0">
                <a:pos x="connsiteX35497" y="connsiteY35497"/>
              </a:cxn>
              <a:cxn ang="0">
                <a:pos x="connsiteX35498" y="connsiteY35498"/>
              </a:cxn>
              <a:cxn ang="0">
                <a:pos x="connsiteX35499" y="connsiteY35499"/>
              </a:cxn>
              <a:cxn ang="0">
                <a:pos x="connsiteX35500" y="connsiteY35500"/>
              </a:cxn>
              <a:cxn ang="0">
                <a:pos x="connsiteX35501" y="connsiteY35501"/>
              </a:cxn>
              <a:cxn ang="0">
                <a:pos x="connsiteX35502" y="connsiteY35502"/>
              </a:cxn>
              <a:cxn ang="0">
                <a:pos x="connsiteX35503" y="connsiteY35503"/>
              </a:cxn>
              <a:cxn ang="0">
                <a:pos x="connsiteX35504" y="connsiteY35504"/>
              </a:cxn>
              <a:cxn ang="0">
                <a:pos x="connsiteX35505" y="connsiteY35505"/>
              </a:cxn>
              <a:cxn ang="0">
                <a:pos x="connsiteX35506" y="connsiteY35506"/>
              </a:cxn>
              <a:cxn ang="0">
                <a:pos x="connsiteX35507" y="connsiteY35507"/>
              </a:cxn>
              <a:cxn ang="0">
                <a:pos x="connsiteX35508" y="connsiteY35508"/>
              </a:cxn>
              <a:cxn ang="0">
                <a:pos x="connsiteX35509" y="connsiteY35509"/>
              </a:cxn>
              <a:cxn ang="0">
                <a:pos x="connsiteX35510" y="connsiteY35510"/>
              </a:cxn>
              <a:cxn ang="0">
                <a:pos x="connsiteX35511" y="connsiteY35511"/>
              </a:cxn>
              <a:cxn ang="0">
                <a:pos x="connsiteX35512" y="connsiteY35512"/>
              </a:cxn>
              <a:cxn ang="0">
                <a:pos x="connsiteX35513" y="connsiteY35513"/>
              </a:cxn>
              <a:cxn ang="0">
                <a:pos x="connsiteX35514" y="connsiteY35514"/>
              </a:cxn>
              <a:cxn ang="0">
                <a:pos x="connsiteX35515" y="connsiteY35515"/>
              </a:cxn>
              <a:cxn ang="0">
                <a:pos x="connsiteX35516" y="connsiteY35516"/>
              </a:cxn>
              <a:cxn ang="0">
                <a:pos x="connsiteX35517" y="connsiteY35517"/>
              </a:cxn>
              <a:cxn ang="0">
                <a:pos x="connsiteX35518" y="connsiteY35518"/>
              </a:cxn>
              <a:cxn ang="0">
                <a:pos x="connsiteX35519" y="connsiteY35519"/>
              </a:cxn>
              <a:cxn ang="0">
                <a:pos x="connsiteX35520" y="connsiteY35520"/>
              </a:cxn>
              <a:cxn ang="0">
                <a:pos x="connsiteX35521" y="connsiteY35521"/>
              </a:cxn>
              <a:cxn ang="0">
                <a:pos x="connsiteX35522" y="connsiteY35522"/>
              </a:cxn>
              <a:cxn ang="0">
                <a:pos x="connsiteX35523" y="connsiteY35523"/>
              </a:cxn>
              <a:cxn ang="0">
                <a:pos x="connsiteX35524" y="connsiteY35524"/>
              </a:cxn>
              <a:cxn ang="0">
                <a:pos x="connsiteX35525" y="connsiteY35525"/>
              </a:cxn>
              <a:cxn ang="0">
                <a:pos x="connsiteX35526" y="connsiteY35526"/>
              </a:cxn>
              <a:cxn ang="0">
                <a:pos x="connsiteX35527" y="connsiteY35527"/>
              </a:cxn>
              <a:cxn ang="0">
                <a:pos x="connsiteX35528" y="connsiteY35528"/>
              </a:cxn>
              <a:cxn ang="0">
                <a:pos x="connsiteX35529" y="connsiteY35529"/>
              </a:cxn>
              <a:cxn ang="0">
                <a:pos x="connsiteX35530" y="connsiteY35530"/>
              </a:cxn>
              <a:cxn ang="0">
                <a:pos x="connsiteX35531" y="connsiteY35531"/>
              </a:cxn>
              <a:cxn ang="0">
                <a:pos x="connsiteX35532" y="connsiteY35532"/>
              </a:cxn>
              <a:cxn ang="0">
                <a:pos x="connsiteX35533" y="connsiteY35533"/>
              </a:cxn>
              <a:cxn ang="0">
                <a:pos x="connsiteX35534" y="connsiteY35534"/>
              </a:cxn>
              <a:cxn ang="0">
                <a:pos x="connsiteX35535" y="connsiteY35535"/>
              </a:cxn>
              <a:cxn ang="0">
                <a:pos x="connsiteX35536" y="connsiteY35536"/>
              </a:cxn>
              <a:cxn ang="0">
                <a:pos x="connsiteX35537" y="connsiteY35537"/>
              </a:cxn>
              <a:cxn ang="0">
                <a:pos x="connsiteX35538" y="connsiteY35538"/>
              </a:cxn>
              <a:cxn ang="0">
                <a:pos x="connsiteX35539" y="connsiteY35539"/>
              </a:cxn>
              <a:cxn ang="0">
                <a:pos x="connsiteX35540" y="connsiteY35540"/>
              </a:cxn>
              <a:cxn ang="0">
                <a:pos x="connsiteX35541" y="connsiteY35541"/>
              </a:cxn>
              <a:cxn ang="0">
                <a:pos x="connsiteX35542" y="connsiteY35542"/>
              </a:cxn>
              <a:cxn ang="0">
                <a:pos x="connsiteX35543" y="connsiteY35543"/>
              </a:cxn>
              <a:cxn ang="0">
                <a:pos x="connsiteX35544" y="connsiteY35544"/>
              </a:cxn>
              <a:cxn ang="0">
                <a:pos x="connsiteX35545" y="connsiteY35545"/>
              </a:cxn>
              <a:cxn ang="0">
                <a:pos x="connsiteX35546" y="connsiteY35546"/>
              </a:cxn>
              <a:cxn ang="0">
                <a:pos x="connsiteX35547" y="connsiteY35547"/>
              </a:cxn>
              <a:cxn ang="0">
                <a:pos x="connsiteX35548" y="connsiteY35548"/>
              </a:cxn>
              <a:cxn ang="0">
                <a:pos x="connsiteX35549" y="connsiteY35549"/>
              </a:cxn>
              <a:cxn ang="0">
                <a:pos x="connsiteX35550" y="connsiteY35550"/>
              </a:cxn>
              <a:cxn ang="0">
                <a:pos x="connsiteX35551" y="connsiteY35551"/>
              </a:cxn>
              <a:cxn ang="0">
                <a:pos x="connsiteX35552" y="connsiteY35552"/>
              </a:cxn>
              <a:cxn ang="0">
                <a:pos x="connsiteX35553" y="connsiteY35553"/>
              </a:cxn>
              <a:cxn ang="0">
                <a:pos x="connsiteX35554" y="connsiteY35554"/>
              </a:cxn>
              <a:cxn ang="0">
                <a:pos x="connsiteX35555" y="connsiteY35555"/>
              </a:cxn>
              <a:cxn ang="0">
                <a:pos x="connsiteX35556" y="connsiteY35556"/>
              </a:cxn>
              <a:cxn ang="0">
                <a:pos x="connsiteX35557" y="connsiteY35557"/>
              </a:cxn>
              <a:cxn ang="0">
                <a:pos x="connsiteX35558" y="connsiteY35558"/>
              </a:cxn>
              <a:cxn ang="0">
                <a:pos x="connsiteX35559" y="connsiteY35559"/>
              </a:cxn>
              <a:cxn ang="0">
                <a:pos x="connsiteX35560" y="connsiteY35560"/>
              </a:cxn>
              <a:cxn ang="0">
                <a:pos x="connsiteX35561" y="connsiteY35561"/>
              </a:cxn>
              <a:cxn ang="0">
                <a:pos x="connsiteX35562" y="connsiteY35562"/>
              </a:cxn>
              <a:cxn ang="0">
                <a:pos x="connsiteX35563" y="connsiteY35563"/>
              </a:cxn>
              <a:cxn ang="0">
                <a:pos x="connsiteX35564" y="connsiteY35564"/>
              </a:cxn>
              <a:cxn ang="0">
                <a:pos x="connsiteX35565" y="connsiteY35565"/>
              </a:cxn>
              <a:cxn ang="0">
                <a:pos x="connsiteX35566" y="connsiteY35566"/>
              </a:cxn>
              <a:cxn ang="0">
                <a:pos x="connsiteX35567" y="connsiteY35567"/>
              </a:cxn>
              <a:cxn ang="0">
                <a:pos x="connsiteX35568" y="connsiteY35568"/>
              </a:cxn>
              <a:cxn ang="0">
                <a:pos x="connsiteX35569" y="connsiteY35569"/>
              </a:cxn>
              <a:cxn ang="0">
                <a:pos x="connsiteX35570" y="connsiteY35570"/>
              </a:cxn>
              <a:cxn ang="0">
                <a:pos x="connsiteX35571" y="connsiteY35571"/>
              </a:cxn>
              <a:cxn ang="0">
                <a:pos x="connsiteX35572" y="connsiteY35572"/>
              </a:cxn>
              <a:cxn ang="0">
                <a:pos x="connsiteX35573" y="connsiteY35573"/>
              </a:cxn>
              <a:cxn ang="0">
                <a:pos x="connsiteX35574" y="connsiteY35574"/>
              </a:cxn>
              <a:cxn ang="0">
                <a:pos x="connsiteX35575" y="connsiteY35575"/>
              </a:cxn>
              <a:cxn ang="0">
                <a:pos x="connsiteX35576" y="connsiteY35576"/>
              </a:cxn>
              <a:cxn ang="0">
                <a:pos x="connsiteX35577" y="connsiteY35577"/>
              </a:cxn>
              <a:cxn ang="0">
                <a:pos x="connsiteX35578" y="connsiteY35578"/>
              </a:cxn>
              <a:cxn ang="0">
                <a:pos x="connsiteX35579" y="connsiteY35579"/>
              </a:cxn>
              <a:cxn ang="0">
                <a:pos x="connsiteX35580" y="connsiteY35580"/>
              </a:cxn>
              <a:cxn ang="0">
                <a:pos x="connsiteX35581" y="connsiteY35581"/>
              </a:cxn>
              <a:cxn ang="0">
                <a:pos x="connsiteX35582" y="connsiteY35582"/>
              </a:cxn>
              <a:cxn ang="0">
                <a:pos x="connsiteX35583" y="connsiteY35583"/>
              </a:cxn>
              <a:cxn ang="0">
                <a:pos x="connsiteX35584" y="connsiteY35584"/>
              </a:cxn>
              <a:cxn ang="0">
                <a:pos x="connsiteX35585" y="connsiteY35585"/>
              </a:cxn>
              <a:cxn ang="0">
                <a:pos x="connsiteX35586" y="connsiteY35586"/>
              </a:cxn>
              <a:cxn ang="0">
                <a:pos x="connsiteX35587" y="connsiteY35587"/>
              </a:cxn>
              <a:cxn ang="0">
                <a:pos x="connsiteX35588" y="connsiteY35588"/>
              </a:cxn>
              <a:cxn ang="0">
                <a:pos x="connsiteX35589" y="connsiteY35589"/>
              </a:cxn>
              <a:cxn ang="0">
                <a:pos x="connsiteX35590" y="connsiteY35590"/>
              </a:cxn>
              <a:cxn ang="0">
                <a:pos x="connsiteX35591" y="connsiteY35591"/>
              </a:cxn>
              <a:cxn ang="0">
                <a:pos x="connsiteX35592" y="connsiteY35592"/>
              </a:cxn>
              <a:cxn ang="0">
                <a:pos x="connsiteX35593" y="connsiteY35593"/>
              </a:cxn>
              <a:cxn ang="0">
                <a:pos x="connsiteX35594" y="connsiteY35594"/>
              </a:cxn>
              <a:cxn ang="0">
                <a:pos x="connsiteX35595" y="connsiteY35595"/>
              </a:cxn>
              <a:cxn ang="0">
                <a:pos x="connsiteX35596" y="connsiteY35596"/>
              </a:cxn>
              <a:cxn ang="0">
                <a:pos x="connsiteX35597" y="connsiteY35597"/>
              </a:cxn>
              <a:cxn ang="0">
                <a:pos x="connsiteX35598" y="connsiteY35598"/>
              </a:cxn>
              <a:cxn ang="0">
                <a:pos x="connsiteX35599" y="connsiteY35599"/>
              </a:cxn>
              <a:cxn ang="0">
                <a:pos x="connsiteX35600" y="connsiteY35600"/>
              </a:cxn>
              <a:cxn ang="0">
                <a:pos x="connsiteX35601" y="connsiteY35601"/>
              </a:cxn>
              <a:cxn ang="0">
                <a:pos x="connsiteX35602" y="connsiteY35602"/>
              </a:cxn>
              <a:cxn ang="0">
                <a:pos x="connsiteX35603" y="connsiteY35603"/>
              </a:cxn>
              <a:cxn ang="0">
                <a:pos x="connsiteX35604" y="connsiteY35604"/>
              </a:cxn>
              <a:cxn ang="0">
                <a:pos x="connsiteX35605" y="connsiteY35605"/>
              </a:cxn>
              <a:cxn ang="0">
                <a:pos x="connsiteX35606" y="connsiteY35606"/>
              </a:cxn>
              <a:cxn ang="0">
                <a:pos x="connsiteX35607" y="connsiteY35607"/>
              </a:cxn>
              <a:cxn ang="0">
                <a:pos x="connsiteX35608" y="connsiteY35608"/>
              </a:cxn>
              <a:cxn ang="0">
                <a:pos x="connsiteX35609" y="connsiteY35609"/>
              </a:cxn>
              <a:cxn ang="0">
                <a:pos x="connsiteX35610" y="connsiteY35610"/>
              </a:cxn>
              <a:cxn ang="0">
                <a:pos x="connsiteX35611" y="connsiteY35611"/>
              </a:cxn>
              <a:cxn ang="0">
                <a:pos x="connsiteX35612" y="connsiteY35612"/>
              </a:cxn>
              <a:cxn ang="0">
                <a:pos x="connsiteX35613" y="connsiteY35613"/>
              </a:cxn>
              <a:cxn ang="0">
                <a:pos x="connsiteX35614" y="connsiteY35614"/>
              </a:cxn>
              <a:cxn ang="0">
                <a:pos x="connsiteX35615" y="connsiteY35615"/>
              </a:cxn>
              <a:cxn ang="0">
                <a:pos x="connsiteX35616" y="connsiteY35616"/>
              </a:cxn>
              <a:cxn ang="0">
                <a:pos x="connsiteX35617" y="connsiteY35617"/>
              </a:cxn>
              <a:cxn ang="0">
                <a:pos x="connsiteX35618" y="connsiteY35618"/>
              </a:cxn>
              <a:cxn ang="0">
                <a:pos x="connsiteX35619" y="connsiteY35619"/>
              </a:cxn>
              <a:cxn ang="0">
                <a:pos x="connsiteX35620" y="connsiteY35620"/>
              </a:cxn>
              <a:cxn ang="0">
                <a:pos x="connsiteX35621" y="connsiteY35621"/>
              </a:cxn>
              <a:cxn ang="0">
                <a:pos x="connsiteX35622" y="connsiteY35622"/>
              </a:cxn>
              <a:cxn ang="0">
                <a:pos x="connsiteX35623" y="connsiteY35623"/>
              </a:cxn>
              <a:cxn ang="0">
                <a:pos x="connsiteX35624" y="connsiteY35624"/>
              </a:cxn>
              <a:cxn ang="0">
                <a:pos x="connsiteX35625" y="connsiteY35625"/>
              </a:cxn>
              <a:cxn ang="0">
                <a:pos x="connsiteX35626" y="connsiteY35626"/>
              </a:cxn>
              <a:cxn ang="0">
                <a:pos x="connsiteX35627" y="connsiteY35627"/>
              </a:cxn>
              <a:cxn ang="0">
                <a:pos x="connsiteX35628" y="connsiteY35628"/>
              </a:cxn>
              <a:cxn ang="0">
                <a:pos x="connsiteX35629" y="connsiteY35629"/>
              </a:cxn>
              <a:cxn ang="0">
                <a:pos x="connsiteX35630" y="connsiteY35630"/>
              </a:cxn>
              <a:cxn ang="0">
                <a:pos x="connsiteX35631" y="connsiteY35631"/>
              </a:cxn>
              <a:cxn ang="0">
                <a:pos x="connsiteX35632" y="connsiteY35632"/>
              </a:cxn>
              <a:cxn ang="0">
                <a:pos x="connsiteX35633" y="connsiteY35633"/>
              </a:cxn>
              <a:cxn ang="0">
                <a:pos x="connsiteX35634" y="connsiteY35634"/>
              </a:cxn>
              <a:cxn ang="0">
                <a:pos x="connsiteX35635" y="connsiteY35635"/>
              </a:cxn>
              <a:cxn ang="0">
                <a:pos x="connsiteX35636" y="connsiteY35636"/>
              </a:cxn>
              <a:cxn ang="0">
                <a:pos x="connsiteX35637" y="connsiteY35637"/>
              </a:cxn>
              <a:cxn ang="0">
                <a:pos x="connsiteX35638" y="connsiteY35638"/>
              </a:cxn>
              <a:cxn ang="0">
                <a:pos x="connsiteX35639" y="connsiteY35639"/>
              </a:cxn>
              <a:cxn ang="0">
                <a:pos x="connsiteX35640" y="connsiteY35640"/>
              </a:cxn>
              <a:cxn ang="0">
                <a:pos x="connsiteX35641" y="connsiteY35641"/>
              </a:cxn>
              <a:cxn ang="0">
                <a:pos x="connsiteX35642" y="connsiteY35642"/>
              </a:cxn>
              <a:cxn ang="0">
                <a:pos x="connsiteX35643" y="connsiteY35643"/>
              </a:cxn>
              <a:cxn ang="0">
                <a:pos x="connsiteX35644" y="connsiteY35644"/>
              </a:cxn>
              <a:cxn ang="0">
                <a:pos x="connsiteX35645" y="connsiteY35645"/>
              </a:cxn>
              <a:cxn ang="0">
                <a:pos x="connsiteX35646" y="connsiteY35646"/>
              </a:cxn>
              <a:cxn ang="0">
                <a:pos x="connsiteX35647" y="connsiteY35647"/>
              </a:cxn>
              <a:cxn ang="0">
                <a:pos x="connsiteX35648" y="connsiteY35648"/>
              </a:cxn>
              <a:cxn ang="0">
                <a:pos x="connsiteX35649" y="connsiteY35649"/>
              </a:cxn>
              <a:cxn ang="0">
                <a:pos x="connsiteX35650" y="connsiteY35650"/>
              </a:cxn>
              <a:cxn ang="0">
                <a:pos x="connsiteX35651" y="connsiteY35651"/>
              </a:cxn>
              <a:cxn ang="0">
                <a:pos x="connsiteX35652" y="connsiteY35652"/>
              </a:cxn>
              <a:cxn ang="0">
                <a:pos x="connsiteX35653" y="connsiteY35653"/>
              </a:cxn>
              <a:cxn ang="0">
                <a:pos x="connsiteX35654" y="connsiteY35654"/>
              </a:cxn>
              <a:cxn ang="0">
                <a:pos x="connsiteX35655" y="connsiteY35655"/>
              </a:cxn>
              <a:cxn ang="0">
                <a:pos x="connsiteX35656" y="connsiteY35656"/>
              </a:cxn>
              <a:cxn ang="0">
                <a:pos x="connsiteX35657" y="connsiteY35657"/>
              </a:cxn>
              <a:cxn ang="0">
                <a:pos x="connsiteX35658" y="connsiteY35658"/>
              </a:cxn>
              <a:cxn ang="0">
                <a:pos x="connsiteX35659" y="connsiteY35659"/>
              </a:cxn>
              <a:cxn ang="0">
                <a:pos x="connsiteX35660" y="connsiteY35660"/>
              </a:cxn>
              <a:cxn ang="0">
                <a:pos x="connsiteX35661" y="connsiteY35661"/>
              </a:cxn>
              <a:cxn ang="0">
                <a:pos x="connsiteX35662" y="connsiteY35662"/>
              </a:cxn>
              <a:cxn ang="0">
                <a:pos x="connsiteX35663" y="connsiteY35663"/>
              </a:cxn>
              <a:cxn ang="0">
                <a:pos x="connsiteX35664" y="connsiteY35664"/>
              </a:cxn>
              <a:cxn ang="0">
                <a:pos x="connsiteX35665" y="connsiteY35665"/>
              </a:cxn>
              <a:cxn ang="0">
                <a:pos x="connsiteX35666" y="connsiteY35666"/>
              </a:cxn>
              <a:cxn ang="0">
                <a:pos x="connsiteX35667" y="connsiteY35667"/>
              </a:cxn>
              <a:cxn ang="0">
                <a:pos x="connsiteX35668" y="connsiteY35668"/>
              </a:cxn>
              <a:cxn ang="0">
                <a:pos x="connsiteX35669" y="connsiteY35669"/>
              </a:cxn>
              <a:cxn ang="0">
                <a:pos x="connsiteX35670" y="connsiteY35670"/>
              </a:cxn>
              <a:cxn ang="0">
                <a:pos x="connsiteX35671" y="connsiteY35671"/>
              </a:cxn>
              <a:cxn ang="0">
                <a:pos x="connsiteX35672" y="connsiteY35672"/>
              </a:cxn>
              <a:cxn ang="0">
                <a:pos x="connsiteX35673" y="connsiteY35673"/>
              </a:cxn>
              <a:cxn ang="0">
                <a:pos x="connsiteX35674" y="connsiteY35674"/>
              </a:cxn>
              <a:cxn ang="0">
                <a:pos x="connsiteX35675" y="connsiteY35675"/>
              </a:cxn>
              <a:cxn ang="0">
                <a:pos x="connsiteX35676" y="connsiteY35676"/>
              </a:cxn>
              <a:cxn ang="0">
                <a:pos x="connsiteX35677" y="connsiteY35677"/>
              </a:cxn>
              <a:cxn ang="0">
                <a:pos x="connsiteX35678" y="connsiteY35678"/>
              </a:cxn>
              <a:cxn ang="0">
                <a:pos x="connsiteX35679" y="connsiteY35679"/>
              </a:cxn>
              <a:cxn ang="0">
                <a:pos x="connsiteX35680" y="connsiteY35680"/>
              </a:cxn>
              <a:cxn ang="0">
                <a:pos x="connsiteX35681" y="connsiteY35681"/>
              </a:cxn>
              <a:cxn ang="0">
                <a:pos x="connsiteX35682" y="connsiteY35682"/>
              </a:cxn>
              <a:cxn ang="0">
                <a:pos x="connsiteX35683" y="connsiteY35683"/>
              </a:cxn>
              <a:cxn ang="0">
                <a:pos x="connsiteX35684" y="connsiteY35684"/>
              </a:cxn>
              <a:cxn ang="0">
                <a:pos x="connsiteX35685" y="connsiteY35685"/>
              </a:cxn>
              <a:cxn ang="0">
                <a:pos x="connsiteX35686" y="connsiteY35686"/>
              </a:cxn>
              <a:cxn ang="0">
                <a:pos x="connsiteX35687" y="connsiteY35687"/>
              </a:cxn>
              <a:cxn ang="0">
                <a:pos x="connsiteX35688" y="connsiteY35688"/>
              </a:cxn>
              <a:cxn ang="0">
                <a:pos x="connsiteX35689" y="connsiteY35689"/>
              </a:cxn>
              <a:cxn ang="0">
                <a:pos x="connsiteX35690" y="connsiteY35690"/>
              </a:cxn>
              <a:cxn ang="0">
                <a:pos x="connsiteX35691" y="connsiteY35691"/>
              </a:cxn>
              <a:cxn ang="0">
                <a:pos x="connsiteX35692" y="connsiteY35692"/>
              </a:cxn>
              <a:cxn ang="0">
                <a:pos x="connsiteX35693" y="connsiteY35693"/>
              </a:cxn>
              <a:cxn ang="0">
                <a:pos x="connsiteX35694" y="connsiteY35694"/>
              </a:cxn>
              <a:cxn ang="0">
                <a:pos x="connsiteX35695" y="connsiteY35695"/>
              </a:cxn>
              <a:cxn ang="0">
                <a:pos x="connsiteX35696" y="connsiteY35696"/>
              </a:cxn>
              <a:cxn ang="0">
                <a:pos x="connsiteX35697" y="connsiteY35697"/>
              </a:cxn>
              <a:cxn ang="0">
                <a:pos x="connsiteX35698" y="connsiteY35698"/>
              </a:cxn>
              <a:cxn ang="0">
                <a:pos x="connsiteX35699" y="connsiteY35699"/>
              </a:cxn>
              <a:cxn ang="0">
                <a:pos x="connsiteX35700" y="connsiteY35700"/>
              </a:cxn>
              <a:cxn ang="0">
                <a:pos x="connsiteX35701" y="connsiteY35701"/>
              </a:cxn>
              <a:cxn ang="0">
                <a:pos x="connsiteX35702" y="connsiteY35702"/>
              </a:cxn>
              <a:cxn ang="0">
                <a:pos x="connsiteX35703" y="connsiteY35703"/>
              </a:cxn>
              <a:cxn ang="0">
                <a:pos x="connsiteX35704" y="connsiteY35704"/>
              </a:cxn>
              <a:cxn ang="0">
                <a:pos x="connsiteX35705" y="connsiteY35705"/>
              </a:cxn>
              <a:cxn ang="0">
                <a:pos x="connsiteX35706" y="connsiteY35706"/>
              </a:cxn>
              <a:cxn ang="0">
                <a:pos x="connsiteX35707" y="connsiteY35707"/>
              </a:cxn>
              <a:cxn ang="0">
                <a:pos x="connsiteX35708" y="connsiteY35708"/>
              </a:cxn>
              <a:cxn ang="0">
                <a:pos x="connsiteX35709" y="connsiteY35709"/>
              </a:cxn>
              <a:cxn ang="0">
                <a:pos x="connsiteX35710" y="connsiteY35710"/>
              </a:cxn>
              <a:cxn ang="0">
                <a:pos x="connsiteX35711" y="connsiteY35711"/>
              </a:cxn>
              <a:cxn ang="0">
                <a:pos x="connsiteX35712" y="connsiteY35712"/>
              </a:cxn>
              <a:cxn ang="0">
                <a:pos x="connsiteX35713" y="connsiteY35713"/>
              </a:cxn>
              <a:cxn ang="0">
                <a:pos x="connsiteX35714" y="connsiteY35714"/>
              </a:cxn>
              <a:cxn ang="0">
                <a:pos x="connsiteX35715" y="connsiteY35715"/>
              </a:cxn>
              <a:cxn ang="0">
                <a:pos x="connsiteX35716" y="connsiteY35716"/>
              </a:cxn>
              <a:cxn ang="0">
                <a:pos x="connsiteX35717" y="connsiteY35717"/>
              </a:cxn>
              <a:cxn ang="0">
                <a:pos x="connsiteX35718" y="connsiteY35718"/>
              </a:cxn>
              <a:cxn ang="0">
                <a:pos x="connsiteX35719" y="connsiteY35719"/>
              </a:cxn>
              <a:cxn ang="0">
                <a:pos x="connsiteX35720" y="connsiteY35720"/>
              </a:cxn>
              <a:cxn ang="0">
                <a:pos x="connsiteX35721" y="connsiteY35721"/>
              </a:cxn>
              <a:cxn ang="0">
                <a:pos x="connsiteX35722" y="connsiteY35722"/>
              </a:cxn>
              <a:cxn ang="0">
                <a:pos x="connsiteX35723" y="connsiteY35723"/>
              </a:cxn>
              <a:cxn ang="0">
                <a:pos x="connsiteX35724" y="connsiteY35724"/>
              </a:cxn>
              <a:cxn ang="0">
                <a:pos x="connsiteX35725" y="connsiteY35725"/>
              </a:cxn>
              <a:cxn ang="0">
                <a:pos x="connsiteX35726" y="connsiteY35726"/>
              </a:cxn>
              <a:cxn ang="0">
                <a:pos x="connsiteX35727" y="connsiteY35727"/>
              </a:cxn>
              <a:cxn ang="0">
                <a:pos x="connsiteX35728" y="connsiteY35728"/>
              </a:cxn>
              <a:cxn ang="0">
                <a:pos x="connsiteX35729" y="connsiteY35729"/>
              </a:cxn>
              <a:cxn ang="0">
                <a:pos x="connsiteX35730" y="connsiteY35730"/>
              </a:cxn>
              <a:cxn ang="0">
                <a:pos x="connsiteX35731" y="connsiteY35731"/>
              </a:cxn>
              <a:cxn ang="0">
                <a:pos x="connsiteX35732" y="connsiteY35732"/>
              </a:cxn>
              <a:cxn ang="0">
                <a:pos x="connsiteX35733" y="connsiteY35733"/>
              </a:cxn>
              <a:cxn ang="0">
                <a:pos x="connsiteX35734" y="connsiteY35734"/>
              </a:cxn>
              <a:cxn ang="0">
                <a:pos x="connsiteX35735" y="connsiteY35735"/>
              </a:cxn>
              <a:cxn ang="0">
                <a:pos x="connsiteX35736" y="connsiteY35736"/>
              </a:cxn>
              <a:cxn ang="0">
                <a:pos x="connsiteX35737" y="connsiteY35737"/>
              </a:cxn>
              <a:cxn ang="0">
                <a:pos x="connsiteX35738" y="connsiteY35738"/>
              </a:cxn>
              <a:cxn ang="0">
                <a:pos x="connsiteX35739" y="connsiteY35739"/>
              </a:cxn>
              <a:cxn ang="0">
                <a:pos x="connsiteX35740" y="connsiteY35740"/>
              </a:cxn>
              <a:cxn ang="0">
                <a:pos x="connsiteX35741" y="connsiteY35741"/>
              </a:cxn>
              <a:cxn ang="0">
                <a:pos x="connsiteX35742" y="connsiteY35742"/>
              </a:cxn>
              <a:cxn ang="0">
                <a:pos x="connsiteX35743" y="connsiteY35743"/>
              </a:cxn>
              <a:cxn ang="0">
                <a:pos x="connsiteX35744" y="connsiteY35744"/>
              </a:cxn>
              <a:cxn ang="0">
                <a:pos x="connsiteX35745" y="connsiteY35745"/>
              </a:cxn>
              <a:cxn ang="0">
                <a:pos x="connsiteX35746" y="connsiteY35746"/>
              </a:cxn>
              <a:cxn ang="0">
                <a:pos x="connsiteX35747" y="connsiteY35747"/>
              </a:cxn>
              <a:cxn ang="0">
                <a:pos x="connsiteX35748" y="connsiteY35748"/>
              </a:cxn>
              <a:cxn ang="0">
                <a:pos x="connsiteX35749" y="connsiteY35749"/>
              </a:cxn>
              <a:cxn ang="0">
                <a:pos x="connsiteX35750" y="connsiteY35750"/>
              </a:cxn>
              <a:cxn ang="0">
                <a:pos x="connsiteX35751" y="connsiteY35751"/>
              </a:cxn>
              <a:cxn ang="0">
                <a:pos x="connsiteX35752" y="connsiteY35752"/>
              </a:cxn>
              <a:cxn ang="0">
                <a:pos x="connsiteX35753" y="connsiteY35753"/>
              </a:cxn>
              <a:cxn ang="0">
                <a:pos x="connsiteX35754" y="connsiteY35754"/>
              </a:cxn>
              <a:cxn ang="0">
                <a:pos x="connsiteX35755" y="connsiteY35755"/>
              </a:cxn>
              <a:cxn ang="0">
                <a:pos x="connsiteX35756" y="connsiteY35756"/>
              </a:cxn>
              <a:cxn ang="0">
                <a:pos x="connsiteX35757" y="connsiteY35757"/>
              </a:cxn>
              <a:cxn ang="0">
                <a:pos x="connsiteX35758" y="connsiteY35758"/>
              </a:cxn>
              <a:cxn ang="0">
                <a:pos x="connsiteX35759" y="connsiteY35759"/>
              </a:cxn>
              <a:cxn ang="0">
                <a:pos x="connsiteX35760" y="connsiteY35760"/>
              </a:cxn>
              <a:cxn ang="0">
                <a:pos x="connsiteX35761" y="connsiteY35761"/>
              </a:cxn>
              <a:cxn ang="0">
                <a:pos x="connsiteX35762" y="connsiteY35762"/>
              </a:cxn>
              <a:cxn ang="0">
                <a:pos x="connsiteX35763" y="connsiteY35763"/>
              </a:cxn>
              <a:cxn ang="0">
                <a:pos x="connsiteX35764" y="connsiteY35764"/>
              </a:cxn>
              <a:cxn ang="0">
                <a:pos x="connsiteX35765" y="connsiteY35765"/>
              </a:cxn>
              <a:cxn ang="0">
                <a:pos x="connsiteX35766" y="connsiteY35766"/>
              </a:cxn>
              <a:cxn ang="0">
                <a:pos x="connsiteX35767" y="connsiteY35767"/>
              </a:cxn>
              <a:cxn ang="0">
                <a:pos x="connsiteX35768" y="connsiteY35768"/>
              </a:cxn>
              <a:cxn ang="0">
                <a:pos x="connsiteX35769" y="connsiteY35769"/>
              </a:cxn>
              <a:cxn ang="0">
                <a:pos x="connsiteX35770" y="connsiteY35770"/>
              </a:cxn>
              <a:cxn ang="0">
                <a:pos x="connsiteX35771" y="connsiteY35771"/>
              </a:cxn>
              <a:cxn ang="0">
                <a:pos x="connsiteX35772" y="connsiteY35772"/>
              </a:cxn>
              <a:cxn ang="0">
                <a:pos x="connsiteX35773" y="connsiteY35773"/>
              </a:cxn>
              <a:cxn ang="0">
                <a:pos x="connsiteX35774" y="connsiteY35774"/>
              </a:cxn>
              <a:cxn ang="0">
                <a:pos x="connsiteX35775" y="connsiteY35775"/>
              </a:cxn>
              <a:cxn ang="0">
                <a:pos x="connsiteX35776" y="connsiteY35776"/>
              </a:cxn>
              <a:cxn ang="0">
                <a:pos x="connsiteX35777" y="connsiteY35777"/>
              </a:cxn>
              <a:cxn ang="0">
                <a:pos x="connsiteX35778" y="connsiteY35778"/>
              </a:cxn>
              <a:cxn ang="0">
                <a:pos x="connsiteX35779" y="connsiteY35779"/>
              </a:cxn>
              <a:cxn ang="0">
                <a:pos x="connsiteX35780" y="connsiteY35780"/>
              </a:cxn>
              <a:cxn ang="0">
                <a:pos x="connsiteX35781" y="connsiteY35781"/>
              </a:cxn>
              <a:cxn ang="0">
                <a:pos x="connsiteX35782" y="connsiteY35782"/>
              </a:cxn>
              <a:cxn ang="0">
                <a:pos x="connsiteX35783" y="connsiteY35783"/>
              </a:cxn>
              <a:cxn ang="0">
                <a:pos x="connsiteX35784" y="connsiteY35784"/>
              </a:cxn>
              <a:cxn ang="0">
                <a:pos x="connsiteX35785" y="connsiteY35785"/>
              </a:cxn>
              <a:cxn ang="0">
                <a:pos x="connsiteX35786" y="connsiteY35786"/>
              </a:cxn>
              <a:cxn ang="0">
                <a:pos x="connsiteX35787" y="connsiteY35787"/>
              </a:cxn>
              <a:cxn ang="0">
                <a:pos x="connsiteX35788" y="connsiteY35788"/>
              </a:cxn>
              <a:cxn ang="0">
                <a:pos x="connsiteX35789" y="connsiteY35789"/>
              </a:cxn>
              <a:cxn ang="0">
                <a:pos x="connsiteX35790" y="connsiteY35790"/>
              </a:cxn>
              <a:cxn ang="0">
                <a:pos x="connsiteX35791" y="connsiteY35791"/>
              </a:cxn>
              <a:cxn ang="0">
                <a:pos x="connsiteX35792" y="connsiteY35792"/>
              </a:cxn>
              <a:cxn ang="0">
                <a:pos x="connsiteX35793" y="connsiteY35793"/>
              </a:cxn>
              <a:cxn ang="0">
                <a:pos x="connsiteX35794" y="connsiteY35794"/>
              </a:cxn>
              <a:cxn ang="0">
                <a:pos x="connsiteX35795" y="connsiteY35795"/>
              </a:cxn>
              <a:cxn ang="0">
                <a:pos x="connsiteX35796" y="connsiteY35796"/>
              </a:cxn>
              <a:cxn ang="0">
                <a:pos x="connsiteX35797" y="connsiteY35797"/>
              </a:cxn>
              <a:cxn ang="0">
                <a:pos x="connsiteX35798" y="connsiteY35798"/>
              </a:cxn>
              <a:cxn ang="0">
                <a:pos x="connsiteX35799" y="connsiteY35799"/>
              </a:cxn>
              <a:cxn ang="0">
                <a:pos x="connsiteX35800" y="connsiteY35800"/>
              </a:cxn>
              <a:cxn ang="0">
                <a:pos x="connsiteX35801" y="connsiteY35801"/>
              </a:cxn>
              <a:cxn ang="0">
                <a:pos x="connsiteX35802" y="connsiteY35802"/>
              </a:cxn>
              <a:cxn ang="0">
                <a:pos x="connsiteX35803" y="connsiteY35803"/>
              </a:cxn>
              <a:cxn ang="0">
                <a:pos x="connsiteX35804" y="connsiteY35804"/>
              </a:cxn>
              <a:cxn ang="0">
                <a:pos x="connsiteX35805" y="connsiteY35805"/>
              </a:cxn>
              <a:cxn ang="0">
                <a:pos x="connsiteX35806" y="connsiteY35806"/>
              </a:cxn>
              <a:cxn ang="0">
                <a:pos x="connsiteX35807" y="connsiteY35807"/>
              </a:cxn>
              <a:cxn ang="0">
                <a:pos x="connsiteX35808" y="connsiteY35808"/>
              </a:cxn>
              <a:cxn ang="0">
                <a:pos x="connsiteX35809" y="connsiteY35809"/>
              </a:cxn>
              <a:cxn ang="0">
                <a:pos x="connsiteX35810" y="connsiteY35810"/>
              </a:cxn>
              <a:cxn ang="0">
                <a:pos x="connsiteX35811" y="connsiteY35811"/>
              </a:cxn>
              <a:cxn ang="0">
                <a:pos x="connsiteX35812" y="connsiteY35812"/>
              </a:cxn>
              <a:cxn ang="0">
                <a:pos x="connsiteX35813" y="connsiteY35813"/>
              </a:cxn>
              <a:cxn ang="0">
                <a:pos x="connsiteX35814" y="connsiteY35814"/>
              </a:cxn>
              <a:cxn ang="0">
                <a:pos x="connsiteX35815" y="connsiteY35815"/>
              </a:cxn>
              <a:cxn ang="0">
                <a:pos x="connsiteX35816" y="connsiteY35816"/>
              </a:cxn>
              <a:cxn ang="0">
                <a:pos x="connsiteX35817" y="connsiteY35817"/>
              </a:cxn>
              <a:cxn ang="0">
                <a:pos x="connsiteX35818" y="connsiteY35818"/>
              </a:cxn>
              <a:cxn ang="0">
                <a:pos x="connsiteX35819" y="connsiteY35819"/>
              </a:cxn>
              <a:cxn ang="0">
                <a:pos x="connsiteX35820" y="connsiteY35820"/>
              </a:cxn>
              <a:cxn ang="0">
                <a:pos x="connsiteX35821" y="connsiteY35821"/>
              </a:cxn>
              <a:cxn ang="0">
                <a:pos x="connsiteX35822" y="connsiteY35822"/>
              </a:cxn>
              <a:cxn ang="0">
                <a:pos x="connsiteX35823" y="connsiteY35823"/>
              </a:cxn>
              <a:cxn ang="0">
                <a:pos x="connsiteX35824" y="connsiteY35824"/>
              </a:cxn>
              <a:cxn ang="0">
                <a:pos x="connsiteX35825" y="connsiteY35825"/>
              </a:cxn>
              <a:cxn ang="0">
                <a:pos x="connsiteX35826" y="connsiteY35826"/>
              </a:cxn>
              <a:cxn ang="0">
                <a:pos x="connsiteX35827" y="connsiteY35827"/>
              </a:cxn>
              <a:cxn ang="0">
                <a:pos x="connsiteX35828" y="connsiteY35828"/>
              </a:cxn>
              <a:cxn ang="0">
                <a:pos x="connsiteX35829" y="connsiteY35829"/>
              </a:cxn>
              <a:cxn ang="0">
                <a:pos x="connsiteX35830" y="connsiteY35830"/>
              </a:cxn>
              <a:cxn ang="0">
                <a:pos x="connsiteX35831" y="connsiteY35831"/>
              </a:cxn>
              <a:cxn ang="0">
                <a:pos x="connsiteX35832" y="connsiteY35832"/>
              </a:cxn>
              <a:cxn ang="0">
                <a:pos x="connsiteX35833" y="connsiteY35833"/>
              </a:cxn>
              <a:cxn ang="0">
                <a:pos x="connsiteX35834" y="connsiteY35834"/>
              </a:cxn>
              <a:cxn ang="0">
                <a:pos x="connsiteX35835" y="connsiteY35835"/>
              </a:cxn>
              <a:cxn ang="0">
                <a:pos x="connsiteX35836" y="connsiteY35836"/>
              </a:cxn>
              <a:cxn ang="0">
                <a:pos x="connsiteX35837" y="connsiteY35837"/>
              </a:cxn>
              <a:cxn ang="0">
                <a:pos x="connsiteX35838" y="connsiteY35838"/>
              </a:cxn>
              <a:cxn ang="0">
                <a:pos x="connsiteX35839" y="connsiteY35839"/>
              </a:cxn>
              <a:cxn ang="0">
                <a:pos x="connsiteX35840" y="connsiteY35840"/>
              </a:cxn>
              <a:cxn ang="0">
                <a:pos x="connsiteX35841" y="connsiteY35841"/>
              </a:cxn>
              <a:cxn ang="0">
                <a:pos x="connsiteX35842" y="connsiteY35842"/>
              </a:cxn>
              <a:cxn ang="0">
                <a:pos x="connsiteX35843" y="connsiteY35843"/>
              </a:cxn>
              <a:cxn ang="0">
                <a:pos x="connsiteX35844" y="connsiteY35844"/>
              </a:cxn>
              <a:cxn ang="0">
                <a:pos x="connsiteX35845" y="connsiteY35845"/>
              </a:cxn>
              <a:cxn ang="0">
                <a:pos x="connsiteX35846" y="connsiteY35846"/>
              </a:cxn>
              <a:cxn ang="0">
                <a:pos x="connsiteX35847" y="connsiteY35847"/>
              </a:cxn>
              <a:cxn ang="0">
                <a:pos x="connsiteX35848" y="connsiteY35848"/>
              </a:cxn>
              <a:cxn ang="0">
                <a:pos x="connsiteX35849" y="connsiteY35849"/>
              </a:cxn>
              <a:cxn ang="0">
                <a:pos x="connsiteX35850" y="connsiteY35850"/>
              </a:cxn>
              <a:cxn ang="0">
                <a:pos x="connsiteX35851" y="connsiteY35851"/>
              </a:cxn>
              <a:cxn ang="0">
                <a:pos x="connsiteX35852" y="connsiteY35852"/>
              </a:cxn>
              <a:cxn ang="0">
                <a:pos x="connsiteX35853" y="connsiteY35853"/>
              </a:cxn>
              <a:cxn ang="0">
                <a:pos x="connsiteX35854" y="connsiteY35854"/>
              </a:cxn>
              <a:cxn ang="0">
                <a:pos x="connsiteX35855" y="connsiteY35855"/>
              </a:cxn>
              <a:cxn ang="0">
                <a:pos x="connsiteX35856" y="connsiteY35856"/>
              </a:cxn>
              <a:cxn ang="0">
                <a:pos x="connsiteX35857" y="connsiteY35857"/>
              </a:cxn>
              <a:cxn ang="0">
                <a:pos x="connsiteX35858" y="connsiteY35858"/>
              </a:cxn>
              <a:cxn ang="0">
                <a:pos x="connsiteX35859" y="connsiteY35859"/>
              </a:cxn>
              <a:cxn ang="0">
                <a:pos x="connsiteX35860" y="connsiteY35860"/>
              </a:cxn>
              <a:cxn ang="0">
                <a:pos x="connsiteX35861" y="connsiteY35861"/>
              </a:cxn>
              <a:cxn ang="0">
                <a:pos x="connsiteX35862" y="connsiteY35862"/>
              </a:cxn>
              <a:cxn ang="0">
                <a:pos x="connsiteX35863" y="connsiteY35863"/>
              </a:cxn>
              <a:cxn ang="0">
                <a:pos x="connsiteX35864" y="connsiteY35864"/>
              </a:cxn>
              <a:cxn ang="0">
                <a:pos x="connsiteX35865" y="connsiteY35865"/>
              </a:cxn>
              <a:cxn ang="0">
                <a:pos x="connsiteX35866" y="connsiteY35866"/>
              </a:cxn>
              <a:cxn ang="0">
                <a:pos x="connsiteX35867" y="connsiteY35867"/>
              </a:cxn>
              <a:cxn ang="0">
                <a:pos x="connsiteX35868" y="connsiteY35868"/>
              </a:cxn>
              <a:cxn ang="0">
                <a:pos x="connsiteX35869" y="connsiteY35869"/>
              </a:cxn>
              <a:cxn ang="0">
                <a:pos x="connsiteX35870" y="connsiteY35870"/>
              </a:cxn>
              <a:cxn ang="0">
                <a:pos x="connsiteX35871" y="connsiteY35871"/>
              </a:cxn>
              <a:cxn ang="0">
                <a:pos x="connsiteX35872" y="connsiteY35872"/>
              </a:cxn>
              <a:cxn ang="0">
                <a:pos x="connsiteX35873" y="connsiteY35873"/>
              </a:cxn>
              <a:cxn ang="0">
                <a:pos x="connsiteX35874" y="connsiteY35874"/>
              </a:cxn>
              <a:cxn ang="0">
                <a:pos x="connsiteX35875" y="connsiteY35875"/>
              </a:cxn>
              <a:cxn ang="0">
                <a:pos x="connsiteX35876" y="connsiteY35876"/>
              </a:cxn>
              <a:cxn ang="0">
                <a:pos x="connsiteX35877" y="connsiteY35877"/>
              </a:cxn>
              <a:cxn ang="0">
                <a:pos x="connsiteX35878" y="connsiteY35878"/>
              </a:cxn>
              <a:cxn ang="0">
                <a:pos x="connsiteX35879" y="connsiteY35879"/>
              </a:cxn>
              <a:cxn ang="0">
                <a:pos x="connsiteX35880" y="connsiteY35880"/>
              </a:cxn>
              <a:cxn ang="0">
                <a:pos x="connsiteX35881" y="connsiteY35881"/>
              </a:cxn>
              <a:cxn ang="0">
                <a:pos x="connsiteX35882" y="connsiteY35882"/>
              </a:cxn>
              <a:cxn ang="0">
                <a:pos x="connsiteX35883" y="connsiteY35883"/>
              </a:cxn>
              <a:cxn ang="0">
                <a:pos x="connsiteX35884" y="connsiteY35884"/>
              </a:cxn>
              <a:cxn ang="0">
                <a:pos x="connsiteX35885" y="connsiteY35885"/>
              </a:cxn>
              <a:cxn ang="0">
                <a:pos x="connsiteX35886" y="connsiteY35886"/>
              </a:cxn>
              <a:cxn ang="0">
                <a:pos x="connsiteX35887" y="connsiteY35887"/>
              </a:cxn>
              <a:cxn ang="0">
                <a:pos x="connsiteX35888" y="connsiteY35888"/>
              </a:cxn>
              <a:cxn ang="0">
                <a:pos x="connsiteX35889" y="connsiteY35889"/>
              </a:cxn>
              <a:cxn ang="0">
                <a:pos x="connsiteX35890" y="connsiteY35890"/>
              </a:cxn>
              <a:cxn ang="0">
                <a:pos x="connsiteX35891" y="connsiteY35891"/>
              </a:cxn>
              <a:cxn ang="0">
                <a:pos x="connsiteX35892" y="connsiteY35892"/>
              </a:cxn>
              <a:cxn ang="0">
                <a:pos x="connsiteX35893" y="connsiteY35893"/>
              </a:cxn>
              <a:cxn ang="0">
                <a:pos x="connsiteX35894" y="connsiteY35894"/>
              </a:cxn>
              <a:cxn ang="0">
                <a:pos x="connsiteX35895" y="connsiteY35895"/>
              </a:cxn>
              <a:cxn ang="0">
                <a:pos x="connsiteX35896" y="connsiteY35896"/>
              </a:cxn>
              <a:cxn ang="0">
                <a:pos x="connsiteX35897" y="connsiteY35897"/>
              </a:cxn>
              <a:cxn ang="0">
                <a:pos x="connsiteX35898" y="connsiteY35898"/>
              </a:cxn>
              <a:cxn ang="0">
                <a:pos x="connsiteX35899" y="connsiteY35899"/>
              </a:cxn>
              <a:cxn ang="0">
                <a:pos x="connsiteX35900" y="connsiteY35900"/>
              </a:cxn>
              <a:cxn ang="0">
                <a:pos x="connsiteX35901" y="connsiteY35901"/>
              </a:cxn>
              <a:cxn ang="0">
                <a:pos x="connsiteX35902" y="connsiteY35902"/>
              </a:cxn>
              <a:cxn ang="0">
                <a:pos x="connsiteX35903" y="connsiteY35903"/>
              </a:cxn>
              <a:cxn ang="0">
                <a:pos x="connsiteX35904" y="connsiteY35904"/>
              </a:cxn>
              <a:cxn ang="0">
                <a:pos x="connsiteX35905" y="connsiteY35905"/>
              </a:cxn>
              <a:cxn ang="0">
                <a:pos x="connsiteX35906" y="connsiteY35906"/>
              </a:cxn>
              <a:cxn ang="0">
                <a:pos x="connsiteX35907" y="connsiteY35907"/>
              </a:cxn>
              <a:cxn ang="0">
                <a:pos x="connsiteX35908" y="connsiteY35908"/>
              </a:cxn>
              <a:cxn ang="0">
                <a:pos x="connsiteX35909" y="connsiteY35909"/>
              </a:cxn>
              <a:cxn ang="0">
                <a:pos x="connsiteX35910" y="connsiteY35910"/>
              </a:cxn>
              <a:cxn ang="0">
                <a:pos x="connsiteX35911" y="connsiteY35911"/>
              </a:cxn>
              <a:cxn ang="0">
                <a:pos x="connsiteX35912" y="connsiteY35912"/>
              </a:cxn>
              <a:cxn ang="0">
                <a:pos x="connsiteX35913" y="connsiteY35913"/>
              </a:cxn>
              <a:cxn ang="0">
                <a:pos x="connsiteX35914" y="connsiteY35914"/>
              </a:cxn>
              <a:cxn ang="0">
                <a:pos x="connsiteX35915" y="connsiteY35915"/>
              </a:cxn>
              <a:cxn ang="0">
                <a:pos x="connsiteX35916" y="connsiteY35916"/>
              </a:cxn>
              <a:cxn ang="0">
                <a:pos x="connsiteX35917" y="connsiteY35917"/>
              </a:cxn>
              <a:cxn ang="0">
                <a:pos x="connsiteX35918" y="connsiteY35918"/>
              </a:cxn>
              <a:cxn ang="0">
                <a:pos x="connsiteX35919" y="connsiteY35919"/>
              </a:cxn>
              <a:cxn ang="0">
                <a:pos x="connsiteX35920" y="connsiteY35920"/>
              </a:cxn>
              <a:cxn ang="0">
                <a:pos x="connsiteX35921" y="connsiteY35921"/>
              </a:cxn>
              <a:cxn ang="0">
                <a:pos x="connsiteX35922" y="connsiteY35922"/>
              </a:cxn>
              <a:cxn ang="0">
                <a:pos x="connsiteX35923" y="connsiteY35923"/>
              </a:cxn>
              <a:cxn ang="0">
                <a:pos x="connsiteX35924" y="connsiteY35924"/>
              </a:cxn>
              <a:cxn ang="0">
                <a:pos x="connsiteX35925" y="connsiteY35925"/>
              </a:cxn>
              <a:cxn ang="0">
                <a:pos x="connsiteX35926" y="connsiteY35926"/>
              </a:cxn>
              <a:cxn ang="0">
                <a:pos x="connsiteX35927" y="connsiteY35927"/>
              </a:cxn>
              <a:cxn ang="0">
                <a:pos x="connsiteX35928" y="connsiteY35928"/>
              </a:cxn>
              <a:cxn ang="0">
                <a:pos x="connsiteX35929" y="connsiteY35929"/>
              </a:cxn>
              <a:cxn ang="0">
                <a:pos x="connsiteX35930" y="connsiteY35930"/>
              </a:cxn>
              <a:cxn ang="0">
                <a:pos x="connsiteX35931" y="connsiteY35931"/>
              </a:cxn>
              <a:cxn ang="0">
                <a:pos x="connsiteX35932" y="connsiteY35932"/>
              </a:cxn>
              <a:cxn ang="0">
                <a:pos x="connsiteX35933" y="connsiteY35933"/>
              </a:cxn>
              <a:cxn ang="0">
                <a:pos x="connsiteX35934" y="connsiteY35934"/>
              </a:cxn>
              <a:cxn ang="0">
                <a:pos x="connsiteX35935" y="connsiteY35935"/>
              </a:cxn>
              <a:cxn ang="0">
                <a:pos x="connsiteX35936" y="connsiteY35936"/>
              </a:cxn>
              <a:cxn ang="0">
                <a:pos x="connsiteX35937" y="connsiteY35937"/>
              </a:cxn>
              <a:cxn ang="0">
                <a:pos x="connsiteX35938" y="connsiteY35938"/>
              </a:cxn>
              <a:cxn ang="0">
                <a:pos x="connsiteX35939" y="connsiteY35939"/>
              </a:cxn>
              <a:cxn ang="0">
                <a:pos x="connsiteX35940" y="connsiteY35940"/>
              </a:cxn>
              <a:cxn ang="0">
                <a:pos x="connsiteX35941" y="connsiteY35941"/>
              </a:cxn>
              <a:cxn ang="0">
                <a:pos x="connsiteX35942" y="connsiteY35942"/>
              </a:cxn>
              <a:cxn ang="0">
                <a:pos x="connsiteX35943" y="connsiteY35943"/>
              </a:cxn>
              <a:cxn ang="0">
                <a:pos x="connsiteX35944" y="connsiteY35944"/>
              </a:cxn>
              <a:cxn ang="0">
                <a:pos x="connsiteX35945" y="connsiteY35945"/>
              </a:cxn>
              <a:cxn ang="0">
                <a:pos x="connsiteX35946" y="connsiteY35946"/>
              </a:cxn>
              <a:cxn ang="0">
                <a:pos x="connsiteX35947" y="connsiteY35947"/>
              </a:cxn>
              <a:cxn ang="0">
                <a:pos x="connsiteX35948" y="connsiteY35948"/>
              </a:cxn>
              <a:cxn ang="0">
                <a:pos x="connsiteX35949" y="connsiteY35949"/>
              </a:cxn>
              <a:cxn ang="0">
                <a:pos x="connsiteX35950" y="connsiteY35950"/>
              </a:cxn>
              <a:cxn ang="0">
                <a:pos x="connsiteX35951" y="connsiteY35951"/>
              </a:cxn>
              <a:cxn ang="0">
                <a:pos x="connsiteX35952" y="connsiteY35952"/>
              </a:cxn>
              <a:cxn ang="0">
                <a:pos x="connsiteX35953" y="connsiteY35953"/>
              </a:cxn>
              <a:cxn ang="0">
                <a:pos x="connsiteX35954" y="connsiteY35954"/>
              </a:cxn>
              <a:cxn ang="0">
                <a:pos x="connsiteX35955" y="connsiteY35955"/>
              </a:cxn>
              <a:cxn ang="0">
                <a:pos x="connsiteX35956" y="connsiteY35956"/>
              </a:cxn>
              <a:cxn ang="0">
                <a:pos x="connsiteX35957" y="connsiteY35957"/>
              </a:cxn>
              <a:cxn ang="0">
                <a:pos x="connsiteX35958" y="connsiteY35958"/>
              </a:cxn>
              <a:cxn ang="0">
                <a:pos x="connsiteX35959" y="connsiteY35959"/>
              </a:cxn>
              <a:cxn ang="0">
                <a:pos x="connsiteX35960" y="connsiteY35960"/>
              </a:cxn>
              <a:cxn ang="0">
                <a:pos x="connsiteX35961" y="connsiteY35961"/>
              </a:cxn>
              <a:cxn ang="0">
                <a:pos x="connsiteX35962" y="connsiteY35962"/>
              </a:cxn>
              <a:cxn ang="0">
                <a:pos x="connsiteX35963" y="connsiteY35963"/>
              </a:cxn>
              <a:cxn ang="0">
                <a:pos x="connsiteX35964" y="connsiteY35964"/>
              </a:cxn>
              <a:cxn ang="0">
                <a:pos x="connsiteX35965" y="connsiteY35965"/>
              </a:cxn>
              <a:cxn ang="0">
                <a:pos x="connsiteX35966" y="connsiteY35966"/>
              </a:cxn>
              <a:cxn ang="0">
                <a:pos x="connsiteX35967" y="connsiteY35967"/>
              </a:cxn>
              <a:cxn ang="0">
                <a:pos x="connsiteX35968" y="connsiteY35968"/>
              </a:cxn>
              <a:cxn ang="0">
                <a:pos x="connsiteX35969" y="connsiteY35969"/>
              </a:cxn>
              <a:cxn ang="0">
                <a:pos x="connsiteX35970" y="connsiteY35970"/>
              </a:cxn>
              <a:cxn ang="0">
                <a:pos x="connsiteX35971" y="connsiteY35971"/>
              </a:cxn>
              <a:cxn ang="0">
                <a:pos x="connsiteX35972" y="connsiteY35972"/>
              </a:cxn>
              <a:cxn ang="0">
                <a:pos x="connsiteX35973" y="connsiteY35973"/>
              </a:cxn>
              <a:cxn ang="0">
                <a:pos x="connsiteX35974" y="connsiteY35974"/>
              </a:cxn>
              <a:cxn ang="0">
                <a:pos x="connsiteX35975" y="connsiteY35975"/>
              </a:cxn>
              <a:cxn ang="0">
                <a:pos x="connsiteX35976" y="connsiteY35976"/>
              </a:cxn>
              <a:cxn ang="0">
                <a:pos x="connsiteX35977" y="connsiteY35977"/>
              </a:cxn>
              <a:cxn ang="0">
                <a:pos x="connsiteX35978" y="connsiteY35978"/>
              </a:cxn>
              <a:cxn ang="0">
                <a:pos x="connsiteX35979" y="connsiteY35979"/>
              </a:cxn>
              <a:cxn ang="0">
                <a:pos x="connsiteX35980" y="connsiteY35980"/>
              </a:cxn>
              <a:cxn ang="0">
                <a:pos x="connsiteX35981" y="connsiteY35981"/>
              </a:cxn>
              <a:cxn ang="0">
                <a:pos x="connsiteX35982" y="connsiteY35982"/>
              </a:cxn>
              <a:cxn ang="0">
                <a:pos x="connsiteX35983" y="connsiteY35983"/>
              </a:cxn>
              <a:cxn ang="0">
                <a:pos x="connsiteX35984" y="connsiteY35984"/>
              </a:cxn>
              <a:cxn ang="0">
                <a:pos x="connsiteX35985" y="connsiteY35985"/>
              </a:cxn>
              <a:cxn ang="0">
                <a:pos x="connsiteX35986" y="connsiteY35986"/>
              </a:cxn>
              <a:cxn ang="0">
                <a:pos x="connsiteX35987" y="connsiteY35987"/>
              </a:cxn>
              <a:cxn ang="0">
                <a:pos x="connsiteX35988" y="connsiteY35988"/>
              </a:cxn>
              <a:cxn ang="0">
                <a:pos x="connsiteX35989" y="connsiteY35989"/>
              </a:cxn>
              <a:cxn ang="0">
                <a:pos x="connsiteX35990" y="connsiteY35990"/>
              </a:cxn>
              <a:cxn ang="0">
                <a:pos x="connsiteX35991" y="connsiteY35991"/>
              </a:cxn>
              <a:cxn ang="0">
                <a:pos x="connsiteX35992" y="connsiteY35992"/>
              </a:cxn>
              <a:cxn ang="0">
                <a:pos x="connsiteX35993" y="connsiteY35993"/>
              </a:cxn>
              <a:cxn ang="0">
                <a:pos x="connsiteX35994" y="connsiteY35994"/>
              </a:cxn>
              <a:cxn ang="0">
                <a:pos x="connsiteX35995" y="connsiteY35995"/>
              </a:cxn>
              <a:cxn ang="0">
                <a:pos x="connsiteX35996" y="connsiteY35996"/>
              </a:cxn>
              <a:cxn ang="0">
                <a:pos x="connsiteX35997" y="connsiteY35997"/>
              </a:cxn>
              <a:cxn ang="0">
                <a:pos x="connsiteX35998" y="connsiteY35998"/>
              </a:cxn>
              <a:cxn ang="0">
                <a:pos x="connsiteX35999" y="connsiteY35999"/>
              </a:cxn>
              <a:cxn ang="0">
                <a:pos x="connsiteX36000" y="connsiteY36000"/>
              </a:cxn>
              <a:cxn ang="0">
                <a:pos x="connsiteX36001" y="connsiteY36001"/>
              </a:cxn>
              <a:cxn ang="0">
                <a:pos x="connsiteX36002" y="connsiteY36002"/>
              </a:cxn>
              <a:cxn ang="0">
                <a:pos x="connsiteX36003" y="connsiteY36003"/>
              </a:cxn>
              <a:cxn ang="0">
                <a:pos x="connsiteX36004" y="connsiteY36004"/>
              </a:cxn>
              <a:cxn ang="0">
                <a:pos x="connsiteX36005" y="connsiteY36005"/>
              </a:cxn>
              <a:cxn ang="0">
                <a:pos x="connsiteX36006" y="connsiteY36006"/>
              </a:cxn>
              <a:cxn ang="0">
                <a:pos x="connsiteX36007" y="connsiteY36007"/>
              </a:cxn>
              <a:cxn ang="0">
                <a:pos x="connsiteX36008" y="connsiteY36008"/>
              </a:cxn>
              <a:cxn ang="0">
                <a:pos x="connsiteX36009" y="connsiteY36009"/>
              </a:cxn>
              <a:cxn ang="0">
                <a:pos x="connsiteX36010" y="connsiteY36010"/>
              </a:cxn>
              <a:cxn ang="0">
                <a:pos x="connsiteX36011" y="connsiteY36011"/>
              </a:cxn>
              <a:cxn ang="0">
                <a:pos x="connsiteX36012" y="connsiteY36012"/>
              </a:cxn>
              <a:cxn ang="0">
                <a:pos x="connsiteX36013" y="connsiteY36013"/>
              </a:cxn>
              <a:cxn ang="0">
                <a:pos x="connsiteX36014" y="connsiteY36014"/>
              </a:cxn>
              <a:cxn ang="0">
                <a:pos x="connsiteX36015" y="connsiteY36015"/>
              </a:cxn>
              <a:cxn ang="0">
                <a:pos x="connsiteX36016" y="connsiteY36016"/>
              </a:cxn>
              <a:cxn ang="0">
                <a:pos x="connsiteX36017" y="connsiteY36017"/>
              </a:cxn>
              <a:cxn ang="0">
                <a:pos x="connsiteX36018" y="connsiteY36018"/>
              </a:cxn>
              <a:cxn ang="0">
                <a:pos x="connsiteX36019" y="connsiteY36019"/>
              </a:cxn>
              <a:cxn ang="0">
                <a:pos x="connsiteX36020" y="connsiteY36020"/>
              </a:cxn>
              <a:cxn ang="0">
                <a:pos x="connsiteX36021" y="connsiteY36021"/>
              </a:cxn>
              <a:cxn ang="0">
                <a:pos x="connsiteX36022" y="connsiteY36022"/>
              </a:cxn>
              <a:cxn ang="0">
                <a:pos x="connsiteX36023" y="connsiteY36023"/>
              </a:cxn>
              <a:cxn ang="0">
                <a:pos x="connsiteX36024" y="connsiteY36024"/>
              </a:cxn>
              <a:cxn ang="0">
                <a:pos x="connsiteX36025" y="connsiteY36025"/>
              </a:cxn>
              <a:cxn ang="0">
                <a:pos x="connsiteX36026" y="connsiteY36026"/>
              </a:cxn>
              <a:cxn ang="0">
                <a:pos x="connsiteX36027" y="connsiteY36027"/>
              </a:cxn>
              <a:cxn ang="0">
                <a:pos x="connsiteX36028" y="connsiteY36028"/>
              </a:cxn>
              <a:cxn ang="0">
                <a:pos x="connsiteX36029" y="connsiteY36029"/>
              </a:cxn>
              <a:cxn ang="0">
                <a:pos x="connsiteX36030" y="connsiteY36030"/>
              </a:cxn>
              <a:cxn ang="0">
                <a:pos x="connsiteX36031" y="connsiteY36031"/>
              </a:cxn>
              <a:cxn ang="0">
                <a:pos x="connsiteX36032" y="connsiteY36032"/>
              </a:cxn>
              <a:cxn ang="0">
                <a:pos x="connsiteX36033" y="connsiteY36033"/>
              </a:cxn>
              <a:cxn ang="0">
                <a:pos x="connsiteX36034" y="connsiteY36034"/>
              </a:cxn>
              <a:cxn ang="0">
                <a:pos x="connsiteX36035" y="connsiteY36035"/>
              </a:cxn>
              <a:cxn ang="0">
                <a:pos x="connsiteX36036" y="connsiteY36036"/>
              </a:cxn>
              <a:cxn ang="0">
                <a:pos x="connsiteX36037" y="connsiteY36037"/>
              </a:cxn>
              <a:cxn ang="0">
                <a:pos x="connsiteX36038" y="connsiteY36038"/>
              </a:cxn>
              <a:cxn ang="0">
                <a:pos x="connsiteX36039" y="connsiteY36039"/>
              </a:cxn>
              <a:cxn ang="0">
                <a:pos x="connsiteX36040" y="connsiteY36040"/>
              </a:cxn>
              <a:cxn ang="0">
                <a:pos x="connsiteX36041" y="connsiteY36041"/>
              </a:cxn>
              <a:cxn ang="0">
                <a:pos x="connsiteX36042" y="connsiteY36042"/>
              </a:cxn>
              <a:cxn ang="0">
                <a:pos x="connsiteX36043" y="connsiteY36043"/>
              </a:cxn>
              <a:cxn ang="0">
                <a:pos x="connsiteX36044" y="connsiteY36044"/>
              </a:cxn>
              <a:cxn ang="0">
                <a:pos x="connsiteX36045" y="connsiteY36045"/>
              </a:cxn>
              <a:cxn ang="0">
                <a:pos x="connsiteX36046" y="connsiteY36046"/>
              </a:cxn>
              <a:cxn ang="0">
                <a:pos x="connsiteX36047" y="connsiteY36047"/>
              </a:cxn>
              <a:cxn ang="0">
                <a:pos x="connsiteX36048" y="connsiteY36048"/>
              </a:cxn>
              <a:cxn ang="0">
                <a:pos x="connsiteX36049" y="connsiteY36049"/>
              </a:cxn>
              <a:cxn ang="0">
                <a:pos x="connsiteX36050" y="connsiteY36050"/>
              </a:cxn>
              <a:cxn ang="0">
                <a:pos x="connsiteX36051" y="connsiteY36051"/>
              </a:cxn>
              <a:cxn ang="0">
                <a:pos x="connsiteX36052" y="connsiteY36052"/>
              </a:cxn>
              <a:cxn ang="0">
                <a:pos x="connsiteX36053" y="connsiteY36053"/>
              </a:cxn>
              <a:cxn ang="0">
                <a:pos x="connsiteX36054" y="connsiteY36054"/>
              </a:cxn>
              <a:cxn ang="0">
                <a:pos x="connsiteX36055" y="connsiteY36055"/>
              </a:cxn>
              <a:cxn ang="0">
                <a:pos x="connsiteX36056" y="connsiteY36056"/>
              </a:cxn>
              <a:cxn ang="0">
                <a:pos x="connsiteX36057" y="connsiteY36057"/>
              </a:cxn>
              <a:cxn ang="0">
                <a:pos x="connsiteX36058" y="connsiteY36058"/>
              </a:cxn>
              <a:cxn ang="0">
                <a:pos x="connsiteX36059" y="connsiteY36059"/>
              </a:cxn>
              <a:cxn ang="0">
                <a:pos x="connsiteX36060" y="connsiteY36060"/>
              </a:cxn>
              <a:cxn ang="0">
                <a:pos x="connsiteX36061" y="connsiteY36061"/>
              </a:cxn>
              <a:cxn ang="0">
                <a:pos x="connsiteX36062" y="connsiteY36062"/>
              </a:cxn>
              <a:cxn ang="0">
                <a:pos x="connsiteX36063" y="connsiteY36063"/>
              </a:cxn>
              <a:cxn ang="0">
                <a:pos x="connsiteX36064" y="connsiteY36064"/>
              </a:cxn>
              <a:cxn ang="0">
                <a:pos x="connsiteX36065" y="connsiteY36065"/>
              </a:cxn>
              <a:cxn ang="0">
                <a:pos x="connsiteX36066" y="connsiteY36066"/>
              </a:cxn>
              <a:cxn ang="0">
                <a:pos x="connsiteX36067" y="connsiteY36067"/>
              </a:cxn>
              <a:cxn ang="0">
                <a:pos x="connsiteX36068" y="connsiteY36068"/>
              </a:cxn>
              <a:cxn ang="0">
                <a:pos x="connsiteX36069" y="connsiteY36069"/>
              </a:cxn>
              <a:cxn ang="0">
                <a:pos x="connsiteX36070" y="connsiteY36070"/>
              </a:cxn>
              <a:cxn ang="0">
                <a:pos x="connsiteX36071" y="connsiteY36071"/>
              </a:cxn>
              <a:cxn ang="0">
                <a:pos x="connsiteX36072" y="connsiteY36072"/>
              </a:cxn>
              <a:cxn ang="0">
                <a:pos x="connsiteX36073" y="connsiteY36073"/>
              </a:cxn>
              <a:cxn ang="0">
                <a:pos x="connsiteX36074" y="connsiteY36074"/>
              </a:cxn>
              <a:cxn ang="0">
                <a:pos x="connsiteX36075" y="connsiteY36075"/>
              </a:cxn>
              <a:cxn ang="0">
                <a:pos x="connsiteX36076" y="connsiteY36076"/>
              </a:cxn>
              <a:cxn ang="0">
                <a:pos x="connsiteX36077" y="connsiteY36077"/>
              </a:cxn>
              <a:cxn ang="0">
                <a:pos x="connsiteX36078" y="connsiteY36078"/>
              </a:cxn>
              <a:cxn ang="0">
                <a:pos x="connsiteX36079" y="connsiteY36079"/>
              </a:cxn>
              <a:cxn ang="0">
                <a:pos x="connsiteX36080" y="connsiteY36080"/>
              </a:cxn>
              <a:cxn ang="0">
                <a:pos x="connsiteX36081" y="connsiteY36081"/>
              </a:cxn>
              <a:cxn ang="0">
                <a:pos x="connsiteX36082" y="connsiteY36082"/>
              </a:cxn>
              <a:cxn ang="0">
                <a:pos x="connsiteX36083" y="connsiteY36083"/>
              </a:cxn>
              <a:cxn ang="0">
                <a:pos x="connsiteX36084" y="connsiteY36084"/>
              </a:cxn>
              <a:cxn ang="0">
                <a:pos x="connsiteX36085" y="connsiteY36085"/>
              </a:cxn>
              <a:cxn ang="0">
                <a:pos x="connsiteX36086" y="connsiteY36086"/>
              </a:cxn>
              <a:cxn ang="0">
                <a:pos x="connsiteX36087" y="connsiteY36087"/>
              </a:cxn>
              <a:cxn ang="0">
                <a:pos x="connsiteX36088" y="connsiteY36088"/>
              </a:cxn>
              <a:cxn ang="0">
                <a:pos x="connsiteX36089" y="connsiteY36089"/>
              </a:cxn>
              <a:cxn ang="0">
                <a:pos x="connsiteX36090" y="connsiteY36090"/>
              </a:cxn>
              <a:cxn ang="0">
                <a:pos x="connsiteX36091" y="connsiteY36091"/>
              </a:cxn>
              <a:cxn ang="0">
                <a:pos x="connsiteX36092" y="connsiteY36092"/>
              </a:cxn>
              <a:cxn ang="0">
                <a:pos x="connsiteX36093" y="connsiteY36093"/>
              </a:cxn>
              <a:cxn ang="0">
                <a:pos x="connsiteX36094" y="connsiteY36094"/>
              </a:cxn>
              <a:cxn ang="0">
                <a:pos x="connsiteX36095" y="connsiteY36095"/>
              </a:cxn>
              <a:cxn ang="0">
                <a:pos x="connsiteX36096" y="connsiteY36096"/>
              </a:cxn>
              <a:cxn ang="0">
                <a:pos x="connsiteX36097" y="connsiteY36097"/>
              </a:cxn>
              <a:cxn ang="0">
                <a:pos x="connsiteX36098" y="connsiteY36098"/>
              </a:cxn>
              <a:cxn ang="0">
                <a:pos x="connsiteX36099" y="connsiteY36099"/>
              </a:cxn>
              <a:cxn ang="0">
                <a:pos x="connsiteX36100" y="connsiteY36100"/>
              </a:cxn>
              <a:cxn ang="0">
                <a:pos x="connsiteX36101" y="connsiteY36101"/>
              </a:cxn>
              <a:cxn ang="0">
                <a:pos x="connsiteX36102" y="connsiteY36102"/>
              </a:cxn>
              <a:cxn ang="0">
                <a:pos x="connsiteX36103" y="connsiteY36103"/>
              </a:cxn>
              <a:cxn ang="0">
                <a:pos x="connsiteX36104" y="connsiteY36104"/>
              </a:cxn>
              <a:cxn ang="0">
                <a:pos x="connsiteX36105" y="connsiteY36105"/>
              </a:cxn>
              <a:cxn ang="0">
                <a:pos x="connsiteX36106" y="connsiteY36106"/>
              </a:cxn>
              <a:cxn ang="0">
                <a:pos x="connsiteX36107" y="connsiteY36107"/>
              </a:cxn>
              <a:cxn ang="0">
                <a:pos x="connsiteX36108" y="connsiteY36108"/>
              </a:cxn>
              <a:cxn ang="0">
                <a:pos x="connsiteX36109" y="connsiteY36109"/>
              </a:cxn>
              <a:cxn ang="0">
                <a:pos x="connsiteX36110" y="connsiteY36110"/>
              </a:cxn>
              <a:cxn ang="0">
                <a:pos x="connsiteX36111" y="connsiteY36111"/>
              </a:cxn>
              <a:cxn ang="0">
                <a:pos x="connsiteX36112" y="connsiteY36112"/>
              </a:cxn>
              <a:cxn ang="0">
                <a:pos x="connsiteX36113" y="connsiteY36113"/>
              </a:cxn>
              <a:cxn ang="0">
                <a:pos x="connsiteX36114" y="connsiteY36114"/>
              </a:cxn>
              <a:cxn ang="0">
                <a:pos x="connsiteX36115" y="connsiteY36115"/>
              </a:cxn>
              <a:cxn ang="0">
                <a:pos x="connsiteX36116" y="connsiteY36116"/>
              </a:cxn>
              <a:cxn ang="0">
                <a:pos x="connsiteX36117" y="connsiteY36117"/>
              </a:cxn>
              <a:cxn ang="0">
                <a:pos x="connsiteX36118" y="connsiteY36118"/>
              </a:cxn>
              <a:cxn ang="0">
                <a:pos x="connsiteX36119" y="connsiteY36119"/>
              </a:cxn>
              <a:cxn ang="0">
                <a:pos x="connsiteX36120" y="connsiteY36120"/>
              </a:cxn>
              <a:cxn ang="0">
                <a:pos x="connsiteX36121" y="connsiteY36121"/>
              </a:cxn>
              <a:cxn ang="0">
                <a:pos x="connsiteX36122" y="connsiteY36122"/>
              </a:cxn>
              <a:cxn ang="0">
                <a:pos x="connsiteX36123" y="connsiteY36123"/>
              </a:cxn>
              <a:cxn ang="0">
                <a:pos x="connsiteX36124" y="connsiteY36124"/>
              </a:cxn>
              <a:cxn ang="0">
                <a:pos x="connsiteX36125" y="connsiteY36125"/>
              </a:cxn>
              <a:cxn ang="0">
                <a:pos x="connsiteX36126" y="connsiteY36126"/>
              </a:cxn>
              <a:cxn ang="0">
                <a:pos x="connsiteX36127" y="connsiteY36127"/>
              </a:cxn>
              <a:cxn ang="0">
                <a:pos x="connsiteX36128" y="connsiteY36128"/>
              </a:cxn>
              <a:cxn ang="0">
                <a:pos x="connsiteX36129" y="connsiteY36129"/>
              </a:cxn>
              <a:cxn ang="0">
                <a:pos x="connsiteX36130" y="connsiteY36130"/>
              </a:cxn>
              <a:cxn ang="0">
                <a:pos x="connsiteX36131" y="connsiteY36131"/>
              </a:cxn>
              <a:cxn ang="0">
                <a:pos x="connsiteX36132" y="connsiteY36132"/>
              </a:cxn>
              <a:cxn ang="0">
                <a:pos x="connsiteX36133" y="connsiteY36133"/>
              </a:cxn>
              <a:cxn ang="0">
                <a:pos x="connsiteX36134" y="connsiteY36134"/>
              </a:cxn>
              <a:cxn ang="0">
                <a:pos x="connsiteX36135" y="connsiteY36135"/>
              </a:cxn>
              <a:cxn ang="0">
                <a:pos x="connsiteX36136" y="connsiteY36136"/>
              </a:cxn>
              <a:cxn ang="0">
                <a:pos x="connsiteX36137" y="connsiteY36137"/>
              </a:cxn>
              <a:cxn ang="0">
                <a:pos x="connsiteX36138" y="connsiteY36138"/>
              </a:cxn>
              <a:cxn ang="0">
                <a:pos x="connsiteX36139" y="connsiteY36139"/>
              </a:cxn>
              <a:cxn ang="0">
                <a:pos x="connsiteX36140" y="connsiteY36140"/>
              </a:cxn>
              <a:cxn ang="0">
                <a:pos x="connsiteX36141" y="connsiteY36141"/>
              </a:cxn>
              <a:cxn ang="0">
                <a:pos x="connsiteX36142" y="connsiteY36142"/>
              </a:cxn>
              <a:cxn ang="0">
                <a:pos x="connsiteX36143" y="connsiteY36143"/>
              </a:cxn>
              <a:cxn ang="0">
                <a:pos x="connsiteX36144" y="connsiteY36144"/>
              </a:cxn>
              <a:cxn ang="0">
                <a:pos x="connsiteX36145" y="connsiteY36145"/>
              </a:cxn>
              <a:cxn ang="0">
                <a:pos x="connsiteX36146" y="connsiteY36146"/>
              </a:cxn>
              <a:cxn ang="0">
                <a:pos x="connsiteX36147" y="connsiteY36147"/>
              </a:cxn>
              <a:cxn ang="0">
                <a:pos x="connsiteX36148" y="connsiteY36148"/>
              </a:cxn>
              <a:cxn ang="0">
                <a:pos x="connsiteX36149" y="connsiteY36149"/>
              </a:cxn>
              <a:cxn ang="0">
                <a:pos x="connsiteX36150" y="connsiteY36150"/>
              </a:cxn>
              <a:cxn ang="0">
                <a:pos x="connsiteX36151" y="connsiteY36151"/>
              </a:cxn>
              <a:cxn ang="0">
                <a:pos x="connsiteX36152" y="connsiteY36152"/>
              </a:cxn>
              <a:cxn ang="0">
                <a:pos x="connsiteX36153" y="connsiteY36153"/>
              </a:cxn>
              <a:cxn ang="0">
                <a:pos x="connsiteX36154" y="connsiteY36154"/>
              </a:cxn>
              <a:cxn ang="0">
                <a:pos x="connsiteX36155" y="connsiteY36155"/>
              </a:cxn>
              <a:cxn ang="0">
                <a:pos x="connsiteX36156" y="connsiteY36156"/>
              </a:cxn>
              <a:cxn ang="0">
                <a:pos x="connsiteX36157" y="connsiteY36157"/>
              </a:cxn>
              <a:cxn ang="0">
                <a:pos x="connsiteX36158" y="connsiteY36158"/>
              </a:cxn>
              <a:cxn ang="0">
                <a:pos x="connsiteX36159" y="connsiteY36159"/>
              </a:cxn>
              <a:cxn ang="0">
                <a:pos x="connsiteX36160" y="connsiteY36160"/>
              </a:cxn>
              <a:cxn ang="0">
                <a:pos x="connsiteX36161" y="connsiteY36161"/>
              </a:cxn>
              <a:cxn ang="0">
                <a:pos x="connsiteX36162" y="connsiteY36162"/>
              </a:cxn>
              <a:cxn ang="0">
                <a:pos x="connsiteX36163" y="connsiteY36163"/>
              </a:cxn>
              <a:cxn ang="0">
                <a:pos x="connsiteX36164" y="connsiteY36164"/>
              </a:cxn>
              <a:cxn ang="0">
                <a:pos x="connsiteX36165" y="connsiteY36165"/>
              </a:cxn>
              <a:cxn ang="0">
                <a:pos x="connsiteX36166" y="connsiteY36166"/>
              </a:cxn>
              <a:cxn ang="0">
                <a:pos x="connsiteX36167" y="connsiteY36167"/>
              </a:cxn>
              <a:cxn ang="0">
                <a:pos x="connsiteX36168" y="connsiteY36168"/>
              </a:cxn>
              <a:cxn ang="0">
                <a:pos x="connsiteX36169" y="connsiteY36169"/>
              </a:cxn>
              <a:cxn ang="0">
                <a:pos x="connsiteX36170" y="connsiteY36170"/>
              </a:cxn>
              <a:cxn ang="0">
                <a:pos x="connsiteX36171" y="connsiteY36171"/>
              </a:cxn>
              <a:cxn ang="0">
                <a:pos x="connsiteX36172" y="connsiteY36172"/>
              </a:cxn>
              <a:cxn ang="0">
                <a:pos x="connsiteX36173" y="connsiteY36173"/>
              </a:cxn>
              <a:cxn ang="0">
                <a:pos x="connsiteX36174" y="connsiteY36174"/>
              </a:cxn>
              <a:cxn ang="0">
                <a:pos x="connsiteX36175" y="connsiteY36175"/>
              </a:cxn>
              <a:cxn ang="0">
                <a:pos x="connsiteX36176" y="connsiteY36176"/>
              </a:cxn>
              <a:cxn ang="0">
                <a:pos x="connsiteX36177" y="connsiteY36177"/>
              </a:cxn>
              <a:cxn ang="0">
                <a:pos x="connsiteX36178" y="connsiteY36178"/>
              </a:cxn>
              <a:cxn ang="0">
                <a:pos x="connsiteX36179" y="connsiteY36179"/>
              </a:cxn>
              <a:cxn ang="0">
                <a:pos x="connsiteX36180" y="connsiteY36180"/>
              </a:cxn>
              <a:cxn ang="0">
                <a:pos x="connsiteX36181" y="connsiteY36181"/>
              </a:cxn>
              <a:cxn ang="0">
                <a:pos x="connsiteX36182" y="connsiteY36182"/>
              </a:cxn>
              <a:cxn ang="0">
                <a:pos x="connsiteX36183" y="connsiteY36183"/>
              </a:cxn>
              <a:cxn ang="0">
                <a:pos x="connsiteX36184" y="connsiteY36184"/>
              </a:cxn>
              <a:cxn ang="0">
                <a:pos x="connsiteX36185" y="connsiteY36185"/>
              </a:cxn>
              <a:cxn ang="0">
                <a:pos x="connsiteX36186" y="connsiteY36186"/>
              </a:cxn>
              <a:cxn ang="0">
                <a:pos x="connsiteX36187" y="connsiteY36187"/>
              </a:cxn>
              <a:cxn ang="0">
                <a:pos x="connsiteX36188" y="connsiteY36188"/>
              </a:cxn>
              <a:cxn ang="0">
                <a:pos x="connsiteX36189" y="connsiteY36189"/>
              </a:cxn>
              <a:cxn ang="0">
                <a:pos x="connsiteX36190" y="connsiteY36190"/>
              </a:cxn>
              <a:cxn ang="0">
                <a:pos x="connsiteX36191" y="connsiteY36191"/>
              </a:cxn>
              <a:cxn ang="0">
                <a:pos x="connsiteX36192" y="connsiteY36192"/>
              </a:cxn>
              <a:cxn ang="0">
                <a:pos x="connsiteX36193" y="connsiteY36193"/>
              </a:cxn>
              <a:cxn ang="0">
                <a:pos x="connsiteX36194" y="connsiteY36194"/>
              </a:cxn>
              <a:cxn ang="0">
                <a:pos x="connsiteX36195" y="connsiteY36195"/>
              </a:cxn>
              <a:cxn ang="0">
                <a:pos x="connsiteX36196" y="connsiteY36196"/>
              </a:cxn>
              <a:cxn ang="0">
                <a:pos x="connsiteX36197" y="connsiteY36197"/>
              </a:cxn>
              <a:cxn ang="0">
                <a:pos x="connsiteX36198" y="connsiteY36198"/>
              </a:cxn>
              <a:cxn ang="0">
                <a:pos x="connsiteX36199" y="connsiteY36199"/>
              </a:cxn>
              <a:cxn ang="0">
                <a:pos x="connsiteX36200" y="connsiteY36200"/>
              </a:cxn>
              <a:cxn ang="0">
                <a:pos x="connsiteX36201" y="connsiteY36201"/>
              </a:cxn>
              <a:cxn ang="0">
                <a:pos x="connsiteX36202" y="connsiteY36202"/>
              </a:cxn>
              <a:cxn ang="0">
                <a:pos x="connsiteX36203" y="connsiteY36203"/>
              </a:cxn>
              <a:cxn ang="0">
                <a:pos x="connsiteX36204" y="connsiteY36204"/>
              </a:cxn>
              <a:cxn ang="0">
                <a:pos x="connsiteX36205" y="connsiteY36205"/>
              </a:cxn>
              <a:cxn ang="0">
                <a:pos x="connsiteX36206" y="connsiteY36206"/>
              </a:cxn>
              <a:cxn ang="0">
                <a:pos x="connsiteX36207" y="connsiteY36207"/>
              </a:cxn>
              <a:cxn ang="0">
                <a:pos x="connsiteX36208" y="connsiteY36208"/>
              </a:cxn>
              <a:cxn ang="0">
                <a:pos x="connsiteX36209" y="connsiteY36209"/>
              </a:cxn>
              <a:cxn ang="0">
                <a:pos x="connsiteX36210" y="connsiteY36210"/>
              </a:cxn>
              <a:cxn ang="0">
                <a:pos x="connsiteX36211" y="connsiteY36211"/>
              </a:cxn>
              <a:cxn ang="0">
                <a:pos x="connsiteX36212" y="connsiteY36212"/>
              </a:cxn>
              <a:cxn ang="0">
                <a:pos x="connsiteX36213" y="connsiteY36213"/>
              </a:cxn>
              <a:cxn ang="0">
                <a:pos x="connsiteX36214" y="connsiteY36214"/>
              </a:cxn>
              <a:cxn ang="0">
                <a:pos x="connsiteX36215" y="connsiteY36215"/>
              </a:cxn>
              <a:cxn ang="0">
                <a:pos x="connsiteX36216" y="connsiteY36216"/>
              </a:cxn>
              <a:cxn ang="0">
                <a:pos x="connsiteX36217" y="connsiteY36217"/>
              </a:cxn>
              <a:cxn ang="0">
                <a:pos x="connsiteX36218" y="connsiteY36218"/>
              </a:cxn>
              <a:cxn ang="0">
                <a:pos x="connsiteX36219" y="connsiteY36219"/>
              </a:cxn>
              <a:cxn ang="0">
                <a:pos x="connsiteX36220" y="connsiteY36220"/>
              </a:cxn>
              <a:cxn ang="0">
                <a:pos x="connsiteX36221" y="connsiteY36221"/>
              </a:cxn>
              <a:cxn ang="0">
                <a:pos x="connsiteX36222" y="connsiteY36222"/>
              </a:cxn>
              <a:cxn ang="0">
                <a:pos x="connsiteX36223" y="connsiteY36223"/>
              </a:cxn>
              <a:cxn ang="0">
                <a:pos x="connsiteX36224" y="connsiteY36224"/>
              </a:cxn>
              <a:cxn ang="0">
                <a:pos x="connsiteX36225" y="connsiteY36225"/>
              </a:cxn>
              <a:cxn ang="0">
                <a:pos x="connsiteX36226" y="connsiteY36226"/>
              </a:cxn>
              <a:cxn ang="0">
                <a:pos x="connsiteX36227" y="connsiteY36227"/>
              </a:cxn>
              <a:cxn ang="0">
                <a:pos x="connsiteX36228" y="connsiteY36228"/>
              </a:cxn>
              <a:cxn ang="0">
                <a:pos x="connsiteX36229" y="connsiteY36229"/>
              </a:cxn>
              <a:cxn ang="0">
                <a:pos x="connsiteX36230" y="connsiteY36230"/>
              </a:cxn>
              <a:cxn ang="0">
                <a:pos x="connsiteX36231" y="connsiteY36231"/>
              </a:cxn>
              <a:cxn ang="0">
                <a:pos x="connsiteX36232" y="connsiteY36232"/>
              </a:cxn>
              <a:cxn ang="0">
                <a:pos x="connsiteX36233" y="connsiteY36233"/>
              </a:cxn>
              <a:cxn ang="0">
                <a:pos x="connsiteX36234" y="connsiteY36234"/>
              </a:cxn>
              <a:cxn ang="0">
                <a:pos x="connsiteX36235" y="connsiteY36235"/>
              </a:cxn>
              <a:cxn ang="0">
                <a:pos x="connsiteX36236" y="connsiteY36236"/>
              </a:cxn>
              <a:cxn ang="0">
                <a:pos x="connsiteX36237" y="connsiteY36237"/>
              </a:cxn>
              <a:cxn ang="0">
                <a:pos x="connsiteX36238" y="connsiteY36238"/>
              </a:cxn>
              <a:cxn ang="0">
                <a:pos x="connsiteX36239" y="connsiteY36239"/>
              </a:cxn>
              <a:cxn ang="0">
                <a:pos x="connsiteX36240" y="connsiteY36240"/>
              </a:cxn>
              <a:cxn ang="0">
                <a:pos x="connsiteX36241" y="connsiteY36241"/>
              </a:cxn>
              <a:cxn ang="0">
                <a:pos x="connsiteX36242" y="connsiteY36242"/>
              </a:cxn>
              <a:cxn ang="0">
                <a:pos x="connsiteX36243" y="connsiteY36243"/>
              </a:cxn>
              <a:cxn ang="0">
                <a:pos x="connsiteX36244" y="connsiteY36244"/>
              </a:cxn>
              <a:cxn ang="0">
                <a:pos x="connsiteX36245" y="connsiteY36245"/>
              </a:cxn>
              <a:cxn ang="0">
                <a:pos x="connsiteX36246" y="connsiteY36246"/>
              </a:cxn>
              <a:cxn ang="0">
                <a:pos x="connsiteX36247" y="connsiteY36247"/>
              </a:cxn>
              <a:cxn ang="0">
                <a:pos x="connsiteX36248" y="connsiteY36248"/>
              </a:cxn>
              <a:cxn ang="0">
                <a:pos x="connsiteX36249" y="connsiteY36249"/>
              </a:cxn>
              <a:cxn ang="0">
                <a:pos x="connsiteX36250" y="connsiteY36250"/>
              </a:cxn>
              <a:cxn ang="0">
                <a:pos x="connsiteX36251" y="connsiteY36251"/>
              </a:cxn>
              <a:cxn ang="0">
                <a:pos x="connsiteX36252" y="connsiteY36252"/>
              </a:cxn>
              <a:cxn ang="0">
                <a:pos x="connsiteX36253" y="connsiteY36253"/>
              </a:cxn>
              <a:cxn ang="0">
                <a:pos x="connsiteX36254" y="connsiteY36254"/>
              </a:cxn>
              <a:cxn ang="0">
                <a:pos x="connsiteX36255" y="connsiteY36255"/>
              </a:cxn>
              <a:cxn ang="0">
                <a:pos x="connsiteX36256" y="connsiteY36256"/>
              </a:cxn>
              <a:cxn ang="0">
                <a:pos x="connsiteX36257" y="connsiteY36257"/>
              </a:cxn>
              <a:cxn ang="0">
                <a:pos x="connsiteX36258" y="connsiteY36258"/>
              </a:cxn>
              <a:cxn ang="0">
                <a:pos x="connsiteX36259" y="connsiteY36259"/>
              </a:cxn>
              <a:cxn ang="0">
                <a:pos x="connsiteX36260" y="connsiteY36260"/>
              </a:cxn>
              <a:cxn ang="0">
                <a:pos x="connsiteX36261" y="connsiteY36261"/>
              </a:cxn>
              <a:cxn ang="0">
                <a:pos x="connsiteX36262" y="connsiteY36262"/>
              </a:cxn>
              <a:cxn ang="0">
                <a:pos x="connsiteX36263" y="connsiteY36263"/>
              </a:cxn>
              <a:cxn ang="0">
                <a:pos x="connsiteX36264" y="connsiteY36264"/>
              </a:cxn>
              <a:cxn ang="0">
                <a:pos x="connsiteX36265" y="connsiteY36265"/>
              </a:cxn>
              <a:cxn ang="0">
                <a:pos x="connsiteX36266" y="connsiteY36266"/>
              </a:cxn>
              <a:cxn ang="0">
                <a:pos x="connsiteX36267" y="connsiteY36267"/>
              </a:cxn>
              <a:cxn ang="0">
                <a:pos x="connsiteX36268" y="connsiteY36268"/>
              </a:cxn>
              <a:cxn ang="0">
                <a:pos x="connsiteX36269" y="connsiteY36269"/>
              </a:cxn>
              <a:cxn ang="0">
                <a:pos x="connsiteX36270" y="connsiteY36270"/>
              </a:cxn>
              <a:cxn ang="0">
                <a:pos x="connsiteX36271" y="connsiteY36271"/>
              </a:cxn>
              <a:cxn ang="0">
                <a:pos x="connsiteX36272" y="connsiteY36272"/>
              </a:cxn>
              <a:cxn ang="0">
                <a:pos x="connsiteX36273" y="connsiteY36273"/>
              </a:cxn>
              <a:cxn ang="0">
                <a:pos x="connsiteX36274" y="connsiteY36274"/>
              </a:cxn>
              <a:cxn ang="0">
                <a:pos x="connsiteX36275" y="connsiteY36275"/>
              </a:cxn>
              <a:cxn ang="0">
                <a:pos x="connsiteX36276" y="connsiteY36276"/>
              </a:cxn>
              <a:cxn ang="0">
                <a:pos x="connsiteX36277" y="connsiteY36277"/>
              </a:cxn>
              <a:cxn ang="0">
                <a:pos x="connsiteX36278" y="connsiteY36278"/>
              </a:cxn>
              <a:cxn ang="0">
                <a:pos x="connsiteX36279" y="connsiteY36279"/>
              </a:cxn>
              <a:cxn ang="0">
                <a:pos x="connsiteX36280" y="connsiteY36280"/>
              </a:cxn>
              <a:cxn ang="0">
                <a:pos x="connsiteX36281" y="connsiteY36281"/>
              </a:cxn>
              <a:cxn ang="0">
                <a:pos x="connsiteX36282" y="connsiteY36282"/>
              </a:cxn>
              <a:cxn ang="0">
                <a:pos x="connsiteX36283" y="connsiteY36283"/>
              </a:cxn>
              <a:cxn ang="0">
                <a:pos x="connsiteX36284" y="connsiteY36284"/>
              </a:cxn>
              <a:cxn ang="0">
                <a:pos x="connsiteX36285" y="connsiteY36285"/>
              </a:cxn>
              <a:cxn ang="0">
                <a:pos x="connsiteX36286" y="connsiteY36286"/>
              </a:cxn>
              <a:cxn ang="0">
                <a:pos x="connsiteX36287" y="connsiteY36287"/>
              </a:cxn>
              <a:cxn ang="0">
                <a:pos x="connsiteX36288" y="connsiteY36288"/>
              </a:cxn>
              <a:cxn ang="0">
                <a:pos x="connsiteX36289" y="connsiteY36289"/>
              </a:cxn>
              <a:cxn ang="0">
                <a:pos x="connsiteX36290" y="connsiteY36290"/>
              </a:cxn>
              <a:cxn ang="0">
                <a:pos x="connsiteX36291" y="connsiteY36291"/>
              </a:cxn>
              <a:cxn ang="0">
                <a:pos x="connsiteX36292" y="connsiteY36292"/>
              </a:cxn>
              <a:cxn ang="0">
                <a:pos x="connsiteX36293" y="connsiteY36293"/>
              </a:cxn>
              <a:cxn ang="0">
                <a:pos x="connsiteX36294" y="connsiteY36294"/>
              </a:cxn>
              <a:cxn ang="0">
                <a:pos x="connsiteX36295" y="connsiteY36295"/>
              </a:cxn>
              <a:cxn ang="0">
                <a:pos x="connsiteX36296" y="connsiteY36296"/>
              </a:cxn>
              <a:cxn ang="0">
                <a:pos x="connsiteX36297" y="connsiteY36297"/>
              </a:cxn>
              <a:cxn ang="0">
                <a:pos x="connsiteX36298" y="connsiteY36298"/>
              </a:cxn>
              <a:cxn ang="0">
                <a:pos x="connsiteX36299" y="connsiteY36299"/>
              </a:cxn>
              <a:cxn ang="0">
                <a:pos x="connsiteX36300" y="connsiteY36300"/>
              </a:cxn>
              <a:cxn ang="0">
                <a:pos x="connsiteX36301" y="connsiteY36301"/>
              </a:cxn>
              <a:cxn ang="0">
                <a:pos x="connsiteX36302" y="connsiteY36302"/>
              </a:cxn>
              <a:cxn ang="0">
                <a:pos x="connsiteX36303" y="connsiteY36303"/>
              </a:cxn>
              <a:cxn ang="0">
                <a:pos x="connsiteX36304" y="connsiteY36304"/>
              </a:cxn>
              <a:cxn ang="0">
                <a:pos x="connsiteX36305" y="connsiteY36305"/>
              </a:cxn>
              <a:cxn ang="0">
                <a:pos x="connsiteX36306" y="connsiteY36306"/>
              </a:cxn>
              <a:cxn ang="0">
                <a:pos x="connsiteX36307" y="connsiteY36307"/>
              </a:cxn>
              <a:cxn ang="0">
                <a:pos x="connsiteX36308" y="connsiteY36308"/>
              </a:cxn>
              <a:cxn ang="0">
                <a:pos x="connsiteX36309" y="connsiteY36309"/>
              </a:cxn>
              <a:cxn ang="0">
                <a:pos x="connsiteX36310" y="connsiteY36310"/>
              </a:cxn>
              <a:cxn ang="0">
                <a:pos x="connsiteX36311" y="connsiteY36311"/>
              </a:cxn>
              <a:cxn ang="0">
                <a:pos x="connsiteX36312" y="connsiteY36312"/>
              </a:cxn>
              <a:cxn ang="0">
                <a:pos x="connsiteX36313" y="connsiteY36313"/>
              </a:cxn>
              <a:cxn ang="0">
                <a:pos x="connsiteX36314" y="connsiteY36314"/>
              </a:cxn>
              <a:cxn ang="0">
                <a:pos x="connsiteX36315" y="connsiteY36315"/>
              </a:cxn>
              <a:cxn ang="0">
                <a:pos x="connsiteX36316" y="connsiteY36316"/>
              </a:cxn>
              <a:cxn ang="0">
                <a:pos x="connsiteX36317" y="connsiteY36317"/>
              </a:cxn>
              <a:cxn ang="0">
                <a:pos x="connsiteX36318" y="connsiteY36318"/>
              </a:cxn>
              <a:cxn ang="0">
                <a:pos x="connsiteX36319" y="connsiteY36319"/>
              </a:cxn>
              <a:cxn ang="0">
                <a:pos x="connsiteX36320" y="connsiteY36320"/>
              </a:cxn>
              <a:cxn ang="0">
                <a:pos x="connsiteX36321" y="connsiteY36321"/>
              </a:cxn>
              <a:cxn ang="0">
                <a:pos x="connsiteX36322" y="connsiteY36322"/>
              </a:cxn>
              <a:cxn ang="0">
                <a:pos x="connsiteX36323" y="connsiteY36323"/>
              </a:cxn>
              <a:cxn ang="0">
                <a:pos x="connsiteX36324" y="connsiteY36324"/>
              </a:cxn>
              <a:cxn ang="0">
                <a:pos x="connsiteX36325" y="connsiteY36325"/>
              </a:cxn>
              <a:cxn ang="0">
                <a:pos x="connsiteX36326" y="connsiteY36326"/>
              </a:cxn>
              <a:cxn ang="0">
                <a:pos x="connsiteX36327" y="connsiteY36327"/>
              </a:cxn>
              <a:cxn ang="0">
                <a:pos x="connsiteX36328" y="connsiteY36328"/>
              </a:cxn>
              <a:cxn ang="0">
                <a:pos x="connsiteX36329" y="connsiteY36329"/>
              </a:cxn>
              <a:cxn ang="0">
                <a:pos x="connsiteX36330" y="connsiteY36330"/>
              </a:cxn>
              <a:cxn ang="0">
                <a:pos x="connsiteX36331" y="connsiteY36331"/>
              </a:cxn>
              <a:cxn ang="0">
                <a:pos x="connsiteX36332" y="connsiteY36332"/>
              </a:cxn>
              <a:cxn ang="0">
                <a:pos x="connsiteX36333" y="connsiteY36333"/>
              </a:cxn>
              <a:cxn ang="0">
                <a:pos x="connsiteX36334" y="connsiteY36334"/>
              </a:cxn>
              <a:cxn ang="0">
                <a:pos x="connsiteX36335" y="connsiteY36335"/>
              </a:cxn>
              <a:cxn ang="0">
                <a:pos x="connsiteX36336" y="connsiteY36336"/>
              </a:cxn>
              <a:cxn ang="0">
                <a:pos x="connsiteX36337" y="connsiteY36337"/>
              </a:cxn>
              <a:cxn ang="0">
                <a:pos x="connsiteX36338" y="connsiteY36338"/>
              </a:cxn>
              <a:cxn ang="0">
                <a:pos x="connsiteX36339" y="connsiteY36339"/>
              </a:cxn>
              <a:cxn ang="0">
                <a:pos x="connsiteX36340" y="connsiteY36340"/>
              </a:cxn>
              <a:cxn ang="0">
                <a:pos x="connsiteX36341" y="connsiteY36341"/>
              </a:cxn>
              <a:cxn ang="0">
                <a:pos x="connsiteX36342" y="connsiteY36342"/>
              </a:cxn>
              <a:cxn ang="0">
                <a:pos x="connsiteX36343" y="connsiteY36343"/>
              </a:cxn>
              <a:cxn ang="0">
                <a:pos x="connsiteX36344" y="connsiteY36344"/>
              </a:cxn>
              <a:cxn ang="0">
                <a:pos x="connsiteX36345" y="connsiteY36345"/>
              </a:cxn>
              <a:cxn ang="0">
                <a:pos x="connsiteX36346" y="connsiteY36346"/>
              </a:cxn>
              <a:cxn ang="0">
                <a:pos x="connsiteX36347" y="connsiteY36347"/>
              </a:cxn>
              <a:cxn ang="0">
                <a:pos x="connsiteX36348" y="connsiteY36348"/>
              </a:cxn>
              <a:cxn ang="0">
                <a:pos x="connsiteX36349" y="connsiteY36349"/>
              </a:cxn>
              <a:cxn ang="0">
                <a:pos x="connsiteX36350" y="connsiteY36350"/>
              </a:cxn>
              <a:cxn ang="0">
                <a:pos x="connsiteX36351" y="connsiteY36351"/>
              </a:cxn>
              <a:cxn ang="0">
                <a:pos x="connsiteX36352" y="connsiteY36352"/>
              </a:cxn>
              <a:cxn ang="0">
                <a:pos x="connsiteX36353" y="connsiteY36353"/>
              </a:cxn>
              <a:cxn ang="0">
                <a:pos x="connsiteX36354" y="connsiteY36354"/>
              </a:cxn>
              <a:cxn ang="0">
                <a:pos x="connsiteX36355" y="connsiteY36355"/>
              </a:cxn>
              <a:cxn ang="0">
                <a:pos x="connsiteX36356" y="connsiteY36356"/>
              </a:cxn>
              <a:cxn ang="0">
                <a:pos x="connsiteX36357" y="connsiteY36357"/>
              </a:cxn>
              <a:cxn ang="0">
                <a:pos x="connsiteX36358" y="connsiteY36358"/>
              </a:cxn>
              <a:cxn ang="0">
                <a:pos x="connsiteX36359" y="connsiteY36359"/>
              </a:cxn>
              <a:cxn ang="0">
                <a:pos x="connsiteX36360" y="connsiteY36360"/>
              </a:cxn>
              <a:cxn ang="0">
                <a:pos x="connsiteX36361" y="connsiteY36361"/>
              </a:cxn>
              <a:cxn ang="0">
                <a:pos x="connsiteX36362" y="connsiteY36362"/>
              </a:cxn>
              <a:cxn ang="0">
                <a:pos x="connsiteX36363" y="connsiteY36363"/>
              </a:cxn>
              <a:cxn ang="0">
                <a:pos x="connsiteX36364" y="connsiteY36364"/>
              </a:cxn>
              <a:cxn ang="0">
                <a:pos x="connsiteX36365" y="connsiteY36365"/>
              </a:cxn>
              <a:cxn ang="0">
                <a:pos x="connsiteX36366" y="connsiteY36366"/>
              </a:cxn>
              <a:cxn ang="0">
                <a:pos x="connsiteX36367" y="connsiteY36367"/>
              </a:cxn>
              <a:cxn ang="0">
                <a:pos x="connsiteX36368" y="connsiteY36368"/>
              </a:cxn>
              <a:cxn ang="0">
                <a:pos x="connsiteX36369" y="connsiteY36369"/>
              </a:cxn>
              <a:cxn ang="0">
                <a:pos x="connsiteX36370" y="connsiteY36370"/>
              </a:cxn>
              <a:cxn ang="0">
                <a:pos x="connsiteX36371" y="connsiteY36371"/>
              </a:cxn>
              <a:cxn ang="0">
                <a:pos x="connsiteX36372" y="connsiteY36372"/>
              </a:cxn>
              <a:cxn ang="0">
                <a:pos x="connsiteX36373" y="connsiteY36373"/>
              </a:cxn>
              <a:cxn ang="0">
                <a:pos x="connsiteX36374" y="connsiteY36374"/>
              </a:cxn>
              <a:cxn ang="0">
                <a:pos x="connsiteX36375" y="connsiteY36375"/>
              </a:cxn>
              <a:cxn ang="0">
                <a:pos x="connsiteX36376" y="connsiteY36376"/>
              </a:cxn>
              <a:cxn ang="0">
                <a:pos x="connsiteX36377" y="connsiteY36377"/>
              </a:cxn>
              <a:cxn ang="0">
                <a:pos x="connsiteX36378" y="connsiteY36378"/>
              </a:cxn>
              <a:cxn ang="0">
                <a:pos x="connsiteX36379" y="connsiteY36379"/>
              </a:cxn>
              <a:cxn ang="0">
                <a:pos x="connsiteX36380" y="connsiteY36380"/>
              </a:cxn>
              <a:cxn ang="0">
                <a:pos x="connsiteX36381" y="connsiteY36381"/>
              </a:cxn>
              <a:cxn ang="0">
                <a:pos x="connsiteX36382" y="connsiteY36382"/>
              </a:cxn>
              <a:cxn ang="0">
                <a:pos x="connsiteX36383" y="connsiteY36383"/>
              </a:cxn>
              <a:cxn ang="0">
                <a:pos x="connsiteX36384" y="connsiteY36384"/>
              </a:cxn>
              <a:cxn ang="0">
                <a:pos x="connsiteX36385" y="connsiteY36385"/>
              </a:cxn>
              <a:cxn ang="0">
                <a:pos x="connsiteX36386" y="connsiteY36386"/>
              </a:cxn>
              <a:cxn ang="0">
                <a:pos x="connsiteX36387" y="connsiteY36387"/>
              </a:cxn>
              <a:cxn ang="0">
                <a:pos x="connsiteX36388" y="connsiteY36388"/>
              </a:cxn>
              <a:cxn ang="0">
                <a:pos x="connsiteX36389" y="connsiteY36389"/>
              </a:cxn>
              <a:cxn ang="0">
                <a:pos x="connsiteX36390" y="connsiteY36390"/>
              </a:cxn>
              <a:cxn ang="0">
                <a:pos x="connsiteX36391" y="connsiteY36391"/>
              </a:cxn>
              <a:cxn ang="0">
                <a:pos x="connsiteX36392" y="connsiteY36392"/>
              </a:cxn>
              <a:cxn ang="0">
                <a:pos x="connsiteX36393" y="connsiteY36393"/>
              </a:cxn>
              <a:cxn ang="0">
                <a:pos x="connsiteX36394" y="connsiteY36394"/>
              </a:cxn>
              <a:cxn ang="0">
                <a:pos x="connsiteX36395" y="connsiteY36395"/>
              </a:cxn>
              <a:cxn ang="0">
                <a:pos x="connsiteX36396" y="connsiteY36396"/>
              </a:cxn>
              <a:cxn ang="0">
                <a:pos x="connsiteX36397" y="connsiteY36397"/>
              </a:cxn>
              <a:cxn ang="0">
                <a:pos x="connsiteX36398" y="connsiteY36398"/>
              </a:cxn>
              <a:cxn ang="0">
                <a:pos x="connsiteX36399" y="connsiteY36399"/>
              </a:cxn>
              <a:cxn ang="0">
                <a:pos x="connsiteX36400" y="connsiteY36400"/>
              </a:cxn>
              <a:cxn ang="0">
                <a:pos x="connsiteX36401" y="connsiteY36401"/>
              </a:cxn>
              <a:cxn ang="0">
                <a:pos x="connsiteX36402" y="connsiteY36402"/>
              </a:cxn>
              <a:cxn ang="0">
                <a:pos x="connsiteX36403" y="connsiteY36403"/>
              </a:cxn>
              <a:cxn ang="0">
                <a:pos x="connsiteX36404" y="connsiteY36404"/>
              </a:cxn>
              <a:cxn ang="0">
                <a:pos x="connsiteX36405" y="connsiteY36405"/>
              </a:cxn>
              <a:cxn ang="0">
                <a:pos x="connsiteX36406" y="connsiteY36406"/>
              </a:cxn>
              <a:cxn ang="0">
                <a:pos x="connsiteX36407" y="connsiteY36407"/>
              </a:cxn>
              <a:cxn ang="0">
                <a:pos x="connsiteX36408" y="connsiteY36408"/>
              </a:cxn>
              <a:cxn ang="0">
                <a:pos x="connsiteX36409" y="connsiteY36409"/>
              </a:cxn>
              <a:cxn ang="0">
                <a:pos x="connsiteX36410" y="connsiteY36410"/>
              </a:cxn>
              <a:cxn ang="0">
                <a:pos x="connsiteX36411" y="connsiteY36411"/>
              </a:cxn>
              <a:cxn ang="0">
                <a:pos x="connsiteX36412" y="connsiteY36412"/>
              </a:cxn>
              <a:cxn ang="0">
                <a:pos x="connsiteX36413" y="connsiteY36413"/>
              </a:cxn>
              <a:cxn ang="0">
                <a:pos x="connsiteX36414" y="connsiteY36414"/>
              </a:cxn>
              <a:cxn ang="0">
                <a:pos x="connsiteX36415" y="connsiteY36415"/>
              </a:cxn>
              <a:cxn ang="0">
                <a:pos x="connsiteX36416" y="connsiteY36416"/>
              </a:cxn>
              <a:cxn ang="0">
                <a:pos x="connsiteX36417" y="connsiteY36417"/>
              </a:cxn>
              <a:cxn ang="0">
                <a:pos x="connsiteX36418" y="connsiteY36418"/>
              </a:cxn>
              <a:cxn ang="0">
                <a:pos x="connsiteX36419" y="connsiteY36419"/>
              </a:cxn>
              <a:cxn ang="0">
                <a:pos x="connsiteX36420" y="connsiteY36420"/>
              </a:cxn>
              <a:cxn ang="0">
                <a:pos x="connsiteX36421" y="connsiteY36421"/>
              </a:cxn>
              <a:cxn ang="0">
                <a:pos x="connsiteX36422" y="connsiteY36422"/>
              </a:cxn>
              <a:cxn ang="0">
                <a:pos x="connsiteX36423" y="connsiteY36423"/>
              </a:cxn>
              <a:cxn ang="0">
                <a:pos x="connsiteX36424" y="connsiteY36424"/>
              </a:cxn>
              <a:cxn ang="0">
                <a:pos x="connsiteX36425" y="connsiteY36425"/>
              </a:cxn>
              <a:cxn ang="0">
                <a:pos x="connsiteX36426" y="connsiteY36426"/>
              </a:cxn>
              <a:cxn ang="0">
                <a:pos x="connsiteX36427" y="connsiteY36427"/>
              </a:cxn>
              <a:cxn ang="0">
                <a:pos x="connsiteX36428" y="connsiteY36428"/>
              </a:cxn>
              <a:cxn ang="0">
                <a:pos x="connsiteX36429" y="connsiteY36429"/>
              </a:cxn>
              <a:cxn ang="0">
                <a:pos x="connsiteX36430" y="connsiteY36430"/>
              </a:cxn>
              <a:cxn ang="0">
                <a:pos x="connsiteX36431" y="connsiteY36431"/>
              </a:cxn>
              <a:cxn ang="0">
                <a:pos x="connsiteX36432" y="connsiteY36432"/>
              </a:cxn>
              <a:cxn ang="0">
                <a:pos x="connsiteX36433" y="connsiteY36433"/>
              </a:cxn>
              <a:cxn ang="0">
                <a:pos x="connsiteX36434" y="connsiteY36434"/>
              </a:cxn>
              <a:cxn ang="0">
                <a:pos x="connsiteX36435" y="connsiteY36435"/>
              </a:cxn>
              <a:cxn ang="0">
                <a:pos x="connsiteX36436" y="connsiteY36436"/>
              </a:cxn>
              <a:cxn ang="0">
                <a:pos x="connsiteX36437" y="connsiteY36437"/>
              </a:cxn>
              <a:cxn ang="0">
                <a:pos x="connsiteX36438" y="connsiteY36438"/>
              </a:cxn>
              <a:cxn ang="0">
                <a:pos x="connsiteX36439" y="connsiteY36439"/>
              </a:cxn>
              <a:cxn ang="0">
                <a:pos x="connsiteX36440" y="connsiteY36440"/>
              </a:cxn>
              <a:cxn ang="0">
                <a:pos x="connsiteX36441" y="connsiteY36441"/>
              </a:cxn>
              <a:cxn ang="0">
                <a:pos x="connsiteX36442" y="connsiteY36442"/>
              </a:cxn>
              <a:cxn ang="0">
                <a:pos x="connsiteX36443" y="connsiteY36443"/>
              </a:cxn>
              <a:cxn ang="0">
                <a:pos x="connsiteX36444" y="connsiteY36444"/>
              </a:cxn>
              <a:cxn ang="0">
                <a:pos x="connsiteX36445" y="connsiteY36445"/>
              </a:cxn>
              <a:cxn ang="0">
                <a:pos x="connsiteX36446" y="connsiteY36446"/>
              </a:cxn>
              <a:cxn ang="0">
                <a:pos x="connsiteX36447" y="connsiteY36447"/>
              </a:cxn>
              <a:cxn ang="0">
                <a:pos x="connsiteX36448" y="connsiteY36448"/>
              </a:cxn>
              <a:cxn ang="0">
                <a:pos x="connsiteX36449" y="connsiteY36449"/>
              </a:cxn>
              <a:cxn ang="0">
                <a:pos x="connsiteX36450" y="connsiteY36450"/>
              </a:cxn>
              <a:cxn ang="0">
                <a:pos x="connsiteX36451" y="connsiteY36451"/>
              </a:cxn>
              <a:cxn ang="0">
                <a:pos x="connsiteX36452" y="connsiteY36452"/>
              </a:cxn>
              <a:cxn ang="0">
                <a:pos x="connsiteX36453" y="connsiteY36453"/>
              </a:cxn>
              <a:cxn ang="0">
                <a:pos x="connsiteX36454" y="connsiteY36454"/>
              </a:cxn>
              <a:cxn ang="0">
                <a:pos x="connsiteX36455" y="connsiteY36455"/>
              </a:cxn>
              <a:cxn ang="0">
                <a:pos x="connsiteX36456" y="connsiteY36456"/>
              </a:cxn>
              <a:cxn ang="0">
                <a:pos x="connsiteX36457" y="connsiteY36457"/>
              </a:cxn>
              <a:cxn ang="0">
                <a:pos x="connsiteX36458" y="connsiteY36458"/>
              </a:cxn>
              <a:cxn ang="0">
                <a:pos x="connsiteX36459" y="connsiteY36459"/>
              </a:cxn>
              <a:cxn ang="0">
                <a:pos x="connsiteX36460" y="connsiteY36460"/>
              </a:cxn>
              <a:cxn ang="0">
                <a:pos x="connsiteX36461" y="connsiteY36461"/>
              </a:cxn>
              <a:cxn ang="0">
                <a:pos x="connsiteX36462" y="connsiteY36462"/>
              </a:cxn>
              <a:cxn ang="0">
                <a:pos x="connsiteX36463" y="connsiteY36463"/>
              </a:cxn>
              <a:cxn ang="0">
                <a:pos x="connsiteX36464" y="connsiteY36464"/>
              </a:cxn>
              <a:cxn ang="0">
                <a:pos x="connsiteX36465" y="connsiteY36465"/>
              </a:cxn>
              <a:cxn ang="0">
                <a:pos x="connsiteX36466" y="connsiteY36466"/>
              </a:cxn>
              <a:cxn ang="0">
                <a:pos x="connsiteX36467" y="connsiteY36467"/>
              </a:cxn>
              <a:cxn ang="0">
                <a:pos x="connsiteX36468" y="connsiteY36468"/>
              </a:cxn>
              <a:cxn ang="0">
                <a:pos x="connsiteX36469" y="connsiteY36469"/>
              </a:cxn>
              <a:cxn ang="0">
                <a:pos x="connsiteX36470" y="connsiteY36470"/>
              </a:cxn>
              <a:cxn ang="0">
                <a:pos x="connsiteX36471" y="connsiteY36471"/>
              </a:cxn>
              <a:cxn ang="0">
                <a:pos x="connsiteX36472" y="connsiteY36472"/>
              </a:cxn>
              <a:cxn ang="0">
                <a:pos x="connsiteX36473" y="connsiteY36473"/>
              </a:cxn>
              <a:cxn ang="0">
                <a:pos x="connsiteX36474" y="connsiteY36474"/>
              </a:cxn>
              <a:cxn ang="0">
                <a:pos x="connsiteX36475" y="connsiteY36475"/>
              </a:cxn>
              <a:cxn ang="0">
                <a:pos x="connsiteX36476" y="connsiteY36476"/>
              </a:cxn>
              <a:cxn ang="0">
                <a:pos x="connsiteX36477" y="connsiteY36477"/>
              </a:cxn>
              <a:cxn ang="0">
                <a:pos x="connsiteX36478" y="connsiteY36478"/>
              </a:cxn>
              <a:cxn ang="0">
                <a:pos x="connsiteX36479" y="connsiteY36479"/>
              </a:cxn>
              <a:cxn ang="0">
                <a:pos x="connsiteX36480" y="connsiteY36480"/>
              </a:cxn>
              <a:cxn ang="0">
                <a:pos x="connsiteX36481" y="connsiteY36481"/>
              </a:cxn>
              <a:cxn ang="0">
                <a:pos x="connsiteX36482" y="connsiteY36482"/>
              </a:cxn>
              <a:cxn ang="0">
                <a:pos x="connsiteX36483" y="connsiteY36483"/>
              </a:cxn>
              <a:cxn ang="0">
                <a:pos x="connsiteX36484" y="connsiteY36484"/>
              </a:cxn>
              <a:cxn ang="0">
                <a:pos x="connsiteX36485" y="connsiteY36485"/>
              </a:cxn>
              <a:cxn ang="0">
                <a:pos x="connsiteX36486" y="connsiteY36486"/>
              </a:cxn>
              <a:cxn ang="0">
                <a:pos x="connsiteX36487" y="connsiteY36487"/>
              </a:cxn>
              <a:cxn ang="0">
                <a:pos x="connsiteX36488" y="connsiteY36488"/>
              </a:cxn>
              <a:cxn ang="0">
                <a:pos x="connsiteX36489" y="connsiteY36489"/>
              </a:cxn>
              <a:cxn ang="0">
                <a:pos x="connsiteX36490" y="connsiteY36490"/>
              </a:cxn>
              <a:cxn ang="0">
                <a:pos x="connsiteX36491" y="connsiteY36491"/>
              </a:cxn>
              <a:cxn ang="0">
                <a:pos x="connsiteX36492" y="connsiteY36492"/>
              </a:cxn>
              <a:cxn ang="0">
                <a:pos x="connsiteX36493" y="connsiteY36493"/>
              </a:cxn>
              <a:cxn ang="0">
                <a:pos x="connsiteX36494" y="connsiteY36494"/>
              </a:cxn>
              <a:cxn ang="0">
                <a:pos x="connsiteX36495" y="connsiteY36495"/>
              </a:cxn>
              <a:cxn ang="0">
                <a:pos x="connsiteX36496" y="connsiteY36496"/>
              </a:cxn>
              <a:cxn ang="0">
                <a:pos x="connsiteX36497" y="connsiteY36497"/>
              </a:cxn>
              <a:cxn ang="0">
                <a:pos x="connsiteX36498" y="connsiteY36498"/>
              </a:cxn>
              <a:cxn ang="0">
                <a:pos x="connsiteX36499" y="connsiteY36499"/>
              </a:cxn>
              <a:cxn ang="0">
                <a:pos x="connsiteX36500" y="connsiteY36500"/>
              </a:cxn>
              <a:cxn ang="0">
                <a:pos x="connsiteX36501" y="connsiteY36501"/>
              </a:cxn>
              <a:cxn ang="0">
                <a:pos x="connsiteX36502" y="connsiteY36502"/>
              </a:cxn>
              <a:cxn ang="0">
                <a:pos x="connsiteX36503" y="connsiteY36503"/>
              </a:cxn>
              <a:cxn ang="0">
                <a:pos x="connsiteX36504" y="connsiteY36504"/>
              </a:cxn>
              <a:cxn ang="0">
                <a:pos x="connsiteX36505" y="connsiteY36505"/>
              </a:cxn>
              <a:cxn ang="0">
                <a:pos x="connsiteX36506" y="connsiteY36506"/>
              </a:cxn>
              <a:cxn ang="0">
                <a:pos x="connsiteX36507" y="connsiteY36507"/>
              </a:cxn>
              <a:cxn ang="0">
                <a:pos x="connsiteX36508" y="connsiteY36508"/>
              </a:cxn>
              <a:cxn ang="0">
                <a:pos x="connsiteX36509" y="connsiteY36509"/>
              </a:cxn>
              <a:cxn ang="0">
                <a:pos x="connsiteX36510" y="connsiteY36510"/>
              </a:cxn>
              <a:cxn ang="0">
                <a:pos x="connsiteX36511" y="connsiteY36511"/>
              </a:cxn>
              <a:cxn ang="0">
                <a:pos x="connsiteX36512" y="connsiteY36512"/>
              </a:cxn>
              <a:cxn ang="0">
                <a:pos x="connsiteX36513" y="connsiteY36513"/>
              </a:cxn>
              <a:cxn ang="0">
                <a:pos x="connsiteX36514" y="connsiteY36514"/>
              </a:cxn>
              <a:cxn ang="0">
                <a:pos x="connsiteX36515" y="connsiteY36515"/>
              </a:cxn>
              <a:cxn ang="0">
                <a:pos x="connsiteX36516" y="connsiteY36516"/>
              </a:cxn>
              <a:cxn ang="0">
                <a:pos x="connsiteX36517" y="connsiteY36517"/>
              </a:cxn>
              <a:cxn ang="0">
                <a:pos x="connsiteX36518" y="connsiteY36518"/>
              </a:cxn>
              <a:cxn ang="0">
                <a:pos x="connsiteX36519" y="connsiteY36519"/>
              </a:cxn>
              <a:cxn ang="0">
                <a:pos x="connsiteX36520" y="connsiteY36520"/>
              </a:cxn>
              <a:cxn ang="0">
                <a:pos x="connsiteX36521" y="connsiteY36521"/>
              </a:cxn>
              <a:cxn ang="0">
                <a:pos x="connsiteX36522" y="connsiteY36522"/>
              </a:cxn>
              <a:cxn ang="0">
                <a:pos x="connsiteX36523" y="connsiteY36523"/>
              </a:cxn>
              <a:cxn ang="0">
                <a:pos x="connsiteX36524" y="connsiteY36524"/>
              </a:cxn>
              <a:cxn ang="0">
                <a:pos x="connsiteX36525" y="connsiteY36525"/>
              </a:cxn>
              <a:cxn ang="0">
                <a:pos x="connsiteX36526" y="connsiteY36526"/>
              </a:cxn>
              <a:cxn ang="0">
                <a:pos x="connsiteX36527" y="connsiteY36527"/>
              </a:cxn>
              <a:cxn ang="0">
                <a:pos x="connsiteX36528" y="connsiteY36528"/>
              </a:cxn>
              <a:cxn ang="0">
                <a:pos x="connsiteX36529" y="connsiteY36529"/>
              </a:cxn>
              <a:cxn ang="0">
                <a:pos x="connsiteX36530" y="connsiteY36530"/>
              </a:cxn>
              <a:cxn ang="0">
                <a:pos x="connsiteX36531" y="connsiteY36531"/>
              </a:cxn>
              <a:cxn ang="0">
                <a:pos x="connsiteX36532" y="connsiteY36532"/>
              </a:cxn>
              <a:cxn ang="0">
                <a:pos x="connsiteX36533" y="connsiteY36533"/>
              </a:cxn>
              <a:cxn ang="0">
                <a:pos x="connsiteX36534" y="connsiteY36534"/>
              </a:cxn>
              <a:cxn ang="0">
                <a:pos x="connsiteX36535" y="connsiteY36535"/>
              </a:cxn>
              <a:cxn ang="0">
                <a:pos x="connsiteX36536" y="connsiteY36536"/>
              </a:cxn>
              <a:cxn ang="0">
                <a:pos x="connsiteX36537" y="connsiteY36537"/>
              </a:cxn>
              <a:cxn ang="0">
                <a:pos x="connsiteX36538" y="connsiteY36538"/>
              </a:cxn>
              <a:cxn ang="0">
                <a:pos x="connsiteX36539" y="connsiteY36539"/>
              </a:cxn>
              <a:cxn ang="0">
                <a:pos x="connsiteX36540" y="connsiteY36540"/>
              </a:cxn>
              <a:cxn ang="0">
                <a:pos x="connsiteX36541" y="connsiteY36541"/>
              </a:cxn>
              <a:cxn ang="0">
                <a:pos x="connsiteX36542" y="connsiteY36542"/>
              </a:cxn>
              <a:cxn ang="0">
                <a:pos x="connsiteX36543" y="connsiteY36543"/>
              </a:cxn>
              <a:cxn ang="0">
                <a:pos x="connsiteX36544" y="connsiteY36544"/>
              </a:cxn>
              <a:cxn ang="0">
                <a:pos x="connsiteX36545" y="connsiteY36545"/>
              </a:cxn>
              <a:cxn ang="0">
                <a:pos x="connsiteX36546" y="connsiteY36546"/>
              </a:cxn>
              <a:cxn ang="0">
                <a:pos x="connsiteX36547" y="connsiteY36547"/>
              </a:cxn>
              <a:cxn ang="0">
                <a:pos x="connsiteX36548" y="connsiteY36548"/>
              </a:cxn>
              <a:cxn ang="0">
                <a:pos x="connsiteX36549" y="connsiteY36549"/>
              </a:cxn>
              <a:cxn ang="0">
                <a:pos x="connsiteX36550" y="connsiteY36550"/>
              </a:cxn>
              <a:cxn ang="0">
                <a:pos x="connsiteX36551" y="connsiteY36551"/>
              </a:cxn>
              <a:cxn ang="0">
                <a:pos x="connsiteX36552" y="connsiteY36552"/>
              </a:cxn>
              <a:cxn ang="0">
                <a:pos x="connsiteX36553" y="connsiteY36553"/>
              </a:cxn>
              <a:cxn ang="0">
                <a:pos x="connsiteX36554" y="connsiteY36554"/>
              </a:cxn>
              <a:cxn ang="0">
                <a:pos x="connsiteX36555" y="connsiteY36555"/>
              </a:cxn>
              <a:cxn ang="0">
                <a:pos x="connsiteX36556" y="connsiteY36556"/>
              </a:cxn>
              <a:cxn ang="0">
                <a:pos x="connsiteX36557" y="connsiteY36557"/>
              </a:cxn>
              <a:cxn ang="0">
                <a:pos x="connsiteX36558" y="connsiteY36558"/>
              </a:cxn>
              <a:cxn ang="0">
                <a:pos x="connsiteX36559" y="connsiteY36559"/>
              </a:cxn>
              <a:cxn ang="0">
                <a:pos x="connsiteX36560" y="connsiteY36560"/>
              </a:cxn>
              <a:cxn ang="0">
                <a:pos x="connsiteX36561" y="connsiteY36561"/>
              </a:cxn>
              <a:cxn ang="0">
                <a:pos x="connsiteX36562" y="connsiteY36562"/>
              </a:cxn>
              <a:cxn ang="0">
                <a:pos x="connsiteX36563" y="connsiteY36563"/>
              </a:cxn>
              <a:cxn ang="0">
                <a:pos x="connsiteX36564" y="connsiteY36564"/>
              </a:cxn>
              <a:cxn ang="0">
                <a:pos x="connsiteX36565" y="connsiteY36565"/>
              </a:cxn>
              <a:cxn ang="0">
                <a:pos x="connsiteX36566" y="connsiteY36566"/>
              </a:cxn>
              <a:cxn ang="0">
                <a:pos x="connsiteX36567" y="connsiteY36567"/>
              </a:cxn>
              <a:cxn ang="0">
                <a:pos x="connsiteX36568" y="connsiteY36568"/>
              </a:cxn>
              <a:cxn ang="0">
                <a:pos x="connsiteX36569" y="connsiteY36569"/>
              </a:cxn>
              <a:cxn ang="0">
                <a:pos x="connsiteX36570" y="connsiteY36570"/>
              </a:cxn>
              <a:cxn ang="0">
                <a:pos x="connsiteX36571" y="connsiteY36571"/>
              </a:cxn>
              <a:cxn ang="0">
                <a:pos x="connsiteX36572" y="connsiteY36572"/>
              </a:cxn>
              <a:cxn ang="0">
                <a:pos x="connsiteX36573" y="connsiteY36573"/>
              </a:cxn>
              <a:cxn ang="0">
                <a:pos x="connsiteX36574" y="connsiteY36574"/>
              </a:cxn>
              <a:cxn ang="0">
                <a:pos x="connsiteX36575" y="connsiteY36575"/>
              </a:cxn>
              <a:cxn ang="0">
                <a:pos x="connsiteX36576" y="connsiteY36576"/>
              </a:cxn>
              <a:cxn ang="0">
                <a:pos x="connsiteX36577" y="connsiteY36577"/>
              </a:cxn>
              <a:cxn ang="0">
                <a:pos x="connsiteX36578" y="connsiteY36578"/>
              </a:cxn>
              <a:cxn ang="0">
                <a:pos x="connsiteX36579" y="connsiteY36579"/>
              </a:cxn>
              <a:cxn ang="0">
                <a:pos x="connsiteX36580" y="connsiteY36580"/>
              </a:cxn>
              <a:cxn ang="0">
                <a:pos x="connsiteX36581" y="connsiteY36581"/>
              </a:cxn>
              <a:cxn ang="0">
                <a:pos x="connsiteX36582" y="connsiteY36582"/>
              </a:cxn>
              <a:cxn ang="0">
                <a:pos x="connsiteX36583" y="connsiteY36583"/>
              </a:cxn>
              <a:cxn ang="0">
                <a:pos x="connsiteX36584" y="connsiteY36584"/>
              </a:cxn>
              <a:cxn ang="0">
                <a:pos x="connsiteX36585" y="connsiteY36585"/>
              </a:cxn>
              <a:cxn ang="0">
                <a:pos x="connsiteX36586" y="connsiteY36586"/>
              </a:cxn>
              <a:cxn ang="0">
                <a:pos x="connsiteX36587" y="connsiteY36587"/>
              </a:cxn>
              <a:cxn ang="0">
                <a:pos x="connsiteX36588" y="connsiteY36588"/>
              </a:cxn>
              <a:cxn ang="0">
                <a:pos x="connsiteX36589" y="connsiteY36589"/>
              </a:cxn>
              <a:cxn ang="0">
                <a:pos x="connsiteX36590" y="connsiteY36590"/>
              </a:cxn>
              <a:cxn ang="0">
                <a:pos x="connsiteX36591" y="connsiteY36591"/>
              </a:cxn>
              <a:cxn ang="0">
                <a:pos x="connsiteX36592" y="connsiteY36592"/>
              </a:cxn>
              <a:cxn ang="0">
                <a:pos x="connsiteX36593" y="connsiteY36593"/>
              </a:cxn>
              <a:cxn ang="0">
                <a:pos x="connsiteX36594" y="connsiteY36594"/>
              </a:cxn>
              <a:cxn ang="0">
                <a:pos x="connsiteX36595" y="connsiteY36595"/>
              </a:cxn>
              <a:cxn ang="0">
                <a:pos x="connsiteX36596" y="connsiteY36596"/>
              </a:cxn>
              <a:cxn ang="0">
                <a:pos x="connsiteX36597" y="connsiteY36597"/>
              </a:cxn>
              <a:cxn ang="0">
                <a:pos x="connsiteX36598" y="connsiteY36598"/>
              </a:cxn>
              <a:cxn ang="0">
                <a:pos x="connsiteX36599" y="connsiteY36599"/>
              </a:cxn>
              <a:cxn ang="0">
                <a:pos x="connsiteX36600" y="connsiteY36600"/>
              </a:cxn>
              <a:cxn ang="0">
                <a:pos x="connsiteX36601" y="connsiteY36601"/>
              </a:cxn>
              <a:cxn ang="0">
                <a:pos x="connsiteX36602" y="connsiteY36602"/>
              </a:cxn>
              <a:cxn ang="0">
                <a:pos x="connsiteX36603" y="connsiteY36603"/>
              </a:cxn>
              <a:cxn ang="0">
                <a:pos x="connsiteX36604" y="connsiteY36604"/>
              </a:cxn>
              <a:cxn ang="0">
                <a:pos x="connsiteX36605" y="connsiteY36605"/>
              </a:cxn>
              <a:cxn ang="0">
                <a:pos x="connsiteX36606" y="connsiteY36606"/>
              </a:cxn>
              <a:cxn ang="0">
                <a:pos x="connsiteX36607" y="connsiteY36607"/>
              </a:cxn>
              <a:cxn ang="0">
                <a:pos x="connsiteX36608" y="connsiteY36608"/>
              </a:cxn>
              <a:cxn ang="0">
                <a:pos x="connsiteX36609" y="connsiteY36609"/>
              </a:cxn>
              <a:cxn ang="0">
                <a:pos x="connsiteX36610" y="connsiteY36610"/>
              </a:cxn>
              <a:cxn ang="0">
                <a:pos x="connsiteX36611" y="connsiteY36611"/>
              </a:cxn>
              <a:cxn ang="0">
                <a:pos x="connsiteX36612" y="connsiteY36612"/>
              </a:cxn>
              <a:cxn ang="0">
                <a:pos x="connsiteX36613" y="connsiteY36613"/>
              </a:cxn>
              <a:cxn ang="0">
                <a:pos x="connsiteX36614" y="connsiteY36614"/>
              </a:cxn>
              <a:cxn ang="0">
                <a:pos x="connsiteX36615" y="connsiteY36615"/>
              </a:cxn>
              <a:cxn ang="0">
                <a:pos x="connsiteX36616" y="connsiteY36616"/>
              </a:cxn>
              <a:cxn ang="0">
                <a:pos x="connsiteX36617" y="connsiteY36617"/>
              </a:cxn>
              <a:cxn ang="0">
                <a:pos x="connsiteX36618" y="connsiteY36618"/>
              </a:cxn>
              <a:cxn ang="0">
                <a:pos x="connsiteX36619" y="connsiteY36619"/>
              </a:cxn>
              <a:cxn ang="0">
                <a:pos x="connsiteX36620" y="connsiteY36620"/>
              </a:cxn>
              <a:cxn ang="0">
                <a:pos x="connsiteX36621" y="connsiteY36621"/>
              </a:cxn>
              <a:cxn ang="0">
                <a:pos x="connsiteX36622" y="connsiteY36622"/>
              </a:cxn>
              <a:cxn ang="0">
                <a:pos x="connsiteX36623" y="connsiteY36623"/>
              </a:cxn>
              <a:cxn ang="0">
                <a:pos x="connsiteX36624" y="connsiteY36624"/>
              </a:cxn>
              <a:cxn ang="0">
                <a:pos x="connsiteX36625" y="connsiteY36625"/>
              </a:cxn>
              <a:cxn ang="0">
                <a:pos x="connsiteX36626" y="connsiteY36626"/>
              </a:cxn>
              <a:cxn ang="0">
                <a:pos x="connsiteX36627" y="connsiteY36627"/>
              </a:cxn>
              <a:cxn ang="0">
                <a:pos x="connsiteX36628" y="connsiteY36628"/>
              </a:cxn>
              <a:cxn ang="0">
                <a:pos x="connsiteX36629" y="connsiteY36629"/>
              </a:cxn>
              <a:cxn ang="0">
                <a:pos x="connsiteX36630" y="connsiteY36630"/>
              </a:cxn>
              <a:cxn ang="0">
                <a:pos x="connsiteX36631" y="connsiteY36631"/>
              </a:cxn>
              <a:cxn ang="0">
                <a:pos x="connsiteX36632" y="connsiteY36632"/>
              </a:cxn>
              <a:cxn ang="0">
                <a:pos x="connsiteX36633" y="connsiteY36633"/>
              </a:cxn>
              <a:cxn ang="0">
                <a:pos x="connsiteX36634" y="connsiteY36634"/>
              </a:cxn>
              <a:cxn ang="0">
                <a:pos x="connsiteX36635" y="connsiteY36635"/>
              </a:cxn>
              <a:cxn ang="0">
                <a:pos x="connsiteX36636" y="connsiteY36636"/>
              </a:cxn>
              <a:cxn ang="0">
                <a:pos x="connsiteX36637" y="connsiteY36637"/>
              </a:cxn>
              <a:cxn ang="0">
                <a:pos x="connsiteX36638" y="connsiteY36638"/>
              </a:cxn>
              <a:cxn ang="0">
                <a:pos x="connsiteX36639" y="connsiteY36639"/>
              </a:cxn>
              <a:cxn ang="0">
                <a:pos x="connsiteX36640" y="connsiteY36640"/>
              </a:cxn>
              <a:cxn ang="0">
                <a:pos x="connsiteX36641" y="connsiteY36641"/>
              </a:cxn>
              <a:cxn ang="0">
                <a:pos x="connsiteX36642" y="connsiteY36642"/>
              </a:cxn>
              <a:cxn ang="0">
                <a:pos x="connsiteX36643" y="connsiteY36643"/>
              </a:cxn>
              <a:cxn ang="0">
                <a:pos x="connsiteX36644" y="connsiteY36644"/>
              </a:cxn>
              <a:cxn ang="0">
                <a:pos x="connsiteX36645" y="connsiteY36645"/>
              </a:cxn>
              <a:cxn ang="0">
                <a:pos x="connsiteX36646" y="connsiteY36646"/>
              </a:cxn>
              <a:cxn ang="0">
                <a:pos x="connsiteX36647" y="connsiteY36647"/>
              </a:cxn>
              <a:cxn ang="0">
                <a:pos x="connsiteX36648" y="connsiteY36648"/>
              </a:cxn>
              <a:cxn ang="0">
                <a:pos x="connsiteX36649" y="connsiteY36649"/>
              </a:cxn>
              <a:cxn ang="0">
                <a:pos x="connsiteX36650" y="connsiteY36650"/>
              </a:cxn>
              <a:cxn ang="0">
                <a:pos x="connsiteX36651" y="connsiteY36651"/>
              </a:cxn>
              <a:cxn ang="0">
                <a:pos x="connsiteX36652" y="connsiteY36652"/>
              </a:cxn>
              <a:cxn ang="0">
                <a:pos x="connsiteX36653" y="connsiteY36653"/>
              </a:cxn>
              <a:cxn ang="0">
                <a:pos x="connsiteX36654" y="connsiteY36654"/>
              </a:cxn>
              <a:cxn ang="0">
                <a:pos x="connsiteX36655" y="connsiteY36655"/>
              </a:cxn>
              <a:cxn ang="0">
                <a:pos x="connsiteX36656" y="connsiteY36656"/>
              </a:cxn>
              <a:cxn ang="0">
                <a:pos x="connsiteX36657" y="connsiteY36657"/>
              </a:cxn>
              <a:cxn ang="0">
                <a:pos x="connsiteX36658" y="connsiteY36658"/>
              </a:cxn>
              <a:cxn ang="0">
                <a:pos x="connsiteX36659" y="connsiteY36659"/>
              </a:cxn>
              <a:cxn ang="0">
                <a:pos x="connsiteX36660" y="connsiteY36660"/>
              </a:cxn>
              <a:cxn ang="0">
                <a:pos x="connsiteX36661" y="connsiteY36661"/>
              </a:cxn>
              <a:cxn ang="0">
                <a:pos x="connsiteX36662" y="connsiteY36662"/>
              </a:cxn>
              <a:cxn ang="0">
                <a:pos x="connsiteX36663" y="connsiteY36663"/>
              </a:cxn>
              <a:cxn ang="0">
                <a:pos x="connsiteX36664" y="connsiteY36664"/>
              </a:cxn>
              <a:cxn ang="0">
                <a:pos x="connsiteX36665" y="connsiteY36665"/>
              </a:cxn>
              <a:cxn ang="0">
                <a:pos x="connsiteX36666" y="connsiteY36666"/>
              </a:cxn>
              <a:cxn ang="0">
                <a:pos x="connsiteX36667" y="connsiteY36667"/>
              </a:cxn>
              <a:cxn ang="0">
                <a:pos x="connsiteX36668" y="connsiteY36668"/>
              </a:cxn>
              <a:cxn ang="0">
                <a:pos x="connsiteX36669" y="connsiteY36669"/>
              </a:cxn>
              <a:cxn ang="0">
                <a:pos x="connsiteX36670" y="connsiteY36670"/>
              </a:cxn>
              <a:cxn ang="0">
                <a:pos x="connsiteX36671" y="connsiteY36671"/>
              </a:cxn>
              <a:cxn ang="0">
                <a:pos x="connsiteX36672" y="connsiteY36672"/>
              </a:cxn>
              <a:cxn ang="0">
                <a:pos x="connsiteX36673" y="connsiteY36673"/>
              </a:cxn>
              <a:cxn ang="0">
                <a:pos x="connsiteX36674" y="connsiteY36674"/>
              </a:cxn>
              <a:cxn ang="0">
                <a:pos x="connsiteX36675" y="connsiteY36675"/>
              </a:cxn>
              <a:cxn ang="0">
                <a:pos x="connsiteX36676" y="connsiteY36676"/>
              </a:cxn>
              <a:cxn ang="0">
                <a:pos x="connsiteX36677" y="connsiteY36677"/>
              </a:cxn>
              <a:cxn ang="0">
                <a:pos x="connsiteX36678" y="connsiteY36678"/>
              </a:cxn>
              <a:cxn ang="0">
                <a:pos x="connsiteX36679" y="connsiteY36679"/>
              </a:cxn>
              <a:cxn ang="0">
                <a:pos x="connsiteX36680" y="connsiteY36680"/>
              </a:cxn>
              <a:cxn ang="0">
                <a:pos x="connsiteX36681" y="connsiteY36681"/>
              </a:cxn>
              <a:cxn ang="0">
                <a:pos x="connsiteX36682" y="connsiteY36682"/>
              </a:cxn>
              <a:cxn ang="0">
                <a:pos x="connsiteX36683" y="connsiteY36683"/>
              </a:cxn>
              <a:cxn ang="0">
                <a:pos x="connsiteX36684" y="connsiteY36684"/>
              </a:cxn>
              <a:cxn ang="0">
                <a:pos x="connsiteX36685" y="connsiteY36685"/>
              </a:cxn>
              <a:cxn ang="0">
                <a:pos x="connsiteX36686" y="connsiteY36686"/>
              </a:cxn>
              <a:cxn ang="0">
                <a:pos x="connsiteX36687" y="connsiteY36687"/>
              </a:cxn>
              <a:cxn ang="0">
                <a:pos x="connsiteX36688" y="connsiteY36688"/>
              </a:cxn>
              <a:cxn ang="0">
                <a:pos x="connsiteX36689" y="connsiteY36689"/>
              </a:cxn>
              <a:cxn ang="0">
                <a:pos x="connsiteX36690" y="connsiteY36690"/>
              </a:cxn>
              <a:cxn ang="0">
                <a:pos x="connsiteX36691" y="connsiteY36691"/>
              </a:cxn>
              <a:cxn ang="0">
                <a:pos x="connsiteX36692" y="connsiteY36692"/>
              </a:cxn>
              <a:cxn ang="0">
                <a:pos x="connsiteX36693" y="connsiteY36693"/>
              </a:cxn>
              <a:cxn ang="0">
                <a:pos x="connsiteX36694" y="connsiteY36694"/>
              </a:cxn>
              <a:cxn ang="0">
                <a:pos x="connsiteX36695" y="connsiteY36695"/>
              </a:cxn>
              <a:cxn ang="0">
                <a:pos x="connsiteX36696" y="connsiteY36696"/>
              </a:cxn>
              <a:cxn ang="0">
                <a:pos x="connsiteX36697" y="connsiteY36697"/>
              </a:cxn>
              <a:cxn ang="0">
                <a:pos x="connsiteX36698" y="connsiteY36698"/>
              </a:cxn>
              <a:cxn ang="0">
                <a:pos x="connsiteX36699" y="connsiteY36699"/>
              </a:cxn>
              <a:cxn ang="0">
                <a:pos x="connsiteX36700" y="connsiteY36700"/>
              </a:cxn>
              <a:cxn ang="0">
                <a:pos x="connsiteX36701" y="connsiteY36701"/>
              </a:cxn>
              <a:cxn ang="0">
                <a:pos x="connsiteX36702" y="connsiteY36702"/>
              </a:cxn>
              <a:cxn ang="0">
                <a:pos x="connsiteX36703" y="connsiteY36703"/>
              </a:cxn>
              <a:cxn ang="0">
                <a:pos x="connsiteX36704" y="connsiteY36704"/>
              </a:cxn>
              <a:cxn ang="0">
                <a:pos x="connsiteX36705" y="connsiteY36705"/>
              </a:cxn>
              <a:cxn ang="0">
                <a:pos x="connsiteX36706" y="connsiteY36706"/>
              </a:cxn>
              <a:cxn ang="0">
                <a:pos x="connsiteX36707" y="connsiteY36707"/>
              </a:cxn>
              <a:cxn ang="0">
                <a:pos x="connsiteX36708" y="connsiteY36708"/>
              </a:cxn>
              <a:cxn ang="0">
                <a:pos x="connsiteX36709" y="connsiteY36709"/>
              </a:cxn>
              <a:cxn ang="0">
                <a:pos x="connsiteX36710" y="connsiteY36710"/>
              </a:cxn>
              <a:cxn ang="0">
                <a:pos x="connsiteX36711" y="connsiteY36711"/>
              </a:cxn>
              <a:cxn ang="0">
                <a:pos x="connsiteX36712" y="connsiteY36712"/>
              </a:cxn>
              <a:cxn ang="0">
                <a:pos x="connsiteX36713" y="connsiteY36713"/>
              </a:cxn>
              <a:cxn ang="0">
                <a:pos x="connsiteX36714" y="connsiteY36714"/>
              </a:cxn>
              <a:cxn ang="0">
                <a:pos x="connsiteX36715" y="connsiteY36715"/>
              </a:cxn>
              <a:cxn ang="0">
                <a:pos x="connsiteX36716" y="connsiteY36716"/>
              </a:cxn>
              <a:cxn ang="0">
                <a:pos x="connsiteX36717" y="connsiteY36717"/>
              </a:cxn>
              <a:cxn ang="0">
                <a:pos x="connsiteX36718" y="connsiteY36718"/>
              </a:cxn>
              <a:cxn ang="0">
                <a:pos x="connsiteX36719" y="connsiteY36719"/>
              </a:cxn>
              <a:cxn ang="0">
                <a:pos x="connsiteX36720" y="connsiteY36720"/>
              </a:cxn>
              <a:cxn ang="0">
                <a:pos x="connsiteX36721" y="connsiteY36721"/>
              </a:cxn>
              <a:cxn ang="0">
                <a:pos x="connsiteX36722" y="connsiteY36722"/>
              </a:cxn>
              <a:cxn ang="0">
                <a:pos x="connsiteX36723" y="connsiteY36723"/>
              </a:cxn>
              <a:cxn ang="0">
                <a:pos x="connsiteX36724" y="connsiteY36724"/>
              </a:cxn>
              <a:cxn ang="0">
                <a:pos x="connsiteX36725" y="connsiteY36725"/>
              </a:cxn>
              <a:cxn ang="0">
                <a:pos x="connsiteX36726" y="connsiteY36726"/>
              </a:cxn>
              <a:cxn ang="0">
                <a:pos x="connsiteX36727" y="connsiteY36727"/>
              </a:cxn>
              <a:cxn ang="0">
                <a:pos x="connsiteX36728" y="connsiteY36728"/>
              </a:cxn>
              <a:cxn ang="0">
                <a:pos x="connsiteX36729" y="connsiteY36729"/>
              </a:cxn>
              <a:cxn ang="0">
                <a:pos x="connsiteX36730" y="connsiteY36730"/>
              </a:cxn>
              <a:cxn ang="0">
                <a:pos x="connsiteX36731" y="connsiteY36731"/>
              </a:cxn>
              <a:cxn ang="0">
                <a:pos x="connsiteX36732" y="connsiteY36732"/>
              </a:cxn>
              <a:cxn ang="0">
                <a:pos x="connsiteX36733" y="connsiteY36733"/>
              </a:cxn>
              <a:cxn ang="0">
                <a:pos x="connsiteX36734" y="connsiteY36734"/>
              </a:cxn>
              <a:cxn ang="0">
                <a:pos x="connsiteX36735" y="connsiteY36735"/>
              </a:cxn>
              <a:cxn ang="0">
                <a:pos x="connsiteX36736" y="connsiteY36736"/>
              </a:cxn>
              <a:cxn ang="0">
                <a:pos x="connsiteX36737" y="connsiteY36737"/>
              </a:cxn>
              <a:cxn ang="0">
                <a:pos x="connsiteX36738" y="connsiteY36738"/>
              </a:cxn>
              <a:cxn ang="0">
                <a:pos x="connsiteX36739" y="connsiteY36739"/>
              </a:cxn>
              <a:cxn ang="0">
                <a:pos x="connsiteX36740" y="connsiteY36740"/>
              </a:cxn>
              <a:cxn ang="0">
                <a:pos x="connsiteX36741" y="connsiteY36741"/>
              </a:cxn>
              <a:cxn ang="0">
                <a:pos x="connsiteX36742" y="connsiteY36742"/>
              </a:cxn>
              <a:cxn ang="0">
                <a:pos x="connsiteX36743" y="connsiteY36743"/>
              </a:cxn>
              <a:cxn ang="0">
                <a:pos x="connsiteX36744" y="connsiteY36744"/>
              </a:cxn>
              <a:cxn ang="0">
                <a:pos x="connsiteX36745" y="connsiteY36745"/>
              </a:cxn>
              <a:cxn ang="0">
                <a:pos x="connsiteX36746" y="connsiteY36746"/>
              </a:cxn>
              <a:cxn ang="0">
                <a:pos x="connsiteX36747" y="connsiteY36747"/>
              </a:cxn>
              <a:cxn ang="0">
                <a:pos x="connsiteX36748" y="connsiteY36748"/>
              </a:cxn>
              <a:cxn ang="0">
                <a:pos x="connsiteX36749" y="connsiteY36749"/>
              </a:cxn>
              <a:cxn ang="0">
                <a:pos x="connsiteX36750" y="connsiteY36750"/>
              </a:cxn>
              <a:cxn ang="0">
                <a:pos x="connsiteX36751" y="connsiteY36751"/>
              </a:cxn>
              <a:cxn ang="0">
                <a:pos x="connsiteX36752" y="connsiteY36752"/>
              </a:cxn>
              <a:cxn ang="0">
                <a:pos x="connsiteX36753" y="connsiteY36753"/>
              </a:cxn>
              <a:cxn ang="0">
                <a:pos x="connsiteX36754" y="connsiteY36754"/>
              </a:cxn>
              <a:cxn ang="0">
                <a:pos x="connsiteX36755" y="connsiteY36755"/>
              </a:cxn>
              <a:cxn ang="0">
                <a:pos x="connsiteX36756" y="connsiteY36756"/>
              </a:cxn>
              <a:cxn ang="0">
                <a:pos x="connsiteX36757" y="connsiteY36757"/>
              </a:cxn>
              <a:cxn ang="0">
                <a:pos x="connsiteX36758" y="connsiteY36758"/>
              </a:cxn>
              <a:cxn ang="0">
                <a:pos x="connsiteX36759" y="connsiteY36759"/>
              </a:cxn>
              <a:cxn ang="0">
                <a:pos x="connsiteX36760" y="connsiteY36760"/>
              </a:cxn>
              <a:cxn ang="0">
                <a:pos x="connsiteX36761" y="connsiteY36761"/>
              </a:cxn>
              <a:cxn ang="0">
                <a:pos x="connsiteX36762" y="connsiteY36762"/>
              </a:cxn>
              <a:cxn ang="0">
                <a:pos x="connsiteX36763" y="connsiteY36763"/>
              </a:cxn>
              <a:cxn ang="0">
                <a:pos x="connsiteX36764" y="connsiteY36764"/>
              </a:cxn>
              <a:cxn ang="0">
                <a:pos x="connsiteX36765" y="connsiteY36765"/>
              </a:cxn>
              <a:cxn ang="0">
                <a:pos x="connsiteX36766" y="connsiteY36766"/>
              </a:cxn>
              <a:cxn ang="0">
                <a:pos x="connsiteX36767" y="connsiteY36767"/>
              </a:cxn>
              <a:cxn ang="0">
                <a:pos x="connsiteX36768" y="connsiteY36768"/>
              </a:cxn>
              <a:cxn ang="0">
                <a:pos x="connsiteX36769" y="connsiteY36769"/>
              </a:cxn>
              <a:cxn ang="0">
                <a:pos x="connsiteX36770" y="connsiteY36770"/>
              </a:cxn>
              <a:cxn ang="0">
                <a:pos x="connsiteX36771" y="connsiteY36771"/>
              </a:cxn>
              <a:cxn ang="0">
                <a:pos x="connsiteX36772" y="connsiteY36772"/>
              </a:cxn>
              <a:cxn ang="0">
                <a:pos x="connsiteX36773" y="connsiteY36773"/>
              </a:cxn>
              <a:cxn ang="0">
                <a:pos x="connsiteX36774" y="connsiteY36774"/>
              </a:cxn>
              <a:cxn ang="0">
                <a:pos x="connsiteX36775" y="connsiteY36775"/>
              </a:cxn>
              <a:cxn ang="0">
                <a:pos x="connsiteX36776" y="connsiteY36776"/>
              </a:cxn>
              <a:cxn ang="0">
                <a:pos x="connsiteX36777" y="connsiteY36777"/>
              </a:cxn>
              <a:cxn ang="0">
                <a:pos x="connsiteX36778" y="connsiteY36778"/>
              </a:cxn>
              <a:cxn ang="0">
                <a:pos x="connsiteX36779" y="connsiteY36779"/>
              </a:cxn>
              <a:cxn ang="0">
                <a:pos x="connsiteX36780" y="connsiteY36780"/>
              </a:cxn>
              <a:cxn ang="0">
                <a:pos x="connsiteX36781" y="connsiteY36781"/>
              </a:cxn>
              <a:cxn ang="0">
                <a:pos x="connsiteX36782" y="connsiteY36782"/>
              </a:cxn>
              <a:cxn ang="0">
                <a:pos x="connsiteX36783" y="connsiteY36783"/>
              </a:cxn>
              <a:cxn ang="0">
                <a:pos x="connsiteX36784" y="connsiteY36784"/>
              </a:cxn>
              <a:cxn ang="0">
                <a:pos x="connsiteX36785" y="connsiteY36785"/>
              </a:cxn>
              <a:cxn ang="0">
                <a:pos x="connsiteX36786" y="connsiteY36786"/>
              </a:cxn>
              <a:cxn ang="0">
                <a:pos x="connsiteX36787" y="connsiteY36787"/>
              </a:cxn>
              <a:cxn ang="0">
                <a:pos x="connsiteX36788" y="connsiteY36788"/>
              </a:cxn>
              <a:cxn ang="0">
                <a:pos x="connsiteX36789" y="connsiteY36789"/>
              </a:cxn>
              <a:cxn ang="0">
                <a:pos x="connsiteX36790" y="connsiteY36790"/>
              </a:cxn>
              <a:cxn ang="0">
                <a:pos x="connsiteX36791" y="connsiteY36791"/>
              </a:cxn>
              <a:cxn ang="0">
                <a:pos x="connsiteX36792" y="connsiteY36792"/>
              </a:cxn>
              <a:cxn ang="0">
                <a:pos x="connsiteX36793" y="connsiteY36793"/>
              </a:cxn>
              <a:cxn ang="0">
                <a:pos x="connsiteX36794" y="connsiteY36794"/>
              </a:cxn>
              <a:cxn ang="0">
                <a:pos x="connsiteX36795" y="connsiteY36795"/>
              </a:cxn>
              <a:cxn ang="0">
                <a:pos x="connsiteX36796" y="connsiteY36796"/>
              </a:cxn>
              <a:cxn ang="0">
                <a:pos x="connsiteX36797" y="connsiteY36797"/>
              </a:cxn>
              <a:cxn ang="0">
                <a:pos x="connsiteX36798" y="connsiteY36798"/>
              </a:cxn>
              <a:cxn ang="0">
                <a:pos x="connsiteX36799" y="connsiteY36799"/>
              </a:cxn>
              <a:cxn ang="0">
                <a:pos x="connsiteX36800" y="connsiteY36800"/>
              </a:cxn>
              <a:cxn ang="0">
                <a:pos x="connsiteX36801" y="connsiteY36801"/>
              </a:cxn>
              <a:cxn ang="0">
                <a:pos x="connsiteX36802" y="connsiteY36802"/>
              </a:cxn>
              <a:cxn ang="0">
                <a:pos x="connsiteX36803" y="connsiteY36803"/>
              </a:cxn>
              <a:cxn ang="0">
                <a:pos x="connsiteX36804" y="connsiteY36804"/>
              </a:cxn>
              <a:cxn ang="0">
                <a:pos x="connsiteX36805" y="connsiteY36805"/>
              </a:cxn>
              <a:cxn ang="0">
                <a:pos x="connsiteX36806" y="connsiteY36806"/>
              </a:cxn>
              <a:cxn ang="0">
                <a:pos x="connsiteX36807" y="connsiteY36807"/>
              </a:cxn>
              <a:cxn ang="0">
                <a:pos x="connsiteX36808" y="connsiteY36808"/>
              </a:cxn>
              <a:cxn ang="0">
                <a:pos x="connsiteX36809" y="connsiteY36809"/>
              </a:cxn>
              <a:cxn ang="0">
                <a:pos x="connsiteX36810" y="connsiteY36810"/>
              </a:cxn>
              <a:cxn ang="0">
                <a:pos x="connsiteX36811" y="connsiteY36811"/>
              </a:cxn>
              <a:cxn ang="0">
                <a:pos x="connsiteX36812" y="connsiteY36812"/>
              </a:cxn>
              <a:cxn ang="0">
                <a:pos x="connsiteX36813" y="connsiteY36813"/>
              </a:cxn>
              <a:cxn ang="0">
                <a:pos x="connsiteX36814" y="connsiteY36814"/>
              </a:cxn>
              <a:cxn ang="0">
                <a:pos x="connsiteX36815" y="connsiteY36815"/>
              </a:cxn>
              <a:cxn ang="0">
                <a:pos x="connsiteX36816" y="connsiteY36816"/>
              </a:cxn>
              <a:cxn ang="0">
                <a:pos x="connsiteX36817" y="connsiteY36817"/>
              </a:cxn>
              <a:cxn ang="0">
                <a:pos x="connsiteX36818" y="connsiteY36818"/>
              </a:cxn>
              <a:cxn ang="0">
                <a:pos x="connsiteX36819" y="connsiteY36819"/>
              </a:cxn>
              <a:cxn ang="0">
                <a:pos x="connsiteX36820" y="connsiteY36820"/>
              </a:cxn>
              <a:cxn ang="0">
                <a:pos x="connsiteX36821" y="connsiteY36821"/>
              </a:cxn>
              <a:cxn ang="0">
                <a:pos x="connsiteX36822" y="connsiteY36822"/>
              </a:cxn>
              <a:cxn ang="0">
                <a:pos x="connsiteX36823" y="connsiteY36823"/>
              </a:cxn>
              <a:cxn ang="0">
                <a:pos x="connsiteX36824" y="connsiteY36824"/>
              </a:cxn>
              <a:cxn ang="0">
                <a:pos x="connsiteX36825" y="connsiteY36825"/>
              </a:cxn>
              <a:cxn ang="0">
                <a:pos x="connsiteX36826" y="connsiteY36826"/>
              </a:cxn>
              <a:cxn ang="0">
                <a:pos x="connsiteX36827" y="connsiteY36827"/>
              </a:cxn>
              <a:cxn ang="0">
                <a:pos x="connsiteX36828" y="connsiteY36828"/>
              </a:cxn>
              <a:cxn ang="0">
                <a:pos x="connsiteX36829" y="connsiteY36829"/>
              </a:cxn>
              <a:cxn ang="0">
                <a:pos x="connsiteX36830" y="connsiteY36830"/>
              </a:cxn>
              <a:cxn ang="0">
                <a:pos x="connsiteX36831" y="connsiteY36831"/>
              </a:cxn>
              <a:cxn ang="0">
                <a:pos x="connsiteX36832" y="connsiteY36832"/>
              </a:cxn>
              <a:cxn ang="0">
                <a:pos x="connsiteX36833" y="connsiteY36833"/>
              </a:cxn>
              <a:cxn ang="0">
                <a:pos x="connsiteX36834" y="connsiteY36834"/>
              </a:cxn>
              <a:cxn ang="0">
                <a:pos x="connsiteX36835" y="connsiteY36835"/>
              </a:cxn>
              <a:cxn ang="0">
                <a:pos x="connsiteX36836" y="connsiteY36836"/>
              </a:cxn>
              <a:cxn ang="0">
                <a:pos x="connsiteX36837" y="connsiteY36837"/>
              </a:cxn>
              <a:cxn ang="0">
                <a:pos x="connsiteX36838" y="connsiteY36838"/>
              </a:cxn>
              <a:cxn ang="0">
                <a:pos x="connsiteX36839" y="connsiteY36839"/>
              </a:cxn>
              <a:cxn ang="0">
                <a:pos x="connsiteX36840" y="connsiteY36840"/>
              </a:cxn>
              <a:cxn ang="0">
                <a:pos x="connsiteX36841" y="connsiteY36841"/>
              </a:cxn>
              <a:cxn ang="0">
                <a:pos x="connsiteX36842" y="connsiteY36842"/>
              </a:cxn>
              <a:cxn ang="0">
                <a:pos x="connsiteX36843" y="connsiteY36843"/>
              </a:cxn>
              <a:cxn ang="0">
                <a:pos x="connsiteX36844" y="connsiteY36844"/>
              </a:cxn>
              <a:cxn ang="0">
                <a:pos x="connsiteX36845" y="connsiteY36845"/>
              </a:cxn>
              <a:cxn ang="0">
                <a:pos x="connsiteX36846" y="connsiteY36846"/>
              </a:cxn>
              <a:cxn ang="0">
                <a:pos x="connsiteX36847" y="connsiteY36847"/>
              </a:cxn>
              <a:cxn ang="0">
                <a:pos x="connsiteX36848" y="connsiteY36848"/>
              </a:cxn>
              <a:cxn ang="0">
                <a:pos x="connsiteX36849" y="connsiteY36849"/>
              </a:cxn>
              <a:cxn ang="0">
                <a:pos x="connsiteX36850" y="connsiteY36850"/>
              </a:cxn>
              <a:cxn ang="0">
                <a:pos x="connsiteX36851" y="connsiteY36851"/>
              </a:cxn>
              <a:cxn ang="0">
                <a:pos x="connsiteX36852" y="connsiteY36852"/>
              </a:cxn>
              <a:cxn ang="0">
                <a:pos x="connsiteX36853" y="connsiteY36853"/>
              </a:cxn>
              <a:cxn ang="0">
                <a:pos x="connsiteX36854" y="connsiteY36854"/>
              </a:cxn>
              <a:cxn ang="0">
                <a:pos x="connsiteX36855" y="connsiteY36855"/>
              </a:cxn>
              <a:cxn ang="0">
                <a:pos x="connsiteX36856" y="connsiteY36856"/>
              </a:cxn>
              <a:cxn ang="0">
                <a:pos x="connsiteX36857" y="connsiteY36857"/>
              </a:cxn>
              <a:cxn ang="0">
                <a:pos x="connsiteX36858" y="connsiteY36858"/>
              </a:cxn>
              <a:cxn ang="0">
                <a:pos x="connsiteX36859" y="connsiteY36859"/>
              </a:cxn>
              <a:cxn ang="0">
                <a:pos x="connsiteX36860" y="connsiteY36860"/>
              </a:cxn>
              <a:cxn ang="0">
                <a:pos x="connsiteX36861" y="connsiteY36861"/>
              </a:cxn>
              <a:cxn ang="0">
                <a:pos x="connsiteX36862" y="connsiteY36862"/>
              </a:cxn>
              <a:cxn ang="0">
                <a:pos x="connsiteX36863" y="connsiteY36863"/>
              </a:cxn>
              <a:cxn ang="0">
                <a:pos x="connsiteX36864" y="connsiteY36864"/>
              </a:cxn>
              <a:cxn ang="0">
                <a:pos x="connsiteX36865" y="connsiteY36865"/>
              </a:cxn>
              <a:cxn ang="0">
                <a:pos x="connsiteX36866" y="connsiteY36866"/>
              </a:cxn>
              <a:cxn ang="0">
                <a:pos x="connsiteX36867" y="connsiteY36867"/>
              </a:cxn>
              <a:cxn ang="0">
                <a:pos x="connsiteX36868" y="connsiteY36868"/>
              </a:cxn>
              <a:cxn ang="0">
                <a:pos x="connsiteX36869" y="connsiteY36869"/>
              </a:cxn>
              <a:cxn ang="0">
                <a:pos x="connsiteX36870" y="connsiteY36870"/>
              </a:cxn>
              <a:cxn ang="0">
                <a:pos x="connsiteX36871" y="connsiteY36871"/>
              </a:cxn>
              <a:cxn ang="0">
                <a:pos x="connsiteX36872" y="connsiteY36872"/>
              </a:cxn>
              <a:cxn ang="0">
                <a:pos x="connsiteX36873" y="connsiteY36873"/>
              </a:cxn>
              <a:cxn ang="0">
                <a:pos x="connsiteX36874" y="connsiteY36874"/>
              </a:cxn>
              <a:cxn ang="0">
                <a:pos x="connsiteX36875" y="connsiteY36875"/>
              </a:cxn>
              <a:cxn ang="0">
                <a:pos x="connsiteX36876" y="connsiteY36876"/>
              </a:cxn>
              <a:cxn ang="0">
                <a:pos x="connsiteX36877" y="connsiteY36877"/>
              </a:cxn>
              <a:cxn ang="0">
                <a:pos x="connsiteX36878" y="connsiteY36878"/>
              </a:cxn>
              <a:cxn ang="0">
                <a:pos x="connsiteX36879" y="connsiteY36879"/>
              </a:cxn>
              <a:cxn ang="0">
                <a:pos x="connsiteX36880" y="connsiteY36880"/>
              </a:cxn>
              <a:cxn ang="0">
                <a:pos x="connsiteX36881" y="connsiteY36881"/>
              </a:cxn>
              <a:cxn ang="0">
                <a:pos x="connsiteX36882" y="connsiteY36882"/>
              </a:cxn>
              <a:cxn ang="0">
                <a:pos x="connsiteX36883" y="connsiteY36883"/>
              </a:cxn>
              <a:cxn ang="0">
                <a:pos x="connsiteX36884" y="connsiteY36884"/>
              </a:cxn>
              <a:cxn ang="0">
                <a:pos x="connsiteX36885" y="connsiteY36885"/>
              </a:cxn>
              <a:cxn ang="0">
                <a:pos x="connsiteX36886" y="connsiteY36886"/>
              </a:cxn>
              <a:cxn ang="0">
                <a:pos x="connsiteX36887" y="connsiteY36887"/>
              </a:cxn>
              <a:cxn ang="0">
                <a:pos x="connsiteX36888" y="connsiteY36888"/>
              </a:cxn>
              <a:cxn ang="0">
                <a:pos x="connsiteX36889" y="connsiteY36889"/>
              </a:cxn>
              <a:cxn ang="0">
                <a:pos x="connsiteX36890" y="connsiteY36890"/>
              </a:cxn>
              <a:cxn ang="0">
                <a:pos x="connsiteX36891" y="connsiteY36891"/>
              </a:cxn>
              <a:cxn ang="0">
                <a:pos x="connsiteX36892" y="connsiteY36892"/>
              </a:cxn>
              <a:cxn ang="0">
                <a:pos x="connsiteX36893" y="connsiteY36893"/>
              </a:cxn>
              <a:cxn ang="0">
                <a:pos x="connsiteX36894" y="connsiteY36894"/>
              </a:cxn>
              <a:cxn ang="0">
                <a:pos x="connsiteX36895" y="connsiteY36895"/>
              </a:cxn>
              <a:cxn ang="0">
                <a:pos x="connsiteX36896" y="connsiteY36896"/>
              </a:cxn>
              <a:cxn ang="0">
                <a:pos x="connsiteX36897" y="connsiteY36897"/>
              </a:cxn>
              <a:cxn ang="0">
                <a:pos x="connsiteX36898" y="connsiteY36898"/>
              </a:cxn>
              <a:cxn ang="0">
                <a:pos x="connsiteX36899" y="connsiteY36899"/>
              </a:cxn>
              <a:cxn ang="0">
                <a:pos x="connsiteX36900" y="connsiteY36900"/>
              </a:cxn>
              <a:cxn ang="0">
                <a:pos x="connsiteX36901" y="connsiteY36901"/>
              </a:cxn>
              <a:cxn ang="0">
                <a:pos x="connsiteX36902" y="connsiteY36902"/>
              </a:cxn>
              <a:cxn ang="0">
                <a:pos x="connsiteX36903" y="connsiteY36903"/>
              </a:cxn>
              <a:cxn ang="0">
                <a:pos x="connsiteX36904" y="connsiteY36904"/>
              </a:cxn>
              <a:cxn ang="0">
                <a:pos x="connsiteX36905" y="connsiteY36905"/>
              </a:cxn>
              <a:cxn ang="0">
                <a:pos x="connsiteX36906" y="connsiteY36906"/>
              </a:cxn>
              <a:cxn ang="0">
                <a:pos x="connsiteX36907" y="connsiteY36907"/>
              </a:cxn>
              <a:cxn ang="0">
                <a:pos x="connsiteX36908" y="connsiteY36908"/>
              </a:cxn>
              <a:cxn ang="0">
                <a:pos x="connsiteX36909" y="connsiteY36909"/>
              </a:cxn>
              <a:cxn ang="0">
                <a:pos x="connsiteX36910" y="connsiteY36910"/>
              </a:cxn>
              <a:cxn ang="0">
                <a:pos x="connsiteX36911" y="connsiteY36911"/>
              </a:cxn>
              <a:cxn ang="0">
                <a:pos x="connsiteX36912" y="connsiteY36912"/>
              </a:cxn>
              <a:cxn ang="0">
                <a:pos x="connsiteX36913" y="connsiteY36913"/>
              </a:cxn>
              <a:cxn ang="0">
                <a:pos x="connsiteX36914" y="connsiteY36914"/>
              </a:cxn>
              <a:cxn ang="0">
                <a:pos x="connsiteX36915" y="connsiteY36915"/>
              </a:cxn>
              <a:cxn ang="0">
                <a:pos x="connsiteX36916" y="connsiteY36916"/>
              </a:cxn>
              <a:cxn ang="0">
                <a:pos x="connsiteX36917" y="connsiteY36917"/>
              </a:cxn>
              <a:cxn ang="0">
                <a:pos x="connsiteX36918" y="connsiteY36918"/>
              </a:cxn>
              <a:cxn ang="0">
                <a:pos x="connsiteX36919" y="connsiteY36919"/>
              </a:cxn>
              <a:cxn ang="0">
                <a:pos x="connsiteX36920" y="connsiteY36920"/>
              </a:cxn>
              <a:cxn ang="0">
                <a:pos x="connsiteX36921" y="connsiteY36921"/>
              </a:cxn>
              <a:cxn ang="0">
                <a:pos x="connsiteX36922" y="connsiteY36922"/>
              </a:cxn>
              <a:cxn ang="0">
                <a:pos x="connsiteX36923" y="connsiteY36923"/>
              </a:cxn>
              <a:cxn ang="0">
                <a:pos x="connsiteX36924" y="connsiteY36924"/>
              </a:cxn>
              <a:cxn ang="0">
                <a:pos x="connsiteX36925" y="connsiteY36925"/>
              </a:cxn>
              <a:cxn ang="0">
                <a:pos x="connsiteX36926" y="connsiteY36926"/>
              </a:cxn>
              <a:cxn ang="0">
                <a:pos x="connsiteX36927" y="connsiteY36927"/>
              </a:cxn>
              <a:cxn ang="0">
                <a:pos x="connsiteX36928" y="connsiteY36928"/>
              </a:cxn>
              <a:cxn ang="0">
                <a:pos x="connsiteX36929" y="connsiteY36929"/>
              </a:cxn>
              <a:cxn ang="0">
                <a:pos x="connsiteX36930" y="connsiteY36930"/>
              </a:cxn>
              <a:cxn ang="0">
                <a:pos x="connsiteX36931" y="connsiteY36931"/>
              </a:cxn>
              <a:cxn ang="0">
                <a:pos x="connsiteX36932" y="connsiteY36932"/>
              </a:cxn>
              <a:cxn ang="0">
                <a:pos x="connsiteX36933" y="connsiteY36933"/>
              </a:cxn>
              <a:cxn ang="0">
                <a:pos x="connsiteX36934" y="connsiteY36934"/>
              </a:cxn>
              <a:cxn ang="0">
                <a:pos x="connsiteX36935" y="connsiteY36935"/>
              </a:cxn>
              <a:cxn ang="0">
                <a:pos x="connsiteX36936" y="connsiteY36936"/>
              </a:cxn>
              <a:cxn ang="0">
                <a:pos x="connsiteX36937" y="connsiteY36937"/>
              </a:cxn>
              <a:cxn ang="0">
                <a:pos x="connsiteX36938" y="connsiteY36938"/>
              </a:cxn>
              <a:cxn ang="0">
                <a:pos x="connsiteX36939" y="connsiteY36939"/>
              </a:cxn>
              <a:cxn ang="0">
                <a:pos x="connsiteX36940" y="connsiteY36940"/>
              </a:cxn>
              <a:cxn ang="0">
                <a:pos x="connsiteX36941" y="connsiteY36941"/>
              </a:cxn>
              <a:cxn ang="0">
                <a:pos x="connsiteX36942" y="connsiteY36942"/>
              </a:cxn>
              <a:cxn ang="0">
                <a:pos x="connsiteX36943" y="connsiteY36943"/>
              </a:cxn>
              <a:cxn ang="0">
                <a:pos x="connsiteX36944" y="connsiteY36944"/>
              </a:cxn>
              <a:cxn ang="0">
                <a:pos x="connsiteX36945" y="connsiteY36945"/>
              </a:cxn>
              <a:cxn ang="0">
                <a:pos x="connsiteX36946" y="connsiteY36946"/>
              </a:cxn>
              <a:cxn ang="0">
                <a:pos x="connsiteX36947" y="connsiteY36947"/>
              </a:cxn>
              <a:cxn ang="0">
                <a:pos x="connsiteX36948" y="connsiteY36948"/>
              </a:cxn>
              <a:cxn ang="0">
                <a:pos x="connsiteX36949" y="connsiteY36949"/>
              </a:cxn>
              <a:cxn ang="0">
                <a:pos x="connsiteX36950" y="connsiteY36950"/>
              </a:cxn>
              <a:cxn ang="0">
                <a:pos x="connsiteX36951" y="connsiteY36951"/>
              </a:cxn>
              <a:cxn ang="0">
                <a:pos x="connsiteX36952" y="connsiteY36952"/>
              </a:cxn>
              <a:cxn ang="0">
                <a:pos x="connsiteX36953" y="connsiteY36953"/>
              </a:cxn>
              <a:cxn ang="0">
                <a:pos x="connsiteX36954" y="connsiteY36954"/>
              </a:cxn>
              <a:cxn ang="0">
                <a:pos x="connsiteX36955" y="connsiteY36955"/>
              </a:cxn>
              <a:cxn ang="0">
                <a:pos x="connsiteX36956" y="connsiteY36956"/>
              </a:cxn>
              <a:cxn ang="0">
                <a:pos x="connsiteX36957" y="connsiteY36957"/>
              </a:cxn>
              <a:cxn ang="0">
                <a:pos x="connsiteX36958" y="connsiteY36958"/>
              </a:cxn>
              <a:cxn ang="0">
                <a:pos x="connsiteX36959" y="connsiteY36959"/>
              </a:cxn>
              <a:cxn ang="0">
                <a:pos x="connsiteX36960" y="connsiteY36960"/>
              </a:cxn>
              <a:cxn ang="0">
                <a:pos x="connsiteX36961" y="connsiteY36961"/>
              </a:cxn>
              <a:cxn ang="0">
                <a:pos x="connsiteX36962" y="connsiteY36962"/>
              </a:cxn>
              <a:cxn ang="0">
                <a:pos x="connsiteX36963" y="connsiteY36963"/>
              </a:cxn>
              <a:cxn ang="0">
                <a:pos x="connsiteX36964" y="connsiteY36964"/>
              </a:cxn>
              <a:cxn ang="0">
                <a:pos x="connsiteX36965" y="connsiteY36965"/>
              </a:cxn>
              <a:cxn ang="0">
                <a:pos x="connsiteX36966" y="connsiteY36966"/>
              </a:cxn>
              <a:cxn ang="0">
                <a:pos x="connsiteX36967" y="connsiteY36967"/>
              </a:cxn>
              <a:cxn ang="0">
                <a:pos x="connsiteX36968" y="connsiteY36968"/>
              </a:cxn>
              <a:cxn ang="0">
                <a:pos x="connsiteX36969" y="connsiteY36969"/>
              </a:cxn>
              <a:cxn ang="0">
                <a:pos x="connsiteX36970" y="connsiteY36970"/>
              </a:cxn>
              <a:cxn ang="0">
                <a:pos x="connsiteX36971" y="connsiteY36971"/>
              </a:cxn>
              <a:cxn ang="0">
                <a:pos x="connsiteX36972" y="connsiteY36972"/>
              </a:cxn>
              <a:cxn ang="0">
                <a:pos x="connsiteX36973" y="connsiteY36973"/>
              </a:cxn>
              <a:cxn ang="0">
                <a:pos x="connsiteX36974" y="connsiteY36974"/>
              </a:cxn>
              <a:cxn ang="0">
                <a:pos x="connsiteX36975" y="connsiteY36975"/>
              </a:cxn>
              <a:cxn ang="0">
                <a:pos x="connsiteX36976" y="connsiteY36976"/>
              </a:cxn>
              <a:cxn ang="0">
                <a:pos x="connsiteX36977" y="connsiteY36977"/>
              </a:cxn>
              <a:cxn ang="0">
                <a:pos x="connsiteX36978" y="connsiteY36978"/>
              </a:cxn>
              <a:cxn ang="0">
                <a:pos x="connsiteX36979" y="connsiteY36979"/>
              </a:cxn>
              <a:cxn ang="0">
                <a:pos x="connsiteX36980" y="connsiteY36980"/>
              </a:cxn>
              <a:cxn ang="0">
                <a:pos x="connsiteX36981" y="connsiteY36981"/>
              </a:cxn>
              <a:cxn ang="0">
                <a:pos x="connsiteX36982" y="connsiteY36982"/>
              </a:cxn>
              <a:cxn ang="0">
                <a:pos x="connsiteX36983" y="connsiteY36983"/>
              </a:cxn>
              <a:cxn ang="0">
                <a:pos x="connsiteX36984" y="connsiteY36984"/>
              </a:cxn>
              <a:cxn ang="0">
                <a:pos x="connsiteX36985" y="connsiteY36985"/>
              </a:cxn>
              <a:cxn ang="0">
                <a:pos x="connsiteX36986" y="connsiteY36986"/>
              </a:cxn>
              <a:cxn ang="0">
                <a:pos x="connsiteX36987" y="connsiteY36987"/>
              </a:cxn>
              <a:cxn ang="0">
                <a:pos x="connsiteX36988" y="connsiteY36988"/>
              </a:cxn>
              <a:cxn ang="0">
                <a:pos x="connsiteX36989" y="connsiteY36989"/>
              </a:cxn>
              <a:cxn ang="0">
                <a:pos x="connsiteX36990" y="connsiteY36990"/>
              </a:cxn>
              <a:cxn ang="0">
                <a:pos x="connsiteX36991" y="connsiteY36991"/>
              </a:cxn>
              <a:cxn ang="0">
                <a:pos x="connsiteX36992" y="connsiteY36992"/>
              </a:cxn>
              <a:cxn ang="0">
                <a:pos x="connsiteX36993" y="connsiteY36993"/>
              </a:cxn>
              <a:cxn ang="0">
                <a:pos x="connsiteX36994" y="connsiteY36994"/>
              </a:cxn>
              <a:cxn ang="0">
                <a:pos x="connsiteX36995" y="connsiteY36995"/>
              </a:cxn>
              <a:cxn ang="0">
                <a:pos x="connsiteX36996" y="connsiteY36996"/>
              </a:cxn>
              <a:cxn ang="0">
                <a:pos x="connsiteX36997" y="connsiteY36997"/>
              </a:cxn>
              <a:cxn ang="0">
                <a:pos x="connsiteX36998" y="connsiteY36998"/>
              </a:cxn>
              <a:cxn ang="0">
                <a:pos x="connsiteX36999" y="connsiteY36999"/>
              </a:cxn>
              <a:cxn ang="0">
                <a:pos x="connsiteX37000" y="connsiteY37000"/>
              </a:cxn>
              <a:cxn ang="0">
                <a:pos x="connsiteX37001" y="connsiteY37001"/>
              </a:cxn>
              <a:cxn ang="0">
                <a:pos x="connsiteX37002" y="connsiteY37002"/>
              </a:cxn>
              <a:cxn ang="0">
                <a:pos x="connsiteX37003" y="connsiteY37003"/>
              </a:cxn>
              <a:cxn ang="0">
                <a:pos x="connsiteX37004" y="connsiteY37004"/>
              </a:cxn>
              <a:cxn ang="0">
                <a:pos x="connsiteX37005" y="connsiteY37005"/>
              </a:cxn>
              <a:cxn ang="0">
                <a:pos x="connsiteX37006" y="connsiteY37006"/>
              </a:cxn>
              <a:cxn ang="0">
                <a:pos x="connsiteX37007" y="connsiteY37007"/>
              </a:cxn>
              <a:cxn ang="0">
                <a:pos x="connsiteX37008" y="connsiteY37008"/>
              </a:cxn>
              <a:cxn ang="0">
                <a:pos x="connsiteX37009" y="connsiteY37009"/>
              </a:cxn>
              <a:cxn ang="0">
                <a:pos x="connsiteX37010" y="connsiteY37010"/>
              </a:cxn>
              <a:cxn ang="0">
                <a:pos x="connsiteX37011" y="connsiteY37011"/>
              </a:cxn>
              <a:cxn ang="0">
                <a:pos x="connsiteX37012" y="connsiteY37012"/>
              </a:cxn>
              <a:cxn ang="0">
                <a:pos x="connsiteX37013" y="connsiteY37013"/>
              </a:cxn>
              <a:cxn ang="0">
                <a:pos x="connsiteX37014" y="connsiteY37014"/>
              </a:cxn>
              <a:cxn ang="0">
                <a:pos x="connsiteX37015" y="connsiteY37015"/>
              </a:cxn>
              <a:cxn ang="0">
                <a:pos x="connsiteX37016" y="connsiteY37016"/>
              </a:cxn>
              <a:cxn ang="0">
                <a:pos x="connsiteX37017" y="connsiteY37017"/>
              </a:cxn>
              <a:cxn ang="0">
                <a:pos x="connsiteX37018" y="connsiteY37018"/>
              </a:cxn>
              <a:cxn ang="0">
                <a:pos x="connsiteX37019" y="connsiteY37019"/>
              </a:cxn>
              <a:cxn ang="0">
                <a:pos x="connsiteX37020" y="connsiteY37020"/>
              </a:cxn>
              <a:cxn ang="0">
                <a:pos x="connsiteX37021" y="connsiteY37021"/>
              </a:cxn>
              <a:cxn ang="0">
                <a:pos x="connsiteX37022" y="connsiteY37022"/>
              </a:cxn>
              <a:cxn ang="0">
                <a:pos x="connsiteX37023" y="connsiteY37023"/>
              </a:cxn>
              <a:cxn ang="0">
                <a:pos x="connsiteX37024" y="connsiteY37024"/>
              </a:cxn>
              <a:cxn ang="0">
                <a:pos x="connsiteX37025" y="connsiteY37025"/>
              </a:cxn>
              <a:cxn ang="0">
                <a:pos x="connsiteX37026" y="connsiteY37026"/>
              </a:cxn>
              <a:cxn ang="0">
                <a:pos x="connsiteX37027" y="connsiteY37027"/>
              </a:cxn>
              <a:cxn ang="0">
                <a:pos x="connsiteX37028" y="connsiteY37028"/>
              </a:cxn>
              <a:cxn ang="0">
                <a:pos x="connsiteX37029" y="connsiteY37029"/>
              </a:cxn>
              <a:cxn ang="0">
                <a:pos x="connsiteX37030" y="connsiteY37030"/>
              </a:cxn>
              <a:cxn ang="0">
                <a:pos x="connsiteX37031" y="connsiteY37031"/>
              </a:cxn>
              <a:cxn ang="0">
                <a:pos x="connsiteX37032" y="connsiteY37032"/>
              </a:cxn>
              <a:cxn ang="0">
                <a:pos x="connsiteX37033" y="connsiteY37033"/>
              </a:cxn>
              <a:cxn ang="0">
                <a:pos x="connsiteX37034" y="connsiteY37034"/>
              </a:cxn>
              <a:cxn ang="0">
                <a:pos x="connsiteX37035" y="connsiteY37035"/>
              </a:cxn>
              <a:cxn ang="0">
                <a:pos x="connsiteX37036" y="connsiteY37036"/>
              </a:cxn>
              <a:cxn ang="0">
                <a:pos x="connsiteX37037" y="connsiteY37037"/>
              </a:cxn>
              <a:cxn ang="0">
                <a:pos x="connsiteX37038" y="connsiteY37038"/>
              </a:cxn>
              <a:cxn ang="0">
                <a:pos x="connsiteX37039" y="connsiteY37039"/>
              </a:cxn>
              <a:cxn ang="0">
                <a:pos x="connsiteX37040" y="connsiteY37040"/>
              </a:cxn>
              <a:cxn ang="0">
                <a:pos x="connsiteX37041" y="connsiteY37041"/>
              </a:cxn>
              <a:cxn ang="0">
                <a:pos x="connsiteX37042" y="connsiteY37042"/>
              </a:cxn>
              <a:cxn ang="0">
                <a:pos x="connsiteX37043" y="connsiteY37043"/>
              </a:cxn>
              <a:cxn ang="0">
                <a:pos x="connsiteX37044" y="connsiteY37044"/>
              </a:cxn>
              <a:cxn ang="0">
                <a:pos x="connsiteX37045" y="connsiteY37045"/>
              </a:cxn>
              <a:cxn ang="0">
                <a:pos x="connsiteX37046" y="connsiteY37046"/>
              </a:cxn>
              <a:cxn ang="0">
                <a:pos x="connsiteX37047" y="connsiteY37047"/>
              </a:cxn>
              <a:cxn ang="0">
                <a:pos x="connsiteX37048" y="connsiteY37048"/>
              </a:cxn>
              <a:cxn ang="0">
                <a:pos x="connsiteX37049" y="connsiteY37049"/>
              </a:cxn>
              <a:cxn ang="0">
                <a:pos x="connsiteX37050" y="connsiteY37050"/>
              </a:cxn>
              <a:cxn ang="0">
                <a:pos x="connsiteX37051" y="connsiteY37051"/>
              </a:cxn>
              <a:cxn ang="0">
                <a:pos x="connsiteX37052" y="connsiteY37052"/>
              </a:cxn>
              <a:cxn ang="0">
                <a:pos x="connsiteX37053" y="connsiteY37053"/>
              </a:cxn>
              <a:cxn ang="0">
                <a:pos x="connsiteX37054" y="connsiteY37054"/>
              </a:cxn>
              <a:cxn ang="0">
                <a:pos x="connsiteX37055" y="connsiteY37055"/>
              </a:cxn>
              <a:cxn ang="0">
                <a:pos x="connsiteX37056" y="connsiteY37056"/>
              </a:cxn>
              <a:cxn ang="0">
                <a:pos x="connsiteX37057" y="connsiteY37057"/>
              </a:cxn>
              <a:cxn ang="0">
                <a:pos x="connsiteX37058" y="connsiteY37058"/>
              </a:cxn>
              <a:cxn ang="0">
                <a:pos x="connsiteX37059" y="connsiteY37059"/>
              </a:cxn>
              <a:cxn ang="0">
                <a:pos x="connsiteX37060" y="connsiteY37060"/>
              </a:cxn>
              <a:cxn ang="0">
                <a:pos x="connsiteX37061" y="connsiteY37061"/>
              </a:cxn>
              <a:cxn ang="0">
                <a:pos x="connsiteX37062" y="connsiteY37062"/>
              </a:cxn>
              <a:cxn ang="0">
                <a:pos x="connsiteX37063" y="connsiteY37063"/>
              </a:cxn>
              <a:cxn ang="0">
                <a:pos x="connsiteX37064" y="connsiteY37064"/>
              </a:cxn>
              <a:cxn ang="0">
                <a:pos x="connsiteX37065" y="connsiteY37065"/>
              </a:cxn>
              <a:cxn ang="0">
                <a:pos x="connsiteX37066" y="connsiteY37066"/>
              </a:cxn>
              <a:cxn ang="0">
                <a:pos x="connsiteX37067" y="connsiteY37067"/>
              </a:cxn>
              <a:cxn ang="0">
                <a:pos x="connsiteX37068" y="connsiteY37068"/>
              </a:cxn>
              <a:cxn ang="0">
                <a:pos x="connsiteX37069" y="connsiteY37069"/>
              </a:cxn>
              <a:cxn ang="0">
                <a:pos x="connsiteX37070" y="connsiteY37070"/>
              </a:cxn>
              <a:cxn ang="0">
                <a:pos x="connsiteX37071" y="connsiteY37071"/>
              </a:cxn>
              <a:cxn ang="0">
                <a:pos x="connsiteX37072" y="connsiteY37072"/>
              </a:cxn>
              <a:cxn ang="0">
                <a:pos x="connsiteX37073" y="connsiteY37073"/>
              </a:cxn>
              <a:cxn ang="0">
                <a:pos x="connsiteX37074" y="connsiteY37074"/>
              </a:cxn>
              <a:cxn ang="0">
                <a:pos x="connsiteX37075" y="connsiteY37075"/>
              </a:cxn>
              <a:cxn ang="0">
                <a:pos x="connsiteX37076" y="connsiteY37076"/>
              </a:cxn>
              <a:cxn ang="0">
                <a:pos x="connsiteX37077" y="connsiteY37077"/>
              </a:cxn>
              <a:cxn ang="0">
                <a:pos x="connsiteX37078" y="connsiteY37078"/>
              </a:cxn>
              <a:cxn ang="0">
                <a:pos x="connsiteX37079" y="connsiteY37079"/>
              </a:cxn>
              <a:cxn ang="0">
                <a:pos x="connsiteX37080" y="connsiteY37080"/>
              </a:cxn>
              <a:cxn ang="0">
                <a:pos x="connsiteX37081" y="connsiteY37081"/>
              </a:cxn>
              <a:cxn ang="0">
                <a:pos x="connsiteX37082" y="connsiteY37082"/>
              </a:cxn>
              <a:cxn ang="0">
                <a:pos x="connsiteX37083" y="connsiteY37083"/>
              </a:cxn>
              <a:cxn ang="0">
                <a:pos x="connsiteX37084" y="connsiteY37084"/>
              </a:cxn>
              <a:cxn ang="0">
                <a:pos x="connsiteX37085" y="connsiteY37085"/>
              </a:cxn>
              <a:cxn ang="0">
                <a:pos x="connsiteX37086" y="connsiteY37086"/>
              </a:cxn>
              <a:cxn ang="0">
                <a:pos x="connsiteX37087" y="connsiteY37087"/>
              </a:cxn>
              <a:cxn ang="0">
                <a:pos x="connsiteX37088" y="connsiteY37088"/>
              </a:cxn>
              <a:cxn ang="0">
                <a:pos x="connsiteX37089" y="connsiteY37089"/>
              </a:cxn>
              <a:cxn ang="0">
                <a:pos x="connsiteX37090" y="connsiteY37090"/>
              </a:cxn>
              <a:cxn ang="0">
                <a:pos x="connsiteX37091" y="connsiteY37091"/>
              </a:cxn>
              <a:cxn ang="0">
                <a:pos x="connsiteX37092" y="connsiteY37092"/>
              </a:cxn>
              <a:cxn ang="0">
                <a:pos x="connsiteX37093" y="connsiteY37093"/>
              </a:cxn>
              <a:cxn ang="0">
                <a:pos x="connsiteX37094" y="connsiteY37094"/>
              </a:cxn>
              <a:cxn ang="0">
                <a:pos x="connsiteX37095" y="connsiteY37095"/>
              </a:cxn>
              <a:cxn ang="0">
                <a:pos x="connsiteX37096" y="connsiteY37096"/>
              </a:cxn>
              <a:cxn ang="0">
                <a:pos x="connsiteX37097" y="connsiteY37097"/>
              </a:cxn>
              <a:cxn ang="0">
                <a:pos x="connsiteX37098" y="connsiteY37098"/>
              </a:cxn>
              <a:cxn ang="0">
                <a:pos x="connsiteX37099" y="connsiteY37099"/>
              </a:cxn>
              <a:cxn ang="0">
                <a:pos x="connsiteX37100" y="connsiteY37100"/>
              </a:cxn>
              <a:cxn ang="0">
                <a:pos x="connsiteX37101" y="connsiteY37101"/>
              </a:cxn>
              <a:cxn ang="0">
                <a:pos x="connsiteX37102" y="connsiteY37102"/>
              </a:cxn>
              <a:cxn ang="0">
                <a:pos x="connsiteX37103" y="connsiteY37103"/>
              </a:cxn>
              <a:cxn ang="0">
                <a:pos x="connsiteX37104" y="connsiteY37104"/>
              </a:cxn>
              <a:cxn ang="0">
                <a:pos x="connsiteX37105" y="connsiteY37105"/>
              </a:cxn>
              <a:cxn ang="0">
                <a:pos x="connsiteX37106" y="connsiteY37106"/>
              </a:cxn>
              <a:cxn ang="0">
                <a:pos x="connsiteX37107" y="connsiteY37107"/>
              </a:cxn>
              <a:cxn ang="0">
                <a:pos x="connsiteX37108" y="connsiteY37108"/>
              </a:cxn>
              <a:cxn ang="0">
                <a:pos x="connsiteX37109" y="connsiteY37109"/>
              </a:cxn>
              <a:cxn ang="0">
                <a:pos x="connsiteX37110" y="connsiteY37110"/>
              </a:cxn>
              <a:cxn ang="0">
                <a:pos x="connsiteX37111" y="connsiteY37111"/>
              </a:cxn>
              <a:cxn ang="0">
                <a:pos x="connsiteX37112" y="connsiteY37112"/>
              </a:cxn>
              <a:cxn ang="0">
                <a:pos x="connsiteX37113" y="connsiteY37113"/>
              </a:cxn>
              <a:cxn ang="0">
                <a:pos x="connsiteX37114" y="connsiteY37114"/>
              </a:cxn>
              <a:cxn ang="0">
                <a:pos x="connsiteX37115" y="connsiteY37115"/>
              </a:cxn>
              <a:cxn ang="0">
                <a:pos x="connsiteX37116" y="connsiteY37116"/>
              </a:cxn>
              <a:cxn ang="0">
                <a:pos x="connsiteX37117" y="connsiteY37117"/>
              </a:cxn>
              <a:cxn ang="0">
                <a:pos x="connsiteX37118" y="connsiteY37118"/>
              </a:cxn>
              <a:cxn ang="0">
                <a:pos x="connsiteX37119" y="connsiteY37119"/>
              </a:cxn>
              <a:cxn ang="0">
                <a:pos x="connsiteX37120" y="connsiteY37120"/>
              </a:cxn>
              <a:cxn ang="0">
                <a:pos x="connsiteX37121" y="connsiteY37121"/>
              </a:cxn>
              <a:cxn ang="0">
                <a:pos x="connsiteX37122" y="connsiteY37122"/>
              </a:cxn>
              <a:cxn ang="0">
                <a:pos x="connsiteX37123" y="connsiteY37123"/>
              </a:cxn>
              <a:cxn ang="0">
                <a:pos x="connsiteX37124" y="connsiteY37124"/>
              </a:cxn>
              <a:cxn ang="0">
                <a:pos x="connsiteX37125" y="connsiteY37125"/>
              </a:cxn>
              <a:cxn ang="0">
                <a:pos x="connsiteX37126" y="connsiteY37126"/>
              </a:cxn>
              <a:cxn ang="0">
                <a:pos x="connsiteX37127" y="connsiteY37127"/>
              </a:cxn>
              <a:cxn ang="0">
                <a:pos x="connsiteX37128" y="connsiteY37128"/>
              </a:cxn>
              <a:cxn ang="0">
                <a:pos x="connsiteX37129" y="connsiteY37129"/>
              </a:cxn>
              <a:cxn ang="0">
                <a:pos x="connsiteX37130" y="connsiteY37130"/>
              </a:cxn>
              <a:cxn ang="0">
                <a:pos x="connsiteX37131" y="connsiteY37131"/>
              </a:cxn>
              <a:cxn ang="0">
                <a:pos x="connsiteX37132" y="connsiteY37132"/>
              </a:cxn>
              <a:cxn ang="0">
                <a:pos x="connsiteX37133" y="connsiteY37133"/>
              </a:cxn>
              <a:cxn ang="0">
                <a:pos x="connsiteX37134" y="connsiteY37134"/>
              </a:cxn>
              <a:cxn ang="0">
                <a:pos x="connsiteX37135" y="connsiteY37135"/>
              </a:cxn>
              <a:cxn ang="0">
                <a:pos x="connsiteX37136" y="connsiteY37136"/>
              </a:cxn>
              <a:cxn ang="0">
                <a:pos x="connsiteX37137" y="connsiteY37137"/>
              </a:cxn>
              <a:cxn ang="0">
                <a:pos x="connsiteX37138" y="connsiteY37138"/>
              </a:cxn>
              <a:cxn ang="0">
                <a:pos x="connsiteX37139" y="connsiteY37139"/>
              </a:cxn>
              <a:cxn ang="0">
                <a:pos x="connsiteX37140" y="connsiteY37140"/>
              </a:cxn>
              <a:cxn ang="0">
                <a:pos x="connsiteX37141" y="connsiteY37141"/>
              </a:cxn>
              <a:cxn ang="0">
                <a:pos x="connsiteX37142" y="connsiteY37142"/>
              </a:cxn>
              <a:cxn ang="0">
                <a:pos x="connsiteX37143" y="connsiteY37143"/>
              </a:cxn>
              <a:cxn ang="0">
                <a:pos x="connsiteX37144" y="connsiteY37144"/>
              </a:cxn>
              <a:cxn ang="0">
                <a:pos x="connsiteX37145" y="connsiteY37145"/>
              </a:cxn>
              <a:cxn ang="0">
                <a:pos x="connsiteX37146" y="connsiteY37146"/>
              </a:cxn>
              <a:cxn ang="0">
                <a:pos x="connsiteX37147" y="connsiteY37147"/>
              </a:cxn>
              <a:cxn ang="0">
                <a:pos x="connsiteX37148" y="connsiteY37148"/>
              </a:cxn>
              <a:cxn ang="0">
                <a:pos x="connsiteX37149" y="connsiteY37149"/>
              </a:cxn>
              <a:cxn ang="0">
                <a:pos x="connsiteX37150" y="connsiteY37150"/>
              </a:cxn>
              <a:cxn ang="0">
                <a:pos x="connsiteX37151" y="connsiteY37151"/>
              </a:cxn>
              <a:cxn ang="0">
                <a:pos x="connsiteX37152" y="connsiteY37152"/>
              </a:cxn>
              <a:cxn ang="0">
                <a:pos x="connsiteX37153" y="connsiteY37153"/>
              </a:cxn>
              <a:cxn ang="0">
                <a:pos x="connsiteX37154" y="connsiteY37154"/>
              </a:cxn>
              <a:cxn ang="0">
                <a:pos x="connsiteX37155" y="connsiteY37155"/>
              </a:cxn>
              <a:cxn ang="0">
                <a:pos x="connsiteX37156" y="connsiteY37156"/>
              </a:cxn>
              <a:cxn ang="0">
                <a:pos x="connsiteX37157" y="connsiteY37157"/>
              </a:cxn>
              <a:cxn ang="0">
                <a:pos x="connsiteX37158" y="connsiteY37158"/>
              </a:cxn>
              <a:cxn ang="0">
                <a:pos x="connsiteX37159" y="connsiteY37159"/>
              </a:cxn>
              <a:cxn ang="0">
                <a:pos x="connsiteX37160" y="connsiteY37160"/>
              </a:cxn>
              <a:cxn ang="0">
                <a:pos x="connsiteX37161" y="connsiteY37161"/>
              </a:cxn>
              <a:cxn ang="0">
                <a:pos x="connsiteX37162" y="connsiteY37162"/>
              </a:cxn>
              <a:cxn ang="0">
                <a:pos x="connsiteX37163" y="connsiteY37163"/>
              </a:cxn>
              <a:cxn ang="0">
                <a:pos x="connsiteX37164" y="connsiteY37164"/>
              </a:cxn>
              <a:cxn ang="0">
                <a:pos x="connsiteX37165" y="connsiteY37165"/>
              </a:cxn>
              <a:cxn ang="0">
                <a:pos x="connsiteX37166" y="connsiteY37166"/>
              </a:cxn>
              <a:cxn ang="0">
                <a:pos x="connsiteX37167" y="connsiteY37167"/>
              </a:cxn>
              <a:cxn ang="0">
                <a:pos x="connsiteX37168" y="connsiteY37168"/>
              </a:cxn>
              <a:cxn ang="0">
                <a:pos x="connsiteX37169" y="connsiteY37169"/>
              </a:cxn>
              <a:cxn ang="0">
                <a:pos x="connsiteX37170" y="connsiteY37170"/>
              </a:cxn>
              <a:cxn ang="0">
                <a:pos x="connsiteX37171" y="connsiteY37171"/>
              </a:cxn>
              <a:cxn ang="0">
                <a:pos x="connsiteX37172" y="connsiteY37172"/>
              </a:cxn>
              <a:cxn ang="0">
                <a:pos x="connsiteX37173" y="connsiteY37173"/>
              </a:cxn>
              <a:cxn ang="0">
                <a:pos x="connsiteX37174" y="connsiteY37174"/>
              </a:cxn>
              <a:cxn ang="0">
                <a:pos x="connsiteX37175" y="connsiteY37175"/>
              </a:cxn>
              <a:cxn ang="0">
                <a:pos x="connsiteX37176" y="connsiteY37176"/>
              </a:cxn>
              <a:cxn ang="0">
                <a:pos x="connsiteX37177" y="connsiteY37177"/>
              </a:cxn>
              <a:cxn ang="0">
                <a:pos x="connsiteX37178" y="connsiteY37178"/>
              </a:cxn>
              <a:cxn ang="0">
                <a:pos x="connsiteX37179" y="connsiteY37179"/>
              </a:cxn>
              <a:cxn ang="0">
                <a:pos x="connsiteX37180" y="connsiteY37180"/>
              </a:cxn>
              <a:cxn ang="0">
                <a:pos x="connsiteX37181" y="connsiteY37181"/>
              </a:cxn>
              <a:cxn ang="0">
                <a:pos x="connsiteX37182" y="connsiteY37182"/>
              </a:cxn>
              <a:cxn ang="0">
                <a:pos x="connsiteX37183" y="connsiteY37183"/>
              </a:cxn>
              <a:cxn ang="0">
                <a:pos x="connsiteX37184" y="connsiteY37184"/>
              </a:cxn>
              <a:cxn ang="0">
                <a:pos x="connsiteX37185" y="connsiteY37185"/>
              </a:cxn>
              <a:cxn ang="0">
                <a:pos x="connsiteX37186" y="connsiteY37186"/>
              </a:cxn>
              <a:cxn ang="0">
                <a:pos x="connsiteX37187" y="connsiteY37187"/>
              </a:cxn>
              <a:cxn ang="0">
                <a:pos x="connsiteX37188" y="connsiteY37188"/>
              </a:cxn>
              <a:cxn ang="0">
                <a:pos x="connsiteX37189" y="connsiteY37189"/>
              </a:cxn>
              <a:cxn ang="0">
                <a:pos x="connsiteX37190" y="connsiteY37190"/>
              </a:cxn>
              <a:cxn ang="0">
                <a:pos x="connsiteX37191" y="connsiteY37191"/>
              </a:cxn>
              <a:cxn ang="0">
                <a:pos x="connsiteX37192" y="connsiteY37192"/>
              </a:cxn>
              <a:cxn ang="0">
                <a:pos x="connsiteX37193" y="connsiteY37193"/>
              </a:cxn>
              <a:cxn ang="0">
                <a:pos x="connsiteX37194" y="connsiteY37194"/>
              </a:cxn>
              <a:cxn ang="0">
                <a:pos x="connsiteX37195" y="connsiteY37195"/>
              </a:cxn>
              <a:cxn ang="0">
                <a:pos x="connsiteX37196" y="connsiteY37196"/>
              </a:cxn>
              <a:cxn ang="0">
                <a:pos x="connsiteX37197" y="connsiteY37197"/>
              </a:cxn>
              <a:cxn ang="0">
                <a:pos x="connsiteX37198" y="connsiteY37198"/>
              </a:cxn>
              <a:cxn ang="0">
                <a:pos x="connsiteX37199" y="connsiteY37199"/>
              </a:cxn>
              <a:cxn ang="0">
                <a:pos x="connsiteX37200" y="connsiteY37200"/>
              </a:cxn>
              <a:cxn ang="0">
                <a:pos x="connsiteX37201" y="connsiteY37201"/>
              </a:cxn>
              <a:cxn ang="0">
                <a:pos x="connsiteX37202" y="connsiteY37202"/>
              </a:cxn>
              <a:cxn ang="0">
                <a:pos x="connsiteX37203" y="connsiteY37203"/>
              </a:cxn>
              <a:cxn ang="0">
                <a:pos x="connsiteX37204" y="connsiteY37204"/>
              </a:cxn>
              <a:cxn ang="0">
                <a:pos x="connsiteX37205" y="connsiteY37205"/>
              </a:cxn>
              <a:cxn ang="0">
                <a:pos x="connsiteX37206" y="connsiteY37206"/>
              </a:cxn>
              <a:cxn ang="0">
                <a:pos x="connsiteX37207" y="connsiteY37207"/>
              </a:cxn>
              <a:cxn ang="0">
                <a:pos x="connsiteX37208" y="connsiteY37208"/>
              </a:cxn>
              <a:cxn ang="0">
                <a:pos x="connsiteX37209" y="connsiteY37209"/>
              </a:cxn>
              <a:cxn ang="0">
                <a:pos x="connsiteX37210" y="connsiteY37210"/>
              </a:cxn>
              <a:cxn ang="0">
                <a:pos x="connsiteX37211" y="connsiteY37211"/>
              </a:cxn>
              <a:cxn ang="0">
                <a:pos x="connsiteX37212" y="connsiteY37212"/>
              </a:cxn>
              <a:cxn ang="0">
                <a:pos x="connsiteX37213" y="connsiteY37213"/>
              </a:cxn>
              <a:cxn ang="0">
                <a:pos x="connsiteX37214" y="connsiteY37214"/>
              </a:cxn>
              <a:cxn ang="0">
                <a:pos x="connsiteX37215" y="connsiteY37215"/>
              </a:cxn>
              <a:cxn ang="0">
                <a:pos x="connsiteX37216" y="connsiteY37216"/>
              </a:cxn>
              <a:cxn ang="0">
                <a:pos x="connsiteX37217" y="connsiteY37217"/>
              </a:cxn>
              <a:cxn ang="0">
                <a:pos x="connsiteX37218" y="connsiteY37218"/>
              </a:cxn>
              <a:cxn ang="0">
                <a:pos x="connsiteX37219" y="connsiteY37219"/>
              </a:cxn>
              <a:cxn ang="0">
                <a:pos x="connsiteX37220" y="connsiteY37220"/>
              </a:cxn>
              <a:cxn ang="0">
                <a:pos x="connsiteX37221" y="connsiteY37221"/>
              </a:cxn>
              <a:cxn ang="0">
                <a:pos x="connsiteX37222" y="connsiteY37222"/>
              </a:cxn>
              <a:cxn ang="0">
                <a:pos x="connsiteX37223" y="connsiteY37223"/>
              </a:cxn>
              <a:cxn ang="0">
                <a:pos x="connsiteX37224" y="connsiteY37224"/>
              </a:cxn>
              <a:cxn ang="0">
                <a:pos x="connsiteX37225" y="connsiteY37225"/>
              </a:cxn>
              <a:cxn ang="0">
                <a:pos x="connsiteX37226" y="connsiteY37226"/>
              </a:cxn>
              <a:cxn ang="0">
                <a:pos x="connsiteX37227" y="connsiteY37227"/>
              </a:cxn>
              <a:cxn ang="0">
                <a:pos x="connsiteX37228" y="connsiteY37228"/>
              </a:cxn>
              <a:cxn ang="0">
                <a:pos x="connsiteX37229" y="connsiteY37229"/>
              </a:cxn>
              <a:cxn ang="0">
                <a:pos x="connsiteX37230" y="connsiteY37230"/>
              </a:cxn>
              <a:cxn ang="0">
                <a:pos x="connsiteX37231" y="connsiteY37231"/>
              </a:cxn>
              <a:cxn ang="0">
                <a:pos x="connsiteX37232" y="connsiteY37232"/>
              </a:cxn>
              <a:cxn ang="0">
                <a:pos x="connsiteX37233" y="connsiteY37233"/>
              </a:cxn>
              <a:cxn ang="0">
                <a:pos x="connsiteX37234" y="connsiteY37234"/>
              </a:cxn>
              <a:cxn ang="0">
                <a:pos x="connsiteX37235" y="connsiteY37235"/>
              </a:cxn>
              <a:cxn ang="0">
                <a:pos x="connsiteX37236" y="connsiteY37236"/>
              </a:cxn>
              <a:cxn ang="0">
                <a:pos x="connsiteX37237" y="connsiteY37237"/>
              </a:cxn>
              <a:cxn ang="0">
                <a:pos x="connsiteX37238" y="connsiteY37238"/>
              </a:cxn>
              <a:cxn ang="0">
                <a:pos x="connsiteX37239" y="connsiteY37239"/>
              </a:cxn>
              <a:cxn ang="0">
                <a:pos x="connsiteX37240" y="connsiteY37240"/>
              </a:cxn>
              <a:cxn ang="0">
                <a:pos x="connsiteX37241" y="connsiteY37241"/>
              </a:cxn>
              <a:cxn ang="0">
                <a:pos x="connsiteX37242" y="connsiteY37242"/>
              </a:cxn>
              <a:cxn ang="0">
                <a:pos x="connsiteX37243" y="connsiteY37243"/>
              </a:cxn>
              <a:cxn ang="0">
                <a:pos x="connsiteX37244" y="connsiteY37244"/>
              </a:cxn>
              <a:cxn ang="0">
                <a:pos x="connsiteX37245" y="connsiteY37245"/>
              </a:cxn>
              <a:cxn ang="0">
                <a:pos x="connsiteX37246" y="connsiteY37246"/>
              </a:cxn>
              <a:cxn ang="0">
                <a:pos x="connsiteX37247" y="connsiteY37247"/>
              </a:cxn>
              <a:cxn ang="0">
                <a:pos x="connsiteX37248" y="connsiteY37248"/>
              </a:cxn>
              <a:cxn ang="0">
                <a:pos x="connsiteX37249" y="connsiteY37249"/>
              </a:cxn>
              <a:cxn ang="0">
                <a:pos x="connsiteX37250" y="connsiteY37250"/>
              </a:cxn>
              <a:cxn ang="0">
                <a:pos x="connsiteX37251" y="connsiteY37251"/>
              </a:cxn>
              <a:cxn ang="0">
                <a:pos x="connsiteX37252" y="connsiteY37252"/>
              </a:cxn>
              <a:cxn ang="0">
                <a:pos x="connsiteX37253" y="connsiteY37253"/>
              </a:cxn>
              <a:cxn ang="0">
                <a:pos x="connsiteX37254" y="connsiteY37254"/>
              </a:cxn>
              <a:cxn ang="0">
                <a:pos x="connsiteX37255" y="connsiteY37255"/>
              </a:cxn>
              <a:cxn ang="0">
                <a:pos x="connsiteX37256" y="connsiteY37256"/>
              </a:cxn>
              <a:cxn ang="0">
                <a:pos x="connsiteX37257" y="connsiteY37257"/>
              </a:cxn>
              <a:cxn ang="0">
                <a:pos x="connsiteX37258" y="connsiteY37258"/>
              </a:cxn>
              <a:cxn ang="0">
                <a:pos x="connsiteX37259" y="connsiteY37259"/>
              </a:cxn>
              <a:cxn ang="0">
                <a:pos x="connsiteX37260" y="connsiteY37260"/>
              </a:cxn>
              <a:cxn ang="0">
                <a:pos x="connsiteX37261" y="connsiteY37261"/>
              </a:cxn>
              <a:cxn ang="0">
                <a:pos x="connsiteX37262" y="connsiteY37262"/>
              </a:cxn>
              <a:cxn ang="0">
                <a:pos x="connsiteX37263" y="connsiteY37263"/>
              </a:cxn>
              <a:cxn ang="0">
                <a:pos x="connsiteX37264" y="connsiteY37264"/>
              </a:cxn>
              <a:cxn ang="0">
                <a:pos x="connsiteX37265" y="connsiteY37265"/>
              </a:cxn>
              <a:cxn ang="0">
                <a:pos x="connsiteX37266" y="connsiteY37266"/>
              </a:cxn>
              <a:cxn ang="0">
                <a:pos x="connsiteX37267" y="connsiteY37267"/>
              </a:cxn>
              <a:cxn ang="0">
                <a:pos x="connsiteX37268" y="connsiteY37268"/>
              </a:cxn>
              <a:cxn ang="0">
                <a:pos x="connsiteX37269" y="connsiteY37269"/>
              </a:cxn>
              <a:cxn ang="0">
                <a:pos x="connsiteX37270" y="connsiteY37270"/>
              </a:cxn>
              <a:cxn ang="0">
                <a:pos x="connsiteX37271" y="connsiteY37271"/>
              </a:cxn>
              <a:cxn ang="0">
                <a:pos x="connsiteX37272" y="connsiteY37272"/>
              </a:cxn>
              <a:cxn ang="0">
                <a:pos x="connsiteX37273" y="connsiteY37273"/>
              </a:cxn>
              <a:cxn ang="0">
                <a:pos x="connsiteX37274" y="connsiteY37274"/>
              </a:cxn>
              <a:cxn ang="0">
                <a:pos x="connsiteX37275" y="connsiteY37275"/>
              </a:cxn>
              <a:cxn ang="0">
                <a:pos x="connsiteX37276" y="connsiteY37276"/>
              </a:cxn>
              <a:cxn ang="0">
                <a:pos x="connsiteX37277" y="connsiteY37277"/>
              </a:cxn>
              <a:cxn ang="0">
                <a:pos x="connsiteX37278" y="connsiteY37278"/>
              </a:cxn>
              <a:cxn ang="0">
                <a:pos x="connsiteX37279" y="connsiteY37279"/>
              </a:cxn>
              <a:cxn ang="0">
                <a:pos x="connsiteX37280" y="connsiteY37280"/>
              </a:cxn>
              <a:cxn ang="0">
                <a:pos x="connsiteX37281" y="connsiteY37281"/>
              </a:cxn>
              <a:cxn ang="0">
                <a:pos x="connsiteX37282" y="connsiteY37282"/>
              </a:cxn>
              <a:cxn ang="0">
                <a:pos x="connsiteX37283" y="connsiteY37283"/>
              </a:cxn>
              <a:cxn ang="0">
                <a:pos x="connsiteX37284" y="connsiteY37284"/>
              </a:cxn>
              <a:cxn ang="0">
                <a:pos x="connsiteX37285" y="connsiteY37285"/>
              </a:cxn>
              <a:cxn ang="0">
                <a:pos x="connsiteX37286" y="connsiteY37286"/>
              </a:cxn>
              <a:cxn ang="0">
                <a:pos x="connsiteX37287" y="connsiteY37287"/>
              </a:cxn>
              <a:cxn ang="0">
                <a:pos x="connsiteX37288" y="connsiteY37288"/>
              </a:cxn>
              <a:cxn ang="0">
                <a:pos x="connsiteX37289" y="connsiteY37289"/>
              </a:cxn>
              <a:cxn ang="0">
                <a:pos x="connsiteX37290" y="connsiteY37290"/>
              </a:cxn>
              <a:cxn ang="0">
                <a:pos x="connsiteX37291" y="connsiteY37291"/>
              </a:cxn>
              <a:cxn ang="0">
                <a:pos x="connsiteX37292" y="connsiteY37292"/>
              </a:cxn>
              <a:cxn ang="0">
                <a:pos x="connsiteX37293" y="connsiteY37293"/>
              </a:cxn>
              <a:cxn ang="0">
                <a:pos x="connsiteX37294" y="connsiteY37294"/>
              </a:cxn>
              <a:cxn ang="0">
                <a:pos x="connsiteX37295" y="connsiteY37295"/>
              </a:cxn>
              <a:cxn ang="0">
                <a:pos x="connsiteX37296" y="connsiteY37296"/>
              </a:cxn>
              <a:cxn ang="0">
                <a:pos x="connsiteX37297" y="connsiteY37297"/>
              </a:cxn>
              <a:cxn ang="0">
                <a:pos x="connsiteX37298" y="connsiteY37298"/>
              </a:cxn>
              <a:cxn ang="0">
                <a:pos x="connsiteX37299" y="connsiteY37299"/>
              </a:cxn>
              <a:cxn ang="0">
                <a:pos x="connsiteX37300" y="connsiteY37300"/>
              </a:cxn>
              <a:cxn ang="0">
                <a:pos x="connsiteX37301" y="connsiteY37301"/>
              </a:cxn>
              <a:cxn ang="0">
                <a:pos x="connsiteX37302" y="connsiteY37302"/>
              </a:cxn>
              <a:cxn ang="0">
                <a:pos x="connsiteX37303" y="connsiteY37303"/>
              </a:cxn>
              <a:cxn ang="0">
                <a:pos x="connsiteX37304" y="connsiteY37304"/>
              </a:cxn>
              <a:cxn ang="0">
                <a:pos x="connsiteX37305" y="connsiteY37305"/>
              </a:cxn>
              <a:cxn ang="0">
                <a:pos x="connsiteX37306" y="connsiteY37306"/>
              </a:cxn>
              <a:cxn ang="0">
                <a:pos x="connsiteX37307" y="connsiteY37307"/>
              </a:cxn>
              <a:cxn ang="0">
                <a:pos x="connsiteX37308" y="connsiteY37308"/>
              </a:cxn>
              <a:cxn ang="0">
                <a:pos x="connsiteX37309" y="connsiteY37309"/>
              </a:cxn>
              <a:cxn ang="0">
                <a:pos x="connsiteX37310" y="connsiteY37310"/>
              </a:cxn>
              <a:cxn ang="0">
                <a:pos x="connsiteX37311" y="connsiteY37311"/>
              </a:cxn>
              <a:cxn ang="0">
                <a:pos x="connsiteX37312" y="connsiteY37312"/>
              </a:cxn>
              <a:cxn ang="0">
                <a:pos x="connsiteX37313" y="connsiteY37313"/>
              </a:cxn>
              <a:cxn ang="0">
                <a:pos x="connsiteX37314" y="connsiteY37314"/>
              </a:cxn>
              <a:cxn ang="0">
                <a:pos x="connsiteX37315" y="connsiteY37315"/>
              </a:cxn>
              <a:cxn ang="0">
                <a:pos x="connsiteX37316" y="connsiteY37316"/>
              </a:cxn>
              <a:cxn ang="0">
                <a:pos x="connsiteX37317" y="connsiteY37317"/>
              </a:cxn>
              <a:cxn ang="0">
                <a:pos x="connsiteX37318" y="connsiteY37318"/>
              </a:cxn>
              <a:cxn ang="0">
                <a:pos x="connsiteX37319" y="connsiteY37319"/>
              </a:cxn>
              <a:cxn ang="0">
                <a:pos x="connsiteX37320" y="connsiteY37320"/>
              </a:cxn>
              <a:cxn ang="0">
                <a:pos x="connsiteX37321" y="connsiteY37321"/>
              </a:cxn>
              <a:cxn ang="0">
                <a:pos x="connsiteX37322" y="connsiteY37322"/>
              </a:cxn>
              <a:cxn ang="0">
                <a:pos x="connsiteX37323" y="connsiteY37323"/>
              </a:cxn>
              <a:cxn ang="0">
                <a:pos x="connsiteX37324" y="connsiteY37324"/>
              </a:cxn>
              <a:cxn ang="0">
                <a:pos x="connsiteX37325" y="connsiteY37325"/>
              </a:cxn>
              <a:cxn ang="0">
                <a:pos x="connsiteX37326" y="connsiteY37326"/>
              </a:cxn>
              <a:cxn ang="0">
                <a:pos x="connsiteX37327" y="connsiteY37327"/>
              </a:cxn>
              <a:cxn ang="0">
                <a:pos x="connsiteX37328" y="connsiteY37328"/>
              </a:cxn>
              <a:cxn ang="0">
                <a:pos x="connsiteX37329" y="connsiteY37329"/>
              </a:cxn>
              <a:cxn ang="0">
                <a:pos x="connsiteX37330" y="connsiteY37330"/>
              </a:cxn>
              <a:cxn ang="0">
                <a:pos x="connsiteX37331" y="connsiteY37331"/>
              </a:cxn>
              <a:cxn ang="0">
                <a:pos x="connsiteX37332" y="connsiteY37332"/>
              </a:cxn>
              <a:cxn ang="0">
                <a:pos x="connsiteX37333" y="connsiteY37333"/>
              </a:cxn>
              <a:cxn ang="0">
                <a:pos x="connsiteX37334" y="connsiteY37334"/>
              </a:cxn>
              <a:cxn ang="0">
                <a:pos x="connsiteX37335" y="connsiteY37335"/>
              </a:cxn>
              <a:cxn ang="0">
                <a:pos x="connsiteX37336" y="connsiteY37336"/>
              </a:cxn>
              <a:cxn ang="0">
                <a:pos x="connsiteX37337" y="connsiteY37337"/>
              </a:cxn>
              <a:cxn ang="0">
                <a:pos x="connsiteX37338" y="connsiteY37338"/>
              </a:cxn>
              <a:cxn ang="0">
                <a:pos x="connsiteX37339" y="connsiteY37339"/>
              </a:cxn>
              <a:cxn ang="0">
                <a:pos x="connsiteX37340" y="connsiteY37340"/>
              </a:cxn>
              <a:cxn ang="0">
                <a:pos x="connsiteX37341" y="connsiteY37341"/>
              </a:cxn>
              <a:cxn ang="0">
                <a:pos x="connsiteX37342" y="connsiteY37342"/>
              </a:cxn>
              <a:cxn ang="0">
                <a:pos x="connsiteX37343" y="connsiteY37343"/>
              </a:cxn>
              <a:cxn ang="0">
                <a:pos x="connsiteX37344" y="connsiteY37344"/>
              </a:cxn>
              <a:cxn ang="0">
                <a:pos x="connsiteX37345" y="connsiteY37345"/>
              </a:cxn>
              <a:cxn ang="0">
                <a:pos x="connsiteX37346" y="connsiteY37346"/>
              </a:cxn>
              <a:cxn ang="0">
                <a:pos x="connsiteX37347" y="connsiteY37347"/>
              </a:cxn>
              <a:cxn ang="0">
                <a:pos x="connsiteX37348" y="connsiteY37348"/>
              </a:cxn>
              <a:cxn ang="0">
                <a:pos x="connsiteX37349" y="connsiteY37349"/>
              </a:cxn>
              <a:cxn ang="0">
                <a:pos x="connsiteX37350" y="connsiteY37350"/>
              </a:cxn>
              <a:cxn ang="0">
                <a:pos x="connsiteX37351" y="connsiteY37351"/>
              </a:cxn>
              <a:cxn ang="0">
                <a:pos x="connsiteX37352" y="connsiteY37352"/>
              </a:cxn>
              <a:cxn ang="0">
                <a:pos x="connsiteX37353" y="connsiteY37353"/>
              </a:cxn>
              <a:cxn ang="0">
                <a:pos x="connsiteX37354" y="connsiteY37354"/>
              </a:cxn>
              <a:cxn ang="0">
                <a:pos x="connsiteX37355" y="connsiteY37355"/>
              </a:cxn>
              <a:cxn ang="0">
                <a:pos x="connsiteX37356" y="connsiteY37356"/>
              </a:cxn>
              <a:cxn ang="0">
                <a:pos x="connsiteX37357" y="connsiteY37357"/>
              </a:cxn>
              <a:cxn ang="0">
                <a:pos x="connsiteX37358" y="connsiteY37358"/>
              </a:cxn>
              <a:cxn ang="0">
                <a:pos x="connsiteX37359" y="connsiteY37359"/>
              </a:cxn>
              <a:cxn ang="0">
                <a:pos x="connsiteX37360" y="connsiteY37360"/>
              </a:cxn>
              <a:cxn ang="0">
                <a:pos x="connsiteX37361" y="connsiteY37361"/>
              </a:cxn>
              <a:cxn ang="0">
                <a:pos x="connsiteX37362" y="connsiteY37362"/>
              </a:cxn>
              <a:cxn ang="0">
                <a:pos x="connsiteX37363" y="connsiteY37363"/>
              </a:cxn>
              <a:cxn ang="0">
                <a:pos x="connsiteX37364" y="connsiteY37364"/>
              </a:cxn>
              <a:cxn ang="0">
                <a:pos x="connsiteX37365" y="connsiteY37365"/>
              </a:cxn>
              <a:cxn ang="0">
                <a:pos x="connsiteX37366" y="connsiteY37366"/>
              </a:cxn>
              <a:cxn ang="0">
                <a:pos x="connsiteX37367" y="connsiteY37367"/>
              </a:cxn>
              <a:cxn ang="0">
                <a:pos x="connsiteX37368" y="connsiteY37368"/>
              </a:cxn>
              <a:cxn ang="0">
                <a:pos x="connsiteX37369" y="connsiteY37369"/>
              </a:cxn>
              <a:cxn ang="0">
                <a:pos x="connsiteX37370" y="connsiteY37370"/>
              </a:cxn>
              <a:cxn ang="0">
                <a:pos x="connsiteX37371" y="connsiteY37371"/>
              </a:cxn>
              <a:cxn ang="0">
                <a:pos x="connsiteX37372" y="connsiteY37372"/>
              </a:cxn>
              <a:cxn ang="0">
                <a:pos x="connsiteX37373" y="connsiteY37373"/>
              </a:cxn>
              <a:cxn ang="0">
                <a:pos x="connsiteX37374" y="connsiteY37374"/>
              </a:cxn>
              <a:cxn ang="0">
                <a:pos x="connsiteX37375" y="connsiteY37375"/>
              </a:cxn>
              <a:cxn ang="0">
                <a:pos x="connsiteX37376" y="connsiteY37376"/>
              </a:cxn>
              <a:cxn ang="0">
                <a:pos x="connsiteX37377" y="connsiteY37377"/>
              </a:cxn>
              <a:cxn ang="0">
                <a:pos x="connsiteX37378" y="connsiteY37378"/>
              </a:cxn>
              <a:cxn ang="0">
                <a:pos x="connsiteX37379" y="connsiteY37379"/>
              </a:cxn>
              <a:cxn ang="0">
                <a:pos x="connsiteX37380" y="connsiteY37380"/>
              </a:cxn>
              <a:cxn ang="0">
                <a:pos x="connsiteX37381" y="connsiteY37381"/>
              </a:cxn>
              <a:cxn ang="0">
                <a:pos x="connsiteX37382" y="connsiteY37382"/>
              </a:cxn>
              <a:cxn ang="0">
                <a:pos x="connsiteX37383" y="connsiteY37383"/>
              </a:cxn>
              <a:cxn ang="0">
                <a:pos x="connsiteX37384" y="connsiteY37384"/>
              </a:cxn>
              <a:cxn ang="0">
                <a:pos x="connsiteX37385" y="connsiteY37385"/>
              </a:cxn>
              <a:cxn ang="0">
                <a:pos x="connsiteX37386" y="connsiteY37386"/>
              </a:cxn>
              <a:cxn ang="0">
                <a:pos x="connsiteX37387" y="connsiteY37387"/>
              </a:cxn>
              <a:cxn ang="0">
                <a:pos x="connsiteX37388" y="connsiteY37388"/>
              </a:cxn>
              <a:cxn ang="0">
                <a:pos x="connsiteX37389" y="connsiteY37389"/>
              </a:cxn>
              <a:cxn ang="0">
                <a:pos x="connsiteX37390" y="connsiteY37390"/>
              </a:cxn>
              <a:cxn ang="0">
                <a:pos x="connsiteX37391" y="connsiteY37391"/>
              </a:cxn>
              <a:cxn ang="0">
                <a:pos x="connsiteX37392" y="connsiteY37392"/>
              </a:cxn>
              <a:cxn ang="0">
                <a:pos x="connsiteX37393" y="connsiteY37393"/>
              </a:cxn>
              <a:cxn ang="0">
                <a:pos x="connsiteX37394" y="connsiteY37394"/>
              </a:cxn>
              <a:cxn ang="0">
                <a:pos x="connsiteX37395" y="connsiteY37395"/>
              </a:cxn>
              <a:cxn ang="0">
                <a:pos x="connsiteX37396" y="connsiteY37396"/>
              </a:cxn>
              <a:cxn ang="0">
                <a:pos x="connsiteX37397" y="connsiteY37397"/>
              </a:cxn>
              <a:cxn ang="0">
                <a:pos x="connsiteX37398" y="connsiteY37398"/>
              </a:cxn>
              <a:cxn ang="0">
                <a:pos x="connsiteX37399" y="connsiteY37399"/>
              </a:cxn>
              <a:cxn ang="0">
                <a:pos x="connsiteX37400" y="connsiteY37400"/>
              </a:cxn>
              <a:cxn ang="0">
                <a:pos x="connsiteX37401" y="connsiteY37401"/>
              </a:cxn>
              <a:cxn ang="0">
                <a:pos x="connsiteX37402" y="connsiteY37402"/>
              </a:cxn>
              <a:cxn ang="0">
                <a:pos x="connsiteX37403" y="connsiteY37403"/>
              </a:cxn>
              <a:cxn ang="0">
                <a:pos x="connsiteX37404" y="connsiteY37404"/>
              </a:cxn>
              <a:cxn ang="0">
                <a:pos x="connsiteX37405" y="connsiteY37405"/>
              </a:cxn>
              <a:cxn ang="0">
                <a:pos x="connsiteX37406" y="connsiteY37406"/>
              </a:cxn>
              <a:cxn ang="0">
                <a:pos x="connsiteX37407" y="connsiteY37407"/>
              </a:cxn>
              <a:cxn ang="0">
                <a:pos x="connsiteX37408" y="connsiteY37408"/>
              </a:cxn>
              <a:cxn ang="0">
                <a:pos x="connsiteX37409" y="connsiteY37409"/>
              </a:cxn>
              <a:cxn ang="0">
                <a:pos x="connsiteX37410" y="connsiteY37410"/>
              </a:cxn>
              <a:cxn ang="0">
                <a:pos x="connsiteX37411" y="connsiteY37411"/>
              </a:cxn>
              <a:cxn ang="0">
                <a:pos x="connsiteX37412" y="connsiteY37412"/>
              </a:cxn>
              <a:cxn ang="0">
                <a:pos x="connsiteX37413" y="connsiteY37413"/>
              </a:cxn>
              <a:cxn ang="0">
                <a:pos x="connsiteX37414" y="connsiteY37414"/>
              </a:cxn>
              <a:cxn ang="0">
                <a:pos x="connsiteX37415" y="connsiteY37415"/>
              </a:cxn>
              <a:cxn ang="0">
                <a:pos x="connsiteX37416" y="connsiteY37416"/>
              </a:cxn>
              <a:cxn ang="0">
                <a:pos x="connsiteX37417" y="connsiteY37417"/>
              </a:cxn>
              <a:cxn ang="0">
                <a:pos x="connsiteX37418" y="connsiteY37418"/>
              </a:cxn>
              <a:cxn ang="0">
                <a:pos x="connsiteX37419" y="connsiteY37419"/>
              </a:cxn>
              <a:cxn ang="0">
                <a:pos x="connsiteX37420" y="connsiteY37420"/>
              </a:cxn>
              <a:cxn ang="0">
                <a:pos x="connsiteX37421" y="connsiteY37421"/>
              </a:cxn>
              <a:cxn ang="0">
                <a:pos x="connsiteX37422" y="connsiteY37422"/>
              </a:cxn>
              <a:cxn ang="0">
                <a:pos x="connsiteX37423" y="connsiteY37423"/>
              </a:cxn>
              <a:cxn ang="0">
                <a:pos x="connsiteX37424" y="connsiteY37424"/>
              </a:cxn>
              <a:cxn ang="0">
                <a:pos x="connsiteX37425" y="connsiteY37425"/>
              </a:cxn>
              <a:cxn ang="0">
                <a:pos x="connsiteX37426" y="connsiteY37426"/>
              </a:cxn>
              <a:cxn ang="0">
                <a:pos x="connsiteX37427" y="connsiteY37427"/>
              </a:cxn>
              <a:cxn ang="0">
                <a:pos x="connsiteX37428" y="connsiteY37428"/>
              </a:cxn>
              <a:cxn ang="0">
                <a:pos x="connsiteX37429" y="connsiteY37429"/>
              </a:cxn>
              <a:cxn ang="0">
                <a:pos x="connsiteX37430" y="connsiteY37430"/>
              </a:cxn>
              <a:cxn ang="0">
                <a:pos x="connsiteX37431" y="connsiteY37431"/>
              </a:cxn>
              <a:cxn ang="0">
                <a:pos x="connsiteX37432" y="connsiteY37432"/>
              </a:cxn>
              <a:cxn ang="0">
                <a:pos x="connsiteX37433" y="connsiteY37433"/>
              </a:cxn>
              <a:cxn ang="0">
                <a:pos x="connsiteX37434" y="connsiteY37434"/>
              </a:cxn>
              <a:cxn ang="0">
                <a:pos x="connsiteX37435" y="connsiteY37435"/>
              </a:cxn>
              <a:cxn ang="0">
                <a:pos x="connsiteX37436" y="connsiteY37436"/>
              </a:cxn>
              <a:cxn ang="0">
                <a:pos x="connsiteX37437" y="connsiteY37437"/>
              </a:cxn>
              <a:cxn ang="0">
                <a:pos x="connsiteX37438" y="connsiteY37438"/>
              </a:cxn>
              <a:cxn ang="0">
                <a:pos x="connsiteX37439" y="connsiteY37439"/>
              </a:cxn>
              <a:cxn ang="0">
                <a:pos x="connsiteX37440" y="connsiteY37440"/>
              </a:cxn>
              <a:cxn ang="0">
                <a:pos x="connsiteX37441" y="connsiteY37441"/>
              </a:cxn>
              <a:cxn ang="0">
                <a:pos x="connsiteX37442" y="connsiteY37442"/>
              </a:cxn>
              <a:cxn ang="0">
                <a:pos x="connsiteX37443" y="connsiteY37443"/>
              </a:cxn>
              <a:cxn ang="0">
                <a:pos x="connsiteX37444" y="connsiteY37444"/>
              </a:cxn>
              <a:cxn ang="0">
                <a:pos x="connsiteX37445" y="connsiteY37445"/>
              </a:cxn>
              <a:cxn ang="0">
                <a:pos x="connsiteX37446" y="connsiteY37446"/>
              </a:cxn>
              <a:cxn ang="0">
                <a:pos x="connsiteX37447" y="connsiteY37447"/>
              </a:cxn>
              <a:cxn ang="0">
                <a:pos x="connsiteX37448" y="connsiteY37448"/>
              </a:cxn>
              <a:cxn ang="0">
                <a:pos x="connsiteX37449" y="connsiteY37449"/>
              </a:cxn>
              <a:cxn ang="0">
                <a:pos x="connsiteX37450" y="connsiteY37450"/>
              </a:cxn>
              <a:cxn ang="0">
                <a:pos x="connsiteX37451" y="connsiteY37451"/>
              </a:cxn>
              <a:cxn ang="0">
                <a:pos x="connsiteX37452" y="connsiteY37452"/>
              </a:cxn>
              <a:cxn ang="0">
                <a:pos x="connsiteX37453" y="connsiteY37453"/>
              </a:cxn>
              <a:cxn ang="0">
                <a:pos x="connsiteX37454" y="connsiteY37454"/>
              </a:cxn>
              <a:cxn ang="0">
                <a:pos x="connsiteX37455" y="connsiteY37455"/>
              </a:cxn>
              <a:cxn ang="0">
                <a:pos x="connsiteX37456" y="connsiteY37456"/>
              </a:cxn>
              <a:cxn ang="0">
                <a:pos x="connsiteX37457" y="connsiteY37457"/>
              </a:cxn>
              <a:cxn ang="0">
                <a:pos x="connsiteX37458" y="connsiteY37458"/>
              </a:cxn>
              <a:cxn ang="0">
                <a:pos x="connsiteX37459" y="connsiteY37459"/>
              </a:cxn>
              <a:cxn ang="0">
                <a:pos x="connsiteX37460" y="connsiteY37460"/>
              </a:cxn>
              <a:cxn ang="0">
                <a:pos x="connsiteX37461" y="connsiteY37461"/>
              </a:cxn>
              <a:cxn ang="0">
                <a:pos x="connsiteX37462" y="connsiteY37462"/>
              </a:cxn>
              <a:cxn ang="0">
                <a:pos x="connsiteX37463" y="connsiteY37463"/>
              </a:cxn>
              <a:cxn ang="0">
                <a:pos x="connsiteX37464" y="connsiteY37464"/>
              </a:cxn>
              <a:cxn ang="0">
                <a:pos x="connsiteX37465" y="connsiteY37465"/>
              </a:cxn>
              <a:cxn ang="0">
                <a:pos x="connsiteX37466" y="connsiteY37466"/>
              </a:cxn>
              <a:cxn ang="0">
                <a:pos x="connsiteX37467" y="connsiteY37467"/>
              </a:cxn>
              <a:cxn ang="0">
                <a:pos x="connsiteX37468" y="connsiteY37468"/>
              </a:cxn>
              <a:cxn ang="0">
                <a:pos x="connsiteX37469" y="connsiteY37469"/>
              </a:cxn>
              <a:cxn ang="0">
                <a:pos x="connsiteX37470" y="connsiteY37470"/>
              </a:cxn>
              <a:cxn ang="0">
                <a:pos x="connsiteX37471" y="connsiteY37471"/>
              </a:cxn>
              <a:cxn ang="0">
                <a:pos x="connsiteX37472" y="connsiteY37472"/>
              </a:cxn>
              <a:cxn ang="0">
                <a:pos x="connsiteX37473" y="connsiteY37473"/>
              </a:cxn>
              <a:cxn ang="0">
                <a:pos x="connsiteX37474" y="connsiteY37474"/>
              </a:cxn>
              <a:cxn ang="0">
                <a:pos x="connsiteX37475" y="connsiteY37475"/>
              </a:cxn>
              <a:cxn ang="0">
                <a:pos x="connsiteX37476" y="connsiteY37476"/>
              </a:cxn>
              <a:cxn ang="0">
                <a:pos x="connsiteX37477" y="connsiteY37477"/>
              </a:cxn>
              <a:cxn ang="0">
                <a:pos x="connsiteX37478" y="connsiteY37478"/>
              </a:cxn>
              <a:cxn ang="0">
                <a:pos x="connsiteX37479" y="connsiteY37479"/>
              </a:cxn>
              <a:cxn ang="0">
                <a:pos x="connsiteX37480" y="connsiteY37480"/>
              </a:cxn>
              <a:cxn ang="0">
                <a:pos x="connsiteX37481" y="connsiteY37481"/>
              </a:cxn>
              <a:cxn ang="0">
                <a:pos x="connsiteX37482" y="connsiteY37482"/>
              </a:cxn>
              <a:cxn ang="0">
                <a:pos x="connsiteX37483" y="connsiteY37483"/>
              </a:cxn>
              <a:cxn ang="0">
                <a:pos x="connsiteX37484" y="connsiteY37484"/>
              </a:cxn>
              <a:cxn ang="0">
                <a:pos x="connsiteX37485" y="connsiteY37485"/>
              </a:cxn>
              <a:cxn ang="0">
                <a:pos x="connsiteX37486" y="connsiteY37486"/>
              </a:cxn>
              <a:cxn ang="0">
                <a:pos x="connsiteX37487" y="connsiteY37487"/>
              </a:cxn>
              <a:cxn ang="0">
                <a:pos x="connsiteX37488" y="connsiteY37488"/>
              </a:cxn>
              <a:cxn ang="0">
                <a:pos x="connsiteX37489" y="connsiteY37489"/>
              </a:cxn>
              <a:cxn ang="0">
                <a:pos x="connsiteX37490" y="connsiteY37490"/>
              </a:cxn>
              <a:cxn ang="0">
                <a:pos x="connsiteX37491" y="connsiteY37491"/>
              </a:cxn>
              <a:cxn ang="0">
                <a:pos x="connsiteX37492" y="connsiteY37492"/>
              </a:cxn>
              <a:cxn ang="0">
                <a:pos x="connsiteX37493" y="connsiteY37493"/>
              </a:cxn>
              <a:cxn ang="0">
                <a:pos x="connsiteX37494" y="connsiteY37494"/>
              </a:cxn>
              <a:cxn ang="0">
                <a:pos x="connsiteX37495" y="connsiteY37495"/>
              </a:cxn>
              <a:cxn ang="0">
                <a:pos x="connsiteX37496" y="connsiteY37496"/>
              </a:cxn>
              <a:cxn ang="0">
                <a:pos x="connsiteX37497" y="connsiteY37497"/>
              </a:cxn>
              <a:cxn ang="0">
                <a:pos x="connsiteX37498" y="connsiteY37498"/>
              </a:cxn>
              <a:cxn ang="0">
                <a:pos x="connsiteX37499" y="connsiteY37499"/>
              </a:cxn>
              <a:cxn ang="0">
                <a:pos x="connsiteX37500" y="connsiteY37500"/>
              </a:cxn>
              <a:cxn ang="0">
                <a:pos x="connsiteX37501" y="connsiteY37501"/>
              </a:cxn>
              <a:cxn ang="0">
                <a:pos x="connsiteX37502" y="connsiteY37502"/>
              </a:cxn>
              <a:cxn ang="0">
                <a:pos x="connsiteX37503" y="connsiteY37503"/>
              </a:cxn>
              <a:cxn ang="0">
                <a:pos x="connsiteX37504" y="connsiteY37504"/>
              </a:cxn>
              <a:cxn ang="0">
                <a:pos x="connsiteX37505" y="connsiteY37505"/>
              </a:cxn>
              <a:cxn ang="0">
                <a:pos x="connsiteX37506" y="connsiteY37506"/>
              </a:cxn>
              <a:cxn ang="0">
                <a:pos x="connsiteX37507" y="connsiteY37507"/>
              </a:cxn>
              <a:cxn ang="0">
                <a:pos x="connsiteX37508" y="connsiteY37508"/>
              </a:cxn>
              <a:cxn ang="0">
                <a:pos x="connsiteX37509" y="connsiteY37509"/>
              </a:cxn>
              <a:cxn ang="0">
                <a:pos x="connsiteX37510" y="connsiteY37510"/>
              </a:cxn>
              <a:cxn ang="0">
                <a:pos x="connsiteX37511" y="connsiteY37511"/>
              </a:cxn>
              <a:cxn ang="0">
                <a:pos x="connsiteX37512" y="connsiteY37512"/>
              </a:cxn>
              <a:cxn ang="0">
                <a:pos x="connsiteX37513" y="connsiteY37513"/>
              </a:cxn>
              <a:cxn ang="0">
                <a:pos x="connsiteX37514" y="connsiteY37514"/>
              </a:cxn>
              <a:cxn ang="0">
                <a:pos x="connsiteX37515" y="connsiteY37515"/>
              </a:cxn>
              <a:cxn ang="0">
                <a:pos x="connsiteX37516" y="connsiteY37516"/>
              </a:cxn>
              <a:cxn ang="0">
                <a:pos x="connsiteX37517" y="connsiteY37517"/>
              </a:cxn>
              <a:cxn ang="0">
                <a:pos x="connsiteX37518" y="connsiteY37518"/>
              </a:cxn>
              <a:cxn ang="0">
                <a:pos x="connsiteX37519" y="connsiteY37519"/>
              </a:cxn>
              <a:cxn ang="0">
                <a:pos x="connsiteX37520" y="connsiteY37520"/>
              </a:cxn>
              <a:cxn ang="0">
                <a:pos x="connsiteX37521" y="connsiteY37521"/>
              </a:cxn>
              <a:cxn ang="0">
                <a:pos x="connsiteX37522" y="connsiteY37522"/>
              </a:cxn>
              <a:cxn ang="0">
                <a:pos x="connsiteX37523" y="connsiteY37523"/>
              </a:cxn>
              <a:cxn ang="0">
                <a:pos x="connsiteX37524" y="connsiteY37524"/>
              </a:cxn>
              <a:cxn ang="0">
                <a:pos x="connsiteX37525" y="connsiteY37525"/>
              </a:cxn>
              <a:cxn ang="0">
                <a:pos x="connsiteX37526" y="connsiteY37526"/>
              </a:cxn>
              <a:cxn ang="0">
                <a:pos x="connsiteX37527" y="connsiteY37527"/>
              </a:cxn>
              <a:cxn ang="0">
                <a:pos x="connsiteX37528" y="connsiteY37528"/>
              </a:cxn>
              <a:cxn ang="0">
                <a:pos x="connsiteX37529" y="connsiteY37529"/>
              </a:cxn>
              <a:cxn ang="0">
                <a:pos x="connsiteX37530" y="connsiteY37530"/>
              </a:cxn>
              <a:cxn ang="0">
                <a:pos x="connsiteX37531" y="connsiteY37531"/>
              </a:cxn>
              <a:cxn ang="0">
                <a:pos x="connsiteX37532" y="connsiteY37532"/>
              </a:cxn>
              <a:cxn ang="0">
                <a:pos x="connsiteX37533" y="connsiteY37533"/>
              </a:cxn>
              <a:cxn ang="0">
                <a:pos x="connsiteX37534" y="connsiteY37534"/>
              </a:cxn>
              <a:cxn ang="0">
                <a:pos x="connsiteX37535" y="connsiteY37535"/>
              </a:cxn>
              <a:cxn ang="0">
                <a:pos x="connsiteX37536" y="connsiteY37536"/>
              </a:cxn>
              <a:cxn ang="0">
                <a:pos x="connsiteX37537" y="connsiteY37537"/>
              </a:cxn>
              <a:cxn ang="0">
                <a:pos x="connsiteX37538" y="connsiteY37538"/>
              </a:cxn>
              <a:cxn ang="0">
                <a:pos x="connsiteX37539" y="connsiteY37539"/>
              </a:cxn>
              <a:cxn ang="0">
                <a:pos x="connsiteX37540" y="connsiteY37540"/>
              </a:cxn>
              <a:cxn ang="0">
                <a:pos x="connsiteX37541" y="connsiteY37541"/>
              </a:cxn>
              <a:cxn ang="0">
                <a:pos x="connsiteX37542" y="connsiteY37542"/>
              </a:cxn>
              <a:cxn ang="0">
                <a:pos x="connsiteX37543" y="connsiteY37543"/>
              </a:cxn>
              <a:cxn ang="0">
                <a:pos x="connsiteX37544" y="connsiteY37544"/>
              </a:cxn>
              <a:cxn ang="0">
                <a:pos x="connsiteX37545" y="connsiteY37545"/>
              </a:cxn>
              <a:cxn ang="0">
                <a:pos x="connsiteX37546" y="connsiteY37546"/>
              </a:cxn>
              <a:cxn ang="0">
                <a:pos x="connsiteX37547" y="connsiteY37547"/>
              </a:cxn>
              <a:cxn ang="0">
                <a:pos x="connsiteX37548" y="connsiteY37548"/>
              </a:cxn>
              <a:cxn ang="0">
                <a:pos x="connsiteX37549" y="connsiteY37549"/>
              </a:cxn>
              <a:cxn ang="0">
                <a:pos x="connsiteX37550" y="connsiteY37550"/>
              </a:cxn>
              <a:cxn ang="0">
                <a:pos x="connsiteX37551" y="connsiteY37551"/>
              </a:cxn>
              <a:cxn ang="0">
                <a:pos x="connsiteX37552" y="connsiteY37552"/>
              </a:cxn>
              <a:cxn ang="0">
                <a:pos x="connsiteX37553" y="connsiteY37553"/>
              </a:cxn>
              <a:cxn ang="0">
                <a:pos x="connsiteX37554" y="connsiteY37554"/>
              </a:cxn>
              <a:cxn ang="0">
                <a:pos x="connsiteX37555" y="connsiteY37555"/>
              </a:cxn>
              <a:cxn ang="0">
                <a:pos x="connsiteX37556" y="connsiteY37556"/>
              </a:cxn>
              <a:cxn ang="0">
                <a:pos x="connsiteX37557" y="connsiteY37557"/>
              </a:cxn>
              <a:cxn ang="0">
                <a:pos x="connsiteX37558" y="connsiteY37558"/>
              </a:cxn>
              <a:cxn ang="0">
                <a:pos x="connsiteX37559" y="connsiteY37559"/>
              </a:cxn>
              <a:cxn ang="0">
                <a:pos x="connsiteX37560" y="connsiteY37560"/>
              </a:cxn>
              <a:cxn ang="0">
                <a:pos x="connsiteX37561" y="connsiteY37561"/>
              </a:cxn>
              <a:cxn ang="0">
                <a:pos x="connsiteX37562" y="connsiteY37562"/>
              </a:cxn>
              <a:cxn ang="0">
                <a:pos x="connsiteX37563" y="connsiteY37563"/>
              </a:cxn>
              <a:cxn ang="0">
                <a:pos x="connsiteX37564" y="connsiteY37564"/>
              </a:cxn>
              <a:cxn ang="0">
                <a:pos x="connsiteX37565" y="connsiteY37565"/>
              </a:cxn>
              <a:cxn ang="0">
                <a:pos x="connsiteX37566" y="connsiteY37566"/>
              </a:cxn>
              <a:cxn ang="0">
                <a:pos x="connsiteX37567" y="connsiteY37567"/>
              </a:cxn>
              <a:cxn ang="0">
                <a:pos x="connsiteX37568" y="connsiteY37568"/>
              </a:cxn>
              <a:cxn ang="0">
                <a:pos x="connsiteX37569" y="connsiteY37569"/>
              </a:cxn>
              <a:cxn ang="0">
                <a:pos x="connsiteX37570" y="connsiteY37570"/>
              </a:cxn>
              <a:cxn ang="0">
                <a:pos x="connsiteX37571" y="connsiteY37571"/>
              </a:cxn>
              <a:cxn ang="0">
                <a:pos x="connsiteX37572" y="connsiteY37572"/>
              </a:cxn>
              <a:cxn ang="0">
                <a:pos x="connsiteX37573" y="connsiteY37573"/>
              </a:cxn>
              <a:cxn ang="0">
                <a:pos x="connsiteX37574" y="connsiteY37574"/>
              </a:cxn>
              <a:cxn ang="0">
                <a:pos x="connsiteX37575" y="connsiteY37575"/>
              </a:cxn>
              <a:cxn ang="0">
                <a:pos x="connsiteX37576" y="connsiteY37576"/>
              </a:cxn>
              <a:cxn ang="0">
                <a:pos x="connsiteX37577" y="connsiteY37577"/>
              </a:cxn>
              <a:cxn ang="0">
                <a:pos x="connsiteX37578" y="connsiteY37578"/>
              </a:cxn>
              <a:cxn ang="0">
                <a:pos x="connsiteX37579" y="connsiteY37579"/>
              </a:cxn>
              <a:cxn ang="0">
                <a:pos x="connsiteX37580" y="connsiteY37580"/>
              </a:cxn>
              <a:cxn ang="0">
                <a:pos x="connsiteX37581" y="connsiteY37581"/>
              </a:cxn>
              <a:cxn ang="0">
                <a:pos x="connsiteX37582" y="connsiteY37582"/>
              </a:cxn>
              <a:cxn ang="0">
                <a:pos x="connsiteX37583" y="connsiteY37583"/>
              </a:cxn>
              <a:cxn ang="0">
                <a:pos x="connsiteX37584" y="connsiteY37584"/>
              </a:cxn>
              <a:cxn ang="0">
                <a:pos x="connsiteX37585" y="connsiteY37585"/>
              </a:cxn>
              <a:cxn ang="0">
                <a:pos x="connsiteX37586" y="connsiteY37586"/>
              </a:cxn>
              <a:cxn ang="0">
                <a:pos x="connsiteX37587" y="connsiteY37587"/>
              </a:cxn>
              <a:cxn ang="0">
                <a:pos x="connsiteX37588" y="connsiteY37588"/>
              </a:cxn>
              <a:cxn ang="0">
                <a:pos x="connsiteX37589" y="connsiteY37589"/>
              </a:cxn>
              <a:cxn ang="0">
                <a:pos x="connsiteX37590" y="connsiteY37590"/>
              </a:cxn>
              <a:cxn ang="0">
                <a:pos x="connsiteX37591" y="connsiteY37591"/>
              </a:cxn>
              <a:cxn ang="0">
                <a:pos x="connsiteX37592" y="connsiteY37592"/>
              </a:cxn>
              <a:cxn ang="0">
                <a:pos x="connsiteX37593" y="connsiteY37593"/>
              </a:cxn>
              <a:cxn ang="0">
                <a:pos x="connsiteX37594" y="connsiteY37594"/>
              </a:cxn>
              <a:cxn ang="0">
                <a:pos x="connsiteX37595" y="connsiteY37595"/>
              </a:cxn>
              <a:cxn ang="0">
                <a:pos x="connsiteX37596" y="connsiteY37596"/>
              </a:cxn>
              <a:cxn ang="0">
                <a:pos x="connsiteX37597" y="connsiteY37597"/>
              </a:cxn>
              <a:cxn ang="0">
                <a:pos x="connsiteX37598" y="connsiteY37598"/>
              </a:cxn>
              <a:cxn ang="0">
                <a:pos x="connsiteX37599" y="connsiteY37599"/>
              </a:cxn>
              <a:cxn ang="0">
                <a:pos x="connsiteX37600" y="connsiteY37600"/>
              </a:cxn>
              <a:cxn ang="0">
                <a:pos x="connsiteX37601" y="connsiteY37601"/>
              </a:cxn>
              <a:cxn ang="0">
                <a:pos x="connsiteX37602" y="connsiteY37602"/>
              </a:cxn>
              <a:cxn ang="0">
                <a:pos x="connsiteX37603" y="connsiteY37603"/>
              </a:cxn>
              <a:cxn ang="0">
                <a:pos x="connsiteX37604" y="connsiteY37604"/>
              </a:cxn>
              <a:cxn ang="0">
                <a:pos x="connsiteX37605" y="connsiteY37605"/>
              </a:cxn>
              <a:cxn ang="0">
                <a:pos x="connsiteX37606" y="connsiteY37606"/>
              </a:cxn>
              <a:cxn ang="0">
                <a:pos x="connsiteX37607" y="connsiteY37607"/>
              </a:cxn>
              <a:cxn ang="0">
                <a:pos x="connsiteX37608" y="connsiteY37608"/>
              </a:cxn>
              <a:cxn ang="0">
                <a:pos x="connsiteX37609" y="connsiteY37609"/>
              </a:cxn>
              <a:cxn ang="0">
                <a:pos x="connsiteX37610" y="connsiteY37610"/>
              </a:cxn>
              <a:cxn ang="0">
                <a:pos x="connsiteX37611" y="connsiteY37611"/>
              </a:cxn>
              <a:cxn ang="0">
                <a:pos x="connsiteX37612" y="connsiteY37612"/>
              </a:cxn>
              <a:cxn ang="0">
                <a:pos x="connsiteX37613" y="connsiteY37613"/>
              </a:cxn>
              <a:cxn ang="0">
                <a:pos x="connsiteX37614" y="connsiteY37614"/>
              </a:cxn>
              <a:cxn ang="0">
                <a:pos x="connsiteX37615" y="connsiteY37615"/>
              </a:cxn>
              <a:cxn ang="0">
                <a:pos x="connsiteX37616" y="connsiteY37616"/>
              </a:cxn>
              <a:cxn ang="0">
                <a:pos x="connsiteX37617" y="connsiteY37617"/>
              </a:cxn>
              <a:cxn ang="0">
                <a:pos x="connsiteX37618" y="connsiteY37618"/>
              </a:cxn>
              <a:cxn ang="0">
                <a:pos x="connsiteX37619" y="connsiteY37619"/>
              </a:cxn>
              <a:cxn ang="0">
                <a:pos x="connsiteX37620" y="connsiteY37620"/>
              </a:cxn>
              <a:cxn ang="0">
                <a:pos x="connsiteX37621" y="connsiteY37621"/>
              </a:cxn>
              <a:cxn ang="0">
                <a:pos x="connsiteX37622" y="connsiteY37622"/>
              </a:cxn>
              <a:cxn ang="0">
                <a:pos x="connsiteX37623" y="connsiteY37623"/>
              </a:cxn>
              <a:cxn ang="0">
                <a:pos x="connsiteX37624" y="connsiteY37624"/>
              </a:cxn>
              <a:cxn ang="0">
                <a:pos x="connsiteX37625" y="connsiteY37625"/>
              </a:cxn>
              <a:cxn ang="0">
                <a:pos x="connsiteX37626" y="connsiteY37626"/>
              </a:cxn>
              <a:cxn ang="0">
                <a:pos x="connsiteX37627" y="connsiteY37627"/>
              </a:cxn>
              <a:cxn ang="0">
                <a:pos x="connsiteX37628" y="connsiteY37628"/>
              </a:cxn>
              <a:cxn ang="0">
                <a:pos x="connsiteX37629" y="connsiteY37629"/>
              </a:cxn>
              <a:cxn ang="0">
                <a:pos x="connsiteX37630" y="connsiteY37630"/>
              </a:cxn>
              <a:cxn ang="0">
                <a:pos x="connsiteX37631" y="connsiteY37631"/>
              </a:cxn>
              <a:cxn ang="0">
                <a:pos x="connsiteX37632" y="connsiteY37632"/>
              </a:cxn>
              <a:cxn ang="0">
                <a:pos x="connsiteX37633" y="connsiteY37633"/>
              </a:cxn>
              <a:cxn ang="0">
                <a:pos x="connsiteX37634" y="connsiteY37634"/>
              </a:cxn>
              <a:cxn ang="0">
                <a:pos x="connsiteX37635" y="connsiteY37635"/>
              </a:cxn>
              <a:cxn ang="0">
                <a:pos x="connsiteX37636" y="connsiteY37636"/>
              </a:cxn>
              <a:cxn ang="0">
                <a:pos x="connsiteX37637" y="connsiteY37637"/>
              </a:cxn>
              <a:cxn ang="0">
                <a:pos x="connsiteX37638" y="connsiteY37638"/>
              </a:cxn>
              <a:cxn ang="0">
                <a:pos x="connsiteX37639" y="connsiteY37639"/>
              </a:cxn>
              <a:cxn ang="0">
                <a:pos x="connsiteX37640" y="connsiteY37640"/>
              </a:cxn>
              <a:cxn ang="0">
                <a:pos x="connsiteX37641" y="connsiteY37641"/>
              </a:cxn>
              <a:cxn ang="0">
                <a:pos x="connsiteX37642" y="connsiteY37642"/>
              </a:cxn>
              <a:cxn ang="0">
                <a:pos x="connsiteX37643" y="connsiteY37643"/>
              </a:cxn>
              <a:cxn ang="0">
                <a:pos x="connsiteX37644" y="connsiteY37644"/>
              </a:cxn>
              <a:cxn ang="0">
                <a:pos x="connsiteX37645" y="connsiteY37645"/>
              </a:cxn>
              <a:cxn ang="0">
                <a:pos x="connsiteX37646" y="connsiteY37646"/>
              </a:cxn>
              <a:cxn ang="0">
                <a:pos x="connsiteX37647" y="connsiteY37647"/>
              </a:cxn>
              <a:cxn ang="0">
                <a:pos x="connsiteX37648" y="connsiteY37648"/>
              </a:cxn>
              <a:cxn ang="0">
                <a:pos x="connsiteX37649" y="connsiteY37649"/>
              </a:cxn>
              <a:cxn ang="0">
                <a:pos x="connsiteX37650" y="connsiteY37650"/>
              </a:cxn>
              <a:cxn ang="0">
                <a:pos x="connsiteX37651" y="connsiteY37651"/>
              </a:cxn>
              <a:cxn ang="0">
                <a:pos x="connsiteX37652" y="connsiteY37652"/>
              </a:cxn>
              <a:cxn ang="0">
                <a:pos x="connsiteX37653" y="connsiteY37653"/>
              </a:cxn>
              <a:cxn ang="0">
                <a:pos x="connsiteX37654" y="connsiteY37654"/>
              </a:cxn>
              <a:cxn ang="0">
                <a:pos x="connsiteX37655" y="connsiteY37655"/>
              </a:cxn>
              <a:cxn ang="0">
                <a:pos x="connsiteX37656" y="connsiteY37656"/>
              </a:cxn>
              <a:cxn ang="0">
                <a:pos x="connsiteX37657" y="connsiteY37657"/>
              </a:cxn>
              <a:cxn ang="0">
                <a:pos x="connsiteX37658" y="connsiteY37658"/>
              </a:cxn>
              <a:cxn ang="0">
                <a:pos x="connsiteX37659" y="connsiteY37659"/>
              </a:cxn>
              <a:cxn ang="0">
                <a:pos x="connsiteX37660" y="connsiteY37660"/>
              </a:cxn>
              <a:cxn ang="0">
                <a:pos x="connsiteX37661" y="connsiteY37661"/>
              </a:cxn>
              <a:cxn ang="0">
                <a:pos x="connsiteX37662" y="connsiteY37662"/>
              </a:cxn>
              <a:cxn ang="0">
                <a:pos x="connsiteX37663" y="connsiteY37663"/>
              </a:cxn>
              <a:cxn ang="0">
                <a:pos x="connsiteX37664" y="connsiteY37664"/>
              </a:cxn>
              <a:cxn ang="0">
                <a:pos x="connsiteX37665" y="connsiteY37665"/>
              </a:cxn>
              <a:cxn ang="0">
                <a:pos x="connsiteX37666" y="connsiteY37666"/>
              </a:cxn>
              <a:cxn ang="0">
                <a:pos x="connsiteX37667" y="connsiteY37667"/>
              </a:cxn>
              <a:cxn ang="0">
                <a:pos x="connsiteX37668" y="connsiteY37668"/>
              </a:cxn>
              <a:cxn ang="0">
                <a:pos x="connsiteX37669" y="connsiteY37669"/>
              </a:cxn>
              <a:cxn ang="0">
                <a:pos x="connsiteX37670" y="connsiteY37670"/>
              </a:cxn>
              <a:cxn ang="0">
                <a:pos x="connsiteX37671" y="connsiteY37671"/>
              </a:cxn>
              <a:cxn ang="0">
                <a:pos x="connsiteX37672" y="connsiteY37672"/>
              </a:cxn>
              <a:cxn ang="0">
                <a:pos x="connsiteX37673" y="connsiteY37673"/>
              </a:cxn>
              <a:cxn ang="0">
                <a:pos x="connsiteX37674" y="connsiteY37674"/>
              </a:cxn>
              <a:cxn ang="0">
                <a:pos x="connsiteX37675" y="connsiteY37675"/>
              </a:cxn>
              <a:cxn ang="0">
                <a:pos x="connsiteX37676" y="connsiteY37676"/>
              </a:cxn>
              <a:cxn ang="0">
                <a:pos x="connsiteX37677" y="connsiteY37677"/>
              </a:cxn>
              <a:cxn ang="0">
                <a:pos x="connsiteX37678" y="connsiteY37678"/>
              </a:cxn>
              <a:cxn ang="0">
                <a:pos x="connsiteX37679" y="connsiteY37679"/>
              </a:cxn>
              <a:cxn ang="0">
                <a:pos x="connsiteX37680" y="connsiteY37680"/>
              </a:cxn>
              <a:cxn ang="0">
                <a:pos x="connsiteX37681" y="connsiteY37681"/>
              </a:cxn>
              <a:cxn ang="0">
                <a:pos x="connsiteX37682" y="connsiteY37682"/>
              </a:cxn>
              <a:cxn ang="0">
                <a:pos x="connsiteX37683" y="connsiteY37683"/>
              </a:cxn>
              <a:cxn ang="0">
                <a:pos x="connsiteX37684" y="connsiteY37684"/>
              </a:cxn>
              <a:cxn ang="0">
                <a:pos x="connsiteX37685" y="connsiteY37685"/>
              </a:cxn>
              <a:cxn ang="0">
                <a:pos x="connsiteX37686" y="connsiteY37686"/>
              </a:cxn>
              <a:cxn ang="0">
                <a:pos x="connsiteX37687" y="connsiteY37687"/>
              </a:cxn>
              <a:cxn ang="0">
                <a:pos x="connsiteX37688" y="connsiteY37688"/>
              </a:cxn>
              <a:cxn ang="0">
                <a:pos x="connsiteX37689" y="connsiteY37689"/>
              </a:cxn>
              <a:cxn ang="0">
                <a:pos x="connsiteX37690" y="connsiteY37690"/>
              </a:cxn>
              <a:cxn ang="0">
                <a:pos x="connsiteX37691" y="connsiteY37691"/>
              </a:cxn>
              <a:cxn ang="0">
                <a:pos x="connsiteX37692" y="connsiteY37692"/>
              </a:cxn>
              <a:cxn ang="0">
                <a:pos x="connsiteX37693" y="connsiteY37693"/>
              </a:cxn>
              <a:cxn ang="0">
                <a:pos x="connsiteX37694" y="connsiteY37694"/>
              </a:cxn>
              <a:cxn ang="0">
                <a:pos x="connsiteX37695" y="connsiteY37695"/>
              </a:cxn>
              <a:cxn ang="0">
                <a:pos x="connsiteX37696" y="connsiteY37696"/>
              </a:cxn>
              <a:cxn ang="0">
                <a:pos x="connsiteX37697" y="connsiteY37697"/>
              </a:cxn>
              <a:cxn ang="0">
                <a:pos x="connsiteX37698" y="connsiteY37698"/>
              </a:cxn>
              <a:cxn ang="0">
                <a:pos x="connsiteX37699" y="connsiteY37699"/>
              </a:cxn>
              <a:cxn ang="0">
                <a:pos x="connsiteX37700" y="connsiteY37700"/>
              </a:cxn>
              <a:cxn ang="0">
                <a:pos x="connsiteX37701" y="connsiteY37701"/>
              </a:cxn>
              <a:cxn ang="0">
                <a:pos x="connsiteX37702" y="connsiteY37702"/>
              </a:cxn>
              <a:cxn ang="0">
                <a:pos x="connsiteX37703" y="connsiteY37703"/>
              </a:cxn>
              <a:cxn ang="0">
                <a:pos x="connsiteX37704" y="connsiteY37704"/>
              </a:cxn>
              <a:cxn ang="0">
                <a:pos x="connsiteX37705" y="connsiteY37705"/>
              </a:cxn>
              <a:cxn ang="0">
                <a:pos x="connsiteX37706" y="connsiteY37706"/>
              </a:cxn>
              <a:cxn ang="0">
                <a:pos x="connsiteX37707" y="connsiteY37707"/>
              </a:cxn>
              <a:cxn ang="0">
                <a:pos x="connsiteX37708" y="connsiteY37708"/>
              </a:cxn>
              <a:cxn ang="0">
                <a:pos x="connsiteX37709" y="connsiteY37709"/>
              </a:cxn>
              <a:cxn ang="0">
                <a:pos x="connsiteX37710" y="connsiteY37710"/>
              </a:cxn>
              <a:cxn ang="0">
                <a:pos x="connsiteX37711" y="connsiteY37711"/>
              </a:cxn>
              <a:cxn ang="0">
                <a:pos x="connsiteX37712" y="connsiteY37712"/>
              </a:cxn>
              <a:cxn ang="0">
                <a:pos x="connsiteX37713" y="connsiteY37713"/>
              </a:cxn>
              <a:cxn ang="0">
                <a:pos x="connsiteX37714" y="connsiteY37714"/>
              </a:cxn>
              <a:cxn ang="0">
                <a:pos x="connsiteX37715" y="connsiteY37715"/>
              </a:cxn>
              <a:cxn ang="0">
                <a:pos x="connsiteX37716" y="connsiteY37716"/>
              </a:cxn>
              <a:cxn ang="0">
                <a:pos x="connsiteX37717" y="connsiteY37717"/>
              </a:cxn>
              <a:cxn ang="0">
                <a:pos x="connsiteX37718" y="connsiteY37718"/>
              </a:cxn>
              <a:cxn ang="0">
                <a:pos x="connsiteX37719" y="connsiteY37719"/>
              </a:cxn>
              <a:cxn ang="0">
                <a:pos x="connsiteX37720" y="connsiteY37720"/>
              </a:cxn>
              <a:cxn ang="0">
                <a:pos x="connsiteX37721" y="connsiteY37721"/>
              </a:cxn>
              <a:cxn ang="0">
                <a:pos x="connsiteX37722" y="connsiteY37722"/>
              </a:cxn>
              <a:cxn ang="0">
                <a:pos x="connsiteX37723" y="connsiteY37723"/>
              </a:cxn>
              <a:cxn ang="0">
                <a:pos x="connsiteX37724" y="connsiteY37724"/>
              </a:cxn>
              <a:cxn ang="0">
                <a:pos x="connsiteX37725" y="connsiteY37725"/>
              </a:cxn>
              <a:cxn ang="0">
                <a:pos x="connsiteX37726" y="connsiteY37726"/>
              </a:cxn>
              <a:cxn ang="0">
                <a:pos x="connsiteX37727" y="connsiteY37727"/>
              </a:cxn>
              <a:cxn ang="0">
                <a:pos x="connsiteX37728" y="connsiteY37728"/>
              </a:cxn>
              <a:cxn ang="0">
                <a:pos x="connsiteX37729" y="connsiteY37729"/>
              </a:cxn>
              <a:cxn ang="0">
                <a:pos x="connsiteX37730" y="connsiteY37730"/>
              </a:cxn>
              <a:cxn ang="0">
                <a:pos x="connsiteX37731" y="connsiteY37731"/>
              </a:cxn>
              <a:cxn ang="0">
                <a:pos x="connsiteX37732" y="connsiteY37732"/>
              </a:cxn>
              <a:cxn ang="0">
                <a:pos x="connsiteX37733" y="connsiteY37733"/>
              </a:cxn>
              <a:cxn ang="0">
                <a:pos x="connsiteX37734" y="connsiteY37734"/>
              </a:cxn>
              <a:cxn ang="0">
                <a:pos x="connsiteX37735" y="connsiteY37735"/>
              </a:cxn>
              <a:cxn ang="0">
                <a:pos x="connsiteX37736" y="connsiteY37736"/>
              </a:cxn>
              <a:cxn ang="0">
                <a:pos x="connsiteX37737" y="connsiteY37737"/>
              </a:cxn>
              <a:cxn ang="0">
                <a:pos x="connsiteX37738" y="connsiteY37738"/>
              </a:cxn>
              <a:cxn ang="0">
                <a:pos x="connsiteX37739" y="connsiteY37739"/>
              </a:cxn>
              <a:cxn ang="0">
                <a:pos x="connsiteX37740" y="connsiteY37740"/>
              </a:cxn>
              <a:cxn ang="0">
                <a:pos x="connsiteX37741" y="connsiteY37741"/>
              </a:cxn>
              <a:cxn ang="0">
                <a:pos x="connsiteX37742" y="connsiteY37742"/>
              </a:cxn>
              <a:cxn ang="0">
                <a:pos x="connsiteX37743" y="connsiteY37743"/>
              </a:cxn>
              <a:cxn ang="0">
                <a:pos x="connsiteX37744" y="connsiteY37744"/>
              </a:cxn>
              <a:cxn ang="0">
                <a:pos x="connsiteX37745" y="connsiteY37745"/>
              </a:cxn>
              <a:cxn ang="0">
                <a:pos x="connsiteX37746" y="connsiteY37746"/>
              </a:cxn>
              <a:cxn ang="0">
                <a:pos x="connsiteX37747" y="connsiteY37747"/>
              </a:cxn>
              <a:cxn ang="0">
                <a:pos x="connsiteX37748" y="connsiteY37748"/>
              </a:cxn>
              <a:cxn ang="0">
                <a:pos x="connsiteX37749" y="connsiteY37749"/>
              </a:cxn>
              <a:cxn ang="0">
                <a:pos x="connsiteX37750" y="connsiteY37750"/>
              </a:cxn>
              <a:cxn ang="0">
                <a:pos x="connsiteX37751" y="connsiteY37751"/>
              </a:cxn>
              <a:cxn ang="0">
                <a:pos x="connsiteX37752" y="connsiteY37752"/>
              </a:cxn>
              <a:cxn ang="0">
                <a:pos x="connsiteX37753" y="connsiteY37753"/>
              </a:cxn>
              <a:cxn ang="0">
                <a:pos x="connsiteX37754" y="connsiteY37754"/>
              </a:cxn>
              <a:cxn ang="0">
                <a:pos x="connsiteX37755" y="connsiteY37755"/>
              </a:cxn>
              <a:cxn ang="0">
                <a:pos x="connsiteX37756" y="connsiteY37756"/>
              </a:cxn>
              <a:cxn ang="0">
                <a:pos x="connsiteX37757" y="connsiteY37757"/>
              </a:cxn>
              <a:cxn ang="0">
                <a:pos x="connsiteX37758" y="connsiteY37758"/>
              </a:cxn>
              <a:cxn ang="0">
                <a:pos x="connsiteX37759" y="connsiteY37759"/>
              </a:cxn>
              <a:cxn ang="0">
                <a:pos x="connsiteX37760" y="connsiteY37760"/>
              </a:cxn>
              <a:cxn ang="0">
                <a:pos x="connsiteX37761" y="connsiteY37761"/>
              </a:cxn>
              <a:cxn ang="0">
                <a:pos x="connsiteX37762" y="connsiteY37762"/>
              </a:cxn>
              <a:cxn ang="0">
                <a:pos x="connsiteX37763" y="connsiteY37763"/>
              </a:cxn>
              <a:cxn ang="0">
                <a:pos x="connsiteX37764" y="connsiteY37764"/>
              </a:cxn>
              <a:cxn ang="0">
                <a:pos x="connsiteX37765" y="connsiteY37765"/>
              </a:cxn>
              <a:cxn ang="0">
                <a:pos x="connsiteX37766" y="connsiteY37766"/>
              </a:cxn>
              <a:cxn ang="0">
                <a:pos x="connsiteX37767" y="connsiteY37767"/>
              </a:cxn>
              <a:cxn ang="0">
                <a:pos x="connsiteX37768" y="connsiteY37768"/>
              </a:cxn>
              <a:cxn ang="0">
                <a:pos x="connsiteX37769" y="connsiteY37769"/>
              </a:cxn>
              <a:cxn ang="0">
                <a:pos x="connsiteX37770" y="connsiteY37770"/>
              </a:cxn>
              <a:cxn ang="0">
                <a:pos x="connsiteX37771" y="connsiteY37771"/>
              </a:cxn>
              <a:cxn ang="0">
                <a:pos x="connsiteX37772" y="connsiteY37772"/>
              </a:cxn>
              <a:cxn ang="0">
                <a:pos x="connsiteX37773" y="connsiteY37773"/>
              </a:cxn>
              <a:cxn ang="0">
                <a:pos x="connsiteX37774" y="connsiteY37774"/>
              </a:cxn>
              <a:cxn ang="0">
                <a:pos x="connsiteX37775" y="connsiteY37775"/>
              </a:cxn>
              <a:cxn ang="0">
                <a:pos x="connsiteX37776" y="connsiteY37776"/>
              </a:cxn>
              <a:cxn ang="0">
                <a:pos x="connsiteX37777" y="connsiteY37777"/>
              </a:cxn>
              <a:cxn ang="0">
                <a:pos x="connsiteX37778" y="connsiteY37778"/>
              </a:cxn>
              <a:cxn ang="0">
                <a:pos x="connsiteX37779" y="connsiteY37779"/>
              </a:cxn>
              <a:cxn ang="0">
                <a:pos x="connsiteX37780" y="connsiteY37780"/>
              </a:cxn>
              <a:cxn ang="0">
                <a:pos x="connsiteX37781" y="connsiteY37781"/>
              </a:cxn>
              <a:cxn ang="0">
                <a:pos x="connsiteX37782" y="connsiteY37782"/>
              </a:cxn>
              <a:cxn ang="0">
                <a:pos x="connsiteX37783" y="connsiteY37783"/>
              </a:cxn>
              <a:cxn ang="0">
                <a:pos x="connsiteX37784" y="connsiteY37784"/>
              </a:cxn>
              <a:cxn ang="0">
                <a:pos x="connsiteX37785" y="connsiteY37785"/>
              </a:cxn>
              <a:cxn ang="0">
                <a:pos x="connsiteX37786" y="connsiteY37786"/>
              </a:cxn>
              <a:cxn ang="0">
                <a:pos x="connsiteX37787" y="connsiteY37787"/>
              </a:cxn>
              <a:cxn ang="0">
                <a:pos x="connsiteX37788" y="connsiteY37788"/>
              </a:cxn>
              <a:cxn ang="0">
                <a:pos x="connsiteX37789" y="connsiteY37789"/>
              </a:cxn>
              <a:cxn ang="0">
                <a:pos x="connsiteX37790" y="connsiteY37790"/>
              </a:cxn>
              <a:cxn ang="0">
                <a:pos x="connsiteX37791" y="connsiteY37791"/>
              </a:cxn>
              <a:cxn ang="0">
                <a:pos x="connsiteX37792" y="connsiteY37792"/>
              </a:cxn>
              <a:cxn ang="0">
                <a:pos x="connsiteX37793" y="connsiteY37793"/>
              </a:cxn>
              <a:cxn ang="0">
                <a:pos x="connsiteX37794" y="connsiteY37794"/>
              </a:cxn>
              <a:cxn ang="0">
                <a:pos x="connsiteX37795" y="connsiteY37795"/>
              </a:cxn>
              <a:cxn ang="0">
                <a:pos x="connsiteX37796" y="connsiteY37796"/>
              </a:cxn>
              <a:cxn ang="0">
                <a:pos x="connsiteX37797" y="connsiteY37797"/>
              </a:cxn>
              <a:cxn ang="0">
                <a:pos x="connsiteX37798" y="connsiteY37798"/>
              </a:cxn>
              <a:cxn ang="0">
                <a:pos x="connsiteX37799" y="connsiteY37799"/>
              </a:cxn>
              <a:cxn ang="0">
                <a:pos x="connsiteX37800" y="connsiteY37800"/>
              </a:cxn>
              <a:cxn ang="0">
                <a:pos x="connsiteX37801" y="connsiteY37801"/>
              </a:cxn>
              <a:cxn ang="0">
                <a:pos x="connsiteX37802" y="connsiteY37802"/>
              </a:cxn>
              <a:cxn ang="0">
                <a:pos x="connsiteX37803" y="connsiteY37803"/>
              </a:cxn>
              <a:cxn ang="0">
                <a:pos x="connsiteX37804" y="connsiteY37804"/>
              </a:cxn>
              <a:cxn ang="0">
                <a:pos x="connsiteX37805" y="connsiteY37805"/>
              </a:cxn>
              <a:cxn ang="0">
                <a:pos x="connsiteX37806" y="connsiteY37806"/>
              </a:cxn>
              <a:cxn ang="0">
                <a:pos x="connsiteX37807" y="connsiteY37807"/>
              </a:cxn>
              <a:cxn ang="0">
                <a:pos x="connsiteX37808" y="connsiteY37808"/>
              </a:cxn>
              <a:cxn ang="0">
                <a:pos x="connsiteX37809" y="connsiteY37809"/>
              </a:cxn>
              <a:cxn ang="0">
                <a:pos x="connsiteX37810" y="connsiteY37810"/>
              </a:cxn>
              <a:cxn ang="0">
                <a:pos x="connsiteX37811" y="connsiteY37811"/>
              </a:cxn>
              <a:cxn ang="0">
                <a:pos x="connsiteX37812" y="connsiteY37812"/>
              </a:cxn>
              <a:cxn ang="0">
                <a:pos x="connsiteX37813" y="connsiteY37813"/>
              </a:cxn>
              <a:cxn ang="0">
                <a:pos x="connsiteX37814" y="connsiteY37814"/>
              </a:cxn>
              <a:cxn ang="0">
                <a:pos x="connsiteX37815" y="connsiteY37815"/>
              </a:cxn>
              <a:cxn ang="0">
                <a:pos x="connsiteX37816" y="connsiteY37816"/>
              </a:cxn>
              <a:cxn ang="0">
                <a:pos x="connsiteX37817" y="connsiteY37817"/>
              </a:cxn>
              <a:cxn ang="0">
                <a:pos x="connsiteX37818" y="connsiteY37818"/>
              </a:cxn>
              <a:cxn ang="0">
                <a:pos x="connsiteX37819" y="connsiteY37819"/>
              </a:cxn>
              <a:cxn ang="0">
                <a:pos x="connsiteX37820" y="connsiteY37820"/>
              </a:cxn>
              <a:cxn ang="0">
                <a:pos x="connsiteX37821" y="connsiteY37821"/>
              </a:cxn>
              <a:cxn ang="0">
                <a:pos x="connsiteX37822" y="connsiteY37822"/>
              </a:cxn>
              <a:cxn ang="0">
                <a:pos x="connsiteX37823" y="connsiteY37823"/>
              </a:cxn>
              <a:cxn ang="0">
                <a:pos x="connsiteX37824" y="connsiteY37824"/>
              </a:cxn>
              <a:cxn ang="0">
                <a:pos x="connsiteX37825" y="connsiteY37825"/>
              </a:cxn>
              <a:cxn ang="0">
                <a:pos x="connsiteX37826" y="connsiteY37826"/>
              </a:cxn>
              <a:cxn ang="0">
                <a:pos x="connsiteX37827" y="connsiteY37827"/>
              </a:cxn>
              <a:cxn ang="0">
                <a:pos x="connsiteX37828" y="connsiteY37828"/>
              </a:cxn>
              <a:cxn ang="0">
                <a:pos x="connsiteX37829" y="connsiteY37829"/>
              </a:cxn>
              <a:cxn ang="0">
                <a:pos x="connsiteX37830" y="connsiteY37830"/>
              </a:cxn>
              <a:cxn ang="0">
                <a:pos x="connsiteX37831" y="connsiteY37831"/>
              </a:cxn>
              <a:cxn ang="0">
                <a:pos x="connsiteX37832" y="connsiteY37832"/>
              </a:cxn>
              <a:cxn ang="0">
                <a:pos x="connsiteX37833" y="connsiteY37833"/>
              </a:cxn>
              <a:cxn ang="0">
                <a:pos x="connsiteX37834" y="connsiteY37834"/>
              </a:cxn>
              <a:cxn ang="0">
                <a:pos x="connsiteX37835" y="connsiteY37835"/>
              </a:cxn>
              <a:cxn ang="0">
                <a:pos x="connsiteX37836" y="connsiteY37836"/>
              </a:cxn>
              <a:cxn ang="0">
                <a:pos x="connsiteX37837" y="connsiteY37837"/>
              </a:cxn>
              <a:cxn ang="0">
                <a:pos x="connsiteX37838" y="connsiteY37838"/>
              </a:cxn>
              <a:cxn ang="0">
                <a:pos x="connsiteX37839" y="connsiteY37839"/>
              </a:cxn>
              <a:cxn ang="0">
                <a:pos x="connsiteX37840" y="connsiteY37840"/>
              </a:cxn>
              <a:cxn ang="0">
                <a:pos x="connsiteX37841" y="connsiteY37841"/>
              </a:cxn>
              <a:cxn ang="0">
                <a:pos x="connsiteX37842" y="connsiteY37842"/>
              </a:cxn>
              <a:cxn ang="0">
                <a:pos x="connsiteX37843" y="connsiteY37843"/>
              </a:cxn>
              <a:cxn ang="0">
                <a:pos x="connsiteX37844" y="connsiteY37844"/>
              </a:cxn>
              <a:cxn ang="0">
                <a:pos x="connsiteX37845" y="connsiteY37845"/>
              </a:cxn>
              <a:cxn ang="0">
                <a:pos x="connsiteX37846" y="connsiteY37846"/>
              </a:cxn>
              <a:cxn ang="0">
                <a:pos x="connsiteX37847" y="connsiteY37847"/>
              </a:cxn>
              <a:cxn ang="0">
                <a:pos x="connsiteX37848" y="connsiteY37848"/>
              </a:cxn>
              <a:cxn ang="0">
                <a:pos x="connsiteX37849" y="connsiteY37849"/>
              </a:cxn>
              <a:cxn ang="0">
                <a:pos x="connsiteX37850" y="connsiteY37850"/>
              </a:cxn>
              <a:cxn ang="0">
                <a:pos x="connsiteX37851" y="connsiteY37851"/>
              </a:cxn>
              <a:cxn ang="0">
                <a:pos x="connsiteX37852" y="connsiteY37852"/>
              </a:cxn>
              <a:cxn ang="0">
                <a:pos x="connsiteX37853" y="connsiteY37853"/>
              </a:cxn>
              <a:cxn ang="0">
                <a:pos x="connsiteX37854" y="connsiteY37854"/>
              </a:cxn>
              <a:cxn ang="0">
                <a:pos x="connsiteX37855" y="connsiteY37855"/>
              </a:cxn>
              <a:cxn ang="0">
                <a:pos x="connsiteX37856" y="connsiteY37856"/>
              </a:cxn>
              <a:cxn ang="0">
                <a:pos x="connsiteX37857" y="connsiteY37857"/>
              </a:cxn>
              <a:cxn ang="0">
                <a:pos x="connsiteX37858" y="connsiteY37858"/>
              </a:cxn>
              <a:cxn ang="0">
                <a:pos x="connsiteX37859" y="connsiteY37859"/>
              </a:cxn>
              <a:cxn ang="0">
                <a:pos x="connsiteX37860" y="connsiteY37860"/>
              </a:cxn>
              <a:cxn ang="0">
                <a:pos x="connsiteX37861" y="connsiteY37861"/>
              </a:cxn>
              <a:cxn ang="0">
                <a:pos x="connsiteX37862" y="connsiteY37862"/>
              </a:cxn>
              <a:cxn ang="0">
                <a:pos x="connsiteX37863" y="connsiteY37863"/>
              </a:cxn>
              <a:cxn ang="0">
                <a:pos x="connsiteX37864" y="connsiteY37864"/>
              </a:cxn>
              <a:cxn ang="0">
                <a:pos x="connsiteX37865" y="connsiteY37865"/>
              </a:cxn>
              <a:cxn ang="0">
                <a:pos x="connsiteX37866" y="connsiteY37866"/>
              </a:cxn>
              <a:cxn ang="0">
                <a:pos x="connsiteX37867" y="connsiteY37867"/>
              </a:cxn>
              <a:cxn ang="0">
                <a:pos x="connsiteX37868" y="connsiteY37868"/>
              </a:cxn>
              <a:cxn ang="0">
                <a:pos x="connsiteX37869" y="connsiteY37869"/>
              </a:cxn>
              <a:cxn ang="0">
                <a:pos x="connsiteX37870" y="connsiteY37870"/>
              </a:cxn>
              <a:cxn ang="0">
                <a:pos x="connsiteX37871" y="connsiteY37871"/>
              </a:cxn>
              <a:cxn ang="0">
                <a:pos x="connsiteX37872" y="connsiteY37872"/>
              </a:cxn>
              <a:cxn ang="0">
                <a:pos x="connsiteX37873" y="connsiteY37873"/>
              </a:cxn>
              <a:cxn ang="0">
                <a:pos x="connsiteX37874" y="connsiteY37874"/>
              </a:cxn>
              <a:cxn ang="0">
                <a:pos x="connsiteX37875" y="connsiteY37875"/>
              </a:cxn>
              <a:cxn ang="0">
                <a:pos x="connsiteX37876" y="connsiteY37876"/>
              </a:cxn>
              <a:cxn ang="0">
                <a:pos x="connsiteX37877" y="connsiteY37877"/>
              </a:cxn>
              <a:cxn ang="0">
                <a:pos x="connsiteX37878" y="connsiteY37878"/>
              </a:cxn>
              <a:cxn ang="0">
                <a:pos x="connsiteX37879" y="connsiteY37879"/>
              </a:cxn>
              <a:cxn ang="0">
                <a:pos x="connsiteX37880" y="connsiteY37880"/>
              </a:cxn>
              <a:cxn ang="0">
                <a:pos x="connsiteX37881" y="connsiteY37881"/>
              </a:cxn>
              <a:cxn ang="0">
                <a:pos x="connsiteX37882" y="connsiteY37882"/>
              </a:cxn>
              <a:cxn ang="0">
                <a:pos x="connsiteX37883" y="connsiteY37883"/>
              </a:cxn>
              <a:cxn ang="0">
                <a:pos x="connsiteX37884" y="connsiteY37884"/>
              </a:cxn>
              <a:cxn ang="0">
                <a:pos x="connsiteX37885" y="connsiteY37885"/>
              </a:cxn>
              <a:cxn ang="0">
                <a:pos x="connsiteX37886" y="connsiteY37886"/>
              </a:cxn>
              <a:cxn ang="0">
                <a:pos x="connsiteX37887" y="connsiteY37887"/>
              </a:cxn>
              <a:cxn ang="0">
                <a:pos x="connsiteX37888" y="connsiteY37888"/>
              </a:cxn>
              <a:cxn ang="0">
                <a:pos x="connsiteX37889" y="connsiteY37889"/>
              </a:cxn>
              <a:cxn ang="0">
                <a:pos x="connsiteX37890" y="connsiteY37890"/>
              </a:cxn>
              <a:cxn ang="0">
                <a:pos x="connsiteX37891" y="connsiteY37891"/>
              </a:cxn>
              <a:cxn ang="0">
                <a:pos x="connsiteX37892" y="connsiteY37892"/>
              </a:cxn>
              <a:cxn ang="0">
                <a:pos x="connsiteX37893" y="connsiteY37893"/>
              </a:cxn>
              <a:cxn ang="0">
                <a:pos x="connsiteX37894" y="connsiteY37894"/>
              </a:cxn>
              <a:cxn ang="0">
                <a:pos x="connsiteX37895" y="connsiteY37895"/>
              </a:cxn>
              <a:cxn ang="0">
                <a:pos x="connsiteX37896" y="connsiteY37896"/>
              </a:cxn>
              <a:cxn ang="0">
                <a:pos x="connsiteX37897" y="connsiteY37897"/>
              </a:cxn>
              <a:cxn ang="0">
                <a:pos x="connsiteX37898" y="connsiteY37898"/>
              </a:cxn>
              <a:cxn ang="0">
                <a:pos x="connsiteX37899" y="connsiteY37899"/>
              </a:cxn>
              <a:cxn ang="0">
                <a:pos x="connsiteX37900" y="connsiteY37900"/>
              </a:cxn>
              <a:cxn ang="0">
                <a:pos x="connsiteX37901" y="connsiteY37901"/>
              </a:cxn>
              <a:cxn ang="0">
                <a:pos x="connsiteX37902" y="connsiteY37902"/>
              </a:cxn>
              <a:cxn ang="0">
                <a:pos x="connsiteX37903" y="connsiteY37903"/>
              </a:cxn>
              <a:cxn ang="0">
                <a:pos x="connsiteX37904" y="connsiteY37904"/>
              </a:cxn>
              <a:cxn ang="0">
                <a:pos x="connsiteX37905" y="connsiteY37905"/>
              </a:cxn>
              <a:cxn ang="0">
                <a:pos x="connsiteX37906" y="connsiteY37906"/>
              </a:cxn>
              <a:cxn ang="0">
                <a:pos x="connsiteX37907" y="connsiteY37907"/>
              </a:cxn>
              <a:cxn ang="0">
                <a:pos x="connsiteX37908" y="connsiteY37908"/>
              </a:cxn>
              <a:cxn ang="0">
                <a:pos x="connsiteX37909" y="connsiteY37909"/>
              </a:cxn>
              <a:cxn ang="0">
                <a:pos x="connsiteX37910" y="connsiteY37910"/>
              </a:cxn>
              <a:cxn ang="0">
                <a:pos x="connsiteX37911" y="connsiteY37911"/>
              </a:cxn>
              <a:cxn ang="0">
                <a:pos x="connsiteX37912" y="connsiteY37912"/>
              </a:cxn>
              <a:cxn ang="0">
                <a:pos x="connsiteX37913" y="connsiteY37913"/>
              </a:cxn>
              <a:cxn ang="0">
                <a:pos x="connsiteX37914" y="connsiteY37914"/>
              </a:cxn>
              <a:cxn ang="0">
                <a:pos x="connsiteX37915" y="connsiteY37915"/>
              </a:cxn>
              <a:cxn ang="0">
                <a:pos x="connsiteX37916" y="connsiteY37916"/>
              </a:cxn>
              <a:cxn ang="0">
                <a:pos x="connsiteX37917" y="connsiteY37917"/>
              </a:cxn>
              <a:cxn ang="0">
                <a:pos x="connsiteX37918" y="connsiteY37918"/>
              </a:cxn>
              <a:cxn ang="0">
                <a:pos x="connsiteX37919" y="connsiteY37919"/>
              </a:cxn>
              <a:cxn ang="0">
                <a:pos x="connsiteX37920" y="connsiteY37920"/>
              </a:cxn>
              <a:cxn ang="0">
                <a:pos x="connsiteX37921" y="connsiteY37921"/>
              </a:cxn>
              <a:cxn ang="0">
                <a:pos x="connsiteX37922" y="connsiteY37922"/>
              </a:cxn>
              <a:cxn ang="0">
                <a:pos x="connsiteX37923" y="connsiteY37923"/>
              </a:cxn>
              <a:cxn ang="0">
                <a:pos x="connsiteX37924" y="connsiteY37924"/>
              </a:cxn>
              <a:cxn ang="0">
                <a:pos x="connsiteX37925" y="connsiteY37925"/>
              </a:cxn>
              <a:cxn ang="0">
                <a:pos x="connsiteX37926" y="connsiteY37926"/>
              </a:cxn>
              <a:cxn ang="0">
                <a:pos x="connsiteX37927" y="connsiteY37927"/>
              </a:cxn>
              <a:cxn ang="0">
                <a:pos x="connsiteX37928" y="connsiteY37928"/>
              </a:cxn>
              <a:cxn ang="0">
                <a:pos x="connsiteX37929" y="connsiteY37929"/>
              </a:cxn>
              <a:cxn ang="0">
                <a:pos x="connsiteX37930" y="connsiteY37930"/>
              </a:cxn>
              <a:cxn ang="0">
                <a:pos x="connsiteX37931" y="connsiteY37931"/>
              </a:cxn>
              <a:cxn ang="0">
                <a:pos x="connsiteX37932" y="connsiteY37932"/>
              </a:cxn>
              <a:cxn ang="0">
                <a:pos x="connsiteX37933" y="connsiteY37933"/>
              </a:cxn>
              <a:cxn ang="0">
                <a:pos x="connsiteX37934" y="connsiteY37934"/>
              </a:cxn>
              <a:cxn ang="0">
                <a:pos x="connsiteX37935" y="connsiteY37935"/>
              </a:cxn>
              <a:cxn ang="0">
                <a:pos x="connsiteX37936" y="connsiteY37936"/>
              </a:cxn>
              <a:cxn ang="0">
                <a:pos x="connsiteX37937" y="connsiteY37937"/>
              </a:cxn>
              <a:cxn ang="0">
                <a:pos x="connsiteX37938" y="connsiteY37938"/>
              </a:cxn>
              <a:cxn ang="0">
                <a:pos x="connsiteX37939" y="connsiteY37939"/>
              </a:cxn>
              <a:cxn ang="0">
                <a:pos x="connsiteX37940" y="connsiteY37940"/>
              </a:cxn>
              <a:cxn ang="0">
                <a:pos x="connsiteX37941" y="connsiteY37941"/>
              </a:cxn>
              <a:cxn ang="0">
                <a:pos x="connsiteX37942" y="connsiteY37942"/>
              </a:cxn>
              <a:cxn ang="0">
                <a:pos x="connsiteX37943" y="connsiteY37943"/>
              </a:cxn>
              <a:cxn ang="0">
                <a:pos x="connsiteX37944" y="connsiteY37944"/>
              </a:cxn>
              <a:cxn ang="0">
                <a:pos x="connsiteX37945" y="connsiteY37945"/>
              </a:cxn>
              <a:cxn ang="0">
                <a:pos x="connsiteX37946" y="connsiteY37946"/>
              </a:cxn>
              <a:cxn ang="0">
                <a:pos x="connsiteX37947" y="connsiteY37947"/>
              </a:cxn>
              <a:cxn ang="0">
                <a:pos x="connsiteX37948" y="connsiteY37948"/>
              </a:cxn>
              <a:cxn ang="0">
                <a:pos x="connsiteX37949" y="connsiteY37949"/>
              </a:cxn>
              <a:cxn ang="0">
                <a:pos x="connsiteX37950" y="connsiteY37950"/>
              </a:cxn>
              <a:cxn ang="0">
                <a:pos x="connsiteX37951" y="connsiteY37951"/>
              </a:cxn>
              <a:cxn ang="0">
                <a:pos x="connsiteX37952" y="connsiteY37952"/>
              </a:cxn>
              <a:cxn ang="0">
                <a:pos x="connsiteX37953" y="connsiteY37953"/>
              </a:cxn>
              <a:cxn ang="0">
                <a:pos x="connsiteX37954" y="connsiteY37954"/>
              </a:cxn>
              <a:cxn ang="0">
                <a:pos x="connsiteX37955" y="connsiteY37955"/>
              </a:cxn>
              <a:cxn ang="0">
                <a:pos x="connsiteX37956" y="connsiteY37956"/>
              </a:cxn>
              <a:cxn ang="0">
                <a:pos x="connsiteX37957" y="connsiteY37957"/>
              </a:cxn>
              <a:cxn ang="0">
                <a:pos x="connsiteX37958" y="connsiteY37958"/>
              </a:cxn>
              <a:cxn ang="0">
                <a:pos x="connsiteX37959" y="connsiteY37959"/>
              </a:cxn>
              <a:cxn ang="0">
                <a:pos x="connsiteX37960" y="connsiteY37960"/>
              </a:cxn>
              <a:cxn ang="0">
                <a:pos x="connsiteX37961" y="connsiteY37961"/>
              </a:cxn>
              <a:cxn ang="0">
                <a:pos x="connsiteX37962" y="connsiteY37962"/>
              </a:cxn>
              <a:cxn ang="0">
                <a:pos x="connsiteX37963" y="connsiteY37963"/>
              </a:cxn>
              <a:cxn ang="0">
                <a:pos x="connsiteX37964" y="connsiteY37964"/>
              </a:cxn>
              <a:cxn ang="0">
                <a:pos x="connsiteX37965" y="connsiteY37965"/>
              </a:cxn>
              <a:cxn ang="0">
                <a:pos x="connsiteX37966" y="connsiteY37966"/>
              </a:cxn>
              <a:cxn ang="0">
                <a:pos x="connsiteX37967" y="connsiteY37967"/>
              </a:cxn>
              <a:cxn ang="0">
                <a:pos x="connsiteX37968" y="connsiteY37968"/>
              </a:cxn>
              <a:cxn ang="0">
                <a:pos x="connsiteX37969" y="connsiteY37969"/>
              </a:cxn>
              <a:cxn ang="0">
                <a:pos x="connsiteX37970" y="connsiteY37970"/>
              </a:cxn>
              <a:cxn ang="0">
                <a:pos x="connsiteX37971" y="connsiteY37971"/>
              </a:cxn>
              <a:cxn ang="0">
                <a:pos x="connsiteX37972" y="connsiteY37972"/>
              </a:cxn>
              <a:cxn ang="0">
                <a:pos x="connsiteX37973" y="connsiteY37973"/>
              </a:cxn>
              <a:cxn ang="0">
                <a:pos x="connsiteX37974" y="connsiteY37974"/>
              </a:cxn>
              <a:cxn ang="0">
                <a:pos x="connsiteX37975" y="connsiteY37975"/>
              </a:cxn>
              <a:cxn ang="0">
                <a:pos x="connsiteX37976" y="connsiteY37976"/>
              </a:cxn>
              <a:cxn ang="0">
                <a:pos x="connsiteX37977" y="connsiteY37977"/>
              </a:cxn>
              <a:cxn ang="0">
                <a:pos x="connsiteX37978" y="connsiteY37978"/>
              </a:cxn>
              <a:cxn ang="0">
                <a:pos x="connsiteX37979" y="connsiteY37979"/>
              </a:cxn>
              <a:cxn ang="0">
                <a:pos x="connsiteX37980" y="connsiteY37980"/>
              </a:cxn>
              <a:cxn ang="0">
                <a:pos x="connsiteX37981" y="connsiteY37981"/>
              </a:cxn>
              <a:cxn ang="0">
                <a:pos x="connsiteX37982" y="connsiteY37982"/>
              </a:cxn>
              <a:cxn ang="0">
                <a:pos x="connsiteX37983" y="connsiteY37983"/>
              </a:cxn>
              <a:cxn ang="0">
                <a:pos x="connsiteX37984" y="connsiteY37984"/>
              </a:cxn>
              <a:cxn ang="0">
                <a:pos x="connsiteX37985" y="connsiteY37985"/>
              </a:cxn>
              <a:cxn ang="0">
                <a:pos x="connsiteX37986" y="connsiteY37986"/>
              </a:cxn>
              <a:cxn ang="0">
                <a:pos x="connsiteX37987" y="connsiteY37987"/>
              </a:cxn>
              <a:cxn ang="0">
                <a:pos x="connsiteX37988" y="connsiteY37988"/>
              </a:cxn>
              <a:cxn ang="0">
                <a:pos x="connsiteX37989" y="connsiteY37989"/>
              </a:cxn>
              <a:cxn ang="0">
                <a:pos x="connsiteX37990" y="connsiteY37990"/>
              </a:cxn>
              <a:cxn ang="0">
                <a:pos x="connsiteX37991" y="connsiteY37991"/>
              </a:cxn>
              <a:cxn ang="0">
                <a:pos x="connsiteX37992" y="connsiteY37992"/>
              </a:cxn>
              <a:cxn ang="0">
                <a:pos x="connsiteX37993" y="connsiteY37993"/>
              </a:cxn>
              <a:cxn ang="0">
                <a:pos x="connsiteX37994" y="connsiteY37994"/>
              </a:cxn>
              <a:cxn ang="0">
                <a:pos x="connsiteX37995" y="connsiteY37995"/>
              </a:cxn>
              <a:cxn ang="0">
                <a:pos x="connsiteX37996" y="connsiteY37996"/>
              </a:cxn>
              <a:cxn ang="0">
                <a:pos x="connsiteX37997" y="connsiteY37997"/>
              </a:cxn>
              <a:cxn ang="0">
                <a:pos x="connsiteX37998" y="connsiteY37998"/>
              </a:cxn>
              <a:cxn ang="0">
                <a:pos x="connsiteX37999" y="connsiteY37999"/>
              </a:cxn>
              <a:cxn ang="0">
                <a:pos x="connsiteX38000" y="connsiteY38000"/>
              </a:cxn>
              <a:cxn ang="0">
                <a:pos x="connsiteX38001" y="connsiteY38001"/>
              </a:cxn>
              <a:cxn ang="0">
                <a:pos x="connsiteX38002" y="connsiteY38002"/>
              </a:cxn>
              <a:cxn ang="0">
                <a:pos x="connsiteX38003" y="connsiteY38003"/>
              </a:cxn>
              <a:cxn ang="0">
                <a:pos x="connsiteX38004" y="connsiteY38004"/>
              </a:cxn>
              <a:cxn ang="0">
                <a:pos x="connsiteX38005" y="connsiteY38005"/>
              </a:cxn>
              <a:cxn ang="0">
                <a:pos x="connsiteX38006" y="connsiteY38006"/>
              </a:cxn>
              <a:cxn ang="0">
                <a:pos x="connsiteX38007" y="connsiteY38007"/>
              </a:cxn>
              <a:cxn ang="0">
                <a:pos x="connsiteX38008" y="connsiteY38008"/>
              </a:cxn>
              <a:cxn ang="0">
                <a:pos x="connsiteX38009" y="connsiteY38009"/>
              </a:cxn>
              <a:cxn ang="0">
                <a:pos x="connsiteX38010" y="connsiteY38010"/>
              </a:cxn>
              <a:cxn ang="0">
                <a:pos x="connsiteX38011" y="connsiteY38011"/>
              </a:cxn>
              <a:cxn ang="0">
                <a:pos x="connsiteX38012" y="connsiteY38012"/>
              </a:cxn>
              <a:cxn ang="0">
                <a:pos x="connsiteX38013" y="connsiteY38013"/>
              </a:cxn>
              <a:cxn ang="0">
                <a:pos x="connsiteX38014" y="connsiteY38014"/>
              </a:cxn>
              <a:cxn ang="0">
                <a:pos x="connsiteX38015" y="connsiteY38015"/>
              </a:cxn>
              <a:cxn ang="0">
                <a:pos x="connsiteX38016" y="connsiteY38016"/>
              </a:cxn>
              <a:cxn ang="0">
                <a:pos x="connsiteX38017" y="connsiteY38017"/>
              </a:cxn>
              <a:cxn ang="0">
                <a:pos x="connsiteX38018" y="connsiteY38018"/>
              </a:cxn>
              <a:cxn ang="0">
                <a:pos x="connsiteX38019" y="connsiteY38019"/>
              </a:cxn>
              <a:cxn ang="0">
                <a:pos x="connsiteX38020" y="connsiteY38020"/>
              </a:cxn>
              <a:cxn ang="0">
                <a:pos x="connsiteX38021" y="connsiteY38021"/>
              </a:cxn>
              <a:cxn ang="0">
                <a:pos x="connsiteX38022" y="connsiteY38022"/>
              </a:cxn>
              <a:cxn ang="0">
                <a:pos x="connsiteX38023" y="connsiteY38023"/>
              </a:cxn>
              <a:cxn ang="0">
                <a:pos x="connsiteX38024" y="connsiteY38024"/>
              </a:cxn>
              <a:cxn ang="0">
                <a:pos x="connsiteX38025" y="connsiteY38025"/>
              </a:cxn>
              <a:cxn ang="0">
                <a:pos x="connsiteX38026" y="connsiteY38026"/>
              </a:cxn>
              <a:cxn ang="0">
                <a:pos x="connsiteX38027" y="connsiteY38027"/>
              </a:cxn>
              <a:cxn ang="0">
                <a:pos x="connsiteX38028" y="connsiteY38028"/>
              </a:cxn>
              <a:cxn ang="0">
                <a:pos x="connsiteX38029" y="connsiteY38029"/>
              </a:cxn>
              <a:cxn ang="0">
                <a:pos x="connsiteX38030" y="connsiteY38030"/>
              </a:cxn>
              <a:cxn ang="0">
                <a:pos x="connsiteX38031" y="connsiteY38031"/>
              </a:cxn>
              <a:cxn ang="0">
                <a:pos x="connsiteX38032" y="connsiteY38032"/>
              </a:cxn>
              <a:cxn ang="0">
                <a:pos x="connsiteX38033" y="connsiteY38033"/>
              </a:cxn>
              <a:cxn ang="0">
                <a:pos x="connsiteX38034" y="connsiteY38034"/>
              </a:cxn>
              <a:cxn ang="0">
                <a:pos x="connsiteX38035" y="connsiteY38035"/>
              </a:cxn>
              <a:cxn ang="0">
                <a:pos x="connsiteX38036" y="connsiteY38036"/>
              </a:cxn>
              <a:cxn ang="0">
                <a:pos x="connsiteX38037" y="connsiteY38037"/>
              </a:cxn>
              <a:cxn ang="0">
                <a:pos x="connsiteX38038" y="connsiteY38038"/>
              </a:cxn>
              <a:cxn ang="0">
                <a:pos x="connsiteX38039" y="connsiteY38039"/>
              </a:cxn>
              <a:cxn ang="0">
                <a:pos x="connsiteX38040" y="connsiteY38040"/>
              </a:cxn>
              <a:cxn ang="0">
                <a:pos x="connsiteX38041" y="connsiteY38041"/>
              </a:cxn>
              <a:cxn ang="0">
                <a:pos x="connsiteX38042" y="connsiteY38042"/>
              </a:cxn>
              <a:cxn ang="0">
                <a:pos x="connsiteX38043" y="connsiteY38043"/>
              </a:cxn>
              <a:cxn ang="0">
                <a:pos x="connsiteX38044" y="connsiteY38044"/>
              </a:cxn>
              <a:cxn ang="0">
                <a:pos x="connsiteX38045" y="connsiteY38045"/>
              </a:cxn>
              <a:cxn ang="0">
                <a:pos x="connsiteX38046" y="connsiteY38046"/>
              </a:cxn>
              <a:cxn ang="0">
                <a:pos x="connsiteX38047" y="connsiteY38047"/>
              </a:cxn>
              <a:cxn ang="0">
                <a:pos x="connsiteX38048" y="connsiteY38048"/>
              </a:cxn>
              <a:cxn ang="0">
                <a:pos x="connsiteX38049" y="connsiteY38049"/>
              </a:cxn>
              <a:cxn ang="0">
                <a:pos x="connsiteX38050" y="connsiteY38050"/>
              </a:cxn>
              <a:cxn ang="0">
                <a:pos x="connsiteX38051" y="connsiteY38051"/>
              </a:cxn>
              <a:cxn ang="0">
                <a:pos x="connsiteX38052" y="connsiteY38052"/>
              </a:cxn>
              <a:cxn ang="0">
                <a:pos x="connsiteX38053" y="connsiteY38053"/>
              </a:cxn>
              <a:cxn ang="0">
                <a:pos x="connsiteX38054" y="connsiteY38054"/>
              </a:cxn>
              <a:cxn ang="0">
                <a:pos x="connsiteX38055" y="connsiteY38055"/>
              </a:cxn>
              <a:cxn ang="0">
                <a:pos x="connsiteX38056" y="connsiteY38056"/>
              </a:cxn>
              <a:cxn ang="0">
                <a:pos x="connsiteX38057" y="connsiteY38057"/>
              </a:cxn>
              <a:cxn ang="0">
                <a:pos x="connsiteX38058" y="connsiteY38058"/>
              </a:cxn>
              <a:cxn ang="0">
                <a:pos x="connsiteX38059" y="connsiteY38059"/>
              </a:cxn>
              <a:cxn ang="0">
                <a:pos x="connsiteX38060" y="connsiteY38060"/>
              </a:cxn>
              <a:cxn ang="0">
                <a:pos x="connsiteX38061" y="connsiteY38061"/>
              </a:cxn>
              <a:cxn ang="0">
                <a:pos x="connsiteX38062" y="connsiteY38062"/>
              </a:cxn>
              <a:cxn ang="0">
                <a:pos x="connsiteX38063" y="connsiteY38063"/>
              </a:cxn>
              <a:cxn ang="0">
                <a:pos x="connsiteX38064" y="connsiteY38064"/>
              </a:cxn>
              <a:cxn ang="0">
                <a:pos x="connsiteX38065" y="connsiteY38065"/>
              </a:cxn>
              <a:cxn ang="0">
                <a:pos x="connsiteX38066" y="connsiteY38066"/>
              </a:cxn>
              <a:cxn ang="0">
                <a:pos x="connsiteX38067" y="connsiteY38067"/>
              </a:cxn>
              <a:cxn ang="0">
                <a:pos x="connsiteX38068" y="connsiteY38068"/>
              </a:cxn>
              <a:cxn ang="0">
                <a:pos x="connsiteX38069" y="connsiteY38069"/>
              </a:cxn>
              <a:cxn ang="0">
                <a:pos x="connsiteX38070" y="connsiteY38070"/>
              </a:cxn>
              <a:cxn ang="0">
                <a:pos x="connsiteX38071" y="connsiteY38071"/>
              </a:cxn>
              <a:cxn ang="0">
                <a:pos x="connsiteX38072" y="connsiteY38072"/>
              </a:cxn>
              <a:cxn ang="0">
                <a:pos x="connsiteX38073" y="connsiteY38073"/>
              </a:cxn>
              <a:cxn ang="0">
                <a:pos x="connsiteX38074" y="connsiteY38074"/>
              </a:cxn>
              <a:cxn ang="0">
                <a:pos x="connsiteX38075" y="connsiteY38075"/>
              </a:cxn>
              <a:cxn ang="0">
                <a:pos x="connsiteX38076" y="connsiteY38076"/>
              </a:cxn>
              <a:cxn ang="0">
                <a:pos x="connsiteX38077" y="connsiteY38077"/>
              </a:cxn>
              <a:cxn ang="0">
                <a:pos x="connsiteX38078" y="connsiteY38078"/>
              </a:cxn>
              <a:cxn ang="0">
                <a:pos x="connsiteX38079" y="connsiteY38079"/>
              </a:cxn>
              <a:cxn ang="0">
                <a:pos x="connsiteX38080" y="connsiteY38080"/>
              </a:cxn>
              <a:cxn ang="0">
                <a:pos x="connsiteX38081" y="connsiteY38081"/>
              </a:cxn>
              <a:cxn ang="0">
                <a:pos x="connsiteX38082" y="connsiteY38082"/>
              </a:cxn>
              <a:cxn ang="0">
                <a:pos x="connsiteX38083" y="connsiteY38083"/>
              </a:cxn>
              <a:cxn ang="0">
                <a:pos x="connsiteX38084" y="connsiteY38084"/>
              </a:cxn>
              <a:cxn ang="0">
                <a:pos x="connsiteX38085" y="connsiteY38085"/>
              </a:cxn>
              <a:cxn ang="0">
                <a:pos x="connsiteX38086" y="connsiteY38086"/>
              </a:cxn>
              <a:cxn ang="0">
                <a:pos x="connsiteX38087" y="connsiteY38087"/>
              </a:cxn>
              <a:cxn ang="0">
                <a:pos x="connsiteX38088" y="connsiteY38088"/>
              </a:cxn>
              <a:cxn ang="0">
                <a:pos x="connsiteX38089" y="connsiteY38089"/>
              </a:cxn>
              <a:cxn ang="0">
                <a:pos x="connsiteX38090" y="connsiteY38090"/>
              </a:cxn>
              <a:cxn ang="0">
                <a:pos x="connsiteX38091" y="connsiteY38091"/>
              </a:cxn>
              <a:cxn ang="0">
                <a:pos x="connsiteX38092" y="connsiteY38092"/>
              </a:cxn>
              <a:cxn ang="0">
                <a:pos x="connsiteX38093" y="connsiteY38093"/>
              </a:cxn>
              <a:cxn ang="0">
                <a:pos x="connsiteX38094" y="connsiteY38094"/>
              </a:cxn>
              <a:cxn ang="0">
                <a:pos x="connsiteX38095" y="connsiteY38095"/>
              </a:cxn>
              <a:cxn ang="0">
                <a:pos x="connsiteX38096" y="connsiteY38096"/>
              </a:cxn>
              <a:cxn ang="0">
                <a:pos x="connsiteX38097" y="connsiteY38097"/>
              </a:cxn>
              <a:cxn ang="0">
                <a:pos x="connsiteX38098" y="connsiteY38098"/>
              </a:cxn>
              <a:cxn ang="0">
                <a:pos x="connsiteX38099" y="connsiteY38099"/>
              </a:cxn>
              <a:cxn ang="0">
                <a:pos x="connsiteX38100" y="connsiteY38100"/>
              </a:cxn>
              <a:cxn ang="0">
                <a:pos x="connsiteX38101" y="connsiteY38101"/>
              </a:cxn>
              <a:cxn ang="0">
                <a:pos x="connsiteX38102" y="connsiteY38102"/>
              </a:cxn>
              <a:cxn ang="0">
                <a:pos x="connsiteX38103" y="connsiteY38103"/>
              </a:cxn>
              <a:cxn ang="0">
                <a:pos x="connsiteX38104" y="connsiteY38104"/>
              </a:cxn>
              <a:cxn ang="0">
                <a:pos x="connsiteX38105" y="connsiteY38105"/>
              </a:cxn>
              <a:cxn ang="0">
                <a:pos x="connsiteX38106" y="connsiteY38106"/>
              </a:cxn>
              <a:cxn ang="0">
                <a:pos x="connsiteX38107" y="connsiteY38107"/>
              </a:cxn>
              <a:cxn ang="0">
                <a:pos x="connsiteX38108" y="connsiteY38108"/>
              </a:cxn>
              <a:cxn ang="0">
                <a:pos x="connsiteX38109" y="connsiteY38109"/>
              </a:cxn>
              <a:cxn ang="0">
                <a:pos x="connsiteX38110" y="connsiteY38110"/>
              </a:cxn>
              <a:cxn ang="0">
                <a:pos x="connsiteX38111" y="connsiteY38111"/>
              </a:cxn>
              <a:cxn ang="0">
                <a:pos x="connsiteX38112" y="connsiteY38112"/>
              </a:cxn>
              <a:cxn ang="0">
                <a:pos x="connsiteX38113" y="connsiteY38113"/>
              </a:cxn>
              <a:cxn ang="0">
                <a:pos x="connsiteX38114" y="connsiteY38114"/>
              </a:cxn>
              <a:cxn ang="0">
                <a:pos x="connsiteX38115" y="connsiteY38115"/>
              </a:cxn>
              <a:cxn ang="0">
                <a:pos x="connsiteX38116" y="connsiteY38116"/>
              </a:cxn>
              <a:cxn ang="0">
                <a:pos x="connsiteX38117" y="connsiteY38117"/>
              </a:cxn>
              <a:cxn ang="0">
                <a:pos x="connsiteX38118" y="connsiteY38118"/>
              </a:cxn>
              <a:cxn ang="0">
                <a:pos x="connsiteX38119" y="connsiteY38119"/>
              </a:cxn>
              <a:cxn ang="0">
                <a:pos x="connsiteX38120" y="connsiteY38120"/>
              </a:cxn>
              <a:cxn ang="0">
                <a:pos x="connsiteX38121" y="connsiteY38121"/>
              </a:cxn>
              <a:cxn ang="0">
                <a:pos x="connsiteX38122" y="connsiteY38122"/>
              </a:cxn>
              <a:cxn ang="0">
                <a:pos x="connsiteX38123" y="connsiteY38123"/>
              </a:cxn>
              <a:cxn ang="0">
                <a:pos x="connsiteX38124" y="connsiteY38124"/>
              </a:cxn>
              <a:cxn ang="0">
                <a:pos x="connsiteX38125" y="connsiteY38125"/>
              </a:cxn>
              <a:cxn ang="0">
                <a:pos x="connsiteX38126" y="connsiteY38126"/>
              </a:cxn>
              <a:cxn ang="0">
                <a:pos x="connsiteX38127" y="connsiteY38127"/>
              </a:cxn>
              <a:cxn ang="0">
                <a:pos x="connsiteX38128" y="connsiteY38128"/>
              </a:cxn>
              <a:cxn ang="0">
                <a:pos x="connsiteX38129" y="connsiteY38129"/>
              </a:cxn>
              <a:cxn ang="0">
                <a:pos x="connsiteX38130" y="connsiteY38130"/>
              </a:cxn>
              <a:cxn ang="0">
                <a:pos x="connsiteX38131" y="connsiteY38131"/>
              </a:cxn>
              <a:cxn ang="0">
                <a:pos x="connsiteX38132" y="connsiteY38132"/>
              </a:cxn>
              <a:cxn ang="0">
                <a:pos x="connsiteX38133" y="connsiteY38133"/>
              </a:cxn>
              <a:cxn ang="0">
                <a:pos x="connsiteX38134" y="connsiteY38134"/>
              </a:cxn>
              <a:cxn ang="0">
                <a:pos x="connsiteX38135" y="connsiteY38135"/>
              </a:cxn>
              <a:cxn ang="0">
                <a:pos x="connsiteX38136" y="connsiteY38136"/>
              </a:cxn>
              <a:cxn ang="0">
                <a:pos x="connsiteX38137" y="connsiteY38137"/>
              </a:cxn>
              <a:cxn ang="0">
                <a:pos x="connsiteX38138" y="connsiteY38138"/>
              </a:cxn>
              <a:cxn ang="0">
                <a:pos x="connsiteX38139" y="connsiteY38139"/>
              </a:cxn>
              <a:cxn ang="0">
                <a:pos x="connsiteX38140" y="connsiteY38140"/>
              </a:cxn>
              <a:cxn ang="0">
                <a:pos x="connsiteX38141" y="connsiteY38141"/>
              </a:cxn>
              <a:cxn ang="0">
                <a:pos x="connsiteX38142" y="connsiteY38142"/>
              </a:cxn>
              <a:cxn ang="0">
                <a:pos x="connsiteX38143" y="connsiteY38143"/>
              </a:cxn>
              <a:cxn ang="0">
                <a:pos x="connsiteX38144" y="connsiteY38144"/>
              </a:cxn>
              <a:cxn ang="0">
                <a:pos x="connsiteX38145" y="connsiteY38145"/>
              </a:cxn>
              <a:cxn ang="0">
                <a:pos x="connsiteX38146" y="connsiteY38146"/>
              </a:cxn>
              <a:cxn ang="0">
                <a:pos x="connsiteX38147" y="connsiteY38147"/>
              </a:cxn>
              <a:cxn ang="0">
                <a:pos x="connsiteX38148" y="connsiteY38148"/>
              </a:cxn>
              <a:cxn ang="0">
                <a:pos x="connsiteX38149" y="connsiteY38149"/>
              </a:cxn>
              <a:cxn ang="0">
                <a:pos x="connsiteX38150" y="connsiteY38150"/>
              </a:cxn>
              <a:cxn ang="0">
                <a:pos x="connsiteX38151" y="connsiteY38151"/>
              </a:cxn>
              <a:cxn ang="0">
                <a:pos x="connsiteX38152" y="connsiteY38152"/>
              </a:cxn>
              <a:cxn ang="0">
                <a:pos x="connsiteX38153" y="connsiteY38153"/>
              </a:cxn>
              <a:cxn ang="0">
                <a:pos x="connsiteX38154" y="connsiteY38154"/>
              </a:cxn>
              <a:cxn ang="0">
                <a:pos x="connsiteX38155" y="connsiteY38155"/>
              </a:cxn>
              <a:cxn ang="0">
                <a:pos x="connsiteX38156" y="connsiteY38156"/>
              </a:cxn>
              <a:cxn ang="0">
                <a:pos x="connsiteX38157" y="connsiteY38157"/>
              </a:cxn>
              <a:cxn ang="0">
                <a:pos x="connsiteX38158" y="connsiteY38158"/>
              </a:cxn>
              <a:cxn ang="0">
                <a:pos x="connsiteX38159" y="connsiteY38159"/>
              </a:cxn>
              <a:cxn ang="0">
                <a:pos x="connsiteX38160" y="connsiteY38160"/>
              </a:cxn>
              <a:cxn ang="0">
                <a:pos x="connsiteX38161" y="connsiteY38161"/>
              </a:cxn>
              <a:cxn ang="0">
                <a:pos x="connsiteX38162" y="connsiteY38162"/>
              </a:cxn>
              <a:cxn ang="0">
                <a:pos x="connsiteX38163" y="connsiteY38163"/>
              </a:cxn>
              <a:cxn ang="0">
                <a:pos x="connsiteX38164" y="connsiteY38164"/>
              </a:cxn>
              <a:cxn ang="0">
                <a:pos x="connsiteX38165" y="connsiteY38165"/>
              </a:cxn>
              <a:cxn ang="0">
                <a:pos x="connsiteX38166" y="connsiteY38166"/>
              </a:cxn>
              <a:cxn ang="0">
                <a:pos x="connsiteX38167" y="connsiteY38167"/>
              </a:cxn>
              <a:cxn ang="0">
                <a:pos x="connsiteX38168" y="connsiteY38168"/>
              </a:cxn>
              <a:cxn ang="0">
                <a:pos x="connsiteX38169" y="connsiteY38169"/>
              </a:cxn>
              <a:cxn ang="0">
                <a:pos x="connsiteX38170" y="connsiteY38170"/>
              </a:cxn>
              <a:cxn ang="0">
                <a:pos x="connsiteX38171" y="connsiteY38171"/>
              </a:cxn>
              <a:cxn ang="0">
                <a:pos x="connsiteX38172" y="connsiteY38172"/>
              </a:cxn>
              <a:cxn ang="0">
                <a:pos x="connsiteX38173" y="connsiteY38173"/>
              </a:cxn>
              <a:cxn ang="0">
                <a:pos x="connsiteX38174" y="connsiteY38174"/>
              </a:cxn>
              <a:cxn ang="0">
                <a:pos x="connsiteX38175" y="connsiteY38175"/>
              </a:cxn>
              <a:cxn ang="0">
                <a:pos x="connsiteX38176" y="connsiteY38176"/>
              </a:cxn>
              <a:cxn ang="0">
                <a:pos x="connsiteX38177" y="connsiteY38177"/>
              </a:cxn>
              <a:cxn ang="0">
                <a:pos x="connsiteX38178" y="connsiteY38178"/>
              </a:cxn>
              <a:cxn ang="0">
                <a:pos x="connsiteX38179" y="connsiteY38179"/>
              </a:cxn>
              <a:cxn ang="0">
                <a:pos x="connsiteX38180" y="connsiteY38180"/>
              </a:cxn>
              <a:cxn ang="0">
                <a:pos x="connsiteX38181" y="connsiteY38181"/>
              </a:cxn>
              <a:cxn ang="0">
                <a:pos x="connsiteX38182" y="connsiteY38182"/>
              </a:cxn>
              <a:cxn ang="0">
                <a:pos x="connsiteX38183" y="connsiteY38183"/>
              </a:cxn>
              <a:cxn ang="0">
                <a:pos x="connsiteX38184" y="connsiteY38184"/>
              </a:cxn>
              <a:cxn ang="0">
                <a:pos x="connsiteX38185" y="connsiteY38185"/>
              </a:cxn>
              <a:cxn ang="0">
                <a:pos x="connsiteX38186" y="connsiteY38186"/>
              </a:cxn>
              <a:cxn ang="0">
                <a:pos x="connsiteX38187" y="connsiteY38187"/>
              </a:cxn>
              <a:cxn ang="0">
                <a:pos x="connsiteX38188" y="connsiteY38188"/>
              </a:cxn>
              <a:cxn ang="0">
                <a:pos x="connsiteX38189" y="connsiteY38189"/>
              </a:cxn>
              <a:cxn ang="0">
                <a:pos x="connsiteX38190" y="connsiteY38190"/>
              </a:cxn>
              <a:cxn ang="0">
                <a:pos x="connsiteX38191" y="connsiteY38191"/>
              </a:cxn>
              <a:cxn ang="0">
                <a:pos x="connsiteX38192" y="connsiteY38192"/>
              </a:cxn>
              <a:cxn ang="0">
                <a:pos x="connsiteX38193" y="connsiteY38193"/>
              </a:cxn>
              <a:cxn ang="0">
                <a:pos x="connsiteX38194" y="connsiteY38194"/>
              </a:cxn>
              <a:cxn ang="0">
                <a:pos x="connsiteX38195" y="connsiteY38195"/>
              </a:cxn>
              <a:cxn ang="0">
                <a:pos x="connsiteX38196" y="connsiteY38196"/>
              </a:cxn>
              <a:cxn ang="0">
                <a:pos x="connsiteX38197" y="connsiteY38197"/>
              </a:cxn>
              <a:cxn ang="0">
                <a:pos x="connsiteX38198" y="connsiteY38198"/>
              </a:cxn>
              <a:cxn ang="0">
                <a:pos x="connsiteX38199" y="connsiteY38199"/>
              </a:cxn>
              <a:cxn ang="0">
                <a:pos x="connsiteX38200" y="connsiteY38200"/>
              </a:cxn>
              <a:cxn ang="0">
                <a:pos x="connsiteX38201" y="connsiteY38201"/>
              </a:cxn>
              <a:cxn ang="0">
                <a:pos x="connsiteX38202" y="connsiteY38202"/>
              </a:cxn>
              <a:cxn ang="0">
                <a:pos x="connsiteX38203" y="connsiteY38203"/>
              </a:cxn>
              <a:cxn ang="0">
                <a:pos x="connsiteX38204" y="connsiteY38204"/>
              </a:cxn>
              <a:cxn ang="0">
                <a:pos x="connsiteX38205" y="connsiteY38205"/>
              </a:cxn>
              <a:cxn ang="0">
                <a:pos x="connsiteX38206" y="connsiteY38206"/>
              </a:cxn>
              <a:cxn ang="0">
                <a:pos x="connsiteX38207" y="connsiteY38207"/>
              </a:cxn>
              <a:cxn ang="0">
                <a:pos x="connsiteX38208" y="connsiteY38208"/>
              </a:cxn>
              <a:cxn ang="0">
                <a:pos x="connsiteX38209" y="connsiteY38209"/>
              </a:cxn>
              <a:cxn ang="0">
                <a:pos x="connsiteX38210" y="connsiteY38210"/>
              </a:cxn>
              <a:cxn ang="0">
                <a:pos x="connsiteX38211" y="connsiteY38211"/>
              </a:cxn>
              <a:cxn ang="0">
                <a:pos x="connsiteX38212" y="connsiteY38212"/>
              </a:cxn>
              <a:cxn ang="0">
                <a:pos x="connsiteX38213" y="connsiteY38213"/>
              </a:cxn>
              <a:cxn ang="0">
                <a:pos x="connsiteX38214" y="connsiteY38214"/>
              </a:cxn>
              <a:cxn ang="0">
                <a:pos x="connsiteX38215" y="connsiteY38215"/>
              </a:cxn>
              <a:cxn ang="0">
                <a:pos x="connsiteX38216" y="connsiteY38216"/>
              </a:cxn>
              <a:cxn ang="0">
                <a:pos x="connsiteX38217" y="connsiteY38217"/>
              </a:cxn>
              <a:cxn ang="0">
                <a:pos x="connsiteX38218" y="connsiteY38218"/>
              </a:cxn>
              <a:cxn ang="0">
                <a:pos x="connsiteX38219" y="connsiteY38219"/>
              </a:cxn>
              <a:cxn ang="0">
                <a:pos x="connsiteX38220" y="connsiteY38220"/>
              </a:cxn>
              <a:cxn ang="0">
                <a:pos x="connsiteX38221" y="connsiteY38221"/>
              </a:cxn>
              <a:cxn ang="0">
                <a:pos x="connsiteX38222" y="connsiteY38222"/>
              </a:cxn>
              <a:cxn ang="0">
                <a:pos x="connsiteX38223" y="connsiteY38223"/>
              </a:cxn>
              <a:cxn ang="0">
                <a:pos x="connsiteX38224" y="connsiteY38224"/>
              </a:cxn>
              <a:cxn ang="0">
                <a:pos x="connsiteX38225" y="connsiteY38225"/>
              </a:cxn>
              <a:cxn ang="0">
                <a:pos x="connsiteX38226" y="connsiteY38226"/>
              </a:cxn>
              <a:cxn ang="0">
                <a:pos x="connsiteX38227" y="connsiteY38227"/>
              </a:cxn>
              <a:cxn ang="0">
                <a:pos x="connsiteX38228" y="connsiteY38228"/>
              </a:cxn>
              <a:cxn ang="0">
                <a:pos x="connsiteX38229" y="connsiteY38229"/>
              </a:cxn>
              <a:cxn ang="0">
                <a:pos x="connsiteX38230" y="connsiteY38230"/>
              </a:cxn>
              <a:cxn ang="0">
                <a:pos x="connsiteX38231" y="connsiteY38231"/>
              </a:cxn>
              <a:cxn ang="0">
                <a:pos x="connsiteX38232" y="connsiteY38232"/>
              </a:cxn>
              <a:cxn ang="0">
                <a:pos x="connsiteX38233" y="connsiteY38233"/>
              </a:cxn>
              <a:cxn ang="0">
                <a:pos x="connsiteX38234" y="connsiteY38234"/>
              </a:cxn>
              <a:cxn ang="0">
                <a:pos x="connsiteX38235" y="connsiteY38235"/>
              </a:cxn>
              <a:cxn ang="0">
                <a:pos x="connsiteX38236" y="connsiteY38236"/>
              </a:cxn>
              <a:cxn ang="0">
                <a:pos x="connsiteX38237" y="connsiteY38237"/>
              </a:cxn>
              <a:cxn ang="0">
                <a:pos x="connsiteX38238" y="connsiteY38238"/>
              </a:cxn>
              <a:cxn ang="0">
                <a:pos x="connsiteX38239" y="connsiteY38239"/>
              </a:cxn>
              <a:cxn ang="0">
                <a:pos x="connsiteX38240" y="connsiteY38240"/>
              </a:cxn>
              <a:cxn ang="0">
                <a:pos x="connsiteX38241" y="connsiteY38241"/>
              </a:cxn>
              <a:cxn ang="0">
                <a:pos x="connsiteX38242" y="connsiteY38242"/>
              </a:cxn>
              <a:cxn ang="0">
                <a:pos x="connsiteX38243" y="connsiteY38243"/>
              </a:cxn>
              <a:cxn ang="0">
                <a:pos x="connsiteX38244" y="connsiteY38244"/>
              </a:cxn>
              <a:cxn ang="0">
                <a:pos x="connsiteX38245" y="connsiteY38245"/>
              </a:cxn>
              <a:cxn ang="0">
                <a:pos x="connsiteX38246" y="connsiteY38246"/>
              </a:cxn>
              <a:cxn ang="0">
                <a:pos x="connsiteX38247" y="connsiteY38247"/>
              </a:cxn>
              <a:cxn ang="0">
                <a:pos x="connsiteX38248" y="connsiteY38248"/>
              </a:cxn>
              <a:cxn ang="0">
                <a:pos x="connsiteX38249" y="connsiteY38249"/>
              </a:cxn>
              <a:cxn ang="0">
                <a:pos x="connsiteX38250" y="connsiteY38250"/>
              </a:cxn>
              <a:cxn ang="0">
                <a:pos x="connsiteX38251" y="connsiteY38251"/>
              </a:cxn>
              <a:cxn ang="0">
                <a:pos x="connsiteX38252" y="connsiteY38252"/>
              </a:cxn>
              <a:cxn ang="0">
                <a:pos x="connsiteX38253" y="connsiteY38253"/>
              </a:cxn>
              <a:cxn ang="0">
                <a:pos x="connsiteX38254" y="connsiteY38254"/>
              </a:cxn>
              <a:cxn ang="0">
                <a:pos x="connsiteX38255" y="connsiteY38255"/>
              </a:cxn>
              <a:cxn ang="0">
                <a:pos x="connsiteX38256" y="connsiteY38256"/>
              </a:cxn>
              <a:cxn ang="0">
                <a:pos x="connsiteX38257" y="connsiteY38257"/>
              </a:cxn>
              <a:cxn ang="0">
                <a:pos x="connsiteX38258" y="connsiteY38258"/>
              </a:cxn>
              <a:cxn ang="0">
                <a:pos x="connsiteX38259" y="connsiteY38259"/>
              </a:cxn>
              <a:cxn ang="0">
                <a:pos x="connsiteX38260" y="connsiteY38260"/>
              </a:cxn>
              <a:cxn ang="0">
                <a:pos x="connsiteX38261" y="connsiteY38261"/>
              </a:cxn>
              <a:cxn ang="0">
                <a:pos x="connsiteX38262" y="connsiteY38262"/>
              </a:cxn>
              <a:cxn ang="0">
                <a:pos x="connsiteX38263" y="connsiteY38263"/>
              </a:cxn>
              <a:cxn ang="0">
                <a:pos x="connsiteX38264" y="connsiteY38264"/>
              </a:cxn>
              <a:cxn ang="0">
                <a:pos x="connsiteX38265" y="connsiteY38265"/>
              </a:cxn>
              <a:cxn ang="0">
                <a:pos x="connsiteX38266" y="connsiteY38266"/>
              </a:cxn>
              <a:cxn ang="0">
                <a:pos x="connsiteX38267" y="connsiteY38267"/>
              </a:cxn>
              <a:cxn ang="0">
                <a:pos x="connsiteX38268" y="connsiteY38268"/>
              </a:cxn>
              <a:cxn ang="0">
                <a:pos x="connsiteX38269" y="connsiteY38269"/>
              </a:cxn>
              <a:cxn ang="0">
                <a:pos x="connsiteX38270" y="connsiteY38270"/>
              </a:cxn>
              <a:cxn ang="0">
                <a:pos x="connsiteX38271" y="connsiteY38271"/>
              </a:cxn>
              <a:cxn ang="0">
                <a:pos x="connsiteX38272" y="connsiteY38272"/>
              </a:cxn>
              <a:cxn ang="0">
                <a:pos x="connsiteX38273" y="connsiteY38273"/>
              </a:cxn>
              <a:cxn ang="0">
                <a:pos x="connsiteX38274" y="connsiteY38274"/>
              </a:cxn>
              <a:cxn ang="0">
                <a:pos x="connsiteX38275" y="connsiteY38275"/>
              </a:cxn>
              <a:cxn ang="0">
                <a:pos x="connsiteX38276" y="connsiteY38276"/>
              </a:cxn>
              <a:cxn ang="0">
                <a:pos x="connsiteX38277" y="connsiteY38277"/>
              </a:cxn>
              <a:cxn ang="0">
                <a:pos x="connsiteX38278" y="connsiteY38278"/>
              </a:cxn>
              <a:cxn ang="0">
                <a:pos x="connsiteX38279" y="connsiteY38279"/>
              </a:cxn>
              <a:cxn ang="0">
                <a:pos x="connsiteX38280" y="connsiteY38280"/>
              </a:cxn>
              <a:cxn ang="0">
                <a:pos x="connsiteX38281" y="connsiteY38281"/>
              </a:cxn>
              <a:cxn ang="0">
                <a:pos x="connsiteX38282" y="connsiteY38282"/>
              </a:cxn>
              <a:cxn ang="0">
                <a:pos x="connsiteX38283" y="connsiteY38283"/>
              </a:cxn>
              <a:cxn ang="0">
                <a:pos x="connsiteX38284" y="connsiteY38284"/>
              </a:cxn>
              <a:cxn ang="0">
                <a:pos x="connsiteX38285" y="connsiteY38285"/>
              </a:cxn>
              <a:cxn ang="0">
                <a:pos x="connsiteX38286" y="connsiteY38286"/>
              </a:cxn>
              <a:cxn ang="0">
                <a:pos x="connsiteX38287" y="connsiteY38287"/>
              </a:cxn>
              <a:cxn ang="0">
                <a:pos x="connsiteX38288" y="connsiteY38288"/>
              </a:cxn>
              <a:cxn ang="0">
                <a:pos x="connsiteX38289" y="connsiteY38289"/>
              </a:cxn>
              <a:cxn ang="0">
                <a:pos x="connsiteX38290" y="connsiteY38290"/>
              </a:cxn>
              <a:cxn ang="0">
                <a:pos x="connsiteX38291" y="connsiteY38291"/>
              </a:cxn>
              <a:cxn ang="0">
                <a:pos x="connsiteX38292" y="connsiteY38292"/>
              </a:cxn>
              <a:cxn ang="0">
                <a:pos x="connsiteX38293" y="connsiteY38293"/>
              </a:cxn>
              <a:cxn ang="0">
                <a:pos x="connsiteX38294" y="connsiteY38294"/>
              </a:cxn>
              <a:cxn ang="0">
                <a:pos x="connsiteX38295" y="connsiteY38295"/>
              </a:cxn>
              <a:cxn ang="0">
                <a:pos x="connsiteX38296" y="connsiteY38296"/>
              </a:cxn>
              <a:cxn ang="0">
                <a:pos x="connsiteX38297" y="connsiteY38297"/>
              </a:cxn>
              <a:cxn ang="0">
                <a:pos x="connsiteX38298" y="connsiteY38298"/>
              </a:cxn>
              <a:cxn ang="0">
                <a:pos x="connsiteX38299" y="connsiteY38299"/>
              </a:cxn>
              <a:cxn ang="0">
                <a:pos x="connsiteX38300" y="connsiteY38300"/>
              </a:cxn>
              <a:cxn ang="0">
                <a:pos x="connsiteX38301" y="connsiteY38301"/>
              </a:cxn>
              <a:cxn ang="0">
                <a:pos x="connsiteX38302" y="connsiteY38302"/>
              </a:cxn>
              <a:cxn ang="0">
                <a:pos x="connsiteX38303" y="connsiteY38303"/>
              </a:cxn>
              <a:cxn ang="0">
                <a:pos x="connsiteX38304" y="connsiteY38304"/>
              </a:cxn>
              <a:cxn ang="0">
                <a:pos x="connsiteX38305" y="connsiteY38305"/>
              </a:cxn>
              <a:cxn ang="0">
                <a:pos x="connsiteX38306" y="connsiteY38306"/>
              </a:cxn>
              <a:cxn ang="0">
                <a:pos x="connsiteX38307" y="connsiteY38307"/>
              </a:cxn>
              <a:cxn ang="0">
                <a:pos x="connsiteX38308" y="connsiteY38308"/>
              </a:cxn>
              <a:cxn ang="0">
                <a:pos x="connsiteX38309" y="connsiteY38309"/>
              </a:cxn>
              <a:cxn ang="0">
                <a:pos x="connsiteX38310" y="connsiteY38310"/>
              </a:cxn>
              <a:cxn ang="0">
                <a:pos x="connsiteX38311" y="connsiteY38311"/>
              </a:cxn>
              <a:cxn ang="0">
                <a:pos x="connsiteX38312" y="connsiteY38312"/>
              </a:cxn>
              <a:cxn ang="0">
                <a:pos x="connsiteX38313" y="connsiteY38313"/>
              </a:cxn>
              <a:cxn ang="0">
                <a:pos x="connsiteX38314" y="connsiteY38314"/>
              </a:cxn>
              <a:cxn ang="0">
                <a:pos x="connsiteX38315" y="connsiteY38315"/>
              </a:cxn>
              <a:cxn ang="0">
                <a:pos x="connsiteX38316" y="connsiteY38316"/>
              </a:cxn>
              <a:cxn ang="0">
                <a:pos x="connsiteX38317" y="connsiteY38317"/>
              </a:cxn>
              <a:cxn ang="0">
                <a:pos x="connsiteX38318" y="connsiteY38318"/>
              </a:cxn>
              <a:cxn ang="0">
                <a:pos x="connsiteX38319" y="connsiteY38319"/>
              </a:cxn>
              <a:cxn ang="0">
                <a:pos x="connsiteX38320" y="connsiteY38320"/>
              </a:cxn>
              <a:cxn ang="0">
                <a:pos x="connsiteX38321" y="connsiteY38321"/>
              </a:cxn>
              <a:cxn ang="0">
                <a:pos x="connsiteX38322" y="connsiteY38322"/>
              </a:cxn>
              <a:cxn ang="0">
                <a:pos x="connsiteX38323" y="connsiteY38323"/>
              </a:cxn>
              <a:cxn ang="0">
                <a:pos x="connsiteX38324" y="connsiteY38324"/>
              </a:cxn>
              <a:cxn ang="0">
                <a:pos x="connsiteX38325" y="connsiteY38325"/>
              </a:cxn>
              <a:cxn ang="0">
                <a:pos x="connsiteX38326" y="connsiteY38326"/>
              </a:cxn>
              <a:cxn ang="0">
                <a:pos x="connsiteX38327" y="connsiteY38327"/>
              </a:cxn>
              <a:cxn ang="0">
                <a:pos x="connsiteX38328" y="connsiteY38328"/>
              </a:cxn>
              <a:cxn ang="0">
                <a:pos x="connsiteX38329" y="connsiteY38329"/>
              </a:cxn>
              <a:cxn ang="0">
                <a:pos x="connsiteX38330" y="connsiteY38330"/>
              </a:cxn>
              <a:cxn ang="0">
                <a:pos x="connsiteX38331" y="connsiteY38331"/>
              </a:cxn>
              <a:cxn ang="0">
                <a:pos x="connsiteX38332" y="connsiteY38332"/>
              </a:cxn>
              <a:cxn ang="0">
                <a:pos x="connsiteX38333" y="connsiteY38333"/>
              </a:cxn>
              <a:cxn ang="0">
                <a:pos x="connsiteX38334" y="connsiteY38334"/>
              </a:cxn>
              <a:cxn ang="0">
                <a:pos x="connsiteX38335" y="connsiteY38335"/>
              </a:cxn>
              <a:cxn ang="0">
                <a:pos x="connsiteX38336" y="connsiteY38336"/>
              </a:cxn>
              <a:cxn ang="0">
                <a:pos x="connsiteX38337" y="connsiteY38337"/>
              </a:cxn>
              <a:cxn ang="0">
                <a:pos x="connsiteX38338" y="connsiteY38338"/>
              </a:cxn>
              <a:cxn ang="0">
                <a:pos x="connsiteX38339" y="connsiteY38339"/>
              </a:cxn>
              <a:cxn ang="0">
                <a:pos x="connsiteX38340" y="connsiteY38340"/>
              </a:cxn>
              <a:cxn ang="0">
                <a:pos x="connsiteX38341" y="connsiteY38341"/>
              </a:cxn>
              <a:cxn ang="0">
                <a:pos x="connsiteX38342" y="connsiteY38342"/>
              </a:cxn>
              <a:cxn ang="0">
                <a:pos x="connsiteX38343" y="connsiteY38343"/>
              </a:cxn>
              <a:cxn ang="0">
                <a:pos x="connsiteX38344" y="connsiteY38344"/>
              </a:cxn>
              <a:cxn ang="0">
                <a:pos x="connsiteX38345" y="connsiteY38345"/>
              </a:cxn>
              <a:cxn ang="0">
                <a:pos x="connsiteX38346" y="connsiteY38346"/>
              </a:cxn>
              <a:cxn ang="0">
                <a:pos x="connsiteX38347" y="connsiteY38347"/>
              </a:cxn>
              <a:cxn ang="0">
                <a:pos x="connsiteX38348" y="connsiteY38348"/>
              </a:cxn>
              <a:cxn ang="0">
                <a:pos x="connsiteX38349" y="connsiteY38349"/>
              </a:cxn>
              <a:cxn ang="0">
                <a:pos x="connsiteX38350" y="connsiteY38350"/>
              </a:cxn>
              <a:cxn ang="0">
                <a:pos x="connsiteX38351" y="connsiteY38351"/>
              </a:cxn>
              <a:cxn ang="0">
                <a:pos x="connsiteX38352" y="connsiteY38352"/>
              </a:cxn>
              <a:cxn ang="0">
                <a:pos x="connsiteX38353" y="connsiteY38353"/>
              </a:cxn>
              <a:cxn ang="0">
                <a:pos x="connsiteX38354" y="connsiteY38354"/>
              </a:cxn>
              <a:cxn ang="0">
                <a:pos x="connsiteX38355" y="connsiteY38355"/>
              </a:cxn>
              <a:cxn ang="0">
                <a:pos x="connsiteX38356" y="connsiteY38356"/>
              </a:cxn>
              <a:cxn ang="0">
                <a:pos x="connsiteX38357" y="connsiteY38357"/>
              </a:cxn>
              <a:cxn ang="0">
                <a:pos x="connsiteX38358" y="connsiteY38358"/>
              </a:cxn>
              <a:cxn ang="0">
                <a:pos x="connsiteX38359" y="connsiteY38359"/>
              </a:cxn>
              <a:cxn ang="0">
                <a:pos x="connsiteX38360" y="connsiteY38360"/>
              </a:cxn>
              <a:cxn ang="0">
                <a:pos x="connsiteX38361" y="connsiteY38361"/>
              </a:cxn>
              <a:cxn ang="0">
                <a:pos x="connsiteX38362" y="connsiteY38362"/>
              </a:cxn>
              <a:cxn ang="0">
                <a:pos x="connsiteX38363" y="connsiteY38363"/>
              </a:cxn>
              <a:cxn ang="0">
                <a:pos x="connsiteX38364" y="connsiteY38364"/>
              </a:cxn>
              <a:cxn ang="0">
                <a:pos x="connsiteX38365" y="connsiteY38365"/>
              </a:cxn>
              <a:cxn ang="0">
                <a:pos x="connsiteX38366" y="connsiteY38366"/>
              </a:cxn>
              <a:cxn ang="0">
                <a:pos x="connsiteX38367" y="connsiteY38367"/>
              </a:cxn>
              <a:cxn ang="0">
                <a:pos x="connsiteX38368" y="connsiteY38368"/>
              </a:cxn>
              <a:cxn ang="0">
                <a:pos x="connsiteX38369" y="connsiteY38369"/>
              </a:cxn>
              <a:cxn ang="0">
                <a:pos x="connsiteX38370" y="connsiteY38370"/>
              </a:cxn>
              <a:cxn ang="0">
                <a:pos x="connsiteX38371" y="connsiteY38371"/>
              </a:cxn>
              <a:cxn ang="0">
                <a:pos x="connsiteX38372" y="connsiteY38372"/>
              </a:cxn>
              <a:cxn ang="0">
                <a:pos x="connsiteX38373" y="connsiteY38373"/>
              </a:cxn>
              <a:cxn ang="0">
                <a:pos x="connsiteX38374" y="connsiteY38374"/>
              </a:cxn>
              <a:cxn ang="0">
                <a:pos x="connsiteX38375" y="connsiteY38375"/>
              </a:cxn>
              <a:cxn ang="0">
                <a:pos x="connsiteX38376" y="connsiteY38376"/>
              </a:cxn>
              <a:cxn ang="0">
                <a:pos x="connsiteX38377" y="connsiteY38377"/>
              </a:cxn>
              <a:cxn ang="0">
                <a:pos x="connsiteX38378" y="connsiteY38378"/>
              </a:cxn>
              <a:cxn ang="0">
                <a:pos x="connsiteX38379" y="connsiteY38379"/>
              </a:cxn>
              <a:cxn ang="0">
                <a:pos x="connsiteX38380" y="connsiteY38380"/>
              </a:cxn>
              <a:cxn ang="0">
                <a:pos x="connsiteX38381" y="connsiteY38381"/>
              </a:cxn>
              <a:cxn ang="0">
                <a:pos x="connsiteX38382" y="connsiteY38382"/>
              </a:cxn>
              <a:cxn ang="0">
                <a:pos x="connsiteX38383" y="connsiteY38383"/>
              </a:cxn>
              <a:cxn ang="0">
                <a:pos x="connsiteX38384" y="connsiteY38384"/>
              </a:cxn>
              <a:cxn ang="0">
                <a:pos x="connsiteX38385" y="connsiteY38385"/>
              </a:cxn>
              <a:cxn ang="0">
                <a:pos x="connsiteX38386" y="connsiteY38386"/>
              </a:cxn>
              <a:cxn ang="0">
                <a:pos x="connsiteX38387" y="connsiteY38387"/>
              </a:cxn>
              <a:cxn ang="0">
                <a:pos x="connsiteX38388" y="connsiteY38388"/>
              </a:cxn>
              <a:cxn ang="0">
                <a:pos x="connsiteX38389" y="connsiteY38389"/>
              </a:cxn>
              <a:cxn ang="0">
                <a:pos x="connsiteX38390" y="connsiteY38390"/>
              </a:cxn>
              <a:cxn ang="0">
                <a:pos x="connsiteX38391" y="connsiteY38391"/>
              </a:cxn>
              <a:cxn ang="0">
                <a:pos x="connsiteX38392" y="connsiteY38392"/>
              </a:cxn>
              <a:cxn ang="0">
                <a:pos x="connsiteX38393" y="connsiteY38393"/>
              </a:cxn>
              <a:cxn ang="0">
                <a:pos x="connsiteX38394" y="connsiteY38394"/>
              </a:cxn>
              <a:cxn ang="0">
                <a:pos x="connsiteX38395" y="connsiteY38395"/>
              </a:cxn>
              <a:cxn ang="0">
                <a:pos x="connsiteX38396" y="connsiteY38396"/>
              </a:cxn>
              <a:cxn ang="0">
                <a:pos x="connsiteX38397" y="connsiteY38397"/>
              </a:cxn>
              <a:cxn ang="0">
                <a:pos x="connsiteX38398" y="connsiteY38398"/>
              </a:cxn>
              <a:cxn ang="0">
                <a:pos x="connsiteX38399" y="connsiteY38399"/>
              </a:cxn>
              <a:cxn ang="0">
                <a:pos x="connsiteX38400" y="connsiteY38400"/>
              </a:cxn>
              <a:cxn ang="0">
                <a:pos x="connsiteX38401" y="connsiteY38401"/>
              </a:cxn>
              <a:cxn ang="0">
                <a:pos x="connsiteX38402" y="connsiteY38402"/>
              </a:cxn>
              <a:cxn ang="0">
                <a:pos x="connsiteX38403" y="connsiteY38403"/>
              </a:cxn>
              <a:cxn ang="0">
                <a:pos x="connsiteX38404" y="connsiteY38404"/>
              </a:cxn>
              <a:cxn ang="0">
                <a:pos x="connsiteX38405" y="connsiteY38405"/>
              </a:cxn>
              <a:cxn ang="0">
                <a:pos x="connsiteX38406" y="connsiteY38406"/>
              </a:cxn>
              <a:cxn ang="0">
                <a:pos x="connsiteX38407" y="connsiteY38407"/>
              </a:cxn>
              <a:cxn ang="0">
                <a:pos x="connsiteX38408" y="connsiteY38408"/>
              </a:cxn>
              <a:cxn ang="0">
                <a:pos x="connsiteX38409" y="connsiteY38409"/>
              </a:cxn>
              <a:cxn ang="0">
                <a:pos x="connsiteX38410" y="connsiteY38410"/>
              </a:cxn>
              <a:cxn ang="0">
                <a:pos x="connsiteX38411" y="connsiteY38411"/>
              </a:cxn>
              <a:cxn ang="0">
                <a:pos x="connsiteX38412" y="connsiteY38412"/>
              </a:cxn>
              <a:cxn ang="0">
                <a:pos x="connsiteX38413" y="connsiteY38413"/>
              </a:cxn>
              <a:cxn ang="0">
                <a:pos x="connsiteX38414" y="connsiteY38414"/>
              </a:cxn>
              <a:cxn ang="0">
                <a:pos x="connsiteX38415" y="connsiteY38415"/>
              </a:cxn>
              <a:cxn ang="0">
                <a:pos x="connsiteX38416" y="connsiteY38416"/>
              </a:cxn>
              <a:cxn ang="0">
                <a:pos x="connsiteX38417" y="connsiteY38417"/>
              </a:cxn>
              <a:cxn ang="0">
                <a:pos x="connsiteX38418" y="connsiteY38418"/>
              </a:cxn>
              <a:cxn ang="0">
                <a:pos x="connsiteX38419" y="connsiteY38419"/>
              </a:cxn>
              <a:cxn ang="0">
                <a:pos x="connsiteX38420" y="connsiteY38420"/>
              </a:cxn>
              <a:cxn ang="0">
                <a:pos x="connsiteX38421" y="connsiteY38421"/>
              </a:cxn>
              <a:cxn ang="0">
                <a:pos x="connsiteX38422" y="connsiteY38422"/>
              </a:cxn>
              <a:cxn ang="0">
                <a:pos x="connsiteX38423" y="connsiteY38423"/>
              </a:cxn>
              <a:cxn ang="0">
                <a:pos x="connsiteX38424" y="connsiteY38424"/>
              </a:cxn>
              <a:cxn ang="0">
                <a:pos x="connsiteX38425" y="connsiteY38425"/>
              </a:cxn>
              <a:cxn ang="0">
                <a:pos x="connsiteX38426" y="connsiteY38426"/>
              </a:cxn>
              <a:cxn ang="0">
                <a:pos x="connsiteX38427" y="connsiteY38427"/>
              </a:cxn>
              <a:cxn ang="0">
                <a:pos x="connsiteX38428" y="connsiteY38428"/>
              </a:cxn>
              <a:cxn ang="0">
                <a:pos x="connsiteX38429" y="connsiteY38429"/>
              </a:cxn>
              <a:cxn ang="0">
                <a:pos x="connsiteX38430" y="connsiteY38430"/>
              </a:cxn>
              <a:cxn ang="0">
                <a:pos x="connsiteX38431" y="connsiteY38431"/>
              </a:cxn>
              <a:cxn ang="0">
                <a:pos x="connsiteX38432" y="connsiteY38432"/>
              </a:cxn>
              <a:cxn ang="0">
                <a:pos x="connsiteX38433" y="connsiteY38433"/>
              </a:cxn>
              <a:cxn ang="0">
                <a:pos x="connsiteX38434" y="connsiteY38434"/>
              </a:cxn>
              <a:cxn ang="0">
                <a:pos x="connsiteX38435" y="connsiteY38435"/>
              </a:cxn>
              <a:cxn ang="0">
                <a:pos x="connsiteX38436" y="connsiteY38436"/>
              </a:cxn>
              <a:cxn ang="0">
                <a:pos x="connsiteX38437" y="connsiteY38437"/>
              </a:cxn>
              <a:cxn ang="0">
                <a:pos x="connsiteX38438" y="connsiteY38438"/>
              </a:cxn>
              <a:cxn ang="0">
                <a:pos x="connsiteX38439" y="connsiteY38439"/>
              </a:cxn>
              <a:cxn ang="0">
                <a:pos x="connsiteX38440" y="connsiteY38440"/>
              </a:cxn>
              <a:cxn ang="0">
                <a:pos x="connsiteX38441" y="connsiteY38441"/>
              </a:cxn>
              <a:cxn ang="0">
                <a:pos x="connsiteX38442" y="connsiteY38442"/>
              </a:cxn>
              <a:cxn ang="0">
                <a:pos x="connsiteX38443" y="connsiteY38443"/>
              </a:cxn>
              <a:cxn ang="0">
                <a:pos x="connsiteX38444" y="connsiteY38444"/>
              </a:cxn>
              <a:cxn ang="0">
                <a:pos x="connsiteX38445" y="connsiteY38445"/>
              </a:cxn>
              <a:cxn ang="0">
                <a:pos x="connsiteX38446" y="connsiteY38446"/>
              </a:cxn>
              <a:cxn ang="0">
                <a:pos x="connsiteX38447" y="connsiteY38447"/>
              </a:cxn>
              <a:cxn ang="0">
                <a:pos x="connsiteX38448" y="connsiteY38448"/>
              </a:cxn>
              <a:cxn ang="0">
                <a:pos x="connsiteX38449" y="connsiteY38449"/>
              </a:cxn>
              <a:cxn ang="0">
                <a:pos x="connsiteX38450" y="connsiteY38450"/>
              </a:cxn>
              <a:cxn ang="0">
                <a:pos x="connsiteX38451" y="connsiteY38451"/>
              </a:cxn>
              <a:cxn ang="0">
                <a:pos x="connsiteX38452" y="connsiteY38452"/>
              </a:cxn>
              <a:cxn ang="0">
                <a:pos x="connsiteX38453" y="connsiteY38453"/>
              </a:cxn>
              <a:cxn ang="0">
                <a:pos x="connsiteX38454" y="connsiteY38454"/>
              </a:cxn>
              <a:cxn ang="0">
                <a:pos x="connsiteX38455" y="connsiteY38455"/>
              </a:cxn>
              <a:cxn ang="0">
                <a:pos x="connsiteX38456" y="connsiteY38456"/>
              </a:cxn>
              <a:cxn ang="0">
                <a:pos x="connsiteX38457" y="connsiteY38457"/>
              </a:cxn>
              <a:cxn ang="0">
                <a:pos x="connsiteX38458" y="connsiteY38458"/>
              </a:cxn>
              <a:cxn ang="0">
                <a:pos x="connsiteX38459" y="connsiteY38459"/>
              </a:cxn>
              <a:cxn ang="0">
                <a:pos x="connsiteX38460" y="connsiteY38460"/>
              </a:cxn>
              <a:cxn ang="0">
                <a:pos x="connsiteX38461" y="connsiteY38461"/>
              </a:cxn>
              <a:cxn ang="0">
                <a:pos x="connsiteX38462" y="connsiteY38462"/>
              </a:cxn>
              <a:cxn ang="0">
                <a:pos x="connsiteX38463" y="connsiteY38463"/>
              </a:cxn>
              <a:cxn ang="0">
                <a:pos x="connsiteX38464" y="connsiteY38464"/>
              </a:cxn>
              <a:cxn ang="0">
                <a:pos x="connsiteX38465" y="connsiteY38465"/>
              </a:cxn>
              <a:cxn ang="0">
                <a:pos x="connsiteX38466" y="connsiteY38466"/>
              </a:cxn>
              <a:cxn ang="0">
                <a:pos x="connsiteX38467" y="connsiteY38467"/>
              </a:cxn>
              <a:cxn ang="0">
                <a:pos x="connsiteX38468" y="connsiteY38468"/>
              </a:cxn>
              <a:cxn ang="0">
                <a:pos x="connsiteX38469" y="connsiteY38469"/>
              </a:cxn>
              <a:cxn ang="0">
                <a:pos x="connsiteX38470" y="connsiteY38470"/>
              </a:cxn>
              <a:cxn ang="0">
                <a:pos x="connsiteX38471" y="connsiteY38471"/>
              </a:cxn>
              <a:cxn ang="0">
                <a:pos x="connsiteX38472" y="connsiteY38472"/>
              </a:cxn>
              <a:cxn ang="0">
                <a:pos x="connsiteX38473" y="connsiteY38473"/>
              </a:cxn>
              <a:cxn ang="0">
                <a:pos x="connsiteX38474" y="connsiteY38474"/>
              </a:cxn>
              <a:cxn ang="0">
                <a:pos x="connsiteX38475" y="connsiteY38475"/>
              </a:cxn>
              <a:cxn ang="0">
                <a:pos x="connsiteX38476" y="connsiteY38476"/>
              </a:cxn>
              <a:cxn ang="0">
                <a:pos x="connsiteX38477" y="connsiteY38477"/>
              </a:cxn>
              <a:cxn ang="0">
                <a:pos x="connsiteX38478" y="connsiteY38478"/>
              </a:cxn>
              <a:cxn ang="0">
                <a:pos x="connsiteX38479" y="connsiteY38479"/>
              </a:cxn>
              <a:cxn ang="0">
                <a:pos x="connsiteX38480" y="connsiteY38480"/>
              </a:cxn>
              <a:cxn ang="0">
                <a:pos x="connsiteX38481" y="connsiteY38481"/>
              </a:cxn>
              <a:cxn ang="0">
                <a:pos x="connsiteX38482" y="connsiteY38482"/>
              </a:cxn>
              <a:cxn ang="0">
                <a:pos x="connsiteX38483" y="connsiteY38483"/>
              </a:cxn>
              <a:cxn ang="0">
                <a:pos x="connsiteX38484" y="connsiteY38484"/>
              </a:cxn>
              <a:cxn ang="0">
                <a:pos x="connsiteX38485" y="connsiteY38485"/>
              </a:cxn>
              <a:cxn ang="0">
                <a:pos x="connsiteX38486" y="connsiteY38486"/>
              </a:cxn>
              <a:cxn ang="0">
                <a:pos x="connsiteX38487" y="connsiteY38487"/>
              </a:cxn>
              <a:cxn ang="0">
                <a:pos x="connsiteX38488" y="connsiteY38488"/>
              </a:cxn>
              <a:cxn ang="0">
                <a:pos x="connsiteX38489" y="connsiteY38489"/>
              </a:cxn>
              <a:cxn ang="0">
                <a:pos x="connsiteX38490" y="connsiteY38490"/>
              </a:cxn>
              <a:cxn ang="0">
                <a:pos x="connsiteX38491" y="connsiteY38491"/>
              </a:cxn>
              <a:cxn ang="0">
                <a:pos x="connsiteX38492" y="connsiteY38492"/>
              </a:cxn>
              <a:cxn ang="0">
                <a:pos x="connsiteX38493" y="connsiteY38493"/>
              </a:cxn>
              <a:cxn ang="0">
                <a:pos x="connsiteX38494" y="connsiteY38494"/>
              </a:cxn>
              <a:cxn ang="0">
                <a:pos x="connsiteX38495" y="connsiteY38495"/>
              </a:cxn>
              <a:cxn ang="0">
                <a:pos x="connsiteX38496" y="connsiteY38496"/>
              </a:cxn>
              <a:cxn ang="0">
                <a:pos x="connsiteX38497" y="connsiteY38497"/>
              </a:cxn>
              <a:cxn ang="0">
                <a:pos x="connsiteX38498" y="connsiteY38498"/>
              </a:cxn>
              <a:cxn ang="0">
                <a:pos x="connsiteX38499" y="connsiteY38499"/>
              </a:cxn>
              <a:cxn ang="0">
                <a:pos x="connsiteX38500" y="connsiteY38500"/>
              </a:cxn>
              <a:cxn ang="0">
                <a:pos x="connsiteX38501" y="connsiteY38501"/>
              </a:cxn>
              <a:cxn ang="0">
                <a:pos x="connsiteX38502" y="connsiteY38502"/>
              </a:cxn>
              <a:cxn ang="0">
                <a:pos x="connsiteX38503" y="connsiteY38503"/>
              </a:cxn>
              <a:cxn ang="0">
                <a:pos x="connsiteX38504" y="connsiteY38504"/>
              </a:cxn>
              <a:cxn ang="0">
                <a:pos x="connsiteX38505" y="connsiteY38505"/>
              </a:cxn>
              <a:cxn ang="0">
                <a:pos x="connsiteX38506" y="connsiteY38506"/>
              </a:cxn>
              <a:cxn ang="0">
                <a:pos x="connsiteX38507" y="connsiteY38507"/>
              </a:cxn>
              <a:cxn ang="0">
                <a:pos x="connsiteX38508" y="connsiteY38508"/>
              </a:cxn>
              <a:cxn ang="0">
                <a:pos x="connsiteX38509" y="connsiteY38509"/>
              </a:cxn>
              <a:cxn ang="0">
                <a:pos x="connsiteX38510" y="connsiteY38510"/>
              </a:cxn>
              <a:cxn ang="0">
                <a:pos x="connsiteX38511" y="connsiteY38511"/>
              </a:cxn>
              <a:cxn ang="0">
                <a:pos x="connsiteX38512" y="connsiteY38512"/>
              </a:cxn>
              <a:cxn ang="0">
                <a:pos x="connsiteX38513" y="connsiteY38513"/>
              </a:cxn>
              <a:cxn ang="0">
                <a:pos x="connsiteX38514" y="connsiteY38514"/>
              </a:cxn>
              <a:cxn ang="0">
                <a:pos x="connsiteX38515" y="connsiteY38515"/>
              </a:cxn>
              <a:cxn ang="0">
                <a:pos x="connsiteX38516" y="connsiteY38516"/>
              </a:cxn>
              <a:cxn ang="0">
                <a:pos x="connsiteX38517" y="connsiteY38517"/>
              </a:cxn>
              <a:cxn ang="0">
                <a:pos x="connsiteX38518" y="connsiteY38518"/>
              </a:cxn>
              <a:cxn ang="0">
                <a:pos x="connsiteX38519" y="connsiteY38519"/>
              </a:cxn>
              <a:cxn ang="0">
                <a:pos x="connsiteX38520" y="connsiteY38520"/>
              </a:cxn>
              <a:cxn ang="0">
                <a:pos x="connsiteX38521" y="connsiteY38521"/>
              </a:cxn>
              <a:cxn ang="0">
                <a:pos x="connsiteX38522" y="connsiteY38522"/>
              </a:cxn>
              <a:cxn ang="0">
                <a:pos x="connsiteX38523" y="connsiteY38523"/>
              </a:cxn>
              <a:cxn ang="0">
                <a:pos x="connsiteX38524" y="connsiteY38524"/>
              </a:cxn>
              <a:cxn ang="0">
                <a:pos x="connsiteX38525" y="connsiteY38525"/>
              </a:cxn>
              <a:cxn ang="0">
                <a:pos x="connsiteX38526" y="connsiteY38526"/>
              </a:cxn>
              <a:cxn ang="0">
                <a:pos x="connsiteX38527" y="connsiteY38527"/>
              </a:cxn>
              <a:cxn ang="0">
                <a:pos x="connsiteX38528" y="connsiteY38528"/>
              </a:cxn>
              <a:cxn ang="0">
                <a:pos x="connsiteX38529" y="connsiteY38529"/>
              </a:cxn>
              <a:cxn ang="0">
                <a:pos x="connsiteX38530" y="connsiteY38530"/>
              </a:cxn>
              <a:cxn ang="0">
                <a:pos x="connsiteX38531" y="connsiteY38531"/>
              </a:cxn>
              <a:cxn ang="0">
                <a:pos x="connsiteX38532" y="connsiteY38532"/>
              </a:cxn>
              <a:cxn ang="0">
                <a:pos x="connsiteX38533" y="connsiteY38533"/>
              </a:cxn>
              <a:cxn ang="0">
                <a:pos x="connsiteX38534" y="connsiteY38534"/>
              </a:cxn>
              <a:cxn ang="0">
                <a:pos x="connsiteX38535" y="connsiteY38535"/>
              </a:cxn>
              <a:cxn ang="0">
                <a:pos x="connsiteX38536" y="connsiteY38536"/>
              </a:cxn>
              <a:cxn ang="0">
                <a:pos x="connsiteX38537" y="connsiteY38537"/>
              </a:cxn>
              <a:cxn ang="0">
                <a:pos x="connsiteX38538" y="connsiteY38538"/>
              </a:cxn>
              <a:cxn ang="0">
                <a:pos x="connsiteX38539" y="connsiteY38539"/>
              </a:cxn>
              <a:cxn ang="0">
                <a:pos x="connsiteX38540" y="connsiteY38540"/>
              </a:cxn>
              <a:cxn ang="0">
                <a:pos x="connsiteX38541" y="connsiteY38541"/>
              </a:cxn>
              <a:cxn ang="0">
                <a:pos x="connsiteX38542" y="connsiteY38542"/>
              </a:cxn>
              <a:cxn ang="0">
                <a:pos x="connsiteX38543" y="connsiteY38543"/>
              </a:cxn>
              <a:cxn ang="0">
                <a:pos x="connsiteX38544" y="connsiteY38544"/>
              </a:cxn>
              <a:cxn ang="0">
                <a:pos x="connsiteX38545" y="connsiteY38545"/>
              </a:cxn>
              <a:cxn ang="0">
                <a:pos x="connsiteX38546" y="connsiteY38546"/>
              </a:cxn>
              <a:cxn ang="0">
                <a:pos x="connsiteX38547" y="connsiteY38547"/>
              </a:cxn>
              <a:cxn ang="0">
                <a:pos x="connsiteX38548" y="connsiteY38548"/>
              </a:cxn>
              <a:cxn ang="0">
                <a:pos x="connsiteX38549" y="connsiteY38549"/>
              </a:cxn>
              <a:cxn ang="0">
                <a:pos x="connsiteX38550" y="connsiteY38550"/>
              </a:cxn>
              <a:cxn ang="0">
                <a:pos x="connsiteX38551" y="connsiteY38551"/>
              </a:cxn>
              <a:cxn ang="0">
                <a:pos x="connsiteX38552" y="connsiteY38552"/>
              </a:cxn>
              <a:cxn ang="0">
                <a:pos x="connsiteX38553" y="connsiteY38553"/>
              </a:cxn>
              <a:cxn ang="0">
                <a:pos x="connsiteX38554" y="connsiteY38554"/>
              </a:cxn>
              <a:cxn ang="0">
                <a:pos x="connsiteX38555" y="connsiteY38555"/>
              </a:cxn>
              <a:cxn ang="0">
                <a:pos x="connsiteX38556" y="connsiteY38556"/>
              </a:cxn>
              <a:cxn ang="0">
                <a:pos x="connsiteX38557" y="connsiteY38557"/>
              </a:cxn>
              <a:cxn ang="0">
                <a:pos x="connsiteX38558" y="connsiteY38558"/>
              </a:cxn>
              <a:cxn ang="0">
                <a:pos x="connsiteX38559" y="connsiteY38559"/>
              </a:cxn>
              <a:cxn ang="0">
                <a:pos x="connsiteX38560" y="connsiteY38560"/>
              </a:cxn>
              <a:cxn ang="0">
                <a:pos x="connsiteX38561" y="connsiteY38561"/>
              </a:cxn>
              <a:cxn ang="0">
                <a:pos x="connsiteX38562" y="connsiteY38562"/>
              </a:cxn>
              <a:cxn ang="0">
                <a:pos x="connsiteX38563" y="connsiteY38563"/>
              </a:cxn>
              <a:cxn ang="0">
                <a:pos x="connsiteX38564" y="connsiteY38564"/>
              </a:cxn>
              <a:cxn ang="0">
                <a:pos x="connsiteX38565" y="connsiteY38565"/>
              </a:cxn>
              <a:cxn ang="0">
                <a:pos x="connsiteX38566" y="connsiteY38566"/>
              </a:cxn>
              <a:cxn ang="0">
                <a:pos x="connsiteX38567" y="connsiteY38567"/>
              </a:cxn>
              <a:cxn ang="0">
                <a:pos x="connsiteX38568" y="connsiteY38568"/>
              </a:cxn>
              <a:cxn ang="0">
                <a:pos x="connsiteX38569" y="connsiteY38569"/>
              </a:cxn>
              <a:cxn ang="0">
                <a:pos x="connsiteX38570" y="connsiteY38570"/>
              </a:cxn>
              <a:cxn ang="0">
                <a:pos x="connsiteX38571" y="connsiteY38571"/>
              </a:cxn>
              <a:cxn ang="0">
                <a:pos x="connsiteX38572" y="connsiteY38572"/>
              </a:cxn>
              <a:cxn ang="0">
                <a:pos x="connsiteX38573" y="connsiteY38573"/>
              </a:cxn>
              <a:cxn ang="0">
                <a:pos x="connsiteX38574" y="connsiteY38574"/>
              </a:cxn>
              <a:cxn ang="0">
                <a:pos x="connsiteX38575" y="connsiteY38575"/>
              </a:cxn>
              <a:cxn ang="0">
                <a:pos x="connsiteX38576" y="connsiteY38576"/>
              </a:cxn>
              <a:cxn ang="0">
                <a:pos x="connsiteX38577" y="connsiteY38577"/>
              </a:cxn>
              <a:cxn ang="0">
                <a:pos x="connsiteX38578" y="connsiteY38578"/>
              </a:cxn>
              <a:cxn ang="0">
                <a:pos x="connsiteX38579" y="connsiteY38579"/>
              </a:cxn>
              <a:cxn ang="0">
                <a:pos x="connsiteX38580" y="connsiteY38580"/>
              </a:cxn>
              <a:cxn ang="0">
                <a:pos x="connsiteX38581" y="connsiteY38581"/>
              </a:cxn>
              <a:cxn ang="0">
                <a:pos x="connsiteX38582" y="connsiteY38582"/>
              </a:cxn>
              <a:cxn ang="0">
                <a:pos x="connsiteX38583" y="connsiteY38583"/>
              </a:cxn>
              <a:cxn ang="0">
                <a:pos x="connsiteX38584" y="connsiteY38584"/>
              </a:cxn>
              <a:cxn ang="0">
                <a:pos x="connsiteX38585" y="connsiteY38585"/>
              </a:cxn>
              <a:cxn ang="0">
                <a:pos x="connsiteX38586" y="connsiteY38586"/>
              </a:cxn>
              <a:cxn ang="0">
                <a:pos x="connsiteX38587" y="connsiteY38587"/>
              </a:cxn>
              <a:cxn ang="0">
                <a:pos x="connsiteX38588" y="connsiteY38588"/>
              </a:cxn>
              <a:cxn ang="0">
                <a:pos x="connsiteX38589" y="connsiteY38589"/>
              </a:cxn>
              <a:cxn ang="0">
                <a:pos x="connsiteX38590" y="connsiteY38590"/>
              </a:cxn>
              <a:cxn ang="0">
                <a:pos x="connsiteX38591" y="connsiteY38591"/>
              </a:cxn>
              <a:cxn ang="0">
                <a:pos x="connsiteX38592" y="connsiteY38592"/>
              </a:cxn>
              <a:cxn ang="0">
                <a:pos x="connsiteX38593" y="connsiteY38593"/>
              </a:cxn>
              <a:cxn ang="0">
                <a:pos x="connsiteX38594" y="connsiteY38594"/>
              </a:cxn>
              <a:cxn ang="0">
                <a:pos x="connsiteX38595" y="connsiteY38595"/>
              </a:cxn>
              <a:cxn ang="0">
                <a:pos x="connsiteX38596" y="connsiteY38596"/>
              </a:cxn>
              <a:cxn ang="0">
                <a:pos x="connsiteX38597" y="connsiteY38597"/>
              </a:cxn>
              <a:cxn ang="0">
                <a:pos x="connsiteX38598" y="connsiteY38598"/>
              </a:cxn>
              <a:cxn ang="0">
                <a:pos x="connsiteX38599" y="connsiteY38599"/>
              </a:cxn>
              <a:cxn ang="0">
                <a:pos x="connsiteX38600" y="connsiteY38600"/>
              </a:cxn>
              <a:cxn ang="0">
                <a:pos x="connsiteX38601" y="connsiteY38601"/>
              </a:cxn>
              <a:cxn ang="0">
                <a:pos x="connsiteX38602" y="connsiteY38602"/>
              </a:cxn>
              <a:cxn ang="0">
                <a:pos x="connsiteX38603" y="connsiteY38603"/>
              </a:cxn>
              <a:cxn ang="0">
                <a:pos x="connsiteX38604" y="connsiteY38604"/>
              </a:cxn>
              <a:cxn ang="0">
                <a:pos x="connsiteX38605" y="connsiteY38605"/>
              </a:cxn>
              <a:cxn ang="0">
                <a:pos x="connsiteX38606" y="connsiteY38606"/>
              </a:cxn>
              <a:cxn ang="0">
                <a:pos x="connsiteX38607" y="connsiteY38607"/>
              </a:cxn>
              <a:cxn ang="0">
                <a:pos x="connsiteX38608" y="connsiteY38608"/>
              </a:cxn>
              <a:cxn ang="0">
                <a:pos x="connsiteX38609" y="connsiteY38609"/>
              </a:cxn>
              <a:cxn ang="0">
                <a:pos x="connsiteX38610" y="connsiteY38610"/>
              </a:cxn>
              <a:cxn ang="0">
                <a:pos x="connsiteX38611" y="connsiteY38611"/>
              </a:cxn>
              <a:cxn ang="0">
                <a:pos x="connsiteX38612" y="connsiteY38612"/>
              </a:cxn>
              <a:cxn ang="0">
                <a:pos x="connsiteX38613" y="connsiteY38613"/>
              </a:cxn>
              <a:cxn ang="0">
                <a:pos x="connsiteX38614" y="connsiteY38614"/>
              </a:cxn>
              <a:cxn ang="0">
                <a:pos x="connsiteX38615" y="connsiteY38615"/>
              </a:cxn>
              <a:cxn ang="0">
                <a:pos x="connsiteX38616" y="connsiteY38616"/>
              </a:cxn>
              <a:cxn ang="0">
                <a:pos x="connsiteX38617" y="connsiteY38617"/>
              </a:cxn>
              <a:cxn ang="0">
                <a:pos x="connsiteX38618" y="connsiteY38618"/>
              </a:cxn>
              <a:cxn ang="0">
                <a:pos x="connsiteX38619" y="connsiteY38619"/>
              </a:cxn>
              <a:cxn ang="0">
                <a:pos x="connsiteX38620" y="connsiteY38620"/>
              </a:cxn>
              <a:cxn ang="0">
                <a:pos x="connsiteX38621" y="connsiteY38621"/>
              </a:cxn>
              <a:cxn ang="0">
                <a:pos x="connsiteX38622" y="connsiteY38622"/>
              </a:cxn>
              <a:cxn ang="0">
                <a:pos x="connsiteX38623" y="connsiteY38623"/>
              </a:cxn>
              <a:cxn ang="0">
                <a:pos x="connsiteX38624" y="connsiteY38624"/>
              </a:cxn>
              <a:cxn ang="0">
                <a:pos x="connsiteX38625" y="connsiteY38625"/>
              </a:cxn>
              <a:cxn ang="0">
                <a:pos x="connsiteX38626" y="connsiteY38626"/>
              </a:cxn>
              <a:cxn ang="0">
                <a:pos x="connsiteX38627" y="connsiteY38627"/>
              </a:cxn>
              <a:cxn ang="0">
                <a:pos x="connsiteX38628" y="connsiteY38628"/>
              </a:cxn>
              <a:cxn ang="0">
                <a:pos x="connsiteX38629" y="connsiteY38629"/>
              </a:cxn>
              <a:cxn ang="0">
                <a:pos x="connsiteX38630" y="connsiteY38630"/>
              </a:cxn>
              <a:cxn ang="0">
                <a:pos x="connsiteX38631" y="connsiteY38631"/>
              </a:cxn>
              <a:cxn ang="0">
                <a:pos x="connsiteX38632" y="connsiteY38632"/>
              </a:cxn>
              <a:cxn ang="0">
                <a:pos x="connsiteX38633" y="connsiteY38633"/>
              </a:cxn>
              <a:cxn ang="0">
                <a:pos x="connsiteX38634" y="connsiteY38634"/>
              </a:cxn>
              <a:cxn ang="0">
                <a:pos x="connsiteX38635" y="connsiteY38635"/>
              </a:cxn>
              <a:cxn ang="0">
                <a:pos x="connsiteX38636" y="connsiteY38636"/>
              </a:cxn>
              <a:cxn ang="0">
                <a:pos x="connsiteX38637" y="connsiteY38637"/>
              </a:cxn>
              <a:cxn ang="0">
                <a:pos x="connsiteX38638" y="connsiteY38638"/>
              </a:cxn>
              <a:cxn ang="0">
                <a:pos x="connsiteX38639" y="connsiteY38639"/>
              </a:cxn>
              <a:cxn ang="0">
                <a:pos x="connsiteX38640" y="connsiteY38640"/>
              </a:cxn>
              <a:cxn ang="0">
                <a:pos x="connsiteX38641" y="connsiteY38641"/>
              </a:cxn>
              <a:cxn ang="0">
                <a:pos x="connsiteX38642" y="connsiteY38642"/>
              </a:cxn>
              <a:cxn ang="0">
                <a:pos x="connsiteX38643" y="connsiteY38643"/>
              </a:cxn>
              <a:cxn ang="0">
                <a:pos x="connsiteX38644" y="connsiteY38644"/>
              </a:cxn>
              <a:cxn ang="0">
                <a:pos x="connsiteX38645" y="connsiteY38645"/>
              </a:cxn>
              <a:cxn ang="0">
                <a:pos x="connsiteX38646" y="connsiteY38646"/>
              </a:cxn>
              <a:cxn ang="0">
                <a:pos x="connsiteX38647" y="connsiteY38647"/>
              </a:cxn>
              <a:cxn ang="0">
                <a:pos x="connsiteX38648" y="connsiteY38648"/>
              </a:cxn>
              <a:cxn ang="0">
                <a:pos x="connsiteX38649" y="connsiteY38649"/>
              </a:cxn>
              <a:cxn ang="0">
                <a:pos x="connsiteX38650" y="connsiteY38650"/>
              </a:cxn>
              <a:cxn ang="0">
                <a:pos x="connsiteX38651" y="connsiteY38651"/>
              </a:cxn>
              <a:cxn ang="0">
                <a:pos x="connsiteX38652" y="connsiteY38652"/>
              </a:cxn>
              <a:cxn ang="0">
                <a:pos x="connsiteX38653" y="connsiteY38653"/>
              </a:cxn>
              <a:cxn ang="0">
                <a:pos x="connsiteX38654" y="connsiteY38654"/>
              </a:cxn>
              <a:cxn ang="0">
                <a:pos x="connsiteX38655" y="connsiteY38655"/>
              </a:cxn>
              <a:cxn ang="0">
                <a:pos x="connsiteX38656" y="connsiteY38656"/>
              </a:cxn>
              <a:cxn ang="0">
                <a:pos x="connsiteX38657" y="connsiteY38657"/>
              </a:cxn>
              <a:cxn ang="0">
                <a:pos x="connsiteX38658" y="connsiteY38658"/>
              </a:cxn>
              <a:cxn ang="0">
                <a:pos x="connsiteX38659" y="connsiteY38659"/>
              </a:cxn>
              <a:cxn ang="0">
                <a:pos x="connsiteX38660" y="connsiteY38660"/>
              </a:cxn>
              <a:cxn ang="0">
                <a:pos x="connsiteX38661" y="connsiteY38661"/>
              </a:cxn>
              <a:cxn ang="0">
                <a:pos x="connsiteX38662" y="connsiteY38662"/>
              </a:cxn>
              <a:cxn ang="0">
                <a:pos x="connsiteX38663" y="connsiteY38663"/>
              </a:cxn>
              <a:cxn ang="0">
                <a:pos x="connsiteX38664" y="connsiteY38664"/>
              </a:cxn>
              <a:cxn ang="0">
                <a:pos x="connsiteX38665" y="connsiteY38665"/>
              </a:cxn>
              <a:cxn ang="0">
                <a:pos x="connsiteX38666" y="connsiteY38666"/>
              </a:cxn>
              <a:cxn ang="0">
                <a:pos x="connsiteX38667" y="connsiteY38667"/>
              </a:cxn>
              <a:cxn ang="0">
                <a:pos x="connsiteX38668" y="connsiteY38668"/>
              </a:cxn>
              <a:cxn ang="0">
                <a:pos x="connsiteX38669" y="connsiteY38669"/>
              </a:cxn>
              <a:cxn ang="0">
                <a:pos x="connsiteX38670" y="connsiteY38670"/>
              </a:cxn>
              <a:cxn ang="0">
                <a:pos x="connsiteX38671" y="connsiteY38671"/>
              </a:cxn>
              <a:cxn ang="0">
                <a:pos x="connsiteX38672" y="connsiteY38672"/>
              </a:cxn>
              <a:cxn ang="0">
                <a:pos x="connsiteX38673" y="connsiteY38673"/>
              </a:cxn>
              <a:cxn ang="0">
                <a:pos x="connsiteX38674" y="connsiteY38674"/>
              </a:cxn>
              <a:cxn ang="0">
                <a:pos x="connsiteX38675" y="connsiteY38675"/>
              </a:cxn>
              <a:cxn ang="0">
                <a:pos x="connsiteX38676" y="connsiteY38676"/>
              </a:cxn>
              <a:cxn ang="0">
                <a:pos x="connsiteX38677" y="connsiteY38677"/>
              </a:cxn>
              <a:cxn ang="0">
                <a:pos x="connsiteX38678" y="connsiteY38678"/>
              </a:cxn>
              <a:cxn ang="0">
                <a:pos x="connsiteX38679" y="connsiteY38679"/>
              </a:cxn>
              <a:cxn ang="0">
                <a:pos x="connsiteX38680" y="connsiteY38680"/>
              </a:cxn>
              <a:cxn ang="0">
                <a:pos x="connsiteX38681" y="connsiteY38681"/>
              </a:cxn>
              <a:cxn ang="0">
                <a:pos x="connsiteX38682" y="connsiteY38682"/>
              </a:cxn>
              <a:cxn ang="0">
                <a:pos x="connsiteX38683" y="connsiteY38683"/>
              </a:cxn>
              <a:cxn ang="0">
                <a:pos x="connsiteX38684" y="connsiteY38684"/>
              </a:cxn>
              <a:cxn ang="0">
                <a:pos x="connsiteX38685" y="connsiteY38685"/>
              </a:cxn>
              <a:cxn ang="0">
                <a:pos x="connsiteX38686" y="connsiteY38686"/>
              </a:cxn>
              <a:cxn ang="0">
                <a:pos x="connsiteX38687" y="connsiteY38687"/>
              </a:cxn>
              <a:cxn ang="0">
                <a:pos x="connsiteX38688" y="connsiteY38688"/>
              </a:cxn>
              <a:cxn ang="0">
                <a:pos x="connsiteX38689" y="connsiteY38689"/>
              </a:cxn>
              <a:cxn ang="0">
                <a:pos x="connsiteX38690" y="connsiteY38690"/>
              </a:cxn>
              <a:cxn ang="0">
                <a:pos x="connsiteX38691" y="connsiteY38691"/>
              </a:cxn>
              <a:cxn ang="0">
                <a:pos x="connsiteX38692" y="connsiteY38692"/>
              </a:cxn>
              <a:cxn ang="0">
                <a:pos x="connsiteX38693" y="connsiteY38693"/>
              </a:cxn>
              <a:cxn ang="0">
                <a:pos x="connsiteX38694" y="connsiteY38694"/>
              </a:cxn>
              <a:cxn ang="0">
                <a:pos x="connsiteX38695" y="connsiteY38695"/>
              </a:cxn>
              <a:cxn ang="0">
                <a:pos x="connsiteX38696" y="connsiteY38696"/>
              </a:cxn>
              <a:cxn ang="0">
                <a:pos x="connsiteX38697" y="connsiteY38697"/>
              </a:cxn>
              <a:cxn ang="0">
                <a:pos x="connsiteX38698" y="connsiteY38698"/>
              </a:cxn>
              <a:cxn ang="0">
                <a:pos x="connsiteX38699" y="connsiteY38699"/>
              </a:cxn>
              <a:cxn ang="0">
                <a:pos x="connsiteX38700" y="connsiteY38700"/>
              </a:cxn>
              <a:cxn ang="0">
                <a:pos x="connsiteX38701" y="connsiteY38701"/>
              </a:cxn>
              <a:cxn ang="0">
                <a:pos x="connsiteX38702" y="connsiteY38702"/>
              </a:cxn>
              <a:cxn ang="0">
                <a:pos x="connsiteX38703" y="connsiteY38703"/>
              </a:cxn>
              <a:cxn ang="0">
                <a:pos x="connsiteX38704" y="connsiteY38704"/>
              </a:cxn>
              <a:cxn ang="0">
                <a:pos x="connsiteX38705" y="connsiteY38705"/>
              </a:cxn>
              <a:cxn ang="0">
                <a:pos x="connsiteX38706" y="connsiteY38706"/>
              </a:cxn>
              <a:cxn ang="0">
                <a:pos x="connsiteX38707" y="connsiteY38707"/>
              </a:cxn>
              <a:cxn ang="0">
                <a:pos x="connsiteX38708" y="connsiteY38708"/>
              </a:cxn>
              <a:cxn ang="0">
                <a:pos x="connsiteX38709" y="connsiteY38709"/>
              </a:cxn>
              <a:cxn ang="0">
                <a:pos x="connsiteX38710" y="connsiteY38710"/>
              </a:cxn>
              <a:cxn ang="0">
                <a:pos x="connsiteX38711" y="connsiteY38711"/>
              </a:cxn>
              <a:cxn ang="0">
                <a:pos x="connsiteX38712" y="connsiteY38712"/>
              </a:cxn>
              <a:cxn ang="0">
                <a:pos x="connsiteX38713" y="connsiteY38713"/>
              </a:cxn>
              <a:cxn ang="0">
                <a:pos x="connsiteX38714" y="connsiteY38714"/>
              </a:cxn>
              <a:cxn ang="0">
                <a:pos x="connsiteX38715" y="connsiteY38715"/>
              </a:cxn>
              <a:cxn ang="0">
                <a:pos x="connsiteX38716" y="connsiteY38716"/>
              </a:cxn>
              <a:cxn ang="0">
                <a:pos x="connsiteX38717" y="connsiteY38717"/>
              </a:cxn>
              <a:cxn ang="0">
                <a:pos x="connsiteX38718" y="connsiteY38718"/>
              </a:cxn>
              <a:cxn ang="0">
                <a:pos x="connsiteX38719" y="connsiteY38719"/>
              </a:cxn>
              <a:cxn ang="0">
                <a:pos x="connsiteX38720" y="connsiteY38720"/>
              </a:cxn>
              <a:cxn ang="0">
                <a:pos x="connsiteX38721" y="connsiteY38721"/>
              </a:cxn>
              <a:cxn ang="0">
                <a:pos x="connsiteX38722" y="connsiteY38722"/>
              </a:cxn>
              <a:cxn ang="0">
                <a:pos x="connsiteX38723" y="connsiteY38723"/>
              </a:cxn>
              <a:cxn ang="0">
                <a:pos x="connsiteX38724" y="connsiteY38724"/>
              </a:cxn>
              <a:cxn ang="0">
                <a:pos x="connsiteX38725" y="connsiteY38725"/>
              </a:cxn>
              <a:cxn ang="0">
                <a:pos x="connsiteX38726" y="connsiteY38726"/>
              </a:cxn>
              <a:cxn ang="0">
                <a:pos x="connsiteX38727" y="connsiteY38727"/>
              </a:cxn>
              <a:cxn ang="0">
                <a:pos x="connsiteX38728" y="connsiteY38728"/>
              </a:cxn>
              <a:cxn ang="0">
                <a:pos x="connsiteX38729" y="connsiteY38729"/>
              </a:cxn>
              <a:cxn ang="0">
                <a:pos x="connsiteX38730" y="connsiteY38730"/>
              </a:cxn>
              <a:cxn ang="0">
                <a:pos x="connsiteX38731" y="connsiteY38731"/>
              </a:cxn>
              <a:cxn ang="0">
                <a:pos x="connsiteX38732" y="connsiteY38732"/>
              </a:cxn>
              <a:cxn ang="0">
                <a:pos x="connsiteX38733" y="connsiteY38733"/>
              </a:cxn>
              <a:cxn ang="0">
                <a:pos x="connsiteX38734" y="connsiteY38734"/>
              </a:cxn>
              <a:cxn ang="0">
                <a:pos x="connsiteX38735" y="connsiteY38735"/>
              </a:cxn>
              <a:cxn ang="0">
                <a:pos x="connsiteX38736" y="connsiteY38736"/>
              </a:cxn>
              <a:cxn ang="0">
                <a:pos x="connsiteX38737" y="connsiteY38737"/>
              </a:cxn>
              <a:cxn ang="0">
                <a:pos x="connsiteX38738" y="connsiteY38738"/>
              </a:cxn>
              <a:cxn ang="0">
                <a:pos x="connsiteX38739" y="connsiteY38739"/>
              </a:cxn>
              <a:cxn ang="0">
                <a:pos x="connsiteX38740" y="connsiteY38740"/>
              </a:cxn>
              <a:cxn ang="0">
                <a:pos x="connsiteX38741" y="connsiteY38741"/>
              </a:cxn>
              <a:cxn ang="0">
                <a:pos x="connsiteX38742" y="connsiteY38742"/>
              </a:cxn>
              <a:cxn ang="0">
                <a:pos x="connsiteX38743" y="connsiteY38743"/>
              </a:cxn>
              <a:cxn ang="0">
                <a:pos x="connsiteX38744" y="connsiteY38744"/>
              </a:cxn>
              <a:cxn ang="0">
                <a:pos x="connsiteX38745" y="connsiteY38745"/>
              </a:cxn>
              <a:cxn ang="0">
                <a:pos x="connsiteX38746" y="connsiteY38746"/>
              </a:cxn>
              <a:cxn ang="0">
                <a:pos x="connsiteX38747" y="connsiteY38747"/>
              </a:cxn>
              <a:cxn ang="0">
                <a:pos x="connsiteX38748" y="connsiteY38748"/>
              </a:cxn>
              <a:cxn ang="0">
                <a:pos x="connsiteX38749" y="connsiteY38749"/>
              </a:cxn>
              <a:cxn ang="0">
                <a:pos x="connsiteX38750" y="connsiteY38750"/>
              </a:cxn>
              <a:cxn ang="0">
                <a:pos x="connsiteX38751" y="connsiteY38751"/>
              </a:cxn>
              <a:cxn ang="0">
                <a:pos x="connsiteX38752" y="connsiteY38752"/>
              </a:cxn>
              <a:cxn ang="0">
                <a:pos x="connsiteX38753" y="connsiteY38753"/>
              </a:cxn>
              <a:cxn ang="0">
                <a:pos x="connsiteX38754" y="connsiteY38754"/>
              </a:cxn>
              <a:cxn ang="0">
                <a:pos x="connsiteX38755" y="connsiteY38755"/>
              </a:cxn>
              <a:cxn ang="0">
                <a:pos x="connsiteX38756" y="connsiteY38756"/>
              </a:cxn>
              <a:cxn ang="0">
                <a:pos x="connsiteX38757" y="connsiteY38757"/>
              </a:cxn>
              <a:cxn ang="0">
                <a:pos x="connsiteX38758" y="connsiteY38758"/>
              </a:cxn>
              <a:cxn ang="0">
                <a:pos x="connsiteX38759" y="connsiteY38759"/>
              </a:cxn>
              <a:cxn ang="0">
                <a:pos x="connsiteX38760" y="connsiteY38760"/>
              </a:cxn>
              <a:cxn ang="0">
                <a:pos x="connsiteX38761" y="connsiteY38761"/>
              </a:cxn>
              <a:cxn ang="0">
                <a:pos x="connsiteX38762" y="connsiteY38762"/>
              </a:cxn>
              <a:cxn ang="0">
                <a:pos x="connsiteX38763" y="connsiteY38763"/>
              </a:cxn>
              <a:cxn ang="0">
                <a:pos x="connsiteX38764" y="connsiteY38764"/>
              </a:cxn>
              <a:cxn ang="0">
                <a:pos x="connsiteX38765" y="connsiteY38765"/>
              </a:cxn>
              <a:cxn ang="0">
                <a:pos x="connsiteX38766" y="connsiteY38766"/>
              </a:cxn>
              <a:cxn ang="0">
                <a:pos x="connsiteX38767" y="connsiteY38767"/>
              </a:cxn>
              <a:cxn ang="0">
                <a:pos x="connsiteX38768" y="connsiteY38768"/>
              </a:cxn>
              <a:cxn ang="0">
                <a:pos x="connsiteX38769" y="connsiteY38769"/>
              </a:cxn>
              <a:cxn ang="0">
                <a:pos x="connsiteX38770" y="connsiteY38770"/>
              </a:cxn>
              <a:cxn ang="0">
                <a:pos x="connsiteX38771" y="connsiteY38771"/>
              </a:cxn>
              <a:cxn ang="0">
                <a:pos x="connsiteX38772" y="connsiteY38772"/>
              </a:cxn>
              <a:cxn ang="0">
                <a:pos x="connsiteX38773" y="connsiteY38773"/>
              </a:cxn>
              <a:cxn ang="0">
                <a:pos x="connsiteX38774" y="connsiteY38774"/>
              </a:cxn>
              <a:cxn ang="0">
                <a:pos x="connsiteX38775" y="connsiteY38775"/>
              </a:cxn>
              <a:cxn ang="0">
                <a:pos x="connsiteX38776" y="connsiteY38776"/>
              </a:cxn>
              <a:cxn ang="0">
                <a:pos x="connsiteX38777" y="connsiteY38777"/>
              </a:cxn>
              <a:cxn ang="0">
                <a:pos x="connsiteX38778" y="connsiteY38778"/>
              </a:cxn>
              <a:cxn ang="0">
                <a:pos x="connsiteX38779" y="connsiteY38779"/>
              </a:cxn>
              <a:cxn ang="0">
                <a:pos x="connsiteX38780" y="connsiteY38780"/>
              </a:cxn>
              <a:cxn ang="0">
                <a:pos x="connsiteX38781" y="connsiteY38781"/>
              </a:cxn>
              <a:cxn ang="0">
                <a:pos x="connsiteX38782" y="connsiteY38782"/>
              </a:cxn>
              <a:cxn ang="0">
                <a:pos x="connsiteX38783" y="connsiteY38783"/>
              </a:cxn>
              <a:cxn ang="0">
                <a:pos x="connsiteX38784" y="connsiteY38784"/>
              </a:cxn>
              <a:cxn ang="0">
                <a:pos x="connsiteX38785" y="connsiteY38785"/>
              </a:cxn>
              <a:cxn ang="0">
                <a:pos x="connsiteX38786" y="connsiteY38786"/>
              </a:cxn>
              <a:cxn ang="0">
                <a:pos x="connsiteX38787" y="connsiteY38787"/>
              </a:cxn>
              <a:cxn ang="0">
                <a:pos x="connsiteX38788" y="connsiteY38788"/>
              </a:cxn>
              <a:cxn ang="0">
                <a:pos x="connsiteX38789" y="connsiteY38789"/>
              </a:cxn>
              <a:cxn ang="0">
                <a:pos x="connsiteX38790" y="connsiteY38790"/>
              </a:cxn>
              <a:cxn ang="0">
                <a:pos x="connsiteX38791" y="connsiteY38791"/>
              </a:cxn>
              <a:cxn ang="0">
                <a:pos x="connsiteX38792" y="connsiteY38792"/>
              </a:cxn>
              <a:cxn ang="0">
                <a:pos x="connsiteX38793" y="connsiteY38793"/>
              </a:cxn>
              <a:cxn ang="0">
                <a:pos x="connsiteX38794" y="connsiteY38794"/>
              </a:cxn>
              <a:cxn ang="0">
                <a:pos x="connsiteX38795" y="connsiteY38795"/>
              </a:cxn>
              <a:cxn ang="0">
                <a:pos x="connsiteX38796" y="connsiteY38796"/>
              </a:cxn>
              <a:cxn ang="0">
                <a:pos x="connsiteX38797" y="connsiteY38797"/>
              </a:cxn>
              <a:cxn ang="0">
                <a:pos x="connsiteX38798" y="connsiteY38798"/>
              </a:cxn>
              <a:cxn ang="0">
                <a:pos x="connsiteX38799" y="connsiteY38799"/>
              </a:cxn>
              <a:cxn ang="0">
                <a:pos x="connsiteX38800" y="connsiteY38800"/>
              </a:cxn>
              <a:cxn ang="0">
                <a:pos x="connsiteX38801" y="connsiteY38801"/>
              </a:cxn>
              <a:cxn ang="0">
                <a:pos x="connsiteX38802" y="connsiteY38802"/>
              </a:cxn>
              <a:cxn ang="0">
                <a:pos x="connsiteX38803" y="connsiteY38803"/>
              </a:cxn>
              <a:cxn ang="0">
                <a:pos x="connsiteX38804" y="connsiteY38804"/>
              </a:cxn>
              <a:cxn ang="0">
                <a:pos x="connsiteX38805" y="connsiteY38805"/>
              </a:cxn>
              <a:cxn ang="0">
                <a:pos x="connsiteX38806" y="connsiteY38806"/>
              </a:cxn>
              <a:cxn ang="0">
                <a:pos x="connsiteX38807" y="connsiteY38807"/>
              </a:cxn>
              <a:cxn ang="0">
                <a:pos x="connsiteX38808" y="connsiteY38808"/>
              </a:cxn>
              <a:cxn ang="0">
                <a:pos x="connsiteX38809" y="connsiteY38809"/>
              </a:cxn>
              <a:cxn ang="0">
                <a:pos x="connsiteX38810" y="connsiteY38810"/>
              </a:cxn>
              <a:cxn ang="0">
                <a:pos x="connsiteX38811" y="connsiteY38811"/>
              </a:cxn>
              <a:cxn ang="0">
                <a:pos x="connsiteX38812" y="connsiteY38812"/>
              </a:cxn>
              <a:cxn ang="0">
                <a:pos x="connsiteX38813" y="connsiteY38813"/>
              </a:cxn>
              <a:cxn ang="0">
                <a:pos x="connsiteX38814" y="connsiteY38814"/>
              </a:cxn>
              <a:cxn ang="0">
                <a:pos x="connsiteX38815" y="connsiteY38815"/>
              </a:cxn>
              <a:cxn ang="0">
                <a:pos x="connsiteX38816" y="connsiteY38816"/>
              </a:cxn>
              <a:cxn ang="0">
                <a:pos x="connsiteX38817" y="connsiteY38817"/>
              </a:cxn>
              <a:cxn ang="0">
                <a:pos x="connsiteX38818" y="connsiteY38818"/>
              </a:cxn>
              <a:cxn ang="0">
                <a:pos x="connsiteX38819" y="connsiteY38819"/>
              </a:cxn>
              <a:cxn ang="0">
                <a:pos x="connsiteX38820" y="connsiteY38820"/>
              </a:cxn>
              <a:cxn ang="0">
                <a:pos x="connsiteX38821" y="connsiteY38821"/>
              </a:cxn>
              <a:cxn ang="0">
                <a:pos x="connsiteX38822" y="connsiteY38822"/>
              </a:cxn>
              <a:cxn ang="0">
                <a:pos x="connsiteX38823" y="connsiteY38823"/>
              </a:cxn>
              <a:cxn ang="0">
                <a:pos x="connsiteX38824" y="connsiteY38824"/>
              </a:cxn>
              <a:cxn ang="0">
                <a:pos x="connsiteX38825" y="connsiteY38825"/>
              </a:cxn>
              <a:cxn ang="0">
                <a:pos x="connsiteX38826" y="connsiteY38826"/>
              </a:cxn>
              <a:cxn ang="0">
                <a:pos x="connsiteX38827" y="connsiteY38827"/>
              </a:cxn>
              <a:cxn ang="0">
                <a:pos x="connsiteX38828" y="connsiteY38828"/>
              </a:cxn>
              <a:cxn ang="0">
                <a:pos x="connsiteX38829" y="connsiteY38829"/>
              </a:cxn>
              <a:cxn ang="0">
                <a:pos x="connsiteX38830" y="connsiteY38830"/>
              </a:cxn>
              <a:cxn ang="0">
                <a:pos x="connsiteX38831" y="connsiteY38831"/>
              </a:cxn>
              <a:cxn ang="0">
                <a:pos x="connsiteX38832" y="connsiteY38832"/>
              </a:cxn>
              <a:cxn ang="0">
                <a:pos x="connsiteX38833" y="connsiteY38833"/>
              </a:cxn>
              <a:cxn ang="0">
                <a:pos x="connsiteX38834" y="connsiteY38834"/>
              </a:cxn>
              <a:cxn ang="0">
                <a:pos x="connsiteX38835" y="connsiteY38835"/>
              </a:cxn>
              <a:cxn ang="0">
                <a:pos x="connsiteX38836" y="connsiteY38836"/>
              </a:cxn>
              <a:cxn ang="0">
                <a:pos x="connsiteX38837" y="connsiteY38837"/>
              </a:cxn>
              <a:cxn ang="0">
                <a:pos x="connsiteX38838" y="connsiteY38838"/>
              </a:cxn>
              <a:cxn ang="0">
                <a:pos x="connsiteX38839" y="connsiteY38839"/>
              </a:cxn>
              <a:cxn ang="0">
                <a:pos x="connsiteX38840" y="connsiteY38840"/>
              </a:cxn>
              <a:cxn ang="0">
                <a:pos x="connsiteX38841" y="connsiteY38841"/>
              </a:cxn>
              <a:cxn ang="0">
                <a:pos x="connsiteX38842" y="connsiteY38842"/>
              </a:cxn>
              <a:cxn ang="0">
                <a:pos x="connsiteX38843" y="connsiteY38843"/>
              </a:cxn>
              <a:cxn ang="0">
                <a:pos x="connsiteX38844" y="connsiteY38844"/>
              </a:cxn>
              <a:cxn ang="0">
                <a:pos x="connsiteX38845" y="connsiteY38845"/>
              </a:cxn>
              <a:cxn ang="0">
                <a:pos x="connsiteX38846" y="connsiteY38846"/>
              </a:cxn>
              <a:cxn ang="0">
                <a:pos x="connsiteX38847" y="connsiteY38847"/>
              </a:cxn>
              <a:cxn ang="0">
                <a:pos x="connsiteX38848" y="connsiteY38848"/>
              </a:cxn>
              <a:cxn ang="0">
                <a:pos x="connsiteX38849" y="connsiteY38849"/>
              </a:cxn>
              <a:cxn ang="0">
                <a:pos x="connsiteX38850" y="connsiteY38850"/>
              </a:cxn>
              <a:cxn ang="0">
                <a:pos x="connsiteX38851" y="connsiteY38851"/>
              </a:cxn>
              <a:cxn ang="0">
                <a:pos x="connsiteX38852" y="connsiteY38852"/>
              </a:cxn>
              <a:cxn ang="0">
                <a:pos x="connsiteX38853" y="connsiteY38853"/>
              </a:cxn>
              <a:cxn ang="0">
                <a:pos x="connsiteX38854" y="connsiteY38854"/>
              </a:cxn>
              <a:cxn ang="0">
                <a:pos x="connsiteX38855" y="connsiteY38855"/>
              </a:cxn>
              <a:cxn ang="0">
                <a:pos x="connsiteX38856" y="connsiteY38856"/>
              </a:cxn>
              <a:cxn ang="0">
                <a:pos x="connsiteX38857" y="connsiteY38857"/>
              </a:cxn>
              <a:cxn ang="0">
                <a:pos x="connsiteX38858" y="connsiteY38858"/>
              </a:cxn>
              <a:cxn ang="0">
                <a:pos x="connsiteX38859" y="connsiteY38859"/>
              </a:cxn>
              <a:cxn ang="0">
                <a:pos x="connsiteX38860" y="connsiteY38860"/>
              </a:cxn>
              <a:cxn ang="0">
                <a:pos x="connsiteX38861" y="connsiteY38861"/>
              </a:cxn>
              <a:cxn ang="0">
                <a:pos x="connsiteX38862" y="connsiteY38862"/>
              </a:cxn>
              <a:cxn ang="0">
                <a:pos x="connsiteX38863" y="connsiteY38863"/>
              </a:cxn>
              <a:cxn ang="0">
                <a:pos x="connsiteX38864" y="connsiteY38864"/>
              </a:cxn>
              <a:cxn ang="0">
                <a:pos x="connsiteX38865" y="connsiteY38865"/>
              </a:cxn>
              <a:cxn ang="0">
                <a:pos x="connsiteX38866" y="connsiteY38866"/>
              </a:cxn>
              <a:cxn ang="0">
                <a:pos x="connsiteX38867" y="connsiteY38867"/>
              </a:cxn>
              <a:cxn ang="0">
                <a:pos x="connsiteX38868" y="connsiteY38868"/>
              </a:cxn>
              <a:cxn ang="0">
                <a:pos x="connsiteX38869" y="connsiteY38869"/>
              </a:cxn>
              <a:cxn ang="0">
                <a:pos x="connsiteX38870" y="connsiteY38870"/>
              </a:cxn>
              <a:cxn ang="0">
                <a:pos x="connsiteX38871" y="connsiteY38871"/>
              </a:cxn>
              <a:cxn ang="0">
                <a:pos x="connsiteX38872" y="connsiteY38872"/>
              </a:cxn>
              <a:cxn ang="0">
                <a:pos x="connsiteX38873" y="connsiteY38873"/>
              </a:cxn>
              <a:cxn ang="0">
                <a:pos x="connsiteX38874" y="connsiteY38874"/>
              </a:cxn>
              <a:cxn ang="0">
                <a:pos x="connsiteX38875" y="connsiteY38875"/>
              </a:cxn>
              <a:cxn ang="0">
                <a:pos x="connsiteX38876" y="connsiteY38876"/>
              </a:cxn>
              <a:cxn ang="0">
                <a:pos x="connsiteX38877" y="connsiteY38877"/>
              </a:cxn>
              <a:cxn ang="0">
                <a:pos x="connsiteX38878" y="connsiteY38878"/>
              </a:cxn>
              <a:cxn ang="0">
                <a:pos x="connsiteX38879" y="connsiteY38879"/>
              </a:cxn>
              <a:cxn ang="0">
                <a:pos x="connsiteX38880" y="connsiteY38880"/>
              </a:cxn>
              <a:cxn ang="0">
                <a:pos x="connsiteX38881" y="connsiteY38881"/>
              </a:cxn>
              <a:cxn ang="0">
                <a:pos x="connsiteX38882" y="connsiteY38882"/>
              </a:cxn>
              <a:cxn ang="0">
                <a:pos x="connsiteX38883" y="connsiteY38883"/>
              </a:cxn>
              <a:cxn ang="0">
                <a:pos x="connsiteX38884" y="connsiteY38884"/>
              </a:cxn>
              <a:cxn ang="0">
                <a:pos x="connsiteX38885" y="connsiteY38885"/>
              </a:cxn>
              <a:cxn ang="0">
                <a:pos x="connsiteX38886" y="connsiteY38886"/>
              </a:cxn>
              <a:cxn ang="0">
                <a:pos x="connsiteX38887" y="connsiteY38887"/>
              </a:cxn>
              <a:cxn ang="0">
                <a:pos x="connsiteX38888" y="connsiteY38888"/>
              </a:cxn>
              <a:cxn ang="0">
                <a:pos x="connsiteX38889" y="connsiteY38889"/>
              </a:cxn>
              <a:cxn ang="0">
                <a:pos x="connsiteX38890" y="connsiteY38890"/>
              </a:cxn>
              <a:cxn ang="0">
                <a:pos x="connsiteX38891" y="connsiteY38891"/>
              </a:cxn>
              <a:cxn ang="0">
                <a:pos x="connsiteX38892" y="connsiteY38892"/>
              </a:cxn>
              <a:cxn ang="0">
                <a:pos x="connsiteX38893" y="connsiteY38893"/>
              </a:cxn>
              <a:cxn ang="0">
                <a:pos x="connsiteX38894" y="connsiteY38894"/>
              </a:cxn>
              <a:cxn ang="0">
                <a:pos x="connsiteX38895" y="connsiteY38895"/>
              </a:cxn>
              <a:cxn ang="0">
                <a:pos x="connsiteX38896" y="connsiteY38896"/>
              </a:cxn>
              <a:cxn ang="0">
                <a:pos x="connsiteX38897" y="connsiteY38897"/>
              </a:cxn>
              <a:cxn ang="0">
                <a:pos x="connsiteX38898" y="connsiteY38898"/>
              </a:cxn>
              <a:cxn ang="0">
                <a:pos x="connsiteX38899" y="connsiteY38899"/>
              </a:cxn>
              <a:cxn ang="0">
                <a:pos x="connsiteX38900" y="connsiteY38900"/>
              </a:cxn>
              <a:cxn ang="0">
                <a:pos x="connsiteX38901" y="connsiteY38901"/>
              </a:cxn>
              <a:cxn ang="0">
                <a:pos x="connsiteX38902" y="connsiteY38902"/>
              </a:cxn>
              <a:cxn ang="0">
                <a:pos x="connsiteX38903" y="connsiteY38903"/>
              </a:cxn>
              <a:cxn ang="0">
                <a:pos x="connsiteX38904" y="connsiteY38904"/>
              </a:cxn>
              <a:cxn ang="0">
                <a:pos x="connsiteX38905" y="connsiteY38905"/>
              </a:cxn>
              <a:cxn ang="0">
                <a:pos x="connsiteX38906" y="connsiteY38906"/>
              </a:cxn>
              <a:cxn ang="0">
                <a:pos x="connsiteX38907" y="connsiteY38907"/>
              </a:cxn>
              <a:cxn ang="0">
                <a:pos x="connsiteX38908" y="connsiteY38908"/>
              </a:cxn>
              <a:cxn ang="0">
                <a:pos x="connsiteX38909" y="connsiteY38909"/>
              </a:cxn>
              <a:cxn ang="0">
                <a:pos x="connsiteX38910" y="connsiteY38910"/>
              </a:cxn>
              <a:cxn ang="0">
                <a:pos x="connsiteX38911" y="connsiteY38911"/>
              </a:cxn>
              <a:cxn ang="0">
                <a:pos x="connsiteX38912" y="connsiteY38912"/>
              </a:cxn>
              <a:cxn ang="0">
                <a:pos x="connsiteX38913" y="connsiteY38913"/>
              </a:cxn>
              <a:cxn ang="0">
                <a:pos x="connsiteX38914" y="connsiteY38914"/>
              </a:cxn>
              <a:cxn ang="0">
                <a:pos x="connsiteX38915" y="connsiteY38915"/>
              </a:cxn>
              <a:cxn ang="0">
                <a:pos x="connsiteX38916" y="connsiteY38916"/>
              </a:cxn>
              <a:cxn ang="0">
                <a:pos x="connsiteX38917" y="connsiteY38917"/>
              </a:cxn>
              <a:cxn ang="0">
                <a:pos x="connsiteX38918" y="connsiteY38918"/>
              </a:cxn>
              <a:cxn ang="0">
                <a:pos x="connsiteX38919" y="connsiteY38919"/>
              </a:cxn>
              <a:cxn ang="0">
                <a:pos x="connsiteX38920" y="connsiteY38920"/>
              </a:cxn>
              <a:cxn ang="0">
                <a:pos x="connsiteX38921" y="connsiteY38921"/>
              </a:cxn>
              <a:cxn ang="0">
                <a:pos x="connsiteX38922" y="connsiteY38922"/>
              </a:cxn>
              <a:cxn ang="0">
                <a:pos x="connsiteX38923" y="connsiteY38923"/>
              </a:cxn>
              <a:cxn ang="0">
                <a:pos x="connsiteX38924" y="connsiteY38924"/>
              </a:cxn>
              <a:cxn ang="0">
                <a:pos x="connsiteX38925" y="connsiteY38925"/>
              </a:cxn>
              <a:cxn ang="0">
                <a:pos x="connsiteX38926" y="connsiteY38926"/>
              </a:cxn>
              <a:cxn ang="0">
                <a:pos x="connsiteX38927" y="connsiteY38927"/>
              </a:cxn>
              <a:cxn ang="0">
                <a:pos x="connsiteX38928" y="connsiteY38928"/>
              </a:cxn>
              <a:cxn ang="0">
                <a:pos x="connsiteX38929" y="connsiteY38929"/>
              </a:cxn>
              <a:cxn ang="0">
                <a:pos x="connsiteX38930" y="connsiteY38930"/>
              </a:cxn>
              <a:cxn ang="0">
                <a:pos x="connsiteX38931" y="connsiteY38931"/>
              </a:cxn>
              <a:cxn ang="0">
                <a:pos x="connsiteX38932" y="connsiteY38932"/>
              </a:cxn>
              <a:cxn ang="0">
                <a:pos x="connsiteX38933" y="connsiteY38933"/>
              </a:cxn>
              <a:cxn ang="0">
                <a:pos x="connsiteX38934" y="connsiteY38934"/>
              </a:cxn>
              <a:cxn ang="0">
                <a:pos x="connsiteX38935" y="connsiteY38935"/>
              </a:cxn>
              <a:cxn ang="0">
                <a:pos x="connsiteX38936" y="connsiteY38936"/>
              </a:cxn>
              <a:cxn ang="0">
                <a:pos x="connsiteX38937" y="connsiteY38937"/>
              </a:cxn>
              <a:cxn ang="0">
                <a:pos x="connsiteX38938" y="connsiteY38938"/>
              </a:cxn>
              <a:cxn ang="0">
                <a:pos x="connsiteX38939" y="connsiteY38939"/>
              </a:cxn>
              <a:cxn ang="0">
                <a:pos x="connsiteX38940" y="connsiteY38940"/>
              </a:cxn>
              <a:cxn ang="0">
                <a:pos x="connsiteX38941" y="connsiteY38941"/>
              </a:cxn>
              <a:cxn ang="0">
                <a:pos x="connsiteX38942" y="connsiteY38942"/>
              </a:cxn>
              <a:cxn ang="0">
                <a:pos x="connsiteX38943" y="connsiteY38943"/>
              </a:cxn>
              <a:cxn ang="0">
                <a:pos x="connsiteX38944" y="connsiteY38944"/>
              </a:cxn>
              <a:cxn ang="0">
                <a:pos x="connsiteX38945" y="connsiteY38945"/>
              </a:cxn>
              <a:cxn ang="0">
                <a:pos x="connsiteX38946" y="connsiteY38946"/>
              </a:cxn>
              <a:cxn ang="0">
                <a:pos x="connsiteX38947" y="connsiteY38947"/>
              </a:cxn>
              <a:cxn ang="0">
                <a:pos x="connsiteX38948" y="connsiteY38948"/>
              </a:cxn>
              <a:cxn ang="0">
                <a:pos x="connsiteX38949" y="connsiteY38949"/>
              </a:cxn>
              <a:cxn ang="0">
                <a:pos x="connsiteX38950" y="connsiteY38950"/>
              </a:cxn>
              <a:cxn ang="0">
                <a:pos x="connsiteX38951" y="connsiteY38951"/>
              </a:cxn>
              <a:cxn ang="0">
                <a:pos x="connsiteX38952" y="connsiteY38952"/>
              </a:cxn>
              <a:cxn ang="0">
                <a:pos x="connsiteX38953" y="connsiteY38953"/>
              </a:cxn>
              <a:cxn ang="0">
                <a:pos x="connsiteX38954" y="connsiteY38954"/>
              </a:cxn>
              <a:cxn ang="0">
                <a:pos x="connsiteX38955" y="connsiteY38955"/>
              </a:cxn>
              <a:cxn ang="0">
                <a:pos x="connsiteX38956" y="connsiteY38956"/>
              </a:cxn>
              <a:cxn ang="0">
                <a:pos x="connsiteX38957" y="connsiteY38957"/>
              </a:cxn>
              <a:cxn ang="0">
                <a:pos x="connsiteX38958" y="connsiteY38958"/>
              </a:cxn>
              <a:cxn ang="0">
                <a:pos x="connsiteX38959" y="connsiteY38959"/>
              </a:cxn>
              <a:cxn ang="0">
                <a:pos x="connsiteX38960" y="connsiteY38960"/>
              </a:cxn>
              <a:cxn ang="0">
                <a:pos x="connsiteX38961" y="connsiteY38961"/>
              </a:cxn>
              <a:cxn ang="0">
                <a:pos x="connsiteX38962" y="connsiteY38962"/>
              </a:cxn>
              <a:cxn ang="0">
                <a:pos x="connsiteX38963" y="connsiteY38963"/>
              </a:cxn>
              <a:cxn ang="0">
                <a:pos x="connsiteX38964" y="connsiteY38964"/>
              </a:cxn>
              <a:cxn ang="0">
                <a:pos x="connsiteX38965" y="connsiteY38965"/>
              </a:cxn>
              <a:cxn ang="0">
                <a:pos x="connsiteX38966" y="connsiteY38966"/>
              </a:cxn>
              <a:cxn ang="0">
                <a:pos x="connsiteX38967" y="connsiteY38967"/>
              </a:cxn>
              <a:cxn ang="0">
                <a:pos x="connsiteX38968" y="connsiteY38968"/>
              </a:cxn>
              <a:cxn ang="0">
                <a:pos x="connsiteX38969" y="connsiteY38969"/>
              </a:cxn>
              <a:cxn ang="0">
                <a:pos x="connsiteX38970" y="connsiteY38970"/>
              </a:cxn>
              <a:cxn ang="0">
                <a:pos x="connsiteX38971" y="connsiteY38971"/>
              </a:cxn>
              <a:cxn ang="0">
                <a:pos x="connsiteX38972" y="connsiteY38972"/>
              </a:cxn>
              <a:cxn ang="0">
                <a:pos x="connsiteX38973" y="connsiteY38973"/>
              </a:cxn>
              <a:cxn ang="0">
                <a:pos x="connsiteX38974" y="connsiteY38974"/>
              </a:cxn>
              <a:cxn ang="0">
                <a:pos x="connsiteX38975" y="connsiteY38975"/>
              </a:cxn>
              <a:cxn ang="0">
                <a:pos x="connsiteX38976" y="connsiteY38976"/>
              </a:cxn>
              <a:cxn ang="0">
                <a:pos x="connsiteX38977" y="connsiteY38977"/>
              </a:cxn>
              <a:cxn ang="0">
                <a:pos x="connsiteX38978" y="connsiteY38978"/>
              </a:cxn>
              <a:cxn ang="0">
                <a:pos x="connsiteX38979" y="connsiteY38979"/>
              </a:cxn>
              <a:cxn ang="0">
                <a:pos x="connsiteX38980" y="connsiteY38980"/>
              </a:cxn>
              <a:cxn ang="0">
                <a:pos x="connsiteX38981" y="connsiteY38981"/>
              </a:cxn>
              <a:cxn ang="0">
                <a:pos x="connsiteX38982" y="connsiteY38982"/>
              </a:cxn>
              <a:cxn ang="0">
                <a:pos x="connsiteX38983" y="connsiteY38983"/>
              </a:cxn>
              <a:cxn ang="0">
                <a:pos x="connsiteX38984" y="connsiteY38984"/>
              </a:cxn>
              <a:cxn ang="0">
                <a:pos x="connsiteX38985" y="connsiteY38985"/>
              </a:cxn>
              <a:cxn ang="0">
                <a:pos x="connsiteX38986" y="connsiteY38986"/>
              </a:cxn>
              <a:cxn ang="0">
                <a:pos x="connsiteX38987" y="connsiteY38987"/>
              </a:cxn>
              <a:cxn ang="0">
                <a:pos x="connsiteX38988" y="connsiteY38988"/>
              </a:cxn>
              <a:cxn ang="0">
                <a:pos x="connsiteX38989" y="connsiteY38989"/>
              </a:cxn>
              <a:cxn ang="0">
                <a:pos x="connsiteX38990" y="connsiteY38990"/>
              </a:cxn>
              <a:cxn ang="0">
                <a:pos x="connsiteX38991" y="connsiteY38991"/>
              </a:cxn>
              <a:cxn ang="0">
                <a:pos x="connsiteX38992" y="connsiteY38992"/>
              </a:cxn>
              <a:cxn ang="0">
                <a:pos x="connsiteX38993" y="connsiteY38993"/>
              </a:cxn>
              <a:cxn ang="0">
                <a:pos x="connsiteX38994" y="connsiteY38994"/>
              </a:cxn>
              <a:cxn ang="0">
                <a:pos x="connsiteX38995" y="connsiteY38995"/>
              </a:cxn>
              <a:cxn ang="0">
                <a:pos x="connsiteX38996" y="connsiteY38996"/>
              </a:cxn>
              <a:cxn ang="0">
                <a:pos x="connsiteX38997" y="connsiteY38997"/>
              </a:cxn>
              <a:cxn ang="0">
                <a:pos x="connsiteX38998" y="connsiteY38998"/>
              </a:cxn>
              <a:cxn ang="0">
                <a:pos x="connsiteX38999" y="connsiteY38999"/>
              </a:cxn>
              <a:cxn ang="0">
                <a:pos x="connsiteX39000" y="connsiteY39000"/>
              </a:cxn>
              <a:cxn ang="0">
                <a:pos x="connsiteX39001" y="connsiteY39001"/>
              </a:cxn>
              <a:cxn ang="0">
                <a:pos x="connsiteX39002" y="connsiteY39002"/>
              </a:cxn>
              <a:cxn ang="0">
                <a:pos x="connsiteX39003" y="connsiteY39003"/>
              </a:cxn>
              <a:cxn ang="0">
                <a:pos x="connsiteX39004" y="connsiteY39004"/>
              </a:cxn>
              <a:cxn ang="0">
                <a:pos x="connsiteX39005" y="connsiteY39005"/>
              </a:cxn>
              <a:cxn ang="0">
                <a:pos x="connsiteX39006" y="connsiteY39006"/>
              </a:cxn>
              <a:cxn ang="0">
                <a:pos x="connsiteX39007" y="connsiteY39007"/>
              </a:cxn>
              <a:cxn ang="0">
                <a:pos x="connsiteX39008" y="connsiteY39008"/>
              </a:cxn>
              <a:cxn ang="0">
                <a:pos x="connsiteX39009" y="connsiteY39009"/>
              </a:cxn>
              <a:cxn ang="0">
                <a:pos x="connsiteX39010" y="connsiteY39010"/>
              </a:cxn>
              <a:cxn ang="0">
                <a:pos x="connsiteX39011" y="connsiteY39011"/>
              </a:cxn>
              <a:cxn ang="0">
                <a:pos x="connsiteX39012" y="connsiteY39012"/>
              </a:cxn>
              <a:cxn ang="0">
                <a:pos x="connsiteX39013" y="connsiteY39013"/>
              </a:cxn>
              <a:cxn ang="0">
                <a:pos x="connsiteX39014" y="connsiteY39014"/>
              </a:cxn>
              <a:cxn ang="0">
                <a:pos x="connsiteX39015" y="connsiteY39015"/>
              </a:cxn>
              <a:cxn ang="0">
                <a:pos x="connsiteX39016" y="connsiteY39016"/>
              </a:cxn>
              <a:cxn ang="0">
                <a:pos x="connsiteX39017" y="connsiteY39017"/>
              </a:cxn>
              <a:cxn ang="0">
                <a:pos x="connsiteX39018" y="connsiteY39018"/>
              </a:cxn>
              <a:cxn ang="0">
                <a:pos x="connsiteX39019" y="connsiteY39019"/>
              </a:cxn>
              <a:cxn ang="0">
                <a:pos x="connsiteX39020" y="connsiteY39020"/>
              </a:cxn>
              <a:cxn ang="0">
                <a:pos x="connsiteX39021" y="connsiteY39021"/>
              </a:cxn>
              <a:cxn ang="0">
                <a:pos x="connsiteX39022" y="connsiteY39022"/>
              </a:cxn>
              <a:cxn ang="0">
                <a:pos x="connsiteX39023" y="connsiteY39023"/>
              </a:cxn>
              <a:cxn ang="0">
                <a:pos x="connsiteX39024" y="connsiteY39024"/>
              </a:cxn>
              <a:cxn ang="0">
                <a:pos x="connsiteX39025" y="connsiteY39025"/>
              </a:cxn>
              <a:cxn ang="0">
                <a:pos x="connsiteX39026" y="connsiteY39026"/>
              </a:cxn>
              <a:cxn ang="0">
                <a:pos x="connsiteX39027" y="connsiteY39027"/>
              </a:cxn>
              <a:cxn ang="0">
                <a:pos x="connsiteX39028" y="connsiteY39028"/>
              </a:cxn>
              <a:cxn ang="0">
                <a:pos x="connsiteX39029" y="connsiteY39029"/>
              </a:cxn>
              <a:cxn ang="0">
                <a:pos x="connsiteX39030" y="connsiteY39030"/>
              </a:cxn>
              <a:cxn ang="0">
                <a:pos x="connsiteX39031" y="connsiteY39031"/>
              </a:cxn>
              <a:cxn ang="0">
                <a:pos x="connsiteX39032" y="connsiteY39032"/>
              </a:cxn>
              <a:cxn ang="0">
                <a:pos x="connsiteX39033" y="connsiteY39033"/>
              </a:cxn>
              <a:cxn ang="0">
                <a:pos x="connsiteX39034" y="connsiteY39034"/>
              </a:cxn>
              <a:cxn ang="0">
                <a:pos x="connsiteX39035" y="connsiteY39035"/>
              </a:cxn>
              <a:cxn ang="0">
                <a:pos x="connsiteX39036" y="connsiteY39036"/>
              </a:cxn>
              <a:cxn ang="0">
                <a:pos x="connsiteX39037" y="connsiteY39037"/>
              </a:cxn>
              <a:cxn ang="0">
                <a:pos x="connsiteX39038" y="connsiteY39038"/>
              </a:cxn>
              <a:cxn ang="0">
                <a:pos x="connsiteX39039" y="connsiteY39039"/>
              </a:cxn>
              <a:cxn ang="0">
                <a:pos x="connsiteX39040" y="connsiteY39040"/>
              </a:cxn>
              <a:cxn ang="0">
                <a:pos x="connsiteX39041" y="connsiteY39041"/>
              </a:cxn>
              <a:cxn ang="0">
                <a:pos x="connsiteX39042" y="connsiteY39042"/>
              </a:cxn>
              <a:cxn ang="0">
                <a:pos x="connsiteX39043" y="connsiteY39043"/>
              </a:cxn>
              <a:cxn ang="0">
                <a:pos x="connsiteX39044" y="connsiteY39044"/>
              </a:cxn>
              <a:cxn ang="0">
                <a:pos x="connsiteX39045" y="connsiteY39045"/>
              </a:cxn>
              <a:cxn ang="0">
                <a:pos x="connsiteX39046" y="connsiteY39046"/>
              </a:cxn>
              <a:cxn ang="0">
                <a:pos x="connsiteX39047" y="connsiteY39047"/>
              </a:cxn>
              <a:cxn ang="0">
                <a:pos x="connsiteX39048" y="connsiteY39048"/>
              </a:cxn>
              <a:cxn ang="0">
                <a:pos x="connsiteX39049" y="connsiteY39049"/>
              </a:cxn>
              <a:cxn ang="0">
                <a:pos x="connsiteX39050" y="connsiteY39050"/>
              </a:cxn>
              <a:cxn ang="0">
                <a:pos x="connsiteX39051" y="connsiteY39051"/>
              </a:cxn>
              <a:cxn ang="0">
                <a:pos x="connsiteX39052" y="connsiteY39052"/>
              </a:cxn>
              <a:cxn ang="0">
                <a:pos x="connsiteX39053" y="connsiteY39053"/>
              </a:cxn>
              <a:cxn ang="0">
                <a:pos x="connsiteX39054" y="connsiteY39054"/>
              </a:cxn>
              <a:cxn ang="0">
                <a:pos x="connsiteX39055" y="connsiteY39055"/>
              </a:cxn>
              <a:cxn ang="0">
                <a:pos x="connsiteX39056" y="connsiteY39056"/>
              </a:cxn>
              <a:cxn ang="0">
                <a:pos x="connsiteX39057" y="connsiteY39057"/>
              </a:cxn>
              <a:cxn ang="0">
                <a:pos x="connsiteX39058" y="connsiteY39058"/>
              </a:cxn>
              <a:cxn ang="0">
                <a:pos x="connsiteX39059" y="connsiteY39059"/>
              </a:cxn>
              <a:cxn ang="0">
                <a:pos x="connsiteX39060" y="connsiteY39060"/>
              </a:cxn>
              <a:cxn ang="0">
                <a:pos x="connsiteX39061" y="connsiteY39061"/>
              </a:cxn>
              <a:cxn ang="0">
                <a:pos x="connsiteX39062" y="connsiteY39062"/>
              </a:cxn>
              <a:cxn ang="0">
                <a:pos x="connsiteX39063" y="connsiteY39063"/>
              </a:cxn>
              <a:cxn ang="0">
                <a:pos x="connsiteX39064" y="connsiteY39064"/>
              </a:cxn>
              <a:cxn ang="0">
                <a:pos x="connsiteX39065" y="connsiteY39065"/>
              </a:cxn>
              <a:cxn ang="0">
                <a:pos x="connsiteX39066" y="connsiteY39066"/>
              </a:cxn>
              <a:cxn ang="0">
                <a:pos x="connsiteX39067" y="connsiteY39067"/>
              </a:cxn>
              <a:cxn ang="0">
                <a:pos x="connsiteX39068" y="connsiteY39068"/>
              </a:cxn>
              <a:cxn ang="0">
                <a:pos x="connsiteX39069" y="connsiteY39069"/>
              </a:cxn>
              <a:cxn ang="0">
                <a:pos x="connsiteX39070" y="connsiteY39070"/>
              </a:cxn>
              <a:cxn ang="0">
                <a:pos x="connsiteX39071" y="connsiteY39071"/>
              </a:cxn>
              <a:cxn ang="0">
                <a:pos x="connsiteX39072" y="connsiteY39072"/>
              </a:cxn>
              <a:cxn ang="0">
                <a:pos x="connsiteX39073" y="connsiteY39073"/>
              </a:cxn>
              <a:cxn ang="0">
                <a:pos x="connsiteX39074" y="connsiteY39074"/>
              </a:cxn>
              <a:cxn ang="0">
                <a:pos x="connsiteX39075" y="connsiteY39075"/>
              </a:cxn>
              <a:cxn ang="0">
                <a:pos x="connsiteX39076" y="connsiteY39076"/>
              </a:cxn>
              <a:cxn ang="0">
                <a:pos x="connsiteX39077" y="connsiteY39077"/>
              </a:cxn>
              <a:cxn ang="0">
                <a:pos x="connsiteX39078" y="connsiteY39078"/>
              </a:cxn>
              <a:cxn ang="0">
                <a:pos x="connsiteX39079" y="connsiteY39079"/>
              </a:cxn>
              <a:cxn ang="0">
                <a:pos x="connsiteX39080" y="connsiteY39080"/>
              </a:cxn>
              <a:cxn ang="0">
                <a:pos x="connsiteX39081" y="connsiteY39081"/>
              </a:cxn>
              <a:cxn ang="0">
                <a:pos x="connsiteX39082" y="connsiteY39082"/>
              </a:cxn>
              <a:cxn ang="0">
                <a:pos x="connsiteX39083" y="connsiteY39083"/>
              </a:cxn>
              <a:cxn ang="0">
                <a:pos x="connsiteX39084" y="connsiteY39084"/>
              </a:cxn>
              <a:cxn ang="0">
                <a:pos x="connsiteX39085" y="connsiteY39085"/>
              </a:cxn>
              <a:cxn ang="0">
                <a:pos x="connsiteX39086" y="connsiteY39086"/>
              </a:cxn>
              <a:cxn ang="0">
                <a:pos x="connsiteX39087" y="connsiteY39087"/>
              </a:cxn>
              <a:cxn ang="0">
                <a:pos x="connsiteX39088" y="connsiteY39088"/>
              </a:cxn>
              <a:cxn ang="0">
                <a:pos x="connsiteX39089" y="connsiteY39089"/>
              </a:cxn>
              <a:cxn ang="0">
                <a:pos x="connsiteX39090" y="connsiteY39090"/>
              </a:cxn>
              <a:cxn ang="0">
                <a:pos x="connsiteX39091" y="connsiteY39091"/>
              </a:cxn>
              <a:cxn ang="0">
                <a:pos x="connsiteX39092" y="connsiteY39092"/>
              </a:cxn>
              <a:cxn ang="0">
                <a:pos x="connsiteX39093" y="connsiteY39093"/>
              </a:cxn>
              <a:cxn ang="0">
                <a:pos x="connsiteX39094" y="connsiteY39094"/>
              </a:cxn>
              <a:cxn ang="0">
                <a:pos x="connsiteX39095" y="connsiteY39095"/>
              </a:cxn>
              <a:cxn ang="0">
                <a:pos x="connsiteX39096" y="connsiteY39096"/>
              </a:cxn>
              <a:cxn ang="0">
                <a:pos x="connsiteX39097" y="connsiteY39097"/>
              </a:cxn>
              <a:cxn ang="0">
                <a:pos x="connsiteX39098" y="connsiteY39098"/>
              </a:cxn>
              <a:cxn ang="0">
                <a:pos x="connsiteX39099" y="connsiteY39099"/>
              </a:cxn>
              <a:cxn ang="0">
                <a:pos x="connsiteX39100" y="connsiteY39100"/>
              </a:cxn>
              <a:cxn ang="0">
                <a:pos x="connsiteX39101" y="connsiteY39101"/>
              </a:cxn>
              <a:cxn ang="0">
                <a:pos x="connsiteX39102" y="connsiteY39102"/>
              </a:cxn>
              <a:cxn ang="0">
                <a:pos x="connsiteX39103" y="connsiteY39103"/>
              </a:cxn>
              <a:cxn ang="0">
                <a:pos x="connsiteX39104" y="connsiteY39104"/>
              </a:cxn>
              <a:cxn ang="0">
                <a:pos x="connsiteX39105" y="connsiteY39105"/>
              </a:cxn>
              <a:cxn ang="0">
                <a:pos x="connsiteX39106" y="connsiteY39106"/>
              </a:cxn>
              <a:cxn ang="0">
                <a:pos x="connsiteX39107" y="connsiteY39107"/>
              </a:cxn>
              <a:cxn ang="0">
                <a:pos x="connsiteX39108" y="connsiteY39108"/>
              </a:cxn>
              <a:cxn ang="0">
                <a:pos x="connsiteX39109" y="connsiteY39109"/>
              </a:cxn>
              <a:cxn ang="0">
                <a:pos x="connsiteX39110" y="connsiteY39110"/>
              </a:cxn>
              <a:cxn ang="0">
                <a:pos x="connsiteX39111" y="connsiteY39111"/>
              </a:cxn>
              <a:cxn ang="0">
                <a:pos x="connsiteX39112" y="connsiteY39112"/>
              </a:cxn>
              <a:cxn ang="0">
                <a:pos x="connsiteX39113" y="connsiteY39113"/>
              </a:cxn>
              <a:cxn ang="0">
                <a:pos x="connsiteX39114" y="connsiteY39114"/>
              </a:cxn>
              <a:cxn ang="0">
                <a:pos x="connsiteX39115" y="connsiteY39115"/>
              </a:cxn>
              <a:cxn ang="0">
                <a:pos x="connsiteX39116" y="connsiteY39116"/>
              </a:cxn>
              <a:cxn ang="0">
                <a:pos x="connsiteX39117" y="connsiteY39117"/>
              </a:cxn>
              <a:cxn ang="0">
                <a:pos x="connsiteX39118" y="connsiteY39118"/>
              </a:cxn>
              <a:cxn ang="0">
                <a:pos x="connsiteX39119" y="connsiteY39119"/>
              </a:cxn>
              <a:cxn ang="0">
                <a:pos x="connsiteX39120" y="connsiteY39120"/>
              </a:cxn>
              <a:cxn ang="0">
                <a:pos x="connsiteX39121" y="connsiteY39121"/>
              </a:cxn>
              <a:cxn ang="0">
                <a:pos x="connsiteX39122" y="connsiteY39122"/>
              </a:cxn>
              <a:cxn ang="0">
                <a:pos x="connsiteX39123" y="connsiteY39123"/>
              </a:cxn>
              <a:cxn ang="0">
                <a:pos x="connsiteX39124" y="connsiteY39124"/>
              </a:cxn>
              <a:cxn ang="0">
                <a:pos x="connsiteX39125" y="connsiteY39125"/>
              </a:cxn>
              <a:cxn ang="0">
                <a:pos x="connsiteX39126" y="connsiteY39126"/>
              </a:cxn>
              <a:cxn ang="0">
                <a:pos x="connsiteX39127" y="connsiteY39127"/>
              </a:cxn>
              <a:cxn ang="0">
                <a:pos x="connsiteX39128" y="connsiteY39128"/>
              </a:cxn>
              <a:cxn ang="0">
                <a:pos x="connsiteX39129" y="connsiteY39129"/>
              </a:cxn>
              <a:cxn ang="0">
                <a:pos x="connsiteX39130" y="connsiteY39130"/>
              </a:cxn>
              <a:cxn ang="0">
                <a:pos x="connsiteX39131" y="connsiteY39131"/>
              </a:cxn>
              <a:cxn ang="0">
                <a:pos x="connsiteX39132" y="connsiteY39132"/>
              </a:cxn>
              <a:cxn ang="0">
                <a:pos x="connsiteX39133" y="connsiteY39133"/>
              </a:cxn>
              <a:cxn ang="0">
                <a:pos x="connsiteX39134" y="connsiteY39134"/>
              </a:cxn>
              <a:cxn ang="0">
                <a:pos x="connsiteX39135" y="connsiteY39135"/>
              </a:cxn>
              <a:cxn ang="0">
                <a:pos x="connsiteX39136" y="connsiteY39136"/>
              </a:cxn>
              <a:cxn ang="0">
                <a:pos x="connsiteX39137" y="connsiteY39137"/>
              </a:cxn>
              <a:cxn ang="0">
                <a:pos x="connsiteX39138" y="connsiteY39138"/>
              </a:cxn>
              <a:cxn ang="0">
                <a:pos x="connsiteX39139" y="connsiteY39139"/>
              </a:cxn>
              <a:cxn ang="0">
                <a:pos x="connsiteX39140" y="connsiteY39140"/>
              </a:cxn>
              <a:cxn ang="0">
                <a:pos x="connsiteX39141" y="connsiteY39141"/>
              </a:cxn>
              <a:cxn ang="0">
                <a:pos x="connsiteX39142" y="connsiteY39142"/>
              </a:cxn>
              <a:cxn ang="0">
                <a:pos x="connsiteX39143" y="connsiteY39143"/>
              </a:cxn>
              <a:cxn ang="0">
                <a:pos x="connsiteX39144" y="connsiteY39144"/>
              </a:cxn>
              <a:cxn ang="0">
                <a:pos x="connsiteX39145" y="connsiteY39145"/>
              </a:cxn>
              <a:cxn ang="0">
                <a:pos x="connsiteX39146" y="connsiteY39146"/>
              </a:cxn>
              <a:cxn ang="0">
                <a:pos x="connsiteX39147" y="connsiteY39147"/>
              </a:cxn>
              <a:cxn ang="0">
                <a:pos x="connsiteX39148" y="connsiteY39148"/>
              </a:cxn>
              <a:cxn ang="0">
                <a:pos x="connsiteX39149" y="connsiteY39149"/>
              </a:cxn>
              <a:cxn ang="0">
                <a:pos x="connsiteX39150" y="connsiteY39150"/>
              </a:cxn>
              <a:cxn ang="0">
                <a:pos x="connsiteX39151" y="connsiteY39151"/>
              </a:cxn>
              <a:cxn ang="0">
                <a:pos x="connsiteX39152" y="connsiteY39152"/>
              </a:cxn>
              <a:cxn ang="0">
                <a:pos x="connsiteX39153" y="connsiteY39153"/>
              </a:cxn>
              <a:cxn ang="0">
                <a:pos x="connsiteX39154" y="connsiteY39154"/>
              </a:cxn>
              <a:cxn ang="0">
                <a:pos x="connsiteX39155" y="connsiteY39155"/>
              </a:cxn>
              <a:cxn ang="0">
                <a:pos x="connsiteX39156" y="connsiteY39156"/>
              </a:cxn>
              <a:cxn ang="0">
                <a:pos x="connsiteX39157" y="connsiteY39157"/>
              </a:cxn>
              <a:cxn ang="0">
                <a:pos x="connsiteX39158" y="connsiteY39158"/>
              </a:cxn>
              <a:cxn ang="0">
                <a:pos x="connsiteX39159" y="connsiteY39159"/>
              </a:cxn>
              <a:cxn ang="0">
                <a:pos x="connsiteX39160" y="connsiteY39160"/>
              </a:cxn>
              <a:cxn ang="0">
                <a:pos x="connsiteX39161" y="connsiteY39161"/>
              </a:cxn>
              <a:cxn ang="0">
                <a:pos x="connsiteX39162" y="connsiteY39162"/>
              </a:cxn>
              <a:cxn ang="0">
                <a:pos x="connsiteX39163" y="connsiteY39163"/>
              </a:cxn>
              <a:cxn ang="0">
                <a:pos x="connsiteX39164" y="connsiteY39164"/>
              </a:cxn>
              <a:cxn ang="0">
                <a:pos x="connsiteX39165" y="connsiteY39165"/>
              </a:cxn>
              <a:cxn ang="0">
                <a:pos x="connsiteX39166" y="connsiteY39166"/>
              </a:cxn>
              <a:cxn ang="0">
                <a:pos x="connsiteX39167" y="connsiteY39167"/>
              </a:cxn>
              <a:cxn ang="0">
                <a:pos x="connsiteX39168" y="connsiteY39168"/>
              </a:cxn>
              <a:cxn ang="0">
                <a:pos x="connsiteX39169" y="connsiteY39169"/>
              </a:cxn>
              <a:cxn ang="0">
                <a:pos x="connsiteX39170" y="connsiteY39170"/>
              </a:cxn>
              <a:cxn ang="0">
                <a:pos x="connsiteX39171" y="connsiteY39171"/>
              </a:cxn>
              <a:cxn ang="0">
                <a:pos x="connsiteX39172" y="connsiteY39172"/>
              </a:cxn>
              <a:cxn ang="0">
                <a:pos x="connsiteX39173" y="connsiteY39173"/>
              </a:cxn>
              <a:cxn ang="0">
                <a:pos x="connsiteX39174" y="connsiteY39174"/>
              </a:cxn>
              <a:cxn ang="0">
                <a:pos x="connsiteX39175" y="connsiteY39175"/>
              </a:cxn>
              <a:cxn ang="0">
                <a:pos x="connsiteX39176" y="connsiteY39176"/>
              </a:cxn>
              <a:cxn ang="0">
                <a:pos x="connsiteX39177" y="connsiteY39177"/>
              </a:cxn>
              <a:cxn ang="0">
                <a:pos x="connsiteX39178" y="connsiteY39178"/>
              </a:cxn>
              <a:cxn ang="0">
                <a:pos x="connsiteX39179" y="connsiteY39179"/>
              </a:cxn>
              <a:cxn ang="0">
                <a:pos x="connsiteX39180" y="connsiteY39180"/>
              </a:cxn>
              <a:cxn ang="0">
                <a:pos x="connsiteX39181" y="connsiteY39181"/>
              </a:cxn>
              <a:cxn ang="0">
                <a:pos x="connsiteX39182" y="connsiteY39182"/>
              </a:cxn>
              <a:cxn ang="0">
                <a:pos x="connsiteX39183" y="connsiteY39183"/>
              </a:cxn>
              <a:cxn ang="0">
                <a:pos x="connsiteX39184" y="connsiteY39184"/>
              </a:cxn>
              <a:cxn ang="0">
                <a:pos x="connsiteX39185" y="connsiteY39185"/>
              </a:cxn>
              <a:cxn ang="0">
                <a:pos x="connsiteX39186" y="connsiteY39186"/>
              </a:cxn>
              <a:cxn ang="0">
                <a:pos x="connsiteX39187" y="connsiteY39187"/>
              </a:cxn>
              <a:cxn ang="0">
                <a:pos x="connsiteX39188" y="connsiteY39188"/>
              </a:cxn>
              <a:cxn ang="0">
                <a:pos x="connsiteX39189" y="connsiteY39189"/>
              </a:cxn>
              <a:cxn ang="0">
                <a:pos x="connsiteX39190" y="connsiteY39190"/>
              </a:cxn>
              <a:cxn ang="0">
                <a:pos x="connsiteX39191" y="connsiteY39191"/>
              </a:cxn>
              <a:cxn ang="0">
                <a:pos x="connsiteX39192" y="connsiteY39192"/>
              </a:cxn>
              <a:cxn ang="0">
                <a:pos x="connsiteX39193" y="connsiteY39193"/>
              </a:cxn>
              <a:cxn ang="0">
                <a:pos x="connsiteX39194" y="connsiteY39194"/>
              </a:cxn>
              <a:cxn ang="0">
                <a:pos x="connsiteX39195" y="connsiteY39195"/>
              </a:cxn>
              <a:cxn ang="0">
                <a:pos x="connsiteX39196" y="connsiteY39196"/>
              </a:cxn>
              <a:cxn ang="0">
                <a:pos x="connsiteX39197" y="connsiteY39197"/>
              </a:cxn>
              <a:cxn ang="0">
                <a:pos x="connsiteX39198" y="connsiteY39198"/>
              </a:cxn>
              <a:cxn ang="0">
                <a:pos x="connsiteX39199" y="connsiteY39199"/>
              </a:cxn>
              <a:cxn ang="0">
                <a:pos x="connsiteX39200" y="connsiteY39200"/>
              </a:cxn>
              <a:cxn ang="0">
                <a:pos x="connsiteX39201" y="connsiteY39201"/>
              </a:cxn>
              <a:cxn ang="0">
                <a:pos x="connsiteX39202" y="connsiteY39202"/>
              </a:cxn>
              <a:cxn ang="0">
                <a:pos x="connsiteX39203" y="connsiteY39203"/>
              </a:cxn>
              <a:cxn ang="0">
                <a:pos x="connsiteX39204" y="connsiteY39204"/>
              </a:cxn>
              <a:cxn ang="0">
                <a:pos x="connsiteX39205" y="connsiteY39205"/>
              </a:cxn>
              <a:cxn ang="0">
                <a:pos x="connsiteX39206" y="connsiteY39206"/>
              </a:cxn>
              <a:cxn ang="0">
                <a:pos x="connsiteX39207" y="connsiteY39207"/>
              </a:cxn>
              <a:cxn ang="0">
                <a:pos x="connsiteX39208" y="connsiteY39208"/>
              </a:cxn>
              <a:cxn ang="0">
                <a:pos x="connsiteX39209" y="connsiteY39209"/>
              </a:cxn>
              <a:cxn ang="0">
                <a:pos x="connsiteX39210" y="connsiteY39210"/>
              </a:cxn>
              <a:cxn ang="0">
                <a:pos x="connsiteX39211" y="connsiteY39211"/>
              </a:cxn>
              <a:cxn ang="0">
                <a:pos x="connsiteX39212" y="connsiteY39212"/>
              </a:cxn>
              <a:cxn ang="0">
                <a:pos x="connsiteX39213" y="connsiteY39213"/>
              </a:cxn>
              <a:cxn ang="0">
                <a:pos x="connsiteX39214" y="connsiteY39214"/>
              </a:cxn>
              <a:cxn ang="0">
                <a:pos x="connsiteX39215" y="connsiteY39215"/>
              </a:cxn>
              <a:cxn ang="0">
                <a:pos x="connsiteX39216" y="connsiteY39216"/>
              </a:cxn>
              <a:cxn ang="0">
                <a:pos x="connsiteX39217" y="connsiteY39217"/>
              </a:cxn>
              <a:cxn ang="0">
                <a:pos x="connsiteX39218" y="connsiteY39218"/>
              </a:cxn>
              <a:cxn ang="0">
                <a:pos x="connsiteX39219" y="connsiteY39219"/>
              </a:cxn>
              <a:cxn ang="0">
                <a:pos x="connsiteX39220" y="connsiteY39220"/>
              </a:cxn>
              <a:cxn ang="0">
                <a:pos x="connsiteX39221" y="connsiteY39221"/>
              </a:cxn>
              <a:cxn ang="0">
                <a:pos x="connsiteX39222" y="connsiteY39222"/>
              </a:cxn>
              <a:cxn ang="0">
                <a:pos x="connsiteX39223" y="connsiteY39223"/>
              </a:cxn>
              <a:cxn ang="0">
                <a:pos x="connsiteX39224" y="connsiteY39224"/>
              </a:cxn>
              <a:cxn ang="0">
                <a:pos x="connsiteX39225" y="connsiteY39225"/>
              </a:cxn>
              <a:cxn ang="0">
                <a:pos x="connsiteX39226" y="connsiteY39226"/>
              </a:cxn>
              <a:cxn ang="0">
                <a:pos x="connsiteX39227" y="connsiteY39227"/>
              </a:cxn>
              <a:cxn ang="0">
                <a:pos x="connsiteX39228" y="connsiteY39228"/>
              </a:cxn>
              <a:cxn ang="0">
                <a:pos x="connsiteX39229" y="connsiteY39229"/>
              </a:cxn>
              <a:cxn ang="0">
                <a:pos x="connsiteX39230" y="connsiteY39230"/>
              </a:cxn>
              <a:cxn ang="0">
                <a:pos x="connsiteX39231" y="connsiteY39231"/>
              </a:cxn>
              <a:cxn ang="0">
                <a:pos x="connsiteX39232" y="connsiteY39232"/>
              </a:cxn>
              <a:cxn ang="0">
                <a:pos x="connsiteX39233" y="connsiteY39233"/>
              </a:cxn>
              <a:cxn ang="0">
                <a:pos x="connsiteX39234" y="connsiteY39234"/>
              </a:cxn>
              <a:cxn ang="0">
                <a:pos x="connsiteX39235" y="connsiteY39235"/>
              </a:cxn>
              <a:cxn ang="0">
                <a:pos x="connsiteX39236" y="connsiteY39236"/>
              </a:cxn>
              <a:cxn ang="0">
                <a:pos x="connsiteX39237" y="connsiteY39237"/>
              </a:cxn>
              <a:cxn ang="0">
                <a:pos x="connsiteX39238" y="connsiteY39238"/>
              </a:cxn>
              <a:cxn ang="0">
                <a:pos x="connsiteX39239" y="connsiteY39239"/>
              </a:cxn>
              <a:cxn ang="0">
                <a:pos x="connsiteX39240" y="connsiteY39240"/>
              </a:cxn>
              <a:cxn ang="0">
                <a:pos x="connsiteX39241" y="connsiteY39241"/>
              </a:cxn>
              <a:cxn ang="0">
                <a:pos x="connsiteX39242" y="connsiteY39242"/>
              </a:cxn>
              <a:cxn ang="0">
                <a:pos x="connsiteX39243" y="connsiteY39243"/>
              </a:cxn>
              <a:cxn ang="0">
                <a:pos x="connsiteX39244" y="connsiteY39244"/>
              </a:cxn>
              <a:cxn ang="0">
                <a:pos x="connsiteX39245" y="connsiteY39245"/>
              </a:cxn>
              <a:cxn ang="0">
                <a:pos x="connsiteX39246" y="connsiteY39246"/>
              </a:cxn>
              <a:cxn ang="0">
                <a:pos x="connsiteX39247" y="connsiteY39247"/>
              </a:cxn>
              <a:cxn ang="0">
                <a:pos x="connsiteX39248" y="connsiteY39248"/>
              </a:cxn>
              <a:cxn ang="0">
                <a:pos x="connsiteX39249" y="connsiteY39249"/>
              </a:cxn>
              <a:cxn ang="0">
                <a:pos x="connsiteX39250" y="connsiteY39250"/>
              </a:cxn>
              <a:cxn ang="0">
                <a:pos x="connsiteX39251" y="connsiteY39251"/>
              </a:cxn>
              <a:cxn ang="0">
                <a:pos x="connsiteX39252" y="connsiteY39252"/>
              </a:cxn>
              <a:cxn ang="0">
                <a:pos x="connsiteX39253" y="connsiteY39253"/>
              </a:cxn>
              <a:cxn ang="0">
                <a:pos x="connsiteX39254" y="connsiteY39254"/>
              </a:cxn>
              <a:cxn ang="0">
                <a:pos x="connsiteX39255" y="connsiteY39255"/>
              </a:cxn>
              <a:cxn ang="0">
                <a:pos x="connsiteX39256" y="connsiteY39256"/>
              </a:cxn>
              <a:cxn ang="0">
                <a:pos x="connsiteX39257" y="connsiteY39257"/>
              </a:cxn>
              <a:cxn ang="0">
                <a:pos x="connsiteX39258" y="connsiteY39258"/>
              </a:cxn>
              <a:cxn ang="0">
                <a:pos x="connsiteX39259" y="connsiteY39259"/>
              </a:cxn>
              <a:cxn ang="0">
                <a:pos x="connsiteX39260" y="connsiteY39260"/>
              </a:cxn>
              <a:cxn ang="0">
                <a:pos x="connsiteX39261" y="connsiteY39261"/>
              </a:cxn>
              <a:cxn ang="0">
                <a:pos x="connsiteX39262" y="connsiteY39262"/>
              </a:cxn>
              <a:cxn ang="0">
                <a:pos x="connsiteX39263" y="connsiteY39263"/>
              </a:cxn>
              <a:cxn ang="0">
                <a:pos x="connsiteX39264" y="connsiteY39264"/>
              </a:cxn>
              <a:cxn ang="0">
                <a:pos x="connsiteX39265" y="connsiteY39265"/>
              </a:cxn>
              <a:cxn ang="0">
                <a:pos x="connsiteX39266" y="connsiteY39266"/>
              </a:cxn>
              <a:cxn ang="0">
                <a:pos x="connsiteX39267" y="connsiteY39267"/>
              </a:cxn>
              <a:cxn ang="0">
                <a:pos x="connsiteX39268" y="connsiteY39268"/>
              </a:cxn>
              <a:cxn ang="0">
                <a:pos x="connsiteX39269" y="connsiteY39269"/>
              </a:cxn>
              <a:cxn ang="0">
                <a:pos x="connsiteX39270" y="connsiteY39270"/>
              </a:cxn>
              <a:cxn ang="0">
                <a:pos x="connsiteX39271" y="connsiteY39271"/>
              </a:cxn>
              <a:cxn ang="0">
                <a:pos x="connsiteX39272" y="connsiteY39272"/>
              </a:cxn>
              <a:cxn ang="0">
                <a:pos x="connsiteX39273" y="connsiteY39273"/>
              </a:cxn>
              <a:cxn ang="0">
                <a:pos x="connsiteX39274" y="connsiteY39274"/>
              </a:cxn>
              <a:cxn ang="0">
                <a:pos x="connsiteX39275" y="connsiteY39275"/>
              </a:cxn>
              <a:cxn ang="0">
                <a:pos x="connsiteX39276" y="connsiteY39276"/>
              </a:cxn>
              <a:cxn ang="0">
                <a:pos x="connsiteX39277" y="connsiteY39277"/>
              </a:cxn>
              <a:cxn ang="0">
                <a:pos x="connsiteX39278" y="connsiteY39278"/>
              </a:cxn>
              <a:cxn ang="0">
                <a:pos x="connsiteX39279" y="connsiteY39279"/>
              </a:cxn>
              <a:cxn ang="0">
                <a:pos x="connsiteX39280" y="connsiteY39280"/>
              </a:cxn>
              <a:cxn ang="0">
                <a:pos x="connsiteX39281" y="connsiteY39281"/>
              </a:cxn>
              <a:cxn ang="0">
                <a:pos x="connsiteX39282" y="connsiteY39282"/>
              </a:cxn>
              <a:cxn ang="0">
                <a:pos x="connsiteX39283" y="connsiteY39283"/>
              </a:cxn>
              <a:cxn ang="0">
                <a:pos x="connsiteX39284" y="connsiteY39284"/>
              </a:cxn>
              <a:cxn ang="0">
                <a:pos x="connsiteX39285" y="connsiteY39285"/>
              </a:cxn>
              <a:cxn ang="0">
                <a:pos x="connsiteX39286" y="connsiteY39286"/>
              </a:cxn>
              <a:cxn ang="0">
                <a:pos x="connsiteX39287" y="connsiteY39287"/>
              </a:cxn>
              <a:cxn ang="0">
                <a:pos x="connsiteX39288" y="connsiteY39288"/>
              </a:cxn>
              <a:cxn ang="0">
                <a:pos x="connsiteX39289" y="connsiteY39289"/>
              </a:cxn>
              <a:cxn ang="0">
                <a:pos x="connsiteX39290" y="connsiteY39290"/>
              </a:cxn>
              <a:cxn ang="0">
                <a:pos x="connsiteX39291" y="connsiteY39291"/>
              </a:cxn>
              <a:cxn ang="0">
                <a:pos x="connsiteX39292" y="connsiteY39292"/>
              </a:cxn>
              <a:cxn ang="0">
                <a:pos x="connsiteX39293" y="connsiteY39293"/>
              </a:cxn>
              <a:cxn ang="0">
                <a:pos x="connsiteX39294" y="connsiteY39294"/>
              </a:cxn>
              <a:cxn ang="0">
                <a:pos x="connsiteX39295" y="connsiteY39295"/>
              </a:cxn>
              <a:cxn ang="0">
                <a:pos x="connsiteX39296" y="connsiteY39296"/>
              </a:cxn>
              <a:cxn ang="0">
                <a:pos x="connsiteX39297" y="connsiteY39297"/>
              </a:cxn>
              <a:cxn ang="0">
                <a:pos x="connsiteX39298" y="connsiteY39298"/>
              </a:cxn>
              <a:cxn ang="0">
                <a:pos x="connsiteX39299" y="connsiteY39299"/>
              </a:cxn>
              <a:cxn ang="0">
                <a:pos x="connsiteX39300" y="connsiteY39300"/>
              </a:cxn>
              <a:cxn ang="0">
                <a:pos x="connsiteX39301" y="connsiteY39301"/>
              </a:cxn>
              <a:cxn ang="0">
                <a:pos x="connsiteX39302" y="connsiteY39302"/>
              </a:cxn>
              <a:cxn ang="0">
                <a:pos x="connsiteX39303" y="connsiteY39303"/>
              </a:cxn>
              <a:cxn ang="0">
                <a:pos x="connsiteX39304" y="connsiteY39304"/>
              </a:cxn>
              <a:cxn ang="0">
                <a:pos x="connsiteX39305" y="connsiteY39305"/>
              </a:cxn>
              <a:cxn ang="0">
                <a:pos x="connsiteX39306" y="connsiteY39306"/>
              </a:cxn>
              <a:cxn ang="0">
                <a:pos x="connsiteX39307" y="connsiteY39307"/>
              </a:cxn>
              <a:cxn ang="0">
                <a:pos x="connsiteX39308" y="connsiteY39308"/>
              </a:cxn>
              <a:cxn ang="0">
                <a:pos x="connsiteX39309" y="connsiteY39309"/>
              </a:cxn>
              <a:cxn ang="0">
                <a:pos x="connsiteX39310" y="connsiteY39310"/>
              </a:cxn>
              <a:cxn ang="0">
                <a:pos x="connsiteX39311" y="connsiteY39311"/>
              </a:cxn>
              <a:cxn ang="0">
                <a:pos x="connsiteX39312" y="connsiteY39312"/>
              </a:cxn>
              <a:cxn ang="0">
                <a:pos x="connsiteX39313" y="connsiteY39313"/>
              </a:cxn>
              <a:cxn ang="0">
                <a:pos x="connsiteX39314" y="connsiteY39314"/>
              </a:cxn>
              <a:cxn ang="0">
                <a:pos x="connsiteX39315" y="connsiteY39315"/>
              </a:cxn>
              <a:cxn ang="0">
                <a:pos x="connsiteX39316" y="connsiteY39316"/>
              </a:cxn>
              <a:cxn ang="0">
                <a:pos x="connsiteX39317" y="connsiteY39317"/>
              </a:cxn>
              <a:cxn ang="0">
                <a:pos x="connsiteX39318" y="connsiteY39318"/>
              </a:cxn>
              <a:cxn ang="0">
                <a:pos x="connsiteX39319" y="connsiteY39319"/>
              </a:cxn>
              <a:cxn ang="0">
                <a:pos x="connsiteX39320" y="connsiteY39320"/>
              </a:cxn>
              <a:cxn ang="0">
                <a:pos x="connsiteX39321" y="connsiteY39321"/>
              </a:cxn>
              <a:cxn ang="0">
                <a:pos x="connsiteX39322" y="connsiteY39322"/>
              </a:cxn>
              <a:cxn ang="0">
                <a:pos x="connsiteX39323" y="connsiteY39323"/>
              </a:cxn>
              <a:cxn ang="0">
                <a:pos x="connsiteX39324" y="connsiteY39324"/>
              </a:cxn>
              <a:cxn ang="0">
                <a:pos x="connsiteX39325" y="connsiteY39325"/>
              </a:cxn>
              <a:cxn ang="0">
                <a:pos x="connsiteX39326" y="connsiteY39326"/>
              </a:cxn>
              <a:cxn ang="0">
                <a:pos x="connsiteX39327" y="connsiteY39327"/>
              </a:cxn>
              <a:cxn ang="0">
                <a:pos x="connsiteX39328" y="connsiteY39328"/>
              </a:cxn>
              <a:cxn ang="0">
                <a:pos x="connsiteX39329" y="connsiteY39329"/>
              </a:cxn>
              <a:cxn ang="0">
                <a:pos x="connsiteX39330" y="connsiteY39330"/>
              </a:cxn>
              <a:cxn ang="0">
                <a:pos x="connsiteX39331" y="connsiteY39331"/>
              </a:cxn>
              <a:cxn ang="0">
                <a:pos x="connsiteX39332" y="connsiteY39332"/>
              </a:cxn>
              <a:cxn ang="0">
                <a:pos x="connsiteX39333" y="connsiteY39333"/>
              </a:cxn>
              <a:cxn ang="0">
                <a:pos x="connsiteX39334" y="connsiteY39334"/>
              </a:cxn>
              <a:cxn ang="0">
                <a:pos x="connsiteX39335" y="connsiteY39335"/>
              </a:cxn>
              <a:cxn ang="0">
                <a:pos x="connsiteX39336" y="connsiteY39336"/>
              </a:cxn>
              <a:cxn ang="0">
                <a:pos x="connsiteX39337" y="connsiteY39337"/>
              </a:cxn>
              <a:cxn ang="0">
                <a:pos x="connsiteX39338" y="connsiteY39338"/>
              </a:cxn>
              <a:cxn ang="0">
                <a:pos x="connsiteX39339" y="connsiteY39339"/>
              </a:cxn>
              <a:cxn ang="0">
                <a:pos x="connsiteX39340" y="connsiteY39340"/>
              </a:cxn>
              <a:cxn ang="0">
                <a:pos x="connsiteX39341" y="connsiteY39341"/>
              </a:cxn>
              <a:cxn ang="0">
                <a:pos x="connsiteX39342" y="connsiteY39342"/>
              </a:cxn>
              <a:cxn ang="0">
                <a:pos x="connsiteX39343" y="connsiteY39343"/>
              </a:cxn>
              <a:cxn ang="0">
                <a:pos x="connsiteX39344" y="connsiteY39344"/>
              </a:cxn>
              <a:cxn ang="0">
                <a:pos x="connsiteX39345" y="connsiteY39345"/>
              </a:cxn>
              <a:cxn ang="0">
                <a:pos x="connsiteX39346" y="connsiteY39346"/>
              </a:cxn>
              <a:cxn ang="0">
                <a:pos x="connsiteX39347" y="connsiteY39347"/>
              </a:cxn>
              <a:cxn ang="0">
                <a:pos x="connsiteX39348" y="connsiteY39348"/>
              </a:cxn>
              <a:cxn ang="0">
                <a:pos x="connsiteX39349" y="connsiteY39349"/>
              </a:cxn>
              <a:cxn ang="0">
                <a:pos x="connsiteX39350" y="connsiteY39350"/>
              </a:cxn>
              <a:cxn ang="0">
                <a:pos x="connsiteX39351" y="connsiteY39351"/>
              </a:cxn>
              <a:cxn ang="0">
                <a:pos x="connsiteX39352" y="connsiteY39352"/>
              </a:cxn>
              <a:cxn ang="0">
                <a:pos x="connsiteX39353" y="connsiteY39353"/>
              </a:cxn>
              <a:cxn ang="0">
                <a:pos x="connsiteX39354" y="connsiteY39354"/>
              </a:cxn>
              <a:cxn ang="0">
                <a:pos x="connsiteX39355" y="connsiteY39355"/>
              </a:cxn>
              <a:cxn ang="0">
                <a:pos x="connsiteX39356" y="connsiteY39356"/>
              </a:cxn>
              <a:cxn ang="0">
                <a:pos x="connsiteX39357" y="connsiteY39357"/>
              </a:cxn>
              <a:cxn ang="0">
                <a:pos x="connsiteX39358" y="connsiteY39358"/>
              </a:cxn>
              <a:cxn ang="0">
                <a:pos x="connsiteX39359" y="connsiteY39359"/>
              </a:cxn>
              <a:cxn ang="0">
                <a:pos x="connsiteX39360" y="connsiteY39360"/>
              </a:cxn>
              <a:cxn ang="0">
                <a:pos x="connsiteX39361" y="connsiteY39361"/>
              </a:cxn>
              <a:cxn ang="0">
                <a:pos x="connsiteX39362" y="connsiteY39362"/>
              </a:cxn>
              <a:cxn ang="0">
                <a:pos x="connsiteX39363" y="connsiteY39363"/>
              </a:cxn>
              <a:cxn ang="0">
                <a:pos x="connsiteX39364" y="connsiteY39364"/>
              </a:cxn>
              <a:cxn ang="0">
                <a:pos x="connsiteX39365" y="connsiteY39365"/>
              </a:cxn>
              <a:cxn ang="0">
                <a:pos x="connsiteX39366" y="connsiteY39366"/>
              </a:cxn>
              <a:cxn ang="0">
                <a:pos x="connsiteX39367" y="connsiteY39367"/>
              </a:cxn>
              <a:cxn ang="0">
                <a:pos x="connsiteX39368" y="connsiteY39368"/>
              </a:cxn>
              <a:cxn ang="0">
                <a:pos x="connsiteX39369" y="connsiteY39369"/>
              </a:cxn>
              <a:cxn ang="0">
                <a:pos x="connsiteX39370" y="connsiteY39370"/>
              </a:cxn>
              <a:cxn ang="0">
                <a:pos x="connsiteX39371" y="connsiteY39371"/>
              </a:cxn>
              <a:cxn ang="0">
                <a:pos x="connsiteX39372" y="connsiteY39372"/>
              </a:cxn>
              <a:cxn ang="0">
                <a:pos x="connsiteX39373" y="connsiteY39373"/>
              </a:cxn>
              <a:cxn ang="0">
                <a:pos x="connsiteX39374" y="connsiteY39374"/>
              </a:cxn>
              <a:cxn ang="0">
                <a:pos x="connsiteX39375" y="connsiteY39375"/>
              </a:cxn>
              <a:cxn ang="0">
                <a:pos x="connsiteX39376" y="connsiteY39376"/>
              </a:cxn>
              <a:cxn ang="0">
                <a:pos x="connsiteX39377" y="connsiteY39377"/>
              </a:cxn>
              <a:cxn ang="0">
                <a:pos x="connsiteX39378" y="connsiteY39378"/>
              </a:cxn>
              <a:cxn ang="0">
                <a:pos x="connsiteX39379" y="connsiteY39379"/>
              </a:cxn>
              <a:cxn ang="0">
                <a:pos x="connsiteX39380" y="connsiteY39380"/>
              </a:cxn>
              <a:cxn ang="0">
                <a:pos x="connsiteX39381" y="connsiteY39381"/>
              </a:cxn>
              <a:cxn ang="0">
                <a:pos x="connsiteX39382" y="connsiteY39382"/>
              </a:cxn>
              <a:cxn ang="0">
                <a:pos x="connsiteX39383" y="connsiteY39383"/>
              </a:cxn>
              <a:cxn ang="0">
                <a:pos x="connsiteX39384" y="connsiteY39384"/>
              </a:cxn>
              <a:cxn ang="0">
                <a:pos x="connsiteX39385" y="connsiteY39385"/>
              </a:cxn>
              <a:cxn ang="0">
                <a:pos x="connsiteX39386" y="connsiteY39386"/>
              </a:cxn>
              <a:cxn ang="0">
                <a:pos x="connsiteX39387" y="connsiteY39387"/>
              </a:cxn>
              <a:cxn ang="0">
                <a:pos x="connsiteX39388" y="connsiteY39388"/>
              </a:cxn>
              <a:cxn ang="0">
                <a:pos x="connsiteX39389" y="connsiteY39389"/>
              </a:cxn>
              <a:cxn ang="0">
                <a:pos x="connsiteX39390" y="connsiteY39390"/>
              </a:cxn>
              <a:cxn ang="0">
                <a:pos x="connsiteX39391" y="connsiteY39391"/>
              </a:cxn>
              <a:cxn ang="0">
                <a:pos x="connsiteX39392" y="connsiteY39392"/>
              </a:cxn>
              <a:cxn ang="0">
                <a:pos x="connsiteX39393" y="connsiteY39393"/>
              </a:cxn>
              <a:cxn ang="0">
                <a:pos x="connsiteX39394" y="connsiteY39394"/>
              </a:cxn>
              <a:cxn ang="0">
                <a:pos x="connsiteX39395" y="connsiteY39395"/>
              </a:cxn>
              <a:cxn ang="0">
                <a:pos x="connsiteX39396" y="connsiteY39396"/>
              </a:cxn>
              <a:cxn ang="0">
                <a:pos x="connsiteX39397" y="connsiteY39397"/>
              </a:cxn>
              <a:cxn ang="0">
                <a:pos x="connsiteX39398" y="connsiteY39398"/>
              </a:cxn>
              <a:cxn ang="0">
                <a:pos x="connsiteX39399" y="connsiteY39399"/>
              </a:cxn>
              <a:cxn ang="0">
                <a:pos x="connsiteX39400" y="connsiteY39400"/>
              </a:cxn>
              <a:cxn ang="0">
                <a:pos x="connsiteX39401" y="connsiteY39401"/>
              </a:cxn>
              <a:cxn ang="0">
                <a:pos x="connsiteX39402" y="connsiteY39402"/>
              </a:cxn>
              <a:cxn ang="0">
                <a:pos x="connsiteX39403" y="connsiteY39403"/>
              </a:cxn>
              <a:cxn ang="0">
                <a:pos x="connsiteX39404" y="connsiteY39404"/>
              </a:cxn>
              <a:cxn ang="0">
                <a:pos x="connsiteX39405" y="connsiteY39405"/>
              </a:cxn>
              <a:cxn ang="0">
                <a:pos x="connsiteX39406" y="connsiteY39406"/>
              </a:cxn>
              <a:cxn ang="0">
                <a:pos x="connsiteX39407" y="connsiteY39407"/>
              </a:cxn>
              <a:cxn ang="0">
                <a:pos x="connsiteX39408" y="connsiteY39408"/>
              </a:cxn>
              <a:cxn ang="0">
                <a:pos x="connsiteX39409" y="connsiteY39409"/>
              </a:cxn>
              <a:cxn ang="0">
                <a:pos x="connsiteX39410" y="connsiteY39410"/>
              </a:cxn>
              <a:cxn ang="0">
                <a:pos x="connsiteX39411" y="connsiteY39411"/>
              </a:cxn>
              <a:cxn ang="0">
                <a:pos x="connsiteX39412" y="connsiteY39412"/>
              </a:cxn>
              <a:cxn ang="0">
                <a:pos x="connsiteX39413" y="connsiteY39413"/>
              </a:cxn>
              <a:cxn ang="0">
                <a:pos x="connsiteX39414" y="connsiteY39414"/>
              </a:cxn>
              <a:cxn ang="0">
                <a:pos x="connsiteX39415" y="connsiteY39415"/>
              </a:cxn>
              <a:cxn ang="0">
                <a:pos x="connsiteX39416" y="connsiteY39416"/>
              </a:cxn>
              <a:cxn ang="0">
                <a:pos x="connsiteX39417" y="connsiteY39417"/>
              </a:cxn>
              <a:cxn ang="0">
                <a:pos x="connsiteX39418" y="connsiteY39418"/>
              </a:cxn>
              <a:cxn ang="0">
                <a:pos x="connsiteX39419" y="connsiteY39419"/>
              </a:cxn>
              <a:cxn ang="0">
                <a:pos x="connsiteX39420" y="connsiteY39420"/>
              </a:cxn>
              <a:cxn ang="0">
                <a:pos x="connsiteX39421" y="connsiteY39421"/>
              </a:cxn>
              <a:cxn ang="0">
                <a:pos x="connsiteX39422" y="connsiteY39422"/>
              </a:cxn>
              <a:cxn ang="0">
                <a:pos x="connsiteX39423" y="connsiteY39423"/>
              </a:cxn>
              <a:cxn ang="0">
                <a:pos x="connsiteX39424" y="connsiteY39424"/>
              </a:cxn>
              <a:cxn ang="0">
                <a:pos x="connsiteX39425" y="connsiteY39425"/>
              </a:cxn>
              <a:cxn ang="0">
                <a:pos x="connsiteX39426" y="connsiteY39426"/>
              </a:cxn>
              <a:cxn ang="0">
                <a:pos x="connsiteX39427" y="connsiteY39427"/>
              </a:cxn>
              <a:cxn ang="0">
                <a:pos x="connsiteX39428" y="connsiteY39428"/>
              </a:cxn>
              <a:cxn ang="0">
                <a:pos x="connsiteX39429" y="connsiteY39429"/>
              </a:cxn>
              <a:cxn ang="0">
                <a:pos x="connsiteX39430" y="connsiteY39430"/>
              </a:cxn>
              <a:cxn ang="0">
                <a:pos x="connsiteX39431" y="connsiteY39431"/>
              </a:cxn>
              <a:cxn ang="0">
                <a:pos x="connsiteX39432" y="connsiteY39432"/>
              </a:cxn>
              <a:cxn ang="0">
                <a:pos x="connsiteX39433" y="connsiteY39433"/>
              </a:cxn>
              <a:cxn ang="0">
                <a:pos x="connsiteX39434" y="connsiteY39434"/>
              </a:cxn>
              <a:cxn ang="0">
                <a:pos x="connsiteX39435" y="connsiteY39435"/>
              </a:cxn>
              <a:cxn ang="0">
                <a:pos x="connsiteX39436" y="connsiteY39436"/>
              </a:cxn>
              <a:cxn ang="0">
                <a:pos x="connsiteX39437" y="connsiteY39437"/>
              </a:cxn>
              <a:cxn ang="0">
                <a:pos x="connsiteX39438" y="connsiteY39438"/>
              </a:cxn>
              <a:cxn ang="0">
                <a:pos x="connsiteX39439" y="connsiteY39439"/>
              </a:cxn>
              <a:cxn ang="0">
                <a:pos x="connsiteX39440" y="connsiteY39440"/>
              </a:cxn>
              <a:cxn ang="0">
                <a:pos x="connsiteX39441" y="connsiteY39441"/>
              </a:cxn>
              <a:cxn ang="0">
                <a:pos x="connsiteX39442" y="connsiteY39442"/>
              </a:cxn>
              <a:cxn ang="0">
                <a:pos x="connsiteX39443" y="connsiteY39443"/>
              </a:cxn>
              <a:cxn ang="0">
                <a:pos x="connsiteX39444" y="connsiteY39444"/>
              </a:cxn>
              <a:cxn ang="0">
                <a:pos x="connsiteX39445" y="connsiteY39445"/>
              </a:cxn>
              <a:cxn ang="0">
                <a:pos x="connsiteX39446" y="connsiteY39446"/>
              </a:cxn>
              <a:cxn ang="0">
                <a:pos x="connsiteX39447" y="connsiteY39447"/>
              </a:cxn>
              <a:cxn ang="0">
                <a:pos x="connsiteX39448" y="connsiteY39448"/>
              </a:cxn>
              <a:cxn ang="0">
                <a:pos x="connsiteX39449" y="connsiteY39449"/>
              </a:cxn>
              <a:cxn ang="0">
                <a:pos x="connsiteX39450" y="connsiteY39450"/>
              </a:cxn>
              <a:cxn ang="0">
                <a:pos x="connsiteX39451" y="connsiteY39451"/>
              </a:cxn>
              <a:cxn ang="0">
                <a:pos x="connsiteX39452" y="connsiteY39452"/>
              </a:cxn>
              <a:cxn ang="0">
                <a:pos x="connsiteX39453" y="connsiteY39453"/>
              </a:cxn>
              <a:cxn ang="0">
                <a:pos x="connsiteX39454" y="connsiteY39454"/>
              </a:cxn>
              <a:cxn ang="0">
                <a:pos x="connsiteX39455" y="connsiteY39455"/>
              </a:cxn>
              <a:cxn ang="0">
                <a:pos x="connsiteX39456" y="connsiteY39456"/>
              </a:cxn>
              <a:cxn ang="0">
                <a:pos x="connsiteX39457" y="connsiteY39457"/>
              </a:cxn>
              <a:cxn ang="0">
                <a:pos x="connsiteX39458" y="connsiteY39458"/>
              </a:cxn>
              <a:cxn ang="0">
                <a:pos x="connsiteX39459" y="connsiteY39459"/>
              </a:cxn>
              <a:cxn ang="0">
                <a:pos x="connsiteX39460" y="connsiteY39460"/>
              </a:cxn>
              <a:cxn ang="0">
                <a:pos x="connsiteX39461" y="connsiteY39461"/>
              </a:cxn>
              <a:cxn ang="0">
                <a:pos x="connsiteX39462" y="connsiteY39462"/>
              </a:cxn>
              <a:cxn ang="0">
                <a:pos x="connsiteX39463" y="connsiteY39463"/>
              </a:cxn>
              <a:cxn ang="0">
                <a:pos x="connsiteX39464" y="connsiteY39464"/>
              </a:cxn>
              <a:cxn ang="0">
                <a:pos x="connsiteX39465" y="connsiteY39465"/>
              </a:cxn>
              <a:cxn ang="0">
                <a:pos x="connsiteX39466" y="connsiteY39466"/>
              </a:cxn>
              <a:cxn ang="0">
                <a:pos x="connsiteX39467" y="connsiteY39467"/>
              </a:cxn>
              <a:cxn ang="0">
                <a:pos x="connsiteX39468" y="connsiteY39468"/>
              </a:cxn>
              <a:cxn ang="0">
                <a:pos x="connsiteX39469" y="connsiteY39469"/>
              </a:cxn>
              <a:cxn ang="0">
                <a:pos x="connsiteX39470" y="connsiteY39470"/>
              </a:cxn>
              <a:cxn ang="0">
                <a:pos x="connsiteX39471" y="connsiteY39471"/>
              </a:cxn>
              <a:cxn ang="0">
                <a:pos x="connsiteX39472" y="connsiteY39472"/>
              </a:cxn>
              <a:cxn ang="0">
                <a:pos x="connsiteX39473" y="connsiteY39473"/>
              </a:cxn>
              <a:cxn ang="0">
                <a:pos x="connsiteX39474" y="connsiteY39474"/>
              </a:cxn>
              <a:cxn ang="0">
                <a:pos x="connsiteX39475" y="connsiteY39475"/>
              </a:cxn>
              <a:cxn ang="0">
                <a:pos x="connsiteX39476" y="connsiteY39476"/>
              </a:cxn>
              <a:cxn ang="0">
                <a:pos x="connsiteX39477" y="connsiteY39477"/>
              </a:cxn>
              <a:cxn ang="0">
                <a:pos x="connsiteX39478" y="connsiteY39478"/>
              </a:cxn>
              <a:cxn ang="0">
                <a:pos x="connsiteX39479" y="connsiteY39479"/>
              </a:cxn>
              <a:cxn ang="0">
                <a:pos x="connsiteX39480" y="connsiteY39480"/>
              </a:cxn>
              <a:cxn ang="0">
                <a:pos x="connsiteX39481" y="connsiteY39481"/>
              </a:cxn>
              <a:cxn ang="0">
                <a:pos x="connsiteX39482" y="connsiteY39482"/>
              </a:cxn>
              <a:cxn ang="0">
                <a:pos x="connsiteX39483" y="connsiteY39483"/>
              </a:cxn>
              <a:cxn ang="0">
                <a:pos x="connsiteX39484" y="connsiteY39484"/>
              </a:cxn>
              <a:cxn ang="0">
                <a:pos x="connsiteX39485" y="connsiteY39485"/>
              </a:cxn>
              <a:cxn ang="0">
                <a:pos x="connsiteX39486" y="connsiteY39486"/>
              </a:cxn>
              <a:cxn ang="0">
                <a:pos x="connsiteX39487" y="connsiteY39487"/>
              </a:cxn>
              <a:cxn ang="0">
                <a:pos x="connsiteX39488" y="connsiteY39488"/>
              </a:cxn>
              <a:cxn ang="0">
                <a:pos x="connsiteX39489" y="connsiteY39489"/>
              </a:cxn>
              <a:cxn ang="0">
                <a:pos x="connsiteX39490" y="connsiteY39490"/>
              </a:cxn>
              <a:cxn ang="0">
                <a:pos x="connsiteX39491" y="connsiteY39491"/>
              </a:cxn>
              <a:cxn ang="0">
                <a:pos x="connsiteX39492" y="connsiteY39492"/>
              </a:cxn>
              <a:cxn ang="0">
                <a:pos x="connsiteX39493" y="connsiteY39493"/>
              </a:cxn>
              <a:cxn ang="0">
                <a:pos x="connsiteX39494" y="connsiteY39494"/>
              </a:cxn>
              <a:cxn ang="0">
                <a:pos x="connsiteX39495" y="connsiteY39495"/>
              </a:cxn>
              <a:cxn ang="0">
                <a:pos x="connsiteX39496" y="connsiteY39496"/>
              </a:cxn>
              <a:cxn ang="0">
                <a:pos x="connsiteX39497" y="connsiteY39497"/>
              </a:cxn>
              <a:cxn ang="0">
                <a:pos x="connsiteX39498" y="connsiteY39498"/>
              </a:cxn>
              <a:cxn ang="0">
                <a:pos x="connsiteX39499" y="connsiteY39499"/>
              </a:cxn>
              <a:cxn ang="0">
                <a:pos x="connsiteX39500" y="connsiteY39500"/>
              </a:cxn>
              <a:cxn ang="0">
                <a:pos x="connsiteX39501" y="connsiteY39501"/>
              </a:cxn>
              <a:cxn ang="0">
                <a:pos x="connsiteX39502" y="connsiteY39502"/>
              </a:cxn>
              <a:cxn ang="0">
                <a:pos x="connsiteX39503" y="connsiteY39503"/>
              </a:cxn>
              <a:cxn ang="0">
                <a:pos x="connsiteX39504" y="connsiteY39504"/>
              </a:cxn>
              <a:cxn ang="0">
                <a:pos x="connsiteX39505" y="connsiteY39505"/>
              </a:cxn>
              <a:cxn ang="0">
                <a:pos x="connsiteX39506" y="connsiteY39506"/>
              </a:cxn>
              <a:cxn ang="0">
                <a:pos x="connsiteX39507" y="connsiteY39507"/>
              </a:cxn>
              <a:cxn ang="0">
                <a:pos x="connsiteX39508" y="connsiteY39508"/>
              </a:cxn>
              <a:cxn ang="0">
                <a:pos x="connsiteX39509" y="connsiteY39509"/>
              </a:cxn>
              <a:cxn ang="0">
                <a:pos x="connsiteX39510" y="connsiteY39510"/>
              </a:cxn>
              <a:cxn ang="0">
                <a:pos x="connsiteX39511" y="connsiteY39511"/>
              </a:cxn>
              <a:cxn ang="0">
                <a:pos x="connsiteX39512" y="connsiteY39512"/>
              </a:cxn>
              <a:cxn ang="0">
                <a:pos x="connsiteX39513" y="connsiteY39513"/>
              </a:cxn>
              <a:cxn ang="0">
                <a:pos x="connsiteX39514" y="connsiteY39514"/>
              </a:cxn>
              <a:cxn ang="0">
                <a:pos x="connsiteX39515" y="connsiteY39515"/>
              </a:cxn>
              <a:cxn ang="0">
                <a:pos x="connsiteX39516" y="connsiteY39516"/>
              </a:cxn>
              <a:cxn ang="0">
                <a:pos x="connsiteX39517" y="connsiteY39517"/>
              </a:cxn>
              <a:cxn ang="0">
                <a:pos x="connsiteX39518" y="connsiteY39518"/>
              </a:cxn>
              <a:cxn ang="0">
                <a:pos x="connsiteX39519" y="connsiteY39519"/>
              </a:cxn>
              <a:cxn ang="0">
                <a:pos x="connsiteX39520" y="connsiteY39520"/>
              </a:cxn>
              <a:cxn ang="0">
                <a:pos x="connsiteX39521" y="connsiteY39521"/>
              </a:cxn>
              <a:cxn ang="0">
                <a:pos x="connsiteX39522" y="connsiteY39522"/>
              </a:cxn>
              <a:cxn ang="0">
                <a:pos x="connsiteX39523" y="connsiteY39523"/>
              </a:cxn>
              <a:cxn ang="0">
                <a:pos x="connsiteX39524" y="connsiteY39524"/>
              </a:cxn>
              <a:cxn ang="0">
                <a:pos x="connsiteX39525" y="connsiteY39525"/>
              </a:cxn>
              <a:cxn ang="0">
                <a:pos x="connsiteX39526" y="connsiteY39526"/>
              </a:cxn>
              <a:cxn ang="0">
                <a:pos x="connsiteX39527" y="connsiteY39527"/>
              </a:cxn>
              <a:cxn ang="0">
                <a:pos x="connsiteX39528" y="connsiteY39528"/>
              </a:cxn>
              <a:cxn ang="0">
                <a:pos x="connsiteX39529" y="connsiteY39529"/>
              </a:cxn>
              <a:cxn ang="0">
                <a:pos x="connsiteX39530" y="connsiteY39530"/>
              </a:cxn>
              <a:cxn ang="0">
                <a:pos x="connsiteX39531" y="connsiteY39531"/>
              </a:cxn>
              <a:cxn ang="0">
                <a:pos x="connsiteX39532" y="connsiteY39532"/>
              </a:cxn>
              <a:cxn ang="0">
                <a:pos x="connsiteX39533" y="connsiteY39533"/>
              </a:cxn>
              <a:cxn ang="0">
                <a:pos x="connsiteX39534" y="connsiteY39534"/>
              </a:cxn>
              <a:cxn ang="0">
                <a:pos x="connsiteX39535" y="connsiteY39535"/>
              </a:cxn>
              <a:cxn ang="0">
                <a:pos x="connsiteX39536" y="connsiteY39536"/>
              </a:cxn>
              <a:cxn ang="0">
                <a:pos x="connsiteX39537" y="connsiteY39537"/>
              </a:cxn>
              <a:cxn ang="0">
                <a:pos x="connsiteX39538" y="connsiteY39538"/>
              </a:cxn>
              <a:cxn ang="0">
                <a:pos x="connsiteX39539" y="connsiteY39539"/>
              </a:cxn>
              <a:cxn ang="0">
                <a:pos x="connsiteX39540" y="connsiteY39540"/>
              </a:cxn>
              <a:cxn ang="0">
                <a:pos x="connsiteX39541" y="connsiteY39541"/>
              </a:cxn>
              <a:cxn ang="0">
                <a:pos x="connsiteX39542" y="connsiteY39542"/>
              </a:cxn>
              <a:cxn ang="0">
                <a:pos x="connsiteX39543" y="connsiteY39543"/>
              </a:cxn>
              <a:cxn ang="0">
                <a:pos x="connsiteX39544" y="connsiteY39544"/>
              </a:cxn>
              <a:cxn ang="0">
                <a:pos x="connsiteX39545" y="connsiteY39545"/>
              </a:cxn>
              <a:cxn ang="0">
                <a:pos x="connsiteX39546" y="connsiteY39546"/>
              </a:cxn>
              <a:cxn ang="0">
                <a:pos x="connsiteX39547" y="connsiteY39547"/>
              </a:cxn>
              <a:cxn ang="0">
                <a:pos x="connsiteX39548" y="connsiteY39548"/>
              </a:cxn>
              <a:cxn ang="0">
                <a:pos x="connsiteX39549" y="connsiteY39549"/>
              </a:cxn>
              <a:cxn ang="0">
                <a:pos x="connsiteX39550" y="connsiteY39550"/>
              </a:cxn>
              <a:cxn ang="0">
                <a:pos x="connsiteX39551" y="connsiteY39551"/>
              </a:cxn>
              <a:cxn ang="0">
                <a:pos x="connsiteX39552" y="connsiteY39552"/>
              </a:cxn>
              <a:cxn ang="0">
                <a:pos x="connsiteX39553" y="connsiteY39553"/>
              </a:cxn>
              <a:cxn ang="0">
                <a:pos x="connsiteX39554" y="connsiteY39554"/>
              </a:cxn>
              <a:cxn ang="0">
                <a:pos x="connsiteX39555" y="connsiteY39555"/>
              </a:cxn>
              <a:cxn ang="0">
                <a:pos x="connsiteX39556" y="connsiteY39556"/>
              </a:cxn>
              <a:cxn ang="0">
                <a:pos x="connsiteX39557" y="connsiteY39557"/>
              </a:cxn>
              <a:cxn ang="0">
                <a:pos x="connsiteX39558" y="connsiteY39558"/>
              </a:cxn>
              <a:cxn ang="0">
                <a:pos x="connsiteX39559" y="connsiteY39559"/>
              </a:cxn>
              <a:cxn ang="0">
                <a:pos x="connsiteX39560" y="connsiteY39560"/>
              </a:cxn>
              <a:cxn ang="0">
                <a:pos x="connsiteX39561" y="connsiteY39561"/>
              </a:cxn>
              <a:cxn ang="0">
                <a:pos x="connsiteX39562" y="connsiteY39562"/>
              </a:cxn>
              <a:cxn ang="0">
                <a:pos x="connsiteX39563" y="connsiteY39563"/>
              </a:cxn>
              <a:cxn ang="0">
                <a:pos x="connsiteX39564" y="connsiteY39564"/>
              </a:cxn>
              <a:cxn ang="0">
                <a:pos x="connsiteX39565" y="connsiteY39565"/>
              </a:cxn>
              <a:cxn ang="0">
                <a:pos x="connsiteX39566" y="connsiteY39566"/>
              </a:cxn>
              <a:cxn ang="0">
                <a:pos x="connsiteX39567" y="connsiteY39567"/>
              </a:cxn>
              <a:cxn ang="0">
                <a:pos x="connsiteX39568" y="connsiteY39568"/>
              </a:cxn>
              <a:cxn ang="0">
                <a:pos x="connsiteX39569" y="connsiteY39569"/>
              </a:cxn>
              <a:cxn ang="0">
                <a:pos x="connsiteX39570" y="connsiteY39570"/>
              </a:cxn>
              <a:cxn ang="0">
                <a:pos x="connsiteX39571" y="connsiteY39571"/>
              </a:cxn>
              <a:cxn ang="0">
                <a:pos x="connsiteX39572" y="connsiteY39572"/>
              </a:cxn>
              <a:cxn ang="0">
                <a:pos x="connsiteX39573" y="connsiteY39573"/>
              </a:cxn>
              <a:cxn ang="0">
                <a:pos x="connsiteX39574" y="connsiteY39574"/>
              </a:cxn>
              <a:cxn ang="0">
                <a:pos x="connsiteX39575" y="connsiteY39575"/>
              </a:cxn>
              <a:cxn ang="0">
                <a:pos x="connsiteX39576" y="connsiteY39576"/>
              </a:cxn>
              <a:cxn ang="0">
                <a:pos x="connsiteX39577" y="connsiteY39577"/>
              </a:cxn>
              <a:cxn ang="0">
                <a:pos x="connsiteX39578" y="connsiteY39578"/>
              </a:cxn>
              <a:cxn ang="0">
                <a:pos x="connsiteX39579" y="connsiteY39579"/>
              </a:cxn>
              <a:cxn ang="0">
                <a:pos x="connsiteX39580" y="connsiteY39580"/>
              </a:cxn>
              <a:cxn ang="0">
                <a:pos x="connsiteX39581" y="connsiteY39581"/>
              </a:cxn>
              <a:cxn ang="0">
                <a:pos x="connsiteX39582" y="connsiteY39582"/>
              </a:cxn>
              <a:cxn ang="0">
                <a:pos x="connsiteX39583" y="connsiteY39583"/>
              </a:cxn>
              <a:cxn ang="0">
                <a:pos x="connsiteX39584" y="connsiteY39584"/>
              </a:cxn>
              <a:cxn ang="0">
                <a:pos x="connsiteX39585" y="connsiteY39585"/>
              </a:cxn>
              <a:cxn ang="0">
                <a:pos x="connsiteX39586" y="connsiteY39586"/>
              </a:cxn>
              <a:cxn ang="0">
                <a:pos x="connsiteX39587" y="connsiteY39587"/>
              </a:cxn>
              <a:cxn ang="0">
                <a:pos x="connsiteX39588" y="connsiteY39588"/>
              </a:cxn>
              <a:cxn ang="0">
                <a:pos x="connsiteX39589" y="connsiteY39589"/>
              </a:cxn>
              <a:cxn ang="0">
                <a:pos x="connsiteX39590" y="connsiteY39590"/>
              </a:cxn>
              <a:cxn ang="0">
                <a:pos x="connsiteX39591" y="connsiteY39591"/>
              </a:cxn>
              <a:cxn ang="0">
                <a:pos x="connsiteX39592" y="connsiteY39592"/>
              </a:cxn>
              <a:cxn ang="0">
                <a:pos x="connsiteX39593" y="connsiteY39593"/>
              </a:cxn>
              <a:cxn ang="0">
                <a:pos x="connsiteX39594" y="connsiteY39594"/>
              </a:cxn>
              <a:cxn ang="0">
                <a:pos x="connsiteX39595" y="connsiteY39595"/>
              </a:cxn>
              <a:cxn ang="0">
                <a:pos x="connsiteX39596" y="connsiteY39596"/>
              </a:cxn>
              <a:cxn ang="0">
                <a:pos x="connsiteX39597" y="connsiteY39597"/>
              </a:cxn>
              <a:cxn ang="0">
                <a:pos x="connsiteX39598" y="connsiteY39598"/>
              </a:cxn>
              <a:cxn ang="0">
                <a:pos x="connsiteX39599" y="connsiteY39599"/>
              </a:cxn>
              <a:cxn ang="0">
                <a:pos x="connsiteX39600" y="connsiteY39600"/>
              </a:cxn>
              <a:cxn ang="0">
                <a:pos x="connsiteX39601" y="connsiteY39601"/>
              </a:cxn>
              <a:cxn ang="0">
                <a:pos x="connsiteX39602" y="connsiteY39602"/>
              </a:cxn>
              <a:cxn ang="0">
                <a:pos x="connsiteX39603" y="connsiteY39603"/>
              </a:cxn>
              <a:cxn ang="0">
                <a:pos x="connsiteX39604" y="connsiteY39604"/>
              </a:cxn>
              <a:cxn ang="0">
                <a:pos x="connsiteX39605" y="connsiteY39605"/>
              </a:cxn>
              <a:cxn ang="0">
                <a:pos x="connsiteX39606" y="connsiteY39606"/>
              </a:cxn>
              <a:cxn ang="0">
                <a:pos x="connsiteX39607" y="connsiteY39607"/>
              </a:cxn>
              <a:cxn ang="0">
                <a:pos x="connsiteX39608" y="connsiteY39608"/>
              </a:cxn>
              <a:cxn ang="0">
                <a:pos x="connsiteX39609" y="connsiteY39609"/>
              </a:cxn>
              <a:cxn ang="0">
                <a:pos x="connsiteX39610" y="connsiteY39610"/>
              </a:cxn>
              <a:cxn ang="0">
                <a:pos x="connsiteX39611" y="connsiteY39611"/>
              </a:cxn>
              <a:cxn ang="0">
                <a:pos x="connsiteX39612" y="connsiteY39612"/>
              </a:cxn>
              <a:cxn ang="0">
                <a:pos x="connsiteX39613" y="connsiteY39613"/>
              </a:cxn>
              <a:cxn ang="0">
                <a:pos x="connsiteX39614" y="connsiteY39614"/>
              </a:cxn>
              <a:cxn ang="0">
                <a:pos x="connsiteX39615" y="connsiteY39615"/>
              </a:cxn>
              <a:cxn ang="0">
                <a:pos x="connsiteX39616" y="connsiteY39616"/>
              </a:cxn>
              <a:cxn ang="0">
                <a:pos x="connsiteX39617" y="connsiteY39617"/>
              </a:cxn>
              <a:cxn ang="0">
                <a:pos x="connsiteX39618" y="connsiteY39618"/>
              </a:cxn>
              <a:cxn ang="0">
                <a:pos x="connsiteX39619" y="connsiteY39619"/>
              </a:cxn>
              <a:cxn ang="0">
                <a:pos x="connsiteX39620" y="connsiteY39620"/>
              </a:cxn>
              <a:cxn ang="0">
                <a:pos x="connsiteX39621" y="connsiteY39621"/>
              </a:cxn>
              <a:cxn ang="0">
                <a:pos x="connsiteX39622" y="connsiteY39622"/>
              </a:cxn>
              <a:cxn ang="0">
                <a:pos x="connsiteX39623" y="connsiteY39623"/>
              </a:cxn>
              <a:cxn ang="0">
                <a:pos x="connsiteX39624" y="connsiteY39624"/>
              </a:cxn>
              <a:cxn ang="0">
                <a:pos x="connsiteX39625" y="connsiteY39625"/>
              </a:cxn>
              <a:cxn ang="0">
                <a:pos x="connsiteX39626" y="connsiteY39626"/>
              </a:cxn>
              <a:cxn ang="0">
                <a:pos x="connsiteX39627" y="connsiteY39627"/>
              </a:cxn>
              <a:cxn ang="0">
                <a:pos x="connsiteX39628" y="connsiteY39628"/>
              </a:cxn>
              <a:cxn ang="0">
                <a:pos x="connsiteX39629" y="connsiteY39629"/>
              </a:cxn>
              <a:cxn ang="0">
                <a:pos x="connsiteX39630" y="connsiteY39630"/>
              </a:cxn>
              <a:cxn ang="0">
                <a:pos x="connsiteX39631" y="connsiteY39631"/>
              </a:cxn>
              <a:cxn ang="0">
                <a:pos x="connsiteX39632" y="connsiteY39632"/>
              </a:cxn>
              <a:cxn ang="0">
                <a:pos x="connsiteX39633" y="connsiteY39633"/>
              </a:cxn>
              <a:cxn ang="0">
                <a:pos x="connsiteX39634" y="connsiteY39634"/>
              </a:cxn>
              <a:cxn ang="0">
                <a:pos x="connsiteX39635" y="connsiteY39635"/>
              </a:cxn>
              <a:cxn ang="0">
                <a:pos x="connsiteX39636" y="connsiteY39636"/>
              </a:cxn>
              <a:cxn ang="0">
                <a:pos x="connsiteX39637" y="connsiteY39637"/>
              </a:cxn>
              <a:cxn ang="0">
                <a:pos x="connsiteX39638" y="connsiteY39638"/>
              </a:cxn>
              <a:cxn ang="0">
                <a:pos x="connsiteX39639" y="connsiteY39639"/>
              </a:cxn>
              <a:cxn ang="0">
                <a:pos x="connsiteX39640" y="connsiteY39640"/>
              </a:cxn>
              <a:cxn ang="0">
                <a:pos x="connsiteX39641" y="connsiteY39641"/>
              </a:cxn>
              <a:cxn ang="0">
                <a:pos x="connsiteX39642" y="connsiteY39642"/>
              </a:cxn>
              <a:cxn ang="0">
                <a:pos x="connsiteX39643" y="connsiteY39643"/>
              </a:cxn>
              <a:cxn ang="0">
                <a:pos x="connsiteX39644" y="connsiteY39644"/>
              </a:cxn>
              <a:cxn ang="0">
                <a:pos x="connsiteX39645" y="connsiteY39645"/>
              </a:cxn>
              <a:cxn ang="0">
                <a:pos x="connsiteX39646" y="connsiteY39646"/>
              </a:cxn>
              <a:cxn ang="0">
                <a:pos x="connsiteX39647" y="connsiteY39647"/>
              </a:cxn>
              <a:cxn ang="0">
                <a:pos x="connsiteX39648" y="connsiteY39648"/>
              </a:cxn>
              <a:cxn ang="0">
                <a:pos x="connsiteX39649" y="connsiteY39649"/>
              </a:cxn>
              <a:cxn ang="0">
                <a:pos x="connsiteX39650" y="connsiteY39650"/>
              </a:cxn>
              <a:cxn ang="0">
                <a:pos x="connsiteX39651" y="connsiteY39651"/>
              </a:cxn>
              <a:cxn ang="0">
                <a:pos x="connsiteX39652" y="connsiteY39652"/>
              </a:cxn>
              <a:cxn ang="0">
                <a:pos x="connsiteX39653" y="connsiteY39653"/>
              </a:cxn>
              <a:cxn ang="0">
                <a:pos x="connsiteX39654" y="connsiteY39654"/>
              </a:cxn>
              <a:cxn ang="0">
                <a:pos x="connsiteX39655" y="connsiteY39655"/>
              </a:cxn>
              <a:cxn ang="0">
                <a:pos x="connsiteX39656" y="connsiteY39656"/>
              </a:cxn>
              <a:cxn ang="0">
                <a:pos x="connsiteX39657" y="connsiteY39657"/>
              </a:cxn>
              <a:cxn ang="0">
                <a:pos x="connsiteX39658" y="connsiteY39658"/>
              </a:cxn>
              <a:cxn ang="0">
                <a:pos x="connsiteX39659" y="connsiteY39659"/>
              </a:cxn>
              <a:cxn ang="0">
                <a:pos x="connsiteX39660" y="connsiteY39660"/>
              </a:cxn>
              <a:cxn ang="0">
                <a:pos x="connsiteX39661" y="connsiteY39661"/>
              </a:cxn>
              <a:cxn ang="0">
                <a:pos x="connsiteX39662" y="connsiteY39662"/>
              </a:cxn>
              <a:cxn ang="0">
                <a:pos x="connsiteX39663" y="connsiteY39663"/>
              </a:cxn>
              <a:cxn ang="0">
                <a:pos x="connsiteX39664" y="connsiteY39664"/>
              </a:cxn>
              <a:cxn ang="0">
                <a:pos x="connsiteX39665" y="connsiteY39665"/>
              </a:cxn>
              <a:cxn ang="0">
                <a:pos x="connsiteX39666" y="connsiteY39666"/>
              </a:cxn>
              <a:cxn ang="0">
                <a:pos x="connsiteX39667" y="connsiteY39667"/>
              </a:cxn>
              <a:cxn ang="0">
                <a:pos x="connsiteX39668" y="connsiteY39668"/>
              </a:cxn>
              <a:cxn ang="0">
                <a:pos x="connsiteX39669" y="connsiteY39669"/>
              </a:cxn>
              <a:cxn ang="0">
                <a:pos x="connsiteX39670" y="connsiteY39670"/>
              </a:cxn>
              <a:cxn ang="0">
                <a:pos x="connsiteX39671" y="connsiteY39671"/>
              </a:cxn>
              <a:cxn ang="0">
                <a:pos x="connsiteX39672" y="connsiteY39672"/>
              </a:cxn>
              <a:cxn ang="0">
                <a:pos x="connsiteX39673" y="connsiteY39673"/>
              </a:cxn>
              <a:cxn ang="0">
                <a:pos x="connsiteX39674" y="connsiteY39674"/>
              </a:cxn>
              <a:cxn ang="0">
                <a:pos x="connsiteX39675" y="connsiteY39675"/>
              </a:cxn>
              <a:cxn ang="0">
                <a:pos x="connsiteX39676" y="connsiteY39676"/>
              </a:cxn>
              <a:cxn ang="0">
                <a:pos x="connsiteX39677" y="connsiteY39677"/>
              </a:cxn>
              <a:cxn ang="0">
                <a:pos x="connsiteX39678" y="connsiteY39678"/>
              </a:cxn>
              <a:cxn ang="0">
                <a:pos x="connsiteX39679" y="connsiteY39679"/>
              </a:cxn>
              <a:cxn ang="0">
                <a:pos x="connsiteX39680" y="connsiteY39680"/>
              </a:cxn>
              <a:cxn ang="0">
                <a:pos x="connsiteX39681" y="connsiteY39681"/>
              </a:cxn>
              <a:cxn ang="0">
                <a:pos x="connsiteX39682" y="connsiteY39682"/>
              </a:cxn>
              <a:cxn ang="0">
                <a:pos x="connsiteX39683" y="connsiteY39683"/>
              </a:cxn>
              <a:cxn ang="0">
                <a:pos x="connsiteX39684" y="connsiteY39684"/>
              </a:cxn>
              <a:cxn ang="0">
                <a:pos x="connsiteX39685" y="connsiteY39685"/>
              </a:cxn>
              <a:cxn ang="0">
                <a:pos x="connsiteX39686" y="connsiteY39686"/>
              </a:cxn>
              <a:cxn ang="0">
                <a:pos x="connsiteX39687" y="connsiteY39687"/>
              </a:cxn>
              <a:cxn ang="0">
                <a:pos x="connsiteX39688" y="connsiteY39688"/>
              </a:cxn>
              <a:cxn ang="0">
                <a:pos x="connsiteX39689" y="connsiteY39689"/>
              </a:cxn>
              <a:cxn ang="0">
                <a:pos x="connsiteX39690" y="connsiteY39690"/>
              </a:cxn>
              <a:cxn ang="0">
                <a:pos x="connsiteX39691" y="connsiteY39691"/>
              </a:cxn>
              <a:cxn ang="0">
                <a:pos x="connsiteX39692" y="connsiteY39692"/>
              </a:cxn>
              <a:cxn ang="0">
                <a:pos x="connsiteX39693" y="connsiteY39693"/>
              </a:cxn>
              <a:cxn ang="0">
                <a:pos x="connsiteX39694" y="connsiteY39694"/>
              </a:cxn>
              <a:cxn ang="0">
                <a:pos x="connsiteX39695" y="connsiteY39695"/>
              </a:cxn>
              <a:cxn ang="0">
                <a:pos x="connsiteX39696" y="connsiteY39696"/>
              </a:cxn>
              <a:cxn ang="0">
                <a:pos x="connsiteX39697" y="connsiteY39697"/>
              </a:cxn>
              <a:cxn ang="0">
                <a:pos x="connsiteX39698" y="connsiteY39698"/>
              </a:cxn>
              <a:cxn ang="0">
                <a:pos x="connsiteX39699" y="connsiteY39699"/>
              </a:cxn>
              <a:cxn ang="0">
                <a:pos x="connsiteX39700" y="connsiteY39700"/>
              </a:cxn>
              <a:cxn ang="0">
                <a:pos x="connsiteX39701" y="connsiteY39701"/>
              </a:cxn>
              <a:cxn ang="0">
                <a:pos x="connsiteX39702" y="connsiteY39702"/>
              </a:cxn>
              <a:cxn ang="0">
                <a:pos x="connsiteX39703" y="connsiteY39703"/>
              </a:cxn>
              <a:cxn ang="0">
                <a:pos x="connsiteX39704" y="connsiteY39704"/>
              </a:cxn>
              <a:cxn ang="0">
                <a:pos x="connsiteX39705" y="connsiteY39705"/>
              </a:cxn>
              <a:cxn ang="0">
                <a:pos x="connsiteX39706" y="connsiteY39706"/>
              </a:cxn>
              <a:cxn ang="0">
                <a:pos x="connsiteX39707" y="connsiteY39707"/>
              </a:cxn>
              <a:cxn ang="0">
                <a:pos x="connsiteX39708" y="connsiteY39708"/>
              </a:cxn>
              <a:cxn ang="0">
                <a:pos x="connsiteX39709" y="connsiteY39709"/>
              </a:cxn>
              <a:cxn ang="0">
                <a:pos x="connsiteX39710" y="connsiteY39710"/>
              </a:cxn>
              <a:cxn ang="0">
                <a:pos x="connsiteX39711" y="connsiteY39711"/>
              </a:cxn>
              <a:cxn ang="0">
                <a:pos x="connsiteX39712" y="connsiteY39712"/>
              </a:cxn>
              <a:cxn ang="0">
                <a:pos x="connsiteX39713" y="connsiteY39713"/>
              </a:cxn>
              <a:cxn ang="0">
                <a:pos x="connsiteX39714" y="connsiteY39714"/>
              </a:cxn>
              <a:cxn ang="0">
                <a:pos x="connsiteX39715" y="connsiteY39715"/>
              </a:cxn>
              <a:cxn ang="0">
                <a:pos x="connsiteX39716" y="connsiteY39716"/>
              </a:cxn>
              <a:cxn ang="0">
                <a:pos x="connsiteX39717" y="connsiteY39717"/>
              </a:cxn>
              <a:cxn ang="0">
                <a:pos x="connsiteX39718" y="connsiteY39718"/>
              </a:cxn>
              <a:cxn ang="0">
                <a:pos x="connsiteX39719" y="connsiteY39719"/>
              </a:cxn>
              <a:cxn ang="0">
                <a:pos x="connsiteX39720" y="connsiteY39720"/>
              </a:cxn>
              <a:cxn ang="0">
                <a:pos x="connsiteX39721" y="connsiteY39721"/>
              </a:cxn>
              <a:cxn ang="0">
                <a:pos x="connsiteX39722" y="connsiteY39722"/>
              </a:cxn>
              <a:cxn ang="0">
                <a:pos x="connsiteX39723" y="connsiteY39723"/>
              </a:cxn>
              <a:cxn ang="0">
                <a:pos x="connsiteX39724" y="connsiteY39724"/>
              </a:cxn>
              <a:cxn ang="0">
                <a:pos x="connsiteX39725" y="connsiteY39725"/>
              </a:cxn>
              <a:cxn ang="0">
                <a:pos x="connsiteX39726" y="connsiteY39726"/>
              </a:cxn>
              <a:cxn ang="0">
                <a:pos x="connsiteX39727" y="connsiteY39727"/>
              </a:cxn>
              <a:cxn ang="0">
                <a:pos x="connsiteX39728" y="connsiteY39728"/>
              </a:cxn>
              <a:cxn ang="0">
                <a:pos x="connsiteX39729" y="connsiteY39729"/>
              </a:cxn>
              <a:cxn ang="0">
                <a:pos x="connsiteX39730" y="connsiteY39730"/>
              </a:cxn>
              <a:cxn ang="0">
                <a:pos x="connsiteX39731" y="connsiteY39731"/>
              </a:cxn>
              <a:cxn ang="0">
                <a:pos x="connsiteX39732" y="connsiteY39732"/>
              </a:cxn>
              <a:cxn ang="0">
                <a:pos x="connsiteX39733" y="connsiteY39733"/>
              </a:cxn>
              <a:cxn ang="0">
                <a:pos x="connsiteX39734" y="connsiteY39734"/>
              </a:cxn>
              <a:cxn ang="0">
                <a:pos x="connsiteX39735" y="connsiteY39735"/>
              </a:cxn>
              <a:cxn ang="0">
                <a:pos x="connsiteX39736" y="connsiteY39736"/>
              </a:cxn>
              <a:cxn ang="0">
                <a:pos x="connsiteX39737" y="connsiteY39737"/>
              </a:cxn>
              <a:cxn ang="0">
                <a:pos x="connsiteX39738" y="connsiteY39738"/>
              </a:cxn>
              <a:cxn ang="0">
                <a:pos x="connsiteX39739" y="connsiteY39739"/>
              </a:cxn>
              <a:cxn ang="0">
                <a:pos x="connsiteX39740" y="connsiteY39740"/>
              </a:cxn>
              <a:cxn ang="0">
                <a:pos x="connsiteX39741" y="connsiteY39741"/>
              </a:cxn>
              <a:cxn ang="0">
                <a:pos x="connsiteX39742" y="connsiteY39742"/>
              </a:cxn>
              <a:cxn ang="0">
                <a:pos x="connsiteX39743" y="connsiteY39743"/>
              </a:cxn>
              <a:cxn ang="0">
                <a:pos x="connsiteX39744" y="connsiteY39744"/>
              </a:cxn>
              <a:cxn ang="0">
                <a:pos x="connsiteX39745" y="connsiteY39745"/>
              </a:cxn>
              <a:cxn ang="0">
                <a:pos x="connsiteX39746" y="connsiteY39746"/>
              </a:cxn>
              <a:cxn ang="0">
                <a:pos x="connsiteX39747" y="connsiteY39747"/>
              </a:cxn>
              <a:cxn ang="0">
                <a:pos x="connsiteX39748" y="connsiteY39748"/>
              </a:cxn>
              <a:cxn ang="0">
                <a:pos x="connsiteX39749" y="connsiteY39749"/>
              </a:cxn>
              <a:cxn ang="0">
                <a:pos x="connsiteX39750" y="connsiteY39750"/>
              </a:cxn>
              <a:cxn ang="0">
                <a:pos x="connsiteX39751" y="connsiteY39751"/>
              </a:cxn>
              <a:cxn ang="0">
                <a:pos x="connsiteX39752" y="connsiteY39752"/>
              </a:cxn>
              <a:cxn ang="0">
                <a:pos x="connsiteX39753" y="connsiteY39753"/>
              </a:cxn>
              <a:cxn ang="0">
                <a:pos x="connsiteX39754" y="connsiteY39754"/>
              </a:cxn>
              <a:cxn ang="0">
                <a:pos x="connsiteX39755" y="connsiteY39755"/>
              </a:cxn>
              <a:cxn ang="0">
                <a:pos x="connsiteX39756" y="connsiteY39756"/>
              </a:cxn>
              <a:cxn ang="0">
                <a:pos x="connsiteX39757" y="connsiteY39757"/>
              </a:cxn>
              <a:cxn ang="0">
                <a:pos x="connsiteX39758" y="connsiteY39758"/>
              </a:cxn>
              <a:cxn ang="0">
                <a:pos x="connsiteX39759" y="connsiteY39759"/>
              </a:cxn>
              <a:cxn ang="0">
                <a:pos x="connsiteX39760" y="connsiteY39760"/>
              </a:cxn>
              <a:cxn ang="0">
                <a:pos x="connsiteX39761" y="connsiteY39761"/>
              </a:cxn>
              <a:cxn ang="0">
                <a:pos x="connsiteX39762" y="connsiteY39762"/>
              </a:cxn>
              <a:cxn ang="0">
                <a:pos x="connsiteX39763" y="connsiteY39763"/>
              </a:cxn>
              <a:cxn ang="0">
                <a:pos x="connsiteX39764" y="connsiteY39764"/>
              </a:cxn>
              <a:cxn ang="0">
                <a:pos x="connsiteX39765" y="connsiteY39765"/>
              </a:cxn>
              <a:cxn ang="0">
                <a:pos x="connsiteX39766" y="connsiteY39766"/>
              </a:cxn>
              <a:cxn ang="0">
                <a:pos x="connsiteX39767" y="connsiteY39767"/>
              </a:cxn>
              <a:cxn ang="0">
                <a:pos x="connsiteX39768" y="connsiteY39768"/>
              </a:cxn>
              <a:cxn ang="0">
                <a:pos x="connsiteX39769" y="connsiteY39769"/>
              </a:cxn>
              <a:cxn ang="0">
                <a:pos x="connsiteX39770" y="connsiteY39770"/>
              </a:cxn>
              <a:cxn ang="0">
                <a:pos x="connsiteX39771" y="connsiteY39771"/>
              </a:cxn>
              <a:cxn ang="0">
                <a:pos x="connsiteX39772" y="connsiteY39772"/>
              </a:cxn>
              <a:cxn ang="0">
                <a:pos x="connsiteX39773" y="connsiteY39773"/>
              </a:cxn>
              <a:cxn ang="0">
                <a:pos x="connsiteX39774" y="connsiteY39774"/>
              </a:cxn>
              <a:cxn ang="0">
                <a:pos x="connsiteX39775" y="connsiteY39775"/>
              </a:cxn>
              <a:cxn ang="0">
                <a:pos x="connsiteX39776" y="connsiteY39776"/>
              </a:cxn>
              <a:cxn ang="0">
                <a:pos x="connsiteX39777" y="connsiteY39777"/>
              </a:cxn>
              <a:cxn ang="0">
                <a:pos x="connsiteX39778" y="connsiteY39778"/>
              </a:cxn>
              <a:cxn ang="0">
                <a:pos x="connsiteX39779" y="connsiteY39779"/>
              </a:cxn>
              <a:cxn ang="0">
                <a:pos x="connsiteX39780" y="connsiteY39780"/>
              </a:cxn>
              <a:cxn ang="0">
                <a:pos x="connsiteX39781" y="connsiteY39781"/>
              </a:cxn>
              <a:cxn ang="0">
                <a:pos x="connsiteX39782" y="connsiteY39782"/>
              </a:cxn>
              <a:cxn ang="0">
                <a:pos x="connsiteX39783" y="connsiteY39783"/>
              </a:cxn>
              <a:cxn ang="0">
                <a:pos x="connsiteX39784" y="connsiteY39784"/>
              </a:cxn>
              <a:cxn ang="0">
                <a:pos x="connsiteX39785" y="connsiteY39785"/>
              </a:cxn>
              <a:cxn ang="0">
                <a:pos x="connsiteX39786" y="connsiteY39786"/>
              </a:cxn>
              <a:cxn ang="0">
                <a:pos x="connsiteX39787" y="connsiteY39787"/>
              </a:cxn>
              <a:cxn ang="0">
                <a:pos x="connsiteX39788" y="connsiteY39788"/>
              </a:cxn>
              <a:cxn ang="0">
                <a:pos x="connsiteX39789" y="connsiteY39789"/>
              </a:cxn>
              <a:cxn ang="0">
                <a:pos x="connsiteX39790" y="connsiteY39790"/>
              </a:cxn>
              <a:cxn ang="0">
                <a:pos x="connsiteX39791" y="connsiteY39791"/>
              </a:cxn>
              <a:cxn ang="0">
                <a:pos x="connsiteX39792" y="connsiteY39792"/>
              </a:cxn>
              <a:cxn ang="0">
                <a:pos x="connsiteX39793" y="connsiteY39793"/>
              </a:cxn>
              <a:cxn ang="0">
                <a:pos x="connsiteX39794" y="connsiteY39794"/>
              </a:cxn>
              <a:cxn ang="0">
                <a:pos x="connsiteX39795" y="connsiteY39795"/>
              </a:cxn>
              <a:cxn ang="0">
                <a:pos x="connsiteX39796" y="connsiteY39796"/>
              </a:cxn>
              <a:cxn ang="0">
                <a:pos x="connsiteX39797" y="connsiteY39797"/>
              </a:cxn>
              <a:cxn ang="0">
                <a:pos x="connsiteX39798" y="connsiteY39798"/>
              </a:cxn>
              <a:cxn ang="0">
                <a:pos x="connsiteX39799" y="connsiteY39799"/>
              </a:cxn>
              <a:cxn ang="0">
                <a:pos x="connsiteX39800" y="connsiteY39800"/>
              </a:cxn>
              <a:cxn ang="0">
                <a:pos x="connsiteX39801" y="connsiteY39801"/>
              </a:cxn>
              <a:cxn ang="0">
                <a:pos x="connsiteX39802" y="connsiteY39802"/>
              </a:cxn>
              <a:cxn ang="0">
                <a:pos x="connsiteX39803" y="connsiteY39803"/>
              </a:cxn>
              <a:cxn ang="0">
                <a:pos x="connsiteX39804" y="connsiteY39804"/>
              </a:cxn>
              <a:cxn ang="0">
                <a:pos x="connsiteX39805" y="connsiteY39805"/>
              </a:cxn>
              <a:cxn ang="0">
                <a:pos x="connsiteX39806" y="connsiteY39806"/>
              </a:cxn>
              <a:cxn ang="0">
                <a:pos x="connsiteX39807" y="connsiteY39807"/>
              </a:cxn>
              <a:cxn ang="0">
                <a:pos x="connsiteX39808" y="connsiteY39808"/>
              </a:cxn>
              <a:cxn ang="0">
                <a:pos x="connsiteX39809" y="connsiteY39809"/>
              </a:cxn>
              <a:cxn ang="0">
                <a:pos x="connsiteX39810" y="connsiteY39810"/>
              </a:cxn>
              <a:cxn ang="0">
                <a:pos x="connsiteX39811" y="connsiteY39811"/>
              </a:cxn>
              <a:cxn ang="0">
                <a:pos x="connsiteX39812" y="connsiteY39812"/>
              </a:cxn>
              <a:cxn ang="0">
                <a:pos x="connsiteX39813" y="connsiteY39813"/>
              </a:cxn>
              <a:cxn ang="0">
                <a:pos x="connsiteX39814" y="connsiteY39814"/>
              </a:cxn>
              <a:cxn ang="0">
                <a:pos x="connsiteX39815" y="connsiteY39815"/>
              </a:cxn>
              <a:cxn ang="0">
                <a:pos x="connsiteX39816" y="connsiteY39816"/>
              </a:cxn>
              <a:cxn ang="0">
                <a:pos x="connsiteX39817" y="connsiteY39817"/>
              </a:cxn>
              <a:cxn ang="0">
                <a:pos x="connsiteX39818" y="connsiteY39818"/>
              </a:cxn>
              <a:cxn ang="0">
                <a:pos x="connsiteX39819" y="connsiteY39819"/>
              </a:cxn>
              <a:cxn ang="0">
                <a:pos x="connsiteX39820" y="connsiteY39820"/>
              </a:cxn>
              <a:cxn ang="0">
                <a:pos x="connsiteX39821" y="connsiteY39821"/>
              </a:cxn>
              <a:cxn ang="0">
                <a:pos x="connsiteX39822" y="connsiteY39822"/>
              </a:cxn>
              <a:cxn ang="0">
                <a:pos x="connsiteX39823" y="connsiteY39823"/>
              </a:cxn>
              <a:cxn ang="0">
                <a:pos x="connsiteX39824" y="connsiteY39824"/>
              </a:cxn>
              <a:cxn ang="0">
                <a:pos x="connsiteX39825" y="connsiteY39825"/>
              </a:cxn>
              <a:cxn ang="0">
                <a:pos x="connsiteX39826" y="connsiteY39826"/>
              </a:cxn>
              <a:cxn ang="0">
                <a:pos x="connsiteX39827" y="connsiteY39827"/>
              </a:cxn>
              <a:cxn ang="0">
                <a:pos x="connsiteX39828" y="connsiteY39828"/>
              </a:cxn>
              <a:cxn ang="0">
                <a:pos x="connsiteX39829" y="connsiteY39829"/>
              </a:cxn>
              <a:cxn ang="0">
                <a:pos x="connsiteX39830" y="connsiteY39830"/>
              </a:cxn>
              <a:cxn ang="0">
                <a:pos x="connsiteX39831" y="connsiteY39831"/>
              </a:cxn>
              <a:cxn ang="0">
                <a:pos x="connsiteX39832" y="connsiteY39832"/>
              </a:cxn>
              <a:cxn ang="0">
                <a:pos x="connsiteX39833" y="connsiteY39833"/>
              </a:cxn>
              <a:cxn ang="0">
                <a:pos x="connsiteX39834" y="connsiteY39834"/>
              </a:cxn>
              <a:cxn ang="0">
                <a:pos x="connsiteX39835" y="connsiteY39835"/>
              </a:cxn>
              <a:cxn ang="0">
                <a:pos x="connsiteX39836" y="connsiteY39836"/>
              </a:cxn>
              <a:cxn ang="0">
                <a:pos x="connsiteX39837" y="connsiteY39837"/>
              </a:cxn>
              <a:cxn ang="0">
                <a:pos x="connsiteX39838" y="connsiteY39838"/>
              </a:cxn>
              <a:cxn ang="0">
                <a:pos x="connsiteX39839" y="connsiteY39839"/>
              </a:cxn>
              <a:cxn ang="0">
                <a:pos x="connsiteX39840" y="connsiteY39840"/>
              </a:cxn>
              <a:cxn ang="0">
                <a:pos x="connsiteX39841" y="connsiteY39841"/>
              </a:cxn>
              <a:cxn ang="0">
                <a:pos x="connsiteX39842" y="connsiteY39842"/>
              </a:cxn>
              <a:cxn ang="0">
                <a:pos x="connsiteX39843" y="connsiteY39843"/>
              </a:cxn>
              <a:cxn ang="0">
                <a:pos x="connsiteX39844" y="connsiteY39844"/>
              </a:cxn>
              <a:cxn ang="0">
                <a:pos x="connsiteX39845" y="connsiteY39845"/>
              </a:cxn>
              <a:cxn ang="0">
                <a:pos x="connsiteX39846" y="connsiteY39846"/>
              </a:cxn>
              <a:cxn ang="0">
                <a:pos x="connsiteX39847" y="connsiteY39847"/>
              </a:cxn>
              <a:cxn ang="0">
                <a:pos x="connsiteX39848" y="connsiteY39848"/>
              </a:cxn>
              <a:cxn ang="0">
                <a:pos x="connsiteX39849" y="connsiteY39849"/>
              </a:cxn>
              <a:cxn ang="0">
                <a:pos x="connsiteX39850" y="connsiteY39850"/>
              </a:cxn>
              <a:cxn ang="0">
                <a:pos x="connsiteX39851" y="connsiteY39851"/>
              </a:cxn>
              <a:cxn ang="0">
                <a:pos x="connsiteX39852" y="connsiteY39852"/>
              </a:cxn>
              <a:cxn ang="0">
                <a:pos x="connsiteX39853" y="connsiteY39853"/>
              </a:cxn>
              <a:cxn ang="0">
                <a:pos x="connsiteX39854" y="connsiteY39854"/>
              </a:cxn>
              <a:cxn ang="0">
                <a:pos x="connsiteX39855" y="connsiteY39855"/>
              </a:cxn>
              <a:cxn ang="0">
                <a:pos x="connsiteX39856" y="connsiteY39856"/>
              </a:cxn>
              <a:cxn ang="0">
                <a:pos x="connsiteX39857" y="connsiteY39857"/>
              </a:cxn>
              <a:cxn ang="0">
                <a:pos x="connsiteX39858" y="connsiteY39858"/>
              </a:cxn>
              <a:cxn ang="0">
                <a:pos x="connsiteX39859" y="connsiteY39859"/>
              </a:cxn>
              <a:cxn ang="0">
                <a:pos x="connsiteX39860" y="connsiteY39860"/>
              </a:cxn>
              <a:cxn ang="0">
                <a:pos x="connsiteX39861" y="connsiteY39861"/>
              </a:cxn>
              <a:cxn ang="0">
                <a:pos x="connsiteX39862" y="connsiteY39862"/>
              </a:cxn>
              <a:cxn ang="0">
                <a:pos x="connsiteX39863" y="connsiteY39863"/>
              </a:cxn>
              <a:cxn ang="0">
                <a:pos x="connsiteX39864" y="connsiteY39864"/>
              </a:cxn>
              <a:cxn ang="0">
                <a:pos x="connsiteX39865" y="connsiteY39865"/>
              </a:cxn>
              <a:cxn ang="0">
                <a:pos x="connsiteX39866" y="connsiteY39866"/>
              </a:cxn>
              <a:cxn ang="0">
                <a:pos x="connsiteX39867" y="connsiteY39867"/>
              </a:cxn>
              <a:cxn ang="0">
                <a:pos x="connsiteX39868" y="connsiteY39868"/>
              </a:cxn>
              <a:cxn ang="0">
                <a:pos x="connsiteX39869" y="connsiteY39869"/>
              </a:cxn>
              <a:cxn ang="0">
                <a:pos x="connsiteX39870" y="connsiteY39870"/>
              </a:cxn>
              <a:cxn ang="0">
                <a:pos x="connsiteX39871" y="connsiteY39871"/>
              </a:cxn>
              <a:cxn ang="0">
                <a:pos x="connsiteX39872" y="connsiteY39872"/>
              </a:cxn>
              <a:cxn ang="0">
                <a:pos x="connsiteX39873" y="connsiteY39873"/>
              </a:cxn>
              <a:cxn ang="0">
                <a:pos x="connsiteX39874" y="connsiteY39874"/>
              </a:cxn>
              <a:cxn ang="0">
                <a:pos x="connsiteX39875" y="connsiteY39875"/>
              </a:cxn>
              <a:cxn ang="0">
                <a:pos x="connsiteX39876" y="connsiteY39876"/>
              </a:cxn>
              <a:cxn ang="0">
                <a:pos x="connsiteX39877" y="connsiteY39877"/>
              </a:cxn>
              <a:cxn ang="0">
                <a:pos x="connsiteX39878" y="connsiteY39878"/>
              </a:cxn>
              <a:cxn ang="0">
                <a:pos x="connsiteX39879" y="connsiteY39879"/>
              </a:cxn>
              <a:cxn ang="0">
                <a:pos x="connsiteX39880" y="connsiteY39880"/>
              </a:cxn>
              <a:cxn ang="0">
                <a:pos x="connsiteX39881" y="connsiteY39881"/>
              </a:cxn>
              <a:cxn ang="0">
                <a:pos x="connsiteX39882" y="connsiteY39882"/>
              </a:cxn>
              <a:cxn ang="0">
                <a:pos x="connsiteX39883" y="connsiteY39883"/>
              </a:cxn>
              <a:cxn ang="0">
                <a:pos x="connsiteX39884" y="connsiteY39884"/>
              </a:cxn>
              <a:cxn ang="0">
                <a:pos x="connsiteX39885" y="connsiteY39885"/>
              </a:cxn>
              <a:cxn ang="0">
                <a:pos x="connsiteX39886" y="connsiteY39886"/>
              </a:cxn>
              <a:cxn ang="0">
                <a:pos x="connsiteX39887" y="connsiteY39887"/>
              </a:cxn>
              <a:cxn ang="0">
                <a:pos x="connsiteX39888" y="connsiteY39888"/>
              </a:cxn>
              <a:cxn ang="0">
                <a:pos x="connsiteX39889" y="connsiteY39889"/>
              </a:cxn>
              <a:cxn ang="0">
                <a:pos x="connsiteX39890" y="connsiteY39890"/>
              </a:cxn>
              <a:cxn ang="0">
                <a:pos x="connsiteX39891" y="connsiteY39891"/>
              </a:cxn>
              <a:cxn ang="0">
                <a:pos x="connsiteX39892" y="connsiteY39892"/>
              </a:cxn>
              <a:cxn ang="0">
                <a:pos x="connsiteX39893" y="connsiteY39893"/>
              </a:cxn>
              <a:cxn ang="0">
                <a:pos x="connsiteX39894" y="connsiteY39894"/>
              </a:cxn>
              <a:cxn ang="0">
                <a:pos x="connsiteX39895" y="connsiteY39895"/>
              </a:cxn>
              <a:cxn ang="0">
                <a:pos x="connsiteX39896" y="connsiteY39896"/>
              </a:cxn>
              <a:cxn ang="0">
                <a:pos x="connsiteX39897" y="connsiteY39897"/>
              </a:cxn>
              <a:cxn ang="0">
                <a:pos x="connsiteX39898" y="connsiteY39898"/>
              </a:cxn>
              <a:cxn ang="0">
                <a:pos x="connsiteX39899" y="connsiteY39899"/>
              </a:cxn>
              <a:cxn ang="0">
                <a:pos x="connsiteX39900" y="connsiteY39900"/>
              </a:cxn>
              <a:cxn ang="0">
                <a:pos x="connsiteX39901" y="connsiteY39901"/>
              </a:cxn>
              <a:cxn ang="0">
                <a:pos x="connsiteX39902" y="connsiteY39902"/>
              </a:cxn>
              <a:cxn ang="0">
                <a:pos x="connsiteX39903" y="connsiteY39903"/>
              </a:cxn>
              <a:cxn ang="0">
                <a:pos x="connsiteX39904" y="connsiteY39904"/>
              </a:cxn>
              <a:cxn ang="0">
                <a:pos x="connsiteX39905" y="connsiteY39905"/>
              </a:cxn>
              <a:cxn ang="0">
                <a:pos x="connsiteX39906" y="connsiteY39906"/>
              </a:cxn>
              <a:cxn ang="0">
                <a:pos x="connsiteX39907" y="connsiteY39907"/>
              </a:cxn>
              <a:cxn ang="0">
                <a:pos x="connsiteX39908" y="connsiteY39908"/>
              </a:cxn>
              <a:cxn ang="0">
                <a:pos x="connsiteX39909" y="connsiteY39909"/>
              </a:cxn>
              <a:cxn ang="0">
                <a:pos x="connsiteX39910" y="connsiteY39910"/>
              </a:cxn>
              <a:cxn ang="0">
                <a:pos x="connsiteX39911" y="connsiteY39911"/>
              </a:cxn>
              <a:cxn ang="0">
                <a:pos x="connsiteX39912" y="connsiteY39912"/>
              </a:cxn>
              <a:cxn ang="0">
                <a:pos x="connsiteX39913" y="connsiteY39913"/>
              </a:cxn>
              <a:cxn ang="0">
                <a:pos x="connsiteX39914" y="connsiteY39914"/>
              </a:cxn>
              <a:cxn ang="0">
                <a:pos x="connsiteX39915" y="connsiteY39915"/>
              </a:cxn>
              <a:cxn ang="0">
                <a:pos x="connsiteX39916" y="connsiteY39916"/>
              </a:cxn>
              <a:cxn ang="0">
                <a:pos x="connsiteX39917" y="connsiteY39917"/>
              </a:cxn>
              <a:cxn ang="0">
                <a:pos x="connsiteX39918" y="connsiteY39918"/>
              </a:cxn>
              <a:cxn ang="0">
                <a:pos x="connsiteX39919" y="connsiteY39919"/>
              </a:cxn>
              <a:cxn ang="0">
                <a:pos x="connsiteX39920" y="connsiteY39920"/>
              </a:cxn>
              <a:cxn ang="0">
                <a:pos x="connsiteX39921" y="connsiteY39921"/>
              </a:cxn>
              <a:cxn ang="0">
                <a:pos x="connsiteX39922" y="connsiteY39922"/>
              </a:cxn>
              <a:cxn ang="0">
                <a:pos x="connsiteX39923" y="connsiteY39923"/>
              </a:cxn>
              <a:cxn ang="0">
                <a:pos x="connsiteX39924" y="connsiteY39924"/>
              </a:cxn>
              <a:cxn ang="0">
                <a:pos x="connsiteX39925" y="connsiteY39925"/>
              </a:cxn>
              <a:cxn ang="0">
                <a:pos x="connsiteX39926" y="connsiteY39926"/>
              </a:cxn>
              <a:cxn ang="0">
                <a:pos x="connsiteX39927" y="connsiteY39927"/>
              </a:cxn>
              <a:cxn ang="0">
                <a:pos x="connsiteX39928" y="connsiteY39928"/>
              </a:cxn>
              <a:cxn ang="0">
                <a:pos x="connsiteX39929" y="connsiteY39929"/>
              </a:cxn>
              <a:cxn ang="0">
                <a:pos x="connsiteX39930" y="connsiteY39930"/>
              </a:cxn>
              <a:cxn ang="0">
                <a:pos x="connsiteX39931" y="connsiteY39931"/>
              </a:cxn>
              <a:cxn ang="0">
                <a:pos x="connsiteX39932" y="connsiteY39932"/>
              </a:cxn>
              <a:cxn ang="0">
                <a:pos x="connsiteX39933" y="connsiteY39933"/>
              </a:cxn>
              <a:cxn ang="0">
                <a:pos x="connsiteX39934" y="connsiteY39934"/>
              </a:cxn>
              <a:cxn ang="0">
                <a:pos x="connsiteX39935" y="connsiteY39935"/>
              </a:cxn>
              <a:cxn ang="0">
                <a:pos x="connsiteX39936" y="connsiteY39936"/>
              </a:cxn>
              <a:cxn ang="0">
                <a:pos x="connsiteX39937" y="connsiteY39937"/>
              </a:cxn>
              <a:cxn ang="0">
                <a:pos x="connsiteX39938" y="connsiteY39938"/>
              </a:cxn>
              <a:cxn ang="0">
                <a:pos x="connsiteX39939" y="connsiteY39939"/>
              </a:cxn>
              <a:cxn ang="0">
                <a:pos x="connsiteX39940" y="connsiteY39940"/>
              </a:cxn>
              <a:cxn ang="0">
                <a:pos x="connsiteX39941" y="connsiteY39941"/>
              </a:cxn>
              <a:cxn ang="0">
                <a:pos x="connsiteX39942" y="connsiteY39942"/>
              </a:cxn>
              <a:cxn ang="0">
                <a:pos x="connsiteX39943" y="connsiteY39943"/>
              </a:cxn>
              <a:cxn ang="0">
                <a:pos x="connsiteX39944" y="connsiteY39944"/>
              </a:cxn>
              <a:cxn ang="0">
                <a:pos x="connsiteX39945" y="connsiteY39945"/>
              </a:cxn>
              <a:cxn ang="0">
                <a:pos x="connsiteX39946" y="connsiteY39946"/>
              </a:cxn>
              <a:cxn ang="0">
                <a:pos x="connsiteX39947" y="connsiteY39947"/>
              </a:cxn>
              <a:cxn ang="0">
                <a:pos x="connsiteX39948" y="connsiteY39948"/>
              </a:cxn>
              <a:cxn ang="0">
                <a:pos x="connsiteX39949" y="connsiteY39949"/>
              </a:cxn>
              <a:cxn ang="0">
                <a:pos x="connsiteX39950" y="connsiteY39950"/>
              </a:cxn>
              <a:cxn ang="0">
                <a:pos x="connsiteX39951" y="connsiteY39951"/>
              </a:cxn>
              <a:cxn ang="0">
                <a:pos x="connsiteX39952" y="connsiteY39952"/>
              </a:cxn>
              <a:cxn ang="0">
                <a:pos x="connsiteX39953" y="connsiteY39953"/>
              </a:cxn>
              <a:cxn ang="0">
                <a:pos x="connsiteX39954" y="connsiteY39954"/>
              </a:cxn>
              <a:cxn ang="0">
                <a:pos x="connsiteX39955" y="connsiteY39955"/>
              </a:cxn>
              <a:cxn ang="0">
                <a:pos x="connsiteX39956" y="connsiteY39956"/>
              </a:cxn>
              <a:cxn ang="0">
                <a:pos x="connsiteX39957" y="connsiteY39957"/>
              </a:cxn>
              <a:cxn ang="0">
                <a:pos x="connsiteX39958" y="connsiteY39958"/>
              </a:cxn>
              <a:cxn ang="0">
                <a:pos x="connsiteX39959" y="connsiteY39959"/>
              </a:cxn>
              <a:cxn ang="0">
                <a:pos x="connsiteX39960" y="connsiteY39960"/>
              </a:cxn>
              <a:cxn ang="0">
                <a:pos x="connsiteX39961" y="connsiteY39961"/>
              </a:cxn>
              <a:cxn ang="0">
                <a:pos x="connsiteX39962" y="connsiteY39962"/>
              </a:cxn>
              <a:cxn ang="0">
                <a:pos x="connsiteX39963" y="connsiteY39963"/>
              </a:cxn>
              <a:cxn ang="0">
                <a:pos x="connsiteX39964" y="connsiteY39964"/>
              </a:cxn>
              <a:cxn ang="0">
                <a:pos x="connsiteX39965" y="connsiteY39965"/>
              </a:cxn>
              <a:cxn ang="0">
                <a:pos x="connsiteX39966" y="connsiteY39966"/>
              </a:cxn>
              <a:cxn ang="0">
                <a:pos x="connsiteX39967" y="connsiteY39967"/>
              </a:cxn>
              <a:cxn ang="0">
                <a:pos x="connsiteX39968" y="connsiteY39968"/>
              </a:cxn>
              <a:cxn ang="0">
                <a:pos x="connsiteX39969" y="connsiteY39969"/>
              </a:cxn>
              <a:cxn ang="0">
                <a:pos x="connsiteX39970" y="connsiteY39970"/>
              </a:cxn>
              <a:cxn ang="0">
                <a:pos x="connsiteX39971" y="connsiteY39971"/>
              </a:cxn>
              <a:cxn ang="0">
                <a:pos x="connsiteX39972" y="connsiteY39972"/>
              </a:cxn>
              <a:cxn ang="0">
                <a:pos x="connsiteX39973" y="connsiteY39973"/>
              </a:cxn>
              <a:cxn ang="0">
                <a:pos x="connsiteX39974" y="connsiteY39974"/>
              </a:cxn>
              <a:cxn ang="0">
                <a:pos x="connsiteX39975" y="connsiteY39975"/>
              </a:cxn>
              <a:cxn ang="0">
                <a:pos x="connsiteX39976" y="connsiteY39976"/>
              </a:cxn>
              <a:cxn ang="0">
                <a:pos x="connsiteX39977" y="connsiteY39977"/>
              </a:cxn>
              <a:cxn ang="0">
                <a:pos x="connsiteX39978" y="connsiteY39978"/>
              </a:cxn>
              <a:cxn ang="0">
                <a:pos x="connsiteX39979" y="connsiteY39979"/>
              </a:cxn>
              <a:cxn ang="0">
                <a:pos x="connsiteX39980" y="connsiteY39980"/>
              </a:cxn>
              <a:cxn ang="0">
                <a:pos x="connsiteX39981" y="connsiteY39981"/>
              </a:cxn>
              <a:cxn ang="0">
                <a:pos x="connsiteX39982" y="connsiteY39982"/>
              </a:cxn>
              <a:cxn ang="0">
                <a:pos x="connsiteX39983" y="connsiteY39983"/>
              </a:cxn>
              <a:cxn ang="0">
                <a:pos x="connsiteX39984" y="connsiteY39984"/>
              </a:cxn>
              <a:cxn ang="0">
                <a:pos x="connsiteX39985" y="connsiteY39985"/>
              </a:cxn>
              <a:cxn ang="0">
                <a:pos x="connsiteX39986" y="connsiteY39986"/>
              </a:cxn>
              <a:cxn ang="0">
                <a:pos x="connsiteX39987" y="connsiteY39987"/>
              </a:cxn>
              <a:cxn ang="0">
                <a:pos x="connsiteX39988" y="connsiteY39988"/>
              </a:cxn>
              <a:cxn ang="0">
                <a:pos x="connsiteX39989" y="connsiteY39989"/>
              </a:cxn>
              <a:cxn ang="0">
                <a:pos x="connsiteX39990" y="connsiteY39990"/>
              </a:cxn>
              <a:cxn ang="0">
                <a:pos x="connsiteX39991" y="connsiteY39991"/>
              </a:cxn>
              <a:cxn ang="0">
                <a:pos x="connsiteX39992" y="connsiteY39992"/>
              </a:cxn>
              <a:cxn ang="0">
                <a:pos x="connsiteX39993" y="connsiteY39993"/>
              </a:cxn>
              <a:cxn ang="0">
                <a:pos x="connsiteX39994" y="connsiteY39994"/>
              </a:cxn>
              <a:cxn ang="0">
                <a:pos x="connsiteX39995" y="connsiteY39995"/>
              </a:cxn>
              <a:cxn ang="0">
                <a:pos x="connsiteX39996" y="connsiteY39996"/>
              </a:cxn>
              <a:cxn ang="0">
                <a:pos x="connsiteX39997" y="connsiteY39997"/>
              </a:cxn>
              <a:cxn ang="0">
                <a:pos x="connsiteX39998" y="connsiteY39998"/>
              </a:cxn>
              <a:cxn ang="0">
                <a:pos x="connsiteX39999" y="connsiteY39999"/>
              </a:cxn>
              <a:cxn ang="0">
                <a:pos x="connsiteX40000" y="connsiteY40000"/>
              </a:cxn>
              <a:cxn ang="0">
                <a:pos x="connsiteX40001" y="connsiteY40001"/>
              </a:cxn>
              <a:cxn ang="0">
                <a:pos x="connsiteX40002" y="connsiteY40002"/>
              </a:cxn>
              <a:cxn ang="0">
                <a:pos x="connsiteX40003" y="connsiteY40003"/>
              </a:cxn>
              <a:cxn ang="0">
                <a:pos x="connsiteX40004" y="connsiteY40004"/>
              </a:cxn>
              <a:cxn ang="0">
                <a:pos x="connsiteX40005" y="connsiteY40005"/>
              </a:cxn>
              <a:cxn ang="0">
                <a:pos x="connsiteX40006" y="connsiteY40006"/>
              </a:cxn>
              <a:cxn ang="0">
                <a:pos x="connsiteX40007" y="connsiteY40007"/>
              </a:cxn>
              <a:cxn ang="0">
                <a:pos x="connsiteX40008" y="connsiteY40008"/>
              </a:cxn>
              <a:cxn ang="0">
                <a:pos x="connsiteX40009" y="connsiteY40009"/>
              </a:cxn>
              <a:cxn ang="0">
                <a:pos x="connsiteX40010" y="connsiteY40010"/>
              </a:cxn>
              <a:cxn ang="0">
                <a:pos x="connsiteX40011" y="connsiteY40011"/>
              </a:cxn>
              <a:cxn ang="0">
                <a:pos x="connsiteX40012" y="connsiteY40012"/>
              </a:cxn>
              <a:cxn ang="0">
                <a:pos x="connsiteX40013" y="connsiteY40013"/>
              </a:cxn>
              <a:cxn ang="0">
                <a:pos x="connsiteX40014" y="connsiteY40014"/>
              </a:cxn>
              <a:cxn ang="0">
                <a:pos x="connsiteX40015" y="connsiteY40015"/>
              </a:cxn>
              <a:cxn ang="0">
                <a:pos x="connsiteX40016" y="connsiteY40016"/>
              </a:cxn>
              <a:cxn ang="0">
                <a:pos x="connsiteX40017" y="connsiteY40017"/>
              </a:cxn>
              <a:cxn ang="0">
                <a:pos x="connsiteX40018" y="connsiteY40018"/>
              </a:cxn>
              <a:cxn ang="0">
                <a:pos x="connsiteX40019" y="connsiteY40019"/>
              </a:cxn>
              <a:cxn ang="0">
                <a:pos x="connsiteX40020" y="connsiteY40020"/>
              </a:cxn>
              <a:cxn ang="0">
                <a:pos x="connsiteX40021" y="connsiteY40021"/>
              </a:cxn>
              <a:cxn ang="0">
                <a:pos x="connsiteX40022" y="connsiteY40022"/>
              </a:cxn>
              <a:cxn ang="0">
                <a:pos x="connsiteX40023" y="connsiteY40023"/>
              </a:cxn>
              <a:cxn ang="0">
                <a:pos x="connsiteX40024" y="connsiteY40024"/>
              </a:cxn>
              <a:cxn ang="0">
                <a:pos x="connsiteX40025" y="connsiteY40025"/>
              </a:cxn>
              <a:cxn ang="0">
                <a:pos x="connsiteX40026" y="connsiteY40026"/>
              </a:cxn>
              <a:cxn ang="0">
                <a:pos x="connsiteX40027" y="connsiteY40027"/>
              </a:cxn>
              <a:cxn ang="0">
                <a:pos x="connsiteX40028" y="connsiteY40028"/>
              </a:cxn>
              <a:cxn ang="0">
                <a:pos x="connsiteX40029" y="connsiteY40029"/>
              </a:cxn>
              <a:cxn ang="0">
                <a:pos x="connsiteX40030" y="connsiteY40030"/>
              </a:cxn>
              <a:cxn ang="0">
                <a:pos x="connsiteX40031" y="connsiteY40031"/>
              </a:cxn>
              <a:cxn ang="0">
                <a:pos x="connsiteX40032" y="connsiteY40032"/>
              </a:cxn>
              <a:cxn ang="0">
                <a:pos x="connsiteX40033" y="connsiteY40033"/>
              </a:cxn>
              <a:cxn ang="0">
                <a:pos x="connsiteX40034" y="connsiteY40034"/>
              </a:cxn>
              <a:cxn ang="0">
                <a:pos x="connsiteX40035" y="connsiteY40035"/>
              </a:cxn>
              <a:cxn ang="0">
                <a:pos x="connsiteX40036" y="connsiteY40036"/>
              </a:cxn>
              <a:cxn ang="0">
                <a:pos x="connsiteX40037" y="connsiteY40037"/>
              </a:cxn>
              <a:cxn ang="0">
                <a:pos x="connsiteX40038" y="connsiteY40038"/>
              </a:cxn>
              <a:cxn ang="0">
                <a:pos x="connsiteX40039" y="connsiteY40039"/>
              </a:cxn>
              <a:cxn ang="0">
                <a:pos x="connsiteX40040" y="connsiteY40040"/>
              </a:cxn>
              <a:cxn ang="0">
                <a:pos x="connsiteX40041" y="connsiteY40041"/>
              </a:cxn>
              <a:cxn ang="0">
                <a:pos x="connsiteX40042" y="connsiteY40042"/>
              </a:cxn>
              <a:cxn ang="0">
                <a:pos x="connsiteX40043" y="connsiteY40043"/>
              </a:cxn>
              <a:cxn ang="0">
                <a:pos x="connsiteX40044" y="connsiteY40044"/>
              </a:cxn>
              <a:cxn ang="0">
                <a:pos x="connsiteX40045" y="connsiteY40045"/>
              </a:cxn>
              <a:cxn ang="0">
                <a:pos x="connsiteX40046" y="connsiteY40046"/>
              </a:cxn>
              <a:cxn ang="0">
                <a:pos x="connsiteX40047" y="connsiteY40047"/>
              </a:cxn>
              <a:cxn ang="0">
                <a:pos x="connsiteX40048" y="connsiteY40048"/>
              </a:cxn>
              <a:cxn ang="0">
                <a:pos x="connsiteX40049" y="connsiteY40049"/>
              </a:cxn>
              <a:cxn ang="0">
                <a:pos x="connsiteX40050" y="connsiteY40050"/>
              </a:cxn>
              <a:cxn ang="0">
                <a:pos x="connsiteX40051" y="connsiteY40051"/>
              </a:cxn>
              <a:cxn ang="0">
                <a:pos x="connsiteX40052" y="connsiteY40052"/>
              </a:cxn>
              <a:cxn ang="0">
                <a:pos x="connsiteX40053" y="connsiteY40053"/>
              </a:cxn>
              <a:cxn ang="0">
                <a:pos x="connsiteX40054" y="connsiteY40054"/>
              </a:cxn>
              <a:cxn ang="0">
                <a:pos x="connsiteX40055" y="connsiteY40055"/>
              </a:cxn>
              <a:cxn ang="0">
                <a:pos x="connsiteX40056" y="connsiteY40056"/>
              </a:cxn>
              <a:cxn ang="0">
                <a:pos x="connsiteX40057" y="connsiteY40057"/>
              </a:cxn>
              <a:cxn ang="0">
                <a:pos x="connsiteX40058" y="connsiteY40058"/>
              </a:cxn>
              <a:cxn ang="0">
                <a:pos x="connsiteX40059" y="connsiteY40059"/>
              </a:cxn>
              <a:cxn ang="0">
                <a:pos x="connsiteX40060" y="connsiteY40060"/>
              </a:cxn>
              <a:cxn ang="0">
                <a:pos x="connsiteX40061" y="connsiteY40061"/>
              </a:cxn>
              <a:cxn ang="0">
                <a:pos x="connsiteX40062" y="connsiteY40062"/>
              </a:cxn>
              <a:cxn ang="0">
                <a:pos x="connsiteX40063" y="connsiteY40063"/>
              </a:cxn>
              <a:cxn ang="0">
                <a:pos x="connsiteX40064" y="connsiteY40064"/>
              </a:cxn>
              <a:cxn ang="0">
                <a:pos x="connsiteX40065" y="connsiteY40065"/>
              </a:cxn>
              <a:cxn ang="0">
                <a:pos x="connsiteX40066" y="connsiteY40066"/>
              </a:cxn>
              <a:cxn ang="0">
                <a:pos x="connsiteX40067" y="connsiteY40067"/>
              </a:cxn>
              <a:cxn ang="0">
                <a:pos x="connsiteX40068" y="connsiteY40068"/>
              </a:cxn>
              <a:cxn ang="0">
                <a:pos x="connsiteX40069" y="connsiteY40069"/>
              </a:cxn>
              <a:cxn ang="0">
                <a:pos x="connsiteX40070" y="connsiteY40070"/>
              </a:cxn>
              <a:cxn ang="0">
                <a:pos x="connsiteX40071" y="connsiteY40071"/>
              </a:cxn>
              <a:cxn ang="0">
                <a:pos x="connsiteX40072" y="connsiteY40072"/>
              </a:cxn>
              <a:cxn ang="0">
                <a:pos x="connsiteX40073" y="connsiteY40073"/>
              </a:cxn>
              <a:cxn ang="0">
                <a:pos x="connsiteX40074" y="connsiteY40074"/>
              </a:cxn>
              <a:cxn ang="0">
                <a:pos x="connsiteX40075" y="connsiteY40075"/>
              </a:cxn>
              <a:cxn ang="0">
                <a:pos x="connsiteX40076" y="connsiteY40076"/>
              </a:cxn>
              <a:cxn ang="0">
                <a:pos x="connsiteX40077" y="connsiteY40077"/>
              </a:cxn>
              <a:cxn ang="0">
                <a:pos x="connsiteX40078" y="connsiteY40078"/>
              </a:cxn>
              <a:cxn ang="0">
                <a:pos x="connsiteX40079" y="connsiteY40079"/>
              </a:cxn>
              <a:cxn ang="0">
                <a:pos x="connsiteX40080" y="connsiteY40080"/>
              </a:cxn>
              <a:cxn ang="0">
                <a:pos x="connsiteX40081" y="connsiteY40081"/>
              </a:cxn>
              <a:cxn ang="0">
                <a:pos x="connsiteX40082" y="connsiteY40082"/>
              </a:cxn>
              <a:cxn ang="0">
                <a:pos x="connsiteX40083" y="connsiteY40083"/>
              </a:cxn>
              <a:cxn ang="0">
                <a:pos x="connsiteX40084" y="connsiteY40084"/>
              </a:cxn>
              <a:cxn ang="0">
                <a:pos x="connsiteX40085" y="connsiteY40085"/>
              </a:cxn>
              <a:cxn ang="0">
                <a:pos x="connsiteX40086" y="connsiteY40086"/>
              </a:cxn>
              <a:cxn ang="0">
                <a:pos x="connsiteX40087" y="connsiteY40087"/>
              </a:cxn>
              <a:cxn ang="0">
                <a:pos x="connsiteX40088" y="connsiteY40088"/>
              </a:cxn>
              <a:cxn ang="0">
                <a:pos x="connsiteX40089" y="connsiteY40089"/>
              </a:cxn>
              <a:cxn ang="0">
                <a:pos x="connsiteX40090" y="connsiteY40090"/>
              </a:cxn>
              <a:cxn ang="0">
                <a:pos x="connsiteX40091" y="connsiteY40091"/>
              </a:cxn>
              <a:cxn ang="0">
                <a:pos x="connsiteX40092" y="connsiteY40092"/>
              </a:cxn>
              <a:cxn ang="0">
                <a:pos x="connsiteX40093" y="connsiteY40093"/>
              </a:cxn>
              <a:cxn ang="0">
                <a:pos x="connsiteX40094" y="connsiteY40094"/>
              </a:cxn>
              <a:cxn ang="0">
                <a:pos x="connsiteX40095" y="connsiteY40095"/>
              </a:cxn>
              <a:cxn ang="0">
                <a:pos x="connsiteX40096" y="connsiteY40096"/>
              </a:cxn>
              <a:cxn ang="0">
                <a:pos x="connsiteX40097" y="connsiteY40097"/>
              </a:cxn>
              <a:cxn ang="0">
                <a:pos x="connsiteX40098" y="connsiteY40098"/>
              </a:cxn>
              <a:cxn ang="0">
                <a:pos x="connsiteX40099" y="connsiteY40099"/>
              </a:cxn>
              <a:cxn ang="0">
                <a:pos x="connsiteX40100" y="connsiteY40100"/>
              </a:cxn>
              <a:cxn ang="0">
                <a:pos x="connsiteX40101" y="connsiteY40101"/>
              </a:cxn>
              <a:cxn ang="0">
                <a:pos x="connsiteX40102" y="connsiteY40102"/>
              </a:cxn>
              <a:cxn ang="0">
                <a:pos x="connsiteX40103" y="connsiteY40103"/>
              </a:cxn>
              <a:cxn ang="0">
                <a:pos x="connsiteX40104" y="connsiteY40104"/>
              </a:cxn>
              <a:cxn ang="0">
                <a:pos x="connsiteX40105" y="connsiteY40105"/>
              </a:cxn>
              <a:cxn ang="0">
                <a:pos x="connsiteX40106" y="connsiteY40106"/>
              </a:cxn>
              <a:cxn ang="0">
                <a:pos x="connsiteX40107" y="connsiteY40107"/>
              </a:cxn>
              <a:cxn ang="0">
                <a:pos x="connsiteX40108" y="connsiteY40108"/>
              </a:cxn>
              <a:cxn ang="0">
                <a:pos x="connsiteX40109" y="connsiteY40109"/>
              </a:cxn>
              <a:cxn ang="0">
                <a:pos x="connsiteX40110" y="connsiteY40110"/>
              </a:cxn>
              <a:cxn ang="0">
                <a:pos x="connsiteX40111" y="connsiteY40111"/>
              </a:cxn>
              <a:cxn ang="0">
                <a:pos x="connsiteX40112" y="connsiteY40112"/>
              </a:cxn>
              <a:cxn ang="0">
                <a:pos x="connsiteX40113" y="connsiteY40113"/>
              </a:cxn>
              <a:cxn ang="0">
                <a:pos x="connsiteX40114" y="connsiteY40114"/>
              </a:cxn>
              <a:cxn ang="0">
                <a:pos x="connsiteX40115" y="connsiteY40115"/>
              </a:cxn>
              <a:cxn ang="0">
                <a:pos x="connsiteX40116" y="connsiteY40116"/>
              </a:cxn>
              <a:cxn ang="0">
                <a:pos x="connsiteX40117" y="connsiteY40117"/>
              </a:cxn>
              <a:cxn ang="0">
                <a:pos x="connsiteX40118" y="connsiteY40118"/>
              </a:cxn>
              <a:cxn ang="0">
                <a:pos x="connsiteX40119" y="connsiteY40119"/>
              </a:cxn>
              <a:cxn ang="0">
                <a:pos x="connsiteX40120" y="connsiteY40120"/>
              </a:cxn>
              <a:cxn ang="0">
                <a:pos x="connsiteX40121" y="connsiteY40121"/>
              </a:cxn>
              <a:cxn ang="0">
                <a:pos x="connsiteX40122" y="connsiteY40122"/>
              </a:cxn>
              <a:cxn ang="0">
                <a:pos x="connsiteX40123" y="connsiteY40123"/>
              </a:cxn>
              <a:cxn ang="0">
                <a:pos x="connsiteX40124" y="connsiteY40124"/>
              </a:cxn>
              <a:cxn ang="0">
                <a:pos x="connsiteX40125" y="connsiteY40125"/>
              </a:cxn>
              <a:cxn ang="0">
                <a:pos x="connsiteX40126" y="connsiteY40126"/>
              </a:cxn>
              <a:cxn ang="0">
                <a:pos x="connsiteX40127" y="connsiteY40127"/>
              </a:cxn>
              <a:cxn ang="0">
                <a:pos x="connsiteX40128" y="connsiteY40128"/>
              </a:cxn>
              <a:cxn ang="0">
                <a:pos x="connsiteX40129" y="connsiteY40129"/>
              </a:cxn>
              <a:cxn ang="0">
                <a:pos x="connsiteX40130" y="connsiteY40130"/>
              </a:cxn>
              <a:cxn ang="0">
                <a:pos x="connsiteX40131" y="connsiteY40131"/>
              </a:cxn>
              <a:cxn ang="0">
                <a:pos x="connsiteX40132" y="connsiteY40132"/>
              </a:cxn>
              <a:cxn ang="0">
                <a:pos x="connsiteX40133" y="connsiteY40133"/>
              </a:cxn>
              <a:cxn ang="0">
                <a:pos x="connsiteX40134" y="connsiteY40134"/>
              </a:cxn>
              <a:cxn ang="0">
                <a:pos x="connsiteX40135" y="connsiteY40135"/>
              </a:cxn>
              <a:cxn ang="0">
                <a:pos x="connsiteX40136" y="connsiteY40136"/>
              </a:cxn>
              <a:cxn ang="0">
                <a:pos x="connsiteX40137" y="connsiteY40137"/>
              </a:cxn>
              <a:cxn ang="0">
                <a:pos x="connsiteX40138" y="connsiteY40138"/>
              </a:cxn>
              <a:cxn ang="0">
                <a:pos x="connsiteX40139" y="connsiteY40139"/>
              </a:cxn>
              <a:cxn ang="0">
                <a:pos x="connsiteX40140" y="connsiteY40140"/>
              </a:cxn>
              <a:cxn ang="0">
                <a:pos x="connsiteX40141" y="connsiteY40141"/>
              </a:cxn>
              <a:cxn ang="0">
                <a:pos x="connsiteX40142" y="connsiteY40142"/>
              </a:cxn>
              <a:cxn ang="0">
                <a:pos x="connsiteX40143" y="connsiteY40143"/>
              </a:cxn>
              <a:cxn ang="0">
                <a:pos x="connsiteX40144" y="connsiteY40144"/>
              </a:cxn>
              <a:cxn ang="0">
                <a:pos x="connsiteX40145" y="connsiteY40145"/>
              </a:cxn>
              <a:cxn ang="0">
                <a:pos x="connsiteX40146" y="connsiteY40146"/>
              </a:cxn>
              <a:cxn ang="0">
                <a:pos x="connsiteX40147" y="connsiteY40147"/>
              </a:cxn>
              <a:cxn ang="0">
                <a:pos x="connsiteX40148" y="connsiteY40148"/>
              </a:cxn>
              <a:cxn ang="0">
                <a:pos x="connsiteX40149" y="connsiteY40149"/>
              </a:cxn>
              <a:cxn ang="0">
                <a:pos x="connsiteX40150" y="connsiteY40150"/>
              </a:cxn>
              <a:cxn ang="0">
                <a:pos x="connsiteX40151" y="connsiteY40151"/>
              </a:cxn>
              <a:cxn ang="0">
                <a:pos x="connsiteX40152" y="connsiteY40152"/>
              </a:cxn>
              <a:cxn ang="0">
                <a:pos x="connsiteX40153" y="connsiteY40153"/>
              </a:cxn>
              <a:cxn ang="0">
                <a:pos x="connsiteX40154" y="connsiteY40154"/>
              </a:cxn>
              <a:cxn ang="0">
                <a:pos x="connsiteX40155" y="connsiteY40155"/>
              </a:cxn>
              <a:cxn ang="0">
                <a:pos x="connsiteX40156" y="connsiteY40156"/>
              </a:cxn>
              <a:cxn ang="0">
                <a:pos x="connsiteX40157" y="connsiteY40157"/>
              </a:cxn>
              <a:cxn ang="0">
                <a:pos x="connsiteX40158" y="connsiteY40158"/>
              </a:cxn>
              <a:cxn ang="0">
                <a:pos x="connsiteX40159" y="connsiteY40159"/>
              </a:cxn>
              <a:cxn ang="0">
                <a:pos x="connsiteX40160" y="connsiteY40160"/>
              </a:cxn>
              <a:cxn ang="0">
                <a:pos x="connsiteX40161" y="connsiteY40161"/>
              </a:cxn>
              <a:cxn ang="0">
                <a:pos x="connsiteX40162" y="connsiteY40162"/>
              </a:cxn>
              <a:cxn ang="0">
                <a:pos x="connsiteX40163" y="connsiteY40163"/>
              </a:cxn>
              <a:cxn ang="0">
                <a:pos x="connsiteX40164" y="connsiteY40164"/>
              </a:cxn>
              <a:cxn ang="0">
                <a:pos x="connsiteX40165" y="connsiteY40165"/>
              </a:cxn>
              <a:cxn ang="0">
                <a:pos x="connsiteX40166" y="connsiteY40166"/>
              </a:cxn>
              <a:cxn ang="0">
                <a:pos x="connsiteX40167" y="connsiteY40167"/>
              </a:cxn>
              <a:cxn ang="0">
                <a:pos x="connsiteX40168" y="connsiteY40168"/>
              </a:cxn>
              <a:cxn ang="0">
                <a:pos x="connsiteX40169" y="connsiteY40169"/>
              </a:cxn>
              <a:cxn ang="0">
                <a:pos x="connsiteX40170" y="connsiteY40170"/>
              </a:cxn>
              <a:cxn ang="0">
                <a:pos x="connsiteX40171" y="connsiteY40171"/>
              </a:cxn>
              <a:cxn ang="0">
                <a:pos x="connsiteX40172" y="connsiteY40172"/>
              </a:cxn>
              <a:cxn ang="0">
                <a:pos x="connsiteX40173" y="connsiteY40173"/>
              </a:cxn>
              <a:cxn ang="0">
                <a:pos x="connsiteX40174" y="connsiteY40174"/>
              </a:cxn>
              <a:cxn ang="0">
                <a:pos x="connsiteX40175" y="connsiteY40175"/>
              </a:cxn>
              <a:cxn ang="0">
                <a:pos x="connsiteX40176" y="connsiteY40176"/>
              </a:cxn>
              <a:cxn ang="0">
                <a:pos x="connsiteX40177" y="connsiteY40177"/>
              </a:cxn>
              <a:cxn ang="0">
                <a:pos x="connsiteX40178" y="connsiteY40178"/>
              </a:cxn>
              <a:cxn ang="0">
                <a:pos x="connsiteX40179" y="connsiteY40179"/>
              </a:cxn>
              <a:cxn ang="0">
                <a:pos x="connsiteX40180" y="connsiteY40180"/>
              </a:cxn>
              <a:cxn ang="0">
                <a:pos x="connsiteX40181" y="connsiteY40181"/>
              </a:cxn>
              <a:cxn ang="0">
                <a:pos x="connsiteX40182" y="connsiteY40182"/>
              </a:cxn>
              <a:cxn ang="0">
                <a:pos x="connsiteX40183" y="connsiteY40183"/>
              </a:cxn>
              <a:cxn ang="0">
                <a:pos x="connsiteX40184" y="connsiteY40184"/>
              </a:cxn>
              <a:cxn ang="0">
                <a:pos x="connsiteX40185" y="connsiteY40185"/>
              </a:cxn>
              <a:cxn ang="0">
                <a:pos x="connsiteX40186" y="connsiteY40186"/>
              </a:cxn>
              <a:cxn ang="0">
                <a:pos x="connsiteX40187" y="connsiteY40187"/>
              </a:cxn>
              <a:cxn ang="0">
                <a:pos x="connsiteX40188" y="connsiteY40188"/>
              </a:cxn>
              <a:cxn ang="0">
                <a:pos x="connsiteX40189" y="connsiteY40189"/>
              </a:cxn>
              <a:cxn ang="0">
                <a:pos x="connsiteX40190" y="connsiteY40190"/>
              </a:cxn>
              <a:cxn ang="0">
                <a:pos x="connsiteX40191" y="connsiteY40191"/>
              </a:cxn>
              <a:cxn ang="0">
                <a:pos x="connsiteX40192" y="connsiteY40192"/>
              </a:cxn>
              <a:cxn ang="0">
                <a:pos x="connsiteX40193" y="connsiteY40193"/>
              </a:cxn>
              <a:cxn ang="0">
                <a:pos x="connsiteX40194" y="connsiteY40194"/>
              </a:cxn>
              <a:cxn ang="0">
                <a:pos x="connsiteX40195" y="connsiteY40195"/>
              </a:cxn>
              <a:cxn ang="0">
                <a:pos x="connsiteX40196" y="connsiteY40196"/>
              </a:cxn>
              <a:cxn ang="0">
                <a:pos x="connsiteX40197" y="connsiteY40197"/>
              </a:cxn>
              <a:cxn ang="0">
                <a:pos x="connsiteX40198" y="connsiteY40198"/>
              </a:cxn>
              <a:cxn ang="0">
                <a:pos x="connsiteX40199" y="connsiteY40199"/>
              </a:cxn>
              <a:cxn ang="0">
                <a:pos x="connsiteX40200" y="connsiteY40200"/>
              </a:cxn>
              <a:cxn ang="0">
                <a:pos x="connsiteX40201" y="connsiteY40201"/>
              </a:cxn>
              <a:cxn ang="0">
                <a:pos x="connsiteX40202" y="connsiteY40202"/>
              </a:cxn>
              <a:cxn ang="0">
                <a:pos x="connsiteX40203" y="connsiteY40203"/>
              </a:cxn>
              <a:cxn ang="0">
                <a:pos x="connsiteX40204" y="connsiteY40204"/>
              </a:cxn>
              <a:cxn ang="0">
                <a:pos x="connsiteX40205" y="connsiteY40205"/>
              </a:cxn>
              <a:cxn ang="0">
                <a:pos x="connsiteX40206" y="connsiteY40206"/>
              </a:cxn>
              <a:cxn ang="0">
                <a:pos x="connsiteX40207" y="connsiteY40207"/>
              </a:cxn>
              <a:cxn ang="0">
                <a:pos x="connsiteX40208" y="connsiteY40208"/>
              </a:cxn>
              <a:cxn ang="0">
                <a:pos x="connsiteX40209" y="connsiteY40209"/>
              </a:cxn>
              <a:cxn ang="0">
                <a:pos x="connsiteX40210" y="connsiteY40210"/>
              </a:cxn>
              <a:cxn ang="0">
                <a:pos x="connsiteX40211" y="connsiteY40211"/>
              </a:cxn>
              <a:cxn ang="0">
                <a:pos x="connsiteX40212" y="connsiteY40212"/>
              </a:cxn>
              <a:cxn ang="0">
                <a:pos x="connsiteX40213" y="connsiteY40213"/>
              </a:cxn>
              <a:cxn ang="0">
                <a:pos x="connsiteX40214" y="connsiteY40214"/>
              </a:cxn>
              <a:cxn ang="0">
                <a:pos x="connsiteX40215" y="connsiteY40215"/>
              </a:cxn>
              <a:cxn ang="0">
                <a:pos x="connsiteX40216" y="connsiteY40216"/>
              </a:cxn>
              <a:cxn ang="0">
                <a:pos x="connsiteX40217" y="connsiteY40217"/>
              </a:cxn>
              <a:cxn ang="0">
                <a:pos x="connsiteX40218" y="connsiteY40218"/>
              </a:cxn>
              <a:cxn ang="0">
                <a:pos x="connsiteX40219" y="connsiteY40219"/>
              </a:cxn>
              <a:cxn ang="0">
                <a:pos x="connsiteX40220" y="connsiteY40220"/>
              </a:cxn>
              <a:cxn ang="0">
                <a:pos x="connsiteX40221" y="connsiteY40221"/>
              </a:cxn>
              <a:cxn ang="0">
                <a:pos x="connsiteX40222" y="connsiteY40222"/>
              </a:cxn>
              <a:cxn ang="0">
                <a:pos x="connsiteX40223" y="connsiteY40223"/>
              </a:cxn>
              <a:cxn ang="0">
                <a:pos x="connsiteX40224" y="connsiteY40224"/>
              </a:cxn>
              <a:cxn ang="0">
                <a:pos x="connsiteX40225" y="connsiteY40225"/>
              </a:cxn>
              <a:cxn ang="0">
                <a:pos x="connsiteX40226" y="connsiteY40226"/>
              </a:cxn>
              <a:cxn ang="0">
                <a:pos x="connsiteX40227" y="connsiteY40227"/>
              </a:cxn>
              <a:cxn ang="0">
                <a:pos x="connsiteX40228" y="connsiteY40228"/>
              </a:cxn>
              <a:cxn ang="0">
                <a:pos x="connsiteX40229" y="connsiteY40229"/>
              </a:cxn>
              <a:cxn ang="0">
                <a:pos x="connsiteX40230" y="connsiteY40230"/>
              </a:cxn>
              <a:cxn ang="0">
                <a:pos x="connsiteX40231" y="connsiteY40231"/>
              </a:cxn>
              <a:cxn ang="0">
                <a:pos x="connsiteX40232" y="connsiteY40232"/>
              </a:cxn>
              <a:cxn ang="0">
                <a:pos x="connsiteX40233" y="connsiteY40233"/>
              </a:cxn>
              <a:cxn ang="0">
                <a:pos x="connsiteX40234" y="connsiteY40234"/>
              </a:cxn>
              <a:cxn ang="0">
                <a:pos x="connsiteX40235" y="connsiteY40235"/>
              </a:cxn>
              <a:cxn ang="0">
                <a:pos x="connsiteX40236" y="connsiteY40236"/>
              </a:cxn>
              <a:cxn ang="0">
                <a:pos x="connsiteX40237" y="connsiteY40237"/>
              </a:cxn>
              <a:cxn ang="0">
                <a:pos x="connsiteX40238" y="connsiteY40238"/>
              </a:cxn>
              <a:cxn ang="0">
                <a:pos x="connsiteX40239" y="connsiteY40239"/>
              </a:cxn>
              <a:cxn ang="0">
                <a:pos x="connsiteX40240" y="connsiteY40240"/>
              </a:cxn>
              <a:cxn ang="0">
                <a:pos x="connsiteX40241" y="connsiteY40241"/>
              </a:cxn>
              <a:cxn ang="0">
                <a:pos x="connsiteX40242" y="connsiteY40242"/>
              </a:cxn>
              <a:cxn ang="0">
                <a:pos x="connsiteX40243" y="connsiteY40243"/>
              </a:cxn>
              <a:cxn ang="0">
                <a:pos x="connsiteX40244" y="connsiteY40244"/>
              </a:cxn>
              <a:cxn ang="0">
                <a:pos x="connsiteX40245" y="connsiteY40245"/>
              </a:cxn>
              <a:cxn ang="0">
                <a:pos x="connsiteX40246" y="connsiteY40246"/>
              </a:cxn>
              <a:cxn ang="0">
                <a:pos x="connsiteX40247" y="connsiteY40247"/>
              </a:cxn>
              <a:cxn ang="0">
                <a:pos x="connsiteX40248" y="connsiteY40248"/>
              </a:cxn>
              <a:cxn ang="0">
                <a:pos x="connsiteX40249" y="connsiteY40249"/>
              </a:cxn>
              <a:cxn ang="0">
                <a:pos x="connsiteX40250" y="connsiteY40250"/>
              </a:cxn>
              <a:cxn ang="0">
                <a:pos x="connsiteX40251" y="connsiteY40251"/>
              </a:cxn>
              <a:cxn ang="0">
                <a:pos x="connsiteX40252" y="connsiteY40252"/>
              </a:cxn>
              <a:cxn ang="0">
                <a:pos x="connsiteX40253" y="connsiteY40253"/>
              </a:cxn>
              <a:cxn ang="0">
                <a:pos x="connsiteX40254" y="connsiteY40254"/>
              </a:cxn>
              <a:cxn ang="0">
                <a:pos x="connsiteX40255" y="connsiteY40255"/>
              </a:cxn>
              <a:cxn ang="0">
                <a:pos x="connsiteX40256" y="connsiteY40256"/>
              </a:cxn>
              <a:cxn ang="0">
                <a:pos x="connsiteX40257" y="connsiteY40257"/>
              </a:cxn>
              <a:cxn ang="0">
                <a:pos x="connsiteX40258" y="connsiteY40258"/>
              </a:cxn>
              <a:cxn ang="0">
                <a:pos x="connsiteX40259" y="connsiteY40259"/>
              </a:cxn>
              <a:cxn ang="0">
                <a:pos x="connsiteX40260" y="connsiteY40260"/>
              </a:cxn>
              <a:cxn ang="0">
                <a:pos x="connsiteX40261" y="connsiteY40261"/>
              </a:cxn>
              <a:cxn ang="0">
                <a:pos x="connsiteX40262" y="connsiteY40262"/>
              </a:cxn>
              <a:cxn ang="0">
                <a:pos x="connsiteX40263" y="connsiteY40263"/>
              </a:cxn>
              <a:cxn ang="0">
                <a:pos x="connsiteX40264" y="connsiteY40264"/>
              </a:cxn>
              <a:cxn ang="0">
                <a:pos x="connsiteX40265" y="connsiteY40265"/>
              </a:cxn>
              <a:cxn ang="0">
                <a:pos x="connsiteX40266" y="connsiteY40266"/>
              </a:cxn>
              <a:cxn ang="0">
                <a:pos x="connsiteX40267" y="connsiteY40267"/>
              </a:cxn>
              <a:cxn ang="0">
                <a:pos x="connsiteX40268" y="connsiteY40268"/>
              </a:cxn>
              <a:cxn ang="0">
                <a:pos x="connsiteX40269" y="connsiteY40269"/>
              </a:cxn>
              <a:cxn ang="0">
                <a:pos x="connsiteX40270" y="connsiteY40270"/>
              </a:cxn>
              <a:cxn ang="0">
                <a:pos x="connsiteX40271" y="connsiteY40271"/>
              </a:cxn>
              <a:cxn ang="0">
                <a:pos x="connsiteX40272" y="connsiteY40272"/>
              </a:cxn>
              <a:cxn ang="0">
                <a:pos x="connsiteX40273" y="connsiteY40273"/>
              </a:cxn>
              <a:cxn ang="0">
                <a:pos x="connsiteX40274" y="connsiteY40274"/>
              </a:cxn>
              <a:cxn ang="0">
                <a:pos x="connsiteX40275" y="connsiteY40275"/>
              </a:cxn>
              <a:cxn ang="0">
                <a:pos x="connsiteX40276" y="connsiteY40276"/>
              </a:cxn>
              <a:cxn ang="0">
                <a:pos x="connsiteX40277" y="connsiteY40277"/>
              </a:cxn>
              <a:cxn ang="0">
                <a:pos x="connsiteX40278" y="connsiteY40278"/>
              </a:cxn>
              <a:cxn ang="0">
                <a:pos x="connsiteX40279" y="connsiteY40279"/>
              </a:cxn>
              <a:cxn ang="0">
                <a:pos x="connsiteX40280" y="connsiteY40280"/>
              </a:cxn>
              <a:cxn ang="0">
                <a:pos x="connsiteX40281" y="connsiteY40281"/>
              </a:cxn>
              <a:cxn ang="0">
                <a:pos x="connsiteX40282" y="connsiteY40282"/>
              </a:cxn>
              <a:cxn ang="0">
                <a:pos x="connsiteX40283" y="connsiteY40283"/>
              </a:cxn>
              <a:cxn ang="0">
                <a:pos x="connsiteX40284" y="connsiteY40284"/>
              </a:cxn>
              <a:cxn ang="0">
                <a:pos x="connsiteX40285" y="connsiteY40285"/>
              </a:cxn>
              <a:cxn ang="0">
                <a:pos x="connsiteX40286" y="connsiteY40286"/>
              </a:cxn>
              <a:cxn ang="0">
                <a:pos x="connsiteX40287" y="connsiteY40287"/>
              </a:cxn>
              <a:cxn ang="0">
                <a:pos x="connsiteX40288" y="connsiteY40288"/>
              </a:cxn>
              <a:cxn ang="0">
                <a:pos x="connsiteX40289" y="connsiteY40289"/>
              </a:cxn>
              <a:cxn ang="0">
                <a:pos x="connsiteX40290" y="connsiteY40290"/>
              </a:cxn>
              <a:cxn ang="0">
                <a:pos x="connsiteX40291" y="connsiteY40291"/>
              </a:cxn>
              <a:cxn ang="0">
                <a:pos x="connsiteX40292" y="connsiteY40292"/>
              </a:cxn>
              <a:cxn ang="0">
                <a:pos x="connsiteX40293" y="connsiteY40293"/>
              </a:cxn>
              <a:cxn ang="0">
                <a:pos x="connsiteX40294" y="connsiteY40294"/>
              </a:cxn>
              <a:cxn ang="0">
                <a:pos x="connsiteX40295" y="connsiteY40295"/>
              </a:cxn>
              <a:cxn ang="0">
                <a:pos x="connsiteX40296" y="connsiteY40296"/>
              </a:cxn>
              <a:cxn ang="0">
                <a:pos x="connsiteX40297" y="connsiteY40297"/>
              </a:cxn>
              <a:cxn ang="0">
                <a:pos x="connsiteX40298" y="connsiteY40298"/>
              </a:cxn>
              <a:cxn ang="0">
                <a:pos x="connsiteX40299" y="connsiteY40299"/>
              </a:cxn>
              <a:cxn ang="0">
                <a:pos x="connsiteX40300" y="connsiteY40300"/>
              </a:cxn>
              <a:cxn ang="0">
                <a:pos x="connsiteX40301" y="connsiteY40301"/>
              </a:cxn>
              <a:cxn ang="0">
                <a:pos x="connsiteX40302" y="connsiteY40302"/>
              </a:cxn>
              <a:cxn ang="0">
                <a:pos x="connsiteX40303" y="connsiteY40303"/>
              </a:cxn>
              <a:cxn ang="0">
                <a:pos x="connsiteX40304" y="connsiteY40304"/>
              </a:cxn>
              <a:cxn ang="0">
                <a:pos x="connsiteX40305" y="connsiteY40305"/>
              </a:cxn>
              <a:cxn ang="0">
                <a:pos x="connsiteX40306" y="connsiteY40306"/>
              </a:cxn>
              <a:cxn ang="0">
                <a:pos x="connsiteX40307" y="connsiteY40307"/>
              </a:cxn>
              <a:cxn ang="0">
                <a:pos x="connsiteX40308" y="connsiteY40308"/>
              </a:cxn>
              <a:cxn ang="0">
                <a:pos x="connsiteX40309" y="connsiteY40309"/>
              </a:cxn>
              <a:cxn ang="0">
                <a:pos x="connsiteX40310" y="connsiteY40310"/>
              </a:cxn>
              <a:cxn ang="0">
                <a:pos x="connsiteX40311" y="connsiteY40311"/>
              </a:cxn>
              <a:cxn ang="0">
                <a:pos x="connsiteX40312" y="connsiteY40312"/>
              </a:cxn>
              <a:cxn ang="0">
                <a:pos x="connsiteX40313" y="connsiteY40313"/>
              </a:cxn>
              <a:cxn ang="0">
                <a:pos x="connsiteX40314" y="connsiteY40314"/>
              </a:cxn>
              <a:cxn ang="0">
                <a:pos x="connsiteX40315" y="connsiteY40315"/>
              </a:cxn>
              <a:cxn ang="0">
                <a:pos x="connsiteX40316" y="connsiteY40316"/>
              </a:cxn>
              <a:cxn ang="0">
                <a:pos x="connsiteX40317" y="connsiteY40317"/>
              </a:cxn>
              <a:cxn ang="0">
                <a:pos x="connsiteX40318" y="connsiteY40318"/>
              </a:cxn>
              <a:cxn ang="0">
                <a:pos x="connsiteX40319" y="connsiteY40319"/>
              </a:cxn>
              <a:cxn ang="0">
                <a:pos x="connsiteX40320" y="connsiteY40320"/>
              </a:cxn>
              <a:cxn ang="0">
                <a:pos x="connsiteX40321" y="connsiteY40321"/>
              </a:cxn>
              <a:cxn ang="0">
                <a:pos x="connsiteX40322" y="connsiteY40322"/>
              </a:cxn>
              <a:cxn ang="0">
                <a:pos x="connsiteX40323" y="connsiteY40323"/>
              </a:cxn>
              <a:cxn ang="0">
                <a:pos x="connsiteX40324" y="connsiteY40324"/>
              </a:cxn>
              <a:cxn ang="0">
                <a:pos x="connsiteX40325" y="connsiteY40325"/>
              </a:cxn>
              <a:cxn ang="0">
                <a:pos x="connsiteX40326" y="connsiteY40326"/>
              </a:cxn>
              <a:cxn ang="0">
                <a:pos x="connsiteX40327" y="connsiteY40327"/>
              </a:cxn>
              <a:cxn ang="0">
                <a:pos x="connsiteX40328" y="connsiteY40328"/>
              </a:cxn>
              <a:cxn ang="0">
                <a:pos x="connsiteX40329" y="connsiteY40329"/>
              </a:cxn>
              <a:cxn ang="0">
                <a:pos x="connsiteX40330" y="connsiteY40330"/>
              </a:cxn>
              <a:cxn ang="0">
                <a:pos x="connsiteX40331" y="connsiteY40331"/>
              </a:cxn>
              <a:cxn ang="0">
                <a:pos x="connsiteX40332" y="connsiteY40332"/>
              </a:cxn>
              <a:cxn ang="0">
                <a:pos x="connsiteX40333" y="connsiteY40333"/>
              </a:cxn>
              <a:cxn ang="0">
                <a:pos x="connsiteX40334" y="connsiteY40334"/>
              </a:cxn>
              <a:cxn ang="0">
                <a:pos x="connsiteX40335" y="connsiteY40335"/>
              </a:cxn>
              <a:cxn ang="0">
                <a:pos x="connsiteX40336" y="connsiteY40336"/>
              </a:cxn>
              <a:cxn ang="0">
                <a:pos x="connsiteX40337" y="connsiteY40337"/>
              </a:cxn>
              <a:cxn ang="0">
                <a:pos x="connsiteX40338" y="connsiteY40338"/>
              </a:cxn>
              <a:cxn ang="0">
                <a:pos x="connsiteX40339" y="connsiteY40339"/>
              </a:cxn>
              <a:cxn ang="0">
                <a:pos x="connsiteX40340" y="connsiteY40340"/>
              </a:cxn>
              <a:cxn ang="0">
                <a:pos x="connsiteX40341" y="connsiteY40341"/>
              </a:cxn>
              <a:cxn ang="0">
                <a:pos x="connsiteX40342" y="connsiteY40342"/>
              </a:cxn>
              <a:cxn ang="0">
                <a:pos x="connsiteX40343" y="connsiteY40343"/>
              </a:cxn>
              <a:cxn ang="0">
                <a:pos x="connsiteX40344" y="connsiteY40344"/>
              </a:cxn>
              <a:cxn ang="0">
                <a:pos x="connsiteX40345" y="connsiteY40345"/>
              </a:cxn>
              <a:cxn ang="0">
                <a:pos x="connsiteX40346" y="connsiteY40346"/>
              </a:cxn>
              <a:cxn ang="0">
                <a:pos x="connsiteX40347" y="connsiteY40347"/>
              </a:cxn>
              <a:cxn ang="0">
                <a:pos x="connsiteX40348" y="connsiteY40348"/>
              </a:cxn>
              <a:cxn ang="0">
                <a:pos x="connsiteX40349" y="connsiteY40349"/>
              </a:cxn>
              <a:cxn ang="0">
                <a:pos x="connsiteX40350" y="connsiteY40350"/>
              </a:cxn>
              <a:cxn ang="0">
                <a:pos x="connsiteX40351" y="connsiteY40351"/>
              </a:cxn>
              <a:cxn ang="0">
                <a:pos x="connsiteX40352" y="connsiteY40352"/>
              </a:cxn>
              <a:cxn ang="0">
                <a:pos x="connsiteX40353" y="connsiteY40353"/>
              </a:cxn>
              <a:cxn ang="0">
                <a:pos x="connsiteX40354" y="connsiteY40354"/>
              </a:cxn>
              <a:cxn ang="0">
                <a:pos x="connsiteX40355" y="connsiteY40355"/>
              </a:cxn>
              <a:cxn ang="0">
                <a:pos x="connsiteX40356" y="connsiteY40356"/>
              </a:cxn>
              <a:cxn ang="0">
                <a:pos x="connsiteX40357" y="connsiteY40357"/>
              </a:cxn>
              <a:cxn ang="0">
                <a:pos x="connsiteX40358" y="connsiteY40358"/>
              </a:cxn>
              <a:cxn ang="0">
                <a:pos x="connsiteX40359" y="connsiteY40359"/>
              </a:cxn>
              <a:cxn ang="0">
                <a:pos x="connsiteX40360" y="connsiteY40360"/>
              </a:cxn>
              <a:cxn ang="0">
                <a:pos x="connsiteX40361" y="connsiteY40361"/>
              </a:cxn>
              <a:cxn ang="0">
                <a:pos x="connsiteX40362" y="connsiteY40362"/>
              </a:cxn>
              <a:cxn ang="0">
                <a:pos x="connsiteX40363" y="connsiteY40363"/>
              </a:cxn>
              <a:cxn ang="0">
                <a:pos x="connsiteX40364" y="connsiteY40364"/>
              </a:cxn>
              <a:cxn ang="0">
                <a:pos x="connsiteX40365" y="connsiteY40365"/>
              </a:cxn>
              <a:cxn ang="0">
                <a:pos x="connsiteX40366" y="connsiteY40366"/>
              </a:cxn>
              <a:cxn ang="0">
                <a:pos x="connsiteX40367" y="connsiteY40367"/>
              </a:cxn>
              <a:cxn ang="0">
                <a:pos x="connsiteX40368" y="connsiteY40368"/>
              </a:cxn>
              <a:cxn ang="0">
                <a:pos x="connsiteX40369" y="connsiteY40369"/>
              </a:cxn>
              <a:cxn ang="0">
                <a:pos x="connsiteX40370" y="connsiteY40370"/>
              </a:cxn>
              <a:cxn ang="0">
                <a:pos x="connsiteX40371" y="connsiteY40371"/>
              </a:cxn>
              <a:cxn ang="0">
                <a:pos x="connsiteX40372" y="connsiteY40372"/>
              </a:cxn>
              <a:cxn ang="0">
                <a:pos x="connsiteX40373" y="connsiteY40373"/>
              </a:cxn>
              <a:cxn ang="0">
                <a:pos x="connsiteX40374" y="connsiteY40374"/>
              </a:cxn>
              <a:cxn ang="0">
                <a:pos x="connsiteX40375" y="connsiteY40375"/>
              </a:cxn>
              <a:cxn ang="0">
                <a:pos x="connsiteX40376" y="connsiteY40376"/>
              </a:cxn>
              <a:cxn ang="0">
                <a:pos x="connsiteX40377" y="connsiteY40377"/>
              </a:cxn>
              <a:cxn ang="0">
                <a:pos x="connsiteX40378" y="connsiteY40378"/>
              </a:cxn>
              <a:cxn ang="0">
                <a:pos x="connsiteX40379" y="connsiteY40379"/>
              </a:cxn>
              <a:cxn ang="0">
                <a:pos x="connsiteX40380" y="connsiteY40380"/>
              </a:cxn>
              <a:cxn ang="0">
                <a:pos x="connsiteX40381" y="connsiteY40381"/>
              </a:cxn>
              <a:cxn ang="0">
                <a:pos x="connsiteX40382" y="connsiteY40382"/>
              </a:cxn>
              <a:cxn ang="0">
                <a:pos x="connsiteX40383" y="connsiteY40383"/>
              </a:cxn>
              <a:cxn ang="0">
                <a:pos x="connsiteX40384" y="connsiteY40384"/>
              </a:cxn>
              <a:cxn ang="0">
                <a:pos x="connsiteX40385" y="connsiteY40385"/>
              </a:cxn>
              <a:cxn ang="0">
                <a:pos x="connsiteX40386" y="connsiteY40386"/>
              </a:cxn>
              <a:cxn ang="0">
                <a:pos x="connsiteX40387" y="connsiteY40387"/>
              </a:cxn>
              <a:cxn ang="0">
                <a:pos x="connsiteX40388" y="connsiteY40388"/>
              </a:cxn>
              <a:cxn ang="0">
                <a:pos x="connsiteX40389" y="connsiteY40389"/>
              </a:cxn>
              <a:cxn ang="0">
                <a:pos x="connsiteX40390" y="connsiteY40390"/>
              </a:cxn>
              <a:cxn ang="0">
                <a:pos x="connsiteX40391" y="connsiteY40391"/>
              </a:cxn>
              <a:cxn ang="0">
                <a:pos x="connsiteX40392" y="connsiteY40392"/>
              </a:cxn>
              <a:cxn ang="0">
                <a:pos x="connsiteX40393" y="connsiteY40393"/>
              </a:cxn>
              <a:cxn ang="0">
                <a:pos x="connsiteX40394" y="connsiteY40394"/>
              </a:cxn>
              <a:cxn ang="0">
                <a:pos x="connsiteX40395" y="connsiteY40395"/>
              </a:cxn>
              <a:cxn ang="0">
                <a:pos x="connsiteX40396" y="connsiteY40396"/>
              </a:cxn>
              <a:cxn ang="0">
                <a:pos x="connsiteX40397" y="connsiteY40397"/>
              </a:cxn>
              <a:cxn ang="0">
                <a:pos x="connsiteX40398" y="connsiteY40398"/>
              </a:cxn>
              <a:cxn ang="0">
                <a:pos x="connsiteX40399" y="connsiteY40399"/>
              </a:cxn>
              <a:cxn ang="0">
                <a:pos x="connsiteX40400" y="connsiteY40400"/>
              </a:cxn>
              <a:cxn ang="0">
                <a:pos x="connsiteX40401" y="connsiteY40401"/>
              </a:cxn>
              <a:cxn ang="0">
                <a:pos x="connsiteX40402" y="connsiteY40402"/>
              </a:cxn>
              <a:cxn ang="0">
                <a:pos x="connsiteX40403" y="connsiteY40403"/>
              </a:cxn>
              <a:cxn ang="0">
                <a:pos x="connsiteX40404" y="connsiteY40404"/>
              </a:cxn>
              <a:cxn ang="0">
                <a:pos x="connsiteX40405" y="connsiteY40405"/>
              </a:cxn>
              <a:cxn ang="0">
                <a:pos x="connsiteX40406" y="connsiteY40406"/>
              </a:cxn>
              <a:cxn ang="0">
                <a:pos x="connsiteX40407" y="connsiteY40407"/>
              </a:cxn>
              <a:cxn ang="0">
                <a:pos x="connsiteX40408" y="connsiteY40408"/>
              </a:cxn>
              <a:cxn ang="0">
                <a:pos x="connsiteX40409" y="connsiteY40409"/>
              </a:cxn>
              <a:cxn ang="0">
                <a:pos x="connsiteX40410" y="connsiteY40410"/>
              </a:cxn>
              <a:cxn ang="0">
                <a:pos x="connsiteX40411" y="connsiteY40411"/>
              </a:cxn>
              <a:cxn ang="0">
                <a:pos x="connsiteX40412" y="connsiteY40412"/>
              </a:cxn>
              <a:cxn ang="0">
                <a:pos x="connsiteX40413" y="connsiteY40413"/>
              </a:cxn>
              <a:cxn ang="0">
                <a:pos x="connsiteX40414" y="connsiteY40414"/>
              </a:cxn>
              <a:cxn ang="0">
                <a:pos x="connsiteX40415" y="connsiteY40415"/>
              </a:cxn>
              <a:cxn ang="0">
                <a:pos x="connsiteX40416" y="connsiteY40416"/>
              </a:cxn>
              <a:cxn ang="0">
                <a:pos x="connsiteX40417" y="connsiteY40417"/>
              </a:cxn>
              <a:cxn ang="0">
                <a:pos x="connsiteX40418" y="connsiteY40418"/>
              </a:cxn>
              <a:cxn ang="0">
                <a:pos x="connsiteX40419" y="connsiteY40419"/>
              </a:cxn>
              <a:cxn ang="0">
                <a:pos x="connsiteX40420" y="connsiteY40420"/>
              </a:cxn>
              <a:cxn ang="0">
                <a:pos x="connsiteX40421" y="connsiteY40421"/>
              </a:cxn>
              <a:cxn ang="0">
                <a:pos x="connsiteX40422" y="connsiteY40422"/>
              </a:cxn>
              <a:cxn ang="0">
                <a:pos x="connsiteX40423" y="connsiteY40423"/>
              </a:cxn>
              <a:cxn ang="0">
                <a:pos x="connsiteX40424" y="connsiteY40424"/>
              </a:cxn>
              <a:cxn ang="0">
                <a:pos x="connsiteX40425" y="connsiteY40425"/>
              </a:cxn>
              <a:cxn ang="0">
                <a:pos x="connsiteX40426" y="connsiteY40426"/>
              </a:cxn>
              <a:cxn ang="0">
                <a:pos x="connsiteX40427" y="connsiteY40427"/>
              </a:cxn>
              <a:cxn ang="0">
                <a:pos x="connsiteX40428" y="connsiteY40428"/>
              </a:cxn>
              <a:cxn ang="0">
                <a:pos x="connsiteX40429" y="connsiteY40429"/>
              </a:cxn>
              <a:cxn ang="0">
                <a:pos x="connsiteX40430" y="connsiteY40430"/>
              </a:cxn>
              <a:cxn ang="0">
                <a:pos x="connsiteX40431" y="connsiteY40431"/>
              </a:cxn>
              <a:cxn ang="0">
                <a:pos x="connsiteX40432" y="connsiteY40432"/>
              </a:cxn>
              <a:cxn ang="0">
                <a:pos x="connsiteX40433" y="connsiteY40433"/>
              </a:cxn>
              <a:cxn ang="0">
                <a:pos x="connsiteX40434" y="connsiteY40434"/>
              </a:cxn>
              <a:cxn ang="0">
                <a:pos x="connsiteX40435" y="connsiteY40435"/>
              </a:cxn>
              <a:cxn ang="0">
                <a:pos x="connsiteX40436" y="connsiteY40436"/>
              </a:cxn>
              <a:cxn ang="0">
                <a:pos x="connsiteX40437" y="connsiteY40437"/>
              </a:cxn>
              <a:cxn ang="0">
                <a:pos x="connsiteX40438" y="connsiteY40438"/>
              </a:cxn>
              <a:cxn ang="0">
                <a:pos x="connsiteX40439" y="connsiteY40439"/>
              </a:cxn>
              <a:cxn ang="0">
                <a:pos x="connsiteX40440" y="connsiteY40440"/>
              </a:cxn>
              <a:cxn ang="0">
                <a:pos x="connsiteX40441" y="connsiteY40441"/>
              </a:cxn>
              <a:cxn ang="0">
                <a:pos x="connsiteX40442" y="connsiteY40442"/>
              </a:cxn>
              <a:cxn ang="0">
                <a:pos x="connsiteX40443" y="connsiteY40443"/>
              </a:cxn>
              <a:cxn ang="0">
                <a:pos x="connsiteX40444" y="connsiteY40444"/>
              </a:cxn>
              <a:cxn ang="0">
                <a:pos x="connsiteX40445" y="connsiteY40445"/>
              </a:cxn>
              <a:cxn ang="0">
                <a:pos x="connsiteX40446" y="connsiteY40446"/>
              </a:cxn>
              <a:cxn ang="0">
                <a:pos x="connsiteX40447" y="connsiteY40447"/>
              </a:cxn>
              <a:cxn ang="0">
                <a:pos x="connsiteX40448" y="connsiteY40448"/>
              </a:cxn>
              <a:cxn ang="0">
                <a:pos x="connsiteX40449" y="connsiteY40449"/>
              </a:cxn>
              <a:cxn ang="0">
                <a:pos x="connsiteX40450" y="connsiteY40450"/>
              </a:cxn>
              <a:cxn ang="0">
                <a:pos x="connsiteX40451" y="connsiteY40451"/>
              </a:cxn>
              <a:cxn ang="0">
                <a:pos x="connsiteX40452" y="connsiteY40452"/>
              </a:cxn>
              <a:cxn ang="0">
                <a:pos x="connsiteX40453" y="connsiteY40453"/>
              </a:cxn>
              <a:cxn ang="0">
                <a:pos x="connsiteX40454" y="connsiteY40454"/>
              </a:cxn>
              <a:cxn ang="0">
                <a:pos x="connsiteX40455" y="connsiteY40455"/>
              </a:cxn>
              <a:cxn ang="0">
                <a:pos x="connsiteX40456" y="connsiteY40456"/>
              </a:cxn>
              <a:cxn ang="0">
                <a:pos x="connsiteX40457" y="connsiteY40457"/>
              </a:cxn>
              <a:cxn ang="0">
                <a:pos x="connsiteX40458" y="connsiteY40458"/>
              </a:cxn>
              <a:cxn ang="0">
                <a:pos x="connsiteX40459" y="connsiteY40459"/>
              </a:cxn>
              <a:cxn ang="0">
                <a:pos x="connsiteX40460" y="connsiteY40460"/>
              </a:cxn>
              <a:cxn ang="0">
                <a:pos x="connsiteX40461" y="connsiteY40461"/>
              </a:cxn>
              <a:cxn ang="0">
                <a:pos x="connsiteX40462" y="connsiteY40462"/>
              </a:cxn>
              <a:cxn ang="0">
                <a:pos x="connsiteX40463" y="connsiteY40463"/>
              </a:cxn>
              <a:cxn ang="0">
                <a:pos x="connsiteX40464" y="connsiteY40464"/>
              </a:cxn>
              <a:cxn ang="0">
                <a:pos x="connsiteX40465" y="connsiteY40465"/>
              </a:cxn>
              <a:cxn ang="0">
                <a:pos x="connsiteX40466" y="connsiteY40466"/>
              </a:cxn>
              <a:cxn ang="0">
                <a:pos x="connsiteX40467" y="connsiteY40467"/>
              </a:cxn>
              <a:cxn ang="0">
                <a:pos x="connsiteX40468" y="connsiteY40468"/>
              </a:cxn>
              <a:cxn ang="0">
                <a:pos x="connsiteX40469" y="connsiteY40469"/>
              </a:cxn>
              <a:cxn ang="0">
                <a:pos x="connsiteX40470" y="connsiteY40470"/>
              </a:cxn>
              <a:cxn ang="0">
                <a:pos x="connsiteX40471" y="connsiteY40471"/>
              </a:cxn>
              <a:cxn ang="0">
                <a:pos x="connsiteX40472" y="connsiteY40472"/>
              </a:cxn>
              <a:cxn ang="0">
                <a:pos x="connsiteX40473" y="connsiteY40473"/>
              </a:cxn>
              <a:cxn ang="0">
                <a:pos x="connsiteX40474" y="connsiteY40474"/>
              </a:cxn>
              <a:cxn ang="0">
                <a:pos x="connsiteX40475" y="connsiteY40475"/>
              </a:cxn>
              <a:cxn ang="0">
                <a:pos x="connsiteX40476" y="connsiteY40476"/>
              </a:cxn>
              <a:cxn ang="0">
                <a:pos x="connsiteX40477" y="connsiteY40477"/>
              </a:cxn>
              <a:cxn ang="0">
                <a:pos x="connsiteX40478" y="connsiteY40478"/>
              </a:cxn>
              <a:cxn ang="0">
                <a:pos x="connsiteX40479" y="connsiteY40479"/>
              </a:cxn>
              <a:cxn ang="0">
                <a:pos x="connsiteX40480" y="connsiteY40480"/>
              </a:cxn>
              <a:cxn ang="0">
                <a:pos x="connsiteX40481" y="connsiteY40481"/>
              </a:cxn>
              <a:cxn ang="0">
                <a:pos x="connsiteX40482" y="connsiteY40482"/>
              </a:cxn>
              <a:cxn ang="0">
                <a:pos x="connsiteX40483" y="connsiteY40483"/>
              </a:cxn>
              <a:cxn ang="0">
                <a:pos x="connsiteX40484" y="connsiteY40484"/>
              </a:cxn>
              <a:cxn ang="0">
                <a:pos x="connsiteX40485" y="connsiteY40485"/>
              </a:cxn>
              <a:cxn ang="0">
                <a:pos x="connsiteX40486" y="connsiteY40486"/>
              </a:cxn>
              <a:cxn ang="0">
                <a:pos x="connsiteX40487" y="connsiteY40487"/>
              </a:cxn>
              <a:cxn ang="0">
                <a:pos x="connsiteX40488" y="connsiteY40488"/>
              </a:cxn>
              <a:cxn ang="0">
                <a:pos x="connsiteX40489" y="connsiteY40489"/>
              </a:cxn>
              <a:cxn ang="0">
                <a:pos x="connsiteX40490" y="connsiteY40490"/>
              </a:cxn>
              <a:cxn ang="0">
                <a:pos x="connsiteX40491" y="connsiteY40491"/>
              </a:cxn>
              <a:cxn ang="0">
                <a:pos x="connsiteX40492" y="connsiteY40492"/>
              </a:cxn>
              <a:cxn ang="0">
                <a:pos x="connsiteX40493" y="connsiteY40493"/>
              </a:cxn>
              <a:cxn ang="0">
                <a:pos x="connsiteX40494" y="connsiteY40494"/>
              </a:cxn>
              <a:cxn ang="0">
                <a:pos x="connsiteX40495" y="connsiteY40495"/>
              </a:cxn>
              <a:cxn ang="0">
                <a:pos x="connsiteX40496" y="connsiteY40496"/>
              </a:cxn>
              <a:cxn ang="0">
                <a:pos x="connsiteX40497" y="connsiteY40497"/>
              </a:cxn>
              <a:cxn ang="0">
                <a:pos x="connsiteX40498" y="connsiteY40498"/>
              </a:cxn>
              <a:cxn ang="0">
                <a:pos x="connsiteX40499" y="connsiteY40499"/>
              </a:cxn>
              <a:cxn ang="0">
                <a:pos x="connsiteX40500" y="connsiteY40500"/>
              </a:cxn>
              <a:cxn ang="0">
                <a:pos x="connsiteX40501" y="connsiteY40501"/>
              </a:cxn>
              <a:cxn ang="0">
                <a:pos x="connsiteX40502" y="connsiteY40502"/>
              </a:cxn>
              <a:cxn ang="0">
                <a:pos x="connsiteX40503" y="connsiteY40503"/>
              </a:cxn>
              <a:cxn ang="0">
                <a:pos x="connsiteX40504" y="connsiteY40504"/>
              </a:cxn>
              <a:cxn ang="0">
                <a:pos x="connsiteX40505" y="connsiteY40505"/>
              </a:cxn>
              <a:cxn ang="0">
                <a:pos x="connsiteX40506" y="connsiteY40506"/>
              </a:cxn>
              <a:cxn ang="0">
                <a:pos x="connsiteX40507" y="connsiteY40507"/>
              </a:cxn>
              <a:cxn ang="0">
                <a:pos x="connsiteX40508" y="connsiteY40508"/>
              </a:cxn>
              <a:cxn ang="0">
                <a:pos x="connsiteX40509" y="connsiteY40509"/>
              </a:cxn>
              <a:cxn ang="0">
                <a:pos x="connsiteX40510" y="connsiteY40510"/>
              </a:cxn>
              <a:cxn ang="0">
                <a:pos x="connsiteX40511" y="connsiteY40511"/>
              </a:cxn>
              <a:cxn ang="0">
                <a:pos x="connsiteX40512" y="connsiteY40512"/>
              </a:cxn>
              <a:cxn ang="0">
                <a:pos x="connsiteX40513" y="connsiteY40513"/>
              </a:cxn>
              <a:cxn ang="0">
                <a:pos x="connsiteX40514" y="connsiteY40514"/>
              </a:cxn>
              <a:cxn ang="0">
                <a:pos x="connsiteX40515" y="connsiteY40515"/>
              </a:cxn>
              <a:cxn ang="0">
                <a:pos x="connsiteX40516" y="connsiteY40516"/>
              </a:cxn>
              <a:cxn ang="0">
                <a:pos x="connsiteX40517" y="connsiteY40517"/>
              </a:cxn>
              <a:cxn ang="0">
                <a:pos x="connsiteX40518" y="connsiteY40518"/>
              </a:cxn>
              <a:cxn ang="0">
                <a:pos x="connsiteX40519" y="connsiteY40519"/>
              </a:cxn>
              <a:cxn ang="0">
                <a:pos x="connsiteX40520" y="connsiteY40520"/>
              </a:cxn>
              <a:cxn ang="0">
                <a:pos x="connsiteX40521" y="connsiteY40521"/>
              </a:cxn>
              <a:cxn ang="0">
                <a:pos x="connsiteX40522" y="connsiteY40522"/>
              </a:cxn>
              <a:cxn ang="0">
                <a:pos x="connsiteX40523" y="connsiteY40523"/>
              </a:cxn>
              <a:cxn ang="0">
                <a:pos x="connsiteX40524" y="connsiteY40524"/>
              </a:cxn>
              <a:cxn ang="0">
                <a:pos x="connsiteX40525" y="connsiteY40525"/>
              </a:cxn>
              <a:cxn ang="0">
                <a:pos x="connsiteX40526" y="connsiteY40526"/>
              </a:cxn>
              <a:cxn ang="0">
                <a:pos x="connsiteX40527" y="connsiteY40527"/>
              </a:cxn>
              <a:cxn ang="0">
                <a:pos x="connsiteX40528" y="connsiteY40528"/>
              </a:cxn>
              <a:cxn ang="0">
                <a:pos x="connsiteX40529" y="connsiteY40529"/>
              </a:cxn>
              <a:cxn ang="0">
                <a:pos x="connsiteX40530" y="connsiteY40530"/>
              </a:cxn>
              <a:cxn ang="0">
                <a:pos x="connsiteX40531" y="connsiteY40531"/>
              </a:cxn>
              <a:cxn ang="0">
                <a:pos x="connsiteX40532" y="connsiteY40532"/>
              </a:cxn>
              <a:cxn ang="0">
                <a:pos x="connsiteX40533" y="connsiteY40533"/>
              </a:cxn>
              <a:cxn ang="0">
                <a:pos x="connsiteX40534" y="connsiteY40534"/>
              </a:cxn>
              <a:cxn ang="0">
                <a:pos x="connsiteX40535" y="connsiteY40535"/>
              </a:cxn>
              <a:cxn ang="0">
                <a:pos x="connsiteX40536" y="connsiteY40536"/>
              </a:cxn>
              <a:cxn ang="0">
                <a:pos x="connsiteX40537" y="connsiteY40537"/>
              </a:cxn>
              <a:cxn ang="0">
                <a:pos x="connsiteX40538" y="connsiteY40538"/>
              </a:cxn>
              <a:cxn ang="0">
                <a:pos x="connsiteX40539" y="connsiteY40539"/>
              </a:cxn>
              <a:cxn ang="0">
                <a:pos x="connsiteX40540" y="connsiteY40540"/>
              </a:cxn>
              <a:cxn ang="0">
                <a:pos x="connsiteX40541" y="connsiteY40541"/>
              </a:cxn>
              <a:cxn ang="0">
                <a:pos x="connsiteX40542" y="connsiteY40542"/>
              </a:cxn>
              <a:cxn ang="0">
                <a:pos x="connsiteX40543" y="connsiteY40543"/>
              </a:cxn>
              <a:cxn ang="0">
                <a:pos x="connsiteX40544" y="connsiteY40544"/>
              </a:cxn>
              <a:cxn ang="0">
                <a:pos x="connsiteX40545" y="connsiteY40545"/>
              </a:cxn>
              <a:cxn ang="0">
                <a:pos x="connsiteX40546" y="connsiteY40546"/>
              </a:cxn>
              <a:cxn ang="0">
                <a:pos x="connsiteX40547" y="connsiteY40547"/>
              </a:cxn>
              <a:cxn ang="0">
                <a:pos x="connsiteX40548" y="connsiteY40548"/>
              </a:cxn>
              <a:cxn ang="0">
                <a:pos x="connsiteX40549" y="connsiteY40549"/>
              </a:cxn>
              <a:cxn ang="0">
                <a:pos x="connsiteX40550" y="connsiteY40550"/>
              </a:cxn>
              <a:cxn ang="0">
                <a:pos x="connsiteX40551" y="connsiteY40551"/>
              </a:cxn>
              <a:cxn ang="0">
                <a:pos x="connsiteX40552" y="connsiteY40552"/>
              </a:cxn>
              <a:cxn ang="0">
                <a:pos x="connsiteX40553" y="connsiteY40553"/>
              </a:cxn>
              <a:cxn ang="0">
                <a:pos x="connsiteX40554" y="connsiteY40554"/>
              </a:cxn>
              <a:cxn ang="0">
                <a:pos x="connsiteX40555" y="connsiteY40555"/>
              </a:cxn>
              <a:cxn ang="0">
                <a:pos x="connsiteX40556" y="connsiteY40556"/>
              </a:cxn>
              <a:cxn ang="0">
                <a:pos x="connsiteX40557" y="connsiteY40557"/>
              </a:cxn>
              <a:cxn ang="0">
                <a:pos x="connsiteX40558" y="connsiteY40558"/>
              </a:cxn>
              <a:cxn ang="0">
                <a:pos x="connsiteX40559" y="connsiteY40559"/>
              </a:cxn>
              <a:cxn ang="0">
                <a:pos x="connsiteX40560" y="connsiteY40560"/>
              </a:cxn>
              <a:cxn ang="0">
                <a:pos x="connsiteX40561" y="connsiteY40561"/>
              </a:cxn>
              <a:cxn ang="0">
                <a:pos x="connsiteX40562" y="connsiteY40562"/>
              </a:cxn>
              <a:cxn ang="0">
                <a:pos x="connsiteX40563" y="connsiteY40563"/>
              </a:cxn>
              <a:cxn ang="0">
                <a:pos x="connsiteX40564" y="connsiteY40564"/>
              </a:cxn>
              <a:cxn ang="0">
                <a:pos x="connsiteX40565" y="connsiteY40565"/>
              </a:cxn>
              <a:cxn ang="0">
                <a:pos x="connsiteX40566" y="connsiteY40566"/>
              </a:cxn>
              <a:cxn ang="0">
                <a:pos x="connsiteX40567" y="connsiteY40567"/>
              </a:cxn>
              <a:cxn ang="0">
                <a:pos x="connsiteX40568" y="connsiteY40568"/>
              </a:cxn>
              <a:cxn ang="0">
                <a:pos x="connsiteX40569" y="connsiteY40569"/>
              </a:cxn>
              <a:cxn ang="0">
                <a:pos x="connsiteX40570" y="connsiteY40570"/>
              </a:cxn>
              <a:cxn ang="0">
                <a:pos x="connsiteX40571" y="connsiteY40571"/>
              </a:cxn>
              <a:cxn ang="0">
                <a:pos x="connsiteX40572" y="connsiteY40572"/>
              </a:cxn>
              <a:cxn ang="0">
                <a:pos x="connsiteX40573" y="connsiteY40573"/>
              </a:cxn>
              <a:cxn ang="0">
                <a:pos x="connsiteX40574" y="connsiteY40574"/>
              </a:cxn>
              <a:cxn ang="0">
                <a:pos x="connsiteX40575" y="connsiteY40575"/>
              </a:cxn>
              <a:cxn ang="0">
                <a:pos x="connsiteX40576" y="connsiteY40576"/>
              </a:cxn>
              <a:cxn ang="0">
                <a:pos x="connsiteX40577" y="connsiteY40577"/>
              </a:cxn>
              <a:cxn ang="0">
                <a:pos x="connsiteX40578" y="connsiteY40578"/>
              </a:cxn>
              <a:cxn ang="0">
                <a:pos x="connsiteX40579" y="connsiteY40579"/>
              </a:cxn>
              <a:cxn ang="0">
                <a:pos x="connsiteX40580" y="connsiteY40580"/>
              </a:cxn>
              <a:cxn ang="0">
                <a:pos x="connsiteX40581" y="connsiteY40581"/>
              </a:cxn>
              <a:cxn ang="0">
                <a:pos x="connsiteX40582" y="connsiteY40582"/>
              </a:cxn>
              <a:cxn ang="0">
                <a:pos x="connsiteX40583" y="connsiteY40583"/>
              </a:cxn>
              <a:cxn ang="0">
                <a:pos x="connsiteX40584" y="connsiteY40584"/>
              </a:cxn>
              <a:cxn ang="0">
                <a:pos x="connsiteX40585" y="connsiteY40585"/>
              </a:cxn>
              <a:cxn ang="0">
                <a:pos x="connsiteX40586" y="connsiteY40586"/>
              </a:cxn>
              <a:cxn ang="0">
                <a:pos x="connsiteX40587" y="connsiteY40587"/>
              </a:cxn>
              <a:cxn ang="0">
                <a:pos x="connsiteX40588" y="connsiteY40588"/>
              </a:cxn>
              <a:cxn ang="0">
                <a:pos x="connsiteX40589" y="connsiteY40589"/>
              </a:cxn>
              <a:cxn ang="0">
                <a:pos x="connsiteX40590" y="connsiteY40590"/>
              </a:cxn>
              <a:cxn ang="0">
                <a:pos x="connsiteX40591" y="connsiteY40591"/>
              </a:cxn>
              <a:cxn ang="0">
                <a:pos x="connsiteX40592" y="connsiteY40592"/>
              </a:cxn>
              <a:cxn ang="0">
                <a:pos x="connsiteX40593" y="connsiteY40593"/>
              </a:cxn>
              <a:cxn ang="0">
                <a:pos x="connsiteX40594" y="connsiteY40594"/>
              </a:cxn>
              <a:cxn ang="0">
                <a:pos x="connsiteX40595" y="connsiteY40595"/>
              </a:cxn>
              <a:cxn ang="0">
                <a:pos x="connsiteX40596" y="connsiteY40596"/>
              </a:cxn>
              <a:cxn ang="0">
                <a:pos x="connsiteX40597" y="connsiteY40597"/>
              </a:cxn>
              <a:cxn ang="0">
                <a:pos x="connsiteX40598" y="connsiteY40598"/>
              </a:cxn>
              <a:cxn ang="0">
                <a:pos x="connsiteX40599" y="connsiteY40599"/>
              </a:cxn>
              <a:cxn ang="0">
                <a:pos x="connsiteX40600" y="connsiteY40600"/>
              </a:cxn>
              <a:cxn ang="0">
                <a:pos x="connsiteX40601" y="connsiteY40601"/>
              </a:cxn>
              <a:cxn ang="0">
                <a:pos x="connsiteX40602" y="connsiteY40602"/>
              </a:cxn>
              <a:cxn ang="0">
                <a:pos x="connsiteX40603" y="connsiteY40603"/>
              </a:cxn>
              <a:cxn ang="0">
                <a:pos x="connsiteX40604" y="connsiteY40604"/>
              </a:cxn>
              <a:cxn ang="0">
                <a:pos x="connsiteX40605" y="connsiteY40605"/>
              </a:cxn>
              <a:cxn ang="0">
                <a:pos x="connsiteX40606" y="connsiteY40606"/>
              </a:cxn>
              <a:cxn ang="0">
                <a:pos x="connsiteX40607" y="connsiteY40607"/>
              </a:cxn>
              <a:cxn ang="0">
                <a:pos x="connsiteX40608" y="connsiteY40608"/>
              </a:cxn>
              <a:cxn ang="0">
                <a:pos x="connsiteX40609" y="connsiteY40609"/>
              </a:cxn>
              <a:cxn ang="0">
                <a:pos x="connsiteX40610" y="connsiteY40610"/>
              </a:cxn>
              <a:cxn ang="0">
                <a:pos x="connsiteX40611" y="connsiteY40611"/>
              </a:cxn>
              <a:cxn ang="0">
                <a:pos x="connsiteX40612" y="connsiteY40612"/>
              </a:cxn>
              <a:cxn ang="0">
                <a:pos x="connsiteX40613" y="connsiteY40613"/>
              </a:cxn>
              <a:cxn ang="0">
                <a:pos x="connsiteX40614" y="connsiteY40614"/>
              </a:cxn>
              <a:cxn ang="0">
                <a:pos x="connsiteX40615" y="connsiteY40615"/>
              </a:cxn>
              <a:cxn ang="0">
                <a:pos x="connsiteX40616" y="connsiteY40616"/>
              </a:cxn>
              <a:cxn ang="0">
                <a:pos x="connsiteX40617" y="connsiteY40617"/>
              </a:cxn>
              <a:cxn ang="0">
                <a:pos x="connsiteX40618" y="connsiteY40618"/>
              </a:cxn>
              <a:cxn ang="0">
                <a:pos x="connsiteX40619" y="connsiteY40619"/>
              </a:cxn>
              <a:cxn ang="0">
                <a:pos x="connsiteX40620" y="connsiteY40620"/>
              </a:cxn>
              <a:cxn ang="0">
                <a:pos x="connsiteX40621" y="connsiteY40621"/>
              </a:cxn>
              <a:cxn ang="0">
                <a:pos x="connsiteX40622" y="connsiteY40622"/>
              </a:cxn>
              <a:cxn ang="0">
                <a:pos x="connsiteX40623" y="connsiteY40623"/>
              </a:cxn>
              <a:cxn ang="0">
                <a:pos x="connsiteX40624" y="connsiteY40624"/>
              </a:cxn>
              <a:cxn ang="0">
                <a:pos x="connsiteX40625" y="connsiteY40625"/>
              </a:cxn>
              <a:cxn ang="0">
                <a:pos x="connsiteX40626" y="connsiteY40626"/>
              </a:cxn>
              <a:cxn ang="0">
                <a:pos x="connsiteX40627" y="connsiteY40627"/>
              </a:cxn>
              <a:cxn ang="0">
                <a:pos x="connsiteX40628" y="connsiteY40628"/>
              </a:cxn>
              <a:cxn ang="0">
                <a:pos x="connsiteX40629" y="connsiteY40629"/>
              </a:cxn>
              <a:cxn ang="0">
                <a:pos x="connsiteX40630" y="connsiteY40630"/>
              </a:cxn>
              <a:cxn ang="0">
                <a:pos x="connsiteX40631" y="connsiteY40631"/>
              </a:cxn>
              <a:cxn ang="0">
                <a:pos x="connsiteX40632" y="connsiteY40632"/>
              </a:cxn>
              <a:cxn ang="0">
                <a:pos x="connsiteX40633" y="connsiteY40633"/>
              </a:cxn>
              <a:cxn ang="0">
                <a:pos x="connsiteX40634" y="connsiteY40634"/>
              </a:cxn>
              <a:cxn ang="0">
                <a:pos x="connsiteX40635" y="connsiteY40635"/>
              </a:cxn>
              <a:cxn ang="0">
                <a:pos x="connsiteX40636" y="connsiteY40636"/>
              </a:cxn>
              <a:cxn ang="0">
                <a:pos x="connsiteX40637" y="connsiteY40637"/>
              </a:cxn>
              <a:cxn ang="0">
                <a:pos x="connsiteX40638" y="connsiteY40638"/>
              </a:cxn>
              <a:cxn ang="0">
                <a:pos x="connsiteX40639" y="connsiteY40639"/>
              </a:cxn>
              <a:cxn ang="0">
                <a:pos x="connsiteX40640" y="connsiteY40640"/>
              </a:cxn>
              <a:cxn ang="0">
                <a:pos x="connsiteX40641" y="connsiteY40641"/>
              </a:cxn>
              <a:cxn ang="0">
                <a:pos x="connsiteX40642" y="connsiteY40642"/>
              </a:cxn>
              <a:cxn ang="0">
                <a:pos x="connsiteX40643" y="connsiteY40643"/>
              </a:cxn>
              <a:cxn ang="0">
                <a:pos x="connsiteX40644" y="connsiteY40644"/>
              </a:cxn>
              <a:cxn ang="0">
                <a:pos x="connsiteX40645" y="connsiteY40645"/>
              </a:cxn>
              <a:cxn ang="0">
                <a:pos x="connsiteX40646" y="connsiteY40646"/>
              </a:cxn>
              <a:cxn ang="0">
                <a:pos x="connsiteX40647" y="connsiteY40647"/>
              </a:cxn>
              <a:cxn ang="0">
                <a:pos x="connsiteX40648" y="connsiteY40648"/>
              </a:cxn>
              <a:cxn ang="0">
                <a:pos x="connsiteX40649" y="connsiteY40649"/>
              </a:cxn>
              <a:cxn ang="0">
                <a:pos x="connsiteX40650" y="connsiteY40650"/>
              </a:cxn>
              <a:cxn ang="0">
                <a:pos x="connsiteX40651" y="connsiteY40651"/>
              </a:cxn>
              <a:cxn ang="0">
                <a:pos x="connsiteX40652" y="connsiteY40652"/>
              </a:cxn>
              <a:cxn ang="0">
                <a:pos x="connsiteX40653" y="connsiteY40653"/>
              </a:cxn>
              <a:cxn ang="0">
                <a:pos x="connsiteX40654" y="connsiteY40654"/>
              </a:cxn>
              <a:cxn ang="0">
                <a:pos x="connsiteX40655" y="connsiteY40655"/>
              </a:cxn>
              <a:cxn ang="0">
                <a:pos x="connsiteX40656" y="connsiteY40656"/>
              </a:cxn>
              <a:cxn ang="0">
                <a:pos x="connsiteX40657" y="connsiteY40657"/>
              </a:cxn>
              <a:cxn ang="0">
                <a:pos x="connsiteX40658" y="connsiteY40658"/>
              </a:cxn>
              <a:cxn ang="0">
                <a:pos x="connsiteX40659" y="connsiteY40659"/>
              </a:cxn>
              <a:cxn ang="0">
                <a:pos x="connsiteX40660" y="connsiteY40660"/>
              </a:cxn>
              <a:cxn ang="0">
                <a:pos x="connsiteX40661" y="connsiteY40661"/>
              </a:cxn>
              <a:cxn ang="0">
                <a:pos x="connsiteX40662" y="connsiteY40662"/>
              </a:cxn>
              <a:cxn ang="0">
                <a:pos x="connsiteX40663" y="connsiteY40663"/>
              </a:cxn>
              <a:cxn ang="0">
                <a:pos x="connsiteX40664" y="connsiteY40664"/>
              </a:cxn>
              <a:cxn ang="0">
                <a:pos x="connsiteX40665" y="connsiteY40665"/>
              </a:cxn>
              <a:cxn ang="0">
                <a:pos x="connsiteX40666" y="connsiteY40666"/>
              </a:cxn>
              <a:cxn ang="0">
                <a:pos x="connsiteX40667" y="connsiteY40667"/>
              </a:cxn>
              <a:cxn ang="0">
                <a:pos x="connsiteX40668" y="connsiteY40668"/>
              </a:cxn>
              <a:cxn ang="0">
                <a:pos x="connsiteX40669" y="connsiteY40669"/>
              </a:cxn>
              <a:cxn ang="0">
                <a:pos x="connsiteX40670" y="connsiteY40670"/>
              </a:cxn>
              <a:cxn ang="0">
                <a:pos x="connsiteX40671" y="connsiteY40671"/>
              </a:cxn>
              <a:cxn ang="0">
                <a:pos x="connsiteX40672" y="connsiteY40672"/>
              </a:cxn>
              <a:cxn ang="0">
                <a:pos x="connsiteX40673" y="connsiteY40673"/>
              </a:cxn>
              <a:cxn ang="0">
                <a:pos x="connsiteX40674" y="connsiteY40674"/>
              </a:cxn>
              <a:cxn ang="0">
                <a:pos x="connsiteX40675" y="connsiteY40675"/>
              </a:cxn>
              <a:cxn ang="0">
                <a:pos x="connsiteX40676" y="connsiteY40676"/>
              </a:cxn>
              <a:cxn ang="0">
                <a:pos x="connsiteX40677" y="connsiteY40677"/>
              </a:cxn>
              <a:cxn ang="0">
                <a:pos x="connsiteX40678" y="connsiteY40678"/>
              </a:cxn>
              <a:cxn ang="0">
                <a:pos x="connsiteX40679" y="connsiteY40679"/>
              </a:cxn>
              <a:cxn ang="0">
                <a:pos x="connsiteX40680" y="connsiteY40680"/>
              </a:cxn>
              <a:cxn ang="0">
                <a:pos x="connsiteX40681" y="connsiteY40681"/>
              </a:cxn>
              <a:cxn ang="0">
                <a:pos x="connsiteX40682" y="connsiteY40682"/>
              </a:cxn>
              <a:cxn ang="0">
                <a:pos x="connsiteX40683" y="connsiteY40683"/>
              </a:cxn>
              <a:cxn ang="0">
                <a:pos x="connsiteX40684" y="connsiteY40684"/>
              </a:cxn>
              <a:cxn ang="0">
                <a:pos x="connsiteX40685" y="connsiteY40685"/>
              </a:cxn>
              <a:cxn ang="0">
                <a:pos x="connsiteX40686" y="connsiteY40686"/>
              </a:cxn>
              <a:cxn ang="0">
                <a:pos x="connsiteX40687" y="connsiteY40687"/>
              </a:cxn>
              <a:cxn ang="0">
                <a:pos x="connsiteX40688" y="connsiteY40688"/>
              </a:cxn>
              <a:cxn ang="0">
                <a:pos x="connsiteX40689" y="connsiteY40689"/>
              </a:cxn>
              <a:cxn ang="0">
                <a:pos x="connsiteX40690" y="connsiteY40690"/>
              </a:cxn>
              <a:cxn ang="0">
                <a:pos x="connsiteX40691" y="connsiteY40691"/>
              </a:cxn>
              <a:cxn ang="0">
                <a:pos x="connsiteX40692" y="connsiteY40692"/>
              </a:cxn>
              <a:cxn ang="0">
                <a:pos x="connsiteX40693" y="connsiteY40693"/>
              </a:cxn>
              <a:cxn ang="0">
                <a:pos x="connsiteX40694" y="connsiteY40694"/>
              </a:cxn>
              <a:cxn ang="0">
                <a:pos x="connsiteX40695" y="connsiteY40695"/>
              </a:cxn>
              <a:cxn ang="0">
                <a:pos x="connsiteX40696" y="connsiteY40696"/>
              </a:cxn>
              <a:cxn ang="0">
                <a:pos x="connsiteX40697" y="connsiteY40697"/>
              </a:cxn>
              <a:cxn ang="0">
                <a:pos x="connsiteX40698" y="connsiteY40698"/>
              </a:cxn>
              <a:cxn ang="0">
                <a:pos x="connsiteX40699" y="connsiteY40699"/>
              </a:cxn>
              <a:cxn ang="0">
                <a:pos x="connsiteX40700" y="connsiteY40700"/>
              </a:cxn>
              <a:cxn ang="0">
                <a:pos x="connsiteX40701" y="connsiteY40701"/>
              </a:cxn>
              <a:cxn ang="0">
                <a:pos x="connsiteX40702" y="connsiteY40702"/>
              </a:cxn>
              <a:cxn ang="0">
                <a:pos x="connsiteX40703" y="connsiteY40703"/>
              </a:cxn>
              <a:cxn ang="0">
                <a:pos x="connsiteX40704" y="connsiteY40704"/>
              </a:cxn>
              <a:cxn ang="0">
                <a:pos x="connsiteX40705" y="connsiteY40705"/>
              </a:cxn>
              <a:cxn ang="0">
                <a:pos x="connsiteX40706" y="connsiteY40706"/>
              </a:cxn>
              <a:cxn ang="0">
                <a:pos x="connsiteX40707" y="connsiteY40707"/>
              </a:cxn>
              <a:cxn ang="0">
                <a:pos x="connsiteX40708" y="connsiteY40708"/>
              </a:cxn>
              <a:cxn ang="0">
                <a:pos x="connsiteX40709" y="connsiteY40709"/>
              </a:cxn>
              <a:cxn ang="0">
                <a:pos x="connsiteX40710" y="connsiteY40710"/>
              </a:cxn>
              <a:cxn ang="0">
                <a:pos x="connsiteX40711" y="connsiteY40711"/>
              </a:cxn>
              <a:cxn ang="0">
                <a:pos x="connsiteX40712" y="connsiteY40712"/>
              </a:cxn>
              <a:cxn ang="0">
                <a:pos x="connsiteX40713" y="connsiteY40713"/>
              </a:cxn>
              <a:cxn ang="0">
                <a:pos x="connsiteX40714" y="connsiteY40714"/>
              </a:cxn>
              <a:cxn ang="0">
                <a:pos x="connsiteX40715" y="connsiteY40715"/>
              </a:cxn>
              <a:cxn ang="0">
                <a:pos x="connsiteX40716" y="connsiteY40716"/>
              </a:cxn>
              <a:cxn ang="0">
                <a:pos x="connsiteX40717" y="connsiteY40717"/>
              </a:cxn>
              <a:cxn ang="0">
                <a:pos x="connsiteX40718" y="connsiteY40718"/>
              </a:cxn>
              <a:cxn ang="0">
                <a:pos x="connsiteX40719" y="connsiteY40719"/>
              </a:cxn>
              <a:cxn ang="0">
                <a:pos x="connsiteX40720" y="connsiteY40720"/>
              </a:cxn>
              <a:cxn ang="0">
                <a:pos x="connsiteX40721" y="connsiteY40721"/>
              </a:cxn>
              <a:cxn ang="0">
                <a:pos x="connsiteX40722" y="connsiteY40722"/>
              </a:cxn>
              <a:cxn ang="0">
                <a:pos x="connsiteX40723" y="connsiteY40723"/>
              </a:cxn>
              <a:cxn ang="0">
                <a:pos x="connsiteX40724" y="connsiteY40724"/>
              </a:cxn>
              <a:cxn ang="0">
                <a:pos x="connsiteX40725" y="connsiteY40725"/>
              </a:cxn>
              <a:cxn ang="0">
                <a:pos x="connsiteX40726" y="connsiteY40726"/>
              </a:cxn>
              <a:cxn ang="0">
                <a:pos x="connsiteX40727" y="connsiteY40727"/>
              </a:cxn>
              <a:cxn ang="0">
                <a:pos x="connsiteX40728" y="connsiteY40728"/>
              </a:cxn>
              <a:cxn ang="0">
                <a:pos x="connsiteX40729" y="connsiteY40729"/>
              </a:cxn>
              <a:cxn ang="0">
                <a:pos x="connsiteX40730" y="connsiteY40730"/>
              </a:cxn>
              <a:cxn ang="0">
                <a:pos x="connsiteX40731" y="connsiteY40731"/>
              </a:cxn>
              <a:cxn ang="0">
                <a:pos x="connsiteX40732" y="connsiteY40732"/>
              </a:cxn>
              <a:cxn ang="0">
                <a:pos x="connsiteX40733" y="connsiteY40733"/>
              </a:cxn>
              <a:cxn ang="0">
                <a:pos x="connsiteX40734" y="connsiteY40734"/>
              </a:cxn>
              <a:cxn ang="0">
                <a:pos x="connsiteX40735" y="connsiteY40735"/>
              </a:cxn>
              <a:cxn ang="0">
                <a:pos x="connsiteX40736" y="connsiteY40736"/>
              </a:cxn>
              <a:cxn ang="0">
                <a:pos x="connsiteX40737" y="connsiteY40737"/>
              </a:cxn>
              <a:cxn ang="0">
                <a:pos x="connsiteX40738" y="connsiteY40738"/>
              </a:cxn>
              <a:cxn ang="0">
                <a:pos x="connsiteX40739" y="connsiteY40739"/>
              </a:cxn>
              <a:cxn ang="0">
                <a:pos x="connsiteX40740" y="connsiteY40740"/>
              </a:cxn>
              <a:cxn ang="0">
                <a:pos x="connsiteX40741" y="connsiteY40741"/>
              </a:cxn>
              <a:cxn ang="0">
                <a:pos x="connsiteX40742" y="connsiteY40742"/>
              </a:cxn>
              <a:cxn ang="0">
                <a:pos x="connsiteX40743" y="connsiteY40743"/>
              </a:cxn>
              <a:cxn ang="0">
                <a:pos x="connsiteX40744" y="connsiteY40744"/>
              </a:cxn>
              <a:cxn ang="0">
                <a:pos x="connsiteX40745" y="connsiteY40745"/>
              </a:cxn>
              <a:cxn ang="0">
                <a:pos x="connsiteX40746" y="connsiteY40746"/>
              </a:cxn>
              <a:cxn ang="0">
                <a:pos x="connsiteX40747" y="connsiteY40747"/>
              </a:cxn>
              <a:cxn ang="0">
                <a:pos x="connsiteX40748" y="connsiteY40748"/>
              </a:cxn>
              <a:cxn ang="0">
                <a:pos x="connsiteX40749" y="connsiteY40749"/>
              </a:cxn>
              <a:cxn ang="0">
                <a:pos x="connsiteX40750" y="connsiteY40750"/>
              </a:cxn>
              <a:cxn ang="0">
                <a:pos x="connsiteX40751" y="connsiteY40751"/>
              </a:cxn>
              <a:cxn ang="0">
                <a:pos x="connsiteX40752" y="connsiteY40752"/>
              </a:cxn>
              <a:cxn ang="0">
                <a:pos x="connsiteX40753" y="connsiteY40753"/>
              </a:cxn>
              <a:cxn ang="0">
                <a:pos x="connsiteX40754" y="connsiteY40754"/>
              </a:cxn>
              <a:cxn ang="0">
                <a:pos x="connsiteX40755" y="connsiteY40755"/>
              </a:cxn>
              <a:cxn ang="0">
                <a:pos x="connsiteX40756" y="connsiteY40756"/>
              </a:cxn>
              <a:cxn ang="0">
                <a:pos x="connsiteX40757" y="connsiteY40757"/>
              </a:cxn>
              <a:cxn ang="0">
                <a:pos x="connsiteX40758" y="connsiteY40758"/>
              </a:cxn>
              <a:cxn ang="0">
                <a:pos x="connsiteX40759" y="connsiteY40759"/>
              </a:cxn>
              <a:cxn ang="0">
                <a:pos x="connsiteX40760" y="connsiteY40760"/>
              </a:cxn>
              <a:cxn ang="0">
                <a:pos x="connsiteX40761" y="connsiteY40761"/>
              </a:cxn>
              <a:cxn ang="0">
                <a:pos x="connsiteX40762" y="connsiteY40762"/>
              </a:cxn>
              <a:cxn ang="0">
                <a:pos x="connsiteX40763" y="connsiteY40763"/>
              </a:cxn>
              <a:cxn ang="0">
                <a:pos x="connsiteX40764" y="connsiteY40764"/>
              </a:cxn>
              <a:cxn ang="0">
                <a:pos x="connsiteX40765" y="connsiteY40765"/>
              </a:cxn>
              <a:cxn ang="0">
                <a:pos x="connsiteX40766" y="connsiteY40766"/>
              </a:cxn>
              <a:cxn ang="0">
                <a:pos x="connsiteX40767" y="connsiteY40767"/>
              </a:cxn>
              <a:cxn ang="0">
                <a:pos x="connsiteX40768" y="connsiteY40768"/>
              </a:cxn>
              <a:cxn ang="0">
                <a:pos x="connsiteX40769" y="connsiteY40769"/>
              </a:cxn>
              <a:cxn ang="0">
                <a:pos x="connsiteX40770" y="connsiteY40770"/>
              </a:cxn>
              <a:cxn ang="0">
                <a:pos x="connsiteX40771" y="connsiteY40771"/>
              </a:cxn>
              <a:cxn ang="0">
                <a:pos x="connsiteX40772" y="connsiteY40772"/>
              </a:cxn>
              <a:cxn ang="0">
                <a:pos x="connsiteX40773" y="connsiteY40773"/>
              </a:cxn>
              <a:cxn ang="0">
                <a:pos x="connsiteX40774" y="connsiteY40774"/>
              </a:cxn>
              <a:cxn ang="0">
                <a:pos x="connsiteX40775" y="connsiteY40775"/>
              </a:cxn>
              <a:cxn ang="0">
                <a:pos x="connsiteX40776" y="connsiteY40776"/>
              </a:cxn>
              <a:cxn ang="0">
                <a:pos x="connsiteX40777" y="connsiteY40777"/>
              </a:cxn>
              <a:cxn ang="0">
                <a:pos x="connsiteX40778" y="connsiteY40778"/>
              </a:cxn>
              <a:cxn ang="0">
                <a:pos x="connsiteX40779" y="connsiteY40779"/>
              </a:cxn>
              <a:cxn ang="0">
                <a:pos x="connsiteX40780" y="connsiteY40780"/>
              </a:cxn>
              <a:cxn ang="0">
                <a:pos x="connsiteX40781" y="connsiteY40781"/>
              </a:cxn>
              <a:cxn ang="0">
                <a:pos x="connsiteX40782" y="connsiteY40782"/>
              </a:cxn>
              <a:cxn ang="0">
                <a:pos x="connsiteX40783" y="connsiteY40783"/>
              </a:cxn>
              <a:cxn ang="0">
                <a:pos x="connsiteX40784" y="connsiteY40784"/>
              </a:cxn>
              <a:cxn ang="0">
                <a:pos x="connsiteX40785" y="connsiteY40785"/>
              </a:cxn>
              <a:cxn ang="0">
                <a:pos x="connsiteX40786" y="connsiteY40786"/>
              </a:cxn>
              <a:cxn ang="0">
                <a:pos x="connsiteX40787" y="connsiteY40787"/>
              </a:cxn>
              <a:cxn ang="0">
                <a:pos x="connsiteX40788" y="connsiteY40788"/>
              </a:cxn>
              <a:cxn ang="0">
                <a:pos x="connsiteX40789" y="connsiteY40789"/>
              </a:cxn>
              <a:cxn ang="0">
                <a:pos x="connsiteX40790" y="connsiteY40790"/>
              </a:cxn>
              <a:cxn ang="0">
                <a:pos x="connsiteX40791" y="connsiteY40791"/>
              </a:cxn>
              <a:cxn ang="0">
                <a:pos x="connsiteX40792" y="connsiteY40792"/>
              </a:cxn>
              <a:cxn ang="0">
                <a:pos x="connsiteX40793" y="connsiteY40793"/>
              </a:cxn>
              <a:cxn ang="0">
                <a:pos x="connsiteX40794" y="connsiteY40794"/>
              </a:cxn>
              <a:cxn ang="0">
                <a:pos x="connsiteX40795" y="connsiteY40795"/>
              </a:cxn>
              <a:cxn ang="0">
                <a:pos x="connsiteX40796" y="connsiteY40796"/>
              </a:cxn>
              <a:cxn ang="0">
                <a:pos x="connsiteX40797" y="connsiteY40797"/>
              </a:cxn>
              <a:cxn ang="0">
                <a:pos x="connsiteX40798" y="connsiteY40798"/>
              </a:cxn>
              <a:cxn ang="0">
                <a:pos x="connsiteX40799" y="connsiteY40799"/>
              </a:cxn>
              <a:cxn ang="0">
                <a:pos x="connsiteX40800" y="connsiteY40800"/>
              </a:cxn>
              <a:cxn ang="0">
                <a:pos x="connsiteX40801" y="connsiteY40801"/>
              </a:cxn>
              <a:cxn ang="0">
                <a:pos x="connsiteX40802" y="connsiteY40802"/>
              </a:cxn>
              <a:cxn ang="0">
                <a:pos x="connsiteX40803" y="connsiteY40803"/>
              </a:cxn>
              <a:cxn ang="0">
                <a:pos x="connsiteX40804" y="connsiteY40804"/>
              </a:cxn>
              <a:cxn ang="0">
                <a:pos x="connsiteX40805" y="connsiteY40805"/>
              </a:cxn>
              <a:cxn ang="0">
                <a:pos x="connsiteX40806" y="connsiteY40806"/>
              </a:cxn>
              <a:cxn ang="0">
                <a:pos x="connsiteX40807" y="connsiteY40807"/>
              </a:cxn>
              <a:cxn ang="0">
                <a:pos x="connsiteX40808" y="connsiteY40808"/>
              </a:cxn>
              <a:cxn ang="0">
                <a:pos x="connsiteX40809" y="connsiteY40809"/>
              </a:cxn>
              <a:cxn ang="0">
                <a:pos x="connsiteX40810" y="connsiteY40810"/>
              </a:cxn>
              <a:cxn ang="0">
                <a:pos x="connsiteX40811" y="connsiteY40811"/>
              </a:cxn>
              <a:cxn ang="0">
                <a:pos x="connsiteX40812" y="connsiteY40812"/>
              </a:cxn>
              <a:cxn ang="0">
                <a:pos x="connsiteX40813" y="connsiteY40813"/>
              </a:cxn>
              <a:cxn ang="0">
                <a:pos x="connsiteX40814" y="connsiteY40814"/>
              </a:cxn>
              <a:cxn ang="0">
                <a:pos x="connsiteX40815" y="connsiteY40815"/>
              </a:cxn>
              <a:cxn ang="0">
                <a:pos x="connsiteX40816" y="connsiteY40816"/>
              </a:cxn>
              <a:cxn ang="0">
                <a:pos x="connsiteX40817" y="connsiteY40817"/>
              </a:cxn>
              <a:cxn ang="0">
                <a:pos x="connsiteX40818" y="connsiteY40818"/>
              </a:cxn>
              <a:cxn ang="0">
                <a:pos x="connsiteX40819" y="connsiteY40819"/>
              </a:cxn>
              <a:cxn ang="0">
                <a:pos x="connsiteX40820" y="connsiteY40820"/>
              </a:cxn>
              <a:cxn ang="0">
                <a:pos x="connsiteX40821" y="connsiteY40821"/>
              </a:cxn>
              <a:cxn ang="0">
                <a:pos x="connsiteX40822" y="connsiteY40822"/>
              </a:cxn>
              <a:cxn ang="0">
                <a:pos x="connsiteX40823" y="connsiteY40823"/>
              </a:cxn>
              <a:cxn ang="0">
                <a:pos x="connsiteX40824" y="connsiteY40824"/>
              </a:cxn>
              <a:cxn ang="0">
                <a:pos x="connsiteX40825" y="connsiteY40825"/>
              </a:cxn>
              <a:cxn ang="0">
                <a:pos x="connsiteX40826" y="connsiteY40826"/>
              </a:cxn>
              <a:cxn ang="0">
                <a:pos x="connsiteX40827" y="connsiteY40827"/>
              </a:cxn>
              <a:cxn ang="0">
                <a:pos x="connsiteX40828" y="connsiteY40828"/>
              </a:cxn>
              <a:cxn ang="0">
                <a:pos x="connsiteX40829" y="connsiteY40829"/>
              </a:cxn>
              <a:cxn ang="0">
                <a:pos x="connsiteX40830" y="connsiteY40830"/>
              </a:cxn>
              <a:cxn ang="0">
                <a:pos x="connsiteX40831" y="connsiteY40831"/>
              </a:cxn>
              <a:cxn ang="0">
                <a:pos x="connsiteX40832" y="connsiteY40832"/>
              </a:cxn>
              <a:cxn ang="0">
                <a:pos x="connsiteX40833" y="connsiteY40833"/>
              </a:cxn>
              <a:cxn ang="0">
                <a:pos x="connsiteX40834" y="connsiteY40834"/>
              </a:cxn>
              <a:cxn ang="0">
                <a:pos x="connsiteX40835" y="connsiteY40835"/>
              </a:cxn>
              <a:cxn ang="0">
                <a:pos x="connsiteX40836" y="connsiteY40836"/>
              </a:cxn>
              <a:cxn ang="0">
                <a:pos x="connsiteX40837" y="connsiteY40837"/>
              </a:cxn>
              <a:cxn ang="0">
                <a:pos x="connsiteX40838" y="connsiteY40838"/>
              </a:cxn>
              <a:cxn ang="0">
                <a:pos x="connsiteX40839" y="connsiteY40839"/>
              </a:cxn>
              <a:cxn ang="0">
                <a:pos x="connsiteX40840" y="connsiteY40840"/>
              </a:cxn>
              <a:cxn ang="0">
                <a:pos x="connsiteX40841" y="connsiteY40841"/>
              </a:cxn>
              <a:cxn ang="0">
                <a:pos x="connsiteX40842" y="connsiteY40842"/>
              </a:cxn>
              <a:cxn ang="0">
                <a:pos x="connsiteX40843" y="connsiteY40843"/>
              </a:cxn>
              <a:cxn ang="0">
                <a:pos x="connsiteX40844" y="connsiteY40844"/>
              </a:cxn>
              <a:cxn ang="0">
                <a:pos x="connsiteX40845" y="connsiteY40845"/>
              </a:cxn>
              <a:cxn ang="0">
                <a:pos x="connsiteX40846" y="connsiteY40846"/>
              </a:cxn>
              <a:cxn ang="0">
                <a:pos x="connsiteX40847" y="connsiteY40847"/>
              </a:cxn>
              <a:cxn ang="0">
                <a:pos x="connsiteX40848" y="connsiteY40848"/>
              </a:cxn>
              <a:cxn ang="0">
                <a:pos x="connsiteX40849" y="connsiteY40849"/>
              </a:cxn>
              <a:cxn ang="0">
                <a:pos x="connsiteX40850" y="connsiteY40850"/>
              </a:cxn>
              <a:cxn ang="0">
                <a:pos x="connsiteX40851" y="connsiteY40851"/>
              </a:cxn>
              <a:cxn ang="0">
                <a:pos x="connsiteX40852" y="connsiteY40852"/>
              </a:cxn>
              <a:cxn ang="0">
                <a:pos x="connsiteX40853" y="connsiteY40853"/>
              </a:cxn>
              <a:cxn ang="0">
                <a:pos x="connsiteX40854" y="connsiteY40854"/>
              </a:cxn>
              <a:cxn ang="0">
                <a:pos x="connsiteX40855" y="connsiteY40855"/>
              </a:cxn>
              <a:cxn ang="0">
                <a:pos x="connsiteX40856" y="connsiteY40856"/>
              </a:cxn>
              <a:cxn ang="0">
                <a:pos x="connsiteX40857" y="connsiteY40857"/>
              </a:cxn>
              <a:cxn ang="0">
                <a:pos x="connsiteX40858" y="connsiteY40858"/>
              </a:cxn>
              <a:cxn ang="0">
                <a:pos x="connsiteX40859" y="connsiteY40859"/>
              </a:cxn>
              <a:cxn ang="0">
                <a:pos x="connsiteX40860" y="connsiteY40860"/>
              </a:cxn>
              <a:cxn ang="0">
                <a:pos x="connsiteX40861" y="connsiteY40861"/>
              </a:cxn>
              <a:cxn ang="0">
                <a:pos x="connsiteX40862" y="connsiteY40862"/>
              </a:cxn>
              <a:cxn ang="0">
                <a:pos x="connsiteX40863" y="connsiteY40863"/>
              </a:cxn>
              <a:cxn ang="0">
                <a:pos x="connsiteX40864" y="connsiteY40864"/>
              </a:cxn>
              <a:cxn ang="0">
                <a:pos x="connsiteX40865" y="connsiteY40865"/>
              </a:cxn>
              <a:cxn ang="0">
                <a:pos x="connsiteX40866" y="connsiteY40866"/>
              </a:cxn>
              <a:cxn ang="0">
                <a:pos x="connsiteX40867" y="connsiteY40867"/>
              </a:cxn>
              <a:cxn ang="0">
                <a:pos x="connsiteX40868" y="connsiteY40868"/>
              </a:cxn>
              <a:cxn ang="0">
                <a:pos x="connsiteX40869" y="connsiteY40869"/>
              </a:cxn>
              <a:cxn ang="0">
                <a:pos x="connsiteX40870" y="connsiteY40870"/>
              </a:cxn>
              <a:cxn ang="0">
                <a:pos x="connsiteX40871" y="connsiteY40871"/>
              </a:cxn>
              <a:cxn ang="0">
                <a:pos x="connsiteX40872" y="connsiteY40872"/>
              </a:cxn>
              <a:cxn ang="0">
                <a:pos x="connsiteX40873" y="connsiteY40873"/>
              </a:cxn>
              <a:cxn ang="0">
                <a:pos x="connsiteX40874" y="connsiteY40874"/>
              </a:cxn>
              <a:cxn ang="0">
                <a:pos x="connsiteX40875" y="connsiteY40875"/>
              </a:cxn>
              <a:cxn ang="0">
                <a:pos x="connsiteX40876" y="connsiteY40876"/>
              </a:cxn>
              <a:cxn ang="0">
                <a:pos x="connsiteX40877" y="connsiteY40877"/>
              </a:cxn>
              <a:cxn ang="0">
                <a:pos x="connsiteX40878" y="connsiteY40878"/>
              </a:cxn>
              <a:cxn ang="0">
                <a:pos x="connsiteX40879" y="connsiteY40879"/>
              </a:cxn>
              <a:cxn ang="0">
                <a:pos x="connsiteX40880" y="connsiteY40880"/>
              </a:cxn>
              <a:cxn ang="0">
                <a:pos x="connsiteX40881" y="connsiteY40881"/>
              </a:cxn>
              <a:cxn ang="0">
                <a:pos x="connsiteX40882" y="connsiteY40882"/>
              </a:cxn>
              <a:cxn ang="0">
                <a:pos x="connsiteX40883" y="connsiteY40883"/>
              </a:cxn>
              <a:cxn ang="0">
                <a:pos x="connsiteX40884" y="connsiteY40884"/>
              </a:cxn>
              <a:cxn ang="0">
                <a:pos x="connsiteX40885" y="connsiteY40885"/>
              </a:cxn>
              <a:cxn ang="0">
                <a:pos x="connsiteX40886" y="connsiteY40886"/>
              </a:cxn>
              <a:cxn ang="0">
                <a:pos x="connsiteX40887" y="connsiteY40887"/>
              </a:cxn>
              <a:cxn ang="0">
                <a:pos x="connsiteX40888" y="connsiteY40888"/>
              </a:cxn>
              <a:cxn ang="0">
                <a:pos x="connsiteX40889" y="connsiteY40889"/>
              </a:cxn>
              <a:cxn ang="0">
                <a:pos x="connsiteX40890" y="connsiteY40890"/>
              </a:cxn>
              <a:cxn ang="0">
                <a:pos x="connsiteX40891" y="connsiteY40891"/>
              </a:cxn>
              <a:cxn ang="0">
                <a:pos x="connsiteX40892" y="connsiteY40892"/>
              </a:cxn>
              <a:cxn ang="0">
                <a:pos x="connsiteX40893" y="connsiteY40893"/>
              </a:cxn>
              <a:cxn ang="0">
                <a:pos x="connsiteX40894" y="connsiteY40894"/>
              </a:cxn>
              <a:cxn ang="0">
                <a:pos x="connsiteX40895" y="connsiteY40895"/>
              </a:cxn>
              <a:cxn ang="0">
                <a:pos x="connsiteX40896" y="connsiteY40896"/>
              </a:cxn>
              <a:cxn ang="0">
                <a:pos x="connsiteX40897" y="connsiteY40897"/>
              </a:cxn>
              <a:cxn ang="0">
                <a:pos x="connsiteX40898" y="connsiteY40898"/>
              </a:cxn>
              <a:cxn ang="0">
                <a:pos x="connsiteX40899" y="connsiteY40899"/>
              </a:cxn>
              <a:cxn ang="0">
                <a:pos x="connsiteX40900" y="connsiteY40900"/>
              </a:cxn>
              <a:cxn ang="0">
                <a:pos x="connsiteX40901" y="connsiteY40901"/>
              </a:cxn>
              <a:cxn ang="0">
                <a:pos x="connsiteX40902" y="connsiteY40902"/>
              </a:cxn>
              <a:cxn ang="0">
                <a:pos x="connsiteX40903" y="connsiteY40903"/>
              </a:cxn>
              <a:cxn ang="0">
                <a:pos x="connsiteX40904" y="connsiteY40904"/>
              </a:cxn>
              <a:cxn ang="0">
                <a:pos x="connsiteX40905" y="connsiteY40905"/>
              </a:cxn>
              <a:cxn ang="0">
                <a:pos x="connsiteX40906" y="connsiteY40906"/>
              </a:cxn>
              <a:cxn ang="0">
                <a:pos x="connsiteX40907" y="connsiteY40907"/>
              </a:cxn>
              <a:cxn ang="0">
                <a:pos x="connsiteX40908" y="connsiteY40908"/>
              </a:cxn>
              <a:cxn ang="0">
                <a:pos x="connsiteX40909" y="connsiteY40909"/>
              </a:cxn>
              <a:cxn ang="0">
                <a:pos x="connsiteX40910" y="connsiteY40910"/>
              </a:cxn>
              <a:cxn ang="0">
                <a:pos x="connsiteX40911" y="connsiteY40911"/>
              </a:cxn>
              <a:cxn ang="0">
                <a:pos x="connsiteX40912" y="connsiteY40912"/>
              </a:cxn>
              <a:cxn ang="0">
                <a:pos x="connsiteX40913" y="connsiteY40913"/>
              </a:cxn>
              <a:cxn ang="0">
                <a:pos x="connsiteX40914" y="connsiteY40914"/>
              </a:cxn>
              <a:cxn ang="0">
                <a:pos x="connsiteX40915" y="connsiteY40915"/>
              </a:cxn>
              <a:cxn ang="0">
                <a:pos x="connsiteX40916" y="connsiteY40916"/>
              </a:cxn>
              <a:cxn ang="0">
                <a:pos x="connsiteX40917" y="connsiteY40917"/>
              </a:cxn>
              <a:cxn ang="0">
                <a:pos x="connsiteX40918" y="connsiteY40918"/>
              </a:cxn>
              <a:cxn ang="0">
                <a:pos x="connsiteX40919" y="connsiteY40919"/>
              </a:cxn>
              <a:cxn ang="0">
                <a:pos x="connsiteX40920" y="connsiteY40920"/>
              </a:cxn>
              <a:cxn ang="0">
                <a:pos x="connsiteX40921" y="connsiteY40921"/>
              </a:cxn>
              <a:cxn ang="0">
                <a:pos x="connsiteX40922" y="connsiteY40922"/>
              </a:cxn>
              <a:cxn ang="0">
                <a:pos x="connsiteX40923" y="connsiteY40923"/>
              </a:cxn>
              <a:cxn ang="0">
                <a:pos x="connsiteX40924" y="connsiteY40924"/>
              </a:cxn>
              <a:cxn ang="0">
                <a:pos x="connsiteX40925" y="connsiteY40925"/>
              </a:cxn>
              <a:cxn ang="0">
                <a:pos x="connsiteX40926" y="connsiteY40926"/>
              </a:cxn>
              <a:cxn ang="0">
                <a:pos x="connsiteX40927" y="connsiteY40927"/>
              </a:cxn>
              <a:cxn ang="0">
                <a:pos x="connsiteX40928" y="connsiteY40928"/>
              </a:cxn>
              <a:cxn ang="0">
                <a:pos x="connsiteX40929" y="connsiteY40929"/>
              </a:cxn>
              <a:cxn ang="0">
                <a:pos x="connsiteX40930" y="connsiteY40930"/>
              </a:cxn>
              <a:cxn ang="0">
                <a:pos x="connsiteX40931" y="connsiteY40931"/>
              </a:cxn>
              <a:cxn ang="0">
                <a:pos x="connsiteX40932" y="connsiteY40932"/>
              </a:cxn>
              <a:cxn ang="0">
                <a:pos x="connsiteX40933" y="connsiteY40933"/>
              </a:cxn>
              <a:cxn ang="0">
                <a:pos x="connsiteX40934" y="connsiteY40934"/>
              </a:cxn>
              <a:cxn ang="0">
                <a:pos x="connsiteX40935" y="connsiteY40935"/>
              </a:cxn>
              <a:cxn ang="0">
                <a:pos x="connsiteX40936" y="connsiteY40936"/>
              </a:cxn>
              <a:cxn ang="0">
                <a:pos x="connsiteX40937" y="connsiteY40937"/>
              </a:cxn>
              <a:cxn ang="0">
                <a:pos x="connsiteX40938" y="connsiteY40938"/>
              </a:cxn>
              <a:cxn ang="0">
                <a:pos x="connsiteX40939" y="connsiteY40939"/>
              </a:cxn>
              <a:cxn ang="0">
                <a:pos x="connsiteX40940" y="connsiteY40940"/>
              </a:cxn>
              <a:cxn ang="0">
                <a:pos x="connsiteX40941" y="connsiteY40941"/>
              </a:cxn>
              <a:cxn ang="0">
                <a:pos x="connsiteX40942" y="connsiteY40942"/>
              </a:cxn>
              <a:cxn ang="0">
                <a:pos x="connsiteX40943" y="connsiteY40943"/>
              </a:cxn>
              <a:cxn ang="0">
                <a:pos x="connsiteX40944" y="connsiteY40944"/>
              </a:cxn>
              <a:cxn ang="0">
                <a:pos x="connsiteX40945" y="connsiteY40945"/>
              </a:cxn>
              <a:cxn ang="0">
                <a:pos x="connsiteX40946" y="connsiteY40946"/>
              </a:cxn>
              <a:cxn ang="0">
                <a:pos x="connsiteX40947" y="connsiteY40947"/>
              </a:cxn>
              <a:cxn ang="0">
                <a:pos x="connsiteX40948" y="connsiteY40948"/>
              </a:cxn>
              <a:cxn ang="0">
                <a:pos x="connsiteX40949" y="connsiteY40949"/>
              </a:cxn>
              <a:cxn ang="0">
                <a:pos x="connsiteX40950" y="connsiteY40950"/>
              </a:cxn>
              <a:cxn ang="0">
                <a:pos x="connsiteX40951" y="connsiteY40951"/>
              </a:cxn>
              <a:cxn ang="0">
                <a:pos x="connsiteX40952" y="connsiteY40952"/>
              </a:cxn>
              <a:cxn ang="0">
                <a:pos x="connsiteX40953" y="connsiteY40953"/>
              </a:cxn>
              <a:cxn ang="0">
                <a:pos x="connsiteX40954" y="connsiteY40954"/>
              </a:cxn>
              <a:cxn ang="0">
                <a:pos x="connsiteX40955" y="connsiteY40955"/>
              </a:cxn>
              <a:cxn ang="0">
                <a:pos x="connsiteX40956" y="connsiteY40956"/>
              </a:cxn>
              <a:cxn ang="0">
                <a:pos x="connsiteX40957" y="connsiteY40957"/>
              </a:cxn>
              <a:cxn ang="0">
                <a:pos x="connsiteX40958" y="connsiteY40958"/>
              </a:cxn>
              <a:cxn ang="0">
                <a:pos x="connsiteX40959" y="connsiteY40959"/>
              </a:cxn>
              <a:cxn ang="0">
                <a:pos x="connsiteX40960" y="connsiteY40960"/>
              </a:cxn>
              <a:cxn ang="0">
                <a:pos x="connsiteX40961" y="connsiteY40961"/>
              </a:cxn>
              <a:cxn ang="0">
                <a:pos x="connsiteX40962" y="connsiteY40962"/>
              </a:cxn>
              <a:cxn ang="0">
                <a:pos x="connsiteX40963" y="connsiteY40963"/>
              </a:cxn>
              <a:cxn ang="0">
                <a:pos x="connsiteX40964" y="connsiteY40964"/>
              </a:cxn>
              <a:cxn ang="0">
                <a:pos x="connsiteX40965" y="connsiteY40965"/>
              </a:cxn>
              <a:cxn ang="0">
                <a:pos x="connsiteX40966" y="connsiteY40966"/>
              </a:cxn>
              <a:cxn ang="0">
                <a:pos x="connsiteX40967" y="connsiteY40967"/>
              </a:cxn>
              <a:cxn ang="0">
                <a:pos x="connsiteX40968" y="connsiteY40968"/>
              </a:cxn>
              <a:cxn ang="0">
                <a:pos x="connsiteX40969" y="connsiteY40969"/>
              </a:cxn>
              <a:cxn ang="0">
                <a:pos x="connsiteX40970" y="connsiteY40970"/>
              </a:cxn>
              <a:cxn ang="0">
                <a:pos x="connsiteX40971" y="connsiteY40971"/>
              </a:cxn>
              <a:cxn ang="0">
                <a:pos x="connsiteX40972" y="connsiteY40972"/>
              </a:cxn>
              <a:cxn ang="0">
                <a:pos x="connsiteX40973" y="connsiteY40973"/>
              </a:cxn>
              <a:cxn ang="0">
                <a:pos x="connsiteX40974" y="connsiteY40974"/>
              </a:cxn>
              <a:cxn ang="0">
                <a:pos x="connsiteX40975" y="connsiteY40975"/>
              </a:cxn>
              <a:cxn ang="0">
                <a:pos x="connsiteX40976" y="connsiteY40976"/>
              </a:cxn>
              <a:cxn ang="0">
                <a:pos x="connsiteX40977" y="connsiteY40977"/>
              </a:cxn>
              <a:cxn ang="0">
                <a:pos x="connsiteX40978" y="connsiteY40978"/>
              </a:cxn>
              <a:cxn ang="0">
                <a:pos x="connsiteX40979" y="connsiteY40979"/>
              </a:cxn>
              <a:cxn ang="0">
                <a:pos x="connsiteX40980" y="connsiteY40980"/>
              </a:cxn>
              <a:cxn ang="0">
                <a:pos x="connsiteX40981" y="connsiteY40981"/>
              </a:cxn>
              <a:cxn ang="0">
                <a:pos x="connsiteX40982" y="connsiteY40982"/>
              </a:cxn>
              <a:cxn ang="0">
                <a:pos x="connsiteX40983" y="connsiteY40983"/>
              </a:cxn>
              <a:cxn ang="0">
                <a:pos x="connsiteX40984" y="connsiteY40984"/>
              </a:cxn>
              <a:cxn ang="0">
                <a:pos x="connsiteX40985" y="connsiteY40985"/>
              </a:cxn>
              <a:cxn ang="0">
                <a:pos x="connsiteX40986" y="connsiteY40986"/>
              </a:cxn>
              <a:cxn ang="0">
                <a:pos x="connsiteX40987" y="connsiteY40987"/>
              </a:cxn>
              <a:cxn ang="0">
                <a:pos x="connsiteX40988" y="connsiteY40988"/>
              </a:cxn>
              <a:cxn ang="0">
                <a:pos x="connsiteX40989" y="connsiteY40989"/>
              </a:cxn>
              <a:cxn ang="0">
                <a:pos x="connsiteX40990" y="connsiteY40990"/>
              </a:cxn>
              <a:cxn ang="0">
                <a:pos x="connsiteX40991" y="connsiteY40991"/>
              </a:cxn>
              <a:cxn ang="0">
                <a:pos x="connsiteX40992" y="connsiteY40992"/>
              </a:cxn>
              <a:cxn ang="0">
                <a:pos x="connsiteX40993" y="connsiteY40993"/>
              </a:cxn>
              <a:cxn ang="0">
                <a:pos x="connsiteX40994" y="connsiteY40994"/>
              </a:cxn>
              <a:cxn ang="0">
                <a:pos x="connsiteX40995" y="connsiteY40995"/>
              </a:cxn>
              <a:cxn ang="0">
                <a:pos x="connsiteX40996" y="connsiteY40996"/>
              </a:cxn>
              <a:cxn ang="0">
                <a:pos x="connsiteX40997" y="connsiteY40997"/>
              </a:cxn>
              <a:cxn ang="0">
                <a:pos x="connsiteX40998" y="connsiteY40998"/>
              </a:cxn>
              <a:cxn ang="0">
                <a:pos x="connsiteX40999" y="connsiteY40999"/>
              </a:cxn>
              <a:cxn ang="0">
                <a:pos x="connsiteX41000" y="connsiteY41000"/>
              </a:cxn>
              <a:cxn ang="0">
                <a:pos x="connsiteX41001" y="connsiteY41001"/>
              </a:cxn>
              <a:cxn ang="0">
                <a:pos x="connsiteX41002" y="connsiteY41002"/>
              </a:cxn>
              <a:cxn ang="0">
                <a:pos x="connsiteX41003" y="connsiteY41003"/>
              </a:cxn>
              <a:cxn ang="0">
                <a:pos x="connsiteX41004" y="connsiteY41004"/>
              </a:cxn>
              <a:cxn ang="0">
                <a:pos x="connsiteX41005" y="connsiteY41005"/>
              </a:cxn>
              <a:cxn ang="0">
                <a:pos x="connsiteX41006" y="connsiteY41006"/>
              </a:cxn>
              <a:cxn ang="0">
                <a:pos x="connsiteX41007" y="connsiteY41007"/>
              </a:cxn>
              <a:cxn ang="0">
                <a:pos x="connsiteX41008" y="connsiteY41008"/>
              </a:cxn>
              <a:cxn ang="0">
                <a:pos x="connsiteX41009" y="connsiteY41009"/>
              </a:cxn>
              <a:cxn ang="0">
                <a:pos x="connsiteX41010" y="connsiteY41010"/>
              </a:cxn>
              <a:cxn ang="0">
                <a:pos x="connsiteX41011" y="connsiteY41011"/>
              </a:cxn>
              <a:cxn ang="0">
                <a:pos x="connsiteX41012" y="connsiteY41012"/>
              </a:cxn>
              <a:cxn ang="0">
                <a:pos x="connsiteX41013" y="connsiteY41013"/>
              </a:cxn>
              <a:cxn ang="0">
                <a:pos x="connsiteX41014" y="connsiteY41014"/>
              </a:cxn>
              <a:cxn ang="0">
                <a:pos x="connsiteX41015" y="connsiteY41015"/>
              </a:cxn>
              <a:cxn ang="0">
                <a:pos x="connsiteX41016" y="connsiteY41016"/>
              </a:cxn>
              <a:cxn ang="0">
                <a:pos x="connsiteX41017" y="connsiteY41017"/>
              </a:cxn>
              <a:cxn ang="0">
                <a:pos x="connsiteX41018" y="connsiteY41018"/>
              </a:cxn>
              <a:cxn ang="0">
                <a:pos x="connsiteX41019" y="connsiteY41019"/>
              </a:cxn>
              <a:cxn ang="0">
                <a:pos x="connsiteX41020" y="connsiteY41020"/>
              </a:cxn>
              <a:cxn ang="0">
                <a:pos x="connsiteX41021" y="connsiteY41021"/>
              </a:cxn>
              <a:cxn ang="0">
                <a:pos x="connsiteX41022" y="connsiteY41022"/>
              </a:cxn>
              <a:cxn ang="0">
                <a:pos x="connsiteX41023" y="connsiteY41023"/>
              </a:cxn>
              <a:cxn ang="0">
                <a:pos x="connsiteX41024" y="connsiteY41024"/>
              </a:cxn>
              <a:cxn ang="0">
                <a:pos x="connsiteX41025" y="connsiteY41025"/>
              </a:cxn>
              <a:cxn ang="0">
                <a:pos x="connsiteX41026" y="connsiteY41026"/>
              </a:cxn>
              <a:cxn ang="0">
                <a:pos x="connsiteX41027" y="connsiteY41027"/>
              </a:cxn>
              <a:cxn ang="0">
                <a:pos x="connsiteX41028" y="connsiteY41028"/>
              </a:cxn>
              <a:cxn ang="0">
                <a:pos x="connsiteX41029" y="connsiteY41029"/>
              </a:cxn>
              <a:cxn ang="0">
                <a:pos x="connsiteX41030" y="connsiteY41030"/>
              </a:cxn>
              <a:cxn ang="0">
                <a:pos x="connsiteX41031" y="connsiteY41031"/>
              </a:cxn>
              <a:cxn ang="0">
                <a:pos x="connsiteX41032" y="connsiteY41032"/>
              </a:cxn>
              <a:cxn ang="0">
                <a:pos x="connsiteX41033" y="connsiteY41033"/>
              </a:cxn>
              <a:cxn ang="0">
                <a:pos x="connsiteX41034" y="connsiteY41034"/>
              </a:cxn>
              <a:cxn ang="0">
                <a:pos x="connsiteX41035" y="connsiteY41035"/>
              </a:cxn>
              <a:cxn ang="0">
                <a:pos x="connsiteX41036" y="connsiteY41036"/>
              </a:cxn>
              <a:cxn ang="0">
                <a:pos x="connsiteX41037" y="connsiteY41037"/>
              </a:cxn>
              <a:cxn ang="0">
                <a:pos x="connsiteX41038" y="connsiteY41038"/>
              </a:cxn>
              <a:cxn ang="0">
                <a:pos x="connsiteX41039" y="connsiteY41039"/>
              </a:cxn>
              <a:cxn ang="0">
                <a:pos x="connsiteX41040" y="connsiteY41040"/>
              </a:cxn>
              <a:cxn ang="0">
                <a:pos x="connsiteX41041" y="connsiteY41041"/>
              </a:cxn>
              <a:cxn ang="0">
                <a:pos x="connsiteX41042" y="connsiteY41042"/>
              </a:cxn>
              <a:cxn ang="0">
                <a:pos x="connsiteX41043" y="connsiteY41043"/>
              </a:cxn>
              <a:cxn ang="0">
                <a:pos x="connsiteX41044" y="connsiteY41044"/>
              </a:cxn>
              <a:cxn ang="0">
                <a:pos x="connsiteX41045" y="connsiteY41045"/>
              </a:cxn>
              <a:cxn ang="0">
                <a:pos x="connsiteX41046" y="connsiteY41046"/>
              </a:cxn>
              <a:cxn ang="0">
                <a:pos x="connsiteX41047" y="connsiteY41047"/>
              </a:cxn>
              <a:cxn ang="0">
                <a:pos x="connsiteX41048" y="connsiteY41048"/>
              </a:cxn>
              <a:cxn ang="0">
                <a:pos x="connsiteX41049" y="connsiteY41049"/>
              </a:cxn>
              <a:cxn ang="0">
                <a:pos x="connsiteX41050" y="connsiteY41050"/>
              </a:cxn>
              <a:cxn ang="0">
                <a:pos x="connsiteX41051" y="connsiteY41051"/>
              </a:cxn>
              <a:cxn ang="0">
                <a:pos x="connsiteX41052" y="connsiteY41052"/>
              </a:cxn>
              <a:cxn ang="0">
                <a:pos x="connsiteX41053" y="connsiteY41053"/>
              </a:cxn>
              <a:cxn ang="0">
                <a:pos x="connsiteX41054" y="connsiteY41054"/>
              </a:cxn>
              <a:cxn ang="0">
                <a:pos x="connsiteX41055" y="connsiteY41055"/>
              </a:cxn>
              <a:cxn ang="0">
                <a:pos x="connsiteX41056" y="connsiteY41056"/>
              </a:cxn>
              <a:cxn ang="0">
                <a:pos x="connsiteX41057" y="connsiteY41057"/>
              </a:cxn>
              <a:cxn ang="0">
                <a:pos x="connsiteX41058" y="connsiteY41058"/>
              </a:cxn>
              <a:cxn ang="0">
                <a:pos x="connsiteX41059" y="connsiteY41059"/>
              </a:cxn>
              <a:cxn ang="0">
                <a:pos x="connsiteX41060" y="connsiteY41060"/>
              </a:cxn>
              <a:cxn ang="0">
                <a:pos x="connsiteX41061" y="connsiteY41061"/>
              </a:cxn>
              <a:cxn ang="0">
                <a:pos x="connsiteX41062" y="connsiteY41062"/>
              </a:cxn>
              <a:cxn ang="0">
                <a:pos x="connsiteX41063" y="connsiteY41063"/>
              </a:cxn>
              <a:cxn ang="0">
                <a:pos x="connsiteX41064" y="connsiteY41064"/>
              </a:cxn>
              <a:cxn ang="0">
                <a:pos x="connsiteX41065" y="connsiteY41065"/>
              </a:cxn>
              <a:cxn ang="0">
                <a:pos x="connsiteX41066" y="connsiteY41066"/>
              </a:cxn>
              <a:cxn ang="0">
                <a:pos x="connsiteX41067" y="connsiteY41067"/>
              </a:cxn>
              <a:cxn ang="0">
                <a:pos x="connsiteX41068" y="connsiteY41068"/>
              </a:cxn>
              <a:cxn ang="0">
                <a:pos x="connsiteX41069" y="connsiteY41069"/>
              </a:cxn>
              <a:cxn ang="0">
                <a:pos x="connsiteX41070" y="connsiteY41070"/>
              </a:cxn>
              <a:cxn ang="0">
                <a:pos x="connsiteX41071" y="connsiteY41071"/>
              </a:cxn>
              <a:cxn ang="0">
                <a:pos x="connsiteX41072" y="connsiteY41072"/>
              </a:cxn>
              <a:cxn ang="0">
                <a:pos x="connsiteX41073" y="connsiteY41073"/>
              </a:cxn>
              <a:cxn ang="0">
                <a:pos x="connsiteX41074" y="connsiteY41074"/>
              </a:cxn>
              <a:cxn ang="0">
                <a:pos x="connsiteX41075" y="connsiteY41075"/>
              </a:cxn>
              <a:cxn ang="0">
                <a:pos x="connsiteX41076" y="connsiteY41076"/>
              </a:cxn>
              <a:cxn ang="0">
                <a:pos x="connsiteX41077" y="connsiteY41077"/>
              </a:cxn>
              <a:cxn ang="0">
                <a:pos x="connsiteX41078" y="connsiteY41078"/>
              </a:cxn>
              <a:cxn ang="0">
                <a:pos x="connsiteX41079" y="connsiteY41079"/>
              </a:cxn>
              <a:cxn ang="0">
                <a:pos x="connsiteX41080" y="connsiteY41080"/>
              </a:cxn>
              <a:cxn ang="0">
                <a:pos x="connsiteX41081" y="connsiteY41081"/>
              </a:cxn>
              <a:cxn ang="0">
                <a:pos x="connsiteX41082" y="connsiteY41082"/>
              </a:cxn>
              <a:cxn ang="0">
                <a:pos x="connsiteX41083" y="connsiteY41083"/>
              </a:cxn>
              <a:cxn ang="0">
                <a:pos x="connsiteX41084" y="connsiteY41084"/>
              </a:cxn>
              <a:cxn ang="0">
                <a:pos x="connsiteX41085" y="connsiteY41085"/>
              </a:cxn>
              <a:cxn ang="0">
                <a:pos x="connsiteX41086" y="connsiteY41086"/>
              </a:cxn>
              <a:cxn ang="0">
                <a:pos x="connsiteX41087" y="connsiteY41087"/>
              </a:cxn>
              <a:cxn ang="0">
                <a:pos x="connsiteX41088" y="connsiteY41088"/>
              </a:cxn>
              <a:cxn ang="0">
                <a:pos x="connsiteX41089" y="connsiteY41089"/>
              </a:cxn>
              <a:cxn ang="0">
                <a:pos x="connsiteX41090" y="connsiteY41090"/>
              </a:cxn>
              <a:cxn ang="0">
                <a:pos x="connsiteX41091" y="connsiteY41091"/>
              </a:cxn>
              <a:cxn ang="0">
                <a:pos x="connsiteX41092" y="connsiteY41092"/>
              </a:cxn>
              <a:cxn ang="0">
                <a:pos x="connsiteX41093" y="connsiteY41093"/>
              </a:cxn>
              <a:cxn ang="0">
                <a:pos x="connsiteX41094" y="connsiteY41094"/>
              </a:cxn>
              <a:cxn ang="0">
                <a:pos x="connsiteX41095" y="connsiteY41095"/>
              </a:cxn>
              <a:cxn ang="0">
                <a:pos x="connsiteX41096" y="connsiteY41096"/>
              </a:cxn>
              <a:cxn ang="0">
                <a:pos x="connsiteX41097" y="connsiteY41097"/>
              </a:cxn>
              <a:cxn ang="0">
                <a:pos x="connsiteX41098" y="connsiteY41098"/>
              </a:cxn>
              <a:cxn ang="0">
                <a:pos x="connsiteX41099" y="connsiteY41099"/>
              </a:cxn>
              <a:cxn ang="0">
                <a:pos x="connsiteX41100" y="connsiteY41100"/>
              </a:cxn>
              <a:cxn ang="0">
                <a:pos x="connsiteX41101" y="connsiteY41101"/>
              </a:cxn>
              <a:cxn ang="0">
                <a:pos x="connsiteX41102" y="connsiteY41102"/>
              </a:cxn>
              <a:cxn ang="0">
                <a:pos x="connsiteX41103" y="connsiteY41103"/>
              </a:cxn>
              <a:cxn ang="0">
                <a:pos x="connsiteX41104" y="connsiteY41104"/>
              </a:cxn>
              <a:cxn ang="0">
                <a:pos x="connsiteX41105" y="connsiteY41105"/>
              </a:cxn>
              <a:cxn ang="0">
                <a:pos x="connsiteX41106" y="connsiteY41106"/>
              </a:cxn>
              <a:cxn ang="0">
                <a:pos x="connsiteX41107" y="connsiteY41107"/>
              </a:cxn>
              <a:cxn ang="0">
                <a:pos x="connsiteX41108" y="connsiteY41108"/>
              </a:cxn>
              <a:cxn ang="0">
                <a:pos x="connsiteX41109" y="connsiteY41109"/>
              </a:cxn>
              <a:cxn ang="0">
                <a:pos x="connsiteX41110" y="connsiteY41110"/>
              </a:cxn>
              <a:cxn ang="0">
                <a:pos x="connsiteX41111" y="connsiteY41111"/>
              </a:cxn>
              <a:cxn ang="0">
                <a:pos x="connsiteX41112" y="connsiteY41112"/>
              </a:cxn>
              <a:cxn ang="0">
                <a:pos x="connsiteX41113" y="connsiteY41113"/>
              </a:cxn>
              <a:cxn ang="0">
                <a:pos x="connsiteX41114" y="connsiteY41114"/>
              </a:cxn>
              <a:cxn ang="0">
                <a:pos x="connsiteX41115" y="connsiteY41115"/>
              </a:cxn>
              <a:cxn ang="0">
                <a:pos x="connsiteX41116" y="connsiteY41116"/>
              </a:cxn>
              <a:cxn ang="0">
                <a:pos x="connsiteX41117" y="connsiteY41117"/>
              </a:cxn>
              <a:cxn ang="0">
                <a:pos x="connsiteX41118" y="connsiteY41118"/>
              </a:cxn>
              <a:cxn ang="0">
                <a:pos x="connsiteX41119" y="connsiteY41119"/>
              </a:cxn>
              <a:cxn ang="0">
                <a:pos x="connsiteX41120" y="connsiteY41120"/>
              </a:cxn>
              <a:cxn ang="0">
                <a:pos x="connsiteX41121" y="connsiteY41121"/>
              </a:cxn>
              <a:cxn ang="0">
                <a:pos x="connsiteX41122" y="connsiteY41122"/>
              </a:cxn>
              <a:cxn ang="0">
                <a:pos x="connsiteX41123" y="connsiteY41123"/>
              </a:cxn>
              <a:cxn ang="0">
                <a:pos x="connsiteX41124" y="connsiteY41124"/>
              </a:cxn>
              <a:cxn ang="0">
                <a:pos x="connsiteX41125" y="connsiteY41125"/>
              </a:cxn>
              <a:cxn ang="0">
                <a:pos x="connsiteX41126" y="connsiteY41126"/>
              </a:cxn>
              <a:cxn ang="0">
                <a:pos x="connsiteX41127" y="connsiteY41127"/>
              </a:cxn>
              <a:cxn ang="0">
                <a:pos x="connsiteX41128" y="connsiteY41128"/>
              </a:cxn>
              <a:cxn ang="0">
                <a:pos x="connsiteX41129" y="connsiteY41129"/>
              </a:cxn>
              <a:cxn ang="0">
                <a:pos x="connsiteX41130" y="connsiteY41130"/>
              </a:cxn>
              <a:cxn ang="0">
                <a:pos x="connsiteX41131" y="connsiteY41131"/>
              </a:cxn>
              <a:cxn ang="0">
                <a:pos x="connsiteX41132" y="connsiteY41132"/>
              </a:cxn>
              <a:cxn ang="0">
                <a:pos x="connsiteX41133" y="connsiteY41133"/>
              </a:cxn>
              <a:cxn ang="0">
                <a:pos x="connsiteX41134" y="connsiteY41134"/>
              </a:cxn>
              <a:cxn ang="0">
                <a:pos x="connsiteX41135" y="connsiteY41135"/>
              </a:cxn>
              <a:cxn ang="0">
                <a:pos x="connsiteX41136" y="connsiteY41136"/>
              </a:cxn>
              <a:cxn ang="0">
                <a:pos x="connsiteX41137" y="connsiteY41137"/>
              </a:cxn>
              <a:cxn ang="0">
                <a:pos x="connsiteX41138" y="connsiteY41138"/>
              </a:cxn>
              <a:cxn ang="0">
                <a:pos x="connsiteX41139" y="connsiteY41139"/>
              </a:cxn>
              <a:cxn ang="0">
                <a:pos x="connsiteX41140" y="connsiteY41140"/>
              </a:cxn>
              <a:cxn ang="0">
                <a:pos x="connsiteX41141" y="connsiteY41141"/>
              </a:cxn>
              <a:cxn ang="0">
                <a:pos x="connsiteX41142" y="connsiteY41142"/>
              </a:cxn>
              <a:cxn ang="0">
                <a:pos x="connsiteX41143" y="connsiteY41143"/>
              </a:cxn>
              <a:cxn ang="0">
                <a:pos x="connsiteX41144" y="connsiteY41144"/>
              </a:cxn>
              <a:cxn ang="0">
                <a:pos x="connsiteX41145" y="connsiteY41145"/>
              </a:cxn>
              <a:cxn ang="0">
                <a:pos x="connsiteX41146" y="connsiteY41146"/>
              </a:cxn>
              <a:cxn ang="0">
                <a:pos x="connsiteX41147" y="connsiteY41147"/>
              </a:cxn>
              <a:cxn ang="0">
                <a:pos x="connsiteX41148" y="connsiteY41148"/>
              </a:cxn>
              <a:cxn ang="0">
                <a:pos x="connsiteX41149" y="connsiteY41149"/>
              </a:cxn>
              <a:cxn ang="0">
                <a:pos x="connsiteX41150" y="connsiteY41150"/>
              </a:cxn>
              <a:cxn ang="0">
                <a:pos x="connsiteX41151" y="connsiteY41151"/>
              </a:cxn>
              <a:cxn ang="0">
                <a:pos x="connsiteX41152" y="connsiteY41152"/>
              </a:cxn>
              <a:cxn ang="0">
                <a:pos x="connsiteX41153" y="connsiteY41153"/>
              </a:cxn>
              <a:cxn ang="0">
                <a:pos x="connsiteX41154" y="connsiteY41154"/>
              </a:cxn>
              <a:cxn ang="0">
                <a:pos x="connsiteX41155" y="connsiteY41155"/>
              </a:cxn>
              <a:cxn ang="0">
                <a:pos x="connsiteX41156" y="connsiteY41156"/>
              </a:cxn>
              <a:cxn ang="0">
                <a:pos x="connsiteX41157" y="connsiteY41157"/>
              </a:cxn>
              <a:cxn ang="0">
                <a:pos x="connsiteX41158" y="connsiteY41158"/>
              </a:cxn>
              <a:cxn ang="0">
                <a:pos x="connsiteX41159" y="connsiteY41159"/>
              </a:cxn>
              <a:cxn ang="0">
                <a:pos x="connsiteX41160" y="connsiteY41160"/>
              </a:cxn>
              <a:cxn ang="0">
                <a:pos x="connsiteX41161" y="connsiteY41161"/>
              </a:cxn>
              <a:cxn ang="0">
                <a:pos x="connsiteX41162" y="connsiteY41162"/>
              </a:cxn>
              <a:cxn ang="0">
                <a:pos x="connsiteX41163" y="connsiteY41163"/>
              </a:cxn>
              <a:cxn ang="0">
                <a:pos x="connsiteX41164" y="connsiteY41164"/>
              </a:cxn>
              <a:cxn ang="0">
                <a:pos x="connsiteX41165" y="connsiteY41165"/>
              </a:cxn>
              <a:cxn ang="0">
                <a:pos x="connsiteX41166" y="connsiteY41166"/>
              </a:cxn>
              <a:cxn ang="0">
                <a:pos x="connsiteX41167" y="connsiteY41167"/>
              </a:cxn>
              <a:cxn ang="0">
                <a:pos x="connsiteX41168" y="connsiteY41168"/>
              </a:cxn>
              <a:cxn ang="0">
                <a:pos x="connsiteX41169" y="connsiteY41169"/>
              </a:cxn>
              <a:cxn ang="0">
                <a:pos x="connsiteX41170" y="connsiteY41170"/>
              </a:cxn>
              <a:cxn ang="0">
                <a:pos x="connsiteX41171" y="connsiteY41171"/>
              </a:cxn>
              <a:cxn ang="0">
                <a:pos x="connsiteX41172" y="connsiteY41172"/>
              </a:cxn>
              <a:cxn ang="0">
                <a:pos x="connsiteX41173" y="connsiteY41173"/>
              </a:cxn>
              <a:cxn ang="0">
                <a:pos x="connsiteX41174" y="connsiteY41174"/>
              </a:cxn>
              <a:cxn ang="0">
                <a:pos x="connsiteX41175" y="connsiteY41175"/>
              </a:cxn>
              <a:cxn ang="0">
                <a:pos x="connsiteX41176" y="connsiteY41176"/>
              </a:cxn>
              <a:cxn ang="0">
                <a:pos x="connsiteX41177" y="connsiteY41177"/>
              </a:cxn>
              <a:cxn ang="0">
                <a:pos x="connsiteX41178" y="connsiteY41178"/>
              </a:cxn>
              <a:cxn ang="0">
                <a:pos x="connsiteX41179" y="connsiteY41179"/>
              </a:cxn>
              <a:cxn ang="0">
                <a:pos x="connsiteX41180" y="connsiteY41180"/>
              </a:cxn>
              <a:cxn ang="0">
                <a:pos x="connsiteX41181" y="connsiteY41181"/>
              </a:cxn>
              <a:cxn ang="0">
                <a:pos x="connsiteX41182" y="connsiteY41182"/>
              </a:cxn>
              <a:cxn ang="0">
                <a:pos x="connsiteX41183" y="connsiteY41183"/>
              </a:cxn>
              <a:cxn ang="0">
                <a:pos x="connsiteX41184" y="connsiteY41184"/>
              </a:cxn>
              <a:cxn ang="0">
                <a:pos x="connsiteX41185" y="connsiteY41185"/>
              </a:cxn>
              <a:cxn ang="0">
                <a:pos x="connsiteX41186" y="connsiteY41186"/>
              </a:cxn>
              <a:cxn ang="0">
                <a:pos x="connsiteX41187" y="connsiteY41187"/>
              </a:cxn>
              <a:cxn ang="0">
                <a:pos x="connsiteX41188" y="connsiteY41188"/>
              </a:cxn>
              <a:cxn ang="0">
                <a:pos x="connsiteX41189" y="connsiteY41189"/>
              </a:cxn>
              <a:cxn ang="0">
                <a:pos x="connsiteX41190" y="connsiteY41190"/>
              </a:cxn>
              <a:cxn ang="0">
                <a:pos x="connsiteX41191" y="connsiteY41191"/>
              </a:cxn>
              <a:cxn ang="0">
                <a:pos x="connsiteX41192" y="connsiteY41192"/>
              </a:cxn>
              <a:cxn ang="0">
                <a:pos x="connsiteX41193" y="connsiteY41193"/>
              </a:cxn>
              <a:cxn ang="0">
                <a:pos x="connsiteX41194" y="connsiteY41194"/>
              </a:cxn>
              <a:cxn ang="0">
                <a:pos x="connsiteX41195" y="connsiteY41195"/>
              </a:cxn>
              <a:cxn ang="0">
                <a:pos x="connsiteX41196" y="connsiteY41196"/>
              </a:cxn>
              <a:cxn ang="0">
                <a:pos x="connsiteX41197" y="connsiteY41197"/>
              </a:cxn>
              <a:cxn ang="0">
                <a:pos x="connsiteX41198" y="connsiteY41198"/>
              </a:cxn>
              <a:cxn ang="0">
                <a:pos x="connsiteX41199" y="connsiteY41199"/>
              </a:cxn>
              <a:cxn ang="0">
                <a:pos x="connsiteX41200" y="connsiteY41200"/>
              </a:cxn>
              <a:cxn ang="0">
                <a:pos x="connsiteX41201" y="connsiteY41201"/>
              </a:cxn>
              <a:cxn ang="0">
                <a:pos x="connsiteX41202" y="connsiteY41202"/>
              </a:cxn>
              <a:cxn ang="0">
                <a:pos x="connsiteX41203" y="connsiteY41203"/>
              </a:cxn>
              <a:cxn ang="0">
                <a:pos x="connsiteX41204" y="connsiteY41204"/>
              </a:cxn>
              <a:cxn ang="0">
                <a:pos x="connsiteX41205" y="connsiteY41205"/>
              </a:cxn>
              <a:cxn ang="0">
                <a:pos x="connsiteX41206" y="connsiteY41206"/>
              </a:cxn>
              <a:cxn ang="0">
                <a:pos x="connsiteX41207" y="connsiteY41207"/>
              </a:cxn>
              <a:cxn ang="0">
                <a:pos x="connsiteX41208" y="connsiteY41208"/>
              </a:cxn>
              <a:cxn ang="0">
                <a:pos x="connsiteX41209" y="connsiteY41209"/>
              </a:cxn>
              <a:cxn ang="0">
                <a:pos x="connsiteX41210" y="connsiteY41210"/>
              </a:cxn>
              <a:cxn ang="0">
                <a:pos x="connsiteX41211" y="connsiteY41211"/>
              </a:cxn>
              <a:cxn ang="0">
                <a:pos x="connsiteX41212" y="connsiteY41212"/>
              </a:cxn>
              <a:cxn ang="0">
                <a:pos x="connsiteX41213" y="connsiteY41213"/>
              </a:cxn>
              <a:cxn ang="0">
                <a:pos x="connsiteX41214" y="connsiteY41214"/>
              </a:cxn>
              <a:cxn ang="0">
                <a:pos x="connsiteX41215" y="connsiteY41215"/>
              </a:cxn>
              <a:cxn ang="0">
                <a:pos x="connsiteX41216" y="connsiteY41216"/>
              </a:cxn>
              <a:cxn ang="0">
                <a:pos x="connsiteX41217" y="connsiteY41217"/>
              </a:cxn>
              <a:cxn ang="0">
                <a:pos x="connsiteX41218" y="connsiteY41218"/>
              </a:cxn>
              <a:cxn ang="0">
                <a:pos x="connsiteX41219" y="connsiteY41219"/>
              </a:cxn>
              <a:cxn ang="0">
                <a:pos x="connsiteX41220" y="connsiteY41220"/>
              </a:cxn>
              <a:cxn ang="0">
                <a:pos x="connsiteX41221" y="connsiteY41221"/>
              </a:cxn>
              <a:cxn ang="0">
                <a:pos x="connsiteX41222" y="connsiteY41222"/>
              </a:cxn>
              <a:cxn ang="0">
                <a:pos x="connsiteX41223" y="connsiteY41223"/>
              </a:cxn>
              <a:cxn ang="0">
                <a:pos x="connsiteX41224" y="connsiteY41224"/>
              </a:cxn>
              <a:cxn ang="0">
                <a:pos x="connsiteX41225" y="connsiteY41225"/>
              </a:cxn>
              <a:cxn ang="0">
                <a:pos x="connsiteX41226" y="connsiteY41226"/>
              </a:cxn>
              <a:cxn ang="0">
                <a:pos x="connsiteX41227" y="connsiteY41227"/>
              </a:cxn>
              <a:cxn ang="0">
                <a:pos x="connsiteX41228" y="connsiteY41228"/>
              </a:cxn>
              <a:cxn ang="0">
                <a:pos x="connsiteX41229" y="connsiteY41229"/>
              </a:cxn>
              <a:cxn ang="0">
                <a:pos x="connsiteX41230" y="connsiteY41230"/>
              </a:cxn>
              <a:cxn ang="0">
                <a:pos x="connsiteX41231" y="connsiteY41231"/>
              </a:cxn>
              <a:cxn ang="0">
                <a:pos x="connsiteX41232" y="connsiteY41232"/>
              </a:cxn>
              <a:cxn ang="0">
                <a:pos x="connsiteX41233" y="connsiteY41233"/>
              </a:cxn>
              <a:cxn ang="0">
                <a:pos x="connsiteX41234" y="connsiteY41234"/>
              </a:cxn>
              <a:cxn ang="0">
                <a:pos x="connsiteX41235" y="connsiteY41235"/>
              </a:cxn>
              <a:cxn ang="0">
                <a:pos x="connsiteX41236" y="connsiteY41236"/>
              </a:cxn>
              <a:cxn ang="0">
                <a:pos x="connsiteX41237" y="connsiteY41237"/>
              </a:cxn>
              <a:cxn ang="0">
                <a:pos x="connsiteX41238" y="connsiteY41238"/>
              </a:cxn>
              <a:cxn ang="0">
                <a:pos x="connsiteX41239" y="connsiteY41239"/>
              </a:cxn>
              <a:cxn ang="0">
                <a:pos x="connsiteX41240" y="connsiteY41240"/>
              </a:cxn>
              <a:cxn ang="0">
                <a:pos x="connsiteX41241" y="connsiteY41241"/>
              </a:cxn>
              <a:cxn ang="0">
                <a:pos x="connsiteX41242" y="connsiteY41242"/>
              </a:cxn>
              <a:cxn ang="0">
                <a:pos x="connsiteX41243" y="connsiteY41243"/>
              </a:cxn>
              <a:cxn ang="0">
                <a:pos x="connsiteX41244" y="connsiteY41244"/>
              </a:cxn>
              <a:cxn ang="0">
                <a:pos x="connsiteX41245" y="connsiteY41245"/>
              </a:cxn>
              <a:cxn ang="0">
                <a:pos x="connsiteX41246" y="connsiteY41246"/>
              </a:cxn>
              <a:cxn ang="0">
                <a:pos x="connsiteX41247" y="connsiteY41247"/>
              </a:cxn>
              <a:cxn ang="0">
                <a:pos x="connsiteX41248" y="connsiteY41248"/>
              </a:cxn>
              <a:cxn ang="0">
                <a:pos x="connsiteX41249" y="connsiteY41249"/>
              </a:cxn>
              <a:cxn ang="0">
                <a:pos x="connsiteX41250" y="connsiteY41250"/>
              </a:cxn>
              <a:cxn ang="0">
                <a:pos x="connsiteX41251" y="connsiteY41251"/>
              </a:cxn>
              <a:cxn ang="0">
                <a:pos x="connsiteX41252" y="connsiteY41252"/>
              </a:cxn>
              <a:cxn ang="0">
                <a:pos x="connsiteX41253" y="connsiteY41253"/>
              </a:cxn>
              <a:cxn ang="0">
                <a:pos x="connsiteX41254" y="connsiteY41254"/>
              </a:cxn>
              <a:cxn ang="0">
                <a:pos x="connsiteX41255" y="connsiteY41255"/>
              </a:cxn>
              <a:cxn ang="0">
                <a:pos x="connsiteX41256" y="connsiteY41256"/>
              </a:cxn>
              <a:cxn ang="0">
                <a:pos x="connsiteX41257" y="connsiteY41257"/>
              </a:cxn>
              <a:cxn ang="0">
                <a:pos x="connsiteX41258" y="connsiteY41258"/>
              </a:cxn>
              <a:cxn ang="0">
                <a:pos x="connsiteX41259" y="connsiteY41259"/>
              </a:cxn>
              <a:cxn ang="0">
                <a:pos x="connsiteX41260" y="connsiteY41260"/>
              </a:cxn>
              <a:cxn ang="0">
                <a:pos x="connsiteX41261" y="connsiteY41261"/>
              </a:cxn>
              <a:cxn ang="0">
                <a:pos x="connsiteX41262" y="connsiteY41262"/>
              </a:cxn>
              <a:cxn ang="0">
                <a:pos x="connsiteX41263" y="connsiteY41263"/>
              </a:cxn>
              <a:cxn ang="0">
                <a:pos x="connsiteX41264" y="connsiteY41264"/>
              </a:cxn>
              <a:cxn ang="0">
                <a:pos x="connsiteX41265" y="connsiteY41265"/>
              </a:cxn>
              <a:cxn ang="0">
                <a:pos x="connsiteX41266" y="connsiteY41266"/>
              </a:cxn>
              <a:cxn ang="0">
                <a:pos x="connsiteX41267" y="connsiteY41267"/>
              </a:cxn>
              <a:cxn ang="0">
                <a:pos x="connsiteX41268" y="connsiteY41268"/>
              </a:cxn>
              <a:cxn ang="0">
                <a:pos x="connsiteX41269" y="connsiteY41269"/>
              </a:cxn>
              <a:cxn ang="0">
                <a:pos x="connsiteX41270" y="connsiteY41270"/>
              </a:cxn>
              <a:cxn ang="0">
                <a:pos x="connsiteX41271" y="connsiteY41271"/>
              </a:cxn>
              <a:cxn ang="0">
                <a:pos x="connsiteX41272" y="connsiteY41272"/>
              </a:cxn>
              <a:cxn ang="0">
                <a:pos x="connsiteX41273" y="connsiteY41273"/>
              </a:cxn>
              <a:cxn ang="0">
                <a:pos x="connsiteX41274" y="connsiteY41274"/>
              </a:cxn>
              <a:cxn ang="0">
                <a:pos x="connsiteX41275" y="connsiteY41275"/>
              </a:cxn>
              <a:cxn ang="0">
                <a:pos x="connsiteX41276" y="connsiteY41276"/>
              </a:cxn>
              <a:cxn ang="0">
                <a:pos x="connsiteX41277" y="connsiteY41277"/>
              </a:cxn>
              <a:cxn ang="0">
                <a:pos x="connsiteX41278" y="connsiteY41278"/>
              </a:cxn>
              <a:cxn ang="0">
                <a:pos x="connsiteX41279" y="connsiteY41279"/>
              </a:cxn>
              <a:cxn ang="0">
                <a:pos x="connsiteX41280" y="connsiteY41280"/>
              </a:cxn>
              <a:cxn ang="0">
                <a:pos x="connsiteX41281" y="connsiteY41281"/>
              </a:cxn>
              <a:cxn ang="0">
                <a:pos x="connsiteX41282" y="connsiteY41282"/>
              </a:cxn>
              <a:cxn ang="0">
                <a:pos x="connsiteX41283" y="connsiteY41283"/>
              </a:cxn>
              <a:cxn ang="0">
                <a:pos x="connsiteX41284" y="connsiteY41284"/>
              </a:cxn>
              <a:cxn ang="0">
                <a:pos x="connsiteX41285" y="connsiteY41285"/>
              </a:cxn>
              <a:cxn ang="0">
                <a:pos x="connsiteX41286" y="connsiteY41286"/>
              </a:cxn>
              <a:cxn ang="0">
                <a:pos x="connsiteX41287" y="connsiteY41287"/>
              </a:cxn>
              <a:cxn ang="0">
                <a:pos x="connsiteX41288" y="connsiteY41288"/>
              </a:cxn>
              <a:cxn ang="0">
                <a:pos x="connsiteX41289" y="connsiteY41289"/>
              </a:cxn>
              <a:cxn ang="0">
                <a:pos x="connsiteX41290" y="connsiteY41290"/>
              </a:cxn>
              <a:cxn ang="0">
                <a:pos x="connsiteX41291" y="connsiteY41291"/>
              </a:cxn>
              <a:cxn ang="0">
                <a:pos x="connsiteX41292" y="connsiteY41292"/>
              </a:cxn>
              <a:cxn ang="0">
                <a:pos x="connsiteX41293" y="connsiteY41293"/>
              </a:cxn>
              <a:cxn ang="0">
                <a:pos x="connsiteX41294" y="connsiteY41294"/>
              </a:cxn>
              <a:cxn ang="0">
                <a:pos x="connsiteX41295" y="connsiteY41295"/>
              </a:cxn>
              <a:cxn ang="0">
                <a:pos x="connsiteX41296" y="connsiteY41296"/>
              </a:cxn>
              <a:cxn ang="0">
                <a:pos x="connsiteX41297" y="connsiteY41297"/>
              </a:cxn>
              <a:cxn ang="0">
                <a:pos x="connsiteX41298" y="connsiteY41298"/>
              </a:cxn>
              <a:cxn ang="0">
                <a:pos x="connsiteX41299" y="connsiteY41299"/>
              </a:cxn>
              <a:cxn ang="0">
                <a:pos x="connsiteX41300" y="connsiteY41300"/>
              </a:cxn>
              <a:cxn ang="0">
                <a:pos x="connsiteX41301" y="connsiteY41301"/>
              </a:cxn>
              <a:cxn ang="0">
                <a:pos x="connsiteX41302" y="connsiteY41302"/>
              </a:cxn>
              <a:cxn ang="0">
                <a:pos x="connsiteX41303" y="connsiteY41303"/>
              </a:cxn>
              <a:cxn ang="0">
                <a:pos x="connsiteX41304" y="connsiteY41304"/>
              </a:cxn>
              <a:cxn ang="0">
                <a:pos x="connsiteX41305" y="connsiteY41305"/>
              </a:cxn>
              <a:cxn ang="0">
                <a:pos x="connsiteX41306" y="connsiteY41306"/>
              </a:cxn>
              <a:cxn ang="0">
                <a:pos x="connsiteX41307" y="connsiteY41307"/>
              </a:cxn>
              <a:cxn ang="0">
                <a:pos x="connsiteX41308" y="connsiteY41308"/>
              </a:cxn>
              <a:cxn ang="0">
                <a:pos x="connsiteX41309" y="connsiteY41309"/>
              </a:cxn>
              <a:cxn ang="0">
                <a:pos x="connsiteX41310" y="connsiteY41310"/>
              </a:cxn>
              <a:cxn ang="0">
                <a:pos x="connsiteX41311" y="connsiteY41311"/>
              </a:cxn>
              <a:cxn ang="0">
                <a:pos x="connsiteX41312" y="connsiteY41312"/>
              </a:cxn>
              <a:cxn ang="0">
                <a:pos x="connsiteX41313" y="connsiteY41313"/>
              </a:cxn>
              <a:cxn ang="0">
                <a:pos x="connsiteX41314" y="connsiteY41314"/>
              </a:cxn>
              <a:cxn ang="0">
                <a:pos x="connsiteX41315" y="connsiteY41315"/>
              </a:cxn>
              <a:cxn ang="0">
                <a:pos x="connsiteX41316" y="connsiteY41316"/>
              </a:cxn>
              <a:cxn ang="0">
                <a:pos x="connsiteX41317" y="connsiteY41317"/>
              </a:cxn>
              <a:cxn ang="0">
                <a:pos x="connsiteX41318" y="connsiteY41318"/>
              </a:cxn>
              <a:cxn ang="0">
                <a:pos x="connsiteX41319" y="connsiteY41319"/>
              </a:cxn>
              <a:cxn ang="0">
                <a:pos x="connsiteX41320" y="connsiteY41320"/>
              </a:cxn>
              <a:cxn ang="0">
                <a:pos x="connsiteX41321" y="connsiteY41321"/>
              </a:cxn>
              <a:cxn ang="0">
                <a:pos x="connsiteX41322" y="connsiteY41322"/>
              </a:cxn>
              <a:cxn ang="0">
                <a:pos x="connsiteX41323" y="connsiteY41323"/>
              </a:cxn>
              <a:cxn ang="0">
                <a:pos x="connsiteX41324" y="connsiteY41324"/>
              </a:cxn>
              <a:cxn ang="0">
                <a:pos x="connsiteX41325" y="connsiteY41325"/>
              </a:cxn>
              <a:cxn ang="0">
                <a:pos x="connsiteX41326" y="connsiteY41326"/>
              </a:cxn>
              <a:cxn ang="0">
                <a:pos x="connsiteX41327" y="connsiteY41327"/>
              </a:cxn>
              <a:cxn ang="0">
                <a:pos x="connsiteX41328" y="connsiteY41328"/>
              </a:cxn>
              <a:cxn ang="0">
                <a:pos x="connsiteX41329" y="connsiteY41329"/>
              </a:cxn>
              <a:cxn ang="0">
                <a:pos x="connsiteX41330" y="connsiteY41330"/>
              </a:cxn>
              <a:cxn ang="0">
                <a:pos x="connsiteX41331" y="connsiteY41331"/>
              </a:cxn>
              <a:cxn ang="0">
                <a:pos x="connsiteX41332" y="connsiteY41332"/>
              </a:cxn>
              <a:cxn ang="0">
                <a:pos x="connsiteX41333" y="connsiteY41333"/>
              </a:cxn>
              <a:cxn ang="0">
                <a:pos x="connsiteX41334" y="connsiteY41334"/>
              </a:cxn>
              <a:cxn ang="0">
                <a:pos x="connsiteX41335" y="connsiteY41335"/>
              </a:cxn>
              <a:cxn ang="0">
                <a:pos x="connsiteX41336" y="connsiteY41336"/>
              </a:cxn>
              <a:cxn ang="0">
                <a:pos x="connsiteX41337" y="connsiteY41337"/>
              </a:cxn>
              <a:cxn ang="0">
                <a:pos x="connsiteX41338" y="connsiteY41338"/>
              </a:cxn>
              <a:cxn ang="0">
                <a:pos x="connsiteX41339" y="connsiteY41339"/>
              </a:cxn>
              <a:cxn ang="0">
                <a:pos x="connsiteX41340" y="connsiteY41340"/>
              </a:cxn>
              <a:cxn ang="0">
                <a:pos x="connsiteX41341" y="connsiteY41341"/>
              </a:cxn>
              <a:cxn ang="0">
                <a:pos x="connsiteX41342" y="connsiteY41342"/>
              </a:cxn>
              <a:cxn ang="0">
                <a:pos x="connsiteX41343" y="connsiteY41343"/>
              </a:cxn>
              <a:cxn ang="0">
                <a:pos x="connsiteX41344" y="connsiteY41344"/>
              </a:cxn>
              <a:cxn ang="0">
                <a:pos x="connsiteX41345" y="connsiteY41345"/>
              </a:cxn>
              <a:cxn ang="0">
                <a:pos x="connsiteX41346" y="connsiteY41346"/>
              </a:cxn>
              <a:cxn ang="0">
                <a:pos x="connsiteX41347" y="connsiteY41347"/>
              </a:cxn>
              <a:cxn ang="0">
                <a:pos x="connsiteX41348" y="connsiteY41348"/>
              </a:cxn>
              <a:cxn ang="0">
                <a:pos x="connsiteX41349" y="connsiteY41349"/>
              </a:cxn>
              <a:cxn ang="0">
                <a:pos x="connsiteX41350" y="connsiteY41350"/>
              </a:cxn>
              <a:cxn ang="0">
                <a:pos x="connsiteX41351" y="connsiteY41351"/>
              </a:cxn>
              <a:cxn ang="0">
                <a:pos x="connsiteX41352" y="connsiteY41352"/>
              </a:cxn>
              <a:cxn ang="0">
                <a:pos x="connsiteX41353" y="connsiteY41353"/>
              </a:cxn>
              <a:cxn ang="0">
                <a:pos x="connsiteX41354" y="connsiteY41354"/>
              </a:cxn>
              <a:cxn ang="0">
                <a:pos x="connsiteX41355" y="connsiteY41355"/>
              </a:cxn>
              <a:cxn ang="0">
                <a:pos x="connsiteX41356" y="connsiteY41356"/>
              </a:cxn>
              <a:cxn ang="0">
                <a:pos x="connsiteX41357" y="connsiteY41357"/>
              </a:cxn>
              <a:cxn ang="0">
                <a:pos x="connsiteX41358" y="connsiteY41358"/>
              </a:cxn>
              <a:cxn ang="0">
                <a:pos x="connsiteX41359" y="connsiteY41359"/>
              </a:cxn>
              <a:cxn ang="0">
                <a:pos x="connsiteX41360" y="connsiteY41360"/>
              </a:cxn>
              <a:cxn ang="0">
                <a:pos x="connsiteX41361" y="connsiteY41361"/>
              </a:cxn>
              <a:cxn ang="0">
                <a:pos x="connsiteX41362" y="connsiteY41362"/>
              </a:cxn>
              <a:cxn ang="0">
                <a:pos x="connsiteX41363" y="connsiteY41363"/>
              </a:cxn>
              <a:cxn ang="0">
                <a:pos x="connsiteX41364" y="connsiteY41364"/>
              </a:cxn>
              <a:cxn ang="0">
                <a:pos x="connsiteX41365" y="connsiteY41365"/>
              </a:cxn>
              <a:cxn ang="0">
                <a:pos x="connsiteX41366" y="connsiteY41366"/>
              </a:cxn>
              <a:cxn ang="0">
                <a:pos x="connsiteX41367" y="connsiteY41367"/>
              </a:cxn>
              <a:cxn ang="0">
                <a:pos x="connsiteX41368" y="connsiteY41368"/>
              </a:cxn>
              <a:cxn ang="0">
                <a:pos x="connsiteX41369" y="connsiteY41369"/>
              </a:cxn>
              <a:cxn ang="0">
                <a:pos x="connsiteX41370" y="connsiteY41370"/>
              </a:cxn>
              <a:cxn ang="0">
                <a:pos x="connsiteX41371" y="connsiteY41371"/>
              </a:cxn>
              <a:cxn ang="0">
                <a:pos x="connsiteX41372" y="connsiteY41372"/>
              </a:cxn>
              <a:cxn ang="0">
                <a:pos x="connsiteX41373" y="connsiteY41373"/>
              </a:cxn>
              <a:cxn ang="0">
                <a:pos x="connsiteX41374" y="connsiteY41374"/>
              </a:cxn>
              <a:cxn ang="0">
                <a:pos x="connsiteX41375" y="connsiteY41375"/>
              </a:cxn>
              <a:cxn ang="0">
                <a:pos x="connsiteX41376" y="connsiteY41376"/>
              </a:cxn>
              <a:cxn ang="0">
                <a:pos x="connsiteX41377" y="connsiteY41377"/>
              </a:cxn>
              <a:cxn ang="0">
                <a:pos x="connsiteX41378" y="connsiteY41378"/>
              </a:cxn>
              <a:cxn ang="0">
                <a:pos x="connsiteX41379" y="connsiteY41379"/>
              </a:cxn>
              <a:cxn ang="0">
                <a:pos x="connsiteX41380" y="connsiteY41380"/>
              </a:cxn>
              <a:cxn ang="0">
                <a:pos x="connsiteX41381" y="connsiteY41381"/>
              </a:cxn>
              <a:cxn ang="0">
                <a:pos x="connsiteX41382" y="connsiteY41382"/>
              </a:cxn>
              <a:cxn ang="0">
                <a:pos x="connsiteX41383" y="connsiteY41383"/>
              </a:cxn>
              <a:cxn ang="0">
                <a:pos x="connsiteX41384" y="connsiteY41384"/>
              </a:cxn>
              <a:cxn ang="0">
                <a:pos x="connsiteX41385" y="connsiteY41385"/>
              </a:cxn>
              <a:cxn ang="0">
                <a:pos x="connsiteX41386" y="connsiteY41386"/>
              </a:cxn>
              <a:cxn ang="0">
                <a:pos x="connsiteX41387" y="connsiteY41387"/>
              </a:cxn>
              <a:cxn ang="0">
                <a:pos x="connsiteX41388" y="connsiteY41388"/>
              </a:cxn>
              <a:cxn ang="0">
                <a:pos x="connsiteX41389" y="connsiteY41389"/>
              </a:cxn>
              <a:cxn ang="0">
                <a:pos x="connsiteX41390" y="connsiteY41390"/>
              </a:cxn>
              <a:cxn ang="0">
                <a:pos x="connsiteX41391" y="connsiteY41391"/>
              </a:cxn>
              <a:cxn ang="0">
                <a:pos x="connsiteX41392" y="connsiteY41392"/>
              </a:cxn>
              <a:cxn ang="0">
                <a:pos x="connsiteX41393" y="connsiteY41393"/>
              </a:cxn>
              <a:cxn ang="0">
                <a:pos x="connsiteX41394" y="connsiteY41394"/>
              </a:cxn>
              <a:cxn ang="0">
                <a:pos x="connsiteX41395" y="connsiteY41395"/>
              </a:cxn>
              <a:cxn ang="0">
                <a:pos x="connsiteX41396" y="connsiteY41396"/>
              </a:cxn>
              <a:cxn ang="0">
                <a:pos x="connsiteX41397" y="connsiteY41397"/>
              </a:cxn>
              <a:cxn ang="0">
                <a:pos x="connsiteX41398" y="connsiteY41398"/>
              </a:cxn>
              <a:cxn ang="0">
                <a:pos x="connsiteX41399" y="connsiteY41399"/>
              </a:cxn>
              <a:cxn ang="0">
                <a:pos x="connsiteX41400" y="connsiteY41400"/>
              </a:cxn>
              <a:cxn ang="0">
                <a:pos x="connsiteX41401" y="connsiteY41401"/>
              </a:cxn>
              <a:cxn ang="0">
                <a:pos x="connsiteX41402" y="connsiteY41402"/>
              </a:cxn>
              <a:cxn ang="0">
                <a:pos x="connsiteX41403" y="connsiteY41403"/>
              </a:cxn>
              <a:cxn ang="0">
                <a:pos x="connsiteX41404" y="connsiteY41404"/>
              </a:cxn>
              <a:cxn ang="0">
                <a:pos x="connsiteX41405" y="connsiteY41405"/>
              </a:cxn>
              <a:cxn ang="0">
                <a:pos x="connsiteX41406" y="connsiteY41406"/>
              </a:cxn>
              <a:cxn ang="0">
                <a:pos x="connsiteX41407" y="connsiteY41407"/>
              </a:cxn>
              <a:cxn ang="0">
                <a:pos x="connsiteX41408" y="connsiteY41408"/>
              </a:cxn>
              <a:cxn ang="0">
                <a:pos x="connsiteX41409" y="connsiteY41409"/>
              </a:cxn>
              <a:cxn ang="0">
                <a:pos x="connsiteX41410" y="connsiteY41410"/>
              </a:cxn>
              <a:cxn ang="0">
                <a:pos x="connsiteX41411" y="connsiteY41411"/>
              </a:cxn>
              <a:cxn ang="0">
                <a:pos x="connsiteX41412" y="connsiteY41412"/>
              </a:cxn>
              <a:cxn ang="0">
                <a:pos x="connsiteX41413" y="connsiteY41413"/>
              </a:cxn>
              <a:cxn ang="0">
                <a:pos x="connsiteX41414" y="connsiteY41414"/>
              </a:cxn>
              <a:cxn ang="0">
                <a:pos x="connsiteX41415" y="connsiteY41415"/>
              </a:cxn>
              <a:cxn ang="0">
                <a:pos x="connsiteX41416" y="connsiteY41416"/>
              </a:cxn>
              <a:cxn ang="0">
                <a:pos x="connsiteX41417" y="connsiteY41417"/>
              </a:cxn>
              <a:cxn ang="0">
                <a:pos x="connsiteX41418" y="connsiteY41418"/>
              </a:cxn>
              <a:cxn ang="0">
                <a:pos x="connsiteX41419" y="connsiteY41419"/>
              </a:cxn>
              <a:cxn ang="0">
                <a:pos x="connsiteX41420" y="connsiteY41420"/>
              </a:cxn>
              <a:cxn ang="0">
                <a:pos x="connsiteX41421" y="connsiteY41421"/>
              </a:cxn>
              <a:cxn ang="0">
                <a:pos x="connsiteX41422" y="connsiteY41422"/>
              </a:cxn>
              <a:cxn ang="0">
                <a:pos x="connsiteX41423" y="connsiteY41423"/>
              </a:cxn>
              <a:cxn ang="0">
                <a:pos x="connsiteX41424" y="connsiteY41424"/>
              </a:cxn>
              <a:cxn ang="0">
                <a:pos x="connsiteX41425" y="connsiteY41425"/>
              </a:cxn>
              <a:cxn ang="0">
                <a:pos x="connsiteX41426" y="connsiteY41426"/>
              </a:cxn>
              <a:cxn ang="0">
                <a:pos x="connsiteX41427" y="connsiteY41427"/>
              </a:cxn>
              <a:cxn ang="0">
                <a:pos x="connsiteX41428" y="connsiteY41428"/>
              </a:cxn>
              <a:cxn ang="0">
                <a:pos x="connsiteX41429" y="connsiteY41429"/>
              </a:cxn>
              <a:cxn ang="0">
                <a:pos x="connsiteX41430" y="connsiteY41430"/>
              </a:cxn>
              <a:cxn ang="0">
                <a:pos x="connsiteX41431" y="connsiteY41431"/>
              </a:cxn>
              <a:cxn ang="0">
                <a:pos x="connsiteX41432" y="connsiteY41432"/>
              </a:cxn>
              <a:cxn ang="0">
                <a:pos x="connsiteX41433" y="connsiteY41433"/>
              </a:cxn>
              <a:cxn ang="0">
                <a:pos x="connsiteX41434" y="connsiteY41434"/>
              </a:cxn>
              <a:cxn ang="0">
                <a:pos x="connsiteX41435" y="connsiteY41435"/>
              </a:cxn>
              <a:cxn ang="0">
                <a:pos x="connsiteX41436" y="connsiteY41436"/>
              </a:cxn>
              <a:cxn ang="0">
                <a:pos x="connsiteX41437" y="connsiteY41437"/>
              </a:cxn>
              <a:cxn ang="0">
                <a:pos x="connsiteX41438" y="connsiteY41438"/>
              </a:cxn>
              <a:cxn ang="0">
                <a:pos x="connsiteX41439" y="connsiteY41439"/>
              </a:cxn>
              <a:cxn ang="0">
                <a:pos x="connsiteX41440" y="connsiteY41440"/>
              </a:cxn>
              <a:cxn ang="0">
                <a:pos x="connsiteX41441" y="connsiteY41441"/>
              </a:cxn>
              <a:cxn ang="0">
                <a:pos x="connsiteX41442" y="connsiteY41442"/>
              </a:cxn>
              <a:cxn ang="0">
                <a:pos x="connsiteX41443" y="connsiteY41443"/>
              </a:cxn>
              <a:cxn ang="0">
                <a:pos x="connsiteX41444" y="connsiteY41444"/>
              </a:cxn>
              <a:cxn ang="0">
                <a:pos x="connsiteX41445" y="connsiteY41445"/>
              </a:cxn>
              <a:cxn ang="0">
                <a:pos x="connsiteX41446" y="connsiteY41446"/>
              </a:cxn>
              <a:cxn ang="0">
                <a:pos x="connsiteX41447" y="connsiteY41447"/>
              </a:cxn>
              <a:cxn ang="0">
                <a:pos x="connsiteX41448" y="connsiteY41448"/>
              </a:cxn>
              <a:cxn ang="0">
                <a:pos x="connsiteX41449" y="connsiteY41449"/>
              </a:cxn>
              <a:cxn ang="0">
                <a:pos x="connsiteX41450" y="connsiteY41450"/>
              </a:cxn>
              <a:cxn ang="0">
                <a:pos x="connsiteX41451" y="connsiteY41451"/>
              </a:cxn>
              <a:cxn ang="0">
                <a:pos x="connsiteX41452" y="connsiteY41452"/>
              </a:cxn>
              <a:cxn ang="0">
                <a:pos x="connsiteX41453" y="connsiteY41453"/>
              </a:cxn>
              <a:cxn ang="0">
                <a:pos x="connsiteX41454" y="connsiteY41454"/>
              </a:cxn>
              <a:cxn ang="0">
                <a:pos x="connsiteX41455" y="connsiteY41455"/>
              </a:cxn>
              <a:cxn ang="0">
                <a:pos x="connsiteX41456" y="connsiteY41456"/>
              </a:cxn>
              <a:cxn ang="0">
                <a:pos x="connsiteX41457" y="connsiteY41457"/>
              </a:cxn>
              <a:cxn ang="0">
                <a:pos x="connsiteX41458" y="connsiteY41458"/>
              </a:cxn>
              <a:cxn ang="0">
                <a:pos x="connsiteX41459" y="connsiteY41459"/>
              </a:cxn>
              <a:cxn ang="0">
                <a:pos x="connsiteX41460" y="connsiteY41460"/>
              </a:cxn>
              <a:cxn ang="0">
                <a:pos x="connsiteX41461" y="connsiteY41461"/>
              </a:cxn>
              <a:cxn ang="0">
                <a:pos x="connsiteX41462" y="connsiteY41462"/>
              </a:cxn>
              <a:cxn ang="0">
                <a:pos x="connsiteX41463" y="connsiteY41463"/>
              </a:cxn>
              <a:cxn ang="0">
                <a:pos x="connsiteX41464" y="connsiteY41464"/>
              </a:cxn>
              <a:cxn ang="0">
                <a:pos x="connsiteX41465" y="connsiteY41465"/>
              </a:cxn>
              <a:cxn ang="0">
                <a:pos x="connsiteX41466" y="connsiteY41466"/>
              </a:cxn>
              <a:cxn ang="0">
                <a:pos x="connsiteX41467" y="connsiteY41467"/>
              </a:cxn>
              <a:cxn ang="0">
                <a:pos x="connsiteX41468" y="connsiteY41468"/>
              </a:cxn>
              <a:cxn ang="0">
                <a:pos x="connsiteX41469" y="connsiteY41469"/>
              </a:cxn>
              <a:cxn ang="0">
                <a:pos x="connsiteX41470" y="connsiteY41470"/>
              </a:cxn>
              <a:cxn ang="0">
                <a:pos x="connsiteX41471" y="connsiteY41471"/>
              </a:cxn>
              <a:cxn ang="0">
                <a:pos x="connsiteX41472" y="connsiteY41472"/>
              </a:cxn>
              <a:cxn ang="0">
                <a:pos x="connsiteX41473" y="connsiteY41473"/>
              </a:cxn>
              <a:cxn ang="0">
                <a:pos x="connsiteX41474" y="connsiteY41474"/>
              </a:cxn>
              <a:cxn ang="0">
                <a:pos x="connsiteX41475" y="connsiteY41475"/>
              </a:cxn>
              <a:cxn ang="0">
                <a:pos x="connsiteX41476" y="connsiteY41476"/>
              </a:cxn>
              <a:cxn ang="0">
                <a:pos x="connsiteX41477" y="connsiteY41477"/>
              </a:cxn>
              <a:cxn ang="0">
                <a:pos x="connsiteX41478" y="connsiteY41478"/>
              </a:cxn>
              <a:cxn ang="0">
                <a:pos x="connsiteX41479" y="connsiteY41479"/>
              </a:cxn>
              <a:cxn ang="0">
                <a:pos x="connsiteX41480" y="connsiteY41480"/>
              </a:cxn>
              <a:cxn ang="0">
                <a:pos x="connsiteX41481" y="connsiteY41481"/>
              </a:cxn>
              <a:cxn ang="0">
                <a:pos x="connsiteX41482" y="connsiteY41482"/>
              </a:cxn>
              <a:cxn ang="0">
                <a:pos x="connsiteX41483" y="connsiteY41483"/>
              </a:cxn>
              <a:cxn ang="0">
                <a:pos x="connsiteX41484" y="connsiteY41484"/>
              </a:cxn>
              <a:cxn ang="0">
                <a:pos x="connsiteX41485" y="connsiteY41485"/>
              </a:cxn>
              <a:cxn ang="0">
                <a:pos x="connsiteX41486" y="connsiteY41486"/>
              </a:cxn>
              <a:cxn ang="0">
                <a:pos x="connsiteX41487" y="connsiteY41487"/>
              </a:cxn>
              <a:cxn ang="0">
                <a:pos x="connsiteX41488" y="connsiteY41488"/>
              </a:cxn>
              <a:cxn ang="0">
                <a:pos x="connsiteX41489" y="connsiteY41489"/>
              </a:cxn>
              <a:cxn ang="0">
                <a:pos x="connsiteX41490" y="connsiteY41490"/>
              </a:cxn>
              <a:cxn ang="0">
                <a:pos x="connsiteX41491" y="connsiteY41491"/>
              </a:cxn>
              <a:cxn ang="0">
                <a:pos x="connsiteX41492" y="connsiteY41492"/>
              </a:cxn>
              <a:cxn ang="0">
                <a:pos x="connsiteX41493" y="connsiteY41493"/>
              </a:cxn>
              <a:cxn ang="0">
                <a:pos x="connsiteX41494" y="connsiteY41494"/>
              </a:cxn>
              <a:cxn ang="0">
                <a:pos x="connsiteX41495" y="connsiteY41495"/>
              </a:cxn>
              <a:cxn ang="0">
                <a:pos x="connsiteX41496" y="connsiteY41496"/>
              </a:cxn>
              <a:cxn ang="0">
                <a:pos x="connsiteX41497" y="connsiteY41497"/>
              </a:cxn>
              <a:cxn ang="0">
                <a:pos x="connsiteX41498" y="connsiteY41498"/>
              </a:cxn>
              <a:cxn ang="0">
                <a:pos x="connsiteX41499" y="connsiteY41499"/>
              </a:cxn>
              <a:cxn ang="0">
                <a:pos x="connsiteX41500" y="connsiteY41500"/>
              </a:cxn>
              <a:cxn ang="0">
                <a:pos x="connsiteX41501" y="connsiteY41501"/>
              </a:cxn>
              <a:cxn ang="0">
                <a:pos x="connsiteX41502" y="connsiteY41502"/>
              </a:cxn>
              <a:cxn ang="0">
                <a:pos x="connsiteX41503" y="connsiteY41503"/>
              </a:cxn>
              <a:cxn ang="0">
                <a:pos x="connsiteX41504" y="connsiteY41504"/>
              </a:cxn>
              <a:cxn ang="0">
                <a:pos x="connsiteX41505" y="connsiteY41505"/>
              </a:cxn>
              <a:cxn ang="0">
                <a:pos x="connsiteX41506" y="connsiteY41506"/>
              </a:cxn>
              <a:cxn ang="0">
                <a:pos x="connsiteX41507" y="connsiteY41507"/>
              </a:cxn>
              <a:cxn ang="0">
                <a:pos x="connsiteX41508" y="connsiteY41508"/>
              </a:cxn>
              <a:cxn ang="0">
                <a:pos x="connsiteX41509" y="connsiteY41509"/>
              </a:cxn>
              <a:cxn ang="0">
                <a:pos x="connsiteX41510" y="connsiteY41510"/>
              </a:cxn>
              <a:cxn ang="0">
                <a:pos x="connsiteX41511" y="connsiteY41511"/>
              </a:cxn>
              <a:cxn ang="0">
                <a:pos x="connsiteX41512" y="connsiteY41512"/>
              </a:cxn>
              <a:cxn ang="0">
                <a:pos x="connsiteX41513" y="connsiteY41513"/>
              </a:cxn>
              <a:cxn ang="0">
                <a:pos x="connsiteX41514" y="connsiteY41514"/>
              </a:cxn>
              <a:cxn ang="0">
                <a:pos x="connsiteX41515" y="connsiteY41515"/>
              </a:cxn>
              <a:cxn ang="0">
                <a:pos x="connsiteX41516" y="connsiteY41516"/>
              </a:cxn>
              <a:cxn ang="0">
                <a:pos x="connsiteX41517" y="connsiteY41517"/>
              </a:cxn>
              <a:cxn ang="0">
                <a:pos x="connsiteX41518" y="connsiteY41518"/>
              </a:cxn>
              <a:cxn ang="0">
                <a:pos x="connsiteX41519" y="connsiteY41519"/>
              </a:cxn>
              <a:cxn ang="0">
                <a:pos x="connsiteX41520" y="connsiteY41520"/>
              </a:cxn>
              <a:cxn ang="0">
                <a:pos x="connsiteX41521" y="connsiteY41521"/>
              </a:cxn>
              <a:cxn ang="0">
                <a:pos x="connsiteX41522" y="connsiteY41522"/>
              </a:cxn>
              <a:cxn ang="0">
                <a:pos x="connsiteX41523" y="connsiteY41523"/>
              </a:cxn>
              <a:cxn ang="0">
                <a:pos x="connsiteX41524" y="connsiteY41524"/>
              </a:cxn>
              <a:cxn ang="0">
                <a:pos x="connsiteX41525" y="connsiteY41525"/>
              </a:cxn>
              <a:cxn ang="0">
                <a:pos x="connsiteX41526" y="connsiteY41526"/>
              </a:cxn>
              <a:cxn ang="0">
                <a:pos x="connsiteX41527" y="connsiteY41527"/>
              </a:cxn>
              <a:cxn ang="0">
                <a:pos x="connsiteX41528" y="connsiteY41528"/>
              </a:cxn>
              <a:cxn ang="0">
                <a:pos x="connsiteX41529" y="connsiteY41529"/>
              </a:cxn>
              <a:cxn ang="0">
                <a:pos x="connsiteX41530" y="connsiteY41530"/>
              </a:cxn>
              <a:cxn ang="0">
                <a:pos x="connsiteX41531" y="connsiteY41531"/>
              </a:cxn>
              <a:cxn ang="0">
                <a:pos x="connsiteX41532" y="connsiteY41532"/>
              </a:cxn>
              <a:cxn ang="0">
                <a:pos x="connsiteX41533" y="connsiteY41533"/>
              </a:cxn>
              <a:cxn ang="0">
                <a:pos x="connsiteX41534" y="connsiteY41534"/>
              </a:cxn>
              <a:cxn ang="0">
                <a:pos x="connsiteX41535" y="connsiteY41535"/>
              </a:cxn>
              <a:cxn ang="0">
                <a:pos x="connsiteX41536" y="connsiteY41536"/>
              </a:cxn>
              <a:cxn ang="0">
                <a:pos x="connsiteX41537" y="connsiteY41537"/>
              </a:cxn>
              <a:cxn ang="0">
                <a:pos x="connsiteX41538" y="connsiteY41538"/>
              </a:cxn>
              <a:cxn ang="0">
                <a:pos x="connsiteX41539" y="connsiteY41539"/>
              </a:cxn>
              <a:cxn ang="0">
                <a:pos x="connsiteX41540" y="connsiteY41540"/>
              </a:cxn>
              <a:cxn ang="0">
                <a:pos x="connsiteX41541" y="connsiteY41541"/>
              </a:cxn>
              <a:cxn ang="0">
                <a:pos x="connsiteX41542" y="connsiteY41542"/>
              </a:cxn>
              <a:cxn ang="0">
                <a:pos x="connsiteX41543" y="connsiteY41543"/>
              </a:cxn>
              <a:cxn ang="0">
                <a:pos x="connsiteX41544" y="connsiteY41544"/>
              </a:cxn>
              <a:cxn ang="0">
                <a:pos x="connsiteX41545" y="connsiteY41545"/>
              </a:cxn>
              <a:cxn ang="0">
                <a:pos x="connsiteX41546" y="connsiteY41546"/>
              </a:cxn>
              <a:cxn ang="0">
                <a:pos x="connsiteX41547" y="connsiteY41547"/>
              </a:cxn>
              <a:cxn ang="0">
                <a:pos x="connsiteX41548" y="connsiteY41548"/>
              </a:cxn>
              <a:cxn ang="0">
                <a:pos x="connsiteX41549" y="connsiteY41549"/>
              </a:cxn>
              <a:cxn ang="0">
                <a:pos x="connsiteX41550" y="connsiteY41550"/>
              </a:cxn>
              <a:cxn ang="0">
                <a:pos x="connsiteX41551" y="connsiteY41551"/>
              </a:cxn>
              <a:cxn ang="0">
                <a:pos x="connsiteX41552" y="connsiteY41552"/>
              </a:cxn>
              <a:cxn ang="0">
                <a:pos x="connsiteX41553" y="connsiteY41553"/>
              </a:cxn>
              <a:cxn ang="0">
                <a:pos x="connsiteX41554" y="connsiteY41554"/>
              </a:cxn>
              <a:cxn ang="0">
                <a:pos x="connsiteX41555" y="connsiteY41555"/>
              </a:cxn>
              <a:cxn ang="0">
                <a:pos x="connsiteX41556" y="connsiteY41556"/>
              </a:cxn>
              <a:cxn ang="0">
                <a:pos x="connsiteX41557" y="connsiteY41557"/>
              </a:cxn>
              <a:cxn ang="0">
                <a:pos x="connsiteX41558" y="connsiteY41558"/>
              </a:cxn>
              <a:cxn ang="0">
                <a:pos x="connsiteX41559" y="connsiteY41559"/>
              </a:cxn>
              <a:cxn ang="0">
                <a:pos x="connsiteX41560" y="connsiteY41560"/>
              </a:cxn>
              <a:cxn ang="0">
                <a:pos x="connsiteX41561" y="connsiteY41561"/>
              </a:cxn>
              <a:cxn ang="0">
                <a:pos x="connsiteX41562" y="connsiteY41562"/>
              </a:cxn>
              <a:cxn ang="0">
                <a:pos x="connsiteX41563" y="connsiteY41563"/>
              </a:cxn>
              <a:cxn ang="0">
                <a:pos x="connsiteX41564" y="connsiteY41564"/>
              </a:cxn>
              <a:cxn ang="0">
                <a:pos x="connsiteX41565" y="connsiteY41565"/>
              </a:cxn>
              <a:cxn ang="0">
                <a:pos x="connsiteX41566" y="connsiteY41566"/>
              </a:cxn>
              <a:cxn ang="0">
                <a:pos x="connsiteX41567" y="connsiteY41567"/>
              </a:cxn>
              <a:cxn ang="0">
                <a:pos x="connsiteX41568" y="connsiteY41568"/>
              </a:cxn>
              <a:cxn ang="0">
                <a:pos x="connsiteX41569" y="connsiteY41569"/>
              </a:cxn>
              <a:cxn ang="0">
                <a:pos x="connsiteX41570" y="connsiteY41570"/>
              </a:cxn>
              <a:cxn ang="0">
                <a:pos x="connsiteX41571" y="connsiteY41571"/>
              </a:cxn>
              <a:cxn ang="0">
                <a:pos x="connsiteX41572" y="connsiteY41572"/>
              </a:cxn>
              <a:cxn ang="0">
                <a:pos x="connsiteX41573" y="connsiteY41573"/>
              </a:cxn>
              <a:cxn ang="0">
                <a:pos x="connsiteX41574" y="connsiteY41574"/>
              </a:cxn>
              <a:cxn ang="0">
                <a:pos x="connsiteX41575" y="connsiteY41575"/>
              </a:cxn>
              <a:cxn ang="0">
                <a:pos x="connsiteX41576" y="connsiteY41576"/>
              </a:cxn>
              <a:cxn ang="0">
                <a:pos x="connsiteX41577" y="connsiteY41577"/>
              </a:cxn>
              <a:cxn ang="0">
                <a:pos x="connsiteX41578" y="connsiteY41578"/>
              </a:cxn>
              <a:cxn ang="0">
                <a:pos x="connsiteX41579" y="connsiteY41579"/>
              </a:cxn>
              <a:cxn ang="0">
                <a:pos x="connsiteX41580" y="connsiteY41580"/>
              </a:cxn>
              <a:cxn ang="0">
                <a:pos x="connsiteX41581" y="connsiteY41581"/>
              </a:cxn>
              <a:cxn ang="0">
                <a:pos x="connsiteX41582" y="connsiteY41582"/>
              </a:cxn>
              <a:cxn ang="0">
                <a:pos x="connsiteX41583" y="connsiteY41583"/>
              </a:cxn>
              <a:cxn ang="0">
                <a:pos x="connsiteX41584" y="connsiteY41584"/>
              </a:cxn>
              <a:cxn ang="0">
                <a:pos x="connsiteX41585" y="connsiteY41585"/>
              </a:cxn>
              <a:cxn ang="0">
                <a:pos x="connsiteX41586" y="connsiteY41586"/>
              </a:cxn>
              <a:cxn ang="0">
                <a:pos x="connsiteX41587" y="connsiteY41587"/>
              </a:cxn>
              <a:cxn ang="0">
                <a:pos x="connsiteX41588" y="connsiteY41588"/>
              </a:cxn>
              <a:cxn ang="0">
                <a:pos x="connsiteX41589" y="connsiteY41589"/>
              </a:cxn>
              <a:cxn ang="0">
                <a:pos x="connsiteX41590" y="connsiteY41590"/>
              </a:cxn>
              <a:cxn ang="0">
                <a:pos x="connsiteX41591" y="connsiteY41591"/>
              </a:cxn>
              <a:cxn ang="0">
                <a:pos x="connsiteX41592" y="connsiteY41592"/>
              </a:cxn>
              <a:cxn ang="0">
                <a:pos x="connsiteX41593" y="connsiteY41593"/>
              </a:cxn>
              <a:cxn ang="0">
                <a:pos x="connsiteX41594" y="connsiteY41594"/>
              </a:cxn>
              <a:cxn ang="0">
                <a:pos x="connsiteX41595" y="connsiteY41595"/>
              </a:cxn>
              <a:cxn ang="0">
                <a:pos x="connsiteX41596" y="connsiteY41596"/>
              </a:cxn>
              <a:cxn ang="0">
                <a:pos x="connsiteX41597" y="connsiteY41597"/>
              </a:cxn>
              <a:cxn ang="0">
                <a:pos x="connsiteX41598" y="connsiteY41598"/>
              </a:cxn>
              <a:cxn ang="0">
                <a:pos x="connsiteX41599" y="connsiteY41599"/>
              </a:cxn>
              <a:cxn ang="0">
                <a:pos x="connsiteX41600" y="connsiteY41600"/>
              </a:cxn>
              <a:cxn ang="0">
                <a:pos x="connsiteX41601" y="connsiteY41601"/>
              </a:cxn>
              <a:cxn ang="0">
                <a:pos x="connsiteX41602" y="connsiteY41602"/>
              </a:cxn>
              <a:cxn ang="0">
                <a:pos x="connsiteX41603" y="connsiteY41603"/>
              </a:cxn>
              <a:cxn ang="0">
                <a:pos x="connsiteX41604" y="connsiteY41604"/>
              </a:cxn>
              <a:cxn ang="0">
                <a:pos x="connsiteX41605" y="connsiteY41605"/>
              </a:cxn>
              <a:cxn ang="0">
                <a:pos x="connsiteX41606" y="connsiteY41606"/>
              </a:cxn>
              <a:cxn ang="0">
                <a:pos x="connsiteX41607" y="connsiteY41607"/>
              </a:cxn>
              <a:cxn ang="0">
                <a:pos x="connsiteX41608" y="connsiteY41608"/>
              </a:cxn>
              <a:cxn ang="0">
                <a:pos x="connsiteX41609" y="connsiteY41609"/>
              </a:cxn>
              <a:cxn ang="0">
                <a:pos x="connsiteX41610" y="connsiteY41610"/>
              </a:cxn>
              <a:cxn ang="0">
                <a:pos x="connsiteX41611" y="connsiteY41611"/>
              </a:cxn>
              <a:cxn ang="0">
                <a:pos x="connsiteX41612" y="connsiteY41612"/>
              </a:cxn>
              <a:cxn ang="0">
                <a:pos x="connsiteX41613" y="connsiteY41613"/>
              </a:cxn>
              <a:cxn ang="0">
                <a:pos x="connsiteX41614" y="connsiteY41614"/>
              </a:cxn>
              <a:cxn ang="0">
                <a:pos x="connsiteX41615" y="connsiteY41615"/>
              </a:cxn>
              <a:cxn ang="0">
                <a:pos x="connsiteX41616" y="connsiteY41616"/>
              </a:cxn>
              <a:cxn ang="0">
                <a:pos x="connsiteX41617" y="connsiteY41617"/>
              </a:cxn>
              <a:cxn ang="0">
                <a:pos x="connsiteX41618" y="connsiteY41618"/>
              </a:cxn>
              <a:cxn ang="0">
                <a:pos x="connsiteX41619" y="connsiteY41619"/>
              </a:cxn>
              <a:cxn ang="0">
                <a:pos x="connsiteX41620" y="connsiteY41620"/>
              </a:cxn>
              <a:cxn ang="0">
                <a:pos x="connsiteX41621" y="connsiteY41621"/>
              </a:cxn>
              <a:cxn ang="0">
                <a:pos x="connsiteX41622" y="connsiteY41622"/>
              </a:cxn>
              <a:cxn ang="0">
                <a:pos x="connsiteX41623" y="connsiteY41623"/>
              </a:cxn>
              <a:cxn ang="0">
                <a:pos x="connsiteX41624" y="connsiteY41624"/>
              </a:cxn>
              <a:cxn ang="0">
                <a:pos x="connsiteX41625" y="connsiteY41625"/>
              </a:cxn>
              <a:cxn ang="0">
                <a:pos x="connsiteX41626" y="connsiteY41626"/>
              </a:cxn>
              <a:cxn ang="0">
                <a:pos x="connsiteX41627" y="connsiteY41627"/>
              </a:cxn>
              <a:cxn ang="0">
                <a:pos x="connsiteX41628" y="connsiteY41628"/>
              </a:cxn>
              <a:cxn ang="0">
                <a:pos x="connsiteX41629" y="connsiteY41629"/>
              </a:cxn>
              <a:cxn ang="0">
                <a:pos x="connsiteX41630" y="connsiteY41630"/>
              </a:cxn>
              <a:cxn ang="0">
                <a:pos x="connsiteX41631" y="connsiteY41631"/>
              </a:cxn>
              <a:cxn ang="0">
                <a:pos x="connsiteX41632" y="connsiteY41632"/>
              </a:cxn>
              <a:cxn ang="0">
                <a:pos x="connsiteX41633" y="connsiteY41633"/>
              </a:cxn>
              <a:cxn ang="0">
                <a:pos x="connsiteX41634" y="connsiteY41634"/>
              </a:cxn>
              <a:cxn ang="0">
                <a:pos x="connsiteX41635" y="connsiteY41635"/>
              </a:cxn>
              <a:cxn ang="0">
                <a:pos x="connsiteX41636" y="connsiteY41636"/>
              </a:cxn>
              <a:cxn ang="0">
                <a:pos x="connsiteX41637" y="connsiteY41637"/>
              </a:cxn>
              <a:cxn ang="0">
                <a:pos x="connsiteX41638" y="connsiteY41638"/>
              </a:cxn>
              <a:cxn ang="0">
                <a:pos x="connsiteX41639" y="connsiteY41639"/>
              </a:cxn>
              <a:cxn ang="0">
                <a:pos x="connsiteX41640" y="connsiteY41640"/>
              </a:cxn>
              <a:cxn ang="0">
                <a:pos x="connsiteX41641" y="connsiteY41641"/>
              </a:cxn>
              <a:cxn ang="0">
                <a:pos x="connsiteX41642" y="connsiteY41642"/>
              </a:cxn>
              <a:cxn ang="0">
                <a:pos x="connsiteX41643" y="connsiteY41643"/>
              </a:cxn>
              <a:cxn ang="0">
                <a:pos x="connsiteX41644" y="connsiteY41644"/>
              </a:cxn>
              <a:cxn ang="0">
                <a:pos x="connsiteX41645" y="connsiteY41645"/>
              </a:cxn>
              <a:cxn ang="0">
                <a:pos x="connsiteX41646" y="connsiteY41646"/>
              </a:cxn>
              <a:cxn ang="0">
                <a:pos x="connsiteX41647" y="connsiteY41647"/>
              </a:cxn>
              <a:cxn ang="0">
                <a:pos x="connsiteX41648" y="connsiteY41648"/>
              </a:cxn>
              <a:cxn ang="0">
                <a:pos x="connsiteX41649" y="connsiteY41649"/>
              </a:cxn>
              <a:cxn ang="0">
                <a:pos x="connsiteX41650" y="connsiteY41650"/>
              </a:cxn>
              <a:cxn ang="0">
                <a:pos x="connsiteX41651" y="connsiteY41651"/>
              </a:cxn>
              <a:cxn ang="0">
                <a:pos x="connsiteX41652" y="connsiteY41652"/>
              </a:cxn>
              <a:cxn ang="0">
                <a:pos x="connsiteX41653" y="connsiteY41653"/>
              </a:cxn>
              <a:cxn ang="0">
                <a:pos x="connsiteX41654" y="connsiteY41654"/>
              </a:cxn>
              <a:cxn ang="0">
                <a:pos x="connsiteX41655" y="connsiteY41655"/>
              </a:cxn>
              <a:cxn ang="0">
                <a:pos x="connsiteX41656" y="connsiteY41656"/>
              </a:cxn>
              <a:cxn ang="0">
                <a:pos x="connsiteX41657" y="connsiteY41657"/>
              </a:cxn>
              <a:cxn ang="0">
                <a:pos x="connsiteX41658" y="connsiteY41658"/>
              </a:cxn>
              <a:cxn ang="0">
                <a:pos x="connsiteX41659" y="connsiteY41659"/>
              </a:cxn>
              <a:cxn ang="0">
                <a:pos x="connsiteX41660" y="connsiteY41660"/>
              </a:cxn>
              <a:cxn ang="0">
                <a:pos x="connsiteX41661" y="connsiteY41661"/>
              </a:cxn>
              <a:cxn ang="0">
                <a:pos x="connsiteX41662" y="connsiteY41662"/>
              </a:cxn>
              <a:cxn ang="0">
                <a:pos x="connsiteX41663" y="connsiteY41663"/>
              </a:cxn>
              <a:cxn ang="0">
                <a:pos x="connsiteX41664" y="connsiteY41664"/>
              </a:cxn>
              <a:cxn ang="0">
                <a:pos x="connsiteX41665" y="connsiteY41665"/>
              </a:cxn>
              <a:cxn ang="0">
                <a:pos x="connsiteX41666" y="connsiteY41666"/>
              </a:cxn>
              <a:cxn ang="0">
                <a:pos x="connsiteX41667" y="connsiteY41667"/>
              </a:cxn>
              <a:cxn ang="0">
                <a:pos x="connsiteX41668" y="connsiteY41668"/>
              </a:cxn>
              <a:cxn ang="0">
                <a:pos x="connsiteX41669" y="connsiteY41669"/>
              </a:cxn>
              <a:cxn ang="0">
                <a:pos x="connsiteX41670" y="connsiteY41670"/>
              </a:cxn>
              <a:cxn ang="0">
                <a:pos x="connsiteX41671" y="connsiteY41671"/>
              </a:cxn>
              <a:cxn ang="0">
                <a:pos x="connsiteX41672" y="connsiteY41672"/>
              </a:cxn>
              <a:cxn ang="0">
                <a:pos x="connsiteX41673" y="connsiteY41673"/>
              </a:cxn>
              <a:cxn ang="0">
                <a:pos x="connsiteX41674" y="connsiteY41674"/>
              </a:cxn>
              <a:cxn ang="0">
                <a:pos x="connsiteX41675" y="connsiteY41675"/>
              </a:cxn>
              <a:cxn ang="0">
                <a:pos x="connsiteX41676" y="connsiteY41676"/>
              </a:cxn>
              <a:cxn ang="0">
                <a:pos x="connsiteX41677" y="connsiteY41677"/>
              </a:cxn>
              <a:cxn ang="0">
                <a:pos x="connsiteX41678" y="connsiteY41678"/>
              </a:cxn>
              <a:cxn ang="0">
                <a:pos x="connsiteX41679" y="connsiteY41679"/>
              </a:cxn>
              <a:cxn ang="0">
                <a:pos x="connsiteX41680" y="connsiteY41680"/>
              </a:cxn>
              <a:cxn ang="0">
                <a:pos x="connsiteX41681" y="connsiteY41681"/>
              </a:cxn>
              <a:cxn ang="0">
                <a:pos x="connsiteX41682" y="connsiteY41682"/>
              </a:cxn>
              <a:cxn ang="0">
                <a:pos x="connsiteX41683" y="connsiteY41683"/>
              </a:cxn>
              <a:cxn ang="0">
                <a:pos x="connsiteX41684" y="connsiteY41684"/>
              </a:cxn>
              <a:cxn ang="0">
                <a:pos x="connsiteX41685" y="connsiteY41685"/>
              </a:cxn>
              <a:cxn ang="0">
                <a:pos x="connsiteX41686" y="connsiteY41686"/>
              </a:cxn>
              <a:cxn ang="0">
                <a:pos x="connsiteX41687" y="connsiteY41687"/>
              </a:cxn>
              <a:cxn ang="0">
                <a:pos x="connsiteX41688" y="connsiteY41688"/>
              </a:cxn>
              <a:cxn ang="0">
                <a:pos x="connsiteX41689" y="connsiteY41689"/>
              </a:cxn>
              <a:cxn ang="0">
                <a:pos x="connsiteX41690" y="connsiteY41690"/>
              </a:cxn>
              <a:cxn ang="0">
                <a:pos x="connsiteX41691" y="connsiteY41691"/>
              </a:cxn>
              <a:cxn ang="0">
                <a:pos x="connsiteX41692" y="connsiteY41692"/>
              </a:cxn>
              <a:cxn ang="0">
                <a:pos x="connsiteX41693" y="connsiteY41693"/>
              </a:cxn>
              <a:cxn ang="0">
                <a:pos x="connsiteX41694" y="connsiteY41694"/>
              </a:cxn>
              <a:cxn ang="0">
                <a:pos x="connsiteX41695" y="connsiteY41695"/>
              </a:cxn>
              <a:cxn ang="0">
                <a:pos x="connsiteX41696" y="connsiteY41696"/>
              </a:cxn>
              <a:cxn ang="0">
                <a:pos x="connsiteX41697" y="connsiteY41697"/>
              </a:cxn>
              <a:cxn ang="0">
                <a:pos x="connsiteX41698" y="connsiteY41698"/>
              </a:cxn>
              <a:cxn ang="0">
                <a:pos x="connsiteX41699" y="connsiteY41699"/>
              </a:cxn>
              <a:cxn ang="0">
                <a:pos x="connsiteX41700" y="connsiteY41700"/>
              </a:cxn>
              <a:cxn ang="0">
                <a:pos x="connsiteX41701" y="connsiteY41701"/>
              </a:cxn>
              <a:cxn ang="0">
                <a:pos x="connsiteX41702" y="connsiteY41702"/>
              </a:cxn>
              <a:cxn ang="0">
                <a:pos x="connsiteX41703" y="connsiteY41703"/>
              </a:cxn>
              <a:cxn ang="0">
                <a:pos x="connsiteX41704" y="connsiteY41704"/>
              </a:cxn>
              <a:cxn ang="0">
                <a:pos x="connsiteX41705" y="connsiteY41705"/>
              </a:cxn>
              <a:cxn ang="0">
                <a:pos x="connsiteX41706" y="connsiteY41706"/>
              </a:cxn>
              <a:cxn ang="0">
                <a:pos x="connsiteX41707" y="connsiteY41707"/>
              </a:cxn>
              <a:cxn ang="0">
                <a:pos x="connsiteX41708" y="connsiteY41708"/>
              </a:cxn>
              <a:cxn ang="0">
                <a:pos x="connsiteX41709" y="connsiteY41709"/>
              </a:cxn>
              <a:cxn ang="0">
                <a:pos x="connsiteX41710" y="connsiteY41710"/>
              </a:cxn>
              <a:cxn ang="0">
                <a:pos x="connsiteX41711" y="connsiteY41711"/>
              </a:cxn>
              <a:cxn ang="0">
                <a:pos x="connsiteX41712" y="connsiteY41712"/>
              </a:cxn>
              <a:cxn ang="0">
                <a:pos x="connsiteX41713" y="connsiteY41713"/>
              </a:cxn>
              <a:cxn ang="0">
                <a:pos x="connsiteX41714" y="connsiteY41714"/>
              </a:cxn>
              <a:cxn ang="0">
                <a:pos x="connsiteX41715" y="connsiteY41715"/>
              </a:cxn>
              <a:cxn ang="0">
                <a:pos x="connsiteX41716" y="connsiteY41716"/>
              </a:cxn>
              <a:cxn ang="0">
                <a:pos x="connsiteX41717" y="connsiteY41717"/>
              </a:cxn>
              <a:cxn ang="0">
                <a:pos x="connsiteX41718" y="connsiteY41718"/>
              </a:cxn>
              <a:cxn ang="0">
                <a:pos x="connsiteX41719" y="connsiteY41719"/>
              </a:cxn>
              <a:cxn ang="0">
                <a:pos x="connsiteX41720" y="connsiteY41720"/>
              </a:cxn>
              <a:cxn ang="0">
                <a:pos x="connsiteX41721" y="connsiteY41721"/>
              </a:cxn>
              <a:cxn ang="0">
                <a:pos x="connsiteX41722" y="connsiteY41722"/>
              </a:cxn>
              <a:cxn ang="0">
                <a:pos x="connsiteX41723" y="connsiteY41723"/>
              </a:cxn>
              <a:cxn ang="0">
                <a:pos x="connsiteX41724" y="connsiteY41724"/>
              </a:cxn>
              <a:cxn ang="0">
                <a:pos x="connsiteX41725" y="connsiteY41725"/>
              </a:cxn>
              <a:cxn ang="0">
                <a:pos x="connsiteX41726" y="connsiteY41726"/>
              </a:cxn>
              <a:cxn ang="0">
                <a:pos x="connsiteX41727" y="connsiteY41727"/>
              </a:cxn>
              <a:cxn ang="0">
                <a:pos x="connsiteX41728" y="connsiteY41728"/>
              </a:cxn>
              <a:cxn ang="0">
                <a:pos x="connsiteX41729" y="connsiteY41729"/>
              </a:cxn>
              <a:cxn ang="0">
                <a:pos x="connsiteX41730" y="connsiteY41730"/>
              </a:cxn>
              <a:cxn ang="0">
                <a:pos x="connsiteX41731" y="connsiteY41731"/>
              </a:cxn>
              <a:cxn ang="0">
                <a:pos x="connsiteX41732" y="connsiteY41732"/>
              </a:cxn>
              <a:cxn ang="0">
                <a:pos x="connsiteX41733" y="connsiteY41733"/>
              </a:cxn>
              <a:cxn ang="0">
                <a:pos x="connsiteX41734" y="connsiteY41734"/>
              </a:cxn>
              <a:cxn ang="0">
                <a:pos x="connsiteX41735" y="connsiteY41735"/>
              </a:cxn>
              <a:cxn ang="0">
                <a:pos x="connsiteX41736" y="connsiteY41736"/>
              </a:cxn>
              <a:cxn ang="0">
                <a:pos x="connsiteX41737" y="connsiteY41737"/>
              </a:cxn>
              <a:cxn ang="0">
                <a:pos x="connsiteX41738" y="connsiteY41738"/>
              </a:cxn>
              <a:cxn ang="0">
                <a:pos x="connsiteX41739" y="connsiteY41739"/>
              </a:cxn>
              <a:cxn ang="0">
                <a:pos x="connsiteX41740" y="connsiteY41740"/>
              </a:cxn>
              <a:cxn ang="0">
                <a:pos x="connsiteX41741" y="connsiteY41741"/>
              </a:cxn>
              <a:cxn ang="0">
                <a:pos x="connsiteX41742" y="connsiteY41742"/>
              </a:cxn>
              <a:cxn ang="0">
                <a:pos x="connsiteX41743" y="connsiteY41743"/>
              </a:cxn>
              <a:cxn ang="0">
                <a:pos x="connsiteX41744" y="connsiteY41744"/>
              </a:cxn>
              <a:cxn ang="0">
                <a:pos x="connsiteX41745" y="connsiteY41745"/>
              </a:cxn>
              <a:cxn ang="0">
                <a:pos x="connsiteX41746" y="connsiteY41746"/>
              </a:cxn>
              <a:cxn ang="0">
                <a:pos x="connsiteX41747" y="connsiteY41747"/>
              </a:cxn>
              <a:cxn ang="0">
                <a:pos x="connsiteX41748" y="connsiteY41748"/>
              </a:cxn>
              <a:cxn ang="0">
                <a:pos x="connsiteX41749" y="connsiteY41749"/>
              </a:cxn>
              <a:cxn ang="0">
                <a:pos x="connsiteX41750" y="connsiteY41750"/>
              </a:cxn>
              <a:cxn ang="0">
                <a:pos x="connsiteX41751" y="connsiteY41751"/>
              </a:cxn>
              <a:cxn ang="0">
                <a:pos x="connsiteX41752" y="connsiteY41752"/>
              </a:cxn>
              <a:cxn ang="0">
                <a:pos x="connsiteX41753" y="connsiteY41753"/>
              </a:cxn>
              <a:cxn ang="0">
                <a:pos x="connsiteX41754" y="connsiteY41754"/>
              </a:cxn>
              <a:cxn ang="0">
                <a:pos x="connsiteX41755" y="connsiteY41755"/>
              </a:cxn>
              <a:cxn ang="0">
                <a:pos x="connsiteX41756" y="connsiteY41756"/>
              </a:cxn>
              <a:cxn ang="0">
                <a:pos x="connsiteX41757" y="connsiteY41757"/>
              </a:cxn>
              <a:cxn ang="0">
                <a:pos x="connsiteX41758" y="connsiteY41758"/>
              </a:cxn>
              <a:cxn ang="0">
                <a:pos x="connsiteX41759" y="connsiteY41759"/>
              </a:cxn>
              <a:cxn ang="0">
                <a:pos x="connsiteX41760" y="connsiteY41760"/>
              </a:cxn>
              <a:cxn ang="0">
                <a:pos x="connsiteX41761" y="connsiteY41761"/>
              </a:cxn>
              <a:cxn ang="0">
                <a:pos x="connsiteX41762" y="connsiteY41762"/>
              </a:cxn>
              <a:cxn ang="0">
                <a:pos x="connsiteX41763" y="connsiteY41763"/>
              </a:cxn>
              <a:cxn ang="0">
                <a:pos x="connsiteX41764" y="connsiteY41764"/>
              </a:cxn>
              <a:cxn ang="0">
                <a:pos x="connsiteX41765" y="connsiteY41765"/>
              </a:cxn>
              <a:cxn ang="0">
                <a:pos x="connsiteX41766" y="connsiteY41766"/>
              </a:cxn>
              <a:cxn ang="0">
                <a:pos x="connsiteX41767" y="connsiteY41767"/>
              </a:cxn>
              <a:cxn ang="0">
                <a:pos x="connsiteX41768" y="connsiteY41768"/>
              </a:cxn>
              <a:cxn ang="0">
                <a:pos x="connsiteX41769" y="connsiteY41769"/>
              </a:cxn>
              <a:cxn ang="0">
                <a:pos x="connsiteX41770" y="connsiteY41770"/>
              </a:cxn>
              <a:cxn ang="0">
                <a:pos x="connsiteX41771" y="connsiteY41771"/>
              </a:cxn>
              <a:cxn ang="0">
                <a:pos x="connsiteX41772" y="connsiteY41772"/>
              </a:cxn>
              <a:cxn ang="0">
                <a:pos x="connsiteX41773" y="connsiteY41773"/>
              </a:cxn>
              <a:cxn ang="0">
                <a:pos x="connsiteX41774" y="connsiteY41774"/>
              </a:cxn>
              <a:cxn ang="0">
                <a:pos x="connsiteX41775" y="connsiteY41775"/>
              </a:cxn>
              <a:cxn ang="0">
                <a:pos x="connsiteX41776" y="connsiteY41776"/>
              </a:cxn>
              <a:cxn ang="0">
                <a:pos x="connsiteX41777" y="connsiteY41777"/>
              </a:cxn>
              <a:cxn ang="0">
                <a:pos x="connsiteX41778" y="connsiteY41778"/>
              </a:cxn>
              <a:cxn ang="0">
                <a:pos x="connsiteX41779" y="connsiteY41779"/>
              </a:cxn>
              <a:cxn ang="0">
                <a:pos x="connsiteX41780" y="connsiteY41780"/>
              </a:cxn>
              <a:cxn ang="0">
                <a:pos x="connsiteX41781" y="connsiteY41781"/>
              </a:cxn>
              <a:cxn ang="0">
                <a:pos x="connsiteX41782" y="connsiteY41782"/>
              </a:cxn>
              <a:cxn ang="0">
                <a:pos x="connsiteX41783" y="connsiteY41783"/>
              </a:cxn>
              <a:cxn ang="0">
                <a:pos x="connsiteX41784" y="connsiteY41784"/>
              </a:cxn>
              <a:cxn ang="0">
                <a:pos x="connsiteX41785" y="connsiteY41785"/>
              </a:cxn>
              <a:cxn ang="0">
                <a:pos x="connsiteX41786" y="connsiteY41786"/>
              </a:cxn>
              <a:cxn ang="0">
                <a:pos x="connsiteX41787" y="connsiteY41787"/>
              </a:cxn>
              <a:cxn ang="0">
                <a:pos x="connsiteX41788" y="connsiteY41788"/>
              </a:cxn>
              <a:cxn ang="0">
                <a:pos x="connsiteX41789" y="connsiteY41789"/>
              </a:cxn>
              <a:cxn ang="0">
                <a:pos x="connsiteX41790" y="connsiteY41790"/>
              </a:cxn>
              <a:cxn ang="0">
                <a:pos x="connsiteX41791" y="connsiteY41791"/>
              </a:cxn>
              <a:cxn ang="0">
                <a:pos x="connsiteX41792" y="connsiteY41792"/>
              </a:cxn>
              <a:cxn ang="0">
                <a:pos x="connsiteX41793" y="connsiteY41793"/>
              </a:cxn>
              <a:cxn ang="0">
                <a:pos x="connsiteX41794" y="connsiteY41794"/>
              </a:cxn>
              <a:cxn ang="0">
                <a:pos x="connsiteX41795" y="connsiteY41795"/>
              </a:cxn>
              <a:cxn ang="0">
                <a:pos x="connsiteX41796" y="connsiteY41796"/>
              </a:cxn>
              <a:cxn ang="0">
                <a:pos x="connsiteX41797" y="connsiteY41797"/>
              </a:cxn>
              <a:cxn ang="0">
                <a:pos x="connsiteX41798" y="connsiteY41798"/>
              </a:cxn>
              <a:cxn ang="0">
                <a:pos x="connsiteX41799" y="connsiteY41799"/>
              </a:cxn>
              <a:cxn ang="0">
                <a:pos x="connsiteX41800" y="connsiteY41800"/>
              </a:cxn>
              <a:cxn ang="0">
                <a:pos x="connsiteX41801" y="connsiteY41801"/>
              </a:cxn>
              <a:cxn ang="0">
                <a:pos x="connsiteX41802" y="connsiteY41802"/>
              </a:cxn>
              <a:cxn ang="0">
                <a:pos x="connsiteX41803" y="connsiteY41803"/>
              </a:cxn>
              <a:cxn ang="0">
                <a:pos x="connsiteX41804" y="connsiteY41804"/>
              </a:cxn>
              <a:cxn ang="0">
                <a:pos x="connsiteX41805" y="connsiteY41805"/>
              </a:cxn>
              <a:cxn ang="0">
                <a:pos x="connsiteX41806" y="connsiteY41806"/>
              </a:cxn>
              <a:cxn ang="0">
                <a:pos x="connsiteX41807" y="connsiteY41807"/>
              </a:cxn>
              <a:cxn ang="0">
                <a:pos x="connsiteX41808" y="connsiteY41808"/>
              </a:cxn>
              <a:cxn ang="0">
                <a:pos x="connsiteX41809" y="connsiteY41809"/>
              </a:cxn>
              <a:cxn ang="0">
                <a:pos x="connsiteX41810" y="connsiteY41810"/>
              </a:cxn>
              <a:cxn ang="0">
                <a:pos x="connsiteX41811" y="connsiteY41811"/>
              </a:cxn>
              <a:cxn ang="0">
                <a:pos x="connsiteX41812" y="connsiteY41812"/>
              </a:cxn>
              <a:cxn ang="0">
                <a:pos x="connsiteX41813" y="connsiteY41813"/>
              </a:cxn>
              <a:cxn ang="0">
                <a:pos x="connsiteX41814" y="connsiteY41814"/>
              </a:cxn>
              <a:cxn ang="0">
                <a:pos x="connsiteX41815" y="connsiteY41815"/>
              </a:cxn>
              <a:cxn ang="0">
                <a:pos x="connsiteX41816" y="connsiteY41816"/>
              </a:cxn>
              <a:cxn ang="0">
                <a:pos x="connsiteX41817" y="connsiteY41817"/>
              </a:cxn>
              <a:cxn ang="0">
                <a:pos x="connsiteX41818" y="connsiteY41818"/>
              </a:cxn>
              <a:cxn ang="0">
                <a:pos x="connsiteX41819" y="connsiteY41819"/>
              </a:cxn>
              <a:cxn ang="0">
                <a:pos x="connsiteX41820" y="connsiteY41820"/>
              </a:cxn>
              <a:cxn ang="0">
                <a:pos x="connsiteX41821" y="connsiteY41821"/>
              </a:cxn>
              <a:cxn ang="0">
                <a:pos x="connsiteX41822" y="connsiteY41822"/>
              </a:cxn>
              <a:cxn ang="0">
                <a:pos x="connsiteX41823" y="connsiteY41823"/>
              </a:cxn>
              <a:cxn ang="0">
                <a:pos x="connsiteX41824" y="connsiteY41824"/>
              </a:cxn>
              <a:cxn ang="0">
                <a:pos x="connsiteX41825" y="connsiteY41825"/>
              </a:cxn>
              <a:cxn ang="0">
                <a:pos x="connsiteX41826" y="connsiteY41826"/>
              </a:cxn>
              <a:cxn ang="0">
                <a:pos x="connsiteX41827" y="connsiteY41827"/>
              </a:cxn>
              <a:cxn ang="0">
                <a:pos x="connsiteX41828" y="connsiteY41828"/>
              </a:cxn>
              <a:cxn ang="0">
                <a:pos x="connsiteX41829" y="connsiteY41829"/>
              </a:cxn>
              <a:cxn ang="0">
                <a:pos x="connsiteX41830" y="connsiteY41830"/>
              </a:cxn>
              <a:cxn ang="0">
                <a:pos x="connsiteX41831" y="connsiteY41831"/>
              </a:cxn>
              <a:cxn ang="0">
                <a:pos x="connsiteX41832" y="connsiteY41832"/>
              </a:cxn>
              <a:cxn ang="0">
                <a:pos x="connsiteX41833" y="connsiteY41833"/>
              </a:cxn>
              <a:cxn ang="0">
                <a:pos x="connsiteX41834" y="connsiteY41834"/>
              </a:cxn>
              <a:cxn ang="0">
                <a:pos x="connsiteX41835" y="connsiteY41835"/>
              </a:cxn>
              <a:cxn ang="0">
                <a:pos x="connsiteX41836" y="connsiteY41836"/>
              </a:cxn>
              <a:cxn ang="0">
                <a:pos x="connsiteX41837" y="connsiteY41837"/>
              </a:cxn>
              <a:cxn ang="0">
                <a:pos x="connsiteX41838" y="connsiteY41838"/>
              </a:cxn>
              <a:cxn ang="0">
                <a:pos x="connsiteX41839" y="connsiteY41839"/>
              </a:cxn>
              <a:cxn ang="0">
                <a:pos x="connsiteX41840" y="connsiteY41840"/>
              </a:cxn>
              <a:cxn ang="0">
                <a:pos x="connsiteX41841" y="connsiteY41841"/>
              </a:cxn>
              <a:cxn ang="0">
                <a:pos x="connsiteX41842" y="connsiteY41842"/>
              </a:cxn>
              <a:cxn ang="0">
                <a:pos x="connsiteX41843" y="connsiteY41843"/>
              </a:cxn>
              <a:cxn ang="0">
                <a:pos x="connsiteX41844" y="connsiteY41844"/>
              </a:cxn>
              <a:cxn ang="0">
                <a:pos x="connsiteX41845" y="connsiteY41845"/>
              </a:cxn>
              <a:cxn ang="0">
                <a:pos x="connsiteX41846" y="connsiteY41846"/>
              </a:cxn>
              <a:cxn ang="0">
                <a:pos x="connsiteX41847" y="connsiteY41847"/>
              </a:cxn>
              <a:cxn ang="0">
                <a:pos x="connsiteX41848" y="connsiteY41848"/>
              </a:cxn>
              <a:cxn ang="0">
                <a:pos x="connsiteX41849" y="connsiteY41849"/>
              </a:cxn>
              <a:cxn ang="0">
                <a:pos x="connsiteX41850" y="connsiteY41850"/>
              </a:cxn>
              <a:cxn ang="0">
                <a:pos x="connsiteX41851" y="connsiteY41851"/>
              </a:cxn>
              <a:cxn ang="0">
                <a:pos x="connsiteX41852" y="connsiteY41852"/>
              </a:cxn>
              <a:cxn ang="0">
                <a:pos x="connsiteX41853" y="connsiteY41853"/>
              </a:cxn>
              <a:cxn ang="0">
                <a:pos x="connsiteX41854" y="connsiteY41854"/>
              </a:cxn>
              <a:cxn ang="0">
                <a:pos x="connsiteX41855" y="connsiteY41855"/>
              </a:cxn>
              <a:cxn ang="0">
                <a:pos x="connsiteX41856" y="connsiteY41856"/>
              </a:cxn>
              <a:cxn ang="0">
                <a:pos x="connsiteX41857" y="connsiteY41857"/>
              </a:cxn>
              <a:cxn ang="0">
                <a:pos x="connsiteX41858" y="connsiteY41858"/>
              </a:cxn>
              <a:cxn ang="0">
                <a:pos x="connsiteX41859" y="connsiteY41859"/>
              </a:cxn>
              <a:cxn ang="0">
                <a:pos x="connsiteX41860" y="connsiteY41860"/>
              </a:cxn>
              <a:cxn ang="0">
                <a:pos x="connsiteX41861" y="connsiteY41861"/>
              </a:cxn>
              <a:cxn ang="0">
                <a:pos x="connsiteX41862" y="connsiteY41862"/>
              </a:cxn>
              <a:cxn ang="0">
                <a:pos x="connsiteX41863" y="connsiteY41863"/>
              </a:cxn>
              <a:cxn ang="0">
                <a:pos x="connsiteX41864" y="connsiteY41864"/>
              </a:cxn>
              <a:cxn ang="0">
                <a:pos x="connsiteX41865" y="connsiteY41865"/>
              </a:cxn>
              <a:cxn ang="0">
                <a:pos x="connsiteX41866" y="connsiteY41866"/>
              </a:cxn>
              <a:cxn ang="0">
                <a:pos x="connsiteX41867" y="connsiteY41867"/>
              </a:cxn>
              <a:cxn ang="0">
                <a:pos x="connsiteX41868" y="connsiteY41868"/>
              </a:cxn>
              <a:cxn ang="0">
                <a:pos x="connsiteX41869" y="connsiteY41869"/>
              </a:cxn>
              <a:cxn ang="0">
                <a:pos x="connsiteX41870" y="connsiteY41870"/>
              </a:cxn>
              <a:cxn ang="0">
                <a:pos x="connsiteX41871" y="connsiteY41871"/>
              </a:cxn>
              <a:cxn ang="0">
                <a:pos x="connsiteX41872" y="connsiteY41872"/>
              </a:cxn>
              <a:cxn ang="0">
                <a:pos x="connsiteX41873" y="connsiteY41873"/>
              </a:cxn>
              <a:cxn ang="0">
                <a:pos x="connsiteX41874" y="connsiteY41874"/>
              </a:cxn>
              <a:cxn ang="0">
                <a:pos x="connsiteX41875" y="connsiteY41875"/>
              </a:cxn>
              <a:cxn ang="0">
                <a:pos x="connsiteX41876" y="connsiteY41876"/>
              </a:cxn>
              <a:cxn ang="0">
                <a:pos x="connsiteX41877" y="connsiteY41877"/>
              </a:cxn>
              <a:cxn ang="0">
                <a:pos x="connsiteX41878" y="connsiteY41878"/>
              </a:cxn>
              <a:cxn ang="0">
                <a:pos x="connsiteX41879" y="connsiteY41879"/>
              </a:cxn>
              <a:cxn ang="0">
                <a:pos x="connsiteX41880" y="connsiteY41880"/>
              </a:cxn>
              <a:cxn ang="0">
                <a:pos x="connsiteX41881" y="connsiteY41881"/>
              </a:cxn>
              <a:cxn ang="0">
                <a:pos x="connsiteX41882" y="connsiteY41882"/>
              </a:cxn>
              <a:cxn ang="0">
                <a:pos x="connsiteX41883" y="connsiteY41883"/>
              </a:cxn>
              <a:cxn ang="0">
                <a:pos x="connsiteX41884" y="connsiteY41884"/>
              </a:cxn>
              <a:cxn ang="0">
                <a:pos x="connsiteX41885" y="connsiteY41885"/>
              </a:cxn>
              <a:cxn ang="0">
                <a:pos x="connsiteX41886" y="connsiteY41886"/>
              </a:cxn>
              <a:cxn ang="0">
                <a:pos x="connsiteX41887" y="connsiteY41887"/>
              </a:cxn>
              <a:cxn ang="0">
                <a:pos x="connsiteX41888" y="connsiteY41888"/>
              </a:cxn>
              <a:cxn ang="0">
                <a:pos x="connsiteX41889" y="connsiteY41889"/>
              </a:cxn>
              <a:cxn ang="0">
                <a:pos x="connsiteX41890" y="connsiteY41890"/>
              </a:cxn>
              <a:cxn ang="0">
                <a:pos x="connsiteX41891" y="connsiteY41891"/>
              </a:cxn>
              <a:cxn ang="0">
                <a:pos x="connsiteX41892" y="connsiteY41892"/>
              </a:cxn>
              <a:cxn ang="0">
                <a:pos x="connsiteX41893" y="connsiteY41893"/>
              </a:cxn>
              <a:cxn ang="0">
                <a:pos x="connsiteX41894" y="connsiteY41894"/>
              </a:cxn>
              <a:cxn ang="0">
                <a:pos x="connsiteX41895" y="connsiteY41895"/>
              </a:cxn>
              <a:cxn ang="0">
                <a:pos x="connsiteX41896" y="connsiteY41896"/>
              </a:cxn>
              <a:cxn ang="0">
                <a:pos x="connsiteX41897" y="connsiteY41897"/>
              </a:cxn>
              <a:cxn ang="0">
                <a:pos x="connsiteX41898" y="connsiteY41898"/>
              </a:cxn>
              <a:cxn ang="0">
                <a:pos x="connsiteX41899" y="connsiteY41899"/>
              </a:cxn>
              <a:cxn ang="0">
                <a:pos x="connsiteX41900" y="connsiteY41900"/>
              </a:cxn>
              <a:cxn ang="0">
                <a:pos x="connsiteX41901" y="connsiteY41901"/>
              </a:cxn>
              <a:cxn ang="0">
                <a:pos x="connsiteX41902" y="connsiteY41902"/>
              </a:cxn>
              <a:cxn ang="0">
                <a:pos x="connsiteX41903" y="connsiteY41903"/>
              </a:cxn>
              <a:cxn ang="0">
                <a:pos x="connsiteX41904" y="connsiteY41904"/>
              </a:cxn>
              <a:cxn ang="0">
                <a:pos x="connsiteX41905" y="connsiteY41905"/>
              </a:cxn>
              <a:cxn ang="0">
                <a:pos x="connsiteX41906" y="connsiteY41906"/>
              </a:cxn>
              <a:cxn ang="0">
                <a:pos x="connsiteX41907" y="connsiteY41907"/>
              </a:cxn>
              <a:cxn ang="0">
                <a:pos x="connsiteX41908" y="connsiteY41908"/>
              </a:cxn>
              <a:cxn ang="0">
                <a:pos x="connsiteX41909" y="connsiteY41909"/>
              </a:cxn>
              <a:cxn ang="0">
                <a:pos x="connsiteX41910" y="connsiteY41910"/>
              </a:cxn>
              <a:cxn ang="0">
                <a:pos x="connsiteX41911" y="connsiteY41911"/>
              </a:cxn>
              <a:cxn ang="0">
                <a:pos x="connsiteX41912" y="connsiteY41912"/>
              </a:cxn>
              <a:cxn ang="0">
                <a:pos x="connsiteX41913" y="connsiteY41913"/>
              </a:cxn>
              <a:cxn ang="0">
                <a:pos x="connsiteX41914" y="connsiteY41914"/>
              </a:cxn>
              <a:cxn ang="0">
                <a:pos x="connsiteX41915" y="connsiteY41915"/>
              </a:cxn>
              <a:cxn ang="0">
                <a:pos x="connsiteX41916" y="connsiteY41916"/>
              </a:cxn>
              <a:cxn ang="0">
                <a:pos x="connsiteX41917" y="connsiteY41917"/>
              </a:cxn>
              <a:cxn ang="0">
                <a:pos x="connsiteX41918" y="connsiteY41918"/>
              </a:cxn>
              <a:cxn ang="0">
                <a:pos x="connsiteX41919" y="connsiteY41919"/>
              </a:cxn>
              <a:cxn ang="0">
                <a:pos x="connsiteX41920" y="connsiteY41920"/>
              </a:cxn>
              <a:cxn ang="0">
                <a:pos x="connsiteX41921" y="connsiteY41921"/>
              </a:cxn>
              <a:cxn ang="0">
                <a:pos x="connsiteX41922" y="connsiteY41922"/>
              </a:cxn>
              <a:cxn ang="0">
                <a:pos x="connsiteX41923" y="connsiteY41923"/>
              </a:cxn>
              <a:cxn ang="0">
                <a:pos x="connsiteX41924" y="connsiteY41924"/>
              </a:cxn>
              <a:cxn ang="0">
                <a:pos x="connsiteX41925" y="connsiteY41925"/>
              </a:cxn>
              <a:cxn ang="0">
                <a:pos x="connsiteX41926" y="connsiteY41926"/>
              </a:cxn>
              <a:cxn ang="0">
                <a:pos x="connsiteX41927" y="connsiteY41927"/>
              </a:cxn>
              <a:cxn ang="0">
                <a:pos x="connsiteX41928" y="connsiteY41928"/>
              </a:cxn>
              <a:cxn ang="0">
                <a:pos x="connsiteX41929" y="connsiteY41929"/>
              </a:cxn>
              <a:cxn ang="0">
                <a:pos x="connsiteX41930" y="connsiteY41930"/>
              </a:cxn>
              <a:cxn ang="0">
                <a:pos x="connsiteX41931" y="connsiteY41931"/>
              </a:cxn>
              <a:cxn ang="0">
                <a:pos x="connsiteX41932" y="connsiteY41932"/>
              </a:cxn>
              <a:cxn ang="0">
                <a:pos x="connsiteX41933" y="connsiteY41933"/>
              </a:cxn>
              <a:cxn ang="0">
                <a:pos x="connsiteX41934" y="connsiteY41934"/>
              </a:cxn>
              <a:cxn ang="0">
                <a:pos x="connsiteX41935" y="connsiteY41935"/>
              </a:cxn>
              <a:cxn ang="0">
                <a:pos x="connsiteX41936" y="connsiteY41936"/>
              </a:cxn>
              <a:cxn ang="0">
                <a:pos x="connsiteX41937" y="connsiteY41937"/>
              </a:cxn>
              <a:cxn ang="0">
                <a:pos x="connsiteX41938" y="connsiteY41938"/>
              </a:cxn>
              <a:cxn ang="0">
                <a:pos x="connsiteX41939" y="connsiteY41939"/>
              </a:cxn>
              <a:cxn ang="0">
                <a:pos x="connsiteX41940" y="connsiteY41940"/>
              </a:cxn>
              <a:cxn ang="0">
                <a:pos x="connsiteX41941" y="connsiteY41941"/>
              </a:cxn>
              <a:cxn ang="0">
                <a:pos x="connsiteX41942" y="connsiteY41942"/>
              </a:cxn>
              <a:cxn ang="0">
                <a:pos x="connsiteX41943" y="connsiteY41943"/>
              </a:cxn>
              <a:cxn ang="0">
                <a:pos x="connsiteX41944" y="connsiteY41944"/>
              </a:cxn>
              <a:cxn ang="0">
                <a:pos x="connsiteX41945" y="connsiteY41945"/>
              </a:cxn>
              <a:cxn ang="0">
                <a:pos x="connsiteX41946" y="connsiteY41946"/>
              </a:cxn>
              <a:cxn ang="0">
                <a:pos x="connsiteX41947" y="connsiteY41947"/>
              </a:cxn>
              <a:cxn ang="0">
                <a:pos x="connsiteX41948" y="connsiteY41948"/>
              </a:cxn>
              <a:cxn ang="0">
                <a:pos x="connsiteX41949" y="connsiteY41949"/>
              </a:cxn>
              <a:cxn ang="0">
                <a:pos x="connsiteX41950" y="connsiteY41950"/>
              </a:cxn>
              <a:cxn ang="0">
                <a:pos x="connsiteX41951" y="connsiteY41951"/>
              </a:cxn>
              <a:cxn ang="0">
                <a:pos x="connsiteX41952" y="connsiteY41952"/>
              </a:cxn>
              <a:cxn ang="0">
                <a:pos x="connsiteX41953" y="connsiteY41953"/>
              </a:cxn>
              <a:cxn ang="0">
                <a:pos x="connsiteX41954" y="connsiteY41954"/>
              </a:cxn>
              <a:cxn ang="0">
                <a:pos x="connsiteX41955" y="connsiteY41955"/>
              </a:cxn>
              <a:cxn ang="0">
                <a:pos x="connsiteX41956" y="connsiteY41956"/>
              </a:cxn>
              <a:cxn ang="0">
                <a:pos x="connsiteX41957" y="connsiteY41957"/>
              </a:cxn>
              <a:cxn ang="0">
                <a:pos x="connsiteX41958" y="connsiteY41958"/>
              </a:cxn>
              <a:cxn ang="0">
                <a:pos x="connsiteX41959" y="connsiteY41959"/>
              </a:cxn>
              <a:cxn ang="0">
                <a:pos x="connsiteX41960" y="connsiteY41960"/>
              </a:cxn>
              <a:cxn ang="0">
                <a:pos x="connsiteX41961" y="connsiteY41961"/>
              </a:cxn>
              <a:cxn ang="0">
                <a:pos x="connsiteX41962" y="connsiteY41962"/>
              </a:cxn>
              <a:cxn ang="0">
                <a:pos x="connsiteX41963" y="connsiteY41963"/>
              </a:cxn>
              <a:cxn ang="0">
                <a:pos x="connsiteX41964" y="connsiteY41964"/>
              </a:cxn>
              <a:cxn ang="0">
                <a:pos x="connsiteX41965" y="connsiteY41965"/>
              </a:cxn>
              <a:cxn ang="0">
                <a:pos x="connsiteX41966" y="connsiteY41966"/>
              </a:cxn>
              <a:cxn ang="0">
                <a:pos x="connsiteX41967" y="connsiteY41967"/>
              </a:cxn>
              <a:cxn ang="0">
                <a:pos x="connsiteX41968" y="connsiteY41968"/>
              </a:cxn>
              <a:cxn ang="0">
                <a:pos x="connsiteX41969" y="connsiteY41969"/>
              </a:cxn>
              <a:cxn ang="0">
                <a:pos x="connsiteX41970" y="connsiteY41970"/>
              </a:cxn>
              <a:cxn ang="0">
                <a:pos x="connsiteX41971" y="connsiteY41971"/>
              </a:cxn>
              <a:cxn ang="0">
                <a:pos x="connsiteX41972" y="connsiteY41972"/>
              </a:cxn>
              <a:cxn ang="0">
                <a:pos x="connsiteX41973" y="connsiteY41973"/>
              </a:cxn>
              <a:cxn ang="0">
                <a:pos x="connsiteX41974" y="connsiteY41974"/>
              </a:cxn>
              <a:cxn ang="0">
                <a:pos x="connsiteX41975" y="connsiteY41975"/>
              </a:cxn>
              <a:cxn ang="0">
                <a:pos x="connsiteX41976" y="connsiteY41976"/>
              </a:cxn>
              <a:cxn ang="0">
                <a:pos x="connsiteX41977" y="connsiteY41977"/>
              </a:cxn>
              <a:cxn ang="0">
                <a:pos x="connsiteX41978" y="connsiteY41978"/>
              </a:cxn>
              <a:cxn ang="0">
                <a:pos x="connsiteX41979" y="connsiteY41979"/>
              </a:cxn>
              <a:cxn ang="0">
                <a:pos x="connsiteX41980" y="connsiteY41980"/>
              </a:cxn>
              <a:cxn ang="0">
                <a:pos x="connsiteX41981" y="connsiteY41981"/>
              </a:cxn>
              <a:cxn ang="0">
                <a:pos x="connsiteX41982" y="connsiteY41982"/>
              </a:cxn>
              <a:cxn ang="0">
                <a:pos x="connsiteX41983" y="connsiteY41983"/>
              </a:cxn>
              <a:cxn ang="0">
                <a:pos x="connsiteX41984" y="connsiteY41984"/>
              </a:cxn>
              <a:cxn ang="0">
                <a:pos x="connsiteX41985" y="connsiteY41985"/>
              </a:cxn>
              <a:cxn ang="0">
                <a:pos x="connsiteX41986" y="connsiteY41986"/>
              </a:cxn>
              <a:cxn ang="0">
                <a:pos x="connsiteX41987" y="connsiteY41987"/>
              </a:cxn>
              <a:cxn ang="0">
                <a:pos x="connsiteX41988" y="connsiteY41988"/>
              </a:cxn>
              <a:cxn ang="0">
                <a:pos x="connsiteX41989" y="connsiteY41989"/>
              </a:cxn>
              <a:cxn ang="0">
                <a:pos x="connsiteX41990" y="connsiteY41990"/>
              </a:cxn>
              <a:cxn ang="0">
                <a:pos x="connsiteX41991" y="connsiteY41991"/>
              </a:cxn>
              <a:cxn ang="0">
                <a:pos x="connsiteX41992" y="connsiteY41992"/>
              </a:cxn>
              <a:cxn ang="0">
                <a:pos x="connsiteX41993" y="connsiteY41993"/>
              </a:cxn>
              <a:cxn ang="0">
                <a:pos x="connsiteX41994" y="connsiteY41994"/>
              </a:cxn>
              <a:cxn ang="0">
                <a:pos x="connsiteX41995" y="connsiteY41995"/>
              </a:cxn>
              <a:cxn ang="0">
                <a:pos x="connsiteX41996" y="connsiteY41996"/>
              </a:cxn>
              <a:cxn ang="0">
                <a:pos x="connsiteX41997" y="connsiteY41997"/>
              </a:cxn>
              <a:cxn ang="0">
                <a:pos x="connsiteX41998" y="connsiteY41998"/>
              </a:cxn>
              <a:cxn ang="0">
                <a:pos x="connsiteX41999" y="connsiteY41999"/>
              </a:cxn>
              <a:cxn ang="0">
                <a:pos x="connsiteX42000" y="connsiteY42000"/>
              </a:cxn>
              <a:cxn ang="0">
                <a:pos x="connsiteX42001" y="connsiteY42001"/>
              </a:cxn>
              <a:cxn ang="0">
                <a:pos x="connsiteX42002" y="connsiteY42002"/>
              </a:cxn>
              <a:cxn ang="0">
                <a:pos x="connsiteX42003" y="connsiteY42003"/>
              </a:cxn>
              <a:cxn ang="0">
                <a:pos x="connsiteX42004" y="connsiteY42004"/>
              </a:cxn>
              <a:cxn ang="0">
                <a:pos x="connsiteX42005" y="connsiteY42005"/>
              </a:cxn>
              <a:cxn ang="0">
                <a:pos x="connsiteX42006" y="connsiteY42006"/>
              </a:cxn>
              <a:cxn ang="0">
                <a:pos x="connsiteX42007" y="connsiteY42007"/>
              </a:cxn>
              <a:cxn ang="0">
                <a:pos x="connsiteX42008" y="connsiteY42008"/>
              </a:cxn>
              <a:cxn ang="0">
                <a:pos x="connsiteX42009" y="connsiteY42009"/>
              </a:cxn>
              <a:cxn ang="0">
                <a:pos x="connsiteX42010" y="connsiteY42010"/>
              </a:cxn>
              <a:cxn ang="0">
                <a:pos x="connsiteX42011" y="connsiteY42011"/>
              </a:cxn>
              <a:cxn ang="0">
                <a:pos x="connsiteX42012" y="connsiteY42012"/>
              </a:cxn>
              <a:cxn ang="0">
                <a:pos x="connsiteX42013" y="connsiteY42013"/>
              </a:cxn>
              <a:cxn ang="0">
                <a:pos x="connsiteX42014" y="connsiteY42014"/>
              </a:cxn>
              <a:cxn ang="0">
                <a:pos x="connsiteX42015" y="connsiteY42015"/>
              </a:cxn>
              <a:cxn ang="0">
                <a:pos x="connsiteX42016" y="connsiteY42016"/>
              </a:cxn>
              <a:cxn ang="0">
                <a:pos x="connsiteX42017" y="connsiteY42017"/>
              </a:cxn>
              <a:cxn ang="0">
                <a:pos x="connsiteX42018" y="connsiteY42018"/>
              </a:cxn>
              <a:cxn ang="0">
                <a:pos x="connsiteX42019" y="connsiteY42019"/>
              </a:cxn>
              <a:cxn ang="0">
                <a:pos x="connsiteX42020" y="connsiteY42020"/>
              </a:cxn>
              <a:cxn ang="0">
                <a:pos x="connsiteX42021" y="connsiteY42021"/>
              </a:cxn>
              <a:cxn ang="0">
                <a:pos x="connsiteX42022" y="connsiteY42022"/>
              </a:cxn>
              <a:cxn ang="0">
                <a:pos x="connsiteX42023" y="connsiteY42023"/>
              </a:cxn>
              <a:cxn ang="0">
                <a:pos x="connsiteX42024" y="connsiteY42024"/>
              </a:cxn>
              <a:cxn ang="0">
                <a:pos x="connsiteX42025" y="connsiteY42025"/>
              </a:cxn>
              <a:cxn ang="0">
                <a:pos x="connsiteX42026" y="connsiteY42026"/>
              </a:cxn>
              <a:cxn ang="0">
                <a:pos x="connsiteX42027" y="connsiteY42027"/>
              </a:cxn>
              <a:cxn ang="0">
                <a:pos x="connsiteX42028" y="connsiteY42028"/>
              </a:cxn>
              <a:cxn ang="0">
                <a:pos x="connsiteX42029" y="connsiteY42029"/>
              </a:cxn>
              <a:cxn ang="0">
                <a:pos x="connsiteX42030" y="connsiteY42030"/>
              </a:cxn>
              <a:cxn ang="0">
                <a:pos x="connsiteX42031" y="connsiteY42031"/>
              </a:cxn>
              <a:cxn ang="0">
                <a:pos x="connsiteX42032" y="connsiteY42032"/>
              </a:cxn>
              <a:cxn ang="0">
                <a:pos x="connsiteX42033" y="connsiteY42033"/>
              </a:cxn>
              <a:cxn ang="0">
                <a:pos x="connsiteX42034" y="connsiteY42034"/>
              </a:cxn>
              <a:cxn ang="0">
                <a:pos x="connsiteX42035" y="connsiteY42035"/>
              </a:cxn>
              <a:cxn ang="0">
                <a:pos x="connsiteX42036" y="connsiteY42036"/>
              </a:cxn>
              <a:cxn ang="0">
                <a:pos x="connsiteX42037" y="connsiteY42037"/>
              </a:cxn>
              <a:cxn ang="0">
                <a:pos x="connsiteX42038" y="connsiteY42038"/>
              </a:cxn>
              <a:cxn ang="0">
                <a:pos x="connsiteX42039" y="connsiteY42039"/>
              </a:cxn>
              <a:cxn ang="0">
                <a:pos x="connsiteX42040" y="connsiteY42040"/>
              </a:cxn>
              <a:cxn ang="0">
                <a:pos x="connsiteX42041" y="connsiteY42041"/>
              </a:cxn>
              <a:cxn ang="0">
                <a:pos x="connsiteX42042" y="connsiteY42042"/>
              </a:cxn>
              <a:cxn ang="0">
                <a:pos x="connsiteX42043" y="connsiteY42043"/>
              </a:cxn>
              <a:cxn ang="0">
                <a:pos x="connsiteX42044" y="connsiteY42044"/>
              </a:cxn>
              <a:cxn ang="0">
                <a:pos x="connsiteX42045" y="connsiteY42045"/>
              </a:cxn>
              <a:cxn ang="0">
                <a:pos x="connsiteX42046" y="connsiteY42046"/>
              </a:cxn>
              <a:cxn ang="0">
                <a:pos x="connsiteX42047" y="connsiteY42047"/>
              </a:cxn>
              <a:cxn ang="0">
                <a:pos x="connsiteX42048" y="connsiteY42048"/>
              </a:cxn>
              <a:cxn ang="0">
                <a:pos x="connsiteX42049" y="connsiteY42049"/>
              </a:cxn>
              <a:cxn ang="0">
                <a:pos x="connsiteX42050" y="connsiteY42050"/>
              </a:cxn>
              <a:cxn ang="0">
                <a:pos x="connsiteX42051" y="connsiteY42051"/>
              </a:cxn>
              <a:cxn ang="0">
                <a:pos x="connsiteX42052" y="connsiteY42052"/>
              </a:cxn>
              <a:cxn ang="0">
                <a:pos x="connsiteX42053" y="connsiteY42053"/>
              </a:cxn>
              <a:cxn ang="0">
                <a:pos x="connsiteX42054" y="connsiteY42054"/>
              </a:cxn>
              <a:cxn ang="0">
                <a:pos x="connsiteX42055" y="connsiteY42055"/>
              </a:cxn>
              <a:cxn ang="0">
                <a:pos x="connsiteX42056" y="connsiteY42056"/>
              </a:cxn>
              <a:cxn ang="0">
                <a:pos x="connsiteX42057" y="connsiteY42057"/>
              </a:cxn>
              <a:cxn ang="0">
                <a:pos x="connsiteX42058" y="connsiteY42058"/>
              </a:cxn>
              <a:cxn ang="0">
                <a:pos x="connsiteX42059" y="connsiteY42059"/>
              </a:cxn>
              <a:cxn ang="0">
                <a:pos x="connsiteX42060" y="connsiteY42060"/>
              </a:cxn>
              <a:cxn ang="0">
                <a:pos x="connsiteX42061" y="connsiteY42061"/>
              </a:cxn>
              <a:cxn ang="0">
                <a:pos x="connsiteX42062" y="connsiteY42062"/>
              </a:cxn>
              <a:cxn ang="0">
                <a:pos x="connsiteX42063" y="connsiteY42063"/>
              </a:cxn>
              <a:cxn ang="0">
                <a:pos x="connsiteX42064" y="connsiteY42064"/>
              </a:cxn>
              <a:cxn ang="0">
                <a:pos x="connsiteX42065" y="connsiteY42065"/>
              </a:cxn>
              <a:cxn ang="0">
                <a:pos x="connsiteX42066" y="connsiteY42066"/>
              </a:cxn>
              <a:cxn ang="0">
                <a:pos x="connsiteX42067" y="connsiteY42067"/>
              </a:cxn>
              <a:cxn ang="0">
                <a:pos x="connsiteX42068" y="connsiteY42068"/>
              </a:cxn>
              <a:cxn ang="0">
                <a:pos x="connsiteX42069" y="connsiteY42069"/>
              </a:cxn>
              <a:cxn ang="0">
                <a:pos x="connsiteX42070" y="connsiteY42070"/>
              </a:cxn>
              <a:cxn ang="0">
                <a:pos x="connsiteX42071" y="connsiteY42071"/>
              </a:cxn>
              <a:cxn ang="0">
                <a:pos x="connsiteX42072" y="connsiteY42072"/>
              </a:cxn>
              <a:cxn ang="0">
                <a:pos x="connsiteX42073" y="connsiteY42073"/>
              </a:cxn>
              <a:cxn ang="0">
                <a:pos x="connsiteX42074" y="connsiteY42074"/>
              </a:cxn>
              <a:cxn ang="0">
                <a:pos x="connsiteX42075" y="connsiteY42075"/>
              </a:cxn>
              <a:cxn ang="0">
                <a:pos x="connsiteX42076" y="connsiteY42076"/>
              </a:cxn>
              <a:cxn ang="0">
                <a:pos x="connsiteX42077" y="connsiteY42077"/>
              </a:cxn>
              <a:cxn ang="0">
                <a:pos x="connsiteX42078" y="connsiteY42078"/>
              </a:cxn>
              <a:cxn ang="0">
                <a:pos x="connsiteX42079" y="connsiteY42079"/>
              </a:cxn>
              <a:cxn ang="0">
                <a:pos x="connsiteX42080" y="connsiteY42080"/>
              </a:cxn>
              <a:cxn ang="0">
                <a:pos x="connsiteX42081" y="connsiteY42081"/>
              </a:cxn>
              <a:cxn ang="0">
                <a:pos x="connsiteX42082" y="connsiteY42082"/>
              </a:cxn>
              <a:cxn ang="0">
                <a:pos x="connsiteX42083" y="connsiteY42083"/>
              </a:cxn>
              <a:cxn ang="0">
                <a:pos x="connsiteX42084" y="connsiteY42084"/>
              </a:cxn>
              <a:cxn ang="0">
                <a:pos x="connsiteX42085" y="connsiteY42085"/>
              </a:cxn>
              <a:cxn ang="0">
                <a:pos x="connsiteX42086" y="connsiteY42086"/>
              </a:cxn>
              <a:cxn ang="0">
                <a:pos x="connsiteX42087" y="connsiteY42087"/>
              </a:cxn>
              <a:cxn ang="0">
                <a:pos x="connsiteX42088" y="connsiteY42088"/>
              </a:cxn>
              <a:cxn ang="0">
                <a:pos x="connsiteX42089" y="connsiteY42089"/>
              </a:cxn>
              <a:cxn ang="0">
                <a:pos x="connsiteX42090" y="connsiteY42090"/>
              </a:cxn>
              <a:cxn ang="0">
                <a:pos x="connsiteX42091" y="connsiteY42091"/>
              </a:cxn>
              <a:cxn ang="0">
                <a:pos x="connsiteX42092" y="connsiteY42092"/>
              </a:cxn>
              <a:cxn ang="0">
                <a:pos x="connsiteX42093" y="connsiteY42093"/>
              </a:cxn>
              <a:cxn ang="0">
                <a:pos x="connsiteX42094" y="connsiteY42094"/>
              </a:cxn>
              <a:cxn ang="0">
                <a:pos x="connsiteX42095" y="connsiteY42095"/>
              </a:cxn>
              <a:cxn ang="0">
                <a:pos x="connsiteX42096" y="connsiteY42096"/>
              </a:cxn>
              <a:cxn ang="0">
                <a:pos x="connsiteX42097" y="connsiteY42097"/>
              </a:cxn>
              <a:cxn ang="0">
                <a:pos x="connsiteX42098" y="connsiteY42098"/>
              </a:cxn>
              <a:cxn ang="0">
                <a:pos x="connsiteX42099" y="connsiteY42099"/>
              </a:cxn>
              <a:cxn ang="0">
                <a:pos x="connsiteX42100" y="connsiteY42100"/>
              </a:cxn>
              <a:cxn ang="0">
                <a:pos x="connsiteX42101" y="connsiteY42101"/>
              </a:cxn>
              <a:cxn ang="0">
                <a:pos x="connsiteX42102" y="connsiteY42102"/>
              </a:cxn>
              <a:cxn ang="0">
                <a:pos x="connsiteX42103" y="connsiteY42103"/>
              </a:cxn>
              <a:cxn ang="0">
                <a:pos x="connsiteX42104" y="connsiteY42104"/>
              </a:cxn>
              <a:cxn ang="0">
                <a:pos x="connsiteX42105" y="connsiteY42105"/>
              </a:cxn>
              <a:cxn ang="0">
                <a:pos x="connsiteX42106" y="connsiteY42106"/>
              </a:cxn>
              <a:cxn ang="0">
                <a:pos x="connsiteX42107" y="connsiteY42107"/>
              </a:cxn>
              <a:cxn ang="0">
                <a:pos x="connsiteX42108" y="connsiteY42108"/>
              </a:cxn>
              <a:cxn ang="0">
                <a:pos x="connsiteX42109" y="connsiteY42109"/>
              </a:cxn>
              <a:cxn ang="0">
                <a:pos x="connsiteX42110" y="connsiteY42110"/>
              </a:cxn>
              <a:cxn ang="0">
                <a:pos x="connsiteX42111" y="connsiteY42111"/>
              </a:cxn>
              <a:cxn ang="0">
                <a:pos x="connsiteX42112" y="connsiteY42112"/>
              </a:cxn>
              <a:cxn ang="0">
                <a:pos x="connsiteX42113" y="connsiteY42113"/>
              </a:cxn>
              <a:cxn ang="0">
                <a:pos x="connsiteX42114" y="connsiteY42114"/>
              </a:cxn>
              <a:cxn ang="0">
                <a:pos x="connsiteX42115" y="connsiteY42115"/>
              </a:cxn>
              <a:cxn ang="0">
                <a:pos x="connsiteX42116" y="connsiteY42116"/>
              </a:cxn>
              <a:cxn ang="0">
                <a:pos x="connsiteX42117" y="connsiteY42117"/>
              </a:cxn>
              <a:cxn ang="0">
                <a:pos x="connsiteX42118" y="connsiteY42118"/>
              </a:cxn>
              <a:cxn ang="0">
                <a:pos x="connsiteX42119" y="connsiteY42119"/>
              </a:cxn>
              <a:cxn ang="0">
                <a:pos x="connsiteX42120" y="connsiteY42120"/>
              </a:cxn>
              <a:cxn ang="0">
                <a:pos x="connsiteX42121" y="connsiteY42121"/>
              </a:cxn>
              <a:cxn ang="0">
                <a:pos x="connsiteX42122" y="connsiteY42122"/>
              </a:cxn>
              <a:cxn ang="0">
                <a:pos x="connsiteX42123" y="connsiteY42123"/>
              </a:cxn>
              <a:cxn ang="0">
                <a:pos x="connsiteX42124" y="connsiteY42124"/>
              </a:cxn>
              <a:cxn ang="0">
                <a:pos x="connsiteX42125" y="connsiteY42125"/>
              </a:cxn>
              <a:cxn ang="0">
                <a:pos x="connsiteX42126" y="connsiteY42126"/>
              </a:cxn>
              <a:cxn ang="0">
                <a:pos x="connsiteX42127" y="connsiteY42127"/>
              </a:cxn>
              <a:cxn ang="0">
                <a:pos x="connsiteX42128" y="connsiteY42128"/>
              </a:cxn>
              <a:cxn ang="0">
                <a:pos x="connsiteX42129" y="connsiteY42129"/>
              </a:cxn>
              <a:cxn ang="0">
                <a:pos x="connsiteX42130" y="connsiteY42130"/>
              </a:cxn>
              <a:cxn ang="0">
                <a:pos x="connsiteX42131" y="connsiteY42131"/>
              </a:cxn>
              <a:cxn ang="0">
                <a:pos x="connsiteX42132" y="connsiteY42132"/>
              </a:cxn>
              <a:cxn ang="0">
                <a:pos x="connsiteX42133" y="connsiteY42133"/>
              </a:cxn>
              <a:cxn ang="0">
                <a:pos x="connsiteX42134" y="connsiteY42134"/>
              </a:cxn>
              <a:cxn ang="0">
                <a:pos x="connsiteX42135" y="connsiteY42135"/>
              </a:cxn>
              <a:cxn ang="0">
                <a:pos x="connsiteX42136" y="connsiteY42136"/>
              </a:cxn>
              <a:cxn ang="0">
                <a:pos x="connsiteX42137" y="connsiteY42137"/>
              </a:cxn>
              <a:cxn ang="0">
                <a:pos x="connsiteX42138" y="connsiteY42138"/>
              </a:cxn>
              <a:cxn ang="0">
                <a:pos x="connsiteX42139" y="connsiteY42139"/>
              </a:cxn>
              <a:cxn ang="0">
                <a:pos x="connsiteX42140" y="connsiteY42140"/>
              </a:cxn>
              <a:cxn ang="0">
                <a:pos x="connsiteX42141" y="connsiteY42141"/>
              </a:cxn>
              <a:cxn ang="0">
                <a:pos x="connsiteX42142" y="connsiteY42142"/>
              </a:cxn>
              <a:cxn ang="0">
                <a:pos x="connsiteX42143" y="connsiteY42143"/>
              </a:cxn>
              <a:cxn ang="0">
                <a:pos x="connsiteX42144" y="connsiteY42144"/>
              </a:cxn>
              <a:cxn ang="0">
                <a:pos x="connsiteX42145" y="connsiteY42145"/>
              </a:cxn>
              <a:cxn ang="0">
                <a:pos x="connsiteX42146" y="connsiteY42146"/>
              </a:cxn>
              <a:cxn ang="0">
                <a:pos x="connsiteX42147" y="connsiteY42147"/>
              </a:cxn>
              <a:cxn ang="0">
                <a:pos x="connsiteX42148" y="connsiteY42148"/>
              </a:cxn>
              <a:cxn ang="0">
                <a:pos x="connsiteX42149" y="connsiteY42149"/>
              </a:cxn>
              <a:cxn ang="0">
                <a:pos x="connsiteX42150" y="connsiteY42150"/>
              </a:cxn>
              <a:cxn ang="0">
                <a:pos x="connsiteX42151" y="connsiteY42151"/>
              </a:cxn>
              <a:cxn ang="0">
                <a:pos x="connsiteX42152" y="connsiteY42152"/>
              </a:cxn>
              <a:cxn ang="0">
                <a:pos x="connsiteX42153" y="connsiteY42153"/>
              </a:cxn>
              <a:cxn ang="0">
                <a:pos x="connsiteX42154" y="connsiteY42154"/>
              </a:cxn>
              <a:cxn ang="0">
                <a:pos x="connsiteX42155" y="connsiteY42155"/>
              </a:cxn>
              <a:cxn ang="0">
                <a:pos x="connsiteX42156" y="connsiteY42156"/>
              </a:cxn>
              <a:cxn ang="0">
                <a:pos x="connsiteX42157" y="connsiteY42157"/>
              </a:cxn>
              <a:cxn ang="0">
                <a:pos x="connsiteX42158" y="connsiteY42158"/>
              </a:cxn>
              <a:cxn ang="0">
                <a:pos x="connsiteX42159" y="connsiteY42159"/>
              </a:cxn>
              <a:cxn ang="0">
                <a:pos x="connsiteX42160" y="connsiteY42160"/>
              </a:cxn>
              <a:cxn ang="0">
                <a:pos x="connsiteX42161" y="connsiteY42161"/>
              </a:cxn>
              <a:cxn ang="0">
                <a:pos x="connsiteX42162" y="connsiteY42162"/>
              </a:cxn>
              <a:cxn ang="0">
                <a:pos x="connsiteX42163" y="connsiteY42163"/>
              </a:cxn>
              <a:cxn ang="0">
                <a:pos x="connsiteX42164" y="connsiteY42164"/>
              </a:cxn>
              <a:cxn ang="0">
                <a:pos x="connsiteX42165" y="connsiteY42165"/>
              </a:cxn>
              <a:cxn ang="0">
                <a:pos x="connsiteX42166" y="connsiteY42166"/>
              </a:cxn>
              <a:cxn ang="0">
                <a:pos x="connsiteX42167" y="connsiteY42167"/>
              </a:cxn>
              <a:cxn ang="0">
                <a:pos x="connsiteX42168" y="connsiteY42168"/>
              </a:cxn>
              <a:cxn ang="0">
                <a:pos x="connsiteX42169" y="connsiteY42169"/>
              </a:cxn>
              <a:cxn ang="0">
                <a:pos x="connsiteX42170" y="connsiteY42170"/>
              </a:cxn>
              <a:cxn ang="0">
                <a:pos x="connsiteX42171" y="connsiteY42171"/>
              </a:cxn>
              <a:cxn ang="0">
                <a:pos x="connsiteX42172" y="connsiteY42172"/>
              </a:cxn>
              <a:cxn ang="0">
                <a:pos x="connsiteX42173" y="connsiteY42173"/>
              </a:cxn>
              <a:cxn ang="0">
                <a:pos x="connsiteX42174" y="connsiteY42174"/>
              </a:cxn>
              <a:cxn ang="0">
                <a:pos x="connsiteX42175" y="connsiteY42175"/>
              </a:cxn>
              <a:cxn ang="0">
                <a:pos x="connsiteX42176" y="connsiteY42176"/>
              </a:cxn>
              <a:cxn ang="0">
                <a:pos x="connsiteX42177" y="connsiteY42177"/>
              </a:cxn>
              <a:cxn ang="0">
                <a:pos x="connsiteX42178" y="connsiteY42178"/>
              </a:cxn>
              <a:cxn ang="0">
                <a:pos x="connsiteX42179" y="connsiteY42179"/>
              </a:cxn>
              <a:cxn ang="0">
                <a:pos x="connsiteX42180" y="connsiteY42180"/>
              </a:cxn>
              <a:cxn ang="0">
                <a:pos x="connsiteX42181" y="connsiteY42181"/>
              </a:cxn>
              <a:cxn ang="0">
                <a:pos x="connsiteX42182" y="connsiteY42182"/>
              </a:cxn>
              <a:cxn ang="0">
                <a:pos x="connsiteX42183" y="connsiteY42183"/>
              </a:cxn>
              <a:cxn ang="0">
                <a:pos x="connsiteX42184" y="connsiteY42184"/>
              </a:cxn>
              <a:cxn ang="0">
                <a:pos x="connsiteX42185" y="connsiteY42185"/>
              </a:cxn>
              <a:cxn ang="0">
                <a:pos x="connsiteX42186" y="connsiteY42186"/>
              </a:cxn>
              <a:cxn ang="0">
                <a:pos x="connsiteX42187" y="connsiteY42187"/>
              </a:cxn>
              <a:cxn ang="0">
                <a:pos x="connsiteX42188" y="connsiteY42188"/>
              </a:cxn>
              <a:cxn ang="0">
                <a:pos x="connsiteX42189" y="connsiteY42189"/>
              </a:cxn>
              <a:cxn ang="0">
                <a:pos x="connsiteX42190" y="connsiteY42190"/>
              </a:cxn>
              <a:cxn ang="0">
                <a:pos x="connsiteX42191" y="connsiteY42191"/>
              </a:cxn>
              <a:cxn ang="0">
                <a:pos x="connsiteX42192" y="connsiteY42192"/>
              </a:cxn>
              <a:cxn ang="0">
                <a:pos x="connsiteX42193" y="connsiteY42193"/>
              </a:cxn>
              <a:cxn ang="0">
                <a:pos x="connsiteX42194" y="connsiteY42194"/>
              </a:cxn>
              <a:cxn ang="0">
                <a:pos x="connsiteX42195" y="connsiteY42195"/>
              </a:cxn>
              <a:cxn ang="0">
                <a:pos x="connsiteX42196" y="connsiteY42196"/>
              </a:cxn>
              <a:cxn ang="0">
                <a:pos x="connsiteX42197" y="connsiteY42197"/>
              </a:cxn>
              <a:cxn ang="0">
                <a:pos x="connsiteX42198" y="connsiteY42198"/>
              </a:cxn>
              <a:cxn ang="0">
                <a:pos x="connsiteX42199" y="connsiteY42199"/>
              </a:cxn>
              <a:cxn ang="0">
                <a:pos x="connsiteX42200" y="connsiteY42200"/>
              </a:cxn>
              <a:cxn ang="0">
                <a:pos x="connsiteX42201" y="connsiteY42201"/>
              </a:cxn>
              <a:cxn ang="0">
                <a:pos x="connsiteX42202" y="connsiteY42202"/>
              </a:cxn>
              <a:cxn ang="0">
                <a:pos x="connsiteX42203" y="connsiteY42203"/>
              </a:cxn>
              <a:cxn ang="0">
                <a:pos x="connsiteX42204" y="connsiteY42204"/>
              </a:cxn>
              <a:cxn ang="0">
                <a:pos x="connsiteX42205" y="connsiteY42205"/>
              </a:cxn>
              <a:cxn ang="0">
                <a:pos x="connsiteX42206" y="connsiteY42206"/>
              </a:cxn>
              <a:cxn ang="0">
                <a:pos x="connsiteX42207" y="connsiteY42207"/>
              </a:cxn>
              <a:cxn ang="0">
                <a:pos x="connsiteX42208" y="connsiteY42208"/>
              </a:cxn>
              <a:cxn ang="0">
                <a:pos x="connsiteX42209" y="connsiteY42209"/>
              </a:cxn>
              <a:cxn ang="0">
                <a:pos x="connsiteX42210" y="connsiteY42210"/>
              </a:cxn>
              <a:cxn ang="0">
                <a:pos x="connsiteX42211" y="connsiteY42211"/>
              </a:cxn>
              <a:cxn ang="0">
                <a:pos x="connsiteX42212" y="connsiteY42212"/>
              </a:cxn>
              <a:cxn ang="0">
                <a:pos x="connsiteX42213" y="connsiteY42213"/>
              </a:cxn>
              <a:cxn ang="0">
                <a:pos x="connsiteX42214" y="connsiteY42214"/>
              </a:cxn>
              <a:cxn ang="0">
                <a:pos x="connsiteX42215" y="connsiteY42215"/>
              </a:cxn>
              <a:cxn ang="0">
                <a:pos x="connsiteX42216" y="connsiteY42216"/>
              </a:cxn>
              <a:cxn ang="0">
                <a:pos x="connsiteX42217" y="connsiteY42217"/>
              </a:cxn>
              <a:cxn ang="0">
                <a:pos x="connsiteX42218" y="connsiteY42218"/>
              </a:cxn>
              <a:cxn ang="0">
                <a:pos x="connsiteX42219" y="connsiteY42219"/>
              </a:cxn>
              <a:cxn ang="0">
                <a:pos x="connsiteX42220" y="connsiteY42220"/>
              </a:cxn>
              <a:cxn ang="0">
                <a:pos x="connsiteX42221" y="connsiteY42221"/>
              </a:cxn>
              <a:cxn ang="0">
                <a:pos x="connsiteX42222" y="connsiteY42222"/>
              </a:cxn>
              <a:cxn ang="0">
                <a:pos x="connsiteX42223" y="connsiteY42223"/>
              </a:cxn>
              <a:cxn ang="0">
                <a:pos x="connsiteX42224" y="connsiteY42224"/>
              </a:cxn>
              <a:cxn ang="0">
                <a:pos x="connsiteX42225" y="connsiteY42225"/>
              </a:cxn>
              <a:cxn ang="0">
                <a:pos x="connsiteX42226" y="connsiteY42226"/>
              </a:cxn>
              <a:cxn ang="0">
                <a:pos x="connsiteX42227" y="connsiteY42227"/>
              </a:cxn>
              <a:cxn ang="0">
                <a:pos x="connsiteX42228" y="connsiteY42228"/>
              </a:cxn>
              <a:cxn ang="0">
                <a:pos x="connsiteX42229" y="connsiteY42229"/>
              </a:cxn>
              <a:cxn ang="0">
                <a:pos x="connsiteX42230" y="connsiteY42230"/>
              </a:cxn>
              <a:cxn ang="0">
                <a:pos x="connsiteX42231" y="connsiteY42231"/>
              </a:cxn>
              <a:cxn ang="0">
                <a:pos x="connsiteX42232" y="connsiteY42232"/>
              </a:cxn>
              <a:cxn ang="0">
                <a:pos x="connsiteX42233" y="connsiteY42233"/>
              </a:cxn>
              <a:cxn ang="0">
                <a:pos x="connsiteX42234" y="connsiteY42234"/>
              </a:cxn>
              <a:cxn ang="0">
                <a:pos x="connsiteX42235" y="connsiteY42235"/>
              </a:cxn>
              <a:cxn ang="0">
                <a:pos x="connsiteX42236" y="connsiteY42236"/>
              </a:cxn>
              <a:cxn ang="0">
                <a:pos x="connsiteX42237" y="connsiteY42237"/>
              </a:cxn>
              <a:cxn ang="0">
                <a:pos x="connsiteX42238" y="connsiteY42238"/>
              </a:cxn>
              <a:cxn ang="0">
                <a:pos x="connsiteX42239" y="connsiteY42239"/>
              </a:cxn>
              <a:cxn ang="0">
                <a:pos x="connsiteX42240" y="connsiteY42240"/>
              </a:cxn>
              <a:cxn ang="0">
                <a:pos x="connsiteX42241" y="connsiteY42241"/>
              </a:cxn>
              <a:cxn ang="0">
                <a:pos x="connsiteX42242" y="connsiteY42242"/>
              </a:cxn>
              <a:cxn ang="0">
                <a:pos x="connsiteX42243" y="connsiteY42243"/>
              </a:cxn>
              <a:cxn ang="0">
                <a:pos x="connsiteX42244" y="connsiteY42244"/>
              </a:cxn>
              <a:cxn ang="0">
                <a:pos x="connsiteX42245" y="connsiteY42245"/>
              </a:cxn>
              <a:cxn ang="0">
                <a:pos x="connsiteX42246" y="connsiteY42246"/>
              </a:cxn>
              <a:cxn ang="0">
                <a:pos x="connsiteX42247" y="connsiteY42247"/>
              </a:cxn>
              <a:cxn ang="0">
                <a:pos x="connsiteX42248" y="connsiteY42248"/>
              </a:cxn>
              <a:cxn ang="0">
                <a:pos x="connsiteX42249" y="connsiteY42249"/>
              </a:cxn>
              <a:cxn ang="0">
                <a:pos x="connsiteX42250" y="connsiteY42250"/>
              </a:cxn>
              <a:cxn ang="0">
                <a:pos x="connsiteX42251" y="connsiteY42251"/>
              </a:cxn>
              <a:cxn ang="0">
                <a:pos x="connsiteX42252" y="connsiteY42252"/>
              </a:cxn>
              <a:cxn ang="0">
                <a:pos x="connsiteX42253" y="connsiteY42253"/>
              </a:cxn>
              <a:cxn ang="0">
                <a:pos x="connsiteX42254" y="connsiteY42254"/>
              </a:cxn>
              <a:cxn ang="0">
                <a:pos x="connsiteX42255" y="connsiteY42255"/>
              </a:cxn>
              <a:cxn ang="0">
                <a:pos x="connsiteX42256" y="connsiteY42256"/>
              </a:cxn>
              <a:cxn ang="0">
                <a:pos x="connsiteX42257" y="connsiteY42257"/>
              </a:cxn>
              <a:cxn ang="0">
                <a:pos x="connsiteX42258" y="connsiteY42258"/>
              </a:cxn>
              <a:cxn ang="0">
                <a:pos x="connsiteX42259" y="connsiteY42259"/>
              </a:cxn>
              <a:cxn ang="0">
                <a:pos x="connsiteX42260" y="connsiteY42260"/>
              </a:cxn>
              <a:cxn ang="0">
                <a:pos x="connsiteX42261" y="connsiteY42261"/>
              </a:cxn>
              <a:cxn ang="0">
                <a:pos x="connsiteX42262" y="connsiteY42262"/>
              </a:cxn>
              <a:cxn ang="0">
                <a:pos x="connsiteX42263" y="connsiteY42263"/>
              </a:cxn>
              <a:cxn ang="0">
                <a:pos x="connsiteX42264" y="connsiteY42264"/>
              </a:cxn>
              <a:cxn ang="0">
                <a:pos x="connsiteX42265" y="connsiteY42265"/>
              </a:cxn>
              <a:cxn ang="0">
                <a:pos x="connsiteX42266" y="connsiteY42266"/>
              </a:cxn>
              <a:cxn ang="0">
                <a:pos x="connsiteX42267" y="connsiteY42267"/>
              </a:cxn>
              <a:cxn ang="0">
                <a:pos x="connsiteX42268" y="connsiteY42268"/>
              </a:cxn>
              <a:cxn ang="0">
                <a:pos x="connsiteX42269" y="connsiteY42269"/>
              </a:cxn>
              <a:cxn ang="0">
                <a:pos x="connsiteX42270" y="connsiteY42270"/>
              </a:cxn>
              <a:cxn ang="0">
                <a:pos x="connsiteX42271" y="connsiteY42271"/>
              </a:cxn>
              <a:cxn ang="0">
                <a:pos x="connsiteX42272" y="connsiteY42272"/>
              </a:cxn>
              <a:cxn ang="0">
                <a:pos x="connsiteX42273" y="connsiteY42273"/>
              </a:cxn>
              <a:cxn ang="0">
                <a:pos x="connsiteX42274" y="connsiteY42274"/>
              </a:cxn>
              <a:cxn ang="0">
                <a:pos x="connsiteX42275" y="connsiteY42275"/>
              </a:cxn>
              <a:cxn ang="0">
                <a:pos x="connsiteX42276" y="connsiteY42276"/>
              </a:cxn>
              <a:cxn ang="0">
                <a:pos x="connsiteX42277" y="connsiteY42277"/>
              </a:cxn>
              <a:cxn ang="0">
                <a:pos x="connsiteX42278" y="connsiteY42278"/>
              </a:cxn>
              <a:cxn ang="0">
                <a:pos x="connsiteX42279" y="connsiteY42279"/>
              </a:cxn>
              <a:cxn ang="0">
                <a:pos x="connsiteX42280" y="connsiteY42280"/>
              </a:cxn>
              <a:cxn ang="0">
                <a:pos x="connsiteX42281" y="connsiteY42281"/>
              </a:cxn>
              <a:cxn ang="0">
                <a:pos x="connsiteX42282" y="connsiteY42282"/>
              </a:cxn>
              <a:cxn ang="0">
                <a:pos x="connsiteX42283" y="connsiteY42283"/>
              </a:cxn>
              <a:cxn ang="0">
                <a:pos x="connsiteX42284" y="connsiteY42284"/>
              </a:cxn>
              <a:cxn ang="0">
                <a:pos x="connsiteX42285" y="connsiteY42285"/>
              </a:cxn>
              <a:cxn ang="0">
                <a:pos x="connsiteX42286" y="connsiteY42286"/>
              </a:cxn>
              <a:cxn ang="0">
                <a:pos x="connsiteX42287" y="connsiteY42287"/>
              </a:cxn>
              <a:cxn ang="0">
                <a:pos x="connsiteX42288" y="connsiteY42288"/>
              </a:cxn>
              <a:cxn ang="0">
                <a:pos x="connsiteX42289" y="connsiteY42289"/>
              </a:cxn>
              <a:cxn ang="0">
                <a:pos x="connsiteX42290" y="connsiteY42290"/>
              </a:cxn>
              <a:cxn ang="0">
                <a:pos x="connsiteX42291" y="connsiteY42291"/>
              </a:cxn>
              <a:cxn ang="0">
                <a:pos x="connsiteX42292" y="connsiteY42292"/>
              </a:cxn>
              <a:cxn ang="0">
                <a:pos x="connsiteX42293" y="connsiteY42293"/>
              </a:cxn>
              <a:cxn ang="0">
                <a:pos x="connsiteX42294" y="connsiteY42294"/>
              </a:cxn>
              <a:cxn ang="0">
                <a:pos x="connsiteX42295" y="connsiteY42295"/>
              </a:cxn>
              <a:cxn ang="0">
                <a:pos x="connsiteX42296" y="connsiteY42296"/>
              </a:cxn>
              <a:cxn ang="0">
                <a:pos x="connsiteX42297" y="connsiteY42297"/>
              </a:cxn>
              <a:cxn ang="0">
                <a:pos x="connsiteX42298" y="connsiteY42298"/>
              </a:cxn>
              <a:cxn ang="0">
                <a:pos x="connsiteX42299" y="connsiteY42299"/>
              </a:cxn>
              <a:cxn ang="0">
                <a:pos x="connsiteX42300" y="connsiteY42300"/>
              </a:cxn>
              <a:cxn ang="0">
                <a:pos x="connsiteX42301" y="connsiteY42301"/>
              </a:cxn>
              <a:cxn ang="0">
                <a:pos x="connsiteX42302" y="connsiteY42302"/>
              </a:cxn>
              <a:cxn ang="0">
                <a:pos x="connsiteX42303" y="connsiteY42303"/>
              </a:cxn>
              <a:cxn ang="0">
                <a:pos x="connsiteX42304" y="connsiteY42304"/>
              </a:cxn>
              <a:cxn ang="0">
                <a:pos x="connsiteX42305" y="connsiteY42305"/>
              </a:cxn>
              <a:cxn ang="0">
                <a:pos x="connsiteX42306" y="connsiteY42306"/>
              </a:cxn>
              <a:cxn ang="0">
                <a:pos x="connsiteX42307" y="connsiteY42307"/>
              </a:cxn>
              <a:cxn ang="0">
                <a:pos x="connsiteX42308" y="connsiteY42308"/>
              </a:cxn>
              <a:cxn ang="0">
                <a:pos x="connsiteX42309" y="connsiteY42309"/>
              </a:cxn>
              <a:cxn ang="0">
                <a:pos x="connsiteX42310" y="connsiteY42310"/>
              </a:cxn>
              <a:cxn ang="0">
                <a:pos x="connsiteX42311" y="connsiteY42311"/>
              </a:cxn>
              <a:cxn ang="0">
                <a:pos x="connsiteX42312" y="connsiteY42312"/>
              </a:cxn>
              <a:cxn ang="0">
                <a:pos x="connsiteX42313" y="connsiteY42313"/>
              </a:cxn>
              <a:cxn ang="0">
                <a:pos x="connsiteX42314" y="connsiteY42314"/>
              </a:cxn>
              <a:cxn ang="0">
                <a:pos x="connsiteX42315" y="connsiteY42315"/>
              </a:cxn>
              <a:cxn ang="0">
                <a:pos x="connsiteX42316" y="connsiteY42316"/>
              </a:cxn>
              <a:cxn ang="0">
                <a:pos x="connsiteX42317" y="connsiteY42317"/>
              </a:cxn>
              <a:cxn ang="0">
                <a:pos x="connsiteX42318" y="connsiteY42318"/>
              </a:cxn>
              <a:cxn ang="0">
                <a:pos x="connsiteX42319" y="connsiteY42319"/>
              </a:cxn>
              <a:cxn ang="0">
                <a:pos x="connsiteX42320" y="connsiteY42320"/>
              </a:cxn>
              <a:cxn ang="0">
                <a:pos x="connsiteX42321" y="connsiteY42321"/>
              </a:cxn>
              <a:cxn ang="0">
                <a:pos x="connsiteX42322" y="connsiteY42322"/>
              </a:cxn>
              <a:cxn ang="0">
                <a:pos x="connsiteX42323" y="connsiteY42323"/>
              </a:cxn>
              <a:cxn ang="0">
                <a:pos x="connsiteX42324" y="connsiteY42324"/>
              </a:cxn>
              <a:cxn ang="0">
                <a:pos x="connsiteX42325" y="connsiteY42325"/>
              </a:cxn>
              <a:cxn ang="0">
                <a:pos x="connsiteX42326" y="connsiteY42326"/>
              </a:cxn>
              <a:cxn ang="0">
                <a:pos x="connsiteX42327" y="connsiteY42327"/>
              </a:cxn>
              <a:cxn ang="0">
                <a:pos x="connsiteX42328" y="connsiteY42328"/>
              </a:cxn>
              <a:cxn ang="0">
                <a:pos x="connsiteX42329" y="connsiteY42329"/>
              </a:cxn>
              <a:cxn ang="0">
                <a:pos x="connsiteX42330" y="connsiteY42330"/>
              </a:cxn>
              <a:cxn ang="0">
                <a:pos x="connsiteX42331" y="connsiteY42331"/>
              </a:cxn>
              <a:cxn ang="0">
                <a:pos x="connsiteX42332" y="connsiteY42332"/>
              </a:cxn>
              <a:cxn ang="0">
                <a:pos x="connsiteX42333" y="connsiteY42333"/>
              </a:cxn>
              <a:cxn ang="0">
                <a:pos x="connsiteX42334" y="connsiteY42334"/>
              </a:cxn>
              <a:cxn ang="0">
                <a:pos x="connsiteX42335" y="connsiteY42335"/>
              </a:cxn>
              <a:cxn ang="0">
                <a:pos x="connsiteX42336" y="connsiteY42336"/>
              </a:cxn>
              <a:cxn ang="0">
                <a:pos x="connsiteX42337" y="connsiteY42337"/>
              </a:cxn>
              <a:cxn ang="0">
                <a:pos x="connsiteX42338" y="connsiteY42338"/>
              </a:cxn>
              <a:cxn ang="0">
                <a:pos x="connsiteX42339" y="connsiteY42339"/>
              </a:cxn>
              <a:cxn ang="0">
                <a:pos x="connsiteX42340" y="connsiteY42340"/>
              </a:cxn>
              <a:cxn ang="0">
                <a:pos x="connsiteX42341" y="connsiteY42341"/>
              </a:cxn>
              <a:cxn ang="0">
                <a:pos x="connsiteX42342" y="connsiteY42342"/>
              </a:cxn>
              <a:cxn ang="0">
                <a:pos x="connsiteX42343" y="connsiteY42343"/>
              </a:cxn>
              <a:cxn ang="0">
                <a:pos x="connsiteX42344" y="connsiteY42344"/>
              </a:cxn>
              <a:cxn ang="0">
                <a:pos x="connsiteX42345" y="connsiteY42345"/>
              </a:cxn>
              <a:cxn ang="0">
                <a:pos x="connsiteX42346" y="connsiteY42346"/>
              </a:cxn>
              <a:cxn ang="0">
                <a:pos x="connsiteX42347" y="connsiteY42347"/>
              </a:cxn>
              <a:cxn ang="0">
                <a:pos x="connsiteX42348" y="connsiteY42348"/>
              </a:cxn>
              <a:cxn ang="0">
                <a:pos x="connsiteX42349" y="connsiteY42349"/>
              </a:cxn>
              <a:cxn ang="0">
                <a:pos x="connsiteX42350" y="connsiteY42350"/>
              </a:cxn>
              <a:cxn ang="0">
                <a:pos x="connsiteX42351" y="connsiteY42351"/>
              </a:cxn>
              <a:cxn ang="0">
                <a:pos x="connsiteX42352" y="connsiteY42352"/>
              </a:cxn>
              <a:cxn ang="0">
                <a:pos x="connsiteX42353" y="connsiteY42353"/>
              </a:cxn>
              <a:cxn ang="0">
                <a:pos x="connsiteX42354" y="connsiteY42354"/>
              </a:cxn>
              <a:cxn ang="0">
                <a:pos x="connsiteX42355" y="connsiteY42355"/>
              </a:cxn>
              <a:cxn ang="0">
                <a:pos x="connsiteX42356" y="connsiteY42356"/>
              </a:cxn>
              <a:cxn ang="0">
                <a:pos x="connsiteX42357" y="connsiteY42357"/>
              </a:cxn>
              <a:cxn ang="0">
                <a:pos x="connsiteX42358" y="connsiteY42358"/>
              </a:cxn>
              <a:cxn ang="0">
                <a:pos x="connsiteX42359" y="connsiteY42359"/>
              </a:cxn>
              <a:cxn ang="0">
                <a:pos x="connsiteX42360" y="connsiteY42360"/>
              </a:cxn>
              <a:cxn ang="0">
                <a:pos x="connsiteX42361" y="connsiteY42361"/>
              </a:cxn>
              <a:cxn ang="0">
                <a:pos x="connsiteX42362" y="connsiteY42362"/>
              </a:cxn>
              <a:cxn ang="0">
                <a:pos x="connsiteX42363" y="connsiteY42363"/>
              </a:cxn>
              <a:cxn ang="0">
                <a:pos x="connsiteX42364" y="connsiteY42364"/>
              </a:cxn>
              <a:cxn ang="0">
                <a:pos x="connsiteX42365" y="connsiteY42365"/>
              </a:cxn>
              <a:cxn ang="0">
                <a:pos x="connsiteX42366" y="connsiteY42366"/>
              </a:cxn>
              <a:cxn ang="0">
                <a:pos x="connsiteX42367" y="connsiteY42367"/>
              </a:cxn>
              <a:cxn ang="0">
                <a:pos x="connsiteX42368" y="connsiteY42368"/>
              </a:cxn>
              <a:cxn ang="0">
                <a:pos x="connsiteX42369" y="connsiteY42369"/>
              </a:cxn>
              <a:cxn ang="0">
                <a:pos x="connsiteX42370" y="connsiteY42370"/>
              </a:cxn>
              <a:cxn ang="0">
                <a:pos x="connsiteX42371" y="connsiteY42371"/>
              </a:cxn>
              <a:cxn ang="0">
                <a:pos x="connsiteX42372" y="connsiteY42372"/>
              </a:cxn>
              <a:cxn ang="0">
                <a:pos x="connsiteX42373" y="connsiteY42373"/>
              </a:cxn>
              <a:cxn ang="0">
                <a:pos x="connsiteX42374" y="connsiteY42374"/>
              </a:cxn>
              <a:cxn ang="0">
                <a:pos x="connsiteX42375" y="connsiteY42375"/>
              </a:cxn>
              <a:cxn ang="0">
                <a:pos x="connsiteX42376" y="connsiteY42376"/>
              </a:cxn>
              <a:cxn ang="0">
                <a:pos x="connsiteX42377" y="connsiteY42377"/>
              </a:cxn>
              <a:cxn ang="0">
                <a:pos x="connsiteX42378" y="connsiteY42378"/>
              </a:cxn>
              <a:cxn ang="0">
                <a:pos x="connsiteX42379" y="connsiteY42379"/>
              </a:cxn>
              <a:cxn ang="0">
                <a:pos x="connsiteX42380" y="connsiteY42380"/>
              </a:cxn>
              <a:cxn ang="0">
                <a:pos x="connsiteX42381" y="connsiteY42381"/>
              </a:cxn>
              <a:cxn ang="0">
                <a:pos x="connsiteX42382" y="connsiteY42382"/>
              </a:cxn>
              <a:cxn ang="0">
                <a:pos x="connsiteX42383" y="connsiteY42383"/>
              </a:cxn>
              <a:cxn ang="0">
                <a:pos x="connsiteX42384" y="connsiteY42384"/>
              </a:cxn>
              <a:cxn ang="0">
                <a:pos x="connsiteX42385" y="connsiteY42385"/>
              </a:cxn>
              <a:cxn ang="0">
                <a:pos x="connsiteX42386" y="connsiteY42386"/>
              </a:cxn>
              <a:cxn ang="0">
                <a:pos x="connsiteX42387" y="connsiteY42387"/>
              </a:cxn>
              <a:cxn ang="0">
                <a:pos x="connsiteX42388" y="connsiteY42388"/>
              </a:cxn>
              <a:cxn ang="0">
                <a:pos x="connsiteX42389" y="connsiteY42389"/>
              </a:cxn>
              <a:cxn ang="0">
                <a:pos x="connsiteX42390" y="connsiteY42390"/>
              </a:cxn>
              <a:cxn ang="0">
                <a:pos x="connsiteX42391" y="connsiteY42391"/>
              </a:cxn>
              <a:cxn ang="0">
                <a:pos x="connsiteX42392" y="connsiteY42392"/>
              </a:cxn>
              <a:cxn ang="0">
                <a:pos x="connsiteX42393" y="connsiteY42393"/>
              </a:cxn>
              <a:cxn ang="0">
                <a:pos x="connsiteX42394" y="connsiteY42394"/>
              </a:cxn>
              <a:cxn ang="0">
                <a:pos x="connsiteX42395" y="connsiteY42395"/>
              </a:cxn>
              <a:cxn ang="0">
                <a:pos x="connsiteX42396" y="connsiteY42396"/>
              </a:cxn>
              <a:cxn ang="0">
                <a:pos x="connsiteX42397" y="connsiteY42397"/>
              </a:cxn>
              <a:cxn ang="0">
                <a:pos x="connsiteX42398" y="connsiteY42398"/>
              </a:cxn>
              <a:cxn ang="0">
                <a:pos x="connsiteX42399" y="connsiteY42399"/>
              </a:cxn>
              <a:cxn ang="0">
                <a:pos x="connsiteX42400" y="connsiteY42400"/>
              </a:cxn>
              <a:cxn ang="0">
                <a:pos x="connsiteX42401" y="connsiteY42401"/>
              </a:cxn>
              <a:cxn ang="0">
                <a:pos x="connsiteX42402" y="connsiteY42402"/>
              </a:cxn>
              <a:cxn ang="0">
                <a:pos x="connsiteX42403" y="connsiteY42403"/>
              </a:cxn>
              <a:cxn ang="0">
                <a:pos x="connsiteX42404" y="connsiteY42404"/>
              </a:cxn>
              <a:cxn ang="0">
                <a:pos x="connsiteX42405" y="connsiteY42405"/>
              </a:cxn>
              <a:cxn ang="0">
                <a:pos x="connsiteX42406" y="connsiteY42406"/>
              </a:cxn>
              <a:cxn ang="0">
                <a:pos x="connsiteX42407" y="connsiteY42407"/>
              </a:cxn>
              <a:cxn ang="0">
                <a:pos x="connsiteX42408" y="connsiteY42408"/>
              </a:cxn>
              <a:cxn ang="0">
                <a:pos x="connsiteX42409" y="connsiteY42409"/>
              </a:cxn>
              <a:cxn ang="0">
                <a:pos x="connsiteX42410" y="connsiteY42410"/>
              </a:cxn>
              <a:cxn ang="0">
                <a:pos x="connsiteX42411" y="connsiteY42411"/>
              </a:cxn>
              <a:cxn ang="0">
                <a:pos x="connsiteX42412" y="connsiteY42412"/>
              </a:cxn>
              <a:cxn ang="0">
                <a:pos x="connsiteX42413" y="connsiteY42413"/>
              </a:cxn>
              <a:cxn ang="0">
                <a:pos x="connsiteX42414" y="connsiteY42414"/>
              </a:cxn>
              <a:cxn ang="0">
                <a:pos x="connsiteX42415" y="connsiteY42415"/>
              </a:cxn>
              <a:cxn ang="0">
                <a:pos x="connsiteX42416" y="connsiteY42416"/>
              </a:cxn>
              <a:cxn ang="0">
                <a:pos x="connsiteX42417" y="connsiteY42417"/>
              </a:cxn>
              <a:cxn ang="0">
                <a:pos x="connsiteX42418" y="connsiteY42418"/>
              </a:cxn>
              <a:cxn ang="0">
                <a:pos x="connsiteX42419" y="connsiteY42419"/>
              </a:cxn>
              <a:cxn ang="0">
                <a:pos x="connsiteX42420" y="connsiteY42420"/>
              </a:cxn>
              <a:cxn ang="0">
                <a:pos x="connsiteX42421" y="connsiteY42421"/>
              </a:cxn>
              <a:cxn ang="0">
                <a:pos x="connsiteX42422" y="connsiteY42422"/>
              </a:cxn>
              <a:cxn ang="0">
                <a:pos x="connsiteX42423" y="connsiteY42423"/>
              </a:cxn>
              <a:cxn ang="0">
                <a:pos x="connsiteX42424" y="connsiteY42424"/>
              </a:cxn>
              <a:cxn ang="0">
                <a:pos x="connsiteX42425" y="connsiteY42425"/>
              </a:cxn>
              <a:cxn ang="0">
                <a:pos x="connsiteX42426" y="connsiteY42426"/>
              </a:cxn>
              <a:cxn ang="0">
                <a:pos x="connsiteX42427" y="connsiteY42427"/>
              </a:cxn>
              <a:cxn ang="0">
                <a:pos x="connsiteX42428" y="connsiteY42428"/>
              </a:cxn>
              <a:cxn ang="0">
                <a:pos x="connsiteX42429" y="connsiteY42429"/>
              </a:cxn>
              <a:cxn ang="0">
                <a:pos x="connsiteX42430" y="connsiteY42430"/>
              </a:cxn>
              <a:cxn ang="0">
                <a:pos x="connsiteX42431" y="connsiteY42431"/>
              </a:cxn>
              <a:cxn ang="0">
                <a:pos x="connsiteX42432" y="connsiteY42432"/>
              </a:cxn>
              <a:cxn ang="0">
                <a:pos x="connsiteX42433" y="connsiteY42433"/>
              </a:cxn>
              <a:cxn ang="0">
                <a:pos x="connsiteX42434" y="connsiteY42434"/>
              </a:cxn>
              <a:cxn ang="0">
                <a:pos x="connsiteX42435" y="connsiteY42435"/>
              </a:cxn>
              <a:cxn ang="0">
                <a:pos x="connsiteX42436" y="connsiteY42436"/>
              </a:cxn>
              <a:cxn ang="0">
                <a:pos x="connsiteX42437" y="connsiteY42437"/>
              </a:cxn>
              <a:cxn ang="0">
                <a:pos x="connsiteX42438" y="connsiteY42438"/>
              </a:cxn>
              <a:cxn ang="0">
                <a:pos x="connsiteX42439" y="connsiteY42439"/>
              </a:cxn>
              <a:cxn ang="0">
                <a:pos x="connsiteX42440" y="connsiteY42440"/>
              </a:cxn>
              <a:cxn ang="0">
                <a:pos x="connsiteX42441" y="connsiteY42441"/>
              </a:cxn>
              <a:cxn ang="0">
                <a:pos x="connsiteX42442" y="connsiteY42442"/>
              </a:cxn>
              <a:cxn ang="0">
                <a:pos x="connsiteX42443" y="connsiteY42443"/>
              </a:cxn>
              <a:cxn ang="0">
                <a:pos x="connsiteX42444" y="connsiteY42444"/>
              </a:cxn>
              <a:cxn ang="0">
                <a:pos x="connsiteX42445" y="connsiteY42445"/>
              </a:cxn>
              <a:cxn ang="0">
                <a:pos x="connsiteX42446" y="connsiteY42446"/>
              </a:cxn>
              <a:cxn ang="0">
                <a:pos x="connsiteX42447" y="connsiteY42447"/>
              </a:cxn>
              <a:cxn ang="0">
                <a:pos x="connsiteX42448" y="connsiteY42448"/>
              </a:cxn>
              <a:cxn ang="0">
                <a:pos x="connsiteX42449" y="connsiteY42449"/>
              </a:cxn>
              <a:cxn ang="0">
                <a:pos x="connsiteX42450" y="connsiteY42450"/>
              </a:cxn>
              <a:cxn ang="0">
                <a:pos x="connsiteX42451" y="connsiteY42451"/>
              </a:cxn>
              <a:cxn ang="0">
                <a:pos x="connsiteX42452" y="connsiteY42452"/>
              </a:cxn>
              <a:cxn ang="0">
                <a:pos x="connsiteX42453" y="connsiteY42453"/>
              </a:cxn>
              <a:cxn ang="0">
                <a:pos x="connsiteX42454" y="connsiteY42454"/>
              </a:cxn>
              <a:cxn ang="0">
                <a:pos x="connsiteX42455" y="connsiteY42455"/>
              </a:cxn>
              <a:cxn ang="0">
                <a:pos x="connsiteX42456" y="connsiteY42456"/>
              </a:cxn>
              <a:cxn ang="0">
                <a:pos x="connsiteX42457" y="connsiteY42457"/>
              </a:cxn>
              <a:cxn ang="0">
                <a:pos x="connsiteX42458" y="connsiteY42458"/>
              </a:cxn>
              <a:cxn ang="0">
                <a:pos x="connsiteX42459" y="connsiteY42459"/>
              </a:cxn>
              <a:cxn ang="0">
                <a:pos x="connsiteX42460" y="connsiteY42460"/>
              </a:cxn>
              <a:cxn ang="0">
                <a:pos x="connsiteX42461" y="connsiteY42461"/>
              </a:cxn>
              <a:cxn ang="0">
                <a:pos x="connsiteX42462" y="connsiteY42462"/>
              </a:cxn>
              <a:cxn ang="0">
                <a:pos x="connsiteX42463" y="connsiteY42463"/>
              </a:cxn>
              <a:cxn ang="0">
                <a:pos x="connsiteX42464" y="connsiteY42464"/>
              </a:cxn>
              <a:cxn ang="0">
                <a:pos x="connsiteX42465" y="connsiteY42465"/>
              </a:cxn>
              <a:cxn ang="0">
                <a:pos x="connsiteX42466" y="connsiteY42466"/>
              </a:cxn>
              <a:cxn ang="0">
                <a:pos x="connsiteX42467" y="connsiteY42467"/>
              </a:cxn>
              <a:cxn ang="0">
                <a:pos x="connsiteX42468" y="connsiteY42468"/>
              </a:cxn>
              <a:cxn ang="0">
                <a:pos x="connsiteX42469" y="connsiteY42469"/>
              </a:cxn>
              <a:cxn ang="0">
                <a:pos x="connsiteX42470" y="connsiteY42470"/>
              </a:cxn>
              <a:cxn ang="0">
                <a:pos x="connsiteX42471" y="connsiteY42471"/>
              </a:cxn>
              <a:cxn ang="0">
                <a:pos x="connsiteX42472" y="connsiteY42472"/>
              </a:cxn>
              <a:cxn ang="0">
                <a:pos x="connsiteX42473" y="connsiteY42473"/>
              </a:cxn>
              <a:cxn ang="0">
                <a:pos x="connsiteX42474" y="connsiteY42474"/>
              </a:cxn>
              <a:cxn ang="0">
                <a:pos x="connsiteX42475" y="connsiteY42475"/>
              </a:cxn>
              <a:cxn ang="0">
                <a:pos x="connsiteX42476" y="connsiteY42476"/>
              </a:cxn>
              <a:cxn ang="0">
                <a:pos x="connsiteX42477" y="connsiteY42477"/>
              </a:cxn>
              <a:cxn ang="0">
                <a:pos x="connsiteX42478" y="connsiteY42478"/>
              </a:cxn>
              <a:cxn ang="0">
                <a:pos x="connsiteX42479" y="connsiteY42479"/>
              </a:cxn>
              <a:cxn ang="0">
                <a:pos x="connsiteX42480" y="connsiteY42480"/>
              </a:cxn>
              <a:cxn ang="0">
                <a:pos x="connsiteX42481" y="connsiteY42481"/>
              </a:cxn>
              <a:cxn ang="0">
                <a:pos x="connsiteX42482" y="connsiteY42482"/>
              </a:cxn>
              <a:cxn ang="0">
                <a:pos x="connsiteX42483" y="connsiteY42483"/>
              </a:cxn>
              <a:cxn ang="0">
                <a:pos x="connsiteX42484" y="connsiteY42484"/>
              </a:cxn>
              <a:cxn ang="0">
                <a:pos x="connsiteX42485" y="connsiteY42485"/>
              </a:cxn>
              <a:cxn ang="0">
                <a:pos x="connsiteX42486" y="connsiteY42486"/>
              </a:cxn>
              <a:cxn ang="0">
                <a:pos x="connsiteX42487" y="connsiteY42487"/>
              </a:cxn>
              <a:cxn ang="0">
                <a:pos x="connsiteX42488" y="connsiteY42488"/>
              </a:cxn>
              <a:cxn ang="0">
                <a:pos x="connsiteX42489" y="connsiteY42489"/>
              </a:cxn>
              <a:cxn ang="0">
                <a:pos x="connsiteX42490" y="connsiteY42490"/>
              </a:cxn>
              <a:cxn ang="0">
                <a:pos x="connsiteX42491" y="connsiteY42491"/>
              </a:cxn>
              <a:cxn ang="0">
                <a:pos x="connsiteX42492" y="connsiteY42492"/>
              </a:cxn>
              <a:cxn ang="0">
                <a:pos x="connsiteX42493" y="connsiteY42493"/>
              </a:cxn>
              <a:cxn ang="0">
                <a:pos x="connsiteX42494" y="connsiteY42494"/>
              </a:cxn>
              <a:cxn ang="0">
                <a:pos x="connsiteX42495" y="connsiteY42495"/>
              </a:cxn>
              <a:cxn ang="0">
                <a:pos x="connsiteX42496" y="connsiteY42496"/>
              </a:cxn>
              <a:cxn ang="0">
                <a:pos x="connsiteX42497" y="connsiteY42497"/>
              </a:cxn>
              <a:cxn ang="0">
                <a:pos x="connsiteX42498" y="connsiteY42498"/>
              </a:cxn>
              <a:cxn ang="0">
                <a:pos x="connsiteX42499" y="connsiteY42499"/>
              </a:cxn>
              <a:cxn ang="0">
                <a:pos x="connsiteX42500" y="connsiteY42500"/>
              </a:cxn>
              <a:cxn ang="0">
                <a:pos x="connsiteX42501" y="connsiteY42501"/>
              </a:cxn>
              <a:cxn ang="0">
                <a:pos x="connsiteX42502" y="connsiteY42502"/>
              </a:cxn>
              <a:cxn ang="0">
                <a:pos x="connsiteX42503" y="connsiteY42503"/>
              </a:cxn>
              <a:cxn ang="0">
                <a:pos x="connsiteX42504" y="connsiteY42504"/>
              </a:cxn>
              <a:cxn ang="0">
                <a:pos x="connsiteX42505" y="connsiteY42505"/>
              </a:cxn>
              <a:cxn ang="0">
                <a:pos x="connsiteX42506" y="connsiteY42506"/>
              </a:cxn>
              <a:cxn ang="0">
                <a:pos x="connsiteX42507" y="connsiteY42507"/>
              </a:cxn>
              <a:cxn ang="0">
                <a:pos x="connsiteX42508" y="connsiteY42508"/>
              </a:cxn>
              <a:cxn ang="0">
                <a:pos x="connsiteX42509" y="connsiteY42509"/>
              </a:cxn>
              <a:cxn ang="0">
                <a:pos x="connsiteX42510" y="connsiteY42510"/>
              </a:cxn>
              <a:cxn ang="0">
                <a:pos x="connsiteX42511" y="connsiteY42511"/>
              </a:cxn>
              <a:cxn ang="0">
                <a:pos x="connsiteX42512" y="connsiteY42512"/>
              </a:cxn>
              <a:cxn ang="0">
                <a:pos x="connsiteX42513" y="connsiteY42513"/>
              </a:cxn>
              <a:cxn ang="0">
                <a:pos x="connsiteX42514" y="connsiteY42514"/>
              </a:cxn>
              <a:cxn ang="0">
                <a:pos x="connsiteX42515" y="connsiteY42515"/>
              </a:cxn>
              <a:cxn ang="0">
                <a:pos x="connsiteX42516" y="connsiteY42516"/>
              </a:cxn>
              <a:cxn ang="0">
                <a:pos x="connsiteX42517" y="connsiteY42517"/>
              </a:cxn>
              <a:cxn ang="0">
                <a:pos x="connsiteX42518" y="connsiteY42518"/>
              </a:cxn>
              <a:cxn ang="0">
                <a:pos x="connsiteX42519" y="connsiteY42519"/>
              </a:cxn>
              <a:cxn ang="0">
                <a:pos x="connsiteX42520" y="connsiteY42520"/>
              </a:cxn>
              <a:cxn ang="0">
                <a:pos x="connsiteX42521" y="connsiteY42521"/>
              </a:cxn>
              <a:cxn ang="0">
                <a:pos x="connsiteX42522" y="connsiteY42522"/>
              </a:cxn>
              <a:cxn ang="0">
                <a:pos x="connsiteX42523" y="connsiteY42523"/>
              </a:cxn>
              <a:cxn ang="0">
                <a:pos x="connsiteX42524" y="connsiteY42524"/>
              </a:cxn>
              <a:cxn ang="0">
                <a:pos x="connsiteX42525" y="connsiteY42525"/>
              </a:cxn>
              <a:cxn ang="0">
                <a:pos x="connsiteX42526" y="connsiteY42526"/>
              </a:cxn>
              <a:cxn ang="0">
                <a:pos x="connsiteX42527" y="connsiteY42527"/>
              </a:cxn>
              <a:cxn ang="0">
                <a:pos x="connsiteX42528" y="connsiteY42528"/>
              </a:cxn>
              <a:cxn ang="0">
                <a:pos x="connsiteX42529" y="connsiteY42529"/>
              </a:cxn>
              <a:cxn ang="0">
                <a:pos x="connsiteX42530" y="connsiteY42530"/>
              </a:cxn>
              <a:cxn ang="0">
                <a:pos x="connsiteX42531" y="connsiteY42531"/>
              </a:cxn>
              <a:cxn ang="0">
                <a:pos x="connsiteX42532" y="connsiteY42532"/>
              </a:cxn>
              <a:cxn ang="0">
                <a:pos x="connsiteX42533" y="connsiteY42533"/>
              </a:cxn>
              <a:cxn ang="0">
                <a:pos x="connsiteX42534" y="connsiteY42534"/>
              </a:cxn>
              <a:cxn ang="0">
                <a:pos x="connsiteX42535" y="connsiteY42535"/>
              </a:cxn>
              <a:cxn ang="0">
                <a:pos x="connsiteX42536" y="connsiteY42536"/>
              </a:cxn>
              <a:cxn ang="0">
                <a:pos x="connsiteX42537" y="connsiteY42537"/>
              </a:cxn>
              <a:cxn ang="0">
                <a:pos x="connsiteX42538" y="connsiteY42538"/>
              </a:cxn>
              <a:cxn ang="0">
                <a:pos x="connsiteX42539" y="connsiteY42539"/>
              </a:cxn>
              <a:cxn ang="0">
                <a:pos x="connsiteX42540" y="connsiteY42540"/>
              </a:cxn>
              <a:cxn ang="0">
                <a:pos x="connsiteX42541" y="connsiteY42541"/>
              </a:cxn>
              <a:cxn ang="0">
                <a:pos x="connsiteX42542" y="connsiteY42542"/>
              </a:cxn>
              <a:cxn ang="0">
                <a:pos x="connsiteX42543" y="connsiteY42543"/>
              </a:cxn>
              <a:cxn ang="0">
                <a:pos x="connsiteX42544" y="connsiteY42544"/>
              </a:cxn>
              <a:cxn ang="0">
                <a:pos x="connsiteX42545" y="connsiteY42545"/>
              </a:cxn>
              <a:cxn ang="0">
                <a:pos x="connsiteX42546" y="connsiteY42546"/>
              </a:cxn>
              <a:cxn ang="0">
                <a:pos x="connsiteX42547" y="connsiteY42547"/>
              </a:cxn>
              <a:cxn ang="0">
                <a:pos x="connsiteX42548" y="connsiteY42548"/>
              </a:cxn>
              <a:cxn ang="0">
                <a:pos x="connsiteX42549" y="connsiteY42549"/>
              </a:cxn>
              <a:cxn ang="0">
                <a:pos x="connsiteX42550" y="connsiteY42550"/>
              </a:cxn>
              <a:cxn ang="0">
                <a:pos x="connsiteX42551" y="connsiteY42551"/>
              </a:cxn>
              <a:cxn ang="0">
                <a:pos x="connsiteX42552" y="connsiteY42552"/>
              </a:cxn>
              <a:cxn ang="0">
                <a:pos x="connsiteX42553" y="connsiteY42553"/>
              </a:cxn>
              <a:cxn ang="0">
                <a:pos x="connsiteX42554" y="connsiteY42554"/>
              </a:cxn>
              <a:cxn ang="0">
                <a:pos x="connsiteX42555" y="connsiteY42555"/>
              </a:cxn>
              <a:cxn ang="0">
                <a:pos x="connsiteX42556" y="connsiteY42556"/>
              </a:cxn>
              <a:cxn ang="0">
                <a:pos x="connsiteX42557" y="connsiteY42557"/>
              </a:cxn>
              <a:cxn ang="0">
                <a:pos x="connsiteX42558" y="connsiteY42558"/>
              </a:cxn>
              <a:cxn ang="0">
                <a:pos x="connsiteX42559" y="connsiteY42559"/>
              </a:cxn>
              <a:cxn ang="0">
                <a:pos x="connsiteX42560" y="connsiteY42560"/>
              </a:cxn>
              <a:cxn ang="0">
                <a:pos x="connsiteX42561" y="connsiteY42561"/>
              </a:cxn>
              <a:cxn ang="0">
                <a:pos x="connsiteX42562" y="connsiteY42562"/>
              </a:cxn>
              <a:cxn ang="0">
                <a:pos x="connsiteX42563" y="connsiteY42563"/>
              </a:cxn>
              <a:cxn ang="0">
                <a:pos x="connsiteX42564" y="connsiteY42564"/>
              </a:cxn>
              <a:cxn ang="0">
                <a:pos x="connsiteX42565" y="connsiteY42565"/>
              </a:cxn>
              <a:cxn ang="0">
                <a:pos x="connsiteX42566" y="connsiteY42566"/>
              </a:cxn>
              <a:cxn ang="0">
                <a:pos x="connsiteX42567" y="connsiteY42567"/>
              </a:cxn>
              <a:cxn ang="0">
                <a:pos x="connsiteX42568" y="connsiteY42568"/>
              </a:cxn>
              <a:cxn ang="0">
                <a:pos x="connsiteX42569" y="connsiteY42569"/>
              </a:cxn>
              <a:cxn ang="0">
                <a:pos x="connsiteX42570" y="connsiteY42570"/>
              </a:cxn>
              <a:cxn ang="0">
                <a:pos x="connsiteX42571" y="connsiteY42571"/>
              </a:cxn>
              <a:cxn ang="0">
                <a:pos x="connsiteX42572" y="connsiteY42572"/>
              </a:cxn>
              <a:cxn ang="0">
                <a:pos x="connsiteX42573" y="connsiteY42573"/>
              </a:cxn>
              <a:cxn ang="0">
                <a:pos x="connsiteX42574" y="connsiteY42574"/>
              </a:cxn>
              <a:cxn ang="0">
                <a:pos x="connsiteX42575" y="connsiteY42575"/>
              </a:cxn>
              <a:cxn ang="0">
                <a:pos x="connsiteX42576" y="connsiteY42576"/>
              </a:cxn>
              <a:cxn ang="0">
                <a:pos x="connsiteX42577" y="connsiteY42577"/>
              </a:cxn>
              <a:cxn ang="0">
                <a:pos x="connsiteX42578" y="connsiteY42578"/>
              </a:cxn>
              <a:cxn ang="0">
                <a:pos x="connsiteX42579" y="connsiteY42579"/>
              </a:cxn>
              <a:cxn ang="0">
                <a:pos x="connsiteX42580" y="connsiteY42580"/>
              </a:cxn>
              <a:cxn ang="0">
                <a:pos x="connsiteX42581" y="connsiteY42581"/>
              </a:cxn>
              <a:cxn ang="0">
                <a:pos x="connsiteX42582" y="connsiteY42582"/>
              </a:cxn>
              <a:cxn ang="0">
                <a:pos x="connsiteX42583" y="connsiteY42583"/>
              </a:cxn>
              <a:cxn ang="0">
                <a:pos x="connsiteX42584" y="connsiteY42584"/>
              </a:cxn>
              <a:cxn ang="0">
                <a:pos x="connsiteX42585" y="connsiteY42585"/>
              </a:cxn>
              <a:cxn ang="0">
                <a:pos x="connsiteX42586" y="connsiteY42586"/>
              </a:cxn>
              <a:cxn ang="0">
                <a:pos x="connsiteX42587" y="connsiteY42587"/>
              </a:cxn>
              <a:cxn ang="0">
                <a:pos x="connsiteX42588" y="connsiteY42588"/>
              </a:cxn>
              <a:cxn ang="0">
                <a:pos x="connsiteX42589" y="connsiteY42589"/>
              </a:cxn>
              <a:cxn ang="0">
                <a:pos x="connsiteX42590" y="connsiteY42590"/>
              </a:cxn>
              <a:cxn ang="0">
                <a:pos x="connsiteX42591" y="connsiteY42591"/>
              </a:cxn>
              <a:cxn ang="0">
                <a:pos x="connsiteX42592" y="connsiteY42592"/>
              </a:cxn>
              <a:cxn ang="0">
                <a:pos x="connsiteX42593" y="connsiteY42593"/>
              </a:cxn>
              <a:cxn ang="0">
                <a:pos x="connsiteX42594" y="connsiteY42594"/>
              </a:cxn>
              <a:cxn ang="0">
                <a:pos x="connsiteX42595" y="connsiteY42595"/>
              </a:cxn>
              <a:cxn ang="0">
                <a:pos x="connsiteX42596" y="connsiteY42596"/>
              </a:cxn>
              <a:cxn ang="0">
                <a:pos x="connsiteX42597" y="connsiteY42597"/>
              </a:cxn>
              <a:cxn ang="0">
                <a:pos x="connsiteX42598" y="connsiteY42598"/>
              </a:cxn>
              <a:cxn ang="0">
                <a:pos x="connsiteX42599" y="connsiteY42599"/>
              </a:cxn>
              <a:cxn ang="0">
                <a:pos x="connsiteX42600" y="connsiteY42600"/>
              </a:cxn>
              <a:cxn ang="0">
                <a:pos x="connsiteX42601" y="connsiteY42601"/>
              </a:cxn>
              <a:cxn ang="0">
                <a:pos x="connsiteX42602" y="connsiteY42602"/>
              </a:cxn>
              <a:cxn ang="0">
                <a:pos x="connsiteX42603" y="connsiteY42603"/>
              </a:cxn>
              <a:cxn ang="0">
                <a:pos x="connsiteX42604" y="connsiteY42604"/>
              </a:cxn>
              <a:cxn ang="0">
                <a:pos x="connsiteX42605" y="connsiteY42605"/>
              </a:cxn>
              <a:cxn ang="0">
                <a:pos x="connsiteX42606" y="connsiteY42606"/>
              </a:cxn>
              <a:cxn ang="0">
                <a:pos x="connsiteX42607" y="connsiteY42607"/>
              </a:cxn>
              <a:cxn ang="0">
                <a:pos x="connsiteX42608" y="connsiteY42608"/>
              </a:cxn>
              <a:cxn ang="0">
                <a:pos x="connsiteX42609" y="connsiteY42609"/>
              </a:cxn>
              <a:cxn ang="0">
                <a:pos x="connsiteX42610" y="connsiteY42610"/>
              </a:cxn>
              <a:cxn ang="0">
                <a:pos x="connsiteX42611" y="connsiteY42611"/>
              </a:cxn>
              <a:cxn ang="0">
                <a:pos x="connsiteX42612" y="connsiteY42612"/>
              </a:cxn>
              <a:cxn ang="0">
                <a:pos x="connsiteX42613" y="connsiteY42613"/>
              </a:cxn>
              <a:cxn ang="0">
                <a:pos x="connsiteX42614" y="connsiteY42614"/>
              </a:cxn>
              <a:cxn ang="0">
                <a:pos x="connsiteX42615" y="connsiteY42615"/>
              </a:cxn>
              <a:cxn ang="0">
                <a:pos x="connsiteX42616" y="connsiteY42616"/>
              </a:cxn>
              <a:cxn ang="0">
                <a:pos x="connsiteX42617" y="connsiteY42617"/>
              </a:cxn>
              <a:cxn ang="0">
                <a:pos x="connsiteX42618" y="connsiteY42618"/>
              </a:cxn>
              <a:cxn ang="0">
                <a:pos x="connsiteX42619" y="connsiteY42619"/>
              </a:cxn>
              <a:cxn ang="0">
                <a:pos x="connsiteX42620" y="connsiteY42620"/>
              </a:cxn>
              <a:cxn ang="0">
                <a:pos x="connsiteX42621" y="connsiteY42621"/>
              </a:cxn>
              <a:cxn ang="0">
                <a:pos x="connsiteX42622" y="connsiteY42622"/>
              </a:cxn>
              <a:cxn ang="0">
                <a:pos x="connsiteX42623" y="connsiteY42623"/>
              </a:cxn>
              <a:cxn ang="0">
                <a:pos x="connsiteX42624" y="connsiteY42624"/>
              </a:cxn>
              <a:cxn ang="0">
                <a:pos x="connsiteX42625" y="connsiteY42625"/>
              </a:cxn>
              <a:cxn ang="0">
                <a:pos x="connsiteX42626" y="connsiteY42626"/>
              </a:cxn>
              <a:cxn ang="0">
                <a:pos x="connsiteX42627" y="connsiteY42627"/>
              </a:cxn>
              <a:cxn ang="0">
                <a:pos x="connsiteX42628" y="connsiteY42628"/>
              </a:cxn>
              <a:cxn ang="0">
                <a:pos x="connsiteX42629" y="connsiteY42629"/>
              </a:cxn>
              <a:cxn ang="0">
                <a:pos x="connsiteX42630" y="connsiteY42630"/>
              </a:cxn>
              <a:cxn ang="0">
                <a:pos x="connsiteX42631" y="connsiteY42631"/>
              </a:cxn>
              <a:cxn ang="0">
                <a:pos x="connsiteX42632" y="connsiteY42632"/>
              </a:cxn>
              <a:cxn ang="0">
                <a:pos x="connsiteX42633" y="connsiteY42633"/>
              </a:cxn>
              <a:cxn ang="0">
                <a:pos x="connsiteX42634" y="connsiteY42634"/>
              </a:cxn>
              <a:cxn ang="0">
                <a:pos x="connsiteX42635" y="connsiteY42635"/>
              </a:cxn>
              <a:cxn ang="0">
                <a:pos x="connsiteX42636" y="connsiteY42636"/>
              </a:cxn>
              <a:cxn ang="0">
                <a:pos x="connsiteX42637" y="connsiteY42637"/>
              </a:cxn>
              <a:cxn ang="0">
                <a:pos x="connsiteX42638" y="connsiteY42638"/>
              </a:cxn>
              <a:cxn ang="0">
                <a:pos x="connsiteX42639" y="connsiteY42639"/>
              </a:cxn>
              <a:cxn ang="0">
                <a:pos x="connsiteX42640" y="connsiteY42640"/>
              </a:cxn>
              <a:cxn ang="0">
                <a:pos x="connsiteX42641" y="connsiteY42641"/>
              </a:cxn>
              <a:cxn ang="0">
                <a:pos x="connsiteX42642" y="connsiteY42642"/>
              </a:cxn>
              <a:cxn ang="0">
                <a:pos x="connsiteX42643" y="connsiteY42643"/>
              </a:cxn>
              <a:cxn ang="0">
                <a:pos x="connsiteX42644" y="connsiteY42644"/>
              </a:cxn>
              <a:cxn ang="0">
                <a:pos x="connsiteX42645" y="connsiteY42645"/>
              </a:cxn>
              <a:cxn ang="0">
                <a:pos x="connsiteX42646" y="connsiteY42646"/>
              </a:cxn>
              <a:cxn ang="0">
                <a:pos x="connsiteX42647" y="connsiteY42647"/>
              </a:cxn>
              <a:cxn ang="0">
                <a:pos x="connsiteX42648" y="connsiteY42648"/>
              </a:cxn>
              <a:cxn ang="0">
                <a:pos x="connsiteX42649" y="connsiteY42649"/>
              </a:cxn>
              <a:cxn ang="0">
                <a:pos x="connsiteX42650" y="connsiteY42650"/>
              </a:cxn>
              <a:cxn ang="0">
                <a:pos x="connsiteX42651" y="connsiteY42651"/>
              </a:cxn>
              <a:cxn ang="0">
                <a:pos x="connsiteX42652" y="connsiteY42652"/>
              </a:cxn>
              <a:cxn ang="0">
                <a:pos x="connsiteX42653" y="connsiteY42653"/>
              </a:cxn>
              <a:cxn ang="0">
                <a:pos x="connsiteX42654" y="connsiteY42654"/>
              </a:cxn>
              <a:cxn ang="0">
                <a:pos x="connsiteX42655" y="connsiteY42655"/>
              </a:cxn>
              <a:cxn ang="0">
                <a:pos x="connsiteX42656" y="connsiteY42656"/>
              </a:cxn>
              <a:cxn ang="0">
                <a:pos x="connsiteX42657" y="connsiteY42657"/>
              </a:cxn>
              <a:cxn ang="0">
                <a:pos x="connsiteX42658" y="connsiteY42658"/>
              </a:cxn>
              <a:cxn ang="0">
                <a:pos x="connsiteX42659" y="connsiteY42659"/>
              </a:cxn>
              <a:cxn ang="0">
                <a:pos x="connsiteX42660" y="connsiteY42660"/>
              </a:cxn>
              <a:cxn ang="0">
                <a:pos x="connsiteX42661" y="connsiteY42661"/>
              </a:cxn>
              <a:cxn ang="0">
                <a:pos x="connsiteX42662" y="connsiteY42662"/>
              </a:cxn>
              <a:cxn ang="0">
                <a:pos x="connsiteX42663" y="connsiteY42663"/>
              </a:cxn>
              <a:cxn ang="0">
                <a:pos x="connsiteX42664" y="connsiteY42664"/>
              </a:cxn>
              <a:cxn ang="0">
                <a:pos x="connsiteX42665" y="connsiteY42665"/>
              </a:cxn>
              <a:cxn ang="0">
                <a:pos x="connsiteX42666" y="connsiteY42666"/>
              </a:cxn>
              <a:cxn ang="0">
                <a:pos x="connsiteX42667" y="connsiteY42667"/>
              </a:cxn>
              <a:cxn ang="0">
                <a:pos x="connsiteX42668" y="connsiteY42668"/>
              </a:cxn>
              <a:cxn ang="0">
                <a:pos x="connsiteX42669" y="connsiteY42669"/>
              </a:cxn>
              <a:cxn ang="0">
                <a:pos x="connsiteX42670" y="connsiteY42670"/>
              </a:cxn>
              <a:cxn ang="0">
                <a:pos x="connsiteX42671" y="connsiteY42671"/>
              </a:cxn>
              <a:cxn ang="0">
                <a:pos x="connsiteX42672" y="connsiteY42672"/>
              </a:cxn>
              <a:cxn ang="0">
                <a:pos x="connsiteX42673" y="connsiteY42673"/>
              </a:cxn>
              <a:cxn ang="0">
                <a:pos x="connsiteX42674" y="connsiteY42674"/>
              </a:cxn>
              <a:cxn ang="0">
                <a:pos x="connsiteX42675" y="connsiteY42675"/>
              </a:cxn>
              <a:cxn ang="0">
                <a:pos x="connsiteX42676" y="connsiteY42676"/>
              </a:cxn>
              <a:cxn ang="0">
                <a:pos x="connsiteX42677" y="connsiteY42677"/>
              </a:cxn>
              <a:cxn ang="0">
                <a:pos x="connsiteX42678" y="connsiteY42678"/>
              </a:cxn>
              <a:cxn ang="0">
                <a:pos x="connsiteX42679" y="connsiteY42679"/>
              </a:cxn>
              <a:cxn ang="0">
                <a:pos x="connsiteX42680" y="connsiteY42680"/>
              </a:cxn>
              <a:cxn ang="0">
                <a:pos x="connsiteX42681" y="connsiteY42681"/>
              </a:cxn>
              <a:cxn ang="0">
                <a:pos x="connsiteX42682" y="connsiteY42682"/>
              </a:cxn>
              <a:cxn ang="0">
                <a:pos x="connsiteX42683" y="connsiteY42683"/>
              </a:cxn>
              <a:cxn ang="0">
                <a:pos x="connsiteX42684" y="connsiteY42684"/>
              </a:cxn>
              <a:cxn ang="0">
                <a:pos x="connsiteX42685" y="connsiteY42685"/>
              </a:cxn>
              <a:cxn ang="0">
                <a:pos x="connsiteX42686" y="connsiteY42686"/>
              </a:cxn>
              <a:cxn ang="0">
                <a:pos x="connsiteX42687" y="connsiteY42687"/>
              </a:cxn>
              <a:cxn ang="0">
                <a:pos x="connsiteX42688" y="connsiteY42688"/>
              </a:cxn>
              <a:cxn ang="0">
                <a:pos x="connsiteX42689" y="connsiteY42689"/>
              </a:cxn>
              <a:cxn ang="0">
                <a:pos x="connsiteX42690" y="connsiteY42690"/>
              </a:cxn>
              <a:cxn ang="0">
                <a:pos x="connsiteX42691" y="connsiteY42691"/>
              </a:cxn>
              <a:cxn ang="0">
                <a:pos x="connsiteX42692" y="connsiteY42692"/>
              </a:cxn>
              <a:cxn ang="0">
                <a:pos x="connsiteX42693" y="connsiteY42693"/>
              </a:cxn>
              <a:cxn ang="0">
                <a:pos x="connsiteX42694" y="connsiteY42694"/>
              </a:cxn>
              <a:cxn ang="0">
                <a:pos x="connsiteX42695" y="connsiteY42695"/>
              </a:cxn>
              <a:cxn ang="0">
                <a:pos x="connsiteX42696" y="connsiteY42696"/>
              </a:cxn>
              <a:cxn ang="0">
                <a:pos x="connsiteX42697" y="connsiteY42697"/>
              </a:cxn>
              <a:cxn ang="0">
                <a:pos x="connsiteX42698" y="connsiteY42698"/>
              </a:cxn>
              <a:cxn ang="0">
                <a:pos x="connsiteX42699" y="connsiteY42699"/>
              </a:cxn>
              <a:cxn ang="0">
                <a:pos x="connsiteX42700" y="connsiteY42700"/>
              </a:cxn>
              <a:cxn ang="0">
                <a:pos x="connsiteX42701" y="connsiteY42701"/>
              </a:cxn>
              <a:cxn ang="0">
                <a:pos x="connsiteX42702" y="connsiteY42702"/>
              </a:cxn>
              <a:cxn ang="0">
                <a:pos x="connsiteX42703" y="connsiteY42703"/>
              </a:cxn>
              <a:cxn ang="0">
                <a:pos x="connsiteX42704" y="connsiteY42704"/>
              </a:cxn>
              <a:cxn ang="0">
                <a:pos x="connsiteX42705" y="connsiteY42705"/>
              </a:cxn>
              <a:cxn ang="0">
                <a:pos x="connsiteX42706" y="connsiteY42706"/>
              </a:cxn>
              <a:cxn ang="0">
                <a:pos x="connsiteX42707" y="connsiteY42707"/>
              </a:cxn>
              <a:cxn ang="0">
                <a:pos x="connsiteX42708" y="connsiteY42708"/>
              </a:cxn>
              <a:cxn ang="0">
                <a:pos x="connsiteX42709" y="connsiteY42709"/>
              </a:cxn>
              <a:cxn ang="0">
                <a:pos x="connsiteX42710" y="connsiteY42710"/>
              </a:cxn>
              <a:cxn ang="0">
                <a:pos x="connsiteX42711" y="connsiteY42711"/>
              </a:cxn>
              <a:cxn ang="0">
                <a:pos x="connsiteX42712" y="connsiteY42712"/>
              </a:cxn>
              <a:cxn ang="0">
                <a:pos x="connsiteX42713" y="connsiteY42713"/>
              </a:cxn>
              <a:cxn ang="0">
                <a:pos x="connsiteX42714" y="connsiteY42714"/>
              </a:cxn>
              <a:cxn ang="0">
                <a:pos x="connsiteX42715" y="connsiteY42715"/>
              </a:cxn>
              <a:cxn ang="0">
                <a:pos x="connsiteX42716" y="connsiteY42716"/>
              </a:cxn>
              <a:cxn ang="0">
                <a:pos x="connsiteX42717" y="connsiteY42717"/>
              </a:cxn>
              <a:cxn ang="0">
                <a:pos x="connsiteX42718" y="connsiteY42718"/>
              </a:cxn>
              <a:cxn ang="0">
                <a:pos x="connsiteX42719" y="connsiteY42719"/>
              </a:cxn>
              <a:cxn ang="0">
                <a:pos x="connsiteX42720" y="connsiteY42720"/>
              </a:cxn>
              <a:cxn ang="0">
                <a:pos x="connsiteX42721" y="connsiteY42721"/>
              </a:cxn>
              <a:cxn ang="0">
                <a:pos x="connsiteX42722" y="connsiteY42722"/>
              </a:cxn>
              <a:cxn ang="0">
                <a:pos x="connsiteX42723" y="connsiteY42723"/>
              </a:cxn>
              <a:cxn ang="0">
                <a:pos x="connsiteX42724" y="connsiteY42724"/>
              </a:cxn>
              <a:cxn ang="0">
                <a:pos x="connsiteX42725" y="connsiteY42725"/>
              </a:cxn>
              <a:cxn ang="0">
                <a:pos x="connsiteX42726" y="connsiteY42726"/>
              </a:cxn>
              <a:cxn ang="0">
                <a:pos x="connsiteX42727" y="connsiteY42727"/>
              </a:cxn>
              <a:cxn ang="0">
                <a:pos x="connsiteX42728" y="connsiteY42728"/>
              </a:cxn>
              <a:cxn ang="0">
                <a:pos x="connsiteX42729" y="connsiteY42729"/>
              </a:cxn>
              <a:cxn ang="0">
                <a:pos x="connsiteX42730" y="connsiteY42730"/>
              </a:cxn>
              <a:cxn ang="0">
                <a:pos x="connsiteX42731" y="connsiteY42731"/>
              </a:cxn>
              <a:cxn ang="0">
                <a:pos x="connsiteX42732" y="connsiteY42732"/>
              </a:cxn>
              <a:cxn ang="0">
                <a:pos x="connsiteX42733" y="connsiteY42733"/>
              </a:cxn>
              <a:cxn ang="0">
                <a:pos x="connsiteX42734" y="connsiteY42734"/>
              </a:cxn>
              <a:cxn ang="0">
                <a:pos x="connsiteX42735" y="connsiteY42735"/>
              </a:cxn>
              <a:cxn ang="0">
                <a:pos x="connsiteX42736" y="connsiteY42736"/>
              </a:cxn>
              <a:cxn ang="0">
                <a:pos x="connsiteX42737" y="connsiteY42737"/>
              </a:cxn>
              <a:cxn ang="0">
                <a:pos x="connsiteX42738" y="connsiteY42738"/>
              </a:cxn>
              <a:cxn ang="0">
                <a:pos x="connsiteX42739" y="connsiteY42739"/>
              </a:cxn>
              <a:cxn ang="0">
                <a:pos x="connsiteX42740" y="connsiteY42740"/>
              </a:cxn>
              <a:cxn ang="0">
                <a:pos x="connsiteX42741" y="connsiteY42741"/>
              </a:cxn>
              <a:cxn ang="0">
                <a:pos x="connsiteX42742" y="connsiteY42742"/>
              </a:cxn>
              <a:cxn ang="0">
                <a:pos x="connsiteX42743" y="connsiteY42743"/>
              </a:cxn>
              <a:cxn ang="0">
                <a:pos x="connsiteX42744" y="connsiteY42744"/>
              </a:cxn>
              <a:cxn ang="0">
                <a:pos x="connsiteX42745" y="connsiteY42745"/>
              </a:cxn>
              <a:cxn ang="0">
                <a:pos x="connsiteX42746" y="connsiteY42746"/>
              </a:cxn>
              <a:cxn ang="0">
                <a:pos x="connsiteX42747" y="connsiteY42747"/>
              </a:cxn>
              <a:cxn ang="0">
                <a:pos x="connsiteX42748" y="connsiteY42748"/>
              </a:cxn>
              <a:cxn ang="0">
                <a:pos x="connsiteX42749" y="connsiteY42749"/>
              </a:cxn>
              <a:cxn ang="0">
                <a:pos x="connsiteX42750" y="connsiteY42750"/>
              </a:cxn>
              <a:cxn ang="0">
                <a:pos x="connsiteX42751" y="connsiteY42751"/>
              </a:cxn>
              <a:cxn ang="0">
                <a:pos x="connsiteX42752" y="connsiteY42752"/>
              </a:cxn>
              <a:cxn ang="0">
                <a:pos x="connsiteX42753" y="connsiteY42753"/>
              </a:cxn>
              <a:cxn ang="0">
                <a:pos x="connsiteX42754" y="connsiteY42754"/>
              </a:cxn>
              <a:cxn ang="0">
                <a:pos x="connsiteX42755" y="connsiteY42755"/>
              </a:cxn>
              <a:cxn ang="0">
                <a:pos x="connsiteX42756" y="connsiteY42756"/>
              </a:cxn>
              <a:cxn ang="0">
                <a:pos x="connsiteX42757" y="connsiteY42757"/>
              </a:cxn>
              <a:cxn ang="0">
                <a:pos x="connsiteX42758" y="connsiteY42758"/>
              </a:cxn>
              <a:cxn ang="0">
                <a:pos x="connsiteX42759" y="connsiteY42759"/>
              </a:cxn>
              <a:cxn ang="0">
                <a:pos x="connsiteX42760" y="connsiteY42760"/>
              </a:cxn>
              <a:cxn ang="0">
                <a:pos x="connsiteX42761" y="connsiteY42761"/>
              </a:cxn>
              <a:cxn ang="0">
                <a:pos x="connsiteX42762" y="connsiteY42762"/>
              </a:cxn>
              <a:cxn ang="0">
                <a:pos x="connsiteX42763" y="connsiteY42763"/>
              </a:cxn>
              <a:cxn ang="0">
                <a:pos x="connsiteX42764" y="connsiteY42764"/>
              </a:cxn>
              <a:cxn ang="0">
                <a:pos x="connsiteX42765" y="connsiteY42765"/>
              </a:cxn>
              <a:cxn ang="0">
                <a:pos x="connsiteX42766" y="connsiteY42766"/>
              </a:cxn>
              <a:cxn ang="0">
                <a:pos x="connsiteX42767" y="connsiteY42767"/>
              </a:cxn>
              <a:cxn ang="0">
                <a:pos x="connsiteX42768" y="connsiteY42768"/>
              </a:cxn>
              <a:cxn ang="0">
                <a:pos x="connsiteX42769" y="connsiteY42769"/>
              </a:cxn>
              <a:cxn ang="0">
                <a:pos x="connsiteX42770" y="connsiteY42770"/>
              </a:cxn>
              <a:cxn ang="0">
                <a:pos x="connsiteX42771" y="connsiteY42771"/>
              </a:cxn>
              <a:cxn ang="0">
                <a:pos x="connsiteX42772" y="connsiteY42772"/>
              </a:cxn>
              <a:cxn ang="0">
                <a:pos x="connsiteX42773" y="connsiteY42773"/>
              </a:cxn>
              <a:cxn ang="0">
                <a:pos x="connsiteX42774" y="connsiteY42774"/>
              </a:cxn>
              <a:cxn ang="0">
                <a:pos x="connsiteX42775" y="connsiteY42775"/>
              </a:cxn>
              <a:cxn ang="0">
                <a:pos x="connsiteX42776" y="connsiteY42776"/>
              </a:cxn>
              <a:cxn ang="0">
                <a:pos x="connsiteX42777" y="connsiteY42777"/>
              </a:cxn>
              <a:cxn ang="0">
                <a:pos x="connsiteX42778" y="connsiteY42778"/>
              </a:cxn>
              <a:cxn ang="0">
                <a:pos x="connsiteX42779" y="connsiteY42779"/>
              </a:cxn>
              <a:cxn ang="0">
                <a:pos x="connsiteX42780" y="connsiteY42780"/>
              </a:cxn>
              <a:cxn ang="0">
                <a:pos x="connsiteX42781" y="connsiteY42781"/>
              </a:cxn>
              <a:cxn ang="0">
                <a:pos x="connsiteX42782" y="connsiteY42782"/>
              </a:cxn>
              <a:cxn ang="0">
                <a:pos x="connsiteX42783" y="connsiteY42783"/>
              </a:cxn>
              <a:cxn ang="0">
                <a:pos x="connsiteX42784" y="connsiteY42784"/>
              </a:cxn>
              <a:cxn ang="0">
                <a:pos x="connsiteX42785" y="connsiteY42785"/>
              </a:cxn>
              <a:cxn ang="0">
                <a:pos x="connsiteX42786" y="connsiteY42786"/>
              </a:cxn>
              <a:cxn ang="0">
                <a:pos x="connsiteX42787" y="connsiteY42787"/>
              </a:cxn>
              <a:cxn ang="0">
                <a:pos x="connsiteX42788" y="connsiteY42788"/>
              </a:cxn>
              <a:cxn ang="0">
                <a:pos x="connsiteX42789" y="connsiteY42789"/>
              </a:cxn>
              <a:cxn ang="0">
                <a:pos x="connsiteX42790" y="connsiteY42790"/>
              </a:cxn>
              <a:cxn ang="0">
                <a:pos x="connsiteX42791" y="connsiteY42791"/>
              </a:cxn>
              <a:cxn ang="0">
                <a:pos x="connsiteX42792" y="connsiteY42792"/>
              </a:cxn>
              <a:cxn ang="0">
                <a:pos x="connsiteX42793" y="connsiteY42793"/>
              </a:cxn>
              <a:cxn ang="0">
                <a:pos x="connsiteX42794" y="connsiteY42794"/>
              </a:cxn>
              <a:cxn ang="0">
                <a:pos x="connsiteX42795" y="connsiteY42795"/>
              </a:cxn>
              <a:cxn ang="0">
                <a:pos x="connsiteX42796" y="connsiteY42796"/>
              </a:cxn>
              <a:cxn ang="0">
                <a:pos x="connsiteX42797" y="connsiteY42797"/>
              </a:cxn>
              <a:cxn ang="0">
                <a:pos x="connsiteX42798" y="connsiteY42798"/>
              </a:cxn>
              <a:cxn ang="0">
                <a:pos x="connsiteX42799" y="connsiteY42799"/>
              </a:cxn>
              <a:cxn ang="0">
                <a:pos x="connsiteX42800" y="connsiteY42800"/>
              </a:cxn>
              <a:cxn ang="0">
                <a:pos x="connsiteX42801" y="connsiteY42801"/>
              </a:cxn>
              <a:cxn ang="0">
                <a:pos x="connsiteX42802" y="connsiteY42802"/>
              </a:cxn>
              <a:cxn ang="0">
                <a:pos x="connsiteX42803" y="connsiteY42803"/>
              </a:cxn>
              <a:cxn ang="0">
                <a:pos x="connsiteX42804" y="connsiteY42804"/>
              </a:cxn>
              <a:cxn ang="0">
                <a:pos x="connsiteX42805" y="connsiteY42805"/>
              </a:cxn>
              <a:cxn ang="0">
                <a:pos x="connsiteX42806" y="connsiteY42806"/>
              </a:cxn>
              <a:cxn ang="0">
                <a:pos x="connsiteX42807" y="connsiteY42807"/>
              </a:cxn>
              <a:cxn ang="0">
                <a:pos x="connsiteX42808" y="connsiteY42808"/>
              </a:cxn>
              <a:cxn ang="0">
                <a:pos x="connsiteX42809" y="connsiteY42809"/>
              </a:cxn>
              <a:cxn ang="0">
                <a:pos x="connsiteX42810" y="connsiteY42810"/>
              </a:cxn>
              <a:cxn ang="0">
                <a:pos x="connsiteX42811" y="connsiteY42811"/>
              </a:cxn>
              <a:cxn ang="0">
                <a:pos x="connsiteX42812" y="connsiteY42812"/>
              </a:cxn>
              <a:cxn ang="0">
                <a:pos x="connsiteX42813" y="connsiteY42813"/>
              </a:cxn>
              <a:cxn ang="0">
                <a:pos x="connsiteX42814" y="connsiteY42814"/>
              </a:cxn>
              <a:cxn ang="0">
                <a:pos x="connsiteX42815" y="connsiteY42815"/>
              </a:cxn>
              <a:cxn ang="0">
                <a:pos x="connsiteX42816" y="connsiteY42816"/>
              </a:cxn>
              <a:cxn ang="0">
                <a:pos x="connsiteX42817" y="connsiteY42817"/>
              </a:cxn>
              <a:cxn ang="0">
                <a:pos x="connsiteX42818" y="connsiteY42818"/>
              </a:cxn>
              <a:cxn ang="0">
                <a:pos x="connsiteX42819" y="connsiteY42819"/>
              </a:cxn>
              <a:cxn ang="0">
                <a:pos x="connsiteX42820" y="connsiteY42820"/>
              </a:cxn>
              <a:cxn ang="0">
                <a:pos x="connsiteX42821" y="connsiteY42821"/>
              </a:cxn>
              <a:cxn ang="0">
                <a:pos x="connsiteX42822" y="connsiteY42822"/>
              </a:cxn>
              <a:cxn ang="0">
                <a:pos x="connsiteX42823" y="connsiteY42823"/>
              </a:cxn>
              <a:cxn ang="0">
                <a:pos x="connsiteX42824" y="connsiteY42824"/>
              </a:cxn>
              <a:cxn ang="0">
                <a:pos x="connsiteX42825" y="connsiteY42825"/>
              </a:cxn>
              <a:cxn ang="0">
                <a:pos x="connsiteX42826" y="connsiteY42826"/>
              </a:cxn>
              <a:cxn ang="0">
                <a:pos x="connsiteX42827" y="connsiteY42827"/>
              </a:cxn>
              <a:cxn ang="0">
                <a:pos x="connsiteX42828" y="connsiteY42828"/>
              </a:cxn>
              <a:cxn ang="0">
                <a:pos x="connsiteX42829" y="connsiteY42829"/>
              </a:cxn>
              <a:cxn ang="0">
                <a:pos x="connsiteX42830" y="connsiteY42830"/>
              </a:cxn>
              <a:cxn ang="0">
                <a:pos x="connsiteX42831" y="connsiteY42831"/>
              </a:cxn>
              <a:cxn ang="0">
                <a:pos x="connsiteX42832" y="connsiteY42832"/>
              </a:cxn>
              <a:cxn ang="0">
                <a:pos x="connsiteX42833" y="connsiteY42833"/>
              </a:cxn>
              <a:cxn ang="0">
                <a:pos x="connsiteX42834" y="connsiteY42834"/>
              </a:cxn>
              <a:cxn ang="0">
                <a:pos x="connsiteX42835" y="connsiteY42835"/>
              </a:cxn>
              <a:cxn ang="0">
                <a:pos x="connsiteX42836" y="connsiteY42836"/>
              </a:cxn>
              <a:cxn ang="0">
                <a:pos x="connsiteX42837" y="connsiteY42837"/>
              </a:cxn>
              <a:cxn ang="0">
                <a:pos x="connsiteX42838" y="connsiteY42838"/>
              </a:cxn>
              <a:cxn ang="0">
                <a:pos x="connsiteX42839" y="connsiteY42839"/>
              </a:cxn>
              <a:cxn ang="0">
                <a:pos x="connsiteX42840" y="connsiteY42840"/>
              </a:cxn>
              <a:cxn ang="0">
                <a:pos x="connsiteX42841" y="connsiteY42841"/>
              </a:cxn>
              <a:cxn ang="0">
                <a:pos x="connsiteX42842" y="connsiteY42842"/>
              </a:cxn>
              <a:cxn ang="0">
                <a:pos x="connsiteX42843" y="connsiteY42843"/>
              </a:cxn>
              <a:cxn ang="0">
                <a:pos x="connsiteX42844" y="connsiteY42844"/>
              </a:cxn>
              <a:cxn ang="0">
                <a:pos x="connsiteX42845" y="connsiteY42845"/>
              </a:cxn>
              <a:cxn ang="0">
                <a:pos x="connsiteX42846" y="connsiteY42846"/>
              </a:cxn>
              <a:cxn ang="0">
                <a:pos x="connsiteX42847" y="connsiteY42847"/>
              </a:cxn>
              <a:cxn ang="0">
                <a:pos x="connsiteX42848" y="connsiteY42848"/>
              </a:cxn>
              <a:cxn ang="0">
                <a:pos x="connsiteX42849" y="connsiteY42849"/>
              </a:cxn>
              <a:cxn ang="0">
                <a:pos x="connsiteX42850" y="connsiteY42850"/>
              </a:cxn>
              <a:cxn ang="0">
                <a:pos x="connsiteX42851" y="connsiteY42851"/>
              </a:cxn>
              <a:cxn ang="0">
                <a:pos x="connsiteX42852" y="connsiteY42852"/>
              </a:cxn>
              <a:cxn ang="0">
                <a:pos x="connsiteX42853" y="connsiteY42853"/>
              </a:cxn>
              <a:cxn ang="0">
                <a:pos x="connsiteX42854" y="connsiteY42854"/>
              </a:cxn>
              <a:cxn ang="0">
                <a:pos x="connsiteX42855" y="connsiteY42855"/>
              </a:cxn>
              <a:cxn ang="0">
                <a:pos x="connsiteX42856" y="connsiteY42856"/>
              </a:cxn>
              <a:cxn ang="0">
                <a:pos x="connsiteX42857" y="connsiteY42857"/>
              </a:cxn>
              <a:cxn ang="0">
                <a:pos x="connsiteX42858" y="connsiteY42858"/>
              </a:cxn>
              <a:cxn ang="0">
                <a:pos x="connsiteX42859" y="connsiteY42859"/>
              </a:cxn>
              <a:cxn ang="0">
                <a:pos x="connsiteX42860" y="connsiteY42860"/>
              </a:cxn>
              <a:cxn ang="0">
                <a:pos x="connsiteX42861" y="connsiteY42861"/>
              </a:cxn>
              <a:cxn ang="0">
                <a:pos x="connsiteX42862" y="connsiteY42862"/>
              </a:cxn>
              <a:cxn ang="0">
                <a:pos x="connsiteX42863" y="connsiteY42863"/>
              </a:cxn>
              <a:cxn ang="0">
                <a:pos x="connsiteX42864" y="connsiteY42864"/>
              </a:cxn>
              <a:cxn ang="0">
                <a:pos x="connsiteX42865" y="connsiteY42865"/>
              </a:cxn>
              <a:cxn ang="0">
                <a:pos x="connsiteX42866" y="connsiteY42866"/>
              </a:cxn>
              <a:cxn ang="0">
                <a:pos x="connsiteX42867" y="connsiteY42867"/>
              </a:cxn>
              <a:cxn ang="0">
                <a:pos x="connsiteX42868" y="connsiteY42868"/>
              </a:cxn>
              <a:cxn ang="0">
                <a:pos x="connsiteX42869" y="connsiteY42869"/>
              </a:cxn>
              <a:cxn ang="0">
                <a:pos x="connsiteX42870" y="connsiteY42870"/>
              </a:cxn>
              <a:cxn ang="0">
                <a:pos x="connsiteX42871" y="connsiteY42871"/>
              </a:cxn>
              <a:cxn ang="0">
                <a:pos x="connsiteX42872" y="connsiteY42872"/>
              </a:cxn>
              <a:cxn ang="0">
                <a:pos x="connsiteX42873" y="connsiteY42873"/>
              </a:cxn>
              <a:cxn ang="0">
                <a:pos x="connsiteX42874" y="connsiteY42874"/>
              </a:cxn>
              <a:cxn ang="0">
                <a:pos x="connsiteX42875" y="connsiteY42875"/>
              </a:cxn>
              <a:cxn ang="0">
                <a:pos x="connsiteX42876" y="connsiteY42876"/>
              </a:cxn>
              <a:cxn ang="0">
                <a:pos x="connsiteX42877" y="connsiteY42877"/>
              </a:cxn>
              <a:cxn ang="0">
                <a:pos x="connsiteX42878" y="connsiteY42878"/>
              </a:cxn>
              <a:cxn ang="0">
                <a:pos x="connsiteX42879" y="connsiteY42879"/>
              </a:cxn>
              <a:cxn ang="0">
                <a:pos x="connsiteX42880" y="connsiteY42880"/>
              </a:cxn>
              <a:cxn ang="0">
                <a:pos x="connsiteX42881" y="connsiteY42881"/>
              </a:cxn>
              <a:cxn ang="0">
                <a:pos x="connsiteX42882" y="connsiteY42882"/>
              </a:cxn>
              <a:cxn ang="0">
                <a:pos x="connsiteX42883" y="connsiteY42883"/>
              </a:cxn>
              <a:cxn ang="0">
                <a:pos x="connsiteX42884" y="connsiteY42884"/>
              </a:cxn>
              <a:cxn ang="0">
                <a:pos x="connsiteX42885" y="connsiteY42885"/>
              </a:cxn>
              <a:cxn ang="0">
                <a:pos x="connsiteX42886" y="connsiteY42886"/>
              </a:cxn>
              <a:cxn ang="0">
                <a:pos x="connsiteX42887" y="connsiteY42887"/>
              </a:cxn>
              <a:cxn ang="0">
                <a:pos x="connsiteX42888" y="connsiteY42888"/>
              </a:cxn>
              <a:cxn ang="0">
                <a:pos x="connsiteX42889" y="connsiteY42889"/>
              </a:cxn>
              <a:cxn ang="0">
                <a:pos x="connsiteX42890" y="connsiteY42890"/>
              </a:cxn>
              <a:cxn ang="0">
                <a:pos x="connsiteX42891" y="connsiteY42891"/>
              </a:cxn>
              <a:cxn ang="0">
                <a:pos x="connsiteX42892" y="connsiteY42892"/>
              </a:cxn>
              <a:cxn ang="0">
                <a:pos x="connsiteX42893" y="connsiteY42893"/>
              </a:cxn>
              <a:cxn ang="0">
                <a:pos x="connsiteX42894" y="connsiteY42894"/>
              </a:cxn>
              <a:cxn ang="0">
                <a:pos x="connsiteX42895" y="connsiteY42895"/>
              </a:cxn>
              <a:cxn ang="0">
                <a:pos x="connsiteX42896" y="connsiteY42896"/>
              </a:cxn>
              <a:cxn ang="0">
                <a:pos x="connsiteX42897" y="connsiteY42897"/>
              </a:cxn>
              <a:cxn ang="0">
                <a:pos x="connsiteX42898" y="connsiteY42898"/>
              </a:cxn>
              <a:cxn ang="0">
                <a:pos x="connsiteX42899" y="connsiteY42899"/>
              </a:cxn>
              <a:cxn ang="0">
                <a:pos x="connsiteX42900" y="connsiteY42900"/>
              </a:cxn>
              <a:cxn ang="0">
                <a:pos x="connsiteX42901" y="connsiteY42901"/>
              </a:cxn>
              <a:cxn ang="0">
                <a:pos x="connsiteX42902" y="connsiteY42902"/>
              </a:cxn>
              <a:cxn ang="0">
                <a:pos x="connsiteX42903" y="connsiteY42903"/>
              </a:cxn>
              <a:cxn ang="0">
                <a:pos x="connsiteX42904" y="connsiteY42904"/>
              </a:cxn>
              <a:cxn ang="0">
                <a:pos x="connsiteX42905" y="connsiteY42905"/>
              </a:cxn>
              <a:cxn ang="0">
                <a:pos x="connsiteX42906" y="connsiteY42906"/>
              </a:cxn>
              <a:cxn ang="0">
                <a:pos x="connsiteX42907" y="connsiteY42907"/>
              </a:cxn>
              <a:cxn ang="0">
                <a:pos x="connsiteX42908" y="connsiteY42908"/>
              </a:cxn>
              <a:cxn ang="0">
                <a:pos x="connsiteX42909" y="connsiteY42909"/>
              </a:cxn>
              <a:cxn ang="0">
                <a:pos x="connsiteX42910" y="connsiteY42910"/>
              </a:cxn>
              <a:cxn ang="0">
                <a:pos x="connsiteX42911" y="connsiteY42911"/>
              </a:cxn>
              <a:cxn ang="0">
                <a:pos x="connsiteX42912" y="connsiteY42912"/>
              </a:cxn>
              <a:cxn ang="0">
                <a:pos x="connsiteX42913" y="connsiteY42913"/>
              </a:cxn>
              <a:cxn ang="0">
                <a:pos x="connsiteX42914" y="connsiteY42914"/>
              </a:cxn>
              <a:cxn ang="0">
                <a:pos x="connsiteX42915" y="connsiteY42915"/>
              </a:cxn>
              <a:cxn ang="0">
                <a:pos x="connsiteX42916" y="connsiteY42916"/>
              </a:cxn>
              <a:cxn ang="0">
                <a:pos x="connsiteX42917" y="connsiteY42917"/>
              </a:cxn>
              <a:cxn ang="0">
                <a:pos x="connsiteX42918" y="connsiteY42918"/>
              </a:cxn>
              <a:cxn ang="0">
                <a:pos x="connsiteX42919" y="connsiteY42919"/>
              </a:cxn>
              <a:cxn ang="0">
                <a:pos x="connsiteX42920" y="connsiteY42920"/>
              </a:cxn>
              <a:cxn ang="0">
                <a:pos x="connsiteX42921" y="connsiteY42921"/>
              </a:cxn>
              <a:cxn ang="0">
                <a:pos x="connsiteX42922" y="connsiteY42922"/>
              </a:cxn>
              <a:cxn ang="0">
                <a:pos x="connsiteX42923" y="connsiteY42923"/>
              </a:cxn>
              <a:cxn ang="0">
                <a:pos x="connsiteX42924" y="connsiteY42924"/>
              </a:cxn>
              <a:cxn ang="0">
                <a:pos x="connsiteX42925" y="connsiteY42925"/>
              </a:cxn>
              <a:cxn ang="0">
                <a:pos x="connsiteX42926" y="connsiteY42926"/>
              </a:cxn>
              <a:cxn ang="0">
                <a:pos x="connsiteX42927" y="connsiteY42927"/>
              </a:cxn>
              <a:cxn ang="0">
                <a:pos x="connsiteX42928" y="connsiteY42928"/>
              </a:cxn>
              <a:cxn ang="0">
                <a:pos x="connsiteX42929" y="connsiteY42929"/>
              </a:cxn>
              <a:cxn ang="0">
                <a:pos x="connsiteX42930" y="connsiteY42930"/>
              </a:cxn>
              <a:cxn ang="0">
                <a:pos x="connsiteX42931" y="connsiteY42931"/>
              </a:cxn>
              <a:cxn ang="0">
                <a:pos x="connsiteX42932" y="connsiteY42932"/>
              </a:cxn>
              <a:cxn ang="0">
                <a:pos x="connsiteX42933" y="connsiteY42933"/>
              </a:cxn>
              <a:cxn ang="0">
                <a:pos x="connsiteX42934" y="connsiteY42934"/>
              </a:cxn>
              <a:cxn ang="0">
                <a:pos x="connsiteX42935" y="connsiteY42935"/>
              </a:cxn>
              <a:cxn ang="0">
                <a:pos x="connsiteX42936" y="connsiteY42936"/>
              </a:cxn>
              <a:cxn ang="0">
                <a:pos x="connsiteX42937" y="connsiteY42937"/>
              </a:cxn>
              <a:cxn ang="0">
                <a:pos x="connsiteX42938" y="connsiteY42938"/>
              </a:cxn>
              <a:cxn ang="0">
                <a:pos x="connsiteX42939" y="connsiteY42939"/>
              </a:cxn>
              <a:cxn ang="0">
                <a:pos x="connsiteX42940" y="connsiteY42940"/>
              </a:cxn>
              <a:cxn ang="0">
                <a:pos x="connsiteX42941" y="connsiteY42941"/>
              </a:cxn>
              <a:cxn ang="0">
                <a:pos x="connsiteX42942" y="connsiteY42942"/>
              </a:cxn>
              <a:cxn ang="0">
                <a:pos x="connsiteX42943" y="connsiteY42943"/>
              </a:cxn>
              <a:cxn ang="0">
                <a:pos x="connsiteX42944" y="connsiteY42944"/>
              </a:cxn>
              <a:cxn ang="0">
                <a:pos x="connsiteX42945" y="connsiteY42945"/>
              </a:cxn>
              <a:cxn ang="0">
                <a:pos x="connsiteX42946" y="connsiteY42946"/>
              </a:cxn>
              <a:cxn ang="0">
                <a:pos x="connsiteX42947" y="connsiteY42947"/>
              </a:cxn>
              <a:cxn ang="0">
                <a:pos x="connsiteX42948" y="connsiteY42948"/>
              </a:cxn>
              <a:cxn ang="0">
                <a:pos x="connsiteX42949" y="connsiteY42949"/>
              </a:cxn>
              <a:cxn ang="0">
                <a:pos x="connsiteX42950" y="connsiteY42950"/>
              </a:cxn>
              <a:cxn ang="0">
                <a:pos x="connsiteX42951" y="connsiteY42951"/>
              </a:cxn>
              <a:cxn ang="0">
                <a:pos x="connsiteX42952" y="connsiteY42952"/>
              </a:cxn>
              <a:cxn ang="0">
                <a:pos x="connsiteX42953" y="connsiteY42953"/>
              </a:cxn>
              <a:cxn ang="0">
                <a:pos x="connsiteX42954" y="connsiteY42954"/>
              </a:cxn>
              <a:cxn ang="0">
                <a:pos x="connsiteX42955" y="connsiteY42955"/>
              </a:cxn>
              <a:cxn ang="0">
                <a:pos x="connsiteX42956" y="connsiteY42956"/>
              </a:cxn>
              <a:cxn ang="0">
                <a:pos x="connsiteX42957" y="connsiteY42957"/>
              </a:cxn>
              <a:cxn ang="0">
                <a:pos x="connsiteX42958" y="connsiteY42958"/>
              </a:cxn>
              <a:cxn ang="0">
                <a:pos x="connsiteX42959" y="connsiteY42959"/>
              </a:cxn>
              <a:cxn ang="0">
                <a:pos x="connsiteX42960" y="connsiteY42960"/>
              </a:cxn>
              <a:cxn ang="0">
                <a:pos x="connsiteX42961" y="connsiteY42961"/>
              </a:cxn>
              <a:cxn ang="0">
                <a:pos x="connsiteX42962" y="connsiteY42962"/>
              </a:cxn>
              <a:cxn ang="0">
                <a:pos x="connsiteX42963" y="connsiteY42963"/>
              </a:cxn>
              <a:cxn ang="0">
                <a:pos x="connsiteX42964" y="connsiteY42964"/>
              </a:cxn>
              <a:cxn ang="0">
                <a:pos x="connsiteX42965" y="connsiteY42965"/>
              </a:cxn>
              <a:cxn ang="0">
                <a:pos x="connsiteX42966" y="connsiteY42966"/>
              </a:cxn>
              <a:cxn ang="0">
                <a:pos x="connsiteX42967" y="connsiteY42967"/>
              </a:cxn>
              <a:cxn ang="0">
                <a:pos x="connsiteX42968" y="connsiteY42968"/>
              </a:cxn>
              <a:cxn ang="0">
                <a:pos x="connsiteX42969" y="connsiteY42969"/>
              </a:cxn>
              <a:cxn ang="0">
                <a:pos x="connsiteX42970" y="connsiteY42970"/>
              </a:cxn>
              <a:cxn ang="0">
                <a:pos x="connsiteX42971" y="connsiteY42971"/>
              </a:cxn>
              <a:cxn ang="0">
                <a:pos x="connsiteX42972" y="connsiteY42972"/>
              </a:cxn>
              <a:cxn ang="0">
                <a:pos x="connsiteX42973" y="connsiteY42973"/>
              </a:cxn>
              <a:cxn ang="0">
                <a:pos x="connsiteX42974" y="connsiteY42974"/>
              </a:cxn>
              <a:cxn ang="0">
                <a:pos x="connsiteX42975" y="connsiteY42975"/>
              </a:cxn>
              <a:cxn ang="0">
                <a:pos x="connsiteX42976" y="connsiteY42976"/>
              </a:cxn>
              <a:cxn ang="0">
                <a:pos x="connsiteX42977" y="connsiteY42977"/>
              </a:cxn>
              <a:cxn ang="0">
                <a:pos x="connsiteX42978" y="connsiteY42978"/>
              </a:cxn>
              <a:cxn ang="0">
                <a:pos x="connsiteX42979" y="connsiteY42979"/>
              </a:cxn>
              <a:cxn ang="0">
                <a:pos x="connsiteX42980" y="connsiteY42980"/>
              </a:cxn>
              <a:cxn ang="0">
                <a:pos x="connsiteX42981" y="connsiteY42981"/>
              </a:cxn>
              <a:cxn ang="0">
                <a:pos x="connsiteX42982" y="connsiteY42982"/>
              </a:cxn>
              <a:cxn ang="0">
                <a:pos x="connsiteX42983" y="connsiteY42983"/>
              </a:cxn>
              <a:cxn ang="0">
                <a:pos x="connsiteX42984" y="connsiteY42984"/>
              </a:cxn>
              <a:cxn ang="0">
                <a:pos x="connsiteX42985" y="connsiteY42985"/>
              </a:cxn>
              <a:cxn ang="0">
                <a:pos x="connsiteX42986" y="connsiteY42986"/>
              </a:cxn>
              <a:cxn ang="0">
                <a:pos x="connsiteX42987" y="connsiteY42987"/>
              </a:cxn>
              <a:cxn ang="0">
                <a:pos x="connsiteX42988" y="connsiteY42988"/>
              </a:cxn>
              <a:cxn ang="0">
                <a:pos x="connsiteX42989" y="connsiteY42989"/>
              </a:cxn>
              <a:cxn ang="0">
                <a:pos x="connsiteX42990" y="connsiteY42990"/>
              </a:cxn>
              <a:cxn ang="0">
                <a:pos x="connsiteX42991" y="connsiteY42991"/>
              </a:cxn>
              <a:cxn ang="0">
                <a:pos x="connsiteX42992" y="connsiteY42992"/>
              </a:cxn>
              <a:cxn ang="0">
                <a:pos x="connsiteX42993" y="connsiteY42993"/>
              </a:cxn>
              <a:cxn ang="0">
                <a:pos x="connsiteX42994" y="connsiteY42994"/>
              </a:cxn>
              <a:cxn ang="0">
                <a:pos x="connsiteX42995" y="connsiteY42995"/>
              </a:cxn>
              <a:cxn ang="0">
                <a:pos x="connsiteX42996" y="connsiteY42996"/>
              </a:cxn>
              <a:cxn ang="0">
                <a:pos x="connsiteX42997" y="connsiteY42997"/>
              </a:cxn>
              <a:cxn ang="0">
                <a:pos x="connsiteX42998" y="connsiteY42998"/>
              </a:cxn>
              <a:cxn ang="0">
                <a:pos x="connsiteX42999" y="connsiteY42999"/>
              </a:cxn>
              <a:cxn ang="0">
                <a:pos x="connsiteX43000" y="connsiteY43000"/>
              </a:cxn>
              <a:cxn ang="0">
                <a:pos x="connsiteX43001" y="connsiteY43001"/>
              </a:cxn>
              <a:cxn ang="0">
                <a:pos x="connsiteX43002" y="connsiteY43002"/>
              </a:cxn>
              <a:cxn ang="0">
                <a:pos x="connsiteX43003" y="connsiteY43003"/>
              </a:cxn>
              <a:cxn ang="0">
                <a:pos x="connsiteX43004" y="connsiteY43004"/>
              </a:cxn>
              <a:cxn ang="0">
                <a:pos x="connsiteX43005" y="connsiteY43005"/>
              </a:cxn>
              <a:cxn ang="0">
                <a:pos x="connsiteX43006" y="connsiteY43006"/>
              </a:cxn>
              <a:cxn ang="0">
                <a:pos x="connsiteX43007" y="connsiteY43007"/>
              </a:cxn>
              <a:cxn ang="0">
                <a:pos x="connsiteX43008" y="connsiteY43008"/>
              </a:cxn>
              <a:cxn ang="0">
                <a:pos x="connsiteX43009" y="connsiteY43009"/>
              </a:cxn>
              <a:cxn ang="0">
                <a:pos x="connsiteX43010" y="connsiteY43010"/>
              </a:cxn>
              <a:cxn ang="0">
                <a:pos x="connsiteX43011" y="connsiteY43011"/>
              </a:cxn>
              <a:cxn ang="0">
                <a:pos x="connsiteX43012" y="connsiteY43012"/>
              </a:cxn>
              <a:cxn ang="0">
                <a:pos x="connsiteX43013" y="connsiteY43013"/>
              </a:cxn>
              <a:cxn ang="0">
                <a:pos x="connsiteX43014" y="connsiteY43014"/>
              </a:cxn>
              <a:cxn ang="0">
                <a:pos x="connsiteX43015" y="connsiteY43015"/>
              </a:cxn>
              <a:cxn ang="0">
                <a:pos x="connsiteX43016" y="connsiteY43016"/>
              </a:cxn>
              <a:cxn ang="0">
                <a:pos x="connsiteX43017" y="connsiteY43017"/>
              </a:cxn>
              <a:cxn ang="0">
                <a:pos x="connsiteX43018" y="connsiteY43018"/>
              </a:cxn>
              <a:cxn ang="0">
                <a:pos x="connsiteX43019" y="connsiteY43019"/>
              </a:cxn>
              <a:cxn ang="0">
                <a:pos x="connsiteX43020" y="connsiteY43020"/>
              </a:cxn>
              <a:cxn ang="0">
                <a:pos x="connsiteX43021" y="connsiteY43021"/>
              </a:cxn>
              <a:cxn ang="0">
                <a:pos x="connsiteX43022" y="connsiteY43022"/>
              </a:cxn>
              <a:cxn ang="0">
                <a:pos x="connsiteX43023" y="connsiteY43023"/>
              </a:cxn>
              <a:cxn ang="0">
                <a:pos x="connsiteX43024" y="connsiteY43024"/>
              </a:cxn>
              <a:cxn ang="0">
                <a:pos x="connsiteX43025" y="connsiteY43025"/>
              </a:cxn>
              <a:cxn ang="0">
                <a:pos x="connsiteX43026" y="connsiteY43026"/>
              </a:cxn>
              <a:cxn ang="0">
                <a:pos x="connsiteX43027" y="connsiteY43027"/>
              </a:cxn>
              <a:cxn ang="0">
                <a:pos x="connsiteX43028" y="connsiteY43028"/>
              </a:cxn>
              <a:cxn ang="0">
                <a:pos x="connsiteX43029" y="connsiteY43029"/>
              </a:cxn>
              <a:cxn ang="0">
                <a:pos x="connsiteX43030" y="connsiteY43030"/>
              </a:cxn>
              <a:cxn ang="0">
                <a:pos x="connsiteX43031" y="connsiteY43031"/>
              </a:cxn>
              <a:cxn ang="0">
                <a:pos x="connsiteX43032" y="connsiteY43032"/>
              </a:cxn>
              <a:cxn ang="0">
                <a:pos x="connsiteX43033" y="connsiteY43033"/>
              </a:cxn>
              <a:cxn ang="0">
                <a:pos x="connsiteX43034" y="connsiteY43034"/>
              </a:cxn>
              <a:cxn ang="0">
                <a:pos x="connsiteX43035" y="connsiteY43035"/>
              </a:cxn>
              <a:cxn ang="0">
                <a:pos x="connsiteX43036" y="connsiteY43036"/>
              </a:cxn>
              <a:cxn ang="0">
                <a:pos x="connsiteX43037" y="connsiteY43037"/>
              </a:cxn>
              <a:cxn ang="0">
                <a:pos x="connsiteX43038" y="connsiteY43038"/>
              </a:cxn>
              <a:cxn ang="0">
                <a:pos x="connsiteX43039" y="connsiteY43039"/>
              </a:cxn>
              <a:cxn ang="0">
                <a:pos x="connsiteX43040" y="connsiteY43040"/>
              </a:cxn>
              <a:cxn ang="0">
                <a:pos x="connsiteX43041" y="connsiteY43041"/>
              </a:cxn>
              <a:cxn ang="0">
                <a:pos x="connsiteX43042" y="connsiteY43042"/>
              </a:cxn>
              <a:cxn ang="0">
                <a:pos x="connsiteX43043" y="connsiteY43043"/>
              </a:cxn>
              <a:cxn ang="0">
                <a:pos x="connsiteX43044" y="connsiteY43044"/>
              </a:cxn>
              <a:cxn ang="0">
                <a:pos x="connsiteX43045" y="connsiteY43045"/>
              </a:cxn>
              <a:cxn ang="0">
                <a:pos x="connsiteX43046" y="connsiteY43046"/>
              </a:cxn>
              <a:cxn ang="0">
                <a:pos x="connsiteX43047" y="connsiteY43047"/>
              </a:cxn>
              <a:cxn ang="0">
                <a:pos x="connsiteX43048" y="connsiteY43048"/>
              </a:cxn>
              <a:cxn ang="0">
                <a:pos x="connsiteX43049" y="connsiteY43049"/>
              </a:cxn>
              <a:cxn ang="0">
                <a:pos x="connsiteX43050" y="connsiteY43050"/>
              </a:cxn>
              <a:cxn ang="0">
                <a:pos x="connsiteX43051" y="connsiteY43051"/>
              </a:cxn>
              <a:cxn ang="0">
                <a:pos x="connsiteX43052" y="connsiteY43052"/>
              </a:cxn>
              <a:cxn ang="0">
                <a:pos x="connsiteX43053" y="connsiteY43053"/>
              </a:cxn>
              <a:cxn ang="0">
                <a:pos x="connsiteX43054" y="connsiteY43054"/>
              </a:cxn>
              <a:cxn ang="0">
                <a:pos x="connsiteX43055" y="connsiteY43055"/>
              </a:cxn>
              <a:cxn ang="0">
                <a:pos x="connsiteX43056" y="connsiteY43056"/>
              </a:cxn>
              <a:cxn ang="0">
                <a:pos x="connsiteX43057" y="connsiteY43057"/>
              </a:cxn>
              <a:cxn ang="0">
                <a:pos x="connsiteX43058" y="connsiteY43058"/>
              </a:cxn>
              <a:cxn ang="0">
                <a:pos x="connsiteX43059" y="connsiteY43059"/>
              </a:cxn>
              <a:cxn ang="0">
                <a:pos x="connsiteX43060" y="connsiteY43060"/>
              </a:cxn>
              <a:cxn ang="0">
                <a:pos x="connsiteX43061" y="connsiteY43061"/>
              </a:cxn>
              <a:cxn ang="0">
                <a:pos x="connsiteX43062" y="connsiteY43062"/>
              </a:cxn>
              <a:cxn ang="0">
                <a:pos x="connsiteX43063" y="connsiteY43063"/>
              </a:cxn>
              <a:cxn ang="0">
                <a:pos x="connsiteX43064" y="connsiteY43064"/>
              </a:cxn>
              <a:cxn ang="0">
                <a:pos x="connsiteX43065" y="connsiteY43065"/>
              </a:cxn>
              <a:cxn ang="0">
                <a:pos x="connsiteX43066" y="connsiteY43066"/>
              </a:cxn>
              <a:cxn ang="0">
                <a:pos x="connsiteX43067" y="connsiteY43067"/>
              </a:cxn>
              <a:cxn ang="0">
                <a:pos x="connsiteX43068" y="connsiteY43068"/>
              </a:cxn>
              <a:cxn ang="0">
                <a:pos x="connsiteX43069" y="connsiteY43069"/>
              </a:cxn>
              <a:cxn ang="0">
                <a:pos x="connsiteX43070" y="connsiteY43070"/>
              </a:cxn>
              <a:cxn ang="0">
                <a:pos x="connsiteX43071" y="connsiteY43071"/>
              </a:cxn>
              <a:cxn ang="0">
                <a:pos x="connsiteX43072" y="connsiteY43072"/>
              </a:cxn>
              <a:cxn ang="0">
                <a:pos x="connsiteX43073" y="connsiteY43073"/>
              </a:cxn>
              <a:cxn ang="0">
                <a:pos x="connsiteX43074" y="connsiteY43074"/>
              </a:cxn>
              <a:cxn ang="0">
                <a:pos x="connsiteX43075" y="connsiteY43075"/>
              </a:cxn>
              <a:cxn ang="0">
                <a:pos x="connsiteX43076" y="connsiteY43076"/>
              </a:cxn>
              <a:cxn ang="0">
                <a:pos x="connsiteX43077" y="connsiteY43077"/>
              </a:cxn>
              <a:cxn ang="0">
                <a:pos x="connsiteX43078" y="connsiteY43078"/>
              </a:cxn>
              <a:cxn ang="0">
                <a:pos x="connsiteX43079" y="connsiteY43079"/>
              </a:cxn>
              <a:cxn ang="0">
                <a:pos x="connsiteX43080" y="connsiteY43080"/>
              </a:cxn>
              <a:cxn ang="0">
                <a:pos x="connsiteX43081" y="connsiteY43081"/>
              </a:cxn>
              <a:cxn ang="0">
                <a:pos x="connsiteX43082" y="connsiteY43082"/>
              </a:cxn>
              <a:cxn ang="0">
                <a:pos x="connsiteX43083" y="connsiteY43083"/>
              </a:cxn>
              <a:cxn ang="0">
                <a:pos x="connsiteX43084" y="connsiteY43084"/>
              </a:cxn>
              <a:cxn ang="0">
                <a:pos x="connsiteX43085" y="connsiteY43085"/>
              </a:cxn>
              <a:cxn ang="0">
                <a:pos x="connsiteX43086" y="connsiteY43086"/>
              </a:cxn>
              <a:cxn ang="0">
                <a:pos x="connsiteX43087" y="connsiteY43087"/>
              </a:cxn>
              <a:cxn ang="0">
                <a:pos x="connsiteX43088" y="connsiteY43088"/>
              </a:cxn>
              <a:cxn ang="0">
                <a:pos x="connsiteX43089" y="connsiteY43089"/>
              </a:cxn>
              <a:cxn ang="0">
                <a:pos x="connsiteX43090" y="connsiteY43090"/>
              </a:cxn>
              <a:cxn ang="0">
                <a:pos x="connsiteX43091" y="connsiteY43091"/>
              </a:cxn>
              <a:cxn ang="0">
                <a:pos x="connsiteX43092" y="connsiteY43092"/>
              </a:cxn>
              <a:cxn ang="0">
                <a:pos x="connsiteX43093" y="connsiteY43093"/>
              </a:cxn>
              <a:cxn ang="0">
                <a:pos x="connsiteX43094" y="connsiteY43094"/>
              </a:cxn>
              <a:cxn ang="0">
                <a:pos x="connsiteX43095" y="connsiteY43095"/>
              </a:cxn>
              <a:cxn ang="0">
                <a:pos x="connsiteX43096" y="connsiteY43096"/>
              </a:cxn>
              <a:cxn ang="0">
                <a:pos x="connsiteX43097" y="connsiteY43097"/>
              </a:cxn>
              <a:cxn ang="0">
                <a:pos x="connsiteX43098" y="connsiteY43098"/>
              </a:cxn>
              <a:cxn ang="0">
                <a:pos x="connsiteX43099" y="connsiteY43099"/>
              </a:cxn>
              <a:cxn ang="0">
                <a:pos x="connsiteX43100" y="connsiteY43100"/>
              </a:cxn>
              <a:cxn ang="0">
                <a:pos x="connsiteX43101" y="connsiteY43101"/>
              </a:cxn>
              <a:cxn ang="0">
                <a:pos x="connsiteX43102" y="connsiteY43102"/>
              </a:cxn>
              <a:cxn ang="0">
                <a:pos x="connsiteX43103" y="connsiteY43103"/>
              </a:cxn>
              <a:cxn ang="0">
                <a:pos x="connsiteX43104" y="connsiteY43104"/>
              </a:cxn>
              <a:cxn ang="0">
                <a:pos x="connsiteX43105" y="connsiteY43105"/>
              </a:cxn>
              <a:cxn ang="0">
                <a:pos x="connsiteX43106" y="connsiteY43106"/>
              </a:cxn>
              <a:cxn ang="0">
                <a:pos x="connsiteX43107" y="connsiteY43107"/>
              </a:cxn>
              <a:cxn ang="0">
                <a:pos x="connsiteX43108" y="connsiteY43108"/>
              </a:cxn>
              <a:cxn ang="0">
                <a:pos x="connsiteX43109" y="connsiteY43109"/>
              </a:cxn>
              <a:cxn ang="0">
                <a:pos x="connsiteX43110" y="connsiteY43110"/>
              </a:cxn>
              <a:cxn ang="0">
                <a:pos x="connsiteX43111" y="connsiteY43111"/>
              </a:cxn>
              <a:cxn ang="0">
                <a:pos x="connsiteX43112" y="connsiteY43112"/>
              </a:cxn>
              <a:cxn ang="0">
                <a:pos x="connsiteX43113" y="connsiteY43113"/>
              </a:cxn>
              <a:cxn ang="0">
                <a:pos x="connsiteX43114" y="connsiteY43114"/>
              </a:cxn>
              <a:cxn ang="0">
                <a:pos x="connsiteX43115" y="connsiteY43115"/>
              </a:cxn>
              <a:cxn ang="0">
                <a:pos x="connsiteX43116" y="connsiteY43116"/>
              </a:cxn>
              <a:cxn ang="0">
                <a:pos x="connsiteX43117" y="connsiteY43117"/>
              </a:cxn>
              <a:cxn ang="0">
                <a:pos x="connsiteX43118" y="connsiteY43118"/>
              </a:cxn>
              <a:cxn ang="0">
                <a:pos x="connsiteX43119" y="connsiteY43119"/>
              </a:cxn>
              <a:cxn ang="0">
                <a:pos x="connsiteX43120" y="connsiteY43120"/>
              </a:cxn>
              <a:cxn ang="0">
                <a:pos x="connsiteX43121" y="connsiteY43121"/>
              </a:cxn>
              <a:cxn ang="0">
                <a:pos x="connsiteX43122" y="connsiteY43122"/>
              </a:cxn>
              <a:cxn ang="0">
                <a:pos x="connsiteX43123" y="connsiteY43123"/>
              </a:cxn>
              <a:cxn ang="0">
                <a:pos x="connsiteX43124" y="connsiteY43124"/>
              </a:cxn>
              <a:cxn ang="0">
                <a:pos x="connsiteX43125" y="connsiteY43125"/>
              </a:cxn>
              <a:cxn ang="0">
                <a:pos x="connsiteX43126" y="connsiteY43126"/>
              </a:cxn>
              <a:cxn ang="0">
                <a:pos x="connsiteX43127" y="connsiteY43127"/>
              </a:cxn>
              <a:cxn ang="0">
                <a:pos x="connsiteX43128" y="connsiteY43128"/>
              </a:cxn>
              <a:cxn ang="0">
                <a:pos x="connsiteX43129" y="connsiteY43129"/>
              </a:cxn>
              <a:cxn ang="0">
                <a:pos x="connsiteX43130" y="connsiteY43130"/>
              </a:cxn>
              <a:cxn ang="0">
                <a:pos x="connsiteX43131" y="connsiteY43131"/>
              </a:cxn>
              <a:cxn ang="0">
                <a:pos x="connsiteX43132" y="connsiteY43132"/>
              </a:cxn>
              <a:cxn ang="0">
                <a:pos x="connsiteX43133" y="connsiteY43133"/>
              </a:cxn>
              <a:cxn ang="0">
                <a:pos x="connsiteX43134" y="connsiteY43134"/>
              </a:cxn>
              <a:cxn ang="0">
                <a:pos x="connsiteX43135" y="connsiteY43135"/>
              </a:cxn>
              <a:cxn ang="0">
                <a:pos x="connsiteX43136" y="connsiteY43136"/>
              </a:cxn>
              <a:cxn ang="0">
                <a:pos x="connsiteX43137" y="connsiteY43137"/>
              </a:cxn>
              <a:cxn ang="0">
                <a:pos x="connsiteX43138" y="connsiteY43138"/>
              </a:cxn>
              <a:cxn ang="0">
                <a:pos x="connsiteX43139" y="connsiteY43139"/>
              </a:cxn>
              <a:cxn ang="0">
                <a:pos x="connsiteX43140" y="connsiteY43140"/>
              </a:cxn>
              <a:cxn ang="0">
                <a:pos x="connsiteX43141" y="connsiteY43141"/>
              </a:cxn>
              <a:cxn ang="0">
                <a:pos x="connsiteX43142" y="connsiteY43142"/>
              </a:cxn>
              <a:cxn ang="0">
                <a:pos x="connsiteX43143" y="connsiteY43143"/>
              </a:cxn>
              <a:cxn ang="0">
                <a:pos x="connsiteX43144" y="connsiteY43144"/>
              </a:cxn>
              <a:cxn ang="0">
                <a:pos x="connsiteX43145" y="connsiteY43145"/>
              </a:cxn>
              <a:cxn ang="0">
                <a:pos x="connsiteX43146" y="connsiteY43146"/>
              </a:cxn>
              <a:cxn ang="0">
                <a:pos x="connsiteX43147" y="connsiteY43147"/>
              </a:cxn>
              <a:cxn ang="0">
                <a:pos x="connsiteX43148" y="connsiteY43148"/>
              </a:cxn>
              <a:cxn ang="0">
                <a:pos x="connsiteX43149" y="connsiteY43149"/>
              </a:cxn>
              <a:cxn ang="0">
                <a:pos x="connsiteX43150" y="connsiteY43150"/>
              </a:cxn>
              <a:cxn ang="0">
                <a:pos x="connsiteX43151" y="connsiteY43151"/>
              </a:cxn>
              <a:cxn ang="0">
                <a:pos x="connsiteX43152" y="connsiteY43152"/>
              </a:cxn>
              <a:cxn ang="0">
                <a:pos x="connsiteX43153" y="connsiteY43153"/>
              </a:cxn>
              <a:cxn ang="0">
                <a:pos x="connsiteX43154" y="connsiteY43154"/>
              </a:cxn>
              <a:cxn ang="0">
                <a:pos x="connsiteX43155" y="connsiteY43155"/>
              </a:cxn>
              <a:cxn ang="0">
                <a:pos x="connsiteX43156" y="connsiteY43156"/>
              </a:cxn>
              <a:cxn ang="0">
                <a:pos x="connsiteX43157" y="connsiteY43157"/>
              </a:cxn>
              <a:cxn ang="0">
                <a:pos x="connsiteX43158" y="connsiteY43158"/>
              </a:cxn>
              <a:cxn ang="0">
                <a:pos x="connsiteX43159" y="connsiteY43159"/>
              </a:cxn>
              <a:cxn ang="0">
                <a:pos x="connsiteX43160" y="connsiteY43160"/>
              </a:cxn>
              <a:cxn ang="0">
                <a:pos x="connsiteX43161" y="connsiteY43161"/>
              </a:cxn>
              <a:cxn ang="0">
                <a:pos x="connsiteX43162" y="connsiteY43162"/>
              </a:cxn>
              <a:cxn ang="0">
                <a:pos x="connsiteX43163" y="connsiteY43163"/>
              </a:cxn>
              <a:cxn ang="0">
                <a:pos x="connsiteX43164" y="connsiteY43164"/>
              </a:cxn>
              <a:cxn ang="0">
                <a:pos x="connsiteX43165" y="connsiteY43165"/>
              </a:cxn>
              <a:cxn ang="0">
                <a:pos x="connsiteX43166" y="connsiteY43166"/>
              </a:cxn>
              <a:cxn ang="0">
                <a:pos x="connsiteX43167" y="connsiteY43167"/>
              </a:cxn>
              <a:cxn ang="0">
                <a:pos x="connsiteX43168" y="connsiteY43168"/>
              </a:cxn>
              <a:cxn ang="0">
                <a:pos x="connsiteX43169" y="connsiteY43169"/>
              </a:cxn>
              <a:cxn ang="0">
                <a:pos x="connsiteX43170" y="connsiteY43170"/>
              </a:cxn>
              <a:cxn ang="0">
                <a:pos x="connsiteX43171" y="connsiteY43171"/>
              </a:cxn>
              <a:cxn ang="0">
                <a:pos x="connsiteX43172" y="connsiteY43172"/>
              </a:cxn>
              <a:cxn ang="0">
                <a:pos x="connsiteX43173" y="connsiteY43173"/>
              </a:cxn>
              <a:cxn ang="0">
                <a:pos x="connsiteX43174" y="connsiteY43174"/>
              </a:cxn>
              <a:cxn ang="0">
                <a:pos x="connsiteX43175" y="connsiteY43175"/>
              </a:cxn>
              <a:cxn ang="0">
                <a:pos x="connsiteX43176" y="connsiteY43176"/>
              </a:cxn>
              <a:cxn ang="0">
                <a:pos x="connsiteX43177" y="connsiteY43177"/>
              </a:cxn>
              <a:cxn ang="0">
                <a:pos x="connsiteX43178" y="connsiteY43178"/>
              </a:cxn>
              <a:cxn ang="0">
                <a:pos x="connsiteX43179" y="connsiteY43179"/>
              </a:cxn>
              <a:cxn ang="0">
                <a:pos x="connsiteX43180" y="connsiteY43180"/>
              </a:cxn>
              <a:cxn ang="0">
                <a:pos x="connsiteX43181" y="connsiteY43181"/>
              </a:cxn>
              <a:cxn ang="0">
                <a:pos x="connsiteX43182" y="connsiteY43182"/>
              </a:cxn>
              <a:cxn ang="0">
                <a:pos x="connsiteX43183" y="connsiteY43183"/>
              </a:cxn>
              <a:cxn ang="0">
                <a:pos x="connsiteX43184" y="connsiteY43184"/>
              </a:cxn>
              <a:cxn ang="0">
                <a:pos x="connsiteX43185" y="connsiteY43185"/>
              </a:cxn>
              <a:cxn ang="0">
                <a:pos x="connsiteX43186" y="connsiteY43186"/>
              </a:cxn>
              <a:cxn ang="0">
                <a:pos x="connsiteX43187" y="connsiteY43187"/>
              </a:cxn>
              <a:cxn ang="0">
                <a:pos x="connsiteX43188" y="connsiteY43188"/>
              </a:cxn>
              <a:cxn ang="0">
                <a:pos x="connsiteX43189" y="connsiteY43189"/>
              </a:cxn>
              <a:cxn ang="0">
                <a:pos x="connsiteX43190" y="connsiteY43190"/>
              </a:cxn>
              <a:cxn ang="0">
                <a:pos x="connsiteX43191" y="connsiteY43191"/>
              </a:cxn>
              <a:cxn ang="0">
                <a:pos x="connsiteX43192" y="connsiteY43192"/>
              </a:cxn>
              <a:cxn ang="0">
                <a:pos x="connsiteX43193" y="connsiteY43193"/>
              </a:cxn>
              <a:cxn ang="0">
                <a:pos x="connsiteX43194" y="connsiteY43194"/>
              </a:cxn>
              <a:cxn ang="0">
                <a:pos x="connsiteX43195" y="connsiteY43195"/>
              </a:cxn>
              <a:cxn ang="0">
                <a:pos x="connsiteX43196" y="connsiteY43196"/>
              </a:cxn>
              <a:cxn ang="0">
                <a:pos x="connsiteX43197" y="connsiteY43197"/>
              </a:cxn>
              <a:cxn ang="0">
                <a:pos x="connsiteX43198" y="connsiteY43198"/>
              </a:cxn>
              <a:cxn ang="0">
                <a:pos x="connsiteX43199" y="connsiteY43199"/>
              </a:cxn>
              <a:cxn ang="0">
                <a:pos x="connsiteX43200" y="connsiteY43200"/>
              </a:cxn>
              <a:cxn ang="0">
                <a:pos x="connsiteX43201" y="connsiteY43201"/>
              </a:cxn>
              <a:cxn ang="0">
                <a:pos x="connsiteX43202" y="connsiteY43202"/>
              </a:cxn>
              <a:cxn ang="0">
                <a:pos x="connsiteX43203" y="connsiteY43203"/>
              </a:cxn>
              <a:cxn ang="0">
                <a:pos x="connsiteX43204" y="connsiteY43204"/>
              </a:cxn>
              <a:cxn ang="0">
                <a:pos x="connsiteX43205" y="connsiteY43205"/>
              </a:cxn>
              <a:cxn ang="0">
                <a:pos x="connsiteX43206" y="connsiteY43206"/>
              </a:cxn>
              <a:cxn ang="0">
                <a:pos x="connsiteX43207" y="connsiteY43207"/>
              </a:cxn>
              <a:cxn ang="0">
                <a:pos x="connsiteX43208" y="connsiteY43208"/>
              </a:cxn>
              <a:cxn ang="0">
                <a:pos x="connsiteX43209" y="connsiteY43209"/>
              </a:cxn>
              <a:cxn ang="0">
                <a:pos x="connsiteX43210" y="connsiteY43210"/>
              </a:cxn>
              <a:cxn ang="0">
                <a:pos x="connsiteX43211" y="connsiteY43211"/>
              </a:cxn>
              <a:cxn ang="0">
                <a:pos x="connsiteX43212" y="connsiteY43212"/>
              </a:cxn>
              <a:cxn ang="0">
                <a:pos x="connsiteX43213" y="connsiteY43213"/>
              </a:cxn>
              <a:cxn ang="0">
                <a:pos x="connsiteX43214" y="connsiteY43214"/>
              </a:cxn>
              <a:cxn ang="0">
                <a:pos x="connsiteX43215" y="connsiteY43215"/>
              </a:cxn>
              <a:cxn ang="0">
                <a:pos x="connsiteX43216" y="connsiteY43216"/>
              </a:cxn>
              <a:cxn ang="0">
                <a:pos x="connsiteX43217" y="connsiteY43217"/>
              </a:cxn>
              <a:cxn ang="0">
                <a:pos x="connsiteX43218" y="connsiteY43218"/>
              </a:cxn>
              <a:cxn ang="0">
                <a:pos x="connsiteX43219" y="connsiteY43219"/>
              </a:cxn>
              <a:cxn ang="0">
                <a:pos x="connsiteX43220" y="connsiteY43220"/>
              </a:cxn>
              <a:cxn ang="0">
                <a:pos x="connsiteX43221" y="connsiteY43221"/>
              </a:cxn>
              <a:cxn ang="0">
                <a:pos x="connsiteX43222" y="connsiteY43222"/>
              </a:cxn>
              <a:cxn ang="0">
                <a:pos x="connsiteX43223" y="connsiteY43223"/>
              </a:cxn>
              <a:cxn ang="0">
                <a:pos x="connsiteX43224" y="connsiteY43224"/>
              </a:cxn>
              <a:cxn ang="0">
                <a:pos x="connsiteX43225" y="connsiteY43225"/>
              </a:cxn>
              <a:cxn ang="0">
                <a:pos x="connsiteX43226" y="connsiteY43226"/>
              </a:cxn>
              <a:cxn ang="0">
                <a:pos x="connsiteX43227" y="connsiteY43227"/>
              </a:cxn>
              <a:cxn ang="0">
                <a:pos x="connsiteX43228" y="connsiteY43228"/>
              </a:cxn>
              <a:cxn ang="0">
                <a:pos x="connsiteX43229" y="connsiteY43229"/>
              </a:cxn>
              <a:cxn ang="0">
                <a:pos x="connsiteX43230" y="connsiteY43230"/>
              </a:cxn>
              <a:cxn ang="0">
                <a:pos x="connsiteX43231" y="connsiteY43231"/>
              </a:cxn>
              <a:cxn ang="0">
                <a:pos x="connsiteX43232" y="connsiteY43232"/>
              </a:cxn>
              <a:cxn ang="0">
                <a:pos x="connsiteX43233" y="connsiteY43233"/>
              </a:cxn>
              <a:cxn ang="0">
                <a:pos x="connsiteX43234" y="connsiteY43234"/>
              </a:cxn>
              <a:cxn ang="0">
                <a:pos x="connsiteX43235" y="connsiteY43235"/>
              </a:cxn>
              <a:cxn ang="0">
                <a:pos x="connsiteX43236" y="connsiteY43236"/>
              </a:cxn>
              <a:cxn ang="0">
                <a:pos x="connsiteX43237" y="connsiteY43237"/>
              </a:cxn>
              <a:cxn ang="0">
                <a:pos x="connsiteX43238" y="connsiteY43238"/>
              </a:cxn>
              <a:cxn ang="0">
                <a:pos x="connsiteX43239" y="connsiteY43239"/>
              </a:cxn>
              <a:cxn ang="0">
                <a:pos x="connsiteX43240" y="connsiteY43240"/>
              </a:cxn>
              <a:cxn ang="0">
                <a:pos x="connsiteX43241" y="connsiteY43241"/>
              </a:cxn>
              <a:cxn ang="0">
                <a:pos x="connsiteX43242" y="connsiteY43242"/>
              </a:cxn>
              <a:cxn ang="0">
                <a:pos x="connsiteX43243" y="connsiteY43243"/>
              </a:cxn>
              <a:cxn ang="0">
                <a:pos x="connsiteX43244" y="connsiteY43244"/>
              </a:cxn>
              <a:cxn ang="0">
                <a:pos x="connsiteX43245" y="connsiteY43245"/>
              </a:cxn>
              <a:cxn ang="0">
                <a:pos x="connsiteX43246" y="connsiteY43246"/>
              </a:cxn>
              <a:cxn ang="0">
                <a:pos x="connsiteX43247" y="connsiteY43247"/>
              </a:cxn>
              <a:cxn ang="0">
                <a:pos x="connsiteX43248" y="connsiteY43248"/>
              </a:cxn>
              <a:cxn ang="0">
                <a:pos x="connsiteX43249" y="connsiteY43249"/>
              </a:cxn>
              <a:cxn ang="0">
                <a:pos x="connsiteX43250" y="connsiteY43250"/>
              </a:cxn>
              <a:cxn ang="0">
                <a:pos x="connsiteX43251" y="connsiteY43251"/>
              </a:cxn>
              <a:cxn ang="0">
                <a:pos x="connsiteX43252" y="connsiteY43252"/>
              </a:cxn>
              <a:cxn ang="0">
                <a:pos x="connsiteX43253" y="connsiteY43253"/>
              </a:cxn>
              <a:cxn ang="0">
                <a:pos x="connsiteX43254" y="connsiteY43254"/>
              </a:cxn>
              <a:cxn ang="0">
                <a:pos x="connsiteX43255" y="connsiteY43255"/>
              </a:cxn>
              <a:cxn ang="0">
                <a:pos x="connsiteX43256" y="connsiteY43256"/>
              </a:cxn>
              <a:cxn ang="0">
                <a:pos x="connsiteX43257" y="connsiteY43257"/>
              </a:cxn>
              <a:cxn ang="0">
                <a:pos x="connsiteX43258" y="connsiteY43258"/>
              </a:cxn>
              <a:cxn ang="0">
                <a:pos x="connsiteX43259" y="connsiteY43259"/>
              </a:cxn>
              <a:cxn ang="0">
                <a:pos x="connsiteX43260" y="connsiteY43260"/>
              </a:cxn>
              <a:cxn ang="0">
                <a:pos x="connsiteX43261" y="connsiteY43261"/>
              </a:cxn>
              <a:cxn ang="0">
                <a:pos x="connsiteX43262" y="connsiteY43262"/>
              </a:cxn>
              <a:cxn ang="0">
                <a:pos x="connsiteX43263" y="connsiteY43263"/>
              </a:cxn>
              <a:cxn ang="0">
                <a:pos x="connsiteX43264" y="connsiteY43264"/>
              </a:cxn>
              <a:cxn ang="0">
                <a:pos x="connsiteX43265" y="connsiteY43265"/>
              </a:cxn>
              <a:cxn ang="0">
                <a:pos x="connsiteX43266" y="connsiteY43266"/>
              </a:cxn>
              <a:cxn ang="0">
                <a:pos x="connsiteX43267" y="connsiteY43267"/>
              </a:cxn>
              <a:cxn ang="0">
                <a:pos x="connsiteX43268" y="connsiteY43268"/>
              </a:cxn>
              <a:cxn ang="0">
                <a:pos x="connsiteX43269" y="connsiteY43269"/>
              </a:cxn>
              <a:cxn ang="0">
                <a:pos x="connsiteX43270" y="connsiteY43270"/>
              </a:cxn>
              <a:cxn ang="0">
                <a:pos x="connsiteX43271" y="connsiteY43271"/>
              </a:cxn>
              <a:cxn ang="0">
                <a:pos x="connsiteX43272" y="connsiteY43272"/>
              </a:cxn>
              <a:cxn ang="0">
                <a:pos x="connsiteX43273" y="connsiteY43273"/>
              </a:cxn>
              <a:cxn ang="0">
                <a:pos x="connsiteX43274" y="connsiteY43274"/>
              </a:cxn>
              <a:cxn ang="0">
                <a:pos x="connsiteX43275" y="connsiteY43275"/>
              </a:cxn>
              <a:cxn ang="0">
                <a:pos x="connsiteX43276" y="connsiteY43276"/>
              </a:cxn>
              <a:cxn ang="0">
                <a:pos x="connsiteX43277" y="connsiteY43277"/>
              </a:cxn>
              <a:cxn ang="0">
                <a:pos x="connsiteX43278" y="connsiteY43278"/>
              </a:cxn>
              <a:cxn ang="0">
                <a:pos x="connsiteX43279" y="connsiteY43279"/>
              </a:cxn>
              <a:cxn ang="0">
                <a:pos x="connsiteX43280" y="connsiteY43280"/>
              </a:cxn>
              <a:cxn ang="0">
                <a:pos x="connsiteX43281" y="connsiteY43281"/>
              </a:cxn>
              <a:cxn ang="0">
                <a:pos x="connsiteX43282" y="connsiteY43282"/>
              </a:cxn>
              <a:cxn ang="0">
                <a:pos x="connsiteX43283" y="connsiteY43283"/>
              </a:cxn>
              <a:cxn ang="0">
                <a:pos x="connsiteX43284" y="connsiteY43284"/>
              </a:cxn>
              <a:cxn ang="0">
                <a:pos x="connsiteX43285" y="connsiteY43285"/>
              </a:cxn>
              <a:cxn ang="0">
                <a:pos x="connsiteX43286" y="connsiteY43286"/>
              </a:cxn>
              <a:cxn ang="0">
                <a:pos x="connsiteX43287" y="connsiteY43287"/>
              </a:cxn>
              <a:cxn ang="0">
                <a:pos x="connsiteX43288" y="connsiteY43288"/>
              </a:cxn>
              <a:cxn ang="0">
                <a:pos x="connsiteX43289" y="connsiteY43289"/>
              </a:cxn>
              <a:cxn ang="0">
                <a:pos x="connsiteX43290" y="connsiteY43290"/>
              </a:cxn>
              <a:cxn ang="0">
                <a:pos x="connsiteX43291" y="connsiteY43291"/>
              </a:cxn>
              <a:cxn ang="0">
                <a:pos x="connsiteX43292" y="connsiteY43292"/>
              </a:cxn>
              <a:cxn ang="0">
                <a:pos x="connsiteX43293" y="connsiteY43293"/>
              </a:cxn>
              <a:cxn ang="0">
                <a:pos x="connsiteX43294" y="connsiteY43294"/>
              </a:cxn>
              <a:cxn ang="0">
                <a:pos x="connsiteX43295" y="connsiteY43295"/>
              </a:cxn>
              <a:cxn ang="0">
                <a:pos x="connsiteX43296" y="connsiteY43296"/>
              </a:cxn>
              <a:cxn ang="0">
                <a:pos x="connsiteX43297" y="connsiteY43297"/>
              </a:cxn>
              <a:cxn ang="0">
                <a:pos x="connsiteX43298" y="connsiteY43298"/>
              </a:cxn>
              <a:cxn ang="0">
                <a:pos x="connsiteX43299" y="connsiteY43299"/>
              </a:cxn>
              <a:cxn ang="0">
                <a:pos x="connsiteX43300" y="connsiteY43300"/>
              </a:cxn>
              <a:cxn ang="0">
                <a:pos x="connsiteX43301" y="connsiteY43301"/>
              </a:cxn>
              <a:cxn ang="0">
                <a:pos x="connsiteX43302" y="connsiteY43302"/>
              </a:cxn>
              <a:cxn ang="0">
                <a:pos x="connsiteX43303" y="connsiteY43303"/>
              </a:cxn>
              <a:cxn ang="0">
                <a:pos x="connsiteX43304" y="connsiteY43304"/>
              </a:cxn>
              <a:cxn ang="0">
                <a:pos x="connsiteX43305" y="connsiteY43305"/>
              </a:cxn>
              <a:cxn ang="0">
                <a:pos x="connsiteX43306" y="connsiteY43306"/>
              </a:cxn>
              <a:cxn ang="0">
                <a:pos x="connsiteX43307" y="connsiteY43307"/>
              </a:cxn>
              <a:cxn ang="0">
                <a:pos x="connsiteX43308" y="connsiteY43308"/>
              </a:cxn>
              <a:cxn ang="0">
                <a:pos x="connsiteX43309" y="connsiteY43309"/>
              </a:cxn>
              <a:cxn ang="0">
                <a:pos x="connsiteX43310" y="connsiteY43310"/>
              </a:cxn>
              <a:cxn ang="0">
                <a:pos x="connsiteX43311" y="connsiteY43311"/>
              </a:cxn>
              <a:cxn ang="0">
                <a:pos x="connsiteX43312" y="connsiteY43312"/>
              </a:cxn>
              <a:cxn ang="0">
                <a:pos x="connsiteX43313" y="connsiteY43313"/>
              </a:cxn>
              <a:cxn ang="0">
                <a:pos x="connsiteX43314" y="connsiteY43314"/>
              </a:cxn>
              <a:cxn ang="0">
                <a:pos x="connsiteX43315" y="connsiteY43315"/>
              </a:cxn>
              <a:cxn ang="0">
                <a:pos x="connsiteX43316" y="connsiteY43316"/>
              </a:cxn>
              <a:cxn ang="0">
                <a:pos x="connsiteX43317" y="connsiteY43317"/>
              </a:cxn>
              <a:cxn ang="0">
                <a:pos x="connsiteX43318" y="connsiteY43318"/>
              </a:cxn>
              <a:cxn ang="0">
                <a:pos x="connsiteX43319" y="connsiteY43319"/>
              </a:cxn>
              <a:cxn ang="0">
                <a:pos x="connsiteX43320" y="connsiteY43320"/>
              </a:cxn>
              <a:cxn ang="0">
                <a:pos x="connsiteX43321" y="connsiteY43321"/>
              </a:cxn>
              <a:cxn ang="0">
                <a:pos x="connsiteX43322" y="connsiteY43322"/>
              </a:cxn>
              <a:cxn ang="0">
                <a:pos x="connsiteX43323" y="connsiteY43323"/>
              </a:cxn>
              <a:cxn ang="0">
                <a:pos x="connsiteX43324" y="connsiteY43324"/>
              </a:cxn>
              <a:cxn ang="0">
                <a:pos x="connsiteX43325" y="connsiteY43325"/>
              </a:cxn>
              <a:cxn ang="0">
                <a:pos x="connsiteX43326" y="connsiteY43326"/>
              </a:cxn>
              <a:cxn ang="0">
                <a:pos x="connsiteX43327" y="connsiteY43327"/>
              </a:cxn>
              <a:cxn ang="0">
                <a:pos x="connsiteX43328" y="connsiteY43328"/>
              </a:cxn>
              <a:cxn ang="0">
                <a:pos x="connsiteX43329" y="connsiteY43329"/>
              </a:cxn>
              <a:cxn ang="0">
                <a:pos x="connsiteX43330" y="connsiteY43330"/>
              </a:cxn>
              <a:cxn ang="0">
                <a:pos x="connsiteX43331" y="connsiteY43331"/>
              </a:cxn>
              <a:cxn ang="0">
                <a:pos x="connsiteX43332" y="connsiteY43332"/>
              </a:cxn>
              <a:cxn ang="0">
                <a:pos x="connsiteX43333" y="connsiteY43333"/>
              </a:cxn>
              <a:cxn ang="0">
                <a:pos x="connsiteX43334" y="connsiteY43334"/>
              </a:cxn>
              <a:cxn ang="0">
                <a:pos x="connsiteX43335" y="connsiteY43335"/>
              </a:cxn>
              <a:cxn ang="0">
                <a:pos x="connsiteX43336" y="connsiteY43336"/>
              </a:cxn>
              <a:cxn ang="0">
                <a:pos x="connsiteX43337" y="connsiteY43337"/>
              </a:cxn>
              <a:cxn ang="0">
                <a:pos x="connsiteX43338" y="connsiteY43338"/>
              </a:cxn>
              <a:cxn ang="0">
                <a:pos x="connsiteX43339" y="connsiteY43339"/>
              </a:cxn>
              <a:cxn ang="0">
                <a:pos x="connsiteX43340" y="connsiteY43340"/>
              </a:cxn>
              <a:cxn ang="0">
                <a:pos x="connsiteX43341" y="connsiteY43341"/>
              </a:cxn>
              <a:cxn ang="0">
                <a:pos x="connsiteX43342" y="connsiteY43342"/>
              </a:cxn>
              <a:cxn ang="0">
                <a:pos x="connsiteX43343" y="connsiteY43343"/>
              </a:cxn>
              <a:cxn ang="0">
                <a:pos x="connsiteX43344" y="connsiteY43344"/>
              </a:cxn>
              <a:cxn ang="0">
                <a:pos x="connsiteX43345" y="connsiteY43345"/>
              </a:cxn>
              <a:cxn ang="0">
                <a:pos x="connsiteX43346" y="connsiteY43346"/>
              </a:cxn>
              <a:cxn ang="0">
                <a:pos x="connsiteX43347" y="connsiteY43347"/>
              </a:cxn>
              <a:cxn ang="0">
                <a:pos x="connsiteX43348" y="connsiteY43348"/>
              </a:cxn>
              <a:cxn ang="0">
                <a:pos x="connsiteX43349" y="connsiteY43349"/>
              </a:cxn>
              <a:cxn ang="0">
                <a:pos x="connsiteX43350" y="connsiteY43350"/>
              </a:cxn>
              <a:cxn ang="0">
                <a:pos x="connsiteX43351" y="connsiteY43351"/>
              </a:cxn>
              <a:cxn ang="0">
                <a:pos x="connsiteX43352" y="connsiteY43352"/>
              </a:cxn>
              <a:cxn ang="0">
                <a:pos x="connsiteX43353" y="connsiteY43353"/>
              </a:cxn>
              <a:cxn ang="0">
                <a:pos x="connsiteX43354" y="connsiteY43354"/>
              </a:cxn>
              <a:cxn ang="0">
                <a:pos x="connsiteX43355" y="connsiteY43355"/>
              </a:cxn>
              <a:cxn ang="0">
                <a:pos x="connsiteX43356" y="connsiteY43356"/>
              </a:cxn>
              <a:cxn ang="0">
                <a:pos x="connsiteX43357" y="connsiteY43357"/>
              </a:cxn>
              <a:cxn ang="0">
                <a:pos x="connsiteX43358" y="connsiteY43358"/>
              </a:cxn>
              <a:cxn ang="0">
                <a:pos x="connsiteX43359" y="connsiteY43359"/>
              </a:cxn>
              <a:cxn ang="0">
                <a:pos x="connsiteX43360" y="connsiteY43360"/>
              </a:cxn>
              <a:cxn ang="0">
                <a:pos x="connsiteX43361" y="connsiteY43361"/>
              </a:cxn>
              <a:cxn ang="0">
                <a:pos x="connsiteX43362" y="connsiteY43362"/>
              </a:cxn>
              <a:cxn ang="0">
                <a:pos x="connsiteX43363" y="connsiteY43363"/>
              </a:cxn>
              <a:cxn ang="0">
                <a:pos x="connsiteX43364" y="connsiteY43364"/>
              </a:cxn>
              <a:cxn ang="0">
                <a:pos x="connsiteX43365" y="connsiteY43365"/>
              </a:cxn>
              <a:cxn ang="0">
                <a:pos x="connsiteX43366" y="connsiteY43366"/>
              </a:cxn>
              <a:cxn ang="0">
                <a:pos x="connsiteX43367" y="connsiteY43367"/>
              </a:cxn>
              <a:cxn ang="0">
                <a:pos x="connsiteX43368" y="connsiteY43368"/>
              </a:cxn>
              <a:cxn ang="0">
                <a:pos x="connsiteX43369" y="connsiteY43369"/>
              </a:cxn>
              <a:cxn ang="0">
                <a:pos x="connsiteX43370" y="connsiteY43370"/>
              </a:cxn>
              <a:cxn ang="0">
                <a:pos x="connsiteX43371" y="connsiteY43371"/>
              </a:cxn>
              <a:cxn ang="0">
                <a:pos x="connsiteX43372" y="connsiteY43372"/>
              </a:cxn>
              <a:cxn ang="0">
                <a:pos x="connsiteX43373" y="connsiteY43373"/>
              </a:cxn>
              <a:cxn ang="0">
                <a:pos x="connsiteX43374" y="connsiteY43374"/>
              </a:cxn>
              <a:cxn ang="0">
                <a:pos x="connsiteX43375" y="connsiteY43375"/>
              </a:cxn>
              <a:cxn ang="0">
                <a:pos x="connsiteX43376" y="connsiteY43376"/>
              </a:cxn>
              <a:cxn ang="0">
                <a:pos x="connsiteX43377" y="connsiteY43377"/>
              </a:cxn>
              <a:cxn ang="0">
                <a:pos x="connsiteX43378" y="connsiteY43378"/>
              </a:cxn>
              <a:cxn ang="0">
                <a:pos x="connsiteX43379" y="connsiteY43379"/>
              </a:cxn>
              <a:cxn ang="0">
                <a:pos x="connsiteX43380" y="connsiteY43380"/>
              </a:cxn>
              <a:cxn ang="0">
                <a:pos x="connsiteX43381" y="connsiteY43381"/>
              </a:cxn>
              <a:cxn ang="0">
                <a:pos x="connsiteX43382" y="connsiteY43382"/>
              </a:cxn>
              <a:cxn ang="0">
                <a:pos x="connsiteX43383" y="connsiteY43383"/>
              </a:cxn>
              <a:cxn ang="0">
                <a:pos x="connsiteX43384" y="connsiteY43384"/>
              </a:cxn>
              <a:cxn ang="0">
                <a:pos x="connsiteX43385" y="connsiteY43385"/>
              </a:cxn>
              <a:cxn ang="0">
                <a:pos x="connsiteX43386" y="connsiteY43386"/>
              </a:cxn>
              <a:cxn ang="0">
                <a:pos x="connsiteX43387" y="connsiteY43387"/>
              </a:cxn>
              <a:cxn ang="0">
                <a:pos x="connsiteX43388" y="connsiteY43388"/>
              </a:cxn>
              <a:cxn ang="0">
                <a:pos x="connsiteX43389" y="connsiteY43389"/>
              </a:cxn>
              <a:cxn ang="0">
                <a:pos x="connsiteX43390" y="connsiteY43390"/>
              </a:cxn>
              <a:cxn ang="0">
                <a:pos x="connsiteX43391" y="connsiteY43391"/>
              </a:cxn>
              <a:cxn ang="0">
                <a:pos x="connsiteX43392" y="connsiteY43392"/>
              </a:cxn>
              <a:cxn ang="0">
                <a:pos x="connsiteX43393" y="connsiteY43393"/>
              </a:cxn>
              <a:cxn ang="0">
                <a:pos x="connsiteX43394" y="connsiteY43394"/>
              </a:cxn>
              <a:cxn ang="0">
                <a:pos x="connsiteX43395" y="connsiteY43395"/>
              </a:cxn>
              <a:cxn ang="0">
                <a:pos x="connsiteX43396" y="connsiteY43396"/>
              </a:cxn>
              <a:cxn ang="0">
                <a:pos x="connsiteX43397" y="connsiteY43397"/>
              </a:cxn>
              <a:cxn ang="0">
                <a:pos x="connsiteX43398" y="connsiteY43398"/>
              </a:cxn>
              <a:cxn ang="0">
                <a:pos x="connsiteX43399" y="connsiteY43399"/>
              </a:cxn>
              <a:cxn ang="0">
                <a:pos x="connsiteX43400" y="connsiteY43400"/>
              </a:cxn>
              <a:cxn ang="0">
                <a:pos x="connsiteX43401" y="connsiteY43401"/>
              </a:cxn>
              <a:cxn ang="0">
                <a:pos x="connsiteX43402" y="connsiteY43402"/>
              </a:cxn>
              <a:cxn ang="0">
                <a:pos x="connsiteX43403" y="connsiteY43403"/>
              </a:cxn>
              <a:cxn ang="0">
                <a:pos x="connsiteX43404" y="connsiteY43404"/>
              </a:cxn>
              <a:cxn ang="0">
                <a:pos x="connsiteX43405" y="connsiteY43405"/>
              </a:cxn>
              <a:cxn ang="0">
                <a:pos x="connsiteX43406" y="connsiteY43406"/>
              </a:cxn>
              <a:cxn ang="0">
                <a:pos x="connsiteX43407" y="connsiteY43407"/>
              </a:cxn>
              <a:cxn ang="0">
                <a:pos x="connsiteX43408" y="connsiteY43408"/>
              </a:cxn>
              <a:cxn ang="0">
                <a:pos x="connsiteX43409" y="connsiteY43409"/>
              </a:cxn>
              <a:cxn ang="0">
                <a:pos x="connsiteX43410" y="connsiteY43410"/>
              </a:cxn>
              <a:cxn ang="0">
                <a:pos x="connsiteX43411" y="connsiteY43411"/>
              </a:cxn>
              <a:cxn ang="0">
                <a:pos x="connsiteX43412" y="connsiteY43412"/>
              </a:cxn>
              <a:cxn ang="0">
                <a:pos x="connsiteX43413" y="connsiteY43413"/>
              </a:cxn>
              <a:cxn ang="0">
                <a:pos x="connsiteX43414" y="connsiteY43414"/>
              </a:cxn>
              <a:cxn ang="0">
                <a:pos x="connsiteX43415" y="connsiteY43415"/>
              </a:cxn>
              <a:cxn ang="0">
                <a:pos x="connsiteX43416" y="connsiteY43416"/>
              </a:cxn>
              <a:cxn ang="0">
                <a:pos x="connsiteX43417" y="connsiteY43417"/>
              </a:cxn>
              <a:cxn ang="0">
                <a:pos x="connsiteX43418" y="connsiteY43418"/>
              </a:cxn>
              <a:cxn ang="0">
                <a:pos x="connsiteX43419" y="connsiteY43419"/>
              </a:cxn>
              <a:cxn ang="0">
                <a:pos x="connsiteX43420" y="connsiteY43420"/>
              </a:cxn>
              <a:cxn ang="0">
                <a:pos x="connsiteX43421" y="connsiteY43421"/>
              </a:cxn>
              <a:cxn ang="0">
                <a:pos x="connsiteX43422" y="connsiteY43422"/>
              </a:cxn>
              <a:cxn ang="0">
                <a:pos x="connsiteX43423" y="connsiteY43423"/>
              </a:cxn>
              <a:cxn ang="0">
                <a:pos x="connsiteX43424" y="connsiteY43424"/>
              </a:cxn>
              <a:cxn ang="0">
                <a:pos x="connsiteX43425" y="connsiteY43425"/>
              </a:cxn>
              <a:cxn ang="0">
                <a:pos x="connsiteX43426" y="connsiteY43426"/>
              </a:cxn>
              <a:cxn ang="0">
                <a:pos x="connsiteX43427" y="connsiteY43427"/>
              </a:cxn>
              <a:cxn ang="0">
                <a:pos x="connsiteX43428" y="connsiteY43428"/>
              </a:cxn>
              <a:cxn ang="0">
                <a:pos x="connsiteX43429" y="connsiteY43429"/>
              </a:cxn>
              <a:cxn ang="0">
                <a:pos x="connsiteX43430" y="connsiteY43430"/>
              </a:cxn>
              <a:cxn ang="0">
                <a:pos x="connsiteX43431" y="connsiteY43431"/>
              </a:cxn>
              <a:cxn ang="0">
                <a:pos x="connsiteX43432" y="connsiteY43432"/>
              </a:cxn>
              <a:cxn ang="0">
                <a:pos x="connsiteX43433" y="connsiteY43433"/>
              </a:cxn>
              <a:cxn ang="0">
                <a:pos x="connsiteX43434" y="connsiteY43434"/>
              </a:cxn>
              <a:cxn ang="0">
                <a:pos x="connsiteX43435" y="connsiteY43435"/>
              </a:cxn>
              <a:cxn ang="0">
                <a:pos x="connsiteX43436" y="connsiteY43436"/>
              </a:cxn>
              <a:cxn ang="0">
                <a:pos x="connsiteX43437" y="connsiteY43437"/>
              </a:cxn>
              <a:cxn ang="0">
                <a:pos x="connsiteX43438" y="connsiteY43438"/>
              </a:cxn>
              <a:cxn ang="0">
                <a:pos x="connsiteX43439" y="connsiteY43439"/>
              </a:cxn>
              <a:cxn ang="0">
                <a:pos x="connsiteX43440" y="connsiteY43440"/>
              </a:cxn>
              <a:cxn ang="0">
                <a:pos x="connsiteX43441" y="connsiteY43441"/>
              </a:cxn>
              <a:cxn ang="0">
                <a:pos x="connsiteX43442" y="connsiteY43442"/>
              </a:cxn>
              <a:cxn ang="0">
                <a:pos x="connsiteX43443" y="connsiteY43443"/>
              </a:cxn>
              <a:cxn ang="0">
                <a:pos x="connsiteX43444" y="connsiteY43444"/>
              </a:cxn>
              <a:cxn ang="0">
                <a:pos x="connsiteX43445" y="connsiteY43445"/>
              </a:cxn>
              <a:cxn ang="0">
                <a:pos x="connsiteX43446" y="connsiteY43446"/>
              </a:cxn>
              <a:cxn ang="0">
                <a:pos x="connsiteX43447" y="connsiteY43447"/>
              </a:cxn>
              <a:cxn ang="0">
                <a:pos x="connsiteX43448" y="connsiteY43448"/>
              </a:cxn>
              <a:cxn ang="0">
                <a:pos x="connsiteX43449" y="connsiteY43449"/>
              </a:cxn>
              <a:cxn ang="0">
                <a:pos x="connsiteX43450" y="connsiteY43450"/>
              </a:cxn>
              <a:cxn ang="0">
                <a:pos x="connsiteX43451" y="connsiteY43451"/>
              </a:cxn>
              <a:cxn ang="0">
                <a:pos x="connsiteX43452" y="connsiteY43452"/>
              </a:cxn>
              <a:cxn ang="0">
                <a:pos x="connsiteX43453" y="connsiteY43453"/>
              </a:cxn>
              <a:cxn ang="0">
                <a:pos x="connsiteX43454" y="connsiteY43454"/>
              </a:cxn>
              <a:cxn ang="0">
                <a:pos x="connsiteX43455" y="connsiteY43455"/>
              </a:cxn>
              <a:cxn ang="0">
                <a:pos x="connsiteX43456" y="connsiteY43456"/>
              </a:cxn>
              <a:cxn ang="0">
                <a:pos x="connsiteX43457" y="connsiteY43457"/>
              </a:cxn>
              <a:cxn ang="0">
                <a:pos x="connsiteX43458" y="connsiteY43458"/>
              </a:cxn>
              <a:cxn ang="0">
                <a:pos x="connsiteX43459" y="connsiteY43459"/>
              </a:cxn>
              <a:cxn ang="0">
                <a:pos x="connsiteX43460" y="connsiteY43460"/>
              </a:cxn>
              <a:cxn ang="0">
                <a:pos x="connsiteX43461" y="connsiteY43461"/>
              </a:cxn>
              <a:cxn ang="0">
                <a:pos x="connsiteX43462" y="connsiteY43462"/>
              </a:cxn>
              <a:cxn ang="0">
                <a:pos x="connsiteX43463" y="connsiteY43463"/>
              </a:cxn>
              <a:cxn ang="0">
                <a:pos x="connsiteX43464" y="connsiteY43464"/>
              </a:cxn>
              <a:cxn ang="0">
                <a:pos x="connsiteX43465" y="connsiteY43465"/>
              </a:cxn>
              <a:cxn ang="0">
                <a:pos x="connsiteX43466" y="connsiteY43466"/>
              </a:cxn>
              <a:cxn ang="0">
                <a:pos x="connsiteX43467" y="connsiteY43467"/>
              </a:cxn>
              <a:cxn ang="0">
                <a:pos x="connsiteX43468" y="connsiteY43468"/>
              </a:cxn>
              <a:cxn ang="0">
                <a:pos x="connsiteX43469" y="connsiteY43469"/>
              </a:cxn>
              <a:cxn ang="0">
                <a:pos x="connsiteX43470" y="connsiteY43470"/>
              </a:cxn>
              <a:cxn ang="0">
                <a:pos x="connsiteX43471" y="connsiteY43471"/>
              </a:cxn>
              <a:cxn ang="0">
                <a:pos x="connsiteX43472" y="connsiteY43472"/>
              </a:cxn>
              <a:cxn ang="0">
                <a:pos x="connsiteX43473" y="connsiteY43473"/>
              </a:cxn>
              <a:cxn ang="0">
                <a:pos x="connsiteX43474" y="connsiteY43474"/>
              </a:cxn>
              <a:cxn ang="0">
                <a:pos x="connsiteX43475" y="connsiteY43475"/>
              </a:cxn>
              <a:cxn ang="0">
                <a:pos x="connsiteX43476" y="connsiteY43476"/>
              </a:cxn>
              <a:cxn ang="0">
                <a:pos x="connsiteX43477" y="connsiteY43477"/>
              </a:cxn>
              <a:cxn ang="0">
                <a:pos x="connsiteX43478" y="connsiteY43478"/>
              </a:cxn>
              <a:cxn ang="0">
                <a:pos x="connsiteX43479" y="connsiteY43479"/>
              </a:cxn>
              <a:cxn ang="0">
                <a:pos x="connsiteX43480" y="connsiteY43480"/>
              </a:cxn>
              <a:cxn ang="0">
                <a:pos x="connsiteX43481" y="connsiteY43481"/>
              </a:cxn>
              <a:cxn ang="0">
                <a:pos x="connsiteX43482" y="connsiteY43482"/>
              </a:cxn>
              <a:cxn ang="0">
                <a:pos x="connsiteX43483" y="connsiteY43483"/>
              </a:cxn>
              <a:cxn ang="0">
                <a:pos x="connsiteX43484" y="connsiteY43484"/>
              </a:cxn>
              <a:cxn ang="0">
                <a:pos x="connsiteX43485" y="connsiteY43485"/>
              </a:cxn>
              <a:cxn ang="0">
                <a:pos x="connsiteX43486" y="connsiteY43486"/>
              </a:cxn>
              <a:cxn ang="0">
                <a:pos x="connsiteX43487" y="connsiteY43487"/>
              </a:cxn>
              <a:cxn ang="0">
                <a:pos x="connsiteX43488" y="connsiteY43488"/>
              </a:cxn>
              <a:cxn ang="0">
                <a:pos x="connsiteX43489" y="connsiteY43489"/>
              </a:cxn>
              <a:cxn ang="0">
                <a:pos x="connsiteX43490" y="connsiteY43490"/>
              </a:cxn>
              <a:cxn ang="0">
                <a:pos x="connsiteX43491" y="connsiteY43491"/>
              </a:cxn>
              <a:cxn ang="0">
                <a:pos x="connsiteX43492" y="connsiteY43492"/>
              </a:cxn>
              <a:cxn ang="0">
                <a:pos x="connsiteX43493" y="connsiteY43493"/>
              </a:cxn>
              <a:cxn ang="0">
                <a:pos x="connsiteX43494" y="connsiteY43494"/>
              </a:cxn>
              <a:cxn ang="0">
                <a:pos x="connsiteX43495" y="connsiteY43495"/>
              </a:cxn>
              <a:cxn ang="0">
                <a:pos x="connsiteX43496" y="connsiteY43496"/>
              </a:cxn>
              <a:cxn ang="0">
                <a:pos x="connsiteX43497" y="connsiteY43497"/>
              </a:cxn>
              <a:cxn ang="0">
                <a:pos x="connsiteX43498" y="connsiteY43498"/>
              </a:cxn>
              <a:cxn ang="0">
                <a:pos x="connsiteX43499" y="connsiteY43499"/>
              </a:cxn>
              <a:cxn ang="0">
                <a:pos x="connsiteX43500" y="connsiteY43500"/>
              </a:cxn>
              <a:cxn ang="0">
                <a:pos x="connsiteX43501" y="connsiteY43501"/>
              </a:cxn>
              <a:cxn ang="0">
                <a:pos x="connsiteX43502" y="connsiteY43502"/>
              </a:cxn>
              <a:cxn ang="0">
                <a:pos x="connsiteX43503" y="connsiteY43503"/>
              </a:cxn>
              <a:cxn ang="0">
                <a:pos x="connsiteX43504" y="connsiteY43504"/>
              </a:cxn>
              <a:cxn ang="0">
                <a:pos x="connsiteX43505" y="connsiteY43505"/>
              </a:cxn>
              <a:cxn ang="0">
                <a:pos x="connsiteX43506" y="connsiteY43506"/>
              </a:cxn>
              <a:cxn ang="0">
                <a:pos x="connsiteX43507" y="connsiteY43507"/>
              </a:cxn>
              <a:cxn ang="0">
                <a:pos x="connsiteX43508" y="connsiteY43508"/>
              </a:cxn>
              <a:cxn ang="0">
                <a:pos x="connsiteX43509" y="connsiteY43509"/>
              </a:cxn>
              <a:cxn ang="0">
                <a:pos x="connsiteX43510" y="connsiteY43510"/>
              </a:cxn>
              <a:cxn ang="0">
                <a:pos x="connsiteX43511" y="connsiteY43511"/>
              </a:cxn>
              <a:cxn ang="0">
                <a:pos x="connsiteX43512" y="connsiteY43512"/>
              </a:cxn>
              <a:cxn ang="0">
                <a:pos x="connsiteX43513" y="connsiteY43513"/>
              </a:cxn>
              <a:cxn ang="0">
                <a:pos x="connsiteX43514" y="connsiteY43514"/>
              </a:cxn>
              <a:cxn ang="0">
                <a:pos x="connsiteX43515" y="connsiteY43515"/>
              </a:cxn>
              <a:cxn ang="0">
                <a:pos x="connsiteX43516" y="connsiteY43516"/>
              </a:cxn>
              <a:cxn ang="0">
                <a:pos x="connsiteX43517" y="connsiteY43517"/>
              </a:cxn>
              <a:cxn ang="0">
                <a:pos x="connsiteX43518" y="connsiteY43518"/>
              </a:cxn>
              <a:cxn ang="0">
                <a:pos x="connsiteX43519" y="connsiteY43519"/>
              </a:cxn>
              <a:cxn ang="0">
                <a:pos x="connsiteX43520" y="connsiteY43520"/>
              </a:cxn>
              <a:cxn ang="0">
                <a:pos x="connsiteX43521" y="connsiteY43521"/>
              </a:cxn>
              <a:cxn ang="0">
                <a:pos x="connsiteX43522" y="connsiteY43522"/>
              </a:cxn>
              <a:cxn ang="0">
                <a:pos x="connsiteX43523" y="connsiteY43523"/>
              </a:cxn>
              <a:cxn ang="0">
                <a:pos x="connsiteX43524" y="connsiteY43524"/>
              </a:cxn>
              <a:cxn ang="0">
                <a:pos x="connsiteX43525" y="connsiteY43525"/>
              </a:cxn>
              <a:cxn ang="0">
                <a:pos x="connsiteX43526" y="connsiteY43526"/>
              </a:cxn>
              <a:cxn ang="0">
                <a:pos x="connsiteX43527" y="connsiteY43527"/>
              </a:cxn>
              <a:cxn ang="0">
                <a:pos x="connsiteX43528" y="connsiteY43528"/>
              </a:cxn>
              <a:cxn ang="0">
                <a:pos x="connsiteX43529" y="connsiteY43529"/>
              </a:cxn>
              <a:cxn ang="0">
                <a:pos x="connsiteX43530" y="connsiteY43530"/>
              </a:cxn>
              <a:cxn ang="0">
                <a:pos x="connsiteX43531" y="connsiteY43531"/>
              </a:cxn>
              <a:cxn ang="0">
                <a:pos x="connsiteX43532" y="connsiteY43532"/>
              </a:cxn>
              <a:cxn ang="0">
                <a:pos x="connsiteX43533" y="connsiteY43533"/>
              </a:cxn>
              <a:cxn ang="0">
                <a:pos x="connsiteX43534" y="connsiteY43534"/>
              </a:cxn>
              <a:cxn ang="0">
                <a:pos x="connsiteX43535" y="connsiteY43535"/>
              </a:cxn>
              <a:cxn ang="0">
                <a:pos x="connsiteX43536" y="connsiteY43536"/>
              </a:cxn>
              <a:cxn ang="0">
                <a:pos x="connsiteX43537" y="connsiteY43537"/>
              </a:cxn>
              <a:cxn ang="0">
                <a:pos x="connsiteX43538" y="connsiteY43538"/>
              </a:cxn>
              <a:cxn ang="0">
                <a:pos x="connsiteX43539" y="connsiteY43539"/>
              </a:cxn>
              <a:cxn ang="0">
                <a:pos x="connsiteX43540" y="connsiteY43540"/>
              </a:cxn>
              <a:cxn ang="0">
                <a:pos x="connsiteX43541" y="connsiteY43541"/>
              </a:cxn>
              <a:cxn ang="0">
                <a:pos x="connsiteX43542" y="connsiteY43542"/>
              </a:cxn>
              <a:cxn ang="0">
                <a:pos x="connsiteX43543" y="connsiteY43543"/>
              </a:cxn>
              <a:cxn ang="0">
                <a:pos x="connsiteX43544" y="connsiteY43544"/>
              </a:cxn>
              <a:cxn ang="0">
                <a:pos x="connsiteX43545" y="connsiteY43545"/>
              </a:cxn>
              <a:cxn ang="0">
                <a:pos x="connsiteX43546" y="connsiteY43546"/>
              </a:cxn>
              <a:cxn ang="0">
                <a:pos x="connsiteX43547" y="connsiteY43547"/>
              </a:cxn>
              <a:cxn ang="0">
                <a:pos x="connsiteX43548" y="connsiteY43548"/>
              </a:cxn>
              <a:cxn ang="0">
                <a:pos x="connsiteX43549" y="connsiteY43549"/>
              </a:cxn>
              <a:cxn ang="0">
                <a:pos x="connsiteX43550" y="connsiteY43550"/>
              </a:cxn>
              <a:cxn ang="0">
                <a:pos x="connsiteX43551" y="connsiteY43551"/>
              </a:cxn>
              <a:cxn ang="0">
                <a:pos x="connsiteX43552" y="connsiteY43552"/>
              </a:cxn>
              <a:cxn ang="0">
                <a:pos x="connsiteX43553" y="connsiteY43553"/>
              </a:cxn>
              <a:cxn ang="0">
                <a:pos x="connsiteX43554" y="connsiteY43554"/>
              </a:cxn>
              <a:cxn ang="0">
                <a:pos x="connsiteX43555" y="connsiteY43555"/>
              </a:cxn>
              <a:cxn ang="0">
                <a:pos x="connsiteX43556" y="connsiteY43556"/>
              </a:cxn>
              <a:cxn ang="0">
                <a:pos x="connsiteX43557" y="connsiteY43557"/>
              </a:cxn>
              <a:cxn ang="0">
                <a:pos x="connsiteX43558" y="connsiteY43558"/>
              </a:cxn>
              <a:cxn ang="0">
                <a:pos x="connsiteX43559" y="connsiteY43559"/>
              </a:cxn>
              <a:cxn ang="0">
                <a:pos x="connsiteX43560" y="connsiteY43560"/>
              </a:cxn>
              <a:cxn ang="0">
                <a:pos x="connsiteX43561" y="connsiteY43561"/>
              </a:cxn>
              <a:cxn ang="0">
                <a:pos x="connsiteX43562" y="connsiteY43562"/>
              </a:cxn>
              <a:cxn ang="0">
                <a:pos x="connsiteX43563" y="connsiteY43563"/>
              </a:cxn>
              <a:cxn ang="0">
                <a:pos x="connsiteX43564" y="connsiteY43564"/>
              </a:cxn>
              <a:cxn ang="0">
                <a:pos x="connsiteX43565" y="connsiteY43565"/>
              </a:cxn>
              <a:cxn ang="0">
                <a:pos x="connsiteX43566" y="connsiteY43566"/>
              </a:cxn>
              <a:cxn ang="0">
                <a:pos x="connsiteX43567" y="connsiteY43567"/>
              </a:cxn>
              <a:cxn ang="0">
                <a:pos x="connsiteX43568" y="connsiteY43568"/>
              </a:cxn>
              <a:cxn ang="0">
                <a:pos x="connsiteX43569" y="connsiteY43569"/>
              </a:cxn>
              <a:cxn ang="0">
                <a:pos x="connsiteX43570" y="connsiteY43570"/>
              </a:cxn>
              <a:cxn ang="0">
                <a:pos x="connsiteX43571" y="connsiteY43571"/>
              </a:cxn>
              <a:cxn ang="0">
                <a:pos x="connsiteX43572" y="connsiteY43572"/>
              </a:cxn>
              <a:cxn ang="0">
                <a:pos x="connsiteX43573" y="connsiteY43573"/>
              </a:cxn>
              <a:cxn ang="0">
                <a:pos x="connsiteX43574" y="connsiteY43574"/>
              </a:cxn>
              <a:cxn ang="0">
                <a:pos x="connsiteX43575" y="connsiteY43575"/>
              </a:cxn>
              <a:cxn ang="0">
                <a:pos x="connsiteX43576" y="connsiteY43576"/>
              </a:cxn>
              <a:cxn ang="0">
                <a:pos x="connsiteX43577" y="connsiteY43577"/>
              </a:cxn>
              <a:cxn ang="0">
                <a:pos x="connsiteX43578" y="connsiteY43578"/>
              </a:cxn>
              <a:cxn ang="0">
                <a:pos x="connsiteX43579" y="connsiteY43579"/>
              </a:cxn>
              <a:cxn ang="0">
                <a:pos x="connsiteX43580" y="connsiteY43580"/>
              </a:cxn>
              <a:cxn ang="0">
                <a:pos x="connsiteX43581" y="connsiteY43581"/>
              </a:cxn>
              <a:cxn ang="0">
                <a:pos x="connsiteX43582" y="connsiteY43582"/>
              </a:cxn>
              <a:cxn ang="0">
                <a:pos x="connsiteX43583" y="connsiteY43583"/>
              </a:cxn>
              <a:cxn ang="0">
                <a:pos x="connsiteX43584" y="connsiteY43584"/>
              </a:cxn>
              <a:cxn ang="0">
                <a:pos x="connsiteX43585" y="connsiteY43585"/>
              </a:cxn>
              <a:cxn ang="0">
                <a:pos x="connsiteX43586" y="connsiteY43586"/>
              </a:cxn>
              <a:cxn ang="0">
                <a:pos x="connsiteX43587" y="connsiteY43587"/>
              </a:cxn>
              <a:cxn ang="0">
                <a:pos x="connsiteX43588" y="connsiteY43588"/>
              </a:cxn>
              <a:cxn ang="0">
                <a:pos x="connsiteX43589" y="connsiteY43589"/>
              </a:cxn>
              <a:cxn ang="0">
                <a:pos x="connsiteX43590" y="connsiteY43590"/>
              </a:cxn>
              <a:cxn ang="0">
                <a:pos x="connsiteX43591" y="connsiteY43591"/>
              </a:cxn>
              <a:cxn ang="0">
                <a:pos x="connsiteX43592" y="connsiteY43592"/>
              </a:cxn>
              <a:cxn ang="0">
                <a:pos x="connsiteX43593" y="connsiteY43593"/>
              </a:cxn>
              <a:cxn ang="0">
                <a:pos x="connsiteX43594" y="connsiteY43594"/>
              </a:cxn>
              <a:cxn ang="0">
                <a:pos x="connsiteX43595" y="connsiteY43595"/>
              </a:cxn>
              <a:cxn ang="0">
                <a:pos x="connsiteX43596" y="connsiteY43596"/>
              </a:cxn>
              <a:cxn ang="0">
                <a:pos x="connsiteX43597" y="connsiteY43597"/>
              </a:cxn>
              <a:cxn ang="0">
                <a:pos x="connsiteX43598" y="connsiteY43598"/>
              </a:cxn>
              <a:cxn ang="0">
                <a:pos x="connsiteX43599" y="connsiteY43599"/>
              </a:cxn>
              <a:cxn ang="0">
                <a:pos x="connsiteX43600" y="connsiteY43600"/>
              </a:cxn>
              <a:cxn ang="0">
                <a:pos x="connsiteX43601" y="connsiteY43601"/>
              </a:cxn>
              <a:cxn ang="0">
                <a:pos x="connsiteX43602" y="connsiteY43602"/>
              </a:cxn>
              <a:cxn ang="0">
                <a:pos x="connsiteX43603" y="connsiteY43603"/>
              </a:cxn>
              <a:cxn ang="0">
                <a:pos x="connsiteX43604" y="connsiteY43604"/>
              </a:cxn>
              <a:cxn ang="0">
                <a:pos x="connsiteX43605" y="connsiteY43605"/>
              </a:cxn>
              <a:cxn ang="0">
                <a:pos x="connsiteX43606" y="connsiteY43606"/>
              </a:cxn>
              <a:cxn ang="0">
                <a:pos x="connsiteX43607" y="connsiteY43607"/>
              </a:cxn>
              <a:cxn ang="0">
                <a:pos x="connsiteX43608" y="connsiteY43608"/>
              </a:cxn>
              <a:cxn ang="0">
                <a:pos x="connsiteX43609" y="connsiteY43609"/>
              </a:cxn>
              <a:cxn ang="0">
                <a:pos x="connsiteX43610" y="connsiteY43610"/>
              </a:cxn>
              <a:cxn ang="0">
                <a:pos x="connsiteX43611" y="connsiteY43611"/>
              </a:cxn>
              <a:cxn ang="0">
                <a:pos x="connsiteX43612" y="connsiteY43612"/>
              </a:cxn>
              <a:cxn ang="0">
                <a:pos x="connsiteX43613" y="connsiteY43613"/>
              </a:cxn>
              <a:cxn ang="0">
                <a:pos x="connsiteX43614" y="connsiteY43614"/>
              </a:cxn>
              <a:cxn ang="0">
                <a:pos x="connsiteX43615" y="connsiteY43615"/>
              </a:cxn>
              <a:cxn ang="0">
                <a:pos x="connsiteX43616" y="connsiteY43616"/>
              </a:cxn>
              <a:cxn ang="0">
                <a:pos x="connsiteX43617" y="connsiteY43617"/>
              </a:cxn>
              <a:cxn ang="0">
                <a:pos x="connsiteX43618" y="connsiteY43618"/>
              </a:cxn>
              <a:cxn ang="0">
                <a:pos x="connsiteX43619" y="connsiteY43619"/>
              </a:cxn>
              <a:cxn ang="0">
                <a:pos x="connsiteX43620" y="connsiteY43620"/>
              </a:cxn>
              <a:cxn ang="0">
                <a:pos x="connsiteX43621" y="connsiteY43621"/>
              </a:cxn>
              <a:cxn ang="0">
                <a:pos x="connsiteX43622" y="connsiteY43622"/>
              </a:cxn>
              <a:cxn ang="0">
                <a:pos x="connsiteX43623" y="connsiteY43623"/>
              </a:cxn>
              <a:cxn ang="0">
                <a:pos x="connsiteX43624" y="connsiteY43624"/>
              </a:cxn>
              <a:cxn ang="0">
                <a:pos x="connsiteX43625" y="connsiteY43625"/>
              </a:cxn>
              <a:cxn ang="0">
                <a:pos x="connsiteX43626" y="connsiteY43626"/>
              </a:cxn>
              <a:cxn ang="0">
                <a:pos x="connsiteX43627" y="connsiteY43627"/>
              </a:cxn>
              <a:cxn ang="0">
                <a:pos x="connsiteX43628" y="connsiteY43628"/>
              </a:cxn>
              <a:cxn ang="0">
                <a:pos x="connsiteX43629" y="connsiteY43629"/>
              </a:cxn>
              <a:cxn ang="0">
                <a:pos x="connsiteX43630" y="connsiteY43630"/>
              </a:cxn>
              <a:cxn ang="0">
                <a:pos x="connsiteX43631" y="connsiteY43631"/>
              </a:cxn>
              <a:cxn ang="0">
                <a:pos x="connsiteX43632" y="connsiteY43632"/>
              </a:cxn>
              <a:cxn ang="0">
                <a:pos x="connsiteX43633" y="connsiteY43633"/>
              </a:cxn>
              <a:cxn ang="0">
                <a:pos x="connsiteX43634" y="connsiteY43634"/>
              </a:cxn>
              <a:cxn ang="0">
                <a:pos x="connsiteX43635" y="connsiteY43635"/>
              </a:cxn>
              <a:cxn ang="0">
                <a:pos x="connsiteX43636" y="connsiteY43636"/>
              </a:cxn>
              <a:cxn ang="0">
                <a:pos x="connsiteX43637" y="connsiteY43637"/>
              </a:cxn>
              <a:cxn ang="0">
                <a:pos x="connsiteX43638" y="connsiteY43638"/>
              </a:cxn>
              <a:cxn ang="0">
                <a:pos x="connsiteX43639" y="connsiteY43639"/>
              </a:cxn>
              <a:cxn ang="0">
                <a:pos x="connsiteX43640" y="connsiteY43640"/>
              </a:cxn>
              <a:cxn ang="0">
                <a:pos x="connsiteX43641" y="connsiteY43641"/>
              </a:cxn>
              <a:cxn ang="0">
                <a:pos x="connsiteX43642" y="connsiteY43642"/>
              </a:cxn>
              <a:cxn ang="0">
                <a:pos x="connsiteX43643" y="connsiteY43643"/>
              </a:cxn>
              <a:cxn ang="0">
                <a:pos x="connsiteX43644" y="connsiteY43644"/>
              </a:cxn>
              <a:cxn ang="0">
                <a:pos x="connsiteX43645" y="connsiteY43645"/>
              </a:cxn>
              <a:cxn ang="0">
                <a:pos x="connsiteX43646" y="connsiteY43646"/>
              </a:cxn>
              <a:cxn ang="0">
                <a:pos x="connsiteX43647" y="connsiteY43647"/>
              </a:cxn>
              <a:cxn ang="0">
                <a:pos x="connsiteX43648" y="connsiteY43648"/>
              </a:cxn>
              <a:cxn ang="0">
                <a:pos x="connsiteX43649" y="connsiteY43649"/>
              </a:cxn>
              <a:cxn ang="0">
                <a:pos x="connsiteX43650" y="connsiteY43650"/>
              </a:cxn>
              <a:cxn ang="0">
                <a:pos x="connsiteX43651" y="connsiteY43651"/>
              </a:cxn>
              <a:cxn ang="0">
                <a:pos x="connsiteX43652" y="connsiteY43652"/>
              </a:cxn>
              <a:cxn ang="0">
                <a:pos x="connsiteX43653" y="connsiteY43653"/>
              </a:cxn>
              <a:cxn ang="0">
                <a:pos x="connsiteX43654" y="connsiteY43654"/>
              </a:cxn>
              <a:cxn ang="0">
                <a:pos x="connsiteX43655" y="connsiteY43655"/>
              </a:cxn>
              <a:cxn ang="0">
                <a:pos x="connsiteX43656" y="connsiteY43656"/>
              </a:cxn>
              <a:cxn ang="0">
                <a:pos x="connsiteX43657" y="connsiteY43657"/>
              </a:cxn>
              <a:cxn ang="0">
                <a:pos x="connsiteX43658" y="connsiteY43658"/>
              </a:cxn>
              <a:cxn ang="0">
                <a:pos x="connsiteX43659" y="connsiteY43659"/>
              </a:cxn>
              <a:cxn ang="0">
                <a:pos x="connsiteX43660" y="connsiteY43660"/>
              </a:cxn>
              <a:cxn ang="0">
                <a:pos x="connsiteX43661" y="connsiteY43661"/>
              </a:cxn>
              <a:cxn ang="0">
                <a:pos x="connsiteX43662" y="connsiteY43662"/>
              </a:cxn>
              <a:cxn ang="0">
                <a:pos x="connsiteX43663" y="connsiteY43663"/>
              </a:cxn>
              <a:cxn ang="0">
                <a:pos x="connsiteX43664" y="connsiteY43664"/>
              </a:cxn>
              <a:cxn ang="0">
                <a:pos x="connsiteX43665" y="connsiteY43665"/>
              </a:cxn>
              <a:cxn ang="0">
                <a:pos x="connsiteX43666" y="connsiteY43666"/>
              </a:cxn>
              <a:cxn ang="0">
                <a:pos x="connsiteX43667" y="connsiteY43667"/>
              </a:cxn>
              <a:cxn ang="0">
                <a:pos x="connsiteX43668" y="connsiteY43668"/>
              </a:cxn>
              <a:cxn ang="0">
                <a:pos x="connsiteX43669" y="connsiteY43669"/>
              </a:cxn>
              <a:cxn ang="0">
                <a:pos x="connsiteX43670" y="connsiteY43670"/>
              </a:cxn>
              <a:cxn ang="0">
                <a:pos x="connsiteX43671" y="connsiteY43671"/>
              </a:cxn>
              <a:cxn ang="0">
                <a:pos x="connsiteX43672" y="connsiteY43672"/>
              </a:cxn>
              <a:cxn ang="0">
                <a:pos x="connsiteX43673" y="connsiteY43673"/>
              </a:cxn>
              <a:cxn ang="0">
                <a:pos x="connsiteX43674" y="connsiteY43674"/>
              </a:cxn>
              <a:cxn ang="0">
                <a:pos x="connsiteX43675" y="connsiteY43675"/>
              </a:cxn>
              <a:cxn ang="0">
                <a:pos x="connsiteX43676" y="connsiteY43676"/>
              </a:cxn>
              <a:cxn ang="0">
                <a:pos x="connsiteX43677" y="connsiteY43677"/>
              </a:cxn>
              <a:cxn ang="0">
                <a:pos x="connsiteX43678" y="connsiteY43678"/>
              </a:cxn>
              <a:cxn ang="0">
                <a:pos x="connsiteX43679" y="connsiteY43679"/>
              </a:cxn>
              <a:cxn ang="0">
                <a:pos x="connsiteX43680" y="connsiteY43680"/>
              </a:cxn>
              <a:cxn ang="0">
                <a:pos x="connsiteX43681" y="connsiteY43681"/>
              </a:cxn>
              <a:cxn ang="0">
                <a:pos x="connsiteX43682" y="connsiteY43682"/>
              </a:cxn>
              <a:cxn ang="0">
                <a:pos x="connsiteX43683" y="connsiteY43683"/>
              </a:cxn>
              <a:cxn ang="0">
                <a:pos x="connsiteX43684" y="connsiteY43684"/>
              </a:cxn>
              <a:cxn ang="0">
                <a:pos x="connsiteX43685" y="connsiteY43685"/>
              </a:cxn>
              <a:cxn ang="0">
                <a:pos x="connsiteX43686" y="connsiteY43686"/>
              </a:cxn>
              <a:cxn ang="0">
                <a:pos x="connsiteX43687" y="connsiteY43687"/>
              </a:cxn>
              <a:cxn ang="0">
                <a:pos x="connsiteX43688" y="connsiteY43688"/>
              </a:cxn>
              <a:cxn ang="0">
                <a:pos x="connsiteX43689" y="connsiteY43689"/>
              </a:cxn>
              <a:cxn ang="0">
                <a:pos x="connsiteX43690" y="connsiteY43690"/>
              </a:cxn>
              <a:cxn ang="0">
                <a:pos x="connsiteX43691" y="connsiteY43691"/>
              </a:cxn>
              <a:cxn ang="0">
                <a:pos x="connsiteX43692" y="connsiteY43692"/>
              </a:cxn>
              <a:cxn ang="0">
                <a:pos x="connsiteX43693" y="connsiteY43693"/>
              </a:cxn>
              <a:cxn ang="0">
                <a:pos x="connsiteX43694" y="connsiteY43694"/>
              </a:cxn>
              <a:cxn ang="0">
                <a:pos x="connsiteX43695" y="connsiteY43695"/>
              </a:cxn>
              <a:cxn ang="0">
                <a:pos x="connsiteX43696" y="connsiteY43696"/>
              </a:cxn>
              <a:cxn ang="0">
                <a:pos x="connsiteX43697" y="connsiteY43697"/>
              </a:cxn>
              <a:cxn ang="0">
                <a:pos x="connsiteX43698" y="connsiteY43698"/>
              </a:cxn>
              <a:cxn ang="0">
                <a:pos x="connsiteX43699" y="connsiteY43699"/>
              </a:cxn>
              <a:cxn ang="0">
                <a:pos x="connsiteX43700" y="connsiteY43700"/>
              </a:cxn>
              <a:cxn ang="0">
                <a:pos x="connsiteX43701" y="connsiteY43701"/>
              </a:cxn>
              <a:cxn ang="0">
                <a:pos x="connsiteX43702" y="connsiteY43702"/>
              </a:cxn>
              <a:cxn ang="0">
                <a:pos x="connsiteX43703" y="connsiteY43703"/>
              </a:cxn>
              <a:cxn ang="0">
                <a:pos x="connsiteX43704" y="connsiteY43704"/>
              </a:cxn>
              <a:cxn ang="0">
                <a:pos x="connsiteX43705" y="connsiteY43705"/>
              </a:cxn>
              <a:cxn ang="0">
                <a:pos x="connsiteX43706" y="connsiteY43706"/>
              </a:cxn>
              <a:cxn ang="0">
                <a:pos x="connsiteX43707" y="connsiteY43707"/>
              </a:cxn>
              <a:cxn ang="0">
                <a:pos x="connsiteX43708" y="connsiteY43708"/>
              </a:cxn>
              <a:cxn ang="0">
                <a:pos x="connsiteX43709" y="connsiteY43709"/>
              </a:cxn>
              <a:cxn ang="0">
                <a:pos x="connsiteX43710" y="connsiteY43710"/>
              </a:cxn>
              <a:cxn ang="0">
                <a:pos x="connsiteX43711" y="connsiteY43711"/>
              </a:cxn>
              <a:cxn ang="0">
                <a:pos x="connsiteX43712" y="connsiteY43712"/>
              </a:cxn>
              <a:cxn ang="0">
                <a:pos x="connsiteX43713" y="connsiteY43713"/>
              </a:cxn>
              <a:cxn ang="0">
                <a:pos x="connsiteX43714" y="connsiteY43714"/>
              </a:cxn>
              <a:cxn ang="0">
                <a:pos x="connsiteX43715" y="connsiteY43715"/>
              </a:cxn>
              <a:cxn ang="0">
                <a:pos x="connsiteX43716" y="connsiteY43716"/>
              </a:cxn>
              <a:cxn ang="0">
                <a:pos x="connsiteX43717" y="connsiteY43717"/>
              </a:cxn>
              <a:cxn ang="0">
                <a:pos x="connsiteX43718" y="connsiteY43718"/>
              </a:cxn>
              <a:cxn ang="0">
                <a:pos x="connsiteX43719" y="connsiteY43719"/>
              </a:cxn>
              <a:cxn ang="0">
                <a:pos x="connsiteX43720" y="connsiteY43720"/>
              </a:cxn>
              <a:cxn ang="0">
                <a:pos x="connsiteX43721" y="connsiteY43721"/>
              </a:cxn>
              <a:cxn ang="0">
                <a:pos x="connsiteX43722" y="connsiteY43722"/>
              </a:cxn>
              <a:cxn ang="0">
                <a:pos x="connsiteX43723" y="connsiteY43723"/>
              </a:cxn>
              <a:cxn ang="0">
                <a:pos x="connsiteX43724" y="connsiteY43724"/>
              </a:cxn>
              <a:cxn ang="0">
                <a:pos x="connsiteX43725" y="connsiteY43725"/>
              </a:cxn>
              <a:cxn ang="0">
                <a:pos x="connsiteX43726" y="connsiteY43726"/>
              </a:cxn>
              <a:cxn ang="0">
                <a:pos x="connsiteX43727" y="connsiteY43727"/>
              </a:cxn>
              <a:cxn ang="0">
                <a:pos x="connsiteX43728" y="connsiteY43728"/>
              </a:cxn>
              <a:cxn ang="0">
                <a:pos x="connsiteX43729" y="connsiteY43729"/>
              </a:cxn>
              <a:cxn ang="0">
                <a:pos x="connsiteX43730" y="connsiteY43730"/>
              </a:cxn>
              <a:cxn ang="0">
                <a:pos x="connsiteX43731" y="connsiteY43731"/>
              </a:cxn>
              <a:cxn ang="0">
                <a:pos x="connsiteX43732" y="connsiteY43732"/>
              </a:cxn>
              <a:cxn ang="0">
                <a:pos x="connsiteX43733" y="connsiteY43733"/>
              </a:cxn>
              <a:cxn ang="0">
                <a:pos x="connsiteX43734" y="connsiteY43734"/>
              </a:cxn>
              <a:cxn ang="0">
                <a:pos x="connsiteX43735" y="connsiteY43735"/>
              </a:cxn>
              <a:cxn ang="0">
                <a:pos x="connsiteX43736" y="connsiteY43736"/>
              </a:cxn>
              <a:cxn ang="0">
                <a:pos x="connsiteX43737" y="connsiteY43737"/>
              </a:cxn>
              <a:cxn ang="0">
                <a:pos x="connsiteX43738" y="connsiteY43738"/>
              </a:cxn>
              <a:cxn ang="0">
                <a:pos x="connsiteX43739" y="connsiteY43739"/>
              </a:cxn>
              <a:cxn ang="0">
                <a:pos x="connsiteX43740" y="connsiteY43740"/>
              </a:cxn>
              <a:cxn ang="0">
                <a:pos x="connsiteX43741" y="connsiteY43741"/>
              </a:cxn>
              <a:cxn ang="0">
                <a:pos x="connsiteX43742" y="connsiteY43742"/>
              </a:cxn>
              <a:cxn ang="0">
                <a:pos x="connsiteX43743" y="connsiteY43743"/>
              </a:cxn>
              <a:cxn ang="0">
                <a:pos x="connsiteX43744" y="connsiteY43744"/>
              </a:cxn>
              <a:cxn ang="0">
                <a:pos x="connsiteX43745" y="connsiteY43745"/>
              </a:cxn>
              <a:cxn ang="0">
                <a:pos x="connsiteX43746" y="connsiteY43746"/>
              </a:cxn>
              <a:cxn ang="0">
                <a:pos x="connsiteX43747" y="connsiteY43747"/>
              </a:cxn>
              <a:cxn ang="0">
                <a:pos x="connsiteX43748" y="connsiteY43748"/>
              </a:cxn>
              <a:cxn ang="0">
                <a:pos x="connsiteX43749" y="connsiteY43749"/>
              </a:cxn>
              <a:cxn ang="0">
                <a:pos x="connsiteX43750" y="connsiteY43750"/>
              </a:cxn>
              <a:cxn ang="0">
                <a:pos x="connsiteX43751" y="connsiteY43751"/>
              </a:cxn>
              <a:cxn ang="0">
                <a:pos x="connsiteX43752" y="connsiteY43752"/>
              </a:cxn>
              <a:cxn ang="0">
                <a:pos x="connsiteX43753" y="connsiteY43753"/>
              </a:cxn>
              <a:cxn ang="0">
                <a:pos x="connsiteX43754" y="connsiteY43754"/>
              </a:cxn>
              <a:cxn ang="0">
                <a:pos x="connsiteX43755" y="connsiteY43755"/>
              </a:cxn>
              <a:cxn ang="0">
                <a:pos x="connsiteX43756" y="connsiteY43756"/>
              </a:cxn>
              <a:cxn ang="0">
                <a:pos x="connsiteX43757" y="connsiteY43757"/>
              </a:cxn>
              <a:cxn ang="0">
                <a:pos x="connsiteX43758" y="connsiteY43758"/>
              </a:cxn>
              <a:cxn ang="0">
                <a:pos x="connsiteX43759" y="connsiteY43759"/>
              </a:cxn>
              <a:cxn ang="0">
                <a:pos x="connsiteX43760" y="connsiteY43760"/>
              </a:cxn>
              <a:cxn ang="0">
                <a:pos x="connsiteX43761" y="connsiteY43761"/>
              </a:cxn>
              <a:cxn ang="0">
                <a:pos x="connsiteX43762" y="connsiteY43762"/>
              </a:cxn>
              <a:cxn ang="0">
                <a:pos x="connsiteX43763" y="connsiteY43763"/>
              </a:cxn>
              <a:cxn ang="0">
                <a:pos x="connsiteX43764" y="connsiteY43764"/>
              </a:cxn>
              <a:cxn ang="0">
                <a:pos x="connsiteX43765" y="connsiteY43765"/>
              </a:cxn>
              <a:cxn ang="0">
                <a:pos x="connsiteX43766" y="connsiteY43766"/>
              </a:cxn>
              <a:cxn ang="0">
                <a:pos x="connsiteX43767" y="connsiteY43767"/>
              </a:cxn>
              <a:cxn ang="0">
                <a:pos x="connsiteX43768" y="connsiteY43768"/>
              </a:cxn>
              <a:cxn ang="0">
                <a:pos x="connsiteX43769" y="connsiteY43769"/>
              </a:cxn>
              <a:cxn ang="0">
                <a:pos x="connsiteX43770" y="connsiteY43770"/>
              </a:cxn>
              <a:cxn ang="0">
                <a:pos x="connsiteX43771" y="connsiteY43771"/>
              </a:cxn>
              <a:cxn ang="0">
                <a:pos x="connsiteX43772" y="connsiteY43772"/>
              </a:cxn>
              <a:cxn ang="0">
                <a:pos x="connsiteX43773" y="connsiteY43773"/>
              </a:cxn>
              <a:cxn ang="0">
                <a:pos x="connsiteX43774" y="connsiteY43774"/>
              </a:cxn>
              <a:cxn ang="0">
                <a:pos x="connsiteX43775" y="connsiteY43775"/>
              </a:cxn>
              <a:cxn ang="0">
                <a:pos x="connsiteX43776" y="connsiteY43776"/>
              </a:cxn>
              <a:cxn ang="0">
                <a:pos x="connsiteX43777" y="connsiteY43777"/>
              </a:cxn>
              <a:cxn ang="0">
                <a:pos x="connsiteX43778" y="connsiteY43778"/>
              </a:cxn>
              <a:cxn ang="0">
                <a:pos x="connsiteX43779" y="connsiteY43779"/>
              </a:cxn>
              <a:cxn ang="0">
                <a:pos x="connsiteX43780" y="connsiteY43780"/>
              </a:cxn>
              <a:cxn ang="0">
                <a:pos x="connsiteX43781" y="connsiteY43781"/>
              </a:cxn>
              <a:cxn ang="0">
                <a:pos x="connsiteX43782" y="connsiteY43782"/>
              </a:cxn>
              <a:cxn ang="0">
                <a:pos x="connsiteX43783" y="connsiteY43783"/>
              </a:cxn>
              <a:cxn ang="0">
                <a:pos x="connsiteX43784" y="connsiteY43784"/>
              </a:cxn>
              <a:cxn ang="0">
                <a:pos x="connsiteX43785" y="connsiteY43785"/>
              </a:cxn>
              <a:cxn ang="0">
                <a:pos x="connsiteX43786" y="connsiteY43786"/>
              </a:cxn>
              <a:cxn ang="0">
                <a:pos x="connsiteX43787" y="connsiteY43787"/>
              </a:cxn>
              <a:cxn ang="0">
                <a:pos x="connsiteX43788" y="connsiteY43788"/>
              </a:cxn>
              <a:cxn ang="0">
                <a:pos x="connsiteX43789" y="connsiteY43789"/>
              </a:cxn>
              <a:cxn ang="0">
                <a:pos x="connsiteX43790" y="connsiteY43790"/>
              </a:cxn>
              <a:cxn ang="0">
                <a:pos x="connsiteX43791" y="connsiteY43791"/>
              </a:cxn>
              <a:cxn ang="0">
                <a:pos x="connsiteX43792" y="connsiteY43792"/>
              </a:cxn>
              <a:cxn ang="0">
                <a:pos x="connsiteX43793" y="connsiteY43793"/>
              </a:cxn>
              <a:cxn ang="0">
                <a:pos x="connsiteX43794" y="connsiteY43794"/>
              </a:cxn>
              <a:cxn ang="0">
                <a:pos x="connsiteX43795" y="connsiteY43795"/>
              </a:cxn>
              <a:cxn ang="0">
                <a:pos x="connsiteX43796" y="connsiteY43796"/>
              </a:cxn>
              <a:cxn ang="0">
                <a:pos x="connsiteX43797" y="connsiteY43797"/>
              </a:cxn>
              <a:cxn ang="0">
                <a:pos x="connsiteX43798" y="connsiteY43798"/>
              </a:cxn>
              <a:cxn ang="0">
                <a:pos x="connsiteX43799" y="connsiteY43799"/>
              </a:cxn>
              <a:cxn ang="0">
                <a:pos x="connsiteX43800" y="connsiteY43800"/>
              </a:cxn>
              <a:cxn ang="0">
                <a:pos x="connsiteX43801" y="connsiteY43801"/>
              </a:cxn>
              <a:cxn ang="0">
                <a:pos x="connsiteX43802" y="connsiteY43802"/>
              </a:cxn>
              <a:cxn ang="0">
                <a:pos x="connsiteX43803" y="connsiteY43803"/>
              </a:cxn>
              <a:cxn ang="0">
                <a:pos x="connsiteX43804" y="connsiteY43804"/>
              </a:cxn>
              <a:cxn ang="0">
                <a:pos x="connsiteX43805" y="connsiteY43805"/>
              </a:cxn>
              <a:cxn ang="0">
                <a:pos x="connsiteX43806" y="connsiteY43806"/>
              </a:cxn>
              <a:cxn ang="0">
                <a:pos x="connsiteX43807" y="connsiteY43807"/>
              </a:cxn>
              <a:cxn ang="0">
                <a:pos x="connsiteX43808" y="connsiteY43808"/>
              </a:cxn>
              <a:cxn ang="0">
                <a:pos x="connsiteX43809" y="connsiteY43809"/>
              </a:cxn>
              <a:cxn ang="0">
                <a:pos x="connsiteX43810" y="connsiteY43810"/>
              </a:cxn>
              <a:cxn ang="0">
                <a:pos x="connsiteX43811" y="connsiteY43811"/>
              </a:cxn>
              <a:cxn ang="0">
                <a:pos x="connsiteX43812" y="connsiteY43812"/>
              </a:cxn>
              <a:cxn ang="0">
                <a:pos x="connsiteX43813" y="connsiteY43813"/>
              </a:cxn>
              <a:cxn ang="0">
                <a:pos x="connsiteX43814" y="connsiteY43814"/>
              </a:cxn>
              <a:cxn ang="0">
                <a:pos x="connsiteX43815" y="connsiteY43815"/>
              </a:cxn>
              <a:cxn ang="0">
                <a:pos x="connsiteX43816" y="connsiteY43816"/>
              </a:cxn>
              <a:cxn ang="0">
                <a:pos x="connsiteX43817" y="connsiteY43817"/>
              </a:cxn>
              <a:cxn ang="0">
                <a:pos x="connsiteX43818" y="connsiteY43818"/>
              </a:cxn>
              <a:cxn ang="0">
                <a:pos x="connsiteX43819" y="connsiteY43819"/>
              </a:cxn>
              <a:cxn ang="0">
                <a:pos x="connsiteX43820" y="connsiteY43820"/>
              </a:cxn>
              <a:cxn ang="0">
                <a:pos x="connsiteX43821" y="connsiteY43821"/>
              </a:cxn>
              <a:cxn ang="0">
                <a:pos x="connsiteX43822" y="connsiteY43822"/>
              </a:cxn>
              <a:cxn ang="0">
                <a:pos x="connsiteX43823" y="connsiteY43823"/>
              </a:cxn>
              <a:cxn ang="0">
                <a:pos x="connsiteX43824" y="connsiteY43824"/>
              </a:cxn>
              <a:cxn ang="0">
                <a:pos x="connsiteX43825" y="connsiteY43825"/>
              </a:cxn>
              <a:cxn ang="0">
                <a:pos x="connsiteX43826" y="connsiteY43826"/>
              </a:cxn>
              <a:cxn ang="0">
                <a:pos x="connsiteX43827" y="connsiteY43827"/>
              </a:cxn>
              <a:cxn ang="0">
                <a:pos x="connsiteX43828" y="connsiteY43828"/>
              </a:cxn>
              <a:cxn ang="0">
                <a:pos x="connsiteX43829" y="connsiteY43829"/>
              </a:cxn>
              <a:cxn ang="0">
                <a:pos x="connsiteX43830" y="connsiteY43830"/>
              </a:cxn>
              <a:cxn ang="0">
                <a:pos x="connsiteX43831" y="connsiteY43831"/>
              </a:cxn>
              <a:cxn ang="0">
                <a:pos x="connsiteX43832" y="connsiteY43832"/>
              </a:cxn>
              <a:cxn ang="0">
                <a:pos x="connsiteX43833" y="connsiteY43833"/>
              </a:cxn>
              <a:cxn ang="0">
                <a:pos x="connsiteX43834" y="connsiteY43834"/>
              </a:cxn>
              <a:cxn ang="0">
                <a:pos x="connsiteX43835" y="connsiteY43835"/>
              </a:cxn>
              <a:cxn ang="0">
                <a:pos x="connsiteX43836" y="connsiteY43836"/>
              </a:cxn>
              <a:cxn ang="0">
                <a:pos x="connsiteX43837" y="connsiteY43837"/>
              </a:cxn>
              <a:cxn ang="0">
                <a:pos x="connsiteX43838" y="connsiteY43838"/>
              </a:cxn>
              <a:cxn ang="0">
                <a:pos x="connsiteX43839" y="connsiteY43839"/>
              </a:cxn>
              <a:cxn ang="0">
                <a:pos x="connsiteX43840" y="connsiteY43840"/>
              </a:cxn>
              <a:cxn ang="0">
                <a:pos x="connsiteX43841" y="connsiteY43841"/>
              </a:cxn>
              <a:cxn ang="0">
                <a:pos x="connsiteX43842" y="connsiteY43842"/>
              </a:cxn>
              <a:cxn ang="0">
                <a:pos x="connsiteX43843" y="connsiteY43843"/>
              </a:cxn>
              <a:cxn ang="0">
                <a:pos x="connsiteX43844" y="connsiteY43844"/>
              </a:cxn>
              <a:cxn ang="0">
                <a:pos x="connsiteX43845" y="connsiteY43845"/>
              </a:cxn>
              <a:cxn ang="0">
                <a:pos x="connsiteX43846" y="connsiteY43846"/>
              </a:cxn>
              <a:cxn ang="0">
                <a:pos x="connsiteX43847" y="connsiteY43847"/>
              </a:cxn>
              <a:cxn ang="0">
                <a:pos x="connsiteX43848" y="connsiteY43848"/>
              </a:cxn>
              <a:cxn ang="0">
                <a:pos x="connsiteX43849" y="connsiteY43849"/>
              </a:cxn>
              <a:cxn ang="0">
                <a:pos x="connsiteX43850" y="connsiteY43850"/>
              </a:cxn>
              <a:cxn ang="0">
                <a:pos x="connsiteX43851" y="connsiteY43851"/>
              </a:cxn>
              <a:cxn ang="0">
                <a:pos x="connsiteX43852" y="connsiteY43852"/>
              </a:cxn>
              <a:cxn ang="0">
                <a:pos x="connsiteX43853" y="connsiteY43853"/>
              </a:cxn>
              <a:cxn ang="0">
                <a:pos x="connsiteX43854" y="connsiteY43854"/>
              </a:cxn>
              <a:cxn ang="0">
                <a:pos x="connsiteX43855" y="connsiteY43855"/>
              </a:cxn>
              <a:cxn ang="0">
                <a:pos x="connsiteX43856" y="connsiteY43856"/>
              </a:cxn>
              <a:cxn ang="0">
                <a:pos x="connsiteX43857" y="connsiteY43857"/>
              </a:cxn>
              <a:cxn ang="0">
                <a:pos x="connsiteX43858" y="connsiteY43858"/>
              </a:cxn>
              <a:cxn ang="0">
                <a:pos x="connsiteX43859" y="connsiteY43859"/>
              </a:cxn>
              <a:cxn ang="0">
                <a:pos x="connsiteX43860" y="connsiteY43860"/>
              </a:cxn>
              <a:cxn ang="0">
                <a:pos x="connsiteX43861" y="connsiteY43861"/>
              </a:cxn>
              <a:cxn ang="0">
                <a:pos x="connsiteX43862" y="connsiteY43862"/>
              </a:cxn>
              <a:cxn ang="0">
                <a:pos x="connsiteX43863" y="connsiteY43863"/>
              </a:cxn>
              <a:cxn ang="0">
                <a:pos x="connsiteX43864" y="connsiteY43864"/>
              </a:cxn>
              <a:cxn ang="0">
                <a:pos x="connsiteX43865" y="connsiteY43865"/>
              </a:cxn>
              <a:cxn ang="0">
                <a:pos x="connsiteX43866" y="connsiteY43866"/>
              </a:cxn>
              <a:cxn ang="0">
                <a:pos x="connsiteX43867" y="connsiteY43867"/>
              </a:cxn>
              <a:cxn ang="0">
                <a:pos x="connsiteX43868" y="connsiteY43868"/>
              </a:cxn>
              <a:cxn ang="0">
                <a:pos x="connsiteX43869" y="connsiteY43869"/>
              </a:cxn>
              <a:cxn ang="0">
                <a:pos x="connsiteX43870" y="connsiteY43870"/>
              </a:cxn>
              <a:cxn ang="0">
                <a:pos x="connsiteX43871" y="connsiteY43871"/>
              </a:cxn>
              <a:cxn ang="0">
                <a:pos x="connsiteX43872" y="connsiteY43872"/>
              </a:cxn>
              <a:cxn ang="0">
                <a:pos x="connsiteX43873" y="connsiteY43873"/>
              </a:cxn>
              <a:cxn ang="0">
                <a:pos x="connsiteX43874" y="connsiteY43874"/>
              </a:cxn>
              <a:cxn ang="0">
                <a:pos x="connsiteX43875" y="connsiteY43875"/>
              </a:cxn>
              <a:cxn ang="0">
                <a:pos x="connsiteX43876" y="connsiteY43876"/>
              </a:cxn>
              <a:cxn ang="0">
                <a:pos x="connsiteX43877" y="connsiteY43877"/>
              </a:cxn>
              <a:cxn ang="0">
                <a:pos x="connsiteX43878" y="connsiteY43878"/>
              </a:cxn>
              <a:cxn ang="0">
                <a:pos x="connsiteX43879" y="connsiteY43879"/>
              </a:cxn>
              <a:cxn ang="0">
                <a:pos x="connsiteX43880" y="connsiteY43880"/>
              </a:cxn>
              <a:cxn ang="0">
                <a:pos x="connsiteX43881" y="connsiteY43881"/>
              </a:cxn>
              <a:cxn ang="0">
                <a:pos x="connsiteX43882" y="connsiteY43882"/>
              </a:cxn>
              <a:cxn ang="0">
                <a:pos x="connsiteX43883" y="connsiteY43883"/>
              </a:cxn>
              <a:cxn ang="0">
                <a:pos x="connsiteX43884" y="connsiteY43884"/>
              </a:cxn>
              <a:cxn ang="0">
                <a:pos x="connsiteX43885" y="connsiteY43885"/>
              </a:cxn>
              <a:cxn ang="0">
                <a:pos x="connsiteX43886" y="connsiteY43886"/>
              </a:cxn>
              <a:cxn ang="0">
                <a:pos x="connsiteX43887" y="connsiteY43887"/>
              </a:cxn>
              <a:cxn ang="0">
                <a:pos x="connsiteX43888" y="connsiteY43888"/>
              </a:cxn>
              <a:cxn ang="0">
                <a:pos x="connsiteX43889" y="connsiteY43889"/>
              </a:cxn>
              <a:cxn ang="0">
                <a:pos x="connsiteX43890" y="connsiteY43890"/>
              </a:cxn>
              <a:cxn ang="0">
                <a:pos x="connsiteX43891" y="connsiteY43891"/>
              </a:cxn>
              <a:cxn ang="0">
                <a:pos x="connsiteX43892" y="connsiteY43892"/>
              </a:cxn>
              <a:cxn ang="0">
                <a:pos x="connsiteX43893" y="connsiteY43893"/>
              </a:cxn>
              <a:cxn ang="0">
                <a:pos x="connsiteX43894" y="connsiteY43894"/>
              </a:cxn>
              <a:cxn ang="0">
                <a:pos x="connsiteX43895" y="connsiteY43895"/>
              </a:cxn>
              <a:cxn ang="0">
                <a:pos x="connsiteX43896" y="connsiteY43896"/>
              </a:cxn>
              <a:cxn ang="0">
                <a:pos x="connsiteX43897" y="connsiteY43897"/>
              </a:cxn>
              <a:cxn ang="0">
                <a:pos x="connsiteX43898" y="connsiteY43898"/>
              </a:cxn>
              <a:cxn ang="0">
                <a:pos x="connsiteX43899" y="connsiteY43899"/>
              </a:cxn>
              <a:cxn ang="0">
                <a:pos x="connsiteX43900" y="connsiteY43900"/>
              </a:cxn>
              <a:cxn ang="0">
                <a:pos x="connsiteX43901" y="connsiteY43901"/>
              </a:cxn>
              <a:cxn ang="0">
                <a:pos x="connsiteX43902" y="connsiteY43902"/>
              </a:cxn>
              <a:cxn ang="0">
                <a:pos x="connsiteX43903" y="connsiteY43903"/>
              </a:cxn>
              <a:cxn ang="0">
                <a:pos x="connsiteX43904" y="connsiteY43904"/>
              </a:cxn>
              <a:cxn ang="0">
                <a:pos x="connsiteX43905" y="connsiteY43905"/>
              </a:cxn>
              <a:cxn ang="0">
                <a:pos x="connsiteX43906" y="connsiteY43906"/>
              </a:cxn>
              <a:cxn ang="0">
                <a:pos x="connsiteX43907" y="connsiteY43907"/>
              </a:cxn>
              <a:cxn ang="0">
                <a:pos x="connsiteX43908" y="connsiteY43908"/>
              </a:cxn>
              <a:cxn ang="0">
                <a:pos x="connsiteX43909" y="connsiteY43909"/>
              </a:cxn>
              <a:cxn ang="0">
                <a:pos x="connsiteX43910" y="connsiteY43910"/>
              </a:cxn>
              <a:cxn ang="0">
                <a:pos x="connsiteX43911" y="connsiteY43911"/>
              </a:cxn>
              <a:cxn ang="0">
                <a:pos x="connsiteX43912" y="connsiteY43912"/>
              </a:cxn>
              <a:cxn ang="0">
                <a:pos x="connsiteX43913" y="connsiteY43913"/>
              </a:cxn>
              <a:cxn ang="0">
                <a:pos x="connsiteX43914" y="connsiteY43914"/>
              </a:cxn>
              <a:cxn ang="0">
                <a:pos x="connsiteX43915" y="connsiteY43915"/>
              </a:cxn>
              <a:cxn ang="0">
                <a:pos x="connsiteX43916" y="connsiteY43916"/>
              </a:cxn>
              <a:cxn ang="0">
                <a:pos x="connsiteX43917" y="connsiteY43917"/>
              </a:cxn>
              <a:cxn ang="0">
                <a:pos x="connsiteX43918" y="connsiteY43918"/>
              </a:cxn>
              <a:cxn ang="0">
                <a:pos x="connsiteX43919" y="connsiteY43919"/>
              </a:cxn>
              <a:cxn ang="0">
                <a:pos x="connsiteX43920" y="connsiteY43920"/>
              </a:cxn>
              <a:cxn ang="0">
                <a:pos x="connsiteX43921" y="connsiteY43921"/>
              </a:cxn>
              <a:cxn ang="0">
                <a:pos x="connsiteX43922" y="connsiteY43922"/>
              </a:cxn>
              <a:cxn ang="0">
                <a:pos x="connsiteX43923" y="connsiteY43923"/>
              </a:cxn>
              <a:cxn ang="0">
                <a:pos x="connsiteX43924" y="connsiteY43924"/>
              </a:cxn>
              <a:cxn ang="0">
                <a:pos x="connsiteX43925" y="connsiteY43925"/>
              </a:cxn>
              <a:cxn ang="0">
                <a:pos x="connsiteX43926" y="connsiteY43926"/>
              </a:cxn>
              <a:cxn ang="0">
                <a:pos x="connsiteX43927" y="connsiteY43927"/>
              </a:cxn>
              <a:cxn ang="0">
                <a:pos x="connsiteX43928" y="connsiteY43928"/>
              </a:cxn>
              <a:cxn ang="0">
                <a:pos x="connsiteX43929" y="connsiteY43929"/>
              </a:cxn>
              <a:cxn ang="0">
                <a:pos x="connsiteX43930" y="connsiteY43930"/>
              </a:cxn>
              <a:cxn ang="0">
                <a:pos x="connsiteX43931" y="connsiteY43931"/>
              </a:cxn>
              <a:cxn ang="0">
                <a:pos x="connsiteX43932" y="connsiteY43932"/>
              </a:cxn>
              <a:cxn ang="0">
                <a:pos x="connsiteX43933" y="connsiteY43933"/>
              </a:cxn>
              <a:cxn ang="0">
                <a:pos x="connsiteX43934" y="connsiteY43934"/>
              </a:cxn>
              <a:cxn ang="0">
                <a:pos x="connsiteX43935" y="connsiteY43935"/>
              </a:cxn>
              <a:cxn ang="0">
                <a:pos x="connsiteX43936" y="connsiteY43936"/>
              </a:cxn>
              <a:cxn ang="0">
                <a:pos x="connsiteX43937" y="connsiteY43937"/>
              </a:cxn>
              <a:cxn ang="0">
                <a:pos x="connsiteX43938" y="connsiteY43938"/>
              </a:cxn>
              <a:cxn ang="0">
                <a:pos x="connsiteX43939" y="connsiteY43939"/>
              </a:cxn>
              <a:cxn ang="0">
                <a:pos x="connsiteX43940" y="connsiteY43940"/>
              </a:cxn>
              <a:cxn ang="0">
                <a:pos x="connsiteX43941" y="connsiteY43941"/>
              </a:cxn>
              <a:cxn ang="0">
                <a:pos x="connsiteX43942" y="connsiteY43942"/>
              </a:cxn>
              <a:cxn ang="0">
                <a:pos x="connsiteX43943" y="connsiteY43943"/>
              </a:cxn>
              <a:cxn ang="0">
                <a:pos x="connsiteX43944" y="connsiteY43944"/>
              </a:cxn>
              <a:cxn ang="0">
                <a:pos x="connsiteX43945" y="connsiteY43945"/>
              </a:cxn>
              <a:cxn ang="0">
                <a:pos x="connsiteX43946" y="connsiteY43946"/>
              </a:cxn>
              <a:cxn ang="0">
                <a:pos x="connsiteX43947" y="connsiteY43947"/>
              </a:cxn>
              <a:cxn ang="0">
                <a:pos x="connsiteX43948" y="connsiteY43948"/>
              </a:cxn>
              <a:cxn ang="0">
                <a:pos x="connsiteX43949" y="connsiteY43949"/>
              </a:cxn>
              <a:cxn ang="0">
                <a:pos x="connsiteX43950" y="connsiteY43950"/>
              </a:cxn>
              <a:cxn ang="0">
                <a:pos x="connsiteX43951" y="connsiteY43951"/>
              </a:cxn>
              <a:cxn ang="0">
                <a:pos x="connsiteX43952" y="connsiteY43952"/>
              </a:cxn>
              <a:cxn ang="0">
                <a:pos x="connsiteX43953" y="connsiteY43953"/>
              </a:cxn>
              <a:cxn ang="0">
                <a:pos x="connsiteX43954" y="connsiteY43954"/>
              </a:cxn>
              <a:cxn ang="0">
                <a:pos x="connsiteX43955" y="connsiteY43955"/>
              </a:cxn>
              <a:cxn ang="0">
                <a:pos x="connsiteX43956" y="connsiteY43956"/>
              </a:cxn>
              <a:cxn ang="0">
                <a:pos x="connsiteX43957" y="connsiteY43957"/>
              </a:cxn>
              <a:cxn ang="0">
                <a:pos x="connsiteX43958" y="connsiteY43958"/>
              </a:cxn>
              <a:cxn ang="0">
                <a:pos x="connsiteX43959" y="connsiteY43959"/>
              </a:cxn>
              <a:cxn ang="0">
                <a:pos x="connsiteX43960" y="connsiteY43960"/>
              </a:cxn>
              <a:cxn ang="0">
                <a:pos x="connsiteX43961" y="connsiteY43961"/>
              </a:cxn>
              <a:cxn ang="0">
                <a:pos x="connsiteX43962" y="connsiteY43962"/>
              </a:cxn>
              <a:cxn ang="0">
                <a:pos x="connsiteX43963" y="connsiteY43963"/>
              </a:cxn>
              <a:cxn ang="0">
                <a:pos x="connsiteX43964" y="connsiteY43964"/>
              </a:cxn>
              <a:cxn ang="0">
                <a:pos x="connsiteX43965" y="connsiteY43965"/>
              </a:cxn>
              <a:cxn ang="0">
                <a:pos x="connsiteX43966" y="connsiteY43966"/>
              </a:cxn>
              <a:cxn ang="0">
                <a:pos x="connsiteX43967" y="connsiteY43967"/>
              </a:cxn>
              <a:cxn ang="0">
                <a:pos x="connsiteX43968" y="connsiteY43968"/>
              </a:cxn>
              <a:cxn ang="0">
                <a:pos x="connsiteX43969" y="connsiteY43969"/>
              </a:cxn>
              <a:cxn ang="0">
                <a:pos x="connsiteX43970" y="connsiteY43970"/>
              </a:cxn>
              <a:cxn ang="0">
                <a:pos x="connsiteX43971" y="connsiteY43971"/>
              </a:cxn>
              <a:cxn ang="0">
                <a:pos x="connsiteX43972" y="connsiteY43972"/>
              </a:cxn>
              <a:cxn ang="0">
                <a:pos x="connsiteX43973" y="connsiteY43973"/>
              </a:cxn>
              <a:cxn ang="0">
                <a:pos x="connsiteX43974" y="connsiteY43974"/>
              </a:cxn>
              <a:cxn ang="0">
                <a:pos x="connsiteX43975" y="connsiteY43975"/>
              </a:cxn>
              <a:cxn ang="0">
                <a:pos x="connsiteX43976" y="connsiteY43976"/>
              </a:cxn>
              <a:cxn ang="0">
                <a:pos x="connsiteX43977" y="connsiteY43977"/>
              </a:cxn>
              <a:cxn ang="0">
                <a:pos x="connsiteX43978" y="connsiteY43978"/>
              </a:cxn>
              <a:cxn ang="0">
                <a:pos x="connsiteX43979" y="connsiteY43979"/>
              </a:cxn>
              <a:cxn ang="0">
                <a:pos x="connsiteX43980" y="connsiteY43980"/>
              </a:cxn>
              <a:cxn ang="0">
                <a:pos x="connsiteX43981" y="connsiteY43981"/>
              </a:cxn>
              <a:cxn ang="0">
                <a:pos x="connsiteX43982" y="connsiteY43982"/>
              </a:cxn>
              <a:cxn ang="0">
                <a:pos x="connsiteX43983" y="connsiteY43983"/>
              </a:cxn>
              <a:cxn ang="0">
                <a:pos x="connsiteX43984" y="connsiteY43984"/>
              </a:cxn>
              <a:cxn ang="0">
                <a:pos x="connsiteX43985" y="connsiteY43985"/>
              </a:cxn>
              <a:cxn ang="0">
                <a:pos x="connsiteX43986" y="connsiteY43986"/>
              </a:cxn>
              <a:cxn ang="0">
                <a:pos x="connsiteX43987" y="connsiteY43987"/>
              </a:cxn>
              <a:cxn ang="0">
                <a:pos x="connsiteX43988" y="connsiteY43988"/>
              </a:cxn>
              <a:cxn ang="0">
                <a:pos x="connsiteX43989" y="connsiteY43989"/>
              </a:cxn>
              <a:cxn ang="0">
                <a:pos x="connsiteX43990" y="connsiteY43990"/>
              </a:cxn>
              <a:cxn ang="0">
                <a:pos x="connsiteX43991" y="connsiteY43991"/>
              </a:cxn>
              <a:cxn ang="0">
                <a:pos x="connsiteX43992" y="connsiteY43992"/>
              </a:cxn>
              <a:cxn ang="0">
                <a:pos x="connsiteX43993" y="connsiteY43993"/>
              </a:cxn>
              <a:cxn ang="0">
                <a:pos x="connsiteX43994" y="connsiteY43994"/>
              </a:cxn>
              <a:cxn ang="0">
                <a:pos x="connsiteX43995" y="connsiteY43995"/>
              </a:cxn>
              <a:cxn ang="0">
                <a:pos x="connsiteX43996" y="connsiteY43996"/>
              </a:cxn>
              <a:cxn ang="0">
                <a:pos x="connsiteX43997" y="connsiteY43997"/>
              </a:cxn>
              <a:cxn ang="0">
                <a:pos x="connsiteX43998" y="connsiteY43998"/>
              </a:cxn>
              <a:cxn ang="0">
                <a:pos x="connsiteX43999" y="connsiteY43999"/>
              </a:cxn>
              <a:cxn ang="0">
                <a:pos x="connsiteX44000" y="connsiteY44000"/>
              </a:cxn>
              <a:cxn ang="0">
                <a:pos x="connsiteX44001" y="connsiteY44001"/>
              </a:cxn>
              <a:cxn ang="0">
                <a:pos x="connsiteX44002" y="connsiteY44002"/>
              </a:cxn>
              <a:cxn ang="0">
                <a:pos x="connsiteX44003" y="connsiteY44003"/>
              </a:cxn>
              <a:cxn ang="0">
                <a:pos x="connsiteX44004" y="connsiteY44004"/>
              </a:cxn>
              <a:cxn ang="0">
                <a:pos x="connsiteX44005" y="connsiteY44005"/>
              </a:cxn>
              <a:cxn ang="0">
                <a:pos x="connsiteX44006" y="connsiteY44006"/>
              </a:cxn>
              <a:cxn ang="0">
                <a:pos x="connsiteX44007" y="connsiteY44007"/>
              </a:cxn>
              <a:cxn ang="0">
                <a:pos x="connsiteX44008" y="connsiteY44008"/>
              </a:cxn>
              <a:cxn ang="0">
                <a:pos x="connsiteX44009" y="connsiteY44009"/>
              </a:cxn>
              <a:cxn ang="0">
                <a:pos x="connsiteX44010" y="connsiteY44010"/>
              </a:cxn>
              <a:cxn ang="0">
                <a:pos x="connsiteX44011" y="connsiteY44011"/>
              </a:cxn>
              <a:cxn ang="0">
                <a:pos x="connsiteX44012" y="connsiteY44012"/>
              </a:cxn>
              <a:cxn ang="0">
                <a:pos x="connsiteX44013" y="connsiteY44013"/>
              </a:cxn>
              <a:cxn ang="0">
                <a:pos x="connsiteX44014" y="connsiteY44014"/>
              </a:cxn>
              <a:cxn ang="0">
                <a:pos x="connsiteX44015" y="connsiteY44015"/>
              </a:cxn>
              <a:cxn ang="0">
                <a:pos x="connsiteX44016" y="connsiteY44016"/>
              </a:cxn>
              <a:cxn ang="0">
                <a:pos x="connsiteX44017" y="connsiteY44017"/>
              </a:cxn>
              <a:cxn ang="0">
                <a:pos x="connsiteX44018" y="connsiteY44018"/>
              </a:cxn>
              <a:cxn ang="0">
                <a:pos x="connsiteX44019" y="connsiteY44019"/>
              </a:cxn>
              <a:cxn ang="0">
                <a:pos x="connsiteX44020" y="connsiteY44020"/>
              </a:cxn>
              <a:cxn ang="0">
                <a:pos x="connsiteX44021" y="connsiteY44021"/>
              </a:cxn>
              <a:cxn ang="0">
                <a:pos x="connsiteX44022" y="connsiteY44022"/>
              </a:cxn>
              <a:cxn ang="0">
                <a:pos x="connsiteX44023" y="connsiteY44023"/>
              </a:cxn>
              <a:cxn ang="0">
                <a:pos x="connsiteX44024" y="connsiteY44024"/>
              </a:cxn>
              <a:cxn ang="0">
                <a:pos x="connsiteX44025" y="connsiteY44025"/>
              </a:cxn>
              <a:cxn ang="0">
                <a:pos x="connsiteX44026" y="connsiteY44026"/>
              </a:cxn>
              <a:cxn ang="0">
                <a:pos x="connsiteX44027" y="connsiteY44027"/>
              </a:cxn>
              <a:cxn ang="0">
                <a:pos x="connsiteX44028" y="connsiteY44028"/>
              </a:cxn>
              <a:cxn ang="0">
                <a:pos x="connsiteX44029" y="connsiteY44029"/>
              </a:cxn>
              <a:cxn ang="0">
                <a:pos x="connsiteX44030" y="connsiteY44030"/>
              </a:cxn>
              <a:cxn ang="0">
                <a:pos x="connsiteX44031" y="connsiteY44031"/>
              </a:cxn>
              <a:cxn ang="0">
                <a:pos x="connsiteX44032" y="connsiteY44032"/>
              </a:cxn>
              <a:cxn ang="0">
                <a:pos x="connsiteX44033" y="connsiteY44033"/>
              </a:cxn>
              <a:cxn ang="0">
                <a:pos x="connsiteX44034" y="connsiteY44034"/>
              </a:cxn>
              <a:cxn ang="0">
                <a:pos x="connsiteX44035" y="connsiteY44035"/>
              </a:cxn>
              <a:cxn ang="0">
                <a:pos x="connsiteX44036" y="connsiteY44036"/>
              </a:cxn>
              <a:cxn ang="0">
                <a:pos x="connsiteX44037" y="connsiteY44037"/>
              </a:cxn>
              <a:cxn ang="0">
                <a:pos x="connsiteX44038" y="connsiteY44038"/>
              </a:cxn>
              <a:cxn ang="0">
                <a:pos x="connsiteX44039" y="connsiteY44039"/>
              </a:cxn>
              <a:cxn ang="0">
                <a:pos x="connsiteX44040" y="connsiteY44040"/>
              </a:cxn>
              <a:cxn ang="0">
                <a:pos x="connsiteX44041" y="connsiteY44041"/>
              </a:cxn>
              <a:cxn ang="0">
                <a:pos x="connsiteX44042" y="connsiteY44042"/>
              </a:cxn>
              <a:cxn ang="0">
                <a:pos x="connsiteX44043" y="connsiteY44043"/>
              </a:cxn>
              <a:cxn ang="0">
                <a:pos x="connsiteX44044" y="connsiteY44044"/>
              </a:cxn>
              <a:cxn ang="0">
                <a:pos x="connsiteX44045" y="connsiteY44045"/>
              </a:cxn>
              <a:cxn ang="0">
                <a:pos x="connsiteX44046" y="connsiteY44046"/>
              </a:cxn>
              <a:cxn ang="0">
                <a:pos x="connsiteX44047" y="connsiteY44047"/>
              </a:cxn>
              <a:cxn ang="0">
                <a:pos x="connsiteX44048" y="connsiteY44048"/>
              </a:cxn>
              <a:cxn ang="0">
                <a:pos x="connsiteX44049" y="connsiteY44049"/>
              </a:cxn>
              <a:cxn ang="0">
                <a:pos x="connsiteX44050" y="connsiteY44050"/>
              </a:cxn>
              <a:cxn ang="0">
                <a:pos x="connsiteX44051" y="connsiteY44051"/>
              </a:cxn>
              <a:cxn ang="0">
                <a:pos x="connsiteX44052" y="connsiteY44052"/>
              </a:cxn>
              <a:cxn ang="0">
                <a:pos x="connsiteX44053" y="connsiteY44053"/>
              </a:cxn>
              <a:cxn ang="0">
                <a:pos x="connsiteX44054" y="connsiteY44054"/>
              </a:cxn>
              <a:cxn ang="0">
                <a:pos x="connsiteX44055" y="connsiteY44055"/>
              </a:cxn>
              <a:cxn ang="0">
                <a:pos x="connsiteX44056" y="connsiteY44056"/>
              </a:cxn>
              <a:cxn ang="0">
                <a:pos x="connsiteX44057" y="connsiteY44057"/>
              </a:cxn>
              <a:cxn ang="0">
                <a:pos x="connsiteX44058" y="connsiteY44058"/>
              </a:cxn>
              <a:cxn ang="0">
                <a:pos x="connsiteX44059" y="connsiteY44059"/>
              </a:cxn>
              <a:cxn ang="0">
                <a:pos x="connsiteX44060" y="connsiteY44060"/>
              </a:cxn>
              <a:cxn ang="0">
                <a:pos x="connsiteX44061" y="connsiteY44061"/>
              </a:cxn>
              <a:cxn ang="0">
                <a:pos x="connsiteX44062" y="connsiteY44062"/>
              </a:cxn>
              <a:cxn ang="0">
                <a:pos x="connsiteX44063" y="connsiteY44063"/>
              </a:cxn>
              <a:cxn ang="0">
                <a:pos x="connsiteX44064" y="connsiteY44064"/>
              </a:cxn>
              <a:cxn ang="0">
                <a:pos x="connsiteX44065" y="connsiteY44065"/>
              </a:cxn>
              <a:cxn ang="0">
                <a:pos x="connsiteX44066" y="connsiteY44066"/>
              </a:cxn>
              <a:cxn ang="0">
                <a:pos x="connsiteX44067" y="connsiteY44067"/>
              </a:cxn>
              <a:cxn ang="0">
                <a:pos x="connsiteX44068" y="connsiteY44068"/>
              </a:cxn>
              <a:cxn ang="0">
                <a:pos x="connsiteX44069" y="connsiteY44069"/>
              </a:cxn>
              <a:cxn ang="0">
                <a:pos x="connsiteX44070" y="connsiteY44070"/>
              </a:cxn>
              <a:cxn ang="0">
                <a:pos x="connsiteX44071" y="connsiteY44071"/>
              </a:cxn>
              <a:cxn ang="0">
                <a:pos x="connsiteX44072" y="connsiteY44072"/>
              </a:cxn>
              <a:cxn ang="0">
                <a:pos x="connsiteX44073" y="connsiteY44073"/>
              </a:cxn>
              <a:cxn ang="0">
                <a:pos x="connsiteX44074" y="connsiteY44074"/>
              </a:cxn>
              <a:cxn ang="0">
                <a:pos x="connsiteX44075" y="connsiteY44075"/>
              </a:cxn>
              <a:cxn ang="0">
                <a:pos x="connsiteX44076" y="connsiteY44076"/>
              </a:cxn>
              <a:cxn ang="0">
                <a:pos x="connsiteX44077" y="connsiteY44077"/>
              </a:cxn>
              <a:cxn ang="0">
                <a:pos x="connsiteX44078" y="connsiteY44078"/>
              </a:cxn>
              <a:cxn ang="0">
                <a:pos x="connsiteX44079" y="connsiteY44079"/>
              </a:cxn>
              <a:cxn ang="0">
                <a:pos x="connsiteX44080" y="connsiteY44080"/>
              </a:cxn>
              <a:cxn ang="0">
                <a:pos x="connsiteX44081" y="connsiteY44081"/>
              </a:cxn>
              <a:cxn ang="0">
                <a:pos x="connsiteX44082" y="connsiteY44082"/>
              </a:cxn>
              <a:cxn ang="0">
                <a:pos x="connsiteX44083" y="connsiteY44083"/>
              </a:cxn>
              <a:cxn ang="0">
                <a:pos x="connsiteX44084" y="connsiteY44084"/>
              </a:cxn>
              <a:cxn ang="0">
                <a:pos x="connsiteX44085" y="connsiteY44085"/>
              </a:cxn>
              <a:cxn ang="0">
                <a:pos x="connsiteX44086" y="connsiteY44086"/>
              </a:cxn>
              <a:cxn ang="0">
                <a:pos x="connsiteX44087" y="connsiteY44087"/>
              </a:cxn>
              <a:cxn ang="0">
                <a:pos x="connsiteX44088" y="connsiteY44088"/>
              </a:cxn>
              <a:cxn ang="0">
                <a:pos x="connsiteX44089" y="connsiteY44089"/>
              </a:cxn>
              <a:cxn ang="0">
                <a:pos x="connsiteX44090" y="connsiteY44090"/>
              </a:cxn>
              <a:cxn ang="0">
                <a:pos x="connsiteX44091" y="connsiteY44091"/>
              </a:cxn>
              <a:cxn ang="0">
                <a:pos x="connsiteX44092" y="connsiteY44092"/>
              </a:cxn>
              <a:cxn ang="0">
                <a:pos x="connsiteX44093" y="connsiteY44093"/>
              </a:cxn>
              <a:cxn ang="0">
                <a:pos x="connsiteX44094" y="connsiteY44094"/>
              </a:cxn>
              <a:cxn ang="0">
                <a:pos x="connsiteX44095" y="connsiteY44095"/>
              </a:cxn>
              <a:cxn ang="0">
                <a:pos x="connsiteX44096" y="connsiteY44096"/>
              </a:cxn>
              <a:cxn ang="0">
                <a:pos x="connsiteX44097" y="connsiteY44097"/>
              </a:cxn>
              <a:cxn ang="0">
                <a:pos x="connsiteX44098" y="connsiteY44098"/>
              </a:cxn>
              <a:cxn ang="0">
                <a:pos x="connsiteX44099" y="connsiteY44099"/>
              </a:cxn>
              <a:cxn ang="0">
                <a:pos x="connsiteX44100" y="connsiteY44100"/>
              </a:cxn>
              <a:cxn ang="0">
                <a:pos x="connsiteX44101" y="connsiteY44101"/>
              </a:cxn>
              <a:cxn ang="0">
                <a:pos x="connsiteX44102" y="connsiteY44102"/>
              </a:cxn>
              <a:cxn ang="0">
                <a:pos x="connsiteX44103" y="connsiteY44103"/>
              </a:cxn>
              <a:cxn ang="0">
                <a:pos x="connsiteX44104" y="connsiteY44104"/>
              </a:cxn>
              <a:cxn ang="0">
                <a:pos x="connsiteX44105" y="connsiteY44105"/>
              </a:cxn>
              <a:cxn ang="0">
                <a:pos x="connsiteX44106" y="connsiteY44106"/>
              </a:cxn>
              <a:cxn ang="0">
                <a:pos x="connsiteX44107" y="connsiteY44107"/>
              </a:cxn>
              <a:cxn ang="0">
                <a:pos x="connsiteX44108" y="connsiteY44108"/>
              </a:cxn>
              <a:cxn ang="0">
                <a:pos x="connsiteX44109" y="connsiteY44109"/>
              </a:cxn>
              <a:cxn ang="0">
                <a:pos x="connsiteX44110" y="connsiteY44110"/>
              </a:cxn>
              <a:cxn ang="0">
                <a:pos x="connsiteX44111" y="connsiteY44111"/>
              </a:cxn>
              <a:cxn ang="0">
                <a:pos x="connsiteX44112" y="connsiteY44112"/>
              </a:cxn>
              <a:cxn ang="0">
                <a:pos x="connsiteX44113" y="connsiteY44113"/>
              </a:cxn>
              <a:cxn ang="0">
                <a:pos x="connsiteX44114" y="connsiteY44114"/>
              </a:cxn>
              <a:cxn ang="0">
                <a:pos x="connsiteX44115" y="connsiteY44115"/>
              </a:cxn>
              <a:cxn ang="0">
                <a:pos x="connsiteX44116" y="connsiteY44116"/>
              </a:cxn>
              <a:cxn ang="0">
                <a:pos x="connsiteX44117" y="connsiteY44117"/>
              </a:cxn>
              <a:cxn ang="0">
                <a:pos x="connsiteX44118" y="connsiteY44118"/>
              </a:cxn>
              <a:cxn ang="0">
                <a:pos x="connsiteX44119" y="connsiteY44119"/>
              </a:cxn>
              <a:cxn ang="0">
                <a:pos x="connsiteX44120" y="connsiteY44120"/>
              </a:cxn>
              <a:cxn ang="0">
                <a:pos x="connsiteX44121" y="connsiteY44121"/>
              </a:cxn>
              <a:cxn ang="0">
                <a:pos x="connsiteX44122" y="connsiteY44122"/>
              </a:cxn>
              <a:cxn ang="0">
                <a:pos x="connsiteX44123" y="connsiteY44123"/>
              </a:cxn>
              <a:cxn ang="0">
                <a:pos x="connsiteX44124" y="connsiteY44124"/>
              </a:cxn>
              <a:cxn ang="0">
                <a:pos x="connsiteX44125" y="connsiteY44125"/>
              </a:cxn>
              <a:cxn ang="0">
                <a:pos x="connsiteX44126" y="connsiteY44126"/>
              </a:cxn>
              <a:cxn ang="0">
                <a:pos x="connsiteX44127" y="connsiteY44127"/>
              </a:cxn>
              <a:cxn ang="0">
                <a:pos x="connsiteX44128" y="connsiteY44128"/>
              </a:cxn>
              <a:cxn ang="0">
                <a:pos x="connsiteX44129" y="connsiteY44129"/>
              </a:cxn>
              <a:cxn ang="0">
                <a:pos x="connsiteX44130" y="connsiteY44130"/>
              </a:cxn>
              <a:cxn ang="0">
                <a:pos x="connsiteX44131" y="connsiteY44131"/>
              </a:cxn>
              <a:cxn ang="0">
                <a:pos x="connsiteX44132" y="connsiteY44132"/>
              </a:cxn>
              <a:cxn ang="0">
                <a:pos x="connsiteX44133" y="connsiteY44133"/>
              </a:cxn>
              <a:cxn ang="0">
                <a:pos x="connsiteX44134" y="connsiteY44134"/>
              </a:cxn>
              <a:cxn ang="0">
                <a:pos x="connsiteX44135" y="connsiteY44135"/>
              </a:cxn>
              <a:cxn ang="0">
                <a:pos x="connsiteX44136" y="connsiteY44136"/>
              </a:cxn>
              <a:cxn ang="0">
                <a:pos x="connsiteX44137" y="connsiteY44137"/>
              </a:cxn>
              <a:cxn ang="0">
                <a:pos x="connsiteX44138" y="connsiteY44138"/>
              </a:cxn>
              <a:cxn ang="0">
                <a:pos x="connsiteX44139" y="connsiteY44139"/>
              </a:cxn>
              <a:cxn ang="0">
                <a:pos x="connsiteX44140" y="connsiteY44140"/>
              </a:cxn>
              <a:cxn ang="0">
                <a:pos x="connsiteX44141" y="connsiteY44141"/>
              </a:cxn>
              <a:cxn ang="0">
                <a:pos x="connsiteX44142" y="connsiteY44142"/>
              </a:cxn>
              <a:cxn ang="0">
                <a:pos x="connsiteX44143" y="connsiteY44143"/>
              </a:cxn>
              <a:cxn ang="0">
                <a:pos x="connsiteX44144" y="connsiteY44144"/>
              </a:cxn>
              <a:cxn ang="0">
                <a:pos x="connsiteX44145" y="connsiteY44145"/>
              </a:cxn>
              <a:cxn ang="0">
                <a:pos x="connsiteX44146" y="connsiteY44146"/>
              </a:cxn>
              <a:cxn ang="0">
                <a:pos x="connsiteX44147" y="connsiteY44147"/>
              </a:cxn>
              <a:cxn ang="0">
                <a:pos x="connsiteX44148" y="connsiteY44148"/>
              </a:cxn>
              <a:cxn ang="0">
                <a:pos x="connsiteX44149" y="connsiteY44149"/>
              </a:cxn>
              <a:cxn ang="0">
                <a:pos x="connsiteX44150" y="connsiteY44150"/>
              </a:cxn>
              <a:cxn ang="0">
                <a:pos x="connsiteX44151" y="connsiteY44151"/>
              </a:cxn>
              <a:cxn ang="0">
                <a:pos x="connsiteX44152" y="connsiteY44152"/>
              </a:cxn>
              <a:cxn ang="0">
                <a:pos x="connsiteX44153" y="connsiteY44153"/>
              </a:cxn>
              <a:cxn ang="0">
                <a:pos x="connsiteX44154" y="connsiteY44154"/>
              </a:cxn>
              <a:cxn ang="0">
                <a:pos x="connsiteX44155" y="connsiteY44155"/>
              </a:cxn>
              <a:cxn ang="0">
                <a:pos x="connsiteX44156" y="connsiteY44156"/>
              </a:cxn>
              <a:cxn ang="0">
                <a:pos x="connsiteX44157" y="connsiteY44157"/>
              </a:cxn>
              <a:cxn ang="0">
                <a:pos x="connsiteX44158" y="connsiteY44158"/>
              </a:cxn>
              <a:cxn ang="0">
                <a:pos x="connsiteX44159" y="connsiteY44159"/>
              </a:cxn>
              <a:cxn ang="0">
                <a:pos x="connsiteX44160" y="connsiteY44160"/>
              </a:cxn>
              <a:cxn ang="0">
                <a:pos x="connsiteX44161" y="connsiteY44161"/>
              </a:cxn>
              <a:cxn ang="0">
                <a:pos x="connsiteX44162" y="connsiteY44162"/>
              </a:cxn>
              <a:cxn ang="0">
                <a:pos x="connsiteX44163" y="connsiteY44163"/>
              </a:cxn>
              <a:cxn ang="0">
                <a:pos x="connsiteX44164" y="connsiteY44164"/>
              </a:cxn>
              <a:cxn ang="0">
                <a:pos x="connsiteX44165" y="connsiteY44165"/>
              </a:cxn>
              <a:cxn ang="0">
                <a:pos x="connsiteX44166" y="connsiteY44166"/>
              </a:cxn>
              <a:cxn ang="0">
                <a:pos x="connsiteX44167" y="connsiteY44167"/>
              </a:cxn>
              <a:cxn ang="0">
                <a:pos x="connsiteX44168" y="connsiteY44168"/>
              </a:cxn>
              <a:cxn ang="0">
                <a:pos x="connsiteX44169" y="connsiteY44169"/>
              </a:cxn>
              <a:cxn ang="0">
                <a:pos x="connsiteX44170" y="connsiteY44170"/>
              </a:cxn>
              <a:cxn ang="0">
                <a:pos x="connsiteX44171" y="connsiteY44171"/>
              </a:cxn>
              <a:cxn ang="0">
                <a:pos x="connsiteX44172" y="connsiteY44172"/>
              </a:cxn>
              <a:cxn ang="0">
                <a:pos x="connsiteX44173" y="connsiteY44173"/>
              </a:cxn>
              <a:cxn ang="0">
                <a:pos x="connsiteX44174" y="connsiteY44174"/>
              </a:cxn>
              <a:cxn ang="0">
                <a:pos x="connsiteX44175" y="connsiteY44175"/>
              </a:cxn>
              <a:cxn ang="0">
                <a:pos x="connsiteX44176" y="connsiteY44176"/>
              </a:cxn>
              <a:cxn ang="0">
                <a:pos x="connsiteX44177" y="connsiteY44177"/>
              </a:cxn>
              <a:cxn ang="0">
                <a:pos x="connsiteX44178" y="connsiteY44178"/>
              </a:cxn>
              <a:cxn ang="0">
                <a:pos x="connsiteX44179" y="connsiteY44179"/>
              </a:cxn>
              <a:cxn ang="0">
                <a:pos x="connsiteX44180" y="connsiteY44180"/>
              </a:cxn>
              <a:cxn ang="0">
                <a:pos x="connsiteX44181" y="connsiteY44181"/>
              </a:cxn>
              <a:cxn ang="0">
                <a:pos x="connsiteX44182" y="connsiteY44182"/>
              </a:cxn>
              <a:cxn ang="0">
                <a:pos x="connsiteX44183" y="connsiteY44183"/>
              </a:cxn>
              <a:cxn ang="0">
                <a:pos x="connsiteX44184" y="connsiteY44184"/>
              </a:cxn>
              <a:cxn ang="0">
                <a:pos x="connsiteX44185" y="connsiteY44185"/>
              </a:cxn>
              <a:cxn ang="0">
                <a:pos x="connsiteX44186" y="connsiteY44186"/>
              </a:cxn>
              <a:cxn ang="0">
                <a:pos x="connsiteX44187" y="connsiteY44187"/>
              </a:cxn>
              <a:cxn ang="0">
                <a:pos x="connsiteX44188" y="connsiteY44188"/>
              </a:cxn>
              <a:cxn ang="0">
                <a:pos x="connsiteX44189" y="connsiteY44189"/>
              </a:cxn>
              <a:cxn ang="0">
                <a:pos x="connsiteX44190" y="connsiteY44190"/>
              </a:cxn>
              <a:cxn ang="0">
                <a:pos x="connsiteX44191" y="connsiteY44191"/>
              </a:cxn>
              <a:cxn ang="0">
                <a:pos x="connsiteX44192" y="connsiteY44192"/>
              </a:cxn>
              <a:cxn ang="0">
                <a:pos x="connsiteX44193" y="connsiteY44193"/>
              </a:cxn>
              <a:cxn ang="0">
                <a:pos x="connsiteX44194" y="connsiteY44194"/>
              </a:cxn>
              <a:cxn ang="0">
                <a:pos x="connsiteX44195" y="connsiteY44195"/>
              </a:cxn>
              <a:cxn ang="0">
                <a:pos x="connsiteX44196" y="connsiteY44196"/>
              </a:cxn>
              <a:cxn ang="0">
                <a:pos x="connsiteX44197" y="connsiteY44197"/>
              </a:cxn>
              <a:cxn ang="0">
                <a:pos x="connsiteX44198" y="connsiteY44198"/>
              </a:cxn>
              <a:cxn ang="0">
                <a:pos x="connsiteX44199" y="connsiteY44199"/>
              </a:cxn>
              <a:cxn ang="0">
                <a:pos x="connsiteX44200" y="connsiteY44200"/>
              </a:cxn>
              <a:cxn ang="0">
                <a:pos x="connsiteX44201" y="connsiteY44201"/>
              </a:cxn>
              <a:cxn ang="0">
                <a:pos x="connsiteX44202" y="connsiteY44202"/>
              </a:cxn>
              <a:cxn ang="0">
                <a:pos x="connsiteX44203" y="connsiteY44203"/>
              </a:cxn>
              <a:cxn ang="0">
                <a:pos x="connsiteX44204" y="connsiteY44204"/>
              </a:cxn>
              <a:cxn ang="0">
                <a:pos x="connsiteX44205" y="connsiteY44205"/>
              </a:cxn>
              <a:cxn ang="0">
                <a:pos x="connsiteX44206" y="connsiteY44206"/>
              </a:cxn>
              <a:cxn ang="0">
                <a:pos x="connsiteX44207" y="connsiteY44207"/>
              </a:cxn>
              <a:cxn ang="0">
                <a:pos x="connsiteX44208" y="connsiteY44208"/>
              </a:cxn>
              <a:cxn ang="0">
                <a:pos x="connsiteX44209" y="connsiteY44209"/>
              </a:cxn>
              <a:cxn ang="0">
                <a:pos x="connsiteX44210" y="connsiteY44210"/>
              </a:cxn>
              <a:cxn ang="0">
                <a:pos x="connsiteX44211" y="connsiteY44211"/>
              </a:cxn>
              <a:cxn ang="0">
                <a:pos x="connsiteX44212" y="connsiteY44212"/>
              </a:cxn>
              <a:cxn ang="0">
                <a:pos x="connsiteX44213" y="connsiteY44213"/>
              </a:cxn>
              <a:cxn ang="0">
                <a:pos x="connsiteX44214" y="connsiteY44214"/>
              </a:cxn>
              <a:cxn ang="0">
                <a:pos x="connsiteX44215" y="connsiteY44215"/>
              </a:cxn>
              <a:cxn ang="0">
                <a:pos x="connsiteX44216" y="connsiteY44216"/>
              </a:cxn>
              <a:cxn ang="0">
                <a:pos x="connsiteX44217" y="connsiteY44217"/>
              </a:cxn>
              <a:cxn ang="0">
                <a:pos x="connsiteX44218" y="connsiteY44218"/>
              </a:cxn>
              <a:cxn ang="0">
                <a:pos x="connsiteX44219" y="connsiteY44219"/>
              </a:cxn>
              <a:cxn ang="0">
                <a:pos x="connsiteX44220" y="connsiteY44220"/>
              </a:cxn>
              <a:cxn ang="0">
                <a:pos x="connsiteX44221" y="connsiteY44221"/>
              </a:cxn>
              <a:cxn ang="0">
                <a:pos x="connsiteX44222" y="connsiteY44222"/>
              </a:cxn>
              <a:cxn ang="0">
                <a:pos x="connsiteX44223" y="connsiteY44223"/>
              </a:cxn>
              <a:cxn ang="0">
                <a:pos x="connsiteX44224" y="connsiteY44224"/>
              </a:cxn>
              <a:cxn ang="0">
                <a:pos x="connsiteX44225" y="connsiteY44225"/>
              </a:cxn>
              <a:cxn ang="0">
                <a:pos x="connsiteX44226" y="connsiteY44226"/>
              </a:cxn>
              <a:cxn ang="0">
                <a:pos x="connsiteX44227" y="connsiteY44227"/>
              </a:cxn>
              <a:cxn ang="0">
                <a:pos x="connsiteX44228" y="connsiteY44228"/>
              </a:cxn>
              <a:cxn ang="0">
                <a:pos x="connsiteX44229" y="connsiteY44229"/>
              </a:cxn>
              <a:cxn ang="0">
                <a:pos x="connsiteX44230" y="connsiteY44230"/>
              </a:cxn>
              <a:cxn ang="0">
                <a:pos x="connsiteX44231" y="connsiteY44231"/>
              </a:cxn>
              <a:cxn ang="0">
                <a:pos x="connsiteX44232" y="connsiteY44232"/>
              </a:cxn>
              <a:cxn ang="0">
                <a:pos x="connsiteX44233" y="connsiteY44233"/>
              </a:cxn>
              <a:cxn ang="0">
                <a:pos x="connsiteX44234" y="connsiteY44234"/>
              </a:cxn>
              <a:cxn ang="0">
                <a:pos x="connsiteX44235" y="connsiteY44235"/>
              </a:cxn>
              <a:cxn ang="0">
                <a:pos x="connsiteX44236" y="connsiteY44236"/>
              </a:cxn>
              <a:cxn ang="0">
                <a:pos x="connsiteX44237" y="connsiteY44237"/>
              </a:cxn>
              <a:cxn ang="0">
                <a:pos x="connsiteX44238" y="connsiteY44238"/>
              </a:cxn>
              <a:cxn ang="0">
                <a:pos x="connsiteX44239" y="connsiteY44239"/>
              </a:cxn>
              <a:cxn ang="0">
                <a:pos x="connsiteX44240" y="connsiteY44240"/>
              </a:cxn>
              <a:cxn ang="0">
                <a:pos x="connsiteX44241" y="connsiteY44241"/>
              </a:cxn>
              <a:cxn ang="0">
                <a:pos x="connsiteX44242" y="connsiteY44242"/>
              </a:cxn>
              <a:cxn ang="0">
                <a:pos x="connsiteX44243" y="connsiteY44243"/>
              </a:cxn>
              <a:cxn ang="0">
                <a:pos x="connsiteX44244" y="connsiteY44244"/>
              </a:cxn>
              <a:cxn ang="0">
                <a:pos x="connsiteX44245" y="connsiteY44245"/>
              </a:cxn>
              <a:cxn ang="0">
                <a:pos x="connsiteX44246" y="connsiteY44246"/>
              </a:cxn>
              <a:cxn ang="0">
                <a:pos x="connsiteX44247" y="connsiteY44247"/>
              </a:cxn>
              <a:cxn ang="0">
                <a:pos x="connsiteX44248" y="connsiteY44248"/>
              </a:cxn>
              <a:cxn ang="0">
                <a:pos x="connsiteX44249" y="connsiteY44249"/>
              </a:cxn>
              <a:cxn ang="0">
                <a:pos x="connsiteX44250" y="connsiteY44250"/>
              </a:cxn>
              <a:cxn ang="0">
                <a:pos x="connsiteX44251" y="connsiteY44251"/>
              </a:cxn>
              <a:cxn ang="0">
                <a:pos x="connsiteX44252" y="connsiteY44252"/>
              </a:cxn>
              <a:cxn ang="0">
                <a:pos x="connsiteX44253" y="connsiteY44253"/>
              </a:cxn>
              <a:cxn ang="0">
                <a:pos x="connsiteX44254" y="connsiteY44254"/>
              </a:cxn>
              <a:cxn ang="0">
                <a:pos x="connsiteX44255" y="connsiteY44255"/>
              </a:cxn>
              <a:cxn ang="0">
                <a:pos x="connsiteX44256" y="connsiteY44256"/>
              </a:cxn>
              <a:cxn ang="0">
                <a:pos x="connsiteX44257" y="connsiteY44257"/>
              </a:cxn>
              <a:cxn ang="0">
                <a:pos x="connsiteX44258" y="connsiteY44258"/>
              </a:cxn>
              <a:cxn ang="0">
                <a:pos x="connsiteX44259" y="connsiteY44259"/>
              </a:cxn>
              <a:cxn ang="0">
                <a:pos x="connsiteX44260" y="connsiteY44260"/>
              </a:cxn>
              <a:cxn ang="0">
                <a:pos x="connsiteX44261" y="connsiteY44261"/>
              </a:cxn>
              <a:cxn ang="0">
                <a:pos x="connsiteX44262" y="connsiteY44262"/>
              </a:cxn>
              <a:cxn ang="0">
                <a:pos x="connsiteX44263" y="connsiteY44263"/>
              </a:cxn>
              <a:cxn ang="0">
                <a:pos x="connsiteX44264" y="connsiteY44264"/>
              </a:cxn>
              <a:cxn ang="0">
                <a:pos x="connsiteX44265" y="connsiteY44265"/>
              </a:cxn>
              <a:cxn ang="0">
                <a:pos x="connsiteX44266" y="connsiteY44266"/>
              </a:cxn>
              <a:cxn ang="0">
                <a:pos x="connsiteX44267" y="connsiteY44267"/>
              </a:cxn>
              <a:cxn ang="0">
                <a:pos x="connsiteX44268" y="connsiteY44268"/>
              </a:cxn>
              <a:cxn ang="0">
                <a:pos x="connsiteX44269" y="connsiteY44269"/>
              </a:cxn>
              <a:cxn ang="0">
                <a:pos x="connsiteX44270" y="connsiteY44270"/>
              </a:cxn>
              <a:cxn ang="0">
                <a:pos x="connsiteX44271" y="connsiteY44271"/>
              </a:cxn>
              <a:cxn ang="0">
                <a:pos x="connsiteX44272" y="connsiteY44272"/>
              </a:cxn>
              <a:cxn ang="0">
                <a:pos x="connsiteX44273" y="connsiteY44273"/>
              </a:cxn>
              <a:cxn ang="0">
                <a:pos x="connsiteX44274" y="connsiteY44274"/>
              </a:cxn>
              <a:cxn ang="0">
                <a:pos x="connsiteX44275" y="connsiteY44275"/>
              </a:cxn>
              <a:cxn ang="0">
                <a:pos x="connsiteX44276" y="connsiteY44276"/>
              </a:cxn>
              <a:cxn ang="0">
                <a:pos x="connsiteX44277" y="connsiteY44277"/>
              </a:cxn>
              <a:cxn ang="0">
                <a:pos x="connsiteX44278" y="connsiteY44278"/>
              </a:cxn>
              <a:cxn ang="0">
                <a:pos x="connsiteX44279" y="connsiteY44279"/>
              </a:cxn>
              <a:cxn ang="0">
                <a:pos x="connsiteX44280" y="connsiteY44280"/>
              </a:cxn>
              <a:cxn ang="0">
                <a:pos x="connsiteX44281" y="connsiteY44281"/>
              </a:cxn>
              <a:cxn ang="0">
                <a:pos x="connsiteX44282" y="connsiteY44282"/>
              </a:cxn>
              <a:cxn ang="0">
                <a:pos x="connsiteX44283" y="connsiteY44283"/>
              </a:cxn>
              <a:cxn ang="0">
                <a:pos x="connsiteX44284" y="connsiteY44284"/>
              </a:cxn>
              <a:cxn ang="0">
                <a:pos x="connsiteX44285" y="connsiteY44285"/>
              </a:cxn>
              <a:cxn ang="0">
                <a:pos x="connsiteX44286" y="connsiteY44286"/>
              </a:cxn>
              <a:cxn ang="0">
                <a:pos x="connsiteX44287" y="connsiteY44287"/>
              </a:cxn>
              <a:cxn ang="0">
                <a:pos x="connsiteX44288" y="connsiteY44288"/>
              </a:cxn>
              <a:cxn ang="0">
                <a:pos x="connsiteX44289" y="connsiteY44289"/>
              </a:cxn>
              <a:cxn ang="0">
                <a:pos x="connsiteX44290" y="connsiteY44290"/>
              </a:cxn>
              <a:cxn ang="0">
                <a:pos x="connsiteX44291" y="connsiteY44291"/>
              </a:cxn>
              <a:cxn ang="0">
                <a:pos x="connsiteX44292" y="connsiteY44292"/>
              </a:cxn>
              <a:cxn ang="0">
                <a:pos x="connsiteX44293" y="connsiteY44293"/>
              </a:cxn>
              <a:cxn ang="0">
                <a:pos x="connsiteX44294" y="connsiteY44294"/>
              </a:cxn>
              <a:cxn ang="0">
                <a:pos x="connsiteX44295" y="connsiteY44295"/>
              </a:cxn>
              <a:cxn ang="0">
                <a:pos x="connsiteX44296" y="connsiteY44296"/>
              </a:cxn>
              <a:cxn ang="0">
                <a:pos x="connsiteX44297" y="connsiteY44297"/>
              </a:cxn>
              <a:cxn ang="0">
                <a:pos x="connsiteX44298" y="connsiteY44298"/>
              </a:cxn>
              <a:cxn ang="0">
                <a:pos x="connsiteX44299" y="connsiteY44299"/>
              </a:cxn>
              <a:cxn ang="0">
                <a:pos x="connsiteX44300" y="connsiteY44300"/>
              </a:cxn>
              <a:cxn ang="0">
                <a:pos x="connsiteX44301" y="connsiteY44301"/>
              </a:cxn>
              <a:cxn ang="0">
                <a:pos x="connsiteX44302" y="connsiteY44302"/>
              </a:cxn>
              <a:cxn ang="0">
                <a:pos x="connsiteX44303" y="connsiteY44303"/>
              </a:cxn>
              <a:cxn ang="0">
                <a:pos x="connsiteX44304" y="connsiteY44304"/>
              </a:cxn>
              <a:cxn ang="0">
                <a:pos x="connsiteX44305" y="connsiteY44305"/>
              </a:cxn>
              <a:cxn ang="0">
                <a:pos x="connsiteX44306" y="connsiteY44306"/>
              </a:cxn>
              <a:cxn ang="0">
                <a:pos x="connsiteX44307" y="connsiteY44307"/>
              </a:cxn>
              <a:cxn ang="0">
                <a:pos x="connsiteX44308" y="connsiteY44308"/>
              </a:cxn>
              <a:cxn ang="0">
                <a:pos x="connsiteX44309" y="connsiteY44309"/>
              </a:cxn>
              <a:cxn ang="0">
                <a:pos x="connsiteX44310" y="connsiteY44310"/>
              </a:cxn>
              <a:cxn ang="0">
                <a:pos x="connsiteX44311" y="connsiteY44311"/>
              </a:cxn>
              <a:cxn ang="0">
                <a:pos x="connsiteX44312" y="connsiteY44312"/>
              </a:cxn>
              <a:cxn ang="0">
                <a:pos x="connsiteX44313" y="connsiteY44313"/>
              </a:cxn>
              <a:cxn ang="0">
                <a:pos x="connsiteX44314" y="connsiteY44314"/>
              </a:cxn>
              <a:cxn ang="0">
                <a:pos x="connsiteX44315" y="connsiteY44315"/>
              </a:cxn>
              <a:cxn ang="0">
                <a:pos x="connsiteX44316" y="connsiteY44316"/>
              </a:cxn>
              <a:cxn ang="0">
                <a:pos x="connsiteX44317" y="connsiteY44317"/>
              </a:cxn>
              <a:cxn ang="0">
                <a:pos x="connsiteX44318" y="connsiteY44318"/>
              </a:cxn>
              <a:cxn ang="0">
                <a:pos x="connsiteX44319" y="connsiteY44319"/>
              </a:cxn>
              <a:cxn ang="0">
                <a:pos x="connsiteX44320" y="connsiteY44320"/>
              </a:cxn>
              <a:cxn ang="0">
                <a:pos x="connsiteX44321" y="connsiteY44321"/>
              </a:cxn>
              <a:cxn ang="0">
                <a:pos x="connsiteX44322" y="connsiteY44322"/>
              </a:cxn>
              <a:cxn ang="0">
                <a:pos x="connsiteX44323" y="connsiteY44323"/>
              </a:cxn>
              <a:cxn ang="0">
                <a:pos x="connsiteX44324" y="connsiteY44324"/>
              </a:cxn>
              <a:cxn ang="0">
                <a:pos x="connsiteX44325" y="connsiteY44325"/>
              </a:cxn>
              <a:cxn ang="0">
                <a:pos x="connsiteX44326" y="connsiteY44326"/>
              </a:cxn>
              <a:cxn ang="0">
                <a:pos x="connsiteX44327" y="connsiteY44327"/>
              </a:cxn>
              <a:cxn ang="0">
                <a:pos x="connsiteX44328" y="connsiteY44328"/>
              </a:cxn>
              <a:cxn ang="0">
                <a:pos x="connsiteX44329" y="connsiteY44329"/>
              </a:cxn>
              <a:cxn ang="0">
                <a:pos x="connsiteX44330" y="connsiteY44330"/>
              </a:cxn>
              <a:cxn ang="0">
                <a:pos x="connsiteX44331" y="connsiteY44331"/>
              </a:cxn>
              <a:cxn ang="0">
                <a:pos x="connsiteX44332" y="connsiteY44332"/>
              </a:cxn>
              <a:cxn ang="0">
                <a:pos x="connsiteX44333" y="connsiteY44333"/>
              </a:cxn>
              <a:cxn ang="0">
                <a:pos x="connsiteX44334" y="connsiteY44334"/>
              </a:cxn>
              <a:cxn ang="0">
                <a:pos x="connsiteX44335" y="connsiteY44335"/>
              </a:cxn>
              <a:cxn ang="0">
                <a:pos x="connsiteX44336" y="connsiteY44336"/>
              </a:cxn>
              <a:cxn ang="0">
                <a:pos x="connsiteX44337" y="connsiteY44337"/>
              </a:cxn>
              <a:cxn ang="0">
                <a:pos x="connsiteX44338" y="connsiteY44338"/>
              </a:cxn>
              <a:cxn ang="0">
                <a:pos x="connsiteX44339" y="connsiteY44339"/>
              </a:cxn>
              <a:cxn ang="0">
                <a:pos x="connsiteX44340" y="connsiteY44340"/>
              </a:cxn>
              <a:cxn ang="0">
                <a:pos x="connsiteX44341" y="connsiteY44341"/>
              </a:cxn>
              <a:cxn ang="0">
                <a:pos x="connsiteX44342" y="connsiteY44342"/>
              </a:cxn>
              <a:cxn ang="0">
                <a:pos x="connsiteX44343" y="connsiteY44343"/>
              </a:cxn>
              <a:cxn ang="0">
                <a:pos x="connsiteX44344" y="connsiteY44344"/>
              </a:cxn>
              <a:cxn ang="0">
                <a:pos x="connsiteX44345" y="connsiteY44345"/>
              </a:cxn>
              <a:cxn ang="0">
                <a:pos x="connsiteX44346" y="connsiteY44346"/>
              </a:cxn>
              <a:cxn ang="0">
                <a:pos x="connsiteX44347" y="connsiteY44347"/>
              </a:cxn>
              <a:cxn ang="0">
                <a:pos x="connsiteX44348" y="connsiteY44348"/>
              </a:cxn>
              <a:cxn ang="0">
                <a:pos x="connsiteX44349" y="connsiteY44349"/>
              </a:cxn>
              <a:cxn ang="0">
                <a:pos x="connsiteX44350" y="connsiteY44350"/>
              </a:cxn>
              <a:cxn ang="0">
                <a:pos x="connsiteX44351" y="connsiteY44351"/>
              </a:cxn>
              <a:cxn ang="0">
                <a:pos x="connsiteX44352" y="connsiteY44352"/>
              </a:cxn>
              <a:cxn ang="0">
                <a:pos x="connsiteX44353" y="connsiteY44353"/>
              </a:cxn>
              <a:cxn ang="0">
                <a:pos x="connsiteX44354" y="connsiteY44354"/>
              </a:cxn>
              <a:cxn ang="0">
                <a:pos x="connsiteX44355" y="connsiteY44355"/>
              </a:cxn>
              <a:cxn ang="0">
                <a:pos x="connsiteX44356" y="connsiteY44356"/>
              </a:cxn>
              <a:cxn ang="0">
                <a:pos x="connsiteX44357" y="connsiteY44357"/>
              </a:cxn>
              <a:cxn ang="0">
                <a:pos x="connsiteX44358" y="connsiteY44358"/>
              </a:cxn>
              <a:cxn ang="0">
                <a:pos x="connsiteX44359" y="connsiteY44359"/>
              </a:cxn>
              <a:cxn ang="0">
                <a:pos x="connsiteX44360" y="connsiteY44360"/>
              </a:cxn>
              <a:cxn ang="0">
                <a:pos x="connsiteX44361" y="connsiteY44361"/>
              </a:cxn>
              <a:cxn ang="0">
                <a:pos x="connsiteX44362" y="connsiteY44362"/>
              </a:cxn>
              <a:cxn ang="0">
                <a:pos x="connsiteX44363" y="connsiteY44363"/>
              </a:cxn>
              <a:cxn ang="0">
                <a:pos x="connsiteX44364" y="connsiteY44364"/>
              </a:cxn>
              <a:cxn ang="0">
                <a:pos x="connsiteX44365" y="connsiteY44365"/>
              </a:cxn>
              <a:cxn ang="0">
                <a:pos x="connsiteX44366" y="connsiteY44366"/>
              </a:cxn>
              <a:cxn ang="0">
                <a:pos x="connsiteX44367" y="connsiteY44367"/>
              </a:cxn>
              <a:cxn ang="0">
                <a:pos x="connsiteX44368" y="connsiteY44368"/>
              </a:cxn>
              <a:cxn ang="0">
                <a:pos x="connsiteX44369" y="connsiteY44369"/>
              </a:cxn>
              <a:cxn ang="0">
                <a:pos x="connsiteX44370" y="connsiteY44370"/>
              </a:cxn>
              <a:cxn ang="0">
                <a:pos x="connsiteX44371" y="connsiteY44371"/>
              </a:cxn>
              <a:cxn ang="0">
                <a:pos x="connsiteX44372" y="connsiteY44372"/>
              </a:cxn>
              <a:cxn ang="0">
                <a:pos x="connsiteX44373" y="connsiteY44373"/>
              </a:cxn>
              <a:cxn ang="0">
                <a:pos x="connsiteX44374" y="connsiteY44374"/>
              </a:cxn>
              <a:cxn ang="0">
                <a:pos x="connsiteX44375" y="connsiteY44375"/>
              </a:cxn>
              <a:cxn ang="0">
                <a:pos x="connsiteX44376" y="connsiteY44376"/>
              </a:cxn>
              <a:cxn ang="0">
                <a:pos x="connsiteX44377" y="connsiteY44377"/>
              </a:cxn>
              <a:cxn ang="0">
                <a:pos x="connsiteX44378" y="connsiteY44378"/>
              </a:cxn>
              <a:cxn ang="0">
                <a:pos x="connsiteX44379" y="connsiteY44379"/>
              </a:cxn>
              <a:cxn ang="0">
                <a:pos x="connsiteX44380" y="connsiteY44380"/>
              </a:cxn>
              <a:cxn ang="0">
                <a:pos x="connsiteX44381" y="connsiteY44381"/>
              </a:cxn>
              <a:cxn ang="0">
                <a:pos x="connsiteX44382" y="connsiteY44382"/>
              </a:cxn>
              <a:cxn ang="0">
                <a:pos x="connsiteX44383" y="connsiteY44383"/>
              </a:cxn>
              <a:cxn ang="0">
                <a:pos x="connsiteX44384" y="connsiteY44384"/>
              </a:cxn>
              <a:cxn ang="0">
                <a:pos x="connsiteX44385" y="connsiteY44385"/>
              </a:cxn>
              <a:cxn ang="0">
                <a:pos x="connsiteX44386" y="connsiteY44386"/>
              </a:cxn>
              <a:cxn ang="0">
                <a:pos x="connsiteX44387" y="connsiteY44387"/>
              </a:cxn>
              <a:cxn ang="0">
                <a:pos x="connsiteX44388" y="connsiteY44388"/>
              </a:cxn>
              <a:cxn ang="0">
                <a:pos x="connsiteX44389" y="connsiteY44389"/>
              </a:cxn>
              <a:cxn ang="0">
                <a:pos x="connsiteX44390" y="connsiteY44390"/>
              </a:cxn>
              <a:cxn ang="0">
                <a:pos x="connsiteX44391" y="connsiteY44391"/>
              </a:cxn>
              <a:cxn ang="0">
                <a:pos x="connsiteX44392" y="connsiteY44392"/>
              </a:cxn>
              <a:cxn ang="0">
                <a:pos x="connsiteX44393" y="connsiteY44393"/>
              </a:cxn>
              <a:cxn ang="0">
                <a:pos x="connsiteX44394" y="connsiteY44394"/>
              </a:cxn>
              <a:cxn ang="0">
                <a:pos x="connsiteX44395" y="connsiteY44395"/>
              </a:cxn>
              <a:cxn ang="0">
                <a:pos x="connsiteX44396" y="connsiteY44396"/>
              </a:cxn>
              <a:cxn ang="0">
                <a:pos x="connsiteX44397" y="connsiteY44397"/>
              </a:cxn>
              <a:cxn ang="0">
                <a:pos x="connsiteX44398" y="connsiteY44398"/>
              </a:cxn>
              <a:cxn ang="0">
                <a:pos x="connsiteX44399" y="connsiteY44399"/>
              </a:cxn>
              <a:cxn ang="0">
                <a:pos x="connsiteX44400" y="connsiteY44400"/>
              </a:cxn>
              <a:cxn ang="0">
                <a:pos x="connsiteX44401" y="connsiteY44401"/>
              </a:cxn>
              <a:cxn ang="0">
                <a:pos x="connsiteX44402" y="connsiteY44402"/>
              </a:cxn>
              <a:cxn ang="0">
                <a:pos x="connsiteX44403" y="connsiteY44403"/>
              </a:cxn>
              <a:cxn ang="0">
                <a:pos x="connsiteX44404" y="connsiteY44404"/>
              </a:cxn>
              <a:cxn ang="0">
                <a:pos x="connsiteX44405" y="connsiteY44405"/>
              </a:cxn>
              <a:cxn ang="0">
                <a:pos x="connsiteX44406" y="connsiteY44406"/>
              </a:cxn>
              <a:cxn ang="0">
                <a:pos x="connsiteX44407" y="connsiteY44407"/>
              </a:cxn>
              <a:cxn ang="0">
                <a:pos x="connsiteX44408" y="connsiteY44408"/>
              </a:cxn>
              <a:cxn ang="0">
                <a:pos x="connsiteX44409" y="connsiteY44409"/>
              </a:cxn>
              <a:cxn ang="0">
                <a:pos x="connsiteX44410" y="connsiteY44410"/>
              </a:cxn>
              <a:cxn ang="0">
                <a:pos x="connsiteX44411" y="connsiteY44411"/>
              </a:cxn>
              <a:cxn ang="0">
                <a:pos x="connsiteX44412" y="connsiteY44412"/>
              </a:cxn>
              <a:cxn ang="0">
                <a:pos x="connsiteX44413" y="connsiteY44413"/>
              </a:cxn>
              <a:cxn ang="0">
                <a:pos x="connsiteX44414" y="connsiteY44414"/>
              </a:cxn>
              <a:cxn ang="0">
                <a:pos x="connsiteX44415" y="connsiteY44415"/>
              </a:cxn>
              <a:cxn ang="0">
                <a:pos x="connsiteX44416" y="connsiteY44416"/>
              </a:cxn>
              <a:cxn ang="0">
                <a:pos x="connsiteX44417" y="connsiteY44417"/>
              </a:cxn>
              <a:cxn ang="0">
                <a:pos x="connsiteX44418" y="connsiteY44418"/>
              </a:cxn>
              <a:cxn ang="0">
                <a:pos x="connsiteX44419" y="connsiteY44419"/>
              </a:cxn>
              <a:cxn ang="0">
                <a:pos x="connsiteX44420" y="connsiteY44420"/>
              </a:cxn>
              <a:cxn ang="0">
                <a:pos x="connsiteX44421" y="connsiteY44421"/>
              </a:cxn>
              <a:cxn ang="0">
                <a:pos x="connsiteX44422" y="connsiteY44422"/>
              </a:cxn>
              <a:cxn ang="0">
                <a:pos x="connsiteX44423" y="connsiteY44423"/>
              </a:cxn>
              <a:cxn ang="0">
                <a:pos x="connsiteX44424" y="connsiteY44424"/>
              </a:cxn>
              <a:cxn ang="0">
                <a:pos x="connsiteX44425" y="connsiteY44425"/>
              </a:cxn>
              <a:cxn ang="0">
                <a:pos x="connsiteX44426" y="connsiteY44426"/>
              </a:cxn>
              <a:cxn ang="0">
                <a:pos x="connsiteX44427" y="connsiteY44427"/>
              </a:cxn>
              <a:cxn ang="0">
                <a:pos x="connsiteX44428" y="connsiteY44428"/>
              </a:cxn>
              <a:cxn ang="0">
                <a:pos x="connsiteX44429" y="connsiteY44429"/>
              </a:cxn>
              <a:cxn ang="0">
                <a:pos x="connsiteX44430" y="connsiteY44430"/>
              </a:cxn>
              <a:cxn ang="0">
                <a:pos x="connsiteX44431" y="connsiteY44431"/>
              </a:cxn>
              <a:cxn ang="0">
                <a:pos x="connsiteX44432" y="connsiteY44432"/>
              </a:cxn>
              <a:cxn ang="0">
                <a:pos x="connsiteX44433" y="connsiteY44433"/>
              </a:cxn>
              <a:cxn ang="0">
                <a:pos x="connsiteX44434" y="connsiteY44434"/>
              </a:cxn>
              <a:cxn ang="0">
                <a:pos x="connsiteX44435" y="connsiteY44435"/>
              </a:cxn>
              <a:cxn ang="0">
                <a:pos x="connsiteX44436" y="connsiteY44436"/>
              </a:cxn>
              <a:cxn ang="0">
                <a:pos x="connsiteX44437" y="connsiteY44437"/>
              </a:cxn>
              <a:cxn ang="0">
                <a:pos x="connsiteX44438" y="connsiteY44438"/>
              </a:cxn>
              <a:cxn ang="0">
                <a:pos x="connsiteX44439" y="connsiteY44439"/>
              </a:cxn>
              <a:cxn ang="0">
                <a:pos x="connsiteX44440" y="connsiteY44440"/>
              </a:cxn>
              <a:cxn ang="0">
                <a:pos x="connsiteX44441" y="connsiteY44441"/>
              </a:cxn>
              <a:cxn ang="0">
                <a:pos x="connsiteX44442" y="connsiteY44442"/>
              </a:cxn>
              <a:cxn ang="0">
                <a:pos x="connsiteX44443" y="connsiteY44443"/>
              </a:cxn>
              <a:cxn ang="0">
                <a:pos x="connsiteX44444" y="connsiteY44444"/>
              </a:cxn>
              <a:cxn ang="0">
                <a:pos x="connsiteX44445" y="connsiteY44445"/>
              </a:cxn>
              <a:cxn ang="0">
                <a:pos x="connsiteX44446" y="connsiteY44446"/>
              </a:cxn>
              <a:cxn ang="0">
                <a:pos x="connsiteX44447" y="connsiteY44447"/>
              </a:cxn>
              <a:cxn ang="0">
                <a:pos x="connsiteX44448" y="connsiteY44448"/>
              </a:cxn>
              <a:cxn ang="0">
                <a:pos x="connsiteX44449" y="connsiteY44449"/>
              </a:cxn>
              <a:cxn ang="0">
                <a:pos x="connsiteX44450" y="connsiteY44450"/>
              </a:cxn>
              <a:cxn ang="0">
                <a:pos x="connsiteX44451" y="connsiteY44451"/>
              </a:cxn>
              <a:cxn ang="0">
                <a:pos x="connsiteX44452" y="connsiteY44452"/>
              </a:cxn>
              <a:cxn ang="0">
                <a:pos x="connsiteX44453" y="connsiteY44453"/>
              </a:cxn>
              <a:cxn ang="0">
                <a:pos x="connsiteX44454" y="connsiteY44454"/>
              </a:cxn>
              <a:cxn ang="0">
                <a:pos x="connsiteX44455" y="connsiteY44455"/>
              </a:cxn>
              <a:cxn ang="0">
                <a:pos x="connsiteX44456" y="connsiteY44456"/>
              </a:cxn>
              <a:cxn ang="0">
                <a:pos x="connsiteX44457" y="connsiteY44457"/>
              </a:cxn>
              <a:cxn ang="0">
                <a:pos x="connsiteX44458" y="connsiteY44458"/>
              </a:cxn>
              <a:cxn ang="0">
                <a:pos x="connsiteX44459" y="connsiteY44459"/>
              </a:cxn>
              <a:cxn ang="0">
                <a:pos x="connsiteX44460" y="connsiteY44460"/>
              </a:cxn>
              <a:cxn ang="0">
                <a:pos x="connsiteX44461" y="connsiteY44461"/>
              </a:cxn>
              <a:cxn ang="0">
                <a:pos x="connsiteX44462" y="connsiteY44462"/>
              </a:cxn>
              <a:cxn ang="0">
                <a:pos x="connsiteX44463" y="connsiteY44463"/>
              </a:cxn>
              <a:cxn ang="0">
                <a:pos x="connsiteX44464" y="connsiteY44464"/>
              </a:cxn>
              <a:cxn ang="0">
                <a:pos x="connsiteX44465" y="connsiteY44465"/>
              </a:cxn>
              <a:cxn ang="0">
                <a:pos x="connsiteX44466" y="connsiteY44466"/>
              </a:cxn>
              <a:cxn ang="0">
                <a:pos x="connsiteX44467" y="connsiteY44467"/>
              </a:cxn>
              <a:cxn ang="0">
                <a:pos x="connsiteX44468" y="connsiteY44468"/>
              </a:cxn>
              <a:cxn ang="0">
                <a:pos x="connsiteX44469" y="connsiteY44469"/>
              </a:cxn>
              <a:cxn ang="0">
                <a:pos x="connsiteX44470" y="connsiteY44470"/>
              </a:cxn>
              <a:cxn ang="0">
                <a:pos x="connsiteX44471" y="connsiteY44471"/>
              </a:cxn>
              <a:cxn ang="0">
                <a:pos x="connsiteX44472" y="connsiteY44472"/>
              </a:cxn>
              <a:cxn ang="0">
                <a:pos x="connsiteX44473" y="connsiteY44473"/>
              </a:cxn>
              <a:cxn ang="0">
                <a:pos x="connsiteX44474" y="connsiteY44474"/>
              </a:cxn>
              <a:cxn ang="0">
                <a:pos x="connsiteX44475" y="connsiteY44475"/>
              </a:cxn>
              <a:cxn ang="0">
                <a:pos x="connsiteX44476" y="connsiteY44476"/>
              </a:cxn>
              <a:cxn ang="0">
                <a:pos x="connsiteX44477" y="connsiteY44477"/>
              </a:cxn>
              <a:cxn ang="0">
                <a:pos x="connsiteX44478" y="connsiteY44478"/>
              </a:cxn>
              <a:cxn ang="0">
                <a:pos x="connsiteX44479" y="connsiteY44479"/>
              </a:cxn>
              <a:cxn ang="0">
                <a:pos x="connsiteX44480" y="connsiteY44480"/>
              </a:cxn>
              <a:cxn ang="0">
                <a:pos x="connsiteX44481" y="connsiteY44481"/>
              </a:cxn>
              <a:cxn ang="0">
                <a:pos x="connsiteX44482" y="connsiteY44482"/>
              </a:cxn>
              <a:cxn ang="0">
                <a:pos x="connsiteX44483" y="connsiteY44483"/>
              </a:cxn>
              <a:cxn ang="0">
                <a:pos x="connsiteX44484" y="connsiteY44484"/>
              </a:cxn>
              <a:cxn ang="0">
                <a:pos x="connsiteX44485" y="connsiteY44485"/>
              </a:cxn>
              <a:cxn ang="0">
                <a:pos x="connsiteX44486" y="connsiteY44486"/>
              </a:cxn>
              <a:cxn ang="0">
                <a:pos x="connsiteX44487" y="connsiteY44487"/>
              </a:cxn>
              <a:cxn ang="0">
                <a:pos x="connsiteX44488" y="connsiteY44488"/>
              </a:cxn>
              <a:cxn ang="0">
                <a:pos x="connsiteX44489" y="connsiteY44489"/>
              </a:cxn>
              <a:cxn ang="0">
                <a:pos x="connsiteX44490" y="connsiteY44490"/>
              </a:cxn>
              <a:cxn ang="0">
                <a:pos x="connsiteX44491" y="connsiteY44491"/>
              </a:cxn>
              <a:cxn ang="0">
                <a:pos x="connsiteX44492" y="connsiteY44492"/>
              </a:cxn>
              <a:cxn ang="0">
                <a:pos x="connsiteX44493" y="connsiteY44493"/>
              </a:cxn>
              <a:cxn ang="0">
                <a:pos x="connsiteX44494" y="connsiteY44494"/>
              </a:cxn>
              <a:cxn ang="0">
                <a:pos x="connsiteX44495" y="connsiteY44495"/>
              </a:cxn>
              <a:cxn ang="0">
                <a:pos x="connsiteX44496" y="connsiteY44496"/>
              </a:cxn>
              <a:cxn ang="0">
                <a:pos x="connsiteX44497" y="connsiteY44497"/>
              </a:cxn>
              <a:cxn ang="0">
                <a:pos x="connsiteX44498" y="connsiteY44498"/>
              </a:cxn>
              <a:cxn ang="0">
                <a:pos x="connsiteX44499" y="connsiteY44499"/>
              </a:cxn>
              <a:cxn ang="0">
                <a:pos x="connsiteX44500" y="connsiteY44500"/>
              </a:cxn>
              <a:cxn ang="0">
                <a:pos x="connsiteX44501" y="connsiteY44501"/>
              </a:cxn>
              <a:cxn ang="0">
                <a:pos x="connsiteX44502" y="connsiteY44502"/>
              </a:cxn>
              <a:cxn ang="0">
                <a:pos x="connsiteX44503" y="connsiteY44503"/>
              </a:cxn>
              <a:cxn ang="0">
                <a:pos x="connsiteX44504" y="connsiteY44504"/>
              </a:cxn>
              <a:cxn ang="0">
                <a:pos x="connsiteX44505" y="connsiteY44505"/>
              </a:cxn>
              <a:cxn ang="0">
                <a:pos x="connsiteX44506" y="connsiteY44506"/>
              </a:cxn>
              <a:cxn ang="0">
                <a:pos x="connsiteX44507" y="connsiteY44507"/>
              </a:cxn>
              <a:cxn ang="0">
                <a:pos x="connsiteX44508" y="connsiteY44508"/>
              </a:cxn>
              <a:cxn ang="0">
                <a:pos x="connsiteX44509" y="connsiteY44509"/>
              </a:cxn>
              <a:cxn ang="0">
                <a:pos x="connsiteX44510" y="connsiteY44510"/>
              </a:cxn>
              <a:cxn ang="0">
                <a:pos x="connsiteX44511" y="connsiteY44511"/>
              </a:cxn>
              <a:cxn ang="0">
                <a:pos x="connsiteX44512" y="connsiteY44512"/>
              </a:cxn>
              <a:cxn ang="0">
                <a:pos x="connsiteX44513" y="connsiteY44513"/>
              </a:cxn>
              <a:cxn ang="0">
                <a:pos x="connsiteX44514" y="connsiteY44514"/>
              </a:cxn>
              <a:cxn ang="0">
                <a:pos x="connsiteX44515" y="connsiteY44515"/>
              </a:cxn>
              <a:cxn ang="0">
                <a:pos x="connsiteX44516" y="connsiteY44516"/>
              </a:cxn>
              <a:cxn ang="0">
                <a:pos x="connsiteX44517" y="connsiteY44517"/>
              </a:cxn>
              <a:cxn ang="0">
                <a:pos x="connsiteX44518" y="connsiteY44518"/>
              </a:cxn>
              <a:cxn ang="0">
                <a:pos x="connsiteX44519" y="connsiteY44519"/>
              </a:cxn>
              <a:cxn ang="0">
                <a:pos x="connsiteX44520" y="connsiteY44520"/>
              </a:cxn>
              <a:cxn ang="0">
                <a:pos x="connsiteX44521" y="connsiteY44521"/>
              </a:cxn>
              <a:cxn ang="0">
                <a:pos x="connsiteX44522" y="connsiteY44522"/>
              </a:cxn>
              <a:cxn ang="0">
                <a:pos x="connsiteX44523" y="connsiteY44523"/>
              </a:cxn>
              <a:cxn ang="0">
                <a:pos x="connsiteX44524" y="connsiteY44524"/>
              </a:cxn>
              <a:cxn ang="0">
                <a:pos x="connsiteX44525" y="connsiteY44525"/>
              </a:cxn>
              <a:cxn ang="0">
                <a:pos x="connsiteX44526" y="connsiteY44526"/>
              </a:cxn>
              <a:cxn ang="0">
                <a:pos x="connsiteX44527" y="connsiteY44527"/>
              </a:cxn>
              <a:cxn ang="0">
                <a:pos x="connsiteX44528" y="connsiteY44528"/>
              </a:cxn>
              <a:cxn ang="0">
                <a:pos x="connsiteX44529" y="connsiteY44529"/>
              </a:cxn>
              <a:cxn ang="0">
                <a:pos x="connsiteX44530" y="connsiteY44530"/>
              </a:cxn>
              <a:cxn ang="0">
                <a:pos x="connsiteX44531" y="connsiteY44531"/>
              </a:cxn>
              <a:cxn ang="0">
                <a:pos x="connsiteX44532" y="connsiteY44532"/>
              </a:cxn>
              <a:cxn ang="0">
                <a:pos x="connsiteX44533" y="connsiteY44533"/>
              </a:cxn>
              <a:cxn ang="0">
                <a:pos x="connsiteX44534" y="connsiteY44534"/>
              </a:cxn>
              <a:cxn ang="0">
                <a:pos x="connsiteX44535" y="connsiteY44535"/>
              </a:cxn>
              <a:cxn ang="0">
                <a:pos x="connsiteX44536" y="connsiteY44536"/>
              </a:cxn>
              <a:cxn ang="0">
                <a:pos x="connsiteX44537" y="connsiteY44537"/>
              </a:cxn>
              <a:cxn ang="0">
                <a:pos x="connsiteX44538" y="connsiteY44538"/>
              </a:cxn>
              <a:cxn ang="0">
                <a:pos x="connsiteX44539" y="connsiteY44539"/>
              </a:cxn>
              <a:cxn ang="0">
                <a:pos x="connsiteX44540" y="connsiteY44540"/>
              </a:cxn>
              <a:cxn ang="0">
                <a:pos x="connsiteX44541" y="connsiteY44541"/>
              </a:cxn>
              <a:cxn ang="0">
                <a:pos x="connsiteX44542" y="connsiteY44542"/>
              </a:cxn>
              <a:cxn ang="0">
                <a:pos x="connsiteX44543" y="connsiteY44543"/>
              </a:cxn>
              <a:cxn ang="0">
                <a:pos x="connsiteX44544" y="connsiteY44544"/>
              </a:cxn>
              <a:cxn ang="0">
                <a:pos x="connsiteX44545" y="connsiteY44545"/>
              </a:cxn>
              <a:cxn ang="0">
                <a:pos x="connsiteX44546" y="connsiteY44546"/>
              </a:cxn>
              <a:cxn ang="0">
                <a:pos x="connsiteX44547" y="connsiteY44547"/>
              </a:cxn>
              <a:cxn ang="0">
                <a:pos x="connsiteX44548" y="connsiteY44548"/>
              </a:cxn>
              <a:cxn ang="0">
                <a:pos x="connsiteX44549" y="connsiteY44549"/>
              </a:cxn>
              <a:cxn ang="0">
                <a:pos x="connsiteX44550" y="connsiteY44550"/>
              </a:cxn>
              <a:cxn ang="0">
                <a:pos x="connsiteX44551" y="connsiteY44551"/>
              </a:cxn>
              <a:cxn ang="0">
                <a:pos x="connsiteX44552" y="connsiteY44552"/>
              </a:cxn>
              <a:cxn ang="0">
                <a:pos x="connsiteX44553" y="connsiteY44553"/>
              </a:cxn>
              <a:cxn ang="0">
                <a:pos x="connsiteX44554" y="connsiteY44554"/>
              </a:cxn>
              <a:cxn ang="0">
                <a:pos x="connsiteX44555" y="connsiteY44555"/>
              </a:cxn>
              <a:cxn ang="0">
                <a:pos x="connsiteX44556" y="connsiteY44556"/>
              </a:cxn>
              <a:cxn ang="0">
                <a:pos x="connsiteX44557" y="connsiteY44557"/>
              </a:cxn>
              <a:cxn ang="0">
                <a:pos x="connsiteX44558" y="connsiteY44558"/>
              </a:cxn>
              <a:cxn ang="0">
                <a:pos x="connsiteX44559" y="connsiteY44559"/>
              </a:cxn>
              <a:cxn ang="0">
                <a:pos x="connsiteX44560" y="connsiteY44560"/>
              </a:cxn>
              <a:cxn ang="0">
                <a:pos x="connsiteX44561" y="connsiteY44561"/>
              </a:cxn>
              <a:cxn ang="0">
                <a:pos x="connsiteX44562" y="connsiteY44562"/>
              </a:cxn>
              <a:cxn ang="0">
                <a:pos x="connsiteX44563" y="connsiteY44563"/>
              </a:cxn>
              <a:cxn ang="0">
                <a:pos x="connsiteX44564" y="connsiteY44564"/>
              </a:cxn>
              <a:cxn ang="0">
                <a:pos x="connsiteX44565" y="connsiteY44565"/>
              </a:cxn>
              <a:cxn ang="0">
                <a:pos x="connsiteX44566" y="connsiteY44566"/>
              </a:cxn>
              <a:cxn ang="0">
                <a:pos x="connsiteX44567" y="connsiteY44567"/>
              </a:cxn>
              <a:cxn ang="0">
                <a:pos x="connsiteX44568" y="connsiteY44568"/>
              </a:cxn>
              <a:cxn ang="0">
                <a:pos x="connsiteX44569" y="connsiteY44569"/>
              </a:cxn>
              <a:cxn ang="0">
                <a:pos x="connsiteX44570" y="connsiteY44570"/>
              </a:cxn>
              <a:cxn ang="0">
                <a:pos x="connsiteX44571" y="connsiteY44571"/>
              </a:cxn>
              <a:cxn ang="0">
                <a:pos x="connsiteX44572" y="connsiteY44572"/>
              </a:cxn>
              <a:cxn ang="0">
                <a:pos x="connsiteX44573" y="connsiteY44573"/>
              </a:cxn>
              <a:cxn ang="0">
                <a:pos x="connsiteX44574" y="connsiteY44574"/>
              </a:cxn>
              <a:cxn ang="0">
                <a:pos x="connsiteX44575" y="connsiteY44575"/>
              </a:cxn>
              <a:cxn ang="0">
                <a:pos x="connsiteX44576" y="connsiteY44576"/>
              </a:cxn>
              <a:cxn ang="0">
                <a:pos x="connsiteX44577" y="connsiteY44577"/>
              </a:cxn>
              <a:cxn ang="0">
                <a:pos x="connsiteX44578" y="connsiteY44578"/>
              </a:cxn>
              <a:cxn ang="0">
                <a:pos x="connsiteX44579" y="connsiteY44579"/>
              </a:cxn>
              <a:cxn ang="0">
                <a:pos x="connsiteX44580" y="connsiteY44580"/>
              </a:cxn>
              <a:cxn ang="0">
                <a:pos x="connsiteX44581" y="connsiteY44581"/>
              </a:cxn>
              <a:cxn ang="0">
                <a:pos x="connsiteX44582" y="connsiteY44582"/>
              </a:cxn>
              <a:cxn ang="0">
                <a:pos x="connsiteX44583" y="connsiteY44583"/>
              </a:cxn>
              <a:cxn ang="0">
                <a:pos x="connsiteX44584" y="connsiteY44584"/>
              </a:cxn>
              <a:cxn ang="0">
                <a:pos x="connsiteX44585" y="connsiteY44585"/>
              </a:cxn>
              <a:cxn ang="0">
                <a:pos x="connsiteX44586" y="connsiteY44586"/>
              </a:cxn>
              <a:cxn ang="0">
                <a:pos x="connsiteX44587" y="connsiteY44587"/>
              </a:cxn>
              <a:cxn ang="0">
                <a:pos x="connsiteX44588" y="connsiteY44588"/>
              </a:cxn>
              <a:cxn ang="0">
                <a:pos x="connsiteX44589" y="connsiteY44589"/>
              </a:cxn>
              <a:cxn ang="0">
                <a:pos x="connsiteX44590" y="connsiteY44590"/>
              </a:cxn>
              <a:cxn ang="0">
                <a:pos x="connsiteX44591" y="connsiteY44591"/>
              </a:cxn>
              <a:cxn ang="0">
                <a:pos x="connsiteX44592" y="connsiteY44592"/>
              </a:cxn>
              <a:cxn ang="0">
                <a:pos x="connsiteX44593" y="connsiteY44593"/>
              </a:cxn>
              <a:cxn ang="0">
                <a:pos x="connsiteX44594" y="connsiteY44594"/>
              </a:cxn>
              <a:cxn ang="0">
                <a:pos x="connsiteX44595" y="connsiteY44595"/>
              </a:cxn>
              <a:cxn ang="0">
                <a:pos x="connsiteX44596" y="connsiteY44596"/>
              </a:cxn>
              <a:cxn ang="0">
                <a:pos x="connsiteX44597" y="connsiteY44597"/>
              </a:cxn>
              <a:cxn ang="0">
                <a:pos x="connsiteX44598" y="connsiteY44598"/>
              </a:cxn>
              <a:cxn ang="0">
                <a:pos x="connsiteX44599" y="connsiteY44599"/>
              </a:cxn>
              <a:cxn ang="0">
                <a:pos x="connsiteX44600" y="connsiteY44600"/>
              </a:cxn>
              <a:cxn ang="0">
                <a:pos x="connsiteX44601" y="connsiteY44601"/>
              </a:cxn>
              <a:cxn ang="0">
                <a:pos x="connsiteX44602" y="connsiteY44602"/>
              </a:cxn>
              <a:cxn ang="0">
                <a:pos x="connsiteX44603" y="connsiteY44603"/>
              </a:cxn>
              <a:cxn ang="0">
                <a:pos x="connsiteX44604" y="connsiteY44604"/>
              </a:cxn>
              <a:cxn ang="0">
                <a:pos x="connsiteX44605" y="connsiteY44605"/>
              </a:cxn>
              <a:cxn ang="0">
                <a:pos x="connsiteX44606" y="connsiteY44606"/>
              </a:cxn>
              <a:cxn ang="0">
                <a:pos x="connsiteX44607" y="connsiteY44607"/>
              </a:cxn>
              <a:cxn ang="0">
                <a:pos x="connsiteX44608" y="connsiteY44608"/>
              </a:cxn>
              <a:cxn ang="0">
                <a:pos x="connsiteX44609" y="connsiteY44609"/>
              </a:cxn>
              <a:cxn ang="0">
                <a:pos x="connsiteX44610" y="connsiteY44610"/>
              </a:cxn>
              <a:cxn ang="0">
                <a:pos x="connsiteX44611" y="connsiteY44611"/>
              </a:cxn>
              <a:cxn ang="0">
                <a:pos x="connsiteX44612" y="connsiteY44612"/>
              </a:cxn>
              <a:cxn ang="0">
                <a:pos x="connsiteX44613" y="connsiteY44613"/>
              </a:cxn>
              <a:cxn ang="0">
                <a:pos x="connsiteX44614" y="connsiteY44614"/>
              </a:cxn>
              <a:cxn ang="0">
                <a:pos x="connsiteX44615" y="connsiteY44615"/>
              </a:cxn>
              <a:cxn ang="0">
                <a:pos x="connsiteX44616" y="connsiteY44616"/>
              </a:cxn>
              <a:cxn ang="0">
                <a:pos x="connsiteX44617" y="connsiteY44617"/>
              </a:cxn>
              <a:cxn ang="0">
                <a:pos x="connsiteX44618" y="connsiteY44618"/>
              </a:cxn>
              <a:cxn ang="0">
                <a:pos x="connsiteX44619" y="connsiteY44619"/>
              </a:cxn>
              <a:cxn ang="0">
                <a:pos x="connsiteX44620" y="connsiteY44620"/>
              </a:cxn>
              <a:cxn ang="0">
                <a:pos x="connsiteX44621" y="connsiteY44621"/>
              </a:cxn>
              <a:cxn ang="0">
                <a:pos x="connsiteX44622" y="connsiteY44622"/>
              </a:cxn>
              <a:cxn ang="0">
                <a:pos x="connsiteX44623" y="connsiteY44623"/>
              </a:cxn>
              <a:cxn ang="0">
                <a:pos x="connsiteX44624" y="connsiteY44624"/>
              </a:cxn>
              <a:cxn ang="0">
                <a:pos x="connsiteX44625" y="connsiteY44625"/>
              </a:cxn>
              <a:cxn ang="0">
                <a:pos x="connsiteX44626" y="connsiteY44626"/>
              </a:cxn>
              <a:cxn ang="0">
                <a:pos x="connsiteX44627" y="connsiteY44627"/>
              </a:cxn>
              <a:cxn ang="0">
                <a:pos x="connsiteX44628" y="connsiteY44628"/>
              </a:cxn>
              <a:cxn ang="0">
                <a:pos x="connsiteX44629" y="connsiteY44629"/>
              </a:cxn>
              <a:cxn ang="0">
                <a:pos x="connsiteX44630" y="connsiteY44630"/>
              </a:cxn>
              <a:cxn ang="0">
                <a:pos x="connsiteX44631" y="connsiteY44631"/>
              </a:cxn>
              <a:cxn ang="0">
                <a:pos x="connsiteX44632" y="connsiteY44632"/>
              </a:cxn>
              <a:cxn ang="0">
                <a:pos x="connsiteX44633" y="connsiteY44633"/>
              </a:cxn>
              <a:cxn ang="0">
                <a:pos x="connsiteX44634" y="connsiteY44634"/>
              </a:cxn>
              <a:cxn ang="0">
                <a:pos x="connsiteX44635" y="connsiteY44635"/>
              </a:cxn>
              <a:cxn ang="0">
                <a:pos x="connsiteX44636" y="connsiteY44636"/>
              </a:cxn>
              <a:cxn ang="0">
                <a:pos x="connsiteX44637" y="connsiteY44637"/>
              </a:cxn>
              <a:cxn ang="0">
                <a:pos x="connsiteX44638" y="connsiteY44638"/>
              </a:cxn>
              <a:cxn ang="0">
                <a:pos x="connsiteX44639" y="connsiteY44639"/>
              </a:cxn>
              <a:cxn ang="0">
                <a:pos x="connsiteX44640" y="connsiteY44640"/>
              </a:cxn>
              <a:cxn ang="0">
                <a:pos x="connsiteX44641" y="connsiteY44641"/>
              </a:cxn>
              <a:cxn ang="0">
                <a:pos x="connsiteX44642" y="connsiteY44642"/>
              </a:cxn>
              <a:cxn ang="0">
                <a:pos x="connsiteX44643" y="connsiteY44643"/>
              </a:cxn>
              <a:cxn ang="0">
                <a:pos x="connsiteX44644" y="connsiteY44644"/>
              </a:cxn>
              <a:cxn ang="0">
                <a:pos x="connsiteX44645" y="connsiteY44645"/>
              </a:cxn>
              <a:cxn ang="0">
                <a:pos x="connsiteX44646" y="connsiteY44646"/>
              </a:cxn>
              <a:cxn ang="0">
                <a:pos x="connsiteX44647" y="connsiteY44647"/>
              </a:cxn>
              <a:cxn ang="0">
                <a:pos x="connsiteX44648" y="connsiteY44648"/>
              </a:cxn>
              <a:cxn ang="0">
                <a:pos x="connsiteX44649" y="connsiteY44649"/>
              </a:cxn>
              <a:cxn ang="0">
                <a:pos x="connsiteX44650" y="connsiteY44650"/>
              </a:cxn>
              <a:cxn ang="0">
                <a:pos x="connsiteX44651" y="connsiteY44651"/>
              </a:cxn>
              <a:cxn ang="0">
                <a:pos x="connsiteX44652" y="connsiteY44652"/>
              </a:cxn>
              <a:cxn ang="0">
                <a:pos x="connsiteX44653" y="connsiteY44653"/>
              </a:cxn>
              <a:cxn ang="0">
                <a:pos x="connsiteX44654" y="connsiteY44654"/>
              </a:cxn>
              <a:cxn ang="0">
                <a:pos x="connsiteX44655" y="connsiteY44655"/>
              </a:cxn>
              <a:cxn ang="0">
                <a:pos x="connsiteX44656" y="connsiteY44656"/>
              </a:cxn>
              <a:cxn ang="0">
                <a:pos x="connsiteX44657" y="connsiteY44657"/>
              </a:cxn>
              <a:cxn ang="0">
                <a:pos x="connsiteX44658" y="connsiteY44658"/>
              </a:cxn>
              <a:cxn ang="0">
                <a:pos x="connsiteX44659" y="connsiteY44659"/>
              </a:cxn>
              <a:cxn ang="0">
                <a:pos x="connsiteX44660" y="connsiteY44660"/>
              </a:cxn>
              <a:cxn ang="0">
                <a:pos x="connsiteX44661" y="connsiteY44661"/>
              </a:cxn>
              <a:cxn ang="0">
                <a:pos x="connsiteX44662" y="connsiteY44662"/>
              </a:cxn>
              <a:cxn ang="0">
                <a:pos x="connsiteX44663" y="connsiteY44663"/>
              </a:cxn>
              <a:cxn ang="0">
                <a:pos x="connsiteX44664" y="connsiteY44664"/>
              </a:cxn>
              <a:cxn ang="0">
                <a:pos x="connsiteX44665" y="connsiteY44665"/>
              </a:cxn>
              <a:cxn ang="0">
                <a:pos x="connsiteX44666" y="connsiteY44666"/>
              </a:cxn>
              <a:cxn ang="0">
                <a:pos x="connsiteX44667" y="connsiteY44667"/>
              </a:cxn>
              <a:cxn ang="0">
                <a:pos x="connsiteX44668" y="connsiteY44668"/>
              </a:cxn>
              <a:cxn ang="0">
                <a:pos x="connsiteX44669" y="connsiteY44669"/>
              </a:cxn>
              <a:cxn ang="0">
                <a:pos x="connsiteX44670" y="connsiteY44670"/>
              </a:cxn>
              <a:cxn ang="0">
                <a:pos x="connsiteX44671" y="connsiteY44671"/>
              </a:cxn>
              <a:cxn ang="0">
                <a:pos x="connsiteX44672" y="connsiteY44672"/>
              </a:cxn>
              <a:cxn ang="0">
                <a:pos x="connsiteX44673" y="connsiteY44673"/>
              </a:cxn>
              <a:cxn ang="0">
                <a:pos x="connsiteX44674" y="connsiteY44674"/>
              </a:cxn>
              <a:cxn ang="0">
                <a:pos x="connsiteX44675" y="connsiteY44675"/>
              </a:cxn>
              <a:cxn ang="0">
                <a:pos x="connsiteX44676" y="connsiteY44676"/>
              </a:cxn>
              <a:cxn ang="0">
                <a:pos x="connsiteX44677" y="connsiteY44677"/>
              </a:cxn>
              <a:cxn ang="0">
                <a:pos x="connsiteX44678" y="connsiteY44678"/>
              </a:cxn>
              <a:cxn ang="0">
                <a:pos x="connsiteX44679" y="connsiteY44679"/>
              </a:cxn>
              <a:cxn ang="0">
                <a:pos x="connsiteX44680" y="connsiteY44680"/>
              </a:cxn>
              <a:cxn ang="0">
                <a:pos x="connsiteX44681" y="connsiteY44681"/>
              </a:cxn>
              <a:cxn ang="0">
                <a:pos x="connsiteX44682" y="connsiteY44682"/>
              </a:cxn>
              <a:cxn ang="0">
                <a:pos x="connsiteX44683" y="connsiteY44683"/>
              </a:cxn>
              <a:cxn ang="0">
                <a:pos x="connsiteX44684" y="connsiteY44684"/>
              </a:cxn>
              <a:cxn ang="0">
                <a:pos x="connsiteX44685" y="connsiteY44685"/>
              </a:cxn>
              <a:cxn ang="0">
                <a:pos x="connsiteX44686" y="connsiteY44686"/>
              </a:cxn>
              <a:cxn ang="0">
                <a:pos x="connsiteX44687" y="connsiteY44687"/>
              </a:cxn>
              <a:cxn ang="0">
                <a:pos x="connsiteX44688" y="connsiteY44688"/>
              </a:cxn>
              <a:cxn ang="0">
                <a:pos x="connsiteX44689" y="connsiteY44689"/>
              </a:cxn>
              <a:cxn ang="0">
                <a:pos x="connsiteX44690" y="connsiteY44690"/>
              </a:cxn>
              <a:cxn ang="0">
                <a:pos x="connsiteX44691" y="connsiteY44691"/>
              </a:cxn>
              <a:cxn ang="0">
                <a:pos x="connsiteX44692" y="connsiteY44692"/>
              </a:cxn>
              <a:cxn ang="0">
                <a:pos x="connsiteX44693" y="connsiteY44693"/>
              </a:cxn>
              <a:cxn ang="0">
                <a:pos x="connsiteX44694" y="connsiteY44694"/>
              </a:cxn>
              <a:cxn ang="0">
                <a:pos x="connsiteX44695" y="connsiteY44695"/>
              </a:cxn>
              <a:cxn ang="0">
                <a:pos x="connsiteX44696" y="connsiteY44696"/>
              </a:cxn>
              <a:cxn ang="0">
                <a:pos x="connsiteX44697" y="connsiteY44697"/>
              </a:cxn>
              <a:cxn ang="0">
                <a:pos x="connsiteX44698" y="connsiteY44698"/>
              </a:cxn>
              <a:cxn ang="0">
                <a:pos x="connsiteX44699" y="connsiteY44699"/>
              </a:cxn>
              <a:cxn ang="0">
                <a:pos x="connsiteX44700" y="connsiteY44700"/>
              </a:cxn>
              <a:cxn ang="0">
                <a:pos x="connsiteX44701" y="connsiteY44701"/>
              </a:cxn>
              <a:cxn ang="0">
                <a:pos x="connsiteX44702" y="connsiteY44702"/>
              </a:cxn>
              <a:cxn ang="0">
                <a:pos x="connsiteX44703" y="connsiteY44703"/>
              </a:cxn>
              <a:cxn ang="0">
                <a:pos x="connsiteX44704" y="connsiteY44704"/>
              </a:cxn>
              <a:cxn ang="0">
                <a:pos x="connsiteX44705" y="connsiteY44705"/>
              </a:cxn>
              <a:cxn ang="0">
                <a:pos x="connsiteX44706" y="connsiteY44706"/>
              </a:cxn>
              <a:cxn ang="0">
                <a:pos x="connsiteX44707" y="connsiteY44707"/>
              </a:cxn>
              <a:cxn ang="0">
                <a:pos x="connsiteX44708" y="connsiteY44708"/>
              </a:cxn>
              <a:cxn ang="0">
                <a:pos x="connsiteX44709" y="connsiteY44709"/>
              </a:cxn>
              <a:cxn ang="0">
                <a:pos x="connsiteX44710" y="connsiteY44710"/>
              </a:cxn>
              <a:cxn ang="0">
                <a:pos x="connsiteX44711" y="connsiteY44711"/>
              </a:cxn>
              <a:cxn ang="0">
                <a:pos x="connsiteX44712" y="connsiteY44712"/>
              </a:cxn>
              <a:cxn ang="0">
                <a:pos x="connsiteX44713" y="connsiteY44713"/>
              </a:cxn>
              <a:cxn ang="0">
                <a:pos x="connsiteX44714" y="connsiteY44714"/>
              </a:cxn>
              <a:cxn ang="0">
                <a:pos x="connsiteX44715" y="connsiteY44715"/>
              </a:cxn>
              <a:cxn ang="0">
                <a:pos x="connsiteX44716" y="connsiteY44716"/>
              </a:cxn>
              <a:cxn ang="0">
                <a:pos x="connsiteX44717" y="connsiteY44717"/>
              </a:cxn>
              <a:cxn ang="0">
                <a:pos x="connsiteX44718" y="connsiteY44718"/>
              </a:cxn>
              <a:cxn ang="0">
                <a:pos x="connsiteX44719" y="connsiteY44719"/>
              </a:cxn>
              <a:cxn ang="0">
                <a:pos x="connsiteX44720" y="connsiteY44720"/>
              </a:cxn>
              <a:cxn ang="0">
                <a:pos x="connsiteX44721" y="connsiteY44721"/>
              </a:cxn>
              <a:cxn ang="0">
                <a:pos x="connsiteX44722" y="connsiteY44722"/>
              </a:cxn>
              <a:cxn ang="0">
                <a:pos x="connsiteX44723" y="connsiteY44723"/>
              </a:cxn>
              <a:cxn ang="0">
                <a:pos x="connsiteX44724" y="connsiteY44724"/>
              </a:cxn>
              <a:cxn ang="0">
                <a:pos x="connsiteX44725" y="connsiteY44725"/>
              </a:cxn>
              <a:cxn ang="0">
                <a:pos x="connsiteX44726" y="connsiteY44726"/>
              </a:cxn>
              <a:cxn ang="0">
                <a:pos x="connsiteX44727" y="connsiteY44727"/>
              </a:cxn>
              <a:cxn ang="0">
                <a:pos x="connsiteX44728" y="connsiteY44728"/>
              </a:cxn>
              <a:cxn ang="0">
                <a:pos x="connsiteX44729" y="connsiteY44729"/>
              </a:cxn>
              <a:cxn ang="0">
                <a:pos x="connsiteX44730" y="connsiteY44730"/>
              </a:cxn>
              <a:cxn ang="0">
                <a:pos x="connsiteX44731" y="connsiteY44731"/>
              </a:cxn>
              <a:cxn ang="0">
                <a:pos x="connsiteX44732" y="connsiteY44732"/>
              </a:cxn>
              <a:cxn ang="0">
                <a:pos x="connsiteX44733" y="connsiteY44733"/>
              </a:cxn>
              <a:cxn ang="0">
                <a:pos x="connsiteX44734" y="connsiteY44734"/>
              </a:cxn>
              <a:cxn ang="0">
                <a:pos x="connsiteX44735" y="connsiteY44735"/>
              </a:cxn>
              <a:cxn ang="0">
                <a:pos x="connsiteX44736" y="connsiteY44736"/>
              </a:cxn>
              <a:cxn ang="0">
                <a:pos x="connsiteX44737" y="connsiteY44737"/>
              </a:cxn>
              <a:cxn ang="0">
                <a:pos x="connsiteX44738" y="connsiteY44738"/>
              </a:cxn>
              <a:cxn ang="0">
                <a:pos x="connsiteX44739" y="connsiteY44739"/>
              </a:cxn>
              <a:cxn ang="0">
                <a:pos x="connsiteX44740" y="connsiteY44740"/>
              </a:cxn>
              <a:cxn ang="0">
                <a:pos x="connsiteX44741" y="connsiteY44741"/>
              </a:cxn>
              <a:cxn ang="0">
                <a:pos x="connsiteX44742" y="connsiteY44742"/>
              </a:cxn>
              <a:cxn ang="0">
                <a:pos x="connsiteX44743" y="connsiteY44743"/>
              </a:cxn>
              <a:cxn ang="0">
                <a:pos x="connsiteX44744" y="connsiteY44744"/>
              </a:cxn>
              <a:cxn ang="0">
                <a:pos x="connsiteX44745" y="connsiteY44745"/>
              </a:cxn>
              <a:cxn ang="0">
                <a:pos x="connsiteX44746" y="connsiteY44746"/>
              </a:cxn>
              <a:cxn ang="0">
                <a:pos x="connsiteX44747" y="connsiteY44747"/>
              </a:cxn>
              <a:cxn ang="0">
                <a:pos x="connsiteX44748" y="connsiteY44748"/>
              </a:cxn>
              <a:cxn ang="0">
                <a:pos x="connsiteX44749" y="connsiteY44749"/>
              </a:cxn>
              <a:cxn ang="0">
                <a:pos x="connsiteX44750" y="connsiteY44750"/>
              </a:cxn>
              <a:cxn ang="0">
                <a:pos x="connsiteX44751" y="connsiteY44751"/>
              </a:cxn>
              <a:cxn ang="0">
                <a:pos x="connsiteX44752" y="connsiteY44752"/>
              </a:cxn>
              <a:cxn ang="0">
                <a:pos x="connsiteX44753" y="connsiteY44753"/>
              </a:cxn>
              <a:cxn ang="0">
                <a:pos x="connsiteX44754" y="connsiteY44754"/>
              </a:cxn>
              <a:cxn ang="0">
                <a:pos x="connsiteX44755" y="connsiteY44755"/>
              </a:cxn>
              <a:cxn ang="0">
                <a:pos x="connsiteX44756" y="connsiteY44756"/>
              </a:cxn>
              <a:cxn ang="0">
                <a:pos x="connsiteX44757" y="connsiteY44757"/>
              </a:cxn>
              <a:cxn ang="0">
                <a:pos x="connsiteX44758" y="connsiteY44758"/>
              </a:cxn>
              <a:cxn ang="0">
                <a:pos x="connsiteX44759" y="connsiteY44759"/>
              </a:cxn>
              <a:cxn ang="0">
                <a:pos x="connsiteX44760" y="connsiteY44760"/>
              </a:cxn>
              <a:cxn ang="0">
                <a:pos x="connsiteX44761" y="connsiteY44761"/>
              </a:cxn>
              <a:cxn ang="0">
                <a:pos x="connsiteX44762" y="connsiteY44762"/>
              </a:cxn>
              <a:cxn ang="0">
                <a:pos x="connsiteX44763" y="connsiteY44763"/>
              </a:cxn>
              <a:cxn ang="0">
                <a:pos x="connsiteX44764" y="connsiteY44764"/>
              </a:cxn>
              <a:cxn ang="0">
                <a:pos x="connsiteX44765" y="connsiteY44765"/>
              </a:cxn>
              <a:cxn ang="0">
                <a:pos x="connsiteX44766" y="connsiteY44766"/>
              </a:cxn>
              <a:cxn ang="0">
                <a:pos x="connsiteX44767" y="connsiteY44767"/>
              </a:cxn>
              <a:cxn ang="0">
                <a:pos x="connsiteX44768" y="connsiteY44768"/>
              </a:cxn>
              <a:cxn ang="0">
                <a:pos x="connsiteX44769" y="connsiteY44769"/>
              </a:cxn>
              <a:cxn ang="0">
                <a:pos x="connsiteX44770" y="connsiteY44770"/>
              </a:cxn>
              <a:cxn ang="0">
                <a:pos x="connsiteX44771" y="connsiteY44771"/>
              </a:cxn>
              <a:cxn ang="0">
                <a:pos x="connsiteX44772" y="connsiteY44772"/>
              </a:cxn>
              <a:cxn ang="0">
                <a:pos x="connsiteX44773" y="connsiteY44773"/>
              </a:cxn>
              <a:cxn ang="0">
                <a:pos x="connsiteX44774" y="connsiteY44774"/>
              </a:cxn>
              <a:cxn ang="0">
                <a:pos x="connsiteX44775" y="connsiteY44775"/>
              </a:cxn>
              <a:cxn ang="0">
                <a:pos x="connsiteX44776" y="connsiteY44776"/>
              </a:cxn>
              <a:cxn ang="0">
                <a:pos x="connsiteX44777" y="connsiteY44777"/>
              </a:cxn>
              <a:cxn ang="0">
                <a:pos x="connsiteX44778" y="connsiteY44778"/>
              </a:cxn>
              <a:cxn ang="0">
                <a:pos x="connsiteX44779" y="connsiteY44779"/>
              </a:cxn>
              <a:cxn ang="0">
                <a:pos x="connsiteX44780" y="connsiteY44780"/>
              </a:cxn>
              <a:cxn ang="0">
                <a:pos x="connsiteX44781" y="connsiteY44781"/>
              </a:cxn>
              <a:cxn ang="0">
                <a:pos x="connsiteX44782" y="connsiteY44782"/>
              </a:cxn>
              <a:cxn ang="0">
                <a:pos x="connsiteX44783" y="connsiteY44783"/>
              </a:cxn>
              <a:cxn ang="0">
                <a:pos x="connsiteX44784" y="connsiteY44784"/>
              </a:cxn>
              <a:cxn ang="0">
                <a:pos x="connsiteX44785" y="connsiteY44785"/>
              </a:cxn>
              <a:cxn ang="0">
                <a:pos x="connsiteX44786" y="connsiteY44786"/>
              </a:cxn>
              <a:cxn ang="0">
                <a:pos x="connsiteX44787" y="connsiteY44787"/>
              </a:cxn>
              <a:cxn ang="0">
                <a:pos x="connsiteX44788" y="connsiteY44788"/>
              </a:cxn>
              <a:cxn ang="0">
                <a:pos x="connsiteX44789" y="connsiteY44789"/>
              </a:cxn>
              <a:cxn ang="0">
                <a:pos x="connsiteX44790" y="connsiteY44790"/>
              </a:cxn>
              <a:cxn ang="0">
                <a:pos x="connsiteX44791" y="connsiteY44791"/>
              </a:cxn>
              <a:cxn ang="0">
                <a:pos x="connsiteX44792" y="connsiteY44792"/>
              </a:cxn>
              <a:cxn ang="0">
                <a:pos x="connsiteX44793" y="connsiteY44793"/>
              </a:cxn>
              <a:cxn ang="0">
                <a:pos x="connsiteX44794" y="connsiteY44794"/>
              </a:cxn>
              <a:cxn ang="0">
                <a:pos x="connsiteX44795" y="connsiteY44795"/>
              </a:cxn>
              <a:cxn ang="0">
                <a:pos x="connsiteX44796" y="connsiteY44796"/>
              </a:cxn>
              <a:cxn ang="0">
                <a:pos x="connsiteX44797" y="connsiteY44797"/>
              </a:cxn>
              <a:cxn ang="0">
                <a:pos x="connsiteX44798" y="connsiteY44798"/>
              </a:cxn>
              <a:cxn ang="0">
                <a:pos x="connsiteX44799" y="connsiteY44799"/>
              </a:cxn>
              <a:cxn ang="0">
                <a:pos x="connsiteX44800" y="connsiteY44800"/>
              </a:cxn>
              <a:cxn ang="0">
                <a:pos x="connsiteX44801" y="connsiteY44801"/>
              </a:cxn>
              <a:cxn ang="0">
                <a:pos x="connsiteX44802" y="connsiteY44802"/>
              </a:cxn>
              <a:cxn ang="0">
                <a:pos x="connsiteX44803" y="connsiteY44803"/>
              </a:cxn>
              <a:cxn ang="0">
                <a:pos x="connsiteX44804" y="connsiteY44804"/>
              </a:cxn>
              <a:cxn ang="0">
                <a:pos x="connsiteX44805" y="connsiteY44805"/>
              </a:cxn>
              <a:cxn ang="0">
                <a:pos x="connsiteX44806" y="connsiteY44806"/>
              </a:cxn>
              <a:cxn ang="0">
                <a:pos x="connsiteX44807" y="connsiteY44807"/>
              </a:cxn>
              <a:cxn ang="0">
                <a:pos x="connsiteX44808" y="connsiteY44808"/>
              </a:cxn>
              <a:cxn ang="0">
                <a:pos x="connsiteX44809" y="connsiteY44809"/>
              </a:cxn>
              <a:cxn ang="0">
                <a:pos x="connsiteX44810" y="connsiteY44810"/>
              </a:cxn>
              <a:cxn ang="0">
                <a:pos x="connsiteX44811" y="connsiteY44811"/>
              </a:cxn>
              <a:cxn ang="0">
                <a:pos x="connsiteX44812" y="connsiteY44812"/>
              </a:cxn>
              <a:cxn ang="0">
                <a:pos x="connsiteX44813" y="connsiteY44813"/>
              </a:cxn>
              <a:cxn ang="0">
                <a:pos x="connsiteX44814" y="connsiteY44814"/>
              </a:cxn>
              <a:cxn ang="0">
                <a:pos x="connsiteX44815" y="connsiteY44815"/>
              </a:cxn>
              <a:cxn ang="0">
                <a:pos x="connsiteX44816" y="connsiteY44816"/>
              </a:cxn>
              <a:cxn ang="0">
                <a:pos x="connsiteX44817" y="connsiteY44817"/>
              </a:cxn>
              <a:cxn ang="0">
                <a:pos x="connsiteX44818" y="connsiteY44818"/>
              </a:cxn>
              <a:cxn ang="0">
                <a:pos x="connsiteX44819" y="connsiteY44819"/>
              </a:cxn>
              <a:cxn ang="0">
                <a:pos x="connsiteX44820" y="connsiteY44820"/>
              </a:cxn>
              <a:cxn ang="0">
                <a:pos x="connsiteX44821" y="connsiteY44821"/>
              </a:cxn>
              <a:cxn ang="0">
                <a:pos x="connsiteX44822" y="connsiteY44822"/>
              </a:cxn>
              <a:cxn ang="0">
                <a:pos x="connsiteX44823" y="connsiteY44823"/>
              </a:cxn>
              <a:cxn ang="0">
                <a:pos x="connsiteX44824" y="connsiteY44824"/>
              </a:cxn>
              <a:cxn ang="0">
                <a:pos x="connsiteX44825" y="connsiteY44825"/>
              </a:cxn>
              <a:cxn ang="0">
                <a:pos x="connsiteX44826" y="connsiteY44826"/>
              </a:cxn>
              <a:cxn ang="0">
                <a:pos x="connsiteX44827" y="connsiteY44827"/>
              </a:cxn>
              <a:cxn ang="0">
                <a:pos x="connsiteX44828" y="connsiteY44828"/>
              </a:cxn>
              <a:cxn ang="0">
                <a:pos x="connsiteX44829" y="connsiteY44829"/>
              </a:cxn>
              <a:cxn ang="0">
                <a:pos x="connsiteX44830" y="connsiteY44830"/>
              </a:cxn>
              <a:cxn ang="0">
                <a:pos x="connsiteX44831" y="connsiteY44831"/>
              </a:cxn>
              <a:cxn ang="0">
                <a:pos x="connsiteX44832" y="connsiteY44832"/>
              </a:cxn>
              <a:cxn ang="0">
                <a:pos x="connsiteX44833" y="connsiteY44833"/>
              </a:cxn>
              <a:cxn ang="0">
                <a:pos x="connsiteX44834" y="connsiteY44834"/>
              </a:cxn>
              <a:cxn ang="0">
                <a:pos x="connsiteX44835" y="connsiteY44835"/>
              </a:cxn>
              <a:cxn ang="0">
                <a:pos x="connsiteX44836" y="connsiteY44836"/>
              </a:cxn>
              <a:cxn ang="0">
                <a:pos x="connsiteX44837" y="connsiteY44837"/>
              </a:cxn>
              <a:cxn ang="0">
                <a:pos x="connsiteX44838" y="connsiteY44838"/>
              </a:cxn>
              <a:cxn ang="0">
                <a:pos x="connsiteX44839" y="connsiteY44839"/>
              </a:cxn>
              <a:cxn ang="0">
                <a:pos x="connsiteX44840" y="connsiteY44840"/>
              </a:cxn>
              <a:cxn ang="0">
                <a:pos x="connsiteX44841" y="connsiteY44841"/>
              </a:cxn>
              <a:cxn ang="0">
                <a:pos x="connsiteX44842" y="connsiteY44842"/>
              </a:cxn>
              <a:cxn ang="0">
                <a:pos x="connsiteX44843" y="connsiteY44843"/>
              </a:cxn>
              <a:cxn ang="0">
                <a:pos x="connsiteX44844" y="connsiteY44844"/>
              </a:cxn>
              <a:cxn ang="0">
                <a:pos x="connsiteX44845" y="connsiteY44845"/>
              </a:cxn>
              <a:cxn ang="0">
                <a:pos x="connsiteX44846" y="connsiteY44846"/>
              </a:cxn>
              <a:cxn ang="0">
                <a:pos x="connsiteX44847" y="connsiteY44847"/>
              </a:cxn>
              <a:cxn ang="0">
                <a:pos x="connsiteX44848" y="connsiteY44848"/>
              </a:cxn>
              <a:cxn ang="0">
                <a:pos x="connsiteX44849" y="connsiteY44849"/>
              </a:cxn>
              <a:cxn ang="0">
                <a:pos x="connsiteX44850" y="connsiteY44850"/>
              </a:cxn>
              <a:cxn ang="0">
                <a:pos x="connsiteX44851" y="connsiteY44851"/>
              </a:cxn>
              <a:cxn ang="0">
                <a:pos x="connsiteX44852" y="connsiteY44852"/>
              </a:cxn>
              <a:cxn ang="0">
                <a:pos x="connsiteX44853" y="connsiteY44853"/>
              </a:cxn>
              <a:cxn ang="0">
                <a:pos x="connsiteX44854" y="connsiteY44854"/>
              </a:cxn>
              <a:cxn ang="0">
                <a:pos x="connsiteX44855" y="connsiteY44855"/>
              </a:cxn>
              <a:cxn ang="0">
                <a:pos x="connsiteX44856" y="connsiteY44856"/>
              </a:cxn>
              <a:cxn ang="0">
                <a:pos x="connsiteX44857" y="connsiteY44857"/>
              </a:cxn>
              <a:cxn ang="0">
                <a:pos x="connsiteX44858" y="connsiteY44858"/>
              </a:cxn>
              <a:cxn ang="0">
                <a:pos x="connsiteX44859" y="connsiteY44859"/>
              </a:cxn>
              <a:cxn ang="0">
                <a:pos x="connsiteX44860" y="connsiteY44860"/>
              </a:cxn>
              <a:cxn ang="0">
                <a:pos x="connsiteX44861" y="connsiteY44861"/>
              </a:cxn>
              <a:cxn ang="0">
                <a:pos x="connsiteX44862" y="connsiteY44862"/>
              </a:cxn>
              <a:cxn ang="0">
                <a:pos x="connsiteX44863" y="connsiteY44863"/>
              </a:cxn>
              <a:cxn ang="0">
                <a:pos x="connsiteX44864" y="connsiteY44864"/>
              </a:cxn>
              <a:cxn ang="0">
                <a:pos x="connsiteX44865" y="connsiteY44865"/>
              </a:cxn>
              <a:cxn ang="0">
                <a:pos x="connsiteX44866" y="connsiteY44866"/>
              </a:cxn>
              <a:cxn ang="0">
                <a:pos x="connsiteX44867" y="connsiteY44867"/>
              </a:cxn>
              <a:cxn ang="0">
                <a:pos x="connsiteX44868" y="connsiteY44868"/>
              </a:cxn>
              <a:cxn ang="0">
                <a:pos x="connsiteX44869" y="connsiteY44869"/>
              </a:cxn>
              <a:cxn ang="0">
                <a:pos x="connsiteX44870" y="connsiteY44870"/>
              </a:cxn>
              <a:cxn ang="0">
                <a:pos x="connsiteX44871" y="connsiteY44871"/>
              </a:cxn>
              <a:cxn ang="0">
                <a:pos x="connsiteX44872" y="connsiteY44872"/>
              </a:cxn>
              <a:cxn ang="0">
                <a:pos x="connsiteX44873" y="connsiteY44873"/>
              </a:cxn>
              <a:cxn ang="0">
                <a:pos x="connsiteX44874" y="connsiteY44874"/>
              </a:cxn>
              <a:cxn ang="0">
                <a:pos x="connsiteX44875" y="connsiteY44875"/>
              </a:cxn>
              <a:cxn ang="0">
                <a:pos x="connsiteX44876" y="connsiteY44876"/>
              </a:cxn>
              <a:cxn ang="0">
                <a:pos x="connsiteX44877" y="connsiteY44877"/>
              </a:cxn>
              <a:cxn ang="0">
                <a:pos x="connsiteX44878" y="connsiteY44878"/>
              </a:cxn>
              <a:cxn ang="0">
                <a:pos x="connsiteX44879" y="connsiteY44879"/>
              </a:cxn>
              <a:cxn ang="0">
                <a:pos x="connsiteX44880" y="connsiteY44880"/>
              </a:cxn>
              <a:cxn ang="0">
                <a:pos x="connsiteX44881" y="connsiteY44881"/>
              </a:cxn>
              <a:cxn ang="0">
                <a:pos x="connsiteX44882" y="connsiteY44882"/>
              </a:cxn>
              <a:cxn ang="0">
                <a:pos x="connsiteX44883" y="connsiteY44883"/>
              </a:cxn>
              <a:cxn ang="0">
                <a:pos x="connsiteX44884" y="connsiteY44884"/>
              </a:cxn>
              <a:cxn ang="0">
                <a:pos x="connsiteX44885" y="connsiteY44885"/>
              </a:cxn>
              <a:cxn ang="0">
                <a:pos x="connsiteX44886" y="connsiteY44886"/>
              </a:cxn>
              <a:cxn ang="0">
                <a:pos x="connsiteX44887" y="connsiteY44887"/>
              </a:cxn>
              <a:cxn ang="0">
                <a:pos x="connsiteX44888" y="connsiteY44888"/>
              </a:cxn>
              <a:cxn ang="0">
                <a:pos x="connsiteX44889" y="connsiteY44889"/>
              </a:cxn>
              <a:cxn ang="0">
                <a:pos x="connsiteX44890" y="connsiteY44890"/>
              </a:cxn>
              <a:cxn ang="0">
                <a:pos x="connsiteX44891" y="connsiteY44891"/>
              </a:cxn>
              <a:cxn ang="0">
                <a:pos x="connsiteX44892" y="connsiteY44892"/>
              </a:cxn>
              <a:cxn ang="0">
                <a:pos x="connsiteX44893" y="connsiteY44893"/>
              </a:cxn>
              <a:cxn ang="0">
                <a:pos x="connsiteX44894" y="connsiteY44894"/>
              </a:cxn>
              <a:cxn ang="0">
                <a:pos x="connsiteX44895" y="connsiteY44895"/>
              </a:cxn>
              <a:cxn ang="0">
                <a:pos x="connsiteX44896" y="connsiteY44896"/>
              </a:cxn>
              <a:cxn ang="0">
                <a:pos x="connsiteX44897" y="connsiteY44897"/>
              </a:cxn>
              <a:cxn ang="0">
                <a:pos x="connsiteX44898" y="connsiteY44898"/>
              </a:cxn>
              <a:cxn ang="0">
                <a:pos x="connsiteX44899" y="connsiteY44899"/>
              </a:cxn>
              <a:cxn ang="0">
                <a:pos x="connsiteX44900" y="connsiteY44900"/>
              </a:cxn>
              <a:cxn ang="0">
                <a:pos x="connsiteX44901" y="connsiteY44901"/>
              </a:cxn>
              <a:cxn ang="0">
                <a:pos x="connsiteX44902" y="connsiteY44902"/>
              </a:cxn>
              <a:cxn ang="0">
                <a:pos x="connsiteX44903" y="connsiteY44903"/>
              </a:cxn>
              <a:cxn ang="0">
                <a:pos x="connsiteX44904" y="connsiteY44904"/>
              </a:cxn>
              <a:cxn ang="0">
                <a:pos x="connsiteX44905" y="connsiteY44905"/>
              </a:cxn>
              <a:cxn ang="0">
                <a:pos x="connsiteX44906" y="connsiteY44906"/>
              </a:cxn>
              <a:cxn ang="0">
                <a:pos x="connsiteX44907" y="connsiteY44907"/>
              </a:cxn>
              <a:cxn ang="0">
                <a:pos x="connsiteX44908" y="connsiteY44908"/>
              </a:cxn>
              <a:cxn ang="0">
                <a:pos x="connsiteX44909" y="connsiteY44909"/>
              </a:cxn>
              <a:cxn ang="0">
                <a:pos x="connsiteX44910" y="connsiteY44910"/>
              </a:cxn>
              <a:cxn ang="0">
                <a:pos x="connsiteX44911" y="connsiteY44911"/>
              </a:cxn>
              <a:cxn ang="0">
                <a:pos x="connsiteX44912" y="connsiteY44912"/>
              </a:cxn>
              <a:cxn ang="0">
                <a:pos x="connsiteX44913" y="connsiteY44913"/>
              </a:cxn>
              <a:cxn ang="0">
                <a:pos x="connsiteX44914" y="connsiteY44914"/>
              </a:cxn>
              <a:cxn ang="0">
                <a:pos x="connsiteX44915" y="connsiteY44915"/>
              </a:cxn>
              <a:cxn ang="0">
                <a:pos x="connsiteX44916" y="connsiteY44916"/>
              </a:cxn>
              <a:cxn ang="0">
                <a:pos x="connsiteX44917" y="connsiteY44917"/>
              </a:cxn>
              <a:cxn ang="0">
                <a:pos x="connsiteX44918" y="connsiteY44918"/>
              </a:cxn>
              <a:cxn ang="0">
                <a:pos x="connsiteX44919" y="connsiteY44919"/>
              </a:cxn>
              <a:cxn ang="0">
                <a:pos x="connsiteX44920" y="connsiteY44920"/>
              </a:cxn>
              <a:cxn ang="0">
                <a:pos x="connsiteX44921" y="connsiteY44921"/>
              </a:cxn>
              <a:cxn ang="0">
                <a:pos x="connsiteX44922" y="connsiteY44922"/>
              </a:cxn>
              <a:cxn ang="0">
                <a:pos x="connsiteX44923" y="connsiteY44923"/>
              </a:cxn>
              <a:cxn ang="0">
                <a:pos x="connsiteX44924" y="connsiteY44924"/>
              </a:cxn>
              <a:cxn ang="0">
                <a:pos x="connsiteX44925" y="connsiteY44925"/>
              </a:cxn>
              <a:cxn ang="0">
                <a:pos x="connsiteX44926" y="connsiteY44926"/>
              </a:cxn>
              <a:cxn ang="0">
                <a:pos x="connsiteX44927" y="connsiteY44927"/>
              </a:cxn>
              <a:cxn ang="0">
                <a:pos x="connsiteX44928" y="connsiteY44928"/>
              </a:cxn>
              <a:cxn ang="0">
                <a:pos x="connsiteX44929" y="connsiteY44929"/>
              </a:cxn>
              <a:cxn ang="0">
                <a:pos x="connsiteX44930" y="connsiteY44930"/>
              </a:cxn>
              <a:cxn ang="0">
                <a:pos x="connsiteX44931" y="connsiteY44931"/>
              </a:cxn>
              <a:cxn ang="0">
                <a:pos x="connsiteX44932" y="connsiteY44932"/>
              </a:cxn>
              <a:cxn ang="0">
                <a:pos x="connsiteX44933" y="connsiteY44933"/>
              </a:cxn>
              <a:cxn ang="0">
                <a:pos x="connsiteX44934" y="connsiteY44934"/>
              </a:cxn>
              <a:cxn ang="0">
                <a:pos x="connsiteX44935" y="connsiteY44935"/>
              </a:cxn>
              <a:cxn ang="0">
                <a:pos x="connsiteX44936" y="connsiteY44936"/>
              </a:cxn>
              <a:cxn ang="0">
                <a:pos x="connsiteX44937" y="connsiteY44937"/>
              </a:cxn>
              <a:cxn ang="0">
                <a:pos x="connsiteX44938" y="connsiteY44938"/>
              </a:cxn>
              <a:cxn ang="0">
                <a:pos x="connsiteX44939" y="connsiteY44939"/>
              </a:cxn>
              <a:cxn ang="0">
                <a:pos x="connsiteX44940" y="connsiteY44940"/>
              </a:cxn>
              <a:cxn ang="0">
                <a:pos x="connsiteX44941" y="connsiteY44941"/>
              </a:cxn>
              <a:cxn ang="0">
                <a:pos x="connsiteX44942" y="connsiteY44942"/>
              </a:cxn>
              <a:cxn ang="0">
                <a:pos x="connsiteX44943" y="connsiteY44943"/>
              </a:cxn>
              <a:cxn ang="0">
                <a:pos x="connsiteX44944" y="connsiteY44944"/>
              </a:cxn>
              <a:cxn ang="0">
                <a:pos x="connsiteX44945" y="connsiteY44945"/>
              </a:cxn>
              <a:cxn ang="0">
                <a:pos x="connsiteX44946" y="connsiteY44946"/>
              </a:cxn>
              <a:cxn ang="0">
                <a:pos x="connsiteX44947" y="connsiteY44947"/>
              </a:cxn>
              <a:cxn ang="0">
                <a:pos x="connsiteX44948" y="connsiteY44948"/>
              </a:cxn>
              <a:cxn ang="0">
                <a:pos x="connsiteX44949" y="connsiteY44949"/>
              </a:cxn>
              <a:cxn ang="0">
                <a:pos x="connsiteX44950" y="connsiteY44950"/>
              </a:cxn>
              <a:cxn ang="0">
                <a:pos x="connsiteX44951" y="connsiteY44951"/>
              </a:cxn>
              <a:cxn ang="0">
                <a:pos x="connsiteX44952" y="connsiteY44952"/>
              </a:cxn>
              <a:cxn ang="0">
                <a:pos x="connsiteX44953" y="connsiteY44953"/>
              </a:cxn>
              <a:cxn ang="0">
                <a:pos x="connsiteX44954" y="connsiteY44954"/>
              </a:cxn>
              <a:cxn ang="0">
                <a:pos x="connsiteX44955" y="connsiteY44955"/>
              </a:cxn>
              <a:cxn ang="0">
                <a:pos x="connsiteX44956" y="connsiteY44956"/>
              </a:cxn>
              <a:cxn ang="0">
                <a:pos x="connsiteX44957" y="connsiteY44957"/>
              </a:cxn>
              <a:cxn ang="0">
                <a:pos x="connsiteX44958" y="connsiteY44958"/>
              </a:cxn>
              <a:cxn ang="0">
                <a:pos x="connsiteX44959" y="connsiteY44959"/>
              </a:cxn>
              <a:cxn ang="0">
                <a:pos x="connsiteX44960" y="connsiteY44960"/>
              </a:cxn>
              <a:cxn ang="0">
                <a:pos x="connsiteX44961" y="connsiteY44961"/>
              </a:cxn>
              <a:cxn ang="0">
                <a:pos x="connsiteX44962" y="connsiteY44962"/>
              </a:cxn>
              <a:cxn ang="0">
                <a:pos x="connsiteX44963" y="connsiteY44963"/>
              </a:cxn>
              <a:cxn ang="0">
                <a:pos x="connsiteX44964" y="connsiteY44964"/>
              </a:cxn>
              <a:cxn ang="0">
                <a:pos x="connsiteX44965" y="connsiteY44965"/>
              </a:cxn>
              <a:cxn ang="0">
                <a:pos x="connsiteX44966" y="connsiteY44966"/>
              </a:cxn>
              <a:cxn ang="0">
                <a:pos x="connsiteX44967" y="connsiteY44967"/>
              </a:cxn>
              <a:cxn ang="0">
                <a:pos x="connsiteX44968" y="connsiteY44968"/>
              </a:cxn>
              <a:cxn ang="0">
                <a:pos x="connsiteX44969" y="connsiteY44969"/>
              </a:cxn>
              <a:cxn ang="0">
                <a:pos x="connsiteX44970" y="connsiteY44970"/>
              </a:cxn>
              <a:cxn ang="0">
                <a:pos x="connsiteX44971" y="connsiteY44971"/>
              </a:cxn>
              <a:cxn ang="0">
                <a:pos x="connsiteX44972" y="connsiteY44972"/>
              </a:cxn>
              <a:cxn ang="0">
                <a:pos x="connsiteX44973" y="connsiteY44973"/>
              </a:cxn>
              <a:cxn ang="0">
                <a:pos x="connsiteX44974" y="connsiteY44974"/>
              </a:cxn>
              <a:cxn ang="0">
                <a:pos x="connsiteX44975" y="connsiteY44975"/>
              </a:cxn>
              <a:cxn ang="0">
                <a:pos x="connsiteX44976" y="connsiteY44976"/>
              </a:cxn>
              <a:cxn ang="0">
                <a:pos x="connsiteX44977" y="connsiteY44977"/>
              </a:cxn>
              <a:cxn ang="0">
                <a:pos x="connsiteX44978" y="connsiteY44978"/>
              </a:cxn>
              <a:cxn ang="0">
                <a:pos x="connsiteX44979" y="connsiteY44979"/>
              </a:cxn>
              <a:cxn ang="0">
                <a:pos x="connsiteX44980" y="connsiteY44980"/>
              </a:cxn>
              <a:cxn ang="0">
                <a:pos x="connsiteX44981" y="connsiteY44981"/>
              </a:cxn>
              <a:cxn ang="0">
                <a:pos x="connsiteX44982" y="connsiteY44982"/>
              </a:cxn>
              <a:cxn ang="0">
                <a:pos x="connsiteX44983" y="connsiteY44983"/>
              </a:cxn>
              <a:cxn ang="0">
                <a:pos x="connsiteX44984" y="connsiteY44984"/>
              </a:cxn>
              <a:cxn ang="0">
                <a:pos x="connsiteX44985" y="connsiteY44985"/>
              </a:cxn>
              <a:cxn ang="0">
                <a:pos x="connsiteX44986" y="connsiteY44986"/>
              </a:cxn>
              <a:cxn ang="0">
                <a:pos x="connsiteX44987" y="connsiteY44987"/>
              </a:cxn>
              <a:cxn ang="0">
                <a:pos x="connsiteX44988" y="connsiteY44988"/>
              </a:cxn>
              <a:cxn ang="0">
                <a:pos x="connsiteX44989" y="connsiteY44989"/>
              </a:cxn>
              <a:cxn ang="0">
                <a:pos x="connsiteX44990" y="connsiteY44990"/>
              </a:cxn>
              <a:cxn ang="0">
                <a:pos x="connsiteX44991" y="connsiteY44991"/>
              </a:cxn>
              <a:cxn ang="0">
                <a:pos x="connsiteX44992" y="connsiteY44992"/>
              </a:cxn>
              <a:cxn ang="0">
                <a:pos x="connsiteX44993" y="connsiteY44993"/>
              </a:cxn>
              <a:cxn ang="0">
                <a:pos x="connsiteX44994" y="connsiteY44994"/>
              </a:cxn>
              <a:cxn ang="0">
                <a:pos x="connsiteX44995" y="connsiteY44995"/>
              </a:cxn>
              <a:cxn ang="0">
                <a:pos x="connsiteX44996" y="connsiteY44996"/>
              </a:cxn>
              <a:cxn ang="0">
                <a:pos x="connsiteX44997" y="connsiteY44997"/>
              </a:cxn>
              <a:cxn ang="0">
                <a:pos x="connsiteX44998" y="connsiteY44998"/>
              </a:cxn>
              <a:cxn ang="0">
                <a:pos x="connsiteX44999" y="connsiteY44999"/>
              </a:cxn>
              <a:cxn ang="0">
                <a:pos x="connsiteX45000" y="connsiteY45000"/>
              </a:cxn>
              <a:cxn ang="0">
                <a:pos x="connsiteX45001" y="connsiteY45001"/>
              </a:cxn>
              <a:cxn ang="0">
                <a:pos x="connsiteX45002" y="connsiteY45002"/>
              </a:cxn>
              <a:cxn ang="0">
                <a:pos x="connsiteX45003" y="connsiteY45003"/>
              </a:cxn>
              <a:cxn ang="0">
                <a:pos x="connsiteX45004" y="connsiteY45004"/>
              </a:cxn>
              <a:cxn ang="0">
                <a:pos x="connsiteX45005" y="connsiteY45005"/>
              </a:cxn>
              <a:cxn ang="0">
                <a:pos x="connsiteX45006" y="connsiteY45006"/>
              </a:cxn>
              <a:cxn ang="0">
                <a:pos x="connsiteX45007" y="connsiteY45007"/>
              </a:cxn>
              <a:cxn ang="0">
                <a:pos x="connsiteX45008" y="connsiteY45008"/>
              </a:cxn>
              <a:cxn ang="0">
                <a:pos x="connsiteX45009" y="connsiteY45009"/>
              </a:cxn>
              <a:cxn ang="0">
                <a:pos x="connsiteX45010" y="connsiteY45010"/>
              </a:cxn>
              <a:cxn ang="0">
                <a:pos x="connsiteX45011" y="connsiteY45011"/>
              </a:cxn>
              <a:cxn ang="0">
                <a:pos x="connsiteX45012" y="connsiteY45012"/>
              </a:cxn>
              <a:cxn ang="0">
                <a:pos x="connsiteX45013" y="connsiteY45013"/>
              </a:cxn>
              <a:cxn ang="0">
                <a:pos x="connsiteX45014" y="connsiteY45014"/>
              </a:cxn>
              <a:cxn ang="0">
                <a:pos x="connsiteX45015" y="connsiteY45015"/>
              </a:cxn>
              <a:cxn ang="0">
                <a:pos x="connsiteX45016" y="connsiteY45016"/>
              </a:cxn>
              <a:cxn ang="0">
                <a:pos x="connsiteX45017" y="connsiteY45017"/>
              </a:cxn>
              <a:cxn ang="0">
                <a:pos x="connsiteX45018" y="connsiteY45018"/>
              </a:cxn>
              <a:cxn ang="0">
                <a:pos x="connsiteX45019" y="connsiteY45019"/>
              </a:cxn>
              <a:cxn ang="0">
                <a:pos x="connsiteX45020" y="connsiteY45020"/>
              </a:cxn>
              <a:cxn ang="0">
                <a:pos x="connsiteX45021" y="connsiteY45021"/>
              </a:cxn>
              <a:cxn ang="0">
                <a:pos x="connsiteX45022" y="connsiteY45022"/>
              </a:cxn>
              <a:cxn ang="0">
                <a:pos x="connsiteX45023" y="connsiteY45023"/>
              </a:cxn>
              <a:cxn ang="0">
                <a:pos x="connsiteX45024" y="connsiteY45024"/>
              </a:cxn>
              <a:cxn ang="0">
                <a:pos x="connsiteX45025" y="connsiteY45025"/>
              </a:cxn>
              <a:cxn ang="0">
                <a:pos x="connsiteX45026" y="connsiteY45026"/>
              </a:cxn>
              <a:cxn ang="0">
                <a:pos x="connsiteX45027" y="connsiteY45027"/>
              </a:cxn>
              <a:cxn ang="0">
                <a:pos x="connsiteX45028" y="connsiteY45028"/>
              </a:cxn>
              <a:cxn ang="0">
                <a:pos x="connsiteX45029" y="connsiteY45029"/>
              </a:cxn>
              <a:cxn ang="0">
                <a:pos x="connsiteX45030" y="connsiteY45030"/>
              </a:cxn>
              <a:cxn ang="0">
                <a:pos x="connsiteX45031" y="connsiteY45031"/>
              </a:cxn>
              <a:cxn ang="0">
                <a:pos x="connsiteX45032" y="connsiteY45032"/>
              </a:cxn>
              <a:cxn ang="0">
                <a:pos x="connsiteX45033" y="connsiteY45033"/>
              </a:cxn>
              <a:cxn ang="0">
                <a:pos x="connsiteX45034" y="connsiteY45034"/>
              </a:cxn>
              <a:cxn ang="0">
                <a:pos x="connsiteX45035" y="connsiteY45035"/>
              </a:cxn>
              <a:cxn ang="0">
                <a:pos x="connsiteX45036" y="connsiteY45036"/>
              </a:cxn>
              <a:cxn ang="0">
                <a:pos x="connsiteX45037" y="connsiteY45037"/>
              </a:cxn>
              <a:cxn ang="0">
                <a:pos x="connsiteX45038" y="connsiteY45038"/>
              </a:cxn>
              <a:cxn ang="0">
                <a:pos x="connsiteX45039" y="connsiteY45039"/>
              </a:cxn>
              <a:cxn ang="0">
                <a:pos x="connsiteX45040" y="connsiteY45040"/>
              </a:cxn>
              <a:cxn ang="0">
                <a:pos x="connsiteX45041" y="connsiteY45041"/>
              </a:cxn>
              <a:cxn ang="0">
                <a:pos x="connsiteX45042" y="connsiteY45042"/>
              </a:cxn>
              <a:cxn ang="0">
                <a:pos x="connsiteX45043" y="connsiteY45043"/>
              </a:cxn>
              <a:cxn ang="0">
                <a:pos x="connsiteX45044" y="connsiteY45044"/>
              </a:cxn>
              <a:cxn ang="0">
                <a:pos x="connsiteX45045" y="connsiteY45045"/>
              </a:cxn>
              <a:cxn ang="0">
                <a:pos x="connsiteX45046" y="connsiteY45046"/>
              </a:cxn>
              <a:cxn ang="0">
                <a:pos x="connsiteX45047" y="connsiteY45047"/>
              </a:cxn>
              <a:cxn ang="0">
                <a:pos x="connsiteX45048" y="connsiteY45048"/>
              </a:cxn>
              <a:cxn ang="0">
                <a:pos x="connsiteX45049" y="connsiteY45049"/>
              </a:cxn>
              <a:cxn ang="0">
                <a:pos x="connsiteX45050" y="connsiteY45050"/>
              </a:cxn>
              <a:cxn ang="0">
                <a:pos x="connsiteX45051" y="connsiteY45051"/>
              </a:cxn>
              <a:cxn ang="0">
                <a:pos x="connsiteX45052" y="connsiteY45052"/>
              </a:cxn>
              <a:cxn ang="0">
                <a:pos x="connsiteX45053" y="connsiteY45053"/>
              </a:cxn>
              <a:cxn ang="0">
                <a:pos x="connsiteX45054" y="connsiteY45054"/>
              </a:cxn>
              <a:cxn ang="0">
                <a:pos x="connsiteX45055" y="connsiteY45055"/>
              </a:cxn>
              <a:cxn ang="0">
                <a:pos x="connsiteX45056" y="connsiteY45056"/>
              </a:cxn>
              <a:cxn ang="0">
                <a:pos x="connsiteX45057" y="connsiteY45057"/>
              </a:cxn>
              <a:cxn ang="0">
                <a:pos x="connsiteX45058" y="connsiteY45058"/>
              </a:cxn>
              <a:cxn ang="0">
                <a:pos x="connsiteX45059" y="connsiteY45059"/>
              </a:cxn>
              <a:cxn ang="0">
                <a:pos x="connsiteX45060" y="connsiteY45060"/>
              </a:cxn>
              <a:cxn ang="0">
                <a:pos x="connsiteX45061" y="connsiteY45061"/>
              </a:cxn>
              <a:cxn ang="0">
                <a:pos x="connsiteX45062" y="connsiteY45062"/>
              </a:cxn>
              <a:cxn ang="0">
                <a:pos x="connsiteX45063" y="connsiteY45063"/>
              </a:cxn>
              <a:cxn ang="0">
                <a:pos x="connsiteX45064" y="connsiteY45064"/>
              </a:cxn>
              <a:cxn ang="0">
                <a:pos x="connsiteX45065" y="connsiteY45065"/>
              </a:cxn>
              <a:cxn ang="0">
                <a:pos x="connsiteX45066" y="connsiteY45066"/>
              </a:cxn>
              <a:cxn ang="0">
                <a:pos x="connsiteX45067" y="connsiteY45067"/>
              </a:cxn>
              <a:cxn ang="0">
                <a:pos x="connsiteX45068" y="connsiteY45068"/>
              </a:cxn>
              <a:cxn ang="0">
                <a:pos x="connsiteX45069" y="connsiteY45069"/>
              </a:cxn>
              <a:cxn ang="0">
                <a:pos x="connsiteX45070" y="connsiteY45070"/>
              </a:cxn>
              <a:cxn ang="0">
                <a:pos x="connsiteX45071" y="connsiteY45071"/>
              </a:cxn>
              <a:cxn ang="0">
                <a:pos x="connsiteX45072" y="connsiteY45072"/>
              </a:cxn>
              <a:cxn ang="0">
                <a:pos x="connsiteX45073" y="connsiteY45073"/>
              </a:cxn>
              <a:cxn ang="0">
                <a:pos x="connsiteX45074" y="connsiteY45074"/>
              </a:cxn>
              <a:cxn ang="0">
                <a:pos x="connsiteX45075" y="connsiteY45075"/>
              </a:cxn>
              <a:cxn ang="0">
                <a:pos x="connsiteX45076" y="connsiteY45076"/>
              </a:cxn>
              <a:cxn ang="0">
                <a:pos x="connsiteX45077" y="connsiteY45077"/>
              </a:cxn>
              <a:cxn ang="0">
                <a:pos x="connsiteX45078" y="connsiteY45078"/>
              </a:cxn>
              <a:cxn ang="0">
                <a:pos x="connsiteX45079" y="connsiteY45079"/>
              </a:cxn>
              <a:cxn ang="0">
                <a:pos x="connsiteX45080" y="connsiteY45080"/>
              </a:cxn>
              <a:cxn ang="0">
                <a:pos x="connsiteX45081" y="connsiteY45081"/>
              </a:cxn>
              <a:cxn ang="0">
                <a:pos x="connsiteX45082" y="connsiteY45082"/>
              </a:cxn>
              <a:cxn ang="0">
                <a:pos x="connsiteX45083" y="connsiteY45083"/>
              </a:cxn>
              <a:cxn ang="0">
                <a:pos x="connsiteX45084" y="connsiteY45084"/>
              </a:cxn>
              <a:cxn ang="0">
                <a:pos x="connsiteX45085" y="connsiteY45085"/>
              </a:cxn>
              <a:cxn ang="0">
                <a:pos x="connsiteX45086" y="connsiteY45086"/>
              </a:cxn>
              <a:cxn ang="0">
                <a:pos x="connsiteX45087" y="connsiteY45087"/>
              </a:cxn>
              <a:cxn ang="0">
                <a:pos x="connsiteX45088" y="connsiteY45088"/>
              </a:cxn>
              <a:cxn ang="0">
                <a:pos x="connsiteX45089" y="connsiteY45089"/>
              </a:cxn>
              <a:cxn ang="0">
                <a:pos x="connsiteX45090" y="connsiteY45090"/>
              </a:cxn>
              <a:cxn ang="0">
                <a:pos x="connsiteX45091" y="connsiteY45091"/>
              </a:cxn>
              <a:cxn ang="0">
                <a:pos x="connsiteX45092" y="connsiteY45092"/>
              </a:cxn>
              <a:cxn ang="0">
                <a:pos x="connsiteX45093" y="connsiteY45093"/>
              </a:cxn>
              <a:cxn ang="0">
                <a:pos x="connsiteX45094" y="connsiteY45094"/>
              </a:cxn>
              <a:cxn ang="0">
                <a:pos x="connsiteX45095" y="connsiteY45095"/>
              </a:cxn>
              <a:cxn ang="0">
                <a:pos x="connsiteX45096" y="connsiteY45096"/>
              </a:cxn>
              <a:cxn ang="0">
                <a:pos x="connsiteX45097" y="connsiteY45097"/>
              </a:cxn>
              <a:cxn ang="0">
                <a:pos x="connsiteX45098" y="connsiteY45098"/>
              </a:cxn>
              <a:cxn ang="0">
                <a:pos x="connsiteX45099" y="connsiteY45099"/>
              </a:cxn>
              <a:cxn ang="0">
                <a:pos x="connsiteX45100" y="connsiteY45100"/>
              </a:cxn>
              <a:cxn ang="0">
                <a:pos x="connsiteX45101" y="connsiteY45101"/>
              </a:cxn>
              <a:cxn ang="0">
                <a:pos x="connsiteX45102" y="connsiteY45102"/>
              </a:cxn>
              <a:cxn ang="0">
                <a:pos x="connsiteX45103" y="connsiteY45103"/>
              </a:cxn>
              <a:cxn ang="0">
                <a:pos x="connsiteX45104" y="connsiteY45104"/>
              </a:cxn>
              <a:cxn ang="0">
                <a:pos x="connsiteX45105" y="connsiteY45105"/>
              </a:cxn>
              <a:cxn ang="0">
                <a:pos x="connsiteX45106" y="connsiteY45106"/>
              </a:cxn>
              <a:cxn ang="0">
                <a:pos x="connsiteX45107" y="connsiteY45107"/>
              </a:cxn>
              <a:cxn ang="0">
                <a:pos x="connsiteX45108" y="connsiteY45108"/>
              </a:cxn>
              <a:cxn ang="0">
                <a:pos x="connsiteX45109" y="connsiteY45109"/>
              </a:cxn>
              <a:cxn ang="0">
                <a:pos x="connsiteX45110" y="connsiteY45110"/>
              </a:cxn>
              <a:cxn ang="0">
                <a:pos x="connsiteX45111" y="connsiteY45111"/>
              </a:cxn>
              <a:cxn ang="0">
                <a:pos x="connsiteX45112" y="connsiteY45112"/>
              </a:cxn>
              <a:cxn ang="0">
                <a:pos x="connsiteX45113" y="connsiteY45113"/>
              </a:cxn>
              <a:cxn ang="0">
                <a:pos x="connsiteX45114" y="connsiteY45114"/>
              </a:cxn>
              <a:cxn ang="0">
                <a:pos x="connsiteX45115" y="connsiteY45115"/>
              </a:cxn>
              <a:cxn ang="0">
                <a:pos x="connsiteX45116" y="connsiteY45116"/>
              </a:cxn>
              <a:cxn ang="0">
                <a:pos x="connsiteX45117" y="connsiteY45117"/>
              </a:cxn>
              <a:cxn ang="0">
                <a:pos x="connsiteX45118" y="connsiteY45118"/>
              </a:cxn>
              <a:cxn ang="0">
                <a:pos x="connsiteX45119" y="connsiteY45119"/>
              </a:cxn>
              <a:cxn ang="0">
                <a:pos x="connsiteX45120" y="connsiteY45120"/>
              </a:cxn>
              <a:cxn ang="0">
                <a:pos x="connsiteX45121" y="connsiteY45121"/>
              </a:cxn>
              <a:cxn ang="0">
                <a:pos x="connsiteX45122" y="connsiteY45122"/>
              </a:cxn>
              <a:cxn ang="0">
                <a:pos x="connsiteX45123" y="connsiteY45123"/>
              </a:cxn>
              <a:cxn ang="0">
                <a:pos x="connsiteX45124" y="connsiteY45124"/>
              </a:cxn>
              <a:cxn ang="0">
                <a:pos x="connsiteX45125" y="connsiteY45125"/>
              </a:cxn>
              <a:cxn ang="0">
                <a:pos x="connsiteX45126" y="connsiteY45126"/>
              </a:cxn>
              <a:cxn ang="0">
                <a:pos x="connsiteX45127" y="connsiteY45127"/>
              </a:cxn>
              <a:cxn ang="0">
                <a:pos x="connsiteX45128" y="connsiteY45128"/>
              </a:cxn>
              <a:cxn ang="0">
                <a:pos x="connsiteX45129" y="connsiteY45129"/>
              </a:cxn>
              <a:cxn ang="0">
                <a:pos x="connsiteX45130" y="connsiteY45130"/>
              </a:cxn>
              <a:cxn ang="0">
                <a:pos x="connsiteX45131" y="connsiteY45131"/>
              </a:cxn>
              <a:cxn ang="0">
                <a:pos x="connsiteX45132" y="connsiteY45132"/>
              </a:cxn>
              <a:cxn ang="0">
                <a:pos x="connsiteX45133" y="connsiteY45133"/>
              </a:cxn>
              <a:cxn ang="0">
                <a:pos x="connsiteX45134" y="connsiteY45134"/>
              </a:cxn>
              <a:cxn ang="0">
                <a:pos x="connsiteX45135" y="connsiteY45135"/>
              </a:cxn>
              <a:cxn ang="0">
                <a:pos x="connsiteX45136" y="connsiteY45136"/>
              </a:cxn>
              <a:cxn ang="0">
                <a:pos x="connsiteX45137" y="connsiteY45137"/>
              </a:cxn>
              <a:cxn ang="0">
                <a:pos x="connsiteX45138" y="connsiteY45138"/>
              </a:cxn>
              <a:cxn ang="0">
                <a:pos x="connsiteX45139" y="connsiteY45139"/>
              </a:cxn>
              <a:cxn ang="0">
                <a:pos x="connsiteX45140" y="connsiteY45140"/>
              </a:cxn>
              <a:cxn ang="0">
                <a:pos x="connsiteX45141" y="connsiteY45141"/>
              </a:cxn>
              <a:cxn ang="0">
                <a:pos x="connsiteX45142" y="connsiteY45142"/>
              </a:cxn>
              <a:cxn ang="0">
                <a:pos x="connsiteX45143" y="connsiteY45143"/>
              </a:cxn>
              <a:cxn ang="0">
                <a:pos x="connsiteX45144" y="connsiteY45144"/>
              </a:cxn>
              <a:cxn ang="0">
                <a:pos x="connsiteX45145" y="connsiteY45145"/>
              </a:cxn>
              <a:cxn ang="0">
                <a:pos x="connsiteX45146" y="connsiteY45146"/>
              </a:cxn>
              <a:cxn ang="0">
                <a:pos x="connsiteX45147" y="connsiteY45147"/>
              </a:cxn>
              <a:cxn ang="0">
                <a:pos x="connsiteX45148" y="connsiteY45148"/>
              </a:cxn>
              <a:cxn ang="0">
                <a:pos x="connsiteX45149" y="connsiteY45149"/>
              </a:cxn>
              <a:cxn ang="0">
                <a:pos x="connsiteX45150" y="connsiteY45150"/>
              </a:cxn>
              <a:cxn ang="0">
                <a:pos x="connsiteX45151" y="connsiteY45151"/>
              </a:cxn>
              <a:cxn ang="0">
                <a:pos x="connsiteX45152" y="connsiteY45152"/>
              </a:cxn>
              <a:cxn ang="0">
                <a:pos x="connsiteX45153" y="connsiteY45153"/>
              </a:cxn>
              <a:cxn ang="0">
                <a:pos x="connsiteX45154" y="connsiteY45154"/>
              </a:cxn>
              <a:cxn ang="0">
                <a:pos x="connsiteX45155" y="connsiteY45155"/>
              </a:cxn>
              <a:cxn ang="0">
                <a:pos x="connsiteX45156" y="connsiteY45156"/>
              </a:cxn>
              <a:cxn ang="0">
                <a:pos x="connsiteX45157" y="connsiteY45157"/>
              </a:cxn>
              <a:cxn ang="0">
                <a:pos x="connsiteX45158" y="connsiteY45158"/>
              </a:cxn>
              <a:cxn ang="0">
                <a:pos x="connsiteX45159" y="connsiteY45159"/>
              </a:cxn>
              <a:cxn ang="0">
                <a:pos x="connsiteX45160" y="connsiteY45160"/>
              </a:cxn>
              <a:cxn ang="0">
                <a:pos x="connsiteX45161" y="connsiteY45161"/>
              </a:cxn>
              <a:cxn ang="0">
                <a:pos x="connsiteX45162" y="connsiteY45162"/>
              </a:cxn>
              <a:cxn ang="0">
                <a:pos x="connsiteX45163" y="connsiteY45163"/>
              </a:cxn>
              <a:cxn ang="0">
                <a:pos x="connsiteX45164" y="connsiteY45164"/>
              </a:cxn>
              <a:cxn ang="0">
                <a:pos x="connsiteX45165" y="connsiteY45165"/>
              </a:cxn>
              <a:cxn ang="0">
                <a:pos x="connsiteX45166" y="connsiteY45166"/>
              </a:cxn>
              <a:cxn ang="0">
                <a:pos x="connsiteX45167" y="connsiteY45167"/>
              </a:cxn>
              <a:cxn ang="0">
                <a:pos x="connsiteX45168" y="connsiteY45168"/>
              </a:cxn>
              <a:cxn ang="0">
                <a:pos x="connsiteX45169" y="connsiteY45169"/>
              </a:cxn>
              <a:cxn ang="0">
                <a:pos x="connsiteX45170" y="connsiteY45170"/>
              </a:cxn>
              <a:cxn ang="0">
                <a:pos x="connsiteX45171" y="connsiteY45171"/>
              </a:cxn>
              <a:cxn ang="0">
                <a:pos x="connsiteX45172" y="connsiteY45172"/>
              </a:cxn>
              <a:cxn ang="0">
                <a:pos x="connsiteX45173" y="connsiteY45173"/>
              </a:cxn>
              <a:cxn ang="0">
                <a:pos x="connsiteX45174" y="connsiteY45174"/>
              </a:cxn>
              <a:cxn ang="0">
                <a:pos x="connsiteX45175" y="connsiteY45175"/>
              </a:cxn>
              <a:cxn ang="0">
                <a:pos x="connsiteX45176" y="connsiteY45176"/>
              </a:cxn>
              <a:cxn ang="0">
                <a:pos x="connsiteX45177" y="connsiteY45177"/>
              </a:cxn>
              <a:cxn ang="0">
                <a:pos x="connsiteX45178" y="connsiteY45178"/>
              </a:cxn>
              <a:cxn ang="0">
                <a:pos x="connsiteX45179" y="connsiteY45179"/>
              </a:cxn>
              <a:cxn ang="0">
                <a:pos x="connsiteX45180" y="connsiteY45180"/>
              </a:cxn>
              <a:cxn ang="0">
                <a:pos x="connsiteX45181" y="connsiteY45181"/>
              </a:cxn>
              <a:cxn ang="0">
                <a:pos x="connsiteX45182" y="connsiteY45182"/>
              </a:cxn>
              <a:cxn ang="0">
                <a:pos x="connsiteX45183" y="connsiteY45183"/>
              </a:cxn>
              <a:cxn ang="0">
                <a:pos x="connsiteX45184" y="connsiteY45184"/>
              </a:cxn>
              <a:cxn ang="0">
                <a:pos x="connsiteX45185" y="connsiteY45185"/>
              </a:cxn>
              <a:cxn ang="0">
                <a:pos x="connsiteX45186" y="connsiteY45186"/>
              </a:cxn>
              <a:cxn ang="0">
                <a:pos x="connsiteX45187" y="connsiteY45187"/>
              </a:cxn>
              <a:cxn ang="0">
                <a:pos x="connsiteX45188" y="connsiteY45188"/>
              </a:cxn>
              <a:cxn ang="0">
                <a:pos x="connsiteX45189" y="connsiteY45189"/>
              </a:cxn>
              <a:cxn ang="0">
                <a:pos x="connsiteX45190" y="connsiteY45190"/>
              </a:cxn>
              <a:cxn ang="0">
                <a:pos x="connsiteX45191" y="connsiteY45191"/>
              </a:cxn>
              <a:cxn ang="0">
                <a:pos x="connsiteX45192" y="connsiteY45192"/>
              </a:cxn>
              <a:cxn ang="0">
                <a:pos x="connsiteX45193" y="connsiteY45193"/>
              </a:cxn>
              <a:cxn ang="0">
                <a:pos x="connsiteX45194" y="connsiteY45194"/>
              </a:cxn>
              <a:cxn ang="0">
                <a:pos x="connsiteX45195" y="connsiteY45195"/>
              </a:cxn>
              <a:cxn ang="0">
                <a:pos x="connsiteX45196" y="connsiteY45196"/>
              </a:cxn>
              <a:cxn ang="0">
                <a:pos x="connsiteX45197" y="connsiteY45197"/>
              </a:cxn>
              <a:cxn ang="0">
                <a:pos x="connsiteX45198" y="connsiteY45198"/>
              </a:cxn>
              <a:cxn ang="0">
                <a:pos x="connsiteX45199" y="connsiteY45199"/>
              </a:cxn>
              <a:cxn ang="0">
                <a:pos x="connsiteX45200" y="connsiteY45200"/>
              </a:cxn>
              <a:cxn ang="0">
                <a:pos x="connsiteX45201" y="connsiteY45201"/>
              </a:cxn>
              <a:cxn ang="0">
                <a:pos x="connsiteX45202" y="connsiteY45202"/>
              </a:cxn>
              <a:cxn ang="0">
                <a:pos x="connsiteX45203" y="connsiteY45203"/>
              </a:cxn>
              <a:cxn ang="0">
                <a:pos x="connsiteX45204" y="connsiteY45204"/>
              </a:cxn>
              <a:cxn ang="0">
                <a:pos x="connsiteX45205" y="connsiteY45205"/>
              </a:cxn>
              <a:cxn ang="0">
                <a:pos x="connsiteX45206" y="connsiteY45206"/>
              </a:cxn>
              <a:cxn ang="0">
                <a:pos x="connsiteX45207" y="connsiteY45207"/>
              </a:cxn>
              <a:cxn ang="0">
                <a:pos x="connsiteX45208" y="connsiteY45208"/>
              </a:cxn>
              <a:cxn ang="0">
                <a:pos x="connsiteX45209" y="connsiteY45209"/>
              </a:cxn>
              <a:cxn ang="0">
                <a:pos x="connsiteX45210" y="connsiteY45210"/>
              </a:cxn>
              <a:cxn ang="0">
                <a:pos x="connsiteX45211" y="connsiteY45211"/>
              </a:cxn>
              <a:cxn ang="0">
                <a:pos x="connsiteX45212" y="connsiteY45212"/>
              </a:cxn>
              <a:cxn ang="0">
                <a:pos x="connsiteX45213" y="connsiteY45213"/>
              </a:cxn>
              <a:cxn ang="0">
                <a:pos x="connsiteX45214" y="connsiteY45214"/>
              </a:cxn>
              <a:cxn ang="0">
                <a:pos x="connsiteX45215" y="connsiteY45215"/>
              </a:cxn>
              <a:cxn ang="0">
                <a:pos x="connsiteX45216" y="connsiteY45216"/>
              </a:cxn>
              <a:cxn ang="0">
                <a:pos x="connsiteX45217" y="connsiteY45217"/>
              </a:cxn>
              <a:cxn ang="0">
                <a:pos x="connsiteX45218" y="connsiteY45218"/>
              </a:cxn>
              <a:cxn ang="0">
                <a:pos x="connsiteX45219" y="connsiteY45219"/>
              </a:cxn>
              <a:cxn ang="0">
                <a:pos x="connsiteX45220" y="connsiteY45220"/>
              </a:cxn>
              <a:cxn ang="0">
                <a:pos x="connsiteX45221" y="connsiteY45221"/>
              </a:cxn>
              <a:cxn ang="0">
                <a:pos x="connsiteX45222" y="connsiteY45222"/>
              </a:cxn>
              <a:cxn ang="0">
                <a:pos x="connsiteX45223" y="connsiteY45223"/>
              </a:cxn>
              <a:cxn ang="0">
                <a:pos x="connsiteX45224" y="connsiteY45224"/>
              </a:cxn>
              <a:cxn ang="0">
                <a:pos x="connsiteX45225" y="connsiteY45225"/>
              </a:cxn>
              <a:cxn ang="0">
                <a:pos x="connsiteX45226" y="connsiteY45226"/>
              </a:cxn>
              <a:cxn ang="0">
                <a:pos x="connsiteX45227" y="connsiteY45227"/>
              </a:cxn>
              <a:cxn ang="0">
                <a:pos x="connsiteX45228" y="connsiteY45228"/>
              </a:cxn>
              <a:cxn ang="0">
                <a:pos x="connsiteX45229" y="connsiteY45229"/>
              </a:cxn>
              <a:cxn ang="0">
                <a:pos x="connsiteX45230" y="connsiteY45230"/>
              </a:cxn>
              <a:cxn ang="0">
                <a:pos x="connsiteX45231" y="connsiteY45231"/>
              </a:cxn>
              <a:cxn ang="0">
                <a:pos x="connsiteX45232" y="connsiteY45232"/>
              </a:cxn>
              <a:cxn ang="0">
                <a:pos x="connsiteX45233" y="connsiteY45233"/>
              </a:cxn>
              <a:cxn ang="0">
                <a:pos x="connsiteX45234" y="connsiteY45234"/>
              </a:cxn>
              <a:cxn ang="0">
                <a:pos x="connsiteX45235" y="connsiteY45235"/>
              </a:cxn>
              <a:cxn ang="0">
                <a:pos x="connsiteX45236" y="connsiteY45236"/>
              </a:cxn>
              <a:cxn ang="0">
                <a:pos x="connsiteX45237" y="connsiteY45237"/>
              </a:cxn>
              <a:cxn ang="0">
                <a:pos x="connsiteX45238" y="connsiteY45238"/>
              </a:cxn>
              <a:cxn ang="0">
                <a:pos x="connsiteX45239" y="connsiteY45239"/>
              </a:cxn>
              <a:cxn ang="0">
                <a:pos x="connsiteX45240" y="connsiteY45240"/>
              </a:cxn>
              <a:cxn ang="0">
                <a:pos x="connsiteX45241" y="connsiteY45241"/>
              </a:cxn>
              <a:cxn ang="0">
                <a:pos x="connsiteX45242" y="connsiteY45242"/>
              </a:cxn>
              <a:cxn ang="0">
                <a:pos x="connsiteX45243" y="connsiteY45243"/>
              </a:cxn>
              <a:cxn ang="0">
                <a:pos x="connsiteX45244" y="connsiteY45244"/>
              </a:cxn>
              <a:cxn ang="0">
                <a:pos x="connsiteX45245" y="connsiteY45245"/>
              </a:cxn>
              <a:cxn ang="0">
                <a:pos x="connsiteX45246" y="connsiteY45246"/>
              </a:cxn>
              <a:cxn ang="0">
                <a:pos x="connsiteX45247" y="connsiteY45247"/>
              </a:cxn>
              <a:cxn ang="0">
                <a:pos x="connsiteX45248" y="connsiteY45248"/>
              </a:cxn>
              <a:cxn ang="0">
                <a:pos x="connsiteX45249" y="connsiteY45249"/>
              </a:cxn>
              <a:cxn ang="0">
                <a:pos x="connsiteX45250" y="connsiteY45250"/>
              </a:cxn>
              <a:cxn ang="0">
                <a:pos x="connsiteX45251" y="connsiteY45251"/>
              </a:cxn>
              <a:cxn ang="0">
                <a:pos x="connsiteX45252" y="connsiteY45252"/>
              </a:cxn>
              <a:cxn ang="0">
                <a:pos x="connsiteX45253" y="connsiteY45253"/>
              </a:cxn>
              <a:cxn ang="0">
                <a:pos x="connsiteX45254" y="connsiteY45254"/>
              </a:cxn>
              <a:cxn ang="0">
                <a:pos x="connsiteX45255" y="connsiteY45255"/>
              </a:cxn>
              <a:cxn ang="0">
                <a:pos x="connsiteX45256" y="connsiteY45256"/>
              </a:cxn>
              <a:cxn ang="0">
                <a:pos x="connsiteX45257" y="connsiteY45257"/>
              </a:cxn>
              <a:cxn ang="0">
                <a:pos x="connsiteX45258" y="connsiteY45258"/>
              </a:cxn>
              <a:cxn ang="0">
                <a:pos x="connsiteX45259" y="connsiteY45259"/>
              </a:cxn>
              <a:cxn ang="0">
                <a:pos x="connsiteX45260" y="connsiteY45260"/>
              </a:cxn>
              <a:cxn ang="0">
                <a:pos x="connsiteX45261" y="connsiteY45261"/>
              </a:cxn>
              <a:cxn ang="0">
                <a:pos x="connsiteX45262" y="connsiteY45262"/>
              </a:cxn>
              <a:cxn ang="0">
                <a:pos x="connsiteX45263" y="connsiteY45263"/>
              </a:cxn>
              <a:cxn ang="0">
                <a:pos x="connsiteX45264" y="connsiteY45264"/>
              </a:cxn>
              <a:cxn ang="0">
                <a:pos x="connsiteX45265" y="connsiteY45265"/>
              </a:cxn>
              <a:cxn ang="0">
                <a:pos x="connsiteX45266" y="connsiteY45266"/>
              </a:cxn>
              <a:cxn ang="0">
                <a:pos x="connsiteX45267" y="connsiteY45267"/>
              </a:cxn>
              <a:cxn ang="0">
                <a:pos x="connsiteX45268" y="connsiteY45268"/>
              </a:cxn>
              <a:cxn ang="0">
                <a:pos x="connsiteX45269" y="connsiteY45269"/>
              </a:cxn>
              <a:cxn ang="0">
                <a:pos x="connsiteX45270" y="connsiteY45270"/>
              </a:cxn>
              <a:cxn ang="0">
                <a:pos x="connsiteX45271" y="connsiteY45271"/>
              </a:cxn>
              <a:cxn ang="0">
                <a:pos x="connsiteX45272" y="connsiteY45272"/>
              </a:cxn>
              <a:cxn ang="0">
                <a:pos x="connsiteX45273" y="connsiteY45273"/>
              </a:cxn>
              <a:cxn ang="0">
                <a:pos x="connsiteX45274" y="connsiteY45274"/>
              </a:cxn>
              <a:cxn ang="0">
                <a:pos x="connsiteX45275" y="connsiteY45275"/>
              </a:cxn>
              <a:cxn ang="0">
                <a:pos x="connsiteX45276" y="connsiteY45276"/>
              </a:cxn>
              <a:cxn ang="0">
                <a:pos x="connsiteX45277" y="connsiteY45277"/>
              </a:cxn>
              <a:cxn ang="0">
                <a:pos x="connsiteX45278" y="connsiteY45278"/>
              </a:cxn>
              <a:cxn ang="0">
                <a:pos x="connsiteX45279" y="connsiteY45279"/>
              </a:cxn>
              <a:cxn ang="0">
                <a:pos x="connsiteX45280" y="connsiteY45280"/>
              </a:cxn>
              <a:cxn ang="0">
                <a:pos x="connsiteX45281" y="connsiteY45281"/>
              </a:cxn>
              <a:cxn ang="0">
                <a:pos x="connsiteX45282" y="connsiteY45282"/>
              </a:cxn>
              <a:cxn ang="0">
                <a:pos x="connsiteX45283" y="connsiteY45283"/>
              </a:cxn>
              <a:cxn ang="0">
                <a:pos x="connsiteX45284" y="connsiteY45284"/>
              </a:cxn>
              <a:cxn ang="0">
                <a:pos x="connsiteX45285" y="connsiteY45285"/>
              </a:cxn>
              <a:cxn ang="0">
                <a:pos x="connsiteX45286" y="connsiteY45286"/>
              </a:cxn>
              <a:cxn ang="0">
                <a:pos x="connsiteX45287" y="connsiteY45287"/>
              </a:cxn>
              <a:cxn ang="0">
                <a:pos x="connsiteX45288" y="connsiteY45288"/>
              </a:cxn>
              <a:cxn ang="0">
                <a:pos x="connsiteX45289" y="connsiteY45289"/>
              </a:cxn>
              <a:cxn ang="0">
                <a:pos x="connsiteX45290" y="connsiteY45290"/>
              </a:cxn>
              <a:cxn ang="0">
                <a:pos x="connsiteX45291" y="connsiteY45291"/>
              </a:cxn>
              <a:cxn ang="0">
                <a:pos x="connsiteX45292" y="connsiteY45292"/>
              </a:cxn>
              <a:cxn ang="0">
                <a:pos x="connsiteX45293" y="connsiteY45293"/>
              </a:cxn>
              <a:cxn ang="0">
                <a:pos x="connsiteX45294" y="connsiteY45294"/>
              </a:cxn>
              <a:cxn ang="0">
                <a:pos x="connsiteX45295" y="connsiteY45295"/>
              </a:cxn>
              <a:cxn ang="0">
                <a:pos x="connsiteX45296" y="connsiteY45296"/>
              </a:cxn>
              <a:cxn ang="0">
                <a:pos x="connsiteX45297" y="connsiteY45297"/>
              </a:cxn>
              <a:cxn ang="0">
                <a:pos x="connsiteX45298" y="connsiteY45298"/>
              </a:cxn>
              <a:cxn ang="0">
                <a:pos x="connsiteX45299" y="connsiteY45299"/>
              </a:cxn>
              <a:cxn ang="0">
                <a:pos x="connsiteX45300" y="connsiteY45300"/>
              </a:cxn>
              <a:cxn ang="0">
                <a:pos x="connsiteX45301" y="connsiteY45301"/>
              </a:cxn>
              <a:cxn ang="0">
                <a:pos x="connsiteX45302" y="connsiteY45302"/>
              </a:cxn>
              <a:cxn ang="0">
                <a:pos x="connsiteX45303" y="connsiteY45303"/>
              </a:cxn>
              <a:cxn ang="0">
                <a:pos x="connsiteX45304" y="connsiteY45304"/>
              </a:cxn>
              <a:cxn ang="0">
                <a:pos x="connsiteX45305" y="connsiteY45305"/>
              </a:cxn>
              <a:cxn ang="0">
                <a:pos x="connsiteX45306" y="connsiteY45306"/>
              </a:cxn>
              <a:cxn ang="0">
                <a:pos x="connsiteX45307" y="connsiteY45307"/>
              </a:cxn>
              <a:cxn ang="0">
                <a:pos x="connsiteX45308" y="connsiteY45308"/>
              </a:cxn>
              <a:cxn ang="0">
                <a:pos x="connsiteX45309" y="connsiteY45309"/>
              </a:cxn>
              <a:cxn ang="0">
                <a:pos x="connsiteX45310" y="connsiteY45310"/>
              </a:cxn>
              <a:cxn ang="0">
                <a:pos x="connsiteX45311" y="connsiteY45311"/>
              </a:cxn>
              <a:cxn ang="0">
                <a:pos x="connsiteX45312" y="connsiteY45312"/>
              </a:cxn>
              <a:cxn ang="0">
                <a:pos x="connsiteX45313" y="connsiteY45313"/>
              </a:cxn>
              <a:cxn ang="0">
                <a:pos x="connsiteX45314" y="connsiteY45314"/>
              </a:cxn>
              <a:cxn ang="0">
                <a:pos x="connsiteX45315" y="connsiteY45315"/>
              </a:cxn>
              <a:cxn ang="0">
                <a:pos x="connsiteX45316" y="connsiteY45316"/>
              </a:cxn>
              <a:cxn ang="0">
                <a:pos x="connsiteX45317" y="connsiteY45317"/>
              </a:cxn>
              <a:cxn ang="0">
                <a:pos x="connsiteX45318" y="connsiteY45318"/>
              </a:cxn>
              <a:cxn ang="0">
                <a:pos x="connsiteX45319" y="connsiteY45319"/>
              </a:cxn>
              <a:cxn ang="0">
                <a:pos x="connsiteX45320" y="connsiteY45320"/>
              </a:cxn>
              <a:cxn ang="0">
                <a:pos x="connsiteX45321" y="connsiteY45321"/>
              </a:cxn>
              <a:cxn ang="0">
                <a:pos x="connsiteX45322" y="connsiteY45322"/>
              </a:cxn>
              <a:cxn ang="0">
                <a:pos x="connsiteX45323" y="connsiteY45323"/>
              </a:cxn>
              <a:cxn ang="0">
                <a:pos x="connsiteX45324" y="connsiteY45324"/>
              </a:cxn>
              <a:cxn ang="0">
                <a:pos x="connsiteX45325" y="connsiteY45325"/>
              </a:cxn>
              <a:cxn ang="0">
                <a:pos x="connsiteX45326" y="connsiteY45326"/>
              </a:cxn>
              <a:cxn ang="0">
                <a:pos x="connsiteX45327" y="connsiteY45327"/>
              </a:cxn>
              <a:cxn ang="0">
                <a:pos x="connsiteX45328" y="connsiteY45328"/>
              </a:cxn>
              <a:cxn ang="0">
                <a:pos x="connsiteX45329" y="connsiteY45329"/>
              </a:cxn>
              <a:cxn ang="0">
                <a:pos x="connsiteX45330" y="connsiteY45330"/>
              </a:cxn>
              <a:cxn ang="0">
                <a:pos x="connsiteX45331" y="connsiteY45331"/>
              </a:cxn>
              <a:cxn ang="0">
                <a:pos x="connsiteX45332" y="connsiteY45332"/>
              </a:cxn>
              <a:cxn ang="0">
                <a:pos x="connsiteX45333" y="connsiteY45333"/>
              </a:cxn>
              <a:cxn ang="0">
                <a:pos x="connsiteX45334" y="connsiteY45334"/>
              </a:cxn>
              <a:cxn ang="0">
                <a:pos x="connsiteX45335" y="connsiteY45335"/>
              </a:cxn>
              <a:cxn ang="0">
                <a:pos x="connsiteX45336" y="connsiteY45336"/>
              </a:cxn>
              <a:cxn ang="0">
                <a:pos x="connsiteX45337" y="connsiteY45337"/>
              </a:cxn>
              <a:cxn ang="0">
                <a:pos x="connsiteX45338" y="connsiteY45338"/>
              </a:cxn>
              <a:cxn ang="0">
                <a:pos x="connsiteX45339" y="connsiteY45339"/>
              </a:cxn>
              <a:cxn ang="0">
                <a:pos x="connsiteX45340" y="connsiteY45340"/>
              </a:cxn>
              <a:cxn ang="0">
                <a:pos x="connsiteX45341" y="connsiteY45341"/>
              </a:cxn>
              <a:cxn ang="0">
                <a:pos x="connsiteX45342" y="connsiteY45342"/>
              </a:cxn>
              <a:cxn ang="0">
                <a:pos x="connsiteX45343" y="connsiteY45343"/>
              </a:cxn>
              <a:cxn ang="0">
                <a:pos x="connsiteX45344" y="connsiteY45344"/>
              </a:cxn>
              <a:cxn ang="0">
                <a:pos x="connsiteX45345" y="connsiteY45345"/>
              </a:cxn>
              <a:cxn ang="0">
                <a:pos x="connsiteX45346" y="connsiteY45346"/>
              </a:cxn>
              <a:cxn ang="0">
                <a:pos x="connsiteX45347" y="connsiteY45347"/>
              </a:cxn>
              <a:cxn ang="0">
                <a:pos x="connsiteX45348" y="connsiteY45348"/>
              </a:cxn>
              <a:cxn ang="0">
                <a:pos x="connsiteX45349" y="connsiteY45349"/>
              </a:cxn>
              <a:cxn ang="0">
                <a:pos x="connsiteX45350" y="connsiteY45350"/>
              </a:cxn>
              <a:cxn ang="0">
                <a:pos x="connsiteX45351" y="connsiteY45351"/>
              </a:cxn>
              <a:cxn ang="0">
                <a:pos x="connsiteX45352" y="connsiteY45352"/>
              </a:cxn>
              <a:cxn ang="0">
                <a:pos x="connsiteX45353" y="connsiteY45353"/>
              </a:cxn>
              <a:cxn ang="0">
                <a:pos x="connsiteX45354" y="connsiteY45354"/>
              </a:cxn>
              <a:cxn ang="0">
                <a:pos x="connsiteX45355" y="connsiteY45355"/>
              </a:cxn>
              <a:cxn ang="0">
                <a:pos x="connsiteX45356" y="connsiteY45356"/>
              </a:cxn>
              <a:cxn ang="0">
                <a:pos x="connsiteX45357" y="connsiteY45357"/>
              </a:cxn>
              <a:cxn ang="0">
                <a:pos x="connsiteX45358" y="connsiteY45358"/>
              </a:cxn>
              <a:cxn ang="0">
                <a:pos x="connsiteX45359" y="connsiteY45359"/>
              </a:cxn>
              <a:cxn ang="0">
                <a:pos x="connsiteX45360" y="connsiteY45360"/>
              </a:cxn>
              <a:cxn ang="0">
                <a:pos x="connsiteX45361" y="connsiteY45361"/>
              </a:cxn>
              <a:cxn ang="0">
                <a:pos x="connsiteX45362" y="connsiteY45362"/>
              </a:cxn>
              <a:cxn ang="0">
                <a:pos x="connsiteX45363" y="connsiteY45363"/>
              </a:cxn>
              <a:cxn ang="0">
                <a:pos x="connsiteX45364" y="connsiteY45364"/>
              </a:cxn>
              <a:cxn ang="0">
                <a:pos x="connsiteX45365" y="connsiteY45365"/>
              </a:cxn>
              <a:cxn ang="0">
                <a:pos x="connsiteX45366" y="connsiteY45366"/>
              </a:cxn>
              <a:cxn ang="0">
                <a:pos x="connsiteX45367" y="connsiteY45367"/>
              </a:cxn>
              <a:cxn ang="0">
                <a:pos x="connsiteX45368" y="connsiteY45368"/>
              </a:cxn>
              <a:cxn ang="0">
                <a:pos x="connsiteX45369" y="connsiteY45369"/>
              </a:cxn>
              <a:cxn ang="0">
                <a:pos x="connsiteX45370" y="connsiteY45370"/>
              </a:cxn>
              <a:cxn ang="0">
                <a:pos x="connsiteX45371" y="connsiteY45371"/>
              </a:cxn>
              <a:cxn ang="0">
                <a:pos x="connsiteX45372" y="connsiteY45372"/>
              </a:cxn>
              <a:cxn ang="0">
                <a:pos x="connsiteX45373" y="connsiteY45373"/>
              </a:cxn>
              <a:cxn ang="0">
                <a:pos x="connsiteX45374" y="connsiteY45374"/>
              </a:cxn>
              <a:cxn ang="0">
                <a:pos x="connsiteX45375" y="connsiteY45375"/>
              </a:cxn>
              <a:cxn ang="0">
                <a:pos x="connsiteX45376" y="connsiteY45376"/>
              </a:cxn>
              <a:cxn ang="0">
                <a:pos x="connsiteX45377" y="connsiteY45377"/>
              </a:cxn>
              <a:cxn ang="0">
                <a:pos x="connsiteX45378" y="connsiteY45378"/>
              </a:cxn>
              <a:cxn ang="0">
                <a:pos x="connsiteX45379" y="connsiteY45379"/>
              </a:cxn>
              <a:cxn ang="0">
                <a:pos x="connsiteX45380" y="connsiteY45380"/>
              </a:cxn>
              <a:cxn ang="0">
                <a:pos x="connsiteX45381" y="connsiteY45381"/>
              </a:cxn>
              <a:cxn ang="0">
                <a:pos x="connsiteX45382" y="connsiteY45382"/>
              </a:cxn>
              <a:cxn ang="0">
                <a:pos x="connsiteX45383" y="connsiteY45383"/>
              </a:cxn>
              <a:cxn ang="0">
                <a:pos x="connsiteX45384" y="connsiteY45384"/>
              </a:cxn>
              <a:cxn ang="0">
                <a:pos x="connsiteX45385" y="connsiteY45385"/>
              </a:cxn>
              <a:cxn ang="0">
                <a:pos x="connsiteX45386" y="connsiteY45386"/>
              </a:cxn>
              <a:cxn ang="0">
                <a:pos x="connsiteX45387" y="connsiteY45387"/>
              </a:cxn>
              <a:cxn ang="0">
                <a:pos x="connsiteX45388" y="connsiteY45388"/>
              </a:cxn>
              <a:cxn ang="0">
                <a:pos x="connsiteX45389" y="connsiteY45389"/>
              </a:cxn>
              <a:cxn ang="0">
                <a:pos x="connsiteX45390" y="connsiteY45390"/>
              </a:cxn>
              <a:cxn ang="0">
                <a:pos x="connsiteX45391" y="connsiteY45391"/>
              </a:cxn>
              <a:cxn ang="0">
                <a:pos x="connsiteX45392" y="connsiteY45392"/>
              </a:cxn>
              <a:cxn ang="0">
                <a:pos x="connsiteX45393" y="connsiteY45393"/>
              </a:cxn>
              <a:cxn ang="0">
                <a:pos x="connsiteX45394" y="connsiteY45394"/>
              </a:cxn>
              <a:cxn ang="0">
                <a:pos x="connsiteX45395" y="connsiteY45395"/>
              </a:cxn>
              <a:cxn ang="0">
                <a:pos x="connsiteX45396" y="connsiteY45396"/>
              </a:cxn>
              <a:cxn ang="0">
                <a:pos x="connsiteX45397" y="connsiteY45397"/>
              </a:cxn>
              <a:cxn ang="0">
                <a:pos x="connsiteX45398" y="connsiteY45398"/>
              </a:cxn>
              <a:cxn ang="0">
                <a:pos x="connsiteX45399" y="connsiteY45399"/>
              </a:cxn>
              <a:cxn ang="0">
                <a:pos x="connsiteX45400" y="connsiteY45400"/>
              </a:cxn>
              <a:cxn ang="0">
                <a:pos x="connsiteX45401" y="connsiteY45401"/>
              </a:cxn>
              <a:cxn ang="0">
                <a:pos x="connsiteX45402" y="connsiteY45402"/>
              </a:cxn>
              <a:cxn ang="0">
                <a:pos x="connsiteX45403" y="connsiteY45403"/>
              </a:cxn>
              <a:cxn ang="0">
                <a:pos x="connsiteX45404" y="connsiteY45404"/>
              </a:cxn>
              <a:cxn ang="0">
                <a:pos x="connsiteX45405" y="connsiteY45405"/>
              </a:cxn>
              <a:cxn ang="0">
                <a:pos x="connsiteX45406" y="connsiteY45406"/>
              </a:cxn>
              <a:cxn ang="0">
                <a:pos x="connsiteX45407" y="connsiteY45407"/>
              </a:cxn>
              <a:cxn ang="0">
                <a:pos x="connsiteX45408" y="connsiteY45408"/>
              </a:cxn>
              <a:cxn ang="0">
                <a:pos x="connsiteX45409" y="connsiteY45409"/>
              </a:cxn>
              <a:cxn ang="0">
                <a:pos x="connsiteX45410" y="connsiteY45410"/>
              </a:cxn>
              <a:cxn ang="0">
                <a:pos x="connsiteX45411" y="connsiteY45411"/>
              </a:cxn>
              <a:cxn ang="0">
                <a:pos x="connsiteX45412" y="connsiteY45412"/>
              </a:cxn>
              <a:cxn ang="0">
                <a:pos x="connsiteX45413" y="connsiteY45413"/>
              </a:cxn>
              <a:cxn ang="0">
                <a:pos x="connsiteX45414" y="connsiteY45414"/>
              </a:cxn>
              <a:cxn ang="0">
                <a:pos x="connsiteX45415" y="connsiteY45415"/>
              </a:cxn>
              <a:cxn ang="0">
                <a:pos x="connsiteX45416" y="connsiteY45416"/>
              </a:cxn>
              <a:cxn ang="0">
                <a:pos x="connsiteX45417" y="connsiteY45417"/>
              </a:cxn>
              <a:cxn ang="0">
                <a:pos x="connsiteX45418" y="connsiteY45418"/>
              </a:cxn>
              <a:cxn ang="0">
                <a:pos x="connsiteX45419" y="connsiteY45419"/>
              </a:cxn>
              <a:cxn ang="0">
                <a:pos x="connsiteX45420" y="connsiteY45420"/>
              </a:cxn>
              <a:cxn ang="0">
                <a:pos x="connsiteX45421" y="connsiteY45421"/>
              </a:cxn>
              <a:cxn ang="0">
                <a:pos x="connsiteX45422" y="connsiteY45422"/>
              </a:cxn>
              <a:cxn ang="0">
                <a:pos x="connsiteX45423" y="connsiteY45423"/>
              </a:cxn>
              <a:cxn ang="0">
                <a:pos x="connsiteX45424" y="connsiteY45424"/>
              </a:cxn>
              <a:cxn ang="0">
                <a:pos x="connsiteX45425" y="connsiteY45425"/>
              </a:cxn>
              <a:cxn ang="0">
                <a:pos x="connsiteX45426" y="connsiteY45426"/>
              </a:cxn>
              <a:cxn ang="0">
                <a:pos x="connsiteX45427" y="connsiteY45427"/>
              </a:cxn>
              <a:cxn ang="0">
                <a:pos x="connsiteX45428" y="connsiteY45428"/>
              </a:cxn>
              <a:cxn ang="0">
                <a:pos x="connsiteX45429" y="connsiteY45429"/>
              </a:cxn>
              <a:cxn ang="0">
                <a:pos x="connsiteX45430" y="connsiteY45430"/>
              </a:cxn>
              <a:cxn ang="0">
                <a:pos x="connsiteX45431" y="connsiteY45431"/>
              </a:cxn>
              <a:cxn ang="0">
                <a:pos x="connsiteX45432" y="connsiteY45432"/>
              </a:cxn>
              <a:cxn ang="0">
                <a:pos x="connsiteX45433" y="connsiteY45433"/>
              </a:cxn>
              <a:cxn ang="0">
                <a:pos x="connsiteX45434" y="connsiteY45434"/>
              </a:cxn>
              <a:cxn ang="0">
                <a:pos x="connsiteX45435" y="connsiteY45435"/>
              </a:cxn>
              <a:cxn ang="0">
                <a:pos x="connsiteX45436" y="connsiteY45436"/>
              </a:cxn>
              <a:cxn ang="0">
                <a:pos x="connsiteX45437" y="connsiteY45437"/>
              </a:cxn>
              <a:cxn ang="0">
                <a:pos x="connsiteX45438" y="connsiteY45438"/>
              </a:cxn>
              <a:cxn ang="0">
                <a:pos x="connsiteX45439" y="connsiteY45439"/>
              </a:cxn>
              <a:cxn ang="0">
                <a:pos x="connsiteX45440" y="connsiteY45440"/>
              </a:cxn>
              <a:cxn ang="0">
                <a:pos x="connsiteX45441" y="connsiteY45441"/>
              </a:cxn>
              <a:cxn ang="0">
                <a:pos x="connsiteX45442" y="connsiteY45442"/>
              </a:cxn>
              <a:cxn ang="0">
                <a:pos x="connsiteX45443" y="connsiteY45443"/>
              </a:cxn>
              <a:cxn ang="0">
                <a:pos x="connsiteX45444" y="connsiteY45444"/>
              </a:cxn>
              <a:cxn ang="0">
                <a:pos x="connsiteX45445" y="connsiteY45445"/>
              </a:cxn>
              <a:cxn ang="0">
                <a:pos x="connsiteX45446" y="connsiteY45446"/>
              </a:cxn>
              <a:cxn ang="0">
                <a:pos x="connsiteX45447" y="connsiteY45447"/>
              </a:cxn>
              <a:cxn ang="0">
                <a:pos x="connsiteX45448" y="connsiteY45448"/>
              </a:cxn>
              <a:cxn ang="0">
                <a:pos x="connsiteX45449" y="connsiteY45449"/>
              </a:cxn>
              <a:cxn ang="0">
                <a:pos x="connsiteX45450" y="connsiteY45450"/>
              </a:cxn>
              <a:cxn ang="0">
                <a:pos x="connsiteX45451" y="connsiteY45451"/>
              </a:cxn>
              <a:cxn ang="0">
                <a:pos x="connsiteX45452" y="connsiteY45452"/>
              </a:cxn>
              <a:cxn ang="0">
                <a:pos x="connsiteX45453" y="connsiteY45453"/>
              </a:cxn>
              <a:cxn ang="0">
                <a:pos x="connsiteX45454" y="connsiteY45454"/>
              </a:cxn>
              <a:cxn ang="0">
                <a:pos x="connsiteX45455" y="connsiteY45455"/>
              </a:cxn>
              <a:cxn ang="0">
                <a:pos x="connsiteX45456" y="connsiteY45456"/>
              </a:cxn>
              <a:cxn ang="0">
                <a:pos x="connsiteX45457" y="connsiteY45457"/>
              </a:cxn>
              <a:cxn ang="0">
                <a:pos x="connsiteX45458" y="connsiteY45458"/>
              </a:cxn>
              <a:cxn ang="0">
                <a:pos x="connsiteX45459" y="connsiteY45459"/>
              </a:cxn>
              <a:cxn ang="0">
                <a:pos x="connsiteX45460" y="connsiteY45460"/>
              </a:cxn>
              <a:cxn ang="0">
                <a:pos x="connsiteX45461" y="connsiteY45461"/>
              </a:cxn>
              <a:cxn ang="0">
                <a:pos x="connsiteX45462" y="connsiteY45462"/>
              </a:cxn>
              <a:cxn ang="0">
                <a:pos x="connsiteX45463" y="connsiteY45463"/>
              </a:cxn>
              <a:cxn ang="0">
                <a:pos x="connsiteX45464" y="connsiteY45464"/>
              </a:cxn>
              <a:cxn ang="0">
                <a:pos x="connsiteX45465" y="connsiteY45465"/>
              </a:cxn>
              <a:cxn ang="0">
                <a:pos x="connsiteX45466" y="connsiteY45466"/>
              </a:cxn>
              <a:cxn ang="0">
                <a:pos x="connsiteX45467" y="connsiteY45467"/>
              </a:cxn>
              <a:cxn ang="0">
                <a:pos x="connsiteX45468" y="connsiteY45468"/>
              </a:cxn>
              <a:cxn ang="0">
                <a:pos x="connsiteX45469" y="connsiteY45469"/>
              </a:cxn>
              <a:cxn ang="0">
                <a:pos x="connsiteX45470" y="connsiteY45470"/>
              </a:cxn>
              <a:cxn ang="0">
                <a:pos x="connsiteX45471" y="connsiteY45471"/>
              </a:cxn>
              <a:cxn ang="0">
                <a:pos x="connsiteX45472" y="connsiteY45472"/>
              </a:cxn>
              <a:cxn ang="0">
                <a:pos x="connsiteX45473" y="connsiteY45473"/>
              </a:cxn>
              <a:cxn ang="0">
                <a:pos x="connsiteX45474" y="connsiteY45474"/>
              </a:cxn>
              <a:cxn ang="0">
                <a:pos x="connsiteX45475" y="connsiteY45475"/>
              </a:cxn>
              <a:cxn ang="0">
                <a:pos x="connsiteX45476" y="connsiteY45476"/>
              </a:cxn>
              <a:cxn ang="0">
                <a:pos x="connsiteX45477" y="connsiteY45477"/>
              </a:cxn>
              <a:cxn ang="0">
                <a:pos x="connsiteX45478" y="connsiteY45478"/>
              </a:cxn>
              <a:cxn ang="0">
                <a:pos x="connsiteX45479" y="connsiteY45479"/>
              </a:cxn>
              <a:cxn ang="0">
                <a:pos x="connsiteX45480" y="connsiteY45480"/>
              </a:cxn>
              <a:cxn ang="0">
                <a:pos x="connsiteX45481" y="connsiteY45481"/>
              </a:cxn>
              <a:cxn ang="0">
                <a:pos x="connsiteX45482" y="connsiteY45482"/>
              </a:cxn>
              <a:cxn ang="0">
                <a:pos x="connsiteX45483" y="connsiteY45483"/>
              </a:cxn>
              <a:cxn ang="0">
                <a:pos x="connsiteX45484" y="connsiteY45484"/>
              </a:cxn>
              <a:cxn ang="0">
                <a:pos x="connsiteX45485" y="connsiteY45485"/>
              </a:cxn>
              <a:cxn ang="0">
                <a:pos x="connsiteX45486" y="connsiteY45486"/>
              </a:cxn>
              <a:cxn ang="0">
                <a:pos x="connsiteX45487" y="connsiteY45487"/>
              </a:cxn>
              <a:cxn ang="0">
                <a:pos x="connsiteX45488" y="connsiteY45488"/>
              </a:cxn>
              <a:cxn ang="0">
                <a:pos x="connsiteX45489" y="connsiteY45489"/>
              </a:cxn>
              <a:cxn ang="0">
                <a:pos x="connsiteX45490" y="connsiteY45490"/>
              </a:cxn>
              <a:cxn ang="0">
                <a:pos x="connsiteX45491" y="connsiteY45491"/>
              </a:cxn>
              <a:cxn ang="0">
                <a:pos x="connsiteX45492" y="connsiteY45492"/>
              </a:cxn>
              <a:cxn ang="0">
                <a:pos x="connsiteX45493" y="connsiteY45493"/>
              </a:cxn>
              <a:cxn ang="0">
                <a:pos x="connsiteX45494" y="connsiteY45494"/>
              </a:cxn>
              <a:cxn ang="0">
                <a:pos x="connsiteX45495" y="connsiteY45495"/>
              </a:cxn>
              <a:cxn ang="0">
                <a:pos x="connsiteX45496" y="connsiteY45496"/>
              </a:cxn>
              <a:cxn ang="0">
                <a:pos x="connsiteX45497" y="connsiteY45497"/>
              </a:cxn>
              <a:cxn ang="0">
                <a:pos x="connsiteX45498" y="connsiteY45498"/>
              </a:cxn>
              <a:cxn ang="0">
                <a:pos x="connsiteX45499" y="connsiteY45499"/>
              </a:cxn>
              <a:cxn ang="0">
                <a:pos x="connsiteX45500" y="connsiteY45500"/>
              </a:cxn>
              <a:cxn ang="0">
                <a:pos x="connsiteX45501" y="connsiteY45501"/>
              </a:cxn>
              <a:cxn ang="0">
                <a:pos x="connsiteX45502" y="connsiteY45502"/>
              </a:cxn>
              <a:cxn ang="0">
                <a:pos x="connsiteX45503" y="connsiteY45503"/>
              </a:cxn>
              <a:cxn ang="0">
                <a:pos x="connsiteX45504" y="connsiteY45504"/>
              </a:cxn>
              <a:cxn ang="0">
                <a:pos x="connsiteX45505" y="connsiteY45505"/>
              </a:cxn>
              <a:cxn ang="0">
                <a:pos x="connsiteX45506" y="connsiteY45506"/>
              </a:cxn>
              <a:cxn ang="0">
                <a:pos x="connsiteX45507" y="connsiteY45507"/>
              </a:cxn>
              <a:cxn ang="0">
                <a:pos x="connsiteX45508" y="connsiteY45508"/>
              </a:cxn>
              <a:cxn ang="0">
                <a:pos x="connsiteX45509" y="connsiteY45509"/>
              </a:cxn>
              <a:cxn ang="0">
                <a:pos x="connsiteX45510" y="connsiteY45510"/>
              </a:cxn>
              <a:cxn ang="0">
                <a:pos x="connsiteX45511" y="connsiteY45511"/>
              </a:cxn>
              <a:cxn ang="0">
                <a:pos x="connsiteX45512" y="connsiteY45512"/>
              </a:cxn>
              <a:cxn ang="0">
                <a:pos x="connsiteX45513" y="connsiteY45513"/>
              </a:cxn>
              <a:cxn ang="0">
                <a:pos x="connsiteX45514" y="connsiteY45514"/>
              </a:cxn>
              <a:cxn ang="0">
                <a:pos x="connsiteX45515" y="connsiteY45515"/>
              </a:cxn>
              <a:cxn ang="0">
                <a:pos x="connsiteX45516" y="connsiteY45516"/>
              </a:cxn>
              <a:cxn ang="0">
                <a:pos x="connsiteX45517" y="connsiteY45517"/>
              </a:cxn>
              <a:cxn ang="0">
                <a:pos x="connsiteX45518" y="connsiteY45518"/>
              </a:cxn>
              <a:cxn ang="0">
                <a:pos x="connsiteX45519" y="connsiteY45519"/>
              </a:cxn>
              <a:cxn ang="0">
                <a:pos x="connsiteX45520" y="connsiteY45520"/>
              </a:cxn>
              <a:cxn ang="0">
                <a:pos x="connsiteX45521" y="connsiteY45521"/>
              </a:cxn>
              <a:cxn ang="0">
                <a:pos x="connsiteX45522" y="connsiteY45522"/>
              </a:cxn>
              <a:cxn ang="0">
                <a:pos x="connsiteX45523" y="connsiteY45523"/>
              </a:cxn>
              <a:cxn ang="0">
                <a:pos x="connsiteX45524" y="connsiteY45524"/>
              </a:cxn>
              <a:cxn ang="0">
                <a:pos x="connsiteX45525" y="connsiteY45525"/>
              </a:cxn>
              <a:cxn ang="0">
                <a:pos x="connsiteX45526" y="connsiteY45526"/>
              </a:cxn>
              <a:cxn ang="0">
                <a:pos x="connsiteX45527" y="connsiteY45527"/>
              </a:cxn>
              <a:cxn ang="0">
                <a:pos x="connsiteX45528" y="connsiteY45528"/>
              </a:cxn>
              <a:cxn ang="0">
                <a:pos x="connsiteX45529" y="connsiteY45529"/>
              </a:cxn>
              <a:cxn ang="0">
                <a:pos x="connsiteX45530" y="connsiteY45530"/>
              </a:cxn>
              <a:cxn ang="0">
                <a:pos x="connsiteX45531" y="connsiteY45531"/>
              </a:cxn>
              <a:cxn ang="0">
                <a:pos x="connsiteX45532" y="connsiteY45532"/>
              </a:cxn>
              <a:cxn ang="0">
                <a:pos x="connsiteX45533" y="connsiteY45533"/>
              </a:cxn>
              <a:cxn ang="0">
                <a:pos x="connsiteX45534" y="connsiteY45534"/>
              </a:cxn>
              <a:cxn ang="0">
                <a:pos x="connsiteX45535" y="connsiteY45535"/>
              </a:cxn>
              <a:cxn ang="0">
                <a:pos x="connsiteX45536" y="connsiteY45536"/>
              </a:cxn>
              <a:cxn ang="0">
                <a:pos x="connsiteX45537" y="connsiteY45537"/>
              </a:cxn>
              <a:cxn ang="0">
                <a:pos x="connsiteX45538" y="connsiteY45538"/>
              </a:cxn>
              <a:cxn ang="0">
                <a:pos x="connsiteX45539" y="connsiteY45539"/>
              </a:cxn>
              <a:cxn ang="0">
                <a:pos x="connsiteX45540" y="connsiteY45540"/>
              </a:cxn>
              <a:cxn ang="0">
                <a:pos x="connsiteX45541" y="connsiteY45541"/>
              </a:cxn>
              <a:cxn ang="0">
                <a:pos x="connsiteX45542" y="connsiteY45542"/>
              </a:cxn>
              <a:cxn ang="0">
                <a:pos x="connsiteX45543" y="connsiteY45543"/>
              </a:cxn>
              <a:cxn ang="0">
                <a:pos x="connsiteX45544" y="connsiteY45544"/>
              </a:cxn>
              <a:cxn ang="0">
                <a:pos x="connsiteX45545" y="connsiteY45545"/>
              </a:cxn>
              <a:cxn ang="0">
                <a:pos x="connsiteX45546" y="connsiteY45546"/>
              </a:cxn>
              <a:cxn ang="0">
                <a:pos x="connsiteX45547" y="connsiteY45547"/>
              </a:cxn>
              <a:cxn ang="0">
                <a:pos x="connsiteX45548" y="connsiteY45548"/>
              </a:cxn>
              <a:cxn ang="0">
                <a:pos x="connsiteX45549" y="connsiteY45549"/>
              </a:cxn>
              <a:cxn ang="0">
                <a:pos x="connsiteX45550" y="connsiteY45550"/>
              </a:cxn>
              <a:cxn ang="0">
                <a:pos x="connsiteX45551" y="connsiteY45551"/>
              </a:cxn>
              <a:cxn ang="0">
                <a:pos x="connsiteX45552" y="connsiteY45552"/>
              </a:cxn>
              <a:cxn ang="0">
                <a:pos x="connsiteX45553" y="connsiteY45553"/>
              </a:cxn>
              <a:cxn ang="0">
                <a:pos x="connsiteX45554" y="connsiteY45554"/>
              </a:cxn>
              <a:cxn ang="0">
                <a:pos x="connsiteX45555" y="connsiteY45555"/>
              </a:cxn>
              <a:cxn ang="0">
                <a:pos x="connsiteX45556" y="connsiteY45556"/>
              </a:cxn>
              <a:cxn ang="0">
                <a:pos x="connsiteX45557" y="connsiteY45557"/>
              </a:cxn>
              <a:cxn ang="0">
                <a:pos x="connsiteX45558" y="connsiteY45558"/>
              </a:cxn>
              <a:cxn ang="0">
                <a:pos x="connsiteX45559" y="connsiteY45559"/>
              </a:cxn>
              <a:cxn ang="0">
                <a:pos x="connsiteX45560" y="connsiteY45560"/>
              </a:cxn>
              <a:cxn ang="0">
                <a:pos x="connsiteX45561" y="connsiteY45561"/>
              </a:cxn>
              <a:cxn ang="0">
                <a:pos x="connsiteX45562" y="connsiteY45562"/>
              </a:cxn>
              <a:cxn ang="0">
                <a:pos x="connsiteX45563" y="connsiteY45563"/>
              </a:cxn>
              <a:cxn ang="0">
                <a:pos x="connsiteX45564" y="connsiteY45564"/>
              </a:cxn>
              <a:cxn ang="0">
                <a:pos x="connsiteX45565" y="connsiteY45565"/>
              </a:cxn>
              <a:cxn ang="0">
                <a:pos x="connsiteX45566" y="connsiteY45566"/>
              </a:cxn>
              <a:cxn ang="0">
                <a:pos x="connsiteX45567" y="connsiteY45567"/>
              </a:cxn>
              <a:cxn ang="0">
                <a:pos x="connsiteX45568" y="connsiteY45568"/>
              </a:cxn>
              <a:cxn ang="0">
                <a:pos x="connsiteX45569" y="connsiteY45569"/>
              </a:cxn>
              <a:cxn ang="0">
                <a:pos x="connsiteX45570" y="connsiteY45570"/>
              </a:cxn>
              <a:cxn ang="0">
                <a:pos x="connsiteX45571" y="connsiteY45571"/>
              </a:cxn>
              <a:cxn ang="0">
                <a:pos x="connsiteX45572" y="connsiteY45572"/>
              </a:cxn>
              <a:cxn ang="0">
                <a:pos x="connsiteX45573" y="connsiteY45573"/>
              </a:cxn>
              <a:cxn ang="0">
                <a:pos x="connsiteX45574" y="connsiteY45574"/>
              </a:cxn>
              <a:cxn ang="0">
                <a:pos x="connsiteX45575" y="connsiteY45575"/>
              </a:cxn>
              <a:cxn ang="0">
                <a:pos x="connsiteX45576" y="connsiteY45576"/>
              </a:cxn>
              <a:cxn ang="0">
                <a:pos x="connsiteX45577" y="connsiteY45577"/>
              </a:cxn>
              <a:cxn ang="0">
                <a:pos x="connsiteX45578" y="connsiteY45578"/>
              </a:cxn>
              <a:cxn ang="0">
                <a:pos x="connsiteX45579" y="connsiteY45579"/>
              </a:cxn>
              <a:cxn ang="0">
                <a:pos x="connsiteX45580" y="connsiteY45580"/>
              </a:cxn>
              <a:cxn ang="0">
                <a:pos x="connsiteX45581" y="connsiteY45581"/>
              </a:cxn>
              <a:cxn ang="0">
                <a:pos x="connsiteX45582" y="connsiteY45582"/>
              </a:cxn>
              <a:cxn ang="0">
                <a:pos x="connsiteX45583" y="connsiteY45583"/>
              </a:cxn>
              <a:cxn ang="0">
                <a:pos x="connsiteX45584" y="connsiteY45584"/>
              </a:cxn>
              <a:cxn ang="0">
                <a:pos x="connsiteX45585" y="connsiteY45585"/>
              </a:cxn>
              <a:cxn ang="0">
                <a:pos x="connsiteX45586" y="connsiteY45586"/>
              </a:cxn>
              <a:cxn ang="0">
                <a:pos x="connsiteX45587" y="connsiteY45587"/>
              </a:cxn>
              <a:cxn ang="0">
                <a:pos x="connsiteX45588" y="connsiteY45588"/>
              </a:cxn>
              <a:cxn ang="0">
                <a:pos x="connsiteX45589" y="connsiteY45589"/>
              </a:cxn>
              <a:cxn ang="0">
                <a:pos x="connsiteX45590" y="connsiteY45590"/>
              </a:cxn>
              <a:cxn ang="0">
                <a:pos x="connsiteX45591" y="connsiteY45591"/>
              </a:cxn>
              <a:cxn ang="0">
                <a:pos x="connsiteX45592" y="connsiteY45592"/>
              </a:cxn>
              <a:cxn ang="0">
                <a:pos x="connsiteX45593" y="connsiteY45593"/>
              </a:cxn>
              <a:cxn ang="0">
                <a:pos x="connsiteX45594" y="connsiteY45594"/>
              </a:cxn>
              <a:cxn ang="0">
                <a:pos x="connsiteX45595" y="connsiteY45595"/>
              </a:cxn>
              <a:cxn ang="0">
                <a:pos x="connsiteX45596" y="connsiteY45596"/>
              </a:cxn>
              <a:cxn ang="0">
                <a:pos x="connsiteX45597" y="connsiteY45597"/>
              </a:cxn>
              <a:cxn ang="0">
                <a:pos x="connsiteX45598" y="connsiteY45598"/>
              </a:cxn>
              <a:cxn ang="0">
                <a:pos x="connsiteX45599" y="connsiteY45599"/>
              </a:cxn>
              <a:cxn ang="0">
                <a:pos x="connsiteX45600" y="connsiteY45600"/>
              </a:cxn>
              <a:cxn ang="0">
                <a:pos x="connsiteX45601" y="connsiteY45601"/>
              </a:cxn>
              <a:cxn ang="0">
                <a:pos x="connsiteX45602" y="connsiteY45602"/>
              </a:cxn>
              <a:cxn ang="0">
                <a:pos x="connsiteX45603" y="connsiteY45603"/>
              </a:cxn>
              <a:cxn ang="0">
                <a:pos x="connsiteX45604" y="connsiteY45604"/>
              </a:cxn>
              <a:cxn ang="0">
                <a:pos x="connsiteX45605" y="connsiteY45605"/>
              </a:cxn>
              <a:cxn ang="0">
                <a:pos x="connsiteX45606" y="connsiteY45606"/>
              </a:cxn>
              <a:cxn ang="0">
                <a:pos x="connsiteX45607" y="connsiteY45607"/>
              </a:cxn>
              <a:cxn ang="0">
                <a:pos x="connsiteX45608" y="connsiteY45608"/>
              </a:cxn>
              <a:cxn ang="0">
                <a:pos x="connsiteX45609" y="connsiteY45609"/>
              </a:cxn>
              <a:cxn ang="0">
                <a:pos x="connsiteX45610" y="connsiteY45610"/>
              </a:cxn>
              <a:cxn ang="0">
                <a:pos x="connsiteX45611" y="connsiteY45611"/>
              </a:cxn>
              <a:cxn ang="0">
                <a:pos x="connsiteX45612" y="connsiteY45612"/>
              </a:cxn>
              <a:cxn ang="0">
                <a:pos x="connsiteX45613" y="connsiteY45613"/>
              </a:cxn>
              <a:cxn ang="0">
                <a:pos x="connsiteX45614" y="connsiteY45614"/>
              </a:cxn>
              <a:cxn ang="0">
                <a:pos x="connsiteX45615" y="connsiteY45615"/>
              </a:cxn>
              <a:cxn ang="0">
                <a:pos x="connsiteX45616" y="connsiteY45616"/>
              </a:cxn>
              <a:cxn ang="0">
                <a:pos x="connsiteX45617" y="connsiteY45617"/>
              </a:cxn>
              <a:cxn ang="0">
                <a:pos x="connsiteX45618" y="connsiteY45618"/>
              </a:cxn>
              <a:cxn ang="0">
                <a:pos x="connsiteX45619" y="connsiteY45619"/>
              </a:cxn>
              <a:cxn ang="0">
                <a:pos x="connsiteX45620" y="connsiteY45620"/>
              </a:cxn>
              <a:cxn ang="0">
                <a:pos x="connsiteX45621" y="connsiteY45621"/>
              </a:cxn>
              <a:cxn ang="0">
                <a:pos x="connsiteX45622" y="connsiteY45622"/>
              </a:cxn>
              <a:cxn ang="0">
                <a:pos x="connsiteX45623" y="connsiteY45623"/>
              </a:cxn>
              <a:cxn ang="0">
                <a:pos x="connsiteX45624" y="connsiteY45624"/>
              </a:cxn>
              <a:cxn ang="0">
                <a:pos x="connsiteX45625" y="connsiteY45625"/>
              </a:cxn>
              <a:cxn ang="0">
                <a:pos x="connsiteX45626" y="connsiteY45626"/>
              </a:cxn>
              <a:cxn ang="0">
                <a:pos x="connsiteX45627" y="connsiteY45627"/>
              </a:cxn>
              <a:cxn ang="0">
                <a:pos x="connsiteX45628" y="connsiteY45628"/>
              </a:cxn>
              <a:cxn ang="0">
                <a:pos x="connsiteX45629" y="connsiteY45629"/>
              </a:cxn>
              <a:cxn ang="0">
                <a:pos x="connsiteX45630" y="connsiteY45630"/>
              </a:cxn>
              <a:cxn ang="0">
                <a:pos x="connsiteX45631" y="connsiteY45631"/>
              </a:cxn>
              <a:cxn ang="0">
                <a:pos x="connsiteX45632" y="connsiteY45632"/>
              </a:cxn>
              <a:cxn ang="0">
                <a:pos x="connsiteX45633" y="connsiteY45633"/>
              </a:cxn>
              <a:cxn ang="0">
                <a:pos x="connsiteX45634" y="connsiteY45634"/>
              </a:cxn>
              <a:cxn ang="0">
                <a:pos x="connsiteX45635" y="connsiteY45635"/>
              </a:cxn>
              <a:cxn ang="0">
                <a:pos x="connsiteX45636" y="connsiteY45636"/>
              </a:cxn>
              <a:cxn ang="0">
                <a:pos x="connsiteX45637" y="connsiteY45637"/>
              </a:cxn>
              <a:cxn ang="0">
                <a:pos x="connsiteX45638" y="connsiteY45638"/>
              </a:cxn>
              <a:cxn ang="0">
                <a:pos x="connsiteX45639" y="connsiteY45639"/>
              </a:cxn>
              <a:cxn ang="0">
                <a:pos x="connsiteX45640" y="connsiteY45640"/>
              </a:cxn>
              <a:cxn ang="0">
                <a:pos x="connsiteX45641" y="connsiteY45641"/>
              </a:cxn>
              <a:cxn ang="0">
                <a:pos x="connsiteX45642" y="connsiteY45642"/>
              </a:cxn>
              <a:cxn ang="0">
                <a:pos x="connsiteX45643" y="connsiteY45643"/>
              </a:cxn>
              <a:cxn ang="0">
                <a:pos x="connsiteX45644" y="connsiteY45644"/>
              </a:cxn>
              <a:cxn ang="0">
                <a:pos x="connsiteX45645" y="connsiteY45645"/>
              </a:cxn>
              <a:cxn ang="0">
                <a:pos x="connsiteX45646" y="connsiteY45646"/>
              </a:cxn>
              <a:cxn ang="0">
                <a:pos x="connsiteX45647" y="connsiteY45647"/>
              </a:cxn>
              <a:cxn ang="0">
                <a:pos x="connsiteX45648" y="connsiteY45648"/>
              </a:cxn>
              <a:cxn ang="0">
                <a:pos x="connsiteX45649" y="connsiteY45649"/>
              </a:cxn>
              <a:cxn ang="0">
                <a:pos x="connsiteX45650" y="connsiteY45650"/>
              </a:cxn>
              <a:cxn ang="0">
                <a:pos x="connsiteX45651" y="connsiteY45651"/>
              </a:cxn>
              <a:cxn ang="0">
                <a:pos x="connsiteX45652" y="connsiteY45652"/>
              </a:cxn>
              <a:cxn ang="0">
                <a:pos x="connsiteX45653" y="connsiteY45653"/>
              </a:cxn>
              <a:cxn ang="0">
                <a:pos x="connsiteX45654" y="connsiteY45654"/>
              </a:cxn>
              <a:cxn ang="0">
                <a:pos x="connsiteX45655" y="connsiteY45655"/>
              </a:cxn>
              <a:cxn ang="0">
                <a:pos x="connsiteX45656" y="connsiteY45656"/>
              </a:cxn>
              <a:cxn ang="0">
                <a:pos x="connsiteX45657" y="connsiteY45657"/>
              </a:cxn>
              <a:cxn ang="0">
                <a:pos x="connsiteX45658" y="connsiteY45658"/>
              </a:cxn>
              <a:cxn ang="0">
                <a:pos x="connsiteX45659" y="connsiteY45659"/>
              </a:cxn>
              <a:cxn ang="0">
                <a:pos x="connsiteX45660" y="connsiteY45660"/>
              </a:cxn>
              <a:cxn ang="0">
                <a:pos x="connsiteX45661" y="connsiteY45661"/>
              </a:cxn>
              <a:cxn ang="0">
                <a:pos x="connsiteX45662" y="connsiteY45662"/>
              </a:cxn>
              <a:cxn ang="0">
                <a:pos x="connsiteX45663" y="connsiteY45663"/>
              </a:cxn>
              <a:cxn ang="0">
                <a:pos x="connsiteX45664" y="connsiteY45664"/>
              </a:cxn>
              <a:cxn ang="0">
                <a:pos x="connsiteX45665" y="connsiteY45665"/>
              </a:cxn>
              <a:cxn ang="0">
                <a:pos x="connsiteX45666" y="connsiteY45666"/>
              </a:cxn>
              <a:cxn ang="0">
                <a:pos x="connsiteX45667" y="connsiteY45667"/>
              </a:cxn>
              <a:cxn ang="0">
                <a:pos x="connsiteX45668" y="connsiteY45668"/>
              </a:cxn>
              <a:cxn ang="0">
                <a:pos x="connsiteX45669" y="connsiteY45669"/>
              </a:cxn>
              <a:cxn ang="0">
                <a:pos x="connsiteX45670" y="connsiteY45670"/>
              </a:cxn>
              <a:cxn ang="0">
                <a:pos x="connsiteX45671" y="connsiteY45671"/>
              </a:cxn>
              <a:cxn ang="0">
                <a:pos x="connsiteX45672" y="connsiteY45672"/>
              </a:cxn>
              <a:cxn ang="0">
                <a:pos x="connsiteX45673" y="connsiteY45673"/>
              </a:cxn>
              <a:cxn ang="0">
                <a:pos x="connsiteX45674" y="connsiteY45674"/>
              </a:cxn>
              <a:cxn ang="0">
                <a:pos x="connsiteX45675" y="connsiteY45675"/>
              </a:cxn>
              <a:cxn ang="0">
                <a:pos x="connsiteX45676" y="connsiteY45676"/>
              </a:cxn>
              <a:cxn ang="0">
                <a:pos x="connsiteX45677" y="connsiteY45677"/>
              </a:cxn>
              <a:cxn ang="0">
                <a:pos x="connsiteX45678" y="connsiteY45678"/>
              </a:cxn>
              <a:cxn ang="0">
                <a:pos x="connsiteX45679" y="connsiteY45679"/>
              </a:cxn>
              <a:cxn ang="0">
                <a:pos x="connsiteX45680" y="connsiteY45680"/>
              </a:cxn>
              <a:cxn ang="0">
                <a:pos x="connsiteX45681" y="connsiteY45681"/>
              </a:cxn>
              <a:cxn ang="0">
                <a:pos x="connsiteX45682" y="connsiteY45682"/>
              </a:cxn>
              <a:cxn ang="0">
                <a:pos x="connsiteX45683" y="connsiteY45683"/>
              </a:cxn>
              <a:cxn ang="0">
                <a:pos x="connsiteX45684" y="connsiteY45684"/>
              </a:cxn>
              <a:cxn ang="0">
                <a:pos x="connsiteX45685" y="connsiteY45685"/>
              </a:cxn>
              <a:cxn ang="0">
                <a:pos x="connsiteX45686" y="connsiteY45686"/>
              </a:cxn>
              <a:cxn ang="0">
                <a:pos x="connsiteX45687" y="connsiteY45687"/>
              </a:cxn>
              <a:cxn ang="0">
                <a:pos x="connsiteX45688" y="connsiteY45688"/>
              </a:cxn>
              <a:cxn ang="0">
                <a:pos x="connsiteX45689" y="connsiteY45689"/>
              </a:cxn>
              <a:cxn ang="0">
                <a:pos x="connsiteX45690" y="connsiteY45690"/>
              </a:cxn>
              <a:cxn ang="0">
                <a:pos x="connsiteX45691" y="connsiteY45691"/>
              </a:cxn>
              <a:cxn ang="0">
                <a:pos x="connsiteX45692" y="connsiteY45692"/>
              </a:cxn>
              <a:cxn ang="0">
                <a:pos x="connsiteX45693" y="connsiteY45693"/>
              </a:cxn>
              <a:cxn ang="0">
                <a:pos x="connsiteX45694" y="connsiteY45694"/>
              </a:cxn>
              <a:cxn ang="0">
                <a:pos x="connsiteX45695" y="connsiteY45695"/>
              </a:cxn>
              <a:cxn ang="0">
                <a:pos x="connsiteX45696" y="connsiteY45696"/>
              </a:cxn>
              <a:cxn ang="0">
                <a:pos x="connsiteX45697" y="connsiteY45697"/>
              </a:cxn>
              <a:cxn ang="0">
                <a:pos x="connsiteX45698" y="connsiteY45698"/>
              </a:cxn>
              <a:cxn ang="0">
                <a:pos x="connsiteX45699" y="connsiteY45699"/>
              </a:cxn>
              <a:cxn ang="0">
                <a:pos x="connsiteX45700" y="connsiteY45700"/>
              </a:cxn>
              <a:cxn ang="0">
                <a:pos x="connsiteX45701" y="connsiteY45701"/>
              </a:cxn>
              <a:cxn ang="0">
                <a:pos x="connsiteX45702" y="connsiteY45702"/>
              </a:cxn>
              <a:cxn ang="0">
                <a:pos x="connsiteX45703" y="connsiteY45703"/>
              </a:cxn>
              <a:cxn ang="0">
                <a:pos x="connsiteX45704" y="connsiteY45704"/>
              </a:cxn>
              <a:cxn ang="0">
                <a:pos x="connsiteX45705" y="connsiteY45705"/>
              </a:cxn>
              <a:cxn ang="0">
                <a:pos x="connsiteX45706" y="connsiteY45706"/>
              </a:cxn>
              <a:cxn ang="0">
                <a:pos x="connsiteX45707" y="connsiteY45707"/>
              </a:cxn>
              <a:cxn ang="0">
                <a:pos x="connsiteX45708" y="connsiteY45708"/>
              </a:cxn>
              <a:cxn ang="0">
                <a:pos x="connsiteX45709" y="connsiteY45709"/>
              </a:cxn>
              <a:cxn ang="0">
                <a:pos x="connsiteX45710" y="connsiteY45710"/>
              </a:cxn>
              <a:cxn ang="0">
                <a:pos x="connsiteX45711" y="connsiteY45711"/>
              </a:cxn>
              <a:cxn ang="0">
                <a:pos x="connsiteX45712" y="connsiteY45712"/>
              </a:cxn>
              <a:cxn ang="0">
                <a:pos x="connsiteX45713" y="connsiteY45713"/>
              </a:cxn>
              <a:cxn ang="0">
                <a:pos x="connsiteX45714" y="connsiteY45714"/>
              </a:cxn>
              <a:cxn ang="0">
                <a:pos x="connsiteX45715" y="connsiteY45715"/>
              </a:cxn>
              <a:cxn ang="0">
                <a:pos x="connsiteX45716" y="connsiteY45716"/>
              </a:cxn>
              <a:cxn ang="0">
                <a:pos x="connsiteX45717" y="connsiteY45717"/>
              </a:cxn>
              <a:cxn ang="0">
                <a:pos x="connsiteX45718" y="connsiteY45718"/>
              </a:cxn>
              <a:cxn ang="0">
                <a:pos x="connsiteX45719" y="connsiteY45719"/>
              </a:cxn>
              <a:cxn ang="0">
                <a:pos x="connsiteX45720" y="connsiteY45720"/>
              </a:cxn>
              <a:cxn ang="0">
                <a:pos x="connsiteX45721" y="connsiteY45721"/>
              </a:cxn>
              <a:cxn ang="0">
                <a:pos x="connsiteX45722" y="connsiteY45722"/>
              </a:cxn>
              <a:cxn ang="0">
                <a:pos x="connsiteX45723" y="connsiteY45723"/>
              </a:cxn>
              <a:cxn ang="0">
                <a:pos x="connsiteX45724" y="connsiteY45724"/>
              </a:cxn>
              <a:cxn ang="0">
                <a:pos x="connsiteX45725" y="connsiteY45725"/>
              </a:cxn>
              <a:cxn ang="0">
                <a:pos x="connsiteX45726" y="connsiteY45726"/>
              </a:cxn>
              <a:cxn ang="0">
                <a:pos x="connsiteX45727" y="connsiteY45727"/>
              </a:cxn>
              <a:cxn ang="0">
                <a:pos x="connsiteX45728" y="connsiteY45728"/>
              </a:cxn>
              <a:cxn ang="0">
                <a:pos x="connsiteX45729" y="connsiteY45729"/>
              </a:cxn>
              <a:cxn ang="0">
                <a:pos x="connsiteX45730" y="connsiteY45730"/>
              </a:cxn>
              <a:cxn ang="0">
                <a:pos x="connsiteX45731" y="connsiteY45731"/>
              </a:cxn>
              <a:cxn ang="0">
                <a:pos x="connsiteX45732" y="connsiteY45732"/>
              </a:cxn>
              <a:cxn ang="0">
                <a:pos x="connsiteX45733" y="connsiteY45733"/>
              </a:cxn>
              <a:cxn ang="0">
                <a:pos x="connsiteX45734" y="connsiteY45734"/>
              </a:cxn>
              <a:cxn ang="0">
                <a:pos x="connsiteX45735" y="connsiteY45735"/>
              </a:cxn>
              <a:cxn ang="0">
                <a:pos x="connsiteX45736" y="connsiteY45736"/>
              </a:cxn>
              <a:cxn ang="0">
                <a:pos x="connsiteX45737" y="connsiteY45737"/>
              </a:cxn>
              <a:cxn ang="0">
                <a:pos x="connsiteX45738" y="connsiteY45738"/>
              </a:cxn>
              <a:cxn ang="0">
                <a:pos x="connsiteX45739" y="connsiteY45739"/>
              </a:cxn>
              <a:cxn ang="0">
                <a:pos x="connsiteX45740" y="connsiteY45740"/>
              </a:cxn>
              <a:cxn ang="0">
                <a:pos x="connsiteX45741" y="connsiteY45741"/>
              </a:cxn>
              <a:cxn ang="0">
                <a:pos x="connsiteX45742" y="connsiteY45742"/>
              </a:cxn>
              <a:cxn ang="0">
                <a:pos x="connsiteX45743" y="connsiteY45743"/>
              </a:cxn>
              <a:cxn ang="0">
                <a:pos x="connsiteX45744" y="connsiteY45744"/>
              </a:cxn>
              <a:cxn ang="0">
                <a:pos x="connsiteX45745" y="connsiteY45745"/>
              </a:cxn>
              <a:cxn ang="0">
                <a:pos x="connsiteX45746" y="connsiteY45746"/>
              </a:cxn>
              <a:cxn ang="0">
                <a:pos x="connsiteX45747" y="connsiteY45747"/>
              </a:cxn>
              <a:cxn ang="0">
                <a:pos x="connsiteX45748" y="connsiteY45748"/>
              </a:cxn>
              <a:cxn ang="0">
                <a:pos x="connsiteX45749" y="connsiteY45749"/>
              </a:cxn>
              <a:cxn ang="0">
                <a:pos x="connsiteX45750" y="connsiteY45750"/>
              </a:cxn>
              <a:cxn ang="0">
                <a:pos x="connsiteX45751" y="connsiteY45751"/>
              </a:cxn>
              <a:cxn ang="0">
                <a:pos x="connsiteX45752" y="connsiteY45752"/>
              </a:cxn>
              <a:cxn ang="0">
                <a:pos x="connsiteX45753" y="connsiteY45753"/>
              </a:cxn>
              <a:cxn ang="0">
                <a:pos x="connsiteX45754" y="connsiteY45754"/>
              </a:cxn>
              <a:cxn ang="0">
                <a:pos x="connsiteX45755" y="connsiteY45755"/>
              </a:cxn>
              <a:cxn ang="0">
                <a:pos x="connsiteX45756" y="connsiteY45756"/>
              </a:cxn>
              <a:cxn ang="0">
                <a:pos x="connsiteX45757" y="connsiteY45757"/>
              </a:cxn>
              <a:cxn ang="0">
                <a:pos x="connsiteX45758" y="connsiteY45758"/>
              </a:cxn>
              <a:cxn ang="0">
                <a:pos x="connsiteX45759" y="connsiteY45759"/>
              </a:cxn>
              <a:cxn ang="0">
                <a:pos x="connsiteX45760" y="connsiteY45760"/>
              </a:cxn>
              <a:cxn ang="0">
                <a:pos x="connsiteX45761" y="connsiteY45761"/>
              </a:cxn>
              <a:cxn ang="0">
                <a:pos x="connsiteX45762" y="connsiteY45762"/>
              </a:cxn>
              <a:cxn ang="0">
                <a:pos x="connsiteX45763" y="connsiteY45763"/>
              </a:cxn>
              <a:cxn ang="0">
                <a:pos x="connsiteX45764" y="connsiteY45764"/>
              </a:cxn>
              <a:cxn ang="0">
                <a:pos x="connsiteX45765" y="connsiteY45765"/>
              </a:cxn>
              <a:cxn ang="0">
                <a:pos x="connsiteX45766" y="connsiteY45766"/>
              </a:cxn>
              <a:cxn ang="0">
                <a:pos x="connsiteX45767" y="connsiteY45767"/>
              </a:cxn>
              <a:cxn ang="0">
                <a:pos x="connsiteX45768" y="connsiteY45768"/>
              </a:cxn>
              <a:cxn ang="0">
                <a:pos x="connsiteX45769" y="connsiteY45769"/>
              </a:cxn>
              <a:cxn ang="0">
                <a:pos x="connsiteX45770" y="connsiteY45770"/>
              </a:cxn>
              <a:cxn ang="0">
                <a:pos x="connsiteX45771" y="connsiteY45771"/>
              </a:cxn>
              <a:cxn ang="0">
                <a:pos x="connsiteX45772" y="connsiteY45772"/>
              </a:cxn>
              <a:cxn ang="0">
                <a:pos x="connsiteX45773" y="connsiteY45773"/>
              </a:cxn>
              <a:cxn ang="0">
                <a:pos x="connsiteX45774" y="connsiteY45774"/>
              </a:cxn>
              <a:cxn ang="0">
                <a:pos x="connsiteX45775" y="connsiteY45775"/>
              </a:cxn>
              <a:cxn ang="0">
                <a:pos x="connsiteX45776" y="connsiteY45776"/>
              </a:cxn>
              <a:cxn ang="0">
                <a:pos x="connsiteX45777" y="connsiteY45777"/>
              </a:cxn>
              <a:cxn ang="0">
                <a:pos x="connsiteX45778" y="connsiteY45778"/>
              </a:cxn>
              <a:cxn ang="0">
                <a:pos x="connsiteX45779" y="connsiteY45779"/>
              </a:cxn>
              <a:cxn ang="0">
                <a:pos x="connsiteX45780" y="connsiteY45780"/>
              </a:cxn>
              <a:cxn ang="0">
                <a:pos x="connsiteX45781" y="connsiteY45781"/>
              </a:cxn>
              <a:cxn ang="0">
                <a:pos x="connsiteX45782" y="connsiteY45782"/>
              </a:cxn>
              <a:cxn ang="0">
                <a:pos x="connsiteX45783" y="connsiteY45783"/>
              </a:cxn>
              <a:cxn ang="0">
                <a:pos x="connsiteX45784" y="connsiteY45784"/>
              </a:cxn>
              <a:cxn ang="0">
                <a:pos x="connsiteX45785" y="connsiteY45785"/>
              </a:cxn>
              <a:cxn ang="0">
                <a:pos x="connsiteX45786" y="connsiteY45786"/>
              </a:cxn>
              <a:cxn ang="0">
                <a:pos x="connsiteX45787" y="connsiteY45787"/>
              </a:cxn>
              <a:cxn ang="0">
                <a:pos x="connsiteX45788" y="connsiteY45788"/>
              </a:cxn>
              <a:cxn ang="0">
                <a:pos x="connsiteX45789" y="connsiteY45789"/>
              </a:cxn>
              <a:cxn ang="0">
                <a:pos x="connsiteX45790" y="connsiteY45790"/>
              </a:cxn>
              <a:cxn ang="0">
                <a:pos x="connsiteX45791" y="connsiteY45791"/>
              </a:cxn>
              <a:cxn ang="0">
                <a:pos x="connsiteX45792" y="connsiteY45792"/>
              </a:cxn>
              <a:cxn ang="0">
                <a:pos x="connsiteX45793" y="connsiteY45793"/>
              </a:cxn>
              <a:cxn ang="0">
                <a:pos x="connsiteX45794" y="connsiteY45794"/>
              </a:cxn>
              <a:cxn ang="0">
                <a:pos x="connsiteX45795" y="connsiteY45795"/>
              </a:cxn>
              <a:cxn ang="0">
                <a:pos x="connsiteX45796" y="connsiteY45796"/>
              </a:cxn>
              <a:cxn ang="0">
                <a:pos x="connsiteX45797" y="connsiteY45797"/>
              </a:cxn>
              <a:cxn ang="0">
                <a:pos x="connsiteX45798" y="connsiteY45798"/>
              </a:cxn>
              <a:cxn ang="0">
                <a:pos x="connsiteX45799" y="connsiteY45799"/>
              </a:cxn>
              <a:cxn ang="0">
                <a:pos x="connsiteX45800" y="connsiteY45800"/>
              </a:cxn>
              <a:cxn ang="0">
                <a:pos x="connsiteX45801" y="connsiteY45801"/>
              </a:cxn>
              <a:cxn ang="0">
                <a:pos x="connsiteX45802" y="connsiteY45802"/>
              </a:cxn>
              <a:cxn ang="0">
                <a:pos x="connsiteX45803" y="connsiteY45803"/>
              </a:cxn>
              <a:cxn ang="0">
                <a:pos x="connsiteX45804" y="connsiteY45804"/>
              </a:cxn>
              <a:cxn ang="0">
                <a:pos x="connsiteX45805" y="connsiteY45805"/>
              </a:cxn>
              <a:cxn ang="0">
                <a:pos x="connsiteX45806" y="connsiteY45806"/>
              </a:cxn>
              <a:cxn ang="0">
                <a:pos x="connsiteX45807" y="connsiteY45807"/>
              </a:cxn>
              <a:cxn ang="0">
                <a:pos x="connsiteX45808" y="connsiteY45808"/>
              </a:cxn>
              <a:cxn ang="0">
                <a:pos x="connsiteX45809" y="connsiteY45809"/>
              </a:cxn>
              <a:cxn ang="0">
                <a:pos x="connsiteX45810" y="connsiteY45810"/>
              </a:cxn>
              <a:cxn ang="0">
                <a:pos x="connsiteX45811" y="connsiteY45811"/>
              </a:cxn>
              <a:cxn ang="0">
                <a:pos x="connsiteX45812" y="connsiteY45812"/>
              </a:cxn>
              <a:cxn ang="0">
                <a:pos x="connsiteX45813" y="connsiteY45813"/>
              </a:cxn>
              <a:cxn ang="0">
                <a:pos x="connsiteX45814" y="connsiteY45814"/>
              </a:cxn>
              <a:cxn ang="0">
                <a:pos x="connsiteX45815" y="connsiteY45815"/>
              </a:cxn>
              <a:cxn ang="0">
                <a:pos x="connsiteX45816" y="connsiteY45816"/>
              </a:cxn>
              <a:cxn ang="0">
                <a:pos x="connsiteX45817" y="connsiteY45817"/>
              </a:cxn>
              <a:cxn ang="0">
                <a:pos x="connsiteX45818" y="connsiteY45818"/>
              </a:cxn>
              <a:cxn ang="0">
                <a:pos x="connsiteX45819" y="connsiteY45819"/>
              </a:cxn>
              <a:cxn ang="0">
                <a:pos x="connsiteX45820" y="connsiteY45820"/>
              </a:cxn>
              <a:cxn ang="0">
                <a:pos x="connsiteX45821" y="connsiteY45821"/>
              </a:cxn>
              <a:cxn ang="0">
                <a:pos x="connsiteX45822" y="connsiteY45822"/>
              </a:cxn>
              <a:cxn ang="0">
                <a:pos x="connsiteX45823" y="connsiteY45823"/>
              </a:cxn>
              <a:cxn ang="0">
                <a:pos x="connsiteX45824" y="connsiteY45824"/>
              </a:cxn>
              <a:cxn ang="0">
                <a:pos x="connsiteX45825" y="connsiteY45825"/>
              </a:cxn>
              <a:cxn ang="0">
                <a:pos x="connsiteX45826" y="connsiteY45826"/>
              </a:cxn>
              <a:cxn ang="0">
                <a:pos x="connsiteX45827" y="connsiteY45827"/>
              </a:cxn>
              <a:cxn ang="0">
                <a:pos x="connsiteX45828" y="connsiteY45828"/>
              </a:cxn>
              <a:cxn ang="0">
                <a:pos x="connsiteX45829" y="connsiteY45829"/>
              </a:cxn>
              <a:cxn ang="0">
                <a:pos x="connsiteX45830" y="connsiteY45830"/>
              </a:cxn>
              <a:cxn ang="0">
                <a:pos x="connsiteX45831" y="connsiteY45831"/>
              </a:cxn>
              <a:cxn ang="0">
                <a:pos x="connsiteX45832" y="connsiteY45832"/>
              </a:cxn>
              <a:cxn ang="0">
                <a:pos x="connsiteX45833" y="connsiteY45833"/>
              </a:cxn>
              <a:cxn ang="0">
                <a:pos x="connsiteX45834" y="connsiteY45834"/>
              </a:cxn>
              <a:cxn ang="0">
                <a:pos x="connsiteX45835" y="connsiteY45835"/>
              </a:cxn>
              <a:cxn ang="0">
                <a:pos x="connsiteX45836" y="connsiteY45836"/>
              </a:cxn>
              <a:cxn ang="0">
                <a:pos x="connsiteX45837" y="connsiteY45837"/>
              </a:cxn>
              <a:cxn ang="0">
                <a:pos x="connsiteX45838" y="connsiteY45838"/>
              </a:cxn>
              <a:cxn ang="0">
                <a:pos x="connsiteX45839" y="connsiteY45839"/>
              </a:cxn>
              <a:cxn ang="0">
                <a:pos x="connsiteX45840" y="connsiteY45840"/>
              </a:cxn>
              <a:cxn ang="0">
                <a:pos x="connsiteX45841" y="connsiteY45841"/>
              </a:cxn>
              <a:cxn ang="0">
                <a:pos x="connsiteX45842" y="connsiteY45842"/>
              </a:cxn>
              <a:cxn ang="0">
                <a:pos x="connsiteX45843" y="connsiteY45843"/>
              </a:cxn>
              <a:cxn ang="0">
                <a:pos x="connsiteX45844" y="connsiteY45844"/>
              </a:cxn>
              <a:cxn ang="0">
                <a:pos x="connsiteX45845" y="connsiteY45845"/>
              </a:cxn>
              <a:cxn ang="0">
                <a:pos x="connsiteX45846" y="connsiteY45846"/>
              </a:cxn>
              <a:cxn ang="0">
                <a:pos x="connsiteX45847" y="connsiteY45847"/>
              </a:cxn>
              <a:cxn ang="0">
                <a:pos x="connsiteX45848" y="connsiteY45848"/>
              </a:cxn>
              <a:cxn ang="0">
                <a:pos x="connsiteX45849" y="connsiteY45849"/>
              </a:cxn>
              <a:cxn ang="0">
                <a:pos x="connsiteX45850" y="connsiteY45850"/>
              </a:cxn>
              <a:cxn ang="0">
                <a:pos x="connsiteX45851" y="connsiteY45851"/>
              </a:cxn>
              <a:cxn ang="0">
                <a:pos x="connsiteX45852" y="connsiteY45852"/>
              </a:cxn>
              <a:cxn ang="0">
                <a:pos x="connsiteX45853" y="connsiteY45853"/>
              </a:cxn>
              <a:cxn ang="0">
                <a:pos x="connsiteX45854" y="connsiteY45854"/>
              </a:cxn>
              <a:cxn ang="0">
                <a:pos x="connsiteX45855" y="connsiteY45855"/>
              </a:cxn>
              <a:cxn ang="0">
                <a:pos x="connsiteX45856" y="connsiteY45856"/>
              </a:cxn>
              <a:cxn ang="0">
                <a:pos x="connsiteX45857" y="connsiteY45857"/>
              </a:cxn>
              <a:cxn ang="0">
                <a:pos x="connsiteX45858" y="connsiteY45858"/>
              </a:cxn>
              <a:cxn ang="0">
                <a:pos x="connsiteX45859" y="connsiteY45859"/>
              </a:cxn>
              <a:cxn ang="0">
                <a:pos x="connsiteX45860" y="connsiteY45860"/>
              </a:cxn>
              <a:cxn ang="0">
                <a:pos x="connsiteX45861" y="connsiteY45861"/>
              </a:cxn>
              <a:cxn ang="0">
                <a:pos x="connsiteX45862" y="connsiteY45862"/>
              </a:cxn>
              <a:cxn ang="0">
                <a:pos x="connsiteX45863" y="connsiteY45863"/>
              </a:cxn>
              <a:cxn ang="0">
                <a:pos x="connsiteX45864" y="connsiteY45864"/>
              </a:cxn>
              <a:cxn ang="0">
                <a:pos x="connsiteX45865" y="connsiteY45865"/>
              </a:cxn>
              <a:cxn ang="0">
                <a:pos x="connsiteX45866" y="connsiteY45866"/>
              </a:cxn>
              <a:cxn ang="0">
                <a:pos x="connsiteX45867" y="connsiteY45867"/>
              </a:cxn>
              <a:cxn ang="0">
                <a:pos x="connsiteX45868" y="connsiteY45868"/>
              </a:cxn>
              <a:cxn ang="0">
                <a:pos x="connsiteX45869" y="connsiteY45869"/>
              </a:cxn>
              <a:cxn ang="0">
                <a:pos x="connsiteX45870" y="connsiteY45870"/>
              </a:cxn>
              <a:cxn ang="0">
                <a:pos x="connsiteX45871" y="connsiteY45871"/>
              </a:cxn>
              <a:cxn ang="0">
                <a:pos x="connsiteX45872" y="connsiteY45872"/>
              </a:cxn>
              <a:cxn ang="0">
                <a:pos x="connsiteX45873" y="connsiteY45873"/>
              </a:cxn>
              <a:cxn ang="0">
                <a:pos x="connsiteX45874" y="connsiteY45874"/>
              </a:cxn>
              <a:cxn ang="0">
                <a:pos x="connsiteX45875" y="connsiteY45875"/>
              </a:cxn>
              <a:cxn ang="0">
                <a:pos x="connsiteX45876" y="connsiteY45876"/>
              </a:cxn>
              <a:cxn ang="0">
                <a:pos x="connsiteX45877" y="connsiteY45877"/>
              </a:cxn>
              <a:cxn ang="0">
                <a:pos x="connsiteX45878" y="connsiteY45878"/>
              </a:cxn>
              <a:cxn ang="0">
                <a:pos x="connsiteX45879" y="connsiteY45879"/>
              </a:cxn>
              <a:cxn ang="0">
                <a:pos x="connsiteX45880" y="connsiteY45880"/>
              </a:cxn>
              <a:cxn ang="0">
                <a:pos x="connsiteX45881" y="connsiteY45881"/>
              </a:cxn>
              <a:cxn ang="0">
                <a:pos x="connsiteX45882" y="connsiteY45882"/>
              </a:cxn>
              <a:cxn ang="0">
                <a:pos x="connsiteX45883" y="connsiteY45883"/>
              </a:cxn>
              <a:cxn ang="0">
                <a:pos x="connsiteX45884" y="connsiteY45884"/>
              </a:cxn>
              <a:cxn ang="0">
                <a:pos x="connsiteX45885" y="connsiteY45885"/>
              </a:cxn>
              <a:cxn ang="0">
                <a:pos x="connsiteX45886" y="connsiteY45886"/>
              </a:cxn>
              <a:cxn ang="0">
                <a:pos x="connsiteX45887" y="connsiteY45887"/>
              </a:cxn>
              <a:cxn ang="0">
                <a:pos x="connsiteX45888" y="connsiteY45888"/>
              </a:cxn>
              <a:cxn ang="0">
                <a:pos x="connsiteX45889" y="connsiteY45889"/>
              </a:cxn>
              <a:cxn ang="0">
                <a:pos x="connsiteX45890" y="connsiteY45890"/>
              </a:cxn>
              <a:cxn ang="0">
                <a:pos x="connsiteX45891" y="connsiteY45891"/>
              </a:cxn>
              <a:cxn ang="0">
                <a:pos x="connsiteX45892" y="connsiteY45892"/>
              </a:cxn>
              <a:cxn ang="0">
                <a:pos x="connsiteX45893" y="connsiteY45893"/>
              </a:cxn>
              <a:cxn ang="0">
                <a:pos x="connsiteX45894" y="connsiteY45894"/>
              </a:cxn>
              <a:cxn ang="0">
                <a:pos x="connsiteX45895" y="connsiteY45895"/>
              </a:cxn>
              <a:cxn ang="0">
                <a:pos x="connsiteX45896" y="connsiteY45896"/>
              </a:cxn>
              <a:cxn ang="0">
                <a:pos x="connsiteX45897" y="connsiteY45897"/>
              </a:cxn>
              <a:cxn ang="0">
                <a:pos x="connsiteX45898" y="connsiteY45898"/>
              </a:cxn>
              <a:cxn ang="0">
                <a:pos x="connsiteX45899" y="connsiteY45899"/>
              </a:cxn>
              <a:cxn ang="0">
                <a:pos x="connsiteX45900" y="connsiteY45900"/>
              </a:cxn>
              <a:cxn ang="0">
                <a:pos x="connsiteX45901" y="connsiteY45901"/>
              </a:cxn>
              <a:cxn ang="0">
                <a:pos x="connsiteX45902" y="connsiteY45902"/>
              </a:cxn>
              <a:cxn ang="0">
                <a:pos x="connsiteX45903" y="connsiteY45903"/>
              </a:cxn>
              <a:cxn ang="0">
                <a:pos x="connsiteX45904" y="connsiteY45904"/>
              </a:cxn>
              <a:cxn ang="0">
                <a:pos x="connsiteX45905" y="connsiteY45905"/>
              </a:cxn>
              <a:cxn ang="0">
                <a:pos x="connsiteX45906" y="connsiteY45906"/>
              </a:cxn>
              <a:cxn ang="0">
                <a:pos x="connsiteX45907" y="connsiteY45907"/>
              </a:cxn>
              <a:cxn ang="0">
                <a:pos x="connsiteX45908" y="connsiteY45908"/>
              </a:cxn>
              <a:cxn ang="0">
                <a:pos x="connsiteX45909" y="connsiteY45909"/>
              </a:cxn>
              <a:cxn ang="0">
                <a:pos x="connsiteX45910" y="connsiteY45910"/>
              </a:cxn>
              <a:cxn ang="0">
                <a:pos x="connsiteX45911" y="connsiteY45911"/>
              </a:cxn>
              <a:cxn ang="0">
                <a:pos x="connsiteX45912" y="connsiteY45912"/>
              </a:cxn>
              <a:cxn ang="0">
                <a:pos x="connsiteX45913" y="connsiteY45913"/>
              </a:cxn>
              <a:cxn ang="0">
                <a:pos x="connsiteX45914" y="connsiteY45914"/>
              </a:cxn>
              <a:cxn ang="0">
                <a:pos x="connsiteX45915" y="connsiteY45915"/>
              </a:cxn>
              <a:cxn ang="0">
                <a:pos x="connsiteX45916" y="connsiteY45916"/>
              </a:cxn>
              <a:cxn ang="0">
                <a:pos x="connsiteX45917" y="connsiteY45917"/>
              </a:cxn>
              <a:cxn ang="0">
                <a:pos x="connsiteX45918" y="connsiteY45918"/>
              </a:cxn>
              <a:cxn ang="0">
                <a:pos x="connsiteX45919" y="connsiteY45919"/>
              </a:cxn>
              <a:cxn ang="0">
                <a:pos x="connsiteX45920" y="connsiteY45920"/>
              </a:cxn>
              <a:cxn ang="0">
                <a:pos x="connsiteX45921" y="connsiteY45921"/>
              </a:cxn>
              <a:cxn ang="0">
                <a:pos x="connsiteX45922" y="connsiteY45922"/>
              </a:cxn>
              <a:cxn ang="0">
                <a:pos x="connsiteX45923" y="connsiteY45923"/>
              </a:cxn>
              <a:cxn ang="0">
                <a:pos x="connsiteX45924" y="connsiteY45924"/>
              </a:cxn>
              <a:cxn ang="0">
                <a:pos x="connsiteX45925" y="connsiteY45925"/>
              </a:cxn>
              <a:cxn ang="0">
                <a:pos x="connsiteX45926" y="connsiteY45926"/>
              </a:cxn>
              <a:cxn ang="0">
                <a:pos x="connsiteX45927" y="connsiteY45927"/>
              </a:cxn>
              <a:cxn ang="0">
                <a:pos x="connsiteX45928" y="connsiteY45928"/>
              </a:cxn>
              <a:cxn ang="0">
                <a:pos x="connsiteX45929" y="connsiteY45929"/>
              </a:cxn>
              <a:cxn ang="0">
                <a:pos x="connsiteX45930" y="connsiteY45930"/>
              </a:cxn>
              <a:cxn ang="0">
                <a:pos x="connsiteX45931" y="connsiteY45931"/>
              </a:cxn>
              <a:cxn ang="0">
                <a:pos x="connsiteX45932" y="connsiteY45932"/>
              </a:cxn>
              <a:cxn ang="0">
                <a:pos x="connsiteX45933" y="connsiteY45933"/>
              </a:cxn>
              <a:cxn ang="0">
                <a:pos x="connsiteX45934" y="connsiteY45934"/>
              </a:cxn>
              <a:cxn ang="0">
                <a:pos x="connsiteX45935" y="connsiteY45935"/>
              </a:cxn>
              <a:cxn ang="0">
                <a:pos x="connsiteX45936" y="connsiteY45936"/>
              </a:cxn>
              <a:cxn ang="0">
                <a:pos x="connsiteX45937" y="connsiteY45937"/>
              </a:cxn>
              <a:cxn ang="0">
                <a:pos x="connsiteX45938" y="connsiteY45938"/>
              </a:cxn>
              <a:cxn ang="0">
                <a:pos x="connsiteX45939" y="connsiteY45939"/>
              </a:cxn>
              <a:cxn ang="0">
                <a:pos x="connsiteX45940" y="connsiteY45940"/>
              </a:cxn>
              <a:cxn ang="0">
                <a:pos x="connsiteX45941" y="connsiteY45941"/>
              </a:cxn>
              <a:cxn ang="0">
                <a:pos x="connsiteX45942" y="connsiteY45942"/>
              </a:cxn>
              <a:cxn ang="0">
                <a:pos x="connsiteX45943" y="connsiteY45943"/>
              </a:cxn>
              <a:cxn ang="0">
                <a:pos x="connsiteX45944" y="connsiteY45944"/>
              </a:cxn>
              <a:cxn ang="0">
                <a:pos x="connsiteX45945" y="connsiteY45945"/>
              </a:cxn>
              <a:cxn ang="0">
                <a:pos x="connsiteX45946" y="connsiteY45946"/>
              </a:cxn>
              <a:cxn ang="0">
                <a:pos x="connsiteX45947" y="connsiteY45947"/>
              </a:cxn>
              <a:cxn ang="0">
                <a:pos x="connsiteX45948" y="connsiteY45948"/>
              </a:cxn>
              <a:cxn ang="0">
                <a:pos x="connsiteX45949" y="connsiteY45949"/>
              </a:cxn>
              <a:cxn ang="0">
                <a:pos x="connsiteX45950" y="connsiteY45950"/>
              </a:cxn>
              <a:cxn ang="0">
                <a:pos x="connsiteX45951" y="connsiteY45951"/>
              </a:cxn>
              <a:cxn ang="0">
                <a:pos x="connsiteX45952" y="connsiteY45952"/>
              </a:cxn>
              <a:cxn ang="0">
                <a:pos x="connsiteX45953" y="connsiteY45953"/>
              </a:cxn>
              <a:cxn ang="0">
                <a:pos x="connsiteX45954" y="connsiteY45954"/>
              </a:cxn>
              <a:cxn ang="0">
                <a:pos x="connsiteX45955" y="connsiteY45955"/>
              </a:cxn>
              <a:cxn ang="0">
                <a:pos x="connsiteX45956" y="connsiteY45956"/>
              </a:cxn>
              <a:cxn ang="0">
                <a:pos x="connsiteX45957" y="connsiteY45957"/>
              </a:cxn>
              <a:cxn ang="0">
                <a:pos x="connsiteX45958" y="connsiteY45958"/>
              </a:cxn>
              <a:cxn ang="0">
                <a:pos x="connsiteX45959" y="connsiteY45959"/>
              </a:cxn>
              <a:cxn ang="0">
                <a:pos x="connsiteX45960" y="connsiteY45960"/>
              </a:cxn>
              <a:cxn ang="0">
                <a:pos x="connsiteX45961" y="connsiteY45961"/>
              </a:cxn>
              <a:cxn ang="0">
                <a:pos x="connsiteX45962" y="connsiteY45962"/>
              </a:cxn>
              <a:cxn ang="0">
                <a:pos x="connsiteX45963" y="connsiteY45963"/>
              </a:cxn>
              <a:cxn ang="0">
                <a:pos x="connsiteX45964" y="connsiteY45964"/>
              </a:cxn>
              <a:cxn ang="0">
                <a:pos x="connsiteX45965" y="connsiteY45965"/>
              </a:cxn>
              <a:cxn ang="0">
                <a:pos x="connsiteX45966" y="connsiteY45966"/>
              </a:cxn>
              <a:cxn ang="0">
                <a:pos x="connsiteX45967" y="connsiteY45967"/>
              </a:cxn>
              <a:cxn ang="0">
                <a:pos x="connsiteX45968" y="connsiteY45968"/>
              </a:cxn>
              <a:cxn ang="0">
                <a:pos x="connsiteX45969" y="connsiteY45969"/>
              </a:cxn>
              <a:cxn ang="0">
                <a:pos x="connsiteX45970" y="connsiteY45970"/>
              </a:cxn>
              <a:cxn ang="0">
                <a:pos x="connsiteX45971" y="connsiteY45971"/>
              </a:cxn>
              <a:cxn ang="0">
                <a:pos x="connsiteX45972" y="connsiteY45972"/>
              </a:cxn>
              <a:cxn ang="0">
                <a:pos x="connsiteX45973" y="connsiteY45973"/>
              </a:cxn>
              <a:cxn ang="0">
                <a:pos x="connsiteX45974" y="connsiteY45974"/>
              </a:cxn>
              <a:cxn ang="0">
                <a:pos x="connsiteX45975" y="connsiteY45975"/>
              </a:cxn>
              <a:cxn ang="0">
                <a:pos x="connsiteX45976" y="connsiteY45976"/>
              </a:cxn>
              <a:cxn ang="0">
                <a:pos x="connsiteX45977" y="connsiteY45977"/>
              </a:cxn>
              <a:cxn ang="0">
                <a:pos x="connsiteX45978" y="connsiteY45978"/>
              </a:cxn>
              <a:cxn ang="0">
                <a:pos x="connsiteX45979" y="connsiteY45979"/>
              </a:cxn>
              <a:cxn ang="0">
                <a:pos x="connsiteX45980" y="connsiteY45980"/>
              </a:cxn>
              <a:cxn ang="0">
                <a:pos x="connsiteX45981" y="connsiteY45981"/>
              </a:cxn>
              <a:cxn ang="0">
                <a:pos x="connsiteX45982" y="connsiteY45982"/>
              </a:cxn>
              <a:cxn ang="0">
                <a:pos x="connsiteX45983" y="connsiteY45983"/>
              </a:cxn>
              <a:cxn ang="0">
                <a:pos x="connsiteX45984" y="connsiteY45984"/>
              </a:cxn>
              <a:cxn ang="0">
                <a:pos x="connsiteX45985" y="connsiteY45985"/>
              </a:cxn>
              <a:cxn ang="0">
                <a:pos x="connsiteX45986" y="connsiteY45986"/>
              </a:cxn>
              <a:cxn ang="0">
                <a:pos x="connsiteX45987" y="connsiteY45987"/>
              </a:cxn>
              <a:cxn ang="0">
                <a:pos x="connsiteX45988" y="connsiteY45988"/>
              </a:cxn>
              <a:cxn ang="0">
                <a:pos x="connsiteX45989" y="connsiteY45989"/>
              </a:cxn>
              <a:cxn ang="0">
                <a:pos x="connsiteX45990" y="connsiteY45990"/>
              </a:cxn>
              <a:cxn ang="0">
                <a:pos x="connsiteX45991" y="connsiteY45991"/>
              </a:cxn>
              <a:cxn ang="0">
                <a:pos x="connsiteX45992" y="connsiteY45992"/>
              </a:cxn>
              <a:cxn ang="0">
                <a:pos x="connsiteX45993" y="connsiteY45993"/>
              </a:cxn>
              <a:cxn ang="0">
                <a:pos x="connsiteX45994" y="connsiteY45994"/>
              </a:cxn>
              <a:cxn ang="0">
                <a:pos x="connsiteX45995" y="connsiteY45995"/>
              </a:cxn>
              <a:cxn ang="0">
                <a:pos x="connsiteX45996" y="connsiteY45996"/>
              </a:cxn>
              <a:cxn ang="0">
                <a:pos x="connsiteX45997" y="connsiteY45997"/>
              </a:cxn>
              <a:cxn ang="0">
                <a:pos x="connsiteX45998" y="connsiteY45998"/>
              </a:cxn>
              <a:cxn ang="0">
                <a:pos x="connsiteX45999" y="connsiteY45999"/>
              </a:cxn>
              <a:cxn ang="0">
                <a:pos x="connsiteX46000" y="connsiteY46000"/>
              </a:cxn>
              <a:cxn ang="0">
                <a:pos x="connsiteX46001" y="connsiteY46001"/>
              </a:cxn>
              <a:cxn ang="0">
                <a:pos x="connsiteX46002" y="connsiteY46002"/>
              </a:cxn>
              <a:cxn ang="0">
                <a:pos x="connsiteX46003" y="connsiteY46003"/>
              </a:cxn>
              <a:cxn ang="0">
                <a:pos x="connsiteX46004" y="connsiteY46004"/>
              </a:cxn>
              <a:cxn ang="0">
                <a:pos x="connsiteX46005" y="connsiteY46005"/>
              </a:cxn>
              <a:cxn ang="0">
                <a:pos x="connsiteX46006" y="connsiteY46006"/>
              </a:cxn>
              <a:cxn ang="0">
                <a:pos x="connsiteX46007" y="connsiteY46007"/>
              </a:cxn>
              <a:cxn ang="0">
                <a:pos x="connsiteX46008" y="connsiteY46008"/>
              </a:cxn>
              <a:cxn ang="0">
                <a:pos x="connsiteX46009" y="connsiteY46009"/>
              </a:cxn>
              <a:cxn ang="0">
                <a:pos x="connsiteX46010" y="connsiteY46010"/>
              </a:cxn>
              <a:cxn ang="0">
                <a:pos x="connsiteX46011" y="connsiteY46011"/>
              </a:cxn>
              <a:cxn ang="0">
                <a:pos x="connsiteX46012" y="connsiteY46012"/>
              </a:cxn>
              <a:cxn ang="0">
                <a:pos x="connsiteX46013" y="connsiteY46013"/>
              </a:cxn>
              <a:cxn ang="0">
                <a:pos x="connsiteX46014" y="connsiteY46014"/>
              </a:cxn>
              <a:cxn ang="0">
                <a:pos x="connsiteX46015" y="connsiteY46015"/>
              </a:cxn>
              <a:cxn ang="0">
                <a:pos x="connsiteX46016" y="connsiteY46016"/>
              </a:cxn>
              <a:cxn ang="0">
                <a:pos x="connsiteX46017" y="connsiteY46017"/>
              </a:cxn>
              <a:cxn ang="0">
                <a:pos x="connsiteX46018" y="connsiteY46018"/>
              </a:cxn>
              <a:cxn ang="0">
                <a:pos x="connsiteX46019" y="connsiteY46019"/>
              </a:cxn>
              <a:cxn ang="0">
                <a:pos x="connsiteX46020" y="connsiteY46020"/>
              </a:cxn>
              <a:cxn ang="0">
                <a:pos x="connsiteX46021" y="connsiteY46021"/>
              </a:cxn>
              <a:cxn ang="0">
                <a:pos x="connsiteX46022" y="connsiteY46022"/>
              </a:cxn>
              <a:cxn ang="0">
                <a:pos x="connsiteX46023" y="connsiteY46023"/>
              </a:cxn>
              <a:cxn ang="0">
                <a:pos x="connsiteX46024" y="connsiteY46024"/>
              </a:cxn>
              <a:cxn ang="0">
                <a:pos x="connsiteX46025" y="connsiteY46025"/>
              </a:cxn>
              <a:cxn ang="0">
                <a:pos x="connsiteX46026" y="connsiteY46026"/>
              </a:cxn>
              <a:cxn ang="0">
                <a:pos x="connsiteX46027" y="connsiteY46027"/>
              </a:cxn>
              <a:cxn ang="0">
                <a:pos x="connsiteX46028" y="connsiteY46028"/>
              </a:cxn>
              <a:cxn ang="0">
                <a:pos x="connsiteX46029" y="connsiteY46029"/>
              </a:cxn>
              <a:cxn ang="0">
                <a:pos x="connsiteX46030" y="connsiteY46030"/>
              </a:cxn>
              <a:cxn ang="0">
                <a:pos x="connsiteX46031" y="connsiteY46031"/>
              </a:cxn>
              <a:cxn ang="0">
                <a:pos x="connsiteX46032" y="connsiteY46032"/>
              </a:cxn>
              <a:cxn ang="0">
                <a:pos x="connsiteX46033" y="connsiteY46033"/>
              </a:cxn>
              <a:cxn ang="0">
                <a:pos x="connsiteX46034" y="connsiteY46034"/>
              </a:cxn>
              <a:cxn ang="0">
                <a:pos x="connsiteX46035" y="connsiteY46035"/>
              </a:cxn>
              <a:cxn ang="0">
                <a:pos x="connsiteX46036" y="connsiteY46036"/>
              </a:cxn>
              <a:cxn ang="0">
                <a:pos x="connsiteX46037" y="connsiteY46037"/>
              </a:cxn>
              <a:cxn ang="0">
                <a:pos x="connsiteX46038" y="connsiteY46038"/>
              </a:cxn>
              <a:cxn ang="0">
                <a:pos x="connsiteX46039" y="connsiteY46039"/>
              </a:cxn>
              <a:cxn ang="0">
                <a:pos x="connsiteX46040" y="connsiteY46040"/>
              </a:cxn>
              <a:cxn ang="0">
                <a:pos x="connsiteX46041" y="connsiteY46041"/>
              </a:cxn>
              <a:cxn ang="0">
                <a:pos x="connsiteX46042" y="connsiteY46042"/>
              </a:cxn>
              <a:cxn ang="0">
                <a:pos x="connsiteX46043" y="connsiteY46043"/>
              </a:cxn>
              <a:cxn ang="0">
                <a:pos x="connsiteX46044" y="connsiteY46044"/>
              </a:cxn>
              <a:cxn ang="0">
                <a:pos x="connsiteX46045" y="connsiteY46045"/>
              </a:cxn>
              <a:cxn ang="0">
                <a:pos x="connsiteX46046" y="connsiteY46046"/>
              </a:cxn>
              <a:cxn ang="0">
                <a:pos x="connsiteX46047" y="connsiteY46047"/>
              </a:cxn>
              <a:cxn ang="0">
                <a:pos x="connsiteX46048" y="connsiteY46048"/>
              </a:cxn>
              <a:cxn ang="0">
                <a:pos x="connsiteX46049" y="connsiteY46049"/>
              </a:cxn>
              <a:cxn ang="0">
                <a:pos x="connsiteX46050" y="connsiteY46050"/>
              </a:cxn>
              <a:cxn ang="0">
                <a:pos x="connsiteX46051" y="connsiteY46051"/>
              </a:cxn>
              <a:cxn ang="0">
                <a:pos x="connsiteX46052" y="connsiteY46052"/>
              </a:cxn>
              <a:cxn ang="0">
                <a:pos x="connsiteX46053" y="connsiteY46053"/>
              </a:cxn>
              <a:cxn ang="0">
                <a:pos x="connsiteX46054" y="connsiteY46054"/>
              </a:cxn>
              <a:cxn ang="0">
                <a:pos x="connsiteX46055" y="connsiteY46055"/>
              </a:cxn>
              <a:cxn ang="0">
                <a:pos x="connsiteX46056" y="connsiteY46056"/>
              </a:cxn>
              <a:cxn ang="0">
                <a:pos x="connsiteX46057" y="connsiteY46057"/>
              </a:cxn>
              <a:cxn ang="0">
                <a:pos x="connsiteX46058" y="connsiteY46058"/>
              </a:cxn>
              <a:cxn ang="0">
                <a:pos x="connsiteX46059" y="connsiteY46059"/>
              </a:cxn>
              <a:cxn ang="0">
                <a:pos x="connsiteX46060" y="connsiteY46060"/>
              </a:cxn>
              <a:cxn ang="0">
                <a:pos x="connsiteX46061" y="connsiteY46061"/>
              </a:cxn>
              <a:cxn ang="0">
                <a:pos x="connsiteX46062" y="connsiteY46062"/>
              </a:cxn>
              <a:cxn ang="0">
                <a:pos x="connsiteX46063" y="connsiteY46063"/>
              </a:cxn>
              <a:cxn ang="0">
                <a:pos x="connsiteX46064" y="connsiteY46064"/>
              </a:cxn>
              <a:cxn ang="0">
                <a:pos x="connsiteX46065" y="connsiteY46065"/>
              </a:cxn>
              <a:cxn ang="0">
                <a:pos x="connsiteX46066" y="connsiteY46066"/>
              </a:cxn>
              <a:cxn ang="0">
                <a:pos x="connsiteX46067" y="connsiteY46067"/>
              </a:cxn>
              <a:cxn ang="0">
                <a:pos x="connsiteX46068" y="connsiteY46068"/>
              </a:cxn>
              <a:cxn ang="0">
                <a:pos x="connsiteX46069" y="connsiteY46069"/>
              </a:cxn>
              <a:cxn ang="0">
                <a:pos x="connsiteX46070" y="connsiteY46070"/>
              </a:cxn>
              <a:cxn ang="0">
                <a:pos x="connsiteX46071" y="connsiteY46071"/>
              </a:cxn>
              <a:cxn ang="0">
                <a:pos x="connsiteX46072" y="connsiteY46072"/>
              </a:cxn>
              <a:cxn ang="0">
                <a:pos x="connsiteX46073" y="connsiteY46073"/>
              </a:cxn>
              <a:cxn ang="0">
                <a:pos x="connsiteX46074" y="connsiteY46074"/>
              </a:cxn>
              <a:cxn ang="0">
                <a:pos x="connsiteX46075" y="connsiteY46075"/>
              </a:cxn>
              <a:cxn ang="0">
                <a:pos x="connsiteX46076" y="connsiteY46076"/>
              </a:cxn>
              <a:cxn ang="0">
                <a:pos x="connsiteX46077" y="connsiteY46077"/>
              </a:cxn>
              <a:cxn ang="0">
                <a:pos x="connsiteX46078" y="connsiteY46078"/>
              </a:cxn>
              <a:cxn ang="0">
                <a:pos x="connsiteX46079" y="connsiteY46079"/>
              </a:cxn>
              <a:cxn ang="0">
                <a:pos x="connsiteX46080" y="connsiteY46080"/>
              </a:cxn>
              <a:cxn ang="0">
                <a:pos x="connsiteX46081" y="connsiteY46081"/>
              </a:cxn>
              <a:cxn ang="0">
                <a:pos x="connsiteX46082" y="connsiteY46082"/>
              </a:cxn>
              <a:cxn ang="0">
                <a:pos x="connsiteX46083" y="connsiteY46083"/>
              </a:cxn>
              <a:cxn ang="0">
                <a:pos x="connsiteX46084" y="connsiteY46084"/>
              </a:cxn>
              <a:cxn ang="0">
                <a:pos x="connsiteX46085" y="connsiteY46085"/>
              </a:cxn>
              <a:cxn ang="0">
                <a:pos x="connsiteX46086" y="connsiteY46086"/>
              </a:cxn>
              <a:cxn ang="0">
                <a:pos x="connsiteX46087" y="connsiteY46087"/>
              </a:cxn>
              <a:cxn ang="0">
                <a:pos x="connsiteX46088" y="connsiteY46088"/>
              </a:cxn>
              <a:cxn ang="0">
                <a:pos x="connsiteX46089" y="connsiteY46089"/>
              </a:cxn>
              <a:cxn ang="0">
                <a:pos x="connsiteX46090" y="connsiteY46090"/>
              </a:cxn>
              <a:cxn ang="0">
                <a:pos x="connsiteX46091" y="connsiteY46091"/>
              </a:cxn>
              <a:cxn ang="0">
                <a:pos x="connsiteX46092" y="connsiteY46092"/>
              </a:cxn>
              <a:cxn ang="0">
                <a:pos x="connsiteX46093" y="connsiteY46093"/>
              </a:cxn>
              <a:cxn ang="0">
                <a:pos x="connsiteX46094" y="connsiteY46094"/>
              </a:cxn>
              <a:cxn ang="0">
                <a:pos x="connsiteX46095" y="connsiteY46095"/>
              </a:cxn>
              <a:cxn ang="0">
                <a:pos x="connsiteX46096" y="connsiteY46096"/>
              </a:cxn>
              <a:cxn ang="0">
                <a:pos x="connsiteX46097" y="connsiteY46097"/>
              </a:cxn>
              <a:cxn ang="0">
                <a:pos x="connsiteX46098" y="connsiteY46098"/>
              </a:cxn>
              <a:cxn ang="0">
                <a:pos x="connsiteX46099" y="connsiteY46099"/>
              </a:cxn>
              <a:cxn ang="0">
                <a:pos x="connsiteX46100" y="connsiteY46100"/>
              </a:cxn>
              <a:cxn ang="0">
                <a:pos x="connsiteX46101" y="connsiteY46101"/>
              </a:cxn>
              <a:cxn ang="0">
                <a:pos x="connsiteX46102" y="connsiteY46102"/>
              </a:cxn>
              <a:cxn ang="0">
                <a:pos x="connsiteX46103" y="connsiteY46103"/>
              </a:cxn>
              <a:cxn ang="0">
                <a:pos x="connsiteX46104" y="connsiteY46104"/>
              </a:cxn>
              <a:cxn ang="0">
                <a:pos x="connsiteX46105" y="connsiteY46105"/>
              </a:cxn>
              <a:cxn ang="0">
                <a:pos x="connsiteX46106" y="connsiteY46106"/>
              </a:cxn>
              <a:cxn ang="0">
                <a:pos x="connsiteX46107" y="connsiteY46107"/>
              </a:cxn>
              <a:cxn ang="0">
                <a:pos x="connsiteX46108" y="connsiteY46108"/>
              </a:cxn>
              <a:cxn ang="0">
                <a:pos x="connsiteX46109" y="connsiteY46109"/>
              </a:cxn>
              <a:cxn ang="0">
                <a:pos x="connsiteX46110" y="connsiteY46110"/>
              </a:cxn>
              <a:cxn ang="0">
                <a:pos x="connsiteX46111" y="connsiteY46111"/>
              </a:cxn>
              <a:cxn ang="0">
                <a:pos x="connsiteX46112" y="connsiteY46112"/>
              </a:cxn>
              <a:cxn ang="0">
                <a:pos x="connsiteX46113" y="connsiteY46113"/>
              </a:cxn>
              <a:cxn ang="0">
                <a:pos x="connsiteX46114" y="connsiteY46114"/>
              </a:cxn>
              <a:cxn ang="0">
                <a:pos x="connsiteX46115" y="connsiteY46115"/>
              </a:cxn>
              <a:cxn ang="0">
                <a:pos x="connsiteX46116" y="connsiteY46116"/>
              </a:cxn>
              <a:cxn ang="0">
                <a:pos x="connsiteX46117" y="connsiteY46117"/>
              </a:cxn>
              <a:cxn ang="0">
                <a:pos x="connsiteX46118" y="connsiteY46118"/>
              </a:cxn>
              <a:cxn ang="0">
                <a:pos x="connsiteX46119" y="connsiteY46119"/>
              </a:cxn>
              <a:cxn ang="0">
                <a:pos x="connsiteX46120" y="connsiteY46120"/>
              </a:cxn>
              <a:cxn ang="0">
                <a:pos x="connsiteX46121" y="connsiteY46121"/>
              </a:cxn>
              <a:cxn ang="0">
                <a:pos x="connsiteX46122" y="connsiteY46122"/>
              </a:cxn>
              <a:cxn ang="0">
                <a:pos x="connsiteX46123" y="connsiteY46123"/>
              </a:cxn>
              <a:cxn ang="0">
                <a:pos x="connsiteX46124" y="connsiteY46124"/>
              </a:cxn>
              <a:cxn ang="0">
                <a:pos x="connsiteX46125" y="connsiteY46125"/>
              </a:cxn>
              <a:cxn ang="0">
                <a:pos x="connsiteX46126" y="connsiteY46126"/>
              </a:cxn>
              <a:cxn ang="0">
                <a:pos x="connsiteX46127" y="connsiteY46127"/>
              </a:cxn>
              <a:cxn ang="0">
                <a:pos x="connsiteX46128" y="connsiteY46128"/>
              </a:cxn>
              <a:cxn ang="0">
                <a:pos x="connsiteX46129" y="connsiteY46129"/>
              </a:cxn>
              <a:cxn ang="0">
                <a:pos x="connsiteX46130" y="connsiteY46130"/>
              </a:cxn>
              <a:cxn ang="0">
                <a:pos x="connsiteX46131" y="connsiteY46131"/>
              </a:cxn>
              <a:cxn ang="0">
                <a:pos x="connsiteX46132" y="connsiteY46132"/>
              </a:cxn>
              <a:cxn ang="0">
                <a:pos x="connsiteX46133" y="connsiteY46133"/>
              </a:cxn>
              <a:cxn ang="0">
                <a:pos x="connsiteX46134" y="connsiteY46134"/>
              </a:cxn>
              <a:cxn ang="0">
                <a:pos x="connsiteX46135" y="connsiteY46135"/>
              </a:cxn>
              <a:cxn ang="0">
                <a:pos x="connsiteX46136" y="connsiteY46136"/>
              </a:cxn>
              <a:cxn ang="0">
                <a:pos x="connsiteX46137" y="connsiteY46137"/>
              </a:cxn>
              <a:cxn ang="0">
                <a:pos x="connsiteX46138" y="connsiteY46138"/>
              </a:cxn>
              <a:cxn ang="0">
                <a:pos x="connsiteX46139" y="connsiteY46139"/>
              </a:cxn>
              <a:cxn ang="0">
                <a:pos x="connsiteX46140" y="connsiteY46140"/>
              </a:cxn>
              <a:cxn ang="0">
                <a:pos x="connsiteX46141" y="connsiteY46141"/>
              </a:cxn>
              <a:cxn ang="0">
                <a:pos x="connsiteX46142" y="connsiteY46142"/>
              </a:cxn>
              <a:cxn ang="0">
                <a:pos x="connsiteX46143" y="connsiteY46143"/>
              </a:cxn>
              <a:cxn ang="0">
                <a:pos x="connsiteX46144" y="connsiteY46144"/>
              </a:cxn>
              <a:cxn ang="0">
                <a:pos x="connsiteX46145" y="connsiteY46145"/>
              </a:cxn>
              <a:cxn ang="0">
                <a:pos x="connsiteX46146" y="connsiteY46146"/>
              </a:cxn>
              <a:cxn ang="0">
                <a:pos x="connsiteX46147" y="connsiteY46147"/>
              </a:cxn>
              <a:cxn ang="0">
                <a:pos x="connsiteX46148" y="connsiteY46148"/>
              </a:cxn>
              <a:cxn ang="0">
                <a:pos x="connsiteX46149" y="connsiteY46149"/>
              </a:cxn>
              <a:cxn ang="0">
                <a:pos x="connsiteX46150" y="connsiteY46150"/>
              </a:cxn>
              <a:cxn ang="0">
                <a:pos x="connsiteX46151" y="connsiteY46151"/>
              </a:cxn>
              <a:cxn ang="0">
                <a:pos x="connsiteX46152" y="connsiteY46152"/>
              </a:cxn>
              <a:cxn ang="0">
                <a:pos x="connsiteX46153" y="connsiteY46153"/>
              </a:cxn>
              <a:cxn ang="0">
                <a:pos x="connsiteX46154" y="connsiteY46154"/>
              </a:cxn>
              <a:cxn ang="0">
                <a:pos x="connsiteX46155" y="connsiteY46155"/>
              </a:cxn>
              <a:cxn ang="0">
                <a:pos x="connsiteX46156" y="connsiteY46156"/>
              </a:cxn>
              <a:cxn ang="0">
                <a:pos x="connsiteX46157" y="connsiteY46157"/>
              </a:cxn>
              <a:cxn ang="0">
                <a:pos x="connsiteX46158" y="connsiteY46158"/>
              </a:cxn>
              <a:cxn ang="0">
                <a:pos x="connsiteX46159" y="connsiteY46159"/>
              </a:cxn>
              <a:cxn ang="0">
                <a:pos x="connsiteX46160" y="connsiteY46160"/>
              </a:cxn>
              <a:cxn ang="0">
                <a:pos x="connsiteX46161" y="connsiteY46161"/>
              </a:cxn>
              <a:cxn ang="0">
                <a:pos x="connsiteX46162" y="connsiteY46162"/>
              </a:cxn>
              <a:cxn ang="0">
                <a:pos x="connsiteX46163" y="connsiteY46163"/>
              </a:cxn>
              <a:cxn ang="0">
                <a:pos x="connsiteX46164" y="connsiteY46164"/>
              </a:cxn>
              <a:cxn ang="0">
                <a:pos x="connsiteX46165" y="connsiteY46165"/>
              </a:cxn>
              <a:cxn ang="0">
                <a:pos x="connsiteX46166" y="connsiteY46166"/>
              </a:cxn>
              <a:cxn ang="0">
                <a:pos x="connsiteX46167" y="connsiteY46167"/>
              </a:cxn>
              <a:cxn ang="0">
                <a:pos x="connsiteX46168" y="connsiteY46168"/>
              </a:cxn>
              <a:cxn ang="0">
                <a:pos x="connsiteX46169" y="connsiteY46169"/>
              </a:cxn>
              <a:cxn ang="0">
                <a:pos x="connsiteX46170" y="connsiteY46170"/>
              </a:cxn>
              <a:cxn ang="0">
                <a:pos x="connsiteX46171" y="connsiteY46171"/>
              </a:cxn>
              <a:cxn ang="0">
                <a:pos x="connsiteX46172" y="connsiteY46172"/>
              </a:cxn>
              <a:cxn ang="0">
                <a:pos x="connsiteX46173" y="connsiteY46173"/>
              </a:cxn>
              <a:cxn ang="0">
                <a:pos x="connsiteX46174" y="connsiteY46174"/>
              </a:cxn>
              <a:cxn ang="0">
                <a:pos x="connsiteX46175" y="connsiteY46175"/>
              </a:cxn>
              <a:cxn ang="0">
                <a:pos x="connsiteX46176" y="connsiteY46176"/>
              </a:cxn>
              <a:cxn ang="0">
                <a:pos x="connsiteX46177" y="connsiteY46177"/>
              </a:cxn>
              <a:cxn ang="0">
                <a:pos x="connsiteX46178" y="connsiteY46178"/>
              </a:cxn>
              <a:cxn ang="0">
                <a:pos x="connsiteX46179" y="connsiteY46179"/>
              </a:cxn>
              <a:cxn ang="0">
                <a:pos x="connsiteX46180" y="connsiteY46180"/>
              </a:cxn>
              <a:cxn ang="0">
                <a:pos x="connsiteX46181" y="connsiteY46181"/>
              </a:cxn>
              <a:cxn ang="0">
                <a:pos x="connsiteX46182" y="connsiteY46182"/>
              </a:cxn>
              <a:cxn ang="0">
                <a:pos x="connsiteX46183" y="connsiteY46183"/>
              </a:cxn>
              <a:cxn ang="0">
                <a:pos x="connsiteX46184" y="connsiteY46184"/>
              </a:cxn>
              <a:cxn ang="0">
                <a:pos x="connsiteX46185" y="connsiteY46185"/>
              </a:cxn>
              <a:cxn ang="0">
                <a:pos x="connsiteX46186" y="connsiteY46186"/>
              </a:cxn>
              <a:cxn ang="0">
                <a:pos x="connsiteX46187" y="connsiteY46187"/>
              </a:cxn>
              <a:cxn ang="0">
                <a:pos x="connsiteX46188" y="connsiteY46188"/>
              </a:cxn>
              <a:cxn ang="0">
                <a:pos x="connsiteX46189" y="connsiteY46189"/>
              </a:cxn>
              <a:cxn ang="0">
                <a:pos x="connsiteX46190" y="connsiteY46190"/>
              </a:cxn>
              <a:cxn ang="0">
                <a:pos x="connsiteX46191" y="connsiteY46191"/>
              </a:cxn>
              <a:cxn ang="0">
                <a:pos x="connsiteX46192" y="connsiteY46192"/>
              </a:cxn>
              <a:cxn ang="0">
                <a:pos x="connsiteX46193" y="connsiteY46193"/>
              </a:cxn>
              <a:cxn ang="0">
                <a:pos x="connsiteX46194" y="connsiteY46194"/>
              </a:cxn>
              <a:cxn ang="0">
                <a:pos x="connsiteX46195" y="connsiteY46195"/>
              </a:cxn>
              <a:cxn ang="0">
                <a:pos x="connsiteX46196" y="connsiteY46196"/>
              </a:cxn>
              <a:cxn ang="0">
                <a:pos x="connsiteX46197" y="connsiteY46197"/>
              </a:cxn>
              <a:cxn ang="0">
                <a:pos x="connsiteX46198" y="connsiteY46198"/>
              </a:cxn>
              <a:cxn ang="0">
                <a:pos x="connsiteX46199" y="connsiteY46199"/>
              </a:cxn>
              <a:cxn ang="0">
                <a:pos x="connsiteX46200" y="connsiteY46200"/>
              </a:cxn>
              <a:cxn ang="0">
                <a:pos x="connsiteX46201" y="connsiteY46201"/>
              </a:cxn>
              <a:cxn ang="0">
                <a:pos x="connsiteX46202" y="connsiteY46202"/>
              </a:cxn>
              <a:cxn ang="0">
                <a:pos x="connsiteX46203" y="connsiteY46203"/>
              </a:cxn>
              <a:cxn ang="0">
                <a:pos x="connsiteX46204" y="connsiteY46204"/>
              </a:cxn>
              <a:cxn ang="0">
                <a:pos x="connsiteX46205" y="connsiteY46205"/>
              </a:cxn>
              <a:cxn ang="0">
                <a:pos x="connsiteX46206" y="connsiteY46206"/>
              </a:cxn>
              <a:cxn ang="0">
                <a:pos x="connsiteX46207" y="connsiteY46207"/>
              </a:cxn>
              <a:cxn ang="0">
                <a:pos x="connsiteX46208" y="connsiteY46208"/>
              </a:cxn>
              <a:cxn ang="0">
                <a:pos x="connsiteX46209" y="connsiteY46209"/>
              </a:cxn>
              <a:cxn ang="0">
                <a:pos x="connsiteX46210" y="connsiteY46210"/>
              </a:cxn>
              <a:cxn ang="0">
                <a:pos x="connsiteX46211" y="connsiteY46211"/>
              </a:cxn>
              <a:cxn ang="0">
                <a:pos x="connsiteX46212" y="connsiteY46212"/>
              </a:cxn>
              <a:cxn ang="0">
                <a:pos x="connsiteX46213" y="connsiteY46213"/>
              </a:cxn>
              <a:cxn ang="0">
                <a:pos x="connsiteX46214" y="connsiteY46214"/>
              </a:cxn>
              <a:cxn ang="0">
                <a:pos x="connsiteX46215" y="connsiteY46215"/>
              </a:cxn>
              <a:cxn ang="0">
                <a:pos x="connsiteX46216" y="connsiteY46216"/>
              </a:cxn>
              <a:cxn ang="0">
                <a:pos x="connsiteX46217" y="connsiteY46217"/>
              </a:cxn>
              <a:cxn ang="0">
                <a:pos x="connsiteX46218" y="connsiteY46218"/>
              </a:cxn>
              <a:cxn ang="0">
                <a:pos x="connsiteX46219" y="connsiteY46219"/>
              </a:cxn>
              <a:cxn ang="0">
                <a:pos x="connsiteX46220" y="connsiteY46220"/>
              </a:cxn>
              <a:cxn ang="0">
                <a:pos x="connsiteX46221" y="connsiteY46221"/>
              </a:cxn>
              <a:cxn ang="0">
                <a:pos x="connsiteX46222" y="connsiteY46222"/>
              </a:cxn>
              <a:cxn ang="0">
                <a:pos x="connsiteX46223" y="connsiteY46223"/>
              </a:cxn>
              <a:cxn ang="0">
                <a:pos x="connsiteX46224" y="connsiteY46224"/>
              </a:cxn>
              <a:cxn ang="0">
                <a:pos x="connsiteX46225" y="connsiteY46225"/>
              </a:cxn>
              <a:cxn ang="0">
                <a:pos x="connsiteX46226" y="connsiteY46226"/>
              </a:cxn>
              <a:cxn ang="0">
                <a:pos x="connsiteX46227" y="connsiteY46227"/>
              </a:cxn>
              <a:cxn ang="0">
                <a:pos x="connsiteX46228" y="connsiteY46228"/>
              </a:cxn>
              <a:cxn ang="0">
                <a:pos x="connsiteX46229" y="connsiteY46229"/>
              </a:cxn>
              <a:cxn ang="0">
                <a:pos x="connsiteX46230" y="connsiteY46230"/>
              </a:cxn>
              <a:cxn ang="0">
                <a:pos x="connsiteX46231" y="connsiteY46231"/>
              </a:cxn>
              <a:cxn ang="0">
                <a:pos x="connsiteX46232" y="connsiteY46232"/>
              </a:cxn>
              <a:cxn ang="0">
                <a:pos x="connsiteX46233" y="connsiteY46233"/>
              </a:cxn>
              <a:cxn ang="0">
                <a:pos x="connsiteX46234" y="connsiteY46234"/>
              </a:cxn>
              <a:cxn ang="0">
                <a:pos x="connsiteX46235" y="connsiteY46235"/>
              </a:cxn>
              <a:cxn ang="0">
                <a:pos x="connsiteX46236" y="connsiteY46236"/>
              </a:cxn>
              <a:cxn ang="0">
                <a:pos x="connsiteX46237" y="connsiteY46237"/>
              </a:cxn>
              <a:cxn ang="0">
                <a:pos x="connsiteX46238" y="connsiteY46238"/>
              </a:cxn>
              <a:cxn ang="0">
                <a:pos x="connsiteX46239" y="connsiteY46239"/>
              </a:cxn>
              <a:cxn ang="0">
                <a:pos x="connsiteX46240" y="connsiteY46240"/>
              </a:cxn>
              <a:cxn ang="0">
                <a:pos x="connsiteX46241" y="connsiteY46241"/>
              </a:cxn>
              <a:cxn ang="0">
                <a:pos x="connsiteX46242" y="connsiteY46242"/>
              </a:cxn>
              <a:cxn ang="0">
                <a:pos x="connsiteX46243" y="connsiteY46243"/>
              </a:cxn>
              <a:cxn ang="0">
                <a:pos x="connsiteX46244" y="connsiteY46244"/>
              </a:cxn>
              <a:cxn ang="0">
                <a:pos x="connsiteX46245" y="connsiteY46245"/>
              </a:cxn>
              <a:cxn ang="0">
                <a:pos x="connsiteX46246" y="connsiteY46246"/>
              </a:cxn>
              <a:cxn ang="0">
                <a:pos x="connsiteX46247" y="connsiteY46247"/>
              </a:cxn>
              <a:cxn ang="0">
                <a:pos x="connsiteX46248" y="connsiteY46248"/>
              </a:cxn>
              <a:cxn ang="0">
                <a:pos x="connsiteX46249" y="connsiteY46249"/>
              </a:cxn>
              <a:cxn ang="0">
                <a:pos x="connsiteX46250" y="connsiteY46250"/>
              </a:cxn>
              <a:cxn ang="0">
                <a:pos x="connsiteX46251" y="connsiteY46251"/>
              </a:cxn>
              <a:cxn ang="0">
                <a:pos x="connsiteX46252" y="connsiteY46252"/>
              </a:cxn>
              <a:cxn ang="0">
                <a:pos x="connsiteX46253" y="connsiteY46253"/>
              </a:cxn>
              <a:cxn ang="0">
                <a:pos x="connsiteX46254" y="connsiteY46254"/>
              </a:cxn>
              <a:cxn ang="0">
                <a:pos x="connsiteX46255" y="connsiteY46255"/>
              </a:cxn>
              <a:cxn ang="0">
                <a:pos x="connsiteX46256" y="connsiteY46256"/>
              </a:cxn>
              <a:cxn ang="0">
                <a:pos x="connsiteX46257" y="connsiteY46257"/>
              </a:cxn>
              <a:cxn ang="0">
                <a:pos x="connsiteX46258" y="connsiteY46258"/>
              </a:cxn>
              <a:cxn ang="0">
                <a:pos x="connsiteX46259" y="connsiteY46259"/>
              </a:cxn>
              <a:cxn ang="0">
                <a:pos x="connsiteX46260" y="connsiteY46260"/>
              </a:cxn>
              <a:cxn ang="0">
                <a:pos x="connsiteX46261" y="connsiteY46261"/>
              </a:cxn>
              <a:cxn ang="0">
                <a:pos x="connsiteX46262" y="connsiteY46262"/>
              </a:cxn>
              <a:cxn ang="0">
                <a:pos x="connsiteX46263" y="connsiteY46263"/>
              </a:cxn>
              <a:cxn ang="0">
                <a:pos x="connsiteX46264" y="connsiteY46264"/>
              </a:cxn>
              <a:cxn ang="0">
                <a:pos x="connsiteX46265" y="connsiteY46265"/>
              </a:cxn>
              <a:cxn ang="0">
                <a:pos x="connsiteX46266" y="connsiteY46266"/>
              </a:cxn>
              <a:cxn ang="0">
                <a:pos x="connsiteX46267" y="connsiteY46267"/>
              </a:cxn>
              <a:cxn ang="0">
                <a:pos x="connsiteX46268" y="connsiteY46268"/>
              </a:cxn>
              <a:cxn ang="0">
                <a:pos x="connsiteX46269" y="connsiteY46269"/>
              </a:cxn>
              <a:cxn ang="0">
                <a:pos x="connsiteX46270" y="connsiteY46270"/>
              </a:cxn>
              <a:cxn ang="0">
                <a:pos x="connsiteX46271" y="connsiteY46271"/>
              </a:cxn>
              <a:cxn ang="0">
                <a:pos x="connsiteX46272" y="connsiteY46272"/>
              </a:cxn>
              <a:cxn ang="0">
                <a:pos x="connsiteX46273" y="connsiteY46273"/>
              </a:cxn>
              <a:cxn ang="0">
                <a:pos x="connsiteX46274" y="connsiteY46274"/>
              </a:cxn>
              <a:cxn ang="0">
                <a:pos x="connsiteX46275" y="connsiteY46275"/>
              </a:cxn>
              <a:cxn ang="0">
                <a:pos x="connsiteX46276" y="connsiteY46276"/>
              </a:cxn>
              <a:cxn ang="0">
                <a:pos x="connsiteX46277" y="connsiteY46277"/>
              </a:cxn>
              <a:cxn ang="0">
                <a:pos x="connsiteX46278" y="connsiteY46278"/>
              </a:cxn>
              <a:cxn ang="0">
                <a:pos x="connsiteX46279" y="connsiteY46279"/>
              </a:cxn>
              <a:cxn ang="0">
                <a:pos x="connsiteX46280" y="connsiteY46280"/>
              </a:cxn>
              <a:cxn ang="0">
                <a:pos x="connsiteX46281" y="connsiteY46281"/>
              </a:cxn>
              <a:cxn ang="0">
                <a:pos x="connsiteX46282" y="connsiteY46282"/>
              </a:cxn>
              <a:cxn ang="0">
                <a:pos x="connsiteX46283" y="connsiteY46283"/>
              </a:cxn>
              <a:cxn ang="0">
                <a:pos x="connsiteX46284" y="connsiteY46284"/>
              </a:cxn>
              <a:cxn ang="0">
                <a:pos x="connsiteX46285" y="connsiteY46285"/>
              </a:cxn>
              <a:cxn ang="0">
                <a:pos x="connsiteX46286" y="connsiteY46286"/>
              </a:cxn>
              <a:cxn ang="0">
                <a:pos x="connsiteX46287" y="connsiteY46287"/>
              </a:cxn>
              <a:cxn ang="0">
                <a:pos x="connsiteX46288" y="connsiteY46288"/>
              </a:cxn>
              <a:cxn ang="0">
                <a:pos x="connsiteX46289" y="connsiteY46289"/>
              </a:cxn>
              <a:cxn ang="0">
                <a:pos x="connsiteX46290" y="connsiteY46290"/>
              </a:cxn>
              <a:cxn ang="0">
                <a:pos x="connsiteX46291" y="connsiteY46291"/>
              </a:cxn>
              <a:cxn ang="0">
                <a:pos x="connsiteX46292" y="connsiteY46292"/>
              </a:cxn>
              <a:cxn ang="0">
                <a:pos x="connsiteX46293" y="connsiteY46293"/>
              </a:cxn>
              <a:cxn ang="0">
                <a:pos x="connsiteX46294" y="connsiteY46294"/>
              </a:cxn>
              <a:cxn ang="0">
                <a:pos x="connsiteX46295" y="connsiteY46295"/>
              </a:cxn>
              <a:cxn ang="0">
                <a:pos x="connsiteX46296" y="connsiteY46296"/>
              </a:cxn>
              <a:cxn ang="0">
                <a:pos x="connsiteX46297" y="connsiteY46297"/>
              </a:cxn>
              <a:cxn ang="0">
                <a:pos x="connsiteX46298" y="connsiteY46298"/>
              </a:cxn>
              <a:cxn ang="0">
                <a:pos x="connsiteX46299" y="connsiteY46299"/>
              </a:cxn>
              <a:cxn ang="0">
                <a:pos x="connsiteX46300" y="connsiteY46300"/>
              </a:cxn>
              <a:cxn ang="0">
                <a:pos x="connsiteX46301" y="connsiteY46301"/>
              </a:cxn>
              <a:cxn ang="0">
                <a:pos x="connsiteX46302" y="connsiteY46302"/>
              </a:cxn>
              <a:cxn ang="0">
                <a:pos x="connsiteX46303" y="connsiteY46303"/>
              </a:cxn>
              <a:cxn ang="0">
                <a:pos x="connsiteX46304" y="connsiteY46304"/>
              </a:cxn>
              <a:cxn ang="0">
                <a:pos x="connsiteX46305" y="connsiteY46305"/>
              </a:cxn>
              <a:cxn ang="0">
                <a:pos x="connsiteX46306" y="connsiteY46306"/>
              </a:cxn>
              <a:cxn ang="0">
                <a:pos x="connsiteX46307" y="connsiteY46307"/>
              </a:cxn>
              <a:cxn ang="0">
                <a:pos x="connsiteX46308" y="connsiteY46308"/>
              </a:cxn>
              <a:cxn ang="0">
                <a:pos x="connsiteX46309" y="connsiteY46309"/>
              </a:cxn>
              <a:cxn ang="0">
                <a:pos x="connsiteX46310" y="connsiteY46310"/>
              </a:cxn>
              <a:cxn ang="0">
                <a:pos x="connsiteX46311" y="connsiteY46311"/>
              </a:cxn>
              <a:cxn ang="0">
                <a:pos x="connsiteX46312" y="connsiteY46312"/>
              </a:cxn>
              <a:cxn ang="0">
                <a:pos x="connsiteX46313" y="connsiteY46313"/>
              </a:cxn>
              <a:cxn ang="0">
                <a:pos x="connsiteX46314" y="connsiteY46314"/>
              </a:cxn>
              <a:cxn ang="0">
                <a:pos x="connsiteX46315" y="connsiteY46315"/>
              </a:cxn>
              <a:cxn ang="0">
                <a:pos x="connsiteX46316" y="connsiteY46316"/>
              </a:cxn>
              <a:cxn ang="0">
                <a:pos x="connsiteX46317" y="connsiteY46317"/>
              </a:cxn>
              <a:cxn ang="0">
                <a:pos x="connsiteX46318" y="connsiteY46318"/>
              </a:cxn>
              <a:cxn ang="0">
                <a:pos x="connsiteX46319" y="connsiteY46319"/>
              </a:cxn>
              <a:cxn ang="0">
                <a:pos x="connsiteX46320" y="connsiteY46320"/>
              </a:cxn>
              <a:cxn ang="0">
                <a:pos x="connsiteX46321" y="connsiteY46321"/>
              </a:cxn>
              <a:cxn ang="0">
                <a:pos x="connsiteX46322" y="connsiteY46322"/>
              </a:cxn>
              <a:cxn ang="0">
                <a:pos x="connsiteX46323" y="connsiteY46323"/>
              </a:cxn>
              <a:cxn ang="0">
                <a:pos x="connsiteX46324" y="connsiteY46324"/>
              </a:cxn>
              <a:cxn ang="0">
                <a:pos x="connsiteX46325" y="connsiteY46325"/>
              </a:cxn>
              <a:cxn ang="0">
                <a:pos x="connsiteX46326" y="connsiteY46326"/>
              </a:cxn>
              <a:cxn ang="0">
                <a:pos x="connsiteX46327" y="connsiteY46327"/>
              </a:cxn>
              <a:cxn ang="0">
                <a:pos x="connsiteX46328" y="connsiteY46328"/>
              </a:cxn>
              <a:cxn ang="0">
                <a:pos x="connsiteX46329" y="connsiteY46329"/>
              </a:cxn>
              <a:cxn ang="0">
                <a:pos x="connsiteX46330" y="connsiteY46330"/>
              </a:cxn>
              <a:cxn ang="0">
                <a:pos x="connsiteX46331" y="connsiteY46331"/>
              </a:cxn>
              <a:cxn ang="0">
                <a:pos x="connsiteX46332" y="connsiteY46332"/>
              </a:cxn>
              <a:cxn ang="0">
                <a:pos x="connsiteX46333" y="connsiteY46333"/>
              </a:cxn>
              <a:cxn ang="0">
                <a:pos x="connsiteX46334" y="connsiteY46334"/>
              </a:cxn>
              <a:cxn ang="0">
                <a:pos x="connsiteX46335" y="connsiteY46335"/>
              </a:cxn>
              <a:cxn ang="0">
                <a:pos x="connsiteX46336" y="connsiteY46336"/>
              </a:cxn>
              <a:cxn ang="0">
                <a:pos x="connsiteX46337" y="connsiteY46337"/>
              </a:cxn>
              <a:cxn ang="0">
                <a:pos x="connsiteX46338" y="connsiteY46338"/>
              </a:cxn>
              <a:cxn ang="0">
                <a:pos x="connsiteX46339" y="connsiteY46339"/>
              </a:cxn>
              <a:cxn ang="0">
                <a:pos x="connsiteX46340" y="connsiteY46340"/>
              </a:cxn>
              <a:cxn ang="0">
                <a:pos x="connsiteX46341" y="connsiteY46341"/>
              </a:cxn>
              <a:cxn ang="0">
                <a:pos x="connsiteX46342" y="connsiteY46342"/>
              </a:cxn>
              <a:cxn ang="0">
                <a:pos x="connsiteX46343" y="connsiteY46343"/>
              </a:cxn>
              <a:cxn ang="0">
                <a:pos x="connsiteX46344" y="connsiteY46344"/>
              </a:cxn>
              <a:cxn ang="0">
                <a:pos x="connsiteX46345" y="connsiteY46345"/>
              </a:cxn>
              <a:cxn ang="0">
                <a:pos x="connsiteX46346" y="connsiteY46346"/>
              </a:cxn>
              <a:cxn ang="0">
                <a:pos x="connsiteX46347" y="connsiteY46347"/>
              </a:cxn>
              <a:cxn ang="0">
                <a:pos x="connsiteX46348" y="connsiteY46348"/>
              </a:cxn>
              <a:cxn ang="0">
                <a:pos x="connsiteX46349" y="connsiteY46349"/>
              </a:cxn>
              <a:cxn ang="0">
                <a:pos x="connsiteX46350" y="connsiteY46350"/>
              </a:cxn>
              <a:cxn ang="0">
                <a:pos x="connsiteX46351" y="connsiteY46351"/>
              </a:cxn>
              <a:cxn ang="0">
                <a:pos x="connsiteX46352" y="connsiteY46352"/>
              </a:cxn>
              <a:cxn ang="0">
                <a:pos x="connsiteX46353" y="connsiteY46353"/>
              </a:cxn>
              <a:cxn ang="0">
                <a:pos x="connsiteX46354" y="connsiteY46354"/>
              </a:cxn>
              <a:cxn ang="0">
                <a:pos x="connsiteX46355" y="connsiteY46355"/>
              </a:cxn>
              <a:cxn ang="0">
                <a:pos x="connsiteX46356" y="connsiteY46356"/>
              </a:cxn>
              <a:cxn ang="0">
                <a:pos x="connsiteX46357" y="connsiteY46357"/>
              </a:cxn>
              <a:cxn ang="0">
                <a:pos x="connsiteX46358" y="connsiteY46358"/>
              </a:cxn>
              <a:cxn ang="0">
                <a:pos x="connsiteX46359" y="connsiteY46359"/>
              </a:cxn>
              <a:cxn ang="0">
                <a:pos x="connsiteX46360" y="connsiteY46360"/>
              </a:cxn>
              <a:cxn ang="0">
                <a:pos x="connsiteX46361" y="connsiteY46361"/>
              </a:cxn>
              <a:cxn ang="0">
                <a:pos x="connsiteX46362" y="connsiteY46362"/>
              </a:cxn>
              <a:cxn ang="0">
                <a:pos x="connsiteX46363" y="connsiteY46363"/>
              </a:cxn>
              <a:cxn ang="0">
                <a:pos x="connsiteX46364" y="connsiteY46364"/>
              </a:cxn>
              <a:cxn ang="0">
                <a:pos x="connsiteX46365" y="connsiteY46365"/>
              </a:cxn>
              <a:cxn ang="0">
                <a:pos x="connsiteX46366" y="connsiteY46366"/>
              </a:cxn>
              <a:cxn ang="0">
                <a:pos x="connsiteX46367" y="connsiteY46367"/>
              </a:cxn>
              <a:cxn ang="0">
                <a:pos x="connsiteX46368" y="connsiteY46368"/>
              </a:cxn>
              <a:cxn ang="0">
                <a:pos x="connsiteX46369" y="connsiteY46369"/>
              </a:cxn>
              <a:cxn ang="0">
                <a:pos x="connsiteX46370" y="connsiteY46370"/>
              </a:cxn>
              <a:cxn ang="0">
                <a:pos x="connsiteX46371" y="connsiteY46371"/>
              </a:cxn>
              <a:cxn ang="0">
                <a:pos x="connsiteX46372" y="connsiteY46372"/>
              </a:cxn>
              <a:cxn ang="0">
                <a:pos x="connsiteX46373" y="connsiteY46373"/>
              </a:cxn>
              <a:cxn ang="0">
                <a:pos x="connsiteX46374" y="connsiteY46374"/>
              </a:cxn>
              <a:cxn ang="0">
                <a:pos x="connsiteX46375" y="connsiteY46375"/>
              </a:cxn>
              <a:cxn ang="0">
                <a:pos x="connsiteX46376" y="connsiteY46376"/>
              </a:cxn>
              <a:cxn ang="0">
                <a:pos x="connsiteX46377" y="connsiteY46377"/>
              </a:cxn>
              <a:cxn ang="0">
                <a:pos x="connsiteX46378" y="connsiteY46378"/>
              </a:cxn>
              <a:cxn ang="0">
                <a:pos x="connsiteX46379" y="connsiteY46379"/>
              </a:cxn>
              <a:cxn ang="0">
                <a:pos x="connsiteX46380" y="connsiteY46380"/>
              </a:cxn>
              <a:cxn ang="0">
                <a:pos x="connsiteX46381" y="connsiteY46381"/>
              </a:cxn>
              <a:cxn ang="0">
                <a:pos x="connsiteX46382" y="connsiteY46382"/>
              </a:cxn>
              <a:cxn ang="0">
                <a:pos x="connsiteX46383" y="connsiteY46383"/>
              </a:cxn>
              <a:cxn ang="0">
                <a:pos x="connsiteX46384" y="connsiteY46384"/>
              </a:cxn>
              <a:cxn ang="0">
                <a:pos x="connsiteX46385" y="connsiteY46385"/>
              </a:cxn>
              <a:cxn ang="0">
                <a:pos x="connsiteX46386" y="connsiteY46386"/>
              </a:cxn>
              <a:cxn ang="0">
                <a:pos x="connsiteX46387" y="connsiteY46387"/>
              </a:cxn>
              <a:cxn ang="0">
                <a:pos x="connsiteX46388" y="connsiteY46388"/>
              </a:cxn>
              <a:cxn ang="0">
                <a:pos x="connsiteX46389" y="connsiteY46389"/>
              </a:cxn>
              <a:cxn ang="0">
                <a:pos x="connsiteX46390" y="connsiteY46390"/>
              </a:cxn>
              <a:cxn ang="0">
                <a:pos x="connsiteX46391" y="connsiteY46391"/>
              </a:cxn>
              <a:cxn ang="0">
                <a:pos x="connsiteX46392" y="connsiteY46392"/>
              </a:cxn>
              <a:cxn ang="0">
                <a:pos x="connsiteX46393" y="connsiteY46393"/>
              </a:cxn>
              <a:cxn ang="0">
                <a:pos x="connsiteX46394" y="connsiteY46394"/>
              </a:cxn>
              <a:cxn ang="0">
                <a:pos x="connsiteX46395" y="connsiteY46395"/>
              </a:cxn>
              <a:cxn ang="0">
                <a:pos x="connsiteX46396" y="connsiteY46396"/>
              </a:cxn>
              <a:cxn ang="0">
                <a:pos x="connsiteX46397" y="connsiteY46397"/>
              </a:cxn>
              <a:cxn ang="0">
                <a:pos x="connsiteX46398" y="connsiteY46398"/>
              </a:cxn>
              <a:cxn ang="0">
                <a:pos x="connsiteX46399" y="connsiteY46399"/>
              </a:cxn>
              <a:cxn ang="0">
                <a:pos x="connsiteX46400" y="connsiteY46400"/>
              </a:cxn>
              <a:cxn ang="0">
                <a:pos x="connsiteX46401" y="connsiteY46401"/>
              </a:cxn>
              <a:cxn ang="0">
                <a:pos x="connsiteX46402" y="connsiteY46402"/>
              </a:cxn>
              <a:cxn ang="0">
                <a:pos x="connsiteX46403" y="connsiteY46403"/>
              </a:cxn>
              <a:cxn ang="0">
                <a:pos x="connsiteX46404" y="connsiteY46404"/>
              </a:cxn>
              <a:cxn ang="0">
                <a:pos x="connsiteX46405" y="connsiteY46405"/>
              </a:cxn>
              <a:cxn ang="0">
                <a:pos x="connsiteX46406" y="connsiteY46406"/>
              </a:cxn>
              <a:cxn ang="0">
                <a:pos x="connsiteX46407" y="connsiteY46407"/>
              </a:cxn>
              <a:cxn ang="0">
                <a:pos x="connsiteX46408" y="connsiteY46408"/>
              </a:cxn>
              <a:cxn ang="0">
                <a:pos x="connsiteX46409" y="connsiteY46409"/>
              </a:cxn>
              <a:cxn ang="0">
                <a:pos x="connsiteX46410" y="connsiteY46410"/>
              </a:cxn>
              <a:cxn ang="0">
                <a:pos x="connsiteX46411" y="connsiteY46411"/>
              </a:cxn>
              <a:cxn ang="0">
                <a:pos x="connsiteX46412" y="connsiteY46412"/>
              </a:cxn>
              <a:cxn ang="0">
                <a:pos x="connsiteX46413" y="connsiteY46413"/>
              </a:cxn>
              <a:cxn ang="0">
                <a:pos x="connsiteX46414" y="connsiteY46414"/>
              </a:cxn>
              <a:cxn ang="0">
                <a:pos x="connsiteX46415" y="connsiteY46415"/>
              </a:cxn>
              <a:cxn ang="0">
                <a:pos x="connsiteX46416" y="connsiteY46416"/>
              </a:cxn>
              <a:cxn ang="0">
                <a:pos x="connsiteX46417" y="connsiteY46417"/>
              </a:cxn>
              <a:cxn ang="0">
                <a:pos x="connsiteX46418" y="connsiteY46418"/>
              </a:cxn>
              <a:cxn ang="0">
                <a:pos x="connsiteX46419" y="connsiteY46419"/>
              </a:cxn>
              <a:cxn ang="0">
                <a:pos x="connsiteX46420" y="connsiteY46420"/>
              </a:cxn>
              <a:cxn ang="0">
                <a:pos x="connsiteX46421" y="connsiteY46421"/>
              </a:cxn>
              <a:cxn ang="0">
                <a:pos x="connsiteX46422" y="connsiteY46422"/>
              </a:cxn>
              <a:cxn ang="0">
                <a:pos x="connsiteX46423" y="connsiteY46423"/>
              </a:cxn>
              <a:cxn ang="0">
                <a:pos x="connsiteX46424" y="connsiteY46424"/>
              </a:cxn>
              <a:cxn ang="0">
                <a:pos x="connsiteX46425" y="connsiteY46425"/>
              </a:cxn>
              <a:cxn ang="0">
                <a:pos x="connsiteX46426" y="connsiteY46426"/>
              </a:cxn>
              <a:cxn ang="0">
                <a:pos x="connsiteX46427" y="connsiteY46427"/>
              </a:cxn>
              <a:cxn ang="0">
                <a:pos x="connsiteX46428" y="connsiteY46428"/>
              </a:cxn>
              <a:cxn ang="0">
                <a:pos x="connsiteX46429" y="connsiteY46429"/>
              </a:cxn>
              <a:cxn ang="0">
                <a:pos x="connsiteX46430" y="connsiteY46430"/>
              </a:cxn>
              <a:cxn ang="0">
                <a:pos x="connsiteX46431" y="connsiteY46431"/>
              </a:cxn>
              <a:cxn ang="0">
                <a:pos x="connsiteX46432" y="connsiteY46432"/>
              </a:cxn>
              <a:cxn ang="0">
                <a:pos x="connsiteX46433" y="connsiteY46433"/>
              </a:cxn>
              <a:cxn ang="0">
                <a:pos x="connsiteX46434" y="connsiteY46434"/>
              </a:cxn>
              <a:cxn ang="0">
                <a:pos x="connsiteX46435" y="connsiteY46435"/>
              </a:cxn>
              <a:cxn ang="0">
                <a:pos x="connsiteX46436" y="connsiteY46436"/>
              </a:cxn>
              <a:cxn ang="0">
                <a:pos x="connsiteX46437" y="connsiteY46437"/>
              </a:cxn>
              <a:cxn ang="0">
                <a:pos x="connsiteX46438" y="connsiteY46438"/>
              </a:cxn>
              <a:cxn ang="0">
                <a:pos x="connsiteX46439" y="connsiteY46439"/>
              </a:cxn>
              <a:cxn ang="0">
                <a:pos x="connsiteX46440" y="connsiteY46440"/>
              </a:cxn>
              <a:cxn ang="0">
                <a:pos x="connsiteX46441" y="connsiteY46441"/>
              </a:cxn>
              <a:cxn ang="0">
                <a:pos x="connsiteX46442" y="connsiteY46442"/>
              </a:cxn>
              <a:cxn ang="0">
                <a:pos x="connsiteX46443" y="connsiteY46443"/>
              </a:cxn>
              <a:cxn ang="0">
                <a:pos x="connsiteX46444" y="connsiteY46444"/>
              </a:cxn>
              <a:cxn ang="0">
                <a:pos x="connsiteX46445" y="connsiteY46445"/>
              </a:cxn>
              <a:cxn ang="0">
                <a:pos x="connsiteX46446" y="connsiteY46446"/>
              </a:cxn>
              <a:cxn ang="0">
                <a:pos x="connsiteX46447" y="connsiteY46447"/>
              </a:cxn>
              <a:cxn ang="0">
                <a:pos x="connsiteX46448" y="connsiteY46448"/>
              </a:cxn>
              <a:cxn ang="0">
                <a:pos x="connsiteX46449" y="connsiteY46449"/>
              </a:cxn>
              <a:cxn ang="0">
                <a:pos x="connsiteX46450" y="connsiteY46450"/>
              </a:cxn>
              <a:cxn ang="0">
                <a:pos x="connsiteX46451" y="connsiteY46451"/>
              </a:cxn>
              <a:cxn ang="0">
                <a:pos x="connsiteX46452" y="connsiteY46452"/>
              </a:cxn>
              <a:cxn ang="0">
                <a:pos x="connsiteX46453" y="connsiteY46453"/>
              </a:cxn>
              <a:cxn ang="0">
                <a:pos x="connsiteX46454" y="connsiteY46454"/>
              </a:cxn>
              <a:cxn ang="0">
                <a:pos x="connsiteX46455" y="connsiteY46455"/>
              </a:cxn>
              <a:cxn ang="0">
                <a:pos x="connsiteX46456" y="connsiteY46456"/>
              </a:cxn>
              <a:cxn ang="0">
                <a:pos x="connsiteX46457" y="connsiteY46457"/>
              </a:cxn>
              <a:cxn ang="0">
                <a:pos x="connsiteX46458" y="connsiteY46458"/>
              </a:cxn>
              <a:cxn ang="0">
                <a:pos x="connsiteX46459" y="connsiteY46459"/>
              </a:cxn>
              <a:cxn ang="0">
                <a:pos x="connsiteX46460" y="connsiteY46460"/>
              </a:cxn>
              <a:cxn ang="0">
                <a:pos x="connsiteX46461" y="connsiteY46461"/>
              </a:cxn>
              <a:cxn ang="0">
                <a:pos x="connsiteX46462" y="connsiteY46462"/>
              </a:cxn>
              <a:cxn ang="0">
                <a:pos x="connsiteX46463" y="connsiteY46463"/>
              </a:cxn>
              <a:cxn ang="0">
                <a:pos x="connsiteX46464" y="connsiteY46464"/>
              </a:cxn>
              <a:cxn ang="0">
                <a:pos x="connsiteX46465" y="connsiteY46465"/>
              </a:cxn>
              <a:cxn ang="0">
                <a:pos x="connsiteX46466" y="connsiteY46466"/>
              </a:cxn>
              <a:cxn ang="0">
                <a:pos x="connsiteX46467" y="connsiteY46467"/>
              </a:cxn>
              <a:cxn ang="0">
                <a:pos x="connsiteX46468" y="connsiteY46468"/>
              </a:cxn>
              <a:cxn ang="0">
                <a:pos x="connsiteX46469" y="connsiteY46469"/>
              </a:cxn>
              <a:cxn ang="0">
                <a:pos x="connsiteX46470" y="connsiteY46470"/>
              </a:cxn>
              <a:cxn ang="0">
                <a:pos x="connsiteX46471" y="connsiteY46471"/>
              </a:cxn>
              <a:cxn ang="0">
                <a:pos x="connsiteX46472" y="connsiteY46472"/>
              </a:cxn>
              <a:cxn ang="0">
                <a:pos x="connsiteX46473" y="connsiteY46473"/>
              </a:cxn>
              <a:cxn ang="0">
                <a:pos x="connsiteX46474" y="connsiteY46474"/>
              </a:cxn>
              <a:cxn ang="0">
                <a:pos x="connsiteX46475" y="connsiteY46475"/>
              </a:cxn>
              <a:cxn ang="0">
                <a:pos x="connsiteX46476" y="connsiteY46476"/>
              </a:cxn>
              <a:cxn ang="0">
                <a:pos x="connsiteX46477" y="connsiteY46477"/>
              </a:cxn>
              <a:cxn ang="0">
                <a:pos x="connsiteX46478" y="connsiteY46478"/>
              </a:cxn>
              <a:cxn ang="0">
                <a:pos x="connsiteX46479" y="connsiteY46479"/>
              </a:cxn>
              <a:cxn ang="0">
                <a:pos x="connsiteX46480" y="connsiteY46480"/>
              </a:cxn>
              <a:cxn ang="0">
                <a:pos x="connsiteX46481" y="connsiteY46481"/>
              </a:cxn>
              <a:cxn ang="0">
                <a:pos x="connsiteX46482" y="connsiteY46482"/>
              </a:cxn>
              <a:cxn ang="0">
                <a:pos x="connsiteX46483" y="connsiteY46483"/>
              </a:cxn>
              <a:cxn ang="0">
                <a:pos x="connsiteX46484" y="connsiteY46484"/>
              </a:cxn>
              <a:cxn ang="0">
                <a:pos x="connsiteX46485" y="connsiteY46485"/>
              </a:cxn>
              <a:cxn ang="0">
                <a:pos x="connsiteX46486" y="connsiteY46486"/>
              </a:cxn>
              <a:cxn ang="0">
                <a:pos x="connsiteX46487" y="connsiteY46487"/>
              </a:cxn>
              <a:cxn ang="0">
                <a:pos x="connsiteX46488" y="connsiteY46488"/>
              </a:cxn>
              <a:cxn ang="0">
                <a:pos x="connsiteX46489" y="connsiteY46489"/>
              </a:cxn>
              <a:cxn ang="0">
                <a:pos x="connsiteX46490" y="connsiteY46490"/>
              </a:cxn>
              <a:cxn ang="0">
                <a:pos x="connsiteX46491" y="connsiteY46491"/>
              </a:cxn>
              <a:cxn ang="0">
                <a:pos x="connsiteX46492" y="connsiteY46492"/>
              </a:cxn>
              <a:cxn ang="0">
                <a:pos x="connsiteX46493" y="connsiteY46493"/>
              </a:cxn>
              <a:cxn ang="0">
                <a:pos x="connsiteX46494" y="connsiteY46494"/>
              </a:cxn>
              <a:cxn ang="0">
                <a:pos x="connsiteX46495" y="connsiteY46495"/>
              </a:cxn>
              <a:cxn ang="0">
                <a:pos x="connsiteX46496" y="connsiteY46496"/>
              </a:cxn>
              <a:cxn ang="0">
                <a:pos x="connsiteX46497" y="connsiteY46497"/>
              </a:cxn>
              <a:cxn ang="0">
                <a:pos x="connsiteX46498" y="connsiteY46498"/>
              </a:cxn>
              <a:cxn ang="0">
                <a:pos x="connsiteX46499" y="connsiteY46499"/>
              </a:cxn>
              <a:cxn ang="0">
                <a:pos x="connsiteX46500" y="connsiteY46500"/>
              </a:cxn>
              <a:cxn ang="0">
                <a:pos x="connsiteX46501" y="connsiteY46501"/>
              </a:cxn>
              <a:cxn ang="0">
                <a:pos x="connsiteX46502" y="connsiteY46502"/>
              </a:cxn>
              <a:cxn ang="0">
                <a:pos x="connsiteX46503" y="connsiteY46503"/>
              </a:cxn>
              <a:cxn ang="0">
                <a:pos x="connsiteX46504" y="connsiteY46504"/>
              </a:cxn>
              <a:cxn ang="0">
                <a:pos x="connsiteX46505" y="connsiteY46505"/>
              </a:cxn>
              <a:cxn ang="0">
                <a:pos x="connsiteX46506" y="connsiteY46506"/>
              </a:cxn>
              <a:cxn ang="0">
                <a:pos x="connsiteX46507" y="connsiteY46507"/>
              </a:cxn>
              <a:cxn ang="0">
                <a:pos x="connsiteX46508" y="connsiteY46508"/>
              </a:cxn>
              <a:cxn ang="0">
                <a:pos x="connsiteX46509" y="connsiteY46509"/>
              </a:cxn>
              <a:cxn ang="0">
                <a:pos x="connsiteX46510" y="connsiteY46510"/>
              </a:cxn>
              <a:cxn ang="0">
                <a:pos x="connsiteX46511" y="connsiteY46511"/>
              </a:cxn>
              <a:cxn ang="0">
                <a:pos x="connsiteX46512" y="connsiteY46512"/>
              </a:cxn>
              <a:cxn ang="0">
                <a:pos x="connsiteX46513" y="connsiteY46513"/>
              </a:cxn>
              <a:cxn ang="0">
                <a:pos x="connsiteX46514" y="connsiteY46514"/>
              </a:cxn>
              <a:cxn ang="0">
                <a:pos x="connsiteX46515" y="connsiteY46515"/>
              </a:cxn>
              <a:cxn ang="0">
                <a:pos x="connsiteX46516" y="connsiteY46516"/>
              </a:cxn>
              <a:cxn ang="0">
                <a:pos x="connsiteX46517" y="connsiteY46517"/>
              </a:cxn>
              <a:cxn ang="0">
                <a:pos x="connsiteX46518" y="connsiteY46518"/>
              </a:cxn>
              <a:cxn ang="0">
                <a:pos x="connsiteX46519" y="connsiteY46519"/>
              </a:cxn>
              <a:cxn ang="0">
                <a:pos x="connsiteX46520" y="connsiteY46520"/>
              </a:cxn>
              <a:cxn ang="0">
                <a:pos x="connsiteX46521" y="connsiteY46521"/>
              </a:cxn>
              <a:cxn ang="0">
                <a:pos x="connsiteX46522" y="connsiteY46522"/>
              </a:cxn>
              <a:cxn ang="0">
                <a:pos x="connsiteX46523" y="connsiteY46523"/>
              </a:cxn>
              <a:cxn ang="0">
                <a:pos x="connsiteX46524" y="connsiteY46524"/>
              </a:cxn>
              <a:cxn ang="0">
                <a:pos x="connsiteX46525" y="connsiteY46525"/>
              </a:cxn>
              <a:cxn ang="0">
                <a:pos x="connsiteX46526" y="connsiteY46526"/>
              </a:cxn>
              <a:cxn ang="0">
                <a:pos x="connsiteX46527" y="connsiteY46527"/>
              </a:cxn>
              <a:cxn ang="0">
                <a:pos x="connsiteX46528" y="connsiteY46528"/>
              </a:cxn>
              <a:cxn ang="0">
                <a:pos x="connsiteX46529" y="connsiteY46529"/>
              </a:cxn>
              <a:cxn ang="0">
                <a:pos x="connsiteX46530" y="connsiteY46530"/>
              </a:cxn>
              <a:cxn ang="0">
                <a:pos x="connsiteX46531" y="connsiteY46531"/>
              </a:cxn>
              <a:cxn ang="0">
                <a:pos x="connsiteX46532" y="connsiteY46532"/>
              </a:cxn>
              <a:cxn ang="0">
                <a:pos x="connsiteX46533" y="connsiteY46533"/>
              </a:cxn>
              <a:cxn ang="0">
                <a:pos x="connsiteX46534" y="connsiteY46534"/>
              </a:cxn>
              <a:cxn ang="0">
                <a:pos x="connsiteX46535" y="connsiteY46535"/>
              </a:cxn>
              <a:cxn ang="0">
                <a:pos x="connsiteX46536" y="connsiteY46536"/>
              </a:cxn>
              <a:cxn ang="0">
                <a:pos x="connsiteX46537" y="connsiteY46537"/>
              </a:cxn>
              <a:cxn ang="0">
                <a:pos x="connsiteX46538" y="connsiteY46538"/>
              </a:cxn>
              <a:cxn ang="0">
                <a:pos x="connsiteX46539" y="connsiteY46539"/>
              </a:cxn>
              <a:cxn ang="0">
                <a:pos x="connsiteX46540" y="connsiteY46540"/>
              </a:cxn>
              <a:cxn ang="0">
                <a:pos x="connsiteX46541" y="connsiteY46541"/>
              </a:cxn>
              <a:cxn ang="0">
                <a:pos x="connsiteX46542" y="connsiteY46542"/>
              </a:cxn>
              <a:cxn ang="0">
                <a:pos x="connsiteX46543" y="connsiteY46543"/>
              </a:cxn>
              <a:cxn ang="0">
                <a:pos x="connsiteX46544" y="connsiteY46544"/>
              </a:cxn>
              <a:cxn ang="0">
                <a:pos x="connsiteX46545" y="connsiteY46545"/>
              </a:cxn>
              <a:cxn ang="0">
                <a:pos x="connsiteX46546" y="connsiteY46546"/>
              </a:cxn>
              <a:cxn ang="0">
                <a:pos x="connsiteX46547" y="connsiteY46547"/>
              </a:cxn>
              <a:cxn ang="0">
                <a:pos x="connsiteX46548" y="connsiteY46548"/>
              </a:cxn>
              <a:cxn ang="0">
                <a:pos x="connsiteX46549" y="connsiteY46549"/>
              </a:cxn>
              <a:cxn ang="0">
                <a:pos x="connsiteX46550" y="connsiteY46550"/>
              </a:cxn>
              <a:cxn ang="0">
                <a:pos x="connsiteX46551" y="connsiteY46551"/>
              </a:cxn>
              <a:cxn ang="0">
                <a:pos x="connsiteX46552" y="connsiteY46552"/>
              </a:cxn>
              <a:cxn ang="0">
                <a:pos x="connsiteX46553" y="connsiteY46553"/>
              </a:cxn>
              <a:cxn ang="0">
                <a:pos x="connsiteX46554" y="connsiteY46554"/>
              </a:cxn>
              <a:cxn ang="0">
                <a:pos x="connsiteX46555" y="connsiteY46555"/>
              </a:cxn>
              <a:cxn ang="0">
                <a:pos x="connsiteX46556" y="connsiteY46556"/>
              </a:cxn>
              <a:cxn ang="0">
                <a:pos x="connsiteX46557" y="connsiteY46557"/>
              </a:cxn>
              <a:cxn ang="0">
                <a:pos x="connsiteX46558" y="connsiteY46558"/>
              </a:cxn>
              <a:cxn ang="0">
                <a:pos x="connsiteX46559" y="connsiteY46559"/>
              </a:cxn>
              <a:cxn ang="0">
                <a:pos x="connsiteX46560" y="connsiteY46560"/>
              </a:cxn>
              <a:cxn ang="0">
                <a:pos x="connsiteX46561" y="connsiteY46561"/>
              </a:cxn>
              <a:cxn ang="0">
                <a:pos x="connsiteX46562" y="connsiteY46562"/>
              </a:cxn>
              <a:cxn ang="0">
                <a:pos x="connsiteX46563" y="connsiteY46563"/>
              </a:cxn>
              <a:cxn ang="0">
                <a:pos x="connsiteX46564" y="connsiteY46564"/>
              </a:cxn>
              <a:cxn ang="0">
                <a:pos x="connsiteX46565" y="connsiteY46565"/>
              </a:cxn>
              <a:cxn ang="0">
                <a:pos x="connsiteX46566" y="connsiteY46566"/>
              </a:cxn>
              <a:cxn ang="0">
                <a:pos x="connsiteX46567" y="connsiteY46567"/>
              </a:cxn>
              <a:cxn ang="0">
                <a:pos x="connsiteX46568" y="connsiteY46568"/>
              </a:cxn>
              <a:cxn ang="0">
                <a:pos x="connsiteX46569" y="connsiteY46569"/>
              </a:cxn>
              <a:cxn ang="0">
                <a:pos x="connsiteX46570" y="connsiteY46570"/>
              </a:cxn>
              <a:cxn ang="0">
                <a:pos x="connsiteX46571" y="connsiteY46571"/>
              </a:cxn>
              <a:cxn ang="0">
                <a:pos x="connsiteX46572" y="connsiteY46572"/>
              </a:cxn>
              <a:cxn ang="0">
                <a:pos x="connsiteX46573" y="connsiteY46573"/>
              </a:cxn>
              <a:cxn ang="0">
                <a:pos x="connsiteX46574" y="connsiteY46574"/>
              </a:cxn>
              <a:cxn ang="0">
                <a:pos x="connsiteX46575" y="connsiteY46575"/>
              </a:cxn>
              <a:cxn ang="0">
                <a:pos x="connsiteX46576" y="connsiteY46576"/>
              </a:cxn>
              <a:cxn ang="0">
                <a:pos x="connsiteX46577" y="connsiteY46577"/>
              </a:cxn>
              <a:cxn ang="0">
                <a:pos x="connsiteX46578" y="connsiteY46578"/>
              </a:cxn>
              <a:cxn ang="0">
                <a:pos x="connsiteX46579" y="connsiteY46579"/>
              </a:cxn>
              <a:cxn ang="0">
                <a:pos x="connsiteX46580" y="connsiteY46580"/>
              </a:cxn>
              <a:cxn ang="0">
                <a:pos x="connsiteX46581" y="connsiteY46581"/>
              </a:cxn>
              <a:cxn ang="0">
                <a:pos x="connsiteX46582" y="connsiteY46582"/>
              </a:cxn>
              <a:cxn ang="0">
                <a:pos x="connsiteX46583" y="connsiteY46583"/>
              </a:cxn>
              <a:cxn ang="0">
                <a:pos x="connsiteX46584" y="connsiteY46584"/>
              </a:cxn>
              <a:cxn ang="0">
                <a:pos x="connsiteX46585" y="connsiteY46585"/>
              </a:cxn>
              <a:cxn ang="0">
                <a:pos x="connsiteX46586" y="connsiteY46586"/>
              </a:cxn>
              <a:cxn ang="0">
                <a:pos x="connsiteX46587" y="connsiteY46587"/>
              </a:cxn>
              <a:cxn ang="0">
                <a:pos x="connsiteX46588" y="connsiteY46588"/>
              </a:cxn>
              <a:cxn ang="0">
                <a:pos x="connsiteX46589" y="connsiteY46589"/>
              </a:cxn>
              <a:cxn ang="0">
                <a:pos x="connsiteX46590" y="connsiteY46590"/>
              </a:cxn>
              <a:cxn ang="0">
                <a:pos x="connsiteX46591" y="connsiteY46591"/>
              </a:cxn>
              <a:cxn ang="0">
                <a:pos x="connsiteX46592" y="connsiteY46592"/>
              </a:cxn>
              <a:cxn ang="0">
                <a:pos x="connsiteX46593" y="connsiteY46593"/>
              </a:cxn>
              <a:cxn ang="0">
                <a:pos x="connsiteX46594" y="connsiteY46594"/>
              </a:cxn>
              <a:cxn ang="0">
                <a:pos x="connsiteX46595" y="connsiteY46595"/>
              </a:cxn>
              <a:cxn ang="0">
                <a:pos x="connsiteX46596" y="connsiteY46596"/>
              </a:cxn>
              <a:cxn ang="0">
                <a:pos x="connsiteX46597" y="connsiteY46597"/>
              </a:cxn>
              <a:cxn ang="0">
                <a:pos x="connsiteX46598" y="connsiteY46598"/>
              </a:cxn>
              <a:cxn ang="0">
                <a:pos x="connsiteX46599" y="connsiteY46599"/>
              </a:cxn>
              <a:cxn ang="0">
                <a:pos x="connsiteX46600" y="connsiteY46600"/>
              </a:cxn>
              <a:cxn ang="0">
                <a:pos x="connsiteX46601" y="connsiteY46601"/>
              </a:cxn>
              <a:cxn ang="0">
                <a:pos x="connsiteX46602" y="connsiteY46602"/>
              </a:cxn>
              <a:cxn ang="0">
                <a:pos x="connsiteX46603" y="connsiteY46603"/>
              </a:cxn>
              <a:cxn ang="0">
                <a:pos x="connsiteX46604" y="connsiteY46604"/>
              </a:cxn>
              <a:cxn ang="0">
                <a:pos x="connsiteX46605" y="connsiteY46605"/>
              </a:cxn>
              <a:cxn ang="0">
                <a:pos x="connsiteX46606" y="connsiteY46606"/>
              </a:cxn>
              <a:cxn ang="0">
                <a:pos x="connsiteX46607" y="connsiteY46607"/>
              </a:cxn>
              <a:cxn ang="0">
                <a:pos x="connsiteX46608" y="connsiteY46608"/>
              </a:cxn>
              <a:cxn ang="0">
                <a:pos x="connsiteX46609" y="connsiteY46609"/>
              </a:cxn>
              <a:cxn ang="0">
                <a:pos x="connsiteX46610" y="connsiteY46610"/>
              </a:cxn>
              <a:cxn ang="0">
                <a:pos x="connsiteX46611" y="connsiteY46611"/>
              </a:cxn>
              <a:cxn ang="0">
                <a:pos x="connsiteX46612" y="connsiteY46612"/>
              </a:cxn>
              <a:cxn ang="0">
                <a:pos x="connsiteX46613" y="connsiteY46613"/>
              </a:cxn>
              <a:cxn ang="0">
                <a:pos x="connsiteX46614" y="connsiteY46614"/>
              </a:cxn>
              <a:cxn ang="0">
                <a:pos x="connsiteX46615" y="connsiteY46615"/>
              </a:cxn>
              <a:cxn ang="0">
                <a:pos x="connsiteX46616" y="connsiteY46616"/>
              </a:cxn>
              <a:cxn ang="0">
                <a:pos x="connsiteX46617" y="connsiteY46617"/>
              </a:cxn>
              <a:cxn ang="0">
                <a:pos x="connsiteX46618" y="connsiteY46618"/>
              </a:cxn>
              <a:cxn ang="0">
                <a:pos x="connsiteX46619" y="connsiteY46619"/>
              </a:cxn>
              <a:cxn ang="0">
                <a:pos x="connsiteX46620" y="connsiteY46620"/>
              </a:cxn>
              <a:cxn ang="0">
                <a:pos x="connsiteX46621" y="connsiteY46621"/>
              </a:cxn>
              <a:cxn ang="0">
                <a:pos x="connsiteX46622" y="connsiteY46622"/>
              </a:cxn>
              <a:cxn ang="0">
                <a:pos x="connsiteX46623" y="connsiteY46623"/>
              </a:cxn>
              <a:cxn ang="0">
                <a:pos x="connsiteX46624" y="connsiteY46624"/>
              </a:cxn>
              <a:cxn ang="0">
                <a:pos x="connsiteX46625" y="connsiteY46625"/>
              </a:cxn>
              <a:cxn ang="0">
                <a:pos x="connsiteX46626" y="connsiteY46626"/>
              </a:cxn>
              <a:cxn ang="0">
                <a:pos x="connsiteX46627" y="connsiteY46627"/>
              </a:cxn>
              <a:cxn ang="0">
                <a:pos x="connsiteX46628" y="connsiteY46628"/>
              </a:cxn>
              <a:cxn ang="0">
                <a:pos x="connsiteX46629" y="connsiteY46629"/>
              </a:cxn>
              <a:cxn ang="0">
                <a:pos x="connsiteX46630" y="connsiteY46630"/>
              </a:cxn>
              <a:cxn ang="0">
                <a:pos x="connsiteX46631" y="connsiteY46631"/>
              </a:cxn>
              <a:cxn ang="0">
                <a:pos x="connsiteX46632" y="connsiteY46632"/>
              </a:cxn>
              <a:cxn ang="0">
                <a:pos x="connsiteX46633" y="connsiteY46633"/>
              </a:cxn>
              <a:cxn ang="0">
                <a:pos x="connsiteX46634" y="connsiteY46634"/>
              </a:cxn>
              <a:cxn ang="0">
                <a:pos x="connsiteX46635" y="connsiteY46635"/>
              </a:cxn>
              <a:cxn ang="0">
                <a:pos x="connsiteX46636" y="connsiteY46636"/>
              </a:cxn>
              <a:cxn ang="0">
                <a:pos x="connsiteX46637" y="connsiteY46637"/>
              </a:cxn>
              <a:cxn ang="0">
                <a:pos x="connsiteX46638" y="connsiteY46638"/>
              </a:cxn>
              <a:cxn ang="0">
                <a:pos x="connsiteX46639" y="connsiteY46639"/>
              </a:cxn>
              <a:cxn ang="0">
                <a:pos x="connsiteX46640" y="connsiteY46640"/>
              </a:cxn>
              <a:cxn ang="0">
                <a:pos x="connsiteX46641" y="connsiteY46641"/>
              </a:cxn>
              <a:cxn ang="0">
                <a:pos x="connsiteX46642" y="connsiteY46642"/>
              </a:cxn>
              <a:cxn ang="0">
                <a:pos x="connsiteX46643" y="connsiteY46643"/>
              </a:cxn>
              <a:cxn ang="0">
                <a:pos x="connsiteX46644" y="connsiteY46644"/>
              </a:cxn>
              <a:cxn ang="0">
                <a:pos x="connsiteX46645" y="connsiteY46645"/>
              </a:cxn>
              <a:cxn ang="0">
                <a:pos x="connsiteX46646" y="connsiteY46646"/>
              </a:cxn>
              <a:cxn ang="0">
                <a:pos x="connsiteX46647" y="connsiteY46647"/>
              </a:cxn>
              <a:cxn ang="0">
                <a:pos x="connsiteX46648" y="connsiteY46648"/>
              </a:cxn>
              <a:cxn ang="0">
                <a:pos x="connsiteX46649" y="connsiteY46649"/>
              </a:cxn>
              <a:cxn ang="0">
                <a:pos x="connsiteX46650" y="connsiteY46650"/>
              </a:cxn>
              <a:cxn ang="0">
                <a:pos x="connsiteX46651" y="connsiteY46651"/>
              </a:cxn>
              <a:cxn ang="0">
                <a:pos x="connsiteX46652" y="connsiteY46652"/>
              </a:cxn>
              <a:cxn ang="0">
                <a:pos x="connsiteX46653" y="connsiteY46653"/>
              </a:cxn>
              <a:cxn ang="0">
                <a:pos x="connsiteX46654" y="connsiteY46654"/>
              </a:cxn>
              <a:cxn ang="0">
                <a:pos x="connsiteX46655" y="connsiteY46655"/>
              </a:cxn>
              <a:cxn ang="0">
                <a:pos x="connsiteX46656" y="connsiteY46656"/>
              </a:cxn>
              <a:cxn ang="0">
                <a:pos x="connsiteX46657" y="connsiteY46657"/>
              </a:cxn>
              <a:cxn ang="0">
                <a:pos x="connsiteX46658" y="connsiteY46658"/>
              </a:cxn>
              <a:cxn ang="0">
                <a:pos x="connsiteX46659" y="connsiteY46659"/>
              </a:cxn>
              <a:cxn ang="0">
                <a:pos x="connsiteX46660" y="connsiteY46660"/>
              </a:cxn>
              <a:cxn ang="0">
                <a:pos x="connsiteX46661" y="connsiteY46661"/>
              </a:cxn>
              <a:cxn ang="0">
                <a:pos x="connsiteX46662" y="connsiteY46662"/>
              </a:cxn>
              <a:cxn ang="0">
                <a:pos x="connsiteX46663" y="connsiteY46663"/>
              </a:cxn>
              <a:cxn ang="0">
                <a:pos x="connsiteX46664" y="connsiteY46664"/>
              </a:cxn>
              <a:cxn ang="0">
                <a:pos x="connsiteX46665" y="connsiteY46665"/>
              </a:cxn>
              <a:cxn ang="0">
                <a:pos x="connsiteX46666" y="connsiteY46666"/>
              </a:cxn>
              <a:cxn ang="0">
                <a:pos x="connsiteX46667" y="connsiteY46667"/>
              </a:cxn>
              <a:cxn ang="0">
                <a:pos x="connsiteX46668" y="connsiteY46668"/>
              </a:cxn>
              <a:cxn ang="0">
                <a:pos x="connsiteX46669" y="connsiteY46669"/>
              </a:cxn>
              <a:cxn ang="0">
                <a:pos x="connsiteX46670" y="connsiteY46670"/>
              </a:cxn>
              <a:cxn ang="0">
                <a:pos x="connsiteX46671" y="connsiteY46671"/>
              </a:cxn>
              <a:cxn ang="0">
                <a:pos x="connsiteX46672" y="connsiteY46672"/>
              </a:cxn>
              <a:cxn ang="0">
                <a:pos x="connsiteX46673" y="connsiteY46673"/>
              </a:cxn>
              <a:cxn ang="0">
                <a:pos x="connsiteX46674" y="connsiteY46674"/>
              </a:cxn>
              <a:cxn ang="0">
                <a:pos x="connsiteX46675" y="connsiteY46675"/>
              </a:cxn>
              <a:cxn ang="0">
                <a:pos x="connsiteX46676" y="connsiteY46676"/>
              </a:cxn>
              <a:cxn ang="0">
                <a:pos x="connsiteX46677" y="connsiteY46677"/>
              </a:cxn>
              <a:cxn ang="0">
                <a:pos x="connsiteX46678" y="connsiteY46678"/>
              </a:cxn>
              <a:cxn ang="0">
                <a:pos x="connsiteX46679" y="connsiteY46679"/>
              </a:cxn>
              <a:cxn ang="0">
                <a:pos x="connsiteX46680" y="connsiteY46680"/>
              </a:cxn>
              <a:cxn ang="0">
                <a:pos x="connsiteX46681" y="connsiteY46681"/>
              </a:cxn>
              <a:cxn ang="0">
                <a:pos x="connsiteX46682" y="connsiteY46682"/>
              </a:cxn>
              <a:cxn ang="0">
                <a:pos x="connsiteX46683" y="connsiteY46683"/>
              </a:cxn>
              <a:cxn ang="0">
                <a:pos x="connsiteX46684" y="connsiteY46684"/>
              </a:cxn>
              <a:cxn ang="0">
                <a:pos x="connsiteX46685" y="connsiteY46685"/>
              </a:cxn>
              <a:cxn ang="0">
                <a:pos x="connsiteX46686" y="connsiteY46686"/>
              </a:cxn>
              <a:cxn ang="0">
                <a:pos x="connsiteX46687" y="connsiteY46687"/>
              </a:cxn>
              <a:cxn ang="0">
                <a:pos x="connsiteX46688" y="connsiteY46688"/>
              </a:cxn>
              <a:cxn ang="0">
                <a:pos x="connsiteX46689" y="connsiteY46689"/>
              </a:cxn>
              <a:cxn ang="0">
                <a:pos x="connsiteX46690" y="connsiteY46690"/>
              </a:cxn>
              <a:cxn ang="0">
                <a:pos x="connsiteX46691" y="connsiteY46691"/>
              </a:cxn>
              <a:cxn ang="0">
                <a:pos x="connsiteX46692" y="connsiteY46692"/>
              </a:cxn>
              <a:cxn ang="0">
                <a:pos x="connsiteX46693" y="connsiteY46693"/>
              </a:cxn>
              <a:cxn ang="0">
                <a:pos x="connsiteX46694" y="connsiteY46694"/>
              </a:cxn>
              <a:cxn ang="0">
                <a:pos x="connsiteX46695" y="connsiteY46695"/>
              </a:cxn>
              <a:cxn ang="0">
                <a:pos x="connsiteX46696" y="connsiteY46696"/>
              </a:cxn>
              <a:cxn ang="0">
                <a:pos x="connsiteX46697" y="connsiteY46697"/>
              </a:cxn>
              <a:cxn ang="0">
                <a:pos x="connsiteX46698" y="connsiteY46698"/>
              </a:cxn>
              <a:cxn ang="0">
                <a:pos x="connsiteX46699" y="connsiteY46699"/>
              </a:cxn>
              <a:cxn ang="0">
                <a:pos x="connsiteX46700" y="connsiteY46700"/>
              </a:cxn>
              <a:cxn ang="0">
                <a:pos x="connsiteX46701" y="connsiteY46701"/>
              </a:cxn>
              <a:cxn ang="0">
                <a:pos x="connsiteX46702" y="connsiteY46702"/>
              </a:cxn>
              <a:cxn ang="0">
                <a:pos x="connsiteX46703" y="connsiteY46703"/>
              </a:cxn>
              <a:cxn ang="0">
                <a:pos x="connsiteX46704" y="connsiteY46704"/>
              </a:cxn>
              <a:cxn ang="0">
                <a:pos x="connsiteX46705" y="connsiteY46705"/>
              </a:cxn>
              <a:cxn ang="0">
                <a:pos x="connsiteX46706" y="connsiteY46706"/>
              </a:cxn>
              <a:cxn ang="0">
                <a:pos x="connsiteX46707" y="connsiteY46707"/>
              </a:cxn>
              <a:cxn ang="0">
                <a:pos x="connsiteX46708" y="connsiteY46708"/>
              </a:cxn>
              <a:cxn ang="0">
                <a:pos x="connsiteX46709" y="connsiteY46709"/>
              </a:cxn>
              <a:cxn ang="0">
                <a:pos x="connsiteX46710" y="connsiteY46710"/>
              </a:cxn>
              <a:cxn ang="0">
                <a:pos x="connsiteX46711" y="connsiteY46711"/>
              </a:cxn>
              <a:cxn ang="0">
                <a:pos x="connsiteX46712" y="connsiteY46712"/>
              </a:cxn>
              <a:cxn ang="0">
                <a:pos x="connsiteX46713" y="connsiteY46713"/>
              </a:cxn>
              <a:cxn ang="0">
                <a:pos x="connsiteX46714" y="connsiteY46714"/>
              </a:cxn>
              <a:cxn ang="0">
                <a:pos x="connsiteX46715" y="connsiteY46715"/>
              </a:cxn>
              <a:cxn ang="0">
                <a:pos x="connsiteX46716" y="connsiteY46716"/>
              </a:cxn>
              <a:cxn ang="0">
                <a:pos x="connsiteX46717" y="connsiteY46717"/>
              </a:cxn>
              <a:cxn ang="0">
                <a:pos x="connsiteX46718" y="connsiteY46718"/>
              </a:cxn>
              <a:cxn ang="0">
                <a:pos x="connsiteX46719" y="connsiteY46719"/>
              </a:cxn>
              <a:cxn ang="0">
                <a:pos x="connsiteX46720" y="connsiteY46720"/>
              </a:cxn>
              <a:cxn ang="0">
                <a:pos x="connsiteX46721" y="connsiteY46721"/>
              </a:cxn>
              <a:cxn ang="0">
                <a:pos x="connsiteX46722" y="connsiteY46722"/>
              </a:cxn>
              <a:cxn ang="0">
                <a:pos x="connsiteX46723" y="connsiteY46723"/>
              </a:cxn>
              <a:cxn ang="0">
                <a:pos x="connsiteX46724" y="connsiteY46724"/>
              </a:cxn>
              <a:cxn ang="0">
                <a:pos x="connsiteX46725" y="connsiteY46725"/>
              </a:cxn>
              <a:cxn ang="0">
                <a:pos x="connsiteX46726" y="connsiteY46726"/>
              </a:cxn>
              <a:cxn ang="0">
                <a:pos x="connsiteX46727" y="connsiteY46727"/>
              </a:cxn>
              <a:cxn ang="0">
                <a:pos x="connsiteX46728" y="connsiteY46728"/>
              </a:cxn>
              <a:cxn ang="0">
                <a:pos x="connsiteX46729" y="connsiteY46729"/>
              </a:cxn>
              <a:cxn ang="0">
                <a:pos x="connsiteX46730" y="connsiteY46730"/>
              </a:cxn>
              <a:cxn ang="0">
                <a:pos x="connsiteX46731" y="connsiteY46731"/>
              </a:cxn>
              <a:cxn ang="0">
                <a:pos x="connsiteX46732" y="connsiteY46732"/>
              </a:cxn>
              <a:cxn ang="0">
                <a:pos x="connsiteX46733" y="connsiteY46733"/>
              </a:cxn>
              <a:cxn ang="0">
                <a:pos x="connsiteX46734" y="connsiteY46734"/>
              </a:cxn>
              <a:cxn ang="0">
                <a:pos x="connsiteX46735" y="connsiteY46735"/>
              </a:cxn>
              <a:cxn ang="0">
                <a:pos x="connsiteX46736" y="connsiteY46736"/>
              </a:cxn>
              <a:cxn ang="0">
                <a:pos x="connsiteX46737" y="connsiteY46737"/>
              </a:cxn>
              <a:cxn ang="0">
                <a:pos x="connsiteX46738" y="connsiteY46738"/>
              </a:cxn>
              <a:cxn ang="0">
                <a:pos x="connsiteX46739" y="connsiteY46739"/>
              </a:cxn>
              <a:cxn ang="0">
                <a:pos x="connsiteX46740" y="connsiteY46740"/>
              </a:cxn>
              <a:cxn ang="0">
                <a:pos x="connsiteX46741" y="connsiteY46741"/>
              </a:cxn>
              <a:cxn ang="0">
                <a:pos x="connsiteX46742" y="connsiteY46742"/>
              </a:cxn>
              <a:cxn ang="0">
                <a:pos x="connsiteX46743" y="connsiteY46743"/>
              </a:cxn>
              <a:cxn ang="0">
                <a:pos x="connsiteX46744" y="connsiteY46744"/>
              </a:cxn>
              <a:cxn ang="0">
                <a:pos x="connsiteX46745" y="connsiteY46745"/>
              </a:cxn>
              <a:cxn ang="0">
                <a:pos x="connsiteX46746" y="connsiteY46746"/>
              </a:cxn>
              <a:cxn ang="0">
                <a:pos x="connsiteX46747" y="connsiteY46747"/>
              </a:cxn>
              <a:cxn ang="0">
                <a:pos x="connsiteX46748" y="connsiteY46748"/>
              </a:cxn>
              <a:cxn ang="0">
                <a:pos x="connsiteX46749" y="connsiteY46749"/>
              </a:cxn>
              <a:cxn ang="0">
                <a:pos x="connsiteX46750" y="connsiteY46750"/>
              </a:cxn>
              <a:cxn ang="0">
                <a:pos x="connsiteX46751" y="connsiteY46751"/>
              </a:cxn>
              <a:cxn ang="0">
                <a:pos x="connsiteX46752" y="connsiteY46752"/>
              </a:cxn>
              <a:cxn ang="0">
                <a:pos x="connsiteX46753" y="connsiteY46753"/>
              </a:cxn>
              <a:cxn ang="0">
                <a:pos x="connsiteX46754" y="connsiteY46754"/>
              </a:cxn>
              <a:cxn ang="0">
                <a:pos x="connsiteX46755" y="connsiteY46755"/>
              </a:cxn>
              <a:cxn ang="0">
                <a:pos x="connsiteX46756" y="connsiteY46756"/>
              </a:cxn>
              <a:cxn ang="0">
                <a:pos x="connsiteX46757" y="connsiteY46757"/>
              </a:cxn>
              <a:cxn ang="0">
                <a:pos x="connsiteX46758" y="connsiteY46758"/>
              </a:cxn>
              <a:cxn ang="0">
                <a:pos x="connsiteX46759" y="connsiteY46759"/>
              </a:cxn>
              <a:cxn ang="0">
                <a:pos x="connsiteX46760" y="connsiteY46760"/>
              </a:cxn>
              <a:cxn ang="0">
                <a:pos x="connsiteX46761" y="connsiteY46761"/>
              </a:cxn>
              <a:cxn ang="0">
                <a:pos x="connsiteX46762" y="connsiteY46762"/>
              </a:cxn>
              <a:cxn ang="0">
                <a:pos x="connsiteX46763" y="connsiteY46763"/>
              </a:cxn>
              <a:cxn ang="0">
                <a:pos x="connsiteX46764" y="connsiteY46764"/>
              </a:cxn>
              <a:cxn ang="0">
                <a:pos x="connsiteX46765" y="connsiteY46765"/>
              </a:cxn>
              <a:cxn ang="0">
                <a:pos x="connsiteX46766" y="connsiteY46766"/>
              </a:cxn>
              <a:cxn ang="0">
                <a:pos x="connsiteX46767" y="connsiteY46767"/>
              </a:cxn>
              <a:cxn ang="0">
                <a:pos x="connsiteX46768" y="connsiteY46768"/>
              </a:cxn>
              <a:cxn ang="0">
                <a:pos x="connsiteX46769" y="connsiteY46769"/>
              </a:cxn>
              <a:cxn ang="0">
                <a:pos x="connsiteX46770" y="connsiteY46770"/>
              </a:cxn>
              <a:cxn ang="0">
                <a:pos x="connsiteX46771" y="connsiteY46771"/>
              </a:cxn>
              <a:cxn ang="0">
                <a:pos x="connsiteX46772" y="connsiteY46772"/>
              </a:cxn>
              <a:cxn ang="0">
                <a:pos x="connsiteX46773" y="connsiteY46773"/>
              </a:cxn>
              <a:cxn ang="0">
                <a:pos x="connsiteX46774" y="connsiteY46774"/>
              </a:cxn>
              <a:cxn ang="0">
                <a:pos x="connsiteX46775" y="connsiteY46775"/>
              </a:cxn>
              <a:cxn ang="0">
                <a:pos x="connsiteX46776" y="connsiteY46776"/>
              </a:cxn>
              <a:cxn ang="0">
                <a:pos x="connsiteX46777" y="connsiteY46777"/>
              </a:cxn>
              <a:cxn ang="0">
                <a:pos x="connsiteX46778" y="connsiteY46778"/>
              </a:cxn>
              <a:cxn ang="0">
                <a:pos x="connsiteX46779" y="connsiteY46779"/>
              </a:cxn>
              <a:cxn ang="0">
                <a:pos x="connsiteX46780" y="connsiteY46780"/>
              </a:cxn>
              <a:cxn ang="0">
                <a:pos x="connsiteX46781" y="connsiteY46781"/>
              </a:cxn>
              <a:cxn ang="0">
                <a:pos x="connsiteX46782" y="connsiteY46782"/>
              </a:cxn>
              <a:cxn ang="0">
                <a:pos x="connsiteX46783" y="connsiteY46783"/>
              </a:cxn>
              <a:cxn ang="0">
                <a:pos x="connsiteX46784" y="connsiteY46784"/>
              </a:cxn>
              <a:cxn ang="0">
                <a:pos x="connsiteX46785" y="connsiteY46785"/>
              </a:cxn>
              <a:cxn ang="0">
                <a:pos x="connsiteX46786" y="connsiteY46786"/>
              </a:cxn>
              <a:cxn ang="0">
                <a:pos x="connsiteX46787" y="connsiteY46787"/>
              </a:cxn>
              <a:cxn ang="0">
                <a:pos x="connsiteX46788" y="connsiteY46788"/>
              </a:cxn>
              <a:cxn ang="0">
                <a:pos x="connsiteX46789" y="connsiteY46789"/>
              </a:cxn>
              <a:cxn ang="0">
                <a:pos x="connsiteX46790" y="connsiteY46790"/>
              </a:cxn>
              <a:cxn ang="0">
                <a:pos x="connsiteX46791" y="connsiteY46791"/>
              </a:cxn>
              <a:cxn ang="0">
                <a:pos x="connsiteX46792" y="connsiteY46792"/>
              </a:cxn>
              <a:cxn ang="0">
                <a:pos x="connsiteX46793" y="connsiteY46793"/>
              </a:cxn>
              <a:cxn ang="0">
                <a:pos x="connsiteX46794" y="connsiteY46794"/>
              </a:cxn>
              <a:cxn ang="0">
                <a:pos x="connsiteX46795" y="connsiteY46795"/>
              </a:cxn>
              <a:cxn ang="0">
                <a:pos x="connsiteX46796" y="connsiteY46796"/>
              </a:cxn>
              <a:cxn ang="0">
                <a:pos x="connsiteX46797" y="connsiteY46797"/>
              </a:cxn>
              <a:cxn ang="0">
                <a:pos x="connsiteX46798" y="connsiteY46798"/>
              </a:cxn>
              <a:cxn ang="0">
                <a:pos x="connsiteX46799" y="connsiteY46799"/>
              </a:cxn>
              <a:cxn ang="0">
                <a:pos x="connsiteX46800" y="connsiteY46800"/>
              </a:cxn>
              <a:cxn ang="0">
                <a:pos x="connsiteX46801" y="connsiteY46801"/>
              </a:cxn>
              <a:cxn ang="0">
                <a:pos x="connsiteX46802" y="connsiteY46802"/>
              </a:cxn>
              <a:cxn ang="0">
                <a:pos x="connsiteX46803" y="connsiteY46803"/>
              </a:cxn>
              <a:cxn ang="0">
                <a:pos x="connsiteX46804" y="connsiteY46804"/>
              </a:cxn>
              <a:cxn ang="0">
                <a:pos x="connsiteX46805" y="connsiteY46805"/>
              </a:cxn>
              <a:cxn ang="0">
                <a:pos x="connsiteX46806" y="connsiteY46806"/>
              </a:cxn>
              <a:cxn ang="0">
                <a:pos x="connsiteX46807" y="connsiteY46807"/>
              </a:cxn>
              <a:cxn ang="0">
                <a:pos x="connsiteX46808" y="connsiteY46808"/>
              </a:cxn>
              <a:cxn ang="0">
                <a:pos x="connsiteX46809" y="connsiteY46809"/>
              </a:cxn>
              <a:cxn ang="0">
                <a:pos x="connsiteX46810" y="connsiteY46810"/>
              </a:cxn>
              <a:cxn ang="0">
                <a:pos x="connsiteX46811" y="connsiteY46811"/>
              </a:cxn>
              <a:cxn ang="0">
                <a:pos x="connsiteX46812" y="connsiteY46812"/>
              </a:cxn>
              <a:cxn ang="0">
                <a:pos x="connsiteX46813" y="connsiteY46813"/>
              </a:cxn>
              <a:cxn ang="0">
                <a:pos x="connsiteX46814" y="connsiteY46814"/>
              </a:cxn>
              <a:cxn ang="0">
                <a:pos x="connsiteX46815" y="connsiteY46815"/>
              </a:cxn>
              <a:cxn ang="0">
                <a:pos x="connsiteX46816" y="connsiteY46816"/>
              </a:cxn>
              <a:cxn ang="0">
                <a:pos x="connsiteX46817" y="connsiteY46817"/>
              </a:cxn>
              <a:cxn ang="0">
                <a:pos x="connsiteX46818" y="connsiteY46818"/>
              </a:cxn>
              <a:cxn ang="0">
                <a:pos x="connsiteX46819" y="connsiteY46819"/>
              </a:cxn>
              <a:cxn ang="0">
                <a:pos x="connsiteX46820" y="connsiteY46820"/>
              </a:cxn>
              <a:cxn ang="0">
                <a:pos x="connsiteX46821" y="connsiteY46821"/>
              </a:cxn>
              <a:cxn ang="0">
                <a:pos x="connsiteX46822" y="connsiteY46822"/>
              </a:cxn>
              <a:cxn ang="0">
                <a:pos x="connsiteX46823" y="connsiteY46823"/>
              </a:cxn>
              <a:cxn ang="0">
                <a:pos x="connsiteX46824" y="connsiteY46824"/>
              </a:cxn>
              <a:cxn ang="0">
                <a:pos x="connsiteX46825" y="connsiteY46825"/>
              </a:cxn>
              <a:cxn ang="0">
                <a:pos x="connsiteX46826" y="connsiteY46826"/>
              </a:cxn>
              <a:cxn ang="0">
                <a:pos x="connsiteX46827" y="connsiteY46827"/>
              </a:cxn>
              <a:cxn ang="0">
                <a:pos x="connsiteX46828" y="connsiteY46828"/>
              </a:cxn>
              <a:cxn ang="0">
                <a:pos x="connsiteX46829" y="connsiteY46829"/>
              </a:cxn>
              <a:cxn ang="0">
                <a:pos x="connsiteX46830" y="connsiteY46830"/>
              </a:cxn>
              <a:cxn ang="0">
                <a:pos x="connsiteX46831" y="connsiteY46831"/>
              </a:cxn>
              <a:cxn ang="0">
                <a:pos x="connsiteX46832" y="connsiteY46832"/>
              </a:cxn>
              <a:cxn ang="0">
                <a:pos x="connsiteX46833" y="connsiteY46833"/>
              </a:cxn>
              <a:cxn ang="0">
                <a:pos x="connsiteX46834" y="connsiteY46834"/>
              </a:cxn>
              <a:cxn ang="0">
                <a:pos x="connsiteX46835" y="connsiteY46835"/>
              </a:cxn>
              <a:cxn ang="0">
                <a:pos x="connsiteX46836" y="connsiteY46836"/>
              </a:cxn>
              <a:cxn ang="0">
                <a:pos x="connsiteX46837" y="connsiteY46837"/>
              </a:cxn>
              <a:cxn ang="0">
                <a:pos x="connsiteX46838" y="connsiteY46838"/>
              </a:cxn>
              <a:cxn ang="0">
                <a:pos x="connsiteX46839" y="connsiteY46839"/>
              </a:cxn>
              <a:cxn ang="0">
                <a:pos x="connsiteX46840" y="connsiteY46840"/>
              </a:cxn>
              <a:cxn ang="0">
                <a:pos x="connsiteX46841" y="connsiteY46841"/>
              </a:cxn>
              <a:cxn ang="0">
                <a:pos x="connsiteX46842" y="connsiteY46842"/>
              </a:cxn>
              <a:cxn ang="0">
                <a:pos x="connsiteX46843" y="connsiteY46843"/>
              </a:cxn>
              <a:cxn ang="0">
                <a:pos x="connsiteX46844" y="connsiteY46844"/>
              </a:cxn>
              <a:cxn ang="0">
                <a:pos x="connsiteX46845" y="connsiteY46845"/>
              </a:cxn>
              <a:cxn ang="0">
                <a:pos x="connsiteX46846" y="connsiteY46846"/>
              </a:cxn>
              <a:cxn ang="0">
                <a:pos x="connsiteX46847" y="connsiteY46847"/>
              </a:cxn>
              <a:cxn ang="0">
                <a:pos x="connsiteX46848" y="connsiteY46848"/>
              </a:cxn>
              <a:cxn ang="0">
                <a:pos x="connsiteX46849" y="connsiteY46849"/>
              </a:cxn>
              <a:cxn ang="0">
                <a:pos x="connsiteX46850" y="connsiteY46850"/>
              </a:cxn>
              <a:cxn ang="0">
                <a:pos x="connsiteX46851" y="connsiteY46851"/>
              </a:cxn>
              <a:cxn ang="0">
                <a:pos x="connsiteX46852" y="connsiteY46852"/>
              </a:cxn>
              <a:cxn ang="0">
                <a:pos x="connsiteX46853" y="connsiteY46853"/>
              </a:cxn>
              <a:cxn ang="0">
                <a:pos x="connsiteX46854" y="connsiteY46854"/>
              </a:cxn>
              <a:cxn ang="0">
                <a:pos x="connsiteX46855" y="connsiteY46855"/>
              </a:cxn>
              <a:cxn ang="0">
                <a:pos x="connsiteX46856" y="connsiteY46856"/>
              </a:cxn>
              <a:cxn ang="0">
                <a:pos x="connsiteX46857" y="connsiteY46857"/>
              </a:cxn>
              <a:cxn ang="0">
                <a:pos x="connsiteX46858" y="connsiteY46858"/>
              </a:cxn>
              <a:cxn ang="0">
                <a:pos x="connsiteX46859" y="connsiteY46859"/>
              </a:cxn>
              <a:cxn ang="0">
                <a:pos x="connsiteX46860" y="connsiteY46860"/>
              </a:cxn>
              <a:cxn ang="0">
                <a:pos x="connsiteX46861" y="connsiteY46861"/>
              </a:cxn>
              <a:cxn ang="0">
                <a:pos x="connsiteX46862" y="connsiteY46862"/>
              </a:cxn>
              <a:cxn ang="0">
                <a:pos x="connsiteX46863" y="connsiteY46863"/>
              </a:cxn>
              <a:cxn ang="0">
                <a:pos x="connsiteX46864" y="connsiteY46864"/>
              </a:cxn>
              <a:cxn ang="0">
                <a:pos x="connsiteX46865" y="connsiteY46865"/>
              </a:cxn>
              <a:cxn ang="0">
                <a:pos x="connsiteX46866" y="connsiteY46866"/>
              </a:cxn>
              <a:cxn ang="0">
                <a:pos x="connsiteX46867" y="connsiteY46867"/>
              </a:cxn>
              <a:cxn ang="0">
                <a:pos x="connsiteX46868" y="connsiteY46868"/>
              </a:cxn>
              <a:cxn ang="0">
                <a:pos x="connsiteX46869" y="connsiteY46869"/>
              </a:cxn>
              <a:cxn ang="0">
                <a:pos x="connsiteX46870" y="connsiteY46870"/>
              </a:cxn>
              <a:cxn ang="0">
                <a:pos x="connsiteX46871" y="connsiteY46871"/>
              </a:cxn>
              <a:cxn ang="0">
                <a:pos x="connsiteX46872" y="connsiteY46872"/>
              </a:cxn>
              <a:cxn ang="0">
                <a:pos x="connsiteX46873" y="connsiteY46873"/>
              </a:cxn>
              <a:cxn ang="0">
                <a:pos x="connsiteX46874" y="connsiteY46874"/>
              </a:cxn>
              <a:cxn ang="0">
                <a:pos x="connsiteX46875" y="connsiteY46875"/>
              </a:cxn>
              <a:cxn ang="0">
                <a:pos x="connsiteX46876" y="connsiteY46876"/>
              </a:cxn>
              <a:cxn ang="0">
                <a:pos x="connsiteX46877" y="connsiteY46877"/>
              </a:cxn>
              <a:cxn ang="0">
                <a:pos x="connsiteX46878" y="connsiteY46878"/>
              </a:cxn>
              <a:cxn ang="0">
                <a:pos x="connsiteX46879" y="connsiteY46879"/>
              </a:cxn>
              <a:cxn ang="0">
                <a:pos x="connsiteX46880" y="connsiteY46880"/>
              </a:cxn>
              <a:cxn ang="0">
                <a:pos x="connsiteX46881" y="connsiteY46881"/>
              </a:cxn>
              <a:cxn ang="0">
                <a:pos x="connsiteX46882" y="connsiteY46882"/>
              </a:cxn>
              <a:cxn ang="0">
                <a:pos x="connsiteX46883" y="connsiteY46883"/>
              </a:cxn>
              <a:cxn ang="0">
                <a:pos x="connsiteX46884" y="connsiteY46884"/>
              </a:cxn>
              <a:cxn ang="0">
                <a:pos x="connsiteX46885" y="connsiteY46885"/>
              </a:cxn>
              <a:cxn ang="0">
                <a:pos x="connsiteX46886" y="connsiteY46886"/>
              </a:cxn>
              <a:cxn ang="0">
                <a:pos x="connsiteX46887" y="connsiteY46887"/>
              </a:cxn>
              <a:cxn ang="0">
                <a:pos x="connsiteX46888" y="connsiteY46888"/>
              </a:cxn>
              <a:cxn ang="0">
                <a:pos x="connsiteX46889" y="connsiteY46889"/>
              </a:cxn>
              <a:cxn ang="0">
                <a:pos x="connsiteX46890" y="connsiteY46890"/>
              </a:cxn>
              <a:cxn ang="0">
                <a:pos x="connsiteX46891" y="connsiteY46891"/>
              </a:cxn>
              <a:cxn ang="0">
                <a:pos x="connsiteX46892" y="connsiteY46892"/>
              </a:cxn>
              <a:cxn ang="0">
                <a:pos x="connsiteX46893" y="connsiteY46893"/>
              </a:cxn>
              <a:cxn ang="0">
                <a:pos x="connsiteX46894" y="connsiteY46894"/>
              </a:cxn>
              <a:cxn ang="0">
                <a:pos x="connsiteX46895" y="connsiteY46895"/>
              </a:cxn>
              <a:cxn ang="0">
                <a:pos x="connsiteX46896" y="connsiteY46896"/>
              </a:cxn>
              <a:cxn ang="0">
                <a:pos x="connsiteX46897" y="connsiteY46897"/>
              </a:cxn>
              <a:cxn ang="0">
                <a:pos x="connsiteX46898" y="connsiteY46898"/>
              </a:cxn>
              <a:cxn ang="0">
                <a:pos x="connsiteX46899" y="connsiteY46899"/>
              </a:cxn>
              <a:cxn ang="0">
                <a:pos x="connsiteX46900" y="connsiteY46900"/>
              </a:cxn>
              <a:cxn ang="0">
                <a:pos x="connsiteX46901" y="connsiteY46901"/>
              </a:cxn>
              <a:cxn ang="0">
                <a:pos x="connsiteX46902" y="connsiteY46902"/>
              </a:cxn>
              <a:cxn ang="0">
                <a:pos x="connsiteX46903" y="connsiteY46903"/>
              </a:cxn>
              <a:cxn ang="0">
                <a:pos x="connsiteX46904" y="connsiteY46904"/>
              </a:cxn>
              <a:cxn ang="0">
                <a:pos x="connsiteX46905" y="connsiteY46905"/>
              </a:cxn>
              <a:cxn ang="0">
                <a:pos x="connsiteX46906" y="connsiteY46906"/>
              </a:cxn>
              <a:cxn ang="0">
                <a:pos x="connsiteX46907" y="connsiteY46907"/>
              </a:cxn>
              <a:cxn ang="0">
                <a:pos x="connsiteX46908" y="connsiteY46908"/>
              </a:cxn>
              <a:cxn ang="0">
                <a:pos x="connsiteX46909" y="connsiteY46909"/>
              </a:cxn>
              <a:cxn ang="0">
                <a:pos x="connsiteX46910" y="connsiteY46910"/>
              </a:cxn>
              <a:cxn ang="0">
                <a:pos x="connsiteX46911" y="connsiteY46911"/>
              </a:cxn>
              <a:cxn ang="0">
                <a:pos x="connsiteX46912" y="connsiteY46912"/>
              </a:cxn>
              <a:cxn ang="0">
                <a:pos x="connsiteX46913" y="connsiteY46913"/>
              </a:cxn>
              <a:cxn ang="0">
                <a:pos x="connsiteX46914" y="connsiteY46914"/>
              </a:cxn>
              <a:cxn ang="0">
                <a:pos x="connsiteX46915" y="connsiteY46915"/>
              </a:cxn>
              <a:cxn ang="0">
                <a:pos x="connsiteX46916" y="connsiteY46916"/>
              </a:cxn>
              <a:cxn ang="0">
                <a:pos x="connsiteX46917" y="connsiteY46917"/>
              </a:cxn>
              <a:cxn ang="0">
                <a:pos x="connsiteX46918" y="connsiteY46918"/>
              </a:cxn>
              <a:cxn ang="0">
                <a:pos x="connsiteX46919" y="connsiteY46919"/>
              </a:cxn>
              <a:cxn ang="0">
                <a:pos x="connsiteX46920" y="connsiteY46920"/>
              </a:cxn>
              <a:cxn ang="0">
                <a:pos x="connsiteX46921" y="connsiteY46921"/>
              </a:cxn>
              <a:cxn ang="0">
                <a:pos x="connsiteX46922" y="connsiteY46922"/>
              </a:cxn>
              <a:cxn ang="0">
                <a:pos x="connsiteX46923" y="connsiteY46923"/>
              </a:cxn>
              <a:cxn ang="0">
                <a:pos x="connsiteX46924" y="connsiteY46924"/>
              </a:cxn>
              <a:cxn ang="0">
                <a:pos x="connsiteX46925" y="connsiteY46925"/>
              </a:cxn>
              <a:cxn ang="0">
                <a:pos x="connsiteX46926" y="connsiteY46926"/>
              </a:cxn>
              <a:cxn ang="0">
                <a:pos x="connsiteX46927" y="connsiteY46927"/>
              </a:cxn>
              <a:cxn ang="0">
                <a:pos x="connsiteX46928" y="connsiteY46928"/>
              </a:cxn>
              <a:cxn ang="0">
                <a:pos x="connsiteX46929" y="connsiteY46929"/>
              </a:cxn>
              <a:cxn ang="0">
                <a:pos x="connsiteX46930" y="connsiteY46930"/>
              </a:cxn>
              <a:cxn ang="0">
                <a:pos x="connsiteX46931" y="connsiteY46931"/>
              </a:cxn>
              <a:cxn ang="0">
                <a:pos x="connsiteX46932" y="connsiteY46932"/>
              </a:cxn>
              <a:cxn ang="0">
                <a:pos x="connsiteX46933" y="connsiteY46933"/>
              </a:cxn>
              <a:cxn ang="0">
                <a:pos x="connsiteX46934" y="connsiteY46934"/>
              </a:cxn>
              <a:cxn ang="0">
                <a:pos x="connsiteX46935" y="connsiteY46935"/>
              </a:cxn>
              <a:cxn ang="0">
                <a:pos x="connsiteX46936" y="connsiteY46936"/>
              </a:cxn>
              <a:cxn ang="0">
                <a:pos x="connsiteX46937" y="connsiteY46937"/>
              </a:cxn>
              <a:cxn ang="0">
                <a:pos x="connsiteX46938" y="connsiteY46938"/>
              </a:cxn>
              <a:cxn ang="0">
                <a:pos x="connsiteX46939" y="connsiteY46939"/>
              </a:cxn>
              <a:cxn ang="0">
                <a:pos x="connsiteX46940" y="connsiteY46940"/>
              </a:cxn>
              <a:cxn ang="0">
                <a:pos x="connsiteX46941" y="connsiteY46941"/>
              </a:cxn>
              <a:cxn ang="0">
                <a:pos x="connsiteX46942" y="connsiteY46942"/>
              </a:cxn>
              <a:cxn ang="0">
                <a:pos x="connsiteX46943" y="connsiteY46943"/>
              </a:cxn>
              <a:cxn ang="0">
                <a:pos x="connsiteX46944" y="connsiteY46944"/>
              </a:cxn>
              <a:cxn ang="0">
                <a:pos x="connsiteX46945" y="connsiteY46945"/>
              </a:cxn>
              <a:cxn ang="0">
                <a:pos x="connsiteX46946" y="connsiteY46946"/>
              </a:cxn>
              <a:cxn ang="0">
                <a:pos x="connsiteX46947" y="connsiteY46947"/>
              </a:cxn>
              <a:cxn ang="0">
                <a:pos x="connsiteX46948" y="connsiteY46948"/>
              </a:cxn>
              <a:cxn ang="0">
                <a:pos x="connsiteX46949" y="connsiteY46949"/>
              </a:cxn>
              <a:cxn ang="0">
                <a:pos x="connsiteX46950" y="connsiteY46950"/>
              </a:cxn>
              <a:cxn ang="0">
                <a:pos x="connsiteX46951" y="connsiteY46951"/>
              </a:cxn>
              <a:cxn ang="0">
                <a:pos x="connsiteX46952" y="connsiteY46952"/>
              </a:cxn>
              <a:cxn ang="0">
                <a:pos x="connsiteX46953" y="connsiteY46953"/>
              </a:cxn>
              <a:cxn ang="0">
                <a:pos x="connsiteX46954" y="connsiteY46954"/>
              </a:cxn>
              <a:cxn ang="0">
                <a:pos x="connsiteX46955" y="connsiteY46955"/>
              </a:cxn>
              <a:cxn ang="0">
                <a:pos x="connsiteX46956" y="connsiteY46956"/>
              </a:cxn>
              <a:cxn ang="0">
                <a:pos x="connsiteX46957" y="connsiteY46957"/>
              </a:cxn>
              <a:cxn ang="0">
                <a:pos x="connsiteX46958" y="connsiteY46958"/>
              </a:cxn>
              <a:cxn ang="0">
                <a:pos x="connsiteX46959" y="connsiteY46959"/>
              </a:cxn>
              <a:cxn ang="0">
                <a:pos x="connsiteX46960" y="connsiteY46960"/>
              </a:cxn>
              <a:cxn ang="0">
                <a:pos x="connsiteX46961" y="connsiteY46961"/>
              </a:cxn>
              <a:cxn ang="0">
                <a:pos x="connsiteX46962" y="connsiteY46962"/>
              </a:cxn>
              <a:cxn ang="0">
                <a:pos x="connsiteX46963" y="connsiteY46963"/>
              </a:cxn>
              <a:cxn ang="0">
                <a:pos x="connsiteX46964" y="connsiteY46964"/>
              </a:cxn>
              <a:cxn ang="0">
                <a:pos x="connsiteX46965" y="connsiteY46965"/>
              </a:cxn>
              <a:cxn ang="0">
                <a:pos x="connsiteX46966" y="connsiteY46966"/>
              </a:cxn>
              <a:cxn ang="0">
                <a:pos x="connsiteX46967" y="connsiteY46967"/>
              </a:cxn>
              <a:cxn ang="0">
                <a:pos x="connsiteX46968" y="connsiteY46968"/>
              </a:cxn>
              <a:cxn ang="0">
                <a:pos x="connsiteX46969" y="connsiteY46969"/>
              </a:cxn>
              <a:cxn ang="0">
                <a:pos x="connsiteX46970" y="connsiteY46970"/>
              </a:cxn>
              <a:cxn ang="0">
                <a:pos x="connsiteX46971" y="connsiteY46971"/>
              </a:cxn>
              <a:cxn ang="0">
                <a:pos x="connsiteX46972" y="connsiteY46972"/>
              </a:cxn>
              <a:cxn ang="0">
                <a:pos x="connsiteX46973" y="connsiteY46973"/>
              </a:cxn>
              <a:cxn ang="0">
                <a:pos x="connsiteX46974" y="connsiteY46974"/>
              </a:cxn>
              <a:cxn ang="0">
                <a:pos x="connsiteX46975" y="connsiteY46975"/>
              </a:cxn>
              <a:cxn ang="0">
                <a:pos x="connsiteX46976" y="connsiteY46976"/>
              </a:cxn>
              <a:cxn ang="0">
                <a:pos x="connsiteX46977" y="connsiteY46977"/>
              </a:cxn>
              <a:cxn ang="0">
                <a:pos x="connsiteX46978" y="connsiteY46978"/>
              </a:cxn>
              <a:cxn ang="0">
                <a:pos x="connsiteX46979" y="connsiteY46979"/>
              </a:cxn>
              <a:cxn ang="0">
                <a:pos x="connsiteX46980" y="connsiteY46980"/>
              </a:cxn>
              <a:cxn ang="0">
                <a:pos x="connsiteX46981" y="connsiteY46981"/>
              </a:cxn>
              <a:cxn ang="0">
                <a:pos x="connsiteX46982" y="connsiteY46982"/>
              </a:cxn>
              <a:cxn ang="0">
                <a:pos x="connsiteX46983" y="connsiteY46983"/>
              </a:cxn>
              <a:cxn ang="0">
                <a:pos x="connsiteX46984" y="connsiteY46984"/>
              </a:cxn>
              <a:cxn ang="0">
                <a:pos x="connsiteX46985" y="connsiteY46985"/>
              </a:cxn>
              <a:cxn ang="0">
                <a:pos x="connsiteX46986" y="connsiteY46986"/>
              </a:cxn>
              <a:cxn ang="0">
                <a:pos x="connsiteX46987" y="connsiteY46987"/>
              </a:cxn>
              <a:cxn ang="0">
                <a:pos x="connsiteX46988" y="connsiteY46988"/>
              </a:cxn>
              <a:cxn ang="0">
                <a:pos x="connsiteX46989" y="connsiteY46989"/>
              </a:cxn>
              <a:cxn ang="0">
                <a:pos x="connsiteX46990" y="connsiteY46990"/>
              </a:cxn>
              <a:cxn ang="0">
                <a:pos x="connsiteX46991" y="connsiteY46991"/>
              </a:cxn>
              <a:cxn ang="0">
                <a:pos x="connsiteX46992" y="connsiteY46992"/>
              </a:cxn>
              <a:cxn ang="0">
                <a:pos x="connsiteX46993" y="connsiteY46993"/>
              </a:cxn>
              <a:cxn ang="0">
                <a:pos x="connsiteX46994" y="connsiteY46994"/>
              </a:cxn>
              <a:cxn ang="0">
                <a:pos x="connsiteX46995" y="connsiteY46995"/>
              </a:cxn>
              <a:cxn ang="0">
                <a:pos x="connsiteX46996" y="connsiteY46996"/>
              </a:cxn>
              <a:cxn ang="0">
                <a:pos x="connsiteX46997" y="connsiteY46997"/>
              </a:cxn>
              <a:cxn ang="0">
                <a:pos x="connsiteX46998" y="connsiteY46998"/>
              </a:cxn>
              <a:cxn ang="0">
                <a:pos x="connsiteX46999" y="connsiteY46999"/>
              </a:cxn>
              <a:cxn ang="0">
                <a:pos x="connsiteX47000" y="connsiteY47000"/>
              </a:cxn>
              <a:cxn ang="0">
                <a:pos x="connsiteX47001" y="connsiteY47001"/>
              </a:cxn>
              <a:cxn ang="0">
                <a:pos x="connsiteX47002" y="connsiteY47002"/>
              </a:cxn>
              <a:cxn ang="0">
                <a:pos x="connsiteX47003" y="connsiteY47003"/>
              </a:cxn>
              <a:cxn ang="0">
                <a:pos x="connsiteX47004" y="connsiteY47004"/>
              </a:cxn>
              <a:cxn ang="0">
                <a:pos x="connsiteX47005" y="connsiteY47005"/>
              </a:cxn>
              <a:cxn ang="0">
                <a:pos x="connsiteX47006" y="connsiteY47006"/>
              </a:cxn>
              <a:cxn ang="0">
                <a:pos x="connsiteX47007" y="connsiteY47007"/>
              </a:cxn>
              <a:cxn ang="0">
                <a:pos x="connsiteX47008" y="connsiteY47008"/>
              </a:cxn>
              <a:cxn ang="0">
                <a:pos x="connsiteX47009" y="connsiteY47009"/>
              </a:cxn>
              <a:cxn ang="0">
                <a:pos x="connsiteX47010" y="connsiteY47010"/>
              </a:cxn>
              <a:cxn ang="0">
                <a:pos x="connsiteX47011" y="connsiteY47011"/>
              </a:cxn>
              <a:cxn ang="0">
                <a:pos x="connsiteX47012" y="connsiteY47012"/>
              </a:cxn>
              <a:cxn ang="0">
                <a:pos x="connsiteX47013" y="connsiteY47013"/>
              </a:cxn>
              <a:cxn ang="0">
                <a:pos x="connsiteX47014" y="connsiteY47014"/>
              </a:cxn>
              <a:cxn ang="0">
                <a:pos x="connsiteX47015" y="connsiteY47015"/>
              </a:cxn>
              <a:cxn ang="0">
                <a:pos x="connsiteX47016" y="connsiteY47016"/>
              </a:cxn>
              <a:cxn ang="0">
                <a:pos x="connsiteX47017" y="connsiteY47017"/>
              </a:cxn>
              <a:cxn ang="0">
                <a:pos x="connsiteX47018" y="connsiteY47018"/>
              </a:cxn>
              <a:cxn ang="0">
                <a:pos x="connsiteX47019" y="connsiteY47019"/>
              </a:cxn>
              <a:cxn ang="0">
                <a:pos x="connsiteX47020" y="connsiteY47020"/>
              </a:cxn>
              <a:cxn ang="0">
                <a:pos x="connsiteX47021" y="connsiteY47021"/>
              </a:cxn>
              <a:cxn ang="0">
                <a:pos x="connsiteX47022" y="connsiteY47022"/>
              </a:cxn>
              <a:cxn ang="0">
                <a:pos x="connsiteX47023" y="connsiteY47023"/>
              </a:cxn>
              <a:cxn ang="0">
                <a:pos x="connsiteX47024" y="connsiteY47024"/>
              </a:cxn>
              <a:cxn ang="0">
                <a:pos x="connsiteX47025" y="connsiteY47025"/>
              </a:cxn>
              <a:cxn ang="0">
                <a:pos x="connsiteX47026" y="connsiteY47026"/>
              </a:cxn>
              <a:cxn ang="0">
                <a:pos x="connsiteX47027" y="connsiteY47027"/>
              </a:cxn>
              <a:cxn ang="0">
                <a:pos x="connsiteX47028" y="connsiteY47028"/>
              </a:cxn>
              <a:cxn ang="0">
                <a:pos x="connsiteX47029" y="connsiteY47029"/>
              </a:cxn>
              <a:cxn ang="0">
                <a:pos x="connsiteX47030" y="connsiteY47030"/>
              </a:cxn>
              <a:cxn ang="0">
                <a:pos x="connsiteX47031" y="connsiteY47031"/>
              </a:cxn>
              <a:cxn ang="0">
                <a:pos x="connsiteX47032" y="connsiteY47032"/>
              </a:cxn>
              <a:cxn ang="0">
                <a:pos x="connsiteX47033" y="connsiteY47033"/>
              </a:cxn>
              <a:cxn ang="0">
                <a:pos x="connsiteX47034" y="connsiteY47034"/>
              </a:cxn>
              <a:cxn ang="0">
                <a:pos x="connsiteX47035" y="connsiteY47035"/>
              </a:cxn>
              <a:cxn ang="0">
                <a:pos x="connsiteX47036" y="connsiteY47036"/>
              </a:cxn>
              <a:cxn ang="0">
                <a:pos x="connsiteX47037" y="connsiteY47037"/>
              </a:cxn>
              <a:cxn ang="0">
                <a:pos x="connsiteX47038" y="connsiteY47038"/>
              </a:cxn>
              <a:cxn ang="0">
                <a:pos x="connsiteX47039" y="connsiteY47039"/>
              </a:cxn>
              <a:cxn ang="0">
                <a:pos x="connsiteX47040" y="connsiteY47040"/>
              </a:cxn>
              <a:cxn ang="0">
                <a:pos x="connsiteX47041" y="connsiteY47041"/>
              </a:cxn>
              <a:cxn ang="0">
                <a:pos x="connsiteX47042" y="connsiteY47042"/>
              </a:cxn>
              <a:cxn ang="0">
                <a:pos x="connsiteX47043" y="connsiteY47043"/>
              </a:cxn>
              <a:cxn ang="0">
                <a:pos x="connsiteX47044" y="connsiteY47044"/>
              </a:cxn>
              <a:cxn ang="0">
                <a:pos x="connsiteX47045" y="connsiteY47045"/>
              </a:cxn>
              <a:cxn ang="0">
                <a:pos x="connsiteX47046" y="connsiteY47046"/>
              </a:cxn>
              <a:cxn ang="0">
                <a:pos x="connsiteX47047" y="connsiteY47047"/>
              </a:cxn>
              <a:cxn ang="0">
                <a:pos x="connsiteX47048" y="connsiteY47048"/>
              </a:cxn>
              <a:cxn ang="0">
                <a:pos x="connsiteX47049" y="connsiteY47049"/>
              </a:cxn>
              <a:cxn ang="0">
                <a:pos x="connsiteX47050" y="connsiteY47050"/>
              </a:cxn>
              <a:cxn ang="0">
                <a:pos x="connsiteX47051" y="connsiteY47051"/>
              </a:cxn>
              <a:cxn ang="0">
                <a:pos x="connsiteX47052" y="connsiteY47052"/>
              </a:cxn>
              <a:cxn ang="0">
                <a:pos x="connsiteX47053" y="connsiteY47053"/>
              </a:cxn>
              <a:cxn ang="0">
                <a:pos x="connsiteX47054" y="connsiteY47054"/>
              </a:cxn>
              <a:cxn ang="0">
                <a:pos x="connsiteX47055" y="connsiteY47055"/>
              </a:cxn>
              <a:cxn ang="0">
                <a:pos x="connsiteX47056" y="connsiteY47056"/>
              </a:cxn>
              <a:cxn ang="0">
                <a:pos x="connsiteX47057" y="connsiteY47057"/>
              </a:cxn>
              <a:cxn ang="0">
                <a:pos x="connsiteX47058" y="connsiteY47058"/>
              </a:cxn>
              <a:cxn ang="0">
                <a:pos x="connsiteX47059" y="connsiteY47059"/>
              </a:cxn>
              <a:cxn ang="0">
                <a:pos x="connsiteX47060" y="connsiteY47060"/>
              </a:cxn>
              <a:cxn ang="0">
                <a:pos x="connsiteX47061" y="connsiteY47061"/>
              </a:cxn>
              <a:cxn ang="0">
                <a:pos x="connsiteX47062" y="connsiteY47062"/>
              </a:cxn>
              <a:cxn ang="0">
                <a:pos x="connsiteX47063" y="connsiteY47063"/>
              </a:cxn>
              <a:cxn ang="0">
                <a:pos x="connsiteX47064" y="connsiteY47064"/>
              </a:cxn>
              <a:cxn ang="0">
                <a:pos x="connsiteX47065" y="connsiteY47065"/>
              </a:cxn>
              <a:cxn ang="0">
                <a:pos x="connsiteX47066" y="connsiteY47066"/>
              </a:cxn>
              <a:cxn ang="0">
                <a:pos x="connsiteX47067" y="connsiteY47067"/>
              </a:cxn>
              <a:cxn ang="0">
                <a:pos x="connsiteX47068" y="connsiteY47068"/>
              </a:cxn>
              <a:cxn ang="0">
                <a:pos x="connsiteX47069" y="connsiteY47069"/>
              </a:cxn>
              <a:cxn ang="0">
                <a:pos x="connsiteX47070" y="connsiteY47070"/>
              </a:cxn>
              <a:cxn ang="0">
                <a:pos x="connsiteX47071" y="connsiteY47071"/>
              </a:cxn>
              <a:cxn ang="0">
                <a:pos x="connsiteX47072" y="connsiteY47072"/>
              </a:cxn>
              <a:cxn ang="0">
                <a:pos x="connsiteX47073" y="connsiteY47073"/>
              </a:cxn>
              <a:cxn ang="0">
                <a:pos x="connsiteX47074" y="connsiteY47074"/>
              </a:cxn>
              <a:cxn ang="0">
                <a:pos x="connsiteX47075" y="connsiteY47075"/>
              </a:cxn>
              <a:cxn ang="0">
                <a:pos x="connsiteX47076" y="connsiteY47076"/>
              </a:cxn>
              <a:cxn ang="0">
                <a:pos x="connsiteX47077" y="connsiteY47077"/>
              </a:cxn>
              <a:cxn ang="0">
                <a:pos x="connsiteX47078" y="connsiteY47078"/>
              </a:cxn>
              <a:cxn ang="0">
                <a:pos x="connsiteX47079" y="connsiteY47079"/>
              </a:cxn>
              <a:cxn ang="0">
                <a:pos x="connsiteX47080" y="connsiteY47080"/>
              </a:cxn>
              <a:cxn ang="0">
                <a:pos x="connsiteX47081" y="connsiteY47081"/>
              </a:cxn>
              <a:cxn ang="0">
                <a:pos x="connsiteX47082" y="connsiteY47082"/>
              </a:cxn>
              <a:cxn ang="0">
                <a:pos x="connsiteX47083" y="connsiteY47083"/>
              </a:cxn>
              <a:cxn ang="0">
                <a:pos x="connsiteX47084" y="connsiteY47084"/>
              </a:cxn>
              <a:cxn ang="0">
                <a:pos x="connsiteX47085" y="connsiteY47085"/>
              </a:cxn>
              <a:cxn ang="0">
                <a:pos x="connsiteX47086" y="connsiteY47086"/>
              </a:cxn>
              <a:cxn ang="0">
                <a:pos x="connsiteX47087" y="connsiteY47087"/>
              </a:cxn>
              <a:cxn ang="0">
                <a:pos x="connsiteX47088" y="connsiteY47088"/>
              </a:cxn>
              <a:cxn ang="0">
                <a:pos x="connsiteX47089" y="connsiteY47089"/>
              </a:cxn>
              <a:cxn ang="0">
                <a:pos x="connsiteX47090" y="connsiteY47090"/>
              </a:cxn>
              <a:cxn ang="0">
                <a:pos x="connsiteX47091" y="connsiteY47091"/>
              </a:cxn>
              <a:cxn ang="0">
                <a:pos x="connsiteX47092" y="connsiteY47092"/>
              </a:cxn>
              <a:cxn ang="0">
                <a:pos x="connsiteX47093" y="connsiteY47093"/>
              </a:cxn>
              <a:cxn ang="0">
                <a:pos x="connsiteX47094" y="connsiteY47094"/>
              </a:cxn>
              <a:cxn ang="0">
                <a:pos x="connsiteX47095" y="connsiteY47095"/>
              </a:cxn>
              <a:cxn ang="0">
                <a:pos x="connsiteX47096" y="connsiteY47096"/>
              </a:cxn>
              <a:cxn ang="0">
                <a:pos x="connsiteX47097" y="connsiteY47097"/>
              </a:cxn>
              <a:cxn ang="0">
                <a:pos x="connsiteX47098" y="connsiteY47098"/>
              </a:cxn>
              <a:cxn ang="0">
                <a:pos x="connsiteX47099" y="connsiteY47099"/>
              </a:cxn>
              <a:cxn ang="0">
                <a:pos x="connsiteX47100" y="connsiteY47100"/>
              </a:cxn>
              <a:cxn ang="0">
                <a:pos x="connsiteX47101" y="connsiteY47101"/>
              </a:cxn>
              <a:cxn ang="0">
                <a:pos x="connsiteX47102" y="connsiteY47102"/>
              </a:cxn>
              <a:cxn ang="0">
                <a:pos x="connsiteX47103" y="connsiteY47103"/>
              </a:cxn>
              <a:cxn ang="0">
                <a:pos x="connsiteX47104" y="connsiteY47104"/>
              </a:cxn>
              <a:cxn ang="0">
                <a:pos x="connsiteX47105" y="connsiteY47105"/>
              </a:cxn>
              <a:cxn ang="0">
                <a:pos x="connsiteX47106" y="connsiteY47106"/>
              </a:cxn>
              <a:cxn ang="0">
                <a:pos x="connsiteX47107" y="connsiteY47107"/>
              </a:cxn>
              <a:cxn ang="0">
                <a:pos x="connsiteX47108" y="connsiteY47108"/>
              </a:cxn>
              <a:cxn ang="0">
                <a:pos x="connsiteX47109" y="connsiteY47109"/>
              </a:cxn>
              <a:cxn ang="0">
                <a:pos x="connsiteX47110" y="connsiteY47110"/>
              </a:cxn>
              <a:cxn ang="0">
                <a:pos x="connsiteX47111" y="connsiteY47111"/>
              </a:cxn>
              <a:cxn ang="0">
                <a:pos x="connsiteX47112" y="connsiteY47112"/>
              </a:cxn>
              <a:cxn ang="0">
                <a:pos x="connsiteX47113" y="connsiteY47113"/>
              </a:cxn>
              <a:cxn ang="0">
                <a:pos x="connsiteX47114" y="connsiteY47114"/>
              </a:cxn>
              <a:cxn ang="0">
                <a:pos x="connsiteX47115" y="connsiteY47115"/>
              </a:cxn>
              <a:cxn ang="0">
                <a:pos x="connsiteX47116" y="connsiteY47116"/>
              </a:cxn>
              <a:cxn ang="0">
                <a:pos x="connsiteX47117" y="connsiteY47117"/>
              </a:cxn>
              <a:cxn ang="0">
                <a:pos x="connsiteX47118" y="connsiteY47118"/>
              </a:cxn>
              <a:cxn ang="0">
                <a:pos x="connsiteX47119" y="connsiteY47119"/>
              </a:cxn>
              <a:cxn ang="0">
                <a:pos x="connsiteX47120" y="connsiteY47120"/>
              </a:cxn>
              <a:cxn ang="0">
                <a:pos x="connsiteX47121" y="connsiteY47121"/>
              </a:cxn>
              <a:cxn ang="0">
                <a:pos x="connsiteX47122" y="connsiteY47122"/>
              </a:cxn>
              <a:cxn ang="0">
                <a:pos x="connsiteX47123" y="connsiteY47123"/>
              </a:cxn>
              <a:cxn ang="0">
                <a:pos x="connsiteX47124" y="connsiteY47124"/>
              </a:cxn>
              <a:cxn ang="0">
                <a:pos x="connsiteX47125" y="connsiteY47125"/>
              </a:cxn>
              <a:cxn ang="0">
                <a:pos x="connsiteX47126" y="connsiteY47126"/>
              </a:cxn>
              <a:cxn ang="0">
                <a:pos x="connsiteX47127" y="connsiteY47127"/>
              </a:cxn>
              <a:cxn ang="0">
                <a:pos x="connsiteX47128" y="connsiteY47128"/>
              </a:cxn>
              <a:cxn ang="0">
                <a:pos x="connsiteX47129" y="connsiteY47129"/>
              </a:cxn>
              <a:cxn ang="0">
                <a:pos x="connsiteX47130" y="connsiteY47130"/>
              </a:cxn>
              <a:cxn ang="0">
                <a:pos x="connsiteX47131" y="connsiteY47131"/>
              </a:cxn>
              <a:cxn ang="0">
                <a:pos x="connsiteX47132" y="connsiteY47132"/>
              </a:cxn>
              <a:cxn ang="0">
                <a:pos x="connsiteX47133" y="connsiteY47133"/>
              </a:cxn>
              <a:cxn ang="0">
                <a:pos x="connsiteX47134" y="connsiteY47134"/>
              </a:cxn>
              <a:cxn ang="0">
                <a:pos x="connsiteX47135" y="connsiteY47135"/>
              </a:cxn>
              <a:cxn ang="0">
                <a:pos x="connsiteX47136" y="connsiteY47136"/>
              </a:cxn>
              <a:cxn ang="0">
                <a:pos x="connsiteX47137" y="connsiteY47137"/>
              </a:cxn>
              <a:cxn ang="0">
                <a:pos x="connsiteX47138" y="connsiteY47138"/>
              </a:cxn>
              <a:cxn ang="0">
                <a:pos x="connsiteX47139" y="connsiteY47139"/>
              </a:cxn>
              <a:cxn ang="0">
                <a:pos x="connsiteX47140" y="connsiteY47140"/>
              </a:cxn>
              <a:cxn ang="0">
                <a:pos x="connsiteX47141" y="connsiteY47141"/>
              </a:cxn>
              <a:cxn ang="0">
                <a:pos x="connsiteX47142" y="connsiteY47142"/>
              </a:cxn>
              <a:cxn ang="0">
                <a:pos x="connsiteX47143" y="connsiteY47143"/>
              </a:cxn>
              <a:cxn ang="0">
                <a:pos x="connsiteX47144" y="connsiteY47144"/>
              </a:cxn>
              <a:cxn ang="0">
                <a:pos x="connsiteX47145" y="connsiteY47145"/>
              </a:cxn>
              <a:cxn ang="0">
                <a:pos x="connsiteX47146" y="connsiteY47146"/>
              </a:cxn>
              <a:cxn ang="0">
                <a:pos x="connsiteX47147" y="connsiteY47147"/>
              </a:cxn>
              <a:cxn ang="0">
                <a:pos x="connsiteX47148" y="connsiteY47148"/>
              </a:cxn>
              <a:cxn ang="0">
                <a:pos x="connsiteX47149" y="connsiteY47149"/>
              </a:cxn>
              <a:cxn ang="0">
                <a:pos x="connsiteX47150" y="connsiteY47150"/>
              </a:cxn>
              <a:cxn ang="0">
                <a:pos x="connsiteX47151" y="connsiteY47151"/>
              </a:cxn>
              <a:cxn ang="0">
                <a:pos x="connsiteX47152" y="connsiteY47152"/>
              </a:cxn>
              <a:cxn ang="0">
                <a:pos x="connsiteX47153" y="connsiteY47153"/>
              </a:cxn>
              <a:cxn ang="0">
                <a:pos x="connsiteX47154" y="connsiteY47154"/>
              </a:cxn>
              <a:cxn ang="0">
                <a:pos x="connsiteX47155" y="connsiteY47155"/>
              </a:cxn>
              <a:cxn ang="0">
                <a:pos x="connsiteX47156" y="connsiteY47156"/>
              </a:cxn>
              <a:cxn ang="0">
                <a:pos x="connsiteX47157" y="connsiteY47157"/>
              </a:cxn>
              <a:cxn ang="0">
                <a:pos x="connsiteX47158" y="connsiteY47158"/>
              </a:cxn>
              <a:cxn ang="0">
                <a:pos x="connsiteX47159" y="connsiteY47159"/>
              </a:cxn>
              <a:cxn ang="0">
                <a:pos x="connsiteX47160" y="connsiteY47160"/>
              </a:cxn>
              <a:cxn ang="0">
                <a:pos x="connsiteX47161" y="connsiteY47161"/>
              </a:cxn>
              <a:cxn ang="0">
                <a:pos x="connsiteX47162" y="connsiteY47162"/>
              </a:cxn>
              <a:cxn ang="0">
                <a:pos x="connsiteX47163" y="connsiteY47163"/>
              </a:cxn>
              <a:cxn ang="0">
                <a:pos x="connsiteX47164" y="connsiteY47164"/>
              </a:cxn>
              <a:cxn ang="0">
                <a:pos x="connsiteX47165" y="connsiteY47165"/>
              </a:cxn>
              <a:cxn ang="0">
                <a:pos x="connsiteX47166" y="connsiteY47166"/>
              </a:cxn>
              <a:cxn ang="0">
                <a:pos x="connsiteX47167" y="connsiteY47167"/>
              </a:cxn>
              <a:cxn ang="0">
                <a:pos x="connsiteX47168" y="connsiteY47168"/>
              </a:cxn>
              <a:cxn ang="0">
                <a:pos x="connsiteX47169" y="connsiteY47169"/>
              </a:cxn>
              <a:cxn ang="0">
                <a:pos x="connsiteX47170" y="connsiteY47170"/>
              </a:cxn>
              <a:cxn ang="0">
                <a:pos x="connsiteX47171" y="connsiteY47171"/>
              </a:cxn>
              <a:cxn ang="0">
                <a:pos x="connsiteX47172" y="connsiteY47172"/>
              </a:cxn>
              <a:cxn ang="0">
                <a:pos x="connsiteX47173" y="connsiteY47173"/>
              </a:cxn>
              <a:cxn ang="0">
                <a:pos x="connsiteX47174" y="connsiteY47174"/>
              </a:cxn>
              <a:cxn ang="0">
                <a:pos x="connsiteX47175" y="connsiteY47175"/>
              </a:cxn>
              <a:cxn ang="0">
                <a:pos x="connsiteX47176" y="connsiteY47176"/>
              </a:cxn>
              <a:cxn ang="0">
                <a:pos x="connsiteX47177" y="connsiteY47177"/>
              </a:cxn>
              <a:cxn ang="0">
                <a:pos x="connsiteX47178" y="connsiteY47178"/>
              </a:cxn>
              <a:cxn ang="0">
                <a:pos x="connsiteX47179" y="connsiteY47179"/>
              </a:cxn>
              <a:cxn ang="0">
                <a:pos x="connsiteX47180" y="connsiteY47180"/>
              </a:cxn>
              <a:cxn ang="0">
                <a:pos x="connsiteX47181" y="connsiteY47181"/>
              </a:cxn>
              <a:cxn ang="0">
                <a:pos x="connsiteX47182" y="connsiteY47182"/>
              </a:cxn>
              <a:cxn ang="0">
                <a:pos x="connsiteX47183" y="connsiteY47183"/>
              </a:cxn>
              <a:cxn ang="0">
                <a:pos x="connsiteX47184" y="connsiteY47184"/>
              </a:cxn>
              <a:cxn ang="0">
                <a:pos x="connsiteX47185" y="connsiteY47185"/>
              </a:cxn>
              <a:cxn ang="0">
                <a:pos x="connsiteX47186" y="connsiteY47186"/>
              </a:cxn>
              <a:cxn ang="0">
                <a:pos x="connsiteX47187" y="connsiteY47187"/>
              </a:cxn>
              <a:cxn ang="0">
                <a:pos x="connsiteX47188" y="connsiteY47188"/>
              </a:cxn>
              <a:cxn ang="0">
                <a:pos x="connsiteX47189" y="connsiteY47189"/>
              </a:cxn>
              <a:cxn ang="0">
                <a:pos x="connsiteX47190" y="connsiteY47190"/>
              </a:cxn>
              <a:cxn ang="0">
                <a:pos x="connsiteX47191" y="connsiteY47191"/>
              </a:cxn>
              <a:cxn ang="0">
                <a:pos x="connsiteX47192" y="connsiteY47192"/>
              </a:cxn>
              <a:cxn ang="0">
                <a:pos x="connsiteX47193" y="connsiteY47193"/>
              </a:cxn>
              <a:cxn ang="0">
                <a:pos x="connsiteX47194" y="connsiteY47194"/>
              </a:cxn>
              <a:cxn ang="0">
                <a:pos x="connsiteX47195" y="connsiteY47195"/>
              </a:cxn>
              <a:cxn ang="0">
                <a:pos x="connsiteX47196" y="connsiteY47196"/>
              </a:cxn>
              <a:cxn ang="0">
                <a:pos x="connsiteX47197" y="connsiteY47197"/>
              </a:cxn>
              <a:cxn ang="0">
                <a:pos x="connsiteX47198" y="connsiteY47198"/>
              </a:cxn>
              <a:cxn ang="0">
                <a:pos x="connsiteX47199" y="connsiteY47199"/>
              </a:cxn>
              <a:cxn ang="0">
                <a:pos x="connsiteX47200" y="connsiteY47200"/>
              </a:cxn>
              <a:cxn ang="0">
                <a:pos x="connsiteX47201" y="connsiteY47201"/>
              </a:cxn>
              <a:cxn ang="0">
                <a:pos x="connsiteX47202" y="connsiteY47202"/>
              </a:cxn>
              <a:cxn ang="0">
                <a:pos x="connsiteX47203" y="connsiteY47203"/>
              </a:cxn>
              <a:cxn ang="0">
                <a:pos x="connsiteX47204" y="connsiteY47204"/>
              </a:cxn>
              <a:cxn ang="0">
                <a:pos x="connsiteX47205" y="connsiteY47205"/>
              </a:cxn>
              <a:cxn ang="0">
                <a:pos x="connsiteX47206" y="connsiteY47206"/>
              </a:cxn>
              <a:cxn ang="0">
                <a:pos x="connsiteX47207" y="connsiteY47207"/>
              </a:cxn>
              <a:cxn ang="0">
                <a:pos x="connsiteX47208" y="connsiteY47208"/>
              </a:cxn>
              <a:cxn ang="0">
                <a:pos x="connsiteX47209" y="connsiteY47209"/>
              </a:cxn>
              <a:cxn ang="0">
                <a:pos x="connsiteX47210" y="connsiteY47210"/>
              </a:cxn>
              <a:cxn ang="0">
                <a:pos x="connsiteX47211" y="connsiteY47211"/>
              </a:cxn>
              <a:cxn ang="0">
                <a:pos x="connsiteX47212" y="connsiteY47212"/>
              </a:cxn>
              <a:cxn ang="0">
                <a:pos x="connsiteX47213" y="connsiteY47213"/>
              </a:cxn>
              <a:cxn ang="0">
                <a:pos x="connsiteX47214" y="connsiteY47214"/>
              </a:cxn>
              <a:cxn ang="0">
                <a:pos x="connsiteX47215" y="connsiteY47215"/>
              </a:cxn>
              <a:cxn ang="0">
                <a:pos x="connsiteX47216" y="connsiteY47216"/>
              </a:cxn>
              <a:cxn ang="0">
                <a:pos x="connsiteX47217" y="connsiteY47217"/>
              </a:cxn>
              <a:cxn ang="0">
                <a:pos x="connsiteX47218" y="connsiteY47218"/>
              </a:cxn>
              <a:cxn ang="0">
                <a:pos x="connsiteX47219" y="connsiteY47219"/>
              </a:cxn>
              <a:cxn ang="0">
                <a:pos x="connsiteX47220" y="connsiteY47220"/>
              </a:cxn>
              <a:cxn ang="0">
                <a:pos x="connsiteX47221" y="connsiteY47221"/>
              </a:cxn>
              <a:cxn ang="0">
                <a:pos x="connsiteX47222" y="connsiteY47222"/>
              </a:cxn>
              <a:cxn ang="0">
                <a:pos x="connsiteX47223" y="connsiteY47223"/>
              </a:cxn>
              <a:cxn ang="0">
                <a:pos x="connsiteX47224" y="connsiteY47224"/>
              </a:cxn>
              <a:cxn ang="0">
                <a:pos x="connsiteX47225" y="connsiteY47225"/>
              </a:cxn>
              <a:cxn ang="0">
                <a:pos x="connsiteX47226" y="connsiteY47226"/>
              </a:cxn>
              <a:cxn ang="0">
                <a:pos x="connsiteX47227" y="connsiteY47227"/>
              </a:cxn>
              <a:cxn ang="0">
                <a:pos x="connsiteX47228" y="connsiteY47228"/>
              </a:cxn>
              <a:cxn ang="0">
                <a:pos x="connsiteX47229" y="connsiteY47229"/>
              </a:cxn>
              <a:cxn ang="0">
                <a:pos x="connsiteX47230" y="connsiteY47230"/>
              </a:cxn>
              <a:cxn ang="0">
                <a:pos x="connsiteX47231" y="connsiteY47231"/>
              </a:cxn>
              <a:cxn ang="0">
                <a:pos x="connsiteX47232" y="connsiteY47232"/>
              </a:cxn>
              <a:cxn ang="0">
                <a:pos x="connsiteX47233" y="connsiteY47233"/>
              </a:cxn>
              <a:cxn ang="0">
                <a:pos x="connsiteX47234" y="connsiteY47234"/>
              </a:cxn>
              <a:cxn ang="0">
                <a:pos x="connsiteX47235" y="connsiteY47235"/>
              </a:cxn>
              <a:cxn ang="0">
                <a:pos x="connsiteX47236" y="connsiteY47236"/>
              </a:cxn>
              <a:cxn ang="0">
                <a:pos x="connsiteX47237" y="connsiteY47237"/>
              </a:cxn>
              <a:cxn ang="0">
                <a:pos x="connsiteX47238" y="connsiteY47238"/>
              </a:cxn>
              <a:cxn ang="0">
                <a:pos x="connsiteX47239" y="connsiteY47239"/>
              </a:cxn>
              <a:cxn ang="0">
                <a:pos x="connsiteX47240" y="connsiteY47240"/>
              </a:cxn>
              <a:cxn ang="0">
                <a:pos x="connsiteX47241" y="connsiteY47241"/>
              </a:cxn>
              <a:cxn ang="0">
                <a:pos x="connsiteX47242" y="connsiteY47242"/>
              </a:cxn>
              <a:cxn ang="0">
                <a:pos x="connsiteX47243" y="connsiteY47243"/>
              </a:cxn>
              <a:cxn ang="0">
                <a:pos x="connsiteX47244" y="connsiteY47244"/>
              </a:cxn>
              <a:cxn ang="0">
                <a:pos x="connsiteX47245" y="connsiteY47245"/>
              </a:cxn>
              <a:cxn ang="0">
                <a:pos x="connsiteX47246" y="connsiteY47246"/>
              </a:cxn>
              <a:cxn ang="0">
                <a:pos x="connsiteX47247" y="connsiteY47247"/>
              </a:cxn>
              <a:cxn ang="0">
                <a:pos x="connsiteX47248" y="connsiteY47248"/>
              </a:cxn>
              <a:cxn ang="0">
                <a:pos x="connsiteX47249" y="connsiteY47249"/>
              </a:cxn>
              <a:cxn ang="0">
                <a:pos x="connsiteX47250" y="connsiteY47250"/>
              </a:cxn>
              <a:cxn ang="0">
                <a:pos x="connsiteX47251" y="connsiteY47251"/>
              </a:cxn>
              <a:cxn ang="0">
                <a:pos x="connsiteX47252" y="connsiteY47252"/>
              </a:cxn>
              <a:cxn ang="0">
                <a:pos x="connsiteX47253" y="connsiteY47253"/>
              </a:cxn>
              <a:cxn ang="0">
                <a:pos x="connsiteX47254" y="connsiteY47254"/>
              </a:cxn>
              <a:cxn ang="0">
                <a:pos x="connsiteX47255" y="connsiteY47255"/>
              </a:cxn>
              <a:cxn ang="0">
                <a:pos x="connsiteX47256" y="connsiteY47256"/>
              </a:cxn>
              <a:cxn ang="0">
                <a:pos x="connsiteX47257" y="connsiteY47257"/>
              </a:cxn>
              <a:cxn ang="0">
                <a:pos x="connsiteX47258" y="connsiteY47258"/>
              </a:cxn>
              <a:cxn ang="0">
                <a:pos x="connsiteX47259" y="connsiteY47259"/>
              </a:cxn>
              <a:cxn ang="0">
                <a:pos x="connsiteX47260" y="connsiteY47260"/>
              </a:cxn>
              <a:cxn ang="0">
                <a:pos x="connsiteX47261" y="connsiteY47261"/>
              </a:cxn>
              <a:cxn ang="0">
                <a:pos x="connsiteX47262" y="connsiteY47262"/>
              </a:cxn>
              <a:cxn ang="0">
                <a:pos x="connsiteX47263" y="connsiteY47263"/>
              </a:cxn>
              <a:cxn ang="0">
                <a:pos x="connsiteX47264" y="connsiteY47264"/>
              </a:cxn>
              <a:cxn ang="0">
                <a:pos x="connsiteX47265" y="connsiteY47265"/>
              </a:cxn>
              <a:cxn ang="0">
                <a:pos x="connsiteX47266" y="connsiteY47266"/>
              </a:cxn>
              <a:cxn ang="0">
                <a:pos x="connsiteX47267" y="connsiteY47267"/>
              </a:cxn>
              <a:cxn ang="0">
                <a:pos x="connsiteX47268" y="connsiteY47268"/>
              </a:cxn>
              <a:cxn ang="0">
                <a:pos x="connsiteX47269" y="connsiteY47269"/>
              </a:cxn>
              <a:cxn ang="0">
                <a:pos x="connsiteX47270" y="connsiteY47270"/>
              </a:cxn>
              <a:cxn ang="0">
                <a:pos x="connsiteX47271" y="connsiteY47271"/>
              </a:cxn>
              <a:cxn ang="0">
                <a:pos x="connsiteX47272" y="connsiteY47272"/>
              </a:cxn>
              <a:cxn ang="0">
                <a:pos x="connsiteX47273" y="connsiteY47273"/>
              </a:cxn>
              <a:cxn ang="0">
                <a:pos x="connsiteX47274" y="connsiteY47274"/>
              </a:cxn>
              <a:cxn ang="0">
                <a:pos x="connsiteX47275" y="connsiteY47275"/>
              </a:cxn>
              <a:cxn ang="0">
                <a:pos x="connsiteX47276" y="connsiteY47276"/>
              </a:cxn>
              <a:cxn ang="0">
                <a:pos x="connsiteX47277" y="connsiteY47277"/>
              </a:cxn>
              <a:cxn ang="0">
                <a:pos x="connsiteX47278" y="connsiteY47278"/>
              </a:cxn>
              <a:cxn ang="0">
                <a:pos x="connsiteX47279" y="connsiteY47279"/>
              </a:cxn>
              <a:cxn ang="0">
                <a:pos x="connsiteX47280" y="connsiteY47280"/>
              </a:cxn>
              <a:cxn ang="0">
                <a:pos x="connsiteX47281" y="connsiteY47281"/>
              </a:cxn>
              <a:cxn ang="0">
                <a:pos x="connsiteX47282" y="connsiteY47282"/>
              </a:cxn>
              <a:cxn ang="0">
                <a:pos x="connsiteX47283" y="connsiteY47283"/>
              </a:cxn>
              <a:cxn ang="0">
                <a:pos x="connsiteX47284" y="connsiteY47284"/>
              </a:cxn>
              <a:cxn ang="0">
                <a:pos x="connsiteX47285" y="connsiteY47285"/>
              </a:cxn>
              <a:cxn ang="0">
                <a:pos x="connsiteX47286" y="connsiteY47286"/>
              </a:cxn>
              <a:cxn ang="0">
                <a:pos x="connsiteX47287" y="connsiteY47287"/>
              </a:cxn>
              <a:cxn ang="0">
                <a:pos x="connsiteX47288" y="connsiteY47288"/>
              </a:cxn>
              <a:cxn ang="0">
                <a:pos x="connsiteX47289" y="connsiteY47289"/>
              </a:cxn>
              <a:cxn ang="0">
                <a:pos x="connsiteX47290" y="connsiteY47290"/>
              </a:cxn>
              <a:cxn ang="0">
                <a:pos x="connsiteX47291" y="connsiteY47291"/>
              </a:cxn>
              <a:cxn ang="0">
                <a:pos x="connsiteX47292" y="connsiteY47292"/>
              </a:cxn>
              <a:cxn ang="0">
                <a:pos x="connsiteX47293" y="connsiteY47293"/>
              </a:cxn>
              <a:cxn ang="0">
                <a:pos x="connsiteX47294" y="connsiteY47294"/>
              </a:cxn>
              <a:cxn ang="0">
                <a:pos x="connsiteX47295" y="connsiteY47295"/>
              </a:cxn>
              <a:cxn ang="0">
                <a:pos x="connsiteX47296" y="connsiteY47296"/>
              </a:cxn>
              <a:cxn ang="0">
                <a:pos x="connsiteX47297" y="connsiteY47297"/>
              </a:cxn>
              <a:cxn ang="0">
                <a:pos x="connsiteX47298" y="connsiteY47298"/>
              </a:cxn>
              <a:cxn ang="0">
                <a:pos x="connsiteX47299" y="connsiteY47299"/>
              </a:cxn>
              <a:cxn ang="0">
                <a:pos x="connsiteX47300" y="connsiteY47300"/>
              </a:cxn>
              <a:cxn ang="0">
                <a:pos x="connsiteX47301" y="connsiteY47301"/>
              </a:cxn>
              <a:cxn ang="0">
                <a:pos x="connsiteX47302" y="connsiteY47302"/>
              </a:cxn>
              <a:cxn ang="0">
                <a:pos x="connsiteX47303" y="connsiteY47303"/>
              </a:cxn>
              <a:cxn ang="0">
                <a:pos x="connsiteX47304" y="connsiteY47304"/>
              </a:cxn>
              <a:cxn ang="0">
                <a:pos x="connsiteX47305" y="connsiteY47305"/>
              </a:cxn>
              <a:cxn ang="0">
                <a:pos x="connsiteX47306" y="connsiteY47306"/>
              </a:cxn>
              <a:cxn ang="0">
                <a:pos x="connsiteX47307" y="connsiteY47307"/>
              </a:cxn>
              <a:cxn ang="0">
                <a:pos x="connsiteX47308" y="connsiteY47308"/>
              </a:cxn>
              <a:cxn ang="0">
                <a:pos x="connsiteX47309" y="connsiteY47309"/>
              </a:cxn>
              <a:cxn ang="0">
                <a:pos x="connsiteX47310" y="connsiteY47310"/>
              </a:cxn>
              <a:cxn ang="0">
                <a:pos x="connsiteX47311" y="connsiteY47311"/>
              </a:cxn>
              <a:cxn ang="0">
                <a:pos x="connsiteX47312" y="connsiteY47312"/>
              </a:cxn>
              <a:cxn ang="0">
                <a:pos x="connsiteX47313" y="connsiteY47313"/>
              </a:cxn>
              <a:cxn ang="0">
                <a:pos x="connsiteX47314" y="connsiteY47314"/>
              </a:cxn>
              <a:cxn ang="0">
                <a:pos x="connsiteX47315" y="connsiteY47315"/>
              </a:cxn>
              <a:cxn ang="0">
                <a:pos x="connsiteX47316" y="connsiteY47316"/>
              </a:cxn>
              <a:cxn ang="0">
                <a:pos x="connsiteX47317" y="connsiteY47317"/>
              </a:cxn>
              <a:cxn ang="0">
                <a:pos x="connsiteX47318" y="connsiteY47318"/>
              </a:cxn>
              <a:cxn ang="0">
                <a:pos x="connsiteX47319" y="connsiteY47319"/>
              </a:cxn>
              <a:cxn ang="0">
                <a:pos x="connsiteX47320" y="connsiteY47320"/>
              </a:cxn>
              <a:cxn ang="0">
                <a:pos x="connsiteX47321" y="connsiteY47321"/>
              </a:cxn>
              <a:cxn ang="0">
                <a:pos x="connsiteX47322" y="connsiteY47322"/>
              </a:cxn>
              <a:cxn ang="0">
                <a:pos x="connsiteX47323" y="connsiteY47323"/>
              </a:cxn>
              <a:cxn ang="0">
                <a:pos x="connsiteX47324" y="connsiteY47324"/>
              </a:cxn>
              <a:cxn ang="0">
                <a:pos x="connsiteX47325" y="connsiteY47325"/>
              </a:cxn>
              <a:cxn ang="0">
                <a:pos x="connsiteX47326" y="connsiteY47326"/>
              </a:cxn>
              <a:cxn ang="0">
                <a:pos x="connsiteX47327" y="connsiteY47327"/>
              </a:cxn>
              <a:cxn ang="0">
                <a:pos x="connsiteX47328" y="connsiteY47328"/>
              </a:cxn>
              <a:cxn ang="0">
                <a:pos x="connsiteX47329" y="connsiteY47329"/>
              </a:cxn>
              <a:cxn ang="0">
                <a:pos x="connsiteX47330" y="connsiteY47330"/>
              </a:cxn>
              <a:cxn ang="0">
                <a:pos x="connsiteX47331" y="connsiteY47331"/>
              </a:cxn>
              <a:cxn ang="0">
                <a:pos x="connsiteX47332" y="connsiteY47332"/>
              </a:cxn>
              <a:cxn ang="0">
                <a:pos x="connsiteX47333" y="connsiteY47333"/>
              </a:cxn>
              <a:cxn ang="0">
                <a:pos x="connsiteX47334" y="connsiteY47334"/>
              </a:cxn>
              <a:cxn ang="0">
                <a:pos x="connsiteX47335" y="connsiteY47335"/>
              </a:cxn>
              <a:cxn ang="0">
                <a:pos x="connsiteX47336" y="connsiteY47336"/>
              </a:cxn>
              <a:cxn ang="0">
                <a:pos x="connsiteX47337" y="connsiteY47337"/>
              </a:cxn>
              <a:cxn ang="0">
                <a:pos x="connsiteX47338" y="connsiteY47338"/>
              </a:cxn>
              <a:cxn ang="0">
                <a:pos x="connsiteX47339" y="connsiteY47339"/>
              </a:cxn>
              <a:cxn ang="0">
                <a:pos x="connsiteX47340" y="connsiteY47340"/>
              </a:cxn>
              <a:cxn ang="0">
                <a:pos x="connsiteX47341" y="connsiteY47341"/>
              </a:cxn>
              <a:cxn ang="0">
                <a:pos x="connsiteX47342" y="connsiteY47342"/>
              </a:cxn>
              <a:cxn ang="0">
                <a:pos x="connsiteX47343" y="connsiteY47343"/>
              </a:cxn>
              <a:cxn ang="0">
                <a:pos x="connsiteX47344" y="connsiteY47344"/>
              </a:cxn>
              <a:cxn ang="0">
                <a:pos x="connsiteX47345" y="connsiteY47345"/>
              </a:cxn>
              <a:cxn ang="0">
                <a:pos x="connsiteX47346" y="connsiteY47346"/>
              </a:cxn>
              <a:cxn ang="0">
                <a:pos x="connsiteX47347" y="connsiteY47347"/>
              </a:cxn>
              <a:cxn ang="0">
                <a:pos x="connsiteX47348" y="connsiteY47348"/>
              </a:cxn>
              <a:cxn ang="0">
                <a:pos x="connsiteX47349" y="connsiteY47349"/>
              </a:cxn>
              <a:cxn ang="0">
                <a:pos x="connsiteX47350" y="connsiteY47350"/>
              </a:cxn>
              <a:cxn ang="0">
                <a:pos x="connsiteX47351" y="connsiteY47351"/>
              </a:cxn>
              <a:cxn ang="0">
                <a:pos x="connsiteX47352" y="connsiteY47352"/>
              </a:cxn>
              <a:cxn ang="0">
                <a:pos x="connsiteX47353" y="connsiteY47353"/>
              </a:cxn>
              <a:cxn ang="0">
                <a:pos x="connsiteX47354" y="connsiteY47354"/>
              </a:cxn>
              <a:cxn ang="0">
                <a:pos x="connsiteX47355" y="connsiteY47355"/>
              </a:cxn>
              <a:cxn ang="0">
                <a:pos x="connsiteX47356" y="connsiteY47356"/>
              </a:cxn>
              <a:cxn ang="0">
                <a:pos x="connsiteX47357" y="connsiteY47357"/>
              </a:cxn>
              <a:cxn ang="0">
                <a:pos x="connsiteX47358" y="connsiteY47358"/>
              </a:cxn>
              <a:cxn ang="0">
                <a:pos x="connsiteX47359" y="connsiteY47359"/>
              </a:cxn>
              <a:cxn ang="0">
                <a:pos x="connsiteX47360" y="connsiteY47360"/>
              </a:cxn>
              <a:cxn ang="0">
                <a:pos x="connsiteX47361" y="connsiteY47361"/>
              </a:cxn>
              <a:cxn ang="0">
                <a:pos x="connsiteX47362" y="connsiteY47362"/>
              </a:cxn>
              <a:cxn ang="0">
                <a:pos x="connsiteX47363" y="connsiteY47363"/>
              </a:cxn>
              <a:cxn ang="0">
                <a:pos x="connsiteX47364" y="connsiteY47364"/>
              </a:cxn>
              <a:cxn ang="0">
                <a:pos x="connsiteX47365" y="connsiteY47365"/>
              </a:cxn>
              <a:cxn ang="0">
                <a:pos x="connsiteX47366" y="connsiteY47366"/>
              </a:cxn>
              <a:cxn ang="0">
                <a:pos x="connsiteX47367" y="connsiteY47367"/>
              </a:cxn>
              <a:cxn ang="0">
                <a:pos x="connsiteX47368" y="connsiteY47368"/>
              </a:cxn>
              <a:cxn ang="0">
                <a:pos x="connsiteX47369" y="connsiteY47369"/>
              </a:cxn>
              <a:cxn ang="0">
                <a:pos x="connsiteX47370" y="connsiteY47370"/>
              </a:cxn>
              <a:cxn ang="0">
                <a:pos x="connsiteX47371" y="connsiteY47371"/>
              </a:cxn>
              <a:cxn ang="0">
                <a:pos x="connsiteX47372" y="connsiteY47372"/>
              </a:cxn>
              <a:cxn ang="0">
                <a:pos x="connsiteX47373" y="connsiteY47373"/>
              </a:cxn>
              <a:cxn ang="0">
                <a:pos x="connsiteX47374" y="connsiteY47374"/>
              </a:cxn>
              <a:cxn ang="0">
                <a:pos x="connsiteX47375" y="connsiteY47375"/>
              </a:cxn>
              <a:cxn ang="0">
                <a:pos x="connsiteX47376" y="connsiteY47376"/>
              </a:cxn>
              <a:cxn ang="0">
                <a:pos x="connsiteX47377" y="connsiteY47377"/>
              </a:cxn>
              <a:cxn ang="0">
                <a:pos x="connsiteX47378" y="connsiteY47378"/>
              </a:cxn>
              <a:cxn ang="0">
                <a:pos x="connsiteX47379" y="connsiteY47379"/>
              </a:cxn>
              <a:cxn ang="0">
                <a:pos x="connsiteX47380" y="connsiteY47380"/>
              </a:cxn>
              <a:cxn ang="0">
                <a:pos x="connsiteX47381" y="connsiteY47381"/>
              </a:cxn>
              <a:cxn ang="0">
                <a:pos x="connsiteX47382" y="connsiteY47382"/>
              </a:cxn>
              <a:cxn ang="0">
                <a:pos x="connsiteX47383" y="connsiteY47383"/>
              </a:cxn>
              <a:cxn ang="0">
                <a:pos x="connsiteX47384" y="connsiteY47384"/>
              </a:cxn>
              <a:cxn ang="0">
                <a:pos x="connsiteX47385" y="connsiteY47385"/>
              </a:cxn>
              <a:cxn ang="0">
                <a:pos x="connsiteX47386" y="connsiteY47386"/>
              </a:cxn>
              <a:cxn ang="0">
                <a:pos x="connsiteX47387" y="connsiteY47387"/>
              </a:cxn>
              <a:cxn ang="0">
                <a:pos x="connsiteX47388" y="connsiteY47388"/>
              </a:cxn>
              <a:cxn ang="0">
                <a:pos x="connsiteX47389" y="connsiteY47389"/>
              </a:cxn>
              <a:cxn ang="0">
                <a:pos x="connsiteX47390" y="connsiteY47390"/>
              </a:cxn>
              <a:cxn ang="0">
                <a:pos x="connsiteX47391" y="connsiteY47391"/>
              </a:cxn>
              <a:cxn ang="0">
                <a:pos x="connsiteX47392" y="connsiteY47392"/>
              </a:cxn>
              <a:cxn ang="0">
                <a:pos x="connsiteX47393" y="connsiteY47393"/>
              </a:cxn>
              <a:cxn ang="0">
                <a:pos x="connsiteX47394" y="connsiteY47394"/>
              </a:cxn>
              <a:cxn ang="0">
                <a:pos x="connsiteX47395" y="connsiteY47395"/>
              </a:cxn>
              <a:cxn ang="0">
                <a:pos x="connsiteX47396" y="connsiteY47396"/>
              </a:cxn>
              <a:cxn ang="0">
                <a:pos x="connsiteX47397" y="connsiteY47397"/>
              </a:cxn>
              <a:cxn ang="0">
                <a:pos x="connsiteX47398" y="connsiteY47398"/>
              </a:cxn>
              <a:cxn ang="0">
                <a:pos x="connsiteX47399" y="connsiteY47399"/>
              </a:cxn>
              <a:cxn ang="0">
                <a:pos x="connsiteX47400" y="connsiteY47400"/>
              </a:cxn>
              <a:cxn ang="0">
                <a:pos x="connsiteX47401" y="connsiteY47401"/>
              </a:cxn>
              <a:cxn ang="0">
                <a:pos x="connsiteX47402" y="connsiteY47402"/>
              </a:cxn>
              <a:cxn ang="0">
                <a:pos x="connsiteX47403" y="connsiteY47403"/>
              </a:cxn>
              <a:cxn ang="0">
                <a:pos x="connsiteX47404" y="connsiteY47404"/>
              </a:cxn>
              <a:cxn ang="0">
                <a:pos x="connsiteX47405" y="connsiteY47405"/>
              </a:cxn>
              <a:cxn ang="0">
                <a:pos x="connsiteX47406" y="connsiteY47406"/>
              </a:cxn>
              <a:cxn ang="0">
                <a:pos x="connsiteX47407" y="connsiteY47407"/>
              </a:cxn>
              <a:cxn ang="0">
                <a:pos x="connsiteX47408" y="connsiteY47408"/>
              </a:cxn>
              <a:cxn ang="0">
                <a:pos x="connsiteX47409" y="connsiteY47409"/>
              </a:cxn>
              <a:cxn ang="0">
                <a:pos x="connsiteX47410" y="connsiteY47410"/>
              </a:cxn>
              <a:cxn ang="0">
                <a:pos x="connsiteX47411" y="connsiteY47411"/>
              </a:cxn>
              <a:cxn ang="0">
                <a:pos x="connsiteX47412" y="connsiteY47412"/>
              </a:cxn>
              <a:cxn ang="0">
                <a:pos x="connsiteX47413" y="connsiteY47413"/>
              </a:cxn>
              <a:cxn ang="0">
                <a:pos x="connsiteX47414" y="connsiteY47414"/>
              </a:cxn>
              <a:cxn ang="0">
                <a:pos x="connsiteX47415" y="connsiteY47415"/>
              </a:cxn>
              <a:cxn ang="0">
                <a:pos x="connsiteX47416" y="connsiteY47416"/>
              </a:cxn>
              <a:cxn ang="0">
                <a:pos x="connsiteX47417" y="connsiteY47417"/>
              </a:cxn>
              <a:cxn ang="0">
                <a:pos x="connsiteX47418" y="connsiteY47418"/>
              </a:cxn>
              <a:cxn ang="0">
                <a:pos x="connsiteX47419" y="connsiteY47419"/>
              </a:cxn>
              <a:cxn ang="0">
                <a:pos x="connsiteX47420" y="connsiteY47420"/>
              </a:cxn>
              <a:cxn ang="0">
                <a:pos x="connsiteX47421" y="connsiteY47421"/>
              </a:cxn>
              <a:cxn ang="0">
                <a:pos x="connsiteX47422" y="connsiteY47422"/>
              </a:cxn>
              <a:cxn ang="0">
                <a:pos x="connsiteX47423" y="connsiteY47423"/>
              </a:cxn>
              <a:cxn ang="0">
                <a:pos x="connsiteX47424" y="connsiteY47424"/>
              </a:cxn>
              <a:cxn ang="0">
                <a:pos x="connsiteX47425" y="connsiteY47425"/>
              </a:cxn>
              <a:cxn ang="0">
                <a:pos x="connsiteX47426" y="connsiteY47426"/>
              </a:cxn>
              <a:cxn ang="0">
                <a:pos x="connsiteX47427" y="connsiteY47427"/>
              </a:cxn>
              <a:cxn ang="0">
                <a:pos x="connsiteX47428" y="connsiteY47428"/>
              </a:cxn>
              <a:cxn ang="0">
                <a:pos x="connsiteX47429" y="connsiteY47429"/>
              </a:cxn>
              <a:cxn ang="0">
                <a:pos x="connsiteX47430" y="connsiteY47430"/>
              </a:cxn>
              <a:cxn ang="0">
                <a:pos x="connsiteX47431" y="connsiteY47431"/>
              </a:cxn>
              <a:cxn ang="0">
                <a:pos x="connsiteX47432" y="connsiteY47432"/>
              </a:cxn>
              <a:cxn ang="0">
                <a:pos x="connsiteX47433" y="connsiteY47433"/>
              </a:cxn>
              <a:cxn ang="0">
                <a:pos x="connsiteX47434" y="connsiteY47434"/>
              </a:cxn>
              <a:cxn ang="0">
                <a:pos x="connsiteX47435" y="connsiteY47435"/>
              </a:cxn>
              <a:cxn ang="0">
                <a:pos x="connsiteX47436" y="connsiteY47436"/>
              </a:cxn>
              <a:cxn ang="0">
                <a:pos x="connsiteX47437" y="connsiteY47437"/>
              </a:cxn>
              <a:cxn ang="0">
                <a:pos x="connsiteX47438" y="connsiteY47438"/>
              </a:cxn>
              <a:cxn ang="0">
                <a:pos x="connsiteX47439" y="connsiteY47439"/>
              </a:cxn>
              <a:cxn ang="0">
                <a:pos x="connsiteX47440" y="connsiteY47440"/>
              </a:cxn>
              <a:cxn ang="0">
                <a:pos x="connsiteX47441" y="connsiteY47441"/>
              </a:cxn>
              <a:cxn ang="0">
                <a:pos x="connsiteX47442" y="connsiteY47442"/>
              </a:cxn>
              <a:cxn ang="0">
                <a:pos x="connsiteX47443" y="connsiteY47443"/>
              </a:cxn>
              <a:cxn ang="0">
                <a:pos x="connsiteX47444" y="connsiteY47444"/>
              </a:cxn>
              <a:cxn ang="0">
                <a:pos x="connsiteX47445" y="connsiteY47445"/>
              </a:cxn>
              <a:cxn ang="0">
                <a:pos x="connsiteX47446" y="connsiteY47446"/>
              </a:cxn>
              <a:cxn ang="0">
                <a:pos x="connsiteX47447" y="connsiteY47447"/>
              </a:cxn>
              <a:cxn ang="0">
                <a:pos x="connsiteX47448" y="connsiteY47448"/>
              </a:cxn>
              <a:cxn ang="0">
                <a:pos x="connsiteX47449" y="connsiteY47449"/>
              </a:cxn>
              <a:cxn ang="0">
                <a:pos x="connsiteX47450" y="connsiteY47450"/>
              </a:cxn>
              <a:cxn ang="0">
                <a:pos x="connsiteX47451" y="connsiteY47451"/>
              </a:cxn>
              <a:cxn ang="0">
                <a:pos x="connsiteX47452" y="connsiteY47452"/>
              </a:cxn>
              <a:cxn ang="0">
                <a:pos x="connsiteX47453" y="connsiteY47453"/>
              </a:cxn>
              <a:cxn ang="0">
                <a:pos x="connsiteX47454" y="connsiteY47454"/>
              </a:cxn>
              <a:cxn ang="0">
                <a:pos x="connsiteX47455" y="connsiteY47455"/>
              </a:cxn>
              <a:cxn ang="0">
                <a:pos x="connsiteX47456" y="connsiteY47456"/>
              </a:cxn>
              <a:cxn ang="0">
                <a:pos x="connsiteX47457" y="connsiteY47457"/>
              </a:cxn>
              <a:cxn ang="0">
                <a:pos x="connsiteX47458" y="connsiteY47458"/>
              </a:cxn>
              <a:cxn ang="0">
                <a:pos x="connsiteX47459" y="connsiteY47459"/>
              </a:cxn>
              <a:cxn ang="0">
                <a:pos x="connsiteX47460" y="connsiteY47460"/>
              </a:cxn>
              <a:cxn ang="0">
                <a:pos x="connsiteX47461" y="connsiteY47461"/>
              </a:cxn>
              <a:cxn ang="0">
                <a:pos x="connsiteX47462" y="connsiteY47462"/>
              </a:cxn>
              <a:cxn ang="0">
                <a:pos x="connsiteX47463" y="connsiteY47463"/>
              </a:cxn>
              <a:cxn ang="0">
                <a:pos x="connsiteX47464" y="connsiteY47464"/>
              </a:cxn>
              <a:cxn ang="0">
                <a:pos x="connsiteX47465" y="connsiteY47465"/>
              </a:cxn>
              <a:cxn ang="0">
                <a:pos x="connsiteX47466" y="connsiteY47466"/>
              </a:cxn>
              <a:cxn ang="0">
                <a:pos x="connsiteX47467" y="connsiteY47467"/>
              </a:cxn>
              <a:cxn ang="0">
                <a:pos x="connsiteX47468" y="connsiteY47468"/>
              </a:cxn>
              <a:cxn ang="0">
                <a:pos x="connsiteX47469" y="connsiteY47469"/>
              </a:cxn>
              <a:cxn ang="0">
                <a:pos x="connsiteX47470" y="connsiteY47470"/>
              </a:cxn>
              <a:cxn ang="0">
                <a:pos x="connsiteX47471" y="connsiteY47471"/>
              </a:cxn>
              <a:cxn ang="0">
                <a:pos x="connsiteX47472" y="connsiteY47472"/>
              </a:cxn>
              <a:cxn ang="0">
                <a:pos x="connsiteX47473" y="connsiteY47473"/>
              </a:cxn>
              <a:cxn ang="0">
                <a:pos x="connsiteX47474" y="connsiteY47474"/>
              </a:cxn>
              <a:cxn ang="0">
                <a:pos x="connsiteX47475" y="connsiteY47475"/>
              </a:cxn>
              <a:cxn ang="0">
                <a:pos x="connsiteX47476" y="connsiteY47476"/>
              </a:cxn>
              <a:cxn ang="0">
                <a:pos x="connsiteX47477" y="connsiteY47477"/>
              </a:cxn>
              <a:cxn ang="0">
                <a:pos x="connsiteX47478" y="connsiteY47478"/>
              </a:cxn>
              <a:cxn ang="0">
                <a:pos x="connsiteX47479" y="connsiteY47479"/>
              </a:cxn>
              <a:cxn ang="0">
                <a:pos x="connsiteX47480" y="connsiteY47480"/>
              </a:cxn>
              <a:cxn ang="0">
                <a:pos x="connsiteX47481" y="connsiteY47481"/>
              </a:cxn>
              <a:cxn ang="0">
                <a:pos x="connsiteX47482" y="connsiteY47482"/>
              </a:cxn>
              <a:cxn ang="0">
                <a:pos x="connsiteX47483" y="connsiteY47483"/>
              </a:cxn>
              <a:cxn ang="0">
                <a:pos x="connsiteX47484" y="connsiteY47484"/>
              </a:cxn>
              <a:cxn ang="0">
                <a:pos x="connsiteX47485" y="connsiteY47485"/>
              </a:cxn>
              <a:cxn ang="0">
                <a:pos x="connsiteX47486" y="connsiteY47486"/>
              </a:cxn>
              <a:cxn ang="0">
                <a:pos x="connsiteX47487" y="connsiteY47487"/>
              </a:cxn>
              <a:cxn ang="0">
                <a:pos x="connsiteX47488" y="connsiteY47488"/>
              </a:cxn>
              <a:cxn ang="0">
                <a:pos x="connsiteX47489" y="connsiteY47489"/>
              </a:cxn>
              <a:cxn ang="0">
                <a:pos x="connsiteX47490" y="connsiteY47490"/>
              </a:cxn>
              <a:cxn ang="0">
                <a:pos x="connsiteX47491" y="connsiteY47491"/>
              </a:cxn>
              <a:cxn ang="0">
                <a:pos x="connsiteX47492" y="connsiteY47492"/>
              </a:cxn>
              <a:cxn ang="0">
                <a:pos x="connsiteX47493" y="connsiteY47493"/>
              </a:cxn>
              <a:cxn ang="0">
                <a:pos x="connsiteX47494" y="connsiteY47494"/>
              </a:cxn>
              <a:cxn ang="0">
                <a:pos x="connsiteX47495" y="connsiteY47495"/>
              </a:cxn>
              <a:cxn ang="0">
                <a:pos x="connsiteX47496" y="connsiteY47496"/>
              </a:cxn>
              <a:cxn ang="0">
                <a:pos x="connsiteX47497" y="connsiteY47497"/>
              </a:cxn>
              <a:cxn ang="0">
                <a:pos x="connsiteX47498" y="connsiteY47498"/>
              </a:cxn>
              <a:cxn ang="0">
                <a:pos x="connsiteX47499" y="connsiteY47499"/>
              </a:cxn>
              <a:cxn ang="0">
                <a:pos x="connsiteX47500" y="connsiteY47500"/>
              </a:cxn>
              <a:cxn ang="0">
                <a:pos x="connsiteX47501" y="connsiteY47501"/>
              </a:cxn>
              <a:cxn ang="0">
                <a:pos x="connsiteX47502" y="connsiteY47502"/>
              </a:cxn>
              <a:cxn ang="0">
                <a:pos x="connsiteX47503" y="connsiteY47503"/>
              </a:cxn>
              <a:cxn ang="0">
                <a:pos x="connsiteX47504" y="connsiteY47504"/>
              </a:cxn>
              <a:cxn ang="0">
                <a:pos x="connsiteX47505" y="connsiteY47505"/>
              </a:cxn>
              <a:cxn ang="0">
                <a:pos x="connsiteX47506" y="connsiteY47506"/>
              </a:cxn>
              <a:cxn ang="0">
                <a:pos x="connsiteX47507" y="connsiteY47507"/>
              </a:cxn>
              <a:cxn ang="0">
                <a:pos x="connsiteX47508" y="connsiteY47508"/>
              </a:cxn>
              <a:cxn ang="0">
                <a:pos x="connsiteX47509" y="connsiteY47509"/>
              </a:cxn>
              <a:cxn ang="0">
                <a:pos x="connsiteX47510" y="connsiteY47510"/>
              </a:cxn>
              <a:cxn ang="0">
                <a:pos x="connsiteX47511" y="connsiteY47511"/>
              </a:cxn>
              <a:cxn ang="0">
                <a:pos x="connsiteX47512" y="connsiteY47512"/>
              </a:cxn>
              <a:cxn ang="0">
                <a:pos x="connsiteX47513" y="connsiteY47513"/>
              </a:cxn>
              <a:cxn ang="0">
                <a:pos x="connsiteX47514" y="connsiteY47514"/>
              </a:cxn>
              <a:cxn ang="0">
                <a:pos x="connsiteX47515" y="connsiteY47515"/>
              </a:cxn>
              <a:cxn ang="0">
                <a:pos x="connsiteX47516" y="connsiteY47516"/>
              </a:cxn>
              <a:cxn ang="0">
                <a:pos x="connsiteX47517" y="connsiteY47517"/>
              </a:cxn>
              <a:cxn ang="0">
                <a:pos x="connsiteX47518" y="connsiteY47518"/>
              </a:cxn>
              <a:cxn ang="0">
                <a:pos x="connsiteX47519" y="connsiteY47519"/>
              </a:cxn>
              <a:cxn ang="0">
                <a:pos x="connsiteX47520" y="connsiteY47520"/>
              </a:cxn>
              <a:cxn ang="0">
                <a:pos x="connsiteX47521" y="connsiteY47521"/>
              </a:cxn>
              <a:cxn ang="0">
                <a:pos x="connsiteX47522" y="connsiteY47522"/>
              </a:cxn>
              <a:cxn ang="0">
                <a:pos x="connsiteX47523" y="connsiteY47523"/>
              </a:cxn>
              <a:cxn ang="0">
                <a:pos x="connsiteX47524" y="connsiteY47524"/>
              </a:cxn>
              <a:cxn ang="0">
                <a:pos x="connsiteX47525" y="connsiteY47525"/>
              </a:cxn>
              <a:cxn ang="0">
                <a:pos x="connsiteX47526" y="connsiteY47526"/>
              </a:cxn>
              <a:cxn ang="0">
                <a:pos x="connsiteX47527" y="connsiteY47527"/>
              </a:cxn>
              <a:cxn ang="0">
                <a:pos x="connsiteX47528" y="connsiteY47528"/>
              </a:cxn>
              <a:cxn ang="0">
                <a:pos x="connsiteX47529" y="connsiteY47529"/>
              </a:cxn>
              <a:cxn ang="0">
                <a:pos x="connsiteX47530" y="connsiteY47530"/>
              </a:cxn>
              <a:cxn ang="0">
                <a:pos x="connsiteX47531" y="connsiteY47531"/>
              </a:cxn>
              <a:cxn ang="0">
                <a:pos x="connsiteX47532" y="connsiteY47532"/>
              </a:cxn>
              <a:cxn ang="0">
                <a:pos x="connsiteX47533" y="connsiteY47533"/>
              </a:cxn>
              <a:cxn ang="0">
                <a:pos x="connsiteX47534" y="connsiteY47534"/>
              </a:cxn>
              <a:cxn ang="0">
                <a:pos x="connsiteX47535" y="connsiteY47535"/>
              </a:cxn>
              <a:cxn ang="0">
                <a:pos x="connsiteX47536" y="connsiteY47536"/>
              </a:cxn>
              <a:cxn ang="0">
                <a:pos x="connsiteX47537" y="connsiteY47537"/>
              </a:cxn>
              <a:cxn ang="0">
                <a:pos x="connsiteX47538" y="connsiteY47538"/>
              </a:cxn>
              <a:cxn ang="0">
                <a:pos x="connsiteX47539" y="connsiteY47539"/>
              </a:cxn>
              <a:cxn ang="0">
                <a:pos x="connsiteX47540" y="connsiteY47540"/>
              </a:cxn>
              <a:cxn ang="0">
                <a:pos x="connsiteX47541" y="connsiteY47541"/>
              </a:cxn>
              <a:cxn ang="0">
                <a:pos x="connsiteX47542" y="connsiteY47542"/>
              </a:cxn>
              <a:cxn ang="0">
                <a:pos x="connsiteX47543" y="connsiteY47543"/>
              </a:cxn>
              <a:cxn ang="0">
                <a:pos x="connsiteX47544" y="connsiteY47544"/>
              </a:cxn>
              <a:cxn ang="0">
                <a:pos x="connsiteX47545" y="connsiteY47545"/>
              </a:cxn>
              <a:cxn ang="0">
                <a:pos x="connsiteX47546" y="connsiteY47546"/>
              </a:cxn>
              <a:cxn ang="0">
                <a:pos x="connsiteX47547" y="connsiteY47547"/>
              </a:cxn>
              <a:cxn ang="0">
                <a:pos x="connsiteX47548" y="connsiteY47548"/>
              </a:cxn>
              <a:cxn ang="0">
                <a:pos x="connsiteX47549" y="connsiteY47549"/>
              </a:cxn>
              <a:cxn ang="0">
                <a:pos x="connsiteX47550" y="connsiteY47550"/>
              </a:cxn>
              <a:cxn ang="0">
                <a:pos x="connsiteX47551" y="connsiteY47551"/>
              </a:cxn>
              <a:cxn ang="0">
                <a:pos x="connsiteX47552" y="connsiteY47552"/>
              </a:cxn>
              <a:cxn ang="0">
                <a:pos x="connsiteX47553" y="connsiteY47553"/>
              </a:cxn>
              <a:cxn ang="0">
                <a:pos x="connsiteX47554" y="connsiteY47554"/>
              </a:cxn>
              <a:cxn ang="0">
                <a:pos x="connsiteX47555" y="connsiteY47555"/>
              </a:cxn>
              <a:cxn ang="0">
                <a:pos x="connsiteX47556" y="connsiteY47556"/>
              </a:cxn>
              <a:cxn ang="0">
                <a:pos x="connsiteX47557" y="connsiteY47557"/>
              </a:cxn>
              <a:cxn ang="0">
                <a:pos x="connsiteX47558" y="connsiteY47558"/>
              </a:cxn>
              <a:cxn ang="0">
                <a:pos x="connsiteX47559" y="connsiteY47559"/>
              </a:cxn>
              <a:cxn ang="0">
                <a:pos x="connsiteX47560" y="connsiteY47560"/>
              </a:cxn>
              <a:cxn ang="0">
                <a:pos x="connsiteX47561" y="connsiteY47561"/>
              </a:cxn>
              <a:cxn ang="0">
                <a:pos x="connsiteX47562" y="connsiteY47562"/>
              </a:cxn>
              <a:cxn ang="0">
                <a:pos x="connsiteX47563" y="connsiteY47563"/>
              </a:cxn>
              <a:cxn ang="0">
                <a:pos x="connsiteX47564" y="connsiteY47564"/>
              </a:cxn>
              <a:cxn ang="0">
                <a:pos x="connsiteX47565" y="connsiteY47565"/>
              </a:cxn>
              <a:cxn ang="0">
                <a:pos x="connsiteX47566" y="connsiteY47566"/>
              </a:cxn>
              <a:cxn ang="0">
                <a:pos x="connsiteX47567" y="connsiteY47567"/>
              </a:cxn>
              <a:cxn ang="0">
                <a:pos x="connsiteX47568" y="connsiteY47568"/>
              </a:cxn>
              <a:cxn ang="0">
                <a:pos x="connsiteX47569" y="connsiteY47569"/>
              </a:cxn>
              <a:cxn ang="0">
                <a:pos x="connsiteX47570" y="connsiteY47570"/>
              </a:cxn>
              <a:cxn ang="0">
                <a:pos x="connsiteX47571" y="connsiteY47571"/>
              </a:cxn>
              <a:cxn ang="0">
                <a:pos x="connsiteX47572" y="connsiteY47572"/>
              </a:cxn>
              <a:cxn ang="0">
                <a:pos x="connsiteX47573" y="connsiteY47573"/>
              </a:cxn>
              <a:cxn ang="0">
                <a:pos x="connsiteX47574" y="connsiteY47574"/>
              </a:cxn>
              <a:cxn ang="0">
                <a:pos x="connsiteX47575" y="connsiteY47575"/>
              </a:cxn>
              <a:cxn ang="0">
                <a:pos x="connsiteX47576" y="connsiteY47576"/>
              </a:cxn>
              <a:cxn ang="0">
                <a:pos x="connsiteX47577" y="connsiteY47577"/>
              </a:cxn>
              <a:cxn ang="0">
                <a:pos x="connsiteX47578" y="connsiteY47578"/>
              </a:cxn>
              <a:cxn ang="0">
                <a:pos x="connsiteX47579" y="connsiteY47579"/>
              </a:cxn>
              <a:cxn ang="0">
                <a:pos x="connsiteX47580" y="connsiteY47580"/>
              </a:cxn>
              <a:cxn ang="0">
                <a:pos x="connsiteX47581" y="connsiteY47581"/>
              </a:cxn>
              <a:cxn ang="0">
                <a:pos x="connsiteX47582" y="connsiteY47582"/>
              </a:cxn>
              <a:cxn ang="0">
                <a:pos x="connsiteX47583" y="connsiteY47583"/>
              </a:cxn>
              <a:cxn ang="0">
                <a:pos x="connsiteX47584" y="connsiteY47584"/>
              </a:cxn>
              <a:cxn ang="0">
                <a:pos x="connsiteX47585" y="connsiteY47585"/>
              </a:cxn>
              <a:cxn ang="0">
                <a:pos x="connsiteX47586" y="connsiteY47586"/>
              </a:cxn>
              <a:cxn ang="0">
                <a:pos x="connsiteX47587" y="connsiteY47587"/>
              </a:cxn>
              <a:cxn ang="0">
                <a:pos x="connsiteX47588" y="connsiteY47588"/>
              </a:cxn>
              <a:cxn ang="0">
                <a:pos x="connsiteX47589" y="connsiteY47589"/>
              </a:cxn>
              <a:cxn ang="0">
                <a:pos x="connsiteX47590" y="connsiteY47590"/>
              </a:cxn>
              <a:cxn ang="0">
                <a:pos x="connsiteX47591" y="connsiteY47591"/>
              </a:cxn>
              <a:cxn ang="0">
                <a:pos x="connsiteX47592" y="connsiteY47592"/>
              </a:cxn>
              <a:cxn ang="0">
                <a:pos x="connsiteX47593" y="connsiteY47593"/>
              </a:cxn>
              <a:cxn ang="0">
                <a:pos x="connsiteX47594" y="connsiteY47594"/>
              </a:cxn>
              <a:cxn ang="0">
                <a:pos x="connsiteX47595" y="connsiteY47595"/>
              </a:cxn>
              <a:cxn ang="0">
                <a:pos x="connsiteX47596" y="connsiteY47596"/>
              </a:cxn>
              <a:cxn ang="0">
                <a:pos x="connsiteX47597" y="connsiteY47597"/>
              </a:cxn>
              <a:cxn ang="0">
                <a:pos x="connsiteX47598" y="connsiteY47598"/>
              </a:cxn>
              <a:cxn ang="0">
                <a:pos x="connsiteX47599" y="connsiteY47599"/>
              </a:cxn>
              <a:cxn ang="0">
                <a:pos x="connsiteX47600" y="connsiteY47600"/>
              </a:cxn>
              <a:cxn ang="0">
                <a:pos x="connsiteX47601" y="connsiteY47601"/>
              </a:cxn>
              <a:cxn ang="0">
                <a:pos x="connsiteX47602" y="connsiteY47602"/>
              </a:cxn>
              <a:cxn ang="0">
                <a:pos x="connsiteX47603" y="connsiteY47603"/>
              </a:cxn>
              <a:cxn ang="0">
                <a:pos x="connsiteX47604" y="connsiteY47604"/>
              </a:cxn>
              <a:cxn ang="0">
                <a:pos x="connsiteX47605" y="connsiteY47605"/>
              </a:cxn>
              <a:cxn ang="0">
                <a:pos x="connsiteX47606" y="connsiteY47606"/>
              </a:cxn>
              <a:cxn ang="0">
                <a:pos x="connsiteX47607" y="connsiteY47607"/>
              </a:cxn>
              <a:cxn ang="0">
                <a:pos x="connsiteX47608" y="connsiteY47608"/>
              </a:cxn>
              <a:cxn ang="0">
                <a:pos x="connsiteX47609" y="connsiteY47609"/>
              </a:cxn>
              <a:cxn ang="0">
                <a:pos x="connsiteX47610" y="connsiteY47610"/>
              </a:cxn>
              <a:cxn ang="0">
                <a:pos x="connsiteX47611" y="connsiteY47611"/>
              </a:cxn>
              <a:cxn ang="0">
                <a:pos x="connsiteX47612" y="connsiteY47612"/>
              </a:cxn>
              <a:cxn ang="0">
                <a:pos x="connsiteX47613" y="connsiteY47613"/>
              </a:cxn>
              <a:cxn ang="0">
                <a:pos x="connsiteX47614" y="connsiteY47614"/>
              </a:cxn>
              <a:cxn ang="0">
                <a:pos x="connsiteX47615" y="connsiteY47615"/>
              </a:cxn>
              <a:cxn ang="0">
                <a:pos x="connsiteX47616" y="connsiteY47616"/>
              </a:cxn>
              <a:cxn ang="0">
                <a:pos x="connsiteX47617" y="connsiteY47617"/>
              </a:cxn>
              <a:cxn ang="0">
                <a:pos x="connsiteX47618" y="connsiteY47618"/>
              </a:cxn>
              <a:cxn ang="0">
                <a:pos x="connsiteX47619" y="connsiteY47619"/>
              </a:cxn>
              <a:cxn ang="0">
                <a:pos x="connsiteX47620" y="connsiteY47620"/>
              </a:cxn>
              <a:cxn ang="0">
                <a:pos x="connsiteX47621" y="connsiteY47621"/>
              </a:cxn>
              <a:cxn ang="0">
                <a:pos x="connsiteX47622" y="connsiteY47622"/>
              </a:cxn>
              <a:cxn ang="0">
                <a:pos x="connsiteX47623" y="connsiteY47623"/>
              </a:cxn>
              <a:cxn ang="0">
                <a:pos x="connsiteX47624" y="connsiteY47624"/>
              </a:cxn>
              <a:cxn ang="0">
                <a:pos x="connsiteX47625" y="connsiteY47625"/>
              </a:cxn>
              <a:cxn ang="0">
                <a:pos x="connsiteX47626" y="connsiteY47626"/>
              </a:cxn>
              <a:cxn ang="0">
                <a:pos x="connsiteX47627" y="connsiteY47627"/>
              </a:cxn>
              <a:cxn ang="0">
                <a:pos x="connsiteX47628" y="connsiteY47628"/>
              </a:cxn>
              <a:cxn ang="0">
                <a:pos x="connsiteX47629" y="connsiteY47629"/>
              </a:cxn>
              <a:cxn ang="0">
                <a:pos x="connsiteX47630" y="connsiteY47630"/>
              </a:cxn>
              <a:cxn ang="0">
                <a:pos x="connsiteX47631" y="connsiteY47631"/>
              </a:cxn>
              <a:cxn ang="0">
                <a:pos x="connsiteX47632" y="connsiteY47632"/>
              </a:cxn>
              <a:cxn ang="0">
                <a:pos x="connsiteX47633" y="connsiteY47633"/>
              </a:cxn>
              <a:cxn ang="0">
                <a:pos x="connsiteX47634" y="connsiteY47634"/>
              </a:cxn>
              <a:cxn ang="0">
                <a:pos x="connsiteX47635" y="connsiteY47635"/>
              </a:cxn>
              <a:cxn ang="0">
                <a:pos x="connsiteX47636" y="connsiteY47636"/>
              </a:cxn>
              <a:cxn ang="0">
                <a:pos x="connsiteX47637" y="connsiteY47637"/>
              </a:cxn>
              <a:cxn ang="0">
                <a:pos x="connsiteX47638" y="connsiteY47638"/>
              </a:cxn>
              <a:cxn ang="0">
                <a:pos x="connsiteX47639" y="connsiteY47639"/>
              </a:cxn>
              <a:cxn ang="0">
                <a:pos x="connsiteX47640" y="connsiteY47640"/>
              </a:cxn>
              <a:cxn ang="0">
                <a:pos x="connsiteX47641" y="connsiteY47641"/>
              </a:cxn>
              <a:cxn ang="0">
                <a:pos x="connsiteX47642" y="connsiteY47642"/>
              </a:cxn>
              <a:cxn ang="0">
                <a:pos x="connsiteX47643" y="connsiteY47643"/>
              </a:cxn>
              <a:cxn ang="0">
                <a:pos x="connsiteX47644" y="connsiteY47644"/>
              </a:cxn>
              <a:cxn ang="0">
                <a:pos x="connsiteX47645" y="connsiteY47645"/>
              </a:cxn>
              <a:cxn ang="0">
                <a:pos x="connsiteX47646" y="connsiteY47646"/>
              </a:cxn>
              <a:cxn ang="0">
                <a:pos x="connsiteX47647" y="connsiteY47647"/>
              </a:cxn>
              <a:cxn ang="0">
                <a:pos x="connsiteX47648" y="connsiteY47648"/>
              </a:cxn>
              <a:cxn ang="0">
                <a:pos x="connsiteX47649" y="connsiteY47649"/>
              </a:cxn>
              <a:cxn ang="0">
                <a:pos x="connsiteX47650" y="connsiteY47650"/>
              </a:cxn>
              <a:cxn ang="0">
                <a:pos x="connsiteX47651" y="connsiteY47651"/>
              </a:cxn>
              <a:cxn ang="0">
                <a:pos x="connsiteX47652" y="connsiteY47652"/>
              </a:cxn>
              <a:cxn ang="0">
                <a:pos x="connsiteX47653" y="connsiteY47653"/>
              </a:cxn>
              <a:cxn ang="0">
                <a:pos x="connsiteX47654" y="connsiteY47654"/>
              </a:cxn>
              <a:cxn ang="0">
                <a:pos x="connsiteX47655" y="connsiteY47655"/>
              </a:cxn>
              <a:cxn ang="0">
                <a:pos x="connsiteX47656" y="connsiteY47656"/>
              </a:cxn>
              <a:cxn ang="0">
                <a:pos x="connsiteX47657" y="connsiteY47657"/>
              </a:cxn>
              <a:cxn ang="0">
                <a:pos x="connsiteX47658" y="connsiteY47658"/>
              </a:cxn>
              <a:cxn ang="0">
                <a:pos x="connsiteX47659" y="connsiteY47659"/>
              </a:cxn>
              <a:cxn ang="0">
                <a:pos x="connsiteX47660" y="connsiteY47660"/>
              </a:cxn>
              <a:cxn ang="0">
                <a:pos x="connsiteX47661" y="connsiteY47661"/>
              </a:cxn>
              <a:cxn ang="0">
                <a:pos x="connsiteX47662" y="connsiteY47662"/>
              </a:cxn>
              <a:cxn ang="0">
                <a:pos x="connsiteX47663" y="connsiteY47663"/>
              </a:cxn>
              <a:cxn ang="0">
                <a:pos x="connsiteX47664" y="connsiteY47664"/>
              </a:cxn>
              <a:cxn ang="0">
                <a:pos x="connsiteX47665" y="connsiteY47665"/>
              </a:cxn>
              <a:cxn ang="0">
                <a:pos x="connsiteX47666" y="connsiteY47666"/>
              </a:cxn>
              <a:cxn ang="0">
                <a:pos x="connsiteX47667" y="connsiteY47667"/>
              </a:cxn>
              <a:cxn ang="0">
                <a:pos x="connsiteX47668" y="connsiteY47668"/>
              </a:cxn>
              <a:cxn ang="0">
                <a:pos x="connsiteX47669" y="connsiteY47669"/>
              </a:cxn>
              <a:cxn ang="0">
                <a:pos x="connsiteX47670" y="connsiteY47670"/>
              </a:cxn>
              <a:cxn ang="0">
                <a:pos x="connsiteX47671" y="connsiteY47671"/>
              </a:cxn>
              <a:cxn ang="0">
                <a:pos x="connsiteX47672" y="connsiteY47672"/>
              </a:cxn>
              <a:cxn ang="0">
                <a:pos x="connsiteX47673" y="connsiteY47673"/>
              </a:cxn>
              <a:cxn ang="0">
                <a:pos x="connsiteX47674" y="connsiteY47674"/>
              </a:cxn>
              <a:cxn ang="0">
                <a:pos x="connsiteX47675" y="connsiteY47675"/>
              </a:cxn>
              <a:cxn ang="0">
                <a:pos x="connsiteX47676" y="connsiteY47676"/>
              </a:cxn>
              <a:cxn ang="0">
                <a:pos x="connsiteX47677" y="connsiteY47677"/>
              </a:cxn>
              <a:cxn ang="0">
                <a:pos x="connsiteX47678" y="connsiteY47678"/>
              </a:cxn>
              <a:cxn ang="0">
                <a:pos x="connsiteX47679" y="connsiteY47679"/>
              </a:cxn>
              <a:cxn ang="0">
                <a:pos x="connsiteX47680" y="connsiteY47680"/>
              </a:cxn>
              <a:cxn ang="0">
                <a:pos x="connsiteX47681" y="connsiteY47681"/>
              </a:cxn>
              <a:cxn ang="0">
                <a:pos x="connsiteX47682" y="connsiteY47682"/>
              </a:cxn>
              <a:cxn ang="0">
                <a:pos x="connsiteX47683" y="connsiteY47683"/>
              </a:cxn>
              <a:cxn ang="0">
                <a:pos x="connsiteX47684" y="connsiteY47684"/>
              </a:cxn>
              <a:cxn ang="0">
                <a:pos x="connsiteX47685" y="connsiteY47685"/>
              </a:cxn>
              <a:cxn ang="0">
                <a:pos x="connsiteX47686" y="connsiteY47686"/>
              </a:cxn>
              <a:cxn ang="0">
                <a:pos x="connsiteX47687" y="connsiteY47687"/>
              </a:cxn>
              <a:cxn ang="0">
                <a:pos x="connsiteX47688" y="connsiteY47688"/>
              </a:cxn>
              <a:cxn ang="0">
                <a:pos x="connsiteX47689" y="connsiteY47689"/>
              </a:cxn>
              <a:cxn ang="0">
                <a:pos x="connsiteX47690" y="connsiteY47690"/>
              </a:cxn>
              <a:cxn ang="0">
                <a:pos x="connsiteX47691" y="connsiteY47691"/>
              </a:cxn>
              <a:cxn ang="0">
                <a:pos x="connsiteX47692" y="connsiteY47692"/>
              </a:cxn>
              <a:cxn ang="0">
                <a:pos x="connsiteX47693" y="connsiteY47693"/>
              </a:cxn>
              <a:cxn ang="0">
                <a:pos x="connsiteX47694" y="connsiteY47694"/>
              </a:cxn>
              <a:cxn ang="0">
                <a:pos x="connsiteX47695" y="connsiteY47695"/>
              </a:cxn>
              <a:cxn ang="0">
                <a:pos x="connsiteX47696" y="connsiteY47696"/>
              </a:cxn>
              <a:cxn ang="0">
                <a:pos x="connsiteX47697" y="connsiteY47697"/>
              </a:cxn>
              <a:cxn ang="0">
                <a:pos x="connsiteX47698" y="connsiteY47698"/>
              </a:cxn>
              <a:cxn ang="0">
                <a:pos x="connsiteX47699" y="connsiteY47699"/>
              </a:cxn>
              <a:cxn ang="0">
                <a:pos x="connsiteX47700" y="connsiteY47700"/>
              </a:cxn>
              <a:cxn ang="0">
                <a:pos x="connsiteX47701" y="connsiteY47701"/>
              </a:cxn>
              <a:cxn ang="0">
                <a:pos x="connsiteX47702" y="connsiteY47702"/>
              </a:cxn>
              <a:cxn ang="0">
                <a:pos x="connsiteX47703" y="connsiteY47703"/>
              </a:cxn>
              <a:cxn ang="0">
                <a:pos x="connsiteX47704" y="connsiteY47704"/>
              </a:cxn>
              <a:cxn ang="0">
                <a:pos x="connsiteX47705" y="connsiteY47705"/>
              </a:cxn>
              <a:cxn ang="0">
                <a:pos x="connsiteX47706" y="connsiteY47706"/>
              </a:cxn>
              <a:cxn ang="0">
                <a:pos x="connsiteX47707" y="connsiteY47707"/>
              </a:cxn>
              <a:cxn ang="0">
                <a:pos x="connsiteX47708" y="connsiteY47708"/>
              </a:cxn>
              <a:cxn ang="0">
                <a:pos x="connsiteX47709" y="connsiteY47709"/>
              </a:cxn>
              <a:cxn ang="0">
                <a:pos x="connsiteX47710" y="connsiteY47710"/>
              </a:cxn>
              <a:cxn ang="0">
                <a:pos x="connsiteX47711" y="connsiteY47711"/>
              </a:cxn>
              <a:cxn ang="0">
                <a:pos x="connsiteX47712" y="connsiteY47712"/>
              </a:cxn>
              <a:cxn ang="0">
                <a:pos x="connsiteX47713" y="connsiteY47713"/>
              </a:cxn>
              <a:cxn ang="0">
                <a:pos x="connsiteX47714" y="connsiteY47714"/>
              </a:cxn>
              <a:cxn ang="0">
                <a:pos x="connsiteX47715" y="connsiteY47715"/>
              </a:cxn>
              <a:cxn ang="0">
                <a:pos x="connsiteX47716" y="connsiteY47716"/>
              </a:cxn>
              <a:cxn ang="0">
                <a:pos x="connsiteX47717" y="connsiteY47717"/>
              </a:cxn>
              <a:cxn ang="0">
                <a:pos x="connsiteX47718" y="connsiteY47718"/>
              </a:cxn>
              <a:cxn ang="0">
                <a:pos x="connsiteX47719" y="connsiteY47719"/>
              </a:cxn>
              <a:cxn ang="0">
                <a:pos x="connsiteX47720" y="connsiteY47720"/>
              </a:cxn>
              <a:cxn ang="0">
                <a:pos x="connsiteX47721" y="connsiteY47721"/>
              </a:cxn>
              <a:cxn ang="0">
                <a:pos x="connsiteX47722" y="connsiteY47722"/>
              </a:cxn>
              <a:cxn ang="0">
                <a:pos x="connsiteX47723" y="connsiteY47723"/>
              </a:cxn>
              <a:cxn ang="0">
                <a:pos x="connsiteX47724" y="connsiteY47724"/>
              </a:cxn>
              <a:cxn ang="0">
                <a:pos x="connsiteX47725" y="connsiteY47725"/>
              </a:cxn>
              <a:cxn ang="0">
                <a:pos x="connsiteX47726" y="connsiteY47726"/>
              </a:cxn>
              <a:cxn ang="0">
                <a:pos x="connsiteX47727" y="connsiteY47727"/>
              </a:cxn>
              <a:cxn ang="0">
                <a:pos x="connsiteX47728" y="connsiteY47728"/>
              </a:cxn>
              <a:cxn ang="0">
                <a:pos x="connsiteX47729" y="connsiteY47729"/>
              </a:cxn>
              <a:cxn ang="0">
                <a:pos x="connsiteX47730" y="connsiteY47730"/>
              </a:cxn>
              <a:cxn ang="0">
                <a:pos x="connsiteX47731" y="connsiteY47731"/>
              </a:cxn>
              <a:cxn ang="0">
                <a:pos x="connsiteX47732" y="connsiteY47732"/>
              </a:cxn>
              <a:cxn ang="0">
                <a:pos x="connsiteX47733" y="connsiteY47733"/>
              </a:cxn>
              <a:cxn ang="0">
                <a:pos x="connsiteX47734" y="connsiteY47734"/>
              </a:cxn>
              <a:cxn ang="0">
                <a:pos x="connsiteX47735" y="connsiteY47735"/>
              </a:cxn>
              <a:cxn ang="0">
                <a:pos x="connsiteX47736" y="connsiteY47736"/>
              </a:cxn>
              <a:cxn ang="0">
                <a:pos x="connsiteX47737" y="connsiteY47737"/>
              </a:cxn>
              <a:cxn ang="0">
                <a:pos x="connsiteX47738" y="connsiteY47738"/>
              </a:cxn>
              <a:cxn ang="0">
                <a:pos x="connsiteX47739" y="connsiteY47739"/>
              </a:cxn>
              <a:cxn ang="0">
                <a:pos x="connsiteX47740" y="connsiteY47740"/>
              </a:cxn>
              <a:cxn ang="0">
                <a:pos x="connsiteX47741" y="connsiteY47741"/>
              </a:cxn>
              <a:cxn ang="0">
                <a:pos x="connsiteX47742" y="connsiteY47742"/>
              </a:cxn>
              <a:cxn ang="0">
                <a:pos x="connsiteX47743" y="connsiteY47743"/>
              </a:cxn>
              <a:cxn ang="0">
                <a:pos x="connsiteX47744" y="connsiteY47744"/>
              </a:cxn>
              <a:cxn ang="0">
                <a:pos x="connsiteX47745" y="connsiteY47745"/>
              </a:cxn>
              <a:cxn ang="0">
                <a:pos x="connsiteX47746" y="connsiteY47746"/>
              </a:cxn>
              <a:cxn ang="0">
                <a:pos x="connsiteX47747" y="connsiteY47747"/>
              </a:cxn>
              <a:cxn ang="0">
                <a:pos x="connsiteX47748" y="connsiteY47748"/>
              </a:cxn>
              <a:cxn ang="0">
                <a:pos x="connsiteX47749" y="connsiteY47749"/>
              </a:cxn>
              <a:cxn ang="0">
                <a:pos x="connsiteX47750" y="connsiteY47750"/>
              </a:cxn>
              <a:cxn ang="0">
                <a:pos x="connsiteX47751" y="connsiteY47751"/>
              </a:cxn>
              <a:cxn ang="0">
                <a:pos x="connsiteX47752" y="connsiteY47752"/>
              </a:cxn>
              <a:cxn ang="0">
                <a:pos x="connsiteX47753" y="connsiteY47753"/>
              </a:cxn>
              <a:cxn ang="0">
                <a:pos x="connsiteX47754" y="connsiteY47754"/>
              </a:cxn>
              <a:cxn ang="0">
                <a:pos x="connsiteX47755" y="connsiteY47755"/>
              </a:cxn>
              <a:cxn ang="0">
                <a:pos x="connsiteX47756" y="connsiteY47756"/>
              </a:cxn>
              <a:cxn ang="0">
                <a:pos x="connsiteX47757" y="connsiteY47757"/>
              </a:cxn>
              <a:cxn ang="0">
                <a:pos x="connsiteX47758" y="connsiteY47758"/>
              </a:cxn>
              <a:cxn ang="0">
                <a:pos x="connsiteX47759" y="connsiteY47759"/>
              </a:cxn>
              <a:cxn ang="0">
                <a:pos x="connsiteX47760" y="connsiteY47760"/>
              </a:cxn>
              <a:cxn ang="0">
                <a:pos x="connsiteX47761" y="connsiteY47761"/>
              </a:cxn>
              <a:cxn ang="0">
                <a:pos x="connsiteX47762" y="connsiteY47762"/>
              </a:cxn>
              <a:cxn ang="0">
                <a:pos x="connsiteX47763" y="connsiteY47763"/>
              </a:cxn>
              <a:cxn ang="0">
                <a:pos x="connsiteX47764" y="connsiteY47764"/>
              </a:cxn>
              <a:cxn ang="0">
                <a:pos x="connsiteX47765" y="connsiteY47765"/>
              </a:cxn>
              <a:cxn ang="0">
                <a:pos x="connsiteX47766" y="connsiteY47766"/>
              </a:cxn>
              <a:cxn ang="0">
                <a:pos x="connsiteX47767" y="connsiteY47767"/>
              </a:cxn>
              <a:cxn ang="0">
                <a:pos x="connsiteX47768" y="connsiteY47768"/>
              </a:cxn>
              <a:cxn ang="0">
                <a:pos x="connsiteX47769" y="connsiteY47769"/>
              </a:cxn>
              <a:cxn ang="0">
                <a:pos x="connsiteX47770" y="connsiteY47770"/>
              </a:cxn>
              <a:cxn ang="0">
                <a:pos x="connsiteX47771" y="connsiteY47771"/>
              </a:cxn>
              <a:cxn ang="0">
                <a:pos x="connsiteX47772" y="connsiteY47772"/>
              </a:cxn>
              <a:cxn ang="0">
                <a:pos x="connsiteX47773" y="connsiteY47773"/>
              </a:cxn>
              <a:cxn ang="0">
                <a:pos x="connsiteX47774" y="connsiteY47774"/>
              </a:cxn>
              <a:cxn ang="0">
                <a:pos x="connsiteX47775" y="connsiteY47775"/>
              </a:cxn>
              <a:cxn ang="0">
                <a:pos x="connsiteX47776" y="connsiteY47776"/>
              </a:cxn>
              <a:cxn ang="0">
                <a:pos x="connsiteX47777" y="connsiteY47777"/>
              </a:cxn>
              <a:cxn ang="0">
                <a:pos x="connsiteX47778" y="connsiteY47778"/>
              </a:cxn>
              <a:cxn ang="0">
                <a:pos x="connsiteX47779" y="connsiteY47779"/>
              </a:cxn>
              <a:cxn ang="0">
                <a:pos x="connsiteX47780" y="connsiteY47780"/>
              </a:cxn>
              <a:cxn ang="0">
                <a:pos x="connsiteX47781" y="connsiteY47781"/>
              </a:cxn>
              <a:cxn ang="0">
                <a:pos x="connsiteX47782" y="connsiteY47782"/>
              </a:cxn>
              <a:cxn ang="0">
                <a:pos x="connsiteX47783" y="connsiteY47783"/>
              </a:cxn>
              <a:cxn ang="0">
                <a:pos x="connsiteX47784" y="connsiteY47784"/>
              </a:cxn>
              <a:cxn ang="0">
                <a:pos x="connsiteX47785" y="connsiteY47785"/>
              </a:cxn>
              <a:cxn ang="0">
                <a:pos x="connsiteX47786" y="connsiteY47786"/>
              </a:cxn>
              <a:cxn ang="0">
                <a:pos x="connsiteX47787" y="connsiteY47787"/>
              </a:cxn>
              <a:cxn ang="0">
                <a:pos x="connsiteX47788" y="connsiteY47788"/>
              </a:cxn>
              <a:cxn ang="0">
                <a:pos x="connsiteX47789" y="connsiteY47789"/>
              </a:cxn>
              <a:cxn ang="0">
                <a:pos x="connsiteX47790" y="connsiteY47790"/>
              </a:cxn>
              <a:cxn ang="0">
                <a:pos x="connsiteX47791" y="connsiteY47791"/>
              </a:cxn>
              <a:cxn ang="0">
                <a:pos x="connsiteX47792" y="connsiteY47792"/>
              </a:cxn>
              <a:cxn ang="0">
                <a:pos x="connsiteX47793" y="connsiteY47793"/>
              </a:cxn>
              <a:cxn ang="0">
                <a:pos x="connsiteX47794" y="connsiteY47794"/>
              </a:cxn>
              <a:cxn ang="0">
                <a:pos x="connsiteX47795" y="connsiteY47795"/>
              </a:cxn>
              <a:cxn ang="0">
                <a:pos x="connsiteX47796" y="connsiteY47796"/>
              </a:cxn>
              <a:cxn ang="0">
                <a:pos x="connsiteX47797" y="connsiteY47797"/>
              </a:cxn>
              <a:cxn ang="0">
                <a:pos x="connsiteX47798" y="connsiteY47798"/>
              </a:cxn>
              <a:cxn ang="0">
                <a:pos x="connsiteX47799" y="connsiteY47799"/>
              </a:cxn>
              <a:cxn ang="0">
                <a:pos x="connsiteX47800" y="connsiteY47800"/>
              </a:cxn>
              <a:cxn ang="0">
                <a:pos x="connsiteX47801" y="connsiteY47801"/>
              </a:cxn>
              <a:cxn ang="0">
                <a:pos x="connsiteX47802" y="connsiteY47802"/>
              </a:cxn>
              <a:cxn ang="0">
                <a:pos x="connsiteX47803" y="connsiteY47803"/>
              </a:cxn>
              <a:cxn ang="0">
                <a:pos x="connsiteX47804" y="connsiteY47804"/>
              </a:cxn>
              <a:cxn ang="0">
                <a:pos x="connsiteX47805" y="connsiteY47805"/>
              </a:cxn>
              <a:cxn ang="0">
                <a:pos x="connsiteX47806" y="connsiteY47806"/>
              </a:cxn>
              <a:cxn ang="0">
                <a:pos x="connsiteX47807" y="connsiteY47807"/>
              </a:cxn>
              <a:cxn ang="0">
                <a:pos x="connsiteX47808" y="connsiteY47808"/>
              </a:cxn>
              <a:cxn ang="0">
                <a:pos x="connsiteX47809" y="connsiteY47809"/>
              </a:cxn>
              <a:cxn ang="0">
                <a:pos x="connsiteX47810" y="connsiteY47810"/>
              </a:cxn>
              <a:cxn ang="0">
                <a:pos x="connsiteX47811" y="connsiteY47811"/>
              </a:cxn>
              <a:cxn ang="0">
                <a:pos x="connsiteX47812" y="connsiteY47812"/>
              </a:cxn>
              <a:cxn ang="0">
                <a:pos x="connsiteX47813" y="connsiteY47813"/>
              </a:cxn>
              <a:cxn ang="0">
                <a:pos x="connsiteX47814" y="connsiteY47814"/>
              </a:cxn>
              <a:cxn ang="0">
                <a:pos x="connsiteX47815" y="connsiteY47815"/>
              </a:cxn>
              <a:cxn ang="0">
                <a:pos x="connsiteX47816" y="connsiteY47816"/>
              </a:cxn>
              <a:cxn ang="0">
                <a:pos x="connsiteX47817" y="connsiteY47817"/>
              </a:cxn>
              <a:cxn ang="0">
                <a:pos x="connsiteX47818" y="connsiteY47818"/>
              </a:cxn>
              <a:cxn ang="0">
                <a:pos x="connsiteX47819" y="connsiteY47819"/>
              </a:cxn>
              <a:cxn ang="0">
                <a:pos x="connsiteX47820" y="connsiteY47820"/>
              </a:cxn>
              <a:cxn ang="0">
                <a:pos x="connsiteX47821" y="connsiteY47821"/>
              </a:cxn>
              <a:cxn ang="0">
                <a:pos x="connsiteX47822" y="connsiteY47822"/>
              </a:cxn>
              <a:cxn ang="0">
                <a:pos x="connsiteX47823" y="connsiteY47823"/>
              </a:cxn>
              <a:cxn ang="0">
                <a:pos x="connsiteX47824" y="connsiteY47824"/>
              </a:cxn>
              <a:cxn ang="0">
                <a:pos x="connsiteX47825" y="connsiteY47825"/>
              </a:cxn>
              <a:cxn ang="0">
                <a:pos x="connsiteX47826" y="connsiteY47826"/>
              </a:cxn>
              <a:cxn ang="0">
                <a:pos x="connsiteX47827" y="connsiteY47827"/>
              </a:cxn>
              <a:cxn ang="0">
                <a:pos x="connsiteX47828" y="connsiteY47828"/>
              </a:cxn>
              <a:cxn ang="0">
                <a:pos x="connsiteX47829" y="connsiteY47829"/>
              </a:cxn>
              <a:cxn ang="0">
                <a:pos x="connsiteX47830" y="connsiteY47830"/>
              </a:cxn>
              <a:cxn ang="0">
                <a:pos x="connsiteX47831" y="connsiteY47831"/>
              </a:cxn>
              <a:cxn ang="0">
                <a:pos x="connsiteX47832" y="connsiteY47832"/>
              </a:cxn>
              <a:cxn ang="0">
                <a:pos x="connsiteX47833" y="connsiteY47833"/>
              </a:cxn>
              <a:cxn ang="0">
                <a:pos x="connsiteX47834" y="connsiteY47834"/>
              </a:cxn>
              <a:cxn ang="0">
                <a:pos x="connsiteX47835" y="connsiteY47835"/>
              </a:cxn>
              <a:cxn ang="0">
                <a:pos x="connsiteX47836" y="connsiteY47836"/>
              </a:cxn>
              <a:cxn ang="0">
                <a:pos x="connsiteX47837" y="connsiteY47837"/>
              </a:cxn>
              <a:cxn ang="0">
                <a:pos x="connsiteX47838" y="connsiteY47838"/>
              </a:cxn>
              <a:cxn ang="0">
                <a:pos x="connsiteX47839" y="connsiteY47839"/>
              </a:cxn>
              <a:cxn ang="0">
                <a:pos x="connsiteX47840" y="connsiteY47840"/>
              </a:cxn>
              <a:cxn ang="0">
                <a:pos x="connsiteX47841" y="connsiteY47841"/>
              </a:cxn>
              <a:cxn ang="0">
                <a:pos x="connsiteX47842" y="connsiteY47842"/>
              </a:cxn>
              <a:cxn ang="0">
                <a:pos x="connsiteX47843" y="connsiteY47843"/>
              </a:cxn>
              <a:cxn ang="0">
                <a:pos x="connsiteX47844" y="connsiteY47844"/>
              </a:cxn>
              <a:cxn ang="0">
                <a:pos x="connsiteX47845" y="connsiteY47845"/>
              </a:cxn>
              <a:cxn ang="0">
                <a:pos x="connsiteX47846" y="connsiteY47846"/>
              </a:cxn>
              <a:cxn ang="0">
                <a:pos x="connsiteX47847" y="connsiteY47847"/>
              </a:cxn>
              <a:cxn ang="0">
                <a:pos x="connsiteX47848" y="connsiteY47848"/>
              </a:cxn>
              <a:cxn ang="0">
                <a:pos x="connsiteX47849" y="connsiteY47849"/>
              </a:cxn>
              <a:cxn ang="0">
                <a:pos x="connsiteX47850" y="connsiteY47850"/>
              </a:cxn>
              <a:cxn ang="0">
                <a:pos x="connsiteX47851" y="connsiteY47851"/>
              </a:cxn>
              <a:cxn ang="0">
                <a:pos x="connsiteX47852" y="connsiteY47852"/>
              </a:cxn>
              <a:cxn ang="0">
                <a:pos x="connsiteX47853" y="connsiteY47853"/>
              </a:cxn>
              <a:cxn ang="0">
                <a:pos x="connsiteX47854" y="connsiteY47854"/>
              </a:cxn>
              <a:cxn ang="0">
                <a:pos x="connsiteX47855" y="connsiteY47855"/>
              </a:cxn>
              <a:cxn ang="0">
                <a:pos x="connsiteX47856" y="connsiteY47856"/>
              </a:cxn>
              <a:cxn ang="0">
                <a:pos x="connsiteX47857" y="connsiteY47857"/>
              </a:cxn>
              <a:cxn ang="0">
                <a:pos x="connsiteX47858" y="connsiteY47858"/>
              </a:cxn>
              <a:cxn ang="0">
                <a:pos x="connsiteX47859" y="connsiteY47859"/>
              </a:cxn>
              <a:cxn ang="0">
                <a:pos x="connsiteX47860" y="connsiteY47860"/>
              </a:cxn>
              <a:cxn ang="0">
                <a:pos x="connsiteX47861" y="connsiteY47861"/>
              </a:cxn>
              <a:cxn ang="0">
                <a:pos x="connsiteX47862" y="connsiteY47862"/>
              </a:cxn>
              <a:cxn ang="0">
                <a:pos x="connsiteX47863" y="connsiteY47863"/>
              </a:cxn>
              <a:cxn ang="0">
                <a:pos x="connsiteX47864" y="connsiteY47864"/>
              </a:cxn>
              <a:cxn ang="0">
                <a:pos x="connsiteX47865" y="connsiteY47865"/>
              </a:cxn>
              <a:cxn ang="0">
                <a:pos x="connsiteX47866" y="connsiteY47866"/>
              </a:cxn>
              <a:cxn ang="0">
                <a:pos x="connsiteX47867" y="connsiteY47867"/>
              </a:cxn>
              <a:cxn ang="0">
                <a:pos x="connsiteX47868" y="connsiteY47868"/>
              </a:cxn>
              <a:cxn ang="0">
                <a:pos x="connsiteX47869" y="connsiteY47869"/>
              </a:cxn>
              <a:cxn ang="0">
                <a:pos x="connsiteX47870" y="connsiteY47870"/>
              </a:cxn>
              <a:cxn ang="0">
                <a:pos x="connsiteX47871" y="connsiteY47871"/>
              </a:cxn>
              <a:cxn ang="0">
                <a:pos x="connsiteX47872" y="connsiteY47872"/>
              </a:cxn>
              <a:cxn ang="0">
                <a:pos x="connsiteX47873" y="connsiteY47873"/>
              </a:cxn>
              <a:cxn ang="0">
                <a:pos x="connsiteX47874" y="connsiteY47874"/>
              </a:cxn>
              <a:cxn ang="0">
                <a:pos x="connsiteX47875" y="connsiteY47875"/>
              </a:cxn>
              <a:cxn ang="0">
                <a:pos x="connsiteX47876" y="connsiteY47876"/>
              </a:cxn>
              <a:cxn ang="0">
                <a:pos x="connsiteX47877" y="connsiteY47877"/>
              </a:cxn>
              <a:cxn ang="0">
                <a:pos x="connsiteX47878" y="connsiteY47878"/>
              </a:cxn>
              <a:cxn ang="0">
                <a:pos x="connsiteX47879" y="connsiteY47879"/>
              </a:cxn>
              <a:cxn ang="0">
                <a:pos x="connsiteX47880" y="connsiteY47880"/>
              </a:cxn>
              <a:cxn ang="0">
                <a:pos x="connsiteX47881" y="connsiteY47881"/>
              </a:cxn>
              <a:cxn ang="0">
                <a:pos x="connsiteX47882" y="connsiteY47882"/>
              </a:cxn>
              <a:cxn ang="0">
                <a:pos x="connsiteX47883" y="connsiteY47883"/>
              </a:cxn>
              <a:cxn ang="0">
                <a:pos x="connsiteX47884" y="connsiteY47884"/>
              </a:cxn>
              <a:cxn ang="0">
                <a:pos x="connsiteX47885" y="connsiteY47885"/>
              </a:cxn>
              <a:cxn ang="0">
                <a:pos x="connsiteX47886" y="connsiteY47886"/>
              </a:cxn>
              <a:cxn ang="0">
                <a:pos x="connsiteX47887" y="connsiteY47887"/>
              </a:cxn>
              <a:cxn ang="0">
                <a:pos x="connsiteX47888" y="connsiteY47888"/>
              </a:cxn>
              <a:cxn ang="0">
                <a:pos x="connsiteX47889" y="connsiteY47889"/>
              </a:cxn>
              <a:cxn ang="0">
                <a:pos x="connsiteX47890" y="connsiteY47890"/>
              </a:cxn>
              <a:cxn ang="0">
                <a:pos x="connsiteX47891" y="connsiteY47891"/>
              </a:cxn>
              <a:cxn ang="0">
                <a:pos x="connsiteX47892" y="connsiteY47892"/>
              </a:cxn>
              <a:cxn ang="0">
                <a:pos x="connsiteX47893" y="connsiteY47893"/>
              </a:cxn>
              <a:cxn ang="0">
                <a:pos x="connsiteX47894" y="connsiteY47894"/>
              </a:cxn>
              <a:cxn ang="0">
                <a:pos x="connsiteX47895" y="connsiteY47895"/>
              </a:cxn>
              <a:cxn ang="0">
                <a:pos x="connsiteX47896" y="connsiteY47896"/>
              </a:cxn>
              <a:cxn ang="0">
                <a:pos x="connsiteX47897" y="connsiteY47897"/>
              </a:cxn>
              <a:cxn ang="0">
                <a:pos x="connsiteX47898" y="connsiteY47898"/>
              </a:cxn>
              <a:cxn ang="0">
                <a:pos x="connsiteX47899" y="connsiteY47899"/>
              </a:cxn>
              <a:cxn ang="0">
                <a:pos x="connsiteX47900" y="connsiteY47900"/>
              </a:cxn>
              <a:cxn ang="0">
                <a:pos x="connsiteX47901" y="connsiteY47901"/>
              </a:cxn>
              <a:cxn ang="0">
                <a:pos x="connsiteX47902" y="connsiteY47902"/>
              </a:cxn>
              <a:cxn ang="0">
                <a:pos x="connsiteX47903" y="connsiteY47903"/>
              </a:cxn>
              <a:cxn ang="0">
                <a:pos x="connsiteX47904" y="connsiteY47904"/>
              </a:cxn>
              <a:cxn ang="0">
                <a:pos x="connsiteX47905" y="connsiteY47905"/>
              </a:cxn>
              <a:cxn ang="0">
                <a:pos x="connsiteX47906" y="connsiteY47906"/>
              </a:cxn>
              <a:cxn ang="0">
                <a:pos x="connsiteX47907" y="connsiteY47907"/>
              </a:cxn>
              <a:cxn ang="0">
                <a:pos x="connsiteX47908" y="connsiteY47908"/>
              </a:cxn>
              <a:cxn ang="0">
                <a:pos x="connsiteX47909" y="connsiteY47909"/>
              </a:cxn>
              <a:cxn ang="0">
                <a:pos x="connsiteX47910" y="connsiteY47910"/>
              </a:cxn>
              <a:cxn ang="0">
                <a:pos x="connsiteX47911" y="connsiteY47911"/>
              </a:cxn>
              <a:cxn ang="0">
                <a:pos x="connsiteX47912" y="connsiteY47912"/>
              </a:cxn>
              <a:cxn ang="0">
                <a:pos x="connsiteX47913" y="connsiteY47913"/>
              </a:cxn>
              <a:cxn ang="0">
                <a:pos x="connsiteX47914" y="connsiteY47914"/>
              </a:cxn>
              <a:cxn ang="0">
                <a:pos x="connsiteX47915" y="connsiteY47915"/>
              </a:cxn>
              <a:cxn ang="0">
                <a:pos x="connsiteX47916" y="connsiteY47916"/>
              </a:cxn>
              <a:cxn ang="0">
                <a:pos x="connsiteX47917" y="connsiteY47917"/>
              </a:cxn>
              <a:cxn ang="0">
                <a:pos x="connsiteX47918" y="connsiteY47918"/>
              </a:cxn>
              <a:cxn ang="0">
                <a:pos x="connsiteX47919" y="connsiteY47919"/>
              </a:cxn>
              <a:cxn ang="0">
                <a:pos x="connsiteX47920" y="connsiteY47920"/>
              </a:cxn>
              <a:cxn ang="0">
                <a:pos x="connsiteX47921" y="connsiteY47921"/>
              </a:cxn>
              <a:cxn ang="0">
                <a:pos x="connsiteX47922" y="connsiteY47922"/>
              </a:cxn>
              <a:cxn ang="0">
                <a:pos x="connsiteX47923" y="connsiteY47923"/>
              </a:cxn>
              <a:cxn ang="0">
                <a:pos x="connsiteX47924" y="connsiteY47924"/>
              </a:cxn>
              <a:cxn ang="0">
                <a:pos x="connsiteX47925" y="connsiteY47925"/>
              </a:cxn>
              <a:cxn ang="0">
                <a:pos x="connsiteX47926" y="connsiteY47926"/>
              </a:cxn>
              <a:cxn ang="0">
                <a:pos x="connsiteX47927" y="connsiteY47927"/>
              </a:cxn>
              <a:cxn ang="0">
                <a:pos x="connsiteX47928" y="connsiteY47928"/>
              </a:cxn>
              <a:cxn ang="0">
                <a:pos x="connsiteX47929" y="connsiteY47929"/>
              </a:cxn>
              <a:cxn ang="0">
                <a:pos x="connsiteX47930" y="connsiteY47930"/>
              </a:cxn>
              <a:cxn ang="0">
                <a:pos x="connsiteX47931" y="connsiteY47931"/>
              </a:cxn>
              <a:cxn ang="0">
                <a:pos x="connsiteX47932" y="connsiteY47932"/>
              </a:cxn>
              <a:cxn ang="0">
                <a:pos x="connsiteX47933" y="connsiteY47933"/>
              </a:cxn>
              <a:cxn ang="0">
                <a:pos x="connsiteX47934" y="connsiteY47934"/>
              </a:cxn>
              <a:cxn ang="0">
                <a:pos x="connsiteX47935" y="connsiteY47935"/>
              </a:cxn>
              <a:cxn ang="0">
                <a:pos x="connsiteX47936" y="connsiteY47936"/>
              </a:cxn>
              <a:cxn ang="0">
                <a:pos x="connsiteX47937" y="connsiteY47937"/>
              </a:cxn>
              <a:cxn ang="0">
                <a:pos x="connsiteX47938" y="connsiteY47938"/>
              </a:cxn>
              <a:cxn ang="0">
                <a:pos x="connsiteX47939" y="connsiteY47939"/>
              </a:cxn>
              <a:cxn ang="0">
                <a:pos x="connsiteX47940" y="connsiteY47940"/>
              </a:cxn>
              <a:cxn ang="0">
                <a:pos x="connsiteX47941" y="connsiteY47941"/>
              </a:cxn>
              <a:cxn ang="0">
                <a:pos x="connsiteX47942" y="connsiteY47942"/>
              </a:cxn>
              <a:cxn ang="0">
                <a:pos x="connsiteX47943" y="connsiteY47943"/>
              </a:cxn>
              <a:cxn ang="0">
                <a:pos x="connsiteX47944" y="connsiteY47944"/>
              </a:cxn>
              <a:cxn ang="0">
                <a:pos x="connsiteX47945" y="connsiteY47945"/>
              </a:cxn>
              <a:cxn ang="0">
                <a:pos x="connsiteX47946" y="connsiteY47946"/>
              </a:cxn>
              <a:cxn ang="0">
                <a:pos x="connsiteX47947" y="connsiteY47947"/>
              </a:cxn>
              <a:cxn ang="0">
                <a:pos x="connsiteX47948" y="connsiteY47948"/>
              </a:cxn>
              <a:cxn ang="0">
                <a:pos x="connsiteX47949" y="connsiteY47949"/>
              </a:cxn>
              <a:cxn ang="0">
                <a:pos x="connsiteX47950" y="connsiteY47950"/>
              </a:cxn>
              <a:cxn ang="0">
                <a:pos x="connsiteX47951" y="connsiteY47951"/>
              </a:cxn>
              <a:cxn ang="0">
                <a:pos x="connsiteX47952" y="connsiteY47952"/>
              </a:cxn>
              <a:cxn ang="0">
                <a:pos x="connsiteX47953" y="connsiteY47953"/>
              </a:cxn>
              <a:cxn ang="0">
                <a:pos x="connsiteX47954" y="connsiteY47954"/>
              </a:cxn>
              <a:cxn ang="0">
                <a:pos x="connsiteX47955" y="connsiteY47955"/>
              </a:cxn>
              <a:cxn ang="0">
                <a:pos x="connsiteX47956" y="connsiteY47956"/>
              </a:cxn>
              <a:cxn ang="0">
                <a:pos x="connsiteX47957" y="connsiteY47957"/>
              </a:cxn>
              <a:cxn ang="0">
                <a:pos x="connsiteX47958" y="connsiteY47958"/>
              </a:cxn>
              <a:cxn ang="0">
                <a:pos x="connsiteX47959" y="connsiteY47959"/>
              </a:cxn>
              <a:cxn ang="0">
                <a:pos x="connsiteX47960" y="connsiteY47960"/>
              </a:cxn>
              <a:cxn ang="0">
                <a:pos x="connsiteX47961" y="connsiteY47961"/>
              </a:cxn>
              <a:cxn ang="0">
                <a:pos x="connsiteX47962" y="connsiteY47962"/>
              </a:cxn>
              <a:cxn ang="0">
                <a:pos x="connsiteX47963" y="connsiteY47963"/>
              </a:cxn>
              <a:cxn ang="0">
                <a:pos x="connsiteX47964" y="connsiteY47964"/>
              </a:cxn>
              <a:cxn ang="0">
                <a:pos x="connsiteX47965" y="connsiteY47965"/>
              </a:cxn>
              <a:cxn ang="0">
                <a:pos x="connsiteX47966" y="connsiteY47966"/>
              </a:cxn>
              <a:cxn ang="0">
                <a:pos x="connsiteX47967" y="connsiteY47967"/>
              </a:cxn>
              <a:cxn ang="0">
                <a:pos x="connsiteX47968" y="connsiteY47968"/>
              </a:cxn>
              <a:cxn ang="0">
                <a:pos x="connsiteX47969" y="connsiteY47969"/>
              </a:cxn>
              <a:cxn ang="0">
                <a:pos x="connsiteX47970" y="connsiteY47970"/>
              </a:cxn>
              <a:cxn ang="0">
                <a:pos x="connsiteX47971" y="connsiteY47971"/>
              </a:cxn>
              <a:cxn ang="0">
                <a:pos x="connsiteX47972" y="connsiteY47972"/>
              </a:cxn>
              <a:cxn ang="0">
                <a:pos x="connsiteX47973" y="connsiteY47973"/>
              </a:cxn>
              <a:cxn ang="0">
                <a:pos x="connsiteX47974" y="connsiteY47974"/>
              </a:cxn>
              <a:cxn ang="0">
                <a:pos x="connsiteX47975" y="connsiteY47975"/>
              </a:cxn>
              <a:cxn ang="0">
                <a:pos x="connsiteX47976" y="connsiteY47976"/>
              </a:cxn>
              <a:cxn ang="0">
                <a:pos x="connsiteX47977" y="connsiteY47977"/>
              </a:cxn>
              <a:cxn ang="0">
                <a:pos x="connsiteX47978" y="connsiteY47978"/>
              </a:cxn>
              <a:cxn ang="0">
                <a:pos x="connsiteX47979" y="connsiteY47979"/>
              </a:cxn>
              <a:cxn ang="0">
                <a:pos x="connsiteX47980" y="connsiteY47980"/>
              </a:cxn>
              <a:cxn ang="0">
                <a:pos x="connsiteX47981" y="connsiteY47981"/>
              </a:cxn>
              <a:cxn ang="0">
                <a:pos x="connsiteX47982" y="connsiteY47982"/>
              </a:cxn>
              <a:cxn ang="0">
                <a:pos x="connsiteX47983" y="connsiteY47983"/>
              </a:cxn>
              <a:cxn ang="0">
                <a:pos x="connsiteX47984" y="connsiteY47984"/>
              </a:cxn>
              <a:cxn ang="0">
                <a:pos x="connsiteX47985" y="connsiteY47985"/>
              </a:cxn>
              <a:cxn ang="0">
                <a:pos x="connsiteX47986" y="connsiteY47986"/>
              </a:cxn>
              <a:cxn ang="0">
                <a:pos x="connsiteX47987" y="connsiteY47987"/>
              </a:cxn>
              <a:cxn ang="0">
                <a:pos x="connsiteX47988" y="connsiteY47988"/>
              </a:cxn>
              <a:cxn ang="0">
                <a:pos x="connsiteX47989" y="connsiteY47989"/>
              </a:cxn>
              <a:cxn ang="0">
                <a:pos x="connsiteX47990" y="connsiteY47990"/>
              </a:cxn>
              <a:cxn ang="0">
                <a:pos x="connsiteX47991" y="connsiteY47991"/>
              </a:cxn>
              <a:cxn ang="0">
                <a:pos x="connsiteX47992" y="connsiteY47992"/>
              </a:cxn>
              <a:cxn ang="0">
                <a:pos x="connsiteX47993" y="connsiteY47993"/>
              </a:cxn>
              <a:cxn ang="0">
                <a:pos x="connsiteX47994" y="connsiteY47994"/>
              </a:cxn>
              <a:cxn ang="0">
                <a:pos x="connsiteX47995" y="connsiteY47995"/>
              </a:cxn>
              <a:cxn ang="0">
                <a:pos x="connsiteX47996" y="connsiteY47996"/>
              </a:cxn>
              <a:cxn ang="0">
                <a:pos x="connsiteX47997" y="connsiteY47997"/>
              </a:cxn>
              <a:cxn ang="0">
                <a:pos x="connsiteX47998" y="connsiteY47998"/>
              </a:cxn>
              <a:cxn ang="0">
                <a:pos x="connsiteX47999" y="connsiteY47999"/>
              </a:cxn>
              <a:cxn ang="0">
                <a:pos x="connsiteX48000" y="connsiteY48000"/>
              </a:cxn>
              <a:cxn ang="0">
                <a:pos x="connsiteX48001" y="connsiteY48001"/>
              </a:cxn>
              <a:cxn ang="0">
                <a:pos x="connsiteX48002" y="connsiteY48002"/>
              </a:cxn>
              <a:cxn ang="0">
                <a:pos x="connsiteX48003" y="connsiteY48003"/>
              </a:cxn>
              <a:cxn ang="0">
                <a:pos x="connsiteX48004" y="connsiteY48004"/>
              </a:cxn>
              <a:cxn ang="0">
                <a:pos x="connsiteX48005" y="connsiteY48005"/>
              </a:cxn>
              <a:cxn ang="0">
                <a:pos x="connsiteX48006" y="connsiteY48006"/>
              </a:cxn>
              <a:cxn ang="0">
                <a:pos x="connsiteX48007" y="connsiteY48007"/>
              </a:cxn>
              <a:cxn ang="0">
                <a:pos x="connsiteX48008" y="connsiteY48008"/>
              </a:cxn>
              <a:cxn ang="0">
                <a:pos x="connsiteX48009" y="connsiteY48009"/>
              </a:cxn>
              <a:cxn ang="0">
                <a:pos x="connsiteX48010" y="connsiteY48010"/>
              </a:cxn>
              <a:cxn ang="0">
                <a:pos x="connsiteX48011" y="connsiteY48011"/>
              </a:cxn>
              <a:cxn ang="0">
                <a:pos x="connsiteX48012" y="connsiteY48012"/>
              </a:cxn>
              <a:cxn ang="0">
                <a:pos x="connsiteX48013" y="connsiteY48013"/>
              </a:cxn>
              <a:cxn ang="0">
                <a:pos x="connsiteX48014" y="connsiteY48014"/>
              </a:cxn>
              <a:cxn ang="0">
                <a:pos x="connsiteX48015" y="connsiteY48015"/>
              </a:cxn>
              <a:cxn ang="0">
                <a:pos x="connsiteX48016" y="connsiteY48016"/>
              </a:cxn>
              <a:cxn ang="0">
                <a:pos x="connsiteX48017" y="connsiteY48017"/>
              </a:cxn>
              <a:cxn ang="0">
                <a:pos x="connsiteX48018" y="connsiteY48018"/>
              </a:cxn>
              <a:cxn ang="0">
                <a:pos x="connsiteX48019" y="connsiteY48019"/>
              </a:cxn>
              <a:cxn ang="0">
                <a:pos x="connsiteX48020" y="connsiteY48020"/>
              </a:cxn>
              <a:cxn ang="0">
                <a:pos x="connsiteX48021" y="connsiteY48021"/>
              </a:cxn>
              <a:cxn ang="0">
                <a:pos x="connsiteX48022" y="connsiteY48022"/>
              </a:cxn>
              <a:cxn ang="0">
                <a:pos x="connsiteX48023" y="connsiteY48023"/>
              </a:cxn>
              <a:cxn ang="0">
                <a:pos x="connsiteX48024" y="connsiteY48024"/>
              </a:cxn>
              <a:cxn ang="0">
                <a:pos x="connsiteX48025" y="connsiteY48025"/>
              </a:cxn>
              <a:cxn ang="0">
                <a:pos x="connsiteX48026" y="connsiteY48026"/>
              </a:cxn>
              <a:cxn ang="0">
                <a:pos x="connsiteX48027" y="connsiteY48027"/>
              </a:cxn>
              <a:cxn ang="0">
                <a:pos x="connsiteX48028" y="connsiteY48028"/>
              </a:cxn>
              <a:cxn ang="0">
                <a:pos x="connsiteX48029" y="connsiteY48029"/>
              </a:cxn>
              <a:cxn ang="0">
                <a:pos x="connsiteX48030" y="connsiteY48030"/>
              </a:cxn>
              <a:cxn ang="0">
                <a:pos x="connsiteX48031" y="connsiteY48031"/>
              </a:cxn>
              <a:cxn ang="0">
                <a:pos x="connsiteX48032" y="connsiteY48032"/>
              </a:cxn>
              <a:cxn ang="0">
                <a:pos x="connsiteX48033" y="connsiteY48033"/>
              </a:cxn>
              <a:cxn ang="0">
                <a:pos x="connsiteX48034" y="connsiteY48034"/>
              </a:cxn>
              <a:cxn ang="0">
                <a:pos x="connsiteX48035" y="connsiteY48035"/>
              </a:cxn>
              <a:cxn ang="0">
                <a:pos x="connsiteX48036" y="connsiteY48036"/>
              </a:cxn>
              <a:cxn ang="0">
                <a:pos x="connsiteX48037" y="connsiteY48037"/>
              </a:cxn>
              <a:cxn ang="0">
                <a:pos x="connsiteX48038" y="connsiteY48038"/>
              </a:cxn>
              <a:cxn ang="0">
                <a:pos x="connsiteX48039" y="connsiteY48039"/>
              </a:cxn>
              <a:cxn ang="0">
                <a:pos x="connsiteX48040" y="connsiteY48040"/>
              </a:cxn>
              <a:cxn ang="0">
                <a:pos x="connsiteX48041" y="connsiteY48041"/>
              </a:cxn>
              <a:cxn ang="0">
                <a:pos x="connsiteX48042" y="connsiteY48042"/>
              </a:cxn>
              <a:cxn ang="0">
                <a:pos x="connsiteX48043" y="connsiteY48043"/>
              </a:cxn>
              <a:cxn ang="0">
                <a:pos x="connsiteX48044" y="connsiteY48044"/>
              </a:cxn>
              <a:cxn ang="0">
                <a:pos x="connsiteX48045" y="connsiteY48045"/>
              </a:cxn>
              <a:cxn ang="0">
                <a:pos x="connsiteX48046" y="connsiteY48046"/>
              </a:cxn>
              <a:cxn ang="0">
                <a:pos x="connsiteX48047" y="connsiteY48047"/>
              </a:cxn>
              <a:cxn ang="0">
                <a:pos x="connsiteX48048" y="connsiteY48048"/>
              </a:cxn>
              <a:cxn ang="0">
                <a:pos x="connsiteX48049" y="connsiteY48049"/>
              </a:cxn>
              <a:cxn ang="0">
                <a:pos x="connsiteX48050" y="connsiteY48050"/>
              </a:cxn>
              <a:cxn ang="0">
                <a:pos x="connsiteX48051" y="connsiteY48051"/>
              </a:cxn>
              <a:cxn ang="0">
                <a:pos x="connsiteX48052" y="connsiteY48052"/>
              </a:cxn>
              <a:cxn ang="0">
                <a:pos x="connsiteX48053" y="connsiteY48053"/>
              </a:cxn>
              <a:cxn ang="0">
                <a:pos x="connsiteX48054" y="connsiteY48054"/>
              </a:cxn>
              <a:cxn ang="0">
                <a:pos x="connsiteX48055" y="connsiteY48055"/>
              </a:cxn>
              <a:cxn ang="0">
                <a:pos x="connsiteX48056" y="connsiteY48056"/>
              </a:cxn>
              <a:cxn ang="0">
                <a:pos x="connsiteX48057" y="connsiteY48057"/>
              </a:cxn>
              <a:cxn ang="0">
                <a:pos x="connsiteX48058" y="connsiteY48058"/>
              </a:cxn>
              <a:cxn ang="0">
                <a:pos x="connsiteX48059" y="connsiteY48059"/>
              </a:cxn>
              <a:cxn ang="0">
                <a:pos x="connsiteX48060" y="connsiteY48060"/>
              </a:cxn>
              <a:cxn ang="0">
                <a:pos x="connsiteX48061" y="connsiteY48061"/>
              </a:cxn>
              <a:cxn ang="0">
                <a:pos x="connsiteX48062" y="connsiteY48062"/>
              </a:cxn>
              <a:cxn ang="0">
                <a:pos x="connsiteX48063" y="connsiteY48063"/>
              </a:cxn>
              <a:cxn ang="0">
                <a:pos x="connsiteX48064" y="connsiteY48064"/>
              </a:cxn>
              <a:cxn ang="0">
                <a:pos x="connsiteX48065" y="connsiteY48065"/>
              </a:cxn>
              <a:cxn ang="0">
                <a:pos x="connsiteX48066" y="connsiteY48066"/>
              </a:cxn>
              <a:cxn ang="0">
                <a:pos x="connsiteX48067" y="connsiteY48067"/>
              </a:cxn>
              <a:cxn ang="0">
                <a:pos x="connsiteX48068" y="connsiteY48068"/>
              </a:cxn>
              <a:cxn ang="0">
                <a:pos x="connsiteX48069" y="connsiteY48069"/>
              </a:cxn>
              <a:cxn ang="0">
                <a:pos x="connsiteX48070" y="connsiteY48070"/>
              </a:cxn>
              <a:cxn ang="0">
                <a:pos x="connsiteX48071" y="connsiteY48071"/>
              </a:cxn>
              <a:cxn ang="0">
                <a:pos x="connsiteX48072" y="connsiteY48072"/>
              </a:cxn>
              <a:cxn ang="0">
                <a:pos x="connsiteX48073" y="connsiteY48073"/>
              </a:cxn>
              <a:cxn ang="0">
                <a:pos x="connsiteX48074" y="connsiteY48074"/>
              </a:cxn>
              <a:cxn ang="0">
                <a:pos x="connsiteX48075" y="connsiteY48075"/>
              </a:cxn>
              <a:cxn ang="0">
                <a:pos x="connsiteX48076" y="connsiteY48076"/>
              </a:cxn>
              <a:cxn ang="0">
                <a:pos x="connsiteX48077" y="connsiteY48077"/>
              </a:cxn>
              <a:cxn ang="0">
                <a:pos x="connsiteX48078" y="connsiteY48078"/>
              </a:cxn>
              <a:cxn ang="0">
                <a:pos x="connsiteX48079" y="connsiteY48079"/>
              </a:cxn>
              <a:cxn ang="0">
                <a:pos x="connsiteX48080" y="connsiteY48080"/>
              </a:cxn>
              <a:cxn ang="0">
                <a:pos x="connsiteX48081" y="connsiteY48081"/>
              </a:cxn>
              <a:cxn ang="0">
                <a:pos x="connsiteX48082" y="connsiteY48082"/>
              </a:cxn>
              <a:cxn ang="0">
                <a:pos x="connsiteX48083" y="connsiteY48083"/>
              </a:cxn>
              <a:cxn ang="0">
                <a:pos x="connsiteX48084" y="connsiteY48084"/>
              </a:cxn>
              <a:cxn ang="0">
                <a:pos x="connsiteX48085" y="connsiteY48085"/>
              </a:cxn>
              <a:cxn ang="0">
                <a:pos x="connsiteX48086" y="connsiteY48086"/>
              </a:cxn>
              <a:cxn ang="0">
                <a:pos x="connsiteX48087" y="connsiteY48087"/>
              </a:cxn>
              <a:cxn ang="0">
                <a:pos x="connsiteX48088" y="connsiteY48088"/>
              </a:cxn>
              <a:cxn ang="0">
                <a:pos x="connsiteX48089" y="connsiteY48089"/>
              </a:cxn>
              <a:cxn ang="0">
                <a:pos x="connsiteX48090" y="connsiteY48090"/>
              </a:cxn>
              <a:cxn ang="0">
                <a:pos x="connsiteX48091" y="connsiteY48091"/>
              </a:cxn>
              <a:cxn ang="0">
                <a:pos x="connsiteX48092" y="connsiteY48092"/>
              </a:cxn>
              <a:cxn ang="0">
                <a:pos x="connsiteX48093" y="connsiteY48093"/>
              </a:cxn>
              <a:cxn ang="0">
                <a:pos x="connsiteX48094" y="connsiteY48094"/>
              </a:cxn>
              <a:cxn ang="0">
                <a:pos x="connsiteX48095" y="connsiteY48095"/>
              </a:cxn>
              <a:cxn ang="0">
                <a:pos x="connsiteX48096" y="connsiteY48096"/>
              </a:cxn>
              <a:cxn ang="0">
                <a:pos x="connsiteX48097" y="connsiteY48097"/>
              </a:cxn>
              <a:cxn ang="0">
                <a:pos x="connsiteX48098" y="connsiteY48098"/>
              </a:cxn>
              <a:cxn ang="0">
                <a:pos x="connsiteX48099" y="connsiteY48099"/>
              </a:cxn>
              <a:cxn ang="0">
                <a:pos x="connsiteX48100" y="connsiteY48100"/>
              </a:cxn>
              <a:cxn ang="0">
                <a:pos x="connsiteX48101" y="connsiteY48101"/>
              </a:cxn>
              <a:cxn ang="0">
                <a:pos x="connsiteX48102" y="connsiteY48102"/>
              </a:cxn>
              <a:cxn ang="0">
                <a:pos x="connsiteX48103" y="connsiteY48103"/>
              </a:cxn>
              <a:cxn ang="0">
                <a:pos x="connsiteX48104" y="connsiteY48104"/>
              </a:cxn>
              <a:cxn ang="0">
                <a:pos x="connsiteX48105" y="connsiteY48105"/>
              </a:cxn>
              <a:cxn ang="0">
                <a:pos x="connsiteX48106" y="connsiteY48106"/>
              </a:cxn>
              <a:cxn ang="0">
                <a:pos x="connsiteX48107" y="connsiteY48107"/>
              </a:cxn>
              <a:cxn ang="0">
                <a:pos x="connsiteX48108" y="connsiteY48108"/>
              </a:cxn>
              <a:cxn ang="0">
                <a:pos x="connsiteX48109" y="connsiteY48109"/>
              </a:cxn>
              <a:cxn ang="0">
                <a:pos x="connsiteX48110" y="connsiteY48110"/>
              </a:cxn>
              <a:cxn ang="0">
                <a:pos x="connsiteX48111" y="connsiteY48111"/>
              </a:cxn>
              <a:cxn ang="0">
                <a:pos x="connsiteX48112" y="connsiteY48112"/>
              </a:cxn>
              <a:cxn ang="0">
                <a:pos x="connsiteX48113" y="connsiteY48113"/>
              </a:cxn>
              <a:cxn ang="0">
                <a:pos x="connsiteX48114" y="connsiteY48114"/>
              </a:cxn>
              <a:cxn ang="0">
                <a:pos x="connsiteX48115" y="connsiteY48115"/>
              </a:cxn>
              <a:cxn ang="0">
                <a:pos x="connsiteX48116" y="connsiteY48116"/>
              </a:cxn>
              <a:cxn ang="0">
                <a:pos x="connsiteX48117" y="connsiteY48117"/>
              </a:cxn>
              <a:cxn ang="0">
                <a:pos x="connsiteX48118" y="connsiteY48118"/>
              </a:cxn>
              <a:cxn ang="0">
                <a:pos x="connsiteX48119" y="connsiteY48119"/>
              </a:cxn>
              <a:cxn ang="0">
                <a:pos x="connsiteX48120" y="connsiteY48120"/>
              </a:cxn>
              <a:cxn ang="0">
                <a:pos x="connsiteX48121" y="connsiteY48121"/>
              </a:cxn>
              <a:cxn ang="0">
                <a:pos x="connsiteX48122" y="connsiteY48122"/>
              </a:cxn>
              <a:cxn ang="0">
                <a:pos x="connsiteX48123" y="connsiteY48123"/>
              </a:cxn>
              <a:cxn ang="0">
                <a:pos x="connsiteX48124" y="connsiteY48124"/>
              </a:cxn>
              <a:cxn ang="0">
                <a:pos x="connsiteX48125" y="connsiteY48125"/>
              </a:cxn>
              <a:cxn ang="0">
                <a:pos x="connsiteX48126" y="connsiteY48126"/>
              </a:cxn>
              <a:cxn ang="0">
                <a:pos x="connsiteX48127" y="connsiteY48127"/>
              </a:cxn>
              <a:cxn ang="0">
                <a:pos x="connsiteX48128" y="connsiteY48128"/>
              </a:cxn>
              <a:cxn ang="0">
                <a:pos x="connsiteX48129" y="connsiteY48129"/>
              </a:cxn>
              <a:cxn ang="0">
                <a:pos x="connsiteX48130" y="connsiteY48130"/>
              </a:cxn>
              <a:cxn ang="0">
                <a:pos x="connsiteX48131" y="connsiteY48131"/>
              </a:cxn>
              <a:cxn ang="0">
                <a:pos x="connsiteX48132" y="connsiteY48132"/>
              </a:cxn>
              <a:cxn ang="0">
                <a:pos x="connsiteX48133" y="connsiteY48133"/>
              </a:cxn>
              <a:cxn ang="0">
                <a:pos x="connsiteX48134" y="connsiteY48134"/>
              </a:cxn>
              <a:cxn ang="0">
                <a:pos x="connsiteX48135" y="connsiteY48135"/>
              </a:cxn>
              <a:cxn ang="0">
                <a:pos x="connsiteX48136" y="connsiteY48136"/>
              </a:cxn>
              <a:cxn ang="0">
                <a:pos x="connsiteX48137" y="connsiteY48137"/>
              </a:cxn>
              <a:cxn ang="0">
                <a:pos x="connsiteX48138" y="connsiteY48138"/>
              </a:cxn>
              <a:cxn ang="0">
                <a:pos x="connsiteX48139" y="connsiteY48139"/>
              </a:cxn>
              <a:cxn ang="0">
                <a:pos x="connsiteX48140" y="connsiteY48140"/>
              </a:cxn>
              <a:cxn ang="0">
                <a:pos x="connsiteX48141" y="connsiteY48141"/>
              </a:cxn>
              <a:cxn ang="0">
                <a:pos x="connsiteX48142" y="connsiteY48142"/>
              </a:cxn>
              <a:cxn ang="0">
                <a:pos x="connsiteX48143" y="connsiteY48143"/>
              </a:cxn>
              <a:cxn ang="0">
                <a:pos x="connsiteX48144" y="connsiteY48144"/>
              </a:cxn>
              <a:cxn ang="0">
                <a:pos x="connsiteX48145" y="connsiteY48145"/>
              </a:cxn>
              <a:cxn ang="0">
                <a:pos x="connsiteX48146" y="connsiteY48146"/>
              </a:cxn>
              <a:cxn ang="0">
                <a:pos x="connsiteX48147" y="connsiteY48147"/>
              </a:cxn>
              <a:cxn ang="0">
                <a:pos x="connsiteX48148" y="connsiteY48148"/>
              </a:cxn>
              <a:cxn ang="0">
                <a:pos x="connsiteX48149" y="connsiteY48149"/>
              </a:cxn>
              <a:cxn ang="0">
                <a:pos x="connsiteX48150" y="connsiteY48150"/>
              </a:cxn>
              <a:cxn ang="0">
                <a:pos x="connsiteX48151" y="connsiteY48151"/>
              </a:cxn>
              <a:cxn ang="0">
                <a:pos x="connsiteX48152" y="connsiteY48152"/>
              </a:cxn>
              <a:cxn ang="0">
                <a:pos x="connsiteX48153" y="connsiteY48153"/>
              </a:cxn>
              <a:cxn ang="0">
                <a:pos x="connsiteX48154" y="connsiteY48154"/>
              </a:cxn>
              <a:cxn ang="0">
                <a:pos x="connsiteX48155" y="connsiteY48155"/>
              </a:cxn>
              <a:cxn ang="0">
                <a:pos x="connsiteX48156" y="connsiteY48156"/>
              </a:cxn>
              <a:cxn ang="0">
                <a:pos x="connsiteX48157" y="connsiteY48157"/>
              </a:cxn>
              <a:cxn ang="0">
                <a:pos x="connsiteX48158" y="connsiteY48158"/>
              </a:cxn>
              <a:cxn ang="0">
                <a:pos x="connsiteX48159" y="connsiteY48159"/>
              </a:cxn>
              <a:cxn ang="0">
                <a:pos x="connsiteX48160" y="connsiteY48160"/>
              </a:cxn>
              <a:cxn ang="0">
                <a:pos x="connsiteX48161" y="connsiteY48161"/>
              </a:cxn>
              <a:cxn ang="0">
                <a:pos x="connsiteX48162" y="connsiteY48162"/>
              </a:cxn>
              <a:cxn ang="0">
                <a:pos x="connsiteX48163" y="connsiteY48163"/>
              </a:cxn>
              <a:cxn ang="0">
                <a:pos x="connsiteX48164" y="connsiteY48164"/>
              </a:cxn>
              <a:cxn ang="0">
                <a:pos x="connsiteX48165" y="connsiteY48165"/>
              </a:cxn>
              <a:cxn ang="0">
                <a:pos x="connsiteX48166" y="connsiteY48166"/>
              </a:cxn>
              <a:cxn ang="0">
                <a:pos x="connsiteX48167" y="connsiteY48167"/>
              </a:cxn>
              <a:cxn ang="0">
                <a:pos x="connsiteX48168" y="connsiteY48168"/>
              </a:cxn>
              <a:cxn ang="0">
                <a:pos x="connsiteX48169" y="connsiteY48169"/>
              </a:cxn>
              <a:cxn ang="0">
                <a:pos x="connsiteX48170" y="connsiteY48170"/>
              </a:cxn>
              <a:cxn ang="0">
                <a:pos x="connsiteX48171" y="connsiteY48171"/>
              </a:cxn>
              <a:cxn ang="0">
                <a:pos x="connsiteX48172" y="connsiteY48172"/>
              </a:cxn>
              <a:cxn ang="0">
                <a:pos x="connsiteX48173" y="connsiteY48173"/>
              </a:cxn>
              <a:cxn ang="0">
                <a:pos x="connsiteX48174" y="connsiteY48174"/>
              </a:cxn>
              <a:cxn ang="0">
                <a:pos x="connsiteX48175" y="connsiteY48175"/>
              </a:cxn>
              <a:cxn ang="0">
                <a:pos x="connsiteX48176" y="connsiteY48176"/>
              </a:cxn>
              <a:cxn ang="0">
                <a:pos x="connsiteX48177" y="connsiteY48177"/>
              </a:cxn>
              <a:cxn ang="0">
                <a:pos x="connsiteX48178" y="connsiteY48178"/>
              </a:cxn>
              <a:cxn ang="0">
                <a:pos x="connsiteX48179" y="connsiteY48179"/>
              </a:cxn>
              <a:cxn ang="0">
                <a:pos x="connsiteX48180" y="connsiteY48180"/>
              </a:cxn>
              <a:cxn ang="0">
                <a:pos x="connsiteX48181" y="connsiteY48181"/>
              </a:cxn>
              <a:cxn ang="0">
                <a:pos x="connsiteX48182" y="connsiteY48182"/>
              </a:cxn>
              <a:cxn ang="0">
                <a:pos x="connsiteX48183" y="connsiteY48183"/>
              </a:cxn>
              <a:cxn ang="0">
                <a:pos x="connsiteX48184" y="connsiteY48184"/>
              </a:cxn>
              <a:cxn ang="0">
                <a:pos x="connsiteX48185" y="connsiteY48185"/>
              </a:cxn>
              <a:cxn ang="0">
                <a:pos x="connsiteX48186" y="connsiteY48186"/>
              </a:cxn>
              <a:cxn ang="0">
                <a:pos x="connsiteX48187" y="connsiteY48187"/>
              </a:cxn>
              <a:cxn ang="0">
                <a:pos x="connsiteX48188" y="connsiteY48188"/>
              </a:cxn>
              <a:cxn ang="0">
                <a:pos x="connsiteX48189" y="connsiteY48189"/>
              </a:cxn>
              <a:cxn ang="0">
                <a:pos x="connsiteX48190" y="connsiteY48190"/>
              </a:cxn>
              <a:cxn ang="0">
                <a:pos x="connsiteX48191" y="connsiteY48191"/>
              </a:cxn>
              <a:cxn ang="0">
                <a:pos x="connsiteX48192" y="connsiteY48192"/>
              </a:cxn>
              <a:cxn ang="0">
                <a:pos x="connsiteX48193" y="connsiteY48193"/>
              </a:cxn>
              <a:cxn ang="0">
                <a:pos x="connsiteX48194" y="connsiteY48194"/>
              </a:cxn>
              <a:cxn ang="0">
                <a:pos x="connsiteX48195" y="connsiteY48195"/>
              </a:cxn>
              <a:cxn ang="0">
                <a:pos x="connsiteX48196" y="connsiteY48196"/>
              </a:cxn>
              <a:cxn ang="0">
                <a:pos x="connsiteX48197" y="connsiteY48197"/>
              </a:cxn>
              <a:cxn ang="0">
                <a:pos x="connsiteX48198" y="connsiteY48198"/>
              </a:cxn>
              <a:cxn ang="0">
                <a:pos x="connsiteX48199" y="connsiteY48199"/>
              </a:cxn>
              <a:cxn ang="0">
                <a:pos x="connsiteX48200" y="connsiteY48200"/>
              </a:cxn>
              <a:cxn ang="0">
                <a:pos x="connsiteX48201" y="connsiteY48201"/>
              </a:cxn>
              <a:cxn ang="0">
                <a:pos x="connsiteX48202" y="connsiteY48202"/>
              </a:cxn>
              <a:cxn ang="0">
                <a:pos x="connsiteX48203" y="connsiteY48203"/>
              </a:cxn>
              <a:cxn ang="0">
                <a:pos x="connsiteX48204" y="connsiteY48204"/>
              </a:cxn>
              <a:cxn ang="0">
                <a:pos x="connsiteX48205" y="connsiteY48205"/>
              </a:cxn>
              <a:cxn ang="0">
                <a:pos x="connsiteX48206" y="connsiteY48206"/>
              </a:cxn>
              <a:cxn ang="0">
                <a:pos x="connsiteX48207" y="connsiteY48207"/>
              </a:cxn>
              <a:cxn ang="0">
                <a:pos x="connsiteX48208" y="connsiteY48208"/>
              </a:cxn>
              <a:cxn ang="0">
                <a:pos x="connsiteX48209" y="connsiteY48209"/>
              </a:cxn>
              <a:cxn ang="0">
                <a:pos x="connsiteX48210" y="connsiteY48210"/>
              </a:cxn>
              <a:cxn ang="0">
                <a:pos x="connsiteX48211" y="connsiteY48211"/>
              </a:cxn>
              <a:cxn ang="0">
                <a:pos x="connsiteX48212" y="connsiteY48212"/>
              </a:cxn>
              <a:cxn ang="0">
                <a:pos x="connsiteX48213" y="connsiteY48213"/>
              </a:cxn>
              <a:cxn ang="0">
                <a:pos x="connsiteX48214" y="connsiteY48214"/>
              </a:cxn>
              <a:cxn ang="0">
                <a:pos x="connsiteX48215" y="connsiteY48215"/>
              </a:cxn>
              <a:cxn ang="0">
                <a:pos x="connsiteX48216" y="connsiteY48216"/>
              </a:cxn>
              <a:cxn ang="0">
                <a:pos x="connsiteX48217" y="connsiteY48217"/>
              </a:cxn>
              <a:cxn ang="0">
                <a:pos x="connsiteX48218" y="connsiteY48218"/>
              </a:cxn>
              <a:cxn ang="0">
                <a:pos x="connsiteX48219" y="connsiteY48219"/>
              </a:cxn>
              <a:cxn ang="0">
                <a:pos x="connsiteX48220" y="connsiteY48220"/>
              </a:cxn>
              <a:cxn ang="0">
                <a:pos x="connsiteX48221" y="connsiteY48221"/>
              </a:cxn>
              <a:cxn ang="0">
                <a:pos x="connsiteX48222" y="connsiteY48222"/>
              </a:cxn>
              <a:cxn ang="0">
                <a:pos x="connsiteX48223" y="connsiteY48223"/>
              </a:cxn>
              <a:cxn ang="0">
                <a:pos x="connsiteX48224" y="connsiteY48224"/>
              </a:cxn>
              <a:cxn ang="0">
                <a:pos x="connsiteX48225" y="connsiteY48225"/>
              </a:cxn>
              <a:cxn ang="0">
                <a:pos x="connsiteX48226" y="connsiteY48226"/>
              </a:cxn>
              <a:cxn ang="0">
                <a:pos x="connsiteX48227" y="connsiteY48227"/>
              </a:cxn>
              <a:cxn ang="0">
                <a:pos x="connsiteX48228" y="connsiteY48228"/>
              </a:cxn>
              <a:cxn ang="0">
                <a:pos x="connsiteX48229" y="connsiteY48229"/>
              </a:cxn>
              <a:cxn ang="0">
                <a:pos x="connsiteX48230" y="connsiteY48230"/>
              </a:cxn>
              <a:cxn ang="0">
                <a:pos x="connsiteX48231" y="connsiteY48231"/>
              </a:cxn>
              <a:cxn ang="0">
                <a:pos x="connsiteX48232" y="connsiteY48232"/>
              </a:cxn>
              <a:cxn ang="0">
                <a:pos x="connsiteX48233" y="connsiteY48233"/>
              </a:cxn>
              <a:cxn ang="0">
                <a:pos x="connsiteX48234" y="connsiteY48234"/>
              </a:cxn>
              <a:cxn ang="0">
                <a:pos x="connsiteX48235" y="connsiteY48235"/>
              </a:cxn>
              <a:cxn ang="0">
                <a:pos x="connsiteX48236" y="connsiteY48236"/>
              </a:cxn>
              <a:cxn ang="0">
                <a:pos x="connsiteX48237" y="connsiteY48237"/>
              </a:cxn>
              <a:cxn ang="0">
                <a:pos x="connsiteX48238" y="connsiteY48238"/>
              </a:cxn>
              <a:cxn ang="0">
                <a:pos x="connsiteX48239" y="connsiteY48239"/>
              </a:cxn>
              <a:cxn ang="0">
                <a:pos x="connsiteX48240" y="connsiteY48240"/>
              </a:cxn>
              <a:cxn ang="0">
                <a:pos x="connsiteX48241" y="connsiteY48241"/>
              </a:cxn>
              <a:cxn ang="0">
                <a:pos x="connsiteX48242" y="connsiteY48242"/>
              </a:cxn>
              <a:cxn ang="0">
                <a:pos x="connsiteX48243" y="connsiteY48243"/>
              </a:cxn>
              <a:cxn ang="0">
                <a:pos x="connsiteX48244" y="connsiteY48244"/>
              </a:cxn>
              <a:cxn ang="0">
                <a:pos x="connsiteX48245" y="connsiteY48245"/>
              </a:cxn>
              <a:cxn ang="0">
                <a:pos x="connsiteX48246" y="connsiteY48246"/>
              </a:cxn>
              <a:cxn ang="0">
                <a:pos x="connsiteX48247" y="connsiteY48247"/>
              </a:cxn>
              <a:cxn ang="0">
                <a:pos x="connsiteX48248" y="connsiteY48248"/>
              </a:cxn>
              <a:cxn ang="0">
                <a:pos x="connsiteX48249" y="connsiteY48249"/>
              </a:cxn>
              <a:cxn ang="0">
                <a:pos x="connsiteX48250" y="connsiteY48250"/>
              </a:cxn>
              <a:cxn ang="0">
                <a:pos x="connsiteX48251" y="connsiteY48251"/>
              </a:cxn>
              <a:cxn ang="0">
                <a:pos x="connsiteX48252" y="connsiteY48252"/>
              </a:cxn>
              <a:cxn ang="0">
                <a:pos x="connsiteX48253" y="connsiteY48253"/>
              </a:cxn>
              <a:cxn ang="0">
                <a:pos x="connsiteX48254" y="connsiteY48254"/>
              </a:cxn>
              <a:cxn ang="0">
                <a:pos x="connsiteX48255" y="connsiteY48255"/>
              </a:cxn>
              <a:cxn ang="0">
                <a:pos x="connsiteX48256" y="connsiteY48256"/>
              </a:cxn>
              <a:cxn ang="0">
                <a:pos x="connsiteX48257" y="connsiteY48257"/>
              </a:cxn>
              <a:cxn ang="0">
                <a:pos x="connsiteX48258" y="connsiteY48258"/>
              </a:cxn>
              <a:cxn ang="0">
                <a:pos x="connsiteX48259" y="connsiteY48259"/>
              </a:cxn>
              <a:cxn ang="0">
                <a:pos x="connsiteX48260" y="connsiteY48260"/>
              </a:cxn>
              <a:cxn ang="0">
                <a:pos x="connsiteX48261" y="connsiteY48261"/>
              </a:cxn>
              <a:cxn ang="0">
                <a:pos x="connsiteX48262" y="connsiteY48262"/>
              </a:cxn>
              <a:cxn ang="0">
                <a:pos x="connsiteX48263" y="connsiteY48263"/>
              </a:cxn>
              <a:cxn ang="0">
                <a:pos x="connsiteX48264" y="connsiteY48264"/>
              </a:cxn>
              <a:cxn ang="0">
                <a:pos x="connsiteX48265" y="connsiteY48265"/>
              </a:cxn>
              <a:cxn ang="0">
                <a:pos x="connsiteX48266" y="connsiteY48266"/>
              </a:cxn>
              <a:cxn ang="0">
                <a:pos x="connsiteX48267" y="connsiteY48267"/>
              </a:cxn>
              <a:cxn ang="0">
                <a:pos x="connsiteX48268" y="connsiteY48268"/>
              </a:cxn>
              <a:cxn ang="0">
                <a:pos x="connsiteX48269" y="connsiteY48269"/>
              </a:cxn>
              <a:cxn ang="0">
                <a:pos x="connsiteX48270" y="connsiteY48270"/>
              </a:cxn>
              <a:cxn ang="0">
                <a:pos x="connsiteX48271" y="connsiteY48271"/>
              </a:cxn>
              <a:cxn ang="0">
                <a:pos x="connsiteX48272" y="connsiteY48272"/>
              </a:cxn>
              <a:cxn ang="0">
                <a:pos x="connsiteX48273" y="connsiteY48273"/>
              </a:cxn>
              <a:cxn ang="0">
                <a:pos x="connsiteX48274" y="connsiteY48274"/>
              </a:cxn>
              <a:cxn ang="0">
                <a:pos x="connsiteX48275" y="connsiteY48275"/>
              </a:cxn>
              <a:cxn ang="0">
                <a:pos x="connsiteX48276" y="connsiteY48276"/>
              </a:cxn>
              <a:cxn ang="0">
                <a:pos x="connsiteX48277" y="connsiteY48277"/>
              </a:cxn>
              <a:cxn ang="0">
                <a:pos x="connsiteX48278" y="connsiteY48278"/>
              </a:cxn>
              <a:cxn ang="0">
                <a:pos x="connsiteX48279" y="connsiteY48279"/>
              </a:cxn>
              <a:cxn ang="0">
                <a:pos x="connsiteX48280" y="connsiteY48280"/>
              </a:cxn>
              <a:cxn ang="0">
                <a:pos x="connsiteX48281" y="connsiteY48281"/>
              </a:cxn>
              <a:cxn ang="0">
                <a:pos x="connsiteX48282" y="connsiteY48282"/>
              </a:cxn>
              <a:cxn ang="0">
                <a:pos x="connsiteX48283" y="connsiteY48283"/>
              </a:cxn>
              <a:cxn ang="0">
                <a:pos x="connsiteX48284" y="connsiteY48284"/>
              </a:cxn>
              <a:cxn ang="0">
                <a:pos x="connsiteX48285" y="connsiteY48285"/>
              </a:cxn>
              <a:cxn ang="0">
                <a:pos x="connsiteX48286" y="connsiteY48286"/>
              </a:cxn>
              <a:cxn ang="0">
                <a:pos x="connsiteX48287" y="connsiteY48287"/>
              </a:cxn>
              <a:cxn ang="0">
                <a:pos x="connsiteX48288" y="connsiteY48288"/>
              </a:cxn>
              <a:cxn ang="0">
                <a:pos x="connsiteX48289" y="connsiteY48289"/>
              </a:cxn>
              <a:cxn ang="0">
                <a:pos x="connsiteX48290" y="connsiteY48290"/>
              </a:cxn>
              <a:cxn ang="0">
                <a:pos x="connsiteX48291" y="connsiteY48291"/>
              </a:cxn>
              <a:cxn ang="0">
                <a:pos x="connsiteX48292" y="connsiteY48292"/>
              </a:cxn>
              <a:cxn ang="0">
                <a:pos x="connsiteX48293" y="connsiteY48293"/>
              </a:cxn>
              <a:cxn ang="0">
                <a:pos x="connsiteX48294" y="connsiteY48294"/>
              </a:cxn>
              <a:cxn ang="0">
                <a:pos x="connsiteX48295" y="connsiteY48295"/>
              </a:cxn>
              <a:cxn ang="0">
                <a:pos x="connsiteX48296" y="connsiteY48296"/>
              </a:cxn>
              <a:cxn ang="0">
                <a:pos x="connsiteX48297" y="connsiteY48297"/>
              </a:cxn>
              <a:cxn ang="0">
                <a:pos x="connsiteX48298" y="connsiteY48298"/>
              </a:cxn>
              <a:cxn ang="0">
                <a:pos x="connsiteX48299" y="connsiteY48299"/>
              </a:cxn>
              <a:cxn ang="0">
                <a:pos x="connsiteX48300" y="connsiteY48300"/>
              </a:cxn>
              <a:cxn ang="0">
                <a:pos x="connsiteX48301" y="connsiteY48301"/>
              </a:cxn>
              <a:cxn ang="0">
                <a:pos x="connsiteX48302" y="connsiteY48302"/>
              </a:cxn>
              <a:cxn ang="0">
                <a:pos x="connsiteX48303" y="connsiteY48303"/>
              </a:cxn>
              <a:cxn ang="0">
                <a:pos x="connsiteX48304" y="connsiteY48304"/>
              </a:cxn>
              <a:cxn ang="0">
                <a:pos x="connsiteX48305" y="connsiteY48305"/>
              </a:cxn>
              <a:cxn ang="0">
                <a:pos x="connsiteX48306" y="connsiteY48306"/>
              </a:cxn>
              <a:cxn ang="0">
                <a:pos x="connsiteX48307" y="connsiteY48307"/>
              </a:cxn>
              <a:cxn ang="0">
                <a:pos x="connsiteX48308" y="connsiteY48308"/>
              </a:cxn>
              <a:cxn ang="0">
                <a:pos x="connsiteX48309" y="connsiteY48309"/>
              </a:cxn>
              <a:cxn ang="0">
                <a:pos x="connsiteX48310" y="connsiteY48310"/>
              </a:cxn>
              <a:cxn ang="0">
                <a:pos x="connsiteX48311" y="connsiteY48311"/>
              </a:cxn>
              <a:cxn ang="0">
                <a:pos x="connsiteX48312" y="connsiteY48312"/>
              </a:cxn>
              <a:cxn ang="0">
                <a:pos x="connsiteX48313" y="connsiteY48313"/>
              </a:cxn>
              <a:cxn ang="0">
                <a:pos x="connsiteX48314" y="connsiteY48314"/>
              </a:cxn>
              <a:cxn ang="0">
                <a:pos x="connsiteX48315" y="connsiteY48315"/>
              </a:cxn>
              <a:cxn ang="0">
                <a:pos x="connsiteX48316" y="connsiteY48316"/>
              </a:cxn>
              <a:cxn ang="0">
                <a:pos x="connsiteX48317" y="connsiteY48317"/>
              </a:cxn>
              <a:cxn ang="0">
                <a:pos x="connsiteX48318" y="connsiteY48318"/>
              </a:cxn>
              <a:cxn ang="0">
                <a:pos x="connsiteX48319" y="connsiteY48319"/>
              </a:cxn>
              <a:cxn ang="0">
                <a:pos x="connsiteX48320" y="connsiteY48320"/>
              </a:cxn>
              <a:cxn ang="0">
                <a:pos x="connsiteX48321" y="connsiteY48321"/>
              </a:cxn>
              <a:cxn ang="0">
                <a:pos x="connsiteX48322" y="connsiteY48322"/>
              </a:cxn>
              <a:cxn ang="0">
                <a:pos x="connsiteX48323" y="connsiteY48323"/>
              </a:cxn>
              <a:cxn ang="0">
                <a:pos x="connsiteX48324" y="connsiteY48324"/>
              </a:cxn>
              <a:cxn ang="0">
                <a:pos x="connsiteX48325" y="connsiteY48325"/>
              </a:cxn>
              <a:cxn ang="0">
                <a:pos x="connsiteX48326" y="connsiteY48326"/>
              </a:cxn>
              <a:cxn ang="0">
                <a:pos x="connsiteX48327" y="connsiteY48327"/>
              </a:cxn>
              <a:cxn ang="0">
                <a:pos x="connsiteX48328" y="connsiteY48328"/>
              </a:cxn>
              <a:cxn ang="0">
                <a:pos x="connsiteX48329" y="connsiteY48329"/>
              </a:cxn>
              <a:cxn ang="0">
                <a:pos x="connsiteX48330" y="connsiteY48330"/>
              </a:cxn>
              <a:cxn ang="0">
                <a:pos x="connsiteX48331" y="connsiteY48331"/>
              </a:cxn>
              <a:cxn ang="0">
                <a:pos x="connsiteX48332" y="connsiteY48332"/>
              </a:cxn>
              <a:cxn ang="0">
                <a:pos x="connsiteX48333" y="connsiteY48333"/>
              </a:cxn>
              <a:cxn ang="0">
                <a:pos x="connsiteX48334" y="connsiteY48334"/>
              </a:cxn>
              <a:cxn ang="0">
                <a:pos x="connsiteX48335" y="connsiteY48335"/>
              </a:cxn>
              <a:cxn ang="0">
                <a:pos x="connsiteX48336" y="connsiteY48336"/>
              </a:cxn>
              <a:cxn ang="0">
                <a:pos x="connsiteX48337" y="connsiteY48337"/>
              </a:cxn>
              <a:cxn ang="0">
                <a:pos x="connsiteX48338" y="connsiteY48338"/>
              </a:cxn>
              <a:cxn ang="0">
                <a:pos x="connsiteX48339" y="connsiteY48339"/>
              </a:cxn>
              <a:cxn ang="0">
                <a:pos x="connsiteX48340" y="connsiteY48340"/>
              </a:cxn>
              <a:cxn ang="0">
                <a:pos x="connsiteX48341" y="connsiteY48341"/>
              </a:cxn>
              <a:cxn ang="0">
                <a:pos x="connsiteX48342" y="connsiteY48342"/>
              </a:cxn>
              <a:cxn ang="0">
                <a:pos x="connsiteX48343" y="connsiteY48343"/>
              </a:cxn>
              <a:cxn ang="0">
                <a:pos x="connsiteX48344" y="connsiteY48344"/>
              </a:cxn>
              <a:cxn ang="0">
                <a:pos x="connsiteX48345" y="connsiteY48345"/>
              </a:cxn>
              <a:cxn ang="0">
                <a:pos x="connsiteX48346" y="connsiteY48346"/>
              </a:cxn>
              <a:cxn ang="0">
                <a:pos x="connsiteX48347" y="connsiteY48347"/>
              </a:cxn>
              <a:cxn ang="0">
                <a:pos x="connsiteX48348" y="connsiteY48348"/>
              </a:cxn>
              <a:cxn ang="0">
                <a:pos x="connsiteX48349" y="connsiteY48349"/>
              </a:cxn>
              <a:cxn ang="0">
                <a:pos x="connsiteX48350" y="connsiteY48350"/>
              </a:cxn>
              <a:cxn ang="0">
                <a:pos x="connsiteX48351" y="connsiteY48351"/>
              </a:cxn>
              <a:cxn ang="0">
                <a:pos x="connsiteX48352" y="connsiteY48352"/>
              </a:cxn>
              <a:cxn ang="0">
                <a:pos x="connsiteX48353" y="connsiteY48353"/>
              </a:cxn>
              <a:cxn ang="0">
                <a:pos x="connsiteX48354" y="connsiteY48354"/>
              </a:cxn>
              <a:cxn ang="0">
                <a:pos x="connsiteX48355" y="connsiteY48355"/>
              </a:cxn>
              <a:cxn ang="0">
                <a:pos x="connsiteX48356" y="connsiteY48356"/>
              </a:cxn>
              <a:cxn ang="0">
                <a:pos x="connsiteX48357" y="connsiteY48357"/>
              </a:cxn>
              <a:cxn ang="0">
                <a:pos x="connsiteX48358" y="connsiteY48358"/>
              </a:cxn>
              <a:cxn ang="0">
                <a:pos x="connsiteX48359" y="connsiteY48359"/>
              </a:cxn>
              <a:cxn ang="0">
                <a:pos x="connsiteX48360" y="connsiteY48360"/>
              </a:cxn>
              <a:cxn ang="0">
                <a:pos x="connsiteX48361" y="connsiteY48361"/>
              </a:cxn>
              <a:cxn ang="0">
                <a:pos x="connsiteX48362" y="connsiteY48362"/>
              </a:cxn>
              <a:cxn ang="0">
                <a:pos x="connsiteX48363" y="connsiteY48363"/>
              </a:cxn>
              <a:cxn ang="0">
                <a:pos x="connsiteX48364" y="connsiteY48364"/>
              </a:cxn>
              <a:cxn ang="0">
                <a:pos x="connsiteX48365" y="connsiteY48365"/>
              </a:cxn>
              <a:cxn ang="0">
                <a:pos x="connsiteX48366" y="connsiteY48366"/>
              </a:cxn>
              <a:cxn ang="0">
                <a:pos x="connsiteX48367" y="connsiteY48367"/>
              </a:cxn>
              <a:cxn ang="0">
                <a:pos x="connsiteX48368" y="connsiteY48368"/>
              </a:cxn>
              <a:cxn ang="0">
                <a:pos x="connsiteX48369" y="connsiteY48369"/>
              </a:cxn>
              <a:cxn ang="0">
                <a:pos x="connsiteX48370" y="connsiteY48370"/>
              </a:cxn>
              <a:cxn ang="0">
                <a:pos x="connsiteX48371" y="connsiteY48371"/>
              </a:cxn>
              <a:cxn ang="0">
                <a:pos x="connsiteX48372" y="connsiteY48372"/>
              </a:cxn>
              <a:cxn ang="0">
                <a:pos x="connsiteX48373" y="connsiteY48373"/>
              </a:cxn>
              <a:cxn ang="0">
                <a:pos x="connsiteX48374" y="connsiteY48374"/>
              </a:cxn>
              <a:cxn ang="0">
                <a:pos x="connsiteX48375" y="connsiteY48375"/>
              </a:cxn>
              <a:cxn ang="0">
                <a:pos x="connsiteX48376" y="connsiteY48376"/>
              </a:cxn>
              <a:cxn ang="0">
                <a:pos x="connsiteX48377" y="connsiteY48377"/>
              </a:cxn>
              <a:cxn ang="0">
                <a:pos x="connsiteX48378" y="connsiteY48378"/>
              </a:cxn>
              <a:cxn ang="0">
                <a:pos x="connsiteX48379" y="connsiteY48379"/>
              </a:cxn>
              <a:cxn ang="0">
                <a:pos x="connsiteX48380" y="connsiteY48380"/>
              </a:cxn>
              <a:cxn ang="0">
                <a:pos x="connsiteX48381" y="connsiteY48381"/>
              </a:cxn>
              <a:cxn ang="0">
                <a:pos x="connsiteX48382" y="connsiteY48382"/>
              </a:cxn>
              <a:cxn ang="0">
                <a:pos x="connsiteX48383" y="connsiteY48383"/>
              </a:cxn>
              <a:cxn ang="0">
                <a:pos x="connsiteX48384" y="connsiteY48384"/>
              </a:cxn>
              <a:cxn ang="0">
                <a:pos x="connsiteX48385" y="connsiteY48385"/>
              </a:cxn>
              <a:cxn ang="0">
                <a:pos x="connsiteX48386" y="connsiteY48386"/>
              </a:cxn>
              <a:cxn ang="0">
                <a:pos x="connsiteX48387" y="connsiteY48387"/>
              </a:cxn>
              <a:cxn ang="0">
                <a:pos x="connsiteX48388" y="connsiteY48388"/>
              </a:cxn>
              <a:cxn ang="0">
                <a:pos x="connsiteX48389" y="connsiteY48389"/>
              </a:cxn>
              <a:cxn ang="0">
                <a:pos x="connsiteX48390" y="connsiteY48390"/>
              </a:cxn>
              <a:cxn ang="0">
                <a:pos x="connsiteX48391" y="connsiteY48391"/>
              </a:cxn>
              <a:cxn ang="0">
                <a:pos x="connsiteX48392" y="connsiteY48392"/>
              </a:cxn>
              <a:cxn ang="0">
                <a:pos x="connsiteX48393" y="connsiteY48393"/>
              </a:cxn>
              <a:cxn ang="0">
                <a:pos x="connsiteX48394" y="connsiteY48394"/>
              </a:cxn>
              <a:cxn ang="0">
                <a:pos x="connsiteX48395" y="connsiteY48395"/>
              </a:cxn>
              <a:cxn ang="0">
                <a:pos x="connsiteX48396" y="connsiteY48396"/>
              </a:cxn>
              <a:cxn ang="0">
                <a:pos x="connsiteX48397" y="connsiteY48397"/>
              </a:cxn>
              <a:cxn ang="0">
                <a:pos x="connsiteX48398" y="connsiteY48398"/>
              </a:cxn>
              <a:cxn ang="0">
                <a:pos x="connsiteX48399" y="connsiteY48399"/>
              </a:cxn>
              <a:cxn ang="0">
                <a:pos x="connsiteX48400" y="connsiteY48400"/>
              </a:cxn>
              <a:cxn ang="0">
                <a:pos x="connsiteX48401" y="connsiteY48401"/>
              </a:cxn>
              <a:cxn ang="0">
                <a:pos x="connsiteX48402" y="connsiteY48402"/>
              </a:cxn>
              <a:cxn ang="0">
                <a:pos x="connsiteX48403" y="connsiteY48403"/>
              </a:cxn>
              <a:cxn ang="0">
                <a:pos x="connsiteX48404" y="connsiteY48404"/>
              </a:cxn>
              <a:cxn ang="0">
                <a:pos x="connsiteX48405" y="connsiteY48405"/>
              </a:cxn>
              <a:cxn ang="0">
                <a:pos x="connsiteX48406" y="connsiteY48406"/>
              </a:cxn>
              <a:cxn ang="0">
                <a:pos x="connsiteX48407" y="connsiteY48407"/>
              </a:cxn>
              <a:cxn ang="0">
                <a:pos x="connsiteX48408" y="connsiteY48408"/>
              </a:cxn>
              <a:cxn ang="0">
                <a:pos x="connsiteX48409" y="connsiteY48409"/>
              </a:cxn>
              <a:cxn ang="0">
                <a:pos x="connsiteX48410" y="connsiteY48410"/>
              </a:cxn>
              <a:cxn ang="0">
                <a:pos x="connsiteX48411" y="connsiteY48411"/>
              </a:cxn>
              <a:cxn ang="0">
                <a:pos x="connsiteX48412" y="connsiteY48412"/>
              </a:cxn>
              <a:cxn ang="0">
                <a:pos x="connsiteX48413" y="connsiteY48413"/>
              </a:cxn>
              <a:cxn ang="0">
                <a:pos x="connsiteX48414" y="connsiteY48414"/>
              </a:cxn>
              <a:cxn ang="0">
                <a:pos x="connsiteX48415" y="connsiteY48415"/>
              </a:cxn>
              <a:cxn ang="0">
                <a:pos x="connsiteX48416" y="connsiteY48416"/>
              </a:cxn>
              <a:cxn ang="0">
                <a:pos x="connsiteX48417" y="connsiteY48417"/>
              </a:cxn>
              <a:cxn ang="0">
                <a:pos x="connsiteX48418" y="connsiteY48418"/>
              </a:cxn>
              <a:cxn ang="0">
                <a:pos x="connsiteX48419" y="connsiteY48419"/>
              </a:cxn>
              <a:cxn ang="0">
                <a:pos x="connsiteX48420" y="connsiteY48420"/>
              </a:cxn>
              <a:cxn ang="0">
                <a:pos x="connsiteX48421" y="connsiteY48421"/>
              </a:cxn>
              <a:cxn ang="0">
                <a:pos x="connsiteX48422" y="connsiteY48422"/>
              </a:cxn>
              <a:cxn ang="0">
                <a:pos x="connsiteX48423" y="connsiteY48423"/>
              </a:cxn>
              <a:cxn ang="0">
                <a:pos x="connsiteX48424" y="connsiteY48424"/>
              </a:cxn>
              <a:cxn ang="0">
                <a:pos x="connsiteX48425" y="connsiteY48425"/>
              </a:cxn>
              <a:cxn ang="0">
                <a:pos x="connsiteX48426" y="connsiteY48426"/>
              </a:cxn>
              <a:cxn ang="0">
                <a:pos x="connsiteX48427" y="connsiteY48427"/>
              </a:cxn>
              <a:cxn ang="0">
                <a:pos x="connsiteX48428" y="connsiteY48428"/>
              </a:cxn>
              <a:cxn ang="0">
                <a:pos x="connsiteX48429" y="connsiteY48429"/>
              </a:cxn>
              <a:cxn ang="0">
                <a:pos x="connsiteX48430" y="connsiteY48430"/>
              </a:cxn>
              <a:cxn ang="0">
                <a:pos x="connsiteX48431" y="connsiteY48431"/>
              </a:cxn>
              <a:cxn ang="0">
                <a:pos x="connsiteX48432" y="connsiteY48432"/>
              </a:cxn>
              <a:cxn ang="0">
                <a:pos x="connsiteX48433" y="connsiteY48433"/>
              </a:cxn>
              <a:cxn ang="0">
                <a:pos x="connsiteX48434" y="connsiteY48434"/>
              </a:cxn>
              <a:cxn ang="0">
                <a:pos x="connsiteX48435" y="connsiteY48435"/>
              </a:cxn>
              <a:cxn ang="0">
                <a:pos x="connsiteX48436" y="connsiteY48436"/>
              </a:cxn>
              <a:cxn ang="0">
                <a:pos x="connsiteX48437" y="connsiteY48437"/>
              </a:cxn>
              <a:cxn ang="0">
                <a:pos x="connsiteX48438" y="connsiteY48438"/>
              </a:cxn>
              <a:cxn ang="0">
                <a:pos x="connsiteX48439" y="connsiteY48439"/>
              </a:cxn>
              <a:cxn ang="0">
                <a:pos x="connsiteX48440" y="connsiteY48440"/>
              </a:cxn>
              <a:cxn ang="0">
                <a:pos x="connsiteX48441" y="connsiteY48441"/>
              </a:cxn>
              <a:cxn ang="0">
                <a:pos x="connsiteX48442" y="connsiteY48442"/>
              </a:cxn>
              <a:cxn ang="0">
                <a:pos x="connsiteX48443" y="connsiteY48443"/>
              </a:cxn>
              <a:cxn ang="0">
                <a:pos x="connsiteX48444" y="connsiteY48444"/>
              </a:cxn>
              <a:cxn ang="0">
                <a:pos x="connsiteX48445" y="connsiteY48445"/>
              </a:cxn>
              <a:cxn ang="0">
                <a:pos x="connsiteX48446" y="connsiteY48446"/>
              </a:cxn>
              <a:cxn ang="0">
                <a:pos x="connsiteX48447" y="connsiteY48447"/>
              </a:cxn>
              <a:cxn ang="0">
                <a:pos x="connsiteX48448" y="connsiteY48448"/>
              </a:cxn>
              <a:cxn ang="0">
                <a:pos x="connsiteX48449" y="connsiteY48449"/>
              </a:cxn>
              <a:cxn ang="0">
                <a:pos x="connsiteX48450" y="connsiteY48450"/>
              </a:cxn>
              <a:cxn ang="0">
                <a:pos x="connsiteX48451" y="connsiteY48451"/>
              </a:cxn>
              <a:cxn ang="0">
                <a:pos x="connsiteX48452" y="connsiteY48452"/>
              </a:cxn>
              <a:cxn ang="0">
                <a:pos x="connsiteX48453" y="connsiteY48453"/>
              </a:cxn>
              <a:cxn ang="0">
                <a:pos x="connsiteX48454" y="connsiteY48454"/>
              </a:cxn>
              <a:cxn ang="0">
                <a:pos x="connsiteX48455" y="connsiteY48455"/>
              </a:cxn>
              <a:cxn ang="0">
                <a:pos x="connsiteX48456" y="connsiteY48456"/>
              </a:cxn>
              <a:cxn ang="0">
                <a:pos x="connsiteX48457" y="connsiteY48457"/>
              </a:cxn>
              <a:cxn ang="0">
                <a:pos x="connsiteX48458" y="connsiteY48458"/>
              </a:cxn>
              <a:cxn ang="0">
                <a:pos x="connsiteX48459" y="connsiteY48459"/>
              </a:cxn>
              <a:cxn ang="0">
                <a:pos x="connsiteX48460" y="connsiteY48460"/>
              </a:cxn>
              <a:cxn ang="0">
                <a:pos x="connsiteX48461" y="connsiteY48461"/>
              </a:cxn>
              <a:cxn ang="0">
                <a:pos x="connsiteX48462" y="connsiteY48462"/>
              </a:cxn>
              <a:cxn ang="0">
                <a:pos x="connsiteX48463" y="connsiteY48463"/>
              </a:cxn>
              <a:cxn ang="0">
                <a:pos x="connsiteX48464" y="connsiteY48464"/>
              </a:cxn>
              <a:cxn ang="0">
                <a:pos x="connsiteX48465" y="connsiteY48465"/>
              </a:cxn>
              <a:cxn ang="0">
                <a:pos x="connsiteX48466" y="connsiteY48466"/>
              </a:cxn>
              <a:cxn ang="0">
                <a:pos x="connsiteX48467" y="connsiteY48467"/>
              </a:cxn>
              <a:cxn ang="0">
                <a:pos x="connsiteX48468" y="connsiteY48468"/>
              </a:cxn>
              <a:cxn ang="0">
                <a:pos x="connsiteX48469" y="connsiteY48469"/>
              </a:cxn>
              <a:cxn ang="0">
                <a:pos x="connsiteX48470" y="connsiteY48470"/>
              </a:cxn>
              <a:cxn ang="0">
                <a:pos x="connsiteX48471" y="connsiteY48471"/>
              </a:cxn>
              <a:cxn ang="0">
                <a:pos x="connsiteX48472" y="connsiteY48472"/>
              </a:cxn>
              <a:cxn ang="0">
                <a:pos x="connsiteX48473" y="connsiteY48473"/>
              </a:cxn>
              <a:cxn ang="0">
                <a:pos x="connsiteX48474" y="connsiteY48474"/>
              </a:cxn>
              <a:cxn ang="0">
                <a:pos x="connsiteX48475" y="connsiteY48475"/>
              </a:cxn>
              <a:cxn ang="0">
                <a:pos x="connsiteX48476" y="connsiteY48476"/>
              </a:cxn>
              <a:cxn ang="0">
                <a:pos x="connsiteX48477" y="connsiteY48477"/>
              </a:cxn>
              <a:cxn ang="0">
                <a:pos x="connsiteX48478" y="connsiteY48478"/>
              </a:cxn>
              <a:cxn ang="0">
                <a:pos x="connsiteX48479" y="connsiteY48479"/>
              </a:cxn>
              <a:cxn ang="0">
                <a:pos x="connsiteX48480" y="connsiteY48480"/>
              </a:cxn>
              <a:cxn ang="0">
                <a:pos x="connsiteX48481" y="connsiteY48481"/>
              </a:cxn>
              <a:cxn ang="0">
                <a:pos x="connsiteX48482" y="connsiteY48482"/>
              </a:cxn>
              <a:cxn ang="0">
                <a:pos x="connsiteX48483" y="connsiteY48483"/>
              </a:cxn>
              <a:cxn ang="0">
                <a:pos x="connsiteX48484" y="connsiteY48484"/>
              </a:cxn>
              <a:cxn ang="0">
                <a:pos x="connsiteX48485" y="connsiteY48485"/>
              </a:cxn>
              <a:cxn ang="0">
                <a:pos x="connsiteX48486" y="connsiteY48486"/>
              </a:cxn>
              <a:cxn ang="0">
                <a:pos x="connsiteX48487" y="connsiteY48487"/>
              </a:cxn>
              <a:cxn ang="0">
                <a:pos x="connsiteX48488" y="connsiteY48488"/>
              </a:cxn>
              <a:cxn ang="0">
                <a:pos x="connsiteX48489" y="connsiteY48489"/>
              </a:cxn>
              <a:cxn ang="0">
                <a:pos x="connsiteX48490" y="connsiteY48490"/>
              </a:cxn>
              <a:cxn ang="0">
                <a:pos x="connsiteX48491" y="connsiteY48491"/>
              </a:cxn>
              <a:cxn ang="0">
                <a:pos x="connsiteX48492" y="connsiteY48492"/>
              </a:cxn>
              <a:cxn ang="0">
                <a:pos x="connsiteX48493" y="connsiteY48493"/>
              </a:cxn>
              <a:cxn ang="0">
                <a:pos x="connsiteX48494" y="connsiteY48494"/>
              </a:cxn>
              <a:cxn ang="0">
                <a:pos x="connsiteX48495" y="connsiteY48495"/>
              </a:cxn>
              <a:cxn ang="0">
                <a:pos x="connsiteX48496" y="connsiteY48496"/>
              </a:cxn>
              <a:cxn ang="0">
                <a:pos x="connsiteX48497" y="connsiteY48497"/>
              </a:cxn>
              <a:cxn ang="0">
                <a:pos x="connsiteX48498" y="connsiteY48498"/>
              </a:cxn>
              <a:cxn ang="0">
                <a:pos x="connsiteX48499" y="connsiteY48499"/>
              </a:cxn>
              <a:cxn ang="0">
                <a:pos x="connsiteX48500" y="connsiteY48500"/>
              </a:cxn>
              <a:cxn ang="0">
                <a:pos x="connsiteX48501" y="connsiteY48501"/>
              </a:cxn>
              <a:cxn ang="0">
                <a:pos x="connsiteX48502" y="connsiteY48502"/>
              </a:cxn>
              <a:cxn ang="0">
                <a:pos x="connsiteX48503" y="connsiteY48503"/>
              </a:cxn>
              <a:cxn ang="0">
                <a:pos x="connsiteX48504" y="connsiteY48504"/>
              </a:cxn>
              <a:cxn ang="0">
                <a:pos x="connsiteX48505" y="connsiteY48505"/>
              </a:cxn>
              <a:cxn ang="0">
                <a:pos x="connsiteX48506" y="connsiteY48506"/>
              </a:cxn>
              <a:cxn ang="0">
                <a:pos x="connsiteX48507" y="connsiteY48507"/>
              </a:cxn>
              <a:cxn ang="0">
                <a:pos x="connsiteX48508" y="connsiteY48508"/>
              </a:cxn>
              <a:cxn ang="0">
                <a:pos x="connsiteX48509" y="connsiteY48509"/>
              </a:cxn>
              <a:cxn ang="0">
                <a:pos x="connsiteX48510" y="connsiteY48510"/>
              </a:cxn>
              <a:cxn ang="0">
                <a:pos x="connsiteX48511" y="connsiteY48511"/>
              </a:cxn>
              <a:cxn ang="0">
                <a:pos x="connsiteX48512" y="connsiteY48512"/>
              </a:cxn>
              <a:cxn ang="0">
                <a:pos x="connsiteX48513" y="connsiteY48513"/>
              </a:cxn>
              <a:cxn ang="0">
                <a:pos x="connsiteX48514" y="connsiteY48514"/>
              </a:cxn>
              <a:cxn ang="0">
                <a:pos x="connsiteX48515" y="connsiteY48515"/>
              </a:cxn>
              <a:cxn ang="0">
                <a:pos x="connsiteX48516" y="connsiteY48516"/>
              </a:cxn>
              <a:cxn ang="0">
                <a:pos x="connsiteX48517" y="connsiteY48517"/>
              </a:cxn>
              <a:cxn ang="0">
                <a:pos x="connsiteX48518" y="connsiteY48518"/>
              </a:cxn>
              <a:cxn ang="0">
                <a:pos x="connsiteX48519" y="connsiteY48519"/>
              </a:cxn>
              <a:cxn ang="0">
                <a:pos x="connsiteX48520" y="connsiteY48520"/>
              </a:cxn>
              <a:cxn ang="0">
                <a:pos x="connsiteX48521" y="connsiteY48521"/>
              </a:cxn>
              <a:cxn ang="0">
                <a:pos x="connsiteX48522" y="connsiteY48522"/>
              </a:cxn>
              <a:cxn ang="0">
                <a:pos x="connsiteX48523" y="connsiteY48523"/>
              </a:cxn>
              <a:cxn ang="0">
                <a:pos x="connsiteX48524" y="connsiteY48524"/>
              </a:cxn>
              <a:cxn ang="0">
                <a:pos x="connsiteX48525" y="connsiteY48525"/>
              </a:cxn>
              <a:cxn ang="0">
                <a:pos x="connsiteX48526" y="connsiteY48526"/>
              </a:cxn>
              <a:cxn ang="0">
                <a:pos x="connsiteX48527" y="connsiteY48527"/>
              </a:cxn>
              <a:cxn ang="0">
                <a:pos x="connsiteX48528" y="connsiteY48528"/>
              </a:cxn>
              <a:cxn ang="0">
                <a:pos x="connsiteX48529" y="connsiteY48529"/>
              </a:cxn>
              <a:cxn ang="0">
                <a:pos x="connsiteX48530" y="connsiteY48530"/>
              </a:cxn>
              <a:cxn ang="0">
                <a:pos x="connsiteX48531" y="connsiteY48531"/>
              </a:cxn>
              <a:cxn ang="0">
                <a:pos x="connsiteX48532" y="connsiteY48532"/>
              </a:cxn>
              <a:cxn ang="0">
                <a:pos x="connsiteX48533" y="connsiteY48533"/>
              </a:cxn>
              <a:cxn ang="0">
                <a:pos x="connsiteX48534" y="connsiteY48534"/>
              </a:cxn>
              <a:cxn ang="0">
                <a:pos x="connsiteX48535" y="connsiteY48535"/>
              </a:cxn>
              <a:cxn ang="0">
                <a:pos x="connsiteX48536" y="connsiteY48536"/>
              </a:cxn>
              <a:cxn ang="0">
                <a:pos x="connsiteX48537" y="connsiteY48537"/>
              </a:cxn>
              <a:cxn ang="0">
                <a:pos x="connsiteX48538" y="connsiteY48538"/>
              </a:cxn>
              <a:cxn ang="0">
                <a:pos x="connsiteX48539" y="connsiteY48539"/>
              </a:cxn>
              <a:cxn ang="0">
                <a:pos x="connsiteX48540" y="connsiteY48540"/>
              </a:cxn>
              <a:cxn ang="0">
                <a:pos x="connsiteX48541" y="connsiteY48541"/>
              </a:cxn>
              <a:cxn ang="0">
                <a:pos x="connsiteX48542" y="connsiteY48542"/>
              </a:cxn>
              <a:cxn ang="0">
                <a:pos x="connsiteX48543" y="connsiteY48543"/>
              </a:cxn>
              <a:cxn ang="0">
                <a:pos x="connsiteX48544" y="connsiteY48544"/>
              </a:cxn>
              <a:cxn ang="0">
                <a:pos x="connsiteX48545" y="connsiteY48545"/>
              </a:cxn>
              <a:cxn ang="0">
                <a:pos x="connsiteX48546" y="connsiteY48546"/>
              </a:cxn>
              <a:cxn ang="0">
                <a:pos x="connsiteX48547" y="connsiteY48547"/>
              </a:cxn>
              <a:cxn ang="0">
                <a:pos x="connsiteX48548" y="connsiteY48548"/>
              </a:cxn>
              <a:cxn ang="0">
                <a:pos x="connsiteX48549" y="connsiteY48549"/>
              </a:cxn>
              <a:cxn ang="0">
                <a:pos x="connsiteX48550" y="connsiteY48550"/>
              </a:cxn>
              <a:cxn ang="0">
                <a:pos x="connsiteX48551" y="connsiteY48551"/>
              </a:cxn>
              <a:cxn ang="0">
                <a:pos x="connsiteX48552" y="connsiteY48552"/>
              </a:cxn>
              <a:cxn ang="0">
                <a:pos x="connsiteX48553" y="connsiteY48553"/>
              </a:cxn>
              <a:cxn ang="0">
                <a:pos x="connsiteX48554" y="connsiteY48554"/>
              </a:cxn>
              <a:cxn ang="0">
                <a:pos x="connsiteX48555" y="connsiteY48555"/>
              </a:cxn>
              <a:cxn ang="0">
                <a:pos x="connsiteX48556" y="connsiteY48556"/>
              </a:cxn>
              <a:cxn ang="0">
                <a:pos x="connsiteX48557" y="connsiteY48557"/>
              </a:cxn>
              <a:cxn ang="0">
                <a:pos x="connsiteX48558" y="connsiteY48558"/>
              </a:cxn>
              <a:cxn ang="0">
                <a:pos x="connsiteX48559" y="connsiteY48559"/>
              </a:cxn>
              <a:cxn ang="0">
                <a:pos x="connsiteX48560" y="connsiteY48560"/>
              </a:cxn>
              <a:cxn ang="0">
                <a:pos x="connsiteX48561" y="connsiteY48561"/>
              </a:cxn>
              <a:cxn ang="0">
                <a:pos x="connsiteX48562" y="connsiteY48562"/>
              </a:cxn>
              <a:cxn ang="0">
                <a:pos x="connsiteX48563" y="connsiteY48563"/>
              </a:cxn>
              <a:cxn ang="0">
                <a:pos x="connsiteX48564" y="connsiteY48564"/>
              </a:cxn>
              <a:cxn ang="0">
                <a:pos x="connsiteX48565" y="connsiteY48565"/>
              </a:cxn>
              <a:cxn ang="0">
                <a:pos x="connsiteX48566" y="connsiteY48566"/>
              </a:cxn>
              <a:cxn ang="0">
                <a:pos x="connsiteX48567" y="connsiteY48567"/>
              </a:cxn>
              <a:cxn ang="0">
                <a:pos x="connsiteX48568" y="connsiteY48568"/>
              </a:cxn>
              <a:cxn ang="0">
                <a:pos x="connsiteX48569" y="connsiteY48569"/>
              </a:cxn>
              <a:cxn ang="0">
                <a:pos x="connsiteX48570" y="connsiteY48570"/>
              </a:cxn>
              <a:cxn ang="0">
                <a:pos x="connsiteX48571" y="connsiteY48571"/>
              </a:cxn>
              <a:cxn ang="0">
                <a:pos x="connsiteX48572" y="connsiteY48572"/>
              </a:cxn>
              <a:cxn ang="0">
                <a:pos x="connsiteX48573" y="connsiteY48573"/>
              </a:cxn>
              <a:cxn ang="0">
                <a:pos x="connsiteX48574" y="connsiteY48574"/>
              </a:cxn>
              <a:cxn ang="0">
                <a:pos x="connsiteX48575" y="connsiteY48575"/>
              </a:cxn>
              <a:cxn ang="0">
                <a:pos x="connsiteX48576" y="connsiteY48576"/>
              </a:cxn>
              <a:cxn ang="0">
                <a:pos x="connsiteX48577" y="connsiteY48577"/>
              </a:cxn>
              <a:cxn ang="0">
                <a:pos x="connsiteX48578" y="connsiteY48578"/>
              </a:cxn>
              <a:cxn ang="0">
                <a:pos x="connsiteX48579" y="connsiteY48579"/>
              </a:cxn>
              <a:cxn ang="0">
                <a:pos x="connsiteX48580" y="connsiteY48580"/>
              </a:cxn>
              <a:cxn ang="0">
                <a:pos x="connsiteX48581" y="connsiteY48581"/>
              </a:cxn>
              <a:cxn ang="0">
                <a:pos x="connsiteX48582" y="connsiteY48582"/>
              </a:cxn>
              <a:cxn ang="0">
                <a:pos x="connsiteX48583" y="connsiteY48583"/>
              </a:cxn>
              <a:cxn ang="0">
                <a:pos x="connsiteX48584" y="connsiteY48584"/>
              </a:cxn>
              <a:cxn ang="0">
                <a:pos x="connsiteX48585" y="connsiteY48585"/>
              </a:cxn>
              <a:cxn ang="0">
                <a:pos x="connsiteX48586" y="connsiteY48586"/>
              </a:cxn>
              <a:cxn ang="0">
                <a:pos x="connsiteX48587" y="connsiteY48587"/>
              </a:cxn>
              <a:cxn ang="0">
                <a:pos x="connsiteX48588" y="connsiteY48588"/>
              </a:cxn>
              <a:cxn ang="0">
                <a:pos x="connsiteX48589" y="connsiteY48589"/>
              </a:cxn>
              <a:cxn ang="0">
                <a:pos x="connsiteX48590" y="connsiteY48590"/>
              </a:cxn>
              <a:cxn ang="0">
                <a:pos x="connsiteX48591" y="connsiteY48591"/>
              </a:cxn>
              <a:cxn ang="0">
                <a:pos x="connsiteX48592" y="connsiteY48592"/>
              </a:cxn>
              <a:cxn ang="0">
                <a:pos x="connsiteX48593" y="connsiteY48593"/>
              </a:cxn>
              <a:cxn ang="0">
                <a:pos x="connsiteX48594" y="connsiteY48594"/>
              </a:cxn>
              <a:cxn ang="0">
                <a:pos x="connsiteX48595" y="connsiteY48595"/>
              </a:cxn>
              <a:cxn ang="0">
                <a:pos x="connsiteX48596" y="connsiteY48596"/>
              </a:cxn>
              <a:cxn ang="0">
                <a:pos x="connsiteX48597" y="connsiteY48597"/>
              </a:cxn>
              <a:cxn ang="0">
                <a:pos x="connsiteX48598" y="connsiteY48598"/>
              </a:cxn>
              <a:cxn ang="0">
                <a:pos x="connsiteX48599" y="connsiteY48599"/>
              </a:cxn>
              <a:cxn ang="0">
                <a:pos x="connsiteX48600" y="connsiteY48600"/>
              </a:cxn>
              <a:cxn ang="0">
                <a:pos x="connsiteX48601" y="connsiteY48601"/>
              </a:cxn>
              <a:cxn ang="0">
                <a:pos x="connsiteX48602" y="connsiteY48602"/>
              </a:cxn>
              <a:cxn ang="0">
                <a:pos x="connsiteX48603" y="connsiteY48603"/>
              </a:cxn>
              <a:cxn ang="0">
                <a:pos x="connsiteX48604" y="connsiteY48604"/>
              </a:cxn>
              <a:cxn ang="0">
                <a:pos x="connsiteX48605" y="connsiteY48605"/>
              </a:cxn>
              <a:cxn ang="0">
                <a:pos x="connsiteX48606" y="connsiteY48606"/>
              </a:cxn>
              <a:cxn ang="0">
                <a:pos x="connsiteX48607" y="connsiteY48607"/>
              </a:cxn>
              <a:cxn ang="0">
                <a:pos x="connsiteX48608" y="connsiteY48608"/>
              </a:cxn>
              <a:cxn ang="0">
                <a:pos x="connsiteX48609" y="connsiteY48609"/>
              </a:cxn>
              <a:cxn ang="0">
                <a:pos x="connsiteX48610" y="connsiteY48610"/>
              </a:cxn>
              <a:cxn ang="0">
                <a:pos x="connsiteX48611" y="connsiteY48611"/>
              </a:cxn>
              <a:cxn ang="0">
                <a:pos x="connsiteX48612" y="connsiteY48612"/>
              </a:cxn>
              <a:cxn ang="0">
                <a:pos x="connsiteX48613" y="connsiteY48613"/>
              </a:cxn>
              <a:cxn ang="0">
                <a:pos x="connsiteX48614" y="connsiteY48614"/>
              </a:cxn>
              <a:cxn ang="0">
                <a:pos x="connsiteX48615" y="connsiteY48615"/>
              </a:cxn>
              <a:cxn ang="0">
                <a:pos x="connsiteX48616" y="connsiteY48616"/>
              </a:cxn>
              <a:cxn ang="0">
                <a:pos x="connsiteX48617" y="connsiteY48617"/>
              </a:cxn>
              <a:cxn ang="0">
                <a:pos x="connsiteX48618" y="connsiteY48618"/>
              </a:cxn>
              <a:cxn ang="0">
                <a:pos x="connsiteX48619" y="connsiteY48619"/>
              </a:cxn>
              <a:cxn ang="0">
                <a:pos x="connsiteX48620" y="connsiteY48620"/>
              </a:cxn>
              <a:cxn ang="0">
                <a:pos x="connsiteX48621" y="connsiteY48621"/>
              </a:cxn>
              <a:cxn ang="0">
                <a:pos x="connsiteX48622" y="connsiteY48622"/>
              </a:cxn>
              <a:cxn ang="0">
                <a:pos x="connsiteX48623" y="connsiteY48623"/>
              </a:cxn>
              <a:cxn ang="0">
                <a:pos x="connsiteX48624" y="connsiteY48624"/>
              </a:cxn>
              <a:cxn ang="0">
                <a:pos x="connsiteX48625" y="connsiteY48625"/>
              </a:cxn>
              <a:cxn ang="0">
                <a:pos x="connsiteX48626" y="connsiteY48626"/>
              </a:cxn>
              <a:cxn ang="0">
                <a:pos x="connsiteX48627" y="connsiteY48627"/>
              </a:cxn>
              <a:cxn ang="0">
                <a:pos x="connsiteX48628" y="connsiteY48628"/>
              </a:cxn>
              <a:cxn ang="0">
                <a:pos x="connsiteX48629" y="connsiteY48629"/>
              </a:cxn>
              <a:cxn ang="0">
                <a:pos x="connsiteX48630" y="connsiteY48630"/>
              </a:cxn>
              <a:cxn ang="0">
                <a:pos x="connsiteX48631" y="connsiteY48631"/>
              </a:cxn>
              <a:cxn ang="0">
                <a:pos x="connsiteX48632" y="connsiteY48632"/>
              </a:cxn>
              <a:cxn ang="0">
                <a:pos x="connsiteX48633" y="connsiteY48633"/>
              </a:cxn>
              <a:cxn ang="0">
                <a:pos x="connsiteX48634" y="connsiteY48634"/>
              </a:cxn>
              <a:cxn ang="0">
                <a:pos x="connsiteX48635" y="connsiteY48635"/>
              </a:cxn>
              <a:cxn ang="0">
                <a:pos x="connsiteX48636" y="connsiteY48636"/>
              </a:cxn>
              <a:cxn ang="0">
                <a:pos x="connsiteX48637" y="connsiteY48637"/>
              </a:cxn>
              <a:cxn ang="0">
                <a:pos x="connsiteX48638" y="connsiteY48638"/>
              </a:cxn>
              <a:cxn ang="0">
                <a:pos x="connsiteX48639" y="connsiteY48639"/>
              </a:cxn>
              <a:cxn ang="0">
                <a:pos x="connsiteX48640" y="connsiteY48640"/>
              </a:cxn>
              <a:cxn ang="0">
                <a:pos x="connsiteX48641" y="connsiteY48641"/>
              </a:cxn>
              <a:cxn ang="0">
                <a:pos x="connsiteX48642" y="connsiteY48642"/>
              </a:cxn>
              <a:cxn ang="0">
                <a:pos x="connsiteX48643" y="connsiteY48643"/>
              </a:cxn>
              <a:cxn ang="0">
                <a:pos x="connsiteX48644" y="connsiteY48644"/>
              </a:cxn>
              <a:cxn ang="0">
                <a:pos x="connsiteX48645" y="connsiteY48645"/>
              </a:cxn>
              <a:cxn ang="0">
                <a:pos x="connsiteX48646" y="connsiteY48646"/>
              </a:cxn>
              <a:cxn ang="0">
                <a:pos x="connsiteX48647" y="connsiteY48647"/>
              </a:cxn>
              <a:cxn ang="0">
                <a:pos x="connsiteX48648" y="connsiteY48648"/>
              </a:cxn>
              <a:cxn ang="0">
                <a:pos x="connsiteX48649" y="connsiteY48649"/>
              </a:cxn>
              <a:cxn ang="0">
                <a:pos x="connsiteX48650" y="connsiteY48650"/>
              </a:cxn>
              <a:cxn ang="0">
                <a:pos x="connsiteX48651" y="connsiteY48651"/>
              </a:cxn>
              <a:cxn ang="0">
                <a:pos x="connsiteX48652" y="connsiteY48652"/>
              </a:cxn>
              <a:cxn ang="0">
                <a:pos x="connsiteX48653" y="connsiteY48653"/>
              </a:cxn>
              <a:cxn ang="0">
                <a:pos x="connsiteX48654" y="connsiteY48654"/>
              </a:cxn>
              <a:cxn ang="0">
                <a:pos x="connsiteX48655" y="connsiteY48655"/>
              </a:cxn>
              <a:cxn ang="0">
                <a:pos x="connsiteX48656" y="connsiteY48656"/>
              </a:cxn>
              <a:cxn ang="0">
                <a:pos x="connsiteX48657" y="connsiteY48657"/>
              </a:cxn>
              <a:cxn ang="0">
                <a:pos x="connsiteX48658" y="connsiteY48658"/>
              </a:cxn>
              <a:cxn ang="0">
                <a:pos x="connsiteX48659" y="connsiteY48659"/>
              </a:cxn>
              <a:cxn ang="0">
                <a:pos x="connsiteX48660" y="connsiteY48660"/>
              </a:cxn>
              <a:cxn ang="0">
                <a:pos x="connsiteX48661" y="connsiteY48661"/>
              </a:cxn>
              <a:cxn ang="0">
                <a:pos x="connsiteX48662" y="connsiteY48662"/>
              </a:cxn>
              <a:cxn ang="0">
                <a:pos x="connsiteX48663" y="connsiteY48663"/>
              </a:cxn>
              <a:cxn ang="0">
                <a:pos x="connsiteX48664" y="connsiteY48664"/>
              </a:cxn>
              <a:cxn ang="0">
                <a:pos x="connsiteX48665" y="connsiteY48665"/>
              </a:cxn>
              <a:cxn ang="0">
                <a:pos x="connsiteX48666" y="connsiteY48666"/>
              </a:cxn>
              <a:cxn ang="0">
                <a:pos x="connsiteX48667" y="connsiteY48667"/>
              </a:cxn>
              <a:cxn ang="0">
                <a:pos x="connsiteX48668" y="connsiteY48668"/>
              </a:cxn>
              <a:cxn ang="0">
                <a:pos x="connsiteX48669" y="connsiteY48669"/>
              </a:cxn>
              <a:cxn ang="0">
                <a:pos x="connsiteX48670" y="connsiteY48670"/>
              </a:cxn>
              <a:cxn ang="0">
                <a:pos x="connsiteX48671" y="connsiteY48671"/>
              </a:cxn>
              <a:cxn ang="0">
                <a:pos x="connsiteX48672" y="connsiteY48672"/>
              </a:cxn>
              <a:cxn ang="0">
                <a:pos x="connsiteX48673" y="connsiteY48673"/>
              </a:cxn>
              <a:cxn ang="0">
                <a:pos x="connsiteX48674" y="connsiteY48674"/>
              </a:cxn>
              <a:cxn ang="0">
                <a:pos x="connsiteX48675" y="connsiteY48675"/>
              </a:cxn>
              <a:cxn ang="0">
                <a:pos x="connsiteX48676" y="connsiteY48676"/>
              </a:cxn>
              <a:cxn ang="0">
                <a:pos x="connsiteX48677" y="connsiteY48677"/>
              </a:cxn>
              <a:cxn ang="0">
                <a:pos x="connsiteX48678" y="connsiteY48678"/>
              </a:cxn>
              <a:cxn ang="0">
                <a:pos x="connsiteX48679" y="connsiteY48679"/>
              </a:cxn>
              <a:cxn ang="0">
                <a:pos x="connsiteX48680" y="connsiteY48680"/>
              </a:cxn>
              <a:cxn ang="0">
                <a:pos x="connsiteX48681" y="connsiteY48681"/>
              </a:cxn>
              <a:cxn ang="0">
                <a:pos x="connsiteX48682" y="connsiteY48682"/>
              </a:cxn>
              <a:cxn ang="0">
                <a:pos x="connsiteX48683" y="connsiteY48683"/>
              </a:cxn>
              <a:cxn ang="0">
                <a:pos x="connsiteX48684" y="connsiteY48684"/>
              </a:cxn>
              <a:cxn ang="0">
                <a:pos x="connsiteX48685" y="connsiteY48685"/>
              </a:cxn>
              <a:cxn ang="0">
                <a:pos x="connsiteX48686" y="connsiteY48686"/>
              </a:cxn>
              <a:cxn ang="0">
                <a:pos x="connsiteX48687" y="connsiteY48687"/>
              </a:cxn>
              <a:cxn ang="0">
                <a:pos x="connsiteX48688" y="connsiteY48688"/>
              </a:cxn>
              <a:cxn ang="0">
                <a:pos x="connsiteX48689" y="connsiteY48689"/>
              </a:cxn>
              <a:cxn ang="0">
                <a:pos x="connsiteX48690" y="connsiteY48690"/>
              </a:cxn>
              <a:cxn ang="0">
                <a:pos x="connsiteX48691" y="connsiteY48691"/>
              </a:cxn>
              <a:cxn ang="0">
                <a:pos x="connsiteX48692" y="connsiteY48692"/>
              </a:cxn>
              <a:cxn ang="0">
                <a:pos x="connsiteX48693" y="connsiteY48693"/>
              </a:cxn>
              <a:cxn ang="0">
                <a:pos x="connsiteX48694" y="connsiteY48694"/>
              </a:cxn>
              <a:cxn ang="0">
                <a:pos x="connsiteX48695" y="connsiteY48695"/>
              </a:cxn>
              <a:cxn ang="0">
                <a:pos x="connsiteX48696" y="connsiteY48696"/>
              </a:cxn>
              <a:cxn ang="0">
                <a:pos x="connsiteX48697" y="connsiteY48697"/>
              </a:cxn>
              <a:cxn ang="0">
                <a:pos x="connsiteX48698" y="connsiteY48698"/>
              </a:cxn>
              <a:cxn ang="0">
                <a:pos x="connsiteX48699" y="connsiteY48699"/>
              </a:cxn>
              <a:cxn ang="0">
                <a:pos x="connsiteX48700" y="connsiteY48700"/>
              </a:cxn>
              <a:cxn ang="0">
                <a:pos x="connsiteX48701" y="connsiteY48701"/>
              </a:cxn>
              <a:cxn ang="0">
                <a:pos x="connsiteX48702" y="connsiteY48702"/>
              </a:cxn>
              <a:cxn ang="0">
                <a:pos x="connsiteX48703" y="connsiteY48703"/>
              </a:cxn>
              <a:cxn ang="0">
                <a:pos x="connsiteX48704" y="connsiteY48704"/>
              </a:cxn>
              <a:cxn ang="0">
                <a:pos x="connsiteX48705" y="connsiteY48705"/>
              </a:cxn>
              <a:cxn ang="0">
                <a:pos x="connsiteX48706" y="connsiteY48706"/>
              </a:cxn>
              <a:cxn ang="0">
                <a:pos x="connsiteX48707" y="connsiteY48707"/>
              </a:cxn>
              <a:cxn ang="0">
                <a:pos x="connsiteX48708" y="connsiteY48708"/>
              </a:cxn>
              <a:cxn ang="0">
                <a:pos x="connsiteX48709" y="connsiteY48709"/>
              </a:cxn>
              <a:cxn ang="0">
                <a:pos x="connsiteX48710" y="connsiteY48710"/>
              </a:cxn>
              <a:cxn ang="0">
                <a:pos x="connsiteX48711" y="connsiteY48711"/>
              </a:cxn>
              <a:cxn ang="0">
                <a:pos x="connsiteX48712" y="connsiteY48712"/>
              </a:cxn>
              <a:cxn ang="0">
                <a:pos x="connsiteX48713" y="connsiteY48713"/>
              </a:cxn>
              <a:cxn ang="0">
                <a:pos x="connsiteX48714" y="connsiteY48714"/>
              </a:cxn>
              <a:cxn ang="0">
                <a:pos x="connsiteX48715" y="connsiteY48715"/>
              </a:cxn>
              <a:cxn ang="0">
                <a:pos x="connsiteX48716" y="connsiteY48716"/>
              </a:cxn>
              <a:cxn ang="0">
                <a:pos x="connsiteX48717" y="connsiteY48717"/>
              </a:cxn>
              <a:cxn ang="0">
                <a:pos x="connsiteX48718" y="connsiteY48718"/>
              </a:cxn>
              <a:cxn ang="0">
                <a:pos x="connsiteX48719" y="connsiteY48719"/>
              </a:cxn>
              <a:cxn ang="0">
                <a:pos x="connsiteX48720" y="connsiteY48720"/>
              </a:cxn>
              <a:cxn ang="0">
                <a:pos x="connsiteX48721" y="connsiteY48721"/>
              </a:cxn>
              <a:cxn ang="0">
                <a:pos x="connsiteX48722" y="connsiteY48722"/>
              </a:cxn>
              <a:cxn ang="0">
                <a:pos x="connsiteX48723" y="connsiteY48723"/>
              </a:cxn>
              <a:cxn ang="0">
                <a:pos x="connsiteX48724" y="connsiteY48724"/>
              </a:cxn>
              <a:cxn ang="0">
                <a:pos x="connsiteX48725" y="connsiteY48725"/>
              </a:cxn>
              <a:cxn ang="0">
                <a:pos x="connsiteX48726" y="connsiteY48726"/>
              </a:cxn>
              <a:cxn ang="0">
                <a:pos x="connsiteX48727" y="connsiteY48727"/>
              </a:cxn>
              <a:cxn ang="0">
                <a:pos x="connsiteX48728" y="connsiteY48728"/>
              </a:cxn>
              <a:cxn ang="0">
                <a:pos x="connsiteX48729" y="connsiteY48729"/>
              </a:cxn>
              <a:cxn ang="0">
                <a:pos x="connsiteX48730" y="connsiteY48730"/>
              </a:cxn>
              <a:cxn ang="0">
                <a:pos x="connsiteX48731" y="connsiteY48731"/>
              </a:cxn>
              <a:cxn ang="0">
                <a:pos x="connsiteX48732" y="connsiteY48732"/>
              </a:cxn>
              <a:cxn ang="0">
                <a:pos x="connsiteX48733" y="connsiteY48733"/>
              </a:cxn>
              <a:cxn ang="0">
                <a:pos x="connsiteX48734" y="connsiteY48734"/>
              </a:cxn>
              <a:cxn ang="0">
                <a:pos x="connsiteX48735" y="connsiteY48735"/>
              </a:cxn>
              <a:cxn ang="0">
                <a:pos x="connsiteX48736" y="connsiteY48736"/>
              </a:cxn>
              <a:cxn ang="0">
                <a:pos x="connsiteX48737" y="connsiteY48737"/>
              </a:cxn>
              <a:cxn ang="0">
                <a:pos x="connsiteX48738" y="connsiteY48738"/>
              </a:cxn>
              <a:cxn ang="0">
                <a:pos x="connsiteX48739" y="connsiteY48739"/>
              </a:cxn>
              <a:cxn ang="0">
                <a:pos x="connsiteX48740" y="connsiteY48740"/>
              </a:cxn>
              <a:cxn ang="0">
                <a:pos x="connsiteX48741" y="connsiteY48741"/>
              </a:cxn>
              <a:cxn ang="0">
                <a:pos x="connsiteX48742" y="connsiteY48742"/>
              </a:cxn>
              <a:cxn ang="0">
                <a:pos x="connsiteX48743" y="connsiteY48743"/>
              </a:cxn>
              <a:cxn ang="0">
                <a:pos x="connsiteX48744" y="connsiteY48744"/>
              </a:cxn>
              <a:cxn ang="0">
                <a:pos x="connsiteX48745" y="connsiteY48745"/>
              </a:cxn>
              <a:cxn ang="0">
                <a:pos x="connsiteX48746" y="connsiteY48746"/>
              </a:cxn>
              <a:cxn ang="0">
                <a:pos x="connsiteX48747" y="connsiteY48747"/>
              </a:cxn>
              <a:cxn ang="0">
                <a:pos x="connsiteX48748" y="connsiteY48748"/>
              </a:cxn>
              <a:cxn ang="0">
                <a:pos x="connsiteX48749" y="connsiteY48749"/>
              </a:cxn>
              <a:cxn ang="0">
                <a:pos x="connsiteX48750" y="connsiteY48750"/>
              </a:cxn>
              <a:cxn ang="0">
                <a:pos x="connsiteX48751" y="connsiteY48751"/>
              </a:cxn>
              <a:cxn ang="0">
                <a:pos x="connsiteX48752" y="connsiteY48752"/>
              </a:cxn>
              <a:cxn ang="0">
                <a:pos x="connsiteX48753" y="connsiteY48753"/>
              </a:cxn>
              <a:cxn ang="0">
                <a:pos x="connsiteX48754" y="connsiteY48754"/>
              </a:cxn>
              <a:cxn ang="0">
                <a:pos x="connsiteX48755" y="connsiteY48755"/>
              </a:cxn>
              <a:cxn ang="0">
                <a:pos x="connsiteX48756" y="connsiteY48756"/>
              </a:cxn>
              <a:cxn ang="0">
                <a:pos x="connsiteX48757" y="connsiteY48757"/>
              </a:cxn>
              <a:cxn ang="0">
                <a:pos x="connsiteX48758" y="connsiteY48758"/>
              </a:cxn>
              <a:cxn ang="0">
                <a:pos x="connsiteX48759" y="connsiteY48759"/>
              </a:cxn>
              <a:cxn ang="0">
                <a:pos x="connsiteX48760" y="connsiteY48760"/>
              </a:cxn>
              <a:cxn ang="0">
                <a:pos x="connsiteX48761" y="connsiteY48761"/>
              </a:cxn>
              <a:cxn ang="0">
                <a:pos x="connsiteX48762" y="connsiteY48762"/>
              </a:cxn>
              <a:cxn ang="0">
                <a:pos x="connsiteX48763" y="connsiteY48763"/>
              </a:cxn>
              <a:cxn ang="0">
                <a:pos x="connsiteX48764" y="connsiteY48764"/>
              </a:cxn>
              <a:cxn ang="0">
                <a:pos x="connsiteX48765" y="connsiteY48765"/>
              </a:cxn>
              <a:cxn ang="0">
                <a:pos x="connsiteX48766" y="connsiteY48766"/>
              </a:cxn>
              <a:cxn ang="0">
                <a:pos x="connsiteX48767" y="connsiteY48767"/>
              </a:cxn>
              <a:cxn ang="0">
                <a:pos x="connsiteX48768" y="connsiteY48768"/>
              </a:cxn>
              <a:cxn ang="0">
                <a:pos x="connsiteX48769" y="connsiteY48769"/>
              </a:cxn>
              <a:cxn ang="0">
                <a:pos x="connsiteX48770" y="connsiteY48770"/>
              </a:cxn>
              <a:cxn ang="0">
                <a:pos x="connsiteX48771" y="connsiteY48771"/>
              </a:cxn>
              <a:cxn ang="0">
                <a:pos x="connsiteX48772" y="connsiteY48772"/>
              </a:cxn>
              <a:cxn ang="0">
                <a:pos x="connsiteX48773" y="connsiteY48773"/>
              </a:cxn>
              <a:cxn ang="0">
                <a:pos x="connsiteX48774" y="connsiteY48774"/>
              </a:cxn>
              <a:cxn ang="0">
                <a:pos x="connsiteX48775" y="connsiteY48775"/>
              </a:cxn>
              <a:cxn ang="0">
                <a:pos x="connsiteX48776" y="connsiteY48776"/>
              </a:cxn>
              <a:cxn ang="0">
                <a:pos x="connsiteX48777" y="connsiteY48777"/>
              </a:cxn>
              <a:cxn ang="0">
                <a:pos x="connsiteX48778" y="connsiteY48778"/>
              </a:cxn>
              <a:cxn ang="0">
                <a:pos x="connsiteX48779" y="connsiteY48779"/>
              </a:cxn>
              <a:cxn ang="0">
                <a:pos x="connsiteX48780" y="connsiteY48780"/>
              </a:cxn>
              <a:cxn ang="0">
                <a:pos x="connsiteX48781" y="connsiteY48781"/>
              </a:cxn>
              <a:cxn ang="0">
                <a:pos x="connsiteX48782" y="connsiteY48782"/>
              </a:cxn>
              <a:cxn ang="0">
                <a:pos x="connsiteX48783" y="connsiteY48783"/>
              </a:cxn>
              <a:cxn ang="0">
                <a:pos x="connsiteX48784" y="connsiteY48784"/>
              </a:cxn>
              <a:cxn ang="0">
                <a:pos x="connsiteX48785" y="connsiteY48785"/>
              </a:cxn>
              <a:cxn ang="0">
                <a:pos x="connsiteX48786" y="connsiteY48786"/>
              </a:cxn>
              <a:cxn ang="0">
                <a:pos x="connsiteX48787" y="connsiteY48787"/>
              </a:cxn>
              <a:cxn ang="0">
                <a:pos x="connsiteX48788" y="connsiteY48788"/>
              </a:cxn>
              <a:cxn ang="0">
                <a:pos x="connsiteX48789" y="connsiteY48789"/>
              </a:cxn>
              <a:cxn ang="0">
                <a:pos x="connsiteX48790" y="connsiteY48790"/>
              </a:cxn>
              <a:cxn ang="0">
                <a:pos x="connsiteX48791" y="connsiteY48791"/>
              </a:cxn>
              <a:cxn ang="0">
                <a:pos x="connsiteX48792" y="connsiteY48792"/>
              </a:cxn>
              <a:cxn ang="0">
                <a:pos x="connsiteX48793" y="connsiteY48793"/>
              </a:cxn>
              <a:cxn ang="0">
                <a:pos x="connsiteX48794" y="connsiteY48794"/>
              </a:cxn>
              <a:cxn ang="0">
                <a:pos x="connsiteX48795" y="connsiteY48795"/>
              </a:cxn>
              <a:cxn ang="0">
                <a:pos x="connsiteX48796" y="connsiteY48796"/>
              </a:cxn>
              <a:cxn ang="0">
                <a:pos x="connsiteX48797" y="connsiteY48797"/>
              </a:cxn>
              <a:cxn ang="0">
                <a:pos x="connsiteX48798" y="connsiteY48798"/>
              </a:cxn>
              <a:cxn ang="0">
                <a:pos x="connsiteX48799" y="connsiteY48799"/>
              </a:cxn>
              <a:cxn ang="0">
                <a:pos x="connsiteX48800" y="connsiteY48800"/>
              </a:cxn>
              <a:cxn ang="0">
                <a:pos x="connsiteX48801" y="connsiteY48801"/>
              </a:cxn>
              <a:cxn ang="0">
                <a:pos x="connsiteX48802" y="connsiteY48802"/>
              </a:cxn>
              <a:cxn ang="0">
                <a:pos x="connsiteX48803" y="connsiteY48803"/>
              </a:cxn>
              <a:cxn ang="0">
                <a:pos x="connsiteX48804" y="connsiteY48804"/>
              </a:cxn>
              <a:cxn ang="0">
                <a:pos x="connsiteX48805" y="connsiteY48805"/>
              </a:cxn>
              <a:cxn ang="0">
                <a:pos x="connsiteX48806" y="connsiteY48806"/>
              </a:cxn>
              <a:cxn ang="0">
                <a:pos x="connsiteX48807" y="connsiteY48807"/>
              </a:cxn>
              <a:cxn ang="0">
                <a:pos x="connsiteX48808" y="connsiteY48808"/>
              </a:cxn>
              <a:cxn ang="0">
                <a:pos x="connsiteX48809" y="connsiteY48809"/>
              </a:cxn>
              <a:cxn ang="0">
                <a:pos x="connsiteX48810" y="connsiteY48810"/>
              </a:cxn>
              <a:cxn ang="0">
                <a:pos x="connsiteX48811" y="connsiteY48811"/>
              </a:cxn>
              <a:cxn ang="0">
                <a:pos x="connsiteX48812" y="connsiteY48812"/>
              </a:cxn>
              <a:cxn ang="0">
                <a:pos x="connsiteX48813" y="connsiteY48813"/>
              </a:cxn>
              <a:cxn ang="0">
                <a:pos x="connsiteX48814" y="connsiteY48814"/>
              </a:cxn>
              <a:cxn ang="0">
                <a:pos x="connsiteX48815" y="connsiteY48815"/>
              </a:cxn>
              <a:cxn ang="0">
                <a:pos x="connsiteX48816" y="connsiteY48816"/>
              </a:cxn>
              <a:cxn ang="0">
                <a:pos x="connsiteX48817" y="connsiteY48817"/>
              </a:cxn>
              <a:cxn ang="0">
                <a:pos x="connsiteX48818" y="connsiteY48818"/>
              </a:cxn>
              <a:cxn ang="0">
                <a:pos x="connsiteX48819" y="connsiteY48819"/>
              </a:cxn>
              <a:cxn ang="0">
                <a:pos x="connsiteX48820" y="connsiteY48820"/>
              </a:cxn>
              <a:cxn ang="0">
                <a:pos x="connsiteX48821" y="connsiteY48821"/>
              </a:cxn>
              <a:cxn ang="0">
                <a:pos x="connsiteX48822" y="connsiteY48822"/>
              </a:cxn>
              <a:cxn ang="0">
                <a:pos x="connsiteX48823" y="connsiteY48823"/>
              </a:cxn>
              <a:cxn ang="0">
                <a:pos x="connsiteX48824" y="connsiteY48824"/>
              </a:cxn>
              <a:cxn ang="0">
                <a:pos x="connsiteX48825" y="connsiteY48825"/>
              </a:cxn>
              <a:cxn ang="0">
                <a:pos x="connsiteX48826" y="connsiteY48826"/>
              </a:cxn>
              <a:cxn ang="0">
                <a:pos x="connsiteX48827" y="connsiteY48827"/>
              </a:cxn>
              <a:cxn ang="0">
                <a:pos x="connsiteX48828" y="connsiteY48828"/>
              </a:cxn>
              <a:cxn ang="0">
                <a:pos x="connsiteX48829" y="connsiteY48829"/>
              </a:cxn>
              <a:cxn ang="0">
                <a:pos x="connsiteX48830" y="connsiteY48830"/>
              </a:cxn>
              <a:cxn ang="0">
                <a:pos x="connsiteX48831" y="connsiteY48831"/>
              </a:cxn>
              <a:cxn ang="0">
                <a:pos x="connsiteX48832" y="connsiteY48832"/>
              </a:cxn>
              <a:cxn ang="0">
                <a:pos x="connsiteX48833" y="connsiteY48833"/>
              </a:cxn>
              <a:cxn ang="0">
                <a:pos x="connsiteX48834" y="connsiteY48834"/>
              </a:cxn>
              <a:cxn ang="0">
                <a:pos x="connsiteX48835" y="connsiteY48835"/>
              </a:cxn>
              <a:cxn ang="0">
                <a:pos x="connsiteX48836" y="connsiteY48836"/>
              </a:cxn>
              <a:cxn ang="0">
                <a:pos x="connsiteX48837" y="connsiteY48837"/>
              </a:cxn>
              <a:cxn ang="0">
                <a:pos x="connsiteX48838" y="connsiteY48838"/>
              </a:cxn>
              <a:cxn ang="0">
                <a:pos x="connsiteX48839" y="connsiteY48839"/>
              </a:cxn>
              <a:cxn ang="0">
                <a:pos x="connsiteX48840" y="connsiteY48840"/>
              </a:cxn>
              <a:cxn ang="0">
                <a:pos x="connsiteX48841" y="connsiteY48841"/>
              </a:cxn>
              <a:cxn ang="0">
                <a:pos x="connsiteX48842" y="connsiteY48842"/>
              </a:cxn>
              <a:cxn ang="0">
                <a:pos x="connsiteX48843" y="connsiteY48843"/>
              </a:cxn>
              <a:cxn ang="0">
                <a:pos x="connsiteX48844" y="connsiteY48844"/>
              </a:cxn>
              <a:cxn ang="0">
                <a:pos x="connsiteX48845" y="connsiteY48845"/>
              </a:cxn>
              <a:cxn ang="0">
                <a:pos x="connsiteX48846" y="connsiteY48846"/>
              </a:cxn>
              <a:cxn ang="0">
                <a:pos x="connsiteX48847" y="connsiteY48847"/>
              </a:cxn>
              <a:cxn ang="0">
                <a:pos x="connsiteX48848" y="connsiteY48848"/>
              </a:cxn>
              <a:cxn ang="0">
                <a:pos x="connsiteX48849" y="connsiteY48849"/>
              </a:cxn>
              <a:cxn ang="0">
                <a:pos x="connsiteX48850" y="connsiteY48850"/>
              </a:cxn>
              <a:cxn ang="0">
                <a:pos x="connsiteX48851" y="connsiteY48851"/>
              </a:cxn>
              <a:cxn ang="0">
                <a:pos x="connsiteX48852" y="connsiteY48852"/>
              </a:cxn>
              <a:cxn ang="0">
                <a:pos x="connsiteX48853" y="connsiteY48853"/>
              </a:cxn>
              <a:cxn ang="0">
                <a:pos x="connsiteX48854" y="connsiteY48854"/>
              </a:cxn>
              <a:cxn ang="0">
                <a:pos x="connsiteX48855" y="connsiteY48855"/>
              </a:cxn>
              <a:cxn ang="0">
                <a:pos x="connsiteX48856" y="connsiteY48856"/>
              </a:cxn>
              <a:cxn ang="0">
                <a:pos x="connsiteX48857" y="connsiteY48857"/>
              </a:cxn>
              <a:cxn ang="0">
                <a:pos x="connsiteX48858" y="connsiteY48858"/>
              </a:cxn>
              <a:cxn ang="0">
                <a:pos x="connsiteX48859" y="connsiteY48859"/>
              </a:cxn>
              <a:cxn ang="0">
                <a:pos x="connsiteX48860" y="connsiteY48860"/>
              </a:cxn>
              <a:cxn ang="0">
                <a:pos x="connsiteX48861" y="connsiteY48861"/>
              </a:cxn>
              <a:cxn ang="0">
                <a:pos x="connsiteX48862" y="connsiteY48862"/>
              </a:cxn>
              <a:cxn ang="0">
                <a:pos x="connsiteX48863" y="connsiteY48863"/>
              </a:cxn>
              <a:cxn ang="0">
                <a:pos x="connsiteX48864" y="connsiteY48864"/>
              </a:cxn>
              <a:cxn ang="0">
                <a:pos x="connsiteX48865" y="connsiteY48865"/>
              </a:cxn>
              <a:cxn ang="0">
                <a:pos x="connsiteX48866" y="connsiteY48866"/>
              </a:cxn>
              <a:cxn ang="0">
                <a:pos x="connsiteX48867" y="connsiteY48867"/>
              </a:cxn>
              <a:cxn ang="0">
                <a:pos x="connsiteX48868" y="connsiteY48868"/>
              </a:cxn>
              <a:cxn ang="0">
                <a:pos x="connsiteX48869" y="connsiteY48869"/>
              </a:cxn>
              <a:cxn ang="0">
                <a:pos x="connsiteX48870" y="connsiteY48870"/>
              </a:cxn>
              <a:cxn ang="0">
                <a:pos x="connsiteX48871" y="connsiteY48871"/>
              </a:cxn>
              <a:cxn ang="0">
                <a:pos x="connsiteX48872" y="connsiteY48872"/>
              </a:cxn>
              <a:cxn ang="0">
                <a:pos x="connsiteX48873" y="connsiteY48873"/>
              </a:cxn>
              <a:cxn ang="0">
                <a:pos x="connsiteX48874" y="connsiteY48874"/>
              </a:cxn>
              <a:cxn ang="0">
                <a:pos x="connsiteX48875" y="connsiteY48875"/>
              </a:cxn>
              <a:cxn ang="0">
                <a:pos x="connsiteX48876" y="connsiteY48876"/>
              </a:cxn>
              <a:cxn ang="0">
                <a:pos x="connsiteX48877" y="connsiteY48877"/>
              </a:cxn>
              <a:cxn ang="0">
                <a:pos x="connsiteX48878" y="connsiteY48878"/>
              </a:cxn>
              <a:cxn ang="0">
                <a:pos x="connsiteX48879" y="connsiteY48879"/>
              </a:cxn>
              <a:cxn ang="0">
                <a:pos x="connsiteX48880" y="connsiteY48880"/>
              </a:cxn>
              <a:cxn ang="0">
                <a:pos x="connsiteX48881" y="connsiteY48881"/>
              </a:cxn>
              <a:cxn ang="0">
                <a:pos x="connsiteX48882" y="connsiteY48882"/>
              </a:cxn>
              <a:cxn ang="0">
                <a:pos x="connsiteX48883" y="connsiteY48883"/>
              </a:cxn>
              <a:cxn ang="0">
                <a:pos x="connsiteX48884" y="connsiteY48884"/>
              </a:cxn>
              <a:cxn ang="0">
                <a:pos x="connsiteX48885" y="connsiteY48885"/>
              </a:cxn>
              <a:cxn ang="0">
                <a:pos x="connsiteX48886" y="connsiteY48886"/>
              </a:cxn>
              <a:cxn ang="0">
                <a:pos x="connsiteX48887" y="connsiteY48887"/>
              </a:cxn>
              <a:cxn ang="0">
                <a:pos x="connsiteX48888" y="connsiteY48888"/>
              </a:cxn>
              <a:cxn ang="0">
                <a:pos x="connsiteX48889" y="connsiteY48889"/>
              </a:cxn>
              <a:cxn ang="0">
                <a:pos x="connsiteX48890" y="connsiteY48890"/>
              </a:cxn>
              <a:cxn ang="0">
                <a:pos x="connsiteX48891" y="connsiteY48891"/>
              </a:cxn>
              <a:cxn ang="0">
                <a:pos x="connsiteX48892" y="connsiteY48892"/>
              </a:cxn>
              <a:cxn ang="0">
                <a:pos x="connsiteX48893" y="connsiteY48893"/>
              </a:cxn>
              <a:cxn ang="0">
                <a:pos x="connsiteX48894" y="connsiteY48894"/>
              </a:cxn>
              <a:cxn ang="0">
                <a:pos x="connsiteX48895" y="connsiteY48895"/>
              </a:cxn>
              <a:cxn ang="0">
                <a:pos x="connsiteX48896" y="connsiteY48896"/>
              </a:cxn>
              <a:cxn ang="0">
                <a:pos x="connsiteX48897" y="connsiteY48897"/>
              </a:cxn>
              <a:cxn ang="0">
                <a:pos x="connsiteX48898" y="connsiteY48898"/>
              </a:cxn>
              <a:cxn ang="0">
                <a:pos x="connsiteX48899" y="connsiteY48899"/>
              </a:cxn>
              <a:cxn ang="0">
                <a:pos x="connsiteX48900" y="connsiteY48900"/>
              </a:cxn>
              <a:cxn ang="0">
                <a:pos x="connsiteX48901" y="connsiteY48901"/>
              </a:cxn>
              <a:cxn ang="0">
                <a:pos x="connsiteX48902" y="connsiteY48902"/>
              </a:cxn>
              <a:cxn ang="0">
                <a:pos x="connsiteX48903" y="connsiteY48903"/>
              </a:cxn>
              <a:cxn ang="0">
                <a:pos x="connsiteX48904" y="connsiteY48904"/>
              </a:cxn>
              <a:cxn ang="0">
                <a:pos x="connsiteX48905" y="connsiteY48905"/>
              </a:cxn>
              <a:cxn ang="0">
                <a:pos x="connsiteX48906" y="connsiteY48906"/>
              </a:cxn>
              <a:cxn ang="0">
                <a:pos x="connsiteX48907" y="connsiteY48907"/>
              </a:cxn>
              <a:cxn ang="0">
                <a:pos x="connsiteX48908" y="connsiteY48908"/>
              </a:cxn>
              <a:cxn ang="0">
                <a:pos x="connsiteX48909" y="connsiteY48909"/>
              </a:cxn>
              <a:cxn ang="0">
                <a:pos x="connsiteX48910" y="connsiteY48910"/>
              </a:cxn>
              <a:cxn ang="0">
                <a:pos x="connsiteX48911" y="connsiteY48911"/>
              </a:cxn>
              <a:cxn ang="0">
                <a:pos x="connsiteX48912" y="connsiteY48912"/>
              </a:cxn>
              <a:cxn ang="0">
                <a:pos x="connsiteX48913" y="connsiteY48913"/>
              </a:cxn>
              <a:cxn ang="0">
                <a:pos x="connsiteX48914" y="connsiteY48914"/>
              </a:cxn>
              <a:cxn ang="0">
                <a:pos x="connsiteX48915" y="connsiteY48915"/>
              </a:cxn>
              <a:cxn ang="0">
                <a:pos x="connsiteX48916" y="connsiteY48916"/>
              </a:cxn>
              <a:cxn ang="0">
                <a:pos x="connsiteX48917" y="connsiteY48917"/>
              </a:cxn>
              <a:cxn ang="0">
                <a:pos x="connsiteX48918" y="connsiteY48918"/>
              </a:cxn>
              <a:cxn ang="0">
                <a:pos x="connsiteX48919" y="connsiteY48919"/>
              </a:cxn>
              <a:cxn ang="0">
                <a:pos x="connsiteX48920" y="connsiteY48920"/>
              </a:cxn>
              <a:cxn ang="0">
                <a:pos x="connsiteX48921" y="connsiteY48921"/>
              </a:cxn>
              <a:cxn ang="0">
                <a:pos x="connsiteX48922" y="connsiteY48922"/>
              </a:cxn>
              <a:cxn ang="0">
                <a:pos x="connsiteX48923" y="connsiteY48923"/>
              </a:cxn>
              <a:cxn ang="0">
                <a:pos x="connsiteX48924" y="connsiteY48924"/>
              </a:cxn>
              <a:cxn ang="0">
                <a:pos x="connsiteX48925" y="connsiteY48925"/>
              </a:cxn>
              <a:cxn ang="0">
                <a:pos x="connsiteX48926" y="connsiteY48926"/>
              </a:cxn>
              <a:cxn ang="0">
                <a:pos x="connsiteX48927" y="connsiteY48927"/>
              </a:cxn>
              <a:cxn ang="0">
                <a:pos x="connsiteX48928" y="connsiteY48928"/>
              </a:cxn>
              <a:cxn ang="0">
                <a:pos x="connsiteX48929" y="connsiteY48929"/>
              </a:cxn>
              <a:cxn ang="0">
                <a:pos x="connsiteX48930" y="connsiteY48930"/>
              </a:cxn>
              <a:cxn ang="0">
                <a:pos x="connsiteX48931" y="connsiteY48931"/>
              </a:cxn>
              <a:cxn ang="0">
                <a:pos x="connsiteX48932" y="connsiteY48932"/>
              </a:cxn>
              <a:cxn ang="0">
                <a:pos x="connsiteX48933" y="connsiteY48933"/>
              </a:cxn>
              <a:cxn ang="0">
                <a:pos x="connsiteX48934" y="connsiteY48934"/>
              </a:cxn>
              <a:cxn ang="0">
                <a:pos x="connsiteX48935" y="connsiteY48935"/>
              </a:cxn>
              <a:cxn ang="0">
                <a:pos x="connsiteX48936" y="connsiteY48936"/>
              </a:cxn>
              <a:cxn ang="0">
                <a:pos x="connsiteX48937" y="connsiteY48937"/>
              </a:cxn>
              <a:cxn ang="0">
                <a:pos x="connsiteX48938" y="connsiteY48938"/>
              </a:cxn>
              <a:cxn ang="0">
                <a:pos x="connsiteX48939" y="connsiteY48939"/>
              </a:cxn>
              <a:cxn ang="0">
                <a:pos x="connsiteX48940" y="connsiteY48940"/>
              </a:cxn>
              <a:cxn ang="0">
                <a:pos x="connsiteX48941" y="connsiteY48941"/>
              </a:cxn>
              <a:cxn ang="0">
                <a:pos x="connsiteX48942" y="connsiteY48942"/>
              </a:cxn>
              <a:cxn ang="0">
                <a:pos x="connsiteX48943" y="connsiteY48943"/>
              </a:cxn>
              <a:cxn ang="0">
                <a:pos x="connsiteX48944" y="connsiteY48944"/>
              </a:cxn>
              <a:cxn ang="0">
                <a:pos x="connsiteX48945" y="connsiteY48945"/>
              </a:cxn>
              <a:cxn ang="0">
                <a:pos x="connsiteX48946" y="connsiteY48946"/>
              </a:cxn>
              <a:cxn ang="0">
                <a:pos x="connsiteX48947" y="connsiteY48947"/>
              </a:cxn>
              <a:cxn ang="0">
                <a:pos x="connsiteX48948" y="connsiteY48948"/>
              </a:cxn>
              <a:cxn ang="0">
                <a:pos x="connsiteX48949" y="connsiteY48949"/>
              </a:cxn>
              <a:cxn ang="0">
                <a:pos x="connsiteX48950" y="connsiteY48950"/>
              </a:cxn>
              <a:cxn ang="0">
                <a:pos x="connsiteX48951" y="connsiteY48951"/>
              </a:cxn>
              <a:cxn ang="0">
                <a:pos x="connsiteX48952" y="connsiteY48952"/>
              </a:cxn>
              <a:cxn ang="0">
                <a:pos x="connsiteX48953" y="connsiteY48953"/>
              </a:cxn>
              <a:cxn ang="0">
                <a:pos x="connsiteX48954" y="connsiteY48954"/>
              </a:cxn>
              <a:cxn ang="0">
                <a:pos x="connsiteX48955" y="connsiteY48955"/>
              </a:cxn>
              <a:cxn ang="0">
                <a:pos x="connsiteX48956" y="connsiteY48956"/>
              </a:cxn>
              <a:cxn ang="0">
                <a:pos x="connsiteX48957" y="connsiteY48957"/>
              </a:cxn>
              <a:cxn ang="0">
                <a:pos x="connsiteX48958" y="connsiteY48958"/>
              </a:cxn>
              <a:cxn ang="0">
                <a:pos x="connsiteX48959" y="connsiteY48959"/>
              </a:cxn>
              <a:cxn ang="0">
                <a:pos x="connsiteX48960" y="connsiteY48960"/>
              </a:cxn>
              <a:cxn ang="0">
                <a:pos x="connsiteX48961" y="connsiteY48961"/>
              </a:cxn>
              <a:cxn ang="0">
                <a:pos x="connsiteX48962" y="connsiteY48962"/>
              </a:cxn>
              <a:cxn ang="0">
                <a:pos x="connsiteX48963" y="connsiteY48963"/>
              </a:cxn>
              <a:cxn ang="0">
                <a:pos x="connsiteX48964" y="connsiteY48964"/>
              </a:cxn>
              <a:cxn ang="0">
                <a:pos x="connsiteX48965" y="connsiteY48965"/>
              </a:cxn>
              <a:cxn ang="0">
                <a:pos x="connsiteX48966" y="connsiteY48966"/>
              </a:cxn>
              <a:cxn ang="0">
                <a:pos x="connsiteX48967" y="connsiteY48967"/>
              </a:cxn>
              <a:cxn ang="0">
                <a:pos x="connsiteX48968" y="connsiteY48968"/>
              </a:cxn>
              <a:cxn ang="0">
                <a:pos x="connsiteX48969" y="connsiteY48969"/>
              </a:cxn>
              <a:cxn ang="0">
                <a:pos x="connsiteX48970" y="connsiteY48970"/>
              </a:cxn>
              <a:cxn ang="0">
                <a:pos x="connsiteX48971" y="connsiteY48971"/>
              </a:cxn>
              <a:cxn ang="0">
                <a:pos x="connsiteX48972" y="connsiteY48972"/>
              </a:cxn>
              <a:cxn ang="0">
                <a:pos x="connsiteX48973" y="connsiteY48973"/>
              </a:cxn>
              <a:cxn ang="0">
                <a:pos x="connsiteX48974" y="connsiteY48974"/>
              </a:cxn>
              <a:cxn ang="0">
                <a:pos x="connsiteX48975" y="connsiteY48975"/>
              </a:cxn>
              <a:cxn ang="0">
                <a:pos x="connsiteX48976" y="connsiteY48976"/>
              </a:cxn>
              <a:cxn ang="0">
                <a:pos x="connsiteX48977" y="connsiteY48977"/>
              </a:cxn>
              <a:cxn ang="0">
                <a:pos x="connsiteX48978" y="connsiteY48978"/>
              </a:cxn>
              <a:cxn ang="0">
                <a:pos x="connsiteX48979" y="connsiteY48979"/>
              </a:cxn>
              <a:cxn ang="0">
                <a:pos x="connsiteX48980" y="connsiteY48980"/>
              </a:cxn>
              <a:cxn ang="0">
                <a:pos x="connsiteX48981" y="connsiteY48981"/>
              </a:cxn>
              <a:cxn ang="0">
                <a:pos x="connsiteX48982" y="connsiteY48982"/>
              </a:cxn>
              <a:cxn ang="0">
                <a:pos x="connsiteX48983" y="connsiteY48983"/>
              </a:cxn>
              <a:cxn ang="0">
                <a:pos x="connsiteX48984" y="connsiteY48984"/>
              </a:cxn>
              <a:cxn ang="0">
                <a:pos x="connsiteX48985" y="connsiteY48985"/>
              </a:cxn>
              <a:cxn ang="0">
                <a:pos x="connsiteX48986" y="connsiteY48986"/>
              </a:cxn>
              <a:cxn ang="0">
                <a:pos x="connsiteX48987" y="connsiteY48987"/>
              </a:cxn>
              <a:cxn ang="0">
                <a:pos x="connsiteX48988" y="connsiteY48988"/>
              </a:cxn>
              <a:cxn ang="0">
                <a:pos x="connsiteX48989" y="connsiteY48989"/>
              </a:cxn>
              <a:cxn ang="0">
                <a:pos x="connsiteX48990" y="connsiteY48990"/>
              </a:cxn>
              <a:cxn ang="0">
                <a:pos x="connsiteX48991" y="connsiteY48991"/>
              </a:cxn>
              <a:cxn ang="0">
                <a:pos x="connsiteX48992" y="connsiteY48992"/>
              </a:cxn>
              <a:cxn ang="0">
                <a:pos x="connsiteX48993" y="connsiteY48993"/>
              </a:cxn>
              <a:cxn ang="0">
                <a:pos x="connsiteX48994" y="connsiteY48994"/>
              </a:cxn>
              <a:cxn ang="0">
                <a:pos x="connsiteX48995" y="connsiteY48995"/>
              </a:cxn>
              <a:cxn ang="0">
                <a:pos x="connsiteX48996" y="connsiteY48996"/>
              </a:cxn>
              <a:cxn ang="0">
                <a:pos x="connsiteX48997" y="connsiteY48997"/>
              </a:cxn>
              <a:cxn ang="0">
                <a:pos x="connsiteX48998" y="connsiteY48998"/>
              </a:cxn>
              <a:cxn ang="0">
                <a:pos x="connsiteX48999" y="connsiteY48999"/>
              </a:cxn>
              <a:cxn ang="0">
                <a:pos x="connsiteX49000" y="connsiteY49000"/>
              </a:cxn>
              <a:cxn ang="0">
                <a:pos x="connsiteX49001" y="connsiteY49001"/>
              </a:cxn>
              <a:cxn ang="0">
                <a:pos x="connsiteX49002" y="connsiteY49002"/>
              </a:cxn>
              <a:cxn ang="0">
                <a:pos x="connsiteX49003" y="connsiteY49003"/>
              </a:cxn>
              <a:cxn ang="0">
                <a:pos x="connsiteX49004" y="connsiteY49004"/>
              </a:cxn>
              <a:cxn ang="0">
                <a:pos x="connsiteX49005" y="connsiteY49005"/>
              </a:cxn>
              <a:cxn ang="0">
                <a:pos x="connsiteX49006" y="connsiteY49006"/>
              </a:cxn>
              <a:cxn ang="0">
                <a:pos x="connsiteX49007" y="connsiteY49007"/>
              </a:cxn>
              <a:cxn ang="0">
                <a:pos x="connsiteX49008" y="connsiteY49008"/>
              </a:cxn>
              <a:cxn ang="0">
                <a:pos x="connsiteX49009" y="connsiteY49009"/>
              </a:cxn>
              <a:cxn ang="0">
                <a:pos x="connsiteX49010" y="connsiteY49010"/>
              </a:cxn>
              <a:cxn ang="0">
                <a:pos x="connsiteX49011" y="connsiteY49011"/>
              </a:cxn>
              <a:cxn ang="0">
                <a:pos x="connsiteX49012" y="connsiteY49012"/>
              </a:cxn>
              <a:cxn ang="0">
                <a:pos x="connsiteX49013" y="connsiteY49013"/>
              </a:cxn>
              <a:cxn ang="0">
                <a:pos x="connsiteX49014" y="connsiteY49014"/>
              </a:cxn>
              <a:cxn ang="0">
                <a:pos x="connsiteX49015" y="connsiteY49015"/>
              </a:cxn>
              <a:cxn ang="0">
                <a:pos x="connsiteX49016" y="connsiteY49016"/>
              </a:cxn>
              <a:cxn ang="0">
                <a:pos x="connsiteX49017" y="connsiteY49017"/>
              </a:cxn>
              <a:cxn ang="0">
                <a:pos x="connsiteX49018" y="connsiteY49018"/>
              </a:cxn>
              <a:cxn ang="0">
                <a:pos x="connsiteX49019" y="connsiteY49019"/>
              </a:cxn>
              <a:cxn ang="0">
                <a:pos x="connsiteX49020" y="connsiteY49020"/>
              </a:cxn>
              <a:cxn ang="0">
                <a:pos x="connsiteX49021" y="connsiteY49021"/>
              </a:cxn>
              <a:cxn ang="0">
                <a:pos x="connsiteX49022" y="connsiteY49022"/>
              </a:cxn>
              <a:cxn ang="0">
                <a:pos x="connsiteX49023" y="connsiteY49023"/>
              </a:cxn>
              <a:cxn ang="0">
                <a:pos x="connsiteX49024" y="connsiteY49024"/>
              </a:cxn>
              <a:cxn ang="0">
                <a:pos x="connsiteX49025" y="connsiteY49025"/>
              </a:cxn>
              <a:cxn ang="0">
                <a:pos x="connsiteX49026" y="connsiteY49026"/>
              </a:cxn>
              <a:cxn ang="0">
                <a:pos x="connsiteX49027" y="connsiteY49027"/>
              </a:cxn>
              <a:cxn ang="0">
                <a:pos x="connsiteX49028" y="connsiteY49028"/>
              </a:cxn>
              <a:cxn ang="0">
                <a:pos x="connsiteX49029" y="connsiteY49029"/>
              </a:cxn>
              <a:cxn ang="0">
                <a:pos x="connsiteX49030" y="connsiteY49030"/>
              </a:cxn>
              <a:cxn ang="0">
                <a:pos x="connsiteX49031" y="connsiteY49031"/>
              </a:cxn>
              <a:cxn ang="0">
                <a:pos x="connsiteX49032" y="connsiteY49032"/>
              </a:cxn>
              <a:cxn ang="0">
                <a:pos x="connsiteX49033" y="connsiteY49033"/>
              </a:cxn>
              <a:cxn ang="0">
                <a:pos x="connsiteX49034" y="connsiteY49034"/>
              </a:cxn>
              <a:cxn ang="0">
                <a:pos x="connsiteX49035" y="connsiteY49035"/>
              </a:cxn>
              <a:cxn ang="0">
                <a:pos x="connsiteX49036" y="connsiteY49036"/>
              </a:cxn>
              <a:cxn ang="0">
                <a:pos x="connsiteX49037" y="connsiteY49037"/>
              </a:cxn>
              <a:cxn ang="0">
                <a:pos x="connsiteX49038" y="connsiteY49038"/>
              </a:cxn>
              <a:cxn ang="0">
                <a:pos x="connsiteX49039" y="connsiteY49039"/>
              </a:cxn>
              <a:cxn ang="0">
                <a:pos x="connsiteX49040" y="connsiteY49040"/>
              </a:cxn>
              <a:cxn ang="0">
                <a:pos x="connsiteX49041" y="connsiteY49041"/>
              </a:cxn>
              <a:cxn ang="0">
                <a:pos x="connsiteX49042" y="connsiteY49042"/>
              </a:cxn>
              <a:cxn ang="0">
                <a:pos x="connsiteX49043" y="connsiteY49043"/>
              </a:cxn>
              <a:cxn ang="0">
                <a:pos x="connsiteX49044" y="connsiteY49044"/>
              </a:cxn>
              <a:cxn ang="0">
                <a:pos x="connsiteX49045" y="connsiteY49045"/>
              </a:cxn>
              <a:cxn ang="0">
                <a:pos x="connsiteX49046" y="connsiteY49046"/>
              </a:cxn>
              <a:cxn ang="0">
                <a:pos x="connsiteX49047" y="connsiteY49047"/>
              </a:cxn>
              <a:cxn ang="0">
                <a:pos x="connsiteX49048" y="connsiteY49048"/>
              </a:cxn>
              <a:cxn ang="0">
                <a:pos x="connsiteX49049" y="connsiteY49049"/>
              </a:cxn>
              <a:cxn ang="0">
                <a:pos x="connsiteX49050" y="connsiteY49050"/>
              </a:cxn>
              <a:cxn ang="0">
                <a:pos x="connsiteX49051" y="connsiteY49051"/>
              </a:cxn>
              <a:cxn ang="0">
                <a:pos x="connsiteX49052" y="connsiteY49052"/>
              </a:cxn>
              <a:cxn ang="0">
                <a:pos x="connsiteX49053" y="connsiteY49053"/>
              </a:cxn>
              <a:cxn ang="0">
                <a:pos x="connsiteX49054" y="connsiteY49054"/>
              </a:cxn>
              <a:cxn ang="0">
                <a:pos x="connsiteX49055" y="connsiteY49055"/>
              </a:cxn>
              <a:cxn ang="0">
                <a:pos x="connsiteX49056" y="connsiteY49056"/>
              </a:cxn>
              <a:cxn ang="0">
                <a:pos x="connsiteX49057" y="connsiteY49057"/>
              </a:cxn>
              <a:cxn ang="0">
                <a:pos x="connsiteX49058" y="connsiteY49058"/>
              </a:cxn>
              <a:cxn ang="0">
                <a:pos x="connsiteX49059" y="connsiteY49059"/>
              </a:cxn>
              <a:cxn ang="0">
                <a:pos x="connsiteX49060" y="connsiteY49060"/>
              </a:cxn>
              <a:cxn ang="0">
                <a:pos x="connsiteX49061" y="connsiteY49061"/>
              </a:cxn>
              <a:cxn ang="0">
                <a:pos x="connsiteX49062" y="connsiteY49062"/>
              </a:cxn>
              <a:cxn ang="0">
                <a:pos x="connsiteX49063" y="connsiteY49063"/>
              </a:cxn>
              <a:cxn ang="0">
                <a:pos x="connsiteX49064" y="connsiteY49064"/>
              </a:cxn>
              <a:cxn ang="0">
                <a:pos x="connsiteX49065" y="connsiteY49065"/>
              </a:cxn>
              <a:cxn ang="0">
                <a:pos x="connsiteX49066" y="connsiteY49066"/>
              </a:cxn>
              <a:cxn ang="0">
                <a:pos x="connsiteX49067" y="connsiteY49067"/>
              </a:cxn>
              <a:cxn ang="0">
                <a:pos x="connsiteX49068" y="connsiteY49068"/>
              </a:cxn>
              <a:cxn ang="0">
                <a:pos x="connsiteX49069" y="connsiteY49069"/>
              </a:cxn>
              <a:cxn ang="0">
                <a:pos x="connsiteX49070" y="connsiteY49070"/>
              </a:cxn>
              <a:cxn ang="0">
                <a:pos x="connsiteX49071" y="connsiteY49071"/>
              </a:cxn>
              <a:cxn ang="0">
                <a:pos x="connsiteX49072" y="connsiteY49072"/>
              </a:cxn>
              <a:cxn ang="0">
                <a:pos x="connsiteX49073" y="connsiteY49073"/>
              </a:cxn>
              <a:cxn ang="0">
                <a:pos x="connsiteX49074" y="connsiteY49074"/>
              </a:cxn>
              <a:cxn ang="0">
                <a:pos x="connsiteX49075" y="connsiteY49075"/>
              </a:cxn>
              <a:cxn ang="0">
                <a:pos x="connsiteX49076" y="connsiteY49076"/>
              </a:cxn>
              <a:cxn ang="0">
                <a:pos x="connsiteX49077" y="connsiteY49077"/>
              </a:cxn>
              <a:cxn ang="0">
                <a:pos x="connsiteX49078" y="connsiteY49078"/>
              </a:cxn>
              <a:cxn ang="0">
                <a:pos x="connsiteX49079" y="connsiteY49079"/>
              </a:cxn>
              <a:cxn ang="0">
                <a:pos x="connsiteX49080" y="connsiteY49080"/>
              </a:cxn>
              <a:cxn ang="0">
                <a:pos x="connsiteX49081" y="connsiteY49081"/>
              </a:cxn>
              <a:cxn ang="0">
                <a:pos x="connsiteX49082" y="connsiteY49082"/>
              </a:cxn>
              <a:cxn ang="0">
                <a:pos x="connsiteX49083" y="connsiteY49083"/>
              </a:cxn>
              <a:cxn ang="0">
                <a:pos x="connsiteX49084" y="connsiteY49084"/>
              </a:cxn>
              <a:cxn ang="0">
                <a:pos x="connsiteX49085" y="connsiteY49085"/>
              </a:cxn>
              <a:cxn ang="0">
                <a:pos x="connsiteX49086" y="connsiteY49086"/>
              </a:cxn>
              <a:cxn ang="0">
                <a:pos x="connsiteX49087" y="connsiteY49087"/>
              </a:cxn>
              <a:cxn ang="0">
                <a:pos x="connsiteX49088" y="connsiteY49088"/>
              </a:cxn>
              <a:cxn ang="0">
                <a:pos x="connsiteX49089" y="connsiteY49089"/>
              </a:cxn>
              <a:cxn ang="0">
                <a:pos x="connsiteX49090" y="connsiteY49090"/>
              </a:cxn>
              <a:cxn ang="0">
                <a:pos x="connsiteX49091" y="connsiteY49091"/>
              </a:cxn>
              <a:cxn ang="0">
                <a:pos x="connsiteX49092" y="connsiteY49092"/>
              </a:cxn>
              <a:cxn ang="0">
                <a:pos x="connsiteX49093" y="connsiteY49093"/>
              </a:cxn>
              <a:cxn ang="0">
                <a:pos x="connsiteX49094" y="connsiteY49094"/>
              </a:cxn>
              <a:cxn ang="0">
                <a:pos x="connsiteX49095" y="connsiteY49095"/>
              </a:cxn>
              <a:cxn ang="0">
                <a:pos x="connsiteX49096" y="connsiteY49096"/>
              </a:cxn>
              <a:cxn ang="0">
                <a:pos x="connsiteX49097" y="connsiteY49097"/>
              </a:cxn>
              <a:cxn ang="0">
                <a:pos x="connsiteX49098" y="connsiteY49098"/>
              </a:cxn>
              <a:cxn ang="0">
                <a:pos x="connsiteX49099" y="connsiteY49099"/>
              </a:cxn>
              <a:cxn ang="0">
                <a:pos x="connsiteX49100" y="connsiteY49100"/>
              </a:cxn>
              <a:cxn ang="0">
                <a:pos x="connsiteX49101" y="connsiteY49101"/>
              </a:cxn>
              <a:cxn ang="0">
                <a:pos x="connsiteX49102" y="connsiteY49102"/>
              </a:cxn>
              <a:cxn ang="0">
                <a:pos x="connsiteX49103" y="connsiteY49103"/>
              </a:cxn>
              <a:cxn ang="0">
                <a:pos x="connsiteX49104" y="connsiteY49104"/>
              </a:cxn>
              <a:cxn ang="0">
                <a:pos x="connsiteX49105" y="connsiteY49105"/>
              </a:cxn>
              <a:cxn ang="0">
                <a:pos x="connsiteX49106" y="connsiteY49106"/>
              </a:cxn>
              <a:cxn ang="0">
                <a:pos x="connsiteX49107" y="connsiteY49107"/>
              </a:cxn>
              <a:cxn ang="0">
                <a:pos x="connsiteX49108" y="connsiteY49108"/>
              </a:cxn>
              <a:cxn ang="0">
                <a:pos x="connsiteX49109" y="connsiteY49109"/>
              </a:cxn>
              <a:cxn ang="0">
                <a:pos x="connsiteX49110" y="connsiteY49110"/>
              </a:cxn>
              <a:cxn ang="0">
                <a:pos x="connsiteX49111" y="connsiteY49111"/>
              </a:cxn>
              <a:cxn ang="0">
                <a:pos x="connsiteX49112" y="connsiteY49112"/>
              </a:cxn>
              <a:cxn ang="0">
                <a:pos x="connsiteX49113" y="connsiteY49113"/>
              </a:cxn>
              <a:cxn ang="0">
                <a:pos x="connsiteX49114" y="connsiteY49114"/>
              </a:cxn>
              <a:cxn ang="0">
                <a:pos x="connsiteX49115" y="connsiteY49115"/>
              </a:cxn>
              <a:cxn ang="0">
                <a:pos x="connsiteX49116" y="connsiteY49116"/>
              </a:cxn>
              <a:cxn ang="0">
                <a:pos x="connsiteX49117" y="connsiteY49117"/>
              </a:cxn>
              <a:cxn ang="0">
                <a:pos x="connsiteX49118" y="connsiteY49118"/>
              </a:cxn>
              <a:cxn ang="0">
                <a:pos x="connsiteX49119" y="connsiteY49119"/>
              </a:cxn>
              <a:cxn ang="0">
                <a:pos x="connsiteX49120" y="connsiteY49120"/>
              </a:cxn>
              <a:cxn ang="0">
                <a:pos x="connsiteX49121" y="connsiteY49121"/>
              </a:cxn>
              <a:cxn ang="0">
                <a:pos x="connsiteX49122" y="connsiteY49122"/>
              </a:cxn>
              <a:cxn ang="0">
                <a:pos x="connsiteX49123" y="connsiteY49123"/>
              </a:cxn>
              <a:cxn ang="0">
                <a:pos x="connsiteX49124" y="connsiteY49124"/>
              </a:cxn>
              <a:cxn ang="0">
                <a:pos x="connsiteX49125" y="connsiteY49125"/>
              </a:cxn>
              <a:cxn ang="0">
                <a:pos x="connsiteX49126" y="connsiteY49126"/>
              </a:cxn>
              <a:cxn ang="0">
                <a:pos x="connsiteX49127" y="connsiteY49127"/>
              </a:cxn>
              <a:cxn ang="0">
                <a:pos x="connsiteX49128" y="connsiteY49128"/>
              </a:cxn>
              <a:cxn ang="0">
                <a:pos x="connsiteX49129" y="connsiteY49129"/>
              </a:cxn>
              <a:cxn ang="0">
                <a:pos x="connsiteX49130" y="connsiteY49130"/>
              </a:cxn>
              <a:cxn ang="0">
                <a:pos x="connsiteX49131" y="connsiteY49131"/>
              </a:cxn>
              <a:cxn ang="0">
                <a:pos x="connsiteX49132" y="connsiteY49132"/>
              </a:cxn>
              <a:cxn ang="0">
                <a:pos x="connsiteX49133" y="connsiteY49133"/>
              </a:cxn>
              <a:cxn ang="0">
                <a:pos x="connsiteX49134" y="connsiteY49134"/>
              </a:cxn>
              <a:cxn ang="0">
                <a:pos x="connsiteX49135" y="connsiteY49135"/>
              </a:cxn>
              <a:cxn ang="0">
                <a:pos x="connsiteX49136" y="connsiteY49136"/>
              </a:cxn>
              <a:cxn ang="0">
                <a:pos x="connsiteX49137" y="connsiteY49137"/>
              </a:cxn>
              <a:cxn ang="0">
                <a:pos x="connsiteX49138" y="connsiteY49138"/>
              </a:cxn>
              <a:cxn ang="0">
                <a:pos x="connsiteX49139" y="connsiteY49139"/>
              </a:cxn>
              <a:cxn ang="0">
                <a:pos x="connsiteX49140" y="connsiteY49140"/>
              </a:cxn>
              <a:cxn ang="0">
                <a:pos x="connsiteX49141" y="connsiteY49141"/>
              </a:cxn>
              <a:cxn ang="0">
                <a:pos x="connsiteX49142" y="connsiteY49142"/>
              </a:cxn>
              <a:cxn ang="0">
                <a:pos x="connsiteX49143" y="connsiteY49143"/>
              </a:cxn>
              <a:cxn ang="0">
                <a:pos x="connsiteX49144" y="connsiteY49144"/>
              </a:cxn>
              <a:cxn ang="0">
                <a:pos x="connsiteX49145" y="connsiteY49145"/>
              </a:cxn>
              <a:cxn ang="0">
                <a:pos x="connsiteX49146" y="connsiteY49146"/>
              </a:cxn>
              <a:cxn ang="0">
                <a:pos x="connsiteX49147" y="connsiteY49147"/>
              </a:cxn>
              <a:cxn ang="0">
                <a:pos x="connsiteX49148" y="connsiteY49148"/>
              </a:cxn>
              <a:cxn ang="0">
                <a:pos x="connsiteX49149" y="connsiteY49149"/>
              </a:cxn>
              <a:cxn ang="0">
                <a:pos x="connsiteX49150" y="connsiteY49150"/>
              </a:cxn>
              <a:cxn ang="0">
                <a:pos x="connsiteX49151" y="connsiteY49151"/>
              </a:cxn>
              <a:cxn ang="0">
                <a:pos x="connsiteX49152" y="connsiteY49152"/>
              </a:cxn>
              <a:cxn ang="0">
                <a:pos x="connsiteX49153" y="connsiteY49153"/>
              </a:cxn>
              <a:cxn ang="0">
                <a:pos x="connsiteX49154" y="connsiteY49154"/>
              </a:cxn>
              <a:cxn ang="0">
                <a:pos x="connsiteX49155" y="connsiteY49155"/>
              </a:cxn>
              <a:cxn ang="0">
                <a:pos x="connsiteX49156" y="connsiteY49156"/>
              </a:cxn>
              <a:cxn ang="0">
                <a:pos x="connsiteX49157" y="connsiteY49157"/>
              </a:cxn>
              <a:cxn ang="0">
                <a:pos x="connsiteX49158" y="connsiteY49158"/>
              </a:cxn>
              <a:cxn ang="0">
                <a:pos x="connsiteX49159" y="connsiteY49159"/>
              </a:cxn>
              <a:cxn ang="0">
                <a:pos x="connsiteX49160" y="connsiteY49160"/>
              </a:cxn>
              <a:cxn ang="0">
                <a:pos x="connsiteX49161" y="connsiteY49161"/>
              </a:cxn>
              <a:cxn ang="0">
                <a:pos x="connsiteX49162" y="connsiteY49162"/>
              </a:cxn>
              <a:cxn ang="0">
                <a:pos x="connsiteX49163" y="connsiteY49163"/>
              </a:cxn>
              <a:cxn ang="0">
                <a:pos x="connsiteX49164" y="connsiteY49164"/>
              </a:cxn>
              <a:cxn ang="0">
                <a:pos x="connsiteX49165" y="connsiteY49165"/>
              </a:cxn>
              <a:cxn ang="0">
                <a:pos x="connsiteX49166" y="connsiteY49166"/>
              </a:cxn>
              <a:cxn ang="0">
                <a:pos x="connsiteX49167" y="connsiteY49167"/>
              </a:cxn>
              <a:cxn ang="0">
                <a:pos x="connsiteX49168" y="connsiteY49168"/>
              </a:cxn>
              <a:cxn ang="0">
                <a:pos x="connsiteX49169" y="connsiteY49169"/>
              </a:cxn>
              <a:cxn ang="0">
                <a:pos x="connsiteX49170" y="connsiteY49170"/>
              </a:cxn>
              <a:cxn ang="0">
                <a:pos x="connsiteX49171" y="connsiteY49171"/>
              </a:cxn>
              <a:cxn ang="0">
                <a:pos x="connsiteX49172" y="connsiteY49172"/>
              </a:cxn>
              <a:cxn ang="0">
                <a:pos x="connsiteX49173" y="connsiteY49173"/>
              </a:cxn>
              <a:cxn ang="0">
                <a:pos x="connsiteX49174" y="connsiteY49174"/>
              </a:cxn>
              <a:cxn ang="0">
                <a:pos x="connsiteX49175" y="connsiteY49175"/>
              </a:cxn>
              <a:cxn ang="0">
                <a:pos x="connsiteX49176" y="connsiteY49176"/>
              </a:cxn>
              <a:cxn ang="0">
                <a:pos x="connsiteX49177" y="connsiteY49177"/>
              </a:cxn>
              <a:cxn ang="0">
                <a:pos x="connsiteX49178" y="connsiteY49178"/>
              </a:cxn>
              <a:cxn ang="0">
                <a:pos x="connsiteX49179" y="connsiteY49179"/>
              </a:cxn>
              <a:cxn ang="0">
                <a:pos x="connsiteX49180" y="connsiteY49180"/>
              </a:cxn>
              <a:cxn ang="0">
                <a:pos x="connsiteX49181" y="connsiteY49181"/>
              </a:cxn>
              <a:cxn ang="0">
                <a:pos x="connsiteX49182" y="connsiteY49182"/>
              </a:cxn>
              <a:cxn ang="0">
                <a:pos x="connsiteX49183" y="connsiteY49183"/>
              </a:cxn>
              <a:cxn ang="0">
                <a:pos x="connsiteX49184" y="connsiteY49184"/>
              </a:cxn>
              <a:cxn ang="0">
                <a:pos x="connsiteX49185" y="connsiteY49185"/>
              </a:cxn>
              <a:cxn ang="0">
                <a:pos x="connsiteX49186" y="connsiteY49186"/>
              </a:cxn>
              <a:cxn ang="0">
                <a:pos x="connsiteX49187" y="connsiteY49187"/>
              </a:cxn>
              <a:cxn ang="0">
                <a:pos x="connsiteX49188" y="connsiteY49188"/>
              </a:cxn>
              <a:cxn ang="0">
                <a:pos x="connsiteX49189" y="connsiteY49189"/>
              </a:cxn>
              <a:cxn ang="0">
                <a:pos x="connsiteX49190" y="connsiteY49190"/>
              </a:cxn>
              <a:cxn ang="0">
                <a:pos x="connsiteX49191" y="connsiteY49191"/>
              </a:cxn>
              <a:cxn ang="0">
                <a:pos x="connsiteX49192" y="connsiteY49192"/>
              </a:cxn>
              <a:cxn ang="0">
                <a:pos x="connsiteX49193" y="connsiteY49193"/>
              </a:cxn>
              <a:cxn ang="0">
                <a:pos x="connsiteX49194" y="connsiteY49194"/>
              </a:cxn>
              <a:cxn ang="0">
                <a:pos x="connsiteX49195" y="connsiteY49195"/>
              </a:cxn>
              <a:cxn ang="0">
                <a:pos x="connsiteX49196" y="connsiteY49196"/>
              </a:cxn>
              <a:cxn ang="0">
                <a:pos x="connsiteX49197" y="connsiteY49197"/>
              </a:cxn>
              <a:cxn ang="0">
                <a:pos x="connsiteX49198" y="connsiteY49198"/>
              </a:cxn>
              <a:cxn ang="0">
                <a:pos x="connsiteX49199" y="connsiteY49199"/>
              </a:cxn>
              <a:cxn ang="0">
                <a:pos x="connsiteX49200" y="connsiteY49200"/>
              </a:cxn>
              <a:cxn ang="0">
                <a:pos x="connsiteX49201" y="connsiteY49201"/>
              </a:cxn>
              <a:cxn ang="0">
                <a:pos x="connsiteX49202" y="connsiteY49202"/>
              </a:cxn>
              <a:cxn ang="0">
                <a:pos x="connsiteX49203" y="connsiteY49203"/>
              </a:cxn>
              <a:cxn ang="0">
                <a:pos x="connsiteX49204" y="connsiteY49204"/>
              </a:cxn>
              <a:cxn ang="0">
                <a:pos x="connsiteX49205" y="connsiteY49205"/>
              </a:cxn>
              <a:cxn ang="0">
                <a:pos x="connsiteX49206" y="connsiteY49206"/>
              </a:cxn>
              <a:cxn ang="0">
                <a:pos x="connsiteX49207" y="connsiteY49207"/>
              </a:cxn>
              <a:cxn ang="0">
                <a:pos x="connsiteX49208" y="connsiteY49208"/>
              </a:cxn>
              <a:cxn ang="0">
                <a:pos x="connsiteX49209" y="connsiteY49209"/>
              </a:cxn>
              <a:cxn ang="0">
                <a:pos x="connsiteX49210" y="connsiteY49210"/>
              </a:cxn>
              <a:cxn ang="0">
                <a:pos x="connsiteX49211" y="connsiteY49211"/>
              </a:cxn>
              <a:cxn ang="0">
                <a:pos x="connsiteX49212" y="connsiteY49212"/>
              </a:cxn>
              <a:cxn ang="0">
                <a:pos x="connsiteX49213" y="connsiteY49213"/>
              </a:cxn>
              <a:cxn ang="0">
                <a:pos x="connsiteX49214" y="connsiteY49214"/>
              </a:cxn>
              <a:cxn ang="0">
                <a:pos x="connsiteX49215" y="connsiteY49215"/>
              </a:cxn>
              <a:cxn ang="0">
                <a:pos x="connsiteX49216" y="connsiteY49216"/>
              </a:cxn>
              <a:cxn ang="0">
                <a:pos x="connsiteX49217" y="connsiteY49217"/>
              </a:cxn>
              <a:cxn ang="0">
                <a:pos x="connsiteX49218" y="connsiteY49218"/>
              </a:cxn>
              <a:cxn ang="0">
                <a:pos x="connsiteX49219" y="connsiteY49219"/>
              </a:cxn>
              <a:cxn ang="0">
                <a:pos x="connsiteX49220" y="connsiteY49220"/>
              </a:cxn>
              <a:cxn ang="0">
                <a:pos x="connsiteX49221" y="connsiteY49221"/>
              </a:cxn>
              <a:cxn ang="0">
                <a:pos x="connsiteX49222" y="connsiteY49222"/>
              </a:cxn>
              <a:cxn ang="0">
                <a:pos x="connsiteX49223" y="connsiteY49223"/>
              </a:cxn>
              <a:cxn ang="0">
                <a:pos x="connsiteX49224" y="connsiteY49224"/>
              </a:cxn>
              <a:cxn ang="0">
                <a:pos x="connsiteX49225" y="connsiteY49225"/>
              </a:cxn>
              <a:cxn ang="0">
                <a:pos x="connsiteX49226" y="connsiteY49226"/>
              </a:cxn>
              <a:cxn ang="0">
                <a:pos x="connsiteX49227" y="connsiteY49227"/>
              </a:cxn>
              <a:cxn ang="0">
                <a:pos x="connsiteX49228" y="connsiteY49228"/>
              </a:cxn>
              <a:cxn ang="0">
                <a:pos x="connsiteX49229" y="connsiteY49229"/>
              </a:cxn>
              <a:cxn ang="0">
                <a:pos x="connsiteX49230" y="connsiteY49230"/>
              </a:cxn>
              <a:cxn ang="0">
                <a:pos x="connsiteX49231" y="connsiteY49231"/>
              </a:cxn>
              <a:cxn ang="0">
                <a:pos x="connsiteX49232" y="connsiteY49232"/>
              </a:cxn>
              <a:cxn ang="0">
                <a:pos x="connsiteX49233" y="connsiteY49233"/>
              </a:cxn>
              <a:cxn ang="0">
                <a:pos x="connsiteX49234" y="connsiteY49234"/>
              </a:cxn>
              <a:cxn ang="0">
                <a:pos x="connsiteX49235" y="connsiteY49235"/>
              </a:cxn>
              <a:cxn ang="0">
                <a:pos x="connsiteX49236" y="connsiteY49236"/>
              </a:cxn>
              <a:cxn ang="0">
                <a:pos x="connsiteX49237" y="connsiteY49237"/>
              </a:cxn>
              <a:cxn ang="0">
                <a:pos x="connsiteX49238" y="connsiteY49238"/>
              </a:cxn>
              <a:cxn ang="0">
                <a:pos x="connsiteX49239" y="connsiteY49239"/>
              </a:cxn>
              <a:cxn ang="0">
                <a:pos x="connsiteX49240" y="connsiteY49240"/>
              </a:cxn>
              <a:cxn ang="0">
                <a:pos x="connsiteX49241" y="connsiteY49241"/>
              </a:cxn>
              <a:cxn ang="0">
                <a:pos x="connsiteX49242" y="connsiteY49242"/>
              </a:cxn>
              <a:cxn ang="0">
                <a:pos x="connsiteX49243" y="connsiteY49243"/>
              </a:cxn>
              <a:cxn ang="0">
                <a:pos x="connsiteX49244" y="connsiteY49244"/>
              </a:cxn>
              <a:cxn ang="0">
                <a:pos x="connsiteX49245" y="connsiteY49245"/>
              </a:cxn>
              <a:cxn ang="0">
                <a:pos x="connsiteX49246" y="connsiteY49246"/>
              </a:cxn>
              <a:cxn ang="0">
                <a:pos x="connsiteX49247" y="connsiteY49247"/>
              </a:cxn>
              <a:cxn ang="0">
                <a:pos x="connsiteX49248" y="connsiteY49248"/>
              </a:cxn>
              <a:cxn ang="0">
                <a:pos x="connsiteX49249" y="connsiteY49249"/>
              </a:cxn>
              <a:cxn ang="0">
                <a:pos x="connsiteX49250" y="connsiteY49250"/>
              </a:cxn>
              <a:cxn ang="0">
                <a:pos x="connsiteX49251" y="connsiteY49251"/>
              </a:cxn>
              <a:cxn ang="0">
                <a:pos x="connsiteX49252" y="connsiteY49252"/>
              </a:cxn>
              <a:cxn ang="0">
                <a:pos x="connsiteX49253" y="connsiteY49253"/>
              </a:cxn>
              <a:cxn ang="0">
                <a:pos x="connsiteX49254" y="connsiteY49254"/>
              </a:cxn>
              <a:cxn ang="0">
                <a:pos x="connsiteX49255" y="connsiteY49255"/>
              </a:cxn>
              <a:cxn ang="0">
                <a:pos x="connsiteX49256" y="connsiteY49256"/>
              </a:cxn>
              <a:cxn ang="0">
                <a:pos x="connsiteX49257" y="connsiteY49257"/>
              </a:cxn>
              <a:cxn ang="0">
                <a:pos x="connsiteX49258" y="connsiteY49258"/>
              </a:cxn>
              <a:cxn ang="0">
                <a:pos x="connsiteX49259" y="connsiteY49259"/>
              </a:cxn>
              <a:cxn ang="0">
                <a:pos x="connsiteX49260" y="connsiteY49260"/>
              </a:cxn>
              <a:cxn ang="0">
                <a:pos x="connsiteX49261" y="connsiteY49261"/>
              </a:cxn>
              <a:cxn ang="0">
                <a:pos x="connsiteX49262" y="connsiteY49262"/>
              </a:cxn>
              <a:cxn ang="0">
                <a:pos x="connsiteX49263" y="connsiteY49263"/>
              </a:cxn>
              <a:cxn ang="0">
                <a:pos x="connsiteX49264" y="connsiteY49264"/>
              </a:cxn>
              <a:cxn ang="0">
                <a:pos x="connsiteX49265" y="connsiteY49265"/>
              </a:cxn>
              <a:cxn ang="0">
                <a:pos x="connsiteX49266" y="connsiteY49266"/>
              </a:cxn>
              <a:cxn ang="0">
                <a:pos x="connsiteX49267" y="connsiteY49267"/>
              </a:cxn>
              <a:cxn ang="0">
                <a:pos x="connsiteX49268" y="connsiteY49268"/>
              </a:cxn>
              <a:cxn ang="0">
                <a:pos x="connsiteX49269" y="connsiteY49269"/>
              </a:cxn>
              <a:cxn ang="0">
                <a:pos x="connsiteX49270" y="connsiteY49270"/>
              </a:cxn>
              <a:cxn ang="0">
                <a:pos x="connsiteX49271" y="connsiteY49271"/>
              </a:cxn>
              <a:cxn ang="0">
                <a:pos x="connsiteX49272" y="connsiteY49272"/>
              </a:cxn>
              <a:cxn ang="0">
                <a:pos x="connsiteX49273" y="connsiteY49273"/>
              </a:cxn>
              <a:cxn ang="0">
                <a:pos x="connsiteX49274" y="connsiteY49274"/>
              </a:cxn>
              <a:cxn ang="0">
                <a:pos x="connsiteX49275" y="connsiteY49275"/>
              </a:cxn>
              <a:cxn ang="0">
                <a:pos x="connsiteX49276" y="connsiteY49276"/>
              </a:cxn>
              <a:cxn ang="0">
                <a:pos x="connsiteX49277" y="connsiteY49277"/>
              </a:cxn>
              <a:cxn ang="0">
                <a:pos x="connsiteX49278" y="connsiteY49278"/>
              </a:cxn>
              <a:cxn ang="0">
                <a:pos x="connsiteX49279" y="connsiteY49279"/>
              </a:cxn>
              <a:cxn ang="0">
                <a:pos x="connsiteX49280" y="connsiteY49280"/>
              </a:cxn>
              <a:cxn ang="0">
                <a:pos x="connsiteX49281" y="connsiteY49281"/>
              </a:cxn>
              <a:cxn ang="0">
                <a:pos x="connsiteX49282" y="connsiteY49282"/>
              </a:cxn>
              <a:cxn ang="0">
                <a:pos x="connsiteX49283" y="connsiteY49283"/>
              </a:cxn>
              <a:cxn ang="0">
                <a:pos x="connsiteX49284" y="connsiteY49284"/>
              </a:cxn>
              <a:cxn ang="0">
                <a:pos x="connsiteX49285" y="connsiteY49285"/>
              </a:cxn>
              <a:cxn ang="0">
                <a:pos x="connsiteX49286" y="connsiteY49286"/>
              </a:cxn>
              <a:cxn ang="0">
                <a:pos x="connsiteX49287" y="connsiteY49287"/>
              </a:cxn>
              <a:cxn ang="0">
                <a:pos x="connsiteX49288" y="connsiteY49288"/>
              </a:cxn>
              <a:cxn ang="0">
                <a:pos x="connsiteX49289" y="connsiteY49289"/>
              </a:cxn>
              <a:cxn ang="0">
                <a:pos x="connsiteX49290" y="connsiteY49290"/>
              </a:cxn>
              <a:cxn ang="0">
                <a:pos x="connsiteX49291" y="connsiteY49291"/>
              </a:cxn>
              <a:cxn ang="0">
                <a:pos x="connsiteX49292" y="connsiteY49292"/>
              </a:cxn>
              <a:cxn ang="0">
                <a:pos x="connsiteX49293" y="connsiteY49293"/>
              </a:cxn>
              <a:cxn ang="0">
                <a:pos x="connsiteX49294" y="connsiteY49294"/>
              </a:cxn>
              <a:cxn ang="0">
                <a:pos x="connsiteX49295" y="connsiteY49295"/>
              </a:cxn>
              <a:cxn ang="0">
                <a:pos x="connsiteX49296" y="connsiteY49296"/>
              </a:cxn>
              <a:cxn ang="0">
                <a:pos x="connsiteX49297" y="connsiteY49297"/>
              </a:cxn>
              <a:cxn ang="0">
                <a:pos x="connsiteX49298" y="connsiteY49298"/>
              </a:cxn>
              <a:cxn ang="0">
                <a:pos x="connsiteX49299" y="connsiteY49299"/>
              </a:cxn>
              <a:cxn ang="0">
                <a:pos x="connsiteX49300" y="connsiteY49300"/>
              </a:cxn>
              <a:cxn ang="0">
                <a:pos x="connsiteX49301" y="connsiteY49301"/>
              </a:cxn>
              <a:cxn ang="0">
                <a:pos x="connsiteX49302" y="connsiteY49302"/>
              </a:cxn>
              <a:cxn ang="0">
                <a:pos x="connsiteX49303" y="connsiteY49303"/>
              </a:cxn>
              <a:cxn ang="0">
                <a:pos x="connsiteX49304" y="connsiteY49304"/>
              </a:cxn>
              <a:cxn ang="0">
                <a:pos x="connsiteX49305" y="connsiteY49305"/>
              </a:cxn>
              <a:cxn ang="0">
                <a:pos x="connsiteX49306" y="connsiteY49306"/>
              </a:cxn>
              <a:cxn ang="0">
                <a:pos x="connsiteX49307" y="connsiteY49307"/>
              </a:cxn>
              <a:cxn ang="0">
                <a:pos x="connsiteX49308" y="connsiteY49308"/>
              </a:cxn>
              <a:cxn ang="0">
                <a:pos x="connsiteX49309" y="connsiteY49309"/>
              </a:cxn>
              <a:cxn ang="0">
                <a:pos x="connsiteX49310" y="connsiteY49310"/>
              </a:cxn>
              <a:cxn ang="0">
                <a:pos x="connsiteX49311" y="connsiteY49311"/>
              </a:cxn>
              <a:cxn ang="0">
                <a:pos x="connsiteX49312" y="connsiteY49312"/>
              </a:cxn>
              <a:cxn ang="0">
                <a:pos x="connsiteX49313" y="connsiteY49313"/>
              </a:cxn>
              <a:cxn ang="0">
                <a:pos x="connsiteX49314" y="connsiteY49314"/>
              </a:cxn>
              <a:cxn ang="0">
                <a:pos x="connsiteX49315" y="connsiteY49315"/>
              </a:cxn>
              <a:cxn ang="0">
                <a:pos x="connsiteX49316" y="connsiteY49316"/>
              </a:cxn>
              <a:cxn ang="0">
                <a:pos x="connsiteX49317" y="connsiteY49317"/>
              </a:cxn>
              <a:cxn ang="0">
                <a:pos x="connsiteX49318" y="connsiteY49318"/>
              </a:cxn>
              <a:cxn ang="0">
                <a:pos x="connsiteX49319" y="connsiteY49319"/>
              </a:cxn>
              <a:cxn ang="0">
                <a:pos x="connsiteX49320" y="connsiteY49320"/>
              </a:cxn>
              <a:cxn ang="0">
                <a:pos x="connsiteX49321" y="connsiteY49321"/>
              </a:cxn>
              <a:cxn ang="0">
                <a:pos x="connsiteX49322" y="connsiteY49322"/>
              </a:cxn>
              <a:cxn ang="0">
                <a:pos x="connsiteX49323" y="connsiteY49323"/>
              </a:cxn>
              <a:cxn ang="0">
                <a:pos x="connsiteX49324" y="connsiteY49324"/>
              </a:cxn>
              <a:cxn ang="0">
                <a:pos x="connsiteX49325" y="connsiteY49325"/>
              </a:cxn>
              <a:cxn ang="0">
                <a:pos x="connsiteX49326" y="connsiteY49326"/>
              </a:cxn>
              <a:cxn ang="0">
                <a:pos x="connsiteX49327" y="connsiteY49327"/>
              </a:cxn>
              <a:cxn ang="0">
                <a:pos x="connsiteX49328" y="connsiteY49328"/>
              </a:cxn>
              <a:cxn ang="0">
                <a:pos x="connsiteX49329" y="connsiteY49329"/>
              </a:cxn>
              <a:cxn ang="0">
                <a:pos x="connsiteX49330" y="connsiteY49330"/>
              </a:cxn>
              <a:cxn ang="0">
                <a:pos x="connsiteX49331" y="connsiteY49331"/>
              </a:cxn>
              <a:cxn ang="0">
                <a:pos x="connsiteX49332" y="connsiteY49332"/>
              </a:cxn>
              <a:cxn ang="0">
                <a:pos x="connsiteX49333" y="connsiteY49333"/>
              </a:cxn>
              <a:cxn ang="0">
                <a:pos x="connsiteX49334" y="connsiteY49334"/>
              </a:cxn>
              <a:cxn ang="0">
                <a:pos x="connsiteX49335" y="connsiteY49335"/>
              </a:cxn>
              <a:cxn ang="0">
                <a:pos x="connsiteX49336" y="connsiteY49336"/>
              </a:cxn>
              <a:cxn ang="0">
                <a:pos x="connsiteX49337" y="connsiteY49337"/>
              </a:cxn>
              <a:cxn ang="0">
                <a:pos x="connsiteX49338" y="connsiteY49338"/>
              </a:cxn>
              <a:cxn ang="0">
                <a:pos x="connsiteX49339" y="connsiteY49339"/>
              </a:cxn>
              <a:cxn ang="0">
                <a:pos x="connsiteX49340" y="connsiteY49340"/>
              </a:cxn>
              <a:cxn ang="0">
                <a:pos x="connsiteX49341" y="connsiteY49341"/>
              </a:cxn>
              <a:cxn ang="0">
                <a:pos x="connsiteX49342" y="connsiteY49342"/>
              </a:cxn>
              <a:cxn ang="0">
                <a:pos x="connsiteX49343" y="connsiteY49343"/>
              </a:cxn>
              <a:cxn ang="0">
                <a:pos x="connsiteX49344" y="connsiteY49344"/>
              </a:cxn>
              <a:cxn ang="0">
                <a:pos x="connsiteX49345" y="connsiteY49345"/>
              </a:cxn>
              <a:cxn ang="0">
                <a:pos x="connsiteX49346" y="connsiteY49346"/>
              </a:cxn>
              <a:cxn ang="0">
                <a:pos x="connsiteX49347" y="connsiteY49347"/>
              </a:cxn>
              <a:cxn ang="0">
                <a:pos x="connsiteX49348" y="connsiteY49348"/>
              </a:cxn>
              <a:cxn ang="0">
                <a:pos x="connsiteX49349" y="connsiteY49349"/>
              </a:cxn>
              <a:cxn ang="0">
                <a:pos x="connsiteX49350" y="connsiteY49350"/>
              </a:cxn>
              <a:cxn ang="0">
                <a:pos x="connsiteX49351" y="connsiteY49351"/>
              </a:cxn>
              <a:cxn ang="0">
                <a:pos x="connsiteX49352" y="connsiteY49352"/>
              </a:cxn>
              <a:cxn ang="0">
                <a:pos x="connsiteX49353" y="connsiteY49353"/>
              </a:cxn>
              <a:cxn ang="0">
                <a:pos x="connsiteX49354" y="connsiteY49354"/>
              </a:cxn>
              <a:cxn ang="0">
                <a:pos x="connsiteX49355" y="connsiteY49355"/>
              </a:cxn>
              <a:cxn ang="0">
                <a:pos x="connsiteX49356" y="connsiteY49356"/>
              </a:cxn>
              <a:cxn ang="0">
                <a:pos x="connsiteX49357" y="connsiteY49357"/>
              </a:cxn>
              <a:cxn ang="0">
                <a:pos x="connsiteX49358" y="connsiteY49358"/>
              </a:cxn>
              <a:cxn ang="0">
                <a:pos x="connsiteX49359" y="connsiteY49359"/>
              </a:cxn>
              <a:cxn ang="0">
                <a:pos x="connsiteX49360" y="connsiteY49360"/>
              </a:cxn>
              <a:cxn ang="0">
                <a:pos x="connsiteX49361" y="connsiteY49361"/>
              </a:cxn>
              <a:cxn ang="0">
                <a:pos x="connsiteX49362" y="connsiteY49362"/>
              </a:cxn>
              <a:cxn ang="0">
                <a:pos x="connsiteX49363" y="connsiteY49363"/>
              </a:cxn>
              <a:cxn ang="0">
                <a:pos x="connsiteX49364" y="connsiteY49364"/>
              </a:cxn>
              <a:cxn ang="0">
                <a:pos x="connsiteX49365" y="connsiteY49365"/>
              </a:cxn>
              <a:cxn ang="0">
                <a:pos x="connsiteX49366" y="connsiteY49366"/>
              </a:cxn>
              <a:cxn ang="0">
                <a:pos x="connsiteX49367" y="connsiteY49367"/>
              </a:cxn>
              <a:cxn ang="0">
                <a:pos x="connsiteX49368" y="connsiteY49368"/>
              </a:cxn>
              <a:cxn ang="0">
                <a:pos x="connsiteX49369" y="connsiteY49369"/>
              </a:cxn>
              <a:cxn ang="0">
                <a:pos x="connsiteX49370" y="connsiteY49370"/>
              </a:cxn>
              <a:cxn ang="0">
                <a:pos x="connsiteX49371" y="connsiteY49371"/>
              </a:cxn>
              <a:cxn ang="0">
                <a:pos x="connsiteX49372" y="connsiteY49372"/>
              </a:cxn>
              <a:cxn ang="0">
                <a:pos x="connsiteX49373" y="connsiteY49373"/>
              </a:cxn>
              <a:cxn ang="0">
                <a:pos x="connsiteX49374" y="connsiteY49374"/>
              </a:cxn>
              <a:cxn ang="0">
                <a:pos x="connsiteX49375" y="connsiteY49375"/>
              </a:cxn>
              <a:cxn ang="0">
                <a:pos x="connsiteX49376" y="connsiteY49376"/>
              </a:cxn>
              <a:cxn ang="0">
                <a:pos x="connsiteX49377" y="connsiteY49377"/>
              </a:cxn>
              <a:cxn ang="0">
                <a:pos x="connsiteX49378" y="connsiteY49378"/>
              </a:cxn>
              <a:cxn ang="0">
                <a:pos x="connsiteX49379" y="connsiteY49379"/>
              </a:cxn>
              <a:cxn ang="0">
                <a:pos x="connsiteX49380" y="connsiteY49380"/>
              </a:cxn>
              <a:cxn ang="0">
                <a:pos x="connsiteX49381" y="connsiteY49381"/>
              </a:cxn>
              <a:cxn ang="0">
                <a:pos x="connsiteX49382" y="connsiteY49382"/>
              </a:cxn>
              <a:cxn ang="0">
                <a:pos x="connsiteX49383" y="connsiteY49383"/>
              </a:cxn>
              <a:cxn ang="0">
                <a:pos x="connsiteX49384" y="connsiteY49384"/>
              </a:cxn>
              <a:cxn ang="0">
                <a:pos x="connsiteX49385" y="connsiteY49385"/>
              </a:cxn>
              <a:cxn ang="0">
                <a:pos x="connsiteX49386" y="connsiteY49386"/>
              </a:cxn>
              <a:cxn ang="0">
                <a:pos x="connsiteX49387" y="connsiteY49387"/>
              </a:cxn>
              <a:cxn ang="0">
                <a:pos x="connsiteX49388" y="connsiteY49388"/>
              </a:cxn>
              <a:cxn ang="0">
                <a:pos x="connsiteX49389" y="connsiteY49389"/>
              </a:cxn>
              <a:cxn ang="0">
                <a:pos x="connsiteX49390" y="connsiteY49390"/>
              </a:cxn>
              <a:cxn ang="0">
                <a:pos x="connsiteX49391" y="connsiteY49391"/>
              </a:cxn>
              <a:cxn ang="0">
                <a:pos x="connsiteX49392" y="connsiteY49392"/>
              </a:cxn>
              <a:cxn ang="0">
                <a:pos x="connsiteX49393" y="connsiteY49393"/>
              </a:cxn>
              <a:cxn ang="0">
                <a:pos x="connsiteX49394" y="connsiteY49394"/>
              </a:cxn>
              <a:cxn ang="0">
                <a:pos x="connsiteX49395" y="connsiteY49395"/>
              </a:cxn>
              <a:cxn ang="0">
                <a:pos x="connsiteX49396" y="connsiteY49396"/>
              </a:cxn>
              <a:cxn ang="0">
                <a:pos x="connsiteX49397" y="connsiteY49397"/>
              </a:cxn>
              <a:cxn ang="0">
                <a:pos x="connsiteX49398" y="connsiteY49398"/>
              </a:cxn>
              <a:cxn ang="0">
                <a:pos x="connsiteX49399" y="connsiteY49399"/>
              </a:cxn>
              <a:cxn ang="0">
                <a:pos x="connsiteX49400" y="connsiteY49400"/>
              </a:cxn>
              <a:cxn ang="0">
                <a:pos x="connsiteX49401" y="connsiteY49401"/>
              </a:cxn>
              <a:cxn ang="0">
                <a:pos x="connsiteX49402" y="connsiteY49402"/>
              </a:cxn>
              <a:cxn ang="0">
                <a:pos x="connsiteX49403" y="connsiteY49403"/>
              </a:cxn>
              <a:cxn ang="0">
                <a:pos x="connsiteX49404" y="connsiteY49404"/>
              </a:cxn>
              <a:cxn ang="0">
                <a:pos x="connsiteX49405" y="connsiteY49405"/>
              </a:cxn>
              <a:cxn ang="0">
                <a:pos x="connsiteX49406" y="connsiteY49406"/>
              </a:cxn>
              <a:cxn ang="0">
                <a:pos x="connsiteX49407" y="connsiteY49407"/>
              </a:cxn>
              <a:cxn ang="0">
                <a:pos x="connsiteX49408" y="connsiteY49408"/>
              </a:cxn>
              <a:cxn ang="0">
                <a:pos x="connsiteX49409" y="connsiteY49409"/>
              </a:cxn>
              <a:cxn ang="0">
                <a:pos x="connsiteX49410" y="connsiteY49410"/>
              </a:cxn>
              <a:cxn ang="0">
                <a:pos x="connsiteX49411" y="connsiteY49411"/>
              </a:cxn>
              <a:cxn ang="0">
                <a:pos x="connsiteX49412" y="connsiteY49412"/>
              </a:cxn>
              <a:cxn ang="0">
                <a:pos x="connsiteX49413" y="connsiteY49413"/>
              </a:cxn>
              <a:cxn ang="0">
                <a:pos x="connsiteX49414" y="connsiteY49414"/>
              </a:cxn>
              <a:cxn ang="0">
                <a:pos x="connsiteX49415" y="connsiteY49415"/>
              </a:cxn>
              <a:cxn ang="0">
                <a:pos x="connsiteX49416" y="connsiteY49416"/>
              </a:cxn>
              <a:cxn ang="0">
                <a:pos x="connsiteX49417" y="connsiteY49417"/>
              </a:cxn>
              <a:cxn ang="0">
                <a:pos x="connsiteX49418" y="connsiteY49418"/>
              </a:cxn>
              <a:cxn ang="0">
                <a:pos x="connsiteX49419" y="connsiteY49419"/>
              </a:cxn>
              <a:cxn ang="0">
                <a:pos x="connsiteX49420" y="connsiteY49420"/>
              </a:cxn>
              <a:cxn ang="0">
                <a:pos x="connsiteX49421" y="connsiteY49421"/>
              </a:cxn>
              <a:cxn ang="0">
                <a:pos x="connsiteX49422" y="connsiteY49422"/>
              </a:cxn>
              <a:cxn ang="0">
                <a:pos x="connsiteX49423" y="connsiteY49423"/>
              </a:cxn>
              <a:cxn ang="0">
                <a:pos x="connsiteX49424" y="connsiteY49424"/>
              </a:cxn>
              <a:cxn ang="0">
                <a:pos x="connsiteX49425" y="connsiteY49425"/>
              </a:cxn>
              <a:cxn ang="0">
                <a:pos x="connsiteX49426" y="connsiteY49426"/>
              </a:cxn>
              <a:cxn ang="0">
                <a:pos x="connsiteX49427" y="connsiteY49427"/>
              </a:cxn>
              <a:cxn ang="0">
                <a:pos x="connsiteX49428" y="connsiteY49428"/>
              </a:cxn>
              <a:cxn ang="0">
                <a:pos x="connsiteX49429" y="connsiteY49429"/>
              </a:cxn>
              <a:cxn ang="0">
                <a:pos x="connsiteX49430" y="connsiteY49430"/>
              </a:cxn>
              <a:cxn ang="0">
                <a:pos x="connsiteX49431" y="connsiteY49431"/>
              </a:cxn>
              <a:cxn ang="0">
                <a:pos x="connsiteX49432" y="connsiteY49432"/>
              </a:cxn>
              <a:cxn ang="0">
                <a:pos x="connsiteX49433" y="connsiteY49433"/>
              </a:cxn>
              <a:cxn ang="0">
                <a:pos x="connsiteX49434" y="connsiteY49434"/>
              </a:cxn>
              <a:cxn ang="0">
                <a:pos x="connsiteX49435" y="connsiteY49435"/>
              </a:cxn>
              <a:cxn ang="0">
                <a:pos x="connsiteX49436" y="connsiteY49436"/>
              </a:cxn>
              <a:cxn ang="0">
                <a:pos x="connsiteX49437" y="connsiteY49437"/>
              </a:cxn>
              <a:cxn ang="0">
                <a:pos x="connsiteX49438" y="connsiteY49438"/>
              </a:cxn>
              <a:cxn ang="0">
                <a:pos x="connsiteX49439" y="connsiteY49439"/>
              </a:cxn>
              <a:cxn ang="0">
                <a:pos x="connsiteX49440" y="connsiteY49440"/>
              </a:cxn>
              <a:cxn ang="0">
                <a:pos x="connsiteX49441" y="connsiteY49441"/>
              </a:cxn>
              <a:cxn ang="0">
                <a:pos x="connsiteX49442" y="connsiteY49442"/>
              </a:cxn>
              <a:cxn ang="0">
                <a:pos x="connsiteX49443" y="connsiteY49443"/>
              </a:cxn>
              <a:cxn ang="0">
                <a:pos x="connsiteX49444" y="connsiteY49444"/>
              </a:cxn>
              <a:cxn ang="0">
                <a:pos x="connsiteX49445" y="connsiteY49445"/>
              </a:cxn>
              <a:cxn ang="0">
                <a:pos x="connsiteX49446" y="connsiteY49446"/>
              </a:cxn>
              <a:cxn ang="0">
                <a:pos x="connsiteX49447" y="connsiteY49447"/>
              </a:cxn>
              <a:cxn ang="0">
                <a:pos x="connsiteX49448" y="connsiteY49448"/>
              </a:cxn>
              <a:cxn ang="0">
                <a:pos x="connsiteX49449" y="connsiteY49449"/>
              </a:cxn>
              <a:cxn ang="0">
                <a:pos x="connsiteX49450" y="connsiteY49450"/>
              </a:cxn>
              <a:cxn ang="0">
                <a:pos x="connsiteX49451" y="connsiteY49451"/>
              </a:cxn>
              <a:cxn ang="0">
                <a:pos x="connsiteX49452" y="connsiteY49452"/>
              </a:cxn>
              <a:cxn ang="0">
                <a:pos x="connsiteX49453" y="connsiteY49453"/>
              </a:cxn>
              <a:cxn ang="0">
                <a:pos x="connsiteX49454" y="connsiteY49454"/>
              </a:cxn>
              <a:cxn ang="0">
                <a:pos x="connsiteX49455" y="connsiteY49455"/>
              </a:cxn>
              <a:cxn ang="0">
                <a:pos x="connsiteX49456" y="connsiteY49456"/>
              </a:cxn>
              <a:cxn ang="0">
                <a:pos x="connsiteX49457" y="connsiteY49457"/>
              </a:cxn>
              <a:cxn ang="0">
                <a:pos x="connsiteX49458" y="connsiteY49458"/>
              </a:cxn>
              <a:cxn ang="0">
                <a:pos x="connsiteX49459" y="connsiteY49459"/>
              </a:cxn>
              <a:cxn ang="0">
                <a:pos x="connsiteX49460" y="connsiteY49460"/>
              </a:cxn>
              <a:cxn ang="0">
                <a:pos x="connsiteX49461" y="connsiteY49461"/>
              </a:cxn>
              <a:cxn ang="0">
                <a:pos x="connsiteX49462" y="connsiteY49462"/>
              </a:cxn>
              <a:cxn ang="0">
                <a:pos x="connsiteX49463" y="connsiteY49463"/>
              </a:cxn>
              <a:cxn ang="0">
                <a:pos x="connsiteX49464" y="connsiteY49464"/>
              </a:cxn>
              <a:cxn ang="0">
                <a:pos x="connsiteX49465" y="connsiteY49465"/>
              </a:cxn>
              <a:cxn ang="0">
                <a:pos x="connsiteX49466" y="connsiteY49466"/>
              </a:cxn>
              <a:cxn ang="0">
                <a:pos x="connsiteX49467" y="connsiteY49467"/>
              </a:cxn>
              <a:cxn ang="0">
                <a:pos x="connsiteX49468" y="connsiteY49468"/>
              </a:cxn>
              <a:cxn ang="0">
                <a:pos x="connsiteX49469" y="connsiteY49469"/>
              </a:cxn>
              <a:cxn ang="0">
                <a:pos x="connsiteX49470" y="connsiteY49470"/>
              </a:cxn>
              <a:cxn ang="0">
                <a:pos x="connsiteX49471" y="connsiteY49471"/>
              </a:cxn>
              <a:cxn ang="0">
                <a:pos x="connsiteX49472" y="connsiteY49472"/>
              </a:cxn>
              <a:cxn ang="0">
                <a:pos x="connsiteX49473" y="connsiteY49473"/>
              </a:cxn>
              <a:cxn ang="0">
                <a:pos x="connsiteX49474" y="connsiteY49474"/>
              </a:cxn>
              <a:cxn ang="0">
                <a:pos x="connsiteX49475" y="connsiteY49475"/>
              </a:cxn>
              <a:cxn ang="0">
                <a:pos x="connsiteX49476" y="connsiteY49476"/>
              </a:cxn>
              <a:cxn ang="0">
                <a:pos x="connsiteX49477" y="connsiteY49477"/>
              </a:cxn>
              <a:cxn ang="0">
                <a:pos x="connsiteX49478" y="connsiteY49478"/>
              </a:cxn>
              <a:cxn ang="0">
                <a:pos x="connsiteX49479" y="connsiteY49479"/>
              </a:cxn>
              <a:cxn ang="0">
                <a:pos x="connsiteX49480" y="connsiteY49480"/>
              </a:cxn>
              <a:cxn ang="0">
                <a:pos x="connsiteX49481" y="connsiteY49481"/>
              </a:cxn>
              <a:cxn ang="0">
                <a:pos x="connsiteX49482" y="connsiteY49482"/>
              </a:cxn>
              <a:cxn ang="0">
                <a:pos x="connsiteX49483" y="connsiteY49483"/>
              </a:cxn>
              <a:cxn ang="0">
                <a:pos x="connsiteX49484" y="connsiteY49484"/>
              </a:cxn>
              <a:cxn ang="0">
                <a:pos x="connsiteX49485" y="connsiteY49485"/>
              </a:cxn>
              <a:cxn ang="0">
                <a:pos x="connsiteX49486" y="connsiteY49486"/>
              </a:cxn>
              <a:cxn ang="0">
                <a:pos x="connsiteX49487" y="connsiteY49487"/>
              </a:cxn>
              <a:cxn ang="0">
                <a:pos x="connsiteX49488" y="connsiteY49488"/>
              </a:cxn>
              <a:cxn ang="0">
                <a:pos x="connsiteX49489" y="connsiteY49489"/>
              </a:cxn>
              <a:cxn ang="0">
                <a:pos x="connsiteX49490" y="connsiteY49490"/>
              </a:cxn>
              <a:cxn ang="0">
                <a:pos x="connsiteX49491" y="connsiteY49491"/>
              </a:cxn>
              <a:cxn ang="0">
                <a:pos x="connsiteX49492" y="connsiteY49492"/>
              </a:cxn>
              <a:cxn ang="0">
                <a:pos x="connsiteX49493" y="connsiteY49493"/>
              </a:cxn>
              <a:cxn ang="0">
                <a:pos x="connsiteX49494" y="connsiteY49494"/>
              </a:cxn>
              <a:cxn ang="0">
                <a:pos x="connsiteX49495" y="connsiteY49495"/>
              </a:cxn>
              <a:cxn ang="0">
                <a:pos x="connsiteX49496" y="connsiteY49496"/>
              </a:cxn>
              <a:cxn ang="0">
                <a:pos x="connsiteX49497" y="connsiteY49497"/>
              </a:cxn>
              <a:cxn ang="0">
                <a:pos x="connsiteX49498" y="connsiteY49498"/>
              </a:cxn>
              <a:cxn ang="0">
                <a:pos x="connsiteX49499" y="connsiteY49499"/>
              </a:cxn>
              <a:cxn ang="0">
                <a:pos x="connsiteX49500" y="connsiteY49500"/>
              </a:cxn>
              <a:cxn ang="0">
                <a:pos x="connsiteX49501" y="connsiteY49501"/>
              </a:cxn>
              <a:cxn ang="0">
                <a:pos x="connsiteX49502" y="connsiteY49502"/>
              </a:cxn>
              <a:cxn ang="0">
                <a:pos x="connsiteX49503" y="connsiteY49503"/>
              </a:cxn>
              <a:cxn ang="0">
                <a:pos x="connsiteX49504" y="connsiteY49504"/>
              </a:cxn>
              <a:cxn ang="0">
                <a:pos x="connsiteX49505" y="connsiteY49505"/>
              </a:cxn>
              <a:cxn ang="0">
                <a:pos x="connsiteX49506" y="connsiteY49506"/>
              </a:cxn>
              <a:cxn ang="0">
                <a:pos x="connsiteX49507" y="connsiteY49507"/>
              </a:cxn>
              <a:cxn ang="0">
                <a:pos x="connsiteX49508" y="connsiteY49508"/>
              </a:cxn>
              <a:cxn ang="0">
                <a:pos x="connsiteX49509" y="connsiteY49509"/>
              </a:cxn>
              <a:cxn ang="0">
                <a:pos x="connsiteX49510" y="connsiteY49510"/>
              </a:cxn>
              <a:cxn ang="0">
                <a:pos x="connsiteX49511" y="connsiteY49511"/>
              </a:cxn>
              <a:cxn ang="0">
                <a:pos x="connsiteX49512" y="connsiteY49512"/>
              </a:cxn>
              <a:cxn ang="0">
                <a:pos x="connsiteX49513" y="connsiteY49513"/>
              </a:cxn>
              <a:cxn ang="0">
                <a:pos x="connsiteX49514" y="connsiteY49514"/>
              </a:cxn>
              <a:cxn ang="0">
                <a:pos x="connsiteX49515" y="connsiteY49515"/>
              </a:cxn>
              <a:cxn ang="0">
                <a:pos x="connsiteX49516" y="connsiteY49516"/>
              </a:cxn>
              <a:cxn ang="0">
                <a:pos x="connsiteX49517" y="connsiteY49517"/>
              </a:cxn>
              <a:cxn ang="0">
                <a:pos x="connsiteX49518" y="connsiteY49518"/>
              </a:cxn>
              <a:cxn ang="0">
                <a:pos x="connsiteX49519" y="connsiteY49519"/>
              </a:cxn>
              <a:cxn ang="0">
                <a:pos x="connsiteX49520" y="connsiteY49520"/>
              </a:cxn>
              <a:cxn ang="0">
                <a:pos x="connsiteX49521" y="connsiteY49521"/>
              </a:cxn>
              <a:cxn ang="0">
                <a:pos x="connsiteX49522" y="connsiteY49522"/>
              </a:cxn>
              <a:cxn ang="0">
                <a:pos x="connsiteX49523" y="connsiteY49523"/>
              </a:cxn>
              <a:cxn ang="0">
                <a:pos x="connsiteX49524" y="connsiteY49524"/>
              </a:cxn>
              <a:cxn ang="0">
                <a:pos x="connsiteX49525" y="connsiteY49525"/>
              </a:cxn>
              <a:cxn ang="0">
                <a:pos x="connsiteX49526" y="connsiteY49526"/>
              </a:cxn>
              <a:cxn ang="0">
                <a:pos x="connsiteX49527" y="connsiteY49527"/>
              </a:cxn>
              <a:cxn ang="0">
                <a:pos x="connsiteX49528" y="connsiteY49528"/>
              </a:cxn>
              <a:cxn ang="0">
                <a:pos x="connsiteX49529" y="connsiteY49529"/>
              </a:cxn>
              <a:cxn ang="0">
                <a:pos x="connsiteX49530" y="connsiteY49530"/>
              </a:cxn>
              <a:cxn ang="0">
                <a:pos x="connsiteX49531" y="connsiteY49531"/>
              </a:cxn>
              <a:cxn ang="0">
                <a:pos x="connsiteX49532" y="connsiteY49532"/>
              </a:cxn>
              <a:cxn ang="0">
                <a:pos x="connsiteX49533" y="connsiteY49533"/>
              </a:cxn>
              <a:cxn ang="0">
                <a:pos x="connsiteX49534" y="connsiteY49534"/>
              </a:cxn>
              <a:cxn ang="0">
                <a:pos x="connsiteX49535" y="connsiteY49535"/>
              </a:cxn>
              <a:cxn ang="0">
                <a:pos x="connsiteX49536" y="connsiteY49536"/>
              </a:cxn>
              <a:cxn ang="0">
                <a:pos x="connsiteX49537" y="connsiteY49537"/>
              </a:cxn>
              <a:cxn ang="0">
                <a:pos x="connsiteX49538" y="connsiteY49538"/>
              </a:cxn>
              <a:cxn ang="0">
                <a:pos x="connsiteX49539" y="connsiteY49539"/>
              </a:cxn>
              <a:cxn ang="0">
                <a:pos x="connsiteX49540" y="connsiteY49540"/>
              </a:cxn>
              <a:cxn ang="0">
                <a:pos x="connsiteX49541" y="connsiteY49541"/>
              </a:cxn>
              <a:cxn ang="0">
                <a:pos x="connsiteX49542" y="connsiteY49542"/>
              </a:cxn>
              <a:cxn ang="0">
                <a:pos x="connsiteX49543" y="connsiteY49543"/>
              </a:cxn>
              <a:cxn ang="0">
                <a:pos x="connsiteX49544" y="connsiteY49544"/>
              </a:cxn>
              <a:cxn ang="0">
                <a:pos x="connsiteX49545" y="connsiteY49545"/>
              </a:cxn>
              <a:cxn ang="0">
                <a:pos x="connsiteX49546" y="connsiteY49546"/>
              </a:cxn>
              <a:cxn ang="0">
                <a:pos x="connsiteX49547" y="connsiteY49547"/>
              </a:cxn>
              <a:cxn ang="0">
                <a:pos x="connsiteX49548" y="connsiteY49548"/>
              </a:cxn>
              <a:cxn ang="0">
                <a:pos x="connsiteX49549" y="connsiteY49549"/>
              </a:cxn>
              <a:cxn ang="0">
                <a:pos x="connsiteX49550" y="connsiteY49550"/>
              </a:cxn>
              <a:cxn ang="0">
                <a:pos x="connsiteX49551" y="connsiteY49551"/>
              </a:cxn>
              <a:cxn ang="0">
                <a:pos x="connsiteX49552" y="connsiteY49552"/>
              </a:cxn>
              <a:cxn ang="0">
                <a:pos x="connsiteX49553" y="connsiteY49553"/>
              </a:cxn>
              <a:cxn ang="0">
                <a:pos x="connsiteX49554" y="connsiteY49554"/>
              </a:cxn>
              <a:cxn ang="0">
                <a:pos x="connsiteX49555" y="connsiteY49555"/>
              </a:cxn>
              <a:cxn ang="0">
                <a:pos x="connsiteX49556" y="connsiteY49556"/>
              </a:cxn>
              <a:cxn ang="0">
                <a:pos x="connsiteX49557" y="connsiteY49557"/>
              </a:cxn>
              <a:cxn ang="0">
                <a:pos x="connsiteX49558" y="connsiteY49558"/>
              </a:cxn>
              <a:cxn ang="0">
                <a:pos x="connsiteX49559" y="connsiteY49559"/>
              </a:cxn>
              <a:cxn ang="0">
                <a:pos x="connsiteX49560" y="connsiteY49560"/>
              </a:cxn>
              <a:cxn ang="0">
                <a:pos x="connsiteX49561" y="connsiteY49561"/>
              </a:cxn>
              <a:cxn ang="0">
                <a:pos x="connsiteX49562" y="connsiteY49562"/>
              </a:cxn>
              <a:cxn ang="0">
                <a:pos x="connsiteX49563" y="connsiteY49563"/>
              </a:cxn>
              <a:cxn ang="0">
                <a:pos x="connsiteX49564" y="connsiteY49564"/>
              </a:cxn>
              <a:cxn ang="0">
                <a:pos x="connsiteX49565" y="connsiteY49565"/>
              </a:cxn>
              <a:cxn ang="0">
                <a:pos x="connsiteX49566" y="connsiteY49566"/>
              </a:cxn>
              <a:cxn ang="0">
                <a:pos x="connsiteX49567" y="connsiteY49567"/>
              </a:cxn>
              <a:cxn ang="0">
                <a:pos x="connsiteX49568" y="connsiteY49568"/>
              </a:cxn>
              <a:cxn ang="0">
                <a:pos x="connsiteX49569" y="connsiteY49569"/>
              </a:cxn>
              <a:cxn ang="0">
                <a:pos x="connsiteX49570" y="connsiteY49570"/>
              </a:cxn>
              <a:cxn ang="0">
                <a:pos x="connsiteX49571" y="connsiteY49571"/>
              </a:cxn>
              <a:cxn ang="0">
                <a:pos x="connsiteX49572" y="connsiteY49572"/>
              </a:cxn>
              <a:cxn ang="0">
                <a:pos x="connsiteX49573" y="connsiteY49573"/>
              </a:cxn>
              <a:cxn ang="0">
                <a:pos x="connsiteX49574" y="connsiteY49574"/>
              </a:cxn>
              <a:cxn ang="0">
                <a:pos x="connsiteX49575" y="connsiteY49575"/>
              </a:cxn>
              <a:cxn ang="0">
                <a:pos x="connsiteX49576" y="connsiteY49576"/>
              </a:cxn>
              <a:cxn ang="0">
                <a:pos x="connsiteX49577" y="connsiteY49577"/>
              </a:cxn>
              <a:cxn ang="0">
                <a:pos x="connsiteX49578" y="connsiteY49578"/>
              </a:cxn>
              <a:cxn ang="0">
                <a:pos x="connsiteX49579" y="connsiteY49579"/>
              </a:cxn>
              <a:cxn ang="0">
                <a:pos x="connsiteX49580" y="connsiteY49580"/>
              </a:cxn>
              <a:cxn ang="0">
                <a:pos x="connsiteX49581" y="connsiteY49581"/>
              </a:cxn>
              <a:cxn ang="0">
                <a:pos x="connsiteX49582" y="connsiteY49582"/>
              </a:cxn>
              <a:cxn ang="0">
                <a:pos x="connsiteX49583" y="connsiteY49583"/>
              </a:cxn>
              <a:cxn ang="0">
                <a:pos x="connsiteX49584" y="connsiteY49584"/>
              </a:cxn>
              <a:cxn ang="0">
                <a:pos x="connsiteX49585" y="connsiteY49585"/>
              </a:cxn>
              <a:cxn ang="0">
                <a:pos x="connsiteX49586" y="connsiteY49586"/>
              </a:cxn>
              <a:cxn ang="0">
                <a:pos x="connsiteX49587" y="connsiteY49587"/>
              </a:cxn>
              <a:cxn ang="0">
                <a:pos x="connsiteX49588" y="connsiteY49588"/>
              </a:cxn>
              <a:cxn ang="0">
                <a:pos x="connsiteX49589" y="connsiteY49589"/>
              </a:cxn>
              <a:cxn ang="0">
                <a:pos x="connsiteX49590" y="connsiteY49590"/>
              </a:cxn>
              <a:cxn ang="0">
                <a:pos x="connsiteX49591" y="connsiteY49591"/>
              </a:cxn>
              <a:cxn ang="0">
                <a:pos x="connsiteX49592" y="connsiteY49592"/>
              </a:cxn>
              <a:cxn ang="0">
                <a:pos x="connsiteX49593" y="connsiteY49593"/>
              </a:cxn>
              <a:cxn ang="0">
                <a:pos x="connsiteX49594" y="connsiteY49594"/>
              </a:cxn>
              <a:cxn ang="0">
                <a:pos x="connsiteX49595" y="connsiteY49595"/>
              </a:cxn>
              <a:cxn ang="0">
                <a:pos x="connsiteX49596" y="connsiteY49596"/>
              </a:cxn>
              <a:cxn ang="0">
                <a:pos x="connsiteX49597" y="connsiteY49597"/>
              </a:cxn>
              <a:cxn ang="0">
                <a:pos x="connsiteX49598" y="connsiteY49598"/>
              </a:cxn>
              <a:cxn ang="0">
                <a:pos x="connsiteX49599" y="connsiteY49599"/>
              </a:cxn>
              <a:cxn ang="0">
                <a:pos x="connsiteX49600" y="connsiteY49600"/>
              </a:cxn>
              <a:cxn ang="0">
                <a:pos x="connsiteX49601" y="connsiteY49601"/>
              </a:cxn>
              <a:cxn ang="0">
                <a:pos x="connsiteX49602" y="connsiteY49602"/>
              </a:cxn>
              <a:cxn ang="0">
                <a:pos x="connsiteX49603" y="connsiteY49603"/>
              </a:cxn>
              <a:cxn ang="0">
                <a:pos x="connsiteX49604" y="connsiteY49604"/>
              </a:cxn>
              <a:cxn ang="0">
                <a:pos x="connsiteX49605" y="connsiteY49605"/>
              </a:cxn>
              <a:cxn ang="0">
                <a:pos x="connsiteX49606" y="connsiteY49606"/>
              </a:cxn>
              <a:cxn ang="0">
                <a:pos x="connsiteX49607" y="connsiteY49607"/>
              </a:cxn>
              <a:cxn ang="0">
                <a:pos x="connsiteX49608" y="connsiteY49608"/>
              </a:cxn>
              <a:cxn ang="0">
                <a:pos x="connsiteX49609" y="connsiteY49609"/>
              </a:cxn>
              <a:cxn ang="0">
                <a:pos x="connsiteX49610" y="connsiteY49610"/>
              </a:cxn>
              <a:cxn ang="0">
                <a:pos x="connsiteX49611" y="connsiteY49611"/>
              </a:cxn>
              <a:cxn ang="0">
                <a:pos x="connsiteX49612" y="connsiteY49612"/>
              </a:cxn>
              <a:cxn ang="0">
                <a:pos x="connsiteX49613" y="connsiteY49613"/>
              </a:cxn>
              <a:cxn ang="0">
                <a:pos x="connsiteX49614" y="connsiteY49614"/>
              </a:cxn>
              <a:cxn ang="0">
                <a:pos x="connsiteX49615" y="connsiteY49615"/>
              </a:cxn>
              <a:cxn ang="0">
                <a:pos x="connsiteX49616" y="connsiteY49616"/>
              </a:cxn>
              <a:cxn ang="0">
                <a:pos x="connsiteX49617" y="connsiteY49617"/>
              </a:cxn>
              <a:cxn ang="0">
                <a:pos x="connsiteX49618" y="connsiteY49618"/>
              </a:cxn>
              <a:cxn ang="0">
                <a:pos x="connsiteX49619" y="connsiteY49619"/>
              </a:cxn>
              <a:cxn ang="0">
                <a:pos x="connsiteX49620" y="connsiteY49620"/>
              </a:cxn>
              <a:cxn ang="0">
                <a:pos x="connsiteX49621" y="connsiteY49621"/>
              </a:cxn>
              <a:cxn ang="0">
                <a:pos x="connsiteX49622" y="connsiteY49622"/>
              </a:cxn>
              <a:cxn ang="0">
                <a:pos x="connsiteX49623" y="connsiteY49623"/>
              </a:cxn>
              <a:cxn ang="0">
                <a:pos x="connsiteX49624" y="connsiteY49624"/>
              </a:cxn>
              <a:cxn ang="0">
                <a:pos x="connsiteX49625" y="connsiteY49625"/>
              </a:cxn>
              <a:cxn ang="0">
                <a:pos x="connsiteX49626" y="connsiteY49626"/>
              </a:cxn>
              <a:cxn ang="0">
                <a:pos x="connsiteX49627" y="connsiteY49627"/>
              </a:cxn>
              <a:cxn ang="0">
                <a:pos x="connsiteX49628" y="connsiteY49628"/>
              </a:cxn>
              <a:cxn ang="0">
                <a:pos x="connsiteX49629" y="connsiteY49629"/>
              </a:cxn>
              <a:cxn ang="0">
                <a:pos x="connsiteX49630" y="connsiteY49630"/>
              </a:cxn>
              <a:cxn ang="0">
                <a:pos x="connsiteX49631" y="connsiteY49631"/>
              </a:cxn>
              <a:cxn ang="0">
                <a:pos x="connsiteX49632" y="connsiteY49632"/>
              </a:cxn>
              <a:cxn ang="0">
                <a:pos x="connsiteX49633" y="connsiteY49633"/>
              </a:cxn>
              <a:cxn ang="0">
                <a:pos x="connsiteX49634" y="connsiteY49634"/>
              </a:cxn>
              <a:cxn ang="0">
                <a:pos x="connsiteX49635" y="connsiteY49635"/>
              </a:cxn>
              <a:cxn ang="0">
                <a:pos x="connsiteX49636" y="connsiteY49636"/>
              </a:cxn>
              <a:cxn ang="0">
                <a:pos x="connsiteX49637" y="connsiteY49637"/>
              </a:cxn>
              <a:cxn ang="0">
                <a:pos x="connsiteX49638" y="connsiteY49638"/>
              </a:cxn>
              <a:cxn ang="0">
                <a:pos x="connsiteX49639" y="connsiteY49639"/>
              </a:cxn>
              <a:cxn ang="0">
                <a:pos x="connsiteX49640" y="connsiteY49640"/>
              </a:cxn>
              <a:cxn ang="0">
                <a:pos x="connsiteX49641" y="connsiteY49641"/>
              </a:cxn>
              <a:cxn ang="0">
                <a:pos x="connsiteX49642" y="connsiteY49642"/>
              </a:cxn>
              <a:cxn ang="0">
                <a:pos x="connsiteX49643" y="connsiteY49643"/>
              </a:cxn>
              <a:cxn ang="0">
                <a:pos x="connsiteX49644" y="connsiteY49644"/>
              </a:cxn>
              <a:cxn ang="0">
                <a:pos x="connsiteX49645" y="connsiteY49645"/>
              </a:cxn>
              <a:cxn ang="0">
                <a:pos x="connsiteX49646" y="connsiteY49646"/>
              </a:cxn>
              <a:cxn ang="0">
                <a:pos x="connsiteX49647" y="connsiteY49647"/>
              </a:cxn>
              <a:cxn ang="0">
                <a:pos x="connsiteX49648" y="connsiteY49648"/>
              </a:cxn>
              <a:cxn ang="0">
                <a:pos x="connsiteX49649" y="connsiteY49649"/>
              </a:cxn>
              <a:cxn ang="0">
                <a:pos x="connsiteX49650" y="connsiteY49650"/>
              </a:cxn>
              <a:cxn ang="0">
                <a:pos x="connsiteX49651" y="connsiteY49651"/>
              </a:cxn>
              <a:cxn ang="0">
                <a:pos x="connsiteX49652" y="connsiteY49652"/>
              </a:cxn>
              <a:cxn ang="0">
                <a:pos x="connsiteX49653" y="connsiteY49653"/>
              </a:cxn>
              <a:cxn ang="0">
                <a:pos x="connsiteX49654" y="connsiteY49654"/>
              </a:cxn>
              <a:cxn ang="0">
                <a:pos x="connsiteX49655" y="connsiteY49655"/>
              </a:cxn>
              <a:cxn ang="0">
                <a:pos x="connsiteX49656" y="connsiteY49656"/>
              </a:cxn>
              <a:cxn ang="0">
                <a:pos x="connsiteX49657" y="connsiteY49657"/>
              </a:cxn>
              <a:cxn ang="0">
                <a:pos x="connsiteX49658" y="connsiteY49658"/>
              </a:cxn>
              <a:cxn ang="0">
                <a:pos x="connsiteX49659" y="connsiteY49659"/>
              </a:cxn>
              <a:cxn ang="0">
                <a:pos x="connsiteX49660" y="connsiteY49660"/>
              </a:cxn>
              <a:cxn ang="0">
                <a:pos x="connsiteX49661" y="connsiteY49661"/>
              </a:cxn>
              <a:cxn ang="0">
                <a:pos x="connsiteX49662" y="connsiteY49662"/>
              </a:cxn>
              <a:cxn ang="0">
                <a:pos x="connsiteX49663" y="connsiteY49663"/>
              </a:cxn>
              <a:cxn ang="0">
                <a:pos x="connsiteX49664" y="connsiteY49664"/>
              </a:cxn>
              <a:cxn ang="0">
                <a:pos x="connsiteX49665" y="connsiteY49665"/>
              </a:cxn>
              <a:cxn ang="0">
                <a:pos x="connsiteX49666" y="connsiteY49666"/>
              </a:cxn>
              <a:cxn ang="0">
                <a:pos x="connsiteX49667" y="connsiteY49667"/>
              </a:cxn>
              <a:cxn ang="0">
                <a:pos x="connsiteX49668" y="connsiteY49668"/>
              </a:cxn>
              <a:cxn ang="0">
                <a:pos x="connsiteX49669" y="connsiteY49669"/>
              </a:cxn>
              <a:cxn ang="0">
                <a:pos x="connsiteX49670" y="connsiteY49670"/>
              </a:cxn>
              <a:cxn ang="0">
                <a:pos x="connsiteX49671" y="connsiteY49671"/>
              </a:cxn>
              <a:cxn ang="0">
                <a:pos x="connsiteX49672" y="connsiteY49672"/>
              </a:cxn>
              <a:cxn ang="0">
                <a:pos x="connsiteX49673" y="connsiteY49673"/>
              </a:cxn>
              <a:cxn ang="0">
                <a:pos x="connsiteX49674" y="connsiteY49674"/>
              </a:cxn>
              <a:cxn ang="0">
                <a:pos x="connsiteX49675" y="connsiteY49675"/>
              </a:cxn>
              <a:cxn ang="0">
                <a:pos x="connsiteX49676" y="connsiteY49676"/>
              </a:cxn>
              <a:cxn ang="0">
                <a:pos x="connsiteX49677" y="connsiteY49677"/>
              </a:cxn>
              <a:cxn ang="0">
                <a:pos x="connsiteX49678" y="connsiteY49678"/>
              </a:cxn>
              <a:cxn ang="0">
                <a:pos x="connsiteX49679" y="connsiteY49679"/>
              </a:cxn>
              <a:cxn ang="0">
                <a:pos x="connsiteX49680" y="connsiteY49680"/>
              </a:cxn>
              <a:cxn ang="0">
                <a:pos x="connsiteX49681" y="connsiteY49681"/>
              </a:cxn>
              <a:cxn ang="0">
                <a:pos x="connsiteX49682" y="connsiteY49682"/>
              </a:cxn>
              <a:cxn ang="0">
                <a:pos x="connsiteX49683" y="connsiteY49683"/>
              </a:cxn>
              <a:cxn ang="0">
                <a:pos x="connsiteX49684" y="connsiteY49684"/>
              </a:cxn>
              <a:cxn ang="0">
                <a:pos x="connsiteX49685" y="connsiteY49685"/>
              </a:cxn>
              <a:cxn ang="0">
                <a:pos x="connsiteX49686" y="connsiteY49686"/>
              </a:cxn>
              <a:cxn ang="0">
                <a:pos x="connsiteX49687" y="connsiteY49687"/>
              </a:cxn>
              <a:cxn ang="0">
                <a:pos x="connsiteX49688" y="connsiteY49688"/>
              </a:cxn>
              <a:cxn ang="0">
                <a:pos x="connsiteX49689" y="connsiteY49689"/>
              </a:cxn>
              <a:cxn ang="0">
                <a:pos x="connsiteX49690" y="connsiteY49690"/>
              </a:cxn>
              <a:cxn ang="0">
                <a:pos x="connsiteX49691" y="connsiteY49691"/>
              </a:cxn>
              <a:cxn ang="0">
                <a:pos x="connsiteX49692" y="connsiteY49692"/>
              </a:cxn>
              <a:cxn ang="0">
                <a:pos x="connsiteX49693" y="connsiteY49693"/>
              </a:cxn>
              <a:cxn ang="0">
                <a:pos x="connsiteX49694" y="connsiteY49694"/>
              </a:cxn>
              <a:cxn ang="0">
                <a:pos x="connsiteX49695" y="connsiteY49695"/>
              </a:cxn>
              <a:cxn ang="0">
                <a:pos x="connsiteX49696" y="connsiteY49696"/>
              </a:cxn>
              <a:cxn ang="0">
                <a:pos x="connsiteX49697" y="connsiteY49697"/>
              </a:cxn>
              <a:cxn ang="0">
                <a:pos x="connsiteX49698" y="connsiteY49698"/>
              </a:cxn>
              <a:cxn ang="0">
                <a:pos x="connsiteX49699" y="connsiteY49699"/>
              </a:cxn>
              <a:cxn ang="0">
                <a:pos x="connsiteX49700" y="connsiteY49700"/>
              </a:cxn>
              <a:cxn ang="0">
                <a:pos x="connsiteX49701" y="connsiteY49701"/>
              </a:cxn>
              <a:cxn ang="0">
                <a:pos x="connsiteX49702" y="connsiteY49702"/>
              </a:cxn>
              <a:cxn ang="0">
                <a:pos x="connsiteX49703" y="connsiteY49703"/>
              </a:cxn>
              <a:cxn ang="0">
                <a:pos x="connsiteX49704" y="connsiteY49704"/>
              </a:cxn>
              <a:cxn ang="0">
                <a:pos x="connsiteX49705" y="connsiteY49705"/>
              </a:cxn>
              <a:cxn ang="0">
                <a:pos x="connsiteX49706" y="connsiteY49706"/>
              </a:cxn>
              <a:cxn ang="0">
                <a:pos x="connsiteX49707" y="connsiteY49707"/>
              </a:cxn>
              <a:cxn ang="0">
                <a:pos x="connsiteX49708" y="connsiteY49708"/>
              </a:cxn>
              <a:cxn ang="0">
                <a:pos x="connsiteX49709" y="connsiteY49709"/>
              </a:cxn>
              <a:cxn ang="0">
                <a:pos x="connsiteX49710" y="connsiteY49710"/>
              </a:cxn>
              <a:cxn ang="0">
                <a:pos x="connsiteX49711" y="connsiteY49711"/>
              </a:cxn>
              <a:cxn ang="0">
                <a:pos x="connsiteX49712" y="connsiteY49712"/>
              </a:cxn>
              <a:cxn ang="0">
                <a:pos x="connsiteX49713" y="connsiteY49713"/>
              </a:cxn>
              <a:cxn ang="0">
                <a:pos x="connsiteX49714" y="connsiteY49714"/>
              </a:cxn>
              <a:cxn ang="0">
                <a:pos x="connsiteX49715" y="connsiteY49715"/>
              </a:cxn>
              <a:cxn ang="0">
                <a:pos x="connsiteX49716" y="connsiteY49716"/>
              </a:cxn>
              <a:cxn ang="0">
                <a:pos x="connsiteX49717" y="connsiteY49717"/>
              </a:cxn>
              <a:cxn ang="0">
                <a:pos x="connsiteX49718" y="connsiteY49718"/>
              </a:cxn>
              <a:cxn ang="0">
                <a:pos x="connsiteX49719" y="connsiteY49719"/>
              </a:cxn>
              <a:cxn ang="0">
                <a:pos x="connsiteX49720" y="connsiteY49720"/>
              </a:cxn>
              <a:cxn ang="0">
                <a:pos x="connsiteX49721" y="connsiteY49721"/>
              </a:cxn>
              <a:cxn ang="0">
                <a:pos x="connsiteX49722" y="connsiteY49722"/>
              </a:cxn>
              <a:cxn ang="0">
                <a:pos x="connsiteX49723" y="connsiteY49723"/>
              </a:cxn>
              <a:cxn ang="0">
                <a:pos x="connsiteX49724" y="connsiteY49724"/>
              </a:cxn>
              <a:cxn ang="0">
                <a:pos x="connsiteX49725" y="connsiteY49725"/>
              </a:cxn>
              <a:cxn ang="0">
                <a:pos x="connsiteX49726" y="connsiteY49726"/>
              </a:cxn>
              <a:cxn ang="0">
                <a:pos x="connsiteX49727" y="connsiteY49727"/>
              </a:cxn>
              <a:cxn ang="0">
                <a:pos x="connsiteX49728" y="connsiteY49728"/>
              </a:cxn>
              <a:cxn ang="0">
                <a:pos x="connsiteX49729" y="connsiteY49729"/>
              </a:cxn>
              <a:cxn ang="0">
                <a:pos x="connsiteX49730" y="connsiteY49730"/>
              </a:cxn>
              <a:cxn ang="0">
                <a:pos x="connsiteX49731" y="connsiteY49731"/>
              </a:cxn>
              <a:cxn ang="0">
                <a:pos x="connsiteX49732" y="connsiteY49732"/>
              </a:cxn>
              <a:cxn ang="0">
                <a:pos x="connsiteX49733" y="connsiteY49733"/>
              </a:cxn>
              <a:cxn ang="0">
                <a:pos x="connsiteX49734" y="connsiteY49734"/>
              </a:cxn>
              <a:cxn ang="0">
                <a:pos x="connsiteX49735" y="connsiteY49735"/>
              </a:cxn>
              <a:cxn ang="0">
                <a:pos x="connsiteX49736" y="connsiteY49736"/>
              </a:cxn>
              <a:cxn ang="0">
                <a:pos x="connsiteX49737" y="connsiteY49737"/>
              </a:cxn>
              <a:cxn ang="0">
                <a:pos x="connsiteX49738" y="connsiteY49738"/>
              </a:cxn>
              <a:cxn ang="0">
                <a:pos x="connsiteX49739" y="connsiteY49739"/>
              </a:cxn>
              <a:cxn ang="0">
                <a:pos x="connsiteX49740" y="connsiteY49740"/>
              </a:cxn>
              <a:cxn ang="0">
                <a:pos x="connsiteX49741" y="connsiteY49741"/>
              </a:cxn>
              <a:cxn ang="0">
                <a:pos x="connsiteX49742" y="connsiteY49742"/>
              </a:cxn>
              <a:cxn ang="0">
                <a:pos x="connsiteX49743" y="connsiteY49743"/>
              </a:cxn>
              <a:cxn ang="0">
                <a:pos x="connsiteX49744" y="connsiteY49744"/>
              </a:cxn>
              <a:cxn ang="0">
                <a:pos x="connsiteX49745" y="connsiteY49745"/>
              </a:cxn>
              <a:cxn ang="0">
                <a:pos x="connsiteX49746" y="connsiteY49746"/>
              </a:cxn>
              <a:cxn ang="0">
                <a:pos x="connsiteX49747" y="connsiteY49747"/>
              </a:cxn>
              <a:cxn ang="0">
                <a:pos x="connsiteX49748" y="connsiteY49748"/>
              </a:cxn>
              <a:cxn ang="0">
                <a:pos x="connsiteX49749" y="connsiteY49749"/>
              </a:cxn>
              <a:cxn ang="0">
                <a:pos x="connsiteX49750" y="connsiteY49750"/>
              </a:cxn>
              <a:cxn ang="0">
                <a:pos x="connsiteX49751" y="connsiteY49751"/>
              </a:cxn>
              <a:cxn ang="0">
                <a:pos x="connsiteX49752" y="connsiteY49752"/>
              </a:cxn>
              <a:cxn ang="0">
                <a:pos x="connsiteX49753" y="connsiteY49753"/>
              </a:cxn>
              <a:cxn ang="0">
                <a:pos x="connsiteX49754" y="connsiteY49754"/>
              </a:cxn>
              <a:cxn ang="0">
                <a:pos x="connsiteX49755" y="connsiteY49755"/>
              </a:cxn>
              <a:cxn ang="0">
                <a:pos x="connsiteX49756" y="connsiteY49756"/>
              </a:cxn>
              <a:cxn ang="0">
                <a:pos x="connsiteX49757" y="connsiteY49757"/>
              </a:cxn>
              <a:cxn ang="0">
                <a:pos x="connsiteX49758" y="connsiteY49758"/>
              </a:cxn>
              <a:cxn ang="0">
                <a:pos x="connsiteX49759" y="connsiteY49759"/>
              </a:cxn>
              <a:cxn ang="0">
                <a:pos x="connsiteX49760" y="connsiteY49760"/>
              </a:cxn>
              <a:cxn ang="0">
                <a:pos x="connsiteX49761" y="connsiteY49761"/>
              </a:cxn>
              <a:cxn ang="0">
                <a:pos x="connsiteX49762" y="connsiteY49762"/>
              </a:cxn>
              <a:cxn ang="0">
                <a:pos x="connsiteX49763" y="connsiteY49763"/>
              </a:cxn>
              <a:cxn ang="0">
                <a:pos x="connsiteX49764" y="connsiteY49764"/>
              </a:cxn>
              <a:cxn ang="0">
                <a:pos x="connsiteX49765" y="connsiteY49765"/>
              </a:cxn>
              <a:cxn ang="0">
                <a:pos x="connsiteX49766" y="connsiteY49766"/>
              </a:cxn>
              <a:cxn ang="0">
                <a:pos x="connsiteX49767" y="connsiteY49767"/>
              </a:cxn>
              <a:cxn ang="0">
                <a:pos x="connsiteX49768" y="connsiteY49768"/>
              </a:cxn>
              <a:cxn ang="0">
                <a:pos x="connsiteX49769" y="connsiteY49769"/>
              </a:cxn>
              <a:cxn ang="0">
                <a:pos x="connsiteX49770" y="connsiteY49770"/>
              </a:cxn>
              <a:cxn ang="0">
                <a:pos x="connsiteX49771" y="connsiteY49771"/>
              </a:cxn>
              <a:cxn ang="0">
                <a:pos x="connsiteX49772" y="connsiteY49772"/>
              </a:cxn>
              <a:cxn ang="0">
                <a:pos x="connsiteX49773" y="connsiteY49773"/>
              </a:cxn>
              <a:cxn ang="0">
                <a:pos x="connsiteX49774" y="connsiteY49774"/>
              </a:cxn>
              <a:cxn ang="0">
                <a:pos x="connsiteX49775" y="connsiteY49775"/>
              </a:cxn>
              <a:cxn ang="0">
                <a:pos x="connsiteX49776" y="connsiteY49776"/>
              </a:cxn>
              <a:cxn ang="0">
                <a:pos x="connsiteX49777" y="connsiteY49777"/>
              </a:cxn>
              <a:cxn ang="0">
                <a:pos x="connsiteX49778" y="connsiteY49778"/>
              </a:cxn>
              <a:cxn ang="0">
                <a:pos x="connsiteX49779" y="connsiteY49779"/>
              </a:cxn>
              <a:cxn ang="0">
                <a:pos x="connsiteX49780" y="connsiteY49780"/>
              </a:cxn>
              <a:cxn ang="0">
                <a:pos x="connsiteX49781" y="connsiteY49781"/>
              </a:cxn>
              <a:cxn ang="0">
                <a:pos x="connsiteX49782" y="connsiteY49782"/>
              </a:cxn>
              <a:cxn ang="0">
                <a:pos x="connsiteX49783" y="connsiteY49783"/>
              </a:cxn>
              <a:cxn ang="0">
                <a:pos x="connsiteX49784" y="connsiteY49784"/>
              </a:cxn>
              <a:cxn ang="0">
                <a:pos x="connsiteX49785" y="connsiteY49785"/>
              </a:cxn>
              <a:cxn ang="0">
                <a:pos x="connsiteX49786" y="connsiteY49786"/>
              </a:cxn>
              <a:cxn ang="0">
                <a:pos x="connsiteX49787" y="connsiteY49787"/>
              </a:cxn>
              <a:cxn ang="0">
                <a:pos x="connsiteX49788" y="connsiteY49788"/>
              </a:cxn>
              <a:cxn ang="0">
                <a:pos x="connsiteX49789" y="connsiteY49789"/>
              </a:cxn>
              <a:cxn ang="0">
                <a:pos x="connsiteX49790" y="connsiteY49790"/>
              </a:cxn>
              <a:cxn ang="0">
                <a:pos x="connsiteX49791" y="connsiteY49791"/>
              </a:cxn>
              <a:cxn ang="0">
                <a:pos x="connsiteX49792" y="connsiteY49792"/>
              </a:cxn>
              <a:cxn ang="0">
                <a:pos x="connsiteX49793" y="connsiteY49793"/>
              </a:cxn>
              <a:cxn ang="0">
                <a:pos x="connsiteX49794" y="connsiteY49794"/>
              </a:cxn>
              <a:cxn ang="0">
                <a:pos x="connsiteX49795" y="connsiteY49795"/>
              </a:cxn>
              <a:cxn ang="0">
                <a:pos x="connsiteX49796" y="connsiteY49796"/>
              </a:cxn>
              <a:cxn ang="0">
                <a:pos x="connsiteX49797" y="connsiteY49797"/>
              </a:cxn>
              <a:cxn ang="0">
                <a:pos x="connsiteX49798" y="connsiteY49798"/>
              </a:cxn>
              <a:cxn ang="0">
                <a:pos x="connsiteX49799" y="connsiteY49799"/>
              </a:cxn>
              <a:cxn ang="0">
                <a:pos x="connsiteX49800" y="connsiteY49800"/>
              </a:cxn>
              <a:cxn ang="0">
                <a:pos x="connsiteX49801" y="connsiteY49801"/>
              </a:cxn>
              <a:cxn ang="0">
                <a:pos x="connsiteX49802" y="connsiteY49802"/>
              </a:cxn>
              <a:cxn ang="0">
                <a:pos x="connsiteX49803" y="connsiteY49803"/>
              </a:cxn>
              <a:cxn ang="0">
                <a:pos x="connsiteX49804" y="connsiteY49804"/>
              </a:cxn>
              <a:cxn ang="0">
                <a:pos x="connsiteX49805" y="connsiteY49805"/>
              </a:cxn>
              <a:cxn ang="0">
                <a:pos x="connsiteX49806" y="connsiteY49806"/>
              </a:cxn>
              <a:cxn ang="0">
                <a:pos x="connsiteX49807" y="connsiteY49807"/>
              </a:cxn>
              <a:cxn ang="0">
                <a:pos x="connsiteX49808" y="connsiteY49808"/>
              </a:cxn>
              <a:cxn ang="0">
                <a:pos x="connsiteX49809" y="connsiteY49809"/>
              </a:cxn>
              <a:cxn ang="0">
                <a:pos x="connsiteX49810" y="connsiteY49810"/>
              </a:cxn>
              <a:cxn ang="0">
                <a:pos x="connsiteX49811" y="connsiteY49811"/>
              </a:cxn>
              <a:cxn ang="0">
                <a:pos x="connsiteX49812" y="connsiteY49812"/>
              </a:cxn>
              <a:cxn ang="0">
                <a:pos x="connsiteX49813" y="connsiteY49813"/>
              </a:cxn>
              <a:cxn ang="0">
                <a:pos x="connsiteX49814" y="connsiteY49814"/>
              </a:cxn>
              <a:cxn ang="0">
                <a:pos x="connsiteX49815" y="connsiteY49815"/>
              </a:cxn>
              <a:cxn ang="0">
                <a:pos x="connsiteX49816" y="connsiteY49816"/>
              </a:cxn>
              <a:cxn ang="0">
                <a:pos x="connsiteX49817" y="connsiteY49817"/>
              </a:cxn>
              <a:cxn ang="0">
                <a:pos x="connsiteX49818" y="connsiteY49818"/>
              </a:cxn>
              <a:cxn ang="0">
                <a:pos x="connsiteX49819" y="connsiteY49819"/>
              </a:cxn>
              <a:cxn ang="0">
                <a:pos x="connsiteX49820" y="connsiteY49820"/>
              </a:cxn>
              <a:cxn ang="0">
                <a:pos x="connsiteX49821" y="connsiteY49821"/>
              </a:cxn>
              <a:cxn ang="0">
                <a:pos x="connsiteX49822" y="connsiteY49822"/>
              </a:cxn>
              <a:cxn ang="0">
                <a:pos x="connsiteX49823" y="connsiteY49823"/>
              </a:cxn>
              <a:cxn ang="0">
                <a:pos x="connsiteX49824" y="connsiteY49824"/>
              </a:cxn>
              <a:cxn ang="0">
                <a:pos x="connsiteX49825" y="connsiteY49825"/>
              </a:cxn>
              <a:cxn ang="0">
                <a:pos x="connsiteX49826" y="connsiteY49826"/>
              </a:cxn>
              <a:cxn ang="0">
                <a:pos x="connsiteX49827" y="connsiteY49827"/>
              </a:cxn>
              <a:cxn ang="0">
                <a:pos x="connsiteX49828" y="connsiteY49828"/>
              </a:cxn>
              <a:cxn ang="0">
                <a:pos x="connsiteX49829" y="connsiteY49829"/>
              </a:cxn>
              <a:cxn ang="0">
                <a:pos x="connsiteX49830" y="connsiteY49830"/>
              </a:cxn>
              <a:cxn ang="0">
                <a:pos x="connsiteX49831" y="connsiteY49831"/>
              </a:cxn>
              <a:cxn ang="0">
                <a:pos x="connsiteX49832" y="connsiteY49832"/>
              </a:cxn>
              <a:cxn ang="0">
                <a:pos x="connsiteX49833" y="connsiteY49833"/>
              </a:cxn>
              <a:cxn ang="0">
                <a:pos x="connsiteX49834" y="connsiteY49834"/>
              </a:cxn>
              <a:cxn ang="0">
                <a:pos x="connsiteX49835" y="connsiteY49835"/>
              </a:cxn>
              <a:cxn ang="0">
                <a:pos x="connsiteX49836" y="connsiteY49836"/>
              </a:cxn>
              <a:cxn ang="0">
                <a:pos x="connsiteX49837" y="connsiteY49837"/>
              </a:cxn>
              <a:cxn ang="0">
                <a:pos x="connsiteX49838" y="connsiteY49838"/>
              </a:cxn>
              <a:cxn ang="0">
                <a:pos x="connsiteX49839" y="connsiteY49839"/>
              </a:cxn>
              <a:cxn ang="0">
                <a:pos x="connsiteX49840" y="connsiteY49840"/>
              </a:cxn>
              <a:cxn ang="0">
                <a:pos x="connsiteX49841" y="connsiteY49841"/>
              </a:cxn>
              <a:cxn ang="0">
                <a:pos x="connsiteX49842" y="connsiteY49842"/>
              </a:cxn>
              <a:cxn ang="0">
                <a:pos x="connsiteX49843" y="connsiteY49843"/>
              </a:cxn>
              <a:cxn ang="0">
                <a:pos x="connsiteX49844" y="connsiteY49844"/>
              </a:cxn>
              <a:cxn ang="0">
                <a:pos x="connsiteX49845" y="connsiteY49845"/>
              </a:cxn>
              <a:cxn ang="0">
                <a:pos x="connsiteX49846" y="connsiteY49846"/>
              </a:cxn>
              <a:cxn ang="0">
                <a:pos x="connsiteX49847" y="connsiteY49847"/>
              </a:cxn>
              <a:cxn ang="0">
                <a:pos x="connsiteX49848" y="connsiteY49848"/>
              </a:cxn>
              <a:cxn ang="0">
                <a:pos x="connsiteX49849" y="connsiteY49849"/>
              </a:cxn>
              <a:cxn ang="0">
                <a:pos x="connsiteX49850" y="connsiteY49850"/>
              </a:cxn>
              <a:cxn ang="0">
                <a:pos x="connsiteX49851" y="connsiteY49851"/>
              </a:cxn>
              <a:cxn ang="0">
                <a:pos x="connsiteX49852" y="connsiteY49852"/>
              </a:cxn>
              <a:cxn ang="0">
                <a:pos x="connsiteX49853" y="connsiteY49853"/>
              </a:cxn>
              <a:cxn ang="0">
                <a:pos x="connsiteX49854" y="connsiteY49854"/>
              </a:cxn>
              <a:cxn ang="0">
                <a:pos x="connsiteX49855" y="connsiteY49855"/>
              </a:cxn>
              <a:cxn ang="0">
                <a:pos x="connsiteX49856" y="connsiteY49856"/>
              </a:cxn>
              <a:cxn ang="0">
                <a:pos x="connsiteX49857" y="connsiteY49857"/>
              </a:cxn>
              <a:cxn ang="0">
                <a:pos x="connsiteX49858" y="connsiteY49858"/>
              </a:cxn>
              <a:cxn ang="0">
                <a:pos x="connsiteX49859" y="connsiteY49859"/>
              </a:cxn>
              <a:cxn ang="0">
                <a:pos x="connsiteX49860" y="connsiteY49860"/>
              </a:cxn>
              <a:cxn ang="0">
                <a:pos x="connsiteX49861" y="connsiteY49861"/>
              </a:cxn>
              <a:cxn ang="0">
                <a:pos x="connsiteX49862" y="connsiteY49862"/>
              </a:cxn>
              <a:cxn ang="0">
                <a:pos x="connsiteX49863" y="connsiteY49863"/>
              </a:cxn>
              <a:cxn ang="0">
                <a:pos x="connsiteX49864" y="connsiteY49864"/>
              </a:cxn>
              <a:cxn ang="0">
                <a:pos x="connsiteX49865" y="connsiteY49865"/>
              </a:cxn>
              <a:cxn ang="0">
                <a:pos x="connsiteX49866" y="connsiteY49866"/>
              </a:cxn>
              <a:cxn ang="0">
                <a:pos x="connsiteX49867" y="connsiteY49867"/>
              </a:cxn>
              <a:cxn ang="0">
                <a:pos x="connsiteX49868" y="connsiteY49868"/>
              </a:cxn>
              <a:cxn ang="0">
                <a:pos x="connsiteX49869" y="connsiteY49869"/>
              </a:cxn>
              <a:cxn ang="0">
                <a:pos x="connsiteX49870" y="connsiteY49870"/>
              </a:cxn>
              <a:cxn ang="0">
                <a:pos x="connsiteX49871" y="connsiteY49871"/>
              </a:cxn>
              <a:cxn ang="0">
                <a:pos x="connsiteX49872" y="connsiteY49872"/>
              </a:cxn>
              <a:cxn ang="0">
                <a:pos x="connsiteX49873" y="connsiteY49873"/>
              </a:cxn>
              <a:cxn ang="0">
                <a:pos x="connsiteX49874" y="connsiteY49874"/>
              </a:cxn>
              <a:cxn ang="0">
                <a:pos x="connsiteX49875" y="connsiteY49875"/>
              </a:cxn>
              <a:cxn ang="0">
                <a:pos x="connsiteX49876" y="connsiteY49876"/>
              </a:cxn>
              <a:cxn ang="0">
                <a:pos x="connsiteX49877" y="connsiteY49877"/>
              </a:cxn>
              <a:cxn ang="0">
                <a:pos x="connsiteX49878" y="connsiteY49878"/>
              </a:cxn>
              <a:cxn ang="0">
                <a:pos x="connsiteX49879" y="connsiteY49879"/>
              </a:cxn>
              <a:cxn ang="0">
                <a:pos x="connsiteX49880" y="connsiteY49880"/>
              </a:cxn>
              <a:cxn ang="0">
                <a:pos x="connsiteX49881" y="connsiteY49881"/>
              </a:cxn>
              <a:cxn ang="0">
                <a:pos x="connsiteX49882" y="connsiteY49882"/>
              </a:cxn>
              <a:cxn ang="0">
                <a:pos x="connsiteX49883" y="connsiteY49883"/>
              </a:cxn>
              <a:cxn ang="0">
                <a:pos x="connsiteX49884" y="connsiteY49884"/>
              </a:cxn>
              <a:cxn ang="0">
                <a:pos x="connsiteX49885" y="connsiteY49885"/>
              </a:cxn>
              <a:cxn ang="0">
                <a:pos x="connsiteX49886" y="connsiteY49886"/>
              </a:cxn>
              <a:cxn ang="0">
                <a:pos x="connsiteX49887" y="connsiteY49887"/>
              </a:cxn>
              <a:cxn ang="0">
                <a:pos x="connsiteX49888" y="connsiteY49888"/>
              </a:cxn>
              <a:cxn ang="0">
                <a:pos x="connsiteX49889" y="connsiteY49889"/>
              </a:cxn>
              <a:cxn ang="0">
                <a:pos x="connsiteX49890" y="connsiteY49890"/>
              </a:cxn>
              <a:cxn ang="0">
                <a:pos x="connsiteX49891" y="connsiteY49891"/>
              </a:cxn>
              <a:cxn ang="0">
                <a:pos x="connsiteX49892" y="connsiteY49892"/>
              </a:cxn>
              <a:cxn ang="0">
                <a:pos x="connsiteX49893" y="connsiteY49893"/>
              </a:cxn>
              <a:cxn ang="0">
                <a:pos x="connsiteX49894" y="connsiteY49894"/>
              </a:cxn>
              <a:cxn ang="0">
                <a:pos x="connsiteX49895" y="connsiteY49895"/>
              </a:cxn>
              <a:cxn ang="0">
                <a:pos x="connsiteX49896" y="connsiteY49896"/>
              </a:cxn>
              <a:cxn ang="0">
                <a:pos x="connsiteX49897" y="connsiteY49897"/>
              </a:cxn>
              <a:cxn ang="0">
                <a:pos x="connsiteX49898" y="connsiteY49898"/>
              </a:cxn>
              <a:cxn ang="0">
                <a:pos x="connsiteX49899" y="connsiteY49899"/>
              </a:cxn>
              <a:cxn ang="0">
                <a:pos x="connsiteX49900" y="connsiteY49900"/>
              </a:cxn>
              <a:cxn ang="0">
                <a:pos x="connsiteX49901" y="connsiteY49901"/>
              </a:cxn>
              <a:cxn ang="0">
                <a:pos x="connsiteX49902" y="connsiteY49902"/>
              </a:cxn>
              <a:cxn ang="0">
                <a:pos x="connsiteX49903" y="connsiteY49903"/>
              </a:cxn>
              <a:cxn ang="0">
                <a:pos x="connsiteX49904" y="connsiteY49904"/>
              </a:cxn>
              <a:cxn ang="0">
                <a:pos x="connsiteX49905" y="connsiteY49905"/>
              </a:cxn>
              <a:cxn ang="0">
                <a:pos x="connsiteX49906" y="connsiteY49906"/>
              </a:cxn>
              <a:cxn ang="0">
                <a:pos x="connsiteX49907" y="connsiteY49907"/>
              </a:cxn>
              <a:cxn ang="0">
                <a:pos x="connsiteX49908" y="connsiteY49908"/>
              </a:cxn>
              <a:cxn ang="0">
                <a:pos x="connsiteX49909" y="connsiteY49909"/>
              </a:cxn>
              <a:cxn ang="0">
                <a:pos x="connsiteX49910" y="connsiteY49910"/>
              </a:cxn>
              <a:cxn ang="0">
                <a:pos x="connsiteX49911" y="connsiteY49911"/>
              </a:cxn>
              <a:cxn ang="0">
                <a:pos x="connsiteX49912" y="connsiteY49912"/>
              </a:cxn>
              <a:cxn ang="0">
                <a:pos x="connsiteX49913" y="connsiteY49913"/>
              </a:cxn>
              <a:cxn ang="0">
                <a:pos x="connsiteX49914" y="connsiteY49914"/>
              </a:cxn>
              <a:cxn ang="0">
                <a:pos x="connsiteX49915" y="connsiteY49915"/>
              </a:cxn>
              <a:cxn ang="0">
                <a:pos x="connsiteX49916" y="connsiteY49916"/>
              </a:cxn>
              <a:cxn ang="0">
                <a:pos x="connsiteX49917" y="connsiteY49917"/>
              </a:cxn>
              <a:cxn ang="0">
                <a:pos x="connsiteX49918" y="connsiteY49918"/>
              </a:cxn>
              <a:cxn ang="0">
                <a:pos x="connsiteX49919" y="connsiteY49919"/>
              </a:cxn>
              <a:cxn ang="0">
                <a:pos x="connsiteX49920" y="connsiteY49920"/>
              </a:cxn>
              <a:cxn ang="0">
                <a:pos x="connsiteX49921" y="connsiteY49921"/>
              </a:cxn>
              <a:cxn ang="0">
                <a:pos x="connsiteX49922" y="connsiteY49922"/>
              </a:cxn>
              <a:cxn ang="0">
                <a:pos x="connsiteX49923" y="connsiteY49923"/>
              </a:cxn>
              <a:cxn ang="0">
                <a:pos x="connsiteX49924" y="connsiteY49924"/>
              </a:cxn>
              <a:cxn ang="0">
                <a:pos x="connsiteX49925" y="connsiteY49925"/>
              </a:cxn>
              <a:cxn ang="0">
                <a:pos x="connsiteX49926" y="connsiteY49926"/>
              </a:cxn>
              <a:cxn ang="0">
                <a:pos x="connsiteX49927" y="connsiteY49927"/>
              </a:cxn>
              <a:cxn ang="0">
                <a:pos x="connsiteX49928" y="connsiteY49928"/>
              </a:cxn>
              <a:cxn ang="0">
                <a:pos x="connsiteX49929" y="connsiteY49929"/>
              </a:cxn>
              <a:cxn ang="0">
                <a:pos x="connsiteX49930" y="connsiteY49930"/>
              </a:cxn>
              <a:cxn ang="0">
                <a:pos x="connsiteX49931" y="connsiteY49931"/>
              </a:cxn>
              <a:cxn ang="0">
                <a:pos x="connsiteX49932" y="connsiteY49932"/>
              </a:cxn>
              <a:cxn ang="0">
                <a:pos x="connsiteX49933" y="connsiteY49933"/>
              </a:cxn>
              <a:cxn ang="0">
                <a:pos x="connsiteX49934" y="connsiteY49934"/>
              </a:cxn>
              <a:cxn ang="0">
                <a:pos x="connsiteX49935" y="connsiteY49935"/>
              </a:cxn>
              <a:cxn ang="0">
                <a:pos x="connsiteX49936" y="connsiteY49936"/>
              </a:cxn>
              <a:cxn ang="0">
                <a:pos x="connsiteX49937" y="connsiteY49937"/>
              </a:cxn>
              <a:cxn ang="0">
                <a:pos x="connsiteX49938" y="connsiteY49938"/>
              </a:cxn>
              <a:cxn ang="0">
                <a:pos x="connsiteX49939" y="connsiteY49939"/>
              </a:cxn>
              <a:cxn ang="0">
                <a:pos x="connsiteX49940" y="connsiteY49940"/>
              </a:cxn>
              <a:cxn ang="0">
                <a:pos x="connsiteX49941" y="connsiteY49941"/>
              </a:cxn>
              <a:cxn ang="0">
                <a:pos x="connsiteX49942" y="connsiteY49942"/>
              </a:cxn>
              <a:cxn ang="0">
                <a:pos x="connsiteX49943" y="connsiteY49943"/>
              </a:cxn>
              <a:cxn ang="0">
                <a:pos x="connsiteX49944" y="connsiteY49944"/>
              </a:cxn>
              <a:cxn ang="0">
                <a:pos x="connsiteX49945" y="connsiteY49945"/>
              </a:cxn>
              <a:cxn ang="0">
                <a:pos x="connsiteX49946" y="connsiteY49946"/>
              </a:cxn>
              <a:cxn ang="0">
                <a:pos x="connsiteX49947" y="connsiteY49947"/>
              </a:cxn>
              <a:cxn ang="0">
                <a:pos x="connsiteX49948" y="connsiteY49948"/>
              </a:cxn>
              <a:cxn ang="0">
                <a:pos x="connsiteX49949" y="connsiteY49949"/>
              </a:cxn>
              <a:cxn ang="0">
                <a:pos x="connsiteX49950" y="connsiteY49950"/>
              </a:cxn>
              <a:cxn ang="0">
                <a:pos x="connsiteX49951" y="connsiteY49951"/>
              </a:cxn>
              <a:cxn ang="0">
                <a:pos x="connsiteX49952" y="connsiteY49952"/>
              </a:cxn>
              <a:cxn ang="0">
                <a:pos x="connsiteX49953" y="connsiteY49953"/>
              </a:cxn>
              <a:cxn ang="0">
                <a:pos x="connsiteX49954" y="connsiteY49954"/>
              </a:cxn>
              <a:cxn ang="0">
                <a:pos x="connsiteX49955" y="connsiteY49955"/>
              </a:cxn>
              <a:cxn ang="0">
                <a:pos x="connsiteX49956" y="connsiteY49956"/>
              </a:cxn>
              <a:cxn ang="0">
                <a:pos x="connsiteX49957" y="connsiteY49957"/>
              </a:cxn>
              <a:cxn ang="0">
                <a:pos x="connsiteX49958" y="connsiteY49958"/>
              </a:cxn>
              <a:cxn ang="0">
                <a:pos x="connsiteX49959" y="connsiteY49959"/>
              </a:cxn>
              <a:cxn ang="0">
                <a:pos x="connsiteX49960" y="connsiteY49960"/>
              </a:cxn>
              <a:cxn ang="0">
                <a:pos x="connsiteX49961" y="connsiteY49961"/>
              </a:cxn>
              <a:cxn ang="0">
                <a:pos x="connsiteX49962" y="connsiteY49962"/>
              </a:cxn>
              <a:cxn ang="0">
                <a:pos x="connsiteX49963" y="connsiteY49963"/>
              </a:cxn>
              <a:cxn ang="0">
                <a:pos x="connsiteX49964" y="connsiteY49964"/>
              </a:cxn>
              <a:cxn ang="0">
                <a:pos x="connsiteX49965" y="connsiteY49965"/>
              </a:cxn>
              <a:cxn ang="0">
                <a:pos x="connsiteX49966" y="connsiteY49966"/>
              </a:cxn>
              <a:cxn ang="0">
                <a:pos x="connsiteX49967" y="connsiteY49967"/>
              </a:cxn>
              <a:cxn ang="0">
                <a:pos x="connsiteX49968" y="connsiteY49968"/>
              </a:cxn>
              <a:cxn ang="0">
                <a:pos x="connsiteX49969" y="connsiteY49969"/>
              </a:cxn>
              <a:cxn ang="0">
                <a:pos x="connsiteX49970" y="connsiteY49970"/>
              </a:cxn>
              <a:cxn ang="0">
                <a:pos x="connsiteX49971" y="connsiteY49971"/>
              </a:cxn>
              <a:cxn ang="0">
                <a:pos x="connsiteX49972" y="connsiteY49972"/>
              </a:cxn>
              <a:cxn ang="0">
                <a:pos x="connsiteX49973" y="connsiteY49973"/>
              </a:cxn>
              <a:cxn ang="0">
                <a:pos x="connsiteX49974" y="connsiteY49974"/>
              </a:cxn>
              <a:cxn ang="0">
                <a:pos x="connsiteX49975" y="connsiteY49975"/>
              </a:cxn>
              <a:cxn ang="0">
                <a:pos x="connsiteX49976" y="connsiteY49976"/>
              </a:cxn>
              <a:cxn ang="0">
                <a:pos x="connsiteX49977" y="connsiteY49977"/>
              </a:cxn>
              <a:cxn ang="0">
                <a:pos x="connsiteX49978" y="connsiteY49978"/>
              </a:cxn>
              <a:cxn ang="0">
                <a:pos x="connsiteX49979" y="connsiteY49979"/>
              </a:cxn>
              <a:cxn ang="0">
                <a:pos x="connsiteX49980" y="connsiteY49980"/>
              </a:cxn>
              <a:cxn ang="0">
                <a:pos x="connsiteX49981" y="connsiteY49981"/>
              </a:cxn>
              <a:cxn ang="0">
                <a:pos x="connsiteX49982" y="connsiteY49982"/>
              </a:cxn>
              <a:cxn ang="0">
                <a:pos x="connsiteX49983" y="connsiteY49983"/>
              </a:cxn>
              <a:cxn ang="0">
                <a:pos x="connsiteX49984" y="connsiteY49984"/>
              </a:cxn>
              <a:cxn ang="0">
                <a:pos x="connsiteX49985" y="connsiteY49985"/>
              </a:cxn>
              <a:cxn ang="0">
                <a:pos x="connsiteX49986" y="connsiteY49986"/>
              </a:cxn>
              <a:cxn ang="0">
                <a:pos x="connsiteX49987" y="connsiteY49987"/>
              </a:cxn>
              <a:cxn ang="0">
                <a:pos x="connsiteX49988" y="connsiteY49988"/>
              </a:cxn>
              <a:cxn ang="0">
                <a:pos x="connsiteX49989" y="connsiteY49989"/>
              </a:cxn>
              <a:cxn ang="0">
                <a:pos x="connsiteX49990" y="connsiteY49990"/>
              </a:cxn>
              <a:cxn ang="0">
                <a:pos x="connsiteX49991" y="connsiteY49991"/>
              </a:cxn>
              <a:cxn ang="0">
                <a:pos x="connsiteX49992" y="connsiteY49992"/>
              </a:cxn>
              <a:cxn ang="0">
                <a:pos x="connsiteX49993" y="connsiteY49993"/>
              </a:cxn>
              <a:cxn ang="0">
                <a:pos x="connsiteX49994" y="connsiteY49994"/>
              </a:cxn>
              <a:cxn ang="0">
                <a:pos x="connsiteX49995" y="connsiteY49995"/>
              </a:cxn>
              <a:cxn ang="0">
                <a:pos x="connsiteX49996" y="connsiteY49996"/>
              </a:cxn>
              <a:cxn ang="0">
                <a:pos x="connsiteX49997" y="connsiteY49997"/>
              </a:cxn>
              <a:cxn ang="0">
                <a:pos x="connsiteX49998" y="connsiteY49998"/>
              </a:cxn>
              <a:cxn ang="0">
                <a:pos x="connsiteX49999" y="connsiteY49999"/>
              </a:cxn>
              <a:cxn ang="0">
                <a:pos x="connsiteX50000" y="connsiteY50000"/>
              </a:cxn>
              <a:cxn ang="0">
                <a:pos x="connsiteX50001" y="connsiteY50001"/>
              </a:cxn>
              <a:cxn ang="0">
                <a:pos x="connsiteX50002" y="connsiteY50002"/>
              </a:cxn>
              <a:cxn ang="0">
                <a:pos x="connsiteX50003" y="connsiteY50003"/>
              </a:cxn>
              <a:cxn ang="0">
                <a:pos x="connsiteX50004" y="connsiteY50004"/>
              </a:cxn>
              <a:cxn ang="0">
                <a:pos x="connsiteX50005" y="connsiteY50005"/>
              </a:cxn>
              <a:cxn ang="0">
                <a:pos x="connsiteX50006" y="connsiteY50006"/>
              </a:cxn>
              <a:cxn ang="0">
                <a:pos x="connsiteX50007" y="connsiteY50007"/>
              </a:cxn>
              <a:cxn ang="0">
                <a:pos x="connsiteX50008" y="connsiteY50008"/>
              </a:cxn>
              <a:cxn ang="0">
                <a:pos x="connsiteX50009" y="connsiteY50009"/>
              </a:cxn>
              <a:cxn ang="0">
                <a:pos x="connsiteX50010" y="connsiteY50010"/>
              </a:cxn>
              <a:cxn ang="0">
                <a:pos x="connsiteX50011" y="connsiteY50011"/>
              </a:cxn>
              <a:cxn ang="0">
                <a:pos x="connsiteX50012" y="connsiteY50012"/>
              </a:cxn>
              <a:cxn ang="0">
                <a:pos x="connsiteX50013" y="connsiteY50013"/>
              </a:cxn>
              <a:cxn ang="0">
                <a:pos x="connsiteX50014" y="connsiteY50014"/>
              </a:cxn>
              <a:cxn ang="0">
                <a:pos x="connsiteX50015" y="connsiteY50015"/>
              </a:cxn>
              <a:cxn ang="0">
                <a:pos x="connsiteX50016" y="connsiteY50016"/>
              </a:cxn>
              <a:cxn ang="0">
                <a:pos x="connsiteX50017" y="connsiteY50017"/>
              </a:cxn>
              <a:cxn ang="0">
                <a:pos x="connsiteX50018" y="connsiteY50018"/>
              </a:cxn>
              <a:cxn ang="0">
                <a:pos x="connsiteX50019" y="connsiteY50019"/>
              </a:cxn>
              <a:cxn ang="0">
                <a:pos x="connsiteX50020" y="connsiteY50020"/>
              </a:cxn>
              <a:cxn ang="0">
                <a:pos x="connsiteX50021" y="connsiteY50021"/>
              </a:cxn>
              <a:cxn ang="0">
                <a:pos x="connsiteX50022" y="connsiteY50022"/>
              </a:cxn>
              <a:cxn ang="0">
                <a:pos x="connsiteX50023" y="connsiteY50023"/>
              </a:cxn>
              <a:cxn ang="0">
                <a:pos x="connsiteX50024" y="connsiteY50024"/>
              </a:cxn>
              <a:cxn ang="0">
                <a:pos x="connsiteX50025" y="connsiteY50025"/>
              </a:cxn>
              <a:cxn ang="0">
                <a:pos x="connsiteX50026" y="connsiteY50026"/>
              </a:cxn>
              <a:cxn ang="0">
                <a:pos x="connsiteX50027" y="connsiteY50027"/>
              </a:cxn>
              <a:cxn ang="0">
                <a:pos x="connsiteX50028" y="connsiteY50028"/>
              </a:cxn>
              <a:cxn ang="0">
                <a:pos x="connsiteX50029" y="connsiteY50029"/>
              </a:cxn>
              <a:cxn ang="0">
                <a:pos x="connsiteX50030" y="connsiteY50030"/>
              </a:cxn>
              <a:cxn ang="0">
                <a:pos x="connsiteX50031" y="connsiteY50031"/>
              </a:cxn>
              <a:cxn ang="0">
                <a:pos x="connsiteX50032" y="connsiteY50032"/>
              </a:cxn>
              <a:cxn ang="0">
                <a:pos x="connsiteX50033" y="connsiteY50033"/>
              </a:cxn>
              <a:cxn ang="0">
                <a:pos x="connsiteX50034" y="connsiteY50034"/>
              </a:cxn>
              <a:cxn ang="0">
                <a:pos x="connsiteX50035" y="connsiteY50035"/>
              </a:cxn>
              <a:cxn ang="0">
                <a:pos x="connsiteX50036" y="connsiteY50036"/>
              </a:cxn>
              <a:cxn ang="0">
                <a:pos x="connsiteX50037" y="connsiteY50037"/>
              </a:cxn>
              <a:cxn ang="0">
                <a:pos x="connsiteX50038" y="connsiteY50038"/>
              </a:cxn>
              <a:cxn ang="0">
                <a:pos x="connsiteX50039" y="connsiteY50039"/>
              </a:cxn>
              <a:cxn ang="0">
                <a:pos x="connsiteX50040" y="connsiteY50040"/>
              </a:cxn>
              <a:cxn ang="0">
                <a:pos x="connsiteX50041" y="connsiteY50041"/>
              </a:cxn>
              <a:cxn ang="0">
                <a:pos x="connsiteX50042" y="connsiteY50042"/>
              </a:cxn>
              <a:cxn ang="0">
                <a:pos x="connsiteX50043" y="connsiteY50043"/>
              </a:cxn>
              <a:cxn ang="0">
                <a:pos x="connsiteX50044" y="connsiteY50044"/>
              </a:cxn>
              <a:cxn ang="0">
                <a:pos x="connsiteX50045" y="connsiteY50045"/>
              </a:cxn>
              <a:cxn ang="0">
                <a:pos x="connsiteX50046" y="connsiteY50046"/>
              </a:cxn>
              <a:cxn ang="0">
                <a:pos x="connsiteX50047" y="connsiteY50047"/>
              </a:cxn>
              <a:cxn ang="0">
                <a:pos x="connsiteX50048" y="connsiteY50048"/>
              </a:cxn>
              <a:cxn ang="0">
                <a:pos x="connsiteX50049" y="connsiteY50049"/>
              </a:cxn>
              <a:cxn ang="0">
                <a:pos x="connsiteX50050" y="connsiteY50050"/>
              </a:cxn>
              <a:cxn ang="0">
                <a:pos x="connsiteX50051" y="connsiteY50051"/>
              </a:cxn>
              <a:cxn ang="0">
                <a:pos x="connsiteX50052" y="connsiteY50052"/>
              </a:cxn>
              <a:cxn ang="0">
                <a:pos x="connsiteX50053" y="connsiteY50053"/>
              </a:cxn>
              <a:cxn ang="0">
                <a:pos x="connsiteX50054" y="connsiteY50054"/>
              </a:cxn>
              <a:cxn ang="0">
                <a:pos x="connsiteX50055" y="connsiteY50055"/>
              </a:cxn>
              <a:cxn ang="0">
                <a:pos x="connsiteX50056" y="connsiteY50056"/>
              </a:cxn>
              <a:cxn ang="0">
                <a:pos x="connsiteX50057" y="connsiteY50057"/>
              </a:cxn>
              <a:cxn ang="0">
                <a:pos x="connsiteX50058" y="connsiteY50058"/>
              </a:cxn>
              <a:cxn ang="0">
                <a:pos x="connsiteX50059" y="connsiteY50059"/>
              </a:cxn>
              <a:cxn ang="0">
                <a:pos x="connsiteX50060" y="connsiteY50060"/>
              </a:cxn>
              <a:cxn ang="0">
                <a:pos x="connsiteX50061" y="connsiteY50061"/>
              </a:cxn>
              <a:cxn ang="0">
                <a:pos x="connsiteX50062" y="connsiteY50062"/>
              </a:cxn>
              <a:cxn ang="0">
                <a:pos x="connsiteX50063" y="connsiteY50063"/>
              </a:cxn>
              <a:cxn ang="0">
                <a:pos x="connsiteX50064" y="connsiteY50064"/>
              </a:cxn>
              <a:cxn ang="0">
                <a:pos x="connsiteX50065" y="connsiteY50065"/>
              </a:cxn>
              <a:cxn ang="0">
                <a:pos x="connsiteX50066" y="connsiteY50066"/>
              </a:cxn>
              <a:cxn ang="0">
                <a:pos x="connsiteX50067" y="connsiteY50067"/>
              </a:cxn>
              <a:cxn ang="0">
                <a:pos x="connsiteX50068" y="connsiteY50068"/>
              </a:cxn>
              <a:cxn ang="0">
                <a:pos x="connsiteX50069" y="connsiteY50069"/>
              </a:cxn>
              <a:cxn ang="0">
                <a:pos x="connsiteX50070" y="connsiteY50070"/>
              </a:cxn>
              <a:cxn ang="0">
                <a:pos x="connsiteX50071" y="connsiteY50071"/>
              </a:cxn>
              <a:cxn ang="0">
                <a:pos x="connsiteX50072" y="connsiteY50072"/>
              </a:cxn>
              <a:cxn ang="0">
                <a:pos x="connsiteX50073" y="connsiteY50073"/>
              </a:cxn>
              <a:cxn ang="0">
                <a:pos x="connsiteX50074" y="connsiteY50074"/>
              </a:cxn>
              <a:cxn ang="0">
                <a:pos x="connsiteX50075" y="connsiteY50075"/>
              </a:cxn>
              <a:cxn ang="0">
                <a:pos x="connsiteX50076" y="connsiteY50076"/>
              </a:cxn>
              <a:cxn ang="0">
                <a:pos x="connsiteX50077" y="connsiteY50077"/>
              </a:cxn>
              <a:cxn ang="0">
                <a:pos x="connsiteX50078" y="connsiteY50078"/>
              </a:cxn>
              <a:cxn ang="0">
                <a:pos x="connsiteX50079" y="connsiteY50079"/>
              </a:cxn>
              <a:cxn ang="0">
                <a:pos x="connsiteX50080" y="connsiteY50080"/>
              </a:cxn>
              <a:cxn ang="0">
                <a:pos x="connsiteX50081" y="connsiteY50081"/>
              </a:cxn>
              <a:cxn ang="0">
                <a:pos x="connsiteX50082" y="connsiteY50082"/>
              </a:cxn>
              <a:cxn ang="0">
                <a:pos x="connsiteX50083" y="connsiteY50083"/>
              </a:cxn>
              <a:cxn ang="0">
                <a:pos x="connsiteX50084" y="connsiteY50084"/>
              </a:cxn>
              <a:cxn ang="0">
                <a:pos x="connsiteX50085" y="connsiteY50085"/>
              </a:cxn>
              <a:cxn ang="0">
                <a:pos x="connsiteX50086" y="connsiteY50086"/>
              </a:cxn>
              <a:cxn ang="0">
                <a:pos x="connsiteX50087" y="connsiteY50087"/>
              </a:cxn>
              <a:cxn ang="0">
                <a:pos x="connsiteX50088" y="connsiteY50088"/>
              </a:cxn>
              <a:cxn ang="0">
                <a:pos x="connsiteX50089" y="connsiteY50089"/>
              </a:cxn>
              <a:cxn ang="0">
                <a:pos x="connsiteX50090" y="connsiteY50090"/>
              </a:cxn>
              <a:cxn ang="0">
                <a:pos x="connsiteX50091" y="connsiteY50091"/>
              </a:cxn>
              <a:cxn ang="0">
                <a:pos x="connsiteX50092" y="connsiteY50092"/>
              </a:cxn>
              <a:cxn ang="0">
                <a:pos x="connsiteX50093" y="connsiteY50093"/>
              </a:cxn>
              <a:cxn ang="0">
                <a:pos x="connsiteX50094" y="connsiteY50094"/>
              </a:cxn>
              <a:cxn ang="0">
                <a:pos x="connsiteX50095" y="connsiteY50095"/>
              </a:cxn>
              <a:cxn ang="0">
                <a:pos x="connsiteX50096" y="connsiteY50096"/>
              </a:cxn>
              <a:cxn ang="0">
                <a:pos x="connsiteX50097" y="connsiteY50097"/>
              </a:cxn>
              <a:cxn ang="0">
                <a:pos x="connsiteX50098" y="connsiteY50098"/>
              </a:cxn>
              <a:cxn ang="0">
                <a:pos x="connsiteX50099" y="connsiteY50099"/>
              </a:cxn>
              <a:cxn ang="0">
                <a:pos x="connsiteX50100" y="connsiteY50100"/>
              </a:cxn>
              <a:cxn ang="0">
                <a:pos x="connsiteX50101" y="connsiteY50101"/>
              </a:cxn>
              <a:cxn ang="0">
                <a:pos x="connsiteX50102" y="connsiteY50102"/>
              </a:cxn>
              <a:cxn ang="0">
                <a:pos x="connsiteX50103" y="connsiteY50103"/>
              </a:cxn>
              <a:cxn ang="0">
                <a:pos x="connsiteX50104" y="connsiteY50104"/>
              </a:cxn>
              <a:cxn ang="0">
                <a:pos x="connsiteX50105" y="connsiteY50105"/>
              </a:cxn>
              <a:cxn ang="0">
                <a:pos x="connsiteX50106" y="connsiteY50106"/>
              </a:cxn>
              <a:cxn ang="0">
                <a:pos x="connsiteX50107" y="connsiteY50107"/>
              </a:cxn>
              <a:cxn ang="0">
                <a:pos x="connsiteX50108" y="connsiteY50108"/>
              </a:cxn>
              <a:cxn ang="0">
                <a:pos x="connsiteX50109" y="connsiteY50109"/>
              </a:cxn>
              <a:cxn ang="0">
                <a:pos x="connsiteX50110" y="connsiteY50110"/>
              </a:cxn>
              <a:cxn ang="0">
                <a:pos x="connsiteX50111" y="connsiteY50111"/>
              </a:cxn>
              <a:cxn ang="0">
                <a:pos x="connsiteX50112" y="connsiteY50112"/>
              </a:cxn>
              <a:cxn ang="0">
                <a:pos x="connsiteX50113" y="connsiteY50113"/>
              </a:cxn>
              <a:cxn ang="0">
                <a:pos x="connsiteX50114" y="connsiteY50114"/>
              </a:cxn>
              <a:cxn ang="0">
                <a:pos x="connsiteX50115" y="connsiteY50115"/>
              </a:cxn>
              <a:cxn ang="0">
                <a:pos x="connsiteX50116" y="connsiteY50116"/>
              </a:cxn>
              <a:cxn ang="0">
                <a:pos x="connsiteX50117" y="connsiteY50117"/>
              </a:cxn>
              <a:cxn ang="0">
                <a:pos x="connsiteX50118" y="connsiteY50118"/>
              </a:cxn>
              <a:cxn ang="0">
                <a:pos x="connsiteX50119" y="connsiteY50119"/>
              </a:cxn>
              <a:cxn ang="0">
                <a:pos x="connsiteX50120" y="connsiteY50120"/>
              </a:cxn>
              <a:cxn ang="0">
                <a:pos x="connsiteX50121" y="connsiteY50121"/>
              </a:cxn>
              <a:cxn ang="0">
                <a:pos x="connsiteX50122" y="connsiteY50122"/>
              </a:cxn>
              <a:cxn ang="0">
                <a:pos x="connsiteX50123" y="connsiteY50123"/>
              </a:cxn>
              <a:cxn ang="0">
                <a:pos x="connsiteX50124" y="connsiteY50124"/>
              </a:cxn>
              <a:cxn ang="0">
                <a:pos x="connsiteX50125" y="connsiteY50125"/>
              </a:cxn>
              <a:cxn ang="0">
                <a:pos x="connsiteX50126" y="connsiteY50126"/>
              </a:cxn>
              <a:cxn ang="0">
                <a:pos x="connsiteX50127" y="connsiteY50127"/>
              </a:cxn>
              <a:cxn ang="0">
                <a:pos x="connsiteX50128" y="connsiteY50128"/>
              </a:cxn>
              <a:cxn ang="0">
                <a:pos x="connsiteX50129" y="connsiteY50129"/>
              </a:cxn>
              <a:cxn ang="0">
                <a:pos x="connsiteX50130" y="connsiteY50130"/>
              </a:cxn>
              <a:cxn ang="0">
                <a:pos x="connsiteX50131" y="connsiteY50131"/>
              </a:cxn>
              <a:cxn ang="0">
                <a:pos x="connsiteX50132" y="connsiteY50132"/>
              </a:cxn>
              <a:cxn ang="0">
                <a:pos x="connsiteX50133" y="connsiteY50133"/>
              </a:cxn>
              <a:cxn ang="0">
                <a:pos x="connsiteX50134" y="connsiteY50134"/>
              </a:cxn>
              <a:cxn ang="0">
                <a:pos x="connsiteX50135" y="connsiteY50135"/>
              </a:cxn>
              <a:cxn ang="0">
                <a:pos x="connsiteX50136" y="connsiteY50136"/>
              </a:cxn>
              <a:cxn ang="0">
                <a:pos x="connsiteX50137" y="connsiteY50137"/>
              </a:cxn>
              <a:cxn ang="0">
                <a:pos x="connsiteX50138" y="connsiteY50138"/>
              </a:cxn>
              <a:cxn ang="0">
                <a:pos x="connsiteX50139" y="connsiteY50139"/>
              </a:cxn>
              <a:cxn ang="0">
                <a:pos x="connsiteX50140" y="connsiteY50140"/>
              </a:cxn>
              <a:cxn ang="0">
                <a:pos x="connsiteX50141" y="connsiteY50141"/>
              </a:cxn>
              <a:cxn ang="0">
                <a:pos x="connsiteX50142" y="connsiteY50142"/>
              </a:cxn>
              <a:cxn ang="0">
                <a:pos x="connsiteX50143" y="connsiteY50143"/>
              </a:cxn>
              <a:cxn ang="0">
                <a:pos x="connsiteX50144" y="connsiteY50144"/>
              </a:cxn>
              <a:cxn ang="0">
                <a:pos x="connsiteX50145" y="connsiteY50145"/>
              </a:cxn>
              <a:cxn ang="0">
                <a:pos x="connsiteX50146" y="connsiteY50146"/>
              </a:cxn>
              <a:cxn ang="0">
                <a:pos x="connsiteX50147" y="connsiteY50147"/>
              </a:cxn>
              <a:cxn ang="0">
                <a:pos x="connsiteX50148" y="connsiteY50148"/>
              </a:cxn>
              <a:cxn ang="0">
                <a:pos x="connsiteX50149" y="connsiteY50149"/>
              </a:cxn>
              <a:cxn ang="0">
                <a:pos x="connsiteX50150" y="connsiteY50150"/>
              </a:cxn>
              <a:cxn ang="0">
                <a:pos x="connsiteX50151" y="connsiteY50151"/>
              </a:cxn>
              <a:cxn ang="0">
                <a:pos x="connsiteX50152" y="connsiteY50152"/>
              </a:cxn>
              <a:cxn ang="0">
                <a:pos x="connsiteX50153" y="connsiteY50153"/>
              </a:cxn>
              <a:cxn ang="0">
                <a:pos x="connsiteX50154" y="connsiteY50154"/>
              </a:cxn>
              <a:cxn ang="0">
                <a:pos x="connsiteX50155" y="connsiteY50155"/>
              </a:cxn>
              <a:cxn ang="0">
                <a:pos x="connsiteX50156" y="connsiteY50156"/>
              </a:cxn>
              <a:cxn ang="0">
                <a:pos x="connsiteX50157" y="connsiteY50157"/>
              </a:cxn>
              <a:cxn ang="0">
                <a:pos x="connsiteX50158" y="connsiteY50158"/>
              </a:cxn>
              <a:cxn ang="0">
                <a:pos x="connsiteX50159" y="connsiteY50159"/>
              </a:cxn>
              <a:cxn ang="0">
                <a:pos x="connsiteX50160" y="connsiteY50160"/>
              </a:cxn>
              <a:cxn ang="0">
                <a:pos x="connsiteX50161" y="connsiteY50161"/>
              </a:cxn>
              <a:cxn ang="0">
                <a:pos x="connsiteX50162" y="connsiteY50162"/>
              </a:cxn>
              <a:cxn ang="0">
                <a:pos x="connsiteX50163" y="connsiteY50163"/>
              </a:cxn>
              <a:cxn ang="0">
                <a:pos x="connsiteX50164" y="connsiteY50164"/>
              </a:cxn>
              <a:cxn ang="0">
                <a:pos x="connsiteX50165" y="connsiteY50165"/>
              </a:cxn>
              <a:cxn ang="0">
                <a:pos x="connsiteX50166" y="connsiteY50166"/>
              </a:cxn>
              <a:cxn ang="0">
                <a:pos x="connsiteX50167" y="connsiteY50167"/>
              </a:cxn>
              <a:cxn ang="0">
                <a:pos x="connsiteX50168" y="connsiteY50168"/>
              </a:cxn>
              <a:cxn ang="0">
                <a:pos x="connsiteX50169" y="connsiteY50169"/>
              </a:cxn>
              <a:cxn ang="0">
                <a:pos x="connsiteX50170" y="connsiteY50170"/>
              </a:cxn>
              <a:cxn ang="0">
                <a:pos x="connsiteX50171" y="connsiteY50171"/>
              </a:cxn>
              <a:cxn ang="0">
                <a:pos x="connsiteX50172" y="connsiteY50172"/>
              </a:cxn>
              <a:cxn ang="0">
                <a:pos x="connsiteX50173" y="connsiteY50173"/>
              </a:cxn>
              <a:cxn ang="0">
                <a:pos x="connsiteX50174" y="connsiteY50174"/>
              </a:cxn>
              <a:cxn ang="0">
                <a:pos x="connsiteX50175" y="connsiteY50175"/>
              </a:cxn>
              <a:cxn ang="0">
                <a:pos x="connsiteX50176" y="connsiteY50176"/>
              </a:cxn>
              <a:cxn ang="0">
                <a:pos x="connsiteX50177" y="connsiteY50177"/>
              </a:cxn>
              <a:cxn ang="0">
                <a:pos x="connsiteX50178" y="connsiteY50178"/>
              </a:cxn>
              <a:cxn ang="0">
                <a:pos x="connsiteX50179" y="connsiteY50179"/>
              </a:cxn>
              <a:cxn ang="0">
                <a:pos x="connsiteX50180" y="connsiteY50180"/>
              </a:cxn>
              <a:cxn ang="0">
                <a:pos x="connsiteX50181" y="connsiteY50181"/>
              </a:cxn>
              <a:cxn ang="0">
                <a:pos x="connsiteX50182" y="connsiteY50182"/>
              </a:cxn>
              <a:cxn ang="0">
                <a:pos x="connsiteX50183" y="connsiteY50183"/>
              </a:cxn>
              <a:cxn ang="0">
                <a:pos x="connsiteX50184" y="connsiteY50184"/>
              </a:cxn>
              <a:cxn ang="0">
                <a:pos x="connsiteX50185" y="connsiteY50185"/>
              </a:cxn>
              <a:cxn ang="0">
                <a:pos x="connsiteX50186" y="connsiteY50186"/>
              </a:cxn>
              <a:cxn ang="0">
                <a:pos x="connsiteX50187" y="connsiteY50187"/>
              </a:cxn>
              <a:cxn ang="0">
                <a:pos x="connsiteX50188" y="connsiteY50188"/>
              </a:cxn>
              <a:cxn ang="0">
                <a:pos x="connsiteX50189" y="connsiteY50189"/>
              </a:cxn>
              <a:cxn ang="0">
                <a:pos x="connsiteX50190" y="connsiteY50190"/>
              </a:cxn>
              <a:cxn ang="0">
                <a:pos x="connsiteX50191" y="connsiteY50191"/>
              </a:cxn>
              <a:cxn ang="0">
                <a:pos x="connsiteX50192" y="connsiteY50192"/>
              </a:cxn>
              <a:cxn ang="0">
                <a:pos x="connsiteX50193" y="connsiteY50193"/>
              </a:cxn>
              <a:cxn ang="0">
                <a:pos x="connsiteX50194" y="connsiteY50194"/>
              </a:cxn>
              <a:cxn ang="0">
                <a:pos x="connsiteX50195" y="connsiteY50195"/>
              </a:cxn>
              <a:cxn ang="0">
                <a:pos x="connsiteX50196" y="connsiteY50196"/>
              </a:cxn>
              <a:cxn ang="0">
                <a:pos x="connsiteX50197" y="connsiteY50197"/>
              </a:cxn>
              <a:cxn ang="0">
                <a:pos x="connsiteX50198" y="connsiteY50198"/>
              </a:cxn>
              <a:cxn ang="0">
                <a:pos x="connsiteX50199" y="connsiteY50199"/>
              </a:cxn>
              <a:cxn ang="0">
                <a:pos x="connsiteX50200" y="connsiteY50200"/>
              </a:cxn>
              <a:cxn ang="0">
                <a:pos x="connsiteX50201" y="connsiteY50201"/>
              </a:cxn>
              <a:cxn ang="0">
                <a:pos x="connsiteX50202" y="connsiteY50202"/>
              </a:cxn>
              <a:cxn ang="0">
                <a:pos x="connsiteX50203" y="connsiteY50203"/>
              </a:cxn>
              <a:cxn ang="0">
                <a:pos x="connsiteX50204" y="connsiteY50204"/>
              </a:cxn>
              <a:cxn ang="0">
                <a:pos x="connsiteX50205" y="connsiteY50205"/>
              </a:cxn>
              <a:cxn ang="0">
                <a:pos x="connsiteX50206" y="connsiteY50206"/>
              </a:cxn>
              <a:cxn ang="0">
                <a:pos x="connsiteX50207" y="connsiteY50207"/>
              </a:cxn>
              <a:cxn ang="0">
                <a:pos x="connsiteX50208" y="connsiteY50208"/>
              </a:cxn>
              <a:cxn ang="0">
                <a:pos x="connsiteX50209" y="connsiteY50209"/>
              </a:cxn>
              <a:cxn ang="0">
                <a:pos x="connsiteX50210" y="connsiteY50210"/>
              </a:cxn>
              <a:cxn ang="0">
                <a:pos x="connsiteX50211" y="connsiteY50211"/>
              </a:cxn>
              <a:cxn ang="0">
                <a:pos x="connsiteX50212" y="connsiteY50212"/>
              </a:cxn>
              <a:cxn ang="0">
                <a:pos x="connsiteX50213" y="connsiteY50213"/>
              </a:cxn>
              <a:cxn ang="0">
                <a:pos x="connsiteX50214" y="connsiteY50214"/>
              </a:cxn>
              <a:cxn ang="0">
                <a:pos x="connsiteX50215" y="connsiteY50215"/>
              </a:cxn>
              <a:cxn ang="0">
                <a:pos x="connsiteX50216" y="connsiteY50216"/>
              </a:cxn>
              <a:cxn ang="0">
                <a:pos x="connsiteX50217" y="connsiteY50217"/>
              </a:cxn>
              <a:cxn ang="0">
                <a:pos x="connsiteX50218" y="connsiteY50218"/>
              </a:cxn>
              <a:cxn ang="0">
                <a:pos x="connsiteX50219" y="connsiteY50219"/>
              </a:cxn>
              <a:cxn ang="0">
                <a:pos x="connsiteX50220" y="connsiteY50220"/>
              </a:cxn>
              <a:cxn ang="0">
                <a:pos x="connsiteX50221" y="connsiteY50221"/>
              </a:cxn>
              <a:cxn ang="0">
                <a:pos x="connsiteX50222" y="connsiteY50222"/>
              </a:cxn>
              <a:cxn ang="0">
                <a:pos x="connsiteX50223" y="connsiteY50223"/>
              </a:cxn>
              <a:cxn ang="0">
                <a:pos x="connsiteX50224" y="connsiteY50224"/>
              </a:cxn>
              <a:cxn ang="0">
                <a:pos x="connsiteX50225" y="connsiteY50225"/>
              </a:cxn>
              <a:cxn ang="0">
                <a:pos x="connsiteX50226" y="connsiteY50226"/>
              </a:cxn>
              <a:cxn ang="0">
                <a:pos x="connsiteX50227" y="connsiteY50227"/>
              </a:cxn>
              <a:cxn ang="0">
                <a:pos x="connsiteX50228" y="connsiteY50228"/>
              </a:cxn>
              <a:cxn ang="0">
                <a:pos x="connsiteX50229" y="connsiteY50229"/>
              </a:cxn>
              <a:cxn ang="0">
                <a:pos x="connsiteX50230" y="connsiteY50230"/>
              </a:cxn>
              <a:cxn ang="0">
                <a:pos x="connsiteX50231" y="connsiteY50231"/>
              </a:cxn>
              <a:cxn ang="0">
                <a:pos x="connsiteX50232" y="connsiteY50232"/>
              </a:cxn>
              <a:cxn ang="0">
                <a:pos x="connsiteX50233" y="connsiteY50233"/>
              </a:cxn>
              <a:cxn ang="0">
                <a:pos x="connsiteX50234" y="connsiteY50234"/>
              </a:cxn>
              <a:cxn ang="0">
                <a:pos x="connsiteX50235" y="connsiteY50235"/>
              </a:cxn>
              <a:cxn ang="0">
                <a:pos x="connsiteX50236" y="connsiteY50236"/>
              </a:cxn>
              <a:cxn ang="0">
                <a:pos x="connsiteX50237" y="connsiteY50237"/>
              </a:cxn>
              <a:cxn ang="0">
                <a:pos x="connsiteX50238" y="connsiteY50238"/>
              </a:cxn>
              <a:cxn ang="0">
                <a:pos x="connsiteX50239" y="connsiteY50239"/>
              </a:cxn>
              <a:cxn ang="0">
                <a:pos x="connsiteX50240" y="connsiteY50240"/>
              </a:cxn>
              <a:cxn ang="0">
                <a:pos x="connsiteX50241" y="connsiteY50241"/>
              </a:cxn>
              <a:cxn ang="0">
                <a:pos x="connsiteX50242" y="connsiteY50242"/>
              </a:cxn>
              <a:cxn ang="0">
                <a:pos x="connsiteX50243" y="connsiteY50243"/>
              </a:cxn>
              <a:cxn ang="0">
                <a:pos x="connsiteX50244" y="connsiteY50244"/>
              </a:cxn>
              <a:cxn ang="0">
                <a:pos x="connsiteX50245" y="connsiteY50245"/>
              </a:cxn>
              <a:cxn ang="0">
                <a:pos x="connsiteX50246" y="connsiteY50246"/>
              </a:cxn>
              <a:cxn ang="0">
                <a:pos x="connsiteX50247" y="connsiteY50247"/>
              </a:cxn>
              <a:cxn ang="0">
                <a:pos x="connsiteX50248" y="connsiteY50248"/>
              </a:cxn>
              <a:cxn ang="0">
                <a:pos x="connsiteX50249" y="connsiteY50249"/>
              </a:cxn>
              <a:cxn ang="0">
                <a:pos x="connsiteX50250" y="connsiteY50250"/>
              </a:cxn>
              <a:cxn ang="0">
                <a:pos x="connsiteX50251" y="connsiteY50251"/>
              </a:cxn>
              <a:cxn ang="0">
                <a:pos x="connsiteX50252" y="connsiteY50252"/>
              </a:cxn>
              <a:cxn ang="0">
                <a:pos x="connsiteX50253" y="connsiteY50253"/>
              </a:cxn>
              <a:cxn ang="0">
                <a:pos x="connsiteX50254" y="connsiteY50254"/>
              </a:cxn>
              <a:cxn ang="0">
                <a:pos x="connsiteX50255" y="connsiteY50255"/>
              </a:cxn>
              <a:cxn ang="0">
                <a:pos x="connsiteX50256" y="connsiteY50256"/>
              </a:cxn>
              <a:cxn ang="0">
                <a:pos x="connsiteX50257" y="connsiteY50257"/>
              </a:cxn>
              <a:cxn ang="0">
                <a:pos x="connsiteX50258" y="connsiteY50258"/>
              </a:cxn>
              <a:cxn ang="0">
                <a:pos x="connsiteX50259" y="connsiteY50259"/>
              </a:cxn>
              <a:cxn ang="0">
                <a:pos x="connsiteX50260" y="connsiteY50260"/>
              </a:cxn>
              <a:cxn ang="0">
                <a:pos x="connsiteX50261" y="connsiteY50261"/>
              </a:cxn>
              <a:cxn ang="0">
                <a:pos x="connsiteX50262" y="connsiteY50262"/>
              </a:cxn>
              <a:cxn ang="0">
                <a:pos x="connsiteX50263" y="connsiteY50263"/>
              </a:cxn>
              <a:cxn ang="0">
                <a:pos x="connsiteX50264" y="connsiteY50264"/>
              </a:cxn>
              <a:cxn ang="0">
                <a:pos x="connsiteX50265" y="connsiteY50265"/>
              </a:cxn>
              <a:cxn ang="0">
                <a:pos x="connsiteX50266" y="connsiteY50266"/>
              </a:cxn>
              <a:cxn ang="0">
                <a:pos x="connsiteX50267" y="connsiteY50267"/>
              </a:cxn>
              <a:cxn ang="0">
                <a:pos x="connsiteX50268" y="connsiteY50268"/>
              </a:cxn>
              <a:cxn ang="0">
                <a:pos x="connsiteX50269" y="connsiteY50269"/>
              </a:cxn>
              <a:cxn ang="0">
                <a:pos x="connsiteX50270" y="connsiteY50270"/>
              </a:cxn>
              <a:cxn ang="0">
                <a:pos x="connsiteX50271" y="connsiteY50271"/>
              </a:cxn>
              <a:cxn ang="0">
                <a:pos x="connsiteX50272" y="connsiteY50272"/>
              </a:cxn>
              <a:cxn ang="0">
                <a:pos x="connsiteX50273" y="connsiteY50273"/>
              </a:cxn>
              <a:cxn ang="0">
                <a:pos x="connsiteX50274" y="connsiteY50274"/>
              </a:cxn>
              <a:cxn ang="0">
                <a:pos x="connsiteX50275" y="connsiteY50275"/>
              </a:cxn>
              <a:cxn ang="0">
                <a:pos x="connsiteX50276" y="connsiteY50276"/>
              </a:cxn>
              <a:cxn ang="0">
                <a:pos x="connsiteX50277" y="connsiteY50277"/>
              </a:cxn>
              <a:cxn ang="0">
                <a:pos x="connsiteX50278" y="connsiteY50278"/>
              </a:cxn>
              <a:cxn ang="0">
                <a:pos x="connsiteX50279" y="connsiteY50279"/>
              </a:cxn>
              <a:cxn ang="0">
                <a:pos x="connsiteX50280" y="connsiteY50280"/>
              </a:cxn>
              <a:cxn ang="0">
                <a:pos x="connsiteX50281" y="connsiteY50281"/>
              </a:cxn>
              <a:cxn ang="0">
                <a:pos x="connsiteX50282" y="connsiteY50282"/>
              </a:cxn>
              <a:cxn ang="0">
                <a:pos x="connsiteX50283" y="connsiteY50283"/>
              </a:cxn>
              <a:cxn ang="0">
                <a:pos x="connsiteX50284" y="connsiteY50284"/>
              </a:cxn>
              <a:cxn ang="0">
                <a:pos x="connsiteX50285" y="connsiteY50285"/>
              </a:cxn>
              <a:cxn ang="0">
                <a:pos x="connsiteX50286" y="connsiteY50286"/>
              </a:cxn>
              <a:cxn ang="0">
                <a:pos x="connsiteX50287" y="connsiteY50287"/>
              </a:cxn>
              <a:cxn ang="0">
                <a:pos x="connsiteX50288" y="connsiteY50288"/>
              </a:cxn>
              <a:cxn ang="0">
                <a:pos x="connsiteX50289" y="connsiteY50289"/>
              </a:cxn>
              <a:cxn ang="0">
                <a:pos x="connsiteX50290" y="connsiteY50290"/>
              </a:cxn>
              <a:cxn ang="0">
                <a:pos x="connsiteX50291" y="connsiteY50291"/>
              </a:cxn>
              <a:cxn ang="0">
                <a:pos x="connsiteX50292" y="connsiteY50292"/>
              </a:cxn>
              <a:cxn ang="0">
                <a:pos x="connsiteX50293" y="connsiteY50293"/>
              </a:cxn>
              <a:cxn ang="0">
                <a:pos x="connsiteX50294" y="connsiteY50294"/>
              </a:cxn>
              <a:cxn ang="0">
                <a:pos x="connsiteX50295" y="connsiteY50295"/>
              </a:cxn>
              <a:cxn ang="0">
                <a:pos x="connsiteX50296" y="connsiteY50296"/>
              </a:cxn>
              <a:cxn ang="0">
                <a:pos x="connsiteX50297" y="connsiteY50297"/>
              </a:cxn>
              <a:cxn ang="0">
                <a:pos x="connsiteX50298" y="connsiteY50298"/>
              </a:cxn>
              <a:cxn ang="0">
                <a:pos x="connsiteX50299" y="connsiteY50299"/>
              </a:cxn>
              <a:cxn ang="0">
                <a:pos x="connsiteX50300" y="connsiteY50300"/>
              </a:cxn>
              <a:cxn ang="0">
                <a:pos x="connsiteX50301" y="connsiteY50301"/>
              </a:cxn>
              <a:cxn ang="0">
                <a:pos x="connsiteX50302" y="connsiteY50302"/>
              </a:cxn>
              <a:cxn ang="0">
                <a:pos x="connsiteX50303" y="connsiteY50303"/>
              </a:cxn>
              <a:cxn ang="0">
                <a:pos x="connsiteX50304" y="connsiteY50304"/>
              </a:cxn>
              <a:cxn ang="0">
                <a:pos x="connsiteX50305" y="connsiteY50305"/>
              </a:cxn>
              <a:cxn ang="0">
                <a:pos x="connsiteX50306" y="connsiteY50306"/>
              </a:cxn>
              <a:cxn ang="0">
                <a:pos x="connsiteX50307" y="connsiteY50307"/>
              </a:cxn>
              <a:cxn ang="0">
                <a:pos x="connsiteX50308" y="connsiteY50308"/>
              </a:cxn>
              <a:cxn ang="0">
                <a:pos x="connsiteX50309" y="connsiteY50309"/>
              </a:cxn>
              <a:cxn ang="0">
                <a:pos x="connsiteX50310" y="connsiteY50310"/>
              </a:cxn>
              <a:cxn ang="0">
                <a:pos x="connsiteX50311" y="connsiteY50311"/>
              </a:cxn>
              <a:cxn ang="0">
                <a:pos x="connsiteX50312" y="connsiteY50312"/>
              </a:cxn>
              <a:cxn ang="0">
                <a:pos x="connsiteX50313" y="connsiteY50313"/>
              </a:cxn>
              <a:cxn ang="0">
                <a:pos x="connsiteX50314" y="connsiteY50314"/>
              </a:cxn>
              <a:cxn ang="0">
                <a:pos x="connsiteX50315" y="connsiteY50315"/>
              </a:cxn>
              <a:cxn ang="0">
                <a:pos x="connsiteX50316" y="connsiteY50316"/>
              </a:cxn>
              <a:cxn ang="0">
                <a:pos x="connsiteX50317" y="connsiteY50317"/>
              </a:cxn>
              <a:cxn ang="0">
                <a:pos x="connsiteX50318" y="connsiteY50318"/>
              </a:cxn>
              <a:cxn ang="0">
                <a:pos x="connsiteX50319" y="connsiteY50319"/>
              </a:cxn>
              <a:cxn ang="0">
                <a:pos x="connsiteX50320" y="connsiteY50320"/>
              </a:cxn>
              <a:cxn ang="0">
                <a:pos x="connsiteX50321" y="connsiteY50321"/>
              </a:cxn>
              <a:cxn ang="0">
                <a:pos x="connsiteX50322" y="connsiteY50322"/>
              </a:cxn>
              <a:cxn ang="0">
                <a:pos x="connsiteX50323" y="connsiteY50323"/>
              </a:cxn>
              <a:cxn ang="0">
                <a:pos x="connsiteX50324" y="connsiteY50324"/>
              </a:cxn>
              <a:cxn ang="0">
                <a:pos x="connsiteX50325" y="connsiteY50325"/>
              </a:cxn>
              <a:cxn ang="0">
                <a:pos x="connsiteX50326" y="connsiteY50326"/>
              </a:cxn>
              <a:cxn ang="0">
                <a:pos x="connsiteX50327" y="connsiteY50327"/>
              </a:cxn>
              <a:cxn ang="0">
                <a:pos x="connsiteX50328" y="connsiteY50328"/>
              </a:cxn>
              <a:cxn ang="0">
                <a:pos x="connsiteX50329" y="connsiteY50329"/>
              </a:cxn>
              <a:cxn ang="0">
                <a:pos x="connsiteX50330" y="connsiteY50330"/>
              </a:cxn>
              <a:cxn ang="0">
                <a:pos x="connsiteX50331" y="connsiteY50331"/>
              </a:cxn>
              <a:cxn ang="0">
                <a:pos x="connsiteX50332" y="connsiteY50332"/>
              </a:cxn>
              <a:cxn ang="0">
                <a:pos x="connsiteX50333" y="connsiteY50333"/>
              </a:cxn>
              <a:cxn ang="0">
                <a:pos x="connsiteX50334" y="connsiteY50334"/>
              </a:cxn>
              <a:cxn ang="0">
                <a:pos x="connsiteX50335" y="connsiteY50335"/>
              </a:cxn>
              <a:cxn ang="0">
                <a:pos x="connsiteX50336" y="connsiteY50336"/>
              </a:cxn>
              <a:cxn ang="0">
                <a:pos x="connsiteX50337" y="connsiteY50337"/>
              </a:cxn>
              <a:cxn ang="0">
                <a:pos x="connsiteX50338" y="connsiteY50338"/>
              </a:cxn>
              <a:cxn ang="0">
                <a:pos x="connsiteX50339" y="connsiteY50339"/>
              </a:cxn>
              <a:cxn ang="0">
                <a:pos x="connsiteX50340" y="connsiteY50340"/>
              </a:cxn>
              <a:cxn ang="0">
                <a:pos x="connsiteX50341" y="connsiteY50341"/>
              </a:cxn>
              <a:cxn ang="0">
                <a:pos x="connsiteX50342" y="connsiteY50342"/>
              </a:cxn>
              <a:cxn ang="0">
                <a:pos x="connsiteX50343" y="connsiteY50343"/>
              </a:cxn>
              <a:cxn ang="0">
                <a:pos x="connsiteX50344" y="connsiteY50344"/>
              </a:cxn>
              <a:cxn ang="0">
                <a:pos x="connsiteX50345" y="connsiteY50345"/>
              </a:cxn>
              <a:cxn ang="0">
                <a:pos x="connsiteX50346" y="connsiteY50346"/>
              </a:cxn>
              <a:cxn ang="0">
                <a:pos x="connsiteX50347" y="connsiteY50347"/>
              </a:cxn>
              <a:cxn ang="0">
                <a:pos x="connsiteX50348" y="connsiteY50348"/>
              </a:cxn>
              <a:cxn ang="0">
                <a:pos x="connsiteX50349" y="connsiteY50349"/>
              </a:cxn>
              <a:cxn ang="0">
                <a:pos x="connsiteX50350" y="connsiteY50350"/>
              </a:cxn>
              <a:cxn ang="0">
                <a:pos x="connsiteX50351" y="connsiteY50351"/>
              </a:cxn>
              <a:cxn ang="0">
                <a:pos x="connsiteX50352" y="connsiteY50352"/>
              </a:cxn>
              <a:cxn ang="0">
                <a:pos x="connsiteX50353" y="connsiteY50353"/>
              </a:cxn>
              <a:cxn ang="0">
                <a:pos x="connsiteX50354" y="connsiteY50354"/>
              </a:cxn>
              <a:cxn ang="0">
                <a:pos x="connsiteX50355" y="connsiteY50355"/>
              </a:cxn>
              <a:cxn ang="0">
                <a:pos x="connsiteX50356" y="connsiteY50356"/>
              </a:cxn>
              <a:cxn ang="0">
                <a:pos x="connsiteX50357" y="connsiteY50357"/>
              </a:cxn>
              <a:cxn ang="0">
                <a:pos x="connsiteX50358" y="connsiteY50358"/>
              </a:cxn>
              <a:cxn ang="0">
                <a:pos x="connsiteX50359" y="connsiteY50359"/>
              </a:cxn>
              <a:cxn ang="0">
                <a:pos x="connsiteX50360" y="connsiteY50360"/>
              </a:cxn>
              <a:cxn ang="0">
                <a:pos x="connsiteX50361" y="connsiteY50361"/>
              </a:cxn>
              <a:cxn ang="0">
                <a:pos x="connsiteX50362" y="connsiteY50362"/>
              </a:cxn>
              <a:cxn ang="0">
                <a:pos x="connsiteX50363" y="connsiteY50363"/>
              </a:cxn>
              <a:cxn ang="0">
                <a:pos x="connsiteX50364" y="connsiteY50364"/>
              </a:cxn>
              <a:cxn ang="0">
                <a:pos x="connsiteX50365" y="connsiteY50365"/>
              </a:cxn>
              <a:cxn ang="0">
                <a:pos x="connsiteX50366" y="connsiteY50366"/>
              </a:cxn>
              <a:cxn ang="0">
                <a:pos x="connsiteX50367" y="connsiteY50367"/>
              </a:cxn>
              <a:cxn ang="0">
                <a:pos x="connsiteX50368" y="connsiteY50368"/>
              </a:cxn>
              <a:cxn ang="0">
                <a:pos x="connsiteX50369" y="connsiteY50369"/>
              </a:cxn>
              <a:cxn ang="0">
                <a:pos x="connsiteX50370" y="connsiteY50370"/>
              </a:cxn>
              <a:cxn ang="0">
                <a:pos x="connsiteX50371" y="connsiteY50371"/>
              </a:cxn>
              <a:cxn ang="0">
                <a:pos x="connsiteX50372" y="connsiteY50372"/>
              </a:cxn>
              <a:cxn ang="0">
                <a:pos x="connsiteX50373" y="connsiteY50373"/>
              </a:cxn>
              <a:cxn ang="0">
                <a:pos x="connsiteX50374" y="connsiteY50374"/>
              </a:cxn>
              <a:cxn ang="0">
                <a:pos x="connsiteX50375" y="connsiteY50375"/>
              </a:cxn>
              <a:cxn ang="0">
                <a:pos x="connsiteX50376" y="connsiteY50376"/>
              </a:cxn>
              <a:cxn ang="0">
                <a:pos x="connsiteX50377" y="connsiteY50377"/>
              </a:cxn>
              <a:cxn ang="0">
                <a:pos x="connsiteX50378" y="connsiteY50378"/>
              </a:cxn>
              <a:cxn ang="0">
                <a:pos x="connsiteX50379" y="connsiteY50379"/>
              </a:cxn>
              <a:cxn ang="0">
                <a:pos x="connsiteX50380" y="connsiteY50380"/>
              </a:cxn>
              <a:cxn ang="0">
                <a:pos x="connsiteX50381" y="connsiteY50381"/>
              </a:cxn>
              <a:cxn ang="0">
                <a:pos x="connsiteX50382" y="connsiteY50382"/>
              </a:cxn>
              <a:cxn ang="0">
                <a:pos x="connsiteX50383" y="connsiteY50383"/>
              </a:cxn>
              <a:cxn ang="0">
                <a:pos x="connsiteX50384" y="connsiteY50384"/>
              </a:cxn>
              <a:cxn ang="0">
                <a:pos x="connsiteX50385" y="connsiteY50385"/>
              </a:cxn>
              <a:cxn ang="0">
                <a:pos x="connsiteX50386" y="connsiteY50386"/>
              </a:cxn>
              <a:cxn ang="0">
                <a:pos x="connsiteX50387" y="connsiteY50387"/>
              </a:cxn>
              <a:cxn ang="0">
                <a:pos x="connsiteX50388" y="connsiteY50388"/>
              </a:cxn>
              <a:cxn ang="0">
                <a:pos x="connsiteX50389" y="connsiteY50389"/>
              </a:cxn>
              <a:cxn ang="0">
                <a:pos x="connsiteX50390" y="connsiteY50390"/>
              </a:cxn>
              <a:cxn ang="0">
                <a:pos x="connsiteX50391" y="connsiteY50391"/>
              </a:cxn>
              <a:cxn ang="0">
                <a:pos x="connsiteX50392" y="connsiteY50392"/>
              </a:cxn>
              <a:cxn ang="0">
                <a:pos x="connsiteX50393" y="connsiteY50393"/>
              </a:cxn>
              <a:cxn ang="0">
                <a:pos x="connsiteX50394" y="connsiteY50394"/>
              </a:cxn>
              <a:cxn ang="0">
                <a:pos x="connsiteX50395" y="connsiteY50395"/>
              </a:cxn>
              <a:cxn ang="0">
                <a:pos x="connsiteX50396" y="connsiteY50396"/>
              </a:cxn>
              <a:cxn ang="0">
                <a:pos x="connsiteX50397" y="connsiteY50397"/>
              </a:cxn>
              <a:cxn ang="0">
                <a:pos x="connsiteX50398" y="connsiteY50398"/>
              </a:cxn>
              <a:cxn ang="0">
                <a:pos x="connsiteX50399" y="connsiteY50399"/>
              </a:cxn>
              <a:cxn ang="0">
                <a:pos x="connsiteX50400" y="connsiteY50400"/>
              </a:cxn>
              <a:cxn ang="0">
                <a:pos x="connsiteX50401" y="connsiteY50401"/>
              </a:cxn>
              <a:cxn ang="0">
                <a:pos x="connsiteX50402" y="connsiteY50402"/>
              </a:cxn>
              <a:cxn ang="0">
                <a:pos x="connsiteX50403" y="connsiteY50403"/>
              </a:cxn>
              <a:cxn ang="0">
                <a:pos x="connsiteX50404" y="connsiteY50404"/>
              </a:cxn>
              <a:cxn ang="0">
                <a:pos x="connsiteX50405" y="connsiteY50405"/>
              </a:cxn>
              <a:cxn ang="0">
                <a:pos x="connsiteX50406" y="connsiteY50406"/>
              </a:cxn>
              <a:cxn ang="0">
                <a:pos x="connsiteX50407" y="connsiteY50407"/>
              </a:cxn>
              <a:cxn ang="0">
                <a:pos x="connsiteX50408" y="connsiteY50408"/>
              </a:cxn>
              <a:cxn ang="0">
                <a:pos x="connsiteX50409" y="connsiteY50409"/>
              </a:cxn>
              <a:cxn ang="0">
                <a:pos x="connsiteX50410" y="connsiteY50410"/>
              </a:cxn>
              <a:cxn ang="0">
                <a:pos x="connsiteX50411" y="connsiteY50411"/>
              </a:cxn>
              <a:cxn ang="0">
                <a:pos x="connsiteX50412" y="connsiteY50412"/>
              </a:cxn>
              <a:cxn ang="0">
                <a:pos x="connsiteX50413" y="connsiteY50413"/>
              </a:cxn>
              <a:cxn ang="0">
                <a:pos x="connsiteX50414" y="connsiteY50414"/>
              </a:cxn>
              <a:cxn ang="0">
                <a:pos x="connsiteX50415" y="connsiteY50415"/>
              </a:cxn>
              <a:cxn ang="0">
                <a:pos x="connsiteX50416" y="connsiteY50416"/>
              </a:cxn>
              <a:cxn ang="0">
                <a:pos x="connsiteX50417" y="connsiteY50417"/>
              </a:cxn>
              <a:cxn ang="0">
                <a:pos x="connsiteX50418" y="connsiteY50418"/>
              </a:cxn>
              <a:cxn ang="0">
                <a:pos x="connsiteX50419" y="connsiteY50419"/>
              </a:cxn>
              <a:cxn ang="0">
                <a:pos x="connsiteX50420" y="connsiteY50420"/>
              </a:cxn>
              <a:cxn ang="0">
                <a:pos x="connsiteX50421" y="connsiteY50421"/>
              </a:cxn>
              <a:cxn ang="0">
                <a:pos x="connsiteX50422" y="connsiteY50422"/>
              </a:cxn>
              <a:cxn ang="0">
                <a:pos x="connsiteX50423" y="connsiteY50423"/>
              </a:cxn>
              <a:cxn ang="0">
                <a:pos x="connsiteX50424" y="connsiteY50424"/>
              </a:cxn>
              <a:cxn ang="0">
                <a:pos x="connsiteX50425" y="connsiteY50425"/>
              </a:cxn>
              <a:cxn ang="0">
                <a:pos x="connsiteX50426" y="connsiteY50426"/>
              </a:cxn>
              <a:cxn ang="0">
                <a:pos x="connsiteX50427" y="connsiteY50427"/>
              </a:cxn>
              <a:cxn ang="0">
                <a:pos x="connsiteX50428" y="connsiteY50428"/>
              </a:cxn>
              <a:cxn ang="0">
                <a:pos x="connsiteX50429" y="connsiteY50429"/>
              </a:cxn>
              <a:cxn ang="0">
                <a:pos x="connsiteX50430" y="connsiteY50430"/>
              </a:cxn>
              <a:cxn ang="0">
                <a:pos x="connsiteX50431" y="connsiteY50431"/>
              </a:cxn>
              <a:cxn ang="0">
                <a:pos x="connsiteX50432" y="connsiteY50432"/>
              </a:cxn>
              <a:cxn ang="0">
                <a:pos x="connsiteX50433" y="connsiteY50433"/>
              </a:cxn>
              <a:cxn ang="0">
                <a:pos x="connsiteX50434" y="connsiteY50434"/>
              </a:cxn>
              <a:cxn ang="0">
                <a:pos x="connsiteX50435" y="connsiteY50435"/>
              </a:cxn>
              <a:cxn ang="0">
                <a:pos x="connsiteX50436" y="connsiteY50436"/>
              </a:cxn>
              <a:cxn ang="0">
                <a:pos x="connsiteX50437" y="connsiteY50437"/>
              </a:cxn>
              <a:cxn ang="0">
                <a:pos x="connsiteX50438" y="connsiteY50438"/>
              </a:cxn>
              <a:cxn ang="0">
                <a:pos x="connsiteX50439" y="connsiteY50439"/>
              </a:cxn>
              <a:cxn ang="0">
                <a:pos x="connsiteX50440" y="connsiteY50440"/>
              </a:cxn>
              <a:cxn ang="0">
                <a:pos x="connsiteX50441" y="connsiteY50441"/>
              </a:cxn>
              <a:cxn ang="0">
                <a:pos x="connsiteX50442" y="connsiteY50442"/>
              </a:cxn>
              <a:cxn ang="0">
                <a:pos x="connsiteX50443" y="connsiteY50443"/>
              </a:cxn>
              <a:cxn ang="0">
                <a:pos x="connsiteX50444" y="connsiteY50444"/>
              </a:cxn>
              <a:cxn ang="0">
                <a:pos x="connsiteX50445" y="connsiteY50445"/>
              </a:cxn>
              <a:cxn ang="0">
                <a:pos x="connsiteX50446" y="connsiteY50446"/>
              </a:cxn>
              <a:cxn ang="0">
                <a:pos x="connsiteX50447" y="connsiteY50447"/>
              </a:cxn>
              <a:cxn ang="0">
                <a:pos x="connsiteX50448" y="connsiteY50448"/>
              </a:cxn>
              <a:cxn ang="0">
                <a:pos x="connsiteX50449" y="connsiteY50449"/>
              </a:cxn>
              <a:cxn ang="0">
                <a:pos x="connsiteX50450" y="connsiteY50450"/>
              </a:cxn>
              <a:cxn ang="0">
                <a:pos x="connsiteX50451" y="connsiteY50451"/>
              </a:cxn>
              <a:cxn ang="0">
                <a:pos x="connsiteX50452" y="connsiteY50452"/>
              </a:cxn>
              <a:cxn ang="0">
                <a:pos x="connsiteX50453" y="connsiteY50453"/>
              </a:cxn>
              <a:cxn ang="0">
                <a:pos x="connsiteX50454" y="connsiteY50454"/>
              </a:cxn>
              <a:cxn ang="0">
                <a:pos x="connsiteX50455" y="connsiteY50455"/>
              </a:cxn>
              <a:cxn ang="0">
                <a:pos x="connsiteX50456" y="connsiteY50456"/>
              </a:cxn>
              <a:cxn ang="0">
                <a:pos x="connsiteX50457" y="connsiteY50457"/>
              </a:cxn>
              <a:cxn ang="0">
                <a:pos x="connsiteX50458" y="connsiteY50458"/>
              </a:cxn>
              <a:cxn ang="0">
                <a:pos x="connsiteX50459" y="connsiteY50459"/>
              </a:cxn>
              <a:cxn ang="0">
                <a:pos x="connsiteX50460" y="connsiteY50460"/>
              </a:cxn>
              <a:cxn ang="0">
                <a:pos x="connsiteX50461" y="connsiteY50461"/>
              </a:cxn>
              <a:cxn ang="0">
                <a:pos x="connsiteX50462" y="connsiteY50462"/>
              </a:cxn>
              <a:cxn ang="0">
                <a:pos x="connsiteX50463" y="connsiteY50463"/>
              </a:cxn>
              <a:cxn ang="0">
                <a:pos x="connsiteX50464" y="connsiteY50464"/>
              </a:cxn>
              <a:cxn ang="0">
                <a:pos x="connsiteX50465" y="connsiteY50465"/>
              </a:cxn>
              <a:cxn ang="0">
                <a:pos x="connsiteX50466" y="connsiteY50466"/>
              </a:cxn>
              <a:cxn ang="0">
                <a:pos x="connsiteX50467" y="connsiteY50467"/>
              </a:cxn>
              <a:cxn ang="0">
                <a:pos x="connsiteX50468" y="connsiteY50468"/>
              </a:cxn>
              <a:cxn ang="0">
                <a:pos x="connsiteX50469" y="connsiteY50469"/>
              </a:cxn>
              <a:cxn ang="0">
                <a:pos x="connsiteX50470" y="connsiteY50470"/>
              </a:cxn>
              <a:cxn ang="0">
                <a:pos x="connsiteX50471" y="connsiteY50471"/>
              </a:cxn>
              <a:cxn ang="0">
                <a:pos x="connsiteX50472" y="connsiteY50472"/>
              </a:cxn>
              <a:cxn ang="0">
                <a:pos x="connsiteX50473" y="connsiteY50473"/>
              </a:cxn>
              <a:cxn ang="0">
                <a:pos x="connsiteX50474" y="connsiteY50474"/>
              </a:cxn>
              <a:cxn ang="0">
                <a:pos x="connsiteX50475" y="connsiteY50475"/>
              </a:cxn>
              <a:cxn ang="0">
                <a:pos x="connsiteX50476" y="connsiteY50476"/>
              </a:cxn>
              <a:cxn ang="0">
                <a:pos x="connsiteX50477" y="connsiteY50477"/>
              </a:cxn>
              <a:cxn ang="0">
                <a:pos x="connsiteX50478" y="connsiteY50478"/>
              </a:cxn>
              <a:cxn ang="0">
                <a:pos x="connsiteX50479" y="connsiteY50479"/>
              </a:cxn>
              <a:cxn ang="0">
                <a:pos x="connsiteX50480" y="connsiteY50480"/>
              </a:cxn>
              <a:cxn ang="0">
                <a:pos x="connsiteX50481" y="connsiteY50481"/>
              </a:cxn>
              <a:cxn ang="0">
                <a:pos x="connsiteX50482" y="connsiteY50482"/>
              </a:cxn>
              <a:cxn ang="0">
                <a:pos x="connsiteX50483" y="connsiteY50483"/>
              </a:cxn>
              <a:cxn ang="0">
                <a:pos x="connsiteX50484" y="connsiteY50484"/>
              </a:cxn>
              <a:cxn ang="0">
                <a:pos x="connsiteX50485" y="connsiteY50485"/>
              </a:cxn>
              <a:cxn ang="0">
                <a:pos x="connsiteX50486" y="connsiteY50486"/>
              </a:cxn>
              <a:cxn ang="0">
                <a:pos x="connsiteX50487" y="connsiteY50487"/>
              </a:cxn>
              <a:cxn ang="0">
                <a:pos x="connsiteX50488" y="connsiteY50488"/>
              </a:cxn>
              <a:cxn ang="0">
                <a:pos x="connsiteX50489" y="connsiteY50489"/>
              </a:cxn>
              <a:cxn ang="0">
                <a:pos x="connsiteX50490" y="connsiteY50490"/>
              </a:cxn>
              <a:cxn ang="0">
                <a:pos x="connsiteX50491" y="connsiteY50491"/>
              </a:cxn>
              <a:cxn ang="0">
                <a:pos x="connsiteX50492" y="connsiteY50492"/>
              </a:cxn>
              <a:cxn ang="0">
                <a:pos x="connsiteX50493" y="connsiteY50493"/>
              </a:cxn>
              <a:cxn ang="0">
                <a:pos x="connsiteX50494" y="connsiteY50494"/>
              </a:cxn>
              <a:cxn ang="0">
                <a:pos x="connsiteX50495" y="connsiteY50495"/>
              </a:cxn>
              <a:cxn ang="0">
                <a:pos x="connsiteX50496" y="connsiteY50496"/>
              </a:cxn>
              <a:cxn ang="0">
                <a:pos x="connsiteX50497" y="connsiteY50497"/>
              </a:cxn>
              <a:cxn ang="0">
                <a:pos x="connsiteX50498" y="connsiteY50498"/>
              </a:cxn>
              <a:cxn ang="0">
                <a:pos x="connsiteX50499" y="connsiteY50499"/>
              </a:cxn>
              <a:cxn ang="0">
                <a:pos x="connsiteX50500" y="connsiteY50500"/>
              </a:cxn>
              <a:cxn ang="0">
                <a:pos x="connsiteX50501" y="connsiteY50501"/>
              </a:cxn>
              <a:cxn ang="0">
                <a:pos x="connsiteX50502" y="connsiteY50502"/>
              </a:cxn>
              <a:cxn ang="0">
                <a:pos x="connsiteX50503" y="connsiteY50503"/>
              </a:cxn>
              <a:cxn ang="0">
                <a:pos x="connsiteX50504" y="connsiteY50504"/>
              </a:cxn>
              <a:cxn ang="0">
                <a:pos x="connsiteX50505" y="connsiteY50505"/>
              </a:cxn>
              <a:cxn ang="0">
                <a:pos x="connsiteX50506" y="connsiteY50506"/>
              </a:cxn>
              <a:cxn ang="0">
                <a:pos x="connsiteX50507" y="connsiteY50507"/>
              </a:cxn>
              <a:cxn ang="0">
                <a:pos x="connsiteX50508" y="connsiteY50508"/>
              </a:cxn>
              <a:cxn ang="0">
                <a:pos x="connsiteX50509" y="connsiteY50509"/>
              </a:cxn>
              <a:cxn ang="0">
                <a:pos x="connsiteX50510" y="connsiteY50510"/>
              </a:cxn>
              <a:cxn ang="0">
                <a:pos x="connsiteX50511" y="connsiteY50511"/>
              </a:cxn>
              <a:cxn ang="0">
                <a:pos x="connsiteX50512" y="connsiteY50512"/>
              </a:cxn>
              <a:cxn ang="0">
                <a:pos x="connsiteX50513" y="connsiteY50513"/>
              </a:cxn>
              <a:cxn ang="0">
                <a:pos x="connsiteX50514" y="connsiteY50514"/>
              </a:cxn>
              <a:cxn ang="0">
                <a:pos x="connsiteX50515" y="connsiteY50515"/>
              </a:cxn>
              <a:cxn ang="0">
                <a:pos x="connsiteX50516" y="connsiteY50516"/>
              </a:cxn>
              <a:cxn ang="0">
                <a:pos x="connsiteX50517" y="connsiteY50517"/>
              </a:cxn>
              <a:cxn ang="0">
                <a:pos x="connsiteX50518" y="connsiteY50518"/>
              </a:cxn>
              <a:cxn ang="0">
                <a:pos x="connsiteX50519" y="connsiteY50519"/>
              </a:cxn>
              <a:cxn ang="0">
                <a:pos x="connsiteX50520" y="connsiteY50520"/>
              </a:cxn>
              <a:cxn ang="0">
                <a:pos x="connsiteX50521" y="connsiteY50521"/>
              </a:cxn>
              <a:cxn ang="0">
                <a:pos x="connsiteX50522" y="connsiteY50522"/>
              </a:cxn>
              <a:cxn ang="0">
                <a:pos x="connsiteX50523" y="connsiteY50523"/>
              </a:cxn>
              <a:cxn ang="0">
                <a:pos x="connsiteX50524" y="connsiteY50524"/>
              </a:cxn>
              <a:cxn ang="0">
                <a:pos x="connsiteX50525" y="connsiteY50525"/>
              </a:cxn>
              <a:cxn ang="0">
                <a:pos x="connsiteX50526" y="connsiteY50526"/>
              </a:cxn>
              <a:cxn ang="0">
                <a:pos x="connsiteX50527" y="connsiteY50527"/>
              </a:cxn>
              <a:cxn ang="0">
                <a:pos x="connsiteX50528" y="connsiteY50528"/>
              </a:cxn>
              <a:cxn ang="0">
                <a:pos x="connsiteX50529" y="connsiteY50529"/>
              </a:cxn>
              <a:cxn ang="0">
                <a:pos x="connsiteX50530" y="connsiteY50530"/>
              </a:cxn>
              <a:cxn ang="0">
                <a:pos x="connsiteX50531" y="connsiteY50531"/>
              </a:cxn>
              <a:cxn ang="0">
                <a:pos x="connsiteX50532" y="connsiteY50532"/>
              </a:cxn>
              <a:cxn ang="0">
                <a:pos x="connsiteX50533" y="connsiteY50533"/>
              </a:cxn>
              <a:cxn ang="0">
                <a:pos x="connsiteX50534" y="connsiteY50534"/>
              </a:cxn>
              <a:cxn ang="0">
                <a:pos x="connsiteX50535" y="connsiteY50535"/>
              </a:cxn>
              <a:cxn ang="0">
                <a:pos x="connsiteX50536" y="connsiteY50536"/>
              </a:cxn>
              <a:cxn ang="0">
                <a:pos x="connsiteX50537" y="connsiteY50537"/>
              </a:cxn>
              <a:cxn ang="0">
                <a:pos x="connsiteX50538" y="connsiteY50538"/>
              </a:cxn>
              <a:cxn ang="0">
                <a:pos x="connsiteX50539" y="connsiteY50539"/>
              </a:cxn>
              <a:cxn ang="0">
                <a:pos x="connsiteX50540" y="connsiteY50540"/>
              </a:cxn>
              <a:cxn ang="0">
                <a:pos x="connsiteX50541" y="connsiteY50541"/>
              </a:cxn>
              <a:cxn ang="0">
                <a:pos x="connsiteX50542" y="connsiteY50542"/>
              </a:cxn>
              <a:cxn ang="0">
                <a:pos x="connsiteX50543" y="connsiteY50543"/>
              </a:cxn>
              <a:cxn ang="0">
                <a:pos x="connsiteX50544" y="connsiteY50544"/>
              </a:cxn>
              <a:cxn ang="0">
                <a:pos x="connsiteX50545" y="connsiteY50545"/>
              </a:cxn>
              <a:cxn ang="0">
                <a:pos x="connsiteX50546" y="connsiteY50546"/>
              </a:cxn>
              <a:cxn ang="0">
                <a:pos x="connsiteX50547" y="connsiteY50547"/>
              </a:cxn>
              <a:cxn ang="0">
                <a:pos x="connsiteX50548" y="connsiteY50548"/>
              </a:cxn>
              <a:cxn ang="0">
                <a:pos x="connsiteX50549" y="connsiteY50549"/>
              </a:cxn>
              <a:cxn ang="0">
                <a:pos x="connsiteX50550" y="connsiteY50550"/>
              </a:cxn>
              <a:cxn ang="0">
                <a:pos x="connsiteX50551" y="connsiteY50551"/>
              </a:cxn>
              <a:cxn ang="0">
                <a:pos x="connsiteX50552" y="connsiteY50552"/>
              </a:cxn>
              <a:cxn ang="0">
                <a:pos x="connsiteX50553" y="connsiteY50553"/>
              </a:cxn>
              <a:cxn ang="0">
                <a:pos x="connsiteX50554" y="connsiteY50554"/>
              </a:cxn>
              <a:cxn ang="0">
                <a:pos x="connsiteX50555" y="connsiteY50555"/>
              </a:cxn>
              <a:cxn ang="0">
                <a:pos x="connsiteX50556" y="connsiteY50556"/>
              </a:cxn>
              <a:cxn ang="0">
                <a:pos x="connsiteX50557" y="connsiteY50557"/>
              </a:cxn>
              <a:cxn ang="0">
                <a:pos x="connsiteX50558" y="connsiteY50558"/>
              </a:cxn>
              <a:cxn ang="0">
                <a:pos x="connsiteX50559" y="connsiteY50559"/>
              </a:cxn>
              <a:cxn ang="0">
                <a:pos x="connsiteX50560" y="connsiteY50560"/>
              </a:cxn>
              <a:cxn ang="0">
                <a:pos x="connsiteX50561" y="connsiteY50561"/>
              </a:cxn>
              <a:cxn ang="0">
                <a:pos x="connsiteX50562" y="connsiteY50562"/>
              </a:cxn>
              <a:cxn ang="0">
                <a:pos x="connsiteX50563" y="connsiteY50563"/>
              </a:cxn>
              <a:cxn ang="0">
                <a:pos x="connsiteX50564" y="connsiteY50564"/>
              </a:cxn>
              <a:cxn ang="0">
                <a:pos x="connsiteX50565" y="connsiteY50565"/>
              </a:cxn>
              <a:cxn ang="0">
                <a:pos x="connsiteX50566" y="connsiteY50566"/>
              </a:cxn>
              <a:cxn ang="0">
                <a:pos x="connsiteX50567" y="connsiteY50567"/>
              </a:cxn>
              <a:cxn ang="0">
                <a:pos x="connsiteX50568" y="connsiteY50568"/>
              </a:cxn>
              <a:cxn ang="0">
                <a:pos x="connsiteX50569" y="connsiteY50569"/>
              </a:cxn>
              <a:cxn ang="0">
                <a:pos x="connsiteX50570" y="connsiteY50570"/>
              </a:cxn>
              <a:cxn ang="0">
                <a:pos x="connsiteX50571" y="connsiteY50571"/>
              </a:cxn>
              <a:cxn ang="0">
                <a:pos x="connsiteX50572" y="connsiteY50572"/>
              </a:cxn>
              <a:cxn ang="0">
                <a:pos x="connsiteX50573" y="connsiteY50573"/>
              </a:cxn>
              <a:cxn ang="0">
                <a:pos x="connsiteX50574" y="connsiteY50574"/>
              </a:cxn>
              <a:cxn ang="0">
                <a:pos x="connsiteX50575" y="connsiteY50575"/>
              </a:cxn>
              <a:cxn ang="0">
                <a:pos x="connsiteX50576" y="connsiteY50576"/>
              </a:cxn>
              <a:cxn ang="0">
                <a:pos x="connsiteX50577" y="connsiteY50577"/>
              </a:cxn>
              <a:cxn ang="0">
                <a:pos x="connsiteX50578" y="connsiteY50578"/>
              </a:cxn>
              <a:cxn ang="0">
                <a:pos x="connsiteX50579" y="connsiteY50579"/>
              </a:cxn>
              <a:cxn ang="0">
                <a:pos x="connsiteX50580" y="connsiteY50580"/>
              </a:cxn>
              <a:cxn ang="0">
                <a:pos x="connsiteX50581" y="connsiteY50581"/>
              </a:cxn>
              <a:cxn ang="0">
                <a:pos x="connsiteX50582" y="connsiteY50582"/>
              </a:cxn>
              <a:cxn ang="0">
                <a:pos x="connsiteX50583" y="connsiteY50583"/>
              </a:cxn>
              <a:cxn ang="0">
                <a:pos x="connsiteX50584" y="connsiteY50584"/>
              </a:cxn>
              <a:cxn ang="0">
                <a:pos x="connsiteX50585" y="connsiteY50585"/>
              </a:cxn>
              <a:cxn ang="0">
                <a:pos x="connsiteX50586" y="connsiteY50586"/>
              </a:cxn>
              <a:cxn ang="0">
                <a:pos x="connsiteX50587" y="connsiteY50587"/>
              </a:cxn>
              <a:cxn ang="0">
                <a:pos x="connsiteX50588" y="connsiteY50588"/>
              </a:cxn>
              <a:cxn ang="0">
                <a:pos x="connsiteX50589" y="connsiteY50589"/>
              </a:cxn>
              <a:cxn ang="0">
                <a:pos x="connsiteX50590" y="connsiteY50590"/>
              </a:cxn>
              <a:cxn ang="0">
                <a:pos x="connsiteX50591" y="connsiteY50591"/>
              </a:cxn>
              <a:cxn ang="0">
                <a:pos x="connsiteX50592" y="connsiteY50592"/>
              </a:cxn>
              <a:cxn ang="0">
                <a:pos x="connsiteX50593" y="connsiteY50593"/>
              </a:cxn>
              <a:cxn ang="0">
                <a:pos x="connsiteX50594" y="connsiteY50594"/>
              </a:cxn>
              <a:cxn ang="0">
                <a:pos x="connsiteX50595" y="connsiteY50595"/>
              </a:cxn>
              <a:cxn ang="0">
                <a:pos x="connsiteX50596" y="connsiteY50596"/>
              </a:cxn>
              <a:cxn ang="0">
                <a:pos x="connsiteX50597" y="connsiteY50597"/>
              </a:cxn>
              <a:cxn ang="0">
                <a:pos x="connsiteX50598" y="connsiteY50598"/>
              </a:cxn>
              <a:cxn ang="0">
                <a:pos x="connsiteX50599" y="connsiteY50599"/>
              </a:cxn>
              <a:cxn ang="0">
                <a:pos x="connsiteX50600" y="connsiteY50600"/>
              </a:cxn>
              <a:cxn ang="0">
                <a:pos x="connsiteX50601" y="connsiteY50601"/>
              </a:cxn>
              <a:cxn ang="0">
                <a:pos x="connsiteX50602" y="connsiteY50602"/>
              </a:cxn>
              <a:cxn ang="0">
                <a:pos x="connsiteX50603" y="connsiteY50603"/>
              </a:cxn>
              <a:cxn ang="0">
                <a:pos x="connsiteX50604" y="connsiteY50604"/>
              </a:cxn>
              <a:cxn ang="0">
                <a:pos x="connsiteX50605" y="connsiteY50605"/>
              </a:cxn>
              <a:cxn ang="0">
                <a:pos x="connsiteX50606" y="connsiteY50606"/>
              </a:cxn>
              <a:cxn ang="0">
                <a:pos x="connsiteX50607" y="connsiteY50607"/>
              </a:cxn>
              <a:cxn ang="0">
                <a:pos x="connsiteX50608" y="connsiteY50608"/>
              </a:cxn>
              <a:cxn ang="0">
                <a:pos x="connsiteX50609" y="connsiteY50609"/>
              </a:cxn>
              <a:cxn ang="0">
                <a:pos x="connsiteX50610" y="connsiteY50610"/>
              </a:cxn>
              <a:cxn ang="0">
                <a:pos x="connsiteX50611" y="connsiteY50611"/>
              </a:cxn>
              <a:cxn ang="0">
                <a:pos x="connsiteX50612" y="connsiteY50612"/>
              </a:cxn>
              <a:cxn ang="0">
                <a:pos x="connsiteX50613" y="connsiteY50613"/>
              </a:cxn>
              <a:cxn ang="0">
                <a:pos x="connsiteX50614" y="connsiteY50614"/>
              </a:cxn>
              <a:cxn ang="0">
                <a:pos x="connsiteX50615" y="connsiteY50615"/>
              </a:cxn>
              <a:cxn ang="0">
                <a:pos x="connsiteX50616" y="connsiteY50616"/>
              </a:cxn>
              <a:cxn ang="0">
                <a:pos x="connsiteX50617" y="connsiteY50617"/>
              </a:cxn>
              <a:cxn ang="0">
                <a:pos x="connsiteX50618" y="connsiteY50618"/>
              </a:cxn>
              <a:cxn ang="0">
                <a:pos x="connsiteX50619" y="connsiteY50619"/>
              </a:cxn>
              <a:cxn ang="0">
                <a:pos x="connsiteX50620" y="connsiteY50620"/>
              </a:cxn>
              <a:cxn ang="0">
                <a:pos x="connsiteX50621" y="connsiteY50621"/>
              </a:cxn>
              <a:cxn ang="0">
                <a:pos x="connsiteX50622" y="connsiteY50622"/>
              </a:cxn>
              <a:cxn ang="0">
                <a:pos x="connsiteX50623" y="connsiteY50623"/>
              </a:cxn>
              <a:cxn ang="0">
                <a:pos x="connsiteX50624" y="connsiteY50624"/>
              </a:cxn>
              <a:cxn ang="0">
                <a:pos x="connsiteX50625" y="connsiteY50625"/>
              </a:cxn>
              <a:cxn ang="0">
                <a:pos x="connsiteX50626" y="connsiteY50626"/>
              </a:cxn>
              <a:cxn ang="0">
                <a:pos x="connsiteX50627" y="connsiteY50627"/>
              </a:cxn>
              <a:cxn ang="0">
                <a:pos x="connsiteX50628" y="connsiteY50628"/>
              </a:cxn>
              <a:cxn ang="0">
                <a:pos x="connsiteX50629" y="connsiteY50629"/>
              </a:cxn>
              <a:cxn ang="0">
                <a:pos x="connsiteX50630" y="connsiteY50630"/>
              </a:cxn>
              <a:cxn ang="0">
                <a:pos x="connsiteX50631" y="connsiteY50631"/>
              </a:cxn>
              <a:cxn ang="0">
                <a:pos x="connsiteX50632" y="connsiteY50632"/>
              </a:cxn>
              <a:cxn ang="0">
                <a:pos x="connsiteX50633" y="connsiteY50633"/>
              </a:cxn>
              <a:cxn ang="0">
                <a:pos x="connsiteX50634" y="connsiteY50634"/>
              </a:cxn>
              <a:cxn ang="0">
                <a:pos x="connsiteX50635" y="connsiteY50635"/>
              </a:cxn>
              <a:cxn ang="0">
                <a:pos x="connsiteX50636" y="connsiteY50636"/>
              </a:cxn>
              <a:cxn ang="0">
                <a:pos x="connsiteX50637" y="connsiteY50637"/>
              </a:cxn>
              <a:cxn ang="0">
                <a:pos x="connsiteX50638" y="connsiteY50638"/>
              </a:cxn>
              <a:cxn ang="0">
                <a:pos x="connsiteX50639" y="connsiteY50639"/>
              </a:cxn>
              <a:cxn ang="0">
                <a:pos x="connsiteX50640" y="connsiteY50640"/>
              </a:cxn>
              <a:cxn ang="0">
                <a:pos x="connsiteX50641" y="connsiteY50641"/>
              </a:cxn>
              <a:cxn ang="0">
                <a:pos x="connsiteX50642" y="connsiteY50642"/>
              </a:cxn>
              <a:cxn ang="0">
                <a:pos x="connsiteX50643" y="connsiteY50643"/>
              </a:cxn>
              <a:cxn ang="0">
                <a:pos x="connsiteX50644" y="connsiteY50644"/>
              </a:cxn>
              <a:cxn ang="0">
                <a:pos x="connsiteX50645" y="connsiteY50645"/>
              </a:cxn>
              <a:cxn ang="0">
                <a:pos x="connsiteX50646" y="connsiteY50646"/>
              </a:cxn>
              <a:cxn ang="0">
                <a:pos x="connsiteX50647" y="connsiteY50647"/>
              </a:cxn>
              <a:cxn ang="0">
                <a:pos x="connsiteX50648" y="connsiteY50648"/>
              </a:cxn>
              <a:cxn ang="0">
                <a:pos x="connsiteX50649" y="connsiteY50649"/>
              </a:cxn>
              <a:cxn ang="0">
                <a:pos x="connsiteX50650" y="connsiteY50650"/>
              </a:cxn>
              <a:cxn ang="0">
                <a:pos x="connsiteX50651" y="connsiteY50651"/>
              </a:cxn>
              <a:cxn ang="0">
                <a:pos x="connsiteX50652" y="connsiteY50652"/>
              </a:cxn>
              <a:cxn ang="0">
                <a:pos x="connsiteX50653" y="connsiteY50653"/>
              </a:cxn>
              <a:cxn ang="0">
                <a:pos x="connsiteX50654" y="connsiteY50654"/>
              </a:cxn>
              <a:cxn ang="0">
                <a:pos x="connsiteX50655" y="connsiteY50655"/>
              </a:cxn>
              <a:cxn ang="0">
                <a:pos x="connsiteX50656" y="connsiteY50656"/>
              </a:cxn>
              <a:cxn ang="0">
                <a:pos x="connsiteX50657" y="connsiteY50657"/>
              </a:cxn>
              <a:cxn ang="0">
                <a:pos x="connsiteX50658" y="connsiteY50658"/>
              </a:cxn>
              <a:cxn ang="0">
                <a:pos x="connsiteX50659" y="connsiteY50659"/>
              </a:cxn>
              <a:cxn ang="0">
                <a:pos x="connsiteX50660" y="connsiteY50660"/>
              </a:cxn>
              <a:cxn ang="0">
                <a:pos x="connsiteX50661" y="connsiteY50661"/>
              </a:cxn>
              <a:cxn ang="0">
                <a:pos x="connsiteX50662" y="connsiteY50662"/>
              </a:cxn>
              <a:cxn ang="0">
                <a:pos x="connsiteX50663" y="connsiteY50663"/>
              </a:cxn>
              <a:cxn ang="0">
                <a:pos x="connsiteX50664" y="connsiteY50664"/>
              </a:cxn>
              <a:cxn ang="0">
                <a:pos x="connsiteX50665" y="connsiteY50665"/>
              </a:cxn>
              <a:cxn ang="0">
                <a:pos x="connsiteX50666" y="connsiteY50666"/>
              </a:cxn>
              <a:cxn ang="0">
                <a:pos x="connsiteX50667" y="connsiteY50667"/>
              </a:cxn>
              <a:cxn ang="0">
                <a:pos x="connsiteX50668" y="connsiteY50668"/>
              </a:cxn>
              <a:cxn ang="0">
                <a:pos x="connsiteX50669" y="connsiteY50669"/>
              </a:cxn>
              <a:cxn ang="0">
                <a:pos x="connsiteX50670" y="connsiteY50670"/>
              </a:cxn>
              <a:cxn ang="0">
                <a:pos x="connsiteX50671" y="connsiteY50671"/>
              </a:cxn>
              <a:cxn ang="0">
                <a:pos x="connsiteX50672" y="connsiteY50672"/>
              </a:cxn>
              <a:cxn ang="0">
                <a:pos x="connsiteX50673" y="connsiteY50673"/>
              </a:cxn>
              <a:cxn ang="0">
                <a:pos x="connsiteX50674" y="connsiteY50674"/>
              </a:cxn>
              <a:cxn ang="0">
                <a:pos x="connsiteX50675" y="connsiteY50675"/>
              </a:cxn>
              <a:cxn ang="0">
                <a:pos x="connsiteX50676" y="connsiteY50676"/>
              </a:cxn>
              <a:cxn ang="0">
                <a:pos x="connsiteX50677" y="connsiteY50677"/>
              </a:cxn>
              <a:cxn ang="0">
                <a:pos x="connsiteX50678" y="connsiteY50678"/>
              </a:cxn>
              <a:cxn ang="0">
                <a:pos x="connsiteX50679" y="connsiteY50679"/>
              </a:cxn>
              <a:cxn ang="0">
                <a:pos x="connsiteX50680" y="connsiteY50680"/>
              </a:cxn>
              <a:cxn ang="0">
                <a:pos x="connsiteX50681" y="connsiteY50681"/>
              </a:cxn>
              <a:cxn ang="0">
                <a:pos x="connsiteX50682" y="connsiteY50682"/>
              </a:cxn>
              <a:cxn ang="0">
                <a:pos x="connsiteX50683" y="connsiteY50683"/>
              </a:cxn>
              <a:cxn ang="0">
                <a:pos x="connsiteX50684" y="connsiteY50684"/>
              </a:cxn>
              <a:cxn ang="0">
                <a:pos x="connsiteX50685" y="connsiteY50685"/>
              </a:cxn>
              <a:cxn ang="0">
                <a:pos x="connsiteX50686" y="connsiteY50686"/>
              </a:cxn>
              <a:cxn ang="0">
                <a:pos x="connsiteX50687" y="connsiteY50687"/>
              </a:cxn>
              <a:cxn ang="0">
                <a:pos x="connsiteX50688" y="connsiteY50688"/>
              </a:cxn>
              <a:cxn ang="0">
                <a:pos x="connsiteX50689" y="connsiteY50689"/>
              </a:cxn>
              <a:cxn ang="0">
                <a:pos x="connsiteX50690" y="connsiteY50690"/>
              </a:cxn>
              <a:cxn ang="0">
                <a:pos x="connsiteX50691" y="connsiteY50691"/>
              </a:cxn>
              <a:cxn ang="0">
                <a:pos x="connsiteX50692" y="connsiteY50692"/>
              </a:cxn>
              <a:cxn ang="0">
                <a:pos x="connsiteX50693" y="connsiteY50693"/>
              </a:cxn>
              <a:cxn ang="0">
                <a:pos x="connsiteX50694" y="connsiteY50694"/>
              </a:cxn>
              <a:cxn ang="0">
                <a:pos x="connsiteX50695" y="connsiteY50695"/>
              </a:cxn>
              <a:cxn ang="0">
                <a:pos x="connsiteX50696" y="connsiteY50696"/>
              </a:cxn>
              <a:cxn ang="0">
                <a:pos x="connsiteX50697" y="connsiteY50697"/>
              </a:cxn>
              <a:cxn ang="0">
                <a:pos x="connsiteX50698" y="connsiteY50698"/>
              </a:cxn>
              <a:cxn ang="0">
                <a:pos x="connsiteX50699" y="connsiteY50699"/>
              </a:cxn>
              <a:cxn ang="0">
                <a:pos x="connsiteX50700" y="connsiteY50700"/>
              </a:cxn>
              <a:cxn ang="0">
                <a:pos x="connsiteX50701" y="connsiteY50701"/>
              </a:cxn>
              <a:cxn ang="0">
                <a:pos x="connsiteX50702" y="connsiteY50702"/>
              </a:cxn>
              <a:cxn ang="0">
                <a:pos x="connsiteX50703" y="connsiteY50703"/>
              </a:cxn>
              <a:cxn ang="0">
                <a:pos x="connsiteX50704" y="connsiteY50704"/>
              </a:cxn>
              <a:cxn ang="0">
                <a:pos x="connsiteX50705" y="connsiteY50705"/>
              </a:cxn>
              <a:cxn ang="0">
                <a:pos x="connsiteX50706" y="connsiteY50706"/>
              </a:cxn>
              <a:cxn ang="0">
                <a:pos x="connsiteX50707" y="connsiteY50707"/>
              </a:cxn>
              <a:cxn ang="0">
                <a:pos x="connsiteX50708" y="connsiteY50708"/>
              </a:cxn>
              <a:cxn ang="0">
                <a:pos x="connsiteX50709" y="connsiteY50709"/>
              </a:cxn>
              <a:cxn ang="0">
                <a:pos x="connsiteX50710" y="connsiteY50710"/>
              </a:cxn>
              <a:cxn ang="0">
                <a:pos x="connsiteX50711" y="connsiteY50711"/>
              </a:cxn>
              <a:cxn ang="0">
                <a:pos x="connsiteX50712" y="connsiteY50712"/>
              </a:cxn>
              <a:cxn ang="0">
                <a:pos x="connsiteX50713" y="connsiteY50713"/>
              </a:cxn>
              <a:cxn ang="0">
                <a:pos x="connsiteX50714" y="connsiteY50714"/>
              </a:cxn>
              <a:cxn ang="0">
                <a:pos x="connsiteX50715" y="connsiteY50715"/>
              </a:cxn>
              <a:cxn ang="0">
                <a:pos x="connsiteX50716" y="connsiteY50716"/>
              </a:cxn>
              <a:cxn ang="0">
                <a:pos x="connsiteX50717" y="connsiteY50717"/>
              </a:cxn>
              <a:cxn ang="0">
                <a:pos x="connsiteX50718" y="connsiteY50718"/>
              </a:cxn>
              <a:cxn ang="0">
                <a:pos x="connsiteX50719" y="connsiteY50719"/>
              </a:cxn>
              <a:cxn ang="0">
                <a:pos x="connsiteX50720" y="connsiteY50720"/>
              </a:cxn>
              <a:cxn ang="0">
                <a:pos x="connsiteX50721" y="connsiteY50721"/>
              </a:cxn>
              <a:cxn ang="0">
                <a:pos x="connsiteX50722" y="connsiteY50722"/>
              </a:cxn>
              <a:cxn ang="0">
                <a:pos x="connsiteX50723" y="connsiteY50723"/>
              </a:cxn>
              <a:cxn ang="0">
                <a:pos x="connsiteX50724" y="connsiteY50724"/>
              </a:cxn>
              <a:cxn ang="0">
                <a:pos x="connsiteX50725" y="connsiteY50725"/>
              </a:cxn>
              <a:cxn ang="0">
                <a:pos x="connsiteX50726" y="connsiteY50726"/>
              </a:cxn>
              <a:cxn ang="0">
                <a:pos x="connsiteX50727" y="connsiteY50727"/>
              </a:cxn>
              <a:cxn ang="0">
                <a:pos x="connsiteX50728" y="connsiteY50728"/>
              </a:cxn>
              <a:cxn ang="0">
                <a:pos x="connsiteX50729" y="connsiteY50729"/>
              </a:cxn>
              <a:cxn ang="0">
                <a:pos x="connsiteX50730" y="connsiteY50730"/>
              </a:cxn>
              <a:cxn ang="0">
                <a:pos x="connsiteX50731" y="connsiteY50731"/>
              </a:cxn>
              <a:cxn ang="0">
                <a:pos x="connsiteX50732" y="connsiteY50732"/>
              </a:cxn>
              <a:cxn ang="0">
                <a:pos x="connsiteX50733" y="connsiteY50733"/>
              </a:cxn>
              <a:cxn ang="0">
                <a:pos x="connsiteX50734" y="connsiteY50734"/>
              </a:cxn>
              <a:cxn ang="0">
                <a:pos x="connsiteX50735" y="connsiteY50735"/>
              </a:cxn>
              <a:cxn ang="0">
                <a:pos x="connsiteX50736" y="connsiteY50736"/>
              </a:cxn>
              <a:cxn ang="0">
                <a:pos x="connsiteX50737" y="connsiteY50737"/>
              </a:cxn>
              <a:cxn ang="0">
                <a:pos x="connsiteX50738" y="connsiteY50738"/>
              </a:cxn>
              <a:cxn ang="0">
                <a:pos x="connsiteX50739" y="connsiteY50739"/>
              </a:cxn>
              <a:cxn ang="0">
                <a:pos x="connsiteX50740" y="connsiteY50740"/>
              </a:cxn>
              <a:cxn ang="0">
                <a:pos x="connsiteX50741" y="connsiteY50741"/>
              </a:cxn>
              <a:cxn ang="0">
                <a:pos x="connsiteX50742" y="connsiteY50742"/>
              </a:cxn>
              <a:cxn ang="0">
                <a:pos x="connsiteX50743" y="connsiteY50743"/>
              </a:cxn>
              <a:cxn ang="0">
                <a:pos x="connsiteX50744" y="connsiteY50744"/>
              </a:cxn>
              <a:cxn ang="0">
                <a:pos x="connsiteX50745" y="connsiteY50745"/>
              </a:cxn>
              <a:cxn ang="0">
                <a:pos x="connsiteX50746" y="connsiteY50746"/>
              </a:cxn>
              <a:cxn ang="0">
                <a:pos x="connsiteX50747" y="connsiteY50747"/>
              </a:cxn>
              <a:cxn ang="0">
                <a:pos x="connsiteX50748" y="connsiteY50748"/>
              </a:cxn>
              <a:cxn ang="0">
                <a:pos x="connsiteX50749" y="connsiteY50749"/>
              </a:cxn>
              <a:cxn ang="0">
                <a:pos x="connsiteX50750" y="connsiteY50750"/>
              </a:cxn>
              <a:cxn ang="0">
                <a:pos x="connsiteX50751" y="connsiteY50751"/>
              </a:cxn>
              <a:cxn ang="0">
                <a:pos x="connsiteX50752" y="connsiteY50752"/>
              </a:cxn>
              <a:cxn ang="0">
                <a:pos x="connsiteX50753" y="connsiteY50753"/>
              </a:cxn>
              <a:cxn ang="0">
                <a:pos x="connsiteX50754" y="connsiteY50754"/>
              </a:cxn>
              <a:cxn ang="0">
                <a:pos x="connsiteX50755" y="connsiteY50755"/>
              </a:cxn>
              <a:cxn ang="0">
                <a:pos x="connsiteX50756" y="connsiteY50756"/>
              </a:cxn>
              <a:cxn ang="0">
                <a:pos x="connsiteX50757" y="connsiteY50757"/>
              </a:cxn>
              <a:cxn ang="0">
                <a:pos x="connsiteX50758" y="connsiteY50758"/>
              </a:cxn>
              <a:cxn ang="0">
                <a:pos x="connsiteX50759" y="connsiteY50759"/>
              </a:cxn>
              <a:cxn ang="0">
                <a:pos x="connsiteX50760" y="connsiteY50760"/>
              </a:cxn>
              <a:cxn ang="0">
                <a:pos x="connsiteX50761" y="connsiteY50761"/>
              </a:cxn>
              <a:cxn ang="0">
                <a:pos x="connsiteX50762" y="connsiteY50762"/>
              </a:cxn>
              <a:cxn ang="0">
                <a:pos x="connsiteX50763" y="connsiteY50763"/>
              </a:cxn>
              <a:cxn ang="0">
                <a:pos x="connsiteX50764" y="connsiteY50764"/>
              </a:cxn>
              <a:cxn ang="0">
                <a:pos x="connsiteX50765" y="connsiteY50765"/>
              </a:cxn>
              <a:cxn ang="0">
                <a:pos x="connsiteX50766" y="connsiteY50766"/>
              </a:cxn>
              <a:cxn ang="0">
                <a:pos x="connsiteX50767" y="connsiteY50767"/>
              </a:cxn>
              <a:cxn ang="0">
                <a:pos x="connsiteX50768" y="connsiteY50768"/>
              </a:cxn>
              <a:cxn ang="0">
                <a:pos x="connsiteX50769" y="connsiteY50769"/>
              </a:cxn>
              <a:cxn ang="0">
                <a:pos x="connsiteX50770" y="connsiteY50770"/>
              </a:cxn>
              <a:cxn ang="0">
                <a:pos x="connsiteX50771" y="connsiteY50771"/>
              </a:cxn>
              <a:cxn ang="0">
                <a:pos x="connsiteX50772" y="connsiteY50772"/>
              </a:cxn>
              <a:cxn ang="0">
                <a:pos x="connsiteX50773" y="connsiteY50773"/>
              </a:cxn>
              <a:cxn ang="0">
                <a:pos x="connsiteX50774" y="connsiteY50774"/>
              </a:cxn>
              <a:cxn ang="0">
                <a:pos x="connsiteX50775" y="connsiteY50775"/>
              </a:cxn>
              <a:cxn ang="0">
                <a:pos x="connsiteX50776" y="connsiteY50776"/>
              </a:cxn>
              <a:cxn ang="0">
                <a:pos x="connsiteX50777" y="connsiteY50777"/>
              </a:cxn>
              <a:cxn ang="0">
                <a:pos x="connsiteX50778" y="connsiteY50778"/>
              </a:cxn>
              <a:cxn ang="0">
                <a:pos x="connsiteX50779" y="connsiteY50779"/>
              </a:cxn>
              <a:cxn ang="0">
                <a:pos x="connsiteX50780" y="connsiteY50780"/>
              </a:cxn>
              <a:cxn ang="0">
                <a:pos x="connsiteX50781" y="connsiteY50781"/>
              </a:cxn>
              <a:cxn ang="0">
                <a:pos x="connsiteX50782" y="connsiteY50782"/>
              </a:cxn>
              <a:cxn ang="0">
                <a:pos x="connsiteX50783" y="connsiteY50783"/>
              </a:cxn>
              <a:cxn ang="0">
                <a:pos x="connsiteX50784" y="connsiteY50784"/>
              </a:cxn>
              <a:cxn ang="0">
                <a:pos x="connsiteX50785" y="connsiteY50785"/>
              </a:cxn>
              <a:cxn ang="0">
                <a:pos x="connsiteX50786" y="connsiteY50786"/>
              </a:cxn>
              <a:cxn ang="0">
                <a:pos x="connsiteX50787" y="connsiteY50787"/>
              </a:cxn>
              <a:cxn ang="0">
                <a:pos x="connsiteX50788" y="connsiteY50788"/>
              </a:cxn>
              <a:cxn ang="0">
                <a:pos x="connsiteX50789" y="connsiteY50789"/>
              </a:cxn>
              <a:cxn ang="0">
                <a:pos x="connsiteX50790" y="connsiteY50790"/>
              </a:cxn>
              <a:cxn ang="0">
                <a:pos x="connsiteX50791" y="connsiteY50791"/>
              </a:cxn>
              <a:cxn ang="0">
                <a:pos x="connsiteX50792" y="connsiteY50792"/>
              </a:cxn>
              <a:cxn ang="0">
                <a:pos x="connsiteX50793" y="connsiteY50793"/>
              </a:cxn>
              <a:cxn ang="0">
                <a:pos x="connsiteX50794" y="connsiteY50794"/>
              </a:cxn>
              <a:cxn ang="0">
                <a:pos x="connsiteX50795" y="connsiteY50795"/>
              </a:cxn>
              <a:cxn ang="0">
                <a:pos x="connsiteX50796" y="connsiteY50796"/>
              </a:cxn>
              <a:cxn ang="0">
                <a:pos x="connsiteX50797" y="connsiteY50797"/>
              </a:cxn>
              <a:cxn ang="0">
                <a:pos x="connsiteX50798" y="connsiteY50798"/>
              </a:cxn>
              <a:cxn ang="0">
                <a:pos x="connsiteX50799" y="connsiteY50799"/>
              </a:cxn>
              <a:cxn ang="0">
                <a:pos x="connsiteX50800" y="connsiteY50800"/>
              </a:cxn>
              <a:cxn ang="0">
                <a:pos x="connsiteX50801" y="connsiteY50801"/>
              </a:cxn>
              <a:cxn ang="0">
                <a:pos x="connsiteX50802" y="connsiteY50802"/>
              </a:cxn>
              <a:cxn ang="0">
                <a:pos x="connsiteX50803" y="connsiteY50803"/>
              </a:cxn>
              <a:cxn ang="0">
                <a:pos x="connsiteX50804" y="connsiteY50804"/>
              </a:cxn>
              <a:cxn ang="0">
                <a:pos x="connsiteX50805" y="connsiteY50805"/>
              </a:cxn>
              <a:cxn ang="0">
                <a:pos x="connsiteX50806" y="connsiteY50806"/>
              </a:cxn>
              <a:cxn ang="0">
                <a:pos x="connsiteX50807" y="connsiteY50807"/>
              </a:cxn>
              <a:cxn ang="0">
                <a:pos x="connsiteX50808" y="connsiteY50808"/>
              </a:cxn>
              <a:cxn ang="0">
                <a:pos x="connsiteX50809" y="connsiteY50809"/>
              </a:cxn>
              <a:cxn ang="0">
                <a:pos x="connsiteX50810" y="connsiteY50810"/>
              </a:cxn>
              <a:cxn ang="0">
                <a:pos x="connsiteX50811" y="connsiteY50811"/>
              </a:cxn>
              <a:cxn ang="0">
                <a:pos x="connsiteX50812" y="connsiteY50812"/>
              </a:cxn>
              <a:cxn ang="0">
                <a:pos x="connsiteX50813" y="connsiteY50813"/>
              </a:cxn>
              <a:cxn ang="0">
                <a:pos x="connsiteX50814" y="connsiteY50814"/>
              </a:cxn>
              <a:cxn ang="0">
                <a:pos x="connsiteX50815" y="connsiteY50815"/>
              </a:cxn>
              <a:cxn ang="0">
                <a:pos x="connsiteX50816" y="connsiteY50816"/>
              </a:cxn>
              <a:cxn ang="0">
                <a:pos x="connsiteX50817" y="connsiteY50817"/>
              </a:cxn>
              <a:cxn ang="0">
                <a:pos x="connsiteX50818" y="connsiteY50818"/>
              </a:cxn>
              <a:cxn ang="0">
                <a:pos x="connsiteX50819" y="connsiteY50819"/>
              </a:cxn>
              <a:cxn ang="0">
                <a:pos x="connsiteX50820" y="connsiteY50820"/>
              </a:cxn>
              <a:cxn ang="0">
                <a:pos x="connsiteX50821" y="connsiteY50821"/>
              </a:cxn>
              <a:cxn ang="0">
                <a:pos x="connsiteX50822" y="connsiteY50822"/>
              </a:cxn>
              <a:cxn ang="0">
                <a:pos x="connsiteX50823" y="connsiteY50823"/>
              </a:cxn>
              <a:cxn ang="0">
                <a:pos x="connsiteX50824" y="connsiteY50824"/>
              </a:cxn>
              <a:cxn ang="0">
                <a:pos x="connsiteX50825" y="connsiteY50825"/>
              </a:cxn>
              <a:cxn ang="0">
                <a:pos x="connsiteX50826" y="connsiteY50826"/>
              </a:cxn>
              <a:cxn ang="0">
                <a:pos x="connsiteX50827" y="connsiteY50827"/>
              </a:cxn>
              <a:cxn ang="0">
                <a:pos x="connsiteX50828" y="connsiteY50828"/>
              </a:cxn>
              <a:cxn ang="0">
                <a:pos x="connsiteX50829" y="connsiteY50829"/>
              </a:cxn>
              <a:cxn ang="0">
                <a:pos x="connsiteX50830" y="connsiteY50830"/>
              </a:cxn>
              <a:cxn ang="0">
                <a:pos x="connsiteX50831" y="connsiteY50831"/>
              </a:cxn>
              <a:cxn ang="0">
                <a:pos x="connsiteX50832" y="connsiteY50832"/>
              </a:cxn>
              <a:cxn ang="0">
                <a:pos x="connsiteX50833" y="connsiteY50833"/>
              </a:cxn>
              <a:cxn ang="0">
                <a:pos x="connsiteX50834" y="connsiteY50834"/>
              </a:cxn>
              <a:cxn ang="0">
                <a:pos x="connsiteX50835" y="connsiteY50835"/>
              </a:cxn>
              <a:cxn ang="0">
                <a:pos x="connsiteX50836" y="connsiteY50836"/>
              </a:cxn>
              <a:cxn ang="0">
                <a:pos x="connsiteX50837" y="connsiteY50837"/>
              </a:cxn>
              <a:cxn ang="0">
                <a:pos x="connsiteX50838" y="connsiteY50838"/>
              </a:cxn>
              <a:cxn ang="0">
                <a:pos x="connsiteX50839" y="connsiteY50839"/>
              </a:cxn>
              <a:cxn ang="0">
                <a:pos x="connsiteX50840" y="connsiteY50840"/>
              </a:cxn>
              <a:cxn ang="0">
                <a:pos x="connsiteX50841" y="connsiteY50841"/>
              </a:cxn>
              <a:cxn ang="0">
                <a:pos x="connsiteX50842" y="connsiteY50842"/>
              </a:cxn>
              <a:cxn ang="0">
                <a:pos x="connsiteX50843" y="connsiteY50843"/>
              </a:cxn>
              <a:cxn ang="0">
                <a:pos x="connsiteX50844" y="connsiteY50844"/>
              </a:cxn>
              <a:cxn ang="0">
                <a:pos x="connsiteX50845" y="connsiteY50845"/>
              </a:cxn>
              <a:cxn ang="0">
                <a:pos x="connsiteX50846" y="connsiteY50846"/>
              </a:cxn>
              <a:cxn ang="0">
                <a:pos x="connsiteX50847" y="connsiteY50847"/>
              </a:cxn>
              <a:cxn ang="0">
                <a:pos x="connsiteX50848" y="connsiteY50848"/>
              </a:cxn>
              <a:cxn ang="0">
                <a:pos x="connsiteX50849" y="connsiteY50849"/>
              </a:cxn>
              <a:cxn ang="0">
                <a:pos x="connsiteX50850" y="connsiteY50850"/>
              </a:cxn>
              <a:cxn ang="0">
                <a:pos x="connsiteX50851" y="connsiteY50851"/>
              </a:cxn>
              <a:cxn ang="0">
                <a:pos x="connsiteX50852" y="connsiteY50852"/>
              </a:cxn>
              <a:cxn ang="0">
                <a:pos x="connsiteX50853" y="connsiteY50853"/>
              </a:cxn>
              <a:cxn ang="0">
                <a:pos x="connsiteX50854" y="connsiteY50854"/>
              </a:cxn>
              <a:cxn ang="0">
                <a:pos x="connsiteX50855" y="connsiteY50855"/>
              </a:cxn>
              <a:cxn ang="0">
                <a:pos x="connsiteX50856" y="connsiteY50856"/>
              </a:cxn>
              <a:cxn ang="0">
                <a:pos x="connsiteX50857" y="connsiteY50857"/>
              </a:cxn>
              <a:cxn ang="0">
                <a:pos x="connsiteX50858" y="connsiteY50858"/>
              </a:cxn>
              <a:cxn ang="0">
                <a:pos x="connsiteX50859" y="connsiteY50859"/>
              </a:cxn>
              <a:cxn ang="0">
                <a:pos x="connsiteX50860" y="connsiteY50860"/>
              </a:cxn>
              <a:cxn ang="0">
                <a:pos x="connsiteX50861" y="connsiteY50861"/>
              </a:cxn>
              <a:cxn ang="0">
                <a:pos x="connsiteX50862" y="connsiteY50862"/>
              </a:cxn>
              <a:cxn ang="0">
                <a:pos x="connsiteX50863" y="connsiteY50863"/>
              </a:cxn>
              <a:cxn ang="0">
                <a:pos x="connsiteX50864" y="connsiteY50864"/>
              </a:cxn>
              <a:cxn ang="0">
                <a:pos x="connsiteX50865" y="connsiteY50865"/>
              </a:cxn>
              <a:cxn ang="0">
                <a:pos x="connsiteX50866" y="connsiteY50866"/>
              </a:cxn>
              <a:cxn ang="0">
                <a:pos x="connsiteX50867" y="connsiteY50867"/>
              </a:cxn>
              <a:cxn ang="0">
                <a:pos x="connsiteX50868" y="connsiteY50868"/>
              </a:cxn>
              <a:cxn ang="0">
                <a:pos x="connsiteX50869" y="connsiteY50869"/>
              </a:cxn>
              <a:cxn ang="0">
                <a:pos x="connsiteX50870" y="connsiteY50870"/>
              </a:cxn>
              <a:cxn ang="0">
                <a:pos x="connsiteX50871" y="connsiteY50871"/>
              </a:cxn>
              <a:cxn ang="0">
                <a:pos x="connsiteX50872" y="connsiteY50872"/>
              </a:cxn>
              <a:cxn ang="0">
                <a:pos x="connsiteX50873" y="connsiteY50873"/>
              </a:cxn>
              <a:cxn ang="0">
                <a:pos x="connsiteX50874" y="connsiteY50874"/>
              </a:cxn>
              <a:cxn ang="0">
                <a:pos x="connsiteX50875" y="connsiteY50875"/>
              </a:cxn>
              <a:cxn ang="0">
                <a:pos x="connsiteX50876" y="connsiteY50876"/>
              </a:cxn>
              <a:cxn ang="0">
                <a:pos x="connsiteX50877" y="connsiteY50877"/>
              </a:cxn>
              <a:cxn ang="0">
                <a:pos x="connsiteX50878" y="connsiteY50878"/>
              </a:cxn>
              <a:cxn ang="0">
                <a:pos x="connsiteX50879" y="connsiteY50879"/>
              </a:cxn>
              <a:cxn ang="0">
                <a:pos x="connsiteX50880" y="connsiteY50880"/>
              </a:cxn>
              <a:cxn ang="0">
                <a:pos x="connsiteX50881" y="connsiteY50881"/>
              </a:cxn>
              <a:cxn ang="0">
                <a:pos x="connsiteX50882" y="connsiteY50882"/>
              </a:cxn>
              <a:cxn ang="0">
                <a:pos x="connsiteX50883" y="connsiteY50883"/>
              </a:cxn>
              <a:cxn ang="0">
                <a:pos x="connsiteX50884" y="connsiteY50884"/>
              </a:cxn>
              <a:cxn ang="0">
                <a:pos x="connsiteX50885" y="connsiteY50885"/>
              </a:cxn>
              <a:cxn ang="0">
                <a:pos x="connsiteX50886" y="connsiteY50886"/>
              </a:cxn>
              <a:cxn ang="0">
                <a:pos x="connsiteX50887" y="connsiteY50887"/>
              </a:cxn>
              <a:cxn ang="0">
                <a:pos x="connsiteX50888" y="connsiteY50888"/>
              </a:cxn>
              <a:cxn ang="0">
                <a:pos x="connsiteX50889" y="connsiteY50889"/>
              </a:cxn>
              <a:cxn ang="0">
                <a:pos x="connsiteX50890" y="connsiteY50890"/>
              </a:cxn>
              <a:cxn ang="0">
                <a:pos x="connsiteX50891" y="connsiteY50891"/>
              </a:cxn>
              <a:cxn ang="0">
                <a:pos x="connsiteX50892" y="connsiteY50892"/>
              </a:cxn>
              <a:cxn ang="0">
                <a:pos x="connsiteX50893" y="connsiteY50893"/>
              </a:cxn>
              <a:cxn ang="0">
                <a:pos x="connsiteX50894" y="connsiteY50894"/>
              </a:cxn>
              <a:cxn ang="0">
                <a:pos x="connsiteX50895" y="connsiteY50895"/>
              </a:cxn>
              <a:cxn ang="0">
                <a:pos x="connsiteX50896" y="connsiteY50896"/>
              </a:cxn>
              <a:cxn ang="0">
                <a:pos x="connsiteX50897" y="connsiteY50897"/>
              </a:cxn>
              <a:cxn ang="0">
                <a:pos x="connsiteX50898" y="connsiteY50898"/>
              </a:cxn>
              <a:cxn ang="0">
                <a:pos x="connsiteX50899" y="connsiteY50899"/>
              </a:cxn>
              <a:cxn ang="0">
                <a:pos x="connsiteX50900" y="connsiteY50900"/>
              </a:cxn>
              <a:cxn ang="0">
                <a:pos x="connsiteX50901" y="connsiteY50901"/>
              </a:cxn>
              <a:cxn ang="0">
                <a:pos x="connsiteX50902" y="connsiteY50902"/>
              </a:cxn>
              <a:cxn ang="0">
                <a:pos x="connsiteX50903" y="connsiteY50903"/>
              </a:cxn>
              <a:cxn ang="0">
                <a:pos x="connsiteX50904" y="connsiteY50904"/>
              </a:cxn>
              <a:cxn ang="0">
                <a:pos x="connsiteX50905" y="connsiteY50905"/>
              </a:cxn>
              <a:cxn ang="0">
                <a:pos x="connsiteX50906" y="connsiteY50906"/>
              </a:cxn>
              <a:cxn ang="0">
                <a:pos x="connsiteX50907" y="connsiteY50907"/>
              </a:cxn>
              <a:cxn ang="0">
                <a:pos x="connsiteX50908" y="connsiteY50908"/>
              </a:cxn>
              <a:cxn ang="0">
                <a:pos x="connsiteX50909" y="connsiteY50909"/>
              </a:cxn>
              <a:cxn ang="0">
                <a:pos x="connsiteX50910" y="connsiteY50910"/>
              </a:cxn>
              <a:cxn ang="0">
                <a:pos x="connsiteX50911" y="connsiteY50911"/>
              </a:cxn>
              <a:cxn ang="0">
                <a:pos x="connsiteX50912" y="connsiteY50912"/>
              </a:cxn>
              <a:cxn ang="0">
                <a:pos x="connsiteX50913" y="connsiteY50913"/>
              </a:cxn>
              <a:cxn ang="0">
                <a:pos x="connsiteX50914" y="connsiteY50914"/>
              </a:cxn>
              <a:cxn ang="0">
                <a:pos x="connsiteX50915" y="connsiteY50915"/>
              </a:cxn>
              <a:cxn ang="0">
                <a:pos x="connsiteX50916" y="connsiteY50916"/>
              </a:cxn>
              <a:cxn ang="0">
                <a:pos x="connsiteX50917" y="connsiteY50917"/>
              </a:cxn>
              <a:cxn ang="0">
                <a:pos x="connsiteX50918" y="connsiteY50918"/>
              </a:cxn>
              <a:cxn ang="0">
                <a:pos x="connsiteX50919" y="connsiteY50919"/>
              </a:cxn>
              <a:cxn ang="0">
                <a:pos x="connsiteX50920" y="connsiteY50920"/>
              </a:cxn>
              <a:cxn ang="0">
                <a:pos x="connsiteX50921" y="connsiteY50921"/>
              </a:cxn>
              <a:cxn ang="0">
                <a:pos x="connsiteX50922" y="connsiteY50922"/>
              </a:cxn>
              <a:cxn ang="0">
                <a:pos x="connsiteX50923" y="connsiteY50923"/>
              </a:cxn>
              <a:cxn ang="0">
                <a:pos x="connsiteX50924" y="connsiteY50924"/>
              </a:cxn>
              <a:cxn ang="0">
                <a:pos x="connsiteX50925" y="connsiteY50925"/>
              </a:cxn>
              <a:cxn ang="0">
                <a:pos x="connsiteX50926" y="connsiteY50926"/>
              </a:cxn>
              <a:cxn ang="0">
                <a:pos x="connsiteX50927" y="connsiteY50927"/>
              </a:cxn>
              <a:cxn ang="0">
                <a:pos x="connsiteX50928" y="connsiteY50928"/>
              </a:cxn>
              <a:cxn ang="0">
                <a:pos x="connsiteX50929" y="connsiteY50929"/>
              </a:cxn>
              <a:cxn ang="0">
                <a:pos x="connsiteX50930" y="connsiteY50930"/>
              </a:cxn>
              <a:cxn ang="0">
                <a:pos x="connsiteX50931" y="connsiteY50931"/>
              </a:cxn>
              <a:cxn ang="0">
                <a:pos x="connsiteX50932" y="connsiteY50932"/>
              </a:cxn>
              <a:cxn ang="0">
                <a:pos x="connsiteX50933" y="connsiteY50933"/>
              </a:cxn>
              <a:cxn ang="0">
                <a:pos x="connsiteX50934" y="connsiteY50934"/>
              </a:cxn>
              <a:cxn ang="0">
                <a:pos x="connsiteX50935" y="connsiteY50935"/>
              </a:cxn>
              <a:cxn ang="0">
                <a:pos x="connsiteX50936" y="connsiteY50936"/>
              </a:cxn>
              <a:cxn ang="0">
                <a:pos x="connsiteX50937" y="connsiteY50937"/>
              </a:cxn>
              <a:cxn ang="0">
                <a:pos x="connsiteX50938" y="connsiteY50938"/>
              </a:cxn>
              <a:cxn ang="0">
                <a:pos x="connsiteX50939" y="connsiteY50939"/>
              </a:cxn>
              <a:cxn ang="0">
                <a:pos x="connsiteX50940" y="connsiteY50940"/>
              </a:cxn>
              <a:cxn ang="0">
                <a:pos x="connsiteX50941" y="connsiteY50941"/>
              </a:cxn>
              <a:cxn ang="0">
                <a:pos x="connsiteX50942" y="connsiteY50942"/>
              </a:cxn>
              <a:cxn ang="0">
                <a:pos x="connsiteX50943" y="connsiteY50943"/>
              </a:cxn>
              <a:cxn ang="0">
                <a:pos x="connsiteX50944" y="connsiteY50944"/>
              </a:cxn>
              <a:cxn ang="0">
                <a:pos x="connsiteX50945" y="connsiteY50945"/>
              </a:cxn>
              <a:cxn ang="0">
                <a:pos x="connsiteX50946" y="connsiteY50946"/>
              </a:cxn>
              <a:cxn ang="0">
                <a:pos x="connsiteX50947" y="connsiteY50947"/>
              </a:cxn>
              <a:cxn ang="0">
                <a:pos x="connsiteX50948" y="connsiteY50948"/>
              </a:cxn>
              <a:cxn ang="0">
                <a:pos x="connsiteX50949" y="connsiteY50949"/>
              </a:cxn>
              <a:cxn ang="0">
                <a:pos x="connsiteX50950" y="connsiteY50950"/>
              </a:cxn>
              <a:cxn ang="0">
                <a:pos x="connsiteX50951" y="connsiteY50951"/>
              </a:cxn>
              <a:cxn ang="0">
                <a:pos x="connsiteX50952" y="connsiteY50952"/>
              </a:cxn>
              <a:cxn ang="0">
                <a:pos x="connsiteX50953" y="connsiteY50953"/>
              </a:cxn>
              <a:cxn ang="0">
                <a:pos x="connsiteX50954" y="connsiteY50954"/>
              </a:cxn>
              <a:cxn ang="0">
                <a:pos x="connsiteX50955" y="connsiteY50955"/>
              </a:cxn>
              <a:cxn ang="0">
                <a:pos x="connsiteX50956" y="connsiteY50956"/>
              </a:cxn>
              <a:cxn ang="0">
                <a:pos x="connsiteX50957" y="connsiteY50957"/>
              </a:cxn>
              <a:cxn ang="0">
                <a:pos x="connsiteX50958" y="connsiteY50958"/>
              </a:cxn>
              <a:cxn ang="0">
                <a:pos x="connsiteX50959" y="connsiteY50959"/>
              </a:cxn>
              <a:cxn ang="0">
                <a:pos x="connsiteX50960" y="connsiteY50960"/>
              </a:cxn>
              <a:cxn ang="0">
                <a:pos x="connsiteX50961" y="connsiteY50961"/>
              </a:cxn>
              <a:cxn ang="0">
                <a:pos x="connsiteX50962" y="connsiteY50962"/>
              </a:cxn>
              <a:cxn ang="0">
                <a:pos x="connsiteX50963" y="connsiteY50963"/>
              </a:cxn>
              <a:cxn ang="0">
                <a:pos x="connsiteX50964" y="connsiteY50964"/>
              </a:cxn>
              <a:cxn ang="0">
                <a:pos x="connsiteX50965" y="connsiteY50965"/>
              </a:cxn>
              <a:cxn ang="0">
                <a:pos x="connsiteX50966" y="connsiteY50966"/>
              </a:cxn>
              <a:cxn ang="0">
                <a:pos x="connsiteX50967" y="connsiteY50967"/>
              </a:cxn>
              <a:cxn ang="0">
                <a:pos x="connsiteX50968" y="connsiteY50968"/>
              </a:cxn>
              <a:cxn ang="0">
                <a:pos x="connsiteX50969" y="connsiteY50969"/>
              </a:cxn>
              <a:cxn ang="0">
                <a:pos x="connsiteX50970" y="connsiteY50970"/>
              </a:cxn>
              <a:cxn ang="0">
                <a:pos x="connsiteX50971" y="connsiteY50971"/>
              </a:cxn>
              <a:cxn ang="0">
                <a:pos x="connsiteX50972" y="connsiteY50972"/>
              </a:cxn>
              <a:cxn ang="0">
                <a:pos x="connsiteX50973" y="connsiteY50973"/>
              </a:cxn>
              <a:cxn ang="0">
                <a:pos x="connsiteX50974" y="connsiteY50974"/>
              </a:cxn>
              <a:cxn ang="0">
                <a:pos x="connsiteX50975" y="connsiteY50975"/>
              </a:cxn>
              <a:cxn ang="0">
                <a:pos x="connsiteX50976" y="connsiteY50976"/>
              </a:cxn>
              <a:cxn ang="0">
                <a:pos x="connsiteX50977" y="connsiteY50977"/>
              </a:cxn>
              <a:cxn ang="0">
                <a:pos x="connsiteX50978" y="connsiteY50978"/>
              </a:cxn>
              <a:cxn ang="0">
                <a:pos x="connsiteX50979" y="connsiteY50979"/>
              </a:cxn>
              <a:cxn ang="0">
                <a:pos x="connsiteX50980" y="connsiteY50980"/>
              </a:cxn>
              <a:cxn ang="0">
                <a:pos x="connsiteX50981" y="connsiteY50981"/>
              </a:cxn>
              <a:cxn ang="0">
                <a:pos x="connsiteX50982" y="connsiteY50982"/>
              </a:cxn>
              <a:cxn ang="0">
                <a:pos x="connsiteX50983" y="connsiteY50983"/>
              </a:cxn>
              <a:cxn ang="0">
                <a:pos x="connsiteX50984" y="connsiteY50984"/>
              </a:cxn>
              <a:cxn ang="0">
                <a:pos x="connsiteX50985" y="connsiteY50985"/>
              </a:cxn>
              <a:cxn ang="0">
                <a:pos x="connsiteX50986" y="connsiteY50986"/>
              </a:cxn>
              <a:cxn ang="0">
                <a:pos x="connsiteX50987" y="connsiteY50987"/>
              </a:cxn>
              <a:cxn ang="0">
                <a:pos x="connsiteX50988" y="connsiteY50988"/>
              </a:cxn>
              <a:cxn ang="0">
                <a:pos x="connsiteX50989" y="connsiteY50989"/>
              </a:cxn>
              <a:cxn ang="0">
                <a:pos x="connsiteX50990" y="connsiteY50990"/>
              </a:cxn>
              <a:cxn ang="0">
                <a:pos x="connsiteX50991" y="connsiteY50991"/>
              </a:cxn>
              <a:cxn ang="0">
                <a:pos x="connsiteX50992" y="connsiteY50992"/>
              </a:cxn>
              <a:cxn ang="0">
                <a:pos x="connsiteX50993" y="connsiteY50993"/>
              </a:cxn>
              <a:cxn ang="0">
                <a:pos x="connsiteX50994" y="connsiteY50994"/>
              </a:cxn>
              <a:cxn ang="0">
                <a:pos x="connsiteX50995" y="connsiteY50995"/>
              </a:cxn>
              <a:cxn ang="0">
                <a:pos x="connsiteX50996" y="connsiteY50996"/>
              </a:cxn>
              <a:cxn ang="0">
                <a:pos x="connsiteX50997" y="connsiteY50997"/>
              </a:cxn>
              <a:cxn ang="0">
                <a:pos x="connsiteX50998" y="connsiteY50998"/>
              </a:cxn>
              <a:cxn ang="0">
                <a:pos x="connsiteX50999" y="connsiteY50999"/>
              </a:cxn>
              <a:cxn ang="0">
                <a:pos x="connsiteX51000" y="connsiteY51000"/>
              </a:cxn>
              <a:cxn ang="0">
                <a:pos x="connsiteX51001" y="connsiteY51001"/>
              </a:cxn>
              <a:cxn ang="0">
                <a:pos x="connsiteX51002" y="connsiteY51002"/>
              </a:cxn>
              <a:cxn ang="0">
                <a:pos x="connsiteX51003" y="connsiteY51003"/>
              </a:cxn>
              <a:cxn ang="0">
                <a:pos x="connsiteX51004" y="connsiteY51004"/>
              </a:cxn>
              <a:cxn ang="0">
                <a:pos x="connsiteX51005" y="connsiteY51005"/>
              </a:cxn>
              <a:cxn ang="0">
                <a:pos x="connsiteX51006" y="connsiteY51006"/>
              </a:cxn>
              <a:cxn ang="0">
                <a:pos x="connsiteX51007" y="connsiteY51007"/>
              </a:cxn>
              <a:cxn ang="0">
                <a:pos x="connsiteX51008" y="connsiteY51008"/>
              </a:cxn>
              <a:cxn ang="0">
                <a:pos x="connsiteX51009" y="connsiteY51009"/>
              </a:cxn>
              <a:cxn ang="0">
                <a:pos x="connsiteX51010" y="connsiteY51010"/>
              </a:cxn>
              <a:cxn ang="0">
                <a:pos x="connsiteX51011" y="connsiteY51011"/>
              </a:cxn>
              <a:cxn ang="0">
                <a:pos x="connsiteX51012" y="connsiteY51012"/>
              </a:cxn>
              <a:cxn ang="0">
                <a:pos x="connsiteX51013" y="connsiteY51013"/>
              </a:cxn>
              <a:cxn ang="0">
                <a:pos x="connsiteX51014" y="connsiteY51014"/>
              </a:cxn>
              <a:cxn ang="0">
                <a:pos x="connsiteX51015" y="connsiteY51015"/>
              </a:cxn>
              <a:cxn ang="0">
                <a:pos x="connsiteX51016" y="connsiteY51016"/>
              </a:cxn>
              <a:cxn ang="0">
                <a:pos x="connsiteX51017" y="connsiteY51017"/>
              </a:cxn>
              <a:cxn ang="0">
                <a:pos x="connsiteX51018" y="connsiteY51018"/>
              </a:cxn>
              <a:cxn ang="0">
                <a:pos x="connsiteX51019" y="connsiteY51019"/>
              </a:cxn>
              <a:cxn ang="0">
                <a:pos x="connsiteX51020" y="connsiteY51020"/>
              </a:cxn>
              <a:cxn ang="0">
                <a:pos x="connsiteX51021" y="connsiteY51021"/>
              </a:cxn>
              <a:cxn ang="0">
                <a:pos x="connsiteX51022" y="connsiteY51022"/>
              </a:cxn>
              <a:cxn ang="0">
                <a:pos x="connsiteX51023" y="connsiteY51023"/>
              </a:cxn>
              <a:cxn ang="0">
                <a:pos x="connsiteX51024" y="connsiteY51024"/>
              </a:cxn>
              <a:cxn ang="0">
                <a:pos x="connsiteX51025" y="connsiteY51025"/>
              </a:cxn>
              <a:cxn ang="0">
                <a:pos x="connsiteX51026" y="connsiteY51026"/>
              </a:cxn>
              <a:cxn ang="0">
                <a:pos x="connsiteX51027" y="connsiteY51027"/>
              </a:cxn>
              <a:cxn ang="0">
                <a:pos x="connsiteX51028" y="connsiteY51028"/>
              </a:cxn>
              <a:cxn ang="0">
                <a:pos x="connsiteX51029" y="connsiteY51029"/>
              </a:cxn>
              <a:cxn ang="0">
                <a:pos x="connsiteX51030" y="connsiteY51030"/>
              </a:cxn>
              <a:cxn ang="0">
                <a:pos x="connsiteX51031" y="connsiteY51031"/>
              </a:cxn>
              <a:cxn ang="0">
                <a:pos x="connsiteX51032" y="connsiteY51032"/>
              </a:cxn>
              <a:cxn ang="0">
                <a:pos x="connsiteX51033" y="connsiteY51033"/>
              </a:cxn>
              <a:cxn ang="0">
                <a:pos x="connsiteX51034" y="connsiteY51034"/>
              </a:cxn>
              <a:cxn ang="0">
                <a:pos x="connsiteX51035" y="connsiteY51035"/>
              </a:cxn>
              <a:cxn ang="0">
                <a:pos x="connsiteX51036" y="connsiteY51036"/>
              </a:cxn>
              <a:cxn ang="0">
                <a:pos x="connsiteX51037" y="connsiteY51037"/>
              </a:cxn>
              <a:cxn ang="0">
                <a:pos x="connsiteX51038" y="connsiteY51038"/>
              </a:cxn>
              <a:cxn ang="0">
                <a:pos x="connsiteX51039" y="connsiteY51039"/>
              </a:cxn>
              <a:cxn ang="0">
                <a:pos x="connsiteX51040" y="connsiteY51040"/>
              </a:cxn>
              <a:cxn ang="0">
                <a:pos x="connsiteX51041" y="connsiteY51041"/>
              </a:cxn>
              <a:cxn ang="0">
                <a:pos x="connsiteX51042" y="connsiteY51042"/>
              </a:cxn>
              <a:cxn ang="0">
                <a:pos x="connsiteX51043" y="connsiteY51043"/>
              </a:cxn>
              <a:cxn ang="0">
                <a:pos x="connsiteX51044" y="connsiteY51044"/>
              </a:cxn>
              <a:cxn ang="0">
                <a:pos x="connsiteX51045" y="connsiteY51045"/>
              </a:cxn>
              <a:cxn ang="0">
                <a:pos x="connsiteX51046" y="connsiteY51046"/>
              </a:cxn>
              <a:cxn ang="0">
                <a:pos x="connsiteX51047" y="connsiteY51047"/>
              </a:cxn>
              <a:cxn ang="0">
                <a:pos x="connsiteX51048" y="connsiteY51048"/>
              </a:cxn>
              <a:cxn ang="0">
                <a:pos x="connsiteX51049" y="connsiteY51049"/>
              </a:cxn>
              <a:cxn ang="0">
                <a:pos x="connsiteX51050" y="connsiteY51050"/>
              </a:cxn>
              <a:cxn ang="0">
                <a:pos x="connsiteX51051" y="connsiteY51051"/>
              </a:cxn>
              <a:cxn ang="0">
                <a:pos x="connsiteX51052" y="connsiteY51052"/>
              </a:cxn>
              <a:cxn ang="0">
                <a:pos x="connsiteX51053" y="connsiteY51053"/>
              </a:cxn>
              <a:cxn ang="0">
                <a:pos x="connsiteX51054" y="connsiteY51054"/>
              </a:cxn>
              <a:cxn ang="0">
                <a:pos x="connsiteX51055" y="connsiteY51055"/>
              </a:cxn>
              <a:cxn ang="0">
                <a:pos x="connsiteX51056" y="connsiteY51056"/>
              </a:cxn>
              <a:cxn ang="0">
                <a:pos x="connsiteX51057" y="connsiteY51057"/>
              </a:cxn>
              <a:cxn ang="0">
                <a:pos x="connsiteX51058" y="connsiteY51058"/>
              </a:cxn>
              <a:cxn ang="0">
                <a:pos x="connsiteX51059" y="connsiteY51059"/>
              </a:cxn>
              <a:cxn ang="0">
                <a:pos x="connsiteX51060" y="connsiteY51060"/>
              </a:cxn>
              <a:cxn ang="0">
                <a:pos x="connsiteX51061" y="connsiteY51061"/>
              </a:cxn>
              <a:cxn ang="0">
                <a:pos x="connsiteX51062" y="connsiteY51062"/>
              </a:cxn>
              <a:cxn ang="0">
                <a:pos x="connsiteX51063" y="connsiteY51063"/>
              </a:cxn>
              <a:cxn ang="0">
                <a:pos x="connsiteX51064" y="connsiteY51064"/>
              </a:cxn>
              <a:cxn ang="0">
                <a:pos x="connsiteX51065" y="connsiteY51065"/>
              </a:cxn>
              <a:cxn ang="0">
                <a:pos x="connsiteX51066" y="connsiteY51066"/>
              </a:cxn>
              <a:cxn ang="0">
                <a:pos x="connsiteX51067" y="connsiteY51067"/>
              </a:cxn>
              <a:cxn ang="0">
                <a:pos x="connsiteX51068" y="connsiteY51068"/>
              </a:cxn>
              <a:cxn ang="0">
                <a:pos x="connsiteX51069" y="connsiteY51069"/>
              </a:cxn>
              <a:cxn ang="0">
                <a:pos x="connsiteX51070" y="connsiteY51070"/>
              </a:cxn>
              <a:cxn ang="0">
                <a:pos x="connsiteX51071" y="connsiteY51071"/>
              </a:cxn>
              <a:cxn ang="0">
                <a:pos x="connsiteX51072" y="connsiteY51072"/>
              </a:cxn>
              <a:cxn ang="0">
                <a:pos x="connsiteX51073" y="connsiteY51073"/>
              </a:cxn>
              <a:cxn ang="0">
                <a:pos x="connsiteX51074" y="connsiteY51074"/>
              </a:cxn>
              <a:cxn ang="0">
                <a:pos x="connsiteX51075" y="connsiteY51075"/>
              </a:cxn>
              <a:cxn ang="0">
                <a:pos x="connsiteX51076" y="connsiteY51076"/>
              </a:cxn>
              <a:cxn ang="0">
                <a:pos x="connsiteX51077" y="connsiteY51077"/>
              </a:cxn>
              <a:cxn ang="0">
                <a:pos x="connsiteX51078" y="connsiteY51078"/>
              </a:cxn>
              <a:cxn ang="0">
                <a:pos x="connsiteX51079" y="connsiteY51079"/>
              </a:cxn>
              <a:cxn ang="0">
                <a:pos x="connsiteX51080" y="connsiteY51080"/>
              </a:cxn>
              <a:cxn ang="0">
                <a:pos x="connsiteX51081" y="connsiteY51081"/>
              </a:cxn>
              <a:cxn ang="0">
                <a:pos x="connsiteX51082" y="connsiteY51082"/>
              </a:cxn>
              <a:cxn ang="0">
                <a:pos x="connsiteX51083" y="connsiteY51083"/>
              </a:cxn>
              <a:cxn ang="0">
                <a:pos x="connsiteX51084" y="connsiteY51084"/>
              </a:cxn>
              <a:cxn ang="0">
                <a:pos x="connsiteX51085" y="connsiteY51085"/>
              </a:cxn>
              <a:cxn ang="0">
                <a:pos x="connsiteX51086" y="connsiteY51086"/>
              </a:cxn>
              <a:cxn ang="0">
                <a:pos x="connsiteX51087" y="connsiteY51087"/>
              </a:cxn>
              <a:cxn ang="0">
                <a:pos x="connsiteX51088" y="connsiteY51088"/>
              </a:cxn>
              <a:cxn ang="0">
                <a:pos x="connsiteX51089" y="connsiteY51089"/>
              </a:cxn>
              <a:cxn ang="0">
                <a:pos x="connsiteX51090" y="connsiteY51090"/>
              </a:cxn>
              <a:cxn ang="0">
                <a:pos x="connsiteX51091" y="connsiteY51091"/>
              </a:cxn>
              <a:cxn ang="0">
                <a:pos x="connsiteX51092" y="connsiteY51092"/>
              </a:cxn>
              <a:cxn ang="0">
                <a:pos x="connsiteX51093" y="connsiteY51093"/>
              </a:cxn>
              <a:cxn ang="0">
                <a:pos x="connsiteX51094" y="connsiteY51094"/>
              </a:cxn>
              <a:cxn ang="0">
                <a:pos x="connsiteX51095" y="connsiteY51095"/>
              </a:cxn>
              <a:cxn ang="0">
                <a:pos x="connsiteX51096" y="connsiteY51096"/>
              </a:cxn>
              <a:cxn ang="0">
                <a:pos x="connsiteX51097" y="connsiteY51097"/>
              </a:cxn>
              <a:cxn ang="0">
                <a:pos x="connsiteX51098" y="connsiteY51098"/>
              </a:cxn>
              <a:cxn ang="0">
                <a:pos x="connsiteX51099" y="connsiteY51099"/>
              </a:cxn>
              <a:cxn ang="0">
                <a:pos x="connsiteX51100" y="connsiteY51100"/>
              </a:cxn>
              <a:cxn ang="0">
                <a:pos x="connsiteX51101" y="connsiteY51101"/>
              </a:cxn>
              <a:cxn ang="0">
                <a:pos x="connsiteX51102" y="connsiteY51102"/>
              </a:cxn>
              <a:cxn ang="0">
                <a:pos x="connsiteX51103" y="connsiteY51103"/>
              </a:cxn>
              <a:cxn ang="0">
                <a:pos x="connsiteX51104" y="connsiteY51104"/>
              </a:cxn>
              <a:cxn ang="0">
                <a:pos x="connsiteX51105" y="connsiteY51105"/>
              </a:cxn>
              <a:cxn ang="0">
                <a:pos x="connsiteX51106" y="connsiteY51106"/>
              </a:cxn>
              <a:cxn ang="0">
                <a:pos x="connsiteX51107" y="connsiteY51107"/>
              </a:cxn>
              <a:cxn ang="0">
                <a:pos x="connsiteX51108" y="connsiteY51108"/>
              </a:cxn>
              <a:cxn ang="0">
                <a:pos x="connsiteX51109" y="connsiteY51109"/>
              </a:cxn>
              <a:cxn ang="0">
                <a:pos x="connsiteX51110" y="connsiteY51110"/>
              </a:cxn>
              <a:cxn ang="0">
                <a:pos x="connsiteX51111" y="connsiteY51111"/>
              </a:cxn>
              <a:cxn ang="0">
                <a:pos x="connsiteX51112" y="connsiteY51112"/>
              </a:cxn>
              <a:cxn ang="0">
                <a:pos x="connsiteX51113" y="connsiteY51113"/>
              </a:cxn>
              <a:cxn ang="0">
                <a:pos x="connsiteX51114" y="connsiteY51114"/>
              </a:cxn>
              <a:cxn ang="0">
                <a:pos x="connsiteX51115" y="connsiteY51115"/>
              </a:cxn>
              <a:cxn ang="0">
                <a:pos x="connsiteX51116" y="connsiteY51116"/>
              </a:cxn>
              <a:cxn ang="0">
                <a:pos x="connsiteX51117" y="connsiteY51117"/>
              </a:cxn>
              <a:cxn ang="0">
                <a:pos x="connsiteX51118" y="connsiteY51118"/>
              </a:cxn>
              <a:cxn ang="0">
                <a:pos x="connsiteX51119" y="connsiteY51119"/>
              </a:cxn>
              <a:cxn ang="0">
                <a:pos x="connsiteX51120" y="connsiteY51120"/>
              </a:cxn>
              <a:cxn ang="0">
                <a:pos x="connsiteX51121" y="connsiteY51121"/>
              </a:cxn>
              <a:cxn ang="0">
                <a:pos x="connsiteX51122" y="connsiteY51122"/>
              </a:cxn>
              <a:cxn ang="0">
                <a:pos x="connsiteX51123" y="connsiteY51123"/>
              </a:cxn>
              <a:cxn ang="0">
                <a:pos x="connsiteX51124" y="connsiteY51124"/>
              </a:cxn>
              <a:cxn ang="0">
                <a:pos x="connsiteX51125" y="connsiteY51125"/>
              </a:cxn>
              <a:cxn ang="0">
                <a:pos x="connsiteX51126" y="connsiteY51126"/>
              </a:cxn>
              <a:cxn ang="0">
                <a:pos x="connsiteX51127" y="connsiteY51127"/>
              </a:cxn>
              <a:cxn ang="0">
                <a:pos x="connsiteX51128" y="connsiteY51128"/>
              </a:cxn>
              <a:cxn ang="0">
                <a:pos x="connsiteX51129" y="connsiteY51129"/>
              </a:cxn>
              <a:cxn ang="0">
                <a:pos x="connsiteX51130" y="connsiteY51130"/>
              </a:cxn>
              <a:cxn ang="0">
                <a:pos x="connsiteX51131" y="connsiteY51131"/>
              </a:cxn>
              <a:cxn ang="0">
                <a:pos x="connsiteX51132" y="connsiteY51132"/>
              </a:cxn>
              <a:cxn ang="0">
                <a:pos x="connsiteX51133" y="connsiteY51133"/>
              </a:cxn>
              <a:cxn ang="0">
                <a:pos x="connsiteX51134" y="connsiteY51134"/>
              </a:cxn>
              <a:cxn ang="0">
                <a:pos x="connsiteX51135" y="connsiteY51135"/>
              </a:cxn>
              <a:cxn ang="0">
                <a:pos x="connsiteX51136" y="connsiteY51136"/>
              </a:cxn>
              <a:cxn ang="0">
                <a:pos x="connsiteX51137" y="connsiteY51137"/>
              </a:cxn>
              <a:cxn ang="0">
                <a:pos x="connsiteX51138" y="connsiteY51138"/>
              </a:cxn>
              <a:cxn ang="0">
                <a:pos x="connsiteX51139" y="connsiteY51139"/>
              </a:cxn>
              <a:cxn ang="0">
                <a:pos x="connsiteX51140" y="connsiteY51140"/>
              </a:cxn>
              <a:cxn ang="0">
                <a:pos x="connsiteX51141" y="connsiteY51141"/>
              </a:cxn>
              <a:cxn ang="0">
                <a:pos x="connsiteX51142" y="connsiteY51142"/>
              </a:cxn>
              <a:cxn ang="0">
                <a:pos x="connsiteX51143" y="connsiteY51143"/>
              </a:cxn>
              <a:cxn ang="0">
                <a:pos x="connsiteX51144" y="connsiteY51144"/>
              </a:cxn>
              <a:cxn ang="0">
                <a:pos x="connsiteX51145" y="connsiteY51145"/>
              </a:cxn>
              <a:cxn ang="0">
                <a:pos x="connsiteX51146" y="connsiteY51146"/>
              </a:cxn>
              <a:cxn ang="0">
                <a:pos x="connsiteX51147" y="connsiteY51147"/>
              </a:cxn>
              <a:cxn ang="0">
                <a:pos x="connsiteX51148" y="connsiteY51148"/>
              </a:cxn>
              <a:cxn ang="0">
                <a:pos x="connsiteX51149" y="connsiteY51149"/>
              </a:cxn>
              <a:cxn ang="0">
                <a:pos x="connsiteX51150" y="connsiteY51150"/>
              </a:cxn>
              <a:cxn ang="0">
                <a:pos x="connsiteX51151" y="connsiteY51151"/>
              </a:cxn>
              <a:cxn ang="0">
                <a:pos x="connsiteX51152" y="connsiteY51152"/>
              </a:cxn>
              <a:cxn ang="0">
                <a:pos x="connsiteX51153" y="connsiteY51153"/>
              </a:cxn>
              <a:cxn ang="0">
                <a:pos x="connsiteX51154" y="connsiteY51154"/>
              </a:cxn>
              <a:cxn ang="0">
                <a:pos x="connsiteX51155" y="connsiteY51155"/>
              </a:cxn>
              <a:cxn ang="0">
                <a:pos x="connsiteX51156" y="connsiteY51156"/>
              </a:cxn>
              <a:cxn ang="0">
                <a:pos x="connsiteX51157" y="connsiteY51157"/>
              </a:cxn>
              <a:cxn ang="0">
                <a:pos x="connsiteX51158" y="connsiteY51158"/>
              </a:cxn>
              <a:cxn ang="0">
                <a:pos x="connsiteX51159" y="connsiteY51159"/>
              </a:cxn>
              <a:cxn ang="0">
                <a:pos x="connsiteX51160" y="connsiteY51160"/>
              </a:cxn>
              <a:cxn ang="0">
                <a:pos x="connsiteX51161" y="connsiteY51161"/>
              </a:cxn>
              <a:cxn ang="0">
                <a:pos x="connsiteX51162" y="connsiteY51162"/>
              </a:cxn>
              <a:cxn ang="0">
                <a:pos x="connsiteX51163" y="connsiteY51163"/>
              </a:cxn>
              <a:cxn ang="0">
                <a:pos x="connsiteX51164" y="connsiteY51164"/>
              </a:cxn>
              <a:cxn ang="0">
                <a:pos x="connsiteX51165" y="connsiteY51165"/>
              </a:cxn>
              <a:cxn ang="0">
                <a:pos x="connsiteX51166" y="connsiteY51166"/>
              </a:cxn>
              <a:cxn ang="0">
                <a:pos x="connsiteX51167" y="connsiteY51167"/>
              </a:cxn>
              <a:cxn ang="0">
                <a:pos x="connsiteX51168" y="connsiteY51168"/>
              </a:cxn>
              <a:cxn ang="0">
                <a:pos x="connsiteX51169" y="connsiteY51169"/>
              </a:cxn>
              <a:cxn ang="0">
                <a:pos x="connsiteX51170" y="connsiteY51170"/>
              </a:cxn>
              <a:cxn ang="0">
                <a:pos x="connsiteX51171" y="connsiteY51171"/>
              </a:cxn>
              <a:cxn ang="0">
                <a:pos x="connsiteX51172" y="connsiteY51172"/>
              </a:cxn>
              <a:cxn ang="0">
                <a:pos x="connsiteX51173" y="connsiteY51173"/>
              </a:cxn>
              <a:cxn ang="0">
                <a:pos x="connsiteX51174" y="connsiteY51174"/>
              </a:cxn>
              <a:cxn ang="0">
                <a:pos x="connsiteX51175" y="connsiteY51175"/>
              </a:cxn>
              <a:cxn ang="0">
                <a:pos x="connsiteX51176" y="connsiteY51176"/>
              </a:cxn>
              <a:cxn ang="0">
                <a:pos x="connsiteX51177" y="connsiteY51177"/>
              </a:cxn>
              <a:cxn ang="0">
                <a:pos x="connsiteX51178" y="connsiteY51178"/>
              </a:cxn>
              <a:cxn ang="0">
                <a:pos x="connsiteX51179" y="connsiteY51179"/>
              </a:cxn>
              <a:cxn ang="0">
                <a:pos x="connsiteX51180" y="connsiteY51180"/>
              </a:cxn>
              <a:cxn ang="0">
                <a:pos x="connsiteX51181" y="connsiteY51181"/>
              </a:cxn>
              <a:cxn ang="0">
                <a:pos x="connsiteX51182" y="connsiteY51182"/>
              </a:cxn>
              <a:cxn ang="0">
                <a:pos x="connsiteX51183" y="connsiteY51183"/>
              </a:cxn>
              <a:cxn ang="0">
                <a:pos x="connsiteX51184" y="connsiteY51184"/>
              </a:cxn>
              <a:cxn ang="0">
                <a:pos x="connsiteX51185" y="connsiteY51185"/>
              </a:cxn>
              <a:cxn ang="0">
                <a:pos x="connsiteX51186" y="connsiteY51186"/>
              </a:cxn>
              <a:cxn ang="0">
                <a:pos x="connsiteX51187" y="connsiteY51187"/>
              </a:cxn>
              <a:cxn ang="0">
                <a:pos x="connsiteX51188" y="connsiteY51188"/>
              </a:cxn>
              <a:cxn ang="0">
                <a:pos x="connsiteX51189" y="connsiteY51189"/>
              </a:cxn>
              <a:cxn ang="0">
                <a:pos x="connsiteX51190" y="connsiteY51190"/>
              </a:cxn>
              <a:cxn ang="0">
                <a:pos x="connsiteX51191" y="connsiteY51191"/>
              </a:cxn>
              <a:cxn ang="0">
                <a:pos x="connsiteX51192" y="connsiteY51192"/>
              </a:cxn>
              <a:cxn ang="0">
                <a:pos x="connsiteX51193" y="connsiteY51193"/>
              </a:cxn>
              <a:cxn ang="0">
                <a:pos x="connsiteX51194" y="connsiteY51194"/>
              </a:cxn>
              <a:cxn ang="0">
                <a:pos x="connsiteX51195" y="connsiteY51195"/>
              </a:cxn>
              <a:cxn ang="0">
                <a:pos x="connsiteX51196" y="connsiteY51196"/>
              </a:cxn>
              <a:cxn ang="0">
                <a:pos x="connsiteX51197" y="connsiteY51197"/>
              </a:cxn>
              <a:cxn ang="0">
                <a:pos x="connsiteX51198" y="connsiteY51198"/>
              </a:cxn>
              <a:cxn ang="0">
                <a:pos x="connsiteX51199" y="connsiteY51199"/>
              </a:cxn>
              <a:cxn ang="0">
                <a:pos x="connsiteX51200" y="connsiteY51200"/>
              </a:cxn>
              <a:cxn ang="0">
                <a:pos x="connsiteX51201" y="connsiteY51201"/>
              </a:cxn>
              <a:cxn ang="0">
                <a:pos x="connsiteX51202" y="connsiteY51202"/>
              </a:cxn>
              <a:cxn ang="0">
                <a:pos x="connsiteX51203" y="connsiteY51203"/>
              </a:cxn>
              <a:cxn ang="0">
                <a:pos x="connsiteX51204" y="connsiteY51204"/>
              </a:cxn>
              <a:cxn ang="0">
                <a:pos x="connsiteX51205" y="connsiteY51205"/>
              </a:cxn>
              <a:cxn ang="0">
                <a:pos x="connsiteX51206" y="connsiteY51206"/>
              </a:cxn>
              <a:cxn ang="0">
                <a:pos x="connsiteX51207" y="connsiteY51207"/>
              </a:cxn>
              <a:cxn ang="0">
                <a:pos x="connsiteX51208" y="connsiteY51208"/>
              </a:cxn>
              <a:cxn ang="0">
                <a:pos x="connsiteX51209" y="connsiteY51209"/>
              </a:cxn>
              <a:cxn ang="0">
                <a:pos x="connsiteX51210" y="connsiteY51210"/>
              </a:cxn>
              <a:cxn ang="0">
                <a:pos x="connsiteX51211" y="connsiteY51211"/>
              </a:cxn>
              <a:cxn ang="0">
                <a:pos x="connsiteX51212" y="connsiteY51212"/>
              </a:cxn>
              <a:cxn ang="0">
                <a:pos x="connsiteX51213" y="connsiteY51213"/>
              </a:cxn>
              <a:cxn ang="0">
                <a:pos x="connsiteX51214" y="connsiteY51214"/>
              </a:cxn>
              <a:cxn ang="0">
                <a:pos x="connsiteX51215" y="connsiteY51215"/>
              </a:cxn>
              <a:cxn ang="0">
                <a:pos x="connsiteX51216" y="connsiteY51216"/>
              </a:cxn>
              <a:cxn ang="0">
                <a:pos x="connsiteX51217" y="connsiteY51217"/>
              </a:cxn>
              <a:cxn ang="0">
                <a:pos x="connsiteX51218" y="connsiteY51218"/>
              </a:cxn>
              <a:cxn ang="0">
                <a:pos x="connsiteX51219" y="connsiteY51219"/>
              </a:cxn>
              <a:cxn ang="0">
                <a:pos x="connsiteX51220" y="connsiteY51220"/>
              </a:cxn>
              <a:cxn ang="0">
                <a:pos x="connsiteX51221" y="connsiteY51221"/>
              </a:cxn>
              <a:cxn ang="0">
                <a:pos x="connsiteX51222" y="connsiteY51222"/>
              </a:cxn>
              <a:cxn ang="0">
                <a:pos x="connsiteX51223" y="connsiteY51223"/>
              </a:cxn>
              <a:cxn ang="0">
                <a:pos x="connsiteX51224" y="connsiteY51224"/>
              </a:cxn>
              <a:cxn ang="0">
                <a:pos x="connsiteX51225" y="connsiteY51225"/>
              </a:cxn>
              <a:cxn ang="0">
                <a:pos x="connsiteX51226" y="connsiteY51226"/>
              </a:cxn>
              <a:cxn ang="0">
                <a:pos x="connsiteX51227" y="connsiteY51227"/>
              </a:cxn>
              <a:cxn ang="0">
                <a:pos x="connsiteX51228" y="connsiteY51228"/>
              </a:cxn>
              <a:cxn ang="0">
                <a:pos x="connsiteX51229" y="connsiteY51229"/>
              </a:cxn>
              <a:cxn ang="0">
                <a:pos x="connsiteX51230" y="connsiteY51230"/>
              </a:cxn>
              <a:cxn ang="0">
                <a:pos x="connsiteX51231" y="connsiteY51231"/>
              </a:cxn>
              <a:cxn ang="0">
                <a:pos x="connsiteX51232" y="connsiteY51232"/>
              </a:cxn>
              <a:cxn ang="0">
                <a:pos x="connsiteX51233" y="connsiteY51233"/>
              </a:cxn>
              <a:cxn ang="0">
                <a:pos x="connsiteX51234" y="connsiteY51234"/>
              </a:cxn>
              <a:cxn ang="0">
                <a:pos x="connsiteX51235" y="connsiteY51235"/>
              </a:cxn>
              <a:cxn ang="0">
                <a:pos x="connsiteX51236" y="connsiteY51236"/>
              </a:cxn>
              <a:cxn ang="0">
                <a:pos x="connsiteX51237" y="connsiteY51237"/>
              </a:cxn>
              <a:cxn ang="0">
                <a:pos x="connsiteX51238" y="connsiteY51238"/>
              </a:cxn>
              <a:cxn ang="0">
                <a:pos x="connsiteX51239" y="connsiteY51239"/>
              </a:cxn>
              <a:cxn ang="0">
                <a:pos x="connsiteX51240" y="connsiteY51240"/>
              </a:cxn>
              <a:cxn ang="0">
                <a:pos x="connsiteX51241" y="connsiteY51241"/>
              </a:cxn>
              <a:cxn ang="0">
                <a:pos x="connsiteX51242" y="connsiteY51242"/>
              </a:cxn>
              <a:cxn ang="0">
                <a:pos x="connsiteX51243" y="connsiteY51243"/>
              </a:cxn>
              <a:cxn ang="0">
                <a:pos x="connsiteX51244" y="connsiteY51244"/>
              </a:cxn>
              <a:cxn ang="0">
                <a:pos x="connsiteX51245" y="connsiteY51245"/>
              </a:cxn>
              <a:cxn ang="0">
                <a:pos x="connsiteX51246" y="connsiteY51246"/>
              </a:cxn>
              <a:cxn ang="0">
                <a:pos x="connsiteX51247" y="connsiteY51247"/>
              </a:cxn>
              <a:cxn ang="0">
                <a:pos x="connsiteX51248" y="connsiteY51248"/>
              </a:cxn>
              <a:cxn ang="0">
                <a:pos x="connsiteX51249" y="connsiteY51249"/>
              </a:cxn>
              <a:cxn ang="0">
                <a:pos x="connsiteX51250" y="connsiteY51250"/>
              </a:cxn>
              <a:cxn ang="0">
                <a:pos x="connsiteX51251" y="connsiteY51251"/>
              </a:cxn>
              <a:cxn ang="0">
                <a:pos x="connsiteX51252" y="connsiteY51252"/>
              </a:cxn>
              <a:cxn ang="0">
                <a:pos x="connsiteX51253" y="connsiteY51253"/>
              </a:cxn>
              <a:cxn ang="0">
                <a:pos x="connsiteX51254" y="connsiteY51254"/>
              </a:cxn>
              <a:cxn ang="0">
                <a:pos x="connsiteX51255" y="connsiteY51255"/>
              </a:cxn>
              <a:cxn ang="0">
                <a:pos x="connsiteX51256" y="connsiteY51256"/>
              </a:cxn>
              <a:cxn ang="0">
                <a:pos x="connsiteX51257" y="connsiteY51257"/>
              </a:cxn>
              <a:cxn ang="0">
                <a:pos x="connsiteX51258" y="connsiteY51258"/>
              </a:cxn>
              <a:cxn ang="0">
                <a:pos x="connsiteX51259" y="connsiteY51259"/>
              </a:cxn>
              <a:cxn ang="0">
                <a:pos x="connsiteX51260" y="connsiteY51260"/>
              </a:cxn>
              <a:cxn ang="0">
                <a:pos x="connsiteX51261" y="connsiteY51261"/>
              </a:cxn>
              <a:cxn ang="0">
                <a:pos x="connsiteX51262" y="connsiteY51262"/>
              </a:cxn>
              <a:cxn ang="0">
                <a:pos x="connsiteX51263" y="connsiteY51263"/>
              </a:cxn>
              <a:cxn ang="0">
                <a:pos x="connsiteX51264" y="connsiteY51264"/>
              </a:cxn>
              <a:cxn ang="0">
                <a:pos x="connsiteX51265" y="connsiteY51265"/>
              </a:cxn>
              <a:cxn ang="0">
                <a:pos x="connsiteX51266" y="connsiteY51266"/>
              </a:cxn>
              <a:cxn ang="0">
                <a:pos x="connsiteX51267" y="connsiteY51267"/>
              </a:cxn>
              <a:cxn ang="0">
                <a:pos x="connsiteX51268" y="connsiteY51268"/>
              </a:cxn>
              <a:cxn ang="0">
                <a:pos x="connsiteX51269" y="connsiteY51269"/>
              </a:cxn>
              <a:cxn ang="0">
                <a:pos x="connsiteX51270" y="connsiteY51270"/>
              </a:cxn>
              <a:cxn ang="0">
                <a:pos x="connsiteX51271" y="connsiteY51271"/>
              </a:cxn>
              <a:cxn ang="0">
                <a:pos x="connsiteX51272" y="connsiteY51272"/>
              </a:cxn>
              <a:cxn ang="0">
                <a:pos x="connsiteX51273" y="connsiteY51273"/>
              </a:cxn>
              <a:cxn ang="0">
                <a:pos x="connsiteX51274" y="connsiteY51274"/>
              </a:cxn>
              <a:cxn ang="0">
                <a:pos x="connsiteX51275" y="connsiteY51275"/>
              </a:cxn>
              <a:cxn ang="0">
                <a:pos x="connsiteX51276" y="connsiteY51276"/>
              </a:cxn>
              <a:cxn ang="0">
                <a:pos x="connsiteX51277" y="connsiteY51277"/>
              </a:cxn>
              <a:cxn ang="0">
                <a:pos x="connsiteX51278" y="connsiteY51278"/>
              </a:cxn>
              <a:cxn ang="0">
                <a:pos x="connsiteX51279" y="connsiteY51279"/>
              </a:cxn>
              <a:cxn ang="0">
                <a:pos x="connsiteX51280" y="connsiteY51280"/>
              </a:cxn>
              <a:cxn ang="0">
                <a:pos x="connsiteX51281" y="connsiteY51281"/>
              </a:cxn>
              <a:cxn ang="0">
                <a:pos x="connsiteX51282" y="connsiteY51282"/>
              </a:cxn>
              <a:cxn ang="0">
                <a:pos x="connsiteX51283" y="connsiteY51283"/>
              </a:cxn>
              <a:cxn ang="0">
                <a:pos x="connsiteX51284" y="connsiteY51284"/>
              </a:cxn>
              <a:cxn ang="0">
                <a:pos x="connsiteX51285" y="connsiteY51285"/>
              </a:cxn>
              <a:cxn ang="0">
                <a:pos x="connsiteX51286" y="connsiteY51286"/>
              </a:cxn>
              <a:cxn ang="0">
                <a:pos x="connsiteX51287" y="connsiteY51287"/>
              </a:cxn>
              <a:cxn ang="0">
                <a:pos x="connsiteX51288" y="connsiteY51288"/>
              </a:cxn>
              <a:cxn ang="0">
                <a:pos x="connsiteX51289" y="connsiteY51289"/>
              </a:cxn>
              <a:cxn ang="0">
                <a:pos x="connsiteX51290" y="connsiteY51290"/>
              </a:cxn>
              <a:cxn ang="0">
                <a:pos x="connsiteX51291" y="connsiteY51291"/>
              </a:cxn>
              <a:cxn ang="0">
                <a:pos x="connsiteX51292" y="connsiteY51292"/>
              </a:cxn>
              <a:cxn ang="0">
                <a:pos x="connsiteX51293" y="connsiteY51293"/>
              </a:cxn>
              <a:cxn ang="0">
                <a:pos x="connsiteX51294" y="connsiteY51294"/>
              </a:cxn>
              <a:cxn ang="0">
                <a:pos x="connsiteX51295" y="connsiteY51295"/>
              </a:cxn>
              <a:cxn ang="0">
                <a:pos x="connsiteX51296" y="connsiteY51296"/>
              </a:cxn>
              <a:cxn ang="0">
                <a:pos x="connsiteX51297" y="connsiteY51297"/>
              </a:cxn>
              <a:cxn ang="0">
                <a:pos x="connsiteX51298" y="connsiteY51298"/>
              </a:cxn>
              <a:cxn ang="0">
                <a:pos x="connsiteX51299" y="connsiteY51299"/>
              </a:cxn>
              <a:cxn ang="0">
                <a:pos x="connsiteX51300" y="connsiteY51300"/>
              </a:cxn>
              <a:cxn ang="0">
                <a:pos x="connsiteX51301" y="connsiteY51301"/>
              </a:cxn>
              <a:cxn ang="0">
                <a:pos x="connsiteX51302" y="connsiteY51302"/>
              </a:cxn>
              <a:cxn ang="0">
                <a:pos x="connsiteX51303" y="connsiteY51303"/>
              </a:cxn>
              <a:cxn ang="0">
                <a:pos x="connsiteX51304" y="connsiteY51304"/>
              </a:cxn>
              <a:cxn ang="0">
                <a:pos x="connsiteX51305" y="connsiteY51305"/>
              </a:cxn>
              <a:cxn ang="0">
                <a:pos x="connsiteX51306" y="connsiteY51306"/>
              </a:cxn>
              <a:cxn ang="0">
                <a:pos x="connsiteX51307" y="connsiteY51307"/>
              </a:cxn>
              <a:cxn ang="0">
                <a:pos x="connsiteX51308" y="connsiteY51308"/>
              </a:cxn>
              <a:cxn ang="0">
                <a:pos x="connsiteX51309" y="connsiteY51309"/>
              </a:cxn>
              <a:cxn ang="0">
                <a:pos x="connsiteX51310" y="connsiteY51310"/>
              </a:cxn>
              <a:cxn ang="0">
                <a:pos x="connsiteX51311" y="connsiteY51311"/>
              </a:cxn>
              <a:cxn ang="0">
                <a:pos x="connsiteX51312" y="connsiteY51312"/>
              </a:cxn>
              <a:cxn ang="0">
                <a:pos x="connsiteX51313" y="connsiteY51313"/>
              </a:cxn>
              <a:cxn ang="0">
                <a:pos x="connsiteX51314" y="connsiteY51314"/>
              </a:cxn>
              <a:cxn ang="0">
                <a:pos x="connsiteX51315" y="connsiteY51315"/>
              </a:cxn>
              <a:cxn ang="0">
                <a:pos x="connsiteX51316" y="connsiteY51316"/>
              </a:cxn>
              <a:cxn ang="0">
                <a:pos x="connsiteX51317" y="connsiteY51317"/>
              </a:cxn>
              <a:cxn ang="0">
                <a:pos x="connsiteX51318" y="connsiteY51318"/>
              </a:cxn>
              <a:cxn ang="0">
                <a:pos x="connsiteX51319" y="connsiteY51319"/>
              </a:cxn>
              <a:cxn ang="0">
                <a:pos x="connsiteX51320" y="connsiteY51320"/>
              </a:cxn>
              <a:cxn ang="0">
                <a:pos x="connsiteX51321" y="connsiteY51321"/>
              </a:cxn>
              <a:cxn ang="0">
                <a:pos x="connsiteX51322" y="connsiteY51322"/>
              </a:cxn>
              <a:cxn ang="0">
                <a:pos x="connsiteX51323" y="connsiteY51323"/>
              </a:cxn>
              <a:cxn ang="0">
                <a:pos x="connsiteX51324" y="connsiteY51324"/>
              </a:cxn>
              <a:cxn ang="0">
                <a:pos x="connsiteX51325" y="connsiteY51325"/>
              </a:cxn>
              <a:cxn ang="0">
                <a:pos x="connsiteX51326" y="connsiteY51326"/>
              </a:cxn>
              <a:cxn ang="0">
                <a:pos x="connsiteX51327" y="connsiteY51327"/>
              </a:cxn>
              <a:cxn ang="0">
                <a:pos x="connsiteX51328" y="connsiteY51328"/>
              </a:cxn>
              <a:cxn ang="0">
                <a:pos x="connsiteX51329" y="connsiteY51329"/>
              </a:cxn>
              <a:cxn ang="0">
                <a:pos x="connsiteX51330" y="connsiteY51330"/>
              </a:cxn>
              <a:cxn ang="0">
                <a:pos x="connsiteX51331" y="connsiteY51331"/>
              </a:cxn>
              <a:cxn ang="0">
                <a:pos x="connsiteX51332" y="connsiteY51332"/>
              </a:cxn>
              <a:cxn ang="0">
                <a:pos x="connsiteX51333" y="connsiteY51333"/>
              </a:cxn>
              <a:cxn ang="0">
                <a:pos x="connsiteX51334" y="connsiteY51334"/>
              </a:cxn>
              <a:cxn ang="0">
                <a:pos x="connsiteX51335" y="connsiteY51335"/>
              </a:cxn>
              <a:cxn ang="0">
                <a:pos x="connsiteX51336" y="connsiteY51336"/>
              </a:cxn>
              <a:cxn ang="0">
                <a:pos x="connsiteX51337" y="connsiteY51337"/>
              </a:cxn>
              <a:cxn ang="0">
                <a:pos x="connsiteX51338" y="connsiteY51338"/>
              </a:cxn>
              <a:cxn ang="0">
                <a:pos x="connsiteX51339" y="connsiteY51339"/>
              </a:cxn>
              <a:cxn ang="0">
                <a:pos x="connsiteX51340" y="connsiteY51340"/>
              </a:cxn>
              <a:cxn ang="0">
                <a:pos x="connsiteX51341" y="connsiteY51341"/>
              </a:cxn>
              <a:cxn ang="0">
                <a:pos x="connsiteX51342" y="connsiteY51342"/>
              </a:cxn>
              <a:cxn ang="0">
                <a:pos x="connsiteX51343" y="connsiteY51343"/>
              </a:cxn>
              <a:cxn ang="0">
                <a:pos x="connsiteX51344" y="connsiteY51344"/>
              </a:cxn>
              <a:cxn ang="0">
                <a:pos x="connsiteX51345" y="connsiteY51345"/>
              </a:cxn>
              <a:cxn ang="0">
                <a:pos x="connsiteX51346" y="connsiteY51346"/>
              </a:cxn>
              <a:cxn ang="0">
                <a:pos x="connsiteX51347" y="connsiteY51347"/>
              </a:cxn>
              <a:cxn ang="0">
                <a:pos x="connsiteX51348" y="connsiteY51348"/>
              </a:cxn>
              <a:cxn ang="0">
                <a:pos x="connsiteX51349" y="connsiteY51349"/>
              </a:cxn>
              <a:cxn ang="0">
                <a:pos x="connsiteX51350" y="connsiteY51350"/>
              </a:cxn>
              <a:cxn ang="0">
                <a:pos x="connsiteX51351" y="connsiteY51351"/>
              </a:cxn>
              <a:cxn ang="0">
                <a:pos x="connsiteX51352" y="connsiteY51352"/>
              </a:cxn>
              <a:cxn ang="0">
                <a:pos x="connsiteX51353" y="connsiteY51353"/>
              </a:cxn>
              <a:cxn ang="0">
                <a:pos x="connsiteX51354" y="connsiteY51354"/>
              </a:cxn>
              <a:cxn ang="0">
                <a:pos x="connsiteX51355" y="connsiteY51355"/>
              </a:cxn>
              <a:cxn ang="0">
                <a:pos x="connsiteX51356" y="connsiteY51356"/>
              </a:cxn>
              <a:cxn ang="0">
                <a:pos x="connsiteX51357" y="connsiteY51357"/>
              </a:cxn>
              <a:cxn ang="0">
                <a:pos x="connsiteX51358" y="connsiteY51358"/>
              </a:cxn>
              <a:cxn ang="0">
                <a:pos x="connsiteX51359" y="connsiteY51359"/>
              </a:cxn>
              <a:cxn ang="0">
                <a:pos x="connsiteX51360" y="connsiteY51360"/>
              </a:cxn>
              <a:cxn ang="0">
                <a:pos x="connsiteX51361" y="connsiteY51361"/>
              </a:cxn>
              <a:cxn ang="0">
                <a:pos x="connsiteX51362" y="connsiteY51362"/>
              </a:cxn>
              <a:cxn ang="0">
                <a:pos x="connsiteX51363" y="connsiteY51363"/>
              </a:cxn>
              <a:cxn ang="0">
                <a:pos x="connsiteX51364" y="connsiteY51364"/>
              </a:cxn>
              <a:cxn ang="0">
                <a:pos x="connsiteX51365" y="connsiteY51365"/>
              </a:cxn>
              <a:cxn ang="0">
                <a:pos x="connsiteX51366" y="connsiteY51366"/>
              </a:cxn>
              <a:cxn ang="0">
                <a:pos x="connsiteX51367" y="connsiteY51367"/>
              </a:cxn>
              <a:cxn ang="0">
                <a:pos x="connsiteX51368" y="connsiteY51368"/>
              </a:cxn>
              <a:cxn ang="0">
                <a:pos x="connsiteX51369" y="connsiteY51369"/>
              </a:cxn>
              <a:cxn ang="0">
                <a:pos x="connsiteX51370" y="connsiteY51370"/>
              </a:cxn>
              <a:cxn ang="0">
                <a:pos x="connsiteX51371" y="connsiteY51371"/>
              </a:cxn>
              <a:cxn ang="0">
                <a:pos x="connsiteX51372" y="connsiteY51372"/>
              </a:cxn>
              <a:cxn ang="0">
                <a:pos x="connsiteX51373" y="connsiteY51373"/>
              </a:cxn>
              <a:cxn ang="0">
                <a:pos x="connsiteX51374" y="connsiteY51374"/>
              </a:cxn>
              <a:cxn ang="0">
                <a:pos x="connsiteX51375" y="connsiteY51375"/>
              </a:cxn>
              <a:cxn ang="0">
                <a:pos x="connsiteX51376" y="connsiteY51376"/>
              </a:cxn>
              <a:cxn ang="0">
                <a:pos x="connsiteX51377" y="connsiteY51377"/>
              </a:cxn>
              <a:cxn ang="0">
                <a:pos x="connsiteX51378" y="connsiteY51378"/>
              </a:cxn>
              <a:cxn ang="0">
                <a:pos x="connsiteX51379" y="connsiteY51379"/>
              </a:cxn>
              <a:cxn ang="0">
                <a:pos x="connsiteX51380" y="connsiteY51380"/>
              </a:cxn>
              <a:cxn ang="0">
                <a:pos x="connsiteX51381" y="connsiteY51381"/>
              </a:cxn>
              <a:cxn ang="0">
                <a:pos x="connsiteX51382" y="connsiteY51382"/>
              </a:cxn>
              <a:cxn ang="0">
                <a:pos x="connsiteX51383" y="connsiteY51383"/>
              </a:cxn>
              <a:cxn ang="0">
                <a:pos x="connsiteX51384" y="connsiteY51384"/>
              </a:cxn>
              <a:cxn ang="0">
                <a:pos x="connsiteX51385" y="connsiteY51385"/>
              </a:cxn>
              <a:cxn ang="0">
                <a:pos x="connsiteX51386" y="connsiteY51386"/>
              </a:cxn>
              <a:cxn ang="0">
                <a:pos x="connsiteX51387" y="connsiteY51387"/>
              </a:cxn>
              <a:cxn ang="0">
                <a:pos x="connsiteX51388" y="connsiteY51388"/>
              </a:cxn>
              <a:cxn ang="0">
                <a:pos x="connsiteX51389" y="connsiteY51389"/>
              </a:cxn>
              <a:cxn ang="0">
                <a:pos x="connsiteX51390" y="connsiteY51390"/>
              </a:cxn>
              <a:cxn ang="0">
                <a:pos x="connsiteX51391" y="connsiteY51391"/>
              </a:cxn>
              <a:cxn ang="0">
                <a:pos x="connsiteX51392" y="connsiteY51392"/>
              </a:cxn>
              <a:cxn ang="0">
                <a:pos x="connsiteX51393" y="connsiteY51393"/>
              </a:cxn>
              <a:cxn ang="0">
                <a:pos x="connsiteX51394" y="connsiteY51394"/>
              </a:cxn>
              <a:cxn ang="0">
                <a:pos x="connsiteX51395" y="connsiteY51395"/>
              </a:cxn>
              <a:cxn ang="0">
                <a:pos x="connsiteX51396" y="connsiteY51396"/>
              </a:cxn>
              <a:cxn ang="0">
                <a:pos x="connsiteX51397" y="connsiteY51397"/>
              </a:cxn>
              <a:cxn ang="0">
                <a:pos x="connsiteX51398" y="connsiteY51398"/>
              </a:cxn>
              <a:cxn ang="0">
                <a:pos x="connsiteX51399" y="connsiteY51399"/>
              </a:cxn>
              <a:cxn ang="0">
                <a:pos x="connsiteX51400" y="connsiteY51400"/>
              </a:cxn>
              <a:cxn ang="0">
                <a:pos x="connsiteX51401" y="connsiteY51401"/>
              </a:cxn>
              <a:cxn ang="0">
                <a:pos x="connsiteX51402" y="connsiteY51402"/>
              </a:cxn>
              <a:cxn ang="0">
                <a:pos x="connsiteX51403" y="connsiteY51403"/>
              </a:cxn>
              <a:cxn ang="0">
                <a:pos x="connsiteX51404" y="connsiteY51404"/>
              </a:cxn>
              <a:cxn ang="0">
                <a:pos x="connsiteX51405" y="connsiteY51405"/>
              </a:cxn>
              <a:cxn ang="0">
                <a:pos x="connsiteX51406" y="connsiteY51406"/>
              </a:cxn>
              <a:cxn ang="0">
                <a:pos x="connsiteX51407" y="connsiteY51407"/>
              </a:cxn>
              <a:cxn ang="0">
                <a:pos x="connsiteX51408" y="connsiteY51408"/>
              </a:cxn>
              <a:cxn ang="0">
                <a:pos x="connsiteX51409" y="connsiteY51409"/>
              </a:cxn>
              <a:cxn ang="0">
                <a:pos x="connsiteX51410" y="connsiteY51410"/>
              </a:cxn>
              <a:cxn ang="0">
                <a:pos x="connsiteX51411" y="connsiteY51411"/>
              </a:cxn>
              <a:cxn ang="0">
                <a:pos x="connsiteX51412" y="connsiteY51412"/>
              </a:cxn>
              <a:cxn ang="0">
                <a:pos x="connsiteX51413" y="connsiteY51413"/>
              </a:cxn>
              <a:cxn ang="0">
                <a:pos x="connsiteX51414" y="connsiteY51414"/>
              </a:cxn>
              <a:cxn ang="0">
                <a:pos x="connsiteX51415" y="connsiteY51415"/>
              </a:cxn>
              <a:cxn ang="0">
                <a:pos x="connsiteX51416" y="connsiteY51416"/>
              </a:cxn>
              <a:cxn ang="0">
                <a:pos x="connsiteX51417" y="connsiteY51417"/>
              </a:cxn>
              <a:cxn ang="0">
                <a:pos x="connsiteX51418" y="connsiteY51418"/>
              </a:cxn>
              <a:cxn ang="0">
                <a:pos x="connsiteX51419" y="connsiteY51419"/>
              </a:cxn>
              <a:cxn ang="0">
                <a:pos x="connsiteX51420" y="connsiteY51420"/>
              </a:cxn>
              <a:cxn ang="0">
                <a:pos x="connsiteX51421" y="connsiteY51421"/>
              </a:cxn>
              <a:cxn ang="0">
                <a:pos x="connsiteX51422" y="connsiteY51422"/>
              </a:cxn>
              <a:cxn ang="0">
                <a:pos x="connsiteX51423" y="connsiteY51423"/>
              </a:cxn>
              <a:cxn ang="0">
                <a:pos x="connsiteX51424" y="connsiteY51424"/>
              </a:cxn>
              <a:cxn ang="0">
                <a:pos x="connsiteX51425" y="connsiteY51425"/>
              </a:cxn>
              <a:cxn ang="0">
                <a:pos x="connsiteX51426" y="connsiteY51426"/>
              </a:cxn>
              <a:cxn ang="0">
                <a:pos x="connsiteX51427" y="connsiteY51427"/>
              </a:cxn>
              <a:cxn ang="0">
                <a:pos x="connsiteX51428" y="connsiteY51428"/>
              </a:cxn>
              <a:cxn ang="0">
                <a:pos x="connsiteX51429" y="connsiteY51429"/>
              </a:cxn>
              <a:cxn ang="0">
                <a:pos x="connsiteX51430" y="connsiteY51430"/>
              </a:cxn>
              <a:cxn ang="0">
                <a:pos x="connsiteX51431" y="connsiteY51431"/>
              </a:cxn>
              <a:cxn ang="0">
                <a:pos x="connsiteX51432" y="connsiteY51432"/>
              </a:cxn>
              <a:cxn ang="0">
                <a:pos x="connsiteX51433" y="connsiteY51433"/>
              </a:cxn>
              <a:cxn ang="0">
                <a:pos x="connsiteX51434" y="connsiteY51434"/>
              </a:cxn>
              <a:cxn ang="0">
                <a:pos x="connsiteX51435" y="connsiteY51435"/>
              </a:cxn>
              <a:cxn ang="0">
                <a:pos x="connsiteX51436" y="connsiteY51436"/>
              </a:cxn>
              <a:cxn ang="0">
                <a:pos x="connsiteX51437" y="connsiteY51437"/>
              </a:cxn>
              <a:cxn ang="0">
                <a:pos x="connsiteX51438" y="connsiteY51438"/>
              </a:cxn>
              <a:cxn ang="0">
                <a:pos x="connsiteX51439" y="connsiteY51439"/>
              </a:cxn>
              <a:cxn ang="0">
                <a:pos x="connsiteX51440" y="connsiteY51440"/>
              </a:cxn>
              <a:cxn ang="0">
                <a:pos x="connsiteX51441" y="connsiteY51441"/>
              </a:cxn>
              <a:cxn ang="0">
                <a:pos x="connsiteX51442" y="connsiteY51442"/>
              </a:cxn>
              <a:cxn ang="0">
                <a:pos x="connsiteX51443" y="connsiteY51443"/>
              </a:cxn>
              <a:cxn ang="0">
                <a:pos x="connsiteX51444" y="connsiteY51444"/>
              </a:cxn>
              <a:cxn ang="0">
                <a:pos x="connsiteX51445" y="connsiteY51445"/>
              </a:cxn>
              <a:cxn ang="0">
                <a:pos x="connsiteX51446" y="connsiteY51446"/>
              </a:cxn>
              <a:cxn ang="0">
                <a:pos x="connsiteX51447" y="connsiteY51447"/>
              </a:cxn>
              <a:cxn ang="0">
                <a:pos x="connsiteX51448" y="connsiteY51448"/>
              </a:cxn>
              <a:cxn ang="0">
                <a:pos x="connsiteX51449" y="connsiteY51449"/>
              </a:cxn>
              <a:cxn ang="0">
                <a:pos x="connsiteX51450" y="connsiteY51450"/>
              </a:cxn>
              <a:cxn ang="0">
                <a:pos x="connsiteX51451" y="connsiteY51451"/>
              </a:cxn>
              <a:cxn ang="0">
                <a:pos x="connsiteX51452" y="connsiteY51452"/>
              </a:cxn>
              <a:cxn ang="0">
                <a:pos x="connsiteX51453" y="connsiteY51453"/>
              </a:cxn>
              <a:cxn ang="0">
                <a:pos x="connsiteX51454" y="connsiteY51454"/>
              </a:cxn>
              <a:cxn ang="0">
                <a:pos x="connsiteX51455" y="connsiteY51455"/>
              </a:cxn>
              <a:cxn ang="0">
                <a:pos x="connsiteX51456" y="connsiteY51456"/>
              </a:cxn>
              <a:cxn ang="0">
                <a:pos x="connsiteX51457" y="connsiteY51457"/>
              </a:cxn>
              <a:cxn ang="0">
                <a:pos x="connsiteX51458" y="connsiteY51458"/>
              </a:cxn>
              <a:cxn ang="0">
                <a:pos x="connsiteX51459" y="connsiteY51459"/>
              </a:cxn>
              <a:cxn ang="0">
                <a:pos x="connsiteX51460" y="connsiteY51460"/>
              </a:cxn>
              <a:cxn ang="0">
                <a:pos x="connsiteX51461" y="connsiteY51461"/>
              </a:cxn>
              <a:cxn ang="0">
                <a:pos x="connsiteX51462" y="connsiteY51462"/>
              </a:cxn>
              <a:cxn ang="0">
                <a:pos x="connsiteX51463" y="connsiteY51463"/>
              </a:cxn>
              <a:cxn ang="0">
                <a:pos x="connsiteX51464" y="connsiteY51464"/>
              </a:cxn>
              <a:cxn ang="0">
                <a:pos x="connsiteX51465" y="connsiteY51465"/>
              </a:cxn>
              <a:cxn ang="0">
                <a:pos x="connsiteX51466" y="connsiteY51466"/>
              </a:cxn>
              <a:cxn ang="0">
                <a:pos x="connsiteX51467" y="connsiteY51467"/>
              </a:cxn>
              <a:cxn ang="0">
                <a:pos x="connsiteX51468" y="connsiteY51468"/>
              </a:cxn>
              <a:cxn ang="0">
                <a:pos x="connsiteX51469" y="connsiteY51469"/>
              </a:cxn>
              <a:cxn ang="0">
                <a:pos x="connsiteX51470" y="connsiteY51470"/>
              </a:cxn>
              <a:cxn ang="0">
                <a:pos x="connsiteX51471" y="connsiteY51471"/>
              </a:cxn>
              <a:cxn ang="0">
                <a:pos x="connsiteX51472" y="connsiteY51472"/>
              </a:cxn>
              <a:cxn ang="0">
                <a:pos x="connsiteX51473" y="connsiteY51473"/>
              </a:cxn>
              <a:cxn ang="0">
                <a:pos x="connsiteX51474" y="connsiteY51474"/>
              </a:cxn>
              <a:cxn ang="0">
                <a:pos x="connsiteX51475" y="connsiteY51475"/>
              </a:cxn>
              <a:cxn ang="0">
                <a:pos x="connsiteX51476" y="connsiteY51476"/>
              </a:cxn>
              <a:cxn ang="0">
                <a:pos x="connsiteX51477" y="connsiteY51477"/>
              </a:cxn>
              <a:cxn ang="0">
                <a:pos x="connsiteX51478" y="connsiteY51478"/>
              </a:cxn>
              <a:cxn ang="0">
                <a:pos x="connsiteX51479" y="connsiteY51479"/>
              </a:cxn>
              <a:cxn ang="0">
                <a:pos x="connsiteX51480" y="connsiteY51480"/>
              </a:cxn>
              <a:cxn ang="0">
                <a:pos x="connsiteX51481" y="connsiteY51481"/>
              </a:cxn>
              <a:cxn ang="0">
                <a:pos x="connsiteX51482" y="connsiteY51482"/>
              </a:cxn>
              <a:cxn ang="0">
                <a:pos x="connsiteX51483" y="connsiteY51483"/>
              </a:cxn>
              <a:cxn ang="0">
                <a:pos x="connsiteX51484" y="connsiteY51484"/>
              </a:cxn>
              <a:cxn ang="0">
                <a:pos x="connsiteX51485" y="connsiteY51485"/>
              </a:cxn>
              <a:cxn ang="0">
                <a:pos x="connsiteX51486" y="connsiteY51486"/>
              </a:cxn>
              <a:cxn ang="0">
                <a:pos x="connsiteX51487" y="connsiteY51487"/>
              </a:cxn>
              <a:cxn ang="0">
                <a:pos x="connsiteX51488" y="connsiteY51488"/>
              </a:cxn>
              <a:cxn ang="0">
                <a:pos x="connsiteX51489" y="connsiteY51489"/>
              </a:cxn>
              <a:cxn ang="0">
                <a:pos x="connsiteX51490" y="connsiteY51490"/>
              </a:cxn>
              <a:cxn ang="0">
                <a:pos x="connsiteX51491" y="connsiteY51491"/>
              </a:cxn>
              <a:cxn ang="0">
                <a:pos x="connsiteX51492" y="connsiteY51492"/>
              </a:cxn>
              <a:cxn ang="0">
                <a:pos x="connsiteX51493" y="connsiteY51493"/>
              </a:cxn>
              <a:cxn ang="0">
                <a:pos x="connsiteX51494" y="connsiteY51494"/>
              </a:cxn>
              <a:cxn ang="0">
                <a:pos x="connsiteX51495" y="connsiteY51495"/>
              </a:cxn>
              <a:cxn ang="0">
                <a:pos x="connsiteX51496" y="connsiteY51496"/>
              </a:cxn>
              <a:cxn ang="0">
                <a:pos x="connsiteX51497" y="connsiteY51497"/>
              </a:cxn>
              <a:cxn ang="0">
                <a:pos x="connsiteX51498" y="connsiteY51498"/>
              </a:cxn>
              <a:cxn ang="0">
                <a:pos x="connsiteX51499" y="connsiteY51499"/>
              </a:cxn>
              <a:cxn ang="0">
                <a:pos x="connsiteX51500" y="connsiteY51500"/>
              </a:cxn>
              <a:cxn ang="0">
                <a:pos x="connsiteX51501" y="connsiteY51501"/>
              </a:cxn>
              <a:cxn ang="0">
                <a:pos x="connsiteX51502" y="connsiteY51502"/>
              </a:cxn>
              <a:cxn ang="0">
                <a:pos x="connsiteX51503" y="connsiteY51503"/>
              </a:cxn>
              <a:cxn ang="0">
                <a:pos x="connsiteX51504" y="connsiteY51504"/>
              </a:cxn>
              <a:cxn ang="0">
                <a:pos x="connsiteX51505" y="connsiteY51505"/>
              </a:cxn>
              <a:cxn ang="0">
                <a:pos x="connsiteX51506" y="connsiteY51506"/>
              </a:cxn>
              <a:cxn ang="0">
                <a:pos x="connsiteX51507" y="connsiteY51507"/>
              </a:cxn>
              <a:cxn ang="0">
                <a:pos x="connsiteX51508" y="connsiteY51508"/>
              </a:cxn>
              <a:cxn ang="0">
                <a:pos x="connsiteX51509" y="connsiteY51509"/>
              </a:cxn>
              <a:cxn ang="0">
                <a:pos x="connsiteX51510" y="connsiteY51510"/>
              </a:cxn>
              <a:cxn ang="0">
                <a:pos x="connsiteX51511" y="connsiteY51511"/>
              </a:cxn>
              <a:cxn ang="0">
                <a:pos x="connsiteX51512" y="connsiteY51512"/>
              </a:cxn>
              <a:cxn ang="0">
                <a:pos x="connsiteX51513" y="connsiteY51513"/>
              </a:cxn>
              <a:cxn ang="0">
                <a:pos x="connsiteX51514" y="connsiteY51514"/>
              </a:cxn>
              <a:cxn ang="0">
                <a:pos x="connsiteX51515" y="connsiteY51515"/>
              </a:cxn>
              <a:cxn ang="0">
                <a:pos x="connsiteX51516" y="connsiteY51516"/>
              </a:cxn>
              <a:cxn ang="0">
                <a:pos x="connsiteX51517" y="connsiteY51517"/>
              </a:cxn>
              <a:cxn ang="0">
                <a:pos x="connsiteX51518" y="connsiteY51518"/>
              </a:cxn>
              <a:cxn ang="0">
                <a:pos x="connsiteX51519" y="connsiteY51519"/>
              </a:cxn>
              <a:cxn ang="0">
                <a:pos x="connsiteX51520" y="connsiteY51520"/>
              </a:cxn>
              <a:cxn ang="0">
                <a:pos x="connsiteX51521" y="connsiteY51521"/>
              </a:cxn>
              <a:cxn ang="0">
                <a:pos x="connsiteX51522" y="connsiteY51522"/>
              </a:cxn>
              <a:cxn ang="0">
                <a:pos x="connsiteX51523" y="connsiteY51523"/>
              </a:cxn>
              <a:cxn ang="0">
                <a:pos x="connsiteX51524" y="connsiteY51524"/>
              </a:cxn>
              <a:cxn ang="0">
                <a:pos x="connsiteX51525" y="connsiteY51525"/>
              </a:cxn>
              <a:cxn ang="0">
                <a:pos x="connsiteX51526" y="connsiteY51526"/>
              </a:cxn>
              <a:cxn ang="0">
                <a:pos x="connsiteX51527" y="connsiteY51527"/>
              </a:cxn>
              <a:cxn ang="0">
                <a:pos x="connsiteX51528" y="connsiteY51528"/>
              </a:cxn>
              <a:cxn ang="0">
                <a:pos x="connsiteX51529" y="connsiteY51529"/>
              </a:cxn>
              <a:cxn ang="0">
                <a:pos x="connsiteX51530" y="connsiteY51530"/>
              </a:cxn>
              <a:cxn ang="0">
                <a:pos x="connsiteX51531" y="connsiteY51531"/>
              </a:cxn>
              <a:cxn ang="0">
                <a:pos x="connsiteX51532" y="connsiteY51532"/>
              </a:cxn>
              <a:cxn ang="0">
                <a:pos x="connsiteX51533" y="connsiteY51533"/>
              </a:cxn>
              <a:cxn ang="0">
                <a:pos x="connsiteX51534" y="connsiteY51534"/>
              </a:cxn>
              <a:cxn ang="0">
                <a:pos x="connsiteX51535" y="connsiteY51535"/>
              </a:cxn>
              <a:cxn ang="0">
                <a:pos x="connsiteX51536" y="connsiteY51536"/>
              </a:cxn>
              <a:cxn ang="0">
                <a:pos x="connsiteX51537" y="connsiteY51537"/>
              </a:cxn>
              <a:cxn ang="0">
                <a:pos x="connsiteX51538" y="connsiteY51538"/>
              </a:cxn>
              <a:cxn ang="0">
                <a:pos x="connsiteX51539" y="connsiteY51539"/>
              </a:cxn>
              <a:cxn ang="0">
                <a:pos x="connsiteX51540" y="connsiteY51540"/>
              </a:cxn>
              <a:cxn ang="0">
                <a:pos x="connsiteX51541" y="connsiteY51541"/>
              </a:cxn>
              <a:cxn ang="0">
                <a:pos x="connsiteX51542" y="connsiteY51542"/>
              </a:cxn>
              <a:cxn ang="0">
                <a:pos x="connsiteX51543" y="connsiteY51543"/>
              </a:cxn>
              <a:cxn ang="0">
                <a:pos x="connsiteX51544" y="connsiteY51544"/>
              </a:cxn>
              <a:cxn ang="0">
                <a:pos x="connsiteX51545" y="connsiteY51545"/>
              </a:cxn>
              <a:cxn ang="0">
                <a:pos x="connsiteX51546" y="connsiteY51546"/>
              </a:cxn>
              <a:cxn ang="0">
                <a:pos x="connsiteX51547" y="connsiteY51547"/>
              </a:cxn>
              <a:cxn ang="0">
                <a:pos x="connsiteX51548" y="connsiteY51548"/>
              </a:cxn>
              <a:cxn ang="0">
                <a:pos x="connsiteX51549" y="connsiteY51549"/>
              </a:cxn>
              <a:cxn ang="0">
                <a:pos x="connsiteX51550" y="connsiteY51550"/>
              </a:cxn>
              <a:cxn ang="0">
                <a:pos x="connsiteX51551" y="connsiteY51551"/>
              </a:cxn>
              <a:cxn ang="0">
                <a:pos x="connsiteX51552" y="connsiteY51552"/>
              </a:cxn>
              <a:cxn ang="0">
                <a:pos x="connsiteX51553" y="connsiteY51553"/>
              </a:cxn>
              <a:cxn ang="0">
                <a:pos x="connsiteX51554" y="connsiteY51554"/>
              </a:cxn>
              <a:cxn ang="0">
                <a:pos x="connsiteX51555" y="connsiteY51555"/>
              </a:cxn>
              <a:cxn ang="0">
                <a:pos x="connsiteX51556" y="connsiteY51556"/>
              </a:cxn>
              <a:cxn ang="0">
                <a:pos x="connsiteX51557" y="connsiteY51557"/>
              </a:cxn>
              <a:cxn ang="0">
                <a:pos x="connsiteX51558" y="connsiteY51558"/>
              </a:cxn>
              <a:cxn ang="0">
                <a:pos x="connsiteX51559" y="connsiteY51559"/>
              </a:cxn>
              <a:cxn ang="0">
                <a:pos x="connsiteX51560" y="connsiteY51560"/>
              </a:cxn>
              <a:cxn ang="0">
                <a:pos x="connsiteX51561" y="connsiteY51561"/>
              </a:cxn>
              <a:cxn ang="0">
                <a:pos x="connsiteX51562" y="connsiteY51562"/>
              </a:cxn>
              <a:cxn ang="0">
                <a:pos x="connsiteX51563" y="connsiteY51563"/>
              </a:cxn>
              <a:cxn ang="0">
                <a:pos x="connsiteX51564" y="connsiteY51564"/>
              </a:cxn>
              <a:cxn ang="0">
                <a:pos x="connsiteX51565" y="connsiteY51565"/>
              </a:cxn>
              <a:cxn ang="0">
                <a:pos x="connsiteX51566" y="connsiteY51566"/>
              </a:cxn>
              <a:cxn ang="0">
                <a:pos x="connsiteX51567" y="connsiteY51567"/>
              </a:cxn>
              <a:cxn ang="0">
                <a:pos x="connsiteX51568" y="connsiteY51568"/>
              </a:cxn>
              <a:cxn ang="0">
                <a:pos x="connsiteX51569" y="connsiteY51569"/>
              </a:cxn>
              <a:cxn ang="0">
                <a:pos x="connsiteX51570" y="connsiteY51570"/>
              </a:cxn>
              <a:cxn ang="0">
                <a:pos x="connsiteX51571" y="connsiteY51571"/>
              </a:cxn>
              <a:cxn ang="0">
                <a:pos x="connsiteX51572" y="connsiteY51572"/>
              </a:cxn>
              <a:cxn ang="0">
                <a:pos x="connsiteX51573" y="connsiteY51573"/>
              </a:cxn>
              <a:cxn ang="0">
                <a:pos x="connsiteX51574" y="connsiteY51574"/>
              </a:cxn>
              <a:cxn ang="0">
                <a:pos x="connsiteX51575" y="connsiteY51575"/>
              </a:cxn>
              <a:cxn ang="0">
                <a:pos x="connsiteX51576" y="connsiteY51576"/>
              </a:cxn>
              <a:cxn ang="0">
                <a:pos x="connsiteX51577" y="connsiteY51577"/>
              </a:cxn>
              <a:cxn ang="0">
                <a:pos x="connsiteX51578" y="connsiteY51578"/>
              </a:cxn>
              <a:cxn ang="0">
                <a:pos x="connsiteX51579" y="connsiteY51579"/>
              </a:cxn>
              <a:cxn ang="0">
                <a:pos x="connsiteX51580" y="connsiteY51580"/>
              </a:cxn>
              <a:cxn ang="0">
                <a:pos x="connsiteX51581" y="connsiteY51581"/>
              </a:cxn>
              <a:cxn ang="0">
                <a:pos x="connsiteX51582" y="connsiteY51582"/>
              </a:cxn>
              <a:cxn ang="0">
                <a:pos x="connsiteX51583" y="connsiteY51583"/>
              </a:cxn>
              <a:cxn ang="0">
                <a:pos x="connsiteX51584" y="connsiteY51584"/>
              </a:cxn>
              <a:cxn ang="0">
                <a:pos x="connsiteX51585" y="connsiteY51585"/>
              </a:cxn>
              <a:cxn ang="0">
                <a:pos x="connsiteX51586" y="connsiteY51586"/>
              </a:cxn>
              <a:cxn ang="0">
                <a:pos x="connsiteX51587" y="connsiteY51587"/>
              </a:cxn>
              <a:cxn ang="0">
                <a:pos x="connsiteX51588" y="connsiteY51588"/>
              </a:cxn>
              <a:cxn ang="0">
                <a:pos x="connsiteX51589" y="connsiteY51589"/>
              </a:cxn>
              <a:cxn ang="0">
                <a:pos x="connsiteX51590" y="connsiteY51590"/>
              </a:cxn>
              <a:cxn ang="0">
                <a:pos x="connsiteX51591" y="connsiteY51591"/>
              </a:cxn>
              <a:cxn ang="0">
                <a:pos x="connsiteX51592" y="connsiteY51592"/>
              </a:cxn>
              <a:cxn ang="0">
                <a:pos x="connsiteX51593" y="connsiteY51593"/>
              </a:cxn>
              <a:cxn ang="0">
                <a:pos x="connsiteX51594" y="connsiteY51594"/>
              </a:cxn>
              <a:cxn ang="0">
                <a:pos x="connsiteX51595" y="connsiteY51595"/>
              </a:cxn>
              <a:cxn ang="0">
                <a:pos x="connsiteX51596" y="connsiteY51596"/>
              </a:cxn>
              <a:cxn ang="0">
                <a:pos x="connsiteX51597" y="connsiteY51597"/>
              </a:cxn>
              <a:cxn ang="0">
                <a:pos x="connsiteX51598" y="connsiteY51598"/>
              </a:cxn>
              <a:cxn ang="0">
                <a:pos x="connsiteX51599" y="connsiteY51599"/>
              </a:cxn>
              <a:cxn ang="0">
                <a:pos x="connsiteX51600" y="connsiteY51600"/>
              </a:cxn>
              <a:cxn ang="0">
                <a:pos x="connsiteX51601" y="connsiteY51601"/>
              </a:cxn>
              <a:cxn ang="0">
                <a:pos x="connsiteX51602" y="connsiteY51602"/>
              </a:cxn>
              <a:cxn ang="0">
                <a:pos x="connsiteX51603" y="connsiteY51603"/>
              </a:cxn>
              <a:cxn ang="0">
                <a:pos x="connsiteX51604" y="connsiteY51604"/>
              </a:cxn>
              <a:cxn ang="0">
                <a:pos x="connsiteX51605" y="connsiteY51605"/>
              </a:cxn>
              <a:cxn ang="0">
                <a:pos x="connsiteX51606" y="connsiteY51606"/>
              </a:cxn>
              <a:cxn ang="0">
                <a:pos x="connsiteX51607" y="connsiteY51607"/>
              </a:cxn>
              <a:cxn ang="0">
                <a:pos x="connsiteX51608" y="connsiteY51608"/>
              </a:cxn>
              <a:cxn ang="0">
                <a:pos x="connsiteX51609" y="connsiteY51609"/>
              </a:cxn>
              <a:cxn ang="0">
                <a:pos x="connsiteX51610" y="connsiteY51610"/>
              </a:cxn>
              <a:cxn ang="0">
                <a:pos x="connsiteX51611" y="connsiteY51611"/>
              </a:cxn>
              <a:cxn ang="0">
                <a:pos x="connsiteX51612" y="connsiteY51612"/>
              </a:cxn>
              <a:cxn ang="0">
                <a:pos x="connsiteX51613" y="connsiteY51613"/>
              </a:cxn>
              <a:cxn ang="0">
                <a:pos x="connsiteX51614" y="connsiteY51614"/>
              </a:cxn>
              <a:cxn ang="0">
                <a:pos x="connsiteX51615" y="connsiteY51615"/>
              </a:cxn>
              <a:cxn ang="0">
                <a:pos x="connsiteX51616" y="connsiteY51616"/>
              </a:cxn>
              <a:cxn ang="0">
                <a:pos x="connsiteX51617" y="connsiteY51617"/>
              </a:cxn>
              <a:cxn ang="0">
                <a:pos x="connsiteX51618" y="connsiteY51618"/>
              </a:cxn>
              <a:cxn ang="0">
                <a:pos x="connsiteX51619" y="connsiteY51619"/>
              </a:cxn>
              <a:cxn ang="0">
                <a:pos x="connsiteX51620" y="connsiteY51620"/>
              </a:cxn>
              <a:cxn ang="0">
                <a:pos x="connsiteX51621" y="connsiteY51621"/>
              </a:cxn>
              <a:cxn ang="0">
                <a:pos x="connsiteX51622" y="connsiteY51622"/>
              </a:cxn>
              <a:cxn ang="0">
                <a:pos x="connsiteX51623" y="connsiteY51623"/>
              </a:cxn>
              <a:cxn ang="0">
                <a:pos x="connsiteX51624" y="connsiteY51624"/>
              </a:cxn>
              <a:cxn ang="0">
                <a:pos x="connsiteX51625" y="connsiteY51625"/>
              </a:cxn>
              <a:cxn ang="0">
                <a:pos x="connsiteX51626" y="connsiteY51626"/>
              </a:cxn>
              <a:cxn ang="0">
                <a:pos x="connsiteX51627" y="connsiteY51627"/>
              </a:cxn>
              <a:cxn ang="0">
                <a:pos x="connsiteX51628" y="connsiteY51628"/>
              </a:cxn>
              <a:cxn ang="0">
                <a:pos x="connsiteX51629" y="connsiteY51629"/>
              </a:cxn>
              <a:cxn ang="0">
                <a:pos x="connsiteX51630" y="connsiteY51630"/>
              </a:cxn>
              <a:cxn ang="0">
                <a:pos x="connsiteX51631" y="connsiteY51631"/>
              </a:cxn>
              <a:cxn ang="0">
                <a:pos x="connsiteX51632" y="connsiteY51632"/>
              </a:cxn>
              <a:cxn ang="0">
                <a:pos x="connsiteX51633" y="connsiteY51633"/>
              </a:cxn>
              <a:cxn ang="0">
                <a:pos x="connsiteX51634" y="connsiteY51634"/>
              </a:cxn>
              <a:cxn ang="0">
                <a:pos x="connsiteX51635" y="connsiteY51635"/>
              </a:cxn>
              <a:cxn ang="0">
                <a:pos x="connsiteX51636" y="connsiteY51636"/>
              </a:cxn>
              <a:cxn ang="0">
                <a:pos x="connsiteX51637" y="connsiteY51637"/>
              </a:cxn>
              <a:cxn ang="0">
                <a:pos x="connsiteX51638" y="connsiteY51638"/>
              </a:cxn>
              <a:cxn ang="0">
                <a:pos x="connsiteX51639" y="connsiteY51639"/>
              </a:cxn>
              <a:cxn ang="0">
                <a:pos x="connsiteX51640" y="connsiteY51640"/>
              </a:cxn>
              <a:cxn ang="0">
                <a:pos x="connsiteX51641" y="connsiteY51641"/>
              </a:cxn>
              <a:cxn ang="0">
                <a:pos x="connsiteX51642" y="connsiteY51642"/>
              </a:cxn>
              <a:cxn ang="0">
                <a:pos x="connsiteX51643" y="connsiteY51643"/>
              </a:cxn>
              <a:cxn ang="0">
                <a:pos x="connsiteX51644" y="connsiteY51644"/>
              </a:cxn>
              <a:cxn ang="0">
                <a:pos x="connsiteX51645" y="connsiteY51645"/>
              </a:cxn>
              <a:cxn ang="0">
                <a:pos x="connsiteX51646" y="connsiteY51646"/>
              </a:cxn>
              <a:cxn ang="0">
                <a:pos x="connsiteX51647" y="connsiteY51647"/>
              </a:cxn>
              <a:cxn ang="0">
                <a:pos x="connsiteX51648" y="connsiteY51648"/>
              </a:cxn>
              <a:cxn ang="0">
                <a:pos x="connsiteX51649" y="connsiteY51649"/>
              </a:cxn>
              <a:cxn ang="0">
                <a:pos x="connsiteX51650" y="connsiteY51650"/>
              </a:cxn>
              <a:cxn ang="0">
                <a:pos x="connsiteX51651" y="connsiteY51651"/>
              </a:cxn>
              <a:cxn ang="0">
                <a:pos x="connsiteX51652" y="connsiteY51652"/>
              </a:cxn>
              <a:cxn ang="0">
                <a:pos x="connsiteX51653" y="connsiteY51653"/>
              </a:cxn>
              <a:cxn ang="0">
                <a:pos x="connsiteX51654" y="connsiteY51654"/>
              </a:cxn>
              <a:cxn ang="0">
                <a:pos x="connsiteX51655" y="connsiteY51655"/>
              </a:cxn>
              <a:cxn ang="0">
                <a:pos x="connsiteX51656" y="connsiteY51656"/>
              </a:cxn>
              <a:cxn ang="0">
                <a:pos x="connsiteX51657" y="connsiteY51657"/>
              </a:cxn>
              <a:cxn ang="0">
                <a:pos x="connsiteX51658" y="connsiteY51658"/>
              </a:cxn>
              <a:cxn ang="0">
                <a:pos x="connsiteX51659" y="connsiteY51659"/>
              </a:cxn>
              <a:cxn ang="0">
                <a:pos x="connsiteX51660" y="connsiteY51660"/>
              </a:cxn>
              <a:cxn ang="0">
                <a:pos x="connsiteX51661" y="connsiteY51661"/>
              </a:cxn>
              <a:cxn ang="0">
                <a:pos x="connsiteX51662" y="connsiteY51662"/>
              </a:cxn>
              <a:cxn ang="0">
                <a:pos x="connsiteX51663" y="connsiteY51663"/>
              </a:cxn>
              <a:cxn ang="0">
                <a:pos x="connsiteX51664" y="connsiteY51664"/>
              </a:cxn>
              <a:cxn ang="0">
                <a:pos x="connsiteX51665" y="connsiteY51665"/>
              </a:cxn>
              <a:cxn ang="0">
                <a:pos x="connsiteX51666" y="connsiteY51666"/>
              </a:cxn>
              <a:cxn ang="0">
                <a:pos x="connsiteX51667" y="connsiteY51667"/>
              </a:cxn>
              <a:cxn ang="0">
                <a:pos x="connsiteX51668" y="connsiteY51668"/>
              </a:cxn>
              <a:cxn ang="0">
                <a:pos x="connsiteX51669" y="connsiteY51669"/>
              </a:cxn>
              <a:cxn ang="0">
                <a:pos x="connsiteX51670" y="connsiteY51670"/>
              </a:cxn>
              <a:cxn ang="0">
                <a:pos x="connsiteX51671" y="connsiteY51671"/>
              </a:cxn>
              <a:cxn ang="0">
                <a:pos x="connsiteX51672" y="connsiteY51672"/>
              </a:cxn>
              <a:cxn ang="0">
                <a:pos x="connsiteX51673" y="connsiteY51673"/>
              </a:cxn>
              <a:cxn ang="0">
                <a:pos x="connsiteX51674" y="connsiteY51674"/>
              </a:cxn>
              <a:cxn ang="0">
                <a:pos x="connsiteX51675" y="connsiteY51675"/>
              </a:cxn>
              <a:cxn ang="0">
                <a:pos x="connsiteX51676" y="connsiteY51676"/>
              </a:cxn>
              <a:cxn ang="0">
                <a:pos x="connsiteX51677" y="connsiteY51677"/>
              </a:cxn>
              <a:cxn ang="0">
                <a:pos x="connsiteX51678" y="connsiteY51678"/>
              </a:cxn>
              <a:cxn ang="0">
                <a:pos x="connsiteX51679" y="connsiteY51679"/>
              </a:cxn>
              <a:cxn ang="0">
                <a:pos x="connsiteX51680" y="connsiteY51680"/>
              </a:cxn>
              <a:cxn ang="0">
                <a:pos x="connsiteX51681" y="connsiteY51681"/>
              </a:cxn>
              <a:cxn ang="0">
                <a:pos x="connsiteX51682" y="connsiteY51682"/>
              </a:cxn>
              <a:cxn ang="0">
                <a:pos x="connsiteX51683" y="connsiteY51683"/>
              </a:cxn>
              <a:cxn ang="0">
                <a:pos x="connsiteX51684" y="connsiteY51684"/>
              </a:cxn>
              <a:cxn ang="0">
                <a:pos x="connsiteX51685" y="connsiteY51685"/>
              </a:cxn>
              <a:cxn ang="0">
                <a:pos x="connsiteX51686" y="connsiteY51686"/>
              </a:cxn>
              <a:cxn ang="0">
                <a:pos x="connsiteX51687" y="connsiteY51687"/>
              </a:cxn>
              <a:cxn ang="0">
                <a:pos x="connsiteX51688" y="connsiteY51688"/>
              </a:cxn>
              <a:cxn ang="0">
                <a:pos x="connsiteX51689" y="connsiteY51689"/>
              </a:cxn>
              <a:cxn ang="0">
                <a:pos x="connsiteX51690" y="connsiteY51690"/>
              </a:cxn>
              <a:cxn ang="0">
                <a:pos x="connsiteX51691" y="connsiteY51691"/>
              </a:cxn>
              <a:cxn ang="0">
                <a:pos x="connsiteX51692" y="connsiteY51692"/>
              </a:cxn>
              <a:cxn ang="0">
                <a:pos x="connsiteX51693" y="connsiteY51693"/>
              </a:cxn>
              <a:cxn ang="0">
                <a:pos x="connsiteX51694" y="connsiteY51694"/>
              </a:cxn>
              <a:cxn ang="0">
                <a:pos x="connsiteX51695" y="connsiteY51695"/>
              </a:cxn>
              <a:cxn ang="0">
                <a:pos x="connsiteX51696" y="connsiteY51696"/>
              </a:cxn>
              <a:cxn ang="0">
                <a:pos x="connsiteX51697" y="connsiteY51697"/>
              </a:cxn>
              <a:cxn ang="0">
                <a:pos x="connsiteX51698" y="connsiteY51698"/>
              </a:cxn>
              <a:cxn ang="0">
                <a:pos x="connsiteX51699" y="connsiteY51699"/>
              </a:cxn>
              <a:cxn ang="0">
                <a:pos x="connsiteX51700" y="connsiteY51700"/>
              </a:cxn>
              <a:cxn ang="0">
                <a:pos x="connsiteX51701" y="connsiteY51701"/>
              </a:cxn>
              <a:cxn ang="0">
                <a:pos x="connsiteX51702" y="connsiteY51702"/>
              </a:cxn>
              <a:cxn ang="0">
                <a:pos x="connsiteX51703" y="connsiteY51703"/>
              </a:cxn>
              <a:cxn ang="0">
                <a:pos x="connsiteX51704" y="connsiteY51704"/>
              </a:cxn>
              <a:cxn ang="0">
                <a:pos x="connsiteX51705" y="connsiteY51705"/>
              </a:cxn>
              <a:cxn ang="0">
                <a:pos x="connsiteX51706" y="connsiteY51706"/>
              </a:cxn>
              <a:cxn ang="0">
                <a:pos x="connsiteX51707" y="connsiteY51707"/>
              </a:cxn>
              <a:cxn ang="0">
                <a:pos x="connsiteX51708" y="connsiteY51708"/>
              </a:cxn>
              <a:cxn ang="0">
                <a:pos x="connsiteX51709" y="connsiteY51709"/>
              </a:cxn>
              <a:cxn ang="0">
                <a:pos x="connsiteX51710" y="connsiteY51710"/>
              </a:cxn>
              <a:cxn ang="0">
                <a:pos x="connsiteX51711" y="connsiteY51711"/>
              </a:cxn>
              <a:cxn ang="0">
                <a:pos x="connsiteX51712" y="connsiteY51712"/>
              </a:cxn>
              <a:cxn ang="0">
                <a:pos x="connsiteX51713" y="connsiteY51713"/>
              </a:cxn>
              <a:cxn ang="0">
                <a:pos x="connsiteX51714" y="connsiteY51714"/>
              </a:cxn>
              <a:cxn ang="0">
                <a:pos x="connsiteX51715" y="connsiteY51715"/>
              </a:cxn>
              <a:cxn ang="0">
                <a:pos x="connsiteX51716" y="connsiteY51716"/>
              </a:cxn>
              <a:cxn ang="0">
                <a:pos x="connsiteX51717" y="connsiteY51717"/>
              </a:cxn>
              <a:cxn ang="0">
                <a:pos x="connsiteX51718" y="connsiteY51718"/>
              </a:cxn>
              <a:cxn ang="0">
                <a:pos x="connsiteX51719" y="connsiteY51719"/>
              </a:cxn>
              <a:cxn ang="0">
                <a:pos x="connsiteX51720" y="connsiteY51720"/>
              </a:cxn>
              <a:cxn ang="0">
                <a:pos x="connsiteX51721" y="connsiteY51721"/>
              </a:cxn>
              <a:cxn ang="0">
                <a:pos x="connsiteX51722" y="connsiteY51722"/>
              </a:cxn>
              <a:cxn ang="0">
                <a:pos x="connsiteX51723" y="connsiteY51723"/>
              </a:cxn>
              <a:cxn ang="0">
                <a:pos x="connsiteX51724" y="connsiteY51724"/>
              </a:cxn>
              <a:cxn ang="0">
                <a:pos x="connsiteX51725" y="connsiteY51725"/>
              </a:cxn>
              <a:cxn ang="0">
                <a:pos x="connsiteX51726" y="connsiteY51726"/>
              </a:cxn>
              <a:cxn ang="0">
                <a:pos x="connsiteX51727" y="connsiteY51727"/>
              </a:cxn>
              <a:cxn ang="0">
                <a:pos x="connsiteX51728" y="connsiteY51728"/>
              </a:cxn>
              <a:cxn ang="0">
                <a:pos x="connsiteX51729" y="connsiteY51729"/>
              </a:cxn>
              <a:cxn ang="0">
                <a:pos x="connsiteX51730" y="connsiteY51730"/>
              </a:cxn>
              <a:cxn ang="0">
                <a:pos x="connsiteX51731" y="connsiteY51731"/>
              </a:cxn>
              <a:cxn ang="0">
                <a:pos x="connsiteX51732" y="connsiteY51732"/>
              </a:cxn>
              <a:cxn ang="0">
                <a:pos x="connsiteX51733" y="connsiteY51733"/>
              </a:cxn>
              <a:cxn ang="0">
                <a:pos x="connsiteX51734" y="connsiteY51734"/>
              </a:cxn>
              <a:cxn ang="0">
                <a:pos x="connsiteX51735" y="connsiteY51735"/>
              </a:cxn>
              <a:cxn ang="0">
                <a:pos x="connsiteX51736" y="connsiteY51736"/>
              </a:cxn>
              <a:cxn ang="0">
                <a:pos x="connsiteX51737" y="connsiteY51737"/>
              </a:cxn>
              <a:cxn ang="0">
                <a:pos x="connsiteX51738" y="connsiteY51738"/>
              </a:cxn>
              <a:cxn ang="0">
                <a:pos x="connsiteX51739" y="connsiteY51739"/>
              </a:cxn>
              <a:cxn ang="0">
                <a:pos x="connsiteX51740" y="connsiteY51740"/>
              </a:cxn>
              <a:cxn ang="0">
                <a:pos x="connsiteX51741" y="connsiteY51741"/>
              </a:cxn>
              <a:cxn ang="0">
                <a:pos x="connsiteX51742" y="connsiteY51742"/>
              </a:cxn>
              <a:cxn ang="0">
                <a:pos x="connsiteX51743" y="connsiteY51743"/>
              </a:cxn>
              <a:cxn ang="0">
                <a:pos x="connsiteX51744" y="connsiteY51744"/>
              </a:cxn>
              <a:cxn ang="0">
                <a:pos x="connsiteX51745" y="connsiteY51745"/>
              </a:cxn>
              <a:cxn ang="0">
                <a:pos x="connsiteX51746" y="connsiteY51746"/>
              </a:cxn>
              <a:cxn ang="0">
                <a:pos x="connsiteX51747" y="connsiteY51747"/>
              </a:cxn>
              <a:cxn ang="0">
                <a:pos x="connsiteX51748" y="connsiteY51748"/>
              </a:cxn>
              <a:cxn ang="0">
                <a:pos x="connsiteX51749" y="connsiteY51749"/>
              </a:cxn>
              <a:cxn ang="0">
                <a:pos x="connsiteX51750" y="connsiteY51750"/>
              </a:cxn>
              <a:cxn ang="0">
                <a:pos x="connsiteX51751" y="connsiteY51751"/>
              </a:cxn>
              <a:cxn ang="0">
                <a:pos x="connsiteX51752" y="connsiteY51752"/>
              </a:cxn>
              <a:cxn ang="0">
                <a:pos x="connsiteX51753" y="connsiteY51753"/>
              </a:cxn>
              <a:cxn ang="0">
                <a:pos x="connsiteX51754" y="connsiteY51754"/>
              </a:cxn>
              <a:cxn ang="0">
                <a:pos x="connsiteX51755" y="connsiteY51755"/>
              </a:cxn>
              <a:cxn ang="0">
                <a:pos x="connsiteX51756" y="connsiteY51756"/>
              </a:cxn>
              <a:cxn ang="0">
                <a:pos x="connsiteX51757" y="connsiteY51757"/>
              </a:cxn>
              <a:cxn ang="0">
                <a:pos x="connsiteX51758" y="connsiteY51758"/>
              </a:cxn>
              <a:cxn ang="0">
                <a:pos x="connsiteX51759" y="connsiteY51759"/>
              </a:cxn>
              <a:cxn ang="0">
                <a:pos x="connsiteX51760" y="connsiteY51760"/>
              </a:cxn>
              <a:cxn ang="0">
                <a:pos x="connsiteX51761" y="connsiteY51761"/>
              </a:cxn>
              <a:cxn ang="0">
                <a:pos x="connsiteX51762" y="connsiteY51762"/>
              </a:cxn>
              <a:cxn ang="0">
                <a:pos x="connsiteX51763" y="connsiteY51763"/>
              </a:cxn>
              <a:cxn ang="0">
                <a:pos x="connsiteX51764" y="connsiteY51764"/>
              </a:cxn>
              <a:cxn ang="0">
                <a:pos x="connsiteX51765" y="connsiteY51765"/>
              </a:cxn>
              <a:cxn ang="0">
                <a:pos x="connsiteX51766" y="connsiteY51766"/>
              </a:cxn>
              <a:cxn ang="0">
                <a:pos x="connsiteX51767" y="connsiteY51767"/>
              </a:cxn>
              <a:cxn ang="0">
                <a:pos x="connsiteX51768" y="connsiteY51768"/>
              </a:cxn>
              <a:cxn ang="0">
                <a:pos x="connsiteX51769" y="connsiteY51769"/>
              </a:cxn>
              <a:cxn ang="0">
                <a:pos x="connsiteX51770" y="connsiteY51770"/>
              </a:cxn>
              <a:cxn ang="0">
                <a:pos x="connsiteX51771" y="connsiteY51771"/>
              </a:cxn>
              <a:cxn ang="0">
                <a:pos x="connsiteX51772" y="connsiteY51772"/>
              </a:cxn>
              <a:cxn ang="0">
                <a:pos x="connsiteX51773" y="connsiteY51773"/>
              </a:cxn>
              <a:cxn ang="0">
                <a:pos x="connsiteX51774" y="connsiteY51774"/>
              </a:cxn>
              <a:cxn ang="0">
                <a:pos x="connsiteX51775" y="connsiteY51775"/>
              </a:cxn>
              <a:cxn ang="0">
                <a:pos x="connsiteX51776" y="connsiteY51776"/>
              </a:cxn>
              <a:cxn ang="0">
                <a:pos x="connsiteX51777" y="connsiteY51777"/>
              </a:cxn>
              <a:cxn ang="0">
                <a:pos x="connsiteX51778" y="connsiteY51778"/>
              </a:cxn>
              <a:cxn ang="0">
                <a:pos x="connsiteX51779" y="connsiteY51779"/>
              </a:cxn>
              <a:cxn ang="0">
                <a:pos x="connsiteX51780" y="connsiteY51780"/>
              </a:cxn>
              <a:cxn ang="0">
                <a:pos x="connsiteX51781" y="connsiteY51781"/>
              </a:cxn>
              <a:cxn ang="0">
                <a:pos x="connsiteX51782" y="connsiteY51782"/>
              </a:cxn>
              <a:cxn ang="0">
                <a:pos x="connsiteX51783" y="connsiteY51783"/>
              </a:cxn>
              <a:cxn ang="0">
                <a:pos x="connsiteX51784" y="connsiteY51784"/>
              </a:cxn>
              <a:cxn ang="0">
                <a:pos x="connsiteX51785" y="connsiteY51785"/>
              </a:cxn>
              <a:cxn ang="0">
                <a:pos x="connsiteX51786" y="connsiteY51786"/>
              </a:cxn>
              <a:cxn ang="0">
                <a:pos x="connsiteX51787" y="connsiteY51787"/>
              </a:cxn>
              <a:cxn ang="0">
                <a:pos x="connsiteX51788" y="connsiteY51788"/>
              </a:cxn>
              <a:cxn ang="0">
                <a:pos x="connsiteX51789" y="connsiteY51789"/>
              </a:cxn>
              <a:cxn ang="0">
                <a:pos x="connsiteX51790" y="connsiteY51790"/>
              </a:cxn>
              <a:cxn ang="0">
                <a:pos x="connsiteX51791" y="connsiteY51791"/>
              </a:cxn>
              <a:cxn ang="0">
                <a:pos x="connsiteX51792" y="connsiteY51792"/>
              </a:cxn>
              <a:cxn ang="0">
                <a:pos x="connsiteX51793" y="connsiteY51793"/>
              </a:cxn>
              <a:cxn ang="0">
                <a:pos x="connsiteX51794" y="connsiteY51794"/>
              </a:cxn>
              <a:cxn ang="0">
                <a:pos x="connsiteX51795" y="connsiteY51795"/>
              </a:cxn>
              <a:cxn ang="0">
                <a:pos x="connsiteX51796" y="connsiteY51796"/>
              </a:cxn>
              <a:cxn ang="0">
                <a:pos x="connsiteX51797" y="connsiteY51797"/>
              </a:cxn>
              <a:cxn ang="0">
                <a:pos x="connsiteX51798" y="connsiteY51798"/>
              </a:cxn>
              <a:cxn ang="0">
                <a:pos x="connsiteX51799" y="connsiteY51799"/>
              </a:cxn>
              <a:cxn ang="0">
                <a:pos x="connsiteX51800" y="connsiteY51800"/>
              </a:cxn>
              <a:cxn ang="0">
                <a:pos x="connsiteX51801" y="connsiteY51801"/>
              </a:cxn>
              <a:cxn ang="0">
                <a:pos x="connsiteX51802" y="connsiteY51802"/>
              </a:cxn>
              <a:cxn ang="0">
                <a:pos x="connsiteX51803" y="connsiteY51803"/>
              </a:cxn>
              <a:cxn ang="0">
                <a:pos x="connsiteX51804" y="connsiteY51804"/>
              </a:cxn>
              <a:cxn ang="0">
                <a:pos x="connsiteX51805" y="connsiteY51805"/>
              </a:cxn>
              <a:cxn ang="0">
                <a:pos x="connsiteX51806" y="connsiteY51806"/>
              </a:cxn>
              <a:cxn ang="0">
                <a:pos x="connsiteX51807" y="connsiteY51807"/>
              </a:cxn>
              <a:cxn ang="0">
                <a:pos x="connsiteX51808" y="connsiteY51808"/>
              </a:cxn>
              <a:cxn ang="0">
                <a:pos x="connsiteX51809" y="connsiteY51809"/>
              </a:cxn>
              <a:cxn ang="0">
                <a:pos x="connsiteX51810" y="connsiteY51810"/>
              </a:cxn>
              <a:cxn ang="0">
                <a:pos x="connsiteX51811" y="connsiteY51811"/>
              </a:cxn>
              <a:cxn ang="0">
                <a:pos x="connsiteX51812" y="connsiteY51812"/>
              </a:cxn>
              <a:cxn ang="0">
                <a:pos x="connsiteX51813" y="connsiteY51813"/>
              </a:cxn>
              <a:cxn ang="0">
                <a:pos x="connsiteX51814" y="connsiteY51814"/>
              </a:cxn>
              <a:cxn ang="0">
                <a:pos x="connsiteX51815" y="connsiteY51815"/>
              </a:cxn>
              <a:cxn ang="0">
                <a:pos x="connsiteX51816" y="connsiteY51816"/>
              </a:cxn>
              <a:cxn ang="0">
                <a:pos x="connsiteX51817" y="connsiteY51817"/>
              </a:cxn>
              <a:cxn ang="0">
                <a:pos x="connsiteX51818" y="connsiteY51818"/>
              </a:cxn>
              <a:cxn ang="0">
                <a:pos x="connsiteX51819" y="connsiteY51819"/>
              </a:cxn>
              <a:cxn ang="0">
                <a:pos x="connsiteX51820" y="connsiteY51820"/>
              </a:cxn>
              <a:cxn ang="0">
                <a:pos x="connsiteX51821" y="connsiteY51821"/>
              </a:cxn>
              <a:cxn ang="0">
                <a:pos x="connsiteX51822" y="connsiteY51822"/>
              </a:cxn>
              <a:cxn ang="0">
                <a:pos x="connsiteX51823" y="connsiteY51823"/>
              </a:cxn>
              <a:cxn ang="0">
                <a:pos x="connsiteX51824" y="connsiteY51824"/>
              </a:cxn>
              <a:cxn ang="0">
                <a:pos x="connsiteX51825" y="connsiteY51825"/>
              </a:cxn>
              <a:cxn ang="0">
                <a:pos x="connsiteX51826" y="connsiteY51826"/>
              </a:cxn>
              <a:cxn ang="0">
                <a:pos x="connsiteX51827" y="connsiteY51827"/>
              </a:cxn>
              <a:cxn ang="0">
                <a:pos x="connsiteX51828" y="connsiteY51828"/>
              </a:cxn>
              <a:cxn ang="0">
                <a:pos x="connsiteX51829" y="connsiteY51829"/>
              </a:cxn>
              <a:cxn ang="0">
                <a:pos x="connsiteX51830" y="connsiteY51830"/>
              </a:cxn>
              <a:cxn ang="0">
                <a:pos x="connsiteX51831" y="connsiteY51831"/>
              </a:cxn>
              <a:cxn ang="0">
                <a:pos x="connsiteX51832" y="connsiteY51832"/>
              </a:cxn>
              <a:cxn ang="0">
                <a:pos x="connsiteX51833" y="connsiteY51833"/>
              </a:cxn>
              <a:cxn ang="0">
                <a:pos x="connsiteX51834" y="connsiteY51834"/>
              </a:cxn>
              <a:cxn ang="0">
                <a:pos x="connsiteX51835" y="connsiteY51835"/>
              </a:cxn>
              <a:cxn ang="0">
                <a:pos x="connsiteX51836" y="connsiteY51836"/>
              </a:cxn>
              <a:cxn ang="0">
                <a:pos x="connsiteX51837" y="connsiteY51837"/>
              </a:cxn>
              <a:cxn ang="0">
                <a:pos x="connsiteX51838" y="connsiteY51838"/>
              </a:cxn>
              <a:cxn ang="0">
                <a:pos x="connsiteX51839" y="connsiteY51839"/>
              </a:cxn>
              <a:cxn ang="0">
                <a:pos x="connsiteX51840" y="connsiteY51840"/>
              </a:cxn>
              <a:cxn ang="0">
                <a:pos x="connsiteX51841" y="connsiteY51841"/>
              </a:cxn>
              <a:cxn ang="0">
                <a:pos x="connsiteX51842" y="connsiteY51842"/>
              </a:cxn>
              <a:cxn ang="0">
                <a:pos x="connsiteX51843" y="connsiteY51843"/>
              </a:cxn>
              <a:cxn ang="0">
                <a:pos x="connsiteX51844" y="connsiteY51844"/>
              </a:cxn>
              <a:cxn ang="0">
                <a:pos x="connsiteX51845" y="connsiteY51845"/>
              </a:cxn>
              <a:cxn ang="0">
                <a:pos x="connsiteX51846" y="connsiteY51846"/>
              </a:cxn>
              <a:cxn ang="0">
                <a:pos x="connsiteX51847" y="connsiteY51847"/>
              </a:cxn>
              <a:cxn ang="0">
                <a:pos x="connsiteX51848" y="connsiteY51848"/>
              </a:cxn>
              <a:cxn ang="0">
                <a:pos x="connsiteX51849" y="connsiteY51849"/>
              </a:cxn>
              <a:cxn ang="0">
                <a:pos x="connsiteX51850" y="connsiteY51850"/>
              </a:cxn>
              <a:cxn ang="0">
                <a:pos x="connsiteX51851" y="connsiteY51851"/>
              </a:cxn>
              <a:cxn ang="0">
                <a:pos x="connsiteX51852" y="connsiteY51852"/>
              </a:cxn>
              <a:cxn ang="0">
                <a:pos x="connsiteX51853" y="connsiteY51853"/>
              </a:cxn>
              <a:cxn ang="0">
                <a:pos x="connsiteX51854" y="connsiteY51854"/>
              </a:cxn>
              <a:cxn ang="0">
                <a:pos x="connsiteX51855" y="connsiteY51855"/>
              </a:cxn>
              <a:cxn ang="0">
                <a:pos x="connsiteX51856" y="connsiteY51856"/>
              </a:cxn>
              <a:cxn ang="0">
                <a:pos x="connsiteX51857" y="connsiteY51857"/>
              </a:cxn>
              <a:cxn ang="0">
                <a:pos x="connsiteX51858" y="connsiteY51858"/>
              </a:cxn>
              <a:cxn ang="0">
                <a:pos x="connsiteX51859" y="connsiteY51859"/>
              </a:cxn>
              <a:cxn ang="0">
                <a:pos x="connsiteX51860" y="connsiteY51860"/>
              </a:cxn>
              <a:cxn ang="0">
                <a:pos x="connsiteX51861" y="connsiteY51861"/>
              </a:cxn>
              <a:cxn ang="0">
                <a:pos x="connsiteX51862" y="connsiteY51862"/>
              </a:cxn>
              <a:cxn ang="0">
                <a:pos x="connsiteX51863" y="connsiteY51863"/>
              </a:cxn>
              <a:cxn ang="0">
                <a:pos x="connsiteX51864" y="connsiteY51864"/>
              </a:cxn>
              <a:cxn ang="0">
                <a:pos x="connsiteX51865" y="connsiteY51865"/>
              </a:cxn>
              <a:cxn ang="0">
                <a:pos x="connsiteX51866" y="connsiteY51866"/>
              </a:cxn>
              <a:cxn ang="0">
                <a:pos x="connsiteX51867" y="connsiteY51867"/>
              </a:cxn>
              <a:cxn ang="0">
                <a:pos x="connsiteX51868" y="connsiteY51868"/>
              </a:cxn>
              <a:cxn ang="0">
                <a:pos x="connsiteX51869" y="connsiteY51869"/>
              </a:cxn>
              <a:cxn ang="0">
                <a:pos x="connsiteX51870" y="connsiteY51870"/>
              </a:cxn>
              <a:cxn ang="0">
                <a:pos x="connsiteX51871" y="connsiteY51871"/>
              </a:cxn>
              <a:cxn ang="0">
                <a:pos x="connsiteX51872" y="connsiteY51872"/>
              </a:cxn>
              <a:cxn ang="0">
                <a:pos x="connsiteX51873" y="connsiteY51873"/>
              </a:cxn>
              <a:cxn ang="0">
                <a:pos x="connsiteX51874" y="connsiteY51874"/>
              </a:cxn>
              <a:cxn ang="0">
                <a:pos x="connsiteX51875" y="connsiteY51875"/>
              </a:cxn>
              <a:cxn ang="0">
                <a:pos x="connsiteX51876" y="connsiteY51876"/>
              </a:cxn>
              <a:cxn ang="0">
                <a:pos x="connsiteX51877" y="connsiteY51877"/>
              </a:cxn>
              <a:cxn ang="0">
                <a:pos x="connsiteX51878" y="connsiteY51878"/>
              </a:cxn>
              <a:cxn ang="0">
                <a:pos x="connsiteX51879" y="connsiteY51879"/>
              </a:cxn>
              <a:cxn ang="0">
                <a:pos x="connsiteX51880" y="connsiteY51880"/>
              </a:cxn>
              <a:cxn ang="0">
                <a:pos x="connsiteX51881" y="connsiteY51881"/>
              </a:cxn>
              <a:cxn ang="0">
                <a:pos x="connsiteX51882" y="connsiteY51882"/>
              </a:cxn>
              <a:cxn ang="0">
                <a:pos x="connsiteX51883" y="connsiteY51883"/>
              </a:cxn>
              <a:cxn ang="0">
                <a:pos x="connsiteX51884" y="connsiteY51884"/>
              </a:cxn>
              <a:cxn ang="0">
                <a:pos x="connsiteX51885" y="connsiteY51885"/>
              </a:cxn>
              <a:cxn ang="0">
                <a:pos x="connsiteX51886" y="connsiteY51886"/>
              </a:cxn>
              <a:cxn ang="0">
                <a:pos x="connsiteX51887" y="connsiteY51887"/>
              </a:cxn>
              <a:cxn ang="0">
                <a:pos x="connsiteX51888" y="connsiteY51888"/>
              </a:cxn>
              <a:cxn ang="0">
                <a:pos x="connsiteX51889" y="connsiteY51889"/>
              </a:cxn>
              <a:cxn ang="0">
                <a:pos x="connsiteX51890" y="connsiteY51890"/>
              </a:cxn>
              <a:cxn ang="0">
                <a:pos x="connsiteX51891" y="connsiteY51891"/>
              </a:cxn>
              <a:cxn ang="0">
                <a:pos x="connsiteX51892" y="connsiteY51892"/>
              </a:cxn>
              <a:cxn ang="0">
                <a:pos x="connsiteX51893" y="connsiteY51893"/>
              </a:cxn>
              <a:cxn ang="0">
                <a:pos x="connsiteX51894" y="connsiteY51894"/>
              </a:cxn>
              <a:cxn ang="0">
                <a:pos x="connsiteX51895" y="connsiteY51895"/>
              </a:cxn>
              <a:cxn ang="0">
                <a:pos x="connsiteX51896" y="connsiteY51896"/>
              </a:cxn>
              <a:cxn ang="0">
                <a:pos x="connsiteX51897" y="connsiteY51897"/>
              </a:cxn>
              <a:cxn ang="0">
                <a:pos x="connsiteX51898" y="connsiteY51898"/>
              </a:cxn>
              <a:cxn ang="0">
                <a:pos x="connsiteX51899" y="connsiteY51899"/>
              </a:cxn>
              <a:cxn ang="0">
                <a:pos x="connsiteX51900" y="connsiteY51900"/>
              </a:cxn>
              <a:cxn ang="0">
                <a:pos x="connsiteX51901" y="connsiteY51901"/>
              </a:cxn>
              <a:cxn ang="0">
                <a:pos x="connsiteX51902" y="connsiteY51902"/>
              </a:cxn>
              <a:cxn ang="0">
                <a:pos x="connsiteX51903" y="connsiteY51903"/>
              </a:cxn>
              <a:cxn ang="0">
                <a:pos x="connsiteX51904" y="connsiteY51904"/>
              </a:cxn>
              <a:cxn ang="0">
                <a:pos x="connsiteX51905" y="connsiteY51905"/>
              </a:cxn>
              <a:cxn ang="0">
                <a:pos x="connsiteX51906" y="connsiteY51906"/>
              </a:cxn>
              <a:cxn ang="0">
                <a:pos x="connsiteX51907" y="connsiteY51907"/>
              </a:cxn>
              <a:cxn ang="0">
                <a:pos x="connsiteX51908" y="connsiteY51908"/>
              </a:cxn>
              <a:cxn ang="0">
                <a:pos x="connsiteX51909" y="connsiteY51909"/>
              </a:cxn>
              <a:cxn ang="0">
                <a:pos x="connsiteX51910" y="connsiteY51910"/>
              </a:cxn>
              <a:cxn ang="0">
                <a:pos x="connsiteX51911" y="connsiteY51911"/>
              </a:cxn>
              <a:cxn ang="0">
                <a:pos x="connsiteX51912" y="connsiteY51912"/>
              </a:cxn>
              <a:cxn ang="0">
                <a:pos x="connsiteX51913" y="connsiteY51913"/>
              </a:cxn>
              <a:cxn ang="0">
                <a:pos x="connsiteX51914" y="connsiteY51914"/>
              </a:cxn>
              <a:cxn ang="0">
                <a:pos x="connsiteX51915" y="connsiteY51915"/>
              </a:cxn>
              <a:cxn ang="0">
                <a:pos x="connsiteX51916" y="connsiteY51916"/>
              </a:cxn>
              <a:cxn ang="0">
                <a:pos x="connsiteX51917" y="connsiteY51917"/>
              </a:cxn>
              <a:cxn ang="0">
                <a:pos x="connsiteX51918" y="connsiteY51918"/>
              </a:cxn>
              <a:cxn ang="0">
                <a:pos x="connsiteX51919" y="connsiteY51919"/>
              </a:cxn>
              <a:cxn ang="0">
                <a:pos x="connsiteX51920" y="connsiteY51920"/>
              </a:cxn>
              <a:cxn ang="0">
                <a:pos x="connsiteX51921" y="connsiteY51921"/>
              </a:cxn>
              <a:cxn ang="0">
                <a:pos x="connsiteX51922" y="connsiteY51922"/>
              </a:cxn>
              <a:cxn ang="0">
                <a:pos x="connsiteX51923" y="connsiteY51923"/>
              </a:cxn>
              <a:cxn ang="0">
                <a:pos x="connsiteX51924" y="connsiteY51924"/>
              </a:cxn>
              <a:cxn ang="0">
                <a:pos x="connsiteX51925" y="connsiteY51925"/>
              </a:cxn>
              <a:cxn ang="0">
                <a:pos x="connsiteX51926" y="connsiteY51926"/>
              </a:cxn>
              <a:cxn ang="0">
                <a:pos x="connsiteX51927" y="connsiteY51927"/>
              </a:cxn>
              <a:cxn ang="0">
                <a:pos x="connsiteX51928" y="connsiteY51928"/>
              </a:cxn>
              <a:cxn ang="0">
                <a:pos x="connsiteX51929" y="connsiteY51929"/>
              </a:cxn>
              <a:cxn ang="0">
                <a:pos x="connsiteX51930" y="connsiteY51930"/>
              </a:cxn>
              <a:cxn ang="0">
                <a:pos x="connsiteX51931" y="connsiteY51931"/>
              </a:cxn>
              <a:cxn ang="0">
                <a:pos x="connsiteX51932" y="connsiteY51932"/>
              </a:cxn>
              <a:cxn ang="0">
                <a:pos x="connsiteX51933" y="connsiteY51933"/>
              </a:cxn>
              <a:cxn ang="0">
                <a:pos x="connsiteX51934" y="connsiteY51934"/>
              </a:cxn>
              <a:cxn ang="0">
                <a:pos x="connsiteX51935" y="connsiteY51935"/>
              </a:cxn>
              <a:cxn ang="0">
                <a:pos x="connsiteX51936" y="connsiteY51936"/>
              </a:cxn>
              <a:cxn ang="0">
                <a:pos x="connsiteX51937" y="connsiteY51937"/>
              </a:cxn>
              <a:cxn ang="0">
                <a:pos x="connsiteX51938" y="connsiteY51938"/>
              </a:cxn>
              <a:cxn ang="0">
                <a:pos x="connsiteX51939" y="connsiteY51939"/>
              </a:cxn>
              <a:cxn ang="0">
                <a:pos x="connsiteX51940" y="connsiteY51940"/>
              </a:cxn>
              <a:cxn ang="0">
                <a:pos x="connsiteX51941" y="connsiteY51941"/>
              </a:cxn>
              <a:cxn ang="0">
                <a:pos x="connsiteX51942" y="connsiteY51942"/>
              </a:cxn>
              <a:cxn ang="0">
                <a:pos x="connsiteX51943" y="connsiteY51943"/>
              </a:cxn>
              <a:cxn ang="0">
                <a:pos x="connsiteX51944" y="connsiteY51944"/>
              </a:cxn>
              <a:cxn ang="0">
                <a:pos x="connsiteX51945" y="connsiteY51945"/>
              </a:cxn>
              <a:cxn ang="0">
                <a:pos x="connsiteX51946" y="connsiteY51946"/>
              </a:cxn>
              <a:cxn ang="0">
                <a:pos x="connsiteX51947" y="connsiteY51947"/>
              </a:cxn>
              <a:cxn ang="0">
                <a:pos x="connsiteX51948" y="connsiteY51948"/>
              </a:cxn>
              <a:cxn ang="0">
                <a:pos x="connsiteX51949" y="connsiteY51949"/>
              </a:cxn>
              <a:cxn ang="0">
                <a:pos x="connsiteX51950" y="connsiteY51950"/>
              </a:cxn>
              <a:cxn ang="0">
                <a:pos x="connsiteX51951" y="connsiteY51951"/>
              </a:cxn>
              <a:cxn ang="0">
                <a:pos x="connsiteX51952" y="connsiteY51952"/>
              </a:cxn>
              <a:cxn ang="0">
                <a:pos x="connsiteX51953" y="connsiteY51953"/>
              </a:cxn>
              <a:cxn ang="0">
                <a:pos x="connsiteX51954" y="connsiteY51954"/>
              </a:cxn>
              <a:cxn ang="0">
                <a:pos x="connsiteX51955" y="connsiteY51955"/>
              </a:cxn>
              <a:cxn ang="0">
                <a:pos x="connsiteX51956" y="connsiteY51956"/>
              </a:cxn>
              <a:cxn ang="0">
                <a:pos x="connsiteX51957" y="connsiteY51957"/>
              </a:cxn>
              <a:cxn ang="0">
                <a:pos x="connsiteX51958" y="connsiteY51958"/>
              </a:cxn>
              <a:cxn ang="0">
                <a:pos x="connsiteX51959" y="connsiteY51959"/>
              </a:cxn>
              <a:cxn ang="0">
                <a:pos x="connsiteX51960" y="connsiteY51960"/>
              </a:cxn>
              <a:cxn ang="0">
                <a:pos x="connsiteX51961" y="connsiteY51961"/>
              </a:cxn>
              <a:cxn ang="0">
                <a:pos x="connsiteX51962" y="connsiteY51962"/>
              </a:cxn>
              <a:cxn ang="0">
                <a:pos x="connsiteX51963" y="connsiteY51963"/>
              </a:cxn>
              <a:cxn ang="0">
                <a:pos x="connsiteX51964" y="connsiteY51964"/>
              </a:cxn>
              <a:cxn ang="0">
                <a:pos x="connsiteX51965" y="connsiteY51965"/>
              </a:cxn>
              <a:cxn ang="0">
                <a:pos x="connsiteX51966" y="connsiteY51966"/>
              </a:cxn>
              <a:cxn ang="0">
                <a:pos x="connsiteX51967" y="connsiteY51967"/>
              </a:cxn>
              <a:cxn ang="0">
                <a:pos x="connsiteX51968" y="connsiteY51968"/>
              </a:cxn>
              <a:cxn ang="0">
                <a:pos x="connsiteX51969" y="connsiteY51969"/>
              </a:cxn>
              <a:cxn ang="0">
                <a:pos x="connsiteX51970" y="connsiteY51970"/>
              </a:cxn>
              <a:cxn ang="0">
                <a:pos x="connsiteX51971" y="connsiteY51971"/>
              </a:cxn>
              <a:cxn ang="0">
                <a:pos x="connsiteX51972" y="connsiteY51972"/>
              </a:cxn>
              <a:cxn ang="0">
                <a:pos x="connsiteX51973" y="connsiteY51973"/>
              </a:cxn>
              <a:cxn ang="0">
                <a:pos x="connsiteX51974" y="connsiteY51974"/>
              </a:cxn>
              <a:cxn ang="0">
                <a:pos x="connsiteX51975" y="connsiteY51975"/>
              </a:cxn>
              <a:cxn ang="0">
                <a:pos x="connsiteX51976" y="connsiteY51976"/>
              </a:cxn>
              <a:cxn ang="0">
                <a:pos x="connsiteX51977" y="connsiteY51977"/>
              </a:cxn>
              <a:cxn ang="0">
                <a:pos x="connsiteX51978" y="connsiteY51978"/>
              </a:cxn>
              <a:cxn ang="0">
                <a:pos x="connsiteX51979" y="connsiteY51979"/>
              </a:cxn>
              <a:cxn ang="0">
                <a:pos x="connsiteX51980" y="connsiteY51980"/>
              </a:cxn>
              <a:cxn ang="0">
                <a:pos x="connsiteX51981" y="connsiteY51981"/>
              </a:cxn>
              <a:cxn ang="0">
                <a:pos x="connsiteX51982" y="connsiteY51982"/>
              </a:cxn>
              <a:cxn ang="0">
                <a:pos x="connsiteX51983" y="connsiteY51983"/>
              </a:cxn>
              <a:cxn ang="0">
                <a:pos x="connsiteX51984" y="connsiteY51984"/>
              </a:cxn>
              <a:cxn ang="0">
                <a:pos x="connsiteX51985" y="connsiteY51985"/>
              </a:cxn>
              <a:cxn ang="0">
                <a:pos x="connsiteX51986" y="connsiteY51986"/>
              </a:cxn>
              <a:cxn ang="0">
                <a:pos x="connsiteX51987" y="connsiteY51987"/>
              </a:cxn>
              <a:cxn ang="0">
                <a:pos x="connsiteX51988" y="connsiteY51988"/>
              </a:cxn>
              <a:cxn ang="0">
                <a:pos x="connsiteX51989" y="connsiteY51989"/>
              </a:cxn>
              <a:cxn ang="0">
                <a:pos x="connsiteX51990" y="connsiteY51990"/>
              </a:cxn>
              <a:cxn ang="0">
                <a:pos x="connsiteX51991" y="connsiteY51991"/>
              </a:cxn>
              <a:cxn ang="0">
                <a:pos x="connsiteX51992" y="connsiteY51992"/>
              </a:cxn>
              <a:cxn ang="0">
                <a:pos x="connsiteX51993" y="connsiteY51993"/>
              </a:cxn>
              <a:cxn ang="0">
                <a:pos x="connsiteX51994" y="connsiteY51994"/>
              </a:cxn>
              <a:cxn ang="0">
                <a:pos x="connsiteX51995" y="connsiteY51995"/>
              </a:cxn>
              <a:cxn ang="0">
                <a:pos x="connsiteX51996" y="connsiteY51996"/>
              </a:cxn>
              <a:cxn ang="0">
                <a:pos x="connsiteX51997" y="connsiteY51997"/>
              </a:cxn>
              <a:cxn ang="0">
                <a:pos x="connsiteX51998" y="connsiteY51998"/>
              </a:cxn>
              <a:cxn ang="0">
                <a:pos x="connsiteX51999" y="connsiteY51999"/>
              </a:cxn>
              <a:cxn ang="0">
                <a:pos x="connsiteX52000" y="connsiteY52000"/>
              </a:cxn>
              <a:cxn ang="0">
                <a:pos x="connsiteX52001" y="connsiteY52001"/>
              </a:cxn>
              <a:cxn ang="0">
                <a:pos x="connsiteX52002" y="connsiteY52002"/>
              </a:cxn>
              <a:cxn ang="0">
                <a:pos x="connsiteX52003" y="connsiteY52003"/>
              </a:cxn>
              <a:cxn ang="0">
                <a:pos x="connsiteX52004" y="connsiteY52004"/>
              </a:cxn>
              <a:cxn ang="0">
                <a:pos x="connsiteX52005" y="connsiteY52005"/>
              </a:cxn>
              <a:cxn ang="0">
                <a:pos x="connsiteX52006" y="connsiteY52006"/>
              </a:cxn>
              <a:cxn ang="0">
                <a:pos x="connsiteX52007" y="connsiteY52007"/>
              </a:cxn>
              <a:cxn ang="0">
                <a:pos x="connsiteX52008" y="connsiteY52008"/>
              </a:cxn>
              <a:cxn ang="0">
                <a:pos x="connsiteX52009" y="connsiteY52009"/>
              </a:cxn>
              <a:cxn ang="0">
                <a:pos x="connsiteX52010" y="connsiteY52010"/>
              </a:cxn>
              <a:cxn ang="0">
                <a:pos x="connsiteX52011" y="connsiteY52011"/>
              </a:cxn>
              <a:cxn ang="0">
                <a:pos x="connsiteX52012" y="connsiteY52012"/>
              </a:cxn>
              <a:cxn ang="0">
                <a:pos x="connsiteX52013" y="connsiteY52013"/>
              </a:cxn>
              <a:cxn ang="0">
                <a:pos x="connsiteX52014" y="connsiteY52014"/>
              </a:cxn>
              <a:cxn ang="0">
                <a:pos x="connsiteX52015" y="connsiteY52015"/>
              </a:cxn>
              <a:cxn ang="0">
                <a:pos x="connsiteX52016" y="connsiteY52016"/>
              </a:cxn>
              <a:cxn ang="0">
                <a:pos x="connsiteX52017" y="connsiteY52017"/>
              </a:cxn>
              <a:cxn ang="0">
                <a:pos x="connsiteX52018" y="connsiteY52018"/>
              </a:cxn>
              <a:cxn ang="0">
                <a:pos x="connsiteX52019" y="connsiteY52019"/>
              </a:cxn>
              <a:cxn ang="0">
                <a:pos x="connsiteX52020" y="connsiteY52020"/>
              </a:cxn>
              <a:cxn ang="0">
                <a:pos x="connsiteX52021" y="connsiteY52021"/>
              </a:cxn>
              <a:cxn ang="0">
                <a:pos x="connsiteX52022" y="connsiteY52022"/>
              </a:cxn>
              <a:cxn ang="0">
                <a:pos x="connsiteX52023" y="connsiteY52023"/>
              </a:cxn>
              <a:cxn ang="0">
                <a:pos x="connsiteX52024" y="connsiteY52024"/>
              </a:cxn>
              <a:cxn ang="0">
                <a:pos x="connsiteX52025" y="connsiteY52025"/>
              </a:cxn>
              <a:cxn ang="0">
                <a:pos x="connsiteX52026" y="connsiteY52026"/>
              </a:cxn>
              <a:cxn ang="0">
                <a:pos x="connsiteX52027" y="connsiteY52027"/>
              </a:cxn>
              <a:cxn ang="0">
                <a:pos x="connsiteX52028" y="connsiteY52028"/>
              </a:cxn>
              <a:cxn ang="0">
                <a:pos x="connsiteX52029" y="connsiteY52029"/>
              </a:cxn>
              <a:cxn ang="0">
                <a:pos x="connsiteX52030" y="connsiteY52030"/>
              </a:cxn>
              <a:cxn ang="0">
                <a:pos x="connsiteX52031" y="connsiteY52031"/>
              </a:cxn>
              <a:cxn ang="0">
                <a:pos x="connsiteX52032" y="connsiteY52032"/>
              </a:cxn>
              <a:cxn ang="0">
                <a:pos x="connsiteX52033" y="connsiteY52033"/>
              </a:cxn>
              <a:cxn ang="0">
                <a:pos x="connsiteX52034" y="connsiteY52034"/>
              </a:cxn>
              <a:cxn ang="0">
                <a:pos x="connsiteX52035" y="connsiteY52035"/>
              </a:cxn>
              <a:cxn ang="0">
                <a:pos x="connsiteX52036" y="connsiteY52036"/>
              </a:cxn>
              <a:cxn ang="0">
                <a:pos x="connsiteX52037" y="connsiteY52037"/>
              </a:cxn>
              <a:cxn ang="0">
                <a:pos x="connsiteX52038" y="connsiteY52038"/>
              </a:cxn>
              <a:cxn ang="0">
                <a:pos x="connsiteX52039" y="connsiteY52039"/>
              </a:cxn>
              <a:cxn ang="0">
                <a:pos x="connsiteX52040" y="connsiteY52040"/>
              </a:cxn>
              <a:cxn ang="0">
                <a:pos x="connsiteX52041" y="connsiteY52041"/>
              </a:cxn>
              <a:cxn ang="0">
                <a:pos x="connsiteX52042" y="connsiteY52042"/>
              </a:cxn>
              <a:cxn ang="0">
                <a:pos x="connsiteX52043" y="connsiteY52043"/>
              </a:cxn>
              <a:cxn ang="0">
                <a:pos x="connsiteX52044" y="connsiteY52044"/>
              </a:cxn>
              <a:cxn ang="0">
                <a:pos x="connsiteX52045" y="connsiteY52045"/>
              </a:cxn>
              <a:cxn ang="0">
                <a:pos x="connsiteX52046" y="connsiteY52046"/>
              </a:cxn>
              <a:cxn ang="0">
                <a:pos x="connsiteX52047" y="connsiteY52047"/>
              </a:cxn>
              <a:cxn ang="0">
                <a:pos x="connsiteX52048" y="connsiteY52048"/>
              </a:cxn>
              <a:cxn ang="0">
                <a:pos x="connsiteX52049" y="connsiteY52049"/>
              </a:cxn>
              <a:cxn ang="0">
                <a:pos x="connsiteX52050" y="connsiteY52050"/>
              </a:cxn>
              <a:cxn ang="0">
                <a:pos x="connsiteX52051" y="connsiteY52051"/>
              </a:cxn>
              <a:cxn ang="0">
                <a:pos x="connsiteX52052" y="connsiteY52052"/>
              </a:cxn>
              <a:cxn ang="0">
                <a:pos x="connsiteX52053" y="connsiteY52053"/>
              </a:cxn>
              <a:cxn ang="0">
                <a:pos x="connsiteX52054" y="connsiteY52054"/>
              </a:cxn>
              <a:cxn ang="0">
                <a:pos x="connsiteX52055" y="connsiteY52055"/>
              </a:cxn>
              <a:cxn ang="0">
                <a:pos x="connsiteX52056" y="connsiteY52056"/>
              </a:cxn>
              <a:cxn ang="0">
                <a:pos x="connsiteX52057" y="connsiteY52057"/>
              </a:cxn>
              <a:cxn ang="0">
                <a:pos x="connsiteX52058" y="connsiteY52058"/>
              </a:cxn>
              <a:cxn ang="0">
                <a:pos x="connsiteX52059" y="connsiteY52059"/>
              </a:cxn>
              <a:cxn ang="0">
                <a:pos x="connsiteX52060" y="connsiteY52060"/>
              </a:cxn>
              <a:cxn ang="0">
                <a:pos x="connsiteX52061" y="connsiteY52061"/>
              </a:cxn>
              <a:cxn ang="0">
                <a:pos x="connsiteX52062" y="connsiteY52062"/>
              </a:cxn>
              <a:cxn ang="0">
                <a:pos x="connsiteX52063" y="connsiteY52063"/>
              </a:cxn>
              <a:cxn ang="0">
                <a:pos x="connsiteX52064" y="connsiteY52064"/>
              </a:cxn>
              <a:cxn ang="0">
                <a:pos x="connsiteX52065" y="connsiteY52065"/>
              </a:cxn>
              <a:cxn ang="0">
                <a:pos x="connsiteX52066" y="connsiteY52066"/>
              </a:cxn>
              <a:cxn ang="0">
                <a:pos x="connsiteX52067" y="connsiteY52067"/>
              </a:cxn>
              <a:cxn ang="0">
                <a:pos x="connsiteX52068" y="connsiteY52068"/>
              </a:cxn>
              <a:cxn ang="0">
                <a:pos x="connsiteX52069" y="connsiteY52069"/>
              </a:cxn>
              <a:cxn ang="0">
                <a:pos x="connsiteX52070" y="connsiteY52070"/>
              </a:cxn>
              <a:cxn ang="0">
                <a:pos x="connsiteX52071" y="connsiteY52071"/>
              </a:cxn>
              <a:cxn ang="0">
                <a:pos x="connsiteX52072" y="connsiteY52072"/>
              </a:cxn>
              <a:cxn ang="0">
                <a:pos x="connsiteX52073" y="connsiteY52073"/>
              </a:cxn>
              <a:cxn ang="0">
                <a:pos x="connsiteX52074" y="connsiteY52074"/>
              </a:cxn>
              <a:cxn ang="0">
                <a:pos x="connsiteX52075" y="connsiteY52075"/>
              </a:cxn>
              <a:cxn ang="0">
                <a:pos x="connsiteX52076" y="connsiteY52076"/>
              </a:cxn>
              <a:cxn ang="0">
                <a:pos x="connsiteX52077" y="connsiteY52077"/>
              </a:cxn>
              <a:cxn ang="0">
                <a:pos x="connsiteX52078" y="connsiteY52078"/>
              </a:cxn>
              <a:cxn ang="0">
                <a:pos x="connsiteX52079" y="connsiteY52079"/>
              </a:cxn>
              <a:cxn ang="0">
                <a:pos x="connsiteX52080" y="connsiteY52080"/>
              </a:cxn>
              <a:cxn ang="0">
                <a:pos x="connsiteX52081" y="connsiteY52081"/>
              </a:cxn>
              <a:cxn ang="0">
                <a:pos x="connsiteX52082" y="connsiteY52082"/>
              </a:cxn>
              <a:cxn ang="0">
                <a:pos x="connsiteX52083" y="connsiteY52083"/>
              </a:cxn>
              <a:cxn ang="0">
                <a:pos x="connsiteX52084" y="connsiteY52084"/>
              </a:cxn>
              <a:cxn ang="0">
                <a:pos x="connsiteX52085" y="connsiteY52085"/>
              </a:cxn>
              <a:cxn ang="0">
                <a:pos x="connsiteX52086" y="connsiteY52086"/>
              </a:cxn>
              <a:cxn ang="0">
                <a:pos x="connsiteX52087" y="connsiteY52087"/>
              </a:cxn>
              <a:cxn ang="0">
                <a:pos x="connsiteX52088" y="connsiteY52088"/>
              </a:cxn>
              <a:cxn ang="0">
                <a:pos x="connsiteX52089" y="connsiteY52089"/>
              </a:cxn>
              <a:cxn ang="0">
                <a:pos x="connsiteX52090" y="connsiteY52090"/>
              </a:cxn>
              <a:cxn ang="0">
                <a:pos x="connsiteX52091" y="connsiteY52091"/>
              </a:cxn>
              <a:cxn ang="0">
                <a:pos x="connsiteX52092" y="connsiteY52092"/>
              </a:cxn>
              <a:cxn ang="0">
                <a:pos x="connsiteX52093" y="connsiteY52093"/>
              </a:cxn>
              <a:cxn ang="0">
                <a:pos x="connsiteX52094" y="connsiteY52094"/>
              </a:cxn>
              <a:cxn ang="0">
                <a:pos x="connsiteX52095" y="connsiteY52095"/>
              </a:cxn>
              <a:cxn ang="0">
                <a:pos x="connsiteX52096" y="connsiteY52096"/>
              </a:cxn>
              <a:cxn ang="0">
                <a:pos x="connsiteX52097" y="connsiteY52097"/>
              </a:cxn>
              <a:cxn ang="0">
                <a:pos x="connsiteX52098" y="connsiteY52098"/>
              </a:cxn>
              <a:cxn ang="0">
                <a:pos x="connsiteX52099" y="connsiteY52099"/>
              </a:cxn>
              <a:cxn ang="0">
                <a:pos x="connsiteX52100" y="connsiteY52100"/>
              </a:cxn>
              <a:cxn ang="0">
                <a:pos x="connsiteX52101" y="connsiteY52101"/>
              </a:cxn>
              <a:cxn ang="0">
                <a:pos x="connsiteX52102" y="connsiteY52102"/>
              </a:cxn>
              <a:cxn ang="0">
                <a:pos x="connsiteX52103" y="connsiteY52103"/>
              </a:cxn>
              <a:cxn ang="0">
                <a:pos x="connsiteX52104" y="connsiteY52104"/>
              </a:cxn>
              <a:cxn ang="0">
                <a:pos x="connsiteX52105" y="connsiteY52105"/>
              </a:cxn>
              <a:cxn ang="0">
                <a:pos x="connsiteX52106" y="connsiteY52106"/>
              </a:cxn>
              <a:cxn ang="0">
                <a:pos x="connsiteX52107" y="connsiteY52107"/>
              </a:cxn>
              <a:cxn ang="0">
                <a:pos x="connsiteX52108" y="connsiteY52108"/>
              </a:cxn>
              <a:cxn ang="0">
                <a:pos x="connsiteX52109" y="connsiteY52109"/>
              </a:cxn>
              <a:cxn ang="0">
                <a:pos x="connsiteX52110" y="connsiteY52110"/>
              </a:cxn>
              <a:cxn ang="0">
                <a:pos x="connsiteX52111" y="connsiteY52111"/>
              </a:cxn>
              <a:cxn ang="0">
                <a:pos x="connsiteX52112" y="connsiteY52112"/>
              </a:cxn>
              <a:cxn ang="0">
                <a:pos x="connsiteX52113" y="connsiteY52113"/>
              </a:cxn>
              <a:cxn ang="0">
                <a:pos x="connsiteX52114" y="connsiteY52114"/>
              </a:cxn>
              <a:cxn ang="0">
                <a:pos x="connsiteX52115" y="connsiteY52115"/>
              </a:cxn>
              <a:cxn ang="0">
                <a:pos x="connsiteX52116" y="connsiteY52116"/>
              </a:cxn>
              <a:cxn ang="0">
                <a:pos x="connsiteX52117" y="connsiteY52117"/>
              </a:cxn>
              <a:cxn ang="0">
                <a:pos x="connsiteX52118" y="connsiteY52118"/>
              </a:cxn>
              <a:cxn ang="0">
                <a:pos x="connsiteX52119" y="connsiteY52119"/>
              </a:cxn>
              <a:cxn ang="0">
                <a:pos x="connsiteX52120" y="connsiteY52120"/>
              </a:cxn>
              <a:cxn ang="0">
                <a:pos x="connsiteX52121" y="connsiteY52121"/>
              </a:cxn>
              <a:cxn ang="0">
                <a:pos x="connsiteX52122" y="connsiteY52122"/>
              </a:cxn>
              <a:cxn ang="0">
                <a:pos x="connsiteX52123" y="connsiteY52123"/>
              </a:cxn>
              <a:cxn ang="0">
                <a:pos x="connsiteX52124" y="connsiteY52124"/>
              </a:cxn>
              <a:cxn ang="0">
                <a:pos x="connsiteX52125" y="connsiteY52125"/>
              </a:cxn>
              <a:cxn ang="0">
                <a:pos x="connsiteX52126" y="connsiteY52126"/>
              </a:cxn>
              <a:cxn ang="0">
                <a:pos x="connsiteX52127" y="connsiteY52127"/>
              </a:cxn>
              <a:cxn ang="0">
                <a:pos x="connsiteX52128" y="connsiteY52128"/>
              </a:cxn>
              <a:cxn ang="0">
                <a:pos x="connsiteX52129" y="connsiteY52129"/>
              </a:cxn>
              <a:cxn ang="0">
                <a:pos x="connsiteX52130" y="connsiteY52130"/>
              </a:cxn>
              <a:cxn ang="0">
                <a:pos x="connsiteX52131" y="connsiteY52131"/>
              </a:cxn>
              <a:cxn ang="0">
                <a:pos x="connsiteX52132" y="connsiteY52132"/>
              </a:cxn>
              <a:cxn ang="0">
                <a:pos x="connsiteX52133" y="connsiteY52133"/>
              </a:cxn>
              <a:cxn ang="0">
                <a:pos x="connsiteX52134" y="connsiteY52134"/>
              </a:cxn>
              <a:cxn ang="0">
                <a:pos x="connsiteX52135" y="connsiteY52135"/>
              </a:cxn>
              <a:cxn ang="0">
                <a:pos x="connsiteX52136" y="connsiteY52136"/>
              </a:cxn>
              <a:cxn ang="0">
                <a:pos x="connsiteX52137" y="connsiteY52137"/>
              </a:cxn>
              <a:cxn ang="0">
                <a:pos x="connsiteX52138" y="connsiteY52138"/>
              </a:cxn>
              <a:cxn ang="0">
                <a:pos x="connsiteX52139" y="connsiteY52139"/>
              </a:cxn>
              <a:cxn ang="0">
                <a:pos x="connsiteX52140" y="connsiteY52140"/>
              </a:cxn>
              <a:cxn ang="0">
                <a:pos x="connsiteX52141" y="connsiteY52141"/>
              </a:cxn>
              <a:cxn ang="0">
                <a:pos x="connsiteX52142" y="connsiteY52142"/>
              </a:cxn>
              <a:cxn ang="0">
                <a:pos x="connsiteX52143" y="connsiteY52143"/>
              </a:cxn>
              <a:cxn ang="0">
                <a:pos x="connsiteX52144" y="connsiteY52144"/>
              </a:cxn>
              <a:cxn ang="0">
                <a:pos x="connsiteX52145" y="connsiteY52145"/>
              </a:cxn>
              <a:cxn ang="0">
                <a:pos x="connsiteX52146" y="connsiteY52146"/>
              </a:cxn>
              <a:cxn ang="0">
                <a:pos x="connsiteX52147" y="connsiteY52147"/>
              </a:cxn>
              <a:cxn ang="0">
                <a:pos x="connsiteX52148" y="connsiteY52148"/>
              </a:cxn>
              <a:cxn ang="0">
                <a:pos x="connsiteX52149" y="connsiteY52149"/>
              </a:cxn>
              <a:cxn ang="0">
                <a:pos x="connsiteX52150" y="connsiteY52150"/>
              </a:cxn>
              <a:cxn ang="0">
                <a:pos x="connsiteX52151" y="connsiteY52151"/>
              </a:cxn>
              <a:cxn ang="0">
                <a:pos x="connsiteX52152" y="connsiteY52152"/>
              </a:cxn>
              <a:cxn ang="0">
                <a:pos x="connsiteX52153" y="connsiteY52153"/>
              </a:cxn>
              <a:cxn ang="0">
                <a:pos x="connsiteX52154" y="connsiteY52154"/>
              </a:cxn>
              <a:cxn ang="0">
                <a:pos x="connsiteX52155" y="connsiteY52155"/>
              </a:cxn>
              <a:cxn ang="0">
                <a:pos x="connsiteX52156" y="connsiteY52156"/>
              </a:cxn>
              <a:cxn ang="0">
                <a:pos x="connsiteX52157" y="connsiteY52157"/>
              </a:cxn>
              <a:cxn ang="0">
                <a:pos x="connsiteX52158" y="connsiteY52158"/>
              </a:cxn>
              <a:cxn ang="0">
                <a:pos x="connsiteX52159" y="connsiteY52159"/>
              </a:cxn>
              <a:cxn ang="0">
                <a:pos x="connsiteX52160" y="connsiteY52160"/>
              </a:cxn>
              <a:cxn ang="0">
                <a:pos x="connsiteX52161" y="connsiteY52161"/>
              </a:cxn>
              <a:cxn ang="0">
                <a:pos x="connsiteX52162" y="connsiteY52162"/>
              </a:cxn>
              <a:cxn ang="0">
                <a:pos x="connsiteX52163" y="connsiteY52163"/>
              </a:cxn>
              <a:cxn ang="0">
                <a:pos x="connsiteX52164" y="connsiteY52164"/>
              </a:cxn>
              <a:cxn ang="0">
                <a:pos x="connsiteX52165" y="connsiteY52165"/>
              </a:cxn>
              <a:cxn ang="0">
                <a:pos x="connsiteX52166" y="connsiteY52166"/>
              </a:cxn>
              <a:cxn ang="0">
                <a:pos x="connsiteX52167" y="connsiteY52167"/>
              </a:cxn>
              <a:cxn ang="0">
                <a:pos x="connsiteX52168" y="connsiteY52168"/>
              </a:cxn>
              <a:cxn ang="0">
                <a:pos x="connsiteX52169" y="connsiteY52169"/>
              </a:cxn>
              <a:cxn ang="0">
                <a:pos x="connsiteX52170" y="connsiteY52170"/>
              </a:cxn>
              <a:cxn ang="0">
                <a:pos x="connsiteX52171" y="connsiteY52171"/>
              </a:cxn>
              <a:cxn ang="0">
                <a:pos x="connsiteX52172" y="connsiteY52172"/>
              </a:cxn>
              <a:cxn ang="0">
                <a:pos x="connsiteX52173" y="connsiteY52173"/>
              </a:cxn>
              <a:cxn ang="0">
                <a:pos x="connsiteX52174" y="connsiteY52174"/>
              </a:cxn>
              <a:cxn ang="0">
                <a:pos x="connsiteX52175" y="connsiteY52175"/>
              </a:cxn>
              <a:cxn ang="0">
                <a:pos x="connsiteX52176" y="connsiteY52176"/>
              </a:cxn>
              <a:cxn ang="0">
                <a:pos x="connsiteX52177" y="connsiteY52177"/>
              </a:cxn>
              <a:cxn ang="0">
                <a:pos x="connsiteX52178" y="connsiteY52178"/>
              </a:cxn>
              <a:cxn ang="0">
                <a:pos x="connsiteX52179" y="connsiteY52179"/>
              </a:cxn>
              <a:cxn ang="0">
                <a:pos x="connsiteX52180" y="connsiteY52180"/>
              </a:cxn>
              <a:cxn ang="0">
                <a:pos x="connsiteX52181" y="connsiteY52181"/>
              </a:cxn>
              <a:cxn ang="0">
                <a:pos x="connsiteX52182" y="connsiteY52182"/>
              </a:cxn>
              <a:cxn ang="0">
                <a:pos x="connsiteX52183" y="connsiteY52183"/>
              </a:cxn>
              <a:cxn ang="0">
                <a:pos x="connsiteX52184" y="connsiteY52184"/>
              </a:cxn>
              <a:cxn ang="0">
                <a:pos x="connsiteX52185" y="connsiteY52185"/>
              </a:cxn>
              <a:cxn ang="0">
                <a:pos x="connsiteX52186" y="connsiteY52186"/>
              </a:cxn>
              <a:cxn ang="0">
                <a:pos x="connsiteX52187" y="connsiteY52187"/>
              </a:cxn>
              <a:cxn ang="0">
                <a:pos x="connsiteX52188" y="connsiteY52188"/>
              </a:cxn>
              <a:cxn ang="0">
                <a:pos x="connsiteX52189" y="connsiteY52189"/>
              </a:cxn>
              <a:cxn ang="0">
                <a:pos x="connsiteX52190" y="connsiteY52190"/>
              </a:cxn>
              <a:cxn ang="0">
                <a:pos x="connsiteX52191" y="connsiteY52191"/>
              </a:cxn>
              <a:cxn ang="0">
                <a:pos x="connsiteX52192" y="connsiteY52192"/>
              </a:cxn>
              <a:cxn ang="0">
                <a:pos x="connsiteX52193" y="connsiteY52193"/>
              </a:cxn>
              <a:cxn ang="0">
                <a:pos x="connsiteX52194" y="connsiteY52194"/>
              </a:cxn>
              <a:cxn ang="0">
                <a:pos x="connsiteX52195" y="connsiteY52195"/>
              </a:cxn>
              <a:cxn ang="0">
                <a:pos x="connsiteX52196" y="connsiteY52196"/>
              </a:cxn>
              <a:cxn ang="0">
                <a:pos x="connsiteX52197" y="connsiteY52197"/>
              </a:cxn>
              <a:cxn ang="0">
                <a:pos x="connsiteX52198" y="connsiteY52198"/>
              </a:cxn>
              <a:cxn ang="0">
                <a:pos x="connsiteX52199" y="connsiteY52199"/>
              </a:cxn>
              <a:cxn ang="0">
                <a:pos x="connsiteX52200" y="connsiteY52200"/>
              </a:cxn>
              <a:cxn ang="0">
                <a:pos x="connsiteX52201" y="connsiteY52201"/>
              </a:cxn>
              <a:cxn ang="0">
                <a:pos x="connsiteX52202" y="connsiteY52202"/>
              </a:cxn>
              <a:cxn ang="0">
                <a:pos x="connsiteX52203" y="connsiteY52203"/>
              </a:cxn>
              <a:cxn ang="0">
                <a:pos x="connsiteX52204" y="connsiteY52204"/>
              </a:cxn>
              <a:cxn ang="0">
                <a:pos x="connsiteX52205" y="connsiteY52205"/>
              </a:cxn>
              <a:cxn ang="0">
                <a:pos x="connsiteX52206" y="connsiteY52206"/>
              </a:cxn>
              <a:cxn ang="0">
                <a:pos x="connsiteX52207" y="connsiteY52207"/>
              </a:cxn>
              <a:cxn ang="0">
                <a:pos x="connsiteX52208" y="connsiteY52208"/>
              </a:cxn>
              <a:cxn ang="0">
                <a:pos x="connsiteX52209" y="connsiteY52209"/>
              </a:cxn>
              <a:cxn ang="0">
                <a:pos x="connsiteX52210" y="connsiteY52210"/>
              </a:cxn>
              <a:cxn ang="0">
                <a:pos x="connsiteX52211" y="connsiteY52211"/>
              </a:cxn>
              <a:cxn ang="0">
                <a:pos x="connsiteX52212" y="connsiteY52212"/>
              </a:cxn>
              <a:cxn ang="0">
                <a:pos x="connsiteX52213" y="connsiteY52213"/>
              </a:cxn>
              <a:cxn ang="0">
                <a:pos x="connsiteX52214" y="connsiteY52214"/>
              </a:cxn>
              <a:cxn ang="0">
                <a:pos x="connsiteX52215" y="connsiteY52215"/>
              </a:cxn>
              <a:cxn ang="0">
                <a:pos x="connsiteX52216" y="connsiteY52216"/>
              </a:cxn>
              <a:cxn ang="0">
                <a:pos x="connsiteX52217" y="connsiteY52217"/>
              </a:cxn>
              <a:cxn ang="0">
                <a:pos x="connsiteX52218" y="connsiteY52218"/>
              </a:cxn>
              <a:cxn ang="0">
                <a:pos x="connsiteX52219" y="connsiteY52219"/>
              </a:cxn>
              <a:cxn ang="0">
                <a:pos x="connsiteX52220" y="connsiteY52220"/>
              </a:cxn>
              <a:cxn ang="0">
                <a:pos x="connsiteX52221" y="connsiteY52221"/>
              </a:cxn>
              <a:cxn ang="0">
                <a:pos x="connsiteX52222" y="connsiteY52222"/>
              </a:cxn>
              <a:cxn ang="0">
                <a:pos x="connsiteX52223" y="connsiteY52223"/>
              </a:cxn>
              <a:cxn ang="0">
                <a:pos x="connsiteX52224" y="connsiteY52224"/>
              </a:cxn>
              <a:cxn ang="0">
                <a:pos x="connsiteX52225" y="connsiteY52225"/>
              </a:cxn>
              <a:cxn ang="0">
                <a:pos x="connsiteX52226" y="connsiteY52226"/>
              </a:cxn>
              <a:cxn ang="0">
                <a:pos x="connsiteX52227" y="connsiteY52227"/>
              </a:cxn>
              <a:cxn ang="0">
                <a:pos x="connsiteX52228" y="connsiteY52228"/>
              </a:cxn>
              <a:cxn ang="0">
                <a:pos x="connsiteX52229" y="connsiteY52229"/>
              </a:cxn>
              <a:cxn ang="0">
                <a:pos x="connsiteX52230" y="connsiteY52230"/>
              </a:cxn>
              <a:cxn ang="0">
                <a:pos x="connsiteX52231" y="connsiteY52231"/>
              </a:cxn>
              <a:cxn ang="0">
                <a:pos x="connsiteX52232" y="connsiteY52232"/>
              </a:cxn>
              <a:cxn ang="0">
                <a:pos x="connsiteX52233" y="connsiteY52233"/>
              </a:cxn>
              <a:cxn ang="0">
                <a:pos x="connsiteX52234" y="connsiteY52234"/>
              </a:cxn>
              <a:cxn ang="0">
                <a:pos x="connsiteX52235" y="connsiteY52235"/>
              </a:cxn>
              <a:cxn ang="0">
                <a:pos x="connsiteX52236" y="connsiteY52236"/>
              </a:cxn>
              <a:cxn ang="0">
                <a:pos x="connsiteX52237" y="connsiteY52237"/>
              </a:cxn>
              <a:cxn ang="0">
                <a:pos x="connsiteX52238" y="connsiteY52238"/>
              </a:cxn>
              <a:cxn ang="0">
                <a:pos x="connsiteX52239" y="connsiteY52239"/>
              </a:cxn>
              <a:cxn ang="0">
                <a:pos x="connsiteX52240" y="connsiteY52240"/>
              </a:cxn>
              <a:cxn ang="0">
                <a:pos x="connsiteX52241" y="connsiteY52241"/>
              </a:cxn>
              <a:cxn ang="0">
                <a:pos x="connsiteX52242" y="connsiteY52242"/>
              </a:cxn>
              <a:cxn ang="0">
                <a:pos x="connsiteX52243" y="connsiteY52243"/>
              </a:cxn>
              <a:cxn ang="0">
                <a:pos x="connsiteX52244" y="connsiteY52244"/>
              </a:cxn>
              <a:cxn ang="0">
                <a:pos x="connsiteX52245" y="connsiteY52245"/>
              </a:cxn>
              <a:cxn ang="0">
                <a:pos x="connsiteX52246" y="connsiteY52246"/>
              </a:cxn>
              <a:cxn ang="0">
                <a:pos x="connsiteX52247" y="connsiteY52247"/>
              </a:cxn>
              <a:cxn ang="0">
                <a:pos x="connsiteX52248" y="connsiteY52248"/>
              </a:cxn>
              <a:cxn ang="0">
                <a:pos x="connsiteX52249" y="connsiteY52249"/>
              </a:cxn>
              <a:cxn ang="0">
                <a:pos x="connsiteX52250" y="connsiteY52250"/>
              </a:cxn>
              <a:cxn ang="0">
                <a:pos x="connsiteX52251" y="connsiteY52251"/>
              </a:cxn>
              <a:cxn ang="0">
                <a:pos x="connsiteX52252" y="connsiteY52252"/>
              </a:cxn>
              <a:cxn ang="0">
                <a:pos x="connsiteX52253" y="connsiteY52253"/>
              </a:cxn>
              <a:cxn ang="0">
                <a:pos x="connsiteX52254" y="connsiteY52254"/>
              </a:cxn>
              <a:cxn ang="0">
                <a:pos x="connsiteX52255" y="connsiteY52255"/>
              </a:cxn>
              <a:cxn ang="0">
                <a:pos x="connsiteX52256" y="connsiteY52256"/>
              </a:cxn>
              <a:cxn ang="0">
                <a:pos x="connsiteX52257" y="connsiteY52257"/>
              </a:cxn>
              <a:cxn ang="0">
                <a:pos x="connsiteX52258" y="connsiteY52258"/>
              </a:cxn>
              <a:cxn ang="0">
                <a:pos x="connsiteX52259" y="connsiteY52259"/>
              </a:cxn>
              <a:cxn ang="0">
                <a:pos x="connsiteX52260" y="connsiteY52260"/>
              </a:cxn>
              <a:cxn ang="0">
                <a:pos x="connsiteX52261" y="connsiteY52261"/>
              </a:cxn>
              <a:cxn ang="0">
                <a:pos x="connsiteX52262" y="connsiteY52262"/>
              </a:cxn>
              <a:cxn ang="0">
                <a:pos x="connsiteX52263" y="connsiteY52263"/>
              </a:cxn>
              <a:cxn ang="0">
                <a:pos x="connsiteX52264" y="connsiteY52264"/>
              </a:cxn>
              <a:cxn ang="0">
                <a:pos x="connsiteX52265" y="connsiteY52265"/>
              </a:cxn>
              <a:cxn ang="0">
                <a:pos x="connsiteX52266" y="connsiteY52266"/>
              </a:cxn>
              <a:cxn ang="0">
                <a:pos x="connsiteX52267" y="connsiteY52267"/>
              </a:cxn>
              <a:cxn ang="0">
                <a:pos x="connsiteX52268" y="connsiteY52268"/>
              </a:cxn>
              <a:cxn ang="0">
                <a:pos x="connsiteX52269" y="connsiteY52269"/>
              </a:cxn>
              <a:cxn ang="0">
                <a:pos x="connsiteX52270" y="connsiteY52270"/>
              </a:cxn>
              <a:cxn ang="0">
                <a:pos x="connsiteX52271" y="connsiteY52271"/>
              </a:cxn>
              <a:cxn ang="0">
                <a:pos x="connsiteX52272" y="connsiteY52272"/>
              </a:cxn>
              <a:cxn ang="0">
                <a:pos x="connsiteX52273" y="connsiteY52273"/>
              </a:cxn>
              <a:cxn ang="0">
                <a:pos x="connsiteX52274" y="connsiteY52274"/>
              </a:cxn>
              <a:cxn ang="0">
                <a:pos x="connsiteX52275" y="connsiteY52275"/>
              </a:cxn>
              <a:cxn ang="0">
                <a:pos x="connsiteX52276" y="connsiteY52276"/>
              </a:cxn>
              <a:cxn ang="0">
                <a:pos x="connsiteX52277" y="connsiteY52277"/>
              </a:cxn>
              <a:cxn ang="0">
                <a:pos x="connsiteX52278" y="connsiteY52278"/>
              </a:cxn>
              <a:cxn ang="0">
                <a:pos x="connsiteX52279" y="connsiteY52279"/>
              </a:cxn>
              <a:cxn ang="0">
                <a:pos x="connsiteX52280" y="connsiteY52280"/>
              </a:cxn>
              <a:cxn ang="0">
                <a:pos x="connsiteX52281" y="connsiteY52281"/>
              </a:cxn>
              <a:cxn ang="0">
                <a:pos x="connsiteX52282" y="connsiteY52282"/>
              </a:cxn>
              <a:cxn ang="0">
                <a:pos x="connsiteX52283" y="connsiteY52283"/>
              </a:cxn>
              <a:cxn ang="0">
                <a:pos x="connsiteX52284" y="connsiteY52284"/>
              </a:cxn>
              <a:cxn ang="0">
                <a:pos x="connsiteX52285" y="connsiteY52285"/>
              </a:cxn>
              <a:cxn ang="0">
                <a:pos x="connsiteX52286" y="connsiteY52286"/>
              </a:cxn>
              <a:cxn ang="0">
                <a:pos x="connsiteX52287" y="connsiteY52287"/>
              </a:cxn>
              <a:cxn ang="0">
                <a:pos x="connsiteX52288" y="connsiteY52288"/>
              </a:cxn>
              <a:cxn ang="0">
                <a:pos x="connsiteX52289" y="connsiteY52289"/>
              </a:cxn>
              <a:cxn ang="0">
                <a:pos x="connsiteX52290" y="connsiteY52290"/>
              </a:cxn>
              <a:cxn ang="0">
                <a:pos x="connsiteX52291" y="connsiteY52291"/>
              </a:cxn>
              <a:cxn ang="0">
                <a:pos x="connsiteX52292" y="connsiteY52292"/>
              </a:cxn>
              <a:cxn ang="0">
                <a:pos x="connsiteX52293" y="connsiteY52293"/>
              </a:cxn>
              <a:cxn ang="0">
                <a:pos x="connsiteX52294" y="connsiteY52294"/>
              </a:cxn>
              <a:cxn ang="0">
                <a:pos x="connsiteX52295" y="connsiteY52295"/>
              </a:cxn>
              <a:cxn ang="0">
                <a:pos x="connsiteX52296" y="connsiteY52296"/>
              </a:cxn>
              <a:cxn ang="0">
                <a:pos x="connsiteX52297" y="connsiteY52297"/>
              </a:cxn>
              <a:cxn ang="0">
                <a:pos x="connsiteX52298" y="connsiteY52298"/>
              </a:cxn>
              <a:cxn ang="0">
                <a:pos x="connsiteX52299" y="connsiteY52299"/>
              </a:cxn>
              <a:cxn ang="0">
                <a:pos x="connsiteX52300" y="connsiteY52300"/>
              </a:cxn>
              <a:cxn ang="0">
                <a:pos x="connsiteX52301" y="connsiteY52301"/>
              </a:cxn>
              <a:cxn ang="0">
                <a:pos x="connsiteX52302" y="connsiteY52302"/>
              </a:cxn>
              <a:cxn ang="0">
                <a:pos x="connsiteX52303" y="connsiteY52303"/>
              </a:cxn>
              <a:cxn ang="0">
                <a:pos x="connsiteX52304" y="connsiteY52304"/>
              </a:cxn>
              <a:cxn ang="0">
                <a:pos x="connsiteX52305" y="connsiteY52305"/>
              </a:cxn>
              <a:cxn ang="0">
                <a:pos x="connsiteX52306" y="connsiteY52306"/>
              </a:cxn>
              <a:cxn ang="0">
                <a:pos x="connsiteX52307" y="connsiteY52307"/>
              </a:cxn>
              <a:cxn ang="0">
                <a:pos x="connsiteX52308" y="connsiteY52308"/>
              </a:cxn>
              <a:cxn ang="0">
                <a:pos x="connsiteX52309" y="connsiteY52309"/>
              </a:cxn>
              <a:cxn ang="0">
                <a:pos x="connsiteX52310" y="connsiteY52310"/>
              </a:cxn>
              <a:cxn ang="0">
                <a:pos x="connsiteX52311" y="connsiteY52311"/>
              </a:cxn>
              <a:cxn ang="0">
                <a:pos x="connsiteX52312" y="connsiteY52312"/>
              </a:cxn>
              <a:cxn ang="0">
                <a:pos x="connsiteX52313" y="connsiteY52313"/>
              </a:cxn>
              <a:cxn ang="0">
                <a:pos x="connsiteX52314" y="connsiteY52314"/>
              </a:cxn>
              <a:cxn ang="0">
                <a:pos x="connsiteX52315" y="connsiteY52315"/>
              </a:cxn>
              <a:cxn ang="0">
                <a:pos x="connsiteX52316" y="connsiteY52316"/>
              </a:cxn>
              <a:cxn ang="0">
                <a:pos x="connsiteX52317" y="connsiteY52317"/>
              </a:cxn>
              <a:cxn ang="0">
                <a:pos x="connsiteX52318" y="connsiteY52318"/>
              </a:cxn>
              <a:cxn ang="0">
                <a:pos x="connsiteX52319" y="connsiteY52319"/>
              </a:cxn>
              <a:cxn ang="0">
                <a:pos x="connsiteX52320" y="connsiteY52320"/>
              </a:cxn>
              <a:cxn ang="0">
                <a:pos x="connsiteX52321" y="connsiteY52321"/>
              </a:cxn>
              <a:cxn ang="0">
                <a:pos x="connsiteX52322" y="connsiteY52322"/>
              </a:cxn>
              <a:cxn ang="0">
                <a:pos x="connsiteX52323" y="connsiteY52323"/>
              </a:cxn>
              <a:cxn ang="0">
                <a:pos x="connsiteX52324" y="connsiteY52324"/>
              </a:cxn>
              <a:cxn ang="0">
                <a:pos x="connsiteX52325" y="connsiteY52325"/>
              </a:cxn>
              <a:cxn ang="0">
                <a:pos x="connsiteX52326" y="connsiteY52326"/>
              </a:cxn>
              <a:cxn ang="0">
                <a:pos x="connsiteX52327" y="connsiteY52327"/>
              </a:cxn>
              <a:cxn ang="0">
                <a:pos x="connsiteX52328" y="connsiteY52328"/>
              </a:cxn>
              <a:cxn ang="0">
                <a:pos x="connsiteX52329" y="connsiteY52329"/>
              </a:cxn>
              <a:cxn ang="0">
                <a:pos x="connsiteX52330" y="connsiteY52330"/>
              </a:cxn>
              <a:cxn ang="0">
                <a:pos x="connsiteX52331" y="connsiteY52331"/>
              </a:cxn>
              <a:cxn ang="0">
                <a:pos x="connsiteX52332" y="connsiteY52332"/>
              </a:cxn>
              <a:cxn ang="0">
                <a:pos x="connsiteX52333" y="connsiteY52333"/>
              </a:cxn>
              <a:cxn ang="0">
                <a:pos x="connsiteX52334" y="connsiteY52334"/>
              </a:cxn>
              <a:cxn ang="0">
                <a:pos x="connsiteX52335" y="connsiteY52335"/>
              </a:cxn>
              <a:cxn ang="0">
                <a:pos x="connsiteX52336" y="connsiteY52336"/>
              </a:cxn>
              <a:cxn ang="0">
                <a:pos x="connsiteX52337" y="connsiteY52337"/>
              </a:cxn>
              <a:cxn ang="0">
                <a:pos x="connsiteX52338" y="connsiteY52338"/>
              </a:cxn>
              <a:cxn ang="0">
                <a:pos x="connsiteX52339" y="connsiteY52339"/>
              </a:cxn>
              <a:cxn ang="0">
                <a:pos x="connsiteX52340" y="connsiteY52340"/>
              </a:cxn>
              <a:cxn ang="0">
                <a:pos x="connsiteX52341" y="connsiteY52341"/>
              </a:cxn>
              <a:cxn ang="0">
                <a:pos x="connsiteX52342" y="connsiteY52342"/>
              </a:cxn>
              <a:cxn ang="0">
                <a:pos x="connsiteX52343" y="connsiteY52343"/>
              </a:cxn>
              <a:cxn ang="0">
                <a:pos x="connsiteX52344" y="connsiteY52344"/>
              </a:cxn>
              <a:cxn ang="0">
                <a:pos x="connsiteX52345" y="connsiteY52345"/>
              </a:cxn>
              <a:cxn ang="0">
                <a:pos x="connsiteX52346" y="connsiteY52346"/>
              </a:cxn>
              <a:cxn ang="0">
                <a:pos x="connsiteX52347" y="connsiteY52347"/>
              </a:cxn>
              <a:cxn ang="0">
                <a:pos x="connsiteX52348" y="connsiteY52348"/>
              </a:cxn>
              <a:cxn ang="0">
                <a:pos x="connsiteX52349" y="connsiteY52349"/>
              </a:cxn>
              <a:cxn ang="0">
                <a:pos x="connsiteX52350" y="connsiteY52350"/>
              </a:cxn>
              <a:cxn ang="0">
                <a:pos x="connsiteX52351" y="connsiteY52351"/>
              </a:cxn>
              <a:cxn ang="0">
                <a:pos x="connsiteX52352" y="connsiteY52352"/>
              </a:cxn>
              <a:cxn ang="0">
                <a:pos x="connsiteX52353" y="connsiteY52353"/>
              </a:cxn>
              <a:cxn ang="0">
                <a:pos x="connsiteX52354" y="connsiteY52354"/>
              </a:cxn>
              <a:cxn ang="0">
                <a:pos x="connsiteX52355" y="connsiteY52355"/>
              </a:cxn>
              <a:cxn ang="0">
                <a:pos x="connsiteX52356" y="connsiteY52356"/>
              </a:cxn>
              <a:cxn ang="0">
                <a:pos x="connsiteX52357" y="connsiteY52357"/>
              </a:cxn>
              <a:cxn ang="0">
                <a:pos x="connsiteX52358" y="connsiteY52358"/>
              </a:cxn>
              <a:cxn ang="0">
                <a:pos x="connsiteX52359" y="connsiteY52359"/>
              </a:cxn>
              <a:cxn ang="0">
                <a:pos x="connsiteX52360" y="connsiteY52360"/>
              </a:cxn>
              <a:cxn ang="0">
                <a:pos x="connsiteX52361" y="connsiteY52361"/>
              </a:cxn>
              <a:cxn ang="0">
                <a:pos x="connsiteX52362" y="connsiteY52362"/>
              </a:cxn>
              <a:cxn ang="0">
                <a:pos x="connsiteX52363" y="connsiteY52363"/>
              </a:cxn>
              <a:cxn ang="0">
                <a:pos x="connsiteX52364" y="connsiteY52364"/>
              </a:cxn>
              <a:cxn ang="0">
                <a:pos x="connsiteX52365" y="connsiteY52365"/>
              </a:cxn>
              <a:cxn ang="0">
                <a:pos x="connsiteX52366" y="connsiteY52366"/>
              </a:cxn>
              <a:cxn ang="0">
                <a:pos x="connsiteX52367" y="connsiteY52367"/>
              </a:cxn>
              <a:cxn ang="0">
                <a:pos x="connsiteX52368" y="connsiteY52368"/>
              </a:cxn>
              <a:cxn ang="0">
                <a:pos x="connsiteX52369" y="connsiteY52369"/>
              </a:cxn>
              <a:cxn ang="0">
                <a:pos x="connsiteX52370" y="connsiteY52370"/>
              </a:cxn>
              <a:cxn ang="0">
                <a:pos x="connsiteX52371" y="connsiteY52371"/>
              </a:cxn>
              <a:cxn ang="0">
                <a:pos x="connsiteX52372" y="connsiteY52372"/>
              </a:cxn>
              <a:cxn ang="0">
                <a:pos x="connsiteX52373" y="connsiteY52373"/>
              </a:cxn>
              <a:cxn ang="0">
                <a:pos x="connsiteX52374" y="connsiteY52374"/>
              </a:cxn>
              <a:cxn ang="0">
                <a:pos x="connsiteX52375" y="connsiteY52375"/>
              </a:cxn>
              <a:cxn ang="0">
                <a:pos x="connsiteX52376" y="connsiteY52376"/>
              </a:cxn>
              <a:cxn ang="0">
                <a:pos x="connsiteX52377" y="connsiteY52377"/>
              </a:cxn>
              <a:cxn ang="0">
                <a:pos x="connsiteX52378" y="connsiteY52378"/>
              </a:cxn>
              <a:cxn ang="0">
                <a:pos x="connsiteX52379" y="connsiteY52379"/>
              </a:cxn>
              <a:cxn ang="0">
                <a:pos x="connsiteX52380" y="connsiteY52380"/>
              </a:cxn>
              <a:cxn ang="0">
                <a:pos x="connsiteX52381" y="connsiteY52381"/>
              </a:cxn>
              <a:cxn ang="0">
                <a:pos x="connsiteX52382" y="connsiteY52382"/>
              </a:cxn>
              <a:cxn ang="0">
                <a:pos x="connsiteX52383" y="connsiteY52383"/>
              </a:cxn>
              <a:cxn ang="0">
                <a:pos x="connsiteX52384" y="connsiteY52384"/>
              </a:cxn>
              <a:cxn ang="0">
                <a:pos x="connsiteX52385" y="connsiteY52385"/>
              </a:cxn>
              <a:cxn ang="0">
                <a:pos x="connsiteX52386" y="connsiteY52386"/>
              </a:cxn>
              <a:cxn ang="0">
                <a:pos x="connsiteX52387" y="connsiteY52387"/>
              </a:cxn>
              <a:cxn ang="0">
                <a:pos x="connsiteX52388" y="connsiteY52388"/>
              </a:cxn>
              <a:cxn ang="0">
                <a:pos x="connsiteX52389" y="connsiteY52389"/>
              </a:cxn>
              <a:cxn ang="0">
                <a:pos x="connsiteX52390" y="connsiteY52390"/>
              </a:cxn>
              <a:cxn ang="0">
                <a:pos x="connsiteX52391" y="connsiteY52391"/>
              </a:cxn>
              <a:cxn ang="0">
                <a:pos x="connsiteX52392" y="connsiteY52392"/>
              </a:cxn>
              <a:cxn ang="0">
                <a:pos x="connsiteX52393" y="connsiteY52393"/>
              </a:cxn>
              <a:cxn ang="0">
                <a:pos x="connsiteX52394" y="connsiteY52394"/>
              </a:cxn>
              <a:cxn ang="0">
                <a:pos x="connsiteX52395" y="connsiteY52395"/>
              </a:cxn>
              <a:cxn ang="0">
                <a:pos x="connsiteX52396" y="connsiteY52396"/>
              </a:cxn>
              <a:cxn ang="0">
                <a:pos x="connsiteX52397" y="connsiteY52397"/>
              </a:cxn>
              <a:cxn ang="0">
                <a:pos x="connsiteX52398" y="connsiteY52398"/>
              </a:cxn>
              <a:cxn ang="0">
                <a:pos x="connsiteX52399" y="connsiteY52399"/>
              </a:cxn>
              <a:cxn ang="0">
                <a:pos x="connsiteX52400" y="connsiteY52400"/>
              </a:cxn>
              <a:cxn ang="0">
                <a:pos x="connsiteX52401" y="connsiteY52401"/>
              </a:cxn>
              <a:cxn ang="0">
                <a:pos x="connsiteX52402" y="connsiteY52402"/>
              </a:cxn>
              <a:cxn ang="0">
                <a:pos x="connsiteX52403" y="connsiteY52403"/>
              </a:cxn>
              <a:cxn ang="0">
                <a:pos x="connsiteX52404" y="connsiteY52404"/>
              </a:cxn>
              <a:cxn ang="0">
                <a:pos x="connsiteX52405" y="connsiteY52405"/>
              </a:cxn>
              <a:cxn ang="0">
                <a:pos x="connsiteX52406" y="connsiteY52406"/>
              </a:cxn>
              <a:cxn ang="0">
                <a:pos x="connsiteX52407" y="connsiteY52407"/>
              </a:cxn>
              <a:cxn ang="0">
                <a:pos x="connsiteX52408" y="connsiteY52408"/>
              </a:cxn>
              <a:cxn ang="0">
                <a:pos x="connsiteX52409" y="connsiteY52409"/>
              </a:cxn>
              <a:cxn ang="0">
                <a:pos x="connsiteX52410" y="connsiteY52410"/>
              </a:cxn>
              <a:cxn ang="0">
                <a:pos x="connsiteX52411" y="connsiteY52411"/>
              </a:cxn>
              <a:cxn ang="0">
                <a:pos x="connsiteX52412" y="connsiteY52412"/>
              </a:cxn>
              <a:cxn ang="0">
                <a:pos x="connsiteX52413" y="connsiteY52413"/>
              </a:cxn>
              <a:cxn ang="0">
                <a:pos x="connsiteX52414" y="connsiteY52414"/>
              </a:cxn>
              <a:cxn ang="0">
                <a:pos x="connsiteX52415" y="connsiteY52415"/>
              </a:cxn>
              <a:cxn ang="0">
                <a:pos x="connsiteX52416" y="connsiteY52416"/>
              </a:cxn>
              <a:cxn ang="0">
                <a:pos x="connsiteX52417" y="connsiteY52417"/>
              </a:cxn>
              <a:cxn ang="0">
                <a:pos x="connsiteX52418" y="connsiteY52418"/>
              </a:cxn>
              <a:cxn ang="0">
                <a:pos x="connsiteX52419" y="connsiteY52419"/>
              </a:cxn>
              <a:cxn ang="0">
                <a:pos x="connsiteX52420" y="connsiteY52420"/>
              </a:cxn>
              <a:cxn ang="0">
                <a:pos x="connsiteX52421" y="connsiteY52421"/>
              </a:cxn>
              <a:cxn ang="0">
                <a:pos x="connsiteX52422" y="connsiteY52422"/>
              </a:cxn>
              <a:cxn ang="0">
                <a:pos x="connsiteX52423" y="connsiteY52423"/>
              </a:cxn>
              <a:cxn ang="0">
                <a:pos x="connsiteX52424" y="connsiteY52424"/>
              </a:cxn>
              <a:cxn ang="0">
                <a:pos x="connsiteX52425" y="connsiteY52425"/>
              </a:cxn>
              <a:cxn ang="0">
                <a:pos x="connsiteX52426" y="connsiteY52426"/>
              </a:cxn>
              <a:cxn ang="0">
                <a:pos x="connsiteX52427" y="connsiteY52427"/>
              </a:cxn>
              <a:cxn ang="0">
                <a:pos x="connsiteX52428" y="connsiteY52428"/>
              </a:cxn>
              <a:cxn ang="0">
                <a:pos x="connsiteX52429" y="connsiteY52429"/>
              </a:cxn>
              <a:cxn ang="0">
                <a:pos x="connsiteX52430" y="connsiteY52430"/>
              </a:cxn>
              <a:cxn ang="0">
                <a:pos x="connsiteX52431" y="connsiteY52431"/>
              </a:cxn>
              <a:cxn ang="0">
                <a:pos x="connsiteX52432" y="connsiteY52432"/>
              </a:cxn>
              <a:cxn ang="0">
                <a:pos x="connsiteX52433" y="connsiteY52433"/>
              </a:cxn>
              <a:cxn ang="0">
                <a:pos x="connsiteX52434" y="connsiteY52434"/>
              </a:cxn>
              <a:cxn ang="0">
                <a:pos x="connsiteX52435" y="connsiteY52435"/>
              </a:cxn>
              <a:cxn ang="0">
                <a:pos x="connsiteX52436" y="connsiteY52436"/>
              </a:cxn>
              <a:cxn ang="0">
                <a:pos x="connsiteX52437" y="connsiteY52437"/>
              </a:cxn>
              <a:cxn ang="0">
                <a:pos x="connsiteX52438" y="connsiteY52438"/>
              </a:cxn>
              <a:cxn ang="0">
                <a:pos x="connsiteX52439" y="connsiteY52439"/>
              </a:cxn>
              <a:cxn ang="0">
                <a:pos x="connsiteX52440" y="connsiteY52440"/>
              </a:cxn>
              <a:cxn ang="0">
                <a:pos x="connsiteX52441" y="connsiteY52441"/>
              </a:cxn>
              <a:cxn ang="0">
                <a:pos x="connsiteX52442" y="connsiteY52442"/>
              </a:cxn>
              <a:cxn ang="0">
                <a:pos x="connsiteX52443" y="connsiteY52443"/>
              </a:cxn>
              <a:cxn ang="0">
                <a:pos x="connsiteX52444" y="connsiteY52444"/>
              </a:cxn>
              <a:cxn ang="0">
                <a:pos x="connsiteX52445" y="connsiteY52445"/>
              </a:cxn>
              <a:cxn ang="0">
                <a:pos x="connsiteX52446" y="connsiteY52446"/>
              </a:cxn>
              <a:cxn ang="0">
                <a:pos x="connsiteX52447" y="connsiteY52447"/>
              </a:cxn>
              <a:cxn ang="0">
                <a:pos x="connsiteX52448" y="connsiteY52448"/>
              </a:cxn>
              <a:cxn ang="0">
                <a:pos x="connsiteX52449" y="connsiteY52449"/>
              </a:cxn>
              <a:cxn ang="0">
                <a:pos x="connsiteX52450" y="connsiteY52450"/>
              </a:cxn>
              <a:cxn ang="0">
                <a:pos x="connsiteX52451" y="connsiteY52451"/>
              </a:cxn>
              <a:cxn ang="0">
                <a:pos x="connsiteX52452" y="connsiteY52452"/>
              </a:cxn>
              <a:cxn ang="0">
                <a:pos x="connsiteX52453" y="connsiteY52453"/>
              </a:cxn>
              <a:cxn ang="0">
                <a:pos x="connsiteX52454" y="connsiteY52454"/>
              </a:cxn>
              <a:cxn ang="0">
                <a:pos x="connsiteX52455" y="connsiteY52455"/>
              </a:cxn>
              <a:cxn ang="0">
                <a:pos x="connsiteX52456" y="connsiteY52456"/>
              </a:cxn>
              <a:cxn ang="0">
                <a:pos x="connsiteX52457" y="connsiteY52457"/>
              </a:cxn>
              <a:cxn ang="0">
                <a:pos x="connsiteX52458" y="connsiteY52458"/>
              </a:cxn>
              <a:cxn ang="0">
                <a:pos x="connsiteX52459" y="connsiteY52459"/>
              </a:cxn>
              <a:cxn ang="0">
                <a:pos x="connsiteX52460" y="connsiteY52460"/>
              </a:cxn>
              <a:cxn ang="0">
                <a:pos x="connsiteX52461" y="connsiteY52461"/>
              </a:cxn>
              <a:cxn ang="0">
                <a:pos x="connsiteX52462" y="connsiteY52462"/>
              </a:cxn>
              <a:cxn ang="0">
                <a:pos x="connsiteX52463" y="connsiteY52463"/>
              </a:cxn>
              <a:cxn ang="0">
                <a:pos x="connsiteX52464" y="connsiteY52464"/>
              </a:cxn>
              <a:cxn ang="0">
                <a:pos x="connsiteX52465" y="connsiteY52465"/>
              </a:cxn>
              <a:cxn ang="0">
                <a:pos x="connsiteX52466" y="connsiteY52466"/>
              </a:cxn>
              <a:cxn ang="0">
                <a:pos x="connsiteX52467" y="connsiteY52467"/>
              </a:cxn>
              <a:cxn ang="0">
                <a:pos x="connsiteX52468" y="connsiteY52468"/>
              </a:cxn>
              <a:cxn ang="0">
                <a:pos x="connsiteX52469" y="connsiteY52469"/>
              </a:cxn>
              <a:cxn ang="0">
                <a:pos x="connsiteX52470" y="connsiteY52470"/>
              </a:cxn>
              <a:cxn ang="0">
                <a:pos x="connsiteX52471" y="connsiteY52471"/>
              </a:cxn>
              <a:cxn ang="0">
                <a:pos x="connsiteX52472" y="connsiteY52472"/>
              </a:cxn>
              <a:cxn ang="0">
                <a:pos x="connsiteX52473" y="connsiteY52473"/>
              </a:cxn>
              <a:cxn ang="0">
                <a:pos x="connsiteX52474" y="connsiteY52474"/>
              </a:cxn>
              <a:cxn ang="0">
                <a:pos x="connsiteX52475" y="connsiteY52475"/>
              </a:cxn>
              <a:cxn ang="0">
                <a:pos x="connsiteX52476" y="connsiteY52476"/>
              </a:cxn>
              <a:cxn ang="0">
                <a:pos x="connsiteX52477" y="connsiteY52477"/>
              </a:cxn>
              <a:cxn ang="0">
                <a:pos x="connsiteX52478" y="connsiteY52478"/>
              </a:cxn>
              <a:cxn ang="0">
                <a:pos x="connsiteX52479" y="connsiteY52479"/>
              </a:cxn>
              <a:cxn ang="0">
                <a:pos x="connsiteX52480" y="connsiteY52480"/>
              </a:cxn>
              <a:cxn ang="0">
                <a:pos x="connsiteX52481" y="connsiteY52481"/>
              </a:cxn>
              <a:cxn ang="0">
                <a:pos x="connsiteX52482" y="connsiteY52482"/>
              </a:cxn>
              <a:cxn ang="0">
                <a:pos x="connsiteX52483" y="connsiteY52483"/>
              </a:cxn>
              <a:cxn ang="0">
                <a:pos x="connsiteX52484" y="connsiteY52484"/>
              </a:cxn>
              <a:cxn ang="0">
                <a:pos x="connsiteX52485" y="connsiteY52485"/>
              </a:cxn>
              <a:cxn ang="0">
                <a:pos x="connsiteX52486" y="connsiteY52486"/>
              </a:cxn>
              <a:cxn ang="0">
                <a:pos x="connsiteX52487" y="connsiteY52487"/>
              </a:cxn>
              <a:cxn ang="0">
                <a:pos x="connsiteX52488" y="connsiteY52488"/>
              </a:cxn>
              <a:cxn ang="0">
                <a:pos x="connsiteX52489" y="connsiteY52489"/>
              </a:cxn>
              <a:cxn ang="0">
                <a:pos x="connsiteX52490" y="connsiteY52490"/>
              </a:cxn>
              <a:cxn ang="0">
                <a:pos x="connsiteX52491" y="connsiteY52491"/>
              </a:cxn>
              <a:cxn ang="0">
                <a:pos x="connsiteX52492" y="connsiteY52492"/>
              </a:cxn>
              <a:cxn ang="0">
                <a:pos x="connsiteX52493" y="connsiteY52493"/>
              </a:cxn>
              <a:cxn ang="0">
                <a:pos x="connsiteX52494" y="connsiteY52494"/>
              </a:cxn>
              <a:cxn ang="0">
                <a:pos x="connsiteX52495" y="connsiteY52495"/>
              </a:cxn>
              <a:cxn ang="0">
                <a:pos x="connsiteX52496" y="connsiteY52496"/>
              </a:cxn>
              <a:cxn ang="0">
                <a:pos x="connsiteX52497" y="connsiteY52497"/>
              </a:cxn>
              <a:cxn ang="0">
                <a:pos x="connsiteX52498" y="connsiteY52498"/>
              </a:cxn>
              <a:cxn ang="0">
                <a:pos x="connsiteX52499" y="connsiteY52499"/>
              </a:cxn>
              <a:cxn ang="0">
                <a:pos x="connsiteX52500" y="connsiteY52500"/>
              </a:cxn>
              <a:cxn ang="0">
                <a:pos x="connsiteX52501" y="connsiteY52501"/>
              </a:cxn>
              <a:cxn ang="0">
                <a:pos x="connsiteX52502" y="connsiteY52502"/>
              </a:cxn>
              <a:cxn ang="0">
                <a:pos x="connsiteX52503" y="connsiteY52503"/>
              </a:cxn>
              <a:cxn ang="0">
                <a:pos x="connsiteX52504" y="connsiteY52504"/>
              </a:cxn>
              <a:cxn ang="0">
                <a:pos x="connsiteX52505" y="connsiteY52505"/>
              </a:cxn>
              <a:cxn ang="0">
                <a:pos x="connsiteX52506" y="connsiteY52506"/>
              </a:cxn>
              <a:cxn ang="0">
                <a:pos x="connsiteX52507" y="connsiteY52507"/>
              </a:cxn>
              <a:cxn ang="0">
                <a:pos x="connsiteX52508" y="connsiteY52508"/>
              </a:cxn>
              <a:cxn ang="0">
                <a:pos x="connsiteX52509" y="connsiteY52509"/>
              </a:cxn>
              <a:cxn ang="0">
                <a:pos x="connsiteX52510" y="connsiteY52510"/>
              </a:cxn>
              <a:cxn ang="0">
                <a:pos x="connsiteX52511" y="connsiteY52511"/>
              </a:cxn>
              <a:cxn ang="0">
                <a:pos x="connsiteX52512" y="connsiteY52512"/>
              </a:cxn>
              <a:cxn ang="0">
                <a:pos x="connsiteX52513" y="connsiteY52513"/>
              </a:cxn>
              <a:cxn ang="0">
                <a:pos x="connsiteX52514" y="connsiteY52514"/>
              </a:cxn>
              <a:cxn ang="0">
                <a:pos x="connsiteX52515" y="connsiteY52515"/>
              </a:cxn>
              <a:cxn ang="0">
                <a:pos x="connsiteX52516" y="connsiteY52516"/>
              </a:cxn>
              <a:cxn ang="0">
                <a:pos x="connsiteX52517" y="connsiteY52517"/>
              </a:cxn>
              <a:cxn ang="0">
                <a:pos x="connsiteX52518" y="connsiteY52518"/>
              </a:cxn>
              <a:cxn ang="0">
                <a:pos x="connsiteX52519" y="connsiteY52519"/>
              </a:cxn>
              <a:cxn ang="0">
                <a:pos x="connsiteX52520" y="connsiteY52520"/>
              </a:cxn>
              <a:cxn ang="0">
                <a:pos x="connsiteX52521" y="connsiteY52521"/>
              </a:cxn>
              <a:cxn ang="0">
                <a:pos x="connsiteX52522" y="connsiteY52522"/>
              </a:cxn>
              <a:cxn ang="0">
                <a:pos x="connsiteX52523" y="connsiteY52523"/>
              </a:cxn>
              <a:cxn ang="0">
                <a:pos x="connsiteX52524" y="connsiteY52524"/>
              </a:cxn>
              <a:cxn ang="0">
                <a:pos x="connsiteX52525" y="connsiteY52525"/>
              </a:cxn>
              <a:cxn ang="0">
                <a:pos x="connsiteX52526" y="connsiteY52526"/>
              </a:cxn>
              <a:cxn ang="0">
                <a:pos x="connsiteX52527" y="connsiteY52527"/>
              </a:cxn>
              <a:cxn ang="0">
                <a:pos x="connsiteX52528" y="connsiteY52528"/>
              </a:cxn>
              <a:cxn ang="0">
                <a:pos x="connsiteX52529" y="connsiteY52529"/>
              </a:cxn>
              <a:cxn ang="0">
                <a:pos x="connsiteX52530" y="connsiteY52530"/>
              </a:cxn>
              <a:cxn ang="0">
                <a:pos x="connsiteX52531" y="connsiteY52531"/>
              </a:cxn>
              <a:cxn ang="0">
                <a:pos x="connsiteX52532" y="connsiteY52532"/>
              </a:cxn>
              <a:cxn ang="0">
                <a:pos x="connsiteX52533" y="connsiteY52533"/>
              </a:cxn>
              <a:cxn ang="0">
                <a:pos x="connsiteX52534" y="connsiteY52534"/>
              </a:cxn>
              <a:cxn ang="0">
                <a:pos x="connsiteX52535" y="connsiteY52535"/>
              </a:cxn>
              <a:cxn ang="0">
                <a:pos x="connsiteX52536" y="connsiteY52536"/>
              </a:cxn>
              <a:cxn ang="0">
                <a:pos x="connsiteX52537" y="connsiteY52537"/>
              </a:cxn>
              <a:cxn ang="0">
                <a:pos x="connsiteX52538" y="connsiteY52538"/>
              </a:cxn>
              <a:cxn ang="0">
                <a:pos x="connsiteX52539" y="connsiteY52539"/>
              </a:cxn>
              <a:cxn ang="0">
                <a:pos x="connsiteX52540" y="connsiteY52540"/>
              </a:cxn>
              <a:cxn ang="0">
                <a:pos x="connsiteX52541" y="connsiteY52541"/>
              </a:cxn>
              <a:cxn ang="0">
                <a:pos x="connsiteX52542" y="connsiteY52542"/>
              </a:cxn>
              <a:cxn ang="0">
                <a:pos x="connsiteX52543" y="connsiteY52543"/>
              </a:cxn>
              <a:cxn ang="0">
                <a:pos x="connsiteX52544" y="connsiteY52544"/>
              </a:cxn>
              <a:cxn ang="0">
                <a:pos x="connsiteX52545" y="connsiteY52545"/>
              </a:cxn>
              <a:cxn ang="0">
                <a:pos x="connsiteX52546" y="connsiteY52546"/>
              </a:cxn>
              <a:cxn ang="0">
                <a:pos x="connsiteX52547" y="connsiteY52547"/>
              </a:cxn>
              <a:cxn ang="0">
                <a:pos x="connsiteX52548" y="connsiteY52548"/>
              </a:cxn>
              <a:cxn ang="0">
                <a:pos x="connsiteX52549" y="connsiteY52549"/>
              </a:cxn>
              <a:cxn ang="0">
                <a:pos x="connsiteX52550" y="connsiteY52550"/>
              </a:cxn>
              <a:cxn ang="0">
                <a:pos x="connsiteX52551" y="connsiteY52551"/>
              </a:cxn>
              <a:cxn ang="0">
                <a:pos x="connsiteX52552" y="connsiteY52552"/>
              </a:cxn>
              <a:cxn ang="0">
                <a:pos x="connsiteX52553" y="connsiteY52553"/>
              </a:cxn>
              <a:cxn ang="0">
                <a:pos x="connsiteX52554" y="connsiteY52554"/>
              </a:cxn>
              <a:cxn ang="0">
                <a:pos x="connsiteX52555" y="connsiteY52555"/>
              </a:cxn>
              <a:cxn ang="0">
                <a:pos x="connsiteX52556" y="connsiteY52556"/>
              </a:cxn>
              <a:cxn ang="0">
                <a:pos x="connsiteX52557" y="connsiteY52557"/>
              </a:cxn>
              <a:cxn ang="0">
                <a:pos x="connsiteX52558" y="connsiteY52558"/>
              </a:cxn>
              <a:cxn ang="0">
                <a:pos x="connsiteX52559" y="connsiteY52559"/>
              </a:cxn>
              <a:cxn ang="0">
                <a:pos x="connsiteX52560" y="connsiteY52560"/>
              </a:cxn>
              <a:cxn ang="0">
                <a:pos x="connsiteX52561" y="connsiteY52561"/>
              </a:cxn>
              <a:cxn ang="0">
                <a:pos x="connsiteX52562" y="connsiteY52562"/>
              </a:cxn>
              <a:cxn ang="0">
                <a:pos x="connsiteX52563" y="connsiteY52563"/>
              </a:cxn>
              <a:cxn ang="0">
                <a:pos x="connsiteX52564" y="connsiteY52564"/>
              </a:cxn>
              <a:cxn ang="0">
                <a:pos x="connsiteX52565" y="connsiteY52565"/>
              </a:cxn>
              <a:cxn ang="0">
                <a:pos x="connsiteX52566" y="connsiteY52566"/>
              </a:cxn>
              <a:cxn ang="0">
                <a:pos x="connsiteX52567" y="connsiteY52567"/>
              </a:cxn>
              <a:cxn ang="0">
                <a:pos x="connsiteX52568" y="connsiteY52568"/>
              </a:cxn>
              <a:cxn ang="0">
                <a:pos x="connsiteX52569" y="connsiteY52569"/>
              </a:cxn>
              <a:cxn ang="0">
                <a:pos x="connsiteX52570" y="connsiteY52570"/>
              </a:cxn>
              <a:cxn ang="0">
                <a:pos x="connsiteX52571" y="connsiteY52571"/>
              </a:cxn>
              <a:cxn ang="0">
                <a:pos x="connsiteX52572" y="connsiteY52572"/>
              </a:cxn>
              <a:cxn ang="0">
                <a:pos x="connsiteX52573" y="connsiteY52573"/>
              </a:cxn>
              <a:cxn ang="0">
                <a:pos x="connsiteX52574" y="connsiteY52574"/>
              </a:cxn>
              <a:cxn ang="0">
                <a:pos x="connsiteX52575" y="connsiteY52575"/>
              </a:cxn>
              <a:cxn ang="0">
                <a:pos x="connsiteX52576" y="connsiteY52576"/>
              </a:cxn>
              <a:cxn ang="0">
                <a:pos x="connsiteX52577" y="connsiteY52577"/>
              </a:cxn>
              <a:cxn ang="0">
                <a:pos x="connsiteX52578" y="connsiteY52578"/>
              </a:cxn>
              <a:cxn ang="0">
                <a:pos x="connsiteX52579" y="connsiteY52579"/>
              </a:cxn>
              <a:cxn ang="0">
                <a:pos x="connsiteX52580" y="connsiteY52580"/>
              </a:cxn>
              <a:cxn ang="0">
                <a:pos x="connsiteX52581" y="connsiteY52581"/>
              </a:cxn>
              <a:cxn ang="0">
                <a:pos x="connsiteX52582" y="connsiteY52582"/>
              </a:cxn>
              <a:cxn ang="0">
                <a:pos x="connsiteX52583" y="connsiteY52583"/>
              </a:cxn>
              <a:cxn ang="0">
                <a:pos x="connsiteX52584" y="connsiteY52584"/>
              </a:cxn>
              <a:cxn ang="0">
                <a:pos x="connsiteX52585" y="connsiteY52585"/>
              </a:cxn>
              <a:cxn ang="0">
                <a:pos x="connsiteX52586" y="connsiteY52586"/>
              </a:cxn>
              <a:cxn ang="0">
                <a:pos x="connsiteX52587" y="connsiteY52587"/>
              </a:cxn>
              <a:cxn ang="0">
                <a:pos x="connsiteX52588" y="connsiteY52588"/>
              </a:cxn>
              <a:cxn ang="0">
                <a:pos x="connsiteX52589" y="connsiteY52589"/>
              </a:cxn>
              <a:cxn ang="0">
                <a:pos x="connsiteX52590" y="connsiteY52590"/>
              </a:cxn>
              <a:cxn ang="0">
                <a:pos x="connsiteX52591" y="connsiteY52591"/>
              </a:cxn>
              <a:cxn ang="0">
                <a:pos x="connsiteX52592" y="connsiteY52592"/>
              </a:cxn>
              <a:cxn ang="0">
                <a:pos x="connsiteX52593" y="connsiteY52593"/>
              </a:cxn>
              <a:cxn ang="0">
                <a:pos x="connsiteX52594" y="connsiteY52594"/>
              </a:cxn>
              <a:cxn ang="0">
                <a:pos x="connsiteX52595" y="connsiteY52595"/>
              </a:cxn>
              <a:cxn ang="0">
                <a:pos x="connsiteX52596" y="connsiteY52596"/>
              </a:cxn>
              <a:cxn ang="0">
                <a:pos x="connsiteX52597" y="connsiteY52597"/>
              </a:cxn>
              <a:cxn ang="0">
                <a:pos x="connsiteX52598" y="connsiteY52598"/>
              </a:cxn>
              <a:cxn ang="0">
                <a:pos x="connsiteX52599" y="connsiteY52599"/>
              </a:cxn>
              <a:cxn ang="0">
                <a:pos x="connsiteX52600" y="connsiteY52600"/>
              </a:cxn>
              <a:cxn ang="0">
                <a:pos x="connsiteX52601" y="connsiteY52601"/>
              </a:cxn>
              <a:cxn ang="0">
                <a:pos x="connsiteX52602" y="connsiteY52602"/>
              </a:cxn>
              <a:cxn ang="0">
                <a:pos x="connsiteX52603" y="connsiteY52603"/>
              </a:cxn>
              <a:cxn ang="0">
                <a:pos x="connsiteX52604" y="connsiteY52604"/>
              </a:cxn>
              <a:cxn ang="0">
                <a:pos x="connsiteX52605" y="connsiteY52605"/>
              </a:cxn>
              <a:cxn ang="0">
                <a:pos x="connsiteX52606" y="connsiteY52606"/>
              </a:cxn>
              <a:cxn ang="0">
                <a:pos x="connsiteX52607" y="connsiteY52607"/>
              </a:cxn>
              <a:cxn ang="0">
                <a:pos x="connsiteX52608" y="connsiteY52608"/>
              </a:cxn>
              <a:cxn ang="0">
                <a:pos x="connsiteX52609" y="connsiteY52609"/>
              </a:cxn>
              <a:cxn ang="0">
                <a:pos x="connsiteX52610" y="connsiteY52610"/>
              </a:cxn>
              <a:cxn ang="0">
                <a:pos x="connsiteX52611" y="connsiteY52611"/>
              </a:cxn>
              <a:cxn ang="0">
                <a:pos x="connsiteX52612" y="connsiteY52612"/>
              </a:cxn>
              <a:cxn ang="0">
                <a:pos x="connsiteX52613" y="connsiteY52613"/>
              </a:cxn>
              <a:cxn ang="0">
                <a:pos x="connsiteX52614" y="connsiteY52614"/>
              </a:cxn>
              <a:cxn ang="0">
                <a:pos x="connsiteX52615" y="connsiteY52615"/>
              </a:cxn>
              <a:cxn ang="0">
                <a:pos x="connsiteX52616" y="connsiteY52616"/>
              </a:cxn>
              <a:cxn ang="0">
                <a:pos x="connsiteX52617" y="connsiteY52617"/>
              </a:cxn>
              <a:cxn ang="0">
                <a:pos x="connsiteX52618" y="connsiteY52618"/>
              </a:cxn>
              <a:cxn ang="0">
                <a:pos x="connsiteX52619" y="connsiteY52619"/>
              </a:cxn>
              <a:cxn ang="0">
                <a:pos x="connsiteX52620" y="connsiteY52620"/>
              </a:cxn>
              <a:cxn ang="0">
                <a:pos x="connsiteX52621" y="connsiteY52621"/>
              </a:cxn>
              <a:cxn ang="0">
                <a:pos x="connsiteX52622" y="connsiteY52622"/>
              </a:cxn>
              <a:cxn ang="0">
                <a:pos x="connsiteX52623" y="connsiteY52623"/>
              </a:cxn>
              <a:cxn ang="0">
                <a:pos x="connsiteX52624" y="connsiteY52624"/>
              </a:cxn>
              <a:cxn ang="0">
                <a:pos x="connsiteX52625" y="connsiteY52625"/>
              </a:cxn>
              <a:cxn ang="0">
                <a:pos x="connsiteX52626" y="connsiteY52626"/>
              </a:cxn>
              <a:cxn ang="0">
                <a:pos x="connsiteX52627" y="connsiteY52627"/>
              </a:cxn>
              <a:cxn ang="0">
                <a:pos x="connsiteX52628" y="connsiteY52628"/>
              </a:cxn>
              <a:cxn ang="0">
                <a:pos x="connsiteX52629" y="connsiteY52629"/>
              </a:cxn>
              <a:cxn ang="0">
                <a:pos x="connsiteX52630" y="connsiteY52630"/>
              </a:cxn>
              <a:cxn ang="0">
                <a:pos x="connsiteX52631" y="connsiteY52631"/>
              </a:cxn>
              <a:cxn ang="0">
                <a:pos x="connsiteX52632" y="connsiteY52632"/>
              </a:cxn>
              <a:cxn ang="0">
                <a:pos x="connsiteX52633" y="connsiteY52633"/>
              </a:cxn>
              <a:cxn ang="0">
                <a:pos x="connsiteX52634" y="connsiteY52634"/>
              </a:cxn>
              <a:cxn ang="0">
                <a:pos x="connsiteX52635" y="connsiteY52635"/>
              </a:cxn>
              <a:cxn ang="0">
                <a:pos x="connsiteX52636" y="connsiteY52636"/>
              </a:cxn>
              <a:cxn ang="0">
                <a:pos x="connsiteX52637" y="connsiteY52637"/>
              </a:cxn>
              <a:cxn ang="0">
                <a:pos x="connsiteX52638" y="connsiteY52638"/>
              </a:cxn>
              <a:cxn ang="0">
                <a:pos x="connsiteX52639" y="connsiteY52639"/>
              </a:cxn>
              <a:cxn ang="0">
                <a:pos x="connsiteX52640" y="connsiteY52640"/>
              </a:cxn>
              <a:cxn ang="0">
                <a:pos x="connsiteX52641" y="connsiteY52641"/>
              </a:cxn>
              <a:cxn ang="0">
                <a:pos x="connsiteX52642" y="connsiteY52642"/>
              </a:cxn>
              <a:cxn ang="0">
                <a:pos x="connsiteX52643" y="connsiteY52643"/>
              </a:cxn>
              <a:cxn ang="0">
                <a:pos x="connsiteX52644" y="connsiteY52644"/>
              </a:cxn>
              <a:cxn ang="0">
                <a:pos x="connsiteX52645" y="connsiteY52645"/>
              </a:cxn>
              <a:cxn ang="0">
                <a:pos x="connsiteX52646" y="connsiteY52646"/>
              </a:cxn>
              <a:cxn ang="0">
                <a:pos x="connsiteX52647" y="connsiteY52647"/>
              </a:cxn>
              <a:cxn ang="0">
                <a:pos x="connsiteX52648" y="connsiteY52648"/>
              </a:cxn>
              <a:cxn ang="0">
                <a:pos x="connsiteX52649" y="connsiteY52649"/>
              </a:cxn>
              <a:cxn ang="0">
                <a:pos x="connsiteX52650" y="connsiteY52650"/>
              </a:cxn>
              <a:cxn ang="0">
                <a:pos x="connsiteX52651" y="connsiteY52651"/>
              </a:cxn>
              <a:cxn ang="0">
                <a:pos x="connsiteX52652" y="connsiteY52652"/>
              </a:cxn>
              <a:cxn ang="0">
                <a:pos x="connsiteX52653" y="connsiteY52653"/>
              </a:cxn>
              <a:cxn ang="0">
                <a:pos x="connsiteX52654" y="connsiteY52654"/>
              </a:cxn>
              <a:cxn ang="0">
                <a:pos x="connsiteX52655" y="connsiteY52655"/>
              </a:cxn>
              <a:cxn ang="0">
                <a:pos x="connsiteX52656" y="connsiteY52656"/>
              </a:cxn>
              <a:cxn ang="0">
                <a:pos x="connsiteX52657" y="connsiteY52657"/>
              </a:cxn>
              <a:cxn ang="0">
                <a:pos x="connsiteX52658" y="connsiteY52658"/>
              </a:cxn>
              <a:cxn ang="0">
                <a:pos x="connsiteX52659" y="connsiteY52659"/>
              </a:cxn>
              <a:cxn ang="0">
                <a:pos x="connsiteX52660" y="connsiteY52660"/>
              </a:cxn>
              <a:cxn ang="0">
                <a:pos x="connsiteX52661" y="connsiteY52661"/>
              </a:cxn>
              <a:cxn ang="0">
                <a:pos x="connsiteX52662" y="connsiteY52662"/>
              </a:cxn>
              <a:cxn ang="0">
                <a:pos x="connsiteX52663" y="connsiteY52663"/>
              </a:cxn>
              <a:cxn ang="0">
                <a:pos x="connsiteX52664" y="connsiteY52664"/>
              </a:cxn>
              <a:cxn ang="0">
                <a:pos x="connsiteX52665" y="connsiteY52665"/>
              </a:cxn>
              <a:cxn ang="0">
                <a:pos x="connsiteX52666" y="connsiteY52666"/>
              </a:cxn>
              <a:cxn ang="0">
                <a:pos x="connsiteX52667" y="connsiteY52667"/>
              </a:cxn>
              <a:cxn ang="0">
                <a:pos x="connsiteX52668" y="connsiteY52668"/>
              </a:cxn>
              <a:cxn ang="0">
                <a:pos x="connsiteX52669" y="connsiteY52669"/>
              </a:cxn>
              <a:cxn ang="0">
                <a:pos x="connsiteX52670" y="connsiteY52670"/>
              </a:cxn>
              <a:cxn ang="0">
                <a:pos x="connsiteX52671" y="connsiteY52671"/>
              </a:cxn>
              <a:cxn ang="0">
                <a:pos x="connsiteX52672" y="connsiteY52672"/>
              </a:cxn>
              <a:cxn ang="0">
                <a:pos x="connsiteX52673" y="connsiteY52673"/>
              </a:cxn>
              <a:cxn ang="0">
                <a:pos x="connsiteX52674" y="connsiteY52674"/>
              </a:cxn>
              <a:cxn ang="0">
                <a:pos x="connsiteX52675" y="connsiteY52675"/>
              </a:cxn>
              <a:cxn ang="0">
                <a:pos x="connsiteX52676" y="connsiteY52676"/>
              </a:cxn>
              <a:cxn ang="0">
                <a:pos x="connsiteX52677" y="connsiteY52677"/>
              </a:cxn>
              <a:cxn ang="0">
                <a:pos x="connsiteX52678" y="connsiteY52678"/>
              </a:cxn>
              <a:cxn ang="0">
                <a:pos x="connsiteX52679" y="connsiteY52679"/>
              </a:cxn>
              <a:cxn ang="0">
                <a:pos x="connsiteX52680" y="connsiteY52680"/>
              </a:cxn>
              <a:cxn ang="0">
                <a:pos x="connsiteX52681" y="connsiteY52681"/>
              </a:cxn>
              <a:cxn ang="0">
                <a:pos x="connsiteX52682" y="connsiteY52682"/>
              </a:cxn>
              <a:cxn ang="0">
                <a:pos x="connsiteX52683" y="connsiteY52683"/>
              </a:cxn>
              <a:cxn ang="0">
                <a:pos x="connsiteX52684" y="connsiteY52684"/>
              </a:cxn>
              <a:cxn ang="0">
                <a:pos x="connsiteX52685" y="connsiteY52685"/>
              </a:cxn>
              <a:cxn ang="0">
                <a:pos x="connsiteX52686" y="connsiteY52686"/>
              </a:cxn>
              <a:cxn ang="0">
                <a:pos x="connsiteX52687" y="connsiteY52687"/>
              </a:cxn>
              <a:cxn ang="0">
                <a:pos x="connsiteX52688" y="connsiteY52688"/>
              </a:cxn>
              <a:cxn ang="0">
                <a:pos x="connsiteX52689" y="connsiteY52689"/>
              </a:cxn>
              <a:cxn ang="0">
                <a:pos x="connsiteX52690" y="connsiteY52690"/>
              </a:cxn>
              <a:cxn ang="0">
                <a:pos x="connsiteX52691" y="connsiteY52691"/>
              </a:cxn>
              <a:cxn ang="0">
                <a:pos x="connsiteX52692" y="connsiteY52692"/>
              </a:cxn>
              <a:cxn ang="0">
                <a:pos x="connsiteX52693" y="connsiteY52693"/>
              </a:cxn>
              <a:cxn ang="0">
                <a:pos x="connsiteX52694" y="connsiteY52694"/>
              </a:cxn>
              <a:cxn ang="0">
                <a:pos x="connsiteX52695" y="connsiteY52695"/>
              </a:cxn>
              <a:cxn ang="0">
                <a:pos x="connsiteX52696" y="connsiteY52696"/>
              </a:cxn>
              <a:cxn ang="0">
                <a:pos x="connsiteX52697" y="connsiteY52697"/>
              </a:cxn>
              <a:cxn ang="0">
                <a:pos x="connsiteX52698" y="connsiteY52698"/>
              </a:cxn>
              <a:cxn ang="0">
                <a:pos x="connsiteX52699" y="connsiteY52699"/>
              </a:cxn>
              <a:cxn ang="0">
                <a:pos x="connsiteX52700" y="connsiteY52700"/>
              </a:cxn>
              <a:cxn ang="0">
                <a:pos x="connsiteX52701" y="connsiteY52701"/>
              </a:cxn>
              <a:cxn ang="0">
                <a:pos x="connsiteX52702" y="connsiteY52702"/>
              </a:cxn>
              <a:cxn ang="0">
                <a:pos x="connsiteX52703" y="connsiteY52703"/>
              </a:cxn>
              <a:cxn ang="0">
                <a:pos x="connsiteX52704" y="connsiteY52704"/>
              </a:cxn>
              <a:cxn ang="0">
                <a:pos x="connsiteX52705" y="connsiteY52705"/>
              </a:cxn>
              <a:cxn ang="0">
                <a:pos x="connsiteX52706" y="connsiteY52706"/>
              </a:cxn>
              <a:cxn ang="0">
                <a:pos x="connsiteX52707" y="connsiteY52707"/>
              </a:cxn>
              <a:cxn ang="0">
                <a:pos x="connsiteX52708" y="connsiteY52708"/>
              </a:cxn>
              <a:cxn ang="0">
                <a:pos x="connsiteX52709" y="connsiteY52709"/>
              </a:cxn>
              <a:cxn ang="0">
                <a:pos x="connsiteX52710" y="connsiteY52710"/>
              </a:cxn>
              <a:cxn ang="0">
                <a:pos x="connsiteX52711" y="connsiteY52711"/>
              </a:cxn>
              <a:cxn ang="0">
                <a:pos x="connsiteX52712" y="connsiteY52712"/>
              </a:cxn>
              <a:cxn ang="0">
                <a:pos x="connsiteX52713" y="connsiteY52713"/>
              </a:cxn>
              <a:cxn ang="0">
                <a:pos x="connsiteX52714" y="connsiteY52714"/>
              </a:cxn>
              <a:cxn ang="0">
                <a:pos x="connsiteX52715" y="connsiteY52715"/>
              </a:cxn>
              <a:cxn ang="0">
                <a:pos x="connsiteX52716" y="connsiteY52716"/>
              </a:cxn>
              <a:cxn ang="0">
                <a:pos x="connsiteX52717" y="connsiteY52717"/>
              </a:cxn>
              <a:cxn ang="0">
                <a:pos x="connsiteX52718" y="connsiteY52718"/>
              </a:cxn>
              <a:cxn ang="0">
                <a:pos x="connsiteX52719" y="connsiteY52719"/>
              </a:cxn>
              <a:cxn ang="0">
                <a:pos x="connsiteX52720" y="connsiteY52720"/>
              </a:cxn>
              <a:cxn ang="0">
                <a:pos x="connsiteX52721" y="connsiteY52721"/>
              </a:cxn>
              <a:cxn ang="0">
                <a:pos x="connsiteX52722" y="connsiteY52722"/>
              </a:cxn>
              <a:cxn ang="0">
                <a:pos x="connsiteX52723" y="connsiteY52723"/>
              </a:cxn>
              <a:cxn ang="0">
                <a:pos x="connsiteX52724" y="connsiteY52724"/>
              </a:cxn>
              <a:cxn ang="0">
                <a:pos x="connsiteX52725" y="connsiteY52725"/>
              </a:cxn>
              <a:cxn ang="0">
                <a:pos x="connsiteX52726" y="connsiteY52726"/>
              </a:cxn>
              <a:cxn ang="0">
                <a:pos x="connsiteX52727" y="connsiteY52727"/>
              </a:cxn>
              <a:cxn ang="0">
                <a:pos x="connsiteX52728" y="connsiteY52728"/>
              </a:cxn>
              <a:cxn ang="0">
                <a:pos x="connsiteX52729" y="connsiteY52729"/>
              </a:cxn>
              <a:cxn ang="0">
                <a:pos x="connsiteX52730" y="connsiteY52730"/>
              </a:cxn>
              <a:cxn ang="0">
                <a:pos x="connsiteX52731" y="connsiteY52731"/>
              </a:cxn>
              <a:cxn ang="0">
                <a:pos x="connsiteX52732" y="connsiteY52732"/>
              </a:cxn>
              <a:cxn ang="0">
                <a:pos x="connsiteX52733" y="connsiteY52733"/>
              </a:cxn>
              <a:cxn ang="0">
                <a:pos x="connsiteX52734" y="connsiteY52734"/>
              </a:cxn>
              <a:cxn ang="0">
                <a:pos x="connsiteX52735" y="connsiteY52735"/>
              </a:cxn>
              <a:cxn ang="0">
                <a:pos x="connsiteX52736" y="connsiteY52736"/>
              </a:cxn>
              <a:cxn ang="0">
                <a:pos x="connsiteX52737" y="connsiteY52737"/>
              </a:cxn>
              <a:cxn ang="0">
                <a:pos x="connsiteX52738" y="connsiteY52738"/>
              </a:cxn>
              <a:cxn ang="0">
                <a:pos x="connsiteX52739" y="connsiteY52739"/>
              </a:cxn>
              <a:cxn ang="0">
                <a:pos x="connsiteX52740" y="connsiteY52740"/>
              </a:cxn>
              <a:cxn ang="0">
                <a:pos x="connsiteX52741" y="connsiteY52741"/>
              </a:cxn>
              <a:cxn ang="0">
                <a:pos x="connsiteX52742" y="connsiteY52742"/>
              </a:cxn>
              <a:cxn ang="0">
                <a:pos x="connsiteX52743" y="connsiteY52743"/>
              </a:cxn>
              <a:cxn ang="0">
                <a:pos x="connsiteX52744" y="connsiteY52744"/>
              </a:cxn>
              <a:cxn ang="0">
                <a:pos x="connsiteX52745" y="connsiteY52745"/>
              </a:cxn>
              <a:cxn ang="0">
                <a:pos x="connsiteX52746" y="connsiteY52746"/>
              </a:cxn>
              <a:cxn ang="0">
                <a:pos x="connsiteX52747" y="connsiteY52747"/>
              </a:cxn>
              <a:cxn ang="0">
                <a:pos x="connsiteX52748" y="connsiteY52748"/>
              </a:cxn>
              <a:cxn ang="0">
                <a:pos x="connsiteX52749" y="connsiteY52749"/>
              </a:cxn>
              <a:cxn ang="0">
                <a:pos x="connsiteX52750" y="connsiteY52750"/>
              </a:cxn>
              <a:cxn ang="0">
                <a:pos x="connsiteX52751" y="connsiteY52751"/>
              </a:cxn>
              <a:cxn ang="0">
                <a:pos x="connsiteX52752" y="connsiteY52752"/>
              </a:cxn>
              <a:cxn ang="0">
                <a:pos x="connsiteX52753" y="connsiteY52753"/>
              </a:cxn>
              <a:cxn ang="0">
                <a:pos x="connsiteX52754" y="connsiteY52754"/>
              </a:cxn>
              <a:cxn ang="0">
                <a:pos x="connsiteX52755" y="connsiteY52755"/>
              </a:cxn>
              <a:cxn ang="0">
                <a:pos x="connsiteX52756" y="connsiteY52756"/>
              </a:cxn>
              <a:cxn ang="0">
                <a:pos x="connsiteX52757" y="connsiteY52757"/>
              </a:cxn>
              <a:cxn ang="0">
                <a:pos x="connsiteX52758" y="connsiteY52758"/>
              </a:cxn>
              <a:cxn ang="0">
                <a:pos x="connsiteX52759" y="connsiteY52759"/>
              </a:cxn>
              <a:cxn ang="0">
                <a:pos x="connsiteX52760" y="connsiteY52760"/>
              </a:cxn>
              <a:cxn ang="0">
                <a:pos x="connsiteX52761" y="connsiteY52761"/>
              </a:cxn>
              <a:cxn ang="0">
                <a:pos x="connsiteX52762" y="connsiteY52762"/>
              </a:cxn>
              <a:cxn ang="0">
                <a:pos x="connsiteX52763" y="connsiteY52763"/>
              </a:cxn>
              <a:cxn ang="0">
                <a:pos x="connsiteX52764" y="connsiteY52764"/>
              </a:cxn>
              <a:cxn ang="0">
                <a:pos x="connsiteX52765" y="connsiteY52765"/>
              </a:cxn>
              <a:cxn ang="0">
                <a:pos x="connsiteX52766" y="connsiteY52766"/>
              </a:cxn>
              <a:cxn ang="0">
                <a:pos x="connsiteX52767" y="connsiteY52767"/>
              </a:cxn>
              <a:cxn ang="0">
                <a:pos x="connsiteX52768" y="connsiteY52768"/>
              </a:cxn>
              <a:cxn ang="0">
                <a:pos x="connsiteX52769" y="connsiteY52769"/>
              </a:cxn>
              <a:cxn ang="0">
                <a:pos x="connsiteX52770" y="connsiteY52770"/>
              </a:cxn>
              <a:cxn ang="0">
                <a:pos x="connsiteX52771" y="connsiteY52771"/>
              </a:cxn>
              <a:cxn ang="0">
                <a:pos x="connsiteX52772" y="connsiteY52772"/>
              </a:cxn>
              <a:cxn ang="0">
                <a:pos x="connsiteX52773" y="connsiteY52773"/>
              </a:cxn>
              <a:cxn ang="0">
                <a:pos x="connsiteX52774" y="connsiteY52774"/>
              </a:cxn>
              <a:cxn ang="0">
                <a:pos x="connsiteX52775" y="connsiteY52775"/>
              </a:cxn>
              <a:cxn ang="0">
                <a:pos x="connsiteX52776" y="connsiteY52776"/>
              </a:cxn>
              <a:cxn ang="0">
                <a:pos x="connsiteX52777" y="connsiteY52777"/>
              </a:cxn>
              <a:cxn ang="0">
                <a:pos x="connsiteX52778" y="connsiteY52778"/>
              </a:cxn>
              <a:cxn ang="0">
                <a:pos x="connsiteX52779" y="connsiteY52779"/>
              </a:cxn>
              <a:cxn ang="0">
                <a:pos x="connsiteX52780" y="connsiteY52780"/>
              </a:cxn>
              <a:cxn ang="0">
                <a:pos x="connsiteX52781" y="connsiteY52781"/>
              </a:cxn>
              <a:cxn ang="0">
                <a:pos x="connsiteX52782" y="connsiteY52782"/>
              </a:cxn>
              <a:cxn ang="0">
                <a:pos x="connsiteX52783" y="connsiteY52783"/>
              </a:cxn>
              <a:cxn ang="0">
                <a:pos x="connsiteX52784" y="connsiteY52784"/>
              </a:cxn>
              <a:cxn ang="0">
                <a:pos x="connsiteX52785" y="connsiteY52785"/>
              </a:cxn>
              <a:cxn ang="0">
                <a:pos x="connsiteX52786" y="connsiteY52786"/>
              </a:cxn>
              <a:cxn ang="0">
                <a:pos x="connsiteX52787" y="connsiteY52787"/>
              </a:cxn>
              <a:cxn ang="0">
                <a:pos x="connsiteX52788" y="connsiteY52788"/>
              </a:cxn>
              <a:cxn ang="0">
                <a:pos x="connsiteX52789" y="connsiteY52789"/>
              </a:cxn>
              <a:cxn ang="0">
                <a:pos x="connsiteX52790" y="connsiteY52790"/>
              </a:cxn>
              <a:cxn ang="0">
                <a:pos x="connsiteX52791" y="connsiteY52791"/>
              </a:cxn>
              <a:cxn ang="0">
                <a:pos x="connsiteX52792" y="connsiteY52792"/>
              </a:cxn>
              <a:cxn ang="0">
                <a:pos x="connsiteX52793" y="connsiteY52793"/>
              </a:cxn>
              <a:cxn ang="0">
                <a:pos x="connsiteX52794" y="connsiteY52794"/>
              </a:cxn>
              <a:cxn ang="0">
                <a:pos x="connsiteX52795" y="connsiteY52795"/>
              </a:cxn>
              <a:cxn ang="0">
                <a:pos x="connsiteX52796" y="connsiteY52796"/>
              </a:cxn>
              <a:cxn ang="0">
                <a:pos x="connsiteX52797" y="connsiteY52797"/>
              </a:cxn>
              <a:cxn ang="0">
                <a:pos x="connsiteX52798" y="connsiteY52798"/>
              </a:cxn>
              <a:cxn ang="0">
                <a:pos x="connsiteX52799" y="connsiteY52799"/>
              </a:cxn>
              <a:cxn ang="0">
                <a:pos x="connsiteX52800" y="connsiteY52800"/>
              </a:cxn>
              <a:cxn ang="0">
                <a:pos x="connsiteX52801" y="connsiteY52801"/>
              </a:cxn>
              <a:cxn ang="0">
                <a:pos x="connsiteX52802" y="connsiteY52802"/>
              </a:cxn>
              <a:cxn ang="0">
                <a:pos x="connsiteX52803" y="connsiteY52803"/>
              </a:cxn>
              <a:cxn ang="0">
                <a:pos x="connsiteX52804" y="connsiteY52804"/>
              </a:cxn>
              <a:cxn ang="0">
                <a:pos x="connsiteX52805" y="connsiteY52805"/>
              </a:cxn>
              <a:cxn ang="0">
                <a:pos x="connsiteX52806" y="connsiteY52806"/>
              </a:cxn>
              <a:cxn ang="0">
                <a:pos x="connsiteX52807" y="connsiteY52807"/>
              </a:cxn>
              <a:cxn ang="0">
                <a:pos x="connsiteX52808" y="connsiteY52808"/>
              </a:cxn>
              <a:cxn ang="0">
                <a:pos x="connsiteX52809" y="connsiteY52809"/>
              </a:cxn>
              <a:cxn ang="0">
                <a:pos x="connsiteX52810" y="connsiteY52810"/>
              </a:cxn>
              <a:cxn ang="0">
                <a:pos x="connsiteX52811" y="connsiteY52811"/>
              </a:cxn>
              <a:cxn ang="0">
                <a:pos x="connsiteX52812" y="connsiteY52812"/>
              </a:cxn>
              <a:cxn ang="0">
                <a:pos x="connsiteX52813" y="connsiteY52813"/>
              </a:cxn>
              <a:cxn ang="0">
                <a:pos x="connsiteX52814" y="connsiteY52814"/>
              </a:cxn>
              <a:cxn ang="0">
                <a:pos x="connsiteX52815" y="connsiteY52815"/>
              </a:cxn>
              <a:cxn ang="0">
                <a:pos x="connsiteX52816" y="connsiteY52816"/>
              </a:cxn>
              <a:cxn ang="0">
                <a:pos x="connsiteX52817" y="connsiteY52817"/>
              </a:cxn>
              <a:cxn ang="0">
                <a:pos x="connsiteX52818" y="connsiteY52818"/>
              </a:cxn>
              <a:cxn ang="0">
                <a:pos x="connsiteX52819" y="connsiteY52819"/>
              </a:cxn>
              <a:cxn ang="0">
                <a:pos x="connsiteX52820" y="connsiteY52820"/>
              </a:cxn>
              <a:cxn ang="0">
                <a:pos x="connsiteX52821" y="connsiteY52821"/>
              </a:cxn>
              <a:cxn ang="0">
                <a:pos x="connsiteX52822" y="connsiteY52822"/>
              </a:cxn>
              <a:cxn ang="0">
                <a:pos x="connsiteX52823" y="connsiteY52823"/>
              </a:cxn>
              <a:cxn ang="0">
                <a:pos x="connsiteX52824" y="connsiteY52824"/>
              </a:cxn>
              <a:cxn ang="0">
                <a:pos x="connsiteX52825" y="connsiteY52825"/>
              </a:cxn>
              <a:cxn ang="0">
                <a:pos x="connsiteX52826" y="connsiteY52826"/>
              </a:cxn>
              <a:cxn ang="0">
                <a:pos x="connsiteX52827" y="connsiteY52827"/>
              </a:cxn>
              <a:cxn ang="0">
                <a:pos x="connsiteX52828" y="connsiteY52828"/>
              </a:cxn>
              <a:cxn ang="0">
                <a:pos x="connsiteX52829" y="connsiteY52829"/>
              </a:cxn>
              <a:cxn ang="0">
                <a:pos x="connsiteX52830" y="connsiteY52830"/>
              </a:cxn>
              <a:cxn ang="0">
                <a:pos x="connsiteX52831" y="connsiteY52831"/>
              </a:cxn>
              <a:cxn ang="0">
                <a:pos x="connsiteX52832" y="connsiteY52832"/>
              </a:cxn>
              <a:cxn ang="0">
                <a:pos x="connsiteX52833" y="connsiteY52833"/>
              </a:cxn>
              <a:cxn ang="0">
                <a:pos x="connsiteX52834" y="connsiteY52834"/>
              </a:cxn>
              <a:cxn ang="0">
                <a:pos x="connsiteX52835" y="connsiteY52835"/>
              </a:cxn>
              <a:cxn ang="0">
                <a:pos x="connsiteX52836" y="connsiteY52836"/>
              </a:cxn>
              <a:cxn ang="0">
                <a:pos x="connsiteX52837" y="connsiteY52837"/>
              </a:cxn>
              <a:cxn ang="0">
                <a:pos x="connsiteX52838" y="connsiteY52838"/>
              </a:cxn>
              <a:cxn ang="0">
                <a:pos x="connsiteX52839" y="connsiteY52839"/>
              </a:cxn>
              <a:cxn ang="0">
                <a:pos x="connsiteX52840" y="connsiteY52840"/>
              </a:cxn>
              <a:cxn ang="0">
                <a:pos x="connsiteX52841" y="connsiteY52841"/>
              </a:cxn>
              <a:cxn ang="0">
                <a:pos x="connsiteX52842" y="connsiteY52842"/>
              </a:cxn>
              <a:cxn ang="0">
                <a:pos x="connsiteX52843" y="connsiteY52843"/>
              </a:cxn>
              <a:cxn ang="0">
                <a:pos x="connsiteX52844" y="connsiteY52844"/>
              </a:cxn>
              <a:cxn ang="0">
                <a:pos x="connsiteX52845" y="connsiteY52845"/>
              </a:cxn>
              <a:cxn ang="0">
                <a:pos x="connsiteX52846" y="connsiteY52846"/>
              </a:cxn>
              <a:cxn ang="0">
                <a:pos x="connsiteX52847" y="connsiteY52847"/>
              </a:cxn>
              <a:cxn ang="0">
                <a:pos x="connsiteX52848" y="connsiteY52848"/>
              </a:cxn>
              <a:cxn ang="0">
                <a:pos x="connsiteX52849" y="connsiteY52849"/>
              </a:cxn>
              <a:cxn ang="0">
                <a:pos x="connsiteX52850" y="connsiteY52850"/>
              </a:cxn>
              <a:cxn ang="0">
                <a:pos x="connsiteX52851" y="connsiteY52851"/>
              </a:cxn>
              <a:cxn ang="0">
                <a:pos x="connsiteX52852" y="connsiteY52852"/>
              </a:cxn>
              <a:cxn ang="0">
                <a:pos x="connsiteX52853" y="connsiteY52853"/>
              </a:cxn>
              <a:cxn ang="0">
                <a:pos x="connsiteX52854" y="connsiteY52854"/>
              </a:cxn>
              <a:cxn ang="0">
                <a:pos x="connsiteX52855" y="connsiteY52855"/>
              </a:cxn>
              <a:cxn ang="0">
                <a:pos x="connsiteX52856" y="connsiteY52856"/>
              </a:cxn>
              <a:cxn ang="0">
                <a:pos x="connsiteX52857" y="connsiteY52857"/>
              </a:cxn>
              <a:cxn ang="0">
                <a:pos x="connsiteX52858" y="connsiteY52858"/>
              </a:cxn>
              <a:cxn ang="0">
                <a:pos x="connsiteX52859" y="connsiteY52859"/>
              </a:cxn>
              <a:cxn ang="0">
                <a:pos x="connsiteX52860" y="connsiteY52860"/>
              </a:cxn>
              <a:cxn ang="0">
                <a:pos x="connsiteX52861" y="connsiteY52861"/>
              </a:cxn>
              <a:cxn ang="0">
                <a:pos x="connsiteX52862" y="connsiteY52862"/>
              </a:cxn>
              <a:cxn ang="0">
                <a:pos x="connsiteX52863" y="connsiteY52863"/>
              </a:cxn>
              <a:cxn ang="0">
                <a:pos x="connsiteX52864" y="connsiteY52864"/>
              </a:cxn>
              <a:cxn ang="0">
                <a:pos x="connsiteX52865" y="connsiteY52865"/>
              </a:cxn>
              <a:cxn ang="0">
                <a:pos x="connsiteX52866" y="connsiteY52866"/>
              </a:cxn>
              <a:cxn ang="0">
                <a:pos x="connsiteX52867" y="connsiteY52867"/>
              </a:cxn>
              <a:cxn ang="0">
                <a:pos x="connsiteX52868" y="connsiteY52868"/>
              </a:cxn>
              <a:cxn ang="0">
                <a:pos x="connsiteX52869" y="connsiteY52869"/>
              </a:cxn>
              <a:cxn ang="0">
                <a:pos x="connsiteX52870" y="connsiteY52870"/>
              </a:cxn>
              <a:cxn ang="0">
                <a:pos x="connsiteX52871" y="connsiteY52871"/>
              </a:cxn>
              <a:cxn ang="0">
                <a:pos x="connsiteX52872" y="connsiteY52872"/>
              </a:cxn>
              <a:cxn ang="0">
                <a:pos x="connsiteX52873" y="connsiteY52873"/>
              </a:cxn>
              <a:cxn ang="0">
                <a:pos x="connsiteX52874" y="connsiteY52874"/>
              </a:cxn>
              <a:cxn ang="0">
                <a:pos x="connsiteX52875" y="connsiteY52875"/>
              </a:cxn>
              <a:cxn ang="0">
                <a:pos x="connsiteX52876" y="connsiteY52876"/>
              </a:cxn>
              <a:cxn ang="0">
                <a:pos x="connsiteX52877" y="connsiteY52877"/>
              </a:cxn>
              <a:cxn ang="0">
                <a:pos x="connsiteX52878" y="connsiteY52878"/>
              </a:cxn>
              <a:cxn ang="0">
                <a:pos x="connsiteX52879" y="connsiteY52879"/>
              </a:cxn>
              <a:cxn ang="0">
                <a:pos x="connsiteX52880" y="connsiteY52880"/>
              </a:cxn>
              <a:cxn ang="0">
                <a:pos x="connsiteX52881" y="connsiteY52881"/>
              </a:cxn>
              <a:cxn ang="0">
                <a:pos x="connsiteX52882" y="connsiteY52882"/>
              </a:cxn>
              <a:cxn ang="0">
                <a:pos x="connsiteX52883" y="connsiteY52883"/>
              </a:cxn>
              <a:cxn ang="0">
                <a:pos x="connsiteX52884" y="connsiteY52884"/>
              </a:cxn>
              <a:cxn ang="0">
                <a:pos x="connsiteX52885" y="connsiteY52885"/>
              </a:cxn>
              <a:cxn ang="0">
                <a:pos x="connsiteX52886" y="connsiteY52886"/>
              </a:cxn>
              <a:cxn ang="0">
                <a:pos x="connsiteX52887" y="connsiteY52887"/>
              </a:cxn>
              <a:cxn ang="0">
                <a:pos x="connsiteX52888" y="connsiteY52888"/>
              </a:cxn>
              <a:cxn ang="0">
                <a:pos x="connsiteX52889" y="connsiteY52889"/>
              </a:cxn>
              <a:cxn ang="0">
                <a:pos x="connsiteX52890" y="connsiteY52890"/>
              </a:cxn>
              <a:cxn ang="0">
                <a:pos x="connsiteX52891" y="connsiteY52891"/>
              </a:cxn>
              <a:cxn ang="0">
                <a:pos x="connsiteX52892" y="connsiteY52892"/>
              </a:cxn>
              <a:cxn ang="0">
                <a:pos x="connsiteX52893" y="connsiteY52893"/>
              </a:cxn>
              <a:cxn ang="0">
                <a:pos x="connsiteX52894" y="connsiteY52894"/>
              </a:cxn>
              <a:cxn ang="0">
                <a:pos x="connsiteX52895" y="connsiteY52895"/>
              </a:cxn>
              <a:cxn ang="0">
                <a:pos x="connsiteX52896" y="connsiteY52896"/>
              </a:cxn>
              <a:cxn ang="0">
                <a:pos x="connsiteX52897" y="connsiteY52897"/>
              </a:cxn>
              <a:cxn ang="0">
                <a:pos x="connsiteX52898" y="connsiteY52898"/>
              </a:cxn>
              <a:cxn ang="0">
                <a:pos x="connsiteX52899" y="connsiteY52899"/>
              </a:cxn>
              <a:cxn ang="0">
                <a:pos x="connsiteX52900" y="connsiteY52900"/>
              </a:cxn>
              <a:cxn ang="0">
                <a:pos x="connsiteX52901" y="connsiteY52901"/>
              </a:cxn>
              <a:cxn ang="0">
                <a:pos x="connsiteX52902" y="connsiteY52902"/>
              </a:cxn>
              <a:cxn ang="0">
                <a:pos x="connsiteX52903" y="connsiteY52903"/>
              </a:cxn>
              <a:cxn ang="0">
                <a:pos x="connsiteX52904" y="connsiteY52904"/>
              </a:cxn>
              <a:cxn ang="0">
                <a:pos x="connsiteX52905" y="connsiteY52905"/>
              </a:cxn>
              <a:cxn ang="0">
                <a:pos x="connsiteX52906" y="connsiteY52906"/>
              </a:cxn>
              <a:cxn ang="0">
                <a:pos x="connsiteX52907" y="connsiteY52907"/>
              </a:cxn>
              <a:cxn ang="0">
                <a:pos x="connsiteX52908" y="connsiteY52908"/>
              </a:cxn>
              <a:cxn ang="0">
                <a:pos x="connsiteX52909" y="connsiteY52909"/>
              </a:cxn>
              <a:cxn ang="0">
                <a:pos x="connsiteX52910" y="connsiteY52910"/>
              </a:cxn>
              <a:cxn ang="0">
                <a:pos x="connsiteX52911" y="connsiteY52911"/>
              </a:cxn>
              <a:cxn ang="0">
                <a:pos x="connsiteX52912" y="connsiteY52912"/>
              </a:cxn>
              <a:cxn ang="0">
                <a:pos x="connsiteX52913" y="connsiteY52913"/>
              </a:cxn>
              <a:cxn ang="0">
                <a:pos x="connsiteX52914" y="connsiteY52914"/>
              </a:cxn>
              <a:cxn ang="0">
                <a:pos x="connsiteX52915" y="connsiteY52915"/>
              </a:cxn>
              <a:cxn ang="0">
                <a:pos x="connsiteX52916" y="connsiteY52916"/>
              </a:cxn>
              <a:cxn ang="0">
                <a:pos x="connsiteX52917" y="connsiteY52917"/>
              </a:cxn>
              <a:cxn ang="0">
                <a:pos x="connsiteX52918" y="connsiteY52918"/>
              </a:cxn>
              <a:cxn ang="0">
                <a:pos x="connsiteX52919" y="connsiteY52919"/>
              </a:cxn>
              <a:cxn ang="0">
                <a:pos x="connsiteX52920" y="connsiteY52920"/>
              </a:cxn>
              <a:cxn ang="0">
                <a:pos x="connsiteX52921" y="connsiteY52921"/>
              </a:cxn>
              <a:cxn ang="0">
                <a:pos x="connsiteX52922" y="connsiteY52922"/>
              </a:cxn>
              <a:cxn ang="0">
                <a:pos x="connsiteX52923" y="connsiteY52923"/>
              </a:cxn>
              <a:cxn ang="0">
                <a:pos x="connsiteX52924" y="connsiteY52924"/>
              </a:cxn>
              <a:cxn ang="0">
                <a:pos x="connsiteX52925" y="connsiteY52925"/>
              </a:cxn>
              <a:cxn ang="0">
                <a:pos x="connsiteX52926" y="connsiteY52926"/>
              </a:cxn>
              <a:cxn ang="0">
                <a:pos x="connsiteX52927" y="connsiteY52927"/>
              </a:cxn>
              <a:cxn ang="0">
                <a:pos x="connsiteX52928" y="connsiteY52928"/>
              </a:cxn>
              <a:cxn ang="0">
                <a:pos x="connsiteX52929" y="connsiteY52929"/>
              </a:cxn>
              <a:cxn ang="0">
                <a:pos x="connsiteX52930" y="connsiteY52930"/>
              </a:cxn>
              <a:cxn ang="0">
                <a:pos x="connsiteX52931" y="connsiteY52931"/>
              </a:cxn>
              <a:cxn ang="0">
                <a:pos x="connsiteX52932" y="connsiteY52932"/>
              </a:cxn>
              <a:cxn ang="0">
                <a:pos x="connsiteX52933" y="connsiteY52933"/>
              </a:cxn>
              <a:cxn ang="0">
                <a:pos x="connsiteX52934" y="connsiteY52934"/>
              </a:cxn>
              <a:cxn ang="0">
                <a:pos x="connsiteX52935" y="connsiteY52935"/>
              </a:cxn>
              <a:cxn ang="0">
                <a:pos x="connsiteX52936" y="connsiteY52936"/>
              </a:cxn>
              <a:cxn ang="0">
                <a:pos x="connsiteX52937" y="connsiteY52937"/>
              </a:cxn>
              <a:cxn ang="0">
                <a:pos x="connsiteX52938" y="connsiteY52938"/>
              </a:cxn>
              <a:cxn ang="0">
                <a:pos x="connsiteX52939" y="connsiteY52939"/>
              </a:cxn>
              <a:cxn ang="0">
                <a:pos x="connsiteX52940" y="connsiteY52940"/>
              </a:cxn>
              <a:cxn ang="0">
                <a:pos x="connsiteX52941" y="connsiteY52941"/>
              </a:cxn>
              <a:cxn ang="0">
                <a:pos x="connsiteX52942" y="connsiteY52942"/>
              </a:cxn>
              <a:cxn ang="0">
                <a:pos x="connsiteX52943" y="connsiteY52943"/>
              </a:cxn>
              <a:cxn ang="0">
                <a:pos x="connsiteX52944" y="connsiteY52944"/>
              </a:cxn>
              <a:cxn ang="0">
                <a:pos x="connsiteX52945" y="connsiteY52945"/>
              </a:cxn>
              <a:cxn ang="0">
                <a:pos x="connsiteX52946" y="connsiteY52946"/>
              </a:cxn>
              <a:cxn ang="0">
                <a:pos x="connsiteX52947" y="connsiteY52947"/>
              </a:cxn>
              <a:cxn ang="0">
                <a:pos x="connsiteX52948" y="connsiteY52948"/>
              </a:cxn>
              <a:cxn ang="0">
                <a:pos x="connsiteX52949" y="connsiteY52949"/>
              </a:cxn>
              <a:cxn ang="0">
                <a:pos x="connsiteX52950" y="connsiteY52950"/>
              </a:cxn>
              <a:cxn ang="0">
                <a:pos x="connsiteX52951" y="connsiteY52951"/>
              </a:cxn>
              <a:cxn ang="0">
                <a:pos x="connsiteX52952" y="connsiteY52952"/>
              </a:cxn>
              <a:cxn ang="0">
                <a:pos x="connsiteX52953" y="connsiteY52953"/>
              </a:cxn>
              <a:cxn ang="0">
                <a:pos x="connsiteX52954" y="connsiteY52954"/>
              </a:cxn>
              <a:cxn ang="0">
                <a:pos x="connsiteX52955" y="connsiteY52955"/>
              </a:cxn>
              <a:cxn ang="0">
                <a:pos x="connsiteX52956" y="connsiteY52956"/>
              </a:cxn>
              <a:cxn ang="0">
                <a:pos x="connsiteX52957" y="connsiteY52957"/>
              </a:cxn>
              <a:cxn ang="0">
                <a:pos x="connsiteX52958" y="connsiteY52958"/>
              </a:cxn>
              <a:cxn ang="0">
                <a:pos x="connsiteX52959" y="connsiteY52959"/>
              </a:cxn>
              <a:cxn ang="0">
                <a:pos x="connsiteX52960" y="connsiteY52960"/>
              </a:cxn>
              <a:cxn ang="0">
                <a:pos x="connsiteX52961" y="connsiteY52961"/>
              </a:cxn>
              <a:cxn ang="0">
                <a:pos x="connsiteX52962" y="connsiteY52962"/>
              </a:cxn>
              <a:cxn ang="0">
                <a:pos x="connsiteX52963" y="connsiteY52963"/>
              </a:cxn>
              <a:cxn ang="0">
                <a:pos x="connsiteX52964" y="connsiteY52964"/>
              </a:cxn>
              <a:cxn ang="0">
                <a:pos x="connsiteX52965" y="connsiteY52965"/>
              </a:cxn>
              <a:cxn ang="0">
                <a:pos x="connsiteX52966" y="connsiteY52966"/>
              </a:cxn>
              <a:cxn ang="0">
                <a:pos x="connsiteX52967" y="connsiteY52967"/>
              </a:cxn>
              <a:cxn ang="0">
                <a:pos x="connsiteX52968" y="connsiteY52968"/>
              </a:cxn>
              <a:cxn ang="0">
                <a:pos x="connsiteX52969" y="connsiteY52969"/>
              </a:cxn>
              <a:cxn ang="0">
                <a:pos x="connsiteX52970" y="connsiteY52970"/>
              </a:cxn>
              <a:cxn ang="0">
                <a:pos x="connsiteX52971" y="connsiteY52971"/>
              </a:cxn>
              <a:cxn ang="0">
                <a:pos x="connsiteX52972" y="connsiteY52972"/>
              </a:cxn>
              <a:cxn ang="0">
                <a:pos x="connsiteX52973" y="connsiteY52973"/>
              </a:cxn>
              <a:cxn ang="0">
                <a:pos x="connsiteX52974" y="connsiteY52974"/>
              </a:cxn>
              <a:cxn ang="0">
                <a:pos x="connsiteX52975" y="connsiteY52975"/>
              </a:cxn>
              <a:cxn ang="0">
                <a:pos x="connsiteX52976" y="connsiteY52976"/>
              </a:cxn>
              <a:cxn ang="0">
                <a:pos x="connsiteX52977" y="connsiteY52977"/>
              </a:cxn>
              <a:cxn ang="0">
                <a:pos x="connsiteX52978" y="connsiteY52978"/>
              </a:cxn>
              <a:cxn ang="0">
                <a:pos x="connsiteX52979" y="connsiteY52979"/>
              </a:cxn>
              <a:cxn ang="0">
                <a:pos x="connsiteX52980" y="connsiteY52980"/>
              </a:cxn>
              <a:cxn ang="0">
                <a:pos x="connsiteX52981" y="connsiteY52981"/>
              </a:cxn>
              <a:cxn ang="0">
                <a:pos x="connsiteX52982" y="connsiteY52982"/>
              </a:cxn>
              <a:cxn ang="0">
                <a:pos x="connsiteX52983" y="connsiteY52983"/>
              </a:cxn>
              <a:cxn ang="0">
                <a:pos x="connsiteX52984" y="connsiteY52984"/>
              </a:cxn>
              <a:cxn ang="0">
                <a:pos x="connsiteX52985" y="connsiteY52985"/>
              </a:cxn>
              <a:cxn ang="0">
                <a:pos x="connsiteX52986" y="connsiteY52986"/>
              </a:cxn>
              <a:cxn ang="0">
                <a:pos x="connsiteX52987" y="connsiteY52987"/>
              </a:cxn>
              <a:cxn ang="0">
                <a:pos x="connsiteX52988" y="connsiteY52988"/>
              </a:cxn>
              <a:cxn ang="0">
                <a:pos x="connsiteX52989" y="connsiteY52989"/>
              </a:cxn>
              <a:cxn ang="0">
                <a:pos x="connsiteX52990" y="connsiteY52990"/>
              </a:cxn>
              <a:cxn ang="0">
                <a:pos x="connsiteX52991" y="connsiteY52991"/>
              </a:cxn>
              <a:cxn ang="0">
                <a:pos x="connsiteX52992" y="connsiteY52992"/>
              </a:cxn>
              <a:cxn ang="0">
                <a:pos x="connsiteX52993" y="connsiteY52993"/>
              </a:cxn>
              <a:cxn ang="0">
                <a:pos x="connsiteX52994" y="connsiteY52994"/>
              </a:cxn>
              <a:cxn ang="0">
                <a:pos x="connsiteX52995" y="connsiteY52995"/>
              </a:cxn>
              <a:cxn ang="0">
                <a:pos x="connsiteX52996" y="connsiteY52996"/>
              </a:cxn>
              <a:cxn ang="0">
                <a:pos x="connsiteX52997" y="connsiteY52997"/>
              </a:cxn>
              <a:cxn ang="0">
                <a:pos x="connsiteX52998" y="connsiteY52998"/>
              </a:cxn>
              <a:cxn ang="0">
                <a:pos x="connsiteX52999" y="connsiteY52999"/>
              </a:cxn>
              <a:cxn ang="0">
                <a:pos x="connsiteX53000" y="connsiteY53000"/>
              </a:cxn>
              <a:cxn ang="0">
                <a:pos x="connsiteX53001" y="connsiteY53001"/>
              </a:cxn>
              <a:cxn ang="0">
                <a:pos x="connsiteX53002" y="connsiteY53002"/>
              </a:cxn>
              <a:cxn ang="0">
                <a:pos x="connsiteX53003" y="connsiteY53003"/>
              </a:cxn>
              <a:cxn ang="0">
                <a:pos x="connsiteX53004" y="connsiteY53004"/>
              </a:cxn>
              <a:cxn ang="0">
                <a:pos x="connsiteX53005" y="connsiteY53005"/>
              </a:cxn>
              <a:cxn ang="0">
                <a:pos x="connsiteX53006" y="connsiteY53006"/>
              </a:cxn>
              <a:cxn ang="0">
                <a:pos x="connsiteX53007" y="connsiteY53007"/>
              </a:cxn>
              <a:cxn ang="0">
                <a:pos x="connsiteX53008" y="connsiteY53008"/>
              </a:cxn>
              <a:cxn ang="0">
                <a:pos x="connsiteX53009" y="connsiteY53009"/>
              </a:cxn>
              <a:cxn ang="0">
                <a:pos x="connsiteX53010" y="connsiteY53010"/>
              </a:cxn>
              <a:cxn ang="0">
                <a:pos x="connsiteX53011" y="connsiteY53011"/>
              </a:cxn>
              <a:cxn ang="0">
                <a:pos x="connsiteX53012" y="connsiteY53012"/>
              </a:cxn>
              <a:cxn ang="0">
                <a:pos x="connsiteX53013" y="connsiteY53013"/>
              </a:cxn>
              <a:cxn ang="0">
                <a:pos x="connsiteX53014" y="connsiteY53014"/>
              </a:cxn>
              <a:cxn ang="0">
                <a:pos x="connsiteX53015" y="connsiteY53015"/>
              </a:cxn>
              <a:cxn ang="0">
                <a:pos x="connsiteX53016" y="connsiteY53016"/>
              </a:cxn>
              <a:cxn ang="0">
                <a:pos x="connsiteX53017" y="connsiteY53017"/>
              </a:cxn>
              <a:cxn ang="0">
                <a:pos x="connsiteX53018" y="connsiteY53018"/>
              </a:cxn>
              <a:cxn ang="0">
                <a:pos x="connsiteX53019" y="connsiteY53019"/>
              </a:cxn>
              <a:cxn ang="0">
                <a:pos x="connsiteX53020" y="connsiteY53020"/>
              </a:cxn>
              <a:cxn ang="0">
                <a:pos x="connsiteX53021" y="connsiteY53021"/>
              </a:cxn>
              <a:cxn ang="0">
                <a:pos x="connsiteX53022" y="connsiteY53022"/>
              </a:cxn>
              <a:cxn ang="0">
                <a:pos x="connsiteX53023" y="connsiteY53023"/>
              </a:cxn>
              <a:cxn ang="0">
                <a:pos x="connsiteX53024" y="connsiteY53024"/>
              </a:cxn>
              <a:cxn ang="0">
                <a:pos x="connsiteX53025" y="connsiteY53025"/>
              </a:cxn>
              <a:cxn ang="0">
                <a:pos x="connsiteX53026" y="connsiteY53026"/>
              </a:cxn>
              <a:cxn ang="0">
                <a:pos x="connsiteX53027" y="connsiteY53027"/>
              </a:cxn>
              <a:cxn ang="0">
                <a:pos x="connsiteX53028" y="connsiteY53028"/>
              </a:cxn>
              <a:cxn ang="0">
                <a:pos x="connsiteX53029" y="connsiteY53029"/>
              </a:cxn>
              <a:cxn ang="0">
                <a:pos x="connsiteX53030" y="connsiteY53030"/>
              </a:cxn>
              <a:cxn ang="0">
                <a:pos x="connsiteX53031" y="connsiteY53031"/>
              </a:cxn>
              <a:cxn ang="0">
                <a:pos x="connsiteX53032" y="connsiteY53032"/>
              </a:cxn>
              <a:cxn ang="0">
                <a:pos x="connsiteX53033" y="connsiteY53033"/>
              </a:cxn>
              <a:cxn ang="0">
                <a:pos x="connsiteX53034" y="connsiteY53034"/>
              </a:cxn>
              <a:cxn ang="0">
                <a:pos x="connsiteX53035" y="connsiteY53035"/>
              </a:cxn>
              <a:cxn ang="0">
                <a:pos x="connsiteX53036" y="connsiteY53036"/>
              </a:cxn>
              <a:cxn ang="0">
                <a:pos x="connsiteX53037" y="connsiteY53037"/>
              </a:cxn>
              <a:cxn ang="0">
                <a:pos x="connsiteX53038" y="connsiteY53038"/>
              </a:cxn>
              <a:cxn ang="0">
                <a:pos x="connsiteX53039" y="connsiteY53039"/>
              </a:cxn>
              <a:cxn ang="0">
                <a:pos x="connsiteX53040" y="connsiteY53040"/>
              </a:cxn>
              <a:cxn ang="0">
                <a:pos x="connsiteX53041" y="connsiteY53041"/>
              </a:cxn>
              <a:cxn ang="0">
                <a:pos x="connsiteX53042" y="connsiteY53042"/>
              </a:cxn>
              <a:cxn ang="0">
                <a:pos x="connsiteX53043" y="connsiteY53043"/>
              </a:cxn>
              <a:cxn ang="0">
                <a:pos x="connsiteX53044" y="connsiteY53044"/>
              </a:cxn>
              <a:cxn ang="0">
                <a:pos x="connsiteX53045" y="connsiteY53045"/>
              </a:cxn>
              <a:cxn ang="0">
                <a:pos x="connsiteX53046" y="connsiteY53046"/>
              </a:cxn>
              <a:cxn ang="0">
                <a:pos x="connsiteX53047" y="connsiteY53047"/>
              </a:cxn>
              <a:cxn ang="0">
                <a:pos x="connsiteX53048" y="connsiteY53048"/>
              </a:cxn>
              <a:cxn ang="0">
                <a:pos x="connsiteX53049" y="connsiteY53049"/>
              </a:cxn>
              <a:cxn ang="0">
                <a:pos x="connsiteX53050" y="connsiteY53050"/>
              </a:cxn>
              <a:cxn ang="0">
                <a:pos x="connsiteX53051" y="connsiteY53051"/>
              </a:cxn>
              <a:cxn ang="0">
                <a:pos x="connsiteX53052" y="connsiteY53052"/>
              </a:cxn>
              <a:cxn ang="0">
                <a:pos x="connsiteX53053" y="connsiteY53053"/>
              </a:cxn>
              <a:cxn ang="0">
                <a:pos x="connsiteX53054" y="connsiteY53054"/>
              </a:cxn>
              <a:cxn ang="0">
                <a:pos x="connsiteX53055" y="connsiteY53055"/>
              </a:cxn>
              <a:cxn ang="0">
                <a:pos x="connsiteX53056" y="connsiteY53056"/>
              </a:cxn>
              <a:cxn ang="0">
                <a:pos x="connsiteX53057" y="connsiteY53057"/>
              </a:cxn>
              <a:cxn ang="0">
                <a:pos x="connsiteX53058" y="connsiteY53058"/>
              </a:cxn>
              <a:cxn ang="0">
                <a:pos x="connsiteX53059" y="connsiteY53059"/>
              </a:cxn>
              <a:cxn ang="0">
                <a:pos x="connsiteX53060" y="connsiteY53060"/>
              </a:cxn>
              <a:cxn ang="0">
                <a:pos x="connsiteX53061" y="connsiteY53061"/>
              </a:cxn>
              <a:cxn ang="0">
                <a:pos x="connsiteX53062" y="connsiteY53062"/>
              </a:cxn>
              <a:cxn ang="0">
                <a:pos x="connsiteX53063" y="connsiteY53063"/>
              </a:cxn>
              <a:cxn ang="0">
                <a:pos x="connsiteX53064" y="connsiteY53064"/>
              </a:cxn>
              <a:cxn ang="0">
                <a:pos x="connsiteX53065" y="connsiteY53065"/>
              </a:cxn>
              <a:cxn ang="0">
                <a:pos x="connsiteX53066" y="connsiteY53066"/>
              </a:cxn>
              <a:cxn ang="0">
                <a:pos x="connsiteX53067" y="connsiteY53067"/>
              </a:cxn>
              <a:cxn ang="0">
                <a:pos x="connsiteX53068" y="connsiteY53068"/>
              </a:cxn>
              <a:cxn ang="0">
                <a:pos x="connsiteX53069" y="connsiteY53069"/>
              </a:cxn>
              <a:cxn ang="0">
                <a:pos x="connsiteX53070" y="connsiteY53070"/>
              </a:cxn>
              <a:cxn ang="0">
                <a:pos x="connsiteX53071" y="connsiteY53071"/>
              </a:cxn>
              <a:cxn ang="0">
                <a:pos x="connsiteX53072" y="connsiteY53072"/>
              </a:cxn>
              <a:cxn ang="0">
                <a:pos x="connsiteX53073" y="connsiteY53073"/>
              </a:cxn>
              <a:cxn ang="0">
                <a:pos x="connsiteX53074" y="connsiteY53074"/>
              </a:cxn>
              <a:cxn ang="0">
                <a:pos x="connsiteX53075" y="connsiteY53075"/>
              </a:cxn>
              <a:cxn ang="0">
                <a:pos x="connsiteX53076" y="connsiteY53076"/>
              </a:cxn>
              <a:cxn ang="0">
                <a:pos x="connsiteX53077" y="connsiteY53077"/>
              </a:cxn>
              <a:cxn ang="0">
                <a:pos x="connsiteX53078" y="connsiteY53078"/>
              </a:cxn>
              <a:cxn ang="0">
                <a:pos x="connsiteX53079" y="connsiteY53079"/>
              </a:cxn>
              <a:cxn ang="0">
                <a:pos x="connsiteX53080" y="connsiteY53080"/>
              </a:cxn>
              <a:cxn ang="0">
                <a:pos x="connsiteX53081" y="connsiteY53081"/>
              </a:cxn>
              <a:cxn ang="0">
                <a:pos x="connsiteX53082" y="connsiteY53082"/>
              </a:cxn>
              <a:cxn ang="0">
                <a:pos x="connsiteX53083" y="connsiteY53083"/>
              </a:cxn>
              <a:cxn ang="0">
                <a:pos x="connsiteX53084" y="connsiteY53084"/>
              </a:cxn>
              <a:cxn ang="0">
                <a:pos x="connsiteX53085" y="connsiteY53085"/>
              </a:cxn>
              <a:cxn ang="0">
                <a:pos x="connsiteX53086" y="connsiteY53086"/>
              </a:cxn>
              <a:cxn ang="0">
                <a:pos x="connsiteX53087" y="connsiteY53087"/>
              </a:cxn>
              <a:cxn ang="0">
                <a:pos x="connsiteX53088" y="connsiteY53088"/>
              </a:cxn>
              <a:cxn ang="0">
                <a:pos x="connsiteX53089" y="connsiteY53089"/>
              </a:cxn>
              <a:cxn ang="0">
                <a:pos x="connsiteX53090" y="connsiteY53090"/>
              </a:cxn>
              <a:cxn ang="0">
                <a:pos x="connsiteX53091" y="connsiteY53091"/>
              </a:cxn>
              <a:cxn ang="0">
                <a:pos x="connsiteX53092" y="connsiteY53092"/>
              </a:cxn>
              <a:cxn ang="0">
                <a:pos x="connsiteX53093" y="connsiteY53093"/>
              </a:cxn>
              <a:cxn ang="0">
                <a:pos x="connsiteX53094" y="connsiteY53094"/>
              </a:cxn>
              <a:cxn ang="0">
                <a:pos x="connsiteX53095" y="connsiteY53095"/>
              </a:cxn>
              <a:cxn ang="0">
                <a:pos x="connsiteX53096" y="connsiteY53096"/>
              </a:cxn>
              <a:cxn ang="0">
                <a:pos x="connsiteX53097" y="connsiteY53097"/>
              </a:cxn>
              <a:cxn ang="0">
                <a:pos x="connsiteX53098" y="connsiteY53098"/>
              </a:cxn>
              <a:cxn ang="0">
                <a:pos x="connsiteX53099" y="connsiteY53099"/>
              </a:cxn>
              <a:cxn ang="0">
                <a:pos x="connsiteX53100" y="connsiteY53100"/>
              </a:cxn>
              <a:cxn ang="0">
                <a:pos x="connsiteX53101" y="connsiteY53101"/>
              </a:cxn>
              <a:cxn ang="0">
                <a:pos x="connsiteX53102" y="connsiteY53102"/>
              </a:cxn>
              <a:cxn ang="0">
                <a:pos x="connsiteX53103" y="connsiteY53103"/>
              </a:cxn>
              <a:cxn ang="0">
                <a:pos x="connsiteX53104" y="connsiteY53104"/>
              </a:cxn>
              <a:cxn ang="0">
                <a:pos x="connsiteX53105" y="connsiteY53105"/>
              </a:cxn>
              <a:cxn ang="0">
                <a:pos x="connsiteX53106" y="connsiteY53106"/>
              </a:cxn>
              <a:cxn ang="0">
                <a:pos x="connsiteX53107" y="connsiteY53107"/>
              </a:cxn>
              <a:cxn ang="0">
                <a:pos x="connsiteX53108" y="connsiteY53108"/>
              </a:cxn>
              <a:cxn ang="0">
                <a:pos x="connsiteX53109" y="connsiteY53109"/>
              </a:cxn>
              <a:cxn ang="0">
                <a:pos x="connsiteX53110" y="connsiteY53110"/>
              </a:cxn>
              <a:cxn ang="0">
                <a:pos x="connsiteX53111" y="connsiteY53111"/>
              </a:cxn>
              <a:cxn ang="0">
                <a:pos x="connsiteX53112" y="connsiteY53112"/>
              </a:cxn>
              <a:cxn ang="0">
                <a:pos x="connsiteX53113" y="connsiteY53113"/>
              </a:cxn>
              <a:cxn ang="0">
                <a:pos x="connsiteX53114" y="connsiteY53114"/>
              </a:cxn>
              <a:cxn ang="0">
                <a:pos x="connsiteX53115" y="connsiteY53115"/>
              </a:cxn>
              <a:cxn ang="0">
                <a:pos x="connsiteX53116" y="connsiteY53116"/>
              </a:cxn>
              <a:cxn ang="0">
                <a:pos x="connsiteX53117" y="connsiteY53117"/>
              </a:cxn>
              <a:cxn ang="0">
                <a:pos x="connsiteX53118" y="connsiteY53118"/>
              </a:cxn>
              <a:cxn ang="0">
                <a:pos x="connsiteX53119" y="connsiteY53119"/>
              </a:cxn>
              <a:cxn ang="0">
                <a:pos x="connsiteX53120" y="connsiteY53120"/>
              </a:cxn>
              <a:cxn ang="0">
                <a:pos x="connsiteX53121" y="connsiteY53121"/>
              </a:cxn>
              <a:cxn ang="0">
                <a:pos x="connsiteX53122" y="connsiteY53122"/>
              </a:cxn>
              <a:cxn ang="0">
                <a:pos x="connsiteX53123" y="connsiteY53123"/>
              </a:cxn>
              <a:cxn ang="0">
                <a:pos x="connsiteX53124" y="connsiteY53124"/>
              </a:cxn>
              <a:cxn ang="0">
                <a:pos x="connsiteX53125" y="connsiteY53125"/>
              </a:cxn>
              <a:cxn ang="0">
                <a:pos x="connsiteX53126" y="connsiteY53126"/>
              </a:cxn>
              <a:cxn ang="0">
                <a:pos x="connsiteX53127" y="connsiteY53127"/>
              </a:cxn>
              <a:cxn ang="0">
                <a:pos x="connsiteX53128" y="connsiteY53128"/>
              </a:cxn>
              <a:cxn ang="0">
                <a:pos x="connsiteX53129" y="connsiteY53129"/>
              </a:cxn>
              <a:cxn ang="0">
                <a:pos x="connsiteX53130" y="connsiteY53130"/>
              </a:cxn>
              <a:cxn ang="0">
                <a:pos x="connsiteX53131" y="connsiteY53131"/>
              </a:cxn>
              <a:cxn ang="0">
                <a:pos x="connsiteX53132" y="connsiteY53132"/>
              </a:cxn>
              <a:cxn ang="0">
                <a:pos x="connsiteX53133" y="connsiteY53133"/>
              </a:cxn>
              <a:cxn ang="0">
                <a:pos x="connsiteX53134" y="connsiteY53134"/>
              </a:cxn>
              <a:cxn ang="0">
                <a:pos x="connsiteX53135" y="connsiteY53135"/>
              </a:cxn>
              <a:cxn ang="0">
                <a:pos x="connsiteX53136" y="connsiteY53136"/>
              </a:cxn>
              <a:cxn ang="0">
                <a:pos x="connsiteX53137" y="connsiteY53137"/>
              </a:cxn>
              <a:cxn ang="0">
                <a:pos x="connsiteX53138" y="connsiteY53138"/>
              </a:cxn>
              <a:cxn ang="0">
                <a:pos x="connsiteX53139" y="connsiteY53139"/>
              </a:cxn>
              <a:cxn ang="0">
                <a:pos x="connsiteX53140" y="connsiteY53140"/>
              </a:cxn>
              <a:cxn ang="0">
                <a:pos x="connsiteX53141" y="connsiteY53141"/>
              </a:cxn>
              <a:cxn ang="0">
                <a:pos x="connsiteX53142" y="connsiteY53142"/>
              </a:cxn>
              <a:cxn ang="0">
                <a:pos x="connsiteX53143" y="connsiteY53143"/>
              </a:cxn>
              <a:cxn ang="0">
                <a:pos x="connsiteX53144" y="connsiteY53144"/>
              </a:cxn>
              <a:cxn ang="0">
                <a:pos x="connsiteX53145" y="connsiteY53145"/>
              </a:cxn>
              <a:cxn ang="0">
                <a:pos x="connsiteX53146" y="connsiteY53146"/>
              </a:cxn>
              <a:cxn ang="0">
                <a:pos x="connsiteX53147" y="connsiteY53147"/>
              </a:cxn>
              <a:cxn ang="0">
                <a:pos x="connsiteX53148" y="connsiteY53148"/>
              </a:cxn>
              <a:cxn ang="0">
                <a:pos x="connsiteX53149" y="connsiteY53149"/>
              </a:cxn>
              <a:cxn ang="0">
                <a:pos x="connsiteX53150" y="connsiteY53150"/>
              </a:cxn>
              <a:cxn ang="0">
                <a:pos x="connsiteX53151" y="connsiteY53151"/>
              </a:cxn>
              <a:cxn ang="0">
                <a:pos x="connsiteX53152" y="connsiteY53152"/>
              </a:cxn>
              <a:cxn ang="0">
                <a:pos x="connsiteX53153" y="connsiteY53153"/>
              </a:cxn>
              <a:cxn ang="0">
                <a:pos x="connsiteX53154" y="connsiteY53154"/>
              </a:cxn>
              <a:cxn ang="0">
                <a:pos x="connsiteX53155" y="connsiteY53155"/>
              </a:cxn>
              <a:cxn ang="0">
                <a:pos x="connsiteX53156" y="connsiteY53156"/>
              </a:cxn>
              <a:cxn ang="0">
                <a:pos x="connsiteX53157" y="connsiteY53157"/>
              </a:cxn>
              <a:cxn ang="0">
                <a:pos x="connsiteX53158" y="connsiteY53158"/>
              </a:cxn>
              <a:cxn ang="0">
                <a:pos x="connsiteX53159" y="connsiteY53159"/>
              </a:cxn>
              <a:cxn ang="0">
                <a:pos x="connsiteX53160" y="connsiteY53160"/>
              </a:cxn>
              <a:cxn ang="0">
                <a:pos x="connsiteX53161" y="connsiteY53161"/>
              </a:cxn>
              <a:cxn ang="0">
                <a:pos x="connsiteX53162" y="connsiteY53162"/>
              </a:cxn>
              <a:cxn ang="0">
                <a:pos x="connsiteX53163" y="connsiteY53163"/>
              </a:cxn>
              <a:cxn ang="0">
                <a:pos x="connsiteX53164" y="connsiteY53164"/>
              </a:cxn>
              <a:cxn ang="0">
                <a:pos x="connsiteX53165" y="connsiteY53165"/>
              </a:cxn>
              <a:cxn ang="0">
                <a:pos x="connsiteX53166" y="connsiteY53166"/>
              </a:cxn>
              <a:cxn ang="0">
                <a:pos x="connsiteX53167" y="connsiteY53167"/>
              </a:cxn>
              <a:cxn ang="0">
                <a:pos x="connsiteX53168" y="connsiteY53168"/>
              </a:cxn>
              <a:cxn ang="0">
                <a:pos x="connsiteX53169" y="connsiteY53169"/>
              </a:cxn>
              <a:cxn ang="0">
                <a:pos x="connsiteX53170" y="connsiteY53170"/>
              </a:cxn>
              <a:cxn ang="0">
                <a:pos x="connsiteX53171" y="connsiteY53171"/>
              </a:cxn>
              <a:cxn ang="0">
                <a:pos x="connsiteX53172" y="connsiteY53172"/>
              </a:cxn>
              <a:cxn ang="0">
                <a:pos x="connsiteX53173" y="connsiteY53173"/>
              </a:cxn>
              <a:cxn ang="0">
                <a:pos x="connsiteX53174" y="connsiteY53174"/>
              </a:cxn>
              <a:cxn ang="0">
                <a:pos x="connsiteX53175" y="connsiteY53175"/>
              </a:cxn>
              <a:cxn ang="0">
                <a:pos x="connsiteX53176" y="connsiteY53176"/>
              </a:cxn>
              <a:cxn ang="0">
                <a:pos x="connsiteX53177" y="connsiteY53177"/>
              </a:cxn>
              <a:cxn ang="0">
                <a:pos x="connsiteX53178" y="connsiteY53178"/>
              </a:cxn>
              <a:cxn ang="0">
                <a:pos x="connsiteX53179" y="connsiteY53179"/>
              </a:cxn>
              <a:cxn ang="0">
                <a:pos x="connsiteX53180" y="connsiteY53180"/>
              </a:cxn>
              <a:cxn ang="0">
                <a:pos x="connsiteX53181" y="connsiteY53181"/>
              </a:cxn>
              <a:cxn ang="0">
                <a:pos x="connsiteX53182" y="connsiteY53182"/>
              </a:cxn>
              <a:cxn ang="0">
                <a:pos x="connsiteX53183" y="connsiteY53183"/>
              </a:cxn>
              <a:cxn ang="0">
                <a:pos x="connsiteX53184" y="connsiteY53184"/>
              </a:cxn>
              <a:cxn ang="0">
                <a:pos x="connsiteX53185" y="connsiteY53185"/>
              </a:cxn>
              <a:cxn ang="0">
                <a:pos x="connsiteX53186" y="connsiteY53186"/>
              </a:cxn>
              <a:cxn ang="0">
                <a:pos x="connsiteX53187" y="connsiteY53187"/>
              </a:cxn>
              <a:cxn ang="0">
                <a:pos x="connsiteX53188" y="connsiteY53188"/>
              </a:cxn>
              <a:cxn ang="0">
                <a:pos x="connsiteX53189" y="connsiteY53189"/>
              </a:cxn>
              <a:cxn ang="0">
                <a:pos x="connsiteX53190" y="connsiteY53190"/>
              </a:cxn>
              <a:cxn ang="0">
                <a:pos x="connsiteX53191" y="connsiteY53191"/>
              </a:cxn>
              <a:cxn ang="0">
                <a:pos x="connsiteX53192" y="connsiteY53192"/>
              </a:cxn>
              <a:cxn ang="0">
                <a:pos x="connsiteX53193" y="connsiteY53193"/>
              </a:cxn>
              <a:cxn ang="0">
                <a:pos x="connsiteX53194" y="connsiteY53194"/>
              </a:cxn>
              <a:cxn ang="0">
                <a:pos x="connsiteX53195" y="connsiteY53195"/>
              </a:cxn>
              <a:cxn ang="0">
                <a:pos x="connsiteX53196" y="connsiteY53196"/>
              </a:cxn>
              <a:cxn ang="0">
                <a:pos x="connsiteX53197" y="connsiteY53197"/>
              </a:cxn>
              <a:cxn ang="0">
                <a:pos x="connsiteX53198" y="connsiteY53198"/>
              </a:cxn>
              <a:cxn ang="0">
                <a:pos x="connsiteX53199" y="connsiteY53199"/>
              </a:cxn>
              <a:cxn ang="0">
                <a:pos x="connsiteX53200" y="connsiteY53200"/>
              </a:cxn>
              <a:cxn ang="0">
                <a:pos x="connsiteX53201" y="connsiteY53201"/>
              </a:cxn>
              <a:cxn ang="0">
                <a:pos x="connsiteX53202" y="connsiteY53202"/>
              </a:cxn>
              <a:cxn ang="0">
                <a:pos x="connsiteX53203" y="connsiteY53203"/>
              </a:cxn>
              <a:cxn ang="0">
                <a:pos x="connsiteX53204" y="connsiteY53204"/>
              </a:cxn>
              <a:cxn ang="0">
                <a:pos x="connsiteX53205" y="connsiteY53205"/>
              </a:cxn>
              <a:cxn ang="0">
                <a:pos x="connsiteX53206" y="connsiteY53206"/>
              </a:cxn>
              <a:cxn ang="0">
                <a:pos x="connsiteX53207" y="connsiteY53207"/>
              </a:cxn>
              <a:cxn ang="0">
                <a:pos x="connsiteX53208" y="connsiteY53208"/>
              </a:cxn>
              <a:cxn ang="0">
                <a:pos x="connsiteX53209" y="connsiteY53209"/>
              </a:cxn>
              <a:cxn ang="0">
                <a:pos x="connsiteX53210" y="connsiteY53210"/>
              </a:cxn>
              <a:cxn ang="0">
                <a:pos x="connsiteX53211" y="connsiteY53211"/>
              </a:cxn>
              <a:cxn ang="0">
                <a:pos x="connsiteX53212" y="connsiteY53212"/>
              </a:cxn>
              <a:cxn ang="0">
                <a:pos x="connsiteX53213" y="connsiteY53213"/>
              </a:cxn>
              <a:cxn ang="0">
                <a:pos x="connsiteX53214" y="connsiteY53214"/>
              </a:cxn>
              <a:cxn ang="0">
                <a:pos x="connsiteX53215" y="connsiteY53215"/>
              </a:cxn>
              <a:cxn ang="0">
                <a:pos x="connsiteX53216" y="connsiteY53216"/>
              </a:cxn>
              <a:cxn ang="0">
                <a:pos x="connsiteX53217" y="connsiteY53217"/>
              </a:cxn>
              <a:cxn ang="0">
                <a:pos x="connsiteX53218" y="connsiteY53218"/>
              </a:cxn>
              <a:cxn ang="0">
                <a:pos x="connsiteX53219" y="connsiteY53219"/>
              </a:cxn>
              <a:cxn ang="0">
                <a:pos x="connsiteX53220" y="connsiteY53220"/>
              </a:cxn>
              <a:cxn ang="0">
                <a:pos x="connsiteX53221" y="connsiteY53221"/>
              </a:cxn>
              <a:cxn ang="0">
                <a:pos x="connsiteX53222" y="connsiteY53222"/>
              </a:cxn>
              <a:cxn ang="0">
                <a:pos x="connsiteX53223" y="connsiteY53223"/>
              </a:cxn>
              <a:cxn ang="0">
                <a:pos x="connsiteX53224" y="connsiteY53224"/>
              </a:cxn>
              <a:cxn ang="0">
                <a:pos x="connsiteX53225" y="connsiteY53225"/>
              </a:cxn>
              <a:cxn ang="0">
                <a:pos x="connsiteX53226" y="connsiteY53226"/>
              </a:cxn>
              <a:cxn ang="0">
                <a:pos x="connsiteX53227" y="connsiteY53227"/>
              </a:cxn>
              <a:cxn ang="0">
                <a:pos x="connsiteX53228" y="connsiteY53228"/>
              </a:cxn>
              <a:cxn ang="0">
                <a:pos x="connsiteX53229" y="connsiteY53229"/>
              </a:cxn>
              <a:cxn ang="0">
                <a:pos x="connsiteX53230" y="connsiteY53230"/>
              </a:cxn>
              <a:cxn ang="0">
                <a:pos x="connsiteX53231" y="connsiteY53231"/>
              </a:cxn>
              <a:cxn ang="0">
                <a:pos x="connsiteX53232" y="connsiteY53232"/>
              </a:cxn>
              <a:cxn ang="0">
                <a:pos x="connsiteX53233" y="connsiteY53233"/>
              </a:cxn>
              <a:cxn ang="0">
                <a:pos x="connsiteX53234" y="connsiteY53234"/>
              </a:cxn>
              <a:cxn ang="0">
                <a:pos x="connsiteX53235" y="connsiteY53235"/>
              </a:cxn>
              <a:cxn ang="0">
                <a:pos x="connsiteX53236" y="connsiteY53236"/>
              </a:cxn>
              <a:cxn ang="0">
                <a:pos x="connsiteX53237" y="connsiteY53237"/>
              </a:cxn>
              <a:cxn ang="0">
                <a:pos x="connsiteX53238" y="connsiteY53238"/>
              </a:cxn>
              <a:cxn ang="0">
                <a:pos x="connsiteX53239" y="connsiteY53239"/>
              </a:cxn>
              <a:cxn ang="0">
                <a:pos x="connsiteX53240" y="connsiteY53240"/>
              </a:cxn>
              <a:cxn ang="0">
                <a:pos x="connsiteX53241" y="connsiteY53241"/>
              </a:cxn>
              <a:cxn ang="0">
                <a:pos x="connsiteX53242" y="connsiteY53242"/>
              </a:cxn>
              <a:cxn ang="0">
                <a:pos x="connsiteX53243" y="connsiteY53243"/>
              </a:cxn>
              <a:cxn ang="0">
                <a:pos x="connsiteX53244" y="connsiteY53244"/>
              </a:cxn>
              <a:cxn ang="0">
                <a:pos x="connsiteX53245" y="connsiteY53245"/>
              </a:cxn>
              <a:cxn ang="0">
                <a:pos x="connsiteX53246" y="connsiteY53246"/>
              </a:cxn>
              <a:cxn ang="0">
                <a:pos x="connsiteX53247" y="connsiteY53247"/>
              </a:cxn>
              <a:cxn ang="0">
                <a:pos x="connsiteX53248" y="connsiteY53248"/>
              </a:cxn>
              <a:cxn ang="0">
                <a:pos x="connsiteX53249" y="connsiteY53249"/>
              </a:cxn>
              <a:cxn ang="0">
                <a:pos x="connsiteX53250" y="connsiteY53250"/>
              </a:cxn>
              <a:cxn ang="0">
                <a:pos x="connsiteX53251" y="connsiteY53251"/>
              </a:cxn>
              <a:cxn ang="0">
                <a:pos x="connsiteX53252" y="connsiteY53252"/>
              </a:cxn>
              <a:cxn ang="0">
                <a:pos x="connsiteX53253" y="connsiteY53253"/>
              </a:cxn>
              <a:cxn ang="0">
                <a:pos x="connsiteX53254" y="connsiteY53254"/>
              </a:cxn>
              <a:cxn ang="0">
                <a:pos x="connsiteX53255" y="connsiteY53255"/>
              </a:cxn>
              <a:cxn ang="0">
                <a:pos x="connsiteX53256" y="connsiteY53256"/>
              </a:cxn>
              <a:cxn ang="0">
                <a:pos x="connsiteX53257" y="connsiteY53257"/>
              </a:cxn>
              <a:cxn ang="0">
                <a:pos x="connsiteX53258" y="connsiteY53258"/>
              </a:cxn>
              <a:cxn ang="0">
                <a:pos x="connsiteX53259" y="connsiteY53259"/>
              </a:cxn>
              <a:cxn ang="0">
                <a:pos x="connsiteX53260" y="connsiteY53260"/>
              </a:cxn>
              <a:cxn ang="0">
                <a:pos x="connsiteX53261" y="connsiteY53261"/>
              </a:cxn>
              <a:cxn ang="0">
                <a:pos x="connsiteX53262" y="connsiteY53262"/>
              </a:cxn>
              <a:cxn ang="0">
                <a:pos x="connsiteX53263" y="connsiteY53263"/>
              </a:cxn>
              <a:cxn ang="0">
                <a:pos x="connsiteX53264" y="connsiteY53264"/>
              </a:cxn>
              <a:cxn ang="0">
                <a:pos x="connsiteX53265" y="connsiteY53265"/>
              </a:cxn>
              <a:cxn ang="0">
                <a:pos x="connsiteX53266" y="connsiteY53266"/>
              </a:cxn>
              <a:cxn ang="0">
                <a:pos x="connsiteX53267" y="connsiteY53267"/>
              </a:cxn>
              <a:cxn ang="0">
                <a:pos x="connsiteX53268" y="connsiteY53268"/>
              </a:cxn>
              <a:cxn ang="0">
                <a:pos x="connsiteX53269" y="connsiteY53269"/>
              </a:cxn>
              <a:cxn ang="0">
                <a:pos x="connsiteX53270" y="connsiteY53270"/>
              </a:cxn>
              <a:cxn ang="0">
                <a:pos x="connsiteX53271" y="connsiteY53271"/>
              </a:cxn>
              <a:cxn ang="0">
                <a:pos x="connsiteX53272" y="connsiteY53272"/>
              </a:cxn>
              <a:cxn ang="0">
                <a:pos x="connsiteX53273" y="connsiteY53273"/>
              </a:cxn>
              <a:cxn ang="0">
                <a:pos x="connsiteX53274" y="connsiteY53274"/>
              </a:cxn>
              <a:cxn ang="0">
                <a:pos x="connsiteX53275" y="connsiteY53275"/>
              </a:cxn>
              <a:cxn ang="0">
                <a:pos x="connsiteX53276" y="connsiteY53276"/>
              </a:cxn>
              <a:cxn ang="0">
                <a:pos x="connsiteX53277" y="connsiteY53277"/>
              </a:cxn>
              <a:cxn ang="0">
                <a:pos x="connsiteX53278" y="connsiteY53278"/>
              </a:cxn>
              <a:cxn ang="0">
                <a:pos x="connsiteX53279" y="connsiteY53279"/>
              </a:cxn>
              <a:cxn ang="0">
                <a:pos x="connsiteX53280" y="connsiteY53280"/>
              </a:cxn>
              <a:cxn ang="0">
                <a:pos x="connsiteX53281" y="connsiteY53281"/>
              </a:cxn>
              <a:cxn ang="0">
                <a:pos x="connsiteX53282" y="connsiteY53282"/>
              </a:cxn>
              <a:cxn ang="0">
                <a:pos x="connsiteX53283" y="connsiteY53283"/>
              </a:cxn>
              <a:cxn ang="0">
                <a:pos x="connsiteX53284" y="connsiteY53284"/>
              </a:cxn>
              <a:cxn ang="0">
                <a:pos x="connsiteX53285" y="connsiteY53285"/>
              </a:cxn>
              <a:cxn ang="0">
                <a:pos x="connsiteX53286" y="connsiteY53286"/>
              </a:cxn>
              <a:cxn ang="0">
                <a:pos x="connsiteX53287" y="connsiteY53287"/>
              </a:cxn>
              <a:cxn ang="0">
                <a:pos x="connsiteX53288" y="connsiteY53288"/>
              </a:cxn>
              <a:cxn ang="0">
                <a:pos x="connsiteX53289" y="connsiteY53289"/>
              </a:cxn>
              <a:cxn ang="0">
                <a:pos x="connsiteX53290" y="connsiteY53290"/>
              </a:cxn>
              <a:cxn ang="0">
                <a:pos x="connsiteX53291" y="connsiteY53291"/>
              </a:cxn>
              <a:cxn ang="0">
                <a:pos x="connsiteX53292" y="connsiteY53292"/>
              </a:cxn>
              <a:cxn ang="0">
                <a:pos x="connsiteX53293" y="connsiteY53293"/>
              </a:cxn>
              <a:cxn ang="0">
                <a:pos x="connsiteX53294" y="connsiteY53294"/>
              </a:cxn>
              <a:cxn ang="0">
                <a:pos x="connsiteX53295" y="connsiteY53295"/>
              </a:cxn>
              <a:cxn ang="0">
                <a:pos x="connsiteX53296" y="connsiteY53296"/>
              </a:cxn>
              <a:cxn ang="0">
                <a:pos x="connsiteX53297" y="connsiteY53297"/>
              </a:cxn>
              <a:cxn ang="0">
                <a:pos x="connsiteX53298" y="connsiteY53298"/>
              </a:cxn>
              <a:cxn ang="0">
                <a:pos x="connsiteX53299" y="connsiteY53299"/>
              </a:cxn>
              <a:cxn ang="0">
                <a:pos x="connsiteX53300" y="connsiteY53300"/>
              </a:cxn>
              <a:cxn ang="0">
                <a:pos x="connsiteX53301" y="connsiteY53301"/>
              </a:cxn>
              <a:cxn ang="0">
                <a:pos x="connsiteX53302" y="connsiteY53302"/>
              </a:cxn>
              <a:cxn ang="0">
                <a:pos x="connsiteX53303" y="connsiteY53303"/>
              </a:cxn>
              <a:cxn ang="0">
                <a:pos x="connsiteX53304" y="connsiteY53304"/>
              </a:cxn>
              <a:cxn ang="0">
                <a:pos x="connsiteX53305" y="connsiteY53305"/>
              </a:cxn>
              <a:cxn ang="0">
                <a:pos x="connsiteX53306" y="connsiteY53306"/>
              </a:cxn>
              <a:cxn ang="0">
                <a:pos x="connsiteX53307" y="connsiteY53307"/>
              </a:cxn>
              <a:cxn ang="0">
                <a:pos x="connsiteX53308" y="connsiteY53308"/>
              </a:cxn>
              <a:cxn ang="0">
                <a:pos x="connsiteX53309" y="connsiteY53309"/>
              </a:cxn>
              <a:cxn ang="0">
                <a:pos x="connsiteX53310" y="connsiteY53310"/>
              </a:cxn>
              <a:cxn ang="0">
                <a:pos x="connsiteX53311" y="connsiteY53311"/>
              </a:cxn>
              <a:cxn ang="0">
                <a:pos x="connsiteX53312" y="connsiteY53312"/>
              </a:cxn>
              <a:cxn ang="0">
                <a:pos x="connsiteX53313" y="connsiteY53313"/>
              </a:cxn>
              <a:cxn ang="0">
                <a:pos x="connsiteX53314" y="connsiteY53314"/>
              </a:cxn>
              <a:cxn ang="0">
                <a:pos x="connsiteX53315" y="connsiteY53315"/>
              </a:cxn>
              <a:cxn ang="0">
                <a:pos x="connsiteX53316" y="connsiteY53316"/>
              </a:cxn>
              <a:cxn ang="0">
                <a:pos x="connsiteX53317" y="connsiteY53317"/>
              </a:cxn>
              <a:cxn ang="0">
                <a:pos x="connsiteX53318" y="connsiteY53318"/>
              </a:cxn>
              <a:cxn ang="0">
                <a:pos x="connsiteX53319" y="connsiteY53319"/>
              </a:cxn>
              <a:cxn ang="0">
                <a:pos x="connsiteX53320" y="connsiteY53320"/>
              </a:cxn>
              <a:cxn ang="0">
                <a:pos x="connsiteX53321" y="connsiteY53321"/>
              </a:cxn>
              <a:cxn ang="0">
                <a:pos x="connsiteX53322" y="connsiteY53322"/>
              </a:cxn>
              <a:cxn ang="0">
                <a:pos x="connsiteX53323" y="connsiteY53323"/>
              </a:cxn>
              <a:cxn ang="0">
                <a:pos x="connsiteX53324" y="connsiteY53324"/>
              </a:cxn>
              <a:cxn ang="0">
                <a:pos x="connsiteX53325" y="connsiteY53325"/>
              </a:cxn>
              <a:cxn ang="0">
                <a:pos x="connsiteX53326" y="connsiteY53326"/>
              </a:cxn>
              <a:cxn ang="0">
                <a:pos x="connsiteX53327" y="connsiteY53327"/>
              </a:cxn>
              <a:cxn ang="0">
                <a:pos x="connsiteX53328" y="connsiteY53328"/>
              </a:cxn>
              <a:cxn ang="0">
                <a:pos x="connsiteX53329" y="connsiteY53329"/>
              </a:cxn>
              <a:cxn ang="0">
                <a:pos x="connsiteX53330" y="connsiteY53330"/>
              </a:cxn>
              <a:cxn ang="0">
                <a:pos x="connsiteX53331" y="connsiteY53331"/>
              </a:cxn>
              <a:cxn ang="0">
                <a:pos x="connsiteX53332" y="connsiteY53332"/>
              </a:cxn>
              <a:cxn ang="0">
                <a:pos x="connsiteX53333" y="connsiteY53333"/>
              </a:cxn>
              <a:cxn ang="0">
                <a:pos x="connsiteX53334" y="connsiteY53334"/>
              </a:cxn>
              <a:cxn ang="0">
                <a:pos x="connsiteX53335" y="connsiteY53335"/>
              </a:cxn>
              <a:cxn ang="0">
                <a:pos x="connsiteX53336" y="connsiteY53336"/>
              </a:cxn>
              <a:cxn ang="0">
                <a:pos x="connsiteX53337" y="connsiteY53337"/>
              </a:cxn>
              <a:cxn ang="0">
                <a:pos x="connsiteX53338" y="connsiteY53338"/>
              </a:cxn>
              <a:cxn ang="0">
                <a:pos x="connsiteX53339" y="connsiteY53339"/>
              </a:cxn>
              <a:cxn ang="0">
                <a:pos x="connsiteX53340" y="connsiteY53340"/>
              </a:cxn>
              <a:cxn ang="0">
                <a:pos x="connsiteX53341" y="connsiteY53341"/>
              </a:cxn>
              <a:cxn ang="0">
                <a:pos x="connsiteX53342" y="connsiteY53342"/>
              </a:cxn>
              <a:cxn ang="0">
                <a:pos x="connsiteX53343" y="connsiteY53343"/>
              </a:cxn>
              <a:cxn ang="0">
                <a:pos x="connsiteX53344" y="connsiteY53344"/>
              </a:cxn>
              <a:cxn ang="0">
                <a:pos x="connsiteX53345" y="connsiteY53345"/>
              </a:cxn>
              <a:cxn ang="0">
                <a:pos x="connsiteX53346" y="connsiteY53346"/>
              </a:cxn>
              <a:cxn ang="0">
                <a:pos x="connsiteX53347" y="connsiteY53347"/>
              </a:cxn>
              <a:cxn ang="0">
                <a:pos x="connsiteX53348" y="connsiteY53348"/>
              </a:cxn>
              <a:cxn ang="0">
                <a:pos x="connsiteX53349" y="connsiteY53349"/>
              </a:cxn>
              <a:cxn ang="0">
                <a:pos x="connsiteX53350" y="connsiteY53350"/>
              </a:cxn>
              <a:cxn ang="0">
                <a:pos x="connsiteX53351" y="connsiteY53351"/>
              </a:cxn>
              <a:cxn ang="0">
                <a:pos x="connsiteX53352" y="connsiteY53352"/>
              </a:cxn>
              <a:cxn ang="0">
                <a:pos x="connsiteX53353" y="connsiteY53353"/>
              </a:cxn>
              <a:cxn ang="0">
                <a:pos x="connsiteX53354" y="connsiteY53354"/>
              </a:cxn>
              <a:cxn ang="0">
                <a:pos x="connsiteX53355" y="connsiteY53355"/>
              </a:cxn>
              <a:cxn ang="0">
                <a:pos x="connsiteX53356" y="connsiteY53356"/>
              </a:cxn>
              <a:cxn ang="0">
                <a:pos x="connsiteX53357" y="connsiteY53357"/>
              </a:cxn>
              <a:cxn ang="0">
                <a:pos x="connsiteX53358" y="connsiteY53358"/>
              </a:cxn>
              <a:cxn ang="0">
                <a:pos x="connsiteX53359" y="connsiteY53359"/>
              </a:cxn>
              <a:cxn ang="0">
                <a:pos x="connsiteX53360" y="connsiteY53360"/>
              </a:cxn>
              <a:cxn ang="0">
                <a:pos x="connsiteX53361" y="connsiteY53361"/>
              </a:cxn>
              <a:cxn ang="0">
                <a:pos x="connsiteX53362" y="connsiteY53362"/>
              </a:cxn>
              <a:cxn ang="0">
                <a:pos x="connsiteX53363" y="connsiteY53363"/>
              </a:cxn>
              <a:cxn ang="0">
                <a:pos x="connsiteX53364" y="connsiteY53364"/>
              </a:cxn>
              <a:cxn ang="0">
                <a:pos x="connsiteX53365" y="connsiteY53365"/>
              </a:cxn>
              <a:cxn ang="0">
                <a:pos x="connsiteX53366" y="connsiteY53366"/>
              </a:cxn>
              <a:cxn ang="0">
                <a:pos x="connsiteX53367" y="connsiteY53367"/>
              </a:cxn>
              <a:cxn ang="0">
                <a:pos x="connsiteX53368" y="connsiteY53368"/>
              </a:cxn>
              <a:cxn ang="0">
                <a:pos x="connsiteX53369" y="connsiteY53369"/>
              </a:cxn>
              <a:cxn ang="0">
                <a:pos x="connsiteX53370" y="connsiteY53370"/>
              </a:cxn>
              <a:cxn ang="0">
                <a:pos x="connsiteX53371" y="connsiteY53371"/>
              </a:cxn>
              <a:cxn ang="0">
                <a:pos x="connsiteX53372" y="connsiteY53372"/>
              </a:cxn>
              <a:cxn ang="0">
                <a:pos x="connsiteX53373" y="connsiteY53373"/>
              </a:cxn>
              <a:cxn ang="0">
                <a:pos x="connsiteX53374" y="connsiteY53374"/>
              </a:cxn>
              <a:cxn ang="0">
                <a:pos x="connsiteX53375" y="connsiteY53375"/>
              </a:cxn>
              <a:cxn ang="0">
                <a:pos x="connsiteX53376" y="connsiteY53376"/>
              </a:cxn>
              <a:cxn ang="0">
                <a:pos x="connsiteX53377" y="connsiteY53377"/>
              </a:cxn>
              <a:cxn ang="0">
                <a:pos x="connsiteX53378" y="connsiteY53378"/>
              </a:cxn>
              <a:cxn ang="0">
                <a:pos x="connsiteX53379" y="connsiteY53379"/>
              </a:cxn>
              <a:cxn ang="0">
                <a:pos x="connsiteX53380" y="connsiteY53380"/>
              </a:cxn>
              <a:cxn ang="0">
                <a:pos x="connsiteX53381" y="connsiteY53381"/>
              </a:cxn>
              <a:cxn ang="0">
                <a:pos x="connsiteX53382" y="connsiteY53382"/>
              </a:cxn>
              <a:cxn ang="0">
                <a:pos x="connsiteX53383" y="connsiteY53383"/>
              </a:cxn>
              <a:cxn ang="0">
                <a:pos x="connsiteX53384" y="connsiteY53384"/>
              </a:cxn>
              <a:cxn ang="0">
                <a:pos x="connsiteX53385" y="connsiteY53385"/>
              </a:cxn>
              <a:cxn ang="0">
                <a:pos x="connsiteX53386" y="connsiteY53386"/>
              </a:cxn>
              <a:cxn ang="0">
                <a:pos x="connsiteX53387" y="connsiteY53387"/>
              </a:cxn>
              <a:cxn ang="0">
                <a:pos x="connsiteX53388" y="connsiteY53388"/>
              </a:cxn>
              <a:cxn ang="0">
                <a:pos x="connsiteX53389" y="connsiteY53389"/>
              </a:cxn>
              <a:cxn ang="0">
                <a:pos x="connsiteX53390" y="connsiteY53390"/>
              </a:cxn>
              <a:cxn ang="0">
                <a:pos x="connsiteX53391" y="connsiteY53391"/>
              </a:cxn>
              <a:cxn ang="0">
                <a:pos x="connsiteX53392" y="connsiteY53392"/>
              </a:cxn>
              <a:cxn ang="0">
                <a:pos x="connsiteX53393" y="connsiteY53393"/>
              </a:cxn>
              <a:cxn ang="0">
                <a:pos x="connsiteX53394" y="connsiteY53394"/>
              </a:cxn>
              <a:cxn ang="0">
                <a:pos x="connsiteX53395" y="connsiteY53395"/>
              </a:cxn>
              <a:cxn ang="0">
                <a:pos x="connsiteX53396" y="connsiteY53396"/>
              </a:cxn>
              <a:cxn ang="0">
                <a:pos x="connsiteX53397" y="connsiteY53397"/>
              </a:cxn>
              <a:cxn ang="0">
                <a:pos x="connsiteX53398" y="connsiteY53398"/>
              </a:cxn>
              <a:cxn ang="0">
                <a:pos x="connsiteX53399" y="connsiteY53399"/>
              </a:cxn>
              <a:cxn ang="0">
                <a:pos x="connsiteX53400" y="connsiteY53400"/>
              </a:cxn>
              <a:cxn ang="0">
                <a:pos x="connsiteX53401" y="connsiteY53401"/>
              </a:cxn>
              <a:cxn ang="0">
                <a:pos x="connsiteX53402" y="connsiteY53402"/>
              </a:cxn>
              <a:cxn ang="0">
                <a:pos x="connsiteX53403" y="connsiteY53403"/>
              </a:cxn>
              <a:cxn ang="0">
                <a:pos x="connsiteX53404" y="connsiteY53404"/>
              </a:cxn>
              <a:cxn ang="0">
                <a:pos x="connsiteX53405" y="connsiteY53405"/>
              </a:cxn>
              <a:cxn ang="0">
                <a:pos x="connsiteX53406" y="connsiteY53406"/>
              </a:cxn>
              <a:cxn ang="0">
                <a:pos x="connsiteX53407" y="connsiteY53407"/>
              </a:cxn>
              <a:cxn ang="0">
                <a:pos x="connsiteX53408" y="connsiteY53408"/>
              </a:cxn>
              <a:cxn ang="0">
                <a:pos x="connsiteX53409" y="connsiteY53409"/>
              </a:cxn>
              <a:cxn ang="0">
                <a:pos x="connsiteX53410" y="connsiteY53410"/>
              </a:cxn>
              <a:cxn ang="0">
                <a:pos x="connsiteX53411" y="connsiteY53411"/>
              </a:cxn>
              <a:cxn ang="0">
                <a:pos x="connsiteX53412" y="connsiteY53412"/>
              </a:cxn>
              <a:cxn ang="0">
                <a:pos x="connsiteX53413" y="connsiteY53413"/>
              </a:cxn>
              <a:cxn ang="0">
                <a:pos x="connsiteX53414" y="connsiteY53414"/>
              </a:cxn>
              <a:cxn ang="0">
                <a:pos x="connsiteX53415" y="connsiteY53415"/>
              </a:cxn>
              <a:cxn ang="0">
                <a:pos x="connsiteX53416" y="connsiteY53416"/>
              </a:cxn>
              <a:cxn ang="0">
                <a:pos x="connsiteX53417" y="connsiteY53417"/>
              </a:cxn>
              <a:cxn ang="0">
                <a:pos x="connsiteX53418" y="connsiteY53418"/>
              </a:cxn>
              <a:cxn ang="0">
                <a:pos x="connsiteX53419" y="connsiteY53419"/>
              </a:cxn>
              <a:cxn ang="0">
                <a:pos x="connsiteX53420" y="connsiteY53420"/>
              </a:cxn>
              <a:cxn ang="0">
                <a:pos x="connsiteX53421" y="connsiteY53421"/>
              </a:cxn>
              <a:cxn ang="0">
                <a:pos x="connsiteX53422" y="connsiteY53422"/>
              </a:cxn>
              <a:cxn ang="0">
                <a:pos x="connsiteX53423" y="connsiteY53423"/>
              </a:cxn>
              <a:cxn ang="0">
                <a:pos x="connsiteX53424" y="connsiteY53424"/>
              </a:cxn>
              <a:cxn ang="0">
                <a:pos x="connsiteX53425" y="connsiteY53425"/>
              </a:cxn>
              <a:cxn ang="0">
                <a:pos x="connsiteX53426" y="connsiteY53426"/>
              </a:cxn>
              <a:cxn ang="0">
                <a:pos x="connsiteX53427" y="connsiteY53427"/>
              </a:cxn>
              <a:cxn ang="0">
                <a:pos x="connsiteX53428" y="connsiteY53428"/>
              </a:cxn>
              <a:cxn ang="0">
                <a:pos x="connsiteX53429" y="connsiteY53429"/>
              </a:cxn>
              <a:cxn ang="0">
                <a:pos x="connsiteX53430" y="connsiteY53430"/>
              </a:cxn>
              <a:cxn ang="0">
                <a:pos x="connsiteX53431" y="connsiteY53431"/>
              </a:cxn>
              <a:cxn ang="0">
                <a:pos x="connsiteX53432" y="connsiteY53432"/>
              </a:cxn>
              <a:cxn ang="0">
                <a:pos x="connsiteX53433" y="connsiteY53433"/>
              </a:cxn>
              <a:cxn ang="0">
                <a:pos x="connsiteX53434" y="connsiteY53434"/>
              </a:cxn>
              <a:cxn ang="0">
                <a:pos x="connsiteX53435" y="connsiteY53435"/>
              </a:cxn>
              <a:cxn ang="0">
                <a:pos x="connsiteX53436" y="connsiteY53436"/>
              </a:cxn>
              <a:cxn ang="0">
                <a:pos x="connsiteX53437" y="connsiteY53437"/>
              </a:cxn>
              <a:cxn ang="0">
                <a:pos x="connsiteX53438" y="connsiteY53438"/>
              </a:cxn>
              <a:cxn ang="0">
                <a:pos x="connsiteX53439" y="connsiteY53439"/>
              </a:cxn>
              <a:cxn ang="0">
                <a:pos x="connsiteX53440" y="connsiteY53440"/>
              </a:cxn>
              <a:cxn ang="0">
                <a:pos x="connsiteX53441" y="connsiteY53441"/>
              </a:cxn>
              <a:cxn ang="0">
                <a:pos x="connsiteX53442" y="connsiteY53442"/>
              </a:cxn>
              <a:cxn ang="0">
                <a:pos x="connsiteX53443" y="connsiteY53443"/>
              </a:cxn>
              <a:cxn ang="0">
                <a:pos x="connsiteX53444" y="connsiteY53444"/>
              </a:cxn>
              <a:cxn ang="0">
                <a:pos x="connsiteX53445" y="connsiteY53445"/>
              </a:cxn>
              <a:cxn ang="0">
                <a:pos x="connsiteX53446" y="connsiteY53446"/>
              </a:cxn>
              <a:cxn ang="0">
                <a:pos x="connsiteX53447" y="connsiteY53447"/>
              </a:cxn>
              <a:cxn ang="0">
                <a:pos x="connsiteX53448" y="connsiteY53448"/>
              </a:cxn>
              <a:cxn ang="0">
                <a:pos x="connsiteX53449" y="connsiteY53449"/>
              </a:cxn>
              <a:cxn ang="0">
                <a:pos x="connsiteX53450" y="connsiteY53450"/>
              </a:cxn>
              <a:cxn ang="0">
                <a:pos x="connsiteX53451" y="connsiteY53451"/>
              </a:cxn>
              <a:cxn ang="0">
                <a:pos x="connsiteX53452" y="connsiteY53452"/>
              </a:cxn>
              <a:cxn ang="0">
                <a:pos x="connsiteX53453" y="connsiteY53453"/>
              </a:cxn>
              <a:cxn ang="0">
                <a:pos x="connsiteX53454" y="connsiteY53454"/>
              </a:cxn>
              <a:cxn ang="0">
                <a:pos x="connsiteX53455" y="connsiteY53455"/>
              </a:cxn>
              <a:cxn ang="0">
                <a:pos x="connsiteX53456" y="connsiteY53456"/>
              </a:cxn>
              <a:cxn ang="0">
                <a:pos x="connsiteX53457" y="connsiteY53457"/>
              </a:cxn>
              <a:cxn ang="0">
                <a:pos x="connsiteX53458" y="connsiteY53458"/>
              </a:cxn>
              <a:cxn ang="0">
                <a:pos x="connsiteX53459" y="connsiteY53459"/>
              </a:cxn>
              <a:cxn ang="0">
                <a:pos x="connsiteX53460" y="connsiteY53460"/>
              </a:cxn>
              <a:cxn ang="0">
                <a:pos x="connsiteX53461" y="connsiteY53461"/>
              </a:cxn>
              <a:cxn ang="0">
                <a:pos x="connsiteX53462" y="connsiteY53462"/>
              </a:cxn>
              <a:cxn ang="0">
                <a:pos x="connsiteX53463" y="connsiteY53463"/>
              </a:cxn>
              <a:cxn ang="0">
                <a:pos x="connsiteX53464" y="connsiteY53464"/>
              </a:cxn>
              <a:cxn ang="0">
                <a:pos x="connsiteX53465" y="connsiteY53465"/>
              </a:cxn>
              <a:cxn ang="0">
                <a:pos x="connsiteX53466" y="connsiteY53466"/>
              </a:cxn>
              <a:cxn ang="0">
                <a:pos x="connsiteX53467" y="connsiteY53467"/>
              </a:cxn>
              <a:cxn ang="0">
                <a:pos x="connsiteX53468" y="connsiteY53468"/>
              </a:cxn>
              <a:cxn ang="0">
                <a:pos x="connsiteX53469" y="connsiteY53469"/>
              </a:cxn>
              <a:cxn ang="0">
                <a:pos x="connsiteX53470" y="connsiteY53470"/>
              </a:cxn>
              <a:cxn ang="0">
                <a:pos x="connsiteX53471" y="connsiteY53471"/>
              </a:cxn>
              <a:cxn ang="0">
                <a:pos x="connsiteX53472" y="connsiteY53472"/>
              </a:cxn>
              <a:cxn ang="0">
                <a:pos x="connsiteX53473" y="connsiteY53473"/>
              </a:cxn>
              <a:cxn ang="0">
                <a:pos x="connsiteX53474" y="connsiteY53474"/>
              </a:cxn>
              <a:cxn ang="0">
                <a:pos x="connsiteX53475" y="connsiteY53475"/>
              </a:cxn>
              <a:cxn ang="0">
                <a:pos x="connsiteX53476" y="connsiteY53476"/>
              </a:cxn>
              <a:cxn ang="0">
                <a:pos x="connsiteX53477" y="connsiteY53477"/>
              </a:cxn>
              <a:cxn ang="0">
                <a:pos x="connsiteX53478" y="connsiteY53478"/>
              </a:cxn>
              <a:cxn ang="0">
                <a:pos x="connsiteX53479" y="connsiteY53479"/>
              </a:cxn>
              <a:cxn ang="0">
                <a:pos x="connsiteX53480" y="connsiteY53480"/>
              </a:cxn>
              <a:cxn ang="0">
                <a:pos x="connsiteX53481" y="connsiteY53481"/>
              </a:cxn>
              <a:cxn ang="0">
                <a:pos x="connsiteX53482" y="connsiteY53482"/>
              </a:cxn>
              <a:cxn ang="0">
                <a:pos x="connsiteX53483" y="connsiteY53483"/>
              </a:cxn>
              <a:cxn ang="0">
                <a:pos x="connsiteX53484" y="connsiteY53484"/>
              </a:cxn>
              <a:cxn ang="0">
                <a:pos x="connsiteX53485" y="connsiteY53485"/>
              </a:cxn>
              <a:cxn ang="0">
                <a:pos x="connsiteX53486" y="connsiteY53486"/>
              </a:cxn>
              <a:cxn ang="0">
                <a:pos x="connsiteX53487" y="connsiteY53487"/>
              </a:cxn>
              <a:cxn ang="0">
                <a:pos x="connsiteX53488" y="connsiteY53488"/>
              </a:cxn>
              <a:cxn ang="0">
                <a:pos x="connsiteX53489" y="connsiteY53489"/>
              </a:cxn>
              <a:cxn ang="0">
                <a:pos x="connsiteX53490" y="connsiteY53490"/>
              </a:cxn>
              <a:cxn ang="0">
                <a:pos x="connsiteX53491" y="connsiteY53491"/>
              </a:cxn>
              <a:cxn ang="0">
                <a:pos x="connsiteX53492" y="connsiteY53492"/>
              </a:cxn>
              <a:cxn ang="0">
                <a:pos x="connsiteX53493" y="connsiteY53493"/>
              </a:cxn>
              <a:cxn ang="0">
                <a:pos x="connsiteX53494" y="connsiteY53494"/>
              </a:cxn>
              <a:cxn ang="0">
                <a:pos x="connsiteX53495" y="connsiteY53495"/>
              </a:cxn>
              <a:cxn ang="0">
                <a:pos x="connsiteX53496" y="connsiteY53496"/>
              </a:cxn>
              <a:cxn ang="0">
                <a:pos x="connsiteX53497" y="connsiteY53497"/>
              </a:cxn>
              <a:cxn ang="0">
                <a:pos x="connsiteX53498" y="connsiteY53498"/>
              </a:cxn>
              <a:cxn ang="0">
                <a:pos x="connsiteX53499" y="connsiteY53499"/>
              </a:cxn>
              <a:cxn ang="0">
                <a:pos x="connsiteX53500" y="connsiteY53500"/>
              </a:cxn>
              <a:cxn ang="0">
                <a:pos x="connsiteX53501" y="connsiteY53501"/>
              </a:cxn>
              <a:cxn ang="0">
                <a:pos x="connsiteX53502" y="connsiteY53502"/>
              </a:cxn>
              <a:cxn ang="0">
                <a:pos x="connsiteX53503" y="connsiteY53503"/>
              </a:cxn>
              <a:cxn ang="0">
                <a:pos x="connsiteX53504" y="connsiteY53504"/>
              </a:cxn>
              <a:cxn ang="0">
                <a:pos x="connsiteX53505" y="connsiteY53505"/>
              </a:cxn>
              <a:cxn ang="0">
                <a:pos x="connsiteX53506" y="connsiteY53506"/>
              </a:cxn>
              <a:cxn ang="0">
                <a:pos x="connsiteX53507" y="connsiteY53507"/>
              </a:cxn>
              <a:cxn ang="0">
                <a:pos x="connsiteX53508" y="connsiteY53508"/>
              </a:cxn>
              <a:cxn ang="0">
                <a:pos x="connsiteX53509" y="connsiteY53509"/>
              </a:cxn>
              <a:cxn ang="0">
                <a:pos x="connsiteX53510" y="connsiteY53510"/>
              </a:cxn>
              <a:cxn ang="0">
                <a:pos x="connsiteX53511" y="connsiteY53511"/>
              </a:cxn>
              <a:cxn ang="0">
                <a:pos x="connsiteX53512" y="connsiteY53512"/>
              </a:cxn>
              <a:cxn ang="0">
                <a:pos x="connsiteX53513" y="connsiteY53513"/>
              </a:cxn>
              <a:cxn ang="0">
                <a:pos x="connsiteX53514" y="connsiteY53514"/>
              </a:cxn>
              <a:cxn ang="0">
                <a:pos x="connsiteX53515" y="connsiteY53515"/>
              </a:cxn>
              <a:cxn ang="0">
                <a:pos x="connsiteX53516" y="connsiteY53516"/>
              </a:cxn>
              <a:cxn ang="0">
                <a:pos x="connsiteX53517" y="connsiteY53517"/>
              </a:cxn>
              <a:cxn ang="0">
                <a:pos x="connsiteX53518" y="connsiteY53518"/>
              </a:cxn>
              <a:cxn ang="0">
                <a:pos x="connsiteX53519" y="connsiteY53519"/>
              </a:cxn>
              <a:cxn ang="0">
                <a:pos x="connsiteX53520" y="connsiteY53520"/>
              </a:cxn>
              <a:cxn ang="0">
                <a:pos x="connsiteX53521" y="connsiteY53521"/>
              </a:cxn>
              <a:cxn ang="0">
                <a:pos x="connsiteX53522" y="connsiteY53522"/>
              </a:cxn>
              <a:cxn ang="0">
                <a:pos x="connsiteX53523" y="connsiteY53523"/>
              </a:cxn>
              <a:cxn ang="0">
                <a:pos x="connsiteX53524" y="connsiteY53524"/>
              </a:cxn>
              <a:cxn ang="0">
                <a:pos x="connsiteX53525" y="connsiteY53525"/>
              </a:cxn>
              <a:cxn ang="0">
                <a:pos x="connsiteX53526" y="connsiteY53526"/>
              </a:cxn>
              <a:cxn ang="0">
                <a:pos x="connsiteX53527" y="connsiteY53527"/>
              </a:cxn>
              <a:cxn ang="0">
                <a:pos x="connsiteX53528" y="connsiteY53528"/>
              </a:cxn>
              <a:cxn ang="0">
                <a:pos x="connsiteX53529" y="connsiteY53529"/>
              </a:cxn>
              <a:cxn ang="0">
                <a:pos x="connsiteX53530" y="connsiteY53530"/>
              </a:cxn>
              <a:cxn ang="0">
                <a:pos x="connsiteX53531" y="connsiteY53531"/>
              </a:cxn>
              <a:cxn ang="0">
                <a:pos x="connsiteX53532" y="connsiteY53532"/>
              </a:cxn>
              <a:cxn ang="0">
                <a:pos x="connsiteX53533" y="connsiteY53533"/>
              </a:cxn>
              <a:cxn ang="0">
                <a:pos x="connsiteX53534" y="connsiteY53534"/>
              </a:cxn>
              <a:cxn ang="0">
                <a:pos x="connsiteX53535" y="connsiteY53535"/>
              </a:cxn>
              <a:cxn ang="0">
                <a:pos x="connsiteX53536" y="connsiteY53536"/>
              </a:cxn>
              <a:cxn ang="0">
                <a:pos x="connsiteX53537" y="connsiteY53537"/>
              </a:cxn>
              <a:cxn ang="0">
                <a:pos x="connsiteX53538" y="connsiteY53538"/>
              </a:cxn>
              <a:cxn ang="0">
                <a:pos x="connsiteX53539" y="connsiteY53539"/>
              </a:cxn>
              <a:cxn ang="0">
                <a:pos x="connsiteX53540" y="connsiteY53540"/>
              </a:cxn>
              <a:cxn ang="0">
                <a:pos x="connsiteX53541" y="connsiteY53541"/>
              </a:cxn>
              <a:cxn ang="0">
                <a:pos x="connsiteX53542" y="connsiteY53542"/>
              </a:cxn>
              <a:cxn ang="0">
                <a:pos x="connsiteX53543" y="connsiteY53543"/>
              </a:cxn>
              <a:cxn ang="0">
                <a:pos x="connsiteX53544" y="connsiteY53544"/>
              </a:cxn>
              <a:cxn ang="0">
                <a:pos x="connsiteX53545" y="connsiteY53545"/>
              </a:cxn>
              <a:cxn ang="0">
                <a:pos x="connsiteX53546" y="connsiteY53546"/>
              </a:cxn>
              <a:cxn ang="0">
                <a:pos x="connsiteX53547" y="connsiteY53547"/>
              </a:cxn>
              <a:cxn ang="0">
                <a:pos x="connsiteX53548" y="connsiteY53548"/>
              </a:cxn>
              <a:cxn ang="0">
                <a:pos x="connsiteX53549" y="connsiteY53549"/>
              </a:cxn>
              <a:cxn ang="0">
                <a:pos x="connsiteX53550" y="connsiteY53550"/>
              </a:cxn>
              <a:cxn ang="0">
                <a:pos x="connsiteX53551" y="connsiteY53551"/>
              </a:cxn>
              <a:cxn ang="0">
                <a:pos x="connsiteX53552" y="connsiteY53552"/>
              </a:cxn>
              <a:cxn ang="0">
                <a:pos x="connsiteX53553" y="connsiteY53553"/>
              </a:cxn>
              <a:cxn ang="0">
                <a:pos x="connsiteX53554" y="connsiteY53554"/>
              </a:cxn>
              <a:cxn ang="0">
                <a:pos x="connsiteX53555" y="connsiteY53555"/>
              </a:cxn>
              <a:cxn ang="0">
                <a:pos x="connsiteX53556" y="connsiteY53556"/>
              </a:cxn>
              <a:cxn ang="0">
                <a:pos x="connsiteX53557" y="connsiteY53557"/>
              </a:cxn>
              <a:cxn ang="0">
                <a:pos x="connsiteX53558" y="connsiteY53558"/>
              </a:cxn>
              <a:cxn ang="0">
                <a:pos x="connsiteX53559" y="connsiteY53559"/>
              </a:cxn>
              <a:cxn ang="0">
                <a:pos x="connsiteX53560" y="connsiteY53560"/>
              </a:cxn>
              <a:cxn ang="0">
                <a:pos x="connsiteX53561" y="connsiteY53561"/>
              </a:cxn>
              <a:cxn ang="0">
                <a:pos x="connsiteX53562" y="connsiteY53562"/>
              </a:cxn>
              <a:cxn ang="0">
                <a:pos x="connsiteX53563" y="connsiteY53563"/>
              </a:cxn>
              <a:cxn ang="0">
                <a:pos x="connsiteX53564" y="connsiteY53564"/>
              </a:cxn>
              <a:cxn ang="0">
                <a:pos x="connsiteX53565" y="connsiteY53565"/>
              </a:cxn>
              <a:cxn ang="0">
                <a:pos x="connsiteX53566" y="connsiteY53566"/>
              </a:cxn>
              <a:cxn ang="0">
                <a:pos x="connsiteX53567" y="connsiteY53567"/>
              </a:cxn>
              <a:cxn ang="0">
                <a:pos x="connsiteX53568" y="connsiteY53568"/>
              </a:cxn>
              <a:cxn ang="0">
                <a:pos x="connsiteX53569" y="connsiteY53569"/>
              </a:cxn>
              <a:cxn ang="0">
                <a:pos x="connsiteX53570" y="connsiteY53570"/>
              </a:cxn>
              <a:cxn ang="0">
                <a:pos x="connsiteX53571" y="connsiteY53571"/>
              </a:cxn>
              <a:cxn ang="0">
                <a:pos x="connsiteX53572" y="connsiteY53572"/>
              </a:cxn>
              <a:cxn ang="0">
                <a:pos x="connsiteX53573" y="connsiteY53573"/>
              </a:cxn>
              <a:cxn ang="0">
                <a:pos x="connsiteX53574" y="connsiteY53574"/>
              </a:cxn>
              <a:cxn ang="0">
                <a:pos x="connsiteX53575" y="connsiteY53575"/>
              </a:cxn>
              <a:cxn ang="0">
                <a:pos x="connsiteX53576" y="connsiteY53576"/>
              </a:cxn>
              <a:cxn ang="0">
                <a:pos x="connsiteX53577" y="connsiteY53577"/>
              </a:cxn>
              <a:cxn ang="0">
                <a:pos x="connsiteX53578" y="connsiteY53578"/>
              </a:cxn>
              <a:cxn ang="0">
                <a:pos x="connsiteX53579" y="connsiteY53579"/>
              </a:cxn>
              <a:cxn ang="0">
                <a:pos x="connsiteX53580" y="connsiteY53580"/>
              </a:cxn>
              <a:cxn ang="0">
                <a:pos x="connsiteX53581" y="connsiteY53581"/>
              </a:cxn>
              <a:cxn ang="0">
                <a:pos x="connsiteX53582" y="connsiteY53582"/>
              </a:cxn>
              <a:cxn ang="0">
                <a:pos x="connsiteX53583" y="connsiteY53583"/>
              </a:cxn>
              <a:cxn ang="0">
                <a:pos x="connsiteX53584" y="connsiteY53584"/>
              </a:cxn>
              <a:cxn ang="0">
                <a:pos x="connsiteX53585" y="connsiteY53585"/>
              </a:cxn>
              <a:cxn ang="0">
                <a:pos x="connsiteX53586" y="connsiteY53586"/>
              </a:cxn>
              <a:cxn ang="0">
                <a:pos x="connsiteX53587" y="connsiteY53587"/>
              </a:cxn>
              <a:cxn ang="0">
                <a:pos x="connsiteX53588" y="connsiteY53588"/>
              </a:cxn>
              <a:cxn ang="0">
                <a:pos x="connsiteX53589" y="connsiteY53589"/>
              </a:cxn>
              <a:cxn ang="0">
                <a:pos x="connsiteX53590" y="connsiteY53590"/>
              </a:cxn>
              <a:cxn ang="0">
                <a:pos x="connsiteX53591" y="connsiteY53591"/>
              </a:cxn>
              <a:cxn ang="0">
                <a:pos x="connsiteX53592" y="connsiteY53592"/>
              </a:cxn>
              <a:cxn ang="0">
                <a:pos x="connsiteX53593" y="connsiteY53593"/>
              </a:cxn>
              <a:cxn ang="0">
                <a:pos x="connsiteX53594" y="connsiteY53594"/>
              </a:cxn>
              <a:cxn ang="0">
                <a:pos x="connsiteX53595" y="connsiteY53595"/>
              </a:cxn>
              <a:cxn ang="0">
                <a:pos x="connsiteX53596" y="connsiteY53596"/>
              </a:cxn>
              <a:cxn ang="0">
                <a:pos x="connsiteX53597" y="connsiteY53597"/>
              </a:cxn>
              <a:cxn ang="0">
                <a:pos x="connsiteX53598" y="connsiteY53598"/>
              </a:cxn>
              <a:cxn ang="0">
                <a:pos x="connsiteX53599" y="connsiteY53599"/>
              </a:cxn>
              <a:cxn ang="0">
                <a:pos x="connsiteX53600" y="connsiteY53600"/>
              </a:cxn>
              <a:cxn ang="0">
                <a:pos x="connsiteX53601" y="connsiteY53601"/>
              </a:cxn>
              <a:cxn ang="0">
                <a:pos x="connsiteX53602" y="connsiteY53602"/>
              </a:cxn>
              <a:cxn ang="0">
                <a:pos x="connsiteX53603" y="connsiteY53603"/>
              </a:cxn>
              <a:cxn ang="0">
                <a:pos x="connsiteX53604" y="connsiteY53604"/>
              </a:cxn>
              <a:cxn ang="0">
                <a:pos x="connsiteX53605" y="connsiteY53605"/>
              </a:cxn>
              <a:cxn ang="0">
                <a:pos x="connsiteX53606" y="connsiteY53606"/>
              </a:cxn>
              <a:cxn ang="0">
                <a:pos x="connsiteX53607" y="connsiteY53607"/>
              </a:cxn>
              <a:cxn ang="0">
                <a:pos x="connsiteX53608" y="connsiteY53608"/>
              </a:cxn>
              <a:cxn ang="0">
                <a:pos x="connsiteX53609" y="connsiteY53609"/>
              </a:cxn>
              <a:cxn ang="0">
                <a:pos x="connsiteX53610" y="connsiteY53610"/>
              </a:cxn>
              <a:cxn ang="0">
                <a:pos x="connsiteX53611" y="connsiteY53611"/>
              </a:cxn>
              <a:cxn ang="0">
                <a:pos x="connsiteX53612" y="connsiteY53612"/>
              </a:cxn>
              <a:cxn ang="0">
                <a:pos x="connsiteX53613" y="connsiteY53613"/>
              </a:cxn>
              <a:cxn ang="0">
                <a:pos x="connsiteX53614" y="connsiteY53614"/>
              </a:cxn>
              <a:cxn ang="0">
                <a:pos x="connsiteX53615" y="connsiteY53615"/>
              </a:cxn>
              <a:cxn ang="0">
                <a:pos x="connsiteX53616" y="connsiteY53616"/>
              </a:cxn>
              <a:cxn ang="0">
                <a:pos x="connsiteX53617" y="connsiteY53617"/>
              </a:cxn>
              <a:cxn ang="0">
                <a:pos x="connsiteX53618" y="connsiteY53618"/>
              </a:cxn>
              <a:cxn ang="0">
                <a:pos x="connsiteX53619" y="connsiteY53619"/>
              </a:cxn>
              <a:cxn ang="0">
                <a:pos x="connsiteX53620" y="connsiteY53620"/>
              </a:cxn>
              <a:cxn ang="0">
                <a:pos x="connsiteX53621" y="connsiteY53621"/>
              </a:cxn>
              <a:cxn ang="0">
                <a:pos x="connsiteX53622" y="connsiteY53622"/>
              </a:cxn>
              <a:cxn ang="0">
                <a:pos x="connsiteX53623" y="connsiteY53623"/>
              </a:cxn>
              <a:cxn ang="0">
                <a:pos x="connsiteX53624" y="connsiteY53624"/>
              </a:cxn>
              <a:cxn ang="0">
                <a:pos x="connsiteX53625" y="connsiteY53625"/>
              </a:cxn>
              <a:cxn ang="0">
                <a:pos x="connsiteX53626" y="connsiteY53626"/>
              </a:cxn>
              <a:cxn ang="0">
                <a:pos x="connsiteX53627" y="connsiteY53627"/>
              </a:cxn>
              <a:cxn ang="0">
                <a:pos x="connsiteX53628" y="connsiteY53628"/>
              </a:cxn>
              <a:cxn ang="0">
                <a:pos x="connsiteX53629" y="connsiteY53629"/>
              </a:cxn>
              <a:cxn ang="0">
                <a:pos x="connsiteX53630" y="connsiteY53630"/>
              </a:cxn>
              <a:cxn ang="0">
                <a:pos x="connsiteX53631" y="connsiteY53631"/>
              </a:cxn>
              <a:cxn ang="0">
                <a:pos x="connsiteX53632" y="connsiteY53632"/>
              </a:cxn>
              <a:cxn ang="0">
                <a:pos x="connsiteX53633" y="connsiteY53633"/>
              </a:cxn>
              <a:cxn ang="0">
                <a:pos x="connsiteX53634" y="connsiteY53634"/>
              </a:cxn>
              <a:cxn ang="0">
                <a:pos x="connsiteX53635" y="connsiteY53635"/>
              </a:cxn>
              <a:cxn ang="0">
                <a:pos x="connsiteX53636" y="connsiteY53636"/>
              </a:cxn>
              <a:cxn ang="0">
                <a:pos x="connsiteX53637" y="connsiteY53637"/>
              </a:cxn>
              <a:cxn ang="0">
                <a:pos x="connsiteX53638" y="connsiteY53638"/>
              </a:cxn>
              <a:cxn ang="0">
                <a:pos x="connsiteX53639" y="connsiteY53639"/>
              </a:cxn>
              <a:cxn ang="0">
                <a:pos x="connsiteX53640" y="connsiteY53640"/>
              </a:cxn>
              <a:cxn ang="0">
                <a:pos x="connsiteX53641" y="connsiteY53641"/>
              </a:cxn>
              <a:cxn ang="0">
                <a:pos x="connsiteX53642" y="connsiteY53642"/>
              </a:cxn>
              <a:cxn ang="0">
                <a:pos x="connsiteX53643" y="connsiteY53643"/>
              </a:cxn>
              <a:cxn ang="0">
                <a:pos x="connsiteX53644" y="connsiteY53644"/>
              </a:cxn>
              <a:cxn ang="0">
                <a:pos x="connsiteX53645" y="connsiteY53645"/>
              </a:cxn>
              <a:cxn ang="0">
                <a:pos x="connsiteX53646" y="connsiteY53646"/>
              </a:cxn>
              <a:cxn ang="0">
                <a:pos x="connsiteX53647" y="connsiteY53647"/>
              </a:cxn>
              <a:cxn ang="0">
                <a:pos x="connsiteX53648" y="connsiteY53648"/>
              </a:cxn>
              <a:cxn ang="0">
                <a:pos x="connsiteX53649" y="connsiteY53649"/>
              </a:cxn>
              <a:cxn ang="0">
                <a:pos x="connsiteX53650" y="connsiteY53650"/>
              </a:cxn>
              <a:cxn ang="0">
                <a:pos x="connsiteX53651" y="connsiteY53651"/>
              </a:cxn>
              <a:cxn ang="0">
                <a:pos x="connsiteX53652" y="connsiteY53652"/>
              </a:cxn>
              <a:cxn ang="0">
                <a:pos x="connsiteX53653" y="connsiteY53653"/>
              </a:cxn>
              <a:cxn ang="0">
                <a:pos x="connsiteX53654" y="connsiteY53654"/>
              </a:cxn>
              <a:cxn ang="0">
                <a:pos x="connsiteX53655" y="connsiteY53655"/>
              </a:cxn>
              <a:cxn ang="0">
                <a:pos x="connsiteX53656" y="connsiteY53656"/>
              </a:cxn>
              <a:cxn ang="0">
                <a:pos x="connsiteX53657" y="connsiteY53657"/>
              </a:cxn>
              <a:cxn ang="0">
                <a:pos x="connsiteX53658" y="connsiteY53658"/>
              </a:cxn>
              <a:cxn ang="0">
                <a:pos x="connsiteX53659" y="connsiteY53659"/>
              </a:cxn>
              <a:cxn ang="0">
                <a:pos x="connsiteX53660" y="connsiteY53660"/>
              </a:cxn>
              <a:cxn ang="0">
                <a:pos x="connsiteX53661" y="connsiteY53661"/>
              </a:cxn>
              <a:cxn ang="0">
                <a:pos x="connsiteX53662" y="connsiteY53662"/>
              </a:cxn>
              <a:cxn ang="0">
                <a:pos x="connsiteX53663" y="connsiteY53663"/>
              </a:cxn>
              <a:cxn ang="0">
                <a:pos x="connsiteX53664" y="connsiteY53664"/>
              </a:cxn>
              <a:cxn ang="0">
                <a:pos x="connsiteX53665" y="connsiteY53665"/>
              </a:cxn>
              <a:cxn ang="0">
                <a:pos x="connsiteX53666" y="connsiteY53666"/>
              </a:cxn>
              <a:cxn ang="0">
                <a:pos x="connsiteX53667" y="connsiteY53667"/>
              </a:cxn>
              <a:cxn ang="0">
                <a:pos x="connsiteX53668" y="connsiteY53668"/>
              </a:cxn>
              <a:cxn ang="0">
                <a:pos x="connsiteX53669" y="connsiteY53669"/>
              </a:cxn>
              <a:cxn ang="0">
                <a:pos x="connsiteX53670" y="connsiteY53670"/>
              </a:cxn>
              <a:cxn ang="0">
                <a:pos x="connsiteX53671" y="connsiteY53671"/>
              </a:cxn>
              <a:cxn ang="0">
                <a:pos x="connsiteX53672" y="connsiteY53672"/>
              </a:cxn>
              <a:cxn ang="0">
                <a:pos x="connsiteX53673" y="connsiteY53673"/>
              </a:cxn>
              <a:cxn ang="0">
                <a:pos x="connsiteX53674" y="connsiteY53674"/>
              </a:cxn>
              <a:cxn ang="0">
                <a:pos x="connsiteX53675" y="connsiteY53675"/>
              </a:cxn>
              <a:cxn ang="0">
                <a:pos x="connsiteX53676" y="connsiteY53676"/>
              </a:cxn>
              <a:cxn ang="0">
                <a:pos x="connsiteX53677" y="connsiteY53677"/>
              </a:cxn>
              <a:cxn ang="0">
                <a:pos x="connsiteX53678" y="connsiteY53678"/>
              </a:cxn>
              <a:cxn ang="0">
                <a:pos x="connsiteX53679" y="connsiteY53679"/>
              </a:cxn>
              <a:cxn ang="0">
                <a:pos x="connsiteX53680" y="connsiteY53680"/>
              </a:cxn>
              <a:cxn ang="0">
                <a:pos x="connsiteX53681" y="connsiteY53681"/>
              </a:cxn>
              <a:cxn ang="0">
                <a:pos x="connsiteX53682" y="connsiteY53682"/>
              </a:cxn>
              <a:cxn ang="0">
                <a:pos x="connsiteX53683" y="connsiteY53683"/>
              </a:cxn>
              <a:cxn ang="0">
                <a:pos x="connsiteX53684" y="connsiteY53684"/>
              </a:cxn>
              <a:cxn ang="0">
                <a:pos x="connsiteX53685" y="connsiteY53685"/>
              </a:cxn>
              <a:cxn ang="0">
                <a:pos x="connsiteX53686" y="connsiteY53686"/>
              </a:cxn>
              <a:cxn ang="0">
                <a:pos x="connsiteX53687" y="connsiteY53687"/>
              </a:cxn>
              <a:cxn ang="0">
                <a:pos x="connsiteX53688" y="connsiteY53688"/>
              </a:cxn>
              <a:cxn ang="0">
                <a:pos x="connsiteX53689" y="connsiteY53689"/>
              </a:cxn>
              <a:cxn ang="0">
                <a:pos x="connsiteX53690" y="connsiteY53690"/>
              </a:cxn>
              <a:cxn ang="0">
                <a:pos x="connsiteX53691" y="connsiteY53691"/>
              </a:cxn>
              <a:cxn ang="0">
                <a:pos x="connsiteX53692" y="connsiteY53692"/>
              </a:cxn>
              <a:cxn ang="0">
                <a:pos x="connsiteX53693" y="connsiteY53693"/>
              </a:cxn>
              <a:cxn ang="0">
                <a:pos x="connsiteX53694" y="connsiteY53694"/>
              </a:cxn>
              <a:cxn ang="0">
                <a:pos x="connsiteX53695" y="connsiteY53695"/>
              </a:cxn>
              <a:cxn ang="0">
                <a:pos x="connsiteX53696" y="connsiteY53696"/>
              </a:cxn>
              <a:cxn ang="0">
                <a:pos x="connsiteX53697" y="connsiteY53697"/>
              </a:cxn>
              <a:cxn ang="0">
                <a:pos x="connsiteX53698" y="connsiteY53698"/>
              </a:cxn>
              <a:cxn ang="0">
                <a:pos x="connsiteX53699" y="connsiteY53699"/>
              </a:cxn>
              <a:cxn ang="0">
                <a:pos x="connsiteX53700" y="connsiteY53700"/>
              </a:cxn>
              <a:cxn ang="0">
                <a:pos x="connsiteX53701" y="connsiteY53701"/>
              </a:cxn>
              <a:cxn ang="0">
                <a:pos x="connsiteX53702" y="connsiteY53702"/>
              </a:cxn>
              <a:cxn ang="0">
                <a:pos x="connsiteX53703" y="connsiteY53703"/>
              </a:cxn>
              <a:cxn ang="0">
                <a:pos x="connsiteX53704" y="connsiteY53704"/>
              </a:cxn>
              <a:cxn ang="0">
                <a:pos x="connsiteX53705" y="connsiteY53705"/>
              </a:cxn>
              <a:cxn ang="0">
                <a:pos x="connsiteX53706" y="connsiteY53706"/>
              </a:cxn>
              <a:cxn ang="0">
                <a:pos x="connsiteX53707" y="connsiteY53707"/>
              </a:cxn>
              <a:cxn ang="0">
                <a:pos x="connsiteX53708" y="connsiteY53708"/>
              </a:cxn>
              <a:cxn ang="0">
                <a:pos x="connsiteX53709" y="connsiteY53709"/>
              </a:cxn>
              <a:cxn ang="0">
                <a:pos x="connsiteX53710" y="connsiteY53710"/>
              </a:cxn>
              <a:cxn ang="0">
                <a:pos x="connsiteX53711" y="connsiteY53711"/>
              </a:cxn>
              <a:cxn ang="0">
                <a:pos x="connsiteX53712" y="connsiteY53712"/>
              </a:cxn>
              <a:cxn ang="0">
                <a:pos x="connsiteX53713" y="connsiteY53713"/>
              </a:cxn>
              <a:cxn ang="0">
                <a:pos x="connsiteX53714" y="connsiteY53714"/>
              </a:cxn>
              <a:cxn ang="0">
                <a:pos x="connsiteX53715" y="connsiteY53715"/>
              </a:cxn>
              <a:cxn ang="0">
                <a:pos x="connsiteX53716" y="connsiteY53716"/>
              </a:cxn>
              <a:cxn ang="0">
                <a:pos x="connsiteX53717" y="connsiteY53717"/>
              </a:cxn>
              <a:cxn ang="0">
                <a:pos x="connsiteX53718" y="connsiteY53718"/>
              </a:cxn>
              <a:cxn ang="0">
                <a:pos x="connsiteX53719" y="connsiteY53719"/>
              </a:cxn>
              <a:cxn ang="0">
                <a:pos x="connsiteX53720" y="connsiteY53720"/>
              </a:cxn>
              <a:cxn ang="0">
                <a:pos x="connsiteX53721" y="connsiteY53721"/>
              </a:cxn>
              <a:cxn ang="0">
                <a:pos x="connsiteX53722" y="connsiteY53722"/>
              </a:cxn>
              <a:cxn ang="0">
                <a:pos x="connsiteX53723" y="connsiteY53723"/>
              </a:cxn>
              <a:cxn ang="0">
                <a:pos x="connsiteX53724" y="connsiteY53724"/>
              </a:cxn>
              <a:cxn ang="0">
                <a:pos x="connsiteX53725" y="connsiteY53725"/>
              </a:cxn>
              <a:cxn ang="0">
                <a:pos x="connsiteX53726" y="connsiteY53726"/>
              </a:cxn>
              <a:cxn ang="0">
                <a:pos x="connsiteX53727" y="connsiteY53727"/>
              </a:cxn>
              <a:cxn ang="0">
                <a:pos x="connsiteX53728" y="connsiteY53728"/>
              </a:cxn>
              <a:cxn ang="0">
                <a:pos x="connsiteX53729" y="connsiteY53729"/>
              </a:cxn>
              <a:cxn ang="0">
                <a:pos x="connsiteX53730" y="connsiteY53730"/>
              </a:cxn>
              <a:cxn ang="0">
                <a:pos x="connsiteX53731" y="connsiteY53731"/>
              </a:cxn>
              <a:cxn ang="0">
                <a:pos x="connsiteX53732" y="connsiteY53732"/>
              </a:cxn>
              <a:cxn ang="0">
                <a:pos x="connsiteX53733" y="connsiteY53733"/>
              </a:cxn>
              <a:cxn ang="0">
                <a:pos x="connsiteX53734" y="connsiteY53734"/>
              </a:cxn>
              <a:cxn ang="0">
                <a:pos x="connsiteX53735" y="connsiteY53735"/>
              </a:cxn>
              <a:cxn ang="0">
                <a:pos x="connsiteX53736" y="connsiteY53736"/>
              </a:cxn>
              <a:cxn ang="0">
                <a:pos x="connsiteX53737" y="connsiteY53737"/>
              </a:cxn>
              <a:cxn ang="0">
                <a:pos x="connsiteX53738" y="connsiteY53738"/>
              </a:cxn>
              <a:cxn ang="0">
                <a:pos x="connsiteX53739" y="connsiteY53739"/>
              </a:cxn>
              <a:cxn ang="0">
                <a:pos x="connsiteX53740" y="connsiteY53740"/>
              </a:cxn>
              <a:cxn ang="0">
                <a:pos x="connsiteX53741" y="connsiteY53741"/>
              </a:cxn>
              <a:cxn ang="0">
                <a:pos x="connsiteX53742" y="connsiteY53742"/>
              </a:cxn>
              <a:cxn ang="0">
                <a:pos x="connsiteX53743" y="connsiteY53743"/>
              </a:cxn>
              <a:cxn ang="0">
                <a:pos x="connsiteX53744" y="connsiteY53744"/>
              </a:cxn>
              <a:cxn ang="0">
                <a:pos x="connsiteX53745" y="connsiteY53745"/>
              </a:cxn>
              <a:cxn ang="0">
                <a:pos x="connsiteX53746" y="connsiteY53746"/>
              </a:cxn>
              <a:cxn ang="0">
                <a:pos x="connsiteX53747" y="connsiteY53747"/>
              </a:cxn>
              <a:cxn ang="0">
                <a:pos x="connsiteX53748" y="connsiteY53748"/>
              </a:cxn>
              <a:cxn ang="0">
                <a:pos x="connsiteX53749" y="connsiteY53749"/>
              </a:cxn>
              <a:cxn ang="0">
                <a:pos x="connsiteX53750" y="connsiteY53750"/>
              </a:cxn>
              <a:cxn ang="0">
                <a:pos x="connsiteX53751" y="connsiteY53751"/>
              </a:cxn>
              <a:cxn ang="0">
                <a:pos x="connsiteX53752" y="connsiteY53752"/>
              </a:cxn>
              <a:cxn ang="0">
                <a:pos x="connsiteX53753" y="connsiteY53753"/>
              </a:cxn>
              <a:cxn ang="0">
                <a:pos x="connsiteX53754" y="connsiteY53754"/>
              </a:cxn>
              <a:cxn ang="0">
                <a:pos x="connsiteX53755" y="connsiteY53755"/>
              </a:cxn>
              <a:cxn ang="0">
                <a:pos x="connsiteX53756" y="connsiteY53756"/>
              </a:cxn>
              <a:cxn ang="0">
                <a:pos x="connsiteX53757" y="connsiteY53757"/>
              </a:cxn>
              <a:cxn ang="0">
                <a:pos x="connsiteX53758" y="connsiteY53758"/>
              </a:cxn>
              <a:cxn ang="0">
                <a:pos x="connsiteX53759" y="connsiteY53759"/>
              </a:cxn>
              <a:cxn ang="0">
                <a:pos x="connsiteX53760" y="connsiteY53760"/>
              </a:cxn>
              <a:cxn ang="0">
                <a:pos x="connsiteX53761" y="connsiteY53761"/>
              </a:cxn>
              <a:cxn ang="0">
                <a:pos x="connsiteX53762" y="connsiteY53762"/>
              </a:cxn>
              <a:cxn ang="0">
                <a:pos x="connsiteX53763" y="connsiteY53763"/>
              </a:cxn>
              <a:cxn ang="0">
                <a:pos x="connsiteX53764" y="connsiteY53764"/>
              </a:cxn>
              <a:cxn ang="0">
                <a:pos x="connsiteX53765" y="connsiteY53765"/>
              </a:cxn>
              <a:cxn ang="0">
                <a:pos x="connsiteX53766" y="connsiteY53766"/>
              </a:cxn>
              <a:cxn ang="0">
                <a:pos x="connsiteX53767" y="connsiteY53767"/>
              </a:cxn>
              <a:cxn ang="0">
                <a:pos x="connsiteX53768" y="connsiteY53768"/>
              </a:cxn>
              <a:cxn ang="0">
                <a:pos x="connsiteX53769" y="connsiteY53769"/>
              </a:cxn>
              <a:cxn ang="0">
                <a:pos x="connsiteX53770" y="connsiteY53770"/>
              </a:cxn>
              <a:cxn ang="0">
                <a:pos x="connsiteX53771" y="connsiteY53771"/>
              </a:cxn>
              <a:cxn ang="0">
                <a:pos x="connsiteX53772" y="connsiteY53772"/>
              </a:cxn>
              <a:cxn ang="0">
                <a:pos x="connsiteX53773" y="connsiteY53773"/>
              </a:cxn>
              <a:cxn ang="0">
                <a:pos x="connsiteX53774" y="connsiteY53774"/>
              </a:cxn>
              <a:cxn ang="0">
                <a:pos x="connsiteX53775" y="connsiteY53775"/>
              </a:cxn>
              <a:cxn ang="0">
                <a:pos x="connsiteX53776" y="connsiteY53776"/>
              </a:cxn>
              <a:cxn ang="0">
                <a:pos x="connsiteX53777" y="connsiteY53777"/>
              </a:cxn>
              <a:cxn ang="0">
                <a:pos x="connsiteX53778" y="connsiteY53778"/>
              </a:cxn>
              <a:cxn ang="0">
                <a:pos x="connsiteX53779" y="connsiteY53779"/>
              </a:cxn>
              <a:cxn ang="0">
                <a:pos x="connsiteX53780" y="connsiteY53780"/>
              </a:cxn>
              <a:cxn ang="0">
                <a:pos x="connsiteX53781" y="connsiteY53781"/>
              </a:cxn>
              <a:cxn ang="0">
                <a:pos x="connsiteX53782" y="connsiteY53782"/>
              </a:cxn>
              <a:cxn ang="0">
                <a:pos x="connsiteX53783" y="connsiteY53783"/>
              </a:cxn>
              <a:cxn ang="0">
                <a:pos x="connsiteX53784" y="connsiteY53784"/>
              </a:cxn>
              <a:cxn ang="0">
                <a:pos x="connsiteX53785" y="connsiteY53785"/>
              </a:cxn>
              <a:cxn ang="0">
                <a:pos x="connsiteX53786" y="connsiteY53786"/>
              </a:cxn>
              <a:cxn ang="0">
                <a:pos x="connsiteX53787" y="connsiteY53787"/>
              </a:cxn>
              <a:cxn ang="0">
                <a:pos x="connsiteX53788" y="connsiteY53788"/>
              </a:cxn>
              <a:cxn ang="0">
                <a:pos x="connsiteX53789" y="connsiteY53789"/>
              </a:cxn>
              <a:cxn ang="0">
                <a:pos x="connsiteX53790" y="connsiteY53790"/>
              </a:cxn>
              <a:cxn ang="0">
                <a:pos x="connsiteX53791" y="connsiteY53791"/>
              </a:cxn>
              <a:cxn ang="0">
                <a:pos x="connsiteX53792" y="connsiteY53792"/>
              </a:cxn>
              <a:cxn ang="0">
                <a:pos x="connsiteX53793" y="connsiteY53793"/>
              </a:cxn>
              <a:cxn ang="0">
                <a:pos x="connsiteX53794" y="connsiteY53794"/>
              </a:cxn>
              <a:cxn ang="0">
                <a:pos x="connsiteX53795" y="connsiteY53795"/>
              </a:cxn>
              <a:cxn ang="0">
                <a:pos x="connsiteX53796" y="connsiteY53796"/>
              </a:cxn>
              <a:cxn ang="0">
                <a:pos x="connsiteX53797" y="connsiteY53797"/>
              </a:cxn>
              <a:cxn ang="0">
                <a:pos x="connsiteX53798" y="connsiteY53798"/>
              </a:cxn>
              <a:cxn ang="0">
                <a:pos x="connsiteX53799" y="connsiteY53799"/>
              </a:cxn>
              <a:cxn ang="0">
                <a:pos x="connsiteX53800" y="connsiteY53800"/>
              </a:cxn>
              <a:cxn ang="0">
                <a:pos x="connsiteX53801" y="connsiteY53801"/>
              </a:cxn>
              <a:cxn ang="0">
                <a:pos x="connsiteX53802" y="connsiteY53802"/>
              </a:cxn>
              <a:cxn ang="0">
                <a:pos x="connsiteX53803" y="connsiteY53803"/>
              </a:cxn>
              <a:cxn ang="0">
                <a:pos x="connsiteX53804" y="connsiteY53804"/>
              </a:cxn>
              <a:cxn ang="0">
                <a:pos x="connsiteX53805" y="connsiteY53805"/>
              </a:cxn>
              <a:cxn ang="0">
                <a:pos x="connsiteX53806" y="connsiteY53806"/>
              </a:cxn>
              <a:cxn ang="0">
                <a:pos x="connsiteX53807" y="connsiteY53807"/>
              </a:cxn>
              <a:cxn ang="0">
                <a:pos x="connsiteX53808" y="connsiteY53808"/>
              </a:cxn>
              <a:cxn ang="0">
                <a:pos x="connsiteX53809" y="connsiteY53809"/>
              </a:cxn>
              <a:cxn ang="0">
                <a:pos x="connsiteX53810" y="connsiteY53810"/>
              </a:cxn>
              <a:cxn ang="0">
                <a:pos x="connsiteX53811" y="connsiteY53811"/>
              </a:cxn>
              <a:cxn ang="0">
                <a:pos x="connsiteX53812" y="connsiteY53812"/>
              </a:cxn>
              <a:cxn ang="0">
                <a:pos x="connsiteX53813" y="connsiteY53813"/>
              </a:cxn>
              <a:cxn ang="0">
                <a:pos x="connsiteX53814" y="connsiteY53814"/>
              </a:cxn>
              <a:cxn ang="0">
                <a:pos x="connsiteX53815" y="connsiteY53815"/>
              </a:cxn>
              <a:cxn ang="0">
                <a:pos x="connsiteX53816" y="connsiteY53816"/>
              </a:cxn>
              <a:cxn ang="0">
                <a:pos x="connsiteX53817" y="connsiteY53817"/>
              </a:cxn>
              <a:cxn ang="0">
                <a:pos x="connsiteX53818" y="connsiteY53818"/>
              </a:cxn>
              <a:cxn ang="0">
                <a:pos x="connsiteX53819" y="connsiteY53819"/>
              </a:cxn>
              <a:cxn ang="0">
                <a:pos x="connsiteX53820" y="connsiteY53820"/>
              </a:cxn>
              <a:cxn ang="0">
                <a:pos x="connsiteX53821" y="connsiteY53821"/>
              </a:cxn>
              <a:cxn ang="0">
                <a:pos x="connsiteX53822" y="connsiteY53822"/>
              </a:cxn>
              <a:cxn ang="0">
                <a:pos x="connsiteX53823" y="connsiteY53823"/>
              </a:cxn>
              <a:cxn ang="0">
                <a:pos x="connsiteX53824" y="connsiteY53824"/>
              </a:cxn>
              <a:cxn ang="0">
                <a:pos x="connsiteX53825" y="connsiteY53825"/>
              </a:cxn>
              <a:cxn ang="0">
                <a:pos x="connsiteX53826" y="connsiteY53826"/>
              </a:cxn>
              <a:cxn ang="0">
                <a:pos x="connsiteX53827" y="connsiteY53827"/>
              </a:cxn>
              <a:cxn ang="0">
                <a:pos x="connsiteX53828" y="connsiteY53828"/>
              </a:cxn>
              <a:cxn ang="0">
                <a:pos x="connsiteX53829" y="connsiteY53829"/>
              </a:cxn>
              <a:cxn ang="0">
                <a:pos x="connsiteX53830" y="connsiteY53830"/>
              </a:cxn>
              <a:cxn ang="0">
                <a:pos x="connsiteX53831" y="connsiteY53831"/>
              </a:cxn>
              <a:cxn ang="0">
                <a:pos x="connsiteX53832" y="connsiteY53832"/>
              </a:cxn>
              <a:cxn ang="0">
                <a:pos x="connsiteX53833" y="connsiteY53833"/>
              </a:cxn>
              <a:cxn ang="0">
                <a:pos x="connsiteX53834" y="connsiteY53834"/>
              </a:cxn>
              <a:cxn ang="0">
                <a:pos x="connsiteX53835" y="connsiteY53835"/>
              </a:cxn>
              <a:cxn ang="0">
                <a:pos x="connsiteX53836" y="connsiteY53836"/>
              </a:cxn>
              <a:cxn ang="0">
                <a:pos x="connsiteX53837" y="connsiteY53837"/>
              </a:cxn>
              <a:cxn ang="0">
                <a:pos x="connsiteX53838" y="connsiteY53838"/>
              </a:cxn>
              <a:cxn ang="0">
                <a:pos x="connsiteX53839" y="connsiteY53839"/>
              </a:cxn>
              <a:cxn ang="0">
                <a:pos x="connsiteX53840" y="connsiteY53840"/>
              </a:cxn>
              <a:cxn ang="0">
                <a:pos x="connsiteX53841" y="connsiteY53841"/>
              </a:cxn>
              <a:cxn ang="0">
                <a:pos x="connsiteX53842" y="connsiteY53842"/>
              </a:cxn>
              <a:cxn ang="0">
                <a:pos x="connsiteX53843" y="connsiteY53843"/>
              </a:cxn>
              <a:cxn ang="0">
                <a:pos x="connsiteX53844" y="connsiteY53844"/>
              </a:cxn>
              <a:cxn ang="0">
                <a:pos x="connsiteX53845" y="connsiteY53845"/>
              </a:cxn>
              <a:cxn ang="0">
                <a:pos x="connsiteX53846" y="connsiteY53846"/>
              </a:cxn>
              <a:cxn ang="0">
                <a:pos x="connsiteX53847" y="connsiteY53847"/>
              </a:cxn>
              <a:cxn ang="0">
                <a:pos x="connsiteX53848" y="connsiteY53848"/>
              </a:cxn>
              <a:cxn ang="0">
                <a:pos x="connsiteX53849" y="connsiteY53849"/>
              </a:cxn>
              <a:cxn ang="0">
                <a:pos x="connsiteX53850" y="connsiteY53850"/>
              </a:cxn>
              <a:cxn ang="0">
                <a:pos x="connsiteX53851" y="connsiteY53851"/>
              </a:cxn>
              <a:cxn ang="0">
                <a:pos x="connsiteX53852" y="connsiteY53852"/>
              </a:cxn>
              <a:cxn ang="0">
                <a:pos x="connsiteX53853" y="connsiteY53853"/>
              </a:cxn>
              <a:cxn ang="0">
                <a:pos x="connsiteX53854" y="connsiteY53854"/>
              </a:cxn>
              <a:cxn ang="0">
                <a:pos x="connsiteX53855" y="connsiteY53855"/>
              </a:cxn>
              <a:cxn ang="0">
                <a:pos x="connsiteX53856" y="connsiteY53856"/>
              </a:cxn>
              <a:cxn ang="0">
                <a:pos x="connsiteX53857" y="connsiteY53857"/>
              </a:cxn>
              <a:cxn ang="0">
                <a:pos x="connsiteX53858" y="connsiteY53858"/>
              </a:cxn>
              <a:cxn ang="0">
                <a:pos x="connsiteX53859" y="connsiteY53859"/>
              </a:cxn>
              <a:cxn ang="0">
                <a:pos x="connsiteX53860" y="connsiteY53860"/>
              </a:cxn>
              <a:cxn ang="0">
                <a:pos x="connsiteX53861" y="connsiteY53861"/>
              </a:cxn>
              <a:cxn ang="0">
                <a:pos x="connsiteX53862" y="connsiteY53862"/>
              </a:cxn>
              <a:cxn ang="0">
                <a:pos x="connsiteX53863" y="connsiteY53863"/>
              </a:cxn>
              <a:cxn ang="0">
                <a:pos x="connsiteX53864" y="connsiteY53864"/>
              </a:cxn>
              <a:cxn ang="0">
                <a:pos x="connsiteX53865" y="connsiteY53865"/>
              </a:cxn>
              <a:cxn ang="0">
                <a:pos x="connsiteX53866" y="connsiteY53866"/>
              </a:cxn>
              <a:cxn ang="0">
                <a:pos x="connsiteX53867" y="connsiteY53867"/>
              </a:cxn>
              <a:cxn ang="0">
                <a:pos x="connsiteX53868" y="connsiteY53868"/>
              </a:cxn>
              <a:cxn ang="0">
                <a:pos x="connsiteX53869" y="connsiteY53869"/>
              </a:cxn>
              <a:cxn ang="0">
                <a:pos x="connsiteX53870" y="connsiteY53870"/>
              </a:cxn>
              <a:cxn ang="0">
                <a:pos x="connsiteX53871" y="connsiteY53871"/>
              </a:cxn>
              <a:cxn ang="0">
                <a:pos x="connsiteX53872" y="connsiteY53872"/>
              </a:cxn>
              <a:cxn ang="0">
                <a:pos x="connsiteX53873" y="connsiteY53873"/>
              </a:cxn>
              <a:cxn ang="0">
                <a:pos x="connsiteX53874" y="connsiteY53874"/>
              </a:cxn>
              <a:cxn ang="0">
                <a:pos x="connsiteX53875" y="connsiteY53875"/>
              </a:cxn>
              <a:cxn ang="0">
                <a:pos x="connsiteX53876" y="connsiteY53876"/>
              </a:cxn>
              <a:cxn ang="0">
                <a:pos x="connsiteX53877" y="connsiteY53877"/>
              </a:cxn>
              <a:cxn ang="0">
                <a:pos x="connsiteX53878" y="connsiteY53878"/>
              </a:cxn>
              <a:cxn ang="0">
                <a:pos x="connsiteX53879" y="connsiteY53879"/>
              </a:cxn>
              <a:cxn ang="0">
                <a:pos x="connsiteX53880" y="connsiteY53880"/>
              </a:cxn>
              <a:cxn ang="0">
                <a:pos x="connsiteX53881" y="connsiteY53881"/>
              </a:cxn>
              <a:cxn ang="0">
                <a:pos x="connsiteX53882" y="connsiteY53882"/>
              </a:cxn>
              <a:cxn ang="0">
                <a:pos x="connsiteX53883" y="connsiteY53883"/>
              </a:cxn>
              <a:cxn ang="0">
                <a:pos x="connsiteX53884" y="connsiteY53884"/>
              </a:cxn>
              <a:cxn ang="0">
                <a:pos x="connsiteX53885" y="connsiteY53885"/>
              </a:cxn>
              <a:cxn ang="0">
                <a:pos x="connsiteX53886" y="connsiteY53886"/>
              </a:cxn>
              <a:cxn ang="0">
                <a:pos x="connsiteX53887" y="connsiteY53887"/>
              </a:cxn>
              <a:cxn ang="0">
                <a:pos x="connsiteX53888" y="connsiteY53888"/>
              </a:cxn>
              <a:cxn ang="0">
                <a:pos x="connsiteX53889" y="connsiteY53889"/>
              </a:cxn>
              <a:cxn ang="0">
                <a:pos x="connsiteX53890" y="connsiteY53890"/>
              </a:cxn>
              <a:cxn ang="0">
                <a:pos x="connsiteX53891" y="connsiteY53891"/>
              </a:cxn>
              <a:cxn ang="0">
                <a:pos x="connsiteX53892" y="connsiteY53892"/>
              </a:cxn>
              <a:cxn ang="0">
                <a:pos x="connsiteX53893" y="connsiteY53893"/>
              </a:cxn>
              <a:cxn ang="0">
                <a:pos x="connsiteX53894" y="connsiteY53894"/>
              </a:cxn>
              <a:cxn ang="0">
                <a:pos x="connsiteX53895" y="connsiteY53895"/>
              </a:cxn>
              <a:cxn ang="0">
                <a:pos x="connsiteX53896" y="connsiteY53896"/>
              </a:cxn>
              <a:cxn ang="0">
                <a:pos x="connsiteX53897" y="connsiteY53897"/>
              </a:cxn>
              <a:cxn ang="0">
                <a:pos x="connsiteX53898" y="connsiteY53898"/>
              </a:cxn>
              <a:cxn ang="0">
                <a:pos x="connsiteX53899" y="connsiteY53899"/>
              </a:cxn>
              <a:cxn ang="0">
                <a:pos x="connsiteX53900" y="connsiteY53900"/>
              </a:cxn>
              <a:cxn ang="0">
                <a:pos x="connsiteX53901" y="connsiteY53901"/>
              </a:cxn>
              <a:cxn ang="0">
                <a:pos x="connsiteX53902" y="connsiteY53902"/>
              </a:cxn>
              <a:cxn ang="0">
                <a:pos x="connsiteX53903" y="connsiteY53903"/>
              </a:cxn>
              <a:cxn ang="0">
                <a:pos x="connsiteX53904" y="connsiteY53904"/>
              </a:cxn>
              <a:cxn ang="0">
                <a:pos x="connsiteX53905" y="connsiteY53905"/>
              </a:cxn>
              <a:cxn ang="0">
                <a:pos x="connsiteX53906" y="connsiteY53906"/>
              </a:cxn>
              <a:cxn ang="0">
                <a:pos x="connsiteX53907" y="connsiteY53907"/>
              </a:cxn>
              <a:cxn ang="0">
                <a:pos x="connsiteX53908" y="connsiteY53908"/>
              </a:cxn>
              <a:cxn ang="0">
                <a:pos x="connsiteX53909" y="connsiteY53909"/>
              </a:cxn>
              <a:cxn ang="0">
                <a:pos x="connsiteX53910" y="connsiteY53910"/>
              </a:cxn>
              <a:cxn ang="0">
                <a:pos x="connsiteX53911" y="connsiteY53911"/>
              </a:cxn>
              <a:cxn ang="0">
                <a:pos x="connsiteX53912" y="connsiteY53912"/>
              </a:cxn>
              <a:cxn ang="0">
                <a:pos x="connsiteX53913" y="connsiteY53913"/>
              </a:cxn>
              <a:cxn ang="0">
                <a:pos x="connsiteX53914" y="connsiteY53914"/>
              </a:cxn>
              <a:cxn ang="0">
                <a:pos x="connsiteX53915" y="connsiteY53915"/>
              </a:cxn>
              <a:cxn ang="0">
                <a:pos x="connsiteX53916" y="connsiteY53916"/>
              </a:cxn>
              <a:cxn ang="0">
                <a:pos x="connsiteX53917" y="connsiteY53917"/>
              </a:cxn>
              <a:cxn ang="0">
                <a:pos x="connsiteX53918" y="connsiteY53918"/>
              </a:cxn>
              <a:cxn ang="0">
                <a:pos x="connsiteX53919" y="connsiteY53919"/>
              </a:cxn>
              <a:cxn ang="0">
                <a:pos x="connsiteX53920" y="connsiteY53920"/>
              </a:cxn>
              <a:cxn ang="0">
                <a:pos x="connsiteX53921" y="connsiteY53921"/>
              </a:cxn>
              <a:cxn ang="0">
                <a:pos x="connsiteX53922" y="connsiteY53922"/>
              </a:cxn>
              <a:cxn ang="0">
                <a:pos x="connsiteX53923" y="connsiteY53923"/>
              </a:cxn>
              <a:cxn ang="0">
                <a:pos x="connsiteX53924" y="connsiteY53924"/>
              </a:cxn>
              <a:cxn ang="0">
                <a:pos x="connsiteX53925" y="connsiteY53925"/>
              </a:cxn>
              <a:cxn ang="0">
                <a:pos x="connsiteX53926" y="connsiteY53926"/>
              </a:cxn>
              <a:cxn ang="0">
                <a:pos x="connsiteX53927" y="connsiteY53927"/>
              </a:cxn>
              <a:cxn ang="0">
                <a:pos x="connsiteX53928" y="connsiteY53928"/>
              </a:cxn>
              <a:cxn ang="0">
                <a:pos x="connsiteX53929" y="connsiteY53929"/>
              </a:cxn>
              <a:cxn ang="0">
                <a:pos x="connsiteX53930" y="connsiteY53930"/>
              </a:cxn>
              <a:cxn ang="0">
                <a:pos x="connsiteX53931" y="connsiteY53931"/>
              </a:cxn>
              <a:cxn ang="0">
                <a:pos x="connsiteX53932" y="connsiteY53932"/>
              </a:cxn>
              <a:cxn ang="0">
                <a:pos x="connsiteX53933" y="connsiteY53933"/>
              </a:cxn>
              <a:cxn ang="0">
                <a:pos x="connsiteX53934" y="connsiteY53934"/>
              </a:cxn>
              <a:cxn ang="0">
                <a:pos x="connsiteX53935" y="connsiteY53935"/>
              </a:cxn>
              <a:cxn ang="0">
                <a:pos x="connsiteX53936" y="connsiteY53936"/>
              </a:cxn>
              <a:cxn ang="0">
                <a:pos x="connsiteX53937" y="connsiteY53937"/>
              </a:cxn>
              <a:cxn ang="0">
                <a:pos x="connsiteX53938" y="connsiteY53938"/>
              </a:cxn>
              <a:cxn ang="0">
                <a:pos x="connsiteX53939" y="connsiteY53939"/>
              </a:cxn>
              <a:cxn ang="0">
                <a:pos x="connsiteX53940" y="connsiteY53940"/>
              </a:cxn>
              <a:cxn ang="0">
                <a:pos x="connsiteX53941" y="connsiteY53941"/>
              </a:cxn>
              <a:cxn ang="0">
                <a:pos x="connsiteX53942" y="connsiteY53942"/>
              </a:cxn>
              <a:cxn ang="0">
                <a:pos x="connsiteX53943" y="connsiteY53943"/>
              </a:cxn>
              <a:cxn ang="0">
                <a:pos x="connsiteX53944" y="connsiteY53944"/>
              </a:cxn>
              <a:cxn ang="0">
                <a:pos x="connsiteX53945" y="connsiteY53945"/>
              </a:cxn>
              <a:cxn ang="0">
                <a:pos x="connsiteX53946" y="connsiteY53946"/>
              </a:cxn>
              <a:cxn ang="0">
                <a:pos x="connsiteX53947" y="connsiteY53947"/>
              </a:cxn>
              <a:cxn ang="0">
                <a:pos x="connsiteX53948" y="connsiteY53948"/>
              </a:cxn>
              <a:cxn ang="0">
                <a:pos x="connsiteX53949" y="connsiteY53949"/>
              </a:cxn>
              <a:cxn ang="0">
                <a:pos x="connsiteX53950" y="connsiteY53950"/>
              </a:cxn>
              <a:cxn ang="0">
                <a:pos x="connsiteX53951" y="connsiteY53951"/>
              </a:cxn>
              <a:cxn ang="0">
                <a:pos x="connsiteX53952" y="connsiteY53952"/>
              </a:cxn>
              <a:cxn ang="0">
                <a:pos x="connsiteX53953" y="connsiteY53953"/>
              </a:cxn>
              <a:cxn ang="0">
                <a:pos x="connsiteX53954" y="connsiteY53954"/>
              </a:cxn>
              <a:cxn ang="0">
                <a:pos x="connsiteX53955" y="connsiteY53955"/>
              </a:cxn>
              <a:cxn ang="0">
                <a:pos x="connsiteX53956" y="connsiteY53956"/>
              </a:cxn>
              <a:cxn ang="0">
                <a:pos x="connsiteX53957" y="connsiteY53957"/>
              </a:cxn>
              <a:cxn ang="0">
                <a:pos x="connsiteX53958" y="connsiteY53958"/>
              </a:cxn>
              <a:cxn ang="0">
                <a:pos x="connsiteX53959" y="connsiteY53959"/>
              </a:cxn>
              <a:cxn ang="0">
                <a:pos x="connsiteX53960" y="connsiteY53960"/>
              </a:cxn>
              <a:cxn ang="0">
                <a:pos x="connsiteX53961" y="connsiteY53961"/>
              </a:cxn>
              <a:cxn ang="0">
                <a:pos x="connsiteX53962" y="connsiteY53962"/>
              </a:cxn>
              <a:cxn ang="0">
                <a:pos x="connsiteX53963" y="connsiteY53963"/>
              </a:cxn>
              <a:cxn ang="0">
                <a:pos x="connsiteX53964" y="connsiteY53964"/>
              </a:cxn>
              <a:cxn ang="0">
                <a:pos x="connsiteX53965" y="connsiteY53965"/>
              </a:cxn>
              <a:cxn ang="0">
                <a:pos x="connsiteX53966" y="connsiteY53966"/>
              </a:cxn>
              <a:cxn ang="0">
                <a:pos x="connsiteX53967" y="connsiteY53967"/>
              </a:cxn>
              <a:cxn ang="0">
                <a:pos x="connsiteX53968" y="connsiteY53968"/>
              </a:cxn>
              <a:cxn ang="0">
                <a:pos x="connsiteX53969" y="connsiteY53969"/>
              </a:cxn>
              <a:cxn ang="0">
                <a:pos x="connsiteX53970" y="connsiteY53970"/>
              </a:cxn>
              <a:cxn ang="0">
                <a:pos x="connsiteX53971" y="connsiteY53971"/>
              </a:cxn>
              <a:cxn ang="0">
                <a:pos x="connsiteX53972" y="connsiteY53972"/>
              </a:cxn>
              <a:cxn ang="0">
                <a:pos x="connsiteX53973" y="connsiteY53973"/>
              </a:cxn>
              <a:cxn ang="0">
                <a:pos x="connsiteX53974" y="connsiteY53974"/>
              </a:cxn>
              <a:cxn ang="0">
                <a:pos x="connsiteX53975" y="connsiteY53975"/>
              </a:cxn>
              <a:cxn ang="0">
                <a:pos x="connsiteX53976" y="connsiteY53976"/>
              </a:cxn>
              <a:cxn ang="0">
                <a:pos x="connsiteX53977" y="connsiteY53977"/>
              </a:cxn>
              <a:cxn ang="0">
                <a:pos x="connsiteX53978" y="connsiteY53978"/>
              </a:cxn>
              <a:cxn ang="0">
                <a:pos x="connsiteX53979" y="connsiteY53979"/>
              </a:cxn>
              <a:cxn ang="0">
                <a:pos x="connsiteX53980" y="connsiteY53980"/>
              </a:cxn>
              <a:cxn ang="0">
                <a:pos x="connsiteX53981" y="connsiteY53981"/>
              </a:cxn>
              <a:cxn ang="0">
                <a:pos x="connsiteX53982" y="connsiteY53982"/>
              </a:cxn>
              <a:cxn ang="0">
                <a:pos x="connsiteX53983" y="connsiteY53983"/>
              </a:cxn>
              <a:cxn ang="0">
                <a:pos x="connsiteX53984" y="connsiteY53984"/>
              </a:cxn>
              <a:cxn ang="0">
                <a:pos x="connsiteX53985" y="connsiteY53985"/>
              </a:cxn>
              <a:cxn ang="0">
                <a:pos x="connsiteX53986" y="connsiteY53986"/>
              </a:cxn>
              <a:cxn ang="0">
                <a:pos x="connsiteX53987" y="connsiteY53987"/>
              </a:cxn>
              <a:cxn ang="0">
                <a:pos x="connsiteX53988" y="connsiteY53988"/>
              </a:cxn>
              <a:cxn ang="0">
                <a:pos x="connsiteX53989" y="connsiteY53989"/>
              </a:cxn>
              <a:cxn ang="0">
                <a:pos x="connsiteX53990" y="connsiteY53990"/>
              </a:cxn>
              <a:cxn ang="0">
                <a:pos x="connsiteX53991" y="connsiteY53991"/>
              </a:cxn>
              <a:cxn ang="0">
                <a:pos x="connsiteX53992" y="connsiteY53992"/>
              </a:cxn>
              <a:cxn ang="0">
                <a:pos x="connsiteX53993" y="connsiteY53993"/>
              </a:cxn>
              <a:cxn ang="0">
                <a:pos x="connsiteX53994" y="connsiteY53994"/>
              </a:cxn>
              <a:cxn ang="0">
                <a:pos x="connsiteX53995" y="connsiteY53995"/>
              </a:cxn>
              <a:cxn ang="0">
                <a:pos x="connsiteX53996" y="connsiteY53996"/>
              </a:cxn>
              <a:cxn ang="0">
                <a:pos x="connsiteX53997" y="connsiteY53997"/>
              </a:cxn>
              <a:cxn ang="0">
                <a:pos x="connsiteX53998" y="connsiteY53998"/>
              </a:cxn>
              <a:cxn ang="0">
                <a:pos x="connsiteX53999" y="connsiteY53999"/>
              </a:cxn>
              <a:cxn ang="0">
                <a:pos x="connsiteX54000" y="connsiteY54000"/>
              </a:cxn>
              <a:cxn ang="0">
                <a:pos x="connsiteX54001" y="connsiteY54001"/>
              </a:cxn>
              <a:cxn ang="0">
                <a:pos x="connsiteX54002" y="connsiteY54002"/>
              </a:cxn>
              <a:cxn ang="0">
                <a:pos x="connsiteX54003" y="connsiteY54003"/>
              </a:cxn>
              <a:cxn ang="0">
                <a:pos x="connsiteX54004" y="connsiteY54004"/>
              </a:cxn>
              <a:cxn ang="0">
                <a:pos x="connsiteX54005" y="connsiteY54005"/>
              </a:cxn>
              <a:cxn ang="0">
                <a:pos x="connsiteX54006" y="connsiteY54006"/>
              </a:cxn>
              <a:cxn ang="0">
                <a:pos x="connsiteX54007" y="connsiteY54007"/>
              </a:cxn>
              <a:cxn ang="0">
                <a:pos x="connsiteX54008" y="connsiteY54008"/>
              </a:cxn>
              <a:cxn ang="0">
                <a:pos x="connsiteX54009" y="connsiteY54009"/>
              </a:cxn>
              <a:cxn ang="0">
                <a:pos x="connsiteX54010" y="connsiteY54010"/>
              </a:cxn>
              <a:cxn ang="0">
                <a:pos x="connsiteX54011" y="connsiteY54011"/>
              </a:cxn>
              <a:cxn ang="0">
                <a:pos x="connsiteX54012" y="connsiteY54012"/>
              </a:cxn>
              <a:cxn ang="0">
                <a:pos x="connsiteX54013" y="connsiteY54013"/>
              </a:cxn>
              <a:cxn ang="0">
                <a:pos x="connsiteX54014" y="connsiteY54014"/>
              </a:cxn>
              <a:cxn ang="0">
                <a:pos x="connsiteX54015" y="connsiteY54015"/>
              </a:cxn>
              <a:cxn ang="0">
                <a:pos x="connsiteX54016" y="connsiteY54016"/>
              </a:cxn>
              <a:cxn ang="0">
                <a:pos x="connsiteX54017" y="connsiteY54017"/>
              </a:cxn>
              <a:cxn ang="0">
                <a:pos x="connsiteX54018" y="connsiteY54018"/>
              </a:cxn>
              <a:cxn ang="0">
                <a:pos x="connsiteX54019" y="connsiteY54019"/>
              </a:cxn>
              <a:cxn ang="0">
                <a:pos x="connsiteX54020" y="connsiteY54020"/>
              </a:cxn>
              <a:cxn ang="0">
                <a:pos x="connsiteX54021" y="connsiteY54021"/>
              </a:cxn>
              <a:cxn ang="0">
                <a:pos x="connsiteX54022" y="connsiteY54022"/>
              </a:cxn>
              <a:cxn ang="0">
                <a:pos x="connsiteX54023" y="connsiteY54023"/>
              </a:cxn>
              <a:cxn ang="0">
                <a:pos x="connsiteX54024" y="connsiteY54024"/>
              </a:cxn>
              <a:cxn ang="0">
                <a:pos x="connsiteX54025" y="connsiteY54025"/>
              </a:cxn>
              <a:cxn ang="0">
                <a:pos x="connsiteX54026" y="connsiteY54026"/>
              </a:cxn>
              <a:cxn ang="0">
                <a:pos x="connsiteX54027" y="connsiteY54027"/>
              </a:cxn>
              <a:cxn ang="0">
                <a:pos x="connsiteX54028" y="connsiteY54028"/>
              </a:cxn>
              <a:cxn ang="0">
                <a:pos x="connsiteX54029" y="connsiteY54029"/>
              </a:cxn>
              <a:cxn ang="0">
                <a:pos x="connsiteX54030" y="connsiteY54030"/>
              </a:cxn>
              <a:cxn ang="0">
                <a:pos x="connsiteX54031" y="connsiteY54031"/>
              </a:cxn>
              <a:cxn ang="0">
                <a:pos x="connsiteX54032" y="connsiteY54032"/>
              </a:cxn>
              <a:cxn ang="0">
                <a:pos x="connsiteX54033" y="connsiteY54033"/>
              </a:cxn>
              <a:cxn ang="0">
                <a:pos x="connsiteX54034" y="connsiteY54034"/>
              </a:cxn>
              <a:cxn ang="0">
                <a:pos x="connsiteX54035" y="connsiteY54035"/>
              </a:cxn>
              <a:cxn ang="0">
                <a:pos x="connsiteX54036" y="connsiteY54036"/>
              </a:cxn>
              <a:cxn ang="0">
                <a:pos x="connsiteX54037" y="connsiteY54037"/>
              </a:cxn>
              <a:cxn ang="0">
                <a:pos x="connsiteX54038" y="connsiteY54038"/>
              </a:cxn>
              <a:cxn ang="0">
                <a:pos x="connsiteX54039" y="connsiteY54039"/>
              </a:cxn>
              <a:cxn ang="0">
                <a:pos x="connsiteX54040" y="connsiteY54040"/>
              </a:cxn>
              <a:cxn ang="0">
                <a:pos x="connsiteX54041" y="connsiteY54041"/>
              </a:cxn>
              <a:cxn ang="0">
                <a:pos x="connsiteX54042" y="connsiteY54042"/>
              </a:cxn>
              <a:cxn ang="0">
                <a:pos x="connsiteX54043" y="connsiteY54043"/>
              </a:cxn>
              <a:cxn ang="0">
                <a:pos x="connsiteX54044" y="connsiteY54044"/>
              </a:cxn>
              <a:cxn ang="0">
                <a:pos x="connsiteX54045" y="connsiteY54045"/>
              </a:cxn>
              <a:cxn ang="0">
                <a:pos x="connsiteX54046" y="connsiteY54046"/>
              </a:cxn>
              <a:cxn ang="0">
                <a:pos x="connsiteX54047" y="connsiteY54047"/>
              </a:cxn>
              <a:cxn ang="0">
                <a:pos x="connsiteX54048" y="connsiteY54048"/>
              </a:cxn>
              <a:cxn ang="0">
                <a:pos x="connsiteX54049" y="connsiteY54049"/>
              </a:cxn>
              <a:cxn ang="0">
                <a:pos x="connsiteX54050" y="connsiteY54050"/>
              </a:cxn>
              <a:cxn ang="0">
                <a:pos x="connsiteX54051" y="connsiteY54051"/>
              </a:cxn>
              <a:cxn ang="0">
                <a:pos x="connsiteX54052" y="connsiteY54052"/>
              </a:cxn>
              <a:cxn ang="0">
                <a:pos x="connsiteX54053" y="connsiteY54053"/>
              </a:cxn>
              <a:cxn ang="0">
                <a:pos x="connsiteX54054" y="connsiteY54054"/>
              </a:cxn>
              <a:cxn ang="0">
                <a:pos x="connsiteX54055" y="connsiteY54055"/>
              </a:cxn>
              <a:cxn ang="0">
                <a:pos x="connsiteX54056" y="connsiteY54056"/>
              </a:cxn>
              <a:cxn ang="0">
                <a:pos x="connsiteX54057" y="connsiteY54057"/>
              </a:cxn>
              <a:cxn ang="0">
                <a:pos x="connsiteX54058" y="connsiteY54058"/>
              </a:cxn>
              <a:cxn ang="0">
                <a:pos x="connsiteX54059" y="connsiteY54059"/>
              </a:cxn>
              <a:cxn ang="0">
                <a:pos x="connsiteX54060" y="connsiteY54060"/>
              </a:cxn>
              <a:cxn ang="0">
                <a:pos x="connsiteX54061" y="connsiteY54061"/>
              </a:cxn>
              <a:cxn ang="0">
                <a:pos x="connsiteX54062" y="connsiteY54062"/>
              </a:cxn>
              <a:cxn ang="0">
                <a:pos x="connsiteX54063" y="connsiteY54063"/>
              </a:cxn>
              <a:cxn ang="0">
                <a:pos x="connsiteX54064" y="connsiteY54064"/>
              </a:cxn>
              <a:cxn ang="0">
                <a:pos x="connsiteX54065" y="connsiteY54065"/>
              </a:cxn>
              <a:cxn ang="0">
                <a:pos x="connsiteX54066" y="connsiteY54066"/>
              </a:cxn>
              <a:cxn ang="0">
                <a:pos x="connsiteX54067" y="connsiteY54067"/>
              </a:cxn>
              <a:cxn ang="0">
                <a:pos x="connsiteX54068" y="connsiteY54068"/>
              </a:cxn>
              <a:cxn ang="0">
                <a:pos x="connsiteX54069" y="connsiteY54069"/>
              </a:cxn>
              <a:cxn ang="0">
                <a:pos x="connsiteX54070" y="connsiteY54070"/>
              </a:cxn>
              <a:cxn ang="0">
                <a:pos x="connsiteX54071" y="connsiteY54071"/>
              </a:cxn>
              <a:cxn ang="0">
                <a:pos x="connsiteX54072" y="connsiteY54072"/>
              </a:cxn>
              <a:cxn ang="0">
                <a:pos x="connsiteX54073" y="connsiteY54073"/>
              </a:cxn>
              <a:cxn ang="0">
                <a:pos x="connsiteX54074" y="connsiteY54074"/>
              </a:cxn>
              <a:cxn ang="0">
                <a:pos x="connsiteX54075" y="connsiteY54075"/>
              </a:cxn>
              <a:cxn ang="0">
                <a:pos x="connsiteX54076" y="connsiteY54076"/>
              </a:cxn>
              <a:cxn ang="0">
                <a:pos x="connsiteX54077" y="connsiteY54077"/>
              </a:cxn>
              <a:cxn ang="0">
                <a:pos x="connsiteX54078" y="connsiteY54078"/>
              </a:cxn>
              <a:cxn ang="0">
                <a:pos x="connsiteX54079" y="connsiteY54079"/>
              </a:cxn>
              <a:cxn ang="0">
                <a:pos x="connsiteX54080" y="connsiteY54080"/>
              </a:cxn>
              <a:cxn ang="0">
                <a:pos x="connsiteX54081" y="connsiteY54081"/>
              </a:cxn>
              <a:cxn ang="0">
                <a:pos x="connsiteX54082" y="connsiteY54082"/>
              </a:cxn>
              <a:cxn ang="0">
                <a:pos x="connsiteX54083" y="connsiteY54083"/>
              </a:cxn>
              <a:cxn ang="0">
                <a:pos x="connsiteX54084" y="connsiteY54084"/>
              </a:cxn>
              <a:cxn ang="0">
                <a:pos x="connsiteX54085" y="connsiteY54085"/>
              </a:cxn>
              <a:cxn ang="0">
                <a:pos x="connsiteX54086" y="connsiteY54086"/>
              </a:cxn>
              <a:cxn ang="0">
                <a:pos x="connsiteX54087" y="connsiteY54087"/>
              </a:cxn>
              <a:cxn ang="0">
                <a:pos x="connsiteX54088" y="connsiteY54088"/>
              </a:cxn>
              <a:cxn ang="0">
                <a:pos x="connsiteX54089" y="connsiteY54089"/>
              </a:cxn>
              <a:cxn ang="0">
                <a:pos x="connsiteX54090" y="connsiteY54090"/>
              </a:cxn>
              <a:cxn ang="0">
                <a:pos x="connsiteX54091" y="connsiteY54091"/>
              </a:cxn>
              <a:cxn ang="0">
                <a:pos x="connsiteX54092" y="connsiteY54092"/>
              </a:cxn>
              <a:cxn ang="0">
                <a:pos x="connsiteX54093" y="connsiteY54093"/>
              </a:cxn>
              <a:cxn ang="0">
                <a:pos x="connsiteX54094" y="connsiteY54094"/>
              </a:cxn>
              <a:cxn ang="0">
                <a:pos x="connsiteX54095" y="connsiteY54095"/>
              </a:cxn>
              <a:cxn ang="0">
                <a:pos x="connsiteX54096" y="connsiteY54096"/>
              </a:cxn>
              <a:cxn ang="0">
                <a:pos x="connsiteX54097" y="connsiteY54097"/>
              </a:cxn>
              <a:cxn ang="0">
                <a:pos x="connsiteX54098" y="connsiteY54098"/>
              </a:cxn>
              <a:cxn ang="0">
                <a:pos x="connsiteX54099" y="connsiteY54099"/>
              </a:cxn>
              <a:cxn ang="0">
                <a:pos x="connsiteX54100" y="connsiteY54100"/>
              </a:cxn>
              <a:cxn ang="0">
                <a:pos x="connsiteX54101" y="connsiteY54101"/>
              </a:cxn>
              <a:cxn ang="0">
                <a:pos x="connsiteX54102" y="connsiteY54102"/>
              </a:cxn>
              <a:cxn ang="0">
                <a:pos x="connsiteX54103" y="connsiteY54103"/>
              </a:cxn>
              <a:cxn ang="0">
                <a:pos x="connsiteX54104" y="connsiteY54104"/>
              </a:cxn>
              <a:cxn ang="0">
                <a:pos x="connsiteX54105" y="connsiteY54105"/>
              </a:cxn>
              <a:cxn ang="0">
                <a:pos x="connsiteX54106" y="connsiteY54106"/>
              </a:cxn>
              <a:cxn ang="0">
                <a:pos x="connsiteX54107" y="connsiteY54107"/>
              </a:cxn>
              <a:cxn ang="0">
                <a:pos x="connsiteX54108" y="connsiteY54108"/>
              </a:cxn>
              <a:cxn ang="0">
                <a:pos x="connsiteX54109" y="connsiteY54109"/>
              </a:cxn>
              <a:cxn ang="0">
                <a:pos x="connsiteX54110" y="connsiteY54110"/>
              </a:cxn>
              <a:cxn ang="0">
                <a:pos x="connsiteX54111" y="connsiteY54111"/>
              </a:cxn>
              <a:cxn ang="0">
                <a:pos x="connsiteX54112" y="connsiteY54112"/>
              </a:cxn>
              <a:cxn ang="0">
                <a:pos x="connsiteX54113" y="connsiteY54113"/>
              </a:cxn>
              <a:cxn ang="0">
                <a:pos x="connsiteX54114" y="connsiteY54114"/>
              </a:cxn>
              <a:cxn ang="0">
                <a:pos x="connsiteX54115" y="connsiteY54115"/>
              </a:cxn>
              <a:cxn ang="0">
                <a:pos x="connsiteX54116" y="connsiteY54116"/>
              </a:cxn>
              <a:cxn ang="0">
                <a:pos x="connsiteX54117" y="connsiteY54117"/>
              </a:cxn>
              <a:cxn ang="0">
                <a:pos x="connsiteX54118" y="connsiteY54118"/>
              </a:cxn>
              <a:cxn ang="0">
                <a:pos x="connsiteX54119" y="connsiteY54119"/>
              </a:cxn>
              <a:cxn ang="0">
                <a:pos x="connsiteX54120" y="connsiteY54120"/>
              </a:cxn>
              <a:cxn ang="0">
                <a:pos x="connsiteX54121" y="connsiteY54121"/>
              </a:cxn>
              <a:cxn ang="0">
                <a:pos x="connsiteX54122" y="connsiteY54122"/>
              </a:cxn>
              <a:cxn ang="0">
                <a:pos x="connsiteX54123" y="connsiteY54123"/>
              </a:cxn>
              <a:cxn ang="0">
                <a:pos x="connsiteX54124" y="connsiteY54124"/>
              </a:cxn>
              <a:cxn ang="0">
                <a:pos x="connsiteX54125" y="connsiteY54125"/>
              </a:cxn>
              <a:cxn ang="0">
                <a:pos x="connsiteX54126" y="connsiteY54126"/>
              </a:cxn>
              <a:cxn ang="0">
                <a:pos x="connsiteX54127" y="connsiteY54127"/>
              </a:cxn>
              <a:cxn ang="0">
                <a:pos x="connsiteX54128" y="connsiteY54128"/>
              </a:cxn>
              <a:cxn ang="0">
                <a:pos x="connsiteX54129" y="connsiteY54129"/>
              </a:cxn>
              <a:cxn ang="0">
                <a:pos x="connsiteX54130" y="connsiteY54130"/>
              </a:cxn>
              <a:cxn ang="0">
                <a:pos x="connsiteX54131" y="connsiteY54131"/>
              </a:cxn>
              <a:cxn ang="0">
                <a:pos x="connsiteX54132" y="connsiteY54132"/>
              </a:cxn>
              <a:cxn ang="0">
                <a:pos x="connsiteX54133" y="connsiteY54133"/>
              </a:cxn>
              <a:cxn ang="0">
                <a:pos x="connsiteX54134" y="connsiteY54134"/>
              </a:cxn>
              <a:cxn ang="0">
                <a:pos x="connsiteX54135" y="connsiteY54135"/>
              </a:cxn>
              <a:cxn ang="0">
                <a:pos x="connsiteX54136" y="connsiteY54136"/>
              </a:cxn>
              <a:cxn ang="0">
                <a:pos x="connsiteX54137" y="connsiteY54137"/>
              </a:cxn>
              <a:cxn ang="0">
                <a:pos x="connsiteX54138" y="connsiteY54138"/>
              </a:cxn>
              <a:cxn ang="0">
                <a:pos x="connsiteX54139" y="connsiteY54139"/>
              </a:cxn>
              <a:cxn ang="0">
                <a:pos x="connsiteX54140" y="connsiteY54140"/>
              </a:cxn>
              <a:cxn ang="0">
                <a:pos x="connsiteX54141" y="connsiteY54141"/>
              </a:cxn>
              <a:cxn ang="0">
                <a:pos x="connsiteX54142" y="connsiteY54142"/>
              </a:cxn>
              <a:cxn ang="0">
                <a:pos x="connsiteX54143" y="connsiteY54143"/>
              </a:cxn>
              <a:cxn ang="0">
                <a:pos x="connsiteX54144" y="connsiteY54144"/>
              </a:cxn>
              <a:cxn ang="0">
                <a:pos x="connsiteX54145" y="connsiteY54145"/>
              </a:cxn>
              <a:cxn ang="0">
                <a:pos x="connsiteX54146" y="connsiteY54146"/>
              </a:cxn>
              <a:cxn ang="0">
                <a:pos x="connsiteX54147" y="connsiteY54147"/>
              </a:cxn>
              <a:cxn ang="0">
                <a:pos x="connsiteX54148" y="connsiteY54148"/>
              </a:cxn>
              <a:cxn ang="0">
                <a:pos x="connsiteX54149" y="connsiteY54149"/>
              </a:cxn>
              <a:cxn ang="0">
                <a:pos x="connsiteX54150" y="connsiteY54150"/>
              </a:cxn>
              <a:cxn ang="0">
                <a:pos x="connsiteX54151" y="connsiteY54151"/>
              </a:cxn>
              <a:cxn ang="0">
                <a:pos x="connsiteX54152" y="connsiteY54152"/>
              </a:cxn>
              <a:cxn ang="0">
                <a:pos x="connsiteX54153" y="connsiteY54153"/>
              </a:cxn>
              <a:cxn ang="0">
                <a:pos x="connsiteX54154" y="connsiteY54154"/>
              </a:cxn>
              <a:cxn ang="0">
                <a:pos x="connsiteX54155" y="connsiteY54155"/>
              </a:cxn>
              <a:cxn ang="0">
                <a:pos x="connsiteX54156" y="connsiteY54156"/>
              </a:cxn>
              <a:cxn ang="0">
                <a:pos x="connsiteX54157" y="connsiteY54157"/>
              </a:cxn>
              <a:cxn ang="0">
                <a:pos x="connsiteX54158" y="connsiteY54158"/>
              </a:cxn>
              <a:cxn ang="0">
                <a:pos x="connsiteX54159" y="connsiteY54159"/>
              </a:cxn>
              <a:cxn ang="0">
                <a:pos x="connsiteX54160" y="connsiteY54160"/>
              </a:cxn>
              <a:cxn ang="0">
                <a:pos x="connsiteX54161" y="connsiteY54161"/>
              </a:cxn>
              <a:cxn ang="0">
                <a:pos x="connsiteX54162" y="connsiteY54162"/>
              </a:cxn>
              <a:cxn ang="0">
                <a:pos x="connsiteX54163" y="connsiteY54163"/>
              </a:cxn>
              <a:cxn ang="0">
                <a:pos x="connsiteX54164" y="connsiteY54164"/>
              </a:cxn>
              <a:cxn ang="0">
                <a:pos x="connsiteX54165" y="connsiteY54165"/>
              </a:cxn>
              <a:cxn ang="0">
                <a:pos x="connsiteX54166" y="connsiteY54166"/>
              </a:cxn>
              <a:cxn ang="0">
                <a:pos x="connsiteX54167" y="connsiteY54167"/>
              </a:cxn>
              <a:cxn ang="0">
                <a:pos x="connsiteX54168" y="connsiteY54168"/>
              </a:cxn>
              <a:cxn ang="0">
                <a:pos x="connsiteX54169" y="connsiteY54169"/>
              </a:cxn>
              <a:cxn ang="0">
                <a:pos x="connsiteX54170" y="connsiteY54170"/>
              </a:cxn>
              <a:cxn ang="0">
                <a:pos x="connsiteX54171" y="connsiteY54171"/>
              </a:cxn>
              <a:cxn ang="0">
                <a:pos x="connsiteX54172" y="connsiteY54172"/>
              </a:cxn>
              <a:cxn ang="0">
                <a:pos x="connsiteX54173" y="connsiteY54173"/>
              </a:cxn>
              <a:cxn ang="0">
                <a:pos x="connsiteX54174" y="connsiteY54174"/>
              </a:cxn>
              <a:cxn ang="0">
                <a:pos x="connsiteX54175" y="connsiteY54175"/>
              </a:cxn>
              <a:cxn ang="0">
                <a:pos x="connsiteX54176" y="connsiteY54176"/>
              </a:cxn>
              <a:cxn ang="0">
                <a:pos x="connsiteX54177" y="connsiteY54177"/>
              </a:cxn>
              <a:cxn ang="0">
                <a:pos x="connsiteX54178" y="connsiteY54178"/>
              </a:cxn>
              <a:cxn ang="0">
                <a:pos x="connsiteX54179" y="connsiteY54179"/>
              </a:cxn>
              <a:cxn ang="0">
                <a:pos x="connsiteX54180" y="connsiteY54180"/>
              </a:cxn>
              <a:cxn ang="0">
                <a:pos x="connsiteX54181" y="connsiteY54181"/>
              </a:cxn>
              <a:cxn ang="0">
                <a:pos x="connsiteX54182" y="connsiteY54182"/>
              </a:cxn>
              <a:cxn ang="0">
                <a:pos x="connsiteX54183" y="connsiteY54183"/>
              </a:cxn>
              <a:cxn ang="0">
                <a:pos x="connsiteX54184" y="connsiteY54184"/>
              </a:cxn>
              <a:cxn ang="0">
                <a:pos x="connsiteX54185" y="connsiteY54185"/>
              </a:cxn>
              <a:cxn ang="0">
                <a:pos x="connsiteX54186" y="connsiteY54186"/>
              </a:cxn>
              <a:cxn ang="0">
                <a:pos x="connsiteX54187" y="connsiteY54187"/>
              </a:cxn>
              <a:cxn ang="0">
                <a:pos x="connsiteX54188" y="connsiteY54188"/>
              </a:cxn>
              <a:cxn ang="0">
                <a:pos x="connsiteX54189" y="connsiteY54189"/>
              </a:cxn>
              <a:cxn ang="0">
                <a:pos x="connsiteX54190" y="connsiteY54190"/>
              </a:cxn>
              <a:cxn ang="0">
                <a:pos x="connsiteX54191" y="connsiteY54191"/>
              </a:cxn>
              <a:cxn ang="0">
                <a:pos x="connsiteX54192" y="connsiteY54192"/>
              </a:cxn>
              <a:cxn ang="0">
                <a:pos x="connsiteX54193" y="connsiteY54193"/>
              </a:cxn>
              <a:cxn ang="0">
                <a:pos x="connsiteX54194" y="connsiteY54194"/>
              </a:cxn>
              <a:cxn ang="0">
                <a:pos x="connsiteX54195" y="connsiteY54195"/>
              </a:cxn>
              <a:cxn ang="0">
                <a:pos x="connsiteX54196" y="connsiteY54196"/>
              </a:cxn>
              <a:cxn ang="0">
                <a:pos x="connsiteX54197" y="connsiteY54197"/>
              </a:cxn>
              <a:cxn ang="0">
                <a:pos x="connsiteX54198" y="connsiteY54198"/>
              </a:cxn>
              <a:cxn ang="0">
                <a:pos x="connsiteX54199" y="connsiteY54199"/>
              </a:cxn>
              <a:cxn ang="0">
                <a:pos x="connsiteX54200" y="connsiteY54200"/>
              </a:cxn>
              <a:cxn ang="0">
                <a:pos x="connsiteX54201" y="connsiteY54201"/>
              </a:cxn>
              <a:cxn ang="0">
                <a:pos x="connsiteX54202" y="connsiteY54202"/>
              </a:cxn>
              <a:cxn ang="0">
                <a:pos x="connsiteX54203" y="connsiteY54203"/>
              </a:cxn>
              <a:cxn ang="0">
                <a:pos x="connsiteX54204" y="connsiteY54204"/>
              </a:cxn>
              <a:cxn ang="0">
                <a:pos x="connsiteX54205" y="connsiteY54205"/>
              </a:cxn>
              <a:cxn ang="0">
                <a:pos x="connsiteX54206" y="connsiteY54206"/>
              </a:cxn>
              <a:cxn ang="0">
                <a:pos x="connsiteX54207" y="connsiteY54207"/>
              </a:cxn>
              <a:cxn ang="0">
                <a:pos x="connsiteX54208" y="connsiteY54208"/>
              </a:cxn>
              <a:cxn ang="0">
                <a:pos x="connsiteX54209" y="connsiteY54209"/>
              </a:cxn>
              <a:cxn ang="0">
                <a:pos x="connsiteX54210" y="connsiteY54210"/>
              </a:cxn>
              <a:cxn ang="0">
                <a:pos x="connsiteX54211" y="connsiteY54211"/>
              </a:cxn>
              <a:cxn ang="0">
                <a:pos x="connsiteX54212" y="connsiteY54212"/>
              </a:cxn>
              <a:cxn ang="0">
                <a:pos x="connsiteX54213" y="connsiteY54213"/>
              </a:cxn>
              <a:cxn ang="0">
                <a:pos x="connsiteX54214" y="connsiteY54214"/>
              </a:cxn>
              <a:cxn ang="0">
                <a:pos x="connsiteX54215" y="connsiteY54215"/>
              </a:cxn>
              <a:cxn ang="0">
                <a:pos x="connsiteX54216" y="connsiteY54216"/>
              </a:cxn>
              <a:cxn ang="0">
                <a:pos x="connsiteX54217" y="connsiteY54217"/>
              </a:cxn>
              <a:cxn ang="0">
                <a:pos x="connsiteX54218" y="connsiteY54218"/>
              </a:cxn>
              <a:cxn ang="0">
                <a:pos x="connsiteX54219" y="connsiteY54219"/>
              </a:cxn>
              <a:cxn ang="0">
                <a:pos x="connsiteX54220" y="connsiteY54220"/>
              </a:cxn>
              <a:cxn ang="0">
                <a:pos x="connsiteX54221" y="connsiteY54221"/>
              </a:cxn>
              <a:cxn ang="0">
                <a:pos x="connsiteX54222" y="connsiteY54222"/>
              </a:cxn>
              <a:cxn ang="0">
                <a:pos x="connsiteX54223" y="connsiteY54223"/>
              </a:cxn>
              <a:cxn ang="0">
                <a:pos x="connsiteX54224" y="connsiteY54224"/>
              </a:cxn>
              <a:cxn ang="0">
                <a:pos x="connsiteX54225" y="connsiteY54225"/>
              </a:cxn>
              <a:cxn ang="0">
                <a:pos x="connsiteX54226" y="connsiteY54226"/>
              </a:cxn>
              <a:cxn ang="0">
                <a:pos x="connsiteX54227" y="connsiteY54227"/>
              </a:cxn>
              <a:cxn ang="0">
                <a:pos x="connsiteX54228" y="connsiteY54228"/>
              </a:cxn>
              <a:cxn ang="0">
                <a:pos x="connsiteX54229" y="connsiteY54229"/>
              </a:cxn>
              <a:cxn ang="0">
                <a:pos x="connsiteX54230" y="connsiteY54230"/>
              </a:cxn>
              <a:cxn ang="0">
                <a:pos x="connsiteX54231" y="connsiteY54231"/>
              </a:cxn>
              <a:cxn ang="0">
                <a:pos x="connsiteX54232" y="connsiteY54232"/>
              </a:cxn>
              <a:cxn ang="0">
                <a:pos x="connsiteX54233" y="connsiteY54233"/>
              </a:cxn>
              <a:cxn ang="0">
                <a:pos x="connsiteX54234" y="connsiteY54234"/>
              </a:cxn>
              <a:cxn ang="0">
                <a:pos x="connsiteX54235" y="connsiteY54235"/>
              </a:cxn>
              <a:cxn ang="0">
                <a:pos x="connsiteX54236" y="connsiteY54236"/>
              </a:cxn>
              <a:cxn ang="0">
                <a:pos x="connsiteX54237" y="connsiteY54237"/>
              </a:cxn>
              <a:cxn ang="0">
                <a:pos x="connsiteX54238" y="connsiteY54238"/>
              </a:cxn>
              <a:cxn ang="0">
                <a:pos x="connsiteX54239" y="connsiteY54239"/>
              </a:cxn>
              <a:cxn ang="0">
                <a:pos x="connsiteX54240" y="connsiteY54240"/>
              </a:cxn>
              <a:cxn ang="0">
                <a:pos x="connsiteX54241" y="connsiteY54241"/>
              </a:cxn>
              <a:cxn ang="0">
                <a:pos x="connsiteX54242" y="connsiteY54242"/>
              </a:cxn>
              <a:cxn ang="0">
                <a:pos x="connsiteX54243" y="connsiteY54243"/>
              </a:cxn>
              <a:cxn ang="0">
                <a:pos x="connsiteX54244" y="connsiteY54244"/>
              </a:cxn>
              <a:cxn ang="0">
                <a:pos x="connsiteX54245" y="connsiteY54245"/>
              </a:cxn>
              <a:cxn ang="0">
                <a:pos x="connsiteX54246" y="connsiteY54246"/>
              </a:cxn>
              <a:cxn ang="0">
                <a:pos x="connsiteX54247" y="connsiteY54247"/>
              </a:cxn>
              <a:cxn ang="0">
                <a:pos x="connsiteX54248" y="connsiteY54248"/>
              </a:cxn>
              <a:cxn ang="0">
                <a:pos x="connsiteX54249" y="connsiteY54249"/>
              </a:cxn>
              <a:cxn ang="0">
                <a:pos x="connsiteX54250" y="connsiteY54250"/>
              </a:cxn>
              <a:cxn ang="0">
                <a:pos x="connsiteX54251" y="connsiteY54251"/>
              </a:cxn>
              <a:cxn ang="0">
                <a:pos x="connsiteX54252" y="connsiteY54252"/>
              </a:cxn>
              <a:cxn ang="0">
                <a:pos x="connsiteX54253" y="connsiteY54253"/>
              </a:cxn>
              <a:cxn ang="0">
                <a:pos x="connsiteX54254" y="connsiteY54254"/>
              </a:cxn>
              <a:cxn ang="0">
                <a:pos x="connsiteX54255" y="connsiteY54255"/>
              </a:cxn>
              <a:cxn ang="0">
                <a:pos x="connsiteX54256" y="connsiteY54256"/>
              </a:cxn>
              <a:cxn ang="0">
                <a:pos x="connsiteX54257" y="connsiteY54257"/>
              </a:cxn>
              <a:cxn ang="0">
                <a:pos x="connsiteX54258" y="connsiteY54258"/>
              </a:cxn>
              <a:cxn ang="0">
                <a:pos x="connsiteX54259" y="connsiteY54259"/>
              </a:cxn>
              <a:cxn ang="0">
                <a:pos x="connsiteX54260" y="connsiteY54260"/>
              </a:cxn>
              <a:cxn ang="0">
                <a:pos x="connsiteX54261" y="connsiteY54261"/>
              </a:cxn>
              <a:cxn ang="0">
                <a:pos x="connsiteX54262" y="connsiteY54262"/>
              </a:cxn>
              <a:cxn ang="0">
                <a:pos x="connsiteX54263" y="connsiteY54263"/>
              </a:cxn>
              <a:cxn ang="0">
                <a:pos x="connsiteX54264" y="connsiteY54264"/>
              </a:cxn>
              <a:cxn ang="0">
                <a:pos x="connsiteX54265" y="connsiteY54265"/>
              </a:cxn>
              <a:cxn ang="0">
                <a:pos x="connsiteX54266" y="connsiteY54266"/>
              </a:cxn>
              <a:cxn ang="0">
                <a:pos x="connsiteX54267" y="connsiteY54267"/>
              </a:cxn>
              <a:cxn ang="0">
                <a:pos x="connsiteX54268" y="connsiteY54268"/>
              </a:cxn>
              <a:cxn ang="0">
                <a:pos x="connsiteX54269" y="connsiteY54269"/>
              </a:cxn>
              <a:cxn ang="0">
                <a:pos x="connsiteX54270" y="connsiteY54270"/>
              </a:cxn>
              <a:cxn ang="0">
                <a:pos x="connsiteX54271" y="connsiteY54271"/>
              </a:cxn>
              <a:cxn ang="0">
                <a:pos x="connsiteX54272" y="connsiteY54272"/>
              </a:cxn>
              <a:cxn ang="0">
                <a:pos x="connsiteX54273" y="connsiteY54273"/>
              </a:cxn>
              <a:cxn ang="0">
                <a:pos x="connsiteX54274" y="connsiteY54274"/>
              </a:cxn>
              <a:cxn ang="0">
                <a:pos x="connsiteX54275" y="connsiteY54275"/>
              </a:cxn>
              <a:cxn ang="0">
                <a:pos x="connsiteX54276" y="connsiteY54276"/>
              </a:cxn>
              <a:cxn ang="0">
                <a:pos x="connsiteX54277" y="connsiteY54277"/>
              </a:cxn>
              <a:cxn ang="0">
                <a:pos x="connsiteX54278" y="connsiteY54278"/>
              </a:cxn>
              <a:cxn ang="0">
                <a:pos x="connsiteX54279" y="connsiteY54279"/>
              </a:cxn>
              <a:cxn ang="0">
                <a:pos x="connsiteX54280" y="connsiteY54280"/>
              </a:cxn>
              <a:cxn ang="0">
                <a:pos x="connsiteX54281" y="connsiteY54281"/>
              </a:cxn>
              <a:cxn ang="0">
                <a:pos x="connsiteX54282" y="connsiteY54282"/>
              </a:cxn>
              <a:cxn ang="0">
                <a:pos x="connsiteX54283" y="connsiteY54283"/>
              </a:cxn>
              <a:cxn ang="0">
                <a:pos x="connsiteX54284" y="connsiteY54284"/>
              </a:cxn>
              <a:cxn ang="0">
                <a:pos x="connsiteX54285" y="connsiteY54285"/>
              </a:cxn>
              <a:cxn ang="0">
                <a:pos x="connsiteX54286" y="connsiteY54286"/>
              </a:cxn>
              <a:cxn ang="0">
                <a:pos x="connsiteX54287" y="connsiteY54287"/>
              </a:cxn>
              <a:cxn ang="0">
                <a:pos x="connsiteX54288" y="connsiteY54288"/>
              </a:cxn>
              <a:cxn ang="0">
                <a:pos x="connsiteX54289" y="connsiteY54289"/>
              </a:cxn>
              <a:cxn ang="0">
                <a:pos x="connsiteX54290" y="connsiteY54290"/>
              </a:cxn>
              <a:cxn ang="0">
                <a:pos x="connsiteX54291" y="connsiteY54291"/>
              </a:cxn>
              <a:cxn ang="0">
                <a:pos x="connsiteX54292" y="connsiteY54292"/>
              </a:cxn>
              <a:cxn ang="0">
                <a:pos x="connsiteX54293" y="connsiteY54293"/>
              </a:cxn>
              <a:cxn ang="0">
                <a:pos x="connsiteX54294" y="connsiteY54294"/>
              </a:cxn>
              <a:cxn ang="0">
                <a:pos x="connsiteX54295" y="connsiteY54295"/>
              </a:cxn>
              <a:cxn ang="0">
                <a:pos x="connsiteX54296" y="connsiteY54296"/>
              </a:cxn>
              <a:cxn ang="0">
                <a:pos x="connsiteX54297" y="connsiteY54297"/>
              </a:cxn>
              <a:cxn ang="0">
                <a:pos x="connsiteX54298" y="connsiteY54298"/>
              </a:cxn>
              <a:cxn ang="0">
                <a:pos x="connsiteX54299" y="connsiteY54299"/>
              </a:cxn>
              <a:cxn ang="0">
                <a:pos x="connsiteX54300" y="connsiteY54300"/>
              </a:cxn>
              <a:cxn ang="0">
                <a:pos x="connsiteX54301" y="connsiteY54301"/>
              </a:cxn>
              <a:cxn ang="0">
                <a:pos x="connsiteX54302" y="connsiteY54302"/>
              </a:cxn>
              <a:cxn ang="0">
                <a:pos x="connsiteX54303" y="connsiteY54303"/>
              </a:cxn>
              <a:cxn ang="0">
                <a:pos x="connsiteX54304" y="connsiteY54304"/>
              </a:cxn>
              <a:cxn ang="0">
                <a:pos x="connsiteX54305" y="connsiteY54305"/>
              </a:cxn>
              <a:cxn ang="0">
                <a:pos x="connsiteX54306" y="connsiteY54306"/>
              </a:cxn>
              <a:cxn ang="0">
                <a:pos x="connsiteX54307" y="connsiteY54307"/>
              </a:cxn>
              <a:cxn ang="0">
                <a:pos x="connsiteX54308" y="connsiteY54308"/>
              </a:cxn>
              <a:cxn ang="0">
                <a:pos x="connsiteX54309" y="connsiteY54309"/>
              </a:cxn>
              <a:cxn ang="0">
                <a:pos x="connsiteX54310" y="connsiteY54310"/>
              </a:cxn>
              <a:cxn ang="0">
                <a:pos x="connsiteX54311" y="connsiteY54311"/>
              </a:cxn>
              <a:cxn ang="0">
                <a:pos x="connsiteX54312" y="connsiteY54312"/>
              </a:cxn>
              <a:cxn ang="0">
                <a:pos x="connsiteX54313" y="connsiteY54313"/>
              </a:cxn>
              <a:cxn ang="0">
                <a:pos x="connsiteX54314" y="connsiteY54314"/>
              </a:cxn>
              <a:cxn ang="0">
                <a:pos x="connsiteX54315" y="connsiteY54315"/>
              </a:cxn>
              <a:cxn ang="0">
                <a:pos x="connsiteX54316" y="connsiteY54316"/>
              </a:cxn>
              <a:cxn ang="0">
                <a:pos x="connsiteX54317" y="connsiteY54317"/>
              </a:cxn>
              <a:cxn ang="0">
                <a:pos x="connsiteX54318" y="connsiteY54318"/>
              </a:cxn>
              <a:cxn ang="0">
                <a:pos x="connsiteX54319" y="connsiteY54319"/>
              </a:cxn>
              <a:cxn ang="0">
                <a:pos x="connsiteX54320" y="connsiteY54320"/>
              </a:cxn>
              <a:cxn ang="0">
                <a:pos x="connsiteX54321" y="connsiteY54321"/>
              </a:cxn>
              <a:cxn ang="0">
                <a:pos x="connsiteX54322" y="connsiteY54322"/>
              </a:cxn>
              <a:cxn ang="0">
                <a:pos x="connsiteX54323" y="connsiteY54323"/>
              </a:cxn>
              <a:cxn ang="0">
                <a:pos x="connsiteX54324" y="connsiteY54324"/>
              </a:cxn>
              <a:cxn ang="0">
                <a:pos x="connsiteX54325" y="connsiteY54325"/>
              </a:cxn>
              <a:cxn ang="0">
                <a:pos x="connsiteX54326" y="connsiteY54326"/>
              </a:cxn>
              <a:cxn ang="0">
                <a:pos x="connsiteX54327" y="connsiteY54327"/>
              </a:cxn>
              <a:cxn ang="0">
                <a:pos x="connsiteX54328" y="connsiteY54328"/>
              </a:cxn>
              <a:cxn ang="0">
                <a:pos x="connsiteX54329" y="connsiteY54329"/>
              </a:cxn>
              <a:cxn ang="0">
                <a:pos x="connsiteX54330" y="connsiteY54330"/>
              </a:cxn>
              <a:cxn ang="0">
                <a:pos x="connsiteX54331" y="connsiteY54331"/>
              </a:cxn>
              <a:cxn ang="0">
                <a:pos x="connsiteX54332" y="connsiteY54332"/>
              </a:cxn>
              <a:cxn ang="0">
                <a:pos x="connsiteX54333" y="connsiteY54333"/>
              </a:cxn>
              <a:cxn ang="0">
                <a:pos x="connsiteX54334" y="connsiteY54334"/>
              </a:cxn>
              <a:cxn ang="0">
                <a:pos x="connsiteX54335" y="connsiteY54335"/>
              </a:cxn>
              <a:cxn ang="0">
                <a:pos x="connsiteX54336" y="connsiteY54336"/>
              </a:cxn>
              <a:cxn ang="0">
                <a:pos x="connsiteX54337" y="connsiteY54337"/>
              </a:cxn>
              <a:cxn ang="0">
                <a:pos x="connsiteX54338" y="connsiteY54338"/>
              </a:cxn>
              <a:cxn ang="0">
                <a:pos x="connsiteX54339" y="connsiteY54339"/>
              </a:cxn>
              <a:cxn ang="0">
                <a:pos x="connsiteX54340" y="connsiteY54340"/>
              </a:cxn>
              <a:cxn ang="0">
                <a:pos x="connsiteX54341" y="connsiteY54341"/>
              </a:cxn>
              <a:cxn ang="0">
                <a:pos x="connsiteX54342" y="connsiteY54342"/>
              </a:cxn>
              <a:cxn ang="0">
                <a:pos x="connsiteX54343" y="connsiteY54343"/>
              </a:cxn>
              <a:cxn ang="0">
                <a:pos x="connsiteX54344" y="connsiteY54344"/>
              </a:cxn>
              <a:cxn ang="0">
                <a:pos x="connsiteX54345" y="connsiteY54345"/>
              </a:cxn>
              <a:cxn ang="0">
                <a:pos x="connsiteX54346" y="connsiteY54346"/>
              </a:cxn>
              <a:cxn ang="0">
                <a:pos x="connsiteX54347" y="connsiteY54347"/>
              </a:cxn>
              <a:cxn ang="0">
                <a:pos x="connsiteX54348" y="connsiteY54348"/>
              </a:cxn>
              <a:cxn ang="0">
                <a:pos x="connsiteX54349" y="connsiteY54349"/>
              </a:cxn>
              <a:cxn ang="0">
                <a:pos x="connsiteX54350" y="connsiteY54350"/>
              </a:cxn>
              <a:cxn ang="0">
                <a:pos x="connsiteX54351" y="connsiteY54351"/>
              </a:cxn>
              <a:cxn ang="0">
                <a:pos x="connsiteX54352" y="connsiteY54352"/>
              </a:cxn>
              <a:cxn ang="0">
                <a:pos x="connsiteX54353" y="connsiteY54353"/>
              </a:cxn>
              <a:cxn ang="0">
                <a:pos x="connsiteX54354" y="connsiteY54354"/>
              </a:cxn>
              <a:cxn ang="0">
                <a:pos x="connsiteX54355" y="connsiteY54355"/>
              </a:cxn>
              <a:cxn ang="0">
                <a:pos x="connsiteX54356" y="connsiteY54356"/>
              </a:cxn>
              <a:cxn ang="0">
                <a:pos x="connsiteX54357" y="connsiteY54357"/>
              </a:cxn>
              <a:cxn ang="0">
                <a:pos x="connsiteX54358" y="connsiteY54358"/>
              </a:cxn>
              <a:cxn ang="0">
                <a:pos x="connsiteX54359" y="connsiteY54359"/>
              </a:cxn>
              <a:cxn ang="0">
                <a:pos x="connsiteX54360" y="connsiteY54360"/>
              </a:cxn>
              <a:cxn ang="0">
                <a:pos x="connsiteX54361" y="connsiteY54361"/>
              </a:cxn>
              <a:cxn ang="0">
                <a:pos x="connsiteX54362" y="connsiteY54362"/>
              </a:cxn>
              <a:cxn ang="0">
                <a:pos x="connsiteX54363" y="connsiteY54363"/>
              </a:cxn>
              <a:cxn ang="0">
                <a:pos x="connsiteX54364" y="connsiteY54364"/>
              </a:cxn>
              <a:cxn ang="0">
                <a:pos x="connsiteX54365" y="connsiteY54365"/>
              </a:cxn>
              <a:cxn ang="0">
                <a:pos x="connsiteX54366" y="connsiteY54366"/>
              </a:cxn>
              <a:cxn ang="0">
                <a:pos x="connsiteX54367" y="connsiteY54367"/>
              </a:cxn>
              <a:cxn ang="0">
                <a:pos x="connsiteX54368" y="connsiteY54368"/>
              </a:cxn>
              <a:cxn ang="0">
                <a:pos x="connsiteX54369" y="connsiteY54369"/>
              </a:cxn>
              <a:cxn ang="0">
                <a:pos x="connsiteX54370" y="connsiteY54370"/>
              </a:cxn>
              <a:cxn ang="0">
                <a:pos x="connsiteX54371" y="connsiteY54371"/>
              </a:cxn>
              <a:cxn ang="0">
                <a:pos x="connsiteX54372" y="connsiteY54372"/>
              </a:cxn>
              <a:cxn ang="0">
                <a:pos x="connsiteX54373" y="connsiteY54373"/>
              </a:cxn>
              <a:cxn ang="0">
                <a:pos x="connsiteX54374" y="connsiteY54374"/>
              </a:cxn>
              <a:cxn ang="0">
                <a:pos x="connsiteX54375" y="connsiteY54375"/>
              </a:cxn>
              <a:cxn ang="0">
                <a:pos x="connsiteX54376" y="connsiteY54376"/>
              </a:cxn>
              <a:cxn ang="0">
                <a:pos x="connsiteX54377" y="connsiteY54377"/>
              </a:cxn>
              <a:cxn ang="0">
                <a:pos x="connsiteX54378" y="connsiteY54378"/>
              </a:cxn>
              <a:cxn ang="0">
                <a:pos x="connsiteX54379" y="connsiteY54379"/>
              </a:cxn>
              <a:cxn ang="0">
                <a:pos x="connsiteX54380" y="connsiteY54380"/>
              </a:cxn>
              <a:cxn ang="0">
                <a:pos x="connsiteX54381" y="connsiteY54381"/>
              </a:cxn>
              <a:cxn ang="0">
                <a:pos x="connsiteX54382" y="connsiteY54382"/>
              </a:cxn>
              <a:cxn ang="0">
                <a:pos x="connsiteX54383" y="connsiteY54383"/>
              </a:cxn>
              <a:cxn ang="0">
                <a:pos x="connsiteX54384" y="connsiteY54384"/>
              </a:cxn>
              <a:cxn ang="0">
                <a:pos x="connsiteX54385" y="connsiteY54385"/>
              </a:cxn>
              <a:cxn ang="0">
                <a:pos x="connsiteX54386" y="connsiteY54386"/>
              </a:cxn>
              <a:cxn ang="0">
                <a:pos x="connsiteX54387" y="connsiteY54387"/>
              </a:cxn>
              <a:cxn ang="0">
                <a:pos x="connsiteX54388" y="connsiteY54388"/>
              </a:cxn>
              <a:cxn ang="0">
                <a:pos x="connsiteX54389" y="connsiteY54389"/>
              </a:cxn>
              <a:cxn ang="0">
                <a:pos x="connsiteX54390" y="connsiteY54390"/>
              </a:cxn>
              <a:cxn ang="0">
                <a:pos x="connsiteX54391" y="connsiteY54391"/>
              </a:cxn>
              <a:cxn ang="0">
                <a:pos x="connsiteX54392" y="connsiteY54392"/>
              </a:cxn>
              <a:cxn ang="0">
                <a:pos x="connsiteX54393" y="connsiteY54393"/>
              </a:cxn>
              <a:cxn ang="0">
                <a:pos x="connsiteX54394" y="connsiteY54394"/>
              </a:cxn>
              <a:cxn ang="0">
                <a:pos x="connsiteX54395" y="connsiteY54395"/>
              </a:cxn>
              <a:cxn ang="0">
                <a:pos x="connsiteX54396" y="connsiteY54396"/>
              </a:cxn>
              <a:cxn ang="0">
                <a:pos x="connsiteX54397" y="connsiteY54397"/>
              </a:cxn>
              <a:cxn ang="0">
                <a:pos x="connsiteX54398" y="connsiteY54398"/>
              </a:cxn>
              <a:cxn ang="0">
                <a:pos x="connsiteX54399" y="connsiteY54399"/>
              </a:cxn>
              <a:cxn ang="0">
                <a:pos x="connsiteX54400" y="connsiteY54400"/>
              </a:cxn>
              <a:cxn ang="0">
                <a:pos x="connsiteX54401" y="connsiteY54401"/>
              </a:cxn>
              <a:cxn ang="0">
                <a:pos x="connsiteX54402" y="connsiteY54402"/>
              </a:cxn>
              <a:cxn ang="0">
                <a:pos x="connsiteX54403" y="connsiteY54403"/>
              </a:cxn>
              <a:cxn ang="0">
                <a:pos x="connsiteX54404" y="connsiteY54404"/>
              </a:cxn>
              <a:cxn ang="0">
                <a:pos x="connsiteX54405" y="connsiteY54405"/>
              </a:cxn>
              <a:cxn ang="0">
                <a:pos x="connsiteX54406" y="connsiteY54406"/>
              </a:cxn>
              <a:cxn ang="0">
                <a:pos x="connsiteX54407" y="connsiteY54407"/>
              </a:cxn>
              <a:cxn ang="0">
                <a:pos x="connsiteX54408" y="connsiteY54408"/>
              </a:cxn>
              <a:cxn ang="0">
                <a:pos x="connsiteX54409" y="connsiteY54409"/>
              </a:cxn>
              <a:cxn ang="0">
                <a:pos x="connsiteX54410" y="connsiteY54410"/>
              </a:cxn>
              <a:cxn ang="0">
                <a:pos x="connsiteX54411" y="connsiteY54411"/>
              </a:cxn>
              <a:cxn ang="0">
                <a:pos x="connsiteX54412" y="connsiteY54412"/>
              </a:cxn>
              <a:cxn ang="0">
                <a:pos x="connsiteX54413" y="connsiteY54413"/>
              </a:cxn>
              <a:cxn ang="0">
                <a:pos x="connsiteX54414" y="connsiteY54414"/>
              </a:cxn>
              <a:cxn ang="0">
                <a:pos x="connsiteX54415" y="connsiteY54415"/>
              </a:cxn>
              <a:cxn ang="0">
                <a:pos x="connsiteX54416" y="connsiteY54416"/>
              </a:cxn>
              <a:cxn ang="0">
                <a:pos x="connsiteX54417" y="connsiteY54417"/>
              </a:cxn>
              <a:cxn ang="0">
                <a:pos x="connsiteX54418" y="connsiteY54418"/>
              </a:cxn>
              <a:cxn ang="0">
                <a:pos x="connsiteX54419" y="connsiteY54419"/>
              </a:cxn>
              <a:cxn ang="0">
                <a:pos x="connsiteX54420" y="connsiteY54420"/>
              </a:cxn>
              <a:cxn ang="0">
                <a:pos x="connsiteX54421" y="connsiteY54421"/>
              </a:cxn>
              <a:cxn ang="0">
                <a:pos x="connsiteX54422" y="connsiteY54422"/>
              </a:cxn>
              <a:cxn ang="0">
                <a:pos x="connsiteX54423" y="connsiteY54423"/>
              </a:cxn>
              <a:cxn ang="0">
                <a:pos x="connsiteX54424" y="connsiteY54424"/>
              </a:cxn>
              <a:cxn ang="0">
                <a:pos x="connsiteX54425" y="connsiteY54425"/>
              </a:cxn>
              <a:cxn ang="0">
                <a:pos x="connsiteX54426" y="connsiteY54426"/>
              </a:cxn>
              <a:cxn ang="0">
                <a:pos x="connsiteX54427" y="connsiteY54427"/>
              </a:cxn>
              <a:cxn ang="0">
                <a:pos x="connsiteX54428" y="connsiteY54428"/>
              </a:cxn>
              <a:cxn ang="0">
                <a:pos x="connsiteX54429" y="connsiteY54429"/>
              </a:cxn>
              <a:cxn ang="0">
                <a:pos x="connsiteX54430" y="connsiteY54430"/>
              </a:cxn>
              <a:cxn ang="0">
                <a:pos x="connsiteX54431" y="connsiteY54431"/>
              </a:cxn>
              <a:cxn ang="0">
                <a:pos x="connsiteX54432" y="connsiteY54432"/>
              </a:cxn>
              <a:cxn ang="0">
                <a:pos x="connsiteX54433" y="connsiteY54433"/>
              </a:cxn>
              <a:cxn ang="0">
                <a:pos x="connsiteX54434" y="connsiteY54434"/>
              </a:cxn>
              <a:cxn ang="0">
                <a:pos x="connsiteX54435" y="connsiteY54435"/>
              </a:cxn>
              <a:cxn ang="0">
                <a:pos x="connsiteX54436" y="connsiteY54436"/>
              </a:cxn>
              <a:cxn ang="0">
                <a:pos x="connsiteX54437" y="connsiteY54437"/>
              </a:cxn>
              <a:cxn ang="0">
                <a:pos x="connsiteX54438" y="connsiteY54438"/>
              </a:cxn>
              <a:cxn ang="0">
                <a:pos x="connsiteX54439" y="connsiteY54439"/>
              </a:cxn>
              <a:cxn ang="0">
                <a:pos x="connsiteX54440" y="connsiteY54440"/>
              </a:cxn>
              <a:cxn ang="0">
                <a:pos x="connsiteX54441" y="connsiteY54441"/>
              </a:cxn>
              <a:cxn ang="0">
                <a:pos x="connsiteX54442" y="connsiteY54442"/>
              </a:cxn>
              <a:cxn ang="0">
                <a:pos x="connsiteX54443" y="connsiteY54443"/>
              </a:cxn>
              <a:cxn ang="0">
                <a:pos x="connsiteX54444" y="connsiteY54444"/>
              </a:cxn>
              <a:cxn ang="0">
                <a:pos x="connsiteX54445" y="connsiteY54445"/>
              </a:cxn>
              <a:cxn ang="0">
                <a:pos x="connsiteX54446" y="connsiteY54446"/>
              </a:cxn>
              <a:cxn ang="0">
                <a:pos x="connsiteX54447" y="connsiteY54447"/>
              </a:cxn>
              <a:cxn ang="0">
                <a:pos x="connsiteX54448" y="connsiteY54448"/>
              </a:cxn>
              <a:cxn ang="0">
                <a:pos x="connsiteX54449" y="connsiteY54449"/>
              </a:cxn>
              <a:cxn ang="0">
                <a:pos x="connsiteX54450" y="connsiteY54450"/>
              </a:cxn>
              <a:cxn ang="0">
                <a:pos x="connsiteX54451" y="connsiteY54451"/>
              </a:cxn>
              <a:cxn ang="0">
                <a:pos x="connsiteX54452" y="connsiteY54452"/>
              </a:cxn>
              <a:cxn ang="0">
                <a:pos x="connsiteX54453" y="connsiteY54453"/>
              </a:cxn>
              <a:cxn ang="0">
                <a:pos x="connsiteX54454" y="connsiteY54454"/>
              </a:cxn>
              <a:cxn ang="0">
                <a:pos x="connsiteX54455" y="connsiteY54455"/>
              </a:cxn>
              <a:cxn ang="0">
                <a:pos x="connsiteX54456" y="connsiteY54456"/>
              </a:cxn>
              <a:cxn ang="0">
                <a:pos x="connsiteX54457" y="connsiteY54457"/>
              </a:cxn>
              <a:cxn ang="0">
                <a:pos x="connsiteX54458" y="connsiteY54458"/>
              </a:cxn>
              <a:cxn ang="0">
                <a:pos x="connsiteX54459" y="connsiteY54459"/>
              </a:cxn>
              <a:cxn ang="0">
                <a:pos x="connsiteX54460" y="connsiteY54460"/>
              </a:cxn>
              <a:cxn ang="0">
                <a:pos x="connsiteX54461" y="connsiteY54461"/>
              </a:cxn>
              <a:cxn ang="0">
                <a:pos x="connsiteX54462" y="connsiteY54462"/>
              </a:cxn>
              <a:cxn ang="0">
                <a:pos x="connsiteX54463" y="connsiteY54463"/>
              </a:cxn>
              <a:cxn ang="0">
                <a:pos x="connsiteX54464" y="connsiteY54464"/>
              </a:cxn>
              <a:cxn ang="0">
                <a:pos x="connsiteX54465" y="connsiteY54465"/>
              </a:cxn>
              <a:cxn ang="0">
                <a:pos x="connsiteX54466" y="connsiteY54466"/>
              </a:cxn>
              <a:cxn ang="0">
                <a:pos x="connsiteX54467" y="connsiteY54467"/>
              </a:cxn>
              <a:cxn ang="0">
                <a:pos x="connsiteX54468" y="connsiteY54468"/>
              </a:cxn>
              <a:cxn ang="0">
                <a:pos x="connsiteX54469" y="connsiteY54469"/>
              </a:cxn>
              <a:cxn ang="0">
                <a:pos x="connsiteX54470" y="connsiteY54470"/>
              </a:cxn>
              <a:cxn ang="0">
                <a:pos x="connsiteX54471" y="connsiteY54471"/>
              </a:cxn>
              <a:cxn ang="0">
                <a:pos x="connsiteX54472" y="connsiteY54472"/>
              </a:cxn>
              <a:cxn ang="0">
                <a:pos x="connsiteX54473" y="connsiteY54473"/>
              </a:cxn>
              <a:cxn ang="0">
                <a:pos x="connsiteX54474" y="connsiteY54474"/>
              </a:cxn>
              <a:cxn ang="0">
                <a:pos x="connsiteX54475" y="connsiteY54475"/>
              </a:cxn>
              <a:cxn ang="0">
                <a:pos x="connsiteX54476" y="connsiteY54476"/>
              </a:cxn>
              <a:cxn ang="0">
                <a:pos x="connsiteX54477" y="connsiteY54477"/>
              </a:cxn>
              <a:cxn ang="0">
                <a:pos x="connsiteX54478" y="connsiteY54478"/>
              </a:cxn>
              <a:cxn ang="0">
                <a:pos x="connsiteX54479" y="connsiteY54479"/>
              </a:cxn>
              <a:cxn ang="0">
                <a:pos x="connsiteX54480" y="connsiteY54480"/>
              </a:cxn>
              <a:cxn ang="0">
                <a:pos x="connsiteX54481" y="connsiteY54481"/>
              </a:cxn>
              <a:cxn ang="0">
                <a:pos x="connsiteX54482" y="connsiteY54482"/>
              </a:cxn>
              <a:cxn ang="0">
                <a:pos x="connsiteX54483" y="connsiteY54483"/>
              </a:cxn>
              <a:cxn ang="0">
                <a:pos x="connsiteX54484" y="connsiteY54484"/>
              </a:cxn>
              <a:cxn ang="0">
                <a:pos x="connsiteX54485" y="connsiteY54485"/>
              </a:cxn>
              <a:cxn ang="0">
                <a:pos x="connsiteX54486" y="connsiteY54486"/>
              </a:cxn>
              <a:cxn ang="0">
                <a:pos x="connsiteX54487" y="connsiteY54487"/>
              </a:cxn>
              <a:cxn ang="0">
                <a:pos x="connsiteX54488" y="connsiteY54488"/>
              </a:cxn>
              <a:cxn ang="0">
                <a:pos x="connsiteX54489" y="connsiteY54489"/>
              </a:cxn>
              <a:cxn ang="0">
                <a:pos x="connsiteX54490" y="connsiteY54490"/>
              </a:cxn>
              <a:cxn ang="0">
                <a:pos x="connsiteX54491" y="connsiteY54491"/>
              </a:cxn>
              <a:cxn ang="0">
                <a:pos x="connsiteX54492" y="connsiteY54492"/>
              </a:cxn>
              <a:cxn ang="0">
                <a:pos x="connsiteX54493" y="connsiteY54493"/>
              </a:cxn>
              <a:cxn ang="0">
                <a:pos x="connsiteX54494" y="connsiteY54494"/>
              </a:cxn>
              <a:cxn ang="0">
                <a:pos x="connsiteX54495" y="connsiteY54495"/>
              </a:cxn>
              <a:cxn ang="0">
                <a:pos x="connsiteX54496" y="connsiteY54496"/>
              </a:cxn>
              <a:cxn ang="0">
                <a:pos x="connsiteX54497" y="connsiteY54497"/>
              </a:cxn>
              <a:cxn ang="0">
                <a:pos x="connsiteX54498" y="connsiteY54498"/>
              </a:cxn>
              <a:cxn ang="0">
                <a:pos x="connsiteX54499" y="connsiteY54499"/>
              </a:cxn>
              <a:cxn ang="0">
                <a:pos x="connsiteX54500" y="connsiteY54500"/>
              </a:cxn>
              <a:cxn ang="0">
                <a:pos x="connsiteX54501" y="connsiteY54501"/>
              </a:cxn>
              <a:cxn ang="0">
                <a:pos x="connsiteX54502" y="connsiteY54502"/>
              </a:cxn>
              <a:cxn ang="0">
                <a:pos x="connsiteX54503" y="connsiteY54503"/>
              </a:cxn>
              <a:cxn ang="0">
                <a:pos x="connsiteX54504" y="connsiteY54504"/>
              </a:cxn>
              <a:cxn ang="0">
                <a:pos x="connsiteX54505" y="connsiteY54505"/>
              </a:cxn>
              <a:cxn ang="0">
                <a:pos x="connsiteX54506" y="connsiteY54506"/>
              </a:cxn>
              <a:cxn ang="0">
                <a:pos x="connsiteX54507" y="connsiteY54507"/>
              </a:cxn>
              <a:cxn ang="0">
                <a:pos x="connsiteX54508" y="connsiteY54508"/>
              </a:cxn>
              <a:cxn ang="0">
                <a:pos x="connsiteX54509" y="connsiteY54509"/>
              </a:cxn>
              <a:cxn ang="0">
                <a:pos x="connsiteX54510" y="connsiteY54510"/>
              </a:cxn>
              <a:cxn ang="0">
                <a:pos x="connsiteX54511" y="connsiteY54511"/>
              </a:cxn>
              <a:cxn ang="0">
                <a:pos x="connsiteX54512" y="connsiteY54512"/>
              </a:cxn>
              <a:cxn ang="0">
                <a:pos x="connsiteX54513" y="connsiteY54513"/>
              </a:cxn>
              <a:cxn ang="0">
                <a:pos x="connsiteX54514" y="connsiteY54514"/>
              </a:cxn>
              <a:cxn ang="0">
                <a:pos x="connsiteX54515" y="connsiteY54515"/>
              </a:cxn>
              <a:cxn ang="0">
                <a:pos x="connsiteX54516" y="connsiteY54516"/>
              </a:cxn>
              <a:cxn ang="0">
                <a:pos x="connsiteX54517" y="connsiteY54517"/>
              </a:cxn>
              <a:cxn ang="0">
                <a:pos x="connsiteX54518" y="connsiteY54518"/>
              </a:cxn>
              <a:cxn ang="0">
                <a:pos x="connsiteX54519" y="connsiteY54519"/>
              </a:cxn>
              <a:cxn ang="0">
                <a:pos x="connsiteX54520" y="connsiteY54520"/>
              </a:cxn>
              <a:cxn ang="0">
                <a:pos x="connsiteX54521" y="connsiteY54521"/>
              </a:cxn>
              <a:cxn ang="0">
                <a:pos x="connsiteX54522" y="connsiteY54522"/>
              </a:cxn>
              <a:cxn ang="0">
                <a:pos x="connsiteX54523" y="connsiteY54523"/>
              </a:cxn>
              <a:cxn ang="0">
                <a:pos x="connsiteX54524" y="connsiteY54524"/>
              </a:cxn>
              <a:cxn ang="0">
                <a:pos x="connsiteX54525" y="connsiteY54525"/>
              </a:cxn>
              <a:cxn ang="0">
                <a:pos x="connsiteX54526" y="connsiteY54526"/>
              </a:cxn>
              <a:cxn ang="0">
                <a:pos x="connsiteX54527" y="connsiteY54527"/>
              </a:cxn>
              <a:cxn ang="0">
                <a:pos x="connsiteX54528" y="connsiteY54528"/>
              </a:cxn>
              <a:cxn ang="0">
                <a:pos x="connsiteX54529" y="connsiteY54529"/>
              </a:cxn>
              <a:cxn ang="0">
                <a:pos x="connsiteX54530" y="connsiteY54530"/>
              </a:cxn>
              <a:cxn ang="0">
                <a:pos x="connsiteX54531" y="connsiteY54531"/>
              </a:cxn>
              <a:cxn ang="0">
                <a:pos x="connsiteX54532" y="connsiteY54532"/>
              </a:cxn>
              <a:cxn ang="0">
                <a:pos x="connsiteX54533" y="connsiteY54533"/>
              </a:cxn>
              <a:cxn ang="0">
                <a:pos x="connsiteX54534" y="connsiteY54534"/>
              </a:cxn>
              <a:cxn ang="0">
                <a:pos x="connsiteX54535" y="connsiteY54535"/>
              </a:cxn>
              <a:cxn ang="0">
                <a:pos x="connsiteX54536" y="connsiteY54536"/>
              </a:cxn>
              <a:cxn ang="0">
                <a:pos x="connsiteX54537" y="connsiteY54537"/>
              </a:cxn>
              <a:cxn ang="0">
                <a:pos x="connsiteX54538" y="connsiteY54538"/>
              </a:cxn>
              <a:cxn ang="0">
                <a:pos x="connsiteX54539" y="connsiteY54539"/>
              </a:cxn>
              <a:cxn ang="0">
                <a:pos x="connsiteX54540" y="connsiteY54540"/>
              </a:cxn>
              <a:cxn ang="0">
                <a:pos x="connsiteX54541" y="connsiteY54541"/>
              </a:cxn>
              <a:cxn ang="0">
                <a:pos x="connsiteX54542" y="connsiteY54542"/>
              </a:cxn>
              <a:cxn ang="0">
                <a:pos x="connsiteX54543" y="connsiteY54543"/>
              </a:cxn>
              <a:cxn ang="0">
                <a:pos x="connsiteX54544" y="connsiteY54544"/>
              </a:cxn>
              <a:cxn ang="0">
                <a:pos x="connsiteX54545" y="connsiteY54545"/>
              </a:cxn>
              <a:cxn ang="0">
                <a:pos x="connsiteX54546" y="connsiteY54546"/>
              </a:cxn>
              <a:cxn ang="0">
                <a:pos x="connsiteX54547" y="connsiteY54547"/>
              </a:cxn>
              <a:cxn ang="0">
                <a:pos x="connsiteX54548" y="connsiteY54548"/>
              </a:cxn>
              <a:cxn ang="0">
                <a:pos x="connsiteX54549" y="connsiteY54549"/>
              </a:cxn>
              <a:cxn ang="0">
                <a:pos x="connsiteX54550" y="connsiteY54550"/>
              </a:cxn>
              <a:cxn ang="0">
                <a:pos x="connsiteX54551" y="connsiteY54551"/>
              </a:cxn>
              <a:cxn ang="0">
                <a:pos x="connsiteX54552" y="connsiteY54552"/>
              </a:cxn>
              <a:cxn ang="0">
                <a:pos x="connsiteX54553" y="connsiteY54553"/>
              </a:cxn>
              <a:cxn ang="0">
                <a:pos x="connsiteX54554" y="connsiteY54554"/>
              </a:cxn>
              <a:cxn ang="0">
                <a:pos x="connsiteX54555" y="connsiteY54555"/>
              </a:cxn>
              <a:cxn ang="0">
                <a:pos x="connsiteX54556" y="connsiteY54556"/>
              </a:cxn>
              <a:cxn ang="0">
                <a:pos x="connsiteX54557" y="connsiteY54557"/>
              </a:cxn>
              <a:cxn ang="0">
                <a:pos x="connsiteX54558" y="connsiteY54558"/>
              </a:cxn>
              <a:cxn ang="0">
                <a:pos x="connsiteX54559" y="connsiteY54559"/>
              </a:cxn>
              <a:cxn ang="0">
                <a:pos x="connsiteX54560" y="connsiteY54560"/>
              </a:cxn>
              <a:cxn ang="0">
                <a:pos x="connsiteX54561" y="connsiteY54561"/>
              </a:cxn>
              <a:cxn ang="0">
                <a:pos x="connsiteX54562" y="connsiteY54562"/>
              </a:cxn>
              <a:cxn ang="0">
                <a:pos x="connsiteX54563" y="connsiteY54563"/>
              </a:cxn>
              <a:cxn ang="0">
                <a:pos x="connsiteX54564" y="connsiteY54564"/>
              </a:cxn>
              <a:cxn ang="0">
                <a:pos x="connsiteX54565" y="connsiteY54565"/>
              </a:cxn>
              <a:cxn ang="0">
                <a:pos x="connsiteX54566" y="connsiteY54566"/>
              </a:cxn>
              <a:cxn ang="0">
                <a:pos x="connsiteX54567" y="connsiteY54567"/>
              </a:cxn>
              <a:cxn ang="0">
                <a:pos x="connsiteX54568" y="connsiteY54568"/>
              </a:cxn>
              <a:cxn ang="0">
                <a:pos x="connsiteX54569" y="connsiteY54569"/>
              </a:cxn>
              <a:cxn ang="0">
                <a:pos x="connsiteX54570" y="connsiteY54570"/>
              </a:cxn>
              <a:cxn ang="0">
                <a:pos x="connsiteX54571" y="connsiteY54571"/>
              </a:cxn>
              <a:cxn ang="0">
                <a:pos x="connsiteX54572" y="connsiteY54572"/>
              </a:cxn>
              <a:cxn ang="0">
                <a:pos x="connsiteX54573" y="connsiteY54573"/>
              </a:cxn>
              <a:cxn ang="0">
                <a:pos x="connsiteX54574" y="connsiteY54574"/>
              </a:cxn>
              <a:cxn ang="0">
                <a:pos x="connsiteX54575" y="connsiteY54575"/>
              </a:cxn>
              <a:cxn ang="0">
                <a:pos x="connsiteX54576" y="connsiteY54576"/>
              </a:cxn>
              <a:cxn ang="0">
                <a:pos x="connsiteX54577" y="connsiteY54577"/>
              </a:cxn>
              <a:cxn ang="0">
                <a:pos x="connsiteX54578" y="connsiteY54578"/>
              </a:cxn>
              <a:cxn ang="0">
                <a:pos x="connsiteX54579" y="connsiteY54579"/>
              </a:cxn>
              <a:cxn ang="0">
                <a:pos x="connsiteX54580" y="connsiteY54580"/>
              </a:cxn>
              <a:cxn ang="0">
                <a:pos x="connsiteX54581" y="connsiteY54581"/>
              </a:cxn>
              <a:cxn ang="0">
                <a:pos x="connsiteX54582" y="connsiteY54582"/>
              </a:cxn>
              <a:cxn ang="0">
                <a:pos x="connsiteX54583" y="connsiteY54583"/>
              </a:cxn>
              <a:cxn ang="0">
                <a:pos x="connsiteX54584" y="connsiteY54584"/>
              </a:cxn>
              <a:cxn ang="0">
                <a:pos x="connsiteX54585" y="connsiteY54585"/>
              </a:cxn>
              <a:cxn ang="0">
                <a:pos x="connsiteX54586" y="connsiteY54586"/>
              </a:cxn>
              <a:cxn ang="0">
                <a:pos x="connsiteX54587" y="connsiteY54587"/>
              </a:cxn>
              <a:cxn ang="0">
                <a:pos x="connsiteX54588" y="connsiteY54588"/>
              </a:cxn>
              <a:cxn ang="0">
                <a:pos x="connsiteX54589" y="connsiteY54589"/>
              </a:cxn>
              <a:cxn ang="0">
                <a:pos x="connsiteX54590" y="connsiteY54590"/>
              </a:cxn>
              <a:cxn ang="0">
                <a:pos x="connsiteX54591" y="connsiteY54591"/>
              </a:cxn>
              <a:cxn ang="0">
                <a:pos x="connsiteX54592" y="connsiteY54592"/>
              </a:cxn>
              <a:cxn ang="0">
                <a:pos x="connsiteX54593" y="connsiteY54593"/>
              </a:cxn>
              <a:cxn ang="0">
                <a:pos x="connsiteX54594" y="connsiteY54594"/>
              </a:cxn>
              <a:cxn ang="0">
                <a:pos x="connsiteX54595" y="connsiteY54595"/>
              </a:cxn>
              <a:cxn ang="0">
                <a:pos x="connsiteX54596" y="connsiteY54596"/>
              </a:cxn>
              <a:cxn ang="0">
                <a:pos x="connsiteX54597" y="connsiteY54597"/>
              </a:cxn>
              <a:cxn ang="0">
                <a:pos x="connsiteX54598" y="connsiteY54598"/>
              </a:cxn>
              <a:cxn ang="0">
                <a:pos x="connsiteX54599" y="connsiteY54599"/>
              </a:cxn>
              <a:cxn ang="0">
                <a:pos x="connsiteX54600" y="connsiteY54600"/>
              </a:cxn>
              <a:cxn ang="0">
                <a:pos x="connsiteX54601" y="connsiteY54601"/>
              </a:cxn>
              <a:cxn ang="0">
                <a:pos x="connsiteX54602" y="connsiteY54602"/>
              </a:cxn>
              <a:cxn ang="0">
                <a:pos x="connsiteX54603" y="connsiteY54603"/>
              </a:cxn>
              <a:cxn ang="0">
                <a:pos x="connsiteX54604" y="connsiteY54604"/>
              </a:cxn>
              <a:cxn ang="0">
                <a:pos x="connsiteX54605" y="connsiteY54605"/>
              </a:cxn>
              <a:cxn ang="0">
                <a:pos x="connsiteX54606" y="connsiteY54606"/>
              </a:cxn>
              <a:cxn ang="0">
                <a:pos x="connsiteX54607" y="connsiteY54607"/>
              </a:cxn>
              <a:cxn ang="0">
                <a:pos x="connsiteX54608" y="connsiteY54608"/>
              </a:cxn>
              <a:cxn ang="0">
                <a:pos x="connsiteX54609" y="connsiteY54609"/>
              </a:cxn>
              <a:cxn ang="0">
                <a:pos x="connsiteX54610" y="connsiteY54610"/>
              </a:cxn>
              <a:cxn ang="0">
                <a:pos x="connsiteX54611" y="connsiteY54611"/>
              </a:cxn>
              <a:cxn ang="0">
                <a:pos x="connsiteX54612" y="connsiteY54612"/>
              </a:cxn>
              <a:cxn ang="0">
                <a:pos x="connsiteX54613" y="connsiteY54613"/>
              </a:cxn>
              <a:cxn ang="0">
                <a:pos x="connsiteX54614" y="connsiteY54614"/>
              </a:cxn>
              <a:cxn ang="0">
                <a:pos x="connsiteX54615" y="connsiteY54615"/>
              </a:cxn>
              <a:cxn ang="0">
                <a:pos x="connsiteX54616" y="connsiteY54616"/>
              </a:cxn>
              <a:cxn ang="0">
                <a:pos x="connsiteX54617" y="connsiteY54617"/>
              </a:cxn>
              <a:cxn ang="0">
                <a:pos x="connsiteX54618" y="connsiteY54618"/>
              </a:cxn>
              <a:cxn ang="0">
                <a:pos x="connsiteX54619" y="connsiteY54619"/>
              </a:cxn>
              <a:cxn ang="0">
                <a:pos x="connsiteX54620" y="connsiteY54620"/>
              </a:cxn>
              <a:cxn ang="0">
                <a:pos x="connsiteX54621" y="connsiteY54621"/>
              </a:cxn>
              <a:cxn ang="0">
                <a:pos x="connsiteX54622" y="connsiteY54622"/>
              </a:cxn>
              <a:cxn ang="0">
                <a:pos x="connsiteX54623" y="connsiteY54623"/>
              </a:cxn>
              <a:cxn ang="0">
                <a:pos x="connsiteX54624" y="connsiteY54624"/>
              </a:cxn>
              <a:cxn ang="0">
                <a:pos x="connsiteX54625" y="connsiteY54625"/>
              </a:cxn>
              <a:cxn ang="0">
                <a:pos x="connsiteX54626" y="connsiteY54626"/>
              </a:cxn>
              <a:cxn ang="0">
                <a:pos x="connsiteX54627" y="connsiteY54627"/>
              </a:cxn>
              <a:cxn ang="0">
                <a:pos x="connsiteX54628" y="connsiteY54628"/>
              </a:cxn>
              <a:cxn ang="0">
                <a:pos x="connsiteX54629" y="connsiteY54629"/>
              </a:cxn>
              <a:cxn ang="0">
                <a:pos x="connsiteX54630" y="connsiteY54630"/>
              </a:cxn>
              <a:cxn ang="0">
                <a:pos x="connsiteX54631" y="connsiteY54631"/>
              </a:cxn>
              <a:cxn ang="0">
                <a:pos x="connsiteX54632" y="connsiteY54632"/>
              </a:cxn>
              <a:cxn ang="0">
                <a:pos x="connsiteX54633" y="connsiteY54633"/>
              </a:cxn>
              <a:cxn ang="0">
                <a:pos x="connsiteX54634" y="connsiteY54634"/>
              </a:cxn>
              <a:cxn ang="0">
                <a:pos x="connsiteX54635" y="connsiteY54635"/>
              </a:cxn>
              <a:cxn ang="0">
                <a:pos x="connsiteX54636" y="connsiteY54636"/>
              </a:cxn>
              <a:cxn ang="0">
                <a:pos x="connsiteX54637" y="connsiteY54637"/>
              </a:cxn>
              <a:cxn ang="0">
                <a:pos x="connsiteX54638" y="connsiteY54638"/>
              </a:cxn>
              <a:cxn ang="0">
                <a:pos x="connsiteX54639" y="connsiteY54639"/>
              </a:cxn>
              <a:cxn ang="0">
                <a:pos x="connsiteX54640" y="connsiteY54640"/>
              </a:cxn>
              <a:cxn ang="0">
                <a:pos x="connsiteX54641" y="connsiteY54641"/>
              </a:cxn>
              <a:cxn ang="0">
                <a:pos x="connsiteX54642" y="connsiteY54642"/>
              </a:cxn>
              <a:cxn ang="0">
                <a:pos x="connsiteX54643" y="connsiteY54643"/>
              </a:cxn>
              <a:cxn ang="0">
                <a:pos x="connsiteX54644" y="connsiteY54644"/>
              </a:cxn>
              <a:cxn ang="0">
                <a:pos x="connsiteX54645" y="connsiteY54645"/>
              </a:cxn>
              <a:cxn ang="0">
                <a:pos x="connsiteX54646" y="connsiteY54646"/>
              </a:cxn>
              <a:cxn ang="0">
                <a:pos x="connsiteX54647" y="connsiteY54647"/>
              </a:cxn>
              <a:cxn ang="0">
                <a:pos x="connsiteX54648" y="connsiteY54648"/>
              </a:cxn>
              <a:cxn ang="0">
                <a:pos x="connsiteX54649" y="connsiteY54649"/>
              </a:cxn>
              <a:cxn ang="0">
                <a:pos x="connsiteX54650" y="connsiteY54650"/>
              </a:cxn>
              <a:cxn ang="0">
                <a:pos x="connsiteX54651" y="connsiteY54651"/>
              </a:cxn>
              <a:cxn ang="0">
                <a:pos x="connsiteX54652" y="connsiteY54652"/>
              </a:cxn>
              <a:cxn ang="0">
                <a:pos x="connsiteX54653" y="connsiteY54653"/>
              </a:cxn>
              <a:cxn ang="0">
                <a:pos x="connsiteX54654" y="connsiteY54654"/>
              </a:cxn>
              <a:cxn ang="0">
                <a:pos x="connsiteX54655" y="connsiteY54655"/>
              </a:cxn>
              <a:cxn ang="0">
                <a:pos x="connsiteX54656" y="connsiteY54656"/>
              </a:cxn>
              <a:cxn ang="0">
                <a:pos x="connsiteX54657" y="connsiteY54657"/>
              </a:cxn>
              <a:cxn ang="0">
                <a:pos x="connsiteX54658" y="connsiteY54658"/>
              </a:cxn>
              <a:cxn ang="0">
                <a:pos x="connsiteX54659" y="connsiteY54659"/>
              </a:cxn>
              <a:cxn ang="0">
                <a:pos x="connsiteX54660" y="connsiteY54660"/>
              </a:cxn>
              <a:cxn ang="0">
                <a:pos x="connsiteX54661" y="connsiteY54661"/>
              </a:cxn>
              <a:cxn ang="0">
                <a:pos x="connsiteX54662" y="connsiteY54662"/>
              </a:cxn>
              <a:cxn ang="0">
                <a:pos x="connsiteX54663" y="connsiteY54663"/>
              </a:cxn>
              <a:cxn ang="0">
                <a:pos x="connsiteX54664" y="connsiteY54664"/>
              </a:cxn>
              <a:cxn ang="0">
                <a:pos x="connsiteX54665" y="connsiteY54665"/>
              </a:cxn>
              <a:cxn ang="0">
                <a:pos x="connsiteX54666" y="connsiteY54666"/>
              </a:cxn>
              <a:cxn ang="0">
                <a:pos x="connsiteX54667" y="connsiteY54667"/>
              </a:cxn>
              <a:cxn ang="0">
                <a:pos x="connsiteX54668" y="connsiteY54668"/>
              </a:cxn>
              <a:cxn ang="0">
                <a:pos x="connsiteX54669" y="connsiteY54669"/>
              </a:cxn>
              <a:cxn ang="0">
                <a:pos x="connsiteX54670" y="connsiteY54670"/>
              </a:cxn>
              <a:cxn ang="0">
                <a:pos x="connsiteX54671" y="connsiteY54671"/>
              </a:cxn>
              <a:cxn ang="0">
                <a:pos x="connsiteX54672" y="connsiteY54672"/>
              </a:cxn>
              <a:cxn ang="0">
                <a:pos x="connsiteX54673" y="connsiteY54673"/>
              </a:cxn>
              <a:cxn ang="0">
                <a:pos x="connsiteX54674" y="connsiteY54674"/>
              </a:cxn>
              <a:cxn ang="0">
                <a:pos x="connsiteX54675" y="connsiteY54675"/>
              </a:cxn>
              <a:cxn ang="0">
                <a:pos x="connsiteX54676" y="connsiteY54676"/>
              </a:cxn>
              <a:cxn ang="0">
                <a:pos x="connsiteX54677" y="connsiteY54677"/>
              </a:cxn>
              <a:cxn ang="0">
                <a:pos x="connsiteX54678" y="connsiteY54678"/>
              </a:cxn>
              <a:cxn ang="0">
                <a:pos x="connsiteX54679" y="connsiteY54679"/>
              </a:cxn>
              <a:cxn ang="0">
                <a:pos x="connsiteX54680" y="connsiteY54680"/>
              </a:cxn>
              <a:cxn ang="0">
                <a:pos x="connsiteX54681" y="connsiteY54681"/>
              </a:cxn>
              <a:cxn ang="0">
                <a:pos x="connsiteX54682" y="connsiteY54682"/>
              </a:cxn>
              <a:cxn ang="0">
                <a:pos x="connsiteX54683" y="connsiteY54683"/>
              </a:cxn>
              <a:cxn ang="0">
                <a:pos x="connsiteX54684" y="connsiteY54684"/>
              </a:cxn>
              <a:cxn ang="0">
                <a:pos x="connsiteX54685" y="connsiteY54685"/>
              </a:cxn>
              <a:cxn ang="0">
                <a:pos x="connsiteX54686" y="connsiteY54686"/>
              </a:cxn>
              <a:cxn ang="0">
                <a:pos x="connsiteX54687" y="connsiteY54687"/>
              </a:cxn>
              <a:cxn ang="0">
                <a:pos x="connsiteX54688" y="connsiteY54688"/>
              </a:cxn>
              <a:cxn ang="0">
                <a:pos x="connsiteX54689" y="connsiteY54689"/>
              </a:cxn>
              <a:cxn ang="0">
                <a:pos x="connsiteX54690" y="connsiteY54690"/>
              </a:cxn>
              <a:cxn ang="0">
                <a:pos x="connsiteX54691" y="connsiteY54691"/>
              </a:cxn>
              <a:cxn ang="0">
                <a:pos x="connsiteX54692" y="connsiteY54692"/>
              </a:cxn>
              <a:cxn ang="0">
                <a:pos x="connsiteX54693" y="connsiteY54693"/>
              </a:cxn>
              <a:cxn ang="0">
                <a:pos x="connsiteX54694" y="connsiteY54694"/>
              </a:cxn>
              <a:cxn ang="0">
                <a:pos x="connsiteX54695" y="connsiteY54695"/>
              </a:cxn>
              <a:cxn ang="0">
                <a:pos x="connsiteX54696" y="connsiteY54696"/>
              </a:cxn>
              <a:cxn ang="0">
                <a:pos x="connsiteX54697" y="connsiteY54697"/>
              </a:cxn>
              <a:cxn ang="0">
                <a:pos x="connsiteX54698" y="connsiteY54698"/>
              </a:cxn>
              <a:cxn ang="0">
                <a:pos x="connsiteX54699" y="connsiteY54699"/>
              </a:cxn>
              <a:cxn ang="0">
                <a:pos x="connsiteX54700" y="connsiteY54700"/>
              </a:cxn>
              <a:cxn ang="0">
                <a:pos x="connsiteX54701" y="connsiteY54701"/>
              </a:cxn>
              <a:cxn ang="0">
                <a:pos x="connsiteX54702" y="connsiteY54702"/>
              </a:cxn>
              <a:cxn ang="0">
                <a:pos x="connsiteX54703" y="connsiteY54703"/>
              </a:cxn>
              <a:cxn ang="0">
                <a:pos x="connsiteX54704" y="connsiteY54704"/>
              </a:cxn>
              <a:cxn ang="0">
                <a:pos x="connsiteX54705" y="connsiteY54705"/>
              </a:cxn>
              <a:cxn ang="0">
                <a:pos x="connsiteX54706" y="connsiteY54706"/>
              </a:cxn>
              <a:cxn ang="0">
                <a:pos x="connsiteX54707" y="connsiteY54707"/>
              </a:cxn>
              <a:cxn ang="0">
                <a:pos x="connsiteX54708" y="connsiteY54708"/>
              </a:cxn>
              <a:cxn ang="0">
                <a:pos x="connsiteX54709" y="connsiteY54709"/>
              </a:cxn>
              <a:cxn ang="0">
                <a:pos x="connsiteX54710" y="connsiteY54710"/>
              </a:cxn>
              <a:cxn ang="0">
                <a:pos x="connsiteX54711" y="connsiteY54711"/>
              </a:cxn>
              <a:cxn ang="0">
                <a:pos x="connsiteX54712" y="connsiteY54712"/>
              </a:cxn>
              <a:cxn ang="0">
                <a:pos x="connsiteX54713" y="connsiteY54713"/>
              </a:cxn>
              <a:cxn ang="0">
                <a:pos x="connsiteX54714" y="connsiteY54714"/>
              </a:cxn>
              <a:cxn ang="0">
                <a:pos x="connsiteX54715" y="connsiteY54715"/>
              </a:cxn>
              <a:cxn ang="0">
                <a:pos x="connsiteX54716" y="connsiteY54716"/>
              </a:cxn>
              <a:cxn ang="0">
                <a:pos x="connsiteX54717" y="connsiteY54717"/>
              </a:cxn>
              <a:cxn ang="0">
                <a:pos x="connsiteX54718" y="connsiteY54718"/>
              </a:cxn>
              <a:cxn ang="0">
                <a:pos x="connsiteX54719" y="connsiteY54719"/>
              </a:cxn>
              <a:cxn ang="0">
                <a:pos x="connsiteX54720" y="connsiteY54720"/>
              </a:cxn>
              <a:cxn ang="0">
                <a:pos x="connsiteX54721" y="connsiteY54721"/>
              </a:cxn>
              <a:cxn ang="0">
                <a:pos x="connsiteX54722" y="connsiteY54722"/>
              </a:cxn>
              <a:cxn ang="0">
                <a:pos x="connsiteX54723" y="connsiteY54723"/>
              </a:cxn>
              <a:cxn ang="0">
                <a:pos x="connsiteX54724" y="connsiteY54724"/>
              </a:cxn>
              <a:cxn ang="0">
                <a:pos x="connsiteX54725" y="connsiteY54725"/>
              </a:cxn>
              <a:cxn ang="0">
                <a:pos x="connsiteX54726" y="connsiteY54726"/>
              </a:cxn>
              <a:cxn ang="0">
                <a:pos x="connsiteX54727" y="connsiteY54727"/>
              </a:cxn>
              <a:cxn ang="0">
                <a:pos x="connsiteX54728" y="connsiteY54728"/>
              </a:cxn>
              <a:cxn ang="0">
                <a:pos x="connsiteX54729" y="connsiteY54729"/>
              </a:cxn>
              <a:cxn ang="0">
                <a:pos x="connsiteX54730" y="connsiteY54730"/>
              </a:cxn>
              <a:cxn ang="0">
                <a:pos x="connsiteX54731" y="connsiteY54731"/>
              </a:cxn>
              <a:cxn ang="0">
                <a:pos x="connsiteX54732" y="connsiteY54732"/>
              </a:cxn>
              <a:cxn ang="0">
                <a:pos x="connsiteX54733" y="connsiteY54733"/>
              </a:cxn>
              <a:cxn ang="0">
                <a:pos x="connsiteX54734" y="connsiteY54734"/>
              </a:cxn>
              <a:cxn ang="0">
                <a:pos x="connsiteX54735" y="connsiteY54735"/>
              </a:cxn>
              <a:cxn ang="0">
                <a:pos x="connsiteX54736" y="connsiteY54736"/>
              </a:cxn>
              <a:cxn ang="0">
                <a:pos x="connsiteX54737" y="connsiteY54737"/>
              </a:cxn>
              <a:cxn ang="0">
                <a:pos x="connsiteX54738" y="connsiteY54738"/>
              </a:cxn>
              <a:cxn ang="0">
                <a:pos x="connsiteX54739" y="connsiteY54739"/>
              </a:cxn>
              <a:cxn ang="0">
                <a:pos x="connsiteX54740" y="connsiteY54740"/>
              </a:cxn>
              <a:cxn ang="0">
                <a:pos x="connsiteX54741" y="connsiteY54741"/>
              </a:cxn>
              <a:cxn ang="0">
                <a:pos x="connsiteX54742" y="connsiteY54742"/>
              </a:cxn>
              <a:cxn ang="0">
                <a:pos x="connsiteX54743" y="connsiteY54743"/>
              </a:cxn>
              <a:cxn ang="0">
                <a:pos x="connsiteX54744" y="connsiteY54744"/>
              </a:cxn>
              <a:cxn ang="0">
                <a:pos x="connsiteX54745" y="connsiteY54745"/>
              </a:cxn>
              <a:cxn ang="0">
                <a:pos x="connsiteX54746" y="connsiteY54746"/>
              </a:cxn>
              <a:cxn ang="0">
                <a:pos x="connsiteX54747" y="connsiteY54747"/>
              </a:cxn>
              <a:cxn ang="0">
                <a:pos x="connsiteX54748" y="connsiteY54748"/>
              </a:cxn>
              <a:cxn ang="0">
                <a:pos x="connsiteX54749" y="connsiteY54749"/>
              </a:cxn>
              <a:cxn ang="0">
                <a:pos x="connsiteX54750" y="connsiteY54750"/>
              </a:cxn>
              <a:cxn ang="0">
                <a:pos x="connsiteX54751" y="connsiteY54751"/>
              </a:cxn>
              <a:cxn ang="0">
                <a:pos x="connsiteX54752" y="connsiteY54752"/>
              </a:cxn>
              <a:cxn ang="0">
                <a:pos x="connsiteX54753" y="connsiteY54753"/>
              </a:cxn>
              <a:cxn ang="0">
                <a:pos x="connsiteX54754" y="connsiteY54754"/>
              </a:cxn>
              <a:cxn ang="0">
                <a:pos x="connsiteX54755" y="connsiteY54755"/>
              </a:cxn>
              <a:cxn ang="0">
                <a:pos x="connsiteX54756" y="connsiteY54756"/>
              </a:cxn>
              <a:cxn ang="0">
                <a:pos x="connsiteX54757" y="connsiteY54757"/>
              </a:cxn>
              <a:cxn ang="0">
                <a:pos x="connsiteX54758" y="connsiteY54758"/>
              </a:cxn>
              <a:cxn ang="0">
                <a:pos x="connsiteX54759" y="connsiteY54759"/>
              </a:cxn>
              <a:cxn ang="0">
                <a:pos x="connsiteX54760" y="connsiteY54760"/>
              </a:cxn>
              <a:cxn ang="0">
                <a:pos x="connsiteX54761" y="connsiteY54761"/>
              </a:cxn>
              <a:cxn ang="0">
                <a:pos x="connsiteX54762" y="connsiteY54762"/>
              </a:cxn>
              <a:cxn ang="0">
                <a:pos x="connsiteX54763" y="connsiteY54763"/>
              </a:cxn>
              <a:cxn ang="0">
                <a:pos x="connsiteX54764" y="connsiteY54764"/>
              </a:cxn>
              <a:cxn ang="0">
                <a:pos x="connsiteX54765" y="connsiteY54765"/>
              </a:cxn>
              <a:cxn ang="0">
                <a:pos x="connsiteX54766" y="connsiteY54766"/>
              </a:cxn>
              <a:cxn ang="0">
                <a:pos x="connsiteX54767" y="connsiteY54767"/>
              </a:cxn>
              <a:cxn ang="0">
                <a:pos x="connsiteX54768" y="connsiteY54768"/>
              </a:cxn>
              <a:cxn ang="0">
                <a:pos x="connsiteX54769" y="connsiteY54769"/>
              </a:cxn>
              <a:cxn ang="0">
                <a:pos x="connsiteX54770" y="connsiteY54770"/>
              </a:cxn>
              <a:cxn ang="0">
                <a:pos x="connsiteX54771" y="connsiteY54771"/>
              </a:cxn>
              <a:cxn ang="0">
                <a:pos x="connsiteX54772" y="connsiteY54772"/>
              </a:cxn>
              <a:cxn ang="0">
                <a:pos x="connsiteX54773" y="connsiteY54773"/>
              </a:cxn>
              <a:cxn ang="0">
                <a:pos x="connsiteX54774" y="connsiteY54774"/>
              </a:cxn>
              <a:cxn ang="0">
                <a:pos x="connsiteX54775" y="connsiteY54775"/>
              </a:cxn>
              <a:cxn ang="0">
                <a:pos x="connsiteX54776" y="connsiteY54776"/>
              </a:cxn>
              <a:cxn ang="0">
                <a:pos x="connsiteX54777" y="connsiteY54777"/>
              </a:cxn>
              <a:cxn ang="0">
                <a:pos x="connsiteX54778" y="connsiteY54778"/>
              </a:cxn>
              <a:cxn ang="0">
                <a:pos x="connsiteX54779" y="connsiteY54779"/>
              </a:cxn>
              <a:cxn ang="0">
                <a:pos x="connsiteX54780" y="connsiteY54780"/>
              </a:cxn>
              <a:cxn ang="0">
                <a:pos x="connsiteX54781" y="connsiteY54781"/>
              </a:cxn>
              <a:cxn ang="0">
                <a:pos x="connsiteX54782" y="connsiteY54782"/>
              </a:cxn>
              <a:cxn ang="0">
                <a:pos x="connsiteX54783" y="connsiteY54783"/>
              </a:cxn>
              <a:cxn ang="0">
                <a:pos x="connsiteX54784" y="connsiteY54784"/>
              </a:cxn>
              <a:cxn ang="0">
                <a:pos x="connsiteX54785" y="connsiteY54785"/>
              </a:cxn>
              <a:cxn ang="0">
                <a:pos x="connsiteX54786" y="connsiteY54786"/>
              </a:cxn>
              <a:cxn ang="0">
                <a:pos x="connsiteX54787" y="connsiteY54787"/>
              </a:cxn>
              <a:cxn ang="0">
                <a:pos x="connsiteX54788" y="connsiteY54788"/>
              </a:cxn>
              <a:cxn ang="0">
                <a:pos x="connsiteX54789" y="connsiteY54789"/>
              </a:cxn>
              <a:cxn ang="0">
                <a:pos x="connsiteX54790" y="connsiteY54790"/>
              </a:cxn>
              <a:cxn ang="0">
                <a:pos x="connsiteX54791" y="connsiteY54791"/>
              </a:cxn>
              <a:cxn ang="0">
                <a:pos x="connsiteX54792" y="connsiteY54792"/>
              </a:cxn>
              <a:cxn ang="0">
                <a:pos x="connsiteX54793" y="connsiteY54793"/>
              </a:cxn>
              <a:cxn ang="0">
                <a:pos x="connsiteX54794" y="connsiteY54794"/>
              </a:cxn>
              <a:cxn ang="0">
                <a:pos x="connsiteX54795" y="connsiteY54795"/>
              </a:cxn>
              <a:cxn ang="0">
                <a:pos x="connsiteX54796" y="connsiteY54796"/>
              </a:cxn>
              <a:cxn ang="0">
                <a:pos x="connsiteX54797" y="connsiteY54797"/>
              </a:cxn>
              <a:cxn ang="0">
                <a:pos x="connsiteX54798" y="connsiteY54798"/>
              </a:cxn>
              <a:cxn ang="0">
                <a:pos x="connsiteX54799" y="connsiteY54799"/>
              </a:cxn>
              <a:cxn ang="0">
                <a:pos x="connsiteX54800" y="connsiteY54800"/>
              </a:cxn>
              <a:cxn ang="0">
                <a:pos x="connsiteX54801" y="connsiteY54801"/>
              </a:cxn>
              <a:cxn ang="0">
                <a:pos x="connsiteX54802" y="connsiteY54802"/>
              </a:cxn>
              <a:cxn ang="0">
                <a:pos x="connsiteX54803" y="connsiteY54803"/>
              </a:cxn>
              <a:cxn ang="0">
                <a:pos x="connsiteX54804" y="connsiteY54804"/>
              </a:cxn>
              <a:cxn ang="0">
                <a:pos x="connsiteX54805" y="connsiteY54805"/>
              </a:cxn>
              <a:cxn ang="0">
                <a:pos x="connsiteX54806" y="connsiteY54806"/>
              </a:cxn>
              <a:cxn ang="0">
                <a:pos x="connsiteX54807" y="connsiteY54807"/>
              </a:cxn>
              <a:cxn ang="0">
                <a:pos x="connsiteX54808" y="connsiteY54808"/>
              </a:cxn>
              <a:cxn ang="0">
                <a:pos x="connsiteX54809" y="connsiteY54809"/>
              </a:cxn>
              <a:cxn ang="0">
                <a:pos x="connsiteX54810" y="connsiteY54810"/>
              </a:cxn>
              <a:cxn ang="0">
                <a:pos x="connsiteX54811" y="connsiteY54811"/>
              </a:cxn>
              <a:cxn ang="0">
                <a:pos x="connsiteX54812" y="connsiteY54812"/>
              </a:cxn>
              <a:cxn ang="0">
                <a:pos x="connsiteX54813" y="connsiteY54813"/>
              </a:cxn>
              <a:cxn ang="0">
                <a:pos x="connsiteX54814" y="connsiteY54814"/>
              </a:cxn>
              <a:cxn ang="0">
                <a:pos x="connsiteX54815" y="connsiteY54815"/>
              </a:cxn>
              <a:cxn ang="0">
                <a:pos x="connsiteX54816" y="connsiteY54816"/>
              </a:cxn>
              <a:cxn ang="0">
                <a:pos x="connsiteX54817" y="connsiteY54817"/>
              </a:cxn>
              <a:cxn ang="0">
                <a:pos x="connsiteX54818" y="connsiteY54818"/>
              </a:cxn>
              <a:cxn ang="0">
                <a:pos x="connsiteX54819" y="connsiteY54819"/>
              </a:cxn>
              <a:cxn ang="0">
                <a:pos x="connsiteX54820" y="connsiteY54820"/>
              </a:cxn>
              <a:cxn ang="0">
                <a:pos x="connsiteX54821" y="connsiteY54821"/>
              </a:cxn>
              <a:cxn ang="0">
                <a:pos x="connsiteX54822" y="connsiteY54822"/>
              </a:cxn>
              <a:cxn ang="0">
                <a:pos x="connsiteX54823" y="connsiteY54823"/>
              </a:cxn>
              <a:cxn ang="0">
                <a:pos x="connsiteX54824" y="connsiteY54824"/>
              </a:cxn>
              <a:cxn ang="0">
                <a:pos x="connsiteX54825" y="connsiteY54825"/>
              </a:cxn>
              <a:cxn ang="0">
                <a:pos x="connsiteX54826" y="connsiteY54826"/>
              </a:cxn>
              <a:cxn ang="0">
                <a:pos x="connsiteX54827" y="connsiteY54827"/>
              </a:cxn>
              <a:cxn ang="0">
                <a:pos x="connsiteX54828" y="connsiteY54828"/>
              </a:cxn>
              <a:cxn ang="0">
                <a:pos x="connsiteX54829" y="connsiteY54829"/>
              </a:cxn>
              <a:cxn ang="0">
                <a:pos x="connsiteX54830" y="connsiteY54830"/>
              </a:cxn>
              <a:cxn ang="0">
                <a:pos x="connsiteX54831" y="connsiteY54831"/>
              </a:cxn>
              <a:cxn ang="0">
                <a:pos x="connsiteX54832" y="connsiteY54832"/>
              </a:cxn>
              <a:cxn ang="0">
                <a:pos x="connsiteX54833" y="connsiteY54833"/>
              </a:cxn>
              <a:cxn ang="0">
                <a:pos x="connsiteX54834" y="connsiteY54834"/>
              </a:cxn>
              <a:cxn ang="0">
                <a:pos x="connsiteX54835" y="connsiteY54835"/>
              </a:cxn>
              <a:cxn ang="0">
                <a:pos x="connsiteX54836" y="connsiteY54836"/>
              </a:cxn>
              <a:cxn ang="0">
                <a:pos x="connsiteX54837" y="connsiteY54837"/>
              </a:cxn>
              <a:cxn ang="0">
                <a:pos x="connsiteX54838" y="connsiteY54838"/>
              </a:cxn>
              <a:cxn ang="0">
                <a:pos x="connsiteX54839" y="connsiteY54839"/>
              </a:cxn>
              <a:cxn ang="0">
                <a:pos x="connsiteX54840" y="connsiteY54840"/>
              </a:cxn>
              <a:cxn ang="0">
                <a:pos x="connsiteX54841" y="connsiteY54841"/>
              </a:cxn>
              <a:cxn ang="0">
                <a:pos x="connsiteX54842" y="connsiteY54842"/>
              </a:cxn>
              <a:cxn ang="0">
                <a:pos x="connsiteX54843" y="connsiteY54843"/>
              </a:cxn>
              <a:cxn ang="0">
                <a:pos x="connsiteX54844" y="connsiteY54844"/>
              </a:cxn>
              <a:cxn ang="0">
                <a:pos x="connsiteX54845" y="connsiteY54845"/>
              </a:cxn>
              <a:cxn ang="0">
                <a:pos x="connsiteX54846" y="connsiteY54846"/>
              </a:cxn>
              <a:cxn ang="0">
                <a:pos x="connsiteX54847" y="connsiteY54847"/>
              </a:cxn>
              <a:cxn ang="0">
                <a:pos x="connsiteX54848" y="connsiteY54848"/>
              </a:cxn>
              <a:cxn ang="0">
                <a:pos x="connsiteX54849" y="connsiteY54849"/>
              </a:cxn>
              <a:cxn ang="0">
                <a:pos x="connsiteX54850" y="connsiteY54850"/>
              </a:cxn>
              <a:cxn ang="0">
                <a:pos x="connsiteX54851" y="connsiteY54851"/>
              </a:cxn>
              <a:cxn ang="0">
                <a:pos x="connsiteX54852" y="connsiteY54852"/>
              </a:cxn>
              <a:cxn ang="0">
                <a:pos x="connsiteX54853" y="connsiteY54853"/>
              </a:cxn>
              <a:cxn ang="0">
                <a:pos x="connsiteX54854" y="connsiteY54854"/>
              </a:cxn>
              <a:cxn ang="0">
                <a:pos x="connsiteX54855" y="connsiteY54855"/>
              </a:cxn>
              <a:cxn ang="0">
                <a:pos x="connsiteX54856" y="connsiteY54856"/>
              </a:cxn>
              <a:cxn ang="0">
                <a:pos x="connsiteX54857" y="connsiteY54857"/>
              </a:cxn>
              <a:cxn ang="0">
                <a:pos x="connsiteX54858" y="connsiteY54858"/>
              </a:cxn>
              <a:cxn ang="0">
                <a:pos x="connsiteX54859" y="connsiteY54859"/>
              </a:cxn>
              <a:cxn ang="0">
                <a:pos x="connsiteX54860" y="connsiteY54860"/>
              </a:cxn>
              <a:cxn ang="0">
                <a:pos x="connsiteX54861" y="connsiteY54861"/>
              </a:cxn>
              <a:cxn ang="0">
                <a:pos x="connsiteX54862" y="connsiteY54862"/>
              </a:cxn>
              <a:cxn ang="0">
                <a:pos x="connsiteX54863" y="connsiteY54863"/>
              </a:cxn>
              <a:cxn ang="0">
                <a:pos x="connsiteX54864" y="connsiteY54864"/>
              </a:cxn>
              <a:cxn ang="0">
                <a:pos x="connsiteX54865" y="connsiteY54865"/>
              </a:cxn>
              <a:cxn ang="0">
                <a:pos x="connsiteX54866" y="connsiteY54866"/>
              </a:cxn>
              <a:cxn ang="0">
                <a:pos x="connsiteX54867" y="connsiteY54867"/>
              </a:cxn>
              <a:cxn ang="0">
                <a:pos x="connsiteX54868" y="connsiteY54868"/>
              </a:cxn>
              <a:cxn ang="0">
                <a:pos x="connsiteX54869" y="connsiteY54869"/>
              </a:cxn>
              <a:cxn ang="0">
                <a:pos x="connsiteX54870" y="connsiteY54870"/>
              </a:cxn>
              <a:cxn ang="0">
                <a:pos x="connsiteX54871" y="connsiteY54871"/>
              </a:cxn>
              <a:cxn ang="0">
                <a:pos x="connsiteX54872" y="connsiteY54872"/>
              </a:cxn>
              <a:cxn ang="0">
                <a:pos x="connsiteX54873" y="connsiteY54873"/>
              </a:cxn>
              <a:cxn ang="0">
                <a:pos x="connsiteX54874" y="connsiteY54874"/>
              </a:cxn>
              <a:cxn ang="0">
                <a:pos x="connsiteX54875" y="connsiteY54875"/>
              </a:cxn>
              <a:cxn ang="0">
                <a:pos x="connsiteX54876" y="connsiteY54876"/>
              </a:cxn>
              <a:cxn ang="0">
                <a:pos x="connsiteX54877" y="connsiteY54877"/>
              </a:cxn>
              <a:cxn ang="0">
                <a:pos x="connsiteX54878" y="connsiteY54878"/>
              </a:cxn>
              <a:cxn ang="0">
                <a:pos x="connsiteX54879" y="connsiteY54879"/>
              </a:cxn>
              <a:cxn ang="0">
                <a:pos x="connsiteX54880" y="connsiteY54880"/>
              </a:cxn>
              <a:cxn ang="0">
                <a:pos x="connsiteX54881" y="connsiteY54881"/>
              </a:cxn>
              <a:cxn ang="0">
                <a:pos x="connsiteX54882" y="connsiteY54882"/>
              </a:cxn>
              <a:cxn ang="0">
                <a:pos x="connsiteX54883" y="connsiteY54883"/>
              </a:cxn>
              <a:cxn ang="0">
                <a:pos x="connsiteX54884" y="connsiteY54884"/>
              </a:cxn>
              <a:cxn ang="0">
                <a:pos x="connsiteX54885" y="connsiteY54885"/>
              </a:cxn>
              <a:cxn ang="0">
                <a:pos x="connsiteX54886" y="connsiteY54886"/>
              </a:cxn>
              <a:cxn ang="0">
                <a:pos x="connsiteX54887" y="connsiteY54887"/>
              </a:cxn>
              <a:cxn ang="0">
                <a:pos x="connsiteX54888" y="connsiteY54888"/>
              </a:cxn>
              <a:cxn ang="0">
                <a:pos x="connsiteX54889" y="connsiteY54889"/>
              </a:cxn>
              <a:cxn ang="0">
                <a:pos x="connsiteX54890" y="connsiteY54890"/>
              </a:cxn>
              <a:cxn ang="0">
                <a:pos x="connsiteX54891" y="connsiteY54891"/>
              </a:cxn>
              <a:cxn ang="0">
                <a:pos x="connsiteX54892" y="connsiteY54892"/>
              </a:cxn>
              <a:cxn ang="0">
                <a:pos x="connsiteX54893" y="connsiteY54893"/>
              </a:cxn>
              <a:cxn ang="0">
                <a:pos x="connsiteX54894" y="connsiteY54894"/>
              </a:cxn>
              <a:cxn ang="0">
                <a:pos x="connsiteX54895" y="connsiteY54895"/>
              </a:cxn>
              <a:cxn ang="0">
                <a:pos x="connsiteX54896" y="connsiteY54896"/>
              </a:cxn>
              <a:cxn ang="0">
                <a:pos x="connsiteX54897" y="connsiteY54897"/>
              </a:cxn>
              <a:cxn ang="0">
                <a:pos x="connsiteX54898" y="connsiteY54898"/>
              </a:cxn>
              <a:cxn ang="0">
                <a:pos x="connsiteX54899" y="connsiteY54899"/>
              </a:cxn>
              <a:cxn ang="0">
                <a:pos x="connsiteX54900" y="connsiteY54900"/>
              </a:cxn>
              <a:cxn ang="0">
                <a:pos x="connsiteX54901" y="connsiteY54901"/>
              </a:cxn>
              <a:cxn ang="0">
                <a:pos x="connsiteX54902" y="connsiteY54902"/>
              </a:cxn>
              <a:cxn ang="0">
                <a:pos x="connsiteX54903" y="connsiteY54903"/>
              </a:cxn>
              <a:cxn ang="0">
                <a:pos x="connsiteX54904" y="connsiteY54904"/>
              </a:cxn>
              <a:cxn ang="0">
                <a:pos x="connsiteX54905" y="connsiteY54905"/>
              </a:cxn>
              <a:cxn ang="0">
                <a:pos x="connsiteX54906" y="connsiteY54906"/>
              </a:cxn>
              <a:cxn ang="0">
                <a:pos x="connsiteX54907" y="connsiteY54907"/>
              </a:cxn>
              <a:cxn ang="0">
                <a:pos x="connsiteX54908" y="connsiteY54908"/>
              </a:cxn>
              <a:cxn ang="0">
                <a:pos x="connsiteX54909" y="connsiteY54909"/>
              </a:cxn>
              <a:cxn ang="0">
                <a:pos x="connsiteX54910" y="connsiteY54910"/>
              </a:cxn>
              <a:cxn ang="0">
                <a:pos x="connsiteX54911" y="connsiteY54911"/>
              </a:cxn>
              <a:cxn ang="0">
                <a:pos x="connsiteX54912" y="connsiteY54912"/>
              </a:cxn>
              <a:cxn ang="0">
                <a:pos x="connsiteX54913" y="connsiteY54913"/>
              </a:cxn>
              <a:cxn ang="0">
                <a:pos x="connsiteX54914" y="connsiteY54914"/>
              </a:cxn>
              <a:cxn ang="0">
                <a:pos x="connsiteX54915" y="connsiteY54915"/>
              </a:cxn>
              <a:cxn ang="0">
                <a:pos x="connsiteX54916" y="connsiteY54916"/>
              </a:cxn>
              <a:cxn ang="0">
                <a:pos x="connsiteX54917" y="connsiteY54917"/>
              </a:cxn>
              <a:cxn ang="0">
                <a:pos x="connsiteX54918" y="connsiteY54918"/>
              </a:cxn>
              <a:cxn ang="0">
                <a:pos x="connsiteX54919" y="connsiteY54919"/>
              </a:cxn>
              <a:cxn ang="0">
                <a:pos x="connsiteX54920" y="connsiteY54920"/>
              </a:cxn>
              <a:cxn ang="0">
                <a:pos x="connsiteX54921" y="connsiteY54921"/>
              </a:cxn>
              <a:cxn ang="0">
                <a:pos x="connsiteX54922" y="connsiteY54922"/>
              </a:cxn>
              <a:cxn ang="0">
                <a:pos x="connsiteX54923" y="connsiteY54923"/>
              </a:cxn>
              <a:cxn ang="0">
                <a:pos x="connsiteX54924" y="connsiteY54924"/>
              </a:cxn>
              <a:cxn ang="0">
                <a:pos x="connsiteX54925" y="connsiteY54925"/>
              </a:cxn>
              <a:cxn ang="0">
                <a:pos x="connsiteX54926" y="connsiteY54926"/>
              </a:cxn>
              <a:cxn ang="0">
                <a:pos x="connsiteX54927" y="connsiteY54927"/>
              </a:cxn>
              <a:cxn ang="0">
                <a:pos x="connsiteX54928" y="connsiteY54928"/>
              </a:cxn>
              <a:cxn ang="0">
                <a:pos x="connsiteX54929" y="connsiteY54929"/>
              </a:cxn>
              <a:cxn ang="0">
                <a:pos x="connsiteX54930" y="connsiteY54930"/>
              </a:cxn>
              <a:cxn ang="0">
                <a:pos x="connsiteX54931" y="connsiteY54931"/>
              </a:cxn>
              <a:cxn ang="0">
                <a:pos x="connsiteX54932" y="connsiteY54932"/>
              </a:cxn>
              <a:cxn ang="0">
                <a:pos x="connsiteX54933" y="connsiteY54933"/>
              </a:cxn>
              <a:cxn ang="0">
                <a:pos x="connsiteX54934" y="connsiteY54934"/>
              </a:cxn>
              <a:cxn ang="0">
                <a:pos x="connsiteX54935" y="connsiteY54935"/>
              </a:cxn>
              <a:cxn ang="0">
                <a:pos x="connsiteX54936" y="connsiteY54936"/>
              </a:cxn>
              <a:cxn ang="0">
                <a:pos x="connsiteX54937" y="connsiteY54937"/>
              </a:cxn>
              <a:cxn ang="0">
                <a:pos x="connsiteX54938" y="connsiteY54938"/>
              </a:cxn>
              <a:cxn ang="0">
                <a:pos x="connsiteX54939" y="connsiteY54939"/>
              </a:cxn>
              <a:cxn ang="0">
                <a:pos x="connsiteX54940" y="connsiteY54940"/>
              </a:cxn>
              <a:cxn ang="0">
                <a:pos x="connsiteX54941" y="connsiteY54941"/>
              </a:cxn>
              <a:cxn ang="0">
                <a:pos x="connsiteX54942" y="connsiteY54942"/>
              </a:cxn>
              <a:cxn ang="0">
                <a:pos x="connsiteX54943" y="connsiteY54943"/>
              </a:cxn>
              <a:cxn ang="0">
                <a:pos x="connsiteX54944" y="connsiteY54944"/>
              </a:cxn>
              <a:cxn ang="0">
                <a:pos x="connsiteX54945" y="connsiteY54945"/>
              </a:cxn>
              <a:cxn ang="0">
                <a:pos x="connsiteX54946" y="connsiteY54946"/>
              </a:cxn>
              <a:cxn ang="0">
                <a:pos x="connsiteX54947" y="connsiteY54947"/>
              </a:cxn>
              <a:cxn ang="0">
                <a:pos x="connsiteX54948" y="connsiteY54948"/>
              </a:cxn>
              <a:cxn ang="0">
                <a:pos x="connsiteX54949" y="connsiteY54949"/>
              </a:cxn>
              <a:cxn ang="0">
                <a:pos x="connsiteX54950" y="connsiteY54950"/>
              </a:cxn>
              <a:cxn ang="0">
                <a:pos x="connsiteX54951" y="connsiteY54951"/>
              </a:cxn>
              <a:cxn ang="0">
                <a:pos x="connsiteX54952" y="connsiteY54952"/>
              </a:cxn>
              <a:cxn ang="0">
                <a:pos x="connsiteX54953" y="connsiteY54953"/>
              </a:cxn>
              <a:cxn ang="0">
                <a:pos x="connsiteX54954" y="connsiteY54954"/>
              </a:cxn>
              <a:cxn ang="0">
                <a:pos x="connsiteX54955" y="connsiteY54955"/>
              </a:cxn>
              <a:cxn ang="0">
                <a:pos x="connsiteX54956" y="connsiteY54956"/>
              </a:cxn>
              <a:cxn ang="0">
                <a:pos x="connsiteX54957" y="connsiteY54957"/>
              </a:cxn>
              <a:cxn ang="0">
                <a:pos x="connsiteX54958" y="connsiteY54958"/>
              </a:cxn>
              <a:cxn ang="0">
                <a:pos x="connsiteX54959" y="connsiteY54959"/>
              </a:cxn>
              <a:cxn ang="0">
                <a:pos x="connsiteX54960" y="connsiteY54960"/>
              </a:cxn>
              <a:cxn ang="0">
                <a:pos x="connsiteX54961" y="connsiteY54961"/>
              </a:cxn>
              <a:cxn ang="0">
                <a:pos x="connsiteX54962" y="connsiteY54962"/>
              </a:cxn>
              <a:cxn ang="0">
                <a:pos x="connsiteX54963" y="connsiteY54963"/>
              </a:cxn>
              <a:cxn ang="0">
                <a:pos x="connsiteX54964" y="connsiteY54964"/>
              </a:cxn>
              <a:cxn ang="0">
                <a:pos x="connsiteX54965" y="connsiteY54965"/>
              </a:cxn>
              <a:cxn ang="0">
                <a:pos x="connsiteX54966" y="connsiteY54966"/>
              </a:cxn>
              <a:cxn ang="0">
                <a:pos x="connsiteX54967" y="connsiteY54967"/>
              </a:cxn>
              <a:cxn ang="0">
                <a:pos x="connsiteX54968" y="connsiteY54968"/>
              </a:cxn>
              <a:cxn ang="0">
                <a:pos x="connsiteX54969" y="connsiteY54969"/>
              </a:cxn>
              <a:cxn ang="0">
                <a:pos x="connsiteX54970" y="connsiteY54970"/>
              </a:cxn>
              <a:cxn ang="0">
                <a:pos x="connsiteX54971" y="connsiteY54971"/>
              </a:cxn>
              <a:cxn ang="0">
                <a:pos x="connsiteX54972" y="connsiteY54972"/>
              </a:cxn>
              <a:cxn ang="0">
                <a:pos x="connsiteX54973" y="connsiteY54973"/>
              </a:cxn>
              <a:cxn ang="0">
                <a:pos x="connsiteX54974" y="connsiteY54974"/>
              </a:cxn>
              <a:cxn ang="0">
                <a:pos x="connsiteX54975" y="connsiteY54975"/>
              </a:cxn>
              <a:cxn ang="0">
                <a:pos x="connsiteX54976" y="connsiteY54976"/>
              </a:cxn>
              <a:cxn ang="0">
                <a:pos x="connsiteX54977" y="connsiteY54977"/>
              </a:cxn>
              <a:cxn ang="0">
                <a:pos x="connsiteX54978" y="connsiteY54978"/>
              </a:cxn>
              <a:cxn ang="0">
                <a:pos x="connsiteX54979" y="connsiteY54979"/>
              </a:cxn>
              <a:cxn ang="0">
                <a:pos x="connsiteX54980" y="connsiteY54980"/>
              </a:cxn>
              <a:cxn ang="0">
                <a:pos x="connsiteX54981" y="connsiteY54981"/>
              </a:cxn>
              <a:cxn ang="0">
                <a:pos x="connsiteX54982" y="connsiteY54982"/>
              </a:cxn>
              <a:cxn ang="0">
                <a:pos x="connsiteX54983" y="connsiteY54983"/>
              </a:cxn>
              <a:cxn ang="0">
                <a:pos x="connsiteX54984" y="connsiteY54984"/>
              </a:cxn>
              <a:cxn ang="0">
                <a:pos x="connsiteX54985" y="connsiteY54985"/>
              </a:cxn>
              <a:cxn ang="0">
                <a:pos x="connsiteX54986" y="connsiteY54986"/>
              </a:cxn>
              <a:cxn ang="0">
                <a:pos x="connsiteX54987" y="connsiteY54987"/>
              </a:cxn>
              <a:cxn ang="0">
                <a:pos x="connsiteX54988" y="connsiteY54988"/>
              </a:cxn>
              <a:cxn ang="0">
                <a:pos x="connsiteX54989" y="connsiteY54989"/>
              </a:cxn>
              <a:cxn ang="0">
                <a:pos x="connsiteX54990" y="connsiteY54990"/>
              </a:cxn>
              <a:cxn ang="0">
                <a:pos x="connsiteX54991" y="connsiteY54991"/>
              </a:cxn>
              <a:cxn ang="0">
                <a:pos x="connsiteX54992" y="connsiteY54992"/>
              </a:cxn>
              <a:cxn ang="0">
                <a:pos x="connsiteX54993" y="connsiteY54993"/>
              </a:cxn>
              <a:cxn ang="0">
                <a:pos x="connsiteX54994" y="connsiteY54994"/>
              </a:cxn>
              <a:cxn ang="0">
                <a:pos x="connsiteX54995" y="connsiteY54995"/>
              </a:cxn>
              <a:cxn ang="0">
                <a:pos x="connsiteX54996" y="connsiteY54996"/>
              </a:cxn>
              <a:cxn ang="0">
                <a:pos x="connsiteX54997" y="connsiteY54997"/>
              </a:cxn>
              <a:cxn ang="0">
                <a:pos x="connsiteX54998" y="connsiteY54998"/>
              </a:cxn>
              <a:cxn ang="0">
                <a:pos x="connsiteX54999" y="connsiteY54999"/>
              </a:cxn>
              <a:cxn ang="0">
                <a:pos x="connsiteX55000" y="connsiteY55000"/>
              </a:cxn>
              <a:cxn ang="0">
                <a:pos x="connsiteX55001" y="connsiteY55001"/>
              </a:cxn>
              <a:cxn ang="0">
                <a:pos x="connsiteX55002" y="connsiteY55002"/>
              </a:cxn>
              <a:cxn ang="0">
                <a:pos x="connsiteX55003" y="connsiteY55003"/>
              </a:cxn>
              <a:cxn ang="0">
                <a:pos x="connsiteX55004" y="connsiteY55004"/>
              </a:cxn>
              <a:cxn ang="0">
                <a:pos x="connsiteX55005" y="connsiteY55005"/>
              </a:cxn>
              <a:cxn ang="0">
                <a:pos x="connsiteX55006" y="connsiteY55006"/>
              </a:cxn>
              <a:cxn ang="0">
                <a:pos x="connsiteX55007" y="connsiteY55007"/>
              </a:cxn>
              <a:cxn ang="0">
                <a:pos x="connsiteX55008" y="connsiteY55008"/>
              </a:cxn>
              <a:cxn ang="0">
                <a:pos x="connsiteX55009" y="connsiteY55009"/>
              </a:cxn>
              <a:cxn ang="0">
                <a:pos x="connsiteX55010" y="connsiteY55010"/>
              </a:cxn>
              <a:cxn ang="0">
                <a:pos x="connsiteX55011" y="connsiteY55011"/>
              </a:cxn>
              <a:cxn ang="0">
                <a:pos x="connsiteX55012" y="connsiteY55012"/>
              </a:cxn>
              <a:cxn ang="0">
                <a:pos x="connsiteX55013" y="connsiteY55013"/>
              </a:cxn>
              <a:cxn ang="0">
                <a:pos x="connsiteX55014" y="connsiteY55014"/>
              </a:cxn>
              <a:cxn ang="0">
                <a:pos x="connsiteX55015" y="connsiteY55015"/>
              </a:cxn>
              <a:cxn ang="0">
                <a:pos x="connsiteX55016" y="connsiteY55016"/>
              </a:cxn>
              <a:cxn ang="0">
                <a:pos x="connsiteX55017" y="connsiteY55017"/>
              </a:cxn>
              <a:cxn ang="0">
                <a:pos x="connsiteX55018" y="connsiteY55018"/>
              </a:cxn>
              <a:cxn ang="0">
                <a:pos x="connsiteX55019" y="connsiteY55019"/>
              </a:cxn>
              <a:cxn ang="0">
                <a:pos x="connsiteX55020" y="connsiteY55020"/>
              </a:cxn>
              <a:cxn ang="0">
                <a:pos x="connsiteX55021" y="connsiteY55021"/>
              </a:cxn>
              <a:cxn ang="0">
                <a:pos x="connsiteX55022" y="connsiteY55022"/>
              </a:cxn>
              <a:cxn ang="0">
                <a:pos x="connsiteX55023" y="connsiteY55023"/>
              </a:cxn>
              <a:cxn ang="0">
                <a:pos x="connsiteX55024" y="connsiteY55024"/>
              </a:cxn>
              <a:cxn ang="0">
                <a:pos x="connsiteX55025" y="connsiteY55025"/>
              </a:cxn>
              <a:cxn ang="0">
                <a:pos x="connsiteX55026" y="connsiteY55026"/>
              </a:cxn>
              <a:cxn ang="0">
                <a:pos x="connsiteX55027" y="connsiteY55027"/>
              </a:cxn>
              <a:cxn ang="0">
                <a:pos x="connsiteX55028" y="connsiteY55028"/>
              </a:cxn>
              <a:cxn ang="0">
                <a:pos x="connsiteX55029" y="connsiteY55029"/>
              </a:cxn>
              <a:cxn ang="0">
                <a:pos x="connsiteX55030" y="connsiteY55030"/>
              </a:cxn>
              <a:cxn ang="0">
                <a:pos x="connsiteX55031" y="connsiteY55031"/>
              </a:cxn>
              <a:cxn ang="0">
                <a:pos x="connsiteX55032" y="connsiteY55032"/>
              </a:cxn>
              <a:cxn ang="0">
                <a:pos x="connsiteX55033" y="connsiteY55033"/>
              </a:cxn>
              <a:cxn ang="0">
                <a:pos x="connsiteX55034" y="connsiteY55034"/>
              </a:cxn>
              <a:cxn ang="0">
                <a:pos x="connsiteX55035" y="connsiteY55035"/>
              </a:cxn>
              <a:cxn ang="0">
                <a:pos x="connsiteX55036" y="connsiteY55036"/>
              </a:cxn>
              <a:cxn ang="0">
                <a:pos x="connsiteX55037" y="connsiteY55037"/>
              </a:cxn>
              <a:cxn ang="0">
                <a:pos x="connsiteX55038" y="connsiteY55038"/>
              </a:cxn>
              <a:cxn ang="0">
                <a:pos x="connsiteX55039" y="connsiteY55039"/>
              </a:cxn>
              <a:cxn ang="0">
                <a:pos x="connsiteX55040" y="connsiteY55040"/>
              </a:cxn>
              <a:cxn ang="0">
                <a:pos x="connsiteX55041" y="connsiteY55041"/>
              </a:cxn>
              <a:cxn ang="0">
                <a:pos x="connsiteX55042" y="connsiteY55042"/>
              </a:cxn>
              <a:cxn ang="0">
                <a:pos x="connsiteX55043" y="connsiteY55043"/>
              </a:cxn>
              <a:cxn ang="0">
                <a:pos x="connsiteX55044" y="connsiteY55044"/>
              </a:cxn>
              <a:cxn ang="0">
                <a:pos x="connsiteX55045" y="connsiteY55045"/>
              </a:cxn>
              <a:cxn ang="0">
                <a:pos x="connsiteX55046" y="connsiteY55046"/>
              </a:cxn>
              <a:cxn ang="0">
                <a:pos x="connsiteX55047" y="connsiteY55047"/>
              </a:cxn>
              <a:cxn ang="0">
                <a:pos x="connsiteX55048" y="connsiteY55048"/>
              </a:cxn>
              <a:cxn ang="0">
                <a:pos x="connsiteX55049" y="connsiteY55049"/>
              </a:cxn>
              <a:cxn ang="0">
                <a:pos x="connsiteX55050" y="connsiteY55050"/>
              </a:cxn>
              <a:cxn ang="0">
                <a:pos x="connsiteX55051" y="connsiteY55051"/>
              </a:cxn>
              <a:cxn ang="0">
                <a:pos x="connsiteX55052" y="connsiteY55052"/>
              </a:cxn>
              <a:cxn ang="0">
                <a:pos x="connsiteX55053" y="connsiteY55053"/>
              </a:cxn>
              <a:cxn ang="0">
                <a:pos x="connsiteX55054" y="connsiteY55054"/>
              </a:cxn>
              <a:cxn ang="0">
                <a:pos x="connsiteX55055" y="connsiteY55055"/>
              </a:cxn>
              <a:cxn ang="0">
                <a:pos x="connsiteX55056" y="connsiteY55056"/>
              </a:cxn>
              <a:cxn ang="0">
                <a:pos x="connsiteX55057" y="connsiteY55057"/>
              </a:cxn>
              <a:cxn ang="0">
                <a:pos x="connsiteX55058" y="connsiteY55058"/>
              </a:cxn>
              <a:cxn ang="0">
                <a:pos x="connsiteX55059" y="connsiteY55059"/>
              </a:cxn>
              <a:cxn ang="0">
                <a:pos x="connsiteX55060" y="connsiteY55060"/>
              </a:cxn>
              <a:cxn ang="0">
                <a:pos x="connsiteX55061" y="connsiteY55061"/>
              </a:cxn>
              <a:cxn ang="0">
                <a:pos x="connsiteX55062" y="connsiteY55062"/>
              </a:cxn>
              <a:cxn ang="0">
                <a:pos x="connsiteX55063" y="connsiteY55063"/>
              </a:cxn>
              <a:cxn ang="0">
                <a:pos x="connsiteX55064" y="connsiteY55064"/>
              </a:cxn>
              <a:cxn ang="0">
                <a:pos x="connsiteX55065" y="connsiteY55065"/>
              </a:cxn>
              <a:cxn ang="0">
                <a:pos x="connsiteX55066" y="connsiteY55066"/>
              </a:cxn>
              <a:cxn ang="0">
                <a:pos x="connsiteX55067" y="connsiteY55067"/>
              </a:cxn>
              <a:cxn ang="0">
                <a:pos x="connsiteX55068" y="connsiteY55068"/>
              </a:cxn>
              <a:cxn ang="0">
                <a:pos x="connsiteX55069" y="connsiteY55069"/>
              </a:cxn>
              <a:cxn ang="0">
                <a:pos x="connsiteX55070" y="connsiteY55070"/>
              </a:cxn>
              <a:cxn ang="0">
                <a:pos x="connsiteX55071" y="connsiteY55071"/>
              </a:cxn>
              <a:cxn ang="0">
                <a:pos x="connsiteX55072" y="connsiteY55072"/>
              </a:cxn>
              <a:cxn ang="0">
                <a:pos x="connsiteX55073" y="connsiteY55073"/>
              </a:cxn>
              <a:cxn ang="0">
                <a:pos x="connsiteX55074" y="connsiteY55074"/>
              </a:cxn>
              <a:cxn ang="0">
                <a:pos x="connsiteX55075" y="connsiteY55075"/>
              </a:cxn>
              <a:cxn ang="0">
                <a:pos x="connsiteX55076" y="connsiteY55076"/>
              </a:cxn>
              <a:cxn ang="0">
                <a:pos x="connsiteX55077" y="connsiteY55077"/>
              </a:cxn>
              <a:cxn ang="0">
                <a:pos x="connsiteX55078" y="connsiteY55078"/>
              </a:cxn>
              <a:cxn ang="0">
                <a:pos x="connsiteX55079" y="connsiteY55079"/>
              </a:cxn>
              <a:cxn ang="0">
                <a:pos x="connsiteX55080" y="connsiteY55080"/>
              </a:cxn>
              <a:cxn ang="0">
                <a:pos x="connsiteX55081" y="connsiteY55081"/>
              </a:cxn>
              <a:cxn ang="0">
                <a:pos x="connsiteX55082" y="connsiteY55082"/>
              </a:cxn>
              <a:cxn ang="0">
                <a:pos x="connsiteX55083" y="connsiteY55083"/>
              </a:cxn>
              <a:cxn ang="0">
                <a:pos x="connsiteX55084" y="connsiteY55084"/>
              </a:cxn>
              <a:cxn ang="0">
                <a:pos x="connsiteX55085" y="connsiteY55085"/>
              </a:cxn>
              <a:cxn ang="0">
                <a:pos x="connsiteX55086" y="connsiteY55086"/>
              </a:cxn>
              <a:cxn ang="0">
                <a:pos x="connsiteX55087" y="connsiteY55087"/>
              </a:cxn>
              <a:cxn ang="0">
                <a:pos x="connsiteX55088" y="connsiteY55088"/>
              </a:cxn>
              <a:cxn ang="0">
                <a:pos x="connsiteX55089" y="connsiteY55089"/>
              </a:cxn>
              <a:cxn ang="0">
                <a:pos x="connsiteX55090" y="connsiteY55090"/>
              </a:cxn>
              <a:cxn ang="0">
                <a:pos x="connsiteX55091" y="connsiteY55091"/>
              </a:cxn>
              <a:cxn ang="0">
                <a:pos x="connsiteX55092" y="connsiteY55092"/>
              </a:cxn>
              <a:cxn ang="0">
                <a:pos x="connsiteX55093" y="connsiteY55093"/>
              </a:cxn>
              <a:cxn ang="0">
                <a:pos x="connsiteX55094" y="connsiteY55094"/>
              </a:cxn>
              <a:cxn ang="0">
                <a:pos x="connsiteX55095" y="connsiteY55095"/>
              </a:cxn>
              <a:cxn ang="0">
                <a:pos x="connsiteX55096" y="connsiteY55096"/>
              </a:cxn>
              <a:cxn ang="0">
                <a:pos x="connsiteX55097" y="connsiteY55097"/>
              </a:cxn>
              <a:cxn ang="0">
                <a:pos x="connsiteX55098" y="connsiteY55098"/>
              </a:cxn>
              <a:cxn ang="0">
                <a:pos x="connsiteX55099" y="connsiteY55099"/>
              </a:cxn>
              <a:cxn ang="0">
                <a:pos x="connsiteX55100" y="connsiteY55100"/>
              </a:cxn>
              <a:cxn ang="0">
                <a:pos x="connsiteX55101" y="connsiteY55101"/>
              </a:cxn>
              <a:cxn ang="0">
                <a:pos x="connsiteX55102" y="connsiteY55102"/>
              </a:cxn>
              <a:cxn ang="0">
                <a:pos x="connsiteX55103" y="connsiteY55103"/>
              </a:cxn>
              <a:cxn ang="0">
                <a:pos x="connsiteX55104" y="connsiteY55104"/>
              </a:cxn>
              <a:cxn ang="0">
                <a:pos x="connsiteX55105" y="connsiteY55105"/>
              </a:cxn>
              <a:cxn ang="0">
                <a:pos x="connsiteX55106" y="connsiteY55106"/>
              </a:cxn>
              <a:cxn ang="0">
                <a:pos x="connsiteX55107" y="connsiteY55107"/>
              </a:cxn>
              <a:cxn ang="0">
                <a:pos x="connsiteX55108" y="connsiteY55108"/>
              </a:cxn>
              <a:cxn ang="0">
                <a:pos x="connsiteX55109" y="connsiteY55109"/>
              </a:cxn>
              <a:cxn ang="0">
                <a:pos x="connsiteX55110" y="connsiteY55110"/>
              </a:cxn>
              <a:cxn ang="0">
                <a:pos x="connsiteX55111" y="connsiteY55111"/>
              </a:cxn>
              <a:cxn ang="0">
                <a:pos x="connsiteX55112" y="connsiteY55112"/>
              </a:cxn>
              <a:cxn ang="0">
                <a:pos x="connsiteX55113" y="connsiteY55113"/>
              </a:cxn>
              <a:cxn ang="0">
                <a:pos x="connsiteX55114" y="connsiteY55114"/>
              </a:cxn>
              <a:cxn ang="0">
                <a:pos x="connsiteX55115" y="connsiteY55115"/>
              </a:cxn>
              <a:cxn ang="0">
                <a:pos x="connsiteX55116" y="connsiteY55116"/>
              </a:cxn>
              <a:cxn ang="0">
                <a:pos x="connsiteX55117" y="connsiteY55117"/>
              </a:cxn>
              <a:cxn ang="0">
                <a:pos x="connsiteX55118" y="connsiteY55118"/>
              </a:cxn>
              <a:cxn ang="0">
                <a:pos x="connsiteX55119" y="connsiteY55119"/>
              </a:cxn>
              <a:cxn ang="0">
                <a:pos x="connsiteX55120" y="connsiteY55120"/>
              </a:cxn>
              <a:cxn ang="0">
                <a:pos x="connsiteX55121" y="connsiteY55121"/>
              </a:cxn>
              <a:cxn ang="0">
                <a:pos x="connsiteX55122" y="connsiteY55122"/>
              </a:cxn>
              <a:cxn ang="0">
                <a:pos x="connsiteX55123" y="connsiteY55123"/>
              </a:cxn>
              <a:cxn ang="0">
                <a:pos x="connsiteX55124" y="connsiteY55124"/>
              </a:cxn>
              <a:cxn ang="0">
                <a:pos x="connsiteX55125" y="connsiteY55125"/>
              </a:cxn>
              <a:cxn ang="0">
                <a:pos x="connsiteX55126" y="connsiteY55126"/>
              </a:cxn>
              <a:cxn ang="0">
                <a:pos x="connsiteX55127" y="connsiteY55127"/>
              </a:cxn>
              <a:cxn ang="0">
                <a:pos x="connsiteX55128" y="connsiteY55128"/>
              </a:cxn>
              <a:cxn ang="0">
                <a:pos x="connsiteX55129" y="connsiteY55129"/>
              </a:cxn>
              <a:cxn ang="0">
                <a:pos x="connsiteX55130" y="connsiteY55130"/>
              </a:cxn>
              <a:cxn ang="0">
                <a:pos x="connsiteX55131" y="connsiteY55131"/>
              </a:cxn>
              <a:cxn ang="0">
                <a:pos x="connsiteX55132" y="connsiteY55132"/>
              </a:cxn>
              <a:cxn ang="0">
                <a:pos x="connsiteX55133" y="connsiteY55133"/>
              </a:cxn>
              <a:cxn ang="0">
                <a:pos x="connsiteX55134" y="connsiteY55134"/>
              </a:cxn>
              <a:cxn ang="0">
                <a:pos x="connsiteX55135" y="connsiteY55135"/>
              </a:cxn>
              <a:cxn ang="0">
                <a:pos x="connsiteX55136" y="connsiteY55136"/>
              </a:cxn>
              <a:cxn ang="0">
                <a:pos x="connsiteX55137" y="connsiteY55137"/>
              </a:cxn>
              <a:cxn ang="0">
                <a:pos x="connsiteX55138" y="connsiteY55138"/>
              </a:cxn>
              <a:cxn ang="0">
                <a:pos x="connsiteX55139" y="connsiteY55139"/>
              </a:cxn>
              <a:cxn ang="0">
                <a:pos x="connsiteX55140" y="connsiteY55140"/>
              </a:cxn>
              <a:cxn ang="0">
                <a:pos x="connsiteX55141" y="connsiteY55141"/>
              </a:cxn>
              <a:cxn ang="0">
                <a:pos x="connsiteX55142" y="connsiteY55142"/>
              </a:cxn>
              <a:cxn ang="0">
                <a:pos x="connsiteX55143" y="connsiteY55143"/>
              </a:cxn>
              <a:cxn ang="0">
                <a:pos x="connsiteX55144" y="connsiteY55144"/>
              </a:cxn>
              <a:cxn ang="0">
                <a:pos x="connsiteX55145" y="connsiteY55145"/>
              </a:cxn>
              <a:cxn ang="0">
                <a:pos x="connsiteX55146" y="connsiteY55146"/>
              </a:cxn>
              <a:cxn ang="0">
                <a:pos x="connsiteX55147" y="connsiteY55147"/>
              </a:cxn>
              <a:cxn ang="0">
                <a:pos x="connsiteX55148" y="connsiteY55148"/>
              </a:cxn>
              <a:cxn ang="0">
                <a:pos x="connsiteX55149" y="connsiteY55149"/>
              </a:cxn>
              <a:cxn ang="0">
                <a:pos x="connsiteX55150" y="connsiteY55150"/>
              </a:cxn>
              <a:cxn ang="0">
                <a:pos x="connsiteX55151" y="connsiteY55151"/>
              </a:cxn>
              <a:cxn ang="0">
                <a:pos x="connsiteX55152" y="connsiteY55152"/>
              </a:cxn>
              <a:cxn ang="0">
                <a:pos x="connsiteX55153" y="connsiteY55153"/>
              </a:cxn>
              <a:cxn ang="0">
                <a:pos x="connsiteX55154" y="connsiteY55154"/>
              </a:cxn>
              <a:cxn ang="0">
                <a:pos x="connsiteX55155" y="connsiteY55155"/>
              </a:cxn>
              <a:cxn ang="0">
                <a:pos x="connsiteX55156" y="connsiteY55156"/>
              </a:cxn>
              <a:cxn ang="0">
                <a:pos x="connsiteX55157" y="connsiteY55157"/>
              </a:cxn>
              <a:cxn ang="0">
                <a:pos x="connsiteX55158" y="connsiteY55158"/>
              </a:cxn>
              <a:cxn ang="0">
                <a:pos x="connsiteX55159" y="connsiteY55159"/>
              </a:cxn>
              <a:cxn ang="0">
                <a:pos x="connsiteX55160" y="connsiteY55160"/>
              </a:cxn>
              <a:cxn ang="0">
                <a:pos x="connsiteX55161" y="connsiteY55161"/>
              </a:cxn>
              <a:cxn ang="0">
                <a:pos x="connsiteX55162" y="connsiteY55162"/>
              </a:cxn>
              <a:cxn ang="0">
                <a:pos x="connsiteX55163" y="connsiteY55163"/>
              </a:cxn>
              <a:cxn ang="0">
                <a:pos x="connsiteX55164" y="connsiteY55164"/>
              </a:cxn>
              <a:cxn ang="0">
                <a:pos x="connsiteX55165" y="connsiteY55165"/>
              </a:cxn>
              <a:cxn ang="0">
                <a:pos x="connsiteX55166" y="connsiteY55166"/>
              </a:cxn>
              <a:cxn ang="0">
                <a:pos x="connsiteX55167" y="connsiteY55167"/>
              </a:cxn>
              <a:cxn ang="0">
                <a:pos x="connsiteX55168" y="connsiteY55168"/>
              </a:cxn>
              <a:cxn ang="0">
                <a:pos x="connsiteX55169" y="connsiteY55169"/>
              </a:cxn>
              <a:cxn ang="0">
                <a:pos x="connsiteX55170" y="connsiteY55170"/>
              </a:cxn>
              <a:cxn ang="0">
                <a:pos x="connsiteX55171" y="connsiteY55171"/>
              </a:cxn>
              <a:cxn ang="0">
                <a:pos x="connsiteX55172" y="connsiteY55172"/>
              </a:cxn>
              <a:cxn ang="0">
                <a:pos x="connsiteX55173" y="connsiteY55173"/>
              </a:cxn>
              <a:cxn ang="0">
                <a:pos x="connsiteX55174" y="connsiteY55174"/>
              </a:cxn>
              <a:cxn ang="0">
                <a:pos x="connsiteX55175" y="connsiteY55175"/>
              </a:cxn>
              <a:cxn ang="0">
                <a:pos x="connsiteX55176" y="connsiteY55176"/>
              </a:cxn>
              <a:cxn ang="0">
                <a:pos x="connsiteX55177" y="connsiteY55177"/>
              </a:cxn>
              <a:cxn ang="0">
                <a:pos x="connsiteX55178" y="connsiteY55178"/>
              </a:cxn>
              <a:cxn ang="0">
                <a:pos x="connsiteX55179" y="connsiteY55179"/>
              </a:cxn>
              <a:cxn ang="0">
                <a:pos x="connsiteX55180" y="connsiteY55180"/>
              </a:cxn>
              <a:cxn ang="0">
                <a:pos x="connsiteX55181" y="connsiteY55181"/>
              </a:cxn>
              <a:cxn ang="0">
                <a:pos x="connsiteX55182" y="connsiteY55182"/>
              </a:cxn>
              <a:cxn ang="0">
                <a:pos x="connsiteX55183" y="connsiteY55183"/>
              </a:cxn>
              <a:cxn ang="0">
                <a:pos x="connsiteX55184" y="connsiteY55184"/>
              </a:cxn>
              <a:cxn ang="0">
                <a:pos x="connsiteX55185" y="connsiteY55185"/>
              </a:cxn>
              <a:cxn ang="0">
                <a:pos x="connsiteX55186" y="connsiteY55186"/>
              </a:cxn>
              <a:cxn ang="0">
                <a:pos x="connsiteX55187" y="connsiteY55187"/>
              </a:cxn>
              <a:cxn ang="0">
                <a:pos x="connsiteX55188" y="connsiteY55188"/>
              </a:cxn>
              <a:cxn ang="0">
                <a:pos x="connsiteX55189" y="connsiteY55189"/>
              </a:cxn>
              <a:cxn ang="0">
                <a:pos x="connsiteX55190" y="connsiteY55190"/>
              </a:cxn>
              <a:cxn ang="0">
                <a:pos x="connsiteX55191" y="connsiteY55191"/>
              </a:cxn>
              <a:cxn ang="0">
                <a:pos x="connsiteX55192" y="connsiteY55192"/>
              </a:cxn>
              <a:cxn ang="0">
                <a:pos x="connsiteX55193" y="connsiteY55193"/>
              </a:cxn>
              <a:cxn ang="0">
                <a:pos x="connsiteX55194" y="connsiteY55194"/>
              </a:cxn>
              <a:cxn ang="0">
                <a:pos x="connsiteX55195" y="connsiteY55195"/>
              </a:cxn>
              <a:cxn ang="0">
                <a:pos x="connsiteX55196" y="connsiteY55196"/>
              </a:cxn>
              <a:cxn ang="0">
                <a:pos x="connsiteX55197" y="connsiteY55197"/>
              </a:cxn>
              <a:cxn ang="0">
                <a:pos x="connsiteX55198" y="connsiteY55198"/>
              </a:cxn>
              <a:cxn ang="0">
                <a:pos x="connsiteX55199" y="connsiteY55199"/>
              </a:cxn>
              <a:cxn ang="0">
                <a:pos x="connsiteX55200" y="connsiteY55200"/>
              </a:cxn>
              <a:cxn ang="0">
                <a:pos x="connsiteX55201" y="connsiteY55201"/>
              </a:cxn>
              <a:cxn ang="0">
                <a:pos x="connsiteX55202" y="connsiteY55202"/>
              </a:cxn>
              <a:cxn ang="0">
                <a:pos x="connsiteX55203" y="connsiteY55203"/>
              </a:cxn>
              <a:cxn ang="0">
                <a:pos x="connsiteX55204" y="connsiteY55204"/>
              </a:cxn>
              <a:cxn ang="0">
                <a:pos x="connsiteX55205" y="connsiteY55205"/>
              </a:cxn>
              <a:cxn ang="0">
                <a:pos x="connsiteX55206" y="connsiteY55206"/>
              </a:cxn>
              <a:cxn ang="0">
                <a:pos x="connsiteX55207" y="connsiteY55207"/>
              </a:cxn>
              <a:cxn ang="0">
                <a:pos x="connsiteX55208" y="connsiteY55208"/>
              </a:cxn>
              <a:cxn ang="0">
                <a:pos x="connsiteX55209" y="connsiteY55209"/>
              </a:cxn>
              <a:cxn ang="0">
                <a:pos x="connsiteX55210" y="connsiteY55210"/>
              </a:cxn>
              <a:cxn ang="0">
                <a:pos x="connsiteX55211" y="connsiteY55211"/>
              </a:cxn>
              <a:cxn ang="0">
                <a:pos x="connsiteX55212" y="connsiteY55212"/>
              </a:cxn>
              <a:cxn ang="0">
                <a:pos x="connsiteX55213" y="connsiteY55213"/>
              </a:cxn>
              <a:cxn ang="0">
                <a:pos x="connsiteX55214" y="connsiteY55214"/>
              </a:cxn>
              <a:cxn ang="0">
                <a:pos x="connsiteX55215" y="connsiteY55215"/>
              </a:cxn>
              <a:cxn ang="0">
                <a:pos x="connsiteX55216" y="connsiteY55216"/>
              </a:cxn>
              <a:cxn ang="0">
                <a:pos x="connsiteX55217" y="connsiteY55217"/>
              </a:cxn>
              <a:cxn ang="0">
                <a:pos x="connsiteX55218" y="connsiteY55218"/>
              </a:cxn>
              <a:cxn ang="0">
                <a:pos x="connsiteX55219" y="connsiteY55219"/>
              </a:cxn>
              <a:cxn ang="0">
                <a:pos x="connsiteX55220" y="connsiteY55220"/>
              </a:cxn>
              <a:cxn ang="0">
                <a:pos x="connsiteX55221" y="connsiteY55221"/>
              </a:cxn>
              <a:cxn ang="0">
                <a:pos x="connsiteX55222" y="connsiteY55222"/>
              </a:cxn>
              <a:cxn ang="0">
                <a:pos x="connsiteX55223" y="connsiteY55223"/>
              </a:cxn>
              <a:cxn ang="0">
                <a:pos x="connsiteX55224" y="connsiteY55224"/>
              </a:cxn>
              <a:cxn ang="0">
                <a:pos x="connsiteX55225" y="connsiteY55225"/>
              </a:cxn>
              <a:cxn ang="0">
                <a:pos x="connsiteX55226" y="connsiteY55226"/>
              </a:cxn>
              <a:cxn ang="0">
                <a:pos x="connsiteX55227" y="connsiteY55227"/>
              </a:cxn>
              <a:cxn ang="0">
                <a:pos x="connsiteX55228" y="connsiteY55228"/>
              </a:cxn>
              <a:cxn ang="0">
                <a:pos x="connsiteX55229" y="connsiteY55229"/>
              </a:cxn>
              <a:cxn ang="0">
                <a:pos x="connsiteX55230" y="connsiteY55230"/>
              </a:cxn>
              <a:cxn ang="0">
                <a:pos x="connsiteX55231" y="connsiteY55231"/>
              </a:cxn>
              <a:cxn ang="0">
                <a:pos x="connsiteX55232" y="connsiteY55232"/>
              </a:cxn>
              <a:cxn ang="0">
                <a:pos x="connsiteX55233" y="connsiteY55233"/>
              </a:cxn>
              <a:cxn ang="0">
                <a:pos x="connsiteX55234" y="connsiteY55234"/>
              </a:cxn>
              <a:cxn ang="0">
                <a:pos x="connsiteX55235" y="connsiteY55235"/>
              </a:cxn>
              <a:cxn ang="0">
                <a:pos x="connsiteX55236" y="connsiteY55236"/>
              </a:cxn>
              <a:cxn ang="0">
                <a:pos x="connsiteX55237" y="connsiteY55237"/>
              </a:cxn>
              <a:cxn ang="0">
                <a:pos x="connsiteX55238" y="connsiteY55238"/>
              </a:cxn>
              <a:cxn ang="0">
                <a:pos x="connsiteX55239" y="connsiteY55239"/>
              </a:cxn>
              <a:cxn ang="0">
                <a:pos x="connsiteX55240" y="connsiteY55240"/>
              </a:cxn>
              <a:cxn ang="0">
                <a:pos x="connsiteX55241" y="connsiteY55241"/>
              </a:cxn>
              <a:cxn ang="0">
                <a:pos x="connsiteX55242" y="connsiteY55242"/>
              </a:cxn>
              <a:cxn ang="0">
                <a:pos x="connsiteX55243" y="connsiteY55243"/>
              </a:cxn>
              <a:cxn ang="0">
                <a:pos x="connsiteX55244" y="connsiteY55244"/>
              </a:cxn>
              <a:cxn ang="0">
                <a:pos x="connsiteX55245" y="connsiteY55245"/>
              </a:cxn>
              <a:cxn ang="0">
                <a:pos x="connsiteX55246" y="connsiteY55246"/>
              </a:cxn>
              <a:cxn ang="0">
                <a:pos x="connsiteX55247" y="connsiteY55247"/>
              </a:cxn>
              <a:cxn ang="0">
                <a:pos x="connsiteX55248" y="connsiteY55248"/>
              </a:cxn>
              <a:cxn ang="0">
                <a:pos x="connsiteX55249" y="connsiteY55249"/>
              </a:cxn>
              <a:cxn ang="0">
                <a:pos x="connsiteX55250" y="connsiteY55250"/>
              </a:cxn>
              <a:cxn ang="0">
                <a:pos x="connsiteX55251" y="connsiteY55251"/>
              </a:cxn>
              <a:cxn ang="0">
                <a:pos x="connsiteX55252" y="connsiteY55252"/>
              </a:cxn>
              <a:cxn ang="0">
                <a:pos x="connsiteX55253" y="connsiteY55253"/>
              </a:cxn>
              <a:cxn ang="0">
                <a:pos x="connsiteX55254" y="connsiteY55254"/>
              </a:cxn>
              <a:cxn ang="0">
                <a:pos x="connsiteX55255" y="connsiteY55255"/>
              </a:cxn>
              <a:cxn ang="0">
                <a:pos x="connsiteX55256" y="connsiteY55256"/>
              </a:cxn>
              <a:cxn ang="0">
                <a:pos x="connsiteX55257" y="connsiteY55257"/>
              </a:cxn>
              <a:cxn ang="0">
                <a:pos x="connsiteX55258" y="connsiteY55258"/>
              </a:cxn>
              <a:cxn ang="0">
                <a:pos x="connsiteX55259" y="connsiteY55259"/>
              </a:cxn>
              <a:cxn ang="0">
                <a:pos x="connsiteX55260" y="connsiteY55260"/>
              </a:cxn>
              <a:cxn ang="0">
                <a:pos x="connsiteX55261" y="connsiteY55261"/>
              </a:cxn>
              <a:cxn ang="0">
                <a:pos x="connsiteX55262" y="connsiteY55262"/>
              </a:cxn>
              <a:cxn ang="0">
                <a:pos x="connsiteX55263" y="connsiteY55263"/>
              </a:cxn>
              <a:cxn ang="0">
                <a:pos x="connsiteX55264" y="connsiteY55264"/>
              </a:cxn>
              <a:cxn ang="0">
                <a:pos x="connsiteX55265" y="connsiteY55265"/>
              </a:cxn>
              <a:cxn ang="0">
                <a:pos x="connsiteX55266" y="connsiteY55266"/>
              </a:cxn>
              <a:cxn ang="0">
                <a:pos x="connsiteX55267" y="connsiteY55267"/>
              </a:cxn>
              <a:cxn ang="0">
                <a:pos x="connsiteX55268" y="connsiteY55268"/>
              </a:cxn>
              <a:cxn ang="0">
                <a:pos x="connsiteX55269" y="connsiteY55269"/>
              </a:cxn>
              <a:cxn ang="0">
                <a:pos x="connsiteX55270" y="connsiteY55270"/>
              </a:cxn>
              <a:cxn ang="0">
                <a:pos x="connsiteX55271" y="connsiteY55271"/>
              </a:cxn>
              <a:cxn ang="0">
                <a:pos x="connsiteX55272" y="connsiteY55272"/>
              </a:cxn>
              <a:cxn ang="0">
                <a:pos x="connsiteX55273" y="connsiteY55273"/>
              </a:cxn>
              <a:cxn ang="0">
                <a:pos x="connsiteX55274" y="connsiteY55274"/>
              </a:cxn>
              <a:cxn ang="0">
                <a:pos x="connsiteX55275" y="connsiteY55275"/>
              </a:cxn>
              <a:cxn ang="0">
                <a:pos x="connsiteX55276" y="connsiteY55276"/>
              </a:cxn>
              <a:cxn ang="0">
                <a:pos x="connsiteX55277" y="connsiteY55277"/>
              </a:cxn>
              <a:cxn ang="0">
                <a:pos x="connsiteX55278" y="connsiteY55278"/>
              </a:cxn>
              <a:cxn ang="0">
                <a:pos x="connsiteX55279" y="connsiteY55279"/>
              </a:cxn>
              <a:cxn ang="0">
                <a:pos x="connsiteX55280" y="connsiteY55280"/>
              </a:cxn>
              <a:cxn ang="0">
                <a:pos x="connsiteX55281" y="connsiteY55281"/>
              </a:cxn>
              <a:cxn ang="0">
                <a:pos x="connsiteX55282" y="connsiteY55282"/>
              </a:cxn>
              <a:cxn ang="0">
                <a:pos x="connsiteX55283" y="connsiteY55283"/>
              </a:cxn>
              <a:cxn ang="0">
                <a:pos x="connsiteX55284" y="connsiteY55284"/>
              </a:cxn>
              <a:cxn ang="0">
                <a:pos x="connsiteX55285" y="connsiteY55285"/>
              </a:cxn>
              <a:cxn ang="0">
                <a:pos x="connsiteX55286" y="connsiteY55286"/>
              </a:cxn>
              <a:cxn ang="0">
                <a:pos x="connsiteX55287" y="connsiteY55287"/>
              </a:cxn>
              <a:cxn ang="0">
                <a:pos x="connsiteX55288" y="connsiteY55288"/>
              </a:cxn>
              <a:cxn ang="0">
                <a:pos x="connsiteX55289" y="connsiteY55289"/>
              </a:cxn>
              <a:cxn ang="0">
                <a:pos x="connsiteX55290" y="connsiteY55290"/>
              </a:cxn>
              <a:cxn ang="0">
                <a:pos x="connsiteX55291" y="connsiteY55291"/>
              </a:cxn>
              <a:cxn ang="0">
                <a:pos x="connsiteX55292" y="connsiteY55292"/>
              </a:cxn>
              <a:cxn ang="0">
                <a:pos x="connsiteX55293" y="connsiteY55293"/>
              </a:cxn>
              <a:cxn ang="0">
                <a:pos x="connsiteX55294" y="connsiteY55294"/>
              </a:cxn>
              <a:cxn ang="0">
                <a:pos x="connsiteX55295" y="connsiteY55295"/>
              </a:cxn>
              <a:cxn ang="0">
                <a:pos x="connsiteX55296" y="connsiteY55296"/>
              </a:cxn>
              <a:cxn ang="0">
                <a:pos x="connsiteX55297" y="connsiteY55297"/>
              </a:cxn>
              <a:cxn ang="0">
                <a:pos x="connsiteX55298" y="connsiteY55298"/>
              </a:cxn>
              <a:cxn ang="0">
                <a:pos x="connsiteX55299" y="connsiteY55299"/>
              </a:cxn>
              <a:cxn ang="0">
                <a:pos x="connsiteX55300" y="connsiteY55300"/>
              </a:cxn>
              <a:cxn ang="0">
                <a:pos x="connsiteX55301" y="connsiteY55301"/>
              </a:cxn>
              <a:cxn ang="0">
                <a:pos x="connsiteX55302" y="connsiteY55302"/>
              </a:cxn>
              <a:cxn ang="0">
                <a:pos x="connsiteX55303" y="connsiteY55303"/>
              </a:cxn>
              <a:cxn ang="0">
                <a:pos x="connsiteX55304" y="connsiteY55304"/>
              </a:cxn>
              <a:cxn ang="0">
                <a:pos x="connsiteX55305" y="connsiteY55305"/>
              </a:cxn>
              <a:cxn ang="0">
                <a:pos x="connsiteX55306" y="connsiteY55306"/>
              </a:cxn>
              <a:cxn ang="0">
                <a:pos x="connsiteX55307" y="connsiteY55307"/>
              </a:cxn>
              <a:cxn ang="0">
                <a:pos x="connsiteX55308" y="connsiteY55308"/>
              </a:cxn>
              <a:cxn ang="0">
                <a:pos x="connsiteX55309" y="connsiteY55309"/>
              </a:cxn>
              <a:cxn ang="0">
                <a:pos x="connsiteX55310" y="connsiteY55310"/>
              </a:cxn>
              <a:cxn ang="0">
                <a:pos x="connsiteX55311" y="connsiteY55311"/>
              </a:cxn>
              <a:cxn ang="0">
                <a:pos x="connsiteX55312" y="connsiteY55312"/>
              </a:cxn>
              <a:cxn ang="0">
                <a:pos x="connsiteX55313" y="connsiteY55313"/>
              </a:cxn>
              <a:cxn ang="0">
                <a:pos x="connsiteX55314" y="connsiteY55314"/>
              </a:cxn>
              <a:cxn ang="0">
                <a:pos x="connsiteX55315" y="connsiteY55315"/>
              </a:cxn>
              <a:cxn ang="0">
                <a:pos x="connsiteX55316" y="connsiteY55316"/>
              </a:cxn>
              <a:cxn ang="0">
                <a:pos x="connsiteX55317" y="connsiteY55317"/>
              </a:cxn>
              <a:cxn ang="0">
                <a:pos x="connsiteX55318" y="connsiteY55318"/>
              </a:cxn>
              <a:cxn ang="0">
                <a:pos x="connsiteX55319" y="connsiteY55319"/>
              </a:cxn>
              <a:cxn ang="0">
                <a:pos x="connsiteX55320" y="connsiteY55320"/>
              </a:cxn>
              <a:cxn ang="0">
                <a:pos x="connsiteX55321" y="connsiteY55321"/>
              </a:cxn>
              <a:cxn ang="0">
                <a:pos x="connsiteX55322" y="connsiteY55322"/>
              </a:cxn>
              <a:cxn ang="0">
                <a:pos x="connsiteX55323" y="connsiteY55323"/>
              </a:cxn>
              <a:cxn ang="0">
                <a:pos x="connsiteX55324" y="connsiteY55324"/>
              </a:cxn>
              <a:cxn ang="0">
                <a:pos x="connsiteX55325" y="connsiteY55325"/>
              </a:cxn>
              <a:cxn ang="0">
                <a:pos x="connsiteX55326" y="connsiteY55326"/>
              </a:cxn>
              <a:cxn ang="0">
                <a:pos x="connsiteX55327" y="connsiteY55327"/>
              </a:cxn>
              <a:cxn ang="0">
                <a:pos x="connsiteX55328" y="connsiteY55328"/>
              </a:cxn>
              <a:cxn ang="0">
                <a:pos x="connsiteX55329" y="connsiteY55329"/>
              </a:cxn>
              <a:cxn ang="0">
                <a:pos x="connsiteX55330" y="connsiteY55330"/>
              </a:cxn>
              <a:cxn ang="0">
                <a:pos x="connsiteX55331" y="connsiteY55331"/>
              </a:cxn>
              <a:cxn ang="0">
                <a:pos x="connsiteX55332" y="connsiteY55332"/>
              </a:cxn>
              <a:cxn ang="0">
                <a:pos x="connsiteX55333" y="connsiteY55333"/>
              </a:cxn>
              <a:cxn ang="0">
                <a:pos x="connsiteX55334" y="connsiteY55334"/>
              </a:cxn>
              <a:cxn ang="0">
                <a:pos x="connsiteX55335" y="connsiteY55335"/>
              </a:cxn>
              <a:cxn ang="0">
                <a:pos x="connsiteX55336" y="connsiteY55336"/>
              </a:cxn>
              <a:cxn ang="0">
                <a:pos x="connsiteX55337" y="connsiteY55337"/>
              </a:cxn>
              <a:cxn ang="0">
                <a:pos x="connsiteX55338" y="connsiteY55338"/>
              </a:cxn>
              <a:cxn ang="0">
                <a:pos x="connsiteX55339" y="connsiteY55339"/>
              </a:cxn>
              <a:cxn ang="0">
                <a:pos x="connsiteX55340" y="connsiteY55340"/>
              </a:cxn>
              <a:cxn ang="0">
                <a:pos x="connsiteX55341" y="connsiteY55341"/>
              </a:cxn>
              <a:cxn ang="0">
                <a:pos x="connsiteX55342" y="connsiteY55342"/>
              </a:cxn>
              <a:cxn ang="0">
                <a:pos x="connsiteX55343" y="connsiteY55343"/>
              </a:cxn>
              <a:cxn ang="0">
                <a:pos x="connsiteX55344" y="connsiteY55344"/>
              </a:cxn>
              <a:cxn ang="0">
                <a:pos x="connsiteX55345" y="connsiteY55345"/>
              </a:cxn>
              <a:cxn ang="0">
                <a:pos x="connsiteX55346" y="connsiteY55346"/>
              </a:cxn>
              <a:cxn ang="0">
                <a:pos x="connsiteX55347" y="connsiteY55347"/>
              </a:cxn>
              <a:cxn ang="0">
                <a:pos x="connsiteX55348" y="connsiteY55348"/>
              </a:cxn>
              <a:cxn ang="0">
                <a:pos x="connsiteX55349" y="connsiteY55349"/>
              </a:cxn>
              <a:cxn ang="0">
                <a:pos x="connsiteX55350" y="connsiteY55350"/>
              </a:cxn>
              <a:cxn ang="0">
                <a:pos x="connsiteX55351" y="connsiteY55351"/>
              </a:cxn>
              <a:cxn ang="0">
                <a:pos x="connsiteX55352" y="connsiteY55352"/>
              </a:cxn>
              <a:cxn ang="0">
                <a:pos x="connsiteX55353" y="connsiteY55353"/>
              </a:cxn>
              <a:cxn ang="0">
                <a:pos x="connsiteX55354" y="connsiteY55354"/>
              </a:cxn>
              <a:cxn ang="0">
                <a:pos x="connsiteX55355" y="connsiteY55355"/>
              </a:cxn>
              <a:cxn ang="0">
                <a:pos x="connsiteX55356" y="connsiteY55356"/>
              </a:cxn>
              <a:cxn ang="0">
                <a:pos x="connsiteX55357" y="connsiteY55357"/>
              </a:cxn>
              <a:cxn ang="0">
                <a:pos x="connsiteX55358" y="connsiteY55358"/>
              </a:cxn>
              <a:cxn ang="0">
                <a:pos x="connsiteX55359" y="connsiteY55359"/>
              </a:cxn>
              <a:cxn ang="0">
                <a:pos x="connsiteX55360" y="connsiteY55360"/>
              </a:cxn>
              <a:cxn ang="0">
                <a:pos x="connsiteX55361" y="connsiteY55361"/>
              </a:cxn>
              <a:cxn ang="0">
                <a:pos x="connsiteX55362" y="connsiteY55362"/>
              </a:cxn>
              <a:cxn ang="0">
                <a:pos x="connsiteX55363" y="connsiteY55363"/>
              </a:cxn>
              <a:cxn ang="0">
                <a:pos x="connsiteX55364" y="connsiteY55364"/>
              </a:cxn>
              <a:cxn ang="0">
                <a:pos x="connsiteX55365" y="connsiteY55365"/>
              </a:cxn>
              <a:cxn ang="0">
                <a:pos x="connsiteX55366" y="connsiteY55366"/>
              </a:cxn>
              <a:cxn ang="0">
                <a:pos x="connsiteX55367" y="connsiteY55367"/>
              </a:cxn>
              <a:cxn ang="0">
                <a:pos x="connsiteX55368" y="connsiteY55368"/>
              </a:cxn>
              <a:cxn ang="0">
                <a:pos x="connsiteX55369" y="connsiteY55369"/>
              </a:cxn>
              <a:cxn ang="0">
                <a:pos x="connsiteX55370" y="connsiteY55370"/>
              </a:cxn>
              <a:cxn ang="0">
                <a:pos x="connsiteX55371" y="connsiteY55371"/>
              </a:cxn>
              <a:cxn ang="0">
                <a:pos x="connsiteX55372" y="connsiteY55372"/>
              </a:cxn>
              <a:cxn ang="0">
                <a:pos x="connsiteX55373" y="connsiteY55373"/>
              </a:cxn>
              <a:cxn ang="0">
                <a:pos x="connsiteX55374" y="connsiteY55374"/>
              </a:cxn>
              <a:cxn ang="0">
                <a:pos x="connsiteX55375" y="connsiteY55375"/>
              </a:cxn>
              <a:cxn ang="0">
                <a:pos x="connsiteX55376" y="connsiteY55376"/>
              </a:cxn>
              <a:cxn ang="0">
                <a:pos x="connsiteX55377" y="connsiteY55377"/>
              </a:cxn>
              <a:cxn ang="0">
                <a:pos x="connsiteX55378" y="connsiteY55378"/>
              </a:cxn>
              <a:cxn ang="0">
                <a:pos x="connsiteX55379" y="connsiteY55379"/>
              </a:cxn>
              <a:cxn ang="0">
                <a:pos x="connsiteX55380" y="connsiteY55380"/>
              </a:cxn>
              <a:cxn ang="0">
                <a:pos x="connsiteX55381" y="connsiteY55381"/>
              </a:cxn>
              <a:cxn ang="0">
                <a:pos x="connsiteX55382" y="connsiteY55382"/>
              </a:cxn>
              <a:cxn ang="0">
                <a:pos x="connsiteX55383" y="connsiteY55383"/>
              </a:cxn>
              <a:cxn ang="0">
                <a:pos x="connsiteX55384" y="connsiteY55384"/>
              </a:cxn>
              <a:cxn ang="0">
                <a:pos x="connsiteX55385" y="connsiteY55385"/>
              </a:cxn>
              <a:cxn ang="0">
                <a:pos x="connsiteX55386" y="connsiteY55386"/>
              </a:cxn>
              <a:cxn ang="0">
                <a:pos x="connsiteX55387" y="connsiteY55387"/>
              </a:cxn>
              <a:cxn ang="0">
                <a:pos x="connsiteX55388" y="connsiteY55388"/>
              </a:cxn>
              <a:cxn ang="0">
                <a:pos x="connsiteX55389" y="connsiteY55389"/>
              </a:cxn>
              <a:cxn ang="0">
                <a:pos x="connsiteX55390" y="connsiteY55390"/>
              </a:cxn>
              <a:cxn ang="0">
                <a:pos x="connsiteX55391" y="connsiteY55391"/>
              </a:cxn>
              <a:cxn ang="0">
                <a:pos x="connsiteX55392" y="connsiteY55392"/>
              </a:cxn>
              <a:cxn ang="0">
                <a:pos x="connsiteX55393" y="connsiteY55393"/>
              </a:cxn>
              <a:cxn ang="0">
                <a:pos x="connsiteX55394" y="connsiteY55394"/>
              </a:cxn>
              <a:cxn ang="0">
                <a:pos x="connsiteX55395" y="connsiteY55395"/>
              </a:cxn>
              <a:cxn ang="0">
                <a:pos x="connsiteX55396" y="connsiteY55396"/>
              </a:cxn>
              <a:cxn ang="0">
                <a:pos x="connsiteX55397" y="connsiteY55397"/>
              </a:cxn>
              <a:cxn ang="0">
                <a:pos x="connsiteX55398" y="connsiteY55398"/>
              </a:cxn>
              <a:cxn ang="0">
                <a:pos x="connsiteX55399" y="connsiteY55399"/>
              </a:cxn>
              <a:cxn ang="0">
                <a:pos x="connsiteX55400" y="connsiteY55400"/>
              </a:cxn>
              <a:cxn ang="0">
                <a:pos x="connsiteX55401" y="connsiteY55401"/>
              </a:cxn>
              <a:cxn ang="0">
                <a:pos x="connsiteX55402" y="connsiteY55402"/>
              </a:cxn>
              <a:cxn ang="0">
                <a:pos x="connsiteX55403" y="connsiteY55403"/>
              </a:cxn>
              <a:cxn ang="0">
                <a:pos x="connsiteX55404" y="connsiteY55404"/>
              </a:cxn>
              <a:cxn ang="0">
                <a:pos x="connsiteX55405" y="connsiteY55405"/>
              </a:cxn>
              <a:cxn ang="0">
                <a:pos x="connsiteX55406" y="connsiteY55406"/>
              </a:cxn>
              <a:cxn ang="0">
                <a:pos x="connsiteX55407" y="connsiteY55407"/>
              </a:cxn>
              <a:cxn ang="0">
                <a:pos x="connsiteX55408" y="connsiteY55408"/>
              </a:cxn>
              <a:cxn ang="0">
                <a:pos x="connsiteX55409" y="connsiteY55409"/>
              </a:cxn>
              <a:cxn ang="0">
                <a:pos x="connsiteX55410" y="connsiteY55410"/>
              </a:cxn>
              <a:cxn ang="0">
                <a:pos x="connsiteX55411" y="connsiteY55411"/>
              </a:cxn>
              <a:cxn ang="0">
                <a:pos x="connsiteX55412" y="connsiteY55412"/>
              </a:cxn>
              <a:cxn ang="0">
                <a:pos x="connsiteX55413" y="connsiteY55413"/>
              </a:cxn>
              <a:cxn ang="0">
                <a:pos x="connsiteX55414" y="connsiteY55414"/>
              </a:cxn>
              <a:cxn ang="0">
                <a:pos x="connsiteX55415" y="connsiteY55415"/>
              </a:cxn>
              <a:cxn ang="0">
                <a:pos x="connsiteX55416" y="connsiteY55416"/>
              </a:cxn>
              <a:cxn ang="0">
                <a:pos x="connsiteX55417" y="connsiteY55417"/>
              </a:cxn>
              <a:cxn ang="0">
                <a:pos x="connsiteX55418" y="connsiteY55418"/>
              </a:cxn>
              <a:cxn ang="0">
                <a:pos x="connsiteX55419" y="connsiteY55419"/>
              </a:cxn>
              <a:cxn ang="0">
                <a:pos x="connsiteX55420" y="connsiteY55420"/>
              </a:cxn>
              <a:cxn ang="0">
                <a:pos x="connsiteX55421" y="connsiteY55421"/>
              </a:cxn>
              <a:cxn ang="0">
                <a:pos x="connsiteX55422" y="connsiteY55422"/>
              </a:cxn>
              <a:cxn ang="0">
                <a:pos x="connsiteX55423" y="connsiteY55423"/>
              </a:cxn>
              <a:cxn ang="0">
                <a:pos x="connsiteX55424" y="connsiteY55424"/>
              </a:cxn>
              <a:cxn ang="0">
                <a:pos x="connsiteX55425" y="connsiteY55425"/>
              </a:cxn>
              <a:cxn ang="0">
                <a:pos x="connsiteX55426" y="connsiteY55426"/>
              </a:cxn>
              <a:cxn ang="0">
                <a:pos x="connsiteX55427" y="connsiteY55427"/>
              </a:cxn>
              <a:cxn ang="0">
                <a:pos x="connsiteX55428" y="connsiteY55428"/>
              </a:cxn>
              <a:cxn ang="0">
                <a:pos x="connsiteX55429" y="connsiteY55429"/>
              </a:cxn>
              <a:cxn ang="0">
                <a:pos x="connsiteX55430" y="connsiteY55430"/>
              </a:cxn>
              <a:cxn ang="0">
                <a:pos x="connsiteX55431" y="connsiteY55431"/>
              </a:cxn>
              <a:cxn ang="0">
                <a:pos x="connsiteX55432" y="connsiteY55432"/>
              </a:cxn>
              <a:cxn ang="0">
                <a:pos x="connsiteX55433" y="connsiteY55433"/>
              </a:cxn>
              <a:cxn ang="0">
                <a:pos x="connsiteX55434" y="connsiteY55434"/>
              </a:cxn>
              <a:cxn ang="0">
                <a:pos x="connsiteX55435" y="connsiteY55435"/>
              </a:cxn>
              <a:cxn ang="0">
                <a:pos x="connsiteX55436" y="connsiteY55436"/>
              </a:cxn>
              <a:cxn ang="0">
                <a:pos x="connsiteX55437" y="connsiteY55437"/>
              </a:cxn>
              <a:cxn ang="0">
                <a:pos x="connsiteX55438" y="connsiteY55438"/>
              </a:cxn>
              <a:cxn ang="0">
                <a:pos x="connsiteX55439" y="connsiteY55439"/>
              </a:cxn>
              <a:cxn ang="0">
                <a:pos x="connsiteX55440" y="connsiteY55440"/>
              </a:cxn>
              <a:cxn ang="0">
                <a:pos x="connsiteX55441" y="connsiteY55441"/>
              </a:cxn>
              <a:cxn ang="0">
                <a:pos x="connsiteX55442" y="connsiteY55442"/>
              </a:cxn>
              <a:cxn ang="0">
                <a:pos x="connsiteX55443" y="connsiteY55443"/>
              </a:cxn>
              <a:cxn ang="0">
                <a:pos x="connsiteX55444" y="connsiteY55444"/>
              </a:cxn>
              <a:cxn ang="0">
                <a:pos x="connsiteX55445" y="connsiteY55445"/>
              </a:cxn>
              <a:cxn ang="0">
                <a:pos x="connsiteX55446" y="connsiteY55446"/>
              </a:cxn>
              <a:cxn ang="0">
                <a:pos x="connsiteX55447" y="connsiteY55447"/>
              </a:cxn>
              <a:cxn ang="0">
                <a:pos x="connsiteX55448" y="connsiteY55448"/>
              </a:cxn>
              <a:cxn ang="0">
                <a:pos x="connsiteX55449" y="connsiteY55449"/>
              </a:cxn>
              <a:cxn ang="0">
                <a:pos x="connsiteX55450" y="connsiteY55450"/>
              </a:cxn>
              <a:cxn ang="0">
                <a:pos x="connsiteX55451" y="connsiteY55451"/>
              </a:cxn>
              <a:cxn ang="0">
                <a:pos x="connsiteX55452" y="connsiteY55452"/>
              </a:cxn>
              <a:cxn ang="0">
                <a:pos x="connsiteX55453" y="connsiteY55453"/>
              </a:cxn>
              <a:cxn ang="0">
                <a:pos x="connsiteX55454" y="connsiteY55454"/>
              </a:cxn>
              <a:cxn ang="0">
                <a:pos x="connsiteX55455" y="connsiteY55455"/>
              </a:cxn>
              <a:cxn ang="0">
                <a:pos x="connsiteX55456" y="connsiteY55456"/>
              </a:cxn>
              <a:cxn ang="0">
                <a:pos x="connsiteX55457" y="connsiteY55457"/>
              </a:cxn>
              <a:cxn ang="0">
                <a:pos x="connsiteX55458" y="connsiteY55458"/>
              </a:cxn>
              <a:cxn ang="0">
                <a:pos x="connsiteX55459" y="connsiteY55459"/>
              </a:cxn>
              <a:cxn ang="0">
                <a:pos x="connsiteX55460" y="connsiteY55460"/>
              </a:cxn>
              <a:cxn ang="0">
                <a:pos x="connsiteX55461" y="connsiteY55461"/>
              </a:cxn>
              <a:cxn ang="0">
                <a:pos x="connsiteX55462" y="connsiteY55462"/>
              </a:cxn>
              <a:cxn ang="0">
                <a:pos x="connsiteX55463" y="connsiteY55463"/>
              </a:cxn>
              <a:cxn ang="0">
                <a:pos x="connsiteX55464" y="connsiteY55464"/>
              </a:cxn>
              <a:cxn ang="0">
                <a:pos x="connsiteX55465" y="connsiteY55465"/>
              </a:cxn>
              <a:cxn ang="0">
                <a:pos x="connsiteX55466" y="connsiteY55466"/>
              </a:cxn>
              <a:cxn ang="0">
                <a:pos x="connsiteX55467" y="connsiteY55467"/>
              </a:cxn>
              <a:cxn ang="0">
                <a:pos x="connsiteX55468" y="connsiteY55468"/>
              </a:cxn>
              <a:cxn ang="0">
                <a:pos x="connsiteX55469" y="connsiteY55469"/>
              </a:cxn>
              <a:cxn ang="0">
                <a:pos x="connsiteX55470" y="connsiteY55470"/>
              </a:cxn>
              <a:cxn ang="0">
                <a:pos x="connsiteX55471" y="connsiteY55471"/>
              </a:cxn>
              <a:cxn ang="0">
                <a:pos x="connsiteX55472" y="connsiteY55472"/>
              </a:cxn>
              <a:cxn ang="0">
                <a:pos x="connsiteX55473" y="connsiteY55473"/>
              </a:cxn>
              <a:cxn ang="0">
                <a:pos x="connsiteX55474" y="connsiteY55474"/>
              </a:cxn>
              <a:cxn ang="0">
                <a:pos x="connsiteX55475" y="connsiteY55475"/>
              </a:cxn>
              <a:cxn ang="0">
                <a:pos x="connsiteX55476" y="connsiteY55476"/>
              </a:cxn>
              <a:cxn ang="0">
                <a:pos x="connsiteX55477" y="connsiteY55477"/>
              </a:cxn>
              <a:cxn ang="0">
                <a:pos x="connsiteX55478" y="connsiteY55478"/>
              </a:cxn>
              <a:cxn ang="0">
                <a:pos x="connsiteX55479" y="connsiteY55479"/>
              </a:cxn>
              <a:cxn ang="0">
                <a:pos x="connsiteX55480" y="connsiteY55480"/>
              </a:cxn>
              <a:cxn ang="0">
                <a:pos x="connsiteX55481" y="connsiteY55481"/>
              </a:cxn>
              <a:cxn ang="0">
                <a:pos x="connsiteX55482" y="connsiteY55482"/>
              </a:cxn>
              <a:cxn ang="0">
                <a:pos x="connsiteX55483" y="connsiteY55483"/>
              </a:cxn>
              <a:cxn ang="0">
                <a:pos x="connsiteX55484" y="connsiteY55484"/>
              </a:cxn>
              <a:cxn ang="0">
                <a:pos x="connsiteX55485" y="connsiteY55485"/>
              </a:cxn>
              <a:cxn ang="0">
                <a:pos x="connsiteX55486" y="connsiteY55486"/>
              </a:cxn>
              <a:cxn ang="0">
                <a:pos x="connsiteX55487" y="connsiteY55487"/>
              </a:cxn>
              <a:cxn ang="0">
                <a:pos x="connsiteX55488" y="connsiteY55488"/>
              </a:cxn>
              <a:cxn ang="0">
                <a:pos x="connsiteX55489" y="connsiteY55489"/>
              </a:cxn>
              <a:cxn ang="0">
                <a:pos x="connsiteX55490" y="connsiteY55490"/>
              </a:cxn>
              <a:cxn ang="0">
                <a:pos x="connsiteX55491" y="connsiteY55491"/>
              </a:cxn>
              <a:cxn ang="0">
                <a:pos x="connsiteX55492" y="connsiteY55492"/>
              </a:cxn>
              <a:cxn ang="0">
                <a:pos x="connsiteX55493" y="connsiteY55493"/>
              </a:cxn>
              <a:cxn ang="0">
                <a:pos x="connsiteX55494" y="connsiteY55494"/>
              </a:cxn>
              <a:cxn ang="0">
                <a:pos x="connsiteX55495" y="connsiteY55495"/>
              </a:cxn>
              <a:cxn ang="0">
                <a:pos x="connsiteX55496" y="connsiteY55496"/>
              </a:cxn>
              <a:cxn ang="0">
                <a:pos x="connsiteX55497" y="connsiteY55497"/>
              </a:cxn>
              <a:cxn ang="0">
                <a:pos x="connsiteX55498" y="connsiteY55498"/>
              </a:cxn>
              <a:cxn ang="0">
                <a:pos x="connsiteX55499" y="connsiteY55499"/>
              </a:cxn>
              <a:cxn ang="0">
                <a:pos x="connsiteX55500" y="connsiteY55500"/>
              </a:cxn>
              <a:cxn ang="0">
                <a:pos x="connsiteX55501" y="connsiteY55501"/>
              </a:cxn>
              <a:cxn ang="0">
                <a:pos x="connsiteX55502" y="connsiteY55502"/>
              </a:cxn>
              <a:cxn ang="0">
                <a:pos x="connsiteX55503" y="connsiteY55503"/>
              </a:cxn>
              <a:cxn ang="0">
                <a:pos x="connsiteX55504" y="connsiteY55504"/>
              </a:cxn>
              <a:cxn ang="0">
                <a:pos x="connsiteX55505" y="connsiteY55505"/>
              </a:cxn>
              <a:cxn ang="0">
                <a:pos x="connsiteX55506" y="connsiteY55506"/>
              </a:cxn>
              <a:cxn ang="0">
                <a:pos x="connsiteX55507" y="connsiteY55507"/>
              </a:cxn>
              <a:cxn ang="0">
                <a:pos x="connsiteX55508" y="connsiteY55508"/>
              </a:cxn>
              <a:cxn ang="0">
                <a:pos x="connsiteX55509" y="connsiteY55509"/>
              </a:cxn>
              <a:cxn ang="0">
                <a:pos x="connsiteX55510" y="connsiteY55510"/>
              </a:cxn>
              <a:cxn ang="0">
                <a:pos x="connsiteX55511" y="connsiteY55511"/>
              </a:cxn>
              <a:cxn ang="0">
                <a:pos x="connsiteX55512" y="connsiteY55512"/>
              </a:cxn>
              <a:cxn ang="0">
                <a:pos x="connsiteX55513" y="connsiteY55513"/>
              </a:cxn>
              <a:cxn ang="0">
                <a:pos x="connsiteX55514" y="connsiteY55514"/>
              </a:cxn>
              <a:cxn ang="0">
                <a:pos x="connsiteX55515" y="connsiteY55515"/>
              </a:cxn>
              <a:cxn ang="0">
                <a:pos x="connsiteX55516" y="connsiteY55516"/>
              </a:cxn>
              <a:cxn ang="0">
                <a:pos x="connsiteX55517" y="connsiteY55517"/>
              </a:cxn>
              <a:cxn ang="0">
                <a:pos x="connsiteX55518" y="connsiteY55518"/>
              </a:cxn>
              <a:cxn ang="0">
                <a:pos x="connsiteX55519" y="connsiteY55519"/>
              </a:cxn>
              <a:cxn ang="0">
                <a:pos x="connsiteX55520" y="connsiteY55520"/>
              </a:cxn>
              <a:cxn ang="0">
                <a:pos x="connsiteX55521" y="connsiteY55521"/>
              </a:cxn>
              <a:cxn ang="0">
                <a:pos x="connsiteX55522" y="connsiteY55522"/>
              </a:cxn>
              <a:cxn ang="0">
                <a:pos x="connsiteX55523" y="connsiteY55523"/>
              </a:cxn>
              <a:cxn ang="0">
                <a:pos x="connsiteX55524" y="connsiteY55524"/>
              </a:cxn>
              <a:cxn ang="0">
                <a:pos x="connsiteX55525" y="connsiteY55525"/>
              </a:cxn>
              <a:cxn ang="0">
                <a:pos x="connsiteX55526" y="connsiteY55526"/>
              </a:cxn>
              <a:cxn ang="0">
                <a:pos x="connsiteX55527" y="connsiteY55527"/>
              </a:cxn>
              <a:cxn ang="0">
                <a:pos x="connsiteX55528" y="connsiteY55528"/>
              </a:cxn>
              <a:cxn ang="0">
                <a:pos x="connsiteX55529" y="connsiteY55529"/>
              </a:cxn>
              <a:cxn ang="0">
                <a:pos x="connsiteX55530" y="connsiteY55530"/>
              </a:cxn>
              <a:cxn ang="0">
                <a:pos x="connsiteX55531" y="connsiteY55531"/>
              </a:cxn>
              <a:cxn ang="0">
                <a:pos x="connsiteX55532" y="connsiteY55532"/>
              </a:cxn>
              <a:cxn ang="0">
                <a:pos x="connsiteX55533" y="connsiteY55533"/>
              </a:cxn>
              <a:cxn ang="0">
                <a:pos x="connsiteX55534" y="connsiteY55534"/>
              </a:cxn>
              <a:cxn ang="0">
                <a:pos x="connsiteX55535" y="connsiteY55535"/>
              </a:cxn>
              <a:cxn ang="0">
                <a:pos x="connsiteX55536" y="connsiteY55536"/>
              </a:cxn>
              <a:cxn ang="0">
                <a:pos x="connsiteX55537" y="connsiteY55537"/>
              </a:cxn>
              <a:cxn ang="0">
                <a:pos x="connsiteX55538" y="connsiteY55538"/>
              </a:cxn>
              <a:cxn ang="0">
                <a:pos x="connsiteX55539" y="connsiteY55539"/>
              </a:cxn>
              <a:cxn ang="0">
                <a:pos x="connsiteX55540" y="connsiteY55540"/>
              </a:cxn>
              <a:cxn ang="0">
                <a:pos x="connsiteX55541" y="connsiteY55541"/>
              </a:cxn>
              <a:cxn ang="0">
                <a:pos x="connsiteX55542" y="connsiteY55542"/>
              </a:cxn>
              <a:cxn ang="0">
                <a:pos x="connsiteX55543" y="connsiteY55543"/>
              </a:cxn>
              <a:cxn ang="0">
                <a:pos x="connsiteX55544" y="connsiteY55544"/>
              </a:cxn>
              <a:cxn ang="0">
                <a:pos x="connsiteX55545" y="connsiteY55545"/>
              </a:cxn>
              <a:cxn ang="0">
                <a:pos x="connsiteX55546" y="connsiteY55546"/>
              </a:cxn>
              <a:cxn ang="0">
                <a:pos x="connsiteX55547" y="connsiteY55547"/>
              </a:cxn>
              <a:cxn ang="0">
                <a:pos x="connsiteX55548" y="connsiteY55548"/>
              </a:cxn>
              <a:cxn ang="0">
                <a:pos x="connsiteX55549" y="connsiteY55549"/>
              </a:cxn>
              <a:cxn ang="0">
                <a:pos x="connsiteX55550" y="connsiteY55550"/>
              </a:cxn>
              <a:cxn ang="0">
                <a:pos x="connsiteX55551" y="connsiteY55551"/>
              </a:cxn>
              <a:cxn ang="0">
                <a:pos x="connsiteX55552" y="connsiteY55552"/>
              </a:cxn>
              <a:cxn ang="0">
                <a:pos x="connsiteX55553" y="connsiteY55553"/>
              </a:cxn>
              <a:cxn ang="0">
                <a:pos x="connsiteX55554" y="connsiteY55554"/>
              </a:cxn>
              <a:cxn ang="0">
                <a:pos x="connsiteX55555" y="connsiteY55555"/>
              </a:cxn>
              <a:cxn ang="0">
                <a:pos x="connsiteX55556" y="connsiteY55556"/>
              </a:cxn>
              <a:cxn ang="0">
                <a:pos x="connsiteX55557" y="connsiteY55557"/>
              </a:cxn>
              <a:cxn ang="0">
                <a:pos x="connsiteX55558" y="connsiteY55558"/>
              </a:cxn>
              <a:cxn ang="0">
                <a:pos x="connsiteX55559" y="connsiteY55559"/>
              </a:cxn>
              <a:cxn ang="0">
                <a:pos x="connsiteX55560" y="connsiteY55560"/>
              </a:cxn>
              <a:cxn ang="0">
                <a:pos x="connsiteX55561" y="connsiteY55561"/>
              </a:cxn>
              <a:cxn ang="0">
                <a:pos x="connsiteX55562" y="connsiteY55562"/>
              </a:cxn>
              <a:cxn ang="0">
                <a:pos x="connsiteX55563" y="connsiteY55563"/>
              </a:cxn>
              <a:cxn ang="0">
                <a:pos x="connsiteX55564" y="connsiteY55564"/>
              </a:cxn>
              <a:cxn ang="0">
                <a:pos x="connsiteX55565" y="connsiteY55565"/>
              </a:cxn>
              <a:cxn ang="0">
                <a:pos x="connsiteX55566" y="connsiteY55566"/>
              </a:cxn>
              <a:cxn ang="0">
                <a:pos x="connsiteX55567" y="connsiteY55567"/>
              </a:cxn>
              <a:cxn ang="0">
                <a:pos x="connsiteX55568" y="connsiteY55568"/>
              </a:cxn>
              <a:cxn ang="0">
                <a:pos x="connsiteX55569" y="connsiteY55569"/>
              </a:cxn>
              <a:cxn ang="0">
                <a:pos x="connsiteX55570" y="connsiteY55570"/>
              </a:cxn>
              <a:cxn ang="0">
                <a:pos x="connsiteX55571" y="connsiteY55571"/>
              </a:cxn>
              <a:cxn ang="0">
                <a:pos x="connsiteX55572" y="connsiteY55572"/>
              </a:cxn>
              <a:cxn ang="0">
                <a:pos x="connsiteX55573" y="connsiteY55573"/>
              </a:cxn>
              <a:cxn ang="0">
                <a:pos x="connsiteX55574" y="connsiteY55574"/>
              </a:cxn>
              <a:cxn ang="0">
                <a:pos x="connsiteX55575" y="connsiteY55575"/>
              </a:cxn>
              <a:cxn ang="0">
                <a:pos x="connsiteX55576" y="connsiteY55576"/>
              </a:cxn>
              <a:cxn ang="0">
                <a:pos x="connsiteX55577" y="connsiteY55577"/>
              </a:cxn>
              <a:cxn ang="0">
                <a:pos x="connsiteX55578" y="connsiteY55578"/>
              </a:cxn>
              <a:cxn ang="0">
                <a:pos x="connsiteX55579" y="connsiteY55579"/>
              </a:cxn>
              <a:cxn ang="0">
                <a:pos x="connsiteX55580" y="connsiteY55580"/>
              </a:cxn>
              <a:cxn ang="0">
                <a:pos x="connsiteX55581" y="connsiteY55581"/>
              </a:cxn>
              <a:cxn ang="0">
                <a:pos x="connsiteX55582" y="connsiteY55582"/>
              </a:cxn>
              <a:cxn ang="0">
                <a:pos x="connsiteX55583" y="connsiteY55583"/>
              </a:cxn>
              <a:cxn ang="0">
                <a:pos x="connsiteX55584" y="connsiteY55584"/>
              </a:cxn>
              <a:cxn ang="0">
                <a:pos x="connsiteX55585" y="connsiteY55585"/>
              </a:cxn>
              <a:cxn ang="0">
                <a:pos x="connsiteX55586" y="connsiteY55586"/>
              </a:cxn>
              <a:cxn ang="0">
                <a:pos x="connsiteX55587" y="connsiteY55587"/>
              </a:cxn>
              <a:cxn ang="0">
                <a:pos x="connsiteX55588" y="connsiteY55588"/>
              </a:cxn>
              <a:cxn ang="0">
                <a:pos x="connsiteX55589" y="connsiteY55589"/>
              </a:cxn>
              <a:cxn ang="0">
                <a:pos x="connsiteX55590" y="connsiteY55590"/>
              </a:cxn>
              <a:cxn ang="0">
                <a:pos x="connsiteX55591" y="connsiteY55591"/>
              </a:cxn>
              <a:cxn ang="0">
                <a:pos x="connsiteX55592" y="connsiteY55592"/>
              </a:cxn>
              <a:cxn ang="0">
                <a:pos x="connsiteX55593" y="connsiteY55593"/>
              </a:cxn>
              <a:cxn ang="0">
                <a:pos x="connsiteX55594" y="connsiteY55594"/>
              </a:cxn>
              <a:cxn ang="0">
                <a:pos x="connsiteX55595" y="connsiteY55595"/>
              </a:cxn>
              <a:cxn ang="0">
                <a:pos x="connsiteX55596" y="connsiteY55596"/>
              </a:cxn>
              <a:cxn ang="0">
                <a:pos x="connsiteX55597" y="connsiteY55597"/>
              </a:cxn>
              <a:cxn ang="0">
                <a:pos x="connsiteX55598" y="connsiteY55598"/>
              </a:cxn>
              <a:cxn ang="0">
                <a:pos x="connsiteX55599" y="connsiteY55599"/>
              </a:cxn>
              <a:cxn ang="0">
                <a:pos x="connsiteX55600" y="connsiteY55600"/>
              </a:cxn>
              <a:cxn ang="0">
                <a:pos x="connsiteX55601" y="connsiteY55601"/>
              </a:cxn>
              <a:cxn ang="0">
                <a:pos x="connsiteX55602" y="connsiteY55602"/>
              </a:cxn>
              <a:cxn ang="0">
                <a:pos x="connsiteX55603" y="connsiteY55603"/>
              </a:cxn>
              <a:cxn ang="0">
                <a:pos x="connsiteX55604" y="connsiteY55604"/>
              </a:cxn>
              <a:cxn ang="0">
                <a:pos x="connsiteX55605" y="connsiteY55605"/>
              </a:cxn>
              <a:cxn ang="0">
                <a:pos x="connsiteX55606" y="connsiteY55606"/>
              </a:cxn>
              <a:cxn ang="0">
                <a:pos x="connsiteX55607" y="connsiteY55607"/>
              </a:cxn>
              <a:cxn ang="0">
                <a:pos x="connsiteX55608" y="connsiteY55608"/>
              </a:cxn>
              <a:cxn ang="0">
                <a:pos x="connsiteX55609" y="connsiteY55609"/>
              </a:cxn>
              <a:cxn ang="0">
                <a:pos x="connsiteX55610" y="connsiteY55610"/>
              </a:cxn>
              <a:cxn ang="0">
                <a:pos x="connsiteX55611" y="connsiteY55611"/>
              </a:cxn>
              <a:cxn ang="0">
                <a:pos x="connsiteX55612" y="connsiteY55612"/>
              </a:cxn>
              <a:cxn ang="0">
                <a:pos x="connsiteX55613" y="connsiteY55613"/>
              </a:cxn>
              <a:cxn ang="0">
                <a:pos x="connsiteX55614" y="connsiteY55614"/>
              </a:cxn>
              <a:cxn ang="0">
                <a:pos x="connsiteX55615" y="connsiteY55615"/>
              </a:cxn>
              <a:cxn ang="0">
                <a:pos x="connsiteX55616" y="connsiteY55616"/>
              </a:cxn>
              <a:cxn ang="0">
                <a:pos x="connsiteX55617" y="connsiteY55617"/>
              </a:cxn>
              <a:cxn ang="0">
                <a:pos x="connsiteX55618" y="connsiteY55618"/>
              </a:cxn>
              <a:cxn ang="0">
                <a:pos x="connsiteX55619" y="connsiteY55619"/>
              </a:cxn>
              <a:cxn ang="0">
                <a:pos x="connsiteX55620" y="connsiteY55620"/>
              </a:cxn>
              <a:cxn ang="0">
                <a:pos x="connsiteX55621" y="connsiteY55621"/>
              </a:cxn>
              <a:cxn ang="0">
                <a:pos x="connsiteX55622" y="connsiteY55622"/>
              </a:cxn>
              <a:cxn ang="0">
                <a:pos x="connsiteX55623" y="connsiteY55623"/>
              </a:cxn>
              <a:cxn ang="0">
                <a:pos x="connsiteX55624" y="connsiteY55624"/>
              </a:cxn>
              <a:cxn ang="0">
                <a:pos x="connsiteX55625" y="connsiteY55625"/>
              </a:cxn>
              <a:cxn ang="0">
                <a:pos x="connsiteX55626" y="connsiteY55626"/>
              </a:cxn>
              <a:cxn ang="0">
                <a:pos x="connsiteX55627" y="connsiteY55627"/>
              </a:cxn>
              <a:cxn ang="0">
                <a:pos x="connsiteX55628" y="connsiteY55628"/>
              </a:cxn>
              <a:cxn ang="0">
                <a:pos x="connsiteX55629" y="connsiteY55629"/>
              </a:cxn>
              <a:cxn ang="0">
                <a:pos x="connsiteX55630" y="connsiteY55630"/>
              </a:cxn>
              <a:cxn ang="0">
                <a:pos x="connsiteX55631" y="connsiteY55631"/>
              </a:cxn>
              <a:cxn ang="0">
                <a:pos x="connsiteX55632" y="connsiteY55632"/>
              </a:cxn>
              <a:cxn ang="0">
                <a:pos x="connsiteX55633" y="connsiteY55633"/>
              </a:cxn>
              <a:cxn ang="0">
                <a:pos x="connsiteX55634" y="connsiteY55634"/>
              </a:cxn>
              <a:cxn ang="0">
                <a:pos x="connsiteX55635" y="connsiteY55635"/>
              </a:cxn>
              <a:cxn ang="0">
                <a:pos x="connsiteX55636" y="connsiteY55636"/>
              </a:cxn>
              <a:cxn ang="0">
                <a:pos x="connsiteX55637" y="connsiteY55637"/>
              </a:cxn>
              <a:cxn ang="0">
                <a:pos x="connsiteX55638" y="connsiteY55638"/>
              </a:cxn>
              <a:cxn ang="0">
                <a:pos x="connsiteX55639" y="connsiteY55639"/>
              </a:cxn>
              <a:cxn ang="0">
                <a:pos x="connsiteX55640" y="connsiteY55640"/>
              </a:cxn>
              <a:cxn ang="0">
                <a:pos x="connsiteX55641" y="connsiteY55641"/>
              </a:cxn>
              <a:cxn ang="0">
                <a:pos x="connsiteX55642" y="connsiteY55642"/>
              </a:cxn>
              <a:cxn ang="0">
                <a:pos x="connsiteX55643" y="connsiteY55643"/>
              </a:cxn>
              <a:cxn ang="0">
                <a:pos x="connsiteX55644" y="connsiteY55644"/>
              </a:cxn>
              <a:cxn ang="0">
                <a:pos x="connsiteX55645" y="connsiteY55645"/>
              </a:cxn>
              <a:cxn ang="0">
                <a:pos x="connsiteX55646" y="connsiteY55646"/>
              </a:cxn>
              <a:cxn ang="0">
                <a:pos x="connsiteX55647" y="connsiteY55647"/>
              </a:cxn>
              <a:cxn ang="0">
                <a:pos x="connsiteX55648" y="connsiteY55648"/>
              </a:cxn>
              <a:cxn ang="0">
                <a:pos x="connsiteX55649" y="connsiteY55649"/>
              </a:cxn>
              <a:cxn ang="0">
                <a:pos x="connsiteX55650" y="connsiteY55650"/>
              </a:cxn>
              <a:cxn ang="0">
                <a:pos x="connsiteX55651" y="connsiteY55651"/>
              </a:cxn>
              <a:cxn ang="0">
                <a:pos x="connsiteX55652" y="connsiteY55652"/>
              </a:cxn>
              <a:cxn ang="0">
                <a:pos x="connsiteX55653" y="connsiteY55653"/>
              </a:cxn>
              <a:cxn ang="0">
                <a:pos x="connsiteX55654" y="connsiteY55654"/>
              </a:cxn>
              <a:cxn ang="0">
                <a:pos x="connsiteX55655" y="connsiteY55655"/>
              </a:cxn>
              <a:cxn ang="0">
                <a:pos x="connsiteX55656" y="connsiteY55656"/>
              </a:cxn>
              <a:cxn ang="0">
                <a:pos x="connsiteX55657" y="connsiteY55657"/>
              </a:cxn>
              <a:cxn ang="0">
                <a:pos x="connsiteX55658" y="connsiteY55658"/>
              </a:cxn>
              <a:cxn ang="0">
                <a:pos x="connsiteX55659" y="connsiteY55659"/>
              </a:cxn>
              <a:cxn ang="0">
                <a:pos x="connsiteX55660" y="connsiteY55660"/>
              </a:cxn>
              <a:cxn ang="0">
                <a:pos x="connsiteX55661" y="connsiteY55661"/>
              </a:cxn>
              <a:cxn ang="0">
                <a:pos x="connsiteX55662" y="connsiteY55662"/>
              </a:cxn>
              <a:cxn ang="0">
                <a:pos x="connsiteX55663" y="connsiteY55663"/>
              </a:cxn>
              <a:cxn ang="0">
                <a:pos x="connsiteX55664" y="connsiteY55664"/>
              </a:cxn>
              <a:cxn ang="0">
                <a:pos x="connsiteX55665" y="connsiteY55665"/>
              </a:cxn>
              <a:cxn ang="0">
                <a:pos x="connsiteX55666" y="connsiteY55666"/>
              </a:cxn>
              <a:cxn ang="0">
                <a:pos x="connsiteX55667" y="connsiteY55667"/>
              </a:cxn>
              <a:cxn ang="0">
                <a:pos x="connsiteX55668" y="connsiteY55668"/>
              </a:cxn>
              <a:cxn ang="0">
                <a:pos x="connsiteX55669" y="connsiteY55669"/>
              </a:cxn>
              <a:cxn ang="0">
                <a:pos x="connsiteX55670" y="connsiteY55670"/>
              </a:cxn>
              <a:cxn ang="0">
                <a:pos x="connsiteX55671" y="connsiteY55671"/>
              </a:cxn>
              <a:cxn ang="0">
                <a:pos x="connsiteX55672" y="connsiteY55672"/>
              </a:cxn>
              <a:cxn ang="0">
                <a:pos x="connsiteX55673" y="connsiteY55673"/>
              </a:cxn>
              <a:cxn ang="0">
                <a:pos x="connsiteX55674" y="connsiteY55674"/>
              </a:cxn>
              <a:cxn ang="0">
                <a:pos x="connsiteX55675" y="connsiteY55675"/>
              </a:cxn>
              <a:cxn ang="0">
                <a:pos x="connsiteX55676" y="connsiteY55676"/>
              </a:cxn>
              <a:cxn ang="0">
                <a:pos x="connsiteX55677" y="connsiteY55677"/>
              </a:cxn>
              <a:cxn ang="0">
                <a:pos x="connsiteX55678" y="connsiteY55678"/>
              </a:cxn>
              <a:cxn ang="0">
                <a:pos x="connsiteX55679" y="connsiteY55679"/>
              </a:cxn>
              <a:cxn ang="0">
                <a:pos x="connsiteX55680" y="connsiteY55680"/>
              </a:cxn>
              <a:cxn ang="0">
                <a:pos x="connsiteX55681" y="connsiteY55681"/>
              </a:cxn>
              <a:cxn ang="0">
                <a:pos x="connsiteX55682" y="connsiteY55682"/>
              </a:cxn>
              <a:cxn ang="0">
                <a:pos x="connsiteX55683" y="connsiteY55683"/>
              </a:cxn>
              <a:cxn ang="0">
                <a:pos x="connsiteX55684" y="connsiteY55684"/>
              </a:cxn>
              <a:cxn ang="0">
                <a:pos x="connsiteX55685" y="connsiteY55685"/>
              </a:cxn>
              <a:cxn ang="0">
                <a:pos x="connsiteX55686" y="connsiteY55686"/>
              </a:cxn>
              <a:cxn ang="0">
                <a:pos x="connsiteX55687" y="connsiteY55687"/>
              </a:cxn>
              <a:cxn ang="0">
                <a:pos x="connsiteX55688" y="connsiteY55688"/>
              </a:cxn>
              <a:cxn ang="0">
                <a:pos x="connsiteX55689" y="connsiteY55689"/>
              </a:cxn>
              <a:cxn ang="0">
                <a:pos x="connsiteX55690" y="connsiteY55690"/>
              </a:cxn>
              <a:cxn ang="0">
                <a:pos x="connsiteX55691" y="connsiteY55691"/>
              </a:cxn>
              <a:cxn ang="0">
                <a:pos x="connsiteX55692" y="connsiteY55692"/>
              </a:cxn>
              <a:cxn ang="0">
                <a:pos x="connsiteX55693" y="connsiteY55693"/>
              </a:cxn>
              <a:cxn ang="0">
                <a:pos x="connsiteX55694" y="connsiteY55694"/>
              </a:cxn>
              <a:cxn ang="0">
                <a:pos x="connsiteX55695" y="connsiteY55695"/>
              </a:cxn>
              <a:cxn ang="0">
                <a:pos x="connsiteX55696" y="connsiteY55696"/>
              </a:cxn>
              <a:cxn ang="0">
                <a:pos x="connsiteX55697" y="connsiteY55697"/>
              </a:cxn>
              <a:cxn ang="0">
                <a:pos x="connsiteX55698" y="connsiteY55698"/>
              </a:cxn>
              <a:cxn ang="0">
                <a:pos x="connsiteX55699" y="connsiteY55699"/>
              </a:cxn>
              <a:cxn ang="0">
                <a:pos x="connsiteX55700" y="connsiteY55700"/>
              </a:cxn>
              <a:cxn ang="0">
                <a:pos x="connsiteX55701" y="connsiteY55701"/>
              </a:cxn>
              <a:cxn ang="0">
                <a:pos x="connsiteX55702" y="connsiteY55702"/>
              </a:cxn>
              <a:cxn ang="0">
                <a:pos x="connsiteX55703" y="connsiteY55703"/>
              </a:cxn>
              <a:cxn ang="0">
                <a:pos x="connsiteX55704" y="connsiteY55704"/>
              </a:cxn>
              <a:cxn ang="0">
                <a:pos x="connsiteX55705" y="connsiteY55705"/>
              </a:cxn>
              <a:cxn ang="0">
                <a:pos x="connsiteX55706" y="connsiteY55706"/>
              </a:cxn>
              <a:cxn ang="0">
                <a:pos x="connsiteX55707" y="connsiteY55707"/>
              </a:cxn>
              <a:cxn ang="0">
                <a:pos x="connsiteX55708" y="connsiteY55708"/>
              </a:cxn>
              <a:cxn ang="0">
                <a:pos x="connsiteX55709" y="connsiteY55709"/>
              </a:cxn>
              <a:cxn ang="0">
                <a:pos x="connsiteX55710" y="connsiteY55710"/>
              </a:cxn>
              <a:cxn ang="0">
                <a:pos x="connsiteX55711" y="connsiteY55711"/>
              </a:cxn>
              <a:cxn ang="0">
                <a:pos x="connsiteX55712" y="connsiteY55712"/>
              </a:cxn>
              <a:cxn ang="0">
                <a:pos x="connsiteX55713" y="connsiteY55713"/>
              </a:cxn>
              <a:cxn ang="0">
                <a:pos x="connsiteX55714" y="connsiteY55714"/>
              </a:cxn>
              <a:cxn ang="0">
                <a:pos x="connsiteX55715" y="connsiteY55715"/>
              </a:cxn>
              <a:cxn ang="0">
                <a:pos x="connsiteX55716" y="connsiteY55716"/>
              </a:cxn>
              <a:cxn ang="0">
                <a:pos x="connsiteX55717" y="connsiteY55717"/>
              </a:cxn>
              <a:cxn ang="0">
                <a:pos x="connsiteX55718" y="connsiteY55718"/>
              </a:cxn>
              <a:cxn ang="0">
                <a:pos x="connsiteX55719" y="connsiteY55719"/>
              </a:cxn>
              <a:cxn ang="0">
                <a:pos x="connsiteX55720" y="connsiteY55720"/>
              </a:cxn>
              <a:cxn ang="0">
                <a:pos x="connsiteX55721" y="connsiteY55721"/>
              </a:cxn>
              <a:cxn ang="0">
                <a:pos x="connsiteX55722" y="connsiteY55722"/>
              </a:cxn>
              <a:cxn ang="0">
                <a:pos x="connsiteX55723" y="connsiteY55723"/>
              </a:cxn>
              <a:cxn ang="0">
                <a:pos x="connsiteX55724" y="connsiteY55724"/>
              </a:cxn>
              <a:cxn ang="0">
                <a:pos x="connsiteX55725" y="connsiteY55725"/>
              </a:cxn>
              <a:cxn ang="0">
                <a:pos x="connsiteX55726" y="connsiteY55726"/>
              </a:cxn>
              <a:cxn ang="0">
                <a:pos x="connsiteX55727" y="connsiteY55727"/>
              </a:cxn>
              <a:cxn ang="0">
                <a:pos x="connsiteX55728" y="connsiteY55728"/>
              </a:cxn>
              <a:cxn ang="0">
                <a:pos x="connsiteX55729" y="connsiteY55729"/>
              </a:cxn>
              <a:cxn ang="0">
                <a:pos x="connsiteX55730" y="connsiteY55730"/>
              </a:cxn>
              <a:cxn ang="0">
                <a:pos x="connsiteX55731" y="connsiteY55731"/>
              </a:cxn>
              <a:cxn ang="0">
                <a:pos x="connsiteX55732" y="connsiteY55732"/>
              </a:cxn>
              <a:cxn ang="0">
                <a:pos x="connsiteX55733" y="connsiteY55733"/>
              </a:cxn>
              <a:cxn ang="0">
                <a:pos x="connsiteX55734" y="connsiteY55734"/>
              </a:cxn>
              <a:cxn ang="0">
                <a:pos x="connsiteX55735" y="connsiteY55735"/>
              </a:cxn>
              <a:cxn ang="0">
                <a:pos x="connsiteX55736" y="connsiteY55736"/>
              </a:cxn>
              <a:cxn ang="0">
                <a:pos x="connsiteX55737" y="connsiteY55737"/>
              </a:cxn>
              <a:cxn ang="0">
                <a:pos x="connsiteX55738" y="connsiteY55738"/>
              </a:cxn>
              <a:cxn ang="0">
                <a:pos x="connsiteX55739" y="connsiteY55739"/>
              </a:cxn>
              <a:cxn ang="0">
                <a:pos x="connsiteX55740" y="connsiteY55740"/>
              </a:cxn>
              <a:cxn ang="0">
                <a:pos x="connsiteX55741" y="connsiteY55741"/>
              </a:cxn>
              <a:cxn ang="0">
                <a:pos x="connsiteX55742" y="connsiteY55742"/>
              </a:cxn>
              <a:cxn ang="0">
                <a:pos x="connsiteX55743" y="connsiteY55743"/>
              </a:cxn>
              <a:cxn ang="0">
                <a:pos x="connsiteX55744" y="connsiteY55744"/>
              </a:cxn>
              <a:cxn ang="0">
                <a:pos x="connsiteX55745" y="connsiteY55745"/>
              </a:cxn>
              <a:cxn ang="0">
                <a:pos x="connsiteX55746" y="connsiteY55746"/>
              </a:cxn>
              <a:cxn ang="0">
                <a:pos x="connsiteX55747" y="connsiteY55747"/>
              </a:cxn>
              <a:cxn ang="0">
                <a:pos x="connsiteX55748" y="connsiteY55748"/>
              </a:cxn>
              <a:cxn ang="0">
                <a:pos x="connsiteX55749" y="connsiteY55749"/>
              </a:cxn>
              <a:cxn ang="0">
                <a:pos x="connsiteX55750" y="connsiteY55750"/>
              </a:cxn>
              <a:cxn ang="0">
                <a:pos x="connsiteX55751" y="connsiteY55751"/>
              </a:cxn>
              <a:cxn ang="0">
                <a:pos x="connsiteX55752" y="connsiteY55752"/>
              </a:cxn>
              <a:cxn ang="0">
                <a:pos x="connsiteX55753" y="connsiteY55753"/>
              </a:cxn>
              <a:cxn ang="0">
                <a:pos x="connsiteX55754" y="connsiteY55754"/>
              </a:cxn>
              <a:cxn ang="0">
                <a:pos x="connsiteX55755" y="connsiteY55755"/>
              </a:cxn>
              <a:cxn ang="0">
                <a:pos x="connsiteX55756" y="connsiteY55756"/>
              </a:cxn>
              <a:cxn ang="0">
                <a:pos x="connsiteX55757" y="connsiteY55757"/>
              </a:cxn>
              <a:cxn ang="0">
                <a:pos x="connsiteX55758" y="connsiteY55758"/>
              </a:cxn>
              <a:cxn ang="0">
                <a:pos x="connsiteX55759" y="connsiteY55759"/>
              </a:cxn>
              <a:cxn ang="0">
                <a:pos x="connsiteX55760" y="connsiteY55760"/>
              </a:cxn>
              <a:cxn ang="0">
                <a:pos x="connsiteX55761" y="connsiteY55761"/>
              </a:cxn>
              <a:cxn ang="0">
                <a:pos x="connsiteX55762" y="connsiteY55762"/>
              </a:cxn>
              <a:cxn ang="0">
                <a:pos x="connsiteX55763" y="connsiteY55763"/>
              </a:cxn>
              <a:cxn ang="0">
                <a:pos x="connsiteX55764" y="connsiteY55764"/>
              </a:cxn>
              <a:cxn ang="0">
                <a:pos x="connsiteX55765" y="connsiteY55765"/>
              </a:cxn>
              <a:cxn ang="0">
                <a:pos x="connsiteX55766" y="connsiteY55766"/>
              </a:cxn>
              <a:cxn ang="0">
                <a:pos x="connsiteX55767" y="connsiteY55767"/>
              </a:cxn>
              <a:cxn ang="0">
                <a:pos x="connsiteX55768" y="connsiteY55768"/>
              </a:cxn>
              <a:cxn ang="0">
                <a:pos x="connsiteX55769" y="connsiteY55769"/>
              </a:cxn>
              <a:cxn ang="0">
                <a:pos x="connsiteX55770" y="connsiteY55770"/>
              </a:cxn>
              <a:cxn ang="0">
                <a:pos x="connsiteX55771" y="connsiteY55771"/>
              </a:cxn>
              <a:cxn ang="0">
                <a:pos x="connsiteX55772" y="connsiteY55772"/>
              </a:cxn>
              <a:cxn ang="0">
                <a:pos x="connsiteX55773" y="connsiteY55773"/>
              </a:cxn>
              <a:cxn ang="0">
                <a:pos x="connsiteX55774" y="connsiteY55774"/>
              </a:cxn>
              <a:cxn ang="0">
                <a:pos x="connsiteX55775" y="connsiteY55775"/>
              </a:cxn>
              <a:cxn ang="0">
                <a:pos x="connsiteX55776" y="connsiteY55776"/>
              </a:cxn>
              <a:cxn ang="0">
                <a:pos x="connsiteX55777" y="connsiteY55777"/>
              </a:cxn>
              <a:cxn ang="0">
                <a:pos x="connsiteX55778" y="connsiteY55778"/>
              </a:cxn>
              <a:cxn ang="0">
                <a:pos x="connsiteX55779" y="connsiteY55779"/>
              </a:cxn>
              <a:cxn ang="0">
                <a:pos x="connsiteX55780" y="connsiteY55780"/>
              </a:cxn>
              <a:cxn ang="0">
                <a:pos x="connsiteX55781" y="connsiteY55781"/>
              </a:cxn>
              <a:cxn ang="0">
                <a:pos x="connsiteX55782" y="connsiteY55782"/>
              </a:cxn>
              <a:cxn ang="0">
                <a:pos x="connsiteX55783" y="connsiteY55783"/>
              </a:cxn>
              <a:cxn ang="0">
                <a:pos x="connsiteX55784" y="connsiteY55784"/>
              </a:cxn>
              <a:cxn ang="0">
                <a:pos x="connsiteX55785" y="connsiteY55785"/>
              </a:cxn>
              <a:cxn ang="0">
                <a:pos x="connsiteX55786" y="connsiteY55786"/>
              </a:cxn>
              <a:cxn ang="0">
                <a:pos x="connsiteX55787" y="connsiteY55787"/>
              </a:cxn>
              <a:cxn ang="0">
                <a:pos x="connsiteX55788" y="connsiteY55788"/>
              </a:cxn>
              <a:cxn ang="0">
                <a:pos x="connsiteX55789" y="connsiteY55789"/>
              </a:cxn>
              <a:cxn ang="0">
                <a:pos x="connsiteX55790" y="connsiteY55790"/>
              </a:cxn>
              <a:cxn ang="0">
                <a:pos x="connsiteX55791" y="connsiteY55791"/>
              </a:cxn>
              <a:cxn ang="0">
                <a:pos x="connsiteX55792" y="connsiteY55792"/>
              </a:cxn>
              <a:cxn ang="0">
                <a:pos x="connsiteX55793" y="connsiteY55793"/>
              </a:cxn>
              <a:cxn ang="0">
                <a:pos x="connsiteX55794" y="connsiteY55794"/>
              </a:cxn>
              <a:cxn ang="0">
                <a:pos x="connsiteX55795" y="connsiteY55795"/>
              </a:cxn>
              <a:cxn ang="0">
                <a:pos x="connsiteX55796" y="connsiteY55796"/>
              </a:cxn>
              <a:cxn ang="0">
                <a:pos x="connsiteX55797" y="connsiteY55797"/>
              </a:cxn>
              <a:cxn ang="0">
                <a:pos x="connsiteX55798" y="connsiteY55798"/>
              </a:cxn>
              <a:cxn ang="0">
                <a:pos x="connsiteX55799" y="connsiteY55799"/>
              </a:cxn>
              <a:cxn ang="0">
                <a:pos x="connsiteX55800" y="connsiteY55800"/>
              </a:cxn>
              <a:cxn ang="0">
                <a:pos x="connsiteX55801" y="connsiteY55801"/>
              </a:cxn>
              <a:cxn ang="0">
                <a:pos x="connsiteX55802" y="connsiteY55802"/>
              </a:cxn>
              <a:cxn ang="0">
                <a:pos x="connsiteX55803" y="connsiteY55803"/>
              </a:cxn>
              <a:cxn ang="0">
                <a:pos x="connsiteX55804" y="connsiteY55804"/>
              </a:cxn>
              <a:cxn ang="0">
                <a:pos x="connsiteX55805" y="connsiteY55805"/>
              </a:cxn>
              <a:cxn ang="0">
                <a:pos x="connsiteX55806" y="connsiteY55806"/>
              </a:cxn>
              <a:cxn ang="0">
                <a:pos x="connsiteX55807" y="connsiteY55807"/>
              </a:cxn>
              <a:cxn ang="0">
                <a:pos x="connsiteX55808" y="connsiteY55808"/>
              </a:cxn>
              <a:cxn ang="0">
                <a:pos x="connsiteX55809" y="connsiteY55809"/>
              </a:cxn>
              <a:cxn ang="0">
                <a:pos x="connsiteX55810" y="connsiteY55810"/>
              </a:cxn>
              <a:cxn ang="0">
                <a:pos x="connsiteX55811" y="connsiteY55811"/>
              </a:cxn>
              <a:cxn ang="0">
                <a:pos x="connsiteX55812" y="connsiteY55812"/>
              </a:cxn>
              <a:cxn ang="0">
                <a:pos x="connsiteX55813" y="connsiteY55813"/>
              </a:cxn>
              <a:cxn ang="0">
                <a:pos x="connsiteX55814" y="connsiteY55814"/>
              </a:cxn>
              <a:cxn ang="0">
                <a:pos x="connsiteX55815" y="connsiteY55815"/>
              </a:cxn>
              <a:cxn ang="0">
                <a:pos x="connsiteX55816" y="connsiteY55816"/>
              </a:cxn>
              <a:cxn ang="0">
                <a:pos x="connsiteX55817" y="connsiteY55817"/>
              </a:cxn>
              <a:cxn ang="0">
                <a:pos x="connsiteX55818" y="connsiteY55818"/>
              </a:cxn>
              <a:cxn ang="0">
                <a:pos x="connsiteX55819" y="connsiteY55819"/>
              </a:cxn>
              <a:cxn ang="0">
                <a:pos x="connsiteX55820" y="connsiteY55820"/>
              </a:cxn>
              <a:cxn ang="0">
                <a:pos x="connsiteX55821" y="connsiteY55821"/>
              </a:cxn>
              <a:cxn ang="0">
                <a:pos x="connsiteX55822" y="connsiteY55822"/>
              </a:cxn>
              <a:cxn ang="0">
                <a:pos x="connsiteX55823" y="connsiteY55823"/>
              </a:cxn>
              <a:cxn ang="0">
                <a:pos x="connsiteX55824" y="connsiteY55824"/>
              </a:cxn>
              <a:cxn ang="0">
                <a:pos x="connsiteX55825" y="connsiteY55825"/>
              </a:cxn>
              <a:cxn ang="0">
                <a:pos x="connsiteX55826" y="connsiteY55826"/>
              </a:cxn>
              <a:cxn ang="0">
                <a:pos x="connsiteX55827" y="connsiteY55827"/>
              </a:cxn>
              <a:cxn ang="0">
                <a:pos x="connsiteX55828" y="connsiteY55828"/>
              </a:cxn>
              <a:cxn ang="0">
                <a:pos x="connsiteX55829" y="connsiteY55829"/>
              </a:cxn>
              <a:cxn ang="0">
                <a:pos x="connsiteX55830" y="connsiteY55830"/>
              </a:cxn>
              <a:cxn ang="0">
                <a:pos x="connsiteX55831" y="connsiteY55831"/>
              </a:cxn>
              <a:cxn ang="0">
                <a:pos x="connsiteX55832" y="connsiteY55832"/>
              </a:cxn>
              <a:cxn ang="0">
                <a:pos x="connsiteX55833" y="connsiteY55833"/>
              </a:cxn>
              <a:cxn ang="0">
                <a:pos x="connsiteX55834" y="connsiteY55834"/>
              </a:cxn>
              <a:cxn ang="0">
                <a:pos x="connsiteX55835" y="connsiteY55835"/>
              </a:cxn>
              <a:cxn ang="0">
                <a:pos x="connsiteX55836" y="connsiteY55836"/>
              </a:cxn>
              <a:cxn ang="0">
                <a:pos x="connsiteX55837" y="connsiteY55837"/>
              </a:cxn>
              <a:cxn ang="0">
                <a:pos x="connsiteX55838" y="connsiteY55838"/>
              </a:cxn>
              <a:cxn ang="0">
                <a:pos x="connsiteX55839" y="connsiteY55839"/>
              </a:cxn>
              <a:cxn ang="0">
                <a:pos x="connsiteX55840" y="connsiteY55840"/>
              </a:cxn>
              <a:cxn ang="0">
                <a:pos x="connsiteX55841" y="connsiteY55841"/>
              </a:cxn>
              <a:cxn ang="0">
                <a:pos x="connsiteX55842" y="connsiteY55842"/>
              </a:cxn>
              <a:cxn ang="0">
                <a:pos x="connsiteX55843" y="connsiteY55843"/>
              </a:cxn>
              <a:cxn ang="0">
                <a:pos x="connsiteX55844" y="connsiteY55844"/>
              </a:cxn>
              <a:cxn ang="0">
                <a:pos x="connsiteX55845" y="connsiteY55845"/>
              </a:cxn>
              <a:cxn ang="0">
                <a:pos x="connsiteX55846" y="connsiteY55846"/>
              </a:cxn>
              <a:cxn ang="0">
                <a:pos x="connsiteX55847" y="connsiteY55847"/>
              </a:cxn>
              <a:cxn ang="0">
                <a:pos x="connsiteX55848" y="connsiteY55848"/>
              </a:cxn>
              <a:cxn ang="0">
                <a:pos x="connsiteX55849" y="connsiteY55849"/>
              </a:cxn>
              <a:cxn ang="0">
                <a:pos x="connsiteX55850" y="connsiteY55850"/>
              </a:cxn>
              <a:cxn ang="0">
                <a:pos x="connsiteX55851" y="connsiteY55851"/>
              </a:cxn>
              <a:cxn ang="0">
                <a:pos x="connsiteX55852" y="connsiteY55852"/>
              </a:cxn>
              <a:cxn ang="0">
                <a:pos x="connsiteX55853" y="connsiteY55853"/>
              </a:cxn>
              <a:cxn ang="0">
                <a:pos x="connsiteX55854" y="connsiteY55854"/>
              </a:cxn>
              <a:cxn ang="0">
                <a:pos x="connsiteX55855" y="connsiteY55855"/>
              </a:cxn>
              <a:cxn ang="0">
                <a:pos x="connsiteX55856" y="connsiteY55856"/>
              </a:cxn>
              <a:cxn ang="0">
                <a:pos x="connsiteX55857" y="connsiteY55857"/>
              </a:cxn>
              <a:cxn ang="0">
                <a:pos x="connsiteX55858" y="connsiteY55858"/>
              </a:cxn>
              <a:cxn ang="0">
                <a:pos x="connsiteX55859" y="connsiteY55859"/>
              </a:cxn>
              <a:cxn ang="0">
                <a:pos x="connsiteX55860" y="connsiteY55860"/>
              </a:cxn>
              <a:cxn ang="0">
                <a:pos x="connsiteX55861" y="connsiteY55861"/>
              </a:cxn>
              <a:cxn ang="0">
                <a:pos x="connsiteX55862" y="connsiteY55862"/>
              </a:cxn>
              <a:cxn ang="0">
                <a:pos x="connsiteX55863" y="connsiteY55863"/>
              </a:cxn>
              <a:cxn ang="0">
                <a:pos x="connsiteX55864" y="connsiteY55864"/>
              </a:cxn>
              <a:cxn ang="0">
                <a:pos x="connsiteX55865" y="connsiteY55865"/>
              </a:cxn>
              <a:cxn ang="0">
                <a:pos x="connsiteX55866" y="connsiteY55866"/>
              </a:cxn>
              <a:cxn ang="0">
                <a:pos x="connsiteX55867" y="connsiteY55867"/>
              </a:cxn>
              <a:cxn ang="0">
                <a:pos x="connsiteX55868" y="connsiteY55868"/>
              </a:cxn>
              <a:cxn ang="0">
                <a:pos x="connsiteX55869" y="connsiteY55869"/>
              </a:cxn>
              <a:cxn ang="0">
                <a:pos x="connsiteX55870" y="connsiteY55870"/>
              </a:cxn>
              <a:cxn ang="0">
                <a:pos x="connsiteX55871" y="connsiteY55871"/>
              </a:cxn>
              <a:cxn ang="0">
                <a:pos x="connsiteX55872" y="connsiteY55872"/>
              </a:cxn>
              <a:cxn ang="0">
                <a:pos x="connsiteX55873" y="connsiteY55873"/>
              </a:cxn>
              <a:cxn ang="0">
                <a:pos x="connsiteX55874" y="connsiteY55874"/>
              </a:cxn>
              <a:cxn ang="0">
                <a:pos x="connsiteX55875" y="connsiteY55875"/>
              </a:cxn>
              <a:cxn ang="0">
                <a:pos x="connsiteX55876" y="connsiteY55876"/>
              </a:cxn>
              <a:cxn ang="0">
                <a:pos x="connsiteX55877" y="connsiteY55877"/>
              </a:cxn>
              <a:cxn ang="0">
                <a:pos x="connsiteX55878" y="connsiteY55878"/>
              </a:cxn>
              <a:cxn ang="0">
                <a:pos x="connsiteX55879" y="connsiteY55879"/>
              </a:cxn>
              <a:cxn ang="0">
                <a:pos x="connsiteX55880" y="connsiteY55880"/>
              </a:cxn>
              <a:cxn ang="0">
                <a:pos x="connsiteX55881" y="connsiteY55881"/>
              </a:cxn>
              <a:cxn ang="0">
                <a:pos x="connsiteX55882" y="connsiteY55882"/>
              </a:cxn>
              <a:cxn ang="0">
                <a:pos x="connsiteX55883" y="connsiteY55883"/>
              </a:cxn>
              <a:cxn ang="0">
                <a:pos x="connsiteX55884" y="connsiteY55884"/>
              </a:cxn>
              <a:cxn ang="0">
                <a:pos x="connsiteX55885" y="connsiteY55885"/>
              </a:cxn>
              <a:cxn ang="0">
                <a:pos x="connsiteX55886" y="connsiteY55886"/>
              </a:cxn>
              <a:cxn ang="0">
                <a:pos x="connsiteX55887" y="connsiteY55887"/>
              </a:cxn>
              <a:cxn ang="0">
                <a:pos x="connsiteX55888" y="connsiteY55888"/>
              </a:cxn>
              <a:cxn ang="0">
                <a:pos x="connsiteX55889" y="connsiteY55889"/>
              </a:cxn>
              <a:cxn ang="0">
                <a:pos x="connsiteX55890" y="connsiteY55890"/>
              </a:cxn>
              <a:cxn ang="0">
                <a:pos x="connsiteX55891" y="connsiteY55891"/>
              </a:cxn>
              <a:cxn ang="0">
                <a:pos x="connsiteX55892" y="connsiteY55892"/>
              </a:cxn>
              <a:cxn ang="0">
                <a:pos x="connsiteX55893" y="connsiteY55893"/>
              </a:cxn>
              <a:cxn ang="0">
                <a:pos x="connsiteX55894" y="connsiteY55894"/>
              </a:cxn>
              <a:cxn ang="0">
                <a:pos x="connsiteX55895" y="connsiteY55895"/>
              </a:cxn>
              <a:cxn ang="0">
                <a:pos x="connsiteX55896" y="connsiteY55896"/>
              </a:cxn>
              <a:cxn ang="0">
                <a:pos x="connsiteX55897" y="connsiteY55897"/>
              </a:cxn>
              <a:cxn ang="0">
                <a:pos x="connsiteX55898" y="connsiteY55898"/>
              </a:cxn>
              <a:cxn ang="0">
                <a:pos x="connsiteX55899" y="connsiteY55899"/>
              </a:cxn>
              <a:cxn ang="0">
                <a:pos x="connsiteX55900" y="connsiteY55900"/>
              </a:cxn>
              <a:cxn ang="0">
                <a:pos x="connsiteX55901" y="connsiteY55901"/>
              </a:cxn>
              <a:cxn ang="0">
                <a:pos x="connsiteX55902" y="connsiteY55902"/>
              </a:cxn>
              <a:cxn ang="0">
                <a:pos x="connsiteX55903" y="connsiteY55903"/>
              </a:cxn>
              <a:cxn ang="0">
                <a:pos x="connsiteX55904" y="connsiteY55904"/>
              </a:cxn>
              <a:cxn ang="0">
                <a:pos x="connsiteX55905" y="connsiteY55905"/>
              </a:cxn>
              <a:cxn ang="0">
                <a:pos x="connsiteX55906" y="connsiteY55906"/>
              </a:cxn>
              <a:cxn ang="0">
                <a:pos x="connsiteX55907" y="connsiteY55907"/>
              </a:cxn>
              <a:cxn ang="0">
                <a:pos x="connsiteX55908" y="connsiteY55908"/>
              </a:cxn>
              <a:cxn ang="0">
                <a:pos x="connsiteX55909" y="connsiteY55909"/>
              </a:cxn>
              <a:cxn ang="0">
                <a:pos x="connsiteX55910" y="connsiteY55910"/>
              </a:cxn>
              <a:cxn ang="0">
                <a:pos x="connsiteX55911" y="connsiteY55911"/>
              </a:cxn>
              <a:cxn ang="0">
                <a:pos x="connsiteX55912" y="connsiteY55912"/>
              </a:cxn>
              <a:cxn ang="0">
                <a:pos x="connsiteX55913" y="connsiteY55913"/>
              </a:cxn>
              <a:cxn ang="0">
                <a:pos x="connsiteX55914" y="connsiteY55914"/>
              </a:cxn>
              <a:cxn ang="0">
                <a:pos x="connsiteX55915" y="connsiteY55915"/>
              </a:cxn>
              <a:cxn ang="0">
                <a:pos x="connsiteX55916" y="connsiteY55916"/>
              </a:cxn>
              <a:cxn ang="0">
                <a:pos x="connsiteX55917" y="connsiteY55917"/>
              </a:cxn>
              <a:cxn ang="0">
                <a:pos x="connsiteX55918" y="connsiteY55918"/>
              </a:cxn>
              <a:cxn ang="0">
                <a:pos x="connsiteX55919" y="connsiteY55919"/>
              </a:cxn>
              <a:cxn ang="0">
                <a:pos x="connsiteX55920" y="connsiteY55920"/>
              </a:cxn>
              <a:cxn ang="0">
                <a:pos x="connsiteX55921" y="connsiteY55921"/>
              </a:cxn>
              <a:cxn ang="0">
                <a:pos x="connsiteX55922" y="connsiteY55922"/>
              </a:cxn>
              <a:cxn ang="0">
                <a:pos x="connsiteX55923" y="connsiteY55923"/>
              </a:cxn>
              <a:cxn ang="0">
                <a:pos x="connsiteX55924" y="connsiteY55924"/>
              </a:cxn>
              <a:cxn ang="0">
                <a:pos x="connsiteX55925" y="connsiteY55925"/>
              </a:cxn>
              <a:cxn ang="0">
                <a:pos x="connsiteX55926" y="connsiteY55926"/>
              </a:cxn>
              <a:cxn ang="0">
                <a:pos x="connsiteX55927" y="connsiteY55927"/>
              </a:cxn>
              <a:cxn ang="0">
                <a:pos x="connsiteX55928" y="connsiteY55928"/>
              </a:cxn>
              <a:cxn ang="0">
                <a:pos x="connsiteX55929" y="connsiteY55929"/>
              </a:cxn>
              <a:cxn ang="0">
                <a:pos x="connsiteX55930" y="connsiteY55930"/>
              </a:cxn>
              <a:cxn ang="0">
                <a:pos x="connsiteX55931" y="connsiteY55931"/>
              </a:cxn>
              <a:cxn ang="0">
                <a:pos x="connsiteX55932" y="connsiteY55932"/>
              </a:cxn>
              <a:cxn ang="0">
                <a:pos x="connsiteX55933" y="connsiteY55933"/>
              </a:cxn>
              <a:cxn ang="0">
                <a:pos x="connsiteX55934" y="connsiteY55934"/>
              </a:cxn>
              <a:cxn ang="0">
                <a:pos x="connsiteX55935" y="connsiteY55935"/>
              </a:cxn>
              <a:cxn ang="0">
                <a:pos x="connsiteX55936" y="connsiteY55936"/>
              </a:cxn>
              <a:cxn ang="0">
                <a:pos x="connsiteX55937" y="connsiteY55937"/>
              </a:cxn>
              <a:cxn ang="0">
                <a:pos x="connsiteX55938" y="connsiteY55938"/>
              </a:cxn>
              <a:cxn ang="0">
                <a:pos x="connsiteX55939" y="connsiteY55939"/>
              </a:cxn>
              <a:cxn ang="0">
                <a:pos x="connsiteX55940" y="connsiteY55940"/>
              </a:cxn>
              <a:cxn ang="0">
                <a:pos x="connsiteX55941" y="connsiteY55941"/>
              </a:cxn>
              <a:cxn ang="0">
                <a:pos x="connsiteX55942" y="connsiteY55942"/>
              </a:cxn>
              <a:cxn ang="0">
                <a:pos x="connsiteX55943" y="connsiteY55943"/>
              </a:cxn>
              <a:cxn ang="0">
                <a:pos x="connsiteX55944" y="connsiteY55944"/>
              </a:cxn>
              <a:cxn ang="0">
                <a:pos x="connsiteX55945" y="connsiteY55945"/>
              </a:cxn>
              <a:cxn ang="0">
                <a:pos x="connsiteX55946" y="connsiteY55946"/>
              </a:cxn>
              <a:cxn ang="0">
                <a:pos x="connsiteX55947" y="connsiteY55947"/>
              </a:cxn>
              <a:cxn ang="0">
                <a:pos x="connsiteX55948" y="connsiteY55948"/>
              </a:cxn>
              <a:cxn ang="0">
                <a:pos x="connsiteX55949" y="connsiteY55949"/>
              </a:cxn>
              <a:cxn ang="0">
                <a:pos x="connsiteX55950" y="connsiteY55950"/>
              </a:cxn>
              <a:cxn ang="0">
                <a:pos x="connsiteX55951" y="connsiteY55951"/>
              </a:cxn>
              <a:cxn ang="0">
                <a:pos x="connsiteX55952" y="connsiteY55952"/>
              </a:cxn>
              <a:cxn ang="0">
                <a:pos x="connsiteX55953" y="connsiteY55953"/>
              </a:cxn>
              <a:cxn ang="0">
                <a:pos x="connsiteX55954" y="connsiteY55954"/>
              </a:cxn>
              <a:cxn ang="0">
                <a:pos x="connsiteX55955" y="connsiteY55955"/>
              </a:cxn>
              <a:cxn ang="0">
                <a:pos x="connsiteX55956" y="connsiteY55956"/>
              </a:cxn>
              <a:cxn ang="0">
                <a:pos x="connsiteX55957" y="connsiteY55957"/>
              </a:cxn>
              <a:cxn ang="0">
                <a:pos x="connsiteX55958" y="connsiteY55958"/>
              </a:cxn>
              <a:cxn ang="0">
                <a:pos x="connsiteX55959" y="connsiteY55959"/>
              </a:cxn>
              <a:cxn ang="0">
                <a:pos x="connsiteX55960" y="connsiteY55960"/>
              </a:cxn>
              <a:cxn ang="0">
                <a:pos x="connsiteX55961" y="connsiteY55961"/>
              </a:cxn>
              <a:cxn ang="0">
                <a:pos x="connsiteX55962" y="connsiteY55962"/>
              </a:cxn>
              <a:cxn ang="0">
                <a:pos x="connsiteX55963" y="connsiteY55963"/>
              </a:cxn>
              <a:cxn ang="0">
                <a:pos x="connsiteX55964" y="connsiteY55964"/>
              </a:cxn>
              <a:cxn ang="0">
                <a:pos x="connsiteX55965" y="connsiteY55965"/>
              </a:cxn>
              <a:cxn ang="0">
                <a:pos x="connsiteX55966" y="connsiteY55966"/>
              </a:cxn>
              <a:cxn ang="0">
                <a:pos x="connsiteX55967" y="connsiteY55967"/>
              </a:cxn>
              <a:cxn ang="0">
                <a:pos x="connsiteX55968" y="connsiteY55968"/>
              </a:cxn>
              <a:cxn ang="0">
                <a:pos x="connsiteX55969" y="connsiteY55969"/>
              </a:cxn>
              <a:cxn ang="0">
                <a:pos x="connsiteX55970" y="connsiteY55970"/>
              </a:cxn>
              <a:cxn ang="0">
                <a:pos x="connsiteX55971" y="connsiteY55971"/>
              </a:cxn>
              <a:cxn ang="0">
                <a:pos x="connsiteX55972" y="connsiteY55972"/>
              </a:cxn>
              <a:cxn ang="0">
                <a:pos x="connsiteX55973" y="connsiteY55973"/>
              </a:cxn>
              <a:cxn ang="0">
                <a:pos x="connsiteX55974" y="connsiteY55974"/>
              </a:cxn>
              <a:cxn ang="0">
                <a:pos x="connsiteX55975" y="connsiteY55975"/>
              </a:cxn>
              <a:cxn ang="0">
                <a:pos x="connsiteX55976" y="connsiteY55976"/>
              </a:cxn>
              <a:cxn ang="0">
                <a:pos x="connsiteX55977" y="connsiteY55977"/>
              </a:cxn>
              <a:cxn ang="0">
                <a:pos x="connsiteX55978" y="connsiteY55978"/>
              </a:cxn>
              <a:cxn ang="0">
                <a:pos x="connsiteX55979" y="connsiteY55979"/>
              </a:cxn>
              <a:cxn ang="0">
                <a:pos x="connsiteX55980" y="connsiteY55980"/>
              </a:cxn>
              <a:cxn ang="0">
                <a:pos x="connsiteX55981" y="connsiteY55981"/>
              </a:cxn>
              <a:cxn ang="0">
                <a:pos x="connsiteX55982" y="connsiteY55982"/>
              </a:cxn>
              <a:cxn ang="0">
                <a:pos x="connsiteX55983" y="connsiteY55983"/>
              </a:cxn>
              <a:cxn ang="0">
                <a:pos x="connsiteX55984" y="connsiteY55984"/>
              </a:cxn>
              <a:cxn ang="0">
                <a:pos x="connsiteX55985" y="connsiteY55985"/>
              </a:cxn>
              <a:cxn ang="0">
                <a:pos x="connsiteX55986" y="connsiteY55986"/>
              </a:cxn>
              <a:cxn ang="0">
                <a:pos x="connsiteX55987" y="connsiteY55987"/>
              </a:cxn>
              <a:cxn ang="0">
                <a:pos x="connsiteX55988" y="connsiteY55988"/>
              </a:cxn>
              <a:cxn ang="0">
                <a:pos x="connsiteX55989" y="connsiteY55989"/>
              </a:cxn>
              <a:cxn ang="0">
                <a:pos x="connsiteX55990" y="connsiteY55990"/>
              </a:cxn>
              <a:cxn ang="0">
                <a:pos x="connsiteX55991" y="connsiteY55991"/>
              </a:cxn>
              <a:cxn ang="0">
                <a:pos x="connsiteX55992" y="connsiteY55992"/>
              </a:cxn>
              <a:cxn ang="0">
                <a:pos x="connsiteX55993" y="connsiteY55993"/>
              </a:cxn>
              <a:cxn ang="0">
                <a:pos x="connsiteX55994" y="connsiteY55994"/>
              </a:cxn>
              <a:cxn ang="0">
                <a:pos x="connsiteX55995" y="connsiteY55995"/>
              </a:cxn>
              <a:cxn ang="0">
                <a:pos x="connsiteX55996" y="connsiteY55996"/>
              </a:cxn>
              <a:cxn ang="0">
                <a:pos x="connsiteX55997" y="connsiteY55997"/>
              </a:cxn>
              <a:cxn ang="0">
                <a:pos x="connsiteX55998" y="connsiteY55998"/>
              </a:cxn>
              <a:cxn ang="0">
                <a:pos x="connsiteX55999" y="connsiteY55999"/>
              </a:cxn>
              <a:cxn ang="0">
                <a:pos x="connsiteX56000" y="connsiteY56000"/>
              </a:cxn>
              <a:cxn ang="0">
                <a:pos x="connsiteX56001" y="connsiteY56001"/>
              </a:cxn>
              <a:cxn ang="0">
                <a:pos x="connsiteX56002" y="connsiteY56002"/>
              </a:cxn>
              <a:cxn ang="0">
                <a:pos x="connsiteX56003" y="connsiteY56003"/>
              </a:cxn>
              <a:cxn ang="0">
                <a:pos x="connsiteX56004" y="connsiteY56004"/>
              </a:cxn>
              <a:cxn ang="0">
                <a:pos x="connsiteX56005" y="connsiteY56005"/>
              </a:cxn>
              <a:cxn ang="0">
                <a:pos x="connsiteX56006" y="connsiteY56006"/>
              </a:cxn>
              <a:cxn ang="0">
                <a:pos x="connsiteX56007" y="connsiteY56007"/>
              </a:cxn>
              <a:cxn ang="0">
                <a:pos x="connsiteX56008" y="connsiteY56008"/>
              </a:cxn>
              <a:cxn ang="0">
                <a:pos x="connsiteX56009" y="connsiteY56009"/>
              </a:cxn>
              <a:cxn ang="0">
                <a:pos x="connsiteX56010" y="connsiteY56010"/>
              </a:cxn>
              <a:cxn ang="0">
                <a:pos x="connsiteX56011" y="connsiteY56011"/>
              </a:cxn>
              <a:cxn ang="0">
                <a:pos x="connsiteX56012" y="connsiteY56012"/>
              </a:cxn>
              <a:cxn ang="0">
                <a:pos x="connsiteX56013" y="connsiteY56013"/>
              </a:cxn>
              <a:cxn ang="0">
                <a:pos x="connsiteX56014" y="connsiteY56014"/>
              </a:cxn>
              <a:cxn ang="0">
                <a:pos x="connsiteX56015" y="connsiteY56015"/>
              </a:cxn>
              <a:cxn ang="0">
                <a:pos x="connsiteX56016" y="connsiteY56016"/>
              </a:cxn>
              <a:cxn ang="0">
                <a:pos x="connsiteX56017" y="connsiteY56017"/>
              </a:cxn>
              <a:cxn ang="0">
                <a:pos x="connsiteX56018" y="connsiteY56018"/>
              </a:cxn>
              <a:cxn ang="0">
                <a:pos x="connsiteX56019" y="connsiteY56019"/>
              </a:cxn>
              <a:cxn ang="0">
                <a:pos x="connsiteX56020" y="connsiteY56020"/>
              </a:cxn>
              <a:cxn ang="0">
                <a:pos x="connsiteX56021" y="connsiteY56021"/>
              </a:cxn>
              <a:cxn ang="0">
                <a:pos x="connsiteX56022" y="connsiteY56022"/>
              </a:cxn>
              <a:cxn ang="0">
                <a:pos x="connsiteX56023" y="connsiteY56023"/>
              </a:cxn>
              <a:cxn ang="0">
                <a:pos x="connsiteX56024" y="connsiteY56024"/>
              </a:cxn>
              <a:cxn ang="0">
                <a:pos x="connsiteX56025" y="connsiteY56025"/>
              </a:cxn>
              <a:cxn ang="0">
                <a:pos x="connsiteX56026" y="connsiteY56026"/>
              </a:cxn>
              <a:cxn ang="0">
                <a:pos x="connsiteX56027" y="connsiteY56027"/>
              </a:cxn>
              <a:cxn ang="0">
                <a:pos x="connsiteX56028" y="connsiteY56028"/>
              </a:cxn>
              <a:cxn ang="0">
                <a:pos x="connsiteX56029" y="connsiteY56029"/>
              </a:cxn>
              <a:cxn ang="0">
                <a:pos x="connsiteX56030" y="connsiteY56030"/>
              </a:cxn>
              <a:cxn ang="0">
                <a:pos x="connsiteX56031" y="connsiteY56031"/>
              </a:cxn>
              <a:cxn ang="0">
                <a:pos x="connsiteX56032" y="connsiteY56032"/>
              </a:cxn>
              <a:cxn ang="0">
                <a:pos x="connsiteX56033" y="connsiteY56033"/>
              </a:cxn>
              <a:cxn ang="0">
                <a:pos x="connsiteX56034" y="connsiteY56034"/>
              </a:cxn>
              <a:cxn ang="0">
                <a:pos x="connsiteX56035" y="connsiteY56035"/>
              </a:cxn>
              <a:cxn ang="0">
                <a:pos x="connsiteX56036" y="connsiteY56036"/>
              </a:cxn>
              <a:cxn ang="0">
                <a:pos x="connsiteX56037" y="connsiteY56037"/>
              </a:cxn>
              <a:cxn ang="0">
                <a:pos x="connsiteX56038" y="connsiteY56038"/>
              </a:cxn>
              <a:cxn ang="0">
                <a:pos x="connsiteX56039" y="connsiteY56039"/>
              </a:cxn>
              <a:cxn ang="0">
                <a:pos x="connsiteX56040" y="connsiteY56040"/>
              </a:cxn>
              <a:cxn ang="0">
                <a:pos x="connsiteX56041" y="connsiteY56041"/>
              </a:cxn>
              <a:cxn ang="0">
                <a:pos x="connsiteX56042" y="connsiteY56042"/>
              </a:cxn>
              <a:cxn ang="0">
                <a:pos x="connsiteX56043" y="connsiteY56043"/>
              </a:cxn>
              <a:cxn ang="0">
                <a:pos x="connsiteX56044" y="connsiteY56044"/>
              </a:cxn>
              <a:cxn ang="0">
                <a:pos x="connsiteX56045" y="connsiteY56045"/>
              </a:cxn>
              <a:cxn ang="0">
                <a:pos x="connsiteX56046" y="connsiteY56046"/>
              </a:cxn>
              <a:cxn ang="0">
                <a:pos x="connsiteX56047" y="connsiteY56047"/>
              </a:cxn>
              <a:cxn ang="0">
                <a:pos x="connsiteX56048" y="connsiteY56048"/>
              </a:cxn>
              <a:cxn ang="0">
                <a:pos x="connsiteX56049" y="connsiteY56049"/>
              </a:cxn>
              <a:cxn ang="0">
                <a:pos x="connsiteX56050" y="connsiteY56050"/>
              </a:cxn>
              <a:cxn ang="0">
                <a:pos x="connsiteX56051" y="connsiteY56051"/>
              </a:cxn>
              <a:cxn ang="0">
                <a:pos x="connsiteX56052" y="connsiteY56052"/>
              </a:cxn>
              <a:cxn ang="0">
                <a:pos x="connsiteX56053" y="connsiteY56053"/>
              </a:cxn>
              <a:cxn ang="0">
                <a:pos x="connsiteX56054" y="connsiteY56054"/>
              </a:cxn>
              <a:cxn ang="0">
                <a:pos x="connsiteX56055" y="connsiteY56055"/>
              </a:cxn>
              <a:cxn ang="0">
                <a:pos x="connsiteX56056" y="connsiteY56056"/>
              </a:cxn>
              <a:cxn ang="0">
                <a:pos x="connsiteX56057" y="connsiteY56057"/>
              </a:cxn>
              <a:cxn ang="0">
                <a:pos x="connsiteX56058" y="connsiteY56058"/>
              </a:cxn>
              <a:cxn ang="0">
                <a:pos x="connsiteX56059" y="connsiteY56059"/>
              </a:cxn>
              <a:cxn ang="0">
                <a:pos x="connsiteX56060" y="connsiteY56060"/>
              </a:cxn>
              <a:cxn ang="0">
                <a:pos x="connsiteX56061" y="connsiteY56061"/>
              </a:cxn>
              <a:cxn ang="0">
                <a:pos x="connsiteX56062" y="connsiteY56062"/>
              </a:cxn>
              <a:cxn ang="0">
                <a:pos x="connsiteX56063" y="connsiteY56063"/>
              </a:cxn>
              <a:cxn ang="0">
                <a:pos x="connsiteX56064" y="connsiteY56064"/>
              </a:cxn>
              <a:cxn ang="0">
                <a:pos x="connsiteX56065" y="connsiteY56065"/>
              </a:cxn>
              <a:cxn ang="0">
                <a:pos x="connsiteX56066" y="connsiteY56066"/>
              </a:cxn>
              <a:cxn ang="0">
                <a:pos x="connsiteX56067" y="connsiteY56067"/>
              </a:cxn>
              <a:cxn ang="0">
                <a:pos x="connsiteX56068" y="connsiteY56068"/>
              </a:cxn>
              <a:cxn ang="0">
                <a:pos x="connsiteX56069" y="connsiteY56069"/>
              </a:cxn>
              <a:cxn ang="0">
                <a:pos x="connsiteX56070" y="connsiteY56070"/>
              </a:cxn>
              <a:cxn ang="0">
                <a:pos x="connsiteX56071" y="connsiteY56071"/>
              </a:cxn>
              <a:cxn ang="0">
                <a:pos x="connsiteX56072" y="connsiteY56072"/>
              </a:cxn>
              <a:cxn ang="0">
                <a:pos x="connsiteX56073" y="connsiteY56073"/>
              </a:cxn>
              <a:cxn ang="0">
                <a:pos x="connsiteX56074" y="connsiteY56074"/>
              </a:cxn>
              <a:cxn ang="0">
                <a:pos x="connsiteX56075" y="connsiteY56075"/>
              </a:cxn>
              <a:cxn ang="0">
                <a:pos x="connsiteX56076" y="connsiteY56076"/>
              </a:cxn>
              <a:cxn ang="0">
                <a:pos x="connsiteX56077" y="connsiteY56077"/>
              </a:cxn>
              <a:cxn ang="0">
                <a:pos x="connsiteX56078" y="connsiteY56078"/>
              </a:cxn>
              <a:cxn ang="0">
                <a:pos x="connsiteX56079" y="connsiteY56079"/>
              </a:cxn>
              <a:cxn ang="0">
                <a:pos x="connsiteX56080" y="connsiteY56080"/>
              </a:cxn>
              <a:cxn ang="0">
                <a:pos x="connsiteX56081" y="connsiteY56081"/>
              </a:cxn>
              <a:cxn ang="0">
                <a:pos x="connsiteX56082" y="connsiteY56082"/>
              </a:cxn>
              <a:cxn ang="0">
                <a:pos x="connsiteX56083" y="connsiteY56083"/>
              </a:cxn>
              <a:cxn ang="0">
                <a:pos x="connsiteX56084" y="connsiteY56084"/>
              </a:cxn>
              <a:cxn ang="0">
                <a:pos x="connsiteX56085" y="connsiteY56085"/>
              </a:cxn>
              <a:cxn ang="0">
                <a:pos x="connsiteX56086" y="connsiteY56086"/>
              </a:cxn>
              <a:cxn ang="0">
                <a:pos x="connsiteX56087" y="connsiteY56087"/>
              </a:cxn>
              <a:cxn ang="0">
                <a:pos x="connsiteX56088" y="connsiteY56088"/>
              </a:cxn>
              <a:cxn ang="0">
                <a:pos x="connsiteX56089" y="connsiteY56089"/>
              </a:cxn>
              <a:cxn ang="0">
                <a:pos x="connsiteX56090" y="connsiteY56090"/>
              </a:cxn>
              <a:cxn ang="0">
                <a:pos x="connsiteX56091" y="connsiteY56091"/>
              </a:cxn>
              <a:cxn ang="0">
                <a:pos x="connsiteX56092" y="connsiteY56092"/>
              </a:cxn>
              <a:cxn ang="0">
                <a:pos x="connsiteX56093" y="connsiteY56093"/>
              </a:cxn>
              <a:cxn ang="0">
                <a:pos x="connsiteX56094" y="connsiteY56094"/>
              </a:cxn>
              <a:cxn ang="0">
                <a:pos x="connsiteX56095" y="connsiteY56095"/>
              </a:cxn>
              <a:cxn ang="0">
                <a:pos x="connsiteX56096" y="connsiteY56096"/>
              </a:cxn>
              <a:cxn ang="0">
                <a:pos x="connsiteX56097" y="connsiteY56097"/>
              </a:cxn>
              <a:cxn ang="0">
                <a:pos x="connsiteX56098" y="connsiteY56098"/>
              </a:cxn>
              <a:cxn ang="0">
                <a:pos x="connsiteX56099" y="connsiteY56099"/>
              </a:cxn>
              <a:cxn ang="0">
                <a:pos x="connsiteX56100" y="connsiteY56100"/>
              </a:cxn>
              <a:cxn ang="0">
                <a:pos x="connsiteX56101" y="connsiteY56101"/>
              </a:cxn>
              <a:cxn ang="0">
                <a:pos x="connsiteX56102" y="connsiteY56102"/>
              </a:cxn>
              <a:cxn ang="0">
                <a:pos x="connsiteX56103" y="connsiteY56103"/>
              </a:cxn>
              <a:cxn ang="0">
                <a:pos x="connsiteX56104" y="connsiteY56104"/>
              </a:cxn>
              <a:cxn ang="0">
                <a:pos x="connsiteX56105" y="connsiteY56105"/>
              </a:cxn>
              <a:cxn ang="0">
                <a:pos x="connsiteX56106" y="connsiteY56106"/>
              </a:cxn>
              <a:cxn ang="0">
                <a:pos x="connsiteX56107" y="connsiteY56107"/>
              </a:cxn>
              <a:cxn ang="0">
                <a:pos x="connsiteX56108" y="connsiteY56108"/>
              </a:cxn>
              <a:cxn ang="0">
                <a:pos x="connsiteX56109" y="connsiteY56109"/>
              </a:cxn>
              <a:cxn ang="0">
                <a:pos x="connsiteX56110" y="connsiteY56110"/>
              </a:cxn>
              <a:cxn ang="0">
                <a:pos x="connsiteX56111" y="connsiteY56111"/>
              </a:cxn>
              <a:cxn ang="0">
                <a:pos x="connsiteX56112" y="connsiteY56112"/>
              </a:cxn>
              <a:cxn ang="0">
                <a:pos x="connsiteX56113" y="connsiteY56113"/>
              </a:cxn>
              <a:cxn ang="0">
                <a:pos x="connsiteX56114" y="connsiteY56114"/>
              </a:cxn>
              <a:cxn ang="0">
                <a:pos x="connsiteX56115" y="connsiteY56115"/>
              </a:cxn>
              <a:cxn ang="0">
                <a:pos x="connsiteX56116" y="connsiteY56116"/>
              </a:cxn>
              <a:cxn ang="0">
                <a:pos x="connsiteX56117" y="connsiteY56117"/>
              </a:cxn>
              <a:cxn ang="0">
                <a:pos x="connsiteX56118" y="connsiteY56118"/>
              </a:cxn>
              <a:cxn ang="0">
                <a:pos x="connsiteX56119" y="connsiteY56119"/>
              </a:cxn>
              <a:cxn ang="0">
                <a:pos x="connsiteX56120" y="connsiteY56120"/>
              </a:cxn>
              <a:cxn ang="0">
                <a:pos x="connsiteX56121" y="connsiteY56121"/>
              </a:cxn>
              <a:cxn ang="0">
                <a:pos x="connsiteX56122" y="connsiteY56122"/>
              </a:cxn>
              <a:cxn ang="0">
                <a:pos x="connsiteX56123" y="connsiteY56123"/>
              </a:cxn>
              <a:cxn ang="0">
                <a:pos x="connsiteX56124" y="connsiteY56124"/>
              </a:cxn>
              <a:cxn ang="0">
                <a:pos x="connsiteX56125" y="connsiteY56125"/>
              </a:cxn>
              <a:cxn ang="0">
                <a:pos x="connsiteX56126" y="connsiteY56126"/>
              </a:cxn>
              <a:cxn ang="0">
                <a:pos x="connsiteX56127" y="connsiteY56127"/>
              </a:cxn>
              <a:cxn ang="0">
                <a:pos x="connsiteX56128" y="connsiteY56128"/>
              </a:cxn>
              <a:cxn ang="0">
                <a:pos x="connsiteX56129" y="connsiteY56129"/>
              </a:cxn>
              <a:cxn ang="0">
                <a:pos x="connsiteX56130" y="connsiteY56130"/>
              </a:cxn>
              <a:cxn ang="0">
                <a:pos x="connsiteX56131" y="connsiteY56131"/>
              </a:cxn>
              <a:cxn ang="0">
                <a:pos x="connsiteX56132" y="connsiteY56132"/>
              </a:cxn>
              <a:cxn ang="0">
                <a:pos x="connsiteX56133" y="connsiteY56133"/>
              </a:cxn>
              <a:cxn ang="0">
                <a:pos x="connsiteX56134" y="connsiteY56134"/>
              </a:cxn>
              <a:cxn ang="0">
                <a:pos x="connsiteX56135" y="connsiteY56135"/>
              </a:cxn>
              <a:cxn ang="0">
                <a:pos x="connsiteX56136" y="connsiteY56136"/>
              </a:cxn>
              <a:cxn ang="0">
                <a:pos x="connsiteX56137" y="connsiteY56137"/>
              </a:cxn>
              <a:cxn ang="0">
                <a:pos x="connsiteX56138" y="connsiteY56138"/>
              </a:cxn>
              <a:cxn ang="0">
                <a:pos x="connsiteX56139" y="connsiteY56139"/>
              </a:cxn>
              <a:cxn ang="0">
                <a:pos x="connsiteX56140" y="connsiteY56140"/>
              </a:cxn>
              <a:cxn ang="0">
                <a:pos x="connsiteX56141" y="connsiteY56141"/>
              </a:cxn>
              <a:cxn ang="0">
                <a:pos x="connsiteX56142" y="connsiteY56142"/>
              </a:cxn>
              <a:cxn ang="0">
                <a:pos x="connsiteX56143" y="connsiteY56143"/>
              </a:cxn>
              <a:cxn ang="0">
                <a:pos x="connsiteX56144" y="connsiteY56144"/>
              </a:cxn>
              <a:cxn ang="0">
                <a:pos x="connsiteX56145" y="connsiteY56145"/>
              </a:cxn>
              <a:cxn ang="0">
                <a:pos x="connsiteX56146" y="connsiteY56146"/>
              </a:cxn>
              <a:cxn ang="0">
                <a:pos x="connsiteX56147" y="connsiteY56147"/>
              </a:cxn>
              <a:cxn ang="0">
                <a:pos x="connsiteX56148" y="connsiteY56148"/>
              </a:cxn>
              <a:cxn ang="0">
                <a:pos x="connsiteX56149" y="connsiteY56149"/>
              </a:cxn>
              <a:cxn ang="0">
                <a:pos x="connsiteX56150" y="connsiteY56150"/>
              </a:cxn>
              <a:cxn ang="0">
                <a:pos x="connsiteX56151" y="connsiteY56151"/>
              </a:cxn>
              <a:cxn ang="0">
                <a:pos x="connsiteX56152" y="connsiteY56152"/>
              </a:cxn>
              <a:cxn ang="0">
                <a:pos x="connsiteX56153" y="connsiteY56153"/>
              </a:cxn>
              <a:cxn ang="0">
                <a:pos x="connsiteX56154" y="connsiteY56154"/>
              </a:cxn>
              <a:cxn ang="0">
                <a:pos x="connsiteX56155" y="connsiteY56155"/>
              </a:cxn>
              <a:cxn ang="0">
                <a:pos x="connsiteX56156" y="connsiteY56156"/>
              </a:cxn>
              <a:cxn ang="0">
                <a:pos x="connsiteX56157" y="connsiteY56157"/>
              </a:cxn>
              <a:cxn ang="0">
                <a:pos x="connsiteX56158" y="connsiteY56158"/>
              </a:cxn>
              <a:cxn ang="0">
                <a:pos x="connsiteX56159" y="connsiteY56159"/>
              </a:cxn>
              <a:cxn ang="0">
                <a:pos x="connsiteX56160" y="connsiteY56160"/>
              </a:cxn>
              <a:cxn ang="0">
                <a:pos x="connsiteX56161" y="connsiteY56161"/>
              </a:cxn>
              <a:cxn ang="0">
                <a:pos x="connsiteX56162" y="connsiteY56162"/>
              </a:cxn>
              <a:cxn ang="0">
                <a:pos x="connsiteX56163" y="connsiteY56163"/>
              </a:cxn>
              <a:cxn ang="0">
                <a:pos x="connsiteX56164" y="connsiteY56164"/>
              </a:cxn>
              <a:cxn ang="0">
                <a:pos x="connsiteX56165" y="connsiteY56165"/>
              </a:cxn>
              <a:cxn ang="0">
                <a:pos x="connsiteX56166" y="connsiteY56166"/>
              </a:cxn>
              <a:cxn ang="0">
                <a:pos x="connsiteX56167" y="connsiteY56167"/>
              </a:cxn>
              <a:cxn ang="0">
                <a:pos x="connsiteX56168" y="connsiteY56168"/>
              </a:cxn>
              <a:cxn ang="0">
                <a:pos x="connsiteX56169" y="connsiteY56169"/>
              </a:cxn>
              <a:cxn ang="0">
                <a:pos x="connsiteX56170" y="connsiteY56170"/>
              </a:cxn>
              <a:cxn ang="0">
                <a:pos x="connsiteX56171" y="connsiteY56171"/>
              </a:cxn>
              <a:cxn ang="0">
                <a:pos x="connsiteX56172" y="connsiteY56172"/>
              </a:cxn>
              <a:cxn ang="0">
                <a:pos x="connsiteX56173" y="connsiteY56173"/>
              </a:cxn>
              <a:cxn ang="0">
                <a:pos x="connsiteX56174" y="connsiteY56174"/>
              </a:cxn>
              <a:cxn ang="0">
                <a:pos x="connsiteX56175" y="connsiteY56175"/>
              </a:cxn>
              <a:cxn ang="0">
                <a:pos x="connsiteX56176" y="connsiteY56176"/>
              </a:cxn>
              <a:cxn ang="0">
                <a:pos x="connsiteX56177" y="connsiteY56177"/>
              </a:cxn>
              <a:cxn ang="0">
                <a:pos x="connsiteX56178" y="connsiteY56178"/>
              </a:cxn>
              <a:cxn ang="0">
                <a:pos x="connsiteX56179" y="connsiteY56179"/>
              </a:cxn>
              <a:cxn ang="0">
                <a:pos x="connsiteX56180" y="connsiteY56180"/>
              </a:cxn>
              <a:cxn ang="0">
                <a:pos x="connsiteX56181" y="connsiteY56181"/>
              </a:cxn>
              <a:cxn ang="0">
                <a:pos x="connsiteX56182" y="connsiteY56182"/>
              </a:cxn>
              <a:cxn ang="0">
                <a:pos x="connsiteX56183" y="connsiteY56183"/>
              </a:cxn>
              <a:cxn ang="0">
                <a:pos x="connsiteX56184" y="connsiteY56184"/>
              </a:cxn>
              <a:cxn ang="0">
                <a:pos x="connsiteX56185" y="connsiteY56185"/>
              </a:cxn>
              <a:cxn ang="0">
                <a:pos x="connsiteX56186" y="connsiteY56186"/>
              </a:cxn>
              <a:cxn ang="0">
                <a:pos x="connsiteX56187" y="connsiteY56187"/>
              </a:cxn>
              <a:cxn ang="0">
                <a:pos x="connsiteX56188" y="connsiteY56188"/>
              </a:cxn>
              <a:cxn ang="0">
                <a:pos x="connsiteX56189" y="connsiteY56189"/>
              </a:cxn>
              <a:cxn ang="0">
                <a:pos x="connsiteX56190" y="connsiteY56190"/>
              </a:cxn>
              <a:cxn ang="0">
                <a:pos x="connsiteX56191" y="connsiteY56191"/>
              </a:cxn>
              <a:cxn ang="0">
                <a:pos x="connsiteX56192" y="connsiteY56192"/>
              </a:cxn>
              <a:cxn ang="0">
                <a:pos x="connsiteX56193" y="connsiteY56193"/>
              </a:cxn>
              <a:cxn ang="0">
                <a:pos x="connsiteX56194" y="connsiteY56194"/>
              </a:cxn>
              <a:cxn ang="0">
                <a:pos x="connsiteX56195" y="connsiteY56195"/>
              </a:cxn>
              <a:cxn ang="0">
                <a:pos x="connsiteX56196" y="connsiteY56196"/>
              </a:cxn>
              <a:cxn ang="0">
                <a:pos x="connsiteX56197" y="connsiteY56197"/>
              </a:cxn>
              <a:cxn ang="0">
                <a:pos x="connsiteX56198" y="connsiteY56198"/>
              </a:cxn>
              <a:cxn ang="0">
                <a:pos x="connsiteX56199" y="connsiteY56199"/>
              </a:cxn>
              <a:cxn ang="0">
                <a:pos x="connsiteX56200" y="connsiteY56200"/>
              </a:cxn>
              <a:cxn ang="0">
                <a:pos x="connsiteX56201" y="connsiteY56201"/>
              </a:cxn>
              <a:cxn ang="0">
                <a:pos x="connsiteX56202" y="connsiteY56202"/>
              </a:cxn>
              <a:cxn ang="0">
                <a:pos x="connsiteX56203" y="connsiteY56203"/>
              </a:cxn>
              <a:cxn ang="0">
                <a:pos x="connsiteX56204" y="connsiteY56204"/>
              </a:cxn>
              <a:cxn ang="0">
                <a:pos x="connsiteX56205" y="connsiteY56205"/>
              </a:cxn>
              <a:cxn ang="0">
                <a:pos x="connsiteX56206" y="connsiteY56206"/>
              </a:cxn>
              <a:cxn ang="0">
                <a:pos x="connsiteX56207" y="connsiteY56207"/>
              </a:cxn>
              <a:cxn ang="0">
                <a:pos x="connsiteX56208" y="connsiteY56208"/>
              </a:cxn>
              <a:cxn ang="0">
                <a:pos x="connsiteX56209" y="connsiteY56209"/>
              </a:cxn>
              <a:cxn ang="0">
                <a:pos x="connsiteX56210" y="connsiteY56210"/>
              </a:cxn>
              <a:cxn ang="0">
                <a:pos x="connsiteX56211" y="connsiteY56211"/>
              </a:cxn>
              <a:cxn ang="0">
                <a:pos x="connsiteX56212" y="connsiteY56212"/>
              </a:cxn>
              <a:cxn ang="0">
                <a:pos x="connsiteX56213" y="connsiteY56213"/>
              </a:cxn>
              <a:cxn ang="0">
                <a:pos x="connsiteX56214" y="connsiteY56214"/>
              </a:cxn>
              <a:cxn ang="0">
                <a:pos x="connsiteX56215" y="connsiteY56215"/>
              </a:cxn>
              <a:cxn ang="0">
                <a:pos x="connsiteX56216" y="connsiteY56216"/>
              </a:cxn>
              <a:cxn ang="0">
                <a:pos x="connsiteX56217" y="connsiteY56217"/>
              </a:cxn>
              <a:cxn ang="0">
                <a:pos x="connsiteX56218" y="connsiteY56218"/>
              </a:cxn>
              <a:cxn ang="0">
                <a:pos x="connsiteX56219" y="connsiteY56219"/>
              </a:cxn>
              <a:cxn ang="0">
                <a:pos x="connsiteX56220" y="connsiteY56220"/>
              </a:cxn>
              <a:cxn ang="0">
                <a:pos x="connsiteX56221" y="connsiteY56221"/>
              </a:cxn>
              <a:cxn ang="0">
                <a:pos x="connsiteX56222" y="connsiteY56222"/>
              </a:cxn>
              <a:cxn ang="0">
                <a:pos x="connsiteX56223" y="connsiteY56223"/>
              </a:cxn>
              <a:cxn ang="0">
                <a:pos x="connsiteX56224" y="connsiteY56224"/>
              </a:cxn>
              <a:cxn ang="0">
                <a:pos x="connsiteX56225" y="connsiteY56225"/>
              </a:cxn>
              <a:cxn ang="0">
                <a:pos x="connsiteX56226" y="connsiteY56226"/>
              </a:cxn>
              <a:cxn ang="0">
                <a:pos x="connsiteX56227" y="connsiteY56227"/>
              </a:cxn>
              <a:cxn ang="0">
                <a:pos x="connsiteX56228" y="connsiteY56228"/>
              </a:cxn>
              <a:cxn ang="0">
                <a:pos x="connsiteX56229" y="connsiteY56229"/>
              </a:cxn>
              <a:cxn ang="0">
                <a:pos x="connsiteX56230" y="connsiteY56230"/>
              </a:cxn>
              <a:cxn ang="0">
                <a:pos x="connsiteX56231" y="connsiteY56231"/>
              </a:cxn>
              <a:cxn ang="0">
                <a:pos x="connsiteX56232" y="connsiteY56232"/>
              </a:cxn>
              <a:cxn ang="0">
                <a:pos x="connsiteX56233" y="connsiteY56233"/>
              </a:cxn>
              <a:cxn ang="0">
                <a:pos x="connsiteX56234" y="connsiteY56234"/>
              </a:cxn>
              <a:cxn ang="0">
                <a:pos x="connsiteX56235" y="connsiteY56235"/>
              </a:cxn>
              <a:cxn ang="0">
                <a:pos x="connsiteX56236" y="connsiteY56236"/>
              </a:cxn>
              <a:cxn ang="0">
                <a:pos x="connsiteX56237" y="connsiteY56237"/>
              </a:cxn>
              <a:cxn ang="0">
                <a:pos x="connsiteX56238" y="connsiteY56238"/>
              </a:cxn>
              <a:cxn ang="0">
                <a:pos x="connsiteX56239" y="connsiteY56239"/>
              </a:cxn>
              <a:cxn ang="0">
                <a:pos x="connsiteX56240" y="connsiteY56240"/>
              </a:cxn>
              <a:cxn ang="0">
                <a:pos x="connsiteX56241" y="connsiteY56241"/>
              </a:cxn>
              <a:cxn ang="0">
                <a:pos x="connsiteX56242" y="connsiteY56242"/>
              </a:cxn>
              <a:cxn ang="0">
                <a:pos x="connsiteX56243" y="connsiteY56243"/>
              </a:cxn>
              <a:cxn ang="0">
                <a:pos x="connsiteX56244" y="connsiteY56244"/>
              </a:cxn>
              <a:cxn ang="0">
                <a:pos x="connsiteX56245" y="connsiteY56245"/>
              </a:cxn>
              <a:cxn ang="0">
                <a:pos x="connsiteX56246" y="connsiteY56246"/>
              </a:cxn>
              <a:cxn ang="0">
                <a:pos x="connsiteX56247" y="connsiteY56247"/>
              </a:cxn>
              <a:cxn ang="0">
                <a:pos x="connsiteX56248" y="connsiteY56248"/>
              </a:cxn>
              <a:cxn ang="0">
                <a:pos x="connsiteX56249" y="connsiteY56249"/>
              </a:cxn>
              <a:cxn ang="0">
                <a:pos x="connsiteX56250" y="connsiteY56250"/>
              </a:cxn>
              <a:cxn ang="0">
                <a:pos x="connsiteX56251" y="connsiteY56251"/>
              </a:cxn>
              <a:cxn ang="0">
                <a:pos x="connsiteX56252" y="connsiteY56252"/>
              </a:cxn>
              <a:cxn ang="0">
                <a:pos x="connsiteX56253" y="connsiteY56253"/>
              </a:cxn>
              <a:cxn ang="0">
                <a:pos x="connsiteX56254" y="connsiteY56254"/>
              </a:cxn>
              <a:cxn ang="0">
                <a:pos x="connsiteX56255" y="connsiteY56255"/>
              </a:cxn>
              <a:cxn ang="0">
                <a:pos x="connsiteX56256" y="connsiteY56256"/>
              </a:cxn>
              <a:cxn ang="0">
                <a:pos x="connsiteX56257" y="connsiteY56257"/>
              </a:cxn>
              <a:cxn ang="0">
                <a:pos x="connsiteX56258" y="connsiteY56258"/>
              </a:cxn>
              <a:cxn ang="0">
                <a:pos x="connsiteX56259" y="connsiteY56259"/>
              </a:cxn>
              <a:cxn ang="0">
                <a:pos x="connsiteX56260" y="connsiteY56260"/>
              </a:cxn>
              <a:cxn ang="0">
                <a:pos x="connsiteX56261" y="connsiteY56261"/>
              </a:cxn>
              <a:cxn ang="0">
                <a:pos x="connsiteX56262" y="connsiteY56262"/>
              </a:cxn>
              <a:cxn ang="0">
                <a:pos x="connsiteX56263" y="connsiteY56263"/>
              </a:cxn>
              <a:cxn ang="0">
                <a:pos x="connsiteX56264" y="connsiteY56264"/>
              </a:cxn>
              <a:cxn ang="0">
                <a:pos x="connsiteX56265" y="connsiteY56265"/>
              </a:cxn>
              <a:cxn ang="0">
                <a:pos x="connsiteX56266" y="connsiteY56266"/>
              </a:cxn>
              <a:cxn ang="0">
                <a:pos x="connsiteX56267" y="connsiteY56267"/>
              </a:cxn>
              <a:cxn ang="0">
                <a:pos x="connsiteX56268" y="connsiteY56268"/>
              </a:cxn>
              <a:cxn ang="0">
                <a:pos x="connsiteX56269" y="connsiteY56269"/>
              </a:cxn>
              <a:cxn ang="0">
                <a:pos x="connsiteX56270" y="connsiteY56270"/>
              </a:cxn>
              <a:cxn ang="0">
                <a:pos x="connsiteX56271" y="connsiteY56271"/>
              </a:cxn>
              <a:cxn ang="0">
                <a:pos x="connsiteX56272" y="connsiteY56272"/>
              </a:cxn>
              <a:cxn ang="0">
                <a:pos x="connsiteX56273" y="connsiteY56273"/>
              </a:cxn>
              <a:cxn ang="0">
                <a:pos x="connsiteX56274" y="connsiteY56274"/>
              </a:cxn>
              <a:cxn ang="0">
                <a:pos x="connsiteX56275" y="connsiteY56275"/>
              </a:cxn>
              <a:cxn ang="0">
                <a:pos x="connsiteX56276" y="connsiteY56276"/>
              </a:cxn>
              <a:cxn ang="0">
                <a:pos x="connsiteX56277" y="connsiteY56277"/>
              </a:cxn>
              <a:cxn ang="0">
                <a:pos x="connsiteX56278" y="connsiteY56278"/>
              </a:cxn>
              <a:cxn ang="0">
                <a:pos x="connsiteX56279" y="connsiteY56279"/>
              </a:cxn>
              <a:cxn ang="0">
                <a:pos x="connsiteX56280" y="connsiteY56280"/>
              </a:cxn>
              <a:cxn ang="0">
                <a:pos x="connsiteX56281" y="connsiteY56281"/>
              </a:cxn>
              <a:cxn ang="0">
                <a:pos x="connsiteX56282" y="connsiteY56282"/>
              </a:cxn>
              <a:cxn ang="0">
                <a:pos x="connsiteX56283" y="connsiteY56283"/>
              </a:cxn>
              <a:cxn ang="0">
                <a:pos x="connsiteX56284" y="connsiteY56284"/>
              </a:cxn>
              <a:cxn ang="0">
                <a:pos x="connsiteX56285" y="connsiteY56285"/>
              </a:cxn>
              <a:cxn ang="0">
                <a:pos x="connsiteX56286" y="connsiteY56286"/>
              </a:cxn>
              <a:cxn ang="0">
                <a:pos x="connsiteX56287" y="connsiteY56287"/>
              </a:cxn>
              <a:cxn ang="0">
                <a:pos x="connsiteX56288" y="connsiteY56288"/>
              </a:cxn>
              <a:cxn ang="0">
                <a:pos x="connsiteX56289" y="connsiteY56289"/>
              </a:cxn>
              <a:cxn ang="0">
                <a:pos x="connsiteX56290" y="connsiteY56290"/>
              </a:cxn>
              <a:cxn ang="0">
                <a:pos x="connsiteX56291" y="connsiteY56291"/>
              </a:cxn>
              <a:cxn ang="0">
                <a:pos x="connsiteX56292" y="connsiteY56292"/>
              </a:cxn>
              <a:cxn ang="0">
                <a:pos x="connsiteX56293" y="connsiteY56293"/>
              </a:cxn>
              <a:cxn ang="0">
                <a:pos x="connsiteX56294" y="connsiteY56294"/>
              </a:cxn>
              <a:cxn ang="0">
                <a:pos x="connsiteX56295" y="connsiteY56295"/>
              </a:cxn>
              <a:cxn ang="0">
                <a:pos x="connsiteX56296" y="connsiteY56296"/>
              </a:cxn>
              <a:cxn ang="0">
                <a:pos x="connsiteX56297" y="connsiteY56297"/>
              </a:cxn>
              <a:cxn ang="0">
                <a:pos x="connsiteX56298" y="connsiteY56298"/>
              </a:cxn>
              <a:cxn ang="0">
                <a:pos x="connsiteX56299" y="connsiteY56299"/>
              </a:cxn>
              <a:cxn ang="0">
                <a:pos x="connsiteX56300" y="connsiteY56300"/>
              </a:cxn>
              <a:cxn ang="0">
                <a:pos x="connsiteX56301" y="connsiteY56301"/>
              </a:cxn>
              <a:cxn ang="0">
                <a:pos x="connsiteX56302" y="connsiteY56302"/>
              </a:cxn>
              <a:cxn ang="0">
                <a:pos x="connsiteX56303" y="connsiteY56303"/>
              </a:cxn>
              <a:cxn ang="0">
                <a:pos x="connsiteX56304" y="connsiteY56304"/>
              </a:cxn>
              <a:cxn ang="0">
                <a:pos x="connsiteX56305" y="connsiteY56305"/>
              </a:cxn>
              <a:cxn ang="0">
                <a:pos x="connsiteX56306" y="connsiteY56306"/>
              </a:cxn>
              <a:cxn ang="0">
                <a:pos x="connsiteX56307" y="connsiteY56307"/>
              </a:cxn>
              <a:cxn ang="0">
                <a:pos x="connsiteX56308" y="connsiteY56308"/>
              </a:cxn>
              <a:cxn ang="0">
                <a:pos x="connsiteX56309" y="connsiteY56309"/>
              </a:cxn>
              <a:cxn ang="0">
                <a:pos x="connsiteX56310" y="connsiteY56310"/>
              </a:cxn>
              <a:cxn ang="0">
                <a:pos x="connsiteX56311" y="connsiteY56311"/>
              </a:cxn>
              <a:cxn ang="0">
                <a:pos x="connsiteX56312" y="connsiteY56312"/>
              </a:cxn>
              <a:cxn ang="0">
                <a:pos x="connsiteX56313" y="connsiteY56313"/>
              </a:cxn>
              <a:cxn ang="0">
                <a:pos x="connsiteX56314" y="connsiteY56314"/>
              </a:cxn>
              <a:cxn ang="0">
                <a:pos x="connsiteX56315" y="connsiteY56315"/>
              </a:cxn>
              <a:cxn ang="0">
                <a:pos x="connsiteX56316" y="connsiteY56316"/>
              </a:cxn>
              <a:cxn ang="0">
                <a:pos x="connsiteX56317" y="connsiteY56317"/>
              </a:cxn>
              <a:cxn ang="0">
                <a:pos x="connsiteX56318" y="connsiteY56318"/>
              </a:cxn>
              <a:cxn ang="0">
                <a:pos x="connsiteX56319" y="connsiteY56319"/>
              </a:cxn>
              <a:cxn ang="0">
                <a:pos x="connsiteX56320" y="connsiteY56320"/>
              </a:cxn>
              <a:cxn ang="0">
                <a:pos x="connsiteX56321" y="connsiteY56321"/>
              </a:cxn>
              <a:cxn ang="0">
                <a:pos x="connsiteX56322" y="connsiteY56322"/>
              </a:cxn>
              <a:cxn ang="0">
                <a:pos x="connsiteX56323" y="connsiteY56323"/>
              </a:cxn>
              <a:cxn ang="0">
                <a:pos x="connsiteX56324" y="connsiteY56324"/>
              </a:cxn>
              <a:cxn ang="0">
                <a:pos x="connsiteX56325" y="connsiteY56325"/>
              </a:cxn>
              <a:cxn ang="0">
                <a:pos x="connsiteX56326" y="connsiteY56326"/>
              </a:cxn>
              <a:cxn ang="0">
                <a:pos x="connsiteX56327" y="connsiteY56327"/>
              </a:cxn>
              <a:cxn ang="0">
                <a:pos x="connsiteX56328" y="connsiteY56328"/>
              </a:cxn>
              <a:cxn ang="0">
                <a:pos x="connsiteX56329" y="connsiteY56329"/>
              </a:cxn>
              <a:cxn ang="0">
                <a:pos x="connsiteX56330" y="connsiteY56330"/>
              </a:cxn>
              <a:cxn ang="0">
                <a:pos x="connsiteX56331" y="connsiteY56331"/>
              </a:cxn>
              <a:cxn ang="0">
                <a:pos x="connsiteX56332" y="connsiteY56332"/>
              </a:cxn>
              <a:cxn ang="0">
                <a:pos x="connsiteX56333" y="connsiteY56333"/>
              </a:cxn>
              <a:cxn ang="0">
                <a:pos x="connsiteX56334" y="connsiteY56334"/>
              </a:cxn>
              <a:cxn ang="0">
                <a:pos x="connsiteX56335" y="connsiteY56335"/>
              </a:cxn>
              <a:cxn ang="0">
                <a:pos x="connsiteX56336" y="connsiteY56336"/>
              </a:cxn>
              <a:cxn ang="0">
                <a:pos x="connsiteX56337" y="connsiteY56337"/>
              </a:cxn>
              <a:cxn ang="0">
                <a:pos x="connsiteX56338" y="connsiteY56338"/>
              </a:cxn>
              <a:cxn ang="0">
                <a:pos x="connsiteX56339" y="connsiteY56339"/>
              </a:cxn>
              <a:cxn ang="0">
                <a:pos x="connsiteX56340" y="connsiteY56340"/>
              </a:cxn>
              <a:cxn ang="0">
                <a:pos x="connsiteX56341" y="connsiteY56341"/>
              </a:cxn>
              <a:cxn ang="0">
                <a:pos x="connsiteX56342" y="connsiteY56342"/>
              </a:cxn>
              <a:cxn ang="0">
                <a:pos x="connsiteX56343" y="connsiteY56343"/>
              </a:cxn>
              <a:cxn ang="0">
                <a:pos x="connsiteX56344" y="connsiteY56344"/>
              </a:cxn>
              <a:cxn ang="0">
                <a:pos x="connsiteX56345" y="connsiteY56345"/>
              </a:cxn>
              <a:cxn ang="0">
                <a:pos x="connsiteX56346" y="connsiteY56346"/>
              </a:cxn>
              <a:cxn ang="0">
                <a:pos x="connsiteX56347" y="connsiteY56347"/>
              </a:cxn>
              <a:cxn ang="0">
                <a:pos x="connsiteX56348" y="connsiteY56348"/>
              </a:cxn>
              <a:cxn ang="0">
                <a:pos x="connsiteX56349" y="connsiteY56349"/>
              </a:cxn>
              <a:cxn ang="0">
                <a:pos x="connsiteX56350" y="connsiteY56350"/>
              </a:cxn>
              <a:cxn ang="0">
                <a:pos x="connsiteX56351" y="connsiteY56351"/>
              </a:cxn>
              <a:cxn ang="0">
                <a:pos x="connsiteX56352" y="connsiteY56352"/>
              </a:cxn>
              <a:cxn ang="0">
                <a:pos x="connsiteX56353" y="connsiteY56353"/>
              </a:cxn>
              <a:cxn ang="0">
                <a:pos x="connsiteX56354" y="connsiteY56354"/>
              </a:cxn>
              <a:cxn ang="0">
                <a:pos x="connsiteX56355" y="connsiteY56355"/>
              </a:cxn>
              <a:cxn ang="0">
                <a:pos x="connsiteX56356" y="connsiteY56356"/>
              </a:cxn>
              <a:cxn ang="0">
                <a:pos x="connsiteX56357" y="connsiteY56357"/>
              </a:cxn>
              <a:cxn ang="0">
                <a:pos x="connsiteX56358" y="connsiteY56358"/>
              </a:cxn>
              <a:cxn ang="0">
                <a:pos x="connsiteX56359" y="connsiteY56359"/>
              </a:cxn>
              <a:cxn ang="0">
                <a:pos x="connsiteX56360" y="connsiteY56360"/>
              </a:cxn>
              <a:cxn ang="0">
                <a:pos x="connsiteX56361" y="connsiteY56361"/>
              </a:cxn>
              <a:cxn ang="0">
                <a:pos x="connsiteX56362" y="connsiteY56362"/>
              </a:cxn>
              <a:cxn ang="0">
                <a:pos x="connsiteX56363" y="connsiteY56363"/>
              </a:cxn>
              <a:cxn ang="0">
                <a:pos x="connsiteX56364" y="connsiteY56364"/>
              </a:cxn>
              <a:cxn ang="0">
                <a:pos x="connsiteX56365" y="connsiteY56365"/>
              </a:cxn>
              <a:cxn ang="0">
                <a:pos x="connsiteX56366" y="connsiteY56366"/>
              </a:cxn>
              <a:cxn ang="0">
                <a:pos x="connsiteX56367" y="connsiteY56367"/>
              </a:cxn>
              <a:cxn ang="0">
                <a:pos x="connsiteX56368" y="connsiteY56368"/>
              </a:cxn>
              <a:cxn ang="0">
                <a:pos x="connsiteX56369" y="connsiteY56369"/>
              </a:cxn>
              <a:cxn ang="0">
                <a:pos x="connsiteX56370" y="connsiteY56370"/>
              </a:cxn>
              <a:cxn ang="0">
                <a:pos x="connsiteX56371" y="connsiteY56371"/>
              </a:cxn>
              <a:cxn ang="0">
                <a:pos x="connsiteX56372" y="connsiteY56372"/>
              </a:cxn>
              <a:cxn ang="0">
                <a:pos x="connsiteX56373" y="connsiteY56373"/>
              </a:cxn>
              <a:cxn ang="0">
                <a:pos x="connsiteX56374" y="connsiteY56374"/>
              </a:cxn>
              <a:cxn ang="0">
                <a:pos x="connsiteX56375" y="connsiteY56375"/>
              </a:cxn>
              <a:cxn ang="0">
                <a:pos x="connsiteX56376" y="connsiteY56376"/>
              </a:cxn>
              <a:cxn ang="0">
                <a:pos x="connsiteX56377" y="connsiteY56377"/>
              </a:cxn>
              <a:cxn ang="0">
                <a:pos x="connsiteX56378" y="connsiteY56378"/>
              </a:cxn>
              <a:cxn ang="0">
                <a:pos x="connsiteX56379" y="connsiteY56379"/>
              </a:cxn>
              <a:cxn ang="0">
                <a:pos x="connsiteX56380" y="connsiteY56380"/>
              </a:cxn>
              <a:cxn ang="0">
                <a:pos x="connsiteX56381" y="connsiteY56381"/>
              </a:cxn>
              <a:cxn ang="0">
                <a:pos x="connsiteX56382" y="connsiteY56382"/>
              </a:cxn>
              <a:cxn ang="0">
                <a:pos x="connsiteX56383" y="connsiteY56383"/>
              </a:cxn>
              <a:cxn ang="0">
                <a:pos x="connsiteX56384" y="connsiteY56384"/>
              </a:cxn>
              <a:cxn ang="0">
                <a:pos x="connsiteX56385" y="connsiteY56385"/>
              </a:cxn>
              <a:cxn ang="0">
                <a:pos x="connsiteX56386" y="connsiteY56386"/>
              </a:cxn>
              <a:cxn ang="0">
                <a:pos x="connsiteX56387" y="connsiteY56387"/>
              </a:cxn>
              <a:cxn ang="0">
                <a:pos x="connsiteX56388" y="connsiteY56388"/>
              </a:cxn>
              <a:cxn ang="0">
                <a:pos x="connsiteX56389" y="connsiteY56389"/>
              </a:cxn>
              <a:cxn ang="0">
                <a:pos x="connsiteX56390" y="connsiteY56390"/>
              </a:cxn>
              <a:cxn ang="0">
                <a:pos x="connsiteX56391" y="connsiteY56391"/>
              </a:cxn>
              <a:cxn ang="0">
                <a:pos x="connsiteX56392" y="connsiteY56392"/>
              </a:cxn>
              <a:cxn ang="0">
                <a:pos x="connsiteX56393" y="connsiteY56393"/>
              </a:cxn>
              <a:cxn ang="0">
                <a:pos x="connsiteX56394" y="connsiteY56394"/>
              </a:cxn>
              <a:cxn ang="0">
                <a:pos x="connsiteX56395" y="connsiteY56395"/>
              </a:cxn>
              <a:cxn ang="0">
                <a:pos x="connsiteX56396" y="connsiteY56396"/>
              </a:cxn>
              <a:cxn ang="0">
                <a:pos x="connsiteX56397" y="connsiteY56397"/>
              </a:cxn>
              <a:cxn ang="0">
                <a:pos x="connsiteX56398" y="connsiteY56398"/>
              </a:cxn>
              <a:cxn ang="0">
                <a:pos x="connsiteX56399" y="connsiteY56399"/>
              </a:cxn>
              <a:cxn ang="0">
                <a:pos x="connsiteX56400" y="connsiteY56400"/>
              </a:cxn>
              <a:cxn ang="0">
                <a:pos x="connsiteX56401" y="connsiteY56401"/>
              </a:cxn>
              <a:cxn ang="0">
                <a:pos x="connsiteX56402" y="connsiteY56402"/>
              </a:cxn>
              <a:cxn ang="0">
                <a:pos x="connsiteX56403" y="connsiteY56403"/>
              </a:cxn>
              <a:cxn ang="0">
                <a:pos x="connsiteX56404" y="connsiteY56404"/>
              </a:cxn>
              <a:cxn ang="0">
                <a:pos x="connsiteX56405" y="connsiteY56405"/>
              </a:cxn>
              <a:cxn ang="0">
                <a:pos x="connsiteX56406" y="connsiteY56406"/>
              </a:cxn>
              <a:cxn ang="0">
                <a:pos x="connsiteX56407" y="connsiteY56407"/>
              </a:cxn>
              <a:cxn ang="0">
                <a:pos x="connsiteX56408" y="connsiteY56408"/>
              </a:cxn>
              <a:cxn ang="0">
                <a:pos x="connsiteX56409" y="connsiteY56409"/>
              </a:cxn>
              <a:cxn ang="0">
                <a:pos x="connsiteX56410" y="connsiteY56410"/>
              </a:cxn>
              <a:cxn ang="0">
                <a:pos x="connsiteX56411" y="connsiteY56411"/>
              </a:cxn>
              <a:cxn ang="0">
                <a:pos x="connsiteX56412" y="connsiteY56412"/>
              </a:cxn>
              <a:cxn ang="0">
                <a:pos x="connsiteX56413" y="connsiteY56413"/>
              </a:cxn>
              <a:cxn ang="0">
                <a:pos x="connsiteX56414" y="connsiteY56414"/>
              </a:cxn>
              <a:cxn ang="0">
                <a:pos x="connsiteX56415" y="connsiteY56415"/>
              </a:cxn>
              <a:cxn ang="0">
                <a:pos x="connsiteX56416" y="connsiteY56416"/>
              </a:cxn>
              <a:cxn ang="0">
                <a:pos x="connsiteX56417" y="connsiteY56417"/>
              </a:cxn>
              <a:cxn ang="0">
                <a:pos x="connsiteX56418" y="connsiteY56418"/>
              </a:cxn>
              <a:cxn ang="0">
                <a:pos x="connsiteX56419" y="connsiteY56419"/>
              </a:cxn>
              <a:cxn ang="0">
                <a:pos x="connsiteX56420" y="connsiteY56420"/>
              </a:cxn>
              <a:cxn ang="0">
                <a:pos x="connsiteX56421" y="connsiteY56421"/>
              </a:cxn>
              <a:cxn ang="0">
                <a:pos x="connsiteX56422" y="connsiteY56422"/>
              </a:cxn>
              <a:cxn ang="0">
                <a:pos x="connsiteX56423" y="connsiteY56423"/>
              </a:cxn>
              <a:cxn ang="0">
                <a:pos x="connsiteX56424" y="connsiteY56424"/>
              </a:cxn>
              <a:cxn ang="0">
                <a:pos x="connsiteX56425" y="connsiteY56425"/>
              </a:cxn>
              <a:cxn ang="0">
                <a:pos x="connsiteX56426" y="connsiteY56426"/>
              </a:cxn>
              <a:cxn ang="0">
                <a:pos x="connsiteX56427" y="connsiteY56427"/>
              </a:cxn>
              <a:cxn ang="0">
                <a:pos x="connsiteX56428" y="connsiteY56428"/>
              </a:cxn>
              <a:cxn ang="0">
                <a:pos x="connsiteX56429" y="connsiteY56429"/>
              </a:cxn>
              <a:cxn ang="0">
                <a:pos x="connsiteX56430" y="connsiteY56430"/>
              </a:cxn>
              <a:cxn ang="0">
                <a:pos x="connsiteX56431" y="connsiteY56431"/>
              </a:cxn>
              <a:cxn ang="0">
                <a:pos x="connsiteX56432" y="connsiteY56432"/>
              </a:cxn>
              <a:cxn ang="0">
                <a:pos x="connsiteX56433" y="connsiteY56433"/>
              </a:cxn>
              <a:cxn ang="0">
                <a:pos x="connsiteX56434" y="connsiteY56434"/>
              </a:cxn>
              <a:cxn ang="0">
                <a:pos x="connsiteX56435" y="connsiteY56435"/>
              </a:cxn>
              <a:cxn ang="0">
                <a:pos x="connsiteX56436" y="connsiteY56436"/>
              </a:cxn>
              <a:cxn ang="0">
                <a:pos x="connsiteX56437" y="connsiteY56437"/>
              </a:cxn>
              <a:cxn ang="0">
                <a:pos x="connsiteX56438" y="connsiteY56438"/>
              </a:cxn>
              <a:cxn ang="0">
                <a:pos x="connsiteX56439" y="connsiteY56439"/>
              </a:cxn>
              <a:cxn ang="0">
                <a:pos x="connsiteX56440" y="connsiteY56440"/>
              </a:cxn>
              <a:cxn ang="0">
                <a:pos x="connsiteX56441" y="connsiteY56441"/>
              </a:cxn>
              <a:cxn ang="0">
                <a:pos x="connsiteX56442" y="connsiteY56442"/>
              </a:cxn>
              <a:cxn ang="0">
                <a:pos x="connsiteX56443" y="connsiteY56443"/>
              </a:cxn>
              <a:cxn ang="0">
                <a:pos x="connsiteX56444" y="connsiteY56444"/>
              </a:cxn>
              <a:cxn ang="0">
                <a:pos x="connsiteX56445" y="connsiteY56445"/>
              </a:cxn>
              <a:cxn ang="0">
                <a:pos x="connsiteX56446" y="connsiteY56446"/>
              </a:cxn>
              <a:cxn ang="0">
                <a:pos x="connsiteX56447" y="connsiteY56447"/>
              </a:cxn>
              <a:cxn ang="0">
                <a:pos x="connsiteX56448" y="connsiteY56448"/>
              </a:cxn>
              <a:cxn ang="0">
                <a:pos x="connsiteX56449" y="connsiteY56449"/>
              </a:cxn>
              <a:cxn ang="0">
                <a:pos x="connsiteX56450" y="connsiteY56450"/>
              </a:cxn>
              <a:cxn ang="0">
                <a:pos x="connsiteX56451" y="connsiteY56451"/>
              </a:cxn>
              <a:cxn ang="0">
                <a:pos x="connsiteX56452" y="connsiteY56452"/>
              </a:cxn>
              <a:cxn ang="0">
                <a:pos x="connsiteX56453" y="connsiteY56453"/>
              </a:cxn>
              <a:cxn ang="0">
                <a:pos x="connsiteX56454" y="connsiteY56454"/>
              </a:cxn>
              <a:cxn ang="0">
                <a:pos x="connsiteX56455" y="connsiteY56455"/>
              </a:cxn>
              <a:cxn ang="0">
                <a:pos x="connsiteX56456" y="connsiteY56456"/>
              </a:cxn>
              <a:cxn ang="0">
                <a:pos x="connsiteX56457" y="connsiteY56457"/>
              </a:cxn>
              <a:cxn ang="0">
                <a:pos x="connsiteX56458" y="connsiteY56458"/>
              </a:cxn>
              <a:cxn ang="0">
                <a:pos x="connsiteX56459" y="connsiteY56459"/>
              </a:cxn>
              <a:cxn ang="0">
                <a:pos x="connsiteX56460" y="connsiteY56460"/>
              </a:cxn>
              <a:cxn ang="0">
                <a:pos x="connsiteX56461" y="connsiteY56461"/>
              </a:cxn>
              <a:cxn ang="0">
                <a:pos x="connsiteX56462" y="connsiteY56462"/>
              </a:cxn>
              <a:cxn ang="0">
                <a:pos x="connsiteX56463" y="connsiteY56463"/>
              </a:cxn>
              <a:cxn ang="0">
                <a:pos x="connsiteX56464" y="connsiteY56464"/>
              </a:cxn>
              <a:cxn ang="0">
                <a:pos x="connsiteX56465" y="connsiteY56465"/>
              </a:cxn>
              <a:cxn ang="0">
                <a:pos x="connsiteX56466" y="connsiteY56466"/>
              </a:cxn>
              <a:cxn ang="0">
                <a:pos x="connsiteX56467" y="connsiteY56467"/>
              </a:cxn>
              <a:cxn ang="0">
                <a:pos x="connsiteX56468" y="connsiteY56468"/>
              </a:cxn>
              <a:cxn ang="0">
                <a:pos x="connsiteX56469" y="connsiteY56469"/>
              </a:cxn>
              <a:cxn ang="0">
                <a:pos x="connsiteX56470" y="connsiteY56470"/>
              </a:cxn>
              <a:cxn ang="0">
                <a:pos x="connsiteX56471" y="connsiteY56471"/>
              </a:cxn>
              <a:cxn ang="0">
                <a:pos x="connsiteX56472" y="connsiteY56472"/>
              </a:cxn>
              <a:cxn ang="0">
                <a:pos x="connsiteX56473" y="connsiteY56473"/>
              </a:cxn>
              <a:cxn ang="0">
                <a:pos x="connsiteX56474" y="connsiteY56474"/>
              </a:cxn>
              <a:cxn ang="0">
                <a:pos x="connsiteX56475" y="connsiteY56475"/>
              </a:cxn>
              <a:cxn ang="0">
                <a:pos x="connsiteX56476" y="connsiteY56476"/>
              </a:cxn>
              <a:cxn ang="0">
                <a:pos x="connsiteX56477" y="connsiteY56477"/>
              </a:cxn>
              <a:cxn ang="0">
                <a:pos x="connsiteX56478" y="connsiteY56478"/>
              </a:cxn>
              <a:cxn ang="0">
                <a:pos x="connsiteX56479" y="connsiteY56479"/>
              </a:cxn>
              <a:cxn ang="0">
                <a:pos x="connsiteX56480" y="connsiteY56480"/>
              </a:cxn>
              <a:cxn ang="0">
                <a:pos x="connsiteX56481" y="connsiteY56481"/>
              </a:cxn>
              <a:cxn ang="0">
                <a:pos x="connsiteX56482" y="connsiteY56482"/>
              </a:cxn>
              <a:cxn ang="0">
                <a:pos x="connsiteX56483" y="connsiteY56483"/>
              </a:cxn>
              <a:cxn ang="0">
                <a:pos x="connsiteX56484" y="connsiteY56484"/>
              </a:cxn>
              <a:cxn ang="0">
                <a:pos x="connsiteX56485" y="connsiteY56485"/>
              </a:cxn>
              <a:cxn ang="0">
                <a:pos x="connsiteX56486" y="connsiteY56486"/>
              </a:cxn>
              <a:cxn ang="0">
                <a:pos x="connsiteX56487" y="connsiteY56487"/>
              </a:cxn>
              <a:cxn ang="0">
                <a:pos x="connsiteX56488" y="connsiteY56488"/>
              </a:cxn>
              <a:cxn ang="0">
                <a:pos x="connsiteX56489" y="connsiteY56489"/>
              </a:cxn>
              <a:cxn ang="0">
                <a:pos x="connsiteX56490" y="connsiteY56490"/>
              </a:cxn>
              <a:cxn ang="0">
                <a:pos x="connsiteX56491" y="connsiteY56491"/>
              </a:cxn>
              <a:cxn ang="0">
                <a:pos x="connsiteX56492" y="connsiteY56492"/>
              </a:cxn>
              <a:cxn ang="0">
                <a:pos x="connsiteX56493" y="connsiteY56493"/>
              </a:cxn>
              <a:cxn ang="0">
                <a:pos x="connsiteX56494" y="connsiteY56494"/>
              </a:cxn>
              <a:cxn ang="0">
                <a:pos x="connsiteX56495" y="connsiteY56495"/>
              </a:cxn>
              <a:cxn ang="0">
                <a:pos x="connsiteX56496" y="connsiteY56496"/>
              </a:cxn>
              <a:cxn ang="0">
                <a:pos x="connsiteX56497" y="connsiteY56497"/>
              </a:cxn>
              <a:cxn ang="0">
                <a:pos x="connsiteX56498" y="connsiteY56498"/>
              </a:cxn>
              <a:cxn ang="0">
                <a:pos x="connsiteX56499" y="connsiteY56499"/>
              </a:cxn>
              <a:cxn ang="0">
                <a:pos x="connsiteX56500" y="connsiteY56500"/>
              </a:cxn>
              <a:cxn ang="0">
                <a:pos x="connsiteX56501" y="connsiteY56501"/>
              </a:cxn>
              <a:cxn ang="0">
                <a:pos x="connsiteX56502" y="connsiteY56502"/>
              </a:cxn>
              <a:cxn ang="0">
                <a:pos x="connsiteX56503" y="connsiteY56503"/>
              </a:cxn>
              <a:cxn ang="0">
                <a:pos x="connsiteX56504" y="connsiteY56504"/>
              </a:cxn>
              <a:cxn ang="0">
                <a:pos x="connsiteX56505" y="connsiteY56505"/>
              </a:cxn>
              <a:cxn ang="0">
                <a:pos x="connsiteX56506" y="connsiteY56506"/>
              </a:cxn>
              <a:cxn ang="0">
                <a:pos x="connsiteX56507" y="connsiteY56507"/>
              </a:cxn>
              <a:cxn ang="0">
                <a:pos x="connsiteX56508" y="connsiteY56508"/>
              </a:cxn>
              <a:cxn ang="0">
                <a:pos x="connsiteX56509" y="connsiteY56509"/>
              </a:cxn>
              <a:cxn ang="0">
                <a:pos x="connsiteX56510" y="connsiteY56510"/>
              </a:cxn>
              <a:cxn ang="0">
                <a:pos x="connsiteX56511" y="connsiteY56511"/>
              </a:cxn>
              <a:cxn ang="0">
                <a:pos x="connsiteX56512" y="connsiteY56512"/>
              </a:cxn>
              <a:cxn ang="0">
                <a:pos x="connsiteX56513" y="connsiteY56513"/>
              </a:cxn>
              <a:cxn ang="0">
                <a:pos x="connsiteX56514" y="connsiteY56514"/>
              </a:cxn>
              <a:cxn ang="0">
                <a:pos x="connsiteX56515" y="connsiteY56515"/>
              </a:cxn>
              <a:cxn ang="0">
                <a:pos x="connsiteX56516" y="connsiteY56516"/>
              </a:cxn>
              <a:cxn ang="0">
                <a:pos x="connsiteX56517" y="connsiteY56517"/>
              </a:cxn>
              <a:cxn ang="0">
                <a:pos x="connsiteX56518" y="connsiteY56518"/>
              </a:cxn>
              <a:cxn ang="0">
                <a:pos x="connsiteX56519" y="connsiteY56519"/>
              </a:cxn>
              <a:cxn ang="0">
                <a:pos x="connsiteX56520" y="connsiteY56520"/>
              </a:cxn>
              <a:cxn ang="0">
                <a:pos x="connsiteX56521" y="connsiteY56521"/>
              </a:cxn>
              <a:cxn ang="0">
                <a:pos x="connsiteX56522" y="connsiteY56522"/>
              </a:cxn>
              <a:cxn ang="0">
                <a:pos x="connsiteX56523" y="connsiteY56523"/>
              </a:cxn>
              <a:cxn ang="0">
                <a:pos x="connsiteX56524" y="connsiteY56524"/>
              </a:cxn>
              <a:cxn ang="0">
                <a:pos x="connsiteX56525" y="connsiteY56525"/>
              </a:cxn>
              <a:cxn ang="0">
                <a:pos x="connsiteX56526" y="connsiteY56526"/>
              </a:cxn>
              <a:cxn ang="0">
                <a:pos x="connsiteX56527" y="connsiteY56527"/>
              </a:cxn>
              <a:cxn ang="0">
                <a:pos x="connsiteX56528" y="connsiteY56528"/>
              </a:cxn>
              <a:cxn ang="0">
                <a:pos x="connsiteX56529" y="connsiteY56529"/>
              </a:cxn>
              <a:cxn ang="0">
                <a:pos x="connsiteX56530" y="connsiteY56530"/>
              </a:cxn>
              <a:cxn ang="0">
                <a:pos x="connsiteX56531" y="connsiteY56531"/>
              </a:cxn>
              <a:cxn ang="0">
                <a:pos x="connsiteX56532" y="connsiteY56532"/>
              </a:cxn>
              <a:cxn ang="0">
                <a:pos x="connsiteX56533" y="connsiteY56533"/>
              </a:cxn>
              <a:cxn ang="0">
                <a:pos x="connsiteX56534" y="connsiteY56534"/>
              </a:cxn>
              <a:cxn ang="0">
                <a:pos x="connsiteX56535" y="connsiteY56535"/>
              </a:cxn>
              <a:cxn ang="0">
                <a:pos x="connsiteX56536" y="connsiteY56536"/>
              </a:cxn>
              <a:cxn ang="0">
                <a:pos x="connsiteX56537" y="connsiteY56537"/>
              </a:cxn>
              <a:cxn ang="0">
                <a:pos x="connsiteX56538" y="connsiteY56538"/>
              </a:cxn>
              <a:cxn ang="0">
                <a:pos x="connsiteX56539" y="connsiteY56539"/>
              </a:cxn>
              <a:cxn ang="0">
                <a:pos x="connsiteX56540" y="connsiteY56540"/>
              </a:cxn>
              <a:cxn ang="0">
                <a:pos x="connsiteX56541" y="connsiteY56541"/>
              </a:cxn>
              <a:cxn ang="0">
                <a:pos x="connsiteX56542" y="connsiteY56542"/>
              </a:cxn>
              <a:cxn ang="0">
                <a:pos x="connsiteX56543" y="connsiteY56543"/>
              </a:cxn>
              <a:cxn ang="0">
                <a:pos x="connsiteX56544" y="connsiteY56544"/>
              </a:cxn>
              <a:cxn ang="0">
                <a:pos x="connsiteX56545" y="connsiteY56545"/>
              </a:cxn>
              <a:cxn ang="0">
                <a:pos x="connsiteX56546" y="connsiteY56546"/>
              </a:cxn>
              <a:cxn ang="0">
                <a:pos x="connsiteX56547" y="connsiteY56547"/>
              </a:cxn>
              <a:cxn ang="0">
                <a:pos x="connsiteX56548" y="connsiteY56548"/>
              </a:cxn>
              <a:cxn ang="0">
                <a:pos x="connsiteX56549" y="connsiteY56549"/>
              </a:cxn>
              <a:cxn ang="0">
                <a:pos x="connsiteX56550" y="connsiteY56550"/>
              </a:cxn>
              <a:cxn ang="0">
                <a:pos x="connsiteX56551" y="connsiteY56551"/>
              </a:cxn>
              <a:cxn ang="0">
                <a:pos x="connsiteX56552" y="connsiteY56552"/>
              </a:cxn>
              <a:cxn ang="0">
                <a:pos x="connsiteX56553" y="connsiteY56553"/>
              </a:cxn>
              <a:cxn ang="0">
                <a:pos x="connsiteX56554" y="connsiteY56554"/>
              </a:cxn>
              <a:cxn ang="0">
                <a:pos x="connsiteX56555" y="connsiteY56555"/>
              </a:cxn>
              <a:cxn ang="0">
                <a:pos x="connsiteX56556" y="connsiteY56556"/>
              </a:cxn>
              <a:cxn ang="0">
                <a:pos x="connsiteX56557" y="connsiteY56557"/>
              </a:cxn>
              <a:cxn ang="0">
                <a:pos x="connsiteX56558" y="connsiteY56558"/>
              </a:cxn>
              <a:cxn ang="0">
                <a:pos x="connsiteX56559" y="connsiteY56559"/>
              </a:cxn>
              <a:cxn ang="0">
                <a:pos x="connsiteX56560" y="connsiteY56560"/>
              </a:cxn>
              <a:cxn ang="0">
                <a:pos x="connsiteX56561" y="connsiteY56561"/>
              </a:cxn>
              <a:cxn ang="0">
                <a:pos x="connsiteX56562" y="connsiteY56562"/>
              </a:cxn>
              <a:cxn ang="0">
                <a:pos x="connsiteX56563" y="connsiteY56563"/>
              </a:cxn>
              <a:cxn ang="0">
                <a:pos x="connsiteX56564" y="connsiteY56564"/>
              </a:cxn>
              <a:cxn ang="0">
                <a:pos x="connsiteX56565" y="connsiteY56565"/>
              </a:cxn>
              <a:cxn ang="0">
                <a:pos x="connsiteX56566" y="connsiteY56566"/>
              </a:cxn>
              <a:cxn ang="0">
                <a:pos x="connsiteX56567" y="connsiteY56567"/>
              </a:cxn>
              <a:cxn ang="0">
                <a:pos x="connsiteX56568" y="connsiteY56568"/>
              </a:cxn>
              <a:cxn ang="0">
                <a:pos x="connsiteX56569" y="connsiteY56569"/>
              </a:cxn>
              <a:cxn ang="0">
                <a:pos x="connsiteX56570" y="connsiteY56570"/>
              </a:cxn>
              <a:cxn ang="0">
                <a:pos x="connsiteX56571" y="connsiteY56571"/>
              </a:cxn>
              <a:cxn ang="0">
                <a:pos x="connsiteX56572" y="connsiteY56572"/>
              </a:cxn>
              <a:cxn ang="0">
                <a:pos x="connsiteX56573" y="connsiteY56573"/>
              </a:cxn>
              <a:cxn ang="0">
                <a:pos x="connsiteX56574" y="connsiteY56574"/>
              </a:cxn>
              <a:cxn ang="0">
                <a:pos x="connsiteX56575" y="connsiteY56575"/>
              </a:cxn>
              <a:cxn ang="0">
                <a:pos x="connsiteX56576" y="connsiteY56576"/>
              </a:cxn>
              <a:cxn ang="0">
                <a:pos x="connsiteX56577" y="connsiteY56577"/>
              </a:cxn>
              <a:cxn ang="0">
                <a:pos x="connsiteX56578" y="connsiteY56578"/>
              </a:cxn>
              <a:cxn ang="0">
                <a:pos x="connsiteX56579" y="connsiteY56579"/>
              </a:cxn>
              <a:cxn ang="0">
                <a:pos x="connsiteX56580" y="connsiteY56580"/>
              </a:cxn>
              <a:cxn ang="0">
                <a:pos x="connsiteX56581" y="connsiteY56581"/>
              </a:cxn>
              <a:cxn ang="0">
                <a:pos x="connsiteX56582" y="connsiteY56582"/>
              </a:cxn>
              <a:cxn ang="0">
                <a:pos x="connsiteX56583" y="connsiteY56583"/>
              </a:cxn>
              <a:cxn ang="0">
                <a:pos x="connsiteX56584" y="connsiteY56584"/>
              </a:cxn>
              <a:cxn ang="0">
                <a:pos x="connsiteX56585" y="connsiteY56585"/>
              </a:cxn>
              <a:cxn ang="0">
                <a:pos x="connsiteX56586" y="connsiteY56586"/>
              </a:cxn>
              <a:cxn ang="0">
                <a:pos x="connsiteX56587" y="connsiteY56587"/>
              </a:cxn>
              <a:cxn ang="0">
                <a:pos x="connsiteX56588" y="connsiteY56588"/>
              </a:cxn>
              <a:cxn ang="0">
                <a:pos x="connsiteX56589" y="connsiteY56589"/>
              </a:cxn>
              <a:cxn ang="0">
                <a:pos x="connsiteX56590" y="connsiteY56590"/>
              </a:cxn>
              <a:cxn ang="0">
                <a:pos x="connsiteX56591" y="connsiteY56591"/>
              </a:cxn>
              <a:cxn ang="0">
                <a:pos x="connsiteX56592" y="connsiteY56592"/>
              </a:cxn>
              <a:cxn ang="0">
                <a:pos x="connsiteX56593" y="connsiteY56593"/>
              </a:cxn>
              <a:cxn ang="0">
                <a:pos x="connsiteX56594" y="connsiteY56594"/>
              </a:cxn>
              <a:cxn ang="0">
                <a:pos x="connsiteX56595" y="connsiteY56595"/>
              </a:cxn>
              <a:cxn ang="0">
                <a:pos x="connsiteX56596" y="connsiteY56596"/>
              </a:cxn>
              <a:cxn ang="0">
                <a:pos x="connsiteX56597" y="connsiteY56597"/>
              </a:cxn>
              <a:cxn ang="0">
                <a:pos x="connsiteX56598" y="connsiteY56598"/>
              </a:cxn>
              <a:cxn ang="0">
                <a:pos x="connsiteX56599" y="connsiteY56599"/>
              </a:cxn>
              <a:cxn ang="0">
                <a:pos x="connsiteX56600" y="connsiteY56600"/>
              </a:cxn>
              <a:cxn ang="0">
                <a:pos x="connsiteX56601" y="connsiteY56601"/>
              </a:cxn>
              <a:cxn ang="0">
                <a:pos x="connsiteX56602" y="connsiteY56602"/>
              </a:cxn>
              <a:cxn ang="0">
                <a:pos x="connsiteX56603" y="connsiteY56603"/>
              </a:cxn>
              <a:cxn ang="0">
                <a:pos x="connsiteX56604" y="connsiteY56604"/>
              </a:cxn>
              <a:cxn ang="0">
                <a:pos x="connsiteX56605" y="connsiteY56605"/>
              </a:cxn>
              <a:cxn ang="0">
                <a:pos x="connsiteX56606" y="connsiteY56606"/>
              </a:cxn>
              <a:cxn ang="0">
                <a:pos x="connsiteX56607" y="connsiteY56607"/>
              </a:cxn>
              <a:cxn ang="0">
                <a:pos x="connsiteX56608" y="connsiteY56608"/>
              </a:cxn>
              <a:cxn ang="0">
                <a:pos x="connsiteX56609" y="connsiteY56609"/>
              </a:cxn>
              <a:cxn ang="0">
                <a:pos x="connsiteX56610" y="connsiteY56610"/>
              </a:cxn>
              <a:cxn ang="0">
                <a:pos x="connsiteX56611" y="connsiteY56611"/>
              </a:cxn>
              <a:cxn ang="0">
                <a:pos x="connsiteX56612" y="connsiteY56612"/>
              </a:cxn>
              <a:cxn ang="0">
                <a:pos x="connsiteX56613" y="connsiteY56613"/>
              </a:cxn>
              <a:cxn ang="0">
                <a:pos x="connsiteX56614" y="connsiteY56614"/>
              </a:cxn>
              <a:cxn ang="0">
                <a:pos x="connsiteX56615" y="connsiteY56615"/>
              </a:cxn>
              <a:cxn ang="0">
                <a:pos x="connsiteX56616" y="connsiteY56616"/>
              </a:cxn>
              <a:cxn ang="0">
                <a:pos x="connsiteX56617" y="connsiteY56617"/>
              </a:cxn>
              <a:cxn ang="0">
                <a:pos x="connsiteX56618" y="connsiteY56618"/>
              </a:cxn>
              <a:cxn ang="0">
                <a:pos x="connsiteX56619" y="connsiteY56619"/>
              </a:cxn>
              <a:cxn ang="0">
                <a:pos x="connsiteX56620" y="connsiteY56620"/>
              </a:cxn>
              <a:cxn ang="0">
                <a:pos x="connsiteX56621" y="connsiteY56621"/>
              </a:cxn>
              <a:cxn ang="0">
                <a:pos x="connsiteX56622" y="connsiteY56622"/>
              </a:cxn>
              <a:cxn ang="0">
                <a:pos x="connsiteX56623" y="connsiteY56623"/>
              </a:cxn>
              <a:cxn ang="0">
                <a:pos x="connsiteX56624" y="connsiteY56624"/>
              </a:cxn>
              <a:cxn ang="0">
                <a:pos x="connsiteX56625" y="connsiteY56625"/>
              </a:cxn>
              <a:cxn ang="0">
                <a:pos x="connsiteX56626" y="connsiteY56626"/>
              </a:cxn>
              <a:cxn ang="0">
                <a:pos x="connsiteX56627" y="connsiteY56627"/>
              </a:cxn>
              <a:cxn ang="0">
                <a:pos x="connsiteX56628" y="connsiteY56628"/>
              </a:cxn>
              <a:cxn ang="0">
                <a:pos x="connsiteX56629" y="connsiteY56629"/>
              </a:cxn>
              <a:cxn ang="0">
                <a:pos x="connsiteX56630" y="connsiteY56630"/>
              </a:cxn>
              <a:cxn ang="0">
                <a:pos x="connsiteX56631" y="connsiteY56631"/>
              </a:cxn>
              <a:cxn ang="0">
                <a:pos x="connsiteX56632" y="connsiteY56632"/>
              </a:cxn>
              <a:cxn ang="0">
                <a:pos x="connsiteX56633" y="connsiteY56633"/>
              </a:cxn>
              <a:cxn ang="0">
                <a:pos x="connsiteX56634" y="connsiteY56634"/>
              </a:cxn>
              <a:cxn ang="0">
                <a:pos x="connsiteX56635" y="connsiteY56635"/>
              </a:cxn>
              <a:cxn ang="0">
                <a:pos x="connsiteX56636" y="connsiteY56636"/>
              </a:cxn>
              <a:cxn ang="0">
                <a:pos x="connsiteX56637" y="connsiteY56637"/>
              </a:cxn>
              <a:cxn ang="0">
                <a:pos x="connsiteX56638" y="connsiteY56638"/>
              </a:cxn>
              <a:cxn ang="0">
                <a:pos x="connsiteX56639" y="connsiteY56639"/>
              </a:cxn>
              <a:cxn ang="0">
                <a:pos x="connsiteX56640" y="connsiteY56640"/>
              </a:cxn>
              <a:cxn ang="0">
                <a:pos x="connsiteX56641" y="connsiteY56641"/>
              </a:cxn>
              <a:cxn ang="0">
                <a:pos x="connsiteX56642" y="connsiteY56642"/>
              </a:cxn>
              <a:cxn ang="0">
                <a:pos x="connsiteX56643" y="connsiteY56643"/>
              </a:cxn>
              <a:cxn ang="0">
                <a:pos x="connsiteX56644" y="connsiteY56644"/>
              </a:cxn>
              <a:cxn ang="0">
                <a:pos x="connsiteX56645" y="connsiteY56645"/>
              </a:cxn>
              <a:cxn ang="0">
                <a:pos x="connsiteX56646" y="connsiteY56646"/>
              </a:cxn>
              <a:cxn ang="0">
                <a:pos x="connsiteX56647" y="connsiteY56647"/>
              </a:cxn>
              <a:cxn ang="0">
                <a:pos x="connsiteX56648" y="connsiteY56648"/>
              </a:cxn>
              <a:cxn ang="0">
                <a:pos x="connsiteX56649" y="connsiteY56649"/>
              </a:cxn>
              <a:cxn ang="0">
                <a:pos x="connsiteX56650" y="connsiteY56650"/>
              </a:cxn>
              <a:cxn ang="0">
                <a:pos x="connsiteX56651" y="connsiteY56651"/>
              </a:cxn>
              <a:cxn ang="0">
                <a:pos x="connsiteX56652" y="connsiteY56652"/>
              </a:cxn>
              <a:cxn ang="0">
                <a:pos x="connsiteX56653" y="connsiteY56653"/>
              </a:cxn>
              <a:cxn ang="0">
                <a:pos x="connsiteX56654" y="connsiteY56654"/>
              </a:cxn>
              <a:cxn ang="0">
                <a:pos x="connsiteX56655" y="connsiteY56655"/>
              </a:cxn>
              <a:cxn ang="0">
                <a:pos x="connsiteX56656" y="connsiteY56656"/>
              </a:cxn>
              <a:cxn ang="0">
                <a:pos x="connsiteX56657" y="connsiteY56657"/>
              </a:cxn>
              <a:cxn ang="0">
                <a:pos x="connsiteX56658" y="connsiteY56658"/>
              </a:cxn>
              <a:cxn ang="0">
                <a:pos x="connsiteX56659" y="connsiteY56659"/>
              </a:cxn>
              <a:cxn ang="0">
                <a:pos x="connsiteX56660" y="connsiteY56660"/>
              </a:cxn>
              <a:cxn ang="0">
                <a:pos x="connsiteX56661" y="connsiteY56661"/>
              </a:cxn>
              <a:cxn ang="0">
                <a:pos x="connsiteX56662" y="connsiteY56662"/>
              </a:cxn>
              <a:cxn ang="0">
                <a:pos x="connsiteX56663" y="connsiteY56663"/>
              </a:cxn>
              <a:cxn ang="0">
                <a:pos x="connsiteX56664" y="connsiteY56664"/>
              </a:cxn>
              <a:cxn ang="0">
                <a:pos x="connsiteX56665" y="connsiteY56665"/>
              </a:cxn>
              <a:cxn ang="0">
                <a:pos x="connsiteX56666" y="connsiteY56666"/>
              </a:cxn>
              <a:cxn ang="0">
                <a:pos x="connsiteX56667" y="connsiteY56667"/>
              </a:cxn>
              <a:cxn ang="0">
                <a:pos x="connsiteX56668" y="connsiteY56668"/>
              </a:cxn>
              <a:cxn ang="0">
                <a:pos x="connsiteX56669" y="connsiteY56669"/>
              </a:cxn>
              <a:cxn ang="0">
                <a:pos x="connsiteX56670" y="connsiteY56670"/>
              </a:cxn>
              <a:cxn ang="0">
                <a:pos x="connsiteX56671" y="connsiteY56671"/>
              </a:cxn>
              <a:cxn ang="0">
                <a:pos x="connsiteX56672" y="connsiteY56672"/>
              </a:cxn>
              <a:cxn ang="0">
                <a:pos x="connsiteX56673" y="connsiteY56673"/>
              </a:cxn>
              <a:cxn ang="0">
                <a:pos x="connsiteX56674" y="connsiteY56674"/>
              </a:cxn>
              <a:cxn ang="0">
                <a:pos x="connsiteX56675" y="connsiteY56675"/>
              </a:cxn>
              <a:cxn ang="0">
                <a:pos x="connsiteX56676" y="connsiteY56676"/>
              </a:cxn>
              <a:cxn ang="0">
                <a:pos x="connsiteX56677" y="connsiteY56677"/>
              </a:cxn>
              <a:cxn ang="0">
                <a:pos x="connsiteX56678" y="connsiteY56678"/>
              </a:cxn>
              <a:cxn ang="0">
                <a:pos x="connsiteX56679" y="connsiteY56679"/>
              </a:cxn>
              <a:cxn ang="0">
                <a:pos x="connsiteX56680" y="connsiteY56680"/>
              </a:cxn>
              <a:cxn ang="0">
                <a:pos x="connsiteX56681" y="connsiteY56681"/>
              </a:cxn>
              <a:cxn ang="0">
                <a:pos x="connsiteX56682" y="connsiteY56682"/>
              </a:cxn>
              <a:cxn ang="0">
                <a:pos x="connsiteX56683" y="connsiteY56683"/>
              </a:cxn>
              <a:cxn ang="0">
                <a:pos x="connsiteX56684" y="connsiteY56684"/>
              </a:cxn>
              <a:cxn ang="0">
                <a:pos x="connsiteX56685" y="connsiteY56685"/>
              </a:cxn>
              <a:cxn ang="0">
                <a:pos x="connsiteX56686" y="connsiteY56686"/>
              </a:cxn>
              <a:cxn ang="0">
                <a:pos x="connsiteX56687" y="connsiteY56687"/>
              </a:cxn>
              <a:cxn ang="0">
                <a:pos x="connsiteX56688" y="connsiteY56688"/>
              </a:cxn>
              <a:cxn ang="0">
                <a:pos x="connsiteX56689" y="connsiteY56689"/>
              </a:cxn>
              <a:cxn ang="0">
                <a:pos x="connsiteX56690" y="connsiteY56690"/>
              </a:cxn>
              <a:cxn ang="0">
                <a:pos x="connsiteX56691" y="connsiteY56691"/>
              </a:cxn>
              <a:cxn ang="0">
                <a:pos x="connsiteX56692" y="connsiteY56692"/>
              </a:cxn>
              <a:cxn ang="0">
                <a:pos x="connsiteX56693" y="connsiteY56693"/>
              </a:cxn>
              <a:cxn ang="0">
                <a:pos x="connsiteX56694" y="connsiteY56694"/>
              </a:cxn>
              <a:cxn ang="0">
                <a:pos x="connsiteX56695" y="connsiteY56695"/>
              </a:cxn>
              <a:cxn ang="0">
                <a:pos x="connsiteX56696" y="connsiteY56696"/>
              </a:cxn>
              <a:cxn ang="0">
                <a:pos x="connsiteX56697" y="connsiteY56697"/>
              </a:cxn>
              <a:cxn ang="0">
                <a:pos x="connsiteX56698" y="connsiteY56698"/>
              </a:cxn>
              <a:cxn ang="0">
                <a:pos x="connsiteX56699" y="connsiteY56699"/>
              </a:cxn>
              <a:cxn ang="0">
                <a:pos x="connsiteX56700" y="connsiteY56700"/>
              </a:cxn>
              <a:cxn ang="0">
                <a:pos x="connsiteX56701" y="connsiteY56701"/>
              </a:cxn>
              <a:cxn ang="0">
                <a:pos x="connsiteX56702" y="connsiteY56702"/>
              </a:cxn>
              <a:cxn ang="0">
                <a:pos x="connsiteX56703" y="connsiteY56703"/>
              </a:cxn>
              <a:cxn ang="0">
                <a:pos x="connsiteX56704" y="connsiteY56704"/>
              </a:cxn>
              <a:cxn ang="0">
                <a:pos x="connsiteX56705" y="connsiteY56705"/>
              </a:cxn>
              <a:cxn ang="0">
                <a:pos x="connsiteX56706" y="connsiteY56706"/>
              </a:cxn>
              <a:cxn ang="0">
                <a:pos x="connsiteX56707" y="connsiteY56707"/>
              </a:cxn>
              <a:cxn ang="0">
                <a:pos x="connsiteX56708" y="connsiteY56708"/>
              </a:cxn>
              <a:cxn ang="0">
                <a:pos x="connsiteX56709" y="connsiteY56709"/>
              </a:cxn>
              <a:cxn ang="0">
                <a:pos x="connsiteX56710" y="connsiteY56710"/>
              </a:cxn>
              <a:cxn ang="0">
                <a:pos x="connsiteX56711" y="connsiteY56711"/>
              </a:cxn>
              <a:cxn ang="0">
                <a:pos x="connsiteX56712" y="connsiteY56712"/>
              </a:cxn>
              <a:cxn ang="0">
                <a:pos x="connsiteX56713" y="connsiteY56713"/>
              </a:cxn>
              <a:cxn ang="0">
                <a:pos x="connsiteX56714" y="connsiteY56714"/>
              </a:cxn>
              <a:cxn ang="0">
                <a:pos x="connsiteX56715" y="connsiteY56715"/>
              </a:cxn>
              <a:cxn ang="0">
                <a:pos x="connsiteX56716" y="connsiteY56716"/>
              </a:cxn>
              <a:cxn ang="0">
                <a:pos x="connsiteX56717" y="connsiteY56717"/>
              </a:cxn>
              <a:cxn ang="0">
                <a:pos x="connsiteX56718" y="connsiteY56718"/>
              </a:cxn>
              <a:cxn ang="0">
                <a:pos x="connsiteX56719" y="connsiteY56719"/>
              </a:cxn>
              <a:cxn ang="0">
                <a:pos x="connsiteX56720" y="connsiteY56720"/>
              </a:cxn>
              <a:cxn ang="0">
                <a:pos x="connsiteX56721" y="connsiteY56721"/>
              </a:cxn>
              <a:cxn ang="0">
                <a:pos x="connsiteX56722" y="connsiteY56722"/>
              </a:cxn>
              <a:cxn ang="0">
                <a:pos x="connsiteX56723" y="connsiteY56723"/>
              </a:cxn>
              <a:cxn ang="0">
                <a:pos x="connsiteX56724" y="connsiteY56724"/>
              </a:cxn>
              <a:cxn ang="0">
                <a:pos x="connsiteX56725" y="connsiteY56725"/>
              </a:cxn>
              <a:cxn ang="0">
                <a:pos x="connsiteX56726" y="connsiteY56726"/>
              </a:cxn>
              <a:cxn ang="0">
                <a:pos x="connsiteX56727" y="connsiteY56727"/>
              </a:cxn>
              <a:cxn ang="0">
                <a:pos x="connsiteX56728" y="connsiteY56728"/>
              </a:cxn>
              <a:cxn ang="0">
                <a:pos x="connsiteX56729" y="connsiteY56729"/>
              </a:cxn>
              <a:cxn ang="0">
                <a:pos x="connsiteX56730" y="connsiteY56730"/>
              </a:cxn>
              <a:cxn ang="0">
                <a:pos x="connsiteX56731" y="connsiteY56731"/>
              </a:cxn>
              <a:cxn ang="0">
                <a:pos x="connsiteX56732" y="connsiteY56732"/>
              </a:cxn>
              <a:cxn ang="0">
                <a:pos x="connsiteX56733" y="connsiteY56733"/>
              </a:cxn>
              <a:cxn ang="0">
                <a:pos x="connsiteX56734" y="connsiteY56734"/>
              </a:cxn>
              <a:cxn ang="0">
                <a:pos x="connsiteX56735" y="connsiteY56735"/>
              </a:cxn>
              <a:cxn ang="0">
                <a:pos x="connsiteX56736" y="connsiteY56736"/>
              </a:cxn>
              <a:cxn ang="0">
                <a:pos x="connsiteX56737" y="connsiteY56737"/>
              </a:cxn>
              <a:cxn ang="0">
                <a:pos x="connsiteX56738" y="connsiteY56738"/>
              </a:cxn>
              <a:cxn ang="0">
                <a:pos x="connsiteX56739" y="connsiteY56739"/>
              </a:cxn>
              <a:cxn ang="0">
                <a:pos x="connsiteX56740" y="connsiteY56740"/>
              </a:cxn>
              <a:cxn ang="0">
                <a:pos x="connsiteX56741" y="connsiteY56741"/>
              </a:cxn>
              <a:cxn ang="0">
                <a:pos x="connsiteX56742" y="connsiteY56742"/>
              </a:cxn>
              <a:cxn ang="0">
                <a:pos x="connsiteX56743" y="connsiteY56743"/>
              </a:cxn>
              <a:cxn ang="0">
                <a:pos x="connsiteX56744" y="connsiteY56744"/>
              </a:cxn>
              <a:cxn ang="0">
                <a:pos x="connsiteX56745" y="connsiteY56745"/>
              </a:cxn>
              <a:cxn ang="0">
                <a:pos x="connsiteX56746" y="connsiteY56746"/>
              </a:cxn>
              <a:cxn ang="0">
                <a:pos x="connsiteX56747" y="connsiteY56747"/>
              </a:cxn>
              <a:cxn ang="0">
                <a:pos x="connsiteX56748" y="connsiteY56748"/>
              </a:cxn>
              <a:cxn ang="0">
                <a:pos x="connsiteX56749" y="connsiteY56749"/>
              </a:cxn>
              <a:cxn ang="0">
                <a:pos x="connsiteX56750" y="connsiteY56750"/>
              </a:cxn>
              <a:cxn ang="0">
                <a:pos x="connsiteX56751" y="connsiteY56751"/>
              </a:cxn>
              <a:cxn ang="0">
                <a:pos x="connsiteX56752" y="connsiteY56752"/>
              </a:cxn>
              <a:cxn ang="0">
                <a:pos x="connsiteX56753" y="connsiteY56753"/>
              </a:cxn>
              <a:cxn ang="0">
                <a:pos x="connsiteX56754" y="connsiteY56754"/>
              </a:cxn>
              <a:cxn ang="0">
                <a:pos x="connsiteX56755" y="connsiteY56755"/>
              </a:cxn>
              <a:cxn ang="0">
                <a:pos x="connsiteX56756" y="connsiteY56756"/>
              </a:cxn>
              <a:cxn ang="0">
                <a:pos x="connsiteX56757" y="connsiteY56757"/>
              </a:cxn>
              <a:cxn ang="0">
                <a:pos x="connsiteX56758" y="connsiteY56758"/>
              </a:cxn>
              <a:cxn ang="0">
                <a:pos x="connsiteX56759" y="connsiteY56759"/>
              </a:cxn>
              <a:cxn ang="0">
                <a:pos x="connsiteX56760" y="connsiteY56760"/>
              </a:cxn>
              <a:cxn ang="0">
                <a:pos x="connsiteX56761" y="connsiteY56761"/>
              </a:cxn>
              <a:cxn ang="0">
                <a:pos x="connsiteX56762" y="connsiteY56762"/>
              </a:cxn>
              <a:cxn ang="0">
                <a:pos x="connsiteX56763" y="connsiteY56763"/>
              </a:cxn>
              <a:cxn ang="0">
                <a:pos x="connsiteX56764" y="connsiteY56764"/>
              </a:cxn>
              <a:cxn ang="0">
                <a:pos x="connsiteX56765" y="connsiteY56765"/>
              </a:cxn>
              <a:cxn ang="0">
                <a:pos x="connsiteX56766" y="connsiteY56766"/>
              </a:cxn>
              <a:cxn ang="0">
                <a:pos x="connsiteX56767" y="connsiteY56767"/>
              </a:cxn>
              <a:cxn ang="0">
                <a:pos x="connsiteX56768" y="connsiteY56768"/>
              </a:cxn>
              <a:cxn ang="0">
                <a:pos x="connsiteX56769" y="connsiteY56769"/>
              </a:cxn>
              <a:cxn ang="0">
                <a:pos x="connsiteX56770" y="connsiteY56770"/>
              </a:cxn>
              <a:cxn ang="0">
                <a:pos x="connsiteX56771" y="connsiteY56771"/>
              </a:cxn>
              <a:cxn ang="0">
                <a:pos x="connsiteX56772" y="connsiteY56772"/>
              </a:cxn>
              <a:cxn ang="0">
                <a:pos x="connsiteX56773" y="connsiteY56773"/>
              </a:cxn>
              <a:cxn ang="0">
                <a:pos x="connsiteX56774" y="connsiteY56774"/>
              </a:cxn>
              <a:cxn ang="0">
                <a:pos x="connsiteX56775" y="connsiteY56775"/>
              </a:cxn>
              <a:cxn ang="0">
                <a:pos x="connsiteX56776" y="connsiteY56776"/>
              </a:cxn>
              <a:cxn ang="0">
                <a:pos x="connsiteX56777" y="connsiteY56777"/>
              </a:cxn>
              <a:cxn ang="0">
                <a:pos x="connsiteX56778" y="connsiteY56778"/>
              </a:cxn>
              <a:cxn ang="0">
                <a:pos x="connsiteX56779" y="connsiteY56779"/>
              </a:cxn>
              <a:cxn ang="0">
                <a:pos x="connsiteX56780" y="connsiteY56780"/>
              </a:cxn>
              <a:cxn ang="0">
                <a:pos x="connsiteX56781" y="connsiteY56781"/>
              </a:cxn>
              <a:cxn ang="0">
                <a:pos x="connsiteX56782" y="connsiteY56782"/>
              </a:cxn>
              <a:cxn ang="0">
                <a:pos x="connsiteX56783" y="connsiteY56783"/>
              </a:cxn>
              <a:cxn ang="0">
                <a:pos x="connsiteX56784" y="connsiteY56784"/>
              </a:cxn>
              <a:cxn ang="0">
                <a:pos x="connsiteX56785" y="connsiteY56785"/>
              </a:cxn>
              <a:cxn ang="0">
                <a:pos x="connsiteX56786" y="connsiteY56786"/>
              </a:cxn>
              <a:cxn ang="0">
                <a:pos x="connsiteX56787" y="connsiteY56787"/>
              </a:cxn>
              <a:cxn ang="0">
                <a:pos x="connsiteX56788" y="connsiteY56788"/>
              </a:cxn>
              <a:cxn ang="0">
                <a:pos x="connsiteX56789" y="connsiteY56789"/>
              </a:cxn>
              <a:cxn ang="0">
                <a:pos x="connsiteX56790" y="connsiteY56790"/>
              </a:cxn>
              <a:cxn ang="0">
                <a:pos x="connsiteX56791" y="connsiteY56791"/>
              </a:cxn>
              <a:cxn ang="0">
                <a:pos x="connsiteX56792" y="connsiteY56792"/>
              </a:cxn>
              <a:cxn ang="0">
                <a:pos x="connsiteX56793" y="connsiteY56793"/>
              </a:cxn>
              <a:cxn ang="0">
                <a:pos x="connsiteX56794" y="connsiteY56794"/>
              </a:cxn>
              <a:cxn ang="0">
                <a:pos x="connsiteX56795" y="connsiteY56795"/>
              </a:cxn>
              <a:cxn ang="0">
                <a:pos x="connsiteX56796" y="connsiteY56796"/>
              </a:cxn>
              <a:cxn ang="0">
                <a:pos x="connsiteX56797" y="connsiteY56797"/>
              </a:cxn>
              <a:cxn ang="0">
                <a:pos x="connsiteX56798" y="connsiteY56798"/>
              </a:cxn>
              <a:cxn ang="0">
                <a:pos x="connsiteX56799" y="connsiteY56799"/>
              </a:cxn>
              <a:cxn ang="0">
                <a:pos x="connsiteX56800" y="connsiteY56800"/>
              </a:cxn>
              <a:cxn ang="0">
                <a:pos x="connsiteX56801" y="connsiteY56801"/>
              </a:cxn>
              <a:cxn ang="0">
                <a:pos x="connsiteX56802" y="connsiteY56802"/>
              </a:cxn>
              <a:cxn ang="0">
                <a:pos x="connsiteX56803" y="connsiteY56803"/>
              </a:cxn>
              <a:cxn ang="0">
                <a:pos x="connsiteX56804" y="connsiteY56804"/>
              </a:cxn>
              <a:cxn ang="0">
                <a:pos x="connsiteX56805" y="connsiteY56805"/>
              </a:cxn>
              <a:cxn ang="0">
                <a:pos x="connsiteX56806" y="connsiteY56806"/>
              </a:cxn>
              <a:cxn ang="0">
                <a:pos x="connsiteX56807" y="connsiteY56807"/>
              </a:cxn>
              <a:cxn ang="0">
                <a:pos x="connsiteX56808" y="connsiteY56808"/>
              </a:cxn>
              <a:cxn ang="0">
                <a:pos x="connsiteX56809" y="connsiteY56809"/>
              </a:cxn>
              <a:cxn ang="0">
                <a:pos x="connsiteX56810" y="connsiteY56810"/>
              </a:cxn>
              <a:cxn ang="0">
                <a:pos x="connsiteX56811" y="connsiteY56811"/>
              </a:cxn>
              <a:cxn ang="0">
                <a:pos x="connsiteX56812" y="connsiteY56812"/>
              </a:cxn>
              <a:cxn ang="0">
                <a:pos x="connsiteX56813" y="connsiteY56813"/>
              </a:cxn>
              <a:cxn ang="0">
                <a:pos x="connsiteX56814" y="connsiteY56814"/>
              </a:cxn>
              <a:cxn ang="0">
                <a:pos x="connsiteX56815" y="connsiteY56815"/>
              </a:cxn>
              <a:cxn ang="0">
                <a:pos x="connsiteX56816" y="connsiteY56816"/>
              </a:cxn>
              <a:cxn ang="0">
                <a:pos x="connsiteX56817" y="connsiteY56817"/>
              </a:cxn>
              <a:cxn ang="0">
                <a:pos x="connsiteX56818" y="connsiteY56818"/>
              </a:cxn>
              <a:cxn ang="0">
                <a:pos x="connsiteX56819" y="connsiteY56819"/>
              </a:cxn>
              <a:cxn ang="0">
                <a:pos x="connsiteX56820" y="connsiteY56820"/>
              </a:cxn>
              <a:cxn ang="0">
                <a:pos x="connsiteX56821" y="connsiteY56821"/>
              </a:cxn>
              <a:cxn ang="0">
                <a:pos x="connsiteX56822" y="connsiteY56822"/>
              </a:cxn>
              <a:cxn ang="0">
                <a:pos x="connsiteX56823" y="connsiteY56823"/>
              </a:cxn>
              <a:cxn ang="0">
                <a:pos x="connsiteX56824" y="connsiteY56824"/>
              </a:cxn>
              <a:cxn ang="0">
                <a:pos x="connsiteX56825" y="connsiteY56825"/>
              </a:cxn>
              <a:cxn ang="0">
                <a:pos x="connsiteX56826" y="connsiteY56826"/>
              </a:cxn>
              <a:cxn ang="0">
                <a:pos x="connsiteX56827" y="connsiteY56827"/>
              </a:cxn>
              <a:cxn ang="0">
                <a:pos x="connsiteX56828" y="connsiteY56828"/>
              </a:cxn>
              <a:cxn ang="0">
                <a:pos x="connsiteX56829" y="connsiteY56829"/>
              </a:cxn>
              <a:cxn ang="0">
                <a:pos x="connsiteX56830" y="connsiteY56830"/>
              </a:cxn>
              <a:cxn ang="0">
                <a:pos x="connsiteX56831" y="connsiteY56831"/>
              </a:cxn>
              <a:cxn ang="0">
                <a:pos x="connsiteX56832" y="connsiteY56832"/>
              </a:cxn>
              <a:cxn ang="0">
                <a:pos x="connsiteX56833" y="connsiteY56833"/>
              </a:cxn>
              <a:cxn ang="0">
                <a:pos x="connsiteX56834" y="connsiteY56834"/>
              </a:cxn>
              <a:cxn ang="0">
                <a:pos x="connsiteX56835" y="connsiteY56835"/>
              </a:cxn>
              <a:cxn ang="0">
                <a:pos x="connsiteX56836" y="connsiteY56836"/>
              </a:cxn>
              <a:cxn ang="0">
                <a:pos x="connsiteX56837" y="connsiteY56837"/>
              </a:cxn>
              <a:cxn ang="0">
                <a:pos x="connsiteX56838" y="connsiteY56838"/>
              </a:cxn>
              <a:cxn ang="0">
                <a:pos x="connsiteX56839" y="connsiteY56839"/>
              </a:cxn>
              <a:cxn ang="0">
                <a:pos x="connsiteX56840" y="connsiteY56840"/>
              </a:cxn>
              <a:cxn ang="0">
                <a:pos x="connsiteX56841" y="connsiteY56841"/>
              </a:cxn>
              <a:cxn ang="0">
                <a:pos x="connsiteX56842" y="connsiteY56842"/>
              </a:cxn>
              <a:cxn ang="0">
                <a:pos x="connsiteX56843" y="connsiteY56843"/>
              </a:cxn>
              <a:cxn ang="0">
                <a:pos x="connsiteX56844" y="connsiteY56844"/>
              </a:cxn>
              <a:cxn ang="0">
                <a:pos x="connsiteX56845" y="connsiteY56845"/>
              </a:cxn>
              <a:cxn ang="0">
                <a:pos x="connsiteX56846" y="connsiteY56846"/>
              </a:cxn>
              <a:cxn ang="0">
                <a:pos x="connsiteX56847" y="connsiteY56847"/>
              </a:cxn>
              <a:cxn ang="0">
                <a:pos x="connsiteX56848" y="connsiteY56848"/>
              </a:cxn>
              <a:cxn ang="0">
                <a:pos x="connsiteX56849" y="connsiteY56849"/>
              </a:cxn>
              <a:cxn ang="0">
                <a:pos x="connsiteX56850" y="connsiteY56850"/>
              </a:cxn>
              <a:cxn ang="0">
                <a:pos x="connsiteX56851" y="connsiteY56851"/>
              </a:cxn>
              <a:cxn ang="0">
                <a:pos x="connsiteX56852" y="connsiteY56852"/>
              </a:cxn>
              <a:cxn ang="0">
                <a:pos x="connsiteX56853" y="connsiteY56853"/>
              </a:cxn>
              <a:cxn ang="0">
                <a:pos x="connsiteX56854" y="connsiteY56854"/>
              </a:cxn>
              <a:cxn ang="0">
                <a:pos x="connsiteX56855" y="connsiteY56855"/>
              </a:cxn>
              <a:cxn ang="0">
                <a:pos x="connsiteX56856" y="connsiteY56856"/>
              </a:cxn>
              <a:cxn ang="0">
                <a:pos x="connsiteX56857" y="connsiteY56857"/>
              </a:cxn>
              <a:cxn ang="0">
                <a:pos x="connsiteX56858" y="connsiteY56858"/>
              </a:cxn>
              <a:cxn ang="0">
                <a:pos x="connsiteX56859" y="connsiteY56859"/>
              </a:cxn>
              <a:cxn ang="0">
                <a:pos x="connsiteX56860" y="connsiteY56860"/>
              </a:cxn>
              <a:cxn ang="0">
                <a:pos x="connsiteX56861" y="connsiteY56861"/>
              </a:cxn>
              <a:cxn ang="0">
                <a:pos x="connsiteX56862" y="connsiteY56862"/>
              </a:cxn>
              <a:cxn ang="0">
                <a:pos x="connsiteX56863" y="connsiteY56863"/>
              </a:cxn>
              <a:cxn ang="0">
                <a:pos x="connsiteX56864" y="connsiteY56864"/>
              </a:cxn>
              <a:cxn ang="0">
                <a:pos x="connsiteX56865" y="connsiteY56865"/>
              </a:cxn>
              <a:cxn ang="0">
                <a:pos x="connsiteX56866" y="connsiteY56866"/>
              </a:cxn>
              <a:cxn ang="0">
                <a:pos x="connsiteX56867" y="connsiteY56867"/>
              </a:cxn>
              <a:cxn ang="0">
                <a:pos x="connsiteX56868" y="connsiteY56868"/>
              </a:cxn>
              <a:cxn ang="0">
                <a:pos x="connsiteX56869" y="connsiteY56869"/>
              </a:cxn>
              <a:cxn ang="0">
                <a:pos x="connsiteX56870" y="connsiteY56870"/>
              </a:cxn>
              <a:cxn ang="0">
                <a:pos x="connsiteX56871" y="connsiteY56871"/>
              </a:cxn>
              <a:cxn ang="0">
                <a:pos x="connsiteX56872" y="connsiteY56872"/>
              </a:cxn>
              <a:cxn ang="0">
                <a:pos x="connsiteX56873" y="connsiteY56873"/>
              </a:cxn>
              <a:cxn ang="0">
                <a:pos x="connsiteX56874" y="connsiteY56874"/>
              </a:cxn>
              <a:cxn ang="0">
                <a:pos x="connsiteX56875" y="connsiteY56875"/>
              </a:cxn>
              <a:cxn ang="0">
                <a:pos x="connsiteX56876" y="connsiteY56876"/>
              </a:cxn>
              <a:cxn ang="0">
                <a:pos x="connsiteX56877" y="connsiteY56877"/>
              </a:cxn>
              <a:cxn ang="0">
                <a:pos x="connsiteX56878" y="connsiteY56878"/>
              </a:cxn>
              <a:cxn ang="0">
                <a:pos x="connsiteX56879" y="connsiteY56879"/>
              </a:cxn>
              <a:cxn ang="0">
                <a:pos x="connsiteX56880" y="connsiteY56880"/>
              </a:cxn>
              <a:cxn ang="0">
                <a:pos x="connsiteX56881" y="connsiteY56881"/>
              </a:cxn>
              <a:cxn ang="0">
                <a:pos x="connsiteX56882" y="connsiteY56882"/>
              </a:cxn>
              <a:cxn ang="0">
                <a:pos x="connsiteX56883" y="connsiteY56883"/>
              </a:cxn>
              <a:cxn ang="0">
                <a:pos x="connsiteX56884" y="connsiteY56884"/>
              </a:cxn>
              <a:cxn ang="0">
                <a:pos x="connsiteX56885" y="connsiteY56885"/>
              </a:cxn>
              <a:cxn ang="0">
                <a:pos x="connsiteX56886" y="connsiteY56886"/>
              </a:cxn>
              <a:cxn ang="0">
                <a:pos x="connsiteX56887" y="connsiteY56887"/>
              </a:cxn>
              <a:cxn ang="0">
                <a:pos x="connsiteX56888" y="connsiteY56888"/>
              </a:cxn>
              <a:cxn ang="0">
                <a:pos x="connsiteX56889" y="connsiteY56889"/>
              </a:cxn>
              <a:cxn ang="0">
                <a:pos x="connsiteX56890" y="connsiteY56890"/>
              </a:cxn>
              <a:cxn ang="0">
                <a:pos x="connsiteX56891" y="connsiteY56891"/>
              </a:cxn>
              <a:cxn ang="0">
                <a:pos x="connsiteX56892" y="connsiteY56892"/>
              </a:cxn>
              <a:cxn ang="0">
                <a:pos x="connsiteX56893" y="connsiteY56893"/>
              </a:cxn>
              <a:cxn ang="0">
                <a:pos x="connsiteX56894" y="connsiteY56894"/>
              </a:cxn>
              <a:cxn ang="0">
                <a:pos x="connsiteX56895" y="connsiteY56895"/>
              </a:cxn>
              <a:cxn ang="0">
                <a:pos x="connsiteX56896" y="connsiteY56896"/>
              </a:cxn>
              <a:cxn ang="0">
                <a:pos x="connsiteX56897" y="connsiteY56897"/>
              </a:cxn>
              <a:cxn ang="0">
                <a:pos x="connsiteX56898" y="connsiteY56898"/>
              </a:cxn>
              <a:cxn ang="0">
                <a:pos x="connsiteX56899" y="connsiteY56899"/>
              </a:cxn>
              <a:cxn ang="0">
                <a:pos x="connsiteX56900" y="connsiteY56900"/>
              </a:cxn>
              <a:cxn ang="0">
                <a:pos x="connsiteX56901" y="connsiteY56901"/>
              </a:cxn>
              <a:cxn ang="0">
                <a:pos x="connsiteX56902" y="connsiteY56902"/>
              </a:cxn>
              <a:cxn ang="0">
                <a:pos x="connsiteX56903" y="connsiteY56903"/>
              </a:cxn>
              <a:cxn ang="0">
                <a:pos x="connsiteX56904" y="connsiteY56904"/>
              </a:cxn>
              <a:cxn ang="0">
                <a:pos x="connsiteX56905" y="connsiteY56905"/>
              </a:cxn>
              <a:cxn ang="0">
                <a:pos x="connsiteX56906" y="connsiteY56906"/>
              </a:cxn>
              <a:cxn ang="0">
                <a:pos x="connsiteX56907" y="connsiteY56907"/>
              </a:cxn>
              <a:cxn ang="0">
                <a:pos x="connsiteX56908" y="connsiteY56908"/>
              </a:cxn>
              <a:cxn ang="0">
                <a:pos x="connsiteX56909" y="connsiteY56909"/>
              </a:cxn>
              <a:cxn ang="0">
                <a:pos x="connsiteX56910" y="connsiteY56910"/>
              </a:cxn>
              <a:cxn ang="0">
                <a:pos x="connsiteX56911" y="connsiteY56911"/>
              </a:cxn>
              <a:cxn ang="0">
                <a:pos x="connsiteX56912" y="connsiteY56912"/>
              </a:cxn>
              <a:cxn ang="0">
                <a:pos x="connsiteX56913" y="connsiteY56913"/>
              </a:cxn>
              <a:cxn ang="0">
                <a:pos x="connsiteX56914" y="connsiteY56914"/>
              </a:cxn>
              <a:cxn ang="0">
                <a:pos x="connsiteX56915" y="connsiteY56915"/>
              </a:cxn>
              <a:cxn ang="0">
                <a:pos x="connsiteX56916" y="connsiteY56916"/>
              </a:cxn>
              <a:cxn ang="0">
                <a:pos x="connsiteX56917" y="connsiteY56917"/>
              </a:cxn>
              <a:cxn ang="0">
                <a:pos x="connsiteX56918" y="connsiteY56918"/>
              </a:cxn>
              <a:cxn ang="0">
                <a:pos x="connsiteX56919" y="connsiteY56919"/>
              </a:cxn>
              <a:cxn ang="0">
                <a:pos x="connsiteX56920" y="connsiteY56920"/>
              </a:cxn>
              <a:cxn ang="0">
                <a:pos x="connsiteX56921" y="connsiteY56921"/>
              </a:cxn>
              <a:cxn ang="0">
                <a:pos x="connsiteX56922" y="connsiteY56922"/>
              </a:cxn>
              <a:cxn ang="0">
                <a:pos x="connsiteX56923" y="connsiteY56923"/>
              </a:cxn>
              <a:cxn ang="0">
                <a:pos x="connsiteX56924" y="connsiteY56924"/>
              </a:cxn>
              <a:cxn ang="0">
                <a:pos x="connsiteX56925" y="connsiteY56925"/>
              </a:cxn>
              <a:cxn ang="0">
                <a:pos x="connsiteX56926" y="connsiteY56926"/>
              </a:cxn>
              <a:cxn ang="0">
                <a:pos x="connsiteX56927" y="connsiteY56927"/>
              </a:cxn>
              <a:cxn ang="0">
                <a:pos x="connsiteX56928" y="connsiteY56928"/>
              </a:cxn>
              <a:cxn ang="0">
                <a:pos x="connsiteX56929" y="connsiteY56929"/>
              </a:cxn>
              <a:cxn ang="0">
                <a:pos x="connsiteX56930" y="connsiteY56930"/>
              </a:cxn>
              <a:cxn ang="0">
                <a:pos x="connsiteX56931" y="connsiteY56931"/>
              </a:cxn>
              <a:cxn ang="0">
                <a:pos x="connsiteX56932" y="connsiteY56932"/>
              </a:cxn>
              <a:cxn ang="0">
                <a:pos x="connsiteX56933" y="connsiteY56933"/>
              </a:cxn>
              <a:cxn ang="0">
                <a:pos x="connsiteX56934" y="connsiteY56934"/>
              </a:cxn>
              <a:cxn ang="0">
                <a:pos x="connsiteX56935" y="connsiteY56935"/>
              </a:cxn>
              <a:cxn ang="0">
                <a:pos x="connsiteX56936" y="connsiteY56936"/>
              </a:cxn>
              <a:cxn ang="0">
                <a:pos x="connsiteX56937" y="connsiteY56937"/>
              </a:cxn>
              <a:cxn ang="0">
                <a:pos x="connsiteX56938" y="connsiteY56938"/>
              </a:cxn>
              <a:cxn ang="0">
                <a:pos x="connsiteX56939" y="connsiteY56939"/>
              </a:cxn>
              <a:cxn ang="0">
                <a:pos x="connsiteX56940" y="connsiteY56940"/>
              </a:cxn>
              <a:cxn ang="0">
                <a:pos x="connsiteX56941" y="connsiteY56941"/>
              </a:cxn>
              <a:cxn ang="0">
                <a:pos x="connsiteX56942" y="connsiteY56942"/>
              </a:cxn>
              <a:cxn ang="0">
                <a:pos x="connsiteX56943" y="connsiteY56943"/>
              </a:cxn>
              <a:cxn ang="0">
                <a:pos x="connsiteX56944" y="connsiteY56944"/>
              </a:cxn>
              <a:cxn ang="0">
                <a:pos x="connsiteX56945" y="connsiteY56945"/>
              </a:cxn>
              <a:cxn ang="0">
                <a:pos x="connsiteX56946" y="connsiteY56946"/>
              </a:cxn>
              <a:cxn ang="0">
                <a:pos x="connsiteX56947" y="connsiteY56947"/>
              </a:cxn>
              <a:cxn ang="0">
                <a:pos x="connsiteX56948" y="connsiteY56948"/>
              </a:cxn>
              <a:cxn ang="0">
                <a:pos x="connsiteX56949" y="connsiteY56949"/>
              </a:cxn>
              <a:cxn ang="0">
                <a:pos x="connsiteX56950" y="connsiteY56950"/>
              </a:cxn>
              <a:cxn ang="0">
                <a:pos x="connsiteX56951" y="connsiteY56951"/>
              </a:cxn>
              <a:cxn ang="0">
                <a:pos x="connsiteX56952" y="connsiteY56952"/>
              </a:cxn>
              <a:cxn ang="0">
                <a:pos x="connsiteX56953" y="connsiteY56953"/>
              </a:cxn>
              <a:cxn ang="0">
                <a:pos x="connsiteX56954" y="connsiteY56954"/>
              </a:cxn>
              <a:cxn ang="0">
                <a:pos x="connsiteX56955" y="connsiteY56955"/>
              </a:cxn>
              <a:cxn ang="0">
                <a:pos x="connsiteX56956" y="connsiteY56956"/>
              </a:cxn>
              <a:cxn ang="0">
                <a:pos x="connsiteX56957" y="connsiteY56957"/>
              </a:cxn>
              <a:cxn ang="0">
                <a:pos x="connsiteX56958" y="connsiteY56958"/>
              </a:cxn>
              <a:cxn ang="0">
                <a:pos x="connsiteX56959" y="connsiteY56959"/>
              </a:cxn>
              <a:cxn ang="0">
                <a:pos x="connsiteX56960" y="connsiteY56960"/>
              </a:cxn>
              <a:cxn ang="0">
                <a:pos x="connsiteX56961" y="connsiteY56961"/>
              </a:cxn>
              <a:cxn ang="0">
                <a:pos x="connsiteX56962" y="connsiteY56962"/>
              </a:cxn>
              <a:cxn ang="0">
                <a:pos x="connsiteX56963" y="connsiteY56963"/>
              </a:cxn>
              <a:cxn ang="0">
                <a:pos x="connsiteX56964" y="connsiteY56964"/>
              </a:cxn>
              <a:cxn ang="0">
                <a:pos x="connsiteX56965" y="connsiteY56965"/>
              </a:cxn>
              <a:cxn ang="0">
                <a:pos x="connsiteX56966" y="connsiteY56966"/>
              </a:cxn>
              <a:cxn ang="0">
                <a:pos x="connsiteX56967" y="connsiteY56967"/>
              </a:cxn>
              <a:cxn ang="0">
                <a:pos x="connsiteX56968" y="connsiteY56968"/>
              </a:cxn>
              <a:cxn ang="0">
                <a:pos x="connsiteX56969" y="connsiteY56969"/>
              </a:cxn>
              <a:cxn ang="0">
                <a:pos x="connsiteX56970" y="connsiteY56970"/>
              </a:cxn>
              <a:cxn ang="0">
                <a:pos x="connsiteX56971" y="connsiteY56971"/>
              </a:cxn>
              <a:cxn ang="0">
                <a:pos x="connsiteX56972" y="connsiteY56972"/>
              </a:cxn>
              <a:cxn ang="0">
                <a:pos x="connsiteX56973" y="connsiteY56973"/>
              </a:cxn>
              <a:cxn ang="0">
                <a:pos x="connsiteX56974" y="connsiteY56974"/>
              </a:cxn>
              <a:cxn ang="0">
                <a:pos x="connsiteX56975" y="connsiteY56975"/>
              </a:cxn>
              <a:cxn ang="0">
                <a:pos x="connsiteX56976" y="connsiteY56976"/>
              </a:cxn>
              <a:cxn ang="0">
                <a:pos x="connsiteX56977" y="connsiteY56977"/>
              </a:cxn>
              <a:cxn ang="0">
                <a:pos x="connsiteX56978" y="connsiteY56978"/>
              </a:cxn>
              <a:cxn ang="0">
                <a:pos x="connsiteX56979" y="connsiteY56979"/>
              </a:cxn>
              <a:cxn ang="0">
                <a:pos x="connsiteX56980" y="connsiteY56980"/>
              </a:cxn>
              <a:cxn ang="0">
                <a:pos x="connsiteX56981" y="connsiteY56981"/>
              </a:cxn>
              <a:cxn ang="0">
                <a:pos x="connsiteX56982" y="connsiteY56982"/>
              </a:cxn>
              <a:cxn ang="0">
                <a:pos x="connsiteX56983" y="connsiteY56983"/>
              </a:cxn>
              <a:cxn ang="0">
                <a:pos x="connsiteX56984" y="connsiteY56984"/>
              </a:cxn>
              <a:cxn ang="0">
                <a:pos x="connsiteX56985" y="connsiteY56985"/>
              </a:cxn>
              <a:cxn ang="0">
                <a:pos x="connsiteX56986" y="connsiteY56986"/>
              </a:cxn>
              <a:cxn ang="0">
                <a:pos x="connsiteX56987" y="connsiteY56987"/>
              </a:cxn>
              <a:cxn ang="0">
                <a:pos x="connsiteX56988" y="connsiteY56988"/>
              </a:cxn>
              <a:cxn ang="0">
                <a:pos x="connsiteX56989" y="connsiteY56989"/>
              </a:cxn>
              <a:cxn ang="0">
                <a:pos x="connsiteX56990" y="connsiteY56990"/>
              </a:cxn>
              <a:cxn ang="0">
                <a:pos x="connsiteX56991" y="connsiteY56991"/>
              </a:cxn>
              <a:cxn ang="0">
                <a:pos x="connsiteX56992" y="connsiteY56992"/>
              </a:cxn>
              <a:cxn ang="0">
                <a:pos x="connsiteX56993" y="connsiteY56993"/>
              </a:cxn>
              <a:cxn ang="0">
                <a:pos x="connsiteX56994" y="connsiteY56994"/>
              </a:cxn>
              <a:cxn ang="0">
                <a:pos x="connsiteX56995" y="connsiteY56995"/>
              </a:cxn>
              <a:cxn ang="0">
                <a:pos x="connsiteX56996" y="connsiteY56996"/>
              </a:cxn>
              <a:cxn ang="0">
                <a:pos x="connsiteX56997" y="connsiteY56997"/>
              </a:cxn>
              <a:cxn ang="0">
                <a:pos x="connsiteX56998" y="connsiteY56998"/>
              </a:cxn>
              <a:cxn ang="0">
                <a:pos x="connsiteX56999" y="connsiteY56999"/>
              </a:cxn>
              <a:cxn ang="0">
                <a:pos x="connsiteX57000" y="connsiteY57000"/>
              </a:cxn>
              <a:cxn ang="0">
                <a:pos x="connsiteX57001" y="connsiteY57001"/>
              </a:cxn>
              <a:cxn ang="0">
                <a:pos x="connsiteX57002" y="connsiteY57002"/>
              </a:cxn>
              <a:cxn ang="0">
                <a:pos x="connsiteX57003" y="connsiteY57003"/>
              </a:cxn>
              <a:cxn ang="0">
                <a:pos x="connsiteX57004" y="connsiteY57004"/>
              </a:cxn>
              <a:cxn ang="0">
                <a:pos x="connsiteX57005" y="connsiteY57005"/>
              </a:cxn>
              <a:cxn ang="0">
                <a:pos x="connsiteX57006" y="connsiteY57006"/>
              </a:cxn>
              <a:cxn ang="0">
                <a:pos x="connsiteX57007" y="connsiteY57007"/>
              </a:cxn>
              <a:cxn ang="0">
                <a:pos x="connsiteX57008" y="connsiteY57008"/>
              </a:cxn>
              <a:cxn ang="0">
                <a:pos x="connsiteX57009" y="connsiteY57009"/>
              </a:cxn>
              <a:cxn ang="0">
                <a:pos x="connsiteX57010" y="connsiteY57010"/>
              </a:cxn>
              <a:cxn ang="0">
                <a:pos x="connsiteX57011" y="connsiteY57011"/>
              </a:cxn>
              <a:cxn ang="0">
                <a:pos x="connsiteX57012" y="connsiteY57012"/>
              </a:cxn>
              <a:cxn ang="0">
                <a:pos x="connsiteX57013" y="connsiteY57013"/>
              </a:cxn>
              <a:cxn ang="0">
                <a:pos x="connsiteX57014" y="connsiteY57014"/>
              </a:cxn>
              <a:cxn ang="0">
                <a:pos x="connsiteX57015" y="connsiteY57015"/>
              </a:cxn>
              <a:cxn ang="0">
                <a:pos x="connsiteX57016" y="connsiteY57016"/>
              </a:cxn>
              <a:cxn ang="0">
                <a:pos x="connsiteX57017" y="connsiteY57017"/>
              </a:cxn>
              <a:cxn ang="0">
                <a:pos x="connsiteX57018" y="connsiteY57018"/>
              </a:cxn>
              <a:cxn ang="0">
                <a:pos x="connsiteX57019" y="connsiteY57019"/>
              </a:cxn>
              <a:cxn ang="0">
                <a:pos x="connsiteX57020" y="connsiteY57020"/>
              </a:cxn>
              <a:cxn ang="0">
                <a:pos x="connsiteX57021" y="connsiteY57021"/>
              </a:cxn>
              <a:cxn ang="0">
                <a:pos x="connsiteX57022" y="connsiteY57022"/>
              </a:cxn>
              <a:cxn ang="0">
                <a:pos x="connsiteX57023" y="connsiteY57023"/>
              </a:cxn>
              <a:cxn ang="0">
                <a:pos x="connsiteX57024" y="connsiteY57024"/>
              </a:cxn>
              <a:cxn ang="0">
                <a:pos x="connsiteX57025" y="connsiteY57025"/>
              </a:cxn>
              <a:cxn ang="0">
                <a:pos x="connsiteX57026" y="connsiteY57026"/>
              </a:cxn>
              <a:cxn ang="0">
                <a:pos x="connsiteX57027" y="connsiteY57027"/>
              </a:cxn>
              <a:cxn ang="0">
                <a:pos x="connsiteX57028" y="connsiteY57028"/>
              </a:cxn>
              <a:cxn ang="0">
                <a:pos x="connsiteX57029" y="connsiteY57029"/>
              </a:cxn>
              <a:cxn ang="0">
                <a:pos x="connsiteX57030" y="connsiteY57030"/>
              </a:cxn>
              <a:cxn ang="0">
                <a:pos x="connsiteX57031" y="connsiteY57031"/>
              </a:cxn>
              <a:cxn ang="0">
                <a:pos x="connsiteX57032" y="connsiteY57032"/>
              </a:cxn>
              <a:cxn ang="0">
                <a:pos x="connsiteX57033" y="connsiteY57033"/>
              </a:cxn>
              <a:cxn ang="0">
                <a:pos x="connsiteX57034" y="connsiteY57034"/>
              </a:cxn>
              <a:cxn ang="0">
                <a:pos x="connsiteX57035" y="connsiteY57035"/>
              </a:cxn>
              <a:cxn ang="0">
                <a:pos x="connsiteX57036" y="connsiteY57036"/>
              </a:cxn>
              <a:cxn ang="0">
                <a:pos x="connsiteX57037" y="connsiteY57037"/>
              </a:cxn>
              <a:cxn ang="0">
                <a:pos x="connsiteX57038" y="connsiteY57038"/>
              </a:cxn>
              <a:cxn ang="0">
                <a:pos x="connsiteX57039" y="connsiteY57039"/>
              </a:cxn>
              <a:cxn ang="0">
                <a:pos x="connsiteX57040" y="connsiteY57040"/>
              </a:cxn>
              <a:cxn ang="0">
                <a:pos x="connsiteX57041" y="connsiteY57041"/>
              </a:cxn>
              <a:cxn ang="0">
                <a:pos x="connsiteX57042" y="connsiteY57042"/>
              </a:cxn>
              <a:cxn ang="0">
                <a:pos x="connsiteX57043" y="connsiteY57043"/>
              </a:cxn>
              <a:cxn ang="0">
                <a:pos x="connsiteX57044" y="connsiteY57044"/>
              </a:cxn>
              <a:cxn ang="0">
                <a:pos x="connsiteX57045" y="connsiteY57045"/>
              </a:cxn>
              <a:cxn ang="0">
                <a:pos x="connsiteX57046" y="connsiteY57046"/>
              </a:cxn>
              <a:cxn ang="0">
                <a:pos x="connsiteX57047" y="connsiteY57047"/>
              </a:cxn>
              <a:cxn ang="0">
                <a:pos x="connsiteX57048" y="connsiteY57048"/>
              </a:cxn>
              <a:cxn ang="0">
                <a:pos x="connsiteX57049" y="connsiteY57049"/>
              </a:cxn>
              <a:cxn ang="0">
                <a:pos x="connsiteX57050" y="connsiteY57050"/>
              </a:cxn>
              <a:cxn ang="0">
                <a:pos x="connsiteX57051" y="connsiteY57051"/>
              </a:cxn>
              <a:cxn ang="0">
                <a:pos x="connsiteX57052" y="connsiteY57052"/>
              </a:cxn>
              <a:cxn ang="0">
                <a:pos x="connsiteX57053" y="connsiteY57053"/>
              </a:cxn>
              <a:cxn ang="0">
                <a:pos x="connsiteX57054" y="connsiteY57054"/>
              </a:cxn>
              <a:cxn ang="0">
                <a:pos x="connsiteX57055" y="connsiteY57055"/>
              </a:cxn>
              <a:cxn ang="0">
                <a:pos x="connsiteX57056" y="connsiteY57056"/>
              </a:cxn>
              <a:cxn ang="0">
                <a:pos x="connsiteX57057" y="connsiteY57057"/>
              </a:cxn>
              <a:cxn ang="0">
                <a:pos x="connsiteX57058" y="connsiteY57058"/>
              </a:cxn>
              <a:cxn ang="0">
                <a:pos x="connsiteX57059" y="connsiteY57059"/>
              </a:cxn>
              <a:cxn ang="0">
                <a:pos x="connsiteX57060" y="connsiteY57060"/>
              </a:cxn>
              <a:cxn ang="0">
                <a:pos x="connsiteX57061" y="connsiteY57061"/>
              </a:cxn>
              <a:cxn ang="0">
                <a:pos x="connsiteX57062" y="connsiteY57062"/>
              </a:cxn>
              <a:cxn ang="0">
                <a:pos x="connsiteX57063" y="connsiteY57063"/>
              </a:cxn>
              <a:cxn ang="0">
                <a:pos x="connsiteX57064" y="connsiteY57064"/>
              </a:cxn>
              <a:cxn ang="0">
                <a:pos x="connsiteX57065" y="connsiteY57065"/>
              </a:cxn>
              <a:cxn ang="0">
                <a:pos x="connsiteX57066" y="connsiteY57066"/>
              </a:cxn>
              <a:cxn ang="0">
                <a:pos x="connsiteX57067" y="connsiteY57067"/>
              </a:cxn>
              <a:cxn ang="0">
                <a:pos x="connsiteX57068" y="connsiteY57068"/>
              </a:cxn>
              <a:cxn ang="0">
                <a:pos x="connsiteX57069" y="connsiteY57069"/>
              </a:cxn>
              <a:cxn ang="0">
                <a:pos x="connsiteX57070" y="connsiteY57070"/>
              </a:cxn>
              <a:cxn ang="0">
                <a:pos x="connsiteX57071" y="connsiteY57071"/>
              </a:cxn>
              <a:cxn ang="0">
                <a:pos x="connsiteX57072" y="connsiteY57072"/>
              </a:cxn>
              <a:cxn ang="0">
                <a:pos x="connsiteX57073" y="connsiteY57073"/>
              </a:cxn>
              <a:cxn ang="0">
                <a:pos x="connsiteX57074" y="connsiteY57074"/>
              </a:cxn>
              <a:cxn ang="0">
                <a:pos x="connsiteX57075" y="connsiteY57075"/>
              </a:cxn>
              <a:cxn ang="0">
                <a:pos x="connsiteX57076" y="connsiteY57076"/>
              </a:cxn>
              <a:cxn ang="0">
                <a:pos x="connsiteX57077" y="connsiteY57077"/>
              </a:cxn>
              <a:cxn ang="0">
                <a:pos x="connsiteX57078" y="connsiteY57078"/>
              </a:cxn>
              <a:cxn ang="0">
                <a:pos x="connsiteX57079" y="connsiteY57079"/>
              </a:cxn>
              <a:cxn ang="0">
                <a:pos x="connsiteX57080" y="connsiteY57080"/>
              </a:cxn>
              <a:cxn ang="0">
                <a:pos x="connsiteX57081" y="connsiteY57081"/>
              </a:cxn>
              <a:cxn ang="0">
                <a:pos x="connsiteX57082" y="connsiteY57082"/>
              </a:cxn>
              <a:cxn ang="0">
                <a:pos x="connsiteX57083" y="connsiteY57083"/>
              </a:cxn>
              <a:cxn ang="0">
                <a:pos x="connsiteX57084" y="connsiteY57084"/>
              </a:cxn>
              <a:cxn ang="0">
                <a:pos x="connsiteX57085" y="connsiteY57085"/>
              </a:cxn>
              <a:cxn ang="0">
                <a:pos x="connsiteX57086" y="connsiteY57086"/>
              </a:cxn>
              <a:cxn ang="0">
                <a:pos x="connsiteX57087" y="connsiteY57087"/>
              </a:cxn>
              <a:cxn ang="0">
                <a:pos x="connsiteX57088" y="connsiteY57088"/>
              </a:cxn>
              <a:cxn ang="0">
                <a:pos x="connsiteX57089" y="connsiteY57089"/>
              </a:cxn>
              <a:cxn ang="0">
                <a:pos x="connsiteX57090" y="connsiteY57090"/>
              </a:cxn>
              <a:cxn ang="0">
                <a:pos x="connsiteX57091" y="connsiteY57091"/>
              </a:cxn>
              <a:cxn ang="0">
                <a:pos x="connsiteX57092" y="connsiteY57092"/>
              </a:cxn>
              <a:cxn ang="0">
                <a:pos x="connsiteX57093" y="connsiteY57093"/>
              </a:cxn>
              <a:cxn ang="0">
                <a:pos x="connsiteX57094" y="connsiteY57094"/>
              </a:cxn>
              <a:cxn ang="0">
                <a:pos x="connsiteX57095" y="connsiteY57095"/>
              </a:cxn>
              <a:cxn ang="0">
                <a:pos x="connsiteX57096" y="connsiteY57096"/>
              </a:cxn>
              <a:cxn ang="0">
                <a:pos x="connsiteX57097" y="connsiteY57097"/>
              </a:cxn>
              <a:cxn ang="0">
                <a:pos x="connsiteX57098" y="connsiteY57098"/>
              </a:cxn>
              <a:cxn ang="0">
                <a:pos x="connsiteX57099" y="connsiteY57099"/>
              </a:cxn>
              <a:cxn ang="0">
                <a:pos x="connsiteX57100" y="connsiteY57100"/>
              </a:cxn>
              <a:cxn ang="0">
                <a:pos x="connsiteX57101" y="connsiteY57101"/>
              </a:cxn>
              <a:cxn ang="0">
                <a:pos x="connsiteX57102" y="connsiteY57102"/>
              </a:cxn>
              <a:cxn ang="0">
                <a:pos x="connsiteX57103" y="connsiteY57103"/>
              </a:cxn>
              <a:cxn ang="0">
                <a:pos x="connsiteX57104" y="connsiteY57104"/>
              </a:cxn>
              <a:cxn ang="0">
                <a:pos x="connsiteX57105" y="connsiteY57105"/>
              </a:cxn>
              <a:cxn ang="0">
                <a:pos x="connsiteX57106" y="connsiteY57106"/>
              </a:cxn>
              <a:cxn ang="0">
                <a:pos x="connsiteX57107" y="connsiteY57107"/>
              </a:cxn>
              <a:cxn ang="0">
                <a:pos x="connsiteX57108" y="connsiteY57108"/>
              </a:cxn>
              <a:cxn ang="0">
                <a:pos x="connsiteX57109" y="connsiteY57109"/>
              </a:cxn>
              <a:cxn ang="0">
                <a:pos x="connsiteX57110" y="connsiteY57110"/>
              </a:cxn>
              <a:cxn ang="0">
                <a:pos x="connsiteX57111" y="connsiteY57111"/>
              </a:cxn>
              <a:cxn ang="0">
                <a:pos x="connsiteX57112" y="connsiteY57112"/>
              </a:cxn>
              <a:cxn ang="0">
                <a:pos x="connsiteX57113" y="connsiteY57113"/>
              </a:cxn>
              <a:cxn ang="0">
                <a:pos x="connsiteX57114" y="connsiteY57114"/>
              </a:cxn>
              <a:cxn ang="0">
                <a:pos x="connsiteX57115" y="connsiteY57115"/>
              </a:cxn>
              <a:cxn ang="0">
                <a:pos x="connsiteX57116" y="connsiteY57116"/>
              </a:cxn>
              <a:cxn ang="0">
                <a:pos x="connsiteX57117" y="connsiteY57117"/>
              </a:cxn>
              <a:cxn ang="0">
                <a:pos x="connsiteX57118" y="connsiteY57118"/>
              </a:cxn>
              <a:cxn ang="0">
                <a:pos x="connsiteX57119" y="connsiteY57119"/>
              </a:cxn>
              <a:cxn ang="0">
                <a:pos x="connsiteX57120" y="connsiteY57120"/>
              </a:cxn>
              <a:cxn ang="0">
                <a:pos x="connsiteX57121" y="connsiteY57121"/>
              </a:cxn>
              <a:cxn ang="0">
                <a:pos x="connsiteX57122" y="connsiteY57122"/>
              </a:cxn>
              <a:cxn ang="0">
                <a:pos x="connsiteX57123" y="connsiteY57123"/>
              </a:cxn>
              <a:cxn ang="0">
                <a:pos x="connsiteX57124" y="connsiteY57124"/>
              </a:cxn>
              <a:cxn ang="0">
                <a:pos x="connsiteX57125" y="connsiteY57125"/>
              </a:cxn>
              <a:cxn ang="0">
                <a:pos x="connsiteX57126" y="connsiteY57126"/>
              </a:cxn>
              <a:cxn ang="0">
                <a:pos x="connsiteX57127" y="connsiteY57127"/>
              </a:cxn>
              <a:cxn ang="0">
                <a:pos x="connsiteX57128" y="connsiteY57128"/>
              </a:cxn>
              <a:cxn ang="0">
                <a:pos x="connsiteX57129" y="connsiteY57129"/>
              </a:cxn>
              <a:cxn ang="0">
                <a:pos x="connsiteX57130" y="connsiteY57130"/>
              </a:cxn>
              <a:cxn ang="0">
                <a:pos x="connsiteX57131" y="connsiteY57131"/>
              </a:cxn>
              <a:cxn ang="0">
                <a:pos x="connsiteX57132" y="connsiteY57132"/>
              </a:cxn>
              <a:cxn ang="0">
                <a:pos x="connsiteX57133" y="connsiteY57133"/>
              </a:cxn>
              <a:cxn ang="0">
                <a:pos x="connsiteX57134" y="connsiteY57134"/>
              </a:cxn>
              <a:cxn ang="0">
                <a:pos x="connsiteX57135" y="connsiteY57135"/>
              </a:cxn>
              <a:cxn ang="0">
                <a:pos x="connsiteX57136" y="connsiteY57136"/>
              </a:cxn>
              <a:cxn ang="0">
                <a:pos x="connsiteX57137" y="connsiteY57137"/>
              </a:cxn>
              <a:cxn ang="0">
                <a:pos x="connsiteX57138" y="connsiteY57138"/>
              </a:cxn>
              <a:cxn ang="0">
                <a:pos x="connsiteX57139" y="connsiteY57139"/>
              </a:cxn>
              <a:cxn ang="0">
                <a:pos x="connsiteX57140" y="connsiteY57140"/>
              </a:cxn>
              <a:cxn ang="0">
                <a:pos x="connsiteX57141" y="connsiteY57141"/>
              </a:cxn>
              <a:cxn ang="0">
                <a:pos x="connsiteX57142" y="connsiteY57142"/>
              </a:cxn>
              <a:cxn ang="0">
                <a:pos x="connsiteX57143" y="connsiteY57143"/>
              </a:cxn>
              <a:cxn ang="0">
                <a:pos x="connsiteX57144" y="connsiteY57144"/>
              </a:cxn>
              <a:cxn ang="0">
                <a:pos x="connsiteX57145" y="connsiteY57145"/>
              </a:cxn>
              <a:cxn ang="0">
                <a:pos x="connsiteX57146" y="connsiteY57146"/>
              </a:cxn>
              <a:cxn ang="0">
                <a:pos x="connsiteX57147" y="connsiteY57147"/>
              </a:cxn>
              <a:cxn ang="0">
                <a:pos x="connsiteX57148" y="connsiteY57148"/>
              </a:cxn>
              <a:cxn ang="0">
                <a:pos x="connsiteX57149" y="connsiteY57149"/>
              </a:cxn>
              <a:cxn ang="0">
                <a:pos x="connsiteX57150" y="connsiteY57150"/>
              </a:cxn>
              <a:cxn ang="0">
                <a:pos x="connsiteX57151" y="connsiteY57151"/>
              </a:cxn>
              <a:cxn ang="0">
                <a:pos x="connsiteX57152" y="connsiteY57152"/>
              </a:cxn>
              <a:cxn ang="0">
                <a:pos x="connsiteX57153" y="connsiteY57153"/>
              </a:cxn>
              <a:cxn ang="0">
                <a:pos x="connsiteX57154" y="connsiteY57154"/>
              </a:cxn>
              <a:cxn ang="0">
                <a:pos x="connsiteX57155" y="connsiteY57155"/>
              </a:cxn>
              <a:cxn ang="0">
                <a:pos x="connsiteX57156" y="connsiteY57156"/>
              </a:cxn>
              <a:cxn ang="0">
                <a:pos x="connsiteX57157" y="connsiteY57157"/>
              </a:cxn>
              <a:cxn ang="0">
                <a:pos x="connsiteX57158" y="connsiteY57158"/>
              </a:cxn>
              <a:cxn ang="0">
                <a:pos x="connsiteX57159" y="connsiteY57159"/>
              </a:cxn>
              <a:cxn ang="0">
                <a:pos x="connsiteX57160" y="connsiteY57160"/>
              </a:cxn>
              <a:cxn ang="0">
                <a:pos x="connsiteX57161" y="connsiteY57161"/>
              </a:cxn>
              <a:cxn ang="0">
                <a:pos x="connsiteX57162" y="connsiteY57162"/>
              </a:cxn>
              <a:cxn ang="0">
                <a:pos x="connsiteX57163" y="connsiteY57163"/>
              </a:cxn>
              <a:cxn ang="0">
                <a:pos x="connsiteX57164" y="connsiteY57164"/>
              </a:cxn>
              <a:cxn ang="0">
                <a:pos x="connsiteX57165" y="connsiteY57165"/>
              </a:cxn>
              <a:cxn ang="0">
                <a:pos x="connsiteX57166" y="connsiteY57166"/>
              </a:cxn>
              <a:cxn ang="0">
                <a:pos x="connsiteX57167" y="connsiteY57167"/>
              </a:cxn>
              <a:cxn ang="0">
                <a:pos x="connsiteX57168" y="connsiteY57168"/>
              </a:cxn>
              <a:cxn ang="0">
                <a:pos x="connsiteX57169" y="connsiteY57169"/>
              </a:cxn>
              <a:cxn ang="0">
                <a:pos x="connsiteX57170" y="connsiteY57170"/>
              </a:cxn>
              <a:cxn ang="0">
                <a:pos x="connsiteX57171" y="connsiteY57171"/>
              </a:cxn>
              <a:cxn ang="0">
                <a:pos x="connsiteX57172" y="connsiteY57172"/>
              </a:cxn>
              <a:cxn ang="0">
                <a:pos x="connsiteX57173" y="connsiteY57173"/>
              </a:cxn>
              <a:cxn ang="0">
                <a:pos x="connsiteX57174" y="connsiteY57174"/>
              </a:cxn>
              <a:cxn ang="0">
                <a:pos x="connsiteX57175" y="connsiteY57175"/>
              </a:cxn>
              <a:cxn ang="0">
                <a:pos x="connsiteX57176" y="connsiteY57176"/>
              </a:cxn>
              <a:cxn ang="0">
                <a:pos x="connsiteX57177" y="connsiteY57177"/>
              </a:cxn>
              <a:cxn ang="0">
                <a:pos x="connsiteX57178" y="connsiteY57178"/>
              </a:cxn>
              <a:cxn ang="0">
                <a:pos x="connsiteX57179" y="connsiteY57179"/>
              </a:cxn>
              <a:cxn ang="0">
                <a:pos x="connsiteX57180" y="connsiteY57180"/>
              </a:cxn>
              <a:cxn ang="0">
                <a:pos x="connsiteX57181" y="connsiteY57181"/>
              </a:cxn>
              <a:cxn ang="0">
                <a:pos x="connsiteX57182" y="connsiteY57182"/>
              </a:cxn>
              <a:cxn ang="0">
                <a:pos x="connsiteX57183" y="connsiteY57183"/>
              </a:cxn>
              <a:cxn ang="0">
                <a:pos x="connsiteX57184" y="connsiteY57184"/>
              </a:cxn>
              <a:cxn ang="0">
                <a:pos x="connsiteX57185" y="connsiteY57185"/>
              </a:cxn>
              <a:cxn ang="0">
                <a:pos x="connsiteX57186" y="connsiteY57186"/>
              </a:cxn>
              <a:cxn ang="0">
                <a:pos x="connsiteX57187" y="connsiteY57187"/>
              </a:cxn>
              <a:cxn ang="0">
                <a:pos x="connsiteX57188" y="connsiteY57188"/>
              </a:cxn>
              <a:cxn ang="0">
                <a:pos x="connsiteX57189" y="connsiteY57189"/>
              </a:cxn>
              <a:cxn ang="0">
                <a:pos x="connsiteX57190" y="connsiteY57190"/>
              </a:cxn>
              <a:cxn ang="0">
                <a:pos x="connsiteX57191" y="connsiteY57191"/>
              </a:cxn>
              <a:cxn ang="0">
                <a:pos x="connsiteX57192" y="connsiteY57192"/>
              </a:cxn>
              <a:cxn ang="0">
                <a:pos x="connsiteX57193" y="connsiteY57193"/>
              </a:cxn>
              <a:cxn ang="0">
                <a:pos x="connsiteX57194" y="connsiteY57194"/>
              </a:cxn>
              <a:cxn ang="0">
                <a:pos x="connsiteX57195" y="connsiteY57195"/>
              </a:cxn>
              <a:cxn ang="0">
                <a:pos x="connsiteX57196" y="connsiteY57196"/>
              </a:cxn>
              <a:cxn ang="0">
                <a:pos x="connsiteX57197" y="connsiteY57197"/>
              </a:cxn>
              <a:cxn ang="0">
                <a:pos x="connsiteX57198" y="connsiteY57198"/>
              </a:cxn>
              <a:cxn ang="0">
                <a:pos x="connsiteX57199" y="connsiteY57199"/>
              </a:cxn>
              <a:cxn ang="0">
                <a:pos x="connsiteX57200" y="connsiteY57200"/>
              </a:cxn>
              <a:cxn ang="0">
                <a:pos x="connsiteX57201" y="connsiteY57201"/>
              </a:cxn>
              <a:cxn ang="0">
                <a:pos x="connsiteX57202" y="connsiteY57202"/>
              </a:cxn>
              <a:cxn ang="0">
                <a:pos x="connsiteX57203" y="connsiteY57203"/>
              </a:cxn>
              <a:cxn ang="0">
                <a:pos x="connsiteX57204" y="connsiteY57204"/>
              </a:cxn>
              <a:cxn ang="0">
                <a:pos x="connsiteX57205" y="connsiteY57205"/>
              </a:cxn>
              <a:cxn ang="0">
                <a:pos x="connsiteX57206" y="connsiteY57206"/>
              </a:cxn>
              <a:cxn ang="0">
                <a:pos x="connsiteX57207" y="connsiteY57207"/>
              </a:cxn>
              <a:cxn ang="0">
                <a:pos x="connsiteX57208" y="connsiteY57208"/>
              </a:cxn>
              <a:cxn ang="0">
                <a:pos x="connsiteX57209" y="connsiteY57209"/>
              </a:cxn>
              <a:cxn ang="0">
                <a:pos x="connsiteX57210" y="connsiteY57210"/>
              </a:cxn>
              <a:cxn ang="0">
                <a:pos x="connsiteX57211" y="connsiteY57211"/>
              </a:cxn>
              <a:cxn ang="0">
                <a:pos x="connsiteX57212" y="connsiteY57212"/>
              </a:cxn>
              <a:cxn ang="0">
                <a:pos x="connsiteX57213" y="connsiteY57213"/>
              </a:cxn>
              <a:cxn ang="0">
                <a:pos x="connsiteX57214" y="connsiteY57214"/>
              </a:cxn>
              <a:cxn ang="0">
                <a:pos x="connsiteX57215" y="connsiteY57215"/>
              </a:cxn>
              <a:cxn ang="0">
                <a:pos x="connsiteX57216" y="connsiteY57216"/>
              </a:cxn>
              <a:cxn ang="0">
                <a:pos x="connsiteX57217" y="connsiteY57217"/>
              </a:cxn>
              <a:cxn ang="0">
                <a:pos x="connsiteX57218" y="connsiteY57218"/>
              </a:cxn>
              <a:cxn ang="0">
                <a:pos x="connsiteX57219" y="connsiteY57219"/>
              </a:cxn>
              <a:cxn ang="0">
                <a:pos x="connsiteX57220" y="connsiteY57220"/>
              </a:cxn>
              <a:cxn ang="0">
                <a:pos x="connsiteX57221" y="connsiteY57221"/>
              </a:cxn>
              <a:cxn ang="0">
                <a:pos x="connsiteX57222" y="connsiteY57222"/>
              </a:cxn>
              <a:cxn ang="0">
                <a:pos x="connsiteX57223" y="connsiteY57223"/>
              </a:cxn>
              <a:cxn ang="0">
                <a:pos x="connsiteX57224" y="connsiteY57224"/>
              </a:cxn>
              <a:cxn ang="0">
                <a:pos x="connsiteX57225" y="connsiteY57225"/>
              </a:cxn>
              <a:cxn ang="0">
                <a:pos x="connsiteX57226" y="connsiteY57226"/>
              </a:cxn>
              <a:cxn ang="0">
                <a:pos x="connsiteX57227" y="connsiteY57227"/>
              </a:cxn>
              <a:cxn ang="0">
                <a:pos x="connsiteX57228" y="connsiteY57228"/>
              </a:cxn>
              <a:cxn ang="0">
                <a:pos x="connsiteX57229" y="connsiteY57229"/>
              </a:cxn>
              <a:cxn ang="0">
                <a:pos x="connsiteX57230" y="connsiteY57230"/>
              </a:cxn>
              <a:cxn ang="0">
                <a:pos x="connsiteX57231" y="connsiteY57231"/>
              </a:cxn>
              <a:cxn ang="0">
                <a:pos x="connsiteX57232" y="connsiteY57232"/>
              </a:cxn>
              <a:cxn ang="0">
                <a:pos x="connsiteX57233" y="connsiteY57233"/>
              </a:cxn>
              <a:cxn ang="0">
                <a:pos x="connsiteX57234" y="connsiteY57234"/>
              </a:cxn>
              <a:cxn ang="0">
                <a:pos x="connsiteX57235" y="connsiteY57235"/>
              </a:cxn>
              <a:cxn ang="0">
                <a:pos x="connsiteX57236" y="connsiteY57236"/>
              </a:cxn>
              <a:cxn ang="0">
                <a:pos x="connsiteX57237" y="connsiteY57237"/>
              </a:cxn>
              <a:cxn ang="0">
                <a:pos x="connsiteX57238" y="connsiteY57238"/>
              </a:cxn>
              <a:cxn ang="0">
                <a:pos x="connsiteX57239" y="connsiteY57239"/>
              </a:cxn>
              <a:cxn ang="0">
                <a:pos x="connsiteX57240" y="connsiteY57240"/>
              </a:cxn>
              <a:cxn ang="0">
                <a:pos x="connsiteX57241" y="connsiteY57241"/>
              </a:cxn>
              <a:cxn ang="0">
                <a:pos x="connsiteX57242" y="connsiteY57242"/>
              </a:cxn>
              <a:cxn ang="0">
                <a:pos x="connsiteX57243" y="connsiteY57243"/>
              </a:cxn>
              <a:cxn ang="0">
                <a:pos x="connsiteX57244" y="connsiteY57244"/>
              </a:cxn>
              <a:cxn ang="0">
                <a:pos x="connsiteX57245" y="connsiteY57245"/>
              </a:cxn>
              <a:cxn ang="0">
                <a:pos x="connsiteX57246" y="connsiteY57246"/>
              </a:cxn>
              <a:cxn ang="0">
                <a:pos x="connsiteX57247" y="connsiteY57247"/>
              </a:cxn>
              <a:cxn ang="0">
                <a:pos x="connsiteX57248" y="connsiteY57248"/>
              </a:cxn>
              <a:cxn ang="0">
                <a:pos x="connsiteX57249" y="connsiteY57249"/>
              </a:cxn>
              <a:cxn ang="0">
                <a:pos x="connsiteX57250" y="connsiteY57250"/>
              </a:cxn>
              <a:cxn ang="0">
                <a:pos x="connsiteX57251" y="connsiteY57251"/>
              </a:cxn>
              <a:cxn ang="0">
                <a:pos x="connsiteX57252" y="connsiteY57252"/>
              </a:cxn>
              <a:cxn ang="0">
                <a:pos x="connsiteX57253" y="connsiteY57253"/>
              </a:cxn>
              <a:cxn ang="0">
                <a:pos x="connsiteX57254" y="connsiteY57254"/>
              </a:cxn>
              <a:cxn ang="0">
                <a:pos x="connsiteX57255" y="connsiteY57255"/>
              </a:cxn>
              <a:cxn ang="0">
                <a:pos x="connsiteX57256" y="connsiteY57256"/>
              </a:cxn>
              <a:cxn ang="0">
                <a:pos x="connsiteX57257" y="connsiteY57257"/>
              </a:cxn>
              <a:cxn ang="0">
                <a:pos x="connsiteX57258" y="connsiteY57258"/>
              </a:cxn>
              <a:cxn ang="0">
                <a:pos x="connsiteX57259" y="connsiteY57259"/>
              </a:cxn>
              <a:cxn ang="0">
                <a:pos x="connsiteX57260" y="connsiteY57260"/>
              </a:cxn>
              <a:cxn ang="0">
                <a:pos x="connsiteX57261" y="connsiteY57261"/>
              </a:cxn>
              <a:cxn ang="0">
                <a:pos x="connsiteX57262" y="connsiteY57262"/>
              </a:cxn>
              <a:cxn ang="0">
                <a:pos x="connsiteX57263" y="connsiteY57263"/>
              </a:cxn>
              <a:cxn ang="0">
                <a:pos x="connsiteX57264" y="connsiteY57264"/>
              </a:cxn>
              <a:cxn ang="0">
                <a:pos x="connsiteX57265" y="connsiteY57265"/>
              </a:cxn>
              <a:cxn ang="0">
                <a:pos x="connsiteX57266" y="connsiteY57266"/>
              </a:cxn>
              <a:cxn ang="0">
                <a:pos x="connsiteX57267" y="connsiteY57267"/>
              </a:cxn>
              <a:cxn ang="0">
                <a:pos x="connsiteX57268" y="connsiteY57268"/>
              </a:cxn>
              <a:cxn ang="0">
                <a:pos x="connsiteX57269" y="connsiteY57269"/>
              </a:cxn>
              <a:cxn ang="0">
                <a:pos x="connsiteX57270" y="connsiteY57270"/>
              </a:cxn>
              <a:cxn ang="0">
                <a:pos x="connsiteX57271" y="connsiteY57271"/>
              </a:cxn>
              <a:cxn ang="0">
                <a:pos x="connsiteX57272" y="connsiteY57272"/>
              </a:cxn>
              <a:cxn ang="0">
                <a:pos x="connsiteX57273" y="connsiteY57273"/>
              </a:cxn>
              <a:cxn ang="0">
                <a:pos x="connsiteX57274" y="connsiteY57274"/>
              </a:cxn>
              <a:cxn ang="0">
                <a:pos x="connsiteX57275" y="connsiteY57275"/>
              </a:cxn>
              <a:cxn ang="0">
                <a:pos x="connsiteX57276" y="connsiteY57276"/>
              </a:cxn>
              <a:cxn ang="0">
                <a:pos x="connsiteX57277" y="connsiteY57277"/>
              </a:cxn>
              <a:cxn ang="0">
                <a:pos x="connsiteX57278" y="connsiteY57278"/>
              </a:cxn>
              <a:cxn ang="0">
                <a:pos x="connsiteX57279" y="connsiteY57279"/>
              </a:cxn>
              <a:cxn ang="0">
                <a:pos x="connsiteX57280" y="connsiteY57280"/>
              </a:cxn>
              <a:cxn ang="0">
                <a:pos x="connsiteX57281" y="connsiteY57281"/>
              </a:cxn>
              <a:cxn ang="0">
                <a:pos x="connsiteX57282" y="connsiteY57282"/>
              </a:cxn>
              <a:cxn ang="0">
                <a:pos x="connsiteX57283" y="connsiteY57283"/>
              </a:cxn>
              <a:cxn ang="0">
                <a:pos x="connsiteX57284" y="connsiteY57284"/>
              </a:cxn>
              <a:cxn ang="0">
                <a:pos x="connsiteX57285" y="connsiteY57285"/>
              </a:cxn>
              <a:cxn ang="0">
                <a:pos x="connsiteX57286" y="connsiteY57286"/>
              </a:cxn>
              <a:cxn ang="0">
                <a:pos x="connsiteX57287" y="connsiteY57287"/>
              </a:cxn>
              <a:cxn ang="0">
                <a:pos x="connsiteX57288" y="connsiteY57288"/>
              </a:cxn>
              <a:cxn ang="0">
                <a:pos x="connsiteX57289" y="connsiteY57289"/>
              </a:cxn>
              <a:cxn ang="0">
                <a:pos x="connsiteX57290" y="connsiteY57290"/>
              </a:cxn>
              <a:cxn ang="0">
                <a:pos x="connsiteX57291" y="connsiteY57291"/>
              </a:cxn>
              <a:cxn ang="0">
                <a:pos x="connsiteX57292" y="connsiteY57292"/>
              </a:cxn>
              <a:cxn ang="0">
                <a:pos x="connsiteX57293" y="connsiteY57293"/>
              </a:cxn>
              <a:cxn ang="0">
                <a:pos x="connsiteX57294" y="connsiteY57294"/>
              </a:cxn>
              <a:cxn ang="0">
                <a:pos x="connsiteX57295" y="connsiteY57295"/>
              </a:cxn>
              <a:cxn ang="0">
                <a:pos x="connsiteX57296" y="connsiteY57296"/>
              </a:cxn>
              <a:cxn ang="0">
                <a:pos x="connsiteX57297" y="connsiteY57297"/>
              </a:cxn>
              <a:cxn ang="0">
                <a:pos x="connsiteX57298" y="connsiteY57298"/>
              </a:cxn>
              <a:cxn ang="0">
                <a:pos x="connsiteX57299" y="connsiteY57299"/>
              </a:cxn>
              <a:cxn ang="0">
                <a:pos x="connsiteX57300" y="connsiteY57300"/>
              </a:cxn>
              <a:cxn ang="0">
                <a:pos x="connsiteX57301" y="connsiteY57301"/>
              </a:cxn>
              <a:cxn ang="0">
                <a:pos x="connsiteX57302" y="connsiteY57302"/>
              </a:cxn>
              <a:cxn ang="0">
                <a:pos x="connsiteX57303" y="connsiteY57303"/>
              </a:cxn>
              <a:cxn ang="0">
                <a:pos x="connsiteX57304" y="connsiteY57304"/>
              </a:cxn>
              <a:cxn ang="0">
                <a:pos x="connsiteX57305" y="connsiteY57305"/>
              </a:cxn>
              <a:cxn ang="0">
                <a:pos x="connsiteX57306" y="connsiteY57306"/>
              </a:cxn>
              <a:cxn ang="0">
                <a:pos x="connsiteX57307" y="connsiteY57307"/>
              </a:cxn>
              <a:cxn ang="0">
                <a:pos x="connsiteX57308" y="connsiteY57308"/>
              </a:cxn>
              <a:cxn ang="0">
                <a:pos x="connsiteX57309" y="connsiteY57309"/>
              </a:cxn>
              <a:cxn ang="0">
                <a:pos x="connsiteX57310" y="connsiteY57310"/>
              </a:cxn>
              <a:cxn ang="0">
                <a:pos x="connsiteX57311" y="connsiteY57311"/>
              </a:cxn>
              <a:cxn ang="0">
                <a:pos x="connsiteX57312" y="connsiteY57312"/>
              </a:cxn>
              <a:cxn ang="0">
                <a:pos x="connsiteX57313" y="connsiteY57313"/>
              </a:cxn>
              <a:cxn ang="0">
                <a:pos x="connsiteX57314" y="connsiteY57314"/>
              </a:cxn>
              <a:cxn ang="0">
                <a:pos x="connsiteX57315" y="connsiteY57315"/>
              </a:cxn>
              <a:cxn ang="0">
                <a:pos x="connsiteX57316" y="connsiteY57316"/>
              </a:cxn>
              <a:cxn ang="0">
                <a:pos x="connsiteX57317" y="connsiteY57317"/>
              </a:cxn>
              <a:cxn ang="0">
                <a:pos x="connsiteX57318" y="connsiteY57318"/>
              </a:cxn>
              <a:cxn ang="0">
                <a:pos x="connsiteX57319" y="connsiteY57319"/>
              </a:cxn>
              <a:cxn ang="0">
                <a:pos x="connsiteX57320" y="connsiteY57320"/>
              </a:cxn>
              <a:cxn ang="0">
                <a:pos x="connsiteX57321" y="connsiteY57321"/>
              </a:cxn>
              <a:cxn ang="0">
                <a:pos x="connsiteX57322" y="connsiteY57322"/>
              </a:cxn>
              <a:cxn ang="0">
                <a:pos x="connsiteX57323" y="connsiteY57323"/>
              </a:cxn>
              <a:cxn ang="0">
                <a:pos x="connsiteX57324" y="connsiteY57324"/>
              </a:cxn>
              <a:cxn ang="0">
                <a:pos x="connsiteX57325" y="connsiteY57325"/>
              </a:cxn>
              <a:cxn ang="0">
                <a:pos x="connsiteX57326" y="connsiteY57326"/>
              </a:cxn>
              <a:cxn ang="0">
                <a:pos x="connsiteX57327" y="connsiteY57327"/>
              </a:cxn>
              <a:cxn ang="0">
                <a:pos x="connsiteX57328" y="connsiteY57328"/>
              </a:cxn>
              <a:cxn ang="0">
                <a:pos x="connsiteX57329" y="connsiteY57329"/>
              </a:cxn>
              <a:cxn ang="0">
                <a:pos x="connsiteX57330" y="connsiteY57330"/>
              </a:cxn>
              <a:cxn ang="0">
                <a:pos x="connsiteX57331" y="connsiteY57331"/>
              </a:cxn>
              <a:cxn ang="0">
                <a:pos x="connsiteX57332" y="connsiteY57332"/>
              </a:cxn>
              <a:cxn ang="0">
                <a:pos x="connsiteX57333" y="connsiteY57333"/>
              </a:cxn>
              <a:cxn ang="0">
                <a:pos x="connsiteX57334" y="connsiteY57334"/>
              </a:cxn>
              <a:cxn ang="0">
                <a:pos x="connsiteX57335" y="connsiteY57335"/>
              </a:cxn>
              <a:cxn ang="0">
                <a:pos x="connsiteX57336" y="connsiteY57336"/>
              </a:cxn>
              <a:cxn ang="0">
                <a:pos x="connsiteX57337" y="connsiteY57337"/>
              </a:cxn>
              <a:cxn ang="0">
                <a:pos x="connsiteX57338" y="connsiteY57338"/>
              </a:cxn>
              <a:cxn ang="0">
                <a:pos x="connsiteX57339" y="connsiteY57339"/>
              </a:cxn>
              <a:cxn ang="0">
                <a:pos x="connsiteX57340" y="connsiteY57340"/>
              </a:cxn>
              <a:cxn ang="0">
                <a:pos x="connsiteX57341" y="connsiteY57341"/>
              </a:cxn>
              <a:cxn ang="0">
                <a:pos x="connsiteX57342" y="connsiteY57342"/>
              </a:cxn>
              <a:cxn ang="0">
                <a:pos x="connsiteX57343" y="connsiteY57343"/>
              </a:cxn>
              <a:cxn ang="0">
                <a:pos x="connsiteX57344" y="connsiteY57344"/>
              </a:cxn>
              <a:cxn ang="0">
                <a:pos x="connsiteX57345" y="connsiteY57345"/>
              </a:cxn>
              <a:cxn ang="0">
                <a:pos x="connsiteX57346" y="connsiteY57346"/>
              </a:cxn>
              <a:cxn ang="0">
                <a:pos x="connsiteX57347" y="connsiteY57347"/>
              </a:cxn>
              <a:cxn ang="0">
                <a:pos x="connsiteX57348" y="connsiteY57348"/>
              </a:cxn>
              <a:cxn ang="0">
                <a:pos x="connsiteX57349" y="connsiteY57349"/>
              </a:cxn>
              <a:cxn ang="0">
                <a:pos x="connsiteX57350" y="connsiteY57350"/>
              </a:cxn>
              <a:cxn ang="0">
                <a:pos x="connsiteX57351" y="connsiteY57351"/>
              </a:cxn>
              <a:cxn ang="0">
                <a:pos x="connsiteX57352" y="connsiteY57352"/>
              </a:cxn>
              <a:cxn ang="0">
                <a:pos x="connsiteX57353" y="connsiteY57353"/>
              </a:cxn>
              <a:cxn ang="0">
                <a:pos x="connsiteX57354" y="connsiteY57354"/>
              </a:cxn>
              <a:cxn ang="0">
                <a:pos x="connsiteX57355" y="connsiteY57355"/>
              </a:cxn>
              <a:cxn ang="0">
                <a:pos x="connsiteX57356" y="connsiteY57356"/>
              </a:cxn>
              <a:cxn ang="0">
                <a:pos x="connsiteX57357" y="connsiteY57357"/>
              </a:cxn>
              <a:cxn ang="0">
                <a:pos x="connsiteX57358" y="connsiteY57358"/>
              </a:cxn>
              <a:cxn ang="0">
                <a:pos x="connsiteX57359" y="connsiteY57359"/>
              </a:cxn>
              <a:cxn ang="0">
                <a:pos x="connsiteX57360" y="connsiteY57360"/>
              </a:cxn>
              <a:cxn ang="0">
                <a:pos x="connsiteX57361" y="connsiteY57361"/>
              </a:cxn>
              <a:cxn ang="0">
                <a:pos x="connsiteX57362" y="connsiteY57362"/>
              </a:cxn>
              <a:cxn ang="0">
                <a:pos x="connsiteX57363" y="connsiteY57363"/>
              </a:cxn>
              <a:cxn ang="0">
                <a:pos x="connsiteX57364" y="connsiteY57364"/>
              </a:cxn>
              <a:cxn ang="0">
                <a:pos x="connsiteX57365" y="connsiteY57365"/>
              </a:cxn>
              <a:cxn ang="0">
                <a:pos x="connsiteX57366" y="connsiteY57366"/>
              </a:cxn>
              <a:cxn ang="0">
                <a:pos x="connsiteX57367" y="connsiteY57367"/>
              </a:cxn>
              <a:cxn ang="0">
                <a:pos x="connsiteX57368" y="connsiteY57368"/>
              </a:cxn>
              <a:cxn ang="0">
                <a:pos x="connsiteX57369" y="connsiteY57369"/>
              </a:cxn>
              <a:cxn ang="0">
                <a:pos x="connsiteX57370" y="connsiteY57370"/>
              </a:cxn>
              <a:cxn ang="0">
                <a:pos x="connsiteX57371" y="connsiteY57371"/>
              </a:cxn>
              <a:cxn ang="0">
                <a:pos x="connsiteX57372" y="connsiteY57372"/>
              </a:cxn>
              <a:cxn ang="0">
                <a:pos x="connsiteX57373" y="connsiteY57373"/>
              </a:cxn>
              <a:cxn ang="0">
                <a:pos x="connsiteX57374" y="connsiteY57374"/>
              </a:cxn>
              <a:cxn ang="0">
                <a:pos x="connsiteX57375" y="connsiteY57375"/>
              </a:cxn>
              <a:cxn ang="0">
                <a:pos x="connsiteX57376" y="connsiteY57376"/>
              </a:cxn>
              <a:cxn ang="0">
                <a:pos x="connsiteX57377" y="connsiteY57377"/>
              </a:cxn>
              <a:cxn ang="0">
                <a:pos x="connsiteX57378" y="connsiteY57378"/>
              </a:cxn>
              <a:cxn ang="0">
                <a:pos x="connsiteX57379" y="connsiteY57379"/>
              </a:cxn>
              <a:cxn ang="0">
                <a:pos x="connsiteX57380" y="connsiteY57380"/>
              </a:cxn>
              <a:cxn ang="0">
                <a:pos x="connsiteX57381" y="connsiteY57381"/>
              </a:cxn>
              <a:cxn ang="0">
                <a:pos x="connsiteX57382" y="connsiteY57382"/>
              </a:cxn>
              <a:cxn ang="0">
                <a:pos x="connsiteX57383" y="connsiteY57383"/>
              </a:cxn>
              <a:cxn ang="0">
                <a:pos x="connsiteX57384" y="connsiteY57384"/>
              </a:cxn>
              <a:cxn ang="0">
                <a:pos x="connsiteX57385" y="connsiteY57385"/>
              </a:cxn>
              <a:cxn ang="0">
                <a:pos x="connsiteX57386" y="connsiteY57386"/>
              </a:cxn>
              <a:cxn ang="0">
                <a:pos x="connsiteX57387" y="connsiteY57387"/>
              </a:cxn>
              <a:cxn ang="0">
                <a:pos x="connsiteX57388" y="connsiteY57388"/>
              </a:cxn>
              <a:cxn ang="0">
                <a:pos x="connsiteX57389" y="connsiteY57389"/>
              </a:cxn>
              <a:cxn ang="0">
                <a:pos x="connsiteX57390" y="connsiteY57390"/>
              </a:cxn>
              <a:cxn ang="0">
                <a:pos x="connsiteX57391" y="connsiteY57391"/>
              </a:cxn>
              <a:cxn ang="0">
                <a:pos x="connsiteX57392" y="connsiteY57392"/>
              </a:cxn>
              <a:cxn ang="0">
                <a:pos x="connsiteX57393" y="connsiteY57393"/>
              </a:cxn>
              <a:cxn ang="0">
                <a:pos x="connsiteX57394" y="connsiteY57394"/>
              </a:cxn>
              <a:cxn ang="0">
                <a:pos x="connsiteX57395" y="connsiteY57395"/>
              </a:cxn>
              <a:cxn ang="0">
                <a:pos x="connsiteX57396" y="connsiteY57396"/>
              </a:cxn>
              <a:cxn ang="0">
                <a:pos x="connsiteX57397" y="connsiteY57397"/>
              </a:cxn>
              <a:cxn ang="0">
                <a:pos x="connsiteX57398" y="connsiteY57398"/>
              </a:cxn>
              <a:cxn ang="0">
                <a:pos x="connsiteX57399" y="connsiteY57399"/>
              </a:cxn>
              <a:cxn ang="0">
                <a:pos x="connsiteX57400" y="connsiteY57400"/>
              </a:cxn>
              <a:cxn ang="0">
                <a:pos x="connsiteX57401" y="connsiteY57401"/>
              </a:cxn>
              <a:cxn ang="0">
                <a:pos x="connsiteX57402" y="connsiteY57402"/>
              </a:cxn>
              <a:cxn ang="0">
                <a:pos x="connsiteX57403" y="connsiteY57403"/>
              </a:cxn>
              <a:cxn ang="0">
                <a:pos x="connsiteX57404" y="connsiteY57404"/>
              </a:cxn>
              <a:cxn ang="0">
                <a:pos x="connsiteX57405" y="connsiteY57405"/>
              </a:cxn>
              <a:cxn ang="0">
                <a:pos x="connsiteX57406" y="connsiteY57406"/>
              </a:cxn>
              <a:cxn ang="0">
                <a:pos x="connsiteX57407" y="connsiteY57407"/>
              </a:cxn>
              <a:cxn ang="0">
                <a:pos x="connsiteX57408" y="connsiteY57408"/>
              </a:cxn>
              <a:cxn ang="0">
                <a:pos x="connsiteX57409" y="connsiteY57409"/>
              </a:cxn>
              <a:cxn ang="0">
                <a:pos x="connsiteX57410" y="connsiteY57410"/>
              </a:cxn>
              <a:cxn ang="0">
                <a:pos x="connsiteX57411" y="connsiteY57411"/>
              </a:cxn>
              <a:cxn ang="0">
                <a:pos x="connsiteX57412" y="connsiteY57412"/>
              </a:cxn>
              <a:cxn ang="0">
                <a:pos x="connsiteX57413" y="connsiteY57413"/>
              </a:cxn>
              <a:cxn ang="0">
                <a:pos x="connsiteX57414" y="connsiteY57414"/>
              </a:cxn>
              <a:cxn ang="0">
                <a:pos x="connsiteX57415" y="connsiteY57415"/>
              </a:cxn>
              <a:cxn ang="0">
                <a:pos x="connsiteX57416" y="connsiteY57416"/>
              </a:cxn>
              <a:cxn ang="0">
                <a:pos x="connsiteX57417" y="connsiteY57417"/>
              </a:cxn>
              <a:cxn ang="0">
                <a:pos x="connsiteX57418" y="connsiteY57418"/>
              </a:cxn>
              <a:cxn ang="0">
                <a:pos x="connsiteX57419" y="connsiteY57419"/>
              </a:cxn>
              <a:cxn ang="0">
                <a:pos x="connsiteX57420" y="connsiteY57420"/>
              </a:cxn>
              <a:cxn ang="0">
                <a:pos x="connsiteX57421" y="connsiteY57421"/>
              </a:cxn>
              <a:cxn ang="0">
                <a:pos x="connsiteX57422" y="connsiteY57422"/>
              </a:cxn>
              <a:cxn ang="0">
                <a:pos x="connsiteX57423" y="connsiteY57423"/>
              </a:cxn>
              <a:cxn ang="0">
                <a:pos x="connsiteX57424" y="connsiteY57424"/>
              </a:cxn>
              <a:cxn ang="0">
                <a:pos x="connsiteX57425" y="connsiteY57425"/>
              </a:cxn>
              <a:cxn ang="0">
                <a:pos x="connsiteX57426" y="connsiteY57426"/>
              </a:cxn>
              <a:cxn ang="0">
                <a:pos x="connsiteX57427" y="connsiteY57427"/>
              </a:cxn>
              <a:cxn ang="0">
                <a:pos x="connsiteX57428" y="connsiteY57428"/>
              </a:cxn>
              <a:cxn ang="0">
                <a:pos x="connsiteX57429" y="connsiteY57429"/>
              </a:cxn>
              <a:cxn ang="0">
                <a:pos x="connsiteX57430" y="connsiteY57430"/>
              </a:cxn>
              <a:cxn ang="0">
                <a:pos x="connsiteX57431" y="connsiteY57431"/>
              </a:cxn>
              <a:cxn ang="0">
                <a:pos x="connsiteX57432" y="connsiteY57432"/>
              </a:cxn>
              <a:cxn ang="0">
                <a:pos x="connsiteX57433" y="connsiteY57433"/>
              </a:cxn>
              <a:cxn ang="0">
                <a:pos x="connsiteX57434" y="connsiteY57434"/>
              </a:cxn>
              <a:cxn ang="0">
                <a:pos x="connsiteX57435" y="connsiteY57435"/>
              </a:cxn>
              <a:cxn ang="0">
                <a:pos x="connsiteX57436" y="connsiteY57436"/>
              </a:cxn>
              <a:cxn ang="0">
                <a:pos x="connsiteX57437" y="connsiteY57437"/>
              </a:cxn>
              <a:cxn ang="0">
                <a:pos x="connsiteX57438" y="connsiteY57438"/>
              </a:cxn>
              <a:cxn ang="0">
                <a:pos x="connsiteX57439" y="connsiteY57439"/>
              </a:cxn>
              <a:cxn ang="0">
                <a:pos x="connsiteX57440" y="connsiteY57440"/>
              </a:cxn>
              <a:cxn ang="0">
                <a:pos x="connsiteX57441" y="connsiteY57441"/>
              </a:cxn>
              <a:cxn ang="0">
                <a:pos x="connsiteX57442" y="connsiteY57442"/>
              </a:cxn>
              <a:cxn ang="0">
                <a:pos x="connsiteX57443" y="connsiteY57443"/>
              </a:cxn>
              <a:cxn ang="0">
                <a:pos x="connsiteX57444" y="connsiteY57444"/>
              </a:cxn>
              <a:cxn ang="0">
                <a:pos x="connsiteX57445" y="connsiteY57445"/>
              </a:cxn>
              <a:cxn ang="0">
                <a:pos x="connsiteX57446" y="connsiteY57446"/>
              </a:cxn>
              <a:cxn ang="0">
                <a:pos x="connsiteX57447" y="connsiteY57447"/>
              </a:cxn>
              <a:cxn ang="0">
                <a:pos x="connsiteX57448" y="connsiteY57448"/>
              </a:cxn>
              <a:cxn ang="0">
                <a:pos x="connsiteX57449" y="connsiteY57449"/>
              </a:cxn>
              <a:cxn ang="0">
                <a:pos x="connsiteX57450" y="connsiteY57450"/>
              </a:cxn>
              <a:cxn ang="0">
                <a:pos x="connsiteX57451" y="connsiteY57451"/>
              </a:cxn>
              <a:cxn ang="0">
                <a:pos x="connsiteX57452" y="connsiteY57452"/>
              </a:cxn>
              <a:cxn ang="0">
                <a:pos x="connsiteX57453" y="connsiteY57453"/>
              </a:cxn>
              <a:cxn ang="0">
                <a:pos x="connsiteX57454" y="connsiteY57454"/>
              </a:cxn>
              <a:cxn ang="0">
                <a:pos x="connsiteX57455" y="connsiteY57455"/>
              </a:cxn>
              <a:cxn ang="0">
                <a:pos x="connsiteX57456" y="connsiteY57456"/>
              </a:cxn>
              <a:cxn ang="0">
                <a:pos x="connsiteX57457" y="connsiteY57457"/>
              </a:cxn>
              <a:cxn ang="0">
                <a:pos x="connsiteX57458" y="connsiteY57458"/>
              </a:cxn>
              <a:cxn ang="0">
                <a:pos x="connsiteX57459" y="connsiteY57459"/>
              </a:cxn>
              <a:cxn ang="0">
                <a:pos x="connsiteX57460" y="connsiteY57460"/>
              </a:cxn>
              <a:cxn ang="0">
                <a:pos x="connsiteX57461" y="connsiteY57461"/>
              </a:cxn>
              <a:cxn ang="0">
                <a:pos x="connsiteX57462" y="connsiteY57462"/>
              </a:cxn>
              <a:cxn ang="0">
                <a:pos x="connsiteX57463" y="connsiteY57463"/>
              </a:cxn>
              <a:cxn ang="0">
                <a:pos x="connsiteX57464" y="connsiteY57464"/>
              </a:cxn>
              <a:cxn ang="0">
                <a:pos x="connsiteX57465" y="connsiteY57465"/>
              </a:cxn>
              <a:cxn ang="0">
                <a:pos x="connsiteX57466" y="connsiteY57466"/>
              </a:cxn>
              <a:cxn ang="0">
                <a:pos x="connsiteX57467" y="connsiteY57467"/>
              </a:cxn>
              <a:cxn ang="0">
                <a:pos x="connsiteX57468" y="connsiteY57468"/>
              </a:cxn>
              <a:cxn ang="0">
                <a:pos x="connsiteX57469" y="connsiteY57469"/>
              </a:cxn>
              <a:cxn ang="0">
                <a:pos x="connsiteX57470" y="connsiteY57470"/>
              </a:cxn>
              <a:cxn ang="0">
                <a:pos x="connsiteX57471" y="connsiteY57471"/>
              </a:cxn>
              <a:cxn ang="0">
                <a:pos x="connsiteX57472" y="connsiteY57472"/>
              </a:cxn>
              <a:cxn ang="0">
                <a:pos x="connsiteX57473" y="connsiteY57473"/>
              </a:cxn>
              <a:cxn ang="0">
                <a:pos x="connsiteX57474" y="connsiteY57474"/>
              </a:cxn>
              <a:cxn ang="0">
                <a:pos x="connsiteX57475" y="connsiteY57475"/>
              </a:cxn>
              <a:cxn ang="0">
                <a:pos x="connsiteX57476" y="connsiteY57476"/>
              </a:cxn>
              <a:cxn ang="0">
                <a:pos x="connsiteX57477" y="connsiteY57477"/>
              </a:cxn>
              <a:cxn ang="0">
                <a:pos x="connsiteX57478" y="connsiteY57478"/>
              </a:cxn>
              <a:cxn ang="0">
                <a:pos x="connsiteX57479" y="connsiteY57479"/>
              </a:cxn>
              <a:cxn ang="0">
                <a:pos x="connsiteX57480" y="connsiteY57480"/>
              </a:cxn>
              <a:cxn ang="0">
                <a:pos x="connsiteX57481" y="connsiteY57481"/>
              </a:cxn>
              <a:cxn ang="0">
                <a:pos x="connsiteX57482" y="connsiteY57482"/>
              </a:cxn>
              <a:cxn ang="0">
                <a:pos x="connsiteX57483" y="connsiteY57483"/>
              </a:cxn>
              <a:cxn ang="0">
                <a:pos x="connsiteX57484" y="connsiteY57484"/>
              </a:cxn>
              <a:cxn ang="0">
                <a:pos x="connsiteX57485" y="connsiteY57485"/>
              </a:cxn>
              <a:cxn ang="0">
                <a:pos x="connsiteX57486" y="connsiteY57486"/>
              </a:cxn>
              <a:cxn ang="0">
                <a:pos x="connsiteX57487" y="connsiteY57487"/>
              </a:cxn>
              <a:cxn ang="0">
                <a:pos x="connsiteX57488" y="connsiteY57488"/>
              </a:cxn>
              <a:cxn ang="0">
                <a:pos x="connsiteX57489" y="connsiteY57489"/>
              </a:cxn>
              <a:cxn ang="0">
                <a:pos x="connsiteX57490" y="connsiteY57490"/>
              </a:cxn>
              <a:cxn ang="0">
                <a:pos x="connsiteX57491" y="connsiteY57491"/>
              </a:cxn>
              <a:cxn ang="0">
                <a:pos x="connsiteX57492" y="connsiteY57492"/>
              </a:cxn>
              <a:cxn ang="0">
                <a:pos x="connsiteX57493" y="connsiteY57493"/>
              </a:cxn>
              <a:cxn ang="0">
                <a:pos x="connsiteX57494" y="connsiteY57494"/>
              </a:cxn>
              <a:cxn ang="0">
                <a:pos x="connsiteX57495" y="connsiteY57495"/>
              </a:cxn>
              <a:cxn ang="0">
                <a:pos x="connsiteX57496" y="connsiteY57496"/>
              </a:cxn>
              <a:cxn ang="0">
                <a:pos x="connsiteX57497" y="connsiteY57497"/>
              </a:cxn>
              <a:cxn ang="0">
                <a:pos x="connsiteX57498" y="connsiteY57498"/>
              </a:cxn>
              <a:cxn ang="0">
                <a:pos x="connsiteX57499" y="connsiteY57499"/>
              </a:cxn>
              <a:cxn ang="0">
                <a:pos x="connsiteX57500" y="connsiteY57500"/>
              </a:cxn>
              <a:cxn ang="0">
                <a:pos x="connsiteX57501" y="connsiteY57501"/>
              </a:cxn>
              <a:cxn ang="0">
                <a:pos x="connsiteX57502" y="connsiteY57502"/>
              </a:cxn>
              <a:cxn ang="0">
                <a:pos x="connsiteX57503" y="connsiteY57503"/>
              </a:cxn>
              <a:cxn ang="0">
                <a:pos x="connsiteX57504" y="connsiteY57504"/>
              </a:cxn>
              <a:cxn ang="0">
                <a:pos x="connsiteX57505" y="connsiteY57505"/>
              </a:cxn>
              <a:cxn ang="0">
                <a:pos x="connsiteX57506" y="connsiteY57506"/>
              </a:cxn>
              <a:cxn ang="0">
                <a:pos x="connsiteX57507" y="connsiteY57507"/>
              </a:cxn>
              <a:cxn ang="0">
                <a:pos x="connsiteX57508" y="connsiteY57508"/>
              </a:cxn>
              <a:cxn ang="0">
                <a:pos x="connsiteX57509" y="connsiteY57509"/>
              </a:cxn>
              <a:cxn ang="0">
                <a:pos x="connsiteX57510" y="connsiteY57510"/>
              </a:cxn>
              <a:cxn ang="0">
                <a:pos x="connsiteX57511" y="connsiteY57511"/>
              </a:cxn>
              <a:cxn ang="0">
                <a:pos x="connsiteX57512" y="connsiteY57512"/>
              </a:cxn>
              <a:cxn ang="0">
                <a:pos x="connsiteX57513" y="connsiteY57513"/>
              </a:cxn>
              <a:cxn ang="0">
                <a:pos x="connsiteX57514" y="connsiteY57514"/>
              </a:cxn>
              <a:cxn ang="0">
                <a:pos x="connsiteX57515" y="connsiteY57515"/>
              </a:cxn>
              <a:cxn ang="0">
                <a:pos x="connsiteX57516" y="connsiteY57516"/>
              </a:cxn>
              <a:cxn ang="0">
                <a:pos x="connsiteX57517" y="connsiteY57517"/>
              </a:cxn>
              <a:cxn ang="0">
                <a:pos x="connsiteX57518" y="connsiteY57518"/>
              </a:cxn>
              <a:cxn ang="0">
                <a:pos x="connsiteX57519" y="connsiteY57519"/>
              </a:cxn>
              <a:cxn ang="0">
                <a:pos x="connsiteX57520" y="connsiteY57520"/>
              </a:cxn>
              <a:cxn ang="0">
                <a:pos x="connsiteX57521" y="connsiteY57521"/>
              </a:cxn>
              <a:cxn ang="0">
                <a:pos x="connsiteX57522" y="connsiteY57522"/>
              </a:cxn>
              <a:cxn ang="0">
                <a:pos x="connsiteX57523" y="connsiteY57523"/>
              </a:cxn>
              <a:cxn ang="0">
                <a:pos x="connsiteX57524" y="connsiteY57524"/>
              </a:cxn>
              <a:cxn ang="0">
                <a:pos x="connsiteX57525" y="connsiteY57525"/>
              </a:cxn>
              <a:cxn ang="0">
                <a:pos x="connsiteX57526" y="connsiteY57526"/>
              </a:cxn>
              <a:cxn ang="0">
                <a:pos x="connsiteX57527" y="connsiteY57527"/>
              </a:cxn>
              <a:cxn ang="0">
                <a:pos x="connsiteX57528" y="connsiteY57528"/>
              </a:cxn>
              <a:cxn ang="0">
                <a:pos x="connsiteX57529" y="connsiteY57529"/>
              </a:cxn>
              <a:cxn ang="0">
                <a:pos x="connsiteX57530" y="connsiteY57530"/>
              </a:cxn>
              <a:cxn ang="0">
                <a:pos x="connsiteX57531" y="connsiteY57531"/>
              </a:cxn>
              <a:cxn ang="0">
                <a:pos x="connsiteX57532" y="connsiteY57532"/>
              </a:cxn>
              <a:cxn ang="0">
                <a:pos x="connsiteX57533" y="connsiteY57533"/>
              </a:cxn>
              <a:cxn ang="0">
                <a:pos x="connsiteX57534" y="connsiteY57534"/>
              </a:cxn>
              <a:cxn ang="0">
                <a:pos x="connsiteX57535" y="connsiteY57535"/>
              </a:cxn>
              <a:cxn ang="0">
                <a:pos x="connsiteX57536" y="connsiteY57536"/>
              </a:cxn>
              <a:cxn ang="0">
                <a:pos x="connsiteX57537" y="connsiteY57537"/>
              </a:cxn>
              <a:cxn ang="0">
                <a:pos x="connsiteX57538" y="connsiteY57538"/>
              </a:cxn>
              <a:cxn ang="0">
                <a:pos x="connsiteX57539" y="connsiteY57539"/>
              </a:cxn>
              <a:cxn ang="0">
                <a:pos x="connsiteX57540" y="connsiteY57540"/>
              </a:cxn>
              <a:cxn ang="0">
                <a:pos x="connsiteX57541" y="connsiteY57541"/>
              </a:cxn>
              <a:cxn ang="0">
                <a:pos x="connsiteX57542" y="connsiteY57542"/>
              </a:cxn>
              <a:cxn ang="0">
                <a:pos x="connsiteX57543" y="connsiteY57543"/>
              </a:cxn>
              <a:cxn ang="0">
                <a:pos x="connsiteX57544" y="connsiteY57544"/>
              </a:cxn>
              <a:cxn ang="0">
                <a:pos x="connsiteX57545" y="connsiteY57545"/>
              </a:cxn>
              <a:cxn ang="0">
                <a:pos x="connsiteX57546" y="connsiteY57546"/>
              </a:cxn>
              <a:cxn ang="0">
                <a:pos x="connsiteX57547" y="connsiteY57547"/>
              </a:cxn>
              <a:cxn ang="0">
                <a:pos x="connsiteX57548" y="connsiteY57548"/>
              </a:cxn>
              <a:cxn ang="0">
                <a:pos x="connsiteX57549" y="connsiteY57549"/>
              </a:cxn>
              <a:cxn ang="0">
                <a:pos x="connsiteX57550" y="connsiteY57550"/>
              </a:cxn>
              <a:cxn ang="0">
                <a:pos x="connsiteX57551" y="connsiteY57551"/>
              </a:cxn>
              <a:cxn ang="0">
                <a:pos x="connsiteX57552" y="connsiteY57552"/>
              </a:cxn>
              <a:cxn ang="0">
                <a:pos x="connsiteX57553" y="connsiteY57553"/>
              </a:cxn>
              <a:cxn ang="0">
                <a:pos x="connsiteX57554" y="connsiteY57554"/>
              </a:cxn>
              <a:cxn ang="0">
                <a:pos x="connsiteX57555" y="connsiteY57555"/>
              </a:cxn>
              <a:cxn ang="0">
                <a:pos x="connsiteX57556" y="connsiteY57556"/>
              </a:cxn>
              <a:cxn ang="0">
                <a:pos x="connsiteX57557" y="connsiteY57557"/>
              </a:cxn>
              <a:cxn ang="0">
                <a:pos x="connsiteX57558" y="connsiteY57558"/>
              </a:cxn>
              <a:cxn ang="0">
                <a:pos x="connsiteX57559" y="connsiteY57559"/>
              </a:cxn>
              <a:cxn ang="0">
                <a:pos x="connsiteX57560" y="connsiteY57560"/>
              </a:cxn>
              <a:cxn ang="0">
                <a:pos x="connsiteX57561" y="connsiteY57561"/>
              </a:cxn>
              <a:cxn ang="0">
                <a:pos x="connsiteX57562" y="connsiteY57562"/>
              </a:cxn>
              <a:cxn ang="0">
                <a:pos x="connsiteX57563" y="connsiteY57563"/>
              </a:cxn>
              <a:cxn ang="0">
                <a:pos x="connsiteX57564" y="connsiteY57564"/>
              </a:cxn>
              <a:cxn ang="0">
                <a:pos x="connsiteX57565" y="connsiteY57565"/>
              </a:cxn>
              <a:cxn ang="0">
                <a:pos x="connsiteX57566" y="connsiteY57566"/>
              </a:cxn>
              <a:cxn ang="0">
                <a:pos x="connsiteX57567" y="connsiteY57567"/>
              </a:cxn>
              <a:cxn ang="0">
                <a:pos x="connsiteX57568" y="connsiteY57568"/>
              </a:cxn>
              <a:cxn ang="0">
                <a:pos x="connsiteX57569" y="connsiteY57569"/>
              </a:cxn>
              <a:cxn ang="0">
                <a:pos x="connsiteX57570" y="connsiteY57570"/>
              </a:cxn>
              <a:cxn ang="0">
                <a:pos x="connsiteX57571" y="connsiteY57571"/>
              </a:cxn>
              <a:cxn ang="0">
                <a:pos x="connsiteX57572" y="connsiteY57572"/>
              </a:cxn>
              <a:cxn ang="0">
                <a:pos x="connsiteX57573" y="connsiteY57573"/>
              </a:cxn>
              <a:cxn ang="0">
                <a:pos x="connsiteX57574" y="connsiteY57574"/>
              </a:cxn>
              <a:cxn ang="0">
                <a:pos x="connsiteX57575" y="connsiteY57575"/>
              </a:cxn>
              <a:cxn ang="0">
                <a:pos x="connsiteX57576" y="connsiteY57576"/>
              </a:cxn>
              <a:cxn ang="0">
                <a:pos x="connsiteX57577" y="connsiteY57577"/>
              </a:cxn>
              <a:cxn ang="0">
                <a:pos x="connsiteX57578" y="connsiteY57578"/>
              </a:cxn>
              <a:cxn ang="0">
                <a:pos x="connsiteX57579" y="connsiteY57579"/>
              </a:cxn>
              <a:cxn ang="0">
                <a:pos x="connsiteX57580" y="connsiteY57580"/>
              </a:cxn>
              <a:cxn ang="0">
                <a:pos x="connsiteX57581" y="connsiteY57581"/>
              </a:cxn>
              <a:cxn ang="0">
                <a:pos x="connsiteX57582" y="connsiteY57582"/>
              </a:cxn>
              <a:cxn ang="0">
                <a:pos x="connsiteX57583" y="connsiteY57583"/>
              </a:cxn>
              <a:cxn ang="0">
                <a:pos x="connsiteX57584" y="connsiteY57584"/>
              </a:cxn>
              <a:cxn ang="0">
                <a:pos x="connsiteX57585" y="connsiteY57585"/>
              </a:cxn>
              <a:cxn ang="0">
                <a:pos x="connsiteX57586" y="connsiteY57586"/>
              </a:cxn>
              <a:cxn ang="0">
                <a:pos x="connsiteX57587" y="connsiteY57587"/>
              </a:cxn>
              <a:cxn ang="0">
                <a:pos x="connsiteX57588" y="connsiteY57588"/>
              </a:cxn>
              <a:cxn ang="0">
                <a:pos x="connsiteX57589" y="connsiteY57589"/>
              </a:cxn>
              <a:cxn ang="0">
                <a:pos x="connsiteX57590" y="connsiteY57590"/>
              </a:cxn>
              <a:cxn ang="0">
                <a:pos x="connsiteX57591" y="connsiteY57591"/>
              </a:cxn>
              <a:cxn ang="0">
                <a:pos x="connsiteX57592" y="connsiteY57592"/>
              </a:cxn>
              <a:cxn ang="0">
                <a:pos x="connsiteX57593" y="connsiteY57593"/>
              </a:cxn>
              <a:cxn ang="0">
                <a:pos x="connsiteX57594" y="connsiteY57594"/>
              </a:cxn>
              <a:cxn ang="0">
                <a:pos x="connsiteX57595" y="connsiteY57595"/>
              </a:cxn>
              <a:cxn ang="0">
                <a:pos x="connsiteX57596" y="connsiteY57596"/>
              </a:cxn>
              <a:cxn ang="0">
                <a:pos x="connsiteX57597" y="connsiteY57597"/>
              </a:cxn>
              <a:cxn ang="0">
                <a:pos x="connsiteX57598" y="connsiteY57598"/>
              </a:cxn>
              <a:cxn ang="0">
                <a:pos x="connsiteX57599" y="connsiteY57599"/>
              </a:cxn>
              <a:cxn ang="0">
                <a:pos x="connsiteX57600" y="connsiteY57600"/>
              </a:cxn>
              <a:cxn ang="0">
                <a:pos x="connsiteX57601" y="connsiteY57601"/>
              </a:cxn>
              <a:cxn ang="0">
                <a:pos x="connsiteX57602" y="connsiteY57602"/>
              </a:cxn>
              <a:cxn ang="0">
                <a:pos x="connsiteX57603" y="connsiteY57603"/>
              </a:cxn>
              <a:cxn ang="0">
                <a:pos x="connsiteX57604" y="connsiteY57604"/>
              </a:cxn>
              <a:cxn ang="0">
                <a:pos x="connsiteX57605" y="connsiteY57605"/>
              </a:cxn>
              <a:cxn ang="0">
                <a:pos x="connsiteX57606" y="connsiteY57606"/>
              </a:cxn>
              <a:cxn ang="0">
                <a:pos x="connsiteX57607" y="connsiteY57607"/>
              </a:cxn>
              <a:cxn ang="0">
                <a:pos x="connsiteX57608" y="connsiteY57608"/>
              </a:cxn>
              <a:cxn ang="0">
                <a:pos x="connsiteX57609" y="connsiteY57609"/>
              </a:cxn>
              <a:cxn ang="0">
                <a:pos x="connsiteX57610" y="connsiteY57610"/>
              </a:cxn>
              <a:cxn ang="0">
                <a:pos x="connsiteX57611" y="connsiteY57611"/>
              </a:cxn>
              <a:cxn ang="0">
                <a:pos x="connsiteX57612" y="connsiteY57612"/>
              </a:cxn>
              <a:cxn ang="0">
                <a:pos x="connsiteX57613" y="connsiteY57613"/>
              </a:cxn>
              <a:cxn ang="0">
                <a:pos x="connsiteX57614" y="connsiteY57614"/>
              </a:cxn>
              <a:cxn ang="0">
                <a:pos x="connsiteX57615" y="connsiteY57615"/>
              </a:cxn>
              <a:cxn ang="0">
                <a:pos x="connsiteX57616" y="connsiteY57616"/>
              </a:cxn>
              <a:cxn ang="0">
                <a:pos x="connsiteX57617" y="connsiteY57617"/>
              </a:cxn>
              <a:cxn ang="0">
                <a:pos x="connsiteX57618" y="connsiteY57618"/>
              </a:cxn>
              <a:cxn ang="0">
                <a:pos x="connsiteX57619" y="connsiteY57619"/>
              </a:cxn>
              <a:cxn ang="0">
                <a:pos x="connsiteX57620" y="connsiteY57620"/>
              </a:cxn>
              <a:cxn ang="0">
                <a:pos x="connsiteX57621" y="connsiteY57621"/>
              </a:cxn>
              <a:cxn ang="0">
                <a:pos x="connsiteX57622" y="connsiteY57622"/>
              </a:cxn>
              <a:cxn ang="0">
                <a:pos x="connsiteX57623" y="connsiteY57623"/>
              </a:cxn>
              <a:cxn ang="0">
                <a:pos x="connsiteX57624" y="connsiteY57624"/>
              </a:cxn>
              <a:cxn ang="0">
                <a:pos x="connsiteX57625" y="connsiteY57625"/>
              </a:cxn>
              <a:cxn ang="0">
                <a:pos x="connsiteX57626" y="connsiteY57626"/>
              </a:cxn>
              <a:cxn ang="0">
                <a:pos x="connsiteX57627" y="connsiteY57627"/>
              </a:cxn>
              <a:cxn ang="0">
                <a:pos x="connsiteX57628" y="connsiteY57628"/>
              </a:cxn>
              <a:cxn ang="0">
                <a:pos x="connsiteX57629" y="connsiteY57629"/>
              </a:cxn>
              <a:cxn ang="0">
                <a:pos x="connsiteX57630" y="connsiteY57630"/>
              </a:cxn>
              <a:cxn ang="0">
                <a:pos x="connsiteX57631" y="connsiteY57631"/>
              </a:cxn>
              <a:cxn ang="0">
                <a:pos x="connsiteX57632" y="connsiteY57632"/>
              </a:cxn>
              <a:cxn ang="0">
                <a:pos x="connsiteX57633" y="connsiteY57633"/>
              </a:cxn>
              <a:cxn ang="0">
                <a:pos x="connsiteX57634" y="connsiteY57634"/>
              </a:cxn>
              <a:cxn ang="0">
                <a:pos x="connsiteX57635" y="connsiteY57635"/>
              </a:cxn>
              <a:cxn ang="0">
                <a:pos x="connsiteX57636" y="connsiteY57636"/>
              </a:cxn>
              <a:cxn ang="0">
                <a:pos x="connsiteX57637" y="connsiteY57637"/>
              </a:cxn>
              <a:cxn ang="0">
                <a:pos x="connsiteX57638" y="connsiteY57638"/>
              </a:cxn>
              <a:cxn ang="0">
                <a:pos x="connsiteX57639" y="connsiteY57639"/>
              </a:cxn>
              <a:cxn ang="0">
                <a:pos x="connsiteX57640" y="connsiteY57640"/>
              </a:cxn>
              <a:cxn ang="0">
                <a:pos x="connsiteX57641" y="connsiteY57641"/>
              </a:cxn>
              <a:cxn ang="0">
                <a:pos x="connsiteX57642" y="connsiteY57642"/>
              </a:cxn>
              <a:cxn ang="0">
                <a:pos x="connsiteX57643" y="connsiteY57643"/>
              </a:cxn>
              <a:cxn ang="0">
                <a:pos x="connsiteX57644" y="connsiteY57644"/>
              </a:cxn>
              <a:cxn ang="0">
                <a:pos x="connsiteX57645" y="connsiteY57645"/>
              </a:cxn>
              <a:cxn ang="0">
                <a:pos x="connsiteX57646" y="connsiteY57646"/>
              </a:cxn>
              <a:cxn ang="0">
                <a:pos x="connsiteX57647" y="connsiteY57647"/>
              </a:cxn>
              <a:cxn ang="0">
                <a:pos x="connsiteX57648" y="connsiteY57648"/>
              </a:cxn>
              <a:cxn ang="0">
                <a:pos x="connsiteX57649" y="connsiteY57649"/>
              </a:cxn>
              <a:cxn ang="0">
                <a:pos x="connsiteX57650" y="connsiteY57650"/>
              </a:cxn>
              <a:cxn ang="0">
                <a:pos x="connsiteX57651" y="connsiteY57651"/>
              </a:cxn>
              <a:cxn ang="0">
                <a:pos x="connsiteX57652" y="connsiteY57652"/>
              </a:cxn>
              <a:cxn ang="0">
                <a:pos x="connsiteX57653" y="connsiteY57653"/>
              </a:cxn>
              <a:cxn ang="0">
                <a:pos x="connsiteX57654" y="connsiteY57654"/>
              </a:cxn>
              <a:cxn ang="0">
                <a:pos x="connsiteX57655" y="connsiteY57655"/>
              </a:cxn>
              <a:cxn ang="0">
                <a:pos x="connsiteX57656" y="connsiteY57656"/>
              </a:cxn>
              <a:cxn ang="0">
                <a:pos x="connsiteX57657" y="connsiteY57657"/>
              </a:cxn>
              <a:cxn ang="0">
                <a:pos x="connsiteX57658" y="connsiteY57658"/>
              </a:cxn>
              <a:cxn ang="0">
                <a:pos x="connsiteX57659" y="connsiteY57659"/>
              </a:cxn>
              <a:cxn ang="0">
                <a:pos x="connsiteX57660" y="connsiteY57660"/>
              </a:cxn>
              <a:cxn ang="0">
                <a:pos x="connsiteX57661" y="connsiteY57661"/>
              </a:cxn>
              <a:cxn ang="0">
                <a:pos x="connsiteX57662" y="connsiteY57662"/>
              </a:cxn>
              <a:cxn ang="0">
                <a:pos x="connsiteX57663" y="connsiteY57663"/>
              </a:cxn>
              <a:cxn ang="0">
                <a:pos x="connsiteX57664" y="connsiteY57664"/>
              </a:cxn>
              <a:cxn ang="0">
                <a:pos x="connsiteX57665" y="connsiteY57665"/>
              </a:cxn>
              <a:cxn ang="0">
                <a:pos x="connsiteX57666" y="connsiteY57666"/>
              </a:cxn>
              <a:cxn ang="0">
                <a:pos x="connsiteX57667" y="connsiteY57667"/>
              </a:cxn>
              <a:cxn ang="0">
                <a:pos x="connsiteX57668" y="connsiteY57668"/>
              </a:cxn>
              <a:cxn ang="0">
                <a:pos x="connsiteX57669" y="connsiteY57669"/>
              </a:cxn>
              <a:cxn ang="0">
                <a:pos x="connsiteX57670" y="connsiteY57670"/>
              </a:cxn>
              <a:cxn ang="0">
                <a:pos x="connsiteX57671" y="connsiteY57671"/>
              </a:cxn>
              <a:cxn ang="0">
                <a:pos x="connsiteX57672" y="connsiteY57672"/>
              </a:cxn>
              <a:cxn ang="0">
                <a:pos x="connsiteX57673" y="connsiteY57673"/>
              </a:cxn>
              <a:cxn ang="0">
                <a:pos x="connsiteX57674" y="connsiteY57674"/>
              </a:cxn>
              <a:cxn ang="0">
                <a:pos x="connsiteX57675" y="connsiteY57675"/>
              </a:cxn>
              <a:cxn ang="0">
                <a:pos x="connsiteX57676" y="connsiteY57676"/>
              </a:cxn>
              <a:cxn ang="0">
                <a:pos x="connsiteX57677" y="connsiteY57677"/>
              </a:cxn>
              <a:cxn ang="0">
                <a:pos x="connsiteX57678" y="connsiteY57678"/>
              </a:cxn>
              <a:cxn ang="0">
                <a:pos x="connsiteX57679" y="connsiteY57679"/>
              </a:cxn>
              <a:cxn ang="0">
                <a:pos x="connsiteX57680" y="connsiteY57680"/>
              </a:cxn>
              <a:cxn ang="0">
                <a:pos x="connsiteX57681" y="connsiteY57681"/>
              </a:cxn>
              <a:cxn ang="0">
                <a:pos x="connsiteX57682" y="connsiteY57682"/>
              </a:cxn>
              <a:cxn ang="0">
                <a:pos x="connsiteX57683" y="connsiteY57683"/>
              </a:cxn>
              <a:cxn ang="0">
                <a:pos x="connsiteX57684" y="connsiteY57684"/>
              </a:cxn>
              <a:cxn ang="0">
                <a:pos x="connsiteX57685" y="connsiteY57685"/>
              </a:cxn>
              <a:cxn ang="0">
                <a:pos x="connsiteX57686" y="connsiteY57686"/>
              </a:cxn>
              <a:cxn ang="0">
                <a:pos x="connsiteX57687" y="connsiteY57687"/>
              </a:cxn>
              <a:cxn ang="0">
                <a:pos x="connsiteX57688" y="connsiteY57688"/>
              </a:cxn>
              <a:cxn ang="0">
                <a:pos x="connsiteX57689" y="connsiteY57689"/>
              </a:cxn>
              <a:cxn ang="0">
                <a:pos x="connsiteX57690" y="connsiteY57690"/>
              </a:cxn>
              <a:cxn ang="0">
                <a:pos x="connsiteX57691" y="connsiteY57691"/>
              </a:cxn>
              <a:cxn ang="0">
                <a:pos x="connsiteX57692" y="connsiteY57692"/>
              </a:cxn>
              <a:cxn ang="0">
                <a:pos x="connsiteX57693" y="connsiteY57693"/>
              </a:cxn>
              <a:cxn ang="0">
                <a:pos x="connsiteX57694" y="connsiteY57694"/>
              </a:cxn>
              <a:cxn ang="0">
                <a:pos x="connsiteX57695" y="connsiteY57695"/>
              </a:cxn>
              <a:cxn ang="0">
                <a:pos x="connsiteX57696" y="connsiteY57696"/>
              </a:cxn>
              <a:cxn ang="0">
                <a:pos x="connsiteX57697" y="connsiteY57697"/>
              </a:cxn>
              <a:cxn ang="0">
                <a:pos x="connsiteX57698" y="connsiteY57698"/>
              </a:cxn>
              <a:cxn ang="0">
                <a:pos x="connsiteX57699" y="connsiteY57699"/>
              </a:cxn>
              <a:cxn ang="0">
                <a:pos x="connsiteX57700" y="connsiteY57700"/>
              </a:cxn>
              <a:cxn ang="0">
                <a:pos x="connsiteX57701" y="connsiteY57701"/>
              </a:cxn>
              <a:cxn ang="0">
                <a:pos x="connsiteX57702" y="connsiteY57702"/>
              </a:cxn>
              <a:cxn ang="0">
                <a:pos x="connsiteX57703" y="connsiteY57703"/>
              </a:cxn>
              <a:cxn ang="0">
                <a:pos x="connsiteX57704" y="connsiteY57704"/>
              </a:cxn>
              <a:cxn ang="0">
                <a:pos x="connsiteX57705" y="connsiteY57705"/>
              </a:cxn>
              <a:cxn ang="0">
                <a:pos x="connsiteX57706" y="connsiteY57706"/>
              </a:cxn>
              <a:cxn ang="0">
                <a:pos x="connsiteX57707" y="connsiteY57707"/>
              </a:cxn>
              <a:cxn ang="0">
                <a:pos x="connsiteX57708" y="connsiteY57708"/>
              </a:cxn>
              <a:cxn ang="0">
                <a:pos x="connsiteX57709" y="connsiteY57709"/>
              </a:cxn>
              <a:cxn ang="0">
                <a:pos x="connsiteX57710" y="connsiteY57710"/>
              </a:cxn>
              <a:cxn ang="0">
                <a:pos x="connsiteX57711" y="connsiteY57711"/>
              </a:cxn>
              <a:cxn ang="0">
                <a:pos x="connsiteX57712" y="connsiteY57712"/>
              </a:cxn>
              <a:cxn ang="0">
                <a:pos x="connsiteX57713" y="connsiteY57713"/>
              </a:cxn>
              <a:cxn ang="0">
                <a:pos x="connsiteX57714" y="connsiteY57714"/>
              </a:cxn>
              <a:cxn ang="0">
                <a:pos x="connsiteX57715" y="connsiteY57715"/>
              </a:cxn>
              <a:cxn ang="0">
                <a:pos x="connsiteX57716" y="connsiteY57716"/>
              </a:cxn>
              <a:cxn ang="0">
                <a:pos x="connsiteX57717" y="connsiteY57717"/>
              </a:cxn>
              <a:cxn ang="0">
                <a:pos x="connsiteX57718" y="connsiteY57718"/>
              </a:cxn>
              <a:cxn ang="0">
                <a:pos x="connsiteX57719" y="connsiteY57719"/>
              </a:cxn>
              <a:cxn ang="0">
                <a:pos x="connsiteX57720" y="connsiteY57720"/>
              </a:cxn>
              <a:cxn ang="0">
                <a:pos x="connsiteX57721" y="connsiteY57721"/>
              </a:cxn>
              <a:cxn ang="0">
                <a:pos x="connsiteX57722" y="connsiteY57722"/>
              </a:cxn>
              <a:cxn ang="0">
                <a:pos x="connsiteX57723" y="connsiteY57723"/>
              </a:cxn>
              <a:cxn ang="0">
                <a:pos x="connsiteX57724" y="connsiteY57724"/>
              </a:cxn>
              <a:cxn ang="0">
                <a:pos x="connsiteX57725" y="connsiteY57725"/>
              </a:cxn>
              <a:cxn ang="0">
                <a:pos x="connsiteX57726" y="connsiteY57726"/>
              </a:cxn>
              <a:cxn ang="0">
                <a:pos x="connsiteX57727" y="connsiteY57727"/>
              </a:cxn>
              <a:cxn ang="0">
                <a:pos x="connsiteX57728" y="connsiteY57728"/>
              </a:cxn>
              <a:cxn ang="0">
                <a:pos x="connsiteX57729" y="connsiteY57729"/>
              </a:cxn>
              <a:cxn ang="0">
                <a:pos x="connsiteX57730" y="connsiteY57730"/>
              </a:cxn>
              <a:cxn ang="0">
                <a:pos x="connsiteX57731" y="connsiteY57731"/>
              </a:cxn>
              <a:cxn ang="0">
                <a:pos x="connsiteX57732" y="connsiteY57732"/>
              </a:cxn>
              <a:cxn ang="0">
                <a:pos x="connsiteX57733" y="connsiteY57733"/>
              </a:cxn>
              <a:cxn ang="0">
                <a:pos x="connsiteX57734" y="connsiteY57734"/>
              </a:cxn>
              <a:cxn ang="0">
                <a:pos x="connsiteX57735" y="connsiteY57735"/>
              </a:cxn>
              <a:cxn ang="0">
                <a:pos x="connsiteX57736" y="connsiteY57736"/>
              </a:cxn>
              <a:cxn ang="0">
                <a:pos x="connsiteX57737" y="connsiteY57737"/>
              </a:cxn>
              <a:cxn ang="0">
                <a:pos x="connsiteX57738" y="connsiteY57738"/>
              </a:cxn>
              <a:cxn ang="0">
                <a:pos x="connsiteX57739" y="connsiteY57739"/>
              </a:cxn>
              <a:cxn ang="0">
                <a:pos x="connsiteX57740" y="connsiteY57740"/>
              </a:cxn>
              <a:cxn ang="0">
                <a:pos x="connsiteX57741" y="connsiteY57741"/>
              </a:cxn>
              <a:cxn ang="0">
                <a:pos x="connsiteX57742" y="connsiteY57742"/>
              </a:cxn>
              <a:cxn ang="0">
                <a:pos x="connsiteX57743" y="connsiteY57743"/>
              </a:cxn>
              <a:cxn ang="0">
                <a:pos x="connsiteX57744" y="connsiteY57744"/>
              </a:cxn>
              <a:cxn ang="0">
                <a:pos x="connsiteX57745" y="connsiteY57745"/>
              </a:cxn>
              <a:cxn ang="0">
                <a:pos x="connsiteX57746" y="connsiteY57746"/>
              </a:cxn>
              <a:cxn ang="0">
                <a:pos x="connsiteX57747" y="connsiteY57747"/>
              </a:cxn>
              <a:cxn ang="0">
                <a:pos x="connsiteX57748" y="connsiteY57748"/>
              </a:cxn>
              <a:cxn ang="0">
                <a:pos x="connsiteX57749" y="connsiteY57749"/>
              </a:cxn>
              <a:cxn ang="0">
                <a:pos x="connsiteX57750" y="connsiteY57750"/>
              </a:cxn>
              <a:cxn ang="0">
                <a:pos x="connsiteX57751" y="connsiteY57751"/>
              </a:cxn>
              <a:cxn ang="0">
                <a:pos x="connsiteX57752" y="connsiteY57752"/>
              </a:cxn>
              <a:cxn ang="0">
                <a:pos x="connsiteX57753" y="connsiteY57753"/>
              </a:cxn>
              <a:cxn ang="0">
                <a:pos x="connsiteX57754" y="connsiteY57754"/>
              </a:cxn>
              <a:cxn ang="0">
                <a:pos x="connsiteX57755" y="connsiteY57755"/>
              </a:cxn>
              <a:cxn ang="0">
                <a:pos x="connsiteX57756" y="connsiteY57756"/>
              </a:cxn>
              <a:cxn ang="0">
                <a:pos x="connsiteX57757" y="connsiteY57757"/>
              </a:cxn>
              <a:cxn ang="0">
                <a:pos x="connsiteX57758" y="connsiteY57758"/>
              </a:cxn>
              <a:cxn ang="0">
                <a:pos x="connsiteX57759" y="connsiteY57759"/>
              </a:cxn>
              <a:cxn ang="0">
                <a:pos x="connsiteX57760" y="connsiteY57760"/>
              </a:cxn>
              <a:cxn ang="0">
                <a:pos x="connsiteX57761" y="connsiteY57761"/>
              </a:cxn>
              <a:cxn ang="0">
                <a:pos x="connsiteX57762" y="connsiteY57762"/>
              </a:cxn>
              <a:cxn ang="0">
                <a:pos x="connsiteX57763" y="connsiteY57763"/>
              </a:cxn>
              <a:cxn ang="0">
                <a:pos x="connsiteX57764" y="connsiteY57764"/>
              </a:cxn>
              <a:cxn ang="0">
                <a:pos x="connsiteX57765" y="connsiteY57765"/>
              </a:cxn>
              <a:cxn ang="0">
                <a:pos x="connsiteX57766" y="connsiteY57766"/>
              </a:cxn>
              <a:cxn ang="0">
                <a:pos x="connsiteX57767" y="connsiteY57767"/>
              </a:cxn>
              <a:cxn ang="0">
                <a:pos x="connsiteX57768" y="connsiteY57768"/>
              </a:cxn>
              <a:cxn ang="0">
                <a:pos x="connsiteX57769" y="connsiteY57769"/>
              </a:cxn>
              <a:cxn ang="0">
                <a:pos x="connsiteX57770" y="connsiteY57770"/>
              </a:cxn>
              <a:cxn ang="0">
                <a:pos x="connsiteX57771" y="connsiteY57771"/>
              </a:cxn>
              <a:cxn ang="0">
                <a:pos x="connsiteX57772" y="connsiteY57772"/>
              </a:cxn>
              <a:cxn ang="0">
                <a:pos x="connsiteX57773" y="connsiteY57773"/>
              </a:cxn>
              <a:cxn ang="0">
                <a:pos x="connsiteX57774" y="connsiteY57774"/>
              </a:cxn>
              <a:cxn ang="0">
                <a:pos x="connsiteX57775" y="connsiteY57775"/>
              </a:cxn>
              <a:cxn ang="0">
                <a:pos x="connsiteX57776" y="connsiteY57776"/>
              </a:cxn>
              <a:cxn ang="0">
                <a:pos x="connsiteX57777" y="connsiteY57777"/>
              </a:cxn>
              <a:cxn ang="0">
                <a:pos x="connsiteX57778" y="connsiteY57778"/>
              </a:cxn>
              <a:cxn ang="0">
                <a:pos x="connsiteX57779" y="connsiteY57779"/>
              </a:cxn>
              <a:cxn ang="0">
                <a:pos x="connsiteX57780" y="connsiteY57780"/>
              </a:cxn>
              <a:cxn ang="0">
                <a:pos x="connsiteX57781" y="connsiteY57781"/>
              </a:cxn>
              <a:cxn ang="0">
                <a:pos x="connsiteX57782" y="connsiteY57782"/>
              </a:cxn>
              <a:cxn ang="0">
                <a:pos x="connsiteX57783" y="connsiteY57783"/>
              </a:cxn>
              <a:cxn ang="0">
                <a:pos x="connsiteX57784" y="connsiteY57784"/>
              </a:cxn>
              <a:cxn ang="0">
                <a:pos x="connsiteX57785" y="connsiteY57785"/>
              </a:cxn>
              <a:cxn ang="0">
                <a:pos x="connsiteX57786" y="connsiteY57786"/>
              </a:cxn>
              <a:cxn ang="0">
                <a:pos x="connsiteX57787" y="connsiteY57787"/>
              </a:cxn>
              <a:cxn ang="0">
                <a:pos x="connsiteX57788" y="connsiteY57788"/>
              </a:cxn>
              <a:cxn ang="0">
                <a:pos x="connsiteX57789" y="connsiteY57789"/>
              </a:cxn>
              <a:cxn ang="0">
                <a:pos x="connsiteX57790" y="connsiteY57790"/>
              </a:cxn>
              <a:cxn ang="0">
                <a:pos x="connsiteX57791" y="connsiteY57791"/>
              </a:cxn>
              <a:cxn ang="0">
                <a:pos x="connsiteX57792" y="connsiteY57792"/>
              </a:cxn>
              <a:cxn ang="0">
                <a:pos x="connsiteX57793" y="connsiteY57793"/>
              </a:cxn>
              <a:cxn ang="0">
                <a:pos x="connsiteX57794" y="connsiteY57794"/>
              </a:cxn>
              <a:cxn ang="0">
                <a:pos x="connsiteX57795" y="connsiteY57795"/>
              </a:cxn>
              <a:cxn ang="0">
                <a:pos x="connsiteX57796" y="connsiteY57796"/>
              </a:cxn>
              <a:cxn ang="0">
                <a:pos x="connsiteX57797" y="connsiteY57797"/>
              </a:cxn>
              <a:cxn ang="0">
                <a:pos x="connsiteX57798" y="connsiteY57798"/>
              </a:cxn>
              <a:cxn ang="0">
                <a:pos x="connsiteX57799" y="connsiteY57799"/>
              </a:cxn>
              <a:cxn ang="0">
                <a:pos x="connsiteX57800" y="connsiteY57800"/>
              </a:cxn>
              <a:cxn ang="0">
                <a:pos x="connsiteX57801" y="connsiteY57801"/>
              </a:cxn>
              <a:cxn ang="0">
                <a:pos x="connsiteX57802" y="connsiteY57802"/>
              </a:cxn>
              <a:cxn ang="0">
                <a:pos x="connsiteX57803" y="connsiteY57803"/>
              </a:cxn>
              <a:cxn ang="0">
                <a:pos x="connsiteX57804" y="connsiteY57804"/>
              </a:cxn>
              <a:cxn ang="0">
                <a:pos x="connsiteX57805" y="connsiteY57805"/>
              </a:cxn>
              <a:cxn ang="0">
                <a:pos x="connsiteX57806" y="connsiteY57806"/>
              </a:cxn>
              <a:cxn ang="0">
                <a:pos x="connsiteX57807" y="connsiteY57807"/>
              </a:cxn>
              <a:cxn ang="0">
                <a:pos x="connsiteX57808" y="connsiteY57808"/>
              </a:cxn>
              <a:cxn ang="0">
                <a:pos x="connsiteX57809" y="connsiteY57809"/>
              </a:cxn>
              <a:cxn ang="0">
                <a:pos x="connsiteX57810" y="connsiteY57810"/>
              </a:cxn>
              <a:cxn ang="0">
                <a:pos x="connsiteX57811" y="connsiteY57811"/>
              </a:cxn>
              <a:cxn ang="0">
                <a:pos x="connsiteX57812" y="connsiteY57812"/>
              </a:cxn>
              <a:cxn ang="0">
                <a:pos x="connsiteX57813" y="connsiteY57813"/>
              </a:cxn>
              <a:cxn ang="0">
                <a:pos x="connsiteX57814" y="connsiteY57814"/>
              </a:cxn>
              <a:cxn ang="0">
                <a:pos x="connsiteX57815" y="connsiteY57815"/>
              </a:cxn>
              <a:cxn ang="0">
                <a:pos x="connsiteX57816" y="connsiteY57816"/>
              </a:cxn>
              <a:cxn ang="0">
                <a:pos x="connsiteX57817" y="connsiteY57817"/>
              </a:cxn>
              <a:cxn ang="0">
                <a:pos x="connsiteX57818" y="connsiteY57818"/>
              </a:cxn>
              <a:cxn ang="0">
                <a:pos x="connsiteX57819" y="connsiteY57819"/>
              </a:cxn>
              <a:cxn ang="0">
                <a:pos x="connsiteX57820" y="connsiteY57820"/>
              </a:cxn>
              <a:cxn ang="0">
                <a:pos x="connsiteX57821" y="connsiteY57821"/>
              </a:cxn>
              <a:cxn ang="0">
                <a:pos x="connsiteX57822" y="connsiteY57822"/>
              </a:cxn>
              <a:cxn ang="0">
                <a:pos x="connsiteX57823" y="connsiteY57823"/>
              </a:cxn>
              <a:cxn ang="0">
                <a:pos x="connsiteX57824" y="connsiteY57824"/>
              </a:cxn>
              <a:cxn ang="0">
                <a:pos x="connsiteX57825" y="connsiteY57825"/>
              </a:cxn>
              <a:cxn ang="0">
                <a:pos x="connsiteX57826" y="connsiteY57826"/>
              </a:cxn>
              <a:cxn ang="0">
                <a:pos x="connsiteX57827" y="connsiteY57827"/>
              </a:cxn>
              <a:cxn ang="0">
                <a:pos x="connsiteX57828" y="connsiteY57828"/>
              </a:cxn>
              <a:cxn ang="0">
                <a:pos x="connsiteX57829" y="connsiteY57829"/>
              </a:cxn>
              <a:cxn ang="0">
                <a:pos x="connsiteX57830" y="connsiteY57830"/>
              </a:cxn>
              <a:cxn ang="0">
                <a:pos x="connsiteX57831" y="connsiteY57831"/>
              </a:cxn>
              <a:cxn ang="0">
                <a:pos x="connsiteX57832" y="connsiteY57832"/>
              </a:cxn>
              <a:cxn ang="0">
                <a:pos x="connsiteX57833" y="connsiteY57833"/>
              </a:cxn>
              <a:cxn ang="0">
                <a:pos x="connsiteX57834" y="connsiteY57834"/>
              </a:cxn>
              <a:cxn ang="0">
                <a:pos x="connsiteX57835" y="connsiteY57835"/>
              </a:cxn>
              <a:cxn ang="0">
                <a:pos x="connsiteX57836" y="connsiteY57836"/>
              </a:cxn>
              <a:cxn ang="0">
                <a:pos x="connsiteX57837" y="connsiteY57837"/>
              </a:cxn>
              <a:cxn ang="0">
                <a:pos x="connsiteX57838" y="connsiteY57838"/>
              </a:cxn>
              <a:cxn ang="0">
                <a:pos x="connsiteX57839" y="connsiteY57839"/>
              </a:cxn>
              <a:cxn ang="0">
                <a:pos x="connsiteX57840" y="connsiteY57840"/>
              </a:cxn>
              <a:cxn ang="0">
                <a:pos x="connsiteX57841" y="connsiteY57841"/>
              </a:cxn>
              <a:cxn ang="0">
                <a:pos x="connsiteX57842" y="connsiteY57842"/>
              </a:cxn>
              <a:cxn ang="0">
                <a:pos x="connsiteX57843" y="connsiteY57843"/>
              </a:cxn>
              <a:cxn ang="0">
                <a:pos x="connsiteX57844" y="connsiteY57844"/>
              </a:cxn>
              <a:cxn ang="0">
                <a:pos x="connsiteX57845" y="connsiteY57845"/>
              </a:cxn>
              <a:cxn ang="0">
                <a:pos x="connsiteX57846" y="connsiteY57846"/>
              </a:cxn>
              <a:cxn ang="0">
                <a:pos x="connsiteX57847" y="connsiteY57847"/>
              </a:cxn>
              <a:cxn ang="0">
                <a:pos x="connsiteX57848" y="connsiteY57848"/>
              </a:cxn>
              <a:cxn ang="0">
                <a:pos x="connsiteX57849" y="connsiteY57849"/>
              </a:cxn>
              <a:cxn ang="0">
                <a:pos x="connsiteX57850" y="connsiteY57850"/>
              </a:cxn>
              <a:cxn ang="0">
                <a:pos x="connsiteX57851" y="connsiteY57851"/>
              </a:cxn>
              <a:cxn ang="0">
                <a:pos x="connsiteX57852" y="connsiteY57852"/>
              </a:cxn>
              <a:cxn ang="0">
                <a:pos x="connsiteX57853" y="connsiteY57853"/>
              </a:cxn>
              <a:cxn ang="0">
                <a:pos x="connsiteX57854" y="connsiteY57854"/>
              </a:cxn>
              <a:cxn ang="0">
                <a:pos x="connsiteX57855" y="connsiteY57855"/>
              </a:cxn>
              <a:cxn ang="0">
                <a:pos x="connsiteX57856" y="connsiteY57856"/>
              </a:cxn>
              <a:cxn ang="0">
                <a:pos x="connsiteX57857" y="connsiteY57857"/>
              </a:cxn>
              <a:cxn ang="0">
                <a:pos x="connsiteX57858" y="connsiteY57858"/>
              </a:cxn>
              <a:cxn ang="0">
                <a:pos x="connsiteX57859" y="connsiteY57859"/>
              </a:cxn>
              <a:cxn ang="0">
                <a:pos x="connsiteX57860" y="connsiteY57860"/>
              </a:cxn>
              <a:cxn ang="0">
                <a:pos x="connsiteX57861" y="connsiteY57861"/>
              </a:cxn>
              <a:cxn ang="0">
                <a:pos x="connsiteX57862" y="connsiteY57862"/>
              </a:cxn>
              <a:cxn ang="0">
                <a:pos x="connsiteX57863" y="connsiteY57863"/>
              </a:cxn>
              <a:cxn ang="0">
                <a:pos x="connsiteX57864" y="connsiteY57864"/>
              </a:cxn>
              <a:cxn ang="0">
                <a:pos x="connsiteX57865" y="connsiteY57865"/>
              </a:cxn>
              <a:cxn ang="0">
                <a:pos x="connsiteX57866" y="connsiteY57866"/>
              </a:cxn>
              <a:cxn ang="0">
                <a:pos x="connsiteX57867" y="connsiteY57867"/>
              </a:cxn>
              <a:cxn ang="0">
                <a:pos x="connsiteX57868" y="connsiteY57868"/>
              </a:cxn>
              <a:cxn ang="0">
                <a:pos x="connsiteX57869" y="connsiteY57869"/>
              </a:cxn>
              <a:cxn ang="0">
                <a:pos x="connsiteX57870" y="connsiteY57870"/>
              </a:cxn>
              <a:cxn ang="0">
                <a:pos x="connsiteX57871" y="connsiteY57871"/>
              </a:cxn>
              <a:cxn ang="0">
                <a:pos x="connsiteX57872" y="connsiteY57872"/>
              </a:cxn>
              <a:cxn ang="0">
                <a:pos x="connsiteX57873" y="connsiteY57873"/>
              </a:cxn>
              <a:cxn ang="0">
                <a:pos x="connsiteX57874" y="connsiteY57874"/>
              </a:cxn>
              <a:cxn ang="0">
                <a:pos x="connsiteX57875" y="connsiteY57875"/>
              </a:cxn>
              <a:cxn ang="0">
                <a:pos x="connsiteX57876" y="connsiteY57876"/>
              </a:cxn>
              <a:cxn ang="0">
                <a:pos x="connsiteX57877" y="connsiteY57877"/>
              </a:cxn>
              <a:cxn ang="0">
                <a:pos x="connsiteX57878" y="connsiteY57878"/>
              </a:cxn>
              <a:cxn ang="0">
                <a:pos x="connsiteX57879" y="connsiteY57879"/>
              </a:cxn>
              <a:cxn ang="0">
                <a:pos x="connsiteX57880" y="connsiteY57880"/>
              </a:cxn>
              <a:cxn ang="0">
                <a:pos x="connsiteX57881" y="connsiteY57881"/>
              </a:cxn>
              <a:cxn ang="0">
                <a:pos x="connsiteX57882" y="connsiteY57882"/>
              </a:cxn>
              <a:cxn ang="0">
                <a:pos x="connsiteX57883" y="connsiteY57883"/>
              </a:cxn>
              <a:cxn ang="0">
                <a:pos x="connsiteX57884" y="connsiteY57884"/>
              </a:cxn>
              <a:cxn ang="0">
                <a:pos x="connsiteX57885" y="connsiteY57885"/>
              </a:cxn>
              <a:cxn ang="0">
                <a:pos x="connsiteX57886" y="connsiteY57886"/>
              </a:cxn>
              <a:cxn ang="0">
                <a:pos x="connsiteX57887" y="connsiteY57887"/>
              </a:cxn>
              <a:cxn ang="0">
                <a:pos x="connsiteX57888" y="connsiteY57888"/>
              </a:cxn>
              <a:cxn ang="0">
                <a:pos x="connsiteX57889" y="connsiteY57889"/>
              </a:cxn>
              <a:cxn ang="0">
                <a:pos x="connsiteX57890" y="connsiteY57890"/>
              </a:cxn>
              <a:cxn ang="0">
                <a:pos x="connsiteX57891" y="connsiteY57891"/>
              </a:cxn>
              <a:cxn ang="0">
                <a:pos x="connsiteX57892" y="connsiteY57892"/>
              </a:cxn>
              <a:cxn ang="0">
                <a:pos x="connsiteX57893" y="connsiteY57893"/>
              </a:cxn>
              <a:cxn ang="0">
                <a:pos x="connsiteX57894" y="connsiteY57894"/>
              </a:cxn>
              <a:cxn ang="0">
                <a:pos x="connsiteX57895" y="connsiteY57895"/>
              </a:cxn>
              <a:cxn ang="0">
                <a:pos x="connsiteX57896" y="connsiteY57896"/>
              </a:cxn>
              <a:cxn ang="0">
                <a:pos x="connsiteX57897" y="connsiteY57897"/>
              </a:cxn>
              <a:cxn ang="0">
                <a:pos x="connsiteX57898" y="connsiteY57898"/>
              </a:cxn>
              <a:cxn ang="0">
                <a:pos x="connsiteX57899" y="connsiteY57899"/>
              </a:cxn>
              <a:cxn ang="0">
                <a:pos x="connsiteX57900" y="connsiteY57900"/>
              </a:cxn>
              <a:cxn ang="0">
                <a:pos x="connsiteX57901" y="connsiteY57901"/>
              </a:cxn>
              <a:cxn ang="0">
                <a:pos x="connsiteX57902" y="connsiteY57902"/>
              </a:cxn>
              <a:cxn ang="0">
                <a:pos x="connsiteX57903" y="connsiteY57903"/>
              </a:cxn>
              <a:cxn ang="0">
                <a:pos x="connsiteX57904" y="connsiteY57904"/>
              </a:cxn>
              <a:cxn ang="0">
                <a:pos x="connsiteX57905" y="connsiteY57905"/>
              </a:cxn>
              <a:cxn ang="0">
                <a:pos x="connsiteX57906" y="connsiteY57906"/>
              </a:cxn>
              <a:cxn ang="0">
                <a:pos x="connsiteX57907" y="connsiteY57907"/>
              </a:cxn>
              <a:cxn ang="0">
                <a:pos x="connsiteX57908" y="connsiteY57908"/>
              </a:cxn>
              <a:cxn ang="0">
                <a:pos x="connsiteX57909" y="connsiteY57909"/>
              </a:cxn>
              <a:cxn ang="0">
                <a:pos x="connsiteX57910" y="connsiteY57910"/>
              </a:cxn>
              <a:cxn ang="0">
                <a:pos x="connsiteX57911" y="connsiteY57911"/>
              </a:cxn>
              <a:cxn ang="0">
                <a:pos x="connsiteX57912" y="connsiteY57912"/>
              </a:cxn>
              <a:cxn ang="0">
                <a:pos x="connsiteX57913" y="connsiteY57913"/>
              </a:cxn>
              <a:cxn ang="0">
                <a:pos x="connsiteX57914" y="connsiteY57914"/>
              </a:cxn>
              <a:cxn ang="0">
                <a:pos x="connsiteX57915" y="connsiteY57915"/>
              </a:cxn>
              <a:cxn ang="0">
                <a:pos x="connsiteX57916" y="connsiteY57916"/>
              </a:cxn>
              <a:cxn ang="0">
                <a:pos x="connsiteX57917" y="connsiteY57917"/>
              </a:cxn>
              <a:cxn ang="0">
                <a:pos x="connsiteX57918" y="connsiteY57918"/>
              </a:cxn>
              <a:cxn ang="0">
                <a:pos x="connsiteX57919" y="connsiteY57919"/>
              </a:cxn>
              <a:cxn ang="0">
                <a:pos x="connsiteX57920" y="connsiteY57920"/>
              </a:cxn>
              <a:cxn ang="0">
                <a:pos x="connsiteX57921" y="connsiteY57921"/>
              </a:cxn>
              <a:cxn ang="0">
                <a:pos x="connsiteX57922" y="connsiteY57922"/>
              </a:cxn>
              <a:cxn ang="0">
                <a:pos x="connsiteX57923" y="connsiteY57923"/>
              </a:cxn>
              <a:cxn ang="0">
                <a:pos x="connsiteX57924" y="connsiteY57924"/>
              </a:cxn>
              <a:cxn ang="0">
                <a:pos x="connsiteX57925" y="connsiteY57925"/>
              </a:cxn>
              <a:cxn ang="0">
                <a:pos x="connsiteX57926" y="connsiteY57926"/>
              </a:cxn>
              <a:cxn ang="0">
                <a:pos x="connsiteX57927" y="connsiteY57927"/>
              </a:cxn>
              <a:cxn ang="0">
                <a:pos x="connsiteX57928" y="connsiteY57928"/>
              </a:cxn>
              <a:cxn ang="0">
                <a:pos x="connsiteX57929" y="connsiteY57929"/>
              </a:cxn>
              <a:cxn ang="0">
                <a:pos x="connsiteX57930" y="connsiteY57930"/>
              </a:cxn>
              <a:cxn ang="0">
                <a:pos x="connsiteX57931" y="connsiteY57931"/>
              </a:cxn>
              <a:cxn ang="0">
                <a:pos x="connsiteX57932" y="connsiteY57932"/>
              </a:cxn>
              <a:cxn ang="0">
                <a:pos x="connsiteX57933" y="connsiteY57933"/>
              </a:cxn>
              <a:cxn ang="0">
                <a:pos x="connsiteX57934" y="connsiteY57934"/>
              </a:cxn>
              <a:cxn ang="0">
                <a:pos x="connsiteX57935" y="connsiteY57935"/>
              </a:cxn>
              <a:cxn ang="0">
                <a:pos x="connsiteX57936" y="connsiteY57936"/>
              </a:cxn>
              <a:cxn ang="0">
                <a:pos x="connsiteX57937" y="connsiteY57937"/>
              </a:cxn>
              <a:cxn ang="0">
                <a:pos x="connsiteX57938" y="connsiteY57938"/>
              </a:cxn>
              <a:cxn ang="0">
                <a:pos x="connsiteX57939" y="connsiteY57939"/>
              </a:cxn>
              <a:cxn ang="0">
                <a:pos x="connsiteX57940" y="connsiteY57940"/>
              </a:cxn>
              <a:cxn ang="0">
                <a:pos x="connsiteX57941" y="connsiteY57941"/>
              </a:cxn>
              <a:cxn ang="0">
                <a:pos x="connsiteX57942" y="connsiteY57942"/>
              </a:cxn>
              <a:cxn ang="0">
                <a:pos x="connsiteX57943" y="connsiteY57943"/>
              </a:cxn>
              <a:cxn ang="0">
                <a:pos x="connsiteX57944" y="connsiteY57944"/>
              </a:cxn>
              <a:cxn ang="0">
                <a:pos x="connsiteX57945" y="connsiteY57945"/>
              </a:cxn>
              <a:cxn ang="0">
                <a:pos x="connsiteX57946" y="connsiteY57946"/>
              </a:cxn>
              <a:cxn ang="0">
                <a:pos x="connsiteX57947" y="connsiteY57947"/>
              </a:cxn>
              <a:cxn ang="0">
                <a:pos x="connsiteX57948" y="connsiteY57948"/>
              </a:cxn>
              <a:cxn ang="0">
                <a:pos x="connsiteX57949" y="connsiteY57949"/>
              </a:cxn>
              <a:cxn ang="0">
                <a:pos x="connsiteX57950" y="connsiteY57950"/>
              </a:cxn>
              <a:cxn ang="0">
                <a:pos x="connsiteX57951" y="connsiteY57951"/>
              </a:cxn>
              <a:cxn ang="0">
                <a:pos x="connsiteX57952" y="connsiteY57952"/>
              </a:cxn>
              <a:cxn ang="0">
                <a:pos x="connsiteX57953" y="connsiteY57953"/>
              </a:cxn>
              <a:cxn ang="0">
                <a:pos x="connsiteX57954" y="connsiteY57954"/>
              </a:cxn>
              <a:cxn ang="0">
                <a:pos x="connsiteX57955" y="connsiteY57955"/>
              </a:cxn>
              <a:cxn ang="0">
                <a:pos x="connsiteX57956" y="connsiteY57956"/>
              </a:cxn>
              <a:cxn ang="0">
                <a:pos x="connsiteX57957" y="connsiteY57957"/>
              </a:cxn>
              <a:cxn ang="0">
                <a:pos x="connsiteX57958" y="connsiteY57958"/>
              </a:cxn>
              <a:cxn ang="0">
                <a:pos x="connsiteX57959" y="connsiteY57959"/>
              </a:cxn>
              <a:cxn ang="0">
                <a:pos x="connsiteX57960" y="connsiteY57960"/>
              </a:cxn>
              <a:cxn ang="0">
                <a:pos x="connsiteX57961" y="connsiteY57961"/>
              </a:cxn>
              <a:cxn ang="0">
                <a:pos x="connsiteX57962" y="connsiteY57962"/>
              </a:cxn>
              <a:cxn ang="0">
                <a:pos x="connsiteX57963" y="connsiteY57963"/>
              </a:cxn>
              <a:cxn ang="0">
                <a:pos x="connsiteX57964" y="connsiteY57964"/>
              </a:cxn>
              <a:cxn ang="0">
                <a:pos x="connsiteX57965" y="connsiteY57965"/>
              </a:cxn>
              <a:cxn ang="0">
                <a:pos x="connsiteX57966" y="connsiteY57966"/>
              </a:cxn>
              <a:cxn ang="0">
                <a:pos x="connsiteX57967" y="connsiteY57967"/>
              </a:cxn>
              <a:cxn ang="0">
                <a:pos x="connsiteX57968" y="connsiteY57968"/>
              </a:cxn>
              <a:cxn ang="0">
                <a:pos x="connsiteX57969" y="connsiteY57969"/>
              </a:cxn>
              <a:cxn ang="0">
                <a:pos x="connsiteX57970" y="connsiteY57970"/>
              </a:cxn>
              <a:cxn ang="0">
                <a:pos x="connsiteX57971" y="connsiteY57971"/>
              </a:cxn>
              <a:cxn ang="0">
                <a:pos x="connsiteX57972" y="connsiteY57972"/>
              </a:cxn>
              <a:cxn ang="0">
                <a:pos x="connsiteX57973" y="connsiteY57973"/>
              </a:cxn>
              <a:cxn ang="0">
                <a:pos x="connsiteX57974" y="connsiteY57974"/>
              </a:cxn>
              <a:cxn ang="0">
                <a:pos x="connsiteX57975" y="connsiteY57975"/>
              </a:cxn>
              <a:cxn ang="0">
                <a:pos x="connsiteX57976" y="connsiteY57976"/>
              </a:cxn>
              <a:cxn ang="0">
                <a:pos x="connsiteX57977" y="connsiteY57977"/>
              </a:cxn>
              <a:cxn ang="0">
                <a:pos x="connsiteX57978" y="connsiteY57978"/>
              </a:cxn>
              <a:cxn ang="0">
                <a:pos x="connsiteX57979" y="connsiteY57979"/>
              </a:cxn>
              <a:cxn ang="0">
                <a:pos x="connsiteX57980" y="connsiteY57980"/>
              </a:cxn>
              <a:cxn ang="0">
                <a:pos x="connsiteX57981" y="connsiteY57981"/>
              </a:cxn>
              <a:cxn ang="0">
                <a:pos x="connsiteX57982" y="connsiteY57982"/>
              </a:cxn>
              <a:cxn ang="0">
                <a:pos x="connsiteX57983" y="connsiteY57983"/>
              </a:cxn>
              <a:cxn ang="0">
                <a:pos x="connsiteX57984" y="connsiteY57984"/>
              </a:cxn>
              <a:cxn ang="0">
                <a:pos x="connsiteX57985" y="connsiteY57985"/>
              </a:cxn>
              <a:cxn ang="0">
                <a:pos x="connsiteX57986" y="connsiteY57986"/>
              </a:cxn>
              <a:cxn ang="0">
                <a:pos x="connsiteX57987" y="connsiteY57987"/>
              </a:cxn>
              <a:cxn ang="0">
                <a:pos x="connsiteX57988" y="connsiteY57988"/>
              </a:cxn>
              <a:cxn ang="0">
                <a:pos x="connsiteX57989" y="connsiteY57989"/>
              </a:cxn>
              <a:cxn ang="0">
                <a:pos x="connsiteX57990" y="connsiteY57990"/>
              </a:cxn>
              <a:cxn ang="0">
                <a:pos x="connsiteX57991" y="connsiteY57991"/>
              </a:cxn>
              <a:cxn ang="0">
                <a:pos x="connsiteX57992" y="connsiteY57992"/>
              </a:cxn>
              <a:cxn ang="0">
                <a:pos x="connsiteX57993" y="connsiteY57993"/>
              </a:cxn>
              <a:cxn ang="0">
                <a:pos x="connsiteX57994" y="connsiteY57994"/>
              </a:cxn>
              <a:cxn ang="0">
                <a:pos x="connsiteX57995" y="connsiteY57995"/>
              </a:cxn>
              <a:cxn ang="0">
                <a:pos x="connsiteX57996" y="connsiteY57996"/>
              </a:cxn>
              <a:cxn ang="0">
                <a:pos x="connsiteX57997" y="connsiteY57997"/>
              </a:cxn>
              <a:cxn ang="0">
                <a:pos x="connsiteX57998" y="connsiteY57998"/>
              </a:cxn>
              <a:cxn ang="0">
                <a:pos x="connsiteX57999" y="connsiteY57999"/>
              </a:cxn>
              <a:cxn ang="0">
                <a:pos x="connsiteX58000" y="connsiteY58000"/>
              </a:cxn>
              <a:cxn ang="0">
                <a:pos x="connsiteX58001" y="connsiteY58001"/>
              </a:cxn>
              <a:cxn ang="0">
                <a:pos x="connsiteX58002" y="connsiteY58002"/>
              </a:cxn>
              <a:cxn ang="0">
                <a:pos x="connsiteX58003" y="connsiteY58003"/>
              </a:cxn>
              <a:cxn ang="0">
                <a:pos x="connsiteX58004" y="connsiteY58004"/>
              </a:cxn>
              <a:cxn ang="0">
                <a:pos x="connsiteX58005" y="connsiteY58005"/>
              </a:cxn>
              <a:cxn ang="0">
                <a:pos x="connsiteX58006" y="connsiteY58006"/>
              </a:cxn>
              <a:cxn ang="0">
                <a:pos x="connsiteX58007" y="connsiteY58007"/>
              </a:cxn>
              <a:cxn ang="0">
                <a:pos x="connsiteX58008" y="connsiteY58008"/>
              </a:cxn>
              <a:cxn ang="0">
                <a:pos x="connsiteX58009" y="connsiteY58009"/>
              </a:cxn>
              <a:cxn ang="0">
                <a:pos x="connsiteX58010" y="connsiteY58010"/>
              </a:cxn>
              <a:cxn ang="0">
                <a:pos x="connsiteX58011" y="connsiteY58011"/>
              </a:cxn>
              <a:cxn ang="0">
                <a:pos x="connsiteX58012" y="connsiteY58012"/>
              </a:cxn>
              <a:cxn ang="0">
                <a:pos x="connsiteX58013" y="connsiteY58013"/>
              </a:cxn>
              <a:cxn ang="0">
                <a:pos x="connsiteX58014" y="connsiteY58014"/>
              </a:cxn>
              <a:cxn ang="0">
                <a:pos x="connsiteX58015" y="connsiteY58015"/>
              </a:cxn>
              <a:cxn ang="0">
                <a:pos x="connsiteX58016" y="connsiteY58016"/>
              </a:cxn>
              <a:cxn ang="0">
                <a:pos x="connsiteX58017" y="connsiteY58017"/>
              </a:cxn>
              <a:cxn ang="0">
                <a:pos x="connsiteX58018" y="connsiteY58018"/>
              </a:cxn>
              <a:cxn ang="0">
                <a:pos x="connsiteX58019" y="connsiteY58019"/>
              </a:cxn>
              <a:cxn ang="0">
                <a:pos x="connsiteX58020" y="connsiteY58020"/>
              </a:cxn>
              <a:cxn ang="0">
                <a:pos x="connsiteX58021" y="connsiteY58021"/>
              </a:cxn>
              <a:cxn ang="0">
                <a:pos x="connsiteX58022" y="connsiteY58022"/>
              </a:cxn>
              <a:cxn ang="0">
                <a:pos x="connsiteX58023" y="connsiteY58023"/>
              </a:cxn>
              <a:cxn ang="0">
                <a:pos x="connsiteX58024" y="connsiteY58024"/>
              </a:cxn>
              <a:cxn ang="0">
                <a:pos x="connsiteX58025" y="connsiteY58025"/>
              </a:cxn>
              <a:cxn ang="0">
                <a:pos x="connsiteX58026" y="connsiteY58026"/>
              </a:cxn>
              <a:cxn ang="0">
                <a:pos x="connsiteX58027" y="connsiteY58027"/>
              </a:cxn>
              <a:cxn ang="0">
                <a:pos x="connsiteX58028" y="connsiteY58028"/>
              </a:cxn>
              <a:cxn ang="0">
                <a:pos x="connsiteX58029" y="connsiteY58029"/>
              </a:cxn>
              <a:cxn ang="0">
                <a:pos x="connsiteX58030" y="connsiteY58030"/>
              </a:cxn>
              <a:cxn ang="0">
                <a:pos x="connsiteX58031" y="connsiteY58031"/>
              </a:cxn>
              <a:cxn ang="0">
                <a:pos x="connsiteX58032" y="connsiteY58032"/>
              </a:cxn>
              <a:cxn ang="0">
                <a:pos x="connsiteX58033" y="connsiteY58033"/>
              </a:cxn>
              <a:cxn ang="0">
                <a:pos x="connsiteX58034" y="connsiteY58034"/>
              </a:cxn>
              <a:cxn ang="0">
                <a:pos x="connsiteX58035" y="connsiteY58035"/>
              </a:cxn>
              <a:cxn ang="0">
                <a:pos x="connsiteX58036" y="connsiteY58036"/>
              </a:cxn>
              <a:cxn ang="0">
                <a:pos x="connsiteX58037" y="connsiteY58037"/>
              </a:cxn>
              <a:cxn ang="0">
                <a:pos x="connsiteX58038" y="connsiteY58038"/>
              </a:cxn>
              <a:cxn ang="0">
                <a:pos x="connsiteX58039" y="connsiteY58039"/>
              </a:cxn>
              <a:cxn ang="0">
                <a:pos x="connsiteX58040" y="connsiteY58040"/>
              </a:cxn>
              <a:cxn ang="0">
                <a:pos x="connsiteX58041" y="connsiteY58041"/>
              </a:cxn>
              <a:cxn ang="0">
                <a:pos x="connsiteX58042" y="connsiteY58042"/>
              </a:cxn>
              <a:cxn ang="0">
                <a:pos x="connsiteX58043" y="connsiteY58043"/>
              </a:cxn>
              <a:cxn ang="0">
                <a:pos x="connsiteX58044" y="connsiteY58044"/>
              </a:cxn>
              <a:cxn ang="0">
                <a:pos x="connsiteX58045" y="connsiteY58045"/>
              </a:cxn>
              <a:cxn ang="0">
                <a:pos x="connsiteX58046" y="connsiteY58046"/>
              </a:cxn>
              <a:cxn ang="0">
                <a:pos x="connsiteX58047" y="connsiteY58047"/>
              </a:cxn>
              <a:cxn ang="0">
                <a:pos x="connsiteX58048" y="connsiteY58048"/>
              </a:cxn>
              <a:cxn ang="0">
                <a:pos x="connsiteX58049" y="connsiteY58049"/>
              </a:cxn>
              <a:cxn ang="0">
                <a:pos x="connsiteX58050" y="connsiteY58050"/>
              </a:cxn>
              <a:cxn ang="0">
                <a:pos x="connsiteX58051" y="connsiteY58051"/>
              </a:cxn>
              <a:cxn ang="0">
                <a:pos x="connsiteX58052" y="connsiteY58052"/>
              </a:cxn>
              <a:cxn ang="0">
                <a:pos x="connsiteX58053" y="connsiteY58053"/>
              </a:cxn>
              <a:cxn ang="0">
                <a:pos x="connsiteX58054" y="connsiteY58054"/>
              </a:cxn>
              <a:cxn ang="0">
                <a:pos x="connsiteX58055" y="connsiteY58055"/>
              </a:cxn>
              <a:cxn ang="0">
                <a:pos x="connsiteX58056" y="connsiteY58056"/>
              </a:cxn>
              <a:cxn ang="0">
                <a:pos x="connsiteX58057" y="connsiteY58057"/>
              </a:cxn>
              <a:cxn ang="0">
                <a:pos x="connsiteX58058" y="connsiteY58058"/>
              </a:cxn>
              <a:cxn ang="0">
                <a:pos x="connsiteX58059" y="connsiteY58059"/>
              </a:cxn>
              <a:cxn ang="0">
                <a:pos x="connsiteX58060" y="connsiteY58060"/>
              </a:cxn>
              <a:cxn ang="0">
                <a:pos x="connsiteX58061" y="connsiteY58061"/>
              </a:cxn>
              <a:cxn ang="0">
                <a:pos x="connsiteX58062" y="connsiteY58062"/>
              </a:cxn>
              <a:cxn ang="0">
                <a:pos x="connsiteX58063" y="connsiteY58063"/>
              </a:cxn>
              <a:cxn ang="0">
                <a:pos x="connsiteX58064" y="connsiteY58064"/>
              </a:cxn>
              <a:cxn ang="0">
                <a:pos x="connsiteX58065" y="connsiteY58065"/>
              </a:cxn>
              <a:cxn ang="0">
                <a:pos x="connsiteX58066" y="connsiteY58066"/>
              </a:cxn>
              <a:cxn ang="0">
                <a:pos x="connsiteX58067" y="connsiteY58067"/>
              </a:cxn>
              <a:cxn ang="0">
                <a:pos x="connsiteX58068" y="connsiteY58068"/>
              </a:cxn>
              <a:cxn ang="0">
                <a:pos x="connsiteX58069" y="connsiteY58069"/>
              </a:cxn>
              <a:cxn ang="0">
                <a:pos x="connsiteX58070" y="connsiteY58070"/>
              </a:cxn>
              <a:cxn ang="0">
                <a:pos x="connsiteX58071" y="connsiteY58071"/>
              </a:cxn>
              <a:cxn ang="0">
                <a:pos x="connsiteX58072" y="connsiteY58072"/>
              </a:cxn>
              <a:cxn ang="0">
                <a:pos x="connsiteX58073" y="connsiteY58073"/>
              </a:cxn>
              <a:cxn ang="0">
                <a:pos x="connsiteX58074" y="connsiteY58074"/>
              </a:cxn>
              <a:cxn ang="0">
                <a:pos x="connsiteX58075" y="connsiteY58075"/>
              </a:cxn>
              <a:cxn ang="0">
                <a:pos x="connsiteX58076" y="connsiteY58076"/>
              </a:cxn>
              <a:cxn ang="0">
                <a:pos x="connsiteX58077" y="connsiteY58077"/>
              </a:cxn>
              <a:cxn ang="0">
                <a:pos x="connsiteX58078" y="connsiteY58078"/>
              </a:cxn>
              <a:cxn ang="0">
                <a:pos x="connsiteX58079" y="connsiteY58079"/>
              </a:cxn>
              <a:cxn ang="0">
                <a:pos x="connsiteX58080" y="connsiteY58080"/>
              </a:cxn>
              <a:cxn ang="0">
                <a:pos x="connsiteX58081" y="connsiteY58081"/>
              </a:cxn>
              <a:cxn ang="0">
                <a:pos x="connsiteX58082" y="connsiteY58082"/>
              </a:cxn>
              <a:cxn ang="0">
                <a:pos x="connsiteX58083" y="connsiteY58083"/>
              </a:cxn>
              <a:cxn ang="0">
                <a:pos x="connsiteX58084" y="connsiteY58084"/>
              </a:cxn>
              <a:cxn ang="0">
                <a:pos x="connsiteX58085" y="connsiteY58085"/>
              </a:cxn>
              <a:cxn ang="0">
                <a:pos x="connsiteX58086" y="connsiteY58086"/>
              </a:cxn>
              <a:cxn ang="0">
                <a:pos x="connsiteX58087" y="connsiteY58087"/>
              </a:cxn>
              <a:cxn ang="0">
                <a:pos x="connsiteX58088" y="connsiteY58088"/>
              </a:cxn>
              <a:cxn ang="0">
                <a:pos x="connsiteX58089" y="connsiteY58089"/>
              </a:cxn>
              <a:cxn ang="0">
                <a:pos x="connsiteX58090" y="connsiteY58090"/>
              </a:cxn>
              <a:cxn ang="0">
                <a:pos x="connsiteX58091" y="connsiteY58091"/>
              </a:cxn>
              <a:cxn ang="0">
                <a:pos x="connsiteX58092" y="connsiteY58092"/>
              </a:cxn>
              <a:cxn ang="0">
                <a:pos x="connsiteX58093" y="connsiteY58093"/>
              </a:cxn>
              <a:cxn ang="0">
                <a:pos x="connsiteX58094" y="connsiteY58094"/>
              </a:cxn>
              <a:cxn ang="0">
                <a:pos x="connsiteX58095" y="connsiteY58095"/>
              </a:cxn>
              <a:cxn ang="0">
                <a:pos x="connsiteX58096" y="connsiteY58096"/>
              </a:cxn>
              <a:cxn ang="0">
                <a:pos x="connsiteX58097" y="connsiteY58097"/>
              </a:cxn>
              <a:cxn ang="0">
                <a:pos x="connsiteX58098" y="connsiteY58098"/>
              </a:cxn>
              <a:cxn ang="0">
                <a:pos x="connsiteX58099" y="connsiteY58099"/>
              </a:cxn>
              <a:cxn ang="0">
                <a:pos x="connsiteX58100" y="connsiteY58100"/>
              </a:cxn>
              <a:cxn ang="0">
                <a:pos x="connsiteX58101" y="connsiteY58101"/>
              </a:cxn>
              <a:cxn ang="0">
                <a:pos x="connsiteX58102" y="connsiteY58102"/>
              </a:cxn>
              <a:cxn ang="0">
                <a:pos x="connsiteX58103" y="connsiteY58103"/>
              </a:cxn>
              <a:cxn ang="0">
                <a:pos x="connsiteX58104" y="connsiteY58104"/>
              </a:cxn>
              <a:cxn ang="0">
                <a:pos x="connsiteX58105" y="connsiteY58105"/>
              </a:cxn>
              <a:cxn ang="0">
                <a:pos x="connsiteX58106" y="connsiteY58106"/>
              </a:cxn>
              <a:cxn ang="0">
                <a:pos x="connsiteX58107" y="connsiteY58107"/>
              </a:cxn>
              <a:cxn ang="0">
                <a:pos x="connsiteX58108" y="connsiteY58108"/>
              </a:cxn>
              <a:cxn ang="0">
                <a:pos x="connsiteX58109" y="connsiteY58109"/>
              </a:cxn>
              <a:cxn ang="0">
                <a:pos x="connsiteX58110" y="connsiteY58110"/>
              </a:cxn>
              <a:cxn ang="0">
                <a:pos x="connsiteX58111" y="connsiteY58111"/>
              </a:cxn>
              <a:cxn ang="0">
                <a:pos x="connsiteX58112" y="connsiteY58112"/>
              </a:cxn>
              <a:cxn ang="0">
                <a:pos x="connsiteX58113" y="connsiteY58113"/>
              </a:cxn>
              <a:cxn ang="0">
                <a:pos x="connsiteX58114" y="connsiteY58114"/>
              </a:cxn>
              <a:cxn ang="0">
                <a:pos x="connsiteX58115" y="connsiteY58115"/>
              </a:cxn>
              <a:cxn ang="0">
                <a:pos x="connsiteX58116" y="connsiteY58116"/>
              </a:cxn>
              <a:cxn ang="0">
                <a:pos x="connsiteX58117" y="connsiteY58117"/>
              </a:cxn>
              <a:cxn ang="0">
                <a:pos x="connsiteX58118" y="connsiteY58118"/>
              </a:cxn>
              <a:cxn ang="0">
                <a:pos x="connsiteX58119" y="connsiteY58119"/>
              </a:cxn>
              <a:cxn ang="0">
                <a:pos x="connsiteX58120" y="connsiteY58120"/>
              </a:cxn>
              <a:cxn ang="0">
                <a:pos x="connsiteX58121" y="connsiteY58121"/>
              </a:cxn>
              <a:cxn ang="0">
                <a:pos x="connsiteX58122" y="connsiteY58122"/>
              </a:cxn>
              <a:cxn ang="0">
                <a:pos x="connsiteX58123" y="connsiteY58123"/>
              </a:cxn>
              <a:cxn ang="0">
                <a:pos x="connsiteX58124" y="connsiteY58124"/>
              </a:cxn>
              <a:cxn ang="0">
                <a:pos x="connsiteX58125" y="connsiteY58125"/>
              </a:cxn>
              <a:cxn ang="0">
                <a:pos x="connsiteX58126" y="connsiteY58126"/>
              </a:cxn>
              <a:cxn ang="0">
                <a:pos x="connsiteX58127" y="connsiteY58127"/>
              </a:cxn>
              <a:cxn ang="0">
                <a:pos x="connsiteX58128" y="connsiteY58128"/>
              </a:cxn>
              <a:cxn ang="0">
                <a:pos x="connsiteX58129" y="connsiteY58129"/>
              </a:cxn>
              <a:cxn ang="0">
                <a:pos x="connsiteX58130" y="connsiteY58130"/>
              </a:cxn>
              <a:cxn ang="0">
                <a:pos x="connsiteX58131" y="connsiteY58131"/>
              </a:cxn>
              <a:cxn ang="0">
                <a:pos x="connsiteX58132" y="connsiteY58132"/>
              </a:cxn>
              <a:cxn ang="0">
                <a:pos x="connsiteX58133" y="connsiteY58133"/>
              </a:cxn>
              <a:cxn ang="0">
                <a:pos x="connsiteX58134" y="connsiteY58134"/>
              </a:cxn>
              <a:cxn ang="0">
                <a:pos x="connsiteX58135" y="connsiteY58135"/>
              </a:cxn>
              <a:cxn ang="0">
                <a:pos x="connsiteX58136" y="connsiteY58136"/>
              </a:cxn>
              <a:cxn ang="0">
                <a:pos x="connsiteX58137" y="connsiteY58137"/>
              </a:cxn>
              <a:cxn ang="0">
                <a:pos x="connsiteX58138" y="connsiteY58138"/>
              </a:cxn>
              <a:cxn ang="0">
                <a:pos x="connsiteX58139" y="connsiteY58139"/>
              </a:cxn>
              <a:cxn ang="0">
                <a:pos x="connsiteX58140" y="connsiteY58140"/>
              </a:cxn>
              <a:cxn ang="0">
                <a:pos x="connsiteX58141" y="connsiteY58141"/>
              </a:cxn>
              <a:cxn ang="0">
                <a:pos x="connsiteX58142" y="connsiteY58142"/>
              </a:cxn>
              <a:cxn ang="0">
                <a:pos x="connsiteX58143" y="connsiteY58143"/>
              </a:cxn>
              <a:cxn ang="0">
                <a:pos x="connsiteX58144" y="connsiteY58144"/>
              </a:cxn>
              <a:cxn ang="0">
                <a:pos x="connsiteX58145" y="connsiteY58145"/>
              </a:cxn>
              <a:cxn ang="0">
                <a:pos x="connsiteX58146" y="connsiteY58146"/>
              </a:cxn>
              <a:cxn ang="0">
                <a:pos x="connsiteX58147" y="connsiteY58147"/>
              </a:cxn>
              <a:cxn ang="0">
                <a:pos x="connsiteX58148" y="connsiteY58148"/>
              </a:cxn>
              <a:cxn ang="0">
                <a:pos x="connsiteX58149" y="connsiteY58149"/>
              </a:cxn>
              <a:cxn ang="0">
                <a:pos x="connsiteX58150" y="connsiteY58150"/>
              </a:cxn>
              <a:cxn ang="0">
                <a:pos x="connsiteX58151" y="connsiteY58151"/>
              </a:cxn>
              <a:cxn ang="0">
                <a:pos x="connsiteX58152" y="connsiteY58152"/>
              </a:cxn>
              <a:cxn ang="0">
                <a:pos x="connsiteX58153" y="connsiteY58153"/>
              </a:cxn>
              <a:cxn ang="0">
                <a:pos x="connsiteX58154" y="connsiteY58154"/>
              </a:cxn>
              <a:cxn ang="0">
                <a:pos x="connsiteX58155" y="connsiteY58155"/>
              </a:cxn>
              <a:cxn ang="0">
                <a:pos x="connsiteX58156" y="connsiteY58156"/>
              </a:cxn>
              <a:cxn ang="0">
                <a:pos x="connsiteX58157" y="connsiteY58157"/>
              </a:cxn>
              <a:cxn ang="0">
                <a:pos x="connsiteX58158" y="connsiteY58158"/>
              </a:cxn>
              <a:cxn ang="0">
                <a:pos x="connsiteX58159" y="connsiteY58159"/>
              </a:cxn>
              <a:cxn ang="0">
                <a:pos x="connsiteX58160" y="connsiteY58160"/>
              </a:cxn>
              <a:cxn ang="0">
                <a:pos x="connsiteX58161" y="connsiteY58161"/>
              </a:cxn>
              <a:cxn ang="0">
                <a:pos x="connsiteX58162" y="connsiteY58162"/>
              </a:cxn>
              <a:cxn ang="0">
                <a:pos x="connsiteX58163" y="connsiteY58163"/>
              </a:cxn>
              <a:cxn ang="0">
                <a:pos x="connsiteX58164" y="connsiteY58164"/>
              </a:cxn>
              <a:cxn ang="0">
                <a:pos x="connsiteX58165" y="connsiteY58165"/>
              </a:cxn>
              <a:cxn ang="0">
                <a:pos x="connsiteX58166" y="connsiteY58166"/>
              </a:cxn>
              <a:cxn ang="0">
                <a:pos x="connsiteX58167" y="connsiteY58167"/>
              </a:cxn>
              <a:cxn ang="0">
                <a:pos x="connsiteX58168" y="connsiteY58168"/>
              </a:cxn>
              <a:cxn ang="0">
                <a:pos x="connsiteX58169" y="connsiteY58169"/>
              </a:cxn>
              <a:cxn ang="0">
                <a:pos x="connsiteX58170" y="connsiteY58170"/>
              </a:cxn>
              <a:cxn ang="0">
                <a:pos x="connsiteX58171" y="connsiteY58171"/>
              </a:cxn>
              <a:cxn ang="0">
                <a:pos x="connsiteX58172" y="connsiteY58172"/>
              </a:cxn>
              <a:cxn ang="0">
                <a:pos x="connsiteX58173" y="connsiteY58173"/>
              </a:cxn>
              <a:cxn ang="0">
                <a:pos x="connsiteX58174" y="connsiteY58174"/>
              </a:cxn>
              <a:cxn ang="0">
                <a:pos x="connsiteX58175" y="connsiteY58175"/>
              </a:cxn>
              <a:cxn ang="0">
                <a:pos x="connsiteX58176" y="connsiteY58176"/>
              </a:cxn>
              <a:cxn ang="0">
                <a:pos x="connsiteX58177" y="connsiteY58177"/>
              </a:cxn>
              <a:cxn ang="0">
                <a:pos x="connsiteX58178" y="connsiteY58178"/>
              </a:cxn>
              <a:cxn ang="0">
                <a:pos x="connsiteX58179" y="connsiteY58179"/>
              </a:cxn>
              <a:cxn ang="0">
                <a:pos x="connsiteX58180" y="connsiteY58180"/>
              </a:cxn>
              <a:cxn ang="0">
                <a:pos x="connsiteX58181" y="connsiteY58181"/>
              </a:cxn>
              <a:cxn ang="0">
                <a:pos x="connsiteX58182" y="connsiteY58182"/>
              </a:cxn>
              <a:cxn ang="0">
                <a:pos x="connsiteX58183" y="connsiteY58183"/>
              </a:cxn>
              <a:cxn ang="0">
                <a:pos x="connsiteX58184" y="connsiteY58184"/>
              </a:cxn>
              <a:cxn ang="0">
                <a:pos x="connsiteX58185" y="connsiteY58185"/>
              </a:cxn>
              <a:cxn ang="0">
                <a:pos x="connsiteX58186" y="connsiteY58186"/>
              </a:cxn>
              <a:cxn ang="0">
                <a:pos x="connsiteX58187" y="connsiteY58187"/>
              </a:cxn>
              <a:cxn ang="0">
                <a:pos x="connsiteX58188" y="connsiteY58188"/>
              </a:cxn>
              <a:cxn ang="0">
                <a:pos x="connsiteX58189" y="connsiteY58189"/>
              </a:cxn>
              <a:cxn ang="0">
                <a:pos x="connsiteX58190" y="connsiteY58190"/>
              </a:cxn>
              <a:cxn ang="0">
                <a:pos x="connsiteX58191" y="connsiteY58191"/>
              </a:cxn>
              <a:cxn ang="0">
                <a:pos x="connsiteX58192" y="connsiteY58192"/>
              </a:cxn>
              <a:cxn ang="0">
                <a:pos x="connsiteX58193" y="connsiteY58193"/>
              </a:cxn>
              <a:cxn ang="0">
                <a:pos x="connsiteX58194" y="connsiteY58194"/>
              </a:cxn>
              <a:cxn ang="0">
                <a:pos x="connsiteX58195" y="connsiteY58195"/>
              </a:cxn>
              <a:cxn ang="0">
                <a:pos x="connsiteX58196" y="connsiteY58196"/>
              </a:cxn>
              <a:cxn ang="0">
                <a:pos x="connsiteX58197" y="connsiteY58197"/>
              </a:cxn>
              <a:cxn ang="0">
                <a:pos x="connsiteX58198" y="connsiteY58198"/>
              </a:cxn>
              <a:cxn ang="0">
                <a:pos x="connsiteX58199" y="connsiteY58199"/>
              </a:cxn>
              <a:cxn ang="0">
                <a:pos x="connsiteX58200" y="connsiteY58200"/>
              </a:cxn>
              <a:cxn ang="0">
                <a:pos x="connsiteX58201" y="connsiteY58201"/>
              </a:cxn>
              <a:cxn ang="0">
                <a:pos x="connsiteX58202" y="connsiteY58202"/>
              </a:cxn>
              <a:cxn ang="0">
                <a:pos x="connsiteX58203" y="connsiteY58203"/>
              </a:cxn>
              <a:cxn ang="0">
                <a:pos x="connsiteX58204" y="connsiteY58204"/>
              </a:cxn>
              <a:cxn ang="0">
                <a:pos x="connsiteX58205" y="connsiteY58205"/>
              </a:cxn>
              <a:cxn ang="0">
                <a:pos x="connsiteX58206" y="connsiteY58206"/>
              </a:cxn>
              <a:cxn ang="0">
                <a:pos x="connsiteX58207" y="connsiteY58207"/>
              </a:cxn>
              <a:cxn ang="0">
                <a:pos x="connsiteX58208" y="connsiteY58208"/>
              </a:cxn>
              <a:cxn ang="0">
                <a:pos x="connsiteX58209" y="connsiteY58209"/>
              </a:cxn>
              <a:cxn ang="0">
                <a:pos x="connsiteX58210" y="connsiteY58210"/>
              </a:cxn>
              <a:cxn ang="0">
                <a:pos x="connsiteX58211" y="connsiteY58211"/>
              </a:cxn>
              <a:cxn ang="0">
                <a:pos x="connsiteX58212" y="connsiteY58212"/>
              </a:cxn>
              <a:cxn ang="0">
                <a:pos x="connsiteX58213" y="connsiteY58213"/>
              </a:cxn>
              <a:cxn ang="0">
                <a:pos x="connsiteX58214" y="connsiteY58214"/>
              </a:cxn>
              <a:cxn ang="0">
                <a:pos x="connsiteX58215" y="connsiteY58215"/>
              </a:cxn>
              <a:cxn ang="0">
                <a:pos x="connsiteX58216" y="connsiteY58216"/>
              </a:cxn>
              <a:cxn ang="0">
                <a:pos x="connsiteX58217" y="connsiteY58217"/>
              </a:cxn>
              <a:cxn ang="0">
                <a:pos x="connsiteX58218" y="connsiteY58218"/>
              </a:cxn>
              <a:cxn ang="0">
                <a:pos x="connsiteX58219" y="connsiteY58219"/>
              </a:cxn>
              <a:cxn ang="0">
                <a:pos x="connsiteX58220" y="connsiteY58220"/>
              </a:cxn>
              <a:cxn ang="0">
                <a:pos x="connsiteX58221" y="connsiteY58221"/>
              </a:cxn>
              <a:cxn ang="0">
                <a:pos x="connsiteX58222" y="connsiteY58222"/>
              </a:cxn>
              <a:cxn ang="0">
                <a:pos x="connsiteX58223" y="connsiteY58223"/>
              </a:cxn>
              <a:cxn ang="0">
                <a:pos x="connsiteX58224" y="connsiteY58224"/>
              </a:cxn>
              <a:cxn ang="0">
                <a:pos x="connsiteX58225" y="connsiteY58225"/>
              </a:cxn>
              <a:cxn ang="0">
                <a:pos x="connsiteX58226" y="connsiteY58226"/>
              </a:cxn>
              <a:cxn ang="0">
                <a:pos x="connsiteX58227" y="connsiteY58227"/>
              </a:cxn>
              <a:cxn ang="0">
                <a:pos x="connsiteX58228" y="connsiteY58228"/>
              </a:cxn>
              <a:cxn ang="0">
                <a:pos x="connsiteX58229" y="connsiteY58229"/>
              </a:cxn>
              <a:cxn ang="0">
                <a:pos x="connsiteX58230" y="connsiteY58230"/>
              </a:cxn>
              <a:cxn ang="0">
                <a:pos x="connsiteX58231" y="connsiteY58231"/>
              </a:cxn>
              <a:cxn ang="0">
                <a:pos x="connsiteX58232" y="connsiteY58232"/>
              </a:cxn>
              <a:cxn ang="0">
                <a:pos x="connsiteX58233" y="connsiteY58233"/>
              </a:cxn>
              <a:cxn ang="0">
                <a:pos x="connsiteX58234" y="connsiteY58234"/>
              </a:cxn>
              <a:cxn ang="0">
                <a:pos x="connsiteX58235" y="connsiteY58235"/>
              </a:cxn>
              <a:cxn ang="0">
                <a:pos x="connsiteX58236" y="connsiteY58236"/>
              </a:cxn>
              <a:cxn ang="0">
                <a:pos x="connsiteX58237" y="connsiteY58237"/>
              </a:cxn>
              <a:cxn ang="0">
                <a:pos x="connsiteX58238" y="connsiteY58238"/>
              </a:cxn>
              <a:cxn ang="0">
                <a:pos x="connsiteX58239" y="connsiteY58239"/>
              </a:cxn>
              <a:cxn ang="0">
                <a:pos x="connsiteX58240" y="connsiteY58240"/>
              </a:cxn>
              <a:cxn ang="0">
                <a:pos x="connsiteX58241" y="connsiteY58241"/>
              </a:cxn>
              <a:cxn ang="0">
                <a:pos x="connsiteX58242" y="connsiteY58242"/>
              </a:cxn>
              <a:cxn ang="0">
                <a:pos x="connsiteX58243" y="connsiteY58243"/>
              </a:cxn>
              <a:cxn ang="0">
                <a:pos x="connsiteX58244" y="connsiteY58244"/>
              </a:cxn>
              <a:cxn ang="0">
                <a:pos x="connsiteX58245" y="connsiteY58245"/>
              </a:cxn>
              <a:cxn ang="0">
                <a:pos x="connsiteX58246" y="connsiteY58246"/>
              </a:cxn>
              <a:cxn ang="0">
                <a:pos x="connsiteX58247" y="connsiteY58247"/>
              </a:cxn>
              <a:cxn ang="0">
                <a:pos x="connsiteX58248" y="connsiteY58248"/>
              </a:cxn>
              <a:cxn ang="0">
                <a:pos x="connsiteX58249" y="connsiteY58249"/>
              </a:cxn>
              <a:cxn ang="0">
                <a:pos x="connsiteX58250" y="connsiteY58250"/>
              </a:cxn>
              <a:cxn ang="0">
                <a:pos x="connsiteX58251" y="connsiteY58251"/>
              </a:cxn>
              <a:cxn ang="0">
                <a:pos x="connsiteX58252" y="connsiteY58252"/>
              </a:cxn>
              <a:cxn ang="0">
                <a:pos x="connsiteX58253" y="connsiteY58253"/>
              </a:cxn>
              <a:cxn ang="0">
                <a:pos x="connsiteX58254" y="connsiteY58254"/>
              </a:cxn>
              <a:cxn ang="0">
                <a:pos x="connsiteX58255" y="connsiteY58255"/>
              </a:cxn>
              <a:cxn ang="0">
                <a:pos x="connsiteX58256" y="connsiteY58256"/>
              </a:cxn>
              <a:cxn ang="0">
                <a:pos x="connsiteX58257" y="connsiteY58257"/>
              </a:cxn>
              <a:cxn ang="0">
                <a:pos x="connsiteX58258" y="connsiteY58258"/>
              </a:cxn>
              <a:cxn ang="0">
                <a:pos x="connsiteX58259" y="connsiteY58259"/>
              </a:cxn>
              <a:cxn ang="0">
                <a:pos x="connsiteX58260" y="connsiteY58260"/>
              </a:cxn>
              <a:cxn ang="0">
                <a:pos x="connsiteX58261" y="connsiteY58261"/>
              </a:cxn>
              <a:cxn ang="0">
                <a:pos x="connsiteX58262" y="connsiteY58262"/>
              </a:cxn>
              <a:cxn ang="0">
                <a:pos x="connsiteX58263" y="connsiteY58263"/>
              </a:cxn>
              <a:cxn ang="0">
                <a:pos x="connsiteX58264" y="connsiteY58264"/>
              </a:cxn>
              <a:cxn ang="0">
                <a:pos x="connsiteX58265" y="connsiteY58265"/>
              </a:cxn>
              <a:cxn ang="0">
                <a:pos x="connsiteX58266" y="connsiteY58266"/>
              </a:cxn>
              <a:cxn ang="0">
                <a:pos x="connsiteX58267" y="connsiteY58267"/>
              </a:cxn>
              <a:cxn ang="0">
                <a:pos x="connsiteX58268" y="connsiteY58268"/>
              </a:cxn>
              <a:cxn ang="0">
                <a:pos x="connsiteX58269" y="connsiteY58269"/>
              </a:cxn>
              <a:cxn ang="0">
                <a:pos x="connsiteX58270" y="connsiteY58270"/>
              </a:cxn>
              <a:cxn ang="0">
                <a:pos x="connsiteX58271" y="connsiteY58271"/>
              </a:cxn>
              <a:cxn ang="0">
                <a:pos x="connsiteX58272" y="connsiteY58272"/>
              </a:cxn>
              <a:cxn ang="0">
                <a:pos x="connsiteX58273" y="connsiteY58273"/>
              </a:cxn>
              <a:cxn ang="0">
                <a:pos x="connsiteX58274" y="connsiteY58274"/>
              </a:cxn>
              <a:cxn ang="0">
                <a:pos x="connsiteX58275" y="connsiteY58275"/>
              </a:cxn>
              <a:cxn ang="0">
                <a:pos x="connsiteX58276" y="connsiteY58276"/>
              </a:cxn>
              <a:cxn ang="0">
                <a:pos x="connsiteX58277" y="connsiteY58277"/>
              </a:cxn>
              <a:cxn ang="0">
                <a:pos x="connsiteX58278" y="connsiteY58278"/>
              </a:cxn>
              <a:cxn ang="0">
                <a:pos x="connsiteX58279" y="connsiteY58279"/>
              </a:cxn>
              <a:cxn ang="0">
                <a:pos x="connsiteX58280" y="connsiteY58280"/>
              </a:cxn>
              <a:cxn ang="0">
                <a:pos x="connsiteX58281" y="connsiteY58281"/>
              </a:cxn>
              <a:cxn ang="0">
                <a:pos x="connsiteX58282" y="connsiteY58282"/>
              </a:cxn>
              <a:cxn ang="0">
                <a:pos x="connsiteX58283" y="connsiteY58283"/>
              </a:cxn>
              <a:cxn ang="0">
                <a:pos x="connsiteX58284" y="connsiteY58284"/>
              </a:cxn>
              <a:cxn ang="0">
                <a:pos x="connsiteX58285" y="connsiteY58285"/>
              </a:cxn>
              <a:cxn ang="0">
                <a:pos x="connsiteX58286" y="connsiteY58286"/>
              </a:cxn>
              <a:cxn ang="0">
                <a:pos x="connsiteX58287" y="connsiteY58287"/>
              </a:cxn>
              <a:cxn ang="0">
                <a:pos x="connsiteX58288" y="connsiteY58288"/>
              </a:cxn>
              <a:cxn ang="0">
                <a:pos x="connsiteX58289" y="connsiteY58289"/>
              </a:cxn>
              <a:cxn ang="0">
                <a:pos x="connsiteX58290" y="connsiteY58290"/>
              </a:cxn>
              <a:cxn ang="0">
                <a:pos x="connsiteX58291" y="connsiteY58291"/>
              </a:cxn>
              <a:cxn ang="0">
                <a:pos x="connsiteX58292" y="connsiteY58292"/>
              </a:cxn>
              <a:cxn ang="0">
                <a:pos x="connsiteX58293" y="connsiteY58293"/>
              </a:cxn>
              <a:cxn ang="0">
                <a:pos x="connsiteX58294" y="connsiteY58294"/>
              </a:cxn>
              <a:cxn ang="0">
                <a:pos x="connsiteX58295" y="connsiteY58295"/>
              </a:cxn>
              <a:cxn ang="0">
                <a:pos x="connsiteX58296" y="connsiteY58296"/>
              </a:cxn>
              <a:cxn ang="0">
                <a:pos x="connsiteX58297" y="connsiteY58297"/>
              </a:cxn>
              <a:cxn ang="0">
                <a:pos x="connsiteX58298" y="connsiteY58298"/>
              </a:cxn>
              <a:cxn ang="0">
                <a:pos x="connsiteX58299" y="connsiteY58299"/>
              </a:cxn>
              <a:cxn ang="0">
                <a:pos x="connsiteX58300" y="connsiteY58300"/>
              </a:cxn>
              <a:cxn ang="0">
                <a:pos x="connsiteX58301" y="connsiteY58301"/>
              </a:cxn>
              <a:cxn ang="0">
                <a:pos x="connsiteX58302" y="connsiteY58302"/>
              </a:cxn>
              <a:cxn ang="0">
                <a:pos x="connsiteX58303" y="connsiteY58303"/>
              </a:cxn>
              <a:cxn ang="0">
                <a:pos x="connsiteX58304" y="connsiteY58304"/>
              </a:cxn>
              <a:cxn ang="0">
                <a:pos x="connsiteX58305" y="connsiteY58305"/>
              </a:cxn>
              <a:cxn ang="0">
                <a:pos x="connsiteX58306" y="connsiteY58306"/>
              </a:cxn>
              <a:cxn ang="0">
                <a:pos x="connsiteX58307" y="connsiteY58307"/>
              </a:cxn>
              <a:cxn ang="0">
                <a:pos x="connsiteX58308" y="connsiteY58308"/>
              </a:cxn>
              <a:cxn ang="0">
                <a:pos x="connsiteX58309" y="connsiteY58309"/>
              </a:cxn>
              <a:cxn ang="0">
                <a:pos x="connsiteX58310" y="connsiteY58310"/>
              </a:cxn>
              <a:cxn ang="0">
                <a:pos x="connsiteX58311" y="connsiteY58311"/>
              </a:cxn>
              <a:cxn ang="0">
                <a:pos x="connsiteX58312" y="connsiteY58312"/>
              </a:cxn>
              <a:cxn ang="0">
                <a:pos x="connsiteX58313" y="connsiteY58313"/>
              </a:cxn>
              <a:cxn ang="0">
                <a:pos x="connsiteX58314" y="connsiteY58314"/>
              </a:cxn>
              <a:cxn ang="0">
                <a:pos x="connsiteX58315" y="connsiteY58315"/>
              </a:cxn>
              <a:cxn ang="0">
                <a:pos x="connsiteX58316" y="connsiteY58316"/>
              </a:cxn>
              <a:cxn ang="0">
                <a:pos x="connsiteX58317" y="connsiteY58317"/>
              </a:cxn>
              <a:cxn ang="0">
                <a:pos x="connsiteX58318" y="connsiteY58318"/>
              </a:cxn>
              <a:cxn ang="0">
                <a:pos x="connsiteX58319" y="connsiteY58319"/>
              </a:cxn>
              <a:cxn ang="0">
                <a:pos x="connsiteX58320" y="connsiteY58320"/>
              </a:cxn>
              <a:cxn ang="0">
                <a:pos x="connsiteX58321" y="connsiteY58321"/>
              </a:cxn>
              <a:cxn ang="0">
                <a:pos x="connsiteX58322" y="connsiteY58322"/>
              </a:cxn>
              <a:cxn ang="0">
                <a:pos x="connsiteX58323" y="connsiteY58323"/>
              </a:cxn>
              <a:cxn ang="0">
                <a:pos x="connsiteX58324" y="connsiteY58324"/>
              </a:cxn>
              <a:cxn ang="0">
                <a:pos x="connsiteX58325" y="connsiteY58325"/>
              </a:cxn>
              <a:cxn ang="0">
                <a:pos x="connsiteX58326" y="connsiteY58326"/>
              </a:cxn>
              <a:cxn ang="0">
                <a:pos x="connsiteX58327" y="connsiteY58327"/>
              </a:cxn>
              <a:cxn ang="0">
                <a:pos x="connsiteX58328" y="connsiteY58328"/>
              </a:cxn>
              <a:cxn ang="0">
                <a:pos x="connsiteX58329" y="connsiteY58329"/>
              </a:cxn>
              <a:cxn ang="0">
                <a:pos x="connsiteX58330" y="connsiteY58330"/>
              </a:cxn>
              <a:cxn ang="0">
                <a:pos x="connsiteX58331" y="connsiteY58331"/>
              </a:cxn>
              <a:cxn ang="0">
                <a:pos x="connsiteX58332" y="connsiteY58332"/>
              </a:cxn>
              <a:cxn ang="0">
                <a:pos x="connsiteX58333" y="connsiteY58333"/>
              </a:cxn>
              <a:cxn ang="0">
                <a:pos x="connsiteX58334" y="connsiteY58334"/>
              </a:cxn>
              <a:cxn ang="0">
                <a:pos x="connsiteX58335" y="connsiteY58335"/>
              </a:cxn>
              <a:cxn ang="0">
                <a:pos x="connsiteX58336" y="connsiteY58336"/>
              </a:cxn>
              <a:cxn ang="0">
                <a:pos x="connsiteX58337" y="connsiteY58337"/>
              </a:cxn>
              <a:cxn ang="0">
                <a:pos x="connsiteX58338" y="connsiteY58338"/>
              </a:cxn>
              <a:cxn ang="0">
                <a:pos x="connsiteX58339" y="connsiteY58339"/>
              </a:cxn>
              <a:cxn ang="0">
                <a:pos x="connsiteX58340" y="connsiteY58340"/>
              </a:cxn>
              <a:cxn ang="0">
                <a:pos x="connsiteX58341" y="connsiteY58341"/>
              </a:cxn>
              <a:cxn ang="0">
                <a:pos x="connsiteX58342" y="connsiteY58342"/>
              </a:cxn>
              <a:cxn ang="0">
                <a:pos x="connsiteX58343" y="connsiteY58343"/>
              </a:cxn>
              <a:cxn ang="0">
                <a:pos x="connsiteX58344" y="connsiteY58344"/>
              </a:cxn>
              <a:cxn ang="0">
                <a:pos x="connsiteX58345" y="connsiteY58345"/>
              </a:cxn>
              <a:cxn ang="0">
                <a:pos x="connsiteX58346" y="connsiteY58346"/>
              </a:cxn>
              <a:cxn ang="0">
                <a:pos x="connsiteX58347" y="connsiteY58347"/>
              </a:cxn>
              <a:cxn ang="0">
                <a:pos x="connsiteX58348" y="connsiteY58348"/>
              </a:cxn>
              <a:cxn ang="0">
                <a:pos x="connsiteX58349" y="connsiteY58349"/>
              </a:cxn>
              <a:cxn ang="0">
                <a:pos x="connsiteX58350" y="connsiteY58350"/>
              </a:cxn>
              <a:cxn ang="0">
                <a:pos x="connsiteX58351" y="connsiteY58351"/>
              </a:cxn>
              <a:cxn ang="0">
                <a:pos x="connsiteX58352" y="connsiteY58352"/>
              </a:cxn>
              <a:cxn ang="0">
                <a:pos x="connsiteX58353" y="connsiteY58353"/>
              </a:cxn>
              <a:cxn ang="0">
                <a:pos x="connsiteX58354" y="connsiteY58354"/>
              </a:cxn>
              <a:cxn ang="0">
                <a:pos x="connsiteX58355" y="connsiteY58355"/>
              </a:cxn>
              <a:cxn ang="0">
                <a:pos x="connsiteX58356" y="connsiteY58356"/>
              </a:cxn>
              <a:cxn ang="0">
                <a:pos x="connsiteX58357" y="connsiteY58357"/>
              </a:cxn>
              <a:cxn ang="0">
                <a:pos x="connsiteX58358" y="connsiteY58358"/>
              </a:cxn>
              <a:cxn ang="0">
                <a:pos x="connsiteX58359" y="connsiteY58359"/>
              </a:cxn>
              <a:cxn ang="0">
                <a:pos x="connsiteX58360" y="connsiteY58360"/>
              </a:cxn>
              <a:cxn ang="0">
                <a:pos x="connsiteX58361" y="connsiteY58361"/>
              </a:cxn>
              <a:cxn ang="0">
                <a:pos x="connsiteX58362" y="connsiteY58362"/>
              </a:cxn>
              <a:cxn ang="0">
                <a:pos x="connsiteX58363" y="connsiteY58363"/>
              </a:cxn>
              <a:cxn ang="0">
                <a:pos x="connsiteX58364" y="connsiteY58364"/>
              </a:cxn>
              <a:cxn ang="0">
                <a:pos x="connsiteX58365" y="connsiteY58365"/>
              </a:cxn>
              <a:cxn ang="0">
                <a:pos x="connsiteX58366" y="connsiteY58366"/>
              </a:cxn>
              <a:cxn ang="0">
                <a:pos x="connsiteX58367" y="connsiteY58367"/>
              </a:cxn>
              <a:cxn ang="0">
                <a:pos x="connsiteX58368" y="connsiteY58368"/>
              </a:cxn>
              <a:cxn ang="0">
                <a:pos x="connsiteX58369" y="connsiteY58369"/>
              </a:cxn>
              <a:cxn ang="0">
                <a:pos x="connsiteX58370" y="connsiteY58370"/>
              </a:cxn>
              <a:cxn ang="0">
                <a:pos x="connsiteX58371" y="connsiteY58371"/>
              </a:cxn>
              <a:cxn ang="0">
                <a:pos x="connsiteX58372" y="connsiteY58372"/>
              </a:cxn>
              <a:cxn ang="0">
                <a:pos x="connsiteX58373" y="connsiteY58373"/>
              </a:cxn>
              <a:cxn ang="0">
                <a:pos x="connsiteX58374" y="connsiteY58374"/>
              </a:cxn>
              <a:cxn ang="0">
                <a:pos x="connsiteX58375" y="connsiteY58375"/>
              </a:cxn>
              <a:cxn ang="0">
                <a:pos x="connsiteX58376" y="connsiteY58376"/>
              </a:cxn>
              <a:cxn ang="0">
                <a:pos x="connsiteX58377" y="connsiteY58377"/>
              </a:cxn>
              <a:cxn ang="0">
                <a:pos x="connsiteX58378" y="connsiteY58378"/>
              </a:cxn>
              <a:cxn ang="0">
                <a:pos x="connsiteX58379" y="connsiteY58379"/>
              </a:cxn>
              <a:cxn ang="0">
                <a:pos x="connsiteX58380" y="connsiteY58380"/>
              </a:cxn>
              <a:cxn ang="0">
                <a:pos x="connsiteX58381" y="connsiteY58381"/>
              </a:cxn>
              <a:cxn ang="0">
                <a:pos x="connsiteX58382" y="connsiteY58382"/>
              </a:cxn>
              <a:cxn ang="0">
                <a:pos x="connsiteX58383" y="connsiteY58383"/>
              </a:cxn>
              <a:cxn ang="0">
                <a:pos x="connsiteX58384" y="connsiteY58384"/>
              </a:cxn>
              <a:cxn ang="0">
                <a:pos x="connsiteX58385" y="connsiteY58385"/>
              </a:cxn>
              <a:cxn ang="0">
                <a:pos x="connsiteX58386" y="connsiteY58386"/>
              </a:cxn>
              <a:cxn ang="0">
                <a:pos x="connsiteX58387" y="connsiteY58387"/>
              </a:cxn>
              <a:cxn ang="0">
                <a:pos x="connsiteX58388" y="connsiteY58388"/>
              </a:cxn>
              <a:cxn ang="0">
                <a:pos x="connsiteX58389" y="connsiteY58389"/>
              </a:cxn>
              <a:cxn ang="0">
                <a:pos x="connsiteX58390" y="connsiteY58390"/>
              </a:cxn>
              <a:cxn ang="0">
                <a:pos x="connsiteX58391" y="connsiteY58391"/>
              </a:cxn>
              <a:cxn ang="0">
                <a:pos x="connsiteX58392" y="connsiteY58392"/>
              </a:cxn>
              <a:cxn ang="0">
                <a:pos x="connsiteX58393" y="connsiteY58393"/>
              </a:cxn>
              <a:cxn ang="0">
                <a:pos x="connsiteX58394" y="connsiteY58394"/>
              </a:cxn>
              <a:cxn ang="0">
                <a:pos x="connsiteX58395" y="connsiteY58395"/>
              </a:cxn>
              <a:cxn ang="0">
                <a:pos x="connsiteX58396" y="connsiteY58396"/>
              </a:cxn>
              <a:cxn ang="0">
                <a:pos x="connsiteX58397" y="connsiteY58397"/>
              </a:cxn>
              <a:cxn ang="0">
                <a:pos x="connsiteX58398" y="connsiteY58398"/>
              </a:cxn>
              <a:cxn ang="0">
                <a:pos x="connsiteX58399" y="connsiteY58399"/>
              </a:cxn>
              <a:cxn ang="0">
                <a:pos x="connsiteX58400" y="connsiteY58400"/>
              </a:cxn>
              <a:cxn ang="0">
                <a:pos x="connsiteX58401" y="connsiteY58401"/>
              </a:cxn>
              <a:cxn ang="0">
                <a:pos x="connsiteX58402" y="connsiteY58402"/>
              </a:cxn>
              <a:cxn ang="0">
                <a:pos x="connsiteX58403" y="connsiteY58403"/>
              </a:cxn>
              <a:cxn ang="0">
                <a:pos x="connsiteX58404" y="connsiteY58404"/>
              </a:cxn>
              <a:cxn ang="0">
                <a:pos x="connsiteX58405" y="connsiteY58405"/>
              </a:cxn>
              <a:cxn ang="0">
                <a:pos x="connsiteX58406" y="connsiteY58406"/>
              </a:cxn>
              <a:cxn ang="0">
                <a:pos x="connsiteX58407" y="connsiteY58407"/>
              </a:cxn>
              <a:cxn ang="0">
                <a:pos x="connsiteX58408" y="connsiteY58408"/>
              </a:cxn>
              <a:cxn ang="0">
                <a:pos x="connsiteX58409" y="connsiteY58409"/>
              </a:cxn>
              <a:cxn ang="0">
                <a:pos x="connsiteX58410" y="connsiteY58410"/>
              </a:cxn>
              <a:cxn ang="0">
                <a:pos x="connsiteX58411" y="connsiteY58411"/>
              </a:cxn>
              <a:cxn ang="0">
                <a:pos x="connsiteX58412" y="connsiteY58412"/>
              </a:cxn>
              <a:cxn ang="0">
                <a:pos x="connsiteX58413" y="connsiteY58413"/>
              </a:cxn>
              <a:cxn ang="0">
                <a:pos x="connsiteX58414" y="connsiteY58414"/>
              </a:cxn>
              <a:cxn ang="0">
                <a:pos x="connsiteX58415" y="connsiteY58415"/>
              </a:cxn>
              <a:cxn ang="0">
                <a:pos x="connsiteX58416" y="connsiteY58416"/>
              </a:cxn>
              <a:cxn ang="0">
                <a:pos x="connsiteX58417" y="connsiteY58417"/>
              </a:cxn>
              <a:cxn ang="0">
                <a:pos x="connsiteX58418" y="connsiteY58418"/>
              </a:cxn>
              <a:cxn ang="0">
                <a:pos x="connsiteX58419" y="connsiteY58419"/>
              </a:cxn>
              <a:cxn ang="0">
                <a:pos x="connsiteX58420" y="connsiteY58420"/>
              </a:cxn>
              <a:cxn ang="0">
                <a:pos x="connsiteX58421" y="connsiteY58421"/>
              </a:cxn>
              <a:cxn ang="0">
                <a:pos x="connsiteX58422" y="connsiteY58422"/>
              </a:cxn>
              <a:cxn ang="0">
                <a:pos x="connsiteX58423" y="connsiteY58423"/>
              </a:cxn>
              <a:cxn ang="0">
                <a:pos x="connsiteX58424" y="connsiteY58424"/>
              </a:cxn>
              <a:cxn ang="0">
                <a:pos x="connsiteX58425" y="connsiteY58425"/>
              </a:cxn>
              <a:cxn ang="0">
                <a:pos x="connsiteX58426" y="connsiteY58426"/>
              </a:cxn>
              <a:cxn ang="0">
                <a:pos x="connsiteX58427" y="connsiteY58427"/>
              </a:cxn>
              <a:cxn ang="0">
                <a:pos x="connsiteX58428" y="connsiteY58428"/>
              </a:cxn>
              <a:cxn ang="0">
                <a:pos x="connsiteX58429" y="connsiteY58429"/>
              </a:cxn>
              <a:cxn ang="0">
                <a:pos x="connsiteX58430" y="connsiteY58430"/>
              </a:cxn>
              <a:cxn ang="0">
                <a:pos x="connsiteX58431" y="connsiteY58431"/>
              </a:cxn>
              <a:cxn ang="0">
                <a:pos x="connsiteX58432" y="connsiteY58432"/>
              </a:cxn>
              <a:cxn ang="0">
                <a:pos x="connsiteX58433" y="connsiteY58433"/>
              </a:cxn>
              <a:cxn ang="0">
                <a:pos x="connsiteX58434" y="connsiteY58434"/>
              </a:cxn>
              <a:cxn ang="0">
                <a:pos x="connsiteX58435" y="connsiteY58435"/>
              </a:cxn>
              <a:cxn ang="0">
                <a:pos x="connsiteX58436" y="connsiteY58436"/>
              </a:cxn>
              <a:cxn ang="0">
                <a:pos x="connsiteX58437" y="connsiteY58437"/>
              </a:cxn>
              <a:cxn ang="0">
                <a:pos x="connsiteX58438" y="connsiteY58438"/>
              </a:cxn>
              <a:cxn ang="0">
                <a:pos x="connsiteX58439" y="connsiteY58439"/>
              </a:cxn>
              <a:cxn ang="0">
                <a:pos x="connsiteX58440" y="connsiteY58440"/>
              </a:cxn>
              <a:cxn ang="0">
                <a:pos x="connsiteX58441" y="connsiteY58441"/>
              </a:cxn>
              <a:cxn ang="0">
                <a:pos x="connsiteX58442" y="connsiteY58442"/>
              </a:cxn>
              <a:cxn ang="0">
                <a:pos x="connsiteX58443" y="connsiteY58443"/>
              </a:cxn>
              <a:cxn ang="0">
                <a:pos x="connsiteX58444" y="connsiteY58444"/>
              </a:cxn>
              <a:cxn ang="0">
                <a:pos x="connsiteX58445" y="connsiteY58445"/>
              </a:cxn>
              <a:cxn ang="0">
                <a:pos x="connsiteX58446" y="connsiteY58446"/>
              </a:cxn>
              <a:cxn ang="0">
                <a:pos x="connsiteX58447" y="connsiteY58447"/>
              </a:cxn>
              <a:cxn ang="0">
                <a:pos x="connsiteX58448" y="connsiteY58448"/>
              </a:cxn>
              <a:cxn ang="0">
                <a:pos x="connsiteX58449" y="connsiteY58449"/>
              </a:cxn>
              <a:cxn ang="0">
                <a:pos x="connsiteX58450" y="connsiteY58450"/>
              </a:cxn>
              <a:cxn ang="0">
                <a:pos x="connsiteX58451" y="connsiteY58451"/>
              </a:cxn>
              <a:cxn ang="0">
                <a:pos x="connsiteX58452" y="connsiteY58452"/>
              </a:cxn>
              <a:cxn ang="0">
                <a:pos x="connsiteX58453" y="connsiteY58453"/>
              </a:cxn>
              <a:cxn ang="0">
                <a:pos x="connsiteX58454" y="connsiteY58454"/>
              </a:cxn>
              <a:cxn ang="0">
                <a:pos x="connsiteX58455" y="connsiteY58455"/>
              </a:cxn>
              <a:cxn ang="0">
                <a:pos x="connsiteX58456" y="connsiteY58456"/>
              </a:cxn>
              <a:cxn ang="0">
                <a:pos x="connsiteX58457" y="connsiteY58457"/>
              </a:cxn>
              <a:cxn ang="0">
                <a:pos x="connsiteX58458" y="connsiteY58458"/>
              </a:cxn>
              <a:cxn ang="0">
                <a:pos x="connsiteX58459" y="connsiteY58459"/>
              </a:cxn>
              <a:cxn ang="0">
                <a:pos x="connsiteX58460" y="connsiteY58460"/>
              </a:cxn>
              <a:cxn ang="0">
                <a:pos x="connsiteX58461" y="connsiteY58461"/>
              </a:cxn>
              <a:cxn ang="0">
                <a:pos x="connsiteX58462" y="connsiteY58462"/>
              </a:cxn>
              <a:cxn ang="0">
                <a:pos x="connsiteX58463" y="connsiteY58463"/>
              </a:cxn>
              <a:cxn ang="0">
                <a:pos x="connsiteX58464" y="connsiteY58464"/>
              </a:cxn>
              <a:cxn ang="0">
                <a:pos x="connsiteX58465" y="connsiteY58465"/>
              </a:cxn>
              <a:cxn ang="0">
                <a:pos x="connsiteX58466" y="connsiteY58466"/>
              </a:cxn>
              <a:cxn ang="0">
                <a:pos x="connsiteX58467" y="connsiteY58467"/>
              </a:cxn>
              <a:cxn ang="0">
                <a:pos x="connsiteX58468" y="connsiteY58468"/>
              </a:cxn>
              <a:cxn ang="0">
                <a:pos x="connsiteX58469" y="connsiteY58469"/>
              </a:cxn>
              <a:cxn ang="0">
                <a:pos x="connsiteX58470" y="connsiteY58470"/>
              </a:cxn>
              <a:cxn ang="0">
                <a:pos x="connsiteX58471" y="connsiteY58471"/>
              </a:cxn>
              <a:cxn ang="0">
                <a:pos x="connsiteX58472" y="connsiteY58472"/>
              </a:cxn>
              <a:cxn ang="0">
                <a:pos x="connsiteX58473" y="connsiteY58473"/>
              </a:cxn>
              <a:cxn ang="0">
                <a:pos x="connsiteX58474" y="connsiteY58474"/>
              </a:cxn>
              <a:cxn ang="0">
                <a:pos x="connsiteX58475" y="connsiteY58475"/>
              </a:cxn>
              <a:cxn ang="0">
                <a:pos x="connsiteX58476" y="connsiteY58476"/>
              </a:cxn>
              <a:cxn ang="0">
                <a:pos x="connsiteX58477" y="connsiteY58477"/>
              </a:cxn>
              <a:cxn ang="0">
                <a:pos x="connsiteX58478" y="connsiteY58478"/>
              </a:cxn>
              <a:cxn ang="0">
                <a:pos x="connsiteX58479" y="connsiteY58479"/>
              </a:cxn>
              <a:cxn ang="0">
                <a:pos x="connsiteX58480" y="connsiteY58480"/>
              </a:cxn>
              <a:cxn ang="0">
                <a:pos x="connsiteX58481" y="connsiteY58481"/>
              </a:cxn>
              <a:cxn ang="0">
                <a:pos x="connsiteX58482" y="connsiteY58482"/>
              </a:cxn>
              <a:cxn ang="0">
                <a:pos x="connsiteX58483" y="connsiteY58483"/>
              </a:cxn>
              <a:cxn ang="0">
                <a:pos x="connsiteX58484" y="connsiteY58484"/>
              </a:cxn>
              <a:cxn ang="0">
                <a:pos x="connsiteX58485" y="connsiteY58485"/>
              </a:cxn>
              <a:cxn ang="0">
                <a:pos x="connsiteX58486" y="connsiteY58486"/>
              </a:cxn>
              <a:cxn ang="0">
                <a:pos x="connsiteX58487" y="connsiteY58487"/>
              </a:cxn>
              <a:cxn ang="0">
                <a:pos x="connsiteX58488" y="connsiteY58488"/>
              </a:cxn>
              <a:cxn ang="0">
                <a:pos x="connsiteX58489" y="connsiteY58489"/>
              </a:cxn>
              <a:cxn ang="0">
                <a:pos x="connsiteX58490" y="connsiteY58490"/>
              </a:cxn>
              <a:cxn ang="0">
                <a:pos x="connsiteX58491" y="connsiteY58491"/>
              </a:cxn>
              <a:cxn ang="0">
                <a:pos x="connsiteX58492" y="connsiteY58492"/>
              </a:cxn>
              <a:cxn ang="0">
                <a:pos x="connsiteX58493" y="connsiteY58493"/>
              </a:cxn>
              <a:cxn ang="0">
                <a:pos x="connsiteX58494" y="connsiteY58494"/>
              </a:cxn>
              <a:cxn ang="0">
                <a:pos x="connsiteX58495" y="connsiteY58495"/>
              </a:cxn>
              <a:cxn ang="0">
                <a:pos x="connsiteX58496" y="connsiteY58496"/>
              </a:cxn>
              <a:cxn ang="0">
                <a:pos x="connsiteX58497" y="connsiteY58497"/>
              </a:cxn>
              <a:cxn ang="0">
                <a:pos x="connsiteX58498" y="connsiteY58498"/>
              </a:cxn>
              <a:cxn ang="0">
                <a:pos x="connsiteX58499" y="connsiteY58499"/>
              </a:cxn>
              <a:cxn ang="0">
                <a:pos x="connsiteX58500" y="connsiteY58500"/>
              </a:cxn>
              <a:cxn ang="0">
                <a:pos x="connsiteX58501" y="connsiteY58501"/>
              </a:cxn>
              <a:cxn ang="0">
                <a:pos x="connsiteX58502" y="connsiteY58502"/>
              </a:cxn>
              <a:cxn ang="0">
                <a:pos x="connsiteX58503" y="connsiteY58503"/>
              </a:cxn>
              <a:cxn ang="0">
                <a:pos x="connsiteX58504" y="connsiteY58504"/>
              </a:cxn>
              <a:cxn ang="0">
                <a:pos x="connsiteX58505" y="connsiteY58505"/>
              </a:cxn>
              <a:cxn ang="0">
                <a:pos x="connsiteX58506" y="connsiteY58506"/>
              </a:cxn>
              <a:cxn ang="0">
                <a:pos x="connsiteX58507" y="connsiteY58507"/>
              </a:cxn>
              <a:cxn ang="0">
                <a:pos x="connsiteX58508" y="connsiteY58508"/>
              </a:cxn>
              <a:cxn ang="0">
                <a:pos x="connsiteX58509" y="connsiteY58509"/>
              </a:cxn>
              <a:cxn ang="0">
                <a:pos x="connsiteX58510" y="connsiteY58510"/>
              </a:cxn>
              <a:cxn ang="0">
                <a:pos x="connsiteX58511" y="connsiteY58511"/>
              </a:cxn>
              <a:cxn ang="0">
                <a:pos x="connsiteX58512" y="connsiteY58512"/>
              </a:cxn>
              <a:cxn ang="0">
                <a:pos x="connsiteX58513" y="connsiteY58513"/>
              </a:cxn>
              <a:cxn ang="0">
                <a:pos x="connsiteX58514" y="connsiteY58514"/>
              </a:cxn>
              <a:cxn ang="0">
                <a:pos x="connsiteX58515" y="connsiteY58515"/>
              </a:cxn>
              <a:cxn ang="0">
                <a:pos x="connsiteX58516" y="connsiteY58516"/>
              </a:cxn>
              <a:cxn ang="0">
                <a:pos x="connsiteX58517" y="connsiteY58517"/>
              </a:cxn>
              <a:cxn ang="0">
                <a:pos x="connsiteX58518" y="connsiteY58518"/>
              </a:cxn>
              <a:cxn ang="0">
                <a:pos x="connsiteX58519" y="connsiteY58519"/>
              </a:cxn>
              <a:cxn ang="0">
                <a:pos x="connsiteX58520" y="connsiteY58520"/>
              </a:cxn>
              <a:cxn ang="0">
                <a:pos x="connsiteX58521" y="connsiteY58521"/>
              </a:cxn>
              <a:cxn ang="0">
                <a:pos x="connsiteX58522" y="connsiteY58522"/>
              </a:cxn>
              <a:cxn ang="0">
                <a:pos x="connsiteX58523" y="connsiteY58523"/>
              </a:cxn>
              <a:cxn ang="0">
                <a:pos x="connsiteX58524" y="connsiteY58524"/>
              </a:cxn>
              <a:cxn ang="0">
                <a:pos x="connsiteX58525" y="connsiteY58525"/>
              </a:cxn>
              <a:cxn ang="0">
                <a:pos x="connsiteX58526" y="connsiteY58526"/>
              </a:cxn>
              <a:cxn ang="0">
                <a:pos x="connsiteX58527" y="connsiteY58527"/>
              </a:cxn>
              <a:cxn ang="0">
                <a:pos x="connsiteX58528" y="connsiteY58528"/>
              </a:cxn>
              <a:cxn ang="0">
                <a:pos x="connsiteX58529" y="connsiteY58529"/>
              </a:cxn>
              <a:cxn ang="0">
                <a:pos x="connsiteX58530" y="connsiteY58530"/>
              </a:cxn>
              <a:cxn ang="0">
                <a:pos x="connsiteX58531" y="connsiteY58531"/>
              </a:cxn>
              <a:cxn ang="0">
                <a:pos x="connsiteX58532" y="connsiteY58532"/>
              </a:cxn>
              <a:cxn ang="0">
                <a:pos x="connsiteX58533" y="connsiteY58533"/>
              </a:cxn>
              <a:cxn ang="0">
                <a:pos x="connsiteX58534" y="connsiteY58534"/>
              </a:cxn>
              <a:cxn ang="0">
                <a:pos x="connsiteX58535" y="connsiteY58535"/>
              </a:cxn>
              <a:cxn ang="0">
                <a:pos x="connsiteX58536" y="connsiteY58536"/>
              </a:cxn>
              <a:cxn ang="0">
                <a:pos x="connsiteX58537" y="connsiteY58537"/>
              </a:cxn>
              <a:cxn ang="0">
                <a:pos x="connsiteX58538" y="connsiteY58538"/>
              </a:cxn>
              <a:cxn ang="0">
                <a:pos x="connsiteX58539" y="connsiteY58539"/>
              </a:cxn>
              <a:cxn ang="0">
                <a:pos x="connsiteX58540" y="connsiteY58540"/>
              </a:cxn>
              <a:cxn ang="0">
                <a:pos x="connsiteX58541" y="connsiteY58541"/>
              </a:cxn>
              <a:cxn ang="0">
                <a:pos x="connsiteX58542" y="connsiteY58542"/>
              </a:cxn>
              <a:cxn ang="0">
                <a:pos x="connsiteX58543" y="connsiteY58543"/>
              </a:cxn>
              <a:cxn ang="0">
                <a:pos x="connsiteX58544" y="connsiteY58544"/>
              </a:cxn>
              <a:cxn ang="0">
                <a:pos x="connsiteX58545" y="connsiteY58545"/>
              </a:cxn>
              <a:cxn ang="0">
                <a:pos x="connsiteX58546" y="connsiteY58546"/>
              </a:cxn>
              <a:cxn ang="0">
                <a:pos x="connsiteX58547" y="connsiteY58547"/>
              </a:cxn>
              <a:cxn ang="0">
                <a:pos x="connsiteX58548" y="connsiteY58548"/>
              </a:cxn>
              <a:cxn ang="0">
                <a:pos x="connsiteX58549" y="connsiteY58549"/>
              </a:cxn>
              <a:cxn ang="0">
                <a:pos x="connsiteX58550" y="connsiteY58550"/>
              </a:cxn>
              <a:cxn ang="0">
                <a:pos x="connsiteX58551" y="connsiteY58551"/>
              </a:cxn>
              <a:cxn ang="0">
                <a:pos x="connsiteX58552" y="connsiteY58552"/>
              </a:cxn>
              <a:cxn ang="0">
                <a:pos x="connsiteX58553" y="connsiteY58553"/>
              </a:cxn>
              <a:cxn ang="0">
                <a:pos x="connsiteX58554" y="connsiteY58554"/>
              </a:cxn>
              <a:cxn ang="0">
                <a:pos x="connsiteX58555" y="connsiteY58555"/>
              </a:cxn>
              <a:cxn ang="0">
                <a:pos x="connsiteX58556" y="connsiteY58556"/>
              </a:cxn>
              <a:cxn ang="0">
                <a:pos x="connsiteX58557" y="connsiteY58557"/>
              </a:cxn>
              <a:cxn ang="0">
                <a:pos x="connsiteX58558" y="connsiteY58558"/>
              </a:cxn>
              <a:cxn ang="0">
                <a:pos x="connsiteX58559" y="connsiteY58559"/>
              </a:cxn>
              <a:cxn ang="0">
                <a:pos x="connsiteX58560" y="connsiteY58560"/>
              </a:cxn>
              <a:cxn ang="0">
                <a:pos x="connsiteX58561" y="connsiteY58561"/>
              </a:cxn>
              <a:cxn ang="0">
                <a:pos x="connsiteX58562" y="connsiteY58562"/>
              </a:cxn>
              <a:cxn ang="0">
                <a:pos x="connsiteX58563" y="connsiteY58563"/>
              </a:cxn>
              <a:cxn ang="0">
                <a:pos x="connsiteX58564" y="connsiteY58564"/>
              </a:cxn>
              <a:cxn ang="0">
                <a:pos x="connsiteX58565" y="connsiteY58565"/>
              </a:cxn>
              <a:cxn ang="0">
                <a:pos x="connsiteX58566" y="connsiteY58566"/>
              </a:cxn>
              <a:cxn ang="0">
                <a:pos x="connsiteX58567" y="connsiteY58567"/>
              </a:cxn>
              <a:cxn ang="0">
                <a:pos x="connsiteX58568" y="connsiteY58568"/>
              </a:cxn>
              <a:cxn ang="0">
                <a:pos x="connsiteX58569" y="connsiteY58569"/>
              </a:cxn>
              <a:cxn ang="0">
                <a:pos x="connsiteX58570" y="connsiteY58570"/>
              </a:cxn>
              <a:cxn ang="0">
                <a:pos x="connsiteX58571" y="connsiteY58571"/>
              </a:cxn>
              <a:cxn ang="0">
                <a:pos x="connsiteX58572" y="connsiteY58572"/>
              </a:cxn>
              <a:cxn ang="0">
                <a:pos x="connsiteX58573" y="connsiteY58573"/>
              </a:cxn>
              <a:cxn ang="0">
                <a:pos x="connsiteX58574" y="connsiteY58574"/>
              </a:cxn>
              <a:cxn ang="0">
                <a:pos x="connsiteX58575" y="connsiteY58575"/>
              </a:cxn>
              <a:cxn ang="0">
                <a:pos x="connsiteX58576" y="connsiteY58576"/>
              </a:cxn>
              <a:cxn ang="0">
                <a:pos x="connsiteX58577" y="connsiteY58577"/>
              </a:cxn>
              <a:cxn ang="0">
                <a:pos x="connsiteX58578" y="connsiteY58578"/>
              </a:cxn>
              <a:cxn ang="0">
                <a:pos x="connsiteX58579" y="connsiteY58579"/>
              </a:cxn>
              <a:cxn ang="0">
                <a:pos x="connsiteX58580" y="connsiteY58580"/>
              </a:cxn>
              <a:cxn ang="0">
                <a:pos x="connsiteX58581" y="connsiteY58581"/>
              </a:cxn>
              <a:cxn ang="0">
                <a:pos x="connsiteX58582" y="connsiteY58582"/>
              </a:cxn>
              <a:cxn ang="0">
                <a:pos x="connsiteX58583" y="connsiteY58583"/>
              </a:cxn>
              <a:cxn ang="0">
                <a:pos x="connsiteX58584" y="connsiteY58584"/>
              </a:cxn>
              <a:cxn ang="0">
                <a:pos x="connsiteX58585" y="connsiteY58585"/>
              </a:cxn>
              <a:cxn ang="0">
                <a:pos x="connsiteX58586" y="connsiteY58586"/>
              </a:cxn>
              <a:cxn ang="0">
                <a:pos x="connsiteX58587" y="connsiteY58587"/>
              </a:cxn>
              <a:cxn ang="0">
                <a:pos x="connsiteX58588" y="connsiteY58588"/>
              </a:cxn>
              <a:cxn ang="0">
                <a:pos x="connsiteX58589" y="connsiteY58589"/>
              </a:cxn>
              <a:cxn ang="0">
                <a:pos x="connsiteX58590" y="connsiteY58590"/>
              </a:cxn>
              <a:cxn ang="0">
                <a:pos x="connsiteX58591" y="connsiteY58591"/>
              </a:cxn>
              <a:cxn ang="0">
                <a:pos x="connsiteX58592" y="connsiteY58592"/>
              </a:cxn>
              <a:cxn ang="0">
                <a:pos x="connsiteX58593" y="connsiteY58593"/>
              </a:cxn>
              <a:cxn ang="0">
                <a:pos x="connsiteX58594" y="connsiteY58594"/>
              </a:cxn>
              <a:cxn ang="0">
                <a:pos x="connsiteX58595" y="connsiteY58595"/>
              </a:cxn>
              <a:cxn ang="0">
                <a:pos x="connsiteX58596" y="connsiteY58596"/>
              </a:cxn>
              <a:cxn ang="0">
                <a:pos x="connsiteX58597" y="connsiteY58597"/>
              </a:cxn>
              <a:cxn ang="0">
                <a:pos x="connsiteX58598" y="connsiteY58598"/>
              </a:cxn>
              <a:cxn ang="0">
                <a:pos x="connsiteX58599" y="connsiteY58599"/>
              </a:cxn>
              <a:cxn ang="0">
                <a:pos x="connsiteX58600" y="connsiteY58600"/>
              </a:cxn>
              <a:cxn ang="0">
                <a:pos x="connsiteX58601" y="connsiteY58601"/>
              </a:cxn>
              <a:cxn ang="0">
                <a:pos x="connsiteX58602" y="connsiteY58602"/>
              </a:cxn>
              <a:cxn ang="0">
                <a:pos x="connsiteX58603" y="connsiteY58603"/>
              </a:cxn>
              <a:cxn ang="0">
                <a:pos x="connsiteX58604" y="connsiteY58604"/>
              </a:cxn>
              <a:cxn ang="0">
                <a:pos x="connsiteX58605" y="connsiteY58605"/>
              </a:cxn>
              <a:cxn ang="0">
                <a:pos x="connsiteX58606" y="connsiteY58606"/>
              </a:cxn>
              <a:cxn ang="0">
                <a:pos x="connsiteX58607" y="connsiteY58607"/>
              </a:cxn>
              <a:cxn ang="0">
                <a:pos x="connsiteX58608" y="connsiteY58608"/>
              </a:cxn>
              <a:cxn ang="0">
                <a:pos x="connsiteX58609" y="connsiteY58609"/>
              </a:cxn>
              <a:cxn ang="0">
                <a:pos x="connsiteX58610" y="connsiteY58610"/>
              </a:cxn>
              <a:cxn ang="0">
                <a:pos x="connsiteX58611" y="connsiteY58611"/>
              </a:cxn>
              <a:cxn ang="0">
                <a:pos x="connsiteX58612" y="connsiteY58612"/>
              </a:cxn>
              <a:cxn ang="0">
                <a:pos x="connsiteX58613" y="connsiteY58613"/>
              </a:cxn>
              <a:cxn ang="0">
                <a:pos x="connsiteX58614" y="connsiteY58614"/>
              </a:cxn>
              <a:cxn ang="0">
                <a:pos x="connsiteX58615" y="connsiteY58615"/>
              </a:cxn>
              <a:cxn ang="0">
                <a:pos x="connsiteX58616" y="connsiteY58616"/>
              </a:cxn>
              <a:cxn ang="0">
                <a:pos x="connsiteX58617" y="connsiteY58617"/>
              </a:cxn>
              <a:cxn ang="0">
                <a:pos x="connsiteX58618" y="connsiteY58618"/>
              </a:cxn>
              <a:cxn ang="0">
                <a:pos x="connsiteX58619" y="connsiteY58619"/>
              </a:cxn>
              <a:cxn ang="0">
                <a:pos x="connsiteX58620" y="connsiteY58620"/>
              </a:cxn>
              <a:cxn ang="0">
                <a:pos x="connsiteX58621" y="connsiteY58621"/>
              </a:cxn>
              <a:cxn ang="0">
                <a:pos x="connsiteX58622" y="connsiteY58622"/>
              </a:cxn>
              <a:cxn ang="0">
                <a:pos x="connsiteX58623" y="connsiteY58623"/>
              </a:cxn>
              <a:cxn ang="0">
                <a:pos x="connsiteX58624" y="connsiteY58624"/>
              </a:cxn>
              <a:cxn ang="0">
                <a:pos x="connsiteX58625" y="connsiteY58625"/>
              </a:cxn>
              <a:cxn ang="0">
                <a:pos x="connsiteX58626" y="connsiteY58626"/>
              </a:cxn>
              <a:cxn ang="0">
                <a:pos x="connsiteX58627" y="connsiteY58627"/>
              </a:cxn>
              <a:cxn ang="0">
                <a:pos x="connsiteX58628" y="connsiteY58628"/>
              </a:cxn>
              <a:cxn ang="0">
                <a:pos x="connsiteX58629" y="connsiteY58629"/>
              </a:cxn>
              <a:cxn ang="0">
                <a:pos x="connsiteX58630" y="connsiteY58630"/>
              </a:cxn>
              <a:cxn ang="0">
                <a:pos x="connsiteX58631" y="connsiteY58631"/>
              </a:cxn>
              <a:cxn ang="0">
                <a:pos x="connsiteX58632" y="connsiteY58632"/>
              </a:cxn>
              <a:cxn ang="0">
                <a:pos x="connsiteX58633" y="connsiteY58633"/>
              </a:cxn>
              <a:cxn ang="0">
                <a:pos x="connsiteX58634" y="connsiteY58634"/>
              </a:cxn>
              <a:cxn ang="0">
                <a:pos x="connsiteX58635" y="connsiteY58635"/>
              </a:cxn>
              <a:cxn ang="0">
                <a:pos x="connsiteX58636" y="connsiteY58636"/>
              </a:cxn>
              <a:cxn ang="0">
                <a:pos x="connsiteX58637" y="connsiteY58637"/>
              </a:cxn>
              <a:cxn ang="0">
                <a:pos x="connsiteX58638" y="connsiteY58638"/>
              </a:cxn>
              <a:cxn ang="0">
                <a:pos x="connsiteX58639" y="connsiteY58639"/>
              </a:cxn>
              <a:cxn ang="0">
                <a:pos x="connsiteX58640" y="connsiteY58640"/>
              </a:cxn>
              <a:cxn ang="0">
                <a:pos x="connsiteX58641" y="connsiteY58641"/>
              </a:cxn>
              <a:cxn ang="0">
                <a:pos x="connsiteX58642" y="connsiteY58642"/>
              </a:cxn>
              <a:cxn ang="0">
                <a:pos x="connsiteX58643" y="connsiteY58643"/>
              </a:cxn>
              <a:cxn ang="0">
                <a:pos x="connsiteX58644" y="connsiteY58644"/>
              </a:cxn>
              <a:cxn ang="0">
                <a:pos x="connsiteX58645" y="connsiteY58645"/>
              </a:cxn>
              <a:cxn ang="0">
                <a:pos x="connsiteX58646" y="connsiteY58646"/>
              </a:cxn>
              <a:cxn ang="0">
                <a:pos x="connsiteX58647" y="connsiteY58647"/>
              </a:cxn>
              <a:cxn ang="0">
                <a:pos x="connsiteX58648" y="connsiteY58648"/>
              </a:cxn>
              <a:cxn ang="0">
                <a:pos x="connsiteX58649" y="connsiteY58649"/>
              </a:cxn>
              <a:cxn ang="0">
                <a:pos x="connsiteX58650" y="connsiteY58650"/>
              </a:cxn>
              <a:cxn ang="0">
                <a:pos x="connsiteX58651" y="connsiteY58651"/>
              </a:cxn>
              <a:cxn ang="0">
                <a:pos x="connsiteX58652" y="connsiteY58652"/>
              </a:cxn>
              <a:cxn ang="0">
                <a:pos x="connsiteX58653" y="connsiteY58653"/>
              </a:cxn>
              <a:cxn ang="0">
                <a:pos x="connsiteX58654" y="connsiteY58654"/>
              </a:cxn>
              <a:cxn ang="0">
                <a:pos x="connsiteX58655" y="connsiteY58655"/>
              </a:cxn>
              <a:cxn ang="0">
                <a:pos x="connsiteX58656" y="connsiteY58656"/>
              </a:cxn>
              <a:cxn ang="0">
                <a:pos x="connsiteX58657" y="connsiteY58657"/>
              </a:cxn>
              <a:cxn ang="0">
                <a:pos x="connsiteX58658" y="connsiteY58658"/>
              </a:cxn>
              <a:cxn ang="0">
                <a:pos x="connsiteX58659" y="connsiteY58659"/>
              </a:cxn>
              <a:cxn ang="0">
                <a:pos x="connsiteX58660" y="connsiteY58660"/>
              </a:cxn>
              <a:cxn ang="0">
                <a:pos x="connsiteX58661" y="connsiteY58661"/>
              </a:cxn>
              <a:cxn ang="0">
                <a:pos x="connsiteX58662" y="connsiteY58662"/>
              </a:cxn>
              <a:cxn ang="0">
                <a:pos x="connsiteX58663" y="connsiteY58663"/>
              </a:cxn>
              <a:cxn ang="0">
                <a:pos x="connsiteX58664" y="connsiteY58664"/>
              </a:cxn>
              <a:cxn ang="0">
                <a:pos x="connsiteX58665" y="connsiteY58665"/>
              </a:cxn>
              <a:cxn ang="0">
                <a:pos x="connsiteX58666" y="connsiteY58666"/>
              </a:cxn>
              <a:cxn ang="0">
                <a:pos x="connsiteX58667" y="connsiteY58667"/>
              </a:cxn>
              <a:cxn ang="0">
                <a:pos x="connsiteX58668" y="connsiteY58668"/>
              </a:cxn>
              <a:cxn ang="0">
                <a:pos x="connsiteX58669" y="connsiteY58669"/>
              </a:cxn>
              <a:cxn ang="0">
                <a:pos x="connsiteX58670" y="connsiteY58670"/>
              </a:cxn>
              <a:cxn ang="0">
                <a:pos x="connsiteX58671" y="connsiteY58671"/>
              </a:cxn>
              <a:cxn ang="0">
                <a:pos x="connsiteX58672" y="connsiteY58672"/>
              </a:cxn>
              <a:cxn ang="0">
                <a:pos x="connsiteX58673" y="connsiteY58673"/>
              </a:cxn>
              <a:cxn ang="0">
                <a:pos x="connsiteX58674" y="connsiteY58674"/>
              </a:cxn>
              <a:cxn ang="0">
                <a:pos x="connsiteX58675" y="connsiteY58675"/>
              </a:cxn>
              <a:cxn ang="0">
                <a:pos x="connsiteX58676" y="connsiteY58676"/>
              </a:cxn>
              <a:cxn ang="0">
                <a:pos x="connsiteX58677" y="connsiteY58677"/>
              </a:cxn>
              <a:cxn ang="0">
                <a:pos x="connsiteX58678" y="connsiteY58678"/>
              </a:cxn>
              <a:cxn ang="0">
                <a:pos x="connsiteX58679" y="connsiteY58679"/>
              </a:cxn>
              <a:cxn ang="0">
                <a:pos x="connsiteX58680" y="connsiteY58680"/>
              </a:cxn>
              <a:cxn ang="0">
                <a:pos x="connsiteX58681" y="connsiteY58681"/>
              </a:cxn>
              <a:cxn ang="0">
                <a:pos x="connsiteX58682" y="connsiteY58682"/>
              </a:cxn>
              <a:cxn ang="0">
                <a:pos x="connsiteX58683" y="connsiteY58683"/>
              </a:cxn>
              <a:cxn ang="0">
                <a:pos x="connsiteX58684" y="connsiteY58684"/>
              </a:cxn>
              <a:cxn ang="0">
                <a:pos x="connsiteX58685" y="connsiteY58685"/>
              </a:cxn>
              <a:cxn ang="0">
                <a:pos x="connsiteX58686" y="connsiteY58686"/>
              </a:cxn>
              <a:cxn ang="0">
                <a:pos x="connsiteX58687" y="connsiteY58687"/>
              </a:cxn>
              <a:cxn ang="0">
                <a:pos x="connsiteX58688" y="connsiteY58688"/>
              </a:cxn>
              <a:cxn ang="0">
                <a:pos x="connsiteX58689" y="connsiteY58689"/>
              </a:cxn>
              <a:cxn ang="0">
                <a:pos x="connsiteX58690" y="connsiteY58690"/>
              </a:cxn>
              <a:cxn ang="0">
                <a:pos x="connsiteX58691" y="connsiteY58691"/>
              </a:cxn>
              <a:cxn ang="0">
                <a:pos x="connsiteX58692" y="connsiteY58692"/>
              </a:cxn>
              <a:cxn ang="0">
                <a:pos x="connsiteX58693" y="connsiteY58693"/>
              </a:cxn>
              <a:cxn ang="0">
                <a:pos x="connsiteX58694" y="connsiteY58694"/>
              </a:cxn>
              <a:cxn ang="0">
                <a:pos x="connsiteX58695" y="connsiteY58695"/>
              </a:cxn>
              <a:cxn ang="0">
                <a:pos x="connsiteX58696" y="connsiteY58696"/>
              </a:cxn>
              <a:cxn ang="0">
                <a:pos x="connsiteX58697" y="connsiteY58697"/>
              </a:cxn>
              <a:cxn ang="0">
                <a:pos x="connsiteX58698" y="connsiteY58698"/>
              </a:cxn>
              <a:cxn ang="0">
                <a:pos x="connsiteX58699" y="connsiteY58699"/>
              </a:cxn>
              <a:cxn ang="0">
                <a:pos x="connsiteX58700" y="connsiteY58700"/>
              </a:cxn>
              <a:cxn ang="0">
                <a:pos x="connsiteX58701" y="connsiteY58701"/>
              </a:cxn>
              <a:cxn ang="0">
                <a:pos x="connsiteX58702" y="connsiteY58702"/>
              </a:cxn>
              <a:cxn ang="0">
                <a:pos x="connsiteX58703" y="connsiteY58703"/>
              </a:cxn>
              <a:cxn ang="0">
                <a:pos x="connsiteX58704" y="connsiteY58704"/>
              </a:cxn>
              <a:cxn ang="0">
                <a:pos x="connsiteX58705" y="connsiteY58705"/>
              </a:cxn>
              <a:cxn ang="0">
                <a:pos x="connsiteX58706" y="connsiteY58706"/>
              </a:cxn>
              <a:cxn ang="0">
                <a:pos x="connsiteX58707" y="connsiteY58707"/>
              </a:cxn>
              <a:cxn ang="0">
                <a:pos x="connsiteX58708" y="connsiteY58708"/>
              </a:cxn>
              <a:cxn ang="0">
                <a:pos x="connsiteX58709" y="connsiteY58709"/>
              </a:cxn>
              <a:cxn ang="0">
                <a:pos x="connsiteX58710" y="connsiteY58710"/>
              </a:cxn>
              <a:cxn ang="0">
                <a:pos x="connsiteX58711" y="connsiteY58711"/>
              </a:cxn>
              <a:cxn ang="0">
                <a:pos x="connsiteX58712" y="connsiteY58712"/>
              </a:cxn>
              <a:cxn ang="0">
                <a:pos x="connsiteX58713" y="connsiteY58713"/>
              </a:cxn>
              <a:cxn ang="0">
                <a:pos x="connsiteX58714" y="connsiteY58714"/>
              </a:cxn>
              <a:cxn ang="0">
                <a:pos x="connsiteX58715" y="connsiteY58715"/>
              </a:cxn>
              <a:cxn ang="0">
                <a:pos x="connsiteX58716" y="connsiteY58716"/>
              </a:cxn>
              <a:cxn ang="0">
                <a:pos x="connsiteX58717" y="connsiteY58717"/>
              </a:cxn>
              <a:cxn ang="0">
                <a:pos x="connsiteX58718" y="connsiteY58718"/>
              </a:cxn>
              <a:cxn ang="0">
                <a:pos x="connsiteX58719" y="connsiteY58719"/>
              </a:cxn>
              <a:cxn ang="0">
                <a:pos x="connsiteX58720" y="connsiteY58720"/>
              </a:cxn>
              <a:cxn ang="0">
                <a:pos x="connsiteX58721" y="connsiteY58721"/>
              </a:cxn>
              <a:cxn ang="0">
                <a:pos x="connsiteX58722" y="connsiteY58722"/>
              </a:cxn>
              <a:cxn ang="0">
                <a:pos x="connsiteX58723" y="connsiteY58723"/>
              </a:cxn>
              <a:cxn ang="0">
                <a:pos x="connsiteX58724" y="connsiteY58724"/>
              </a:cxn>
              <a:cxn ang="0">
                <a:pos x="connsiteX58725" y="connsiteY58725"/>
              </a:cxn>
              <a:cxn ang="0">
                <a:pos x="connsiteX58726" y="connsiteY58726"/>
              </a:cxn>
              <a:cxn ang="0">
                <a:pos x="connsiteX58727" y="connsiteY58727"/>
              </a:cxn>
              <a:cxn ang="0">
                <a:pos x="connsiteX58728" y="connsiteY58728"/>
              </a:cxn>
              <a:cxn ang="0">
                <a:pos x="connsiteX58729" y="connsiteY58729"/>
              </a:cxn>
              <a:cxn ang="0">
                <a:pos x="connsiteX58730" y="connsiteY58730"/>
              </a:cxn>
              <a:cxn ang="0">
                <a:pos x="connsiteX58731" y="connsiteY58731"/>
              </a:cxn>
              <a:cxn ang="0">
                <a:pos x="connsiteX58732" y="connsiteY58732"/>
              </a:cxn>
              <a:cxn ang="0">
                <a:pos x="connsiteX58733" y="connsiteY58733"/>
              </a:cxn>
              <a:cxn ang="0">
                <a:pos x="connsiteX58734" y="connsiteY58734"/>
              </a:cxn>
              <a:cxn ang="0">
                <a:pos x="connsiteX58735" y="connsiteY58735"/>
              </a:cxn>
              <a:cxn ang="0">
                <a:pos x="connsiteX58736" y="connsiteY58736"/>
              </a:cxn>
              <a:cxn ang="0">
                <a:pos x="connsiteX58737" y="connsiteY58737"/>
              </a:cxn>
              <a:cxn ang="0">
                <a:pos x="connsiteX58738" y="connsiteY58738"/>
              </a:cxn>
              <a:cxn ang="0">
                <a:pos x="connsiteX58739" y="connsiteY58739"/>
              </a:cxn>
              <a:cxn ang="0">
                <a:pos x="connsiteX58740" y="connsiteY58740"/>
              </a:cxn>
              <a:cxn ang="0">
                <a:pos x="connsiteX58741" y="connsiteY58741"/>
              </a:cxn>
              <a:cxn ang="0">
                <a:pos x="connsiteX58742" y="connsiteY58742"/>
              </a:cxn>
              <a:cxn ang="0">
                <a:pos x="connsiteX58743" y="connsiteY58743"/>
              </a:cxn>
              <a:cxn ang="0">
                <a:pos x="connsiteX58744" y="connsiteY58744"/>
              </a:cxn>
              <a:cxn ang="0">
                <a:pos x="connsiteX58745" y="connsiteY58745"/>
              </a:cxn>
              <a:cxn ang="0">
                <a:pos x="connsiteX58746" y="connsiteY58746"/>
              </a:cxn>
              <a:cxn ang="0">
                <a:pos x="connsiteX58747" y="connsiteY58747"/>
              </a:cxn>
              <a:cxn ang="0">
                <a:pos x="connsiteX58748" y="connsiteY58748"/>
              </a:cxn>
              <a:cxn ang="0">
                <a:pos x="connsiteX58749" y="connsiteY58749"/>
              </a:cxn>
              <a:cxn ang="0">
                <a:pos x="connsiteX58750" y="connsiteY58750"/>
              </a:cxn>
              <a:cxn ang="0">
                <a:pos x="connsiteX58751" y="connsiteY58751"/>
              </a:cxn>
              <a:cxn ang="0">
                <a:pos x="connsiteX58752" y="connsiteY58752"/>
              </a:cxn>
              <a:cxn ang="0">
                <a:pos x="connsiteX58753" y="connsiteY58753"/>
              </a:cxn>
              <a:cxn ang="0">
                <a:pos x="connsiteX58754" y="connsiteY58754"/>
              </a:cxn>
              <a:cxn ang="0">
                <a:pos x="connsiteX58755" y="connsiteY58755"/>
              </a:cxn>
              <a:cxn ang="0">
                <a:pos x="connsiteX58756" y="connsiteY58756"/>
              </a:cxn>
              <a:cxn ang="0">
                <a:pos x="connsiteX58757" y="connsiteY58757"/>
              </a:cxn>
              <a:cxn ang="0">
                <a:pos x="connsiteX58758" y="connsiteY58758"/>
              </a:cxn>
              <a:cxn ang="0">
                <a:pos x="connsiteX58759" y="connsiteY58759"/>
              </a:cxn>
              <a:cxn ang="0">
                <a:pos x="connsiteX58760" y="connsiteY58760"/>
              </a:cxn>
              <a:cxn ang="0">
                <a:pos x="connsiteX58761" y="connsiteY58761"/>
              </a:cxn>
              <a:cxn ang="0">
                <a:pos x="connsiteX58762" y="connsiteY58762"/>
              </a:cxn>
              <a:cxn ang="0">
                <a:pos x="connsiteX58763" y="connsiteY58763"/>
              </a:cxn>
              <a:cxn ang="0">
                <a:pos x="connsiteX58764" y="connsiteY58764"/>
              </a:cxn>
              <a:cxn ang="0">
                <a:pos x="connsiteX58765" y="connsiteY58765"/>
              </a:cxn>
              <a:cxn ang="0">
                <a:pos x="connsiteX58766" y="connsiteY58766"/>
              </a:cxn>
              <a:cxn ang="0">
                <a:pos x="connsiteX58767" y="connsiteY58767"/>
              </a:cxn>
              <a:cxn ang="0">
                <a:pos x="connsiteX58768" y="connsiteY58768"/>
              </a:cxn>
              <a:cxn ang="0">
                <a:pos x="connsiteX58769" y="connsiteY58769"/>
              </a:cxn>
              <a:cxn ang="0">
                <a:pos x="connsiteX58770" y="connsiteY58770"/>
              </a:cxn>
              <a:cxn ang="0">
                <a:pos x="connsiteX58771" y="connsiteY58771"/>
              </a:cxn>
              <a:cxn ang="0">
                <a:pos x="connsiteX58772" y="connsiteY58772"/>
              </a:cxn>
              <a:cxn ang="0">
                <a:pos x="connsiteX58773" y="connsiteY58773"/>
              </a:cxn>
              <a:cxn ang="0">
                <a:pos x="connsiteX58774" y="connsiteY58774"/>
              </a:cxn>
              <a:cxn ang="0">
                <a:pos x="connsiteX58775" y="connsiteY58775"/>
              </a:cxn>
              <a:cxn ang="0">
                <a:pos x="connsiteX58776" y="connsiteY58776"/>
              </a:cxn>
              <a:cxn ang="0">
                <a:pos x="connsiteX58777" y="connsiteY58777"/>
              </a:cxn>
              <a:cxn ang="0">
                <a:pos x="connsiteX58778" y="connsiteY58778"/>
              </a:cxn>
              <a:cxn ang="0">
                <a:pos x="connsiteX58779" y="connsiteY58779"/>
              </a:cxn>
              <a:cxn ang="0">
                <a:pos x="connsiteX58780" y="connsiteY58780"/>
              </a:cxn>
              <a:cxn ang="0">
                <a:pos x="connsiteX58781" y="connsiteY58781"/>
              </a:cxn>
              <a:cxn ang="0">
                <a:pos x="connsiteX58782" y="connsiteY58782"/>
              </a:cxn>
              <a:cxn ang="0">
                <a:pos x="connsiteX58783" y="connsiteY58783"/>
              </a:cxn>
              <a:cxn ang="0">
                <a:pos x="connsiteX58784" y="connsiteY58784"/>
              </a:cxn>
              <a:cxn ang="0">
                <a:pos x="connsiteX58785" y="connsiteY58785"/>
              </a:cxn>
              <a:cxn ang="0">
                <a:pos x="connsiteX58786" y="connsiteY58786"/>
              </a:cxn>
              <a:cxn ang="0">
                <a:pos x="connsiteX58787" y="connsiteY58787"/>
              </a:cxn>
              <a:cxn ang="0">
                <a:pos x="connsiteX58788" y="connsiteY58788"/>
              </a:cxn>
              <a:cxn ang="0">
                <a:pos x="connsiteX58789" y="connsiteY58789"/>
              </a:cxn>
              <a:cxn ang="0">
                <a:pos x="connsiteX58790" y="connsiteY58790"/>
              </a:cxn>
              <a:cxn ang="0">
                <a:pos x="connsiteX58791" y="connsiteY58791"/>
              </a:cxn>
              <a:cxn ang="0">
                <a:pos x="connsiteX58792" y="connsiteY58792"/>
              </a:cxn>
              <a:cxn ang="0">
                <a:pos x="connsiteX58793" y="connsiteY58793"/>
              </a:cxn>
              <a:cxn ang="0">
                <a:pos x="connsiteX58794" y="connsiteY58794"/>
              </a:cxn>
              <a:cxn ang="0">
                <a:pos x="connsiteX58795" y="connsiteY58795"/>
              </a:cxn>
              <a:cxn ang="0">
                <a:pos x="connsiteX58796" y="connsiteY58796"/>
              </a:cxn>
              <a:cxn ang="0">
                <a:pos x="connsiteX58797" y="connsiteY58797"/>
              </a:cxn>
              <a:cxn ang="0">
                <a:pos x="connsiteX58798" y="connsiteY58798"/>
              </a:cxn>
              <a:cxn ang="0">
                <a:pos x="connsiteX58799" y="connsiteY58799"/>
              </a:cxn>
              <a:cxn ang="0">
                <a:pos x="connsiteX58800" y="connsiteY58800"/>
              </a:cxn>
              <a:cxn ang="0">
                <a:pos x="connsiteX58801" y="connsiteY58801"/>
              </a:cxn>
              <a:cxn ang="0">
                <a:pos x="connsiteX58802" y="connsiteY58802"/>
              </a:cxn>
              <a:cxn ang="0">
                <a:pos x="connsiteX58803" y="connsiteY58803"/>
              </a:cxn>
              <a:cxn ang="0">
                <a:pos x="connsiteX58804" y="connsiteY58804"/>
              </a:cxn>
              <a:cxn ang="0">
                <a:pos x="connsiteX58805" y="connsiteY58805"/>
              </a:cxn>
              <a:cxn ang="0">
                <a:pos x="connsiteX58806" y="connsiteY58806"/>
              </a:cxn>
              <a:cxn ang="0">
                <a:pos x="connsiteX58807" y="connsiteY58807"/>
              </a:cxn>
              <a:cxn ang="0">
                <a:pos x="connsiteX58808" y="connsiteY58808"/>
              </a:cxn>
              <a:cxn ang="0">
                <a:pos x="connsiteX58809" y="connsiteY58809"/>
              </a:cxn>
              <a:cxn ang="0">
                <a:pos x="connsiteX58810" y="connsiteY58810"/>
              </a:cxn>
              <a:cxn ang="0">
                <a:pos x="connsiteX58811" y="connsiteY58811"/>
              </a:cxn>
              <a:cxn ang="0">
                <a:pos x="connsiteX58812" y="connsiteY58812"/>
              </a:cxn>
              <a:cxn ang="0">
                <a:pos x="connsiteX58813" y="connsiteY58813"/>
              </a:cxn>
              <a:cxn ang="0">
                <a:pos x="connsiteX58814" y="connsiteY58814"/>
              </a:cxn>
              <a:cxn ang="0">
                <a:pos x="connsiteX58815" y="connsiteY58815"/>
              </a:cxn>
              <a:cxn ang="0">
                <a:pos x="connsiteX58816" y="connsiteY58816"/>
              </a:cxn>
              <a:cxn ang="0">
                <a:pos x="connsiteX58817" y="connsiteY58817"/>
              </a:cxn>
              <a:cxn ang="0">
                <a:pos x="connsiteX58818" y="connsiteY58818"/>
              </a:cxn>
              <a:cxn ang="0">
                <a:pos x="connsiteX58819" y="connsiteY58819"/>
              </a:cxn>
              <a:cxn ang="0">
                <a:pos x="connsiteX58820" y="connsiteY58820"/>
              </a:cxn>
              <a:cxn ang="0">
                <a:pos x="connsiteX58821" y="connsiteY58821"/>
              </a:cxn>
              <a:cxn ang="0">
                <a:pos x="connsiteX58822" y="connsiteY58822"/>
              </a:cxn>
              <a:cxn ang="0">
                <a:pos x="connsiteX58823" y="connsiteY58823"/>
              </a:cxn>
              <a:cxn ang="0">
                <a:pos x="connsiteX58824" y="connsiteY58824"/>
              </a:cxn>
              <a:cxn ang="0">
                <a:pos x="connsiteX58825" y="connsiteY58825"/>
              </a:cxn>
              <a:cxn ang="0">
                <a:pos x="connsiteX58826" y="connsiteY58826"/>
              </a:cxn>
              <a:cxn ang="0">
                <a:pos x="connsiteX58827" y="connsiteY58827"/>
              </a:cxn>
              <a:cxn ang="0">
                <a:pos x="connsiteX58828" y="connsiteY58828"/>
              </a:cxn>
              <a:cxn ang="0">
                <a:pos x="connsiteX58829" y="connsiteY58829"/>
              </a:cxn>
              <a:cxn ang="0">
                <a:pos x="connsiteX58830" y="connsiteY58830"/>
              </a:cxn>
              <a:cxn ang="0">
                <a:pos x="connsiteX58831" y="connsiteY58831"/>
              </a:cxn>
              <a:cxn ang="0">
                <a:pos x="connsiteX58832" y="connsiteY58832"/>
              </a:cxn>
              <a:cxn ang="0">
                <a:pos x="connsiteX58833" y="connsiteY58833"/>
              </a:cxn>
              <a:cxn ang="0">
                <a:pos x="connsiteX58834" y="connsiteY58834"/>
              </a:cxn>
              <a:cxn ang="0">
                <a:pos x="connsiteX58835" y="connsiteY58835"/>
              </a:cxn>
              <a:cxn ang="0">
                <a:pos x="connsiteX58836" y="connsiteY58836"/>
              </a:cxn>
              <a:cxn ang="0">
                <a:pos x="connsiteX58837" y="connsiteY58837"/>
              </a:cxn>
              <a:cxn ang="0">
                <a:pos x="connsiteX58838" y="connsiteY58838"/>
              </a:cxn>
              <a:cxn ang="0">
                <a:pos x="connsiteX58839" y="connsiteY58839"/>
              </a:cxn>
              <a:cxn ang="0">
                <a:pos x="connsiteX58840" y="connsiteY58840"/>
              </a:cxn>
              <a:cxn ang="0">
                <a:pos x="connsiteX58841" y="connsiteY58841"/>
              </a:cxn>
              <a:cxn ang="0">
                <a:pos x="connsiteX58842" y="connsiteY58842"/>
              </a:cxn>
              <a:cxn ang="0">
                <a:pos x="connsiteX58843" y="connsiteY58843"/>
              </a:cxn>
              <a:cxn ang="0">
                <a:pos x="connsiteX58844" y="connsiteY58844"/>
              </a:cxn>
              <a:cxn ang="0">
                <a:pos x="connsiteX58845" y="connsiteY58845"/>
              </a:cxn>
              <a:cxn ang="0">
                <a:pos x="connsiteX58846" y="connsiteY58846"/>
              </a:cxn>
              <a:cxn ang="0">
                <a:pos x="connsiteX58847" y="connsiteY58847"/>
              </a:cxn>
              <a:cxn ang="0">
                <a:pos x="connsiteX58848" y="connsiteY58848"/>
              </a:cxn>
              <a:cxn ang="0">
                <a:pos x="connsiteX58849" y="connsiteY58849"/>
              </a:cxn>
              <a:cxn ang="0">
                <a:pos x="connsiteX58850" y="connsiteY58850"/>
              </a:cxn>
              <a:cxn ang="0">
                <a:pos x="connsiteX58851" y="connsiteY58851"/>
              </a:cxn>
              <a:cxn ang="0">
                <a:pos x="connsiteX58852" y="connsiteY58852"/>
              </a:cxn>
              <a:cxn ang="0">
                <a:pos x="connsiteX58853" y="connsiteY58853"/>
              </a:cxn>
              <a:cxn ang="0">
                <a:pos x="connsiteX58854" y="connsiteY58854"/>
              </a:cxn>
              <a:cxn ang="0">
                <a:pos x="connsiteX58855" y="connsiteY58855"/>
              </a:cxn>
              <a:cxn ang="0">
                <a:pos x="connsiteX58856" y="connsiteY58856"/>
              </a:cxn>
              <a:cxn ang="0">
                <a:pos x="connsiteX58857" y="connsiteY58857"/>
              </a:cxn>
              <a:cxn ang="0">
                <a:pos x="connsiteX58858" y="connsiteY58858"/>
              </a:cxn>
              <a:cxn ang="0">
                <a:pos x="connsiteX58859" y="connsiteY58859"/>
              </a:cxn>
              <a:cxn ang="0">
                <a:pos x="connsiteX58860" y="connsiteY58860"/>
              </a:cxn>
              <a:cxn ang="0">
                <a:pos x="connsiteX58861" y="connsiteY58861"/>
              </a:cxn>
              <a:cxn ang="0">
                <a:pos x="connsiteX58862" y="connsiteY58862"/>
              </a:cxn>
              <a:cxn ang="0">
                <a:pos x="connsiteX58863" y="connsiteY58863"/>
              </a:cxn>
              <a:cxn ang="0">
                <a:pos x="connsiteX58864" y="connsiteY58864"/>
              </a:cxn>
              <a:cxn ang="0">
                <a:pos x="connsiteX58865" y="connsiteY58865"/>
              </a:cxn>
              <a:cxn ang="0">
                <a:pos x="connsiteX58866" y="connsiteY58866"/>
              </a:cxn>
              <a:cxn ang="0">
                <a:pos x="connsiteX58867" y="connsiteY58867"/>
              </a:cxn>
              <a:cxn ang="0">
                <a:pos x="connsiteX58868" y="connsiteY58868"/>
              </a:cxn>
              <a:cxn ang="0">
                <a:pos x="connsiteX58869" y="connsiteY58869"/>
              </a:cxn>
              <a:cxn ang="0">
                <a:pos x="connsiteX58870" y="connsiteY58870"/>
              </a:cxn>
              <a:cxn ang="0">
                <a:pos x="connsiteX58871" y="connsiteY58871"/>
              </a:cxn>
              <a:cxn ang="0">
                <a:pos x="connsiteX58872" y="connsiteY58872"/>
              </a:cxn>
              <a:cxn ang="0">
                <a:pos x="connsiteX58873" y="connsiteY58873"/>
              </a:cxn>
              <a:cxn ang="0">
                <a:pos x="connsiteX58874" y="connsiteY58874"/>
              </a:cxn>
              <a:cxn ang="0">
                <a:pos x="connsiteX58875" y="connsiteY58875"/>
              </a:cxn>
              <a:cxn ang="0">
                <a:pos x="connsiteX58876" y="connsiteY58876"/>
              </a:cxn>
              <a:cxn ang="0">
                <a:pos x="connsiteX58877" y="connsiteY58877"/>
              </a:cxn>
              <a:cxn ang="0">
                <a:pos x="connsiteX58878" y="connsiteY58878"/>
              </a:cxn>
              <a:cxn ang="0">
                <a:pos x="connsiteX58879" y="connsiteY58879"/>
              </a:cxn>
              <a:cxn ang="0">
                <a:pos x="connsiteX58880" y="connsiteY58880"/>
              </a:cxn>
              <a:cxn ang="0">
                <a:pos x="connsiteX58881" y="connsiteY58881"/>
              </a:cxn>
              <a:cxn ang="0">
                <a:pos x="connsiteX58882" y="connsiteY58882"/>
              </a:cxn>
              <a:cxn ang="0">
                <a:pos x="connsiteX58883" y="connsiteY58883"/>
              </a:cxn>
              <a:cxn ang="0">
                <a:pos x="connsiteX58884" y="connsiteY58884"/>
              </a:cxn>
              <a:cxn ang="0">
                <a:pos x="connsiteX58885" y="connsiteY58885"/>
              </a:cxn>
              <a:cxn ang="0">
                <a:pos x="connsiteX58886" y="connsiteY58886"/>
              </a:cxn>
              <a:cxn ang="0">
                <a:pos x="connsiteX58887" y="connsiteY58887"/>
              </a:cxn>
              <a:cxn ang="0">
                <a:pos x="connsiteX58888" y="connsiteY58888"/>
              </a:cxn>
              <a:cxn ang="0">
                <a:pos x="connsiteX58889" y="connsiteY58889"/>
              </a:cxn>
              <a:cxn ang="0">
                <a:pos x="connsiteX58890" y="connsiteY58890"/>
              </a:cxn>
              <a:cxn ang="0">
                <a:pos x="connsiteX58891" y="connsiteY58891"/>
              </a:cxn>
              <a:cxn ang="0">
                <a:pos x="connsiteX58892" y="connsiteY58892"/>
              </a:cxn>
              <a:cxn ang="0">
                <a:pos x="connsiteX58893" y="connsiteY58893"/>
              </a:cxn>
              <a:cxn ang="0">
                <a:pos x="connsiteX58894" y="connsiteY58894"/>
              </a:cxn>
              <a:cxn ang="0">
                <a:pos x="connsiteX58895" y="connsiteY58895"/>
              </a:cxn>
              <a:cxn ang="0">
                <a:pos x="connsiteX58896" y="connsiteY58896"/>
              </a:cxn>
              <a:cxn ang="0">
                <a:pos x="connsiteX58897" y="connsiteY58897"/>
              </a:cxn>
              <a:cxn ang="0">
                <a:pos x="connsiteX58898" y="connsiteY58898"/>
              </a:cxn>
              <a:cxn ang="0">
                <a:pos x="connsiteX58899" y="connsiteY58899"/>
              </a:cxn>
              <a:cxn ang="0">
                <a:pos x="connsiteX58900" y="connsiteY58900"/>
              </a:cxn>
              <a:cxn ang="0">
                <a:pos x="connsiteX58901" y="connsiteY58901"/>
              </a:cxn>
              <a:cxn ang="0">
                <a:pos x="connsiteX58902" y="connsiteY58902"/>
              </a:cxn>
              <a:cxn ang="0">
                <a:pos x="connsiteX58903" y="connsiteY58903"/>
              </a:cxn>
              <a:cxn ang="0">
                <a:pos x="connsiteX58904" y="connsiteY58904"/>
              </a:cxn>
              <a:cxn ang="0">
                <a:pos x="connsiteX58905" y="connsiteY58905"/>
              </a:cxn>
              <a:cxn ang="0">
                <a:pos x="connsiteX58906" y="connsiteY58906"/>
              </a:cxn>
              <a:cxn ang="0">
                <a:pos x="connsiteX58907" y="connsiteY58907"/>
              </a:cxn>
              <a:cxn ang="0">
                <a:pos x="connsiteX58908" y="connsiteY58908"/>
              </a:cxn>
              <a:cxn ang="0">
                <a:pos x="connsiteX58909" y="connsiteY58909"/>
              </a:cxn>
              <a:cxn ang="0">
                <a:pos x="connsiteX58910" y="connsiteY58910"/>
              </a:cxn>
              <a:cxn ang="0">
                <a:pos x="connsiteX58911" y="connsiteY58911"/>
              </a:cxn>
              <a:cxn ang="0">
                <a:pos x="connsiteX58912" y="connsiteY58912"/>
              </a:cxn>
              <a:cxn ang="0">
                <a:pos x="connsiteX58913" y="connsiteY58913"/>
              </a:cxn>
              <a:cxn ang="0">
                <a:pos x="connsiteX58914" y="connsiteY58914"/>
              </a:cxn>
              <a:cxn ang="0">
                <a:pos x="connsiteX58915" y="connsiteY58915"/>
              </a:cxn>
              <a:cxn ang="0">
                <a:pos x="connsiteX58916" y="connsiteY58916"/>
              </a:cxn>
              <a:cxn ang="0">
                <a:pos x="connsiteX58917" y="connsiteY58917"/>
              </a:cxn>
              <a:cxn ang="0">
                <a:pos x="connsiteX58918" y="connsiteY58918"/>
              </a:cxn>
              <a:cxn ang="0">
                <a:pos x="connsiteX58919" y="connsiteY58919"/>
              </a:cxn>
              <a:cxn ang="0">
                <a:pos x="connsiteX58920" y="connsiteY58920"/>
              </a:cxn>
              <a:cxn ang="0">
                <a:pos x="connsiteX58921" y="connsiteY58921"/>
              </a:cxn>
              <a:cxn ang="0">
                <a:pos x="connsiteX58922" y="connsiteY58922"/>
              </a:cxn>
              <a:cxn ang="0">
                <a:pos x="connsiteX58923" y="connsiteY58923"/>
              </a:cxn>
              <a:cxn ang="0">
                <a:pos x="connsiteX58924" y="connsiteY58924"/>
              </a:cxn>
              <a:cxn ang="0">
                <a:pos x="connsiteX58925" y="connsiteY58925"/>
              </a:cxn>
              <a:cxn ang="0">
                <a:pos x="connsiteX58926" y="connsiteY58926"/>
              </a:cxn>
              <a:cxn ang="0">
                <a:pos x="connsiteX58927" y="connsiteY58927"/>
              </a:cxn>
              <a:cxn ang="0">
                <a:pos x="connsiteX58928" y="connsiteY58928"/>
              </a:cxn>
              <a:cxn ang="0">
                <a:pos x="connsiteX58929" y="connsiteY58929"/>
              </a:cxn>
              <a:cxn ang="0">
                <a:pos x="connsiteX58930" y="connsiteY58930"/>
              </a:cxn>
              <a:cxn ang="0">
                <a:pos x="connsiteX58931" y="connsiteY58931"/>
              </a:cxn>
              <a:cxn ang="0">
                <a:pos x="connsiteX58932" y="connsiteY58932"/>
              </a:cxn>
              <a:cxn ang="0">
                <a:pos x="connsiteX58933" y="connsiteY58933"/>
              </a:cxn>
              <a:cxn ang="0">
                <a:pos x="connsiteX58934" y="connsiteY58934"/>
              </a:cxn>
              <a:cxn ang="0">
                <a:pos x="connsiteX58935" y="connsiteY58935"/>
              </a:cxn>
              <a:cxn ang="0">
                <a:pos x="connsiteX58936" y="connsiteY58936"/>
              </a:cxn>
              <a:cxn ang="0">
                <a:pos x="connsiteX58937" y="connsiteY58937"/>
              </a:cxn>
              <a:cxn ang="0">
                <a:pos x="connsiteX58938" y="connsiteY58938"/>
              </a:cxn>
              <a:cxn ang="0">
                <a:pos x="connsiteX58939" y="connsiteY58939"/>
              </a:cxn>
              <a:cxn ang="0">
                <a:pos x="connsiteX58940" y="connsiteY58940"/>
              </a:cxn>
              <a:cxn ang="0">
                <a:pos x="connsiteX58941" y="connsiteY58941"/>
              </a:cxn>
              <a:cxn ang="0">
                <a:pos x="connsiteX58942" y="connsiteY58942"/>
              </a:cxn>
              <a:cxn ang="0">
                <a:pos x="connsiteX58943" y="connsiteY58943"/>
              </a:cxn>
              <a:cxn ang="0">
                <a:pos x="connsiteX58944" y="connsiteY58944"/>
              </a:cxn>
              <a:cxn ang="0">
                <a:pos x="connsiteX58945" y="connsiteY58945"/>
              </a:cxn>
              <a:cxn ang="0">
                <a:pos x="connsiteX58946" y="connsiteY58946"/>
              </a:cxn>
              <a:cxn ang="0">
                <a:pos x="connsiteX58947" y="connsiteY58947"/>
              </a:cxn>
              <a:cxn ang="0">
                <a:pos x="connsiteX58948" y="connsiteY58948"/>
              </a:cxn>
              <a:cxn ang="0">
                <a:pos x="connsiteX58949" y="connsiteY58949"/>
              </a:cxn>
              <a:cxn ang="0">
                <a:pos x="connsiteX58950" y="connsiteY58950"/>
              </a:cxn>
              <a:cxn ang="0">
                <a:pos x="connsiteX58951" y="connsiteY58951"/>
              </a:cxn>
              <a:cxn ang="0">
                <a:pos x="connsiteX58952" y="connsiteY58952"/>
              </a:cxn>
              <a:cxn ang="0">
                <a:pos x="connsiteX58953" y="connsiteY58953"/>
              </a:cxn>
              <a:cxn ang="0">
                <a:pos x="connsiteX58954" y="connsiteY58954"/>
              </a:cxn>
              <a:cxn ang="0">
                <a:pos x="connsiteX58955" y="connsiteY58955"/>
              </a:cxn>
              <a:cxn ang="0">
                <a:pos x="connsiteX58956" y="connsiteY58956"/>
              </a:cxn>
              <a:cxn ang="0">
                <a:pos x="connsiteX58957" y="connsiteY58957"/>
              </a:cxn>
              <a:cxn ang="0">
                <a:pos x="connsiteX58958" y="connsiteY58958"/>
              </a:cxn>
              <a:cxn ang="0">
                <a:pos x="connsiteX58959" y="connsiteY58959"/>
              </a:cxn>
              <a:cxn ang="0">
                <a:pos x="connsiteX58960" y="connsiteY58960"/>
              </a:cxn>
              <a:cxn ang="0">
                <a:pos x="connsiteX58961" y="connsiteY58961"/>
              </a:cxn>
              <a:cxn ang="0">
                <a:pos x="connsiteX58962" y="connsiteY58962"/>
              </a:cxn>
              <a:cxn ang="0">
                <a:pos x="connsiteX58963" y="connsiteY58963"/>
              </a:cxn>
              <a:cxn ang="0">
                <a:pos x="connsiteX58964" y="connsiteY58964"/>
              </a:cxn>
              <a:cxn ang="0">
                <a:pos x="connsiteX58965" y="connsiteY58965"/>
              </a:cxn>
              <a:cxn ang="0">
                <a:pos x="connsiteX58966" y="connsiteY58966"/>
              </a:cxn>
              <a:cxn ang="0">
                <a:pos x="connsiteX58967" y="connsiteY58967"/>
              </a:cxn>
              <a:cxn ang="0">
                <a:pos x="connsiteX58968" y="connsiteY58968"/>
              </a:cxn>
              <a:cxn ang="0">
                <a:pos x="connsiteX58969" y="connsiteY58969"/>
              </a:cxn>
              <a:cxn ang="0">
                <a:pos x="connsiteX58970" y="connsiteY58970"/>
              </a:cxn>
              <a:cxn ang="0">
                <a:pos x="connsiteX58971" y="connsiteY58971"/>
              </a:cxn>
              <a:cxn ang="0">
                <a:pos x="connsiteX58972" y="connsiteY58972"/>
              </a:cxn>
              <a:cxn ang="0">
                <a:pos x="connsiteX58973" y="connsiteY58973"/>
              </a:cxn>
              <a:cxn ang="0">
                <a:pos x="connsiteX58974" y="connsiteY58974"/>
              </a:cxn>
              <a:cxn ang="0">
                <a:pos x="connsiteX58975" y="connsiteY58975"/>
              </a:cxn>
              <a:cxn ang="0">
                <a:pos x="connsiteX58976" y="connsiteY58976"/>
              </a:cxn>
              <a:cxn ang="0">
                <a:pos x="connsiteX58977" y="connsiteY58977"/>
              </a:cxn>
              <a:cxn ang="0">
                <a:pos x="connsiteX58978" y="connsiteY58978"/>
              </a:cxn>
              <a:cxn ang="0">
                <a:pos x="connsiteX58979" y="connsiteY58979"/>
              </a:cxn>
              <a:cxn ang="0">
                <a:pos x="connsiteX58980" y="connsiteY58980"/>
              </a:cxn>
              <a:cxn ang="0">
                <a:pos x="connsiteX58981" y="connsiteY58981"/>
              </a:cxn>
              <a:cxn ang="0">
                <a:pos x="connsiteX58982" y="connsiteY58982"/>
              </a:cxn>
              <a:cxn ang="0">
                <a:pos x="connsiteX58983" y="connsiteY58983"/>
              </a:cxn>
              <a:cxn ang="0">
                <a:pos x="connsiteX58984" y="connsiteY58984"/>
              </a:cxn>
              <a:cxn ang="0">
                <a:pos x="connsiteX58985" y="connsiteY58985"/>
              </a:cxn>
              <a:cxn ang="0">
                <a:pos x="connsiteX58986" y="connsiteY58986"/>
              </a:cxn>
              <a:cxn ang="0">
                <a:pos x="connsiteX58987" y="connsiteY58987"/>
              </a:cxn>
              <a:cxn ang="0">
                <a:pos x="connsiteX58988" y="connsiteY58988"/>
              </a:cxn>
              <a:cxn ang="0">
                <a:pos x="connsiteX58989" y="connsiteY58989"/>
              </a:cxn>
              <a:cxn ang="0">
                <a:pos x="connsiteX58990" y="connsiteY58990"/>
              </a:cxn>
              <a:cxn ang="0">
                <a:pos x="connsiteX58991" y="connsiteY58991"/>
              </a:cxn>
              <a:cxn ang="0">
                <a:pos x="connsiteX58992" y="connsiteY58992"/>
              </a:cxn>
              <a:cxn ang="0">
                <a:pos x="connsiteX58993" y="connsiteY58993"/>
              </a:cxn>
              <a:cxn ang="0">
                <a:pos x="connsiteX58994" y="connsiteY58994"/>
              </a:cxn>
              <a:cxn ang="0">
                <a:pos x="connsiteX58995" y="connsiteY58995"/>
              </a:cxn>
              <a:cxn ang="0">
                <a:pos x="connsiteX58996" y="connsiteY58996"/>
              </a:cxn>
              <a:cxn ang="0">
                <a:pos x="connsiteX58997" y="connsiteY58997"/>
              </a:cxn>
              <a:cxn ang="0">
                <a:pos x="connsiteX58998" y="connsiteY58998"/>
              </a:cxn>
              <a:cxn ang="0">
                <a:pos x="connsiteX58999" y="connsiteY58999"/>
              </a:cxn>
              <a:cxn ang="0">
                <a:pos x="connsiteX59000" y="connsiteY59000"/>
              </a:cxn>
              <a:cxn ang="0">
                <a:pos x="connsiteX59001" y="connsiteY59001"/>
              </a:cxn>
              <a:cxn ang="0">
                <a:pos x="connsiteX59002" y="connsiteY59002"/>
              </a:cxn>
              <a:cxn ang="0">
                <a:pos x="connsiteX59003" y="connsiteY59003"/>
              </a:cxn>
              <a:cxn ang="0">
                <a:pos x="connsiteX59004" y="connsiteY59004"/>
              </a:cxn>
              <a:cxn ang="0">
                <a:pos x="connsiteX59005" y="connsiteY59005"/>
              </a:cxn>
              <a:cxn ang="0">
                <a:pos x="connsiteX59006" y="connsiteY59006"/>
              </a:cxn>
              <a:cxn ang="0">
                <a:pos x="connsiteX59007" y="connsiteY59007"/>
              </a:cxn>
              <a:cxn ang="0">
                <a:pos x="connsiteX59008" y="connsiteY59008"/>
              </a:cxn>
              <a:cxn ang="0">
                <a:pos x="connsiteX59009" y="connsiteY59009"/>
              </a:cxn>
              <a:cxn ang="0">
                <a:pos x="connsiteX59010" y="connsiteY59010"/>
              </a:cxn>
              <a:cxn ang="0">
                <a:pos x="connsiteX59011" y="connsiteY59011"/>
              </a:cxn>
              <a:cxn ang="0">
                <a:pos x="connsiteX59012" y="connsiteY59012"/>
              </a:cxn>
              <a:cxn ang="0">
                <a:pos x="connsiteX59013" y="connsiteY59013"/>
              </a:cxn>
              <a:cxn ang="0">
                <a:pos x="connsiteX59014" y="connsiteY59014"/>
              </a:cxn>
              <a:cxn ang="0">
                <a:pos x="connsiteX59015" y="connsiteY59015"/>
              </a:cxn>
              <a:cxn ang="0">
                <a:pos x="connsiteX59016" y="connsiteY59016"/>
              </a:cxn>
              <a:cxn ang="0">
                <a:pos x="connsiteX59017" y="connsiteY59017"/>
              </a:cxn>
              <a:cxn ang="0">
                <a:pos x="connsiteX59018" y="connsiteY59018"/>
              </a:cxn>
              <a:cxn ang="0">
                <a:pos x="connsiteX59019" y="connsiteY59019"/>
              </a:cxn>
              <a:cxn ang="0">
                <a:pos x="connsiteX59020" y="connsiteY59020"/>
              </a:cxn>
              <a:cxn ang="0">
                <a:pos x="connsiteX59021" y="connsiteY59021"/>
              </a:cxn>
              <a:cxn ang="0">
                <a:pos x="connsiteX59022" y="connsiteY59022"/>
              </a:cxn>
              <a:cxn ang="0">
                <a:pos x="connsiteX59023" y="connsiteY59023"/>
              </a:cxn>
              <a:cxn ang="0">
                <a:pos x="connsiteX59024" y="connsiteY59024"/>
              </a:cxn>
              <a:cxn ang="0">
                <a:pos x="connsiteX59025" y="connsiteY59025"/>
              </a:cxn>
              <a:cxn ang="0">
                <a:pos x="connsiteX59026" y="connsiteY59026"/>
              </a:cxn>
              <a:cxn ang="0">
                <a:pos x="connsiteX59027" y="connsiteY59027"/>
              </a:cxn>
              <a:cxn ang="0">
                <a:pos x="connsiteX59028" y="connsiteY59028"/>
              </a:cxn>
              <a:cxn ang="0">
                <a:pos x="connsiteX59029" y="connsiteY59029"/>
              </a:cxn>
              <a:cxn ang="0">
                <a:pos x="connsiteX59030" y="connsiteY59030"/>
              </a:cxn>
              <a:cxn ang="0">
                <a:pos x="connsiteX59031" y="connsiteY59031"/>
              </a:cxn>
              <a:cxn ang="0">
                <a:pos x="connsiteX59032" y="connsiteY59032"/>
              </a:cxn>
              <a:cxn ang="0">
                <a:pos x="connsiteX59033" y="connsiteY59033"/>
              </a:cxn>
              <a:cxn ang="0">
                <a:pos x="connsiteX59034" y="connsiteY59034"/>
              </a:cxn>
              <a:cxn ang="0">
                <a:pos x="connsiteX59035" y="connsiteY59035"/>
              </a:cxn>
              <a:cxn ang="0">
                <a:pos x="connsiteX59036" y="connsiteY59036"/>
              </a:cxn>
              <a:cxn ang="0">
                <a:pos x="connsiteX59037" y="connsiteY59037"/>
              </a:cxn>
              <a:cxn ang="0">
                <a:pos x="connsiteX59038" y="connsiteY59038"/>
              </a:cxn>
              <a:cxn ang="0">
                <a:pos x="connsiteX59039" y="connsiteY59039"/>
              </a:cxn>
              <a:cxn ang="0">
                <a:pos x="connsiteX59040" y="connsiteY59040"/>
              </a:cxn>
              <a:cxn ang="0">
                <a:pos x="connsiteX59041" y="connsiteY59041"/>
              </a:cxn>
              <a:cxn ang="0">
                <a:pos x="connsiteX59042" y="connsiteY59042"/>
              </a:cxn>
              <a:cxn ang="0">
                <a:pos x="connsiteX59043" y="connsiteY59043"/>
              </a:cxn>
              <a:cxn ang="0">
                <a:pos x="connsiteX59044" y="connsiteY59044"/>
              </a:cxn>
              <a:cxn ang="0">
                <a:pos x="connsiteX59045" y="connsiteY59045"/>
              </a:cxn>
              <a:cxn ang="0">
                <a:pos x="connsiteX59046" y="connsiteY59046"/>
              </a:cxn>
              <a:cxn ang="0">
                <a:pos x="connsiteX59047" y="connsiteY59047"/>
              </a:cxn>
              <a:cxn ang="0">
                <a:pos x="connsiteX59048" y="connsiteY59048"/>
              </a:cxn>
              <a:cxn ang="0">
                <a:pos x="connsiteX59049" y="connsiteY59049"/>
              </a:cxn>
              <a:cxn ang="0">
                <a:pos x="connsiteX59050" y="connsiteY59050"/>
              </a:cxn>
              <a:cxn ang="0">
                <a:pos x="connsiteX59051" y="connsiteY59051"/>
              </a:cxn>
              <a:cxn ang="0">
                <a:pos x="connsiteX59052" y="connsiteY59052"/>
              </a:cxn>
              <a:cxn ang="0">
                <a:pos x="connsiteX59053" y="connsiteY59053"/>
              </a:cxn>
              <a:cxn ang="0">
                <a:pos x="connsiteX59054" y="connsiteY59054"/>
              </a:cxn>
              <a:cxn ang="0">
                <a:pos x="connsiteX59055" y="connsiteY59055"/>
              </a:cxn>
              <a:cxn ang="0">
                <a:pos x="connsiteX59056" y="connsiteY59056"/>
              </a:cxn>
              <a:cxn ang="0">
                <a:pos x="connsiteX59057" y="connsiteY59057"/>
              </a:cxn>
              <a:cxn ang="0">
                <a:pos x="connsiteX59058" y="connsiteY59058"/>
              </a:cxn>
              <a:cxn ang="0">
                <a:pos x="connsiteX59059" y="connsiteY59059"/>
              </a:cxn>
              <a:cxn ang="0">
                <a:pos x="connsiteX59060" y="connsiteY59060"/>
              </a:cxn>
              <a:cxn ang="0">
                <a:pos x="connsiteX59061" y="connsiteY59061"/>
              </a:cxn>
              <a:cxn ang="0">
                <a:pos x="connsiteX59062" y="connsiteY59062"/>
              </a:cxn>
              <a:cxn ang="0">
                <a:pos x="connsiteX59063" y="connsiteY59063"/>
              </a:cxn>
              <a:cxn ang="0">
                <a:pos x="connsiteX59064" y="connsiteY59064"/>
              </a:cxn>
              <a:cxn ang="0">
                <a:pos x="connsiteX59065" y="connsiteY59065"/>
              </a:cxn>
              <a:cxn ang="0">
                <a:pos x="connsiteX59066" y="connsiteY59066"/>
              </a:cxn>
              <a:cxn ang="0">
                <a:pos x="connsiteX59067" y="connsiteY59067"/>
              </a:cxn>
              <a:cxn ang="0">
                <a:pos x="connsiteX59068" y="connsiteY59068"/>
              </a:cxn>
              <a:cxn ang="0">
                <a:pos x="connsiteX59069" y="connsiteY59069"/>
              </a:cxn>
              <a:cxn ang="0">
                <a:pos x="connsiteX59070" y="connsiteY59070"/>
              </a:cxn>
              <a:cxn ang="0">
                <a:pos x="connsiteX59071" y="connsiteY59071"/>
              </a:cxn>
              <a:cxn ang="0">
                <a:pos x="connsiteX59072" y="connsiteY59072"/>
              </a:cxn>
              <a:cxn ang="0">
                <a:pos x="connsiteX59073" y="connsiteY59073"/>
              </a:cxn>
              <a:cxn ang="0">
                <a:pos x="connsiteX59074" y="connsiteY59074"/>
              </a:cxn>
              <a:cxn ang="0">
                <a:pos x="connsiteX59075" y="connsiteY59075"/>
              </a:cxn>
              <a:cxn ang="0">
                <a:pos x="connsiteX59076" y="connsiteY59076"/>
              </a:cxn>
              <a:cxn ang="0">
                <a:pos x="connsiteX59077" y="connsiteY59077"/>
              </a:cxn>
              <a:cxn ang="0">
                <a:pos x="connsiteX59078" y="connsiteY59078"/>
              </a:cxn>
              <a:cxn ang="0">
                <a:pos x="connsiteX59079" y="connsiteY59079"/>
              </a:cxn>
              <a:cxn ang="0">
                <a:pos x="connsiteX59080" y="connsiteY59080"/>
              </a:cxn>
              <a:cxn ang="0">
                <a:pos x="connsiteX59081" y="connsiteY59081"/>
              </a:cxn>
              <a:cxn ang="0">
                <a:pos x="connsiteX59082" y="connsiteY59082"/>
              </a:cxn>
              <a:cxn ang="0">
                <a:pos x="connsiteX59083" y="connsiteY59083"/>
              </a:cxn>
              <a:cxn ang="0">
                <a:pos x="connsiteX59084" y="connsiteY59084"/>
              </a:cxn>
              <a:cxn ang="0">
                <a:pos x="connsiteX59085" y="connsiteY59085"/>
              </a:cxn>
              <a:cxn ang="0">
                <a:pos x="connsiteX59086" y="connsiteY59086"/>
              </a:cxn>
              <a:cxn ang="0">
                <a:pos x="connsiteX59087" y="connsiteY59087"/>
              </a:cxn>
              <a:cxn ang="0">
                <a:pos x="connsiteX59088" y="connsiteY59088"/>
              </a:cxn>
              <a:cxn ang="0">
                <a:pos x="connsiteX59089" y="connsiteY59089"/>
              </a:cxn>
              <a:cxn ang="0">
                <a:pos x="connsiteX59090" y="connsiteY59090"/>
              </a:cxn>
              <a:cxn ang="0">
                <a:pos x="connsiteX59091" y="connsiteY59091"/>
              </a:cxn>
              <a:cxn ang="0">
                <a:pos x="connsiteX59092" y="connsiteY59092"/>
              </a:cxn>
              <a:cxn ang="0">
                <a:pos x="connsiteX59093" y="connsiteY59093"/>
              </a:cxn>
              <a:cxn ang="0">
                <a:pos x="connsiteX59094" y="connsiteY59094"/>
              </a:cxn>
              <a:cxn ang="0">
                <a:pos x="connsiteX59095" y="connsiteY59095"/>
              </a:cxn>
              <a:cxn ang="0">
                <a:pos x="connsiteX59096" y="connsiteY59096"/>
              </a:cxn>
              <a:cxn ang="0">
                <a:pos x="connsiteX59097" y="connsiteY59097"/>
              </a:cxn>
              <a:cxn ang="0">
                <a:pos x="connsiteX59098" y="connsiteY59098"/>
              </a:cxn>
              <a:cxn ang="0">
                <a:pos x="connsiteX59099" y="connsiteY59099"/>
              </a:cxn>
              <a:cxn ang="0">
                <a:pos x="connsiteX59100" y="connsiteY59100"/>
              </a:cxn>
              <a:cxn ang="0">
                <a:pos x="connsiteX59101" y="connsiteY59101"/>
              </a:cxn>
              <a:cxn ang="0">
                <a:pos x="connsiteX59102" y="connsiteY59102"/>
              </a:cxn>
              <a:cxn ang="0">
                <a:pos x="connsiteX59103" y="connsiteY59103"/>
              </a:cxn>
              <a:cxn ang="0">
                <a:pos x="connsiteX59104" y="connsiteY59104"/>
              </a:cxn>
              <a:cxn ang="0">
                <a:pos x="connsiteX59105" y="connsiteY59105"/>
              </a:cxn>
              <a:cxn ang="0">
                <a:pos x="connsiteX59106" y="connsiteY59106"/>
              </a:cxn>
              <a:cxn ang="0">
                <a:pos x="connsiteX59107" y="connsiteY59107"/>
              </a:cxn>
              <a:cxn ang="0">
                <a:pos x="connsiteX59108" y="connsiteY59108"/>
              </a:cxn>
              <a:cxn ang="0">
                <a:pos x="connsiteX59109" y="connsiteY59109"/>
              </a:cxn>
              <a:cxn ang="0">
                <a:pos x="connsiteX59110" y="connsiteY59110"/>
              </a:cxn>
              <a:cxn ang="0">
                <a:pos x="connsiteX59111" y="connsiteY59111"/>
              </a:cxn>
              <a:cxn ang="0">
                <a:pos x="connsiteX59112" y="connsiteY59112"/>
              </a:cxn>
              <a:cxn ang="0">
                <a:pos x="connsiteX59113" y="connsiteY59113"/>
              </a:cxn>
              <a:cxn ang="0">
                <a:pos x="connsiteX59114" y="connsiteY59114"/>
              </a:cxn>
              <a:cxn ang="0">
                <a:pos x="connsiteX59115" y="connsiteY59115"/>
              </a:cxn>
              <a:cxn ang="0">
                <a:pos x="connsiteX59116" y="connsiteY59116"/>
              </a:cxn>
              <a:cxn ang="0">
                <a:pos x="connsiteX59117" y="connsiteY59117"/>
              </a:cxn>
              <a:cxn ang="0">
                <a:pos x="connsiteX59118" y="connsiteY59118"/>
              </a:cxn>
              <a:cxn ang="0">
                <a:pos x="connsiteX59119" y="connsiteY59119"/>
              </a:cxn>
              <a:cxn ang="0">
                <a:pos x="connsiteX59120" y="connsiteY59120"/>
              </a:cxn>
              <a:cxn ang="0">
                <a:pos x="connsiteX59121" y="connsiteY59121"/>
              </a:cxn>
              <a:cxn ang="0">
                <a:pos x="connsiteX59122" y="connsiteY59122"/>
              </a:cxn>
              <a:cxn ang="0">
                <a:pos x="connsiteX59123" y="connsiteY59123"/>
              </a:cxn>
              <a:cxn ang="0">
                <a:pos x="connsiteX59124" y="connsiteY59124"/>
              </a:cxn>
              <a:cxn ang="0">
                <a:pos x="connsiteX59125" y="connsiteY59125"/>
              </a:cxn>
              <a:cxn ang="0">
                <a:pos x="connsiteX59126" y="connsiteY59126"/>
              </a:cxn>
              <a:cxn ang="0">
                <a:pos x="connsiteX59127" y="connsiteY59127"/>
              </a:cxn>
              <a:cxn ang="0">
                <a:pos x="connsiteX59128" y="connsiteY59128"/>
              </a:cxn>
              <a:cxn ang="0">
                <a:pos x="connsiteX59129" y="connsiteY59129"/>
              </a:cxn>
              <a:cxn ang="0">
                <a:pos x="connsiteX59130" y="connsiteY59130"/>
              </a:cxn>
              <a:cxn ang="0">
                <a:pos x="connsiteX59131" y="connsiteY59131"/>
              </a:cxn>
              <a:cxn ang="0">
                <a:pos x="connsiteX59132" y="connsiteY59132"/>
              </a:cxn>
              <a:cxn ang="0">
                <a:pos x="connsiteX59133" y="connsiteY59133"/>
              </a:cxn>
              <a:cxn ang="0">
                <a:pos x="connsiteX59134" y="connsiteY59134"/>
              </a:cxn>
              <a:cxn ang="0">
                <a:pos x="connsiteX59135" y="connsiteY59135"/>
              </a:cxn>
              <a:cxn ang="0">
                <a:pos x="connsiteX59136" y="connsiteY59136"/>
              </a:cxn>
              <a:cxn ang="0">
                <a:pos x="connsiteX59137" y="connsiteY59137"/>
              </a:cxn>
              <a:cxn ang="0">
                <a:pos x="connsiteX59138" y="connsiteY59138"/>
              </a:cxn>
              <a:cxn ang="0">
                <a:pos x="connsiteX59139" y="connsiteY59139"/>
              </a:cxn>
              <a:cxn ang="0">
                <a:pos x="connsiteX59140" y="connsiteY59140"/>
              </a:cxn>
              <a:cxn ang="0">
                <a:pos x="connsiteX59141" y="connsiteY59141"/>
              </a:cxn>
              <a:cxn ang="0">
                <a:pos x="connsiteX59142" y="connsiteY59142"/>
              </a:cxn>
              <a:cxn ang="0">
                <a:pos x="connsiteX59143" y="connsiteY59143"/>
              </a:cxn>
              <a:cxn ang="0">
                <a:pos x="connsiteX59144" y="connsiteY59144"/>
              </a:cxn>
              <a:cxn ang="0">
                <a:pos x="connsiteX59145" y="connsiteY59145"/>
              </a:cxn>
              <a:cxn ang="0">
                <a:pos x="connsiteX59146" y="connsiteY59146"/>
              </a:cxn>
              <a:cxn ang="0">
                <a:pos x="connsiteX59147" y="connsiteY59147"/>
              </a:cxn>
              <a:cxn ang="0">
                <a:pos x="connsiteX59148" y="connsiteY59148"/>
              </a:cxn>
              <a:cxn ang="0">
                <a:pos x="connsiteX59149" y="connsiteY59149"/>
              </a:cxn>
              <a:cxn ang="0">
                <a:pos x="connsiteX59150" y="connsiteY59150"/>
              </a:cxn>
              <a:cxn ang="0">
                <a:pos x="connsiteX59151" y="connsiteY59151"/>
              </a:cxn>
              <a:cxn ang="0">
                <a:pos x="connsiteX59152" y="connsiteY59152"/>
              </a:cxn>
              <a:cxn ang="0">
                <a:pos x="connsiteX59153" y="connsiteY59153"/>
              </a:cxn>
              <a:cxn ang="0">
                <a:pos x="connsiteX59154" y="connsiteY59154"/>
              </a:cxn>
              <a:cxn ang="0">
                <a:pos x="connsiteX59155" y="connsiteY59155"/>
              </a:cxn>
              <a:cxn ang="0">
                <a:pos x="connsiteX59156" y="connsiteY59156"/>
              </a:cxn>
              <a:cxn ang="0">
                <a:pos x="connsiteX59157" y="connsiteY59157"/>
              </a:cxn>
              <a:cxn ang="0">
                <a:pos x="connsiteX59158" y="connsiteY59158"/>
              </a:cxn>
              <a:cxn ang="0">
                <a:pos x="connsiteX59159" y="connsiteY59159"/>
              </a:cxn>
              <a:cxn ang="0">
                <a:pos x="connsiteX59160" y="connsiteY59160"/>
              </a:cxn>
              <a:cxn ang="0">
                <a:pos x="connsiteX59161" y="connsiteY59161"/>
              </a:cxn>
              <a:cxn ang="0">
                <a:pos x="connsiteX59162" y="connsiteY59162"/>
              </a:cxn>
              <a:cxn ang="0">
                <a:pos x="connsiteX59163" y="connsiteY59163"/>
              </a:cxn>
              <a:cxn ang="0">
                <a:pos x="connsiteX59164" y="connsiteY59164"/>
              </a:cxn>
              <a:cxn ang="0">
                <a:pos x="connsiteX59165" y="connsiteY59165"/>
              </a:cxn>
              <a:cxn ang="0">
                <a:pos x="connsiteX59166" y="connsiteY59166"/>
              </a:cxn>
              <a:cxn ang="0">
                <a:pos x="connsiteX59167" y="connsiteY59167"/>
              </a:cxn>
              <a:cxn ang="0">
                <a:pos x="connsiteX59168" y="connsiteY59168"/>
              </a:cxn>
              <a:cxn ang="0">
                <a:pos x="connsiteX59169" y="connsiteY59169"/>
              </a:cxn>
              <a:cxn ang="0">
                <a:pos x="connsiteX59170" y="connsiteY59170"/>
              </a:cxn>
              <a:cxn ang="0">
                <a:pos x="connsiteX59171" y="connsiteY59171"/>
              </a:cxn>
              <a:cxn ang="0">
                <a:pos x="connsiteX59172" y="connsiteY59172"/>
              </a:cxn>
              <a:cxn ang="0">
                <a:pos x="connsiteX59173" y="connsiteY59173"/>
              </a:cxn>
              <a:cxn ang="0">
                <a:pos x="connsiteX59174" y="connsiteY59174"/>
              </a:cxn>
              <a:cxn ang="0">
                <a:pos x="connsiteX59175" y="connsiteY59175"/>
              </a:cxn>
              <a:cxn ang="0">
                <a:pos x="connsiteX59176" y="connsiteY59176"/>
              </a:cxn>
              <a:cxn ang="0">
                <a:pos x="connsiteX59177" y="connsiteY59177"/>
              </a:cxn>
              <a:cxn ang="0">
                <a:pos x="connsiteX59178" y="connsiteY59178"/>
              </a:cxn>
              <a:cxn ang="0">
                <a:pos x="connsiteX59179" y="connsiteY59179"/>
              </a:cxn>
              <a:cxn ang="0">
                <a:pos x="connsiteX59180" y="connsiteY59180"/>
              </a:cxn>
              <a:cxn ang="0">
                <a:pos x="connsiteX59181" y="connsiteY59181"/>
              </a:cxn>
              <a:cxn ang="0">
                <a:pos x="connsiteX59182" y="connsiteY59182"/>
              </a:cxn>
              <a:cxn ang="0">
                <a:pos x="connsiteX59183" y="connsiteY59183"/>
              </a:cxn>
              <a:cxn ang="0">
                <a:pos x="connsiteX59184" y="connsiteY59184"/>
              </a:cxn>
              <a:cxn ang="0">
                <a:pos x="connsiteX59185" y="connsiteY59185"/>
              </a:cxn>
              <a:cxn ang="0">
                <a:pos x="connsiteX59186" y="connsiteY59186"/>
              </a:cxn>
              <a:cxn ang="0">
                <a:pos x="connsiteX59187" y="connsiteY59187"/>
              </a:cxn>
              <a:cxn ang="0">
                <a:pos x="connsiteX59188" y="connsiteY59188"/>
              </a:cxn>
              <a:cxn ang="0">
                <a:pos x="connsiteX59189" y="connsiteY59189"/>
              </a:cxn>
              <a:cxn ang="0">
                <a:pos x="connsiteX59190" y="connsiteY59190"/>
              </a:cxn>
              <a:cxn ang="0">
                <a:pos x="connsiteX59191" y="connsiteY59191"/>
              </a:cxn>
              <a:cxn ang="0">
                <a:pos x="connsiteX59192" y="connsiteY59192"/>
              </a:cxn>
              <a:cxn ang="0">
                <a:pos x="connsiteX59193" y="connsiteY59193"/>
              </a:cxn>
              <a:cxn ang="0">
                <a:pos x="connsiteX59194" y="connsiteY59194"/>
              </a:cxn>
              <a:cxn ang="0">
                <a:pos x="connsiteX59195" y="connsiteY59195"/>
              </a:cxn>
              <a:cxn ang="0">
                <a:pos x="connsiteX59196" y="connsiteY59196"/>
              </a:cxn>
              <a:cxn ang="0">
                <a:pos x="connsiteX59197" y="connsiteY59197"/>
              </a:cxn>
              <a:cxn ang="0">
                <a:pos x="connsiteX59198" y="connsiteY59198"/>
              </a:cxn>
              <a:cxn ang="0">
                <a:pos x="connsiteX59199" y="connsiteY59199"/>
              </a:cxn>
              <a:cxn ang="0">
                <a:pos x="connsiteX59200" y="connsiteY59200"/>
              </a:cxn>
              <a:cxn ang="0">
                <a:pos x="connsiteX59201" y="connsiteY59201"/>
              </a:cxn>
              <a:cxn ang="0">
                <a:pos x="connsiteX59202" y="connsiteY59202"/>
              </a:cxn>
              <a:cxn ang="0">
                <a:pos x="connsiteX59203" y="connsiteY59203"/>
              </a:cxn>
              <a:cxn ang="0">
                <a:pos x="connsiteX59204" y="connsiteY59204"/>
              </a:cxn>
              <a:cxn ang="0">
                <a:pos x="connsiteX59205" y="connsiteY59205"/>
              </a:cxn>
              <a:cxn ang="0">
                <a:pos x="connsiteX59206" y="connsiteY59206"/>
              </a:cxn>
              <a:cxn ang="0">
                <a:pos x="connsiteX59207" y="connsiteY59207"/>
              </a:cxn>
              <a:cxn ang="0">
                <a:pos x="connsiteX59208" y="connsiteY59208"/>
              </a:cxn>
              <a:cxn ang="0">
                <a:pos x="connsiteX59209" y="connsiteY59209"/>
              </a:cxn>
              <a:cxn ang="0">
                <a:pos x="connsiteX59210" y="connsiteY59210"/>
              </a:cxn>
              <a:cxn ang="0">
                <a:pos x="connsiteX59211" y="connsiteY59211"/>
              </a:cxn>
              <a:cxn ang="0">
                <a:pos x="connsiteX59212" y="connsiteY59212"/>
              </a:cxn>
              <a:cxn ang="0">
                <a:pos x="connsiteX59213" y="connsiteY59213"/>
              </a:cxn>
              <a:cxn ang="0">
                <a:pos x="connsiteX59214" y="connsiteY59214"/>
              </a:cxn>
              <a:cxn ang="0">
                <a:pos x="connsiteX59215" y="connsiteY59215"/>
              </a:cxn>
              <a:cxn ang="0">
                <a:pos x="connsiteX59216" y="connsiteY59216"/>
              </a:cxn>
              <a:cxn ang="0">
                <a:pos x="connsiteX59217" y="connsiteY59217"/>
              </a:cxn>
              <a:cxn ang="0">
                <a:pos x="connsiteX59218" y="connsiteY59218"/>
              </a:cxn>
              <a:cxn ang="0">
                <a:pos x="connsiteX59219" y="connsiteY59219"/>
              </a:cxn>
              <a:cxn ang="0">
                <a:pos x="connsiteX59220" y="connsiteY59220"/>
              </a:cxn>
              <a:cxn ang="0">
                <a:pos x="connsiteX59221" y="connsiteY59221"/>
              </a:cxn>
              <a:cxn ang="0">
                <a:pos x="connsiteX59222" y="connsiteY59222"/>
              </a:cxn>
              <a:cxn ang="0">
                <a:pos x="connsiteX59223" y="connsiteY59223"/>
              </a:cxn>
              <a:cxn ang="0">
                <a:pos x="connsiteX59224" y="connsiteY59224"/>
              </a:cxn>
              <a:cxn ang="0">
                <a:pos x="connsiteX59225" y="connsiteY59225"/>
              </a:cxn>
              <a:cxn ang="0">
                <a:pos x="connsiteX59226" y="connsiteY59226"/>
              </a:cxn>
              <a:cxn ang="0">
                <a:pos x="connsiteX59227" y="connsiteY59227"/>
              </a:cxn>
              <a:cxn ang="0">
                <a:pos x="connsiteX59228" y="connsiteY59228"/>
              </a:cxn>
              <a:cxn ang="0">
                <a:pos x="connsiteX59229" y="connsiteY59229"/>
              </a:cxn>
              <a:cxn ang="0">
                <a:pos x="connsiteX59230" y="connsiteY59230"/>
              </a:cxn>
              <a:cxn ang="0">
                <a:pos x="connsiteX59231" y="connsiteY59231"/>
              </a:cxn>
              <a:cxn ang="0">
                <a:pos x="connsiteX59232" y="connsiteY59232"/>
              </a:cxn>
              <a:cxn ang="0">
                <a:pos x="connsiteX59233" y="connsiteY59233"/>
              </a:cxn>
              <a:cxn ang="0">
                <a:pos x="connsiteX59234" y="connsiteY59234"/>
              </a:cxn>
              <a:cxn ang="0">
                <a:pos x="connsiteX59235" y="connsiteY59235"/>
              </a:cxn>
              <a:cxn ang="0">
                <a:pos x="connsiteX59236" y="connsiteY59236"/>
              </a:cxn>
              <a:cxn ang="0">
                <a:pos x="connsiteX59237" y="connsiteY59237"/>
              </a:cxn>
              <a:cxn ang="0">
                <a:pos x="connsiteX59238" y="connsiteY59238"/>
              </a:cxn>
              <a:cxn ang="0">
                <a:pos x="connsiteX59239" y="connsiteY59239"/>
              </a:cxn>
              <a:cxn ang="0">
                <a:pos x="connsiteX59240" y="connsiteY59240"/>
              </a:cxn>
              <a:cxn ang="0">
                <a:pos x="connsiteX59241" y="connsiteY59241"/>
              </a:cxn>
              <a:cxn ang="0">
                <a:pos x="connsiteX59242" y="connsiteY59242"/>
              </a:cxn>
              <a:cxn ang="0">
                <a:pos x="connsiteX59243" y="connsiteY59243"/>
              </a:cxn>
              <a:cxn ang="0">
                <a:pos x="connsiteX59244" y="connsiteY59244"/>
              </a:cxn>
              <a:cxn ang="0">
                <a:pos x="connsiteX59245" y="connsiteY59245"/>
              </a:cxn>
              <a:cxn ang="0">
                <a:pos x="connsiteX59246" y="connsiteY59246"/>
              </a:cxn>
              <a:cxn ang="0">
                <a:pos x="connsiteX59247" y="connsiteY59247"/>
              </a:cxn>
              <a:cxn ang="0">
                <a:pos x="connsiteX59248" y="connsiteY59248"/>
              </a:cxn>
              <a:cxn ang="0">
                <a:pos x="connsiteX59249" y="connsiteY59249"/>
              </a:cxn>
              <a:cxn ang="0">
                <a:pos x="connsiteX59250" y="connsiteY59250"/>
              </a:cxn>
              <a:cxn ang="0">
                <a:pos x="connsiteX59251" y="connsiteY59251"/>
              </a:cxn>
              <a:cxn ang="0">
                <a:pos x="connsiteX59252" y="connsiteY59252"/>
              </a:cxn>
              <a:cxn ang="0">
                <a:pos x="connsiteX59253" y="connsiteY59253"/>
              </a:cxn>
              <a:cxn ang="0">
                <a:pos x="connsiteX59254" y="connsiteY59254"/>
              </a:cxn>
              <a:cxn ang="0">
                <a:pos x="connsiteX59255" y="connsiteY59255"/>
              </a:cxn>
              <a:cxn ang="0">
                <a:pos x="connsiteX59256" y="connsiteY59256"/>
              </a:cxn>
              <a:cxn ang="0">
                <a:pos x="connsiteX59257" y="connsiteY59257"/>
              </a:cxn>
              <a:cxn ang="0">
                <a:pos x="connsiteX59258" y="connsiteY59258"/>
              </a:cxn>
              <a:cxn ang="0">
                <a:pos x="connsiteX59259" y="connsiteY59259"/>
              </a:cxn>
              <a:cxn ang="0">
                <a:pos x="connsiteX59260" y="connsiteY59260"/>
              </a:cxn>
              <a:cxn ang="0">
                <a:pos x="connsiteX59261" y="connsiteY59261"/>
              </a:cxn>
              <a:cxn ang="0">
                <a:pos x="connsiteX59262" y="connsiteY59262"/>
              </a:cxn>
              <a:cxn ang="0">
                <a:pos x="connsiteX59263" y="connsiteY59263"/>
              </a:cxn>
              <a:cxn ang="0">
                <a:pos x="connsiteX59264" y="connsiteY59264"/>
              </a:cxn>
              <a:cxn ang="0">
                <a:pos x="connsiteX59265" y="connsiteY59265"/>
              </a:cxn>
              <a:cxn ang="0">
                <a:pos x="connsiteX59266" y="connsiteY59266"/>
              </a:cxn>
              <a:cxn ang="0">
                <a:pos x="connsiteX59267" y="connsiteY59267"/>
              </a:cxn>
              <a:cxn ang="0">
                <a:pos x="connsiteX59268" y="connsiteY59268"/>
              </a:cxn>
              <a:cxn ang="0">
                <a:pos x="connsiteX59269" y="connsiteY59269"/>
              </a:cxn>
              <a:cxn ang="0">
                <a:pos x="connsiteX59270" y="connsiteY59270"/>
              </a:cxn>
              <a:cxn ang="0">
                <a:pos x="connsiteX59271" y="connsiteY59271"/>
              </a:cxn>
              <a:cxn ang="0">
                <a:pos x="connsiteX59272" y="connsiteY59272"/>
              </a:cxn>
              <a:cxn ang="0">
                <a:pos x="connsiteX59273" y="connsiteY59273"/>
              </a:cxn>
              <a:cxn ang="0">
                <a:pos x="connsiteX59274" y="connsiteY59274"/>
              </a:cxn>
              <a:cxn ang="0">
                <a:pos x="connsiteX59275" y="connsiteY59275"/>
              </a:cxn>
              <a:cxn ang="0">
                <a:pos x="connsiteX59276" y="connsiteY59276"/>
              </a:cxn>
              <a:cxn ang="0">
                <a:pos x="connsiteX59277" y="connsiteY59277"/>
              </a:cxn>
              <a:cxn ang="0">
                <a:pos x="connsiteX59278" y="connsiteY59278"/>
              </a:cxn>
              <a:cxn ang="0">
                <a:pos x="connsiteX59279" y="connsiteY59279"/>
              </a:cxn>
              <a:cxn ang="0">
                <a:pos x="connsiteX59280" y="connsiteY59280"/>
              </a:cxn>
              <a:cxn ang="0">
                <a:pos x="connsiteX59281" y="connsiteY59281"/>
              </a:cxn>
              <a:cxn ang="0">
                <a:pos x="connsiteX59282" y="connsiteY59282"/>
              </a:cxn>
              <a:cxn ang="0">
                <a:pos x="connsiteX59283" y="connsiteY59283"/>
              </a:cxn>
              <a:cxn ang="0">
                <a:pos x="connsiteX59284" y="connsiteY59284"/>
              </a:cxn>
              <a:cxn ang="0">
                <a:pos x="connsiteX59285" y="connsiteY59285"/>
              </a:cxn>
              <a:cxn ang="0">
                <a:pos x="connsiteX59286" y="connsiteY59286"/>
              </a:cxn>
              <a:cxn ang="0">
                <a:pos x="connsiteX59287" y="connsiteY59287"/>
              </a:cxn>
              <a:cxn ang="0">
                <a:pos x="connsiteX59288" y="connsiteY59288"/>
              </a:cxn>
              <a:cxn ang="0">
                <a:pos x="connsiteX59289" y="connsiteY59289"/>
              </a:cxn>
              <a:cxn ang="0">
                <a:pos x="connsiteX59290" y="connsiteY59290"/>
              </a:cxn>
              <a:cxn ang="0">
                <a:pos x="connsiteX59291" y="connsiteY59291"/>
              </a:cxn>
              <a:cxn ang="0">
                <a:pos x="connsiteX59292" y="connsiteY59292"/>
              </a:cxn>
              <a:cxn ang="0">
                <a:pos x="connsiteX59293" y="connsiteY59293"/>
              </a:cxn>
              <a:cxn ang="0">
                <a:pos x="connsiteX59294" y="connsiteY59294"/>
              </a:cxn>
              <a:cxn ang="0">
                <a:pos x="connsiteX59295" y="connsiteY59295"/>
              </a:cxn>
              <a:cxn ang="0">
                <a:pos x="connsiteX59296" y="connsiteY59296"/>
              </a:cxn>
              <a:cxn ang="0">
                <a:pos x="connsiteX59297" y="connsiteY59297"/>
              </a:cxn>
              <a:cxn ang="0">
                <a:pos x="connsiteX59298" y="connsiteY59298"/>
              </a:cxn>
              <a:cxn ang="0">
                <a:pos x="connsiteX59299" y="connsiteY59299"/>
              </a:cxn>
              <a:cxn ang="0">
                <a:pos x="connsiteX59300" y="connsiteY59300"/>
              </a:cxn>
              <a:cxn ang="0">
                <a:pos x="connsiteX59301" y="connsiteY59301"/>
              </a:cxn>
              <a:cxn ang="0">
                <a:pos x="connsiteX59302" y="connsiteY59302"/>
              </a:cxn>
              <a:cxn ang="0">
                <a:pos x="connsiteX59303" y="connsiteY59303"/>
              </a:cxn>
              <a:cxn ang="0">
                <a:pos x="connsiteX59304" y="connsiteY59304"/>
              </a:cxn>
              <a:cxn ang="0">
                <a:pos x="connsiteX59305" y="connsiteY59305"/>
              </a:cxn>
              <a:cxn ang="0">
                <a:pos x="connsiteX59306" y="connsiteY59306"/>
              </a:cxn>
              <a:cxn ang="0">
                <a:pos x="connsiteX59307" y="connsiteY59307"/>
              </a:cxn>
              <a:cxn ang="0">
                <a:pos x="connsiteX59308" y="connsiteY59308"/>
              </a:cxn>
              <a:cxn ang="0">
                <a:pos x="connsiteX59309" y="connsiteY59309"/>
              </a:cxn>
              <a:cxn ang="0">
                <a:pos x="connsiteX59310" y="connsiteY59310"/>
              </a:cxn>
              <a:cxn ang="0">
                <a:pos x="connsiteX59311" y="connsiteY59311"/>
              </a:cxn>
              <a:cxn ang="0">
                <a:pos x="connsiteX59312" y="connsiteY59312"/>
              </a:cxn>
              <a:cxn ang="0">
                <a:pos x="connsiteX59313" y="connsiteY59313"/>
              </a:cxn>
              <a:cxn ang="0">
                <a:pos x="connsiteX59314" y="connsiteY59314"/>
              </a:cxn>
              <a:cxn ang="0">
                <a:pos x="connsiteX59315" y="connsiteY59315"/>
              </a:cxn>
              <a:cxn ang="0">
                <a:pos x="connsiteX59316" y="connsiteY59316"/>
              </a:cxn>
              <a:cxn ang="0">
                <a:pos x="connsiteX59317" y="connsiteY59317"/>
              </a:cxn>
              <a:cxn ang="0">
                <a:pos x="connsiteX59318" y="connsiteY59318"/>
              </a:cxn>
              <a:cxn ang="0">
                <a:pos x="connsiteX59319" y="connsiteY59319"/>
              </a:cxn>
              <a:cxn ang="0">
                <a:pos x="connsiteX59320" y="connsiteY59320"/>
              </a:cxn>
              <a:cxn ang="0">
                <a:pos x="connsiteX59321" y="connsiteY59321"/>
              </a:cxn>
              <a:cxn ang="0">
                <a:pos x="connsiteX59322" y="connsiteY59322"/>
              </a:cxn>
              <a:cxn ang="0">
                <a:pos x="connsiteX59323" y="connsiteY59323"/>
              </a:cxn>
              <a:cxn ang="0">
                <a:pos x="connsiteX59324" y="connsiteY59324"/>
              </a:cxn>
              <a:cxn ang="0">
                <a:pos x="connsiteX59325" y="connsiteY59325"/>
              </a:cxn>
              <a:cxn ang="0">
                <a:pos x="connsiteX59326" y="connsiteY59326"/>
              </a:cxn>
              <a:cxn ang="0">
                <a:pos x="connsiteX59327" y="connsiteY59327"/>
              </a:cxn>
              <a:cxn ang="0">
                <a:pos x="connsiteX59328" y="connsiteY59328"/>
              </a:cxn>
              <a:cxn ang="0">
                <a:pos x="connsiteX59329" y="connsiteY59329"/>
              </a:cxn>
              <a:cxn ang="0">
                <a:pos x="connsiteX59330" y="connsiteY59330"/>
              </a:cxn>
              <a:cxn ang="0">
                <a:pos x="connsiteX59331" y="connsiteY59331"/>
              </a:cxn>
              <a:cxn ang="0">
                <a:pos x="connsiteX59332" y="connsiteY59332"/>
              </a:cxn>
              <a:cxn ang="0">
                <a:pos x="connsiteX59333" y="connsiteY59333"/>
              </a:cxn>
              <a:cxn ang="0">
                <a:pos x="connsiteX59334" y="connsiteY59334"/>
              </a:cxn>
              <a:cxn ang="0">
                <a:pos x="connsiteX59335" y="connsiteY59335"/>
              </a:cxn>
              <a:cxn ang="0">
                <a:pos x="connsiteX59336" y="connsiteY59336"/>
              </a:cxn>
              <a:cxn ang="0">
                <a:pos x="connsiteX59337" y="connsiteY59337"/>
              </a:cxn>
              <a:cxn ang="0">
                <a:pos x="connsiteX59338" y="connsiteY59338"/>
              </a:cxn>
              <a:cxn ang="0">
                <a:pos x="connsiteX59339" y="connsiteY59339"/>
              </a:cxn>
              <a:cxn ang="0">
                <a:pos x="connsiteX59340" y="connsiteY59340"/>
              </a:cxn>
              <a:cxn ang="0">
                <a:pos x="connsiteX59341" y="connsiteY59341"/>
              </a:cxn>
              <a:cxn ang="0">
                <a:pos x="connsiteX59342" y="connsiteY59342"/>
              </a:cxn>
              <a:cxn ang="0">
                <a:pos x="connsiteX59343" y="connsiteY59343"/>
              </a:cxn>
              <a:cxn ang="0">
                <a:pos x="connsiteX59344" y="connsiteY59344"/>
              </a:cxn>
              <a:cxn ang="0">
                <a:pos x="connsiteX59345" y="connsiteY59345"/>
              </a:cxn>
              <a:cxn ang="0">
                <a:pos x="connsiteX59346" y="connsiteY59346"/>
              </a:cxn>
              <a:cxn ang="0">
                <a:pos x="connsiteX59347" y="connsiteY59347"/>
              </a:cxn>
              <a:cxn ang="0">
                <a:pos x="connsiteX59348" y="connsiteY59348"/>
              </a:cxn>
              <a:cxn ang="0">
                <a:pos x="connsiteX59349" y="connsiteY59349"/>
              </a:cxn>
              <a:cxn ang="0">
                <a:pos x="connsiteX59350" y="connsiteY59350"/>
              </a:cxn>
              <a:cxn ang="0">
                <a:pos x="connsiteX59351" y="connsiteY59351"/>
              </a:cxn>
              <a:cxn ang="0">
                <a:pos x="connsiteX59352" y="connsiteY59352"/>
              </a:cxn>
              <a:cxn ang="0">
                <a:pos x="connsiteX59353" y="connsiteY59353"/>
              </a:cxn>
              <a:cxn ang="0">
                <a:pos x="connsiteX59354" y="connsiteY59354"/>
              </a:cxn>
              <a:cxn ang="0">
                <a:pos x="connsiteX59355" y="connsiteY59355"/>
              </a:cxn>
              <a:cxn ang="0">
                <a:pos x="connsiteX59356" y="connsiteY59356"/>
              </a:cxn>
              <a:cxn ang="0">
                <a:pos x="connsiteX59357" y="connsiteY59357"/>
              </a:cxn>
              <a:cxn ang="0">
                <a:pos x="connsiteX59358" y="connsiteY59358"/>
              </a:cxn>
              <a:cxn ang="0">
                <a:pos x="connsiteX59359" y="connsiteY59359"/>
              </a:cxn>
              <a:cxn ang="0">
                <a:pos x="connsiteX59360" y="connsiteY59360"/>
              </a:cxn>
              <a:cxn ang="0">
                <a:pos x="connsiteX59361" y="connsiteY59361"/>
              </a:cxn>
              <a:cxn ang="0">
                <a:pos x="connsiteX59362" y="connsiteY59362"/>
              </a:cxn>
              <a:cxn ang="0">
                <a:pos x="connsiteX59363" y="connsiteY59363"/>
              </a:cxn>
              <a:cxn ang="0">
                <a:pos x="connsiteX59364" y="connsiteY59364"/>
              </a:cxn>
              <a:cxn ang="0">
                <a:pos x="connsiteX59365" y="connsiteY59365"/>
              </a:cxn>
              <a:cxn ang="0">
                <a:pos x="connsiteX59366" y="connsiteY59366"/>
              </a:cxn>
              <a:cxn ang="0">
                <a:pos x="connsiteX59367" y="connsiteY59367"/>
              </a:cxn>
              <a:cxn ang="0">
                <a:pos x="connsiteX59368" y="connsiteY59368"/>
              </a:cxn>
              <a:cxn ang="0">
                <a:pos x="connsiteX59369" y="connsiteY59369"/>
              </a:cxn>
              <a:cxn ang="0">
                <a:pos x="connsiteX59370" y="connsiteY59370"/>
              </a:cxn>
              <a:cxn ang="0">
                <a:pos x="connsiteX59371" y="connsiteY59371"/>
              </a:cxn>
              <a:cxn ang="0">
                <a:pos x="connsiteX59372" y="connsiteY59372"/>
              </a:cxn>
              <a:cxn ang="0">
                <a:pos x="connsiteX59373" y="connsiteY59373"/>
              </a:cxn>
              <a:cxn ang="0">
                <a:pos x="connsiteX59374" y="connsiteY59374"/>
              </a:cxn>
              <a:cxn ang="0">
                <a:pos x="connsiteX59375" y="connsiteY59375"/>
              </a:cxn>
              <a:cxn ang="0">
                <a:pos x="connsiteX59376" y="connsiteY59376"/>
              </a:cxn>
              <a:cxn ang="0">
                <a:pos x="connsiteX59377" y="connsiteY59377"/>
              </a:cxn>
              <a:cxn ang="0">
                <a:pos x="connsiteX59378" y="connsiteY59378"/>
              </a:cxn>
              <a:cxn ang="0">
                <a:pos x="connsiteX59379" y="connsiteY59379"/>
              </a:cxn>
              <a:cxn ang="0">
                <a:pos x="connsiteX59380" y="connsiteY59380"/>
              </a:cxn>
              <a:cxn ang="0">
                <a:pos x="connsiteX59381" y="connsiteY59381"/>
              </a:cxn>
              <a:cxn ang="0">
                <a:pos x="connsiteX59382" y="connsiteY59382"/>
              </a:cxn>
              <a:cxn ang="0">
                <a:pos x="connsiteX59383" y="connsiteY59383"/>
              </a:cxn>
              <a:cxn ang="0">
                <a:pos x="connsiteX59384" y="connsiteY59384"/>
              </a:cxn>
              <a:cxn ang="0">
                <a:pos x="connsiteX59385" y="connsiteY59385"/>
              </a:cxn>
              <a:cxn ang="0">
                <a:pos x="connsiteX59386" y="connsiteY59386"/>
              </a:cxn>
              <a:cxn ang="0">
                <a:pos x="connsiteX59387" y="connsiteY59387"/>
              </a:cxn>
              <a:cxn ang="0">
                <a:pos x="connsiteX59388" y="connsiteY59388"/>
              </a:cxn>
              <a:cxn ang="0">
                <a:pos x="connsiteX59389" y="connsiteY59389"/>
              </a:cxn>
              <a:cxn ang="0">
                <a:pos x="connsiteX59390" y="connsiteY59390"/>
              </a:cxn>
              <a:cxn ang="0">
                <a:pos x="connsiteX59391" y="connsiteY59391"/>
              </a:cxn>
              <a:cxn ang="0">
                <a:pos x="connsiteX59392" y="connsiteY59392"/>
              </a:cxn>
              <a:cxn ang="0">
                <a:pos x="connsiteX59393" y="connsiteY59393"/>
              </a:cxn>
              <a:cxn ang="0">
                <a:pos x="connsiteX59394" y="connsiteY59394"/>
              </a:cxn>
              <a:cxn ang="0">
                <a:pos x="connsiteX59395" y="connsiteY59395"/>
              </a:cxn>
              <a:cxn ang="0">
                <a:pos x="connsiteX59396" y="connsiteY59396"/>
              </a:cxn>
              <a:cxn ang="0">
                <a:pos x="connsiteX59397" y="connsiteY59397"/>
              </a:cxn>
              <a:cxn ang="0">
                <a:pos x="connsiteX59398" y="connsiteY59398"/>
              </a:cxn>
              <a:cxn ang="0">
                <a:pos x="connsiteX59399" y="connsiteY59399"/>
              </a:cxn>
              <a:cxn ang="0">
                <a:pos x="connsiteX59400" y="connsiteY59400"/>
              </a:cxn>
              <a:cxn ang="0">
                <a:pos x="connsiteX59401" y="connsiteY59401"/>
              </a:cxn>
              <a:cxn ang="0">
                <a:pos x="connsiteX59402" y="connsiteY59402"/>
              </a:cxn>
              <a:cxn ang="0">
                <a:pos x="connsiteX59403" y="connsiteY59403"/>
              </a:cxn>
              <a:cxn ang="0">
                <a:pos x="connsiteX59404" y="connsiteY59404"/>
              </a:cxn>
              <a:cxn ang="0">
                <a:pos x="connsiteX59405" y="connsiteY59405"/>
              </a:cxn>
              <a:cxn ang="0">
                <a:pos x="connsiteX59406" y="connsiteY59406"/>
              </a:cxn>
              <a:cxn ang="0">
                <a:pos x="connsiteX59407" y="connsiteY59407"/>
              </a:cxn>
              <a:cxn ang="0">
                <a:pos x="connsiteX59408" y="connsiteY59408"/>
              </a:cxn>
              <a:cxn ang="0">
                <a:pos x="connsiteX59409" y="connsiteY59409"/>
              </a:cxn>
              <a:cxn ang="0">
                <a:pos x="connsiteX59410" y="connsiteY59410"/>
              </a:cxn>
              <a:cxn ang="0">
                <a:pos x="connsiteX59411" y="connsiteY59411"/>
              </a:cxn>
              <a:cxn ang="0">
                <a:pos x="connsiteX59412" y="connsiteY59412"/>
              </a:cxn>
              <a:cxn ang="0">
                <a:pos x="connsiteX59413" y="connsiteY59413"/>
              </a:cxn>
              <a:cxn ang="0">
                <a:pos x="connsiteX59414" y="connsiteY59414"/>
              </a:cxn>
              <a:cxn ang="0">
                <a:pos x="connsiteX59415" y="connsiteY59415"/>
              </a:cxn>
              <a:cxn ang="0">
                <a:pos x="connsiteX59416" y="connsiteY59416"/>
              </a:cxn>
              <a:cxn ang="0">
                <a:pos x="connsiteX59417" y="connsiteY59417"/>
              </a:cxn>
              <a:cxn ang="0">
                <a:pos x="connsiteX59418" y="connsiteY59418"/>
              </a:cxn>
              <a:cxn ang="0">
                <a:pos x="connsiteX59419" y="connsiteY59419"/>
              </a:cxn>
              <a:cxn ang="0">
                <a:pos x="connsiteX59420" y="connsiteY59420"/>
              </a:cxn>
              <a:cxn ang="0">
                <a:pos x="connsiteX59421" y="connsiteY59421"/>
              </a:cxn>
              <a:cxn ang="0">
                <a:pos x="connsiteX59422" y="connsiteY59422"/>
              </a:cxn>
              <a:cxn ang="0">
                <a:pos x="connsiteX59423" y="connsiteY59423"/>
              </a:cxn>
              <a:cxn ang="0">
                <a:pos x="connsiteX59424" y="connsiteY59424"/>
              </a:cxn>
              <a:cxn ang="0">
                <a:pos x="connsiteX59425" y="connsiteY59425"/>
              </a:cxn>
              <a:cxn ang="0">
                <a:pos x="connsiteX59426" y="connsiteY59426"/>
              </a:cxn>
              <a:cxn ang="0">
                <a:pos x="connsiteX59427" y="connsiteY59427"/>
              </a:cxn>
              <a:cxn ang="0">
                <a:pos x="connsiteX59428" y="connsiteY59428"/>
              </a:cxn>
              <a:cxn ang="0">
                <a:pos x="connsiteX59429" y="connsiteY59429"/>
              </a:cxn>
              <a:cxn ang="0">
                <a:pos x="connsiteX59430" y="connsiteY59430"/>
              </a:cxn>
              <a:cxn ang="0">
                <a:pos x="connsiteX59431" y="connsiteY59431"/>
              </a:cxn>
              <a:cxn ang="0">
                <a:pos x="connsiteX59432" y="connsiteY59432"/>
              </a:cxn>
              <a:cxn ang="0">
                <a:pos x="connsiteX59433" y="connsiteY59433"/>
              </a:cxn>
              <a:cxn ang="0">
                <a:pos x="connsiteX59434" y="connsiteY59434"/>
              </a:cxn>
              <a:cxn ang="0">
                <a:pos x="connsiteX59435" y="connsiteY59435"/>
              </a:cxn>
              <a:cxn ang="0">
                <a:pos x="connsiteX59436" y="connsiteY59436"/>
              </a:cxn>
              <a:cxn ang="0">
                <a:pos x="connsiteX59437" y="connsiteY59437"/>
              </a:cxn>
              <a:cxn ang="0">
                <a:pos x="connsiteX59438" y="connsiteY59438"/>
              </a:cxn>
              <a:cxn ang="0">
                <a:pos x="connsiteX59439" y="connsiteY59439"/>
              </a:cxn>
              <a:cxn ang="0">
                <a:pos x="connsiteX59440" y="connsiteY59440"/>
              </a:cxn>
              <a:cxn ang="0">
                <a:pos x="connsiteX59441" y="connsiteY59441"/>
              </a:cxn>
              <a:cxn ang="0">
                <a:pos x="connsiteX59442" y="connsiteY59442"/>
              </a:cxn>
              <a:cxn ang="0">
                <a:pos x="connsiteX59443" y="connsiteY59443"/>
              </a:cxn>
              <a:cxn ang="0">
                <a:pos x="connsiteX59444" y="connsiteY59444"/>
              </a:cxn>
              <a:cxn ang="0">
                <a:pos x="connsiteX59445" y="connsiteY59445"/>
              </a:cxn>
              <a:cxn ang="0">
                <a:pos x="connsiteX59446" y="connsiteY59446"/>
              </a:cxn>
              <a:cxn ang="0">
                <a:pos x="connsiteX59447" y="connsiteY59447"/>
              </a:cxn>
              <a:cxn ang="0">
                <a:pos x="connsiteX59448" y="connsiteY59448"/>
              </a:cxn>
              <a:cxn ang="0">
                <a:pos x="connsiteX59449" y="connsiteY59449"/>
              </a:cxn>
              <a:cxn ang="0">
                <a:pos x="connsiteX59450" y="connsiteY59450"/>
              </a:cxn>
              <a:cxn ang="0">
                <a:pos x="connsiteX59451" y="connsiteY59451"/>
              </a:cxn>
              <a:cxn ang="0">
                <a:pos x="connsiteX59452" y="connsiteY59452"/>
              </a:cxn>
              <a:cxn ang="0">
                <a:pos x="connsiteX59453" y="connsiteY59453"/>
              </a:cxn>
              <a:cxn ang="0">
                <a:pos x="connsiteX59454" y="connsiteY59454"/>
              </a:cxn>
              <a:cxn ang="0">
                <a:pos x="connsiteX59455" y="connsiteY59455"/>
              </a:cxn>
              <a:cxn ang="0">
                <a:pos x="connsiteX59456" y="connsiteY59456"/>
              </a:cxn>
              <a:cxn ang="0">
                <a:pos x="connsiteX59457" y="connsiteY59457"/>
              </a:cxn>
              <a:cxn ang="0">
                <a:pos x="connsiteX59458" y="connsiteY59458"/>
              </a:cxn>
              <a:cxn ang="0">
                <a:pos x="connsiteX59459" y="connsiteY59459"/>
              </a:cxn>
              <a:cxn ang="0">
                <a:pos x="connsiteX59460" y="connsiteY59460"/>
              </a:cxn>
              <a:cxn ang="0">
                <a:pos x="connsiteX59461" y="connsiteY59461"/>
              </a:cxn>
              <a:cxn ang="0">
                <a:pos x="connsiteX59462" y="connsiteY59462"/>
              </a:cxn>
              <a:cxn ang="0">
                <a:pos x="connsiteX59463" y="connsiteY59463"/>
              </a:cxn>
              <a:cxn ang="0">
                <a:pos x="connsiteX59464" y="connsiteY59464"/>
              </a:cxn>
              <a:cxn ang="0">
                <a:pos x="connsiteX59465" y="connsiteY59465"/>
              </a:cxn>
              <a:cxn ang="0">
                <a:pos x="connsiteX59466" y="connsiteY59466"/>
              </a:cxn>
              <a:cxn ang="0">
                <a:pos x="connsiteX59467" y="connsiteY59467"/>
              </a:cxn>
              <a:cxn ang="0">
                <a:pos x="connsiteX59468" y="connsiteY59468"/>
              </a:cxn>
              <a:cxn ang="0">
                <a:pos x="connsiteX59469" y="connsiteY59469"/>
              </a:cxn>
              <a:cxn ang="0">
                <a:pos x="connsiteX59470" y="connsiteY59470"/>
              </a:cxn>
              <a:cxn ang="0">
                <a:pos x="connsiteX59471" y="connsiteY59471"/>
              </a:cxn>
              <a:cxn ang="0">
                <a:pos x="connsiteX59472" y="connsiteY59472"/>
              </a:cxn>
              <a:cxn ang="0">
                <a:pos x="connsiteX59473" y="connsiteY59473"/>
              </a:cxn>
              <a:cxn ang="0">
                <a:pos x="connsiteX59474" y="connsiteY59474"/>
              </a:cxn>
              <a:cxn ang="0">
                <a:pos x="connsiteX59475" y="connsiteY59475"/>
              </a:cxn>
              <a:cxn ang="0">
                <a:pos x="connsiteX59476" y="connsiteY59476"/>
              </a:cxn>
              <a:cxn ang="0">
                <a:pos x="connsiteX59477" y="connsiteY59477"/>
              </a:cxn>
              <a:cxn ang="0">
                <a:pos x="connsiteX59478" y="connsiteY59478"/>
              </a:cxn>
              <a:cxn ang="0">
                <a:pos x="connsiteX59479" y="connsiteY59479"/>
              </a:cxn>
              <a:cxn ang="0">
                <a:pos x="connsiteX59480" y="connsiteY59480"/>
              </a:cxn>
              <a:cxn ang="0">
                <a:pos x="connsiteX59481" y="connsiteY59481"/>
              </a:cxn>
              <a:cxn ang="0">
                <a:pos x="connsiteX59482" y="connsiteY59482"/>
              </a:cxn>
              <a:cxn ang="0">
                <a:pos x="connsiteX59483" y="connsiteY59483"/>
              </a:cxn>
              <a:cxn ang="0">
                <a:pos x="connsiteX59484" y="connsiteY59484"/>
              </a:cxn>
              <a:cxn ang="0">
                <a:pos x="connsiteX59485" y="connsiteY59485"/>
              </a:cxn>
              <a:cxn ang="0">
                <a:pos x="connsiteX59486" y="connsiteY59486"/>
              </a:cxn>
              <a:cxn ang="0">
                <a:pos x="connsiteX59487" y="connsiteY59487"/>
              </a:cxn>
              <a:cxn ang="0">
                <a:pos x="connsiteX59488" y="connsiteY59488"/>
              </a:cxn>
              <a:cxn ang="0">
                <a:pos x="connsiteX59489" y="connsiteY59489"/>
              </a:cxn>
              <a:cxn ang="0">
                <a:pos x="connsiteX59490" y="connsiteY59490"/>
              </a:cxn>
              <a:cxn ang="0">
                <a:pos x="connsiteX59491" y="connsiteY59491"/>
              </a:cxn>
              <a:cxn ang="0">
                <a:pos x="connsiteX59492" y="connsiteY59492"/>
              </a:cxn>
              <a:cxn ang="0">
                <a:pos x="connsiteX59493" y="connsiteY59493"/>
              </a:cxn>
              <a:cxn ang="0">
                <a:pos x="connsiteX59494" y="connsiteY59494"/>
              </a:cxn>
              <a:cxn ang="0">
                <a:pos x="connsiteX59495" y="connsiteY59495"/>
              </a:cxn>
              <a:cxn ang="0">
                <a:pos x="connsiteX59496" y="connsiteY59496"/>
              </a:cxn>
              <a:cxn ang="0">
                <a:pos x="connsiteX59497" y="connsiteY59497"/>
              </a:cxn>
              <a:cxn ang="0">
                <a:pos x="connsiteX59498" y="connsiteY59498"/>
              </a:cxn>
              <a:cxn ang="0">
                <a:pos x="connsiteX59499" y="connsiteY59499"/>
              </a:cxn>
              <a:cxn ang="0">
                <a:pos x="connsiteX59500" y="connsiteY59500"/>
              </a:cxn>
              <a:cxn ang="0">
                <a:pos x="connsiteX59501" y="connsiteY59501"/>
              </a:cxn>
              <a:cxn ang="0">
                <a:pos x="connsiteX59502" y="connsiteY59502"/>
              </a:cxn>
              <a:cxn ang="0">
                <a:pos x="connsiteX59503" y="connsiteY59503"/>
              </a:cxn>
              <a:cxn ang="0">
                <a:pos x="connsiteX59504" y="connsiteY59504"/>
              </a:cxn>
              <a:cxn ang="0">
                <a:pos x="connsiteX59505" y="connsiteY59505"/>
              </a:cxn>
              <a:cxn ang="0">
                <a:pos x="connsiteX59506" y="connsiteY59506"/>
              </a:cxn>
              <a:cxn ang="0">
                <a:pos x="connsiteX59507" y="connsiteY59507"/>
              </a:cxn>
              <a:cxn ang="0">
                <a:pos x="connsiteX59508" y="connsiteY59508"/>
              </a:cxn>
              <a:cxn ang="0">
                <a:pos x="connsiteX59509" y="connsiteY59509"/>
              </a:cxn>
              <a:cxn ang="0">
                <a:pos x="connsiteX59510" y="connsiteY59510"/>
              </a:cxn>
              <a:cxn ang="0">
                <a:pos x="connsiteX59511" y="connsiteY59511"/>
              </a:cxn>
              <a:cxn ang="0">
                <a:pos x="connsiteX59512" y="connsiteY59512"/>
              </a:cxn>
              <a:cxn ang="0">
                <a:pos x="connsiteX59513" y="connsiteY59513"/>
              </a:cxn>
              <a:cxn ang="0">
                <a:pos x="connsiteX59514" y="connsiteY59514"/>
              </a:cxn>
              <a:cxn ang="0">
                <a:pos x="connsiteX59515" y="connsiteY59515"/>
              </a:cxn>
              <a:cxn ang="0">
                <a:pos x="connsiteX59516" y="connsiteY59516"/>
              </a:cxn>
              <a:cxn ang="0">
                <a:pos x="connsiteX59517" y="connsiteY59517"/>
              </a:cxn>
              <a:cxn ang="0">
                <a:pos x="connsiteX59518" y="connsiteY59518"/>
              </a:cxn>
              <a:cxn ang="0">
                <a:pos x="connsiteX59519" y="connsiteY59519"/>
              </a:cxn>
              <a:cxn ang="0">
                <a:pos x="connsiteX59520" y="connsiteY59520"/>
              </a:cxn>
              <a:cxn ang="0">
                <a:pos x="connsiteX59521" y="connsiteY59521"/>
              </a:cxn>
              <a:cxn ang="0">
                <a:pos x="connsiteX59522" y="connsiteY59522"/>
              </a:cxn>
              <a:cxn ang="0">
                <a:pos x="connsiteX59523" y="connsiteY59523"/>
              </a:cxn>
              <a:cxn ang="0">
                <a:pos x="connsiteX59524" y="connsiteY59524"/>
              </a:cxn>
              <a:cxn ang="0">
                <a:pos x="connsiteX59525" y="connsiteY59525"/>
              </a:cxn>
              <a:cxn ang="0">
                <a:pos x="connsiteX59526" y="connsiteY59526"/>
              </a:cxn>
              <a:cxn ang="0">
                <a:pos x="connsiteX59527" y="connsiteY59527"/>
              </a:cxn>
              <a:cxn ang="0">
                <a:pos x="connsiteX59528" y="connsiteY59528"/>
              </a:cxn>
              <a:cxn ang="0">
                <a:pos x="connsiteX59529" y="connsiteY59529"/>
              </a:cxn>
              <a:cxn ang="0">
                <a:pos x="connsiteX59530" y="connsiteY59530"/>
              </a:cxn>
              <a:cxn ang="0">
                <a:pos x="connsiteX59531" y="connsiteY59531"/>
              </a:cxn>
              <a:cxn ang="0">
                <a:pos x="connsiteX59532" y="connsiteY59532"/>
              </a:cxn>
              <a:cxn ang="0">
                <a:pos x="connsiteX59533" y="connsiteY59533"/>
              </a:cxn>
              <a:cxn ang="0">
                <a:pos x="connsiteX59534" y="connsiteY59534"/>
              </a:cxn>
              <a:cxn ang="0">
                <a:pos x="connsiteX59535" y="connsiteY59535"/>
              </a:cxn>
              <a:cxn ang="0">
                <a:pos x="connsiteX59536" y="connsiteY59536"/>
              </a:cxn>
              <a:cxn ang="0">
                <a:pos x="connsiteX59537" y="connsiteY59537"/>
              </a:cxn>
              <a:cxn ang="0">
                <a:pos x="connsiteX59538" y="connsiteY59538"/>
              </a:cxn>
              <a:cxn ang="0">
                <a:pos x="connsiteX59539" y="connsiteY59539"/>
              </a:cxn>
              <a:cxn ang="0">
                <a:pos x="connsiteX59540" y="connsiteY59540"/>
              </a:cxn>
              <a:cxn ang="0">
                <a:pos x="connsiteX59541" y="connsiteY59541"/>
              </a:cxn>
              <a:cxn ang="0">
                <a:pos x="connsiteX59542" y="connsiteY59542"/>
              </a:cxn>
              <a:cxn ang="0">
                <a:pos x="connsiteX59543" y="connsiteY59543"/>
              </a:cxn>
              <a:cxn ang="0">
                <a:pos x="connsiteX59544" y="connsiteY59544"/>
              </a:cxn>
              <a:cxn ang="0">
                <a:pos x="connsiteX59545" y="connsiteY59545"/>
              </a:cxn>
              <a:cxn ang="0">
                <a:pos x="connsiteX59546" y="connsiteY59546"/>
              </a:cxn>
              <a:cxn ang="0">
                <a:pos x="connsiteX59547" y="connsiteY59547"/>
              </a:cxn>
              <a:cxn ang="0">
                <a:pos x="connsiteX59548" y="connsiteY59548"/>
              </a:cxn>
              <a:cxn ang="0">
                <a:pos x="connsiteX59549" y="connsiteY59549"/>
              </a:cxn>
              <a:cxn ang="0">
                <a:pos x="connsiteX59550" y="connsiteY59550"/>
              </a:cxn>
              <a:cxn ang="0">
                <a:pos x="connsiteX59551" y="connsiteY59551"/>
              </a:cxn>
              <a:cxn ang="0">
                <a:pos x="connsiteX59552" y="connsiteY59552"/>
              </a:cxn>
              <a:cxn ang="0">
                <a:pos x="connsiteX59553" y="connsiteY59553"/>
              </a:cxn>
              <a:cxn ang="0">
                <a:pos x="connsiteX59554" y="connsiteY59554"/>
              </a:cxn>
              <a:cxn ang="0">
                <a:pos x="connsiteX59555" y="connsiteY59555"/>
              </a:cxn>
              <a:cxn ang="0">
                <a:pos x="connsiteX59556" y="connsiteY59556"/>
              </a:cxn>
              <a:cxn ang="0">
                <a:pos x="connsiteX59557" y="connsiteY59557"/>
              </a:cxn>
              <a:cxn ang="0">
                <a:pos x="connsiteX59558" y="connsiteY59558"/>
              </a:cxn>
              <a:cxn ang="0">
                <a:pos x="connsiteX59559" y="connsiteY59559"/>
              </a:cxn>
              <a:cxn ang="0">
                <a:pos x="connsiteX59560" y="connsiteY59560"/>
              </a:cxn>
              <a:cxn ang="0">
                <a:pos x="connsiteX59561" y="connsiteY59561"/>
              </a:cxn>
              <a:cxn ang="0">
                <a:pos x="connsiteX59562" y="connsiteY59562"/>
              </a:cxn>
              <a:cxn ang="0">
                <a:pos x="connsiteX59563" y="connsiteY59563"/>
              </a:cxn>
              <a:cxn ang="0">
                <a:pos x="connsiteX59564" y="connsiteY59564"/>
              </a:cxn>
              <a:cxn ang="0">
                <a:pos x="connsiteX59565" y="connsiteY59565"/>
              </a:cxn>
              <a:cxn ang="0">
                <a:pos x="connsiteX59566" y="connsiteY59566"/>
              </a:cxn>
              <a:cxn ang="0">
                <a:pos x="connsiteX59567" y="connsiteY59567"/>
              </a:cxn>
              <a:cxn ang="0">
                <a:pos x="connsiteX59568" y="connsiteY59568"/>
              </a:cxn>
              <a:cxn ang="0">
                <a:pos x="connsiteX59569" y="connsiteY59569"/>
              </a:cxn>
              <a:cxn ang="0">
                <a:pos x="connsiteX59570" y="connsiteY59570"/>
              </a:cxn>
              <a:cxn ang="0">
                <a:pos x="connsiteX59571" y="connsiteY59571"/>
              </a:cxn>
              <a:cxn ang="0">
                <a:pos x="connsiteX59572" y="connsiteY59572"/>
              </a:cxn>
              <a:cxn ang="0">
                <a:pos x="connsiteX59573" y="connsiteY59573"/>
              </a:cxn>
              <a:cxn ang="0">
                <a:pos x="connsiteX59574" y="connsiteY59574"/>
              </a:cxn>
              <a:cxn ang="0">
                <a:pos x="connsiteX59575" y="connsiteY59575"/>
              </a:cxn>
              <a:cxn ang="0">
                <a:pos x="connsiteX59576" y="connsiteY59576"/>
              </a:cxn>
              <a:cxn ang="0">
                <a:pos x="connsiteX59577" y="connsiteY59577"/>
              </a:cxn>
              <a:cxn ang="0">
                <a:pos x="connsiteX59578" y="connsiteY59578"/>
              </a:cxn>
              <a:cxn ang="0">
                <a:pos x="connsiteX59579" y="connsiteY59579"/>
              </a:cxn>
              <a:cxn ang="0">
                <a:pos x="connsiteX59580" y="connsiteY59580"/>
              </a:cxn>
              <a:cxn ang="0">
                <a:pos x="connsiteX59581" y="connsiteY59581"/>
              </a:cxn>
              <a:cxn ang="0">
                <a:pos x="connsiteX59582" y="connsiteY59582"/>
              </a:cxn>
              <a:cxn ang="0">
                <a:pos x="connsiteX59583" y="connsiteY59583"/>
              </a:cxn>
              <a:cxn ang="0">
                <a:pos x="connsiteX59584" y="connsiteY59584"/>
              </a:cxn>
              <a:cxn ang="0">
                <a:pos x="connsiteX59585" y="connsiteY59585"/>
              </a:cxn>
              <a:cxn ang="0">
                <a:pos x="connsiteX59586" y="connsiteY59586"/>
              </a:cxn>
              <a:cxn ang="0">
                <a:pos x="connsiteX59587" y="connsiteY59587"/>
              </a:cxn>
              <a:cxn ang="0">
                <a:pos x="connsiteX59588" y="connsiteY59588"/>
              </a:cxn>
              <a:cxn ang="0">
                <a:pos x="connsiteX59589" y="connsiteY59589"/>
              </a:cxn>
              <a:cxn ang="0">
                <a:pos x="connsiteX59590" y="connsiteY59590"/>
              </a:cxn>
              <a:cxn ang="0">
                <a:pos x="connsiteX59591" y="connsiteY59591"/>
              </a:cxn>
              <a:cxn ang="0">
                <a:pos x="connsiteX59592" y="connsiteY59592"/>
              </a:cxn>
              <a:cxn ang="0">
                <a:pos x="connsiteX59593" y="connsiteY59593"/>
              </a:cxn>
              <a:cxn ang="0">
                <a:pos x="connsiteX59594" y="connsiteY59594"/>
              </a:cxn>
              <a:cxn ang="0">
                <a:pos x="connsiteX59595" y="connsiteY59595"/>
              </a:cxn>
              <a:cxn ang="0">
                <a:pos x="connsiteX59596" y="connsiteY59596"/>
              </a:cxn>
              <a:cxn ang="0">
                <a:pos x="connsiteX59597" y="connsiteY59597"/>
              </a:cxn>
              <a:cxn ang="0">
                <a:pos x="connsiteX59598" y="connsiteY59598"/>
              </a:cxn>
              <a:cxn ang="0">
                <a:pos x="connsiteX59599" y="connsiteY59599"/>
              </a:cxn>
              <a:cxn ang="0">
                <a:pos x="connsiteX59600" y="connsiteY59600"/>
              </a:cxn>
              <a:cxn ang="0">
                <a:pos x="connsiteX59601" y="connsiteY59601"/>
              </a:cxn>
              <a:cxn ang="0">
                <a:pos x="connsiteX59602" y="connsiteY59602"/>
              </a:cxn>
              <a:cxn ang="0">
                <a:pos x="connsiteX59603" y="connsiteY59603"/>
              </a:cxn>
              <a:cxn ang="0">
                <a:pos x="connsiteX59604" y="connsiteY59604"/>
              </a:cxn>
              <a:cxn ang="0">
                <a:pos x="connsiteX59605" y="connsiteY59605"/>
              </a:cxn>
              <a:cxn ang="0">
                <a:pos x="connsiteX59606" y="connsiteY59606"/>
              </a:cxn>
              <a:cxn ang="0">
                <a:pos x="connsiteX59607" y="connsiteY59607"/>
              </a:cxn>
              <a:cxn ang="0">
                <a:pos x="connsiteX59608" y="connsiteY59608"/>
              </a:cxn>
              <a:cxn ang="0">
                <a:pos x="connsiteX59609" y="connsiteY59609"/>
              </a:cxn>
              <a:cxn ang="0">
                <a:pos x="connsiteX59610" y="connsiteY59610"/>
              </a:cxn>
              <a:cxn ang="0">
                <a:pos x="connsiteX59611" y="connsiteY59611"/>
              </a:cxn>
              <a:cxn ang="0">
                <a:pos x="connsiteX59612" y="connsiteY59612"/>
              </a:cxn>
              <a:cxn ang="0">
                <a:pos x="connsiteX59613" y="connsiteY59613"/>
              </a:cxn>
              <a:cxn ang="0">
                <a:pos x="connsiteX59614" y="connsiteY59614"/>
              </a:cxn>
              <a:cxn ang="0">
                <a:pos x="connsiteX59615" y="connsiteY59615"/>
              </a:cxn>
              <a:cxn ang="0">
                <a:pos x="connsiteX59616" y="connsiteY59616"/>
              </a:cxn>
              <a:cxn ang="0">
                <a:pos x="connsiteX59617" y="connsiteY59617"/>
              </a:cxn>
              <a:cxn ang="0">
                <a:pos x="connsiteX59618" y="connsiteY59618"/>
              </a:cxn>
              <a:cxn ang="0">
                <a:pos x="connsiteX59619" y="connsiteY59619"/>
              </a:cxn>
              <a:cxn ang="0">
                <a:pos x="connsiteX59620" y="connsiteY59620"/>
              </a:cxn>
              <a:cxn ang="0">
                <a:pos x="connsiteX59621" y="connsiteY59621"/>
              </a:cxn>
              <a:cxn ang="0">
                <a:pos x="connsiteX59622" y="connsiteY59622"/>
              </a:cxn>
              <a:cxn ang="0">
                <a:pos x="connsiteX59623" y="connsiteY59623"/>
              </a:cxn>
              <a:cxn ang="0">
                <a:pos x="connsiteX59624" y="connsiteY59624"/>
              </a:cxn>
              <a:cxn ang="0">
                <a:pos x="connsiteX59625" y="connsiteY59625"/>
              </a:cxn>
              <a:cxn ang="0">
                <a:pos x="connsiteX59626" y="connsiteY59626"/>
              </a:cxn>
              <a:cxn ang="0">
                <a:pos x="connsiteX59627" y="connsiteY59627"/>
              </a:cxn>
              <a:cxn ang="0">
                <a:pos x="connsiteX59628" y="connsiteY59628"/>
              </a:cxn>
              <a:cxn ang="0">
                <a:pos x="connsiteX59629" y="connsiteY59629"/>
              </a:cxn>
              <a:cxn ang="0">
                <a:pos x="connsiteX59630" y="connsiteY59630"/>
              </a:cxn>
              <a:cxn ang="0">
                <a:pos x="connsiteX59631" y="connsiteY59631"/>
              </a:cxn>
              <a:cxn ang="0">
                <a:pos x="connsiteX59632" y="connsiteY59632"/>
              </a:cxn>
              <a:cxn ang="0">
                <a:pos x="connsiteX59633" y="connsiteY59633"/>
              </a:cxn>
              <a:cxn ang="0">
                <a:pos x="connsiteX59634" y="connsiteY59634"/>
              </a:cxn>
              <a:cxn ang="0">
                <a:pos x="connsiteX59635" y="connsiteY59635"/>
              </a:cxn>
              <a:cxn ang="0">
                <a:pos x="connsiteX59636" y="connsiteY59636"/>
              </a:cxn>
              <a:cxn ang="0">
                <a:pos x="connsiteX59637" y="connsiteY59637"/>
              </a:cxn>
              <a:cxn ang="0">
                <a:pos x="connsiteX59638" y="connsiteY59638"/>
              </a:cxn>
              <a:cxn ang="0">
                <a:pos x="connsiteX59639" y="connsiteY59639"/>
              </a:cxn>
              <a:cxn ang="0">
                <a:pos x="connsiteX59640" y="connsiteY59640"/>
              </a:cxn>
              <a:cxn ang="0">
                <a:pos x="connsiteX59641" y="connsiteY59641"/>
              </a:cxn>
              <a:cxn ang="0">
                <a:pos x="connsiteX59642" y="connsiteY59642"/>
              </a:cxn>
              <a:cxn ang="0">
                <a:pos x="connsiteX59643" y="connsiteY59643"/>
              </a:cxn>
              <a:cxn ang="0">
                <a:pos x="connsiteX59644" y="connsiteY59644"/>
              </a:cxn>
              <a:cxn ang="0">
                <a:pos x="connsiteX59645" y="connsiteY59645"/>
              </a:cxn>
              <a:cxn ang="0">
                <a:pos x="connsiteX59646" y="connsiteY59646"/>
              </a:cxn>
              <a:cxn ang="0">
                <a:pos x="connsiteX59647" y="connsiteY59647"/>
              </a:cxn>
              <a:cxn ang="0">
                <a:pos x="connsiteX59648" y="connsiteY59648"/>
              </a:cxn>
              <a:cxn ang="0">
                <a:pos x="connsiteX59649" y="connsiteY59649"/>
              </a:cxn>
              <a:cxn ang="0">
                <a:pos x="connsiteX59650" y="connsiteY59650"/>
              </a:cxn>
              <a:cxn ang="0">
                <a:pos x="connsiteX59651" y="connsiteY59651"/>
              </a:cxn>
              <a:cxn ang="0">
                <a:pos x="connsiteX59652" y="connsiteY59652"/>
              </a:cxn>
              <a:cxn ang="0">
                <a:pos x="connsiteX59653" y="connsiteY59653"/>
              </a:cxn>
              <a:cxn ang="0">
                <a:pos x="connsiteX59654" y="connsiteY59654"/>
              </a:cxn>
              <a:cxn ang="0">
                <a:pos x="connsiteX59655" y="connsiteY59655"/>
              </a:cxn>
              <a:cxn ang="0">
                <a:pos x="connsiteX59656" y="connsiteY59656"/>
              </a:cxn>
              <a:cxn ang="0">
                <a:pos x="connsiteX59657" y="connsiteY59657"/>
              </a:cxn>
              <a:cxn ang="0">
                <a:pos x="connsiteX59658" y="connsiteY59658"/>
              </a:cxn>
              <a:cxn ang="0">
                <a:pos x="connsiteX59659" y="connsiteY59659"/>
              </a:cxn>
              <a:cxn ang="0">
                <a:pos x="connsiteX59660" y="connsiteY59660"/>
              </a:cxn>
              <a:cxn ang="0">
                <a:pos x="connsiteX59661" y="connsiteY59661"/>
              </a:cxn>
              <a:cxn ang="0">
                <a:pos x="connsiteX59662" y="connsiteY59662"/>
              </a:cxn>
              <a:cxn ang="0">
                <a:pos x="connsiteX59663" y="connsiteY59663"/>
              </a:cxn>
              <a:cxn ang="0">
                <a:pos x="connsiteX59664" y="connsiteY59664"/>
              </a:cxn>
              <a:cxn ang="0">
                <a:pos x="connsiteX59665" y="connsiteY59665"/>
              </a:cxn>
              <a:cxn ang="0">
                <a:pos x="connsiteX59666" y="connsiteY59666"/>
              </a:cxn>
              <a:cxn ang="0">
                <a:pos x="connsiteX59667" y="connsiteY59667"/>
              </a:cxn>
              <a:cxn ang="0">
                <a:pos x="connsiteX59668" y="connsiteY59668"/>
              </a:cxn>
              <a:cxn ang="0">
                <a:pos x="connsiteX59669" y="connsiteY59669"/>
              </a:cxn>
              <a:cxn ang="0">
                <a:pos x="connsiteX59670" y="connsiteY59670"/>
              </a:cxn>
              <a:cxn ang="0">
                <a:pos x="connsiteX59671" y="connsiteY59671"/>
              </a:cxn>
              <a:cxn ang="0">
                <a:pos x="connsiteX59672" y="connsiteY59672"/>
              </a:cxn>
              <a:cxn ang="0">
                <a:pos x="connsiteX59673" y="connsiteY59673"/>
              </a:cxn>
              <a:cxn ang="0">
                <a:pos x="connsiteX59674" y="connsiteY59674"/>
              </a:cxn>
              <a:cxn ang="0">
                <a:pos x="connsiteX59675" y="connsiteY59675"/>
              </a:cxn>
              <a:cxn ang="0">
                <a:pos x="connsiteX59676" y="connsiteY59676"/>
              </a:cxn>
              <a:cxn ang="0">
                <a:pos x="connsiteX59677" y="connsiteY59677"/>
              </a:cxn>
              <a:cxn ang="0">
                <a:pos x="connsiteX59678" y="connsiteY59678"/>
              </a:cxn>
              <a:cxn ang="0">
                <a:pos x="connsiteX59679" y="connsiteY59679"/>
              </a:cxn>
              <a:cxn ang="0">
                <a:pos x="connsiteX59680" y="connsiteY59680"/>
              </a:cxn>
              <a:cxn ang="0">
                <a:pos x="connsiteX59681" y="connsiteY59681"/>
              </a:cxn>
              <a:cxn ang="0">
                <a:pos x="connsiteX59682" y="connsiteY59682"/>
              </a:cxn>
              <a:cxn ang="0">
                <a:pos x="connsiteX59683" y="connsiteY59683"/>
              </a:cxn>
              <a:cxn ang="0">
                <a:pos x="connsiteX59684" y="connsiteY59684"/>
              </a:cxn>
              <a:cxn ang="0">
                <a:pos x="connsiteX59685" y="connsiteY59685"/>
              </a:cxn>
              <a:cxn ang="0">
                <a:pos x="connsiteX59686" y="connsiteY59686"/>
              </a:cxn>
              <a:cxn ang="0">
                <a:pos x="connsiteX59687" y="connsiteY59687"/>
              </a:cxn>
              <a:cxn ang="0">
                <a:pos x="connsiteX59688" y="connsiteY59688"/>
              </a:cxn>
              <a:cxn ang="0">
                <a:pos x="connsiteX59689" y="connsiteY59689"/>
              </a:cxn>
              <a:cxn ang="0">
                <a:pos x="connsiteX59690" y="connsiteY59690"/>
              </a:cxn>
              <a:cxn ang="0">
                <a:pos x="connsiteX59691" y="connsiteY59691"/>
              </a:cxn>
              <a:cxn ang="0">
                <a:pos x="connsiteX59692" y="connsiteY59692"/>
              </a:cxn>
              <a:cxn ang="0">
                <a:pos x="connsiteX59693" y="connsiteY59693"/>
              </a:cxn>
              <a:cxn ang="0">
                <a:pos x="connsiteX59694" y="connsiteY59694"/>
              </a:cxn>
              <a:cxn ang="0">
                <a:pos x="connsiteX59695" y="connsiteY59695"/>
              </a:cxn>
              <a:cxn ang="0">
                <a:pos x="connsiteX59696" y="connsiteY59696"/>
              </a:cxn>
              <a:cxn ang="0">
                <a:pos x="connsiteX59697" y="connsiteY59697"/>
              </a:cxn>
              <a:cxn ang="0">
                <a:pos x="connsiteX59698" y="connsiteY59698"/>
              </a:cxn>
              <a:cxn ang="0">
                <a:pos x="connsiteX59699" y="connsiteY59699"/>
              </a:cxn>
              <a:cxn ang="0">
                <a:pos x="connsiteX59700" y="connsiteY59700"/>
              </a:cxn>
              <a:cxn ang="0">
                <a:pos x="connsiteX59701" y="connsiteY59701"/>
              </a:cxn>
              <a:cxn ang="0">
                <a:pos x="connsiteX59702" y="connsiteY59702"/>
              </a:cxn>
              <a:cxn ang="0">
                <a:pos x="connsiteX59703" y="connsiteY59703"/>
              </a:cxn>
              <a:cxn ang="0">
                <a:pos x="connsiteX59704" y="connsiteY59704"/>
              </a:cxn>
              <a:cxn ang="0">
                <a:pos x="connsiteX59705" y="connsiteY59705"/>
              </a:cxn>
              <a:cxn ang="0">
                <a:pos x="connsiteX59706" y="connsiteY59706"/>
              </a:cxn>
              <a:cxn ang="0">
                <a:pos x="connsiteX59707" y="connsiteY59707"/>
              </a:cxn>
              <a:cxn ang="0">
                <a:pos x="connsiteX59708" y="connsiteY59708"/>
              </a:cxn>
              <a:cxn ang="0">
                <a:pos x="connsiteX59709" y="connsiteY59709"/>
              </a:cxn>
              <a:cxn ang="0">
                <a:pos x="connsiteX59710" y="connsiteY59710"/>
              </a:cxn>
              <a:cxn ang="0">
                <a:pos x="connsiteX59711" y="connsiteY59711"/>
              </a:cxn>
              <a:cxn ang="0">
                <a:pos x="connsiteX59712" y="connsiteY59712"/>
              </a:cxn>
              <a:cxn ang="0">
                <a:pos x="connsiteX59713" y="connsiteY59713"/>
              </a:cxn>
              <a:cxn ang="0">
                <a:pos x="connsiteX59714" y="connsiteY59714"/>
              </a:cxn>
              <a:cxn ang="0">
                <a:pos x="connsiteX59715" y="connsiteY59715"/>
              </a:cxn>
              <a:cxn ang="0">
                <a:pos x="connsiteX59716" y="connsiteY59716"/>
              </a:cxn>
              <a:cxn ang="0">
                <a:pos x="connsiteX59717" y="connsiteY59717"/>
              </a:cxn>
              <a:cxn ang="0">
                <a:pos x="connsiteX59718" y="connsiteY59718"/>
              </a:cxn>
              <a:cxn ang="0">
                <a:pos x="connsiteX59719" y="connsiteY59719"/>
              </a:cxn>
              <a:cxn ang="0">
                <a:pos x="connsiteX59720" y="connsiteY59720"/>
              </a:cxn>
              <a:cxn ang="0">
                <a:pos x="connsiteX59721" y="connsiteY59721"/>
              </a:cxn>
              <a:cxn ang="0">
                <a:pos x="connsiteX59722" y="connsiteY59722"/>
              </a:cxn>
              <a:cxn ang="0">
                <a:pos x="connsiteX59723" y="connsiteY59723"/>
              </a:cxn>
              <a:cxn ang="0">
                <a:pos x="connsiteX59724" y="connsiteY59724"/>
              </a:cxn>
              <a:cxn ang="0">
                <a:pos x="connsiteX59725" y="connsiteY59725"/>
              </a:cxn>
              <a:cxn ang="0">
                <a:pos x="connsiteX59726" y="connsiteY59726"/>
              </a:cxn>
              <a:cxn ang="0">
                <a:pos x="connsiteX59727" y="connsiteY59727"/>
              </a:cxn>
              <a:cxn ang="0">
                <a:pos x="connsiteX59728" y="connsiteY59728"/>
              </a:cxn>
              <a:cxn ang="0">
                <a:pos x="connsiteX59729" y="connsiteY59729"/>
              </a:cxn>
              <a:cxn ang="0">
                <a:pos x="connsiteX59730" y="connsiteY59730"/>
              </a:cxn>
              <a:cxn ang="0">
                <a:pos x="connsiteX59731" y="connsiteY59731"/>
              </a:cxn>
              <a:cxn ang="0">
                <a:pos x="connsiteX59732" y="connsiteY59732"/>
              </a:cxn>
              <a:cxn ang="0">
                <a:pos x="connsiteX59733" y="connsiteY59733"/>
              </a:cxn>
              <a:cxn ang="0">
                <a:pos x="connsiteX59734" y="connsiteY59734"/>
              </a:cxn>
              <a:cxn ang="0">
                <a:pos x="connsiteX59735" y="connsiteY59735"/>
              </a:cxn>
              <a:cxn ang="0">
                <a:pos x="connsiteX59736" y="connsiteY59736"/>
              </a:cxn>
              <a:cxn ang="0">
                <a:pos x="connsiteX59737" y="connsiteY59737"/>
              </a:cxn>
              <a:cxn ang="0">
                <a:pos x="connsiteX59738" y="connsiteY59738"/>
              </a:cxn>
              <a:cxn ang="0">
                <a:pos x="connsiteX59739" y="connsiteY59739"/>
              </a:cxn>
              <a:cxn ang="0">
                <a:pos x="connsiteX59740" y="connsiteY59740"/>
              </a:cxn>
              <a:cxn ang="0">
                <a:pos x="connsiteX59741" y="connsiteY59741"/>
              </a:cxn>
              <a:cxn ang="0">
                <a:pos x="connsiteX59742" y="connsiteY59742"/>
              </a:cxn>
              <a:cxn ang="0">
                <a:pos x="connsiteX59743" y="connsiteY59743"/>
              </a:cxn>
              <a:cxn ang="0">
                <a:pos x="connsiteX59744" y="connsiteY59744"/>
              </a:cxn>
              <a:cxn ang="0">
                <a:pos x="connsiteX59745" y="connsiteY59745"/>
              </a:cxn>
              <a:cxn ang="0">
                <a:pos x="connsiteX59746" y="connsiteY59746"/>
              </a:cxn>
              <a:cxn ang="0">
                <a:pos x="connsiteX59747" y="connsiteY59747"/>
              </a:cxn>
              <a:cxn ang="0">
                <a:pos x="connsiteX59748" y="connsiteY59748"/>
              </a:cxn>
              <a:cxn ang="0">
                <a:pos x="connsiteX59749" y="connsiteY59749"/>
              </a:cxn>
              <a:cxn ang="0">
                <a:pos x="connsiteX59750" y="connsiteY59750"/>
              </a:cxn>
              <a:cxn ang="0">
                <a:pos x="connsiteX59751" y="connsiteY59751"/>
              </a:cxn>
              <a:cxn ang="0">
                <a:pos x="connsiteX59752" y="connsiteY59752"/>
              </a:cxn>
              <a:cxn ang="0">
                <a:pos x="connsiteX59753" y="connsiteY59753"/>
              </a:cxn>
              <a:cxn ang="0">
                <a:pos x="connsiteX59754" y="connsiteY59754"/>
              </a:cxn>
              <a:cxn ang="0">
                <a:pos x="connsiteX59755" y="connsiteY59755"/>
              </a:cxn>
              <a:cxn ang="0">
                <a:pos x="connsiteX59756" y="connsiteY59756"/>
              </a:cxn>
              <a:cxn ang="0">
                <a:pos x="connsiteX59757" y="connsiteY59757"/>
              </a:cxn>
              <a:cxn ang="0">
                <a:pos x="connsiteX59758" y="connsiteY59758"/>
              </a:cxn>
              <a:cxn ang="0">
                <a:pos x="connsiteX59759" y="connsiteY59759"/>
              </a:cxn>
              <a:cxn ang="0">
                <a:pos x="connsiteX59760" y="connsiteY59760"/>
              </a:cxn>
              <a:cxn ang="0">
                <a:pos x="connsiteX59761" y="connsiteY59761"/>
              </a:cxn>
              <a:cxn ang="0">
                <a:pos x="connsiteX59762" y="connsiteY59762"/>
              </a:cxn>
              <a:cxn ang="0">
                <a:pos x="connsiteX59763" y="connsiteY59763"/>
              </a:cxn>
              <a:cxn ang="0">
                <a:pos x="connsiteX59764" y="connsiteY59764"/>
              </a:cxn>
              <a:cxn ang="0">
                <a:pos x="connsiteX59765" y="connsiteY59765"/>
              </a:cxn>
              <a:cxn ang="0">
                <a:pos x="connsiteX59766" y="connsiteY59766"/>
              </a:cxn>
              <a:cxn ang="0">
                <a:pos x="connsiteX59767" y="connsiteY59767"/>
              </a:cxn>
              <a:cxn ang="0">
                <a:pos x="connsiteX59768" y="connsiteY59768"/>
              </a:cxn>
              <a:cxn ang="0">
                <a:pos x="connsiteX59769" y="connsiteY59769"/>
              </a:cxn>
              <a:cxn ang="0">
                <a:pos x="connsiteX59770" y="connsiteY59770"/>
              </a:cxn>
              <a:cxn ang="0">
                <a:pos x="connsiteX59771" y="connsiteY59771"/>
              </a:cxn>
              <a:cxn ang="0">
                <a:pos x="connsiteX59772" y="connsiteY59772"/>
              </a:cxn>
              <a:cxn ang="0">
                <a:pos x="connsiteX59773" y="connsiteY59773"/>
              </a:cxn>
              <a:cxn ang="0">
                <a:pos x="connsiteX59774" y="connsiteY59774"/>
              </a:cxn>
              <a:cxn ang="0">
                <a:pos x="connsiteX59775" y="connsiteY59775"/>
              </a:cxn>
              <a:cxn ang="0">
                <a:pos x="connsiteX59776" y="connsiteY59776"/>
              </a:cxn>
              <a:cxn ang="0">
                <a:pos x="connsiteX59777" y="connsiteY59777"/>
              </a:cxn>
              <a:cxn ang="0">
                <a:pos x="connsiteX59778" y="connsiteY59778"/>
              </a:cxn>
              <a:cxn ang="0">
                <a:pos x="connsiteX59779" y="connsiteY59779"/>
              </a:cxn>
              <a:cxn ang="0">
                <a:pos x="connsiteX59780" y="connsiteY59780"/>
              </a:cxn>
              <a:cxn ang="0">
                <a:pos x="connsiteX59781" y="connsiteY59781"/>
              </a:cxn>
              <a:cxn ang="0">
                <a:pos x="connsiteX59782" y="connsiteY59782"/>
              </a:cxn>
              <a:cxn ang="0">
                <a:pos x="connsiteX59783" y="connsiteY59783"/>
              </a:cxn>
              <a:cxn ang="0">
                <a:pos x="connsiteX59784" y="connsiteY59784"/>
              </a:cxn>
              <a:cxn ang="0">
                <a:pos x="connsiteX59785" y="connsiteY59785"/>
              </a:cxn>
              <a:cxn ang="0">
                <a:pos x="connsiteX59786" y="connsiteY59786"/>
              </a:cxn>
              <a:cxn ang="0">
                <a:pos x="connsiteX59787" y="connsiteY59787"/>
              </a:cxn>
              <a:cxn ang="0">
                <a:pos x="connsiteX59788" y="connsiteY59788"/>
              </a:cxn>
              <a:cxn ang="0">
                <a:pos x="connsiteX59789" y="connsiteY59789"/>
              </a:cxn>
              <a:cxn ang="0">
                <a:pos x="connsiteX59790" y="connsiteY59790"/>
              </a:cxn>
              <a:cxn ang="0">
                <a:pos x="connsiteX59791" y="connsiteY59791"/>
              </a:cxn>
              <a:cxn ang="0">
                <a:pos x="connsiteX59792" y="connsiteY59792"/>
              </a:cxn>
              <a:cxn ang="0">
                <a:pos x="connsiteX59793" y="connsiteY59793"/>
              </a:cxn>
              <a:cxn ang="0">
                <a:pos x="connsiteX59794" y="connsiteY59794"/>
              </a:cxn>
              <a:cxn ang="0">
                <a:pos x="connsiteX59795" y="connsiteY59795"/>
              </a:cxn>
              <a:cxn ang="0">
                <a:pos x="connsiteX59796" y="connsiteY59796"/>
              </a:cxn>
              <a:cxn ang="0">
                <a:pos x="connsiteX59797" y="connsiteY59797"/>
              </a:cxn>
              <a:cxn ang="0">
                <a:pos x="connsiteX59798" y="connsiteY59798"/>
              </a:cxn>
              <a:cxn ang="0">
                <a:pos x="connsiteX59799" y="connsiteY59799"/>
              </a:cxn>
              <a:cxn ang="0">
                <a:pos x="connsiteX59800" y="connsiteY59800"/>
              </a:cxn>
              <a:cxn ang="0">
                <a:pos x="connsiteX59801" y="connsiteY59801"/>
              </a:cxn>
              <a:cxn ang="0">
                <a:pos x="connsiteX59802" y="connsiteY59802"/>
              </a:cxn>
              <a:cxn ang="0">
                <a:pos x="connsiteX59803" y="connsiteY59803"/>
              </a:cxn>
              <a:cxn ang="0">
                <a:pos x="connsiteX59804" y="connsiteY59804"/>
              </a:cxn>
              <a:cxn ang="0">
                <a:pos x="connsiteX59805" y="connsiteY59805"/>
              </a:cxn>
              <a:cxn ang="0">
                <a:pos x="connsiteX59806" y="connsiteY59806"/>
              </a:cxn>
              <a:cxn ang="0">
                <a:pos x="connsiteX59807" y="connsiteY59807"/>
              </a:cxn>
              <a:cxn ang="0">
                <a:pos x="connsiteX59808" y="connsiteY59808"/>
              </a:cxn>
              <a:cxn ang="0">
                <a:pos x="connsiteX59809" y="connsiteY59809"/>
              </a:cxn>
              <a:cxn ang="0">
                <a:pos x="connsiteX59810" y="connsiteY59810"/>
              </a:cxn>
              <a:cxn ang="0">
                <a:pos x="connsiteX59811" y="connsiteY59811"/>
              </a:cxn>
              <a:cxn ang="0">
                <a:pos x="connsiteX59812" y="connsiteY59812"/>
              </a:cxn>
              <a:cxn ang="0">
                <a:pos x="connsiteX59813" y="connsiteY59813"/>
              </a:cxn>
              <a:cxn ang="0">
                <a:pos x="connsiteX59814" y="connsiteY59814"/>
              </a:cxn>
              <a:cxn ang="0">
                <a:pos x="connsiteX59815" y="connsiteY59815"/>
              </a:cxn>
              <a:cxn ang="0">
                <a:pos x="connsiteX59816" y="connsiteY59816"/>
              </a:cxn>
              <a:cxn ang="0">
                <a:pos x="connsiteX59817" y="connsiteY59817"/>
              </a:cxn>
              <a:cxn ang="0">
                <a:pos x="connsiteX59818" y="connsiteY59818"/>
              </a:cxn>
              <a:cxn ang="0">
                <a:pos x="connsiteX59819" y="connsiteY59819"/>
              </a:cxn>
              <a:cxn ang="0">
                <a:pos x="connsiteX59820" y="connsiteY59820"/>
              </a:cxn>
              <a:cxn ang="0">
                <a:pos x="connsiteX59821" y="connsiteY59821"/>
              </a:cxn>
              <a:cxn ang="0">
                <a:pos x="connsiteX59822" y="connsiteY59822"/>
              </a:cxn>
              <a:cxn ang="0">
                <a:pos x="connsiteX59823" y="connsiteY59823"/>
              </a:cxn>
              <a:cxn ang="0">
                <a:pos x="connsiteX59824" y="connsiteY59824"/>
              </a:cxn>
              <a:cxn ang="0">
                <a:pos x="connsiteX59825" y="connsiteY59825"/>
              </a:cxn>
              <a:cxn ang="0">
                <a:pos x="connsiteX59826" y="connsiteY59826"/>
              </a:cxn>
              <a:cxn ang="0">
                <a:pos x="connsiteX59827" y="connsiteY59827"/>
              </a:cxn>
              <a:cxn ang="0">
                <a:pos x="connsiteX59828" y="connsiteY59828"/>
              </a:cxn>
              <a:cxn ang="0">
                <a:pos x="connsiteX59829" y="connsiteY59829"/>
              </a:cxn>
              <a:cxn ang="0">
                <a:pos x="connsiteX59830" y="connsiteY59830"/>
              </a:cxn>
              <a:cxn ang="0">
                <a:pos x="connsiteX59831" y="connsiteY59831"/>
              </a:cxn>
              <a:cxn ang="0">
                <a:pos x="connsiteX59832" y="connsiteY59832"/>
              </a:cxn>
              <a:cxn ang="0">
                <a:pos x="connsiteX59833" y="connsiteY59833"/>
              </a:cxn>
              <a:cxn ang="0">
                <a:pos x="connsiteX59834" y="connsiteY59834"/>
              </a:cxn>
              <a:cxn ang="0">
                <a:pos x="connsiteX59835" y="connsiteY59835"/>
              </a:cxn>
              <a:cxn ang="0">
                <a:pos x="connsiteX59836" y="connsiteY59836"/>
              </a:cxn>
              <a:cxn ang="0">
                <a:pos x="connsiteX59837" y="connsiteY59837"/>
              </a:cxn>
              <a:cxn ang="0">
                <a:pos x="connsiteX59838" y="connsiteY59838"/>
              </a:cxn>
              <a:cxn ang="0">
                <a:pos x="connsiteX59839" y="connsiteY59839"/>
              </a:cxn>
              <a:cxn ang="0">
                <a:pos x="connsiteX59840" y="connsiteY59840"/>
              </a:cxn>
              <a:cxn ang="0">
                <a:pos x="connsiteX59841" y="connsiteY59841"/>
              </a:cxn>
              <a:cxn ang="0">
                <a:pos x="connsiteX59842" y="connsiteY59842"/>
              </a:cxn>
              <a:cxn ang="0">
                <a:pos x="connsiteX59843" y="connsiteY59843"/>
              </a:cxn>
              <a:cxn ang="0">
                <a:pos x="connsiteX59844" y="connsiteY59844"/>
              </a:cxn>
              <a:cxn ang="0">
                <a:pos x="connsiteX59845" y="connsiteY59845"/>
              </a:cxn>
              <a:cxn ang="0">
                <a:pos x="connsiteX59846" y="connsiteY59846"/>
              </a:cxn>
              <a:cxn ang="0">
                <a:pos x="connsiteX59847" y="connsiteY59847"/>
              </a:cxn>
              <a:cxn ang="0">
                <a:pos x="connsiteX59848" y="connsiteY59848"/>
              </a:cxn>
              <a:cxn ang="0">
                <a:pos x="connsiteX59849" y="connsiteY59849"/>
              </a:cxn>
              <a:cxn ang="0">
                <a:pos x="connsiteX59850" y="connsiteY59850"/>
              </a:cxn>
              <a:cxn ang="0">
                <a:pos x="connsiteX59851" y="connsiteY59851"/>
              </a:cxn>
              <a:cxn ang="0">
                <a:pos x="connsiteX59852" y="connsiteY59852"/>
              </a:cxn>
              <a:cxn ang="0">
                <a:pos x="connsiteX59853" y="connsiteY59853"/>
              </a:cxn>
              <a:cxn ang="0">
                <a:pos x="connsiteX59854" y="connsiteY59854"/>
              </a:cxn>
              <a:cxn ang="0">
                <a:pos x="connsiteX59855" y="connsiteY59855"/>
              </a:cxn>
              <a:cxn ang="0">
                <a:pos x="connsiteX59856" y="connsiteY59856"/>
              </a:cxn>
              <a:cxn ang="0">
                <a:pos x="connsiteX59857" y="connsiteY59857"/>
              </a:cxn>
              <a:cxn ang="0">
                <a:pos x="connsiteX59858" y="connsiteY59858"/>
              </a:cxn>
              <a:cxn ang="0">
                <a:pos x="connsiteX59859" y="connsiteY59859"/>
              </a:cxn>
              <a:cxn ang="0">
                <a:pos x="connsiteX59860" y="connsiteY59860"/>
              </a:cxn>
              <a:cxn ang="0">
                <a:pos x="connsiteX59861" y="connsiteY59861"/>
              </a:cxn>
              <a:cxn ang="0">
                <a:pos x="connsiteX59862" y="connsiteY59862"/>
              </a:cxn>
              <a:cxn ang="0">
                <a:pos x="connsiteX59863" y="connsiteY59863"/>
              </a:cxn>
              <a:cxn ang="0">
                <a:pos x="connsiteX59864" y="connsiteY59864"/>
              </a:cxn>
              <a:cxn ang="0">
                <a:pos x="connsiteX59865" y="connsiteY59865"/>
              </a:cxn>
              <a:cxn ang="0">
                <a:pos x="connsiteX59866" y="connsiteY59866"/>
              </a:cxn>
              <a:cxn ang="0">
                <a:pos x="connsiteX59867" y="connsiteY59867"/>
              </a:cxn>
              <a:cxn ang="0">
                <a:pos x="connsiteX59868" y="connsiteY59868"/>
              </a:cxn>
              <a:cxn ang="0">
                <a:pos x="connsiteX59869" y="connsiteY59869"/>
              </a:cxn>
              <a:cxn ang="0">
                <a:pos x="connsiteX59870" y="connsiteY59870"/>
              </a:cxn>
              <a:cxn ang="0">
                <a:pos x="connsiteX59871" y="connsiteY59871"/>
              </a:cxn>
              <a:cxn ang="0">
                <a:pos x="connsiteX59872" y="connsiteY59872"/>
              </a:cxn>
              <a:cxn ang="0">
                <a:pos x="connsiteX59873" y="connsiteY59873"/>
              </a:cxn>
              <a:cxn ang="0">
                <a:pos x="connsiteX59874" y="connsiteY59874"/>
              </a:cxn>
              <a:cxn ang="0">
                <a:pos x="connsiteX59875" y="connsiteY59875"/>
              </a:cxn>
              <a:cxn ang="0">
                <a:pos x="connsiteX59876" y="connsiteY59876"/>
              </a:cxn>
              <a:cxn ang="0">
                <a:pos x="connsiteX59877" y="connsiteY59877"/>
              </a:cxn>
              <a:cxn ang="0">
                <a:pos x="connsiteX59878" y="connsiteY59878"/>
              </a:cxn>
              <a:cxn ang="0">
                <a:pos x="connsiteX59879" y="connsiteY59879"/>
              </a:cxn>
              <a:cxn ang="0">
                <a:pos x="connsiteX59880" y="connsiteY59880"/>
              </a:cxn>
              <a:cxn ang="0">
                <a:pos x="connsiteX59881" y="connsiteY59881"/>
              </a:cxn>
              <a:cxn ang="0">
                <a:pos x="connsiteX59882" y="connsiteY59882"/>
              </a:cxn>
              <a:cxn ang="0">
                <a:pos x="connsiteX59883" y="connsiteY59883"/>
              </a:cxn>
              <a:cxn ang="0">
                <a:pos x="connsiteX59884" y="connsiteY59884"/>
              </a:cxn>
              <a:cxn ang="0">
                <a:pos x="connsiteX59885" y="connsiteY59885"/>
              </a:cxn>
              <a:cxn ang="0">
                <a:pos x="connsiteX59886" y="connsiteY59886"/>
              </a:cxn>
              <a:cxn ang="0">
                <a:pos x="connsiteX59887" y="connsiteY59887"/>
              </a:cxn>
              <a:cxn ang="0">
                <a:pos x="connsiteX59888" y="connsiteY59888"/>
              </a:cxn>
              <a:cxn ang="0">
                <a:pos x="connsiteX59889" y="connsiteY59889"/>
              </a:cxn>
              <a:cxn ang="0">
                <a:pos x="connsiteX59890" y="connsiteY59890"/>
              </a:cxn>
              <a:cxn ang="0">
                <a:pos x="connsiteX59891" y="connsiteY59891"/>
              </a:cxn>
              <a:cxn ang="0">
                <a:pos x="connsiteX59892" y="connsiteY59892"/>
              </a:cxn>
              <a:cxn ang="0">
                <a:pos x="connsiteX59893" y="connsiteY59893"/>
              </a:cxn>
              <a:cxn ang="0">
                <a:pos x="connsiteX59894" y="connsiteY59894"/>
              </a:cxn>
              <a:cxn ang="0">
                <a:pos x="connsiteX59895" y="connsiteY59895"/>
              </a:cxn>
              <a:cxn ang="0">
                <a:pos x="connsiteX59896" y="connsiteY59896"/>
              </a:cxn>
              <a:cxn ang="0">
                <a:pos x="connsiteX59897" y="connsiteY59897"/>
              </a:cxn>
              <a:cxn ang="0">
                <a:pos x="connsiteX59898" y="connsiteY59898"/>
              </a:cxn>
              <a:cxn ang="0">
                <a:pos x="connsiteX59899" y="connsiteY59899"/>
              </a:cxn>
              <a:cxn ang="0">
                <a:pos x="connsiteX59900" y="connsiteY59900"/>
              </a:cxn>
              <a:cxn ang="0">
                <a:pos x="connsiteX59901" y="connsiteY59901"/>
              </a:cxn>
              <a:cxn ang="0">
                <a:pos x="connsiteX59902" y="connsiteY59902"/>
              </a:cxn>
              <a:cxn ang="0">
                <a:pos x="connsiteX59903" y="connsiteY59903"/>
              </a:cxn>
              <a:cxn ang="0">
                <a:pos x="connsiteX59904" y="connsiteY59904"/>
              </a:cxn>
              <a:cxn ang="0">
                <a:pos x="connsiteX59905" y="connsiteY59905"/>
              </a:cxn>
              <a:cxn ang="0">
                <a:pos x="connsiteX59906" y="connsiteY59906"/>
              </a:cxn>
              <a:cxn ang="0">
                <a:pos x="connsiteX59907" y="connsiteY59907"/>
              </a:cxn>
              <a:cxn ang="0">
                <a:pos x="connsiteX59908" y="connsiteY59908"/>
              </a:cxn>
              <a:cxn ang="0">
                <a:pos x="connsiteX59909" y="connsiteY59909"/>
              </a:cxn>
              <a:cxn ang="0">
                <a:pos x="connsiteX59910" y="connsiteY59910"/>
              </a:cxn>
              <a:cxn ang="0">
                <a:pos x="connsiteX59911" y="connsiteY59911"/>
              </a:cxn>
              <a:cxn ang="0">
                <a:pos x="connsiteX59912" y="connsiteY59912"/>
              </a:cxn>
              <a:cxn ang="0">
                <a:pos x="connsiteX59913" y="connsiteY59913"/>
              </a:cxn>
              <a:cxn ang="0">
                <a:pos x="connsiteX59914" y="connsiteY59914"/>
              </a:cxn>
              <a:cxn ang="0">
                <a:pos x="connsiteX59915" y="connsiteY59915"/>
              </a:cxn>
              <a:cxn ang="0">
                <a:pos x="connsiteX59916" y="connsiteY59916"/>
              </a:cxn>
              <a:cxn ang="0">
                <a:pos x="connsiteX59917" y="connsiteY59917"/>
              </a:cxn>
              <a:cxn ang="0">
                <a:pos x="connsiteX59918" y="connsiteY59918"/>
              </a:cxn>
              <a:cxn ang="0">
                <a:pos x="connsiteX59919" y="connsiteY59919"/>
              </a:cxn>
              <a:cxn ang="0">
                <a:pos x="connsiteX59920" y="connsiteY59920"/>
              </a:cxn>
              <a:cxn ang="0">
                <a:pos x="connsiteX59921" y="connsiteY59921"/>
              </a:cxn>
              <a:cxn ang="0">
                <a:pos x="connsiteX59922" y="connsiteY59922"/>
              </a:cxn>
              <a:cxn ang="0">
                <a:pos x="connsiteX59923" y="connsiteY59923"/>
              </a:cxn>
              <a:cxn ang="0">
                <a:pos x="connsiteX59924" y="connsiteY59924"/>
              </a:cxn>
              <a:cxn ang="0">
                <a:pos x="connsiteX59925" y="connsiteY59925"/>
              </a:cxn>
              <a:cxn ang="0">
                <a:pos x="connsiteX59926" y="connsiteY59926"/>
              </a:cxn>
              <a:cxn ang="0">
                <a:pos x="connsiteX59927" y="connsiteY59927"/>
              </a:cxn>
              <a:cxn ang="0">
                <a:pos x="connsiteX59928" y="connsiteY59928"/>
              </a:cxn>
              <a:cxn ang="0">
                <a:pos x="connsiteX59929" y="connsiteY59929"/>
              </a:cxn>
              <a:cxn ang="0">
                <a:pos x="connsiteX59930" y="connsiteY59930"/>
              </a:cxn>
              <a:cxn ang="0">
                <a:pos x="connsiteX59931" y="connsiteY59931"/>
              </a:cxn>
              <a:cxn ang="0">
                <a:pos x="connsiteX59932" y="connsiteY59932"/>
              </a:cxn>
              <a:cxn ang="0">
                <a:pos x="connsiteX59933" y="connsiteY59933"/>
              </a:cxn>
              <a:cxn ang="0">
                <a:pos x="connsiteX59934" y="connsiteY59934"/>
              </a:cxn>
              <a:cxn ang="0">
                <a:pos x="connsiteX59935" y="connsiteY59935"/>
              </a:cxn>
              <a:cxn ang="0">
                <a:pos x="connsiteX59936" y="connsiteY59936"/>
              </a:cxn>
              <a:cxn ang="0">
                <a:pos x="connsiteX59937" y="connsiteY59937"/>
              </a:cxn>
              <a:cxn ang="0">
                <a:pos x="connsiteX59938" y="connsiteY59938"/>
              </a:cxn>
              <a:cxn ang="0">
                <a:pos x="connsiteX59939" y="connsiteY59939"/>
              </a:cxn>
              <a:cxn ang="0">
                <a:pos x="connsiteX59940" y="connsiteY59940"/>
              </a:cxn>
              <a:cxn ang="0">
                <a:pos x="connsiteX59941" y="connsiteY59941"/>
              </a:cxn>
              <a:cxn ang="0">
                <a:pos x="connsiteX59942" y="connsiteY59942"/>
              </a:cxn>
              <a:cxn ang="0">
                <a:pos x="connsiteX59943" y="connsiteY59943"/>
              </a:cxn>
              <a:cxn ang="0">
                <a:pos x="connsiteX59944" y="connsiteY59944"/>
              </a:cxn>
              <a:cxn ang="0">
                <a:pos x="connsiteX59945" y="connsiteY59945"/>
              </a:cxn>
              <a:cxn ang="0">
                <a:pos x="connsiteX59946" y="connsiteY59946"/>
              </a:cxn>
              <a:cxn ang="0">
                <a:pos x="connsiteX59947" y="connsiteY59947"/>
              </a:cxn>
              <a:cxn ang="0">
                <a:pos x="connsiteX59948" y="connsiteY59948"/>
              </a:cxn>
              <a:cxn ang="0">
                <a:pos x="connsiteX59949" y="connsiteY59949"/>
              </a:cxn>
              <a:cxn ang="0">
                <a:pos x="connsiteX59950" y="connsiteY59950"/>
              </a:cxn>
              <a:cxn ang="0">
                <a:pos x="connsiteX59951" y="connsiteY59951"/>
              </a:cxn>
              <a:cxn ang="0">
                <a:pos x="connsiteX59952" y="connsiteY59952"/>
              </a:cxn>
              <a:cxn ang="0">
                <a:pos x="connsiteX59953" y="connsiteY59953"/>
              </a:cxn>
              <a:cxn ang="0">
                <a:pos x="connsiteX59954" y="connsiteY59954"/>
              </a:cxn>
              <a:cxn ang="0">
                <a:pos x="connsiteX59955" y="connsiteY59955"/>
              </a:cxn>
              <a:cxn ang="0">
                <a:pos x="connsiteX59956" y="connsiteY59956"/>
              </a:cxn>
              <a:cxn ang="0">
                <a:pos x="connsiteX59957" y="connsiteY59957"/>
              </a:cxn>
              <a:cxn ang="0">
                <a:pos x="connsiteX59958" y="connsiteY59958"/>
              </a:cxn>
              <a:cxn ang="0">
                <a:pos x="connsiteX59959" y="connsiteY59959"/>
              </a:cxn>
              <a:cxn ang="0">
                <a:pos x="connsiteX59960" y="connsiteY59960"/>
              </a:cxn>
              <a:cxn ang="0">
                <a:pos x="connsiteX59961" y="connsiteY59961"/>
              </a:cxn>
              <a:cxn ang="0">
                <a:pos x="connsiteX59962" y="connsiteY59962"/>
              </a:cxn>
              <a:cxn ang="0">
                <a:pos x="connsiteX59963" y="connsiteY59963"/>
              </a:cxn>
              <a:cxn ang="0">
                <a:pos x="connsiteX59964" y="connsiteY59964"/>
              </a:cxn>
              <a:cxn ang="0">
                <a:pos x="connsiteX59965" y="connsiteY59965"/>
              </a:cxn>
              <a:cxn ang="0">
                <a:pos x="connsiteX59966" y="connsiteY59966"/>
              </a:cxn>
              <a:cxn ang="0">
                <a:pos x="connsiteX59967" y="connsiteY59967"/>
              </a:cxn>
              <a:cxn ang="0">
                <a:pos x="connsiteX59968" y="connsiteY59968"/>
              </a:cxn>
              <a:cxn ang="0">
                <a:pos x="connsiteX59969" y="connsiteY59969"/>
              </a:cxn>
              <a:cxn ang="0">
                <a:pos x="connsiteX59970" y="connsiteY59970"/>
              </a:cxn>
              <a:cxn ang="0">
                <a:pos x="connsiteX59971" y="connsiteY59971"/>
              </a:cxn>
              <a:cxn ang="0">
                <a:pos x="connsiteX59972" y="connsiteY59972"/>
              </a:cxn>
              <a:cxn ang="0">
                <a:pos x="connsiteX59973" y="connsiteY59973"/>
              </a:cxn>
              <a:cxn ang="0">
                <a:pos x="connsiteX59974" y="connsiteY59974"/>
              </a:cxn>
              <a:cxn ang="0">
                <a:pos x="connsiteX59975" y="connsiteY59975"/>
              </a:cxn>
              <a:cxn ang="0">
                <a:pos x="connsiteX59976" y="connsiteY59976"/>
              </a:cxn>
              <a:cxn ang="0">
                <a:pos x="connsiteX59977" y="connsiteY59977"/>
              </a:cxn>
              <a:cxn ang="0">
                <a:pos x="connsiteX59978" y="connsiteY59978"/>
              </a:cxn>
              <a:cxn ang="0">
                <a:pos x="connsiteX59979" y="connsiteY59979"/>
              </a:cxn>
              <a:cxn ang="0">
                <a:pos x="connsiteX59980" y="connsiteY59980"/>
              </a:cxn>
              <a:cxn ang="0">
                <a:pos x="connsiteX59981" y="connsiteY59981"/>
              </a:cxn>
              <a:cxn ang="0">
                <a:pos x="connsiteX59982" y="connsiteY59982"/>
              </a:cxn>
              <a:cxn ang="0">
                <a:pos x="connsiteX59983" y="connsiteY59983"/>
              </a:cxn>
              <a:cxn ang="0">
                <a:pos x="connsiteX59984" y="connsiteY59984"/>
              </a:cxn>
              <a:cxn ang="0">
                <a:pos x="connsiteX59985" y="connsiteY59985"/>
              </a:cxn>
              <a:cxn ang="0">
                <a:pos x="connsiteX59986" y="connsiteY59986"/>
              </a:cxn>
              <a:cxn ang="0">
                <a:pos x="connsiteX59987" y="connsiteY59987"/>
              </a:cxn>
              <a:cxn ang="0">
                <a:pos x="connsiteX59988" y="connsiteY59988"/>
              </a:cxn>
              <a:cxn ang="0">
                <a:pos x="connsiteX59989" y="connsiteY59989"/>
              </a:cxn>
              <a:cxn ang="0">
                <a:pos x="connsiteX59990" y="connsiteY59990"/>
              </a:cxn>
              <a:cxn ang="0">
                <a:pos x="connsiteX59991" y="connsiteY59991"/>
              </a:cxn>
              <a:cxn ang="0">
                <a:pos x="connsiteX59992" y="connsiteY59992"/>
              </a:cxn>
              <a:cxn ang="0">
                <a:pos x="connsiteX59993" y="connsiteY59993"/>
              </a:cxn>
              <a:cxn ang="0">
                <a:pos x="connsiteX59994" y="connsiteY59994"/>
              </a:cxn>
              <a:cxn ang="0">
                <a:pos x="connsiteX59995" y="connsiteY59995"/>
              </a:cxn>
              <a:cxn ang="0">
                <a:pos x="connsiteX59996" y="connsiteY59996"/>
              </a:cxn>
              <a:cxn ang="0">
                <a:pos x="connsiteX59997" y="connsiteY59997"/>
              </a:cxn>
              <a:cxn ang="0">
                <a:pos x="connsiteX59998" y="connsiteY59998"/>
              </a:cxn>
              <a:cxn ang="0">
                <a:pos x="connsiteX59999" y="connsiteY59999"/>
              </a:cxn>
              <a:cxn ang="0">
                <a:pos x="connsiteX60000" y="connsiteY60000"/>
              </a:cxn>
              <a:cxn ang="0">
                <a:pos x="connsiteX60001" y="connsiteY60001"/>
              </a:cxn>
              <a:cxn ang="0">
                <a:pos x="connsiteX60002" y="connsiteY60002"/>
              </a:cxn>
              <a:cxn ang="0">
                <a:pos x="connsiteX60003" y="connsiteY60003"/>
              </a:cxn>
              <a:cxn ang="0">
                <a:pos x="connsiteX60004" y="connsiteY60004"/>
              </a:cxn>
              <a:cxn ang="0">
                <a:pos x="connsiteX60005" y="connsiteY60005"/>
              </a:cxn>
              <a:cxn ang="0">
                <a:pos x="connsiteX60006" y="connsiteY60006"/>
              </a:cxn>
              <a:cxn ang="0">
                <a:pos x="connsiteX60007" y="connsiteY60007"/>
              </a:cxn>
              <a:cxn ang="0">
                <a:pos x="connsiteX60008" y="connsiteY60008"/>
              </a:cxn>
              <a:cxn ang="0">
                <a:pos x="connsiteX60009" y="connsiteY60009"/>
              </a:cxn>
              <a:cxn ang="0">
                <a:pos x="connsiteX60010" y="connsiteY60010"/>
              </a:cxn>
              <a:cxn ang="0">
                <a:pos x="connsiteX60011" y="connsiteY60011"/>
              </a:cxn>
              <a:cxn ang="0">
                <a:pos x="connsiteX60012" y="connsiteY60012"/>
              </a:cxn>
              <a:cxn ang="0">
                <a:pos x="connsiteX60013" y="connsiteY60013"/>
              </a:cxn>
              <a:cxn ang="0">
                <a:pos x="connsiteX60014" y="connsiteY60014"/>
              </a:cxn>
              <a:cxn ang="0">
                <a:pos x="connsiteX60015" y="connsiteY60015"/>
              </a:cxn>
              <a:cxn ang="0">
                <a:pos x="connsiteX60016" y="connsiteY60016"/>
              </a:cxn>
              <a:cxn ang="0">
                <a:pos x="connsiteX60017" y="connsiteY60017"/>
              </a:cxn>
              <a:cxn ang="0">
                <a:pos x="connsiteX60018" y="connsiteY60018"/>
              </a:cxn>
              <a:cxn ang="0">
                <a:pos x="connsiteX60019" y="connsiteY60019"/>
              </a:cxn>
              <a:cxn ang="0">
                <a:pos x="connsiteX60020" y="connsiteY60020"/>
              </a:cxn>
              <a:cxn ang="0">
                <a:pos x="connsiteX60021" y="connsiteY60021"/>
              </a:cxn>
              <a:cxn ang="0">
                <a:pos x="connsiteX60022" y="connsiteY60022"/>
              </a:cxn>
              <a:cxn ang="0">
                <a:pos x="connsiteX60023" y="connsiteY60023"/>
              </a:cxn>
              <a:cxn ang="0">
                <a:pos x="connsiteX60024" y="connsiteY60024"/>
              </a:cxn>
              <a:cxn ang="0">
                <a:pos x="connsiteX60025" y="connsiteY60025"/>
              </a:cxn>
              <a:cxn ang="0">
                <a:pos x="connsiteX60026" y="connsiteY60026"/>
              </a:cxn>
              <a:cxn ang="0">
                <a:pos x="connsiteX60027" y="connsiteY60027"/>
              </a:cxn>
              <a:cxn ang="0">
                <a:pos x="connsiteX60028" y="connsiteY60028"/>
              </a:cxn>
              <a:cxn ang="0">
                <a:pos x="connsiteX60029" y="connsiteY60029"/>
              </a:cxn>
              <a:cxn ang="0">
                <a:pos x="connsiteX60030" y="connsiteY60030"/>
              </a:cxn>
              <a:cxn ang="0">
                <a:pos x="connsiteX60031" y="connsiteY60031"/>
              </a:cxn>
              <a:cxn ang="0">
                <a:pos x="connsiteX60032" y="connsiteY60032"/>
              </a:cxn>
              <a:cxn ang="0">
                <a:pos x="connsiteX60033" y="connsiteY60033"/>
              </a:cxn>
              <a:cxn ang="0">
                <a:pos x="connsiteX60034" y="connsiteY60034"/>
              </a:cxn>
              <a:cxn ang="0">
                <a:pos x="connsiteX60035" y="connsiteY60035"/>
              </a:cxn>
              <a:cxn ang="0">
                <a:pos x="connsiteX60036" y="connsiteY60036"/>
              </a:cxn>
              <a:cxn ang="0">
                <a:pos x="connsiteX60037" y="connsiteY60037"/>
              </a:cxn>
              <a:cxn ang="0">
                <a:pos x="connsiteX60038" y="connsiteY60038"/>
              </a:cxn>
              <a:cxn ang="0">
                <a:pos x="connsiteX60039" y="connsiteY60039"/>
              </a:cxn>
              <a:cxn ang="0">
                <a:pos x="connsiteX60040" y="connsiteY60040"/>
              </a:cxn>
              <a:cxn ang="0">
                <a:pos x="connsiteX60041" y="connsiteY60041"/>
              </a:cxn>
              <a:cxn ang="0">
                <a:pos x="connsiteX60042" y="connsiteY60042"/>
              </a:cxn>
              <a:cxn ang="0">
                <a:pos x="connsiteX60043" y="connsiteY60043"/>
              </a:cxn>
              <a:cxn ang="0">
                <a:pos x="connsiteX60044" y="connsiteY60044"/>
              </a:cxn>
              <a:cxn ang="0">
                <a:pos x="connsiteX60045" y="connsiteY60045"/>
              </a:cxn>
              <a:cxn ang="0">
                <a:pos x="connsiteX60046" y="connsiteY60046"/>
              </a:cxn>
              <a:cxn ang="0">
                <a:pos x="connsiteX60047" y="connsiteY60047"/>
              </a:cxn>
              <a:cxn ang="0">
                <a:pos x="connsiteX60048" y="connsiteY60048"/>
              </a:cxn>
              <a:cxn ang="0">
                <a:pos x="connsiteX60049" y="connsiteY60049"/>
              </a:cxn>
              <a:cxn ang="0">
                <a:pos x="connsiteX60050" y="connsiteY60050"/>
              </a:cxn>
              <a:cxn ang="0">
                <a:pos x="connsiteX60051" y="connsiteY60051"/>
              </a:cxn>
              <a:cxn ang="0">
                <a:pos x="connsiteX60052" y="connsiteY60052"/>
              </a:cxn>
              <a:cxn ang="0">
                <a:pos x="connsiteX60053" y="connsiteY60053"/>
              </a:cxn>
              <a:cxn ang="0">
                <a:pos x="connsiteX60054" y="connsiteY60054"/>
              </a:cxn>
              <a:cxn ang="0">
                <a:pos x="connsiteX60055" y="connsiteY60055"/>
              </a:cxn>
              <a:cxn ang="0">
                <a:pos x="connsiteX60056" y="connsiteY60056"/>
              </a:cxn>
              <a:cxn ang="0">
                <a:pos x="connsiteX60057" y="connsiteY60057"/>
              </a:cxn>
              <a:cxn ang="0">
                <a:pos x="connsiteX60058" y="connsiteY60058"/>
              </a:cxn>
              <a:cxn ang="0">
                <a:pos x="connsiteX60059" y="connsiteY60059"/>
              </a:cxn>
              <a:cxn ang="0">
                <a:pos x="connsiteX60060" y="connsiteY60060"/>
              </a:cxn>
              <a:cxn ang="0">
                <a:pos x="connsiteX60061" y="connsiteY60061"/>
              </a:cxn>
              <a:cxn ang="0">
                <a:pos x="connsiteX60062" y="connsiteY60062"/>
              </a:cxn>
              <a:cxn ang="0">
                <a:pos x="connsiteX60063" y="connsiteY60063"/>
              </a:cxn>
              <a:cxn ang="0">
                <a:pos x="connsiteX60064" y="connsiteY60064"/>
              </a:cxn>
              <a:cxn ang="0">
                <a:pos x="connsiteX60065" y="connsiteY60065"/>
              </a:cxn>
              <a:cxn ang="0">
                <a:pos x="connsiteX60066" y="connsiteY60066"/>
              </a:cxn>
              <a:cxn ang="0">
                <a:pos x="connsiteX60067" y="connsiteY60067"/>
              </a:cxn>
              <a:cxn ang="0">
                <a:pos x="connsiteX60068" y="connsiteY60068"/>
              </a:cxn>
              <a:cxn ang="0">
                <a:pos x="connsiteX60069" y="connsiteY60069"/>
              </a:cxn>
              <a:cxn ang="0">
                <a:pos x="connsiteX60070" y="connsiteY60070"/>
              </a:cxn>
              <a:cxn ang="0">
                <a:pos x="connsiteX60071" y="connsiteY60071"/>
              </a:cxn>
              <a:cxn ang="0">
                <a:pos x="connsiteX60072" y="connsiteY60072"/>
              </a:cxn>
              <a:cxn ang="0">
                <a:pos x="connsiteX60073" y="connsiteY60073"/>
              </a:cxn>
              <a:cxn ang="0">
                <a:pos x="connsiteX60074" y="connsiteY60074"/>
              </a:cxn>
              <a:cxn ang="0">
                <a:pos x="connsiteX60075" y="connsiteY60075"/>
              </a:cxn>
              <a:cxn ang="0">
                <a:pos x="connsiteX60076" y="connsiteY60076"/>
              </a:cxn>
              <a:cxn ang="0">
                <a:pos x="connsiteX60077" y="connsiteY60077"/>
              </a:cxn>
              <a:cxn ang="0">
                <a:pos x="connsiteX60078" y="connsiteY60078"/>
              </a:cxn>
              <a:cxn ang="0">
                <a:pos x="connsiteX60079" y="connsiteY60079"/>
              </a:cxn>
              <a:cxn ang="0">
                <a:pos x="connsiteX60080" y="connsiteY60080"/>
              </a:cxn>
              <a:cxn ang="0">
                <a:pos x="connsiteX60081" y="connsiteY60081"/>
              </a:cxn>
              <a:cxn ang="0">
                <a:pos x="connsiteX60082" y="connsiteY60082"/>
              </a:cxn>
              <a:cxn ang="0">
                <a:pos x="connsiteX60083" y="connsiteY60083"/>
              </a:cxn>
              <a:cxn ang="0">
                <a:pos x="connsiteX60084" y="connsiteY60084"/>
              </a:cxn>
              <a:cxn ang="0">
                <a:pos x="connsiteX60085" y="connsiteY60085"/>
              </a:cxn>
              <a:cxn ang="0">
                <a:pos x="connsiteX60086" y="connsiteY60086"/>
              </a:cxn>
              <a:cxn ang="0">
                <a:pos x="connsiteX60087" y="connsiteY60087"/>
              </a:cxn>
              <a:cxn ang="0">
                <a:pos x="connsiteX60088" y="connsiteY60088"/>
              </a:cxn>
              <a:cxn ang="0">
                <a:pos x="connsiteX60089" y="connsiteY60089"/>
              </a:cxn>
              <a:cxn ang="0">
                <a:pos x="connsiteX60090" y="connsiteY60090"/>
              </a:cxn>
              <a:cxn ang="0">
                <a:pos x="connsiteX60091" y="connsiteY60091"/>
              </a:cxn>
              <a:cxn ang="0">
                <a:pos x="connsiteX60092" y="connsiteY60092"/>
              </a:cxn>
              <a:cxn ang="0">
                <a:pos x="connsiteX60093" y="connsiteY60093"/>
              </a:cxn>
              <a:cxn ang="0">
                <a:pos x="connsiteX60094" y="connsiteY60094"/>
              </a:cxn>
              <a:cxn ang="0">
                <a:pos x="connsiteX60095" y="connsiteY60095"/>
              </a:cxn>
              <a:cxn ang="0">
                <a:pos x="connsiteX60096" y="connsiteY60096"/>
              </a:cxn>
              <a:cxn ang="0">
                <a:pos x="connsiteX60097" y="connsiteY60097"/>
              </a:cxn>
              <a:cxn ang="0">
                <a:pos x="connsiteX60098" y="connsiteY60098"/>
              </a:cxn>
              <a:cxn ang="0">
                <a:pos x="connsiteX60099" y="connsiteY60099"/>
              </a:cxn>
              <a:cxn ang="0">
                <a:pos x="connsiteX60100" y="connsiteY60100"/>
              </a:cxn>
              <a:cxn ang="0">
                <a:pos x="connsiteX60101" y="connsiteY60101"/>
              </a:cxn>
              <a:cxn ang="0">
                <a:pos x="connsiteX60102" y="connsiteY60102"/>
              </a:cxn>
              <a:cxn ang="0">
                <a:pos x="connsiteX60103" y="connsiteY60103"/>
              </a:cxn>
              <a:cxn ang="0">
                <a:pos x="connsiteX60104" y="connsiteY60104"/>
              </a:cxn>
              <a:cxn ang="0">
                <a:pos x="connsiteX60105" y="connsiteY60105"/>
              </a:cxn>
              <a:cxn ang="0">
                <a:pos x="connsiteX60106" y="connsiteY60106"/>
              </a:cxn>
              <a:cxn ang="0">
                <a:pos x="connsiteX60107" y="connsiteY60107"/>
              </a:cxn>
              <a:cxn ang="0">
                <a:pos x="connsiteX60108" y="connsiteY60108"/>
              </a:cxn>
              <a:cxn ang="0">
                <a:pos x="connsiteX60109" y="connsiteY60109"/>
              </a:cxn>
              <a:cxn ang="0">
                <a:pos x="connsiteX60110" y="connsiteY60110"/>
              </a:cxn>
              <a:cxn ang="0">
                <a:pos x="connsiteX60111" y="connsiteY60111"/>
              </a:cxn>
              <a:cxn ang="0">
                <a:pos x="connsiteX60112" y="connsiteY60112"/>
              </a:cxn>
              <a:cxn ang="0">
                <a:pos x="connsiteX60113" y="connsiteY60113"/>
              </a:cxn>
              <a:cxn ang="0">
                <a:pos x="connsiteX60114" y="connsiteY60114"/>
              </a:cxn>
              <a:cxn ang="0">
                <a:pos x="connsiteX60115" y="connsiteY60115"/>
              </a:cxn>
              <a:cxn ang="0">
                <a:pos x="connsiteX60116" y="connsiteY60116"/>
              </a:cxn>
              <a:cxn ang="0">
                <a:pos x="connsiteX60117" y="connsiteY60117"/>
              </a:cxn>
              <a:cxn ang="0">
                <a:pos x="connsiteX60118" y="connsiteY60118"/>
              </a:cxn>
              <a:cxn ang="0">
                <a:pos x="connsiteX60119" y="connsiteY60119"/>
              </a:cxn>
              <a:cxn ang="0">
                <a:pos x="connsiteX60120" y="connsiteY60120"/>
              </a:cxn>
              <a:cxn ang="0">
                <a:pos x="connsiteX60121" y="connsiteY60121"/>
              </a:cxn>
              <a:cxn ang="0">
                <a:pos x="connsiteX60122" y="connsiteY60122"/>
              </a:cxn>
              <a:cxn ang="0">
                <a:pos x="connsiteX60123" y="connsiteY60123"/>
              </a:cxn>
              <a:cxn ang="0">
                <a:pos x="connsiteX60124" y="connsiteY60124"/>
              </a:cxn>
              <a:cxn ang="0">
                <a:pos x="connsiteX60125" y="connsiteY60125"/>
              </a:cxn>
              <a:cxn ang="0">
                <a:pos x="connsiteX60126" y="connsiteY60126"/>
              </a:cxn>
              <a:cxn ang="0">
                <a:pos x="connsiteX60127" y="connsiteY60127"/>
              </a:cxn>
              <a:cxn ang="0">
                <a:pos x="connsiteX60128" y="connsiteY60128"/>
              </a:cxn>
              <a:cxn ang="0">
                <a:pos x="connsiteX60129" y="connsiteY60129"/>
              </a:cxn>
              <a:cxn ang="0">
                <a:pos x="connsiteX60130" y="connsiteY60130"/>
              </a:cxn>
              <a:cxn ang="0">
                <a:pos x="connsiteX60131" y="connsiteY60131"/>
              </a:cxn>
              <a:cxn ang="0">
                <a:pos x="connsiteX60132" y="connsiteY60132"/>
              </a:cxn>
              <a:cxn ang="0">
                <a:pos x="connsiteX60133" y="connsiteY60133"/>
              </a:cxn>
              <a:cxn ang="0">
                <a:pos x="connsiteX60134" y="connsiteY60134"/>
              </a:cxn>
              <a:cxn ang="0">
                <a:pos x="connsiteX60135" y="connsiteY60135"/>
              </a:cxn>
              <a:cxn ang="0">
                <a:pos x="connsiteX60136" y="connsiteY60136"/>
              </a:cxn>
              <a:cxn ang="0">
                <a:pos x="connsiteX60137" y="connsiteY60137"/>
              </a:cxn>
              <a:cxn ang="0">
                <a:pos x="connsiteX60138" y="connsiteY60138"/>
              </a:cxn>
              <a:cxn ang="0">
                <a:pos x="connsiteX60139" y="connsiteY60139"/>
              </a:cxn>
              <a:cxn ang="0">
                <a:pos x="connsiteX60140" y="connsiteY60140"/>
              </a:cxn>
              <a:cxn ang="0">
                <a:pos x="connsiteX60141" y="connsiteY60141"/>
              </a:cxn>
              <a:cxn ang="0">
                <a:pos x="connsiteX60142" y="connsiteY60142"/>
              </a:cxn>
              <a:cxn ang="0">
                <a:pos x="connsiteX60143" y="connsiteY60143"/>
              </a:cxn>
              <a:cxn ang="0">
                <a:pos x="connsiteX60144" y="connsiteY60144"/>
              </a:cxn>
              <a:cxn ang="0">
                <a:pos x="connsiteX60145" y="connsiteY60145"/>
              </a:cxn>
              <a:cxn ang="0">
                <a:pos x="connsiteX60146" y="connsiteY60146"/>
              </a:cxn>
              <a:cxn ang="0">
                <a:pos x="connsiteX60147" y="connsiteY60147"/>
              </a:cxn>
              <a:cxn ang="0">
                <a:pos x="connsiteX60148" y="connsiteY60148"/>
              </a:cxn>
              <a:cxn ang="0">
                <a:pos x="connsiteX60149" y="connsiteY60149"/>
              </a:cxn>
              <a:cxn ang="0">
                <a:pos x="connsiteX60150" y="connsiteY60150"/>
              </a:cxn>
              <a:cxn ang="0">
                <a:pos x="connsiteX60151" y="connsiteY60151"/>
              </a:cxn>
              <a:cxn ang="0">
                <a:pos x="connsiteX60152" y="connsiteY60152"/>
              </a:cxn>
              <a:cxn ang="0">
                <a:pos x="connsiteX60153" y="connsiteY60153"/>
              </a:cxn>
              <a:cxn ang="0">
                <a:pos x="connsiteX60154" y="connsiteY60154"/>
              </a:cxn>
              <a:cxn ang="0">
                <a:pos x="connsiteX60155" y="connsiteY60155"/>
              </a:cxn>
              <a:cxn ang="0">
                <a:pos x="connsiteX60156" y="connsiteY60156"/>
              </a:cxn>
              <a:cxn ang="0">
                <a:pos x="connsiteX60157" y="connsiteY60157"/>
              </a:cxn>
              <a:cxn ang="0">
                <a:pos x="connsiteX60158" y="connsiteY60158"/>
              </a:cxn>
              <a:cxn ang="0">
                <a:pos x="connsiteX60159" y="connsiteY60159"/>
              </a:cxn>
              <a:cxn ang="0">
                <a:pos x="connsiteX60160" y="connsiteY60160"/>
              </a:cxn>
              <a:cxn ang="0">
                <a:pos x="connsiteX60161" y="connsiteY60161"/>
              </a:cxn>
              <a:cxn ang="0">
                <a:pos x="connsiteX60162" y="connsiteY60162"/>
              </a:cxn>
              <a:cxn ang="0">
                <a:pos x="connsiteX60163" y="connsiteY60163"/>
              </a:cxn>
              <a:cxn ang="0">
                <a:pos x="connsiteX60164" y="connsiteY60164"/>
              </a:cxn>
              <a:cxn ang="0">
                <a:pos x="connsiteX60165" y="connsiteY60165"/>
              </a:cxn>
              <a:cxn ang="0">
                <a:pos x="connsiteX60166" y="connsiteY60166"/>
              </a:cxn>
              <a:cxn ang="0">
                <a:pos x="connsiteX60167" y="connsiteY60167"/>
              </a:cxn>
              <a:cxn ang="0">
                <a:pos x="connsiteX60168" y="connsiteY60168"/>
              </a:cxn>
              <a:cxn ang="0">
                <a:pos x="connsiteX60169" y="connsiteY60169"/>
              </a:cxn>
              <a:cxn ang="0">
                <a:pos x="connsiteX60170" y="connsiteY60170"/>
              </a:cxn>
              <a:cxn ang="0">
                <a:pos x="connsiteX60171" y="connsiteY60171"/>
              </a:cxn>
              <a:cxn ang="0">
                <a:pos x="connsiteX60172" y="connsiteY60172"/>
              </a:cxn>
              <a:cxn ang="0">
                <a:pos x="connsiteX60173" y="connsiteY60173"/>
              </a:cxn>
              <a:cxn ang="0">
                <a:pos x="connsiteX60174" y="connsiteY60174"/>
              </a:cxn>
              <a:cxn ang="0">
                <a:pos x="connsiteX60175" y="connsiteY60175"/>
              </a:cxn>
              <a:cxn ang="0">
                <a:pos x="connsiteX60176" y="connsiteY60176"/>
              </a:cxn>
              <a:cxn ang="0">
                <a:pos x="connsiteX60177" y="connsiteY60177"/>
              </a:cxn>
              <a:cxn ang="0">
                <a:pos x="connsiteX60178" y="connsiteY60178"/>
              </a:cxn>
              <a:cxn ang="0">
                <a:pos x="connsiteX60179" y="connsiteY60179"/>
              </a:cxn>
              <a:cxn ang="0">
                <a:pos x="connsiteX60180" y="connsiteY60180"/>
              </a:cxn>
              <a:cxn ang="0">
                <a:pos x="connsiteX60181" y="connsiteY60181"/>
              </a:cxn>
              <a:cxn ang="0">
                <a:pos x="connsiteX60182" y="connsiteY60182"/>
              </a:cxn>
              <a:cxn ang="0">
                <a:pos x="connsiteX60183" y="connsiteY60183"/>
              </a:cxn>
              <a:cxn ang="0">
                <a:pos x="connsiteX60184" y="connsiteY60184"/>
              </a:cxn>
              <a:cxn ang="0">
                <a:pos x="connsiteX60185" y="connsiteY60185"/>
              </a:cxn>
              <a:cxn ang="0">
                <a:pos x="connsiteX60186" y="connsiteY60186"/>
              </a:cxn>
              <a:cxn ang="0">
                <a:pos x="connsiteX60187" y="connsiteY60187"/>
              </a:cxn>
              <a:cxn ang="0">
                <a:pos x="connsiteX60188" y="connsiteY60188"/>
              </a:cxn>
              <a:cxn ang="0">
                <a:pos x="connsiteX60189" y="connsiteY60189"/>
              </a:cxn>
              <a:cxn ang="0">
                <a:pos x="connsiteX60190" y="connsiteY60190"/>
              </a:cxn>
              <a:cxn ang="0">
                <a:pos x="connsiteX60191" y="connsiteY60191"/>
              </a:cxn>
              <a:cxn ang="0">
                <a:pos x="connsiteX60192" y="connsiteY60192"/>
              </a:cxn>
              <a:cxn ang="0">
                <a:pos x="connsiteX60193" y="connsiteY60193"/>
              </a:cxn>
              <a:cxn ang="0">
                <a:pos x="connsiteX60194" y="connsiteY60194"/>
              </a:cxn>
              <a:cxn ang="0">
                <a:pos x="connsiteX60195" y="connsiteY60195"/>
              </a:cxn>
              <a:cxn ang="0">
                <a:pos x="connsiteX60196" y="connsiteY60196"/>
              </a:cxn>
              <a:cxn ang="0">
                <a:pos x="connsiteX60197" y="connsiteY60197"/>
              </a:cxn>
              <a:cxn ang="0">
                <a:pos x="connsiteX60198" y="connsiteY60198"/>
              </a:cxn>
              <a:cxn ang="0">
                <a:pos x="connsiteX60199" y="connsiteY60199"/>
              </a:cxn>
              <a:cxn ang="0">
                <a:pos x="connsiteX60200" y="connsiteY60200"/>
              </a:cxn>
              <a:cxn ang="0">
                <a:pos x="connsiteX60201" y="connsiteY60201"/>
              </a:cxn>
              <a:cxn ang="0">
                <a:pos x="connsiteX60202" y="connsiteY60202"/>
              </a:cxn>
              <a:cxn ang="0">
                <a:pos x="connsiteX60203" y="connsiteY60203"/>
              </a:cxn>
              <a:cxn ang="0">
                <a:pos x="connsiteX60204" y="connsiteY60204"/>
              </a:cxn>
              <a:cxn ang="0">
                <a:pos x="connsiteX60205" y="connsiteY60205"/>
              </a:cxn>
              <a:cxn ang="0">
                <a:pos x="connsiteX60206" y="connsiteY60206"/>
              </a:cxn>
              <a:cxn ang="0">
                <a:pos x="connsiteX60207" y="connsiteY60207"/>
              </a:cxn>
              <a:cxn ang="0">
                <a:pos x="connsiteX60208" y="connsiteY60208"/>
              </a:cxn>
              <a:cxn ang="0">
                <a:pos x="connsiteX60209" y="connsiteY60209"/>
              </a:cxn>
              <a:cxn ang="0">
                <a:pos x="connsiteX60210" y="connsiteY60210"/>
              </a:cxn>
              <a:cxn ang="0">
                <a:pos x="connsiteX60211" y="connsiteY60211"/>
              </a:cxn>
              <a:cxn ang="0">
                <a:pos x="connsiteX60212" y="connsiteY60212"/>
              </a:cxn>
              <a:cxn ang="0">
                <a:pos x="connsiteX60213" y="connsiteY60213"/>
              </a:cxn>
              <a:cxn ang="0">
                <a:pos x="connsiteX60214" y="connsiteY60214"/>
              </a:cxn>
              <a:cxn ang="0">
                <a:pos x="connsiteX60215" y="connsiteY60215"/>
              </a:cxn>
              <a:cxn ang="0">
                <a:pos x="connsiteX60216" y="connsiteY60216"/>
              </a:cxn>
              <a:cxn ang="0">
                <a:pos x="connsiteX60217" y="connsiteY60217"/>
              </a:cxn>
              <a:cxn ang="0">
                <a:pos x="connsiteX60218" y="connsiteY60218"/>
              </a:cxn>
              <a:cxn ang="0">
                <a:pos x="connsiteX60219" y="connsiteY60219"/>
              </a:cxn>
              <a:cxn ang="0">
                <a:pos x="connsiteX60220" y="connsiteY60220"/>
              </a:cxn>
              <a:cxn ang="0">
                <a:pos x="connsiteX60221" y="connsiteY60221"/>
              </a:cxn>
              <a:cxn ang="0">
                <a:pos x="connsiteX60222" y="connsiteY60222"/>
              </a:cxn>
              <a:cxn ang="0">
                <a:pos x="connsiteX60223" y="connsiteY60223"/>
              </a:cxn>
              <a:cxn ang="0">
                <a:pos x="connsiteX60224" y="connsiteY60224"/>
              </a:cxn>
              <a:cxn ang="0">
                <a:pos x="connsiteX60225" y="connsiteY60225"/>
              </a:cxn>
              <a:cxn ang="0">
                <a:pos x="connsiteX60226" y="connsiteY60226"/>
              </a:cxn>
              <a:cxn ang="0">
                <a:pos x="connsiteX60227" y="connsiteY60227"/>
              </a:cxn>
              <a:cxn ang="0">
                <a:pos x="connsiteX60228" y="connsiteY60228"/>
              </a:cxn>
              <a:cxn ang="0">
                <a:pos x="connsiteX60229" y="connsiteY60229"/>
              </a:cxn>
              <a:cxn ang="0">
                <a:pos x="connsiteX60230" y="connsiteY60230"/>
              </a:cxn>
              <a:cxn ang="0">
                <a:pos x="connsiteX60231" y="connsiteY60231"/>
              </a:cxn>
              <a:cxn ang="0">
                <a:pos x="connsiteX60232" y="connsiteY60232"/>
              </a:cxn>
              <a:cxn ang="0">
                <a:pos x="connsiteX60233" y="connsiteY60233"/>
              </a:cxn>
              <a:cxn ang="0">
                <a:pos x="connsiteX60234" y="connsiteY60234"/>
              </a:cxn>
              <a:cxn ang="0">
                <a:pos x="connsiteX60235" y="connsiteY60235"/>
              </a:cxn>
              <a:cxn ang="0">
                <a:pos x="connsiteX60236" y="connsiteY60236"/>
              </a:cxn>
              <a:cxn ang="0">
                <a:pos x="connsiteX60237" y="connsiteY60237"/>
              </a:cxn>
              <a:cxn ang="0">
                <a:pos x="connsiteX60238" y="connsiteY60238"/>
              </a:cxn>
              <a:cxn ang="0">
                <a:pos x="connsiteX60239" y="connsiteY60239"/>
              </a:cxn>
              <a:cxn ang="0">
                <a:pos x="connsiteX60240" y="connsiteY60240"/>
              </a:cxn>
              <a:cxn ang="0">
                <a:pos x="connsiteX60241" y="connsiteY60241"/>
              </a:cxn>
              <a:cxn ang="0">
                <a:pos x="connsiteX60242" y="connsiteY60242"/>
              </a:cxn>
              <a:cxn ang="0">
                <a:pos x="connsiteX60243" y="connsiteY60243"/>
              </a:cxn>
              <a:cxn ang="0">
                <a:pos x="connsiteX60244" y="connsiteY60244"/>
              </a:cxn>
              <a:cxn ang="0">
                <a:pos x="connsiteX60245" y="connsiteY60245"/>
              </a:cxn>
              <a:cxn ang="0">
                <a:pos x="connsiteX60246" y="connsiteY60246"/>
              </a:cxn>
              <a:cxn ang="0">
                <a:pos x="connsiteX60247" y="connsiteY60247"/>
              </a:cxn>
              <a:cxn ang="0">
                <a:pos x="connsiteX60248" y="connsiteY60248"/>
              </a:cxn>
              <a:cxn ang="0">
                <a:pos x="connsiteX60249" y="connsiteY60249"/>
              </a:cxn>
              <a:cxn ang="0">
                <a:pos x="connsiteX60250" y="connsiteY60250"/>
              </a:cxn>
              <a:cxn ang="0">
                <a:pos x="connsiteX60251" y="connsiteY60251"/>
              </a:cxn>
              <a:cxn ang="0">
                <a:pos x="connsiteX60252" y="connsiteY60252"/>
              </a:cxn>
              <a:cxn ang="0">
                <a:pos x="connsiteX60253" y="connsiteY60253"/>
              </a:cxn>
              <a:cxn ang="0">
                <a:pos x="connsiteX60254" y="connsiteY60254"/>
              </a:cxn>
              <a:cxn ang="0">
                <a:pos x="connsiteX60255" y="connsiteY60255"/>
              </a:cxn>
              <a:cxn ang="0">
                <a:pos x="connsiteX60256" y="connsiteY60256"/>
              </a:cxn>
              <a:cxn ang="0">
                <a:pos x="connsiteX60257" y="connsiteY60257"/>
              </a:cxn>
              <a:cxn ang="0">
                <a:pos x="connsiteX60258" y="connsiteY60258"/>
              </a:cxn>
              <a:cxn ang="0">
                <a:pos x="connsiteX60259" y="connsiteY60259"/>
              </a:cxn>
              <a:cxn ang="0">
                <a:pos x="connsiteX60260" y="connsiteY60260"/>
              </a:cxn>
              <a:cxn ang="0">
                <a:pos x="connsiteX60261" y="connsiteY60261"/>
              </a:cxn>
              <a:cxn ang="0">
                <a:pos x="connsiteX60262" y="connsiteY60262"/>
              </a:cxn>
              <a:cxn ang="0">
                <a:pos x="connsiteX60263" y="connsiteY60263"/>
              </a:cxn>
              <a:cxn ang="0">
                <a:pos x="connsiteX60264" y="connsiteY60264"/>
              </a:cxn>
              <a:cxn ang="0">
                <a:pos x="connsiteX60265" y="connsiteY60265"/>
              </a:cxn>
              <a:cxn ang="0">
                <a:pos x="connsiteX60266" y="connsiteY60266"/>
              </a:cxn>
              <a:cxn ang="0">
                <a:pos x="connsiteX60267" y="connsiteY60267"/>
              </a:cxn>
              <a:cxn ang="0">
                <a:pos x="connsiteX60268" y="connsiteY60268"/>
              </a:cxn>
              <a:cxn ang="0">
                <a:pos x="connsiteX60269" y="connsiteY60269"/>
              </a:cxn>
              <a:cxn ang="0">
                <a:pos x="connsiteX60270" y="connsiteY60270"/>
              </a:cxn>
              <a:cxn ang="0">
                <a:pos x="connsiteX60271" y="connsiteY60271"/>
              </a:cxn>
              <a:cxn ang="0">
                <a:pos x="connsiteX60272" y="connsiteY60272"/>
              </a:cxn>
              <a:cxn ang="0">
                <a:pos x="connsiteX60273" y="connsiteY60273"/>
              </a:cxn>
              <a:cxn ang="0">
                <a:pos x="connsiteX60274" y="connsiteY60274"/>
              </a:cxn>
              <a:cxn ang="0">
                <a:pos x="connsiteX60275" y="connsiteY60275"/>
              </a:cxn>
              <a:cxn ang="0">
                <a:pos x="connsiteX60276" y="connsiteY60276"/>
              </a:cxn>
              <a:cxn ang="0">
                <a:pos x="connsiteX60277" y="connsiteY60277"/>
              </a:cxn>
              <a:cxn ang="0">
                <a:pos x="connsiteX60278" y="connsiteY60278"/>
              </a:cxn>
              <a:cxn ang="0">
                <a:pos x="connsiteX60279" y="connsiteY60279"/>
              </a:cxn>
              <a:cxn ang="0">
                <a:pos x="connsiteX60280" y="connsiteY60280"/>
              </a:cxn>
              <a:cxn ang="0">
                <a:pos x="connsiteX60281" y="connsiteY60281"/>
              </a:cxn>
              <a:cxn ang="0">
                <a:pos x="connsiteX60282" y="connsiteY60282"/>
              </a:cxn>
              <a:cxn ang="0">
                <a:pos x="connsiteX60283" y="connsiteY60283"/>
              </a:cxn>
              <a:cxn ang="0">
                <a:pos x="connsiteX60284" y="connsiteY60284"/>
              </a:cxn>
              <a:cxn ang="0">
                <a:pos x="connsiteX60285" y="connsiteY60285"/>
              </a:cxn>
              <a:cxn ang="0">
                <a:pos x="connsiteX60286" y="connsiteY60286"/>
              </a:cxn>
              <a:cxn ang="0">
                <a:pos x="connsiteX60287" y="connsiteY60287"/>
              </a:cxn>
              <a:cxn ang="0">
                <a:pos x="connsiteX60288" y="connsiteY60288"/>
              </a:cxn>
              <a:cxn ang="0">
                <a:pos x="connsiteX60289" y="connsiteY60289"/>
              </a:cxn>
              <a:cxn ang="0">
                <a:pos x="connsiteX60290" y="connsiteY60290"/>
              </a:cxn>
              <a:cxn ang="0">
                <a:pos x="connsiteX60291" y="connsiteY60291"/>
              </a:cxn>
              <a:cxn ang="0">
                <a:pos x="connsiteX60292" y="connsiteY60292"/>
              </a:cxn>
              <a:cxn ang="0">
                <a:pos x="connsiteX60293" y="connsiteY60293"/>
              </a:cxn>
              <a:cxn ang="0">
                <a:pos x="connsiteX60294" y="connsiteY60294"/>
              </a:cxn>
              <a:cxn ang="0">
                <a:pos x="connsiteX60295" y="connsiteY60295"/>
              </a:cxn>
              <a:cxn ang="0">
                <a:pos x="connsiteX60296" y="connsiteY60296"/>
              </a:cxn>
              <a:cxn ang="0">
                <a:pos x="connsiteX60297" y="connsiteY60297"/>
              </a:cxn>
              <a:cxn ang="0">
                <a:pos x="connsiteX60298" y="connsiteY60298"/>
              </a:cxn>
              <a:cxn ang="0">
                <a:pos x="connsiteX60299" y="connsiteY60299"/>
              </a:cxn>
              <a:cxn ang="0">
                <a:pos x="connsiteX60300" y="connsiteY60300"/>
              </a:cxn>
              <a:cxn ang="0">
                <a:pos x="connsiteX60301" y="connsiteY60301"/>
              </a:cxn>
              <a:cxn ang="0">
                <a:pos x="connsiteX60302" y="connsiteY60302"/>
              </a:cxn>
              <a:cxn ang="0">
                <a:pos x="connsiteX60303" y="connsiteY60303"/>
              </a:cxn>
              <a:cxn ang="0">
                <a:pos x="connsiteX60304" y="connsiteY60304"/>
              </a:cxn>
              <a:cxn ang="0">
                <a:pos x="connsiteX60305" y="connsiteY60305"/>
              </a:cxn>
              <a:cxn ang="0">
                <a:pos x="connsiteX60306" y="connsiteY60306"/>
              </a:cxn>
              <a:cxn ang="0">
                <a:pos x="connsiteX60307" y="connsiteY60307"/>
              </a:cxn>
              <a:cxn ang="0">
                <a:pos x="connsiteX60308" y="connsiteY60308"/>
              </a:cxn>
              <a:cxn ang="0">
                <a:pos x="connsiteX60309" y="connsiteY60309"/>
              </a:cxn>
              <a:cxn ang="0">
                <a:pos x="connsiteX60310" y="connsiteY60310"/>
              </a:cxn>
              <a:cxn ang="0">
                <a:pos x="connsiteX60311" y="connsiteY60311"/>
              </a:cxn>
              <a:cxn ang="0">
                <a:pos x="connsiteX60312" y="connsiteY60312"/>
              </a:cxn>
              <a:cxn ang="0">
                <a:pos x="connsiteX60313" y="connsiteY60313"/>
              </a:cxn>
              <a:cxn ang="0">
                <a:pos x="connsiteX60314" y="connsiteY60314"/>
              </a:cxn>
              <a:cxn ang="0">
                <a:pos x="connsiteX60315" y="connsiteY60315"/>
              </a:cxn>
              <a:cxn ang="0">
                <a:pos x="connsiteX60316" y="connsiteY60316"/>
              </a:cxn>
              <a:cxn ang="0">
                <a:pos x="connsiteX60317" y="connsiteY60317"/>
              </a:cxn>
              <a:cxn ang="0">
                <a:pos x="connsiteX60318" y="connsiteY60318"/>
              </a:cxn>
              <a:cxn ang="0">
                <a:pos x="connsiteX60319" y="connsiteY60319"/>
              </a:cxn>
              <a:cxn ang="0">
                <a:pos x="connsiteX60320" y="connsiteY60320"/>
              </a:cxn>
              <a:cxn ang="0">
                <a:pos x="connsiteX60321" y="connsiteY60321"/>
              </a:cxn>
              <a:cxn ang="0">
                <a:pos x="connsiteX60322" y="connsiteY60322"/>
              </a:cxn>
              <a:cxn ang="0">
                <a:pos x="connsiteX60323" y="connsiteY60323"/>
              </a:cxn>
              <a:cxn ang="0">
                <a:pos x="connsiteX60324" y="connsiteY60324"/>
              </a:cxn>
              <a:cxn ang="0">
                <a:pos x="connsiteX60325" y="connsiteY60325"/>
              </a:cxn>
              <a:cxn ang="0">
                <a:pos x="connsiteX60326" y="connsiteY60326"/>
              </a:cxn>
              <a:cxn ang="0">
                <a:pos x="connsiteX60327" y="connsiteY60327"/>
              </a:cxn>
              <a:cxn ang="0">
                <a:pos x="connsiteX60328" y="connsiteY60328"/>
              </a:cxn>
              <a:cxn ang="0">
                <a:pos x="connsiteX60329" y="connsiteY60329"/>
              </a:cxn>
              <a:cxn ang="0">
                <a:pos x="connsiteX60330" y="connsiteY60330"/>
              </a:cxn>
              <a:cxn ang="0">
                <a:pos x="connsiteX60331" y="connsiteY60331"/>
              </a:cxn>
              <a:cxn ang="0">
                <a:pos x="connsiteX60332" y="connsiteY60332"/>
              </a:cxn>
              <a:cxn ang="0">
                <a:pos x="connsiteX60333" y="connsiteY60333"/>
              </a:cxn>
              <a:cxn ang="0">
                <a:pos x="connsiteX60334" y="connsiteY60334"/>
              </a:cxn>
              <a:cxn ang="0">
                <a:pos x="connsiteX60335" y="connsiteY60335"/>
              </a:cxn>
              <a:cxn ang="0">
                <a:pos x="connsiteX60336" y="connsiteY60336"/>
              </a:cxn>
              <a:cxn ang="0">
                <a:pos x="connsiteX60337" y="connsiteY60337"/>
              </a:cxn>
              <a:cxn ang="0">
                <a:pos x="connsiteX60338" y="connsiteY60338"/>
              </a:cxn>
              <a:cxn ang="0">
                <a:pos x="connsiteX60339" y="connsiteY60339"/>
              </a:cxn>
              <a:cxn ang="0">
                <a:pos x="connsiteX60340" y="connsiteY60340"/>
              </a:cxn>
              <a:cxn ang="0">
                <a:pos x="connsiteX60341" y="connsiteY60341"/>
              </a:cxn>
              <a:cxn ang="0">
                <a:pos x="connsiteX60342" y="connsiteY60342"/>
              </a:cxn>
              <a:cxn ang="0">
                <a:pos x="connsiteX60343" y="connsiteY60343"/>
              </a:cxn>
              <a:cxn ang="0">
                <a:pos x="connsiteX60344" y="connsiteY60344"/>
              </a:cxn>
              <a:cxn ang="0">
                <a:pos x="connsiteX60345" y="connsiteY60345"/>
              </a:cxn>
              <a:cxn ang="0">
                <a:pos x="connsiteX60346" y="connsiteY60346"/>
              </a:cxn>
              <a:cxn ang="0">
                <a:pos x="connsiteX60347" y="connsiteY60347"/>
              </a:cxn>
              <a:cxn ang="0">
                <a:pos x="connsiteX60348" y="connsiteY60348"/>
              </a:cxn>
              <a:cxn ang="0">
                <a:pos x="connsiteX60349" y="connsiteY60349"/>
              </a:cxn>
              <a:cxn ang="0">
                <a:pos x="connsiteX60350" y="connsiteY60350"/>
              </a:cxn>
              <a:cxn ang="0">
                <a:pos x="connsiteX60351" y="connsiteY60351"/>
              </a:cxn>
              <a:cxn ang="0">
                <a:pos x="connsiteX60352" y="connsiteY60352"/>
              </a:cxn>
              <a:cxn ang="0">
                <a:pos x="connsiteX60353" y="connsiteY60353"/>
              </a:cxn>
              <a:cxn ang="0">
                <a:pos x="connsiteX60354" y="connsiteY60354"/>
              </a:cxn>
              <a:cxn ang="0">
                <a:pos x="connsiteX60355" y="connsiteY60355"/>
              </a:cxn>
              <a:cxn ang="0">
                <a:pos x="connsiteX60356" y="connsiteY60356"/>
              </a:cxn>
              <a:cxn ang="0">
                <a:pos x="connsiteX60357" y="connsiteY60357"/>
              </a:cxn>
              <a:cxn ang="0">
                <a:pos x="connsiteX60358" y="connsiteY60358"/>
              </a:cxn>
              <a:cxn ang="0">
                <a:pos x="connsiteX60359" y="connsiteY60359"/>
              </a:cxn>
              <a:cxn ang="0">
                <a:pos x="connsiteX60360" y="connsiteY60360"/>
              </a:cxn>
              <a:cxn ang="0">
                <a:pos x="connsiteX60361" y="connsiteY60361"/>
              </a:cxn>
              <a:cxn ang="0">
                <a:pos x="connsiteX60362" y="connsiteY60362"/>
              </a:cxn>
              <a:cxn ang="0">
                <a:pos x="connsiteX60363" y="connsiteY60363"/>
              </a:cxn>
              <a:cxn ang="0">
                <a:pos x="connsiteX60364" y="connsiteY60364"/>
              </a:cxn>
              <a:cxn ang="0">
                <a:pos x="connsiteX60365" y="connsiteY60365"/>
              </a:cxn>
              <a:cxn ang="0">
                <a:pos x="connsiteX60366" y="connsiteY60366"/>
              </a:cxn>
              <a:cxn ang="0">
                <a:pos x="connsiteX60367" y="connsiteY60367"/>
              </a:cxn>
              <a:cxn ang="0">
                <a:pos x="connsiteX60368" y="connsiteY60368"/>
              </a:cxn>
              <a:cxn ang="0">
                <a:pos x="connsiteX60369" y="connsiteY60369"/>
              </a:cxn>
              <a:cxn ang="0">
                <a:pos x="connsiteX60370" y="connsiteY60370"/>
              </a:cxn>
              <a:cxn ang="0">
                <a:pos x="connsiteX60371" y="connsiteY60371"/>
              </a:cxn>
              <a:cxn ang="0">
                <a:pos x="connsiteX60372" y="connsiteY60372"/>
              </a:cxn>
              <a:cxn ang="0">
                <a:pos x="connsiteX60373" y="connsiteY60373"/>
              </a:cxn>
              <a:cxn ang="0">
                <a:pos x="connsiteX60374" y="connsiteY60374"/>
              </a:cxn>
              <a:cxn ang="0">
                <a:pos x="connsiteX60375" y="connsiteY60375"/>
              </a:cxn>
              <a:cxn ang="0">
                <a:pos x="connsiteX60376" y="connsiteY60376"/>
              </a:cxn>
              <a:cxn ang="0">
                <a:pos x="connsiteX60377" y="connsiteY60377"/>
              </a:cxn>
              <a:cxn ang="0">
                <a:pos x="connsiteX60378" y="connsiteY60378"/>
              </a:cxn>
              <a:cxn ang="0">
                <a:pos x="connsiteX60379" y="connsiteY60379"/>
              </a:cxn>
              <a:cxn ang="0">
                <a:pos x="connsiteX60380" y="connsiteY60380"/>
              </a:cxn>
              <a:cxn ang="0">
                <a:pos x="connsiteX60381" y="connsiteY60381"/>
              </a:cxn>
              <a:cxn ang="0">
                <a:pos x="connsiteX60382" y="connsiteY60382"/>
              </a:cxn>
              <a:cxn ang="0">
                <a:pos x="connsiteX60383" y="connsiteY60383"/>
              </a:cxn>
              <a:cxn ang="0">
                <a:pos x="connsiteX60384" y="connsiteY60384"/>
              </a:cxn>
              <a:cxn ang="0">
                <a:pos x="connsiteX60385" y="connsiteY60385"/>
              </a:cxn>
              <a:cxn ang="0">
                <a:pos x="connsiteX60386" y="connsiteY60386"/>
              </a:cxn>
              <a:cxn ang="0">
                <a:pos x="connsiteX60387" y="connsiteY60387"/>
              </a:cxn>
              <a:cxn ang="0">
                <a:pos x="connsiteX60388" y="connsiteY60388"/>
              </a:cxn>
              <a:cxn ang="0">
                <a:pos x="connsiteX60389" y="connsiteY60389"/>
              </a:cxn>
              <a:cxn ang="0">
                <a:pos x="connsiteX60390" y="connsiteY60390"/>
              </a:cxn>
              <a:cxn ang="0">
                <a:pos x="connsiteX60391" y="connsiteY60391"/>
              </a:cxn>
              <a:cxn ang="0">
                <a:pos x="connsiteX60392" y="connsiteY60392"/>
              </a:cxn>
              <a:cxn ang="0">
                <a:pos x="connsiteX60393" y="connsiteY60393"/>
              </a:cxn>
              <a:cxn ang="0">
                <a:pos x="connsiteX60394" y="connsiteY60394"/>
              </a:cxn>
              <a:cxn ang="0">
                <a:pos x="connsiteX60395" y="connsiteY60395"/>
              </a:cxn>
              <a:cxn ang="0">
                <a:pos x="connsiteX60396" y="connsiteY60396"/>
              </a:cxn>
              <a:cxn ang="0">
                <a:pos x="connsiteX60397" y="connsiteY60397"/>
              </a:cxn>
              <a:cxn ang="0">
                <a:pos x="connsiteX60398" y="connsiteY60398"/>
              </a:cxn>
              <a:cxn ang="0">
                <a:pos x="connsiteX60399" y="connsiteY60399"/>
              </a:cxn>
              <a:cxn ang="0">
                <a:pos x="connsiteX60400" y="connsiteY60400"/>
              </a:cxn>
              <a:cxn ang="0">
                <a:pos x="connsiteX60401" y="connsiteY60401"/>
              </a:cxn>
              <a:cxn ang="0">
                <a:pos x="connsiteX60402" y="connsiteY60402"/>
              </a:cxn>
              <a:cxn ang="0">
                <a:pos x="connsiteX60403" y="connsiteY60403"/>
              </a:cxn>
              <a:cxn ang="0">
                <a:pos x="connsiteX60404" y="connsiteY60404"/>
              </a:cxn>
              <a:cxn ang="0">
                <a:pos x="connsiteX60405" y="connsiteY60405"/>
              </a:cxn>
              <a:cxn ang="0">
                <a:pos x="connsiteX60406" y="connsiteY60406"/>
              </a:cxn>
              <a:cxn ang="0">
                <a:pos x="connsiteX60407" y="connsiteY60407"/>
              </a:cxn>
              <a:cxn ang="0">
                <a:pos x="connsiteX60408" y="connsiteY60408"/>
              </a:cxn>
              <a:cxn ang="0">
                <a:pos x="connsiteX60409" y="connsiteY60409"/>
              </a:cxn>
              <a:cxn ang="0">
                <a:pos x="connsiteX60410" y="connsiteY60410"/>
              </a:cxn>
              <a:cxn ang="0">
                <a:pos x="connsiteX60411" y="connsiteY60411"/>
              </a:cxn>
              <a:cxn ang="0">
                <a:pos x="connsiteX60412" y="connsiteY60412"/>
              </a:cxn>
              <a:cxn ang="0">
                <a:pos x="connsiteX60413" y="connsiteY60413"/>
              </a:cxn>
              <a:cxn ang="0">
                <a:pos x="connsiteX60414" y="connsiteY60414"/>
              </a:cxn>
              <a:cxn ang="0">
                <a:pos x="connsiteX60415" y="connsiteY60415"/>
              </a:cxn>
              <a:cxn ang="0">
                <a:pos x="connsiteX60416" y="connsiteY60416"/>
              </a:cxn>
              <a:cxn ang="0">
                <a:pos x="connsiteX60417" y="connsiteY60417"/>
              </a:cxn>
              <a:cxn ang="0">
                <a:pos x="connsiteX60418" y="connsiteY60418"/>
              </a:cxn>
              <a:cxn ang="0">
                <a:pos x="connsiteX60419" y="connsiteY60419"/>
              </a:cxn>
              <a:cxn ang="0">
                <a:pos x="connsiteX60420" y="connsiteY60420"/>
              </a:cxn>
              <a:cxn ang="0">
                <a:pos x="connsiteX60421" y="connsiteY60421"/>
              </a:cxn>
              <a:cxn ang="0">
                <a:pos x="connsiteX60422" y="connsiteY60422"/>
              </a:cxn>
              <a:cxn ang="0">
                <a:pos x="connsiteX60423" y="connsiteY60423"/>
              </a:cxn>
              <a:cxn ang="0">
                <a:pos x="connsiteX60424" y="connsiteY60424"/>
              </a:cxn>
              <a:cxn ang="0">
                <a:pos x="connsiteX60425" y="connsiteY60425"/>
              </a:cxn>
              <a:cxn ang="0">
                <a:pos x="connsiteX60426" y="connsiteY60426"/>
              </a:cxn>
              <a:cxn ang="0">
                <a:pos x="connsiteX60427" y="connsiteY60427"/>
              </a:cxn>
              <a:cxn ang="0">
                <a:pos x="connsiteX60428" y="connsiteY60428"/>
              </a:cxn>
              <a:cxn ang="0">
                <a:pos x="connsiteX60429" y="connsiteY60429"/>
              </a:cxn>
              <a:cxn ang="0">
                <a:pos x="connsiteX60430" y="connsiteY60430"/>
              </a:cxn>
              <a:cxn ang="0">
                <a:pos x="connsiteX60431" y="connsiteY60431"/>
              </a:cxn>
              <a:cxn ang="0">
                <a:pos x="connsiteX60432" y="connsiteY60432"/>
              </a:cxn>
              <a:cxn ang="0">
                <a:pos x="connsiteX60433" y="connsiteY60433"/>
              </a:cxn>
              <a:cxn ang="0">
                <a:pos x="connsiteX60434" y="connsiteY60434"/>
              </a:cxn>
              <a:cxn ang="0">
                <a:pos x="connsiteX60435" y="connsiteY60435"/>
              </a:cxn>
              <a:cxn ang="0">
                <a:pos x="connsiteX60436" y="connsiteY60436"/>
              </a:cxn>
              <a:cxn ang="0">
                <a:pos x="connsiteX60437" y="connsiteY60437"/>
              </a:cxn>
              <a:cxn ang="0">
                <a:pos x="connsiteX60438" y="connsiteY60438"/>
              </a:cxn>
              <a:cxn ang="0">
                <a:pos x="connsiteX60439" y="connsiteY60439"/>
              </a:cxn>
              <a:cxn ang="0">
                <a:pos x="connsiteX60440" y="connsiteY60440"/>
              </a:cxn>
              <a:cxn ang="0">
                <a:pos x="connsiteX60441" y="connsiteY60441"/>
              </a:cxn>
              <a:cxn ang="0">
                <a:pos x="connsiteX60442" y="connsiteY60442"/>
              </a:cxn>
              <a:cxn ang="0">
                <a:pos x="connsiteX60443" y="connsiteY60443"/>
              </a:cxn>
              <a:cxn ang="0">
                <a:pos x="connsiteX60444" y="connsiteY60444"/>
              </a:cxn>
              <a:cxn ang="0">
                <a:pos x="connsiteX60445" y="connsiteY60445"/>
              </a:cxn>
              <a:cxn ang="0">
                <a:pos x="connsiteX60446" y="connsiteY60446"/>
              </a:cxn>
              <a:cxn ang="0">
                <a:pos x="connsiteX60447" y="connsiteY60447"/>
              </a:cxn>
              <a:cxn ang="0">
                <a:pos x="connsiteX60448" y="connsiteY60448"/>
              </a:cxn>
              <a:cxn ang="0">
                <a:pos x="connsiteX60449" y="connsiteY60449"/>
              </a:cxn>
              <a:cxn ang="0">
                <a:pos x="connsiteX60450" y="connsiteY60450"/>
              </a:cxn>
              <a:cxn ang="0">
                <a:pos x="connsiteX60451" y="connsiteY60451"/>
              </a:cxn>
              <a:cxn ang="0">
                <a:pos x="connsiteX60452" y="connsiteY60452"/>
              </a:cxn>
              <a:cxn ang="0">
                <a:pos x="connsiteX60453" y="connsiteY60453"/>
              </a:cxn>
              <a:cxn ang="0">
                <a:pos x="connsiteX60454" y="connsiteY60454"/>
              </a:cxn>
              <a:cxn ang="0">
                <a:pos x="connsiteX60455" y="connsiteY60455"/>
              </a:cxn>
              <a:cxn ang="0">
                <a:pos x="connsiteX60456" y="connsiteY60456"/>
              </a:cxn>
              <a:cxn ang="0">
                <a:pos x="connsiteX60457" y="connsiteY60457"/>
              </a:cxn>
              <a:cxn ang="0">
                <a:pos x="connsiteX60458" y="connsiteY60458"/>
              </a:cxn>
              <a:cxn ang="0">
                <a:pos x="connsiteX60459" y="connsiteY60459"/>
              </a:cxn>
              <a:cxn ang="0">
                <a:pos x="connsiteX60460" y="connsiteY60460"/>
              </a:cxn>
              <a:cxn ang="0">
                <a:pos x="connsiteX60461" y="connsiteY60461"/>
              </a:cxn>
              <a:cxn ang="0">
                <a:pos x="connsiteX60462" y="connsiteY60462"/>
              </a:cxn>
              <a:cxn ang="0">
                <a:pos x="connsiteX60463" y="connsiteY60463"/>
              </a:cxn>
              <a:cxn ang="0">
                <a:pos x="connsiteX60464" y="connsiteY60464"/>
              </a:cxn>
              <a:cxn ang="0">
                <a:pos x="connsiteX60465" y="connsiteY60465"/>
              </a:cxn>
              <a:cxn ang="0">
                <a:pos x="connsiteX60466" y="connsiteY60466"/>
              </a:cxn>
              <a:cxn ang="0">
                <a:pos x="connsiteX60467" y="connsiteY60467"/>
              </a:cxn>
              <a:cxn ang="0">
                <a:pos x="connsiteX60468" y="connsiteY60468"/>
              </a:cxn>
              <a:cxn ang="0">
                <a:pos x="connsiteX60469" y="connsiteY60469"/>
              </a:cxn>
              <a:cxn ang="0">
                <a:pos x="connsiteX60470" y="connsiteY60470"/>
              </a:cxn>
              <a:cxn ang="0">
                <a:pos x="connsiteX60471" y="connsiteY60471"/>
              </a:cxn>
              <a:cxn ang="0">
                <a:pos x="connsiteX60472" y="connsiteY60472"/>
              </a:cxn>
              <a:cxn ang="0">
                <a:pos x="connsiteX60473" y="connsiteY60473"/>
              </a:cxn>
              <a:cxn ang="0">
                <a:pos x="connsiteX60474" y="connsiteY60474"/>
              </a:cxn>
              <a:cxn ang="0">
                <a:pos x="connsiteX60475" y="connsiteY60475"/>
              </a:cxn>
              <a:cxn ang="0">
                <a:pos x="connsiteX60476" y="connsiteY60476"/>
              </a:cxn>
              <a:cxn ang="0">
                <a:pos x="connsiteX60477" y="connsiteY60477"/>
              </a:cxn>
              <a:cxn ang="0">
                <a:pos x="connsiteX60478" y="connsiteY60478"/>
              </a:cxn>
              <a:cxn ang="0">
                <a:pos x="connsiteX60479" y="connsiteY60479"/>
              </a:cxn>
              <a:cxn ang="0">
                <a:pos x="connsiteX60480" y="connsiteY60480"/>
              </a:cxn>
              <a:cxn ang="0">
                <a:pos x="connsiteX60481" y="connsiteY60481"/>
              </a:cxn>
              <a:cxn ang="0">
                <a:pos x="connsiteX60482" y="connsiteY60482"/>
              </a:cxn>
              <a:cxn ang="0">
                <a:pos x="connsiteX60483" y="connsiteY60483"/>
              </a:cxn>
              <a:cxn ang="0">
                <a:pos x="connsiteX60484" y="connsiteY60484"/>
              </a:cxn>
              <a:cxn ang="0">
                <a:pos x="connsiteX60485" y="connsiteY60485"/>
              </a:cxn>
              <a:cxn ang="0">
                <a:pos x="connsiteX60486" y="connsiteY60486"/>
              </a:cxn>
              <a:cxn ang="0">
                <a:pos x="connsiteX60487" y="connsiteY60487"/>
              </a:cxn>
              <a:cxn ang="0">
                <a:pos x="connsiteX60488" y="connsiteY60488"/>
              </a:cxn>
              <a:cxn ang="0">
                <a:pos x="connsiteX60489" y="connsiteY60489"/>
              </a:cxn>
              <a:cxn ang="0">
                <a:pos x="connsiteX60490" y="connsiteY60490"/>
              </a:cxn>
              <a:cxn ang="0">
                <a:pos x="connsiteX60491" y="connsiteY60491"/>
              </a:cxn>
              <a:cxn ang="0">
                <a:pos x="connsiteX60492" y="connsiteY60492"/>
              </a:cxn>
              <a:cxn ang="0">
                <a:pos x="connsiteX60493" y="connsiteY60493"/>
              </a:cxn>
              <a:cxn ang="0">
                <a:pos x="connsiteX60494" y="connsiteY60494"/>
              </a:cxn>
              <a:cxn ang="0">
                <a:pos x="connsiteX60495" y="connsiteY60495"/>
              </a:cxn>
              <a:cxn ang="0">
                <a:pos x="connsiteX60496" y="connsiteY60496"/>
              </a:cxn>
              <a:cxn ang="0">
                <a:pos x="connsiteX60497" y="connsiteY60497"/>
              </a:cxn>
              <a:cxn ang="0">
                <a:pos x="connsiteX60498" y="connsiteY60498"/>
              </a:cxn>
              <a:cxn ang="0">
                <a:pos x="connsiteX60499" y="connsiteY60499"/>
              </a:cxn>
              <a:cxn ang="0">
                <a:pos x="connsiteX60500" y="connsiteY60500"/>
              </a:cxn>
              <a:cxn ang="0">
                <a:pos x="connsiteX60501" y="connsiteY60501"/>
              </a:cxn>
              <a:cxn ang="0">
                <a:pos x="connsiteX60502" y="connsiteY60502"/>
              </a:cxn>
              <a:cxn ang="0">
                <a:pos x="connsiteX60503" y="connsiteY60503"/>
              </a:cxn>
              <a:cxn ang="0">
                <a:pos x="connsiteX60504" y="connsiteY60504"/>
              </a:cxn>
              <a:cxn ang="0">
                <a:pos x="connsiteX60505" y="connsiteY60505"/>
              </a:cxn>
              <a:cxn ang="0">
                <a:pos x="connsiteX60506" y="connsiteY60506"/>
              </a:cxn>
              <a:cxn ang="0">
                <a:pos x="connsiteX60507" y="connsiteY60507"/>
              </a:cxn>
              <a:cxn ang="0">
                <a:pos x="connsiteX60508" y="connsiteY60508"/>
              </a:cxn>
              <a:cxn ang="0">
                <a:pos x="connsiteX60509" y="connsiteY60509"/>
              </a:cxn>
              <a:cxn ang="0">
                <a:pos x="connsiteX60510" y="connsiteY60510"/>
              </a:cxn>
              <a:cxn ang="0">
                <a:pos x="connsiteX60511" y="connsiteY60511"/>
              </a:cxn>
              <a:cxn ang="0">
                <a:pos x="connsiteX60512" y="connsiteY60512"/>
              </a:cxn>
              <a:cxn ang="0">
                <a:pos x="connsiteX60513" y="connsiteY60513"/>
              </a:cxn>
              <a:cxn ang="0">
                <a:pos x="connsiteX60514" y="connsiteY60514"/>
              </a:cxn>
              <a:cxn ang="0">
                <a:pos x="connsiteX60515" y="connsiteY60515"/>
              </a:cxn>
              <a:cxn ang="0">
                <a:pos x="connsiteX60516" y="connsiteY60516"/>
              </a:cxn>
              <a:cxn ang="0">
                <a:pos x="connsiteX60517" y="connsiteY60517"/>
              </a:cxn>
              <a:cxn ang="0">
                <a:pos x="connsiteX60518" y="connsiteY60518"/>
              </a:cxn>
              <a:cxn ang="0">
                <a:pos x="connsiteX60519" y="connsiteY60519"/>
              </a:cxn>
              <a:cxn ang="0">
                <a:pos x="connsiteX60520" y="connsiteY60520"/>
              </a:cxn>
              <a:cxn ang="0">
                <a:pos x="connsiteX60521" y="connsiteY60521"/>
              </a:cxn>
              <a:cxn ang="0">
                <a:pos x="connsiteX60522" y="connsiteY60522"/>
              </a:cxn>
              <a:cxn ang="0">
                <a:pos x="connsiteX60523" y="connsiteY60523"/>
              </a:cxn>
              <a:cxn ang="0">
                <a:pos x="connsiteX60524" y="connsiteY60524"/>
              </a:cxn>
              <a:cxn ang="0">
                <a:pos x="connsiteX60525" y="connsiteY60525"/>
              </a:cxn>
              <a:cxn ang="0">
                <a:pos x="connsiteX60526" y="connsiteY60526"/>
              </a:cxn>
              <a:cxn ang="0">
                <a:pos x="connsiteX60527" y="connsiteY60527"/>
              </a:cxn>
              <a:cxn ang="0">
                <a:pos x="connsiteX60528" y="connsiteY60528"/>
              </a:cxn>
              <a:cxn ang="0">
                <a:pos x="connsiteX60529" y="connsiteY60529"/>
              </a:cxn>
              <a:cxn ang="0">
                <a:pos x="connsiteX60530" y="connsiteY60530"/>
              </a:cxn>
              <a:cxn ang="0">
                <a:pos x="connsiteX60531" y="connsiteY60531"/>
              </a:cxn>
              <a:cxn ang="0">
                <a:pos x="connsiteX60532" y="connsiteY60532"/>
              </a:cxn>
              <a:cxn ang="0">
                <a:pos x="connsiteX60533" y="connsiteY60533"/>
              </a:cxn>
              <a:cxn ang="0">
                <a:pos x="connsiteX60534" y="connsiteY60534"/>
              </a:cxn>
              <a:cxn ang="0">
                <a:pos x="connsiteX60535" y="connsiteY60535"/>
              </a:cxn>
              <a:cxn ang="0">
                <a:pos x="connsiteX60536" y="connsiteY60536"/>
              </a:cxn>
              <a:cxn ang="0">
                <a:pos x="connsiteX60537" y="connsiteY60537"/>
              </a:cxn>
              <a:cxn ang="0">
                <a:pos x="connsiteX60538" y="connsiteY60538"/>
              </a:cxn>
              <a:cxn ang="0">
                <a:pos x="connsiteX60539" y="connsiteY60539"/>
              </a:cxn>
              <a:cxn ang="0">
                <a:pos x="connsiteX60540" y="connsiteY60540"/>
              </a:cxn>
              <a:cxn ang="0">
                <a:pos x="connsiteX60541" y="connsiteY60541"/>
              </a:cxn>
              <a:cxn ang="0">
                <a:pos x="connsiteX60542" y="connsiteY60542"/>
              </a:cxn>
              <a:cxn ang="0">
                <a:pos x="connsiteX60543" y="connsiteY60543"/>
              </a:cxn>
              <a:cxn ang="0">
                <a:pos x="connsiteX60544" y="connsiteY60544"/>
              </a:cxn>
              <a:cxn ang="0">
                <a:pos x="connsiteX60545" y="connsiteY60545"/>
              </a:cxn>
              <a:cxn ang="0">
                <a:pos x="connsiteX60546" y="connsiteY60546"/>
              </a:cxn>
              <a:cxn ang="0">
                <a:pos x="connsiteX60547" y="connsiteY60547"/>
              </a:cxn>
              <a:cxn ang="0">
                <a:pos x="connsiteX60548" y="connsiteY60548"/>
              </a:cxn>
              <a:cxn ang="0">
                <a:pos x="connsiteX60549" y="connsiteY60549"/>
              </a:cxn>
              <a:cxn ang="0">
                <a:pos x="connsiteX60550" y="connsiteY60550"/>
              </a:cxn>
              <a:cxn ang="0">
                <a:pos x="connsiteX60551" y="connsiteY60551"/>
              </a:cxn>
              <a:cxn ang="0">
                <a:pos x="connsiteX60552" y="connsiteY60552"/>
              </a:cxn>
              <a:cxn ang="0">
                <a:pos x="connsiteX60553" y="connsiteY60553"/>
              </a:cxn>
              <a:cxn ang="0">
                <a:pos x="connsiteX60554" y="connsiteY60554"/>
              </a:cxn>
              <a:cxn ang="0">
                <a:pos x="connsiteX60555" y="connsiteY60555"/>
              </a:cxn>
              <a:cxn ang="0">
                <a:pos x="connsiteX60556" y="connsiteY60556"/>
              </a:cxn>
              <a:cxn ang="0">
                <a:pos x="connsiteX60557" y="connsiteY60557"/>
              </a:cxn>
              <a:cxn ang="0">
                <a:pos x="connsiteX60558" y="connsiteY60558"/>
              </a:cxn>
              <a:cxn ang="0">
                <a:pos x="connsiteX60559" y="connsiteY60559"/>
              </a:cxn>
              <a:cxn ang="0">
                <a:pos x="connsiteX60560" y="connsiteY60560"/>
              </a:cxn>
              <a:cxn ang="0">
                <a:pos x="connsiteX60561" y="connsiteY60561"/>
              </a:cxn>
              <a:cxn ang="0">
                <a:pos x="connsiteX60562" y="connsiteY60562"/>
              </a:cxn>
              <a:cxn ang="0">
                <a:pos x="connsiteX60563" y="connsiteY60563"/>
              </a:cxn>
              <a:cxn ang="0">
                <a:pos x="connsiteX60564" y="connsiteY60564"/>
              </a:cxn>
              <a:cxn ang="0">
                <a:pos x="connsiteX60565" y="connsiteY60565"/>
              </a:cxn>
              <a:cxn ang="0">
                <a:pos x="connsiteX60566" y="connsiteY60566"/>
              </a:cxn>
              <a:cxn ang="0">
                <a:pos x="connsiteX60567" y="connsiteY60567"/>
              </a:cxn>
              <a:cxn ang="0">
                <a:pos x="connsiteX60568" y="connsiteY60568"/>
              </a:cxn>
              <a:cxn ang="0">
                <a:pos x="connsiteX60569" y="connsiteY60569"/>
              </a:cxn>
              <a:cxn ang="0">
                <a:pos x="connsiteX60570" y="connsiteY60570"/>
              </a:cxn>
              <a:cxn ang="0">
                <a:pos x="connsiteX60571" y="connsiteY60571"/>
              </a:cxn>
              <a:cxn ang="0">
                <a:pos x="connsiteX60572" y="connsiteY60572"/>
              </a:cxn>
              <a:cxn ang="0">
                <a:pos x="connsiteX60573" y="connsiteY60573"/>
              </a:cxn>
              <a:cxn ang="0">
                <a:pos x="connsiteX60574" y="connsiteY60574"/>
              </a:cxn>
              <a:cxn ang="0">
                <a:pos x="connsiteX60575" y="connsiteY60575"/>
              </a:cxn>
              <a:cxn ang="0">
                <a:pos x="connsiteX60576" y="connsiteY60576"/>
              </a:cxn>
              <a:cxn ang="0">
                <a:pos x="connsiteX60577" y="connsiteY60577"/>
              </a:cxn>
              <a:cxn ang="0">
                <a:pos x="connsiteX60578" y="connsiteY60578"/>
              </a:cxn>
              <a:cxn ang="0">
                <a:pos x="connsiteX60579" y="connsiteY60579"/>
              </a:cxn>
              <a:cxn ang="0">
                <a:pos x="connsiteX60580" y="connsiteY60580"/>
              </a:cxn>
              <a:cxn ang="0">
                <a:pos x="connsiteX60581" y="connsiteY60581"/>
              </a:cxn>
              <a:cxn ang="0">
                <a:pos x="connsiteX60582" y="connsiteY60582"/>
              </a:cxn>
              <a:cxn ang="0">
                <a:pos x="connsiteX60583" y="connsiteY60583"/>
              </a:cxn>
              <a:cxn ang="0">
                <a:pos x="connsiteX60584" y="connsiteY60584"/>
              </a:cxn>
              <a:cxn ang="0">
                <a:pos x="connsiteX60585" y="connsiteY60585"/>
              </a:cxn>
              <a:cxn ang="0">
                <a:pos x="connsiteX60586" y="connsiteY60586"/>
              </a:cxn>
              <a:cxn ang="0">
                <a:pos x="connsiteX60587" y="connsiteY60587"/>
              </a:cxn>
              <a:cxn ang="0">
                <a:pos x="connsiteX60588" y="connsiteY60588"/>
              </a:cxn>
              <a:cxn ang="0">
                <a:pos x="connsiteX60589" y="connsiteY60589"/>
              </a:cxn>
              <a:cxn ang="0">
                <a:pos x="connsiteX60590" y="connsiteY60590"/>
              </a:cxn>
              <a:cxn ang="0">
                <a:pos x="connsiteX60591" y="connsiteY60591"/>
              </a:cxn>
              <a:cxn ang="0">
                <a:pos x="connsiteX60592" y="connsiteY60592"/>
              </a:cxn>
              <a:cxn ang="0">
                <a:pos x="connsiteX60593" y="connsiteY60593"/>
              </a:cxn>
              <a:cxn ang="0">
                <a:pos x="connsiteX60594" y="connsiteY60594"/>
              </a:cxn>
              <a:cxn ang="0">
                <a:pos x="connsiteX60595" y="connsiteY60595"/>
              </a:cxn>
              <a:cxn ang="0">
                <a:pos x="connsiteX60596" y="connsiteY60596"/>
              </a:cxn>
              <a:cxn ang="0">
                <a:pos x="connsiteX60597" y="connsiteY60597"/>
              </a:cxn>
              <a:cxn ang="0">
                <a:pos x="connsiteX60598" y="connsiteY60598"/>
              </a:cxn>
              <a:cxn ang="0">
                <a:pos x="connsiteX60599" y="connsiteY60599"/>
              </a:cxn>
              <a:cxn ang="0">
                <a:pos x="connsiteX60600" y="connsiteY60600"/>
              </a:cxn>
              <a:cxn ang="0">
                <a:pos x="connsiteX60601" y="connsiteY60601"/>
              </a:cxn>
              <a:cxn ang="0">
                <a:pos x="connsiteX60602" y="connsiteY60602"/>
              </a:cxn>
              <a:cxn ang="0">
                <a:pos x="connsiteX60603" y="connsiteY60603"/>
              </a:cxn>
              <a:cxn ang="0">
                <a:pos x="connsiteX60604" y="connsiteY60604"/>
              </a:cxn>
              <a:cxn ang="0">
                <a:pos x="connsiteX60605" y="connsiteY60605"/>
              </a:cxn>
              <a:cxn ang="0">
                <a:pos x="connsiteX60606" y="connsiteY60606"/>
              </a:cxn>
              <a:cxn ang="0">
                <a:pos x="connsiteX60607" y="connsiteY60607"/>
              </a:cxn>
              <a:cxn ang="0">
                <a:pos x="connsiteX60608" y="connsiteY60608"/>
              </a:cxn>
              <a:cxn ang="0">
                <a:pos x="connsiteX60609" y="connsiteY60609"/>
              </a:cxn>
              <a:cxn ang="0">
                <a:pos x="connsiteX60610" y="connsiteY60610"/>
              </a:cxn>
              <a:cxn ang="0">
                <a:pos x="connsiteX60611" y="connsiteY60611"/>
              </a:cxn>
              <a:cxn ang="0">
                <a:pos x="connsiteX60612" y="connsiteY60612"/>
              </a:cxn>
              <a:cxn ang="0">
                <a:pos x="connsiteX60613" y="connsiteY60613"/>
              </a:cxn>
              <a:cxn ang="0">
                <a:pos x="connsiteX60614" y="connsiteY60614"/>
              </a:cxn>
              <a:cxn ang="0">
                <a:pos x="connsiteX60615" y="connsiteY60615"/>
              </a:cxn>
              <a:cxn ang="0">
                <a:pos x="connsiteX60616" y="connsiteY60616"/>
              </a:cxn>
              <a:cxn ang="0">
                <a:pos x="connsiteX60617" y="connsiteY60617"/>
              </a:cxn>
              <a:cxn ang="0">
                <a:pos x="connsiteX60618" y="connsiteY60618"/>
              </a:cxn>
              <a:cxn ang="0">
                <a:pos x="connsiteX60619" y="connsiteY60619"/>
              </a:cxn>
              <a:cxn ang="0">
                <a:pos x="connsiteX60620" y="connsiteY60620"/>
              </a:cxn>
              <a:cxn ang="0">
                <a:pos x="connsiteX60621" y="connsiteY60621"/>
              </a:cxn>
              <a:cxn ang="0">
                <a:pos x="connsiteX60622" y="connsiteY60622"/>
              </a:cxn>
              <a:cxn ang="0">
                <a:pos x="connsiteX60623" y="connsiteY60623"/>
              </a:cxn>
              <a:cxn ang="0">
                <a:pos x="connsiteX60624" y="connsiteY60624"/>
              </a:cxn>
              <a:cxn ang="0">
                <a:pos x="connsiteX60625" y="connsiteY60625"/>
              </a:cxn>
              <a:cxn ang="0">
                <a:pos x="connsiteX60626" y="connsiteY60626"/>
              </a:cxn>
              <a:cxn ang="0">
                <a:pos x="connsiteX60627" y="connsiteY60627"/>
              </a:cxn>
              <a:cxn ang="0">
                <a:pos x="connsiteX60628" y="connsiteY60628"/>
              </a:cxn>
              <a:cxn ang="0">
                <a:pos x="connsiteX60629" y="connsiteY60629"/>
              </a:cxn>
              <a:cxn ang="0">
                <a:pos x="connsiteX60630" y="connsiteY60630"/>
              </a:cxn>
              <a:cxn ang="0">
                <a:pos x="connsiteX60631" y="connsiteY60631"/>
              </a:cxn>
              <a:cxn ang="0">
                <a:pos x="connsiteX60632" y="connsiteY60632"/>
              </a:cxn>
              <a:cxn ang="0">
                <a:pos x="connsiteX60633" y="connsiteY60633"/>
              </a:cxn>
              <a:cxn ang="0">
                <a:pos x="connsiteX60634" y="connsiteY60634"/>
              </a:cxn>
              <a:cxn ang="0">
                <a:pos x="connsiteX60635" y="connsiteY60635"/>
              </a:cxn>
              <a:cxn ang="0">
                <a:pos x="connsiteX60636" y="connsiteY60636"/>
              </a:cxn>
              <a:cxn ang="0">
                <a:pos x="connsiteX60637" y="connsiteY60637"/>
              </a:cxn>
              <a:cxn ang="0">
                <a:pos x="connsiteX60638" y="connsiteY60638"/>
              </a:cxn>
              <a:cxn ang="0">
                <a:pos x="connsiteX60639" y="connsiteY60639"/>
              </a:cxn>
              <a:cxn ang="0">
                <a:pos x="connsiteX60640" y="connsiteY60640"/>
              </a:cxn>
              <a:cxn ang="0">
                <a:pos x="connsiteX60641" y="connsiteY60641"/>
              </a:cxn>
              <a:cxn ang="0">
                <a:pos x="connsiteX60642" y="connsiteY60642"/>
              </a:cxn>
              <a:cxn ang="0">
                <a:pos x="connsiteX60643" y="connsiteY60643"/>
              </a:cxn>
              <a:cxn ang="0">
                <a:pos x="connsiteX60644" y="connsiteY60644"/>
              </a:cxn>
              <a:cxn ang="0">
                <a:pos x="connsiteX60645" y="connsiteY60645"/>
              </a:cxn>
              <a:cxn ang="0">
                <a:pos x="connsiteX60646" y="connsiteY60646"/>
              </a:cxn>
              <a:cxn ang="0">
                <a:pos x="connsiteX60647" y="connsiteY60647"/>
              </a:cxn>
              <a:cxn ang="0">
                <a:pos x="connsiteX60648" y="connsiteY60648"/>
              </a:cxn>
              <a:cxn ang="0">
                <a:pos x="connsiteX60649" y="connsiteY60649"/>
              </a:cxn>
              <a:cxn ang="0">
                <a:pos x="connsiteX60650" y="connsiteY60650"/>
              </a:cxn>
              <a:cxn ang="0">
                <a:pos x="connsiteX60651" y="connsiteY60651"/>
              </a:cxn>
              <a:cxn ang="0">
                <a:pos x="connsiteX60652" y="connsiteY60652"/>
              </a:cxn>
              <a:cxn ang="0">
                <a:pos x="connsiteX60653" y="connsiteY60653"/>
              </a:cxn>
              <a:cxn ang="0">
                <a:pos x="connsiteX60654" y="connsiteY60654"/>
              </a:cxn>
              <a:cxn ang="0">
                <a:pos x="connsiteX60655" y="connsiteY60655"/>
              </a:cxn>
              <a:cxn ang="0">
                <a:pos x="connsiteX60656" y="connsiteY60656"/>
              </a:cxn>
              <a:cxn ang="0">
                <a:pos x="connsiteX60657" y="connsiteY60657"/>
              </a:cxn>
              <a:cxn ang="0">
                <a:pos x="connsiteX60658" y="connsiteY60658"/>
              </a:cxn>
              <a:cxn ang="0">
                <a:pos x="connsiteX60659" y="connsiteY60659"/>
              </a:cxn>
              <a:cxn ang="0">
                <a:pos x="connsiteX60660" y="connsiteY60660"/>
              </a:cxn>
              <a:cxn ang="0">
                <a:pos x="connsiteX60661" y="connsiteY60661"/>
              </a:cxn>
              <a:cxn ang="0">
                <a:pos x="connsiteX60662" y="connsiteY60662"/>
              </a:cxn>
              <a:cxn ang="0">
                <a:pos x="connsiteX60663" y="connsiteY60663"/>
              </a:cxn>
              <a:cxn ang="0">
                <a:pos x="connsiteX60664" y="connsiteY60664"/>
              </a:cxn>
              <a:cxn ang="0">
                <a:pos x="connsiteX60665" y="connsiteY60665"/>
              </a:cxn>
              <a:cxn ang="0">
                <a:pos x="connsiteX60666" y="connsiteY60666"/>
              </a:cxn>
              <a:cxn ang="0">
                <a:pos x="connsiteX60667" y="connsiteY60667"/>
              </a:cxn>
              <a:cxn ang="0">
                <a:pos x="connsiteX60668" y="connsiteY60668"/>
              </a:cxn>
              <a:cxn ang="0">
                <a:pos x="connsiteX60669" y="connsiteY60669"/>
              </a:cxn>
              <a:cxn ang="0">
                <a:pos x="connsiteX60670" y="connsiteY60670"/>
              </a:cxn>
              <a:cxn ang="0">
                <a:pos x="connsiteX60671" y="connsiteY60671"/>
              </a:cxn>
              <a:cxn ang="0">
                <a:pos x="connsiteX60672" y="connsiteY60672"/>
              </a:cxn>
              <a:cxn ang="0">
                <a:pos x="connsiteX60673" y="connsiteY60673"/>
              </a:cxn>
              <a:cxn ang="0">
                <a:pos x="connsiteX60674" y="connsiteY60674"/>
              </a:cxn>
              <a:cxn ang="0">
                <a:pos x="connsiteX60675" y="connsiteY60675"/>
              </a:cxn>
              <a:cxn ang="0">
                <a:pos x="connsiteX60676" y="connsiteY60676"/>
              </a:cxn>
              <a:cxn ang="0">
                <a:pos x="connsiteX60677" y="connsiteY60677"/>
              </a:cxn>
              <a:cxn ang="0">
                <a:pos x="connsiteX60678" y="connsiteY60678"/>
              </a:cxn>
              <a:cxn ang="0">
                <a:pos x="connsiteX60679" y="connsiteY60679"/>
              </a:cxn>
              <a:cxn ang="0">
                <a:pos x="connsiteX60680" y="connsiteY60680"/>
              </a:cxn>
              <a:cxn ang="0">
                <a:pos x="connsiteX60681" y="connsiteY60681"/>
              </a:cxn>
              <a:cxn ang="0">
                <a:pos x="connsiteX60682" y="connsiteY60682"/>
              </a:cxn>
              <a:cxn ang="0">
                <a:pos x="connsiteX60683" y="connsiteY60683"/>
              </a:cxn>
              <a:cxn ang="0">
                <a:pos x="connsiteX60684" y="connsiteY60684"/>
              </a:cxn>
              <a:cxn ang="0">
                <a:pos x="connsiteX60685" y="connsiteY60685"/>
              </a:cxn>
              <a:cxn ang="0">
                <a:pos x="connsiteX60686" y="connsiteY60686"/>
              </a:cxn>
              <a:cxn ang="0">
                <a:pos x="connsiteX60687" y="connsiteY60687"/>
              </a:cxn>
              <a:cxn ang="0">
                <a:pos x="connsiteX60688" y="connsiteY60688"/>
              </a:cxn>
              <a:cxn ang="0">
                <a:pos x="connsiteX60689" y="connsiteY60689"/>
              </a:cxn>
              <a:cxn ang="0">
                <a:pos x="connsiteX60690" y="connsiteY60690"/>
              </a:cxn>
              <a:cxn ang="0">
                <a:pos x="connsiteX60691" y="connsiteY60691"/>
              </a:cxn>
              <a:cxn ang="0">
                <a:pos x="connsiteX60692" y="connsiteY60692"/>
              </a:cxn>
              <a:cxn ang="0">
                <a:pos x="connsiteX60693" y="connsiteY60693"/>
              </a:cxn>
              <a:cxn ang="0">
                <a:pos x="connsiteX60694" y="connsiteY60694"/>
              </a:cxn>
              <a:cxn ang="0">
                <a:pos x="connsiteX60695" y="connsiteY60695"/>
              </a:cxn>
              <a:cxn ang="0">
                <a:pos x="connsiteX60696" y="connsiteY60696"/>
              </a:cxn>
              <a:cxn ang="0">
                <a:pos x="connsiteX60697" y="connsiteY60697"/>
              </a:cxn>
              <a:cxn ang="0">
                <a:pos x="connsiteX60698" y="connsiteY60698"/>
              </a:cxn>
              <a:cxn ang="0">
                <a:pos x="connsiteX60699" y="connsiteY60699"/>
              </a:cxn>
              <a:cxn ang="0">
                <a:pos x="connsiteX60700" y="connsiteY60700"/>
              </a:cxn>
              <a:cxn ang="0">
                <a:pos x="connsiteX60701" y="connsiteY60701"/>
              </a:cxn>
              <a:cxn ang="0">
                <a:pos x="connsiteX60702" y="connsiteY60702"/>
              </a:cxn>
              <a:cxn ang="0">
                <a:pos x="connsiteX60703" y="connsiteY60703"/>
              </a:cxn>
              <a:cxn ang="0">
                <a:pos x="connsiteX60704" y="connsiteY60704"/>
              </a:cxn>
              <a:cxn ang="0">
                <a:pos x="connsiteX60705" y="connsiteY60705"/>
              </a:cxn>
              <a:cxn ang="0">
                <a:pos x="connsiteX60706" y="connsiteY60706"/>
              </a:cxn>
              <a:cxn ang="0">
                <a:pos x="connsiteX60707" y="connsiteY60707"/>
              </a:cxn>
              <a:cxn ang="0">
                <a:pos x="connsiteX60708" y="connsiteY60708"/>
              </a:cxn>
              <a:cxn ang="0">
                <a:pos x="connsiteX60709" y="connsiteY60709"/>
              </a:cxn>
              <a:cxn ang="0">
                <a:pos x="connsiteX60710" y="connsiteY60710"/>
              </a:cxn>
              <a:cxn ang="0">
                <a:pos x="connsiteX60711" y="connsiteY60711"/>
              </a:cxn>
              <a:cxn ang="0">
                <a:pos x="connsiteX60712" y="connsiteY60712"/>
              </a:cxn>
              <a:cxn ang="0">
                <a:pos x="connsiteX60713" y="connsiteY60713"/>
              </a:cxn>
              <a:cxn ang="0">
                <a:pos x="connsiteX60714" y="connsiteY60714"/>
              </a:cxn>
              <a:cxn ang="0">
                <a:pos x="connsiteX60715" y="connsiteY60715"/>
              </a:cxn>
              <a:cxn ang="0">
                <a:pos x="connsiteX60716" y="connsiteY60716"/>
              </a:cxn>
              <a:cxn ang="0">
                <a:pos x="connsiteX60717" y="connsiteY60717"/>
              </a:cxn>
              <a:cxn ang="0">
                <a:pos x="connsiteX60718" y="connsiteY60718"/>
              </a:cxn>
              <a:cxn ang="0">
                <a:pos x="connsiteX60719" y="connsiteY60719"/>
              </a:cxn>
              <a:cxn ang="0">
                <a:pos x="connsiteX60720" y="connsiteY60720"/>
              </a:cxn>
              <a:cxn ang="0">
                <a:pos x="connsiteX60721" y="connsiteY60721"/>
              </a:cxn>
              <a:cxn ang="0">
                <a:pos x="connsiteX60722" y="connsiteY60722"/>
              </a:cxn>
              <a:cxn ang="0">
                <a:pos x="connsiteX60723" y="connsiteY60723"/>
              </a:cxn>
              <a:cxn ang="0">
                <a:pos x="connsiteX60724" y="connsiteY60724"/>
              </a:cxn>
              <a:cxn ang="0">
                <a:pos x="connsiteX60725" y="connsiteY60725"/>
              </a:cxn>
              <a:cxn ang="0">
                <a:pos x="connsiteX60726" y="connsiteY60726"/>
              </a:cxn>
              <a:cxn ang="0">
                <a:pos x="connsiteX60727" y="connsiteY60727"/>
              </a:cxn>
              <a:cxn ang="0">
                <a:pos x="connsiteX60728" y="connsiteY60728"/>
              </a:cxn>
              <a:cxn ang="0">
                <a:pos x="connsiteX60729" y="connsiteY60729"/>
              </a:cxn>
              <a:cxn ang="0">
                <a:pos x="connsiteX60730" y="connsiteY60730"/>
              </a:cxn>
              <a:cxn ang="0">
                <a:pos x="connsiteX60731" y="connsiteY60731"/>
              </a:cxn>
              <a:cxn ang="0">
                <a:pos x="connsiteX60732" y="connsiteY60732"/>
              </a:cxn>
              <a:cxn ang="0">
                <a:pos x="connsiteX60733" y="connsiteY60733"/>
              </a:cxn>
              <a:cxn ang="0">
                <a:pos x="connsiteX60734" y="connsiteY60734"/>
              </a:cxn>
              <a:cxn ang="0">
                <a:pos x="connsiteX60735" y="connsiteY60735"/>
              </a:cxn>
              <a:cxn ang="0">
                <a:pos x="connsiteX60736" y="connsiteY60736"/>
              </a:cxn>
              <a:cxn ang="0">
                <a:pos x="connsiteX60737" y="connsiteY60737"/>
              </a:cxn>
              <a:cxn ang="0">
                <a:pos x="connsiteX60738" y="connsiteY60738"/>
              </a:cxn>
              <a:cxn ang="0">
                <a:pos x="connsiteX60739" y="connsiteY60739"/>
              </a:cxn>
              <a:cxn ang="0">
                <a:pos x="connsiteX60740" y="connsiteY60740"/>
              </a:cxn>
              <a:cxn ang="0">
                <a:pos x="connsiteX60741" y="connsiteY60741"/>
              </a:cxn>
              <a:cxn ang="0">
                <a:pos x="connsiteX60742" y="connsiteY60742"/>
              </a:cxn>
              <a:cxn ang="0">
                <a:pos x="connsiteX60743" y="connsiteY60743"/>
              </a:cxn>
              <a:cxn ang="0">
                <a:pos x="connsiteX60744" y="connsiteY60744"/>
              </a:cxn>
              <a:cxn ang="0">
                <a:pos x="connsiteX60745" y="connsiteY60745"/>
              </a:cxn>
              <a:cxn ang="0">
                <a:pos x="connsiteX60746" y="connsiteY60746"/>
              </a:cxn>
              <a:cxn ang="0">
                <a:pos x="connsiteX60747" y="connsiteY60747"/>
              </a:cxn>
              <a:cxn ang="0">
                <a:pos x="connsiteX60748" y="connsiteY60748"/>
              </a:cxn>
              <a:cxn ang="0">
                <a:pos x="connsiteX60749" y="connsiteY60749"/>
              </a:cxn>
              <a:cxn ang="0">
                <a:pos x="connsiteX60750" y="connsiteY60750"/>
              </a:cxn>
              <a:cxn ang="0">
                <a:pos x="connsiteX60751" y="connsiteY60751"/>
              </a:cxn>
              <a:cxn ang="0">
                <a:pos x="connsiteX60752" y="connsiteY60752"/>
              </a:cxn>
              <a:cxn ang="0">
                <a:pos x="connsiteX60753" y="connsiteY60753"/>
              </a:cxn>
              <a:cxn ang="0">
                <a:pos x="connsiteX60754" y="connsiteY60754"/>
              </a:cxn>
              <a:cxn ang="0">
                <a:pos x="connsiteX60755" y="connsiteY60755"/>
              </a:cxn>
              <a:cxn ang="0">
                <a:pos x="connsiteX60756" y="connsiteY60756"/>
              </a:cxn>
              <a:cxn ang="0">
                <a:pos x="connsiteX60757" y="connsiteY60757"/>
              </a:cxn>
              <a:cxn ang="0">
                <a:pos x="connsiteX60758" y="connsiteY60758"/>
              </a:cxn>
              <a:cxn ang="0">
                <a:pos x="connsiteX60759" y="connsiteY60759"/>
              </a:cxn>
              <a:cxn ang="0">
                <a:pos x="connsiteX60760" y="connsiteY60760"/>
              </a:cxn>
              <a:cxn ang="0">
                <a:pos x="connsiteX60761" y="connsiteY60761"/>
              </a:cxn>
              <a:cxn ang="0">
                <a:pos x="connsiteX60762" y="connsiteY60762"/>
              </a:cxn>
              <a:cxn ang="0">
                <a:pos x="connsiteX60763" y="connsiteY60763"/>
              </a:cxn>
              <a:cxn ang="0">
                <a:pos x="connsiteX60764" y="connsiteY60764"/>
              </a:cxn>
              <a:cxn ang="0">
                <a:pos x="connsiteX60765" y="connsiteY60765"/>
              </a:cxn>
              <a:cxn ang="0">
                <a:pos x="connsiteX60766" y="connsiteY60766"/>
              </a:cxn>
              <a:cxn ang="0">
                <a:pos x="connsiteX60767" y="connsiteY60767"/>
              </a:cxn>
              <a:cxn ang="0">
                <a:pos x="connsiteX60768" y="connsiteY60768"/>
              </a:cxn>
              <a:cxn ang="0">
                <a:pos x="connsiteX60769" y="connsiteY60769"/>
              </a:cxn>
              <a:cxn ang="0">
                <a:pos x="connsiteX60770" y="connsiteY60770"/>
              </a:cxn>
              <a:cxn ang="0">
                <a:pos x="connsiteX60771" y="connsiteY60771"/>
              </a:cxn>
              <a:cxn ang="0">
                <a:pos x="connsiteX60772" y="connsiteY60772"/>
              </a:cxn>
              <a:cxn ang="0">
                <a:pos x="connsiteX60773" y="connsiteY60773"/>
              </a:cxn>
              <a:cxn ang="0">
                <a:pos x="connsiteX60774" y="connsiteY60774"/>
              </a:cxn>
              <a:cxn ang="0">
                <a:pos x="connsiteX60775" y="connsiteY60775"/>
              </a:cxn>
              <a:cxn ang="0">
                <a:pos x="connsiteX60776" y="connsiteY60776"/>
              </a:cxn>
              <a:cxn ang="0">
                <a:pos x="connsiteX60777" y="connsiteY60777"/>
              </a:cxn>
              <a:cxn ang="0">
                <a:pos x="connsiteX60778" y="connsiteY60778"/>
              </a:cxn>
              <a:cxn ang="0">
                <a:pos x="connsiteX60779" y="connsiteY60779"/>
              </a:cxn>
              <a:cxn ang="0">
                <a:pos x="connsiteX60780" y="connsiteY60780"/>
              </a:cxn>
              <a:cxn ang="0">
                <a:pos x="connsiteX60781" y="connsiteY60781"/>
              </a:cxn>
              <a:cxn ang="0">
                <a:pos x="connsiteX60782" y="connsiteY60782"/>
              </a:cxn>
              <a:cxn ang="0">
                <a:pos x="connsiteX60783" y="connsiteY60783"/>
              </a:cxn>
              <a:cxn ang="0">
                <a:pos x="connsiteX60784" y="connsiteY60784"/>
              </a:cxn>
              <a:cxn ang="0">
                <a:pos x="connsiteX60785" y="connsiteY60785"/>
              </a:cxn>
              <a:cxn ang="0">
                <a:pos x="connsiteX60786" y="connsiteY60786"/>
              </a:cxn>
              <a:cxn ang="0">
                <a:pos x="connsiteX60787" y="connsiteY60787"/>
              </a:cxn>
              <a:cxn ang="0">
                <a:pos x="connsiteX60788" y="connsiteY60788"/>
              </a:cxn>
              <a:cxn ang="0">
                <a:pos x="connsiteX60789" y="connsiteY60789"/>
              </a:cxn>
              <a:cxn ang="0">
                <a:pos x="connsiteX60790" y="connsiteY60790"/>
              </a:cxn>
              <a:cxn ang="0">
                <a:pos x="connsiteX60791" y="connsiteY60791"/>
              </a:cxn>
              <a:cxn ang="0">
                <a:pos x="connsiteX60792" y="connsiteY60792"/>
              </a:cxn>
              <a:cxn ang="0">
                <a:pos x="connsiteX60793" y="connsiteY60793"/>
              </a:cxn>
              <a:cxn ang="0">
                <a:pos x="connsiteX60794" y="connsiteY60794"/>
              </a:cxn>
              <a:cxn ang="0">
                <a:pos x="connsiteX60795" y="connsiteY60795"/>
              </a:cxn>
              <a:cxn ang="0">
                <a:pos x="connsiteX60796" y="connsiteY60796"/>
              </a:cxn>
              <a:cxn ang="0">
                <a:pos x="connsiteX60797" y="connsiteY60797"/>
              </a:cxn>
              <a:cxn ang="0">
                <a:pos x="connsiteX60798" y="connsiteY60798"/>
              </a:cxn>
              <a:cxn ang="0">
                <a:pos x="connsiteX60799" y="connsiteY60799"/>
              </a:cxn>
              <a:cxn ang="0">
                <a:pos x="connsiteX60800" y="connsiteY60800"/>
              </a:cxn>
              <a:cxn ang="0">
                <a:pos x="connsiteX60801" y="connsiteY60801"/>
              </a:cxn>
              <a:cxn ang="0">
                <a:pos x="connsiteX60802" y="connsiteY60802"/>
              </a:cxn>
              <a:cxn ang="0">
                <a:pos x="connsiteX60803" y="connsiteY60803"/>
              </a:cxn>
              <a:cxn ang="0">
                <a:pos x="connsiteX60804" y="connsiteY60804"/>
              </a:cxn>
              <a:cxn ang="0">
                <a:pos x="connsiteX60805" y="connsiteY60805"/>
              </a:cxn>
              <a:cxn ang="0">
                <a:pos x="connsiteX60806" y="connsiteY60806"/>
              </a:cxn>
              <a:cxn ang="0">
                <a:pos x="connsiteX60807" y="connsiteY60807"/>
              </a:cxn>
              <a:cxn ang="0">
                <a:pos x="connsiteX60808" y="connsiteY60808"/>
              </a:cxn>
              <a:cxn ang="0">
                <a:pos x="connsiteX60809" y="connsiteY60809"/>
              </a:cxn>
              <a:cxn ang="0">
                <a:pos x="connsiteX60810" y="connsiteY60810"/>
              </a:cxn>
              <a:cxn ang="0">
                <a:pos x="connsiteX60811" y="connsiteY60811"/>
              </a:cxn>
              <a:cxn ang="0">
                <a:pos x="connsiteX60812" y="connsiteY60812"/>
              </a:cxn>
              <a:cxn ang="0">
                <a:pos x="connsiteX60813" y="connsiteY60813"/>
              </a:cxn>
              <a:cxn ang="0">
                <a:pos x="connsiteX60814" y="connsiteY60814"/>
              </a:cxn>
              <a:cxn ang="0">
                <a:pos x="connsiteX60815" y="connsiteY60815"/>
              </a:cxn>
              <a:cxn ang="0">
                <a:pos x="connsiteX60816" y="connsiteY60816"/>
              </a:cxn>
              <a:cxn ang="0">
                <a:pos x="connsiteX60817" y="connsiteY60817"/>
              </a:cxn>
              <a:cxn ang="0">
                <a:pos x="connsiteX60818" y="connsiteY60818"/>
              </a:cxn>
              <a:cxn ang="0">
                <a:pos x="connsiteX60819" y="connsiteY60819"/>
              </a:cxn>
              <a:cxn ang="0">
                <a:pos x="connsiteX60820" y="connsiteY60820"/>
              </a:cxn>
              <a:cxn ang="0">
                <a:pos x="connsiteX60821" y="connsiteY60821"/>
              </a:cxn>
              <a:cxn ang="0">
                <a:pos x="connsiteX60822" y="connsiteY60822"/>
              </a:cxn>
              <a:cxn ang="0">
                <a:pos x="connsiteX60823" y="connsiteY60823"/>
              </a:cxn>
              <a:cxn ang="0">
                <a:pos x="connsiteX60824" y="connsiteY60824"/>
              </a:cxn>
              <a:cxn ang="0">
                <a:pos x="connsiteX60825" y="connsiteY60825"/>
              </a:cxn>
              <a:cxn ang="0">
                <a:pos x="connsiteX60826" y="connsiteY60826"/>
              </a:cxn>
              <a:cxn ang="0">
                <a:pos x="connsiteX60827" y="connsiteY60827"/>
              </a:cxn>
              <a:cxn ang="0">
                <a:pos x="connsiteX60828" y="connsiteY60828"/>
              </a:cxn>
              <a:cxn ang="0">
                <a:pos x="connsiteX60829" y="connsiteY60829"/>
              </a:cxn>
              <a:cxn ang="0">
                <a:pos x="connsiteX60830" y="connsiteY60830"/>
              </a:cxn>
              <a:cxn ang="0">
                <a:pos x="connsiteX60831" y="connsiteY60831"/>
              </a:cxn>
              <a:cxn ang="0">
                <a:pos x="connsiteX60832" y="connsiteY60832"/>
              </a:cxn>
              <a:cxn ang="0">
                <a:pos x="connsiteX60833" y="connsiteY60833"/>
              </a:cxn>
              <a:cxn ang="0">
                <a:pos x="connsiteX60834" y="connsiteY60834"/>
              </a:cxn>
              <a:cxn ang="0">
                <a:pos x="connsiteX60835" y="connsiteY60835"/>
              </a:cxn>
              <a:cxn ang="0">
                <a:pos x="connsiteX60836" y="connsiteY60836"/>
              </a:cxn>
              <a:cxn ang="0">
                <a:pos x="connsiteX60837" y="connsiteY60837"/>
              </a:cxn>
              <a:cxn ang="0">
                <a:pos x="connsiteX60838" y="connsiteY60838"/>
              </a:cxn>
              <a:cxn ang="0">
                <a:pos x="connsiteX60839" y="connsiteY60839"/>
              </a:cxn>
              <a:cxn ang="0">
                <a:pos x="connsiteX60840" y="connsiteY60840"/>
              </a:cxn>
              <a:cxn ang="0">
                <a:pos x="connsiteX60841" y="connsiteY60841"/>
              </a:cxn>
              <a:cxn ang="0">
                <a:pos x="connsiteX60842" y="connsiteY60842"/>
              </a:cxn>
              <a:cxn ang="0">
                <a:pos x="connsiteX60843" y="connsiteY60843"/>
              </a:cxn>
              <a:cxn ang="0">
                <a:pos x="connsiteX60844" y="connsiteY60844"/>
              </a:cxn>
              <a:cxn ang="0">
                <a:pos x="connsiteX60845" y="connsiteY60845"/>
              </a:cxn>
              <a:cxn ang="0">
                <a:pos x="connsiteX60846" y="connsiteY60846"/>
              </a:cxn>
              <a:cxn ang="0">
                <a:pos x="connsiteX60847" y="connsiteY60847"/>
              </a:cxn>
              <a:cxn ang="0">
                <a:pos x="connsiteX60848" y="connsiteY60848"/>
              </a:cxn>
              <a:cxn ang="0">
                <a:pos x="connsiteX60849" y="connsiteY60849"/>
              </a:cxn>
              <a:cxn ang="0">
                <a:pos x="connsiteX60850" y="connsiteY60850"/>
              </a:cxn>
              <a:cxn ang="0">
                <a:pos x="connsiteX60851" y="connsiteY60851"/>
              </a:cxn>
              <a:cxn ang="0">
                <a:pos x="connsiteX60852" y="connsiteY60852"/>
              </a:cxn>
              <a:cxn ang="0">
                <a:pos x="connsiteX60853" y="connsiteY60853"/>
              </a:cxn>
              <a:cxn ang="0">
                <a:pos x="connsiteX60854" y="connsiteY60854"/>
              </a:cxn>
              <a:cxn ang="0">
                <a:pos x="connsiteX60855" y="connsiteY60855"/>
              </a:cxn>
              <a:cxn ang="0">
                <a:pos x="connsiteX60856" y="connsiteY60856"/>
              </a:cxn>
              <a:cxn ang="0">
                <a:pos x="connsiteX60857" y="connsiteY60857"/>
              </a:cxn>
              <a:cxn ang="0">
                <a:pos x="connsiteX60858" y="connsiteY60858"/>
              </a:cxn>
              <a:cxn ang="0">
                <a:pos x="connsiteX60859" y="connsiteY60859"/>
              </a:cxn>
              <a:cxn ang="0">
                <a:pos x="connsiteX60860" y="connsiteY60860"/>
              </a:cxn>
              <a:cxn ang="0">
                <a:pos x="connsiteX60861" y="connsiteY60861"/>
              </a:cxn>
              <a:cxn ang="0">
                <a:pos x="connsiteX60862" y="connsiteY60862"/>
              </a:cxn>
              <a:cxn ang="0">
                <a:pos x="connsiteX60863" y="connsiteY60863"/>
              </a:cxn>
              <a:cxn ang="0">
                <a:pos x="connsiteX60864" y="connsiteY60864"/>
              </a:cxn>
              <a:cxn ang="0">
                <a:pos x="connsiteX60865" y="connsiteY60865"/>
              </a:cxn>
              <a:cxn ang="0">
                <a:pos x="connsiteX60866" y="connsiteY60866"/>
              </a:cxn>
              <a:cxn ang="0">
                <a:pos x="connsiteX60867" y="connsiteY60867"/>
              </a:cxn>
              <a:cxn ang="0">
                <a:pos x="connsiteX60868" y="connsiteY60868"/>
              </a:cxn>
              <a:cxn ang="0">
                <a:pos x="connsiteX60869" y="connsiteY60869"/>
              </a:cxn>
              <a:cxn ang="0">
                <a:pos x="connsiteX60870" y="connsiteY60870"/>
              </a:cxn>
              <a:cxn ang="0">
                <a:pos x="connsiteX60871" y="connsiteY60871"/>
              </a:cxn>
              <a:cxn ang="0">
                <a:pos x="connsiteX60872" y="connsiteY60872"/>
              </a:cxn>
              <a:cxn ang="0">
                <a:pos x="connsiteX60873" y="connsiteY60873"/>
              </a:cxn>
              <a:cxn ang="0">
                <a:pos x="connsiteX60874" y="connsiteY60874"/>
              </a:cxn>
              <a:cxn ang="0">
                <a:pos x="connsiteX60875" y="connsiteY60875"/>
              </a:cxn>
              <a:cxn ang="0">
                <a:pos x="connsiteX60876" y="connsiteY60876"/>
              </a:cxn>
              <a:cxn ang="0">
                <a:pos x="connsiteX60877" y="connsiteY60877"/>
              </a:cxn>
              <a:cxn ang="0">
                <a:pos x="connsiteX60878" y="connsiteY60878"/>
              </a:cxn>
              <a:cxn ang="0">
                <a:pos x="connsiteX60879" y="connsiteY60879"/>
              </a:cxn>
              <a:cxn ang="0">
                <a:pos x="connsiteX60880" y="connsiteY60880"/>
              </a:cxn>
              <a:cxn ang="0">
                <a:pos x="connsiteX60881" y="connsiteY60881"/>
              </a:cxn>
              <a:cxn ang="0">
                <a:pos x="connsiteX60882" y="connsiteY60882"/>
              </a:cxn>
              <a:cxn ang="0">
                <a:pos x="connsiteX60883" y="connsiteY60883"/>
              </a:cxn>
              <a:cxn ang="0">
                <a:pos x="connsiteX60884" y="connsiteY60884"/>
              </a:cxn>
              <a:cxn ang="0">
                <a:pos x="connsiteX60885" y="connsiteY60885"/>
              </a:cxn>
              <a:cxn ang="0">
                <a:pos x="connsiteX60886" y="connsiteY60886"/>
              </a:cxn>
              <a:cxn ang="0">
                <a:pos x="connsiteX60887" y="connsiteY60887"/>
              </a:cxn>
              <a:cxn ang="0">
                <a:pos x="connsiteX60888" y="connsiteY60888"/>
              </a:cxn>
              <a:cxn ang="0">
                <a:pos x="connsiteX60889" y="connsiteY60889"/>
              </a:cxn>
              <a:cxn ang="0">
                <a:pos x="connsiteX60890" y="connsiteY60890"/>
              </a:cxn>
              <a:cxn ang="0">
                <a:pos x="connsiteX60891" y="connsiteY60891"/>
              </a:cxn>
              <a:cxn ang="0">
                <a:pos x="connsiteX60892" y="connsiteY60892"/>
              </a:cxn>
              <a:cxn ang="0">
                <a:pos x="connsiteX60893" y="connsiteY60893"/>
              </a:cxn>
              <a:cxn ang="0">
                <a:pos x="connsiteX60894" y="connsiteY60894"/>
              </a:cxn>
              <a:cxn ang="0">
                <a:pos x="connsiteX60895" y="connsiteY60895"/>
              </a:cxn>
              <a:cxn ang="0">
                <a:pos x="connsiteX60896" y="connsiteY60896"/>
              </a:cxn>
              <a:cxn ang="0">
                <a:pos x="connsiteX60897" y="connsiteY60897"/>
              </a:cxn>
              <a:cxn ang="0">
                <a:pos x="connsiteX60898" y="connsiteY60898"/>
              </a:cxn>
              <a:cxn ang="0">
                <a:pos x="connsiteX60899" y="connsiteY60899"/>
              </a:cxn>
              <a:cxn ang="0">
                <a:pos x="connsiteX60900" y="connsiteY60900"/>
              </a:cxn>
              <a:cxn ang="0">
                <a:pos x="connsiteX60901" y="connsiteY60901"/>
              </a:cxn>
              <a:cxn ang="0">
                <a:pos x="connsiteX60902" y="connsiteY60902"/>
              </a:cxn>
              <a:cxn ang="0">
                <a:pos x="connsiteX60903" y="connsiteY60903"/>
              </a:cxn>
              <a:cxn ang="0">
                <a:pos x="connsiteX60904" y="connsiteY60904"/>
              </a:cxn>
              <a:cxn ang="0">
                <a:pos x="connsiteX60905" y="connsiteY60905"/>
              </a:cxn>
              <a:cxn ang="0">
                <a:pos x="connsiteX60906" y="connsiteY60906"/>
              </a:cxn>
              <a:cxn ang="0">
                <a:pos x="connsiteX60907" y="connsiteY60907"/>
              </a:cxn>
              <a:cxn ang="0">
                <a:pos x="connsiteX60908" y="connsiteY60908"/>
              </a:cxn>
              <a:cxn ang="0">
                <a:pos x="connsiteX60909" y="connsiteY60909"/>
              </a:cxn>
              <a:cxn ang="0">
                <a:pos x="connsiteX60910" y="connsiteY60910"/>
              </a:cxn>
              <a:cxn ang="0">
                <a:pos x="connsiteX60911" y="connsiteY60911"/>
              </a:cxn>
              <a:cxn ang="0">
                <a:pos x="connsiteX60912" y="connsiteY60912"/>
              </a:cxn>
              <a:cxn ang="0">
                <a:pos x="connsiteX60913" y="connsiteY60913"/>
              </a:cxn>
              <a:cxn ang="0">
                <a:pos x="connsiteX60914" y="connsiteY60914"/>
              </a:cxn>
              <a:cxn ang="0">
                <a:pos x="connsiteX60915" y="connsiteY60915"/>
              </a:cxn>
              <a:cxn ang="0">
                <a:pos x="connsiteX60916" y="connsiteY60916"/>
              </a:cxn>
              <a:cxn ang="0">
                <a:pos x="connsiteX60917" y="connsiteY60917"/>
              </a:cxn>
              <a:cxn ang="0">
                <a:pos x="connsiteX60918" y="connsiteY60918"/>
              </a:cxn>
              <a:cxn ang="0">
                <a:pos x="connsiteX60919" y="connsiteY60919"/>
              </a:cxn>
              <a:cxn ang="0">
                <a:pos x="connsiteX60920" y="connsiteY60920"/>
              </a:cxn>
              <a:cxn ang="0">
                <a:pos x="connsiteX60921" y="connsiteY60921"/>
              </a:cxn>
              <a:cxn ang="0">
                <a:pos x="connsiteX60922" y="connsiteY60922"/>
              </a:cxn>
              <a:cxn ang="0">
                <a:pos x="connsiteX60923" y="connsiteY60923"/>
              </a:cxn>
              <a:cxn ang="0">
                <a:pos x="connsiteX60924" y="connsiteY60924"/>
              </a:cxn>
              <a:cxn ang="0">
                <a:pos x="connsiteX60925" y="connsiteY60925"/>
              </a:cxn>
              <a:cxn ang="0">
                <a:pos x="connsiteX60926" y="connsiteY60926"/>
              </a:cxn>
              <a:cxn ang="0">
                <a:pos x="connsiteX60927" y="connsiteY60927"/>
              </a:cxn>
              <a:cxn ang="0">
                <a:pos x="connsiteX60928" y="connsiteY60928"/>
              </a:cxn>
              <a:cxn ang="0">
                <a:pos x="connsiteX60929" y="connsiteY60929"/>
              </a:cxn>
              <a:cxn ang="0">
                <a:pos x="connsiteX60930" y="connsiteY60930"/>
              </a:cxn>
              <a:cxn ang="0">
                <a:pos x="connsiteX60931" y="connsiteY60931"/>
              </a:cxn>
              <a:cxn ang="0">
                <a:pos x="connsiteX60932" y="connsiteY60932"/>
              </a:cxn>
              <a:cxn ang="0">
                <a:pos x="connsiteX60933" y="connsiteY60933"/>
              </a:cxn>
              <a:cxn ang="0">
                <a:pos x="connsiteX60934" y="connsiteY60934"/>
              </a:cxn>
              <a:cxn ang="0">
                <a:pos x="connsiteX60935" y="connsiteY60935"/>
              </a:cxn>
              <a:cxn ang="0">
                <a:pos x="connsiteX60936" y="connsiteY60936"/>
              </a:cxn>
              <a:cxn ang="0">
                <a:pos x="connsiteX60937" y="connsiteY60937"/>
              </a:cxn>
              <a:cxn ang="0">
                <a:pos x="connsiteX60938" y="connsiteY60938"/>
              </a:cxn>
              <a:cxn ang="0">
                <a:pos x="connsiteX60939" y="connsiteY60939"/>
              </a:cxn>
              <a:cxn ang="0">
                <a:pos x="connsiteX60940" y="connsiteY60940"/>
              </a:cxn>
              <a:cxn ang="0">
                <a:pos x="connsiteX60941" y="connsiteY60941"/>
              </a:cxn>
              <a:cxn ang="0">
                <a:pos x="connsiteX60942" y="connsiteY60942"/>
              </a:cxn>
              <a:cxn ang="0">
                <a:pos x="connsiteX60943" y="connsiteY60943"/>
              </a:cxn>
              <a:cxn ang="0">
                <a:pos x="connsiteX60944" y="connsiteY60944"/>
              </a:cxn>
              <a:cxn ang="0">
                <a:pos x="connsiteX60945" y="connsiteY60945"/>
              </a:cxn>
              <a:cxn ang="0">
                <a:pos x="connsiteX60946" y="connsiteY60946"/>
              </a:cxn>
              <a:cxn ang="0">
                <a:pos x="connsiteX60947" y="connsiteY60947"/>
              </a:cxn>
              <a:cxn ang="0">
                <a:pos x="connsiteX60948" y="connsiteY60948"/>
              </a:cxn>
              <a:cxn ang="0">
                <a:pos x="connsiteX60949" y="connsiteY60949"/>
              </a:cxn>
              <a:cxn ang="0">
                <a:pos x="connsiteX60950" y="connsiteY60950"/>
              </a:cxn>
              <a:cxn ang="0">
                <a:pos x="connsiteX60951" y="connsiteY60951"/>
              </a:cxn>
              <a:cxn ang="0">
                <a:pos x="connsiteX60952" y="connsiteY60952"/>
              </a:cxn>
              <a:cxn ang="0">
                <a:pos x="connsiteX60953" y="connsiteY60953"/>
              </a:cxn>
              <a:cxn ang="0">
                <a:pos x="connsiteX60954" y="connsiteY60954"/>
              </a:cxn>
              <a:cxn ang="0">
                <a:pos x="connsiteX60955" y="connsiteY60955"/>
              </a:cxn>
              <a:cxn ang="0">
                <a:pos x="connsiteX60956" y="connsiteY60956"/>
              </a:cxn>
              <a:cxn ang="0">
                <a:pos x="connsiteX60957" y="connsiteY60957"/>
              </a:cxn>
              <a:cxn ang="0">
                <a:pos x="connsiteX60958" y="connsiteY60958"/>
              </a:cxn>
              <a:cxn ang="0">
                <a:pos x="connsiteX60959" y="connsiteY60959"/>
              </a:cxn>
              <a:cxn ang="0">
                <a:pos x="connsiteX60960" y="connsiteY60960"/>
              </a:cxn>
              <a:cxn ang="0">
                <a:pos x="connsiteX60961" y="connsiteY60961"/>
              </a:cxn>
              <a:cxn ang="0">
                <a:pos x="connsiteX60962" y="connsiteY60962"/>
              </a:cxn>
              <a:cxn ang="0">
                <a:pos x="connsiteX60963" y="connsiteY60963"/>
              </a:cxn>
              <a:cxn ang="0">
                <a:pos x="connsiteX60964" y="connsiteY60964"/>
              </a:cxn>
              <a:cxn ang="0">
                <a:pos x="connsiteX60965" y="connsiteY60965"/>
              </a:cxn>
              <a:cxn ang="0">
                <a:pos x="connsiteX60966" y="connsiteY60966"/>
              </a:cxn>
              <a:cxn ang="0">
                <a:pos x="connsiteX60967" y="connsiteY60967"/>
              </a:cxn>
              <a:cxn ang="0">
                <a:pos x="connsiteX60968" y="connsiteY60968"/>
              </a:cxn>
              <a:cxn ang="0">
                <a:pos x="connsiteX60969" y="connsiteY60969"/>
              </a:cxn>
              <a:cxn ang="0">
                <a:pos x="connsiteX60970" y="connsiteY60970"/>
              </a:cxn>
              <a:cxn ang="0">
                <a:pos x="connsiteX60971" y="connsiteY60971"/>
              </a:cxn>
              <a:cxn ang="0">
                <a:pos x="connsiteX60972" y="connsiteY60972"/>
              </a:cxn>
              <a:cxn ang="0">
                <a:pos x="connsiteX60973" y="connsiteY60973"/>
              </a:cxn>
              <a:cxn ang="0">
                <a:pos x="connsiteX60974" y="connsiteY60974"/>
              </a:cxn>
              <a:cxn ang="0">
                <a:pos x="connsiteX60975" y="connsiteY60975"/>
              </a:cxn>
              <a:cxn ang="0">
                <a:pos x="connsiteX60976" y="connsiteY60976"/>
              </a:cxn>
              <a:cxn ang="0">
                <a:pos x="connsiteX60977" y="connsiteY60977"/>
              </a:cxn>
              <a:cxn ang="0">
                <a:pos x="connsiteX60978" y="connsiteY60978"/>
              </a:cxn>
              <a:cxn ang="0">
                <a:pos x="connsiteX60979" y="connsiteY60979"/>
              </a:cxn>
              <a:cxn ang="0">
                <a:pos x="connsiteX60980" y="connsiteY60980"/>
              </a:cxn>
              <a:cxn ang="0">
                <a:pos x="connsiteX60981" y="connsiteY60981"/>
              </a:cxn>
              <a:cxn ang="0">
                <a:pos x="connsiteX60982" y="connsiteY60982"/>
              </a:cxn>
              <a:cxn ang="0">
                <a:pos x="connsiteX60983" y="connsiteY60983"/>
              </a:cxn>
              <a:cxn ang="0">
                <a:pos x="connsiteX60984" y="connsiteY60984"/>
              </a:cxn>
              <a:cxn ang="0">
                <a:pos x="connsiteX60985" y="connsiteY60985"/>
              </a:cxn>
              <a:cxn ang="0">
                <a:pos x="connsiteX60986" y="connsiteY60986"/>
              </a:cxn>
              <a:cxn ang="0">
                <a:pos x="connsiteX60987" y="connsiteY60987"/>
              </a:cxn>
              <a:cxn ang="0">
                <a:pos x="connsiteX60988" y="connsiteY60988"/>
              </a:cxn>
              <a:cxn ang="0">
                <a:pos x="connsiteX60989" y="connsiteY60989"/>
              </a:cxn>
              <a:cxn ang="0">
                <a:pos x="connsiteX60990" y="connsiteY60990"/>
              </a:cxn>
              <a:cxn ang="0">
                <a:pos x="connsiteX60991" y="connsiteY60991"/>
              </a:cxn>
              <a:cxn ang="0">
                <a:pos x="connsiteX60992" y="connsiteY60992"/>
              </a:cxn>
              <a:cxn ang="0">
                <a:pos x="connsiteX60993" y="connsiteY60993"/>
              </a:cxn>
              <a:cxn ang="0">
                <a:pos x="connsiteX60994" y="connsiteY60994"/>
              </a:cxn>
              <a:cxn ang="0">
                <a:pos x="connsiteX60995" y="connsiteY60995"/>
              </a:cxn>
              <a:cxn ang="0">
                <a:pos x="connsiteX60996" y="connsiteY60996"/>
              </a:cxn>
              <a:cxn ang="0">
                <a:pos x="connsiteX60997" y="connsiteY60997"/>
              </a:cxn>
              <a:cxn ang="0">
                <a:pos x="connsiteX60998" y="connsiteY60998"/>
              </a:cxn>
              <a:cxn ang="0">
                <a:pos x="connsiteX60999" y="connsiteY60999"/>
              </a:cxn>
              <a:cxn ang="0">
                <a:pos x="connsiteX61000" y="connsiteY61000"/>
              </a:cxn>
              <a:cxn ang="0">
                <a:pos x="connsiteX61001" y="connsiteY61001"/>
              </a:cxn>
              <a:cxn ang="0">
                <a:pos x="connsiteX61002" y="connsiteY61002"/>
              </a:cxn>
              <a:cxn ang="0">
                <a:pos x="connsiteX61003" y="connsiteY61003"/>
              </a:cxn>
              <a:cxn ang="0">
                <a:pos x="connsiteX61004" y="connsiteY61004"/>
              </a:cxn>
              <a:cxn ang="0">
                <a:pos x="connsiteX61005" y="connsiteY61005"/>
              </a:cxn>
              <a:cxn ang="0">
                <a:pos x="connsiteX61006" y="connsiteY61006"/>
              </a:cxn>
              <a:cxn ang="0">
                <a:pos x="connsiteX61007" y="connsiteY61007"/>
              </a:cxn>
              <a:cxn ang="0">
                <a:pos x="connsiteX61008" y="connsiteY61008"/>
              </a:cxn>
              <a:cxn ang="0">
                <a:pos x="connsiteX61009" y="connsiteY61009"/>
              </a:cxn>
              <a:cxn ang="0">
                <a:pos x="connsiteX61010" y="connsiteY61010"/>
              </a:cxn>
              <a:cxn ang="0">
                <a:pos x="connsiteX61011" y="connsiteY61011"/>
              </a:cxn>
              <a:cxn ang="0">
                <a:pos x="connsiteX61012" y="connsiteY61012"/>
              </a:cxn>
              <a:cxn ang="0">
                <a:pos x="connsiteX61013" y="connsiteY61013"/>
              </a:cxn>
              <a:cxn ang="0">
                <a:pos x="connsiteX61014" y="connsiteY61014"/>
              </a:cxn>
              <a:cxn ang="0">
                <a:pos x="connsiteX61015" y="connsiteY61015"/>
              </a:cxn>
              <a:cxn ang="0">
                <a:pos x="connsiteX61016" y="connsiteY61016"/>
              </a:cxn>
              <a:cxn ang="0">
                <a:pos x="connsiteX61017" y="connsiteY61017"/>
              </a:cxn>
              <a:cxn ang="0">
                <a:pos x="connsiteX61018" y="connsiteY61018"/>
              </a:cxn>
              <a:cxn ang="0">
                <a:pos x="connsiteX61019" y="connsiteY61019"/>
              </a:cxn>
              <a:cxn ang="0">
                <a:pos x="connsiteX61020" y="connsiteY61020"/>
              </a:cxn>
              <a:cxn ang="0">
                <a:pos x="connsiteX61021" y="connsiteY61021"/>
              </a:cxn>
              <a:cxn ang="0">
                <a:pos x="connsiteX61022" y="connsiteY61022"/>
              </a:cxn>
              <a:cxn ang="0">
                <a:pos x="connsiteX61023" y="connsiteY61023"/>
              </a:cxn>
              <a:cxn ang="0">
                <a:pos x="connsiteX61024" y="connsiteY61024"/>
              </a:cxn>
              <a:cxn ang="0">
                <a:pos x="connsiteX61025" y="connsiteY61025"/>
              </a:cxn>
              <a:cxn ang="0">
                <a:pos x="connsiteX61026" y="connsiteY61026"/>
              </a:cxn>
              <a:cxn ang="0">
                <a:pos x="connsiteX61027" y="connsiteY61027"/>
              </a:cxn>
              <a:cxn ang="0">
                <a:pos x="connsiteX61028" y="connsiteY61028"/>
              </a:cxn>
              <a:cxn ang="0">
                <a:pos x="connsiteX61029" y="connsiteY61029"/>
              </a:cxn>
              <a:cxn ang="0">
                <a:pos x="connsiteX61030" y="connsiteY61030"/>
              </a:cxn>
              <a:cxn ang="0">
                <a:pos x="connsiteX61031" y="connsiteY61031"/>
              </a:cxn>
              <a:cxn ang="0">
                <a:pos x="connsiteX61032" y="connsiteY61032"/>
              </a:cxn>
              <a:cxn ang="0">
                <a:pos x="connsiteX61033" y="connsiteY61033"/>
              </a:cxn>
              <a:cxn ang="0">
                <a:pos x="connsiteX61034" y="connsiteY61034"/>
              </a:cxn>
              <a:cxn ang="0">
                <a:pos x="connsiteX61035" y="connsiteY61035"/>
              </a:cxn>
              <a:cxn ang="0">
                <a:pos x="connsiteX61036" y="connsiteY61036"/>
              </a:cxn>
              <a:cxn ang="0">
                <a:pos x="connsiteX61037" y="connsiteY61037"/>
              </a:cxn>
              <a:cxn ang="0">
                <a:pos x="connsiteX61038" y="connsiteY61038"/>
              </a:cxn>
              <a:cxn ang="0">
                <a:pos x="connsiteX61039" y="connsiteY61039"/>
              </a:cxn>
              <a:cxn ang="0">
                <a:pos x="connsiteX61040" y="connsiteY61040"/>
              </a:cxn>
              <a:cxn ang="0">
                <a:pos x="connsiteX61041" y="connsiteY61041"/>
              </a:cxn>
              <a:cxn ang="0">
                <a:pos x="connsiteX61042" y="connsiteY61042"/>
              </a:cxn>
              <a:cxn ang="0">
                <a:pos x="connsiteX61043" y="connsiteY61043"/>
              </a:cxn>
              <a:cxn ang="0">
                <a:pos x="connsiteX61044" y="connsiteY61044"/>
              </a:cxn>
              <a:cxn ang="0">
                <a:pos x="connsiteX61045" y="connsiteY61045"/>
              </a:cxn>
              <a:cxn ang="0">
                <a:pos x="connsiteX61046" y="connsiteY61046"/>
              </a:cxn>
              <a:cxn ang="0">
                <a:pos x="connsiteX61047" y="connsiteY61047"/>
              </a:cxn>
              <a:cxn ang="0">
                <a:pos x="connsiteX61048" y="connsiteY61048"/>
              </a:cxn>
              <a:cxn ang="0">
                <a:pos x="connsiteX61049" y="connsiteY61049"/>
              </a:cxn>
              <a:cxn ang="0">
                <a:pos x="connsiteX61050" y="connsiteY61050"/>
              </a:cxn>
              <a:cxn ang="0">
                <a:pos x="connsiteX61051" y="connsiteY61051"/>
              </a:cxn>
              <a:cxn ang="0">
                <a:pos x="connsiteX61052" y="connsiteY61052"/>
              </a:cxn>
              <a:cxn ang="0">
                <a:pos x="connsiteX61053" y="connsiteY61053"/>
              </a:cxn>
              <a:cxn ang="0">
                <a:pos x="connsiteX61054" y="connsiteY61054"/>
              </a:cxn>
              <a:cxn ang="0">
                <a:pos x="connsiteX61055" y="connsiteY61055"/>
              </a:cxn>
              <a:cxn ang="0">
                <a:pos x="connsiteX61056" y="connsiteY61056"/>
              </a:cxn>
              <a:cxn ang="0">
                <a:pos x="connsiteX61057" y="connsiteY61057"/>
              </a:cxn>
              <a:cxn ang="0">
                <a:pos x="connsiteX61058" y="connsiteY61058"/>
              </a:cxn>
              <a:cxn ang="0">
                <a:pos x="connsiteX61059" y="connsiteY61059"/>
              </a:cxn>
              <a:cxn ang="0">
                <a:pos x="connsiteX61060" y="connsiteY61060"/>
              </a:cxn>
              <a:cxn ang="0">
                <a:pos x="connsiteX61061" y="connsiteY61061"/>
              </a:cxn>
              <a:cxn ang="0">
                <a:pos x="connsiteX61062" y="connsiteY61062"/>
              </a:cxn>
              <a:cxn ang="0">
                <a:pos x="connsiteX61063" y="connsiteY61063"/>
              </a:cxn>
              <a:cxn ang="0">
                <a:pos x="connsiteX61064" y="connsiteY61064"/>
              </a:cxn>
              <a:cxn ang="0">
                <a:pos x="connsiteX61065" y="connsiteY61065"/>
              </a:cxn>
              <a:cxn ang="0">
                <a:pos x="connsiteX61066" y="connsiteY61066"/>
              </a:cxn>
              <a:cxn ang="0">
                <a:pos x="connsiteX61067" y="connsiteY61067"/>
              </a:cxn>
              <a:cxn ang="0">
                <a:pos x="connsiteX61068" y="connsiteY61068"/>
              </a:cxn>
              <a:cxn ang="0">
                <a:pos x="connsiteX61069" y="connsiteY61069"/>
              </a:cxn>
              <a:cxn ang="0">
                <a:pos x="connsiteX61070" y="connsiteY61070"/>
              </a:cxn>
              <a:cxn ang="0">
                <a:pos x="connsiteX61071" y="connsiteY61071"/>
              </a:cxn>
              <a:cxn ang="0">
                <a:pos x="connsiteX61072" y="connsiteY61072"/>
              </a:cxn>
              <a:cxn ang="0">
                <a:pos x="connsiteX61073" y="connsiteY61073"/>
              </a:cxn>
              <a:cxn ang="0">
                <a:pos x="connsiteX61074" y="connsiteY61074"/>
              </a:cxn>
              <a:cxn ang="0">
                <a:pos x="connsiteX61075" y="connsiteY61075"/>
              </a:cxn>
              <a:cxn ang="0">
                <a:pos x="connsiteX61076" y="connsiteY61076"/>
              </a:cxn>
              <a:cxn ang="0">
                <a:pos x="connsiteX61077" y="connsiteY61077"/>
              </a:cxn>
              <a:cxn ang="0">
                <a:pos x="connsiteX61078" y="connsiteY61078"/>
              </a:cxn>
              <a:cxn ang="0">
                <a:pos x="connsiteX61079" y="connsiteY61079"/>
              </a:cxn>
              <a:cxn ang="0">
                <a:pos x="connsiteX61080" y="connsiteY61080"/>
              </a:cxn>
              <a:cxn ang="0">
                <a:pos x="connsiteX61081" y="connsiteY61081"/>
              </a:cxn>
              <a:cxn ang="0">
                <a:pos x="connsiteX61082" y="connsiteY61082"/>
              </a:cxn>
              <a:cxn ang="0">
                <a:pos x="connsiteX61083" y="connsiteY61083"/>
              </a:cxn>
              <a:cxn ang="0">
                <a:pos x="connsiteX61084" y="connsiteY61084"/>
              </a:cxn>
              <a:cxn ang="0">
                <a:pos x="connsiteX61085" y="connsiteY61085"/>
              </a:cxn>
              <a:cxn ang="0">
                <a:pos x="connsiteX61086" y="connsiteY61086"/>
              </a:cxn>
              <a:cxn ang="0">
                <a:pos x="connsiteX61087" y="connsiteY61087"/>
              </a:cxn>
              <a:cxn ang="0">
                <a:pos x="connsiteX61088" y="connsiteY61088"/>
              </a:cxn>
              <a:cxn ang="0">
                <a:pos x="connsiteX61089" y="connsiteY61089"/>
              </a:cxn>
              <a:cxn ang="0">
                <a:pos x="connsiteX61090" y="connsiteY61090"/>
              </a:cxn>
              <a:cxn ang="0">
                <a:pos x="connsiteX61091" y="connsiteY61091"/>
              </a:cxn>
              <a:cxn ang="0">
                <a:pos x="connsiteX61092" y="connsiteY61092"/>
              </a:cxn>
              <a:cxn ang="0">
                <a:pos x="connsiteX61093" y="connsiteY61093"/>
              </a:cxn>
              <a:cxn ang="0">
                <a:pos x="connsiteX61094" y="connsiteY61094"/>
              </a:cxn>
              <a:cxn ang="0">
                <a:pos x="connsiteX61095" y="connsiteY61095"/>
              </a:cxn>
              <a:cxn ang="0">
                <a:pos x="connsiteX61096" y="connsiteY61096"/>
              </a:cxn>
              <a:cxn ang="0">
                <a:pos x="connsiteX61097" y="connsiteY61097"/>
              </a:cxn>
              <a:cxn ang="0">
                <a:pos x="connsiteX61098" y="connsiteY61098"/>
              </a:cxn>
              <a:cxn ang="0">
                <a:pos x="connsiteX61099" y="connsiteY61099"/>
              </a:cxn>
              <a:cxn ang="0">
                <a:pos x="connsiteX61100" y="connsiteY61100"/>
              </a:cxn>
              <a:cxn ang="0">
                <a:pos x="connsiteX61101" y="connsiteY61101"/>
              </a:cxn>
              <a:cxn ang="0">
                <a:pos x="connsiteX61102" y="connsiteY61102"/>
              </a:cxn>
              <a:cxn ang="0">
                <a:pos x="connsiteX61103" y="connsiteY61103"/>
              </a:cxn>
              <a:cxn ang="0">
                <a:pos x="connsiteX61104" y="connsiteY61104"/>
              </a:cxn>
              <a:cxn ang="0">
                <a:pos x="connsiteX61105" y="connsiteY61105"/>
              </a:cxn>
              <a:cxn ang="0">
                <a:pos x="connsiteX61106" y="connsiteY61106"/>
              </a:cxn>
              <a:cxn ang="0">
                <a:pos x="connsiteX61107" y="connsiteY61107"/>
              </a:cxn>
              <a:cxn ang="0">
                <a:pos x="connsiteX61108" y="connsiteY61108"/>
              </a:cxn>
              <a:cxn ang="0">
                <a:pos x="connsiteX61109" y="connsiteY61109"/>
              </a:cxn>
              <a:cxn ang="0">
                <a:pos x="connsiteX61110" y="connsiteY61110"/>
              </a:cxn>
              <a:cxn ang="0">
                <a:pos x="connsiteX61111" y="connsiteY61111"/>
              </a:cxn>
              <a:cxn ang="0">
                <a:pos x="connsiteX61112" y="connsiteY61112"/>
              </a:cxn>
              <a:cxn ang="0">
                <a:pos x="connsiteX61113" y="connsiteY61113"/>
              </a:cxn>
              <a:cxn ang="0">
                <a:pos x="connsiteX61114" y="connsiteY61114"/>
              </a:cxn>
              <a:cxn ang="0">
                <a:pos x="connsiteX61115" y="connsiteY61115"/>
              </a:cxn>
              <a:cxn ang="0">
                <a:pos x="connsiteX61116" y="connsiteY61116"/>
              </a:cxn>
              <a:cxn ang="0">
                <a:pos x="connsiteX61117" y="connsiteY61117"/>
              </a:cxn>
              <a:cxn ang="0">
                <a:pos x="connsiteX61118" y="connsiteY61118"/>
              </a:cxn>
              <a:cxn ang="0">
                <a:pos x="connsiteX61119" y="connsiteY61119"/>
              </a:cxn>
              <a:cxn ang="0">
                <a:pos x="connsiteX61120" y="connsiteY61120"/>
              </a:cxn>
              <a:cxn ang="0">
                <a:pos x="connsiteX61121" y="connsiteY61121"/>
              </a:cxn>
              <a:cxn ang="0">
                <a:pos x="connsiteX61122" y="connsiteY61122"/>
              </a:cxn>
              <a:cxn ang="0">
                <a:pos x="connsiteX61123" y="connsiteY61123"/>
              </a:cxn>
              <a:cxn ang="0">
                <a:pos x="connsiteX61124" y="connsiteY61124"/>
              </a:cxn>
              <a:cxn ang="0">
                <a:pos x="connsiteX61125" y="connsiteY61125"/>
              </a:cxn>
              <a:cxn ang="0">
                <a:pos x="connsiteX61126" y="connsiteY61126"/>
              </a:cxn>
              <a:cxn ang="0">
                <a:pos x="connsiteX61127" y="connsiteY61127"/>
              </a:cxn>
              <a:cxn ang="0">
                <a:pos x="connsiteX61128" y="connsiteY61128"/>
              </a:cxn>
              <a:cxn ang="0">
                <a:pos x="connsiteX61129" y="connsiteY61129"/>
              </a:cxn>
              <a:cxn ang="0">
                <a:pos x="connsiteX61130" y="connsiteY61130"/>
              </a:cxn>
              <a:cxn ang="0">
                <a:pos x="connsiteX61131" y="connsiteY61131"/>
              </a:cxn>
              <a:cxn ang="0">
                <a:pos x="connsiteX61132" y="connsiteY61132"/>
              </a:cxn>
              <a:cxn ang="0">
                <a:pos x="connsiteX61133" y="connsiteY61133"/>
              </a:cxn>
              <a:cxn ang="0">
                <a:pos x="connsiteX61134" y="connsiteY61134"/>
              </a:cxn>
              <a:cxn ang="0">
                <a:pos x="connsiteX61135" y="connsiteY61135"/>
              </a:cxn>
              <a:cxn ang="0">
                <a:pos x="connsiteX61136" y="connsiteY61136"/>
              </a:cxn>
              <a:cxn ang="0">
                <a:pos x="connsiteX61137" y="connsiteY61137"/>
              </a:cxn>
              <a:cxn ang="0">
                <a:pos x="connsiteX61138" y="connsiteY61138"/>
              </a:cxn>
              <a:cxn ang="0">
                <a:pos x="connsiteX61139" y="connsiteY61139"/>
              </a:cxn>
              <a:cxn ang="0">
                <a:pos x="connsiteX61140" y="connsiteY61140"/>
              </a:cxn>
              <a:cxn ang="0">
                <a:pos x="connsiteX61141" y="connsiteY61141"/>
              </a:cxn>
              <a:cxn ang="0">
                <a:pos x="connsiteX61142" y="connsiteY61142"/>
              </a:cxn>
              <a:cxn ang="0">
                <a:pos x="connsiteX61143" y="connsiteY61143"/>
              </a:cxn>
              <a:cxn ang="0">
                <a:pos x="connsiteX61144" y="connsiteY61144"/>
              </a:cxn>
              <a:cxn ang="0">
                <a:pos x="connsiteX61145" y="connsiteY61145"/>
              </a:cxn>
              <a:cxn ang="0">
                <a:pos x="connsiteX61146" y="connsiteY61146"/>
              </a:cxn>
              <a:cxn ang="0">
                <a:pos x="connsiteX61147" y="connsiteY61147"/>
              </a:cxn>
              <a:cxn ang="0">
                <a:pos x="connsiteX61148" y="connsiteY61148"/>
              </a:cxn>
              <a:cxn ang="0">
                <a:pos x="connsiteX61149" y="connsiteY61149"/>
              </a:cxn>
              <a:cxn ang="0">
                <a:pos x="connsiteX61150" y="connsiteY61150"/>
              </a:cxn>
              <a:cxn ang="0">
                <a:pos x="connsiteX61151" y="connsiteY61151"/>
              </a:cxn>
              <a:cxn ang="0">
                <a:pos x="connsiteX61152" y="connsiteY61152"/>
              </a:cxn>
              <a:cxn ang="0">
                <a:pos x="connsiteX61153" y="connsiteY61153"/>
              </a:cxn>
              <a:cxn ang="0">
                <a:pos x="connsiteX61154" y="connsiteY61154"/>
              </a:cxn>
              <a:cxn ang="0">
                <a:pos x="connsiteX61155" y="connsiteY61155"/>
              </a:cxn>
              <a:cxn ang="0">
                <a:pos x="connsiteX61156" y="connsiteY61156"/>
              </a:cxn>
              <a:cxn ang="0">
                <a:pos x="connsiteX61157" y="connsiteY61157"/>
              </a:cxn>
              <a:cxn ang="0">
                <a:pos x="connsiteX61158" y="connsiteY61158"/>
              </a:cxn>
              <a:cxn ang="0">
                <a:pos x="connsiteX61159" y="connsiteY61159"/>
              </a:cxn>
              <a:cxn ang="0">
                <a:pos x="connsiteX61160" y="connsiteY61160"/>
              </a:cxn>
              <a:cxn ang="0">
                <a:pos x="connsiteX61161" y="connsiteY61161"/>
              </a:cxn>
              <a:cxn ang="0">
                <a:pos x="connsiteX61162" y="connsiteY61162"/>
              </a:cxn>
              <a:cxn ang="0">
                <a:pos x="connsiteX61163" y="connsiteY61163"/>
              </a:cxn>
              <a:cxn ang="0">
                <a:pos x="connsiteX61164" y="connsiteY61164"/>
              </a:cxn>
              <a:cxn ang="0">
                <a:pos x="connsiteX61165" y="connsiteY61165"/>
              </a:cxn>
              <a:cxn ang="0">
                <a:pos x="connsiteX61166" y="connsiteY61166"/>
              </a:cxn>
              <a:cxn ang="0">
                <a:pos x="connsiteX61167" y="connsiteY61167"/>
              </a:cxn>
              <a:cxn ang="0">
                <a:pos x="connsiteX61168" y="connsiteY61168"/>
              </a:cxn>
              <a:cxn ang="0">
                <a:pos x="connsiteX61169" y="connsiteY61169"/>
              </a:cxn>
              <a:cxn ang="0">
                <a:pos x="connsiteX61170" y="connsiteY61170"/>
              </a:cxn>
              <a:cxn ang="0">
                <a:pos x="connsiteX61171" y="connsiteY61171"/>
              </a:cxn>
              <a:cxn ang="0">
                <a:pos x="connsiteX61172" y="connsiteY61172"/>
              </a:cxn>
              <a:cxn ang="0">
                <a:pos x="connsiteX61173" y="connsiteY61173"/>
              </a:cxn>
              <a:cxn ang="0">
                <a:pos x="connsiteX61174" y="connsiteY61174"/>
              </a:cxn>
              <a:cxn ang="0">
                <a:pos x="connsiteX61175" y="connsiteY61175"/>
              </a:cxn>
              <a:cxn ang="0">
                <a:pos x="connsiteX61176" y="connsiteY61176"/>
              </a:cxn>
              <a:cxn ang="0">
                <a:pos x="connsiteX61177" y="connsiteY61177"/>
              </a:cxn>
              <a:cxn ang="0">
                <a:pos x="connsiteX61178" y="connsiteY61178"/>
              </a:cxn>
              <a:cxn ang="0">
                <a:pos x="connsiteX61179" y="connsiteY61179"/>
              </a:cxn>
              <a:cxn ang="0">
                <a:pos x="connsiteX61180" y="connsiteY61180"/>
              </a:cxn>
              <a:cxn ang="0">
                <a:pos x="connsiteX61181" y="connsiteY61181"/>
              </a:cxn>
              <a:cxn ang="0">
                <a:pos x="connsiteX61182" y="connsiteY61182"/>
              </a:cxn>
              <a:cxn ang="0">
                <a:pos x="connsiteX61183" y="connsiteY61183"/>
              </a:cxn>
              <a:cxn ang="0">
                <a:pos x="connsiteX61184" y="connsiteY61184"/>
              </a:cxn>
              <a:cxn ang="0">
                <a:pos x="connsiteX61185" y="connsiteY61185"/>
              </a:cxn>
              <a:cxn ang="0">
                <a:pos x="connsiteX61186" y="connsiteY61186"/>
              </a:cxn>
              <a:cxn ang="0">
                <a:pos x="connsiteX61187" y="connsiteY61187"/>
              </a:cxn>
              <a:cxn ang="0">
                <a:pos x="connsiteX61188" y="connsiteY61188"/>
              </a:cxn>
              <a:cxn ang="0">
                <a:pos x="connsiteX61189" y="connsiteY61189"/>
              </a:cxn>
              <a:cxn ang="0">
                <a:pos x="connsiteX61190" y="connsiteY61190"/>
              </a:cxn>
              <a:cxn ang="0">
                <a:pos x="connsiteX61191" y="connsiteY61191"/>
              </a:cxn>
              <a:cxn ang="0">
                <a:pos x="connsiteX61192" y="connsiteY61192"/>
              </a:cxn>
              <a:cxn ang="0">
                <a:pos x="connsiteX61193" y="connsiteY61193"/>
              </a:cxn>
              <a:cxn ang="0">
                <a:pos x="connsiteX61194" y="connsiteY61194"/>
              </a:cxn>
              <a:cxn ang="0">
                <a:pos x="connsiteX61195" y="connsiteY61195"/>
              </a:cxn>
              <a:cxn ang="0">
                <a:pos x="connsiteX61196" y="connsiteY61196"/>
              </a:cxn>
              <a:cxn ang="0">
                <a:pos x="connsiteX61197" y="connsiteY61197"/>
              </a:cxn>
              <a:cxn ang="0">
                <a:pos x="connsiteX61198" y="connsiteY61198"/>
              </a:cxn>
              <a:cxn ang="0">
                <a:pos x="connsiteX61199" y="connsiteY61199"/>
              </a:cxn>
              <a:cxn ang="0">
                <a:pos x="connsiteX61200" y="connsiteY61200"/>
              </a:cxn>
              <a:cxn ang="0">
                <a:pos x="connsiteX61201" y="connsiteY61201"/>
              </a:cxn>
              <a:cxn ang="0">
                <a:pos x="connsiteX61202" y="connsiteY61202"/>
              </a:cxn>
              <a:cxn ang="0">
                <a:pos x="connsiteX61203" y="connsiteY61203"/>
              </a:cxn>
              <a:cxn ang="0">
                <a:pos x="connsiteX61204" y="connsiteY61204"/>
              </a:cxn>
              <a:cxn ang="0">
                <a:pos x="connsiteX61205" y="connsiteY61205"/>
              </a:cxn>
              <a:cxn ang="0">
                <a:pos x="connsiteX61206" y="connsiteY61206"/>
              </a:cxn>
              <a:cxn ang="0">
                <a:pos x="connsiteX61207" y="connsiteY61207"/>
              </a:cxn>
              <a:cxn ang="0">
                <a:pos x="connsiteX61208" y="connsiteY61208"/>
              </a:cxn>
              <a:cxn ang="0">
                <a:pos x="connsiteX61209" y="connsiteY61209"/>
              </a:cxn>
              <a:cxn ang="0">
                <a:pos x="connsiteX61210" y="connsiteY61210"/>
              </a:cxn>
              <a:cxn ang="0">
                <a:pos x="connsiteX61211" y="connsiteY61211"/>
              </a:cxn>
              <a:cxn ang="0">
                <a:pos x="connsiteX61212" y="connsiteY61212"/>
              </a:cxn>
              <a:cxn ang="0">
                <a:pos x="connsiteX61213" y="connsiteY61213"/>
              </a:cxn>
              <a:cxn ang="0">
                <a:pos x="connsiteX61214" y="connsiteY61214"/>
              </a:cxn>
              <a:cxn ang="0">
                <a:pos x="connsiteX61215" y="connsiteY61215"/>
              </a:cxn>
              <a:cxn ang="0">
                <a:pos x="connsiteX61216" y="connsiteY61216"/>
              </a:cxn>
              <a:cxn ang="0">
                <a:pos x="connsiteX61217" y="connsiteY61217"/>
              </a:cxn>
              <a:cxn ang="0">
                <a:pos x="connsiteX61218" y="connsiteY61218"/>
              </a:cxn>
              <a:cxn ang="0">
                <a:pos x="connsiteX61219" y="connsiteY61219"/>
              </a:cxn>
              <a:cxn ang="0">
                <a:pos x="connsiteX61220" y="connsiteY61220"/>
              </a:cxn>
              <a:cxn ang="0">
                <a:pos x="connsiteX61221" y="connsiteY61221"/>
              </a:cxn>
              <a:cxn ang="0">
                <a:pos x="connsiteX61222" y="connsiteY61222"/>
              </a:cxn>
              <a:cxn ang="0">
                <a:pos x="connsiteX61223" y="connsiteY61223"/>
              </a:cxn>
              <a:cxn ang="0">
                <a:pos x="connsiteX61224" y="connsiteY61224"/>
              </a:cxn>
              <a:cxn ang="0">
                <a:pos x="connsiteX61225" y="connsiteY61225"/>
              </a:cxn>
              <a:cxn ang="0">
                <a:pos x="connsiteX61226" y="connsiteY61226"/>
              </a:cxn>
              <a:cxn ang="0">
                <a:pos x="connsiteX61227" y="connsiteY61227"/>
              </a:cxn>
              <a:cxn ang="0">
                <a:pos x="connsiteX61228" y="connsiteY61228"/>
              </a:cxn>
              <a:cxn ang="0">
                <a:pos x="connsiteX61229" y="connsiteY61229"/>
              </a:cxn>
              <a:cxn ang="0">
                <a:pos x="connsiteX61230" y="connsiteY61230"/>
              </a:cxn>
              <a:cxn ang="0">
                <a:pos x="connsiteX61231" y="connsiteY61231"/>
              </a:cxn>
              <a:cxn ang="0">
                <a:pos x="connsiteX61232" y="connsiteY61232"/>
              </a:cxn>
              <a:cxn ang="0">
                <a:pos x="connsiteX61233" y="connsiteY61233"/>
              </a:cxn>
              <a:cxn ang="0">
                <a:pos x="connsiteX61234" y="connsiteY61234"/>
              </a:cxn>
              <a:cxn ang="0">
                <a:pos x="connsiteX61235" y="connsiteY61235"/>
              </a:cxn>
              <a:cxn ang="0">
                <a:pos x="connsiteX61236" y="connsiteY61236"/>
              </a:cxn>
              <a:cxn ang="0">
                <a:pos x="connsiteX61237" y="connsiteY61237"/>
              </a:cxn>
              <a:cxn ang="0">
                <a:pos x="connsiteX61238" y="connsiteY61238"/>
              </a:cxn>
              <a:cxn ang="0">
                <a:pos x="connsiteX61239" y="connsiteY61239"/>
              </a:cxn>
              <a:cxn ang="0">
                <a:pos x="connsiteX61240" y="connsiteY61240"/>
              </a:cxn>
              <a:cxn ang="0">
                <a:pos x="connsiteX61241" y="connsiteY61241"/>
              </a:cxn>
              <a:cxn ang="0">
                <a:pos x="connsiteX61242" y="connsiteY61242"/>
              </a:cxn>
              <a:cxn ang="0">
                <a:pos x="connsiteX61243" y="connsiteY61243"/>
              </a:cxn>
              <a:cxn ang="0">
                <a:pos x="connsiteX61244" y="connsiteY61244"/>
              </a:cxn>
              <a:cxn ang="0">
                <a:pos x="connsiteX61245" y="connsiteY61245"/>
              </a:cxn>
              <a:cxn ang="0">
                <a:pos x="connsiteX61246" y="connsiteY61246"/>
              </a:cxn>
              <a:cxn ang="0">
                <a:pos x="connsiteX61247" y="connsiteY61247"/>
              </a:cxn>
              <a:cxn ang="0">
                <a:pos x="connsiteX61248" y="connsiteY61248"/>
              </a:cxn>
              <a:cxn ang="0">
                <a:pos x="connsiteX61249" y="connsiteY61249"/>
              </a:cxn>
              <a:cxn ang="0">
                <a:pos x="connsiteX61250" y="connsiteY61250"/>
              </a:cxn>
              <a:cxn ang="0">
                <a:pos x="connsiteX61251" y="connsiteY61251"/>
              </a:cxn>
              <a:cxn ang="0">
                <a:pos x="connsiteX61252" y="connsiteY61252"/>
              </a:cxn>
              <a:cxn ang="0">
                <a:pos x="connsiteX61253" y="connsiteY61253"/>
              </a:cxn>
              <a:cxn ang="0">
                <a:pos x="connsiteX61254" y="connsiteY61254"/>
              </a:cxn>
              <a:cxn ang="0">
                <a:pos x="connsiteX61255" y="connsiteY61255"/>
              </a:cxn>
              <a:cxn ang="0">
                <a:pos x="connsiteX61256" y="connsiteY61256"/>
              </a:cxn>
              <a:cxn ang="0">
                <a:pos x="connsiteX61257" y="connsiteY61257"/>
              </a:cxn>
              <a:cxn ang="0">
                <a:pos x="connsiteX61258" y="connsiteY61258"/>
              </a:cxn>
              <a:cxn ang="0">
                <a:pos x="connsiteX61259" y="connsiteY61259"/>
              </a:cxn>
              <a:cxn ang="0">
                <a:pos x="connsiteX61260" y="connsiteY61260"/>
              </a:cxn>
              <a:cxn ang="0">
                <a:pos x="connsiteX61261" y="connsiteY61261"/>
              </a:cxn>
              <a:cxn ang="0">
                <a:pos x="connsiteX61262" y="connsiteY61262"/>
              </a:cxn>
              <a:cxn ang="0">
                <a:pos x="connsiteX61263" y="connsiteY61263"/>
              </a:cxn>
              <a:cxn ang="0">
                <a:pos x="connsiteX61264" y="connsiteY61264"/>
              </a:cxn>
              <a:cxn ang="0">
                <a:pos x="connsiteX61265" y="connsiteY61265"/>
              </a:cxn>
              <a:cxn ang="0">
                <a:pos x="connsiteX61266" y="connsiteY61266"/>
              </a:cxn>
              <a:cxn ang="0">
                <a:pos x="connsiteX61267" y="connsiteY61267"/>
              </a:cxn>
              <a:cxn ang="0">
                <a:pos x="connsiteX61268" y="connsiteY61268"/>
              </a:cxn>
              <a:cxn ang="0">
                <a:pos x="connsiteX61269" y="connsiteY61269"/>
              </a:cxn>
              <a:cxn ang="0">
                <a:pos x="connsiteX61270" y="connsiteY61270"/>
              </a:cxn>
              <a:cxn ang="0">
                <a:pos x="connsiteX61271" y="connsiteY61271"/>
              </a:cxn>
              <a:cxn ang="0">
                <a:pos x="connsiteX61272" y="connsiteY61272"/>
              </a:cxn>
              <a:cxn ang="0">
                <a:pos x="connsiteX61273" y="connsiteY61273"/>
              </a:cxn>
              <a:cxn ang="0">
                <a:pos x="connsiteX61274" y="connsiteY61274"/>
              </a:cxn>
              <a:cxn ang="0">
                <a:pos x="connsiteX61275" y="connsiteY61275"/>
              </a:cxn>
              <a:cxn ang="0">
                <a:pos x="connsiteX61276" y="connsiteY61276"/>
              </a:cxn>
              <a:cxn ang="0">
                <a:pos x="connsiteX61277" y="connsiteY61277"/>
              </a:cxn>
              <a:cxn ang="0">
                <a:pos x="connsiteX61278" y="connsiteY61278"/>
              </a:cxn>
              <a:cxn ang="0">
                <a:pos x="connsiteX61279" y="connsiteY61279"/>
              </a:cxn>
              <a:cxn ang="0">
                <a:pos x="connsiteX61280" y="connsiteY61280"/>
              </a:cxn>
              <a:cxn ang="0">
                <a:pos x="connsiteX61281" y="connsiteY61281"/>
              </a:cxn>
              <a:cxn ang="0">
                <a:pos x="connsiteX61282" y="connsiteY61282"/>
              </a:cxn>
              <a:cxn ang="0">
                <a:pos x="connsiteX61283" y="connsiteY61283"/>
              </a:cxn>
              <a:cxn ang="0">
                <a:pos x="connsiteX61284" y="connsiteY61284"/>
              </a:cxn>
              <a:cxn ang="0">
                <a:pos x="connsiteX61285" y="connsiteY61285"/>
              </a:cxn>
              <a:cxn ang="0">
                <a:pos x="connsiteX61286" y="connsiteY61286"/>
              </a:cxn>
              <a:cxn ang="0">
                <a:pos x="connsiteX61287" y="connsiteY61287"/>
              </a:cxn>
              <a:cxn ang="0">
                <a:pos x="connsiteX61288" y="connsiteY61288"/>
              </a:cxn>
              <a:cxn ang="0">
                <a:pos x="connsiteX61289" y="connsiteY61289"/>
              </a:cxn>
              <a:cxn ang="0">
                <a:pos x="connsiteX61290" y="connsiteY61290"/>
              </a:cxn>
              <a:cxn ang="0">
                <a:pos x="connsiteX61291" y="connsiteY61291"/>
              </a:cxn>
              <a:cxn ang="0">
                <a:pos x="connsiteX61292" y="connsiteY61292"/>
              </a:cxn>
              <a:cxn ang="0">
                <a:pos x="connsiteX61293" y="connsiteY61293"/>
              </a:cxn>
              <a:cxn ang="0">
                <a:pos x="connsiteX61294" y="connsiteY61294"/>
              </a:cxn>
              <a:cxn ang="0">
                <a:pos x="connsiteX61295" y="connsiteY61295"/>
              </a:cxn>
              <a:cxn ang="0">
                <a:pos x="connsiteX61296" y="connsiteY61296"/>
              </a:cxn>
              <a:cxn ang="0">
                <a:pos x="connsiteX61297" y="connsiteY61297"/>
              </a:cxn>
              <a:cxn ang="0">
                <a:pos x="connsiteX61298" y="connsiteY61298"/>
              </a:cxn>
              <a:cxn ang="0">
                <a:pos x="connsiteX61299" y="connsiteY61299"/>
              </a:cxn>
              <a:cxn ang="0">
                <a:pos x="connsiteX61300" y="connsiteY61300"/>
              </a:cxn>
              <a:cxn ang="0">
                <a:pos x="connsiteX61301" y="connsiteY61301"/>
              </a:cxn>
              <a:cxn ang="0">
                <a:pos x="connsiteX61302" y="connsiteY61302"/>
              </a:cxn>
              <a:cxn ang="0">
                <a:pos x="connsiteX61303" y="connsiteY61303"/>
              </a:cxn>
              <a:cxn ang="0">
                <a:pos x="connsiteX61304" y="connsiteY61304"/>
              </a:cxn>
              <a:cxn ang="0">
                <a:pos x="connsiteX61305" y="connsiteY61305"/>
              </a:cxn>
              <a:cxn ang="0">
                <a:pos x="connsiteX61306" y="connsiteY61306"/>
              </a:cxn>
              <a:cxn ang="0">
                <a:pos x="connsiteX61307" y="connsiteY61307"/>
              </a:cxn>
              <a:cxn ang="0">
                <a:pos x="connsiteX61308" y="connsiteY61308"/>
              </a:cxn>
              <a:cxn ang="0">
                <a:pos x="connsiteX61309" y="connsiteY61309"/>
              </a:cxn>
              <a:cxn ang="0">
                <a:pos x="connsiteX61310" y="connsiteY61310"/>
              </a:cxn>
              <a:cxn ang="0">
                <a:pos x="connsiteX61311" y="connsiteY61311"/>
              </a:cxn>
              <a:cxn ang="0">
                <a:pos x="connsiteX61312" y="connsiteY61312"/>
              </a:cxn>
              <a:cxn ang="0">
                <a:pos x="connsiteX61313" y="connsiteY61313"/>
              </a:cxn>
              <a:cxn ang="0">
                <a:pos x="connsiteX61314" y="connsiteY61314"/>
              </a:cxn>
              <a:cxn ang="0">
                <a:pos x="connsiteX61315" y="connsiteY61315"/>
              </a:cxn>
              <a:cxn ang="0">
                <a:pos x="connsiteX61316" y="connsiteY61316"/>
              </a:cxn>
              <a:cxn ang="0">
                <a:pos x="connsiteX61317" y="connsiteY61317"/>
              </a:cxn>
              <a:cxn ang="0">
                <a:pos x="connsiteX61318" y="connsiteY61318"/>
              </a:cxn>
              <a:cxn ang="0">
                <a:pos x="connsiteX61319" y="connsiteY61319"/>
              </a:cxn>
              <a:cxn ang="0">
                <a:pos x="connsiteX61320" y="connsiteY61320"/>
              </a:cxn>
              <a:cxn ang="0">
                <a:pos x="connsiteX61321" y="connsiteY61321"/>
              </a:cxn>
              <a:cxn ang="0">
                <a:pos x="connsiteX61322" y="connsiteY61322"/>
              </a:cxn>
              <a:cxn ang="0">
                <a:pos x="connsiteX61323" y="connsiteY61323"/>
              </a:cxn>
              <a:cxn ang="0">
                <a:pos x="connsiteX61324" y="connsiteY61324"/>
              </a:cxn>
              <a:cxn ang="0">
                <a:pos x="connsiteX61325" y="connsiteY61325"/>
              </a:cxn>
              <a:cxn ang="0">
                <a:pos x="connsiteX61326" y="connsiteY61326"/>
              </a:cxn>
              <a:cxn ang="0">
                <a:pos x="connsiteX61327" y="connsiteY61327"/>
              </a:cxn>
              <a:cxn ang="0">
                <a:pos x="connsiteX61328" y="connsiteY61328"/>
              </a:cxn>
              <a:cxn ang="0">
                <a:pos x="connsiteX61329" y="connsiteY61329"/>
              </a:cxn>
              <a:cxn ang="0">
                <a:pos x="connsiteX61330" y="connsiteY61330"/>
              </a:cxn>
              <a:cxn ang="0">
                <a:pos x="connsiteX61331" y="connsiteY61331"/>
              </a:cxn>
              <a:cxn ang="0">
                <a:pos x="connsiteX61332" y="connsiteY61332"/>
              </a:cxn>
              <a:cxn ang="0">
                <a:pos x="connsiteX61333" y="connsiteY61333"/>
              </a:cxn>
              <a:cxn ang="0">
                <a:pos x="connsiteX61334" y="connsiteY61334"/>
              </a:cxn>
              <a:cxn ang="0">
                <a:pos x="connsiteX61335" y="connsiteY61335"/>
              </a:cxn>
              <a:cxn ang="0">
                <a:pos x="connsiteX61336" y="connsiteY61336"/>
              </a:cxn>
              <a:cxn ang="0">
                <a:pos x="connsiteX61337" y="connsiteY61337"/>
              </a:cxn>
              <a:cxn ang="0">
                <a:pos x="connsiteX61338" y="connsiteY61338"/>
              </a:cxn>
              <a:cxn ang="0">
                <a:pos x="connsiteX61339" y="connsiteY61339"/>
              </a:cxn>
              <a:cxn ang="0">
                <a:pos x="connsiteX61340" y="connsiteY61340"/>
              </a:cxn>
              <a:cxn ang="0">
                <a:pos x="connsiteX61341" y="connsiteY61341"/>
              </a:cxn>
              <a:cxn ang="0">
                <a:pos x="connsiteX61342" y="connsiteY61342"/>
              </a:cxn>
              <a:cxn ang="0">
                <a:pos x="connsiteX61343" y="connsiteY61343"/>
              </a:cxn>
              <a:cxn ang="0">
                <a:pos x="connsiteX61344" y="connsiteY61344"/>
              </a:cxn>
              <a:cxn ang="0">
                <a:pos x="connsiteX61345" y="connsiteY61345"/>
              </a:cxn>
              <a:cxn ang="0">
                <a:pos x="connsiteX61346" y="connsiteY61346"/>
              </a:cxn>
              <a:cxn ang="0">
                <a:pos x="connsiteX61347" y="connsiteY61347"/>
              </a:cxn>
              <a:cxn ang="0">
                <a:pos x="connsiteX61348" y="connsiteY61348"/>
              </a:cxn>
              <a:cxn ang="0">
                <a:pos x="connsiteX61349" y="connsiteY61349"/>
              </a:cxn>
              <a:cxn ang="0">
                <a:pos x="connsiteX61350" y="connsiteY61350"/>
              </a:cxn>
              <a:cxn ang="0">
                <a:pos x="connsiteX61351" y="connsiteY61351"/>
              </a:cxn>
              <a:cxn ang="0">
                <a:pos x="connsiteX61352" y="connsiteY61352"/>
              </a:cxn>
              <a:cxn ang="0">
                <a:pos x="connsiteX61353" y="connsiteY61353"/>
              </a:cxn>
              <a:cxn ang="0">
                <a:pos x="connsiteX61354" y="connsiteY61354"/>
              </a:cxn>
              <a:cxn ang="0">
                <a:pos x="connsiteX61355" y="connsiteY61355"/>
              </a:cxn>
              <a:cxn ang="0">
                <a:pos x="connsiteX61356" y="connsiteY61356"/>
              </a:cxn>
              <a:cxn ang="0">
                <a:pos x="connsiteX61357" y="connsiteY61357"/>
              </a:cxn>
              <a:cxn ang="0">
                <a:pos x="connsiteX61358" y="connsiteY61358"/>
              </a:cxn>
              <a:cxn ang="0">
                <a:pos x="connsiteX61359" y="connsiteY61359"/>
              </a:cxn>
              <a:cxn ang="0">
                <a:pos x="connsiteX61360" y="connsiteY61360"/>
              </a:cxn>
              <a:cxn ang="0">
                <a:pos x="connsiteX61361" y="connsiteY61361"/>
              </a:cxn>
              <a:cxn ang="0">
                <a:pos x="connsiteX61362" y="connsiteY61362"/>
              </a:cxn>
              <a:cxn ang="0">
                <a:pos x="connsiteX61363" y="connsiteY61363"/>
              </a:cxn>
              <a:cxn ang="0">
                <a:pos x="connsiteX61364" y="connsiteY61364"/>
              </a:cxn>
              <a:cxn ang="0">
                <a:pos x="connsiteX61365" y="connsiteY61365"/>
              </a:cxn>
              <a:cxn ang="0">
                <a:pos x="connsiteX61366" y="connsiteY61366"/>
              </a:cxn>
              <a:cxn ang="0">
                <a:pos x="connsiteX61367" y="connsiteY61367"/>
              </a:cxn>
              <a:cxn ang="0">
                <a:pos x="connsiteX61368" y="connsiteY61368"/>
              </a:cxn>
              <a:cxn ang="0">
                <a:pos x="connsiteX61369" y="connsiteY61369"/>
              </a:cxn>
              <a:cxn ang="0">
                <a:pos x="connsiteX61370" y="connsiteY61370"/>
              </a:cxn>
              <a:cxn ang="0">
                <a:pos x="connsiteX61371" y="connsiteY61371"/>
              </a:cxn>
              <a:cxn ang="0">
                <a:pos x="connsiteX61372" y="connsiteY61372"/>
              </a:cxn>
              <a:cxn ang="0">
                <a:pos x="connsiteX61373" y="connsiteY61373"/>
              </a:cxn>
              <a:cxn ang="0">
                <a:pos x="connsiteX61374" y="connsiteY61374"/>
              </a:cxn>
              <a:cxn ang="0">
                <a:pos x="connsiteX61375" y="connsiteY61375"/>
              </a:cxn>
              <a:cxn ang="0">
                <a:pos x="connsiteX61376" y="connsiteY61376"/>
              </a:cxn>
              <a:cxn ang="0">
                <a:pos x="connsiteX61377" y="connsiteY61377"/>
              </a:cxn>
              <a:cxn ang="0">
                <a:pos x="connsiteX61378" y="connsiteY61378"/>
              </a:cxn>
              <a:cxn ang="0">
                <a:pos x="connsiteX61379" y="connsiteY61379"/>
              </a:cxn>
              <a:cxn ang="0">
                <a:pos x="connsiteX61380" y="connsiteY61380"/>
              </a:cxn>
              <a:cxn ang="0">
                <a:pos x="connsiteX61381" y="connsiteY61381"/>
              </a:cxn>
              <a:cxn ang="0">
                <a:pos x="connsiteX61382" y="connsiteY61382"/>
              </a:cxn>
              <a:cxn ang="0">
                <a:pos x="connsiteX61383" y="connsiteY61383"/>
              </a:cxn>
              <a:cxn ang="0">
                <a:pos x="connsiteX61384" y="connsiteY61384"/>
              </a:cxn>
              <a:cxn ang="0">
                <a:pos x="connsiteX61385" y="connsiteY61385"/>
              </a:cxn>
              <a:cxn ang="0">
                <a:pos x="connsiteX61386" y="connsiteY61386"/>
              </a:cxn>
              <a:cxn ang="0">
                <a:pos x="connsiteX61387" y="connsiteY61387"/>
              </a:cxn>
              <a:cxn ang="0">
                <a:pos x="connsiteX61388" y="connsiteY61388"/>
              </a:cxn>
              <a:cxn ang="0">
                <a:pos x="connsiteX61389" y="connsiteY61389"/>
              </a:cxn>
              <a:cxn ang="0">
                <a:pos x="connsiteX61390" y="connsiteY61390"/>
              </a:cxn>
              <a:cxn ang="0">
                <a:pos x="connsiteX61391" y="connsiteY61391"/>
              </a:cxn>
              <a:cxn ang="0">
                <a:pos x="connsiteX61392" y="connsiteY61392"/>
              </a:cxn>
              <a:cxn ang="0">
                <a:pos x="connsiteX61393" y="connsiteY61393"/>
              </a:cxn>
              <a:cxn ang="0">
                <a:pos x="connsiteX61394" y="connsiteY61394"/>
              </a:cxn>
              <a:cxn ang="0">
                <a:pos x="connsiteX61395" y="connsiteY61395"/>
              </a:cxn>
              <a:cxn ang="0">
                <a:pos x="connsiteX61396" y="connsiteY61396"/>
              </a:cxn>
              <a:cxn ang="0">
                <a:pos x="connsiteX61397" y="connsiteY61397"/>
              </a:cxn>
              <a:cxn ang="0">
                <a:pos x="connsiteX61398" y="connsiteY61398"/>
              </a:cxn>
              <a:cxn ang="0">
                <a:pos x="connsiteX61399" y="connsiteY61399"/>
              </a:cxn>
              <a:cxn ang="0">
                <a:pos x="connsiteX61400" y="connsiteY61400"/>
              </a:cxn>
              <a:cxn ang="0">
                <a:pos x="connsiteX61401" y="connsiteY61401"/>
              </a:cxn>
              <a:cxn ang="0">
                <a:pos x="connsiteX61402" y="connsiteY61402"/>
              </a:cxn>
              <a:cxn ang="0">
                <a:pos x="connsiteX61403" y="connsiteY61403"/>
              </a:cxn>
              <a:cxn ang="0">
                <a:pos x="connsiteX61404" y="connsiteY61404"/>
              </a:cxn>
              <a:cxn ang="0">
                <a:pos x="connsiteX61405" y="connsiteY61405"/>
              </a:cxn>
              <a:cxn ang="0">
                <a:pos x="connsiteX61406" y="connsiteY61406"/>
              </a:cxn>
              <a:cxn ang="0">
                <a:pos x="connsiteX61407" y="connsiteY61407"/>
              </a:cxn>
              <a:cxn ang="0">
                <a:pos x="connsiteX61408" y="connsiteY61408"/>
              </a:cxn>
              <a:cxn ang="0">
                <a:pos x="connsiteX61409" y="connsiteY61409"/>
              </a:cxn>
              <a:cxn ang="0">
                <a:pos x="connsiteX61410" y="connsiteY61410"/>
              </a:cxn>
              <a:cxn ang="0">
                <a:pos x="connsiteX61411" y="connsiteY61411"/>
              </a:cxn>
              <a:cxn ang="0">
                <a:pos x="connsiteX61412" y="connsiteY61412"/>
              </a:cxn>
              <a:cxn ang="0">
                <a:pos x="connsiteX61413" y="connsiteY61413"/>
              </a:cxn>
              <a:cxn ang="0">
                <a:pos x="connsiteX61414" y="connsiteY61414"/>
              </a:cxn>
              <a:cxn ang="0">
                <a:pos x="connsiteX61415" y="connsiteY61415"/>
              </a:cxn>
              <a:cxn ang="0">
                <a:pos x="connsiteX61416" y="connsiteY61416"/>
              </a:cxn>
              <a:cxn ang="0">
                <a:pos x="connsiteX61417" y="connsiteY61417"/>
              </a:cxn>
              <a:cxn ang="0">
                <a:pos x="connsiteX61418" y="connsiteY61418"/>
              </a:cxn>
              <a:cxn ang="0">
                <a:pos x="connsiteX61419" y="connsiteY61419"/>
              </a:cxn>
              <a:cxn ang="0">
                <a:pos x="connsiteX61420" y="connsiteY61420"/>
              </a:cxn>
              <a:cxn ang="0">
                <a:pos x="connsiteX61421" y="connsiteY61421"/>
              </a:cxn>
              <a:cxn ang="0">
                <a:pos x="connsiteX61422" y="connsiteY61422"/>
              </a:cxn>
              <a:cxn ang="0">
                <a:pos x="connsiteX61423" y="connsiteY61423"/>
              </a:cxn>
              <a:cxn ang="0">
                <a:pos x="connsiteX61424" y="connsiteY61424"/>
              </a:cxn>
              <a:cxn ang="0">
                <a:pos x="connsiteX61425" y="connsiteY61425"/>
              </a:cxn>
              <a:cxn ang="0">
                <a:pos x="connsiteX61426" y="connsiteY61426"/>
              </a:cxn>
              <a:cxn ang="0">
                <a:pos x="connsiteX61427" y="connsiteY61427"/>
              </a:cxn>
              <a:cxn ang="0">
                <a:pos x="connsiteX61428" y="connsiteY61428"/>
              </a:cxn>
              <a:cxn ang="0">
                <a:pos x="connsiteX61429" y="connsiteY61429"/>
              </a:cxn>
              <a:cxn ang="0">
                <a:pos x="connsiteX61430" y="connsiteY61430"/>
              </a:cxn>
              <a:cxn ang="0">
                <a:pos x="connsiteX61431" y="connsiteY61431"/>
              </a:cxn>
              <a:cxn ang="0">
                <a:pos x="connsiteX61432" y="connsiteY61432"/>
              </a:cxn>
              <a:cxn ang="0">
                <a:pos x="connsiteX61433" y="connsiteY61433"/>
              </a:cxn>
              <a:cxn ang="0">
                <a:pos x="connsiteX61434" y="connsiteY61434"/>
              </a:cxn>
              <a:cxn ang="0">
                <a:pos x="connsiteX61435" y="connsiteY61435"/>
              </a:cxn>
              <a:cxn ang="0">
                <a:pos x="connsiteX61436" y="connsiteY61436"/>
              </a:cxn>
              <a:cxn ang="0">
                <a:pos x="connsiteX61437" y="connsiteY61437"/>
              </a:cxn>
              <a:cxn ang="0">
                <a:pos x="connsiteX61438" y="connsiteY61438"/>
              </a:cxn>
              <a:cxn ang="0">
                <a:pos x="connsiteX61439" y="connsiteY61439"/>
              </a:cxn>
              <a:cxn ang="0">
                <a:pos x="connsiteX61440" y="connsiteY61440"/>
              </a:cxn>
              <a:cxn ang="0">
                <a:pos x="connsiteX61441" y="connsiteY61441"/>
              </a:cxn>
              <a:cxn ang="0">
                <a:pos x="connsiteX61442" y="connsiteY61442"/>
              </a:cxn>
              <a:cxn ang="0">
                <a:pos x="connsiteX61443" y="connsiteY61443"/>
              </a:cxn>
              <a:cxn ang="0">
                <a:pos x="connsiteX61444" y="connsiteY61444"/>
              </a:cxn>
              <a:cxn ang="0">
                <a:pos x="connsiteX61445" y="connsiteY61445"/>
              </a:cxn>
              <a:cxn ang="0">
                <a:pos x="connsiteX61446" y="connsiteY61446"/>
              </a:cxn>
              <a:cxn ang="0">
                <a:pos x="connsiteX61447" y="connsiteY61447"/>
              </a:cxn>
              <a:cxn ang="0">
                <a:pos x="connsiteX61448" y="connsiteY61448"/>
              </a:cxn>
              <a:cxn ang="0">
                <a:pos x="connsiteX61449" y="connsiteY61449"/>
              </a:cxn>
              <a:cxn ang="0">
                <a:pos x="connsiteX61450" y="connsiteY61450"/>
              </a:cxn>
              <a:cxn ang="0">
                <a:pos x="connsiteX61451" y="connsiteY61451"/>
              </a:cxn>
              <a:cxn ang="0">
                <a:pos x="connsiteX61452" y="connsiteY61452"/>
              </a:cxn>
              <a:cxn ang="0">
                <a:pos x="connsiteX61453" y="connsiteY61453"/>
              </a:cxn>
              <a:cxn ang="0">
                <a:pos x="connsiteX61454" y="connsiteY61454"/>
              </a:cxn>
              <a:cxn ang="0">
                <a:pos x="connsiteX61455" y="connsiteY61455"/>
              </a:cxn>
              <a:cxn ang="0">
                <a:pos x="connsiteX61456" y="connsiteY61456"/>
              </a:cxn>
              <a:cxn ang="0">
                <a:pos x="connsiteX61457" y="connsiteY61457"/>
              </a:cxn>
              <a:cxn ang="0">
                <a:pos x="connsiteX61458" y="connsiteY61458"/>
              </a:cxn>
              <a:cxn ang="0">
                <a:pos x="connsiteX61459" y="connsiteY61459"/>
              </a:cxn>
              <a:cxn ang="0">
                <a:pos x="connsiteX61460" y="connsiteY61460"/>
              </a:cxn>
              <a:cxn ang="0">
                <a:pos x="connsiteX61461" y="connsiteY61461"/>
              </a:cxn>
              <a:cxn ang="0">
                <a:pos x="connsiteX61462" y="connsiteY61462"/>
              </a:cxn>
              <a:cxn ang="0">
                <a:pos x="connsiteX61463" y="connsiteY61463"/>
              </a:cxn>
              <a:cxn ang="0">
                <a:pos x="connsiteX61464" y="connsiteY61464"/>
              </a:cxn>
              <a:cxn ang="0">
                <a:pos x="connsiteX61465" y="connsiteY61465"/>
              </a:cxn>
              <a:cxn ang="0">
                <a:pos x="connsiteX61466" y="connsiteY61466"/>
              </a:cxn>
              <a:cxn ang="0">
                <a:pos x="connsiteX61467" y="connsiteY61467"/>
              </a:cxn>
              <a:cxn ang="0">
                <a:pos x="connsiteX61468" y="connsiteY61468"/>
              </a:cxn>
              <a:cxn ang="0">
                <a:pos x="connsiteX61469" y="connsiteY61469"/>
              </a:cxn>
              <a:cxn ang="0">
                <a:pos x="connsiteX61470" y="connsiteY61470"/>
              </a:cxn>
              <a:cxn ang="0">
                <a:pos x="connsiteX61471" y="connsiteY61471"/>
              </a:cxn>
              <a:cxn ang="0">
                <a:pos x="connsiteX61472" y="connsiteY61472"/>
              </a:cxn>
              <a:cxn ang="0">
                <a:pos x="connsiteX61473" y="connsiteY61473"/>
              </a:cxn>
              <a:cxn ang="0">
                <a:pos x="connsiteX61474" y="connsiteY61474"/>
              </a:cxn>
              <a:cxn ang="0">
                <a:pos x="connsiteX61475" y="connsiteY61475"/>
              </a:cxn>
              <a:cxn ang="0">
                <a:pos x="connsiteX61476" y="connsiteY61476"/>
              </a:cxn>
              <a:cxn ang="0">
                <a:pos x="connsiteX61477" y="connsiteY61477"/>
              </a:cxn>
              <a:cxn ang="0">
                <a:pos x="connsiteX61478" y="connsiteY61478"/>
              </a:cxn>
              <a:cxn ang="0">
                <a:pos x="connsiteX61479" y="connsiteY61479"/>
              </a:cxn>
              <a:cxn ang="0">
                <a:pos x="connsiteX61480" y="connsiteY61480"/>
              </a:cxn>
              <a:cxn ang="0">
                <a:pos x="connsiteX61481" y="connsiteY61481"/>
              </a:cxn>
              <a:cxn ang="0">
                <a:pos x="connsiteX61482" y="connsiteY61482"/>
              </a:cxn>
              <a:cxn ang="0">
                <a:pos x="connsiteX61483" y="connsiteY61483"/>
              </a:cxn>
              <a:cxn ang="0">
                <a:pos x="connsiteX61484" y="connsiteY61484"/>
              </a:cxn>
              <a:cxn ang="0">
                <a:pos x="connsiteX61485" y="connsiteY61485"/>
              </a:cxn>
              <a:cxn ang="0">
                <a:pos x="connsiteX61486" y="connsiteY61486"/>
              </a:cxn>
              <a:cxn ang="0">
                <a:pos x="connsiteX61487" y="connsiteY61487"/>
              </a:cxn>
              <a:cxn ang="0">
                <a:pos x="connsiteX61488" y="connsiteY61488"/>
              </a:cxn>
              <a:cxn ang="0">
                <a:pos x="connsiteX61489" y="connsiteY61489"/>
              </a:cxn>
              <a:cxn ang="0">
                <a:pos x="connsiteX61490" y="connsiteY61490"/>
              </a:cxn>
              <a:cxn ang="0">
                <a:pos x="connsiteX61491" y="connsiteY61491"/>
              </a:cxn>
              <a:cxn ang="0">
                <a:pos x="connsiteX61492" y="connsiteY61492"/>
              </a:cxn>
              <a:cxn ang="0">
                <a:pos x="connsiteX61493" y="connsiteY61493"/>
              </a:cxn>
              <a:cxn ang="0">
                <a:pos x="connsiteX61494" y="connsiteY61494"/>
              </a:cxn>
              <a:cxn ang="0">
                <a:pos x="connsiteX61495" y="connsiteY61495"/>
              </a:cxn>
              <a:cxn ang="0">
                <a:pos x="connsiteX61496" y="connsiteY61496"/>
              </a:cxn>
              <a:cxn ang="0">
                <a:pos x="connsiteX61497" y="connsiteY61497"/>
              </a:cxn>
              <a:cxn ang="0">
                <a:pos x="connsiteX61498" y="connsiteY61498"/>
              </a:cxn>
              <a:cxn ang="0">
                <a:pos x="connsiteX61499" y="connsiteY61499"/>
              </a:cxn>
              <a:cxn ang="0">
                <a:pos x="connsiteX61500" y="connsiteY61500"/>
              </a:cxn>
              <a:cxn ang="0">
                <a:pos x="connsiteX61501" y="connsiteY61501"/>
              </a:cxn>
              <a:cxn ang="0">
                <a:pos x="connsiteX61502" y="connsiteY61502"/>
              </a:cxn>
              <a:cxn ang="0">
                <a:pos x="connsiteX61503" y="connsiteY61503"/>
              </a:cxn>
              <a:cxn ang="0">
                <a:pos x="connsiteX61504" y="connsiteY61504"/>
              </a:cxn>
              <a:cxn ang="0">
                <a:pos x="connsiteX61505" y="connsiteY61505"/>
              </a:cxn>
              <a:cxn ang="0">
                <a:pos x="connsiteX61506" y="connsiteY61506"/>
              </a:cxn>
              <a:cxn ang="0">
                <a:pos x="connsiteX61507" y="connsiteY61507"/>
              </a:cxn>
              <a:cxn ang="0">
                <a:pos x="connsiteX61508" y="connsiteY61508"/>
              </a:cxn>
              <a:cxn ang="0">
                <a:pos x="connsiteX61509" y="connsiteY61509"/>
              </a:cxn>
              <a:cxn ang="0">
                <a:pos x="connsiteX61510" y="connsiteY61510"/>
              </a:cxn>
              <a:cxn ang="0">
                <a:pos x="connsiteX61511" y="connsiteY61511"/>
              </a:cxn>
              <a:cxn ang="0">
                <a:pos x="connsiteX61512" y="connsiteY61512"/>
              </a:cxn>
              <a:cxn ang="0">
                <a:pos x="connsiteX61513" y="connsiteY61513"/>
              </a:cxn>
              <a:cxn ang="0">
                <a:pos x="connsiteX61514" y="connsiteY61514"/>
              </a:cxn>
              <a:cxn ang="0">
                <a:pos x="connsiteX61515" y="connsiteY61515"/>
              </a:cxn>
              <a:cxn ang="0">
                <a:pos x="connsiteX61516" y="connsiteY61516"/>
              </a:cxn>
              <a:cxn ang="0">
                <a:pos x="connsiteX61517" y="connsiteY61517"/>
              </a:cxn>
              <a:cxn ang="0">
                <a:pos x="connsiteX61518" y="connsiteY61518"/>
              </a:cxn>
              <a:cxn ang="0">
                <a:pos x="connsiteX61519" y="connsiteY61519"/>
              </a:cxn>
              <a:cxn ang="0">
                <a:pos x="connsiteX61520" y="connsiteY61520"/>
              </a:cxn>
              <a:cxn ang="0">
                <a:pos x="connsiteX61521" y="connsiteY61521"/>
              </a:cxn>
              <a:cxn ang="0">
                <a:pos x="connsiteX61522" y="connsiteY61522"/>
              </a:cxn>
              <a:cxn ang="0">
                <a:pos x="connsiteX61523" y="connsiteY61523"/>
              </a:cxn>
              <a:cxn ang="0">
                <a:pos x="connsiteX61524" y="connsiteY61524"/>
              </a:cxn>
              <a:cxn ang="0">
                <a:pos x="connsiteX61525" y="connsiteY61525"/>
              </a:cxn>
              <a:cxn ang="0">
                <a:pos x="connsiteX61526" y="connsiteY61526"/>
              </a:cxn>
              <a:cxn ang="0">
                <a:pos x="connsiteX61527" y="connsiteY61527"/>
              </a:cxn>
              <a:cxn ang="0">
                <a:pos x="connsiteX61528" y="connsiteY61528"/>
              </a:cxn>
              <a:cxn ang="0">
                <a:pos x="connsiteX61529" y="connsiteY61529"/>
              </a:cxn>
              <a:cxn ang="0">
                <a:pos x="connsiteX61530" y="connsiteY61530"/>
              </a:cxn>
              <a:cxn ang="0">
                <a:pos x="connsiteX61531" y="connsiteY61531"/>
              </a:cxn>
              <a:cxn ang="0">
                <a:pos x="connsiteX61532" y="connsiteY61532"/>
              </a:cxn>
              <a:cxn ang="0">
                <a:pos x="connsiteX61533" y="connsiteY61533"/>
              </a:cxn>
              <a:cxn ang="0">
                <a:pos x="connsiteX61534" y="connsiteY61534"/>
              </a:cxn>
              <a:cxn ang="0">
                <a:pos x="connsiteX61535" y="connsiteY61535"/>
              </a:cxn>
              <a:cxn ang="0">
                <a:pos x="connsiteX61536" y="connsiteY61536"/>
              </a:cxn>
              <a:cxn ang="0">
                <a:pos x="connsiteX61537" y="connsiteY61537"/>
              </a:cxn>
              <a:cxn ang="0">
                <a:pos x="connsiteX61538" y="connsiteY61538"/>
              </a:cxn>
              <a:cxn ang="0">
                <a:pos x="connsiteX61539" y="connsiteY61539"/>
              </a:cxn>
              <a:cxn ang="0">
                <a:pos x="connsiteX61540" y="connsiteY61540"/>
              </a:cxn>
              <a:cxn ang="0">
                <a:pos x="connsiteX61541" y="connsiteY61541"/>
              </a:cxn>
              <a:cxn ang="0">
                <a:pos x="connsiteX61542" y="connsiteY61542"/>
              </a:cxn>
              <a:cxn ang="0">
                <a:pos x="connsiteX61543" y="connsiteY61543"/>
              </a:cxn>
              <a:cxn ang="0">
                <a:pos x="connsiteX61544" y="connsiteY61544"/>
              </a:cxn>
              <a:cxn ang="0">
                <a:pos x="connsiteX61545" y="connsiteY61545"/>
              </a:cxn>
              <a:cxn ang="0">
                <a:pos x="connsiteX61546" y="connsiteY61546"/>
              </a:cxn>
              <a:cxn ang="0">
                <a:pos x="connsiteX61547" y="connsiteY61547"/>
              </a:cxn>
              <a:cxn ang="0">
                <a:pos x="connsiteX61548" y="connsiteY61548"/>
              </a:cxn>
              <a:cxn ang="0">
                <a:pos x="connsiteX61549" y="connsiteY61549"/>
              </a:cxn>
              <a:cxn ang="0">
                <a:pos x="connsiteX61550" y="connsiteY61550"/>
              </a:cxn>
              <a:cxn ang="0">
                <a:pos x="connsiteX61551" y="connsiteY61551"/>
              </a:cxn>
              <a:cxn ang="0">
                <a:pos x="connsiteX61552" y="connsiteY61552"/>
              </a:cxn>
              <a:cxn ang="0">
                <a:pos x="connsiteX61553" y="connsiteY61553"/>
              </a:cxn>
              <a:cxn ang="0">
                <a:pos x="connsiteX61554" y="connsiteY61554"/>
              </a:cxn>
              <a:cxn ang="0">
                <a:pos x="connsiteX61555" y="connsiteY61555"/>
              </a:cxn>
              <a:cxn ang="0">
                <a:pos x="connsiteX61556" y="connsiteY61556"/>
              </a:cxn>
              <a:cxn ang="0">
                <a:pos x="connsiteX61557" y="connsiteY61557"/>
              </a:cxn>
              <a:cxn ang="0">
                <a:pos x="connsiteX61558" y="connsiteY61558"/>
              </a:cxn>
              <a:cxn ang="0">
                <a:pos x="connsiteX61559" y="connsiteY61559"/>
              </a:cxn>
              <a:cxn ang="0">
                <a:pos x="connsiteX61560" y="connsiteY61560"/>
              </a:cxn>
              <a:cxn ang="0">
                <a:pos x="connsiteX61561" y="connsiteY61561"/>
              </a:cxn>
              <a:cxn ang="0">
                <a:pos x="connsiteX61562" y="connsiteY61562"/>
              </a:cxn>
              <a:cxn ang="0">
                <a:pos x="connsiteX61563" y="connsiteY61563"/>
              </a:cxn>
              <a:cxn ang="0">
                <a:pos x="connsiteX61564" y="connsiteY61564"/>
              </a:cxn>
              <a:cxn ang="0">
                <a:pos x="connsiteX61565" y="connsiteY61565"/>
              </a:cxn>
              <a:cxn ang="0">
                <a:pos x="connsiteX61566" y="connsiteY61566"/>
              </a:cxn>
              <a:cxn ang="0">
                <a:pos x="connsiteX61567" y="connsiteY61567"/>
              </a:cxn>
              <a:cxn ang="0">
                <a:pos x="connsiteX61568" y="connsiteY61568"/>
              </a:cxn>
              <a:cxn ang="0">
                <a:pos x="connsiteX61569" y="connsiteY61569"/>
              </a:cxn>
              <a:cxn ang="0">
                <a:pos x="connsiteX61570" y="connsiteY61570"/>
              </a:cxn>
              <a:cxn ang="0">
                <a:pos x="connsiteX61571" y="connsiteY61571"/>
              </a:cxn>
              <a:cxn ang="0">
                <a:pos x="connsiteX61572" y="connsiteY61572"/>
              </a:cxn>
              <a:cxn ang="0">
                <a:pos x="connsiteX61573" y="connsiteY61573"/>
              </a:cxn>
              <a:cxn ang="0">
                <a:pos x="connsiteX61574" y="connsiteY61574"/>
              </a:cxn>
              <a:cxn ang="0">
                <a:pos x="connsiteX61575" y="connsiteY61575"/>
              </a:cxn>
              <a:cxn ang="0">
                <a:pos x="connsiteX61576" y="connsiteY61576"/>
              </a:cxn>
              <a:cxn ang="0">
                <a:pos x="connsiteX61577" y="connsiteY61577"/>
              </a:cxn>
              <a:cxn ang="0">
                <a:pos x="connsiteX61578" y="connsiteY61578"/>
              </a:cxn>
              <a:cxn ang="0">
                <a:pos x="connsiteX61579" y="connsiteY61579"/>
              </a:cxn>
              <a:cxn ang="0">
                <a:pos x="connsiteX61580" y="connsiteY61580"/>
              </a:cxn>
              <a:cxn ang="0">
                <a:pos x="connsiteX61581" y="connsiteY61581"/>
              </a:cxn>
              <a:cxn ang="0">
                <a:pos x="connsiteX61582" y="connsiteY61582"/>
              </a:cxn>
              <a:cxn ang="0">
                <a:pos x="connsiteX61583" y="connsiteY61583"/>
              </a:cxn>
              <a:cxn ang="0">
                <a:pos x="connsiteX61584" y="connsiteY61584"/>
              </a:cxn>
              <a:cxn ang="0">
                <a:pos x="connsiteX61585" y="connsiteY61585"/>
              </a:cxn>
              <a:cxn ang="0">
                <a:pos x="connsiteX61586" y="connsiteY61586"/>
              </a:cxn>
              <a:cxn ang="0">
                <a:pos x="connsiteX61587" y="connsiteY61587"/>
              </a:cxn>
              <a:cxn ang="0">
                <a:pos x="connsiteX61588" y="connsiteY61588"/>
              </a:cxn>
              <a:cxn ang="0">
                <a:pos x="connsiteX61589" y="connsiteY61589"/>
              </a:cxn>
              <a:cxn ang="0">
                <a:pos x="connsiteX61590" y="connsiteY61590"/>
              </a:cxn>
              <a:cxn ang="0">
                <a:pos x="connsiteX61591" y="connsiteY61591"/>
              </a:cxn>
              <a:cxn ang="0">
                <a:pos x="connsiteX61592" y="connsiteY61592"/>
              </a:cxn>
              <a:cxn ang="0">
                <a:pos x="connsiteX61593" y="connsiteY61593"/>
              </a:cxn>
              <a:cxn ang="0">
                <a:pos x="connsiteX61594" y="connsiteY61594"/>
              </a:cxn>
              <a:cxn ang="0">
                <a:pos x="connsiteX61595" y="connsiteY61595"/>
              </a:cxn>
              <a:cxn ang="0">
                <a:pos x="connsiteX61596" y="connsiteY61596"/>
              </a:cxn>
              <a:cxn ang="0">
                <a:pos x="connsiteX61597" y="connsiteY61597"/>
              </a:cxn>
              <a:cxn ang="0">
                <a:pos x="connsiteX61598" y="connsiteY61598"/>
              </a:cxn>
              <a:cxn ang="0">
                <a:pos x="connsiteX61599" y="connsiteY61599"/>
              </a:cxn>
              <a:cxn ang="0">
                <a:pos x="connsiteX61600" y="connsiteY61600"/>
              </a:cxn>
              <a:cxn ang="0">
                <a:pos x="connsiteX61601" y="connsiteY61601"/>
              </a:cxn>
              <a:cxn ang="0">
                <a:pos x="connsiteX61602" y="connsiteY61602"/>
              </a:cxn>
              <a:cxn ang="0">
                <a:pos x="connsiteX61603" y="connsiteY61603"/>
              </a:cxn>
              <a:cxn ang="0">
                <a:pos x="connsiteX61604" y="connsiteY61604"/>
              </a:cxn>
              <a:cxn ang="0">
                <a:pos x="connsiteX61605" y="connsiteY61605"/>
              </a:cxn>
              <a:cxn ang="0">
                <a:pos x="connsiteX61606" y="connsiteY61606"/>
              </a:cxn>
              <a:cxn ang="0">
                <a:pos x="connsiteX61607" y="connsiteY61607"/>
              </a:cxn>
              <a:cxn ang="0">
                <a:pos x="connsiteX61608" y="connsiteY61608"/>
              </a:cxn>
              <a:cxn ang="0">
                <a:pos x="connsiteX61609" y="connsiteY61609"/>
              </a:cxn>
              <a:cxn ang="0">
                <a:pos x="connsiteX61610" y="connsiteY61610"/>
              </a:cxn>
              <a:cxn ang="0">
                <a:pos x="connsiteX61611" y="connsiteY61611"/>
              </a:cxn>
              <a:cxn ang="0">
                <a:pos x="connsiteX61612" y="connsiteY61612"/>
              </a:cxn>
              <a:cxn ang="0">
                <a:pos x="connsiteX61613" y="connsiteY61613"/>
              </a:cxn>
              <a:cxn ang="0">
                <a:pos x="connsiteX61614" y="connsiteY61614"/>
              </a:cxn>
              <a:cxn ang="0">
                <a:pos x="connsiteX61615" y="connsiteY61615"/>
              </a:cxn>
              <a:cxn ang="0">
                <a:pos x="connsiteX61616" y="connsiteY61616"/>
              </a:cxn>
              <a:cxn ang="0">
                <a:pos x="connsiteX61617" y="connsiteY61617"/>
              </a:cxn>
              <a:cxn ang="0">
                <a:pos x="connsiteX61618" y="connsiteY61618"/>
              </a:cxn>
              <a:cxn ang="0">
                <a:pos x="connsiteX61619" y="connsiteY61619"/>
              </a:cxn>
              <a:cxn ang="0">
                <a:pos x="connsiteX61620" y="connsiteY61620"/>
              </a:cxn>
              <a:cxn ang="0">
                <a:pos x="connsiteX61621" y="connsiteY61621"/>
              </a:cxn>
              <a:cxn ang="0">
                <a:pos x="connsiteX61622" y="connsiteY61622"/>
              </a:cxn>
              <a:cxn ang="0">
                <a:pos x="connsiteX61623" y="connsiteY61623"/>
              </a:cxn>
              <a:cxn ang="0">
                <a:pos x="connsiteX61624" y="connsiteY61624"/>
              </a:cxn>
              <a:cxn ang="0">
                <a:pos x="connsiteX61625" y="connsiteY61625"/>
              </a:cxn>
              <a:cxn ang="0">
                <a:pos x="connsiteX61626" y="connsiteY61626"/>
              </a:cxn>
              <a:cxn ang="0">
                <a:pos x="connsiteX61627" y="connsiteY61627"/>
              </a:cxn>
              <a:cxn ang="0">
                <a:pos x="connsiteX61628" y="connsiteY61628"/>
              </a:cxn>
              <a:cxn ang="0">
                <a:pos x="connsiteX61629" y="connsiteY61629"/>
              </a:cxn>
              <a:cxn ang="0">
                <a:pos x="connsiteX61630" y="connsiteY61630"/>
              </a:cxn>
              <a:cxn ang="0">
                <a:pos x="connsiteX61631" y="connsiteY61631"/>
              </a:cxn>
              <a:cxn ang="0">
                <a:pos x="connsiteX61632" y="connsiteY61632"/>
              </a:cxn>
              <a:cxn ang="0">
                <a:pos x="connsiteX61633" y="connsiteY61633"/>
              </a:cxn>
              <a:cxn ang="0">
                <a:pos x="connsiteX61634" y="connsiteY61634"/>
              </a:cxn>
              <a:cxn ang="0">
                <a:pos x="connsiteX61635" y="connsiteY61635"/>
              </a:cxn>
              <a:cxn ang="0">
                <a:pos x="connsiteX61636" y="connsiteY61636"/>
              </a:cxn>
              <a:cxn ang="0">
                <a:pos x="connsiteX61637" y="connsiteY61637"/>
              </a:cxn>
              <a:cxn ang="0">
                <a:pos x="connsiteX61638" y="connsiteY61638"/>
              </a:cxn>
              <a:cxn ang="0">
                <a:pos x="connsiteX61639" y="connsiteY61639"/>
              </a:cxn>
              <a:cxn ang="0">
                <a:pos x="connsiteX61640" y="connsiteY61640"/>
              </a:cxn>
              <a:cxn ang="0">
                <a:pos x="connsiteX61641" y="connsiteY61641"/>
              </a:cxn>
              <a:cxn ang="0">
                <a:pos x="connsiteX61642" y="connsiteY61642"/>
              </a:cxn>
              <a:cxn ang="0">
                <a:pos x="connsiteX61643" y="connsiteY61643"/>
              </a:cxn>
              <a:cxn ang="0">
                <a:pos x="connsiteX61644" y="connsiteY61644"/>
              </a:cxn>
              <a:cxn ang="0">
                <a:pos x="connsiteX61645" y="connsiteY61645"/>
              </a:cxn>
              <a:cxn ang="0">
                <a:pos x="connsiteX61646" y="connsiteY61646"/>
              </a:cxn>
              <a:cxn ang="0">
                <a:pos x="connsiteX61647" y="connsiteY61647"/>
              </a:cxn>
              <a:cxn ang="0">
                <a:pos x="connsiteX61648" y="connsiteY61648"/>
              </a:cxn>
              <a:cxn ang="0">
                <a:pos x="connsiteX61649" y="connsiteY61649"/>
              </a:cxn>
              <a:cxn ang="0">
                <a:pos x="connsiteX61650" y="connsiteY61650"/>
              </a:cxn>
              <a:cxn ang="0">
                <a:pos x="connsiteX61651" y="connsiteY61651"/>
              </a:cxn>
              <a:cxn ang="0">
                <a:pos x="connsiteX61652" y="connsiteY61652"/>
              </a:cxn>
              <a:cxn ang="0">
                <a:pos x="connsiteX61653" y="connsiteY61653"/>
              </a:cxn>
              <a:cxn ang="0">
                <a:pos x="connsiteX61654" y="connsiteY61654"/>
              </a:cxn>
              <a:cxn ang="0">
                <a:pos x="connsiteX61655" y="connsiteY61655"/>
              </a:cxn>
              <a:cxn ang="0">
                <a:pos x="connsiteX61656" y="connsiteY61656"/>
              </a:cxn>
              <a:cxn ang="0">
                <a:pos x="connsiteX61657" y="connsiteY61657"/>
              </a:cxn>
              <a:cxn ang="0">
                <a:pos x="connsiteX61658" y="connsiteY61658"/>
              </a:cxn>
              <a:cxn ang="0">
                <a:pos x="connsiteX61659" y="connsiteY61659"/>
              </a:cxn>
              <a:cxn ang="0">
                <a:pos x="connsiteX61660" y="connsiteY61660"/>
              </a:cxn>
              <a:cxn ang="0">
                <a:pos x="connsiteX61661" y="connsiteY61661"/>
              </a:cxn>
              <a:cxn ang="0">
                <a:pos x="connsiteX61662" y="connsiteY61662"/>
              </a:cxn>
              <a:cxn ang="0">
                <a:pos x="connsiteX61663" y="connsiteY61663"/>
              </a:cxn>
              <a:cxn ang="0">
                <a:pos x="connsiteX61664" y="connsiteY61664"/>
              </a:cxn>
              <a:cxn ang="0">
                <a:pos x="connsiteX61665" y="connsiteY61665"/>
              </a:cxn>
              <a:cxn ang="0">
                <a:pos x="connsiteX61666" y="connsiteY61666"/>
              </a:cxn>
              <a:cxn ang="0">
                <a:pos x="connsiteX61667" y="connsiteY61667"/>
              </a:cxn>
              <a:cxn ang="0">
                <a:pos x="connsiteX61668" y="connsiteY61668"/>
              </a:cxn>
              <a:cxn ang="0">
                <a:pos x="connsiteX61669" y="connsiteY61669"/>
              </a:cxn>
              <a:cxn ang="0">
                <a:pos x="connsiteX61670" y="connsiteY61670"/>
              </a:cxn>
              <a:cxn ang="0">
                <a:pos x="connsiteX61671" y="connsiteY61671"/>
              </a:cxn>
              <a:cxn ang="0">
                <a:pos x="connsiteX61672" y="connsiteY61672"/>
              </a:cxn>
              <a:cxn ang="0">
                <a:pos x="connsiteX61673" y="connsiteY61673"/>
              </a:cxn>
              <a:cxn ang="0">
                <a:pos x="connsiteX61674" y="connsiteY61674"/>
              </a:cxn>
              <a:cxn ang="0">
                <a:pos x="connsiteX61675" y="connsiteY61675"/>
              </a:cxn>
              <a:cxn ang="0">
                <a:pos x="connsiteX61676" y="connsiteY61676"/>
              </a:cxn>
              <a:cxn ang="0">
                <a:pos x="connsiteX61677" y="connsiteY61677"/>
              </a:cxn>
              <a:cxn ang="0">
                <a:pos x="connsiteX61678" y="connsiteY61678"/>
              </a:cxn>
              <a:cxn ang="0">
                <a:pos x="connsiteX61679" y="connsiteY61679"/>
              </a:cxn>
              <a:cxn ang="0">
                <a:pos x="connsiteX61680" y="connsiteY61680"/>
              </a:cxn>
              <a:cxn ang="0">
                <a:pos x="connsiteX61681" y="connsiteY61681"/>
              </a:cxn>
              <a:cxn ang="0">
                <a:pos x="connsiteX61682" y="connsiteY61682"/>
              </a:cxn>
              <a:cxn ang="0">
                <a:pos x="connsiteX61683" y="connsiteY61683"/>
              </a:cxn>
              <a:cxn ang="0">
                <a:pos x="connsiteX61684" y="connsiteY61684"/>
              </a:cxn>
              <a:cxn ang="0">
                <a:pos x="connsiteX61685" y="connsiteY61685"/>
              </a:cxn>
              <a:cxn ang="0">
                <a:pos x="connsiteX61686" y="connsiteY61686"/>
              </a:cxn>
              <a:cxn ang="0">
                <a:pos x="connsiteX61687" y="connsiteY61687"/>
              </a:cxn>
              <a:cxn ang="0">
                <a:pos x="connsiteX61688" y="connsiteY61688"/>
              </a:cxn>
              <a:cxn ang="0">
                <a:pos x="connsiteX61689" y="connsiteY61689"/>
              </a:cxn>
              <a:cxn ang="0">
                <a:pos x="connsiteX61690" y="connsiteY61690"/>
              </a:cxn>
              <a:cxn ang="0">
                <a:pos x="connsiteX61691" y="connsiteY61691"/>
              </a:cxn>
              <a:cxn ang="0">
                <a:pos x="connsiteX61692" y="connsiteY61692"/>
              </a:cxn>
              <a:cxn ang="0">
                <a:pos x="connsiteX61693" y="connsiteY61693"/>
              </a:cxn>
              <a:cxn ang="0">
                <a:pos x="connsiteX61694" y="connsiteY61694"/>
              </a:cxn>
              <a:cxn ang="0">
                <a:pos x="connsiteX61695" y="connsiteY61695"/>
              </a:cxn>
              <a:cxn ang="0">
                <a:pos x="connsiteX61696" y="connsiteY61696"/>
              </a:cxn>
              <a:cxn ang="0">
                <a:pos x="connsiteX61697" y="connsiteY61697"/>
              </a:cxn>
              <a:cxn ang="0">
                <a:pos x="connsiteX61698" y="connsiteY61698"/>
              </a:cxn>
              <a:cxn ang="0">
                <a:pos x="connsiteX61699" y="connsiteY61699"/>
              </a:cxn>
              <a:cxn ang="0">
                <a:pos x="connsiteX61700" y="connsiteY61700"/>
              </a:cxn>
              <a:cxn ang="0">
                <a:pos x="connsiteX61701" y="connsiteY61701"/>
              </a:cxn>
              <a:cxn ang="0">
                <a:pos x="connsiteX61702" y="connsiteY61702"/>
              </a:cxn>
              <a:cxn ang="0">
                <a:pos x="connsiteX61703" y="connsiteY61703"/>
              </a:cxn>
              <a:cxn ang="0">
                <a:pos x="connsiteX61704" y="connsiteY61704"/>
              </a:cxn>
              <a:cxn ang="0">
                <a:pos x="connsiteX61705" y="connsiteY61705"/>
              </a:cxn>
              <a:cxn ang="0">
                <a:pos x="connsiteX61706" y="connsiteY61706"/>
              </a:cxn>
              <a:cxn ang="0">
                <a:pos x="connsiteX61707" y="connsiteY61707"/>
              </a:cxn>
              <a:cxn ang="0">
                <a:pos x="connsiteX61708" y="connsiteY61708"/>
              </a:cxn>
              <a:cxn ang="0">
                <a:pos x="connsiteX61709" y="connsiteY61709"/>
              </a:cxn>
              <a:cxn ang="0">
                <a:pos x="connsiteX61710" y="connsiteY61710"/>
              </a:cxn>
              <a:cxn ang="0">
                <a:pos x="connsiteX61711" y="connsiteY61711"/>
              </a:cxn>
              <a:cxn ang="0">
                <a:pos x="connsiteX61712" y="connsiteY61712"/>
              </a:cxn>
              <a:cxn ang="0">
                <a:pos x="connsiteX61713" y="connsiteY61713"/>
              </a:cxn>
              <a:cxn ang="0">
                <a:pos x="connsiteX61714" y="connsiteY61714"/>
              </a:cxn>
              <a:cxn ang="0">
                <a:pos x="connsiteX61715" y="connsiteY61715"/>
              </a:cxn>
              <a:cxn ang="0">
                <a:pos x="connsiteX61716" y="connsiteY61716"/>
              </a:cxn>
              <a:cxn ang="0">
                <a:pos x="connsiteX61717" y="connsiteY61717"/>
              </a:cxn>
              <a:cxn ang="0">
                <a:pos x="connsiteX61718" y="connsiteY61718"/>
              </a:cxn>
              <a:cxn ang="0">
                <a:pos x="connsiteX61719" y="connsiteY61719"/>
              </a:cxn>
              <a:cxn ang="0">
                <a:pos x="connsiteX61720" y="connsiteY61720"/>
              </a:cxn>
              <a:cxn ang="0">
                <a:pos x="connsiteX61721" y="connsiteY61721"/>
              </a:cxn>
              <a:cxn ang="0">
                <a:pos x="connsiteX61722" y="connsiteY61722"/>
              </a:cxn>
              <a:cxn ang="0">
                <a:pos x="connsiteX61723" y="connsiteY61723"/>
              </a:cxn>
              <a:cxn ang="0">
                <a:pos x="connsiteX61724" y="connsiteY61724"/>
              </a:cxn>
              <a:cxn ang="0">
                <a:pos x="connsiteX61725" y="connsiteY61725"/>
              </a:cxn>
              <a:cxn ang="0">
                <a:pos x="connsiteX61726" y="connsiteY61726"/>
              </a:cxn>
              <a:cxn ang="0">
                <a:pos x="connsiteX61727" y="connsiteY61727"/>
              </a:cxn>
              <a:cxn ang="0">
                <a:pos x="connsiteX61728" y="connsiteY61728"/>
              </a:cxn>
              <a:cxn ang="0">
                <a:pos x="connsiteX61729" y="connsiteY61729"/>
              </a:cxn>
              <a:cxn ang="0">
                <a:pos x="connsiteX61730" y="connsiteY61730"/>
              </a:cxn>
              <a:cxn ang="0">
                <a:pos x="connsiteX61731" y="connsiteY61731"/>
              </a:cxn>
              <a:cxn ang="0">
                <a:pos x="connsiteX61732" y="connsiteY61732"/>
              </a:cxn>
              <a:cxn ang="0">
                <a:pos x="connsiteX61733" y="connsiteY61733"/>
              </a:cxn>
              <a:cxn ang="0">
                <a:pos x="connsiteX61734" y="connsiteY61734"/>
              </a:cxn>
              <a:cxn ang="0">
                <a:pos x="connsiteX61735" y="connsiteY61735"/>
              </a:cxn>
              <a:cxn ang="0">
                <a:pos x="connsiteX61736" y="connsiteY61736"/>
              </a:cxn>
              <a:cxn ang="0">
                <a:pos x="connsiteX61737" y="connsiteY61737"/>
              </a:cxn>
              <a:cxn ang="0">
                <a:pos x="connsiteX61738" y="connsiteY61738"/>
              </a:cxn>
              <a:cxn ang="0">
                <a:pos x="connsiteX61739" y="connsiteY61739"/>
              </a:cxn>
              <a:cxn ang="0">
                <a:pos x="connsiteX61740" y="connsiteY61740"/>
              </a:cxn>
              <a:cxn ang="0">
                <a:pos x="connsiteX61741" y="connsiteY61741"/>
              </a:cxn>
              <a:cxn ang="0">
                <a:pos x="connsiteX61742" y="connsiteY61742"/>
              </a:cxn>
              <a:cxn ang="0">
                <a:pos x="connsiteX61743" y="connsiteY61743"/>
              </a:cxn>
              <a:cxn ang="0">
                <a:pos x="connsiteX61744" y="connsiteY61744"/>
              </a:cxn>
              <a:cxn ang="0">
                <a:pos x="connsiteX61745" y="connsiteY61745"/>
              </a:cxn>
              <a:cxn ang="0">
                <a:pos x="connsiteX61746" y="connsiteY61746"/>
              </a:cxn>
              <a:cxn ang="0">
                <a:pos x="connsiteX61747" y="connsiteY61747"/>
              </a:cxn>
              <a:cxn ang="0">
                <a:pos x="connsiteX61748" y="connsiteY61748"/>
              </a:cxn>
              <a:cxn ang="0">
                <a:pos x="connsiteX61749" y="connsiteY61749"/>
              </a:cxn>
              <a:cxn ang="0">
                <a:pos x="connsiteX61750" y="connsiteY61750"/>
              </a:cxn>
              <a:cxn ang="0">
                <a:pos x="connsiteX61751" y="connsiteY61751"/>
              </a:cxn>
              <a:cxn ang="0">
                <a:pos x="connsiteX61752" y="connsiteY61752"/>
              </a:cxn>
              <a:cxn ang="0">
                <a:pos x="connsiteX61753" y="connsiteY61753"/>
              </a:cxn>
              <a:cxn ang="0">
                <a:pos x="connsiteX61754" y="connsiteY61754"/>
              </a:cxn>
              <a:cxn ang="0">
                <a:pos x="connsiteX61755" y="connsiteY61755"/>
              </a:cxn>
              <a:cxn ang="0">
                <a:pos x="connsiteX61756" y="connsiteY61756"/>
              </a:cxn>
              <a:cxn ang="0">
                <a:pos x="connsiteX61757" y="connsiteY61757"/>
              </a:cxn>
              <a:cxn ang="0">
                <a:pos x="connsiteX61758" y="connsiteY61758"/>
              </a:cxn>
              <a:cxn ang="0">
                <a:pos x="connsiteX61759" y="connsiteY61759"/>
              </a:cxn>
              <a:cxn ang="0">
                <a:pos x="connsiteX61760" y="connsiteY61760"/>
              </a:cxn>
              <a:cxn ang="0">
                <a:pos x="connsiteX61761" y="connsiteY61761"/>
              </a:cxn>
              <a:cxn ang="0">
                <a:pos x="connsiteX61762" y="connsiteY61762"/>
              </a:cxn>
              <a:cxn ang="0">
                <a:pos x="connsiteX61763" y="connsiteY61763"/>
              </a:cxn>
              <a:cxn ang="0">
                <a:pos x="connsiteX61764" y="connsiteY61764"/>
              </a:cxn>
              <a:cxn ang="0">
                <a:pos x="connsiteX61765" y="connsiteY61765"/>
              </a:cxn>
              <a:cxn ang="0">
                <a:pos x="connsiteX61766" y="connsiteY61766"/>
              </a:cxn>
              <a:cxn ang="0">
                <a:pos x="connsiteX61767" y="connsiteY61767"/>
              </a:cxn>
              <a:cxn ang="0">
                <a:pos x="connsiteX61768" y="connsiteY61768"/>
              </a:cxn>
              <a:cxn ang="0">
                <a:pos x="connsiteX61769" y="connsiteY61769"/>
              </a:cxn>
              <a:cxn ang="0">
                <a:pos x="connsiteX61770" y="connsiteY61770"/>
              </a:cxn>
              <a:cxn ang="0">
                <a:pos x="connsiteX61771" y="connsiteY61771"/>
              </a:cxn>
              <a:cxn ang="0">
                <a:pos x="connsiteX61772" y="connsiteY61772"/>
              </a:cxn>
              <a:cxn ang="0">
                <a:pos x="connsiteX61773" y="connsiteY61773"/>
              </a:cxn>
              <a:cxn ang="0">
                <a:pos x="connsiteX61774" y="connsiteY61774"/>
              </a:cxn>
              <a:cxn ang="0">
                <a:pos x="connsiteX61775" y="connsiteY61775"/>
              </a:cxn>
              <a:cxn ang="0">
                <a:pos x="connsiteX61776" y="connsiteY61776"/>
              </a:cxn>
              <a:cxn ang="0">
                <a:pos x="connsiteX61777" y="connsiteY61777"/>
              </a:cxn>
              <a:cxn ang="0">
                <a:pos x="connsiteX61778" y="connsiteY61778"/>
              </a:cxn>
              <a:cxn ang="0">
                <a:pos x="connsiteX61779" y="connsiteY61779"/>
              </a:cxn>
              <a:cxn ang="0">
                <a:pos x="connsiteX61780" y="connsiteY61780"/>
              </a:cxn>
              <a:cxn ang="0">
                <a:pos x="connsiteX61781" y="connsiteY61781"/>
              </a:cxn>
              <a:cxn ang="0">
                <a:pos x="connsiteX61782" y="connsiteY61782"/>
              </a:cxn>
              <a:cxn ang="0">
                <a:pos x="connsiteX61783" y="connsiteY61783"/>
              </a:cxn>
              <a:cxn ang="0">
                <a:pos x="connsiteX61784" y="connsiteY61784"/>
              </a:cxn>
              <a:cxn ang="0">
                <a:pos x="connsiteX61785" y="connsiteY61785"/>
              </a:cxn>
              <a:cxn ang="0">
                <a:pos x="connsiteX61786" y="connsiteY61786"/>
              </a:cxn>
              <a:cxn ang="0">
                <a:pos x="connsiteX61787" y="connsiteY61787"/>
              </a:cxn>
              <a:cxn ang="0">
                <a:pos x="connsiteX61788" y="connsiteY61788"/>
              </a:cxn>
              <a:cxn ang="0">
                <a:pos x="connsiteX61789" y="connsiteY61789"/>
              </a:cxn>
              <a:cxn ang="0">
                <a:pos x="connsiteX61790" y="connsiteY61790"/>
              </a:cxn>
              <a:cxn ang="0">
                <a:pos x="connsiteX61791" y="connsiteY61791"/>
              </a:cxn>
              <a:cxn ang="0">
                <a:pos x="connsiteX61792" y="connsiteY61792"/>
              </a:cxn>
              <a:cxn ang="0">
                <a:pos x="connsiteX61793" y="connsiteY61793"/>
              </a:cxn>
              <a:cxn ang="0">
                <a:pos x="connsiteX61794" y="connsiteY61794"/>
              </a:cxn>
              <a:cxn ang="0">
                <a:pos x="connsiteX61795" y="connsiteY61795"/>
              </a:cxn>
              <a:cxn ang="0">
                <a:pos x="connsiteX61796" y="connsiteY61796"/>
              </a:cxn>
              <a:cxn ang="0">
                <a:pos x="connsiteX61797" y="connsiteY61797"/>
              </a:cxn>
              <a:cxn ang="0">
                <a:pos x="connsiteX61798" y="connsiteY61798"/>
              </a:cxn>
              <a:cxn ang="0">
                <a:pos x="connsiteX61799" y="connsiteY61799"/>
              </a:cxn>
              <a:cxn ang="0">
                <a:pos x="connsiteX61800" y="connsiteY61800"/>
              </a:cxn>
              <a:cxn ang="0">
                <a:pos x="connsiteX61801" y="connsiteY61801"/>
              </a:cxn>
              <a:cxn ang="0">
                <a:pos x="connsiteX61802" y="connsiteY61802"/>
              </a:cxn>
              <a:cxn ang="0">
                <a:pos x="connsiteX61803" y="connsiteY61803"/>
              </a:cxn>
              <a:cxn ang="0">
                <a:pos x="connsiteX61804" y="connsiteY61804"/>
              </a:cxn>
              <a:cxn ang="0">
                <a:pos x="connsiteX61805" y="connsiteY61805"/>
              </a:cxn>
              <a:cxn ang="0">
                <a:pos x="connsiteX61806" y="connsiteY61806"/>
              </a:cxn>
              <a:cxn ang="0">
                <a:pos x="connsiteX61807" y="connsiteY61807"/>
              </a:cxn>
              <a:cxn ang="0">
                <a:pos x="connsiteX61808" y="connsiteY61808"/>
              </a:cxn>
              <a:cxn ang="0">
                <a:pos x="connsiteX61809" y="connsiteY61809"/>
              </a:cxn>
              <a:cxn ang="0">
                <a:pos x="connsiteX61810" y="connsiteY61810"/>
              </a:cxn>
              <a:cxn ang="0">
                <a:pos x="connsiteX61811" y="connsiteY61811"/>
              </a:cxn>
              <a:cxn ang="0">
                <a:pos x="connsiteX61812" y="connsiteY61812"/>
              </a:cxn>
              <a:cxn ang="0">
                <a:pos x="connsiteX61813" y="connsiteY61813"/>
              </a:cxn>
              <a:cxn ang="0">
                <a:pos x="connsiteX61814" y="connsiteY61814"/>
              </a:cxn>
              <a:cxn ang="0">
                <a:pos x="connsiteX61815" y="connsiteY61815"/>
              </a:cxn>
              <a:cxn ang="0">
                <a:pos x="connsiteX61816" y="connsiteY61816"/>
              </a:cxn>
              <a:cxn ang="0">
                <a:pos x="connsiteX61817" y="connsiteY61817"/>
              </a:cxn>
              <a:cxn ang="0">
                <a:pos x="connsiteX61818" y="connsiteY61818"/>
              </a:cxn>
              <a:cxn ang="0">
                <a:pos x="connsiteX61819" y="connsiteY61819"/>
              </a:cxn>
              <a:cxn ang="0">
                <a:pos x="connsiteX61820" y="connsiteY61820"/>
              </a:cxn>
              <a:cxn ang="0">
                <a:pos x="connsiteX61821" y="connsiteY61821"/>
              </a:cxn>
              <a:cxn ang="0">
                <a:pos x="connsiteX61822" y="connsiteY61822"/>
              </a:cxn>
              <a:cxn ang="0">
                <a:pos x="connsiteX61823" y="connsiteY61823"/>
              </a:cxn>
              <a:cxn ang="0">
                <a:pos x="connsiteX61824" y="connsiteY61824"/>
              </a:cxn>
              <a:cxn ang="0">
                <a:pos x="connsiteX61825" y="connsiteY61825"/>
              </a:cxn>
              <a:cxn ang="0">
                <a:pos x="connsiteX61826" y="connsiteY61826"/>
              </a:cxn>
              <a:cxn ang="0">
                <a:pos x="connsiteX61827" y="connsiteY61827"/>
              </a:cxn>
              <a:cxn ang="0">
                <a:pos x="connsiteX61828" y="connsiteY61828"/>
              </a:cxn>
              <a:cxn ang="0">
                <a:pos x="connsiteX61829" y="connsiteY61829"/>
              </a:cxn>
              <a:cxn ang="0">
                <a:pos x="connsiteX61830" y="connsiteY61830"/>
              </a:cxn>
              <a:cxn ang="0">
                <a:pos x="connsiteX61831" y="connsiteY61831"/>
              </a:cxn>
              <a:cxn ang="0">
                <a:pos x="connsiteX61832" y="connsiteY61832"/>
              </a:cxn>
              <a:cxn ang="0">
                <a:pos x="connsiteX61833" y="connsiteY61833"/>
              </a:cxn>
              <a:cxn ang="0">
                <a:pos x="connsiteX61834" y="connsiteY61834"/>
              </a:cxn>
              <a:cxn ang="0">
                <a:pos x="connsiteX61835" y="connsiteY61835"/>
              </a:cxn>
              <a:cxn ang="0">
                <a:pos x="connsiteX61836" y="connsiteY61836"/>
              </a:cxn>
              <a:cxn ang="0">
                <a:pos x="connsiteX61837" y="connsiteY61837"/>
              </a:cxn>
              <a:cxn ang="0">
                <a:pos x="connsiteX61838" y="connsiteY61838"/>
              </a:cxn>
              <a:cxn ang="0">
                <a:pos x="connsiteX61839" y="connsiteY61839"/>
              </a:cxn>
              <a:cxn ang="0">
                <a:pos x="connsiteX61840" y="connsiteY61840"/>
              </a:cxn>
              <a:cxn ang="0">
                <a:pos x="connsiteX61841" y="connsiteY61841"/>
              </a:cxn>
              <a:cxn ang="0">
                <a:pos x="connsiteX61842" y="connsiteY61842"/>
              </a:cxn>
              <a:cxn ang="0">
                <a:pos x="connsiteX61843" y="connsiteY61843"/>
              </a:cxn>
              <a:cxn ang="0">
                <a:pos x="connsiteX61844" y="connsiteY61844"/>
              </a:cxn>
              <a:cxn ang="0">
                <a:pos x="connsiteX61845" y="connsiteY61845"/>
              </a:cxn>
              <a:cxn ang="0">
                <a:pos x="connsiteX61846" y="connsiteY61846"/>
              </a:cxn>
              <a:cxn ang="0">
                <a:pos x="connsiteX61847" y="connsiteY61847"/>
              </a:cxn>
              <a:cxn ang="0">
                <a:pos x="connsiteX61848" y="connsiteY61848"/>
              </a:cxn>
              <a:cxn ang="0">
                <a:pos x="connsiteX61849" y="connsiteY61849"/>
              </a:cxn>
              <a:cxn ang="0">
                <a:pos x="connsiteX61850" y="connsiteY61850"/>
              </a:cxn>
              <a:cxn ang="0">
                <a:pos x="connsiteX61851" y="connsiteY61851"/>
              </a:cxn>
              <a:cxn ang="0">
                <a:pos x="connsiteX61852" y="connsiteY61852"/>
              </a:cxn>
              <a:cxn ang="0">
                <a:pos x="connsiteX61853" y="connsiteY61853"/>
              </a:cxn>
              <a:cxn ang="0">
                <a:pos x="connsiteX61854" y="connsiteY61854"/>
              </a:cxn>
              <a:cxn ang="0">
                <a:pos x="connsiteX61855" y="connsiteY61855"/>
              </a:cxn>
              <a:cxn ang="0">
                <a:pos x="connsiteX61856" y="connsiteY61856"/>
              </a:cxn>
              <a:cxn ang="0">
                <a:pos x="connsiteX61857" y="connsiteY61857"/>
              </a:cxn>
              <a:cxn ang="0">
                <a:pos x="connsiteX61858" y="connsiteY61858"/>
              </a:cxn>
              <a:cxn ang="0">
                <a:pos x="connsiteX61859" y="connsiteY61859"/>
              </a:cxn>
              <a:cxn ang="0">
                <a:pos x="connsiteX61860" y="connsiteY61860"/>
              </a:cxn>
              <a:cxn ang="0">
                <a:pos x="connsiteX61861" y="connsiteY61861"/>
              </a:cxn>
              <a:cxn ang="0">
                <a:pos x="connsiteX61862" y="connsiteY61862"/>
              </a:cxn>
              <a:cxn ang="0">
                <a:pos x="connsiteX61863" y="connsiteY61863"/>
              </a:cxn>
              <a:cxn ang="0">
                <a:pos x="connsiteX61864" y="connsiteY61864"/>
              </a:cxn>
              <a:cxn ang="0">
                <a:pos x="connsiteX61865" y="connsiteY61865"/>
              </a:cxn>
              <a:cxn ang="0">
                <a:pos x="connsiteX61866" y="connsiteY61866"/>
              </a:cxn>
              <a:cxn ang="0">
                <a:pos x="connsiteX61867" y="connsiteY61867"/>
              </a:cxn>
              <a:cxn ang="0">
                <a:pos x="connsiteX61868" y="connsiteY61868"/>
              </a:cxn>
              <a:cxn ang="0">
                <a:pos x="connsiteX61869" y="connsiteY61869"/>
              </a:cxn>
              <a:cxn ang="0">
                <a:pos x="connsiteX61870" y="connsiteY61870"/>
              </a:cxn>
              <a:cxn ang="0">
                <a:pos x="connsiteX61871" y="connsiteY61871"/>
              </a:cxn>
              <a:cxn ang="0">
                <a:pos x="connsiteX61872" y="connsiteY61872"/>
              </a:cxn>
              <a:cxn ang="0">
                <a:pos x="connsiteX61873" y="connsiteY61873"/>
              </a:cxn>
              <a:cxn ang="0">
                <a:pos x="connsiteX61874" y="connsiteY61874"/>
              </a:cxn>
              <a:cxn ang="0">
                <a:pos x="connsiteX61875" y="connsiteY61875"/>
              </a:cxn>
              <a:cxn ang="0">
                <a:pos x="connsiteX61876" y="connsiteY61876"/>
              </a:cxn>
              <a:cxn ang="0">
                <a:pos x="connsiteX61877" y="connsiteY61877"/>
              </a:cxn>
              <a:cxn ang="0">
                <a:pos x="connsiteX61878" y="connsiteY61878"/>
              </a:cxn>
              <a:cxn ang="0">
                <a:pos x="connsiteX61879" y="connsiteY61879"/>
              </a:cxn>
              <a:cxn ang="0">
                <a:pos x="connsiteX61880" y="connsiteY61880"/>
              </a:cxn>
              <a:cxn ang="0">
                <a:pos x="connsiteX61881" y="connsiteY61881"/>
              </a:cxn>
              <a:cxn ang="0">
                <a:pos x="connsiteX61882" y="connsiteY61882"/>
              </a:cxn>
              <a:cxn ang="0">
                <a:pos x="connsiteX61883" y="connsiteY61883"/>
              </a:cxn>
              <a:cxn ang="0">
                <a:pos x="connsiteX61884" y="connsiteY61884"/>
              </a:cxn>
              <a:cxn ang="0">
                <a:pos x="connsiteX61885" y="connsiteY61885"/>
              </a:cxn>
              <a:cxn ang="0">
                <a:pos x="connsiteX61886" y="connsiteY61886"/>
              </a:cxn>
              <a:cxn ang="0">
                <a:pos x="connsiteX61887" y="connsiteY61887"/>
              </a:cxn>
              <a:cxn ang="0">
                <a:pos x="connsiteX61888" y="connsiteY61888"/>
              </a:cxn>
              <a:cxn ang="0">
                <a:pos x="connsiteX61889" y="connsiteY61889"/>
              </a:cxn>
              <a:cxn ang="0">
                <a:pos x="connsiteX61890" y="connsiteY61890"/>
              </a:cxn>
              <a:cxn ang="0">
                <a:pos x="connsiteX61891" y="connsiteY61891"/>
              </a:cxn>
              <a:cxn ang="0">
                <a:pos x="connsiteX61892" y="connsiteY61892"/>
              </a:cxn>
              <a:cxn ang="0">
                <a:pos x="connsiteX61893" y="connsiteY61893"/>
              </a:cxn>
              <a:cxn ang="0">
                <a:pos x="connsiteX61894" y="connsiteY61894"/>
              </a:cxn>
              <a:cxn ang="0">
                <a:pos x="connsiteX61895" y="connsiteY61895"/>
              </a:cxn>
              <a:cxn ang="0">
                <a:pos x="connsiteX61896" y="connsiteY61896"/>
              </a:cxn>
              <a:cxn ang="0">
                <a:pos x="connsiteX61897" y="connsiteY61897"/>
              </a:cxn>
              <a:cxn ang="0">
                <a:pos x="connsiteX61898" y="connsiteY61898"/>
              </a:cxn>
              <a:cxn ang="0">
                <a:pos x="connsiteX61899" y="connsiteY61899"/>
              </a:cxn>
              <a:cxn ang="0">
                <a:pos x="connsiteX61900" y="connsiteY61900"/>
              </a:cxn>
              <a:cxn ang="0">
                <a:pos x="connsiteX61901" y="connsiteY61901"/>
              </a:cxn>
              <a:cxn ang="0">
                <a:pos x="connsiteX61902" y="connsiteY61902"/>
              </a:cxn>
              <a:cxn ang="0">
                <a:pos x="connsiteX61903" y="connsiteY61903"/>
              </a:cxn>
              <a:cxn ang="0">
                <a:pos x="connsiteX61904" y="connsiteY61904"/>
              </a:cxn>
              <a:cxn ang="0">
                <a:pos x="connsiteX61905" y="connsiteY61905"/>
              </a:cxn>
              <a:cxn ang="0">
                <a:pos x="connsiteX61906" y="connsiteY61906"/>
              </a:cxn>
              <a:cxn ang="0">
                <a:pos x="connsiteX61907" y="connsiteY61907"/>
              </a:cxn>
              <a:cxn ang="0">
                <a:pos x="connsiteX61908" y="connsiteY61908"/>
              </a:cxn>
              <a:cxn ang="0">
                <a:pos x="connsiteX61909" y="connsiteY61909"/>
              </a:cxn>
              <a:cxn ang="0">
                <a:pos x="connsiteX61910" y="connsiteY61910"/>
              </a:cxn>
              <a:cxn ang="0">
                <a:pos x="connsiteX61911" y="connsiteY61911"/>
              </a:cxn>
              <a:cxn ang="0">
                <a:pos x="connsiteX61912" y="connsiteY61912"/>
              </a:cxn>
              <a:cxn ang="0">
                <a:pos x="connsiteX61913" y="connsiteY61913"/>
              </a:cxn>
              <a:cxn ang="0">
                <a:pos x="connsiteX61914" y="connsiteY61914"/>
              </a:cxn>
              <a:cxn ang="0">
                <a:pos x="connsiteX61915" y="connsiteY61915"/>
              </a:cxn>
              <a:cxn ang="0">
                <a:pos x="connsiteX61916" y="connsiteY61916"/>
              </a:cxn>
              <a:cxn ang="0">
                <a:pos x="connsiteX61917" y="connsiteY61917"/>
              </a:cxn>
              <a:cxn ang="0">
                <a:pos x="connsiteX61918" y="connsiteY61918"/>
              </a:cxn>
              <a:cxn ang="0">
                <a:pos x="connsiteX61919" y="connsiteY61919"/>
              </a:cxn>
              <a:cxn ang="0">
                <a:pos x="connsiteX61920" y="connsiteY61920"/>
              </a:cxn>
              <a:cxn ang="0">
                <a:pos x="connsiteX61921" y="connsiteY61921"/>
              </a:cxn>
              <a:cxn ang="0">
                <a:pos x="connsiteX61922" y="connsiteY61922"/>
              </a:cxn>
              <a:cxn ang="0">
                <a:pos x="connsiteX61923" y="connsiteY61923"/>
              </a:cxn>
              <a:cxn ang="0">
                <a:pos x="connsiteX61924" y="connsiteY61924"/>
              </a:cxn>
              <a:cxn ang="0">
                <a:pos x="connsiteX61925" y="connsiteY61925"/>
              </a:cxn>
              <a:cxn ang="0">
                <a:pos x="connsiteX61926" y="connsiteY61926"/>
              </a:cxn>
              <a:cxn ang="0">
                <a:pos x="connsiteX61927" y="connsiteY61927"/>
              </a:cxn>
              <a:cxn ang="0">
                <a:pos x="connsiteX61928" y="connsiteY61928"/>
              </a:cxn>
              <a:cxn ang="0">
                <a:pos x="connsiteX61929" y="connsiteY61929"/>
              </a:cxn>
              <a:cxn ang="0">
                <a:pos x="connsiteX61930" y="connsiteY61930"/>
              </a:cxn>
              <a:cxn ang="0">
                <a:pos x="connsiteX61931" y="connsiteY61931"/>
              </a:cxn>
              <a:cxn ang="0">
                <a:pos x="connsiteX61932" y="connsiteY61932"/>
              </a:cxn>
              <a:cxn ang="0">
                <a:pos x="connsiteX61933" y="connsiteY61933"/>
              </a:cxn>
              <a:cxn ang="0">
                <a:pos x="connsiteX61934" y="connsiteY61934"/>
              </a:cxn>
              <a:cxn ang="0">
                <a:pos x="connsiteX61935" y="connsiteY61935"/>
              </a:cxn>
              <a:cxn ang="0">
                <a:pos x="connsiteX61936" y="connsiteY61936"/>
              </a:cxn>
              <a:cxn ang="0">
                <a:pos x="connsiteX61937" y="connsiteY61937"/>
              </a:cxn>
              <a:cxn ang="0">
                <a:pos x="connsiteX61938" y="connsiteY61938"/>
              </a:cxn>
              <a:cxn ang="0">
                <a:pos x="connsiteX61939" y="connsiteY61939"/>
              </a:cxn>
              <a:cxn ang="0">
                <a:pos x="connsiteX61940" y="connsiteY61940"/>
              </a:cxn>
              <a:cxn ang="0">
                <a:pos x="connsiteX61941" y="connsiteY61941"/>
              </a:cxn>
              <a:cxn ang="0">
                <a:pos x="connsiteX61942" y="connsiteY61942"/>
              </a:cxn>
              <a:cxn ang="0">
                <a:pos x="connsiteX61943" y="connsiteY61943"/>
              </a:cxn>
              <a:cxn ang="0">
                <a:pos x="connsiteX61944" y="connsiteY61944"/>
              </a:cxn>
              <a:cxn ang="0">
                <a:pos x="connsiteX61945" y="connsiteY61945"/>
              </a:cxn>
              <a:cxn ang="0">
                <a:pos x="connsiteX61946" y="connsiteY61946"/>
              </a:cxn>
              <a:cxn ang="0">
                <a:pos x="connsiteX61947" y="connsiteY61947"/>
              </a:cxn>
              <a:cxn ang="0">
                <a:pos x="connsiteX61948" y="connsiteY61948"/>
              </a:cxn>
              <a:cxn ang="0">
                <a:pos x="connsiteX61949" y="connsiteY61949"/>
              </a:cxn>
              <a:cxn ang="0">
                <a:pos x="connsiteX61950" y="connsiteY61950"/>
              </a:cxn>
              <a:cxn ang="0">
                <a:pos x="connsiteX61951" y="connsiteY61951"/>
              </a:cxn>
              <a:cxn ang="0">
                <a:pos x="connsiteX61952" y="connsiteY61952"/>
              </a:cxn>
              <a:cxn ang="0">
                <a:pos x="connsiteX61953" y="connsiteY61953"/>
              </a:cxn>
              <a:cxn ang="0">
                <a:pos x="connsiteX61954" y="connsiteY61954"/>
              </a:cxn>
              <a:cxn ang="0">
                <a:pos x="connsiteX61955" y="connsiteY61955"/>
              </a:cxn>
              <a:cxn ang="0">
                <a:pos x="connsiteX61956" y="connsiteY61956"/>
              </a:cxn>
              <a:cxn ang="0">
                <a:pos x="connsiteX61957" y="connsiteY61957"/>
              </a:cxn>
              <a:cxn ang="0">
                <a:pos x="connsiteX61958" y="connsiteY61958"/>
              </a:cxn>
              <a:cxn ang="0">
                <a:pos x="connsiteX61959" y="connsiteY61959"/>
              </a:cxn>
              <a:cxn ang="0">
                <a:pos x="connsiteX61960" y="connsiteY61960"/>
              </a:cxn>
              <a:cxn ang="0">
                <a:pos x="connsiteX61961" y="connsiteY61961"/>
              </a:cxn>
              <a:cxn ang="0">
                <a:pos x="connsiteX61962" y="connsiteY61962"/>
              </a:cxn>
              <a:cxn ang="0">
                <a:pos x="connsiteX61963" y="connsiteY61963"/>
              </a:cxn>
              <a:cxn ang="0">
                <a:pos x="connsiteX61964" y="connsiteY61964"/>
              </a:cxn>
              <a:cxn ang="0">
                <a:pos x="connsiteX61965" y="connsiteY61965"/>
              </a:cxn>
              <a:cxn ang="0">
                <a:pos x="connsiteX61966" y="connsiteY61966"/>
              </a:cxn>
              <a:cxn ang="0">
                <a:pos x="connsiteX61967" y="connsiteY61967"/>
              </a:cxn>
              <a:cxn ang="0">
                <a:pos x="connsiteX61968" y="connsiteY61968"/>
              </a:cxn>
              <a:cxn ang="0">
                <a:pos x="connsiteX61969" y="connsiteY61969"/>
              </a:cxn>
              <a:cxn ang="0">
                <a:pos x="connsiteX61970" y="connsiteY61970"/>
              </a:cxn>
              <a:cxn ang="0">
                <a:pos x="connsiteX61971" y="connsiteY61971"/>
              </a:cxn>
              <a:cxn ang="0">
                <a:pos x="connsiteX61972" y="connsiteY61972"/>
              </a:cxn>
              <a:cxn ang="0">
                <a:pos x="connsiteX61973" y="connsiteY61973"/>
              </a:cxn>
              <a:cxn ang="0">
                <a:pos x="connsiteX61974" y="connsiteY61974"/>
              </a:cxn>
              <a:cxn ang="0">
                <a:pos x="connsiteX61975" y="connsiteY61975"/>
              </a:cxn>
              <a:cxn ang="0">
                <a:pos x="connsiteX61976" y="connsiteY61976"/>
              </a:cxn>
              <a:cxn ang="0">
                <a:pos x="connsiteX61977" y="connsiteY61977"/>
              </a:cxn>
              <a:cxn ang="0">
                <a:pos x="connsiteX61978" y="connsiteY61978"/>
              </a:cxn>
              <a:cxn ang="0">
                <a:pos x="connsiteX61979" y="connsiteY61979"/>
              </a:cxn>
              <a:cxn ang="0">
                <a:pos x="connsiteX61980" y="connsiteY61980"/>
              </a:cxn>
              <a:cxn ang="0">
                <a:pos x="connsiteX61981" y="connsiteY61981"/>
              </a:cxn>
              <a:cxn ang="0">
                <a:pos x="connsiteX61982" y="connsiteY61982"/>
              </a:cxn>
              <a:cxn ang="0">
                <a:pos x="connsiteX61983" y="connsiteY61983"/>
              </a:cxn>
              <a:cxn ang="0">
                <a:pos x="connsiteX61984" y="connsiteY61984"/>
              </a:cxn>
              <a:cxn ang="0">
                <a:pos x="connsiteX61985" y="connsiteY61985"/>
              </a:cxn>
              <a:cxn ang="0">
                <a:pos x="connsiteX61986" y="connsiteY61986"/>
              </a:cxn>
              <a:cxn ang="0">
                <a:pos x="connsiteX61987" y="connsiteY61987"/>
              </a:cxn>
              <a:cxn ang="0">
                <a:pos x="connsiteX61988" y="connsiteY61988"/>
              </a:cxn>
              <a:cxn ang="0">
                <a:pos x="connsiteX61989" y="connsiteY61989"/>
              </a:cxn>
              <a:cxn ang="0">
                <a:pos x="connsiteX61990" y="connsiteY61990"/>
              </a:cxn>
              <a:cxn ang="0">
                <a:pos x="connsiteX61991" y="connsiteY61991"/>
              </a:cxn>
              <a:cxn ang="0">
                <a:pos x="connsiteX61992" y="connsiteY61992"/>
              </a:cxn>
              <a:cxn ang="0">
                <a:pos x="connsiteX61993" y="connsiteY61993"/>
              </a:cxn>
              <a:cxn ang="0">
                <a:pos x="connsiteX61994" y="connsiteY61994"/>
              </a:cxn>
              <a:cxn ang="0">
                <a:pos x="connsiteX61995" y="connsiteY61995"/>
              </a:cxn>
              <a:cxn ang="0">
                <a:pos x="connsiteX61996" y="connsiteY61996"/>
              </a:cxn>
              <a:cxn ang="0">
                <a:pos x="connsiteX61997" y="connsiteY61997"/>
              </a:cxn>
              <a:cxn ang="0">
                <a:pos x="connsiteX61998" y="connsiteY61998"/>
              </a:cxn>
              <a:cxn ang="0">
                <a:pos x="connsiteX61999" y="connsiteY61999"/>
              </a:cxn>
              <a:cxn ang="0">
                <a:pos x="connsiteX62000" y="connsiteY62000"/>
              </a:cxn>
              <a:cxn ang="0">
                <a:pos x="connsiteX62001" y="connsiteY62001"/>
              </a:cxn>
              <a:cxn ang="0">
                <a:pos x="connsiteX62002" y="connsiteY62002"/>
              </a:cxn>
              <a:cxn ang="0">
                <a:pos x="connsiteX62003" y="connsiteY62003"/>
              </a:cxn>
              <a:cxn ang="0">
                <a:pos x="connsiteX62004" y="connsiteY62004"/>
              </a:cxn>
              <a:cxn ang="0">
                <a:pos x="connsiteX62005" y="connsiteY62005"/>
              </a:cxn>
              <a:cxn ang="0">
                <a:pos x="connsiteX62006" y="connsiteY62006"/>
              </a:cxn>
              <a:cxn ang="0">
                <a:pos x="connsiteX62007" y="connsiteY62007"/>
              </a:cxn>
              <a:cxn ang="0">
                <a:pos x="connsiteX62008" y="connsiteY62008"/>
              </a:cxn>
              <a:cxn ang="0">
                <a:pos x="connsiteX62009" y="connsiteY62009"/>
              </a:cxn>
              <a:cxn ang="0">
                <a:pos x="connsiteX62010" y="connsiteY62010"/>
              </a:cxn>
              <a:cxn ang="0">
                <a:pos x="connsiteX62011" y="connsiteY62011"/>
              </a:cxn>
              <a:cxn ang="0">
                <a:pos x="connsiteX62012" y="connsiteY62012"/>
              </a:cxn>
              <a:cxn ang="0">
                <a:pos x="connsiteX62013" y="connsiteY62013"/>
              </a:cxn>
              <a:cxn ang="0">
                <a:pos x="connsiteX62014" y="connsiteY62014"/>
              </a:cxn>
              <a:cxn ang="0">
                <a:pos x="connsiteX62015" y="connsiteY62015"/>
              </a:cxn>
              <a:cxn ang="0">
                <a:pos x="connsiteX62016" y="connsiteY62016"/>
              </a:cxn>
              <a:cxn ang="0">
                <a:pos x="connsiteX62017" y="connsiteY62017"/>
              </a:cxn>
              <a:cxn ang="0">
                <a:pos x="connsiteX62018" y="connsiteY62018"/>
              </a:cxn>
              <a:cxn ang="0">
                <a:pos x="connsiteX62019" y="connsiteY62019"/>
              </a:cxn>
              <a:cxn ang="0">
                <a:pos x="connsiteX62020" y="connsiteY62020"/>
              </a:cxn>
              <a:cxn ang="0">
                <a:pos x="connsiteX62021" y="connsiteY62021"/>
              </a:cxn>
              <a:cxn ang="0">
                <a:pos x="connsiteX62022" y="connsiteY62022"/>
              </a:cxn>
              <a:cxn ang="0">
                <a:pos x="connsiteX62023" y="connsiteY62023"/>
              </a:cxn>
              <a:cxn ang="0">
                <a:pos x="connsiteX62024" y="connsiteY62024"/>
              </a:cxn>
              <a:cxn ang="0">
                <a:pos x="connsiteX62025" y="connsiteY62025"/>
              </a:cxn>
              <a:cxn ang="0">
                <a:pos x="connsiteX62026" y="connsiteY62026"/>
              </a:cxn>
              <a:cxn ang="0">
                <a:pos x="connsiteX62027" y="connsiteY62027"/>
              </a:cxn>
              <a:cxn ang="0">
                <a:pos x="connsiteX62028" y="connsiteY62028"/>
              </a:cxn>
              <a:cxn ang="0">
                <a:pos x="connsiteX62029" y="connsiteY62029"/>
              </a:cxn>
              <a:cxn ang="0">
                <a:pos x="connsiteX62030" y="connsiteY62030"/>
              </a:cxn>
              <a:cxn ang="0">
                <a:pos x="connsiteX62031" y="connsiteY62031"/>
              </a:cxn>
              <a:cxn ang="0">
                <a:pos x="connsiteX62032" y="connsiteY62032"/>
              </a:cxn>
              <a:cxn ang="0">
                <a:pos x="connsiteX62033" y="connsiteY62033"/>
              </a:cxn>
              <a:cxn ang="0">
                <a:pos x="connsiteX62034" y="connsiteY62034"/>
              </a:cxn>
              <a:cxn ang="0">
                <a:pos x="connsiteX62035" y="connsiteY62035"/>
              </a:cxn>
              <a:cxn ang="0">
                <a:pos x="connsiteX62036" y="connsiteY62036"/>
              </a:cxn>
              <a:cxn ang="0">
                <a:pos x="connsiteX62037" y="connsiteY62037"/>
              </a:cxn>
              <a:cxn ang="0">
                <a:pos x="connsiteX62038" y="connsiteY62038"/>
              </a:cxn>
              <a:cxn ang="0">
                <a:pos x="connsiteX62039" y="connsiteY62039"/>
              </a:cxn>
              <a:cxn ang="0">
                <a:pos x="connsiteX62040" y="connsiteY62040"/>
              </a:cxn>
              <a:cxn ang="0">
                <a:pos x="connsiteX62041" y="connsiteY62041"/>
              </a:cxn>
              <a:cxn ang="0">
                <a:pos x="connsiteX62042" y="connsiteY62042"/>
              </a:cxn>
              <a:cxn ang="0">
                <a:pos x="connsiteX62043" y="connsiteY62043"/>
              </a:cxn>
              <a:cxn ang="0">
                <a:pos x="connsiteX62044" y="connsiteY62044"/>
              </a:cxn>
              <a:cxn ang="0">
                <a:pos x="connsiteX62045" y="connsiteY62045"/>
              </a:cxn>
              <a:cxn ang="0">
                <a:pos x="connsiteX62046" y="connsiteY62046"/>
              </a:cxn>
              <a:cxn ang="0">
                <a:pos x="connsiteX62047" y="connsiteY62047"/>
              </a:cxn>
              <a:cxn ang="0">
                <a:pos x="connsiteX62048" y="connsiteY62048"/>
              </a:cxn>
              <a:cxn ang="0">
                <a:pos x="connsiteX62049" y="connsiteY62049"/>
              </a:cxn>
              <a:cxn ang="0">
                <a:pos x="connsiteX62050" y="connsiteY62050"/>
              </a:cxn>
              <a:cxn ang="0">
                <a:pos x="connsiteX62051" y="connsiteY62051"/>
              </a:cxn>
              <a:cxn ang="0">
                <a:pos x="connsiteX62052" y="connsiteY62052"/>
              </a:cxn>
              <a:cxn ang="0">
                <a:pos x="connsiteX62053" y="connsiteY62053"/>
              </a:cxn>
              <a:cxn ang="0">
                <a:pos x="connsiteX62054" y="connsiteY62054"/>
              </a:cxn>
              <a:cxn ang="0">
                <a:pos x="connsiteX62055" y="connsiteY62055"/>
              </a:cxn>
              <a:cxn ang="0">
                <a:pos x="connsiteX62056" y="connsiteY62056"/>
              </a:cxn>
              <a:cxn ang="0">
                <a:pos x="connsiteX62057" y="connsiteY62057"/>
              </a:cxn>
              <a:cxn ang="0">
                <a:pos x="connsiteX62058" y="connsiteY62058"/>
              </a:cxn>
              <a:cxn ang="0">
                <a:pos x="connsiteX62059" y="connsiteY62059"/>
              </a:cxn>
              <a:cxn ang="0">
                <a:pos x="connsiteX62060" y="connsiteY62060"/>
              </a:cxn>
              <a:cxn ang="0">
                <a:pos x="connsiteX62061" y="connsiteY62061"/>
              </a:cxn>
              <a:cxn ang="0">
                <a:pos x="connsiteX62062" y="connsiteY62062"/>
              </a:cxn>
              <a:cxn ang="0">
                <a:pos x="connsiteX62063" y="connsiteY62063"/>
              </a:cxn>
              <a:cxn ang="0">
                <a:pos x="connsiteX62064" y="connsiteY62064"/>
              </a:cxn>
              <a:cxn ang="0">
                <a:pos x="connsiteX62065" y="connsiteY62065"/>
              </a:cxn>
              <a:cxn ang="0">
                <a:pos x="connsiteX62066" y="connsiteY62066"/>
              </a:cxn>
              <a:cxn ang="0">
                <a:pos x="connsiteX62067" y="connsiteY62067"/>
              </a:cxn>
              <a:cxn ang="0">
                <a:pos x="connsiteX62068" y="connsiteY62068"/>
              </a:cxn>
              <a:cxn ang="0">
                <a:pos x="connsiteX62069" y="connsiteY62069"/>
              </a:cxn>
              <a:cxn ang="0">
                <a:pos x="connsiteX62070" y="connsiteY62070"/>
              </a:cxn>
              <a:cxn ang="0">
                <a:pos x="connsiteX62071" y="connsiteY62071"/>
              </a:cxn>
              <a:cxn ang="0">
                <a:pos x="connsiteX62072" y="connsiteY62072"/>
              </a:cxn>
              <a:cxn ang="0">
                <a:pos x="connsiteX62073" y="connsiteY62073"/>
              </a:cxn>
              <a:cxn ang="0">
                <a:pos x="connsiteX62074" y="connsiteY62074"/>
              </a:cxn>
              <a:cxn ang="0">
                <a:pos x="connsiteX62075" y="connsiteY62075"/>
              </a:cxn>
              <a:cxn ang="0">
                <a:pos x="connsiteX62076" y="connsiteY62076"/>
              </a:cxn>
              <a:cxn ang="0">
                <a:pos x="connsiteX62077" y="connsiteY62077"/>
              </a:cxn>
              <a:cxn ang="0">
                <a:pos x="connsiteX62078" y="connsiteY62078"/>
              </a:cxn>
              <a:cxn ang="0">
                <a:pos x="connsiteX62079" y="connsiteY62079"/>
              </a:cxn>
              <a:cxn ang="0">
                <a:pos x="connsiteX62080" y="connsiteY62080"/>
              </a:cxn>
              <a:cxn ang="0">
                <a:pos x="connsiteX62081" y="connsiteY62081"/>
              </a:cxn>
              <a:cxn ang="0">
                <a:pos x="connsiteX62082" y="connsiteY62082"/>
              </a:cxn>
              <a:cxn ang="0">
                <a:pos x="connsiteX62083" y="connsiteY62083"/>
              </a:cxn>
              <a:cxn ang="0">
                <a:pos x="connsiteX62084" y="connsiteY62084"/>
              </a:cxn>
              <a:cxn ang="0">
                <a:pos x="connsiteX62085" y="connsiteY62085"/>
              </a:cxn>
              <a:cxn ang="0">
                <a:pos x="connsiteX62086" y="connsiteY62086"/>
              </a:cxn>
              <a:cxn ang="0">
                <a:pos x="connsiteX62087" y="connsiteY62087"/>
              </a:cxn>
              <a:cxn ang="0">
                <a:pos x="connsiteX62088" y="connsiteY62088"/>
              </a:cxn>
              <a:cxn ang="0">
                <a:pos x="connsiteX62089" y="connsiteY62089"/>
              </a:cxn>
              <a:cxn ang="0">
                <a:pos x="connsiteX62090" y="connsiteY62090"/>
              </a:cxn>
              <a:cxn ang="0">
                <a:pos x="connsiteX62091" y="connsiteY62091"/>
              </a:cxn>
              <a:cxn ang="0">
                <a:pos x="connsiteX62092" y="connsiteY62092"/>
              </a:cxn>
              <a:cxn ang="0">
                <a:pos x="connsiteX62093" y="connsiteY62093"/>
              </a:cxn>
              <a:cxn ang="0">
                <a:pos x="connsiteX62094" y="connsiteY62094"/>
              </a:cxn>
              <a:cxn ang="0">
                <a:pos x="connsiteX62095" y="connsiteY62095"/>
              </a:cxn>
              <a:cxn ang="0">
                <a:pos x="connsiteX62096" y="connsiteY62096"/>
              </a:cxn>
              <a:cxn ang="0">
                <a:pos x="connsiteX62097" y="connsiteY62097"/>
              </a:cxn>
              <a:cxn ang="0">
                <a:pos x="connsiteX62098" y="connsiteY62098"/>
              </a:cxn>
              <a:cxn ang="0">
                <a:pos x="connsiteX62099" y="connsiteY62099"/>
              </a:cxn>
              <a:cxn ang="0">
                <a:pos x="connsiteX62100" y="connsiteY62100"/>
              </a:cxn>
              <a:cxn ang="0">
                <a:pos x="connsiteX62101" y="connsiteY62101"/>
              </a:cxn>
              <a:cxn ang="0">
                <a:pos x="connsiteX62102" y="connsiteY62102"/>
              </a:cxn>
              <a:cxn ang="0">
                <a:pos x="connsiteX62103" y="connsiteY62103"/>
              </a:cxn>
              <a:cxn ang="0">
                <a:pos x="connsiteX62104" y="connsiteY62104"/>
              </a:cxn>
              <a:cxn ang="0">
                <a:pos x="connsiteX62105" y="connsiteY62105"/>
              </a:cxn>
              <a:cxn ang="0">
                <a:pos x="connsiteX62106" y="connsiteY62106"/>
              </a:cxn>
              <a:cxn ang="0">
                <a:pos x="connsiteX62107" y="connsiteY62107"/>
              </a:cxn>
              <a:cxn ang="0">
                <a:pos x="connsiteX62108" y="connsiteY62108"/>
              </a:cxn>
              <a:cxn ang="0">
                <a:pos x="connsiteX62109" y="connsiteY62109"/>
              </a:cxn>
              <a:cxn ang="0">
                <a:pos x="connsiteX62110" y="connsiteY62110"/>
              </a:cxn>
              <a:cxn ang="0">
                <a:pos x="connsiteX62111" y="connsiteY62111"/>
              </a:cxn>
              <a:cxn ang="0">
                <a:pos x="connsiteX62112" y="connsiteY62112"/>
              </a:cxn>
              <a:cxn ang="0">
                <a:pos x="connsiteX62113" y="connsiteY62113"/>
              </a:cxn>
              <a:cxn ang="0">
                <a:pos x="connsiteX62114" y="connsiteY62114"/>
              </a:cxn>
              <a:cxn ang="0">
                <a:pos x="connsiteX62115" y="connsiteY62115"/>
              </a:cxn>
              <a:cxn ang="0">
                <a:pos x="connsiteX62116" y="connsiteY62116"/>
              </a:cxn>
              <a:cxn ang="0">
                <a:pos x="connsiteX62117" y="connsiteY62117"/>
              </a:cxn>
              <a:cxn ang="0">
                <a:pos x="connsiteX62118" y="connsiteY62118"/>
              </a:cxn>
              <a:cxn ang="0">
                <a:pos x="connsiteX62119" y="connsiteY62119"/>
              </a:cxn>
              <a:cxn ang="0">
                <a:pos x="connsiteX62120" y="connsiteY62120"/>
              </a:cxn>
              <a:cxn ang="0">
                <a:pos x="connsiteX62121" y="connsiteY62121"/>
              </a:cxn>
              <a:cxn ang="0">
                <a:pos x="connsiteX62122" y="connsiteY62122"/>
              </a:cxn>
              <a:cxn ang="0">
                <a:pos x="connsiteX62123" y="connsiteY62123"/>
              </a:cxn>
              <a:cxn ang="0">
                <a:pos x="connsiteX62124" y="connsiteY62124"/>
              </a:cxn>
              <a:cxn ang="0">
                <a:pos x="connsiteX62125" y="connsiteY62125"/>
              </a:cxn>
              <a:cxn ang="0">
                <a:pos x="connsiteX62126" y="connsiteY62126"/>
              </a:cxn>
              <a:cxn ang="0">
                <a:pos x="connsiteX62127" y="connsiteY62127"/>
              </a:cxn>
              <a:cxn ang="0">
                <a:pos x="connsiteX62128" y="connsiteY62128"/>
              </a:cxn>
              <a:cxn ang="0">
                <a:pos x="connsiteX62129" y="connsiteY62129"/>
              </a:cxn>
              <a:cxn ang="0">
                <a:pos x="connsiteX62130" y="connsiteY62130"/>
              </a:cxn>
              <a:cxn ang="0">
                <a:pos x="connsiteX62131" y="connsiteY62131"/>
              </a:cxn>
              <a:cxn ang="0">
                <a:pos x="connsiteX62132" y="connsiteY62132"/>
              </a:cxn>
              <a:cxn ang="0">
                <a:pos x="connsiteX62133" y="connsiteY62133"/>
              </a:cxn>
              <a:cxn ang="0">
                <a:pos x="connsiteX62134" y="connsiteY62134"/>
              </a:cxn>
              <a:cxn ang="0">
                <a:pos x="connsiteX62135" y="connsiteY62135"/>
              </a:cxn>
              <a:cxn ang="0">
                <a:pos x="connsiteX62136" y="connsiteY62136"/>
              </a:cxn>
              <a:cxn ang="0">
                <a:pos x="connsiteX62137" y="connsiteY62137"/>
              </a:cxn>
              <a:cxn ang="0">
                <a:pos x="connsiteX62138" y="connsiteY62138"/>
              </a:cxn>
              <a:cxn ang="0">
                <a:pos x="connsiteX62139" y="connsiteY62139"/>
              </a:cxn>
              <a:cxn ang="0">
                <a:pos x="connsiteX62140" y="connsiteY62140"/>
              </a:cxn>
              <a:cxn ang="0">
                <a:pos x="connsiteX62141" y="connsiteY62141"/>
              </a:cxn>
              <a:cxn ang="0">
                <a:pos x="connsiteX62142" y="connsiteY62142"/>
              </a:cxn>
              <a:cxn ang="0">
                <a:pos x="connsiteX62143" y="connsiteY62143"/>
              </a:cxn>
              <a:cxn ang="0">
                <a:pos x="connsiteX62144" y="connsiteY62144"/>
              </a:cxn>
              <a:cxn ang="0">
                <a:pos x="connsiteX62145" y="connsiteY62145"/>
              </a:cxn>
              <a:cxn ang="0">
                <a:pos x="connsiteX62146" y="connsiteY62146"/>
              </a:cxn>
              <a:cxn ang="0">
                <a:pos x="connsiteX62147" y="connsiteY62147"/>
              </a:cxn>
              <a:cxn ang="0">
                <a:pos x="connsiteX62148" y="connsiteY62148"/>
              </a:cxn>
              <a:cxn ang="0">
                <a:pos x="connsiteX62149" y="connsiteY62149"/>
              </a:cxn>
              <a:cxn ang="0">
                <a:pos x="connsiteX62150" y="connsiteY62150"/>
              </a:cxn>
              <a:cxn ang="0">
                <a:pos x="connsiteX62151" y="connsiteY62151"/>
              </a:cxn>
              <a:cxn ang="0">
                <a:pos x="connsiteX62152" y="connsiteY62152"/>
              </a:cxn>
              <a:cxn ang="0">
                <a:pos x="connsiteX62153" y="connsiteY62153"/>
              </a:cxn>
              <a:cxn ang="0">
                <a:pos x="connsiteX62154" y="connsiteY62154"/>
              </a:cxn>
              <a:cxn ang="0">
                <a:pos x="connsiteX62155" y="connsiteY62155"/>
              </a:cxn>
              <a:cxn ang="0">
                <a:pos x="connsiteX62156" y="connsiteY62156"/>
              </a:cxn>
              <a:cxn ang="0">
                <a:pos x="connsiteX62157" y="connsiteY62157"/>
              </a:cxn>
              <a:cxn ang="0">
                <a:pos x="connsiteX62158" y="connsiteY62158"/>
              </a:cxn>
              <a:cxn ang="0">
                <a:pos x="connsiteX62159" y="connsiteY62159"/>
              </a:cxn>
              <a:cxn ang="0">
                <a:pos x="connsiteX62160" y="connsiteY62160"/>
              </a:cxn>
              <a:cxn ang="0">
                <a:pos x="connsiteX62161" y="connsiteY62161"/>
              </a:cxn>
              <a:cxn ang="0">
                <a:pos x="connsiteX62162" y="connsiteY62162"/>
              </a:cxn>
              <a:cxn ang="0">
                <a:pos x="connsiteX62163" y="connsiteY62163"/>
              </a:cxn>
              <a:cxn ang="0">
                <a:pos x="connsiteX62164" y="connsiteY62164"/>
              </a:cxn>
              <a:cxn ang="0">
                <a:pos x="connsiteX62165" y="connsiteY62165"/>
              </a:cxn>
              <a:cxn ang="0">
                <a:pos x="connsiteX62166" y="connsiteY62166"/>
              </a:cxn>
              <a:cxn ang="0">
                <a:pos x="connsiteX62167" y="connsiteY62167"/>
              </a:cxn>
              <a:cxn ang="0">
                <a:pos x="connsiteX62168" y="connsiteY62168"/>
              </a:cxn>
              <a:cxn ang="0">
                <a:pos x="connsiteX62169" y="connsiteY62169"/>
              </a:cxn>
              <a:cxn ang="0">
                <a:pos x="connsiteX62170" y="connsiteY62170"/>
              </a:cxn>
              <a:cxn ang="0">
                <a:pos x="connsiteX62171" y="connsiteY62171"/>
              </a:cxn>
              <a:cxn ang="0">
                <a:pos x="connsiteX62172" y="connsiteY62172"/>
              </a:cxn>
              <a:cxn ang="0">
                <a:pos x="connsiteX62173" y="connsiteY62173"/>
              </a:cxn>
              <a:cxn ang="0">
                <a:pos x="connsiteX62174" y="connsiteY62174"/>
              </a:cxn>
              <a:cxn ang="0">
                <a:pos x="connsiteX62175" y="connsiteY62175"/>
              </a:cxn>
              <a:cxn ang="0">
                <a:pos x="connsiteX62176" y="connsiteY62176"/>
              </a:cxn>
              <a:cxn ang="0">
                <a:pos x="connsiteX62177" y="connsiteY62177"/>
              </a:cxn>
              <a:cxn ang="0">
                <a:pos x="connsiteX62178" y="connsiteY62178"/>
              </a:cxn>
              <a:cxn ang="0">
                <a:pos x="connsiteX62179" y="connsiteY62179"/>
              </a:cxn>
              <a:cxn ang="0">
                <a:pos x="connsiteX62180" y="connsiteY62180"/>
              </a:cxn>
              <a:cxn ang="0">
                <a:pos x="connsiteX62181" y="connsiteY62181"/>
              </a:cxn>
              <a:cxn ang="0">
                <a:pos x="connsiteX62182" y="connsiteY62182"/>
              </a:cxn>
              <a:cxn ang="0">
                <a:pos x="connsiteX62183" y="connsiteY62183"/>
              </a:cxn>
              <a:cxn ang="0">
                <a:pos x="connsiteX62184" y="connsiteY62184"/>
              </a:cxn>
              <a:cxn ang="0">
                <a:pos x="connsiteX62185" y="connsiteY62185"/>
              </a:cxn>
              <a:cxn ang="0">
                <a:pos x="connsiteX62186" y="connsiteY62186"/>
              </a:cxn>
              <a:cxn ang="0">
                <a:pos x="connsiteX62187" y="connsiteY62187"/>
              </a:cxn>
              <a:cxn ang="0">
                <a:pos x="connsiteX62188" y="connsiteY62188"/>
              </a:cxn>
              <a:cxn ang="0">
                <a:pos x="connsiteX62189" y="connsiteY62189"/>
              </a:cxn>
              <a:cxn ang="0">
                <a:pos x="connsiteX62190" y="connsiteY62190"/>
              </a:cxn>
              <a:cxn ang="0">
                <a:pos x="connsiteX62191" y="connsiteY62191"/>
              </a:cxn>
              <a:cxn ang="0">
                <a:pos x="connsiteX62192" y="connsiteY62192"/>
              </a:cxn>
              <a:cxn ang="0">
                <a:pos x="connsiteX62193" y="connsiteY62193"/>
              </a:cxn>
              <a:cxn ang="0">
                <a:pos x="connsiteX62194" y="connsiteY62194"/>
              </a:cxn>
              <a:cxn ang="0">
                <a:pos x="connsiteX62195" y="connsiteY62195"/>
              </a:cxn>
              <a:cxn ang="0">
                <a:pos x="connsiteX62196" y="connsiteY62196"/>
              </a:cxn>
              <a:cxn ang="0">
                <a:pos x="connsiteX62197" y="connsiteY62197"/>
              </a:cxn>
              <a:cxn ang="0">
                <a:pos x="connsiteX62198" y="connsiteY62198"/>
              </a:cxn>
              <a:cxn ang="0">
                <a:pos x="connsiteX62199" y="connsiteY62199"/>
              </a:cxn>
              <a:cxn ang="0">
                <a:pos x="connsiteX62200" y="connsiteY62200"/>
              </a:cxn>
              <a:cxn ang="0">
                <a:pos x="connsiteX62201" y="connsiteY62201"/>
              </a:cxn>
              <a:cxn ang="0">
                <a:pos x="connsiteX62202" y="connsiteY62202"/>
              </a:cxn>
              <a:cxn ang="0">
                <a:pos x="connsiteX62203" y="connsiteY62203"/>
              </a:cxn>
              <a:cxn ang="0">
                <a:pos x="connsiteX62204" y="connsiteY62204"/>
              </a:cxn>
              <a:cxn ang="0">
                <a:pos x="connsiteX62205" y="connsiteY62205"/>
              </a:cxn>
              <a:cxn ang="0">
                <a:pos x="connsiteX62206" y="connsiteY62206"/>
              </a:cxn>
              <a:cxn ang="0">
                <a:pos x="connsiteX62207" y="connsiteY62207"/>
              </a:cxn>
              <a:cxn ang="0">
                <a:pos x="connsiteX62208" y="connsiteY62208"/>
              </a:cxn>
              <a:cxn ang="0">
                <a:pos x="connsiteX62209" y="connsiteY62209"/>
              </a:cxn>
              <a:cxn ang="0">
                <a:pos x="connsiteX62210" y="connsiteY62210"/>
              </a:cxn>
              <a:cxn ang="0">
                <a:pos x="connsiteX62211" y="connsiteY62211"/>
              </a:cxn>
              <a:cxn ang="0">
                <a:pos x="connsiteX62212" y="connsiteY62212"/>
              </a:cxn>
              <a:cxn ang="0">
                <a:pos x="connsiteX62213" y="connsiteY62213"/>
              </a:cxn>
              <a:cxn ang="0">
                <a:pos x="connsiteX62214" y="connsiteY62214"/>
              </a:cxn>
              <a:cxn ang="0">
                <a:pos x="connsiteX62215" y="connsiteY62215"/>
              </a:cxn>
              <a:cxn ang="0">
                <a:pos x="connsiteX62216" y="connsiteY62216"/>
              </a:cxn>
              <a:cxn ang="0">
                <a:pos x="connsiteX62217" y="connsiteY62217"/>
              </a:cxn>
              <a:cxn ang="0">
                <a:pos x="connsiteX62218" y="connsiteY62218"/>
              </a:cxn>
              <a:cxn ang="0">
                <a:pos x="connsiteX62219" y="connsiteY62219"/>
              </a:cxn>
              <a:cxn ang="0">
                <a:pos x="connsiteX62220" y="connsiteY62220"/>
              </a:cxn>
              <a:cxn ang="0">
                <a:pos x="connsiteX62221" y="connsiteY62221"/>
              </a:cxn>
              <a:cxn ang="0">
                <a:pos x="connsiteX62222" y="connsiteY62222"/>
              </a:cxn>
              <a:cxn ang="0">
                <a:pos x="connsiteX62223" y="connsiteY62223"/>
              </a:cxn>
              <a:cxn ang="0">
                <a:pos x="connsiteX62224" y="connsiteY62224"/>
              </a:cxn>
              <a:cxn ang="0">
                <a:pos x="connsiteX62225" y="connsiteY62225"/>
              </a:cxn>
              <a:cxn ang="0">
                <a:pos x="connsiteX62226" y="connsiteY62226"/>
              </a:cxn>
              <a:cxn ang="0">
                <a:pos x="connsiteX62227" y="connsiteY62227"/>
              </a:cxn>
              <a:cxn ang="0">
                <a:pos x="connsiteX62228" y="connsiteY62228"/>
              </a:cxn>
              <a:cxn ang="0">
                <a:pos x="connsiteX62229" y="connsiteY62229"/>
              </a:cxn>
              <a:cxn ang="0">
                <a:pos x="connsiteX62230" y="connsiteY62230"/>
              </a:cxn>
              <a:cxn ang="0">
                <a:pos x="connsiteX62231" y="connsiteY62231"/>
              </a:cxn>
              <a:cxn ang="0">
                <a:pos x="connsiteX62232" y="connsiteY62232"/>
              </a:cxn>
              <a:cxn ang="0">
                <a:pos x="connsiteX62233" y="connsiteY62233"/>
              </a:cxn>
              <a:cxn ang="0">
                <a:pos x="connsiteX62234" y="connsiteY62234"/>
              </a:cxn>
              <a:cxn ang="0">
                <a:pos x="connsiteX62235" y="connsiteY62235"/>
              </a:cxn>
              <a:cxn ang="0">
                <a:pos x="connsiteX62236" y="connsiteY62236"/>
              </a:cxn>
              <a:cxn ang="0">
                <a:pos x="connsiteX62237" y="connsiteY62237"/>
              </a:cxn>
              <a:cxn ang="0">
                <a:pos x="connsiteX62238" y="connsiteY62238"/>
              </a:cxn>
              <a:cxn ang="0">
                <a:pos x="connsiteX62239" y="connsiteY62239"/>
              </a:cxn>
              <a:cxn ang="0">
                <a:pos x="connsiteX62240" y="connsiteY62240"/>
              </a:cxn>
              <a:cxn ang="0">
                <a:pos x="connsiteX62241" y="connsiteY62241"/>
              </a:cxn>
              <a:cxn ang="0">
                <a:pos x="connsiteX62242" y="connsiteY62242"/>
              </a:cxn>
              <a:cxn ang="0">
                <a:pos x="connsiteX62243" y="connsiteY62243"/>
              </a:cxn>
              <a:cxn ang="0">
                <a:pos x="connsiteX62244" y="connsiteY62244"/>
              </a:cxn>
              <a:cxn ang="0">
                <a:pos x="connsiteX62245" y="connsiteY62245"/>
              </a:cxn>
              <a:cxn ang="0">
                <a:pos x="connsiteX62246" y="connsiteY62246"/>
              </a:cxn>
              <a:cxn ang="0">
                <a:pos x="connsiteX62247" y="connsiteY62247"/>
              </a:cxn>
              <a:cxn ang="0">
                <a:pos x="connsiteX62248" y="connsiteY62248"/>
              </a:cxn>
              <a:cxn ang="0">
                <a:pos x="connsiteX62249" y="connsiteY62249"/>
              </a:cxn>
              <a:cxn ang="0">
                <a:pos x="connsiteX62250" y="connsiteY62250"/>
              </a:cxn>
              <a:cxn ang="0">
                <a:pos x="connsiteX62251" y="connsiteY62251"/>
              </a:cxn>
              <a:cxn ang="0">
                <a:pos x="connsiteX62252" y="connsiteY62252"/>
              </a:cxn>
              <a:cxn ang="0">
                <a:pos x="connsiteX62253" y="connsiteY62253"/>
              </a:cxn>
              <a:cxn ang="0">
                <a:pos x="connsiteX62254" y="connsiteY62254"/>
              </a:cxn>
              <a:cxn ang="0">
                <a:pos x="connsiteX62255" y="connsiteY62255"/>
              </a:cxn>
              <a:cxn ang="0">
                <a:pos x="connsiteX62256" y="connsiteY62256"/>
              </a:cxn>
              <a:cxn ang="0">
                <a:pos x="connsiteX62257" y="connsiteY62257"/>
              </a:cxn>
              <a:cxn ang="0">
                <a:pos x="connsiteX62258" y="connsiteY62258"/>
              </a:cxn>
              <a:cxn ang="0">
                <a:pos x="connsiteX62259" y="connsiteY62259"/>
              </a:cxn>
              <a:cxn ang="0">
                <a:pos x="connsiteX62260" y="connsiteY62260"/>
              </a:cxn>
              <a:cxn ang="0">
                <a:pos x="connsiteX62261" y="connsiteY62261"/>
              </a:cxn>
              <a:cxn ang="0">
                <a:pos x="connsiteX62262" y="connsiteY62262"/>
              </a:cxn>
              <a:cxn ang="0">
                <a:pos x="connsiteX62263" y="connsiteY62263"/>
              </a:cxn>
              <a:cxn ang="0">
                <a:pos x="connsiteX62264" y="connsiteY62264"/>
              </a:cxn>
              <a:cxn ang="0">
                <a:pos x="connsiteX62265" y="connsiteY62265"/>
              </a:cxn>
              <a:cxn ang="0">
                <a:pos x="connsiteX62266" y="connsiteY62266"/>
              </a:cxn>
              <a:cxn ang="0">
                <a:pos x="connsiteX62267" y="connsiteY62267"/>
              </a:cxn>
              <a:cxn ang="0">
                <a:pos x="connsiteX62268" y="connsiteY62268"/>
              </a:cxn>
              <a:cxn ang="0">
                <a:pos x="connsiteX62269" y="connsiteY62269"/>
              </a:cxn>
              <a:cxn ang="0">
                <a:pos x="connsiteX62270" y="connsiteY62270"/>
              </a:cxn>
              <a:cxn ang="0">
                <a:pos x="connsiteX62271" y="connsiteY62271"/>
              </a:cxn>
              <a:cxn ang="0">
                <a:pos x="connsiteX62272" y="connsiteY62272"/>
              </a:cxn>
              <a:cxn ang="0">
                <a:pos x="connsiteX62273" y="connsiteY62273"/>
              </a:cxn>
              <a:cxn ang="0">
                <a:pos x="connsiteX62274" y="connsiteY62274"/>
              </a:cxn>
              <a:cxn ang="0">
                <a:pos x="connsiteX62275" y="connsiteY62275"/>
              </a:cxn>
              <a:cxn ang="0">
                <a:pos x="connsiteX62276" y="connsiteY62276"/>
              </a:cxn>
              <a:cxn ang="0">
                <a:pos x="connsiteX62277" y="connsiteY62277"/>
              </a:cxn>
              <a:cxn ang="0">
                <a:pos x="connsiteX62278" y="connsiteY62278"/>
              </a:cxn>
              <a:cxn ang="0">
                <a:pos x="connsiteX62279" y="connsiteY62279"/>
              </a:cxn>
              <a:cxn ang="0">
                <a:pos x="connsiteX62280" y="connsiteY62280"/>
              </a:cxn>
              <a:cxn ang="0">
                <a:pos x="connsiteX62281" y="connsiteY62281"/>
              </a:cxn>
              <a:cxn ang="0">
                <a:pos x="connsiteX62282" y="connsiteY62282"/>
              </a:cxn>
              <a:cxn ang="0">
                <a:pos x="connsiteX62283" y="connsiteY62283"/>
              </a:cxn>
              <a:cxn ang="0">
                <a:pos x="connsiteX62284" y="connsiteY62284"/>
              </a:cxn>
              <a:cxn ang="0">
                <a:pos x="connsiteX62285" y="connsiteY62285"/>
              </a:cxn>
              <a:cxn ang="0">
                <a:pos x="connsiteX62286" y="connsiteY62286"/>
              </a:cxn>
              <a:cxn ang="0">
                <a:pos x="connsiteX62287" y="connsiteY62287"/>
              </a:cxn>
              <a:cxn ang="0">
                <a:pos x="connsiteX62288" y="connsiteY62288"/>
              </a:cxn>
              <a:cxn ang="0">
                <a:pos x="connsiteX62289" y="connsiteY62289"/>
              </a:cxn>
              <a:cxn ang="0">
                <a:pos x="connsiteX62290" y="connsiteY62290"/>
              </a:cxn>
              <a:cxn ang="0">
                <a:pos x="connsiteX62291" y="connsiteY62291"/>
              </a:cxn>
              <a:cxn ang="0">
                <a:pos x="connsiteX62292" y="connsiteY62292"/>
              </a:cxn>
              <a:cxn ang="0">
                <a:pos x="connsiteX62293" y="connsiteY62293"/>
              </a:cxn>
              <a:cxn ang="0">
                <a:pos x="connsiteX62294" y="connsiteY62294"/>
              </a:cxn>
              <a:cxn ang="0">
                <a:pos x="connsiteX62295" y="connsiteY62295"/>
              </a:cxn>
              <a:cxn ang="0">
                <a:pos x="connsiteX62296" y="connsiteY62296"/>
              </a:cxn>
              <a:cxn ang="0">
                <a:pos x="connsiteX62297" y="connsiteY62297"/>
              </a:cxn>
              <a:cxn ang="0">
                <a:pos x="connsiteX62298" y="connsiteY62298"/>
              </a:cxn>
              <a:cxn ang="0">
                <a:pos x="connsiteX62299" y="connsiteY62299"/>
              </a:cxn>
              <a:cxn ang="0">
                <a:pos x="connsiteX62300" y="connsiteY62300"/>
              </a:cxn>
              <a:cxn ang="0">
                <a:pos x="connsiteX62301" y="connsiteY62301"/>
              </a:cxn>
              <a:cxn ang="0">
                <a:pos x="connsiteX62302" y="connsiteY62302"/>
              </a:cxn>
              <a:cxn ang="0">
                <a:pos x="connsiteX62303" y="connsiteY62303"/>
              </a:cxn>
              <a:cxn ang="0">
                <a:pos x="connsiteX62304" y="connsiteY62304"/>
              </a:cxn>
              <a:cxn ang="0">
                <a:pos x="connsiteX62305" y="connsiteY62305"/>
              </a:cxn>
              <a:cxn ang="0">
                <a:pos x="connsiteX62306" y="connsiteY62306"/>
              </a:cxn>
              <a:cxn ang="0">
                <a:pos x="connsiteX62307" y="connsiteY62307"/>
              </a:cxn>
              <a:cxn ang="0">
                <a:pos x="connsiteX62308" y="connsiteY62308"/>
              </a:cxn>
              <a:cxn ang="0">
                <a:pos x="connsiteX62309" y="connsiteY62309"/>
              </a:cxn>
              <a:cxn ang="0">
                <a:pos x="connsiteX62310" y="connsiteY62310"/>
              </a:cxn>
              <a:cxn ang="0">
                <a:pos x="connsiteX62311" y="connsiteY62311"/>
              </a:cxn>
              <a:cxn ang="0">
                <a:pos x="connsiteX62312" y="connsiteY62312"/>
              </a:cxn>
              <a:cxn ang="0">
                <a:pos x="connsiteX62313" y="connsiteY62313"/>
              </a:cxn>
              <a:cxn ang="0">
                <a:pos x="connsiteX62314" y="connsiteY62314"/>
              </a:cxn>
              <a:cxn ang="0">
                <a:pos x="connsiteX62315" y="connsiteY62315"/>
              </a:cxn>
              <a:cxn ang="0">
                <a:pos x="connsiteX62316" y="connsiteY62316"/>
              </a:cxn>
              <a:cxn ang="0">
                <a:pos x="connsiteX62317" y="connsiteY62317"/>
              </a:cxn>
              <a:cxn ang="0">
                <a:pos x="connsiteX62318" y="connsiteY62318"/>
              </a:cxn>
              <a:cxn ang="0">
                <a:pos x="connsiteX62319" y="connsiteY62319"/>
              </a:cxn>
              <a:cxn ang="0">
                <a:pos x="connsiteX62320" y="connsiteY62320"/>
              </a:cxn>
              <a:cxn ang="0">
                <a:pos x="connsiteX62321" y="connsiteY62321"/>
              </a:cxn>
              <a:cxn ang="0">
                <a:pos x="connsiteX62322" y="connsiteY62322"/>
              </a:cxn>
              <a:cxn ang="0">
                <a:pos x="connsiteX62323" y="connsiteY62323"/>
              </a:cxn>
              <a:cxn ang="0">
                <a:pos x="connsiteX62324" y="connsiteY62324"/>
              </a:cxn>
              <a:cxn ang="0">
                <a:pos x="connsiteX62325" y="connsiteY62325"/>
              </a:cxn>
              <a:cxn ang="0">
                <a:pos x="connsiteX62326" y="connsiteY62326"/>
              </a:cxn>
              <a:cxn ang="0">
                <a:pos x="connsiteX62327" y="connsiteY62327"/>
              </a:cxn>
              <a:cxn ang="0">
                <a:pos x="connsiteX62328" y="connsiteY62328"/>
              </a:cxn>
              <a:cxn ang="0">
                <a:pos x="connsiteX62329" y="connsiteY62329"/>
              </a:cxn>
              <a:cxn ang="0">
                <a:pos x="connsiteX62330" y="connsiteY62330"/>
              </a:cxn>
              <a:cxn ang="0">
                <a:pos x="connsiteX62331" y="connsiteY62331"/>
              </a:cxn>
              <a:cxn ang="0">
                <a:pos x="connsiteX62332" y="connsiteY62332"/>
              </a:cxn>
              <a:cxn ang="0">
                <a:pos x="connsiteX62333" y="connsiteY62333"/>
              </a:cxn>
              <a:cxn ang="0">
                <a:pos x="connsiteX62334" y="connsiteY62334"/>
              </a:cxn>
              <a:cxn ang="0">
                <a:pos x="connsiteX62335" y="connsiteY62335"/>
              </a:cxn>
              <a:cxn ang="0">
                <a:pos x="connsiteX62336" y="connsiteY62336"/>
              </a:cxn>
              <a:cxn ang="0">
                <a:pos x="connsiteX62337" y="connsiteY62337"/>
              </a:cxn>
              <a:cxn ang="0">
                <a:pos x="connsiteX62338" y="connsiteY62338"/>
              </a:cxn>
              <a:cxn ang="0">
                <a:pos x="connsiteX62339" y="connsiteY62339"/>
              </a:cxn>
              <a:cxn ang="0">
                <a:pos x="connsiteX62340" y="connsiteY62340"/>
              </a:cxn>
              <a:cxn ang="0">
                <a:pos x="connsiteX62341" y="connsiteY62341"/>
              </a:cxn>
              <a:cxn ang="0">
                <a:pos x="connsiteX62342" y="connsiteY62342"/>
              </a:cxn>
              <a:cxn ang="0">
                <a:pos x="connsiteX62343" y="connsiteY62343"/>
              </a:cxn>
              <a:cxn ang="0">
                <a:pos x="connsiteX62344" y="connsiteY62344"/>
              </a:cxn>
              <a:cxn ang="0">
                <a:pos x="connsiteX62345" y="connsiteY62345"/>
              </a:cxn>
              <a:cxn ang="0">
                <a:pos x="connsiteX62346" y="connsiteY62346"/>
              </a:cxn>
              <a:cxn ang="0">
                <a:pos x="connsiteX62347" y="connsiteY62347"/>
              </a:cxn>
              <a:cxn ang="0">
                <a:pos x="connsiteX62348" y="connsiteY62348"/>
              </a:cxn>
              <a:cxn ang="0">
                <a:pos x="connsiteX62349" y="connsiteY62349"/>
              </a:cxn>
              <a:cxn ang="0">
                <a:pos x="connsiteX62350" y="connsiteY62350"/>
              </a:cxn>
              <a:cxn ang="0">
                <a:pos x="connsiteX62351" y="connsiteY62351"/>
              </a:cxn>
              <a:cxn ang="0">
                <a:pos x="connsiteX62352" y="connsiteY62352"/>
              </a:cxn>
              <a:cxn ang="0">
                <a:pos x="connsiteX62353" y="connsiteY62353"/>
              </a:cxn>
              <a:cxn ang="0">
                <a:pos x="connsiteX62354" y="connsiteY62354"/>
              </a:cxn>
              <a:cxn ang="0">
                <a:pos x="connsiteX62355" y="connsiteY62355"/>
              </a:cxn>
              <a:cxn ang="0">
                <a:pos x="connsiteX62356" y="connsiteY62356"/>
              </a:cxn>
              <a:cxn ang="0">
                <a:pos x="connsiteX62357" y="connsiteY62357"/>
              </a:cxn>
              <a:cxn ang="0">
                <a:pos x="connsiteX62358" y="connsiteY62358"/>
              </a:cxn>
              <a:cxn ang="0">
                <a:pos x="connsiteX62359" y="connsiteY62359"/>
              </a:cxn>
              <a:cxn ang="0">
                <a:pos x="connsiteX62360" y="connsiteY62360"/>
              </a:cxn>
              <a:cxn ang="0">
                <a:pos x="connsiteX62361" y="connsiteY62361"/>
              </a:cxn>
              <a:cxn ang="0">
                <a:pos x="connsiteX62362" y="connsiteY62362"/>
              </a:cxn>
              <a:cxn ang="0">
                <a:pos x="connsiteX62363" y="connsiteY62363"/>
              </a:cxn>
              <a:cxn ang="0">
                <a:pos x="connsiteX62364" y="connsiteY62364"/>
              </a:cxn>
              <a:cxn ang="0">
                <a:pos x="connsiteX62365" y="connsiteY62365"/>
              </a:cxn>
              <a:cxn ang="0">
                <a:pos x="connsiteX62366" y="connsiteY62366"/>
              </a:cxn>
              <a:cxn ang="0">
                <a:pos x="connsiteX62367" y="connsiteY62367"/>
              </a:cxn>
              <a:cxn ang="0">
                <a:pos x="connsiteX62368" y="connsiteY62368"/>
              </a:cxn>
              <a:cxn ang="0">
                <a:pos x="connsiteX62369" y="connsiteY62369"/>
              </a:cxn>
              <a:cxn ang="0">
                <a:pos x="connsiteX62370" y="connsiteY62370"/>
              </a:cxn>
              <a:cxn ang="0">
                <a:pos x="connsiteX62371" y="connsiteY62371"/>
              </a:cxn>
              <a:cxn ang="0">
                <a:pos x="connsiteX62372" y="connsiteY62372"/>
              </a:cxn>
              <a:cxn ang="0">
                <a:pos x="connsiteX62373" y="connsiteY62373"/>
              </a:cxn>
              <a:cxn ang="0">
                <a:pos x="connsiteX62374" y="connsiteY62374"/>
              </a:cxn>
              <a:cxn ang="0">
                <a:pos x="connsiteX62375" y="connsiteY62375"/>
              </a:cxn>
              <a:cxn ang="0">
                <a:pos x="connsiteX62376" y="connsiteY62376"/>
              </a:cxn>
              <a:cxn ang="0">
                <a:pos x="connsiteX62377" y="connsiteY62377"/>
              </a:cxn>
              <a:cxn ang="0">
                <a:pos x="connsiteX62378" y="connsiteY62378"/>
              </a:cxn>
              <a:cxn ang="0">
                <a:pos x="connsiteX62379" y="connsiteY62379"/>
              </a:cxn>
              <a:cxn ang="0">
                <a:pos x="connsiteX62380" y="connsiteY62380"/>
              </a:cxn>
              <a:cxn ang="0">
                <a:pos x="connsiteX62381" y="connsiteY62381"/>
              </a:cxn>
              <a:cxn ang="0">
                <a:pos x="connsiteX62382" y="connsiteY62382"/>
              </a:cxn>
              <a:cxn ang="0">
                <a:pos x="connsiteX62383" y="connsiteY62383"/>
              </a:cxn>
              <a:cxn ang="0">
                <a:pos x="connsiteX62384" y="connsiteY62384"/>
              </a:cxn>
              <a:cxn ang="0">
                <a:pos x="connsiteX62385" y="connsiteY62385"/>
              </a:cxn>
              <a:cxn ang="0">
                <a:pos x="connsiteX62386" y="connsiteY62386"/>
              </a:cxn>
              <a:cxn ang="0">
                <a:pos x="connsiteX62387" y="connsiteY62387"/>
              </a:cxn>
              <a:cxn ang="0">
                <a:pos x="connsiteX62388" y="connsiteY62388"/>
              </a:cxn>
              <a:cxn ang="0">
                <a:pos x="connsiteX62389" y="connsiteY62389"/>
              </a:cxn>
              <a:cxn ang="0">
                <a:pos x="connsiteX62390" y="connsiteY62390"/>
              </a:cxn>
              <a:cxn ang="0">
                <a:pos x="connsiteX62391" y="connsiteY62391"/>
              </a:cxn>
              <a:cxn ang="0">
                <a:pos x="connsiteX62392" y="connsiteY62392"/>
              </a:cxn>
              <a:cxn ang="0">
                <a:pos x="connsiteX62393" y="connsiteY62393"/>
              </a:cxn>
              <a:cxn ang="0">
                <a:pos x="connsiteX62394" y="connsiteY62394"/>
              </a:cxn>
              <a:cxn ang="0">
                <a:pos x="connsiteX62395" y="connsiteY62395"/>
              </a:cxn>
              <a:cxn ang="0">
                <a:pos x="connsiteX62396" y="connsiteY62396"/>
              </a:cxn>
              <a:cxn ang="0">
                <a:pos x="connsiteX62397" y="connsiteY62397"/>
              </a:cxn>
              <a:cxn ang="0">
                <a:pos x="connsiteX62398" y="connsiteY62398"/>
              </a:cxn>
              <a:cxn ang="0">
                <a:pos x="connsiteX62399" y="connsiteY62399"/>
              </a:cxn>
              <a:cxn ang="0">
                <a:pos x="connsiteX62400" y="connsiteY62400"/>
              </a:cxn>
              <a:cxn ang="0">
                <a:pos x="connsiteX62401" y="connsiteY62401"/>
              </a:cxn>
              <a:cxn ang="0">
                <a:pos x="connsiteX62402" y="connsiteY62402"/>
              </a:cxn>
              <a:cxn ang="0">
                <a:pos x="connsiteX62403" y="connsiteY62403"/>
              </a:cxn>
              <a:cxn ang="0">
                <a:pos x="connsiteX62404" y="connsiteY62404"/>
              </a:cxn>
              <a:cxn ang="0">
                <a:pos x="connsiteX62405" y="connsiteY62405"/>
              </a:cxn>
              <a:cxn ang="0">
                <a:pos x="connsiteX62406" y="connsiteY62406"/>
              </a:cxn>
              <a:cxn ang="0">
                <a:pos x="connsiteX62407" y="connsiteY62407"/>
              </a:cxn>
              <a:cxn ang="0">
                <a:pos x="connsiteX62408" y="connsiteY62408"/>
              </a:cxn>
              <a:cxn ang="0">
                <a:pos x="connsiteX62409" y="connsiteY62409"/>
              </a:cxn>
              <a:cxn ang="0">
                <a:pos x="connsiteX62410" y="connsiteY62410"/>
              </a:cxn>
              <a:cxn ang="0">
                <a:pos x="connsiteX62411" y="connsiteY62411"/>
              </a:cxn>
              <a:cxn ang="0">
                <a:pos x="connsiteX62412" y="connsiteY62412"/>
              </a:cxn>
              <a:cxn ang="0">
                <a:pos x="connsiteX62413" y="connsiteY62413"/>
              </a:cxn>
              <a:cxn ang="0">
                <a:pos x="connsiteX62414" y="connsiteY62414"/>
              </a:cxn>
              <a:cxn ang="0">
                <a:pos x="connsiteX62415" y="connsiteY62415"/>
              </a:cxn>
              <a:cxn ang="0">
                <a:pos x="connsiteX62416" y="connsiteY62416"/>
              </a:cxn>
              <a:cxn ang="0">
                <a:pos x="connsiteX62417" y="connsiteY62417"/>
              </a:cxn>
              <a:cxn ang="0">
                <a:pos x="connsiteX62418" y="connsiteY62418"/>
              </a:cxn>
              <a:cxn ang="0">
                <a:pos x="connsiteX62419" y="connsiteY62419"/>
              </a:cxn>
              <a:cxn ang="0">
                <a:pos x="connsiteX62420" y="connsiteY62420"/>
              </a:cxn>
              <a:cxn ang="0">
                <a:pos x="connsiteX62421" y="connsiteY62421"/>
              </a:cxn>
              <a:cxn ang="0">
                <a:pos x="connsiteX62422" y="connsiteY62422"/>
              </a:cxn>
              <a:cxn ang="0">
                <a:pos x="connsiteX62423" y="connsiteY62423"/>
              </a:cxn>
              <a:cxn ang="0">
                <a:pos x="connsiteX62424" y="connsiteY62424"/>
              </a:cxn>
              <a:cxn ang="0">
                <a:pos x="connsiteX62425" y="connsiteY62425"/>
              </a:cxn>
              <a:cxn ang="0">
                <a:pos x="connsiteX62426" y="connsiteY62426"/>
              </a:cxn>
              <a:cxn ang="0">
                <a:pos x="connsiteX62427" y="connsiteY62427"/>
              </a:cxn>
              <a:cxn ang="0">
                <a:pos x="connsiteX62428" y="connsiteY62428"/>
              </a:cxn>
              <a:cxn ang="0">
                <a:pos x="connsiteX62429" y="connsiteY62429"/>
              </a:cxn>
              <a:cxn ang="0">
                <a:pos x="connsiteX62430" y="connsiteY62430"/>
              </a:cxn>
              <a:cxn ang="0">
                <a:pos x="connsiteX62431" y="connsiteY62431"/>
              </a:cxn>
              <a:cxn ang="0">
                <a:pos x="connsiteX62432" y="connsiteY62432"/>
              </a:cxn>
              <a:cxn ang="0">
                <a:pos x="connsiteX62433" y="connsiteY62433"/>
              </a:cxn>
              <a:cxn ang="0">
                <a:pos x="connsiteX62434" y="connsiteY62434"/>
              </a:cxn>
              <a:cxn ang="0">
                <a:pos x="connsiteX62435" y="connsiteY62435"/>
              </a:cxn>
              <a:cxn ang="0">
                <a:pos x="connsiteX62436" y="connsiteY62436"/>
              </a:cxn>
              <a:cxn ang="0">
                <a:pos x="connsiteX62437" y="connsiteY62437"/>
              </a:cxn>
              <a:cxn ang="0">
                <a:pos x="connsiteX62438" y="connsiteY62438"/>
              </a:cxn>
              <a:cxn ang="0">
                <a:pos x="connsiteX62439" y="connsiteY62439"/>
              </a:cxn>
              <a:cxn ang="0">
                <a:pos x="connsiteX62440" y="connsiteY62440"/>
              </a:cxn>
              <a:cxn ang="0">
                <a:pos x="connsiteX62441" y="connsiteY62441"/>
              </a:cxn>
              <a:cxn ang="0">
                <a:pos x="connsiteX62442" y="connsiteY62442"/>
              </a:cxn>
              <a:cxn ang="0">
                <a:pos x="connsiteX62443" y="connsiteY62443"/>
              </a:cxn>
              <a:cxn ang="0">
                <a:pos x="connsiteX62444" y="connsiteY62444"/>
              </a:cxn>
              <a:cxn ang="0">
                <a:pos x="connsiteX62445" y="connsiteY62445"/>
              </a:cxn>
              <a:cxn ang="0">
                <a:pos x="connsiteX62446" y="connsiteY62446"/>
              </a:cxn>
              <a:cxn ang="0">
                <a:pos x="connsiteX62447" y="connsiteY62447"/>
              </a:cxn>
              <a:cxn ang="0">
                <a:pos x="connsiteX62448" y="connsiteY62448"/>
              </a:cxn>
              <a:cxn ang="0">
                <a:pos x="connsiteX62449" y="connsiteY62449"/>
              </a:cxn>
              <a:cxn ang="0">
                <a:pos x="connsiteX62450" y="connsiteY62450"/>
              </a:cxn>
              <a:cxn ang="0">
                <a:pos x="connsiteX62451" y="connsiteY62451"/>
              </a:cxn>
              <a:cxn ang="0">
                <a:pos x="connsiteX62452" y="connsiteY62452"/>
              </a:cxn>
              <a:cxn ang="0">
                <a:pos x="connsiteX62453" y="connsiteY62453"/>
              </a:cxn>
              <a:cxn ang="0">
                <a:pos x="connsiteX62454" y="connsiteY62454"/>
              </a:cxn>
              <a:cxn ang="0">
                <a:pos x="connsiteX62455" y="connsiteY62455"/>
              </a:cxn>
              <a:cxn ang="0">
                <a:pos x="connsiteX62456" y="connsiteY62456"/>
              </a:cxn>
              <a:cxn ang="0">
                <a:pos x="connsiteX62457" y="connsiteY62457"/>
              </a:cxn>
              <a:cxn ang="0">
                <a:pos x="connsiteX62458" y="connsiteY62458"/>
              </a:cxn>
              <a:cxn ang="0">
                <a:pos x="connsiteX62459" y="connsiteY62459"/>
              </a:cxn>
              <a:cxn ang="0">
                <a:pos x="connsiteX62460" y="connsiteY62460"/>
              </a:cxn>
              <a:cxn ang="0">
                <a:pos x="connsiteX62461" y="connsiteY62461"/>
              </a:cxn>
              <a:cxn ang="0">
                <a:pos x="connsiteX62462" y="connsiteY62462"/>
              </a:cxn>
              <a:cxn ang="0">
                <a:pos x="connsiteX62463" y="connsiteY62463"/>
              </a:cxn>
              <a:cxn ang="0">
                <a:pos x="connsiteX62464" y="connsiteY62464"/>
              </a:cxn>
              <a:cxn ang="0">
                <a:pos x="connsiteX62465" y="connsiteY62465"/>
              </a:cxn>
              <a:cxn ang="0">
                <a:pos x="connsiteX62466" y="connsiteY62466"/>
              </a:cxn>
              <a:cxn ang="0">
                <a:pos x="connsiteX62467" y="connsiteY62467"/>
              </a:cxn>
              <a:cxn ang="0">
                <a:pos x="connsiteX62468" y="connsiteY62468"/>
              </a:cxn>
              <a:cxn ang="0">
                <a:pos x="connsiteX62469" y="connsiteY62469"/>
              </a:cxn>
              <a:cxn ang="0">
                <a:pos x="connsiteX62470" y="connsiteY62470"/>
              </a:cxn>
              <a:cxn ang="0">
                <a:pos x="connsiteX62471" y="connsiteY62471"/>
              </a:cxn>
              <a:cxn ang="0">
                <a:pos x="connsiteX62472" y="connsiteY62472"/>
              </a:cxn>
              <a:cxn ang="0">
                <a:pos x="connsiteX62473" y="connsiteY62473"/>
              </a:cxn>
              <a:cxn ang="0">
                <a:pos x="connsiteX62474" y="connsiteY62474"/>
              </a:cxn>
              <a:cxn ang="0">
                <a:pos x="connsiteX62475" y="connsiteY62475"/>
              </a:cxn>
              <a:cxn ang="0">
                <a:pos x="connsiteX62476" y="connsiteY62476"/>
              </a:cxn>
              <a:cxn ang="0">
                <a:pos x="connsiteX62477" y="connsiteY62477"/>
              </a:cxn>
              <a:cxn ang="0">
                <a:pos x="connsiteX62478" y="connsiteY62478"/>
              </a:cxn>
              <a:cxn ang="0">
                <a:pos x="connsiteX62479" y="connsiteY62479"/>
              </a:cxn>
              <a:cxn ang="0">
                <a:pos x="connsiteX62480" y="connsiteY62480"/>
              </a:cxn>
              <a:cxn ang="0">
                <a:pos x="connsiteX62481" y="connsiteY62481"/>
              </a:cxn>
              <a:cxn ang="0">
                <a:pos x="connsiteX62482" y="connsiteY62482"/>
              </a:cxn>
              <a:cxn ang="0">
                <a:pos x="connsiteX62483" y="connsiteY62483"/>
              </a:cxn>
              <a:cxn ang="0">
                <a:pos x="connsiteX62484" y="connsiteY62484"/>
              </a:cxn>
              <a:cxn ang="0">
                <a:pos x="connsiteX62485" y="connsiteY62485"/>
              </a:cxn>
              <a:cxn ang="0">
                <a:pos x="connsiteX62486" y="connsiteY62486"/>
              </a:cxn>
              <a:cxn ang="0">
                <a:pos x="connsiteX62487" y="connsiteY62487"/>
              </a:cxn>
              <a:cxn ang="0">
                <a:pos x="connsiteX62488" y="connsiteY62488"/>
              </a:cxn>
              <a:cxn ang="0">
                <a:pos x="connsiteX62489" y="connsiteY62489"/>
              </a:cxn>
              <a:cxn ang="0">
                <a:pos x="connsiteX62490" y="connsiteY62490"/>
              </a:cxn>
              <a:cxn ang="0">
                <a:pos x="connsiteX62491" y="connsiteY62491"/>
              </a:cxn>
              <a:cxn ang="0">
                <a:pos x="connsiteX62492" y="connsiteY62492"/>
              </a:cxn>
              <a:cxn ang="0">
                <a:pos x="connsiteX62493" y="connsiteY62493"/>
              </a:cxn>
              <a:cxn ang="0">
                <a:pos x="connsiteX62494" y="connsiteY62494"/>
              </a:cxn>
              <a:cxn ang="0">
                <a:pos x="connsiteX62495" y="connsiteY62495"/>
              </a:cxn>
              <a:cxn ang="0">
                <a:pos x="connsiteX62496" y="connsiteY62496"/>
              </a:cxn>
              <a:cxn ang="0">
                <a:pos x="connsiteX62497" y="connsiteY62497"/>
              </a:cxn>
              <a:cxn ang="0">
                <a:pos x="connsiteX62498" y="connsiteY62498"/>
              </a:cxn>
              <a:cxn ang="0">
                <a:pos x="connsiteX62499" y="connsiteY62499"/>
              </a:cxn>
              <a:cxn ang="0">
                <a:pos x="connsiteX62500" y="connsiteY62500"/>
              </a:cxn>
              <a:cxn ang="0">
                <a:pos x="connsiteX62501" y="connsiteY62501"/>
              </a:cxn>
              <a:cxn ang="0">
                <a:pos x="connsiteX62502" y="connsiteY62502"/>
              </a:cxn>
              <a:cxn ang="0">
                <a:pos x="connsiteX62503" y="connsiteY62503"/>
              </a:cxn>
              <a:cxn ang="0">
                <a:pos x="connsiteX62504" y="connsiteY62504"/>
              </a:cxn>
              <a:cxn ang="0">
                <a:pos x="connsiteX62505" y="connsiteY62505"/>
              </a:cxn>
              <a:cxn ang="0">
                <a:pos x="connsiteX62506" y="connsiteY62506"/>
              </a:cxn>
              <a:cxn ang="0">
                <a:pos x="connsiteX62507" y="connsiteY62507"/>
              </a:cxn>
              <a:cxn ang="0">
                <a:pos x="connsiteX62508" y="connsiteY62508"/>
              </a:cxn>
              <a:cxn ang="0">
                <a:pos x="connsiteX62509" y="connsiteY62509"/>
              </a:cxn>
              <a:cxn ang="0">
                <a:pos x="connsiteX62510" y="connsiteY62510"/>
              </a:cxn>
              <a:cxn ang="0">
                <a:pos x="connsiteX62511" y="connsiteY62511"/>
              </a:cxn>
              <a:cxn ang="0">
                <a:pos x="connsiteX62512" y="connsiteY62512"/>
              </a:cxn>
              <a:cxn ang="0">
                <a:pos x="connsiteX62513" y="connsiteY62513"/>
              </a:cxn>
              <a:cxn ang="0">
                <a:pos x="connsiteX62514" y="connsiteY62514"/>
              </a:cxn>
              <a:cxn ang="0">
                <a:pos x="connsiteX62515" y="connsiteY62515"/>
              </a:cxn>
              <a:cxn ang="0">
                <a:pos x="connsiteX62516" y="connsiteY62516"/>
              </a:cxn>
              <a:cxn ang="0">
                <a:pos x="connsiteX62517" y="connsiteY62517"/>
              </a:cxn>
              <a:cxn ang="0">
                <a:pos x="connsiteX62518" y="connsiteY62518"/>
              </a:cxn>
              <a:cxn ang="0">
                <a:pos x="connsiteX62519" y="connsiteY62519"/>
              </a:cxn>
              <a:cxn ang="0">
                <a:pos x="connsiteX62520" y="connsiteY62520"/>
              </a:cxn>
              <a:cxn ang="0">
                <a:pos x="connsiteX62521" y="connsiteY62521"/>
              </a:cxn>
              <a:cxn ang="0">
                <a:pos x="connsiteX62522" y="connsiteY62522"/>
              </a:cxn>
              <a:cxn ang="0">
                <a:pos x="connsiteX62523" y="connsiteY62523"/>
              </a:cxn>
              <a:cxn ang="0">
                <a:pos x="connsiteX62524" y="connsiteY62524"/>
              </a:cxn>
              <a:cxn ang="0">
                <a:pos x="connsiteX62525" y="connsiteY62525"/>
              </a:cxn>
              <a:cxn ang="0">
                <a:pos x="connsiteX62526" y="connsiteY62526"/>
              </a:cxn>
              <a:cxn ang="0">
                <a:pos x="connsiteX62527" y="connsiteY62527"/>
              </a:cxn>
              <a:cxn ang="0">
                <a:pos x="connsiteX62528" y="connsiteY62528"/>
              </a:cxn>
              <a:cxn ang="0">
                <a:pos x="connsiteX62529" y="connsiteY62529"/>
              </a:cxn>
              <a:cxn ang="0">
                <a:pos x="connsiteX62530" y="connsiteY62530"/>
              </a:cxn>
              <a:cxn ang="0">
                <a:pos x="connsiteX62531" y="connsiteY62531"/>
              </a:cxn>
              <a:cxn ang="0">
                <a:pos x="connsiteX62532" y="connsiteY62532"/>
              </a:cxn>
              <a:cxn ang="0">
                <a:pos x="connsiteX62533" y="connsiteY62533"/>
              </a:cxn>
              <a:cxn ang="0">
                <a:pos x="connsiteX62534" y="connsiteY62534"/>
              </a:cxn>
              <a:cxn ang="0">
                <a:pos x="connsiteX62535" y="connsiteY62535"/>
              </a:cxn>
              <a:cxn ang="0">
                <a:pos x="connsiteX62536" y="connsiteY62536"/>
              </a:cxn>
              <a:cxn ang="0">
                <a:pos x="connsiteX62537" y="connsiteY62537"/>
              </a:cxn>
              <a:cxn ang="0">
                <a:pos x="connsiteX62538" y="connsiteY62538"/>
              </a:cxn>
              <a:cxn ang="0">
                <a:pos x="connsiteX62539" y="connsiteY62539"/>
              </a:cxn>
              <a:cxn ang="0">
                <a:pos x="connsiteX62540" y="connsiteY62540"/>
              </a:cxn>
              <a:cxn ang="0">
                <a:pos x="connsiteX62541" y="connsiteY62541"/>
              </a:cxn>
              <a:cxn ang="0">
                <a:pos x="connsiteX62542" y="connsiteY62542"/>
              </a:cxn>
              <a:cxn ang="0">
                <a:pos x="connsiteX62543" y="connsiteY62543"/>
              </a:cxn>
              <a:cxn ang="0">
                <a:pos x="connsiteX62544" y="connsiteY62544"/>
              </a:cxn>
              <a:cxn ang="0">
                <a:pos x="connsiteX62545" y="connsiteY62545"/>
              </a:cxn>
              <a:cxn ang="0">
                <a:pos x="connsiteX62546" y="connsiteY62546"/>
              </a:cxn>
              <a:cxn ang="0">
                <a:pos x="connsiteX62547" y="connsiteY62547"/>
              </a:cxn>
              <a:cxn ang="0">
                <a:pos x="connsiteX62548" y="connsiteY62548"/>
              </a:cxn>
              <a:cxn ang="0">
                <a:pos x="connsiteX62549" y="connsiteY62549"/>
              </a:cxn>
              <a:cxn ang="0">
                <a:pos x="connsiteX62550" y="connsiteY62550"/>
              </a:cxn>
              <a:cxn ang="0">
                <a:pos x="connsiteX62551" y="connsiteY62551"/>
              </a:cxn>
              <a:cxn ang="0">
                <a:pos x="connsiteX62552" y="connsiteY62552"/>
              </a:cxn>
              <a:cxn ang="0">
                <a:pos x="connsiteX62553" y="connsiteY62553"/>
              </a:cxn>
              <a:cxn ang="0">
                <a:pos x="connsiteX62554" y="connsiteY62554"/>
              </a:cxn>
              <a:cxn ang="0">
                <a:pos x="connsiteX62555" y="connsiteY62555"/>
              </a:cxn>
              <a:cxn ang="0">
                <a:pos x="connsiteX62556" y="connsiteY62556"/>
              </a:cxn>
              <a:cxn ang="0">
                <a:pos x="connsiteX62557" y="connsiteY62557"/>
              </a:cxn>
              <a:cxn ang="0">
                <a:pos x="connsiteX62558" y="connsiteY62558"/>
              </a:cxn>
              <a:cxn ang="0">
                <a:pos x="connsiteX62559" y="connsiteY62559"/>
              </a:cxn>
              <a:cxn ang="0">
                <a:pos x="connsiteX62560" y="connsiteY62560"/>
              </a:cxn>
              <a:cxn ang="0">
                <a:pos x="connsiteX62561" y="connsiteY62561"/>
              </a:cxn>
              <a:cxn ang="0">
                <a:pos x="connsiteX62562" y="connsiteY62562"/>
              </a:cxn>
              <a:cxn ang="0">
                <a:pos x="connsiteX62563" y="connsiteY62563"/>
              </a:cxn>
              <a:cxn ang="0">
                <a:pos x="connsiteX62564" y="connsiteY62564"/>
              </a:cxn>
              <a:cxn ang="0">
                <a:pos x="connsiteX62565" y="connsiteY62565"/>
              </a:cxn>
              <a:cxn ang="0">
                <a:pos x="connsiteX62566" y="connsiteY62566"/>
              </a:cxn>
              <a:cxn ang="0">
                <a:pos x="connsiteX62567" y="connsiteY62567"/>
              </a:cxn>
              <a:cxn ang="0">
                <a:pos x="connsiteX62568" y="connsiteY62568"/>
              </a:cxn>
              <a:cxn ang="0">
                <a:pos x="connsiteX62569" y="connsiteY62569"/>
              </a:cxn>
              <a:cxn ang="0">
                <a:pos x="connsiteX62570" y="connsiteY62570"/>
              </a:cxn>
              <a:cxn ang="0">
                <a:pos x="connsiteX62571" y="connsiteY62571"/>
              </a:cxn>
              <a:cxn ang="0">
                <a:pos x="connsiteX62572" y="connsiteY62572"/>
              </a:cxn>
              <a:cxn ang="0">
                <a:pos x="connsiteX62573" y="connsiteY62573"/>
              </a:cxn>
              <a:cxn ang="0">
                <a:pos x="connsiteX62574" y="connsiteY62574"/>
              </a:cxn>
              <a:cxn ang="0">
                <a:pos x="connsiteX62575" y="connsiteY62575"/>
              </a:cxn>
              <a:cxn ang="0">
                <a:pos x="connsiteX62576" y="connsiteY62576"/>
              </a:cxn>
              <a:cxn ang="0">
                <a:pos x="connsiteX62577" y="connsiteY62577"/>
              </a:cxn>
              <a:cxn ang="0">
                <a:pos x="connsiteX62578" y="connsiteY62578"/>
              </a:cxn>
              <a:cxn ang="0">
                <a:pos x="connsiteX62579" y="connsiteY62579"/>
              </a:cxn>
              <a:cxn ang="0">
                <a:pos x="connsiteX62580" y="connsiteY62580"/>
              </a:cxn>
              <a:cxn ang="0">
                <a:pos x="connsiteX62581" y="connsiteY62581"/>
              </a:cxn>
              <a:cxn ang="0">
                <a:pos x="connsiteX62582" y="connsiteY62582"/>
              </a:cxn>
              <a:cxn ang="0">
                <a:pos x="connsiteX62583" y="connsiteY62583"/>
              </a:cxn>
              <a:cxn ang="0">
                <a:pos x="connsiteX62584" y="connsiteY62584"/>
              </a:cxn>
              <a:cxn ang="0">
                <a:pos x="connsiteX62585" y="connsiteY62585"/>
              </a:cxn>
              <a:cxn ang="0">
                <a:pos x="connsiteX62586" y="connsiteY62586"/>
              </a:cxn>
              <a:cxn ang="0">
                <a:pos x="connsiteX62587" y="connsiteY62587"/>
              </a:cxn>
              <a:cxn ang="0">
                <a:pos x="connsiteX62588" y="connsiteY62588"/>
              </a:cxn>
              <a:cxn ang="0">
                <a:pos x="connsiteX62589" y="connsiteY62589"/>
              </a:cxn>
              <a:cxn ang="0">
                <a:pos x="connsiteX62590" y="connsiteY62590"/>
              </a:cxn>
              <a:cxn ang="0">
                <a:pos x="connsiteX62591" y="connsiteY62591"/>
              </a:cxn>
              <a:cxn ang="0">
                <a:pos x="connsiteX62592" y="connsiteY62592"/>
              </a:cxn>
              <a:cxn ang="0">
                <a:pos x="connsiteX62593" y="connsiteY62593"/>
              </a:cxn>
              <a:cxn ang="0">
                <a:pos x="connsiteX62594" y="connsiteY62594"/>
              </a:cxn>
              <a:cxn ang="0">
                <a:pos x="connsiteX62595" y="connsiteY62595"/>
              </a:cxn>
              <a:cxn ang="0">
                <a:pos x="connsiteX62596" y="connsiteY62596"/>
              </a:cxn>
              <a:cxn ang="0">
                <a:pos x="connsiteX62597" y="connsiteY62597"/>
              </a:cxn>
              <a:cxn ang="0">
                <a:pos x="connsiteX62598" y="connsiteY62598"/>
              </a:cxn>
              <a:cxn ang="0">
                <a:pos x="connsiteX62599" y="connsiteY62599"/>
              </a:cxn>
              <a:cxn ang="0">
                <a:pos x="connsiteX62600" y="connsiteY62600"/>
              </a:cxn>
              <a:cxn ang="0">
                <a:pos x="connsiteX62601" y="connsiteY62601"/>
              </a:cxn>
              <a:cxn ang="0">
                <a:pos x="connsiteX62602" y="connsiteY62602"/>
              </a:cxn>
              <a:cxn ang="0">
                <a:pos x="connsiteX62603" y="connsiteY62603"/>
              </a:cxn>
              <a:cxn ang="0">
                <a:pos x="connsiteX62604" y="connsiteY62604"/>
              </a:cxn>
              <a:cxn ang="0">
                <a:pos x="connsiteX62605" y="connsiteY62605"/>
              </a:cxn>
              <a:cxn ang="0">
                <a:pos x="connsiteX62606" y="connsiteY62606"/>
              </a:cxn>
              <a:cxn ang="0">
                <a:pos x="connsiteX62607" y="connsiteY62607"/>
              </a:cxn>
              <a:cxn ang="0">
                <a:pos x="connsiteX62608" y="connsiteY62608"/>
              </a:cxn>
              <a:cxn ang="0">
                <a:pos x="connsiteX62609" y="connsiteY62609"/>
              </a:cxn>
              <a:cxn ang="0">
                <a:pos x="connsiteX62610" y="connsiteY62610"/>
              </a:cxn>
              <a:cxn ang="0">
                <a:pos x="connsiteX62611" y="connsiteY62611"/>
              </a:cxn>
              <a:cxn ang="0">
                <a:pos x="connsiteX62612" y="connsiteY62612"/>
              </a:cxn>
              <a:cxn ang="0">
                <a:pos x="connsiteX62613" y="connsiteY62613"/>
              </a:cxn>
              <a:cxn ang="0">
                <a:pos x="connsiteX62614" y="connsiteY62614"/>
              </a:cxn>
              <a:cxn ang="0">
                <a:pos x="connsiteX62615" y="connsiteY62615"/>
              </a:cxn>
              <a:cxn ang="0">
                <a:pos x="connsiteX62616" y="connsiteY62616"/>
              </a:cxn>
              <a:cxn ang="0">
                <a:pos x="connsiteX62617" y="connsiteY62617"/>
              </a:cxn>
              <a:cxn ang="0">
                <a:pos x="connsiteX62618" y="connsiteY62618"/>
              </a:cxn>
              <a:cxn ang="0">
                <a:pos x="connsiteX62619" y="connsiteY62619"/>
              </a:cxn>
              <a:cxn ang="0">
                <a:pos x="connsiteX62620" y="connsiteY62620"/>
              </a:cxn>
              <a:cxn ang="0">
                <a:pos x="connsiteX62621" y="connsiteY62621"/>
              </a:cxn>
              <a:cxn ang="0">
                <a:pos x="connsiteX62622" y="connsiteY62622"/>
              </a:cxn>
              <a:cxn ang="0">
                <a:pos x="connsiteX62623" y="connsiteY62623"/>
              </a:cxn>
              <a:cxn ang="0">
                <a:pos x="connsiteX62624" y="connsiteY62624"/>
              </a:cxn>
              <a:cxn ang="0">
                <a:pos x="connsiteX62625" y="connsiteY62625"/>
              </a:cxn>
              <a:cxn ang="0">
                <a:pos x="connsiteX62626" y="connsiteY62626"/>
              </a:cxn>
              <a:cxn ang="0">
                <a:pos x="connsiteX62627" y="connsiteY62627"/>
              </a:cxn>
              <a:cxn ang="0">
                <a:pos x="connsiteX62628" y="connsiteY62628"/>
              </a:cxn>
              <a:cxn ang="0">
                <a:pos x="connsiteX62629" y="connsiteY62629"/>
              </a:cxn>
              <a:cxn ang="0">
                <a:pos x="connsiteX62630" y="connsiteY62630"/>
              </a:cxn>
              <a:cxn ang="0">
                <a:pos x="connsiteX62631" y="connsiteY62631"/>
              </a:cxn>
              <a:cxn ang="0">
                <a:pos x="connsiteX62632" y="connsiteY62632"/>
              </a:cxn>
              <a:cxn ang="0">
                <a:pos x="connsiteX62633" y="connsiteY62633"/>
              </a:cxn>
              <a:cxn ang="0">
                <a:pos x="connsiteX62634" y="connsiteY62634"/>
              </a:cxn>
              <a:cxn ang="0">
                <a:pos x="connsiteX62635" y="connsiteY62635"/>
              </a:cxn>
              <a:cxn ang="0">
                <a:pos x="connsiteX62636" y="connsiteY62636"/>
              </a:cxn>
              <a:cxn ang="0">
                <a:pos x="connsiteX62637" y="connsiteY62637"/>
              </a:cxn>
              <a:cxn ang="0">
                <a:pos x="connsiteX62638" y="connsiteY62638"/>
              </a:cxn>
              <a:cxn ang="0">
                <a:pos x="connsiteX62639" y="connsiteY62639"/>
              </a:cxn>
              <a:cxn ang="0">
                <a:pos x="connsiteX62640" y="connsiteY62640"/>
              </a:cxn>
              <a:cxn ang="0">
                <a:pos x="connsiteX62641" y="connsiteY62641"/>
              </a:cxn>
              <a:cxn ang="0">
                <a:pos x="connsiteX62642" y="connsiteY62642"/>
              </a:cxn>
              <a:cxn ang="0">
                <a:pos x="connsiteX62643" y="connsiteY62643"/>
              </a:cxn>
              <a:cxn ang="0">
                <a:pos x="connsiteX62644" y="connsiteY62644"/>
              </a:cxn>
              <a:cxn ang="0">
                <a:pos x="connsiteX62645" y="connsiteY62645"/>
              </a:cxn>
              <a:cxn ang="0">
                <a:pos x="connsiteX62646" y="connsiteY62646"/>
              </a:cxn>
              <a:cxn ang="0">
                <a:pos x="connsiteX62647" y="connsiteY62647"/>
              </a:cxn>
              <a:cxn ang="0">
                <a:pos x="connsiteX62648" y="connsiteY62648"/>
              </a:cxn>
              <a:cxn ang="0">
                <a:pos x="connsiteX62649" y="connsiteY62649"/>
              </a:cxn>
              <a:cxn ang="0">
                <a:pos x="connsiteX62650" y="connsiteY62650"/>
              </a:cxn>
              <a:cxn ang="0">
                <a:pos x="connsiteX62651" y="connsiteY62651"/>
              </a:cxn>
              <a:cxn ang="0">
                <a:pos x="connsiteX62652" y="connsiteY62652"/>
              </a:cxn>
              <a:cxn ang="0">
                <a:pos x="connsiteX62653" y="connsiteY62653"/>
              </a:cxn>
              <a:cxn ang="0">
                <a:pos x="connsiteX62654" y="connsiteY62654"/>
              </a:cxn>
              <a:cxn ang="0">
                <a:pos x="connsiteX62655" y="connsiteY62655"/>
              </a:cxn>
              <a:cxn ang="0">
                <a:pos x="connsiteX62656" y="connsiteY62656"/>
              </a:cxn>
              <a:cxn ang="0">
                <a:pos x="connsiteX62657" y="connsiteY62657"/>
              </a:cxn>
              <a:cxn ang="0">
                <a:pos x="connsiteX62658" y="connsiteY62658"/>
              </a:cxn>
              <a:cxn ang="0">
                <a:pos x="connsiteX62659" y="connsiteY62659"/>
              </a:cxn>
              <a:cxn ang="0">
                <a:pos x="connsiteX62660" y="connsiteY62660"/>
              </a:cxn>
              <a:cxn ang="0">
                <a:pos x="connsiteX62661" y="connsiteY62661"/>
              </a:cxn>
              <a:cxn ang="0">
                <a:pos x="connsiteX62662" y="connsiteY62662"/>
              </a:cxn>
              <a:cxn ang="0">
                <a:pos x="connsiteX62663" y="connsiteY62663"/>
              </a:cxn>
              <a:cxn ang="0">
                <a:pos x="connsiteX62664" y="connsiteY62664"/>
              </a:cxn>
              <a:cxn ang="0">
                <a:pos x="connsiteX62665" y="connsiteY62665"/>
              </a:cxn>
              <a:cxn ang="0">
                <a:pos x="connsiteX62666" y="connsiteY62666"/>
              </a:cxn>
              <a:cxn ang="0">
                <a:pos x="connsiteX62667" y="connsiteY62667"/>
              </a:cxn>
              <a:cxn ang="0">
                <a:pos x="connsiteX62668" y="connsiteY62668"/>
              </a:cxn>
              <a:cxn ang="0">
                <a:pos x="connsiteX62669" y="connsiteY62669"/>
              </a:cxn>
              <a:cxn ang="0">
                <a:pos x="connsiteX62670" y="connsiteY62670"/>
              </a:cxn>
              <a:cxn ang="0">
                <a:pos x="connsiteX62671" y="connsiteY62671"/>
              </a:cxn>
              <a:cxn ang="0">
                <a:pos x="connsiteX62672" y="connsiteY62672"/>
              </a:cxn>
              <a:cxn ang="0">
                <a:pos x="connsiteX62673" y="connsiteY62673"/>
              </a:cxn>
              <a:cxn ang="0">
                <a:pos x="connsiteX62674" y="connsiteY62674"/>
              </a:cxn>
              <a:cxn ang="0">
                <a:pos x="connsiteX62675" y="connsiteY62675"/>
              </a:cxn>
              <a:cxn ang="0">
                <a:pos x="connsiteX62676" y="connsiteY62676"/>
              </a:cxn>
              <a:cxn ang="0">
                <a:pos x="connsiteX62677" y="connsiteY62677"/>
              </a:cxn>
              <a:cxn ang="0">
                <a:pos x="connsiteX62678" y="connsiteY62678"/>
              </a:cxn>
              <a:cxn ang="0">
                <a:pos x="connsiteX62679" y="connsiteY62679"/>
              </a:cxn>
              <a:cxn ang="0">
                <a:pos x="connsiteX62680" y="connsiteY62680"/>
              </a:cxn>
              <a:cxn ang="0">
                <a:pos x="connsiteX62681" y="connsiteY62681"/>
              </a:cxn>
              <a:cxn ang="0">
                <a:pos x="connsiteX62682" y="connsiteY62682"/>
              </a:cxn>
              <a:cxn ang="0">
                <a:pos x="connsiteX62683" y="connsiteY62683"/>
              </a:cxn>
              <a:cxn ang="0">
                <a:pos x="connsiteX62684" y="connsiteY62684"/>
              </a:cxn>
              <a:cxn ang="0">
                <a:pos x="connsiteX62685" y="connsiteY62685"/>
              </a:cxn>
              <a:cxn ang="0">
                <a:pos x="connsiteX62686" y="connsiteY62686"/>
              </a:cxn>
              <a:cxn ang="0">
                <a:pos x="connsiteX62687" y="connsiteY62687"/>
              </a:cxn>
              <a:cxn ang="0">
                <a:pos x="connsiteX62688" y="connsiteY62688"/>
              </a:cxn>
              <a:cxn ang="0">
                <a:pos x="connsiteX62689" y="connsiteY62689"/>
              </a:cxn>
              <a:cxn ang="0">
                <a:pos x="connsiteX62690" y="connsiteY62690"/>
              </a:cxn>
              <a:cxn ang="0">
                <a:pos x="connsiteX62691" y="connsiteY62691"/>
              </a:cxn>
              <a:cxn ang="0">
                <a:pos x="connsiteX62692" y="connsiteY62692"/>
              </a:cxn>
              <a:cxn ang="0">
                <a:pos x="connsiteX62693" y="connsiteY62693"/>
              </a:cxn>
              <a:cxn ang="0">
                <a:pos x="connsiteX62694" y="connsiteY62694"/>
              </a:cxn>
              <a:cxn ang="0">
                <a:pos x="connsiteX62695" y="connsiteY62695"/>
              </a:cxn>
              <a:cxn ang="0">
                <a:pos x="connsiteX62696" y="connsiteY62696"/>
              </a:cxn>
              <a:cxn ang="0">
                <a:pos x="connsiteX62697" y="connsiteY62697"/>
              </a:cxn>
              <a:cxn ang="0">
                <a:pos x="connsiteX62698" y="connsiteY62698"/>
              </a:cxn>
              <a:cxn ang="0">
                <a:pos x="connsiteX62699" y="connsiteY62699"/>
              </a:cxn>
              <a:cxn ang="0">
                <a:pos x="connsiteX62700" y="connsiteY62700"/>
              </a:cxn>
              <a:cxn ang="0">
                <a:pos x="connsiteX62701" y="connsiteY62701"/>
              </a:cxn>
              <a:cxn ang="0">
                <a:pos x="connsiteX62702" y="connsiteY62702"/>
              </a:cxn>
              <a:cxn ang="0">
                <a:pos x="connsiteX62703" y="connsiteY62703"/>
              </a:cxn>
              <a:cxn ang="0">
                <a:pos x="connsiteX62704" y="connsiteY62704"/>
              </a:cxn>
              <a:cxn ang="0">
                <a:pos x="connsiteX62705" y="connsiteY62705"/>
              </a:cxn>
              <a:cxn ang="0">
                <a:pos x="connsiteX62706" y="connsiteY62706"/>
              </a:cxn>
              <a:cxn ang="0">
                <a:pos x="connsiteX62707" y="connsiteY62707"/>
              </a:cxn>
              <a:cxn ang="0">
                <a:pos x="connsiteX62708" y="connsiteY62708"/>
              </a:cxn>
              <a:cxn ang="0">
                <a:pos x="connsiteX62709" y="connsiteY62709"/>
              </a:cxn>
              <a:cxn ang="0">
                <a:pos x="connsiteX62710" y="connsiteY62710"/>
              </a:cxn>
              <a:cxn ang="0">
                <a:pos x="connsiteX62711" y="connsiteY62711"/>
              </a:cxn>
              <a:cxn ang="0">
                <a:pos x="connsiteX62712" y="connsiteY62712"/>
              </a:cxn>
              <a:cxn ang="0">
                <a:pos x="connsiteX62713" y="connsiteY62713"/>
              </a:cxn>
              <a:cxn ang="0">
                <a:pos x="connsiteX62714" y="connsiteY62714"/>
              </a:cxn>
              <a:cxn ang="0">
                <a:pos x="connsiteX62715" y="connsiteY62715"/>
              </a:cxn>
              <a:cxn ang="0">
                <a:pos x="connsiteX62716" y="connsiteY62716"/>
              </a:cxn>
              <a:cxn ang="0">
                <a:pos x="connsiteX62717" y="connsiteY62717"/>
              </a:cxn>
              <a:cxn ang="0">
                <a:pos x="connsiteX62718" y="connsiteY62718"/>
              </a:cxn>
              <a:cxn ang="0">
                <a:pos x="connsiteX62719" y="connsiteY62719"/>
              </a:cxn>
              <a:cxn ang="0">
                <a:pos x="connsiteX62720" y="connsiteY62720"/>
              </a:cxn>
              <a:cxn ang="0">
                <a:pos x="connsiteX62721" y="connsiteY62721"/>
              </a:cxn>
              <a:cxn ang="0">
                <a:pos x="connsiteX62722" y="connsiteY62722"/>
              </a:cxn>
              <a:cxn ang="0">
                <a:pos x="connsiteX62723" y="connsiteY62723"/>
              </a:cxn>
              <a:cxn ang="0">
                <a:pos x="connsiteX62724" y="connsiteY62724"/>
              </a:cxn>
              <a:cxn ang="0">
                <a:pos x="connsiteX62725" y="connsiteY62725"/>
              </a:cxn>
              <a:cxn ang="0">
                <a:pos x="connsiteX62726" y="connsiteY62726"/>
              </a:cxn>
              <a:cxn ang="0">
                <a:pos x="connsiteX62727" y="connsiteY62727"/>
              </a:cxn>
              <a:cxn ang="0">
                <a:pos x="connsiteX62728" y="connsiteY62728"/>
              </a:cxn>
              <a:cxn ang="0">
                <a:pos x="connsiteX62729" y="connsiteY62729"/>
              </a:cxn>
              <a:cxn ang="0">
                <a:pos x="connsiteX62730" y="connsiteY62730"/>
              </a:cxn>
              <a:cxn ang="0">
                <a:pos x="connsiteX62731" y="connsiteY62731"/>
              </a:cxn>
              <a:cxn ang="0">
                <a:pos x="connsiteX62732" y="connsiteY62732"/>
              </a:cxn>
              <a:cxn ang="0">
                <a:pos x="connsiteX62733" y="connsiteY62733"/>
              </a:cxn>
              <a:cxn ang="0">
                <a:pos x="connsiteX62734" y="connsiteY62734"/>
              </a:cxn>
              <a:cxn ang="0">
                <a:pos x="connsiteX62735" y="connsiteY62735"/>
              </a:cxn>
              <a:cxn ang="0">
                <a:pos x="connsiteX62736" y="connsiteY62736"/>
              </a:cxn>
              <a:cxn ang="0">
                <a:pos x="connsiteX62737" y="connsiteY62737"/>
              </a:cxn>
              <a:cxn ang="0">
                <a:pos x="connsiteX62738" y="connsiteY62738"/>
              </a:cxn>
              <a:cxn ang="0">
                <a:pos x="connsiteX62739" y="connsiteY62739"/>
              </a:cxn>
              <a:cxn ang="0">
                <a:pos x="connsiteX62740" y="connsiteY62740"/>
              </a:cxn>
              <a:cxn ang="0">
                <a:pos x="connsiteX62741" y="connsiteY62741"/>
              </a:cxn>
              <a:cxn ang="0">
                <a:pos x="connsiteX62742" y="connsiteY62742"/>
              </a:cxn>
              <a:cxn ang="0">
                <a:pos x="connsiteX62743" y="connsiteY62743"/>
              </a:cxn>
              <a:cxn ang="0">
                <a:pos x="connsiteX62744" y="connsiteY62744"/>
              </a:cxn>
              <a:cxn ang="0">
                <a:pos x="connsiteX62745" y="connsiteY62745"/>
              </a:cxn>
              <a:cxn ang="0">
                <a:pos x="connsiteX62746" y="connsiteY62746"/>
              </a:cxn>
              <a:cxn ang="0">
                <a:pos x="connsiteX62747" y="connsiteY62747"/>
              </a:cxn>
              <a:cxn ang="0">
                <a:pos x="connsiteX62748" y="connsiteY62748"/>
              </a:cxn>
              <a:cxn ang="0">
                <a:pos x="connsiteX62749" y="connsiteY62749"/>
              </a:cxn>
              <a:cxn ang="0">
                <a:pos x="connsiteX62750" y="connsiteY62750"/>
              </a:cxn>
              <a:cxn ang="0">
                <a:pos x="connsiteX62751" y="connsiteY62751"/>
              </a:cxn>
              <a:cxn ang="0">
                <a:pos x="connsiteX62752" y="connsiteY62752"/>
              </a:cxn>
              <a:cxn ang="0">
                <a:pos x="connsiteX62753" y="connsiteY62753"/>
              </a:cxn>
              <a:cxn ang="0">
                <a:pos x="connsiteX62754" y="connsiteY62754"/>
              </a:cxn>
              <a:cxn ang="0">
                <a:pos x="connsiteX62755" y="connsiteY62755"/>
              </a:cxn>
              <a:cxn ang="0">
                <a:pos x="connsiteX62756" y="connsiteY62756"/>
              </a:cxn>
              <a:cxn ang="0">
                <a:pos x="connsiteX62757" y="connsiteY62757"/>
              </a:cxn>
              <a:cxn ang="0">
                <a:pos x="connsiteX62758" y="connsiteY62758"/>
              </a:cxn>
              <a:cxn ang="0">
                <a:pos x="connsiteX62759" y="connsiteY62759"/>
              </a:cxn>
              <a:cxn ang="0">
                <a:pos x="connsiteX62760" y="connsiteY62760"/>
              </a:cxn>
              <a:cxn ang="0">
                <a:pos x="connsiteX62761" y="connsiteY62761"/>
              </a:cxn>
              <a:cxn ang="0">
                <a:pos x="connsiteX62762" y="connsiteY62762"/>
              </a:cxn>
              <a:cxn ang="0">
                <a:pos x="connsiteX62763" y="connsiteY62763"/>
              </a:cxn>
              <a:cxn ang="0">
                <a:pos x="connsiteX62764" y="connsiteY62764"/>
              </a:cxn>
              <a:cxn ang="0">
                <a:pos x="connsiteX62765" y="connsiteY62765"/>
              </a:cxn>
              <a:cxn ang="0">
                <a:pos x="connsiteX62766" y="connsiteY62766"/>
              </a:cxn>
              <a:cxn ang="0">
                <a:pos x="connsiteX62767" y="connsiteY62767"/>
              </a:cxn>
              <a:cxn ang="0">
                <a:pos x="connsiteX62768" y="connsiteY62768"/>
              </a:cxn>
              <a:cxn ang="0">
                <a:pos x="connsiteX62769" y="connsiteY62769"/>
              </a:cxn>
              <a:cxn ang="0">
                <a:pos x="connsiteX62770" y="connsiteY62770"/>
              </a:cxn>
              <a:cxn ang="0">
                <a:pos x="connsiteX62771" y="connsiteY62771"/>
              </a:cxn>
              <a:cxn ang="0">
                <a:pos x="connsiteX62772" y="connsiteY62772"/>
              </a:cxn>
              <a:cxn ang="0">
                <a:pos x="connsiteX62773" y="connsiteY62773"/>
              </a:cxn>
              <a:cxn ang="0">
                <a:pos x="connsiteX62774" y="connsiteY62774"/>
              </a:cxn>
              <a:cxn ang="0">
                <a:pos x="connsiteX62775" y="connsiteY62775"/>
              </a:cxn>
              <a:cxn ang="0">
                <a:pos x="connsiteX62776" y="connsiteY62776"/>
              </a:cxn>
              <a:cxn ang="0">
                <a:pos x="connsiteX62777" y="connsiteY62777"/>
              </a:cxn>
              <a:cxn ang="0">
                <a:pos x="connsiteX62778" y="connsiteY62778"/>
              </a:cxn>
              <a:cxn ang="0">
                <a:pos x="connsiteX62779" y="connsiteY62779"/>
              </a:cxn>
              <a:cxn ang="0">
                <a:pos x="connsiteX62780" y="connsiteY62780"/>
              </a:cxn>
              <a:cxn ang="0">
                <a:pos x="connsiteX62781" y="connsiteY62781"/>
              </a:cxn>
              <a:cxn ang="0">
                <a:pos x="connsiteX62782" y="connsiteY62782"/>
              </a:cxn>
              <a:cxn ang="0">
                <a:pos x="connsiteX62783" y="connsiteY62783"/>
              </a:cxn>
              <a:cxn ang="0">
                <a:pos x="connsiteX62784" y="connsiteY62784"/>
              </a:cxn>
              <a:cxn ang="0">
                <a:pos x="connsiteX62785" y="connsiteY62785"/>
              </a:cxn>
              <a:cxn ang="0">
                <a:pos x="connsiteX62786" y="connsiteY62786"/>
              </a:cxn>
              <a:cxn ang="0">
                <a:pos x="connsiteX62787" y="connsiteY62787"/>
              </a:cxn>
              <a:cxn ang="0">
                <a:pos x="connsiteX62788" y="connsiteY62788"/>
              </a:cxn>
              <a:cxn ang="0">
                <a:pos x="connsiteX62789" y="connsiteY62789"/>
              </a:cxn>
              <a:cxn ang="0">
                <a:pos x="connsiteX62790" y="connsiteY62790"/>
              </a:cxn>
              <a:cxn ang="0">
                <a:pos x="connsiteX62791" y="connsiteY62791"/>
              </a:cxn>
              <a:cxn ang="0">
                <a:pos x="connsiteX62792" y="connsiteY62792"/>
              </a:cxn>
              <a:cxn ang="0">
                <a:pos x="connsiteX62793" y="connsiteY62793"/>
              </a:cxn>
              <a:cxn ang="0">
                <a:pos x="connsiteX62794" y="connsiteY62794"/>
              </a:cxn>
              <a:cxn ang="0">
                <a:pos x="connsiteX62795" y="connsiteY62795"/>
              </a:cxn>
              <a:cxn ang="0">
                <a:pos x="connsiteX62796" y="connsiteY62796"/>
              </a:cxn>
              <a:cxn ang="0">
                <a:pos x="connsiteX62797" y="connsiteY62797"/>
              </a:cxn>
              <a:cxn ang="0">
                <a:pos x="connsiteX62798" y="connsiteY62798"/>
              </a:cxn>
              <a:cxn ang="0">
                <a:pos x="connsiteX62799" y="connsiteY62799"/>
              </a:cxn>
              <a:cxn ang="0">
                <a:pos x="connsiteX62800" y="connsiteY62800"/>
              </a:cxn>
              <a:cxn ang="0">
                <a:pos x="connsiteX62801" y="connsiteY62801"/>
              </a:cxn>
              <a:cxn ang="0">
                <a:pos x="connsiteX62802" y="connsiteY62802"/>
              </a:cxn>
              <a:cxn ang="0">
                <a:pos x="connsiteX62803" y="connsiteY62803"/>
              </a:cxn>
              <a:cxn ang="0">
                <a:pos x="connsiteX62804" y="connsiteY62804"/>
              </a:cxn>
              <a:cxn ang="0">
                <a:pos x="connsiteX62805" y="connsiteY62805"/>
              </a:cxn>
              <a:cxn ang="0">
                <a:pos x="connsiteX62806" y="connsiteY62806"/>
              </a:cxn>
              <a:cxn ang="0">
                <a:pos x="connsiteX62807" y="connsiteY62807"/>
              </a:cxn>
              <a:cxn ang="0">
                <a:pos x="connsiteX62808" y="connsiteY62808"/>
              </a:cxn>
              <a:cxn ang="0">
                <a:pos x="connsiteX62809" y="connsiteY62809"/>
              </a:cxn>
              <a:cxn ang="0">
                <a:pos x="connsiteX62810" y="connsiteY62810"/>
              </a:cxn>
              <a:cxn ang="0">
                <a:pos x="connsiteX62811" y="connsiteY62811"/>
              </a:cxn>
              <a:cxn ang="0">
                <a:pos x="connsiteX62812" y="connsiteY62812"/>
              </a:cxn>
              <a:cxn ang="0">
                <a:pos x="connsiteX62813" y="connsiteY62813"/>
              </a:cxn>
              <a:cxn ang="0">
                <a:pos x="connsiteX62814" y="connsiteY62814"/>
              </a:cxn>
              <a:cxn ang="0">
                <a:pos x="connsiteX62815" y="connsiteY62815"/>
              </a:cxn>
              <a:cxn ang="0">
                <a:pos x="connsiteX62816" y="connsiteY62816"/>
              </a:cxn>
              <a:cxn ang="0">
                <a:pos x="connsiteX62817" y="connsiteY62817"/>
              </a:cxn>
              <a:cxn ang="0">
                <a:pos x="connsiteX62818" y="connsiteY62818"/>
              </a:cxn>
              <a:cxn ang="0">
                <a:pos x="connsiteX62819" y="connsiteY62819"/>
              </a:cxn>
              <a:cxn ang="0">
                <a:pos x="connsiteX62820" y="connsiteY62820"/>
              </a:cxn>
              <a:cxn ang="0">
                <a:pos x="connsiteX62821" y="connsiteY62821"/>
              </a:cxn>
              <a:cxn ang="0">
                <a:pos x="connsiteX62822" y="connsiteY62822"/>
              </a:cxn>
              <a:cxn ang="0">
                <a:pos x="connsiteX62823" y="connsiteY62823"/>
              </a:cxn>
              <a:cxn ang="0">
                <a:pos x="connsiteX62824" y="connsiteY62824"/>
              </a:cxn>
              <a:cxn ang="0">
                <a:pos x="connsiteX62825" y="connsiteY62825"/>
              </a:cxn>
              <a:cxn ang="0">
                <a:pos x="connsiteX62826" y="connsiteY62826"/>
              </a:cxn>
              <a:cxn ang="0">
                <a:pos x="connsiteX62827" y="connsiteY62827"/>
              </a:cxn>
              <a:cxn ang="0">
                <a:pos x="connsiteX62828" y="connsiteY62828"/>
              </a:cxn>
              <a:cxn ang="0">
                <a:pos x="connsiteX62829" y="connsiteY62829"/>
              </a:cxn>
              <a:cxn ang="0">
                <a:pos x="connsiteX62830" y="connsiteY62830"/>
              </a:cxn>
              <a:cxn ang="0">
                <a:pos x="connsiteX62831" y="connsiteY62831"/>
              </a:cxn>
              <a:cxn ang="0">
                <a:pos x="connsiteX62832" y="connsiteY62832"/>
              </a:cxn>
              <a:cxn ang="0">
                <a:pos x="connsiteX62833" y="connsiteY62833"/>
              </a:cxn>
              <a:cxn ang="0">
                <a:pos x="connsiteX62834" y="connsiteY62834"/>
              </a:cxn>
              <a:cxn ang="0">
                <a:pos x="connsiteX62835" y="connsiteY62835"/>
              </a:cxn>
              <a:cxn ang="0">
                <a:pos x="connsiteX62836" y="connsiteY62836"/>
              </a:cxn>
              <a:cxn ang="0">
                <a:pos x="connsiteX62837" y="connsiteY62837"/>
              </a:cxn>
              <a:cxn ang="0">
                <a:pos x="connsiteX62838" y="connsiteY62838"/>
              </a:cxn>
              <a:cxn ang="0">
                <a:pos x="connsiteX62839" y="connsiteY62839"/>
              </a:cxn>
              <a:cxn ang="0">
                <a:pos x="connsiteX62840" y="connsiteY62840"/>
              </a:cxn>
              <a:cxn ang="0">
                <a:pos x="connsiteX62841" y="connsiteY62841"/>
              </a:cxn>
              <a:cxn ang="0">
                <a:pos x="connsiteX62842" y="connsiteY62842"/>
              </a:cxn>
              <a:cxn ang="0">
                <a:pos x="connsiteX62843" y="connsiteY62843"/>
              </a:cxn>
              <a:cxn ang="0">
                <a:pos x="connsiteX62844" y="connsiteY62844"/>
              </a:cxn>
              <a:cxn ang="0">
                <a:pos x="connsiteX62845" y="connsiteY62845"/>
              </a:cxn>
              <a:cxn ang="0">
                <a:pos x="connsiteX62846" y="connsiteY62846"/>
              </a:cxn>
              <a:cxn ang="0">
                <a:pos x="connsiteX62847" y="connsiteY62847"/>
              </a:cxn>
              <a:cxn ang="0">
                <a:pos x="connsiteX62848" y="connsiteY62848"/>
              </a:cxn>
              <a:cxn ang="0">
                <a:pos x="connsiteX62849" y="connsiteY62849"/>
              </a:cxn>
              <a:cxn ang="0">
                <a:pos x="connsiteX62850" y="connsiteY62850"/>
              </a:cxn>
              <a:cxn ang="0">
                <a:pos x="connsiteX62851" y="connsiteY62851"/>
              </a:cxn>
              <a:cxn ang="0">
                <a:pos x="connsiteX62852" y="connsiteY62852"/>
              </a:cxn>
              <a:cxn ang="0">
                <a:pos x="connsiteX62853" y="connsiteY62853"/>
              </a:cxn>
              <a:cxn ang="0">
                <a:pos x="connsiteX62854" y="connsiteY62854"/>
              </a:cxn>
              <a:cxn ang="0">
                <a:pos x="connsiteX62855" y="connsiteY62855"/>
              </a:cxn>
              <a:cxn ang="0">
                <a:pos x="connsiteX62856" y="connsiteY62856"/>
              </a:cxn>
              <a:cxn ang="0">
                <a:pos x="connsiteX62857" y="connsiteY62857"/>
              </a:cxn>
              <a:cxn ang="0">
                <a:pos x="connsiteX62858" y="connsiteY62858"/>
              </a:cxn>
              <a:cxn ang="0">
                <a:pos x="connsiteX62859" y="connsiteY62859"/>
              </a:cxn>
              <a:cxn ang="0">
                <a:pos x="connsiteX62860" y="connsiteY62860"/>
              </a:cxn>
              <a:cxn ang="0">
                <a:pos x="connsiteX62861" y="connsiteY62861"/>
              </a:cxn>
              <a:cxn ang="0">
                <a:pos x="connsiteX62862" y="connsiteY62862"/>
              </a:cxn>
              <a:cxn ang="0">
                <a:pos x="connsiteX62863" y="connsiteY62863"/>
              </a:cxn>
              <a:cxn ang="0">
                <a:pos x="connsiteX62864" y="connsiteY62864"/>
              </a:cxn>
              <a:cxn ang="0">
                <a:pos x="connsiteX62865" y="connsiteY62865"/>
              </a:cxn>
              <a:cxn ang="0">
                <a:pos x="connsiteX62866" y="connsiteY62866"/>
              </a:cxn>
              <a:cxn ang="0">
                <a:pos x="connsiteX62867" y="connsiteY62867"/>
              </a:cxn>
              <a:cxn ang="0">
                <a:pos x="connsiteX62868" y="connsiteY62868"/>
              </a:cxn>
              <a:cxn ang="0">
                <a:pos x="connsiteX62869" y="connsiteY62869"/>
              </a:cxn>
              <a:cxn ang="0">
                <a:pos x="connsiteX62870" y="connsiteY62870"/>
              </a:cxn>
              <a:cxn ang="0">
                <a:pos x="connsiteX62871" y="connsiteY62871"/>
              </a:cxn>
              <a:cxn ang="0">
                <a:pos x="connsiteX62872" y="connsiteY62872"/>
              </a:cxn>
              <a:cxn ang="0">
                <a:pos x="connsiteX62873" y="connsiteY62873"/>
              </a:cxn>
              <a:cxn ang="0">
                <a:pos x="connsiteX62874" y="connsiteY62874"/>
              </a:cxn>
              <a:cxn ang="0">
                <a:pos x="connsiteX62875" y="connsiteY62875"/>
              </a:cxn>
              <a:cxn ang="0">
                <a:pos x="connsiteX62876" y="connsiteY62876"/>
              </a:cxn>
              <a:cxn ang="0">
                <a:pos x="connsiteX62877" y="connsiteY62877"/>
              </a:cxn>
              <a:cxn ang="0">
                <a:pos x="connsiteX62878" y="connsiteY62878"/>
              </a:cxn>
              <a:cxn ang="0">
                <a:pos x="connsiteX62879" y="connsiteY62879"/>
              </a:cxn>
              <a:cxn ang="0">
                <a:pos x="connsiteX62880" y="connsiteY62880"/>
              </a:cxn>
              <a:cxn ang="0">
                <a:pos x="connsiteX62881" y="connsiteY62881"/>
              </a:cxn>
              <a:cxn ang="0">
                <a:pos x="connsiteX62882" y="connsiteY62882"/>
              </a:cxn>
              <a:cxn ang="0">
                <a:pos x="connsiteX62883" y="connsiteY62883"/>
              </a:cxn>
              <a:cxn ang="0">
                <a:pos x="connsiteX62884" y="connsiteY62884"/>
              </a:cxn>
              <a:cxn ang="0">
                <a:pos x="connsiteX62885" y="connsiteY62885"/>
              </a:cxn>
              <a:cxn ang="0">
                <a:pos x="connsiteX62886" y="connsiteY62886"/>
              </a:cxn>
              <a:cxn ang="0">
                <a:pos x="connsiteX62887" y="connsiteY62887"/>
              </a:cxn>
              <a:cxn ang="0">
                <a:pos x="connsiteX62888" y="connsiteY62888"/>
              </a:cxn>
              <a:cxn ang="0">
                <a:pos x="connsiteX62889" y="connsiteY62889"/>
              </a:cxn>
              <a:cxn ang="0">
                <a:pos x="connsiteX62890" y="connsiteY62890"/>
              </a:cxn>
              <a:cxn ang="0">
                <a:pos x="connsiteX62891" y="connsiteY62891"/>
              </a:cxn>
              <a:cxn ang="0">
                <a:pos x="connsiteX62892" y="connsiteY62892"/>
              </a:cxn>
              <a:cxn ang="0">
                <a:pos x="connsiteX62893" y="connsiteY62893"/>
              </a:cxn>
              <a:cxn ang="0">
                <a:pos x="connsiteX62894" y="connsiteY62894"/>
              </a:cxn>
              <a:cxn ang="0">
                <a:pos x="connsiteX62895" y="connsiteY62895"/>
              </a:cxn>
              <a:cxn ang="0">
                <a:pos x="connsiteX62896" y="connsiteY62896"/>
              </a:cxn>
              <a:cxn ang="0">
                <a:pos x="connsiteX62897" y="connsiteY62897"/>
              </a:cxn>
              <a:cxn ang="0">
                <a:pos x="connsiteX62898" y="connsiteY62898"/>
              </a:cxn>
              <a:cxn ang="0">
                <a:pos x="connsiteX62899" y="connsiteY62899"/>
              </a:cxn>
              <a:cxn ang="0">
                <a:pos x="connsiteX62900" y="connsiteY62900"/>
              </a:cxn>
              <a:cxn ang="0">
                <a:pos x="connsiteX62901" y="connsiteY62901"/>
              </a:cxn>
              <a:cxn ang="0">
                <a:pos x="connsiteX62902" y="connsiteY62902"/>
              </a:cxn>
              <a:cxn ang="0">
                <a:pos x="connsiteX62903" y="connsiteY62903"/>
              </a:cxn>
              <a:cxn ang="0">
                <a:pos x="connsiteX62904" y="connsiteY62904"/>
              </a:cxn>
              <a:cxn ang="0">
                <a:pos x="connsiteX62905" y="connsiteY62905"/>
              </a:cxn>
              <a:cxn ang="0">
                <a:pos x="connsiteX62906" y="connsiteY62906"/>
              </a:cxn>
              <a:cxn ang="0">
                <a:pos x="connsiteX62907" y="connsiteY62907"/>
              </a:cxn>
              <a:cxn ang="0">
                <a:pos x="connsiteX62908" y="connsiteY62908"/>
              </a:cxn>
              <a:cxn ang="0">
                <a:pos x="connsiteX62909" y="connsiteY62909"/>
              </a:cxn>
              <a:cxn ang="0">
                <a:pos x="connsiteX62910" y="connsiteY62910"/>
              </a:cxn>
              <a:cxn ang="0">
                <a:pos x="connsiteX62911" y="connsiteY62911"/>
              </a:cxn>
              <a:cxn ang="0">
                <a:pos x="connsiteX62912" y="connsiteY62912"/>
              </a:cxn>
              <a:cxn ang="0">
                <a:pos x="connsiteX62913" y="connsiteY62913"/>
              </a:cxn>
              <a:cxn ang="0">
                <a:pos x="connsiteX62914" y="connsiteY62914"/>
              </a:cxn>
              <a:cxn ang="0">
                <a:pos x="connsiteX62915" y="connsiteY62915"/>
              </a:cxn>
              <a:cxn ang="0">
                <a:pos x="connsiteX62916" y="connsiteY62916"/>
              </a:cxn>
              <a:cxn ang="0">
                <a:pos x="connsiteX62917" y="connsiteY62917"/>
              </a:cxn>
              <a:cxn ang="0">
                <a:pos x="connsiteX62918" y="connsiteY62918"/>
              </a:cxn>
              <a:cxn ang="0">
                <a:pos x="connsiteX62919" y="connsiteY62919"/>
              </a:cxn>
              <a:cxn ang="0">
                <a:pos x="connsiteX62920" y="connsiteY62920"/>
              </a:cxn>
              <a:cxn ang="0">
                <a:pos x="connsiteX62921" y="connsiteY62921"/>
              </a:cxn>
              <a:cxn ang="0">
                <a:pos x="connsiteX62922" y="connsiteY62922"/>
              </a:cxn>
              <a:cxn ang="0">
                <a:pos x="connsiteX62923" y="connsiteY62923"/>
              </a:cxn>
              <a:cxn ang="0">
                <a:pos x="connsiteX62924" y="connsiteY62924"/>
              </a:cxn>
              <a:cxn ang="0">
                <a:pos x="connsiteX62925" y="connsiteY62925"/>
              </a:cxn>
              <a:cxn ang="0">
                <a:pos x="connsiteX62926" y="connsiteY62926"/>
              </a:cxn>
              <a:cxn ang="0">
                <a:pos x="connsiteX62927" y="connsiteY62927"/>
              </a:cxn>
              <a:cxn ang="0">
                <a:pos x="connsiteX62928" y="connsiteY62928"/>
              </a:cxn>
              <a:cxn ang="0">
                <a:pos x="connsiteX62929" y="connsiteY62929"/>
              </a:cxn>
              <a:cxn ang="0">
                <a:pos x="connsiteX62930" y="connsiteY62930"/>
              </a:cxn>
              <a:cxn ang="0">
                <a:pos x="connsiteX62931" y="connsiteY62931"/>
              </a:cxn>
              <a:cxn ang="0">
                <a:pos x="connsiteX62932" y="connsiteY62932"/>
              </a:cxn>
              <a:cxn ang="0">
                <a:pos x="connsiteX62933" y="connsiteY62933"/>
              </a:cxn>
              <a:cxn ang="0">
                <a:pos x="connsiteX62934" y="connsiteY62934"/>
              </a:cxn>
              <a:cxn ang="0">
                <a:pos x="connsiteX62935" y="connsiteY62935"/>
              </a:cxn>
              <a:cxn ang="0">
                <a:pos x="connsiteX62936" y="connsiteY62936"/>
              </a:cxn>
              <a:cxn ang="0">
                <a:pos x="connsiteX62937" y="connsiteY62937"/>
              </a:cxn>
              <a:cxn ang="0">
                <a:pos x="connsiteX62938" y="connsiteY62938"/>
              </a:cxn>
              <a:cxn ang="0">
                <a:pos x="connsiteX62939" y="connsiteY62939"/>
              </a:cxn>
              <a:cxn ang="0">
                <a:pos x="connsiteX62940" y="connsiteY62940"/>
              </a:cxn>
              <a:cxn ang="0">
                <a:pos x="connsiteX62941" y="connsiteY62941"/>
              </a:cxn>
              <a:cxn ang="0">
                <a:pos x="connsiteX62942" y="connsiteY62942"/>
              </a:cxn>
              <a:cxn ang="0">
                <a:pos x="connsiteX62943" y="connsiteY62943"/>
              </a:cxn>
              <a:cxn ang="0">
                <a:pos x="connsiteX62944" y="connsiteY62944"/>
              </a:cxn>
              <a:cxn ang="0">
                <a:pos x="connsiteX62945" y="connsiteY62945"/>
              </a:cxn>
              <a:cxn ang="0">
                <a:pos x="connsiteX62946" y="connsiteY62946"/>
              </a:cxn>
              <a:cxn ang="0">
                <a:pos x="connsiteX62947" y="connsiteY62947"/>
              </a:cxn>
              <a:cxn ang="0">
                <a:pos x="connsiteX62948" y="connsiteY62948"/>
              </a:cxn>
              <a:cxn ang="0">
                <a:pos x="connsiteX62949" y="connsiteY62949"/>
              </a:cxn>
              <a:cxn ang="0">
                <a:pos x="connsiteX62950" y="connsiteY62950"/>
              </a:cxn>
              <a:cxn ang="0">
                <a:pos x="connsiteX62951" y="connsiteY62951"/>
              </a:cxn>
              <a:cxn ang="0">
                <a:pos x="connsiteX62952" y="connsiteY62952"/>
              </a:cxn>
              <a:cxn ang="0">
                <a:pos x="connsiteX62953" y="connsiteY62953"/>
              </a:cxn>
              <a:cxn ang="0">
                <a:pos x="connsiteX62954" y="connsiteY62954"/>
              </a:cxn>
              <a:cxn ang="0">
                <a:pos x="connsiteX62955" y="connsiteY62955"/>
              </a:cxn>
              <a:cxn ang="0">
                <a:pos x="connsiteX62956" y="connsiteY62956"/>
              </a:cxn>
              <a:cxn ang="0">
                <a:pos x="connsiteX62957" y="connsiteY62957"/>
              </a:cxn>
              <a:cxn ang="0">
                <a:pos x="connsiteX62958" y="connsiteY62958"/>
              </a:cxn>
              <a:cxn ang="0">
                <a:pos x="connsiteX62959" y="connsiteY62959"/>
              </a:cxn>
              <a:cxn ang="0">
                <a:pos x="connsiteX62960" y="connsiteY62960"/>
              </a:cxn>
              <a:cxn ang="0">
                <a:pos x="connsiteX62961" y="connsiteY62961"/>
              </a:cxn>
              <a:cxn ang="0">
                <a:pos x="connsiteX62962" y="connsiteY62962"/>
              </a:cxn>
              <a:cxn ang="0">
                <a:pos x="connsiteX62963" y="connsiteY62963"/>
              </a:cxn>
              <a:cxn ang="0">
                <a:pos x="connsiteX62964" y="connsiteY62964"/>
              </a:cxn>
              <a:cxn ang="0">
                <a:pos x="connsiteX62965" y="connsiteY62965"/>
              </a:cxn>
              <a:cxn ang="0">
                <a:pos x="connsiteX62966" y="connsiteY62966"/>
              </a:cxn>
              <a:cxn ang="0">
                <a:pos x="connsiteX62967" y="connsiteY62967"/>
              </a:cxn>
              <a:cxn ang="0">
                <a:pos x="connsiteX62968" y="connsiteY62968"/>
              </a:cxn>
              <a:cxn ang="0">
                <a:pos x="connsiteX62969" y="connsiteY62969"/>
              </a:cxn>
              <a:cxn ang="0">
                <a:pos x="connsiteX62970" y="connsiteY62970"/>
              </a:cxn>
              <a:cxn ang="0">
                <a:pos x="connsiteX62971" y="connsiteY62971"/>
              </a:cxn>
              <a:cxn ang="0">
                <a:pos x="connsiteX62972" y="connsiteY62972"/>
              </a:cxn>
              <a:cxn ang="0">
                <a:pos x="connsiteX62973" y="connsiteY62973"/>
              </a:cxn>
              <a:cxn ang="0">
                <a:pos x="connsiteX62974" y="connsiteY62974"/>
              </a:cxn>
              <a:cxn ang="0">
                <a:pos x="connsiteX62975" y="connsiteY62975"/>
              </a:cxn>
              <a:cxn ang="0">
                <a:pos x="connsiteX62976" y="connsiteY62976"/>
              </a:cxn>
              <a:cxn ang="0">
                <a:pos x="connsiteX62977" y="connsiteY62977"/>
              </a:cxn>
              <a:cxn ang="0">
                <a:pos x="connsiteX62978" y="connsiteY62978"/>
              </a:cxn>
              <a:cxn ang="0">
                <a:pos x="connsiteX62979" y="connsiteY62979"/>
              </a:cxn>
              <a:cxn ang="0">
                <a:pos x="connsiteX62980" y="connsiteY62980"/>
              </a:cxn>
              <a:cxn ang="0">
                <a:pos x="connsiteX62981" y="connsiteY62981"/>
              </a:cxn>
              <a:cxn ang="0">
                <a:pos x="connsiteX62982" y="connsiteY62982"/>
              </a:cxn>
              <a:cxn ang="0">
                <a:pos x="connsiteX62983" y="connsiteY62983"/>
              </a:cxn>
              <a:cxn ang="0">
                <a:pos x="connsiteX62984" y="connsiteY62984"/>
              </a:cxn>
              <a:cxn ang="0">
                <a:pos x="connsiteX62985" y="connsiteY62985"/>
              </a:cxn>
              <a:cxn ang="0">
                <a:pos x="connsiteX62986" y="connsiteY62986"/>
              </a:cxn>
              <a:cxn ang="0">
                <a:pos x="connsiteX62987" y="connsiteY62987"/>
              </a:cxn>
              <a:cxn ang="0">
                <a:pos x="connsiteX62988" y="connsiteY62988"/>
              </a:cxn>
              <a:cxn ang="0">
                <a:pos x="connsiteX62989" y="connsiteY62989"/>
              </a:cxn>
              <a:cxn ang="0">
                <a:pos x="connsiteX62990" y="connsiteY62990"/>
              </a:cxn>
              <a:cxn ang="0">
                <a:pos x="connsiteX62991" y="connsiteY62991"/>
              </a:cxn>
              <a:cxn ang="0">
                <a:pos x="connsiteX62992" y="connsiteY62992"/>
              </a:cxn>
              <a:cxn ang="0">
                <a:pos x="connsiteX62993" y="connsiteY62993"/>
              </a:cxn>
              <a:cxn ang="0">
                <a:pos x="connsiteX62994" y="connsiteY62994"/>
              </a:cxn>
              <a:cxn ang="0">
                <a:pos x="connsiteX62995" y="connsiteY62995"/>
              </a:cxn>
              <a:cxn ang="0">
                <a:pos x="connsiteX62996" y="connsiteY62996"/>
              </a:cxn>
              <a:cxn ang="0">
                <a:pos x="connsiteX62997" y="connsiteY62997"/>
              </a:cxn>
              <a:cxn ang="0">
                <a:pos x="connsiteX62998" y="connsiteY62998"/>
              </a:cxn>
              <a:cxn ang="0">
                <a:pos x="connsiteX62999" y="connsiteY62999"/>
              </a:cxn>
              <a:cxn ang="0">
                <a:pos x="connsiteX63000" y="connsiteY63000"/>
              </a:cxn>
              <a:cxn ang="0">
                <a:pos x="connsiteX63001" y="connsiteY63001"/>
              </a:cxn>
              <a:cxn ang="0">
                <a:pos x="connsiteX63002" y="connsiteY63002"/>
              </a:cxn>
              <a:cxn ang="0">
                <a:pos x="connsiteX63003" y="connsiteY63003"/>
              </a:cxn>
              <a:cxn ang="0">
                <a:pos x="connsiteX63004" y="connsiteY63004"/>
              </a:cxn>
              <a:cxn ang="0">
                <a:pos x="connsiteX63005" y="connsiteY63005"/>
              </a:cxn>
              <a:cxn ang="0">
                <a:pos x="connsiteX63006" y="connsiteY63006"/>
              </a:cxn>
              <a:cxn ang="0">
                <a:pos x="connsiteX63007" y="connsiteY63007"/>
              </a:cxn>
              <a:cxn ang="0">
                <a:pos x="connsiteX63008" y="connsiteY63008"/>
              </a:cxn>
              <a:cxn ang="0">
                <a:pos x="connsiteX63009" y="connsiteY63009"/>
              </a:cxn>
              <a:cxn ang="0">
                <a:pos x="connsiteX63010" y="connsiteY63010"/>
              </a:cxn>
              <a:cxn ang="0">
                <a:pos x="connsiteX63011" y="connsiteY63011"/>
              </a:cxn>
              <a:cxn ang="0">
                <a:pos x="connsiteX63012" y="connsiteY63012"/>
              </a:cxn>
              <a:cxn ang="0">
                <a:pos x="connsiteX63013" y="connsiteY63013"/>
              </a:cxn>
              <a:cxn ang="0">
                <a:pos x="connsiteX63014" y="connsiteY63014"/>
              </a:cxn>
              <a:cxn ang="0">
                <a:pos x="connsiteX63015" y="connsiteY63015"/>
              </a:cxn>
              <a:cxn ang="0">
                <a:pos x="connsiteX63016" y="connsiteY63016"/>
              </a:cxn>
              <a:cxn ang="0">
                <a:pos x="connsiteX63017" y="connsiteY63017"/>
              </a:cxn>
              <a:cxn ang="0">
                <a:pos x="connsiteX63018" y="connsiteY63018"/>
              </a:cxn>
              <a:cxn ang="0">
                <a:pos x="connsiteX63019" y="connsiteY63019"/>
              </a:cxn>
              <a:cxn ang="0">
                <a:pos x="connsiteX63020" y="connsiteY63020"/>
              </a:cxn>
              <a:cxn ang="0">
                <a:pos x="connsiteX63021" y="connsiteY63021"/>
              </a:cxn>
              <a:cxn ang="0">
                <a:pos x="connsiteX63022" y="connsiteY63022"/>
              </a:cxn>
              <a:cxn ang="0">
                <a:pos x="connsiteX63023" y="connsiteY63023"/>
              </a:cxn>
              <a:cxn ang="0">
                <a:pos x="connsiteX63024" y="connsiteY63024"/>
              </a:cxn>
              <a:cxn ang="0">
                <a:pos x="connsiteX63025" y="connsiteY63025"/>
              </a:cxn>
              <a:cxn ang="0">
                <a:pos x="connsiteX63026" y="connsiteY63026"/>
              </a:cxn>
              <a:cxn ang="0">
                <a:pos x="connsiteX63027" y="connsiteY63027"/>
              </a:cxn>
              <a:cxn ang="0">
                <a:pos x="connsiteX63028" y="connsiteY63028"/>
              </a:cxn>
              <a:cxn ang="0">
                <a:pos x="connsiteX63029" y="connsiteY63029"/>
              </a:cxn>
              <a:cxn ang="0">
                <a:pos x="connsiteX63030" y="connsiteY63030"/>
              </a:cxn>
              <a:cxn ang="0">
                <a:pos x="connsiteX63031" y="connsiteY63031"/>
              </a:cxn>
              <a:cxn ang="0">
                <a:pos x="connsiteX63032" y="connsiteY63032"/>
              </a:cxn>
              <a:cxn ang="0">
                <a:pos x="connsiteX63033" y="connsiteY63033"/>
              </a:cxn>
              <a:cxn ang="0">
                <a:pos x="connsiteX63034" y="connsiteY63034"/>
              </a:cxn>
              <a:cxn ang="0">
                <a:pos x="connsiteX63035" y="connsiteY63035"/>
              </a:cxn>
              <a:cxn ang="0">
                <a:pos x="connsiteX63036" y="connsiteY63036"/>
              </a:cxn>
              <a:cxn ang="0">
                <a:pos x="connsiteX63037" y="connsiteY63037"/>
              </a:cxn>
              <a:cxn ang="0">
                <a:pos x="connsiteX63038" y="connsiteY63038"/>
              </a:cxn>
              <a:cxn ang="0">
                <a:pos x="connsiteX63039" y="connsiteY63039"/>
              </a:cxn>
              <a:cxn ang="0">
                <a:pos x="connsiteX63040" y="connsiteY63040"/>
              </a:cxn>
              <a:cxn ang="0">
                <a:pos x="connsiteX63041" y="connsiteY63041"/>
              </a:cxn>
              <a:cxn ang="0">
                <a:pos x="connsiteX63042" y="connsiteY63042"/>
              </a:cxn>
              <a:cxn ang="0">
                <a:pos x="connsiteX63043" y="connsiteY63043"/>
              </a:cxn>
              <a:cxn ang="0">
                <a:pos x="connsiteX63044" y="connsiteY63044"/>
              </a:cxn>
              <a:cxn ang="0">
                <a:pos x="connsiteX63045" y="connsiteY63045"/>
              </a:cxn>
              <a:cxn ang="0">
                <a:pos x="connsiteX63046" y="connsiteY63046"/>
              </a:cxn>
              <a:cxn ang="0">
                <a:pos x="connsiteX63047" y="connsiteY63047"/>
              </a:cxn>
              <a:cxn ang="0">
                <a:pos x="connsiteX63048" y="connsiteY63048"/>
              </a:cxn>
              <a:cxn ang="0">
                <a:pos x="connsiteX63049" y="connsiteY63049"/>
              </a:cxn>
              <a:cxn ang="0">
                <a:pos x="connsiteX63050" y="connsiteY63050"/>
              </a:cxn>
              <a:cxn ang="0">
                <a:pos x="connsiteX63051" y="connsiteY63051"/>
              </a:cxn>
              <a:cxn ang="0">
                <a:pos x="connsiteX63052" y="connsiteY63052"/>
              </a:cxn>
              <a:cxn ang="0">
                <a:pos x="connsiteX63053" y="connsiteY63053"/>
              </a:cxn>
              <a:cxn ang="0">
                <a:pos x="connsiteX63054" y="connsiteY63054"/>
              </a:cxn>
              <a:cxn ang="0">
                <a:pos x="connsiteX63055" y="connsiteY63055"/>
              </a:cxn>
              <a:cxn ang="0">
                <a:pos x="connsiteX63056" y="connsiteY63056"/>
              </a:cxn>
              <a:cxn ang="0">
                <a:pos x="connsiteX63057" y="connsiteY63057"/>
              </a:cxn>
              <a:cxn ang="0">
                <a:pos x="connsiteX63058" y="connsiteY63058"/>
              </a:cxn>
              <a:cxn ang="0">
                <a:pos x="connsiteX63059" y="connsiteY63059"/>
              </a:cxn>
              <a:cxn ang="0">
                <a:pos x="connsiteX63060" y="connsiteY63060"/>
              </a:cxn>
              <a:cxn ang="0">
                <a:pos x="connsiteX63061" y="connsiteY63061"/>
              </a:cxn>
              <a:cxn ang="0">
                <a:pos x="connsiteX63062" y="connsiteY63062"/>
              </a:cxn>
              <a:cxn ang="0">
                <a:pos x="connsiteX63063" y="connsiteY63063"/>
              </a:cxn>
              <a:cxn ang="0">
                <a:pos x="connsiteX63064" y="connsiteY63064"/>
              </a:cxn>
              <a:cxn ang="0">
                <a:pos x="connsiteX63065" y="connsiteY63065"/>
              </a:cxn>
              <a:cxn ang="0">
                <a:pos x="connsiteX63066" y="connsiteY63066"/>
              </a:cxn>
              <a:cxn ang="0">
                <a:pos x="connsiteX63067" y="connsiteY63067"/>
              </a:cxn>
              <a:cxn ang="0">
                <a:pos x="connsiteX63068" y="connsiteY63068"/>
              </a:cxn>
              <a:cxn ang="0">
                <a:pos x="connsiteX63069" y="connsiteY63069"/>
              </a:cxn>
              <a:cxn ang="0">
                <a:pos x="connsiteX63070" y="connsiteY63070"/>
              </a:cxn>
              <a:cxn ang="0">
                <a:pos x="connsiteX63071" y="connsiteY63071"/>
              </a:cxn>
              <a:cxn ang="0">
                <a:pos x="connsiteX63072" y="connsiteY63072"/>
              </a:cxn>
              <a:cxn ang="0">
                <a:pos x="connsiteX63073" y="connsiteY63073"/>
              </a:cxn>
              <a:cxn ang="0">
                <a:pos x="connsiteX63074" y="connsiteY63074"/>
              </a:cxn>
              <a:cxn ang="0">
                <a:pos x="connsiteX63075" y="connsiteY63075"/>
              </a:cxn>
              <a:cxn ang="0">
                <a:pos x="connsiteX63076" y="connsiteY63076"/>
              </a:cxn>
              <a:cxn ang="0">
                <a:pos x="connsiteX63077" y="connsiteY63077"/>
              </a:cxn>
              <a:cxn ang="0">
                <a:pos x="connsiteX63078" y="connsiteY63078"/>
              </a:cxn>
              <a:cxn ang="0">
                <a:pos x="connsiteX63079" y="connsiteY63079"/>
              </a:cxn>
              <a:cxn ang="0">
                <a:pos x="connsiteX63080" y="connsiteY63080"/>
              </a:cxn>
              <a:cxn ang="0">
                <a:pos x="connsiteX63081" y="connsiteY63081"/>
              </a:cxn>
              <a:cxn ang="0">
                <a:pos x="connsiteX63082" y="connsiteY63082"/>
              </a:cxn>
              <a:cxn ang="0">
                <a:pos x="connsiteX63083" y="connsiteY63083"/>
              </a:cxn>
              <a:cxn ang="0">
                <a:pos x="connsiteX63084" y="connsiteY63084"/>
              </a:cxn>
              <a:cxn ang="0">
                <a:pos x="connsiteX63085" y="connsiteY63085"/>
              </a:cxn>
              <a:cxn ang="0">
                <a:pos x="connsiteX63086" y="connsiteY63086"/>
              </a:cxn>
              <a:cxn ang="0">
                <a:pos x="connsiteX63087" y="connsiteY63087"/>
              </a:cxn>
              <a:cxn ang="0">
                <a:pos x="connsiteX63088" y="connsiteY63088"/>
              </a:cxn>
              <a:cxn ang="0">
                <a:pos x="connsiteX63089" y="connsiteY63089"/>
              </a:cxn>
              <a:cxn ang="0">
                <a:pos x="connsiteX63090" y="connsiteY63090"/>
              </a:cxn>
              <a:cxn ang="0">
                <a:pos x="connsiteX63091" y="connsiteY63091"/>
              </a:cxn>
              <a:cxn ang="0">
                <a:pos x="connsiteX63092" y="connsiteY63092"/>
              </a:cxn>
              <a:cxn ang="0">
                <a:pos x="connsiteX63093" y="connsiteY63093"/>
              </a:cxn>
              <a:cxn ang="0">
                <a:pos x="connsiteX63094" y="connsiteY63094"/>
              </a:cxn>
              <a:cxn ang="0">
                <a:pos x="connsiteX63095" y="connsiteY63095"/>
              </a:cxn>
              <a:cxn ang="0">
                <a:pos x="connsiteX63096" y="connsiteY63096"/>
              </a:cxn>
              <a:cxn ang="0">
                <a:pos x="connsiteX63097" y="connsiteY63097"/>
              </a:cxn>
              <a:cxn ang="0">
                <a:pos x="connsiteX63098" y="connsiteY63098"/>
              </a:cxn>
              <a:cxn ang="0">
                <a:pos x="connsiteX63099" y="connsiteY63099"/>
              </a:cxn>
              <a:cxn ang="0">
                <a:pos x="connsiteX63100" y="connsiteY63100"/>
              </a:cxn>
              <a:cxn ang="0">
                <a:pos x="connsiteX63101" y="connsiteY63101"/>
              </a:cxn>
              <a:cxn ang="0">
                <a:pos x="connsiteX63102" y="connsiteY63102"/>
              </a:cxn>
              <a:cxn ang="0">
                <a:pos x="connsiteX63103" y="connsiteY63103"/>
              </a:cxn>
              <a:cxn ang="0">
                <a:pos x="connsiteX63104" y="connsiteY63104"/>
              </a:cxn>
              <a:cxn ang="0">
                <a:pos x="connsiteX63105" y="connsiteY63105"/>
              </a:cxn>
              <a:cxn ang="0">
                <a:pos x="connsiteX63106" y="connsiteY63106"/>
              </a:cxn>
              <a:cxn ang="0">
                <a:pos x="connsiteX63107" y="connsiteY63107"/>
              </a:cxn>
              <a:cxn ang="0">
                <a:pos x="connsiteX63108" y="connsiteY63108"/>
              </a:cxn>
              <a:cxn ang="0">
                <a:pos x="connsiteX63109" y="connsiteY63109"/>
              </a:cxn>
              <a:cxn ang="0">
                <a:pos x="connsiteX63110" y="connsiteY63110"/>
              </a:cxn>
              <a:cxn ang="0">
                <a:pos x="connsiteX63111" y="connsiteY63111"/>
              </a:cxn>
              <a:cxn ang="0">
                <a:pos x="connsiteX63112" y="connsiteY63112"/>
              </a:cxn>
              <a:cxn ang="0">
                <a:pos x="connsiteX63113" y="connsiteY63113"/>
              </a:cxn>
              <a:cxn ang="0">
                <a:pos x="connsiteX63114" y="connsiteY63114"/>
              </a:cxn>
              <a:cxn ang="0">
                <a:pos x="connsiteX63115" y="connsiteY63115"/>
              </a:cxn>
              <a:cxn ang="0">
                <a:pos x="connsiteX63116" y="connsiteY63116"/>
              </a:cxn>
              <a:cxn ang="0">
                <a:pos x="connsiteX63117" y="connsiteY63117"/>
              </a:cxn>
              <a:cxn ang="0">
                <a:pos x="connsiteX63118" y="connsiteY63118"/>
              </a:cxn>
              <a:cxn ang="0">
                <a:pos x="connsiteX63119" y="connsiteY63119"/>
              </a:cxn>
              <a:cxn ang="0">
                <a:pos x="connsiteX63120" y="connsiteY63120"/>
              </a:cxn>
              <a:cxn ang="0">
                <a:pos x="connsiteX63121" y="connsiteY63121"/>
              </a:cxn>
              <a:cxn ang="0">
                <a:pos x="connsiteX63122" y="connsiteY63122"/>
              </a:cxn>
              <a:cxn ang="0">
                <a:pos x="connsiteX63123" y="connsiteY63123"/>
              </a:cxn>
              <a:cxn ang="0">
                <a:pos x="connsiteX63124" y="connsiteY63124"/>
              </a:cxn>
              <a:cxn ang="0">
                <a:pos x="connsiteX63125" y="connsiteY63125"/>
              </a:cxn>
              <a:cxn ang="0">
                <a:pos x="connsiteX63126" y="connsiteY63126"/>
              </a:cxn>
              <a:cxn ang="0">
                <a:pos x="connsiteX63127" y="connsiteY63127"/>
              </a:cxn>
              <a:cxn ang="0">
                <a:pos x="connsiteX63128" y="connsiteY63128"/>
              </a:cxn>
              <a:cxn ang="0">
                <a:pos x="connsiteX63129" y="connsiteY63129"/>
              </a:cxn>
              <a:cxn ang="0">
                <a:pos x="connsiteX63130" y="connsiteY63130"/>
              </a:cxn>
              <a:cxn ang="0">
                <a:pos x="connsiteX63131" y="connsiteY63131"/>
              </a:cxn>
              <a:cxn ang="0">
                <a:pos x="connsiteX63132" y="connsiteY63132"/>
              </a:cxn>
              <a:cxn ang="0">
                <a:pos x="connsiteX63133" y="connsiteY63133"/>
              </a:cxn>
              <a:cxn ang="0">
                <a:pos x="connsiteX63134" y="connsiteY63134"/>
              </a:cxn>
              <a:cxn ang="0">
                <a:pos x="connsiteX63135" y="connsiteY63135"/>
              </a:cxn>
              <a:cxn ang="0">
                <a:pos x="connsiteX63136" y="connsiteY63136"/>
              </a:cxn>
              <a:cxn ang="0">
                <a:pos x="connsiteX63137" y="connsiteY63137"/>
              </a:cxn>
              <a:cxn ang="0">
                <a:pos x="connsiteX63138" y="connsiteY63138"/>
              </a:cxn>
              <a:cxn ang="0">
                <a:pos x="connsiteX63139" y="connsiteY63139"/>
              </a:cxn>
              <a:cxn ang="0">
                <a:pos x="connsiteX63140" y="connsiteY63140"/>
              </a:cxn>
              <a:cxn ang="0">
                <a:pos x="connsiteX63141" y="connsiteY63141"/>
              </a:cxn>
              <a:cxn ang="0">
                <a:pos x="connsiteX63142" y="connsiteY63142"/>
              </a:cxn>
              <a:cxn ang="0">
                <a:pos x="connsiteX63143" y="connsiteY63143"/>
              </a:cxn>
              <a:cxn ang="0">
                <a:pos x="connsiteX63144" y="connsiteY63144"/>
              </a:cxn>
              <a:cxn ang="0">
                <a:pos x="connsiteX63145" y="connsiteY63145"/>
              </a:cxn>
              <a:cxn ang="0">
                <a:pos x="connsiteX63146" y="connsiteY63146"/>
              </a:cxn>
              <a:cxn ang="0">
                <a:pos x="connsiteX63147" y="connsiteY63147"/>
              </a:cxn>
              <a:cxn ang="0">
                <a:pos x="connsiteX63148" y="connsiteY63148"/>
              </a:cxn>
              <a:cxn ang="0">
                <a:pos x="connsiteX63149" y="connsiteY63149"/>
              </a:cxn>
              <a:cxn ang="0">
                <a:pos x="connsiteX63150" y="connsiteY63150"/>
              </a:cxn>
              <a:cxn ang="0">
                <a:pos x="connsiteX63151" y="connsiteY63151"/>
              </a:cxn>
              <a:cxn ang="0">
                <a:pos x="connsiteX63152" y="connsiteY63152"/>
              </a:cxn>
              <a:cxn ang="0">
                <a:pos x="connsiteX63153" y="connsiteY63153"/>
              </a:cxn>
              <a:cxn ang="0">
                <a:pos x="connsiteX63154" y="connsiteY63154"/>
              </a:cxn>
              <a:cxn ang="0">
                <a:pos x="connsiteX63155" y="connsiteY63155"/>
              </a:cxn>
              <a:cxn ang="0">
                <a:pos x="connsiteX63156" y="connsiteY63156"/>
              </a:cxn>
              <a:cxn ang="0">
                <a:pos x="connsiteX63157" y="connsiteY63157"/>
              </a:cxn>
              <a:cxn ang="0">
                <a:pos x="connsiteX63158" y="connsiteY63158"/>
              </a:cxn>
              <a:cxn ang="0">
                <a:pos x="connsiteX63159" y="connsiteY63159"/>
              </a:cxn>
              <a:cxn ang="0">
                <a:pos x="connsiteX63160" y="connsiteY63160"/>
              </a:cxn>
              <a:cxn ang="0">
                <a:pos x="connsiteX63161" y="connsiteY63161"/>
              </a:cxn>
              <a:cxn ang="0">
                <a:pos x="connsiteX63162" y="connsiteY63162"/>
              </a:cxn>
              <a:cxn ang="0">
                <a:pos x="connsiteX63163" y="connsiteY63163"/>
              </a:cxn>
              <a:cxn ang="0">
                <a:pos x="connsiteX63164" y="connsiteY63164"/>
              </a:cxn>
              <a:cxn ang="0">
                <a:pos x="connsiteX63165" y="connsiteY63165"/>
              </a:cxn>
              <a:cxn ang="0">
                <a:pos x="connsiteX63166" y="connsiteY63166"/>
              </a:cxn>
              <a:cxn ang="0">
                <a:pos x="connsiteX63167" y="connsiteY63167"/>
              </a:cxn>
              <a:cxn ang="0">
                <a:pos x="connsiteX63168" y="connsiteY63168"/>
              </a:cxn>
              <a:cxn ang="0">
                <a:pos x="connsiteX63169" y="connsiteY63169"/>
              </a:cxn>
              <a:cxn ang="0">
                <a:pos x="connsiteX63170" y="connsiteY63170"/>
              </a:cxn>
              <a:cxn ang="0">
                <a:pos x="connsiteX63171" y="connsiteY63171"/>
              </a:cxn>
              <a:cxn ang="0">
                <a:pos x="connsiteX63172" y="connsiteY63172"/>
              </a:cxn>
              <a:cxn ang="0">
                <a:pos x="connsiteX63173" y="connsiteY63173"/>
              </a:cxn>
              <a:cxn ang="0">
                <a:pos x="connsiteX63174" y="connsiteY63174"/>
              </a:cxn>
              <a:cxn ang="0">
                <a:pos x="connsiteX63175" y="connsiteY63175"/>
              </a:cxn>
              <a:cxn ang="0">
                <a:pos x="connsiteX63176" y="connsiteY63176"/>
              </a:cxn>
              <a:cxn ang="0">
                <a:pos x="connsiteX63177" y="connsiteY63177"/>
              </a:cxn>
              <a:cxn ang="0">
                <a:pos x="connsiteX63178" y="connsiteY63178"/>
              </a:cxn>
              <a:cxn ang="0">
                <a:pos x="connsiteX63179" y="connsiteY63179"/>
              </a:cxn>
              <a:cxn ang="0">
                <a:pos x="connsiteX63180" y="connsiteY63180"/>
              </a:cxn>
              <a:cxn ang="0">
                <a:pos x="connsiteX63181" y="connsiteY63181"/>
              </a:cxn>
              <a:cxn ang="0">
                <a:pos x="connsiteX63182" y="connsiteY63182"/>
              </a:cxn>
              <a:cxn ang="0">
                <a:pos x="connsiteX63183" y="connsiteY63183"/>
              </a:cxn>
              <a:cxn ang="0">
                <a:pos x="connsiteX63184" y="connsiteY63184"/>
              </a:cxn>
              <a:cxn ang="0">
                <a:pos x="connsiteX63185" y="connsiteY63185"/>
              </a:cxn>
              <a:cxn ang="0">
                <a:pos x="connsiteX63186" y="connsiteY63186"/>
              </a:cxn>
              <a:cxn ang="0">
                <a:pos x="connsiteX63187" y="connsiteY63187"/>
              </a:cxn>
              <a:cxn ang="0">
                <a:pos x="connsiteX63188" y="connsiteY63188"/>
              </a:cxn>
              <a:cxn ang="0">
                <a:pos x="connsiteX63189" y="connsiteY63189"/>
              </a:cxn>
              <a:cxn ang="0">
                <a:pos x="connsiteX63190" y="connsiteY63190"/>
              </a:cxn>
              <a:cxn ang="0">
                <a:pos x="connsiteX63191" y="connsiteY63191"/>
              </a:cxn>
              <a:cxn ang="0">
                <a:pos x="connsiteX63192" y="connsiteY63192"/>
              </a:cxn>
              <a:cxn ang="0">
                <a:pos x="connsiteX63193" y="connsiteY63193"/>
              </a:cxn>
              <a:cxn ang="0">
                <a:pos x="connsiteX63194" y="connsiteY63194"/>
              </a:cxn>
              <a:cxn ang="0">
                <a:pos x="connsiteX63195" y="connsiteY63195"/>
              </a:cxn>
              <a:cxn ang="0">
                <a:pos x="connsiteX63196" y="connsiteY63196"/>
              </a:cxn>
              <a:cxn ang="0">
                <a:pos x="connsiteX63197" y="connsiteY63197"/>
              </a:cxn>
              <a:cxn ang="0">
                <a:pos x="connsiteX63198" y="connsiteY63198"/>
              </a:cxn>
              <a:cxn ang="0">
                <a:pos x="connsiteX63199" y="connsiteY63199"/>
              </a:cxn>
              <a:cxn ang="0">
                <a:pos x="connsiteX63200" y="connsiteY63200"/>
              </a:cxn>
              <a:cxn ang="0">
                <a:pos x="connsiteX63201" y="connsiteY63201"/>
              </a:cxn>
              <a:cxn ang="0">
                <a:pos x="connsiteX63202" y="connsiteY63202"/>
              </a:cxn>
              <a:cxn ang="0">
                <a:pos x="connsiteX63203" y="connsiteY63203"/>
              </a:cxn>
              <a:cxn ang="0">
                <a:pos x="connsiteX63204" y="connsiteY63204"/>
              </a:cxn>
              <a:cxn ang="0">
                <a:pos x="connsiteX63205" y="connsiteY63205"/>
              </a:cxn>
              <a:cxn ang="0">
                <a:pos x="connsiteX63206" y="connsiteY63206"/>
              </a:cxn>
              <a:cxn ang="0">
                <a:pos x="connsiteX63207" y="connsiteY63207"/>
              </a:cxn>
              <a:cxn ang="0">
                <a:pos x="connsiteX63208" y="connsiteY63208"/>
              </a:cxn>
              <a:cxn ang="0">
                <a:pos x="connsiteX63209" y="connsiteY63209"/>
              </a:cxn>
              <a:cxn ang="0">
                <a:pos x="connsiteX63210" y="connsiteY63210"/>
              </a:cxn>
              <a:cxn ang="0">
                <a:pos x="connsiteX63211" y="connsiteY63211"/>
              </a:cxn>
              <a:cxn ang="0">
                <a:pos x="connsiteX63212" y="connsiteY63212"/>
              </a:cxn>
              <a:cxn ang="0">
                <a:pos x="connsiteX63213" y="connsiteY63213"/>
              </a:cxn>
              <a:cxn ang="0">
                <a:pos x="connsiteX63214" y="connsiteY63214"/>
              </a:cxn>
              <a:cxn ang="0">
                <a:pos x="connsiteX63215" y="connsiteY63215"/>
              </a:cxn>
              <a:cxn ang="0">
                <a:pos x="connsiteX63216" y="connsiteY63216"/>
              </a:cxn>
              <a:cxn ang="0">
                <a:pos x="connsiteX63217" y="connsiteY63217"/>
              </a:cxn>
              <a:cxn ang="0">
                <a:pos x="connsiteX63218" y="connsiteY63218"/>
              </a:cxn>
              <a:cxn ang="0">
                <a:pos x="connsiteX63219" y="connsiteY63219"/>
              </a:cxn>
              <a:cxn ang="0">
                <a:pos x="connsiteX63220" y="connsiteY63220"/>
              </a:cxn>
              <a:cxn ang="0">
                <a:pos x="connsiteX63221" y="connsiteY63221"/>
              </a:cxn>
              <a:cxn ang="0">
                <a:pos x="connsiteX63222" y="connsiteY63222"/>
              </a:cxn>
              <a:cxn ang="0">
                <a:pos x="connsiteX63223" y="connsiteY63223"/>
              </a:cxn>
              <a:cxn ang="0">
                <a:pos x="connsiteX63224" y="connsiteY63224"/>
              </a:cxn>
              <a:cxn ang="0">
                <a:pos x="connsiteX63225" y="connsiteY63225"/>
              </a:cxn>
              <a:cxn ang="0">
                <a:pos x="connsiteX63226" y="connsiteY63226"/>
              </a:cxn>
              <a:cxn ang="0">
                <a:pos x="connsiteX63227" y="connsiteY63227"/>
              </a:cxn>
              <a:cxn ang="0">
                <a:pos x="connsiteX63228" y="connsiteY63228"/>
              </a:cxn>
              <a:cxn ang="0">
                <a:pos x="connsiteX63229" y="connsiteY63229"/>
              </a:cxn>
              <a:cxn ang="0">
                <a:pos x="connsiteX63230" y="connsiteY63230"/>
              </a:cxn>
              <a:cxn ang="0">
                <a:pos x="connsiteX63231" y="connsiteY63231"/>
              </a:cxn>
              <a:cxn ang="0">
                <a:pos x="connsiteX63232" y="connsiteY63232"/>
              </a:cxn>
              <a:cxn ang="0">
                <a:pos x="connsiteX63233" y="connsiteY63233"/>
              </a:cxn>
              <a:cxn ang="0">
                <a:pos x="connsiteX63234" y="connsiteY63234"/>
              </a:cxn>
              <a:cxn ang="0">
                <a:pos x="connsiteX63235" y="connsiteY63235"/>
              </a:cxn>
              <a:cxn ang="0">
                <a:pos x="connsiteX63236" y="connsiteY63236"/>
              </a:cxn>
              <a:cxn ang="0">
                <a:pos x="connsiteX63237" y="connsiteY63237"/>
              </a:cxn>
              <a:cxn ang="0">
                <a:pos x="connsiteX63238" y="connsiteY63238"/>
              </a:cxn>
              <a:cxn ang="0">
                <a:pos x="connsiteX63239" y="connsiteY63239"/>
              </a:cxn>
              <a:cxn ang="0">
                <a:pos x="connsiteX63240" y="connsiteY63240"/>
              </a:cxn>
              <a:cxn ang="0">
                <a:pos x="connsiteX63241" y="connsiteY63241"/>
              </a:cxn>
              <a:cxn ang="0">
                <a:pos x="connsiteX63242" y="connsiteY63242"/>
              </a:cxn>
              <a:cxn ang="0">
                <a:pos x="connsiteX63243" y="connsiteY63243"/>
              </a:cxn>
              <a:cxn ang="0">
                <a:pos x="connsiteX63244" y="connsiteY63244"/>
              </a:cxn>
              <a:cxn ang="0">
                <a:pos x="connsiteX63245" y="connsiteY63245"/>
              </a:cxn>
              <a:cxn ang="0">
                <a:pos x="connsiteX63246" y="connsiteY63246"/>
              </a:cxn>
              <a:cxn ang="0">
                <a:pos x="connsiteX63247" y="connsiteY63247"/>
              </a:cxn>
              <a:cxn ang="0">
                <a:pos x="connsiteX63248" y="connsiteY63248"/>
              </a:cxn>
              <a:cxn ang="0">
                <a:pos x="connsiteX63249" y="connsiteY63249"/>
              </a:cxn>
              <a:cxn ang="0">
                <a:pos x="connsiteX63250" y="connsiteY63250"/>
              </a:cxn>
              <a:cxn ang="0">
                <a:pos x="connsiteX63251" y="connsiteY63251"/>
              </a:cxn>
              <a:cxn ang="0">
                <a:pos x="connsiteX63252" y="connsiteY63252"/>
              </a:cxn>
              <a:cxn ang="0">
                <a:pos x="connsiteX63253" y="connsiteY63253"/>
              </a:cxn>
              <a:cxn ang="0">
                <a:pos x="connsiteX63254" y="connsiteY63254"/>
              </a:cxn>
              <a:cxn ang="0">
                <a:pos x="connsiteX63255" y="connsiteY63255"/>
              </a:cxn>
              <a:cxn ang="0">
                <a:pos x="connsiteX63256" y="connsiteY63256"/>
              </a:cxn>
              <a:cxn ang="0">
                <a:pos x="connsiteX63257" y="connsiteY63257"/>
              </a:cxn>
              <a:cxn ang="0">
                <a:pos x="connsiteX63258" y="connsiteY63258"/>
              </a:cxn>
              <a:cxn ang="0">
                <a:pos x="connsiteX63259" y="connsiteY63259"/>
              </a:cxn>
              <a:cxn ang="0">
                <a:pos x="connsiteX63260" y="connsiteY63260"/>
              </a:cxn>
              <a:cxn ang="0">
                <a:pos x="connsiteX63261" y="connsiteY63261"/>
              </a:cxn>
              <a:cxn ang="0">
                <a:pos x="connsiteX63262" y="connsiteY63262"/>
              </a:cxn>
              <a:cxn ang="0">
                <a:pos x="connsiteX63263" y="connsiteY63263"/>
              </a:cxn>
              <a:cxn ang="0">
                <a:pos x="connsiteX63264" y="connsiteY63264"/>
              </a:cxn>
              <a:cxn ang="0">
                <a:pos x="connsiteX63265" y="connsiteY63265"/>
              </a:cxn>
              <a:cxn ang="0">
                <a:pos x="connsiteX63266" y="connsiteY63266"/>
              </a:cxn>
              <a:cxn ang="0">
                <a:pos x="connsiteX63267" y="connsiteY63267"/>
              </a:cxn>
              <a:cxn ang="0">
                <a:pos x="connsiteX63268" y="connsiteY63268"/>
              </a:cxn>
              <a:cxn ang="0">
                <a:pos x="connsiteX63269" y="connsiteY63269"/>
              </a:cxn>
              <a:cxn ang="0">
                <a:pos x="connsiteX63270" y="connsiteY63270"/>
              </a:cxn>
              <a:cxn ang="0">
                <a:pos x="connsiteX63271" y="connsiteY63271"/>
              </a:cxn>
              <a:cxn ang="0">
                <a:pos x="connsiteX63272" y="connsiteY63272"/>
              </a:cxn>
              <a:cxn ang="0">
                <a:pos x="connsiteX63273" y="connsiteY63273"/>
              </a:cxn>
              <a:cxn ang="0">
                <a:pos x="connsiteX63274" y="connsiteY63274"/>
              </a:cxn>
              <a:cxn ang="0">
                <a:pos x="connsiteX63275" y="connsiteY63275"/>
              </a:cxn>
              <a:cxn ang="0">
                <a:pos x="connsiteX63276" y="connsiteY63276"/>
              </a:cxn>
              <a:cxn ang="0">
                <a:pos x="connsiteX63277" y="connsiteY63277"/>
              </a:cxn>
              <a:cxn ang="0">
                <a:pos x="connsiteX63278" y="connsiteY63278"/>
              </a:cxn>
              <a:cxn ang="0">
                <a:pos x="connsiteX63279" y="connsiteY63279"/>
              </a:cxn>
              <a:cxn ang="0">
                <a:pos x="connsiteX63280" y="connsiteY63280"/>
              </a:cxn>
              <a:cxn ang="0">
                <a:pos x="connsiteX63281" y="connsiteY63281"/>
              </a:cxn>
              <a:cxn ang="0">
                <a:pos x="connsiteX63282" y="connsiteY63282"/>
              </a:cxn>
              <a:cxn ang="0">
                <a:pos x="connsiteX63283" y="connsiteY63283"/>
              </a:cxn>
              <a:cxn ang="0">
                <a:pos x="connsiteX63284" y="connsiteY63284"/>
              </a:cxn>
              <a:cxn ang="0">
                <a:pos x="connsiteX63285" y="connsiteY63285"/>
              </a:cxn>
              <a:cxn ang="0">
                <a:pos x="connsiteX63286" y="connsiteY63286"/>
              </a:cxn>
              <a:cxn ang="0">
                <a:pos x="connsiteX63287" y="connsiteY63287"/>
              </a:cxn>
              <a:cxn ang="0">
                <a:pos x="connsiteX63288" y="connsiteY63288"/>
              </a:cxn>
              <a:cxn ang="0">
                <a:pos x="connsiteX63289" y="connsiteY63289"/>
              </a:cxn>
              <a:cxn ang="0">
                <a:pos x="connsiteX63290" y="connsiteY63290"/>
              </a:cxn>
              <a:cxn ang="0">
                <a:pos x="connsiteX63291" y="connsiteY63291"/>
              </a:cxn>
              <a:cxn ang="0">
                <a:pos x="connsiteX63292" y="connsiteY63292"/>
              </a:cxn>
              <a:cxn ang="0">
                <a:pos x="connsiteX63293" y="connsiteY63293"/>
              </a:cxn>
              <a:cxn ang="0">
                <a:pos x="connsiteX63294" y="connsiteY63294"/>
              </a:cxn>
              <a:cxn ang="0">
                <a:pos x="connsiteX63295" y="connsiteY63295"/>
              </a:cxn>
              <a:cxn ang="0">
                <a:pos x="connsiteX63296" y="connsiteY63296"/>
              </a:cxn>
              <a:cxn ang="0">
                <a:pos x="connsiteX63297" y="connsiteY63297"/>
              </a:cxn>
              <a:cxn ang="0">
                <a:pos x="connsiteX63298" y="connsiteY63298"/>
              </a:cxn>
              <a:cxn ang="0">
                <a:pos x="connsiteX63299" y="connsiteY63299"/>
              </a:cxn>
              <a:cxn ang="0">
                <a:pos x="connsiteX63300" y="connsiteY63300"/>
              </a:cxn>
              <a:cxn ang="0">
                <a:pos x="connsiteX63301" y="connsiteY63301"/>
              </a:cxn>
              <a:cxn ang="0">
                <a:pos x="connsiteX63302" y="connsiteY63302"/>
              </a:cxn>
              <a:cxn ang="0">
                <a:pos x="connsiteX63303" y="connsiteY63303"/>
              </a:cxn>
              <a:cxn ang="0">
                <a:pos x="connsiteX63304" y="connsiteY63304"/>
              </a:cxn>
              <a:cxn ang="0">
                <a:pos x="connsiteX63305" y="connsiteY63305"/>
              </a:cxn>
              <a:cxn ang="0">
                <a:pos x="connsiteX63306" y="connsiteY63306"/>
              </a:cxn>
              <a:cxn ang="0">
                <a:pos x="connsiteX63307" y="connsiteY63307"/>
              </a:cxn>
              <a:cxn ang="0">
                <a:pos x="connsiteX63308" y="connsiteY63308"/>
              </a:cxn>
              <a:cxn ang="0">
                <a:pos x="connsiteX63309" y="connsiteY63309"/>
              </a:cxn>
              <a:cxn ang="0">
                <a:pos x="connsiteX63310" y="connsiteY63310"/>
              </a:cxn>
              <a:cxn ang="0">
                <a:pos x="connsiteX63311" y="connsiteY63311"/>
              </a:cxn>
              <a:cxn ang="0">
                <a:pos x="connsiteX63312" y="connsiteY63312"/>
              </a:cxn>
              <a:cxn ang="0">
                <a:pos x="connsiteX63313" y="connsiteY63313"/>
              </a:cxn>
              <a:cxn ang="0">
                <a:pos x="connsiteX63314" y="connsiteY63314"/>
              </a:cxn>
              <a:cxn ang="0">
                <a:pos x="connsiteX63315" y="connsiteY63315"/>
              </a:cxn>
              <a:cxn ang="0">
                <a:pos x="connsiteX63316" y="connsiteY63316"/>
              </a:cxn>
              <a:cxn ang="0">
                <a:pos x="connsiteX63317" y="connsiteY63317"/>
              </a:cxn>
              <a:cxn ang="0">
                <a:pos x="connsiteX63318" y="connsiteY63318"/>
              </a:cxn>
              <a:cxn ang="0">
                <a:pos x="connsiteX63319" y="connsiteY63319"/>
              </a:cxn>
              <a:cxn ang="0">
                <a:pos x="connsiteX63320" y="connsiteY63320"/>
              </a:cxn>
              <a:cxn ang="0">
                <a:pos x="connsiteX63321" y="connsiteY63321"/>
              </a:cxn>
              <a:cxn ang="0">
                <a:pos x="connsiteX63322" y="connsiteY63322"/>
              </a:cxn>
              <a:cxn ang="0">
                <a:pos x="connsiteX63323" y="connsiteY63323"/>
              </a:cxn>
              <a:cxn ang="0">
                <a:pos x="connsiteX63324" y="connsiteY63324"/>
              </a:cxn>
              <a:cxn ang="0">
                <a:pos x="connsiteX63325" y="connsiteY63325"/>
              </a:cxn>
              <a:cxn ang="0">
                <a:pos x="connsiteX63326" y="connsiteY63326"/>
              </a:cxn>
              <a:cxn ang="0">
                <a:pos x="connsiteX63327" y="connsiteY63327"/>
              </a:cxn>
              <a:cxn ang="0">
                <a:pos x="connsiteX63328" y="connsiteY63328"/>
              </a:cxn>
              <a:cxn ang="0">
                <a:pos x="connsiteX63329" y="connsiteY63329"/>
              </a:cxn>
              <a:cxn ang="0">
                <a:pos x="connsiteX63330" y="connsiteY63330"/>
              </a:cxn>
              <a:cxn ang="0">
                <a:pos x="connsiteX63331" y="connsiteY63331"/>
              </a:cxn>
              <a:cxn ang="0">
                <a:pos x="connsiteX63332" y="connsiteY63332"/>
              </a:cxn>
              <a:cxn ang="0">
                <a:pos x="connsiteX63333" y="connsiteY63333"/>
              </a:cxn>
              <a:cxn ang="0">
                <a:pos x="connsiteX63334" y="connsiteY63334"/>
              </a:cxn>
              <a:cxn ang="0">
                <a:pos x="connsiteX63335" y="connsiteY63335"/>
              </a:cxn>
              <a:cxn ang="0">
                <a:pos x="connsiteX63336" y="connsiteY63336"/>
              </a:cxn>
              <a:cxn ang="0">
                <a:pos x="connsiteX63337" y="connsiteY63337"/>
              </a:cxn>
              <a:cxn ang="0">
                <a:pos x="connsiteX63338" y="connsiteY63338"/>
              </a:cxn>
              <a:cxn ang="0">
                <a:pos x="connsiteX63339" y="connsiteY63339"/>
              </a:cxn>
              <a:cxn ang="0">
                <a:pos x="connsiteX63340" y="connsiteY63340"/>
              </a:cxn>
              <a:cxn ang="0">
                <a:pos x="connsiteX63341" y="connsiteY63341"/>
              </a:cxn>
              <a:cxn ang="0">
                <a:pos x="connsiteX63342" y="connsiteY63342"/>
              </a:cxn>
              <a:cxn ang="0">
                <a:pos x="connsiteX63343" y="connsiteY63343"/>
              </a:cxn>
              <a:cxn ang="0">
                <a:pos x="connsiteX63344" y="connsiteY63344"/>
              </a:cxn>
              <a:cxn ang="0">
                <a:pos x="connsiteX63345" y="connsiteY63345"/>
              </a:cxn>
              <a:cxn ang="0">
                <a:pos x="connsiteX63346" y="connsiteY63346"/>
              </a:cxn>
              <a:cxn ang="0">
                <a:pos x="connsiteX63347" y="connsiteY63347"/>
              </a:cxn>
              <a:cxn ang="0">
                <a:pos x="connsiteX63348" y="connsiteY63348"/>
              </a:cxn>
              <a:cxn ang="0">
                <a:pos x="connsiteX63349" y="connsiteY63349"/>
              </a:cxn>
              <a:cxn ang="0">
                <a:pos x="connsiteX63350" y="connsiteY63350"/>
              </a:cxn>
              <a:cxn ang="0">
                <a:pos x="connsiteX63351" y="connsiteY63351"/>
              </a:cxn>
              <a:cxn ang="0">
                <a:pos x="connsiteX63352" y="connsiteY63352"/>
              </a:cxn>
              <a:cxn ang="0">
                <a:pos x="connsiteX63353" y="connsiteY63353"/>
              </a:cxn>
              <a:cxn ang="0">
                <a:pos x="connsiteX63354" y="connsiteY63354"/>
              </a:cxn>
              <a:cxn ang="0">
                <a:pos x="connsiteX63355" y="connsiteY63355"/>
              </a:cxn>
              <a:cxn ang="0">
                <a:pos x="connsiteX63356" y="connsiteY63356"/>
              </a:cxn>
              <a:cxn ang="0">
                <a:pos x="connsiteX63357" y="connsiteY63357"/>
              </a:cxn>
              <a:cxn ang="0">
                <a:pos x="connsiteX63358" y="connsiteY63358"/>
              </a:cxn>
              <a:cxn ang="0">
                <a:pos x="connsiteX63359" y="connsiteY63359"/>
              </a:cxn>
              <a:cxn ang="0">
                <a:pos x="connsiteX63360" y="connsiteY63360"/>
              </a:cxn>
              <a:cxn ang="0">
                <a:pos x="connsiteX63361" y="connsiteY63361"/>
              </a:cxn>
              <a:cxn ang="0">
                <a:pos x="connsiteX63362" y="connsiteY63362"/>
              </a:cxn>
              <a:cxn ang="0">
                <a:pos x="connsiteX63363" y="connsiteY63363"/>
              </a:cxn>
              <a:cxn ang="0">
                <a:pos x="connsiteX63364" y="connsiteY63364"/>
              </a:cxn>
              <a:cxn ang="0">
                <a:pos x="connsiteX63365" y="connsiteY63365"/>
              </a:cxn>
              <a:cxn ang="0">
                <a:pos x="connsiteX63366" y="connsiteY63366"/>
              </a:cxn>
              <a:cxn ang="0">
                <a:pos x="connsiteX63367" y="connsiteY63367"/>
              </a:cxn>
              <a:cxn ang="0">
                <a:pos x="connsiteX63368" y="connsiteY63368"/>
              </a:cxn>
              <a:cxn ang="0">
                <a:pos x="connsiteX63369" y="connsiteY63369"/>
              </a:cxn>
              <a:cxn ang="0">
                <a:pos x="connsiteX63370" y="connsiteY63370"/>
              </a:cxn>
              <a:cxn ang="0">
                <a:pos x="connsiteX63371" y="connsiteY63371"/>
              </a:cxn>
              <a:cxn ang="0">
                <a:pos x="connsiteX63372" y="connsiteY63372"/>
              </a:cxn>
              <a:cxn ang="0">
                <a:pos x="connsiteX63373" y="connsiteY63373"/>
              </a:cxn>
              <a:cxn ang="0">
                <a:pos x="connsiteX63374" y="connsiteY63374"/>
              </a:cxn>
              <a:cxn ang="0">
                <a:pos x="connsiteX63375" y="connsiteY63375"/>
              </a:cxn>
              <a:cxn ang="0">
                <a:pos x="connsiteX63376" y="connsiteY63376"/>
              </a:cxn>
              <a:cxn ang="0">
                <a:pos x="connsiteX63377" y="connsiteY63377"/>
              </a:cxn>
              <a:cxn ang="0">
                <a:pos x="connsiteX63378" y="connsiteY63378"/>
              </a:cxn>
              <a:cxn ang="0">
                <a:pos x="connsiteX63379" y="connsiteY63379"/>
              </a:cxn>
              <a:cxn ang="0">
                <a:pos x="connsiteX63380" y="connsiteY63380"/>
              </a:cxn>
              <a:cxn ang="0">
                <a:pos x="connsiteX63381" y="connsiteY63381"/>
              </a:cxn>
              <a:cxn ang="0">
                <a:pos x="connsiteX63382" y="connsiteY63382"/>
              </a:cxn>
              <a:cxn ang="0">
                <a:pos x="connsiteX63383" y="connsiteY63383"/>
              </a:cxn>
              <a:cxn ang="0">
                <a:pos x="connsiteX63384" y="connsiteY63384"/>
              </a:cxn>
              <a:cxn ang="0">
                <a:pos x="connsiteX63385" y="connsiteY63385"/>
              </a:cxn>
              <a:cxn ang="0">
                <a:pos x="connsiteX63386" y="connsiteY63386"/>
              </a:cxn>
              <a:cxn ang="0">
                <a:pos x="connsiteX63387" y="connsiteY63387"/>
              </a:cxn>
              <a:cxn ang="0">
                <a:pos x="connsiteX63388" y="connsiteY63388"/>
              </a:cxn>
              <a:cxn ang="0">
                <a:pos x="connsiteX63389" y="connsiteY63389"/>
              </a:cxn>
              <a:cxn ang="0">
                <a:pos x="connsiteX63390" y="connsiteY63390"/>
              </a:cxn>
              <a:cxn ang="0">
                <a:pos x="connsiteX63391" y="connsiteY63391"/>
              </a:cxn>
              <a:cxn ang="0">
                <a:pos x="connsiteX63392" y="connsiteY63392"/>
              </a:cxn>
              <a:cxn ang="0">
                <a:pos x="connsiteX63393" y="connsiteY63393"/>
              </a:cxn>
              <a:cxn ang="0">
                <a:pos x="connsiteX63394" y="connsiteY63394"/>
              </a:cxn>
              <a:cxn ang="0">
                <a:pos x="connsiteX63395" y="connsiteY63395"/>
              </a:cxn>
              <a:cxn ang="0">
                <a:pos x="connsiteX63396" y="connsiteY63396"/>
              </a:cxn>
              <a:cxn ang="0">
                <a:pos x="connsiteX63397" y="connsiteY63397"/>
              </a:cxn>
              <a:cxn ang="0">
                <a:pos x="connsiteX63398" y="connsiteY63398"/>
              </a:cxn>
              <a:cxn ang="0">
                <a:pos x="connsiteX63399" y="connsiteY63399"/>
              </a:cxn>
              <a:cxn ang="0">
                <a:pos x="connsiteX63400" y="connsiteY63400"/>
              </a:cxn>
              <a:cxn ang="0">
                <a:pos x="connsiteX63401" y="connsiteY63401"/>
              </a:cxn>
              <a:cxn ang="0">
                <a:pos x="connsiteX63402" y="connsiteY63402"/>
              </a:cxn>
              <a:cxn ang="0">
                <a:pos x="connsiteX63403" y="connsiteY63403"/>
              </a:cxn>
              <a:cxn ang="0">
                <a:pos x="connsiteX63404" y="connsiteY63404"/>
              </a:cxn>
              <a:cxn ang="0">
                <a:pos x="connsiteX63405" y="connsiteY63405"/>
              </a:cxn>
              <a:cxn ang="0">
                <a:pos x="connsiteX63406" y="connsiteY63406"/>
              </a:cxn>
              <a:cxn ang="0">
                <a:pos x="connsiteX63407" y="connsiteY63407"/>
              </a:cxn>
              <a:cxn ang="0">
                <a:pos x="connsiteX63408" y="connsiteY63408"/>
              </a:cxn>
              <a:cxn ang="0">
                <a:pos x="connsiteX63409" y="connsiteY63409"/>
              </a:cxn>
              <a:cxn ang="0">
                <a:pos x="connsiteX63410" y="connsiteY63410"/>
              </a:cxn>
              <a:cxn ang="0">
                <a:pos x="connsiteX63411" y="connsiteY63411"/>
              </a:cxn>
              <a:cxn ang="0">
                <a:pos x="connsiteX63412" y="connsiteY63412"/>
              </a:cxn>
              <a:cxn ang="0">
                <a:pos x="connsiteX63413" y="connsiteY63413"/>
              </a:cxn>
              <a:cxn ang="0">
                <a:pos x="connsiteX63414" y="connsiteY63414"/>
              </a:cxn>
              <a:cxn ang="0">
                <a:pos x="connsiteX63415" y="connsiteY63415"/>
              </a:cxn>
              <a:cxn ang="0">
                <a:pos x="connsiteX63416" y="connsiteY63416"/>
              </a:cxn>
              <a:cxn ang="0">
                <a:pos x="connsiteX63417" y="connsiteY63417"/>
              </a:cxn>
              <a:cxn ang="0">
                <a:pos x="connsiteX63418" y="connsiteY63418"/>
              </a:cxn>
              <a:cxn ang="0">
                <a:pos x="connsiteX63419" y="connsiteY63419"/>
              </a:cxn>
              <a:cxn ang="0">
                <a:pos x="connsiteX63420" y="connsiteY63420"/>
              </a:cxn>
              <a:cxn ang="0">
                <a:pos x="connsiteX63421" y="connsiteY63421"/>
              </a:cxn>
              <a:cxn ang="0">
                <a:pos x="connsiteX63422" y="connsiteY63422"/>
              </a:cxn>
              <a:cxn ang="0">
                <a:pos x="connsiteX63423" y="connsiteY63423"/>
              </a:cxn>
              <a:cxn ang="0">
                <a:pos x="connsiteX63424" y="connsiteY63424"/>
              </a:cxn>
              <a:cxn ang="0">
                <a:pos x="connsiteX63425" y="connsiteY63425"/>
              </a:cxn>
              <a:cxn ang="0">
                <a:pos x="connsiteX63426" y="connsiteY63426"/>
              </a:cxn>
              <a:cxn ang="0">
                <a:pos x="connsiteX63427" y="connsiteY63427"/>
              </a:cxn>
              <a:cxn ang="0">
                <a:pos x="connsiteX63428" y="connsiteY63428"/>
              </a:cxn>
              <a:cxn ang="0">
                <a:pos x="connsiteX63429" y="connsiteY63429"/>
              </a:cxn>
              <a:cxn ang="0">
                <a:pos x="connsiteX63430" y="connsiteY63430"/>
              </a:cxn>
              <a:cxn ang="0">
                <a:pos x="connsiteX63431" y="connsiteY63431"/>
              </a:cxn>
              <a:cxn ang="0">
                <a:pos x="connsiteX63432" y="connsiteY63432"/>
              </a:cxn>
              <a:cxn ang="0">
                <a:pos x="connsiteX63433" y="connsiteY63433"/>
              </a:cxn>
              <a:cxn ang="0">
                <a:pos x="connsiteX63434" y="connsiteY63434"/>
              </a:cxn>
              <a:cxn ang="0">
                <a:pos x="connsiteX63435" y="connsiteY63435"/>
              </a:cxn>
              <a:cxn ang="0">
                <a:pos x="connsiteX63436" y="connsiteY63436"/>
              </a:cxn>
              <a:cxn ang="0">
                <a:pos x="connsiteX63437" y="connsiteY63437"/>
              </a:cxn>
              <a:cxn ang="0">
                <a:pos x="connsiteX63438" y="connsiteY63438"/>
              </a:cxn>
              <a:cxn ang="0">
                <a:pos x="connsiteX63439" y="connsiteY63439"/>
              </a:cxn>
              <a:cxn ang="0">
                <a:pos x="connsiteX63440" y="connsiteY63440"/>
              </a:cxn>
              <a:cxn ang="0">
                <a:pos x="connsiteX63441" y="connsiteY63441"/>
              </a:cxn>
              <a:cxn ang="0">
                <a:pos x="connsiteX63442" y="connsiteY63442"/>
              </a:cxn>
              <a:cxn ang="0">
                <a:pos x="connsiteX63443" y="connsiteY63443"/>
              </a:cxn>
              <a:cxn ang="0">
                <a:pos x="connsiteX63444" y="connsiteY63444"/>
              </a:cxn>
              <a:cxn ang="0">
                <a:pos x="connsiteX63445" y="connsiteY63445"/>
              </a:cxn>
              <a:cxn ang="0">
                <a:pos x="connsiteX63446" y="connsiteY63446"/>
              </a:cxn>
              <a:cxn ang="0">
                <a:pos x="connsiteX63447" y="connsiteY63447"/>
              </a:cxn>
              <a:cxn ang="0">
                <a:pos x="connsiteX63448" y="connsiteY63448"/>
              </a:cxn>
              <a:cxn ang="0">
                <a:pos x="connsiteX63449" y="connsiteY63449"/>
              </a:cxn>
              <a:cxn ang="0">
                <a:pos x="connsiteX63450" y="connsiteY63450"/>
              </a:cxn>
              <a:cxn ang="0">
                <a:pos x="connsiteX63451" y="connsiteY63451"/>
              </a:cxn>
              <a:cxn ang="0">
                <a:pos x="connsiteX63452" y="connsiteY63452"/>
              </a:cxn>
              <a:cxn ang="0">
                <a:pos x="connsiteX63453" y="connsiteY63453"/>
              </a:cxn>
              <a:cxn ang="0">
                <a:pos x="connsiteX63454" y="connsiteY63454"/>
              </a:cxn>
              <a:cxn ang="0">
                <a:pos x="connsiteX63455" y="connsiteY63455"/>
              </a:cxn>
              <a:cxn ang="0">
                <a:pos x="connsiteX63456" y="connsiteY63456"/>
              </a:cxn>
              <a:cxn ang="0">
                <a:pos x="connsiteX63457" y="connsiteY63457"/>
              </a:cxn>
              <a:cxn ang="0">
                <a:pos x="connsiteX63458" y="connsiteY63458"/>
              </a:cxn>
              <a:cxn ang="0">
                <a:pos x="connsiteX63459" y="connsiteY63459"/>
              </a:cxn>
              <a:cxn ang="0">
                <a:pos x="connsiteX63460" y="connsiteY63460"/>
              </a:cxn>
              <a:cxn ang="0">
                <a:pos x="connsiteX63461" y="connsiteY63461"/>
              </a:cxn>
              <a:cxn ang="0">
                <a:pos x="connsiteX63462" y="connsiteY63462"/>
              </a:cxn>
              <a:cxn ang="0">
                <a:pos x="connsiteX63463" y="connsiteY63463"/>
              </a:cxn>
              <a:cxn ang="0">
                <a:pos x="connsiteX63464" y="connsiteY63464"/>
              </a:cxn>
              <a:cxn ang="0">
                <a:pos x="connsiteX63465" y="connsiteY63465"/>
              </a:cxn>
              <a:cxn ang="0">
                <a:pos x="connsiteX63466" y="connsiteY63466"/>
              </a:cxn>
              <a:cxn ang="0">
                <a:pos x="connsiteX63467" y="connsiteY63467"/>
              </a:cxn>
              <a:cxn ang="0">
                <a:pos x="connsiteX63468" y="connsiteY63468"/>
              </a:cxn>
              <a:cxn ang="0">
                <a:pos x="connsiteX63469" y="connsiteY63469"/>
              </a:cxn>
              <a:cxn ang="0">
                <a:pos x="connsiteX63470" y="connsiteY63470"/>
              </a:cxn>
              <a:cxn ang="0">
                <a:pos x="connsiteX63471" y="connsiteY63471"/>
              </a:cxn>
              <a:cxn ang="0">
                <a:pos x="connsiteX63472" y="connsiteY63472"/>
              </a:cxn>
              <a:cxn ang="0">
                <a:pos x="connsiteX63473" y="connsiteY63473"/>
              </a:cxn>
              <a:cxn ang="0">
                <a:pos x="connsiteX63474" y="connsiteY63474"/>
              </a:cxn>
              <a:cxn ang="0">
                <a:pos x="connsiteX63475" y="connsiteY63475"/>
              </a:cxn>
              <a:cxn ang="0">
                <a:pos x="connsiteX63476" y="connsiteY63476"/>
              </a:cxn>
              <a:cxn ang="0">
                <a:pos x="connsiteX63477" y="connsiteY63477"/>
              </a:cxn>
              <a:cxn ang="0">
                <a:pos x="connsiteX63478" y="connsiteY63478"/>
              </a:cxn>
              <a:cxn ang="0">
                <a:pos x="connsiteX63479" y="connsiteY63479"/>
              </a:cxn>
              <a:cxn ang="0">
                <a:pos x="connsiteX63480" y="connsiteY63480"/>
              </a:cxn>
              <a:cxn ang="0">
                <a:pos x="connsiteX63481" y="connsiteY63481"/>
              </a:cxn>
              <a:cxn ang="0">
                <a:pos x="connsiteX63482" y="connsiteY63482"/>
              </a:cxn>
              <a:cxn ang="0">
                <a:pos x="connsiteX63483" y="connsiteY63483"/>
              </a:cxn>
              <a:cxn ang="0">
                <a:pos x="connsiteX63484" y="connsiteY63484"/>
              </a:cxn>
              <a:cxn ang="0">
                <a:pos x="connsiteX63485" y="connsiteY63485"/>
              </a:cxn>
              <a:cxn ang="0">
                <a:pos x="connsiteX63486" y="connsiteY63486"/>
              </a:cxn>
              <a:cxn ang="0">
                <a:pos x="connsiteX63487" y="connsiteY63487"/>
              </a:cxn>
              <a:cxn ang="0">
                <a:pos x="connsiteX63488" y="connsiteY63488"/>
              </a:cxn>
              <a:cxn ang="0">
                <a:pos x="connsiteX63489" y="connsiteY63489"/>
              </a:cxn>
              <a:cxn ang="0">
                <a:pos x="connsiteX63490" y="connsiteY63490"/>
              </a:cxn>
              <a:cxn ang="0">
                <a:pos x="connsiteX63491" y="connsiteY63491"/>
              </a:cxn>
              <a:cxn ang="0">
                <a:pos x="connsiteX63492" y="connsiteY63492"/>
              </a:cxn>
              <a:cxn ang="0">
                <a:pos x="connsiteX63493" y="connsiteY63493"/>
              </a:cxn>
              <a:cxn ang="0">
                <a:pos x="connsiteX63494" y="connsiteY63494"/>
              </a:cxn>
              <a:cxn ang="0">
                <a:pos x="connsiteX63495" y="connsiteY63495"/>
              </a:cxn>
              <a:cxn ang="0">
                <a:pos x="connsiteX63496" y="connsiteY63496"/>
              </a:cxn>
              <a:cxn ang="0">
                <a:pos x="connsiteX63497" y="connsiteY63497"/>
              </a:cxn>
              <a:cxn ang="0">
                <a:pos x="connsiteX63498" y="connsiteY63498"/>
              </a:cxn>
              <a:cxn ang="0">
                <a:pos x="connsiteX63499" y="connsiteY63499"/>
              </a:cxn>
              <a:cxn ang="0">
                <a:pos x="connsiteX63500" y="connsiteY63500"/>
              </a:cxn>
              <a:cxn ang="0">
                <a:pos x="connsiteX63501" y="connsiteY63501"/>
              </a:cxn>
              <a:cxn ang="0">
                <a:pos x="connsiteX63502" y="connsiteY63502"/>
              </a:cxn>
              <a:cxn ang="0">
                <a:pos x="connsiteX63503" y="connsiteY63503"/>
              </a:cxn>
              <a:cxn ang="0">
                <a:pos x="connsiteX63504" y="connsiteY63504"/>
              </a:cxn>
              <a:cxn ang="0">
                <a:pos x="connsiteX63505" y="connsiteY63505"/>
              </a:cxn>
              <a:cxn ang="0">
                <a:pos x="connsiteX63506" y="connsiteY63506"/>
              </a:cxn>
              <a:cxn ang="0">
                <a:pos x="connsiteX63507" y="connsiteY63507"/>
              </a:cxn>
              <a:cxn ang="0">
                <a:pos x="connsiteX63508" y="connsiteY63508"/>
              </a:cxn>
              <a:cxn ang="0">
                <a:pos x="connsiteX63509" y="connsiteY63509"/>
              </a:cxn>
              <a:cxn ang="0">
                <a:pos x="connsiteX63510" y="connsiteY63510"/>
              </a:cxn>
              <a:cxn ang="0">
                <a:pos x="connsiteX63511" y="connsiteY63511"/>
              </a:cxn>
              <a:cxn ang="0">
                <a:pos x="connsiteX63512" y="connsiteY63512"/>
              </a:cxn>
              <a:cxn ang="0">
                <a:pos x="connsiteX63513" y="connsiteY63513"/>
              </a:cxn>
              <a:cxn ang="0">
                <a:pos x="connsiteX63514" y="connsiteY63514"/>
              </a:cxn>
              <a:cxn ang="0">
                <a:pos x="connsiteX63515" y="connsiteY63515"/>
              </a:cxn>
              <a:cxn ang="0">
                <a:pos x="connsiteX63516" y="connsiteY63516"/>
              </a:cxn>
              <a:cxn ang="0">
                <a:pos x="connsiteX63517" y="connsiteY63517"/>
              </a:cxn>
              <a:cxn ang="0">
                <a:pos x="connsiteX63518" y="connsiteY63518"/>
              </a:cxn>
              <a:cxn ang="0">
                <a:pos x="connsiteX63519" y="connsiteY63519"/>
              </a:cxn>
              <a:cxn ang="0">
                <a:pos x="connsiteX63520" y="connsiteY63520"/>
              </a:cxn>
              <a:cxn ang="0">
                <a:pos x="connsiteX63521" y="connsiteY63521"/>
              </a:cxn>
              <a:cxn ang="0">
                <a:pos x="connsiteX63522" y="connsiteY63522"/>
              </a:cxn>
              <a:cxn ang="0">
                <a:pos x="connsiteX63523" y="connsiteY63523"/>
              </a:cxn>
              <a:cxn ang="0">
                <a:pos x="connsiteX63524" y="connsiteY63524"/>
              </a:cxn>
              <a:cxn ang="0">
                <a:pos x="connsiteX63525" y="connsiteY63525"/>
              </a:cxn>
              <a:cxn ang="0">
                <a:pos x="connsiteX63526" y="connsiteY63526"/>
              </a:cxn>
              <a:cxn ang="0">
                <a:pos x="connsiteX63527" y="connsiteY63527"/>
              </a:cxn>
              <a:cxn ang="0">
                <a:pos x="connsiteX63528" y="connsiteY63528"/>
              </a:cxn>
              <a:cxn ang="0">
                <a:pos x="connsiteX63529" y="connsiteY63529"/>
              </a:cxn>
              <a:cxn ang="0">
                <a:pos x="connsiteX63530" y="connsiteY63530"/>
              </a:cxn>
              <a:cxn ang="0">
                <a:pos x="connsiteX63531" y="connsiteY63531"/>
              </a:cxn>
              <a:cxn ang="0">
                <a:pos x="connsiteX63532" y="connsiteY63532"/>
              </a:cxn>
              <a:cxn ang="0">
                <a:pos x="connsiteX63533" y="connsiteY63533"/>
              </a:cxn>
              <a:cxn ang="0">
                <a:pos x="connsiteX63534" y="connsiteY63534"/>
              </a:cxn>
              <a:cxn ang="0">
                <a:pos x="connsiteX63535" y="connsiteY63535"/>
              </a:cxn>
              <a:cxn ang="0">
                <a:pos x="connsiteX63536" y="connsiteY63536"/>
              </a:cxn>
              <a:cxn ang="0">
                <a:pos x="connsiteX63537" y="connsiteY63537"/>
              </a:cxn>
              <a:cxn ang="0">
                <a:pos x="connsiteX63538" y="connsiteY63538"/>
              </a:cxn>
              <a:cxn ang="0">
                <a:pos x="connsiteX63539" y="connsiteY63539"/>
              </a:cxn>
              <a:cxn ang="0">
                <a:pos x="connsiteX63540" y="connsiteY63540"/>
              </a:cxn>
              <a:cxn ang="0">
                <a:pos x="connsiteX63541" y="connsiteY63541"/>
              </a:cxn>
              <a:cxn ang="0">
                <a:pos x="connsiteX63542" y="connsiteY63542"/>
              </a:cxn>
              <a:cxn ang="0">
                <a:pos x="connsiteX63543" y="connsiteY63543"/>
              </a:cxn>
              <a:cxn ang="0">
                <a:pos x="connsiteX63544" y="connsiteY63544"/>
              </a:cxn>
              <a:cxn ang="0">
                <a:pos x="connsiteX63545" y="connsiteY63545"/>
              </a:cxn>
              <a:cxn ang="0">
                <a:pos x="connsiteX63546" y="connsiteY63546"/>
              </a:cxn>
              <a:cxn ang="0">
                <a:pos x="connsiteX63547" y="connsiteY63547"/>
              </a:cxn>
              <a:cxn ang="0">
                <a:pos x="connsiteX63548" y="connsiteY63548"/>
              </a:cxn>
              <a:cxn ang="0">
                <a:pos x="connsiteX63549" y="connsiteY63549"/>
              </a:cxn>
              <a:cxn ang="0">
                <a:pos x="connsiteX63550" y="connsiteY63550"/>
              </a:cxn>
              <a:cxn ang="0">
                <a:pos x="connsiteX63551" y="connsiteY63551"/>
              </a:cxn>
              <a:cxn ang="0">
                <a:pos x="connsiteX63552" y="connsiteY63552"/>
              </a:cxn>
              <a:cxn ang="0">
                <a:pos x="connsiteX63553" y="connsiteY63553"/>
              </a:cxn>
              <a:cxn ang="0">
                <a:pos x="connsiteX63554" y="connsiteY63554"/>
              </a:cxn>
              <a:cxn ang="0">
                <a:pos x="connsiteX63555" y="connsiteY63555"/>
              </a:cxn>
              <a:cxn ang="0">
                <a:pos x="connsiteX63556" y="connsiteY63556"/>
              </a:cxn>
              <a:cxn ang="0">
                <a:pos x="connsiteX63557" y="connsiteY63557"/>
              </a:cxn>
              <a:cxn ang="0">
                <a:pos x="connsiteX63558" y="connsiteY63558"/>
              </a:cxn>
              <a:cxn ang="0">
                <a:pos x="connsiteX63559" y="connsiteY63559"/>
              </a:cxn>
              <a:cxn ang="0">
                <a:pos x="connsiteX63560" y="connsiteY63560"/>
              </a:cxn>
              <a:cxn ang="0">
                <a:pos x="connsiteX63561" y="connsiteY63561"/>
              </a:cxn>
              <a:cxn ang="0">
                <a:pos x="connsiteX63562" y="connsiteY63562"/>
              </a:cxn>
              <a:cxn ang="0">
                <a:pos x="connsiteX63563" y="connsiteY63563"/>
              </a:cxn>
              <a:cxn ang="0">
                <a:pos x="connsiteX63564" y="connsiteY63564"/>
              </a:cxn>
              <a:cxn ang="0">
                <a:pos x="connsiteX63565" y="connsiteY63565"/>
              </a:cxn>
              <a:cxn ang="0">
                <a:pos x="connsiteX63566" y="connsiteY63566"/>
              </a:cxn>
              <a:cxn ang="0">
                <a:pos x="connsiteX63567" y="connsiteY63567"/>
              </a:cxn>
              <a:cxn ang="0">
                <a:pos x="connsiteX63568" y="connsiteY63568"/>
              </a:cxn>
              <a:cxn ang="0">
                <a:pos x="connsiteX63569" y="connsiteY63569"/>
              </a:cxn>
              <a:cxn ang="0">
                <a:pos x="connsiteX63570" y="connsiteY63570"/>
              </a:cxn>
              <a:cxn ang="0">
                <a:pos x="connsiteX63571" y="connsiteY63571"/>
              </a:cxn>
              <a:cxn ang="0">
                <a:pos x="connsiteX63572" y="connsiteY63572"/>
              </a:cxn>
              <a:cxn ang="0">
                <a:pos x="connsiteX63573" y="connsiteY63573"/>
              </a:cxn>
              <a:cxn ang="0">
                <a:pos x="connsiteX63574" y="connsiteY63574"/>
              </a:cxn>
              <a:cxn ang="0">
                <a:pos x="connsiteX63575" y="connsiteY63575"/>
              </a:cxn>
              <a:cxn ang="0">
                <a:pos x="connsiteX63576" y="connsiteY63576"/>
              </a:cxn>
              <a:cxn ang="0">
                <a:pos x="connsiteX63577" y="connsiteY63577"/>
              </a:cxn>
              <a:cxn ang="0">
                <a:pos x="connsiteX63578" y="connsiteY63578"/>
              </a:cxn>
              <a:cxn ang="0">
                <a:pos x="connsiteX63579" y="connsiteY63579"/>
              </a:cxn>
              <a:cxn ang="0">
                <a:pos x="connsiteX63580" y="connsiteY63580"/>
              </a:cxn>
              <a:cxn ang="0">
                <a:pos x="connsiteX63581" y="connsiteY63581"/>
              </a:cxn>
              <a:cxn ang="0">
                <a:pos x="connsiteX63582" y="connsiteY63582"/>
              </a:cxn>
              <a:cxn ang="0">
                <a:pos x="connsiteX63583" y="connsiteY63583"/>
              </a:cxn>
              <a:cxn ang="0">
                <a:pos x="connsiteX63584" y="connsiteY63584"/>
              </a:cxn>
              <a:cxn ang="0">
                <a:pos x="connsiteX63585" y="connsiteY63585"/>
              </a:cxn>
              <a:cxn ang="0">
                <a:pos x="connsiteX63586" y="connsiteY63586"/>
              </a:cxn>
              <a:cxn ang="0">
                <a:pos x="connsiteX63587" y="connsiteY63587"/>
              </a:cxn>
              <a:cxn ang="0">
                <a:pos x="connsiteX63588" y="connsiteY63588"/>
              </a:cxn>
              <a:cxn ang="0">
                <a:pos x="connsiteX63589" y="connsiteY63589"/>
              </a:cxn>
              <a:cxn ang="0">
                <a:pos x="connsiteX63590" y="connsiteY63590"/>
              </a:cxn>
              <a:cxn ang="0">
                <a:pos x="connsiteX63591" y="connsiteY63591"/>
              </a:cxn>
              <a:cxn ang="0">
                <a:pos x="connsiteX63592" y="connsiteY63592"/>
              </a:cxn>
              <a:cxn ang="0">
                <a:pos x="connsiteX63593" y="connsiteY63593"/>
              </a:cxn>
              <a:cxn ang="0">
                <a:pos x="connsiteX63594" y="connsiteY63594"/>
              </a:cxn>
              <a:cxn ang="0">
                <a:pos x="connsiteX63595" y="connsiteY63595"/>
              </a:cxn>
              <a:cxn ang="0">
                <a:pos x="connsiteX63596" y="connsiteY63596"/>
              </a:cxn>
              <a:cxn ang="0">
                <a:pos x="connsiteX63597" y="connsiteY63597"/>
              </a:cxn>
              <a:cxn ang="0">
                <a:pos x="connsiteX63598" y="connsiteY63598"/>
              </a:cxn>
              <a:cxn ang="0">
                <a:pos x="connsiteX63599" y="connsiteY63599"/>
              </a:cxn>
              <a:cxn ang="0">
                <a:pos x="connsiteX63600" y="connsiteY63600"/>
              </a:cxn>
              <a:cxn ang="0">
                <a:pos x="connsiteX63601" y="connsiteY63601"/>
              </a:cxn>
              <a:cxn ang="0">
                <a:pos x="connsiteX63602" y="connsiteY63602"/>
              </a:cxn>
              <a:cxn ang="0">
                <a:pos x="connsiteX63603" y="connsiteY63603"/>
              </a:cxn>
              <a:cxn ang="0">
                <a:pos x="connsiteX63604" y="connsiteY63604"/>
              </a:cxn>
              <a:cxn ang="0">
                <a:pos x="connsiteX63605" y="connsiteY63605"/>
              </a:cxn>
              <a:cxn ang="0">
                <a:pos x="connsiteX63606" y="connsiteY63606"/>
              </a:cxn>
              <a:cxn ang="0">
                <a:pos x="connsiteX63607" y="connsiteY63607"/>
              </a:cxn>
              <a:cxn ang="0">
                <a:pos x="connsiteX63608" y="connsiteY63608"/>
              </a:cxn>
              <a:cxn ang="0">
                <a:pos x="connsiteX63609" y="connsiteY63609"/>
              </a:cxn>
              <a:cxn ang="0">
                <a:pos x="connsiteX63610" y="connsiteY63610"/>
              </a:cxn>
              <a:cxn ang="0">
                <a:pos x="connsiteX63611" y="connsiteY63611"/>
              </a:cxn>
              <a:cxn ang="0">
                <a:pos x="connsiteX63612" y="connsiteY63612"/>
              </a:cxn>
              <a:cxn ang="0">
                <a:pos x="connsiteX63613" y="connsiteY63613"/>
              </a:cxn>
              <a:cxn ang="0">
                <a:pos x="connsiteX63614" y="connsiteY63614"/>
              </a:cxn>
              <a:cxn ang="0">
                <a:pos x="connsiteX63615" y="connsiteY63615"/>
              </a:cxn>
              <a:cxn ang="0">
                <a:pos x="connsiteX63616" y="connsiteY63616"/>
              </a:cxn>
              <a:cxn ang="0">
                <a:pos x="connsiteX63617" y="connsiteY63617"/>
              </a:cxn>
              <a:cxn ang="0">
                <a:pos x="connsiteX63618" y="connsiteY63618"/>
              </a:cxn>
              <a:cxn ang="0">
                <a:pos x="connsiteX63619" y="connsiteY63619"/>
              </a:cxn>
              <a:cxn ang="0">
                <a:pos x="connsiteX63620" y="connsiteY63620"/>
              </a:cxn>
              <a:cxn ang="0">
                <a:pos x="connsiteX63621" y="connsiteY63621"/>
              </a:cxn>
              <a:cxn ang="0">
                <a:pos x="connsiteX63622" y="connsiteY63622"/>
              </a:cxn>
              <a:cxn ang="0">
                <a:pos x="connsiteX63623" y="connsiteY63623"/>
              </a:cxn>
              <a:cxn ang="0">
                <a:pos x="connsiteX63624" y="connsiteY63624"/>
              </a:cxn>
              <a:cxn ang="0">
                <a:pos x="connsiteX63625" y="connsiteY63625"/>
              </a:cxn>
              <a:cxn ang="0">
                <a:pos x="connsiteX63626" y="connsiteY63626"/>
              </a:cxn>
              <a:cxn ang="0">
                <a:pos x="connsiteX63627" y="connsiteY63627"/>
              </a:cxn>
              <a:cxn ang="0">
                <a:pos x="connsiteX63628" y="connsiteY63628"/>
              </a:cxn>
              <a:cxn ang="0">
                <a:pos x="connsiteX63629" y="connsiteY63629"/>
              </a:cxn>
              <a:cxn ang="0">
                <a:pos x="connsiteX63630" y="connsiteY63630"/>
              </a:cxn>
              <a:cxn ang="0">
                <a:pos x="connsiteX63631" y="connsiteY63631"/>
              </a:cxn>
              <a:cxn ang="0">
                <a:pos x="connsiteX63632" y="connsiteY63632"/>
              </a:cxn>
              <a:cxn ang="0">
                <a:pos x="connsiteX63633" y="connsiteY63633"/>
              </a:cxn>
              <a:cxn ang="0">
                <a:pos x="connsiteX63634" y="connsiteY63634"/>
              </a:cxn>
              <a:cxn ang="0">
                <a:pos x="connsiteX63635" y="connsiteY63635"/>
              </a:cxn>
              <a:cxn ang="0">
                <a:pos x="connsiteX63636" y="connsiteY63636"/>
              </a:cxn>
              <a:cxn ang="0">
                <a:pos x="connsiteX63637" y="connsiteY63637"/>
              </a:cxn>
              <a:cxn ang="0">
                <a:pos x="connsiteX63638" y="connsiteY63638"/>
              </a:cxn>
              <a:cxn ang="0">
                <a:pos x="connsiteX63639" y="connsiteY63639"/>
              </a:cxn>
              <a:cxn ang="0">
                <a:pos x="connsiteX63640" y="connsiteY63640"/>
              </a:cxn>
              <a:cxn ang="0">
                <a:pos x="connsiteX63641" y="connsiteY63641"/>
              </a:cxn>
              <a:cxn ang="0">
                <a:pos x="connsiteX63642" y="connsiteY63642"/>
              </a:cxn>
              <a:cxn ang="0">
                <a:pos x="connsiteX63643" y="connsiteY63643"/>
              </a:cxn>
              <a:cxn ang="0">
                <a:pos x="connsiteX63644" y="connsiteY63644"/>
              </a:cxn>
              <a:cxn ang="0">
                <a:pos x="connsiteX63645" y="connsiteY63645"/>
              </a:cxn>
              <a:cxn ang="0">
                <a:pos x="connsiteX63646" y="connsiteY63646"/>
              </a:cxn>
              <a:cxn ang="0">
                <a:pos x="connsiteX63647" y="connsiteY63647"/>
              </a:cxn>
              <a:cxn ang="0">
                <a:pos x="connsiteX63648" y="connsiteY63648"/>
              </a:cxn>
              <a:cxn ang="0">
                <a:pos x="connsiteX63649" y="connsiteY63649"/>
              </a:cxn>
              <a:cxn ang="0">
                <a:pos x="connsiteX63650" y="connsiteY63650"/>
              </a:cxn>
              <a:cxn ang="0">
                <a:pos x="connsiteX63651" y="connsiteY63651"/>
              </a:cxn>
              <a:cxn ang="0">
                <a:pos x="connsiteX63652" y="connsiteY63652"/>
              </a:cxn>
              <a:cxn ang="0">
                <a:pos x="connsiteX63653" y="connsiteY63653"/>
              </a:cxn>
              <a:cxn ang="0">
                <a:pos x="connsiteX63654" y="connsiteY63654"/>
              </a:cxn>
              <a:cxn ang="0">
                <a:pos x="connsiteX63655" y="connsiteY63655"/>
              </a:cxn>
              <a:cxn ang="0">
                <a:pos x="connsiteX63656" y="connsiteY63656"/>
              </a:cxn>
              <a:cxn ang="0">
                <a:pos x="connsiteX63657" y="connsiteY63657"/>
              </a:cxn>
              <a:cxn ang="0">
                <a:pos x="connsiteX63658" y="connsiteY63658"/>
              </a:cxn>
              <a:cxn ang="0">
                <a:pos x="connsiteX63659" y="connsiteY63659"/>
              </a:cxn>
              <a:cxn ang="0">
                <a:pos x="connsiteX63660" y="connsiteY63660"/>
              </a:cxn>
              <a:cxn ang="0">
                <a:pos x="connsiteX63661" y="connsiteY63661"/>
              </a:cxn>
              <a:cxn ang="0">
                <a:pos x="connsiteX63662" y="connsiteY63662"/>
              </a:cxn>
              <a:cxn ang="0">
                <a:pos x="connsiteX63663" y="connsiteY63663"/>
              </a:cxn>
              <a:cxn ang="0">
                <a:pos x="connsiteX63664" y="connsiteY63664"/>
              </a:cxn>
              <a:cxn ang="0">
                <a:pos x="connsiteX63665" y="connsiteY63665"/>
              </a:cxn>
              <a:cxn ang="0">
                <a:pos x="connsiteX63666" y="connsiteY63666"/>
              </a:cxn>
              <a:cxn ang="0">
                <a:pos x="connsiteX63667" y="connsiteY63667"/>
              </a:cxn>
              <a:cxn ang="0">
                <a:pos x="connsiteX63668" y="connsiteY63668"/>
              </a:cxn>
              <a:cxn ang="0">
                <a:pos x="connsiteX63669" y="connsiteY63669"/>
              </a:cxn>
              <a:cxn ang="0">
                <a:pos x="connsiteX63670" y="connsiteY63670"/>
              </a:cxn>
              <a:cxn ang="0">
                <a:pos x="connsiteX63671" y="connsiteY63671"/>
              </a:cxn>
              <a:cxn ang="0">
                <a:pos x="connsiteX63672" y="connsiteY63672"/>
              </a:cxn>
              <a:cxn ang="0">
                <a:pos x="connsiteX63673" y="connsiteY63673"/>
              </a:cxn>
              <a:cxn ang="0">
                <a:pos x="connsiteX63674" y="connsiteY63674"/>
              </a:cxn>
              <a:cxn ang="0">
                <a:pos x="connsiteX63675" y="connsiteY63675"/>
              </a:cxn>
              <a:cxn ang="0">
                <a:pos x="connsiteX63676" y="connsiteY63676"/>
              </a:cxn>
              <a:cxn ang="0">
                <a:pos x="connsiteX63677" y="connsiteY63677"/>
              </a:cxn>
              <a:cxn ang="0">
                <a:pos x="connsiteX63678" y="connsiteY63678"/>
              </a:cxn>
              <a:cxn ang="0">
                <a:pos x="connsiteX63679" y="connsiteY63679"/>
              </a:cxn>
              <a:cxn ang="0">
                <a:pos x="connsiteX63680" y="connsiteY63680"/>
              </a:cxn>
              <a:cxn ang="0">
                <a:pos x="connsiteX63681" y="connsiteY63681"/>
              </a:cxn>
              <a:cxn ang="0">
                <a:pos x="connsiteX63682" y="connsiteY63682"/>
              </a:cxn>
              <a:cxn ang="0">
                <a:pos x="connsiteX63683" y="connsiteY63683"/>
              </a:cxn>
              <a:cxn ang="0">
                <a:pos x="connsiteX63684" y="connsiteY63684"/>
              </a:cxn>
              <a:cxn ang="0">
                <a:pos x="connsiteX63685" y="connsiteY63685"/>
              </a:cxn>
              <a:cxn ang="0">
                <a:pos x="connsiteX63686" y="connsiteY63686"/>
              </a:cxn>
              <a:cxn ang="0">
                <a:pos x="connsiteX63687" y="connsiteY63687"/>
              </a:cxn>
              <a:cxn ang="0">
                <a:pos x="connsiteX63688" y="connsiteY63688"/>
              </a:cxn>
              <a:cxn ang="0">
                <a:pos x="connsiteX63689" y="connsiteY63689"/>
              </a:cxn>
              <a:cxn ang="0">
                <a:pos x="connsiteX63690" y="connsiteY63690"/>
              </a:cxn>
              <a:cxn ang="0">
                <a:pos x="connsiteX63691" y="connsiteY63691"/>
              </a:cxn>
              <a:cxn ang="0">
                <a:pos x="connsiteX63692" y="connsiteY63692"/>
              </a:cxn>
              <a:cxn ang="0">
                <a:pos x="connsiteX63693" y="connsiteY63693"/>
              </a:cxn>
              <a:cxn ang="0">
                <a:pos x="connsiteX63694" y="connsiteY63694"/>
              </a:cxn>
              <a:cxn ang="0">
                <a:pos x="connsiteX63695" y="connsiteY63695"/>
              </a:cxn>
              <a:cxn ang="0">
                <a:pos x="connsiteX63696" y="connsiteY63696"/>
              </a:cxn>
              <a:cxn ang="0">
                <a:pos x="connsiteX63697" y="connsiteY63697"/>
              </a:cxn>
              <a:cxn ang="0">
                <a:pos x="connsiteX63698" y="connsiteY63698"/>
              </a:cxn>
              <a:cxn ang="0">
                <a:pos x="connsiteX63699" y="connsiteY63699"/>
              </a:cxn>
              <a:cxn ang="0">
                <a:pos x="connsiteX63700" y="connsiteY63700"/>
              </a:cxn>
              <a:cxn ang="0">
                <a:pos x="connsiteX63701" y="connsiteY63701"/>
              </a:cxn>
              <a:cxn ang="0">
                <a:pos x="connsiteX63702" y="connsiteY63702"/>
              </a:cxn>
              <a:cxn ang="0">
                <a:pos x="connsiteX63703" y="connsiteY63703"/>
              </a:cxn>
              <a:cxn ang="0">
                <a:pos x="connsiteX63704" y="connsiteY63704"/>
              </a:cxn>
              <a:cxn ang="0">
                <a:pos x="connsiteX63705" y="connsiteY63705"/>
              </a:cxn>
              <a:cxn ang="0">
                <a:pos x="connsiteX63706" y="connsiteY63706"/>
              </a:cxn>
              <a:cxn ang="0">
                <a:pos x="connsiteX63707" y="connsiteY63707"/>
              </a:cxn>
              <a:cxn ang="0">
                <a:pos x="connsiteX63708" y="connsiteY63708"/>
              </a:cxn>
              <a:cxn ang="0">
                <a:pos x="connsiteX63709" y="connsiteY63709"/>
              </a:cxn>
              <a:cxn ang="0">
                <a:pos x="connsiteX63710" y="connsiteY63710"/>
              </a:cxn>
              <a:cxn ang="0">
                <a:pos x="connsiteX63711" y="connsiteY63711"/>
              </a:cxn>
              <a:cxn ang="0">
                <a:pos x="connsiteX63712" y="connsiteY63712"/>
              </a:cxn>
              <a:cxn ang="0">
                <a:pos x="connsiteX63713" y="connsiteY63713"/>
              </a:cxn>
              <a:cxn ang="0">
                <a:pos x="connsiteX63714" y="connsiteY63714"/>
              </a:cxn>
              <a:cxn ang="0">
                <a:pos x="connsiteX63715" y="connsiteY63715"/>
              </a:cxn>
              <a:cxn ang="0">
                <a:pos x="connsiteX63716" y="connsiteY63716"/>
              </a:cxn>
              <a:cxn ang="0">
                <a:pos x="connsiteX63717" y="connsiteY63717"/>
              </a:cxn>
              <a:cxn ang="0">
                <a:pos x="connsiteX63718" y="connsiteY63718"/>
              </a:cxn>
              <a:cxn ang="0">
                <a:pos x="connsiteX63719" y="connsiteY63719"/>
              </a:cxn>
              <a:cxn ang="0">
                <a:pos x="connsiteX63720" y="connsiteY63720"/>
              </a:cxn>
              <a:cxn ang="0">
                <a:pos x="connsiteX63721" y="connsiteY63721"/>
              </a:cxn>
              <a:cxn ang="0">
                <a:pos x="connsiteX63722" y="connsiteY63722"/>
              </a:cxn>
              <a:cxn ang="0">
                <a:pos x="connsiteX63723" y="connsiteY63723"/>
              </a:cxn>
              <a:cxn ang="0">
                <a:pos x="connsiteX63724" y="connsiteY63724"/>
              </a:cxn>
              <a:cxn ang="0">
                <a:pos x="connsiteX63725" y="connsiteY63725"/>
              </a:cxn>
              <a:cxn ang="0">
                <a:pos x="connsiteX63726" y="connsiteY63726"/>
              </a:cxn>
              <a:cxn ang="0">
                <a:pos x="connsiteX63727" y="connsiteY63727"/>
              </a:cxn>
              <a:cxn ang="0">
                <a:pos x="connsiteX63728" y="connsiteY63728"/>
              </a:cxn>
              <a:cxn ang="0">
                <a:pos x="connsiteX63729" y="connsiteY63729"/>
              </a:cxn>
              <a:cxn ang="0">
                <a:pos x="connsiteX63730" y="connsiteY63730"/>
              </a:cxn>
              <a:cxn ang="0">
                <a:pos x="connsiteX63731" y="connsiteY63731"/>
              </a:cxn>
              <a:cxn ang="0">
                <a:pos x="connsiteX63732" y="connsiteY63732"/>
              </a:cxn>
              <a:cxn ang="0">
                <a:pos x="connsiteX63733" y="connsiteY63733"/>
              </a:cxn>
              <a:cxn ang="0">
                <a:pos x="connsiteX63734" y="connsiteY63734"/>
              </a:cxn>
              <a:cxn ang="0">
                <a:pos x="connsiteX63735" y="connsiteY63735"/>
              </a:cxn>
              <a:cxn ang="0">
                <a:pos x="connsiteX63736" y="connsiteY63736"/>
              </a:cxn>
              <a:cxn ang="0">
                <a:pos x="connsiteX63737" y="connsiteY63737"/>
              </a:cxn>
              <a:cxn ang="0">
                <a:pos x="connsiteX63738" y="connsiteY63738"/>
              </a:cxn>
              <a:cxn ang="0">
                <a:pos x="connsiteX63739" y="connsiteY63739"/>
              </a:cxn>
              <a:cxn ang="0">
                <a:pos x="connsiteX63740" y="connsiteY63740"/>
              </a:cxn>
              <a:cxn ang="0">
                <a:pos x="connsiteX63741" y="connsiteY63741"/>
              </a:cxn>
              <a:cxn ang="0">
                <a:pos x="connsiteX63742" y="connsiteY63742"/>
              </a:cxn>
              <a:cxn ang="0">
                <a:pos x="connsiteX63743" y="connsiteY63743"/>
              </a:cxn>
              <a:cxn ang="0">
                <a:pos x="connsiteX63744" y="connsiteY63744"/>
              </a:cxn>
              <a:cxn ang="0">
                <a:pos x="connsiteX63745" y="connsiteY63745"/>
              </a:cxn>
              <a:cxn ang="0">
                <a:pos x="connsiteX63746" y="connsiteY63746"/>
              </a:cxn>
              <a:cxn ang="0">
                <a:pos x="connsiteX63747" y="connsiteY63747"/>
              </a:cxn>
              <a:cxn ang="0">
                <a:pos x="connsiteX63748" y="connsiteY63748"/>
              </a:cxn>
              <a:cxn ang="0">
                <a:pos x="connsiteX63749" y="connsiteY63749"/>
              </a:cxn>
              <a:cxn ang="0">
                <a:pos x="connsiteX63750" y="connsiteY63750"/>
              </a:cxn>
              <a:cxn ang="0">
                <a:pos x="connsiteX63751" y="connsiteY63751"/>
              </a:cxn>
              <a:cxn ang="0">
                <a:pos x="connsiteX63752" y="connsiteY63752"/>
              </a:cxn>
              <a:cxn ang="0">
                <a:pos x="connsiteX63753" y="connsiteY63753"/>
              </a:cxn>
              <a:cxn ang="0">
                <a:pos x="connsiteX63754" y="connsiteY63754"/>
              </a:cxn>
              <a:cxn ang="0">
                <a:pos x="connsiteX63755" y="connsiteY63755"/>
              </a:cxn>
              <a:cxn ang="0">
                <a:pos x="connsiteX63756" y="connsiteY63756"/>
              </a:cxn>
              <a:cxn ang="0">
                <a:pos x="connsiteX63757" y="connsiteY63757"/>
              </a:cxn>
              <a:cxn ang="0">
                <a:pos x="connsiteX63758" y="connsiteY63758"/>
              </a:cxn>
              <a:cxn ang="0">
                <a:pos x="connsiteX63759" y="connsiteY63759"/>
              </a:cxn>
              <a:cxn ang="0">
                <a:pos x="connsiteX63760" y="connsiteY63760"/>
              </a:cxn>
              <a:cxn ang="0">
                <a:pos x="connsiteX63761" y="connsiteY63761"/>
              </a:cxn>
              <a:cxn ang="0">
                <a:pos x="connsiteX63762" y="connsiteY63762"/>
              </a:cxn>
              <a:cxn ang="0">
                <a:pos x="connsiteX63763" y="connsiteY63763"/>
              </a:cxn>
              <a:cxn ang="0">
                <a:pos x="connsiteX63764" y="connsiteY63764"/>
              </a:cxn>
              <a:cxn ang="0">
                <a:pos x="connsiteX63765" y="connsiteY63765"/>
              </a:cxn>
              <a:cxn ang="0">
                <a:pos x="connsiteX63766" y="connsiteY63766"/>
              </a:cxn>
              <a:cxn ang="0">
                <a:pos x="connsiteX63767" y="connsiteY63767"/>
              </a:cxn>
              <a:cxn ang="0">
                <a:pos x="connsiteX63768" y="connsiteY63768"/>
              </a:cxn>
              <a:cxn ang="0">
                <a:pos x="connsiteX63769" y="connsiteY63769"/>
              </a:cxn>
              <a:cxn ang="0">
                <a:pos x="connsiteX63770" y="connsiteY63770"/>
              </a:cxn>
              <a:cxn ang="0">
                <a:pos x="connsiteX63771" y="connsiteY63771"/>
              </a:cxn>
              <a:cxn ang="0">
                <a:pos x="connsiteX63772" y="connsiteY63772"/>
              </a:cxn>
              <a:cxn ang="0">
                <a:pos x="connsiteX63773" y="connsiteY63773"/>
              </a:cxn>
              <a:cxn ang="0">
                <a:pos x="connsiteX63774" y="connsiteY63774"/>
              </a:cxn>
              <a:cxn ang="0">
                <a:pos x="connsiteX63775" y="connsiteY63775"/>
              </a:cxn>
              <a:cxn ang="0">
                <a:pos x="connsiteX63776" y="connsiteY63776"/>
              </a:cxn>
              <a:cxn ang="0">
                <a:pos x="connsiteX63777" y="connsiteY63777"/>
              </a:cxn>
              <a:cxn ang="0">
                <a:pos x="connsiteX63778" y="connsiteY63778"/>
              </a:cxn>
              <a:cxn ang="0">
                <a:pos x="connsiteX63779" y="connsiteY63779"/>
              </a:cxn>
              <a:cxn ang="0">
                <a:pos x="connsiteX63780" y="connsiteY63780"/>
              </a:cxn>
              <a:cxn ang="0">
                <a:pos x="connsiteX63781" y="connsiteY63781"/>
              </a:cxn>
              <a:cxn ang="0">
                <a:pos x="connsiteX63782" y="connsiteY63782"/>
              </a:cxn>
              <a:cxn ang="0">
                <a:pos x="connsiteX63783" y="connsiteY63783"/>
              </a:cxn>
              <a:cxn ang="0">
                <a:pos x="connsiteX63784" y="connsiteY63784"/>
              </a:cxn>
              <a:cxn ang="0">
                <a:pos x="connsiteX63785" y="connsiteY63785"/>
              </a:cxn>
              <a:cxn ang="0">
                <a:pos x="connsiteX63786" y="connsiteY63786"/>
              </a:cxn>
              <a:cxn ang="0">
                <a:pos x="connsiteX63787" y="connsiteY63787"/>
              </a:cxn>
              <a:cxn ang="0">
                <a:pos x="connsiteX63788" y="connsiteY63788"/>
              </a:cxn>
              <a:cxn ang="0">
                <a:pos x="connsiteX63789" y="connsiteY63789"/>
              </a:cxn>
              <a:cxn ang="0">
                <a:pos x="connsiteX63790" y="connsiteY63790"/>
              </a:cxn>
              <a:cxn ang="0">
                <a:pos x="connsiteX63791" y="connsiteY63791"/>
              </a:cxn>
              <a:cxn ang="0">
                <a:pos x="connsiteX63792" y="connsiteY63792"/>
              </a:cxn>
              <a:cxn ang="0">
                <a:pos x="connsiteX63793" y="connsiteY63793"/>
              </a:cxn>
              <a:cxn ang="0">
                <a:pos x="connsiteX63794" y="connsiteY63794"/>
              </a:cxn>
              <a:cxn ang="0">
                <a:pos x="connsiteX63795" y="connsiteY63795"/>
              </a:cxn>
              <a:cxn ang="0">
                <a:pos x="connsiteX63796" y="connsiteY63796"/>
              </a:cxn>
              <a:cxn ang="0">
                <a:pos x="connsiteX63797" y="connsiteY63797"/>
              </a:cxn>
              <a:cxn ang="0">
                <a:pos x="connsiteX63798" y="connsiteY63798"/>
              </a:cxn>
              <a:cxn ang="0">
                <a:pos x="connsiteX63799" y="connsiteY63799"/>
              </a:cxn>
              <a:cxn ang="0">
                <a:pos x="connsiteX63800" y="connsiteY63800"/>
              </a:cxn>
              <a:cxn ang="0">
                <a:pos x="connsiteX63801" y="connsiteY63801"/>
              </a:cxn>
              <a:cxn ang="0">
                <a:pos x="connsiteX63802" y="connsiteY63802"/>
              </a:cxn>
              <a:cxn ang="0">
                <a:pos x="connsiteX63803" y="connsiteY63803"/>
              </a:cxn>
              <a:cxn ang="0">
                <a:pos x="connsiteX63804" y="connsiteY63804"/>
              </a:cxn>
              <a:cxn ang="0">
                <a:pos x="connsiteX63805" y="connsiteY63805"/>
              </a:cxn>
              <a:cxn ang="0">
                <a:pos x="connsiteX63806" y="connsiteY63806"/>
              </a:cxn>
              <a:cxn ang="0">
                <a:pos x="connsiteX63807" y="connsiteY63807"/>
              </a:cxn>
              <a:cxn ang="0">
                <a:pos x="connsiteX63808" y="connsiteY63808"/>
              </a:cxn>
              <a:cxn ang="0">
                <a:pos x="connsiteX63809" y="connsiteY63809"/>
              </a:cxn>
              <a:cxn ang="0">
                <a:pos x="connsiteX63810" y="connsiteY63810"/>
              </a:cxn>
              <a:cxn ang="0">
                <a:pos x="connsiteX63811" y="connsiteY63811"/>
              </a:cxn>
              <a:cxn ang="0">
                <a:pos x="connsiteX63812" y="connsiteY63812"/>
              </a:cxn>
              <a:cxn ang="0">
                <a:pos x="connsiteX63813" y="connsiteY63813"/>
              </a:cxn>
              <a:cxn ang="0">
                <a:pos x="connsiteX63814" y="connsiteY63814"/>
              </a:cxn>
              <a:cxn ang="0">
                <a:pos x="connsiteX63815" y="connsiteY63815"/>
              </a:cxn>
              <a:cxn ang="0">
                <a:pos x="connsiteX63816" y="connsiteY63816"/>
              </a:cxn>
              <a:cxn ang="0">
                <a:pos x="connsiteX63817" y="connsiteY63817"/>
              </a:cxn>
              <a:cxn ang="0">
                <a:pos x="connsiteX63818" y="connsiteY63818"/>
              </a:cxn>
              <a:cxn ang="0">
                <a:pos x="connsiteX63819" y="connsiteY63819"/>
              </a:cxn>
              <a:cxn ang="0">
                <a:pos x="connsiteX63820" y="connsiteY63820"/>
              </a:cxn>
              <a:cxn ang="0">
                <a:pos x="connsiteX63821" y="connsiteY63821"/>
              </a:cxn>
              <a:cxn ang="0">
                <a:pos x="connsiteX63822" y="connsiteY63822"/>
              </a:cxn>
              <a:cxn ang="0">
                <a:pos x="connsiteX63823" y="connsiteY63823"/>
              </a:cxn>
              <a:cxn ang="0">
                <a:pos x="connsiteX63824" y="connsiteY63824"/>
              </a:cxn>
              <a:cxn ang="0">
                <a:pos x="connsiteX63825" y="connsiteY63825"/>
              </a:cxn>
              <a:cxn ang="0">
                <a:pos x="connsiteX63826" y="connsiteY63826"/>
              </a:cxn>
              <a:cxn ang="0">
                <a:pos x="connsiteX63827" y="connsiteY63827"/>
              </a:cxn>
              <a:cxn ang="0">
                <a:pos x="connsiteX63828" y="connsiteY63828"/>
              </a:cxn>
              <a:cxn ang="0">
                <a:pos x="connsiteX63829" y="connsiteY63829"/>
              </a:cxn>
              <a:cxn ang="0">
                <a:pos x="connsiteX63830" y="connsiteY63830"/>
              </a:cxn>
              <a:cxn ang="0">
                <a:pos x="connsiteX63831" y="connsiteY63831"/>
              </a:cxn>
              <a:cxn ang="0">
                <a:pos x="connsiteX63832" y="connsiteY63832"/>
              </a:cxn>
              <a:cxn ang="0">
                <a:pos x="connsiteX63833" y="connsiteY63833"/>
              </a:cxn>
              <a:cxn ang="0">
                <a:pos x="connsiteX63834" y="connsiteY63834"/>
              </a:cxn>
              <a:cxn ang="0">
                <a:pos x="connsiteX63835" y="connsiteY63835"/>
              </a:cxn>
              <a:cxn ang="0">
                <a:pos x="connsiteX63836" y="connsiteY63836"/>
              </a:cxn>
              <a:cxn ang="0">
                <a:pos x="connsiteX63837" y="connsiteY63837"/>
              </a:cxn>
              <a:cxn ang="0">
                <a:pos x="connsiteX63838" y="connsiteY63838"/>
              </a:cxn>
              <a:cxn ang="0">
                <a:pos x="connsiteX63839" y="connsiteY63839"/>
              </a:cxn>
              <a:cxn ang="0">
                <a:pos x="connsiteX63840" y="connsiteY63840"/>
              </a:cxn>
              <a:cxn ang="0">
                <a:pos x="connsiteX63841" y="connsiteY63841"/>
              </a:cxn>
              <a:cxn ang="0">
                <a:pos x="connsiteX63842" y="connsiteY63842"/>
              </a:cxn>
              <a:cxn ang="0">
                <a:pos x="connsiteX63843" y="connsiteY63843"/>
              </a:cxn>
              <a:cxn ang="0">
                <a:pos x="connsiteX63844" y="connsiteY63844"/>
              </a:cxn>
              <a:cxn ang="0">
                <a:pos x="connsiteX63845" y="connsiteY63845"/>
              </a:cxn>
              <a:cxn ang="0">
                <a:pos x="connsiteX63846" y="connsiteY63846"/>
              </a:cxn>
              <a:cxn ang="0">
                <a:pos x="connsiteX63847" y="connsiteY63847"/>
              </a:cxn>
              <a:cxn ang="0">
                <a:pos x="connsiteX63848" y="connsiteY63848"/>
              </a:cxn>
              <a:cxn ang="0">
                <a:pos x="connsiteX63849" y="connsiteY63849"/>
              </a:cxn>
              <a:cxn ang="0">
                <a:pos x="connsiteX63850" y="connsiteY63850"/>
              </a:cxn>
              <a:cxn ang="0">
                <a:pos x="connsiteX63851" y="connsiteY63851"/>
              </a:cxn>
              <a:cxn ang="0">
                <a:pos x="connsiteX63852" y="connsiteY63852"/>
              </a:cxn>
              <a:cxn ang="0">
                <a:pos x="connsiteX63853" y="connsiteY63853"/>
              </a:cxn>
              <a:cxn ang="0">
                <a:pos x="connsiteX63854" y="connsiteY63854"/>
              </a:cxn>
              <a:cxn ang="0">
                <a:pos x="connsiteX63855" y="connsiteY63855"/>
              </a:cxn>
              <a:cxn ang="0">
                <a:pos x="connsiteX63856" y="connsiteY63856"/>
              </a:cxn>
              <a:cxn ang="0">
                <a:pos x="connsiteX63857" y="connsiteY63857"/>
              </a:cxn>
              <a:cxn ang="0">
                <a:pos x="connsiteX63858" y="connsiteY63858"/>
              </a:cxn>
              <a:cxn ang="0">
                <a:pos x="connsiteX63859" y="connsiteY63859"/>
              </a:cxn>
              <a:cxn ang="0">
                <a:pos x="connsiteX63860" y="connsiteY63860"/>
              </a:cxn>
              <a:cxn ang="0">
                <a:pos x="connsiteX63861" y="connsiteY63861"/>
              </a:cxn>
              <a:cxn ang="0">
                <a:pos x="connsiteX63862" y="connsiteY63862"/>
              </a:cxn>
              <a:cxn ang="0">
                <a:pos x="connsiteX63863" y="connsiteY63863"/>
              </a:cxn>
              <a:cxn ang="0">
                <a:pos x="connsiteX63864" y="connsiteY63864"/>
              </a:cxn>
              <a:cxn ang="0">
                <a:pos x="connsiteX63865" y="connsiteY63865"/>
              </a:cxn>
              <a:cxn ang="0">
                <a:pos x="connsiteX63866" y="connsiteY63866"/>
              </a:cxn>
              <a:cxn ang="0">
                <a:pos x="connsiteX63867" y="connsiteY63867"/>
              </a:cxn>
              <a:cxn ang="0">
                <a:pos x="connsiteX63868" y="connsiteY63868"/>
              </a:cxn>
              <a:cxn ang="0">
                <a:pos x="connsiteX63869" y="connsiteY63869"/>
              </a:cxn>
              <a:cxn ang="0">
                <a:pos x="connsiteX63870" y="connsiteY63870"/>
              </a:cxn>
              <a:cxn ang="0">
                <a:pos x="connsiteX63871" y="connsiteY63871"/>
              </a:cxn>
              <a:cxn ang="0">
                <a:pos x="connsiteX63872" y="connsiteY63872"/>
              </a:cxn>
              <a:cxn ang="0">
                <a:pos x="connsiteX63873" y="connsiteY63873"/>
              </a:cxn>
              <a:cxn ang="0">
                <a:pos x="connsiteX63874" y="connsiteY63874"/>
              </a:cxn>
              <a:cxn ang="0">
                <a:pos x="connsiteX63875" y="connsiteY63875"/>
              </a:cxn>
              <a:cxn ang="0">
                <a:pos x="connsiteX63876" y="connsiteY63876"/>
              </a:cxn>
              <a:cxn ang="0">
                <a:pos x="connsiteX63877" y="connsiteY63877"/>
              </a:cxn>
              <a:cxn ang="0">
                <a:pos x="connsiteX63878" y="connsiteY63878"/>
              </a:cxn>
              <a:cxn ang="0">
                <a:pos x="connsiteX63879" y="connsiteY63879"/>
              </a:cxn>
              <a:cxn ang="0">
                <a:pos x="connsiteX63880" y="connsiteY63880"/>
              </a:cxn>
              <a:cxn ang="0">
                <a:pos x="connsiteX63881" y="connsiteY63881"/>
              </a:cxn>
              <a:cxn ang="0">
                <a:pos x="connsiteX63882" y="connsiteY63882"/>
              </a:cxn>
              <a:cxn ang="0">
                <a:pos x="connsiteX63883" y="connsiteY63883"/>
              </a:cxn>
              <a:cxn ang="0">
                <a:pos x="connsiteX63884" y="connsiteY63884"/>
              </a:cxn>
              <a:cxn ang="0">
                <a:pos x="connsiteX63885" y="connsiteY63885"/>
              </a:cxn>
              <a:cxn ang="0">
                <a:pos x="connsiteX63886" y="connsiteY63886"/>
              </a:cxn>
              <a:cxn ang="0">
                <a:pos x="connsiteX63887" y="connsiteY63887"/>
              </a:cxn>
              <a:cxn ang="0">
                <a:pos x="connsiteX63888" y="connsiteY63888"/>
              </a:cxn>
              <a:cxn ang="0">
                <a:pos x="connsiteX63889" y="connsiteY63889"/>
              </a:cxn>
              <a:cxn ang="0">
                <a:pos x="connsiteX63890" y="connsiteY63890"/>
              </a:cxn>
              <a:cxn ang="0">
                <a:pos x="connsiteX63891" y="connsiteY63891"/>
              </a:cxn>
              <a:cxn ang="0">
                <a:pos x="connsiteX63892" y="connsiteY63892"/>
              </a:cxn>
              <a:cxn ang="0">
                <a:pos x="connsiteX63893" y="connsiteY63893"/>
              </a:cxn>
              <a:cxn ang="0">
                <a:pos x="connsiteX63894" y="connsiteY63894"/>
              </a:cxn>
              <a:cxn ang="0">
                <a:pos x="connsiteX63895" y="connsiteY63895"/>
              </a:cxn>
              <a:cxn ang="0">
                <a:pos x="connsiteX63896" y="connsiteY63896"/>
              </a:cxn>
              <a:cxn ang="0">
                <a:pos x="connsiteX63897" y="connsiteY63897"/>
              </a:cxn>
              <a:cxn ang="0">
                <a:pos x="connsiteX63898" y="connsiteY63898"/>
              </a:cxn>
              <a:cxn ang="0">
                <a:pos x="connsiteX63899" y="connsiteY63899"/>
              </a:cxn>
              <a:cxn ang="0">
                <a:pos x="connsiteX63900" y="connsiteY63900"/>
              </a:cxn>
              <a:cxn ang="0">
                <a:pos x="connsiteX63901" y="connsiteY63901"/>
              </a:cxn>
              <a:cxn ang="0">
                <a:pos x="connsiteX63902" y="connsiteY63902"/>
              </a:cxn>
              <a:cxn ang="0">
                <a:pos x="connsiteX63903" y="connsiteY63903"/>
              </a:cxn>
              <a:cxn ang="0">
                <a:pos x="connsiteX63904" y="connsiteY63904"/>
              </a:cxn>
              <a:cxn ang="0">
                <a:pos x="connsiteX63905" y="connsiteY63905"/>
              </a:cxn>
              <a:cxn ang="0">
                <a:pos x="connsiteX63906" y="connsiteY63906"/>
              </a:cxn>
              <a:cxn ang="0">
                <a:pos x="connsiteX63907" y="connsiteY63907"/>
              </a:cxn>
              <a:cxn ang="0">
                <a:pos x="connsiteX63908" y="connsiteY63908"/>
              </a:cxn>
              <a:cxn ang="0">
                <a:pos x="connsiteX63909" y="connsiteY63909"/>
              </a:cxn>
              <a:cxn ang="0">
                <a:pos x="connsiteX63910" y="connsiteY63910"/>
              </a:cxn>
              <a:cxn ang="0">
                <a:pos x="connsiteX63911" y="connsiteY63911"/>
              </a:cxn>
              <a:cxn ang="0">
                <a:pos x="connsiteX63912" y="connsiteY63912"/>
              </a:cxn>
              <a:cxn ang="0">
                <a:pos x="connsiteX63913" y="connsiteY63913"/>
              </a:cxn>
              <a:cxn ang="0">
                <a:pos x="connsiteX63914" y="connsiteY63914"/>
              </a:cxn>
              <a:cxn ang="0">
                <a:pos x="connsiteX63915" y="connsiteY63915"/>
              </a:cxn>
              <a:cxn ang="0">
                <a:pos x="connsiteX63916" y="connsiteY63916"/>
              </a:cxn>
              <a:cxn ang="0">
                <a:pos x="connsiteX63917" y="connsiteY63917"/>
              </a:cxn>
              <a:cxn ang="0">
                <a:pos x="connsiteX63918" y="connsiteY63918"/>
              </a:cxn>
              <a:cxn ang="0">
                <a:pos x="connsiteX63919" y="connsiteY63919"/>
              </a:cxn>
              <a:cxn ang="0">
                <a:pos x="connsiteX63920" y="connsiteY63920"/>
              </a:cxn>
              <a:cxn ang="0">
                <a:pos x="connsiteX63921" y="connsiteY63921"/>
              </a:cxn>
              <a:cxn ang="0">
                <a:pos x="connsiteX63922" y="connsiteY63922"/>
              </a:cxn>
              <a:cxn ang="0">
                <a:pos x="connsiteX63923" y="connsiteY63923"/>
              </a:cxn>
              <a:cxn ang="0">
                <a:pos x="connsiteX63924" y="connsiteY63924"/>
              </a:cxn>
              <a:cxn ang="0">
                <a:pos x="connsiteX63925" y="connsiteY63925"/>
              </a:cxn>
              <a:cxn ang="0">
                <a:pos x="connsiteX63926" y="connsiteY63926"/>
              </a:cxn>
              <a:cxn ang="0">
                <a:pos x="connsiteX63927" y="connsiteY63927"/>
              </a:cxn>
              <a:cxn ang="0">
                <a:pos x="connsiteX63928" y="connsiteY63928"/>
              </a:cxn>
              <a:cxn ang="0">
                <a:pos x="connsiteX63929" y="connsiteY63929"/>
              </a:cxn>
              <a:cxn ang="0">
                <a:pos x="connsiteX63930" y="connsiteY63930"/>
              </a:cxn>
              <a:cxn ang="0">
                <a:pos x="connsiteX63931" y="connsiteY63931"/>
              </a:cxn>
              <a:cxn ang="0">
                <a:pos x="connsiteX63932" y="connsiteY63932"/>
              </a:cxn>
              <a:cxn ang="0">
                <a:pos x="connsiteX63933" y="connsiteY63933"/>
              </a:cxn>
              <a:cxn ang="0">
                <a:pos x="connsiteX63934" y="connsiteY63934"/>
              </a:cxn>
              <a:cxn ang="0">
                <a:pos x="connsiteX63935" y="connsiteY63935"/>
              </a:cxn>
              <a:cxn ang="0">
                <a:pos x="connsiteX63936" y="connsiteY63936"/>
              </a:cxn>
              <a:cxn ang="0">
                <a:pos x="connsiteX63937" y="connsiteY63937"/>
              </a:cxn>
              <a:cxn ang="0">
                <a:pos x="connsiteX63938" y="connsiteY63938"/>
              </a:cxn>
              <a:cxn ang="0">
                <a:pos x="connsiteX63939" y="connsiteY63939"/>
              </a:cxn>
              <a:cxn ang="0">
                <a:pos x="connsiteX63940" y="connsiteY63940"/>
              </a:cxn>
              <a:cxn ang="0">
                <a:pos x="connsiteX63941" y="connsiteY63941"/>
              </a:cxn>
              <a:cxn ang="0">
                <a:pos x="connsiteX63942" y="connsiteY63942"/>
              </a:cxn>
              <a:cxn ang="0">
                <a:pos x="connsiteX63943" y="connsiteY63943"/>
              </a:cxn>
              <a:cxn ang="0">
                <a:pos x="connsiteX63944" y="connsiteY63944"/>
              </a:cxn>
              <a:cxn ang="0">
                <a:pos x="connsiteX63945" y="connsiteY63945"/>
              </a:cxn>
              <a:cxn ang="0">
                <a:pos x="connsiteX63946" y="connsiteY63946"/>
              </a:cxn>
              <a:cxn ang="0">
                <a:pos x="connsiteX63947" y="connsiteY63947"/>
              </a:cxn>
              <a:cxn ang="0">
                <a:pos x="connsiteX63948" y="connsiteY63948"/>
              </a:cxn>
              <a:cxn ang="0">
                <a:pos x="connsiteX63949" y="connsiteY63949"/>
              </a:cxn>
              <a:cxn ang="0">
                <a:pos x="connsiteX63950" y="connsiteY63950"/>
              </a:cxn>
              <a:cxn ang="0">
                <a:pos x="connsiteX63951" y="connsiteY63951"/>
              </a:cxn>
              <a:cxn ang="0">
                <a:pos x="connsiteX63952" y="connsiteY63952"/>
              </a:cxn>
              <a:cxn ang="0">
                <a:pos x="connsiteX63953" y="connsiteY63953"/>
              </a:cxn>
              <a:cxn ang="0">
                <a:pos x="connsiteX63954" y="connsiteY63954"/>
              </a:cxn>
              <a:cxn ang="0">
                <a:pos x="connsiteX63955" y="connsiteY63955"/>
              </a:cxn>
              <a:cxn ang="0">
                <a:pos x="connsiteX63956" y="connsiteY63956"/>
              </a:cxn>
              <a:cxn ang="0">
                <a:pos x="connsiteX63957" y="connsiteY63957"/>
              </a:cxn>
              <a:cxn ang="0">
                <a:pos x="connsiteX63958" y="connsiteY63958"/>
              </a:cxn>
              <a:cxn ang="0">
                <a:pos x="connsiteX63959" y="connsiteY63959"/>
              </a:cxn>
              <a:cxn ang="0">
                <a:pos x="connsiteX63960" y="connsiteY63960"/>
              </a:cxn>
              <a:cxn ang="0">
                <a:pos x="connsiteX63961" y="connsiteY63961"/>
              </a:cxn>
              <a:cxn ang="0">
                <a:pos x="connsiteX63962" y="connsiteY63962"/>
              </a:cxn>
              <a:cxn ang="0">
                <a:pos x="connsiteX63963" y="connsiteY63963"/>
              </a:cxn>
              <a:cxn ang="0">
                <a:pos x="connsiteX63964" y="connsiteY63964"/>
              </a:cxn>
              <a:cxn ang="0">
                <a:pos x="connsiteX63965" y="connsiteY63965"/>
              </a:cxn>
              <a:cxn ang="0">
                <a:pos x="connsiteX63966" y="connsiteY63966"/>
              </a:cxn>
              <a:cxn ang="0">
                <a:pos x="connsiteX63967" y="connsiteY63967"/>
              </a:cxn>
              <a:cxn ang="0">
                <a:pos x="connsiteX63968" y="connsiteY63968"/>
              </a:cxn>
              <a:cxn ang="0">
                <a:pos x="connsiteX63969" y="connsiteY63969"/>
              </a:cxn>
              <a:cxn ang="0">
                <a:pos x="connsiteX63970" y="connsiteY63970"/>
              </a:cxn>
              <a:cxn ang="0">
                <a:pos x="connsiteX63971" y="connsiteY63971"/>
              </a:cxn>
              <a:cxn ang="0">
                <a:pos x="connsiteX63972" y="connsiteY63972"/>
              </a:cxn>
              <a:cxn ang="0">
                <a:pos x="connsiteX63973" y="connsiteY63973"/>
              </a:cxn>
              <a:cxn ang="0">
                <a:pos x="connsiteX63974" y="connsiteY63974"/>
              </a:cxn>
              <a:cxn ang="0">
                <a:pos x="connsiteX63975" y="connsiteY63975"/>
              </a:cxn>
              <a:cxn ang="0">
                <a:pos x="connsiteX63976" y="connsiteY63976"/>
              </a:cxn>
              <a:cxn ang="0">
                <a:pos x="connsiteX63977" y="connsiteY63977"/>
              </a:cxn>
              <a:cxn ang="0">
                <a:pos x="connsiteX63978" y="connsiteY63978"/>
              </a:cxn>
              <a:cxn ang="0">
                <a:pos x="connsiteX63979" y="connsiteY63979"/>
              </a:cxn>
              <a:cxn ang="0">
                <a:pos x="connsiteX63980" y="connsiteY63980"/>
              </a:cxn>
              <a:cxn ang="0">
                <a:pos x="connsiteX63981" y="connsiteY63981"/>
              </a:cxn>
              <a:cxn ang="0">
                <a:pos x="connsiteX63982" y="connsiteY63982"/>
              </a:cxn>
              <a:cxn ang="0">
                <a:pos x="connsiteX63983" y="connsiteY63983"/>
              </a:cxn>
              <a:cxn ang="0">
                <a:pos x="connsiteX63984" y="connsiteY63984"/>
              </a:cxn>
              <a:cxn ang="0">
                <a:pos x="connsiteX63985" y="connsiteY63985"/>
              </a:cxn>
              <a:cxn ang="0">
                <a:pos x="connsiteX63986" y="connsiteY63986"/>
              </a:cxn>
              <a:cxn ang="0">
                <a:pos x="connsiteX63987" y="connsiteY63987"/>
              </a:cxn>
              <a:cxn ang="0">
                <a:pos x="connsiteX63988" y="connsiteY63988"/>
              </a:cxn>
              <a:cxn ang="0">
                <a:pos x="connsiteX63989" y="connsiteY63989"/>
              </a:cxn>
              <a:cxn ang="0">
                <a:pos x="connsiteX63990" y="connsiteY63990"/>
              </a:cxn>
              <a:cxn ang="0">
                <a:pos x="connsiteX63991" y="connsiteY63991"/>
              </a:cxn>
              <a:cxn ang="0">
                <a:pos x="connsiteX63992" y="connsiteY63992"/>
              </a:cxn>
              <a:cxn ang="0">
                <a:pos x="connsiteX63993" y="connsiteY63993"/>
              </a:cxn>
              <a:cxn ang="0">
                <a:pos x="connsiteX63994" y="connsiteY63994"/>
              </a:cxn>
              <a:cxn ang="0">
                <a:pos x="connsiteX63995" y="connsiteY63995"/>
              </a:cxn>
              <a:cxn ang="0">
                <a:pos x="connsiteX63996" y="connsiteY63996"/>
              </a:cxn>
              <a:cxn ang="0">
                <a:pos x="connsiteX63997" y="connsiteY63997"/>
              </a:cxn>
              <a:cxn ang="0">
                <a:pos x="connsiteX63998" y="connsiteY63998"/>
              </a:cxn>
              <a:cxn ang="0">
                <a:pos x="connsiteX63999" y="connsiteY63999"/>
              </a:cxn>
              <a:cxn ang="0">
                <a:pos x="connsiteX64000" y="connsiteY64000"/>
              </a:cxn>
              <a:cxn ang="0">
                <a:pos x="connsiteX64001" y="connsiteY64001"/>
              </a:cxn>
              <a:cxn ang="0">
                <a:pos x="connsiteX64002" y="connsiteY64002"/>
              </a:cxn>
              <a:cxn ang="0">
                <a:pos x="connsiteX64003" y="connsiteY64003"/>
              </a:cxn>
              <a:cxn ang="0">
                <a:pos x="connsiteX64004" y="connsiteY64004"/>
              </a:cxn>
              <a:cxn ang="0">
                <a:pos x="connsiteX64005" y="connsiteY64005"/>
              </a:cxn>
              <a:cxn ang="0">
                <a:pos x="connsiteX64006" y="connsiteY64006"/>
              </a:cxn>
              <a:cxn ang="0">
                <a:pos x="connsiteX64007" y="connsiteY64007"/>
              </a:cxn>
              <a:cxn ang="0">
                <a:pos x="connsiteX64008" y="connsiteY64008"/>
              </a:cxn>
              <a:cxn ang="0">
                <a:pos x="connsiteX64009" y="connsiteY64009"/>
              </a:cxn>
              <a:cxn ang="0">
                <a:pos x="connsiteX64010" y="connsiteY64010"/>
              </a:cxn>
              <a:cxn ang="0">
                <a:pos x="connsiteX64011" y="connsiteY64011"/>
              </a:cxn>
              <a:cxn ang="0">
                <a:pos x="connsiteX64012" y="connsiteY64012"/>
              </a:cxn>
              <a:cxn ang="0">
                <a:pos x="connsiteX64013" y="connsiteY64013"/>
              </a:cxn>
              <a:cxn ang="0">
                <a:pos x="connsiteX64014" y="connsiteY64014"/>
              </a:cxn>
              <a:cxn ang="0">
                <a:pos x="connsiteX64015" y="connsiteY64015"/>
              </a:cxn>
              <a:cxn ang="0">
                <a:pos x="connsiteX64016" y="connsiteY64016"/>
              </a:cxn>
              <a:cxn ang="0">
                <a:pos x="connsiteX64017" y="connsiteY64017"/>
              </a:cxn>
              <a:cxn ang="0">
                <a:pos x="connsiteX64018" y="connsiteY64018"/>
              </a:cxn>
              <a:cxn ang="0">
                <a:pos x="connsiteX64019" y="connsiteY64019"/>
              </a:cxn>
              <a:cxn ang="0">
                <a:pos x="connsiteX64020" y="connsiteY64020"/>
              </a:cxn>
              <a:cxn ang="0">
                <a:pos x="connsiteX64021" y="connsiteY64021"/>
              </a:cxn>
              <a:cxn ang="0">
                <a:pos x="connsiteX64022" y="connsiteY64022"/>
              </a:cxn>
              <a:cxn ang="0">
                <a:pos x="connsiteX64023" y="connsiteY64023"/>
              </a:cxn>
              <a:cxn ang="0">
                <a:pos x="connsiteX64024" y="connsiteY64024"/>
              </a:cxn>
              <a:cxn ang="0">
                <a:pos x="connsiteX64025" y="connsiteY64025"/>
              </a:cxn>
              <a:cxn ang="0">
                <a:pos x="connsiteX64026" y="connsiteY64026"/>
              </a:cxn>
              <a:cxn ang="0">
                <a:pos x="connsiteX64027" y="connsiteY64027"/>
              </a:cxn>
              <a:cxn ang="0">
                <a:pos x="connsiteX64028" y="connsiteY64028"/>
              </a:cxn>
              <a:cxn ang="0">
                <a:pos x="connsiteX64029" y="connsiteY64029"/>
              </a:cxn>
              <a:cxn ang="0">
                <a:pos x="connsiteX64030" y="connsiteY64030"/>
              </a:cxn>
              <a:cxn ang="0">
                <a:pos x="connsiteX64031" y="connsiteY64031"/>
              </a:cxn>
              <a:cxn ang="0">
                <a:pos x="connsiteX64032" y="connsiteY64032"/>
              </a:cxn>
              <a:cxn ang="0">
                <a:pos x="connsiteX64033" y="connsiteY64033"/>
              </a:cxn>
              <a:cxn ang="0">
                <a:pos x="connsiteX64034" y="connsiteY64034"/>
              </a:cxn>
              <a:cxn ang="0">
                <a:pos x="connsiteX64035" y="connsiteY64035"/>
              </a:cxn>
              <a:cxn ang="0">
                <a:pos x="connsiteX64036" y="connsiteY64036"/>
              </a:cxn>
              <a:cxn ang="0">
                <a:pos x="connsiteX64037" y="connsiteY64037"/>
              </a:cxn>
              <a:cxn ang="0">
                <a:pos x="connsiteX64038" y="connsiteY64038"/>
              </a:cxn>
              <a:cxn ang="0">
                <a:pos x="connsiteX64039" y="connsiteY64039"/>
              </a:cxn>
              <a:cxn ang="0">
                <a:pos x="connsiteX64040" y="connsiteY64040"/>
              </a:cxn>
              <a:cxn ang="0">
                <a:pos x="connsiteX64041" y="connsiteY64041"/>
              </a:cxn>
              <a:cxn ang="0">
                <a:pos x="connsiteX64042" y="connsiteY64042"/>
              </a:cxn>
              <a:cxn ang="0">
                <a:pos x="connsiteX64043" y="connsiteY64043"/>
              </a:cxn>
              <a:cxn ang="0">
                <a:pos x="connsiteX64044" y="connsiteY64044"/>
              </a:cxn>
              <a:cxn ang="0">
                <a:pos x="connsiteX64045" y="connsiteY64045"/>
              </a:cxn>
              <a:cxn ang="0">
                <a:pos x="connsiteX64046" y="connsiteY64046"/>
              </a:cxn>
              <a:cxn ang="0">
                <a:pos x="connsiteX64047" y="connsiteY64047"/>
              </a:cxn>
              <a:cxn ang="0">
                <a:pos x="connsiteX64048" y="connsiteY64048"/>
              </a:cxn>
              <a:cxn ang="0">
                <a:pos x="connsiteX64049" y="connsiteY64049"/>
              </a:cxn>
              <a:cxn ang="0">
                <a:pos x="connsiteX64050" y="connsiteY64050"/>
              </a:cxn>
              <a:cxn ang="0">
                <a:pos x="connsiteX64051" y="connsiteY64051"/>
              </a:cxn>
              <a:cxn ang="0">
                <a:pos x="connsiteX64052" y="connsiteY64052"/>
              </a:cxn>
              <a:cxn ang="0">
                <a:pos x="connsiteX64053" y="connsiteY64053"/>
              </a:cxn>
              <a:cxn ang="0">
                <a:pos x="connsiteX64054" y="connsiteY64054"/>
              </a:cxn>
              <a:cxn ang="0">
                <a:pos x="connsiteX64055" y="connsiteY64055"/>
              </a:cxn>
              <a:cxn ang="0">
                <a:pos x="connsiteX64056" y="connsiteY64056"/>
              </a:cxn>
              <a:cxn ang="0">
                <a:pos x="connsiteX64057" y="connsiteY64057"/>
              </a:cxn>
              <a:cxn ang="0">
                <a:pos x="connsiteX64058" y="connsiteY64058"/>
              </a:cxn>
              <a:cxn ang="0">
                <a:pos x="connsiteX64059" y="connsiteY64059"/>
              </a:cxn>
              <a:cxn ang="0">
                <a:pos x="connsiteX64060" y="connsiteY64060"/>
              </a:cxn>
              <a:cxn ang="0">
                <a:pos x="connsiteX64061" y="connsiteY64061"/>
              </a:cxn>
              <a:cxn ang="0">
                <a:pos x="connsiteX64062" y="connsiteY64062"/>
              </a:cxn>
              <a:cxn ang="0">
                <a:pos x="connsiteX64063" y="connsiteY64063"/>
              </a:cxn>
              <a:cxn ang="0">
                <a:pos x="connsiteX64064" y="connsiteY64064"/>
              </a:cxn>
              <a:cxn ang="0">
                <a:pos x="connsiteX64065" y="connsiteY64065"/>
              </a:cxn>
              <a:cxn ang="0">
                <a:pos x="connsiteX64066" y="connsiteY64066"/>
              </a:cxn>
              <a:cxn ang="0">
                <a:pos x="connsiteX64067" y="connsiteY64067"/>
              </a:cxn>
              <a:cxn ang="0">
                <a:pos x="connsiteX64068" y="connsiteY64068"/>
              </a:cxn>
              <a:cxn ang="0">
                <a:pos x="connsiteX64069" y="connsiteY64069"/>
              </a:cxn>
              <a:cxn ang="0">
                <a:pos x="connsiteX64070" y="connsiteY64070"/>
              </a:cxn>
              <a:cxn ang="0">
                <a:pos x="connsiteX64071" y="connsiteY64071"/>
              </a:cxn>
              <a:cxn ang="0">
                <a:pos x="connsiteX64072" y="connsiteY64072"/>
              </a:cxn>
              <a:cxn ang="0">
                <a:pos x="connsiteX64073" y="connsiteY64073"/>
              </a:cxn>
              <a:cxn ang="0">
                <a:pos x="connsiteX64074" y="connsiteY64074"/>
              </a:cxn>
              <a:cxn ang="0">
                <a:pos x="connsiteX64075" y="connsiteY64075"/>
              </a:cxn>
              <a:cxn ang="0">
                <a:pos x="connsiteX64076" y="connsiteY64076"/>
              </a:cxn>
              <a:cxn ang="0">
                <a:pos x="connsiteX64077" y="connsiteY64077"/>
              </a:cxn>
              <a:cxn ang="0">
                <a:pos x="connsiteX64078" y="connsiteY64078"/>
              </a:cxn>
              <a:cxn ang="0">
                <a:pos x="connsiteX64079" y="connsiteY64079"/>
              </a:cxn>
              <a:cxn ang="0">
                <a:pos x="connsiteX64080" y="connsiteY64080"/>
              </a:cxn>
              <a:cxn ang="0">
                <a:pos x="connsiteX64081" y="connsiteY64081"/>
              </a:cxn>
              <a:cxn ang="0">
                <a:pos x="connsiteX64082" y="connsiteY64082"/>
              </a:cxn>
              <a:cxn ang="0">
                <a:pos x="connsiteX64083" y="connsiteY64083"/>
              </a:cxn>
              <a:cxn ang="0">
                <a:pos x="connsiteX64084" y="connsiteY64084"/>
              </a:cxn>
              <a:cxn ang="0">
                <a:pos x="connsiteX64085" y="connsiteY64085"/>
              </a:cxn>
              <a:cxn ang="0">
                <a:pos x="connsiteX64086" y="connsiteY64086"/>
              </a:cxn>
              <a:cxn ang="0">
                <a:pos x="connsiteX64087" y="connsiteY64087"/>
              </a:cxn>
              <a:cxn ang="0">
                <a:pos x="connsiteX64088" y="connsiteY64088"/>
              </a:cxn>
              <a:cxn ang="0">
                <a:pos x="connsiteX64089" y="connsiteY64089"/>
              </a:cxn>
              <a:cxn ang="0">
                <a:pos x="connsiteX64090" y="connsiteY64090"/>
              </a:cxn>
              <a:cxn ang="0">
                <a:pos x="connsiteX64091" y="connsiteY64091"/>
              </a:cxn>
              <a:cxn ang="0">
                <a:pos x="connsiteX64092" y="connsiteY64092"/>
              </a:cxn>
              <a:cxn ang="0">
                <a:pos x="connsiteX64093" y="connsiteY64093"/>
              </a:cxn>
              <a:cxn ang="0">
                <a:pos x="connsiteX64094" y="connsiteY64094"/>
              </a:cxn>
              <a:cxn ang="0">
                <a:pos x="connsiteX64095" y="connsiteY64095"/>
              </a:cxn>
              <a:cxn ang="0">
                <a:pos x="connsiteX64096" y="connsiteY64096"/>
              </a:cxn>
              <a:cxn ang="0">
                <a:pos x="connsiteX64097" y="connsiteY64097"/>
              </a:cxn>
              <a:cxn ang="0">
                <a:pos x="connsiteX64098" y="connsiteY64098"/>
              </a:cxn>
              <a:cxn ang="0">
                <a:pos x="connsiteX64099" y="connsiteY64099"/>
              </a:cxn>
              <a:cxn ang="0">
                <a:pos x="connsiteX64100" y="connsiteY64100"/>
              </a:cxn>
              <a:cxn ang="0">
                <a:pos x="connsiteX64101" y="connsiteY64101"/>
              </a:cxn>
              <a:cxn ang="0">
                <a:pos x="connsiteX64102" y="connsiteY64102"/>
              </a:cxn>
              <a:cxn ang="0">
                <a:pos x="connsiteX64103" y="connsiteY64103"/>
              </a:cxn>
              <a:cxn ang="0">
                <a:pos x="connsiteX64104" y="connsiteY64104"/>
              </a:cxn>
              <a:cxn ang="0">
                <a:pos x="connsiteX64105" y="connsiteY64105"/>
              </a:cxn>
              <a:cxn ang="0">
                <a:pos x="connsiteX64106" y="connsiteY64106"/>
              </a:cxn>
              <a:cxn ang="0">
                <a:pos x="connsiteX64107" y="connsiteY64107"/>
              </a:cxn>
              <a:cxn ang="0">
                <a:pos x="connsiteX64108" y="connsiteY64108"/>
              </a:cxn>
              <a:cxn ang="0">
                <a:pos x="connsiteX64109" y="connsiteY64109"/>
              </a:cxn>
              <a:cxn ang="0">
                <a:pos x="connsiteX64110" y="connsiteY64110"/>
              </a:cxn>
              <a:cxn ang="0">
                <a:pos x="connsiteX64111" y="connsiteY64111"/>
              </a:cxn>
              <a:cxn ang="0">
                <a:pos x="connsiteX64112" y="connsiteY64112"/>
              </a:cxn>
              <a:cxn ang="0">
                <a:pos x="connsiteX64113" y="connsiteY64113"/>
              </a:cxn>
              <a:cxn ang="0">
                <a:pos x="connsiteX64114" y="connsiteY64114"/>
              </a:cxn>
              <a:cxn ang="0">
                <a:pos x="connsiteX64115" y="connsiteY64115"/>
              </a:cxn>
              <a:cxn ang="0">
                <a:pos x="connsiteX64116" y="connsiteY64116"/>
              </a:cxn>
              <a:cxn ang="0">
                <a:pos x="connsiteX64117" y="connsiteY64117"/>
              </a:cxn>
              <a:cxn ang="0">
                <a:pos x="connsiteX64118" y="connsiteY64118"/>
              </a:cxn>
              <a:cxn ang="0">
                <a:pos x="connsiteX64119" y="connsiteY64119"/>
              </a:cxn>
              <a:cxn ang="0">
                <a:pos x="connsiteX64120" y="connsiteY64120"/>
              </a:cxn>
              <a:cxn ang="0">
                <a:pos x="connsiteX64121" y="connsiteY64121"/>
              </a:cxn>
              <a:cxn ang="0">
                <a:pos x="connsiteX64122" y="connsiteY64122"/>
              </a:cxn>
              <a:cxn ang="0">
                <a:pos x="connsiteX64123" y="connsiteY64123"/>
              </a:cxn>
              <a:cxn ang="0">
                <a:pos x="connsiteX64124" y="connsiteY64124"/>
              </a:cxn>
              <a:cxn ang="0">
                <a:pos x="connsiteX64125" y="connsiteY64125"/>
              </a:cxn>
              <a:cxn ang="0">
                <a:pos x="connsiteX64126" y="connsiteY64126"/>
              </a:cxn>
              <a:cxn ang="0">
                <a:pos x="connsiteX64127" y="connsiteY64127"/>
              </a:cxn>
              <a:cxn ang="0">
                <a:pos x="connsiteX64128" y="connsiteY64128"/>
              </a:cxn>
              <a:cxn ang="0">
                <a:pos x="connsiteX64129" y="connsiteY64129"/>
              </a:cxn>
              <a:cxn ang="0">
                <a:pos x="connsiteX64130" y="connsiteY64130"/>
              </a:cxn>
              <a:cxn ang="0">
                <a:pos x="connsiteX64131" y="connsiteY64131"/>
              </a:cxn>
              <a:cxn ang="0">
                <a:pos x="connsiteX64132" y="connsiteY64132"/>
              </a:cxn>
              <a:cxn ang="0">
                <a:pos x="connsiteX64133" y="connsiteY64133"/>
              </a:cxn>
              <a:cxn ang="0">
                <a:pos x="connsiteX64134" y="connsiteY64134"/>
              </a:cxn>
              <a:cxn ang="0">
                <a:pos x="connsiteX64135" y="connsiteY64135"/>
              </a:cxn>
              <a:cxn ang="0">
                <a:pos x="connsiteX64136" y="connsiteY64136"/>
              </a:cxn>
              <a:cxn ang="0">
                <a:pos x="connsiteX64137" y="connsiteY64137"/>
              </a:cxn>
              <a:cxn ang="0">
                <a:pos x="connsiteX64138" y="connsiteY64138"/>
              </a:cxn>
              <a:cxn ang="0">
                <a:pos x="connsiteX64139" y="connsiteY64139"/>
              </a:cxn>
              <a:cxn ang="0">
                <a:pos x="connsiteX64140" y="connsiteY64140"/>
              </a:cxn>
              <a:cxn ang="0">
                <a:pos x="connsiteX64141" y="connsiteY64141"/>
              </a:cxn>
              <a:cxn ang="0">
                <a:pos x="connsiteX64142" y="connsiteY64142"/>
              </a:cxn>
              <a:cxn ang="0">
                <a:pos x="connsiteX64143" y="connsiteY64143"/>
              </a:cxn>
              <a:cxn ang="0">
                <a:pos x="connsiteX64144" y="connsiteY64144"/>
              </a:cxn>
              <a:cxn ang="0">
                <a:pos x="connsiteX64145" y="connsiteY64145"/>
              </a:cxn>
              <a:cxn ang="0">
                <a:pos x="connsiteX64146" y="connsiteY64146"/>
              </a:cxn>
              <a:cxn ang="0">
                <a:pos x="connsiteX64147" y="connsiteY64147"/>
              </a:cxn>
              <a:cxn ang="0">
                <a:pos x="connsiteX64148" y="connsiteY64148"/>
              </a:cxn>
              <a:cxn ang="0">
                <a:pos x="connsiteX64149" y="connsiteY64149"/>
              </a:cxn>
              <a:cxn ang="0">
                <a:pos x="connsiteX64150" y="connsiteY64150"/>
              </a:cxn>
              <a:cxn ang="0">
                <a:pos x="connsiteX64151" y="connsiteY64151"/>
              </a:cxn>
              <a:cxn ang="0">
                <a:pos x="connsiteX64152" y="connsiteY64152"/>
              </a:cxn>
              <a:cxn ang="0">
                <a:pos x="connsiteX64153" y="connsiteY64153"/>
              </a:cxn>
              <a:cxn ang="0">
                <a:pos x="connsiteX64154" y="connsiteY64154"/>
              </a:cxn>
              <a:cxn ang="0">
                <a:pos x="connsiteX64155" y="connsiteY64155"/>
              </a:cxn>
              <a:cxn ang="0">
                <a:pos x="connsiteX64156" y="connsiteY64156"/>
              </a:cxn>
              <a:cxn ang="0">
                <a:pos x="connsiteX64157" y="connsiteY64157"/>
              </a:cxn>
              <a:cxn ang="0">
                <a:pos x="connsiteX64158" y="connsiteY64158"/>
              </a:cxn>
              <a:cxn ang="0">
                <a:pos x="connsiteX64159" y="connsiteY64159"/>
              </a:cxn>
              <a:cxn ang="0">
                <a:pos x="connsiteX64160" y="connsiteY64160"/>
              </a:cxn>
              <a:cxn ang="0">
                <a:pos x="connsiteX64161" y="connsiteY64161"/>
              </a:cxn>
              <a:cxn ang="0">
                <a:pos x="connsiteX64162" y="connsiteY64162"/>
              </a:cxn>
              <a:cxn ang="0">
                <a:pos x="connsiteX64163" y="connsiteY64163"/>
              </a:cxn>
              <a:cxn ang="0">
                <a:pos x="connsiteX64164" y="connsiteY64164"/>
              </a:cxn>
              <a:cxn ang="0">
                <a:pos x="connsiteX64165" y="connsiteY64165"/>
              </a:cxn>
              <a:cxn ang="0">
                <a:pos x="connsiteX64166" y="connsiteY64166"/>
              </a:cxn>
              <a:cxn ang="0">
                <a:pos x="connsiteX64167" y="connsiteY64167"/>
              </a:cxn>
              <a:cxn ang="0">
                <a:pos x="connsiteX64168" y="connsiteY64168"/>
              </a:cxn>
              <a:cxn ang="0">
                <a:pos x="connsiteX64169" y="connsiteY64169"/>
              </a:cxn>
              <a:cxn ang="0">
                <a:pos x="connsiteX64170" y="connsiteY64170"/>
              </a:cxn>
              <a:cxn ang="0">
                <a:pos x="connsiteX64171" y="connsiteY64171"/>
              </a:cxn>
              <a:cxn ang="0">
                <a:pos x="connsiteX64172" y="connsiteY64172"/>
              </a:cxn>
              <a:cxn ang="0">
                <a:pos x="connsiteX64173" y="connsiteY64173"/>
              </a:cxn>
              <a:cxn ang="0">
                <a:pos x="connsiteX64174" y="connsiteY64174"/>
              </a:cxn>
              <a:cxn ang="0">
                <a:pos x="connsiteX64175" y="connsiteY64175"/>
              </a:cxn>
              <a:cxn ang="0">
                <a:pos x="connsiteX64176" y="connsiteY64176"/>
              </a:cxn>
              <a:cxn ang="0">
                <a:pos x="connsiteX64177" y="connsiteY64177"/>
              </a:cxn>
              <a:cxn ang="0">
                <a:pos x="connsiteX64178" y="connsiteY64178"/>
              </a:cxn>
              <a:cxn ang="0">
                <a:pos x="connsiteX64179" y="connsiteY64179"/>
              </a:cxn>
              <a:cxn ang="0">
                <a:pos x="connsiteX64180" y="connsiteY64180"/>
              </a:cxn>
              <a:cxn ang="0">
                <a:pos x="connsiteX64181" y="connsiteY64181"/>
              </a:cxn>
              <a:cxn ang="0">
                <a:pos x="connsiteX64182" y="connsiteY64182"/>
              </a:cxn>
              <a:cxn ang="0">
                <a:pos x="connsiteX64183" y="connsiteY64183"/>
              </a:cxn>
              <a:cxn ang="0">
                <a:pos x="connsiteX64184" y="connsiteY64184"/>
              </a:cxn>
              <a:cxn ang="0">
                <a:pos x="connsiteX64185" y="connsiteY64185"/>
              </a:cxn>
              <a:cxn ang="0">
                <a:pos x="connsiteX64186" y="connsiteY64186"/>
              </a:cxn>
              <a:cxn ang="0">
                <a:pos x="connsiteX64187" y="connsiteY64187"/>
              </a:cxn>
              <a:cxn ang="0">
                <a:pos x="connsiteX64188" y="connsiteY64188"/>
              </a:cxn>
              <a:cxn ang="0">
                <a:pos x="connsiteX64189" y="connsiteY64189"/>
              </a:cxn>
              <a:cxn ang="0">
                <a:pos x="connsiteX64190" y="connsiteY64190"/>
              </a:cxn>
              <a:cxn ang="0">
                <a:pos x="connsiteX64191" y="connsiteY64191"/>
              </a:cxn>
              <a:cxn ang="0">
                <a:pos x="connsiteX64192" y="connsiteY64192"/>
              </a:cxn>
              <a:cxn ang="0">
                <a:pos x="connsiteX64193" y="connsiteY64193"/>
              </a:cxn>
              <a:cxn ang="0">
                <a:pos x="connsiteX64194" y="connsiteY64194"/>
              </a:cxn>
              <a:cxn ang="0">
                <a:pos x="connsiteX64195" y="connsiteY64195"/>
              </a:cxn>
              <a:cxn ang="0">
                <a:pos x="connsiteX64196" y="connsiteY64196"/>
              </a:cxn>
              <a:cxn ang="0">
                <a:pos x="connsiteX64197" y="connsiteY64197"/>
              </a:cxn>
              <a:cxn ang="0">
                <a:pos x="connsiteX64198" y="connsiteY64198"/>
              </a:cxn>
              <a:cxn ang="0">
                <a:pos x="connsiteX64199" y="connsiteY64199"/>
              </a:cxn>
              <a:cxn ang="0">
                <a:pos x="connsiteX64200" y="connsiteY64200"/>
              </a:cxn>
              <a:cxn ang="0">
                <a:pos x="connsiteX64201" y="connsiteY64201"/>
              </a:cxn>
              <a:cxn ang="0">
                <a:pos x="connsiteX64202" y="connsiteY64202"/>
              </a:cxn>
              <a:cxn ang="0">
                <a:pos x="connsiteX64203" y="connsiteY64203"/>
              </a:cxn>
              <a:cxn ang="0">
                <a:pos x="connsiteX64204" y="connsiteY64204"/>
              </a:cxn>
              <a:cxn ang="0">
                <a:pos x="connsiteX64205" y="connsiteY64205"/>
              </a:cxn>
              <a:cxn ang="0">
                <a:pos x="connsiteX64206" y="connsiteY64206"/>
              </a:cxn>
              <a:cxn ang="0">
                <a:pos x="connsiteX64207" y="connsiteY64207"/>
              </a:cxn>
              <a:cxn ang="0">
                <a:pos x="connsiteX64208" y="connsiteY64208"/>
              </a:cxn>
              <a:cxn ang="0">
                <a:pos x="connsiteX64209" y="connsiteY64209"/>
              </a:cxn>
              <a:cxn ang="0">
                <a:pos x="connsiteX64210" y="connsiteY64210"/>
              </a:cxn>
              <a:cxn ang="0">
                <a:pos x="connsiteX64211" y="connsiteY64211"/>
              </a:cxn>
              <a:cxn ang="0">
                <a:pos x="connsiteX64212" y="connsiteY64212"/>
              </a:cxn>
              <a:cxn ang="0">
                <a:pos x="connsiteX64213" y="connsiteY64213"/>
              </a:cxn>
              <a:cxn ang="0">
                <a:pos x="connsiteX64214" y="connsiteY64214"/>
              </a:cxn>
              <a:cxn ang="0">
                <a:pos x="connsiteX64215" y="connsiteY64215"/>
              </a:cxn>
              <a:cxn ang="0">
                <a:pos x="connsiteX64216" y="connsiteY64216"/>
              </a:cxn>
              <a:cxn ang="0">
                <a:pos x="connsiteX64217" y="connsiteY64217"/>
              </a:cxn>
              <a:cxn ang="0">
                <a:pos x="connsiteX64218" y="connsiteY64218"/>
              </a:cxn>
              <a:cxn ang="0">
                <a:pos x="connsiteX64219" y="connsiteY64219"/>
              </a:cxn>
              <a:cxn ang="0">
                <a:pos x="connsiteX64220" y="connsiteY64220"/>
              </a:cxn>
              <a:cxn ang="0">
                <a:pos x="connsiteX64221" y="connsiteY64221"/>
              </a:cxn>
              <a:cxn ang="0">
                <a:pos x="connsiteX64222" y="connsiteY64222"/>
              </a:cxn>
              <a:cxn ang="0">
                <a:pos x="connsiteX64223" y="connsiteY64223"/>
              </a:cxn>
              <a:cxn ang="0">
                <a:pos x="connsiteX64224" y="connsiteY64224"/>
              </a:cxn>
              <a:cxn ang="0">
                <a:pos x="connsiteX64225" y="connsiteY64225"/>
              </a:cxn>
              <a:cxn ang="0">
                <a:pos x="connsiteX64226" y="connsiteY64226"/>
              </a:cxn>
              <a:cxn ang="0">
                <a:pos x="connsiteX64227" y="connsiteY64227"/>
              </a:cxn>
              <a:cxn ang="0">
                <a:pos x="connsiteX64228" y="connsiteY64228"/>
              </a:cxn>
              <a:cxn ang="0">
                <a:pos x="connsiteX64229" y="connsiteY64229"/>
              </a:cxn>
              <a:cxn ang="0">
                <a:pos x="connsiteX64230" y="connsiteY64230"/>
              </a:cxn>
              <a:cxn ang="0">
                <a:pos x="connsiteX64231" y="connsiteY64231"/>
              </a:cxn>
              <a:cxn ang="0">
                <a:pos x="connsiteX64232" y="connsiteY64232"/>
              </a:cxn>
              <a:cxn ang="0">
                <a:pos x="connsiteX64233" y="connsiteY64233"/>
              </a:cxn>
              <a:cxn ang="0">
                <a:pos x="connsiteX64234" y="connsiteY64234"/>
              </a:cxn>
              <a:cxn ang="0">
                <a:pos x="connsiteX64235" y="connsiteY64235"/>
              </a:cxn>
              <a:cxn ang="0">
                <a:pos x="connsiteX64236" y="connsiteY64236"/>
              </a:cxn>
              <a:cxn ang="0">
                <a:pos x="connsiteX64237" y="connsiteY64237"/>
              </a:cxn>
              <a:cxn ang="0">
                <a:pos x="connsiteX64238" y="connsiteY64238"/>
              </a:cxn>
              <a:cxn ang="0">
                <a:pos x="connsiteX64239" y="connsiteY64239"/>
              </a:cxn>
              <a:cxn ang="0">
                <a:pos x="connsiteX64240" y="connsiteY64240"/>
              </a:cxn>
              <a:cxn ang="0">
                <a:pos x="connsiteX64241" y="connsiteY64241"/>
              </a:cxn>
              <a:cxn ang="0">
                <a:pos x="connsiteX64242" y="connsiteY64242"/>
              </a:cxn>
              <a:cxn ang="0">
                <a:pos x="connsiteX64243" y="connsiteY64243"/>
              </a:cxn>
              <a:cxn ang="0">
                <a:pos x="connsiteX64244" y="connsiteY64244"/>
              </a:cxn>
              <a:cxn ang="0">
                <a:pos x="connsiteX64245" y="connsiteY64245"/>
              </a:cxn>
              <a:cxn ang="0">
                <a:pos x="connsiteX64246" y="connsiteY64246"/>
              </a:cxn>
              <a:cxn ang="0">
                <a:pos x="connsiteX64247" y="connsiteY64247"/>
              </a:cxn>
              <a:cxn ang="0">
                <a:pos x="connsiteX64248" y="connsiteY64248"/>
              </a:cxn>
              <a:cxn ang="0">
                <a:pos x="connsiteX64249" y="connsiteY64249"/>
              </a:cxn>
              <a:cxn ang="0">
                <a:pos x="connsiteX64250" y="connsiteY64250"/>
              </a:cxn>
              <a:cxn ang="0">
                <a:pos x="connsiteX64251" y="connsiteY64251"/>
              </a:cxn>
              <a:cxn ang="0">
                <a:pos x="connsiteX64252" y="connsiteY64252"/>
              </a:cxn>
              <a:cxn ang="0">
                <a:pos x="connsiteX64253" y="connsiteY64253"/>
              </a:cxn>
              <a:cxn ang="0">
                <a:pos x="connsiteX64254" y="connsiteY64254"/>
              </a:cxn>
              <a:cxn ang="0">
                <a:pos x="connsiteX64255" y="connsiteY64255"/>
              </a:cxn>
              <a:cxn ang="0">
                <a:pos x="connsiteX64256" y="connsiteY64256"/>
              </a:cxn>
              <a:cxn ang="0">
                <a:pos x="connsiteX64257" y="connsiteY64257"/>
              </a:cxn>
              <a:cxn ang="0">
                <a:pos x="connsiteX64258" y="connsiteY64258"/>
              </a:cxn>
              <a:cxn ang="0">
                <a:pos x="connsiteX64259" y="connsiteY64259"/>
              </a:cxn>
              <a:cxn ang="0">
                <a:pos x="connsiteX64260" y="connsiteY64260"/>
              </a:cxn>
              <a:cxn ang="0">
                <a:pos x="connsiteX64261" y="connsiteY64261"/>
              </a:cxn>
              <a:cxn ang="0">
                <a:pos x="connsiteX64262" y="connsiteY64262"/>
              </a:cxn>
              <a:cxn ang="0">
                <a:pos x="connsiteX64263" y="connsiteY64263"/>
              </a:cxn>
              <a:cxn ang="0">
                <a:pos x="connsiteX64264" y="connsiteY64264"/>
              </a:cxn>
              <a:cxn ang="0">
                <a:pos x="connsiteX64265" y="connsiteY64265"/>
              </a:cxn>
              <a:cxn ang="0">
                <a:pos x="connsiteX64266" y="connsiteY64266"/>
              </a:cxn>
              <a:cxn ang="0">
                <a:pos x="connsiteX64267" y="connsiteY64267"/>
              </a:cxn>
              <a:cxn ang="0">
                <a:pos x="connsiteX64268" y="connsiteY64268"/>
              </a:cxn>
              <a:cxn ang="0">
                <a:pos x="connsiteX64269" y="connsiteY64269"/>
              </a:cxn>
              <a:cxn ang="0">
                <a:pos x="connsiteX64270" y="connsiteY64270"/>
              </a:cxn>
              <a:cxn ang="0">
                <a:pos x="connsiteX64271" y="connsiteY64271"/>
              </a:cxn>
              <a:cxn ang="0">
                <a:pos x="connsiteX64272" y="connsiteY64272"/>
              </a:cxn>
              <a:cxn ang="0">
                <a:pos x="connsiteX64273" y="connsiteY64273"/>
              </a:cxn>
              <a:cxn ang="0">
                <a:pos x="connsiteX64274" y="connsiteY64274"/>
              </a:cxn>
              <a:cxn ang="0">
                <a:pos x="connsiteX64275" y="connsiteY64275"/>
              </a:cxn>
              <a:cxn ang="0">
                <a:pos x="connsiteX64276" y="connsiteY64276"/>
              </a:cxn>
              <a:cxn ang="0">
                <a:pos x="connsiteX64277" y="connsiteY64277"/>
              </a:cxn>
              <a:cxn ang="0">
                <a:pos x="connsiteX64278" y="connsiteY64278"/>
              </a:cxn>
              <a:cxn ang="0">
                <a:pos x="connsiteX64279" y="connsiteY64279"/>
              </a:cxn>
              <a:cxn ang="0">
                <a:pos x="connsiteX64280" y="connsiteY64280"/>
              </a:cxn>
              <a:cxn ang="0">
                <a:pos x="connsiteX64281" y="connsiteY64281"/>
              </a:cxn>
              <a:cxn ang="0">
                <a:pos x="connsiteX64282" y="connsiteY64282"/>
              </a:cxn>
              <a:cxn ang="0">
                <a:pos x="connsiteX64283" y="connsiteY64283"/>
              </a:cxn>
              <a:cxn ang="0">
                <a:pos x="connsiteX64284" y="connsiteY64284"/>
              </a:cxn>
              <a:cxn ang="0">
                <a:pos x="connsiteX64285" y="connsiteY64285"/>
              </a:cxn>
              <a:cxn ang="0">
                <a:pos x="connsiteX64286" y="connsiteY64286"/>
              </a:cxn>
              <a:cxn ang="0">
                <a:pos x="connsiteX64287" y="connsiteY64287"/>
              </a:cxn>
              <a:cxn ang="0">
                <a:pos x="connsiteX64288" y="connsiteY64288"/>
              </a:cxn>
              <a:cxn ang="0">
                <a:pos x="connsiteX64289" y="connsiteY64289"/>
              </a:cxn>
              <a:cxn ang="0">
                <a:pos x="connsiteX64290" y="connsiteY64290"/>
              </a:cxn>
              <a:cxn ang="0">
                <a:pos x="connsiteX64291" y="connsiteY64291"/>
              </a:cxn>
              <a:cxn ang="0">
                <a:pos x="connsiteX64292" y="connsiteY64292"/>
              </a:cxn>
              <a:cxn ang="0">
                <a:pos x="connsiteX64293" y="connsiteY64293"/>
              </a:cxn>
              <a:cxn ang="0">
                <a:pos x="connsiteX64294" y="connsiteY64294"/>
              </a:cxn>
              <a:cxn ang="0">
                <a:pos x="connsiteX64295" y="connsiteY64295"/>
              </a:cxn>
              <a:cxn ang="0">
                <a:pos x="connsiteX64296" y="connsiteY64296"/>
              </a:cxn>
              <a:cxn ang="0">
                <a:pos x="connsiteX64297" y="connsiteY64297"/>
              </a:cxn>
              <a:cxn ang="0">
                <a:pos x="connsiteX64298" y="connsiteY64298"/>
              </a:cxn>
              <a:cxn ang="0">
                <a:pos x="connsiteX64299" y="connsiteY64299"/>
              </a:cxn>
              <a:cxn ang="0">
                <a:pos x="connsiteX64300" y="connsiteY64300"/>
              </a:cxn>
              <a:cxn ang="0">
                <a:pos x="connsiteX64301" y="connsiteY64301"/>
              </a:cxn>
              <a:cxn ang="0">
                <a:pos x="connsiteX64302" y="connsiteY64302"/>
              </a:cxn>
              <a:cxn ang="0">
                <a:pos x="connsiteX64303" y="connsiteY64303"/>
              </a:cxn>
              <a:cxn ang="0">
                <a:pos x="connsiteX64304" y="connsiteY64304"/>
              </a:cxn>
              <a:cxn ang="0">
                <a:pos x="connsiteX64305" y="connsiteY64305"/>
              </a:cxn>
              <a:cxn ang="0">
                <a:pos x="connsiteX64306" y="connsiteY64306"/>
              </a:cxn>
              <a:cxn ang="0">
                <a:pos x="connsiteX64307" y="connsiteY64307"/>
              </a:cxn>
              <a:cxn ang="0">
                <a:pos x="connsiteX64308" y="connsiteY64308"/>
              </a:cxn>
              <a:cxn ang="0">
                <a:pos x="connsiteX64309" y="connsiteY64309"/>
              </a:cxn>
              <a:cxn ang="0">
                <a:pos x="connsiteX64310" y="connsiteY64310"/>
              </a:cxn>
              <a:cxn ang="0">
                <a:pos x="connsiteX64311" y="connsiteY64311"/>
              </a:cxn>
              <a:cxn ang="0">
                <a:pos x="connsiteX64312" y="connsiteY64312"/>
              </a:cxn>
              <a:cxn ang="0">
                <a:pos x="connsiteX64313" y="connsiteY64313"/>
              </a:cxn>
              <a:cxn ang="0">
                <a:pos x="connsiteX64314" y="connsiteY64314"/>
              </a:cxn>
              <a:cxn ang="0">
                <a:pos x="connsiteX64315" y="connsiteY64315"/>
              </a:cxn>
              <a:cxn ang="0">
                <a:pos x="connsiteX64316" y="connsiteY64316"/>
              </a:cxn>
              <a:cxn ang="0">
                <a:pos x="connsiteX64317" y="connsiteY64317"/>
              </a:cxn>
              <a:cxn ang="0">
                <a:pos x="connsiteX64318" y="connsiteY64318"/>
              </a:cxn>
              <a:cxn ang="0">
                <a:pos x="connsiteX64319" y="connsiteY64319"/>
              </a:cxn>
              <a:cxn ang="0">
                <a:pos x="connsiteX64320" y="connsiteY64320"/>
              </a:cxn>
              <a:cxn ang="0">
                <a:pos x="connsiteX64321" y="connsiteY64321"/>
              </a:cxn>
              <a:cxn ang="0">
                <a:pos x="connsiteX64322" y="connsiteY64322"/>
              </a:cxn>
              <a:cxn ang="0">
                <a:pos x="connsiteX64323" y="connsiteY64323"/>
              </a:cxn>
              <a:cxn ang="0">
                <a:pos x="connsiteX64324" y="connsiteY64324"/>
              </a:cxn>
              <a:cxn ang="0">
                <a:pos x="connsiteX64325" y="connsiteY64325"/>
              </a:cxn>
              <a:cxn ang="0">
                <a:pos x="connsiteX64326" y="connsiteY64326"/>
              </a:cxn>
              <a:cxn ang="0">
                <a:pos x="connsiteX64327" y="connsiteY64327"/>
              </a:cxn>
              <a:cxn ang="0">
                <a:pos x="connsiteX64328" y="connsiteY64328"/>
              </a:cxn>
              <a:cxn ang="0">
                <a:pos x="connsiteX64329" y="connsiteY64329"/>
              </a:cxn>
              <a:cxn ang="0">
                <a:pos x="connsiteX64330" y="connsiteY64330"/>
              </a:cxn>
              <a:cxn ang="0">
                <a:pos x="connsiteX64331" y="connsiteY64331"/>
              </a:cxn>
              <a:cxn ang="0">
                <a:pos x="connsiteX64332" y="connsiteY64332"/>
              </a:cxn>
              <a:cxn ang="0">
                <a:pos x="connsiteX64333" y="connsiteY64333"/>
              </a:cxn>
              <a:cxn ang="0">
                <a:pos x="connsiteX64334" y="connsiteY64334"/>
              </a:cxn>
              <a:cxn ang="0">
                <a:pos x="connsiteX64335" y="connsiteY64335"/>
              </a:cxn>
              <a:cxn ang="0">
                <a:pos x="connsiteX64336" y="connsiteY64336"/>
              </a:cxn>
              <a:cxn ang="0">
                <a:pos x="connsiteX64337" y="connsiteY64337"/>
              </a:cxn>
              <a:cxn ang="0">
                <a:pos x="connsiteX64338" y="connsiteY64338"/>
              </a:cxn>
              <a:cxn ang="0">
                <a:pos x="connsiteX64339" y="connsiteY64339"/>
              </a:cxn>
              <a:cxn ang="0">
                <a:pos x="connsiteX64340" y="connsiteY64340"/>
              </a:cxn>
              <a:cxn ang="0">
                <a:pos x="connsiteX64341" y="connsiteY64341"/>
              </a:cxn>
              <a:cxn ang="0">
                <a:pos x="connsiteX64342" y="connsiteY64342"/>
              </a:cxn>
              <a:cxn ang="0">
                <a:pos x="connsiteX64343" y="connsiteY64343"/>
              </a:cxn>
              <a:cxn ang="0">
                <a:pos x="connsiteX64344" y="connsiteY64344"/>
              </a:cxn>
              <a:cxn ang="0">
                <a:pos x="connsiteX64345" y="connsiteY64345"/>
              </a:cxn>
              <a:cxn ang="0">
                <a:pos x="connsiteX64346" y="connsiteY64346"/>
              </a:cxn>
              <a:cxn ang="0">
                <a:pos x="connsiteX64347" y="connsiteY64347"/>
              </a:cxn>
              <a:cxn ang="0">
                <a:pos x="connsiteX64348" y="connsiteY64348"/>
              </a:cxn>
              <a:cxn ang="0">
                <a:pos x="connsiteX64349" y="connsiteY64349"/>
              </a:cxn>
              <a:cxn ang="0">
                <a:pos x="connsiteX64350" y="connsiteY64350"/>
              </a:cxn>
              <a:cxn ang="0">
                <a:pos x="connsiteX64351" y="connsiteY64351"/>
              </a:cxn>
              <a:cxn ang="0">
                <a:pos x="connsiteX64352" y="connsiteY64352"/>
              </a:cxn>
              <a:cxn ang="0">
                <a:pos x="connsiteX64353" y="connsiteY64353"/>
              </a:cxn>
              <a:cxn ang="0">
                <a:pos x="connsiteX64354" y="connsiteY64354"/>
              </a:cxn>
              <a:cxn ang="0">
                <a:pos x="connsiteX64355" y="connsiteY64355"/>
              </a:cxn>
              <a:cxn ang="0">
                <a:pos x="connsiteX64356" y="connsiteY64356"/>
              </a:cxn>
              <a:cxn ang="0">
                <a:pos x="connsiteX64357" y="connsiteY64357"/>
              </a:cxn>
              <a:cxn ang="0">
                <a:pos x="connsiteX64358" y="connsiteY64358"/>
              </a:cxn>
              <a:cxn ang="0">
                <a:pos x="connsiteX64359" y="connsiteY64359"/>
              </a:cxn>
              <a:cxn ang="0">
                <a:pos x="connsiteX64360" y="connsiteY64360"/>
              </a:cxn>
              <a:cxn ang="0">
                <a:pos x="connsiteX64361" y="connsiteY64361"/>
              </a:cxn>
              <a:cxn ang="0">
                <a:pos x="connsiteX64362" y="connsiteY64362"/>
              </a:cxn>
              <a:cxn ang="0">
                <a:pos x="connsiteX64363" y="connsiteY64363"/>
              </a:cxn>
              <a:cxn ang="0">
                <a:pos x="connsiteX64364" y="connsiteY64364"/>
              </a:cxn>
              <a:cxn ang="0">
                <a:pos x="connsiteX64365" y="connsiteY64365"/>
              </a:cxn>
              <a:cxn ang="0">
                <a:pos x="connsiteX64366" y="connsiteY64366"/>
              </a:cxn>
              <a:cxn ang="0">
                <a:pos x="connsiteX64367" y="connsiteY64367"/>
              </a:cxn>
              <a:cxn ang="0">
                <a:pos x="connsiteX64368" y="connsiteY64368"/>
              </a:cxn>
              <a:cxn ang="0">
                <a:pos x="connsiteX64369" y="connsiteY64369"/>
              </a:cxn>
              <a:cxn ang="0">
                <a:pos x="connsiteX64370" y="connsiteY64370"/>
              </a:cxn>
              <a:cxn ang="0">
                <a:pos x="connsiteX64371" y="connsiteY64371"/>
              </a:cxn>
              <a:cxn ang="0">
                <a:pos x="connsiteX64372" y="connsiteY64372"/>
              </a:cxn>
              <a:cxn ang="0">
                <a:pos x="connsiteX64373" y="connsiteY64373"/>
              </a:cxn>
              <a:cxn ang="0">
                <a:pos x="connsiteX64374" y="connsiteY64374"/>
              </a:cxn>
              <a:cxn ang="0">
                <a:pos x="connsiteX64375" y="connsiteY64375"/>
              </a:cxn>
              <a:cxn ang="0">
                <a:pos x="connsiteX64376" y="connsiteY64376"/>
              </a:cxn>
              <a:cxn ang="0">
                <a:pos x="connsiteX64377" y="connsiteY64377"/>
              </a:cxn>
              <a:cxn ang="0">
                <a:pos x="connsiteX64378" y="connsiteY64378"/>
              </a:cxn>
              <a:cxn ang="0">
                <a:pos x="connsiteX64379" y="connsiteY64379"/>
              </a:cxn>
              <a:cxn ang="0">
                <a:pos x="connsiteX64380" y="connsiteY64380"/>
              </a:cxn>
              <a:cxn ang="0">
                <a:pos x="connsiteX64381" y="connsiteY64381"/>
              </a:cxn>
              <a:cxn ang="0">
                <a:pos x="connsiteX64382" y="connsiteY64382"/>
              </a:cxn>
              <a:cxn ang="0">
                <a:pos x="connsiteX64383" y="connsiteY64383"/>
              </a:cxn>
              <a:cxn ang="0">
                <a:pos x="connsiteX64384" y="connsiteY64384"/>
              </a:cxn>
              <a:cxn ang="0">
                <a:pos x="connsiteX64385" y="connsiteY64385"/>
              </a:cxn>
              <a:cxn ang="0">
                <a:pos x="connsiteX64386" y="connsiteY64386"/>
              </a:cxn>
              <a:cxn ang="0">
                <a:pos x="connsiteX64387" y="connsiteY64387"/>
              </a:cxn>
              <a:cxn ang="0">
                <a:pos x="connsiteX64388" y="connsiteY64388"/>
              </a:cxn>
              <a:cxn ang="0">
                <a:pos x="connsiteX64389" y="connsiteY64389"/>
              </a:cxn>
              <a:cxn ang="0">
                <a:pos x="connsiteX64390" y="connsiteY64390"/>
              </a:cxn>
              <a:cxn ang="0">
                <a:pos x="connsiteX64391" y="connsiteY64391"/>
              </a:cxn>
              <a:cxn ang="0">
                <a:pos x="connsiteX64392" y="connsiteY64392"/>
              </a:cxn>
              <a:cxn ang="0">
                <a:pos x="connsiteX64393" y="connsiteY64393"/>
              </a:cxn>
              <a:cxn ang="0">
                <a:pos x="connsiteX64394" y="connsiteY64394"/>
              </a:cxn>
              <a:cxn ang="0">
                <a:pos x="connsiteX64395" y="connsiteY64395"/>
              </a:cxn>
              <a:cxn ang="0">
                <a:pos x="connsiteX64396" y="connsiteY64396"/>
              </a:cxn>
              <a:cxn ang="0">
                <a:pos x="connsiteX64397" y="connsiteY64397"/>
              </a:cxn>
              <a:cxn ang="0">
                <a:pos x="connsiteX64398" y="connsiteY64398"/>
              </a:cxn>
              <a:cxn ang="0">
                <a:pos x="connsiteX64399" y="connsiteY64399"/>
              </a:cxn>
              <a:cxn ang="0">
                <a:pos x="connsiteX64400" y="connsiteY64400"/>
              </a:cxn>
              <a:cxn ang="0">
                <a:pos x="connsiteX64401" y="connsiteY64401"/>
              </a:cxn>
              <a:cxn ang="0">
                <a:pos x="connsiteX64402" y="connsiteY64402"/>
              </a:cxn>
              <a:cxn ang="0">
                <a:pos x="connsiteX64403" y="connsiteY64403"/>
              </a:cxn>
              <a:cxn ang="0">
                <a:pos x="connsiteX64404" y="connsiteY64404"/>
              </a:cxn>
              <a:cxn ang="0">
                <a:pos x="connsiteX64405" y="connsiteY64405"/>
              </a:cxn>
              <a:cxn ang="0">
                <a:pos x="connsiteX64406" y="connsiteY64406"/>
              </a:cxn>
              <a:cxn ang="0">
                <a:pos x="connsiteX64407" y="connsiteY64407"/>
              </a:cxn>
              <a:cxn ang="0">
                <a:pos x="connsiteX64408" y="connsiteY64408"/>
              </a:cxn>
              <a:cxn ang="0">
                <a:pos x="connsiteX64409" y="connsiteY64409"/>
              </a:cxn>
              <a:cxn ang="0">
                <a:pos x="connsiteX64410" y="connsiteY64410"/>
              </a:cxn>
              <a:cxn ang="0">
                <a:pos x="connsiteX64411" y="connsiteY64411"/>
              </a:cxn>
              <a:cxn ang="0">
                <a:pos x="connsiteX64412" y="connsiteY64412"/>
              </a:cxn>
              <a:cxn ang="0">
                <a:pos x="connsiteX64413" y="connsiteY64413"/>
              </a:cxn>
              <a:cxn ang="0">
                <a:pos x="connsiteX64414" y="connsiteY64414"/>
              </a:cxn>
              <a:cxn ang="0">
                <a:pos x="connsiteX64415" y="connsiteY64415"/>
              </a:cxn>
              <a:cxn ang="0">
                <a:pos x="connsiteX64416" y="connsiteY64416"/>
              </a:cxn>
              <a:cxn ang="0">
                <a:pos x="connsiteX64417" y="connsiteY64417"/>
              </a:cxn>
              <a:cxn ang="0">
                <a:pos x="connsiteX64418" y="connsiteY64418"/>
              </a:cxn>
              <a:cxn ang="0">
                <a:pos x="connsiteX64419" y="connsiteY64419"/>
              </a:cxn>
              <a:cxn ang="0">
                <a:pos x="connsiteX64420" y="connsiteY64420"/>
              </a:cxn>
              <a:cxn ang="0">
                <a:pos x="connsiteX64421" y="connsiteY64421"/>
              </a:cxn>
              <a:cxn ang="0">
                <a:pos x="connsiteX64422" y="connsiteY64422"/>
              </a:cxn>
              <a:cxn ang="0">
                <a:pos x="connsiteX64423" y="connsiteY64423"/>
              </a:cxn>
              <a:cxn ang="0">
                <a:pos x="connsiteX64424" y="connsiteY64424"/>
              </a:cxn>
              <a:cxn ang="0">
                <a:pos x="connsiteX64425" y="connsiteY64425"/>
              </a:cxn>
              <a:cxn ang="0">
                <a:pos x="connsiteX64426" y="connsiteY64426"/>
              </a:cxn>
              <a:cxn ang="0">
                <a:pos x="connsiteX64427" y="connsiteY64427"/>
              </a:cxn>
              <a:cxn ang="0">
                <a:pos x="connsiteX64428" y="connsiteY64428"/>
              </a:cxn>
              <a:cxn ang="0">
                <a:pos x="connsiteX64429" y="connsiteY64429"/>
              </a:cxn>
              <a:cxn ang="0">
                <a:pos x="connsiteX64430" y="connsiteY64430"/>
              </a:cxn>
              <a:cxn ang="0">
                <a:pos x="connsiteX64431" y="connsiteY64431"/>
              </a:cxn>
              <a:cxn ang="0">
                <a:pos x="connsiteX64432" y="connsiteY64432"/>
              </a:cxn>
              <a:cxn ang="0">
                <a:pos x="connsiteX64433" y="connsiteY64433"/>
              </a:cxn>
              <a:cxn ang="0">
                <a:pos x="connsiteX64434" y="connsiteY64434"/>
              </a:cxn>
              <a:cxn ang="0">
                <a:pos x="connsiteX64435" y="connsiteY64435"/>
              </a:cxn>
              <a:cxn ang="0">
                <a:pos x="connsiteX64436" y="connsiteY64436"/>
              </a:cxn>
              <a:cxn ang="0">
                <a:pos x="connsiteX64437" y="connsiteY64437"/>
              </a:cxn>
              <a:cxn ang="0">
                <a:pos x="connsiteX64438" y="connsiteY64438"/>
              </a:cxn>
              <a:cxn ang="0">
                <a:pos x="connsiteX64439" y="connsiteY64439"/>
              </a:cxn>
              <a:cxn ang="0">
                <a:pos x="connsiteX64440" y="connsiteY64440"/>
              </a:cxn>
              <a:cxn ang="0">
                <a:pos x="connsiteX64441" y="connsiteY64441"/>
              </a:cxn>
              <a:cxn ang="0">
                <a:pos x="connsiteX64442" y="connsiteY64442"/>
              </a:cxn>
              <a:cxn ang="0">
                <a:pos x="connsiteX64443" y="connsiteY64443"/>
              </a:cxn>
              <a:cxn ang="0">
                <a:pos x="connsiteX64444" y="connsiteY64444"/>
              </a:cxn>
              <a:cxn ang="0">
                <a:pos x="connsiteX64445" y="connsiteY64445"/>
              </a:cxn>
              <a:cxn ang="0">
                <a:pos x="connsiteX64446" y="connsiteY64446"/>
              </a:cxn>
              <a:cxn ang="0">
                <a:pos x="connsiteX64447" y="connsiteY64447"/>
              </a:cxn>
              <a:cxn ang="0">
                <a:pos x="connsiteX64448" y="connsiteY64448"/>
              </a:cxn>
              <a:cxn ang="0">
                <a:pos x="connsiteX64449" y="connsiteY64449"/>
              </a:cxn>
              <a:cxn ang="0">
                <a:pos x="connsiteX64450" y="connsiteY64450"/>
              </a:cxn>
              <a:cxn ang="0">
                <a:pos x="connsiteX64451" y="connsiteY64451"/>
              </a:cxn>
              <a:cxn ang="0">
                <a:pos x="connsiteX64452" y="connsiteY64452"/>
              </a:cxn>
              <a:cxn ang="0">
                <a:pos x="connsiteX64453" y="connsiteY64453"/>
              </a:cxn>
              <a:cxn ang="0">
                <a:pos x="connsiteX64454" y="connsiteY64454"/>
              </a:cxn>
              <a:cxn ang="0">
                <a:pos x="connsiteX64455" y="connsiteY64455"/>
              </a:cxn>
              <a:cxn ang="0">
                <a:pos x="connsiteX64456" y="connsiteY64456"/>
              </a:cxn>
              <a:cxn ang="0">
                <a:pos x="connsiteX64457" y="connsiteY64457"/>
              </a:cxn>
              <a:cxn ang="0">
                <a:pos x="connsiteX64458" y="connsiteY64458"/>
              </a:cxn>
              <a:cxn ang="0">
                <a:pos x="connsiteX64459" y="connsiteY64459"/>
              </a:cxn>
              <a:cxn ang="0">
                <a:pos x="connsiteX64460" y="connsiteY64460"/>
              </a:cxn>
              <a:cxn ang="0">
                <a:pos x="connsiteX64461" y="connsiteY64461"/>
              </a:cxn>
              <a:cxn ang="0">
                <a:pos x="connsiteX64462" y="connsiteY64462"/>
              </a:cxn>
              <a:cxn ang="0">
                <a:pos x="connsiteX64463" y="connsiteY64463"/>
              </a:cxn>
              <a:cxn ang="0">
                <a:pos x="connsiteX64464" y="connsiteY64464"/>
              </a:cxn>
              <a:cxn ang="0">
                <a:pos x="connsiteX64465" y="connsiteY64465"/>
              </a:cxn>
              <a:cxn ang="0">
                <a:pos x="connsiteX64466" y="connsiteY64466"/>
              </a:cxn>
              <a:cxn ang="0">
                <a:pos x="connsiteX64467" y="connsiteY64467"/>
              </a:cxn>
              <a:cxn ang="0">
                <a:pos x="connsiteX64468" y="connsiteY64468"/>
              </a:cxn>
              <a:cxn ang="0">
                <a:pos x="connsiteX64469" y="connsiteY64469"/>
              </a:cxn>
              <a:cxn ang="0">
                <a:pos x="connsiteX64470" y="connsiteY64470"/>
              </a:cxn>
              <a:cxn ang="0">
                <a:pos x="connsiteX64471" y="connsiteY64471"/>
              </a:cxn>
              <a:cxn ang="0">
                <a:pos x="connsiteX64472" y="connsiteY64472"/>
              </a:cxn>
              <a:cxn ang="0">
                <a:pos x="connsiteX64473" y="connsiteY64473"/>
              </a:cxn>
              <a:cxn ang="0">
                <a:pos x="connsiteX64474" y="connsiteY64474"/>
              </a:cxn>
              <a:cxn ang="0">
                <a:pos x="connsiteX64475" y="connsiteY64475"/>
              </a:cxn>
              <a:cxn ang="0">
                <a:pos x="connsiteX64476" y="connsiteY64476"/>
              </a:cxn>
              <a:cxn ang="0">
                <a:pos x="connsiteX64477" y="connsiteY64477"/>
              </a:cxn>
              <a:cxn ang="0">
                <a:pos x="connsiteX64478" y="connsiteY64478"/>
              </a:cxn>
              <a:cxn ang="0">
                <a:pos x="connsiteX64479" y="connsiteY64479"/>
              </a:cxn>
              <a:cxn ang="0">
                <a:pos x="connsiteX64480" y="connsiteY64480"/>
              </a:cxn>
              <a:cxn ang="0">
                <a:pos x="connsiteX64481" y="connsiteY64481"/>
              </a:cxn>
              <a:cxn ang="0">
                <a:pos x="connsiteX64482" y="connsiteY64482"/>
              </a:cxn>
              <a:cxn ang="0">
                <a:pos x="connsiteX64483" y="connsiteY64483"/>
              </a:cxn>
              <a:cxn ang="0">
                <a:pos x="connsiteX64484" y="connsiteY64484"/>
              </a:cxn>
              <a:cxn ang="0">
                <a:pos x="connsiteX64485" y="connsiteY64485"/>
              </a:cxn>
              <a:cxn ang="0">
                <a:pos x="connsiteX64486" y="connsiteY64486"/>
              </a:cxn>
              <a:cxn ang="0">
                <a:pos x="connsiteX64487" y="connsiteY64487"/>
              </a:cxn>
              <a:cxn ang="0">
                <a:pos x="connsiteX64488" y="connsiteY64488"/>
              </a:cxn>
              <a:cxn ang="0">
                <a:pos x="connsiteX64489" y="connsiteY64489"/>
              </a:cxn>
              <a:cxn ang="0">
                <a:pos x="connsiteX64490" y="connsiteY64490"/>
              </a:cxn>
              <a:cxn ang="0">
                <a:pos x="connsiteX64491" y="connsiteY64491"/>
              </a:cxn>
              <a:cxn ang="0">
                <a:pos x="connsiteX64492" y="connsiteY64492"/>
              </a:cxn>
              <a:cxn ang="0">
                <a:pos x="connsiteX64493" y="connsiteY64493"/>
              </a:cxn>
              <a:cxn ang="0">
                <a:pos x="connsiteX64494" y="connsiteY64494"/>
              </a:cxn>
              <a:cxn ang="0">
                <a:pos x="connsiteX64495" y="connsiteY64495"/>
              </a:cxn>
              <a:cxn ang="0">
                <a:pos x="connsiteX64496" y="connsiteY64496"/>
              </a:cxn>
              <a:cxn ang="0">
                <a:pos x="connsiteX64497" y="connsiteY64497"/>
              </a:cxn>
              <a:cxn ang="0">
                <a:pos x="connsiteX64498" y="connsiteY64498"/>
              </a:cxn>
              <a:cxn ang="0">
                <a:pos x="connsiteX64499" y="connsiteY64499"/>
              </a:cxn>
              <a:cxn ang="0">
                <a:pos x="connsiteX64500" y="connsiteY64500"/>
              </a:cxn>
              <a:cxn ang="0">
                <a:pos x="connsiteX64501" y="connsiteY64501"/>
              </a:cxn>
              <a:cxn ang="0">
                <a:pos x="connsiteX64502" y="connsiteY64502"/>
              </a:cxn>
              <a:cxn ang="0">
                <a:pos x="connsiteX64503" y="connsiteY64503"/>
              </a:cxn>
              <a:cxn ang="0">
                <a:pos x="connsiteX64504" y="connsiteY64504"/>
              </a:cxn>
              <a:cxn ang="0">
                <a:pos x="connsiteX64505" y="connsiteY64505"/>
              </a:cxn>
              <a:cxn ang="0">
                <a:pos x="connsiteX64506" y="connsiteY64506"/>
              </a:cxn>
              <a:cxn ang="0">
                <a:pos x="connsiteX64507" y="connsiteY64507"/>
              </a:cxn>
              <a:cxn ang="0">
                <a:pos x="connsiteX64508" y="connsiteY64508"/>
              </a:cxn>
              <a:cxn ang="0">
                <a:pos x="connsiteX64509" y="connsiteY64509"/>
              </a:cxn>
              <a:cxn ang="0">
                <a:pos x="connsiteX64510" y="connsiteY64510"/>
              </a:cxn>
              <a:cxn ang="0">
                <a:pos x="connsiteX64511" y="connsiteY64511"/>
              </a:cxn>
              <a:cxn ang="0">
                <a:pos x="connsiteX64512" y="connsiteY64512"/>
              </a:cxn>
              <a:cxn ang="0">
                <a:pos x="connsiteX64513" y="connsiteY64513"/>
              </a:cxn>
              <a:cxn ang="0">
                <a:pos x="connsiteX64514" y="connsiteY64514"/>
              </a:cxn>
              <a:cxn ang="0">
                <a:pos x="connsiteX64515" y="connsiteY64515"/>
              </a:cxn>
              <a:cxn ang="0">
                <a:pos x="connsiteX64516" y="connsiteY64516"/>
              </a:cxn>
              <a:cxn ang="0">
                <a:pos x="connsiteX64517" y="connsiteY64517"/>
              </a:cxn>
              <a:cxn ang="0">
                <a:pos x="connsiteX64518" y="connsiteY64518"/>
              </a:cxn>
              <a:cxn ang="0">
                <a:pos x="connsiteX64519" y="connsiteY64519"/>
              </a:cxn>
              <a:cxn ang="0">
                <a:pos x="connsiteX64520" y="connsiteY64520"/>
              </a:cxn>
              <a:cxn ang="0">
                <a:pos x="connsiteX64521" y="connsiteY64521"/>
              </a:cxn>
              <a:cxn ang="0">
                <a:pos x="connsiteX64522" y="connsiteY64522"/>
              </a:cxn>
              <a:cxn ang="0">
                <a:pos x="connsiteX64523" y="connsiteY64523"/>
              </a:cxn>
              <a:cxn ang="0">
                <a:pos x="connsiteX64524" y="connsiteY64524"/>
              </a:cxn>
              <a:cxn ang="0">
                <a:pos x="connsiteX64525" y="connsiteY64525"/>
              </a:cxn>
              <a:cxn ang="0">
                <a:pos x="connsiteX64526" y="connsiteY64526"/>
              </a:cxn>
              <a:cxn ang="0">
                <a:pos x="connsiteX64527" y="connsiteY64527"/>
              </a:cxn>
              <a:cxn ang="0">
                <a:pos x="connsiteX64528" y="connsiteY64528"/>
              </a:cxn>
              <a:cxn ang="0">
                <a:pos x="connsiteX64529" y="connsiteY64529"/>
              </a:cxn>
              <a:cxn ang="0">
                <a:pos x="connsiteX64530" y="connsiteY64530"/>
              </a:cxn>
              <a:cxn ang="0">
                <a:pos x="connsiteX64531" y="connsiteY64531"/>
              </a:cxn>
              <a:cxn ang="0">
                <a:pos x="connsiteX64532" y="connsiteY64532"/>
              </a:cxn>
              <a:cxn ang="0">
                <a:pos x="connsiteX64533" y="connsiteY64533"/>
              </a:cxn>
              <a:cxn ang="0">
                <a:pos x="connsiteX64534" y="connsiteY64534"/>
              </a:cxn>
              <a:cxn ang="0">
                <a:pos x="connsiteX64535" y="connsiteY64535"/>
              </a:cxn>
              <a:cxn ang="0">
                <a:pos x="connsiteX64536" y="connsiteY64536"/>
              </a:cxn>
              <a:cxn ang="0">
                <a:pos x="connsiteX64537" y="connsiteY64537"/>
              </a:cxn>
              <a:cxn ang="0">
                <a:pos x="connsiteX64538" y="connsiteY64538"/>
              </a:cxn>
              <a:cxn ang="0">
                <a:pos x="connsiteX64539" y="connsiteY64539"/>
              </a:cxn>
              <a:cxn ang="0">
                <a:pos x="connsiteX64540" y="connsiteY64540"/>
              </a:cxn>
              <a:cxn ang="0">
                <a:pos x="connsiteX64541" y="connsiteY64541"/>
              </a:cxn>
              <a:cxn ang="0">
                <a:pos x="connsiteX64542" y="connsiteY64542"/>
              </a:cxn>
              <a:cxn ang="0">
                <a:pos x="connsiteX64543" y="connsiteY64543"/>
              </a:cxn>
              <a:cxn ang="0">
                <a:pos x="connsiteX64544" y="connsiteY64544"/>
              </a:cxn>
              <a:cxn ang="0">
                <a:pos x="connsiteX64545" y="connsiteY64545"/>
              </a:cxn>
              <a:cxn ang="0">
                <a:pos x="connsiteX64546" y="connsiteY64546"/>
              </a:cxn>
              <a:cxn ang="0">
                <a:pos x="connsiteX64547" y="connsiteY64547"/>
              </a:cxn>
              <a:cxn ang="0">
                <a:pos x="connsiteX64548" y="connsiteY64548"/>
              </a:cxn>
              <a:cxn ang="0">
                <a:pos x="connsiteX64549" y="connsiteY64549"/>
              </a:cxn>
              <a:cxn ang="0">
                <a:pos x="connsiteX64550" y="connsiteY64550"/>
              </a:cxn>
              <a:cxn ang="0">
                <a:pos x="connsiteX64551" y="connsiteY64551"/>
              </a:cxn>
              <a:cxn ang="0">
                <a:pos x="connsiteX64552" y="connsiteY64552"/>
              </a:cxn>
              <a:cxn ang="0">
                <a:pos x="connsiteX64553" y="connsiteY64553"/>
              </a:cxn>
              <a:cxn ang="0">
                <a:pos x="connsiteX64554" y="connsiteY64554"/>
              </a:cxn>
              <a:cxn ang="0">
                <a:pos x="connsiteX64555" y="connsiteY64555"/>
              </a:cxn>
              <a:cxn ang="0">
                <a:pos x="connsiteX64556" y="connsiteY64556"/>
              </a:cxn>
              <a:cxn ang="0">
                <a:pos x="connsiteX64557" y="connsiteY64557"/>
              </a:cxn>
              <a:cxn ang="0">
                <a:pos x="connsiteX64558" y="connsiteY64558"/>
              </a:cxn>
              <a:cxn ang="0">
                <a:pos x="connsiteX64559" y="connsiteY64559"/>
              </a:cxn>
              <a:cxn ang="0">
                <a:pos x="connsiteX64560" y="connsiteY64560"/>
              </a:cxn>
              <a:cxn ang="0">
                <a:pos x="connsiteX64561" y="connsiteY64561"/>
              </a:cxn>
              <a:cxn ang="0">
                <a:pos x="connsiteX64562" y="connsiteY64562"/>
              </a:cxn>
              <a:cxn ang="0">
                <a:pos x="connsiteX64563" y="connsiteY64563"/>
              </a:cxn>
              <a:cxn ang="0">
                <a:pos x="connsiteX64564" y="connsiteY64564"/>
              </a:cxn>
              <a:cxn ang="0">
                <a:pos x="connsiteX64565" y="connsiteY64565"/>
              </a:cxn>
              <a:cxn ang="0">
                <a:pos x="connsiteX64566" y="connsiteY64566"/>
              </a:cxn>
              <a:cxn ang="0">
                <a:pos x="connsiteX64567" y="connsiteY64567"/>
              </a:cxn>
              <a:cxn ang="0">
                <a:pos x="connsiteX64568" y="connsiteY64568"/>
              </a:cxn>
              <a:cxn ang="0">
                <a:pos x="connsiteX64569" y="connsiteY64569"/>
              </a:cxn>
              <a:cxn ang="0">
                <a:pos x="connsiteX64570" y="connsiteY64570"/>
              </a:cxn>
              <a:cxn ang="0">
                <a:pos x="connsiteX64571" y="connsiteY64571"/>
              </a:cxn>
              <a:cxn ang="0">
                <a:pos x="connsiteX64572" y="connsiteY64572"/>
              </a:cxn>
              <a:cxn ang="0">
                <a:pos x="connsiteX64573" y="connsiteY64573"/>
              </a:cxn>
              <a:cxn ang="0">
                <a:pos x="connsiteX64574" y="connsiteY64574"/>
              </a:cxn>
              <a:cxn ang="0">
                <a:pos x="connsiteX64575" y="connsiteY64575"/>
              </a:cxn>
              <a:cxn ang="0">
                <a:pos x="connsiteX64576" y="connsiteY64576"/>
              </a:cxn>
              <a:cxn ang="0">
                <a:pos x="connsiteX64577" y="connsiteY64577"/>
              </a:cxn>
              <a:cxn ang="0">
                <a:pos x="connsiteX64578" y="connsiteY64578"/>
              </a:cxn>
              <a:cxn ang="0">
                <a:pos x="connsiteX64579" y="connsiteY64579"/>
              </a:cxn>
              <a:cxn ang="0">
                <a:pos x="connsiteX64580" y="connsiteY64580"/>
              </a:cxn>
              <a:cxn ang="0">
                <a:pos x="connsiteX64581" y="connsiteY64581"/>
              </a:cxn>
              <a:cxn ang="0">
                <a:pos x="connsiteX64582" y="connsiteY64582"/>
              </a:cxn>
              <a:cxn ang="0">
                <a:pos x="connsiteX64583" y="connsiteY64583"/>
              </a:cxn>
              <a:cxn ang="0">
                <a:pos x="connsiteX64584" y="connsiteY64584"/>
              </a:cxn>
              <a:cxn ang="0">
                <a:pos x="connsiteX64585" y="connsiteY64585"/>
              </a:cxn>
              <a:cxn ang="0">
                <a:pos x="connsiteX64586" y="connsiteY64586"/>
              </a:cxn>
              <a:cxn ang="0">
                <a:pos x="connsiteX64587" y="connsiteY64587"/>
              </a:cxn>
              <a:cxn ang="0">
                <a:pos x="connsiteX64588" y="connsiteY64588"/>
              </a:cxn>
              <a:cxn ang="0">
                <a:pos x="connsiteX64589" y="connsiteY64589"/>
              </a:cxn>
              <a:cxn ang="0">
                <a:pos x="connsiteX64590" y="connsiteY64590"/>
              </a:cxn>
              <a:cxn ang="0">
                <a:pos x="connsiteX64591" y="connsiteY64591"/>
              </a:cxn>
              <a:cxn ang="0">
                <a:pos x="connsiteX64592" y="connsiteY64592"/>
              </a:cxn>
              <a:cxn ang="0">
                <a:pos x="connsiteX64593" y="connsiteY64593"/>
              </a:cxn>
              <a:cxn ang="0">
                <a:pos x="connsiteX64594" y="connsiteY64594"/>
              </a:cxn>
              <a:cxn ang="0">
                <a:pos x="connsiteX64595" y="connsiteY64595"/>
              </a:cxn>
              <a:cxn ang="0">
                <a:pos x="connsiteX64596" y="connsiteY64596"/>
              </a:cxn>
              <a:cxn ang="0">
                <a:pos x="connsiteX64597" y="connsiteY64597"/>
              </a:cxn>
              <a:cxn ang="0">
                <a:pos x="connsiteX64598" y="connsiteY64598"/>
              </a:cxn>
              <a:cxn ang="0">
                <a:pos x="connsiteX64599" y="connsiteY64599"/>
              </a:cxn>
              <a:cxn ang="0">
                <a:pos x="connsiteX64600" y="connsiteY64600"/>
              </a:cxn>
              <a:cxn ang="0">
                <a:pos x="connsiteX64601" y="connsiteY64601"/>
              </a:cxn>
              <a:cxn ang="0">
                <a:pos x="connsiteX64602" y="connsiteY64602"/>
              </a:cxn>
              <a:cxn ang="0">
                <a:pos x="connsiteX64603" y="connsiteY64603"/>
              </a:cxn>
              <a:cxn ang="0">
                <a:pos x="connsiteX64604" y="connsiteY64604"/>
              </a:cxn>
              <a:cxn ang="0">
                <a:pos x="connsiteX64605" y="connsiteY64605"/>
              </a:cxn>
              <a:cxn ang="0">
                <a:pos x="connsiteX64606" y="connsiteY64606"/>
              </a:cxn>
              <a:cxn ang="0">
                <a:pos x="connsiteX64607" y="connsiteY64607"/>
              </a:cxn>
              <a:cxn ang="0">
                <a:pos x="connsiteX64608" y="connsiteY64608"/>
              </a:cxn>
              <a:cxn ang="0">
                <a:pos x="connsiteX64609" y="connsiteY64609"/>
              </a:cxn>
              <a:cxn ang="0">
                <a:pos x="connsiteX64610" y="connsiteY64610"/>
              </a:cxn>
              <a:cxn ang="0">
                <a:pos x="connsiteX64611" y="connsiteY64611"/>
              </a:cxn>
              <a:cxn ang="0">
                <a:pos x="connsiteX64612" y="connsiteY64612"/>
              </a:cxn>
              <a:cxn ang="0">
                <a:pos x="connsiteX64613" y="connsiteY64613"/>
              </a:cxn>
              <a:cxn ang="0">
                <a:pos x="connsiteX64614" y="connsiteY64614"/>
              </a:cxn>
              <a:cxn ang="0">
                <a:pos x="connsiteX64615" y="connsiteY64615"/>
              </a:cxn>
              <a:cxn ang="0">
                <a:pos x="connsiteX64616" y="connsiteY64616"/>
              </a:cxn>
              <a:cxn ang="0">
                <a:pos x="connsiteX64617" y="connsiteY64617"/>
              </a:cxn>
              <a:cxn ang="0">
                <a:pos x="connsiteX64618" y="connsiteY64618"/>
              </a:cxn>
              <a:cxn ang="0">
                <a:pos x="connsiteX64619" y="connsiteY64619"/>
              </a:cxn>
              <a:cxn ang="0">
                <a:pos x="connsiteX64620" y="connsiteY64620"/>
              </a:cxn>
              <a:cxn ang="0">
                <a:pos x="connsiteX64621" y="connsiteY64621"/>
              </a:cxn>
              <a:cxn ang="0">
                <a:pos x="connsiteX64622" y="connsiteY64622"/>
              </a:cxn>
              <a:cxn ang="0">
                <a:pos x="connsiteX64623" y="connsiteY64623"/>
              </a:cxn>
              <a:cxn ang="0">
                <a:pos x="connsiteX64624" y="connsiteY64624"/>
              </a:cxn>
              <a:cxn ang="0">
                <a:pos x="connsiteX64625" y="connsiteY64625"/>
              </a:cxn>
              <a:cxn ang="0">
                <a:pos x="connsiteX64626" y="connsiteY64626"/>
              </a:cxn>
              <a:cxn ang="0">
                <a:pos x="connsiteX64627" y="connsiteY64627"/>
              </a:cxn>
              <a:cxn ang="0">
                <a:pos x="connsiteX64628" y="connsiteY64628"/>
              </a:cxn>
              <a:cxn ang="0">
                <a:pos x="connsiteX64629" y="connsiteY64629"/>
              </a:cxn>
              <a:cxn ang="0">
                <a:pos x="connsiteX64630" y="connsiteY64630"/>
              </a:cxn>
              <a:cxn ang="0">
                <a:pos x="connsiteX64631" y="connsiteY64631"/>
              </a:cxn>
              <a:cxn ang="0">
                <a:pos x="connsiteX64632" y="connsiteY64632"/>
              </a:cxn>
              <a:cxn ang="0">
                <a:pos x="connsiteX64633" y="connsiteY64633"/>
              </a:cxn>
              <a:cxn ang="0">
                <a:pos x="connsiteX64634" y="connsiteY64634"/>
              </a:cxn>
              <a:cxn ang="0">
                <a:pos x="connsiteX64635" y="connsiteY64635"/>
              </a:cxn>
              <a:cxn ang="0">
                <a:pos x="connsiteX64636" y="connsiteY64636"/>
              </a:cxn>
              <a:cxn ang="0">
                <a:pos x="connsiteX64637" y="connsiteY64637"/>
              </a:cxn>
              <a:cxn ang="0">
                <a:pos x="connsiteX64638" y="connsiteY64638"/>
              </a:cxn>
              <a:cxn ang="0">
                <a:pos x="connsiteX64639" y="connsiteY64639"/>
              </a:cxn>
              <a:cxn ang="0">
                <a:pos x="connsiteX64640" y="connsiteY64640"/>
              </a:cxn>
              <a:cxn ang="0">
                <a:pos x="connsiteX64641" y="connsiteY64641"/>
              </a:cxn>
              <a:cxn ang="0">
                <a:pos x="connsiteX64642" y="connsiteY64642"/>
              </a:cxn>
              <a:cxn ang="0">
                <a:pos x="connsiteX64643" y="connsiteY64643"/>
              </a:cxn>
              <a:cxn ang="0">
                <a:pos x="connsiteX64644" y="connsiteY64644"/>
              </a:cxn>
              <a:cxn ang="0">
                <a:pos x="connsiteX64645" y="connsiteY64645"/>
              </a:cxn>
              <a:cxn ang="0">
                <a:pos x="connsiteX64646" y="connsiteY64646"/>
              </a:cxn>
              <a:cxn ang="0">
                <a:pos x="connsiteX64647" y="connsiteY64647"/>
              </a:cxn>
              <a:cxn ang="0">
                <a:pos x="connsiteX64648" y="connsiteY64648"/>
              </a:cxn>
              <a:cxn ang="0">
                <a:pos x="connsiteX64649" y="connsiteY64649"/>
              </a:cxn>
              <a:cxn ang="0">
                <a:pos x="connsiteX64650" y="connsiteY64650"/>
              </a:cxn>
              <a:cxn ang="0">
                <a:pos x="connsiteX64651" y="connsiteY64651"/>
              </a:cxn>
              <a:cxn ang="0">
                <a:pos x="connsiteX64652" y="connsiteY64652"/>
              </a:cxn>
              <a:cxn ang="0">
                <a:pos x="connsiteX64653" y="connsiteY64653"/>
              </a:cxn>
              <a:cxn ang="0">
                <a:pos x="connsiteX64654" y="connsiteY64654"/>
              </a:cxn>
              <a:cxn ang="0">
                <a:pos x="connsiteX64655" y="connsiteY64655"/>
              </a:cxn>
              <a:cxn ang="0">
                <a:pos x="connsiteX64656" y="connsiteY64656"/>
              </a:cxn>
              <a:cxn ang="0">
                <a:pos x="connsiteX64657" y="connsiteY64657"/>
              </a:cxn>
              <a:cxn ang="0">
                <a:pos x="connsiteX64658" y="connsiteY64658"/>
              </a:cxn>
              <a:cxn ang="0">
                <a:pos x="connsiteX64659" y="connsiteY64659"/>
              </a:cxn>
              <a:cxn ang="0">
                <a:pos x="connsiteX64660" y="connsiteY64660"/>
              </a:cxn>
              <a:cxn ang="0">
                <a:pos x="connsiteX64661" y="connsiteY64661"/>
              </a:cxn>
              <a:cxn ang="0">
                <a:pos x="connsiteX64662" y="connsiteY64662"/>
              </a:cxn>
              <a:cxn ang="0">
                <a:pos x="connsiteX64663" y="connsiteY64663"/>
              </a:cxn>
              <a:cxn ang="0">
                <a:pos x="connsiteX64664" y="connsiteY64664"/>
              </a:cxn>
              <a:cxn ang="0">
                <a:pos x="connsiteX64665" y="connsiteY64665"/>
              </a:cxn>
              <a:cxn ang="0">
                <a:pos x="connsiteX64666" y="connsiteY64666"/>
              </a:cxn>
              <a:cxn ang="0">
                <a:pos x="connsiteX64667" y="connsiteY64667"/>
              </a:cxn>
              <a:cxn ang="0">
                <a:pos x="connsiteX64668" y="connsiteY64668"/>
              </a:cxn>
              <a:cxn ang="0">
                <a:pos x="connsiteX64669" y="connsiteY64669"/>
              </a:cxn>
              <a:cxn ang="0">
                <a:pos x="connsiteX64670" y="connsiteY64670"/>
              </a:cxn>
              <a:cxn ang="0">
                <a:pos x="connsiteX64671" y="connsiteY64671"/>
              </a:cxn>
              <a:cxn ang="0">
                <a:pos x="connsiteX64672" y="connsiteY64672"/>
              </a:cxn>
              <a:cxn ang="0">
                <a:pos x="connsiteX64673" y="connsiteY64673"/>
              </a:cxn>
              <a:cxn ang="0">
                <a:pos x="connsiteX64674" y="connsiteY64674"/>
              </a:cxn>
              <a:cxn ang="0">
                <a:pos x="connsiteX64675" y="connsiteY64675"/>
              </a:cxn>
              <a:cxn ang="0">
                <a:pos x="connsiteX64676" y="connsiteY64676"/>
              </a:cxn>
              <a:cxn ang="0">
                <a:pos x="connsiteX64677" y="connsiteY64677"/>
              </a:cxn>
              <a:cxn ang="0">
                <a:pos x="connsiteX64678" y="connsiteY64678"/>
              </a:cxn>
              <a:cxn ang="0">
                <a:pos x="connsiteX64679" y="connsiteY64679"/>
              </a:cxn>
              <a:cxn ang="0">
                <a:pos x="connsiteX64680" y="connsiteY64680"/>
              </a:cxn>
              <a:cxn ang="0">
                <a:pos x="connsiteX64681" y="connsiteY64681"/>
              </a:cxn>
              <a:cxn ang="0">
                <a:pos x="connsiteX64682" y="connsiteY64682"/>
              </a:cxn>
              <a:cxn ang="0">
                <a:pos x="connsiteX64683" y="connsiteY64683"/>
              </a:cxn>
              <a:cxn ang="0">
                <a:pos x="connsiteX64684" y="connsiteY64684"/>
              </a:cxn>
              <a:cxn ang="0">
                <a:pos x="connsiteX64685" y="connsiteY64685"/>
              </a:cxn>
              <a:cxn ang="0">
                <a:pos x="connsiteX64686" y="connsiteY64686"/>
              </a:cxn>
              <a:cxn ang="0">
                <a:pos x="connsiteX64687" y="connsiteY64687"/>
              </a:cxn>
              <a:cxn ang="0">
                <a:pos x="connsiteX64688" y="connsiteY64688"/>
              </a:cxn>
              <a:cxn ang="0">
                <a:pos x="connsiteX64689" y="connsiteY64689"/>
              </a:cxn>
              <a:cxn ang="0">
                <a:pos x="connsiteX64690" y="connsiteY64690"/>
              </a:cxn>
              <a:cxn ang="0">
                <a:pos x="connsiteX64691" y="connsiteY64691"/>
              </a:cxn>
              <a:cxn ang="0">
                <a:pos x="connsiteX64692" y="connsiteY64692"/>
              </a:cxn>
              <a:cxn ang="0">
                <a:pos x="connsiteX64693" y="connsiteY64693"/>
              </a:cxn>
              <a:cxn ang="0">
                <a:pos x="connsiteX64694" y="connsiteY64694"/>
              </a:cxn>
              <a:cxn ang="0">
                <a:pos x="connsiteX64695" y="connsiteY64695"/>
              </a:cxn>
              <a:cxn ang="0">
                <a:pos x="connsiteX64696" y="connsiteY64696"/>
              </a:cxn>
              <a:cxn ang="0">
                <a:pos x="connsiteX64697" y="connsiteY64697"/>
              </a:cxn>
              <a:cxn ang="0">
                <a:pos x="connsiteX64698" y="connsiteY64698"/>
              </a:cxn>
              <a:cxn ang="0">
                <a:pos x="connsiteX64699" y="connsiteY64699"/>
              </a:cxn>
              <a:cxn ang="0">
                <a:pos x="connsiteX64700" y="connsiteY64700"/>
              </a:cxn>
              <a:cxn ang="0">
                <a:pos x="connsiteX64701" y="connsiteY64701"/>
              </a:cxn>
              <a:cxn ang="0">
                <a:pos x="connsiteX64702" y="connsiteY64702"/>
              </a:cxn>
              <a:cxn ang="0">
                <a:pos x="connsiteX64703" y="connsiteY64703"/>
              </a:cxn>
              <a:cxn ang="0">
                <a:pos x="connsiteX64704" y="connsiteY64704"/>
              </a:cxn>
              <a:cxn ang="0">
                <a:pos x="connsiteX64705" y="connsiteY64705"/>
              </a:cxn>
              <a:cxn ang="0">
                <a:pos x="connsiteX64706" y="connsiteY64706"/>
              </a:cxn>
              <a:cxn ang="0">
                <a:pos x="connsiteX64707" y="connsiteY64707"/>
              </a:cxn>
              <a:cxn ang="0">
                <a:pos x="connsiteX64708" y="connsiteY64708"/>
              </a:cxn>
              <a:cxn ang="0">
                <a:pos x="connsiteX64709" y="connsiteY64709"/>
              </a:cxn>
              <a:cxn ang="0">
                <a:pos x="connsiteX64710" y="connsiteY64710"/>
              </a:cxn>
              <a:cxn ang="0">
                <a:pos x="connsiteX64711" y="connsiteY64711"/>
              </a:cxn>
              <a:cxn ang="0">
                <a:pos x="connsiteX64712" y="connsiteY64712"/>
              </a:cxn>
              <a:cxn ang="0">
                <a:pos x="connsiteX64713" y="connsiteY64713"/>
              </a:cxn>
              <a:cxn ang="0">
                <a:pos x="connsiteX64714" y="connsiteY64714"/>
              </a:cxn>
              <a:cxn ang="0">
                <a:pos x="connsiteX64715" y="connsiteY64715"/>
              </a:cxn>
              <a:cxn ang="0">
                <a:pos x="connsiteX64716" y="connsiteY64716"/>
              </a:cxn>
              <a:cxn ang="0">
                <a:pos x="connsiteX64717" y="connsiteY64717"/>
              </a:cxn>
              <a:cxn ang="0">
                <a:pos x="connsiteX64718" y="connsiteY64718"/>
              </a:cxn>
              <a:cxn ang="0">
                <a:pos x="connsiteX64719" y="connsiteY64719"/>
              </a:cxn>
              <a:cxn ang="0">
                <a:pos x="connsiteX64720" y="connsiteY64720"/>
              </a:cxn>
              <a:cxn ang="0">
                <a:pos x="connsiteX64721" y="connsiteY64721"/>
              </a:cxn>
              <a:cxn ang="0">
                <a:pos x="connsiteX64722" y="connsiteY64722"/>
              </a:cxn>
              <a:cxn ang="0">
                <a:pos x="connsiteX64723" y="connsiteY64723"/>
              </a:cxn>
              <a:cxn ang="0">
                <a:pos x="connsiteX64724" y="connsiteY64724"/>
              </a:cxn>
              <a:cxn ang="0">
                <a:pos x="connsiteX64725" y="connsiteY64725"/>
              </a:cxn>
              <a:cxn ang="0">
                <a:pos x="connsiteX64726" y="connsiteY64726"/>
              </a:cxn>
              <a:cxn ang="0">
                <a:pos x="connsiteX64727" y="connsiteY64727"/>
              </a:cxn>
              <a:cxn ang="0">
                <a:pos x="connsiteX64728" y="connsiteY64728"/>
              </a:cxn>
              <a:cxn ang="0">
                <a:pos x="connsiteX64729" y="connsiteY64729"/>
              </a:cxn>
              <a:cxn ang="0">
                <a:pos x="connsiteX64730" y="connsiteY64730"/>
              </a:cxn>
              <a:cxn ang="0">
                <a:pos x="connsiteX64731" y="connsiteY64731"/>
              </a:cxn>
              <a:cxn ang="0">
                <a:pos x="connsiteX64732" y="connsiteY64732"/>
              </a:cxn>
              <a:cxn ang="0">
                <a:pos x="connsiteX64733" y="connsiteY64733"/>
              </a:cxn>
              <a:cxn ang="0">
                <a:pos x="connsiteX64734" y="connsiteY64734"/>
              </a:cxn>
              <a:cxn ang="0">
                <a:pos x="connsiteX64735" y="connsiteY64735"/>
              </a:cxn>
              <a:cxn ang="0">
                <a:pos x="connsiteX64736" y="connsiteY64736"/>
              </a:cxn>
              <a:cxn ang="0">
                <a:pos x="connsiteX64737" y="connsiteY64737"/>
              </a:cxn>
              <a:cxn ang="0">
                <a:pos x="connsiteX64738" y="connsiteY64738"/>
              </a:cxn>
              <a:cxn ang="0">
                <a:pos x="connsiteX64739" y="connsiteY64739"/>
              </a:cxn>
              <a:cxn ang="0">
                <a:pos x="connsiteX64740" y="connsiteY64740"/>
              </a:cxn>
              <a:cxn ang="0">
                <a:pos x="connsiteX64741" y="connsiteY64741"/>
              </a:cxn>
              <a:cxn ang="0">
                <a:pos x="connsiteX64742" y="connsiteY64742"/>
              </a:cxn>
              <a:cxn ang="0">
                <a:pos x="connsiteX64743" y="connsiteY64743"/>
              </a:cxn>
              <a:cxn ang="0">
                <a:pos x="connsiteX64744" y="connsiteY64744"/>
              </a:cxn>
              <a:cxn ang="0">
                <a:pos x="connsiteX64745" y="connsiteY64745"/>
              </a:cxn>
              <a:cxn ang="0">
                <a:pos x="connsiteX64746" y="connsiteY64746"/>
              </a:cxn>
              <a:cxn ang="0">
                <a:pos x="connsiteX64747" y="connsiteY64747"/>
              </a:cxn>
              <a:cxn ang="0">
                <a:pos x="connsiteX64748" y="connsiteY64748"/>
              </a:cxn>
              <a:cxn ang="0">
                <a:pos x="connsiteX64749" y="connsiteY64749"/>
              </a:cxn>
              <a:cxn ang="0">
                <a:pos x="connsiteX64750" y="connsiteY64750"/>
              </a:cxn>
              <a:cxn ang="0">
                <a:pos x="connsiteX64751" y="connsiteY64751"/>
              </a:cxn>
              <a:cxn ang="0">
                <a:pos x="connsiteX64752" y="connsiteY64752"/>
              </a:cxn>
              <a:cxn ang="0">
                <a:pos x="connsiteX64753" y="connsiteY64753"/>
              </a:cxn>
              <a:cxn ang="0">
                <a:pos x="connsiteX64754" y="connsiteY64754"/>
              </a:cxn>
              <a:cxn ang="0">
                <a:pos x="connsiteX64755" y="connsiteY64755"/>
              </a:cxn>
              <a:cxn ang="0">
                <a:pos x="connsiteX64756" y="connsiteY64756"/>
              </a:cxn>
              <a:cxn ang="0">
                <a:pos x="connsiteX64757" y="connsiteY64757"/>
              </a:cxn>
              <a:cxn ang="0">
                <a:pos x="connsiteX64758" y="connsiteY64758"/>
              </a:cxn>
              <a:cxn ang="0">
                <a:pos x="connsiteX64759" y="connsiteY64759"/>
              </a:cxn>
              <a:cxn ang="0">
                <a:pos x="connsiteX64760" y="connsiteY64760"/>
              </a:cxn>
              <a:cxn ang="0">
                <a:pos x="connsiteX64761" y="connsiteY64761"/>
              </a:cxn>
              <a:cxn ang="0">
                <a:pos x="connsiteX64762" y="connsiteY64762"/>
              </a:cxn>
              <a:cxn ang="0">
                <a:pos x="connsiteX64763" y="connsiteY64763"/>
              </a:cxn>
              <a:cxn ang="0">
                <a:pos x="connsiteX64764" y="connsiteY64764"/>
              </a:cxn>
              <a:cxn ang="0">
                <a:pos x="connsiteX64765" y="connsiteY64765"/>
              </a:cxn>
              <a:cxn ang="0">
                <a:pos x="connsiteX64766" y="connsiteY64766"/>
              </a:cxn>
              <a:cxn ang="0">
                <a:pos x="connsiteX64767" y="connsiteY64767"/>
              </a:cxn>
              <a:cxn ang="0">
                <a:pos x="connsiteX64768" y="connsiteY64768"/>
              </a:cxn>
              <a:cxn ang="0">
                <a:pos x="connsiteX64769" y="connsiteY64769"/>
              </a:cxn>
              <a:cxn ang="0">
                <a:pos x="connsiteX64770" y="connsiteY64770"/>
              </a:cxn>
              <a:cxn ang="0">
                <a:pos x="connsiteX64771" y="connsiteY64771"/>
              </a:cxn>
              <a:cxn ang="0">
                <a:pos x="connsiteX64772" y="connsiteY64772"/>
              </a:cxn>
              <a:cxn ang="0">
                <a:pos x="connsiteX64773" y="connsiteY64773"/>
              </a:cxn>
              <a:cxn ang="0">
                <a:pos x="connsiteX64774" y="connsiteY64774"/>
              </a:cxn>
              <a:cxn ang="0">
                <a:pos x="connsiteX64775" y="connsiteY64775"/>
              </a:cxn>
              <a:cxn ang="0">
                <a:pos x="connsiteX64776" y="connsiteY64776"/>
              </a:cxn>
              <a:cxn ang="0">
                <a:pos x="connsiteX64777" y="connsiteY64777"/>
              </a:cxn>
              <a:cxn ang="0">
                <a:pos x="connsiteX64778" y="connsiteY64778"/>
              </a:cxn>
              <a:cxn ang="0">
                <a:pos x="connsiteX64779" y="connsiteY64779"/>
              </a:cxn>
              <a:cxn ang="0">
                <a:pos x="connsiteX64780" y="connsiteY64780"/>
              </a:cxn>
              <a:cxn ang="0">
                <a:pos x="connsiteX64781" y="connsiteY64781"/>
              </a:cxn>
              <a:cxn ang="0">
                <a:pos x="connsiteX64782" y="connsiteY64782"/>
              </a:cxn>
              <a:cxn ang="0">
                <a:pos x="connsiteX64783" y="connsiteY64783"/>
              </a:cxn>
              <a:cxn ang="0">
                <a:pos x="connsiteX64784" y="connsiteY64784"/>
              </a:cxn>
              <a:cxn ang="0">
                <a:pos x="connsiteX64785" y="connsiteY64785"/>
              </a:cxn>
              <a:cxn ang="0">
                <a:pos x="connsiteX64786" y="connsiteY64786"/>
              </a:cxn>
              <a:cxn ang="0">
                <a:pos x="connsiteX64787" y="connsiteY64787"/>
              </a:cxn>
              <a:cxn ang="0">
                <a:pos x="connsiteX64788" y="connsiteY64788"/>
              </a:cxn>
              <a:cxn ang="0">
                <a:pos x="connsiteX64789" y="connsiteY64789"/>
              </a:cxn>
              <a:cxn ang="0">
                <a:pos x="connsiteX64790" y="connsiteY64790"/>
              </a:cxn>
              <a:cxn ang="0">
                <a:pos x="connsiteX64791" y="connsiteY64791"/>
              </a:cxn>
              <a:cxn ang="0">
                <a:pos x="connsiteX64792" y="connsiteY64792"/>
              </a:cxn>
              <a:cxn ang="0">
                <a:pos x="connsiteX64793" y="connsiteY64793"/>
              </a:cxn>
              <a:cxn ang="0">
                <a:pos x="connsiteX64794" y="connsiteY64794"/>
              </a:cxn>
              <a:cxn ang="0">
                <a:pos x="connsiteX64795" y="connsiteY64795"/>
              </a:cxn>
              <a:cxn ang="0">
                <a:pos x="connsiteX64796" y="connsiteY64796"/>
              </a:cxn>
              <a:cxn ang="0">
                <a:pos x="connsiteX64797" y="connsiteY64797"/>
              </a:cxn>
              <a:cxn ang="0">
                <a:pos x="connsiteX64798" y="connsiteY64798"/>
              </a:cxn>
              <a:cxn ang="0">
                <a:pos x="connsiteX64799" y="connsiteY64799"/>
              </a:cxn>
              <a:cxn ang="0">
                <a:pos x="connsiteX64800" y="connsiteY64800"/>
              </a:cxn>
              <a:cxn ang="0">
                <a:pos x="connsiteX64801" y="connsiteY64801"/>
              </a:cxn>
              <a:cxn ang="0">
                <a:pos x="connsiteX64802" y="connsiteY64802"/>
              </a:cxn>
              <a:cxn ang="0">
                <a:pos x="connsiteX64803" y="connsiteY64803"/>
              </a:cxn>
              <a:cxn ang="0">
                <a:pos x="connsiteX64804" y="connsiteY64804"/>
              </a:cxn>
              <a:cxn ang="0">
                <a:pos x="connsiteX64805" y="connsiteY64805"/>
              </a:cxn>
              <a:cxn ang="0">
                <a:pos x="connsiteX64806" y="connsiteY64806"/>
              </a:cxn>
              <a:cxn ang="0">
                <a:pos x="connsiteX64807" y="connsiteY64807"/>
              </a:cxn>
              <a:cxn ang="0">
                <a:pos x="connsiteX64808" y="connsiteY64808"/>
              </a:cxn>
              <a:cxn ang="0">
                <a:pos x="connsiteX64809" y="connsiteY64809"/>
              </a:cxn>
              <a:cxn ang="0">
                <a:pos x="connsiteX64810" y="connsiteY64810"/>
              </a:cxn>
              <a:cxn ang="0">
                <a:pos x="connsiteX64811" y="connsiteY64811"/>
              </a:cxn>
              <a:cxn ang="0">
                <a:pos x="connsiteX64812" y="connsiteY64812"/>
              </a:cxn>
              <a:cxn ang="0">
                <a:pos x="connsiteX64813" y="connsiteY64813"/>
              </a:cxn>
              <a:cxn ang="0">
                <a:pos x="connsiteX64814" y="connsiteY64814"/>
              </a:cxn>
              <a:cxn ang="0">
                <a:pos x="connsiteX64815" y="connsiteY64815"/>
              </a:cxn>
              <a:cxn ang="0">
                <a:pos x="connsiteX64816" y="connsiteY64816"/>
              </a:cxn>
              <a:cxn ang="0">
                <a:pos x="connsiteX64817" y="connsiteY64817"/>
              </a:cxn>
              <a:cxn ang="0">
                <a:pos x="connsiteX64818" y="connsiteY64818"/>
              </a:cxn>
              <a:cxn ang="0">
                <a:pos x="connsiteX64819" y="connsiteY64819"/>
              </a:cxn>
              <a:cxn ang="0">
                <a:pos x="connsiteX64820" y="connsiteY64820"/>
              </a:cxn>
              <a:cxn ang="0">
                <a:pos x="connsiteX64821" y="connsiteY64821"/>
              </a:cxn>
              <a:cxn ang="0">
                <a:pos x="connsiteX64822" y="connsiteY64822"/>
              </a:cxn>
              <a:cxn ang="0">
                <a:pos x="connsiteX64823" y="connsiteY64823"/>
              </a:cxn>
              <a:cxn ang="0">
                <a:pos x="connsiteX64824" y="connsiteY64824"/>
              </a:cxn>
              <a:cxn ang="0">
                <a:pos x="connsiteX64825" y="connsiteY64825"/>
              </a:cxn>
              <a:cxn ang="0">
                <a:pos x="connsiteX64826" y="connsiteY64826"/>
              </a:cxn>
              <a:cxn ang="0">
                <a:pos x="connsiteX64827" y="connsiteY64827"/>
              </a:cxn>
              <a:cxn ang="0">
                <a:pos x="connsiteX64828" y="connsiteY64828"/>
              </a:cxn>
              <a:cxn ang="0">
                <a:pos x="connsiteX64829" y="connsiteY64829"/>
              </a:cxn>
              <a:cxn ang="0">
                <a:pos x="connsiteX64830" y="connsiteY64830"/>
              </a:cxn>
              <a:cxn ang="0">
                <a:pos x="connsiteX64831" y="connsiteY64831"/>
              </a:cxn>
              <a:cxn ang="0">
                <a:pos x="connsiteX64832" y="connsiteY64832"/>
              </a:cxn>
              <a:cxn ang="0">
                <a:pos x="connsiteX64833" y="connsiteY64833"/>
              </a:cxn>
              <a:cxn ang="0">
                <a:pos x="connsiteX64834" y="connsiteY64834"/>
              </a:cxn>
              <a:cxn ang="0">
                <a:pos x="connsiteX64835" y="connsiteY64835"/>
              </a:cxn>
              <a:cxn ang="0">
                <a:pos x="connsiteX64836" y="connsiteY64836"/>
              </a:cxn>
              <a:cxn ang="0">
                <a:pos x="connsiteX64837" y="connsiteY64837"/>
              </a:cxn>
              <a:cxn ang="0">
                <a:pos x="connsiteX64838" y="connsiteY64838"/>
              </a:cxn>
              <a:cxn ang="0">
                <a:pos x="connsiteX64839" y="connsiteY64839"/>
              </a:cxn>
              <a:cxn ang="0">
                <a:pos x="connsiteX64840" y="connsiteY64840"/>
              </a:cxn>
              <a:cxn ang="0">
                <a:pos x="connsiteX64841" y="connsiteY64841"/>
              </a:cxn>
              <a:cxn ang="0">
                <a:pos x="connsiteX64842" y="connsiteY64842"/>
              </a:cxn>
              <a:cxn ang="0">
                <a:pos x="connsiteX64843" y="connsiteY64843"/>
              </a:cxn>
              <a:cxn ang="0">
                <a:pos x="connsiteX64844" y="connsiteY64844"/>
              </a:cxn>
              <a:cxn ang="0">
                <a:pos x="connsiteX64845" y="connsiteY64845"/>
              </a:cxn>
              <a:cxn ang="0">
                <a:pos x="connsiteX64846" y="connsiteY64846"/>
              </a:cxn>
              <a:cxn ang="0">
                <a:pos x="connsiteX64847" y="connsiteY64847"/>
              </a:cxn>
              <a:cxn ang="0">
                <a:pos x="connsiteX64848" y="connsiteY64848"/>
              </a:cxn>
              <a:cxn ang="0">
                <a:pos x="connsiteX64849" y="connsiteY64849"/>
              </a:cxn>
              <a:cxn ang="0">
                <a:pos x="connsiteX64850" y="connsiteY64850"/>
              </a:cxn>
              <a:cxn ang="0">
                <a:pos x="connsiteX64851" y="connsiteY64851"/>
              </a:cxn>
              <a:cxn ang="0">
                <a:pos x="connsiteX64852" y="connsiteY64852"/>
              </a:cxn>
              <a:cxn ang="0">
                <a:pos x="connsiteX64853" y="connsiteY64853"/>
              </a:cxn>
              <a:cxn ang="0">
                <a:pos x="connsiteX64854" y="connsiteY64854"/>
              </a:cxn>
              <a:cxn ang="0">
                <a:pos x="connsiteX64855" y="connsiteY64855"/>
              </a:cxn>
              <a:cxn ang="0">
                <a:pos x="connsiteX64856" y="connsiteY64856"/>
              </a:cxn>
              <a:cxn ang="0">
                <a:pos x="connsiteX64857" y="connsiteY64857"/>
              </a:cxn>
              <a:cxn ang="0">
                <a:pos x="connsiteX64858" y="connsiteY64858"/>
              </a:cxn>
              <a:cxn ang="0">
                <a:pos x="connsiteX64859" y="connsiteY64859"/>
              </a:cxn>
              <a:cxn ang="0">
                <a:pos x="connsiteX64860" y="connsiteY64860"/>
              </a:cxn>
              <a:cxn ang="0">
                <a:pos x="connsiteX64861" y="connsiteY64861"/>
              </a:cxn>
              <a:cxn ang="0">
                <a:pos x="connsiteX64862" y="connsiteY64862"/>
              </a:cxn>
              <a:cxn ang="0">
                <a:pos x="connsiteX64863" y="connsiteY64863"/>
              </a:cxn>
              <a:cxn ang="0">
                <a:pos x="connsiteX64864" y="connsiteY64864"/>
              </a:cxn>
              <a:cxn ang="0">
                <a:pos x="connsiteX64865" y="connsiteY64865"/>
              </a:cxn>
              <a:cxn ang="0">
                <a:pos x="connsiteX64866" y="connsiteY64866"/>
              </a:cxn>
              <a:cxn ang="0">
                <a:pos x="connsiteX64867" y="connsiteY64867"/>
              </a:cxn>
              <a:cxn ang="0">
                <a:pos x="connsiteX64868" y="connsiteY64868"/>
              </a:cxn>
              <a:cxn ang="0">
                <a:pos x="connsiteX64869" y="connsiteY64869"/>
              </a:cxn>
              <a:cxn ang="0">
                <a:pos x="connsiteX64870" y="connsiteY64870"/>
              </a:cxn>
              <a:cxn ang="0">
                <a:pos x="connsiteX64871" y="connsiteY64871"/>
              </a:cxn>
              <a:cxn ang="0">
                <a:pos x="connsiteX64872" y="connsiteY64872"/>
              </a:cxn>
              <a:cxn ang="0">
                <a:pos x="connsiteX64873" y="connsiteY64873"/>
              </a:cxn>
              <a:cxn ang="0">
                <a:pos x="connsiteX64874" y="connsiteY64874"/>
              </a:cxn>
              <a:cxn ang="0">
                <a:pos x="connsiteX64875" y="connsiteY64875"/>
              </a:cxn>
              <a:cxn ang="0">
                <a:pos x="connsiteX64876" y="connsiteY64876"/>
              </a:cxn>
              <a:cxn ang="0">
                <a:pos x="connsiteX64877" y="connsiteY64877"/>
              </a:cxn>
              <a:cxn ang="0">
                <a:pos x="connsiteX64878" y="connsiteY64878"/>
              </a:cxn>
              <a:cxn ang="0">
                <a:pos x="connsiteX64879" y="connsiteY64879"/>
              </a:cxn>
              <a:cxn ang="0">
                <a:pos x="connsiteX64880" y="connsiteY64880"/>
              </a:cxn>
              <a:cxn ang="0">
                <a:pos x="connsiteX64881" y="connsiteY64881"/>
              </a:cxn>
              <a:cxn ang="0">
                <a:pos x="connsiteX64882" y="connsiteY64882"/>
              </a:cxn>
              <a:cxn ang="0">
                <a:pos x="connsiteX64883" y="connsiteY64883"/>
              </a:cxn>
              <a:cxn ang="0">
                <a:pos x="connsiteX64884" y="connsiteY64884"/>
              </a:cxn>
              <a:cxn ang="0">
                <a:pos x="connsiteX64885" y="connsiteY64885"/>
              </a:cxn>
              <a:cxn ang="0">
                <a:pos x="connsiteX64886" y="connsiteY64886"/>
              </a:cxn>
              <a:cxn ang="0">
                <a:pos x="connsiteX64887" y="connsiteY64887"/>
              </a:cxn>
              <a:cxn ang="0">
                <a:pos x="connsiteX64888" y="connsiteY64888"/>
              </a:cxn>
              <a:cxn ang="0">
                <a:pos x="connsiteX64889" y="connsiteY64889"/>
              </a:cxn>
              <a:cxn ang="0">
                <a:pos x="connsiteX64890" y="connsiteY64890"/>
              </a:cxn>
              <a:cxn ang="0">
                <a:pos x="connsiteX64891" y="connsiteY64891"/>
              </a:cxn>
              <a:cxn ang="0">
                <a:pos x="connsiteX64892" y="connsiteY64892"/>
              </a:cxn>
              <a:cxn ang="0">
                <a:pos x="connsiteX64893" y="connsiteY64893"/>
              </a:cxn>
              <a:cxn ang="0">
                <a:pos x="connsiteX64894" y="connsiteY64894"/>
              </a:cxn>
              <a:cxn ang="0">
                <a:pos x="connsiteX64895" y="connsiteY64895"/>
              </a:cxn>
              <a:cxn ang="0">
                <a:pos x="connsiteX64896" y="connsiteY64896"/>
              </a:cxn>
              <a:cxn ang="0">
                <a:pos x="connsiteX64897" y="connsiteY64897"/>
              </a:cxn>
              <a:cxn ang="0">
                <a:pos x="connsiteX64898" y="connsiteY64898"/>
              </a:cxn>
              <a:cxn ang="0">
                <a:pos x="connsiteX64899" y="connsiteY64899"/>
              </a:cxn>
              <a:cxn ang="0">
                <a:pos x="connsiteX64900" y="connsiteY64900"/>
              </a:cxn>
              <a:cxn ang="0">
                <a:pos x="connsiteX64901" y="connsiteY64901"/>
              </a:cxn>
              <a:cxn ang="0">
                <a:pos x="connsiteX64902" y="connsiteY64902"/>
              </a:cxn>
              <a:cxn ang="0">
                <a:pos x="connsiteX64903" y="connsiteY64903"/>
              </a:cxn>
              <a:cxn ang="0">
                <a:pos x="connsiteX64904" y="connsiteY64904"/>
              </a:cxn>
              <a:cxn ang="0">
                <a:pos x="connsiteX64905" y="connsiteY64905"/>
              </a:cxn>
              <a:cxn ang="0">
                <a:pos x="connsiteX64906" y="connsiteY64906"/>
              </a:cxn>
              <a:cxn ang="0">
                <a:pos x="connsiteX64907" y="connsiteY64907"/>
              </a:cxn>
              <a:cxn ang="0">
                <a:pos x="connsiteX64908" y="connsiteY64908"/>
              </a:cxn>
              <a:cxn ang="0">
                <a:pos x="connsiteX64909" y="connsiteY64909"/>
              </a:cxn>
              <a:cxn ang="0">
                <a:pos x="connsiteX64910" y="connsiteY64910"/>
              </a:cxn>
              <a:cxn ang="0">
                <a:pos x="connsiteX64911" y="connsiteY64911"/>
              </a:cxn>
              <a:cxn ang="0">
                <a:pos x="connsiteX64912" y="connsiteY64912"/>
              </a:cxn>
              <a:cxn ang="0">
                <a:pos x="connsiteX64913" y="connsiteY64913"/>
              </a:cxn>
              <a:cxn ang="0">
                <a:pos x="connsiteX64914" y="connsiteY64914"/>
              </a:cxn>
              <a:cxn ang="0">
                <a:pos x="connsiteX64915" y="connsiteY64915"/>
              </a:cxn>
              <a:cxn ang="0">
                <a:pos x="connsiteX64916" y="connsiteY64916"/>
              </a:cxn>
              <a:cxn ang="0">
                <a:pos x="connsiteX64917" y="connsiteY64917"/>
              </a:cxn>
              <a:cxn ang="0">
                <a:pos x="connsiteX64918" y="connsiteY64918"/>
              </a:cxn>
              <a:cxn ang="0">
                <a:pos x="connsiteX64919" y="connsiteY64919"/>
              </a:cxn>
              <a:cxn ang="0">
                <a:pos x="connsiteX64920" y="connsiteY64920"/>
              </a:cxn>
              <a:cxn ang="0">
                <a:pos x="connsiteX64921" y="connsiteY64921"/>
              </a:cxn>
              <a:cxn ang="0">
                <a:pos x="connsiteX64922" y="connsiteY64922"/>
              </a:cxn>
              <a:cxn ang="0">
                <a:pos x="connsiteX64923" y="connsiteY64923"/>
              </a:cxn>
              <a:cxn ang="0">
                <a:pos x="connsiteX64924" y="connsiteY64924"/>
              </a:cxn>
              <a:cxn ang="0">
                <a:pos x="connsiteX64925" y="connsiteY64925"/>
              </a:cxn>
              <a:cxn ang="0">
                <a:pos x="connsiteX64926" y="connsiteY64926"/>
              </a:cxn>
              <a:cxn ang="0">
                <a:pos x="connsiteX64927" y="connsiteY64927"/>
              </a:cxn>
              <a:cxn ang="0">
                <a:pos x="connsiteX64928" y="connsiteY64928"/>
              </a:cxn>
              <a:cxn ang="0">
                <a:pos x="connsiteX64929" y="connsiteY64929"/>
              </a:cxn>
              <a:cxn ang="0">
                <a:pos x="connsiteX64930" y="connsiteY64930"/>
              </a:cxn>
              <a:cxn ang="0">
                <a:pos x="connsiteX64931" y="connsiteY64931"/>
              </a:cxn>
              <a:cxn ang="0">
                <a:pos x="connsiteX64932" y="connsiteY64932"/>
              </a:cxn>
              <a:cxn ang="0">
                <a:pos x="connsiteX64933" y="connsiteY64933"/>
              </a:cxn>
              <a:cxn ang="0">
                <a:pos x="connsiteX64934" y="connsiteY64934"/>
              </a:cxn>
              <a:cxn ang="0">
                <a:pos x="connsiteX64935" y="connsiteY64935"/>
              </a:cxn>
              <a:cxn ang="0">
                <a:pos x="connsiteX64936" y="connsiteY64936"/>
              </a:cxn>
              <a:cxn ang="0">
                <a:pos x="connsiteX64937" y="connsiteY64937"/>
              </a:cxn>
              <a:cxn ang="0">
                <a:pos x="connsiteX64938" y="connsiteY64938"/>
              </a:cxn>
              <a:cxn ang="0">
                <a:pos x="connsiteX64939" y="connsiteY64939"/>
              </a:cxn>
              <a:cxn ang="0">
                <a:pos x="connsiteX64940" y="connsiteY64940"/>
              </a:cxn>
              <a:cxn ang="0">
                <a:pos x="connsiteX64941" y="connsiteY64941"/>
              </a:cxn>
              <a:cxn ang="0">
                <a:pos x="connsiteX64942" y="connsiteY64942"/>
              </a:cxn>
              <a:cxn ang="0">
                <a:pos x="connsiteX64943" y="connsiteY64943"/>
              </a:cxn>
              <a:cxn ang="0">
                <a:pos x="connsiteX64944" y="connsiteY64944"/>
              </a:cxn>
              <a:cxn ang="0">
                <a:pos x="connsiteX64945" y="connsiteY64945"/>
              </a:cxn>
              <a:cxn ang="0">
                <a:pos x="connsiteX64946" y="connsiteY64946"/>
              </a:cxn>
              <a:cxn ang="0">
                <a:pos x="connsiteX64947" y="connsiteY64947"/>
              </a:cxn>
              <a:cxn ang="0">
                <a:pos x="connsiteX64948" y="connsiteY64948"/>
              </a:cxn>
              <a:cxn ang="0">
                <a:pos x="connsiteX64949" y="connsiteY64949"/>
              </a:cxn>
              <a:cxn ang="0">
                <a:pos x="connsiteX64950" y="connsiteY64950"/>
              </a:cxn>
              <a:cxn ang="0">
                <a:pos x="connsiteX64951" y="connsiteY64951"/>
              </a:cxn>
              <a:cxn ang="0">
                <a:pos x="connsiteX64952" y="connsiteY64952"/>
              </a:cxn>
              <a:cxn ang="0">
                <a:pos x="connsiteX64953" y="connsiteY64953"/>
              </a:cxn>
              <a:cxn ang="0">
                <a:pos x="connsiteX64954" y="connsiteY64954"/>
              </a:cxn>
              <a:cxn ang="0">
                <a:pos x="connsiteX64955" y="connsiteY64955"/>
              </a:cxn>
              <a:cxn ang="0">
                <a:pos x="connsiteX64956" y="connsiteY64956"/>
              </a:cxn>
              <a:cxn ang="0">
                <a:pos x="connsiteX64957" y="connsiteY64957"/>
              </a:cxn>
              <a:cxn ang="0">
                <a:pos x="connsiteX64958" y="connsiteY64958"/>
              </a:cxn>
              <a:cxn ang="0">
                <a:pos x="connsiteX64959" y="connsiteY64959"/>
              </a:cxn>
              <a:cxn ang="0">
                <a:pos x="connsiteX64960" y="connsiteY64960"/>
              </a:cxn>
              <a:cxn ang="0">
                <a:pos x="connsiteX64961" y="connsiteY64961"/>
              </a:cxn>
              <a:cxn ang="0">
                <a:pos x="connsiteX64962" y="connsiteY64962"/>
              </a:cxn>
              <a:cxn ang="0">
                <a:pos x="connsiteX64963" y="connsiteY64963"/>
              </a:cxn>
              <a:cxn ang="0">
                <a:pos x="connsiteX64964" y="connsiteY64964"/>
              </a:cxn>
              <a:cxn ang="0">
                <a:pos x="connsiteX64965" y="connsiteY64965"/>
              </a:cxn>
              <a:cxn ang="0">
                <a:pos x="connsiteX64966" y="connsiteY64966"/>
              </a:cxn>
              <a:cxn ang="0">
                <a:pos x="connsiteX64967" y="connsiteY64967"/>
              </a:cxn>
              <a:cxn ang="0">
                <a:pos x="connsiteX64968" y="connsiteY64968"/>
              </a:cxn>
              <a:cxn ang="0">
                <a:pos x="connsiteX64969" y="connsiteY64969"/>
              </a:cxn>
              <a:cxn ang="0">
                <a:pos x="connsiteX64970" y="connsiteY64970"/>
              </a:cxn>
              <a:cxn ang="0">
                <a:pos x="connsiteX64971" y="connsiteY64971"/>
              </a:cxn>
              <a:cxn ang="0">
                <a:pos x="connsiteX64972" y="connsiteY64972"/>
              </a:cxn>
              <a:cxn ang="0">
                <a:pos x="connsiteX64973" y="connsiteY64973"/>
              </a:cxn>
              <a:cxn ang="0">
                <a:pos x="connsiteX64974" y="connsiteY64974"/>
              </a:cxn>
              <a:cxn ang="0">
                <a:pos x="connsiteX64975" y="connsiteY64975"/>
              </a:cxn>
              <a:cxn ang="0">
                <a:pos x="connsiteX64976" y="connsiteY64976"/>
              </a:cxn>
              <a:cxn ang="0">
                <a:pos x="connsiteX64977" y="connsiteY64977"/>
              </a:cxn>
              <a:cxn ang="0">
                <a:pos x="connsiteX64978" y="connsiteY64978"/>
              </a:cxn>
              <a:cxn ang="0">
                <a:pos x="connsiteX64979" y="connsiteY64979"/>
              </a:cxn>
              <a:cxn ang="0">
                <a:pos x="connsiteX64980" y="connsiteY64980"/>
              </a:cxn>
              <a:cxn ang="0">
                <a:pos x="connsiteX64981" y="connsiteY64981"/>
              </a:cxn>
              <a:cxn ang="0">
                <a:pos x="connsiteX64982" y="connsiteY64982"/>
              </a:cxn>
              <a:cxn ang="0">
                <a:pos x="connsiteX64983" y="connsiteY64983"/>
              </a:cxn>
              <a:cxn ang="0">
                <a:pos x="connsiteX64984" y="connsiteY64984"/>
              </a:cxn>
              <a:cxn ang="0">
                <a:pos x="connsiteX64985" y="connsiteY64985"/>
              </a:cxn>
              <a:cxn ang="0">
                <a:pos x="connsiteX64986" y="connsiteY64986"/>
              </a:cxn>
              <a:cxn ang="0">
                <a:pos x="connsiteX64987" y="connsiteY64987"/>
              </a:cxn>
              <a:cxn ang="0">
                <a:pos x="connsiteX64988" y="connsiteY64988"/>
              </a:cxn>
              <a:cxn ang="0">
                <a:pos x="connsiteX64989" y="connsiteY64989"/>
              </a:cxn>
              <a:cxn ang="0">
                <a:pos x="connsiteX64990" y="connsiteY64990"/>
              </a:cxn>
              <a:cxn ang="0">
                <a:pos x="connsiteX64991" y="connsiteY64991"/>
              </a:cxn>
              <a:cxn ang="0">
                <a:pos x="connsiteX64992" y="connsiteY64992"/>
              </a:cxn>
              <a:cxn ang="0">
                <a:pos x="connsiteX64993" y="connsiteY64993"/>
              </a:cxn>
              <a:cxn ang="0">
                <a:pos x="connsiteX64994" y="connsiteY64994"/>
              </a:cxn>
              <a:cxn ang="0">
                <a:pos x="connsiteX64995" y="connsiteY64995"/>
              </a:cxn>
              <a:cxn ang="0">
                <a:pos x="connsiteX64996" y="connsiteY64996"/>
              </a:cxn>
              <a:cxn ang="0">
                <a:pos x="connsiteX64997" y="connsiteY64997"/>
              </a:cxn>
              <a:cxn ang="0">
                <a:pos x="connsiteX64998" y="connsiteY64998"/>
              </a:cxn>
              <a:cxn ang="0">
                <a:pos x="connsiteX64999" y="connsiteY64999"/>
              </a:cxn>
              <a:cxn ang="0">
                <a:pos x="connsiteX65000" y="connsiteY65000"/>
              </a:cxn>
              <a:cxn ang="0">
                <a:pos x="connsiteX65001" y="connsiteY65001"/>
              </a:cxn>
              <a:cxn ang="0">
                <a:pos x="connsiteX65002" y="connsiteY65002"/>
              </a:cxn>
              <a:cxn ang="0">
                <a:pos x="connsiteX65003" y="connsiteY65003"/>
              </a:cxn>
              <a:cxn ang="0">
                <a:pos x="connsiteX65004" y="connsiteY65004"/>
              </a:cxn>
              <a:cxn ang="0">
                <a:pos x="connsiteX65005" y="connsiteY65005"/>
              </a:cxn>
              <a:cxn ang="0">
                <a:pos x="connsiteX65006" y="connsiteY65006"/>
              </a:cxn>
              <a:cxn ang="0">
                <a:pos x="connsiteX65007" y="connsiteY65007"/>
              </a:cxn>
              <a:cxn ang="0">
                <a:pos x="connsiteX65008" y="connsiteY65008"/>
              </a:cxn>
              <a:cxn ang="0">
                <a:pos x="connsiteX65009" y="connsiteY65009"/>
              </a:cxn>
              <a:cxn ang="0">
                <a:pos x="connsiteX65010" y="connsiteY65010"/>
              </a:cxn>
              <a:cxn ang="0">
                <a:pos x="connsiteX65011" y="connsiteY65011"/>
              </a:cxn>
              <a:cxn ang="0">
                <a:pos x="connsiteX65012" y="connsiteY65012"/>
              </a:cxn>
              <a:cxn ang="0">
                <a:pos x="connsiteX65013" y="connsiteY65013"/>
              </a:cxn>
              <a:cxn ang="0">
                <a:pos x="connsiteX65014" y="connsiteY65014"/>
              </a:cxn>
              <a:cxn ang="0">
                <a:pos x="connsiteX65015" y="connsiteY65015"/>
              </a:cxn>
              <a:cxn ang="0">
                <a:pos x="connsiteX65016" y="connsiteY65016"/>
              </a:cxn>
              <a:cxn ang="0">
                <a:pos x="connsiteX65017" y="connsiteY65017"/>
              </a:cxn>
              <a:cxn ang="0">
                <a:pos x="connsiteX65018" y="connsiteY65018"/>
              </a:cxn>
              <a:cxn ang="0">
                <a:pos x="connsiteX65019" y="connsiteY65019"/>
              </a:cxn>
              <a:cxn ang="0">
                <a:pos x="connsiteX65020" y="connsiteY65020"/>
              </a:cxn>
              <a:cxn ang="0">
                <a:pos x="connsiteX65021" y="connsiteY65021"/>
              </a:cxn>
              <a:cxn ang="0">
                <a:pos x="connsiteX65022" y="connsiteY65022"/>
              </a:cxn>
              <a:cxn ang="0">
                <a:pos x="connsiteX65023" y="connsiteY65023"/>
              </a:cxn>
              <a:cxn ang="0">
                <a:pos x="connsiteX65024" y="connsiteY65024"/>
              </a:cxn>
              <a:cxn ang="0">
                <a:pos x="connsiteX65025" y="connsiteY65025"/>
              </a:cxn>
              <a:cxn ang="0">
                <a:pos x="connsiteX65026" y="connsiteY65026"/>
              </a:cxn>
              <a:cxn ang="0">
                <a:pos x="connsiteX65027" y="connsiteY65027"/>
              </a:cxn>
              <a:cxn ang="0">
                <a:pos x="connsiteX65028" y="connsiteY65028"/>
              </a:cxn>
              <a:cxn ang="0">
                <a:pos x="connsiteX65029" y="connsiteY65029"/>
              </a:cxn>
              <a:cxn ang="0">
                <a:pos x="connsiteX65030" y="connsiteY65030"/>
              </a:cxn>
              <a:cxn ang="0">
                <a:pos x="connsiteX65031" y="connsiteY65031"/>
              </a:cxn>
              <a:cxn ang="0">
                <a:pos x="connsiteX65032" y="connsiteY65032"/>
              </a:cxn>
              <a:cxn ang="0">
                <a:pos x="connsiteX65033" y="connsiteY65033"/>
              </a:cxn>
              <a:cxn ang="0">
                <a:pos x="connsiteX65034" y="connsiteY65034"/>
              </a:cxn>
              <a:cxn ang="0">
                <a:pos x="connsiteX65035" y="connsiteY65035"/>
              </a:cxn>
              <a:cxn ang="0">
                <a:pos x="connsiteX65036" y="connsiteY65036"/>
              </a:cxn>
              <a:cxn ang="0">
                <a:pos x="connsiteX65037" y="connsiteY65037"/>
              </a:cxn>
              <a:cxn ang="0">
                <a:pos x="connsiteX65038" y="connsiteY65038"/>
              </a:cxn>
              <a:cxn ang="0">
                <a:pos x="connsiteX65039" y="connsiteY65039"/>
              </a:cxn>
              <a:cxn ang="0">
                <a:pos x="connsiteX65040" y="connsiteY65040"/>
              </a:cxn>
              <a:cxn ang="0">
                <a:pos x="connsiteX65041" y="connsiteY65041"/>
              </a:cxn>
              <a:cxn ang="0">
                <a:pos x="connsiteX65042" y="connsiteY65042"/>
              </a:cxn>
              <a:cxn ang="0">
                <a:pos x="connsiteX65043" y="connsiteY65043"/>
              </a:cxn>
              <a:cxn ang="0">
                <a:pos x="connsiteX65044" y="connsiteY65044"/>
              </a:cxn>
              <a:cxn ang="0">
                <a:pos x="connsiteX65045" y="connsiteY65045"/>
              </a:cxn>
              <a:cxn ang="0">
                <a:pos x="connsiteX65046" y="connsiteY65046"/>
              </a:cxn>
              <a:cxn ang="0">
                <a:pos x="connsiteX65047" y="connsiteY65047"/>
              </a:cxn>
              <a:cxn ang="0">
                <a:pos x="connsiteX65048" y="connsiteY65048"/>
              </a:cxn>
              <a:cxn ang="0">
                <a:pos x="connsiteX65049" y="connsiteY65049"/>
              </a:cxn>
              <a:cxn ang="0">
                <a:pos x="connsiteX65050" y="connsiteY65050"/>
              </a:cxn>
              <a:cxn ang="0">
                <a:pos x="connsiteX65051" y="connsiteY65051"/>
              </a:cxn>
              <a:cxn ang="0">
                <a:pos x="connsiteX65052" y="connsiteY65052"/>
              </a:cxn>
              <a:cxn ang="0">
                <a:pos x="connsiteX65053" y="connsiteY65053"/>
              </a:cxn>
              <a:cxn ang="0">
                <a:pos x="connsiteX65054" y="connsiteY65054"/>
              </a:cxn>
              <a:cxn ang="0">
                <a:pos x="connsiteX65055" y="connsiteY65055"/>
              </a:cxn>
              <a:cxn ang="0">
                <a:pos x="connsiteX65056" y="connsiteY65056"/>
              </a:cxn>
              <a:cxn ang="0">
                <a:pos x="connsiteX65057" y="connsiteY65057"/>
              </a:cxn>
              <a:cxn ang="0">
                <a:pos x="connsiteX65058" y="connsiteY65058"/>
              </a:cxn>
              <a:cxn ang="0">
                <a:pos x="connsiteX65059" y="connsiteY65059"/>
              </a:cxn>
              <a:cxn ang="0">
                <a:pos x="connsiteX65060" y="connsiteY65060"/>
              </a:cxn>
              <a:cxn ang="0">
                <a:pos x="connsiteX65061" y="connsiteY65061"/>
              </a:cxn>
              <a:cxn ang="0">
                <a:pos x="connsiteX65062" y="connsiteY65062"/>
              </a:cxn>
              <a:cxn ang="0">
                <a:pos x="connsiteX65063" y="connsiteY65063"/>
              </a:cxn>
              <a:cxn ang="0">
                <a:pos x="connsiteX65064" y="connsiteY65064"/>
              </a:cxn>
              <a:cxn ang="0">
                <a:pos x="connsiteX65065" y="connsiteY65065"/>
              </a:cxn>
              <a:cxn ang="0">
                <a:pos x="connsiteX65066" y="connsiteY65066"/>
              </a:cxn>
              <a:cxn ang="0">
                <a:pos x="connsiteX65067" y="connsiteY65067"/>
              </a:cxn>
              <a:cxn ang="0">
                <a:pos x="connsiteX65068" y="connsiteY65068"/>
              </a:cxn>
              <a:cxn ang="0">
                <a:pos x="connsiteX65069" y="connsiteY65069"/>
              </a:cxn>
              <a:cxn ang="0">
                <a:pos x="connsiteX65070" y="connsiteY65070"/>
              </a:cxn>
              <a:cxn ang="0">
                <a:pos x="connsiteX65071" y="connsiteY65071"/>
              </a:cxn>
              <a:cxn ang="0">
                <a:pos x="connsiteX65072" y="connsiteY65072"/>
              </a:cxn>
              <a:cxn ang="0">
                <a:pos x="connsiteX65073" y="connsiteY65073"/>
              </a:cxn>
              <a:cxn ang="0">
                <a:pos x="connsiteX65074" y="connsiteY65074"/>
              </a:cxn>
              <a:cxn ang="0">
                <a:pos x="connsiteX65075" y="connsiteY65075"/>
              </a:cxn>
              <a:cxn ang="0">
                <a:pos x="connsiteX65076" y="connsiteY65076"/>
              </a:cxn>
              <a:cxn ang="0">
                <a:pos x="connsiteX65077" y="connsiteY65077"/>
              </a:cxn>
              <a:cxn ang="0">
                <a:pos x="connsiteX65078" y="connsiteY65078"/>
              </a:cxn>
              <a:cxn ang="0">
                <a:pos x="connsiteX65079" y="connsiteY65079"/>
              </a:cxn>
              <a:cxn ang="0">
                <a:pos x="connsiteX65080" y="connsiteY65080"/>
              </a:cxn>
              <a:cxn ang="0">
                <a:pos x="connsiteX65081" y="connsiteY65081"/>
              </a:cxn>
              <a:cxn ang="0">
                <a:pos x="connsiteX65082" y="connsiteY65082"/>
              </a:cxn>
              <a:cxn ang="0">
                <a:pos x="connsiteX65083" y="connsiteY65083"/>
              </a:cxn>
              <a:cxn ang="0">
                <a:pos x="connsiteX65084" y="connsiteY65084"/>
              </a:cxn>
              <a:cxn ang="0">
                <a:pos x="connsiteX65085" y="connsiteY65085"/>
              </a:cxn>
              <a:cxn ang="0">
                <a:pos x="connsiteX65086" y="connsiteY65086"/>
              </a:cxn>
              <a:cxn ang="0">
                <a:pos x="connsiteX65087" y="connsiteY65087"/>
              </a:cxn>
              <a:cxn ang="0">
                <a:pos x="connsiteX65088" y="connsiteY65088"/>
              </a:cxn>
              <a:cxn ang="0">
                <a:pos x="connsiteX65089" y="connsiteY65089"/>
              </a:cxn>
              <a:cxn ang="0">
                <a:pos x="connsiteX65090" y="connsiteY65090"/>
              </a:cxn>
              <a:cxn ang="0">
                <a:pos x="connsiteX65091" y="connsiteY65091"/>
              </a:cxn>
              <a:cxn ang="0">
                <a:pos x="connsiteX65092" y="connsiteY65092"/>
              </a:cxn>
              <a:cxn ang="0">
                <a:pos x="connsiteX65093" y="connsiteY65093"/>
              </a:cxn>
              <a:cxn ang="0">
                <a:pos x="connsiteX65094" y="connsiteY65094"/>
              </a:cxn>
              <a:cxn ang="0">
                <a:pos x="connsiteX65095" y="connsiteY65095"/>
              </a:cxn>
              <a:cxn ang="0">
                <a:pos x="connsiteX65096" y="connsiteY65096"/>
              </a:cxn>
              <a:cxn ang="0">
                <a:pos x="connsiteX65097" y="connsiteY65097"/>
              </a:cxn>
              <a:cxn ang="0">
                <a:pos x="connsiteX65098" y="connsiteY65098"/>
              </a:cxn>
              <a:cxn ang="0">
                <a:pos x="connsiteX65099" y="connsiteY65099"/>
              </a:cxn>
              <a:cxn ang="0">
                <a:pos x="connsiteX65100" y="connsiteY65100"/>
              </a:cxn>
              <a:cxn ang="0">
                <a:pos x="connsiteX65101" y="connsiteY65101"/>
              </a:cxn>
              <a:cxn ang="0">
                <a:pos x="connsiteX65102" y="connsiteY65102"/>
              </a:cxn>
              <a:cxn ang="0">
                <a:pos x="connsiteX65103" y="connsiteY65103"/>
              </a:cxn>
              <a:cxn ang="0">
                <a:pos x="connsiteX65104" y="connsiteY65104"/>
              </a:cxn>
              <a:cxn ang="0">
                <a:pos x="connsiteX65105" y="connsiteY65105"/>
              </a:cxn>
              <a:cxn ang="0">
                <a:pos x="connsiteX65106" y="connsiteY65106"/>
              </a:cxn>
              <a:cxn ang="0">
                <a:pos x="connsiteX65107" y="connsiteY65107"/>
              </a:cxn>
              <a:cxn ang="0">
                <a:pos x="connsiteX65108" y="connsiteY65108"/>
              </a:cxn>
              <a:cxn ang="0">
                <a:pos x="connsiteX65109" y="connsiteY65109"/>
              </a:cxn>
              <a:cxn ang="0">
                <a:pos x="connsiteX65110" y="connsiteY65110"/>
              </a:cxn>
              <a:cxn ang="0">
                <a:pos x="connsiteX65111" y="connsiteY65111"/>
              </a:cxn>
              <a:cxn ang="0">
                <a:pos x="connsiteX65112" y="connsiteY65112"/>
              </a:cxn>
              <a:cxn ang="0">
                <a:pos x="connsiteX65113" y="connsiteY65113"/>
              </a:cxn>
              <a:cxn ang="0">
                <a:pos x="connsiteX65114" y="connsiteY65114"/>
              </a:cxn>
              <a:cxn ang="0">
                <a:pos x="connsiteX65115" y="connsiteY65115"/>
              </a:cxn>
              <a:cxn ang="0">
                <a:pos x="connsiteX65116" y="connsiteY65116"/>
              </a:cxn>
              <a:cxn ang="0">
                <a:pos x="connsiteX65117" y="connsiteY65117"/>
              </a:cxn>
              <a:cxn ang="0">
                <a:pos x="connsiteX65118" y="connsiteY65118"/>
              </a:cxn>
              <a:cxn ang="0">
                <a:pos x="connsiteX65119" y="connsiteY65119"/>
              </a:cxn>
              <a:cxn ang="0">
                <a:pos x="connsiteX65120" y="connsiteY65120"/>
              </a:cxn>
              <a:cxn ang="0">
                <a:pos x="connsiteX65121" y="connsiteY65121"/>
              </a:cxn>
              <a:cxn ang="0">
                <a:pos x="connsiteX65122" y="connsiteY65122"/>
              </a:cxn>
              <a:cxn ang="0">
                <a:pos x="connsiteX65123" y="connsiteY65123"/>
              </a:cxn>
              <a:cxn ang="0">
                <a:pos x="connsiteX65124" y="connsiteY65124"/>
              </a:cxn>
              <a:cxn ang="0">
                <a:pos x="connsiteX65125" y="connsiteY65125"/>
              </a:cxn>
              <a:cxn ang="0">
                <a:pos x="connsiteX65126" y="connsiteY65126"/>
              </a:cxn>
              <a:cxn ang="0">
                <a:pos x="connsiteX65127" y="connsiteY65127"/>
              </a:cxn>
              <a:cxn ang="0">
                <a:pos x="connsiteX65128" y="connsiteY65128"/>
              </a:cxn>
              <a:cxn ang="0">
                <a:pos x="connsiteX65129" y="connsiteY65129"/>
              </a:cxn>
              <a:cxn ang="0">
                <a:pos x="connsiteX65130" y="connsiteY65130"/>
              </a:cxn>
              <a:cxn ang="0">
                <a:pos x="connsiteX65131" y="connsiteY65131"/>
              </a:cxn>
              <a:cxn ang="0">
                <a:pos x="connsiteX65132" y="connsiteY65132"/>
              </a:cxn>
              <a:cxn ang="0">
                <a:pos x="connsiteX65133" y="connsiteY65133"/>
              </a:cxn>
              <a:cxn ang="0">
                <a:pos x="connsiteX65134" y="connsiteY65134"/>
              </a:cxn>
              <a:cxn ang="0">
                <a:pos x="connsiteX65135" y="connsiteY65135"/>
              </a:cxn>
              <a:cxn ang="0">
                <a:pos x="connsiteX65136" y="connsiteY65136"/>
              </a:cxn>
              <a:cxn ang="0">
                <a:pos x="connsiteX65137" y="connsiteY65137"/>
              </a:cxn>
              <a:cxn ang="0">
                <a:pos x="connsiteX65138" y="connsiteY65138"/>
              </a:cxn>
              <a:cxn ang="0">
                <a:pos x="connsiteX65139" y="connsiteY65139"/>
              </a:cxn>
              <a:cxn ang="0">
                <a:pos x="connsiteX65140" y="connsiteY65140"/>
              </a:cxn>
              <a:cxn ang="0">
                <a:pos x="connsiteX65141" y="connsiteY65141"/>
              </a:cxn>
              <a:cxn ang="0">
                <a:pos x="connsiteX65142" y="connsiteY65142"/>
              </a:cxn>
              <a:cxn ang="0">
                <a:pos x="connsiteX65143" y="connsiteY65143"/>
              </a:cxn>
              <a:cxn ang="0">
                <a:pos x="connsiteX65144" y="connsiteY65144"/>
              </a:cxn>
              <a:cxn ang="0">
                <a:pos x="connsiteX65145" y="connsiteY65145"/>
              </a:cxn>
              <a:cxn ang="0">
                <a:pos x="connsiteX65146" y="connsiteY65146"/>
              </a:cxn>
              <a:cxn ang="0">
                <a:pos x="connsiteX65147" y="connsiteY65147"/>
              </a:cxn>
              <a:cxn ang="0">
                <a:pos x="connsiteX65148" y="connsiteY65148"/>
              </a:cxn>
              <a:cxn ang="0">
                <a:pos x="connsiteX65149" y="connsiteY65149"/>
              </a:cxn>
              <a:cxn ang="0">
                <a:pos x="connsiteX65150" y="connsiteY65150"/>
              </a:cxn>
              <a:cxn ang="0">
                <a:pos x="connsiteX65151" y="connsiteY65151"/>
              </a:cxn>
              <a:cxn ang="0">
                <a:pos x="connsiteX65152" y="connsiteY65152"/>
              </a:cxn>
              <a:cxn ang="0">
                <a:pos x="connsiteX65153" y="connsiteY65153"/>
              </a:cxn>
              <a:cxn ang="0">
                <a:pos x="connsiteX65154" y="connsiteY65154"/>
              </a:cxn>
              <a:cxn ang="0">
                <a:pos x="connsiteX65155" y="connsiteY65155"/>
              </a:cxn>
              <a:cxn ang="0">
                <a:pos x="connsiteX65156" y="connsiteY65156"/>
              </a:cxn>
              <a:cxn ang="0">
                <a:pos x="connsiteX65157" y="connsiteY65157"/>
              </a:cxn>
              <a:cxn ang="0">
                <a:pos x="connsiteX65158" y="connsiteY65158"/>
              </a:cxn>
              <a:cxn ang="0">
                <a:pos x="connsiteX65159" y="connsiteY65159"/>
              </a:cxn>
              <a:cxn ang="0">
                <a:pos x="connsiteX65160" y="connsiteY65160"/>
              </a:cxn>
              <a:cxn ang="0">
                <a:pos x="connsiteX65161" y="connsiteY65161"/>
              </a:cxn>
              <a:cxn ang="0">
                <a:pos x="connsiteX65162" y="connsiteY65162"/>
              </a:cxn>
              <a:cxn ang="0">
                <a:pos x="connsiteX65163" y="connsiteY65163"/>
              </a:cxn>
              <a:cxn ang="0">
                <a:pos x="connsiteX65164" y="connsiteY65164"/>
              </a:cxn>
              <a:cxn ang="0">
                <a:pos x="connsiteX65165" y="connsiteY65165"/>
              </a:cxn>
              <a:cxn ang="0">
                <a:pos x="connsiteX65166" y="connsiteY65166"/>
              </a:cxn>
              <a:cxn ang="0">
                <a:pos x="connsiteX65167" y="connsiteY65167"/>
              </a:cxn>
              <a:cxn ang="0">
                <a:pos x="connsiteX65168" y="connsiteY65168"/>
              </a:cxn>
              <a:cxn ang="0">
                <a:pos x="connsiteX65169" y="connsiteY65169"/>
              </a:cxn>
              <a:cxn ang="0">
                <a:pos x="connsiteX65170" y="connsiteY65170"/>
              </a:cxn>
              <a:cxn ang="0">
                <a:pos x="connsiteX65171" y="connsiteY65171"/>
              </a:cxn>
              <a:cxn ang="0">
                <a:pos x="connsiteX65172" y="connsiteY65172"/>
              </a:cxn>
              <a:cxn ang="0">
                <a:pos x="connsiteX65173" y="connsiteY65173"/>
              </a:cxn>
              <a:cxn ang="0">
                <a:pos x="connsiteX65174" y="connsiteY65174"/>
              </a:cxn>
              <a:cxn ang="0">
                <a:pos x="connsiteX65175" y="connsiteY65175"/>
              </a:cxn>
              <a:cxn ang="0">
                <a:pos x="connsiteX65176" y="connsiteY65176"/>
              </a:cxn>
              <a:cxn ang="0">
                <a:pos x="connsiteX65177" y="connsiteY65177"/>
              </a:cxn>
              <a:cxn ang="0">
                <a:pos x="connsiteX65178" y="connsiteY65178"/>
              </a:cxn>
              <a:cxn ang="0">
                <a:pos x="connsiteX65179" y="connsiteY65179"/>
              </a:cxn>
              <a:cxn ang="0">
                <a:pos x="connsiteX65180" y="connsiteY65180"/>
              </a:cxn>
              <a:cxn ang="0">
                <a:pos x="connsiteX65181" y="connsiteY65181"/>
              </a:cxn>
              <a:cxn ang="0">
                <a:pos x="connsiteX65182" y="connsiteY65182"/>
              </a:cxn>
              <a:cxn ang="0">
                <a:pos x="connsiteX65183" y="connsiteY65183"/>
              </a:cxn>
              <a:cxn ang="0">
                <a:pos x="connsiteX65184" y="connsiteY65184"/>
              </a:cxn>
              <a:cxn ang="0">
                <a:pos x="connsiteX65185" y="connsiteY65185"/>
              </a:cxn>
              <a:cxn ang="0">
                <a:pos x="connsiteX65186" y="connsiteY65186"/>
              </a:cxn>
              <a:cxn ang="0">
                <a:pos x="connsiteX65187" y="connsiteY65187"/>
              </a:cxn>
              <a:cxn ang="0">
                <a:pos x="connsiteX65188" y="connsiteY65188"/>
              </a:cxn>
              <a:cxn ang="0">
                <a:pos x="connsiteX65189" y="connsiteY65189"/>
              </a:cxn>
              <a:cxn ang="0">
                <a:pos x="connsiteX65190" y="connsiteY65190"/>
              </a:cxn>
              <a:cxn ang="0">
                <a:pos x="connsiteX65191" y="connsiteY65191"/>
              </a:cxn>
              <a:cxn ang="0">
                <a:pos x="connsiteX65192" y="connsiteY65192"/>
              </a:cxn>
              <a:cxn ang="0">
                <a:pos x="connsiteX65193" y="connsiteY65193"/>
              </a:cxn>
              <a:cxn ang="0">
                <a:pos x="connsiteX65194" y="connsiteY65194"/>
              </a:cxn>
              <a:cxn ang="0">
                <a:pos x="connsiteX65195" y="connsiteY65195"/>
              </a:cxn>
              <a:cxn ang="0">
                <a:pos x="connsiteX65196" y="connsiteY65196"/>
              </a:cxn>
              <a:cxn ang="0">
                <a:pos x="connsiteX65197" y="connsiteY65197"/>
              </a:cxn>
              <a:cxn ang="0">
                <a:pos x="connsiteX65198" y="connsiteY65198"/>
              </a:cxn>
              <a:cxn ang="0">
                <a:pos x="connsiteX65199" y="connsiteY65199"/>
              </a:cxn>
              <a:cxn ang="0">
                <a:pos x="connsiteX65200" y="connsiteY65200"/>
              </a:cxn>
              <a:cxn ang="0">
                <a:pos x="connsiteX65201" y="connsiteY65201"/>
              </a:cxn>
              <a:cxn ang="0">
                <a:pos x="connsiteX65202" y="connsiteY65202"/>
              </a:cxn>
              <a:cxn ang="0">
                <a:pos x="connsiteX65203" y="connsiteY65203"/>
              </a:cxn>
              <a:cxn ang="0">
                <a:pos x="connsiteX65204" y="connsiteY65204"/>
              </a:cxn>
              <a:cxn ang="0">
                <a:pos x="connsiteX65205" y="connsiteY65205"/>
              </a:cxn>
              <a:cxn ang="0">
                <a:pos x="connsiteX65206" y="connsiteY65206"/>
              </a:cxn>
              <a:cxn ang="0">
                <a:pos x="connsiteX65207" y="connsiteY65207"/>
              </a:cxn>
              <a:cxn ang="0">
                <a:pos x="connsiteX65208" y="connsiteY65208"/>
              </a:cxn>
              <a:cxn ang="0">
                <a:pos x="connsiteX65209" y="connsiteY65209"/>
              </a:cxn>
              <a:cxn ang="0">
                <a:pos x="connsiteX65210" y="connsiteY65210"/>
              </a:cxn>
              <a:cxn ang="0">
                <a:pos x="connsiteX65211" y="connsiteY65211"/>
              </a:cxn>
              <a:cxn ang="0">
                <a:pos x="connsiteX65212" y="connsiteY65212"/>
              </a:cxn>
              <a:cxn ang="0">
                <a:pos x="connsiteX65213" y="connsiteY65213"/>
              </a:cxn>
              <a:cxn ang="0">
                <a:pos x="connsiteX65214" y="connsiteY65214"/>
              </a:cxn>
              <a:cxn ang="0">
                <a:pos x="connsiteX65215" y="connsiteY65215"/>
              </a:cxn>
              <a:cxn ang="0">
                <a:pos x="connsiteX65216" y="connsiteY65216"/>
              </a:cxn>
              <a:cxn ang="0">
                <a:pos x="connsiteX65217" y="connsiteY65217"/>
              </a:cxn>
              <a:cxn ang="0">
                <a:pos x="connsiteX65218" y="connsiteY65218"/>
              </a:cxn>
              <a:cxn ang="0">
                <a:pos x="connsiteX65219" y="connsiteY65219"/>
              </a:cxn>
              <a:cxn ang="0">
                <a:pos x="connsiteX65220" y="connsiteY65220"/>
              </a:cxn>
              <a:cxn ang="0">
                <a:pos x="connsiteX65221" y="connsiteY65221"/>
              </a:cxn>
              <a:cxn ang="0">
                <a:pos x="connsiteX65222" y="connsiteY65222"/>
              </a:cxn>
              <a:cxn ang="0">
                <a:pos x="connsiteX65223" y="connsiteY65223"/>
              </a:cxn>
              <a:cxn ang="0">
                <a:pos x="connsiteX65224" y="connsiteY65224"/>
              </a:cxn>
              <a:cxn ang="0">
                <a:pos x="connsiteX65225" y="connsiteY65225"/>
              </a:cxn>
              <a:cxn ang="0">
                <a:pos x="connsiteX65226" y="connsiteY65226"/>
              </a:cxn>
              <a:cxn ang="0">
                <a:pos x="connsiteX65227" y="connsiteY65227"/>
              </a:cxn>
              <a:cxn ang="0">
                <a:pos x="connsiteX65228" y="connsiteY65228"/>
              </a:cxn>
              <a:cxn ang="0">
                <a:pos x="connsiteX65229" y="connsiteY65229"/>
              </a:cxn>
              <a:cxn ang="0">
                <a:pos x="connsiteX65230" y="connsiteY65230"/>
              </a:cxn>
              <a:cxn ang="0">
                <a:pos x="connsiteX65231" y="connsiteY65231"/>
              </a:cxn>
              <a:cxn ang="0">
                <a:pos x="connsiteX65232" y="connsiteY65232"/>
              </a:cxn>
              <a:cxn ang="0">
                <a:pos x="connsiteX65233" y="connsiteY65233"/>
              </a:cxn>
              <a:cxn ang="0">
                <a:pos x="connsiteX65234" y="connsiteY65234"/>
              </a:cxn>
              <a:cxn ang="0">
                <a:pos x="connsiteX65235" y="connsiteY65235"/>
              </a:cxn>
              <a:cxn ang="0">
                <a:pos x="connsiteX65236" y="connsiteY65236"/>
              </a:cxn>
              <a:cxn ang="0">
                <a:pos x="connsiteX65237" y="connsiteY65237"/>
              </a:cxn>
              <a:cxn ang="0">
                <a:pos x="connsiteX65238" y="connsiteY65238"/>
              </a:cxn>
              <a:cxn ang="0">
                <a:pos x="connsiteX65239" y="connsiteY65239"/>
              </a:cxn>
              <a:cxn ang="0">
                <a:pos x="connsiteX65240" y="connsiteY65240"/>
              </a:cxn>
              <a:cxn ang="0">
                <a:pos x="connsiteX65241" y="connsiteY65241"/>
              </a:cxn>
              <a:cxn ang="0">
                <a:pos x="connsiteX65242" y="connsiteY65242"/>
              </a:cxn>
              <a:cxn ang="0">
                <a:pos x="connsiteX65243" y="connsiteY65243"/>
              </a:cxn>
              <a:cxn ang="0">
                <a:pos x="connsiteX65244" y="connsiteY65244"/>
              </a:cxn>
              <a:cxn ang="0">
                <a:pos x="connsiteX65245" y="connsiteY65245"/>
              </a:cxn>
              <a:cxn ang="0">
                <a:pos x="connsiteX65246" y="connsiteY65246"/>
              </a:cxn>
              <a:cxn ang="0">
                <a:pos x="connsiteX65247" y="connsiteY65247"/>
              </a:cxn>
              <a:cxn ang="0">
                <a:pos x="connsiteX65248" y="connsiteY65248"/>
              </a:cxn>
              <a:cxn ang="0">
                <a:pos x="connsiteX65249" y="connsiteY65249"/>
              </a:cxn>
              <a:cxn ang="0">
                <a:pos x="connsiteX65250" y="connsiteY65250"/>
              </a:cxn>
              <a:cxn ang="0">
                <a:pos x="connsiteX65251" y="connsiteY65251"/>
              </a:cxn>
              <a:cxn ang="0">
                <a:pos x="connsiteX65252" y="connsiteY65252"/>
              </a:cxn>
              <a:cxn ang="0">
                <a:pos x="connsiteX65253" y="connsiteY65253"/>
              </a:cxn>
              <a:cxn ang="0">
                <a:pos x="connsiteX65254" y="connsiteY65254"/>
              </a:cxn>
              <a:cxn ang="0">
                <a:pos x="connsiteX65255" y="connsiteY65255"/>
              </a:cxn>
              <a:cxn ang="0">
                <a:pos x="connsiteX65256" y="connsiteY65256"/>
              </a:cxn>
              <a:cxn ang="0">
                <a:pos x="connsiteX65257" y="connsiteY65257"/>
              </a:cxn>
              <a:cxn ang="0">
                <a:pos x="connsiteX65258" y="connsiteY65258"/>
              </a:cxn>
              <a:cxn ang="0">
                <a:pos x="connsiteX65259" y="connsiteY65259"/>
              </a:cxn>
              <a:cxn ang="0">
                <a:pos x="connsiteX65260" y="connsiteY65260"/>
              </a:cxn>
              <a:cxn ang="0">
                <a:pos x="connsiteX65261" y="connsiteY65261"/>
              </a:cxn>
              <a:cxn ang="0">
                <a:pos x="connsiteX65262" y="connsiteY65262"/>
              </a:cxn>
              <a:cxn ang="0">
                <a:pos x="connsiteX65263" y="connsiteY65263"/>
              </a:cxn>
              <a:cxn ang="0">
                <a:pos x="connsiteX65264" y="connsiteY65264"/>
              </a:cxn>
              <a:cxn ang="0">
                <a:pos x="connsiteX65265" y="connsiteY65265"/>
              </a:cxn>
              <a:cxn ang="0">
                <a:pos x="connsiteX65266" y="connsiteY65266"/>
              </a:cxn>
              <a:cxn ang="0">
                <a:pos x="connsiteX65267" y="connsiteY65267"/>
              </a:cxn>
              <a:cxn ang="0">
                <a:pos x="connsiteX65268" y="connsiteY65268"/>
              </a:cxn>
              <a:cxn ang="0">
                <a:pos x="connsiteX65269" y="connsiteY65269"/>
              </a:cxn>
              <a:cxn ang="0">
                <a:pos x="connsiteX65270" y="connsiteY65270"/>
              </a:cxn>
              <a:cxn ang="0">
                <a:pos x="connsiteX65271" y="connsiteY65271"/>
              </a:cxn>
              <a:cxn ang="0">
                <a:pos x="connsiteX65272" y="connsiteY65272"/>
              </a:cxn>
              <a:cxn ang="0">
                <a:pos x="connsiteX65273" y="connsiteY65273"/>
              </a:cxn>
              <a:cxn ang="0">
                <a:pos x="connsiteX65274" y="connsiteY65274"/>
              </a:cxn>
              <a:cxn ang="0">
                <a:pos x="connsiteX65275" y="connsiteY65275"/>
              </a:cxn>
              <a:cxn ang="0">
                <a:pos x="connsiteX65276" y="connsiteY65276"/>
              </a:cxn>
              <a:cxn ang="0">
                <a:pos x="connsiteX65277" y="connsiteY65277"/>
              </a:cxn>
              <a:cxn ang="0">
                <a:pos x="connsiteX65278" y="connsiteY65278"/>
              </a:cxn>
              <a:cxn ang="0">
                <a:pos x="connsiteX65279" y="connsiteY65279"/>
              </a:cxn>
              <a:cxn ang="0">
                <a:pos x="connsiteX65280" y="connsiteY65280"/>
              </a:cxn>
              <a:cxn ang="0">
                <a:pos x="connsiteX65281" y="connsiteY65281"/>
              </a:cxn>
              <a:cxn ang="0">
                <a:pos x="connsiteX65282" y="connsiteY65282"/>
              </a:cxn>
              <a:cxn ang="0">
                <a:pos x="connsiteX65283" y="connsiteY65283"/>
              </a:cxn>
              <a:cxn ang="0">
                <a:pos x="connsiteX65284" y="connsiteY65284"/>
              </a:cxn>
              <a:cxn ang="0">
                <a:pos x="connsiteX65285" y="connsiteY65285"/>
              </a:cxn>
              <a:cxn ang="0">
                <a:pos x="connsiteX65286" y="connsiteY65286"/>
              </a:cxn>
              <a:cxn ang="0">
                <a:pos x="connsiteX65287" y="connsiteY65287"/>
              </a:cxn>
              <a:cxn ang="0">
                <a:pos x="connsiteX65288" y="connsiteY65288"/>
              </a:cxn>
              <a:cxn ang="0">
                <a:pos x="connsiteX65289" y="connsiteY65289"/>
              </a:cxn>
              <a:cxn ang="0">
                <a:pos x="connsiteX65290" y="connsiteY65290"/>
              </a:cxn>
              <a:cxn ang="0">
                <a:pos x="connsiteX65291" y="connsiteY65291"/>
              </a:cxn>
              <a:cxn ang="0">
                <a:pos x="connsiteX65292" y="connsiteY65292"/>
              </a:cxn>
              <a:cxn ang="0">
                <a:pos x="connsiteX65293" y="connsiteY65293"/>
              </a:cxn>
              <a:cxn ang="0">
                <a:pos x="connsiteX65294" y="connsiteY65294"/>
              </a:cxn>
              <a:cxn ang="0">
                <a:pos x="connsiteX65295" y="connsiteY65295"/>
              </a:cxn>
              <a:cxn ang="0">
                <a:pos x="connsiteX65296" y="connsiteY65296"/>
              </a:cxn>
              <a:cxn ang="0">
                <a:pos x="connsiteX65297" y="connsiteY65297"/>
              </a:cxn>
              <a:cxn ang="0">
                <a:pos x="connsiteX65298" y="connsiteY65298"/>
              </a:cxn>
              <a:cxn ang="0">
                <a:pos x="connsiteX65299" y="connsiteY65299"/>
              </a:cxn>
              <a:cxn ang="0">
                <a:pos x="connsiteX65300" y="connsiteY65300"/>
              </a:cxn>
              <a:cxn ang="0">
                <a:pos x="connsiteX65301" y="connsiteY65301"/>
              </a:cxn>
              <a:cxn ang="0">
                <a:pos x="connsiteX65302" y="connsiteY65302"/>
              </a:cxn>
              <a:cxn ang="0">
                <a:pos x="connsiteX65303" y="connsiteY65303"/>
              </a:cxn>
              <a:cxn ang="0">
                <a:pos x="connsiteX65304" y="connsiteY65304"/>
              </a:cxn>
              <a:cxn ang="0">
                <a:pos x="connsiteX65305" y="connsiteY65305"/>
              </a:cxn>
              <a:cxn ang="0">
                <a:pos x="connsiteX65306" y="connsiteY65306"/>
              </a:cxn>
              <a:cxn ang="0">
                <a:pos x="connsiteX65307" y="connsiteY65307"/>
              </a:cxn>
              <a:cxn ang="0">
                <a:pos x="connsiteX65308" y="connsiteY65308"/>
              </a:cxn>
              <a:cxn ang="0">
                <a:pos x="connsiteX65309" y="connsiteY65309"/>
              </a:cxn>
              <a:cxn ang="0">
                <a:pos x="connsiteX65310" y="connsiteY65310"/>
              </a:cxn>
              <a:cxn ang="0">
                <a:pos x="connsiteX65311" y="connsiteY65311"/>
              </a:cxn>
              <a:cxn ang="0">
                <a:pos x="connsiteX65312" y="connsiteY65312"/>
              </a:cxn>
              <a:cxn ang="0">
                <a:pos x="connsiteX65313" y="connsiteY65313"/>
              </a:cxn>
              <a:cxn ang="0">
                <a:pos x="connsiteX65314" y="connsiteY65314"/>
              </a:cxn>
              <a:cxn ang="0">
                <a:pos x="connsiteX65315" y="connsiteY65315"/>
              </a:cxn>
              <a:cxn ang="0">
                <a:pos x="connsiteX65316" y="connsiteY65316"/>
              </a:cxn>
              <a:cxn ang="0">
                <a:pos x="connsiteX65317" y="connsiteY65317"/>
              </a:cxn>
              <a:cxn ang="0">
                <a:pos x="connsiteX65318" y="connsiteY65318"/>
              </a:cxn>
              <a:cxn ang="0">
                <a:pos x="connsiteX65319" y="connsiteY65319"/>
              </a:cxn>
              <a:cxn ang="0">
                <a:pos x="connsiteX65320" y="connsiteY65320"/>
              </a:cxn>
              <a:cxn ang="0">
                <a:pos x="connsiteX65321" y="connsiteY65321"/>
              </a:cxn>
              <a:cxn ang="0">
                <a:pos x="connsiteX65322" y="connsiteY65322"/>
              </a:cxn>
              <a:cxn ang="0">
                <a:pos x="connsiteX65323" y="connsiteY65323"/>
              </a:cxn>
              <a:cxn ang="0">
                <a:pos x="connsiteX65324" y="connsiteY65324"/>
              </a:cxn>
              <a:cxn ang="0">
                <a:pos x="connsiteX65325" y="connsiteY65325"/>
              </a:cxn>
              <a:cxn ang="0">
                <a:pos x="connsiteX65326" y="connsiteY65326"/>
              </a:cxn>
              <a:cxn ang="0">
                <a:pos x="connsiteX65327" y="connsiteY65327"/>
              </a:cxn>
              <a:cxn ang="0">
                <a:pos x="connsiteX65328" y="connsiteY65328"/>
              </a:cxn>
              <a:cxn ang="0">
                <a:pos x="connsiteX65329" y="connsiteY65329"/>
              </a:cxn>
              <a:cxn ang="0">
                <a:pos x="connsiteX65330" y="connsiteY65330"/>
              </a:cxn>
              <a:cxn ang="0">
                <a:pos x="connsiteX65331" y="connsiteY65331"/>
              </a:cxn>
              <a:cxn ang="0">
                <a:pos x="connsiteX65332" y="connsiteY65332"/>
              </a:cxn>
              <a:cxn ang="0">
                <a:pos x="connsiteX65333" y="connsiteY65333"/>
              </a:cxn>
              <a:cxn ang="0">
                <a:pos x="connsiteX65334" y="connsiteY65334"/>
              </a:cxn>
              <a:cxn ang="0">
                <a:pos x="connsiteX65335" y="connsiteY65335"/>
              </a:cxn>
              <a:cxn ang="0">
                <a:pos x="connsiteX65336" y="connsiteY65336"/>
              </a:cxn>
              <a:cxn ang="0">
                <a:pos x="connsiteX65337" y="connsiteY65337"/>
              </a:cxn>
              <a:cxn ang="0">
                <a:pos x="connsiteX65338" y="connsiteY65338"/>
              </a:cxn>
              <a:cxn ang="0">
                <a:pos x="connsiteX65339" y="connsiteY65339"/>
              </a:cxn>
              <a:cxn ang="0">
                <a:pos x="connsiteX65340" y="connsiteY65340"/>
              </a:cxn>
              <a:cxn ang="0">
                <a:pos x="connsiteX65341" y="connsiteY65341"/>
              </a:cxn>
              <a:cxn ang="0">
                <a:pos x="connsiteX65342" y="connsiteY65342"/>
              </a:cxn>
              <a:cxn ang="0">
                <a:pos x="connsiteX65343" y="connsiteY65343"/>
              </a:cxn>
              <a:cxn ang="0">
                <a:pos x="connsiteX65344" y="connsiteY65344"/>
              </a:cxn>
              <a:cxn ang="0">
                <a:pos x="connsiteX65345" y="connsiteY65345"/>
              </a:cxn>
              <a:cxn ang="0">
                <a:pos x="connsiteX65346" y="connsiteY65346"/>
              </a:cxn>
              <a:cxn ang="0">
                <a:pos x="connsiteX65347" y="connsiteY65347"/>
              </a:cxn>
              <a:cxn ang="0">
                <a:pos x="connsiteX65348" y="connsiteY65348"/>
              </a:cxn>
              <a:cxn ang="0">
                <a:pos x="connsiteX65349" y="connsiteY65349"/>
              </a:cxn>
              <a:cxn ang="0">
                <a:pos x="connsiteX65350" y="connsiteY65350"/>
              </a:cxn>
              <a:cxn ang="0">
                <a:pos x="connsiteX65351" y="connsiteY65351"/>
              </a:cxn>
              <a:cxn ang="0">
                <a:pos x="connsiteX65352" y="connsiteY65352"/>
              </a:cxn>
              <a:cxn ang="0">
                <a:pos x="connsiteX65353" y="connsiteY65353"/>
              </a:cxn>
              <a:cxn ang="0">
                <a:pos x="connsiteX65354" y="connsiteY65354"/>
              </a:cxn>
              <a:cxn ang="0">
                <a:pos x="connsiteX65355" y="connsiteY65355"/>
              </a:cxn>
              <a:cxn ang="0">
                <a:pos x="connsiteX65356" y="connsiteY65356"/>
              </a:cxn>
              <a:cxn ang="0">
                <a:pos x="connsiteX65357" y="connsiteY65357"/>
              </a:cxn>
              <a:cxn ang="0">
                <a:pos x="connsiteX65358" y="connsiteY65358"/>
              </a:cxn>
              <a:cxn ang="0">
                <a:pos x="connsiteX65359" y="connsiteY65359"/>
              </a:cxn>
              <a:cxn ang="0">
                <a:pos x="connsiteX65360" y="connsiteY65360"/>
              </a:cxn>
              <a:cxn ang="0">
                <a:pos x="connsiteX65361" y="connsiteY65361"/>
              </a:cxn>
              <a:cxn ang="0">
                <a:pos x="connsiteX65362" y="connsiteY65362"/>
              </a:cxn>
              <a:cxn ang="0">
                <a:pos x="connsiteX65363" y="connsiteY65363"/>
              </a:cxn>
              <a:cxn ang="0">
                <a:pos x="connsiteX65364" y="connsiteY65364"/>
              </a:cxn>
              <a:cxn ang="0">
                <a:pos x="connsiteX65365" y="connsiteY65365"/>
              </a:cxn>
              <a:cxn ang="0">
                <a:pos x="connsiteX65366" y="connsiteY65366"/>
              </a:cxn>
              <a:cxn ang="0">
                <a:pos x="connsiteX65367" y="connsiteY65367"/>
              </a:cxn>
              <a:cxn ang="0">
                <a:pos x="connsiteX65368" y="connsiteY65368"/>
              </a:cxn>
              <a:cxn ang="0">
                <a:pos x="connsiteX65369" y="connsiteY65369"/>
              </a:cxn>
              <a:cxn ang="0">
                <a:pos x="connsiteX65370" y="connsiteY65370"/>
              </a:cxn>
              <a:cxn ang="0">
                <a:pos x="connsiteX65371" y="connsiteY65371"/>
              </a:cxn>
              <a:cxn ang="0">
                <a:pos x="connsiteX65372" y="connsiteY65372"/>
              </a:cxn>
              <a:cxn ang="0">
                <a:pos x="connsiteX65373" y="connsiteY65373"/>
              </a:cxn>
              <a:cxn ang="0">
                <a:pos x="connsiteX65374" y="connsiteY65374"/>
              </a:cxn>
              <a:cxn ang="0">
                <a:pos x="connsiteX65375" y="connsiteY65375"/>
              </a:cxn>
              <a:cxn ang="0">
                <a:pos x="connsiteX65376" y="connsiteY65376"/>
              </a:cxn>
              <a:cxn ang="0">
                <a:pos x="connsiteX65377" y="connsiteY65377"/>
              </a:cxn>
              <a:cxn ang="0">
                <a:pos x="connsiteX65378" y="connsiteY65378"/>
              </a:cxn>
              <a:cxn ang="0">
                <a:pos x="connsiteX65379" y="connsiteY65379"/>
              </a:cxn>
              <a:cxn ang="0">
                <a:pos x="connsiteX65380" y="connsiteY65380"/>
              </a:cxn>
              <a:cxn ang="0">
                <a:pos x="connsiteX65381" y="connsiteY65381"/>
              </a:cxn>
              <a:cxn ang="0">
                <a:pos x="connsiteX65382" y="connsiteY65382"/>
              </a:cxn>
              <a:cxn ang="0">
                <a:pos x="connsiteX65383" y="connsiteY65383"/>
              </a:cxn>
              <a:cxn ang="0">
                <a:pos x="connsiteX65384" y="connsiteY65384"/>
              </a:cxn>
              <a:cxn ang="0">
                <a:pos x="connsiteX65385" y="connsiteY65385"/>
              </a:cxn>
              <a:cxn ang="0">
                <a:pos x="connsiteX65386" y="connsiteY65386"/>
              </a:cxn>
              <a:cxn ang="0">
                <a:pos x="connsiteX65387" y="connsiteY65387"/>
              </a:cxn>
              <a:cxn ang="0">
                <a:pos x="connsiteX65388" y="connsiteY65388"/>
              </a:cxn>
              <a:cxn ang="0">
                <a:pos x="connsiteX65389" y="connsiteY65389"/>
              </a:cxn>
              <a:cxn ang="0">
                <a:pos x="connsiteX65390" y="connsiteY65390"/>
              </a:cxn>
              <a:cxn ang="0">
                <a:pos x="connsiteX65391" y="connsiteY65391"/>
              </a:cxn>
              <a:cxn ang="0">
                <a:pos x="connsiteX65392" y="connsiteY65392"/>
              </a:cxn>
              <a:cxn ang="0">
                <a:pos x="connsiteX65393" y="connsiteY65393"/>
              </a:cxn>
              <a:cxn ang="0">
                <a:pos x="connsiteX65394" y="connsiteY65394"/>
              </a:cxn>
              <a:cxn ang="0">
                <a:pos x="connsiteX65395" y="connsiteY65395"/>
              </a:cxn>
              <a:cxn ang="0">
                <a:pos x="connsiteX65396" y="connsiteY65396"/>
              </a:cxn>
              <a:cxn ang="0">
                <a:pos x="connsiteX65397" y="connsiteY65397"/>
              </a:cxn>
              <a:cxn ang="0">
                <a:pos x="connsiteX65398" y="connsiteY65398"/>
              </a:cxn>
              <a:cxn ang="0">
                <a:pos x="connsiteX65399" y="connsiteY65399"/>
              </a:cxn>
              <a:cxn ang="0">
                <a:pos x="connsiteX65400" y="connsiteY65400"/>
              </a:cxn>
              <a:cxn ang="0">
                <a:pos x="connsiteX65401" y="connsiteY65401"/>
              </a:cxn>
              <a:cxn ang="0">
                <a:pos x="connsiteX65402" y="connsiteY65402"/>
              </a:cxn>
              <a:cxn ang="0">
                <a:pos x="connsiteX65403" y="connsiteY65403"/>
              </a:cxn>
              <a:cxn ang="0">
                <a:pos x="connsiteX65404" y="connsiteY65404"/>
              </a:cxn>
              <a:cxn ang="0">
                <a:pos x="connsiteX65405" y="connsiteY65405"/>
              </a:cxn>
              <a:cxn ang="0">
                <a:pos x="connsiteX65406" y="connsiteY65406"/>
              </a:cxn>
              <a:cxn ang="0">
                <a:pos x="connsiteX65407" y="connsiteY65407"/>
              </a:cxn>
              <a:cxn ang="0">
                <a:pos x="connsiteX65408" y="connsiteY65408"/>
              </a:cxn>
              <a:cxn ang="0">
                <a:pos x="connsiteX65409" y="connsiteY65409"/>
              </a:cxn>
              <a:cxn ang="0">
                <a:pos x="connsiteX65410" y="connsiteY65410"/>
              </a:cxn>
              <a:cxn ang="0">
                <a:pos x="connsiteX65411" y="connsiteY65411"/>
              </a:cxn>
              <a:cxn ang="0">
                <a:pos x="connsiteX65412" y="connsiteY65412"/>
              </a:cxn>
              <a:cxn ang="0">
                <a:pos x="connsiteX65413" y="connsiteY65413"/>
              </a:cxn>
              <a:cxn ang="0">
                <a:pos x="connsiteX65414" y="connsiteY65414"/>
              </a:cxn>
              <a:cxn ang="0">
                <a:pos x="connsiteX65415" y="connsiteY65415"/>
              </a:cxn>
              <a:cxn ang="0">
                <a:pos x="connsiteX65416" y="connsiteY65416"/>
              </a:cxn>
              <a:cxn ang="0">
                <a:pos x="connsiteX65417" y="connsiteY65417"/>
              </a:cxn>
              <a:cxn ang="0">
                <a:pos x="connsiteX65418" y="connsiteY65418"/>
              </a:cxn>
              <a:cxn ang="0">
                <a:pos x="connsiteX65419" y="connsiteY65419"/>
              </a:cxn>
              <a:cxn ang="0">
                <a:pos x="connsiteX65420" y="connsiteY65420"/>
              </a:cxn>
              <a:cxn ang="0">
                <a:pos x="connsiteX65421" y="connsiteY65421"/>
              </a:cxn>
              <a:cxn ang="0">
                <a:pos x="connsiteX65422" y="connsiteY65422"/>
              </a:cxn>
              <a:cxn ang="0">
                <a:pos x="connsiteX65423" y="connsiteY65423"/>
              </a:cxn>
              <a:cxn ang="0">
                <a:pos x="connsiteX65424" y="connsiteY65424"/>
              </a:cxn>
              <a:cxn ang="0">
                <a:pos x="connsiteX65425" y="connsiteY65425"/>
              </a:cxn>
              <a:cxn ang="0">
                <a:pos x="connsiteX65426" y="connsiteY65426"/>
              </a:cxn>
              <a:cxn ang="0">
                <a:pos x="connsiteX65427" y="connsiteY65427"/>
              </a:cxn>
              <a:cxn ang="0">
                <a:pos x="connsiteX65428" y="connsiteY65428"/>
              </a:cxn>
              <a:cxn ang="0">
                <a:pos x="connsiteX65429" y="connsiteY65429"/>
              </a:cxn>
              <a:cxn ang="0">
                <a:pos x="connsiteX65430" y="connsiteY65430"/>
              </a:cxn>
              <a:cxn ang="0">
                <a:pos x="connsiteX65431" y="connsiteY65431"/>
              </a:cxn>
              <a:cxn ang="0">
                <a:pos x="connsiteX65432" y="connsiteY65432"/>
              </a:cxn>
              <a:cxn ang="0">
                <a:pos x="connsiteX65433" y="connsiteY65433"/>
              </a:cxn>
              <a:cxn ang="0">
                <a:pos x="connsiteX65434" y="connsiteY65434"/>
              </a:cxn>
              <a:cxn ang="0">
                <a:pos x="connsiteX65435" y="connsiteY65435"/>
              </a:cxn>
              <a:cxn ang="0">
                <a:pos x="connsiteX65436" y="connsiteY65436"/>
              </a:cxn>
              <a:cxn ang="0">
                <a:pos x="connsiteX65437" y="connsiteY65437"/>
              </a:cxn>
              <a:cxn ang="0">
                <a:pos x="connsiteX65438" y="connsiteY65438"/>
              </a:cxn>
              <a:cxn ang="0">
                <a:pos x="connsiteX65439" y="connsiteY65439"/>
              </a:cxn>
              <a:cxn ang="0">
                <a:pos x="connsiteX65440" y="connsiteY65440"/>
              </a:cxn>
              <a:cxn ang="0">
                <a:pos x="connsiteX65441" y="connsiteY65441"/>
              </a:cxn>
              <a:cxn ang="0">
                <a:pos x="connsiteX65442" y="connsiteY65442"/>
              </a:cxn>
              <a:cxn ang="0">
                <a:pos x="connsiteX65443" y="connsiteY65443"/>
              </a:cxn>
              <a:cxn ang="0">
                <a:pos x="connsiteX65444" y="connsiteY65444"/>
              </a:cxn>
              <a:cxn ang="0">
                <a:pos x="connsiteX65445" y="connsiteY65445"/>
              </a:cxn>
              <a:cxn ang="0">
                <a:pos x="connsiteX65446" y="connsiteY65446"/>
              </a:cxn>
              <a:cxn ang="0">
                <a:pos x="connsiteX65447" y="connsiteY65447"/>
              </a:cxn>
              <a:cxn ang="0">
                <a:pos x="connsiteX65448" y="connsiteY65448"/>
              </a:cxn>
              <a:cxn ang="0">
                <a:pos x="connsiteX65449" y="connsiteY65449"/>
              </a:cxn>
              <a:cxn ang="0">
                <a:pos x="connsiteX65450" y="connsiteY65450"/>
              </a:cxn>
              <a:cxn ang="0">
                <a:pos x="connsiteX65451" y="connsiteY65451"/>
              </a:cxn>
              <a:cxn ang="0">
                <a:pos x="connsiteX65452" y="connsiteY65452"/>
              </a:cxn>
              <a:cxn ang="0">
                <a:pos x="connsiteX65453" y="connsiteY65453"/>
              </a:cxn>
              <a:cxn ang="0">
                <a:pos x="connsiteX65454" y="connsiteY65454"/>
              </a:cxn>
              <a:cxn ang="0">
                <a:pos x="connsiteX65455" y="connsiteY65455"/>
              </a:cxn>
              <a:cxn ang="0">
                <a:pos x="connsiteX65456" y="connsiteY65456"/>
              </a:cxn>
              <a:cxn ang="0">
                <a:pos x="connsiteX65457" y="connsiteY65457"/>
              </a:cxn>
              <a:cxn ang="0">
                <a:pos x="connsiteX65458" y="connsiteY65458"/>
              </a:cxn>
              <a:cxn ang="0">
                <a:pos x="connsiteX65459" y="connsiteY65459"/>
              </a:cxn>
              <a:cxn ang="0">
                <a:pos x="connsiteX65460" y="connsiteY65460"/>
              </a:cxn>
              <a:cxn ang="0">
                <a:pos x="connsiteX65461" y="connsiteY65461"/>
              </a:cxn>
              <a:cxn ang="0">
                <a:pos x="connsiteX65462" y="connsiteY65462"/>
              </a:cxn>
              <a:cxn ang="0">
                <a:pos x="connsiteX65463" y="connsiteY65463"/>
              </a:cxn>
              <a:cxn ang="0">
                <a:pos x="connsiteX65464" y="connsiteY65464"/>
              </a:cxn>
              <a:cxn ang="0">
                <a:pos x="connsiteX65465" y="connsiteY65465"/>
              </a:cxn>
              <a:cxn ang="0">
                <a:pos x="connsiteX65466" y="connsiteY65466"/>
              </a:cxn>
              <a:cxn ang="0">
                <a:pos x="connsiteX65467" y="connsiteY65467"/>
              </a:cxn>
              <a:cxn ang="0">
                <a:pos x="connsiteX65468" y="connsiteY65468"/>
              </a:cxn>
              <a:cxn ang="0">
                <a:pos x="connsiteX65469" y="connsiteY65469"/>
              </a:cxn>
              <a:cxn ang="0">
                <a:pos x="connsiteX65470" y="connsiteY65470"/>
              </a:cxn>
              <a:cxn ang="0">
                <a:pos x="connsiteX65471" y="connsiteY65471"/>
              </a:cxn>
              <a:cxn ang="0">
                <a:pos x="connsiteX65472" y="connsiteY65472"/>
              </a:cxn>
              <a:cxn ang="0">
                <a:pos x="connsiteX65473" y="connsiteY65473"/>
              </a:cxn>
              <a:cxn ang="0">
                <a:pos x="connsiteX65474" y="connsiteY65474"/>
              </a:cxn>
              <a:cxn ang="0">
                <a:pos x="connsiteX65475" y="connsiteY65475"/>
              </a:cxn>
              <a:cxn ang="0">
                <a:pos x="connsiteX65476" y="connsiteY65476"/>
              </a:cxn>
              <a:cxn ang="0">
                <a:pos x="connsiteX65477" y="connsiteY65477"/>
              </a:cxn>
              <a:cxn ang="0">
                <a:pos x="connsiteX65478" y="connsiteY65478"/>
              </a:cxn>
              <a:cxn ang="0">
                <a:pos x="connsiteX65479" y="connsiteY65479"/>
              </a:cxn>
              <a:cxn ang="0">
                <a:pos x="connsiteX65480" y="connsiteY65480"/>
              </a:cxn>
              <a:cxn ang="0">
                <a:pos x="connsiteX65481" y="connsiteY65481"/>
              </a:cxn>
              <a:cxn ang="0">
                <a:pos x="connsiteX65482" y="connsiteY65482"/>
              </a:cxn>
              <a:cxn ang="0">
                <a:pos x="connsiteX65483" y="connsiteY65483"/>
              </a:cxn>
              <a:cxn ang="0">
                <a:pos x="connsiteX65484" y="connsiteY65484"/>
              </a:cxn>
              <a:cxn ang="0">
                <a:pos x="connsiteX65485" y="connsiteY65485"/>
              </a:cxn>
              <a:cxn ang="0">
                <a:pos x="connsiteX65486" y="connsiteY65486"/>
              </a:cxn>
              <a:cxn ang="0">
                <a:pos x="connsiteX65487" y="connsiteY65487"/>
              </a:cxn>
              <a:cxn ang="0">
                <a:pos x="connsiteX65488" y="connsiteY65488"/>
              </a:cxn>
              <a:cxn ang="0">
                <a:pos x="connsiteX65489" y="connsiteY65489"/>
              </a:cxn>
              <a:cxn ang="0">
                <a:pos x="connsiteX65490" y="connsiteY65490"/>
              </a:cxn>
              <a:cxn ang="0">
                <a:pos x="connsiteX65491" y="connsiteY65491"/>
              </a:cxn>
              <a:cxn ang="0">
                <a:pos x="connsiteX65492" y="connsiteY65492"/>
              </a:cxn>
              <a:cxn ang="0">
                <a:pos x="connsiteX65493" y="connsiteY65493"/>
              </a:cxn>
              <a:cxn ang="0">
                <a:pos x="connsiteX65494" y="connsiteY65494"/>
              </a:cxn>
              <a:cxn ang="0">
                <a:pos x="connsiteX65495" y="connsiteY65495"/>
              </a:cxn>
              <a:cxn ang="0">
                <a:pos x="connsiteX65496" y="connsiteY65496"/>
              </a:cxn>
              <a:cxn ang="0">
                <a:pos x="connsiteX65497" y="connsiteY65497"/>
              </a:cxn>
              <a:cxn ang="0">
                <a:pos x="connsiteX65498" y="connsiteY65498"/>
              </a:cxn>
              <a:cxn ang="0">
                <a:pos x="connsiteX65499" y="connsiteY65499"/>
              </a:cxn>
              <a:cxn ang="0">
                <a:pos x="connsiteX65500" y="connsiteY65500"/>
              </a:cxn>
              <a:cxn ang="0">
                <a:pos x="connsiteX65501" y="connsiteY65501"/>
              </a:cxn>
              <a:cxn ang="0">
                <a:pos x="connsiteX65502" y="connsiteY65502"/>
              </a:cxn>
              <a:cxn ang="0">
                <a:pos x="connsiteX65503" y="connsiteY65503"/>
              </a:cxn>
              <a:cxn ang="0">
                <a:pos x="connsiteX65504" y="connsiteY65504"/>
              </a:cxn>
              <a:cxn ang="0">
                <a:pos x="connsiteX65505" y="connsiteY65505"/>
              </a:cxn>
              <a:cxn ang="0">
                <a:pos x="connsiteX65506" y="connsiteY65506"/>
              </a:cxn>
              <a:cxn ang="0">
                <a:pos x="connsiteX65507" y="connsiteY65507"/>
              </a:cxn>
              <a:cxn ang="0">
                <a:pos x="connsiteX65508" y="connsiteY65508"/>
              </a:cxn>
              <a:cxn ang="0">
                <a:pos x="connsiteX65509" y="connsiteY65509"/>
              </a:cxn>
              <a:cxn ang="0">
                <a:pos x="connsiteX65510" y="connsiteY65510"/>
              </a:cxn>
              <a:cxn ang="0">
                <a:pos x="connsiteX65511" y="connsiteY65511"/>
              </a:cxn>
              <a:cxn ang="0">
                <a:pos x="connsiteX65512" y="connsiteY65512"/>
              </a:cxn>
              <a:cxn ang="0">
                <a:pos x="connsiteX65513" y="connsiteY65513"/>
              </a:cxn>
              <a:cxn ang="0">
                <a:pos x="connsiteX65514" y="connsiteY65514"/>
              </a:cxn>
              <a:cxn ang="0">
                <a:pos x="connsiteX65515" y="connsiteY65515"/>
              </a:cxn>
              <a:cxn ang="0">
                <a:pos x="connsiteX65516" y="connsiteY65516"/>
              </a:cxn>
              <a:cxn ang="0">
                <a:pos x="connsiteX65517" y="connsiteY65517"/>
              </a:cxn>
              <a:cxn ang="0">
                <a:pos x="connsiteX65518" y="connsiteY65518"/>
              </a:cxn>
              <a:cxn ang="0">
                <a:pos x="connsiteX65519" y="connsiteY65519"/>
              </a:cxn>
              <a:cxn ang="0">
                <a:pos x="connsiteX65520" y="connsiteY65520"/>
              </a:cxn>
              <a:cxn ang="0">
                <a:pos x="connsiteX65521" y="connsiteY65521"/>
              </a:cxn>
              <a:cxn ang="0">
                <a:pos x="connsiteX65522" y="connsiteY65522"/>
              </a:cxn>
              <a:cxn ang="0">
                <a:pos x="connsiteX65523" y="connsiteY65523"/>
              </a:cxn>
              <a:cxn ang="0">
                <a:pos x="connsiteX65524" y="connsiteY65524"/>
              </a:cxn>
              <a:cxn ang="0">
                <a:pos x="connsiteX65525" y="connsiteY65525"/>
              </a:cxn>
              <a:cxn ang="0">
                <a:pos x="connsiteX65526" y="connsiteY65526"/>
              </a:cxn>
              <a:cxn ang="0">
                <a:pos x="connsiteX65527" y="connsiteY65527"/>
              </a:cxn>
              <a:cxn ang="0">
                <a:pos x="connsiteX65528" y="connsiteY65528"/>
              </a:cxn>
              <a:cxn ang="0">
                <a:pos x="connsiteX65529" y="connsiteY65529"/>
              </a:cxn>
              <a:cxn ang="0">
                <a:pos x="connsiteX65530" y="connsiteY65530"/>
              </a:cxn>
              <a:cxn ang="0">
                <a:pos x="connsiteX65531" y="connsiteY65531"/>
              </a:cxn>
              <a:cxn ang="0">
                <a:pos x="connsiteX65532" y="connsiteY65532"/>
              </a:cxn>
              <a:cxn ang="0">
                <a:pos x="connsiteX65533" y="connsiteY65533"/>
              </a:cxn>
              <a:cxn ang="0">
                <a:pos x="connsiteX65534" y="connsiteY65534"/>
              </a:cxn>
              <a:cxn ang="0">
                <a:pos x="connsiteX65535" y="connsiteY65535"/>
              </a:cxn>
              <a:cxn ang="0">
                <a:pos x="connsiteX65536" y="connsiteY65536"/>
              </a:cxn>
              <a:cxn ang="0">
                <a:pos x="connsiteX65537" y="connsiteY65537"/>
              </a:cxn>
              <a:cxn ang="0">
                <a:pos x="connsiteX65538" y="connsiteY65538"/>
              </a:cxn>
              <a:cxn ang="0">
                <a:pos x="connsiteX65539" y="connsiteY65539"/>
              </a:cxn>
              <a:cxn ang="0">
                <a:pos x="connsiteX65540" y="connsiteY65540"/>
              </a:cxn>
              <a:cxn ang="0">
                <a:pos x="connsiteX65541" y="connsiteY65541"/>
              </a:cxn>
              <a:cxn ang="0">
                <a:pos x="connsiteX65542" y="connsiteY65542"/>
              </a:cxn>
              <a:cxn ang="0">
                <a:pos x="connsiteX65543" y="connsiteY65543"/>
              </a:cxn>
              <a:cxn ang="0">
                <a:pos x="connsiteX65544" y="connsiteY65544"/>
              </a:cxn>
              <a:cxn ang="0">
                <a:pos x="connsiteX65545" y="connsiteY65545"/>
              </a:cxn>
              <a:cxn ang="0">
                <a:pos x="connsiteX65546" y="connsiteY65546"/>
              </a:cxn>
              <a:cxn ang="0">
                <a:pos x="connsiteX65547" y="connsiteY65547"/>
              </a:cxn>
              <a:cxn ang="0">
                <a:pos x="connsiteX65548" y="connsiteY65548"/>
              </a:cxn>
              <a:cxn ang="0">
                <a:pos x="connsiteX65549" y="connsiteY65549"/>
              </a:cxn>
              <a:cxn ang="0">
                <a:pos x="connsiteX65550" y="connsiteY65550"/>
              </a:cxn>
              <a:cxn ang="0">
                <a:pos x="connsiteX65551" y="connsiteY65551"/>
              </a:cxn>
              <a:cxn ang="0">
                <a:pos x="connsiteX65552" y="connsiteY65552"/>
              </a:cxn>
              <a:cxn ang="0">
                <a:pos x="connsiteX65553" y="connsiteY65553"/>
              </a:cxn>
              <a:cxn ang="0">
                <a:pos x="connsiteX65554" y="connsiteY65554"/>
              </a:cxn>
              <a:cxn ang="0">
                <a:pos x="connsiteX65555" y="connsiteY65555"/>
              </a:cxn>
              <a:cxn ang="0">
                <a:pos x="connsiteX65556" y="connsiteY65556"/>
              </a:cxn>
              <a:cxn ang="0">
                <a:pos x="connsiteX65557" y="connsiteY65557"/>
              </a:cxn>
              <a:cxn ang="0">
                <a:pos x="connsiteX65558" y="connsiteY65558"/>
              </a:cxn>
              <a:cxn ang="0">
                <a:pos x="connsiteX65559" y="connsiteY65559"/>
              </a:cxn>
              <a:cxn ang="0">
                <a:pos x="connsiteX65560" y="connsiteY65560"/>
              </a:cxn>
              <a:cxn ang="0">
                <a:pos x="connsiteX65561" y="connsiteY65561"/>
              </a:cxn>
              <a:cxn ang="0">
                <a:pos x="connsiteX65562" y="connsiteY65562"/>
              </a:cxn>
              <a:cxn ang="0">
                <a:pos x="connsiteX65563" y="connsiteY65563"/>
              </a:cxn>
              <a:cxn ang="0">
                <a:pos x="connsiteX65564" y="connsiteY65564"/>
              </a:cxn>
              <a:cxn ang="0">
                <a:pos x="connsiteX65565" y="connsiteY65565"/>
              </a:cxn>
              <a:cxn ang="0">
                <a:pos x="connsiteX65566" y="connsiteY65566"/>
              </a:cxn>
              <a:cxn ang="0">
                <a:pos x="connsiteX65567" y="connsiteY65567"/>
              </a:cxn>
              <a:cxn ang="0">
                <a:pos x="connsiteX65568" y="connsiteY65568"/>
              </a:cxn>
              <a:cxn ang="0">
                <a:pos x="connsiteX65569" y="connsiteY65569"/>
              </a:cxn>
              <a:cxn ang="0">
                <a:pos x="connsiteX65570" y="connsiteY65570"/>
              </a:cxn>
              <a:cxn ang="0">
                <a:pos x="connsiteX65571" y="connsiteY65571"/>
              </a:cxn>
              <a:cxn ang="0">
                <a:pos x="connsiteX65572" y="connsiteY65572"/>
              </a:cxn>
              <a:cxn ang="0">
                <a:pos x="connsiteX65573" y="connsiteY65573"/>
              </a:cxn>
              <a:cxn ang="0">
                <a:pos x="connsiteX65574" y="connsiteY65574"/>
              </a:cxn>
              <a:cxn ang="0">
                <a:pos x="connsiteX65575" y="connsiteY65575"/>
              </a:cxn>
              <a:cxn ang="0">
                <a:pos x="connsiteX65576" y="connsiteY65576"/>
              </a:cxn>
              <a:cxn ang="0">
                <a:pos x="connsiteX65577" y="connsiteY65577"/>
              </a:cxn>
              <a:cxn ang="0">
                <a:pos x="connsiteX65578" y="connsiteY65578"/>
              </a:cxn>
              <a:cxn ang="0">
                <a:pos x="connsiteX65579" y="connsiteY65579"/>
              </a:cxn>
              <a:cxn ang="0">
                <a:pos x="connsiteX65580" y="connsiteY65580"/>
              </a:cxn>
              <a:cxn ang="0">
                <a:pos x="connsiteX65581" y="connsiteY65581"/>
              </a:cxn>
              <a:cxn ang="0">
                <a:pos x="connsiteX65582" y="connsiteY65582"/>
              </a:cxn>
              <a:cxn ang="0">
                <a:pos x="connsiteX65583" y="connsiteY65583"/>
              </a:cxn>
              <a:cxn ang="0">
                <a:pos x="connsiteX65584" y="connsiteY65584"/>
              </a:cxn>
              <a:cxn ang="0">
                <a:pos x="connsiteX65585" y="connsiteY65585"/>
              </a:cxn>
              <a:cxn ang="0">
                <a:pos x="connsiteX65586" y="connsiteY65586"/>
              </a:cxn>
              <a:cxn ang="0">
                <a:pos x="connsiteX65587" y="connsiteY65587"/>
              </a:cxn>
              <a:cxn ang="0">
                <a:pos x="connsiteX65588" y="connsiteY65588"/>
              </a:cxn>
              <a:cxn ang="0">
                <a:pos x="connsiteX65589" y="connsiteY65589"/>
              </a:cxn>
              <a:cxn ang="0">
                <a:pos x="connsiteX65590" y="connsiteY65590"/>
              </a:cxn>
              <a:cxn ang="0">
                <a:pos x="connsiteX65591" y="connsiteY65591"/>
              </a:cxn>
              <a:cxn ang="0">
                <a:pos x="connsiteX65592" y="connsiteY65592"/>
              </a:cxn>
              <a:cxn ang="0">
                <a:pos x="connsiteX65593" y="connsiteY65593"/>
              </a:cxn>
              <a:cxn ang="0">
                <a:pos x="connsiteX65594" y="connsiteY65594"/>
              </a:cxn>
              <a:cxn ang="0">
                <a:pos x="connsiteX65595" y="connsiteY65595"/>
              </a:cxn>
              <a:cxn ang="0">
                <a:pos x="connsiteX65596" y="connsiteY65596"/>
              </a:cxn>
              <a:cxn ang="0">
                <a:pos x="connsiteX65597" y="connsiteY65597"/>
              </a:cxn>
              <a:cxn ang="0">
                <a:pos x="connsiteX65598" y="connsiteY65598"/>
              </a:cxn>
              <a:cxn ang="0">
                <a:pos x="connsiteX65599" y="connsiteY65599"/>
              </a:cxn>
              <a:cxn ang="0">
                <a:pos x="connsiteX65600" y="connsiteY65600"/>
              </a:cxn>
              <a:cxn ang="0">
                <a:pos x="connsiteX65601" y="connsiteY65601"/>
              </a:cxn>
              <a:cxn ang="0">
                <a:pos x="connsiteX65602" y="connsiteY65602"/>
              </a:cxn>
              <a:cxn ang="0">
                <a:pos x="connsiteX65603" y="connsiteY65603"/>
              </a:cxn>
              <a:cxn ang="0">
                <a:pos x="connsiteX65604" y="connsiteY65604"/>
              </a:cxn>
              <a:cxn ang="0">
                <a:pos x="connsiteX65605" y="connsiteY65605"/>
              </a:cxn>
              <a:cxn ang="0">
                <a:pos x="connsiteX65606" y="connsiteY65606"/>
              </a:cxn>
              <a:cxn ang="0">
                <a:pos x="connsiteX65607" y="connsiteY65607"/>
              </a:cxn>
              <a:cxn ang="0">
                <a:pos x="connsiteX65608" y="connsiteY65608"/>
              </a:cxn>
              <a:cxn ang="0">
                <a:pos x="connsiteX65609" y="connsiteY65609"/>
              </a:cxn>
              <a:cxn ang="0">
                <a:pos x="connsiteX65610" y="connsiteY65610"/>
              </a:cxn>
              <a:cxn ang="0">
                <a:pos x="connsiteX65611" y="connsiteY65611"/>
              </a:cxn>
              <a:cxn ang="0">
                <a:pos x="connsiteX65612" y="connsiteY65612"/>
              </a:cxn>
              <a:cxn ang="0">
                <a:pos x="connsiteX65613" y="connsiteY65613"/>
              </a:cxn>
              <a:cxn ang="0">
                <a:pos x="connsiteX65614" y="connsiteY65614"/>
              </a:cxn>
              <a:cxn ang="0">
                <a:pos x="connsiteX65615" y="connsiteY65615"/>
              </a:cxn>
              <a:cxn ang="0">
                <a:pos x="connsiteX65616" y="connsiteY65616"/>
              </a:cxn>
              <a:cxn ang="0">
                <a:pos x="connsiteX65617" y="connsiteY65617"/>
              </a:cxn>
              <a:cxn ang="0">
                <a:pos x="connsiteX65618" y="connsiteY65618"/>
              </a:cxn>
              <a:cxn ang="0">
                <a:pos x="connsiteX65619" y="connsiteY65619"/>
              </a:cxn>
              <a:cxn ang="0">
                <a:pos x="connsiteX65620" y="connsiteY65620"/>
              </a:cxn>
              <a:cxn ang="0">
                <a:pos x="connsiteX65621" y="connsiteY65621"/>
              </a:cxn>
              <a:cxn ang="0">
                <a:pos x="connsiteX65622" y="connsiteY65622"/>
              </a:cxn>
              <a:cxn ang="0">
                <a:pos x="connsiteX65623" y="connsiteY65623"/>
              </a:cxn>
              <a:cxn ang="0">
                <a:pos x="connsiteX65624" y="connsiteY65624"/>
              </a:cxn>
              <a:cxn ang="0">
                <a:pos x="connsiteX65625" y="connsiteY65625"/>
              </a:cxn>
              <a:cxn ang="0">
                <a:pos x="connsiteX65626" y="connsiteY65626"/>
              </a:cxn>
              <a:cxn ang="0">
                <a:pos x="connsiteX65627" y="connsiteY65627"/>
              </a:cxn>
              <a:cxn ang="0">
                <a:pos x="connsiteX65628" y="connsiteY65628"/>
              </a:cxn>
              <a:cxn ang="0">
                <a:pos x="connsiteX65629" y="connsiteY65629"/>
              </a:cxn>
              <a:cxn ang="0">
                <a:pos x="connsiteX65630" y="connsiteY65630"/>
              </a:cxn>
              <a:cxn ang="0">
                <a:pos x="connsiteX65631" y="connsiteY65631"/>
              </a:cxn>
              <a:cxn ang="0">
                <a:pos x="connsiteX65632" y="connsiteY65632"/>
              </a:cxn>
              <a:cxn ang="0">
                <a:pos x="connsiteX65633" y="connsiteY65633"/>
              </a:cxn>
              <a:cxn ang="0">
                <a:pos x="connsiteX65634" y="connsiteY65634"/>
              </a:cxn>
              <a:cxn ang="0">
                <a:pos x="connsiteX65635" y="connsiteY65635"/>
              </a:cxn>
              <a:cxn ang="0">
                <a:pos x="connsiteX65636" y="connsiteY65636"/>
              </a:cxn>
              <a:cxn ang="0">
                <a:pos x="connsiteX65637" y="connsiteY65637"/>
              </a:cxn>
              <a:cxn ang="0">
                <a:pos x="connsiteX65638" y="connsiteY65638"/>
              </a:cxn>
              <a:cxn ang="0">
                <a:pos x="connsiteX65639" y="connsiteY65639"/>
              </a:cxn>
              <a:cxn ang="0">
                <a:pos x="connsiteX65640" y="connsiteY65640"/>
              </a:cxn>
              <a:cxn ang="0">
                <a:pos x="connsiteX65641" y="connsiteY65641"/>
              </a:cxn>
              <a:cxn ang="0">
                <a:pos x="connsiteX65642" y="connsiteY65642"/>
              </a:cxn>
              <a:cxn ang="0">
                <a:pos x="connsiteX65643" y="connsiteY65643"/>
              </a:cxn>
              <a:cxn ang="0">
                <a:pos x="connsiteX65644" y="connsiteY65644"/>
              </a:cxn>
              <a:cxn ang="0">
                <a:pos x="connsiteX65645" y="connsiteY65645"/>
              </a:cxn>
              <a:cxn ang="0">
                <a:pos x="connsiteX65646" y="connsiteY65646"/>
              </a:cxn>
              <a:cxn ang="0">
                <a:pos x="connsiteX65647" y="connsiteY65647"/>
              </a:cxn>
              <a:cxn ang="0">
                <a:pos x="connsiteX65648" y="connsiteY65648"/>
              </a:cxn>
              <a:cxn ang="0">
                <a:pos x="connsiteX65649" y="connsiteY65649"/>
              </a:cxn>
              <a:cxn ang="0">
                <a:pos x="connsiteX65650" y="connsiteY65650"/>
              </a:cxn>
              <a:cxn ang="0">
                <a:pos x="connsiteX65651" y="connsiteY65651"/>
              </a:cxn>
              <a:cxn ang="0">
                <a:pos x="connsiteX65652" y="connsiteY65652"/>
              </a:cxn>
              <a:cxn ang="0">
                <a:pos x="connsiteX65653" y="connsiteY65653"/>
              </a:cxn>
              <a:cxn ang="0">
                <a:pos x="connsiteX65654" y="connsiteY65654"/>
              </a:cxn>
              <a:cxn ang="0">
                <a:pos x="connsiteX65655" y="connsiteY65655"/>
              </a:cxn>
              <a:cxn ang="0">
                <a:pos x="connsiteX65656" y="connsiteY65656"/>
              </a:cxn>
              <a:cxn ang="0">
                <a:pos x="connsiteX65657" y="connsiteY65657"/>
              </a:cxn>
              <a:cxn ang="0">
                <a:pos x="connsiteX65658" y="connsiteY65658"/>
              </a:cxn>
              <a:cxn ang="0">
                <a:pos x="connsiteX65659" y="connsiteY65659"/>
              </a:cxn>
              <a:cxn ang="0">
                <a:pos x="connsiteX65660" y="connsiteY65660"/>
              </a:cxn>
              <a:cxn ang="0">
                <a:pos x="connsiteX65661" y="connsiteY65661"/>
              </a:cxn>
              <a:cxn ang="0">
                <a:pos x="connsiteX65662" y="connsiteY65662"/>
              </a:cxn>
              <a:cxn ang="0">
                <a:pos x="connsiteX65663" y="connsiteY65663"/>
              </a:cxn>
              <a:cxn ang="0">
                <a:pos x="connsiteX65664" y="connsiteY65664"/>
              </a:cxn>
              <a:cxn ang="0">
                <a:pos x="connsiteX65665" y="connsiteY65665"/>
              </a:cxn>
              <a:cxn ang="0">
                <a:pos x="connsiteX65666" y="connsiteY65666"/>
              </a:cxn>
              <a:cxn ang="0">
                <a:pos x="connsiteX65667" y="connsiteY65667"/>
              </a:cxn>
              <a:cxn ang="0">
                <a:pos x="connsiteX65668" y="connsiteY65668"/>
              </a:cxn>
              <a:cxn ang="0">
                <a:pos x="connsiteX65669" y="connsiteY65669"/>
              </a:cxn>
              <a:cxn ang="0">
                <a:pos x="connsiteX65670" y="connsiteY65670"/>
              </a:cxn>
              <a:cxn ang="0">
                <a:pos x="connsiteX65671" y="connsiteY65671"/>
              </a:cxn>
              <a:cxn ang="0">
                <a:pos x="connsiteX65672" y="connsiteY65672"/>
              </a:cxn>
              <a:cxn ang="0">
                <a:pos x="connsiteX65673" y="connsiteY65673"/>
              </a:cxn>
              <a:cxn ang="0">
                <a:pos x="connsiteX65674" y="connsiteY65674"/>
              </a:cxn>
              <a:cxn ang="0">
                <a:pos x="connsiteX65675" y="connsiteY65675"/>
              </a:cxn>
              <a:cxn ang="0">
                <a:pos x="connsiteX65676" y="connsiteY65676"/>
              </a:cxn>
              <a:cxn ang="0">
                <a:pos x="connsiteX65677" y="connsiteY65677"/>
              </a:cxn>
              <a:cxn ang="0">
                <a:pos x="connsiteX65678" y="connsiteY65678"/>
              </a:cxn>
              <a:cxn ang="0">
                <a:pos x="connsiteX65679" y="connsiteY65679"/>
              </a:cxn>
              <a:cxn ang="0">
                <a:pos x="connsiteX65680" y="connsiteY65680"/>
              </a:cxn>
              <a:cxn ang="0">
                <a:pos x="connsiteX65681" y="connsiteY65681"/>
              </a:cxn>
              <a:cxn ang="0">
                <a:pos x="connsiteX65682" y="connsiteY65682"/>
              </a:cxn>
              <a:cxn ang="0">
                <a:pos x="connsiteX65683" y="connsiteY65683"/>
              </a:cxn>
              <a:cxn ang="0">
                <a:pos x="connsiteX65684" y="connsiteY65684"/>
              </a:cxn>
              <a:cxn ang="0">
                <a:pos x="connsiteX65685" y="connsiteY65685"/>
              </a:cxn>
              <a:cxn ang="0">
                <a:pos x="connsiteX65686" y="connsiteY65686"/>
              </a:cxn>
              <a:cxn ang="0">
                <a:pos x="connsiteX65687" y="connsiteY65687"/>
              </a:cxn>
              <a:cxn ang="0">
                <a:pos x="connsiteX65688" y="connsiteY65688"/>
              </a:cxn>
              <a:cxn ang="0">
                <a:pos x="connsiteX65689" y="connsiteY65689"/>
              </a:cxn>
              <a:cxn ang="0">
                <a:pos x="connsiteX65690" y="connsiteY65690"/>
              </a:cxn>
              <a:cxn ang="0">
                <a:pos x="connsiteX65691" y="connsiteY65691"/>
              </a:cxn>
              <a:cxn ang="0">
                <a:pos x="connsiteX65692" y="connsiteY65692"/>
              </a:cxn>
              <a:cxn ang="0">
                <a:pos x="connsiteX65693" y="connsiteY65693"/>
              </a:cxn>
              <a:cxn ang="0">
                <a:pos x="connsiteX65694" y="connsiteY65694"/>
              </a:cxn>
              <a:cxn ang="0">
                <a:pos x="connsiteX65695" y="connsiteY65695"/>
              </a:cxn>
              <a:cxn ang="0">
                <a:pos x="connsiteX65696" y="connsiteY65696"/>
              </a:cxn>
              <a:cxn ang="0">
                <a:pos x="connsiteX65697" y="connsiteY65697"/>
              </a:cxn>
              <a:cxn ang="0">
                <a:pos x="connsiteX65698" y="connsiteY65698"/>
              </a:cxn>
              <a:cxn ang="0">
                <a:pos x="connsiteX65699" y="connsiteY65699"/>
              </a:cxn>
              <a:cxn ang="0">
                <a:pos x="connsiteX65700" y="connsiteY65700"/>
              </a:cxn>
              <a:cxn ang="0">
                <a:pos x="connsiteX65701" y="connsiteY65701"/>
              </a:cxn>
              <a:cxn ang="0">
                <a:pos x="connsiteX65702" y="connsiteY65702"/>
              </a:cxn>
              <a:cxn ang="0">
                <a:pos x="connsiteX65703" y="connsiteY65703"/>
              </a:cxn>
              <a:cxn ang="0">
                <a:pos x="connsiteX65704" y="connsiteY65704"/>
              </a:cxn>
              <a:cxn ang="0">
                <a:pos x="connsiteX65705" y="connsiteY65705"/>
              </a:cxn>
              <a:cxn ang="0">
                <a:pos x="connsiteX65706" y="connsiteY65706"/>
              </a:cxn>
              <a:cxn ang="0">
                <a:pos x="connsiteX65707" y="connsiteY65707"/>
              </a:cxn>
              <a:cxn ang="0">
                <a:pos x="connsiteX65708" y="connsiteY65708"/>
              </a:cxn>
              <a:cxn ang="0">
                <a:pos x="connsiteX65709" y="connsiteY65709"/>
              </a:cxn>
              <a:cxn ang="0">
                <a:pos x="connsiteX65710" y="connsiteY65710"/>
              </a:cxn>
              <a:cxn ang="0">
                <a:pos x="connsiteX65711" y="connsiteY65711"/>
              </a:cxn>
              <a:cxn ang="0">
                <a:pos x="connsiteX65712" y="connsiteY65712"/>
              </a:cxn>
              <a:cxn ang="0">
                <a:pos x="connsiteX65713" y="connsiteY65713"/>
              </a:cxn>
              <a:cxn ang="0">
                <a:pos x="connsiteX65714" y="connsiteY65714"/>
              </a:cxn>
              <a:cxn ang="0">
                <a:pos x="connsiteX65715" y="connsiteY65715"/>
              </a:cxn>
              <a:cxn ang="0">
                <a:pos x="connsiteX65716" y="connsiteY65716"/>
              </a:cxn>
              <a:cxn ang="0">
                <a:pos x="connsiteX65717" y="connsiteY65717"/>
              </a:cxn>
              <a:cxn ang="0">
                <a:pos x="connsiteX65718" y="connsiteY65718"/>
              </a:cxn>
              <a:cxn ang="0">
                <a:pos x="connsiteX65719" y="connsiteY65719"/>
              </a:cxn>
              <a:cxn ang="0">
                <a:pos x="connsiteX65720" y="connsiteY65720"/>
              </a:cxn>
              <a:cxn ang="0">
                <a:pos x="connsiteX65721" y="connsiteY65721"/>
              </a:cxn>
              <a:cxn ang="0">
                <a:pos x="connsiteX65722" y="connsiteY65722"/>
              </a:cxn>
              <a:cxn ang="0">
                <a:pos x="connsiteX65723" y="connsiteY65723"/>
              </a:cxn>
              <a:cxn ang="0">
                <a:pos x="connsiteX65724" y="connsiteY65724"/>
              </a:cxn>
              <a:cxn ang="0">
                <a:pos x="connsiteX65725" y="connsiteY65725"/>
              </a:cxn>
              <a:cxn ang="0">
                <a:pos x="connsiteX65726" y="connsiteY65726"/>
              </a:cxn>
              <a:cxn ang="0">
                <a:pos x="connsiteX65727" y="connsiteY65727"/>
              </a:cxn>
              <a:cxn ang="0">
                <a:pos x="connsiteX65728" y="connsiteY65728"/>
              </a:cxn>
              <a:cxn ang="0">
                <a:pos x="connsiteX65729" y="connsiteY65729"/>
              </a:cxn>
              <a:cxn ang="0">
                <a:pos x="connsiteX65730" y="connsiteY65730"/>
              </a:cxn>
              <a:cxn ang="0">
                <a:pos x="connsiteX65731" y="connsiteY65731"/>
              </a:cxn>
              <a:cxn ang="0">
                <a:pos x="connsiteX65732" y="connsiteY65732"/>
              </a:cxn>
              <a:cxn ang="0">
                <a:pos x="connsiteX65733" y="connsiteY65733"/>
              </a:cxn>
              <a:cxn ang="0">
                <a:pos x="connsiteX65734" y="connsiteY65734"/>
              </a:cxn>
              <a:cxn ang="0">
                <a:pos x="connsiteX65735" y="connsiteY65735"/>
              </a:cxn>
              <a:cxn ang="0">
                <a:pos x="connsiteX65736" y="connsiteY65736"/>
              </a:cxn>
              <a:cxn ang="0">
                <a:pos x="connsiteX65737" y="connsiteY65737"/>
              </a:cxn>
              <a:cxn ang="0">
                <a:pos x="connsiteX65738" y="connsiteY65738"/>
              </a:cxn>
              <a:cxn ang="0">
                <a:pos x="connsiteX65739" y="connsiteY65739"/>
              </a:cxn>
              <a:cxn ang="0">
                <a:pos x="connsiteX65740" y="connsiteY65740"/>
              </a:cxn>
              <a:cxn ang="0">
                <a:pos x="connsiteX65741" y="connsiteY65741"/>
              </a:cxn>
              <a:cxn ang="0">
                <a:pos x="connsiteX65742" y="connsiteY65742"/>
              </a:cxn>
              <a:cxn ang="0">
                <a:pos x="connsiteX65743" y="connsiteY65743"/>
              </a:cxn>
              <a:cxn ang="0">
                <a:pos x="connsiteX65744" y="connsiteY65744"/>
              </a:cxn>
              <a:cxn ang="0">
                <a:pos x="connsiteX65745" y="connsiteY65745"/>
              </a:cxn>
              <a:cxn ang="0">
                <a:pos x="connsiteX65746" y="connsiteY65746"/>
              </a:cxn>
              <a:cxn ang="0">
                <a:pos x="connsiteX65747" y="connsiteY65747"/>
              </a:cxn>
              <a:cxn ang="0">
                <a:pos x="connsiteX65748" y="connsiteY65748"/>
              </a:cxn>
              <a:cxn ang="0">
                <a:pos x="connsiteX65749" y="connsiteY65749"/>
              </a:cxn>
              <a:cxn ang="0">
                <a:pos x="connsiteX65750" y="connsiteY65750"/>
              </a:cxn>
              <a:cxn ang="0">
                <a:pos x="connsiteX65751" y="connsiteY65751"/>
              </a:cxn>
              <a:cxn ang="0">
                <a:pos x="connsiteX65752" y="connsiteY65752"/>
              </a:cxn>
              <a:cxn ang="0">
                <a:pos x="connsiteX65753" y="connsiteY65753"/>
              </a:cxn>
              <a:cxn ang="0">
                <a:pos x="connsiteX65754" y="connsiteY65754"/>
              </a:cxn>
              <a:cxn ang="0">
                <a:pos x="connsiteX65755" y="connsiteY65755"/>
              </a:cxn>
              <a:cxn ang="0">
                <a:pos x="connsiteX65756" y="connsiteY65756"/>
              </a:cxn>
              <a:cxn ang="0">
                <a:pos x="connsiteX65757" y="connsiteY65757"/>
              </a:cxn>
              <a:cxn ang="0">
                <a:pos x="connsiteX65758" y="connsiteY65758"/>
              </a:cxn>
              <a:cxn ang="0">
                <a:pos x="connsiteX65759" y="connsiteY65759"/>
              </a:cxn>
              <a:cxn ang="0">
                <a:pos x="connsiteX65760" y="connsiteY65760"/>
              </a:cxn>
              <a:cxn ang="0">
                <a:pos x="connsiteX65761" y="connsiteY65761"/>
              </a:cxn>
              <a:cxn ang="0">
                <a:pos x="connsiteX65762" y="connsiteY65762"/>
              </a:cxn>
              <a:cxn ang="0">
                <a:pos x="connsiteX65763" y="connsiteY65763"/>
              </a:cxn>
              <a:cxn ang="0">
                <a:pos x="connsiteX65764" y="connsiteY65764"/>
              </a:cxn>
              <a:cxn ang="0">
                <a:pos x="connsiteX65765" y="connsiteY65765"/>
              </a:cxn>
              <a:cxn ang="0">
                <a:pos x="connsiteX65766" y="connsiteY65766"/>
              </a:cxn>
              <a:cxn ang="0">
                <a:pos x="connsiteX65767" y="connsiteY65767"/>
              </a:cxn>
              <a:cxn ang="0">
                <a:pos x="connsiteX65768" y="connsiteY65768"/>
              </a:cxn>
              <a:cxn ang="0">
                <a:pos x="connsiteX65769" y="connsiteY65769"/>
              </a:cxn>
              <a:cxn ang="0">
                <a:pos x="connsiteX65770" y="connsiteY65770"/>
              </a:cxn>
              <a:cxn ang="0">
                <a:pos x="connsiteX65771" y="connsiteY65771"/>
              </a:cxn>
              <a:cxn ang="0">
                <a:pos x="connsiteX65772" y="connsiteY65772"/>
              </a:cxn>
              <a:cxn ang="0">
                <a:pos x="connsiteX65773" y="connsiteY65773"/>
              </a:cxn>
              <a:cxn ang="0">
                <a:pos x="connsiteX65774" y="connsiteY65774"/>
              </a:cxn>
              <a:cxn ang="0">
                <a:pos x="connsiteX65775" y="connsiteY65775"/>
              </a:cxn>
              <a:cxn ang="0">
                <a:pos x="connsiteX65776" y="connsiteY65776"/>
              </a:cxn>
              <a:cxn ang="0">
                <a:pos x="connsiteX65777" y="connsiteY65777"/>
              </a:cxn>
              <a:cxn ang="0">
                <a:pos x="connsiteX65778" y="connsiteY65778"/>
              </a:cxn>
              <a:cxn ang="0">
                <a:pos x="connsiteX65779" y="connsiteY65779"/>
              </a:cxn>
              <a:cxn ang="0">
                <a:pos x="connsiteX65780" y="connsiteY65780"/>
              </a:cxn>
              <a:cxn ang="0">
                <a:pos x="connsiteX65781" y="connsiteY65781"/>
              </a:cxn>
              <a:cxn ang="0">
                <a:pos x="connsiteX65782" y="connsiteY65782"/>
              </a:cxn>
              <a:cxn ang="0">
                <a:pos x="connsiteX65783" y="connsiteY65783"/>
              </a:cxn>
              <a:cxn ang="0">
                <a:pos x="connsiteX65784" y="connsiteY65784"/>
              </a:cxn>
              <a:cxn ang="0">
                <a:pos x="connsiteX65785" y="connsiteY65785"/>
              </a:cxn>
              <a:cxn ang="0">
                <a:pos x="connsiteX65786" y="connsiteY65786"/>
              </a:cxn>
              <a:cxn ang="0">
                <a:pos x="connsiteX65787" y="connsiteY65787"/>
              </a:cxn>
              <a:cxn ang="0">
                <a:pos x="connsiteX65788" y="connsiteY65788"/>
              </a:cxn>
              <a:cxn ang="0">
                <a:pos x="connsiteX65789" y="connsiteY65789"/>
              </a:cxn>
              <a:cxn ang="0">
                <a:pos x="connsiteX65790" y="connsiteY65790"/>
              </a:cxn>
              <a:cxn ang="0">
                <a:pos x="connsiteX65791" y="connsiteY65791"/>
              </a:cxn>
              <a:cxn ang="0">
                <a:pos x="connsiteX65792" y="connsiteY65792"/>
              </a:cxn>
              <a:cxn ang="0">
                <a:pos x="connsiteX65793" y="connsiteY65793"/>
              </a:cxn>
              <a:cxn ang="0">
                <a:pos x="connsiteX65794" y="connsiteY65794"/>
              </a:cxn>
              <a:cxn ang="0">
                <a:pos x="connsiteX65795" y="connsiteY65795"/>
              </a:cxn>
              <a:cxn ang="0">
                <a:pos x="connsiteX65796" y="connsiteY65796"/>
              </a:cxn>
              <a:cxn ang="0">
                <a:pos x="connsiteX65797" y="connsiteY65797"/>
              </a:cxn>
              <a:cxn ang="0">
                <a:pos x="connsiteX65798" y="connsiteY65798"/>
              </a:cxn>
              <a:cxn ang="0">
                <a:pos x="connsiteX65799" y="connsiteY65799"/>
              </a:cxn>
              <a:cxn ang="0">
                <a:pos x="connsiteX65800" y="connsiteY65800"/>
              </a:cxn>
              <a:cxn ang="0">
                <a:pos x="connsiteX65801" y="connsiteY65801"/>
              </a:cxn>
              <a:cxn ang="0">
                <a:pos x="connsiteX65802" y="connsiteY65802"/>
              </a:cxn>
              <a:cxn ang="0">
                <a:pos x="connsiteX65803" y="connsiteY65803"/>
              </a:cxn>
              <a:cxn ang="0">
                <a:pos x="connsiteX65804" y="connsiteY65804"/>
              </a:cxn>
              <a:cxn ang="0">
                <a:pos x="connsiteX65805" y="connsiteY65805"/>
              </a:cxn>
              <a:cxn ang="0">
                <a:pos x="connsiteX65806" y="connsiteY65806"/>
              </a:cxn>
              <a:cxn ang="0">
                <a:pos x="connsiteX65807" y="connsiteY65807"/>
              </a:cxn>
              <a:cxn ang="0">
                <a:pos x="connsiteX65808" y="connsiteY65808"/>
              </a:cxn>
              <a:cxn ang="0">
                <a:pos x="connsiteX65809" y="connsiteY65809"/>
              </a:cxn>
              <a:cxn ang="0">
                <a:pos x="connsiteX65810" y="connsiteY65810"/>
              </a:cxn>
              <a:cxn ang="0">
                <a:pos x="connsiteX65811" y="connsiteY65811"/>
              </a:cxn>
              <a:cxn ang="0">
                <a:pos x="connsiteX65812" y="connsiteY65812"/>
              </a:cxn>
              <a:cxn ang="0">
                <a:pos x="connsiteX65813" y="connsiteY65813"/>
              </a:cxn>
              <a:cxn ang="0">
                <a:pos x="connsiteX65814" y="connsiteY65814"/>
              </a:cxn>
              <a:cxn ang="0">
                <a:pos x="connsiteX65815" y="connsiteY65815"/>
              </a:cxn>
              <a:cxn ang="0">
                <a:pos x="connsiteX65816" y="connsiteY65816"/>
              </a:cxn>
              <a:cxn ang="0">
                <a:pos x="connsiteX65817" y="connsiteY65817"/>
              </a:cxn>
              <a:cxn ang="0">
                <a:pos x="connsiteX65818" y="connsiteY65818"/>
              </a:cxn>
              <a:cxn ang="0">
                <a:pos x="connsiteX65819" y="connsiteY65819"/>
              </a:cxn>
              <a:cxn ang="0">
                <a:pos x="connsiteX65820" y="connsiteY65820"/>
              </a:cxn>
              <a:cxn ang="0">
                <a:pos x="connsiteX65821" y="connsiteY65821"/>
              </a:cxn>
              <a:cxn ang="0">
                <a:pos x="connsiteX65822" y="connsiteY65822"/>
              </a:cxn>
              <a:cxn ang="0">
                <a:pos x="connsiteX65823" y="connsiteY65823"/>
              </a:cxn>
              <a:cxn ang="0">
                <a:pos x="connsiteX65824" y="connsiteY65824"/>
              </a:cxn>
              <a:cxn ang="0">
                <a:pos x="connsiteX65825" y="connsiteY65825"/>
              </a:cxn>
              <a:cxn ang="0">
                <a:pos x="connsiteX65826" y="connsiteY65826"/>
              </a:cxn>
              <a:cxn ang="0">
                <a:pos x="connsiteX65827" y="connsiteY65827"/>
              </a:cxn>
              <a:cxn ang="0">
                <a:pos x="connsiteX65828" y="connsiteY65828"/>
              </a:cxn>
              <a:cxn ang="0">
                <a:pos x="connsiteX65829" y="connsiteY65829"/>
              </a:cxn>
              <a:cxn ang="0">
                <a:pos x="connsiteX65830" y="connsiteY65830"/>
              </a:cxn>
              <a:cxn ang="0">
                <a:pos x="connsiteX65831" y="connsiteY65831"/>
              </a:cxn>
              <a:cxn ang="0">
                <a:pos x="connsiteX65832" y="connsiteY65832"/>
              </a:cxn>
              <a:cxn ang="0">
                <a:pos x="connsiteX65833" y="connsiteY65833"/>
              </a:cxn>
              <a:cxn ang="0">
                <a:pos x="connsiteX65834" y="connsiteY65834"/>
              </a:cxn>
              <a:cxn ang="0">
                <a:pos x="connsiteX65835" y="connsiteY65835"/>
              </a:cxn>
              <a:cxn ang="0">
                <a:pos x="connsiteX65836" y="connsiteY65836"/>
              </a:cxn>
              <a:cxn ang="0">
                <a:pos x="connsiteX65837" y="connsiteY65837"/>
              </a:cxn>
              <a:cxn ang="0">
                <a:pos x="connsiteX65838" y="connsiteY65838"/>
              </a:cxn>
              <a:cxn ang="0">
                <a:pos x="connsiteX65839" y="connsiteY65839"/>
              </a:cxn>
              <a:cxn ang="0">
                <a:pos x="connsiteX65840" y="connsiteY65840"/>
              </a:cxn>
              <a:cxn ang="0">
                <a:pos x="connsiteX65841" y="connsiteY65841"/>
              </a:cxn>
              <a:cxn ang="0">
                <a:pos x="connsiteX65842" y="connsiteY65842"/>
              </a:cxn>
              <a:cxn ang="0">
                <a:pos x="connsiteX65843" y="connsiteY65843"/>
              </a:cxn>
              <a:cxn ang="0">
                <a:pos x="connsiteX65844" y="connsiteY65844"/>
              </a:cxn>
              <a:cxn ang="0">
                <a:pos x="connsiteX65845" y="connsiteY65845"/>
              </a:cxn>
              <a:cxn ang="0">
                <a:pos x="connsiteX65846" y="connsiteY65846"/>
              </a:cxn>
              <a:cxn ang="0">
                <a:pos x="connsiteX65847" y="connsiteY65847"/>
              </a:cxn>
              <a:cxn ang="0">
                <a:pos x="connsiteX65848" y="connsiteY65848"/>
              </a:cxn>
              <a:cxn ang="0">
                <a:pos x="connsiteX65849" y="connsiteY65849"/>
              </a:cxn>
              <a:cxn ang="0">
                <a:pos x="connsiteX65850" y="connsiteY65850"/>
              </a:cxn>
              <a:cxn ang="0">
                <a:pos x="connsiteX65851" y="connsiteY65851"/>
              </a:cxn>
              <a:cxn ang="0">
                <a:pos x="connsiteX65852" y="connsiteY65852"/>
              </a:cxn>
              <a:cxn ang="0">
                <a:pos x="connsiteX65853" y="connsiteY65853"/>
              </a:cxn>
              <a:cxn ang="0">
                <a:pos x="connsiteX65854" y="connsiteY65854"/>
              </a:cxn>
              <a:cxn ang="0">
                <a:pos x="connsiteX65855" y="connsiteY65855"/>
              </a:cxn>
              <a:cxn ang="0">
                <a:pos x="connsiteX65856" y="connsiteY65856"/>
              </a:cxn>
              <a:cxn ang="0">
                <a:pos x="connsiteX65857" y="connsiteY65857"/>
              </a:cxn>
              <a:cxn ang="0">
                <a:pos x="connsiteX65858" y="connsiteY65858"/>
              </a:cxn>
              <a:cxn ang="0">
                <a:pos x="connsiteX65859" y="connsiteY65859"/>
              </a:cxn>
              <a:cxn ang="0">
                <a:pos x="connsiteX65860" y="connsiteY65860"/>
              </a:cxn>
              <a:cxn ang="0">
                <a:pos x="connsiteX65861" y="connsiteY65861"/>
              </a:cxn>
              <a:cxn ang="0">
                <a:pos x="connsiteX65862" y="connsiteY65862"/>
              </a:cxn>
              <a:cxn ang="0">
                <a:pos x="connsiteX65863" y="connsiteY65863"/>
              </a:cxn>
              <a:cxn ang="0">
                <a:pos x="connsiteX65864" y="connsiteY65864"/>
              </a:cxn>
              <a:cxn ang="0">
                <a:pos x="connsiteX65865" y="connsiteY65865"/>
              </a:cxn>
              <a:cxn ang="0">
                <a:pos x="connsiteX65866" y="connsiteY65866"/>
              </a:cxn>
              <a:cxn ang="0">
                <a:pos x="connsiteX65867" y="connsiteY65867"/>
              </a:cxn>
              <a:cxn ang="0">
                <a:pos x="connsiteX65868" y="connsiteY65868"/>
              </a:cxn>
              <a:cxn ang="0">
                <a:pos x="connsiteX65869" y="connsiteY65869"/>
              </a:cxn>
              <a:cxn ang="0">
                <a:pos x="connsiteX65870" y="connsiteY65870"/>
              </a:cxn>
              <a:cxn ang="0">
                <a:pos x="connsiteX65871" y="connsiteY65871"/>
              </a:cxn>
              <a:cxn ang="0">
                <a:pos x="connsiteX65872" y="connsiteY65872"/>
              </a:cxn>
              <a:cxn ang="0">
                <a:pos x="connsiteX65873" y="connsiteY65873"/>
              </a:cxn>
              <a:cxn ang="0">
                <a:pos x="connsiteX65874" y="connsiteY65874"/>
              </a:cxn>
              <a:cxn ang="0">
                <a:pos x="connsiteX65875" y="connsiteY65875"/>
              </a:cxn>
              <a:cxn ang="0">
                <a:pos x="connsiteX65876" y="connsiteY65876"/>
              </a:cxn>
              <a:cxn ang="0">
                <a:pos x="connsiteX65877" y="connsiteY65877"/>
              </a:cxn>
              <a:cxn ang="0">
                <a:pos x="connsiteX65878" y="connsiteY65878"/>
              </a:cxn>
              <a:cxn ang="0">
                <a:pos x="connsiteX65879" y="connsiteY65879"/>
              </a:cxn>
              <a:cxn ang="0">
                <a:pos x="connsiteX65880" y="connsiteY65880"/>
              </a:cxn>
              <a:cxn ang="0">
                <a:pos x="connsiteX65881" y="connsiteY65881"/>
              </a:cxn>
              <a:cxn ang="0">
                <a:pos x="connsiteX65882" y="connsiteY65882"/>
              </a:cxn>
              <a:cxn ang="0">
                <a:pos x="connsiteX65883" y="connsiteY65883"/>
              </a:cxn>
              <a:cxn ang="0">
                <a:pos x="connsiteX65884" y="connsiteY65884"/>
              </a:cxn>
              <a:cxn ang="0">
                <a:pos x="connsiteX65885" y="connsiteY65885"/>
              </a:cxn>
              <a:cxn ang="0">
                <a:pos x="connsiteX65886" y="connsiteY65886"/>
              </a:cxn>
              <a:cxn ang="0">
                <a:pos x="connsiteX65887" y="connsiteY65887"/>
              </a:cxn>
              <a:cxn ang="0">
                <a:pos x="connsiteX65888" y="connsiteY65888"/>
              </a:cxn>
              <a:cxn ang="0">
                <a:pos x="connsiteX65889" y="connsiteY65889"/>
              </a:cxn>
              <a:cxn ang="0">
                <a:pos x="connsiteX65890" y="connsiteY65890"/>
              </a:cxn>
              <a:cxn ang="0">
                <a:pos x="connsiteX65891" y="connsiteY65891"/>
              </a:cxn>
              <a:cxn ang="0">
                <a:pos x="connsiteX65892" y="connsiteY65892"/>
              </a:cxn>
              <a:cxn ang="0">
                <a:pos x="connsiteX65893" y="connsiteY65893"/>
              </a:cxn>
              <a:cxn ang="0">
                <a:pos x="connsiteX65894" y="connsiteY65894"/>
              </a:cxn>
              <a:cxn ang="0">
                <a:pos x="connsiteX65895" y="connsiteY65895"/>
              </a:cxn>
              <a:cxn ang="0">
                <a:pos x="connsiteX65896" y="connsiteY65896"/>
              </a:cxn>
              <a:cxn ang="0">
                <a:pos x="connsiteX65897" y="connsiteY65897"/>
              </a:cxn>
              <a:cxn ang="0">
                <a:pos x="connsiteX65898" y="connsiteY65898"/>
              </a:cxn>
              <a:cxn ang="0">
                <a:pos x="connsiteX65899" y="connsiteY65899"/>
              </a:cxn>
              <a:cxn ang="0">
                <a:pos x="connsiteX65900" y="connsiteY65900"/>
              </a:cxn>
              <a:cxn ang="0">
                <a:pos x="connsiteX65901" y="connsiteY65901"/>
              </a:cxn>
              <a:cxn ang="0">
                <a:pos x="connsiteX65902" y="connsiteY65902"/>
              </a:cxn>
              <a:cxn ang="0">
                <a:pos x="connsiteX65903" y="connsiteY65903"/>
              </a:cxn>
              <a:cxn ang="0">
                <a:pos x="connsiteX65904" y="connsiteY65904"/>
              </a:cxn>
              <a:cxn ang="0">
                <a:pos x="connsiteX65905" y="connsiteY65905"/>
              </a:cxn>
              <a:cxn ang="0">
                <a:pos x="connsiteX65906" y="connsiteY65906"/>
              </a:cxn>
              <a:cxn ang="0">
                <a:pos x="connsiteX65907" y="connsiteY65907"/>
              </a:cxn>
              <a:cxn ang="0">
                <a:pos x="connsiteX65908" y="connsiteY65908"/>
              </a:cxn>
              <a:cxn ang="0">
                <a:pos x="connsiteX65909" y="connsiteY65909"/>
              </a:cxn>
              <a:cxn ang="0">
                <a:pos x="connsiteX65910" y="connsiteY65910"/>
              </a:cxn>
              <a:cxn ang="0">
                <a:pos x="connsiteX65911" y="connsiteY65911"/>
              </a:cxn>
              <a:cxn ang="0">
                <a:pos x="connsiteX65912" y="connsiteY65912"/>
              </a:cxn>
              <a:cxn ang="0">
                <a:pos x="connsiteX65913" y="connsiteY65913"/>
              </a:cxn>
              <a:cxn ang="0">
                <a:pos x="connsiteX65914" y="connsiteY65914"/>
              </a:cxn>
              <a:cxn ang="0">
                <a:pos x="connsiteX65915" y="connsiteY65915"/>
              </a:cxn>
              <a:cxn ang="0">
                <a:pos x="connsiteX65916" y="connsiteY65916"/>
              </a:cxn>
              <a:cxn ang="0">
                <a:pos x="connsiteX65917" y="connsiteY65917"/>
              </a:cxn>
              <a:cxn ang="0">
                <a:pos x="connsiteX65918" y="connsiteY65918"/>
              </a:cxn>
              <a:cxn ang="0">
                <a:pos x="connsiteX65919" y="connsiteY65919"/>
              </a:cxn>
              <a:cxn ang="0">
                <a:pos x="connsiteX65920" y="connsiteY65920"/>
              </a:cxn>
              <a:cxn ang="0">
                <a:pos x="connsiteX65921" y="connsiteY65921"/>
              </a:cxn>
              <a:cxn ang="0">
                <a:pos x="connsiteX65922" y="connsiteY65922"/>
              </a:cxn>
              <a:cxn ang="0">
                <a:pos x="connsiteX65923" y="connsiteY65923"/>
              </a:cxn>
              <a:cxn ang="0">
                <a:pos x="connsiteX65924" y="connsiteY65924"/>
              </a:cxn>
              <a:cxn ang="0">
                <a:pos x="connsiteX65925" y="connsiteY65925"/>
              </a:cxn>
              <a:cxn ang="0">
                <a:pos x="connsiteX65926" y="connsiteY65926"/>
              </a:cxn>
              <a:cxn ang="0">
                <a:pos x="connsiteX65927" y="connsiteY65927"/>
              </a:cxn>
              <a:cxn ang="0">
                <a:pos x="connsiteX65928" y="connsiteY65928"/>
              </a:cxn>
              <a:cxn ang="0">
                <a:pos x="connsiteX65929" y="connsiteY65929"/>
              </a:cxn>
              <a:cxn ang="0">
                <a:pos x="connsiteX65930" y="connsiteY65930"/>
              </a:cxn>
              <a:cxn ang="0">
                <a:pos x="connsiteX65931" y="connsiteY65931"/>
              </a:cxn>
              <a:cxn ang="0">
                <a:pos x="connsiteX65932" y="connsiteY65932"/>
              </a:cxn>
              <a:cxn ang="0">
                <a:pos x="connsiteX65933" y="connsiteY65933"/>
              </a:cxn>
              <a:cxn ang="0">
                <a:pos x="connsiteX65934" y="connsiteY65934"/>
              </a:cxn>
              <a:cxn ang="0">
                <a:pos x="connsiteX65935" y="connsiteY65935"/>
              </a:cxn>
              <a:cxn ang="0">
                <a:pos x="connsiteX65936" y="connsiteY65936"/>
              </a:cxn>
              <a:cxn ang="0">
                <a:pos x="connsiteX65937" y="connsiteY65937"/>
              </a:cxn>
              <a:cxn ang="0">
                <a:pos x="connsiteX65938" y="connsiteY65938"/>
              </a:cxn>
              <a:cxn ang="0">
                <a:pos x="connsiteX65939" y="connsiteY65939"/>
              </a:cxn>
              <a:cxn ang="0">
                <a:pos x="connsiteX65940" y="connsiteY65940"/>
              </a:cxn>
              <a:cxn ang="0">
                <a:pos x="connsiteX65941" y="connsiteY65941"/>
              </a:cxn>
              <a:cxn ang="0">
                <a:pos x="connsiteX65942" y="connsiteY65942"/>
              </a:cxn>
              <a:cxn ang="0">
                <a:pos x="connsiteX65943" y="connsiteY65943"/>
              </a:cxn>
              <a:cxn ang="0">
                <a:pos x="connsiteX65944" y="connsiteY65944"/>
              </a:cxn>
              <a:cxn ang="0">
                <a:pos x="connsiteX65945" y="connsiteY65945"/>
              </a:cxn>
              <a:cxn ang="0">
                <a:pos x="connsiteX65946" y="connsiteY65946"/>
              </a:cxn>
              <a:cxn ang="0">
                <a:pos x="connsiteX65947" y="connsiteY65947"/>
              </a:cxn>
              <a:cxn ang="0">
                <a:pos x="connsiteX65948" y="connsiteY65948"/>
              </a:cxn>
              <a:cxn ang="0">
                <a:pos x="connsiteX65949" y="connsiteY65949"/>
              </a:cxn>
              <a:cxn ang="0">
                <a:pos x="connsiteX65950" y="connsiteY65950"/>
              </a:cxn>
              <a:cxn ang="0">
                <a:pos x="connsiteX65951" y="connsiteY65951"/>
              </a:cxn>
              <a:cxn ang="0">
                <a:pos x="connsiteX65952" y="connsiteY65952"/>
              </a:cxn>
              <a:cxn ang="0">
                <a:pos x="connsiteX65953" y="connsiteY65953"/>
              </a:cxn>
              <a:cxn ang="0">
                <a:pos x="connsiteX65954" y="connsiteY65954"/>
              </a:cxn>
              <a:cxn ang="0">
                <a:pos x="connsiteX65955" y="connsiteY65955"/>
              </a:cxn>
              <a:cxn ang="0">
                <a:pos x="connsiteX65956" y="connsiteY65956"/>
              </a:cxn>
              <a:cxn ang="0">
                <a:pos x="connsiteX65957" y="connsiteY65957"/>
              </a:cxn>
              <a:cxn ang="0">
                <a:pos x="connsiteX65958" y="connsiteY65958"/>
              </a:cxn>
              <a:cxn ang="0">
                <a:pos x="connsiteX65959" y="connsiteY65959"/>
              </a:cxn>
              <a:cxn ang="0">
                <a:pos x="connsiteX65960" y="connsiteY65960"/>
              </a:cxn>
              <a:cxn ang="0">
                <a:pos x="connsiteX65961" y="connsiteY65961"/>
              </a:cxn>
              <a:cxn ang="0">
                <a:pos x="connsiteX65962" y="connsiteY65962"/>
              </a:cxn>
              <a:cxn ang="0">
                <a:pos x="connsiteX65963" y="connsiteY65963"/>
              </a:cxn>
              <a:cxn ang="0">
                <a:pos x="connsiteX65964" y="connsiteY65964"/>
              </a:cxn>
              <a:cxn ang="0">
                <a:pos x="connsiteX65965" y="connsiteY65965"/>
              </a:cxn>
              <a:cxn ang="0">
                <a:pos x="connsiteX65966" y="connsiteY65966"/>
              </a:cxn>
              <a:cxn ang="0">
                <a:pos x="connsiteX65967" y="connsiteY65967"/>
              </a:cxn>
              <a:cxn ang="0">
                <a:pos x="connsiteX65968" y="connsiteY65968"/>
              </a:cxn>
              <a:cxn ang="0">
                <a:pos x="connsiteX65969" y="connsiteY65969"/>
              </a:cxn>
              <a:cxn ang="0">
                <a:pos x="connsiteX65970" y="connsiteY65970"/>
              </a:cxn>
              <a:cxn ang="0">
                <a:pos x="connsiteX65971" y="connsiteY65971"/>
              </a:cxn>
              <a:cxn ang="0">
                <a:pos x="connsiteX65972" y="connsiteY65972"/>
              </a:cxn>
              <a:cxn ang="0">
                <a:pos x="connsiteX65973" y="connsiteY65973"/>
              </a:cxn>
              <a:cxn ang="0">
                <a:pos x="connsiteX65974" y="connsiteY65974"/>
              </a:cxn>
              <a:cxn ang="0">
                <a:pos x="connsiteX65975" y="connsiteY65975"/>
              </a:cxn>
              <a:cxn ang="0">
                <a:pos x="connsiteX65976" y="connsiteY65976"/>
              </a:cxn>
              <a:cxn ang="0">
                <a:pos x="connsiteX65977" y="connsiteY65977"/>
              </a:cxn>
              <a:cxn ang="0">
                <a:pos x="connsiteX65978" y="connsiteY65978"/>
              </a:cxn>
              <a:cxn ang="0">
                <a:pos x="connsiteX65979" y="connsiteY65979"/>
              </a:cxn>
              <a:cxn ang="0">
                <a:pos x="connsiteX65980" y="connsiteY65980"/>
              </a:cxn>
              <a:cxn ang="0">
                <a:pos x="connsiteX65981" y="connsiteY65981"/>
              </a:cxn>
              <a:cxn ang="0">
                <a:pos x="connsiteX65982" y="connsiteY65982"/>
              </a:cxn>
              <a:cxn ang="0">
                <a:pos x="connsiteX65983" y="connsiteY65983"/>
              </a:cxn>
              <a:cxn ang="0">
                <a:pos x="connsiteX65984" y="connsiteY65984"/>
              </a:cxn>
              <a:cxn ang="0">
                <a:pos x="connsiteX65985" y="connsiteY65985"/>
              </a:cxn>
              <a:cxn ang="0">
                <a:pos x="connsiteX65986" y="connsiteY65986"/>
              </a:cxn>
              <a:cxn ang="0">
                <a:pos x="connsiteX65987" y="connsiteY65987"/>
              </a:cxn>
              <a:cxn ang="0">
                <a:pos x="connsiteX65988" y="connsiteY65988"/>
              </a:cxn>
              <a:cxn ang="0">
                <a:pos x="connsiteX65989" y="connsiteY65989"/>
              </a:cxn>
              <a:cxn ang="0">
                <a:pos x="connsiteX65990" y="connsiteY65990"/>
              </a:cxn>
              <a:cxn ang="0">
                <a:pos x="connsiteX65991" y="connsiteY65991"/>
              </a:cxn>
              <a:cxn ang="0">
                <a:pos x="connsiteX65992" y="connsiteY65992"/>
              </a:cxn>
              <a:cxn ang="0">
                <a:pos x="connsiteX65993" y="connsiteY65993"/>
              </a:cxn>
              <a:cxn ang="0">
                <a:pos x="connsiteX65994" y="connsiteY65994"/>
              </a:cxn>
              <a:cxn ang="0">
                <a:pos x="connsiteX65995" y="connsiteY65995"/>
              </a:cxn>
              <a:cxn ang="0">
                <a:pos x="connsiteX65996" y="connsiteY65996"/>
              </a:cxn>
              <a:cxn ang="0">
                <a:pos x="connsiteX65997" y="connsiteY65997"/>
              </a:cxn>
              <a:cxn ang="0">
                <a:pos x="connsiteX65998" y="connsiteY65998"/>
              </a:cxn>
              <a:cxn ang="0">
                <a:pos x="connsiteX65999" y="connsiteY65999"/>
              </a:cxn>
              <a:cxn ang="0">
                <a:pos x="connsiteX66000" y="connsiteY66000"/>
              </a:cxn>
              <a:cxn ang="0">
                <a:pos x="connsiteX66001" y="connsiteY66001"/>
              </a:cxn>
              <a:cxn ang="0">
                <a:pos x="connsiteX66002" y="connsiteY66002"/>
              </a:cxn>
              <a:cxn ang="0">
                <a:pos x="connsiteX66003" y="connsiteY66003"/>
              </a:cxn>
              <a:cxn ang="0">
                <a:pos x="connsiteX66004" y="connsiteY66004"/>
              </a:cxn>
              <a:cxn ang="0">
                <a:pos x="connsiteX66005" y="connsiteY66005"/>
              </a:cxn>
              <a:cxn ang="0">
                <a:pos x="connsiteX66006" y="connsiteY66006"/>
              </a:cxn>
              <a:cxn ang="0">
                <a:pos x="connsiteX66007" y="connsiteY66007"/>
              </a:cxn>
              <a:cxn ang="0">
                <a:pos x="connsiteX66008" y="connsiteY66008"/>
              </a:cxn>
              <a:cxn ang="0">
                <a:pos x="connsiteX66009" y="connsiteY66009"/>
              </a:cxn>
              <a:cxn ang="0">
                <a:pos x="connsiteX66010" y="connsiteY66010"/>
              </a:cxn>
              <a:cxn ang="0">
                <a:pos x="connsiteX66011" y="connsiteY66011"/>
              </a:cxn>
              <a:cxn ang="0">
                <a:pos x="connsiteX66012" y="connsiteY66012"/>
              </a:cxn>
              <a:cxn ang="0">
                <a:pos x="connsiteX66013" y="connsiteY66013"/>
              </a:cxn>
              <a:cxn ang="0">
                <a:pos x="connsiteX66014" y="connsiteY66014"/>
              </a:cxn>
              <a:cxn ang="0">
                <a:pos x="connsiteX66015" y="connsiteY66015"/>
              </a:cxn>
              <a:cxn ang="0">
                <a:pos x="connsiteX66016" y="connsiteY66016"/>
              </a:cxn>
              <a:cxn ang="0">
                <a:pos x="connsiteX66017" y="connsiteY66017"/>
              </a:cxn>
              <a:cxn ang="0">
                <a:pos x="connsiteX66018" y="connsiteY66018"/>
              </a:cxn>
              <a:cxn ang="0">
                <a:pos x="connsiteX66019" y="connsiteY66019"/>
              </a:cxn>
              <a:cxn ang="0">
                <a:pos x="connsiteX66020" y="connsiteY66020"/>
              </a:cxn>
              <a:cxn ang="0">
                <a:pos x="connsiteX66021" y="connsiteY66021"/>
              </a:cxn>
              <a:cxn ang="0">
                <a:pos x="connsiteX66022" y="connsiteY66022"/>
              </a:cxn>
              <a:cxn ang="0">
                <a:pos x="connsiteX66023" y="connsiteY66023"/>
              </a:cxn>
              <a:cxn ang="0">
                <a:pos x="connsiteX66024" y="connsiteY66024"/>
              </a:cxn>
              <a:cxn ang="0">
                <a:pos x="connsiteX66025" y="connsiteY66025"/>
              </a:cxn>
              <a:cxn ang="0">
                <a:pos x="connsiteX66026" y="connsiteY66026"/>
              </a:cxn>
              <a:cxn ang="0">
                <a:pos x="connsiteX66027" y="connsiteY66027"/>
              </a:cxn>
              <a:cxn ang="0">
                <a:pos x="connsiteX66028" y="connsiteY66028"/>
              </a:cxn>
              <a:cxn ang="0">
                <a:pos x="connsiteX66029" y="connsiteY66029"/>
              </a:cxn>
              <a:cxn ang="0">
                <a:pos x="connsiteX66030" y="connsiteY66030"/>
              </a:cxn>
              <a:cxn ang="0">
                <a:pos x="connsiteX66031" y="connsiteY66031"/>
              </a:cxn>
              <a:cxn ang="0">
                <a:pos x="connsiteX66032" y="connsiteY66032"/>
              </a:cxn>
              <a:cxn ang="0">
                <a:pos x="connsiteX66033" y="connsiteY66033"/>
              </a:cxn>
              <a:cxn ang="0">
                <a:pos x="connsiteX66034" y="connsiteY66034"/>
              </a:cxn>
              <a:cxn ang="0">
                <a:pos x="connsiteX66035" y="connsiteY66035"/>
              </a:cxn>
              <a:cxn ang="0">
                <a:pos x="connsiteX66036" y="connsiteY66036"/>
              </a:cxn>
              <a:cxn ang="0">
                <a:pos x="connsiteX66037" y="connsiteY66037"/>
              </a:cxn>
              <a:cxn ang="0">
                <a:pos x="connsiteX66038" y="connsiteY66038"/>
              </a:cxn>
              <a:cxn ang="0">
                <a:pos x="connsiteX66039" y="connsiteY66039"/>
              </a:cxn>
              <a:cxn ang="0">
                <a:pos x="connsiteX66040" y="connsiteY66040"/>
              </a:cxn>
              <a:cxn ang="0">
                <a:pos x="connsiteX66041" y="connsiteY66041"/>
              </a:cxn>
              <a:cxn ang="0">
                <a:pos x="connsiteX66042" y="connsiteY66042"/>
              </a:cxn>
              <a:cxn ang="0">
                <a:pos x="connsiteX66043" y="connsiteY66043"/>
              </a:cxn>
              <a:cxn ang="0">
                <a:pos x="connsiteX66044" y="connsiteY66044"/>
              </a:cxn>
              <a:cxn ang="0">
                <a:pos x="connsiteX66045" y="connsiteY66045"/>
              </a:cxn>
              <a:cxn ang="0">
                <a:pos x="connsiteX66046" y="connsiteY66046"/>
              </a:cxn>
              <a:cxn ang="0">
                <a:pos x="connsiteX66047" y="connsiteY66047"/>
              </a:cxn>
              <a:cxn ang="0">
                <a:pos x="connsiteX66048" y="connsiteY66048"/>
              </a:cxn>
              <a:cxn ang="0">
                <a:pos x="connsiteX66049" y="connsiteY66049"/>
              </a:cxn>
              <a:cxn ang="0">
                <a:pos x="connsiteX66050" y="connsiteY66050"/>
              </a:cxn>
              <a:cxn ang="0">
                <a:pos x="connsiteX66051" y="connsiteY66051"/>
              </a:cxn>
              <a:cxn ang="0">
                <a:pos x="connsiteX66052" y="connsiteY66052"/>
              </a:cxn>
              <a:cxn ang="0">
                <a:pos x="connsiteX66053" y="connsiteY66053"/>
              </a:cxn>
              <a:cxn ang="0">
                <a:pos x="connsiteX66054" y="connsiteY66054"/>
              </a:cxn>
              <a:cxn ang="0">
                <a:pos x="connsiteX66055" y="connsiteY66055"/>
              </a:cxn>
              <a:cxn ang="0">
                <a:pos x="connsiteX66056" y="connsiteY66056"/>
              </a:cxn>
              <a:cxn ang="0">
                <a:pos x="connsiteX66057" y="connsiteY66057"/>
              </a:cxn>
              <a:cxn ang="0">
                <a:pos x="connsiteX66058" y="connsiteY66058"/>
              </a:cxn>
              <a:cxn ang="0">
                <a:pos x="connsiteX66059" y="connsiteY66059"/>
              </a:cxn>
              <a:cxn ang="0">
                <a:pos x="connsiteX66060" y="connsiteY66060"/>
              </a:cxn>
              <a:cxn ang="0">
                <a:pos x="connsiteX66061" y="connsiteY66061"/>
              </a:cxn>
              <a:cxn ang="0">
                <a:pos x="connsiteX66062" y="connsiteY66062"/>
              </a:cxn>
              <a:cxn ang="0">
                <a:pos x="connsiteX66063" y="connsiteY66063"/>
              </a:cxn>
              <a:cxn ang="0">
                <a:pos x="connsiteX66064" y="connsiteY66064"/>
              </a:cxn>
              <a:cxn ang="0">
                <a:pos x="connsiteX66065" y="connsiteY66065"/>
              </a:cxn>
              <a:cxn ang="0">
                <a:pos x="connsiteX66066" y="connsiteY66066"/>
              </a:cxn>
              <a:cxn ang="0">
                <a:pos x="connsiteX66067" y="connsiteY66067"/>
              </a:cxn>
              <a:cxn ang="0">
                <a:pos x="connsiteX66068" y="connsiteY66068"/>
              </a:cxn>
              <a:cxn ang="0">
                <a:pos x="connsiteX66069" y="connsiteY66069"/>
              </a:cxn>
              <a:cxn ang="0">
                <a:pos x="connsiteX66070" y="connsiteY66070"/>
              </a:cxn>
              <a:cxn ang="0">
                <a:pos x="connsiteX66071" y="connsiteY66071"/>
              </a:cxn>
              <a:cxn ang="0">
                <a:pos x="connsiteX66072" y="connsiteY66072"/>
              </a:cxn>
              <a:cxn ang="0">
                <a:pos x="connsiteX66073" y="connsiteY66073"/>
              </a:cxn>
              <a:cxn ang="0">
                <a:pos x="connsiteX66074" y="connsiteY66074"/>
              </a:cxn>
              <a:cxn ang="0">
                <a:pos x="connsiteX66075" y="connsiteY66075"/>
              </a:cxn>
              <a:cxn ang="0">
                <a:pos x="connsiteX66076" y="connsiteY66076"/>
              </a:cxn>
              <a:cxn ang="0">
                <a:pos x="connsiteX66077" y="connsiteY66077"/>
              </a:cxn>
              <a:cxn ang="0">
                <a:pos x="connsiteX66078" y="connsiteY66078"/>
              </a:cxn>
              <a:cxn ang="0">
                <a:pos x="connsiteX66079" y="connsiteY66079"/>
              </a:cxn>
              <a:cxn ang="0">
                <a:pos x="connsiteX66080" y="connsiteY66080"/>
              </a:cxn>
              <a:cxn ang="0">
                <a:pos x="connsiteX66081" y="connsiteY66081"/>
              </a:cxn>
              <a:cxn ang="0">
                <a:pos x="connsiteX66082" y="connsiteY66082"/>
              </a:cxn>
              <a:cxn ang="0">
                <a:pos x="connsiteX66083" y="connsiteY66083"/>
              </a:cxn>
              <a:cxn ang="0">
                <a:pos x="connsiteX66084" y="connsiteY66084"/>
              </a:cxn>
              <a:cxn ang="0">
                <a:pos x="connsiteX66085" y="connsiteY66085"/>
              </a:cxn>
              <a:cxn ang="0">
                <a:pos x="connsiteX66086" y="connsiteY66086"/>
              </a:cxn>
              <a:cxn ang="0">
                <a:pos x="connsiteX66087" y="connsiteY66087"/>
              </a:cxn>
              <a:cxn ang="0">
                <a:pos x="connsiteX66088" y="connsiteY66088"/>
              </a:cxn>
              <a:cxn ang="0">
                <a:pos x="connsiteX66089" y="connsiteY66089"/>
              </a:cxn>
              <a:cxn ang="0">
                <a:pos x="connsiteX66090" y="connsiteY66090"/>
              </a:cxn>
              <a:cxn ang="0">
                <a:pos x="connsiteX66091" y="connsiteY66091"/>
              </a:cxn>
              <a:cxn ang="0">
                <a:pos x="connsiteX66092" y="connsiteY66092"/>
              </a:cxn>
              <a:cxn ang="0">
                <a:pos x="connsiteX66093" y="connsiteY66093"/>
              </a:cxn>
              <a:cxn ang="0">
                <a:pos x="connsiteX66094" y="connsiteY66094"/>
              </a:cxn>
              <a:cxn ang="0">
                <a:pos x="connsiteX66095" y="connsiteY66095"/>
              </a:cxn>
              <a:cxn ang="0">
                <a:pos x="connsiteX66096" y="connsiteY66096"/>
              </a:cxn>
              <a:cxn ang="0">
                <a:pos x="connsiteX66097" y="connsiteY66097"/>
              </a:cxn>
              <a:cxn ang="0">
                <a:pos x="connsiteX66098" y="connsiteY66098"/>
              </a:cxn>
              <a:cxn ang="0">
                <a:pos x="connsiteX66099" y="connsiteY66099"/>
              </a:cxn>
              <a:cxn ang="0">
                <a:pos x="connsiteX66100" y="connsiteY66100"/>
              </a:cxn>
              <a:cxn ang="0">
                <a:pos x="connsiteX66101" y="connsiteY66101"/>
              </a:cxn>
              <a:cxn ang="0">
                <a:pos x="connsiteX66102" y="connsiteY66102"/>
              </a:cxn>
              <a:cxn ang="0">
                <a:pos x="connsiteX66103" y="connsiteY66103"/>
              </a:cxn>
              <a:cxn ang="0">
                <a:pos x="connsiteX66104" y="connsiteY66104"/>
              </a:cxn>
              <a:cxn ang="0">
                <a:pos x="connsiteX66105" y="connsiteY66105"/>
              </a:cxn>
              <a:cxn ang="0">
                <a:pos x="connsiteX66106" y="connsiteY66106"/>
              </a:cxn>
              <a:cxn ang="0">
                <a:pos x="connsiteX66107" y="connsiteY66107"/>
              </a:cxn>
              <a:cxn ang="0">
                <a:pos x="connsiteX66108" y="connsiteY66108"/>
              </a:cxn>
              <a:cxn ang="0">
                <a:pos x="connsiteX66109" y="connsiteY66109"/>
              </a:cxn>
              <a:cxn ang="0">
                <a:pos x="connsiteX66110" y="connsiteY66110"/>
              </a:cxn>
              <a:cxn ang="0">
                <a:pos x="connsiteX66111" y="connsiteY66111"/>
              </a:cxn>
              <a:cxn ang="0">
                <a:pos x="connsiteX66112" y="connsiteY66112"/>
              </a:cxn>
              <a:cxn ang="0">
                <a:pos x="connsiteX66113" y="connsiteY66113"/>
              </a:cxn>
              <a:cxn ang="0">
                <a:pos x="connsiteX66114" y="connsiteY66114"/>
              </a:cxn>
              <a:cxn ang="0">
                <a:pos x="connsiteX66115" y="connsiteY66115"/>
              </a:cxn>
              <a:cxn ang="0">
                <a:pos x="connsiteX66116" y="connsiteY66116"/>
              </a:cxn>
              <a:cxn ang="0">
                <a:pos x="connsiteX66117" y="connsiteY66117"/>
              </a:cxn>
              <a:cxn ang="0">
                <a:pos x="connsiteX66118" y="connsiteY66118"/>
              </a:cxn>
              <a:cxn ang="0">
                <a:pos x="connsiteX66119" y="connsiteY66119"/>
              </a:cxn>
              <a:cxn ang="0">
                <a:pos x="connsiteX66120" y="connsiteY66120"/>
              </a:cxn>
              <a:cxn ang="0">
                <a:pos x="connsiteX66121" y="connsiteY66121"/>
              </a:cxn>
              <a:cxn ang="0">
                <a:pos x="connsiteX66122" y="connsiteY66122"/>
              </a:cxn>
              <a:cxn ang="0">
                <a:pos x="connsiteX66123" y="connsiteY66123"/>
              </a:cxn>
              <a:cxn ang="0">
                <a:pos x="connsiteX66124" y="connsiteY66124"/>
              </a:cxn>
              <a:cxn ang="0">
                <a:pos x="connsiteX66125" y="connsiteY66125"/>
              </a:cxn>
              <a:cxn ang="0">
                <a:pos x="connsiteX66126" y="connsiteY66126"/>
              </a:cxn>
              <a:cxn ang="0">
                <a:pos x="connsiteX66127" y="connsiteY66127"/>
              </a:cxn>
              <a:cxn ang="0">
                <a:pos x="connsiteX66128" y="connsiteY66128"/>
              </a:cxn>
              <a:cxn ang="0">
                <a:pos x="connsiteX66129" y="connsiteY66129"/>
              </a:cxn>
              <a:cxn ang="0">
                <a:pos x="connsiteX66130" y="connsiteY66130"/>
              </a:cxn>
              <a:cxn ang="0">
                <a:pos x="connsiteX66131" y="connsiteY66131"/>
              </a:cxn>
              <a:cxn ang="0">
                <a:pos x="connsiteX66132" y="connsiteY66132"/>
              </a:cxn>
              <a:cxn ang="0">
                <a:pos x="connsiteX66133" y="connsiteY66133"/>
              </a:cxn>
              <a:cxn ang="0">
                <a:pos x="connsiteX66134" y="connsiteY66134"/>
              </a:cxn>
              <a:cxn ang="0">
                <a:pos x="connsiteX66135" y="connsiteY66135"/>
              </a:cxn>
              <a:cxn ang="0">
                <a:pos x="connsiteX66136" y="connsiteY66136"/>
              </a:cxn>
              <a:cxn ang="0">
                <a:pos x="connsiteX66137" y="connsiteY66137"/>
              </a:cxn>
              <a:cxn ang="0">
                <a:pos x="connsiteX66138" y="connsiteY66138"/>
              </a:cxn>
              <a:cxn ang="0">
                <a:pos x="connsiteX66139" y="connsiteY66139"/>
              </a:cxn>
              <a:cxn ang="0">
                <a:pos x="connsiteX66140" y="connsiteY66140"/>
              </a:cxn>
              <a:cxn ang="0">
                <a:pos x="connsiteX66141" y="connsiteY66141"/>
              </a:cxn>
              <a:cxn ang="0">
                <a:pos x="connsiteX66142" y="connsiteY66142"/>
              </a:cxn>
              <a:cxn ang="0">
                <a:pos x="connsiteX66143" y="connsiteY66143"/>
              </a:cxn>
              <a:cxn ang="0">
                <a:pos x="connsiteX66144" y="connsiteY66144"/>
              </a:cxn>
              <a:cxn ang="0">
                <a:pos x="connsiteX66145" y="connsiteY66145"/>
              </a:cxn>
              <a:cxn ang="0">
                <a:pos x="connsiteX66146" y="connsiteY66146"/>
              </a:cxn>
              <a:cxn ang="0">
                <a:pos x="connsiteX66147" y="connsiteY66147"/>
              </a:cxn>
              <a:cxn ang="0">
                <a:pos x="connsiteX66148" y="connsiteY66148"/>
              </a:cxn>
              <a:cxn ang="0">
                <a:pos x="connsiteX66149" y="connsiteY66149"/>
              </a:cxn>
              <a:cxn ang="0">
                <a:pos x="connsiteX66150" y="connsiteY66150"/>
              </a:cxn>
              <a:cxn ang="0">
                <a:pos x="connsiteX66151" y="connsiteY66151"/>
              </a:cxn>
              <a:cxn ang="0">
                <a:pos x="connsiteX66152" y="connsiteY66152"/>
              </a:cxn>
              <a:cxn ang="0">
                <a:pos x="connsiteX66153" y="connsiteY66153"/>
              </a:cxn>
              <a:cxn ang="0">
                <a:pos x="connsiteX66154" y="connsiteY66154"/>
              </a:cxn>
              <a:cxn ang="0">
                <a:pos x="connsiteX66155" y="connsiteY66155"/>
              </a:cxn>
              <a:cxn ang="0">
                <a:pos x="connsiteX66156" y="connsiteY66156"/>
              </a:cxn>
              <a:cxn ang="0">
                <a:pos x="connsiteX66157" y="connsiteY66157"/>
              </a:cxn>
              <a:cxn ang="0">
                <a:pos x="connsiteX66158" y="connsiteY66158"/>
              </a:cxn>
              <a:cxn ang="0">
                <a:pos x="connsiteX66159" y="connsiteY66159"/>
              </a:cxn>
              <a:cxn ang="0">
                <a:pos x="connsiteX66160" y="connsiteY66160"/>
              </a:cxn>
              <a:cxn ang="0">
                <a:pos x="connsiteX66161" y="connsiteY66161"/>
              </a:cxn>
              <a:cxn ang="0">
                <a:pos x="connsiteX66162" y="connsiteY66162"/>
              </a:cxn>
              <a:cxn ang="0">
                <a:pos x="connsiteX66163" y="connsiteY66163"/>
              </a:cxn>
              <a:cxn ang="0">
                <a:pos x="connsiteX66164" y="connsiteY66164"/>
              </a:cxn>
              <a:cxn ang="0">
                <a:pos x="connsiteX66165" y="connsiteY66165"/>
              </a:cxn>
              <a:cxn ang="0">
                <a:pos x="connsiteX66166" y="connsiteY66166"/>
              </a:cxn>
              <a:cxn ang="0">
                <a:pos x="connsiteX66167" y="connsiteY66167"/>
              </a:cxn>
              <a:cxn ang="0">
                <a:pos x="connsiteX66168" y="connsiteY66168"/>
              </a:cxn>
              <a:cxn ang="0">
                <a:pos x="connsiteX66169" y="connsiteY66169"/>
              </a:cxn>
              <a:cxn ang="0">
                <a:pos x="connsiteX66170" y="connsiteY66170"/>
              </a:cxn>
              <a:cxn ang="0">
                <a:pos x="connsiteX66171" y="connsiteY66171"/>
              </a:cxn>
              <a:cxn ang="0">
                <a:pos x="connsiteX66172" y="connsiteY66172"/>
              </a:cxn>
              <a:cxn ang="0">
                <a:pos x="connsiteX66173" y="connsiteY66173"/>
              </a:cxn>
              <a:cxn ang="0">
                <a:pos x="connsiteX66174" y="connsiteY66174"/>
              </a:cxn>
              <a:cxn ang="0">
                <a:pos x="connsiteX66175" y="connsiteY66175"/>
              </a:cxn>
              <a:cxn ang="0">
                <a:pos x="connsiteX66176" y="connsiteY66176"/>
              </a:cxn>
              <a:cxn ang="0">
                <a:pos x="connsiteX66177" y="connsiteY66177"/>
              </a:cxn>
              <a:cxn ang="0">
                <a:pos x="connsiteX66178" y="connsiteY66178"/>
              </a:cxn>
              <a:cxn ang="0">
                <a:pos x="connsiteX66179" y="connsiteY66179"/>
              </a:cxn>
              <a:cxn ang="0">
                <a:pos x="connsiteX66180" y="connsiteY66180"/>
              </a:cxn>
              <a:cxn ang="0">
                <a:pos x="connsiteX66181" y="connsiteY66181"/>
              </a:cxn>
              <a:cxn ang="0">
                <a:pos x="connsiteX66182" y="connsiteY66182"/>
              </a:cxn>
              <a:cxn ang="0">
                <a:pos x="connsiteX66183" y="connsiteY66183"/>
              </a:cxn>
              <a:cxn ang="0">
                <a:pos x="connsiteX66184" y="connsiteY66184"/>
              </a:cxn>
              <a:cxn ang="0">
                <a:pos x="connsiteX66185" y="connsiteY66185"/>
              </a:cxn>
              <a:cxn ang="0">
                <a:pos x="connsiteX66186" y="connsiteY66186"/>
              </a:cxn>
              <a:cxn ang="0">
                <a:pos x="connsiteX66187" y="connsiteY66187"/>
              </a:cxn>
              <a:cxn ang="0">
                <a:pos x="connsiteX66188" y="connsiteY66188"/>
              </a:cxn>
              <a:cxn ang="0">
                <a:pos x="connsiteX66189" y="connsiteY66189"/>
              </a:cxn>
              <a:cxn ang="0">
                <a:pos x="connsiteX66190" y="connsiteY66190"/>
              </a:cxn>
              <a:cxn ang="0">
                <a:pos x="connsiteX66191" y="connsiteY66191"/>
              </a:cxn>
              <a:cxn ang="0">
                <a:pos x="connsiteX66192" y="connsiteY66192"/>
              </a:cxn>
              <a:cxn ang="0">
                <a:pos x="connsiteX66193" y="connsiteY66193"/>
              </a:cxn>
              <a:cxn ang="0">
                <a:pos x="connsiteX66194" y="connsiteY66194"/>
              </a:cxn>
              <a:cxn ang="0">
                <a:pos x="connsiteX66195" y="connsiteY66195"/>
              </a:cxn>
              <a:cxn ang="0">
                <a:pos x="connsiteX66196" y="connsiteY66196"/>
              </a:cxn>
              <a:cxn ang="0">
                <a:pos x="connsiteX66197" y="connsiteY66197"/>
              </a:cxn>
              <a:cxn ang="0">
                <a:pos x="connsiteX66198" y="connsiteY66198"/>
              </a:cxn>
              <a:cxn ang="0">
                <a:pos x="connsiteX66199" y="connsiteY66199"/>
              </a:cxn>
              <a:cxn ang="0">
                <a:pos x="connsiteX66200" y="connsiteY66200"/>
              </a:cxn>
              <a:cxn ang="0">
                <a:pos x="connsiteX66201" y="connsiteY66201"/>
              </a:cxn>
              <a:cxn ang="0">
                <a:pos x="connsiteX66202" y="connsiteY66202"/>
              </a:cxn>
              <a:cxn ang="0">
                <a:pos x="connsiteX66203" y="connsiteY66203"/>
              </a:cxn>
              <a:cxn ang="0">
                <a:pos x="connsiteX66204" y="connsiteY66204"/>
              </a:cxn>
              <a:cxn ang="0">
                <a:pos x="connsiteX66205" y="connsiteY66205"/>
              </a:cxn>
              <a:cxn ang="0">
                <a:pos x="connsiteX66206" y="connsiteY66206"/>
              </a:cxn>
              <a:cxn ang="0">
                <a:pos x="connsiteX66207" y="connsiteY66207"/>
              </a:cxn>
              <a:cxn ang="0">
                <a:pos x="connsiteX66208" y="connsiteY66208"/>
              </a:cxn>
              <a:cxn ang="0">
                <a:pos x="connsiteX66209" y="connsiteY66209"/>
              </a:cxn>
              <a:cxn ang="0">
                <a:pos x="connsiteX66210" y="connsiteY66210"/>
              </a:cxn>
              <a:cxn ang="0">
                <a:pos x="connsiteX66211" y="connsiteY66211"/>
              </a:cxn>
              <a:cxn ang="0">
                <a:pos x="connsiteX66212" y="connsiteY66212"/>
              </a:cxn>
              <a:cxn ang="0">
                <a:pos x="connsiteX66213" y="connsiteY66213"/>
              </a:cxn>
              <a:cxn ang="0">
                <a:pos x="connsiteX66214" y="connsiteY66214"/>
              </a:cxn>
              <a:cxn ang="0">
                <a:pos x="connsiteX66215" y="connsiteY66215"/>
              </a:cxn>
              <a:cxn ang="0">
                <a:pos x="connsiteX66216" y="connsiteY66216"/>
              </a:cxn>
              <a:cxn ang="0">
                <a:pos x="connsiteX66217" y="connsiteY66217"/>
              </a:cxn>
              <a:cxn ang="0">
                <a:pos x="connsiteX66218" y="connsiteY66218"/>
              </a:cxn>
              <a:cxn ang="0">
                <a:pos x="connsiteX66219" y="connsiteY66219"/>
              </a:cxn>
              <a:cxn ang="0">
                <a:pos x="connsiteX66220" y="connsiteY66220"/>
              </a:cxn>
              <a:cxn ang="0">
                <a:pos x="connsiteX66221" y="connsiteY66221"/>
              </a:cxn>
              <a:cxn ang="0">
                <a:pos x="connsiteX66222" y="connsiteY66222"/>
              </a:cxn>
              <a:cxn ang="0">
                <a:pos x="connsiteX66223" y="connsiteY66223"/>
              </a:cxn>
              <a:cxn ang="0">
                <a:pos x="connsiteX66224" y="connsiteY66224"/>
              </a:cxn>
              <a:cxn ang="0">
                <a:pos x="connsiteX66225" y="connsiteY66225"/>
              </a:cxn>
              <a:cxn ang="0">
                <a:pos x="connsiteX66226" y="connsiteY66226"/>
              </a:cxn>
              <a:cxn ang="0">
                <a:pos x="connsiteX66227" y="connsiteY66227"/>
              </a:cxn>
              <a:cxn ang="0">
                <a:pos x="connsiteX66228" y="connsiteY66228"/>
              </a:cxn>
              <a:cxn ang="0">
                <a:pos x="connsiteX66229" y="connsiteY66229"/>
              </a:cxn>
              <a:cxn ang="0">
                <a:pos x="connsiteX66230" y="connsiteY66230"/>
              </a:cxn>
              <a:cxn ang="0">
                <a:pos x="connsiteX66231" y="connsiteY66231"/>
              </a:cxn>
              <a:cxn ang="0">
                <a:pos x="connsiteX66232" y="connsiteY66232"/>
              </a:cxn>
              <a:cxn ang="0">
                <a:pos x="connsiteX66233" y="connsiteY66233"/>
              </a:cxn>
              <a:cxn ang="0">
                <a:pos x="connsiteX66234" y="connsiteY66234"/>
              </a:cxn>
              <a:cxn ang="0">
                <a:pos x="connsiteX66235" y="connsiteY66235"/>
              </a:cxn>
              <a:cxn ang="0">
                <a:pos x="connsiteX66236" y="connsiteY66236"/>
              </a:cxn>
              <a:cxn ang="0">
                <a:pos x="connsiteX66237" y="connsiteY66237"/>
              </a:cxn>
              <a:cxn ang="0">
                <a:pos x="connsiteX66238" y="connsiteY66238"/>
              </a:cxn>
              <a:cxn ang="0">
                <a:pos x="connsiteX66239" y="connsiteY66239"/>
              </a:cxn>
              <a:cxn ang="0">
                <a:pos x="connsiteX66240" y="connsiteY66240"/>
              </a:cxn>
              <a:cxn ang="0">
                <a:pos x="connsiteX66241" y="connsiteY66241"/>
              </a:cxn>
              <a:cxn ang="0">
                <a:pos x="connsiteX66242" y="connsiteY66242"/>
              </a:cxn>
              <a:cxn ang="0">
                <a:pos x="connsiteX66243" y="connsiteY66243"/>
              </a:cxn>
              <a:cxn ang="0">
                <a:pos x="connsiteX66244" y="connsiteY66244"/>
              </a:cxn>
              <a:cxn ang="0">
                <a:pos x="connsiteX66245" y="connsiteY66245"/>
              </a:cxn>
              <a:cxn ang="0">
                <a:pos x="connsiteX66246" y="connsiteY66246"/>
              </a:cxn>
              <a:cxn ang="0">
                <a:pos x="connsiteX66247" y="connsiteY66247"/>
              </a:cxn>
              <a:cxn ang="0">
                <a:pos x="connsiteX66248" y="connsiteY66248"/>
              </a:cxn>
              <a:cxn ang="0">
                <a:pos x="connsiteX66249" y="connsiteY66249"/>
              </a:cxn>
              <a:cxn ang="0">
                <a:pos x="connsiteX66250" y="connsiteY66250"/>
              </a:cxn>
              <a:cxn ang="0">
                <a:pos x="connsiteX66251" y="connsiteY66251"/>
              </a:cxn>
              <a:cxn ang="0">
                <a:pos x="connsiteX66252" y="connsiteY66252"/>
              </a:cxn>
              <a:cxn ang="0">
                <a:pos x="connsiteX66253" y="connsiteY66253"/>
              </a:cxn>
              <a:cxn ang="0">
                <a:pos x="connsiteX66254" y="connsiteY66254"/>
              </a:cxn>
              <a:cxn ang="0">
                <a:pos x="connsiteX66255" y="connsiteY66255"/>
              </a:cxn>
              <a:cxn ang="0">
                <a:pos x="connsiteX66256" y="connsiteY66256"/>
              </a:cxn>
              <a:cxn ang="0">
                <a:pos x="connsiteX66257" y="connsiteY66257"/>
              </a:cxn>
              <a:cxn ang="0">
                <a:pos x="connsiteX66258" y="connsiteY66258"/>
              </a:cxn>
              <a:cxn ang="0">
                <a:pos x="connsiteX66259" y="connsiteY66259"/>
              </a:cxn>
              <a:cxn ang="0">
                <a:pos x="connsiteX66260" y="connsiteY66260"/>
              </a:cxn>
              <a:cxn ang="0">
                <a:pos x="connsiteX66261" y="connsiteY66261"/>
              </a:cxn>
              <a:cxn ang="0">
                <a:pos x="connsiteX66262" y="connsiteY66262"/>
              </a:cxn>
              <a:cxn ang="0">
                <a:pos x="connsiteX66263" y="connsiteY66263"/>
              </a:cxn>
              <a:cxn ang="0">
                <a:pos x="connsiteX66264" y="connsiteY66264"/>
              </a:cxn>
              <a:cxn ang="0">
                <a:pos x="connsiteX66265" y="connsiteY66265"/>
              </a:cxn>
              <a:cxn ang="0">
                <a:pos x="connsiteX66266" y="connsiteY66266"/>
              </a:cxn>
              <a:cxn ang="0">
                <a:pos x="connsiteX66267" y="connsiteY66267"/>
              </a:cxn>
              <a:cxn ang="0">
                <a:pos x="connsiteX66268" y="connsiteY66268"/>
              </a:cxn>
              <a:cxn ang="0">
                <a:pos x="connsiteX66269" y="connsiteY66269"/>
              </a:cxn>
              <a:cxn ang="0">
                <a:pos x="connsiteX66270" y="connsiteY66270"/>
              </a:cxn>
              <a:cxn ang="0">
                <a:pos x="connsiteX66271" y="connsiteY66271"/>
              </a:cxn>
              <a:cxn ang="0">
                <a:pos x="connsiteX66272" y="connsiteY66272"/>
              </a:cxn>
              <a:cxn ang="0">
                <a:pos x="connsiteX66273" y="connsiteY66273"/>
              </a:cxn>
              <a:cxn ang="0">
                <a:pos x="connsiteX66274" y="connsiteY66274"/>
              </a:cxn>
              <a:cxn ang="0">
                <a:pos x="connsiteX66275" y="connsiteY66275"/>
              </a:cxn>
              <a:cxn ang="0">
                <a:pos x="connsiteX66276" y="connsiteY66276"/>
              </a:cxn>
              <a:cxn ang="0">
                <a:pos x="connsiteX66277" y="connsiteY66277"/>
              </a:cxn>
              <a:cxn ang="0">
                <a:pos x="connsiteX66278" y="connsiteY66278"/>
              </a:cxn>
              <a:cxn ang="0">
                <a:pos x="connsiteX66279" y="connsiteY66279"/>
              </a:cxn>
              <a:cxn ang="0">
                <a:pos x="connsiteX66280" y="connsiteY66280"/>
              </a:cxn>
              <a:cxn ang="0">
                <a:pos x="connsiteX66281" y="connsiteY66281"/>
              </a:cxn>
              <a:cxn ang="0">
                <a:pos x="connsiteX66282" y="connsiteY66282"/>
              </a:cxn>
              <a:cxn ang="0">
                <a:pos x="connsiteX66283" y="connsiteY66283"/>
              </a:cxn>
              <a:cxn ang="0">
                <a:pos x="connsiteX66284" y="connsiteY66284"/>
              </a:cxn>
              <a:cxn ang="0">
                <a:pos x="connsiteX66285" y="connsiteY66285"/>
              </a:cxn>
              <a:cxn ang="0">
                <a:pos x="connsiteX66286" y="connsiteY66286"/>
              </a:cxn>
              <a:cxn ang="0">
                <a:pos x="connsiteX66287" y="connsiteY66287"/>
              </a:cxn>
              <a:cxn ang="0">
                <a:pos x="connsiteX66288" y="connsiteY66288"/>
              </a:cxn>
              <a:cxn ang="0">
                <a:pos x="connsiteX66289" y="connsiteY66289"/>
              </a:cxn>
              <a:cxn ang="0">
                <a:pos x="connsiteX66290" y="connsiteY66290"/>
              </a:cxn>
              <a:cxn ang="0">
                <a:pos x="connsiteX66291" y="connsiteY66291"/>
              </a:cxn>
              <a:cxn ang="0">
                <a:pos x="connsiteX66292" y="connsiteY66292"/>
              </a:cxn>
              <a:cxn ang="0">
                <a:pos x="connsiteX66293" y="connsiteY66293"/>
              </a:cxn>
              <a:cxn ang="0">
                <a:pos x="connsiteX66294" y="connsiteY66294"/>
              </a:cxn>
              <a:cxn ang="0">
                <a:pos x="connsiteX66295" y="connsiteY66295"/>
              </a:cxn>
              <a:cxn ang="0">
                <a:pos x="connsiteX66296" y="connsiteY66296"/>
              </a:cxn>
              <a:cxn ang="0">
                <a:pos x="connsiteX66297" y="connsiteY66297"/>
              </a:cxn>
              <a:cxn ang="0">
                <a:pos x="connsiteX66298" y="connsiteY66298"/>
              </a:cxn>
              <a:cxn ang="0">
                <a:pos x="connsiteX66299" y="connsiteY66299"/>
              </a:cxn>
              <a:cxn ang="0">
                <a:pos x="connsiteX66300" y="connsiteY66300"/>
              </a:cxn>
              <a:cxn ang="0">
                <a:pos x="connsiteX66301" y="connsiteY66301"/>
              </a:cxn>
              <a:cxn ang="0">
                <a:pos x="connsiteX66302" y="connsiteY66302"/>
              </a:cxn>
              <a:cxn ang="0">
                <a:pos x="connsiteX66303" y="connsiteY66303"/>
              </a:cxn>
              <a:cxn ang="0">
                <a:pos x="connsiteX66304" y="connsiteY66304"/>
              </a:cxn>
              <a:cxn ang="0">
                <a:pos x="connsiteX66305" y="connsiteY66305"/>
              </a:cxn>
              <a:cxn ang="0">
                <a:pos x="connsiteX66306" y="connsiteY66306"/>
              </a:cxn>
              <a:cxn ang="0">
                <a:pos x="connsiteX66307" y="connsiteY66307"/>
              </a:cxn>
              <a:cxn ang="0">
                <a:pos x="connsiteX66308" y="connsiteY66308"/>
              </a:cxn>
              <a:cxn ang="0">
                <a:pos x="connsiteX66309" y="connsiteY66309"/>
              </a:cxn>
              <a:cxn ang="0">
                <a:pos x="connsiteX66310" y="connsiteY66310"/>
              </a:cxn>
              <a:cxn ang="0">
                <a:pos x="connsiteX66311" y="connsiteY66311"/>
              </a:cxn>
              <a:cxn ang="0">
                <a:pos x="connsiteX66312" y="connsiteY66312"/>
              </a:cxn>
              <a:cxn ang="0">
                <a:pos x="connsiteX66313" y="connsiteY66313"/>
              </a:cxn>
              <a:cxn ang="0">
                <a:pos x="connsiteX66314" y="connsiteY66314"/>
              </a:cxn>
              <a:cxn ang="0">
                <a:pos x="connsiteX66315" y="connsiteY66315"/>
              </a:cxn>
              <a:cxn ang="0">
                <a:pos x="connsiteX66316" y="connsiteY66316"/>
              </a:cxn>
              <a:cxn ang="0">
                <a:pos x="connsiteX66317" y="connsiteY66317"/>
              </a:cxn>
              <a:cxn ang="0">
                <a:pos x="connsiteX66318" y="connsiteY66318"/>
              </a:cxn>
              <a:cxn ang="0">
                <a:pos x="connsiteX66319" y="connsiteY66319"/>
              </a:cxn>
              <a:cxn ang="0">
                <a:pos x="connsiteX66320" y="connsiteY66320"/>
              </a:cxn>
              <a:cxn ang="0">
                <a:pos x="connsiteX66321" y="connsiteY66321"/>
              </a:cxn>
              <a:cxn ang="0">
                <a:pos x="connsiteX66322" y="connsiteY66322"/>
              </a:cxn>
              <a:cxn ang="0">
                <a:pos x="connsiteX66323" y="connsiteY66323"/>
              </a:cxn>
              <a:cxn ang="0">
                <a:pos x="connsiteX66324" y="connsiteY66324"/>
              </a:cxn>
              <a:cxn ang="0">
                <a:pos x="connsiteX66325" y="connsiteY66325"/>
              </a:cxn>
              <a:cxn ang="0">
                <a:pos x="connsiteX66326" y="connsiteY66326"/>
              </a:cxn>
              <a:cxn ang="0">
                <a:pos x="connsiteX66327" y="connsiteY66327"/>
              </a:cxn>
              <a:cxn ang="0">
                <a:pos x="connsiteX66328" y="connsiteY66328"/>
              </a:cxn>
              <a:cxn ang="0">
                <a:pos x="connsiteX66329" y="connsiteY66329"/>
              </a:cxn>
              <a:cxn ang="0">
                <a:pos x="connsiteX66330" y="connsiteY66330"/>
              </a:cxn>
              <a:cxn ang="0">
                <a:pos x="connsiteX66331" y="connsiteY66331"/>
              </a:cxn>
              <a:cxn ang="0">
                <a:pos x="connsiteX66332" y="connsiteY66332"/>
              </a:cxn>
              <a:cxn ang="0">
                <a:pos x="connsiteX66333" y="connsiteY66333"/>
              </a:cxn>
              <a:cxn ang="0">
                <a:pos x="connsiteX66334" y="connsiteY66334"/>
              </a:cxn>
              <a:cxn ang="0">
                <a:pos x="connsiteX66335" y="connsiteY66335"/>
              </a:cxn>
              <a:cxn ang="0">
                <a:pos x="connsiteX66336" y="connsiteY66336"/>
              </a:cxn>
              <a:cxn ang="0">
                <a:pos x="connsiteX66337" y="connsiteY66337"/>
              </a:cxn>
              <a:cxn ang="0">
                <a:pos x="connsiteX66338" y="connsiteY66338"/>
              </a:cxn>
              <a:cxn ang="0">
                <a:pos x="connsiteX66339" y="connsiteY66339"/>
              </a:cxn>
              <a:cxn ang="0">
                <a:pos x="connsiteX66340" y="connsiteY66340"/>
              </a:cxn>
              <a:cxn ang="0">
                <a:pos x="connsiteX66341" y="connsiteY66341"/>
              </a:cxn>
              <a:cxn ang="0">
                <a:pos x="connsiteX66342" y="connsiteY66342"/>
              </a:cxn>
              <a:cxn ang="0">
                <a:pos x="connsiteX66343" y="connsiteY66343"/>
              </a:cxn>
              <a:cxn ang="0">
                <a:pos x="connsiteX66344" y="connsiteY66344"/>
              </a:cxn>
              <a:cxn ang="0">
                <a:pos x="connsiteX66345" y="connsiteY66345"/>
              </a:cxn>
              <a:cxn ang="0">
                <a:pos x="connsiteX66346" y="connsiteY66346"/>
              </a:cxn>
              <a:cxn ang="0">
                <a:pos x="connsiteX66347" y="connsiteY66347"/>
              </a:cxn>
              <a:cxn ang="0">
                <a:pos x="connsiteX66348" y="connsiteY66348"/>
              </a:cxn>
              <a:cxn ang="0">
                <a:pos x="connsiteX66349" y="connsiteY66349"/>
              </a:cxn>
              <a:cxn ang="0">
                <a:pos x="connsiteX66350" y="connsiteY66350"/>
              </a:cxn>
              <a:cxn ang="0">
                <a:pos x="connsiteX66351" y="connsiteY66351"/>
              </a:cxn>
              <a:cxn ang="0">
                <a:pos x="connsiteX66352" y="connsiteY66352"/>
              </a:cxn>
              <a:cxn ang="0">
                <a:pos x="connsiteX66353" y="connsiteY66353"/>
              </a:cxn>
              <a:cxn ang="0">
                <a:pos x="connsiteX66354" y="connsiteY66354"/>
              </a:cxn>
              <a:cxn ang="0">
                <a:pos x="connsiteX66355" y="connsiteY66355"/>
              </a:cxn>
              <a:cxn ang="0">
                <a:pos x="connsiteX66356" y="connsiteY66356"/>
              </a:cxn>
              <a:cxn ang="0">
                <a:pos x="connsiteX66357" y="connsiteY66357"/>
              </a:cxn>
              <a:cxn ang="0">
                <a:pos x="connsiteX66358" y="connsiteY66358"/>
              </a:cxn>
              <a:cxn ang="0">
                <a:pos x="connsiteX66359" y="connsiteY66359"/>
              </a:cxn>
              <a:cxn ang="0">
                <a:pos x="connsiteX66360" y="connsiteY66360"/>
              </a:cxn>
              <a:cxn ang="0">
                <a:pos x="connsiteX66361" y="connsiteY66361"/>
              </a:cxn>
              <a:cxn ang="0">
                <a:pos x="connsiteX66362" y="connsiteY66362"/>
              </a:cxn>
              <a:cxn ang="0">
                <a:pos x="connsiteX66363" y="connsiteY66363"/>
              </a:cxn>
              <a:cxn ang="0">
                <a:pos x="connsiteX66364" y="connsiteY66364"/>
              </a:cxn>
              <a:cxn ang="0">
                <a:pos x="connsiteX66365" y="connsiteY66365"/>
              </a:cxn>
              <a:cxn ang="0">
                <a:pos x="connsiteX66366" y="connsiteY66366"/>
              </a:cxn>
              <a:cxn ang="0">
                <a:pos x="connsiteX66367" y="connsiteY66367"/>
              </a:cxn>
              <a:cxn ang="0">
                <a:pos x="connsiteX66368" y="connsiteY66368"/>
              </a:cxn>
              <a:cxn ang="0">
                <a:pos x="connsiteX66369" y="connsiteY66369"/>
              </a:cxn>
              <a:cxn ang="0">
                <a:pos x="connsiteX66370" y="connsiteY66370"/>
              </a:cxn>
              <a:cxn ang="0">
                <a:pos x="connsiteX66371" y="connsiteY66371"/>
              </a:cxn>
              <a:cxn ang="0">
                <a:pos x="connsiteX66372" y="connsiteY66372"/>
              </a:cxn>
              <a:cxn ang="0">
                <a:pos x="connsiteX66373" y="connsiteY66373"/>
              </a:cxn>
              <a:cxn ang="0">
                <a:pos x="connsiteX66374" y="connsiteY66374"/>
              </a:cxn>
              <a:cxn ang="0">
                <a:pos x="connsiteX66375" y="connsiteY66375"/>
              </a:cxn>
              <a:cxn ang="0">
                <a:pos x="connsiteX66376" y="connsiteY66376"/>
              </a:cxn>
              <a:cxn ang="0">
                <a:pos x="connsiteX66377" y="connsiteY66377"/>
              </a:cxn>
              <a:cxn ang="0">
                <a:pos x="connsiteX66378" y="connsiteY66378"/>
              </a:cxn>
              <a:cxn ang="0">
                <a:pos x="connsiteX66379" y="connsiteY66379"/>
              </a:cxn>
              <a:cxn ang="0">
                <a:pos x="connsiteX66380" y="connsiteY66380"/>
              </a:cxn>
              <a:cxn ang="0">
                <a:pos x="connsiteX66381" y="connsiteY66381"/>
              </a:cxn>
              <a:cxn ang="0">
                <a:pos x="connsiteX66382" y="connsiteY66382"/>
              </a:cxn>
              <a:cxn ang="0">
                <a:pos x="connsiteX66383" y="connsiteY66383"/>
              </a:cxn>
              <a:cxn ang="0">
                <a:pos x="connsiteX66384" y="connsiteY66384"/>
              </a:cxn>
              <a:cxn ang="0">
                <a:pos x="connsiteX66385" y="connsiteY66385"/>
              </a:cxn>
              <a:cxn ang="0">
                <a:pos x="connsiteX66386" y="connsiteY66386"/>
              </a:cxn>
              <a:cxn ang="0">
                <a:pos x="connsiteX66387" y="connsiteY66387"/>
              </a:cxn>
              <a:cxn ang="0">
                <a:pos x="connsiteX66388" y="connsiteY66388"/>
              </a:cxn>
              <a:cxn ang="0">
                <a:pos x="connsiteX66389" y="connsiteY66389"/>
              </a:cxn>
              <a:cxn ang="0">
                <a:pos x="connsiteX66390" y="connsiteY66390"/>
              </a:cxn>
              <a:cxn ang="0">
                <a:pos x="connsiteX66391" y="connsiteY66391"/>
              </a:cxn>
              <a:cxn ang="0">
                <a:pos x="connsiteX66392" y="connsiteY66392"/>
              </a:cxn>
              <a:cxn ang="0">
                <a:pos x="connsiteX66393" y="connsiteY66393"/>
              </a:cxn>
              <a:cxn ang="0">
                <a:pos x="connsiteX66394" y="connsiteY66394"/>
              </a:cxn>
              <a:cxn ang="0">
                <a:pos x="connsiteX66395" y="connsiteY66395"/>
              </a:cxn>
              <a:cxn ang="0">
                <a:pos x="connsiteX66396" y="connsiteY66396"/>
              </a:cxn>
              <a:cxn ang="0">
                <a:pos x="connsiteX66397" y="connsiteY66397"/>
              </a:cxn>
              <a:cxn ang="0">
                <a:pos x="connsiteX66398" y="connsiteY66398"/>
              </a:cxn>
              <a:cxn ang="0">
                <a:pos x="connsiteX66399" y="connsiteY66399"/>
              </a:cxn>
              <a:cxn ang="0">
                <a:pos x="connsiteX66400" y="connsiteY66400"/>
              </a:cxn>
              <a:cxn ang="0">
                <a:pos x="connsiteX66401" y="connsiteY66401"/>
              </a:cxn>
              <a:cxn ang="0">
                <a:pos x="connsiteX66402" y="connsiteY66402"/>
              </a:cxn>
              <a:cxn ang="0">
                <a:pos x="connsiteX66403" y="connsiteY66403"/>
              </a:cxn>
              <a:cxn ang="0">
                <a:pos x="connsiteX66404" y="connsiteY66404"/>
              </a:cxn>
              <a:cxn ang="0">
                <a:pos x="connsiteX66405" y="connsiteY66405"/>
              </a:cxn>
              <a:cxn ang="0">
                <a:pos x="connsiteX66406" y="connsiteY66406"/>
              </a:cxn>
              <a:cxn ang="0">
                <a:pos x="connsiteX66407" y="connsiteY66407"/>
              </a:cxn>
              <a:cxn ang="0">
                <a:pos x="connsiteX66408" y="connsiteY66408"/>
              </a:cxn>
              <a:cxn ang="0">
                <a:pos x="connsiteX66409" y="connsiteY66409"/>
              </a:cxn>
              <a:cxn ang="0">
                <a:pos x="connsiteX66410" y="connsiteY66410"/>
              </a:cxn>
              <a:cxn ang="0">
                <a:pos x="connsiteX66411" y="connsiteY66411"/>
              </a:cxn>
              <a:cxn ang="0">
                <a:pos x="connsiteX66412" y="connsiteY66412"/>
              </a:cxn>
              <a:cxn ang="0">
                <a:pos x="connsiteX66413" y="connsiteY66413"/>
              </a:cxn>
              <a:cxn ang="0">
                <a:pos x="connsiteX66414" y="connsiteY66414"/>
              </a:cxn>
              <a:cxn ang="0">
                <a:pos x="connsiteX66415" y="connsiteY66415"/>
              </a:cxn>
              <a:cxn ang="0">
                <a:pos x="connsiteX66416" y="connsiteY66416"/>
              </a:cxn>
              <a:cxn ang="0">
                <a:pos x="connsiteX66417" y="connsiteY66417"/>
              </a:cxn>
              <a:cxn ang="0">
                <a:pos x="connsiteX66418" y="connsiteY66418"/>
              </a:cxn>
              <a:cxn ang="0">
                <a:pos x="connsiteX66419" y="connsiteY66419"/>
              </a:cxn>
              <a:cxn ang="0">
                <a:pos x="connsiteX66420" y="connsiteY66420"/>
              </a:cxn>
              <a:cxn ang="0">
                <a:pos x="connsiteX66421" y="connsiteY66421"/>
              </a:cxn>
              <a:cxn ang="0">
                <a:pos x="connsiteX66422" y="connsiteY66422"/>
              </a:cxn>
              <a:cxn ang="0">
                <a:pos x="connsiteX66423" y="connsiteY66423"/>
              </a:cxn>
              <a:cxn ang="0">
                <a:pos x="connsiteX66424" y="connsiteY66424"/>
              </a:cxn>
              <a:cxn ang="0">
                <a:pos x="connsiteX66425" y="connsiteY66425"/>
              </a:cxn>
              <a:cxn ang="0">
                <a:pos x="connsiteX66426" y="connsiteY66426"/>
              </a:cxn>
              <a:cxn ang="0">
                <a:pos x="connsiteX66427" y="connsiteY66427"/>
              </a:cxn>
              <a:cxn ang="0">
                <a:pos x="connsiteX66428" y="connsiteY66428"/>
              </a:cxn>
              <a:cxn ang="0">
                <a:pos x="connsiteX66429" y="connsiteY66429"/>
              </a:cxn>
              <a:cxn ang="0">
                <a:pos x="connsiteX66430" y="connsiteY66430"/>
              </a:cxn>
              <a:cxn ang="0">
                <a:pos x="connsiteX66431" y="connsiteY66431"/>
              </a:cxn>
              <a:cxn ang="0">
                <a:pos x="connsiteX66432" y="connsiteY66432"/>
              </a:cxn>
              <a:cxn ang="0">
                <a:pos x="connsiteX66433" y="connsiteY66433"/>
              </a:cxn>
              <a:cxn ang="0">
                <a:pos x="connsiteX66434" y="connsiteY66434"/>
              </a:cxn>
              <a:cxn ang="0">
                <a:pos x="connsiteX66435" y="connsiteY66435"/>
              </a:cxn>
              <a:cxn ang="0">
                <a:pos x="connsiteX66436" y="connsiteY66436"/>
              </a:cxn>
              <a:cxn ang="0">
                <a:pos x="connsiteX66437" y="connsiteY66437"/>
              </a:cxn>
              <a:cxn ang="0">
                <a:pos x="connsiteX66438" y="connsiteY66438"/>
              </a:cxn>
              <a:cxn ang="0">
                <a:pos x="connsiteX66439" y="connsiteY66439"/>
              </a:cxn>
              <a:cxn ang="0">
                <a:pos x="connsiteX66440" y="connsiteY66440"/>
              </a:cxn>
              <a:cxn ang="0">
                <a:pos x="connsiteX66441" y="connsiteY66441"/>
              </a:cxn>
              <a:cxn ang="0">
                <a:pos x="connsiteX66442" y="connsiteY66442"/>
              </a:cxn>
              <a:cxn ang="0">
                <a:pos x="connsiteX66443" y="connsiteY66443"/>
              </a:cxn>
              <a:cxn ang="0">
                <a:pos x="connsiteX66444" y="connsiteY66444"/>
              </a:cxn>
              <a:cxn ang="0">
                <a:pos x="connsiteX66445" y="connsiteY66445"/>
              </a:cxn>
              <a:cxn ang="0">
                <a:pos x="connsiteX66446" y="connsiteY66446"/>
              </a:cxn>
              <a:cxn ang="0">
                <a:pos x="connsiteX66447" y="connsiteY66447"/>
              </a:cxn>
              <a:cxn ang="0">
                <a:pos x="connsiteX66448" y="connsiteY66448"/>
              </a:cxn>
              <a:cxn ang="0">
                <a:pos x="connsiteX66449" y="connsiteY66449"/>
              </a:cxn>
              <a:cxn ang="0">
                <a:pos x="connsiteX66450" y="connsiteY66450"/>
              </a:cxn>
              <a:cxn ang="0">
                <a:pos x="connsiteX66451" y="connsiteY66451"/>
              </a:cxn>
              <a:cxn ang="0">
                <a:pos x="connsiteX66452" y="connsiteY66452"/>
              </a:cxn>
              <a:cxn ang="0">
                <a:pos x="connsiteX66453" y="connsiteY66453"/>
              </a:cxn>
              <a:cxn ang="0">
                <a:pos x="connsiteX66454" y="connsiteY66454"/>
              </a:cxn>
              <a:cxn ang="0">
                <a:pos x="connsiteX66455" y="connsiteY66455"/>
              </a:cxn>
              <a:cxn ang="0">
                <a:pos x="connsiteX66456" y="connsiteY66456"/>
              </a:cxn>
              <a:cxn ang="0">
                <a:pos x="connsiteX66457" y="connsiteY66457"/>
              </a:cxn>
              <a:cxn ang="0">
                <a:pos x="connsiteX66458" y="connsiteY66458"/>
              </a:cxn>
              <a:cxn ang="0">
                <a:pos x="connsiteX66459" y="connsiteY66459"/>
              </a:cxn>
              <a:cxn ang="0">
                <a:pos x="connsiteX66460" y="connsiteY66460"/>
              </a:cxn>
              <a:cxn ang="0">
                <a:pos x="connsiteX66461" y="connsiteY66461"/>
              </a:cxn>
              <a:cxn ang="0">
                <a:pos x="connsiteX66462" y="connsiteY66462"/>
              </a:cxn>
              <a:cxn ang="0">
                <a:pos x="connsiteX66463" y="connsiteY66463"/>
              </a:cxn>
              <a:cxn ang="0">
                <a:pos x="connsiteX66464" y="connsiteY66464"/>
              </a:cxn>
              <a:cxn ang="0">
                <a:pos x="connsiteX66465" y="connsiteY66465"/>
              </a:cxn>
              <a:cxn ang="0">
                <a:pos x="connsiteX66466" y="connsiteY66466"/>
              </a:cxn>
              <a:cxn ang="0">
                <a:pos x="connsiteX66467" y="connsiteY66467"/>
              </a:cxn>
              <a:cxn ang="0">
                <a:pos x="connsiteX66468" y="connsiteY66468"/>
              </a:cxn>
              <a:cxn ang="0">
                <a:pos x="connsiteX66469" y="connsiteY66469"/>
              </a:cxn>
              <a:cxn ang="0">
                <a:pos x="connsiteX66470" y="connsiteY66470"/>
              </a:cxn>
              <a:cxn ang="0">
                <a:pos x="connsiteX66471" y="connsiteY66471"/>
              </a:cxn>
              <a:cxn ang="0">
                <a:pos x="connsiteX66472" y="connsiteY66472"/>
              </a:cxn>
              <a:cxn ang="0">
                <a:pos x="connsiteX66473" y="connsiteY66473"/>
              </a:cxn>
              <a:cxn ang="0">
                <a:pos x="connsiteX66474" y="connsiteY66474"/>
              </a:cxn>
              <a:cxn ang="0">
                <a:pos x="connsiteX66475" y="connsiteY66475"/>
              </a:cxn>
              <a:cxn ang="0">
                <a:pos x="connsiteX66476" y="connsiteY66476"/>
              </a:cxn>
              <a:cxn ang="0">
                <a:pos x="connsiteX66477" y="connsiteY66477"/>
              </a:cxn>
              <a:cxn ang="0">
                <a:pos x="connsiteX66478" y="connsiteY66478"/>
              </a:cxn>
              <a:cxn ang="0">
                <a:pos x="connsiteX66479" y="connsiteY66479"/>
              </a:cxn>
              <a:cxn ang="0">
                <a:pos x="connsiteX66480" y="connsiteY66480"/>
              </a:cxn>
              <a:cxn ang="0">
                <a:pos x="connsiteX66481" y="connsiteY66481"/>
              </a:cxn>
              <a:cxn ang="0">
                <a:pos x="connsiteX66482" y="connsiteY66482"/>
              </a:cxn>
              <a:cxn ang="0">
                <a:pos x="connsiteX66483" y="connsiteY66483"/>
              </a:cxn>
              <a:cxn ang="0">
                <a:pos x="connsiteX66484" y="connsiteY66484"/>
              </a:cxn>
              <a:cxn ang="0">
                <a:pos x="connsiteX66485" y="connsiteY66485"/>
              </a:cxn>
              <a:cxn ang="0">
                <a:pos x="connsiteX66486" y="connsiteY66486"/>
              </a:cxn>
              <a:cxn ang="0">
                <a:pos x="connsiteX66487" y="connsiteY66487"/>
              </a:cxn>
              <a:cxn ang="0">
                <a:pos x="connsiteX66488" y="connsiteY66488"/>
              </a:cxn>
              <a:cxn ang="0">
                <a:pos x="connsiteX66489" y="connsiteY66489"/>
              </a:cxn>
              <a:cxn ang="0">
                <a:pos x="connsiteX66490" y="connsiteY66490"/>
              </a:cxn>
              <a:cxn ang="0">
                <a:pos x="connsiteX66491" y="connsiteY66491"/>
              </a:cxn>
              <a:cxn ang="0">
                <a:pos x="connsiteX66492" y="connsiteY66492"/>
              </a:cxn>
              <a:cxn ang="0">
                <a:pos x="connsiteX66493" y="connsiteY66493"/>
              </a:cxn>
              <a:cxn ang="0">
                <a:pos x="connsiteX66494" y="connsiteY66494"/>
              </a:cxn>
              <a:cxn ang="0">
                <a:pos x="connsiteX66495" y="connsiteY66495"/>
              </a:cxn>
              <a:cxn ang="0">
                <a:pos x="connsiteX66496" y="connsiteY66496"/>
              </a:cxn>
              <a:cxn ang="0">
                <a:pos x="connsiteX66497" y="connsiteY66497"/>
              </a:cxn>
              <a:cxn ang="0">
                <a:pos x="connsiteX66498" y="connsiteY66498"/>
              </a:cxn>
              <a:cxn ang="0">
                <a:pos x="connsiteX66499" y="connsiteY66499"/>
              </a:cxn>
              <a:cxn ang="0">
                <a:pos x="connsiteX66500" y="connsiteY66500"/>
              </a:cxn>
              <a:cxn ang="0">
                <a:pos x="connsiteX66501" y="connsiteY66501"/>
              </a:cxn>
              <a:cxn ang="0">
                <a:pos x="connsiteX66502" y="connsiteY66502"/>
              </a:cxn>
              <a:cxn ang="0">
                <a:pos x="connsiteX66503" y="connsiteY66503"/>
              </a:cxn>
              <a:cxn ang="0">
                <a:pos x="connsiteX66504" y="connsiteY66504"/>
              </a:cxn>
              <a:cxn ang="0">
                <a:pos x="connsiteX66505" y="connsiteY66505"/>
              </a:cxn>
              <a:cxn ang="0">
                <a:pos x="connsiteX66506" y="connsiteY66506"/>
              </a:cxn>
              <a:cxn ang="0">
                <a:pos x="connsiteX66507" y="connsiteY66507"/>
              </a:cxn>
              <a:cxn ang="0">
                <a:pos x="connsiteX66508" y="connsiteY66508"/>
              </a:cxn>
              <a:cxn ang="0">
                <a:pos x="connsiteX66509" y="connsiteY66509"/>
              </a:cxn>
              <a:cxn ang="0">
                <a:pos x="connsiteX66510" y="connsiteY66510"/>
              </a:cxn>
              <a:cxn ang="0">
                <a:pos x="connsiteX66511" y="connsiteY66511"/>
              </a:cxn>
              <a:cxn ang="0">
                <a:pos x="connsiteX66512" y="connsiteY66512"/>
              </a:cxn>
              <a:cxn ang="0">
                <a:pos x="connsiteX66513" y="connsiteY66513"/>
              </a:cxn>
              <a:cxn ang="0">
                <a:pos x="connsiteX66514" y="connsiteY66514"/>
              </a:cxn>
              <a:cxn ang="0">
                <a:pos x="connsiteX66515" y="connsiteY66515"/>
              </a:cxn>
              <a:cxn ang="0">
                <a:pos x="connsiteX66516" y="connsiteY66516"/>
              </a:cxn>
              <a:cxn ang="0">
                <a:pos x="connsiteX66517" y="connsiteY66517"/>
              </a:cxn>
              <a:cxn ang="0">
                <a:pos x="connsiteX66518" y="connsiteY66518"/>
              </a:cxn>
              <a:cxn ang="0">
                <a:pos x="connsiteX66519" y="connsiteY66519"/>
              </a:cxn>
              <a:cxn ang="0">
                <a:pos x="connsiteX66520" y="connsiteY66520"/>
              </a:cxn>
              <a:cxn ang="0">
                <a:pos x="connsiteX66521" y="connsiteY66521"/>
              </a:cxn>
              <a:cxn ang="0">
                <a:pos x="connsiteX66522" y="connsiteY66522"/>
              </a:cxn>
              <a:cxn ang="0">
                <a:pos x="connsiteX66523" y="connsiteY66523"/>
              </a:cxn>
              <a:cxn ang="0">
                <a:pos x="connsiteX66524" y="connsiteY66524"/>
              </a:cxn>
              <a:cxn ang="0">
                <a:pos x="connsiteX66525" y="connsiteY66525"/>
              </a:cxn>
              <a:cxn ang="0">
                <a:pos x="connsiteX66526" y="connsiteY66526"/>
              </a:cxn>
              <a:cxn ang="0">
                <a:pos x="connsiteX66527" y="connsiteY66527"/>
              </a:cxn>
              <a:cxn ang="0">
                <a:pos x="connsiteX66528" y="connsiteY66528"/>
              </a:cxn>
              <a:cxn ang="0">
                <a:pos x="connsiteX66529" y="connsiteY66529"/>
              </a:cxn>
              <a:cxn ang="0">
                <a:pos x="connsiteX66530" y="connsiteY66530"/>
              </a:cxn>
              <a:cxn ang="0">
                <a:pos x="connsiteX66531" y="connsiteY66531"/>
              </a:cxn>
              <a:cxn ang="0">
                <a:pos x="connsiteX66532" y="connsiteY66532"/>
              </a:cxn>
              <a:cxn ang="0">
                <a:pos x="connsiteX66533" y="connsiteY66533"/>
              </a:cxn>
              <a:cxn ang="0">
                <a:pos x="connsiteX66534" y="connsiteY66534"/>
              </a:cxn>
              <a:cxn ang="0">
                <a:pos x="connsiteX66535" y="connsiteY66535"/>
              </a:cxn>
              <a:cxn ang="0">
                <a:pos x="connsiteX66536" y="connsiteY66536"/>
              </a:cxn>
              <a:cxn ang="0">
                <a:pos x="connsiteX66537" y="connsiteY66537"/>
              </a:cxn>
              <a:cxn ang="0">
                <a:pos x="connsiteX66538" y="connsiteY66538"/>
              </a:cxn>
              <a:cxn ang="0">
                <a:pos x="connsiteX66539" y="connsiteY66539"/>
              </a:cxn>
              <a:cxn ang="0">
                <a:pos x="connsiteX66540" y="connsiteY66540"/>
              </a:cxn>
              <a:cxn ang="0">
                <a:pos x="connsiteX66541" y="connsiteY66541"/>
              </a:cxn>
              <a:cxn ang="0">
                <a:pos x="connsiteX66542" y="connsiteY66542"/>
              </a:cxn>
              <a:cxn ang="0">
                <a:pos x="connsiteX66543" y="connsiteY66543"/>
              </a:cxn>
              <a:cxn ang="0">
                <a:pos x="connsiteX66544" y="connsiteY66544"/>
              </a:cxn>
              <a:cxn ang="0">
                <a:pos x="connsiteX66545" y="connsiteY66545"/>
              </a:cxn>
              <a:cxn ang="0">
                <a:pos x="connsiteX66546" y="connsiteY66546"/>
              </a:cxn>
              <a:cxn ang="0">
                <a:pos x="connsiteX66547" y="connsiteY66547"/>
              </a:cxn>
              <a:cxn ang="0">
                <a:pos x="connsiteX66548" y="connsiteY66548"/>
              </a:cxn>
              <a:cxn ang="0">
                <a:pos x="connsiteX66549" y="connsiteY66549"/>
              </a:cxn>
              <a:cxn ang="0">
                <a:pos x="connsiteX66550" y="connsiteY66550"/>
              </a:cxn>
              <a:cxn ang="0">
                <a:pos x="connsiteX66551" y="connsiteY66551"/>
              </a:cxn>
              <a:cxn ang="0">
                <a:pos x="connsiteX66552" y="connsiteY66552"/>
              </a:cxn>
              <a:cxn ang="0">
                <a:pos x="connsiteX66553" y="connsiteY66553"/>
              </a:cxn>
              <a:cxn ang="0">
                <a:pos x="connsiteX66554" y="connsiteY66554"/>
              </a:cxn>
              <a:cxn ang="0">
                <a:pos x="connsiteX66555" y="connsiteY66555"/>
              </a:cxn>
              <a:cxn ang="0">
                <a:pos x="connsiteX66556" y="connsiteY66556"/>
              </a:cxn>
              <a:cxn ang="0">
                <a:pos x="connsiteX66557" y="connsiteY66557"/>
              </a:cxn>
              <a:cxn ang="0">
                <a:pos x="connsiteX66558" y="connsiteY66558"/>
              </a:cxn>
              <a:cxn ang="0">
                <a:pos x="connsiteX66559" y="connsiteY66559"/>
              </a:cxn>
              <a:cxn ang="0">
                <a:pos x="connsiteX66560" y="connsiteY66560"/>
              </a:cxn>
              <a:cxn ang="0">
                <a:pos x="connsiteX66561" y="connsiteY66561"/>
              </a:cxn>
              <a:cxn ang="0">
                <a:pos x="connsiteX66562" y="connsiteY66562"/>
              </a:cxn>
              <a:cxn ang="0">
                <a:pos x="connsiteX66563" y="connsiteY66563"/>
              </a:cxn>
              <a:cxn ang="0">
                <a:pos x="connsiteX66564" y="connsiteY66564"/>
              </a:cxn>
              <a:cxn ang="0">
                <a:pos x="connsiteX66565" y="connsiteY66565"/>
              </a:cxn>
              <a:cxn ang="0">
                <a:pos x="connsiteX66566" y="connsiteY66566"/>
              </a:cxn>
              <a:cxn ang="0">
                <a:pos x="connsiteX66567" y="connsiteY66567"/>
              </a:cxn>
              <a:cxn ang="0">
                <a:pos x="connsiteX66568" y="connsiteY66568"/>
              </a:cxn>
              <a:cxn ang="0">
                <a:pos x="connsiteX66569" y="connsiteY66569"/>
              </a:cxn>
              <a:cxn ang="0">
                <a:pos x="connsiteX66570" y="connsiteY66570"/>
              </a:cxn>
              <a:cxn ang="0">
                <a:pos x="connsiteX66571" y="connsiteY66571"/>
              </a:cxn>
              <a:cxn ang="0">
                <a:pos x="connsiteX66572" y="connsiteY66572"/>
              </a:cxn>
              <a:cxn ang="0">
                <a:pos x="connsiteX66573" y="connsiteY66573"/>
              </a:cxn>
              <a:cxn ang="0">
                <a:pos x="connsiteX66574" y="connsiteY66574"/>
              </a:cxn>
              <a:cxn ang="0">
                <a:pos x="connsiteX66575" y="connsiteY66575"/>
              </a:cxn>
              <a:cxn ang="0">
                <a:pos x="connsiteX66576" y="connsiteY66576"/>
              </a:cxn>
              <a:cxn ang="0">
                <a:pos x="connsiteX66577" y="connsiteY66577"/>
              </a:cxn>
              <a:cxn ang="0">
                <a:pos x="connsiteX66578" y="connsiteY66578"/>
              </a:cxn>
              <a:cxn ang="0">
                <a:pos x="connsiteX66579" y="connsiteY66579"/>
              </a:cxn>
              <a:cxn ang="0">
                <a:pos x="connsiteX66580" y="connsiteY66580"/>
              </a:cxn>
              <a:cxn ang="0">
                <a:pos x="connsiteX66581" y="connsiteY66581"/>
              </a:cxn>
              <a:cxn ang="0">
                <a:pos x="connsiteX66582" y="connsiteY66582"/>
              </a:cxn>
              <a:cxn ang="0">
                <a:pos x="connsiteX66583" y="connsiteY66583"/>
              </a:cxn>
              <a:cxn ang="0">
                <a:pos x="connsiteX66584" y="connsiteY66584"/>
              </a:cxn>
              <a:cxn ang="0">
                <a:pos x="connsiteX66585" y="connsiteY66585"/>
              </a:cxn>
              <a:cxn ang="0">
                <a:pos x="connsiteX66586" y="connsiteY66586"/>
              </a:cxn>
              <a:cxn ang="0">
                <a:pos x="connsiteX66587" y="connsiteY66587"/>
              </a:cxn>
              <a:cxn ang="0">
                <a:pos x="connsiteX66588" y="connsiteY66588"/>
              </a:cxn>
              <a:cxn ang="0">
                <a:pos x="connsiteX66589" y="connsiteY66589"/>
              </a:cxn>
              <a:cxn ang="0">
                <a:pos x="connsiteX66590" y="connsiteY66590"/>
              </a:cxn>
              <a:cxn ang="0">
                <a:pos x="connsiteX66591" y="connsiteY66591"/>
              </a:cxn>
              <a:cxn ang="0">
                <a:pos x="connsiteX66592" y="connsiteY66592"/>
              </a:cxn>
              <a:cxn ang="0">
                <a:pos x="connsiteX66593" y="connsiteY66593"/>
              </a:cxn>
              <a:cxn ang="0">
                <a:pos x="connsiteX66594" y="connsiteY66594"/>
              </a:cxn>
              <a:cxn ang="0">
                <a:pos x="connsiteX66595" y="connsiteY66595"/>
              </a:cxn>
              <a:cxn ang="0">
                <a:pos x="connsiteX66596" y="connsiteY66596"/>
              </a:cxn>
              <a:cxn ang="0">
                <a:pos x="connsiteX66597" y="connsiteY66597"/>
              </a:cxn>
              <a:cxn ang="0">
                <a:pos x="connsiteX66598" y="connsiteY66598"/>
              </a:cxn>
              <a:cxn ang="0">
                <a:pos x="connsiteX66599" y="connsiteY66599"/>
              </a:cxn>
              <a:cxn ang="0">
                <a:pos x="connsiteX66600" y="connsiteY66600"/>
              </a:cxn>
              <a:cxn ang="0">
                <a:pos x="connsiteX66601" y="connsiteY66601"/>
              </a:cxn>
              <a:cxn ang="0">
                <a:pos x="connsiteX66602" y="connsiteY66602"/>
              </a:cxn>
              <a:cxn ang="0">
                <a:pos x="connsiteX66603" y="connsiteY66603"/>
              </a:cxn>
              <a:cxn ang="0">
                <a:pos x="connsiteX66604" y="connsiteY66604"/>
              </a:cxn>
              <a:cxn ang="0">
                <a:pos x="connsiteX66605" y="connsiteY66605"/>
              </a:cxn>
              <a:cxn ang="0">
                <a:pos x="connsiteX66606" y="connsiteY66606"/>
              </a:cxn>
              <a:cxn ang="0">
                <a:pos x="connsiteX66607" y="connsiteY66607"/>
              </a:cxn>
              <a:cxn ang="0">
                <a:pos x="connsiteX66608" y="connsiteY66608"/>
              </a:cxn>
              <a:cxn ang="0">
                <a:pos x="connsiteX66609" y="connsiteY66609"/>
              </a:cxn>
              <a:cxn ang="0">
                <a:pos x="connsiteX66610" y="connsiteY66610"/>
              </a:cxn>
              <a:cxn ang="0">
                <a:pos x="connsiteX66611" y="connsiteY66611"/>
              </a:cxn>
              <a:cxn ang="0">
                <a:pos x="connsiteX66612" y="connsiteY66612"/>
              </a:cxn>
              <a:cxn ang="0">
                <a:pos x="connsiteX66613" y="connsiteY66613"/>
              </a:cxn>
              <a:cxn ang="0">
                <a:pos x="connsiteX66614" y="connsiteY66614"/>
              </a:cxn>
              <a:cxn ang="0">
                <a:pos x="connsiteX66615" y="connsiteY66615"/>
              </a:cxn>
              <a:cxn ang="0">
                <a:pos x="connsiteX66616" y="connsiteY66616"/>
              </a:cxn>
              <a:cxn ang="0">
                <a:pos x="connsiteX66617" y="connsiteY66617"/>
              </a:cxn>
              <a:cxn ang="0">
                <a:pos x="connsiteX66618" y="connsiteY66618"/>
              </a:cxn>
              <a:cxn ang="0">
                <a:pos x="connsiteX66619" y="connsiteY66619"/>
              </a:cxn>
              <a:cxn ang="0">
                <a:pos x="connsiteX66620" y="connsiteY66620"/>
              </a:cxn>
              <a:cxn ang="0">
                <a:pos x="connsiteX66621" y="connsiteY66621"/>
              </a:cxn>
              <a:cxn ang="0">
                <a:pos x="connsiteX66622" y="connsiteY66622"/>
              </a:cxn>
              <a:cxn ang="0">
                <a:pos x="connsiteX66623" y="connsiteY66623"/>
              </a:cxn>
              <a:cxn ang="0">
                <a:pos x="connsiteX66624" y="connsiteY66624"/>
              </a:cxn>
              <a:cxn ang="0">
                <a:pos x="connsiteX66625" y="connsiteY66625"/>
              </a:cxn>
              <a:cxn ang="0">
                <a:pos x="connsiteX66626" y="connsiteY66626"/>
              </a:cxn>
              <a:cxn ang="0">
                <a:pos x="connsiteX66627" y="connsiteY66627"/>
              </a:cxn>
              <a:cxn ang="0">
                <a:pos x="connsiteX66628" y="connsiteY66628"/>
              </a:cxn>
              <a:cxn ang="0">
                <a:pos x="connsiteX66629" y="connsiteY66629"/>
              </a:cxn>
              <a:cxn ang="0">
                <a:pos x="connsiteX66630" y="connsiteY66630"/>
              </a:cxn>
              <a:cxn ang="0">
                <a:pos x="connsiteX66631" y="connsiteY66631"/>
              </a:cxn>
              <a:cxn ang="0">
                <a:pos x="connsiteX66632" y="connsiteY66632"/>
              </a:cxn>
              <a:cxn ang="0">
                <a:pos x="connsiteX66633" y="connsiteY66633"/>
              </a:cxn>
              <a:cxn ang="0">
                <a:pos x="connsiteX66634" y="connsiteY66634"/>
              </a:cxn>
              <a:cxn ang="0">
                <a:pos x="connsiteX66635" y="connsiteY66635"/>
              </a:cxn>
              <a:cxn ang="0">
                <a:pos x="connsiteX66636" y="connsiteY66636"/>
              </a:cxn>
              <a:cxn ang="0">
                <a:pos x="connsiteX66637" y="connsiteY66637"/>
              </a:cxn>
              <a:cxn ang="0">
                <a:pos x="connsiteX66638" y="connsiteY66638"/>
              </a:cxn>
              <a:cxn ang="0">
                <a:pos x="connsiteX66639" y="connsiteY66639"/>
              </a:cxn>
              <a:cxn ang="0">
                <a:pos x="connsiteX66640" y="connsiteY66640"/>
              </a:cxn>
              <a:cxn ang="0">
                <a:pos x="connsiteX66641" y="connsiteY66641"/>
              </a:cxn>
              <a:cxn ang="0">
                <a:pos x="connsiteX66642" y="connsiteY66642"/>
              </a:cxn>
              <a:cxn ang="0">
                <a:pos x="connsiteX66643" y="connsiteY66643"/>
              </a:cxn>
              <a:cxn ang="0">
                <a:pos x="connsiteX66644" y="connsiteY66644"/>
              </a:cxn>
              <a:cxn ang="0">
                <a:pos x="connsiteX66645" y="connsiteY66645"/>
              </a:cxn>
              <a:cxn ang="0">
                <a:pos x="connsiteX66646" y="connsiteY66646"/>
              </a:cxn>
              <a:cxn ang="0">
                <a:pos x="connsiteX66647" y="connsiteY66647"/>
              </a:cxn>
              <a:cxn ang="0">
                <a:pos x="connsiteX66648" y="connsiteY66648"/>
              </a:cxn>
              <a:cxn ang="0">
                <a:pos x="connsiteX66649" y="connsiteY66649"/>
              </a:cxn>
              <a:cxn ang="0">
                <a:pos x="connsiteX66650" y="connsiteY66650"/>
              </a:cxn>
              <a:cxn ang="0">
                <a:pos x="connsiteX66651" y="connsiteY66651"/>
              </a:cxn>
              <a:cxn ang="0">
                <a:pos x="connsiteX66652" y="connsiteY66652"/>
              </a:cxn>
              <a:cxn ang="0">
                <a:pos x="connsiteX66653" y="connsiteY66653"/>
              </a:cxn>
              <a:cxn ang="0">
                <a:pos x="connsiteX66654" y="connsiteY66654"/>
              </a:cxn>
              <a:cxn ang="0">
                <a:pos x="connsiteX66655" y="connsiteY66655"/>
              </a:cxn>
              <a:cxn ang="0">
                <a:pos x="connsiteX66656" y="connsiteY66656"/>
              </a:cxn>
              <a:cxn ang="0">
                <a:pos x="connsiteX66657" y="connsiteY66657"/>
              </a:cxn>
              <a:cxn ang="0">
                <a:pos x="connsiteX66658" y="connsiteY66658"/>
              </a:cxn>
              <a:cxn ang="0">
                <a:pos x="connsiteX66659" y="connsiteY66659"/>
              </a:cxn>
              <a:cxn ang="0">
                <a:pos x="connsiteX66660" y="connsiteY66660"/>
              </a:cxn>
              <a:cxn ang="0">
                <a:pos x="connsiteX66661" y="connsiteY66661"/>
              </a:cxn>
              <a:cxn ang="0">
                <a:pos x="connsiteX66662" y="connsiteY66662"/>
              </a:cxn>
              <a:cxn ang="0">
                <a:pos x="connsiteX66663" y="connsiteY66663"/>
              </a:cxn>
              <a:cxn ang="0">
                <a:pos x="connsiteX66664" y="connsiteY66664"/>
              </a:cxn>
              <a:cxn ang="0">
                <a:pos x="connsiteX66665" y="connsiteY66665"/>
              </a:cxn>
              <a:cxn ang="0">
                <a:pos x="connsiteX66666" y="connsiteY66666"/>
              </a:cxn>
              <a:cxn ang="0">
                <a:pos x="connsiteX66667" y="connsiteY66667"/>
              </a:cxn>
              <a:cxn ang="0">
                <a:pos x="connsiteX66668" y="connsiteY66668"/>
              </a:cxn>
              <a:cxn ang="0">
                <a:pos x="connsiteX66669" y="connsiteY66669"/>
              </a:cxn>
              <a:cxn ang="0">
                <a:pos x="connsiteX66670" y="connsiteY66670"/>
              </a:cxn>
              <a:cxn ang="0">
                <a:pos x="connsiteX66671" y="connsiteY66671"/>
              </a:cxn>
              <a:cxn ang="0">
                <a:pos x="connsiteX66672" y="connsiteY66672"/>
              </a:cxn>
              <a:cxn ang="0">
                <a:pos x="connsiteX66673" y="connsiteY66673"/>
              </a:cxn>
              <a:cxn ang="0">
                <a:pos x="connsiteX66674" y="connsiteY66674"/>
              </a:cxn>
              <a:cxn ang="0">
                <a:pos x="connsiteX66675" y="connsiteY66675"/>
              </a:cxn>
              <a:cxn ang="0">
                <a:pos x="connsiteX66676" y="connsiteY66676"/>
              </a:cxn>
              <a:cxn ang="0">
                <a:pos x="connsiteX66677" y="connsiteY66677"/>
              </a:cxn>
              <a:cxn ang="0">
                <a:pos x="connsiteX66678" y="connsiteY66678"/>
              </a:cxn>
              <a:cxn ang="0">
                <a:pos x="connsiteX66679" y="connsiteY66679"/>
              </a:cxn>
              <a:cxn ang="0">
                <a:pos x="connsiteX66680" y="connsiteY66680"/>
              </a:cxn>
              <a:cxn ang="0">
                <a:pos x="connsiteX66681" y="connsiteY66681"/>
              </a:cxn>
              <a:cxn ang="0">
                <a:pos x="connsiteX66682" y="connsiteY66682"/>
              </a:cxn>
              <a:cxn ang="0">
                <a:pos x="connsiteX66683" y="connsiteY66683"/>
              </a:cxn>
              <a:cxn ang="0">
                <a:pos x="connsiteX66684" y="connsiteY66684"/>
              </a:cxn>
              <a:cxn ang="0">
                <a:pos x="connsiteX66685" y="connsiteY66685"/>
              </a:cxn>
              <a:cxn ang="0">
                <a:pos x="connsiteX66686" y="connsiteY66686"/>
              </a:cxn>
              <a:cxn ang="0">
                <a:pos x="connsiteX66687" y="connsiteY66687"/>
              </a:cxn>
              <a:cxn ang="0">
                <a:pos x="connsiteX66688" y="connsiteY66688"/>
              </a:cxn>
              <a:cxn ang="0">
                <a:pos x="connsiteX66689" y="connsiteY66689"/>
              </a:cxn>
              <a:cxn ang="0">
                <a:pos x="connsiteX66690" y="connsiteY66690"/>
              </a:cxn>
              <a:cxn ang="0">
                <a:pos x="connsiteX66691" y="connsiteY66691"/>
              </a:cxn>
              <a:cxn ang="0">
                <a:pos x="connsiteX66692" y="connsiteY66692"/>
              </a:cxn>
              <a:cxn ang="0">
                <a:pos x="connsiteX66693" y="connsiteY66693"/>
              </a:cxn>
              <a:cxn ang="0">
                <a:pos x="connsiteX66694" y="connsiteY66694"/>
              </a:cxn>
              <a:cxn ang="0">
                <a:pos x="connsiteX66695" y="connsiteY66695"/>
              </a:cxn>
              <a:cxn ang="0">
                <a:pos x="connsiteX66696" y="connsiteY66696"/>
              </a:cxn>
              <a:cxn ang="0">
                <a:pos x="connsiteX66697" y="connsiteY66697"/>
              </a:cxn>
              <a:cxn ang="0">
                <a:pos x="connsiteX66698" y="connsiteY66698"/>
              </a:cxn>
              <a:cxn ang="0">
                <a:pos x="connsiteX66699" y="connsiteY66699"/>
              </a:cxn>
              <a:cxn ang="0">
                <a:pos x="connsiteX66700" y="connsiteY66700"/>
              </a:cxn>
              <a:cxn ang="0">
                <a:pos x="connsiteX66701" y="connsiteY66701"/>
              </a:cxn>
              <a:cxn ang="0">
                <a:pos x="connsiteX66702" y="connsiteY66702"/>
              </a:cxn>
              <a:cxn ang="0">
                <a:pos x="connsiteX66703" y="connsiteY66703"/>
              </a:cxn>
              <a:cxn ang="0">
                <a:pos x="connsiteX66704" y="connsiteY66704"/>
              </a:cxn>
              <a:cxn ang="0">
                <a:pos x="connsiteX66705" y="connsiteY66705"/>
              </a:cxn>
              <a:cxn ang="0">
                <a:pos x="connsiteX66706" y="connsiteY66706"/>
              </a:cxn>
              <a:cxn ang="0">
                <a:pos x="connsiteX66707" y="connsiteY66707"/>
              </a:cxn>
              <a:cxn ang="0">
                <a:pos x="connsiteX66708" y="connsiteY66708"/>
              </a:cxn>
              <a:cxn ang="0">
                <a:pos x="connsiteX66709" y="connsiteY66709"/>
              </a:cxn>
              <a:cxn ang="0">
                <a:pos x="connsiteX66710" y="connsiteY66710"/>
              </a:cxn>
              <a:cxn ang="0">
                <a:pos x="connsiteX66711" y="connsiteY66711"/>
              </a:cxn>
              <a:cxn ang="0">
                <a:pos x="connsiteX66712" y="connsiteY66712"/>
              </a:cxn>
              <a:cxn ang="0">
                <a:pos x="connsiteX66713" y="connsiteY66713"/>
              </a:cxn>
              <a:cxn ang="0">
                <a:pos x="connsiteX66714" y="connsiteY66714"/>
              </a:cxn>
              <a:cxn ang="0">
                <a:pos x="connsiteX66715" y="connsiteY66715"/>
              </a:cxn>
              <a:cxn ang="0">
                <a:pos x="connsiteX66716" y="connsiteY66716"/>
              </a:cxn>
              <a:cxn ang="0">
                <a:pos x="connsiteX66717" y="connsiteY66717"/>
              </a:cxn>
              <a:cxn ang="0">
                <a:pos x="connsiteX66718" y="connsiteY66718"/>
              </a:cxn>
              <a:cxn ang="0">
                <a:pos x="connsiteX66719" y="connsiteY66719"/>
              </a:cxn>
              <a:cxn ang="0">
                <a:pos x="connsiteX66720" y="connsiteY66720"/>
              </a:cxn>
              <a:cxn ang="0">
                <a:pos x="connsiteX66721" y="connsiteY66721"/>
              </a:cxn>
              <a:cxn ang="0">
                <a:pos x="connsiteX66722" y="connsiteY66722"/>
              </a:cxn>
              <a:cxn ang="0">
                <a:pos x="connsiteX66723" y="connsiteY66723"/>
              </a:cxn>
              <a:cxn ang="0">
                <a:pos x="connsiteX66724" y="connsiteY66724"/>
              </a:cxn>
              <a:cxn ang="0">
                <a:pos x="connsiteX66725" y="connsiteY66725"/>
              </a:cxn>
              <a:cxn ang="0">
                <a:pos x="connsiteX66726" y="connsiteY66726"/>
              </a:cxn>
              <a:cxn ang="0">
                <a:pos x="connsiteX66727" y="connsiteY66727"/>
              </a:cxn>
              <a:cxn ang="0">
                <a:pos x="connsiteX66728" y="connsiteY66728"/>
              </a:cxn>
              <a:cxn ang="0">
                <a:pos x="connsiteX66729" y="connsiteY66729"/>
              </a:cxn>
              <a:cxn ang="0">
                <a:pos x="connsiteX66730" y="connsiteY66730"/>
              </a:cxn>
              <a:cxn ang="0">
                <a:pos x="connsiteX66731" y="connsiteY66731"/>
              </a:cxn>
              <a:cxn ang="0">
                <a:pos x="connsiteX66732" y="connsiteY66732"/>
              </a:cxn>
              <a:cxn ang="0">
                <a:pos x="connsiteX66733" y="connsiteY66733"/>
              </a:cxn>
              <a:cxn ang="0">
                <a:pos x="connsiteX66734" y="connsiteY66734"/>
              </a:cxn>
              <a:cxn ang="0">
                <a:pos x="connsiteX66735" y="connsiteY66735"/>
              </a:cxn>
              <a:cxn ang="0">
                <a:pos x="connsiteX66736" y="connsiteY66736"/>
              </a:cxn>
              <a:cxn ang="0">
                <a:pos x="connsiteX66737" y="connsiteY66737"/>
              </a:cxn>
              <a:cxn ang="0">
                <a:pos x="connsiteX66738" y="connsiteY66738"/>
              </a:cxn>
              <a:cxn ang="0">
                <a:pos x="connsiteX66739" y="connsiteY66739"/>
              </a:cxn>
              <a:cxn ang="0">
                <a:pos x="connsiteX66740" y="connsiteY66740"/>
              </a:cxn>
              <a:cxn ang="0">
                <a:pos x="connsiteX66741" y="connsiteY66741"/>
              </a:cxn>
              <a:cxn ang="0">
                <a:pos x="connsiteX66742" y="connsiteY66742"/>
              </a:cxn>
              <a:cxn ang="0">
                <a:pos x="connsiteX66743" y="connsiteY66743"/>
              </a:cxn>
              <a:cxn ang="0">
                <a:pos x="connsiteX66744" y="connsiteY66744"/>
              </a:cxn>
              <a:cxn ang="0">
                <a:pos x="connsiteX66745" y="connsiteY66745"/>
              </a:cxn>
              <a:cxn ang="0">
                <a:pos x="connsiteX66746" y="connsiteY66746"/>
              </a:cxn>
              <a:cxn ang="0">
                <a:pos x="connsiteX66747" y="connsiteY66747"/>
              </a:cxn>
              <a:cxn ang="0">
                <a:pos x="connsiteX66748" y="connsiteY66748"/>
              </a:cxn>
              <a:cxn ang="0">
                <a:pos x="connsiteX66749" y="connsiteY66749"/>
              </a:cxn>
              <a:cxn ang="0">
                <a:pos x="connsiteX66750" y="connsiteY66750"/>
              </a:cxn>
              <a:cxn ang="0">
                <a:pos x="connsiteX66751" y="connsiteY66751"/>
              </a:cxn>
              <a:cxn ang="0">
                <a:pos x="connsiteX66752" y="connsiteY66752"/>
              </a:cxn>
              <a:cxn ang="0">
                <a:pos x="connsiteX66753" y="connsiteY66753"/>
              </a:cxn>
              <a:cxn ang="0">
                <a:pos x="connsiteX66754" y="connsiteY66754"/>
              </a:cxn>
              <a:cxn ang="0">
                <a:pos x="connsiteX66755" y="connsiteY66755"/>
              </a:cxn>
              <a:cxn ang="0">
                <a:pos x="connsiteX66756" y="connsiteY66756"/>
              </a:cxn>
              <a:cxn ang="0">
                <a:pos x="connsiteX66757" y="connsiteY66757"/>
              </a:cxn>
              <a:cxn ang="0">
                <a:pos x="connsiteX66758" y="connsiteY66758"/>
              </a:cxn>
              <a:cxn ang="0">
                <a:pos x="connsiteX66759" y="connsiteY66759"/>
              </a:cxn>
              <a:cxn ang="0">
                <a:pos x="connsiteX66760" y="connsiteY66760"/>
              </a:cxn>
              <a:cxn ang="0">
                <a:pos x="connsiteX66761" y="connsiteY66761"/>
              </a:cxn>
              <a:cxn ang="0">
                <a:pos x="connsiteX66762" y="connsiteY66762"/>
              </a:cxn>
              <a:cxn ang="0">
                <a:pos x="connsiteX66763" y="connsiteY66763"/>
              </a:cxn>
              <a:cxn ang="0">
                <a:pos x="connsiteX66764" y="connsiteY66764"/>
              </a:cxn>
              <a:cxn ang="0">
                <a:pos x="connsiteX66765" y="connsiteY66765"/>
              </a:cxn>
              <a:cxn ang="0">
                <a:pos x="connsiteX66766" y="connsiteY66766"/>
              </a:cxn>
              <a:cxn ang="0">
                <a:pos x="connsiteX66767" y="connsiteY66767"/>
              </a:cxn>
              <a:cxn ang="0">
                <a:pos x="connsiteX66768" y="connsiteY66768"/>
              </a:cxn>
              <a:cxn ang="0">
                <a:pos x="connsiteX66769" y="connsiteY66769"/>
              </a:cxn>
              <a:cxn ang="0">
                <a:pos x="connsiteX66770" y="connsiteY66770"/>
              </a:cxn>
              <a:cxn ang="0">
                <a:pos x="connsiteX66771" y="connsiteY66771"/>
              </a:cxn>
              <a:cxn ang="0">
                <a:pos x="connsiteX66772" y="connsiteY66772"/>
              </a:cxn>
              <a:cxn ang="0">
                <a:pos x="connsiteX66773" y="connsiteY66773"/>
              </a:cxn>
              <a:cxn ang="0">
                <a:pos x="connsiteX66774" y="connsiteY66774"/>
              </a:cxn>
              <a:cxn ang="0">
                <a:pos x="connsiteX66775" y="connsiteY66775"/>
              </a:cxn>
              <a:cxn ang="0">
                <a:pos x="connsiteX66776" y="connsiteY66776"/>
              </a:cxn>
              <a:cxn ang="0">
                <a:pos x="connsiteX66777" y="connsiteY66777"/>
              </a:cxn>
              <a:cxn ang="0">
                <a:pos x="connsiteX66778" y="connsiteY66778"/>
              </a:cxn>
              <a:cxn ang="0">
                <a:pos x="connsiteX66779" y="connsiteY66779"/>
              </a:cxn>
              <a:cxn ang="0">
                <a:pos x="connsiteX66780" y="connsiteY66780"/>
              </a:cxn>
              <a:cxn ang="0">
                <a:pos x="connsiteX66781" y="connsiteY66781"/>
              </a:cxn>
              <a:cxn ang="0">
                <a:pos x="connsiteX66782" y="connsiteY66782"/>
              </a:cxn>
              <a:cxn ang="0">
                <a:pos x="connsiteX66783" y="connsiteY66783"/>
              </a:cxn>
              <a:cxn ang="0">
                <a:pos x="connsiteX66784" y="connsiteY66784"/>
              </a:cxn>
              <a:cxn ang="0">
                <a:pos x="connsiteX66785" y="connsiteY66785"/>
              </a:cxn>
              <a:cxn ang="0">
                <a:pos x="connsiteX66786" y="connsiteY66786"/>
              </a:cxn>
              <a:cxn ang="0">
                <a:pos x="connsiteX66787" y="connsiteY66787"/>
              </a:cxn>
              <a:cxn ang="0">
                <a:pos x="connsiteX66788" y="connsiteY66788"/>
              </a:cxn>
              <a:cxn ang="0">
                <a:pos x="connsiteX66789" y="connsiteY66789"/>
              </a:cxn>
              <a:cxn ang="0">
                <a:pos x="connsiteX66790" y="connsiteY66790"/>
              </a:cxn>
              <a:cxn ang="0">
                <a:pos x="connsiteX66791" y="connsiteY66791"/>
              </a:cxn>
              <a:cxn ang="0">
                <a:pos x="connsiteX66792" y="connsiteY66792"/>
              </a:cxn>
              <a:cxn ang="0">
                <a:pos x="connsiteX66793" y="connsiteY66793"/>
              </a:cxn>
              <a:cxn ang="0">
                <a:pos x="connsiteX66794" y="connsiteY66794"/>
              </a:cxn>
              <a:cxn ang="0">
                <a:pos x="connsiteX66795" y="connsiteY66795"/>
              </a:cxn>
              <a:cxn ang="0">
                <a:pos x="connsiteX66796" y="connsiteY66796"/>
              </a:cxn>
              <a:cxn ang="0">
                <a:pos x="connsiteX66797" y="connsiteY66797"/>
              </a:cxn>
              <a:cxn ang="0">
                <a:pos x="connsiteX66798" y="connsiteY66798"/>
              </a:cxn>
              <a:cxn ang="0">
                <a:pos x="connsiteX66799" y="connsiteY66799"/>
              </a:cxn>
              <a:cxn ang="0">
                <a:pos x="connsiteX66800" y="connsiteY66800"/>
              </a:cxn>
              <a:cxn ang="0">
                <a:pos x="connsiteX66801" y="connsiteY66801"/>
              </a:cxn>
              <a:cxn ang="0">
                <a:pos x="connsiteX66802" y="connsiteY66802"/>
              </a:cxn>
              <a:cxn ang="0">
                <a:pos x="connsiteX66803" y="connsiteY66803"/>
              </a:cxn>
              <a:cxn ang="0">
                <a:pos x="connsiteX66804" y="connsiteY66804"/>
              </a:cxn>
              <a:cxn ang="0">
                <a:pos x="connsiteX66805" y="connsiteY66805"/>
              </a:cxn>
              <a:cxn ang="0">
                <a:pos x="connsiteX66806" y="connsiteY66806"/>
              </a:cxn>
              <a:cxn ang="0">
                <a:pos x="connsiteX66807" y="connsiteY66807"/>
              </a:cxn>
              <a:cxn ang="0">
                <a:pos x="connsiteX66808" y="connsiteY66808"/>
              </a:cxn>
              <a:cxn ang="0">
                <a:pos x="connsiteX66809" y="connsiteY66809"/>
              </a:cxn>
              <a:cxn ang="0">
                <a:pos x="connsiteX66810" y="connsiteY66810"/>
              </a:cxn>
              <a:cxn ang="0">
                <a:pos x="connsiteX66811" y="connsiteY66811"/>
              </a:cxn>
              <a:cxn ang="0">
                <a:pos x="connsiteX66812" y="connsiteY66812"/>
              </a:cxn>
              <a:cxn ang="0">
                <a:pos x="connsiteX66813" y="connsiteY66813"/>
              </a:cxn>
              <a:cxn ang="0">
                <a:pos x="connsiteX66814" y="connsiteY66814"/>
              </a:cxn>
              <a:cxn ang="0">
                <a:pos x="connsiteX66815" y="connsiteY66815"/>
              </a:cxn>
              <a:cxn ang="0">
                <a:pos x="connsiteX66816" y="connsiteY66816"/>
              </a:cxn>
              <a:cxn ang="0">
                <a:pos x="connsiteX66817" y="connsiteY66817"/>
              </a:cxn>
              <a:cxn ang="0">
                <a:pos x="connsiteX66818" y="connsiteY66818"/>
              </a:cxn>
              <a:cxn ang="0">
                <a:pos x="connsiteX66819" y="connsiteY66819"/>
              </a:cxn>
              <a:cxn ang="0">
                <a:pos x="connsiteX66820" y="connsiteY66820"/>
              </a:cxn>
              <a:cxn ang="0">
                <a:pos x="connsiteX66821" y="connsiteY66821"/>
              </a:cxn>
              <a:cxn ang="0">
                <a:pos x="connsiteX66822" y="connsiteY66822"/>
              </a:cxn>
              <a:cxn ang="0">
                <a:pos x="connsiteX66823" y="connsiteY66823"/>
              </a:cxn>
              <a:cxn ang="0">
                <a:pos x="connsiteX66824" y="connsiteY66824"/>
              </a:cxn>
              <a:cxn ang="0">
                <a:pos x="connsiteX66825" y="connsiteY66825"/>
              </a:cxn>
              <a:cxn ang="0">
                <a:pos x="connsiteX66826" y="connsiteY66826"/>
              </a:cxn>
              <a:cxn ang="0">
                <a:pos x="connsiteX66827" y="connsiteY66827"/>
              </a:cxn>
              <a:cxn ang="0">
                <a:pos x="connsiteX66828" y="connsiteY66828"/>
              </a:cxn>
              <a:cxn ang="0">
                <a:pos x="connsiteX66829" y="connsiteY66829"/>
              </a:cxn>
              <a:cxn ang="0">
                <a:pos x="connsiteX66830" y="connsiteY66830"/>
              </a:cxn>
              <a:cxn ang="0">
                <a:pos x="connsiteX66831" y="connsiteY66831"/>
              </a:cxn>
              <a:cxn ang="0">
                <a:pos x="connsiteX66832" y="connsiteY66832"/>
              </a:cxn>
              <a:cxn ang="0">
                <a:pos x="connsiteX66833" y="connsiteY66833"/>
              </a:cxn>
              <a:cxn ang="0">
                <a:pos x="connsiteX66834" y="connsiteY66834"/>
              </a:cxn>
              <a:cxn ang="0">
                <a:pos x="connsiteX66835" y="connsiteY66835"/>
              </a:cxn>
              <a:cxn ang="0">
                <a:pos x="connsiteX66836" y="connsiteY66836"/>
              </a:cxn>
              <a:cxn ang="0">
                <a:pos x="connsiteX66837" y="connsiteY66837"/>
              </a:cxn>
              <a:cxn ang="0">
                <a:pos x="connsiteX66838" y="connsiteY66838"/>
              </a:cxn>
              <a:cxn ang="0">
                <a:pos x="connsiteX66839" y="connsiteY66839"/>
              </a:cxn>
              <a:cxn ang="0">
                <a:pos x="connsiteX66840" y="connsiteY66840"/>
              </a:cxn>
              <a:cxn ang="0">
                <a:pos x="connsiteX66841" y="connsiteY66841"/>
              </a:cxn>
              <a:cxn ang="0">
                <a:pos x="connsiteX66842" y="connsiteY66842"/>
              </a:cxn>
              <a:cxn ang="0">
                <a:pos x="connsiteX66843" y="connsiteY66843"/>
              </a:cxn>
              <a:cxn ang="0">
                <a:pos x="connsiteX66844" y="connsiteY66844"/>
              </a:cxn>
              <a:cxn ang="0">
                <a:pos x="connsiteX66845" y="connsiteY66845"/>
              </a:cxn>
              <a:cxn ang="0">
                <a:pos x="connsiteX66846" y="connsiteY66846"/>
              </a:cxn>
              <a:cxn ang="0">
                <a:pos x="connsiteX66847" y="connsiteY66847"/>
              </a:cxn>
              <a:cxn ang="0">
                <a:pos x="connsiteX66848" y="connsiteY66848"/>
              </a:cxn>
              <a:cxn ang="0">
                <a:pos x="connsiteX66849" y="connsiteY66849"/>
              </a:cxn>
              <a:cxn ang="0">
                <a:pos x="connsiteX66850" y="connsiteY66850"/>
              </a:cxn>
              <a:cxn ang="0">
                <a:pos x="connsiteX66851" y="connsiteY66851"/>
              </a:cxn>
              <a:cxn ang="0">
                <a:pos x="connsiteX66852" y="connsiteY66852"/>
              </a:cxn>
              <a:cxn ang="0">
                <a:pos x="connsiteX66853" y="connsiteY66853"/>
              </a:cxn>
              <a:cxn ang="0">
                <a:pos x="connsiteX66854" y="connsiteY66854"/>
              </a:cxn>
              <a:cxn ang="0">
                <a:pos x="connsiteX66855" y="connsiteY66855"/>
              </a:cxn>
              <a:cxn ang="0">
                <a:pos x="connsiteX66856" y="connsiteY66856"/>
              </a:cxn>
              <a:cxn ang="0">
                <a:pos x="connsiteX66857" y="connsiteY66857"/>
              </a:cxn>
              <a:cxn ang="0">
                <a:pos x="connsiteX66858" y="connsiteY66858"/>
              </a:cxn>
              <a:cxn ang="0">
                <a:pos x="connsiteX66859" y="connsiteY66859"/>
              </a:cxn>
              <a:cxn ang="0">
                <a:pos x="connsiteX66860" y="connsiteY66860"/>
              </a:cxn>
              <a:cxn ang="0">
                <a:pos x="connsiteX66861" y="connsiteY66861"/>
              </a:cxn>
              <a:cxn ang="0">
                <a:pos x="connsiteX66862" y="connsiteY66862"/>
              </a:cxn>
              <a:cxn ang="0">
                <a:pos x="connsiteX66863" y="connsiteY66863"/>
              </a:cxn>
              <a:cxn ang="0">
                <a:pos x="connsiteX66864" y="connsiteY66864"/>
              </a:cxn>
              <a:cxn ang="0">
                <a:pos x="connsiteX66865" y="connsiteY66865"/>
              </a:cxn>
              <a:cxn ang="0">
                <a:pos x="connsiteX66866" y="connsiteY66866"/>
              </a:cxn>
              <a:cxn ang="0">
                <a:pos x="connsiteX66867" y="connsiteY66867"/>
              </a:cxn>
              <a:cxn ang="0">
                <a:pos x="connsiteX66868" y="connsiteY66868"/>
              </a:cxn>
              <a:cxn ang="0">
                <a:pos x="connsiteX66869" y="connsiteY66869"/>
              </a:cxn>
              <a:cxn ang="0">
                <a:pos x="connsiteX66870" y="connsiteY66870"/>
              </a:cxn>
              <a:cxn ang="0">
                <a:pos x="connsiteX66871" y="connsiteY66871"/>
              </a:cxn>
              <a:cxn ang="0">
                <a:pos x="connsiteX66872" y="connsiteY66872"/>
              </a:cxn>
              <a:cxn ang="0">
                <a:pos x="connsiteX66873" y="connsiteY66873"/>
              </a:cxn>
              <a:cxn ang="0">
                <a:pos x="connsiteX66874" y="connsiteY66874"/>
              </a:cxn>
              <a:cxn ang="0">
                <a:pos x="connsiteX66875" y="connsiteY66875"/>
              </a:cxn>
              <a:cxn ang="0">
                <a:pos x="connsiteX66876" y="connsiteY66876"/>
              </a:cxn>
              <a:cxn ang="0">
                <a:pos x="connsiteX66877" y="connsiteY66877"/>
              </a:cxn>
              <a:cxn ang="0">
                <a:pos x="connsiteX66878" y="connsiteY66878"/>
              </a:cxn>
              <a:cxn ang="0">
                <a:pos x="connsiteX66879" y="connsiteY66879"/>
              </a:cxn>
              <a:cxn ang="0">
                <a:pos x="connsiteX66880" y="connsiteY66880"/>
              </a:cxn>
              <a:cxn ang="0">
                <a:pos x="connsiteX66881" y="connsiteY66881"/>
              </a:cxn>
              <a:cxn ang="0">
                <a:pos x="connsiteX66882" y="connsiteY66882"/>
              </a:cxn>
              <a:cxn ang="0">
                <a:pos x="connsiteX66883" y="connsiteY66883"/>
              </a:cxn>
              <a:cxn ang="0">
                <a:pos x="connsiteX66884" y="connsiteY66884"/>
              </a:cxn>
              <a:cxn ang="0">
                <a:pos x="connsiteX66885" y="connsiteY66885"/>
              </a:cxn>
              <a:cxn ang="0">
                <a:pos x="connsiteX66886" y="connsiteY66886"/>
              </a:cxn>
              <a:cxn ang="0">
                <a:pos x="connsiteX66887" y="connsiteY66887"/>
              </a:cxn>
              <a:cxn ang="0">
                <a:pos x="connsiteX66888" y="connsiteY66888"/>
              </a:cxn>
              <a:cxn ang="0">
                <a:pos x="connsiteX66889" y="connsiteY66889"/>
              </a:cxn>
              <a:cxn ang="0">
                <a:pos x="connsiteX66890" y="connsiteY66890"/>
              </a:cxn>
              <a:cxn ang="0">
                <a:pos x="connsiteX66891" y="connsiteY66891"/>
              </a:cxn>
              <a:cxn ang="0">
                <a:pos x="connsiteX66892" y="connsiteY66892"/>
              </a:cxn>
              <a:cxn ang="0">
                <a:pos x="connsiteX66893" y="connsiteY66893"/>
              </a:cxn>
              <a:cxn ang="0">
                <a:pos x="connsiteX66894" y="connsiteY66894"/>
              </a:cxn>
              <a:cxn ang="0">
                <a:pos x="connsiteX66895" y="connsiteY66895"/>
              </a:cxn>
              <a:cxn ang="0">
                <a:pos x="connsiteX66896" y="connsiteY66896"/>
              </a:cxn>
              <a:cxn ang="0">
                <a:pos x="connsiteX66897" y="connsiteY66897"/>
              </a:cxn>
              <a:cxn ang="0">
                <a:pos x="connsiteX66898" y="connsiteY66898"/>
              </a:cxn>
              <a:cxn ang="0">
                <a:pos x="connsiteX66899" y="connsiteY66899"/>
              </a:cxn>
              <a:cxn ang="0">
                <a:pos x="connsiteX66900" y="connsiteY66900"/>
              </a:cxn>
              <a:cxn ang="0">
                <a:pos x="connsiteX66901" y="connsiteY66901"/>
              </a:cxn>
              <a:cxn ang="0">
                <a:pos x="connsiteX66902" y="connsiteY66902"/>
              </a:cxn>
              <a:cxn ang="0">
                <a:pos x="connsiteX66903" y="connsiteY66903"/>
              </a:cxn>
              <a:cxn ang="0">
                <a:pos x="connsiteX66904" y="connsiteY66904"/>
              </a:cxn>
              <a:cxn ang="0">
                <a:pos x="connsiteX66905" y="connsiteY66905"/>
              </a:cxn>
              <a:cxn ang="0">
                <a:pos x="connsiteX66906" y="connsiteY66906"/>
              </a:cxn>
              <a:cxn ang="0">
                <a:pos x="connsiteX66907" y="connsiteY66907"/>
              </a:cxn>
              <a:cxn ang="0">
                <a:pos x="connsiteX66908" y="connsiteY66908"/>
              </a:cxn>
              <a:cxn ang="0">
                <a:pos x="connsiteX66909" y="connsiteY66909"/>
              </a:cxn>
              <a:cxn ang="0">
                <a:pos x="connsiteX66910" y="connsiteY66910"/>
              </a:cxn>
              <a:cxn ang="0">
                <a:pos x="connsiteX66911" y="connsiteY66911"/>
              </a:cxn>
              <a:cxn ang="0">
                <a:pos x="connsiteX66912" y="connsiteY66912"/>
              </a:cxn>
              <a:cxn ang="0">
                <a:pos x="connsiteX66913" y="connsiteY66913"/>
              </a:cxn>
              <a:cxn ang="0">
                <a:pos x="connsiteX66914" y="connsiteY66914"/>
              </a:cxn>
              <a:cxn ang="0">
                <a:pos x="connsiteX66915" y="connsiteY66915"/>
              </a:cxn>
              <a:cxn ang="0">
                <a:pos x="connsiteX66916" y="connsiteY66916"/>
              </a:cxn>
              <a:cxn ang="0">
                <a:pos x="connsiteX66917" y="connsiteY66917"/>
              </a:cxn>
              <a:cxn ang="0">
                <a:pos x="connsiteX66918" y="connsiteY66918"/>
              </a:cxn>
              <a:cxn ang="0">
                <a:pos x="connsiteX66919" y="connsiteY66919"/>
              </a:cxn>
              <a:cxn ang="0">
                <a:pos x="connsiteX66920" y="connsiteY66920"/>
              </a:cxn>
              <a:cxn ang="0">
                <a:pos x="connsiteX66921" y="connsiteY66921"/>
              </a:cxn>
              <a:cxn ang="0">
                <a:pos x="connsiteX66922" y="connsiteY66922"/>
              </a:cxn>
              <a:cxn ang="0">
                <a:pos x="connsiteX66923" y="connsiteY66923"/>
              </a:cxn>
              <a:cxn ang="0">
                <a:pos x="connsiteX66924" y="connsiteY66924"/>
              </a:cxn>
              <a:cxn ang="0">
                <a:pos x="connsiteX66925" y="connsiteY66925"/>
              </a:cxn>
              <a:cxn ang="0">
                <a:pos x="connsiteX66926" y="connsiteY66926"/>
              </a:cxn>
              <a:cxn ang="0">
                <a:pos x="connsiteX66927" y="connsiteY66927"/>
              </a:cxn>
              <a:cxn ang="0">
                <a:pos x="connsiteX66928" y="connsiteY66928"/>
              </a:cxn>
              <a:cxn ang="0">
                <a:pos x="connsiteX66929" y="connsiteY66929"/>
              </a:cxn>
              <a:cxn ang="0">
                <a:pos x="connsiteX66930" y="connsiteY66930"/>
              </a:cxn>
              <a:cxn ang="0">
                <a:pos x="connsiteX66931" y="connsiteY66931"/>
              </a:cxn>
              <a:cxn ang="0">
                <a:pos x="connsiteX66932" y="connsiteY66932"/>
              </a:cxn>
              <a:cxn ang="0">
                <a:pos x="connsiteX66933" y="connsiteY66933"/>
              </a:cxn>
              <a:cxn ang="0">
                <a:pos x="connsiteX66934" y="connsiteY66934"/>
              </a:cxn>
              <a:cxn ang="0">
                <a:pos x="connsiteX66935" y="connsiteY66935"/>
              </a:cxn>
              <a:cxn ang="0">
                <a:pos x="connsiteX66936" y="connsiteY66936"/>
              </a:cxn>
              <a:cxn ang="0">
                <a:pos x="connsiteX66937" y="connsiteY66937"/>
              </a:cxn>
              <a:cxn ang="0">
                <a:pos x="connsiteX66938" y="connsiteY66938"/>
              </a:cxn>
              <a:cxn ang="0">
                <a:pos x="connsiteX66939" y="connsiteY66939"/>
              </a:cxn>
              <a:cxn ang="0">
                <a:pos x="connsiteX66940" y="connsiteY66940"/>
              </a:cxn>
              <a:cxn ang="0">
                <a:pos x="connsiteX66941" y="connsiteY66941"/>
              </a:cxn>
              <a:cxn ang="0">
                <a:pos x="connsiteX66942" y="connsiteY66942"/>
              </a:cxn>
              <a:cxn ang="0">
                <a:pos x="connsiteX66943" y="connsiteY66943"/>
              </a:cxn>
              <a:cxn ang="0">
                <a:pos x="connsiteX66944" y="connsiteY66944"/>
              </a:cxn>
              <a:cxn ang="0">
                <a:pos x="connsiteX66945" y="connsiteY66945"/>
              </a:cxn>
              <a:cxn ang="0">
                <a:pos x="connsiteX66946" y="connsiteY66946"/>
              </a:cxn>
              <a:cxn ang="0">
                <a:pos x="connsiteX66947" y="connsiteY66947"/>
              </a:cxn>
              <a:cxn ang="0">
                <a:pos x="connsiteX66948" y="connsiteY66948"/>
              </a:cxn>
              <a:cxn ang="0">
                <a:pos x="connsiteX66949" y="connsiteY66949"/>
              </a:cxn>
              <a:cxn ang="0">
                <a:pos x="connsiteX66950" y="connsiteY66950"/>
              </a:cxn>
              <a:cxn ang="0">
                <a:pos x="connsiteX66951" y="connsiteY66951"/>
              </a:cxn>
              <a:cxn ang="0">
                <a:pos x="connsiteX66952" y="connsiteY66952"/>
              </a:cxn>
              <a:cxn ang="0">
                <a:pos x="connsiteX66953" y="connsiteY66953"/>
              </a:cxn>
              <a:cxn ang="0">
                <a:pos x="connsiteX66954" y="connsiteY66954"/>
              </a:cxn>
              <a:cxn ang="0">
                <a:pos x="connsiteX66955" y="connsiteY66955"/>
              </a:cxn>
              <a:cxn ang="0">
                <a:pos x="connsiteX66956" y="connsiteY66956"/>
              </a:cxn>
              <a:cxn ang="0">
                <a:pos x="connsiteX66957" y="connsiteY66957"/>
              </a:cxn>
              <a:cxn ang="0">
                <a:pos x="connsiteX66958" y="connsiteY66958"/>
              </a:cxn>
              <a:cxn ang="0">
                <a:pos x="connsiteX66959" y="connsiteY66959"/>
              </a:cxn>
              <a:cxn ang="0">
                <a:pos x="connsiteX66960" y="connsiteY66960"/>
              </a:cxn>
              <a:cxn ang="0">
                <a:pos x="connsiteX66961" y="connsiteY66961"/>
              </a:cxn>
              <a:cxn ang="0">
                <a:pos x="connsiteX66962" y="connsiteY66962"/>
              </a:cxn>
              <a:cxn ang="0">
                <a:pos x="connsiteX66963" y="connsiteY66963"/>
              </a:cxn>
              <a:cxn ang="0">
                <a:pos x="connsiteX66964" y="connsiteY66964"/>
              </a:cxn>
              <a:cxn ang="0">
                <a:pos x="connsiteX66965" y="connsiteY66965"/>
              </a:cxn>
              <a:cxn ang="0">
                <a:pos x="connsiteX66966" y="connsiteY66966"/>
              </a:cxn>
              <a:cxn ang="0">
                <a:pos x="connsiteX66967" y="connsiteY66967"/>
              </a:cxn>
              <a:cxn ang="0">
                <a:pos x="connsiteX66968" y="connsiteY66968"/>
              </a:cxn>
              <a:cxn ang="0">
                <a:pos x="connsiteX66969" y="connsiteY66969"/>
              </a:cxn>
              <a:cxn ang="0">
                <a:pos x="connsiteX66970" y="connsiteY66970"/>
              </a:cxn>
              <a:cxn ang="0">
                <a:pos x="connsiteX66971" y="connsiteY66971"/>
              </a:cxn>
              <a:cxn ang="0">
                <a:pos x="connsiteX66972" y="connsiteY66972"/>
              </a:cxn>
              <a:cxn ang="0">
                <a:pos x="connsiteX66973" y="connsiteY66973"/>
              </a:cxn>
              <a:cxn ang="0">
                <a:pos x="connsiteX66974" y="connsiteY66974"/>
              </a:cxn>
              <a:cxn ang="0">
                <a:pos x="connsiteX66975" y="connsiteY66975"/>
              </a:cxn>
              <a:cxn ang="0">
                <a:pos x="connsiteX66976" y="connsiteY66976"/>
              </a:cxn>
              <a:cxn ang="0">
                <a:pos x="connsiteX66977" y="connsiteY66977"/>
              </a:cxn>
              <a:cxn ang="0">
                <a:pos x="connsiteX66978" y="connsiteY66978"/>
              </a:cxn>
              <a:cxn ang="0">
                <a:pos x="connsiteX66979" y="connsiteY66979"/>
              </a:cxn>
              <a:cxn ang="0">
                <a:pos x="connsiteX66980" y="connsiteY66980"/>
              </a:cxn>
              <a:cxn ang="0">
                <a:pos x="connsiteX66981" y="connsiteY66981"/>
              </a:cxn>
              <a:cxn ang="0">
                <a:pos x="connsiteX66982" y="connsiteY66982"/>
              </a:cxn>
              <a:cxn ang="0">
                <a:pos x="connsiteX66983" y="connsiteY66983"/>
              </a:cxn>
              <a:cxn ang="0">
                <a:pos x="connsiteX66984" y="connsiteY66984"/>
              </a:cxn>
              <a:cxn ang="0">
                <a:pos x="connsiteX66985" y="connsiteY66985"/>
              </a:cxn>
              <a:cxn ang="0">
                <a:pos x="connsiteX66986" y="connsiteY66986"/>
              </a:cxn>
              <a:cxn ang="0">
                <a:pos x="connsiteX66987" y="connsiteY66987"/>
              </a:cxn>
              <a:cxn ang="0">
                <a:pos x="connsiteX66988" y="connsiteY66988"/>
              </a:cxn>
              <a:cxn ang="0">
                <a:pos x="connsiteX66989" y="connsiteY66989"/>
              </a:cxn>
              <a:cxn ang="0">
                <a:pos x="connsiteX66990" y="connsiteY66990"/>
              </a:cxn>
              <a:cxn ang="0">
                <a:pos x="connsiteX66991" y="connsiteY66991"/>
              </a:cxn>
              <a:cxn ang="0">
                <a:pos x="connsiteX66992" y="connsiteY66992"/>
              </a:cxn>
              <a:cxn ang="0">
                <a:pos x="connsiteX66993" y="connsiteY66993"/>
              </a:cxn>
              <a:cxn ang="0">
                <a:pos x="connsiteX66994" y="connsiteY66994"/>
              </a:cxn>
              <a:cxn ang="0">
                <a:pos x="connsiteX66995" y="connsiteY66995"/>
              </a:cxn>
              <a:cxn ang="0">
                <a:pos x="connsiteX66996" y="connsiteY66996"/>
              </a:cxn>
              <a:cxn ang="0">
                <a:pos x="connsiteX66997" y="connsiteY66997"/>
              </a:cxn>
              <a:cxn ang="0">
                <a:pos x="connsiteX66998" y="connsiteY66998"/>
              </a:cxn>
              <a:cxn ang="0">
                <a:pos x="connsiteX66999" y="connsiteY66999"/>
              </a:cxn>
              <a:cxn ang="0">
                <a:pos x="connsiteX67000" y="connsiteY67000"/>
              </a:cxn>
              <a:cxn ang="0">
                <a:pos x="connsiteX67001" y="connsiteY67001"/>
              </a:cxn>
              <a:cxn ang="0">
                <a:pos x="connsiteX67002" y="connsiteY67002"/>
              </a:cxn>
              <a:cxn ang="0">
                <a:pos x="connsiteX67003" y="connsiteY67003"/>
              </a:cxn>
              <a:cxn ang="0">
                <a:pos x="connsiteX67004" y="connsiteY67004"/>
              </a:cxn>
              <a:cxn ang="0">
                <a:pos x="connsiteX67005" y="connsiteY67005"/>
              </a:cxn>
              <a:cxn ang="0">
                <a:pos x="connsiteX67006" y="connsiteY67006"/>
              </a:cxn>
              <a:cxn ang="0">
                <a:pos x="connsiteX67007" y="connsiteY67007"/>
              </a:cxn>
              <a:cxn ang="0">
                <a:pos x="connsiteX67008" y="connsiteY67008"/>
              </a:cxn>
              <a:cxn ang="0">
                <a:pos x="connsiteX67009" y="connsiteY67009"/>
              </a:cxn>
              <a:cxn ang="0">
                <a:pos x="connsiteX67010" y="connsiteY67010"/>
              </a:cxn>
              <a:cxn ang="0">
                <a:pos x="connsiteX67011" y="connsiteY67011"/>
              </a:cxn>
              <a:cxn ang="0">
                <a:pos x="connsiteX67012" y="connsiteY67012"/>
              </a:cxn>
              <a:cxn ang="0">
                <a:pos x="connsiteX67013" y="connsiteY67013"/>
              </a:cxn>
              <a:cxn ang="0">
                <a:pos x="connsiteX67014" y="connsiteY67014"/>
              </a:cxn>
              <a:cxn ang="0">
                <a:pos x="connsiteX67015" y="connsiteY67015"/>
              </a:cxn>
              <a:cxn ang="0">
                <a:pos x="connsiteX67016" y="connsiteY67016"/>
              </a:cxn>
              <a:cxn ang="0">
                <a:pos x="connsiteX67017" y="connsiteY67017"/>
              </a:cxn>
              <a:cxn ang="0">
                <a:pos x="connsiteX67018" y="connsiteY67018"/>
              </a:cxn>
              <a:cxn ang="0">
                <a:pos x="connsiteX67019" y="connsiteY67019"/>
              </a:cxn>
              <a:cxn ang="0">
                <a:pos x="connsiteX67020" y="connsiteY67020"/>
              </a:cxn>
              <a:cxn ang="0">
                <a:pos x="connsiteX67021" y="connsiteY67021"/>
              </a:cxn>
              <a:cxn ang="0">
                <a:pos x="connsiteX67022" y="connsiteY67022"/>
              </a:cxn>
              <a:cxn ang="0">
                <a:pos x="connsiteX67023" y="connsiteY67023"/>
              </a:cxn>
              <a:cxn ang="0">
                <a:pos x="connsiteX67024" y="connsiteY67024"/>
              </a:cxn>
              <a:cxn ang="0">
                <a:pos x="connsiteX67025" y="connsiteY67025"/>
              </a:cxn>
              <a:cxn ang="0">
                <a:pos x="connsiteX67026" y="connsiteY67026"/>
              </a:cxn>
              <a:cxn ang="0">
                <a:pos x="connsiteX67027" y="connsiteY67027"/>
              </a:cxn>
              <a:cxn ang="0">
                <a:pos x="connsiteX67028" y="connsiteY67028"/>
              </a:cxn>
              <a:cxn ang="0">
                <a:pos x="connsiteX67029" y="connsiteY67029"/>
              </a:cxn>
              <a:cxn ang="0">
                <a:pos x="connsiteX67030" y="connsiteY67030"/>
              </a:cxn>
              <a:cxn ang="0">
                <a:pos x="connsiteX67031" y="connsiteY67031"/>
              </a:cxn>
              <a:cxn ang="0">
                <a:pos x="connsiteX67032" y="connsiteY67032"/>
              </a:cxn>
              <a:cxn ang="0">
                <a:pos x="connsiteX67033" y="connsiteY67033"/>
              </a:cxn>
              <a:cxn ang="0">
                <a:pos x="connsiteX67034" y="connsiteY67034"/>
              </a:cxn>
              <a:cxn ang="0">
                <a:pos x="connsiteX67035" y="connsiteY67035"/>
              </a:cxn>
              <a:cxn ang="0">
                <a:pos x="connsiteX67036" y="connsiteY67036"/>
              </a:cxn>
              <a:cxn ang="0">
                <a:pos x="connsiteX67037" y="connsiteY67037"/>
              </a:cxn>
              <a:cxn ang="0">
                <a:pos x="connsiteX67038" y="connsiteY67038"/>
              </a:cxn>
              <a:cxn ang="0">
                <a:pos x="connsiteX67039" y="connsiteY67039"/>
              </a:cxn>
              <a:cxn ang="0">
                <a:pos x="connsiteX67040" y="connsiteY67040"/>
              </a:cxn>
              <a:cxn ang="0">
                <a:pos x="connsiteX67041" y="connsiteY67041"/>
              </a:cxn>
              <a:cxn ang="0">
                <a:pos x="connsiteX67042" y="connsiteY67042"/>
              </a:cxn>
              <a:cxn ang="0">
                <a:pos x="connsiteX67043" y="connsiteY67043"/>
              </a:cxn>
              <a:cxn ang="0">
                <a:pos x="connsiteX67044" y="connsiteY67044"/>
              </a:cxn>
              <a:cxn ang="0">
                <a:pos x="connsiteX67045" y="connsiteY67045"/>
              </a:cxn>
              <a:cxn ang="0">
                <a:pos x="connsiteX67046" y="connsiteY67046"/>
              </a:cxn>
              <a:cxn ang="0">
                <a:pos x="connsiteX67047" y="connsiteY67047"/>
              </a:cxn>
              <a:cxn ang="0">
                <a:pos x="connsiteX67048" y="connsiteY67048"/>
              </a:cxn>
              <a:cxn ang="0">
                <a:pos x="connsiteX67049" y="connsiteY67049"/>
              </a:cxn>
              <a:cxn ang="0">
                <a:pos x="connsiteX67050" y="connsiteY67050"/>
              </a:cxn>
              <a:cxn ang="0">
                <a:pos x="connsiteX67051" y="connsiteY67051"/>
              </a:cxn>
              <a:cxn ang="0">
                <a:pos x="connsiteX67052" y="connsiteY67052"/>
              </a:cxn>
              <a:cxn ang="0">
                <a:pos x="connsiteX67053" y="connsiteY67053"/>
              </a:cxn>
              <a:cxn ang="0">
                <a:pos x="connsiteX67054" y="connsiteY67054"/>
              </a:cxn>
              <a:cxn ang="0">
                <a:pos x="connsiteX67055" y="connsiteY67055"/>
              </a:cxn>
              <a:cxn ang="0">
                <a:pos x="connsiteX67056" y="connsiteY67056"/>
              </a:cxn>
              <a:cxn ang="0">
                <a:pos x="connsiteX67057" y="connsiteY67057"/>
              </a:cxn>
              <a:cxn ang="0">
                <a:pos x="connsiteX67058" y="connsiteY67058"/>
              </a:cxn>
              <a:cxn ang="0">
                <a:pos x="connsiteX67059" y="connsiteY67059"/>
              </a:cxn>
              <a:cxn ang="0">
                <a:pos x="connsiteX67060" y="connsiteY67060"/>
              </a:cxn>
              <a:cxn ang="0">
                <a:pos x="connsiteX67061" y="connsiteY67061"/>
              </a:cxn>
              <a:cxn ang="0">
                <a:pos x="connsiteX67062" y="connsiteY67062"/>
              </a:cxn>
              <a:cxn ang="0">
                <a:pos x="connsiteX67063" y="connsiteY67063"/>
              </a:cxn>
              <a:cxn ang="0">
                <a:pos x="connsiteX67064" y="connsiteY67064"/>
              </a:cxn>
              <a:cxn ang="0">
                <a:pos x="connsiteX67065" y="connsiteY67065"/>
              </a:cxn>
              <a:cxn ang="0">
                <a:pos x="connsiteX67066" y="connsiteY67066"/>
              </a:cxn>
              <a:cxn ang="0">
                <a:pos x="connsiteX67067" y="connsiteY67067"/>
              </a:cxn>
              <a:cxn ang="0">
                <a:pos x="connsiteX67068" y="connsiteY67068"/>
              </a:cxn>
              <a:cxn ang="0">
                <a:pos x="connsiteX67069" y="connsiteY67069"/>
              </a:cxn>
              <a:cxn ang="0">
                <a:pos x="connsiteX67070" y="connsiteY67070"/>
              </a:cxn>
              <a:cxn ang="0">
                <a:pos x="connsiteX67071" y="connsiteY67071"/>
              </a:cxn>
              <a:cxn ang="0">
                <a:pos x="connsiteX67072" y="connsiteY67072"/>
              </a:cxn>
              <a:cxn ang="0">
                <a:pos x="connsiteX67073" y="connsiteY67073"/>
              </a:cxn>
              <a:cxn ang="0">
                <a:pos x="connsiteX67074" y="connsiteY67074"/>
              </a:cxn>
              <a:cxn ang="0">
                <a:pos x="connsiteX67075" y="connsiteY67075"/>
              </a:cxn>
              <a:cxn ang="0">
                <a:pos x="connsiteX67076" y="connsiteY67076"/>
              </a:cxn>
              <a:cxn ang="0">
                <a:pos x="connsiteX67077" y="connsiteY67077"/>
              </a:cxn>
              <a:cxn ang="0">
                <a:pos x="connsiteX67078" y="connsiteY67078"/>
              </a:cxn>
              <a:cxn ang="0">
                <a:pos x="connsiteX67079" y="connsiteY67079"/>
              </a:cxn>
              <a:cxn ang="0">
                <a:pos x="connsiteX67080" y="connsiteY67080"/>
              </a:cxn>
              <a:cxn ang="0">
                <a:pos x="connsiteX67081" y="connsiteY67081"/>
              </a:cxn>
              <a:cxn ang="0">
                <a:pos x="connsiteX67082" y="connsiteY67082"/>
              </a:cxn>
              <a:cxn ang="0">
                <a:pos x="connsiteX67083" y="connsiteY67083"/>
              </a:cxn>
              <a:cxn ang="0">
                <a:pos x="connsiteX67084" y="connsiteY67084"/>
              </a:cxn>
              <a:cxn ang="0">
                <a:pos x="connsiteX67085" y="connsiteY67085"/>
              </a:cxn>
              <a:cxn ang="0">
                <a:pos x="connsiteX67086" y="connsiteY67086"/>
              </a:cxn>
              <a:cxn ang="0">
                <a:pos x="connsiteX67087" y="connsiteY67087"/>
              </a:cxn>
              <a:cxn ang="0">
                <a:pos x="connsiteX67088" y="connsiteY67088"/>
              </a:cxn>
              <a:cxn ang="0">
                <a:pos x="connsiteX67089" y="connsiteY67089"/>
              </a:cxn>
              <a:cxn ang="0">
                <a:pos x="connsiteX67090" y="connsiteY67090"/>
              </a:cxn>
              <a:cxn ang="0">
                <a:pos x="connsiteX67091" y="connsiteY67091"/>
              </a:cxn>
              <a:cxn ang="0">
                <a:pos x="connsiteX67092" y="connsiteY67092"/>
              </a:cxn>
              <a:cxn ang="0">
                <a:pos x="connsiteX67093" y="connsiteY67093"/>
              </a:cxn>
              <a:cxn ang="0">
                <a:pos x="connsiteX67094" y="connsiteY67094"/>
              </a:cxn>
              <a:cxn ang="0">
                <a:pos x="connsiteX67095" y="connsiteY67095"/>
              </a:cxn>
              <a:cxn ang="0">
                <a:pos x="connsiteX67096" y="connsiteY67096"/>
              </a:cxn>
              <a:cxn ang="0">
                <a:pos x="connsiteX67097" y="connsiteY67097"/>
              </a:cxn>
              <a:cxn ang="0">
                <a:pos x="connsiteX67098" y="connsiteY67098"/>
              </a:cxn>
              <a:cxn ang="0">
                <a:pos x="connsiteX67099" y="connsiteY67099"/>
              </a:cxn>
              <a:cxn ang="0">
                <a:pos x="connsiteX67100" y="connsiteY67100"/>
              </a:cxn>
              <a:cxn ang="0">
                <a:pos x="connsiteX67101" y="connsiteY67101"/>
              </a:cxn>
              <a:cxn ang="0">
                <a:pos x="connsiteX67102" y="connsiteY67102"/>
              </a:cxn>
              <a:cxn ang="0">
                <a:pos x="connsiteX67103" y="connsiteY67103"/>
              </a:cxn>
              <a:cxn ang="0">
                <a:pos x="connsiteX67104" y="connsiteY67104"/>
              </a:cxn>
              <a:cxn ang="0">
                <a:pos x="connsiteX67105" y="connsiteY67105"/>
              </a:cxn>
              <a:cxn ang="0">
                <a:pos x="connsiteX67106" y="connsiteY67106"/>
              </a:cxn>
              <a:cxn ang="0">
                <a:pos x="connsiteX67107" y="connsiteY67107"/>
              </a:cxn>
              <a:cxn ang="0">
                <a:pos x="connsiteX67108" y="connsiteY67108"/>
              </a:cxn>
              <a:cxn ang="0">
                <a:pos x="connsiteX67109" y="connsiteY67109"/>
              </a:cxn>
              <a:cxn ang="0">
                <a:pos x="connsiteX67110" y="connsiteY67110"/>
              </a:cxn>
              <a:cxn ang="0">
                <a:pos x="connsiteX67111" y="connsiteY67111"/>
              </a:cxn>
              <a:cxn ang="0">
                <a:pos x="connsiteX67112" y="connsiteY67112"/>
              </a:cxn>
              <a:cxn ang="0">
                <a:pos x="connsiteX67113" y="connsiteY67113"/>
              </a:cxn>
              <a:cxn ang="0">
                <a:pos x="connsiteX67114" y="connsiteY67114"/>
              </a:cxn>
              <a:cxn ang="0">
                <a:pos x="connsiteX67115" y="connsiteY67115"/>
              </a:cxn>
              <a:cxn ang="0">
                <a:pos x="connsiteX67116" y="connsiteY67116"/>
              </a:cxn>
              <a:cxn ang="0">
                <a:pos x="connsiteX67117" y="connsiteY67117"/>
              </a:cxn>
              <a:cxn ang="0">
                <a:pos x="connsiteX67118" y="connsiteY67118"/>
              </a:cxn>
              <a:cxn ang="0">
                <a:pos x="connsiteX67119" y="connsiteY67119"/>
              </a:cxn>
              <a:cxn ang="0">
                <a:pos x="connsiteX67120" y="connsiteY67120"/>
              </a:cxn>
              <a:cxn ang="0">
                <a:pos x="connsiteX67121" y="connsiteY67121"/>
              </a:cxn>
              <a:cxn ang="0">
                <a:pos x="connsiteX67122" y="connsiteY67122"/>
              </a:cxn>
              <a:cxn ang="0">
                <a:pos x="connsiteX67123" y="connsiteY67123"/>
              </a:cxn>
              <a:cxn ang="0">
                <a:pos x="connsiteX67124" y="connsiteY67124"/>
              </a:cxn>
              <a:cxn ang="0">
                <a:pos x="connsiteX67125" y="connsiteY67125"/>
              </a:cxn>
              <a:cxn ang="0">
                <a:pos x="connsiteX67126" y="connsiteY67126"/>
              </a:cxn>
              <a:cxn ang="0">
                <a:pos x="connsiteX67127" y="connsiteY67127"/>
              </a:cxn>
              <a:cxn ang="0">
                <a:pos x="connsiteX67128" y="connsiteY67128"/>
              </a:cxn>
              <a:cxn ang="0">
                <a:pos x="connsiteX67129" y="connsiteY67129"/>
              </a:cxn>
              <a:cxn ang="0">
                <a:pos x="connsiteX67130" y="connsiteY67130"/>
              </a:cxn>
              <a:cxn ang="0">
                <a:pos x="connsiteX67131" y="connsiteY67131"/>
              </a:cxn>
              <a:cxn ang="0">
                <a:pos x="connsiteX67132" y="connsiteY67132"/>
              </a:cxn>
              <a:cxn ang="0">
                <a:pos x="connsiteX67133" y="connsiteY67133"/>
              </a:cxn>
              <a:cxn ang="0">
                <a:pos x="connsiteX67134" y="connsiteY67134"/>
              </a:cxn>
              <a:cxn ang="0">
                <a:pos x="connsiteX67135" y="connsiteY67135"/>
              </a:cxn>
              <a:cxn ang="0">
                <a:pos x="connsiteX67136" y="connsiteY67136"/>
              </a:cxn>
              <a:cxn ang="0">
                <a:pos x="connsiteX67137" y="connsiteY67137"/>
              </a:cxn>
              <a:cxn ang="0">
                <a:pos x="connsiteX67138" y="connsiteY67138"/>
              </a:cxn>
              <a:cxn ang="0">
                <a:pos x="connsiteX67139" y="connsiteY67139"/>
              </a:cxn>
              <a:cxn ang="0">
                <a:pos x="connsiteX67140" y="connsiteY67140"/>
              </a:cxn>
              <a:cxn ang="0">
                <a:pos x="connsiteX67141" y="connsiteY67141"/>
              </a:cxn>
              <a:cxn ang="0">
                <a:pos x="connsiteX67142" y="connsiteY67142"/>
              </a:cxn>
              <a:cxn ang="0">
                <a:pos x="connsiteX67143" y="connsiteY67143"/>
              </a:cxn>
              <a:cxn ang="0">
                <a:pos x="connsiteX67144" y="connsiteY67144"/>
              </a:cxn>
              <a:cxn ang="0">
                <a:pos x="connsiteX67145" y="connsiteY67145"/>
              </a:cxn>
              <a:cxn ang="0">
                <a:pos x="connsiteX67146" y="connsiteY67146"/>
              </a:cxn>
              <a:cxn ang="0">
                <a:pos x="connsiteX67147" y="connsiteY67147"/>
              </a:cxn>
              <a:cxn ang="0">
                <a:pos x="connsiteX67148" y="connsiteY67148"/>
              </a:cxn>
              <a:cxn ang="0">
                <a:pos x="connsiteX67149" y="connsiteY67149"/>
              </a:cxn>
              <a:cxn ang="0">
                <a:pos x="connsiteX67150" y="connsiteY67150"/>
              </a:cxn>
              <a:cxn ang="0">
                <a:pos x="connsiteX67151" y="connsiteY67151"/>
              </a:cxn>
              <a:cxn ang="0">
                <a:pos x="connsiteX67152" y="connsiteY67152"/>
              </a:cxn>
              <a:cxn ang="0">
                <a:pos x="connsiteX67153" y="connsiteY67153"/>
              </a:cxn>
              <a:cxn ang="0">
                <a:pos x="connsiteX67154" y="connsiteY67154"/>
              </a:cxn>
              <a:cxn ang="0">
                <a:pos x="connsiteX67155" y="connsiteY67155"/>
              </a:cxn>
              <a:cxn ang="0">
                <a:pos x="connsiteX67156" y="connsiteY67156"/>
              </a:cxn>
              <a:cxn ang="0">
                <a:pos x="connsiteX67157" y="connsiteY67157"/>
              </a:cxn>
              <a:cxn ang="0">
                <a:pos x="connsiteX67158" y="connsiteY67158"/>
              </a:cxn>
              <a:cxn ang="0">
                <a:pos x="connsiteX67159" y="connsiteY67159"/>
              </a:cxn>
              <a:cxn ang="0">
                <a:pos x="connsiteX67160" y="connsiteY67160"/>
              </a:cxn>
              <a:cxn ang="0">
                <a:pos x="connsiteX67161" y="connsiteY67161"/>
              </a:cxn>
              <a:cxn ang="0">
                <a:pos x="connsiteX67162" y="connsiteY67162"/>
              </a:cxn>
              <a:cxn ang="0">
                <a:pos x="connsiteX67163" y="connsiteY67163"/>
              </a:cxn>
              <a:cxn ang="0">
                <a:pos x="connsiteX67164" y="connsiteY67164"/>
              </a:cxn>
              <a:cxn ang="0">
                <a:pos x="connsiteX67165" y="connsiteY67165"/>
              </a:cxn>
              <a:cxn ang="0">
                <a:pos x="connsiteX67166" y="connsiteY67166"/>
              </a:cxn>
              <a:cxn ang="0">
                <a:pos x="connsiteX67167" y="connsiteY67167"/>
              </a:cxn>
              <a:cxn ang="0">
                <a:pos x="connsiteX67168" y="connsiteY67168"/>
              </a:cxn>
              <a:cxn ang="0">
                <a:pos x="connsiteX67169" y="connsiteY67169"/>
              </a:cxn>
              <a:cxn ang="0">
                <a:pos x="connsiteX67170" y="connsiteY67170"/>
              </a:cxn>
              <a:cxn ang="0">
                <a:pos x="connsiteX67171" y="connsiteY67171"/>
              </a:cxn>
              <a:cxn ang="0">
                <a:pos x="connsiteX67172" y="connsiteY67172"/>
              </a:cxn>
              <a:cxn ang="0">
                <a:pos x="connsiteX67173" y="connsiteY67173"/>
              </a:cxn>
              <a:cxn ang="0">
                <a:pos x="connsiteX67174" y="connsiteY67174"/>
              </a:cxn>
              <a:cxn ang="0">
                <a:pos x="connsiteX67175" y="connsiteY67175"/>
              </a:cxn>
              <a:cxn ang="0">
                <a:pos x="connsiteX67176" y="connsiteY67176"/>
              </a:cxn>
              <a:cxn ang="0">
                <a:pos x="connsiteX67177" y="connsiteY67177"/>
              </a:cxn>
              <a:cxn ang="0">
                <a:pos x="connsiteX67178" y="connsiteY67178"/>
              </a:cxn>
              <a:cxn ang="0">
                <a:pos x="connsiteX67179" y="connsiteY67179"/>
              </a:cxn>
              <a:cxn ang="0">
                <a:pos x="connsiteX67180" y="connsiteY67180"/>
              </a:cxn>
              <a:cxn ang="0">
                <a:pos x="connsiteX67181" y="connsiteY67181"/>
              </a:cxn>
              <a:cxn ang="0">
                <a:pos x="connsiteX67182" y="connsiteY67182"/>
              </a:cxn>
              <a:cxn ang="0">
                <a:pos x="connsiteX67183" y="connsiteY67183"/>
              </a:cxn>
              <a:cxn ang="0">
                <a:pos x="connsiteX67184" y="connsiteY67184"/>
              </a:cxn>
              <a:cxn ang="0">
                <a:pos x="connsiteX67185" y="connsiteY67185"/>
              </a:cxn>
              <a:cxn ang="0">
                <a:pos x="connsiteX67186" y="connsiteY67186"/>
              </a:cxn>
              <a:cxn ang="0">
                <a:pos x="connsiteX67187" y="connsiteY67187"/>
              </a:cxn>
              <a:cxn ang="0">
                <a:pos x="connsiteX67188" y="connsiteY67188"/>
              </a:cxn>
              <a:cxn ang="0">
                <a:pos x="connsiteX67189" y="connsiteY67189"/>
              </a:cxn>
              <a:cxn ang="0">
                <a:pos x="connsiteX67190" y="connsiteY67190"/>
              </a:cxn>
              <a:cxn ang="0">
                <a:pos x="connsiteX67191" y="connsiteY67191"/>
              </a:cxn>
              <a:cxn ang="0">
                <a:pos x="connsiteX67192" y="connsiteY67192"/>
              </a:cxn>
              <a:cxn ang="0">
                <a:pos x="connsiteX67193" y="connsiteY67193"/>
              </a:cxn>
              <a:cxn ang="0">
                <a:pos x="connsiteX67194" y="connsiteY67194"/>
              </a:cxn>
              <a:cxn ang="0">
                <a:pos x="connsiteX67195" y="connsiteY67195"/>
              </a:cxn>
              <a:cxn ang="0">
                <a:pos x="connsiteX67196" y="connsiteY67196"/>
              </a:cxn>
              <a:cxn ang="0">
                <a:pos x="connsiteX67197" y="connsiteY67197"/>
              </a:cxn>
              <a:cxn ang="0">
                <a:pos x="connsiteX67198" y="connsiteY67198"/>
              </a:cxn>
              <a:cxn ang="0">
                <a:pos x="connsiteX67199" y="connsiteY67199"/>
              </a:cxn>
              <a:cxn ang="0">
                <a:pos x="connsiteX67200" y="connsiteY67200"/>
              </a:cxn>
              <a:cxn ang="0">
                <a:pos x="connsiteX67201" y="connsiteY67201"/>
              </a:cxn>
              <a:cxn ang="0">
                <a:pos x="connsiteX67202" y="connsiteY67202"/>
              </a:cxn>
              <a:cxn ang="0">
                <a:pos x="connsiteX67203" y="connsiteY67203"/>
              </a:cxn>
              <a:cxn ang="0">
                <a:pos x="connsiteX67204" y="connsiteY67204"/>
              </a:cxn>
              <a:cxn ang="0">
                <a:pos x="connsiteX67205" y="connsiteY67205"/>
              </a:cxn>
              <a:cxn ang="0">
                <a:pos x="connsiteX67206" y="connsiteY67206"/>
              </a:cxn>
              <a:cxn ang="0">
                <a:pos x="connsiteX67207" y="connsiteY67207"/>
              </a:cxn>
              <a:cxn ang="0">
                <a:pos x="connsiteX67208" y="connsiteY67208"/>
              </a:cxn>
              <a:cxn ang="0">
                <a:pos x="connsiteX67209" y="connsiteY67209"/>
              </a:cxn>
              <a:cxn ang="0">
                <a:pos x="connsiteX67210" y="connsiteY67210"/>
              </a:cxn>
              <a:cxn ang="0">
                <a:pos x="connsiteX67211" y="connsiteY67211"/>
              </a:cxn>
              <a:cxn ang="0">
                <a:pos x="connsiteX67212" y="connsiteY67212"/>
              </a:cxn>
              <a:cxn ang="0">
                <a:pos x="connsiteX67213" y="connsiteY67213"/>
              </a:cxn>
              <a:cxn ang="0">
                <a:pos x="connsiteX67214" y="connsiteY67214"/>
              </a:cxn>
              <a:cxn ang="0">
                <a:pos x="connsiteX67215" y="connsiteY67215"/>
              </a:cxn>
              <a:cxn ang="0">
                <a:pos x="connsiteX67216" y="connsiteY67216"/>
              </a:cxn>
              <a:cxn ang="0">
                <a:pos x="connsiteX67217" y="connsiteY67217"/>
              </a:cxn>
              <a:cxn ang="0">
                <a:pos x="connsiteX67218" y="connsiteY67218"/>
              </a:cxn>
              <a:cxn ang="0">
                <a:pos x="connsiteX67219" y="connsiteY67219"/>
              </a:cxn>
              <a:cxn ang="0">
                <a:pos x="connsiteX67220" y="connsiteY67220"/>
              </a:cxn>
              <a:cxn ang="0">
                <a:pos x="connsiteX67221" y="connsiteY67221"/>
              </a:cxn>
              <a:cxn ang="0">
                <a:pos x="connsiteX67222" y="connsiteY67222"/>
              </a:cxn>
              <a:cxn ang="0">
                <a:pos x="connsiteX67223" y="connsiteY67223"/>
              </a:cxn>
              <a:cxn ang="0">
                <a:pos x="connsiteX67224" y="connsiteY67224"/>
              </a:cxn>
              <a:cxn ang="0">
                <a:pos x="connsiteX67225" y="connsiteY67225"/>
              </a:cxn>
              <a:cxn ang="0">
                <a:pos x="connsiteX67226" y="connsiteY67226"/>
              </a:cxn>
              <a:cxn ang="0">
                <a:pos x="connsiteX67227" y="connsiteY67227"/>
              </a:cxn>
              <a:cxn ang="0">
                <a:pos x="connsiteX67228" y="connsiteY67228"/>
              </a:cxn>
              <a:cxn ang="0">
                <a:pos x="connsiteX67229" y="connsiteY67229"/>
              </a:cxn>
              <a:cxn ang="0">
                <a:pos x="connsiteX67230" y="connsiteY67230"/>
              </a:cxn>
              <a:cxn ang="0">
                <a:pos x="connsiteX67231" y="connsiteY67231"/>
              </a:cxn>
              <a:cxn ang="0">
                <a:pos x="connsiteX67232" y="connsiteY67232"/>
              </a:cxn>
              <a:cxn ang="0">
                <a:pos x="connsiteX67233" y="connsiteY67233"/>
              </a:cxn>
              <a:cxn ang="0">
                <a:pos x="connsiteX67234" y="connsiteY67234"/>
              </a:cxn>
              <a:cxn ang="0">
                <a:pos x="connsiteX67235" y="connsiteY67235"/>
              </a:cxn>
              <a:cxn ang="0">
                <a:pos x="connsiteX67236" y="connsiteY67236"/>
              </a:cxn>
              <a:cxn ang="0">
                <a:pos x="connsiteX67237" y="connsiteY67237"/>
              </a:cxn>
              <a:cxn ang="0">
                <a:pos x="connsiteX67238" y="connsiteY67238"/>
              </a:cxn>
              <a:cxn ang="0">
                <a:pos x="connsiteX67239" y="connsiteY67239"/>
              </a:cxn>
              <a:cxn ang="0">
                <a:pos x="connsiteX67240" y="connsiteY67240"/>
              </a:cxn>
              <a:cxn ang="0">
                <a:pos x="connsiteX67241" y="connsiteY67241"/>
              </a:cxn>
              <a:cxn ang="0">
                <a:pos x="connsiteX67242" y="connsiteY67242"/>
              </a:cxn>
              <a:cxn ang="0">
                <a:pos x="connsiteX67243" y="connsiteY67243"/>
              </a:cxn>
              <a:cxn ang="0">
                <a:pos x="connsiteX67244" y="connsiteY67244"/>
              </a:cxn>
              <a:cxn ang="0">
                <a:pos x="connsiteX67245" y="connsiteY67245"/>
              </a:cxn>
              <a:cxn ang="0">
                <a:pos x="connsiteX67246" y="connsiteY67246"/>
              </a:cxn>
              <a:cxn ang="0">
                <a:pos x="connsiteX67247" y="connsiteY67247"/>
              </a:cxn>
              <a:cxn ang="0">
                <a:pos x="connsiteX67248" y="connsiteY67248"/>
              </a:cxn>
              <a:cxn ang="0">
                <a:pos x="connsiteX67249" y="connsiteY67249"/>
              </a:cxn>
              <a:cxn ang="0">
                <a:pos x="connsiteX67250" y="connsiteY67250"/>
              </a:cxn>
              <a:cxn ang="0">
                <a:pos x="connsiteX67251" y="connsiteY67251"/>
              </a:cxn>
              <a:cxn ang="0">
                <a:pos x="connsiteX67252" y="connsiteY67252"/>
              </a:cxn>
              <a:cxn ang="0">
                <a:pos x="connsiteX67253" y="connsiteY67253"/>
              </a:cxn>
              <a:cxn ang="0">
                <a:pos x="connsiteX67254" y="connsiteY67254"/>
              </a:cxn>
              <a:cxn ang="0">
                <a:pos x="connsiteX67255" y="connsiteY67255"/>
              </a:cxn>
              <a:cxn ang="0">
                <a:pos x="connsiteX67256" y="connsiteY67256"/>
              </a:cxn>
              <a:cxn ang="0">
                <a:pos x="connsiteX67257" y="connsiteY67257"/>
              </a:cxn>
              <a:cxn ang="0">
                <a:pos x="connsiteX67258" y="connsiteY67258"/>
              </a:cxn>
              <a:cxn ang="0">
                <a:pos x="connsiteX67259" y="connsiteY67259"/>
              </a:cxn>
              <a:cxn ang="0">
                <a:pos x="connsiteX67260" y="connsiteY67260"/>
              </a:cxn>
              <a:cxn ang="0">
                <a:pos x="connsiteX67261" y="connsiteY67261"/>
              </a:cxn>
              <a:cxn ang="0">
                <a:pos x="connsiteX67262" y="connsiteY67262"/>
              </a:cxn>
              <a:cxn ang="0">
                <a:pos x="connsiteX67263" y="connsiteY67263"/>
              </a:cxn>
              <a:cxn ang="0">
                <a:pos x="connsiteX67264" y="connsiteY67264"/>
              </a:cxn>
              <a:cxn ang="0">
                <a:pos x="connsiteX67265" y="connsiteY67265"/>
              </a:cxn>
              <a:cxn ang="0">
                <a:pos x="connsiteX67266" y="connsiteY67266"/>
              </a:cxn>
              <a:cxn ang="0">
                <a:pos x="connsiteX67267" y="connsiteY67267"/>
              </a:cxn>
              <a:cxn ang="0">
                <a:pos x="connsiteX67268" y="connsiteY67268"/>
              </a:cxn>
              <a:cxn ang="0">
                <a:pos x="connsiteX67269" y="connsiteY67269"/>
              </a:cxn>
              <a:cxn ang="0">
                <a:pos x="connsiteX67270" y="connsiteY67270"/>
              </a:cxn>
              <a:cxn ang="0">
                <a:pos x="connsiteX67271" y="connsiteY67271"/>
              </a:cxn>
              <a:cxn ang="0">
                <a:pos x="connsiteX67272" y="connsiteY67272"/>
              </a:cxn>
              <a:cxn ang="0">
                <a:pos x="connsiteX67273" y="connsiteY67273"/>
              </a:cxn>
              <a:cxn ang="0">
                <a:pos x="connsiteX67274" y="connsiteY67274"/>
              </a:cxn>
              <a:cxn ang="0">
                <a:pos x="connsiteX67275" y="connsiteY67275"/>
              </a:cxn>
              <a:cxn ang="0">
                <a:pos x="connsiteX67276" y="connsiteY67276"/>
              </a:cxn>
              <a:cxn ang="0">
                <a:pos x="connsiteX67277" y="connsiteY67277"/>
              </a:cxn>
              <a:cxn ang="0">
                <a:pos x="connsiteX67278" y="connsiteY67278"/>
              </a:cxn>
              <a:cxn ang="0">
                <a:pos x="connsiteX67279" y="connsiteY67279"/>
              </a:cxn>
              <a:cxn ang="0">
                <a:pos x="connsiteX67280" y="connsiteY67280"/>
              </a:cxn>
              <a:cxn ang="0">
                <a:pos x="connsiteX67281" y="connsiteY67281"/>
              </a:cxn>
              <a:cxn ang="0">
                <a:pos x="connsiteX67282" y="connsiteY67282"/>
              </a:cxn>
              <a:cxn ang="0">
                <a:pos x="connsiteX67283" y="connsiteY67283"/>
              </a:cxn>
              <a:cxn ang="0">
                <a:pos x="connsiteX67284" y="connsiteY67284"/>
              </a:cxn>
              <a:cxn ang="0">
                <a:pos x="connsiteX67285" y="connsiteY67285"/>
              </a:cxn>
              <a:cxn ang="0">
                <a:pos x="connsiteX67286" y="connsiteY67286"/>
              </a:cxn>
              <a:cxn ang="0">
                <a:pos x="connsiteX67287" y="connsiteY67287"/>
              </a:cxn>
              <a:cxn ang="0">
                <a:pos x="connsiteX67288" y="connsiteY67288"/>
              </a:cxn>
              <a:cxn ang="0">
                <a:pos x="connsiteX67289" y="connsiteY67289"/>
              </a:cxn>
              <a:cxn ang="0">
                <a:pos x="connsiteX67290" y="connsiteY67290"/>
              </a:cxn>
              <a:cxn ang="0">
                <a:pos x="connsiteX67291" y="connsiteY67291"/>
              </a:cxn>
              <a:cxn ang="0">
                <a:pos x="connsiteX67292" y="connsiteY67292"/>
              </a:cxn>
              <a:cxn ang="0">
                <a:pos x="connsiteX67293" y="connsiteY67293"/>
              </a:cxn>
              <a:cxn ang="0">
                <a:pos x="connsiteX67294" y="connsiteY67294"/>
              </a:cxn>
              <a:cxn ang="0">
                <a:pos x="connsiteX67295" y="connsiteY67295"/>
              </a:cxn>
              <a:cxn ang="0">
                <a:pos x="connsiteX67296" y="connsiteY67296"/>
              </a:cxn>
              <a:cxn ang="0">
                <a:pos x="connsiteX67297" y="connsiteY67297"/>
              </a:cxn>
              <a:cxn ang="0">
                <a:pos x="connsiteX67298" y="connsiteY67298"/>
              </a:cxn>
              <a:cxn ang="0">
                <a:pos x="connsiteX67299" y="connsiteY67299"/>
              </a:cxn>
              <a:cxn ang="0">
                <a:pos x="connsiteX67300" y="connsiteY67300"/>
              </a:cxn>
              <a:cxn ang="0">
                <a:pos x="connsiteX67301" y="connsiteY67301"/>
              </a:cxn>
              <a:cxn ang="0">
                <a:pos x="connsiteX67302" y="connsiteY67302"/>
              </a:cxn>
              <a:cxn ang="0">
                <a:pos x="connsiteX67303" y="connsiteY67303"/>
              </a:cxn>
              <a:cxn ang="0">
                <a:pos x="connsiteX67304" y="connsiteY67304"/>
              </a:cxn>
              <a:cxn ang="0">
                <a:pos x="connsiteX67305" y="connsiteY67305"/>
              </a:cxn>
              <a:cxn ang="0">
                <a:pos x="connsiteX67306" y="connsiteY67306"/>
              </a:cxn>
              <a:cxn ang="0">
                <a:pos x="connsiteX67307" y="connsiteY67307"/>
              </a:cxn>
              <a:cxn ang="0">
                <a:pos x="connsiteX67308" y="connsiteY67308"/>
              </a:cxn>
              <a:cxn ang="0">
                <a:pos x="connsiteX67309" y="connsiteY67309"/>
              </a:cxn>
              <a:cxn ang="0">
                <a:pos x="connsiteX67310" y="connsiteY67310"/>
              </a:cxn>
              <a:cxn ang="0">
                <a:pos x="connsiteX67311" y="connsiteY67311"/>
              </a:cxn>
              <a:cxn ang="0">
                <a:pos x="connsiteX67312" y="connsiteY67312"/>
              </a:cxn>
              <a:cxn ang="0">
                <a:pos x="connsiteX67313" y="connsiteY67313"/>
              </a:cxn>
              <a:cxn ang="0">
                <a:pos x="connsiteX67314" y="connsiteY67314"/>
              </a:cxn>
              <a:cxn ang="0">
                <a:pos x="connsiteX67315" y="connsiteY67315"/>
              </a:cxn>
              <a:cxn ang="0">
                <a:pos x="connsiteX67316" y="connsiteY67316"/>
              </a:cxn>
              <a:cxn ang="0">
                <a:pos x="connsiteX67317" y="connsiteY67317"/>
              </a:cxn>
              <a:cxn ang="0">
                <a:pos x="connsiteX67318" y="connsiteY67318"/>
              </a:cxn>
              <a:cxn ang="0">
                <a:pos x="connsiteX67319" y="connsiteY67319"/>
              </a:cxn>
              <a:cxn ang="0">
                <a:pos x="connsiteX67320" y="connsiteY67320"/>
              </a:cxn>
              <a:cxn ang="0">
                <a:pos x="connsiteX67321" y="connsiteY67321"/>
              </a:cxn>
              <a:cxn ang="0">
                <a:pos x="connsiteX67322" y="connsiteY67322"/>
              </a:cxn>
              <a:cxn ang="0">
                <a:pos x="connsiteX67323" y="connsiteY67323"/>
              </a:cxn>
              <a:cxn ang="0">
                <a:pos x="connsiteX67324" y="connsiteY67324"/>
              </a:cxn>
              <a:cxn ang="0">
                <a:pos x="connsiteX67325" y="connsiteY67325"/>
              </a:cxn>
              <a:cxn ang="0">
                <a:pos x="connsiteX67326" y="connsiteY67326"/>
              </a:cxn>
              <a:cxn ang="0">
                <a:pos x="connsiteX67327" y="connsiteY67327"/>
              </a:cxn>
              <a:cxn ang="0">
                <a:pos x="connsiteX67328" y="connsiteY67328"/>
              </a:cxn>
              <a:cxn ang="0">
                <a:pos x="connsiteX67329" y="connsiteY67329"/>
              </a:cxn>
              <a:cxn ang="0">
                <a:pos x="connsiteX67330" y="connsiteY67330"/>
              </a:cxn>
              <a:cxn ang="0">
                <a:pos x="connsiteX67331" y="connsiteY67331"/>
              </a:cxn>
              <a:cxn ang="0">
                <a:pos x="connsiteX67332" y="connsiteY67332"/>
              </a:cxn>
              <a:cxn ang="0">
                <a:pos x="connsiteX67333" y="connsiteY67333"/>
              </a:cxn>
              <a:cxn ang="0">
                <a:pos x="connsiteX67334" y="connsiteY67334"/>
              </a:cxn>
              <a:cxn ang="0">
                <a:pos x="connsiteX67335" y="connsiteY67335"/>
              </a:cxn>
              <a:cxn ang="0">
                <a:pos x="connsiteX67336" y="connsiteY67336"/>
              </a:cxn>
              <a:cxn ang="0">
                <a:pos x="connsiteX67337" y="connsiteY67337"/>
              </a:cxn>
              <a:cxn ang="0">
                <a:pos x="connsiteX67338" y="connsiteY67338"/>
              </a:cxn>
              <a:cxn ang="0">
                <a:pos x="connsiteX67339" y="connsiteY67339"/>
              </a:cxn>
              <a:cxn ang="0">
                <a:pos x="connsiteX67340" y="connsiteY67340"/>
              </a:cxn>
              <a:cxn ang="0">
                <a:pos x="connsiteX67341" y="connsiteY67341"/>
              </a:cxn>
              <a:cxn ang="0">
                <a:pos x="connsiteX67342" y="connsiteY67342"/>
              </a:cxn>
              <a:cxn ang="0">
                <a:pos x="connsiteX67343" y="connsiteY67343"/>
              </a:cxn>
              <a:cxn ang="0">
                <a:pos x="connsiteX67344" y="connsiteY67344"/>
              </a:cxn>
              <a:cxn ang="0">
                <a:pos x="connsiteX67345" y="connsiteY67345"/>
              </a:cxn>
              <a:cxn ang="0">
                <a:pos x="connsiteX67346" y="connsiteY67346"/>
              </a:cxn>
              <a:cxn ang="0">
                <a:pos x="connsiteX67347" y="connsiteY67347"/>
              </a:cxn>
              <a:cxn ang="0">
                <a:pos x="connsiteX67348" y="connsiteY67348"/>
              </a:cxn>
              <a:cxn ang="0">
                <a:pos x="connsiteX67349" y="connsiteY67349"/>
              </a:cxn>
              <a:cxn ang="0">
                <a:pos x="connsiteX67350" y="connsiteY67350"/>
              </a:cxn>
              <a:cxn ang="0">
                <a:pos x="connsiteX67351" y="connsiteY67351"/>
              </a:cxn>
              <a:cxn ang="0">
                <a:pos x="connsiteX67352" y="connsiteY67352"/>
              </a:cxn>
              <a:cxn ang="0">
                <a:pos x="connsiteX67353" y="connsiteY67353"/>
              </a:cxn>
              <a:cxn ang="0">
                <a:pos x="connsiteX67354" y="connsiteY67354"/>
              </a:cxn>
              <a:cxn ang="0">
                <a:pos x="connsiteX67355" y="connsiteY67355"/>
              </a:cxn>
              <a:cxn ang="0">
                <a:pos x="connsiteX67356" y="connsiteY67356"/>
              </a:cxn>
              <a:cxn ang="0">
                <a:pos x="connsiteX67357" y="connsiteY67357"/>
              </a:cxn>
              <a:cxn ang="0">
                <a:pos x="connsiteX67358" y="connsiteY67358"/>
              </a:cxn>
              <a:cxn ang="0">
                <a:pos x="connsiteX67359" y="connsiteY67359"/>
              </a:cxn>
              <a:cxn ang="0">
                <a:pos x="connsiteX67360" y="connsiteY67360"/>
              </a:cxn>
              <a:cxn ang="0">
                <a:pos x="connsiteX67361" y="connsiteY67361"/>
              </a:cxn>
              <a:cxn ang="0">
                <a:pos x="connsiteX67362" y="connsiteY67362"/>
              </a:cxn>
              <a:cxn ang="0">
                <a:pos x="connsiteX67363" y="connsiteY67363"/>
              </a:cxn>
              <a:cxn ang="0">
                <a:pos x="connsiteX67364" y="connsiteY67364"/>
              </a:cxn>
              <a:cxn ang="0">
                <a:pos x="connsiteX67365" y="connsiteY67365"/>
              </a:cxn>
              <a:cxn ang="0">
                <a:pos x="connsiteX67366" y="connsiteY67366"/>
              </a:cxn>
              <a:cxn ang="0">
                <a:pos x="connsiteX67367" y="connsiteY67367"/>
              </a:cxn>
              <a:cxn ang="0">
                <a:pos x="connsiteX67368" y="connsiteY67368"/>
              </a:cxn>
              <a:cxn ang="0">
                <a:pos x="connsiteX67369" y="connsiteY67369"/>
              </a:cxn>
              <a:cxn ang="0">
                <a:pos x="connsiteX67370" y="connsiteY67370"/>
              </a:cxn>
              <a:cxn ang="0">
                <a:pos x="connsiteX67371" y="connsiteY67371"/>
              </a:cxn>
              <a:cxn ang="0">
                <a:pos x="connsiteX67372" y="connsiteY67372"/>
              </a:cxn>
              <a:cxn ang="0">
                <a:pos x="connsiteX67373" y="connsiteY67373"/>
              </a:cxn>
              <a:cxn ang="0">
                <a:pos x="connsiteX67374" y="connsiteY67374"/>
              </a:cxn>
              <a:cxn ang="0">
                <a:pos x="connsiteX67375" y="connsiteY67375"/>
              </a:cxn>
              <a:cxn ang="0">
                <a:pos x="connsiteX67376" y="connsiteY67376"/>
              </a:cxn>
              <a:cxn ang="0">
                <a:pos x="connsiteX67377" y="connsiteY67377"/>
              </a:cxn>
              <a:cxn ang="0">
                <a:pos x="connsiteX67378" y="connsiteY67378"/>
              </a:cxn>
              <a:cxn ang="0">
                <a:pos x="connsiteX67379" y="connsiteY67379"/>
              </a:cxn>
              <a:cxn ang="0">
                <a:pos x="connsiteX67380" y="connsiteY67380"/>
              </a:cxn>
              <a:cxn ang="0">
                <a:pos x="connsiteX67381" y="connsiteY67381"/>
              </a:cxn>
              <a:cxn ang="0">
                <a:pos x="connsiteX67382" y="connsiteY67382"/>
              </a:cxn>
              <a:cxn ang="0">
                <a:pos x="connsiteX67383" y="connsiteY67383"/>
              </a:cxn>
              <a:cxn ang="0">
                <a:pos x="connsiteX67384" y="connsiteY67384"/>
              </a:cxn>
              <a:cxn ang="0">
                <a:pos x="connsiteX67385" y="connsiteY67385"/>
              </a:cxn>
              <a:cxn ang="0">
                <a:pos x="connsiteX67386" y="connsiteY67386"/>
              </a:cxn>
              <a:cxn ang="0">
                <a:pos x="connsiteX67387" y="connsiteY67387"/>
              </a:cxn>
              <a:cxn ang="0">
                <a:pos x="connsiteX67388" y="connsiteY67388"/>
              </a:cxn>
              <a:cxn ang="0">
                <a:pos x="connsiteX67389" y="connsiteY67389"/>
              </a:cxn>
              <a:cxn ang="0">
                <a:pos x="connsiteX67390" y="connsiteY67390"/>
              </a:cxn>
              <a:cxn ang="0">
                <a:pos x="connsiteX67391" y="connsiteY67391"/>
              </a:cxn>
              <a:cxn ang="0">
                <a:pos x="connsiteX67392" y="connsiteY67392"/>
              </a:cxn>
              <a:cxn ang="0">
                <a:pos x="connsiteX67393" y="connsiteY67393"/>
              </a:cxn>
              <a:cxn ang="0">
                <a:pos x="connsiteX67394" y="connsiteY67394"/>
              </a:cxn>
              <a:cxn ang="0">
                <a:pos x="connsiteX67395" y="connsiteY67395"/>
              </a:cxn>
              <a:cxn ang="0">
                <a:pos x="connsiteX67396" y="connsiteY67396"/>
              </a:cxn>
              <a:cxn ang="0">
                <a:pos x="connsiteX67397" y="connsiteY67397"/>
              </a:cxn>
              <a:cxn ang="0">
                <a:pos x="connsiteX67398" y="connsiteY67398"/>
              </a:cxn>
              <a:cxn ang="0">
                <a:pos x="connsiteX67399" y="connsiteY67399"/>
              </a:cxn>
              <a:cxn ang="0">
                <a:pos x="connsiteX67400" y="connsiteY67400"/>
              </a:cxn>
              <a:cxn ang="0">
                <a:pos x="connsiteX67401" y="connsiteY67401"/>
              </a:cxn>
              <a:cxn ang="0">
                <a:pos x="connsiteX67402" y="connsiteY67402"/>
              </a:cxn>
              <a:cxn ang="0">
                <a:pos x="connsiteX67403" y="connsiteY67403"/>
              </a:cxn>
              <a:cxn ang="0">
                <a:pos x="connsiteX67404" y="connsiteY67404"/>
              </a:cxn>
              <a:cxn ang="0">
                <a:pos x="connsiteX67405" y="connsiteY67405"/>
              </a:cxn>
              <a:cxn ang="0">
                <a:pos x="connsiteX67406" y="connsiteY67406"/>
              </a:cxn>
              <a:cxn ang="0">
                <a:pos x="connsiteX67407" y="connsiteY67407"/>
              </a:cxn>
              <a:cxn ang="0">
                <a:pos x="connsiteX67408" y="connsiteY67408"/>
              </a:cxn>
              <a:cxn ang="0">
                <a:pos x="connsiteX67409" y="connsiteY67409"/>
              </a:cxn>
              <a:cxn ang="0">
                <a:pos x="connsiteX67410" y="connsiteY67410"/>
              </a:cxn>
              <a:cxn ang="0">
                <a:pos x="connsiteX67411" y="connsiteY67411"/>
              </a:cxn>
              <a:cxn ang="0">
                <a:pos x="connsiteX67412" y="connsiteY67412"/>
              </a:cxn>
              <a:cxn ang="0">
                <a:pos x="connsiteX67413" y="connsiteY67413"/>
              </a:cxn>
              <a:cxn ang="0">
                <a:pos x="connsiteX67414" y="connsiteY67414"/>
              </a:cxn>
              <a:cxn ang="0">
                <a:pos x="connsiteX67415" y="connsiteY67415"/>
              </a:cxn>
              <a:cxn ang="0">
                <a:pos x="connsiteX67416" y="connsiteY67416"/>
              </a:cxn>
              <a:cxn ang="0">
                <a:pos x="connsiteX67417" y="connsiteY67417"/>
              </a:cxn>
              <a:cxn ang="0">
                <a:pos x="connsiteX67418" y="connsiteY67418"/>
              </a:cxn>
              <a:cxn ang="0">
                <a:pos x="connsiteX67419" y="connsiteY67419"/>
              </a:cxn>
              <a:cxn ang="0">
                <a:pos x="connsiteX67420" y="connsiteY67420"/>
              </a:cxn>
              <a:cxn ang="0">
                <a:pos x="connsiteX67421" y="connsiteY67421"/>
              </a:cxn>
              <a:cxn ang="0">
                <a:pos x="connsiteX67422" y="connsiteY67422"/>
              </a:cxn>
              <a:cxn ang="0">
                <a:pos x="connsiteX67423" y="connsiteY67423"/>
              </a:cxn>
              <a:cxn ang="0">
                <a:pos x="connsiteX67424" y="connsiteY67424"/>
              </a:cxn>
              <a:cxn ang="0">
                <a:pos x="connsiteX67425" y="connsiteY67425"/>
              </a:cxn>
              <a:cxn ang="0">
                <a:pos x="connsiteX67426" y="connsiteY67426"/>
              </a:cxn>
              <a:cxn ang="0">
                <a:pos x="connsiteX67427" y="connsiteY67427"/>
              </a:cxn>
              <a:cxn ang="0">
                <a:pos x="connsiteX67428" y="connsiteY67428"/>
              </a:cxn>
              <a:cxn ang="0">
                <a:pos x="connsiteX67429" y="connsiteY67429"/>
              </a:cxn>
              <a:cxn ang="0">
                <a:pos x="connsiteX67430" y="connsiteY67430"/>
              </a:cxn>
              <a:cxn ang="0">
                <a:pos x="connsiteX67431" y="connsiteY67431"/>
              </a:cxn>
              <a:cxn ang="0">
                <a:pos x="connsiteX67432" y="connsiteY67432"/>
              </a:cxn>
              <a:cxn ang="0">
                <a:pos x="connsiteX67433" y="connsiteY67433"/>
              </a:cxn>
              <a:cxn ang="0">
                <a:pos x="connsiteX67434" y="connsiteY67434"/>
              </a:cxn>
              <a:cxn ang="0">
                <a:pos x="connsiteX67435" y="connsiteY67435"/>
              </a:cxn>
              <a:cxn ang="0">
                <a:pos x="connsiteX67436" y="connsiteY67436"/>
              </a:cxn>
              <a:cxn ang="0">
                <a:pos x="connsiteX67437" y="connsiteY67437"/>
              </a:cxn>
              <a:cxn ang="0">
                <a:pos x="connsiteX67438" y="connsiteY67438"/>
              </a:cxn>
              <a:cxn ang="0">
                <a:pos x="connsiteX67439" y="connsiteY67439"/>
              </a:cxn>
              <a:cxn ang="0">
                <a:pos x="connsiteX67440" y="connsiteY67440"/>
              </a:cxn>
              <a:cxn ang="0">
                <a:pos x="connsiteX67441" y="connsiteY67441"/>
              </a:cxn>
              <a:cxn ang="0">
                <a:pos x="connsiteX67442" y="connsiteY67442"/>
              </a:cxn>
              <a:cxn ang="0">
                <a:pos x="connsiteX67443" y="connsiteY67443"/>
              </a:cxn>
              <a:cxn ang="0">
                <a:pos x="connsiteX67444" y="connsiteY67444"/>
              </a:cxn>
              <a:cxn ang="0">
                <a:pos x="connsiteX67445" y="connsiteY67445"/>
              </a:cxn>
              <a:cxn ang="0">
                <a:pos x="connsiteX67446" y="connsiteY67446"/>
              </a:cxn>
              <a:cxn ang="0">
                <a:pos x="connsiteX67447" y="connsiteY67447"/>
              </a:cxn>
              <a:cxn ang="0">
                <a:pos x="connsiteX67448" y="connsiteY67448"/>
              </a:cxn>
              <a:cxn ang="0">
                <a:pos x="connsiteX67449" y="connsiteY67449"/>
              </a:cxn>
              <a:cxn ang="0">
                <a:pos x="connsiteX67450" y="connsiteY67450"/>
              </a:cxn>
              <a:cxn ang="0">
                <a:pos x="connsiteX67451" y="connsiteY67451"/>
              </a:cxn>
              <a:cxn ang="0">
                <a:pos x="connsiteX67452" y="connsiteY67452"/>
              </a:cxn>
              <a:cxn ang="0">
                <a:pos x="connsiteX67453" y="connsiteY67453"/>
              </a:cxn>
              <a:cxn ang="0">
                <a:pos x="connsiteX67454" y="connsiteY67454"/>
              </a:cxn>
              <a:cxn ang="0">
                <a:pos x="connsiteX67455" y="connsiteY67455"/>
              </a:cxn>
              <a:cxn ang="0">
                <a:pos x="connsiteX67456" y="connsiteY67456"/>
              </a:cxn>
              <a:cxn ang="0">
                <a:pos x="connsiteX67457" y="connsiteY67457"/>
              </a:cxn>
              <a:cxn ang="0">
                <a:pos x="connsiteX67458" y="connsiteY67458"/>
              </a:cxn>
              <a:cxn ang="0">
                <a:pos x="connsiteX67459" y="connsiteY67459"/>
              </a:cxn>
              <a:cxn ang="0">
                <a:pos x="connsiteX67460" y="connsiteY67460"/>
              </a:cxn>
              <a:cxn ang="0">
                <a:pos x="connsiteX67461" y="connsiteY67461"/>
              </a:cxn>
              <a:cxn ang="0">
                <a:pos x="connsiteX67462" y="connsiteY67462"/>
              </a:cxn>
              <a:cxn ang="0">
                <a:pos x="connsiteX67463" y="connsiteY67463"/>
              </a:cxn>
              <a:cxn ang="0">
                <a:pos x="connsiteX67464" y="connsiteY67464"/>
              </a:cxn>
              <a:cxn ang="0">
                <a:pos x="connsiteX67465" y="connsiteY67465"/>
              </a:cxn>
              <a:cxn ang="0">
                <a:pos x="connsiteX67466" y="connsiteY67466"/>
              </a:cxn>
              <a:cxn ang="0">
                <a:pos x="connsiteX67467" y="connsiteY67467"/>
              </a:cxn>
              <a:cxn ang="0">
                <a:pos x="connsiteX67468" y="connsiteY67468"/>
              </a:cxn>
              <a:cxn ang="0">
                <a:pos x="connsiteX67469" y="connsiteY67469"/>
              </a:cxn>
              <a:cxn ang="0">
                <a:pos x="connsiteX67470" y="connsiteY67470"/>
              </a:cxn>
              <a:cxn ang="0">
                <a:pos x="connsiteX67471" y="connsiteY67471"/>
              </a:cxn>
              <a:cxn ang="0">
                <a:pos x="connsiteX67472" y="connsiteY67472"/>
              </a:cxn>
              <a:cxn ang="0">
                <a:pos x="connsiteX67473" y="connsiteY67473"/>
              </a:cxn>
              <a:cxn ang="0">
                <a:pos x="connsiteX67474" y="connsiteY67474"/>
              </a:cxn>
              <a:cxn ang="0">
                <a:pos x="connsiteX67475" y="connsiteY67475"/>
              </a:cxn>
              <a:cxn ang="0">
                <a:pos x="connsiteX67476" y="connsiteY67476"/>
              </a:cxn>
              <a:cxn ang="0">
                <a:pos x="connsiteX67477" y="connsiteY67477"/>
              </a:cxn>
              <a:cxn ang="0">
                <a:pos x="connsiteX67478" y="connsiteY67478"/>
              </a:cxn>
              <a:cxn ang="0">
                <a:pos x="connsiteX67479" y="connsiteY67479"/>
              </a:cxn>
              <a:cxn ang="0">
                <a:pos x="connsiteX67480" y="connsiteY67480"/>
              </a:cxn>
              <a:cxn ang="0">
                <a:pos x="connsiteX67481" y="connsiteY67481"/>
              </a:cxn>
              <a:cxn ang="0">
                <a:pos x="connsiteX67482" y="connsiteY67482"/>
              </a:cxn>
              <a:cxn ang="0">
                <a:pos x="connsiteX67483" y="connsiteY67483"/>
              </a:cxn>
              <a:cxn ang="0">
                <a:pos x="connsiteX67484" y="connsiteY67484"/>
              </a:cxn>
              <a:cxn ang="0">
                <a:pos x="connsiteX67485" y="connsiteY67485"/>
              </a:cxn>
              <a:cxn ang="0">
                <a:pos x="connsiteX67486" y="connsiteY67486"/>
              </a:cxn>
              <a:cxn ang="0">
                <a:pos x="connsiteX67487" y="connsiteY67487"/>
              </a:cxn>
              <a:cxn ang="0">
                <a:pos x="connsiteX67488" y="connsiteY67488"/>
              </a:cxn>
              <a:cxn ang="0">
                <a:pos x="connsiteX67489" y="connsiteY67489"/>
              </a:cxn>
              <a:cxn ang="0">
                <a:pos x="connsiteX67490" y="connsiteY67490"/>
              </a:cxn>
              <a:cxn ang="0">
                <a:pos x="connsiteX67491" y="connsiteY67491"/>
              </a:cxn>
              <a:cxn ang="0">
                <a:pos x="connsiteX67492" y="connsiteY67492"/>
              </a:cxn>
              <a:cxn ang="0">
                <a:pos x="connsiteX67493" y="connsiteY67493"/>
              </a:cxn>
              <a:cxn ang="0">
                <a:pos x="connsiteX67494" y="connsiteY67494"/>
              </a:cxn>
              <a:cxn ang="0">
                <a:pos x="connsiteX67495" y="connsiteY67495"/>
              </a:cxn>
              <a:cxn ang="0">
                <a:pos x="connsiteX67496" y="connsiteY67496"/>
              </a:cxn>
              <a:cxn ang="0">
                <a:pos x="connsiteX67497" y="connsiteY67497"/>
              </a:cxn>
              <a:cxn ang="0">
                <a:pos x="connsiteX67498" y="connsiteY67498"/>
              </a:cxn>
              <a:cxn ang="0">
                <a:pos x="connsiteX67499" y="connsiteY67499"/>
              </a:cxn>
              <a:cxn ang="0">
                <a:pos x="connsiteX67500" y="connsiteY67500"/>
              </a:cxn>
              <a:cxn ang="0">
                <a:pos x="connsiteX67501" y="connsiteY67501"/>
              </a:cxn>
              <a:cxn ang="0">
                <a:pos x="connsiteX67502" y="connsiteY67502"/>
              </a:cxn>
              <a:cxn ang="0">
                <a:pos x="connsiteX67503" y="connsiteY67503"/>
              </a:cxn>
              <a:cxn ang="0">
                <a:pos x="connsiteX67504" y="connsiteY67504"/>
              </a:cxn>
              <a:cxn ang="0">
                <a:pos x="connsiteX67505" y="connsiteY67505"/>
              </a:cxn>
              <a:cxn ang="0">
                <a:pos x="connsiteX67506" y="connsiteY67506"/>
              </a:cxn>
              <a:cxn ang="0">
                <a:pos x="connsiteX67507" y="connsiteY67507"/>
              </a:cxn>
              <a:cxn ang="0">
                <a:pos x="connsiteX67508" y="connsiteY67508"/>
              </a:cxn>
              <a:cxn ang="0">
                <a:pos x="connsiteX67509" y="connsiteY67509"/>
              </a:cxn>
              <a:cxn ang="0">
                <a:pos x="connsiteX67510" y="connsiteY67510"/>
              </a:cxn>
              <a:cxn ang="0">
                <a:pos x="connsiteX67511" y="connsiteY67511"/>
              </a:cxn>
              <a:cxn ang="0">
                <a:pos x="connsiteX67512" y="connsiteY67512"/>
              </a:cxn>
              <a:cxn ang="0">
                <a:pos x="connsiteX67513" y="connsiteY67513"/>
              </a:cxn>
              <a:cxn ang="0">
                <a:pos x="connsiteX67514" y="connsiteY67514"/>
              </a:cxn>
              <a:cxn ang="0">
                <a:pos x="connsiteX67515" y="connsiteY67515"/>
              </a:cxn>
              <a:cxn ang="0">
                <a:pos x="connsiteX67516" y="connsiteY67516"/>
              </a:cxn>
              <a:cxn ang="0">
                <a:pos x="connsiteX67517" y="connsiteY67517"/>
              </a:cxn>
              <a:cxn ang="0">
                <a:pos x="connsiteX67518" y="connsiteY67518"/>
              </a:cxn>
              <a:cxn ang="0">
                <a:pos x="connsiteX67519" y="connsiteY67519"/>
              </a:cxn>
              <a:cxn ang="0">
                <a:pos x="connsiteX67520" y="connsiteY67520"/>
              </a:cxn>
              <a:cxn ang="0">
                <a:pos x="connsiteX67521" y="connsiteY67521"/>
              </a:cxn>
              <a:cxn ang="0">
                <a:pos x="connsiteX67522" y="connsiteY67522"/>
              </a:cxn>
              <a:cxn ang="0">
                <a:pos x="connsiteX67523" y="connsiteY67523"/>
              </a:cxn>
              <a:cxn ang="0">
                <a:pos x="connsiteX67524" y="connsiteY67524"/>
              </a:cxn>
              <a:cxn ang="0">
                <a:pos x="connsiteX67525" y="connsiteY67525"/>
              </a:cxn>
              <a:cxn ang="0">
                <a:pos x="connsiteX67526" y="connsiteY67526"/>
              </a:cxn>
              <a:cxn ang="0">
                <a:pos x="connsiteX67527" y="connsiteY67527"/>
              </a:cxn>
              <a:cxn ang="0">
                <a:pos x="connsiteX67528" y="connsiteY67528"/>
              </a:cxn>
              <a:cxn ang="0">
                <a:pos x="connsiteX67529" y="connsiteY67529"/>
              </a:cxn>
              <a:cxn ang="0">
                <a:pos x="connsiteX67530" y="connsiteY67530"/>
              </a:cxn>
              <a:cxn ang="0">
                <a:pos x="connsiteX67531" y="connsiteY67531"/>
              </a:cxn>
              <a:cxn ang="0">
                <a:pos x="connsiteX67532" y="connsiteY67532"/>
              </a:cxn>
              <a:cxn ang="0">
                <a:pos x="connsiteX67533" y="connsiteY67533"/>
              </a:cxn>
              <a:cxn ang="0">
                <a:pos x="connsiteX67534" y="connsiteY67534"/>
              </a:cxn>
              <a:cxn ang="0">
                <a:pos x="connsiteX67535" y="connsiteY67535"/>
              </a:cxn>
              <a:cxn ang="0">
                <a:pos x="connsiteX67536" y="connsiteY67536"/>
              </a:cxn>
              <a:cxn ang="0">
                <a:pos x="connsiteX67537" y="connsiteY67537"/>
              </a:cxn>
              <a:cxn ang="0">
                <a:pos x="connsiteX67538" y="connsiteY67538"/>
              </a:cxn>
              <a:cxn ang="0">
                <a:pos x="connsiteX67539" y="connsiteY67539"/>
              </a:cxn>
              <a:cxn ang="0">
                <a:pos x="connsiteX67540" y="connsiteY67540"/>
              </a:cxn>
              <a:cxn ang="0">
                <a:pos x="connsiteX67541" y="connsiteY67541"/>
              </a:cxn>
              <a:cxn ang="0">
                <a:pos x="connsiteX67542" y="connsiteY67542"/>
              </a:cxn>
              <a:cxn ang="0">
                <a:pos x="connsiteX67543" y="connsiteY67543"/>
              </a:cxn>
              <a:cxn ang="0">
                <a:pos x="connsiteX67544" y="connsiteY67544"/>
              </a:cxn>
              <a:cxn ang="0">
                <a:pos x="connsiteX67545" y="connsiteY67545"/>
              </a:cxn>
              <a:cxn ang="0">
                <a:pos x="connsiteX67546" y="connsiteY67546"/>
              </a:cxn>
              <a:cxn ang="0">
                <a:pos x="connsiteX67547" y="connsiteY67547"/>
              </a:cxn>
              <a:cxn ang="0">
                <a:pos x="connsiteX67548" y="connsiteY67548"/>
              </a:cxn>
              <a:cxn ang="0">
                <a:pos x="connsiteX67549" y="connsiteY67549"/>
              </a:cxn>
              <a:cxn ang="0">
                <a:pos x="connsiteX67550" y="connsiteY67550"/>
              </a:cxn>
              <a:cxn ang="0">
                <a:pos x="connsiteX67551" y="connsiteY67551"/>
              </a:cxn>
              <a:cxn ang="0">
                <a:pos x="connsiteX67552" y="connsiteY67552"/>
              </a:cxn>
              <a:cxn ang="0">
                <a:pos x="connsiteX67553" y="connsiteY67553"/>
              </a:cxn>
              <a:cxn ang="0">
                <a:pos x="connsiteX67554" y="connsiteY67554"/>
              </a:cxn>
              <a:cxn ang="0">
                <a:pos x="connsiteX67555" y="connsiteY67555"/>
              </a:cxn>
              <a:cxn ang="0">
                <a:pos x="connsiteX67556" y="connsiteY67556"/>
              </a:cxn>
              <a:cxn ang="0">
                <a:pos x="connsiteX67557" y="connsiteY67557"/>
              </a:cxn>
              <a:cxn ang="0">
                <a:pos x="connsiteX67558" y="connsiteY67558"/>
              </a:cxn>
              <a:cxn ang="0">
                <a:pos x="connsiteX67559" y="connsiteY67559"/>
              </a:cxn>
              <a:cxn ang="0">
                <a:pos x="connsiteX67560" y="connsiteY67560"/>
              </a:cxn>
              <a:cxn ang="0">
                <a:pos x="connsiteX67561" y="connsiteY67561"/>
              </a:cxn>
              <a:cxn ang="0">
                <a:pos x="connsiteX67562" y="connsiteY67562"/>
              </a:cxn>
              <a:cxn ang="0">
                <a:pos x="connsiteX67563" y="connsiteY67563"/>
              </a:cxn>
              <a:cxn ang="0">
                <a:pos x="connsiteX67564" y="connsiteY67564"/>
              </a:cxn>
              <a:cxn ang="0">
                <a:pos x="connsiteX67565" y="connsiteY67565"/>
              </a:cxn>
              <a:cxn ang="0">
                <a:pos x="connsiteX67566" y="connsiteY67566"/>
              </a:cxn>
              <a:cxn ang="0">
                <a:pos x="connsiteX67567" y="connsiteY67567"/>
              </a:cxn>
              <a:cxn ang="0">
                <a:pos x="connsiteX67568" y="connsiteY67568"/>
              </a:cxn>
              <a:cxn ang="0">
                <a:pos x="connsiteX67569" y="connsiteY67569"/>
              </a:cxn>
              <a:cxn ang="0">
                <a:pos x="connsiteX67570" y="connsiteY67570"/>
              </a:cxn>
              <a:cxn ang="0">
                <a:pos x="connsiteX67571" y="connsiteY67571"/>
              </a:cxn>
              <a:cxn ang="0">
                <a:pos x="connsiteX67572" y="connsiteY67572"/>
              </a:cxn>
              <a:cxn ang="0">
                <a:pos x="connsiteX67573" y="connsiteY67573"/>
              </a:cxn>
              <a:cxn ang="0">
                <a:pos x="connsiteX67574" y="connsiteY67574"/>
              </a:cxn>
              <a:cxn ang="0">
                <a:pos x="connsiteX67575" y="connsiteY67575"/>
              </a:cxn>
              <a:cxn ang="0">
                <a:pos x="connsiteX67576" y="connsiteY67576"/>
              </a:cxn>
              <a:cxn ang="0">
                <a:pos x="connsiteX67577" y="connsiteY67577"/>
              </a:cxn>
              <a:cxn ang="0">
                <a:pos x="connsiteX67578" y="connsiteY67578"/>
              </a:cxn>
              <a:cxn ang="0">
                <a:pos x="connsiteX67579" y="connsiteY67579"/>
              </a:cxn>
              <a:cxn ang="0">
                <a:pos x="connsiteX67580" y="connsiteY67580"/>
              </a:cxn>
              <a:cxn ang="0">
                <a:pos x="connsiteX67581" y="connsiteY67581"/>
              </a:cxn>
              <a:cxn ang="0">
                <a:pos x="connsiteX67582" y="connsiteY67582"/>
              </a:cxn>
              <a:cxn ang="0">
                <a:pos x="connsiteX67583" y="connsiteY67583"/>
              </a:cxn>
              <a:cxn ang="0">
                <a:pos x="connsiteX67584" y="connsiteY67584"/>
              </a:cxn>
              <a:cxn ang="0">
                <a:pos x="connsiteX67585" y="connsiteY67585"/>
              </a:cxn>
              <a:cxn ang="0">
                <a:pos x="connsiteX67586" y="connsiteY67586"/>
              </a:cxn>
              <a:cxn ang="0">
                <a:pos x="connsiteX67587" y="connsiteY67587"/>
              </a:cxn>
              <a:cxn ang="0">
                <a:pos x="connsiteX67588" y="connsiteY67588"/>
              </a:cxn>
              <a:cxn ang="0">
                <a:pos x="connsiteX67589" y="connsiteY67589"/>
              </a:cxn>
              <a:cxn ang="0">
                <a:pos x="connsiteX67590" y="connsiteY67590"/>
              </a:cxn>
              <a:cxn ang="0">
                <a:pos x="connsiteX67591" y="connsiteY67591"/>
              </a:cxn>
              <a:cxn ang="0">
                <a:pos x="connsiteX67592" y="connsiteY67592"/>
              </a:cxn>
              <a:cxn ang="0">
                <a:pos x="connsiteX67593" y="connsiteY67593"/>
              </a:cxn>
              <a:cxn ang="0">
                <a:pos x="connsiteX67594" y="connsiteY67594"/>
              </a:cxn>
              <a:cxn ang="0">
                <a:pos x="connsiteX67595" y="connsiteY67595"/>
              </a:cxn>
              <a:cxn ang="0">
                <a:pos x="connsiteX67596" y="connsiteY67596"/>
              </a:cxn>
              <a:cxn ang="0">
                <a:pos x="connsiteX67597" y="connsiteY67597"/>
              </a:cxn>
              <a:cxn ang="0">
                <a:pos x="connsiteX67598" y="connsiteY67598"/>
              </a:cxn>
              <a:cxn ang="0">
                <a:pos x="connsiteX67599" y="connsiteY67599"/>
              </a:cxn>
              <a:cxn ang="0">
                <a:pos x="connsiteX67600" y="connsiteY67600"/>
              </a:cxn>
              <a:cxn ang="0">
                <a:pos x="connsiteX67601" y="connsiteY67601"/>
              </a:cxn>
              <a:cxn ang="0">
                <a:pos x="connsiteX67602" y="connsiteY67602"/>
              </a:cxn>
              <a:cxn ang="0">
                <a:pos x="connsiteX67603" y="connsiteY67603"/>
              </a:cxn>
              <a:cxn ang="0">
                <a:pos x="connsiteX67604" y="connsiteY67604"/>
              </a:cxn>
              <a:cxn ang="0">
                <a:pos x="connsiteX67605" y="connsiteY67605"/>
              </a:cxn>
              <a:cxn ang="0">
                <a:pos x="connsiteX67606" y="connsiteY67606"/>
              </a:cxn>
              <a:cxn ang="0">
                <a:pos x="connsiteX67607" y="connsiteY67607"/>
              </a:cxn>
              <a:cxn ang="0">
                <a:pos x="connsiteX67608" y="connsiteY67608"/>
              </a:cxn>
              <a:cxn ang="0">
                <a:pos x="connsiteX67609" y="connsiteY67609"/>
              </a:cxn>
              <a:cxn ang="0">
                <a:pos x="connsiteX67610" y="connsiteY67610"/>
              </a:cxn>
              <a:cxn ang="0">
                <a:pos x="connsiteX67611" y="connsiteY67611"/>
              </a:cxn>
              <a:cxn ang="0">
                <a:pos x="connsiteX67612" y="connsiteY67612"/>
              </a:cxn>
              <a:cxn ang="0">
                <a:pos x="connsiteX67613" y="connsiteY67613"/>
              </a:cxn>
              <a:cxn ang="0">
                <a:pos x="connsiteX67614" y="connsiteY67614"/>
              </a:cxn>
              <a:cxn ang="0">
                <a:pos x="connsiteX67615" y="connsiteY67615"/>
              </a:cxn>
              <a:cxn ang="0">
                <a:pos x="connsiteX67616" y="connsiteY67616"/>
              </a:cxn>
              <a:cxn ang="0">
                <a:pos x="connsiteX67617" y="connsiteY67617"/>
              </a:cxn>
              <a:cxn ang="0">
                <a:pos x="connsiteX67618" y="connsiteY67618"/>
              </a:cxn>
              <a:cxn ang="0">
                <a:pos x="connsiteX67619" y="connsiteY67619"/>
              </a:cxn>
              <a:cxn ang="0">
                <a:pos x="connsiteX67620" y="connsiteY67620"/>
              </a:cxn>
              <a:cxn ang="0">
                <a:pos x="connsiteX67621" y="connsiteY67621"/>
              </a:cxn>
              <a:cxn ang="0">
                <a:pos x="connsiteX67622" y="connsiteY67622"/>
              </a:cxn>
              <a:cxn ang="0">
                <a:pos x="connsiteX67623" y="connsiteY67623"/>
              </a:cxn>
              <a:cxn ang="0">
                <a:pos x="connsiteX67624" y="connsiteY67624"/>
              </a:cxn>
              <a:cxn ang="0">
                <a:pos x="connsiteX67625" y="connsiteY67625"/>
              </a:cxn>
              <a:cxn ang="0">
                <a:pos x="connsiteX67626" y="connsiteY67626"/>
              </a:cxn>
              <a:cxn ang="0">
                <a:pos x="connsiteX67627" y="connsiteY67627"/>
              </a:cxn>
              <a:cxn ang="0">
                <a:pos x="connsiteX67628" y="connsiteY67628"/>
              </a:cxn>
              <a:cxn ang="0">
                <a:pos x="connsiteX67629" y="connsiteY67629"/>
              </a:cxn>
              <a:cxn ang="0">
                <a:pos x="connsiteX67630" y="connsiteY67630"/>
              </a:cxn>
              <a:cxn ang="0">
                <a:pos x="connsiteX67631" y="connsiteY67631"/>
              </a:cxn>
              <a:cxn ang="0">
                <a:pos x="connsiteX67632" y="connsiteY67632"/>
              </a:cxn>
              <a:cxn ang="0">
                <a:pos x="connsiteX67633" y="connsiteY67633"/>
              </a:cxn>
              <a:cxn ang="0">
                <a:pos x="connsiteX67634" y="connsiteY67634"/>
              </a:cxn>
              <a:cxn ang="0">
                <a:pos x="connsiteX67635" y="connsiteY67635"/>
              </a:cxn>
              <a:cxn ang="0">
                <a:pos x="connsiteX67636" y="connsiteY67636"/>
              </a:cxn>
              <a:cxn ang="0">
                <a:pos x="connsiteX67637" y="connsiteY67637"/>
              </a:cxn>
              <a:cxn ang="0">
                <a:pos x="connsiteX67638" y="connsiteY67638"/>
              </a:cxn>
              <a:cxn ang="0">
                <a:pos x="connsiteX67639" y="connsiteY67639"/>
              </a:cxn>
              <a:cxn ang="0">
                <a:pos x="connsiteX67640" y="connsiteY67640"/>
              </a:cxn>
              <a:cxn ang="0">
                <a:pos x="connsiteX67641" y="connsiteY67641"/>
              </a:cxn>
              <a:cxn ang="0">
                <a:pos x="connsiteX67642" y="connsiteY67642"/>
              </a:cxn>
              <a:cxn ang="0">
                <a:pos x="connsiteX67643" y="connsiteY67643"/>
              </a:cxn>
              <a:cxn ang="0">
                <a:pos x="connsiteX67644" y="connsiteY67644"/>
              </a:cxn>
              <a:cxn ang="0">
                <a:pos x="connsiteX67645" y="connsiteY67645"/>
              </a:cxn>
              <a:cxn ang="0">
                <a:pos x="connsiteX67646" y="connsiteY67646"/>
              </a:cxn>
              <a:cxn ang="0">
                <a:pos x="connsiteX67647" y="connsiteY67647"/>
              </a:cxn>
              <a:cxn ang="0">
                <a:pos x="connsiteX67648" y="connsiteY67648"/>
              </a:cxn>
              <a:cxn ang="0">
                <a:pos x="connsiteX67649" y="connsiteY67649"/>
              </a:cxn>
              <a:cxn ang="0">
                <a:pos x="connsiteX67650" y="connsiteY67650"/>
              </a:cxn>
              <a:cxn ang="0">
                <a:pos x="connsiteX67651" y="connsiteY67651"/>
              </a:cxn>
              <a:cxn ang="0">
                <a:pos x="connsiteX67652" y="connsiteY67652"/>
              </a:cxn>
              <a:cxn ang="0">
                <a:pos x="connsiteX67653" y="connsiteY67653"/>
              </a:cxn>
              <a:cxn ang="0">
                <a:pos x="connsiteX67654" y="connsiteY67654"/>
              </a:cxn>
              <a:cxn ang="0">
                <a:pos x="connsiteX67655" y="connsiteY67655"/>
              </a:cxn>
              <a:cxn ang="0">
                <a:pos x="connsiteX67656" y="connsiteY67656"/>
              </a:cxn>
              <a:cxn ang="0">
                <a:pos x="connsiteX67657" y="connsiteY67657"/>
              </a:cxn>
              <a:cxn ang="0">
                <a:pos x="connsiteX67658" y="connsiteY67658"/>
              </a:cxn>
              <a:cxn ang="0">
                <a:pos x="connsiteX67659" y="connsiteY67659"/>
              </a:cxn>
              <a:cxn ang="0">
                <a:pos x="connsiteX67660" y="connsiteY67660"/>
              </a:cxn>
              <a:cxn ang="0">
                <a:pos x="connsiteX67661" y="connsiteY67661"/>
              </a:cxn>
              <a:cxn ang="0">
                <a:pos x="connsiteX67662" y="connsiteY67662"/>
              </a:cxn>
              <a:cxn ang="0">
                <a:pos x="connsiteX67663" y="connsiteY67663"/>
              </a:cxn>
              <a:cxn ang="0">
                <a:pos x="connsiteX67664" y="connsiteY67664"/>
              </a:cxn>
              <a:cxn ang="0">
                <a:pos x="connsiteX67665" y="connsiteY67665"/>
              </a:cxn>
              <a:cxn ang="0">
                <a:pos x="connsiteX67666" y="connsiteY67666"/>
              </a:cxn>
              <a:cxn ang="0">
                <a:pos x="connsiteX67667" y="connsiteY67667"/>
              </a:cxn>
              <a:cxn ang="0">
                <a:pos x="connsiteX67668" y="connsiteY67668"/>
              </a:cxn>
              <a:cxn ang="0">
                <a:pos x="connsiteX67669" y="connsiteY67669"/>
              </a:cxn>
              <a:cxn ang="0">
                <a:pos x="connsiteX67670" y="connsiteY67670"/>
              </a:cxn>
              <a:cxn ang="0">
                <a:pos x="connsiteX67671" y="connsiteY67671"/>
              </a:cxn>
              <a:cxn ang="0">
                <a:pos x="connsiteX67672" y="connsiteY67672"/>
              </a:cxn>
              <a:cxn ang="0">
                <a:pos x="connsiteX67673" y="connsiteY67673"/>
              </a:cxn>
              <a:cxn ang="0">
                <a:pos x="connsiteX67674" y="connsiteY67674"/>
              </a:cxn>
              <a:cxn ang="0">
                <a:pos x="connsiteX67675" y="connsiteY67675"/>
              </a:cxn>
              <a:cxn ang="0">
                <a:pos x="connsiteX67676" y="connsiteY67676"/>
              </a:cxn>
              <a:cxn ang="0">
                <a:pos x="connsiteX67677" y="connsiteY67677"/>
              </a:cxn>
              <a:cxn ang="0">
                <a:pos x="connsiteX67678" y="connsiteY67678"/>
              </a:cxn>
              <a:cxn ang="0">
                <a:pos x="connsiteX67679" y="connsiteY67679"/>
              </a:cxn>
              <a:cxn ang="0">
                <a:pos x="connsiteX67680" y="connsiteY67680"/>
              </a:cxn>
              <a:cxn ang="0">
                <a:pos x="connsiteX67681" y="connsiteY67681"/>
              </a:cxn>
              <a:cxn ang="0">
                <a:pos x="connsiteX67682" y="connsiteY67682"/>
              </a:cxn>
              <a:cxn ang="0">
                <a:pos x="connsiteX67683" y="connsiteY67683"/>
              </a:cxn>
              <a:cxn ang="0">
                <a:pos x="connsiteX67684" y="connsiteY67684"/>
              </a:cxn>
              <a:cxn ang="0">
                <a:pos x="connsiteX67685" y="connsiteY67685"/>
              </a:cxn>
              <a:cxn ang="0">
                <a:pos x="connsiteX67686" y="connsiteY67686"/>
              </a:cxn>
              <a:cxn ang="0">
                <a:pos x="connsiteX67687" y="connsiteY67687"/>
              </a:cxn>
              <a:cxn ang="0">
                <a:pos x="connsiteX67688" y="connsiteY67688"/>
              </a:cxn>
              <a:cxn ang="0">
                <a:pos x="connsiteX67689" y="connsiteY67689"/>
              </a:cxn>
              <a:cxn ang="0">
                <a:pos x="connsiteX67690" y="connsiteY67690"/>
              </a:cxn>
              <a:cxn ang="0">
                <a:pos x="connsiteX67691" y="connsiteY67691"/>
              </a:cxn>
              <a:cxn ang="0">
                <a:pos x="connsiteX67692" y="connsiteY67692"/>
              </a:cxn>
              <a:cxn ang="0">
                <a:pos x="connsiteX67693" y="connsiteY67693"/>
              </a:cxn>
              <a:cxn ang="0">
                <a:pos x="connsiteX67694" y="connsiteY67694"/>
              </a:cxn>
              <a:cxn ang="0">
                <a:pos x="connsiteX67695" y="connsiteY67695"/>
              </a:cxn>
              <a:cxn ang="0">
                <a:pos x="connsiteX67696" y="connsiteY67696"/>
              </a:cxn>
              <a:cxn ang="0">
                <a:pos x="connsiteX67697" y="connsiteY67697"/>
              </a:cxn>
              <a:cxn ang="0">
                <a:pos x="connsiteX67698" y="connsiteY67698"/>
              </a:cxn>
              <a:cxn ang="0">
                <a:pos x="connsiteX67699" y="connsiteY67699"/>
              </a:cxn>
              <a:cxn ang="0">
                <a:pos x="connsiteX67700" y="connsiteY67700"/>
              </a:cxn>
              <a:cxn ang="0">
                <a:pos x="connsiteX67701" y="connsiteY67701"/>
              </a:cxn>
              <a:cxn ang="0">
                <a:pos x="connsiteX67702" y="connsiteY67702"/>
              </a:cxn>
              <a:cxn ang="0">
                <a:pos x="connsiteX67703" y="connsiteY67703"/>
              </a:cxn>
              <a:cxn ang="0">
                <a:pos x="connsiteX67704" y="connsiteY67704"/>
              </a:cxn>
              <a:cxn ang="0">
                <a:pos x="connsiteX67705" y="connsiteY67705"/>
              </a:cxn>
              <a:cxn ang="0">
                <a:pos x="connsiteX67706" y="connsiteY67706"/>
              </a:cxn>
              <a:cxn ang="0">
                <a:pos x="connsiteX67707" y="connsiteY67707"/>
              </a:cxn>
              <a:cxn ang="0">
                <a:pos x="connsiteX67708" y="connsiteY67708"/>
              </a:cxn>
              <a:cxn ang="0">
                <a:pos x="connsiteX67709" y="connsiteY67709"/>
              </a:cxn>
              <a:cxn ang="0">
                <a:pos x="connsiteX67710" y="connsiteY67710"/>
              </a:cxn>
              <a:cxn ang="0">
                <a:pos x="connsiteX67711" y="connsiteY67711"/>
              </a:cxn>
              <a:cxn ang="0">
                <a:pos x="connsiteX67712" y="connsiteY67712"/>
              </a:cxn>
              <a:cxn ang="0">
                <a:pos x="connsiteX67713" y="connsiteY67713"/>
              </a:cxn>
              <a:cxn ang="0">
                <a:pos x="connsiteX67714" y="connsiteY67714"/>
              </a:cxn>
              <a:cxn ang="0">
                <a:pos x="connsiteX67715" y="connsiteY67715"/>
              </a:cxn>
              <a:cxn ang="0">
                <a:pos x="connsiteX67716" y="connsiteY67716"/>
              </a:cxn>
              <a:cxn ang="0">
                <a:pos x="connsiteX67717" y="connsiteY67717"/>
              </a:cxn>
              <a:cxn ang="0">
                <a:pos x="connsiteX67718" y="connsiteY67718"/>
              </a:cxn>
              <a:cxn ang="0">
                <a:pos x="connsiteX67719" y="connsiteY67719"/>
              </a:cxn>
              <a:cxn ang="0">
                <a:pos x="connsiteX67720" y="connsiteY67720"/>
              </a:cxn>
              <a:cxn ang="0">
                <a:pos x="connsiteX67721" y="connsiteY67721"/>
              </a:cxn>
              <a:cxn ang="0">
                <a:pos x="connsiteX67722" y="connsiteY67722"/>
              </a:cxn>
              <a:cxn ang="0">
                <a:pos x="connsiteX67723" y="connsiteY67723"/>
              </a:cxn>
              <a:cxn ang="0">
                <a:pos x="connsiteX67724" y="connsiteY67724"/>
              </a:cxn>
              <a:cxn ang="0">
                <a:pos x="connsiteX67725" y="connsiteY67725"/>
              </a:cxn>
              <a:cxn ang="0">
                <a:pos x="connsiteX67726" y="connsiteY67726"/>
              </a:cxn>
              <a:cxn ang="0">
                <a:pos x="connsiteX67727" y="connsiteY67727"/>
              </a:cxn>
              <a:cxn ang="0">
                <a:pos x="connsiteX67728" y="connsiteY67728"/>
              </a:cxn>
              <a:cxn ang="0">
                <a:pos x="connsiteX67729" y="connsiteY67729"/>
              </a:cxn>
              <a:cxn ang="0">
                <a:pos x="connsiteX67730" y="connsiteY67730"/>
              </a:cxn>
              <a:cxn ang="0">
                <a:pos x="connsiteX67731" y="connsiteY67731"/>
              </a:cxn>
              <a:cxn ang="0">
                <a:pos x="connsiteX67732" y="connsiteY67732"/>
              </a:cxn>
              <a:cxn ang="0">
                <a:pos x="connsiteX67733" y="connsiteY67733"/>
              </a:cxn>
              <a:cxn ang="0">
                <a:pos x="connsiteX67734" y="connsiteY67734"/>
              </a:cxn>
              <a:cxn ang="0">
                <a:pos x="connsiteX67735" y="connsiteY67735"/>
              </a:cxn>
              <a:cxn ang="0">
                <a:pos x="connsiteX67736" y="connsiteY67736"/>
              </a:cxn>
              <a:cxn ang="0">
                <a:pos x="connsiteX67737" y="connsiteY67737"/>
              </a:cxn>
              <a:cxn ang="0">
                <a:pos x="connsiteX67738" y="connsiteY67738"/>
              </a:cxn>
              <a:cxn ang="0">
                <a:pos x="connsiteX67739" y="connsiteY67739"/>
              </a:cxn>
              <a:cxn ang="0">
                <a:pos x="connsiteX67740" y="connsiteY67740"/>
              </a:cxn>
              <a:cxn ang="0">
                <a:pos x="connsiteX67741" y="connsiteY67741"/>
              </a:cxn>
              <a:cxn ang="0">
                <a:pos x="connsiteX67742" y="connsiteY67742"/>
              </a:cxn>
              <a:cxn ang="0">
                <a:pos x="connsiteX67743" y="connsiteY67743"/>
              </a:cxn>
              <a:cxn ang="0">
                <a:pos x="connsiteX67744" y="connsiteY67744"/>
              </a:cxn>
              <a:cxn ang="0">
                <a:pos x="connsiteX67745" y="connsiteY67745"/>
              </a:cxn>
              <a:cxn ang="0">
                <a:pos x="connsiteX67746" y="connsiteY67746"/>
              </a:cxn>
              <a:cxn ang="0">
                <a:pos x="connsiteX67747" y="connsiteY67747"/>
              </a:cxn>
              <a:cxn ang="0">
                <a:pos x="connsiteX67748" y="connsiteY67748"/>
              </a:cxn>
              <a:cxn ang="0">
                <a:pos x="connsiteX67749" y="connsiteY67749"/>
              </a:cxn>
              <a:cxn ang="0">
                <a:pos x="connsiteX67750" y="connsiteY67750"/>
              </a:cxn>
              <a:cxn ang="0">
                <a:pos x="connsiteX67751" y="connsiteY67751"/>
              </a:cxn>
              <a:cxn ang="0">
                <a:pos x="connsiteX67752" y="connsiteY67752"/>
              </a:cxn>
              <a:cxn ang="0">
                <a:pos x="connsiteX67753" y="connsiteY67753"/>
              </a:cxn>
              <a:cxn ang="0">
                <a:pos x="connsiteX67754" y="connsiteY67754"/>
              </a:cxn>
              <a:cxn ang="0">
                <a:pos x="connsiteX67755" y="connsiteY67755"/>
              </a:cxn>
              <a:cxn ang="0">
                <a:pos x="connsiteX67756" y="connsiteY67756"/>
              </a:cxn>
              <a:cxn ang="0">
                <a:pos x="connsiteX67757" y="connsiteY67757"/>
              </a:cxn>
              <a:cxn ang="0">
                <a:pos x="connsiteX67758" y="connsiteY67758"/>
              </a:cxn>
              <a:cxn ang="0">
                <a:pos x="connsiteX67759" y="connsiteY67759"/>
              </a:cxn>
              <a:cxn ang="0">
                <a:pos x="connsiteX67760" y="connsiteY67760"/>
              </a:cxn>
              <a:cxn ang="0">
                <a:pos x="connsiteX67761" y="connsiteY67761"/>
              </a:cxn>
              <a:cxn ang="0">
                <a:pos x="connsiteX67762" y="connsiteY67762"/>
              </a:cxn>
              <a:cxn ang="0">
                <a:pos x="connsiteX67763" y="connsiteY67763"/>
              </a:cxn>
              <a:cxn ang="0">
                <a:pos x="connsiteX67764" y="connsiteY67764"/>
              </a:cxn>
              <a:cxn ang="0">
                <a:pos x="connsiteX67765" y="connsiteY67765"/>
              </a:cxn>
              <a:cxn ang="0">
                <a:pos x="connsiteX67766" y="connsiteY67766"/>
              </a:cxn>
              <a:cxn ang="0">
                <a:pos x="connsiteX67767" y="connsiteY67767"/>
              </a:cxn>
              <a:cxn ang="0">
                <a:pos x="connsiteX67768" y="connsiteY67768"/>
              </a:cxn>
              <a:cxn ang="0">
                <a:pos x="connsiteX67769" y="connsiteY67769"/>
              </a:cxn>
              <a:cxn ang="0">
                <a:pos x="connsiteX67770" y="connsiteY67770"/>
              </a:cxn>
              <a:cxn ang="0">
                <a:pos x="connsiteX67771" y="connsiteY67771"/>
              </a:cxn>
              <a:cxn ang="0">
                <a:pos x="connsiteX67772" y="connsiteY67772"/>
              </a:cxn>
              <a:cxn ang="0">
                <a:pos x="connsiteX67773" y="connsiteY67773"/>
              </a:cxn>
              <a:cxn ang="0">
                <a:pos x="connsiteX67774" y="connsiteY67774"/>
              </a:cxn>
              <a:cxn ang="0">
                <a:pos x="connsiteX67775" y="connsiteY67775"/>
              </a:cxn>
              <a:cxn ang="0">
                <a:pos x="connsiteX67776" y="connsiteY67776"/>
              </a:cxn>
              <a:cxn ang="0">
                <a:pos x="connsiteX67777" y="connsiteY67777"/>
              </a:cxn>
              <a:cxn ang="0">
                <a:pos x="connsiteX67778" y="connsiteY67778"/>
              </a:cxn>
              <a:cxn ang="0">
                <a:pos x="connsiteX67779" y="connsiteY67779"/>
              </a:cxn>
              <a:cxn ang="0">
                <a:pos x="connsiteX67780" y="connsiteY67780"/>
              </a:cxn>
              <a:cxn ang="0">
                <a:pos x="connsiteX67781" y="connsiteY67781"/>
              </a:cxn>
              <a:cxn ang="0">
                <a:pos x="connsiteX67782" y="connsiteY67782"/>
              </a:cxn>
              <a:cxn ang="0">
                <a:pos x="connsiteX67783" y="connsiteY67783"/>
              </a:cxn>
              <a:cxn ang="0">
                <a:pos x="connsiteX67784" y="connsiteY67784"/>
              </a:cxn>
              <a:cxn ang="0">
                <a:pos x="connsiteX67785" y="connsiteY67785"/>
              </a:cxn>
              <a:cxn ang="0">
                <a:pos x="connsiteX67786" y="connsiteY67786"/>
              </a:cxn>
              <a:cxn ang="0">
                <a:pos x="connsiteX67787" y="connsiteY67787"/>
              </a:cxn>
              <a:cxn ang="0">
                <a:pos x="connsiteX67788" y="connsiteY67788"/>
              </a:cxn>
              <a:cxn ang="0">
                <a:pos x="connsiteX67789" y="connsiteY67789"/>
              </a:cxn>
              <a:cxn ang="0">
                <a:pos x="connsiteX67790" y="connsiteY67790"/>
              </a:cxn>
              <a:cxn ang="0">
                <a:pos x="connsiteX67791" y="connsiteY67791"/>
              </a:cxn>
              <a:cxn ang="0">
                <a:pos x="connsiteX67792" y="connsiteY67792"/>
              </a:cxn>
              <a:cxn ang="0">
                <a:pos x="connsiteX67793" y="connsiteY67793"/>
              </a:cxn>
              <a:cxn ang="0">
                <a:pos x="connsiteX67794" y="connsiteY67794"/>
              </a:cxn>
              <a:cxn ang="0">
                <a:pos x="connsiteX67795" y="connsiteY67795"/>
              </a:cxn>
              <a:cxn ang="0">
                <a:pos x="connsiteX67796" y="connsiteY67796"/>
              </a:cxn>
              <a:cxn ang="0">
                <a:pos x="connsiteX67797" y="connsiteY67797"/>
              </a:cxn>
              <a:cxn ang="0">
                <a:pos x="connsiteX67798" y="connsiteY67798"/>
              </a:cxn>
              <a:cxn ang="0">
                <a:pos x="connsiteX67799" y="connsiteY67799"/>
              </a:cxn>
              <a:cxn ang="0">
                <a:pos x="connsiteX67800" y="connsiteY67800"/>
              </a:cxn>
              <a:cxn ang="0">
                <a:pos x="connsiteX67801" y="connsiteY67801"/>
              </a:cxn>
              <a:cxn ang="0">
                <a:pos x="connsiteX67802" y="connsiteY67802"/>
              </a:cxn>
              <a:cxn ang="0">
                <a:pos x="connsiteX67803" y="connsiteY67803"/>
              </a:cxn>
              <a:cxn ang="0">
                <a:pos x="connsiteX67804" y="connsiteY67804"/>
              </a:cxn>
              <a:cxn ang="0">
                <a:pos x="connsiteX67805" y="connsiteY67805"/>
              </a:cxn>
              <a:cxn ang="0">
                <a:pos x="connsiteX67806" y="connsiteY67806"/>
              </a:cxn>
              <a:cxn ang="0">
                <a:pos x="connsiteX67807" y="connsiteY67807"/>
              </a:cxn>
              <a:cxn ang="0">
                <a:pos x="connsiteX67808" y="connsiteY67808"/>
              </a:cxn>
              <a:cxn ang="0">
                <a:pos x="connsiteX67809" y="connsiteY67809"/>
              </a:cxn>
              <a:cxn ang="0">
                <a:pos x="connsiteX67810" y="connsiteY67810"/>
              </a:cxn>
              <a:cxn ang="0">
                <a:pos x="connsiteX67811" y="connsiteY67811"/>
              </a:cxn>
              <a:cxn ang="0">
                <a:pos x="connsiteX67812" y="connsiteY67812"/>
              </a:cxn>
              <a:cxn ang="0">
                <a:pos x="connsiteX67813" y="connsiteY67813"/>
              </a:cxn>
              <a:cxn ang="0">
                <a:pos x="connsiteX67814" y="connsiteY67814"/>
              </a:cxn>
              <a:cxn ang="0">
                <a:pos x="connsiteX67815" y="connsiteY67815"/>
              </a:cxn>
              <a:cxn ang="0">
                <a:pos x="connsiteX67816" y="connsiteY67816"/>
              </a:cxn>
              <a:cxn ang="0">
                <a:pos x="connsiteX67817" y="connsiteY67817"/>
              </a:cxn>
              <a:cxn ang="0">
                <a:pos x="connsiteX67818" y="connsiteY67818"/>
              </a:cxn>
              <a:cxn ang="0">
                <a:pos x="connsiteX67819" y="connsiteY67819"/>
              </a:cxn>
              <a:cxn ang="0">
                <a:pos x="connsiteX67820" y="connsiteY67820"/>
              </a:cxn>
              <a:cxn ang="0">
                <a:pos x="connsiteX67821" y="connsiteY67821"/>
              </a:cxn>
              <a:cxn ang="0">
                <a:pos x="connsiteX67822" y="connsiteY67822"/>
              </a:cxn>
              <a:cxn ang="0">
                <a:pos x="connsiteX67823" y="connsiteY67823"/>
              </a:cxn>
              <a:cxn ang="0">
                <a:pos x="connsiteX67824" y="connsiteY67824"/>
              </a:cxn>
              <a:cxn ang="0">
                <a:pos x="connsiteX67825" y="connsiteY67825"/>
              </a:cxn>
              <a:cxn ang="0">
                <a:pos x="connsiteX67826" y="connsiteY67826"/>
              </a:cxn>
              <a:cxn ang="0">
                <a:pos x="connsiteX67827" y="connsiteY67827"/>
              </a:cxn>
              <a:cxn ang="0">
                <a:pos x="connsiteX67828" y="connsiteY67828"/>
              </a:cxn>
              <a:cxn ang="0">
                <a:pos x="connsiteX67829" y="connsiteY67829"/>
              </a:cxn>
              <a:cxn ang="0">
                <a:pos x="connsiteX67830" y="connsiteY67830"/>
              </a:cxn>
              <a:cxn ang="0">
                <a:pos x="connsiteX67831" y="connsiteY67831"/>
              </a:cxn>
              <a:cxn ang="0">
                <a:pos x="connsiteX67832" y="connsiteY67832"/>
              </a:cxn>
              <a:cxn ang="0">
                <a:pos x="connsiteX67833" y="connsiteY67833"/>
              </a:cxn>
              <a:cxn ang="0">
                <a:pos x="connsiteX67834" y="connsiteY67834"/>
              </a:cxn>
              <a:cxn ang="0">
                <a:pos x="connsiteX67835" y="connsiteY67835"/>
              </a:cxn>
              <a:cxn ang="0">
                <a:pos x="connsiteX67836" y="connsiteY67836"/>
              </a:cxn>
              <a:cxn ang="0">
                <a:pos x="connsiteX67837" y="connsiteY67837"/>
              </a:cxn>
              <a:cxn ang="0">
                <a:pos x="connsiteX67838" y="connsiteY67838"/>
              </a:cxn>
              <a:cxn ang="0">
                <a:pos x="connsiteX67839" y="connsiteY67839"/>
              </a:cxn>
              <a:cxn ang="0">
                <a:pos x="connsiteX67840" y="connsiteY67840"/>
              </a:cxn>
              <a:cxn ang="0">
                <a:pos x="connsiteX67841" y="connsiteY67841"/>
              </a:cxn>
              <a:cxn ang="0">
                <a:pos x="connsiteX67842" y="connsiteY67842"/>
              </a:cxn>
              <a:cxn ang="0">
                <a:pos x="connsiteX67843" y="connsiteY67843"/>
              </a:cxn>
              <a:cxn ang="0">
                <a:pos x="connsiteX67844" y="connsiteY67844"/>
              </a:cxn>
              <a:cxn ang="0">
                <a:pos x="connsiteX67845" y="connsiteY67845"/>
              </a:cxn>
              <a:cxn ang="0">
                <a:pos x="connsiteX67846" y="connsiteY67846"/>
              </a:cxn>
              <a:cxn ang="0">
                <a:pos x="connsiteX67847" y="connsiteY67847"/>
              </a:cxn>
              <a:cxn ang="0">
                <a:pos x="connsiteX67848" y="connsiteY67848"/>
              </a:cxn>
              <a:cxn ang="0">
                <a:pos x="connsiteX67849" y="connsiteY67849"/>
              </a:cxn>
              <a:cxn ang="0">
                <a:pos x="connsiteX67850" y="connsiteY67850"/>
              </a:cxn>
              <a:cxn ang="0">
                <a:pos x="connsiteX67851" y="connsiteY67851"/>
              </a:cxn>
              <a:cxn ang="0">
                <a:pos x="connsiteX67852" y="connsiteY67852"/>
              </a:cxn>
              <a:cxn ang="0">
                <a:pos x="connsiteX67853" y="connsiteY67853"/>
              </a:cxn>
              <a:cxn ang="0">
                <a:pos x="connsiteX67854" y="connsiteY67854"/>
              </a:cxn>
              <a:cxn ang="0">
                <a:pos x="connsiteX67855" y="connsiteY67855"/>
              </a:cxn>
              <a:cxn ang="0">
                <a:pos x="connsiteX67856" y="connsiteY67856"/>
              </a:cxn>
              <a:cxn ang="0">
                <a:pos x="connsiteX67857" y="connsiteY67857"/>
              </a:cxn>
              <a:cxn ang="0">
                <a:pos x="connsiteX67858" y="connsiteY67858"/>
              </a:cxn>
              <a:cxn ang="0">
                <a:pos x="connsiteX67859" y="connsiteY67859"/>
              </a:cxn>
              <a:cxn ang="0">
                <a:pos x="connsiteX67860" y="connsiteY67860"/>
              </a:cxn>
              <a:cxn ang="0">
                <a:pos x="connsiteX67861" y="connsiteY67861"/>
              </a:cxn>
              <a:cxn ang="0">
                <a:pos x="connsiteX67862" y="connsiteY67862"/>
              </a:cxn>
              <a:cxn ang="0">
                <a:pos x="connsiteX67863" y="connsiteY67863"/>
              </a:cxn>
              <a:cxn ang="0">
                <a:pos x="connsiteX67864" y="connsiteY67864"/>
              </a:cxn>
              <a:cxn ang="0">
                <a:pos x="connsiteX67865" y="connsiteY67865"/>
              </a:cxn>
              <a:cxn ang="0">
                <a:pos x="connsiteX67866" y="connsiteY67866"/>
              </a:cxn>
              <a:cxn ang="0">
                <a:pos x="connsiteX67867" y="connsiteY67867"/>
              </a:cxn>
              <a:cxn ang="0">
                <a:pos x="connsiteX67868" y="connsiteY67868"/>
              </a:cxn>
              <a:cxn ang="0">
                <a:pos x="connsiteX67869" y="connsiteY67869"/>
              </a:cxn>
              <a:cxn ang="0">
                <a:pos x="connsiteX67870" y="connsiteY67870"/>
              </a:cxn>
              <a:cxn ang="0">
                <a:pos x="connsiteX67871" y="connsiteY67871"/>
              </a:cxn>
              <a:cxn ang="0">
                <a:pos x="connsiteX67872" y="connsiteY67872"/>
              </a:cxn>
              <a:cxn ang="0">
                <a:pos x="connsiteX67873" y="connsiteY67873"/>
              </a:cxn>
              <a:cxn ang="0">
                <a:pos x="connsiteX67874" y="connsiteY67874"/>
              </a:cxn>
              <a:cxn ang="0">
                <a:pos x="connsiteX67875" y="connsiteY67875"/>
              </a:cxn>
              <a:cxn ang="0">
                <a:pos x="connsiteX67876" y="connsiteY67876"/>
              </a:cxn>
              <a:cxn ang="0">
                <a:pos x="connsiteX67877" y="connsiteY67877"/>
              </a:cxn>
              <a:cxn ang="0">
                <a:pos x="connsiteX67878" y="connsiteY67878"/>
              </a:cxn>
              <a:cxn ang="0">
                <a:pos x="connsiteX67879" y="connsiteY67879"/>
              </a:cxn>
              <a:cxn ang="0">
                <a:pos x="connsiteX67880" y="connsiteY67880"/>
              </a:cxn>
              <a:cxn ang="0">
                <a:pos x="connsiteX67881" y="connsiteY67881"/>
              </a:cxn>
              <a:cxn ang="0">
                <a:pos x="connsiteX67882" y="connsiteY67882"/>
              </a:cxn>
              <a:cxn ang="0">
                <a:pos x="connsiteX67883" y="connsiteY67883"/>
              </a:cxn>
              <a:cxn ang="0">
                <a:pos x="connsiteX67884" y="connsiteY67884"/>
              </a:cxn>
              <a:cxn ang="0">
                <a:pos x="connsiteX67885" y="connsiteY67885"/>
              </a:cxn>
              <a:cxn ang="0">
                <a:pos x="connsiteX67886" y="connsiteY67886"/>
              </a:cxn>
              <a:cxn ang="0">
                <a:pos x="connsiteX67887" y="connsiteY67887"/>
              </a:cxn>
              <a:cxn ang="0">
                <a:pos x="connsiteX67888" y="connsiteY67888"/>
              </a:cxn>
              <a:cxn ang="0">
                <a:pos x="connsiteX67889" y="connsiteY67889"/>
              </a:cxn>
              <a:cxn ang="0">
                <a:pos x="connsiteX67890" y="connsiteY67890"/>
              </a:cxn>
              <a:cxn ang="0">
                <a:pos x="connsiteX67891" y="connsiteY67891"/>
              </a:cxn>
              <a:cxn ang="0">
                <a:pos x="connsiteX67892" y="connsiteY67892"/>
              </a:cxn>
              <a:cxn ang="0">
                <a:pos x="connsiteX67893" y="connsiteY67893"/>
              </a:cxn>
              <a:cxn ang="0">
                <a:pos x="connsiteX67894" y="connsiteY67894"/>
              </a:cxn>
              <a:cxn ang="0">
                <a:pos x="connsiteX67895" y="connsiteY67895"/>
              </a:cxn>
              <a:cxn ang="0">
                <a:pos x="connsiteX67896" y="connsiteY67896"/>
              </a:cxn>
              <a:cxn ang="0">
                <a:pos x="connsiteX67897" y="connsiteY67897"/>
              </a:cxn>
              <a:cxn ang="0">
                <a:pos x="connsiteX67898" y="connsiteY67898"/>
              </a:cxn>
              <a:cxn ang="0">
                <a:pos x="connsiteX67899" y="connsiteY67899"/>
              </a:cxn>
              <a:cxn ang="0">
                <a:pos x="connsiteX67900" y="connsiteY67900"/>
              </a:cxn>
              <a:cxn ang="0">
                <a:pos x="connsiteX67901" y="connsiteY67901"/>
              </a:cxn>
              <a:cxn ang="0">
                <a:pos x="connsiteX67902" y="connsiteY67902"/>
              </a:cxn>
              <a:cxn ang="0">
                <a:pos x="connsiteX67903" y="connsiteY67903"/>
              </a:cxn>
              <a:cxn ang="0">
                <a:pos x="connsiteX67904" y="connsiteY67904"/>
              </a:cxn>
              <a:cxn ang="0">
                <a:pos x="connsiteX67905" y="connsiteY67905"/>
              </a:cxn>
              <a:cxn ang="0">
                <a:pos x="connsiteX67906" y="connsiteY67906"/>
              </a:cxn>
              <a:cxn ang="0">
                <a:pos x="connsiteX67907" y="connsiteY67907"/>
              </a:cxn>
              <a:cxn ang="0">
                <a:pos x="connsiteX67908" y="connsiteY67908"/>
              </a:cxn>
              <a:cxn ang="0">
                <a:pos x="connsiteX67909" y="connsiteY67909"/>
              </a:cxn>
              <a:cxn ang="0">
                <a:pos x="connsiteX67910" y="connsiteY67910"/>
              </a:cxn>
              <a:cxn ang="0">
                <a:pos x="connsiteX67911" y="connsiteY67911"/>
              </a:cxn>
              <a:cxn ang="0">
                <a:pos x="connsiteX67912" y="connsiteY67912"/>
              </a:cxn>
              <a:cxn ang="0">
                <a:pos x="connsiteX67913" y="connsiteY67913"/>
              </a:cxn>
              <a:cxn ang="0">
                <a:pos x="connsiteX67914" y="connsiteY67914"/>
              </a:cxn>
              <a:cxn ang="0">
                <a:pos x="connsiteX67915" y="connsiteY67915"/>
              </a:cxn>
              <a:cxn ang="0">
                <a:pos x="connsiteX67916" y="connsiteY67916"/>
              </a:cxn>
              <a:cxn ang="0">
                <a:pos x="connsiteX67917" y="connsiteY67917"/>
              </a:cxn>
              <a:cxn ang="0">
                <a:pos x="connsiteX67918" y="connsiteY67918"/>
              </a:cxn>
              <a:cxn ang="0">
                <a:pos x="connsiteX67919" y="connsiteY67919"/>
              </a:cxn>
              <a:cxn ang="0">
                <a:pos x="connsiteX67920" y="connsiteY67920"/>
              </a:cxn>
              <a:cxn ang="0">
                <a:pos x="connsiteX67921" y="connsiteY67921"/>
              </a:cxn>
              <a:cxn ang="0">
                <a:pos x="connsiteX67922" y="connsiteY67922"/>
              </a:cxn>
              <a:cxn ang="0">
                <a:pos x="connsiteX67923" y="connsiteY67923"/>
              </a:cxn>
              <a:cxn ang="0">
                <a:pos x="connsiteX67924" y="connsiteY67924"/>
              </a:cxn>
              <a:cxn ang="0">
                <a:pos x="connsiteX67925" y="connsiteY67925"/>
              </a:cxn>
              <a:cxn ang="0">
                <a:pos x="connsiteX67926" y="connsiteY67926"/>
              </a:cxn>
              <a:cxn ang="0">
                <a:pos x="connsiteX67927" y="connsiteY67927"/>
              </a:cxn>
              <a:cxn ang="0">
                <a:pos x="connsiteX67928" y="connsiteY67928"/>
              </a:cxn>
              <a:cxn ang="0">
                <a:pos x="connsiteX67929" y="connsiteY67929"/>
              </a:cxn>
              <a:cxn ang="0">
                <a:pos x="connsiteX67930" y="connsiteY67930"/>
              </a:cxn>
              <a:cxn ang="0">
                <a:pos x="connsiteX67931" y="connsiteY67931"/>
              </a:cxn>
              <a:cxn ang="0">
                <a:pos x="connsiteX67932" y="connsiteY67932"/>
              </a:cxn>
              <a:cxn ang="0">
                <a:pos x="connsiteX67933" y="connsiteY67933"/>
              </a:cxn>
              <a:cxn ang="0">
                <a:pos x="connsiteX67934" y="connsiteY67934"/>
              </a:cxn>
              <a:cxn ang="0">
                <a:pos x="connsiteX67935" y="connsiteY67935"/>
              </a:cxn>
              <a:cxn ang="0">
                <a:pos x="connsiteX67936" y="connsiteY67936"/>
              </a:cxn>
              <a:cxn ang="0">
                <a:pos x="connsiteX67937" y="connsiteY67937"/>
              </a:cxn>
              <a:cxn ang="0">
                <a:pos x="connsiteX67938" y="connsiteY67938"/>
              </a:cxn>
              <a:cxn ang="0">
                <a:pos x="connsiteX67939" y="connsiteY67939"/>
              </a:cxn>
              <a:cxn ang="0">
                <a:pos x="connsiteX67940" y="connsiteY67940"/>
              </a:cxn>
              <a:cxn ang="0">
                <a:pos x="connsiteX67941" y="connsiteY67941"/>
              </a:cxn>
              <a:cxn ang="0">
                <a:pos x="connsiteX67942" y="connsiteY67942"/>
              </a:cxn>
              <a:cxn ang="0">
                <a:pos x="connsiteX67943" y="connsiteY67943"/>
              </a:cxn>
              <a:cxn ang="0">
                <a:pos x="connsiteX67944" y="connsiteY67944"/>
              </a:cxn>
              <a:cxn ang="0">
                <a:pos x="connsiteX67945" y="connsiteY67945"/>
              </a:cxn>
              <a:cxn ang="0">
                <a:pos x="connsiteX67946" y="connsiteY67946"/>
              </a:cxn>
              <a:cxn ang="0">
                <a:pos x="connsiteX67947" y="connsiteY67947"/>
              </a:cxn>
              <a:cxn ang="0">
                <a:pos x="connsiteX67948" y="connsiteY67948"/>
              </a:cxn>
              <a:cxn ang="0">
                <a:pos x="connsiteX67949" y="connsiteY67949"/>
              </a:cxn>
              <a:cxn ang="0">
                <a:pos x="connsiteX67950" y="connsiteY67950"/>
              </a:cxn>
              <a:cxn ang="0">
                <a:pos x="connsiteX67951" y="connsiteY67951"/>
              </a:cxn>
              <a:cxn ang="0">
                <a:pos x="connsiteX67952" y="connsiteY67952"/>
              </a:cxn>
              <a:cxn ang="0">
                <a:pos x="connsiteX67953" y="connsiteY67953"/>
              </a:cxn>
              <a:cxn ang="0">
                <a:pos x="connsiteX67954" y="connsiteY67954"/>
              </a:cxn>
              <a:cxn ang="0">
                <a:pos x="connsiteX67955" y="connsiteY67955"/>
              </a:cxn>
              <a:cxn ang="0">
                <a:pos x="connsiteX67956" y="connsiteY67956"/>
              </a:cxn>
              <a:cxn ang="0">
                <a:pos x="connsiteX67957" y="connsiteY67957"/>
              </a:cxn>
              <a:cxn ang="0">
                <a:pos x="connsiteX67958" y="connsiteY67958"/>
              </a:cxn>
              <a:cxn ang="0">
                <a:pos x="connsiteX67959" y="connsiteY67959"/>
              </a:cxn>
              <a:cxn ang="0">
                <a:pos x="connsiteX67960" y="connsiteY67960"/>
              </a:cxn>
              <a:cxn ang="0">
                <a:pos x="connsiteX67961" y="connsiteY67961"/>
              </a:cxn>
              <a:cxn ang="0">
                <a:pos x="connsiteX67962" y="connsiteY67962"/>
              </a:cxn>
              <a:cxn ang="0">
                <a:pos x="connsiteX67963" y="connsiteY67963"/>
              </a:cxn>
              <a:cxn ang="0">
                <a:pos x="connsiteX67964" y="connsiteY67964"/>
              </a:cxn>
              <a:cxn ang="0">
                <a:pos x="connsiteX67965" y="connsiteY67965"/>
              </a:cxn>
              <a:cxn ang="0">
                <a:pos x="connsiteX67966" y="connsiteY67966"/>
              </a:cxn>
              <a:cxn ang="0">
                <a:pos x="connsiteX67967" y="connsiteY67967"/>
              </a:cxn>
              <a:cxn ang="0">
                <a:pos x="connsiteX67968" y="connsiteY67968"/>
              </a:cxn>
              <a:cxn ang="0">
                <a:pos x="connsiteX67969" y="connsiteY67969"/>
              </a:cxn>
              <a:cxn ang="0">
                <a:pos x="connsiteX67970" y="connsiteY67970"/>
              </a:cxn>
              <a:cxn ang="0">
                <a:pos x="connsiteX67971" y="connsiteY67971"/>
              </a:cxn>
              <a:cxn ang="0">
                <a:pos x="connsiteX67972" y="connsiteY67972"/>
              </a:cxn>
              <a:cxn ang="0">
                <a:pos x="connsiteX67973" y="connsiteY67973"/>
              </a:cxn>
              <a:cxn ang="0">
                <a:pos x="connsiteX67974" y="connsiteY67974"/>
              </a:cxn>
              <a:cxn ang="0">
                <a:pos x="connsiteX67975" y="connsiteY67975"/>
              </a:cxn>
              <a:cxn ang="0">
                <a:pos x="connsiteX67976" y="connsiteY67976"/>
              </a:cxn>
              <a:cxn ang="0">
                <a:pos x="connsiteX67977" y="connsiteY67977"/>
              </a:cxn>
              <a:cxn ang="0">
                <a:pos x="connsiteX67978" y="connsiteY67978"/>
              </a:cxn>
              <a:cxn ang="0">
                <a:pos x="connsiteX67979" y="connsiteY67979"/>
              </a:cxn>
              <a:cxn ang="0">
                <a:pos x="connsiteX67980" y="connsiteY67980"/>
              </a:cxn>
              <a:cxn ang="0">
                <a:pos x="connsiteX67981" y="connsiteY67981"/>
              </a:cxn>
              <a:cxn ang="0">
                <a:pos x="connsiteX67982" y="connsiteY67982"/>
              </a:cxn>
              <a:cxn ang="0">
                <a:pos x="connsiteX67983" y="connsiteY67983"/>
              </a:cxn>
              <a:cxn ang="0">
                <a:pos x="connsiteX67984" y="connsiteY67984"/>
              </a:cxn>
              <a:cxn ang="0">
                <a:pos x="connsiteX67985" y="connsiteY67985"/>
              </a:cxn>
              <a:cxn ang="0">
                <a:pos x="connsiteX67986" y="connsiteY67986"/>
              </a:cxn>
              <a:cxn ang="0">
                <a:pos x="connsiteX67987" y="connsiteY67987"/>
              </a:cxn>
              <a:cxn ang="0">
                <a:pos x="connsiteX67988" y="connsiteY67988"/>
              </a:cxn>
              <a:cxn ang="0">
                <a:pos x="connsiteX67989" y="connsiteY67989"/>
              </a:cxn>
              <a:cxn ang="0">
                <a:pos x="connsiteX67990" y="connsiteY67990"/>
              </a:cxn>
              <a:cxn ang="0">
                <a:pos x="connsiteX67991" y="connsiteY67991"/>
              </a:cxn>
              <a:cxn ang="0">
                <a:pos x="connsiteX67992" y="connsiteY67992"/>
              </a:cxn>
              <a:cxn ang="0">
                <a:pos x="connsiteX67993" y="connsiteY67993"/>
              </a:cxn>
              <a:cxn ang="0">
                <a:pos x="connsiteX67994" y="connsiteY67994"/>
              </a:cxn>
              <a:cxn ang="0">
                <a:pos x="connsiteX67995" y="connsiteY67995"/>
              </a:cxn>
              <a:cxn ang="0">
                <a:pos x="connsiteX67996" y="connsiteY67996"/>
              </a:cxn>
              <a:cxn ang="0">
                <a:pos x="connsiteX67997" y="connsiteY67997"/>
              </a:cxn>
              <a:cxn ang="0">
                <a:pos x="connsiteX67998" y="connsiteY67998"/>
              </a:cxn>
              <a:cxn ang="0">
                <a:pos x="connsiteX67999" y="connsiteY67999"/>
              </a:cxn>
              <a:cxn ang="0">
                <a:pos x="connsiteX68000" y="connsiteY68000"/>
              </a:cxn>
              <a:cxn ang="0">
                <a:pos x="connsiteX68001" y="connsiteY68001"/>
              </a:cxn>
              <a:cxn ang="0">
                <a:pos x="connsiteX68002" y="connsiteY68002"/>
              </a:cxn>
              <a:cxn ang="0">
                <a:pos x="connsiteX68003" y="connsiteY68003"/>
              </a:cxn>
              <a:cxn ang="0">
                <a:pos x="connsiteX68004" y="connsiteY68004"/>
              </a:cxn>
              <a:cxn ang="0">
                <a:pos x="connsiteX68005" y="connsiteY68005"/>
              </a:cxn>
              <a:cxn ang="0">
                <a:pos x="connsiteX68006" y="connsiteY68006"/>
              </a:cxn>
              <a:cxn ang="0">
                <a:pos x="connsiteX68007" y="connsiteY68007"/>
              </a:cxn>
              <a:cxn ang="0">
                <a:pos x="connsiteX68008" y="connsiteY68008"/>
              </a:cxn>
              <a:cxn ang="0">
                <a:pos x="connsiteX68009" y="connsiteY68009"/>
              </a:cxn>
              <a:cxn ang="0">
                <a:pos x="connsiteX68010" y="connsiteY68010"/>
              </a:cxn>
              <a:cxn ang="0">
                <a:pos x="connsiteX68011" y="connsiteY68011"/>
              </a:cxn>
              <a:cxn ang="0">
                <a:pos x="connsiteX68012" y="connsiteY68012"/>
              </a:cxn>
              <a:cxn ang="0">
                <a:pos x="connsiteX68013" y="connsiteY68013"/>
              </a:cxn>
              <a:cxn ang="0">
                <a:pos x="connsiteX68014" y="connsiteY68014"/>
              </a:cxn>
              <a:cxn ang="0">
                <a:pos x="connsiteX68015" y="connsiteY68015"/>
              </a:cxn>
              <a:cxn ang="0">
                <a:pos x="connsiteX68016" y="connsiteY68016"/>
              </a:cxn>
              <a:cxn ang="0">
                <a:pos x="connsiteX68017" y="connsiteY68017"/>
              </a:cxn>
              <a:cxn ang="0">
                <a:pos x="connsiteX68018" y="connsiteY68018"/>
              </a:cxn>
              <a:cxn ang="0">
                <a:pos x="connsiteX68019" y="connsiteY68019"/>
              </a:cxn>
              <a:cxn ang="0">
                <a:pos x="connsiteX68020" y="connsiteY68020"/>
              </a:cxn>
              <a:cxn ang="0">
                <a:pos x="connsiteX68021" y="connsiteY68021"/>
              </a:cxn>
              <a:cxn ang="0">
                <a:pos x="connsiteX68022" y="connsiteY68022"/>
              </a:cxn>
              <a:cxn ang="0">
                <a:pos x="connsiteX68023" y="connsiteY68023"/>
              </a:cxn>
              <a:cxn ang="0">
                <a:pos x="connsiteX68024" y="connsiteY68024"/>
              </a:cxn>
              <a:cxn ang="0">
                <a:pos x="connsiteX68025" y="connsiteY68025"/>
              </a:cxn>
              <a:cxn ang="0">
                <a:pos x="connsiteX68026" y="connsiteY68026"/>
              </a:cxn>
              <a:cxn ang="0">
                <a:pos x="connsiteX68027" y="connsiteY68027"/>
              </a:cxn>
              <a:cxn ang="0">
                <a:pos x="connsiteX68028" y="connsiteY68028"/>
              </a:cxn>
              <a:cxn ang="0">
                <a:pos x="connsiteX68029" y="connsiteY68029"/>
              </a:cxn>
              <a:cxn ang="0">
                <a:pos x="connsiteX68030" y="connsiteY68030"/>
              </a:cxn>
              <a:cxn ang="0">
                <a:pos x="connsiteX68031" y="connsiteY68031"/>
              </a:cxn>
              <a:cxn ang="0">
                <a:pos x="connsiteX68032" y="connsiteY68032"/>
              </a:cxn>
              <a:cxn ang="0">
                <a:pos x="connsiteX68033" y="connsiteY68033"/>
              </a:cxn>
              <a:cxn ang="0">
                <a:pos x="connsiteX68034" y="connsiteY68034"/>
              </a:cxn>
              <a:cxn ang="0">
                <a:pos x="connsiteX68035" y="connsiteY68035"/>
              </a:cxn>
              <a:cxn ang="0">
                <a:pos x="connsiteX68036" y="connsiteY68036"/>
              </a:cxn>
              <a:cxn ang="0">
                <a:pos x="connsiteX68037" y="connsiteY68037"/>
              </a:cxn>
              <a:cxn ang="0">
                <a:pos x="connsiteX68038" y="connsiteY68038"/>
              </a:cxn>
              <a:cxn ang="0">
                <a:pos x="connsiteX68039" y="connsiteY68039"/>
              </a:cxn>
              <a:cxn ang="0">
                <a:pos x="connsiteX68040" y="connsiteY68040"/>
              </a:cxn>
              <a:cxn ang="0">
                <a:pos x="connsiteX68041" y="connsiteY68041"/>
              </a:cxn>
              <a:cxn ang="0">
                <a:pos x="connsiteX68042" y="connsiteY68042"/>
              </a:cxn>
              <a:cxn ang="0">
                <a:pos x="connsiteX68043" y="connsiteY68043"/>
              </a:cxn>
              <a:cxn ang="0">
                <a:pos x="connsiteX68044" y="connsiteY68044"/>
              </a:cxn>
              <a:cxn ang="0">
                <a:pos x="connsiteX68045" y="connsiteY68045"/>
              </a:cxn>
              <a:cxn ang="0">
                <a:pos x="connsiteX68046" y="connsiteY68046"/>
              </a:cxn>
              <a:cxn ang="0">
                <a:pos x="connsiteX68047" y="connsiteY68047"/>
              </a:cxn>
              <a:cxn ang="0">
                <a:pos x="connsiteX68048" y="connsiteY68048"/>
              </a:cxn>
              <a:cxn ang="0">
                <a:pos x="connsiteX68049" y="connsiteY68049"/>
              </a:cxn>
              <a:cxn ang="0">
                <a:pos x="connsiteX68050" y="connsiteY68050"/>
              </a:cxn>
              <a:cxn ang="0">
                <a:pos x="connsiteX68051" y="connsiteY68051"/>
              </a:cxn>
              <a:cxn ang="0">
                <a:pos x="connsiteX68052" y="connsiteY68052"/>
              </a:cxn>
              <a:cxn ang="0">
                <a:pos x="connsiteX68053" y="connsiteY68053"/>
              </a:cxn>
              <a:cxn ang="0">
                <a:pos x="connsiteX68054" y="connsiteY68054"/>
              </a:cxn>
              <a:cxn ang="0">
                <a:pos x="connsiteX68055" y="connsiteY68055"/>
              </a:cxn>
              <a:cxn ang="0">
                <a:pos x="connsiteX68056" y="connsiteY68056"/>
              </a:cxn>
              <a:cxn ang="0">
                <a:pos x="connsiteX68057" y="connsiteY68057"/>
              </a:cxn>
              <a:cxn ang="0">
                <a:pos x="connsiteX68058" y="connsiteY68058"/>
              </a:cxn>
              <a:cxn ang="0">
                <a:pos x="connsiteX68059" y="connsiteY68059"/>
              </a:cxn>
              <a:cxn ang="0">
                <a:pos x="connsiteX68060" y="connsiteY68060"/>
              </a:cxn>
              <a:cxn ang="0">
                <a:pos x="connsiteX68061" y="connsiteY68061"/>
              </a:cxn>
              <a:cxn ang="0">
                <a:pos x="connsiteX68062" y="connsiteY68062"/>
              </a:cxn>
              <a:cxn ang="0">
                <a:pos x="connsiteX68063" y="connsiteY68063"/>
              </a:cxn>
              <a:cxn ang="0">
                <a:pos x="connsiteX68064" y="connsiteY68064"/>
              </a:cxn>
              <a:cxn ang="0">
                <a:pos x="connsiteX68065" y="connsiteY68065"/>
              </a:cxn>
              <a:cxn ang="0">
                <a:pos x="connsiteX68066" y="connsiteY68066"/>
              </a:cxn>
              <a:cxn ang="0">
                <a:pos x="connsiteX68067" y="connsiteY68067"/>
              </a:cxn>
              <a:cxn ang="0">
                <a:pos x="connsiteX68068" y="connsiteY68068"/>
              </a:cxn>
              <a:cxn ang="0">
                <a:pos x="connsiteX68069" y="connsiteY68069"/>
              </a:cxn>
              <a:cxn ang="0">
                <a:pos x="connsiteX68070" y="connsiteY68070"/>
              </a:cxn>
              <a:cxn ang="0">
                <a:pos x="connsiteX68071" y="connsiteY68071"/>
              </a:cxn>
              <a:cxn ang="0">
                <a:pos x="connsiteX68072" y="connsiteY68072"/>
              </a:cxn>
              <a:cxn ang="0">
                <a:pos x="connsiteX68073" y="connsiteY68073"/>
              </a:cxn>
              <a:cxn ang="0">
                <a:pos x="connsiteX68074" y="connsiteY68074"/>
              </a:cxn>
              <a:cxn ang="0">
                <a:pos x="connsiteX68075" y="connsiteY68075"/>
              </a:cxn>
              <a:cxn ang="0">
                <a:pos x="connsiteX68076" y="connsiteY68076"/>
              </a:cxn>
              <a:cxn ang="0">
                <a:pos x="connsiteX68077" y="connsiteY68077"/>
              </a:cxn>
              <a:cxn ang="0">
                <a:pos x="connsiteX68078" y="connsiteY68078"/>
              </a:cxn>
              <a:cxn ang="0">
                <a:pos x="connsiteX68079" y="connsiteY68079"/>
              </a:cxn>
              <a:cxn ang="0">
                <a:pos x="connsiteX68080" y="connsiteY68080"/>
              </a:cxn>
              <a:cxn ang="0">
                <a:pos x="connsiteX68081" y="connsiteY68081"/>
              </a:cxn>
              <a:cxn ang="0">
                <a:pos x="connsiteX68082" y="connsiteY68082"/>
              </a:cxn>
              <a:cxn ang="0">
                <a:pos x="connsiteX68083" y="connsiteY68083"/>
              </a:cxn>
              <a:cxn ang="0">
                <a:pos x="connsiteX68084" y="connsiteY68084"/>
              </a:cxn>
              <a:cxn ang="0">
                <a:pos x="connsiteX68085" y="connsiteY68085"/>
              </a:cxn>
              <a:cxn ang="0">
                <a:pos x="connsiteX68086" y="connsiteY68086"/>
              </a:cxn>
              <a:cxn ang="0">
                <a:pos x="connsiteX68087" y="connsiteY68087"/>
              </a:cxn>
              <a:cxn ang="0">
                <a:pos x="connsiteX68088" y="connsiteY68088"/>
              </a:cxn>
              <a:cxn ang="0">
                <a:pos x="connsiteX68089" y="connsiteY68089"/>
              </a:cxn>
              <a:cxn ang="0">
                <a:pos x="connsiteX68090" y="connsiteY68090"/>
              </a:cxn>
              <a:cxn ang="0">
                <a:pos x="connsiteX68091" y="connsiteY68091"/>
              </a:cxn>
              <a:cxn ang="0">
                <a:pos x="connsiteX68092" y="connsiteY68092"/>
              </a:cxn>
              <a:cxn ang="0">
                <a:pos x="connsiteX68093" y="connsiteY68093"/>
              </a:cxn>
              <a:cxn ang="0">
                <a:pos x="connsiteX68094" y="connsiteY68094"/>
              </a:cxn>
              <a:cxn ang="0">
                <a:pos x="connsiteX68095" y="connsiteY68095"/>
              </a:cxn>
              <a:cxn ang="0">
                <a:pos x="connsiteX68096" y="connsiteY68096"/>
              </a:cxn>
              <a:cxn ang="0">
                <a:pos x="connsiteX68097" y="connsiteY68097"/>
              </a:cxn>
              <a:cxn ang="0">
                <a:pos x="connsiteX68098" y="connsiteY68098"/>
              </a:cxn>
              <a:cxn ang="0">
                <a:pos x="connsiteX68099" y="connsiteY68099"/>
              </a:cxn>
              <a:cxn ang="0">
                <a:pos x="connsiteX68100" y="connsiteY68100"/>
              </a:cxn>
              <a:cxn ang="0">
                <a:pos x="connsiteX68101" y="connsiteY68101"/>
              </a:cxn>
              <a:cxn ang="0">
                <a:pos x="connsiteX68102" y="connsiteY68102"/>
              </a:cxn>
              <a:cxn ang="0">
                <a:pos x="connsiteX68103" y="connsiteY68103"/>
              </a:cxn>
              <a:cxn ang="0">
                <a:pos x="connsiteX68104" y="connsiteY68104"/>
              </a:cxn>
              <a:cxn ang="0">
                <a:pos x="connsiteX68105" y="connsiteY68105"/>
              </a:cxn>
              <a:cxn ang="0">
                <a:pos x="connsiteX68106" y="connsiteY68106"/>
              </a:cxn>
              <a:cxn ang="0">
                <a:pos x="connsiteX68107" y="connsiteY68107"/>
              </a:cxn>
              <a:cxn ang="0">
                <a:pos x="connsiteX68108" y="connsiteY68108"/>
              </a:cxn>
              <a:cxn ang="0">
                <a:pos x="connsiteX68109" y="connsiteY68109"/>
              </a:cxn>
              <a:cxn ang="0">
                <a:pos x="connsiteX68110" y="connsiteY68110"/>
              </a:cxn>
              <a:cxn ang="0">
                <a:pos x="connsiteX68111" y="connsiteY68111"/>
              </a:cxn>
              <a:cxn ang="0">
                <a:pos x="connsiteX68112" y="connsiteY68112"/>
              </a:cxn>
              <a:cxn ang="0">
                <a:pos x="connsiteX68113" y="connsiteY68113"/>
              </a:cxn>
              <a:cxn ang="0">
                <a:pos x="connsiteX68114" y="connsiteY68114"/>
              </a:cxn>
              <a:cxn ang="0">
                <a:pos x="connsiteX68115" y="connsiteY68115"/>
              </a:cxn>
              <a:cxn ang="0">
                <a:pos x="connsiteX68116" y="connsiteY68116"/>
              </a:cxn>
              <a:cxn ang="0">
                <a:pos x="connsiteX68117" y="connsiteY68117"/>
              </a:cxn>
              <a:cxn ang="0">
                <a:pos x="connsiteX68118" y="connsiteY68118"/>
              </a:cxn>
              <a:cxn ang="0">
                <a:pos x="connsiteX68119" y="connsiteY68119"/>
              </a:cxn>
              <a:cxn ang="0">
                <a:pos x="connsiteX68120" y="connsiteY68120"/>
              </a:cxn>
              <a:cxn ang="0">
                <a:pos x="connsiteX68121" y="connsiteY68121"/>
              </a:cxn>
              <a:cxn ang="0">
                <a:pos x="connsiteX68122" y="connsiteY68122"/>
              </a:cxn>
              <a:cxn ang="0">
                <a:pos x="connsiteX68123" y="connsiteY68123"/>
              </a:cxn>
              <a:cxn ang="0">
                <a:pos x="connsiteX68124" y="connsiteY68124"/>
              </a:cxn>
              <a:cxn ang="0">
                <a:pos x="connsiteX68125" y="connsiteY68125"/>
              </a:cxn>
              <a:cxn ang="0">
                <a:pos x="connsiteX68126" y="connsiteY68126"/>
              </a:cxn>
              <a:cxn ang="0">
                <a:pos x="connsiteX68127" y="connsiteY68127"/>
              </a:cxn>
              <a:cxn ang="0">
                <a:pos x="connsiteX68128" y="connsiteY68128"/>
              </a:cxn>
              <a:cxn ang="0">
                <a:pos x="connsiteX68129" y="connsiteY68129"/>
              </a:cxn>
              <a:cxn ang="0">
                <a:pos x="connsiteX68130" y="connsiteY68130"/>
              </a:cxn>
              <a:cxn ang="0">
                <a:pos x="connsiteX68131" y="connsiteY68131"/>
              </a:cxn>
              <a:cxn ang="0">
                <a:pos x="connsiteX68132" y="connsiteY68132"/>
              </a:cxn>
              <a:cxn ang="0">
                <a:pos x="connsiteX68133" y="connsiteY68133"/>
              </a:cxn>
              <a:cxn ang="0">
                <a:pos x="connsiteX68134" y="connsiteY68134"/>
              </a:cxn>
              <a:cxn ang="0">
                <a:pos x="connsiteX68135" y="connsiteY68135"/>
              </a:cxn>
              <a:cxn ang="0">
                <a:pos x="connsiteX68136" y="connsiteY68136"/>
              </a:cxn>
              <a:cxn ang="0">
                <a:pos x="connsiteX68137" y="connsiteY68137"/>
              </a:cxn>
              <a:cxn ang="0">
                <a:pos x="connsiteX68138" y="connsiteY68138"/>
              </a:cxn>
              <a:cxn ang="0">
                <a:pos x="connsiteX68139" y="connsiteY68139"/>
              </a:cxn>
              <a:cxn ang="0">
                <a:pos x="connsiteX68140" y="connsiteY68140"/>
              </a:cxn>
              <a:cxn ang="0">
                <a:pos x="connsiteX68141" y="connsiteY68141"/>
              </a:cxn>
              <a:cxn ang="0">
                <a:pos x="connsiteX68142" y="connsiteY68142"/>
              </a:cxn>
              <a:cxn ang="0">
                <a:pos x="connsiteX68143" y="connsiteY68143"/>
              </a:cxn>
              <a:cxn ang="0">
                <a:pos x="connsiteX68144" y="connsiteY68144"/>
              </a:cxn>
              <a:cxn ang="0">
                <a:pos x="connsiteX68145" y="connsiteY68145"/>
              </a:cxn>
              <a:cxn ang="0">
                <a:pos x="connsiteX68146" y="connsiteY68146"/>
              </a:cxn>
              <a:cxn ang="0">
                <a:pos x="connsiteX68147" y="connsiteY68147"/>
              </a:cxn>
              <a:cxn ang="0">
                <a:pos x="connsiteX68148" y="connsiteY68148"/>
              </a:cxn>
              <a:cxn ang="0">
                <a:pos x="connsiteX68149" y="connsiteY68149"/>
              </a:cxn>
              <a:cxn ang="0">
                <a:pos x="connsiteX68150" y="connsiteY68150"/>
              </a:cxn>
              <a:cxn ang="0">
                <a:pos x="connsiteX68151" y="connsiteY68151"/>
              </a:cxn>
              <a:cxn ang="0">
                <a:pos x="connsiteX68152" y="connsiteY68152"/>
              </a:cxn>
              <a:cxn ang="0">
                <a:pos x="connsiteX68153" y="connsiteY68153"/>
              </a:cxn>
              <a:cxn ang="0">
                <a:pos x="connsiteX68154" y="connsiteY68154"/>
              </a:cxn>
              <a:cxn ang="0">
                <a:pos x="connsiteX68155" y="connsiteY68155"/>
              </a:cxn>
              <a:cxn ang="0">
                <a:pos x="connsiteX68156" y="connsiteY68156"/>
              </a:cxn>
              <a:cxn ang="0">
                <a:pos x="connsiteX68157" y="connsiteY68157"/>
              </a:cxn>
              <a:cxn ang="0">
                <a:pos x="connsiteX68158" y="connsiteY68158"/>
              </a:cxn>
              <a:cxn ang="0">
                <a:pos x="connsiteX68159" y="connsiteY68159"/>
              </a:cxn>
              <a:cxn ang="0">
                <a:pos x="connsiteX68160" y="connsiteY68160"/>
              </a:cxn>
              <a:cxn ang="0">
                <a:pos x="connsiteX68161" y="connsiteY68161"/>
              </a:cxn>
              <a:cxn ang="0">
                <a:pos x="connsiteX68162" y="connsiteY68162"/>
              </a:cxn>
              <a:cxn ang="0">
                <a:pos x="connsiteX68163" y="connsiteY68163"/>
              </a:cxn>
              <a:cxn ang="0">
                <a:pos x="connsiteX68164" y="connsiteY68164"/>
              </a:cxn>
              <a:cxn ang="0">
                <a:pos x="connsiteX68165" y="connsiteY68165"/>
              </a:cxn>
              <a:cxn ang="0">
                <a:pos x="connsiteX68166" y="connsiteY68166"/>
              </a:cxn>
              <a:cxn ang="0">
                <a:pos x="connsiteX68167" y="connsiteY68167"/>
              </a:cxn>
              <a:cxn ang="0">
                <a:pos x="connsiteX68168" y="connsiteY68168"/>
              </a:cxn>
              <a:cxn ang="0">
                <a:pos x="connsiteX68169" y="connsiteY68169"/>
              </a:cxn>
              <a:cxn ang="0">
                <a:pos x="connsiteX68170" y="connsiteY68170"/>
              </a:cxn>
              <a:cxn ang="0">
                <a:pos x="connsiteX68171" y="connsiteY68171"/>
              </a:cxn>
              <a:cxn ang="0">
                <a:pos x="connsiteX68172" y="connsiteY68172"/>
              </a:cxn>
              <a:cxn ang="0">
                <a:pos x="connsiteX68173" y="connsiteY68173"/>
              </a:cxn>
              <a:cxn ang="0">
                <a:pos x="connsiteX68174" y="connsiteY68174"/>
              </a:cxn>
              <a:cxn ang="0">
                <a:pos x="connsiteX68175" y="connsiteY68175"/>
              </a:cxn>
              <a:cxn ang="0">
                <a:pos x="connsiteX68176" y="connsiteY68176"/>
              </a:cxn>
              <a:cxn ang="0">
                <a:pos x="connsiteX68177" y="connsiteY68177"/>
              </a:cxn>
              <a:cxn ang="0">
                <a:pos x="connsiteX68178" y="connsiteY68178"/>
              </a:cxn>
              <a:cxn ang="0">
                <a:pos x="connsiteX68179" y="connsiteY68179"/>
              </a:cxn>
              <a:cxn ang="0">
                <a:pos x="connsiteX68180" y="connsiteY68180"/>
              </a:cxn>
              <a:cxn ang="0">
                <a:pos x="connsiteX68181" y="connsiteY68181"/>
              </a:cxn>
              <a:cxn ang="0">
                <a:pos x="connsiteX68182" y="connsiteY68182"/>
              </a:cxn>
              <a:cxn ang="0">
                <a:pos x="connsiteX68183" y="connsiteY68183"/>
              </a:cxn>
              <a:cxn ang="0">
                <a:pos x="connsiteX68184" y="connsiteY68184"/>
              </a:cxn>
              <a:cxn ang="0">
                <a:pos x="connsiteX68185" y="connsiteY68185"/>
              </a:cxn>
              <a:cxn ang="0">
                <a:pos x="connsiteX68186" y="connsiteY68186"/>
              </a:cxn>
              <a:cxn ang="0">
                <a:pos x="connsiteX68187" y="connsiteY68187"/>
              </a:cxn>
              <a:cxn ang="0">
                <a:pos x="connsiteX68188" y="connsiteY68188"/>
              </a:cxn>
              <a:cxn ang="0">
                <a:pos x="connsiteX68189" y="connsiteY68189"/>
              </a:cxn>
              <a:cxn ang="0">
                <a:pos x="connsiteX68190" y="connsiteY68190"/>
              </a:cxn>
              <a:cxn ang="0">
                <a:pos x="connsiteX68191" y="connsiteY68191"/>
              </a:cxn>
              <a:cxn ang="0">
                <a:pos x="connsiteX68192" y="connsiteY68192"/>
              </a:cxn>
              <a:cxn ang="0">
                <a:pos x="connsiteX68193" y="connsiteY68193"/>
              </a:cxn>
              <a:cxn ang="0">
                <a:pos x="connsiteX68194" y="connsiteY68194"/>
              </a:cxn>
              <a:cxn ang="0">
                <a:pos x="connsiteX68195" y="connsiteY68195"/>
              </a:cxn>
              <a:cxn ang="0">
                <a:pos x="connsiteX68196" y="connsiteY68196"/>
              </a:cxn>
              <a:cxn ang="0">
                <a:pos x="connsiteX68197" y="connsiteY68197"/>
              </a:cxn>
              <a:cxn ang="0">
                <a:pos x="connsiteX68198" y="connsiteY68198"/>
              </a:cxn>
              <a:cxn ang="0">
                <a:pos x="connsiteX68199" y="connsiteY68199"/>
              </a:cxn>
              <a:cxn ang="0">
                <a:pos x="connsiteX68200" y="connsiteY68200"/>
              </a:cxn>
              <a:cxn ang="0">
                <a:pos x="connsiteX68201" y="connsiteY68201"/>
              </a:cxn>
              <a:cxn ang="0">
                <a:pos x="connsiteX68202" y="connsiteY68202"/>
              </a:cxn>
              <a:cxn ang="0">
                <a:pos x="connsiteX68203" y="connsiteY68203"/>
              </a:cxn>
              <a:cxn ang="0">
                <a:pos x="connsiteX68204" y="connsiteY68204"/>
              </a:cxn>
              <a:cxn ang="0">
                <a:pos x="connsiteX68205" y="connsiteY68205"/>
              </a:cxn>
              <a:cxn ang="0">
                <a:pos x="connsiteX68206" y="connsiteY68206"/>
              </a:cxn>
              <a:cxn ang="0">
                <a:pos x="connsiteX68207" y="connsiteY68207"/>
              </a:cxn>
              <a:cxn ang="0">
                <a:pos x="connsiteX68208" y="connsiteY68208"/>
              </a:cxn>
              <a:cxn ang="0">
                <a:pos x="connsiteX68209" y="connsiteY68209"/>
              </a:cxn>
              <a:cxn ang="0">
                <a:pos x="connsiteX68210" y="connsiteY68210"/>
              </a:cxn>
              <a:cxn ang="0">
                <a:pos x="connsiteX68211" y="connsiteY68211"/>
              </a:cxn>
              <a:cxn ang="0">
                <a:pos x="connsiteX68212" y="connsiteY68212"/>
              </a:cxn>
              <a:cxn ang="0">
                <a:pos x="connsiteX68213" y="connsiteY68213"/>
              </a:cxn>
              <a:cxn ang="0">
                <a:pos x="connsiteX68214" y="connsiteY68214"/>
              </a:cxn>
              <a:cxn ang="0">
                <a:pos x="connsiteX68215" y="connsiteY68215"/>
              </a:cxn>
              <a:cxn ang="0">
                <a:pos x="connsiteX68216" y="connsiteY68216"/>
              </a:cxn>
              <a:cxn ang="0">
                <a:pos x="connsiteX68217" y="connsiteY68217"/>
              </a:cxn>
              <a:cxn ang="0">
                <a:pos x="connsiteX68218" y="connsiteY68218"/>
              </a:cxn>
              <a:cxn ang="0">
                <a:pos x="connsiteX68219" y="connsiteY68219"/>
              </a:cxn>
              <a:cxn ang="0">
                <a:pos x="connsiteX68220" y="connsiteY68220"/>
              </a:cxn>
              <a:cxn ang="0">
                <a:pos x="connsiteX68221" y="connsiteY68221"/>
              </a:cxn>
              <a:cxn ang="0">
                <a:pos x="connsiteX68222" y="connsiteY68222"/>
              </a:cxn>
              <a:cxn ang="0">
                <a:pos x="connsiteX68223" y="connsiteY68223"/>
              </a:cxn>
              <a:cxn ang="0">
                <a:pos x="connsiteX68224" y="connsiteY68224"/>
              </a:cxn>
              <a:cxn ang="0">
                <a:pos x="connsiteX68225" y="connsiteY68225"/>
              </a:cxn>
              <a:cxn ang="0">
                <a:pos x="connsiteX68226" y="connsiteY68226"/>
              </a:cxn>
              <a:cxn ang="0">
                <a:pos x="connsiteX68227" y="connsiteY68227"/>
              </a:cxn>
              <a:cxn ang="0">
                <a:pos x="connsiteX68228" y="connsiteY68228"/>
              </a:cxn>
              <a:cxn ang="0">
                <a:pos x="connsiteX68229" y="connsiteY68229"/>
              </a:cxn>
              <a:cxn ang="0">
                <a:pos x="connsiteX68230" y="connsiteY68230"/>
              </a:cxn>
              <a:cxn ang="0">
                <a:pos x="connsiteX68231" y="connsiteY68231"/>
              </a:cxn>
              <a:cxn ang="0">
                <a:pos x="connsiteX68232" y="connsiteY68232"/>
              </a:cxn>
              <a:cxn ang="0">
                <a:pos x="connsiteX68233" y="connsiteY68233"/>
              </a:cxn>
              <a:cxn ang="0">
                <a:pos x="connsiteX68234" y="connsiteY68234"/>
              </a:cxn>
              <a:cxn ang="0">
                <a:pos x="connsiteX68235" y="connsiteY68235"/>
              </a:cxn>
              <a:cxn ang="0">
                <a:pos x="connsiteX68236" y="connsiteY68236"/>
              </a:cxn>
              <a:cxn ang="0">
                <a:pos x="connsiteX68237" y="connsiteY68237"/>
              </a:cxn>
              <a:cxn ang="0">
                <a:pos x="connsiteX68238" y="connsiteY68238"/>
              </a:cxn>
              <a:cxn ang="0">
                <a:pos x="connsiteX68239" y="connsiteY68239"/>
              </a:cxn>
              <a:cxn ang="0">
                <a:pos x="connsiteX68240" y="connsiteY68240"/>
              </a:cxn>
              <a:cxn ang="0">
                <a:pos x="connsiteX68241" y="connsiteY68241"/>
              </a:cxn>
              <a:cxn ang="0">
                <a:pos x="connsiteX68242" y="connsiteY68242"/>
              </a:cxn>
              <a:cxn ang="0">
                <a:pos x="connsiteX68243" y="connsiteY68243"/>
              </a:cxn>
              <a:cxn ang="0">
                <a:pos x="connsiteX68244" y="connsiteY68244"/>
              </a:cxn>
              <a:cxn ang="0">
                <a:pos x="connsiteX68245" y="connsiteY68245"/>
              </a:cxn>
              <a:cxn ang="0">
                <a:pos x="connsiteX68246" y="connsiteY68246"/>
              </a:cxn>
              <a:cxn ang="0">
                <a:pos x="connsiteX68247" y="connsiteY68247"/>
              </a:cxn>
              <a:cxn ang="0">
                <a:pos x="connsiteX68248" y="connsiteY68248"/>
              </a:cxn>
              <a:cxn ang="0">
                <a:pos x="connsiteX68249" y="connsiteY68249"/>
              </a:cxn>
              <a:cxn ang="0">
                <a:pos x="connsiteX68250" y="connsiteY68250"/>
              </a:cxn>
              <a:cxn ang="0">
                <a:pos x="connsiteX68251" y="connsiteY68251"/>
              </a:cxn>
              <a:cxn ang="0">
                <a:pos x="connsiteX68252" y="connsiteY68252"/>
              </a:cxn>
              <a:cxn ang="0">
                <a:pos x="connsiteX68253" y="connsiteY68253"/>
              </a:cxn>
              <a:cxn ang="0">
                <a:pos x="connsiteX68254" y="connsiteY68254"/>
              </a:cxn>
              <a:cxn ang="0">
                <a:pos x="connsiteX68255" y="connsiteY68255"/>
              </a:cxn>
              <a:cxn ang="0">
                <a:pos x="connsiteX68256" y="connsiteY68256"/>
              </a:cxn>
              <a:cxn ang="0">
                <a:pos x="connsiteX68257" y="connsiteY68257"/>
              </a:cxn>
              <a:cxn ang="0">
                <a:pos x="connsiteX68258" y="connsiteY68258"/>
              </a:cxn>
              <a:cxn ang="0">
                <a:pos x="connsiteX68259" y="connsiteY68259"/>
              </a:cxn>
              <a:cxn ang="0">
                <a:pos x="connsiteX68260" y="connsiteY68260"/>
              </a:cxn>
              <a:cxn ang="0">
                <a:pos x="connsiteX68261" y="connsiteY68261"/>
              </a:cxn>
              <a:cxn ang="0">
                <a:pos x="connsiteX68262" y="connsiteY68262"/>
              </a:cxn>
              <a:cxn ang="0">
                <a:pos x="connsiteX68263" y="connsiteY68263"/>
              </a:cxn>
              <a:cxn ang="0">
                <a:pos x="connsiteX68264" y="connsiteY68264"/>
              </a:cxn>
              <a:cxn ang="0">
                <a:pos x="connsiteX68265" y="connsiteY68265"/>
              </a:cxn>
              <a:cxn ang="0">
                <a:pos x="connsiteX68266" y="connsiteY68266"/>
              </a:cxn>
              <a:cxn ang="0">
                <a:pos x="connsiteX68267" y="connsiteY68267"/>
              </a:cxn>
              <a:cxn ang="0">
                <a:pos x="connsiteX68268" y="connsiteY68268"/>
              </a:cxn>
              <a:cxn ang="0">
                <a:pos x="connsiteX68269" y="connsiteY68269"/>
              </a:cxn>
              <a:cxn ang="0">
                <a:pos x="connsiteX68270" y="connsiteY68270"/>
              </a:cxn>
              <a:cxn ang="0">
                <a:pos x="connsiteX68271" y="connsiteY68271"/>
              </a:cxn>
              <a:cxn ang="0">
                <a:pos x="connsiteX68272" y="connsiteY68272"/>
              </a:cxn>
              <a:cxn ang="0">
                <a:pos x="connsiteX68273" y="connsiteY68273"/>
              </a:cxn>
              <a:cxn ang="0">
                <a:pos x="connsiteX68274" y="connsiteY68274"/>
              </a:cxn>
              <a:cxn ang="0">
                <a:pos x="connsiteX68275" y="connsiteY68275"/>
              </a:cxn>
              <a:cxn ang="0">
                <a:pos x="connsiteX68276" y="connsiteY68276"/>
              </a:cxn>
              <a:cxn ang="0">
                <a:pos x="connsiteX68277" y="connsiteY68277"/>
              </a:cxn>
              <a:cxn ang="0">
                <a:pos x="connsiteX68278" y="connsiteY68278"/>
              </a:cxn>
              <a:cxn ang="0">
                <a:pos x="connsiteX68279" y="connsiteY68279"/>
              </a:cxn>
              <a:cxn ang="0">
                <a:pos x="connsiteX68280" y="connsiteY68280"/>
              </a:cxn>
              <a:cxn ang="0">
                <a:pos x="connsiteX68281" y="connsiteY68281"/>
              </a:cxn>
              <a:cxn ang="0">
                <a:pos x="connsiteX68282" y="connsiteY68282"/>
              </a:cxn>
              <a:cxn ang="0">
                <a:pos x="connsiteX68283" y="connsiteY68283"/>
              </a:cxn>
              <a:cxn ang="0">
                <a:pos x="connsiteX68284" y="connsiteY68284"/>
              </a:cxn>
              <a:cxn ang="0">
                <a:pos x="connsiteX68285" y="connsiteY68285"/>
              </a:cxn>
              <a:cxn ang="0">
                <a:pos x="connsiteX68286" y="connsiteY68286"/>
              </a:cxn>
              <a:cxn ang="0">
                <a:pos x="connsiteX68287" y="connsiteY68287"/>
              </a:cxn>
              <a:cxn ang="0">
                <a:pos x="connsiteX68288" y="connsiteY68288"/>
              </a:cxn>
              <a:cxn ang="0">
                <a:pos x="connsiteX68289" y="connsiteY68289"/>
              </a:cxn>
              <a:cxn ang="0">
                <a:pos x="connsiteX68290" y="connsiteY68290"/>
              </a:cxn>
              <a:cxn ang="0">
                <a:pos x="connsiteX68291" y="connsiteY68291"/>
              </a:cxn>
              <a:cxn ang="0">
                <a:pos x="connsiteX68292" y="connsiteY68292"/>
              </a:cxn>
              <a:cxn ang="0">
                <a:pos x="connsiteX68293" y="connsiteY68293"/>
              </a:cxn>
              <a:cxn ang="0">
                <a:pos x="connsiteX68294" y="connsiteY68294"/>
              </a:cxn>
              <a:cxn ang="0">
                <a:pos x="connsiteX68295" y="connsiteY68295"/>
              </a:cxn>
              <a:cxn ang="0">
                <a:pos x="connsiteX68296" y="connsiteY68296"/>
              </a:cxn>
              <a:cxn ang="0">
                <a:pos x="connsiteX68297" y="connsiteY68297"/>
              </a:cxn>
              <a:cxn ang="0">
                <a:pos x="connsiteX68298" y="connsiteY68298"/>
              </a:cxn>
              <a:cxn ang="0">
                <a:pos x="connsiteX68299" y="connsiteY68299"/>
              </a:cxn>
              <a:cxn ang="0">
                <a:pos x="connsiteX68300" y="connsiteY68300"/>
              </a:cxn>
              <a:cxn ang="0">
                <a:pos x="connsiteX68301" y="connsiteY68301"/>
              </a:cxn>
              <a:cxn ang="0">
                <a:pos x="connsiteX68302" y="connsiteY68302"/>
              </a:cxn>
              <a:cxn ang="0">
                <a:pos x="connsiteX68303" y="connsiteY68303"/>
              </a:cxn>
              <a:cxn ang="0">
                <a:pos x="connsiteX68304" y="connsiteY68304"/>
              </a:cxn>
              <a:cxn ang="0">
                <a:pos x="connsiteX68305" y="connsiteY68305"/>
              </a:cxn>
              <a:cxn ang="0">
                <a:pos x="connsiteX68306" y="connsiteY68306"/>
              </a:cxn>
              <a:cxn ang="0">
                <a:pos x="connsiteX68307" y="connsiteY68307"/>
              </a:cxn>
              <a:cxn ang="0">
                <a:pos x="connsiteX68308" y="connsiteY68308"/>
              </a:cxn>
              <a:cxn ang="0">
                <a:pos x="connsiteX68309" y="connsiteY68309"/>
              </a:cxn>
              <a:cxn ang="0">
                <a:pos x="connsiteX68310" y="connsiteY68310"/>
              </a:cxn>
              <a:cxn ang="0">
                <a:pos x="connsiteX68311" y="connsiteY68311"/>
              </a:cxn>
              <a:cxn ang="0">
                <a:pos x="connsiteX68312" y="connsiteY68312"/>
              </a:cxn>
              <a:cxn ang="0">
                <a:pos x="connsiteX68313" y="connsiteY68313"/>
              </a:cxn>
              <a:cxn ang="0">
                <a:pos x="connsiteX68314" y="connsiteY68314"/>
              </a:cxn>
              <a:cxn ang="0">
                <a:pos x="connsiteX68315" y="connsiteY68315"/>
              </a:cxn>
              <a:cxn ang="0">
                <a:pos x="connsiteX68316" y="connsiteY68316"/>
              </a:cxn>
              <a:cxn ang="0">
                <a:pos x="connsiteX68317" y="connsiteY68317"/>
              </a:cxn>
              <a:cxn ang="0">
                <a:pos x="connsiteX68318" y="connsiteY68318"/>
              </a:cxn>
              <a:cxn ang="0">
                <a:pos x="connsiteX68319" y="connsiteY68319"/>
              </a:cxn>
              <a:cxn ang="0">
                <a:pos x="connsiteX68320" y="connsiteY68320"/>
              </a:cxn>
              <a:cxn ang="0">
                <a:pos x="connsiteX68321" y="connsiteY68321"/>
              </a:cxn>
              <a:cxn ang="0">
                <a:pos x="connsiteX68322" y="connsiteY68322"/>
              </a:cxn>
              <a:cxn ang="0">
                <a:pos x="connsiteX68323" y="connsiteY68323"/>
              </a:cxn>
              <a:cxn ang="0">
                <a:pos x="connsiteX68324" y="connsiteY68324"/>
              </a:cxn>
              <a:cxn ang="0">
                <a:pos x="connsiteX68325" y="connsiteY68325"/>
              </a:cxn>
              <a:cxn ang="0">
                <a:pos x="connsiteX68326" y="connsiteY68326"/>
              </a:cxn>
              <a:cxn ang="0">
                <a:pos x="connsiteX68327" y="connsiteY68327"/>
              </a:cxn>
              <a:cxn ang="0">
                <a:pos x="connsiteX68328" y="connsiteY68328"/>
              </a:cxn>
              <a:cxn ang="0">
                <a:pos x="connsiteX68329" y="connsiteY68329"/>
              </a:cxn>
              <a:cxn ang="0">
                <a:pos x="connsiteX68330" y="connsiteY68330"/>
              </a:cxn>
              <a:cxn ang="0">
                <a:pos x="connsiteX68331" y="connsiteY68331"/>
              </a:cxn>
              <a:cxn ang="0">
                <a:pos x="connsiteX68332" y="connsiteY68332"/>
              </a:cxn>
              <a:cxn ang="0">
                <a:pos x="connsiteX68333" y="connsiteY68333"/>
              </a:cxn>
              <a:cxn ang="0">
                <a:pos x="connsiteX68334" y="connsiteY68334"/>
              </a:cxn>
              <a:cxn ang="0">
                <a:pos x="connsiteX68335" y="connsiteY68335"/>
              </a:cxn>
              <a:cxn ang="0">
                <a:pos x="connsiteX68336" y="connsiteY68336"/>
              </a:cxn>
              <a:cxn ang="0">
                <a:pos x="connsiteX68337" y="connsiteY68337"/>
              </a:cxn>
              <a:cxn ang="0">
                <a:pos x="connsiteX68338" y="connsiteY68338"/>
              </a:cxn>
              <a:cxn ang="0">
                <a:pos x="connsiteX68339" y="connsiteY68339"/>
              </a:cxn>
              <a:cxn ang="0">
                <a:pos x="connsiteX68340" y="connsiteY68340"/>
              </a:cxn>
              <a:cxn ang="0">
                <a:pos x="connsiteX68341" y="connsiteY68341"/>
              </a:cxn>
              <a:cxn ang="0">
                <a:pos x="connsiteX68342" y="connsiteY68342"/>
              </a:cxn>
              <a:cxn ang="0">
                <a:pos x="connsiteX68343" y="connsiteY68343"/>
              </a:cxn>
              <a:cxn ang="0">
                <a:pos x="connsiteX68344" y="connsiteY68344"/>
              </a:cxn>
              <a:cxn ang="0">
                <a:pos x="connsiteX68345" y="connsiteY68345"/>
              </a:cxn>
              <a:cxn ang="0">
                <a:pos x="connsiteX68346" y="connsiteY68346"/>
              </a:cxn>
              <a:cxn ang="0">
                <a:pos x="connsiteX68347" y="connsiteY68347"/>
              </a:cxn>
              <a:cxn ang="0">
                <a:pos x="connsiteX68348" y="connsiteY68348"/>
              </a:cxn>
              <a:cxn ang="0">
                <a:pos x="connsiteX68349" y="connsiteY68349"/>
              </a:cxn>
              <a:cxn ang="0">
                <a:pos x="connsiteX68350" y="connsiteY68350"/>
              </a:cxn>
              <a:cxn ang="0">
                <a:pos x="connsiteX68351" y="connsiteY68351"/>
              </a:cxn>
              <a:cxn ang="0">
                <a:pos x="connsiteX68352" y="connsiteY68352"/>
              </a:cxn>
              <a:cxn ang="0">
                <a:pos x="connsiteX68353" y="connsiteY68353"/>
              </a:cxn>
              <a:cxn ang="0">
                <a:pos x="connsiteX68354" y="connsiteY68354"/>
              </a:cxn>
              <a:cxn ang="0">
                <a:pos x="connsiteX68355" y="connsiteY68355"/>
              </a:cxn>
              <a:cxn ang="0">
                <a:pos x="connsiteX68356" y="connsiteY68356"/>
              </a:cxn>
              <a:cxn ang="0">
                <a:pos x="connsiteX68357" y="connsiteY68357"/>
              </a:cxn>
              <a:cxn ang="0">
                <a:pos x="connsiteX68358" y="connsiteY68358"/>
              </a:cxn>
              <a:cxn ang="0">
                <a:pos x="connsiteX68359" y="connsiteY68359"/>
              </a:cxn>
              <a:cxn ang="0">
                <a:pos x="connsiteX68360" y="connsiteY68360"/>
              </a:cxn>
              <a:cxn ang="0">
                <a:pos x="connsiteX68361" y="connsiteY68361"/>
              </a:cxn>
              <a:cxn ang="0">
                <a:pos x="connsiteX68362" y="connsiteY68362"/>
              </a:cxn>
              <a:cxn ang="0">
                <a:pos x="connsiteX68363" y="connsiteY68363"/>
              </a:cxn>
              <a:cxn ang="0">
                <a:pos x="connsiteX68364" y="connsiteY68364"/>
              </a:cxn>
              <a:cxn ang="0">
                <a:pos x="connsiteX68365" y="connsiteY68365"/>
              </a:cxn>
              <a:cxn ang="0">
                <a:pos x="connsiteX68366" y="connsiteY68366"/>
              </a:cxn>
              <a:cxn ang="0">
                <a:pos x="connsiteX68367" y="connsiteY68367"/>
              </a:cxn>
              <a:cxn ang="0">
                <a:pos x="connsiteX68368" y="connsiteY68368"/>
              </a:cxn>
              <a:cxn ang="0">
                <a:pos x="connsiteX68369" y="connsiteY68369"/>
              </a:cxn>
              <a:cxn ang="0">
                <a:pos x="connsiteX68370" y="connsiteY68370"/>
              </a:cxn>
              <a:cxn ang="0">
                <a:pos x="connsiteX68371" y="connsiteY68371"/>
              </a:cxn>
              <a:cxn ang="0">
                <a:pos x="connsiteX68372" y="connsiteY68372"/>
              </a:cxn>
              <a:cxn ang="0">
                <a:pos x="connsiteX68373" y="connsiteY68373"/>
              </a:cxn>
              <a:cxn ang="0">
                <a:pos x="connsiteX68374" y="connsiteY68374"/>
              </a:cxn>
              <a:cxn ang="0">
                <a:pos x="connsiteX68375" y="connsiteY68375"/>
              </a:cxn>
              <a:cxn ang="0">
                <a:pos x="connsiteX68376" y="connsiteY68376"/>
              </a:cxn>
              <a:cxn ang="0">
                <a:pos x="connsiteX68377" y="connsiteY68377"/>
              </a:cxn>
              <a:cxn ang="0">
                <a:pos x="connsiteX68378" y="connsiteY68378"/>
              </a:cxn>
              <a:cxn ang="0">
                <a:pos x="connsiteX68379" y="connsiteY68379"/>
              </a:cxn>
              <a:cxn ang="0">
                <a:pos x="connsiteX68380" y="connsiteY68380"/>
              </a:cxn>
              <a:cxn ang="0">
                <a:pos x="connsiteX68381" y="connsiteY68381"/>
              </a:cxn>
              <a:cxn ang="0">
                <a:pos x="connsiteX68382" y="connsiteY68382"/>
              </a:cxn>
              <a:cxn ang="0">
                <a:pos x="connsiteX68383" y="connsiteY68383"/>
              </a:cxn>
              <a:cxn ang="0">
                <a:pos x="connsiteX68384" y="connsiteY68384"/>
              </a:cxn>
              <a:cxn ang="0">
                <a:pos x="connsiteX68385" y="connsiteY68385"/>
              </a:cxn>
              <a:cxn ang="0">
                <a:pos x="connsiteX68386" y="connsiteY68386"/>
              </a:cxn>
              <a:cxn ang="0">
                <a:pos x="connsiteX68387" y="connsiteY68387"/>
              </a:cxn>
              <a:cxn ang="0">
                <a:pos x="connsiteX68388" y="connsiteY68388"/>
              </a:cxn>
              <a:cxn ang="0">
                <a:pos x="connsiteX68389" y="connsiteY68389"/>
              </a:cxn>
              <a:cxn ang="0">
                <a:pos x="connsiteX68390" y="connsiteY68390"/>
              </a:cxn>
              <a:cxn ang="0">
                <a:pos x="connsiteX68391" y="connsiteY68391"/>
              </a:cxn>
              <a:cxn ang="0">
                <a:pos x="connsiteX68392" y="connsiteY68392"/>
              </a:cxn>
              <a:cxn ang="0">
                <a:pos x="connsiteX68393" y="connsiteY68393"/>
              </a:cxn>
              <a:cxn ang="0">
                <a:pos x="connsiteX68394" y="connsiteY68394"/>
              </a:cxn>
              <a:cxn ang="0">
                <a:pos x="connsiteX68395" y="connsiteY68395"/>
              </a:cxn>
              <a:cxn ang="0">
                <a:pos x="connsiteX68396" y="connsiteY68396"/>
              </a:cxn>
              <a:cxn ang="0">
                <a:pos x="connsiteX68397" y="connsiteY68397"/>
              </a:cxn>
              <a:cxn ang="0">
                <a:pos x="connsiteX68398" y="connsiteY68398"/>
              </a:cxn>
              <a:cxn ang="0">
                <a:pos x="connsiteX68399" y="connsiteY68399"/>
              </a:cxn>
              <a:cxn ang="0">
                <a:pos x="connsiteX68400" y="connsiteY68400"/>
              </a:cxn>
              <a:cxn ang="0">
                <a:pos x="connsiteX68401" y="connsiteY68401"/>
              </a:cxn>
              <a:cxn ang="0">
                <a:pos x="connsiteX68402" y="connsiteY68402"/>
              </a:cxn>
              <a:cxn ang="0">
                <a:pos x="connsiteX68403" y="connsiteY68403"/>
              </a:cxn>
              <a:cxn ang="0">
                <a:pos x="connsiteX68404" y="connsiteY68404"/>
              </a:cxn>
              <a:cxn ang="0">
                <a:pos x="connsiteX68405" y="connsiteY68405"/>
              </a:cxn>
              <a:cxn ang="0">
                <a:pos x="connsiteX68406" y="connsiteY68406"/>
              </a:cxn>
              <a:cxn ang="0">
                <a:pos x="connsiteX68407" y="connsiteY68407"/>
              </a:cxn>
              <a:cxn ang="0">
                <a:pos x="connsiteX68408" y="connsiteY68408"/>
              </a:cxn>
              <a:cxn ang="0">
                <a:pos x="connsiteX68409" y="connsiteY68409"/>
              </a:cxn>
              <a:cxn ang="0">
                <a:pos x="connsiteX68410" y="connsiteY68410"/>
              </a:cxn>
              <a:cxn ang="0">
                <a:pos x="connsiteX68411" y="connsiteY68411"/>
              </a:cxn>
              <a:cxn ang="0">
                <a:pos x="connsiteX68412" y="connsiteY68412"/>
              </a:cxn>
              <a:cxn ang="0">
                <a:pos x="connsiteX68413" y="connsiteY68413"/>
              </a:cxn>
              <a:cxn ang="0">
                <a:pos x="connsiteX68414" y="connsiteY68414"/>
              </a:cxn>
              <a:cxn ang="0">
                <a:pos x="connsiteX68415" y="connsiteY68415"/>
              </a:cxn>
              <a:cxn ang="0">
                <a:pos x="connsiteX68416" y="connsiteY68416"/>
              </a:cxn>
              <a:cxn ang="0">
                <a:pos x="connsiteX68417" y="connsiteY68417"/>
              </a:cxn>
              <a:cxn ang="0">
                <a:pos x="connsiteX68418" y="connsiteY68418"/>
              </a:cxn>
              <a:cxn ang="0">
                <a:pos x="connsiteX68419" y="connsiteY68419"/>
              </a:cxn>
              <a:cxn ang="0">
                <a:pos x="connsiteX68420" y="connsiteY68420"/>
              </a:cxn>
              <a:cxn ang="0">
                <a:pos x="connsiteX68421" y="connsiteY68421"/>
              </a:cxn>
              <a:cxn ang="0">
                <a:pos x="connsiteX68422" y="connsiteY68422"/>
              </a:cxn>
              <a:cxn ang="0">
                <a:pos x="connsiteX68423" y="connsiteY68423"/>
              </a:cxn>
              <a:cxn ang="0">
                <a:pos x="connsiteX68424" y="connsiteY68424"/>
              </a:cxn>
              <a:cxn ang="0">
                <a:pos x="connsiteX68425" y="connsiteY68425"/>
              </a:cxn>
              <a:cxn ang="0">
                <a:pos x="connsiteX68426" y="connsiteY68426"/>
              </a:cxn>
              <a:cxn ang="0">
                <a:pos x="connsiteX68427" y="connsiteY68427"/>
              </a:cxn>
              <a:cxn ang="0">
                <a:pos x="connsiteX68428" y="connsiteY68428"/>
              </a:cxn>
              <a:cxn ang="0">
                <a:pos x="connsiteX68429" y="connsiteY68429"/>
              </a:cxn>
              <a:cxn ang="0">
                <a:pos x="connsiteX68430" y="connsiteY68430"/>
              </a:cxn>
              <a:cxn ang="0">
                <a:pos x="connsiteX68431" y="connsiteY68431"/>
              </a:cxn>
              <a:cxn ang="0">
                <a:pos x="connsiteX68432" y="connsiteY68432"/>
              </a:cxn>
              <a:cxn ang="0">
                <a:pos x="connsiteX68433" y="connsiteY68433"/>
              </a:cxn>
              <a:cxn ang="0">
                <a:pos x="connsiteX68434" y="connsiteY68434"/>
              </a:cxn>
              <a:cxn ang="0">
                <a:pos x="connsiteX68435" y="connsiteY68435"/>
              </a:cxn>
              <a:cxn ang="0">
                <a:pos x="connsiteX68436" y="connsiteY68436"/>
              </a:cxn>
              <a:cxn ang="0">
                <a:pos x="connsiteX68437" y="connsiteY68437"/>
              </a:cxn>
              <a:cxn ang="0">
                <a:pos x="connsiteX68438" y="connsiteY68438"/>
              </a:cxn>
              <a:cxn ang="0">
                <a:pos x="connsiteX68439" y="connsiteY68439"/>
              </a:cxn>
              <a:cxn ang="0">
                <a:pos x="connsiteX68440" y="connsiteY68440"/>
              </a:cxn>
              <a:cxn ang="0">
                <a:pos x="connsiteX68441" y="connsiteY68441"/>
              </a:cxn>
              <a:cxn ang="0">
                <a:pos x="connsiteX68442" y="connsiteY68442"/>
              </a:cxn>
              <a:cxn ang="0">
                <a:pos x="connsiteX68443" y="connsiteY68443"/>
              </a:cxn>
              <a:cxn ang="0">
                <a:pos x="connsiteX68444" y="connsiteY68444"/>
              </a:cxn>
              <a:cxn ang="0">
                <a:pos x="connsiteX68445" y="connsiteY68445"/>
              </a:cxn>
              <a:cxn ang="0">
                <a:pos x="connsiteX68446" y="connsiteY68446"/>
              </a:cxn>
              <a:cxn ang="0">
                <a:pos x="connsiteX68447" y="connsiteY68447"/>
              </a:cxn>
              <a:cxn ang="0">
                <a:pos x="connsiteX68448" y="connsiteY68448"/>
              </a:cxn>
              <a:cxn ang="0">
                <a:pos x="connsiteX68449" y="connsiteY68449"/>
              </a:cxn>
              <a:cxn ang="0">
                <a:pos x="connsiteX68450" y="connsiteY68450"/>
              </a:cxn>
              <a:cxn ang="0">
                <a:pos x="connsiteX68451" y="connsiteY68451"/>
              </a:cxn>
              <a:cxn ang="0">
                <a:pos x="connsiteX68452" y="connsiteY68452"/>
              </a:cxn>
              <a:cxn ang="0">
                <a:pos x="connsiteX68453" y="connsiteY68453"/>
              </a:cxn>
              <a:cxn ang="0">
                <a:pos x="connsiteX68454" y="connsiteY68454"/>
              </a:cxn>
              <a:cxn ang="0">
                <a:pos x="connsiteX68455" y="connsiteY68455"/>
              </a:cxn>
              <a:cxn ang="0">
                <a:pos x="connsiteX68456" y="connsiteY68456"/>
              </a:cxn>
              <a:cxn ang="0">
                <a:pos x="connsiteX68457" y="connsiteY68457"/>
              </a:cxn>
              <a:cxn ang="0">
                <a:pos x="connsiteX68458" y="connsiteY68458"/>
              </a:cxn>
              <a:cxn ang="0">
                <a:pos x="connsiteX68459" y="connsiteY68459"/>
              </a:cxn>
              <a:cxn ang="0">
                <a:pos x="connsiteX68460" y="connsiteY68460"/>
              </a:cxn>
              <a:cxn ang="0">
                <a:pos x="connsiteX68461" y="connsiteY68461"/>
              </a:cxn>
              <a:cxn ang="0">
                <a:pos x="connsiteX68462" y="connsiteY68462"/>
              </a:cxn>
              <a:cxn ang="0">
                <a:pos x="connsiteX68463" y="connsiteY68463"/>
              </a:cxn>
              <a:cxn ang="0">
                <a:pos x="connsiteX68464" y="connsiteY68464"/>
              </a:cxn>
              <a:cxn ang="0">
                <a:pos x="connsiteX68465" y="connsiteY68465"/>
              </a:cxn>
              <a:cxn ang="0">
                <a:pos x="connsiteX68466" y="connsiteY68466"/>
              </a:cxn>
              <a:cxn ang="0">
                <a:pos x="connsiteX68467" y="connsiteY68467"/>
              </a:cxn>
              <a:cxn ang="0">
                <a:pos x="connsiteX68468" y="connsiteY68468"/>
              </a:cxn>
              <a:cxn ang="0">
                <a:pos x="connsiteX68469" y="connsiteY68469"/>
              </a:cxn>
              <a:cxn ang="0">
                <a:pos x="connsiteX68470" y="connsiteY68470"/>
              </a:cxn>
              <a:cxn ang="0">
                <a:pos x="connsiteX68471" y="connsiteY68471"/>
              </a:cxn>
              <a:cxn ang="0">
                <a:pos x="connsiteX68472" y="connsiteY68472"/>
              </a:cxn>
              <a:cxn ang="0">
                <a:pos x="connsiteX68473" y="connsiteY68473"/>
              </a:cxn>
              <a:cxn ang="0">
                <a:pos x="connsiteX68474" y="connsiteY68474"/>
              </a:cxn>
              <a:cxn ang="0">
                <a:pos x="connsiteX68475" y="connsiteY68475"/>
              </a:cxn>
              <a:cxn ang="0">
                <a:pos x="connsiteX68476" y="connsiteY68476"/>
              </a:cxn>
              <a:cxn ang="0">
                <a:pos x="connsiteX68477" y="connsiteY68477"/>
              </a:cxn>
              <a:cxn ang="0">
                <a:pos x="connsiteX68478" y="connsiteY68478"/>
              </a:cxn>
              <a:cxn ang="0">
                <a:pos x="connsiteX68479" y="connsiteY68479"/>
              </a:cxn>
              <a:cxn ang="0">
                <a:pos x="connsiteX68480" y="connsiteY68480"/>
              </a:cxn>
              <a:cxn ang="0">
                <a:pos x="connsiteX68481" y="connsiteY68481"/>
              </a:cxn>
              <a:cxn ang="0">
                <a:pos x="connsiteX68482" y="connsiteY68482"/>
              </a:cxn>
              <a:cxn ang="0">
                <a:pos x="connsiteX68483" y="connsiteY68483"/>
              </a:cxn>
              <a:cxn ang="0">
                <a:pos x="connsiteX68484" y="connsiteY68484"/>
              </a:cxn>
              <a:cxn ang="0">
                <a:pos x="connsiteX68485" y="connsiteY68485"/>
              </a:cxn>
              <a:cxn ang="0">
                <a:pos x="connsiteX68486" y="connsiteY68486"/>
              </a:cxn>
              <a:cxn ang="0">
                <a:pos x="connsiteX68487" y="connsiteY68487"/>
              </a:cxn>
              <a:cxn ang="0">
                <a:pos x="connsiteX68488" y="connsiteY68488"/>
              </a:cxn>
              <a:cxn ang="0">
                <a:pos x="connsiteX68489" y="connsiteY68489"/>
              </a:cxn>
              <a:cxn ang="0">
                <a:pos x="connsiteX68490" y="connsiteY68490"/>
              </a:cxn>
              <a:cxn ang="0">
                <a:pos x="connsiteX68491" y="connsiteY68491"/>
              </a:cxn>
              <a:cxn ang="0">
                <a:pos x="connsiteX68492" y="connsiteY68492"/>
              </a:cxn>
              <a:cxn ang="0">
                <a:pos x="connsiteX68493" y="connsiteY68493"/>
              </a:cxn>
              <a:cxn ang="0">
                <a:pos x="connsiteX68494" y="connsiteY68494"/>
              </a:cxn>
              <a:cxn ang="0">
                <a:pos x="connsiteX68495" y="connsiteY68495"/>
              </a:cxn>
              <a:cxn ang="0">
                <a:pos x="connsiteX68496" y="connsiteY68496"/>
              </a:cxn>
              <a:cxn ang="0">
                <a:pos x="connsiteX68497" y="connsiteY68497"/>
              </a:cxn>
              <a:cxn ang="0">
                <a:pos x="connsiteX68498" y="connsiteY68498"/>
              </a:cxn>
              <a:cxn ang="0">
                <a:pos x="connsiteX68499" y="connsiteY68499"/>
              </a:cxn>
              <a:cxn ang="0">
                <a:pos x="connsiteX68500" y="connsiteY68500"/>
              </a:cxn>
              <a:cxn ang="0">
                <a:pos x="connsiteX68501" y="connsiteY68501"/>
              </a:cxn>
              <a:cxn ang="0">
                <a:pos x="connsiteX68502" y="connsiteY68502"/>
              </a:cxn>
              <a:cxn ang="0">
                <a:pos x="connsiteX68503" y="connsiteY68503"/>
              </a:cxn>
              <a:cxn ang="0">
                <a:pos x="connsiteX68504" y="connsiteY68504"/>
              </a:cxn>
              <a:cxn ang="0">
                <a:pos x="connsiteX68505" y="connsiteY68505"/>
              </a:cxn>
              <a:cxn ang="0">
                <a:pos x="connsiteX68506" y="connsiteY68506"/>
              </a:cxn>
              <a:cxn ang="0">
                <a:pos x="connsiteX68507" y="connsiteY68507"/>
              </a:cxn>
              <a:cxn ang="0">
                <a:pos x="connsiteX68508" y="connsiteY68508"/>
              </a:cxn>
              <a:cxn ang="0">
                <a:pos x="connsiteX68509" y="connsiteY68509"/>
              </a:cxn>
              <a:cxn ang="0">
                <a:pos x="connsiteX68510" y="connsiteY68510"/>
              </a:cxn>
              <a:cxn ang="0">
                <a:pos x="connsiteX68511" y="connsiteY68511"/>
              </a:cxn>
              <a:cxn ang="0">
                <a:pos x="connsiteX68512" y="connsiteY68512"/>
              </a:cxn>
              <a:cxn ang="0">
                <a:pos x="connsiteX68513" y="connsiteY68513"/>
              </a:cxn>
              <a:cxn ang="0">
                <a:pos x="connsiteX68514" y="connsiteY68514"/>
              </a:cxn>
              <a:cxn ang="0">
                <a:pos x="connsiteX68515" y="connsiteY68515"/>
              </a:cxn>
              <a:cxn ang="0">
                <a:pos x="connsiteX68516" y="connsiteY68516"/>
              </a:cxn>
              <a:cxn ang="0">
                <a:pos x="connsiteX68517" y="connsiteY68517"/>
              </a:cxn>
              <a:cxn ang="0">
                <a:pos x="connsiteX68518" y="connsiteY68518"/>
              </a:cxn>
              <a:cxn ang="0">
                <a:pos x="connsiteX68519" y="connsiteY68519"/>
              </a:cxn>
              <a:cxn ang="0">
                <a:pos x="connsiteX68520" y="connsiteY68520"/>
              </a:cxn>
              <a:cxn ang="0">
                <a:pos x="connsiteX68521" y="connsiteY68521"/>
              </a:cxn>
              <a:cxn ang="0">
                <a:pos x="connsiteX68522" y="connsiteY68522"/>
              </a:cxn>
              <a:cxn ang="0">
                <a:pos x="connsiteX68523" y="connsiteY68523"/>
              </a:cxn>
              <a:cxn ang="0">
                <a:pos x="connsiteX68524" y="connsiteY68524"/>
              </a:cxn>
              <a:cxn ang="0">
                <a:pos x="connsiteX68525" y="connsiteY68525"/>
              </a:cxn>
              <a:cxn ang="0">
                <a:pos x="connsiteX68526" y="connsiteY68526"/>
              </a:cxn>
              <a:cxn ang="0">
                <a:pos x="connsiteX68527" y="connsiteY68527"/>
              </a:cxn>
              <a:cxn ang="0">
                <a:pos x="connsiteX68528" y="connsiteY68528"/>
              </a:cxn>
              <a:cxn ang="0">
                <a:pos x="connsiteX68529" y="connsiteY68529"/>
              </a:cxn>
              <a:cxn ang="0">
                <a:pos x="connsiteX68530" y="connsiteY68530"/>
              </a:cxn>
              <a:cxn ang="0">
                <a:pos x="connsiteX68531" y="connsiteY68531"/>
              </a:cxn>
              <a:cxn ang="0">
                <a:pos x="connsiteX68532" y="connsiteY68532"/>
              </a:cxn>
              <a:cxn ang="0">
                <a:pos x="connsiteX68533" y="connsiteY68533"/>
              </a:cxn>
              <a:cxn ang="0">
                <a:pos x="connsiteX68534" y="connsiteY68534"/>
              </a:cxn>
              <a:cxn ang="0">
                <a:pos x="connsiteX68535" y="connsiteY68535"/>
              </a:cxn>
              <a:cxn ang="0">
                <a:pos x="connsiteX68536" y="connsiteY68536"/>
              </a:cxn>
              <a:cxn ang="0">
                <a:pos x="connsiteX68537" y="connsiteY68537"/>
              </a:cxn>
              <a:cxn ang="0">
                <a:pos x="connsiteX68538" y="connsiteY68538"/>
              </a:cxn>
              <a:cxn ang="0">
                <a:pos x="connsiteX68539" y="connsiteY68539"/>
              </a:cxn>
              <a:cxn ang="0">
                <a:pos x="connsiteX68540" y="connsiteY68540"/>
              </a:cxn>
              <a:cxn ang="0">
                <a:pos x="connsiteX68541" y="connsiteY68541"/>
              </a:cxn>
              <a:cxn ang="0">
                <a:pos x="connsiteX68542" y="connsiteY68542"/>
              </a:cxn>
              <a:cxn ang="0">
                <a:pos x="connsiteX68543" y="connsiteY68543"/>
              </a:cxn>
              <a:cxn ang="0">
                <a:pos x="connsiteX68544" y="connsiteY68544"/>
              </a:cxn>
              <a:cxn ang="0">
                <a:pos x="connsiteX68545" y="connsiteY68545"/>
              </a:cxn>
              <a:cxn ang="0">
                <a:pos x="connsiteX68546" y="connsiteY68546"/>
              </a:cxn>
              <a:cxn ang="0">
                <a:pos x="connsiteX68547" y="connsiteY68547"/>
              </a:cxn>
              <a:cxn ang="0">
                <a:pos x="connsiteX68548" y="connsiteY68548"/>
              </a:cxn>
              <a:cxn ang="0">
                <a:pos x="connsiteX68549" y="connsiteY68549"/>
              </a:cxn>
              <a:cxn ang="0">
                <a:pos x="connsiteX68550" y="connsiteY68550"/>
              </a:cxn>
              <a:cxn ang="0">
                <a:pos x="connsiteX68551" y="connsiteY68551"/>
              </a:cxn>
              <a:cxn ang="0">
                <a:pos x="connsiteX68552" y="connsiteY68552"/>
              </a:cxn>
              <a:cxn ang="0">
                <a:pos x="connsiteX68553" y="connsiteY68553"/>
              </a:cxn>
              <a:cxn ang="0">
                <a:pos x="connsiteX68554" y="connsiteY68554"/>
              </a:cxn>
              <a:cxn ang="0">
                <a:pos x="connsiteX68555" y="connsiteY68555"/>
              </a:cxn>
              <a:cxn ang="0">
                <a:pos x="connsiteX68556" y="connsiteY68556"/>
              </a:cxn>
              <a:cxn ang="0">
                <a:pos x="connsiteX68557" y="connsiteY68557"/>
              </a:cxn>
              <a:cxn ang="0">
                <a:pos x="connsiteX68558" y="connsiteY68558"/>
              </a:cxn>
              <a:cxn ang="0">
                <a:pos x="connsiteX68559" y="connsiteY68559"/>
              </a:cxn>
              <a:cxn ang="0">
                <a:pos x="connsiteX68560" y="connsiteY68560"/>
              </a:cxn>
              <a:cxn ang="0">
                <a:pos x="connsiteX68561" y="connsiteY68561"/>
              </a:cxn>
              <a:cxn ang="0">
                <a:pos x="connsiteX68562" y="connsiteY68562"/>
              </a:cxn>
              <a:cxn ang="0">
                <a:pos x="connsiteX68563" y="connsiteY68563"/>
              </a:cxn>
              <a:cxn ang="0">
                <a:pos x="connsiteX68564" y="connsiteY68564"/>
              </a:cxn>
              <a:cxn ang="0">
                <a:pos x="connsiteX68565" y="connsiteY68565"/>
              </a:cxn>
              <a:cxn ang="0">
                <a:pos x="connsiteX68566" y="connsiteY68566"/>
              </a:cxn>
              <a:cxn ang="0">
                <a:pos x="connsiteX68567" y="connsiteY68567"/>
              </a:cxn>
              <a:cxn ang="0">
                <a:pos x="connsiteX68568" y="connsiteY68568"/>
              </a:cxn>
              <a:cxn ang="0">
                <a:pos x="connsiteX68569" y="connsiteY68569"/>
              </a:cxn>
              <a:cxn ang="0">
                <a:pos x="connsiteX68570" y="connsiteY68570"/>
              </a:cxn>
              <a:cxn ang="0">
                <a:pos x="connsiteX68571" y="connsiteY68571"/>
              </a:cxn>
              <a:cxn ang="0">
                <a:pos x="connsiteX68572" y="connsiteY68572"/>
              </a:cxn>
              <a:cxn ang="0">
                <a:pos x="connsiteX68573" y="connsiteY68573"/>
              </a:cxn>
              <a:cxn ang="0">
                <a:pos x="connsiteX68574" y="connsiteY68574"/>
              </a:cxn>
              <a:cxn ang="0">
                <a:pos x="connsiteX68575" y="connsiteY68575"/>
              </a:cxn>
              <a:cxn ang="0">
                <a:pos x="connsiteX68576" y="connsiteY68576"/>
              </a:cxn>
              <a:cxn ang="0">
                <a:pos x="connsiteX68577" y="connsiteY68577"/>
              </a:cxn>
              <a:cxn ang="0">
                <a:pos x="connsiteX68578" y="connsiteY68578"/>
              </a:cxn>
              <a:cxn ang="0">
                <a:pos x="connsiteX68579" y="connsiteY68579"/>
              </a:cxn>
              <a:cxn ang="0">
                <a:pos x="connsiteX68580" y="connsiteY68580"/>
              </a:cxn>
              <a:cxn ang="0">
                <a:pos x="connsiteX68581" y="connsiteY68581"/>
              </a:cxn>
              <a:cxn ang="0">
                <a:pos x="connsiteX68582" y="connsiteY68582"/>
              </a:cxn>
              <a:cxn ang="0">
                <a:pos x="connsiteX68583" y="connsiteY68583"/>
              </a:cxn>
              <a:cxn ang="0">
                <a:pos x="connsiteX68584" y="connsiteY68584"/>
              </a:cxn>
              <a:cxn ang="0">
                <a:pos x="connsiteX68585" y="connsiteY68585"/>
              </a:cxn>
              <a:cxn ang="0">
                <a:pos x="connsiteX68586" y="connsiteY68586"/>
              </a:cxn>
              <a:cxn ang="0">
                <a:pos x="connsiteX68587" y="connsiteY68587"/>
              </a:cxn>
              <a:cxn ang="0">
                <a:pos x="connsiteX68588" y="connsiteY68588"/>
              </a:cxn>
              <a:cxn ang="0">
                <a:pos x="connsiteX68589" y="connsiteY68589"/>
              </a:cxn>
              <a:cxn ang="0">
                <a:pos x="connsiteX68590" y="connsiteY68590"/>
              </a:cxn>
              <a:cxn ang="0">
                <a:pos x="connsiteX68591" y="connsiteY68591"/>
              </a:cxn>
              <a:cxn ang="0">
                <a:pos x="connsiteX68592" y="connsiteY68592"/>
              </a:cxn>
              <a:cxn ang="0">
                <a:pos x="connsiteX68593" y="connsiteY68593"/>
              </a:cxn>
              <a:cxn ang="0">
                <a:pos x="connsiteX68594" y="connsiteY68594"/>
              </a:cxn>
              <a:cxn ang="0">
                <a:pos x="connsiteX68595" y="connsiteY68595"/>
              </a:cxn>
              <a:cxn ang="0">
                <a:pos x="connsiteX68596" y="connsiteY68596"/>
              </a:cxn>
              <a:cxn ang="0">
                <a:pos x="connsiteX68597" y="connsiteY68597"/>
              </a:cxn>
              <a:cxn ang="0">
                <a:pos x="connsiteX68598" y="connsiteY68598"/>
              </a:cxn>
              <a:cxn ang="0">
                <a:pos x="connsiteX68599" y="connsiteY68599"/>
              </a:cxn>
              <a:cxn ang="0">
                <a:pos x="connsiteX68600" y="connsiteY68600"/>
              </a:cxn>
              <a:cxn ang="0">
                <a:pos x="connsiteX68601" y="connsiteY68601"/>
              </a:cxn>
              <a:cxn ang="0">
                <a:pos x="connsiteX68602" y="connsiteY68602"/>
              </a:cxn>
              <a:cxn ang="0">
                <a:pos x="connsiteX68603" y="connsiteY68603"/>
              </a:cxn>
              <a:cxn ang="0">
                <a:pos x="connsiteX68604" y="connsiteY68604"/>
              </a:cxn>
              <a:cxn ang="0">
                <a:pos x="connsiteX68605" y="connsiteY68605"/>
              </a:cxn>
              <a:cxn ang="0">
                <a:pos x="connsiteX68606" y="connsiteY68606"/>
              </a:cxn>
              <a:cxn ang="0">
                <a:pos x="connsiteX68607" y="connsiteY68607"/>
              </a:cxn>
              <a:cxn ang="0">
                <a:pos x="connsiteX68608" y="connsiteY68608"/>
              </a:cxn>
              <a:cxn ang="0">
                <a:pos x="connsiteX68609" y="connsiteY68609"/>
              </a:cxn>
              <a:cxn ang="0">
                <a:pos x="connsiteX68610" y="connsiteY68610"/>
              </a:cxn>
              <a:cxn ang="0">
                <a:pos x="connsiteX68611" y="connsiteY68611"/>
              </a:cxn>
              <a:cxn ang="0">
                <a:pos x="connsiteX68612" y="connsiteY68612"/>
              </a:cxn>
              <a:cxn ang="0">
                <a:pos x="connsiteX68613" y="connsiteY68613"/>
              </a:cxn>
              <a:cxn ang="0">
                <a:pos x="connsiteX68614" y="connsiteY68614"/>
              </a:cxn>
              <a:cxn ang="0">
                <a:pos x="connsiteX68615" y="connsiteY68615"/>
              </a:cxn>
              <a:cxn ang="0">
                <a:pos x="connsiteX68616" y="connsiteY68616"/>
              </a:cxn>
              <a:cxn ang="0">
                <a:pos x="connsiteX68617" y="connsiteY68617"/>
              </a:cxn>
              <a:cxn ang="0">
                <a:pos x="connsiteX68618" y="connsiteY68618"/>
              </a:cxn>
              <a:cxn ang="0">
                <a:pos x="connsiteX68619" y="connsiteY68619"/>
              </a:cxn>
              <a:cxn ang="0">
                <a:pos x="connsiteX68620" y="connsiteY68620"/>
              </a:cxn>
              <a:cxn ang="0">
                <a:pos x="connsiteX68621" y="connsiteY68621"/>
              </a:cxn>
              <a:cxn ang="0">
                <a:pos x="connsiteX68622" y="connsiteY68622"/>
              </a:cxn>
              <a:cxn ang="0">
                <a:pos x="connsiteX68623" y="connsiteY68623"/>
              </a:cxn>
              <a:cxn ang="0">
                <a:pos x="connsiteX68624" y="connsiteY68624"/>
              </a:cxn>
              <a:cxn ang="0">
                <a:pos x="connsiteX68625" y="connsiteY68625"/>
              </a:cxn>
              <a:cxn ang="0">
                <a:pos x="connsiteX68626" y="connsiteY68626"/>
              </a:cxn>
              <a:cxn ang="0">
                <a:pos x="connsiteX68627" y="connsiteY68627"/>
              </a:cxn>
              <a:cxn ang="0">
                <a:pos x="connsiteX68628" y="connsiteY68628"/>
              </a:cxn>
              <a:cxn ang="0">
                <a:pos x="connsiteX68629" y="connsiteY68629"/>
              </a:cxn>
              <a:cxn ang="0">
                <a:pos x="connsiteX68630" y="connsiteY68630"/>
              </a:cxn>
              <a:cxn ang="0">
                <a:pos x="connsiteX68631" y="connsiteY68631"/>
              </a:cxn>
              <a:cxn ang="0">
                <a:pos x="connsiteX68632" y="connsiteY68632"/>
              </a:cxn>
              <a:cxn ang="0">
                <a:pos x="connsiteX68633" y="connsiteY68633"/>
              </a:cxn>
              <a:cxn ang="0">
                <a:pos x="connsiteX68634" y="connsiteY68634"/>
              </a:cxn>
              <a:cxn ang="0">
                <a:pos x="connsiteX68635" y="connsiteY68635"/>
              </a:cxn>
              <a:cxn ang="0">
                <a:pos x="connsiteX68636" y="connsiteY68636"/>
              </a:cxn>
              <a:cxn ang="0">
                <a:pos x="connsiteX68637" y="connsiteY68637"/>
              </a:cxn>
              <a:cxn ang="0">
                <a:pos x="connsiteX68638" y="connsiteY68638"/>
              </a:cxn>
              <a:cxn ang="0">
                <a:pos x="connsiteX68639" y="connsiteY68639"/>
              </a:cxn>
              <a:cxn ang="0">
                <a:pos x="connsiteX68640" y="connsiteY68640"/>
              </a:cxn>
              <a:cxn ang="0">
                <a:pos x="connsiteX68641" y="connsiteY68641"/>
              </a:cxn>
              <a:cxn ang="0">
                <a:pos x="connsiteX68642" y="connsiteY68642"/>
              </a:cxn>
              <a:cxn ang="0">
                <a:pos x="connsiteX68643" y="connsiteY68643"/>
              </a:cxn>
              <a:cxn ang="0">
                <a:pos x="connsiteX68644" y="connsiteY68644"/>
              </a:cxn>
              <a:cxn ang="0">
                <a:pos x="connsiteX68645" y="connsiteY68645"/>
              </a:cxn>
              <a:cxn ang="0">
                <a:pos x="connsiteX68646" y="connsiteY68646"/>
              </a:cxn>
              <a:cxn ang="0">
                <a:pos x="connsiteX68647" y="connsiteY68647"/>
              </a:cxn>
              <a:cxn ang="0">
                <a:pos x="connsiteX68648" y="connsiteY68648"/>
              </a:cxn>
              <a:cxn ang="0">
                <a:pos x="connsiteX68649" y="connsiteY68649"/>
              </a:cxn>
              <a:cxn ang="0">
                <a:pos x="connsiteX68650" y="connsiteY68650"/>
              </a:cxn>
              <a:cxn ang="0">
                <a:pos x="connsiteX68651" y="connsiteY68651"/>
              </a:cxn>
              <a:cxn ang="0">
                <a:pos x="connsiteX68652" y="connsiteY68652"/>
              </a:cxn>
              <a:cxn ang="0">
                <a:pos x="connsiteX68653" y="connsiteY68653"/>
              </a:cxn>
              <a:cxn ang="0">
                <a:pos x="connsiteX68654" y="connsiteY68654"/>
              </a:cxn>
              <a:cxn ang="0">
                <a:pos x="connsiteX68655" y="connsiteY68655"/>
              </a:cxn>
              <a:cxn ang="0">
                <a:pos x="connsiteX68656" y="connsiteY68656"/>
              </a:cxn>
              <a:cxn ang="0">
                <a:pos x="connsiteX68657" y="connsiteY68657"/>
              </a:cxn>
              <a:cxn ang="0">
                <a:pos x="connsiteX68658" y="connsiteY68658"/>
              </a:cxn>
              <a:cxn ang="0">
                <a:pos x="connsiteX68659" y="connsiteY68659"/>
              </a:cxn>
              <a:cxn ang="0">
                <a:pos x="connsiteX68660" y="connsiteY68660"/>
              </a:cxn>
              <a:cxn ang="0">
                <a:pos x="connsiteX68661" y="connsiteY68661"/>
              </a:cxn>
              <a:cxn ang="0">
                <a:pos x="connsiteX68662" y="connsiteY68662"/>
              </a:cxn>
              <a:cxn ang="0">
                <a:pos x="connsiteX68663" y="connsiteY68663"/>
              </a:cxn>
              <a:cxn ang="0">
                <a:pos x="connsiteX68664" y="connsiteY68664"/>
              </a:cxn>
              <a:cxn ang="0">
                <a:pos x="connsiteX68665" y="connsiteY68665"/>
              </a:cxn>
              <a:cxn ang="0">
                <a:pos x="connsiteX68666" y="connsiteY68666"/>
              </a:cxn>
              <a:cxn ang="0">
                <a:pos x="connsiteX68667" y="connsiteY68667"/>
              </a:cxn>
              <a:cxn ang="0">
                <a:pos x="connsiteX68668" y="connsiteY68668"/>
              </a:cxn>
              <a:cxn ang="0">
                <a:pos x="connsiteX68669" y="connsiteY68669"/>
              </a:cxn>
              <a:cxn ang="0">
                <a:pos x="connsiteX68670" y="connsiteY68670"/>
              </a:cxn>
              <a:cxn ang="0">
                <a:pos x="connsiteX68671" y="connsiteY68671"/>
              </a:cxn>
              <a:cxn ang="0">
                <a:pos x="connsiteX68672" y="connsiteY68672"/>
              </a:cxn>
              <a:cxn ang="0">
                <a:pos x="connsiteX68673" y="connsiteY68673"/>
              </a:cxn>
              <a:cxn ang="0">
                <a:pos x="connsiteX68674" y="connsiteY68674"/>
              </a:cxn>
              <a:cxn ang="0">
                <a:pos x="connsiteX68675" y="connsiteY68675"/>
              </a:cxn>
              <a:cxn ang="0">
                <a:pos x="connsiteX68676" y="connsiteY68676"/>
              </a:cxn>
              <a:cxn ang="0">
                <a:pos x="connsiteX68677" y="connsiteY68677"/>
              </a:cxn>
              <a:cxn ang="0">
                <a:pos x="connsiteX68678" y="connsiteY68678"/>
              </a:cxn>
              <a:cxn ang="0">
                <a:pos x="connsiteX68679" y="connsiteY68679"/>
              </a:cxn>
              <a:cxn ang="0">
                <a:pos x="connsiteX68680" y="connsiteY68680"/>
              </a:cxn>
              <a:cxn ang="0">
                <a:pos x="connsiteX68681" y="connsiteY68681"/>
              </a:cxn>
              <a:cxn ang="0">
                <a:pos x="connsiteX68682" y="connsiteY68682"/>
              </a:cxn>
              <a:cxn ang="0">
                <a:pos x="connsiteX68683" y="connsiteY68683"/>
              </a:cxn>
              <a:cxn ang="0">
                <a:pos x="connsiteX68684" y="connsiteY68684"/>
              </a:cxn>
              <a:cxn ang="0">
                <a:pos x="connsiteX68685" y="connsiteY68685"/>
              </a:cxn>
              <a:cxn ang="0">
                <a:pos x="connsiteX68686" y="connsiteY68686"/>
              </a:cxn>
              <a:cxn ang="0">
                <a:pos x="connsiteX68687" y="connsiteY68687"/>
              </a:cxn>
              <a:cxn ang="0">
                <a:pos x="connsiteX68688" y="connsiteY68688"/>
              </a:cxn>
              <a:cxn ang="0">
                <a:pos x="connsiteX68689" y="connsiteY68689"/>
              </a:cxn>
              <a:cxn ang="0">
                <a:pos x="connsiteX68690" y="connsiteY68690"/>
              </a:cxn>
              <a:cxn ang="0">
                <a:pos x="connsiteX68691" y="connsiteY68691"/>
              </a:cxn>
              <a:cxn ang="0">
                <a:pos x="connsiteX68692" y="connsiteY68692"/>
              </a:cxn>
              <a:cxn ang="0">
                <a:pos x="connsiteX68693" y="connsiteY68693"/>
              </a:cxn>
              <a:cxn ang="0">
                <a:pos x="connsiteX68694" y="connsiteY68694"/>
              </a:cxn>
              <a:cxn ang="0">
                <a:pos x="connsiteX68695" y="connsiteY68695"/>
              </a:cxn>
              <a:cxn ang="0">
                <a:pos x="connsiteX68696" y="connsiteY68696"/>
              </a:cxn>
              <a:cxn ang="0">
                <a:pos x="connsiteX68697" y="connsiteY68697"/>
              </a:cxn>
              <a:cxn ang="0">
                <a:pos x="connsiteX68698" y="connsiteY68698"/>
              </a:cxn>
              <a:cxn ang="0">
                <a:pos x="connsiteX68699" y="connsiteY68699"/>
              </a:cxn>
              <a:cxn ang="0">
                <a:pos x="connsiteX68700" y="connsiteY68700"/>
              </a:cxn>
              <a:cxn ang="0">
                <a:pos x="connsiteX68701" y="connsiteY68701"/>
              </a:cxn>
              <a:cxn ang="0">
                <a:pos x="connsiteX68702" y="connsiteY68702"/>
              </a:cxn>
              <a:cxn ang="0">
                <a:pos x="connsiteX68703" y="connsiteY68703"/>
              </a:cxn>
              <a:cxn ang="0">
                <a:pos x="connsiteX68704" y="connsiteY68704"/>
              </a:cxn>
              <a:cxn ang="0">
                <a:pos x="connsiteX68705" y="connsiteY68705"/>
              </a:cxn>
              <a:cxn ang="0">
                <a:pos x="connsiteX68706" y="connsiteY68706"/>
              </a:cxn>
              <a:cxn ang="0">
                <a:pos x="connsiteX68707" y="connsiteY68707"/>
              </a:cxn>
              <a:cxn ang="0">
                <a:pos x="connsiteX68708" y="connsiteY68708"/>
              </a:cxn>
              <a:cxn ang="0">
                <a:pos x="connsiteX68709" y="connsiteY68709"/>
              </a:cxn>
              <a:cxn ang="0">
                <a:pos x="connsiteX68710" y="connsiteY68710"/>
              </a:cxn>
              <a:cxn ang="0">
                <a:pos x="connsiteX68711" y="connsiteY68711"/>
              </a:cxn>
              <a:cxn ang="0">
                <a:pos x="connsiteX68712" y="connsiteY68712"/>
              </a:cxn>
              <a:cxn ang="0">
                <a:pos x="connsiteX68713" y="connsiteY68713"/>
              </a:cxn>
              <a:cxn ang="0">
                <a:pos x="connsiteX68714" y="connsiteY68714"/>
              </a:cxn>
              <a:cxn ang="0">
                <a:pos x="connsiteX68715" y="connsiteY68715"/>
              </a:cxn>
              <a:cxn ang="0">
                <a:pos x="connsiteX68716" y="connsiteY68716"/>
              </a:cxn>
              <a:cxn ang="0">
                <a:pos x="connsiteX68717" y="connsiteY68717"/>
              </a:cxn>
              <a:cxn ang="0">
                <a:pos x="connsiteX68718" y="connsiteY68718"/>
              </a:cxn>
              <a:cxn ang="0">
                <a:pos x="connsiteX68719" y="connsiteY68719"/>
              </a:cxn>
              <a:cxn ang="0">
                <a:pos x="connsiteX68720" y="connsiteY68720"/>
              </a:cxn>
              <a:cxn ang="0">
                <a:pos x="connsiteX68721" y="connsiteY68721"/>
              </a:cxn>
              <a:cxn ang="0">
                <a:pos x="connsiteX68722" y="connsiteY68722"/>
              </a:cxn>
              <a:cxn ang="0">
                <a:pos x="connsiteX68723" y="connsiteY68723"/>
              </a:cxn>
              <a:cxn ang="0">
                <a:pos x="connsiteX68724" y="connsiteY68724"/>
              </a:cxn>
              <a:cxn ang="0">
                <a:pos x="connsiteX68725" y="connsiteY68725"/>
              </a:cxn>
              <a:cxn ang="0">
                <a:pos x="connsiteX68726" y="connsiteY68726"/>
              </a:cxn>
              <a:cxn ang="0">
                <a:pos x="connsiteX68727" y="connsiteY68727"/>
              </a:cxn>
              <a:cxn ang="0">
                <a:pos x="connsiteX68728" y="connsiteY68728"/>
              </a:cxn>
              <a:cxn ang="0">
                <a:pos x="connsiteX68729" y="connsiteY68729"/>
              </a:cxn>
              <a:cxn ang="0">
                <a:pos x="connsiteX68730" y="connsiteY68730"/>
              </a:cxn>
              <a:cxn ang="0">
                <a:pos x="connsiteX68731" y="connsiteY68731"/>
              </a:cxn>
              <a:cxn ang="0">
                <a:pos x="connsiteX68732" y="connsiteY68732"/>
              </a:cxn>
              <a:cxn ang="0">
                <a:pos x="connsiteX68733" y="connsiteY68733"/>
              </a:cxn>
              <a:cxn ang="0">
                <a:pos x="connsiteX68734" y="connsiteY68734"/>
              </a:cxn>
              <a:cxn ang="0">
                <a:pos x="connsiteX68735" y="connsiteY68735"/>
              </a:cxn>
              <a:cxn ang="0">
                <a:pos x="connsiteX68736" y="connsiteY68736"/>
              </a:cxn>
              <a:cxn ang="0">
                <a:pos x="connsiteX68737" y="connsiteY68737"/>
              </a:cxn>
              <a:cxn ang="0">
                <a:pos x="connsiteX68738" y="connsiteY68738"/>
              </a:cxn>
              <a:cxn ang="0">
                <a:pos x="connsiteX68739" y="connsiteY68739"/>
              </a:cxn>
              <a:cxn ang="0">
                <a:pos x="connsiteX68740" y="connsiteY68740"/>
              </a:cxn>
              <a:cxn ang="0">
                <a:pos x="connsiteX68741" y="connsiteY68741"/>
              </a:cxn>
              <a:cxn ang="0">
                <a:pos x="connsiteX68742" y="connsiteY68742"/>
              </a:cxn>
              <a:cxn ang="0">
                <a:pos x="connsiteX68743" y="connsiteY68743"/>
              </a:cxn>
              <a:cxn ang="0">
                <a:pos x="connsiteX68744" y="connsiteY68744"/>
              </a:cxn>
              <a:cxn ang="0">
                <a:pos x="connsiteX68745" y="connsiteY68745"/>
              </a:cxn>
              <a:cxn ang="0">
                <a:pos x="connsiteX68746" y="connsiteY68746"/>
              </a:cxn>
              <a:cxn ang="0">
                <a:pos x="connsiteX68747" y="connsiteY68747"/>
              </a:cxn>
              <a:cxn ang="0">
                <a:pos x="connsiteX68748" y="connsiteY68748"/>
              </a:cxn>
              <a:cxn ang="0">
                <a:pos x="connsiteX68749" y="connsiteY68749"/>
              </a:cxn>
              <a:cxn ang="0">
                <a:pos x="connsiteX68750" y="connsiteY68750"/>
              </a:cxn>
              <a:cxn ang="0">
                <a:pos x="connsiteX68751" y="connsiteY68751"/>
              </a:cxn>
              <a:cxn ang="0">
                <a:pos x="connsiteX68752" y="connsiteY68752"/>
              </a:cxn>
              <a:cxn ang="0">
                <a:pos x="connsiteX68753" y="connsiteY68753"/>
              </a:cxn>
              <a:cxn ang="0">
                <a:pos x="connsiteX68754" y="connsiteY68754"/>
              </a:cxn>
              <a:cxn ang="0">
                <a:pos x="connsiteX68755" y="connsiteY68755"/>
              </a:cxn>
              <a:cxn ang="0">
                <a:pos x="connsiteX68756" y="connsiteY68756"/>
              </a:cxn>
              <a:cxn ang="0">
                <a:pos x="connsiteX68757" y="connsiteY68757"/>
              </a:cxn>
              <a:cxn ang="0">
                <a:pos x="connsiteX68758" y="connsiteY68758"/>
              </a:cxn>
              <a:cxn ang="0">
                <a:pos x="connsiteX68759" y="connsiteY68759"/>
              </a:cxn>
              <a:cxn ang="0">
                <a:pos x="connsiteX68760" y="connsiteY68760"/>
              </a:cxn>
              <a:cxn ang="0">
                <a:pos x="connsiteX68761" y="connsiteY68761"/>
              </a:cxn>
              <a:cxn ang="0">
                <a:pos x="connsiteX68762" y="connsiteY68762"/>
              </a:cxn>
              <a:cxn ang="0">
                <a:pos x="connsiteX68763" y="connsiteY68763"/>
              </a:cxn>
              <a:cxn ang="0">
                <a:pos x="connsiteX68764" y="connsiteY68764"/>
              </a:cxn>
              <a:cxn ang="0">
                <a:pos x="connsiteX68765" y="connsiteY68765"/>
              </a:cxn>
              <a:cxn ang="0">
                <a:pos x="connsiteX68766" y="connsiteY68766"/>
              </a:cxn>
              <a:cxn ang="0">
                <a:pos x="connsiteX68767" y="connsiteY68767"/>
              </a:cxn>
              <a:cxn ang="0">
                <a:pos x="connsiteX68768" y="connsiteY68768"/>
              </a:cxn>
              <a:cxn ang="0">
                <a:pos x="connsiteX68769" y="connsiteY68769"/>
              </a:cxn>
              <a:cxn ang="0">
                <a:pos x="connsiteX68770" y="connsiteY68770"/>
              </a:cxn>
              <a:cxn ang="0">
                <a:pos x="connsiteX68771" y="connsiteY68771"/>
              </a:cxn>
              <a:cxn ang="0">
                <a:pos x="connsiteX68772" y="connsiteY68772"/>
              </a:cxn>
              <a:cxn ang="0">
                <a:pos x="connsiteX68773" y="connsiteY68773"/>
              </a:cxn>
              <a:cxn ang="0">
                <a:pos x="connsiteX68774" y="connsiteY68774"/>
              </a:cxn>
              <a:cxn ang="0">
                <a:pos x="connsiteX68775" y="connsiteY68775"/>
              </a:cxn>
              <a:cxn ang="0">
                <a:pos x="connsiteX68776" y="connsiteY68776"/>
              </a:cxn>
              <a:cxn ang="0">
                <a:pos x="connsiteX68777" y="connsiteY68777"/>
              </a:cxn>
              <a:cxn ang="0">
                <a:pos x="connsiteX68778" y="connsiteY68778"/>
              </a:cxn>
              <a:cxn ang="0">
                <a:pos x="connsiteX68779" y="connsiteY68779"/>
              </a:cxn>
              <a:cxn ang="0">
                <a:pos x="connsiteX68780" y="connsiteY68780"/>
              </a:cxn>
              <a:cxn ang="0">
                <a:pos x="connsiteX68781" y="connsiteY68781"/>
              </a:cxn>
              <a:cxn ang="0">
                <a:pos x="connsiteX68782" y="connsiteY68782"/>
              </a:cxn>
              <a:cxn ang="0">
                <a:pos x="connsiteX68783" y="connsiteY68783"/>
              </a:cxn>
              <a:cxn ang="0">
                <a:pos x="connsiteX68784" y="connsiteY68784"/>
              </a:cxn>
              <a:cxn ang="0">
                <a:pos x="connsiteX68785" y="connsiteY68785"/>
              </a:cxn>
              <a:cxn ang="0">
                <a:pos x="connsiteX68786" y="connsiteY68786"/>
              </a:cxn>
              <a:cxn ang="0">
                <a:pos x="connsiteX68787" y="connsiteY68787"/>
              </a:cxn>
              <a:cxn ang="0">
                <a:pos x="connsiteX68788" y="connsiteY68788"/>
              </a:cxn>
              <a:cxn ang="0">
                <a:pos x="connsiteX68789" y="connsiteY68789"/>
              </a:cxn>
              <a:cxn ang="0">
                <a:pos x="connsiteX68790" y="connsiteY68790"/>
              </a:cxn>
              <a:cxn ang="0">
                <a:pos x="connsiteX68791" y="connsiteY68791"/>
              </a:cxn>
              <a:cxn ang="0">
                <a:pos x="connsiteX68792" y="connsiteY68792"/>
              </a:cxn>
              <a:cxn ang="0">
                <a:pos x="connsiteX68793" y="connsiteY68793"/>
              </a:cxn>
              <a:cxn ang="0">
                <a:pos x="connsiteX68794" y="connsiteY68794"/>
              </a:cxn>
              <a:cxn ang="0">
                <a:pos x="connsiteX68795" y="connsiteY68795"/>
              </a:cxn>
              <a:cxn ang="0">
                <a:pos x="connsiteX68796" y="connsiteY68796"/>
              </a:cxn>
              <a:cxn ang="0">
                <a:pos x="connsiteX68797" y="connsiteY68797"/>
              </a:cxn>
              <a:cxn ang="0">
                <a:pos x="connsiteX68798" y="connsiteY68798"/>
              </a:cxn>
              <a:cxn ang="0">
                <a:pos x="connsiteX68799" y="connsiteY68799"/>
              </a:cxn>
              <a:cxn ang="0">
                <a:pos x="connsiteX68800" y="connsiteY68800"/>
              </a:cxn>
              <a:cxn ang="0">
                <a:pos x="connsiteX68801" y="connsiteY68801"/>
              </a:cxn>
              <a:cxn ang="0">
                <a:pos x="connsiteX68802" y="connsiteY68802"/>
              </a:cxn>
              <a:cxn ang="0">
                <a:pos x="connsiteX68803" y="connsiteY68803"/>
              </a:cxn>
              <a:cxn ang="0">
                <a:pos x="connsiteX68804" y="connsiteY68804"/>
              </a:cxn>
              <a:cxn ang="0">
                <a:pos x="connsiteX68805" y="connsiteY68805"/>
              </a:cxn>
              <a:cxn ang="0">
                <a:pos x="connsiteX68806" y="connsiteY68806"/>
              </a:cxn>
              <a:cxn ang="0">
                <a:pos x="connsiteX68807" y="connsiteY68807"/>
              </a:cxn>
              <a:cxn ang="0">
                <a:pos x="connsiteX68808" y="connsiteY68808"/>
              </a:cxn>
              <a:cxn ang="0">
                <a:pos x="connsiteX68809" y="connsiteY68809"/>
              </a:cxn>
              <a:cxn ang="0">
                <a:pos x="connsiteX68810" y="connsiteY68810"/>
              </a:cxn>
              <a:cxn ang="0">
                <a:pos x="connsiteX68811" y="connsiteY68811"/>
              </a:cxn>
              <a:cxn ang="0">
                <a:pos x="connsiteX68812" y="connsiteY68812"/>
              </a:cxn>
              <a:cxn ang="0">
                <a:pos x="connsiteX68813" y="connsiteY68813"/>
              </a:cxn>
              <a:cxn ang="0">
                <a:pos x="connsiteX68814" y="connsiteY68814"/>
              </a:cxn>
              <a:cxn ang="0">
                <a:pos x="connsiteX68815" y="connsiteY68815"/>
              </a:cxn>
              <a:cxn ang="0">
                <a:pos x="connsiteX68816" y="connsiteY68816"/>
              </a:cxn>
              <a:cxn ang="0">
                <a:pos x="connsiteX68817" y="connsiteY68817"/>
              </a:cxn>
              <a:cxn ang="0">
                <a:pos x="connsiteX68818" y="connsiteY68818"/>
              </a:cxn>
              <a:cxn ang="0">
                <a:pos x="connsiteX68819" y="connsiteY68819"/>
              </a:cxn>
              <a:cxn ang="0">
                <a:pos x="connsiteX68820" y="connsiteY68820"/>
              </a:cxn>
              <a:cxn ang="0">
                <a:pos x="connsiteX68821" y="connsiteY68821"/>
              </a:cxn>
              <a:cxn ang="0">
                <a:pos x="connsiteX68822" y="connsiteY68822"/>
              </a:cxn>
              <a:cxn ang="0">
                <a:pos x="connsiteX68823" y="connsiteY68823"/>
              </a:cxn>
              <a:cxn ang="0">
                <a:pos x="connsiteX68824" y="connsiteY68824"/>
              </a:cxn>
              <a:cxn ang="0">
                <a:pos x="connsiteX68825" y="connsiteY68825"/>
              </a:cxn>
              <a:cxn ang="0">
                <a:pos x="connsiteX68826" y="connsiteY68826"/>
              </a:cxn>
              <a:cxn ang="0">
                <a:pos x="connsiteX68827" y="connsiteY68827"/>
              </a:cxn>
              <a:cxn ang="0">
                <a:pos x="connsiteX68828" y="connsiteY68828"/>
              </a:cxn>
              <a:cxn ang="0">
                <a:pos x="connsiteX68829" y="connsiteY68829"/>
              </a:cxn>
              <a:cxn ang="0">
                <a:pos x="connsiteX68830" y="connsiteY68830"/>
              </a:cxn>
              <a:cxn ang="0">
                <a:pos x="connsiteX68831" y="connsiteY68831"/>
              </a:cxn>
              <a:cxn ang="0">
                <a:pos x="connsiteX68832" y="connsiteY68832"/>
              </a:cxn>
              <a:cxn ang="0">
                <a:pos x="connsiteX68833" y="connsiteY68833"/>
              </a:cxn>
              <a:cxn ang="0">
                <a:pos x="connsiteX68834" y="connsiteY68834"/>
              </a:cxn>
              <a:cxn ang="0">
                <a:pos x="connsiteX68835" y="connsiteY68835"/>
              </a:cxn>
              <a:cxn ang="0">
                <a:pos x="connsiteX68836" y="connsiteY68836"/>
              </a:cxn>
              <a:cxn ang="0">
                <a:pos x="connsiteX68837" y="connsiteY68837"/>
              </a:cxn>
              <a:cxn ang="0">
                <a:pos x="connsiteX68838" y="connsiteY68838"/>
              </a:cxn>
              <a:cxn ang="0">
                <a:pos x="connsiteX68839" y="connsiteY68839"/>
              </a:cxn>
              <a:cxn ang="0">
                <a:pos x="connsiteX68840" y="connsiteY68840"/>
              </a:cxn>
              <a:cxn ang="0">
                <a:pos x="connsiteX68841" y="connsiteY68841"/>
              </a:cxn>
              <a:cxn ang="0">
                <a:pos x="connsiteX68842" y="connsiteY68842"/>
              </a:cxn>
              <a:cxn ang="0">
                <a:pos x="connsiteX68843" y="connsiteY68843"/>
              </a:cxn>
              <a:cxn ang="0">
                <a:pos x="connsiteX68844" y="connsiteY68844"/>
              </a:cxn>
              <a:cxn ang="0">
                <a:pos x="connsiteX68845" y="connsiteY68845"/>
              </a:cxn>
              <a:cxn ang="0">
                <a:pos x="connsiteX68846" y="connsiteY68846"/>
              </a:cxn>
              <a:cxn ang="0">
                <a:pos x="connsiteX68847" y="connsiteY68847"/>
              </a:cxn>
              <a:cxn ang="0">
                <a:pos x="connsiteX68848" y="connsiteY68848"/>
              </a:cxn>
              <a:cxn ang="0">
                <a:pos x="connsiteX68849" y="connsiteY68849"/>
              </a:cxn>
              <a:cxn ang="0">
                <a:pos x="connsiteX68850" y="connsiteY68850"/>
              </a:cxn>
              <a:cxn ang="0">
                <a:pos x="connsiteX68851" y="connsiteY68851"/>
              </a:cxn>
              <a:cxn ang="0">
                <a:pos x="connsiteX68852" y="connsiteY68852"/>
              </a:cxn>
              <a:cxn ang="0">
                <a:pos x="connsiteX68853" y="connsiteY68853"/>
              </a:cxn>
              <a:cxn ang="0">
                <a:pos x="connsiteX68854" y="connsiteY68854"/>
              </a:cxn>
              <a:cxn ang="0">
                <a:pos x="connsiteX68855" y="connsiteY68855"/>
              </a:cxn>
              <a:cxn ang="0">
                <a:pos x="connsiteX68856" y="connsiteY68856"/>
              </a:cxn>
              <a:cxn ang="0">
                <a:pos x="connsiteX68857" y="connsiteY68857"/>
              </a:cxn>
              <a:cxn ang="0">
                <a:pos x="connsiteX68858" y="connsiteY68858"/>
              </a:cxn>
              <a:cxn ang="0">
                <a:pos x="connsiteX68859" y="connsiteY68859"/>
              </a:cxn>
              <a:cxn ang="0">
                <a:pos x="connsiteX68860" y="connsiteY68860"/>
              </a:cxn>
              <a:cxn ang="0">
                <a:pos x="connsiteX68861" y="connsiteY68861"/>
              </a:cxn>
              <a:cxn ang="0">
                <a:pos x="connsiteX68862" y="connsiteY68862"/>
              </a:cxn>
              <a:cxn ang="0">
                <a:pos x="connsiteX68863" y="connsiteY68863"/>
              </a:cxn>
              <a:cxn ang="0">
                <a:pos x="connsiteX68864" y="connsiteY68864"/>
              </a:cxn>
              <a:cxn ang="0">
                <a:pos x="connsiteX68865" y="connsiteY68865"/>
              </a:cxn>
              <a:cxn ang="0">
                <a:pos x="connsiteX68866" y="connsiteY68866"/>
              </a:cxn>
              <a:cxn ang="0">
                <a:pos x="connsiteX68867" y="connsiteY68867"/>
              </a:cxn>
              <a:cxn ang="0">
                <a:pos x="connsiteX68868" y="connsiteY68868"/>
              </a:cxn>
              <a:cxn ang="0">
                <a:pos x="connsiteX68869" y="connsiteY68869"/>
              </a:cxn>
              <a:cxn ang="0">
                <a:pos x="connsiteX68870" y="connsiteY68870"/>
              </a:cxn>
              <a:cxn ang="0">
                <a:pos x="connsiteX68871" y="connsiteY68871"/>
              </a:cxn>
              <a:cxn ang="0">
                <a:pos x="connsiteX68872" y="connsiteY68872"/>
              </a:cxn>
              <a:cxn ang="0">
                <a:pos x="connsiteX68873" y="connsiteY68873"/>
              </a:cxn>
              <a:cxn ang="0">
                <a:pos x="connsiteX68874" y="connsiteY68874"/>
              </a:cxn>
              <a:cxn ang="0">
                <a:pos x="connsiteX68875" y="connsiteY68875"/>
              </a:cxn>
              <a:cxn ang="0">
                <a:pos x="connsiteX68876" y="connsiteY68876"/>
              </a:cxn>
              <a:cxn ang="0">
                <a:pos x="connsiteX68877" y="connsiteY68877"/>
              </a:cxn>
              <a:cxn ang="0">
                <a:pos x="connsiteX68878" y="connsiteY68878"/>
              </a:cxn>
              <a:cxn ang="0">
                <a:pos x="connsiteX68879" y="connsiteY68879"/>
              </a:cxn>
              <a:cxn ang="0">
                <a:pos x="connsiteX68880" y="connsiteY68880"/>
              </a:cxn>
              <a:cxn ang="0">
                <a:pos x="connsiteX68881" y="connsiteY68881"/>
              </a:cxn>
              <a:cxn ang="0">
                <a:pos x="connsiteX68882" y="connsiteY68882"/>
              </a:cxn>
              <a:cxn ang="0">
                <a:pos x="connsiteX68883" y="connsiteY68883"/>
              </a:cxn>
              <a:cxn ang="0">
                <a:pos x="connsiteX68884" y="connsiteY68884"/>
              </a:cxn>
              <a:cxn ang="0">
                <a:pos x="connsiteX68885" y="connsiteY68885"/>
              </a:cxn>
              <a:cxn ang="0">
                <a:pos x="connsiteX68886" y="connsiteY68886"/>
              </a:cxn>
              <a:cxn ang="0">
                <a:pos x="connsiteX68887" y="connsiteY68887"/>
              </a:cxn>
              <a:cxn ang="0">
                <a:pos x="connsiteX68888" y="connsiteY68888"/>
              </a:cxn>
              <a:cxn ang="0">
                <a:pos x="connsiteX68889" y="connsiteY68889"/>
              </a:cxn>
              <a:cxn ang="0">
                <a:pos x="connsiteX68890" y="connsiteY68890"/>
              </a:cxn>
              <a:cxn ang="0">
                <a:pos x="connsiteX68891" y="connsiteY68891"/>
              </a:cxn>
              <a:cxn ang="0">
                <a:pos x="connsiteX68892" y="connsiteY68892"/>
              </a:cxn>
              <a:cxn ang="0">
                <a:pos x="connsiteX68893" y="connsiteY68893"/>
              </a:cxn>
              <a:cxn ang="0">
                <a:pos x="connsiteX68894" y="connsiteY68894"/>
              </a:cxn>
              <a:cxn ang="0">
                <a:pos x="connsiteX68895" y="connsiteY68895"/>
              </a:cxn>
              <a:cxn ang="0">
                <a:pos x="connsiteX68896" y="connsiteY68896"/>
              </a:cxn>
              <a:cxn ang="0">
                <a:pos x="connsiteX68897" y="connsiteY68897"/>
              </a:cxn>
              <a:cxn ang="0">
                <a:pos x="connsiteX68898" y="connsiteY68898"/>
              </a:cxn>
              <a:cxn ang="0">
                <a:pos x="connsiteX68899" y="connsiteY68899"/>
              </a:cxn>
              <a:cxn ang="0">
                <a:pos x="connsiteX68900" y="connsiteY68900"/>
              </a:cxn>
              <a:cxn ang="0">
                <a:pos x="connsiteX68901" y="connsiteY68901"/>
              </a:cxn>
              <a:cxn ang="0">
                <a:pos x="connsiteX68902" y="connsiteY68902"/>
              </a:cxn>
              <a:cxn ang="0">
                <a:pos x="connsiteX68903" y="connsiteY68903"/>
              </a:cxn>
              <a:cxn ang="0">
                <a:pos x="connsiteX68904" y="connsiteY68904"/>
              </a:cxn>
              <a:cxn ang="0">
                <a:pos x="connsiteX68905" y="connsiteY68905"/>
              </a:cxn>
              <a:cxn ang="0">
                <a:pos x="connsiteX68906" y="connsiteY68906"/>
              </a:cxn>
              <a:cxn ang="0">
                <a:pos x="connsiteX68907" y="connsiteY68907"/>
              </a:cxn>
              <a:cxn ang="0">
                <a:pos x="connsiteX68908" y="connsiteY68908"/>
              </a:cxn>
              <a:cxn ang="0">
                <a:pos x="connsiteX68909" y="connsiteY68909"/>
              </a:cxn>
              <a:cxn ang="0">
                <a:pos x="connsiteX68910" y="connsiteY68910"/>
              </a:cxn>
              <a:cxn ang="0">
                <a:pos x="connsiteX68911" y="connsiteY68911"/>
              </a:cxn>
              <a:cxn ang="0">
                <a:pos x="connsiteX68912" y="connsiteY68912"/>
              </a:cxn>
              <a:cxn ang="0">
                <a:pos x="connsiteX68913" y="connsiteY68913"/>
              </a:cxn>
              <a:cxn ang="0">
                <a:pos x="connsiteX68914" y="connsiteY68914"/>
              </a:cxn>
              <a:cxn ang="0">
                <a:pos x="connsiteX68915" y="connsiteY68915"/>
              </a:cxn>
              <a:cxn ang="0">
                <a:pos x="connsiteX68916" y="connsiteY68916"/>
              </a:cxn>
              <a:cxn ang="0">
                <a:pos x="connsiteX68917" y="connsiteY68917"/>
              </a:cxn>
              <a:cxn ang="0">
                <a:pos x="connsiteX68918" y="connsiteY68918"/>
              </a:cxn>
              <a:cxn ang="0">
                <a:pos x="connsiteX68919" y="connsiteY68919"/>
              </a:cxn>
              <a:cxn ang="0">
                <a:pos x="connsiteX68920" y="connsiteY68920"/>
              </a:cxn>
              <a:cxn ang="0">
                <a:pos x="connsiteX68921" y="connsiteY68921"/>
              </a:cxn>
              <a:cxn ang="0">
                <a:pos x="connsiteX68922" y="connsiteY68922"/>
              </a:cxn>
              <a:cxn ang="0">
                <a:pos x="connsiteX68923" y="connsiteY68923"/>
              </a:cxn>
              <a:cxn ang="0">
                <a:pos x="connsiteX68924" y="connsiteY68924"/>
              </a:cxn>
              <a:cxn ang="0">
                <a:pos x="connsiteX68925" y="connsiteY68925"/>
              </a:cxn>
              <a:cxn ang="0">
                <a:pos x="connsiteX68926" y="connsiteY68926"/>
              </a:cxn>
              <a:cxn ang="0">
                <a:pos x="connsiteX68927" y="connsiteY68927"/>
              </a:cxn>
              <a:cxn ang="0">
                <a:pos x="connsiteX68928" y="connsiteY68928"/>
              </a:cxn>
              <a:cxn ang="0">
                <a:pos x="connsiteX68929" y="connsiteY68929"/>
              </a:cxn>
              <a:cxn ang="0">
                <a:pos x="connsiteX68930" y="connsiteY68930"/>
              </a:cxn>
              <a:cxn ang="0">
                <a:pos x="connsiteX68931" y="connsiteY68931"/>
              </a:cxn>
              <a:cxn ang="0">
                <a:pos x="connsiteX68932" y="connsiteY68932"/>
              </a:cxn>
              <a:cxn ang="0">
                <a:pos x="connsiteX68933" y="connsiteY68933"/>
              </a:cxn>
              <a:cxn ang="0">
                <a:pos x="connsiteX68934" y="connsiteY68934"/>
              </a:cxn>
              <a:cxn ang="0">
                <a:pos x="connsiteX68935" y="connsiteY68935"/>
              </a:cxn>
              <a:cxn ang="0">
                <a:pos x="connsiteX68936" y="connsiteY68936"/>
              </a:cxn>
              <a:cxn ang="0">
                <a:pos x="connsiteX68937" y="connsiteY68937"/>
              </a:cxn>
              <a:cxn ang="0">
                <a:pos x="connsiteX68938" y="connsiteY68938"/>
              </a:cxn>
              <a:cxn ang="0">
                <a:pos x="connsiteX68939" y="connsiteY68939"/>
              </a:cxn>
              <a:cxn ang="0">
                <a:pos x="connsiteX68940" y="connsiteY68940"/>
              </a:cxn>
              <a:cxn ang="0">
                <a:pos x="connsiteX68941" y="connsiteY68941"/>
              </a:cxn>
              <a:cxn ang="0">
                <a:pos x="connsiteX68942" y="connsiteY68942"/>
              </a:cxn>
              <a:cxn ang="0">
                <a:pos x="connsiteX68943" y="connsiteY68943"/>
              </a:cxn>
              <a:cxn ang="0">
                <a:pos x="connsiteX68944" y="connsiteY68944"/>
              </a:cxn>
              <a:cxn ang="0">
                <a:pos x="connsiteX68945" y="connsiteY68945"/>
              </a:cxn>
              <a:cxn ang="0">
                <a:pos x="connsiteX68946" y="connsiteY68946"/>
              </a:cxn>
              <a:cxn ang="0">
                <a:pos x="connsiteX68947" y="connsiteY68947"/>
              </a:cxn>
              <a:cxn ang="0">
                <a:pos x="connsiteX68948" y="connsiteY68948"/>
              </a:cxn>
              <a:cxn ang="0">
                <a:pos x="connsiteX68949" y="connsiteY68949"/>
              </a:cxn>
              <a:cxn ang="0">
                <a:pos x="connsiteX68950" y="connsiteY68950"/>
              </a:cxn>
              <a:cxn ang="0">
                <a:pos x="connsiteX68951" y="connsiteY68951"/>
              </a:cxn>
              <a:cxn ang="0">
                <a:pos x="connsiteX68952" y="connsiteY68952"/>
              </a:cxn>
              <a:cxn ang="0">
                <a:pos x="connsiteX68953" y="connsiteY68953"/>
              </a:cxn>
              <a:cxn ang="0">
                <a:pos x="connsiteX68954" y="connsiteY68954"/>
              </a:cxn>
              <a:cxn ang="0">
                <a:pos x="connsiteX68955" y="connsiteY68955"/>
              </a:cxn>
              <a:cxn ang="0">
                <a:pos x="connsiteX68956" y="connsiteY68956"/>
              </a:cxn>
              <a:cxn ang="0">
                <a:pos x="connsiteX68957" y="connsiteY68957"/>
              </a:cxn>
              <a:cxn ang="0">
                <a:pos x="connsiteX68958" y="connsiteY68958"/>
              </a:cxn>
              <a:cxn ang="0">
                <a:pos x="connsiteX68959" y="connsiteY68959"/>
              </a:cxn>
              <a:cxn ang="0">
                <a:pos x="connsiteX68960" y="connsiteY68960"/>
              </a:cxn>
              <a:cxn ang="0">
                <a:pos x="connsiteX68961" y="connsiteY68961"/>
              </a:cxn>
              <a:cxn ang="0">
                <a:pos x="connsiteX68962" y="connsiteY68962"/>
              </a:cxn>
              <a:cxn ang="0">
                <a:pos x="connsiteX68963" y="connsiteY68963"/>
              </a:cxn>
              <a:cxn ang="0">
                <a:pos x="connsiteX68964" y="connsiteY68964"/>
              </a:cxn>
              <a:cxn ang="0">
                <a:pos x="connsiteX68965" y="connsiteY68965"/>
              </a:cxn>
              <a:cxn ang="0">
                <a:pos x="connsiteX68966" y="connsiteY68966"/>
              </a:cxn>
              <a:cxn ang="0">
                <a:pos x="connsiteX68967" y="connsiteY68967"/>
              </a:cxn>
              <a:cxn ang="0">
                <a:pos x="connsiteX68968" y="connsiteY68968"/>
              </a:cxn>
              <a:cxn ang="0">
                <a:pos x="connsiteX68969" y="connsiteY68969"/>
              </a:cxn>
              <a:cxn ang="0">
                <a:pos x="connsiteX68970" y="connsiteY68970"/>
              </a:cxn>
              <a:cxn ang="0">
                <a:pos x="connsiteX68971" y="connsiteY68971"/>
              </a:cxn>
              <a:cxn ang="0">
                <a:pos x="connsiteX68972" y="connsiteY68972"/>
              </a:cxn>
              <a:cxn ang="0">
                <a:pos x="connsiteX68973" y="connsiteY68973"/>
              </a:cxn>
              <a:cxn ang="0">
                <a:pos x="connsiteX68974" y="connsiteY68974"/>
              </a:cxn>
              <a:cxn ang="0">
                <a:pos x="connsiteX68975" y="connsiteY68975"/>
              </a:cxn>
              <a:cxn ang="0">
                <a:pos x="connsiteX68976" y="connsiteY68976"/>
              </a:cxn>
              <a:cxn ang="0">
                <a:pos x="connsiteX68977" y="connsiteY68977"/>
              </a:cxn>
              <a:cxn ang="0">
                <a:pos x="connsiteX68978" y="connsiteY68978"/>
              </a:cxn>
              <a:cxn ang="0">
                <a:pos x="connsiteX68979" y="connsiteY68979"/>
              </a:cxn>
              <a:cxn ang="0">
                <a:pos x="connsiteX68980" y="connsiteY68980"/>
              </a:cxn>
              <a:cxn ang="0">
                <a:pos x="connsiteX68981" y="connsiteY68981"/>
              </a:cxn>
              <a:cxn ang="0">
                <a:pos x="connsiteX68982" y="connsiteY68982"/>
              </a:cxn>
              <a:cxn ang="0">
                <a:pos x="connsiteX68983" y="connsiteY68983"/>
              </a:cxn>
              <a:cxn ang="0">
                <a:pos x="connsiteX68984" y="connsiteY68984"/>
              </a:cxn>
              <a:cxn ang="0">
                <a:pos x="connsiteX68985" y="connsiteY68985"/>
              </a:cxn>
              <a:cxn ang="0">
                <a:pos x="connsiteX68986" y="connsiteY68986"/>
              </a:cxn>
              <a:cxn ang="0">
                <a:pos x="connsiteX68987" y="connsiteY68987"/>
              </a:cxn>
              <a:cxn ang="0">
                <a:pos x="connsiteX68988" y="connsiteY68988"/>
              </a:cxn>
              <a:cxn ang="0">
                <a:pos x="connsiteX68989" y="connsiteY68989"/>
              </a:cxn>
              <a:cxn ang="0">
                <a:pos x="connsiteX68990" y="connsiteY68990"/>
              </a:cxn>
              <a:cxn ang="0">
                <a:pos x="connsiteX68991" y="connsiteY68991"/>
              </a:cxn>
              <a:cxn ang="0">
                <a:pos x="connsiteX68992" y="connsiteY68992"/>
              </a:cxn>
              <a:cxn ang="0">
                <a:pos x="connsiteX68993" y="connsiteY68993"/>
              </a:cxn>
              <a:cxn ang="0">
                <a:pos x="connsiteX68994" y="connsiteY68994"/>
              </a:cxn>
              <a:cxn ang="0">
                <a:pos x="connsiteX68995" y="connsiteY68995"/>
              </a:cxn>
              <a:cxn ang="0">
                <a:pos x="connsiteX68996" y="connsiteY68996"/>
              </a:cxn>
              <a:cxn ang="0">
                <a:pos x="connsiteX68997" y="connsiteY68997"/>
              </a:cxn>
              <a:cxn ang="0">
                <a:pos x="connsiteX68998" y="connsiteY68998"/>
              </a:cxn>
              <a:cxn ang="0">
                <a:pos x="connsiteX68999" y="connsiteY68999"/>
              </a:cxn>
              <a:cxn ang="0">
                <a:pos x="connsiteX69000" y="connsiteY69000"/>
              </a:cxn>
              <a:cxn ang="0">
                <a:pos x="connsiteX69001" y="connsiteY69001"/>
              </a:cxn>
              <a:cxn ang="0">
                <a:pos x="connsiteX69002" y="connsiteY69002"/>
              </a:cxn>
              <a:cxn ang="0">
                <a:pos x="connsiteX69003" y="connsiteY69003"/>
              </a:cxn>
              <a:cxn ang="0">
                <a:pos x="connsiteX69004" y="connsiteY69004"/>
              </a:cxn>
              <a:cxn ang="0">
                <a:pos x="connsiteX69005" y="connsiteY69005"/>
              </a:cxn>
              <a:cxn ang="0">
                <a:pos x="connsiteX69006" y="connsiteY69006"/>
              </a:cxn>
              <a:cxn ang="0">
                <a:pos x="connsiteX69007" y="connsiteY69007"/>
              </a:cxn>
              <a:cxn ang="0">
                <a:pos x="connsiteX69008" y="connsiteY69008"/>
              </a:cxn>
              <a:cxn ang="0">
                <a:pos x="connsiteX69009" y="connsiteY69009"/>
              </a:cxn>
              <a:cxn ang="0">
                <a:pos x="connsiteX69010" y="connsiteY69010"/>
              </a:cxn>
              <a:cxn ang="0">
                <a:pos x="connsiteX69011" y="connsiteY69011"/>
              </a:cxn>
              <a:cxn ang="0">
                <a:pos x="connsiteX69012" y="connsiteY69012"/>
              </a:cxn>
              <a:cxn ang="0">
                <a:pos x="connsiteX69013" y="connsiteY69013"/>
              </a:cxn>
              <a:cxn ang="0">
                <a:pos x="connsiteX69014" y="connsiteY69014"/>
              </a:cxn>
              <a:cxn ang="0">
                <a:pos x="connsiteX69015" y="connsiteY69015"/>
              </a:cxn>
              <a:cxn ang="0">
                <a:pos x="connsiteX69016" y="connsiteY69016"/>
              </a:cxn>
              <a:cxn ang="0">
                <a:pos x="connsiteX69017" y="connsiteY69017"/>
              </a:cxn>
              <a:cxn ang="0">
                <a:pos x="connsiteX69018" y="connsiteY69018"/>
              </a:cxn>
              <a:cxn ang="0">
                <a:pos x="connsiteX69019" y="connsiteY69019"/>
              </a:cxn>
              <a:cxn ang="0">
                <a:pos x="connsiteX69020" y="connsiteY69020"/>
              </a:cxn>
              <a:cxn ang="0">
                <a:pos x="connsiteX69021" y="connsiteY69021"/>
              </a:cxn>
              <a:cxn ang="0">
                <a:pos x="connsiteX69022" y="connsiteY69022"/>
              </a:cxn>
              <a:cxn ang="0">
                <a:pos x="connsiteX69023" y="connsiteY69023"/>
              </a:cxn>
              <a:cxn ang="0">
                <a:pos x="connsiteX69024" y="connsiteY69024"/>
              </a:cxn>
              <a:cxn ang="0">
                <a:pos x="connsiteX69025" y="connsiteY69025"/>
              </a:cxn>
              <a:cxn ang="0">
                <a:pos x="connsiteX69026" y="connsiteY69026"/>
              </a:cxn>
              <a:cxn ang="0">
                <a:pos x="connsiteX69027" y="connsiteY69027"/>
              </a:cxn>
              <a:cxn ang="0">
                <a:pos x="connsiteX69028" y="connsiteY69028"/>
              </a:cxn>
              <a:cxn ang="0">
                <a:pos x="connsiteX69029" y="connsiteY69029"/>
              </a:cxn>
              <a:cxn ang="0">
                <a:pos x="connsiteX69030" y="connsiteY69030"/>
              </a:cxn>
              <a:cxn ang="0">
                <a:pos x="connsiteX69031" y="connsiteY69031"/>
              </a:cxn>
              <a:cxn ang="0">
                <a:pos x="connsiteX69032" y="connsiteY69032"/>
              </a:cxn>
              <a:cxn ang="0">
                <a:pos x="connsiteX69033" y="connsiteY69033"/>
              </a:cxn>
              <a:cxn ang="0">
                <a:pos x="connsiteX69034" y="connsiteY69034"/>
              </a:cxn>
              <a:cxn ang="0">
                <a:pos x="connsiteX69035" y="connsiteY69035"/>
              </a:cxn>
              <a:cxn ang="0">
                <a:pos x="connsiteX69036" y="connsiteY69036"/>
              </a:cxn>
              <a:cxn ang="0">
                <a:pos x="connsiteX69037" y="connsiteY69037"/>
              </a:cxn>
              <a:cxn ang="0">
                <a:pos x="connsiteX69038" y="connsiteY69038"/>
              </a:cxn>
              <a:cxn ang="0">
                <a:pos x="connsiteX69039" y="connsiteY69039"/>
              </a:cxn>
              <a:cxn ang="0">
                <a:pos x="connsiteX69040" y="connsiteY69040"/>
              </a:cxn>
              <a:cxn ang="0">
                <a:pos x="connsiteX69041" y="connsiteY69041"/>
              </a:cxn>
              <a:cxn ang="0">
                <a:pos x="connsiteX69042" y="connsiteY69042"/>
              </a:cxn>
              <a:cxn ang="0">
                <a:pos x="connsiteX69043" y="connsiteY69043"/>
              </a:cxn>
              <a:cxn ang="0">
                <a:pos x="connsiteX69044" y="connsiteY69044"/>
              </a:cxn>
              <a:cxn ang="0">
                <a:pos x="connsiteX69045" y="connsiteY69045"/>
              </a:cxn>
              <a:cxn ang="0">
                <a:pos x="connsiteX69046" y="connsiteY69046"/>
              </a:cxn>
              <a:cxn ang="0">
                <a:pos x="connsiteX69047" y="connsiteY69047"/>
              </a:cxn>
              <a:cxn ang="0">
                <a:pos x="connsiteX69048" y="connsiteY69048"/>
              </a:cxn>
              <a:cxn ang="0">
                <a:pos x="connsiteX69049" y="connsiteY69049"/>
              </a:cxn>
              <a:cxn ang="0">
                <a:pos x="connsiteX69050" y="connsiteY69050"/>
              </a:cxn>
              <a:cxn ang="0">
                <a:pos x="connsiteX69051" y="connsiteY69051"/>
              </a:cxn>
              <a:cxn ang="0">
                <a:pos x="connsiteX69052" y="connsiteY69052"/>
              </a:cxn>
              <a:cxn ang="0">
                <a:pos x="connsiteX69053" y="connsiteY69053"/>
              </a:cxn>
              <a:cxn ang="0">
                <a:pos x="connsiteX69054" y="connsiteY69054"/>
              </a:cxn>
              <a:cxn ang="0">
                <a:pos x="connsiteX69055" y="connsiteY69055"/>
              </a:cxn>
              <a:cxn ang="0">
                <a:pos x="connsiteX69056" y="connsiteY69056"/>
              </a:cxn>
              <a:cxn ang="0">
                <a:pos x="connsiteX69057" y="connsiteY69057"/>
              </a:cxn>
              <a:cxn ang="0">
                <a:pos x="connsiteX69058" y="connsiteY69058"/>
              </a:cxn>
              <a:cxn ang="0">
                <a:pos x="connsiteX69059" y="connsiteY69059"/>
              </a:cxn>
              <a:cxn ang="0">
                <a:pos x="connsiteX69060" y="connsiteY69060"/>
              </a:cxn>
              <a:cxn ang="0">
                <a:pos x="connsiteX69061" y="connsiteY69061"/>
              </a:cxn>
              <a:cxn ang="0">
                <a:pos x="connsiteX69062" y="connsiteY69062"/>
              </a:cxn>
              <a:cxn ang="0">
                <a:pos x="connsiteX69063" y="connsiteY69063"/>
              </a:cxn>
              <a:cxn ang="0">
                <a:pos x="connsiteX69064" y="connsiteY69064"/>
              </a:cxn>
              <a:cxn ang="0">
                <a:pos x="connsiteX69065" y="connsiteY69065"/>
              </a:cxn>
              <a:cxn ang="0">
                <a:pos x="connsiteX69066" y="connsiteY69066"/>
              </a:cxn>
              <a:cxn ang="0">
                <a:pos x="connsiteX69067" y="connsiteY69067"/>
              </a:cxn>
              <a:cxn ang="0">
                <a:pos x="connsiteX69068" y="connsiteY69068"/>
              </a:cxn>
              <a:cxn ang="0">
                <a:pos x="connsiteX69069" y="connsiteY69069"/>
              </a:cxn>
              <a:cxn ang="0">
                <a:pos x="connsiteX69070" y="connsiteY69070"/>
              </a:cxn>
              <a:cxn ang="0">
                <a:pos x="connsiteX69071" y="connsiteY69071"/>
              </a:cxn>
              <a:cxn ang="0">
                <a:pos x="connsiteX69072" y="connsiteY69072"/>
              </a:cxn>
              <a:cxn ang="0">
                <a:pos x="connsiteX69073" y="connsiteY69073"/>
              </a:cxn>
              <a:cxn ang="0">
                <a:pos x="connsiteX69074" y="connsiteY69074"/>
              </a:cxn>
              <a:cxn ang="0">
                <a:pos x="connsiteX69075" y="connsiteY69075"/>
              </a:cxn>
              <a:cxn ang="0">
                <a:pos x="connsiteX69076" y="connsiteY69076"/>
              </a:cxn>
              <a:cxn ang="0">
                <a:pos x="connsiteX69077" y="connsiteY69077"/>
              </a:cxn>
              <a:cxn ang="0">
                <a:pos x="connsiteX69078" y="connsiteY69078"/>
              </a:cxn>
              <a:cxn ang="0">
                <a:pos x="connsiteX69079" y="connsiteY69079"/>
              </a:cxn>
              <a:cxn ang="0">
                <a:pos x="connsiteX69080" y="connsiteY69080"/>
              </a:cxn>
              <a:cxn ang="0">
                <a:pos x="connsiteX69081" y="connsiteY69081"/>
              </a:cxn>
              <a:cxn ang="0">
                <a:pos x="connsiteX69082" y="connsiteY69082"/>
              </a:cxn>
              <a:cxn ang="0">
                <a:pos x="connsiteX69083" y="connsiteY69083"/>
              </a:cxn>
              <a:cxn ang="0">
                <a:pos x="connsiteX69084" y="connsiteY69084"/>
              </a:cxn>
              <a:cxn ang="0">
                <a:pos x="connsiteX69085" y="connsiteY69085"/>
              </a:cxn>
              <a:cxn ang="0">
                <a:pos x="connsiteX69086" y="connsiteY69086"/>
              </a:cxn>
              <a:cxn ang="0">
                <a:pos x="connsiteX69087" y="connsiteY69087"/>
              </a:cxn>
              <a:cxn ang="0">
                <a:pos x="connsiteX69088" y="connsiteY69088"/>
              </a:cxn>
              <a:cxn ang="0">
                <a:pos x="connsiteX69089" y="connsiteY69089"/>
              </a:cxn>
              <a:cxn ang="0">
                <a:pos x="connsiteX69090" y="connsiteY69090"/>
              </a:cxn>
              <a:cxn ang="0">
                <a:pos x="connsiteX69091" y="connsiteY69091"/>
              </a:cxn>
              <a:cxn ang="0">
                <a:pos x="connsiteX69092" y="connsiteY69092"/>
              </a:cxn>
              <a:cxn ang="0">
                <a:pos x="connsiteX69093" y="connsiteY69093"/>
              </a:cxn>
              <a:cxn ang="0">
                <a:pos x="connsiteX69094" y="connsiteY69094"/>
              </a:cxn>
              <a:cxn ang="0">
                <a:pos x="connsiteX69095" y="connsiteY69095"/>
              </a:cxn>
              <a:cxn ang="0">
                <a:pos x="connsiteX69096" y="connsiteY69096"/>
              </a:cxn>
              <a:cxn ang="0">
                <a:pos x="connsiteX69097" y="connsiteY69097"/>
              </a:cxn>
              <a:cxn ang="0">
                <a:pos x="connsiteX69098" y="connsiteY69098"/>
              </a:cxn>
              <a:cxn ang="0">
                <a:pos x="connsiteX69099" y="connsiteY69099"/>
              </a:cxn>
              <a:cxn ang="0">
                <a:pos x="connsiteX69100" y="connsiteY69100"/>
              </a:cxn>
              <a:cxn ang="0">
                <a:pos x="connsiteX69101" y="connsiteY69101"/>
              </a:cxn>
              <a:cxn ang="0">
                <a:pos x="connsiteX69102" y="connsiteY69102"/>
              </a:cxn>
              <a:cxn ang="0">
                <a:pos x="connsiteX69103" y="connsiteY69103"/>
              </a:cxn>
              <a:cxn ang="0">
                <a:pos x="connsiteX69104" y="connsiteY69104"/>
              </a:cxn>
              <a:cxn ang="0">
                <a:pos x="connsiteX69105" y="connsiteY69105"/>
              </a:cxn>
              <a:cxn ang="0">
                <a:pos x="connsiteX69106" y="connsiteY69106"/>
              </a:cxn>
              <a:cxn ang="0">
                <a:pos x="connsiteX69107" y="connsiteY69107"/>
              </a:cxn>
              <a:cxn ang="0">
                <a:pos x="connsiteX69108" y="connsiteY69108"/>
              </a:cxn>
              <a:cxn ang="0">
                <a:pos x="connsiteX69109" y="connsiteY69109"/>
              </a:cxn>
              <a:cxn ang="0">
                <a:pos x="connsiteX69110" y="connsiteY69110"/>
              </a:cxn>
              <a:cxn ang="0">
                <a:pos x="connsiteX69111" y="connsiteY69111"/>
              </a:cxn>
              <a:cxn ang="0">
                <a:pos x="connsiteX69112" y="connsiteY69112"/>
              </a:cxn>
              <a:cxn ang="0">
                <a:pos x="connsiteX69113" y="connsiteY69113"/>
              </a:cxn>
              <a:cxn ang="0">
                <a:pos x="connsiteX69114" y="connsiteY69114"/>
              </a:cxn>
              <a:cxn ang="0">
                <a:pos x="connsiteX69115" y="connsiteY69115"/>
              </a:cxn>
              <a:cxn ang="0">
                <a:pos x="connsiteX69116" y="connsiteY69116"/>
              </a:cxn>
              <a:cxn ang="0">
                <a:pos x="connsiteX69117" y="connsiteY69117"/>
              </a:cxn>
              <a:cxn ang="0">
                <a:pos x="connsiteX69118" y="connsiteY69118"/>
              </a:cxn>
              <a:cxn ang="0">
                <a:pos x="connsiteX69119" y="connsiteY69119"/>
              </a:cxn>
              <a:cxn ang="0">
                <a:pos x="connsiteX69120" y="connsiteY69120"/>
              </a:cxn>
              <a:cxn ang="0">
                <a:pos x="connsiteX69121" y="connsiteY69121"/>
              </a:cxn>
              <a:cxn ang="0">
                <a:pos x="connsiteX69122" y="connsiteY69122"/>
              </a:cxn>
              <a:cxn ang="0">
                <a:pos x="connsiteX69123" y="connsiteY69123"/>
              </a:cxn>
              <a:cxn ang="0">
                <a:pos x="connsiteX69124" y="connsiteY69124"/>
              </a:cxn>
              <a:cxn ang="0">
                <a:pos x="connsiteX69125" y="connsiteY69125"/>
              </a:cxn>
              <a:cxn ang="0">
                <a:pos x="connsiteX69126" y="connsiteY69126"/>
              </a:cxn>
              <a:cxn ang="0">
                <a:pos x="connsiteX69127" y="connsiteY69127"/>
              </a:cxn>
              <a:cxn ang="0">
                <a:pos x="connsiteX69128" y="connsiteY69128"/>
              </a:cxn>
              <a:cxn ang="0">
                <a:pos x="connsiteX69129" y="connsiteY69129"/>
              </a:cxn>
              <a:cxn ang="0">
                <a:pos x="connsiteX69130" y="connsiteY69130"/>
              </a:cxn>
              <a:cxn ang="0">
                <a:pos x="connsiteX69131" y="connsiteY69131"/>
              </a:cxn>
              <a:cxn ang="0">
                <a:pos x="connsiteX69132" y="connsiteY69132"/>
              </a:cxn>
              <a:cxn ang="0">
                <a:pos x="connsiteX69133" y="connsiteY69133"/>
              </a:cxn>
              <a:cxn ang="0">
                <a:pos x="connsiteX69134" y="connsiteY69134"/>
              </a:cxn>
              <a:cxn ang="0">
                <a:pos x="connsiteX69135" y="connsiteY69135"/>
              </a:cxn>
              <a:cxn ang="0">
                <a:pos x="connsiteX69136" y="connsiteY69136"/>
              </a:cxn>
              <a:cxn ang="0">
                <a:pos x="connsiteX69137" y="connsiteY69137"/>
              </a:cxn>
              <a:cxn ang="0">
                <a:pos x="connsiteX69138" y="connsiteY69138"/>
              </a:cxn>
              <a:cxn ang="0">
                <a:pos x="connsiteX69139" y="connsiteY69139"/>
              </a:cxn>
              <a:cxn ang="0">
                <a:pos x="connsiteX69140" y="connsiteY69140"/>
              </a:cxn>
              <a:cxn ang="0">
                <a:pos x="connsiteX69141" y="connsiteY69141"/>
              </a:cxn>
              <a:cxn ang="0">
                <a:pos x="connsiteX69142" y="connsiteY69142"/>
              </a:cxn>
              <a:cxn ang="0">
                <a:pos x="connsiteX69143" y="connsiteY69143"/>
              </a:cxn>
              <a:cxn ang="0">
                <a:pos x="connsiteX69144" y="connsiteY69144"/>
              </a:cxn>
              <a:cxn ang="0">
                <a:pos x="connsiteX69145" y="connsiteY69145"/>
              </a:cxn>
              <a:cxn ang="0">
                <a:pos x="connsiteX69146" y="connsiteY69146"/>
              </a:cxn>
              <a:cxn ang="0">
                <a:pos x="connsiteX69147" y="connsiteY69147"/>
              </a:cxn>
              <a:cxn ang="0">
                <a:pos x="connsiteX69148" y="connsiteY69148"/>
              </a:cxn>
              <a:cxn ang="0">
                <a:pos x="connsiteX69149" y="connsiteY69149"/>
              </a:cxn>
              <a:cxn ang="0">
                <a:pos x="connsiteX69150" y="connsiteY69150"/>
              </a:cxn>
              <a:cxn ang="0">
                <a:pos x="connsiteX69151" y="connsiteY69151"/>
              </a:cxn>
              <a:cxn ang="0">
                <a:pos x="connsiteX69152" y="connsiteY69152"/>
              </a:cxn>
              <a:cxn ang="0">
                <a:pos x="connsiteX69153" y="connsiteY69153"/>
              </a:cxn>
              <a:cxn ang="0">
                <a:pos x="connsiteX69154" y="connsiteY69154"/>
              </a:cxn>
              <a:cxn ang="0">
                <a:pos x="connsiteX69155" y="connsiteY69155"/>
              </a:cxn>
              <a:cxn ang="0">
                <a:pos x="connsiteX69156" y="connsiteY69156"/>
              </a:cxn>
              <a:cxn ang="0">
                <a:pos x="connsiteX69157" y="connsiteY69157"/>
              </a:cxn>
              <a:cxn ang="0">
                <a:pos x="connsiteX69158" y="connsiteY69158"/>
              </a:cxn>
              <a:cxn ang="0">
                <a:pos x="connsiteX69159" y="connsiteY69159"/>
              </a:cxn>
              <a:cxn ang="0">
                <a:pos x="connsiteX69160" y="connsiteY69160"/>
              </a:cxn>
              <a:cxn ang="0">
                <a:pos x="connsiteX69161" y="connsiteY69161"/>
              </a:cxn>
              <a:cxn ang="0">
                <a:pos x="connsiteX69162" y="connsiteY69162"/>
              </a:cxn>
              <a:cxn ang="0">
                <a:pos x="connsiteX69163" y="connsiteY69163"/>
              </a:cxn>
              <a:cxn ang="0">
                <a:pos x="connsiteX69164" y="connsiteY69164"/>
              </a:cxn>
              <a:cxn ang="0">
                <a:pos x="connsiteX69165" y="connsiteY69165"/>
              </a:cxn>
              <a:cxn ang="0">
                <a:pos x="connsiteX69166" y="connsiteY69166"/>
              </a:cxn>
              <a:cxn ang="0">
                <a:pos x="connsiteX69167" y="connsiteY69167"/>
              </a:cxn>
              <a:cxn ang="0">
                <a:pos x="connsiteX69168" y="connsiteY69168"/>
              </a:cxn>
              <a:cxn ang="0">
                <a:pos x="connsiteX69169" y="connsiteY69169"/>
              </a:cxn>
              <a:cxn ang="0">
                <a:pos x="connsiteX69170" y="connsiteY69170"/>
              </a:cxn>
              <a:cxn ang="0">
                <a:pos x="connsiteX69171" y="connsiteY69171"/>
              </a:cxn>
              <a:cxn ang="0">
                <a:pos x="connsiteX69172" y="connsiteY69172"/>
              </a:cxn>
              <a:cxn ang="0">
                <a:pos x="connsiteX69173" y="connsiteY69173"/>
              </a:cxn>
              <a:cxn ang="0">
                <a:pos x="connsiteX69174" y="connsiteY69174"/>
              </a:cxn>
              <a:cxn ang="0">
                <a:pos x="connsiteX69175" y="connsiteY69175"/>
              </a:cxn>
              <a:cxn ang="0">
                <a:pos x="connsiteX69176" y="connsiteY69176"/>
              </a:cxn>
              <a:cxn ang="0">
                <a:pos x="connsiteX69177" y="connsiteY69177"/>
              </a:cxn>
              <a:cxn ang="0">
                <a:pos x="connsiteX69178" y="connsiteY69178"/>
              </a:cxn>
              <a:cxn ang="0">
                <a:pos x="connsiteX69179" y="connsiteY69179"/>
              </a:cxn>
              <a:cxn ang="0">
                <a:pos x="connsiteX69180" y="connsiteY69180"/>
              </a:cxn>
              <a:cxn ang="0">
                <a:pos x="connsiteX69181" y="connsiteY69181"/>
              </a:cxn>
              <a:cxn ang="0">
                <a:pos x="connsiteX69182" y="connsiteY69182"/>
              </a:cxn>
              <a:cxn ang="0">
                <a:pos x="connsiteX69183" y="connsiteY69183"/>
              </a:cxn>
              <a:cxn ang="0">
                <a:pos x="connsiteX69184" y="connsiteY69184"/>
              </a:cxn>
              <a:cxn ang="0">
                <a:pos x="connsiteX69185" y="connsiteY69185"/>
              </a:cxn>
              <a:cxn ang="0">
                <a:pos x="connsiteX69186" y="connsiteY69186"/>
              </a:cxn>
              <a:cxn ang="0">
                <a:pos x="connsiteX69187" y="connsiteY69187"/>
              </a:cxn>
              <a:cxn ang="0">
                <a:pos x="connsiteX69188" y="connsiteY69188"/>
              </a:cxn>
              <a:cxn ang="0">
                <a:pos x="connsiteX69189" y="connsiteY69189"/>
              </a:cxn>
              <a:cxn ang="0">
                <a:pos x="connsiteX69190" y="connsiteY69190"/>
              </a:cxn>
              <a:cxn ang="0">
                <a:pos x="connsiteX69191" y="connsiteY69191"/>
              </a:cxn>
              <a:cxn ang="0">
                <a:pos x="connsiteX69192" y="connsiteY69192"/>
              </a:cxn>
              <a:cxn ang="0">
                <a:pos x="connsiteX69193" y="connsiteY69193"/>
              </a:cxn>
              <a:cxn ang="0">
                <a:pos x="connsiteX69194" y="connsiteY69194"/>
              </a:cxn>
              <a:cxn ang="0">
                <a:pos x="connsiteX69195" y="connsiteY69195"/>
              </a:cxn>
              <a:cxn ang="0">
                <a:pos x="connsiteX69196" y="connsiteY69196"/>
              </a:cxn>
              <a:cxn ang="0">
                <a:pos x="connsiteX69197" y="connsiteY69197"/>
              </a:cxn>
              <a:cxn ang="0">
                <a:pos x="connsiteX69198" y="connsiteY69198"/>
              </a:cxn>
              <a:cxn ang="0">
                <a:pos x="connsiteX69199" y="connsiteY69199"/>
              </a:cxn>
              <a:cxn ang="0">
                <a:pos x="connsiteX69200" y="connsiteY69200"/>
              </a:cxn>
              <a:cxn ang="0">
                <a:pos x="connsiteX69201" y="connsiteY69201"/>
              </a:cxn>
              <a:cxn ang="0">
                <a:pos x="connsiteX69202" y="connsiteY69202"/>
              </a:cxn>
              <a:cxn ang="0">
                <a:pos x="connsiteX69203" y="connsiteY69203"/>
              </a:cxn>
              <a:cxn ang="0">
                <a:pos x="connsiteX69204" y="connsiteY69204"/>
              </a:cxn>
              <a:cxn ang="0">
                <a:pos x="connsiteX69205" y="connsiteY69205"/>
              </a:cxn>
              <a:cxn ang="0">
                <a:pos x="connsiteX69206" y="connsiteY69206"/>
              </a:cxn>
              <a:cxn ang="0">
                <a:pos x="connsiteX69207" y="connsiteY69207"/>
              </a:cxn>
              <a:cxn ang="0">
                <a:pos x="connsiteX69208" y="connsiteY69208"/>
              </a:cxn>
              <a:cxn ang="0">
                <a:pos x="connsiteX69209" y="connsiteY69209"/>
              </a:cxn>
              <a:cxn ang="0">
                <a:pos x="connsiteX69210" y="connsiteY69210"/>
              </a:cxn>
              <a:cxn ang="0">
                <a:pos x="connsiteX69211" y="connsiteY69211"/>
              </a:cxn>
              <a:cxn ang="0">
                <a:pos x="connsiteX69212" y="connsiteY69212"/>
              </a:cxn>
              <a:cxn ang="0">
                <a:pos x="connsiteX69213" y="connsiteY69213"/>
              </a:cxn>
              <a:cxn ang="0">
                <a:pos x="connsiteX69214" y="connsiteY69214"/>
              </a:cxn>
              <a:cxn ang="0">
                <a:pos x="connsiteX69215" y="connsiteY69215"/>
              </a:cxn>
              <a:cxn ang="0">
                <a:pos x="connsiteX69216" y="connsiteY69216"/>
              </a:cxn>
              <a:cxn ang="0">
                <a:pos x="connsiteX69217" y="connsiteY69217"/>
              </a:cxn>
              <a:cxn ang="0">
                <a:pos x="connsiteX69218" y="connsiteY69218"/>
              </a:cxn>
              <a:cxn ang="0">
                <a:pos x="connsiteX69219" y="connsiteY69219"/>
              </a:cxn>
              <a:cxn ang="0">
                <a:pos x="connsiteX69220" y="connsiteY69220"/>
              </a:cxn>
              <a:cxn ang="0">
                <a:pos x="connsiteX69221" y="connsiteY69221"/>
              </a:cxn>
              <a:cxn ang="0">
                <a:pos x="connsiteX69222" y="connsiteY69222"/>
              </a:cxn>
              <a:cxn ang="0">
                <a:pos x="connsiteX69223" y="connsiteY69223"/>
              </a:cxn>
              <a:cxn ang="0">
                <a:pos x="connsiteX69224" y="connsiteY69224"/>
              </a:cxn>
              <a:cxn ang="0">
                <a:pos x="connsiteX69225" y="connsiteY69225"/>
              </a:cxn>
              <a:cxn ang="0">
                <a:pos x="connsiteX69226" y="connsiteY69226"/>
              </a:cxn>
              <a:cxn ang="0">
                <a:pos x="connsiteX69227" y="connsiteY69227"/>
              </a:cxn>
              <a:cxn ang="0">
                <a:pos x="connsiteX69228" y="connsiteY69228"/>
              </a:cxn>
              <a:cxn ang="0">
                <a:pos x="connsiteX69229" y="connsiteY69229"/>
              </a:cxn>
              <a:cxn ang="0">
                <a:pos x="connsiteX69230" y="connsiteY69230"/>
              </a:cxn>
              <a:cxn ang="0">
                <a:pos x="connsiteX69231" y="connsiteY69231"/>
              </a:cxn>
              <a:cxn ang="0">
                <a:pos x="connsiteX69232" y="connsiteY69232"/>
              </a:cxn>
              <a:cxn ang="0">
                <a:pos x="connsiteX69233" y="connsiteY69233"/>
              </a:cxn>
              <a:cxn ang="0">
                <a:pos x="connsiteX69234" y="connsiteY69234"/>
              </a:cxn>
              <a:cxn ang="0">
                <a:pos x="connsiteX69235" y="connsiteY69235"/>
              </a:cxn>
              <a:cxn ang="0">
                <a:pos x="connsiteX69236" y="connsiteY69236"/>
              </a:cxn>
              <a:cxn ang="0">
                <a:pos x="connsiteX69237" y="connsiteY69237"/>
              </a:cxn>
              <a:cxn ang="0">
                <a:pos x="connsiteX69238" y="connsiteY69238"/>
              </a:cxn>
              <a:cxn ang="0">
                <a:pos x="connsiteX69239" y="connsiteY69239"/>
              </a:cxn>
              <a:cxn ang="0">
                <a:pos x="connsiteX69240" y="connsiteY69240"/>
              </a:cxn>
              <a:cxn ang="0">
                <a:pos x="connsiteX69241" y="connsiteY69241"/>
              </a:cxn>
              <a:cxn ang="0">
                <a:pos x="connsiteX69242" y="connsiteY69242"/>
              </a:cxn>
              <a:cxn ang="0">
                <a:pos x="connsiteX69243" y="connsiteY69243"/>
              </a:cxn>
              <a:cxn ang="0">
                <a:pos x="connsiteX69244" y="connsiteY69244"/>
              </a:cxn>
              <a:cxn ang="0">
                <a:pos x="connsiteX69245" y="connsiteY69245"/>
              </a:cxn>
              <a:cxn ang="0">
                <a:pos x="connsiteX69246" y="connsiteY69246"/>
              </a:cxn>
              <a:cxn ang="0">
                <a:pos x="connsiteX69247" y="connsiteY69247"/>
              </a:cxn>
              <a:cxn ang="0">
                <a:pos x="connsiteX69248" y="connsiteY69248"/>
              </a:cxn>
              <a:cxn ang="0">
                <a:pos x="connsiteX69249" y="connsiteY69249"/>
              </a:cxn>
              <a:cxn ang="0">
                <a:pos x="connsiteX69250" y="connsiteY69250"/>
              </a:cxn>
              <a:cxn ang="0">
                <a:pos x="connsiteX69251" y="connsiteY69251"/>
              </a:cxn>
              <a:cxn ang="0">
                <a:pos x="connsiteX69252" y="connsiteY69252"/>
              </a:cxn>
              <a:cxn ang="0">
                <a:pos x="connsiteX69253" y="connsiteY69253"/>
              </a:cxn>
              <a:cxn ang="0">
                <a:pos x="connsiteX69254" y="connsiteY69254"/>
              </a:cxn>
              <a:cxn ang="0">
                <a:pos x="connsiteX69255" y="connsiteY69255"/>
              </a:cxn>
              <a:cxn ang="0">
                <a:pos x="connsiteX69256" y="connsiteY69256"/>
              </a:cxn>
              <a:cxn ang="0">
                <a:pos x="connsiteX69257" y="connsiteY69257"/>
              </a:cxn>
              <a:cxn ang="0">
                <a:pos x="connsiteX69258" y="connsiteY69258"/>
              </a:cxn>
              <a:cxn ang="0">
                <a:pos x="connsiteX69259" y="connsiteY69259"/>
              </a:cxn>
              <a:cxn ang="0">
                <a:pos x="connsiteX69260" y="connsiteY69260"/>
              </a:cxn>
              <a:cxn ang="0">
                <a:pos x="connsiteX69261" y="connsiteY69261"/>
              </a:cxn>
              <a:cxn ang="0">
                <a:pos x="connsiteX69262" y="connsiteY69262"/>
              </a:cxn>
              <a:cxn ang="0">
                <a:pos x="connsiteX69263" y="connsiteY69263"/>
              </a:cxn>
              <a:cxn ang="0">
                <a:pos x="connsiteX69264" y="connsiteY69264"/>
              </a:cxn>
              <a:cxn ang="0">
                <a:pos x="connsiteX69265" y="connsiteY69265"/>
              </a:cxn>
              <a:cxn ang="0">
                <a:pos x="connsiteX69266" y="connsiteY69266"/>
              </a:cxn>
              <a:cxn ang="0">
                <a:pos x="connsiteX69267" y="connsiteY69267"/>
              </a:cxn>
              <a:cxn ang="0">
                <a:pos x="connsiteX69268" y="connsiteY69268"/>
              </a:cxn>
              <a:cxn ang="0">
                <a:pos x="connsiteX69269" y="connsiteY69269"/>
              </a:cxn>
              <a:cxn ang="0">
                <a:pos x="connsiteX69270" y="connsiteY69270"/>
              </a:cxn>
              <a:cxn ang="0">
                <a:pos x="connsiteX69271" y="connsiteY69271"/>
              </a:cxn>
              <a:cxn ang="0">
                <a:pos x="connsiteX69272" y="connsiteY69272"/>
              </a:cxn>
              <a:cxn ang="0">
                <a:pos x="connsiteX69273" y="connsiteY69273"/>
              </a:cxn>
              <a:cxn ang="0">
                <a:pos x="connsiteX69274" y="connsiteY69274"/>
              </a:cxn>
              <a:cxn ang="0">
                <a:pos x="connsiteX69275" y="connsiteY69275"/>
              </a:cxn>
              <a:cxn ang="0">
                <a:pos x="connsiteX69276" y="connsiteY69276"/>
              </a:cxn>
              <a:cxn ang="0">
                <a:pos x="connsiteX69277" y="connsiteY69277"/>
              </a:cxn>
              <a:cxn ang="0">
                <a:pos x="connsiteX69278" y="connsiteY69278"/>
              </a:cxn>
              <a:cxn ang="0">
                <a:pos x="connsiteX69279" y="connsiteY69279"/>
              </a:cxn>
              <a:cxn ang="0">
                <a:pos x="connsiteX69280" y="connsiteY69280"/>
              </a:cxn>
              <a:cxn ang="0">
                <a:pos x="connsiteX69281" y="connsiteY69281"/>
              </a:cxn>
              <a:cxn ang="0">
                <a:pos x="connsiteX69282" y="connsiteY69282"/>
              </a:cxn>
              <a:cxn ang="0">
                <a:pos x="connsiteX69283" y="connsiteY69283"/>
              </a:cxn>
              <a:cxn ang="0">
                <a:pos x="connsiteX69284" y="connsiteY69284"/>
              </a:cxn>
              <a:cxn ang="0">
                <a:pos x="connsiteX69285" y="connsiteY69285"/>
              </a:cxn>
              <a:cxn ang="0">
                <a:pos x="connsiteX69286" y="connsiteY69286"/>
              </a:cxn>
              <a:cxn ang="0">
                <a:pos x="connsiteX69287" y="connsiteY69287"/>
              </a:cxn>
              <a:cxn ang="0">
                <a:pos x="connsiteX69288" y="connsiteY69288"/>
              </a:cxn>
              <a:cxn ang="0">
                <a:pos x="connsiteX69289" y="connsiteY69289"/>
              </a:cxn>
              <a:cxn ang="0">
                <a:pos x="connsiteX69290" y="connsiteY69290"/>
              </a:cxn>
              <a:cxn ang="0">
                <a:pos x="connsiteX69291" y="connsiteY69291"/>
              </a:cxn>
              <a:cxn ang="0">
                <a:pos x="connsiteX69292" y="connsiteY69292"/>
              </a:cxn>
              <a:cxn ang="0">
                <a:pos x="connsiteX69293" y="connsiteY69293"/>
              </a:cxn>
              <a:cxn ang="0">
                <a:pos x="connsiteX69294" y="connsiteY69294"/>
              </a:cxn>
              <a:cxn ang="0">
                <a:pos x="connsiteX69295" y="connsiteY69295"/>
              </a:cxn>
              <a:cxn ang="0">
                <a:pos x="connsiteX69296" y="connsiteY69296"/>
              </a:cxn>
              <a:cxn ang="0">
                <a:pos x="connsiteX69297" y="connsiteY69297"/>
              </a:cxn>
              <a:cxn ang="0">
                <a:pos x="connsiteX69298" y="connsiteY69298"/>
              </a:cxn>
              <a:cxn ang="0">
                <a:pos x="connsiteX69299" y="connsiteY69299"/>
              </a:cxn>
              <a:cxn ang="0">
                <a:pos x="connsiteX69300" y="connsiteY69300"/>
              </a:cxn>
              <a:cxn ang="0">
                <a:pos x="connsiteX69301" y="connsiteY69301"/>
              </a:cxn>
              <a:cxn ang="0">
                <a:pos x="connsiteX69302" y="connsiteY69302"/>
              </a:cxn>
              <a:cxn ang="0">
                <a:pos x="connsiteX69303" y="connsiteY69303"/>
              </a:cxn>
              <a:cxn ang="0">
                <a:pos x="connsiteX69304" y="connsiteY69304"/>
              </a:cxn>
              <a:cxn ang="0">
                <a:pos x="connsiteX69305" y="connsiteY69305"/>
              </a:cxn>
              <a:cxn ang="0">
                <a:pos x="connsiteX69306" y="connsiteY69306"/>
              </a:cxn>
              <a:cxn ang="0">
                <a:pos x="connsiteX69307" y="connsiteY69307"/>
              </a:cxn>
              <a:cxn ang="0">
                <a:pos x="connsiteX69308" y="connsiteY69308"/>
              </a:cxn>
              <a:cxn ang="0">
                <a:pos x="connsiteX69309" y="connsiteY69309"/>
              </a:cxn>
              <a:cxn ang="0">
                <a:pos x="connsiteX69310" y="connsiteY69310"/>
              </a:cxn>
              <a:cxn ang="0">
                <a:pos x="connsiteX69311" y="connsiteY69311"/>
              </a:cxn>
              <a:cxn ang="0">
                <a:pos x="connsiteX69312" y="connsiteY69312"/>
              </a:cxn>
              <a:cxn ang="0">
                <a:pos x="connsiteX69313" y="connsiteY69313"/>
              </a:cxn>
              <a:cxn ang="0">
                <a:pos x="connsiteX69314" y="connsiteY69314"/>
              </a:cxn>
              <a:cxn ang="0">
                <a:pos x="connsiteX69315" y="connsiteY69315"/>
              </a:cxn>
              <a:cxn ang="0">
                <a:pos x="connsiteX69316" y="connsiteY69316"/>
              </a:cxn>
              <a:cxn ang="0">
                <a:pos x="connsiteX69317" y="connsiteY69317"/>
              </a:cxn>
              <a:cxn ang="0">
                <a:pos x="connsiteX69318" y="connsiteY69318"/>
              </a:cxn>
              <a:cxn ang="0">
                <a:pos x="connsiteX69319" y="connsiteY69319"/>
              </a:cxn>
              <a:cxn ang="0">
                <a:pos x="connsiteX69320" y="connsiteY69320"/>
              </a:cxn>
              <a:cxn ang="0">
                <a:pos x="connsiteX69321" y="connsiteY69321"/>
              </a:cxn>
              <a:cxn ang="0">
                <a:pos x="connsiteX69322" y="connsiteY69322"/>
              </a:cxn>
              <a:cxn ang="0">
                <a:pos x="connsiteX69323" y="connsiteY69323"/>
              </a:cxn>
              <a:cxn ang="0">
                <a:pos x="connsiteX69324" y="connsiteY69324"/>
              </a:cxn>
              <a:cxn ang="0">
                <a:pos x="connsiteX69325" y="connsiteY69325"/>
              </a:cxn>
              <a:cxn ang="0">
                <a:pos x="connsiteX69326" y="connsiteY69326"/>
              </a:cxn>
              <a:cxn ang="0">
                <a:pos x="connsiteX69327" y="connsiteY69327"/>
              </a:cxn>
              <a:cxn ang="0">
                <a:pos x="connsiteX69328" y="connsiteY69328"/>
              </a:cxn>
              <a:cxn ang="0">
                <a:pos x="connsiteX69329" y="connsiteY69329"/>
              </a:cxn>
              <a:cxn ang="0">
                <a:pos x="connsiteX69330" y="connsiteY69330"/>
              </a:cxn>
              <a:cxn ang="0">
                <a:pos x="connsiteX69331" y="connsiteY69331"/>
              </a:cxn>
              <a:cxn ang="0">
                <a:pos x="connsiteX69332" y="connsiteY69332"/>
              </a:cxn>
              <a:cxn ang="0">
                <a:pos x="connsiteX69333" y="connsiteY69333"/>
              </a:cxn>
              <a:cxn ang="0">
                <a:pos x="connsiteX69334" y="connsiteY69334"/>
              </a:cxn>
              <a:cxn ang="0">
                <a:pos x="connsiteX69335" y="connsiteY69335"/>
              </a:cxn>
              <a:cxn ang="0">
                <a:pos x="connsiteX69336" y="connsiteY69336"/>
              </a:cxn>
              <a:cxn ang="0">
                <a:pos x="connsiteX69337" y="connsiteY69337"/>
              </a:cxn>
              <a:cxn ang="0">
                <a:pos x="connsiteX69338" y="connsiteY69338"/>
              </a:cxn>
              <a:cxn ang="0">
                <a:pos x="connsiteX69339" y="connsiteY69339"/>
              </a:cxn>
              <a:cxn ang="0">
                <a:pos x="connsiteX69340" y="connsiteY69340"/>
              </a:cxn>
              <a:cxn ang="0">
                <a:pos x="connsiteX69341" y="connsiteY69341"/>
              </a:cxn>
              <a:cxn ang="0">
                <a:pos x="connsiteX69342" y="connsiteY69342"/>
              </a:cxn>
              <a:cxn ang="0">
                <a:pos x="connsiteX69343" y="connsiteY69343"/>
              </a:cxn>
              <a:cxn ang="0">
                <a:pos x="connsiteX69344" y="connsiteY69344"/>
              </a:cxn>
              <a:cxn ang="0">
                <a:pos x="connsiteX69345" y="connsiteY69345"/>
              </a:cxn>
              <a:cxn ang="0">
                <a:pos x="connsiteX69346" y="connsiteY69346"/>
              </a:cxn>
              <a:cxn ang="0">
                <a:pos x="connsiteX69347" y="connsiteY69347"/>
              </a:cxn>
              <a:cxn ang="0">
                <a:pos x="connsiteX69348" y="connsiteY69348"/>
              </a:cxn>
              <a:cxn ang="0">
                <a:pos x="connsiteX69349" y="connsiteY69349"/>
              </a:cxn>
              <a:cxn ang="0">
                <a:pos x="connsiteX69350" y="connsiteY69350"/>
              </a:cxn>
              <a:cxn ang="0">
                <a:pos x="connsiteX69351" y="connsiteY69351"/>
              </a:cxn>
              <a:cxn ang="0">
                <a:pos x="connsiteX69352" y="connsiteY69352"/>
              </a:cxn>
              <a:cxn ang="0">
                <a:pos x="connsiteX69353" y="connsiteY69353"/>
              </a:cxn>
              <a:cxn ang="0">
                <a:pos x="connsiteX69354" y="connsiteY69354"/>
              </a:cxn>
              <a:cxn ang="0">
                <a:pos x="connsiteX69355" y="connsiteY69355"/>
              </a:cxn>
              <a:cxn ang="0">
                <a:pos x="connsiteX69356" y="connsiteY69356"/>
              </a:cxn>
              <a:cxn ang="0">
                <a:pos x="connsiteX69357" y="connsiteY69357"/>
              </a:cxn>
              <a:cxn ang="0">
                <a:pos x="connsiteX69358" y="connsiteY69358"/>
              </a:cxn>
              <a:cxn ang="0">
                <a:pos x="connsiteX69359" y="connsiteY69359"/>
              </a:cxn>
              <a:cxn ang="0">
                <a:pos x="connsiteX69360" y="connsiteY69360"/>
              </a:cxn>
              <a:cxn ang="0">
                <a:pos x="connsiteX69361" y="connsiteY69361"/>
              </a:cxn>
              <a:cxn ang="0">
                <a:pos x="connsiteX69362" y="connsiteY69362"/>
              </a:cxn>
              <a:cxn ang="0">
                <a:pos x="connsiteX69363" y="connsiteY69363"/>
              </a:cxn>
              <a:cxn ang="0">
                <a:pos x="connsiteX69364" y="connsiteY69364"/>
              </a:cxn>
              <a:cxn ang="0">
                <a:pos x="connsiteX69365" y="connsiteY69365"/>
              </a:cxn>
              <a:cxn ang="0">
                <a:pos x="connsiteX69366" y="connsiteY69366"/>
              </a:cxn>
              <a:cxn ang="0">
                <a:pos x="connsiteX69367" y="connsiteY69367"/>
              </a:cxn>
              <a:cxn ang="0">
                <a:pos x="connsiteX69368" y="connsiteY69368"/>
              </a:cxn>
              <a:cxn ang="0">
                <a:pos x="connsiteX69369" y="connsiteY69369"/>
              </a:cxn>
              <a:cxn ang="0">
                <a:pos x="connsiteX69370" y="connsiteY69370"/>
              </a:cxn>
              <a:cxn ang="0">
                <a:pos x="connsiteX69371" y="connsiteY69371"/>
              </a:cxn>
              <a:cxn ang="0">
                <a:pos x="connsiteX69372" y="connsiteY69372"/>
              </a:cxn>
              <a:cxn ang="0">
                <a:pos x="connsiteX69373" y="connsiteY69373"/>
              </a:cxn>
              <a:cxn ang="0">
                <a:pos x="connsiteX69374" y="connsiteY69374"/>
              </a:cxn>
              <a:cxn ang="0">
                <a:pos x="connsiteX69375" y="connsiteY69375"/>
              </a:cxn>
              <a:cxn ang="0">
                <a:pos x="connsiteX69376" y="connsiteY69376"/>
              </a:cxn>
              <a:cxn ang="0">
                <a:pos x="connsiteX69377" y="connsiteY69377"/>
              </a:cxn>
              <a:cxn ang="0">
                <a:pos x="connsiteX69378" y="connsiteY69378"/>
              </a:cxn>
              <a:cxn ang="0">
                <a:pos x="connsiteX69379" y="connsiteY69379"/>
              </a:cxn>
              <a:cxn ang="0">
                <a:pos x="connsiteX69380" y="connsiteY69380"/>
              </a:cxn>
              <a:cxn ang="0">
                <a:pos x="connsiteX69381" y="connsiteY69381"/>
              </a:cxn>
              <a:cxn ang="0">
                <a:pos x="connsiteX69382" y="connsiteY69382"/>
              </a:cxn>
              <a:cxn ang="0">
                <a:pos x="connsiteX69383" y="connsiteY69383"/>
              </a:cxn>
              <a:cxn ang="0">
                <a:pos x="connsiteX69384" y="connsiteY69384"/>
              </a:cxn>
              <a:cxn ang="0">
                <a:pos x="connsiteX69385" y="connsiteY69385"/>
              </a:cxn>
              <a:cxn ang="0">
                <a:pos x="connsiteX69386" y="connsiteY69386"/>
              </a:cxn>
              <a:cxn ang="0">
                <a:pos x="connsiteX69387" y="connsiteY69387"/>
              </a:cxn>
              <a:cxn ang="0">
                <a:pos x="connsiteX69388" y="connsiteY69388"/>
              </a:cxn>
              <a:cxn ang="0">
                <a:pos x="connsiteX69389" y="connsiteY69389"/>
              </a:cxn>
              <a:cxn ang="0">
                <a:pos x="connsiteX69390" y="connsiteY69390"/>
              </a:cxn>
              <a:cxn ang="0">
                <a:pos x="connsiteX69391" y="connsiteY69391"/>
              </a:cxn>
              <a:cxn ang="0">
                <a:pos x="connsiteX69392" y="connsiteY69392"/>
              </a:cxn>
              <a:cxn ang="0">
                <a:pos x="connsiteX69393" y="connsiteY69393"/>
              </a:cxn>
              <a:cxn ang="0">
                <a:pos x="connsiteX69394" y="connsiteY69394"/>
              </a:cxn>
              <a:cxn ang="0">
                <a:pos x="connsiteX69395" y="connsiteY69395"/>
              </a:cxn>
              <a:cxn ang="0">
                <a:pos x="connsiteX69396" y="connsiteY69396"/>
              </a:cxn>
              <a:cxn ang="0">
                <a:pos x="connsiteX69397" y="connsiteY69397"/>
              </a:cxn>
              <a:cxn ang="0">
                <a:pos x="connsiteX69398" y="connsiteY69398"/>
              </a:cxn>
              <a:cxn ang="0">
                <a:pos x="connsiteX69399" y="connsiteY69399"/>
              </a:cxn>
              <a:cxn ang="0">
                <a:pos x="connsiteX69400" y="connsiteY69400"/>
              </a:cxn>
              <a:cxn ang="0">
                <a:pos x="connsiteX69401" y="connsiteY69401"/>
              </a:cxn>
              <a:cxn ang="0">
                <a:pos x="connsiteX69402" y="connsiteY69402"/>
              </a:cxn>
              <a:cxn ang="0">
                <a:pos x="connsiteX69403" y="connsiteY69403"/>
              </a:cxn>
              <a:cxn ang="0">
                <a:pos x="connsiteX69404" y="connsiteY69404"/>
              </a:cxn>
              <a:cxn ang="0">
                <a:pos x="connsiteX69405" y="connsiteY69405"/>
              </a:cxn>
              <a:cxn ang="0">
                <a:pos x="connsiteX69406" y="connsiteY69406"/>
              </a:cxn>
              <a:cxn ang="0">
                <a:pos x="connsiteX69407" y="connsiteY69407"/>
              </a:cxn>
              <a:cxn ang="0">
                <a:pos x="connsiteX69408" y="connsiteY69408"/>
              </a:cxn>
              <a:cxn ang="0">
                <a:pos x="connsiteX69409" y="connsiteY69409"/>
              </a:cxn>
              <a:cxn ang="0">
                <a:pos x="connsiteX69410" y="connsiteY69410"/>
              </a:cxn>
              <a:cxn ang="0">
                <a:pos x="connsiteX69411" y="connsiteY69411"/>
              </a:cxn>
              <a:cxn ang="0">
                <a:pos x="connsiteX69412" y="connsiteY69412"/>
              </a:cxn>
              <a:cxn ang="0">
                <a:pos x="connsiteX69413" y="connsiteY69413"/>
              </a:cxn>
              <a:cxn ang="0">
                <a:pos x="connsiteX69414" y="connsiteY69414"/>
              </a:cxn>
              <a:cxn ang="0">
                <a:pos x="connsiteX69415" y="connsiteY69415"/>
              </a:cxn>
              <a:cxn ang="0">
                <a:pos x="connsiteX69416" y="connsiteY69416"/>
              </a:cxn>
              <a:cxn ang="0">
                <a:pos x="connsiteX69417" y="connsiteY69417"/>
              </a:cxn>
              <a:cxn ang="0">
                <a:pos x="connsiteX69418" y="connsiteY69418"/>
              </a:cxn>
              <a:cxn ang="0">
                <a:pos x="connsiteX69419" y="connsiteY69419"/>
              </a:cxn>
              <a:cxn ang="0">
                <a:pos x="connsiteX69420" y="connsiteY69420"/>
              </a:cxn>
              <a:cxn ang="0">
                <a:pos x="connsiteX69421" y="connsiteY69421"/>
              </a:cxn>
              <a:cxn ang="0">
                <a:pos x="connsiteX69422" y="connsiteY69422"/>
              </a:cxn>
              <a:cxn ang="0">
                <a:pos x="connsiteX69423" y="connsiteY69423"/>
              </a:cxn>
              <a:cxn ang="0">
                <a:pos x="connsiteX69424" y="connsiteY69424"/>
              </a:cxn>
              <a:cxn ang="0">
                <a:pos x="connsiteX69425" y="connsiteY69425"/>
              </a:cxn>
              <a:cxn ang="0">
                <a:pos x="connsiteX69426" y="connsiteY69426"/>
              </a:cxn>
              <a:cxn ang="0">
                <a:pos x="connsiteX69427" y="connsiteY69427"/>
              </a:cxn>
              <a:cxn ang="0">
                <a:pos x="connsiteX69428" y="connsiteY69428"/>
              </a:cxn>
              <a:cxn ang="0">
                <a:pos x="connsiteX69429" y="connsiteY69429"/>
              </a:cxn>
              <a:cxn ang="0">
                <a:pos x="connsiteX69430" y="connsiteY69430"/>
              </a:cxn>
              <a:cxn ang="0">
                <a:pos x="connsiteX69431" y="connsiteY69431"/>
              </a:cxn>
              <a:cxn ang="0">
                <a:pos x="connsiteX69432" y="connsiteY69432"/>
              </a:cxn>
              <a:cxn ang="0">
                <a:pos x="connsiteX69433" y="connsiteY69433"/>
              </a:cxn>
              <a:cxn ang="0">
                <a:pos x="connsiteX69434" y="connsiteY69434"/>
              </a:cxn>
              <a:cxn ang="0">
                <a:pos x="connsiteX69435" y="connsiteY69435"/>
              </a:cxn>
              <a:cxn ang="0">
                <a:pos x="connsiteX69436" y="connsiteY69436"/>
              </a:cxn>
              <a:cxn ang="0">
                <a:pos x="connsiteX69437" y="connsiteY69437"/>
              </a:cxn>
              <a:cxn ang="0">
                <a:pos x="connsiteX69438" y="connsiteY69438"/>
              </a:cxn>
              <a:cxn ang="0">
                <a:pos x="connsiteX69439" y="connsiteY69439"/>
              </a:cxn>
              <a:cxn ang="0">
                <a:pos x="connsiteX69440" y="connsiteY69440"/>
              </a:cxn>
              <a:cxn ang="0">
                <a:pos x="connsiteX69441" y="connsiteY69441"/>
              </a:cxn>
              <a:cxn ang="0">
                <a:pos x="connsiteX69442" y="connsiteY69442"/>
              </a:cxn>
              <a:cxn ang="0">
                <a:pos x="connsiteX69443" y="connsiteY69443"/>
              </a:cxn>
              <a:cxn ang="0">
                <a:pos x="connsiteX69444" y="connsiteY69444"/>
              </a:cxn>
              <a:cxn ang="0">
                <a:pos x="connsiteX69445" y="connsiteY69445"/>
              </a:cxn>
              <a:cxn ang="0">
                <a:pos x="connsiteX69446" y="connsiteY69446"/>
              </a:cxn>
              <a:cxn ang="0">
                <a:pos x="connsiteX69447" y="connsiteY69447"/>
              </a:cxn>
              <a:cxn ang="0">
                <a:pos x="connsiteX69448" y="connsiteY69448"/>
              </a:cxn>
              <a:cxn ang="0">
                <a:pos x="connsiteX69449" y="connsiteY69449"/>
              </a:cxn>
              <a:cxn ang="0">
                <a:pos x="connsiteX69450" y="connsiteY69450"/>
              </a:cxn>
              <a:cxn ang="0">
                <a:pos x="connsiteX69451" y="connsiteY69451"/>
              </a:cxn>
              <a:cxn ang="0">
                <a:pos x="connsiteX69452" y="connsiteY69452"/>
              </a:cxn>
              <a:cxn ang="0">
                <a:pos x="connsiteX69453" y="connsiteY69453"/>
              </a:cxn>
              <a:cxn ang="0">
                <a:pos x="connsiteX69454" y="connsiteY69454"/>
              </a:cxn>
              <a:cxn ang="0">
                <a:pos x="connsiteX69455" y="connsiteY69455"/>
              </a:cxn>
              <a:cxn ang="0">
                <a:pos x="connsiteX69456" y="connsiteY69456"/>
              </a:cxn>
              <a:cxn ang="0">
                <a:pos x="connsiteX69457" y="connsiteY69457"/>
              </a:cxn>
              <a:cxn ang="0">
                <a:pos x="connsiteX69458" y="connsiteY69458"/>
              </a:cxn>
              <a:cxn ang="0">
                <a:pos x="connsiteX69459" y="connsiteY69459"/>
              </a:cxn>
              <a:cxn ang="0">
                <a:pos x="connsiteX69460" y="connsiteY69460"/>
              </a:cxn>
              <a:cxn ang="0">
                <a:pos x="connsiteX69461" y="connsiteY69461"/>
              </a:cxn>
              <a:cxn ang="0">
                <a:pos x="connsiteX69462" y="connsiteY69462"/>
              </a:cxn>
              <a:cxn ang="0">
                <a:pos x="connsiteX69463" y="connsiteY69463"/>
              </a:cxn>
              <a:cxn ang="0">
                <a:pos x="connsiteX69464" y="connsiteY69464"/>
              </a:cxn>
              <a:cxn ang="0">
                <a:pos x="connsiteX69465" y="connsiteY69465"/>
              </a:cxn>
              <a:cxn ang="0">
                <a:pos x="connsiteX69466" y="connsiteY69466"/>
              </a:cxn>
              <a:cxn ang="0">
                <a:pos x="connsiteX69467" y="connsiteY69467"/>
              </a:cxn>
              <a:cxn ang="0">
                <a:pos x="connsiteX69468" y="connsiteY69468"/>
              </a:cxn>
              <a:cxn ang="0">
                <a:pos x="connsiteX69469" y="connsiteY69469"/>
              </a:cxn>
              <a:cxn ang="0">
                <a:pos x="connsiteX69470" y="connsiteY69470"/>
              </a:cxn>
              <a:cxn ang="0">
                <a:pos x="connsiteX69471" y="connsiteY69471"/>
              </a:cxn>
              <a:cxn ang="0">
                <a:pos x="connsiteX69472" y="connsiteY69472"/>
              </a:cxn>
              <a:cxn ang="0">
                <a:pos x="connsiteX69473" y="connsiteY69473"/>
              </a:cxn>
              <a:cxn ang="0">
                <a:pos x="connsiteX69474" y="connsiteY69474"/>
              </a:cxn>
              <a:cxn ang="0">
                <a:pos x="connsiteX69475" y="connsiteY69475"/>
              </a:cxn>
              <a:cxn ang="0">
                <a:pos x="connsiteX69476" y="connsiteY69476"/>
              </a:cxn>
              <a:cxn ang="0">
                <a:pos x="connsiteX69477" y="connsiteY69477"/>
              </a:cxn>
              <a:cxn ang="0">
                <a:pos x="connsiteX69478" y="connsiteY69478"/>
              </a:cxn>
              <a:cxn ang="0">
                <a:pos x="connsiteX69479" y="connsiteY69479"/>
              </a:cxn>
              <a:cxn ang="0">
                <a:pos x="connsiteX69480" y="connsiteY69480"/>
              </a:cxn>
              <a:cxn ang="0">
                <a:pos x="connsiteX69481" y="connsiteY69481"/>
              </a:cxn>
              <a:cxn ang="0">
                <a:pos x="connsiteX69482" y="connsiteY69482"/>
              </a:cxn>
              <a:cxn ang="0">
                <a:pos x="connsiteX69483" y="connsiteY69483"/>
              </a:cxn>
              <a:cxn ang="0">
                <a:pos x="connsiteX69484" y="connsiteY69484"/>
              </a:cxn>
              <a:cxn ang="0">
                <a:pos x="connsiteX69485" y="connsiteY69485"/>
              </a:cxn>
              <a:cxn ang="0">
                <a:pos x="connsiteX69486" y="connsiteY69486"/>
              </a:cxn>
              <a:cxn ang="0">
                <a:pos x="connsiteX69487" y="connsiteY69487"/>
              </a:cxn>
              <a:cxn ang="0">
                <a:pos x="connsiteX69488" y="connsiteY69488"/>
              </a:cxn>
              <a:cxn ang="0">
                <a:pos x="connsiteX69489" y="connsiteY69489"/>
              </a:cxn>
              <a:cxn ang="0">
                <a:pos x="connsiteX69490" y="connsiteY69490"/>
              </a:cxn>
              <a:cxn ang="0">
                <a:pos x="connsiteX69491" y="connsiteY69491"/>
              </a:cxn>
              <a:cxn ang="0">
                <a:pos x="connsiteX69492" y="connsiteY69492"/>
              </a:cxn>
              <a:cxn ang="0">
                <a:pos x="connsiteX69493" y="connsiteY69493"/>
              </a:cxn>
              <a:cxn ang="0">
                <a:pos x="connsiteX69494" y="connsiteY69494"/>
              </a:cxn>
              <a:cxn ang="0">
                <a:pos x="connsiteX69495" y="connsiteY69495"/>
              </a:cxn>
              <a:cxn ang="0">
                <a:pos x="connsiteX69496" y="connsiteY69496"/>
              </a:cxn>
              <a:cxn ang="0">
                <a:pos x="connsiteX69497" y="connsiteY69497"/>
              </a:cxn>
              <a:cxn ang="0">
                <a:pos x="connsiteX69498" y="connsiteY69498"/>
              </a:cxn>
              <a:cxn ang="0">
                <a:pos x="connsiteX69499" y="connsiteY69499"/>
              </a:cxn>
              <a:cxn ang="0">
                <a:pos x="connsiteX69500" y="connsiteY69500"/>
              </a:cxn>
              <a:cxn ang="0">
                <a:pos x="connsiteX69501" y="connsiteY69501"/>
              </a:cxn>
              <a:cxn ang="0">
                <a:pos x="connsiteX69502" y="connsiteY69502"/>
              </a:cxn>
              <a:cxn ang="0">
                <a:pos x="connsiteX69503" y="connsiteY69503"/>
              </a:cxn>
              <a:cxn ang="0">
                <a:pos x="connsiteX69504" y="connsiteY69504"/>
              </a:cxn>
              <a:cxn ang="0">
                <a:pos x="connsiteX69505" y="connsiteY69505"/>
              </a:cxn>
              <a:cxn ang="0">
                <a:pos x="connsiteX69506" y="connsiteY69506"/>
              </a:cxn>
              <a:cxn ang="0">
                <a:pos x="connsiteX69507" y="connsiteY69507"/>
              </a:cxn>
              <a:cxn ang="0">
                <a:pos x="connsiteX69508" y="connsiteY69508"/>
              </a:cxn>
              <a:cxn ang="0">
                <a:pos x="connsiteX69509" y="connsiteY69509"/>
              </a:cxn>
              <a:cxn ang="0">
                <a:pos x="connsiteX69510" y="connsiteY69510"/>
              </a:cxn>
              <a:cxn ang="0">
                <a:pos x="connsiteX69511" y="connsiteY69511"/>
              </a:cxn>
              <a:cxn ang="0">
                <a:pos x="connsiteX69512" y="connsiteY69512"/>
              </a:cxn>
              <a:cxn ang="0">
                <a:pos x="connsiteX69513" y="connsiteY69513"/>
              </a:cxn>
              <a:cxn ang="0">
                <a:pos x="connsiteX69514" y="connsiteY69514"/>
              </a:cxn>
              <a:cxn ang="0">
                <a:pos x="connsiteX69515" y="connsiteY69515"/>
              </a:cxn>
              <a:cxn ang="0">
                <a:pos x="connsiteX69516" y="connsiteY69516"/>
              </a:cxn>
              <a:cxn ang="0">
                <a:pos x="connsiteX69517" y="connsiteY69517"/>
              </a:cxn>
              <a:cxn ang="0">
                <a:pos x="connsiteX69518" y="connsiteY69518"/>
              </a:cxn>
              <a:cxn ang="0">
                <a:pos x="connsiteX69519" y="connsiteY69519"/>
              </a:cxn>
              <a:cxn ang="0">
                <a:pos x="connsiteX69520" y="connsiteY69520"/>
              </a:cxn>
              <a:cxn ang="0">
                <a:pos x="connsiteX69521" y="connsiteY69521"/>
              </a:cxn>
              <a:cxn ang="0">
                <a:pos x="connsiteX69522" y="connsiteY69522"/>
              </a:cxn>
              <a:cxn ang="0">
                <a:pos x="connsiteX69523" y="connsiteY69523"/>
              </a:cxn>
              <a:cxn ang="0">
                <a:pos x="connsiteX69524" y="connsiteY69524"/>
              </a:cxn>
              <a:cxn ang="0">
                <a:pos x="connsiteX69525" y="connsiteY69525"/>
              </a:cxn>
              <a:cxn ang="0">
                <a:pos x="connsiteX69526" y="connsiteY69526"/>
              </a:cxn>
              <a:cxn ang="0">
                <a:pos x="connsiteX69527" y="connsiteY69527"/>
              </a:cxn>
              <a:cxn ang="0">
                <a:pos x="connsiteX69528" y="connsiteY69528"/>
              </a:cxn>
              <a:cxn ang="0">
                <a:pos x="connsiteX69529" y="connsiteY69529"/>
              </a:cxn>
              <a:cxn ang="0">
                <a:pos x="connsiteX69530" y="connsiteY69530"/>
              </a:cxn>
              <a:cxn ang="0">
                <a:pos x="connsiteX69531" y="connsiteY69531"/>
              </a:cxn>
              <a:cxn ang="0">
                <a:pos x="connsiteX69532" y="connsiteY69532"/>
              </a:cxn>
              <a:cxn ang="0">
                <a:pos x="connsiteX69533" y="connsiteY69533"/>
              </a:cxn>
              <a:cxn ang="0">
                <a:pos x="connsiteX69534" y="connsiteY69534"/>
              </a:cxn>
              <a:cxn ang="0">
                <a:pos x="connsiteX69535" y="connsiteY69535"/>
              </a:cxn>
              <a:cxn ang="0">
                <a:pos x="connsiteX69536" y="connsiteY69536"/>
              </a:cxn>
              <a:cxn ang="0">
                <a:pos x="connsiteX69537" y="connsiteY69537"/>
              </a:cxn>
              <a:cxn ang="0">
                <a:pos x="connsiteX69538" y="connsiteY69538"/>
              </a:cxn>
              <a:cxn ang="0">
                <a:pos x="connsiteX69539" y="connsiteY69539"/>
              </a:cxn>
              <a:cxn ang="0">
                <a:pos x="connsiteX69540" y="connsiteY69540"/>
              </a:cxn>
              <a:cxn ang="0">
                <a:pos x="connsiteX69541" y="connsiteY69541"/>
              </a:cxn>
              <a:cxn ang="0">
                <a:pos x="connsiteX69542" y="connsiteY69542"/>
              </a:cxn>
              <a:cxn ang="0">
                <a:pos x="connsiteX69543" y="connsiteY69543"/>
              </a:cxn>
              <a:cxn ang="0">
                <a:pos x="connsiteX69544" y="connsiteY69544"/>
              </a:cxn>
              <a:cxn ang="0">
                <a:pos x="connsiteX69545" y="connsiteY69545"/>
              </a:cxn>
              <a:cxn ang="0">
                <a:pos x="connsiteX69546" y="connsiteY69546"/>
              </a:cxn>
              <a:cxn ang="0">
                <a:pos x="connsiteX69547" y="connsiteY69547"/>
              </a:cxn>
              <a:cxn ang="0">
                <a:pos x="connsiteX69548" y="connsiteY69548"/>
              </a:cxn>
              <a:cxn ang="0">
                <a:pos x="connsiteX69549" y="connsiteY69549"/>
              </a:cxn>
              <a:cxn ang="0">
                <a:pos x="connsiteX69550" y="connsiteY69550"/>
              </a:cxn>
              <a:cxn ang="0">
                <a:pos x="connsiteX69551" y="connsiteY69551"/>
              </a:cxn>
              <a:cxn ang="0">
                <a:pos x="connsiteX69552" y="connsiteY69552"/>
              </a:cxn>
              <a:cxn ang="0">
                <a:pos x="connsiteX69553" y="connsiteY69553"/>
              </a:cxn>
              <a:cxn ang="0">
                <a:pos x="connsiteX69554" y="connsiteY69554"/>
              </a:cxn>
              <a:cxn ang="0">
                <a:pos x="connsiteX69555" y="connsiteY69555"/>
              </a:cxn>
              <a:cxn ang="0">
                <a:pos x="connsiteX69556" y="connsiteY69556"/>
              </a:cxn>
              <a:cxn ang="0">
                <a:pos x="connsiteX69557" y="connsiteY69557"/>
              </a:cxn>
              <a:cxn ang="0">
                <a:pos x="connsiteX69558" y="connsiteY69558"/>
              </a:cxn>
              <a:cxn ang="0">
                <a:pos x="connsiteX69559" y="connsiteY69559"/>
              </a:cxn>
              <a:cxn ang="0">
                <a:pos x="connsiteX69560" y="connsiteY69560"/>
              </a:cxn>
              <a:cxn ang="0">
                <a:pos x="connsiteX69561" y="connsiteY69561"/>
              </a:cxn>
              <a:cxn ang="0">
                <a:pos x="connsiteX69562" y="connsiteY69562"/>
              </a:cxn>
              <a:cxn ang="0">
                <a:pos x="connsiteX69563" y="connsiteY69563"/>
              </a:cxn>
              <a:cxn ang="0">
                <a:pos x="connsiteX69564" y="connsiteY69564"/>
              </a:cxn>
              <a:cxn ang="0">
                <a:pos x="connsiteX69565" y="connsiteY69565"/>
              </a:cxn>
              <a:cxn ang="0">
                <a:pos x="connsiteX69566" y="connsiteY69566"/>
              </a:cxn>
              <a:cxn ang="0">
                <a:pos x="connsiteX69567" y="connsiteY69567"/>
              </a:cxn>
              <a:cxn ang="0">
                <a:pos x="connsiteX69568" y="connsiteY69568"/>
              </a:cxn>
              <a:cxn ang="0">
                <a:pos x="connsiteX69569" y="connsiteY69569"/>
              </a:cxn>
              <a:cxn ang="0">
                <a:pos x="connsiteX69570" y="connsiteY69570"/>
              </a:cxn>
              <a:cxn ang="0">
                <a:pos x="connsiteX69571" y="connsiteY69571"/>
              </a:cxn>
              <a:cxn ang="0">
                <a:pos x="connsiteX69572" y="connsiteY69572"/>
              </a:cxn>
              <a:cxn ang="0">
                <a:pos x="connsiteX69573" y="connsiteY69573"/>
              </a:cxn>
              <a:cxn ang="0">
                <a:pos x="connsiteX69574" y="connsiteY69574"/>
              </a:cxn>
              <a:cxn ang="0">
                <a:pos x="connsiteX69575" y="connsiteY69575"/>
              </a:cxn>
              <a:cxn ang="0">
                <a:pos x="connsiteX69576" y="connsiteY69576"/>
              </a:cxn>
              <a:cxn ang="0">
                <a:pos x="connsiteX69577" y="connsiteY69577"/>
              </a:cxn>
              <a:cxn ang="0">
                <a:pos x="connsiteX69578" y="connsiteY69578"/>
              </a:cxn>
              <a:cxn ang="0">
                <a:pos x="connsiteX69579" y="connsiteY69579"/>
              </a:cxn>
              <a:cxn ang="0">
                <a:pos x="connsiteX69580" y="connsiteY69580"/>
              </a:cxn>
              <a:cxn ang="0">
                <a:pos x="connsiteX69581" y="connsiteY69581"/>
              </a:cxn>
              <a:cxn ang="0">
                <a:pos x="connsiteX69582" y="connsiteY69582"/>
              </a:cxn>
              <a:cxn ang="0">
                <a:pos x="connsiteX69583" y="connsiteY69583"/>
              </a:cxn>
              <a:cxn ang="0">
                <a:pos x="connsiteX69584" y="connsiteY69584"/>
              </a:cxn>
              <a:cxn ang="0">
                <a:pos x="connsiteX69585" y="connsiteY69585"/>
              </a:cxn>
              <a:cxn ang="0">
                <a:pos x="connsiteX69586" y="connsiteY69586"/>
              </a:cxn>
              <a:cxn ang="0">
                <a:pos x="connsiteX69587" y="connsiteY69587"/>
              </a:cxn>
              <a:cxn ang="0">
                <a:pos x="connsiteX69588" y="connsiteY69588"/>
              </a:cxn>
              <a:cxn ang="0">
                <a:pos x="connsiteX69589" y="connsiteY69589"/>
              </a:cxn>
              <a:cxn ang="0">
                <a:pos x="connsiteX69590" y="connsiteY69590"/>
              </a:cxn>
              <a:cxn ang="0">
                <a:pos x="connsiteX69591" y="connsiteY69591"/>
              </a:cxn>
              <a:cxn ang="0">
                <a:pos x="connsiteX69592" y="connsiteY69592"/>
              </a:cxn>
              <a:cxn ang="0">
                <a:pos x="connsiteX69593" y="connsiteY69593"/>
              </a:cxn>
              <a:cxn ang="0">
                <a:pos x="connsiteX69594" y="connsiteY69594"/>
              </a:cxn>
              <a:cxn ang="0">
                <a:pos x="connsiteX69595" y="connsiteY69595"/>
              </a:cxn>
              <a:cxn ang="0">
                <a:pos x="connsiteX69596" y="connsiteY69596"/>
              </a:cxn>
              <a:cxn ang="0">
                <a:pos x="connsiteX69597" y="connsiteY69597"/>
              </a:cxn>
              <a:cxn ang="0">
                <a:pos x="connsiteX69598" y="connsiteY69598"/>
              </a:cxn>
              <a:cxn ang="0">
                <a:pos x="connsiteX69599" y="connsiteY69599"/>
              </a:cxn>
              <a:cxn ang="0">
                <a:pos x="connsiteX69600" y="connsiteY69600"/>
              </a:cxn>
              <a:cxn ang="0">
                <a:pos x="connsiteX69601" y="connsiteY69601"/>
              </a:cxn>
              <a:cxn ang="0">
                <a:pos x="connsiteX69602" y="connsiteY69602"/>
              </a:cxn>
              <a:cxn ang="0">
                <a:pos x="connsiteX69603" y="connsiteY69603"/>
              </a:cxn>
              <a:cxn ang="0">
                <a:pos x="connsiteX69604" y="connsiteY69604"/>
              </a:cxn>
              <a:cxn ang="0">
                <a:pos x="connsiteX69605" y="connsiteY69605"/>
              </a:cxn>
              <a:cxn ang="0">
                <a:pos x="connsiteX69606" y="connsiteY69606"/>
              </a:cxn>
              <a:cxn ang="0">
                <a:pos x="connsiteX69607" y="connsiteY69607"/>
              </a:cxn>
              <a:cxn ang="0">
                <a:pos x="connsiteX69608" y="connsiteY69608"/>
              </a:cxn>
              <a:cxn ang="0">
                <a:pos x="connsiteX69609" y="connsiteY69609"/>
              </a:cxn>
              <a:cxn ang="0">
                <a:pos x="connsiteX69610" y="connsiteY69610"/>
              </a:cxn>
              <a:cxn ang="0">
                <a:pos x="connsiteX69611" y="connsiteY69611"/>
              </a:cxn>
              <a:cxn ang="0">
                <a:pos x="connsiteX69612" y="connsiteY69612"/>
              </a:cxn>
              <a:cxn ang="0">
                <a:pos x="connsiteX69613" y="connsiteY69613"/>
              </a:cxn>
              <a:cxn ang="0">
                <a:pos x="connsiteX69614" y="connsiteY69614"/>
              </a:cxn>
              <a:cxn ang="0">
                <a:pos x="connsiteX69615" y="connsiteY69615"/>
              </a:cxn>
              <a:cxn ang="0">
                <a:pos x="connsiteX69616" y="connsiteY69616"/>
              </a:cxn>
              <a:cxn ang="0">
                <a:pos x="connsiteX69617" y="connsiteY69617"/>
              </a:cxn>
              <a:cxn ang="0">
                <a:pos x="connsiteX69618" y="connsiteY69618"/>
              </a:cxn>
              <a:cxn ang="0">
                <a:pos x="connsiteX69619" y="connsiteY69619"/>
              </a:cxn>
              <a:cxn ang="0">
                <a:pos x="connsiteX69620" y="connsiteY69620"/>
              </a:cxn>
              <a:cxn ang="0">
                <a:pos x="connsiteX69621" y="connsiteY69621"/>
              </a:cxn>
              <a:cxn ang="0">
                <a:pos x="connsiteX69622" y="connsiteY69622"/>
              </a:cxn>
              <a:cxn ang="0">
                <a:pos x="connsiteX69623" y="connsiteY69623"/>
              </a:cxn>
              <a:cxn ang="0">
                <a:pos x="connsiteX69624" y="connsiteY69624"/>
              </a:cxn>
              <a:cxn ang="0">
                <a:pos x="connsiteX69625" y="connsiteY69625"/>
              </a:cxn>
              <a:cxn ang="0">
                <a:pos x="connsiteX69626" y="connsiteY69626"/>
              </a:cxn>
              <a:cxn ang="0">
                <a:pos x="connsiteX69627" y="connsiteY69627"/>
              </a:cxn>
              <a:cxn ang="0">
                <a:pos x="connsiteX69628" y="connsiteY69628"/>
              </a:cxn>
              <a:cxn ang="0">
                <a:pos x="connsiteX69629" y="connsiteY69629"/>
              </a:cxn>
              <a:cxn ang="0">
                <a:pos x="connsiteX69630" y="connsiteY69630"/>
              </a:cxn>
              <a:cxn ang="0">
                <a:pos x="connsiteX69631" y="connsiteY69631"/>
              </a:cxn>
              <a:cxn ang="0">
                <a:pos x="connsiteX69632" y="connsiteY69632"/>
              </a:cxn>
              <a:cxn ang="0">
                <a:pos x="connsiteX69633" y="connsiteY69633"/>
              </a:cxn>
              <a:cxn ang="0">
                <a:pos x="connsiteX69634" y="connsiteY69634"/>
              </a:cxn>
              <a:cxn ang="0">
                <a:pos x="connsiteX69635" y="connsiteY69635"/>
              </a:cxn>
              <a:cxn ang="0">
                <a:pos x="connsiteX69636" y="connsiteY69636"/>
              </a:cxn>
              <a:cxn ang="0">
                <a:pos x="connsiteX69637" y="connsiteY69637"/>
              </a:cxn>
              <a:cxn ang="0">
                <a:pos x="connsiteX69638" y="connsiteY69638"/>
              </a:cxn>
              <a:cxn ang="0">
                <a:pos x="connsiteX69639" y="connsiteY69639"/>
              </a:cxn>
              <a:cxn ang="0">
                <a:pos x="connsiteX69640" y="connsiteY69640"/>
              </a:cxn>
              <a:cxn ang="0">
                <a:pos x="connsiteX69641" y="connsiteY69641"/>
              </a:cxn>
              <a:cxn ang="0">
                <a:pos x="connsiteX69642" y="connsiteY69642"/>
              </a:cxn>
              <a:cxn ang="0">
                <a:pos x="connsiteX69643" y="connsiteY69643"/>
              </a:cxn>
              <a:cxn ang="0">
                <a:pos x="connsiteX69644" y="connsiteY69644"/>
              </a:cxn>
              <a:cxn ang="0">
                <a:pos x="connsiteX69645" y="connsiteY69645"/>
              </a:cxn>
              <a:cxn ang="0">
                <a:pos x="connsiteX69646" y="connsiteY69646"/>
              </a:cxn>
              <a:cxn ang="0">
                <a:pos x="connsiteX69647" y="connsiteY69647"/>
              </a:cxn>
              <a:cxn ang="0">
                <a:pos x="connsiteX69648" y="connsiteY69648"/>
              </a:cxn>
              <a:cxn ang="0">
                <a:pos x="connsiteX69649" y="connsiteY69649"/>
              </a:cxn>
              <a:cxn ang="0">
                <a:pos x="connsiteX69650" y="connsiteY69650"/>
              </a:cxn>
              <a:cxn ang="0">
                <a:pos x="connsiteX69651" y="connsiteY69651"/>
              </a:cxn>
              <a:cxn ang="0">
                <a:pos x="connsiteX69652" y="connsiteY69652"/>
              </a:cxn>
              <a:cxn ang="0">
                <a:pos x="connsiteX69653" y="connsiteY69653"/>
              </a:cxn>
              <a:cxn ang="0">
                <a:pos x="connsiteX69654" y="connsiteY69654"/>
              </a:cxn>
              <a:cxn ang="0">
                <a:pos x="connsiteX69655" y="connsiteY69655"/>
              </a:cxn>
              <a:cxn ang="0">
                <a:pos x="connsiteX69656" y="connsiteY69656"/>
              </a:cxn>
              <a:cxn ang="0">
                <a:pos x="connsiteX69657" y="connsiteY69657"/>
              </a:cxn>
              <a:cxn ang="0">
                <a:pos x="connsiteX69658" y="connsiteY69658"/>
              </a:cxn>
              <a:cxn ang="0">
                <a:pos x="connsiteX69659" y="connsiteY69659"/>
              </a:cxn>
              <a:cxn ang="0">
                <a:pos x="connsiteX69660" y="connsiteY69660"/>
              </a:cxn>
              <a:cxn ang="0">
                <a:pos x="connsiteX69661" y="connsiteY69661"/>
              </a:cxn>
              <a:cxn ang="0">
                <a:pos x="connsiteX69662" y="connsiteY69662"/>
              </a:cxn>
              <a:cxn ang="0">
                <a:pos x="connsiteX69663" y="connsiteY69663"/>
              </a:cxn>
              <a:cxn ang="0">
                <a:pos x="connsiteX69664" y="connsiteY69664"/>
              </a:cxn>
              <a:cxn ang="0">
                <a:pos x="connsiteX69665" y="connsiteY69665"/>
              </a:cxn>
              <a:cxn ang="0">
                <a:pos x="connsiteX69666" y="connsiteY69666"/>
              </a:cxn>
              <a:cxn ang="0">
                <a:pos x="connsiteX69667" y="connsiteY69667"/>
              </a:cxn>
              <a:cxn ang="0">
                <a:pos x="connsiteX69668" y="connsiteY69668"/>
              </a:cxn>
              <a:cxn ang="0">
                <a:pos x="connsiteX69669" y="connsiteY69669"/>
              </a:cxn>
              <a:cxn ang="0">
                <a:pos x="connsiteX69670" y="connsiteY69670"/>
              </a:cxn>
              <a:cxn ang="0">
                <a:pos x="connsiteX69671" y="connsiteY69671"/>
              </a:cxn>
              <a:cxn ang="0">
                <a:pos x="connsiteX69672" y="connsiteY69672"/>
              </a:cxn>
              <a:cxn ang="0">
                <a:pos x="connsiteX69673" y="connsiteY69673"/>
              </a:cxn>
              <a:cxn ang="0">
                <a:pos x="connsiteX69674" y="connsiteY69674"/>
              </a:cxn>
              <a:cxn ang="0">
                <a:pos x="connsiteX69675" y="connsiteY69675"/>
              </a:cxn>
              <a:cxn ang="0">
                <a:pos x="connsiteX69676" y="connsiteY69676"/>
              </a:cxn>
              <a:cxn ang="0">
                <a:pos x="connsiteX69677" y="connsiteY69677"/>
              </a:cxn>
              <a:cxn ang="0">
                <a:pos x="connsiteX69678" y="connsiteY69678"/>
              </a:cxn>
              <a:cxn ang="0">
                <a:pos x="connsiteX69679" y="connsiteY69679"/>
              </a:cxn>
              <a:cxn ang="0">
                <a:pos x="connsiteX69680" y="connsiteY69680"/>
              </a:cxn>
              <a:cxn ang="0">
                <a:pos x="connsiteX69681" y="connsiteY69681"/>
              </a:cxn>
              <a:cxn ang="0">
                <a:pos x="connsiteX69682" y="connsiteY69682"/>
              </a:cxn>
              <a:cxn ang="0">
                <a:pos x="connsiteX69683" y="connsiteY69683"/>
              </a:cxn>
              <a:cxn ang="0">
                <a:pos x="connsiteX69684" y="connsiteY69684"/>
              </a:cxn>
              <a:cxn ang="0">
                <a:pos x="connsiteX69685" y="connsiteY69685"/>
              </a:cxn>
              <a:cxn ang="0">
                <a:pos x="connsiteX69686" y="connsiteY69686"/>
              </a:cxn>
              <a:cxn ang="0">
                <a:pos x="connsiteX69687" y="connsiteY69687"/>
              </a:cxn>
              <a:cxn ang="0">
                <a:pos x="connsiteX69688" y="connsiteY69688"/>
              </a:cxn>
              <a:cxn ang="0">
                <a:pos x="connsiteX69689" y="connsiteY69689"/>
              </a:cxn>
              <a:cxn ang="0">
                <a:pos x="connsiteX69690" y="connsiteY69690"/>
              </a:cxn>
              <a:cxn ang="0">
                <a:pos x="connsiteX69691" y="connsiteY69691"/>
              </a:cxn>
              <a:cxn ang="0">
                <a:pos x="connsiteX69692" y="connsiteY69692"/>
              </a:cxn>
              <a:cxn ang="0">
                <a:pos x="connsiteX69693" y="connsiteY69693"/>
              </a:cxn>
              <a:cxn ang="0">
                <a:pos x="connsiteX69694" y="connsiteY69694"/>
              </a:cxn>
              <a:cxn ang="0">
                <a:pos x="connsiteX69695" y="connsiteY69695"/>
              </a:cxn>
              <a:cxn ang="0">
                <a:pos x="connsiteX69696" y="connsiteY69696"/>
              </a:cxn>
              <a:cxn ang="0">
                <a:pos x="connsiteX69697" y="connsiteY69697"/>
              </a:cxn>
              <a:cxn ang="0">
                <a:pos x="connsiteX69698" y="connsiteY69698"/>
              </a:cxn>
              <a:cxn ang="0">
                <a:pos x="connsiteX69699" y="connsiteY69699"/>
              </a:cxn>
              <a:cxn ang="0">
                <a:pos x="connsiteX69700" y="connsiteY69700"/>
              </a:cxn>
              <a:cxn ang="0">
                <a:pos x="connsiteX69701" y="connsiteY69701"/>
              </a:cxn>
              <a:cxn ang="0">
                <a:pos x="connsiteX69702" y="connsiteY69702"/>
              </a:cxn>
              <a:cxn ang="0">
                <a:pos x="connsiteX69703" y="connsiteY69703"/>
              </a:cxn>
              <a:cxn ang="0">
                <a:pos x="connsiteX69704" y="connsiteY69704"/>
              </a:cxn>
              <a:cxn ang="0">
                <a:pos x="connsiteX69705" y="connsiteY69705"/>
              </a:cxn>
              <a:cxn ang="0">
                <a:pos x="connsiteX69706" y="connsiteY69706"/>
              </a:cxn>
              <a:cxn ang="0">
                <a:pos x="connsiteX69707" y="connsiteY69707"/>
              </a:cxn>
              <a:cxn ang="0">
                <a:pos x="connsiteX69708" y="connsiteY69708"/>
              </a:cxn>
              <a:cxn ang="0">
                <a:pos x="connsiteX69709" y="connsiteY69709"/>
              </a:cxn>
              <a:cxn ang="0">
                <a:pos x="connsiteX69710" y="connsiteY69710"/>
              </a:cxn>
              <a:cxn ang="0">
                <a:pos x="connsiteX69711" y="connsiteY69711"/>
              </a:cxn>
              <a:cxn ang="0">
                <a:pos x="connsiteX69712" y="connsiteY69712"/>
              </a:cxn>
              <a:cxn ang="0">
                <a:pos x="connsiteX69713" y="connsiteY69713"/>
              </a:cxn>
              <a:cxn ang="0">
                <a:pos x="connsiteX69714" y="connsiteY69714"/>
              </a:cxn>
              <a:cxn ang="0">
                <a:pos x="connsiteX69715" y="connsiteY69715"/>
              </a:cxn>
              <a:cxn ang="0">
                <a:pos x="connsiteX69716" y="connsiteY69716"/>
              </a:cxn>
              <a:cxn ang="0">
                <a:pos x="connsiteX69717" y="connsiteY69717"/>
              </a:cxn>
              <a:cxn ang="0">
                <a:pos x="connsiteX69718" y="connsiteY69718"/>
              </a:cxn>
              <a:cxn ang="0">
                <a:pos x="connsiteX69719" y="connsiteY69719"/>
              </a:cxn>
              <a:cxn ang="0">
                <a:pos x="connsiteX69720" y="connsiteY69720"/>
              </a:cxn>
              <a:cxn ang="0">
                <a:pos x="connsiteX69721" y="connsiteY69721"/>
              </a:cxn>
              <a:cxn ang="0">
                <a:pos x="connsiteX69722" y="connsiteY69722"/>
              </a:cxn>
              <a:cxn ang="0">
                <a:pos x="connsiteX69723" y="connsiteY69723"/>
              </a:cxn>
              <a:cxn ang="0">
                <a:pos x="connsiteX69724" y="connsiteY69724"/>
              </a:cxn>
              <a:cxn ang="0">
                <a:pos x="connsiteX69725" y="connsiteY69725"/>
              </a:cxn>
              <a:cxn ang="0">
                <a:pos x="connsiteX69726" y="connsiteY69726"/>
              </a:cxn>
              <a:cxn ang="0">
                <a:pos x="connsiteX69727" y="connsiteY69727"/>
              </a:cxn>
              <a:cxn ang="0">
                <a:pos x="connsiteX69728" y="connsiteY69728"/>
              </a:cxn>
              <a:cxn ang="0">
                <a:pos x="connsiteX69729" y="connsiteY69729"/>
              </a:cxn>
              <a:cxn ang="0">
                <a:pos x="connsiteX69730" y="connsiteY69730"/>
              </a:cxn>
              <a:cxn ang="0">
                <a:pos x="connsiteX69731" y="connsiteY69731"/>
              </a:cxn>
              <a:cxn ang="0">
                <a:pos x="connsiteX69732" y="connsiteY69732"/>
              </a:cxn>
              <a:cxn ang="0">
                <a:pos x="connsiteX69733" y="connsiteY69733"/>
              </a:cxn>
              <a:cxn ang="0">
                <a:pos x="connsiteX69734" y="connsiteY69734"/>
              </a:cxn>
              <a:cxn ang="0">
                <a:pos x="connsiteX69735" y="connsiteY69735"/>
              </a:cxn>
              <a:cxn ang="0">
                <a:pos x="connsiteX69736" y="connsiteY69736"/>
              </a:cxn>
              <a:cxn ang="0">
                <a:pos x="connsiteX69737" y="connsiteY69737"/>
              </a:cxn>
              <a:cxn ang="0">
                <a:pos x="connsiteX69738" y="connsiteY69738"/>
              </a:cxn>
              <a:cxn ang="0">
                <a:pos x="connsiteX69739" y="connsiteY69739"/>
              </a:cxn>
              <a:cxn ang="0">
                <a:pos x="connsiteX69740" y="connsiteY69740"/>
              </a:cxn>
              <a:cxn ang="0">
                <a:pos x="connsiteX69741" y="connsiteY69741"/>
              </a:cxn>
              <a:cxn ang="0">
                <a:pos x="connsiteX69742" y="connsiteY69742"/>
              </a:cxn>
              <a:cxn ang="0">
                <a:pos x="connsiteX69743" y="connsiteY69743"/>
              </a:cxn>
              <a:cxn ang="0">
                <a:pos x="connsiteX69744" y="connsiteY69744"/>
              </a:cxn>
              <a:cxn ang="0">
                <a:pos x="connsiteX69745" y="connsiteY69745"/>
              </a:cxn>
              <a:cxn ang="0">
                <a:pos x="connsiteX69746" y="connsiteY69746"/>
              </a:cxn>
              <a:cxn ang="0">
                <a:pos x="connsiteX69747" y="connsiteY69747"/>
              </a:cxn>
              <a:cxn ang="0">
                <a:pos x="connsiteX69748" y="connsiteY69748"/>
              </a:cxn>
              <a:cxn ang="0">
                <a:pos x="connsiteX69749" y="connsiteY69749"/>
              </a:cxn>
              <a:cxn ang="0">
                <a:pos x="connsiteX69750" y="connsiteY69750"/>
              </a:cxn>
              <a:cxn ang="0">
                <a:pos x="connsiteX69751" y="connsiteY69751"/>
              </a:cxn>
              <a:cxn ang="0">
                <a:pos x="connsiteX69752" y="connsiteY69752"/>
              </a:cxn>
              <a:cxn ang="0">
                <a:pos x="connsiteX69753" y="connsiteY69753"/>
              </a:cxn>
              <a:cxn ang="0">
                <a:pos x="connsiteX69754" y="connsiteY69754"/>
              </a:cxn>
              <a:cxn ang="0">
                <a:pos x="connsiteX69755" y="connsiteY69755"/>
              </a:cxn>
              <a:cxn ang="0">
                <a:pos x="connsiteX69756" y="connsiteY69756"/>
              </a:cxn>
              <a:cxn ang="0">
                <a:pos x="connsiteX69757" y="connsiteY69757"/>
              </a:cxn>
              <a:cxn ang="0">
                <a:pos x="connsiteX69758" y="connsiteY69758"/>
              </a:cxn>
              <a:cxn ang="0">
                <a:pos x="connsiteX69759" y="connsiteY69759"/>
              </a:cxn>
              <a:cxn ang="0">
                <a:pos x="connsiteX69760" y="connsiteY69760"/>
              </a:cxn>
              <a:cxn ang="0">
                <a:pos x="connsiteX69761" y="connsiteY69761"/>
              </a:cxn>
              <a:cxn ang="0">
                <a:pos x="connsiteX69762" y="connsiteY69762"/>
              </a:cxn>
              <a:cxn ang="0">
                <a:pos x="connsiteX69763" y="connsiteY69763"/>
              </a:cxn>
              <a:cxn ang="0">
                <a:pos x="connsiteX69764" y="connsiteY69764"/>
              </a:cxn>
              <a:cxn ang="0">
                <a:pos x="connsiteX69765" y="connsiteY69765"/>
              </a:cxn>
              <a:cxn ang="0">
                <a:pos x="connsiteX69766" y="connsiteY69766"/>
              </a:cxn>
              <a:cxn ang="0">
                <a:pos x="connsiteX69767" y="connsiteY69767"/>
              </a:cxn>
              <a:cxn ang="0">
                <a:pos x="connsiteX69768" y="connsiteY69768"/>
              </a:cxn>
              <a:cxn ang="0">
                <a:pos x="connsiteX69769" y="connsiteY69769"/>
              </a:cxn>
              <a:cxn ang="0">
                <a:pos x="connsiteX69770" y="connsiteY69770"/>
              </a:cxn>
              <a:cxn ang="0">
                <a:pos x="connsiteX69771" y="connsiteY69771"/>
              </a:cxn>
              <a:cxn ang="0">
                <a:pos x="connsiteX69772" y="connsiteY69772"/>
              </a:cxn>
              <a:cxn ang="0">
                <a:pos x="connsiteX69773" y="connsiteY69773"/>
              </a:cxn>
              <a:cxn ang="0">
                <a:pos x="connsiteX69774" y="connsiteY69774"/>
              </a:cxn>
              <a:cxn ang="0">
                <a:pos x="connsiteX69775" y="connsiteY69775"/>
              </a:cxn>
              <a:cxn ang="0">
                <a:pos x="connsiteX69776" y="connsiteY69776"/>
              </a:cxn>
              <a:cxn ang="0">
                <a:pos x="connsiteX69777" y="connsiteY69777"/>
              </a:cxn>
              <a:cxn ang="0">
                <a:pos x="connsiteX69778" y="connsiteY69778"/>
              </a:cxn>
              <a:cxn ang="0">
                <a:pos x="connsiteX69779" y="connsiteY69779"/>
              </a:cxn>
              <a:cxn ang="0">
                <a:pos x="connsiteX69780" y="connsiteY69780"/>
              </a:cxn>
              <a:cxn ang="0">
                <a:pos x="connsiteX69781" y="connsiteY69781"/>
              </a:cxn>
              <a:cxn ang="0">
                <a:pos x="connsiteX69782" y="connsiteY69782"/>
              </a:cxn>
              <a:cxn ang="0">
                <a:pos x="connsiteX69783" y="connsiteY69783"/>
              </a:cxn>
              <a:cxn ang="0">
                <a:pos x="connsiteX69784" y="connsiteY69784"/>
              </a:cxn>
              <a:cxn ang="0">
                <a:pos x="connsiteX69785" y="connsiteY69785"/>
              </a:cxn>
              <a:cxn ang="0">
                <a:pos x="connsiteX69786" y="connsiteY69786"/>
              </a:cxn>
              <a:cxn ang="0">
                <a:pos x="connsiteX69787" y="connsiteY69787"/>
              </a:cxn>
              <a:cxn ang="0">
                <a:pos x="connsiteX69788" y="connsiteY69788"/>
              </a:cxn>
              <a:cxn ang="0">
                <a:pos x="connsiteX69789" y="connsiteY69789"/>
              </a:cxn>
              <a:cxn ang="0">
                <a:pos x="connsiteX69790" y="connsiteY69790"/>
              </a:cxn>
              <a:cxn ang="0">
                <a:pos x="connsiteX69791" y="connsiteY69791"/>
              </a:cxn>
              <a:cxn ang="0">
                <a:pos x="connsiteX69792" y="connsiteY69792"/>
              </a:cxn>
              <a:cxn ang="0">
                <a:pos x="connsiteX69793" y="connsiteY69793"/>
              </a:cxn>
              <a:cxn ang="0">
                <a:pos x="connsiteX69794" y="connsiteY69794"/>
              </a:cxn>
              <a:cxn ang="0">
                <a:pos x="connsiteX69795" y="connsiteY69795"/>
              </a:cxn>
              <a:cxn ang="0">
                <a:pos x="connsiteX69796" y="connsiteY69796"/>
              </a:cxn>
              <a:cxn ang="0">
                <a:pos x="connsiteX69797" y="connsiteY69797"/>
              </a:cxn>
              <a:cxn ang="0">
                <a:pos x="connsiteX69798" y="connsiteY69798"/>
              </a:cxn>
              <a:cxn ang="0">
                <a:pos x="connsiteX69799" y="connsiteY69799"/>
              </a:cxn>
              <a:cxn ang="0">
                <a:pos x="connsiteX69800" y="connsiteY69800"/>
              </a:cxn>
              <a:cxn ang="0">
                <a:pos x="connsiteX69801" y="connsiteY69801"/>
              </a:cxn>
              <a:cxn ang="0">
                <a:pos x="connsiteX69802" y="connsiteY69802"/>
              </a:cxn>
              <a:cxn ang="0">
                <a:pos x="connsiteX69803" y="connsiteY69803"/>
              </a:cxn>
              <a:cxn ang="0">
                <a:pos x="connsiteX69804" y="connsiteY69804"/>
              </a:cxn>
              <a:cxn ang="0">
                <a:pos x="connsiteX69805" y="connsiteY69805"/>
              </a:cxn>
              <a:cxn ang="0">
                <a:pos x="connsiteX69806" y="connsiteY69806"/>
              </a:cxn>
              <a:cxn ang="0">
                <a:pos x="connsiteX69807" y="connsiteY69807"/>
              </a:cxn>
              <a:cxn ang="0">
                <a:pos x="connsiteX69808" y="connsiteY69808"/>
              </a:cxn>
              <a:cxn ang="0">
                <a:pos x="connsiteX69809" y="connsiteY69809"/>
              </a:cxn>
              <a:cxn ang="0">
                <a:pos x="connsiteX69810" y="connsiteY69810"/>
              </a:cxn>
              <a:cxn ang="0">
                <a:pos x="connsiteX69811" y="connsiteY69811"/>
              </a:cxn>
              <a:cxn ang="0">
                <a:pos x="connsiteX69812" y="connsiteY69812"/>
              </a:cxn>
              <a:cxn ang="0">
                <a:pos x="connsiteX69813" y="connsiteY69813"/>
              </a:cxn>
              <a:cxn ang="0">
                <a:pos x="connsiteX69814" y="connsiteY69814"/>
              </a:cxn>
              <a:cxn ang="0">
                <a:pos x="connsiteX69815" y="connsiteY69815"/>
              </a:cxn>
              <a:cxn ang="0">
                <a:pos x="connsiteX69816" y="connsiteY69816"/>
              </a:cxn>
              <a:cxn ang="0">
                <a:pos x="connsiteX69817" y="connsiteY69817"/>
              </a:cxn>
              <a:cxn ang="0">
                <a:pos x="connsiteX69818" y="connsiteY69818"/>
              </a:cxn>
              <a:cxn ang="0">
                <a:pos x="connsiteX69819" y="connsiteY69819"/>
              </a:cxn>
              <a:cxn ang="0">
                <a:pos x="connsiteX69820" y="connsiteY69820"/>
              </a:cxn>
              <a:cxn ang="0">
                <a:pos x="connsiteX69821" y="connsiteY69821"/>
              </a:cxn>
              <a:cxn ang="0">
                <a:pos x="connsiteX69822" y="connsiteY69822"/>
              </a:cxn>
              <a:cxn ang="0">
                <a:pos x="connsiteX69823" y="connsiteY69823"/>
              </a:cxn>
              <a:cxn ang="0">
                <a:pos x="connsiteX69824" y="connsiteY69824"/>
              </a:cxn>
              <a:cxn ang="0">
                <a:pos x="connsiteX69825" y="connsiteY69825"/>
              </a:cxn>
              <a:cxn ang="0">
                <a:pos x="connsiteX69826" y="connsiteY69826"/>
              </a:cxn>
              <a:cxn ang="0">
                <a:pos x="connsiteX69827" y="connsiteY69827"/>
              </a:cxn>
              <a:cxn ang="0">
                <a:pos x="connsiteX69828" y="connsiteY69828"/>
              </a:cxn>
              <a:cxn ang="0">
                <a:pos x="connsiteX69829" y="connsiteY69829"/>
              </a:cxn>
              <a:cxn ang="0">
                <a:pos x="connsiteX69830" y="connsiteY69830"/>
              </a:cxn>
              <a:cxn ang="0">
                <a:pos x="connsiteX69831" y="connsiteY69831"/>
              </a:cxn>
              <a:cxn ang="0">
                <a:pos x="connsiteX69832" y="connsiteY69832"/>
              </a:cxn>
              <a:cxn ang="0">
                <a:pos x="connsiteX69833" y="connsiteY69833"/>
              </a:cxn>
              <a:cxn ang="0">
                <a:pos x="connsiteX69834" y="connsiteY69834"/>
              </a:cxn>
              <a:cxn ang="0">
                <a:pos x="connsiteX69835" y="connsiteY69835"/>
              </a:cxn>
              <a:cxn ang="0">
                <a:pos x="connsiteX69836" y="connsiteY69836"/>
              </a:cxn>
              <a:cxn ang="0">
                <a:pos x="connsiteX69837" y="connsiteY69837"/>
              </a:cxn>
              <a:cxn ang="0">
                <a:pos x="connsiteX69838" y="connsiteY69838"/>
              </a:cxn>
              <a:cxn ang="0">
                <a:pos x="connsiteX69839" y="connsiteY69839"/>
              </a:cxn>
              <a:cxn ang="0">
                <a:pos x="connsiteX69840" y="connsiteY69840"/>
              </a:cxn>
              <a:cxn ang="0">
                <a:pos x="connsiteX69841" y="connsiteY69841"/>
              </a:cxn>
              <a:cxn ang="0">
                <a:pos x="connsiteX69842" y="connsiteY69842"/>
              </a:cxn>
              <a:cxn ang="0">
                <a:pos x="connsiteX69843" y="connsiteY69843"/>
              </a:cxn>
              <a:cxn ang="0">
                <a:pos x="connsiteX69844" y="connsiteY69844"/>
              </a:cxn>
              <a:cxn ang="0">
                <a:pos x="connsiteX69845" y="connsiteY69845"/>
              </a:cxn>
              <a:cxn ang="0">
                <a:pos x="connsiteX69846" y="connsiteY69846"/>
              </a:cxn>
              <a:cxn ang="0">
                <a:pos x="connsiteX69847" y="connsiteY69847"/>
              </a:cxn>
              <a:cxn ang="0">
                <a:pos x="connsiteX69848" y="connsiteY69848"/>
              </a:cxn>
              <a:cxn ang="0">
                <a:pos x="connsiteX69849" y="connsiteY69849"/>
              </a:cxn>
              <a:cxn ang="0">
                <a:pos x="connsiteX69850" y="connsiteY69850"/>
              </a:cxn>
              <a:cxn ang="0">
                <a:pos x="connsiteX69851" y="connsiteY69851"/>
              </a:cxn>
              <a:cxn ang="0">
                <a:pos x="connsiteX69852" y="connsiteY69852"/>
              </a:cxn>
              <a:cxn ang="0">
                <a:pos x="connsiteX69853" y="connsiteY69853"/>
              </a:cxn>
              <a:cxn ang="0">
                <a:pos x="connsiteX69854" y="connsiteY69854"/>
              </a:cxn>
              <a:cxn ang="0">
                <a:pos x="connsiteX69855" y="connsiteY69855"/>
              </a:cxn>
              <a:cxn ang="0">
                <a:pos x="connsiteX69856" y="connsiteY69856"/>
              </a:cxn>
              <a:cxn ang="0">
                <a:pos x="connsiteX69857" y="connsiteY69857"/>
              </a:cxn>
              <a:cxn ang="0">
                <a:pos x="connsiteX69858" y="connsiteY69858"/>
              </a:cxn>
              <a:cxn ang="0">
                <a:pos x="connsiteX69859" y="connsiteY69859"/>
              </a:cxn>
              <a:cxn ang="0">
                <a:pos x="connsiteX69860" y="connsiteY69860"/>
              </a:cxn>
              <a:cxn ang="0">
                <a:pos x="connsiteX69861" y="connsiteY69861"/>
              </a:cxn>
              <a:cxn ang="0">
                <a:pos x="connsiteX69862" y="connsiteY69862"/>
              </a:cxn>
              <a:cxn ang="0">
                <a:pos x="connsiteX69863" y="connsiteY69863"/>
              </a:cxn>
              <a:cxn ang="0">
                <a:pos x="connsiteX69864" y="connsiteY69864"/>
              </a:cxn>
              <a:cxn ang="0">
                <a:pos x="connsiteX69865" y="connsiteY69865"/>
              </a:cxn>
              <a:cxn ang="0">
                <a:pos x="connsiteX69866" y="connsiteY69866"/>
              </a:cxn>
              <a:cxn ang="0">
                <a:pos x="connsiteX69867" y="connsiteY69867"/>
              </a:cxn>
              <a:cxn ang="0">
                <a:pos x="connsiteX69868" y="connsiteY69868"/>
              </a:cxn>
              <a:cxn ang="0">
                <a:pos x="connsiteX69869" y="connsiteY69869"/>
              </a:cxn>
              <a:cxn ang="0">
                <a:pos x="connsiteX69870" y="connsiteY69870"/>
              </a:cxn>
              <a:cxn ang="0">
                <a:pos x="connsiteX69871" y="connsiteY69871"/>
              </a:cxn>
              <a:cxn ang="0">
                <a:pos x="connsiteX69872" y="connsiteY69872"/>
              </a:cxn>
              <a:cxn ang="0">
                <a:pos x="connsiteX69873" y="connsiteY69873"/>
              </a:cxn>
              <a:cxn ang="0">
                <a:pos x="connsiteX69874" y="connsiteY69874"/>
              </a:cxn>
              <a:cxn ang="0">
                <a:pos x="connsiteX69875" y="connsiteY69875"/>
              </a:cxn>
              <a:cxn ang="0">
                <a:pos x="connsiteX69876" y="connsiteY69876"/>
              </a:cxn>
              <a:cxn ang="0">
                <a:pos x="connsiteX69877" y="connsiteY69877"/>
              </a:cxn>
              <a:cxn ang="0">
                <a:pos x="connsiteX69878" y="connsiteY69878"/>
              </a:cxn>
              <a:cxn ang="0">
                <a:pos x="connsiteX69879" y="connsiteY69879"/>
              </a:cxn>
              <a:cxn ang="0">
                <a:pos x="connsiteX69880" y="connsiteY69880"/>
              </a:cxn>
              <a:cxn ang="0">
                <a:pos x="connsiteX69881" y="connsiteY69881"/>
              </a:cxn>
              <a:cxn ang="0">
                <a:pos x="connsiteX69882" y="connsiteY69882"/>
              </a:cxn>
              <a:cxn ang="0">
                <a:pos x="connsiteX69883" y="connsiteY69883"/>
              </a:cxn>
              <a:cxn ang="0">
                <a:pos x="connsiteX69884" y="connsiteY69884"/>
              </a:cxn>
              <a:cxn ang="0">
                <a:pos x="connsiteX69885" y="connsiteY69885"/>
              </a:cxn>
              <a:cxn ang="0">
                <a:pos x="connsiteX69886" y="connsiteY69886"/>
              </a:cxn>
              <a:cxn ang="0">
                <a:pos x="connsiteX69887" y="connsiteY69887"/>
              </a:cxn>
              <a:cxn ang="0">
                <a:pos x="connsiteX69888" y="connsiteY69888"/>
              </a:cxn>
              <a:cxn ang="0">
                <a:pos x="connsiteX69889" y="connsiteY69889"/>
              </a:cxn>
              <a:cxn ang="0">
                <a:pos x="connsiteX69890" y="connsiteY69890"/>
              </a:cxn>
              <a:cxn ang="0">
                <a:pos x="connsiteX69891" y="connsiteY69891"/>
              </a:cxn>
              <a:cxn ang="0">
                <a:pos x="connsiteX69892" y="connsiteY69892"/>
              </a:cxn>
              <a:cxn ang="0">
                <a:pos x="connsiteX69893" y="connsiteY69893"/>
              </a:cxn>
              <a:cxn ang="0">
                <a:pos x="connsiteX69894" y="connsiteY69894"/>
              </a:cxn>
              <a:cxn ang="0">
                <a:pos x="connsiteX69895" y="connsiteY69895"/>
              </a:cxn>
              <a:cxn ang="0">
                <a:pos x="connsiteX69896" y="connsiteY69896"/>
              </a:cxn>
              <a:cxn ang="0">
                <a:pos x="connsiteX69897" y="connsiteY69897"/>
              </a:cxn>
              <a:cxn ang="0">
                <a:pos x="connsiteX69898" y="connsiteY69898"/>
              </a:cxn>
              <a:cxn ang="0">
                <a:pos x="connsiteX69899" y="connsiteY69899"/>
              </a:cxn>
              <a:cxn ang="0">
                <a:pos x="connsiteX69900" y="connsiteY69900"/>
              </a:cxn>
              <a:cxn ang="0">
                <a:pos x="connsiteX69901" y="connsiteY69901"/>
              </a:cxn>
              <a:cxn ang="0">
                <a:pos x="connsiteX69902" y="connsiteY69902"/>
              </a:cxn>
              <a:cxn ang="0">
                <a:pos x="connsiteX69903" y="connsiteY69903"/>
              </a:cxn>
              <a:cxn ang="0">
                <a:pos x="connsiteX69904" y="connsiteY69904"/>
              </a:cxn>
              <a:cxn ang="0">
                <a:pos x="connsiteX69905" y="connsiteY69905"/>
              </a:cxn>
              <a:cxn ang="0">
                <a:pos x="connsiteX69906" y="connsiteY69906"/>
              </a:cxn>
              <a:cxn ang="0">
                <a:pos x="connsiteX69907" y="connsiteY69907"/>
              </a:cxn>
              <a:cxn ang="0">
                <a:pos x="connsiteX69908" y="connsiteY69908"/>
              </a:cxn>
              <a:cxn ang="0">
                <a:pos x="connsiteX69909" y="connsiteY69909"/>
              </a:cxn>
              <a:cxn ang="0">
                <a:pos x="connsiteX69910" y="connsiteY69910"/>
              </a:cxn>
              <a:cxn ang="0">
                <a:pos x="connsiteX69911" y="connsiteY69911"/>
              </a:cxn>
              <a:cxn ang="0">
                <a:pos x="connsiteX69912" y="connsiteY69912"/>
              </a:cxn>
              <a:cxn ang="0">
                <a:pos x="connsiteX69913" y="connsiteY69913"/>
              </a:cxn>
              <a:cxn ang="0">
                <a:pos x="connsiteX69914" y="connsiteY69914"/>
              </a:cxn>
              <a:cxn ang="0">
                <a:pos x="connsiteX69915" y="connsiteY69915"/>
              </a:cxn>
              <a:cxn ang="0">
                <a:pos x="connsiteX69916" y="connsiteY69916"/>
              </a:cxn>
              <a:cxn ang="0">
                <a:pos x="connsiteX69917" y="connsiteY69917"/>
              </a:cxn>
              <a:cxn ang="0">
                <a:pos x="connsiteX69918" y="connsiteY69918"/>
              </a:cxn>
              <a:cxn ang="0">
                <a:pos x="connsiteX69919" y="connsiteY69919"/>
              </a:cxn>
              <a:cxn ang="0">
                <a:pos x="connsiteX69920" y="connsiteY69920"/>
              </a:cxn>
              <a:cxn ang="0">
                <a:pos x="connsiteX69921" y="connsiteY69921"/>
              </a:cxn>
              <a:cxn ang="0">
                <a:pos x="connsiteX69922" y="connsiteY69922"/>
              </a:cxn>
              <a:cxn ang="0">
                <a:pos x="connsiteX69923" y="connsiteY69923"/>
              </a:cxn>
              <a:cxn ang="0">
                <a:pos x="connsiteX69924" y="connsiteY69924"/>
              </a:cxn>
              <a:cxn ang="0">
                <a:pos x="connsiteX69925" y="connsiteY69925"/>
              </a:cxn>
              <a:cxn ang="0">
                <a:pos x="connsiteX69926" y="connsiteY69926"/>
              </a:cxn>
              <a:cxn ang="0">
                <a:pos x="connsiteX69927" y="connsiteY69927"/>
              </a:cxn>
              <a:cxn ang="0">
                <a:pos x="connsiteX69928" y="connsiteY69928"/>
              </a:cxn>
              <a:cxn ang="0">
                <a:pos x="connsiteX69929" y="connsiteY69929"/>
              </a:cxn>
              <a:cxn ang="0">
                <a:pos x="connsiteX69930" y="connsiteY69930"/>
              </a:cxn>
              <a:cxn ang="0">
                <a:pos x="connsiteX69931" y="connsiteY69931"/>
              </a:cxn>
              <a:cxn ang="0">
                <a:pos x="connsiteX69932" y="connsiteY69932"/>
              </a:cxn>
              <a:cxn ang="0">
                <a:pos x="connsiteX69933" y="connsiteY69933"/>
              </a:cxn>
              <a:cxn ang="0">
                <a:pos x="connsiteX69934" y="connsiteY69934"/>
              </a:cxn>
              <a:cxn ang="0">
                <a:pos x="connsiteX69935" y="connsiteY69935"/>
              </a:cxn>
              <a:cxn ang="0">
                <a:pos x="connsiteX69936" y="connsiteY69936"/>
              </a:cxn>
              <a:cxn ang="0">
                <a:pos x="connsiteX69937" y="connsiteY69937"/>
              </a:cxn>
              <a:cxn ang="0">
                <a:pos x="connsiteX69938" y="connsiteY69938"/>
              </a:cxn>
              <a:cxn ang="0">
                <a:pos x="connsiteX69939" y="connsiteY69939"/>
              </a:cxn>
              <a:cxn ang="0">
                <a:pos x="connsiteX69940" y="connsiteY69940"/>
              </a:cxn>
              <a:cxn ang="0">
                <a:pos x="connsiteX69941" y="connsiteY69941"/>
              </a:cxn>
              <a:cxn ang="0">
                <a:pos x="connsiteX69942" y="connsiteY69942"/>
              </a:cxn>
              <a:cxn ang="0">
                <a:pos x="connsiteX69943" y="connsiteY69943"/>
              </a:cxn>
              <a:cxn ang="0">
                <a:pos x="connsiteX69944" y="connsiteY69944"/>
              </a:cxn>
              <a:cxn ang="0">
                <a:pos x="connsiteX69945" y="connsiteY69945"/>
              </a:cxn>
              <a:cxn ang="0">
                <a:pos x="connsiteX69946" y="connsiteY69946"/>
              </a:cxn>
              <a:cxn ang="0">
                <a:pos x="connsiteX69947" y="connsiteY69947"/>
              </a:cxn>
              <a:cxn ang="0">
                <a:pos x="connsiteX69948" y="connsiteY69948"/>
              </a:cxn>
              <a:cxn ang="0">
                <a:pos x="connsiteX69949" y="connsiteY69949"/>
              </a:cxn>
              <a:cxn ang="0">
                <a:pos x="connsiteX69950" y="connsiteY69950"/>
              </a:cxn>
              <a:cxn ang="0">
                <a:pos x="connsiteX69951" y="connsiteY69951"/>
              </a:cxn>
              <a:cxn ang="0">
                <a:pos x="connsiteX69952" y="connsiteY69952"/>
              </a:cxn>
              <a:cxn ang="0">
                <a:pos x="connsiteX69953" y="connsiteY69953"/>
              </a:cxn>
              <a:cxn ang="0">
                <a:pos x="connsiteX69954" y="connsiteY69954"/>
              </a:cxn>
              <a:cxn ang="0">
                <a:pos x="connsiteX69955" y="connsiteY69955"/>
              </a:cxn>
              <a:cxn ang="0">
                <a:pos x="connsiteX69956" y="connsiteY69956"/>
              </a:cxn>
              <a:cxn ang="0">
                <a:pos x="connsiteX69957" y="connsiteY69957"/>
              </a:cxn>
              <a:cxn ang="0">
                <a:pos x="connsiteX69958" y="connsiteY69958"/>
              </a:cxn>
              <a:cxn ang="0">
                <a:pos x="connsiteX69959" y="connsiteY69959"/>
              </a:cxn>
              <a:cxn ang="0">
                <a:pos x="connsiteX69960" y="connsiteY69960"/>
              </a:cxn>
              <a:cxn ang="0">
                <a:pos x="connsiteX69961" y="connsiteY69961"/>
              </a:cxn>
              <a:cxn ang="0">
                <a:pos x="connsiteX69962" y="connsiteY69962"/>
              </a:cxn>
              <a:cxn ang="0">
                <a:pos x="connsiteX69963" y="connsiteY69963"/>
              </a:cxn>
              <a:cxn ang="0">
                <a:pos x="connsiteX69964" y="connsiteY69964"/>
              </a:cxn>
              <a:cxn ang="0">
                <a:pos x="connsiteX69965" y="connsiteY69965"/>
              </a:cxn>
              <a:cxn ang="0">
                <a:pos x="connsiteX69966" y="connsiteY69966"/>
              </a:cxn>
              <a:cxn ang="0">
                <a:pos x="connsiteX69967" y="connsiteY69967"/>
              </a:cxn>
              <a:cxn ang="0">
                <a:pos x="connsiteX69968" y="connsiteY69968"/>
              </a:cxn>
              <a:cxn ang="0">
                <a:pos x="connsiteX69969" y="connsiteY69969"/>
              </a:cxn>
              <a:cxn ang="0">
                <a:pos x="connsiteX69970" y="connsiteY69970"/>
              </a:cxn>
              <a:cxn ang="0">
                <a:pos x="connsiteX69971" y="connsiteY69971"/>
              </a:cxn>
              <a:cxn ang="0">
                <a:pos x="connsiteX69972" y="connsiteY69972"/>
              </a:cxn>
              <a:cxn ang="0">
                <a:pos x="connsiteX69973" y="connsiteY69973"/>
              </a:cxn>
              <a:cxn ang="0">
                <a:pos x="connsiteX69974" y="connsiteY69974"/>
              </a:cxn>
              <a:cxn ang="0">
                <a:pos x="connsiteX69975" y="connsiteY69975"/>
              </a:cxn>
              <a:cxn ang="0">
                <a:pos x="connsiteX69976" y="connsiteY69976"/>
              </a:cxn>
              <a:cxn ang="0">
                <a:pos x="connsiteX69977" y="connsiteY69977"/>
              </a:cxn>
              <a:cxn ang="0">
                <a:pos x="connsiteX69978" y="connsiteY69978"/>
              </a:cxn>
              <a:cxn ang="0">
                <a:pos x="connsiteX69979" y="connsiteY69979"/>
              </a:cxn>
              <a:cxn ang="0">
                <a:pos x="connsiteX69980" y="connsiteY69980"/>
              </a:cxn>
              <a:cxn ang="0">
                <a:pos x="connsiteX69981" y="connsiteY69981"/>
              </a:cxn>
              <a:cxn ang="0">
                <a:pos x="connsiteX69982" y="connsiteY69982"/>
              </a:cxn>
              <a:cxn ang="0">
                <a:pos x="connsiteX69983" y="connsiteY69983"/>
              </a:cxn>
              <a:cxn ang="0">
                <a:pos x="connsiteX69984" y="connsiteY69984"/>
              </a:cxn>
              <a:cxn ang="0">
                <a:pos x="connsiteX69985" y="connsiteY69985"/>
              </a:cxn>
              <a:cxn ang="0">
                <a:pos x="connsiteX69986" y="connsiteY69986"/>
              </a:cxn>
              <a:cxn ang="0">
                <a:pos x="connsiteX69987" y="connsiteY69987"/>
              </a:cxn>
              <a:cxn ang="0">
                <a:pos x="connsiteX69988" y="connsiteY69988"/>
              </a:cxn>
              <a:cxn ang="0">
                <a:pos x="connsiteX69989" y="connsiteY69989"/>
              </a:cxn>
              <a:cxn ang="0">
                <a:pos x="connsiteX69990" y="connsiteY69990"/>
              </a:cxn>
              <a:cxn ang="0">
                <a:pos x="connsiteX69991" y="connsiteY69991"/>
              </a:cxn>
              <a:cxn ang="0">
                <a:pos x="connsiteX69992" y="connsiteY69992"/>
              </a:cxn>
              <a:cxn ang="0">
                <a:pos x="connsiteX69993" y="connsiteY69993"/>
              </a:cxn>
              <a:cxn ang="0">
                <a:pos x="connsiteX69994" y="connsiteY69994"/>
              </a:cxn>
              <a:cxn ang="0">
                <a:pos x="connsiteX69995" y="connsiteY69995"/>
              </a:cxn>
              <a:cxn ang="0">
                <a:pos x="connsiteX69996" y="connsiteY69996"/>
              </a:cxn>
              <a:cxn ang="0">
                <a:pos x="connsiteX69997" y="connsiteY69997"/>
              </a:cxn>
              <a:cxn ang="0">
                <a:pos x="connsiteX69998" y="connsiteY69998"/>
              </a:cxn>
              <a:cxn ang="0">
                <a:pos x="connsiteX69999" y="connsiteY69999"/>
              </a:cxn>
              <a:cxn ang="0">
                <a:pos x="connsiteX70000" y="connsiteY70000"/>
              </a:cxn>
              <a:cxn ang="0">
                <a:pos x="connsiteX70001" y="connsiteY70001"/>
              </a:cxn>
              <a:cxn ang="0">
                <a:pos x="connsiteX70002" y="connsiteY70002"/>
              </a:cxn>
              <a:cxn ang="0">
                <a:pos x="connsiteX70003" y="connsiteY70003"/>
              </a:cxn>
              <a:cxn ang="0">
                <a:pos x="connsiteX70004" y="connsiteY70004"/>
              </a:cxn>
              <a:cxn ang="0">
                <a:pos x="connsiteX70005" y="connsiteY70005"/>
              </a:cxn>
              <a:cxn ang="0">
                <a:pos x="connsiteX70006" y="connsiteY70006"/>
              </a:cxn>
              <a:cxn ang="0">
                <a:pos x="connsiteX70007" y="connsiteY70007"/>
              </a:cxn>
              <a:cxn ang="0">
                <a:pos x="connsiteX70008" y="connsiteY70008"/>
              </a:cxn>
              <a:cxn ang="0">
                <a:pos x="connsiteX70009" y="connsiteY70009"/>
              </a:cxn>
              <a:cxn ang="0">
                <a:pos x="connsiteX70010" y="connsiteY70010"/>
              </a:cxn>
              <a:cxn ang="0">
                <a:pos x="connsiteX70011" y="connsiteY70011"/>
              </a:cxn>
              <a:cxn ang="0">
                <a:pos x="connsiteX70012" y="connsiteY70012"/>
              </a:cxn>
              <a:cxn ang="0">
                <a:pos x="connsiteX70013" y="connsiteY70013"/>
              </a:cxn>
              <a:cxn ang="0">
                <a:pos x="connsiteX70014" y="connsiteY70014"/>
              </a:cxn>
              <a:cxn ang="0">
                <a:pos x="connsiteX70015" y="connsiteY70015"/>
              </a:cxn>
              <a:cxn ang="0">
                <a:pos x="connsiteX70016" y="connsiteY70016"/>
              </a:cxn>
              <a:cxn ang="0">
                <a:pos x="connsiteX70017" y="connsiteY70017"/>
              </a:cxn>
              <a:cxn ang="0">
                <a:pos x="connsiteX70018" y="connsiteY70018"/>
              </a:cxn>
              <a:cxn ang="0">
                <a:pos x="connsiteX70019" y="connsiteY70019"/>
              </a:cxn>
              <a:cxn ang="0">
                <a:pos x="connsiteX70020" y="connsiteY70020"/>
              </a:cxn>
              <a:cxn ang="0">
                <a:pos x="connsiteX70021" y="connsiteY70021"/>
              </a:cxn>
              <a:cxn ang="0">
                <a:pos x="connsiteX70022" y="connsiteY70022"/>
              </a:cxn>
              <a:cxn ang="0">
                <a:pos x="connsiteX70023" y="connsiteY70023"/>
              </a:cxn>
              <a:cxn ang="0">
                <a:pos x="connsiteX70024" y="connsiteY70024"/>
              </a:cxn>
              <a:cxn ang="0">
                <a:pos x="connsiteX70025" y="connsiteY70025"/>
              </a:cxn>
              <a:cxn ang="0">
                <a:pos x="connsiteX70026" y="connsiteY70026"/>
              </a:cxn>
              <a:cxn ang="0">
                <a:pos x="connsiteX70027" y="connsiteY70027"/>
              </a:cxn>
              <a:cxn ang="0">
                <a:pos x="connsiteX70028" y="connsiteY70028"/>
              </a:cxn>
              <a:cxn ang="0">
                <a:pos x="connsiteX70029" y="connsiteY70029"/>
              </a:cxn>
              <a:cxn ang="0">
                <a:pos x="connsiteX70030" y="connsiteY70030"/>
              </a:cxn>
              <a:cxn ang="0">
                <a:pos x="connsiteX70031" y="connsiteY70031"/>
              </a:cxn>
              <a:cxn ang="0">
                <a:pos x="connsiteX70032" y="connsiteY70032"/>
              </a:cxn>
              <a:cxn ang="0">
                <a:pos x="connsiteX70033" y="connsiteY70033"/>
              </a:cxn>
              <a:cxn ang="0">
                <a:pos x="connsiteX70034" y="connsiteY70034"/>
              </a:cxn>
              <a:cxn ang="0">
                <a:pos x="connsiteX70035" y="connsiteY70035"/>
              </a:cxn>
              <a:cxn ang="0">
                <a:pos x="connsiteX70036" y="connsiteY70036"/>
              </a:cxn>
              <a:cxn ang="0">
                <a:pos x="connsiteX70037" y="connsiteY70037"/>
              </a:cxn>
              <a:cxn ang="0">
                <a:pos x="connsiteX70038" y="connsiteY70038"/>
              </a:cxn>
              <a:cxn ang="0">
                <a:pos x="connsiteX70039" y="connsiteY70039"/>
              </a:cxn>
              <a:cxn ang="0">
                <a:pos x="connsiteX70040" y="connsiteY70040"/>
              </a:cxn>
              <a:cxn ang="0">
                <a:pos x="connsiteX70041" y="connsiteY70041"/>
              </a:cxn>
              <a:cxn ang="0">
                <a:pos x="connsiteX70042" y="connsiteY70042"/>
              </a:cxn>
              <a:cxn ang="0">
                <a:pos x="connsiteX70043" y="connsiteY70043"/>
              </a:cxn>
              <a:cxn ang="0">
                <a:pos x="connsiteX70044" y="connsiteY70044"/>
              </a:cxn>
              <a:cxn ang="0">
                <a:pos x="connsiteX70045" y="connsiteY70045"/>
              </a:cxn>
              <a:cxn ang="0">
                <a:pos x="connsiteX70046" y="connsiteY70046"/>
              </a:cxn>
              <a:cxn ang="0">
                <a:pos x="connsiteX70047" y="connsiteY70047"/>
              </a:cxn>
              <a:cxn ang="0">
                <a:pos x="connsiteX70048" y="connsiteY70048"/>
              </a:cxn>
              <a:cxn ang="0">
                <a:pos x="connsiteX70049" y="connsiteY70049"/>
              </a:cxn>
              <a:cxn ang="0">
                <a:pos x="connsiteX70050" y="connsiteY70050"/>
              </a:cxn>
              <a:cxn ang="0">
                <a:pos x="connsiteX70051" y="connsiteY70051"/>
              </a:cxn>
              <a:cxn ang="0">
                <a:pos x="connsiteX70052" y="connsiteY70052"/>
              </a:cxn>
              <a:cxn ang="0">
                <a:pos x="connsiteX70053" y="connsiteY70053"/>
              </a:cxn>
              <a:cxn ang="0">
                <a:pos x="connsiteX70054" y="connsiteY70054"/>
              </a:cxn>
              <a:cxn ang="0">
                <a:pos x="connsiteX70055" y="connsiteY70055"/>
              </a:cxn>
              <a:cxn ang="0">
                <a:pos x="connsiteX70056" y="connsiteY70056"/>
              </a:cxn>
              <a:cxn ang="0">
                <a:pos x="connsiteX70057" y="connsiteY70057"/>
              </a:cxn>
              <a:cxn ang="0">
                <a:pos x="connsiteX70058" y="connsiteY70058"/>
              </a:cxn>
              <a:cxn ang="0">
                <a:pos x="connsiteX70059" y="connsiteY70059"/>
              </a:cxn>
              <a:cxn ang="0">
                <a:pos x="connsiteX70060" y="connsiteY70060"/>
              </a:cxn>
              <a:cxn ang="0">
                <a:pos x="connsiteX70061" y="connsiteY70061"/>
              </a:cxn>
              <a:cxn ang="0">
                <a:pos x="connsiteX70062" y="connsiteY70062"/>
              </a:cxn>
              <a:cxn ang="0">
                <a:pos x="connsiteX70063" y="connsiteY70063"/>
              </a:cxn>
              <a:cxn ang="0">
                <a:pos x="connsiteX70064" y="connsiteY70064"/>
              </a:cxn>
              <a:cxn ang="0">
                <a:pos x="connsiteX70065" y="connsiteY70065"/>
              </a:cxn>
              <a:cxn ang="0">
                <a:pos x="connsiteX70066" y="connsiteY70066"/>
              </a:cxn>
              <a:cxn ang="0">
                <a:pos x="connsiteX70067" y="connsiteY70067"/>
              </a:cxn>
              <a:cxn ang="0">
                <a:pos x="connsiteX70068" y="connsiteY70068"/>
              </a:cxn>
              <a:cxn ang="0">
                <a:pos x="connsiteX70069" y="connsiteY70069"/>
              </a:cxn>
              <a:cxn ang="0">
                <a:pos x="connsiteX70070" y="connsiteY70070"/>
              </a:cxn>
              <a:cxn ang="0">
                <a:pos x="connsiteX70071" y="connsiteY70071"/>
              </a:cxn>
              <a:cxn ang="0">
                <a:pos x="connsiteX70072" y="connsiteY70072"/>
              </a:cxn>
              <a:cxn ang="0">
                <a:pos x="connsiteX70073" y="connsiteY70073"/>
              </a:cxn>
              <a:cxn ang="0">
                <a:pos x="connsiteX70074" y="connsiteY70074"/>
              </a:cxn>
              <a:cxn ang="0">
                <a:pos x="connsiteX70075" y="connsiteY70075"/>
              </a:cxn>
              <a:cxn ang="0">
                <a:pos x="connsiteX70076" y="connsiteY70076"/>
              </a:cxn>
              <a:cxn ang="0">
                <a:pos x="connsiteX70077" y="connsiteY70077"/>
              </a:cxn>
              <a:cxn ang="0">
                <a:pos x="connsiteX70078" y="connsiteY70078"/>
              </a:cxn>
              <a:cxn ang="0">
                <a:pos x="connsiteX70079" y="connsiteY70079"/>
              </a:cxn>
              <a:cxn ang="0">
                <a:pos x="connsiteX70080" y="connsiteY70080"/>
              </a:cxn>
              <a:cxn ang="0">
                <a:pos x="connsiteX70081" y="connsiteY70081"/>
              </a:cxn>
              <a:cxn ang="0">
                <a:pos x="connsiteX70082" y="connsiteY70082"/>
              </a:cxn>
              <a:cxn ang="0">
                <a:pos x="connsiteX70083" y="connsiteY70083"/>
              </a:cxn>
              <a:cxn ang="0">
                <a:pos x="connsiteX70084" y="connsiteY70084"/>
              </a:cxn>
              <a:cxn ang="0">
                <a:pos x="connsiteX70085" y="connsiteY70085"/>
              </a:cxn>
              <a:cxn ang="0">
                <a:pos x="connsiteX70086" y="connsiteY70086"/>
              </a:cxn>
              <a:cxn ang="0">
                <a:pos x="connsiteX70087" y="connsiteY70087"/>
              </a:cxn>
              <a:cxn ang="0">
                <a:pos x="connsiteX70088" y="connsiteY70088"/>
              </a:cxn>
              <a:cxn ang="0">
                <a:pos x="connsiteX70089" y="connsiteY70089"/>
              </a:cxn>
              <a:cxn ang="0">
                <a:pos x="connsiteX70090" y="connsiteY70090"/>
              </a:cxn>
              <a:cxn ang="0">
                <a:pos x="connsiteX70091" y="connsiteY70091"/>
              </a:cxn>
              <a:cxn ang="0">
                <a:pos x="connsiteX70092" y="connsiteY70092"/>
              </a:cxn>
              <a:cxn ang="0">
                <a:pos x="connsiteX70093" y="connsiteY70093"/>
              </a:cxn>
              <a:cxn ang="0">
                <a:pos x="connsiteX70094" y="connsiteY70094"/>
              </a:cxn>
              <a:cxn ang="0">
                <a:pos x="connsiteX70095" y="connsiteY70095"/>
              </a:cxn>
              <a:cxn ang="0">
                <a:pos x="connsiteX70096" y="connsiteY70096"/>
              </a:cxn>
              <a:cxn ang="0">
                <a:pos x="connsiteX70097" y="connsiteY70097"/>
              </a:cxn>
              <a:cxn ang="0">
                <a:pos x="connsiteX70098" y="connsiteY70098"/>
              </a:cxn>
              <a:cxn ang="0">
                <a:pos x="connsiteX70099" y="connsiteY70099"/>
              </a:cxn>
              <a:cxn ang="0">
                <a:pos x="connsiteX70100" y="connsiteY70100"/>
              </a:cxn>
              <a:cxn ang="0">
                <a:pos x="connsiteX70101" y="connsiteY70101"/>
              </a:cxn>
              <a:cxn ang="0">
                <a:pos x="connsiteX70102" y="connsiteY70102"/>
              </a:cxn>
              <a:cxn ang="0">
                <a:pos x="connsiteX70103" y="connsiteY70103"/>
              </a:cxn>
              <a:cxn ang="0">
                <a:pos x="connsiteX70104" y="connsiteY70104"/>
              </a:cxn>
              <a:cxn ang="0">
                <a:pos x="connsiteX70105" y="connsiteY70105"/>
              </a:cxn>
              <a:cxn ang="0">
                <a:pos x="connsiteX70106" y="connsiteY70106"/>
              </a:cxn>
              <a:cxn ang="0">
                <a:pos x="connsiteX70107" y="connsiteY70107"/>
              </a:cxn>
              <a:cxn ang="0">
                <a:pos x="connsiteX70108" y="connsiteY70108"/>
              </a:cxn>
              <a:cxn ang="0">
                <a:pos x="connsiteX70109" y="connsiteY70109"/>
              </a:cxn>
              <a:cxn ang="0">
                <a:pos x="connsiteX70110" y="connsiteY70110"/>
              </a:cxn>
              <a:cxn ang="0">
                <a:pos x="connsiteX70111" y="connsiteY70111"/>
              </a:cxn>
              <a:cxn ang="0">
                <a:pos x="connsiteX70112" y="connsiteY70112"/>
              </a:cxn>
              <a:cxn ang="0">
                <a:pos x="connsiteX70113" y="connsiteY70113"/>
              </a:cxn>
              <a:cxn ang="0">
                <a:pos x="connsiteX70114" y="connsiteY70114"/>
              </a:cxn>
              <a:cxn ang="0">
                <a:pos x="connsiteX70115" y="connsiteY70115"/>
              </a:cxn>
              <a:cxn ang="0">
                <a:pos x="connsiteX70116" y="connsiteY70116"/>
              </a:cxn>
              <a:cxn ang="0">
                <a:pos x="connsiteX70117" y="connsiteY70117"/>
              </a:cxn>
              <a:cxn ang="0">
                <a:pos x="connsiteX70118" y="connsiteY70118"/>
              </a:cxn>
              <a:cxn ang="0">
                <a:pos x="connsiteX70119" y="connsiteY70119"/>
              </a:cxn>
              <a:cxn ang="0">
                <a:pos x="connsiteX70120" y="connsiteY70120"/>
              </a:cxn>
              <a:cxn ang="0">
                <a:pos x="connsiteX70121" y="connsiteY70121"/>
              </a:cxn>
              <a:cxn ang="0">
                <a:pos x="connsiteX70122" y="connsiteY70122"/>
              </a:cxn>
              <a:cxn ang="0">
                <a:pos x="connsiteX70123" y="connsiteY70123"/>
              </a:cxn>
              <a:cxn ang="0">
                <a:pos x="connsiteX70124" y="connsiteY70124"/>
              </a:cxn>
              <a:cxn ang="0">
                <a:pos x="connsiteX70125" y="connsiteY70125"/>
              </a:cxn>
              <a:cxn ang="0">
                <a:pos x="connsiteX70126" y="connsiteY70126"/>
              </a:cxn>
              <a:cxn ang="0">
                <a:pos x="connsiteX70127" y="connsiteY70127"/>
              </a:cxn>
              <a:cxn ang="0">
                <a:pos x="connsiteX70128" y="connsiteY70128"/>
              </a:cxn>
              <a:cxn ang="0">
                <a:pos x="connsiteX70129" y="connsiteY70129"/>
              </a:cxn>
              <a:cxn ang="0">
                <a:pos x="connsiteX70130" y="connsiteY70130"/>
              </a:cxn>
              <a:cxn ang="0">
                <a:pos x="connsiteX70131" y="connsiteY70131"/>
              </a:cxn>
              <a:cxn ang="0">
                <a:pos x="connsiteX70132" y="connsiteY70132"/>
              </a:cxn>
              <a:cxn ang="0">
                <a:pos x="connsiteX70133" y="connsiteY70133"/>
              </a:cxn>
              <a:cxn ang="0">
                <a:pos x="connsiteX70134" y="connsiteY70134"/>
              </a:cxn>
              <a:cxn ang="0">
                <a:pos x="connsiteX70135" y="connsiteY70135"/>
              </a:cxn>
              <a:cxn ang="0">
                <a:pos x="connsiteX70136" y="connsiteY70136"/>
              </a:cxn>
              <a:cxn ang="0">
                <a:pos x="connsiteX70137" y="connsiteY70137"/>
              </a:cxn>
              <a:cxn ang="0">
                <a:pos x="connsiteX70138" y="connsiteY70138"/>
              </a:cxn>
              <a:cxn ang="0">
                <a:pos x="connsiteX70139" y="connsiteY70139"/>
              </a:cxn>
              <a:cxn ang="0">
                <a:pos x="connsiteX70140" y="connsiteY70140"/>
              </a:cxn>
              <a:cxn ang="0">
                <a:pos x="connsiteX70141" y="connsiteY70141"/>
              </a:cxn>
              <a:cxn ang="0">
                <a:pos x="connsiteX70142" y="connsiteY70142"/>
              </a:cxn>
              <a:cxn ang="0">
                <a:pos x="connsiteX70143" y="connsiteY70143"/>
              </a:cxn>
              <a:cxn ang="0">
                <a:pos x="connsiteX70144" y="connsiteY70144"/>
              </a:cxn>
              <a:cxn ang="0">
                <a:pos x="connsiteX70145" y="connsiteY70145"/>
              </a:cxn>
              <a:cxn ang="0">
                <a:pos x="connsiteX70146" y="connsiteY70146"/>
              </a:cxn>
              <a:cxn ang="0">
                <a:pos x="connsiteX70147" y="connsiteY70147"/>
              </a:cxn>
              <a:cxn ang="0">
                <a:pos x="connsiteX70148" y="connsiteY70148"/>
              </a:cxn>
              <a:cxn ang="0">
                <a:pos x="connsiteX70149" y="connsiteY70149"/>
              </a:cxn>
              <a:cxn ang="0">
                <a:pos x="connsiteX70150" y="connsiteY70150"/>
              </a:cxn>
              <a:cxn ang="0">
                <a:pos x="connsiteX70151" y="connsiteY70151"/>
              </a:cxn>
              <a:cxn ang="0">
                <a:pos x="connsiteX70152" y="connsiteY70152"/>
              </a:cxn>
              <a:cxn ang="0">
                <a:pos x="connsiteX70153" y="connsiteY70153"/>
              </a:cxn>
              <a:cxn ang="0">
                <a:pos x="connsiteX70154" y="connsiteY70154"/>
              </a:cxn>
              <a:cxn ang="0">
                <a:pos x="connsiteX70155" y="connsiteY70155"/>
              </a:cxn>
              <a:cxn ang="0">
                <a:pos x="connsiteX70156" y="connsiteY70156"/>
              </a:cxn>
              <a:cxn ang="0">
                <a:pos x="connsiteX70157" y="connsiteY70157"/>
              </a:cxn>
              <a:cxn ang="0">
                <a:pos x="connsiteX70158" y="connsiteY70158"/>
              </a:cxn>
              <a:cxn ang="0">
                <a:pos x="connsiteX70159" y="connsiteY70159"/>
              </a:cxn>
              <a:cxn ang="0">
                <a:pos x="connsiteX70160" y="connsiteY70160"/>
              </a:cxn>
              <a:cxn ang="0">
                <a:pos x="connsiteX70161" y="connsiteY70161"/>
              </a:cxn>
              <a:cxn ang="0">
                <a:pos x="connsiteX70162" y="connsiteY70162"/>
              </a:cxn>
              <a:cxn ang="0">
                <a:pos x="connsiteX70163" y="connsiteY70163"/>
              </a:cxn>
              <a:cxn ang="0">
                <a:pos x="connsiteX70164" y="connsiteY70164"/>
              </a:cxn>
              <a:cxn ang="0">
                <a:pos x="connsiteX70165" y="connsiteY70165"/>
              </a:cxn>
              <a:cxn ang="0">
                <a:pos x="connsiteX70166" y="connsiteY70166"/>
              </a:cxn>
              <a:cxn ang="0">
                <a:pos x="connsiteX70167" y="connsiteY70167"/>
              </a:cxn>
              <a:cxn ang="0">
                <a:pos x="connsiteX70168" y="connsiteY70168"/>
              </a:cxn>
              <a:cxn ang="0">
                <a:pos x="connsiteX70169" y="connsiteY70169"/>
              </a:cxn>
              <a:cxn ang="0">
                <a:pos x="connsiteX70170" y="connsiteY70170"/>
              </a:cxn>
              <a:cxn ang="0">
                <a:pos x="connsiteX70171" y="connsiteY70171"/>
              </a:cxn>
              <a:cxn ang="0">
                <a:pos x="connsiteX70172" y="connsiteY70172"/>
              </a:cxn>
              <a:cxn ang="0">
                <a:pos x="connsiteX70173" y="connsiteY70173"/>
              </a:cxn>
              <a:cxn ang="0">
                <a:pos x="connsiteX70174" y="connsiteY70174"/>
              </a:cxn>
              <a:cxn ang="0">
                <a:pos x="connsiteX70175" y="connsiteY70175"/>
              </a:cxn>
              <a:cxn ang="0">
                <a:pos x="connsiteX70176" y="connsiteY70176"/>
              </a:cxn>
              <a:cxn ang="0">
                <a:pos x="connsiteX70177" y="connsiteY70177"/>
              </a:cxn>
              <a:cxn ang="0">
                <a:pos x="connsiteX70178" y="connsiteY70178"/>
              </a:cxn>
              <a:cxn ang="0">
                <a:pos x="connsiteX70179" y="connsiteY70179"/>
              </a:cxn>
              <a:cxn ang="0">
                <a:pos x="connsiteX70180" y="connsiteY70180"/>
              </a:cxn>
              <a:cxn ang="0">
                <a:pos x="connsiteX70181" y="connsiteY70181"/>
              </a:cxn>
              <a:cxn ang="0">
                <a:pos x="connsiteX70182" y="connsiteY70182"/>
              </a:cxn>
              <a:cxn ang="0">
                <a:pos x="connsiteX70183" y="connsiteY70183"/>
              </a:cxn>
              <a:cxn ang="0">
                <a:pos x="connsiteX70184" y="connsiteY70184"/>
              </a:cxn>
              <a:cxn ang="0">
                <a:pos x="connsiteX70185" y="connsiteY70185"/>
              </a:cxn>
              <a:cxn ang="0">
                <a:pos x="connsiteX70186" y="connsiteY70186"/>
              </a:cxn>
              <a:cxn ang="0">
                <a:pos x="connsiteX70187" y="connsiteY70187"/>
              </a:cxn>
              <a:cxn ang="0">
                <a:pos x="connsiteX70188" y="connsiteY70188"/>
              </a:cxn>
              <a:cxn ang="0">
                <a:pos x="connsiteX70189" y="connsiteY70189"/>
              </a:cxn>
              <a:cxn ang="0">
                <a:pos x="connsiteX70190" y="connsiteY70190"/>
              </a:cxn>
              <a:cxn ang="0">
                <a:pos x="connsiteX70191" y="connsiteY70191"/>
              </a:cxn>
              <a:cxn ang="0">
                <a:pos x="connsiteX70192" y="connsiteY70192"/>
              </a:cxn>
              <a:cxn ang="0">
                <a:pos x="connsiteX70193" y="connsiteY70193"/>
              </a:cxn>
              <a:cxn ang="0">
                <a:pos x="connsiteX70194" y="connsiteY70194"/>
              </a:cxn>
              <a:cxn ang="0">
                <a:pos x="connsiteX70195" y="connsiteY70195"/>
              </a:cxn>
              <a:cxn ang="0">
                <a:pos x="connsiteX70196" y="connsiteY70196"/>
              </a:cxn>
              <a:cxn ang="0">
                <a:pos x="connsiteX70197" y="connsiteY70197"/>
              </a:cxn>
              <a:cxn ang="0">
                <a:pos x="connsiteX70198" y="connsiteY70198"/>
              </a:cxn>
              <a:cxn ang="0">
                <a:pos x="connsiteX70199" y="connsiteY70199"/>
              </a:cxn>
              <a:cxn ang="0">
                <a:pos x="connsiteX70200" y="connsiteY70200"/>
              </a:cxn>
              <a:cxn ang="0">
                <a:pos x="connsiteX70201" y="connsiteY70201"/>
              </a:cxn>
              <a:cxn ang="0">
                <a:pos x="connsiteX70202" y="connsiteY70202"/>
              </a:cxn>
              <a:cxn ang="0">
                <a:pos x="connsiteX70203" y="connsiteY70203"/>
              </a:cxn>
              <a:cxn ang="0">
                <a:pos x="connsiteX70204" y="connsiteY70204"/>
              </a:cxn>
              <a:cxn ang="0">
                <a:pos x="connsiteX70205" y="connsiteY70205"/>
              </a:cxn>
              <a:cxn ang="0">
                <a:pos x="connsiteX70206" y="connsiteY70206"/>
              </a:cxn>
              <a:cxn ang="0">
                <a:pos x="connsiteX70207" y="connsiteY70207"/>
              </a:cxn>
              <a:cxn ang="0">
                <a:pos x="connsiteX70208" y="connsiteY70208"/>
              </a:cxn>
              <a:cxn ang="0">
                <a:pos x="connsiteX70209" y="connsiteY70209"/>
              </a:cxn>
              <a:cxn ang="0">
                <a:pos x="connsiteX70210" y="connsiteY70210"/>
              </a:cxn>
              <a:cxn ang="0">
                <a:pos x="connsiteX70211" y="connsiteY70211"/>
              </a:cxn>
              <a:cxn ang="0">
                <a:pos x="connsiteX70212" y="connsiteY70212"/>
              </a:cxn>
              <a:cxn ang="0">
                <a:pos x="connsiteX70213" y="connsiteY70213"/>
              </a:cxn>
              <a:cxn ang="0">
                <a:pos x="connsiteX70214" y="connsiteY70214"/>
              </a:cxn>
              <a:cxn ang="0">
                <a:pos x="connsiteX70215" y="connsiteY70215"/>
              </a:cxn>
              <a:cxn ang="0">
                <a:pos x="connsiteX70216" y="connsiteY70216"/>
              </a:cxn>
              <a:cxn ang="0">
                <a:pos x="connsiteX70217" y="connsiteY70217"/>
              </a:cxn>
              <a:cxn ang="0">
                <a:pos x="connsiteX70218" y="connsiteY70218"/>
              </a:cxn>
              <a:cxn ang="0">
                <a:pos x="connsiteX70219" y="connsiteY70219"/>
              </a:cxn>
              <a:cxn ang="0">
                <a:pos x="connsiteX70220" y="connsiteY70220"/>
              </a:cxn>
              <a:cxn ang="0">
                <a:pos x="connsiteX70221" y="connsiteY70221"/>
              </a:cxn>
              <a:cxn ang="0">
                <a:pos x="connsiteX70222" y="connsiteY70222"/>
              </a:cxn>
              <a:cxn ang="0">
                <a:pos x="connsiteX70223" y="connsiteY70223"/>
              </a:cxn>
              <a:cxn ang="0">
                <a:pos x="connsiteX70224" y="connsiteY70224"/>
              </a:cxn>
              <a:cxn ang="0">
                <a:pos x="connsiteX70225" y="connsiteY70225"/>
              </a:cxn>
              <a:cxn ang="0">
                <a:pos x="connsiteX70226" y="connsiteY70226"/>
              </a:cxn>
              <a:cxn ang="0">
                <a:pos x="connsiteX70227" y="connsiteY70227"/>
              </a:cxn>
              <a:cxn ang="0">
                <a:pos x="connsiteX70228" y="connsiteY70228"/>
              </a:cxn>
              <a:cxn ang="0">
                <a:pos x="connsiteX70229" y="connsiteY70229"/>
              </a:cxn>
              <a:cxn ang="0">
                <a:pos x="connsiteX70230" y="connsiteY70230"/>
              </a:cxn>
              <a:cxn ang="0">
                <a:pos x="connsiteX70231" y="connsiteY70231"/>
              </a:cxn>
              <a:cxn ang="0">
                <a:pos x="connsiteX70232" y="connsiteY70232"/>
              </a:cxn>
              <a:cxn ang="0">
                <a:pos x="connsiteX70233" y="connsiteY70233"/>
              </a:cxn>
              <a:cxn ang="0">
                <a:pos x="connsiteX70234" y="connsiteY70234"/>
              </a:cxn>
              <a:cxn ang="0">
                <a:pos x="connsiteX70235" y="connsiteY70235"/>
              </a:cxn>
              <a:cxn ang="0">
                <a:pos x="connsiteX70236" y="connsiteY70236"/>
              </a:cxn>
              <a:cxn ang="0">
                <a:pos x="connsiteX70237" y="connsiteY70237"/>
              </a:cxn>
              <a:cxn ang="0">
                <a:pos x="connsiteX70238" y="connsiteY70238"/>
              </a:cxn>
              <a:cxn ang="0">
                <a:pos x="connsiteX70239" y="connsiteY70239"/>
              </a:cxn>
              <a:cxn ang="0">
                <a:pos x="connsiteX70240" y="connsiteY70240"/>
              </a:cxn>
              <a:cxn ang="0">
                <a:pos x="connsiteX70241" y="connsiteY70241"/>
              </a:cxn>
              <a:cxn ang="0">
                <a:pos x="connsiteX70242" y="connsiteY70242"/>
              </a:cxn>
              <a:cxn ang="0">
                <a:pos x="connsiteX70243" y="connsiteY70243"/>
              </a:cxn>
              <a:cxn ang="0">
                <a:pos x="connsiteX70244" y="connsiteY70244"/>
              </a:cxn>
              <a:cxn ang="0">
                <a:pos x="connsiteX70245" y="connsiteY70245"/>
              </a:cxn>
              <a:cxn ang="0">
                <a:pos x="connsiteX70246" y="connsiteY70246"/>
              </a:cxn>
              <a:cxn ang="0">
                <a:pos x="connsiteX70247" y="connsiteY70247"/>
              </a:cxn>
              <a:cxn ang="0">
                <a:pos x="connsiteX70248" y="connsiteY70248"/>
              </a:cxn>
              <a:cxn ang="0">
                <a:pos x="connsiteX70249" y="connsiteY70249"/>
              </a:cxn>
              <a:cxn ang="0">
                <a:pos x="connsiteX70250" y="connsiteY70250"/>
              </a:cxn>
              <a:cxn ang="0">
                <a:pos x="connsiteX70251" y="connsiteY70251"/>
              </a:cxn>
              <a:cxn ang="0">
                <a:pos x="connsiteX70252" y="connsiteY70252"/>
              </a:cxn>
              <a:cxn ang="0">
                <a:pos x="connsiteX70253" y="connsiteY70253"/>
              </a:cxn>
              <a:cxn ang="0">
                <a:pos x="connsiteX70254" y="connsiteY70254"/>
              </a:cxn>
              <a:cxn ang="0">
                <a:pos x="connsiteX70255" y="connsiteY70255"/>
              </a:cxn>
              <a:cxn ang="0">
                <a:pos x="connsiteX70256" y="connsiteY70256"/>
              </a:cxn>
              <a:cxn ang="0">
                <a:pos x="connsiteX70257" y="connsiteY70257"/>
              </a:cxn>
              <a:cxn ang="0">
                <a:pos x="connsiteX70258" y="connsiteY70258"/>
              </a:cxn>
              <a:cxn ang="0">
                <a:pos x="connsiteX70259" y="connsiteY70259"/>
              </a:cxn>
              <a:cxn ang="0">
                <a:pos x="connsiteX70260" y="connsiteY70260"/>
              </a:cxn>
              <a:cxn ang="0">
                <a:pos x="connsiteX70261" y="connsiteY70261"/>
              </a:cxn>
              <a:cxn ang="0">
                <a:pos x="connsiteX70262" y="connsiteY70262"/>
              </a:cxn>
              <a:cxn ang="0">
                <a:pos x="connsiteX70263" y="connsiteY70263"/>
              </a:cxn>
              <a:cxn ang="0">
                <a:pos x="connsiteX70264" y="connsiteY70264"/>
              </a:cxn>
              <a:cxn ang="0">
                <a:pos x="connsiteX70265" y="connsiteY70265"/>
              </a:cxn>
              <a:cxn ang="0">
                <a:pos x="connsiteX70266" y="connsiteY70266"/>
              </a:cxn>
              <a:cxn ang="0">
                <a:pos x="connsiteX70267" y="connsiteY70267"/>
              </a:cxn>
              <a:cxn ang="0">
                <a:pos x="connsiteX70268" y="connsiteY70268"/>
              </a:cxn>
              <a:cxn ang="0">
                <a:pos x="connsiteX70269" y="connsiteY70269"/>
              </a:cxn>
              <a:cxn ang="0">
                <a:pos x="connsiteX70270" y="connsiteY70270"/>
              </a:cxn>
              <a:cxn ang="0">
                <a:pos x="connsiteX70271" y="connsiteY70271"/>
              </a:cxn>
              <a:cxn ang="0">
                <a:pos x="connsiteX70272" y="connsiteY70272"/>
              </a:cxn>
              <a:cxn ang="0">
                <a:pos x="connsiteX70273" y="connsiteY70273"/>
              </a:cxn>
              <a:cxn ang="0">
                <a:pos x="connsiteX70274" y="connsiteY70274"/>
              </a:cxn>
              <a:cxn ang="0">
                <a:pos x="connsiteX70275" y="connsiteY70275"/>
              </a:cxn>
              <a:cxn ang="0">
                <a:pos x="connsiteX70276" y="connsiteY70276"/>
              </a:cxn>
              <a:cxn ang="0">
                <a:pos x="connsiteX70277" y="connsiteY70277"/>
              </a:cxn>
              <a:cxn ang="0">
                <a:pos x="connsiteX70278" y="connsiteY70278"/>
              </a:cxn>
              <a:cxn ang="0">
                <a:pos x="connsiteX70279" y="connsiteY70279"/>
              </a:cxn>
              <a:cxn ang="0">
                <a:pos x="connsiteX70280" y="connsiteY70280"/>
              </a:cxn>
              <a:cxn ang="0">
                <a:pos x="connsiteX70281" y="connsiteY70281"/>
              </a:cxn>
              <a:cxn ang="0">
                <a:pos x="connsiteX70282" y="connsiteY70282"/>
              </a:cxn>
              <a:cxn ang="0">
                <a:pos x="connsiteX70283" y="connsiteY70283"/>
              </a:cxn>
              <a:cxn ang="0">
                <a:pos x="connsiteX70284" y="connsiteY70284"/>
              </a:cxn>
              <a:cxn ang="0">
                <a:pos x="connsiteX70285" y="connsiteY70285"/>
              </a:cxn>
              <a:cxn ang="0">
                <a:pos x="connsiteX70286" y="connsiteY70286"/>
              </a:cxn>
              <a:cxn ang="0">
                <a:pos x="connsiteX70287" y="connsiteY70287"/>
              </a:cxn>
              <a:cxn ang="0">
                <a:pos x="connsiteX70288" y="connsiteY70288"/>
              </a:cxn>
              <a:cxn ang="0">
                <a:pos x="connsiteX70289" y="connsiteY70289"/>
              </a:cxn>
              <a:cxn ang="0">
                <a:pos x="connsiteX70290" y="connsiteY70290"/>
              </a:cxn>
              <a:cxn ang="0">
                <a:pos x="connsiteX70291" y="connsiteY70291"/>
              </a:cxn>
              <a:cxn ang="0">
                <a:pos x="connsiteX70292" y="connsiteY70292"/>
              </a:cxn>
              <a:cxn ang="0">
                <a:pos x="connsiteX70293" y="connsiteY70293"/>
              </a:cxn>
              <a:cxn ang="0">
                <a:pos x="connsiteX70294" y="connsiteY70294"/>
              </a:cxn>
              <a:cxn ang="0">
                <a:pos x="connsiteX70295" y="connsiteY70295"/>
              </a:cxn>
              <a:cxn ang="0">
                <a:pos x="connsiteX70296" y="connsiteY70296"/>
              </a:cxn>
              <a:cxn ang="0">
                <a:pos x="connsiteX70297" y="connsiteY70297"/>
              </a:cxn>
              <a:cxn ang="0">
                <a:pos x="connsiteX70298" y="connsiteY70298"/>
              </a:cxn>
              <a:cxn ang="0">
                <a:pos x="connsiteX70299" y="connsiteY70299"/>
              </a:cxn>
              <a:cxn ang="0">
                <a:pos x="connsiteX70300" y="connsiteY70300"/>
              </a:cxn>
              <a:cxn ang="0">
                <a:pos x="connsiteX70301" y="connsiteY70301"/>
              </a:cxn>
              <a:cxn ang="0">
                <a:pos x="connsiteX70302" y="connsiteY70302"/>
              </a:cxn>
              <a:cxn ang="0">
                <a:pos x="connsiteX70303" y="connsiteY70303"/>
              </a:cxn>
              <a:cxn ang="0">
                <a:pos x="connsiteX70304" y="connsiteY70304"/>
              </a:cxn>
              <a:cxn ang="0">
                <a:pos x="connsiteX70305" y="connsiteY70305"/>
              </a:cxn>
              <a:cxn ang="0">
                <a:pos x="connsiteX70306" y="connsiteY70306"/>
              </a:cxn>
              <a:cxn ang="0">
                <a:pos x="connsiteX70307" y="connsiteY70307"/>
              </a:cxn>
              <a:cxn ang="0">
                <a:pos x="connsiteX70308" y="connsiteY70308"/>
              </a:cxn>
              <a:cxn ang="0">
                <a:pos x="connsiteX70309" y="connsiteY70309"/>
              </a:cxn>
              <a:cxn ang="0">
                <a:pos x="connsiteX70310" y="connsiteY70310"/>
              </a:cxn>
              <a:cxn ang="0">
                <a:pos x="connsiteX70311" y="connsiteY70311"/>
              </a:cxn>
              <a:cxn ang="0">
                <a:pos x="connsiteX70312" y="connsiteY70312"/>
              </a:cxn>
              <a:cxn ang="0">
                <a:pos x="connsiteX70313" y="connsiteY70313"/>
              </a:cxn>
              <a:cxn ang="0">
                <a:pos x="connsiteX70314" y="connsiteY70314"/>
              </a:cxn>
              <a:cxn ang="0">
                <a:pos x="connsiteX70315" y="connsiteY70315"/>
              </a:cxn>
              <a:cxn ang="0">
                <a:pos x="connsiteX70316" y="connsiteY70316"/>
              </a:cxn>
              <a:cxn ang="0">
                <a:pos x="connsiteX70317" y="connsiteY70317"/>
              </a:cxn>
              <a:cxn ang="0">
                <a:pos x="connsiteX70318" y="connsiteY70318"/>
              </a:cxn>
              <a:cxn ang="0">
                <a:pos x="connsiteX70319" y="connsiteY70319"/>
              </a:cxn>
              <a:cxn ang="0">
                <a:pos x="connsiteX70320" y="connsiteY70320"/>
              </a:cxn>
              <a:cxn ang="0">
                <a:pos x="connsiteX70321" y="connsiteY70321"/>
              </a:cxn>
              <a:cxn ang="0">
                <a:pos x="connsiteX70322" y="connsiteY70322"/>
              </a:cxn>
              <a:cxn ang="0">
                <a:pos x="connsiteX70323" y="connsiteY70323"/>
              </a:cxn>
              <a:cxn ang="0">
                <a:pos x="connsiteX70324" y="connsiteY70324"/>
              </a:cxn>
              <a:cxn ang="0">
                <a:pos x="connsiteX70325" y="connsiteY70325"/>
              </a:cxn>
              <a:cxn ang="0">
                <a:pos x="connsiteX70326" y="connsiteY70326"/>
              </a:cxn>
              <a:cxn ang="0">
                <a:pos x="connsiteX70327" y="connsiteY70327"/>
              </a:cxn>
              <a:cxn ang="0">
                <a:pos x="connsiteX70328" y="connsiteY70328"/>
              </a:cxn>
              <a:cxn ang="0">
                <a:pos x="connsiteX70329" y="connsiteY70329"/>
              </a:cxn>
              <a:cxn ang="0">
                <a:pos x="connsiteX70330" y="connsiteY70330"/>
              </a:cxn>
              <a:cxn ang="0">
                <a:pos x="connsiteX70331" y="connsiteY70331"/>
              </a:cxn>
              <a:cxn ang="0">
                <a:pos x="connsiteX70332" y="connsiteY70332"/>
              </a:cxn>
              <a:cxn ang="0">
                <a:pos x="connsiteX70333" y="connsiteY70333"/>
              </a:cxn>
              <a:cxn ang="0">
                <a:pos x="connsiteX70334" y="connsiteY70334"/>
              </a:cxn>
              <a:cxn ang="0">
                <a:pos x="connsiteX70335" y="connsiteY70335"/>
              </a:cxn>
              <a:cxn ang="0">
                <a:pos x="connsiteX70336" y="connsiteY70336"/>
              </a:cxn>
              <a:cxn ang="0">
                <a:pos x="connsiteX70337" y="connsiteY70337"/>
              </a:cxn>
              <a:cxn ang="0">
                <a:pos x="connsiteX70338" y="connsiteY70338"/>
              </a:cxn>
              <a:cxn ang="0">
                <a:pos x="connsiteX70339" y="connsiteY70339"/>
              </a:cxn>
              <a:cxn ang="0">
                <a:pos x="connsiteX70340" y="connsiteY70340"/>
              </a:cxn>
              <a:cxn ang="0">
                <a:pos x="connsiteX70341" y="connsiteY70341"/>
              </a:cxn>
              <a:cxn ang="0">
                <a:pos x="connsiteX70342" y="connsiteY70342"/>
              </a:cxn>
              <a:cxn ang="0">
                <a:pos x="connsiteX70343" y="connsiteY70343"/>
              </a:cxn>
              <a:cxn ang="0">
                <a:pos x="connsiteX70344" y="connsiteY70344"/>
              </a:cxn>
              <a:cxn ang="0">
                <a:pos x="connsiteX70345" y="connsiteY70345"/>
              </a:cxn>
              <a:cxn ang="0">
                <a:pos x="connsiteX70346" y="connsiteY70346"/>
              </a:cxn>
              <a:cxn ang="0">
                <a:pos x="connsiteX70347" y="connsiteY70347"/>
              </a:cxn>
              <a:cxn ang="0">
                <a:pos x="connsiteX70348" y="connsiteY70348"/>
              </a:cxn>
              <a:cxn ang="0">
                <a:pos x="connsiteX70349" y="connsiteY70349"/>
              </a:cxn>
              <a:cxn ang="0">
                <a:pos x="connsiteX70350" y="connsiteY70350"/>
              </a:cxn>
              <a:cxn ang="0">
                <a:pos x="connsiteX70351" y="connsiteY70351"/>
              </a:cxn>
              <a:cxn ang="0">
                <a:pos x="connsiteX70352" y="connsiteY70352"/>
              </a:cxn>
              <a:cxn ang="0">
                <a:pos x="connsiteX70353" y="connsiteY70353"/>
              </a:cxn>
              <a:cxn ang="0">
                <a:pos x="connsiteX70354" y="connsiteY70354"/>
              </a:cxn>
              <a:cxn ang="0">
                <a:pos x="connsiteX70355" y="connsiteY70355"/>
              </a:cxn>
              <a:cxn ang="0">
                <a:pos x="connsiteX70356" y="connsiteY70356"/>
              </a:cxn>
              <a:cxn ang="0">
                <a:pos x="connsiteX70357" y="connsiteY70357"/>
              </a:cxn>
              <a:cxn ang="0">
                <a:pos x="connsiteX70358" y="connsiteY70358"/>
              </a:cxn>
              <a:cxn ang="0">
                <a:pos x="connsiteX70359" y="connsiteY70359"/>
              </a:cxn>
              <a:cxn ang="0">
                <a:pos x="connsiteX70360" y="connsiteY70360"/>
              </a:cxn>
              <a:cxn ang="0">
                <a:pos x="connsiteX70361" y="connsiteY70361"/>
              </a:cxn>
              <a:cxn ang="0">
                <a:pos x="connsiteX70362" y="connsiteY70362"/>
              </a:cxn>
              <a:cxn ang="0">
                <a:pos x="connsiteX70363" y="connsiteY70363"/>
              </a:cxn>
              <a:cxn ang="0">
                <a:pos x="connsiteX70364" y="connsiteY70364"/>
              </a:cxn>
              <a:cxn ang="0">
                <a:pos x="connsiteX70365" y="connsiteY70365"/>
              </a:cxn>
              <a:cxn ang="0">
                <a:pos x="connsiteX70366" y="connsiteY70366"/>
              </a:cxn>
              <a:cxn ang="0">
                <a:pos x="connsiteX70367" y="connsiteY70367"/>
              </a:cxn>
              <a:cxn ang="0">
                <a:pos x="connsiteX70368" y="connsiteY70368"/>
              </a:cxn>
              <a:cxn ang="0">
                <a:pos x="connsiteX70369" y="connsiteY70369"/>
              </a:cxn>
              <a:cxn ang="0">
                <a:pos x="connsiteX70370" y="connsiteY70370"/>
              </a:cxn>
              <a:cxn ang="0">
                <a:pos x="connsiteX70371" y="connsiteY70371"/>
              </a:cxn>
              <a:cxn ang="0">
                <a:pos x="connsiteX70372" y="connsiteY70372"/>
              </a:cxn>
              <a:cxn ang="0">
                <a:pos x="connsiteX70373" y="connsiteY70373"/>
              </a:cxn>
              <a:cxn ang="0">
                <a:pos x="connsiteX70374" y="connsiteY70374"/>
              </a:cxn>
              <a:cxn ang="0">
                <a:pos x="connsiteX70375" y="connsiteY70375"/>
              </a:cxn>
              <a:cxn ang="0">
                <a:pos x="connsiteX70376" y="connsiteY70376"/>
              </a:cxn>
              <a:cxn ang="0">
                <a:pos x="connsiteX70377" y="connsiteY70377"/>
              </a:cxn>
              <a:cxn ang="0">
                <a:pos x="connsiteX70378" y="connsiteY70378"/>
              </a:cxn>
              <a:cxn ang="0">
                <a:pos x="connsiteX70379" y="connsiteY70379"/>
              </a:cxn>
              <a:cxn ang="0">
                <a:pos x="connsiteX70380" y="connsiteY70380"/>
              </a:cxn>
              <a:cxn ang="0">
                <a:pos x="connsiteX70381" y="connsiteY70381"/>
              </a:cxn>
              <a:cxn ang="0">
                <a:pos x="connsiteX70382" y="connsiteY70382"/>
              </a:cxn>
              <a:cxn ang="0">
                <a:pos x="connsiteX70383" y="connsiteY70383"/>
              </a:cxn>
              <a:cxn ang="0">
                <a:pos x="connsiteX70384" y="connsiteY70384"/>
              </a:cxn>
              <a:cxn ang="0">
                <a:pos x="connsiteX70385" y="connsiteY70385"/>
              </a:cxn>
              <a:cxn ang="0">
                <a:pos x="connsiteX70386" y="connsiteY70386"/>
              </a:cxn>
              <a:cxn ang="0">
                <a:pos x="connsiteX70387" y="connsiteY70387"/>
              </a:cxn>
              <a:cxn ang="0">
                <a:pos x="connsiteX70388" y="connsiteY70388"/>
              </a:cxn>
              <a:cxn ang="0">
                <a:pos x="connsiteX70389" y="connsiteY70389"/>
              </a:cxn>
              <a:cxn ang="0">
                <a:pos x="connsiteX70390" y="connsiteY70390"/>
              </a:cxn>
              <a:cxn ang="0">
                <a:pos x="connsiteX70391" y="connsiteY70391"/>
              </a:cxn>
              <a:cxn ang="0">
                <a:pos x="connsiteX70392" y="connsiteY70392"/>
              </a:cxn>
              <a:cxn ang="0">
                <a:pos x="connsiteX70393" y="connsiteY70393"/>
              </a:cxn>
              <a:cxn ang="0">
                <a:pos x="connsiteX70394" y="connsiteY70394"/>
              </a:cxn>
              <a:cxn ang="0">
                <a:pos x="connsiteX70395" y="connsiteY70395"/>
              </a:cxn>
              <a:cxn ang="0">
                <a:pos x="connsiteX70396" y="connsiteY70396"/>
              </a:cxn>
              <a:cxn ang="0">
                <a:pos x="connsiteX70397" y="connsiteY70397"/>
              </a:cxn>
              <a:cxn ang="0">
                <a:pos x="connsiteX70398" y="connsiteY70398"/>
              </a:cxn>
              <a:cxn ang="0">
                <a:pos x="connsiteX70399" y="connsiteY70399"/>
              </a:cxn>
              <a:cxn ang="0">
                <a:pos x="connsiteX70400" y="connsiteY70400"/>
              </a:cxn>
              <a:cxn ang="0">
                <a:pos x="connsiteX70401" y="connsiteY70401"/>
              </a:cxn>
              <a:cxn ang="0">
                <a:pos x="connsiteX70402" y="connsiteY70402"/>
              </a:cxn>
              <a:cxn ang="0">
                <a:pos x="connsiteX70403" y="connsiteY70403"/>
              </a:cxn>
              <a:cxn ang="0">
                <a:pos x="connsiteX70404" y="connsiteY70404"/>
              </a:cxn>
              <a:cxn ang="0">
                <a:pos x="connsiteX70405" y="connsiteY70405"/>
              </a:cxn>
              <a:cxn ang="0">
                <a:pos x="connsiteX70406" y="connsiteY70406"/>
              </a:cxn>
              <a:cxn ang="0">
                <a:pos x="connsiteX70407" y="connsiteY70407"/>
              </a:cxn>
              <a:cxn ang="0">
                <a:pos x="connsiteX70408" y="connsiteY70408"/>
              </a:cxn>
              <a:cxn ang="0">
                <a:pos x="connsiteX70409" y="connsiteY70409"/>
              </a:cxn>
              <a:cxn ang="0">
                <a:pos x="connsiteX70410" y="connsiteY70410"/>
              </a:cxn>
              <a:cxn ang="0">
                <a:pos x="connsiteX70411" y="connsiteY70411"/>
              </a:cxn>
              <a:cxn ang="0">
                <a:pos x="connsiteX70412" y="connsiteY70412"/>
              </a:cxn>
              <a:cxn ang="0">
                <a:pos x="connsiteX70413" y="connsiteY70413"/>
              </a:cxn>
              <a:cxn ang="0">
                <a:pos x="connsiteX70414" y="connsiteY70414"/>
              </a:cxn>
              <a:cxn ang="0">
                <a:pos x="connsiteX70415" y="connsiteY70415"/>
              </a:cxn>
              <a:cxn ang="0">
                <a:pos x="connsiteX70416" y="connsiteY70416"/>
              </a:cxn>
              <a:cxn ang="0">
                <a:pos x="connsiteX70417" y="connsiteY70417"/>
              </a:cxn>
              <a:cxn ang="0">
                <a:pos x="connsiteX70418" y="connsiteY70418"/>
              </a:cxn>
              <a:cxn ang="0">
                <a:pos x="connsiteX70419" y="connsiteY70419"/>
              </a:cxn>
              <a:cxn ang="0">
                <a:pos x="connsiteX70420" y="connsiteY70420"/>
              </a:cxn>
              <a:cxn ang="0">
                <a:pos x="connsiteX70421" y="connsiteY70421"/>
              </a:cxn>
              <a:cxn ang="0">
                <a:pos x="connsiteX70422" y="connsiteY70422"/>
              </a:cxn>
              <a:cxn ang="0">
                <a:pos x="connsiteX70423" y="connsiteY70423"/>
              </a:cxn>
              <a:cxn ang="0">
                <a:pos x="connsiteX70424" y="connsiteY70424"/>
              </a:cxn>
              <a:cxn ang="0">
                <a:pos x="connsiteX70425" y="connsiteY70425"/>
              </a:cxn>
              <a:cxn ang="0">
                <a:pos x="connsiteX70426" y="connsiteY70426"/>
              </a:cxn>
              <a:cxn ang="0">
                <a:pos x="connsiteX70427" y="connsiteY70427"/>
              </a:cxn>
              <a:cxn ang="0">
                <a:pos x="connsiteX70428" y="connsiteY70428"/>
              </a:cxn>
              <a:cxn ang="0">
                <a:pos x="connsiteX70429" y="connsiteY70429"/>
              </a:cxn>
              <a:cxn ang="0">
                <a:pos x="connsiteX70430" y="connsiteY70430"/>
              </a:cxn>
              <a:cxn ang="0">
                <a:pos x="connsiteX70431" y="connsiteY70431"/>
              </a:cxn>
              <a:cxn ang="0">
                <a:pos x="connsiteX70432" y="connsiteY70432"/>
              </a:cxn>
              <a:cxn ang="0">
                <a:pos x="connsiteX70433" y="connsiteY70433"/>
              </a:cxn>
              <a:cxn ang="0">
                <a:pos x="connsiteX70434" y="connsiteY70434"/>
              </a:cxn>
              <a:cxn ang="0">
                <a:pos x="connsiteX70435" y="connsiteY70435"/>
              </a:cxn>
              <a:cxn ang="0">
                <a:pos x="connsiteX70436" y="connsiteY70436"/>
              </a:cxn>
              <a:cxn ang="0">
                <a:pos x="connsiteX70437" y="connsiteY70437"/>
              </a:cxn>
              <a:cxn ang="0">
                <a:pos x="connsiteX70438" y="connsiteY70438"/>
              </a:cxn>
              <a:cxn ang="0">
                <a:pos x="connsiteX70439" y="connsiteY70439"/>
              </a:cxn>
              <a:cxn ang="0">
                <a:pos x="connsiteX70440" y="connsiteY70440"/>
              </a:cxn>
              <a:cxn ang="0">
                <a:pos x="connsiteX70441" y="connsiteY70441"/>
              </a:cxn>
              <a:cxn ang="0">
                <a:pos x="connsiteX70442" y="connsiteY70442"/>
              </a:cxn>
              <a:cxn ang="0">
                <a:pos x="connsiteX70443" y="connsiteY70443"/>
              </a:cxn>
              <a:cxn ang="0">
                <a:pos x="connsiteX70444" y="connsiteY70444"/>
              </a:cxn>
              <a:cxn ang="0">
                <a:pos x="connsiteX70445" y="connsiteY70445"/>
              </a:cxn>
              <a:cxn ang="0">
                <a:pos x="connsiteX70446" y="connsiteY70446"/>
              </a:cxn>
              <a:cxn ang="0">
                <a:pos x="connsiteX70447" y="connsiteY70447"/>
              </a:cxn>
              <a:cxn ang="0">
                <a:pos x="connsiteX70448" y="connsiteY70448"/>
              </a:cxn>
              <a:cxn ang="0">
                <a:pos x="connsiteX70449" y="connsiteY70449"/>
              </a:cxn>
              <a:cxn ang="0">
                <a:pos x="connsiteX70450" y="connsiteY70450"/>
              </a:cxn>
              <a:cxn ang="0">
                <a:pos x="connsiteX70451" y="connsiteY70451"/>
              </a:cxn>
              <a:cxn ang="0">
                <a:pos x="connsiteX70452" y="connsiteY70452"/>
              </a:cxn>
              <a:cxn ang="0">
                <a:pos x="connsiteX70453" y="connsiteY70453"/>
              </a:cxn>
              <a:cxn ang="0">
                <a:pos x="connsiteX70454" y="connsiteY70454"/>
              </a:cxn>
              <a:cxn ang="0">
                <a:pos x="connsiteX70455" y="connsiteY70455"/>
              </a:cxn>
              <a:cxn ang="0">
                <a:pos x="connsiteX70456" y="connsiteY70456"/>
              </a:cxn>
              <a:cxn ang="0">
                <a:pos x="connsiteX70457" y="connsiteY70457"/>
              </a:cxn>
              <a:cxn ang="0">
                <a:pos x="connsiteX70458" y="connsiteY70458"/>
              </a:cxn>
              <a:cxn ang="0">
                <a:pos x="connsiteX70459" y="connsiteY70459"/>
              </a:cxn>
              <a:cxn ang="0">
                <a:pos x="connsiteX70460" y="connsiteY70460"/>
              </a:cxn>
              <a:cxn ang="0">
                <a:pos x="connsiteX70461" y="connsiteY70461"/>
              </a:cxn>
              <a:cxn ang="0">
                <a:pos x="connsiteX70462" y="connsiteY70462"/>
              </a:cxn>
              <a:cxn ang="0">
                <a:pos x="connsiteX70463" y="connsiteY70463"/>
              </a:cxn>
              <a:cxn ang="0">
                <a:pos x="connsiteX70464" y="connsiteY70464"/>
              </a:cxn>
              <a:cxn ang="0">
                <a:pos x="connsiteX70465" y="connsiteY70465"/>
              </a:cxn>
              <a:cxn ang="0">
                <a:pos x="connsiteX70466" y="connsiteY70466"/>
              </a:cxn>
              <a:cxn ang="0">
                <a:pos x="connsiteX70467" y="connsiteY70467"/>
              </a:cxn>
              <a:cxn ang="0">
                <a:pos x="connsiteX70468" y="connsiteY70468"/>
              </a:cxn>
              <a:cxn ang="0">
                <a:pos x="connsiteX70469" y="connsiteY70469"/>
              </a:cxn>
              <a:cxn ang="0">
                <a:pos x="connsiteX70470" y="connsiteY70470"/>
              </a:cxn>
              <a:cxn ang="0">
                <a:pos x="connsiteX70471" y="connsiteY70471"/>
              </a:cxn>
              <a:cxn ang="0">
                <a:pos x="connsiteX70472" y="connsiteY70472"/>
              </a:cxn>
              <a:cxn ang="0">
                <a:pos x="connsiteX70473" y="connsiteY70473"/>
              </a:cxn>
              <a:cxn ang="0">
                <a:pos x="connsiteX70474" y="connsiteY70474"/>
              </a:cxn>
              <a:cxn ang="0">
                <a:pos x="connsiteX70475" y="connsiteY70475"/>
              </a:cxn>
              <a:cxn ang="0">
                <a:pos x="connsiteX70476" y="connsiteY70476"/>
              </a:cxn>
              <a:cxn ang="0">
                <a:pos x="connsiteX70477" y="connsiteY70477"/>
              </a:cxn>
              <a:cxn ang="0">
                <a:pos x="connsiteX70478" y="connsiteY70478"/>
              </a:cxn>
              <a:cxn ang="0">
                <a:pos x="connsiteX70479" y="connsiteY70479"/>
              </a:cxn>
              <a:cxn ang="0">
                <a:pos x="connsiteX70480" y="connsiteY70480"/>
              </a:cxn>
              <a:cxn ang="0">
                <a:pos x="connsiteX70481" y="connsiteY70481"/>
              </a:cxn>
              <a:cxn ang="0">
                <a:pos x="connsiteX70482" y="connsiteY70482"/>
              </a:cxn>
              <a:cxn ang="0">
                <a:pos x="connsiteX70483" y="connsiteY70483"/>
              </a:cxn>
              <a:cxn ang="0">
                <a:pos x="connsiteX70484" y="connsiteY70484"/>
              </a:cxn>
              <a:cxn ang="0">
                <a:pos x="connsiteX70485" y="connsiteY70485"/>
              </a:cxn>
              <a:cxn ang="0">
                <a:pos x="connsiteX70486" y="connsiteY70486"/>
              </a:cxn>
              <a:cxn ang="0">
                <a:pos x="connsiteX70487" y="connsiteY70487"/>
              </a:cxn>
              <a:cxn ang="0">
                <a:pos x="connsiteX70488" y="connsiteY70488"/>
              </a:cxn>
              <a:cxn ang="0">
                <a:pos x="connsiteX70489" y="connsiteY70489"/>
              </a:cxn>
              <a:cxn ang="0">
                <a:pos x="connsiteX70490" y="connsiteY70490"/>
              </a:cxn>
              <a:cxn ang="0">
                <a:pos x="connsiteX70491" y="connsiteY70491"/>
              </a:cxn>
              <a:cxn ang="0">
                <a:pos x="connsiteX70492" y="connsiteY70492"/>
              </a:cxn>
              <a:cxn ang="0">
                <a:pos x="connsiteX70493" y="connsiteY70493"/>
              </a:cxn>
              <a:cxn ang="0">
                <a:pos x="connsiteX70494" y="connsiteY70494"/>
              </a:cxn>
              <a:cxn ang="0">
                <a:pos x="connsiteX70495" y="connsiteY70495"/>
              </a:cxn>
              <a:cxn ang="0">
                <a:pos x="connsiteX70496" y="connsiteY70496"/>
              </a:cxn>
              <a:cxn ang="0">
                <a:pos x="connsiteX70497" y="connsiteY70497"/>
              </a:cxn>
              <a:cxn ang="0">
                <a:pos x="connsiteX70498" y="connsiteY70498"/>
              </a:cxn>
              <a:cxn ang="0">
                <a:pos x="connsiteX70499" y="connsiteY70499"/>
              </a:cxn>
              <a:cxn ang="0">
                <a:pos x="connsiteX70500" y="connsiteY70500"/>
              </a:cxn>
              <a:cxn ang="0">
                <a:pos x="connsiteX70501" y="connsiteY70501"/>
              </a:cxn>
              <a:cxn ang="0">
                <a:pos x="connsiteX70502" y="connsiteY70502"/>
              </a:cxn>
              <a:cxn ang="0">
                <a:pos x="connsiteX70503" y="connsiteY70503"/>
              </a:cxn>
              <a:cxn ang="0">
                <a:pos x="connsiteX70504" y="connsiteY70504"/>
              </a:cxn>
              <a:cxn ang="0">
                <a:pos x="connsiteX70505" y="connsiteY70505"/>
              </a:cxn>
              <a:cxn ang="0">
                <a:pos x="connsiteX70506" y="connsiteY70506"/>
              </a:cxn>
              <a:cxn ang="0">
                <a:pos x="connsiteX70507" y="connsiteY70507"/>
              </a:cxn>
              <a:cxn ang="0">
                <a:pos x="connsiteX70508" y="connsiteY70508"/>
              </a:cxn>
              <a:cxn ang="0">
                <a:pos x="connsiteX70509" y="connsiteY70509"/>
              </a:cxn>
              <a:cxn ang="0">
                <a:pos x="connsiteX70510" y="connsiteY70510"/>
              </a:cxn>
              <a:cxn ang="0">
                <a:pos x="connsiteX70511" y="connsiteY70511"/>
              </a:cxn>
              <a:cxn ang="0">
                <a:pos x="connsiteX70512" y="connsiteY70512"/>
              </a:cxn>
              <a:cxn ang="0">
                <a:pos x="connsiteX70513" y="connsiteY70513"/>
              </a:cxn>
              <a:cxn ang="0">
                <a:pos x="connsiteX70514" y="connsiteY70514"/>
              </a:cxn>
              <a:cxn ang="0">
                <a:pos x="connsiteX70515" y="connsiteY70515"/>
              </a:cxn>
              <a:cxn ang="0">
                <a:pos x="connsiteX70516" y="connsiteY70516"/>
              </a:cxn>
              <a:cxn ang="0">
                <a:pos x="connsiteX70517" y="connsiteY70517"/>
              </a:cxn>
              <a:cxn ang="0">
                <a:pos x="connsiteX70518" y="connsiteY70518"/>
              </a:cxn>
              <a:cxn ang="0">
                <a:pos x="connsiteX70519" y="connsiteY70519"/>
              </a:cxn>
              <a:cxn ang="0">
                <a:pos x="connsiteX70520" y="connsiteY70520"/>
              </a:cxn>
              <a:cxn ang="0">
                <a:pos x="connsiteX70521" y="connsiteY70521"/>
              </a:cxn>
              <a:cxn ang="0">
                <a:pos x="connsiteX70522" y="connsiteY70522"/>
              </a:cxn>
              <a:cxn ang="0">
                <a:pos x="connsiteX70523" y="connsiteY70523"/>
              </a:cxn>
              <a:cxn ang="0">
                <a:pos x="connsiteX70524" y="connsiteY70524"/>
              </a:cxn>
              <a:cxn ang="0">
                <a:pos x="connsiteX70525" y="connsiteY70525"/>
              </a:cxn>
              <a:cxn ang="0">
                <a:pos x="connsiteX70526" y="connsiteY70526"/>
              </a:cxn>
              <a:cxn ang="0">
                <a:pos x="connsiteX70527" y="connsiteY70527"/>
              </a:cxn>
              <a:cxn ang="0">
                <a:pos x="connsiteX70528" y="connsiteY70528"/>
              </a:cxn>
              <a:cxn ang="0">
                <a:pos x="connsiteX70529" y="connsiteY70529"/>
              </a:cxn>
              <a:cxn ang="0">
                <a:pos x="connsiteX70530" y="connsiteY70530"/>
              </a:cxn>
              <a:cxn ang="0">
                <a:pos x="connsiteX70531" y="connsiteY70531"/>
              </a:cxn>
              <a:cxn ang="0">
                <a:pos x="connsiteX70532" y="connsiteY70532"/>
              </a:cxn>
              <a:cxn ang="0">
                <a:pos x="connsiteX70533" y="connsiteY70533"/>
              </a:cxn>
              <a:cxn ang="0">
                <a:pos x="connsiteX70534" y="connsiteY70534"/>
              </a:cxn>
              <a:cxn ang="0">
                <a:pos x="connsiteX70535" y="connsiteY70535"/>
              </a:cxn>
              <a:cxn ang="0">
                <a:pos x="connsiteX70536" y="connsiteY70536"/>
              </a:cxn>
              <a:cxn ang="0">
                <a:pos x="connsiteX70537" y="connsiteY70537"/>
              </a:cxn>
              <a:cxn ang="0">
                <a:pos x="connsiteX70538" y="connsiteY70538"/>
              </a:cxn>
              <a:cxn ang="0">
                <a:pos x="connsiteX70539" y="connsiteY70539"/>
              </a:cxn>
              <a:cxn ang="0">
                <a:pos x="connsiteX70540" y="connsiteY70540"/>
              </a:cxn>
              <a:cxn ang="0">
                <a:pos x="connsiteX70541" y="connsiteY70541"/>
              </a:cxn>
              <a:cxn ang="0">
                <a:pos x="connsiteX70542" y="connsiteY70542"/>
              </a:cxn>
              <a:cxn ang="0">
                <a:pos x="connsiteX70543" y="connsiteY70543"/>
              </a:cxn>
              <a:cxn ang="0">
                <a:pos x="connsiteX70544" y="connsiteY70544"/>
              </a:cxn>
              <a:cxn ang="0">
                <a:pos x="connsiteX70545" y="connsiteY70545"/>
              </a:cxn>
              <a:cxn ang="0">
                <a:pos x="connsiteX70546" y="connsiteY70546"/>
              </a:cxn>
              <a:cxn ang="0">
                <a:pos x="connsiteX70547" y="connsiteY70547"/>
              </a:cxn>
              <a:cxn ang="0">
                <a:pos x="connsiteX70548" y="connsiteY70548"/>
              </a:cxn>
              <a:cxn ang="0">
                <a:pos x="connsiteX70549" y="connsiteY70549"/>
              </a:cxn>
              <a:cxn ang="0">
                <a:pos x="connsiteX70550" y="connsiteY70550"/>
              </a:cxn>
              <a:cxn ang="0">
                <a:pos x="connsiteX70551" y="connsiteY70551"/>
              </a:cxn>
              <a:cxn ang="0">
                <a:pos x="connsiteX70552" y="connsiteY70552"/>
              </a:cxn>
              <a:cxn ang="0">
                <a:pos x="connsiteX70553" y="connsiteY70553"/>
              </a:cxn>
              <a:cxn ang="0">
                <a:pos x="connsiteX70554" y="connsiteY70554"/>
              </a:cxn>
              <a:cxn ang="0">
                <a:pos x="connsiteX70555" y="connsiteY70555"/>
              </a:cxn>
              <a:cxn ang="0">
                <a:pos x="connsiteX70556" y="connsiteY70556"/>
              </a:cxn>
              <a:cxn ang="0">
                <a:pos x="connsiteX70557" y="connsiteY70557"/>
              </a:cxn>
              <a:cxn ang="0">
                <a:pos x="connsiteX70558" y="connsiteY70558"/>
              </a:cxn>
              <a:cxn ang="0">
                <a:pos x="connsiteX70559" y="connsiteY70559"/>
              </a:cxn>
              <a:cxn ang="0">
                <a:pos x="connsiteX70560" y="connsiteY70560"/>
              </a:cxn>
              <a:cxn ang="0">
                <a:pos x="connsiteX70561" y="connsiteY70561"/>
              </a:cxn>
              <a:cxn ang="0">
                <a:pos x="connsiteX70562" y="connsiteY70562"/>
              </a:cxn>
              <a:cxn ang="0">
                <a:pos x="connsiteX70563" y="connsiteY70563"/>
              </a:cxn>
              <a:cxn ang="0">
                <a:pos x="connsiteX70564" y="connsiteY70564"/>
              </a:cxn>
              <a:cxn ang="0">
                <a:pos x="connsiteX70565" y="connsiteY70565"/>
              </a:cxn>
              <a:cxn ang="0">
                <a:pos x="connsiteX70566" y="connsiteY70566"/>
              </a:cxn>
              <a:cxn ang="0">
                <a:pos x="connsiteX70567" y="connsiteY70567"/>
              </a:cxn>
              <a:cxn ang="0">
                <a:pos x="connsiteX70568" y="connsiteY70568"/>
              </a:cxn>
              <a:cxn ang="0">
                <a:pos x="connsiteX70569" y="connsiteY70569"/>
              </a:cxn>
              <a:cxn ang="0">
                <a:pos x="connsiteX70570" y="connsiteY70570"/>
              </a:cxn>
              <a:cxn ang="0">
                <a:pos x="connsiteX70571" y="connsiteY70571"/>
              </a:cxn>
              <a:cxn ang="0">
                <a:pos x="connsiteX70572" y="connsiteY70572"/>
              </a:cxn>
              <a:cxn ang="0">
                <a:pos x="connsiteX70573" y="connsiteY70573"/>
              </a:cxn>
              <a:cxn ang="0">
                <a:pos x="connsiteX70574" y="connsiteY70574"/>
              </a:cxn>
              <a:cxn ang="0">
                <a:pos x="connsiteX70575" y="connsiteY70575"/>
              </a:cxn>
              <a:cxn ang="0">
                <a:pos x="connsiteX70576" y="connsiteY70576"/>
              </a:cxn>
              <a:cxn ang="0">
                <a:pos x="connsiteX70577" y="connsiteY70577"/>
              </a:cxn>
              <a:cxn ang="0">
                <a:pos x="connsiteX70578" y="connsiteY70578"/>
              </a:cxn>
              <a:cxn ang="0">
                <a:pos x="connsiteX70579" y="connsiteY70579"/>
              </a:cxn>
              <a:cxn ang="0">
                <a:pos x="connsiteX70580" y="connsiteY70580"/>
              </a:cxn>
              <a:cxn ang="0">
                <a:pos x="connsiteX70581" y="connsiteY70581"/>
              </a:cxn>
              <a:cxn ang="0">
                <a:pos x="connsiteX70582" y="connsiteY70582"/>
              </a:cxn>
              <a:cxn ang="0">
                <a:pos x="connsiteX70583" y="connsiteY70583"/>
              </a:cxn>
              <a:cxn ang="0">
                <a:pos x="connsiteX70584" y="connsiteY70584"/>
              </a:cxn>
              <a:cxn ang="0">
                <a:pos x="connsiteX70585" y="connsiteY70585"/>
              </a:cxn>
              <a:cxn ang="0">
                <a:pos x="connsiteX70586" y="connsiteY70586"/>
              </a:cxn>
              <a:cxn ang="0">
                <a:pos x="connsiteX70587" y="connsiteY70587"/>
              </a:cxn>
              <a:cxn ang="0">
                <a:pos x="connsiteX70588" y="connsiteY70588"/>
              </a:cxn>
              <a:cxn ang="0">
                <a:pos x="connsiteX70589" y="connsiteY70589"/>
              </a:cxn>
              <a:cxn ang="0">
                <a:pos x="connsiteX70590" y="connsiteY70590"/>
              </a:cxn>
              <a:cxn ang="0">
                <a:pos x="connsiteX70591" y="connsiteY70591"/>
              </a:cxn>
              <a:cxn ang="0">
                <a:pos x="connsiteX70592" y="connsiteY70592"/>
              </a:cxn>
              <a:cxn ang="0">
                <a:pos x="connsiteX70593" y="connsiteY70593"/>
              </a:cxn>
              <a:cxn ang="0">
                <a:pos x="connsiteX70594" y="connsiteY70594"/>
              </a:cxn>
              <a:cxn ang="0">
                <a:pos x="connsiteX70595" y="connsiteY70595"/>
              </a:cxn>
              <a:cxn ang="0">
                <a:pos x="connsiteX70596" y="connsiteY70596"/>
              </a:cxn>
              <a:cxn ang="0">
                <a:pos x="connsiteX70597" y="connsiteY70597"/>
              </a:cxn>
              <a:cxn ang="0">
                <a:pos x="connsiteX70598" y="connsiteY70598"/>
              </a:cxn>
              <a:cxn ang="0">
                <a:pos x="connsiteX70599" y="connsiteY70599"/>
              </a:cxn>
              <a:cxn ang="0">
                <a:pos x="connsiteX70600" y="connsiteY70600"/>
              </a:cxn>
              <a:cxn ang="0">
                <a:pos x="connsiteX70601" y="connsiteY70601"/>
              </a:cxn>
              <a:cxn ang="0">
                <a:pos x="connsiteX70602" y="connsiteY70602"/>
              </a:cxn>
              <a:cxn ang="0">
                <a:pos x="connsiteX70603" y="connsiteY70603"/>
              </a:cxn>
              <a:cxn ang="0">
                <a:pos x="connsiteX70604" y="connsiteY70604"/>
              </a:cxn>
              <a:cxn ang="0">
                <a:pos x="connsiteX70605" y="connsiteY70605"/>
              </a:cxn>
              <a:cxn ang="0">
                <a:pos x="connsiteX70606" y="connsiteY70606"/>
              </a:cxn>
              <a:cxn ang="0">
                <a:pos x="connsiteX70607" y="connsiteY70607"/>
              </a:cxn>
              <a:cxn ang="0">
                <a:pos x="connsiteX70608" y="connsiteY70608"/>
              </a:cxn>
              <a:cxn ang="0">
                <a:pos x="connsiteX70609" y="connsiteY70609"/>
              </a:cxn>
              <a:cxn ang="0">
                <a:pos x="connsiteX70610" y="connsiteY70610"/>
              </a:cxn>
              <a:cxn ang="0">
                <a:pos x="connsiteX70611" y="connsiteY70611"/>
              </a:cxn>
              <a:cxn ang="0">
                <a:pos x="connsiteX70612" y="connsiteY70612"/>
              </a:cxn>
              <a:cxn ang="0">
                <a:pos x="connsiteX70613" y="connsiteY70613"/>
              </a:cxn>
              <a:cxn ang="0">
                <a:pos x="connsiteX70614" y="connsiteY70614"/>
              </a:cxn>
              <a:cxn ang="0">
                <a:pos x="connsiteX70615" y="connsiteY70615"/>
              </a:cxn>
              <a:cxn ang="0">
                <a:pos x="connsiteX70616" y="connsiteY70616"/>
              </a:cxn>
              <a:cxn ang="0">
                <a:pos x="connsiteX70617" y="connsiteY70617"/>
              </a:cxn>
              <a:cxn ang="0">
                <a:pos x="connsiteX70618" y="connsiteY70618"/>
              </a:cxn>
              <a:cxn ang="0">
                <a:pos x="connsiteX70619" y="connsiteY70619"/>
              </a:cxn>
              <a:cxn ang="0">
                <a:pos x="connsiteX70620" y="connsiteY70620"/>
              </a:cxn>
              <a:cxn ang="0">
                <a:pos x="connsiteX70621" y="connsiteY70621"/>
              </a:cxn>
              <a:cxn ang="0">
                <a:pos x="connsiteX70622" y="connsiteY70622"/>
              </a:cxn>
              <a:cxn ang="0">
                <a:pos x="connsiteX70623" y="connsiteY70623"/>
              </a:cxn>
              <a:cxn ang="0">
                <a:pos x="connsiteX70624" y="connsiteY70624"/>
              </a:cxn>
              <a:cxn ang="0">
                <a:pos x="connsiteX70625" y="connsiteY70625"/>
              </a:cxn>
              <a:cxn ang="0">
                <a:pos x="connsiteX70626" y="connsiteY70626"/>
              </a:cxn>
              <a:cxn ang="0">
                <a:pos x="connsiteX70627" y="connsiteY70627"/>
              </a:cxn>
              <a:cxn ang="0">
                <a:pos x="connsiteX70628" y="connsiteY70628"/>
              </a:cxn>
              <a:cxn ang="0">
                <a:pos x="connsiteX70629" y="connsiteY70629"/>
              </a:cxn>
              <a:cxn ang="0">
                <a:pos x="connsiteX70630" y="connsiteY70630"/>
              </a:cxn>
              <a:cxn ang="0">
                <a:pos x="connsiteX70631" y="connsiteY70631"/>
              </a:cxn>
              <a:cxn ang="0">
                <a:pos x="connsiteX70632" y="connsiteY70632"/>
              </a:cxn>
              <a:cxn ang="0">
                <a:pos x="connsiteX70633" y="connsiteY70633"/>
              </a:cxn>
              <a:cxn ang="0">
                <a:pos x="connsiteX70634" y="connsiteY70634"/>
              </a:cxn>
              <a:cxn ang="0">
                <a:pos x="connsiteX70635" y="connsiteY70635"/>
              </a:cxn>
              <a:cxn ang="0">
                <a:pos x="connsiteX70636" y="connsiteY70636"/>
              </a:cxn>
              <a:cxn ang="0">
                <a:pos x="connsiteX70637" y="connsiteY70637"/>
              </a:cxn>
              <a:cxn ang="0">
                <a:pos x="connsiteX70638" y="connsiteY70638"/>
              </a:cxn>
              <a:cxn ang="0">
                <a:pos x="connsiteX70639" y="connsiteY70639"/>
              </a:cxn>
              <a:cxn ang="0">
                <a:pos x="connsiteX70640" y="connsiteY70640"/>
              </a:cxn>
              <a:cxn ang="0">
                <a:pos x="connsiteX70641" y="connsiteY70641"/>
              </a:cxn>
              <a:cxn ang="0">
                <a:pos x="connsiteX70642" y="connsiteY70642"/>
              </a:cxn>
              <a:cxn ang="0">
                <a:pos x="connsiteX70643" y="connsiteY70643"/>
              </a:cxn>
              <a:cxn ang="0">
                <a:pos x="connsiteX70644" y="connsiteY70644"/>
              </a:cxn>
              <a:cxn ang="0">
                <a:pos x="connsiteX70645" y="connsiteY70645"/>
              </a:cxn>
              <a:cxn ang="0">
                <a:pos x="connsiteX70646" y="connsiteY70646"/>
              </a:cxn>
              <a:cxn ang="0">
                <a:pos x="connsiteX70647" y="connsiteY70647"/>
              </a:cxn>
              <a:cxn ang="0">
                <a:pos x="connsiteX70648" y="connsiteY70648"/>
              </a:cxn>
              <a:cxn ang="0">
                <a:pos x="connsiteX70649" y="connsiteY70649"/>
              </a:cxn>
              <a:cxn ang="0">
                <a:pos x="connsiteX70650" y="connsiteY70650"/>
              </a:cxn>
              <a:cxn ang="0">
                <a:pos x="connsiteX70651" y="connsiteY70651"/>
              </a:cxn>
              <a:cxn ang="0">
                <a:pos x="connsiteX70652" y="connsiteY70652"/>
              </a:cxn>
              <a:cxn ang="0">
                <a:pos x="connsiteX70653" y="connsiteY70653"/>
              </a:cxn>
              <a:cxn ang="0">
                <a:pos x="connsiteX70654" y="connsiteY70654"/>
              </a:cxn>
              <a:cxn ang="0">
                <a:pos x="connsiteX70655" y="connsiteY70655"/>
              </a:cxn>
              <a:cxn ang="0">
                <a:pos x="connsiteX70656" y="connsiteY70656"/>
              </a:cxn>
              <a:cxn ang="0">
                <a:pos x="connsiteX70657" y="connsiteY70657"/>
              </a:cxn>
              <a:cxn ang="0">
                <a:pos x="connsiteX70658" y="connsiteY70658"/>
              </a:cxn>
              <a:cxn ang="0">
                <a:pos x="connsiteX70659" y="connsiteY70659"/>
              </a:cxn>
              <a:cxn ang="0">
                <a:pos x="connsiteX70660" y="connsiteY70660"/>
              </a:cxn>
              <a:cxn ang="0">
                <a:pos x="connsiteX70661" y="connsiteY70661"/>
              </a:cxn>
              <a:cxn ang="0">
                <a:pos x="connsiteX70662" y="connsiteY70662"/>
              </a:cxn>
              <a:cxn ang="0">
                <a:pos x="connsiteX70663" y="connsiteY70663"/>
              </a:cxn>
              <a:cxn ang="0">
                <a:pos x="connsiteX70664" y="connsiteY70664"/>
              </a:cxn>
              <a:cxn ang="0">
                <a:pos x="connsiteX70665" y="connsiteY70665"/>
              </a:cxn>
              <a:cxn ang="0">
                <a:pos x="connsiteX70666" y="connsiteY70666"/>
              </a:cxn>
              <a:cxn ang="0">
                <a:pos x="connsiteX70667" y="connsiteY70667"/>
              </a:cxn>
              <a:cxn ang="0">
                <a:pos x="connsiteX70668" y="connsiteY70668"/>
              </a:cxn>
              <a:cxn ang="0">
                <a:pos x="connsiteX70669" y="connsiteY70669"/>
              </a:cxn>
              <a:cxn ang="0">
                <a:pos x="connsiteX70670" y="connsiteY70670"/>
              </a:cxn>
              <a:cxn ang="0">
                <a:pos x="connsiteX70671" y="connsiteY70671"/>
              </a:cxn>
              <a:cxn ang="0">
                <a:pos x="connsiteX70672" y="connsiteY70672"/>
              </a:cxn>
              <a:cxn ang="0">
                <a:pos x="connsiteX70673" y="connsiteY70673"/>
              </a:cxn>
              <a:cxn ang="0">
                <a:pos x="connsiteX70674" y="connsiteY70674"/>
              </a:cxn>
              <a:cxn ang="0">
                <a:pos x="connsiteX70675" y="connsiteY70675"/>
              </a:cxn>
              <a:cxn ang="0">
                <a:pos x="connsiteX70676" y="connsiteY70676"/>
              </a:cxn>
              <a:cxn ang="0">
                <a:pos x="connsiteX70677" y="connsiteY70677"/>
              </a:cxn>
              <a:cxn ang="0">
                <a:pos x="connsiteX70678" y="connsiteY70678"/>
              </a:cxn>
              <a:cxn ang="0">
                <a:pos x="connsiteX70679" y="connsiteY70679"/>
              </a:cxn>
              <a:cxn ang="0">
                <a:pos x="connsiteX70680" y="connsiteY70680"/>
              </a:cxn>
              <a:cxn ang="0">
                <a:pos x="connsiteX70681" y="connsiteY70681"/>
              </a:cxn>
              <a:cxn ang="0">
                <a:pos x="connsiteX70682" y="connsiteY70682"/>
              </a:cxn>
              <a:cxn ang="0">
                <a:pos x="connsiteX70683" y="connsiteY70683"/>
              </a:cxn>
              <a:cxn ang="0">
                <a:pos x="connsiteX70684" y="connsiteY70684"/>
              </a:cxn>
              <a:cxn ang="0">
                <a:pos x="connsiteX70685" y="connsiteY70685"/>
              </a:cxn>
              <a:cxn ang="0">
                <a:pos x="connsiteX70686" y="connsiteY70686"/>
              </a:cxn>
              <a:cxn ang="0">
                <a:pos x="connsiteX70687" y="connsiteY70687"/>
              </a:cxn>
              <a:cxn ang="0">
                <a:pos x="connsiteX70688" y="connsiteY70688"/>
              </a:cxn>
              <a:cxn ang="0">
                <a:pos x="connsiteX70689" y="connsiteY70689"/>
              </a:cxn>
              <a:cxn ang="0">
                <a:pos x="connsiteX70690" y="connsiteY70690"/>
              </a:cxn>
              <a:cxn ang="0">
                <a:pos x="connsiteX70691" y="connsiteY70691"/>
              </a:cxn>
              <a:cxn ang="0">
                <a:pos x="connsiteX70692" y="connsiteY70692"/>
              </a:cxn>
              <a:cxn ang="0">
                <a:pos x="connsiteX70693" y="connsiteY70693"/>
              </a:cxn>
              <a:cxn ang="0">
                <a:pos x="connsiteX70694" y="connsiteY70694"/>
              </a:cxn>
              <a:cxn ang="0">
                <a:pos x="connsiteX70695" y="connsiteY70695"/>
              </a:cxn>
              <a:cxn ang="0">
                <a:pos x="connsiteX70696" y="connsiteY70696"/>
              </a:cxn>
              <a:cxn ang="0">
                <a:pos x="connsiteX70697" y="connsiteY70697"/>
              </a:cxn>
              <a:cxn ang="0">
                <a:pos x="connsiteX70698" y="connsiteY70698"/>
              </a:cxn>
              <a:cxn ang="0">
                <a:pos x="connsiteX70699" y="connsiteY70699"/>
              </a:cxn>
              <a:cxn ang="0">
                <a:pos x="connsiteX70700" y="connsiteY70700"/>
              </a:cxn>
              <a:cxn ang="0">
                <a:pos x="connsiteX70701" y="connsiteY70701"/>
              </a:cxn>
              <a:cxn ang="0">
                <a:pos x="connsiteX70702" y="connsiteY70702"/>
              </a:cxn>
              <a:cxn ang="0">
                <a:pos x="connsiteX70703" y="connsiteY70703"/>
              </a:cxn>
              <a:cxn ang="0">
                <a:pos x="connsiteX70704" y="connsiteY70704"/>
              </a:cxn>
              <a:cxn ang="0">
                <a:pos x="connsiteX70705" y="connsiteY70705"/>
              </a:cxn>
              <a:cxn ang="0">
                <a:pos x="connsiteX70706" y="connsiteY70706"/>
              </a:cxn>
              <a:cxn ang="0">
                <a:pos x="connsiteX70707" y="connsiteY70707"/>
              </a:cxn>
              <a:cxn ang="0">
                <a:pos x="connsiteX70708" y="connsiteY70708"/>
              </a:cxn>
              <a:cxn ang="0">
                <a:pos x="connsiteX70709" y="connsiteY70709"/>
              </a:cxn>
              <a:cxn ang="0">
                <a:pos x="connsiteX70710" y="connsiteY70710"/>
              </a:cxn>
              <a:cxn ang="0">
                <a:pos x="connsiteX70711" y="connsiteY70711"/>
              </a:cxn>
              <a:cxn ang="0">
                <a:pos x="connsiteX70712" y="connsiteY70712"/>
              </a:cxn>
              <a:cxn ang="0">
                <a:pos x="connsiteX70713" y="connsiteY70713"/>
              </a:cxn>
              <a:cxn ang="0">
                <a:pos x="connsiteX70714" y="connsiteY70714"/>
              </a:cxn>
              <a:cxn ang="0">
                <a:pos x="connsiteX70715" y="connsiteY70715"/>
              </a:cxn>
              <a:cxn ang="0">
                <a:pos x="connsiteX70716" y="connsiteY70716"/>
              </a:cxn>
              <a:cxn ang="0">
                <a:pos x="connsiteX70717" y="connsiteY70717"/>
              </a:cxn>
              <a:cxn ang="0">
                <a:pos x="connsiteX70718" y="connsiteY70718"/>
              </a:cxn>
              <a:cxn ang="0">
                <a:pos x="connsiteX70719" y="connsiteY70719"/>
              </a:cxn>
              <a:cxn ang="0">
                <a:pos x="connsiteX70720" y="connsiteY70720"/>
              </a:cxn>
              <a:cxn ang="0">
                <a:pos x="connsiteX70721" y="connsiteY70721"/>
              </a:cxn>
              <a:cxn ang="0">
                <a:pos x="connsiteX70722" y="connsiteY70722"/>
              </a:cxn>
              <a:cxn ang="0">
                <a:pos x="connsiteX70723" y="connsiteY70723"/>
              </a:cxn>
              <a:cxn ang="0">
                <a:pos x="connsiteX70724" y="connsiteY70724"/>
              </a:cxn>
              <a:cxn ang="0">
                <a:pos x="connsiteX70725" y="connsiteY70725"/>
              </a:cxn>
              <a:cxn ang="0">
                <a:pos x="connsiteX70726" y="connsiteY70726"/>
              </a:cxn>
              <a:cxn ang="0">
                <a:pos x="connsiteX70727" y="connsiteY70727"/>
              </a:cxn>
              <a:cxn ang="0">
                <a:pos x="connsiteX70728" y="connsiteY70728"/>
              </a:cxn>
              <a:cxn ang="0">
                <a:pos x="connsiteX70729" y="connsiteY70729"/>
              </a:cxn>
              <a:cxn ang="0">
                <a:pos x="connsiteX70730" y="connsiteY70730"/>
              </a:cxn>
              <a:cxn ang="0">
                <a:pos x="connsiteX70731" y="connsiteY70731"/>
              </a:cxn>
              <a:cxn ang="0">
                <a:pos x="connsiteX70732" y="connsiteY70732"/>
              </a:cxn>
              <a:cxn ang="0">
                <a:pos x="connsiteX70733" y="connsiteY70733"/>
              </a:cxn>
              <a:cxn ang="0">
                <a:pos x="connsiteX70734" y="connsiteY70734"/>
              </a:cxn>
              <a:cxn ang="0">
                <a:pos x="connsiteX70735" y="connsiteY70735"/>
              </a:cxn>
              <a:cxn ang="0">
                <a:pos x="connsiteX70736" y="connsiteY70736"/>
              </a:cxn>
              <a:cxn ang="0">
                <a:pos x="connsiteX70737" y="connsiteY70737"/>
              </a:cxn>
              <a:cxn ang="0">
                <a:pos x="connsiteX70738" y="connsiteY70738"/>
              </a:cxn>
              <a:cxn ang="0">
                <a:pos x="connsiteX70739" y="connsiteY70739"/>
              </a:cxn>
              <a:cxn ang="0">
                <a:pos x="connsiteX70740" y="connsiteY70740"/>
              </a:cxn>
              <a:cxn ang="0">
                <a:pos x="connsiteX70741" y="connsiteY70741"/>
              </a:cxn>
              <a:cxn ang="0">
                <a:pos x="connsiteX70742" y="connsiteY70742"/>
              </a:cxn>
              <a:cxn ang="0">
                <a:pos x="connsiteX70743" y="connsiteY70743"/>
              </a:cxn>
              <a:cxn ang="0">
                <a:pos x="connsiteX70744" y="connsiteY70744"/>
              </a:cxn>
              <a:cxn ang="0">
                <a:pos x="connsiteX70745" y="connsiteY70745"/>
              </a:cxn>
              <a:cxn ang="0">
                <a:pos x="connsiteX70746" y="connsiteY70746"/>
              </a:cxn>
              <a:cxn ang="0">
                <a:pos x="connsiteX70747" y="connsiteY70747"/>
              </a:cxn>
              <a:cxn ang="0">
                <a:pos x="connsiteX70748" y="connsiteY70748"/>
              </a:cxn>
              <a:cxn ang="0">
                <a:pos x="connsiteX70749" y="connsiteY70749"/>
              </a:cxn>
              <a:cxn ang="0">
                <a:pos x="connsiteX70750" y="connsiteY70750"/>
              </a:cxn>
              <a:cxn ang="0">
                <a:pos x="connsiteX70751" y="connsiteY70751"/>
              </a:cxn>
              <a:cxn ang="0">
                <a:pos x="connsiteX70752" y="connsiteY70752"/>
              </a:cxn>
              <a:cxn ang="0">
                <a:pos x="connsiteX70753" y="connsiteY70753"/>
              </a:cxn>
              <a:cxn ang="0">
                <a:pos x="connsiteX70754" y="connsiteY70754"/>
              </a:cxn>
              <a:cxn ang="0">
                <a:pos x="connsiteX70755" y="connsiteY70755"/>
              </a:cxn>
              <a:cxn ang="0">
                <a:pos x="connsiteX70756" y="connsiteY70756"/>
              </a:cxn>
              <a:cxn ang="0">
                <a:pos x="connsiteX70757" y="connsiteY70757"/>
              </a:cxn>
              <a:cxn ang="0">
                <a:pos x="connsiteX70758" y="connsiteY70758"/>
              </a:cxn>
              <a:cxn ang="0">
                <a:pos x="connsiteX70759" y="connsiteY70759"/>
              </a:cxn>
              <a:cxn ang="0">
                <a:pos x="connsiteX70760" y="connsiteY70760"/>
              </a:cxn>
              <a:cxn ang="0">
                <a:pos x="connsiteX70761" y="connsiteY70761"/>
              </a:cxn>
              <a:cxn ang="0">
                <a:pos x="connsiteX70762" y="connsiteY70762"/>
              </a:cxn>
              <a:cxn ang="0">
                <a:pos x="connsiteX70763" y="connsiteY70763"/>
              </a:cxn>
              <a:cxn ang="0">
                <a:pos x="connsiteX70764" y="connsiteY70764"/>
              </a:cxn>
              <a:cxn ang="0">
                <a:pos x="connsiteX70765" y="connsiteY70765"/>
              </a:cxn>
              <a:cxn ang="0">
                <a:pos x="connsiteX70766" y="connsiteY70766"/>
              </a:cxn>
              <a:cxn ang="0">
                <a:pos x="connsiteX70767" y="connsiteY70767"/>
              </a:cxn>
              <a:cxn ang="0">
                <a:pos x="connsiteX70768" y="connsiteY70768"/>
              </a:cxn>
              <a:cxn ang="0">
                <a:pos x="connsiteX70769" y="connsiteY70769"/>
              </a:cxn>
              <a:cxn ang="0">
                <a:pos x="connsiteX70770" y="connsiteY70770"/>
              </a:cxn>
              <a:cxn ang="0">
                <a:pos x="connsiteX70771" y="connsiteY70771"/>
              </a:cxn>
              <a:cxn ang="0">
                <a:pos x="connsiteX70772" y="connsiteY70772"/>
              </a:cxn>
              <a:cxn ang="0">
                <a:pos x="connsiteX70773" y="connsiteY70773"/>
              </a:cxn>
              <a:cxn ang="0">
                <a:pos x="connsiteX70774" y="connsiteY70774"/>
              </a:cxn>
              <a:cxn ang="0">
                <a:pos x="connsiteX70775" y="connsiteY70775"/>
              </a:cxn>
              <a:cxn ang="0">
                <a:pos x="connsiteX70776" y="connsiteY70776"/>
              </a:cxn>
              <a:cxn ang="0">
                <a:pos x="connsiteX70777" y="connsiteY70777"/>
              </a:cxn>
              <a:cxn ang="0">
                <a:pos x="connsiteX70778" y="connsiteY70778"/>
              </a:cxn>
              <a:cxn ang="0">
                <a:pos x="connsiteX70779" y="connsiteY70779"/>
              </a:cxn>
              <a:cxn ang="0">
                <a:pos x="connsiteX70780" y="connsiteY70780"/>
              </a:cxn>
              <a:cxn ang="0">
                <a:pos x="connsiteX70781" y="connsiteY70781"/>
              </a:cxn>
              <a:cxn ang="0">
                <a:pos x="connsiteX70782" y="connsiteY70782"/>
              </a:cxn>
              <a:cxn ang="0">
                <a:pos x="connsiteX70783" y="connsiteY70783"/>
              </a:cxn>
              <a:cxn ang="0">
                <a:pos x="connsiteX70784" y="connsiteY70784"/>
              </a:cxn>
              <a:cxn ang="0">
                <a:pos x="connsiteX70785" y="connsiteY70785"/>
              </a:cxn>
              <a:cxn ang="0">
                <a:pos x="connsiteX70786" y="connsiteY70786"/>
              </a:cxn>
              <a:cxn ang="0">
                <a:pos x="connsiteX70787" y="connsiteY70787"/>
              </a:cxn>
              <a:cxn ang="0">
                <a:pos x="connsiteX70788" y="connsiteY70788"/>
              </a:cxn>
              <a:cxn ang="0">
                <a:pos x="connsiteX70789" y="connsiteY70789"/>
              </a:cxn>
              <a:cxn ang="0">
                <a:pos x="connsiteX70790" y="connsiteY70790"/>
              </a:cxn>
              <a:cxn ang="0">
                <a:pos x="connsiteX70791" y="connsiteY70791"/>
              </a:cxn>
              <a:cxn ang="0">
                <a:pos x="connsiteX70792" y="connsiteY70792"/>
              </a:cxn>
              <a:cxn ang="0">
                <a:pos x="connsiteX70793" y="connsiteY70793"/>
              </a:cxn>
              <a:cxn ang="0">
                <a:pos x="connsiteX70794" y="connsiteY70794"/>
              </a:cxn>
              <a:cxn ang="0">
                <a:pos x="connsiteX70795" y="connsiteY70795"/>
              </a:cxn>
              <a:cxn ang="0">
                <a:pos x="connsiteX70796" y="connsiteY70796"/>
              </a:cxn>
              <a:cxn ang="0">
                <a:pos x="connsiteX70797" y="connsiteY70797"/>
              </a:cxn>
              <a:cxn ang="0">
                <a:pos x="connsiteX70798" y="connsiteY70798"/>
              </a:cxn>
              <a:cxn ang="0">
                <a:pos x="connsiteX70799" y="connsiteY70799"/>
              </a:cxn>
              <a:cxn ang="0">
                <a:pos x="connsiteX70800" y="connsiteY70800"/>
              </a:cxn>
              <a:cxn ang="0">
                <a:pos x="connsiteX70801" y="connsiteY70801"/>
              </a:cxn>
              <a:cxn ang="0">
                <a:pos x="connsiteX70802" y="connsiteY70802"/>
              </a:cxn>
              <a:cxn ang="0">
                <a:pos x="connsiteX70803" y="connsiteY70803"/>
              </a:cxn>
              <a:cxn ang="0">
                <a:pos x="connsiteX70804" y="connsiteY70804"/>
              </a:cxn>
              <a:cxn ang="0">
                <a:pos x="connsiteX70805" y="connsiteY70805"/>
              </a:cxn>
              <a:cxn ang="0">
                <a:pos x="connsiteX70806" y="connsiteY70806"/>
              </a:cxn>
              <a:cxn ang="0">
                <a:pos x="connsiteX70807" y="connsiteY70807"/>
              </a:cxn>
              <a:cxn ang="0">
                <a:pos x="connsiteX70808" y="connsiteY70808"/>
              </a:cxn>
              <a:cxn ang="0">
                <a:pos x="connsiteX70809" y="connsiteY70809"/>
              </a:cxn>
              <a:cxn ang="0">
                <a:pos x="connsiteX70810" y="connsiteY70810"/>
              </a:cxn>
              <a:cxn ang="0">
                <a:pos x="connsiteX70811" y="connsiteY70811"/>
              </a:cxn>
              <a:cxn ang="0">
                <a:pos x="connsiteX70812" y="connsiteY70812"/>
              </a:cxn>
              <a:cxn ang="0">
                <a:pos x="connsiteX70813" y="connsiteY70813"/>
              </a:cxn>
              <a:cxn ang="0">
                <a:pos x="connsiteX70814" y="connsiteY70814"/>
              </a:cxn>
              <a:cxn ang="0">
                <a:pos x="connsiteX70815" y="connsiteY70815"/>
              </a:cxn>
              <a:cxn ang="0">
                <a:pos x="connsiteX70816" y="connsiteY70816"/>
              </a:cxn>
              <a:cxn ang="0">
                <a:pos x="connsiteX70817" y="connsiteY70817"/>
              </a:cxn>
              <a:cxn ang="0">
                <a:pos x="connsiteX70818" y="connsiteY70818"/>
              </a:cxn>
              <a:cxn ang="0">
                <a:pos x="connsiteX70819" y="connsiteY70819"/>
              </a:cxn>
              <a:cxn ang="0">
                <a:pos x="connsiteX70820" y="connsiteY70820"/>
              </a:cxn>
              <a:cxn ang="0">
                <a:pos x="connsiteX70821" y="connsiteY70821"/>
              </a:cxn>
              <a:cxn ang="0">
                <a:pos x="connsiteX70822" y="connsiteY70822"/>
              </a:cxn>
              <a:cxn ang="0">
                <a:pos x="connsiteX70823" y="connsiteY70823"/>
              </a:cxn>
              <a:cxn ang="0">
                <a:pos x="connsiteX70824" y="connsiteY70824"/>
              </a:cxn>
              <a:cxn ang="0">
                <a:pos x="connsiteX70825" y="connsiteY70825"/>
              </a:cxn>
              <a:cxn ang="0">
                <a:pos x="connsiteX70826" y="connsiteY70826"/>
              </a:cxn>
              <a:cxn ang="0">
                <a:pos x="connsiteX70827" y="connsiteY70827"/>
              </a:cxn>
              <a:cxn ang="0">
                <a:pos x="connsiteX70828" y="connsiteY70828"/>
              </a:cxn>
              <a:cxn ang="0">
                <a:pos x="connsiteX70829" y="connsiteY70829"/>
              </a:cxn>
              <a:cxn ang="0">
                <a:pos x="connsiteX70830" y="connsiteY70830"/>
              </a:cxn>
              <a:cxn ang="0">
                <a:pos x="connsiteX70831" y="connsiteY70831"/>
              </a:cxn>
              <a:cxn ang="0">
                <a:pos x="connsiteX70832" y="connsiteY70832"/>
              </a:cxn>
              <a:cxn ang="0">
                <a:pos x="connsiteX70833" y="connsiteY70833"/>
              </a:cxn>
              <a:cxn ang="0">
                <a:pos x="connsiteX70834" y="connsiteY70834"/>
              </a:cxn>
              <a:cxn ang="0">
                <a:pos x="connsiteX70835" y="connsiteY70835"/>
              </a:cxn>
              <a:cxn ang="0">
                <a:pos x="connsiteX70836" y="connsiteY70836"/>
              </a:cxn>
              <a:cxn ang="0">
                <a:pos x="connsiteX70837" y="connsiteY70837"/>
              </a:cxn>
              <a:cxn ang="0">
                <a:pos x="connsiteX70838" y="connsiteY70838"/>
              </a:cxn>
              <a:cxn ang="0">
                <a:pos x="connsiteX70839" y="connsiteY70839"/>
              </a:cxn>
              <a:cxn ang="0">
                <a:pos x="connsiteX70840" y="connsiteY70840"/>
              </a:cxn>
              <a:cxn ang="0">
                <a:pos x="connsiteX70841" y="connsiteY70841"/>
              </a:cxn>
              <a:cxn ang="0">
                <a:pos x="connsiteX70842" y="connsiteY70842"/>
              </a:cxn>
              <a:cxn ang="0">
                <a:pos x="connsiteX70843" y="connsiteY70843"/>
              </a:cxn>
              <a:cxn ang="0">
                <a:pos x="connsiteX70844" y="connsiteY70844"/>
              </a:cxn>
              <a:cxn ang="0">
                <a:pos x="connsiteX70845" y="connsiteY70845"/>
              </a:cxn>
              <a:cxn ang="0">
                <a:pos x="connsiteX70846" y="connsiteY70846"/>
              </a:cxn>
              <a:cxn ang="0">
                <a:pos x="connsiteX70847" y="connsiteY70847"/>
              </a:cxn>
              <a:cxn ang="0">
                <a:pos x="connsiteX70848" y="connsiteY70848"/>
              </a:cxn>
              <a:cxn ang="0">
                <a:pos x="connsiteX70849" y="connsiteY70849"/>
              </a:cxn>
              <a:cxn ang="0">
                <a:pos x="connsiteX70850" y="connsiteY70850"/>
              </a:cxn>
              <a:cxn ang="0">
                <a:pos x="connsiteX70851" y="connsiteY70851"/>
              </a:cxn>
              <a:cxn ang="0">
                <a:pos x="connsiteX70852" y="connsiteY70852"/>
              </a:cxn>
              <a:cxn ang="0">
                <a:pos x="connsiteX70853" y="connsiteY70853"/>
              </a:cxn>
              <a:cxn ang="0">
                <a:pos x="connsiteX70854" y="connsiteY70854"/>
              </a:cxn>
              <a:cxn ang="0">
                <a:pos x="connsiteX70855" y="connsiteY70855"/>
              </a:cxn>
              <a:cxn ang="0">
                <a:pos x="connsiteX70856" y="connsiteY70856"/>
              </a:cxn>
              <a:cxn ang="0">
                <a:pos x="connsiteX70857" y="connsiteY70857"/>
              </a:cxn>
              <a:cxn ang="0">
                <a:pos x="connsiteX70858" y="connsiteY70858"/>
              </a:cxn>
              <a:cxn ang="0">
                <a:pos x="connsiteX70859" y="connsiteY70859"/>
              </a:cxn>
              <a:cxn ang="0">
                <a:pos x="connsiteX70860" y="connsiteY70860"/>
              </a:cxn>
              <a:cxn ang="0">
                <a:pos x="connsiteX70861" y="connsiteY70861"/>
              </a:cxn>
              <a:cxn ang="0">
                <a:pos x="connsiteX70862" y="connsiteY70862"/>
              </a:cxn>
              <a:cxn ang="0">
                <a:pos x="connsiteX70863" y="connsiteY70863"/>
              </a:cxn>
              <a:cxn ang="0">
                <a:pos x="connsiteX70864" y="connsiteY70864"/>
              </a:cxn>
              <a:cxn ang="0">
                <a:pos x="connsiteX70865" y="connsiteY70865"/>
              </a:cxn>
              <a:cxn ang="0">
                <a:pos x="connsiteX70866" y="connsiteY70866"/>
              </a:cxn>
              <a:cxn ang="0">
                <a:pos x="connsiteX70867" y="connsiteY70867"/>
              </a:cxn>
              <a:cxn ang="0">
                <a:pos x="connsiteX70868" y="connsiteY70868"/>
              </a:cxn>
              <a:cxn ang="0">
                <a:pos x="connsiteX70869" y="connsiteY70869"/>
              </a:cxn>
              <a:cxn ang="0">
                <a:pos x="connsiteX70870" y="connsiteY70870"/>
              </a:cxn>
              <a:cxn ang="0">
                <a:pos x="connsiteX70871" y="connsiteY70871"/>
              </a:cxn>
              <a:cxn ang="0">
                <a:pos x="connsiteX70872" y="connsiteY70872"/>
              </a:cxn>
              <a:cxn ang="0">
                <a:pos x="connsiteX70873" y="connsiteY70873"/>
              </a:cxn>
              <a:cxn ang="0">
                <a:pos x="connsiteX70874" y="connsiteY70874"/>
              </a:cxn>
              <a:cxn ang="0">
                <a:pos x="connsiteX70875" y="connsiteY70875"/>
              </a:cxn>
              <a:cxn ang="0">
                <a:pos x="connsiteX70876" y="connsiteY70876"/>
              </a:cxn>
              <a:cxn ang="0">
                <a:pos x="connsiteX70877" y="connsiteY70877"/>
              </a:cxn>
              <a:cxn ang="0">
                <a:pos x="connsiteX70878" y="connsiteY70878"/>
              </a:cxn>
              <a:cxn ang="0">
                <a:pos x="connsiteX70879" y="connsiteY70879"/>
              </a:cxn>
              <a:cxn ang="0">
                <a:pos x="connsiteX70880" y="connsiteY70880"/>
              </a:cxn>
              <a:cxn ang="0">
                <a:pos x="connsiteX70881" y="connsiteY70881"/>
              </a:cxn>
              <a:cxn ang="0">
                <a:pos x="connsiteX70882" y="connsiteY70882"/>
              </a:cxn>
              <a:cxn ang="0">
                <a:pos x="connsiteX70883" y="connsiteY70883"/>
              </a:cxn>
              <a:cxn ang="0">
                <a:pos x="connsiteX70884" y="connsiteY70884"/>
              </a:cxn>
              <a:cxn ang="0">
                <a:pos x="connsiteX70885" y="connsiteY70885"/>
              </a:cxn>
              <a:cxn ang="0">
                <a:pos x="connsiteX70886" y="connsiteY70886"/>
              </a:cxn>
              <a:cxn ang="0">
                <a:pos x="connsiteX70887" y="connsiteY70887"/>
              </a:cxn>
              <a:cxn ang="0">
                <a:pos x="connsiteX70888" y="connsiteY70888"/>
              </a:cxn>
              <a:cxn ang="0">
                <a:pos x="connsiteX70889" y="connsiteY70889"/>
              </a:cxn>
              <a:cxn ang="0">
                <a:pos x="connsiteX70890" y="connsiteY70890"/>
              </a:cxn>
              <a:cxn ang="0">
                <a:pos x="connsiteX70891" y="connsiteY70891"/>
              </a:cxn>
              <a:cxn ang="0">
                <a:pos x="connsiteX70892" y="connsiteY70892"/>
              </a:cxn>
              <a:cxn ang="0">
                <a:pos x="connsiteX70893" y="connsiteY70893"/>
              </a:cxn>
              <a:cxn ang="0">
                <a:pos x="connsiteX70894" y="connsiteY70894"/>
              </a:cxn>
              <a:cxn ang="0">
                <a:pos x="connsiteX70895" y="connsiteY70895"/>
              </a:cxn>
              <a:cxn ang="0">
                <a:pos x="connsiteX70896" y="connsiteY70896"/>
              </a:cxn>
              <a:cxn ang="0">
                <a:pos x="connsiteX70897" y="connsiteY70897"/>
              </a:cxn>
              <a:cxn ang="0">
                <a:pos x="connsiteX70898" y="connsiteY70898"/>
              </a:cxn>
              <a:cxn ang="0">
                <a:pos x="connsiteX70899" y="connsiteY70899"/>
              </a:cxn>
              <a:cxn ang="0">
                <a:pos x="connsiteX70900" y="connsiteY70900"/>
              </a:cxn>
              <a:cxn ang="0">
                <a:pos x="connsiteX70901" y="connsiteY70901"/>
              </a:cxn>
              <a:cxn ang="0">
                <a:pos x="connsiteX70902" y="connsiteY70902"/>
              </a:cxn>
              <a:cxn ang="0">
                <a:pos x="connsiteX70903" y="connsiteY70903"/>
              </a:cxn>
              <a:cxn ang="0">
                <a:pos x="connsiteX70904" y="connsiteY70904"/>
              </a:cxn>
              <a:cxn ang="0">
                <a:pos x="connsiteX70905" y="connsiteY70905"/>
              </a:cxn>
              <a:cxn ang="0">
                <a:pos x="connsiteX70906" y="connsiteY70906"/>
              </a:cxn>
              <a:cxn ang="0">
                <a:pos x="connsiteX70907" y="connsiteY70907"/>
              </a:cxn>
              <a:cxn ang="0">
                <a:pos x="connsiteX70908" y="connsiteY70908"/>
              </a:cxn>
              <a:cxn ang="0">
                <a:pos x="connsiteX70909" y="connsiteY70909"/>
              </a:cxn>
              <a:cxn ang="0">
                <a:pos x="connsiteX70910" y="connsiteY70910"/>
              </a:cxn>
              <a:cxn ang="0">
                <a:pos x="connsiteX70911" y="connsiteY70911"/>
              </a:cxn>
              <a:cxn ang="0">
                <a:pos x="connsiteX70912" y="connsiteY70912"/>
              </a:cxn>
              <a:cxn ang="0">
                <a:pos x="connsiteX70913" y="connsiteY70913"/>
              </a:cxn>
              <a:cxn ang="0">
                <a:pos x="connsiteX70914" y="connsiteY70914"/>
              </a:cxn>
              <a:cxn ang="0">
                <a:pos x="connsiteX70915" y="connsiteY70915"/>
              </a:cxn>
              <a:cxn ang="0">
                <a:pos x="connsiteX70916" y="connsiteY70916"/>
              </a:cxn>
              <a:cxn ang="0">
                <a:pos x="connsiteX70917" y="connsiteY70917"/>
              </a:cxn>
              <a:cxn ang="0">
                <a:pos x="connsiteX70918" y="connsiteY70918"/>
              </a:cxn>
              <a:cxn ang="0">
                <a:pos x="connsiteX70919" y="connsiteY70919"/>
              </a:cxn>
              <a:cxn ang="0">
                <a:pos x="connsiteX70920" y="connsiteY70920"/>
              </a:cxn>
              <a:cxn ang="0">
                <a:pos x="connsiteX70921" y="connsiteY70921"/>
              </a:cxn>
              <a:cxn ang="0">
                <a:pos x="connsiteX70922" y="connsiteY70922"/>
              </a:cxn>
              <a:cxn ang="0">
                <a:pos x="connsiteX70923" y="connsiteY70923"/>
              </a:cxn>
              <a:cxn ang="0">
                <a:pos x="connsiteX70924" y="connsiteY70924"/>
              </a:cxn>
              <a:cxn ang="0">
                <a:pos x="connsiteX70925" y="connsiteY70925"/>
              </a:cxn>
              <a:cxn ang="0">
                <a:pos x="connsiteX70926" y="connsiteY70926"/>
              </a:cxn>
              <a:cxn ang="0">
                <a:pos x="connsiteX70927" y="connsiteY70927"/>
              </a:cxn>
              <a:cxn ang="0">
                <a:pos x="connsiteX70928" y="connsiteY70928"/>
              </a:cxn>
              <a:cxn ang="0">
                <a:pos x="connsiteX70929" y="connsiteY70929"/>
              </a:cxn>
              <a:cxn ang="0">
                <a:pos x="connsiteX70930" y="connsiteY70930"/>
              </a:cxn>
              <a:cxn ang="0">
                <a:pos x="connsiteX70931" y="connsiteY70931"/>
              </a:cxn>
              <a:cxn ang="0">
                <a:pos x="connsiteX70932" y="connsiteY70932"/>
              </a:cxn>
              <a:cxn ang="0">
                <a:pos x="connsiteX70933" y="connsiteY70933"/>
              </a:cxn>
              <a:cxn ang="0">
                <a:pos x="connsiteX70934" y="connsiteY70934"/>
              </a:cxn>
              <a:cxn ang="0">
                <a:pos x="connsiteX70935" y="connsiteY70935"/>
              </a:cxn>
              <a:cxn ang="0">
                <a:pos x="connsiteX70936" y="connsiteY70936"/>
              </a:cxn>
              <a:cxn ang="0">
                <a:pos x="connsiteX70937" y="connsiteY70937"/>
              </a:cxn>
              <a:cxn ang="0">
                <a:pos x="connsiteX70938" y="connsiteY70938"/>
              </a:cxn>
              <a:cxn ang="0">
                <a:pos x="connsiteX70939" y="connsiteY70939"/>
              </a:cxn>
              <a:cxn ang="0">
                <a:pos x="connsiteX70940" y="connsiteY70940"/>
              </a:cxn>
              <a:cxn ang="0">
                <a:pos x="connsiteX70941" y="connsiteY70941"/>
              </a:cxn>
              <a:cxn ang="0">
                <a:pos x="connsiteX70942" y="connsiteY70942"/>
              </a:cxn>
              <a:cxn ang="0">
                <a:pos x="connsiteX70943" y="connsiteY70943"/>
              </a:cxn>
              <a:cxn ang="0">
                <a:pos x="connsiteX70944" y="connsiteY70944"/>
              </a:cxn>
              <a:cxn ang="0">
                <a:pos x="connsiteX70945" y="connsiteY70945"/>
              </a:cxn>
              <a:cxn ang="0">
                <a:pos x="connsiteX70946" y="connsiteY70946"/>
              </a:cxn>
              <a:cxn ang="0">
                <a:pos x="connsiteX70947" y="connsiteY70947"/>
              </a:cxn>
              <a:cxn ang="0">
                <a:pos x="connsiteX70948" y="connsiteY70948"/>
              </a:cxn>
              <a:cxn ang="0">
                <a:pos x="connsiteX70949" y="connsiteY70949"/>
              </a:cxn>
              <a:cxn ang="0">
                <a:pos x="connsiteX70950" y="connsiteY70950"/>
              </a:cxn>
              <a:cxn ang="0">
                <a:pos x="connsiteX70951" y="connsiteY70951"/>
              </a:cxn>
              <a:cxn ang="0">
                <a:pos x="connsiteX70952" y="connsiteY70952"/>
              </a:cxn>
              <a:cxn ang="0">
                <a:pos x="connsiteX70953" y="connsiteY70953"/>
              </a:cxn>
              <a:cxn ang="0">
                <a:pos x="connsiteX70954" y="connsiteY70954"/>
              </a:cxn>
              <a:cxn ang="0">
                <a:pos x="connsiteX70955" y="connsiteY70955"/>
              </a:cxn>
              <a:cxn ang="0">
                <a:pos x="connsiteX70956" y="connsiteY70956"/>
              </a:cxn>
              <a:cxn ang="0">
                <a:pos x="connsiteX70957" y="connsiteY70957"/>
              </a:cxn>
              <a:cxn ang="0">
                <a:pos x="connsiteX70958" y="connsiteY70958"/>
              </a:cxn>
              <a:cxn ang="0">
                <a:pos x="connsiteX70959" y="connsiteY70959"/>
              </a:cxn>
              <a:cxn ang="0">
                <a:pos x="connsiteX70960" y="connsiteY70960"/>
              </a:cxn>
              <a:cxn ang="0">
                <a:pos x="connsiteX70961" y="connsiteY70961"/>
              </a:cxn>
              <a:cxn ang="0">
                <a:pos x="connsiteX70962" y="connsiteY70962"/>
              </a:cxn>
              <a:cxn ang="0">
                <a:pos x="connsiteX70963" y="connsiteY70963"/>
              </a:cxn>
              <a:cxn ang="0">
                <a:pos x="connsiteX70964" y="connsiteY70964"/>
              </a:cxn>
              <a:cxn ang="0">
                <a:pos x="connsiteX70965" y="connsiteY70965"/>
              </a:cxn>
              <a:cxn ang="0">
                <a:pos x="connsiteX70966" y="connsiteY70966"/>
              </a:cxn>
              <a:cxn ang="0">
                <a:pos x="connsiteX70967" y="connsiteY70967"/>
              </a:cxn>
              <a:cxn ang="0">
                <a:pos x="connsiteX70968" y="connsiteY70968"/>
              </a:cxn>
              <a:cxn ang="0">
                <a:pos x="connsiteX70969" y="connsiteY70969"/>
              </a:cxn>
              <a:cxn ang="0">
                <a:pos x="connsiteX70970" y="connsiteY70970"/>
              </a:cxn>
              <a:cxn ang="0">
                <a:pos x="connsiteX70971" y="connsiteY70971"/>
              </a:cxn>
              <a:cxn ang="0">
                <a:pos x="connsiteX70972" y="connsiteY70972"/>
              </a:cxn>
              <a:cxn ang="0">
                <a:pos x="connsiteX70973" y="connsiteY70973"/>
              </a:cxn>
              <a:cxn ang="0">
                <a:pos x="connsiteX70974" y="connsiteY70974"/>
              </a:cxn>
              <a:cxn ang="0">
                <a:pos x="connsiteX70975" y="connsiteY70975"/>
              </a:cxn>
              <a:cxn ang="0">
                <a:pos x="connsiteX70976" y="connsiteY70976"/>
              </a:cxn>
              <a:cxn ang="0">
                <a:pos x="connsiteX70977" y="connsiteY70977"/>
              </a:cxn>
              <a:cxn ang="0">
                <a:pos x="connsiteX70978" y="connsiteY70978"/>
              </a:cxn>
              <a:cxn ang="0">
                <a:pos x="connsiteX70979" y="connsiteY70979"/>
              </a:cxn>
              <a:cxn ang="0">
                <a:pos x="connsiteX70980" y="connsiteY70980"/>
              </a:cxn>
              <a:cxn ang="0">
                <a:pos x="connsiteX70981" y="connsiteY70981"/>
              </a:cxn>
              <a:cxn ang="0">
                <a:pos x="connsiteX70982" y="connsiteY70982"/>
              </a:cxn>
              <a:cxn ang="0">
                <a:pos x="connsiteX70983" y="connsiteY70983"/>
              </a:cxn>
              <a:cxn ang="0">
                <a:pos x="connsiteX70984" y="connsiteY70984"/>
              </a:cxn>
              <a:cxn ang="0">
                <a:pos x="connsiteX70985" y="connsiteY70985"/>
              </a:cxn>
              <a:cxn ang="0">
                <a:pos x="connsiteX70986" y="connsiteY70986"/>
              </a:cxn>
              <a:cxn ang="0">
                <a:pos x="connsiteX70987" y="connsiteY70987"/>
              </a:cxn>
              <a:cxn ang="0">
                <a:pos x="connsiteX70988" y="connsiteY70988"/>
              </a:cxn>
              <a:cxn ang="0">
                <a:pos x="connsiteX70989" y="connsiteY70989"/>
              </a:cxn>
              <a:cxn ang="0">
                <a:pos x="connsiteX70990" y="connsiteY70990"/>
              </a:cxn>
              <a:cxn ang="0">
                <a:pos x="connsiteX70991" y="connsiteY70991"/>
              </a:cxn>
              <a:cxn ang="0">
                <a:pos x="connsiteX70992" y="connsiteY70992"/>
              </a:cxn>
              <a:cxn ang="0">
                <a:pos x="connsiteX70993" y="connsiteY70993"/>
              </a:cxn>
              <a:cxn ang="0">
                <a:pos x="connsiteX70994" y="connsiteY70994"/>
              </a:cxn>
              <a:cxn ang="0">
                <a:pos x="connsiteX70995" y="connsiteY70995"/>
              </a:cxn>
              <a:cxn ang="0">
                <a:pos x="connsiteX70996" y="connsiteY70996"/>
              </a:cxn>
              <a:cxn ang="0">
                <a:pos x="connsiteX70997" y="connsiteY70997"/>
              </a:cxn>
              <a:cxn ang="0">
                <a:pos x="connsiteX70998" y="connsiteY70998"/>
              </a:cxn>
              <a:cxn ang="0">
                <a:pos x="connsiteX70999" y="connsiteY70999"/>
              </a:cxn>
              <a:cxn ang="0">
                <a:pos x="connsiteX71000" y="connsiteY71000"/>
              </a:cxn>
              <a:cxn ang="0">
                <a:pos x="connsiteX71001" y="connsiteY71001"/>
              </a:cxn>
              <a:cxn ang="0">
                <a:pos x="connsiteX71002" y="connsiteY71002"/>
              </a:cxn>
              <a:cxn ang="0">
                <a:pos x="connsiteX71003" y="connsiteY71003"/>
              </a:cxn>
              <a:cxn ang="0">
                <a:pos x="connsiteX71004" y="connsiteY71004"/>
              </a:cxn>
              <a:cxn ang="0">
                <a:pos x="connsiteX71005" y="connsiteY71005"/>
              </a:cxn>
              <a:cxn ang="0">
                <a:pos x="connsiteX71006" y="connsiteY71006"/>
              </a:cxn>
              <a:cxn ang="0">
                <a:pos x="connsiteX71007" y="connsiteY71007"/>
              </a:cxn>
              <a:cxn ang="0">
                <a:pos x="connsiteX71008" y="connsiteY71008"/>
              </a:cxn>
              <a:cxn ang="0">
                <a:pos x="connsiteX71009" y="connsiteY71009"/>
              </a:cxn>
              <a:cxn ang="0">
                <a:pos x="connsiteX71010" y="connsiteY71010"/>
              </a:cxn>
              <a:cxn ang="0">
                <a:pos x="connsiteX71011" y="connsiteY71011"/>
              </a:cxn>
              <a:cxn ang="0">
                <a:pos x="connsiteX71012" y="connsiteY71012"/>
              </a:cxn>
              <a:cxn ang="0">
                <a:pos x="connsiteX71013" y="connsiteY71013"/>
              </a:cxn>
              <a:cxn ang="0">
                <a:pos x="connsiteX71014" y="connsiteY71014"/>
              </a:cxn>
              <a:cxn ang="0">
                <a:pos x="connsiteX71015" y="connsiteY71015"/>
              </a:cxn>
              <a:cxn ang="0">
                <a:pos x="connsiteX71016" y="connsiteY71016"/>
              </a:cxn>
              <a:cxn ang="0">
                <a:pos x="connsiteX71017" y="connsiteY71017"/>
              </a:cxn>
              <a:cxn ang="0">
                <a:pos x="connsiteX71018" y="connsiteY71018"/>
              </a:cxn>
              <a:cxn ang="0">
                <a:pos x="connsiteX71019" y="connsiteY71019"/>
              </a:cxn>
              <a:cxn ang="0">
                <a:pos x="connsiteX71020" y="connsiteY71020"/>
              </a:cxn>
              <a:cxn ang="0">
                <a:pos x="connsiteX71021" y="connsiteY71021"/>
              </a:cxn>
              <a:cxn ang="0">
                <a:pos x="connsiteX71022" y="connsiteY71022"/>
              </a:cxn>
              <a:cxn ang="0">
                <a:pos x="connsiteX71023" y="connsiteY71023"/>
              </a:cxn>
              <a:cxn ang="0">
                <a:pos x="connsiteX71024" y="connsiteY71024"/>
              </a:cxn>
              <a:cxn ang="0">
                <a:pos x="connsiteX71025" y="connsiteY71025"/>
              </a:cxn>
              <a:cxn ang="0">
                <a:pos x="connsiteX71026" y="connsiteY71026"/>
              </a:cxn>
              <a:cxn ang="0">
                <a:pos x="connsiteX71027" y="connsiteY71027"/>
              </a:cxn>
              <a:cxn ang="0">
                <a:pos x="connsiteX71028" y="connsiteY71028"/>
              </a:cxn>
              <a:cxn ang="0">
                <a:pos x="connsiteX71029" y="connsiteY71029"/>
              </a:cxn>
              <a:cxn ang="0">
                <a:pos x="connsiteX71030" y="connsiteY71030"/>
              </a:cxn>
              <a:cxn ang="0">
                <a:pos x="connsiteX71031" y="connsiteY71031"/>
              </a:cxn>
              <a:cxn ang="0">
                <a:pos x="connsiteX71032" y="connsiteY71032"/>
              </a:cxn>
              <a:cxn ang="0">
                <a:pos x="connsiteX71033" y="connsiteY71033"/>
              </a:cxn>
              <a:cxn ang="0">
                <a:pos x="connsiteX71034" y="connsiteY71034"/>
              </a:cxn>
              <a:cxn ang="0">
                <a:pos x="connsiteX71035" y="connsiteY71035"/>
              </a:cxn>
              <a:cxn ang="0">
                <a:pos x="connsiteX71036" y="connsiteY71036"/>
              </a:cxn>
              <a:cxn ang="0">
                <a:pos x="connsiteX71037" y="connsiteY71037"/>
              </a:cxn>
              <a:cxn ang="0">
                <a:pos x="connsiteX71038" y="connsiteY71038"/>
              </a:cxn>
              <a:cxn ang="0">
                <a:pos x="connsiteX71039" y="connsiteY71039"/>
              </a:cxn>
              <a:cxn ang="0">
                <a:pos x="connsiteX71040" y="connsiteY71040"/>
              </a:cxn>
              <a:cxn ang="0">
                <a:pos x="connsiteX71041" y="connsiteY71041"/>
              </a:cxn>
              <a:cxn ang="0">
                <a:pos x="connsiteX71042" y="connsiteY71042"/>
              </a:cxn>
              <a:cxn ang="0">
                <a:pos x="connsiteX71043" y="connsiteY71043"/>
              </a:cxn>
              <a:cxn ang="0">
                <a:pos x="connsiteX71044" y="connsiteY71044"/>
              </a:cxn>
              <a:cxn ang="0">
                <a:pos x="connsiteX71045" y="connsiteY71045"/>
              </a:cxn>
              <a:cxn ang="0">
                <a:pos x="connsiteX71046" y="connsiteY71046"/>
              </a:cxn>
              <a:cxn ang="0">
                <a:pos x="connsiteX71047" y="connsiteY71047"/>
              </a:cxn>
              <a:cxn ang="0">
                <a:pos x="connsiteX71048" y="connsiteY71048"/>
              </a:cxn>
              <a:cxn ang="0">
                <a:pos x="connsiteX71049" y="connsiteY71049"/>
              </a:cxn>
              <a:cxn ang="0">
                <a:pos x="connsiteX71050" y="connsiteY71050"/>
              </a:cxn>
              <a:cxn ang="0">
                <a:pos x="connsiteX71051" y="connsiteY71051"/>
              </a:cxn>
              <a:cxn ang="0">
                <a:pos x="connsiteX71052" y="connsiteY71052"/>
              </a:cxn>
              <a:cxn ang="0">
                <a:pos x="connsiteX71053" y="connsiteY71053"/>
              </a:cxn>
              <a:cxn ang="0">
                <a:pos x="connsiteX71054" y="connsiteY71054"/>
              </a:cxn>
              <a:cxn ang="0">
                <a:pos x="connsiteX71055" y="connsiteY71055"/>
              </a:cxn>
              <a:cxn ang="0">
                <a:pos x="connsiteX71056" y="connsiteY71056"/>
              </a:cxn>
              <a:cxn ang="0">
                <a:pos x="connsiteX71057" y="connsiteY71057"/>
              </a:cxn>
              <a:cxn ang="0">
                <a:pos x="connsiteX71058" y="connsiteY71058"/>
              </a:cxn>
              <a:cxn ang="0">
                <a:pos x="connsiteX71059" y="connsiteY71059"/>
              </a:cxn>
              <a:cxn ang="0">
                <a:pos x="connsiteX71060" y="connsiteY71060"/>
              </a:cxn>
              <a:cxn ang="0">
                <a:pos x="connsiteX71061" y="connsiteY71061"/>
              </a:cxn>
              <a:cxn ang="0">
                <a:pos x="connsiteX71062" y="connsiteY71062"/>
              </a:cxn>
              <a:cxn ang="0">
                <a:pos x="connsiteX71063" y="connsiteY71063"/>
              </a:cxn>
              <a:cxn ang="0">
                <a:pos x="connsiteX71064" y="connsiteY71064"/>
              </a:cxn>
              <a:cxn ang="0">
                <a:pos x="connsiteX71065" y="connsiteY71065"/>
              </a:cxn>
              <a:cxn ang="0">
                <a:pos x="connsiteX71066" y="connsiteY71066"/>
              </a:cxn>
              <a:cxn ang="0">
                <a:pos x="connsiteX71067" y="connsiteY71067"/>
              </a:cxn>
              <a:cxn ang="0">
                <a:pos x="connsiteX71068" y="connsiteY71068"/>
              </a:cxn>
              <a:cxn ang="0">
                <a:pos x="connsiteX71069" y="connsiteY71069"/>
              </a:cxn>
              <a:cxn ang="0">
                <a:pos x="connsiteX71070" y="connsiteY71070"/>
              </a:cxn>
              <a:cxn ang="0">
                <a:pos x="connsiteX71071" y="connsiteY71071"/>
              </a:cxn>
              <a:cxn ang="0">
                <a:pos x="connsiteX71072" y="connsiteY71072"/>
              </a:cxn>
              <a:cxn ang="0">
                <a:pos x="connsiteX71073" y="connsiteY71073"/>
              </a:cxn>
              <a:cxn ang="0">
                <a:pos x="connsiteX71074" y="connsiteY71074"/>
              </a:cxn>
              <a:cxn ang="0">
                <a:pos x="connsiteX71075" y="connsiteY71075"/>
              </a:cxn>
              <a:cxn ang="0">
                <a:pos x="connsiteX71076" y="connsiteY71076"/>
              </a:cxn>
              <a:cxn ang="0">
                <a:pos x="connsiteX71077" y="connsiteY71077"/>
              </a:cxn>
              <a:cxn ang="0">
                <a:pos x="connsiteX71078" y="connsiteY71078"/>
              </a:cxn>
              <a:cxn ang="0">
                <a:pos x="connsiteX71079" y="connsiteY71079"/>
              </a:cxn>
              <a:cxn ang="0">
                <a:pos x="connsiteX71080" y="connsiteY71080"/>
              </a:cxn>
              <a:cxn ang="0">
                <a:pos x="connsiteX71081" y="connsiteY71081"/>
              </a:cxn>
              <a:cxn ang="0">
                <a:pos x="connsiteX71082" y="connsiteY71082"/>
              </a:cxn>
              <a:cxn ang="0">
                <a:pos x="connsiteX71083" y="connsiteY71083"/>
              </a:cxn>
              <a:cxn ang="0">
                <a:pos x="connsiteX71084" y="connsiteY71084"/>
              </a:cxn>
              <a:cxn ang="0">
                <a:pos x="connsiteX71085" y="connsiteY71085"/>
              </a:cxn>
              <a:cxn ang="0">
                <a:pos x="connsiteX71086" y="connsiteY71086"/>
              </a:cxn>
              <a:cxn ang="0">
                <a:pos x="connsiteX71087" y="connsiteY71087"/>
              </a:cxn>
              <a:cxn ang="0">
                <a:pos x="connsiteX71088" y="connsiteY71088"/>
              </a:cxn>
              <a:cxn ang="0">
                <a:pos x="connsiteX71089" y="connsiteY71089"/>
              </a:cxn>
              <a:cxn ang="0">
                <a:pos x="connsiteX71090" y="connsiteY71090"/>
              </a:cxn>
              <a:cxn ang="0">
                <a:pos x="connsiteX71091" y="connsiteY71091"/>
              </a:cxn>
              <a:cxn ang="0">
                <a:pos x="connsiteX71092" y="connsiteY71092"/>
              </a:cxn>
              <a:cxn ang="0">
                <a:pos x="connsiteX71093" y="connsiteY71093"/>
              </a:cxn>
              <a:cxn ang="0">
                <a:pos x="connsiteX71094" y="connsiteY71094"/>
              </a:cxn>
              <a:cxn ang="0">
                <a:pos x="connsiteX71095" y="connsiteY71095"/>
              </a:cxn>
              <a:cxn ang="0">
                <a:pos x="connsiteX71096" y="connsiteY71096"/>
              </a:cxn>
              <a:cxn ang="0">
                <a:pos x="connsiteX71097" y="connsiteY71097"/>
              </a:cxn>
              <a:cxn ang="0">
                <a:pos x="connsiteX71098" y="connsiteY71098"/>
              </a:cxn>
              <a:cxn ang="0">
                <a:pos x="connsiteX71099" y="connsiteY71099"/>
              </a:cxn>
              <a:cxn ang="0">
                <a:pos x="connsiteX71100" y="connsiteY71100"/>
              </a:cxn>
              <a:cxn ang="0">
                <a:pos x="connsiteX71101" y="connsiteY71101"/>
              </a:cxn>
              <a:cxn ang="0">
                <a:pos x="connsiteX71102" y="connsiteY71102"/>
              </a:cxn>
              <a:cxn ang="0">
                <a:pos x="connsiteX71103" y="connsiteY71103"/>
              </a:cxn>
              <a:cxn ang="0">
                <a:pos x="connsiteX71104" y="connsiteY71104"/>
              </a:cxn>
              <a:cxn ang="0">
                <a:pos x="connsiteX71105" y="connsiteY71105"/>
              </a:cxn>
              <a:cxn ang="0">
                <a:pos x="connsiteX71106" y="connsiteY71106"/>
              </a:cxn>
              <a:cxn ang="0">
                <a:pos x="connsiteX71107" y="connsiteY71107"/>
              </a:cxn>
              <a:cxn ang="0">
                <a:pos x="connsiteX71108" y="connsiteY71108"/>
              </a:cxn>
              <a:cxn ang="0">
                <a:pos x="connsiteX71109" y="connsiteY71109"/>
              </a:cxn>
              <a:cxn ang="0">
                <a:pos x="connsiteX71110" y="connsiteY71110"/>
              </a:cxn>
              <a:cxn ang="0">
                <a:pos x="connsiteX71111" y="connsiteY71111"/>
              </a:cxn>
              <a:cxn ang="0">
                <a:pos x="connsiteX71112" y="connsiteY71112"/>
              </a:cxn>
              <a:cxn ang="0">
                <a:pos x="connsiteX71113" y="connsiteY71113"/>
              </a:cxn>
              <a:cxn ang="0">
                <a:pos x="connsiteX71114" y="connsiteY71114"/>
              </a:cxn>
              <a:cxn ang="0">
                <a:pos x="connsiteX71115" y="connsiteY71115"/>
              </a:cxn>
              <a:cxn ang="0">
                <a:pos x="connsiteX71116" y="connsiteY71116"/>
              </a:cxn>
              <a:cxn ang="0">
                <a:pos x="connsiteX71117" y="connsiteY71117"/>
              </a:cxn>
              <a:cxn ang="0">
                <a:pos x="connsiteX71118" y="connsiteY71118"/>
              </a:cxn>
              <a:cxn ang="0">
                <a:pos x="connsiteX71119" y="connsiteY71119"/>
              </a:cxn>
              <a:cxn ang="0">
                <a:pos x="connsiteX71120" y="connsiteY71120"/>
              </a:cxn>
              <a:cxn ang="0">
                <a:pos x="connsiteX71121" y="connsiteY71121"/>
              </a:cxn>
              <a:cxn ang="0">
                <a:pos x="connsiteX71122" y="connsiteY71122"/>
              </a:cxn>
              <a:cxn ang="0">
                <a:pos x="connsiteX71123" y="connsiteY71123"/>
              </a:cxn>
              <a:cxn ang="0">
                <a:pos x="connsiteX71124" y="connsiteY71124"/>
              </a:cxn>
              <a:cxn ang="0">
                <a:pos x="connsiteX71125" y="connsiteY71125"/>
              </a:cxn>
              <a:cxn ang="0">
                <a:pos x="connsiteX71126" y="connsiteY71126"/>
              </a:cxn>
              <a:cxn ang="0">
                <a:pos x="connsiteX71127" y="connsiteY71127"/>
              </a:cxn>
              <a:cxn ang="0">
                <a:pos x="connsiteX71128" y="connsiteY71128"/>
              </a:cxn>
              <a:cxn ang="0">
                <a:pos x="connsiteX71129" y="connsiteY71129"/>
              </a:cxn>
              <a:cxn ang="0">
                <a:pos x="connsiteX71130" y="connsiteY71130"/>
              </a:cxn>
              <a:cxn ang="0">
                <a:pos x="connsiteX71131" y="connsiteY71131"/>
              </a:cxn>
              <a:cxn ang="0">
                <a:pos x="connsiteX71132" y="connsiteY71132"/>
              </a:cxn>
              <a:cxn ang="0">
                <a:pos x="connsiteX71133" y="connsiteY71133"/>
              </a:cxn>
              <a:cxn ang="0">
                <a:pos x="connsiteX71134" y="connsiteY71134"/>
              </a:cxn>
              <a:cxn ang="0">
                <a:pos x="connsiteX71135" y="connsiteY71135"/>
              </a:cxn>
              <a:cxn ang="0">
                <a:pos x="connsiteX71136" y="connsiteY71136"/>
              </a:cxn>
              <a:cxn ang="0">
                <a:pos x="connsiteX71137" y="connsiteY71137"/>
              </a:cxn>
              <a:cxn ang="0">
                <a:pos x="connsiteX71138" y="connsiteY71138"/>
              </a:cxn>
              <a:cxn ang="0">
                <a:pos x="connsiteX71139" y="connsiteY71139"/>
              </a:cxn>
              <a:cxn ang="0">
                <a:pos x="connsiteX71140" y="connsiteY71140"/>
              </a:cxn>
              <a:cxn ang="0">
                <a:pos x="connsiteX71141" y="connsiteY71141"/>
              </a:cxn>
              <a:cxn ang="0">
                <a:pos x="connsiteX71142" y="connsiteY71142"/>
              </a:cxn>
              <a:cxn ang="0">
                <a:pos x="connsiteX71143" y="connsiteY71143"/>
              </a:cxn>
              <a:cxn ang="0">
                <a:pos x="connsiteX71144" y="connsiteY71144"/>
              </a:cxn>
              <a:cxn ang="0">
                <a:pos x="connsiteX71145" y="connsiteY71145"/>
              </a:cxn>
              <a:cxn ang="0">
                <a:pos x="connsiteX71146" y="connsiteY71146"/>
              </a:cxn>
              <a:cxn ang="0">
                <a:pos x="connsiteX71147" y="connsiteY71147"/>
              </a:cxn>
              <a:cxn ang="0">
                <a:pos x="connsiteX71148" y="connsiteY71148"/>
              </a:cxn>
              <a:cxn ang="0">
                <a:pos x="connsiteX71149" y="connsiteY71149"/>
              </a:cxn>
              <a:cxn ang="0">
                <a:pos x="connsiteX71150" y="connsiteY71150"/>
              </a:cxn>
              <a:cxn ang="0">
                <a:pos x="connsiteX71151" y="connsiteY71151"/>
              </a:cxn>
              <a:cxn ang="0">
                <a:pos x="connsiteX71152" y="connsiteY71152"/>
              </a:cxn>
              <a:cxn ang="0">
                <a:pos x="connsiteX71153" y="connsiteY71153"/>
              </a:cxn>
              <a:cxn ang="0">
                <a:pos x="connsiteX71154" y="connsiteY71154"/>
              </a:cxn>
              <a:cxn ang="0">
                <a:pos x="connsiteX71155" y="connsiteY71155"/>
              </a:cxn>
              <a:cxn ang="0">
                <a:pos x="connsiteX71156" y="connsiteY71156"/>
              </a:cxn>
              <a:cxn ang="0">
                <a:pos x="connsiteX71157" y="connsiteY71157"/>
              </a:cxn>
              <a:cxn ang="0">
                <a:pos x="connsiteX71158" y="connsiteY71158"/>
              </a:cxn>
              <a:cxn ang="0">
                <a:pos x="connsiteX71159" y="connsiteY71159"/>
              </a:cxn>
              <a:cxn ang="0">
                <a:pos x="connsiteX71160" y="connsiteY71160"/>
              </a:cxn>
              <a:cxn ang="0">
                <a:pos x="connsiteX71161" y="connsiteY71161"/>
              </a:cxn>
              <a:cxn ang="0">
                <a:pos x="connsiteX71162" y="connsiteY71162"/>
              </a:cxn>
              <a:cxn ang="0">
                <a:pos x="connsiteX71163" y="connsiteY71163"/>
              </a:cxn>
              <a:cxn ang="0">
                <a:pos x="connsiteX71164" y="connsiteY71164"/>
              </a:cxn>
              <a:cxn ang="0">
                <a:pos x="connsiteX71165" y="connsiteY71165"/>
              </a:cxn>
              <a:cxn ang="0">
                <a:pos x="connsiteX71166" y="connsiteY71166"/>
              </a:cxn>
              <a:cxn ang="0">
                <a:pos x="connsiteX71167" y="connsiteY71167"/>
              </a:cxn>
              <a:cxn ang="0">
                <a:pos x="connsiteX71168" y="connsiteY71168"/>
              </a:cxn>
              <a:cxn ang="0">
                <a:pos x="connsiteX71169" y="connsiteY71169"/>
              </a:cxn>
              <a:cxn ang="0">
                <a:pos x="connsiteX71170" y="connsiteY71170"/>
              </a:cxn>
              <a:cxn ang="0">
                <a:pos x="connsiteX71171" y="connsiteY71171"/>
              </a:cxn>
              <a:cxn ang="0">
                <a:pos x="connsiteX71172" y="connsiteY71172"/>
              </a:cxn>
              <a:cxn ang="0">
                <a:pos x="connsiteX71173" y="connsiteY71173"/>
              </a:cxn>
              <a:cxn ang="0">
                <a:pos x="connsiteX71174" y="connsiteY71174"/>
              </a:cxn>
              <a:cxn ang="0">
                <a:pos x="connsiteX71175" y="connsiteY71175"/>
              </a:cxn>
              <a:cxn ang="0">
                <a:pos x="connsiteX71176" y="connsiteY71176"/>
              </a:cxn>
              <a:cxn ang="0">
                <a:pos x="connsiteX71177" y="connsiteY71177"/>
              </a:cxn>
              <a:cxn ang="0">
                <a:pos x="connsiteX71178" y="connsiteY71178"/>
              </a:cxn>
              <a:cxn ang="0">
                <a:pos x="connsiteX71179" y="connsiteY71179"/>
              </a:cxn>
              <a:cxn ang="0">
                <a:pos x="connsiteX71180" y="connsiteY71180"/>
              </a:cxn>
              <a:cxn ang="0">
                <a:pos x="connsiteX71181" y="connsiteY71181"/>
              </a:cxn>
              <a:cxn ang="0">
                <a:pos x="connsiteX71182" y="connsiteY71182"/>
              </a:cxn>
              <a:cxn ang="0">
                <a:pos x="connsiteX71183" y="connsiteY71183"/>
              </a:cxn>
              <a:cxn ang="0">
                <a:pos x="connsiteX71184" y="connsiteY71184"/>
              </a:cxn>
              <a:cxn ang="0">
                <a:pos x="connsiteX71185" y="connsiteY71185"/>
              </a:cxn>
              <a:cxn ang="0">
                <a:pos x="connsiteX71186" y="connsiteY71186"/>
              </a:cxn>
              <a:cxn ang="0">
                <a:pos x="connsiteX71187" y="connsiteY71187"/>
              </a:cxn>
              <a:cxn ang="0">
                <a:pos x="connsiteX71188" y="connsiteY71188"/>
              </a:cxn>
              <a:cxn ang="0">
                <a:pos x="connsiteX71189" y="connsiteY71189"/>
              </a:cxn>
              <a:cxn ang="0">
                <a:pos x="connsiteX71190" y="connsiteY71190"/>
              </a:cxn>
              <a:cxn ang="0">
                <a:pos x="connsiteX71191" y="connsiteY71191"/>
              </a:cxn>
              <a:cxn ang="0">
                <a:pos x="connsiteX71192" y="connsiteY71192"/>
              </a:cxn>
              <a:cxn ang="0">
                <a:pos x="connsiteX71193" y="connsiteY71193"/>
              </a:cxn>
              <a:cxn ang="0">
                <a:pos x="connsiteX71194" y="connsiteY71194"/>
              </a:cxn>
              <a:cxn ang="0">
                <a:pos x="connsiteX71195" y="connsiteY71195"/>
              </a:cxn>
              <a:cxn ang="0">
                <a:pos x="connsiteX71196" y="connsiteY71196"/>
              </a:cxn>
              <a:cxn ang="0">
                <a:pos x="connsiteX71197" y="connsiteY71197"/>
              </a:cxn>
              <a:cxn ang="0">
                <a:pos x="connsiteX71198" y="connsiteY71198"/>
              </a:cxn>
              <a:cxn ang="0">
                <a:pos x="connsiteX71199" y="connsiteY71199"/>
              </a:cxn>
              <a:cxn ang="0">
                <a:pos x="connsiteX71200" y="connsiteY71200"/>
              </a:cxn>
              <a:cxn ang="0">
                <a:pos x="connsiteX71201" y="connsiteY71201"/>
              </a:cxn>
              <a:cxn ang="0">
                <a:pos x="connsiteX71202" y="connsiteY71202"/>
              </a:cxn>
              <a:cxn ang="0">
                <a:pos x="connsiteX71203" y="connsiteY71203"/>
              </a:cxn>
              <a:cxn ang="0">
                <a:pos x="connsiteX71204" y="connsiteY71204"/>
              </a:cxn>
              <a:cxn ang="0">
                <a:pos x="connsiteX71205" y="connsiteY71205"/>
              </a:cxn>
              <a:cxn ang="0">
                <a:pos x="connsiteX71206" y="connsiteY71206"/>
              </a:cxn>
              <a:cxn ang="0">
                <a:pos x="connsiteX71207" y="connsiteY71207"/>
              </a:cxn>
              <a:cxn ang="0">
                <a:pos x="connsiteX71208" y="connsiteY71208"/>
              </a:cxn>
              <a:cxn ang="0">
                <a:pos x="connsiteX71209" y="connsiteY71209"/>
              </a:cxn>
              <a:cxn ang="0">
                <a:pos x="connsiteX71210" y="connsiteY71210"/>
              </a:cxn>
              <a:cxn ang="0">
                <a:pos x="connsiteX71211" y="connsiteY71211"/>
              </a:cxn>
              <a:cxn ang="0">
                <a:pos x="connsiteX71212" y="connsiteY71212"/>
              </a:cxn>
              <a:cxn ang="0">
                <a:pos x="connsiteX71213" y="connsiteY71213"/>
              </a:cxn>
              <a:cxn ang="0">
                <a:pos x="connsiteX71214" y="connsiteY71214"/>
              </a:cxn>
              <a:cxn ang="0">
                <a:pos x="connsiteX71215" y="connsiteY71215"/>
              </a:cxn>
              <a:cxn ang="0">
                <a:pos x="connsiteX71216" y="connsiteY71216"/>
              </a:cxn>
              <a:cxn ang="0">
                <a:pos x="connsiteX71217" y="connsiteY71217"/>
              </a:cxn>
              <a:cxn ang="0">
                <a:pos x="connsiteX71218" y="connsiteY71218"/>
              </a:cxn>
              <a:cxn ang="0">
                <a:pos x="connsiteX71219" y="connsiteY71219"/>
              </a:cxn>
              <a:cxn ang="0">
                <a:pos x="connsiteX71220" y="connsiteY71220"/>
              </a:cxn>
              <a:cxn ang="0">
                <a:pos x="connsiteX71221" y="connsiteY71221"/>
              </a:cxn>
              <a:cxn ang="0">
                <a:pos x="connsiteX71222" y="connsiteY71222"/>
              </a:cxn>
              <a:cxn ang="0">
                <a:pos x="connsiteX71223" y="connsiteY71223"/>
              </a:cxn>
              <a:cxn ang="0">
                <a:pos x="connsiteX71224" y="connsiteY71224"/>
              </a:cxn>
              <a:cxn ang="0">
                <a:pos x="connsiteX71225" y="connsiteY71225"/>
              </a:cxn>
              <a:cxn ang="0">
                <a:pos x="connsiteX71226" y="connsiteY71226"/>
              </a:cxn>
              <a:cxn ang="0">
                <a:pos x="connsiteX71227" y="connsiteY71227"/>
              </a:cxn>
              <a:cxn ang="0">
                <a:pos x="connsiteX71228" y="connsiteY71228"/>
              </a:cxn>
              <a:cxn ang="0">
                <a:pos x="connsiteX71229" y="connsiteY71229"/>
              </a:cxn>
              <a:cxn ang="0">
                <a:pos x="connsiteX71230" y="connsiteY71230"/>
              </a:cxn>
              <a:cxn ang="0">
                <a:pos x="connsiteX71231" y="connsiteY71231"/>
              </a:cxn>
              <a:cxn ang="0">
                <a:pos x="connsiteX71232" y="connsiteY71232"/>
              </a:cxn>
              <a:cxn ang="0">
                <a:pos x="connsiteX71233" y="connsiteY71233"/>
              </a:cxn>
              <a:cxn ang="0">
                <a:pos x="connsiteX71234" y="connsiteY71234"/>
              </a:cxn>
              <a:cxn ang="0">
                <a:pos x="connsiteX71235" y="connsiteY71235"/>
              </a:cxn>
              <a:cxn ang="0">
                <a:pos x="connsiteX71236" y="connsiteY71236"/>
              </a:cxn>
              <a:cxn ang="0">
                <a:pos x="connsiteX71237" y="connsiteY71237"/>
              </a:cxn>
              <a:cxn ang="0">
                <a:pos x="connsiteX71238" y="connsiteY71238"/>
              </a:cxn>
              <a:cxn ang="0">
                <a:pos x="connsiteX71239" y="connsiteY71239"/>
              </a:cxn>
              <a:cxn ang="0">
                <a:pos x="connsiteX71240" y="connsiteY71240"/>
              </a:cxn>
              <a:cxn ang="0">
                <a:pos x="connsiteX71241" y="connsiteY71241"/>
              </a:cxn>
              <a:cxn ang="0">
                <a:pos x="connsiteX71242" y="connsiteY71242"/>
              </a:cxn>
              <a:cxn ang="0">
                <a:pos x="connsiteX71243" y="connsiteY71243"/>
              </a:cxn>
              <a:cxn ang="0">
                <a:pos x="connsiteX71244" y="connsiteY71244"/>
              </a:cxn>
              <a:cxn ang="0">
                <a:pos x="connsiteX71245" y="connsiteY71245"/>
              </a:cxn>
              <a:cxn ang="0">
                <a:pos x="connsiteX71246" y="connsiteY71246"/>
              </a:cxn>
              <a:cxn ang="0">
                <a:pos x="connsiteX71247" y="connsiteY71247"/>
              </a:cxn>
              <a:cxn ang="0">
                <a:pos x="connsiteX71248" y="connsiteY71248"/>
              </a:cxn>
              <a:cxn ang="0">
                <a:pos x="connsiteX71249" y="connsiteY71249"/>
              </a:cxn>
              <a:cxn ang="0">
                <a:pos x="connsiteX71250" y="connsiteY71250"/>
              </a:cxn>
              <a:cxn ang="0">
                <a:pos x="connsiteX71251" y="connsiteY71251"/>
              </a:cxn>
              <a:cxn ang="0">
                <a:pos x="connsiteX71252" y="connsiteY71252"/>
              </a:cxn>
              <a:cxn ang="0">
                <a:pos x="connsiteX71253" y="connsiteY71253"/>
              </a:cxn>
              <a:cxn ang="0">
                <a:pos x="connsiteX71254" y="connsiteY71254"/>
              </a:cxn>
              <a:cxn ang="0">
                <a:pos x="connsiteX71255" y="connsiteY71255"/>
              </a:cxn>
              <a:cxn ang="0">
                <a:pos x="connsiteX71256" y="connsiteY71256"/>
              </a:cxn>
              <a:cxn ang="0">
                <a:pos x="connsiteX71257" y="connsiteY71257"/>
              </a:cxn>
              <a:cxn ang="0">
                <a:pos x="connsiteX71258" y="connsiteY71258"/>
              </a:cxn>
              <a:cxn ang="0">
                <a:pos x="connsiteX71259" y="connsiteY71259"/>
              </a:cxn>
              <a:cxn ang="0">
                <a:pos x="connsiteX71260" y="connsiteY71260"/>
              </a:cxn>
              <a:cxn ang="0">
                <a:pos x="connsiteX71261" y="connsiteY71261"/>
              </a:cxn>
              <a:cxn ang="0">
                <a:pos x="connsiteX71262" y="connsiteY71262"/>
              </a:cxn>
              <a:cxn ang="0">
                <a:pos x="connsiteX71263" y="connsiteY71263"/>
              </a:cxn>
              <a:cxn ang="0">
                <a:pos x="connsiteX71264" y="connsiteY71264"/>
              </a:cxn>
              <a:cxn ang="0">
                <a:pos x="connsiteX71265" y="connsiteY71265"/>
              </a:cxn>
              <a:cxn ang="0">
                <a:pos x="connsiteX71266" y="connsiteY71266"/>
              </a:cxn>
              <a:cxn ang="0">
                <a:pos x="connsiteX71267" y="connsiteY71267"/>
              </a:cxn>
              <a:cxn ang="0">
                <a:pos x="connsiteX71268" y="connsiteY71268"/>
              </a:cxn>
              <a:cxn ang="0">
                <a:pos x="connsiteX71269" y="connsiteY71269"/>
              </a:cxn>
              <a:cxn ang="0">
                <a:pos x="connsiteX71270" y="connsiteY71270"/>
              </a:cxn>
              <a:cxn ang="0">
                <a:pos x="connsiteX71271" y="connsiteY71271"/>
              </a:cxn>
              <a:cxn ang="0">
                <a:pos x="connsiteX71272" y="connsiteY71272"/>
              </a:cxn>
              <a:cxn ang="0">
                <a:pos x="connsiteX71273" y="connsiteY71273"/>
              </a:cxn>
              <a:cxn ang="0">
                <a:pos x="connsiteX71274" y="connsiteY71274"/>
              </a:cxn>
              <a:cxn ang="0">
                <a:pos x="connsiteX71275" y="connsiteY71275"/>
              </a:cxn>
              <a:cxn ang="0">
                <a:pos x="connsiteX71276" y="connsiteY71276"/>
              </a:cxn>
              <a:cxn ang="0">
                <a:pos x="connsiteX71277" y="connsiteY71277"/>
              </a:cxn>
              <a:cxn ang="0">
                <a:pos x="connsiteX71278" y="connsiteY71278"/>
              </a:cxn>
              <a:cxn ang="0">
                <a:pos x="connsiteX71279" y="connsiteY71279"/>
              </a:cxn>
              <a:cxn ang="0">
                <a:pos x="connsiteX71280" y="connsiteY71280"/>
              </a:cxn>
              <a:cxn ang="0">
                <a:pos x="connsiteX71281" y="connsiteY71281"/>
              </a:cxn>
              <a:cxn ang="0">
                <a:pos x="connsiteX71282" y="connsiteY71282"/>
              </a:cxn>
              <a:cxn ang="0">
                <a:pos x="connsiteX71283" y="connsiteY71283"/>
              </a:cxn>
              <a:cxn ang="0">
                <a:pos x="connsiteX71284" y="connsiteY71284"/>
              </a:cxn>
              <a:cxn ang="0">
                <a:pos x="connsiteX71285" y="connsiteY71285"/>
              </a:cxn>
              <a:cxn ang="0">
                <a:pos x="connsiteX71286" y="connsiteY71286"/>
              </a:cxn>
              <a:cxn ang="0">
                <a:pos x="connsiteX71287" y="connsiteY71287"/>
              </a:cxn>
              <a:cxn ang="0">
                <a:pos x="connsiteX71288" y="connsiteY71288"/>
              </a:cxn>
              <a:cxn ang="0">
                <a:pos x="connsiteX71289" y="connsiteY71289"/>
              </a:cxn>
              <a:cxn ang="0">
                <a:pos x="connsiteX71290" y="connsiteY71290"/>
              </a:cxn>
              <a:cxn ang="0">
                <a:pos x="connsiteX71291" y="connsiteY71291"/>
              </a:cxn>
              <a:cxn ang="0">
                <a:pos x="connsiteX71292" y="connsiteY71292"/>
              </a:cxn>
              <a:cxn ang="0">
                <a:pos x="connsiteX71293" y="connsiteY71293"/>
              </a:cxn>
              <a:cxn ang="0">
                <a:pos x="connsiteX71294" y="connsiteY71294"/>
              </a:cxn>
              <a:cxn ang="0">
                <a:pos x="connsiteX71295" y="connsiteY71295"/>
              </a:cxn>
              <a:cxn ang="0">
                <a:pos x="connsiteX71296" y="connsiteY71296"/>
              </a:cxn>
              <a:cxn ang="0">
                <a:pos x="connsiteX71297" y="connsiteY71297"/>
              </a:cxn>
              <a:cxn ang="0">
                <a:pos x="connsiteX71298" y="connsiteY71298"/>
              </a:cxn>
              <a:cxn ang="0">
                <a:pos x="connsiteX71299" y="connsiteY71299"/>
              </a:cxn>
              <a:cxn ang="0">
                <a:pos x="connsiteX71300" y="connsiteY71300"/>
              </a:cxn>
              <a:cxn ang="0">
                <a:pos x="connsiteX71301" y="connsiteY71301"/>
              </a:cxn>
              <a:cxn ang="0">
                <a:pos x="connsiteX71302" y="connsiteY71302"/>
              </a:cxn>
              <a:cxn ang="0">
                <a:pos x="connsiteX71303" y="connsiteY71303"/>
              </a:cxn>
              <a:cxn ang="0">
                <a:pos x="connsiteX71304" y="connsiteY71304"/>
              </a:cxn>
              <a:cxn ang="0">
                <a:pos x="connsiteX71305" y="connsiteY71305"/>
              </a:cxn>
              <a:cxn ang="0">
                <a:pos x="connsiteX71306" y="connsiteY71306"/>
              </a:cxn>
              <a:cxn ang="0">
                <a:pos x="connsiteX71307" y="connsiteY71307"/>
              </a:cxn>
              <a:cxn ang="0">
                <a:pos x="connsiteX71308" y="connsiteY71308"/>
              </a:cxn>
              <a:cxn ang="0">
                <a:pos x="connsiteX71309" y="connsiteY71309"/>
              </a:cxn>
              <a:cxn ang="0">
                <a:pos x="connsiteX71310" y="connsiteY71310"/>
              </a:cxn>
              <a:cxn ang="0">
                <a:pos x="connsiteX71311" y="connsiteY71311"/>
              </a:cxn>
              <a:cxn ang="0">
                <a:pos x="connsiteX71312" y="connsiteY71312"/>
              </a:cxn>
              <a:cxn ang="0">
                <a:pos x="connsiteX71313" y="connsiteY71313"/>
              </a:cxn>
              <a:cxn ang="0">
                <a:pos x="connsiteX71314" y="connsiteY71314"/>
              </a:cxn>
              <a:cxn ang="0">
                <a:pos x="connsiteX71315" y="connsiteY71315"/>
              </a:cxn>
              <a:cxn ang="0">
                <a:pos x="connsiteX71316" y="connsiteY71316"/>
              </a:cxn>
              <a:cxn ang="0">
                <a:pos x="connsiteX71317" y="connsiteY71317"/>
              </a:cxn>
              <a:cxn ang="0">
                <a:pos x="connsiteX71318" y="connsiteY71318"/>
              </a:cxn>
              <a:cxn ang="0">
                <a:pos x="connsiteX71319" y="connsiteY71319"/>
              </a:cxn>
              <a:cxn ang="0">
                <a:pos x="connsiteX71320" y="connsiteY71320"/>
              </a:cxn>
              <a:cxn ang="0">
                <a:pos x="connsiteX71321" y="connsiteY71321"/>
              </a:cxn>
              <a:cxn ang="0">
                <a:pos x="connsiteX71322" y="connsiteY71322"/>
              </a:cxn>
              <a:cxn ang="0">
                <a:pos x="connsiteX71323" y="connsiteY71323"/>
              </a:cxn>
              <a:cxn ang="0">
                <a:pos x="connsiteX71324" y="connsiteY71324"/>
              </a:cxn>
              <a:cxn ang="0">
                <a:pos x="connsiteX71325" y="connsiteY71325"/>
              </a:cxn>
              <a:cxn ang="0">
                <a:pos x="connsiteX71326" y="connsiteY71326"/>
              </a:cxn>
              <a:cxn ang="0">
                <a:pos x="connsiteX71327" y="connsiteY71327"/>
              </a:cxn>
              <a:cxn ang="0">
                <a:pos x="connsiteX71328" y="connsiteY71328"/>
              </a:cxn>
              <a:cxn ang="0">
                <a:pos x="connsiteX71329" y="connsiteY71329"/>
              </a:cxn>
              <a:cxn ang="0">
                <a:pos x="connsiteX71330" y="connsiteY71330"/>
              </a:cxn>
              <a:cxn ang="0">
                <a:pos x="connsiteX71331" y="connsiteY71331"/>
              </a:cxn>
              <a:cxn ang="0">
                <a:pos x="connsiteX71332" y="connsiteY71332"/>
              </a:cxn>
              <a:cxn ang="0">
                <a:pos x="connsiteX71333" y="connsiteY71333"/>
              </a:cxn>
              <a:cxn ang="0">
                <a:pos x="connsiteX71334" y="connsiteY71334"/>
              </a:cxn>
              <a:cxn ang="0">
                <a:pos x="connsiteX71335" y="connsiteY71335"/>
              </a:cxn>
              <a:cxn ang="0">
                <a:pos x="connsiteX71336" y="connsiteY71336"/>
              </a:cxn>
              <a:cxn ang="0">
                <a:pos x="connsiteX71337" y="connsiteY71337"/>
              </a:cxn>
              <a:cxn ang="0">
                <a:pos x="connsiteX71338" y="connsiteY71338"/>
              </a:cxn>
              <a:cxn ang="0">
                <a:pos x="connsiteX71339" y="connsiteY71339"/>
              </a:cxn>
              <a:cxn ang="0">
                <a:pos x="connsiteX71340" y="connsiteY71340"/>
              </a:cxn>
              <a:cxn ang="0">
                <a:pos x="connsiteX71341" y="connsiteY71341"/>
              </a:cxn>
              <a:cxn ang="0">
                <a:pos x="connsiteX71342" y="connsiteY71342"/>
              </a:cxn>
              <a:cxn ang="0">
                <a:pos x="connsiteX71343" y="connsiteY71343"/>
              </a:cxn>
              <a:cxn ang="0">
                <a:pos x="connsiteX71344" y="connsiteY71344"/>
              </a:cxn>
              <a:cxn ang="0">
                <a:pos x="connsiteX71345" y="connsiteY71345"/>
              </a:cxn>
              <a:cxn ang="0">
                <a:pos x="connsiteX71346" y="connsiteY71346"/>
              </a:cxn>
              <a:cxn ang="0">
                <a:pos x="connsiteX71347" y="connsiteY71347"/>
              </a:cxn>
              <a:cxn ang="0">
                <a:pos x="connsiteX71348" y="connsiteY71348"/>
              </a:cxn>
              <a:cxn ang="0">
                <a:pos x="connsiteX71349" y="connsiteY71349"/>
              </a:cxn>
              <a:cxn ang="0">
                <a:pos x="connsiteX71350" y="connsiteY71350"/>
              </a:cxn>
              <a:cxn ang="0">
                <a:pos x="connsiteX71351" y="connsiteY71351"/>
              </a:cxn>
              <a:cxn ang="0">
                <a:pos x="connsiteX71352" y="connsiteY71352"/>
              </a:cxn>
              <a:cxn ang="0">
                <a:pos x="connsiteX71353" y="connsiteY71353"/>
              </a:cxn>
              <a:cxn ang="0">
                <a:pos x="connsiteX71354" y="connsiteY71354"/>
              </a:cxn>
              <a:cxn ang="0">
                <a:pos x="connsiteX71355" y="connsiteY71355"/>
              </a:cxn>
              <a:cxn ang="0">
                <a:pos x="connsiteX71356" y="connsiteY71356"/>
              </a:cxn>
              <a:cxn ang="0">
                <a:pos x="connsiteX71357" y="connsiteY71357"/>
              </a:cxn>
              <a:cxn ang="0">
                <a:pos x="connsiteX71358" y="connsiteY71358"/>
              </a:cxn>
              <a:cxn ang="0">
                <a:pos x="connsiteX71359" y="connsiteY71359"/>
              </a:cxn>
              <a:cxn ang="0">
                <a:pos x="connsiteX71360" y="connsiteY71360"/>
              </a:cxn>
              <a:cxn ang="0">
                <a:pos x="connsiteX71361" y="connsiteY71361"/>
              </a:cxn>
              <a:cxn ang="0">
                <a:pos x="connsiteX71362" y="connsiteY71362"/>
              </a:cxn>
              <a:cxn ang="0">
                <a:pos x="connsiteX71363" y="connsiteY71363"/>
              </a:cxn>
              <a:cxn ang="0">
                <a:pos x="connsiteX71364" y="connsiteY71364"/>
              </a:cxn>
              <a:cxn ang="0">
                <a:pos x="connsiteX71365" y="connsiteY71365"/>
              </a:cxn>
              <a:cxn ang="0">
                <a:pos x="connsiteX71366" y="connsiteY71366"/>
              </a:cxn>
              <a:cxn ang="0">
                <a:pos x="connsiteX71367" y="connsiteY71367"/>
              </a:cxn>
              <a:cxn ang="0">
                <a:pos x="connsiteX71368" y="connsiteY71368"/>
              </a:cxn>
              <a:cxn ang="0">
                <a:pos x="connsiteX71369" y="connsiteY71369"/>
              </a:cxn>
              <a:cxn ang="0">
                <a:pos x="connsiteX71370" y="connsiteY71370"/>
              </a:cxn>
              <a:cxn ang="0">
                <a:pos x="connsiteX71371" y="connsiteY71371"/>
              </a:cxn>
              <a:cxn ang="0">
                <a:pos x="connsiteX71372" y="connsiteY71372"/>
              </a:cxn>
              <a:cxn ang="0">
                <a:pos x="connsiteX71373" y="connsiteY71373"/>
              </a:cxn>
              <a:cxn ang="0">
                <a:pos x="connsiteX71374" y="connsiteY71374"/>
              </a:cxn>
              <a:cxn ang="0">
                <a:pos x="connsiteX71375" y="connsiteY71375"/>
              </a:cxn>
              <a:cxn ang="0">
                <a:pos x="connsiteX71376" y="connsiteY71376"/>
              </a:cxn>
              <a:cxn ang="0">
                <a:pos x="connsiteX71377" y="connsiteY71377"/>
              </a:cxn>
              <a:cxn ang="0">
                <a:pos x="connsiteX71378" y="connsiteY71378"/>
              </a:cxn>
              <a:cxn ang="0">
                <a:pos x="connsiteX71379" y="connsiteY71379"/>
              </a:cxn>
              <a:cxn ang="0">
                <a:pos x="connsiteX71380" y="connsiteY71380"/>
              </a:cxn>
              <a:cxn ang="0">
                <a:pos x="connsiteX71381" y="connsiteY71381"/>
              </a:cxn>
              <a:cxn ang="0">
                <a:pos x="connsiteX71382" y="connsiteY71382"/>
              </a:cxn>
              <a:cxn ang="0">
                <a:pos x="connsiteX71383" y="connsiteY71383"/>
              </a:cxn>
              <a:cxn ang="0">
                <a:pos x="connsiteX71384" y="connsiteY71384"/>
              </a:cxn>
              <a:cxn ang="0">
                <a:pos x="connsiteX71385" y="connsiteY71385"/>
              </a:cxn>
              <a:cxn ang="0">
                <a:pos x="connsiteX71386" y="connsiteY71386"/>
              </a:cxn>
              <a:cxn ang="0">
                <a:pos x="connsiteX71387" y="connsiteY71387"/>
              </a:cxn>
              <a:cxn ang="0">
                <a:pos x="connsiteX71388" y="connsiteY71388"/>
              </a:cxn>
              <a:cxn ang="0">
                <a:pos x="connsiteX71389" y="connsiteY71389"/>
              </a:cxn>
              <a:cxn ang="0">
                <a:pos x="connsiteX71390" y="connsiteY71390"/>
              </a:cxn>
              <a:cxn ang="0">
                <a:pos x="connsiteX71391" y="connsiteY71391"/>
              </a:cxn>
              <a:cxn ang="0">
                <a:pos x="connsiteX71392" y="connsiteY71392"/>
              </a:cxn>
              <a:cxn ang="0">
                <a:pos x="connsiteX71393" y="connsiteY71393"/>
              </a:cxn>
              <a:cxn ang="0">
                <a:pos x="connsiteX71394" y="connsiteY71394"/>
              </a:cxn>
              <a:cxn ang="0">
                <a:pos x="connsiteX71395" y="connsiteY71395"/>
              </a:cxn>
              <a:cxn ang="0">
                <a:pos x="connsiteX71396" y="connsiteY71396"/>
              </a:cxn>
              <a:cxn ang="0">
                <a:pos x="connsiteX71397" y="connsiteY71397"/>
              </a:cxn>
              <a:cxn ang="0">
                <a:pos x="connsiteX71398" y="connsiteY71398"/>
              </a:cxn>
              <a:cxn ang="0">
                <a:pos x="connsiteX71399" y="connsiteY71399"/>
              </a:cxn>
              <a:cxn ang="0">
                <a:pos x="connsiteX71400" y="connsiteY71400"/>
              </a:cxn>
              <a:cxn ang="0">
                <a:pos x="connsiteX71401" y="connsiteY71401"/>
              </a:cxn>
              <a:cxn ang="0">
                <a:pos x="connsiteX71402" y="connsiteY71402"/>
              </a:cxn>
              <a:cxn ang="0">
                <a:pos x="connsiteX71403" y="connsiteY71403"/>
              </a:cxn>
              <a:cxn ang="0">
                <a:pos x="connsiteX71404" y="connsiteY71404"/>
              </a:cxn>
              <a:cxn ang="0">
                <a:pos x="connsiteX71405" y="connsiteY71405"/>
              </a:cxn>
              <a:cxn ang="0">
                <a:pos x="connsiteX71406" y="connsiteY71406"/>
              </a:cxn>
              <a:cxn ang="0">
                <a:pos x="connsiteX71407" y="connsiteY71407"/>
              </a:cxn>
              <a:cxn ang="0">
                <a:pos x="connsiteX71408" y="connsiteY71408"/>
              </a:cxn>
              <a:cxn ang="0">
                <a:pos x="connsiteX71409" y="connsiteY71409"/>
              </a:cxn>
              <a:cxn ang="0">
                <a:pos x="connsiteX71410" y="connsiteY71410"/>
              </a:cxn>
              <a:cxn ang="0">
                <a:pos x="connsiteX71411" y="connsiteY71411"/>
              </a:cxn>
              <a:cxn ang="0">
                <a:pos x="connsiteX71412" y="connsiteY71412"/>
              </a:cxn>
              <a:cxn ang="0">
                <a:pos x="connsiteX71413" y="connsiteY71413"/>
              </a:cxn>
              <a:cxn ang="0">
                <a:pos x="connsiteX71414" y="connsiteY71414"/>
              </a:cxn>
              <a:cxn ang="0">
                <a:pos x="connsiteX71415" y="connsiteY71415"/>
              </a:cxn>
              <a:cxn ang="0">
                <a:pos x="connsiteX71416" y="connsiteY71416"/>
              </a:cxn>
              <a:cxn ang="0">
                <a:pos x="connsiteX71417" y="connsiteY71417"/>
              </a:cxn>
              <a:cxn ang="0">
                <a:pos x="connsiteX71418" y="connsiteY71418"/>
              </a:cxn>
              <a:cxn ang="0">
                <a:pos x="connsiteX71419" y="connsiteY71419"/>
              </a:cxn>
              <a:cxn ang="0">
                <a:pos x="connsiteX71420" y="connsiteY71420"/>
              </a:cxn>
              <a:cxn ang="0">
                <a:pos x="connsiteX71421" y="connsiteY71421"/>
              </a:cxn>
              <a:cxn ang="0">
                <a:pos x="connsiteX71422" y="connsiteY71422"/>
              </a:cxn>
              <a:cxn ang="0">
                <a:pos x="connsiteX71423" y="connsiteY71423"/>
              </a:cxn>
              <a:cxn ang="0">
                <a:pos x="connsiteX71424" y="connsiteY71424"/>
              </a:cxn>
              <a:cxn ang="0">
                <a:pos x="connsiteX71425" y="connsiteY71425"/>
              </a:cxn>
              <a:cxn ang="0">
                <a:pos x="connsiteX71426" y="connsiteY71426"/>
              </a:cxn>
              <a:cxn ang="0">
                <a:pos x="connsiteX71427" y="connsiteY71427"/>
              </a:cxn>
              <a:cxn ang="0">
                <a:pos x="connsiteX71428" y="connsiteY71428"/>
              </a:cxn>
              <a:cxn ang="0">
                <a:pos x="connsiteX71429" y="connsiteY71429"/>
              </a:cxn>
              <a:cxn ang="0">
                <a:pos x="connsiteX71430" y="connsiteY71430"/>
              </a:cxn>
              <a:cxn ang="0">
                <a:pos x="connsiteX71431" y="connsiteY71431"/>
              </a:cxn>
              <a:cxn ang="0">
                <a:pos x="connsiteX71432" y="connsiteY71432"/>
              </a:cxn>
              <a:cxn ang="0">
                <a:pos x="connsiteX71433" y="connsiteY71433"/>
              </a:cxn>
              <a:cxn ang="0">
                <a:pos x="connsiteX71434" y="connsiteY71434"/>
              </a:cxn>
              <a:cxn ang="0">
                <a:pos x="connsiteX71435" y="connsiteY71435"/>
              </a:cxn>
              <a:cxn ang="0">
                <a:pos x="connsiteX71436" y="connsiteY71436"/>
              </a:cxn>
              <a:cxn ang="0">
                <a:pos x="connsiteX71437" y="connsiteY71437"/>
              </a:cxn>
              <a:cxn ang="0">
                <a:pos x="connsiteX71438" y="connsiteY71438"/>
              </a:cxn>
              <a:cxn ang="0">
                <a:pos x="connsiteX71439" y="connsiteY71439"/>
              </a:cxn>
              <a:cxn ang="0">
                <a:pos x="connsiteX71440" y="connsiteY71440"/>
              </a:cxn>
              <a:cxn ang="0">
                <a:pos x="connsiteX71441" y="connsiteY71441"/>
              </a:cxn>
              <a:cxn ang="0">
                <a:pos x="connsiteX71442" y="connsiteY71442"/>
              </a:cxn>
              <a:cxn ang="0">
                <a:pos x="connsiteX71443" y="connsiteY71443"/>
              </a:cxn>
              <a:cxn ang="0">
                <a:pos x="connsiteX71444" y="connsiteY71444"/>
              </a:cxn>
              <a:cxn ang="0">
                <a:pos x="connsiteX71445" y="connsiteY71445"/>
              </a:cxn>
              <a:cxn ang="0">
                <a:pos x="connsiteX71446" y="connsiteY71446"/>
              </a:cxn>
              <a:cxn ang="0">
                <a:pos x="connsiteX71447" y="connsiteY71447"/>
              </a:cxn>
              <a:cxn ang="0">
                <a:pos x="connsiteX71448" y="connsiteY71448"/>
              </a:cxn>
              <a:cxn ang="0">
                <a:pos x="connsiteX71449" y="connsiteY71449"/>
              </a:cxn>
              <a:cxn ang="0">
                <a:pos x="connsiteX71450" y="connsiteY71450"/>
              </a:cxn>
              <a:cxn ang="0">
                <a:pos x="connsiteX71451" y="connsiteY71451"/>
              </a:cxn>
              <a:cxn ang="0">
                <a:pos x="connsiteX71452" y="connsiteY71452"/>
              </a:cxn>
              <a:cxn ang="0">
                <a:pos x="connsiteX71453" y="connsiteY71453"/>
              </a:cxn>
              <a:cxn ang="0">
                <a:pos x="connsiteX71454" y="connsiteY71454"/>
              </a:cxn>
              <a:cxn ang="0">
                <a:pos x="connsiteX71455" y="connsiteY71455"/>
              </a:cxn>
              <a:cxn ang="0">
                <a:pos x="connsiteX71456" y="connsiteY71456"/>
              </a:cxn>
              <a:cxn ang="0">
                <a:pos x="connsiteX71457" y="connsiteY71457"/>
              </a:cxn>
              <a:cxn ang="0">
                <a:pos x="connsiteX71458" y="connsiteY71458"/>
              </a:cxn>
              <a:cxn ang="0">
                <a:pos x="connsiteX71459" y="connsiteY71459"/>
              </a:cxn>
              <a:cxn ang="0">
                <a:pos x="connsiteX71460" y="connsiteY71460"/>
              </a:cxn>
              <a:cxn ang="0">
                <a:pos x="connsiteX71461" y="connsiteY71461"/>
              </a:cxn>
              <a:cxn ang="0">
                <a:pos x="connsiteX71462" y="connsiteY71462"/>
              </a:cxn>
              <a:cxn ang="0">
                <a:pos x="connsiteX71463" y="connsiteY71463"/>
              </a:cxn>
              <a:cxn ang="0">
                <a:pos x="connsiteX71464" y="connsiteY71464"/>
              </a:cxn>
              <a:cxn ang="0">
                <a:pos x="connsiteX71465" y="connsiteY71465"/>
              </a:cxn>
              <a:cxn ang="0">
                <a:pos x="connsiteX71466" y="connsiteY71466"/>
              </a:cxn>
              <a:cxn ang="0">
                <a:pos x="connsiteX71467" y="connsiteY71467"/>
              </a:cxn>
              <a:cxn ang="0">
                <a:pos x="connsiteX71468" y="connsiteY71468"/>
              </a:cxn>
              <a:cxn ang="0">
                <a:pos x="connsiteX71469" y="connsiteY71469"/>
              </a:cxn>
              <a:cxn ang="0">
                <a:pos x="connsiteX71470" y="connsiteY71470"/>
              </a:cxn>
              <a:cxn ang="0">
                <a:pos x="connsiteX71471" y="connsiteY71471"/>
              </a:cxn>
              <a:cxn ang="0">
                <a:pos x="connsiteX71472" y="connsiteY71472"/>
              </a:cxn>
              <a:cxn ang="0">
                <a:pos x="connsiteX71473" y="connsiteY71473"/>
              </a:cxn>
              <a:cxn ang="0">
                <a:pos x="connsiteX71474" y="connsiteY71474"/>
              </a:cxn>
              <a:cxn ang="0">
                <a:pos x="connsiteX71475" y="connsiteY71475"/>
              </a:cxn>
              <a:cxn ang="0">
                <a:pos x="connsiteX71476" y="connsiteY71476"/>
              </a:cxn>
              <a:cxn ang="0">
                <a:pos x="connsiteX71477" y="connsiteY71477"/>
              </a:cxn>
              <a:cxn ang="0">
                <a:pos x="connsiteX71478" y="connsiteY71478"/>
              </a:cxn>
              <a:cxn ang="0">
                <a:pos x="connsiteX71479" y="connsiteY71479"/>
              </a:cxn>
              <a:cxn ang="0">
                <a:pos x="connsiteX71480" y="connsiteY71480"/>
              </a:cxn>
              <a:cxn ang="0">
                <a:pos x="connsiteX71481" y="connsiteY71481"/>
              </a:cxn>
              <a:cxn ang="0">
                <a:pos x="connsiteX71482" y="connsiteY71482"/>
              </a:cxn>
              <a:cxn ang="0">
                <a:pos x="connsiteX71483" y="connsiteY71483"/>
              </a:cxn>
              <a:cxn ang="0">
                <a:pos x="connsiteX71484" y="connsiteY71484"/>
              </a:cxn>
              <a:cxn ang="0">
                <a:pos x="connsiteX71485" y="connsiteY71485"/>
              </a:cxn>
              <a:cxn ang="0">
                <a:pos x="connsiteX71486" y="connsiteY71486"/>
              </a:cxn>
              <a:cxn ang="0">
                <a:pos x="connsiteX71487" y="connsiteY71487"/>
              </a:cxn>
              <a:cxn ang="0">
                <a:pos x="connsiteX71488" y="connsiteY71488"/>
              </a:cxn>
              <a:cxn ang="0">
                <a:pos x="connsiteX71489" y="connsiteY71489"/>
              </a:cxn>
              <a:cxn ang="0">
                <a:pos x="connsiteX71490" y="connsiteY71490"/>
              </a:cxn>
              <a:cxn ang="0">
                <a:pos x="connsiteX71491" y="connsiteY71491"/>
              </a:cxn>
              <a:cxn ang="0">
                <a:pos x="connsiteX71492" y="connsiteY71492"/>
              </a:cxn>
              <a:cxn ang="0">
                <a:pos x="connsiteX71493" y="connsiteY71493"/>
              </a:cxn>
              <a:cxn ang="0">
                <a:pos x="connsiteX71494" y="connsiteY71494"/>
              </a:cxn>
              <a:cxn ang="0">
                <a:pos x="connsiteX71495" y="connsiteY71495"/>
              </a:cxn>
              <a:cxn ang="0">
                <a:pos x="connsiteX71496" y="connsiteY71496"/>
              </a:cxn>
              <a:cxn ang="0">
                <a:pos x="connsiteX71497" y="connsiteY71497"/>
              </a:cxn>
              <a:cxn ang="0">
                <a:pos x="connsiteX71498" y="connsiteY71498"/>
              </a:cxn>
              <a:cxn ang="0">
                <a:pos x="connsiteX71499" y="connsiteY71499"/>
              </a:cxn>
              <a:cxn ang="0">
                <a:pos x="connsiteX71500" y="connsiteY71500"/>
              </a:cxn>
              <a:cxn ang="0">
                <a:pos x="connsiteX71501" y="connsiteY71501"/>
              </a:cxn>
              <a:cxn ang="0">
                <a:pos x="connsiteX71502" y="connsiteY71502"/>
              </a:cxn>
              <a:cxn ang="0">
                <a:pos x="connsiteX71503" y="connsiteY71503"/>
              </a:cxn>
              <a:cxn ang="0">
                <a:pos x="connsiteX71504" y="connsiteY71504"/>
              </a:cxn>
              <a:cxn ang="0">
                <a:pos x="connsiteX71505" y="connsiteY71505"/>
              </a:cxn>
              <a:cxn ang="0">
                <a:pos x="connsiteX71506" y="connsiteY71506"/>
              </a:cxn>
              <a:cxn ang="0">
                <a:pos x="connsiteX71507" y="connsiteY71507"/>
              </a:cxn>
              <a:cxn ang="0">
                <a:pos x="connsiteX71508" y="connsiteY71508"/>
              </a:cxn>
              <a:cxn ang="0">
                <a:pos x="connsiteX71509" y="connsiteY71509"/>
              </a:cxn>
              <a:cxn ang="0">
                <a:pos x="connsiteX71510" y="connsiteY71510"/>
              </a:cxn>
              <a:cxn ang="0">
                <a:pos x="connsiteX71511" y="connsiteY71511"/>
              </a:cxn>
              <a:cxn ang="0">
                <a:pos x="connsiteX71512" y="connsiteY71512"/>
              </a:cxn>
              <a:cxn ang="0">
                <a:pos x="connsiteX71513" y="connsiteY71513"/>
              </a:cxn>
              <a:cxn ang="0">
                <a:pos x="connsiteX71514" y="connsiteY71514"/>
              </a:cxn>
              <a:cxn ang="0">
                <a:pos x="connsiteX71515" y="connsiteY71515"/>
              </a:cxn>
              <a:cxn ang="0">
                <a:pos x="connsiteX71516" y="connsiteY71516"/>
              </a:cxn>
              <a:cxn ang="0">
                <a:pos x="connsiteX71517" y="connsiteY71517"/>
              </a:cxn>
              <a:cxn ang="0">
                <a:pos x="connsiteX71518" y="connsiteY71518"/>
              </a:cxn>
              <a:cxn ang="0">
                <a:pos x="connsiteX71519" y="connsiteY71519"/>
              </a:cxn>
              <a:cxn ang="0">
                <a:pos x="connsiteX71520" y="connsiteY71520"/>
              </a:cxn>
              <a:cxn ang="0">
                <a:pos x="connsiteX71521" y="connsiteY71521"/>
              </a:cxn>
              <a:cxn ang="0">
                <a:pos x="connsiteX71522" y="connsiteY71522"/>
              </a:cxn>
              <a:cxn ang="0">
                <a:pos x="connsiteX71523" y="connsiteY71523"/>
              </a:cxn>
              <a:cxn ang="0">
                <a:pos x="connsiteX71524" y="connsiteY71524"/>
              </a:cxn>
              <a:cxn ang="0">
                <a:pos x="connsiteX71525" y="connsiteY71525"/>
              </a:cxn>
              <a:cxn ang="0">
                <a:pos x="connsiteX71526" y="connsiteY71526"/>
              </a:cxn>
              <a:cxn ang="0">
                <a:pos x="connsiteX71527" y="connsiteY71527"/>
              </a:cxn>
              <a:cxn ang="0">
                <a:pos x="connsiteX71528" y="connsiteY71528"/>
              </a:cxn>
              <a:cxn ang="0">
                <a:pos x="connsiteX71529" y="connsiteY71529"/>
              </a:cxn>
              <a:cxn ang="0">
                <a:pos x="connsiteX71530" y="connsiteY71530"/>
              </a:cxn>
              <a:cxn ang="0">
                <a:pos x="connsiteX71531" y="connsiteY71531"/>
              </a:cxn>
              <a:cxn ang="0">
                <a:pos x="connsiteX71532" y="connsiteY71532"/>
              </a:cxn>
              <a:cxn ang="0">
                <a:pos x="connsiteX71533" y="connsiteY71533"/>
              </a:cxn>
              <a:cxn ang="0">
                <a:pos x="connsiteX71534" y="connsiteY71534"/>
              </a:cxn>
              <a:cxn ang="0">
                <a:pos x="connsiteX71535" y="connsiteY71535"/>
              </a:cxn>
              <a:cxn ang="0">
                <a:pos x="connsiteX71536" y="connsiteY71536"/>
              </a:cxn>
              <a:cxn ang="0">
                <a:pos x="connsiteX71537" y="connsiteY71537"/>
              </a:cxn>
              <a:cxn ang="0">
                <a:pos x="connsiteX71538" y="connsiteY71538"/>
              </a:cxn>
              <a:cxn ang="0">
                <a:pos x="connsiteX71539" y="connsiteY71539"/>
              </a:cxn>
              <a:cxn ang="0">
                <a:pos x="connsiteX71540" y="connsiteY71540"/>
              </a:cxn>
              <a:cxn ang="0">
                <a:pos x="connsiteX71541" y="connsiteY71541"/>
              </a:cxn>
              <a:cxn ang="0">
                <a:pos x="connsiteX71542" y="connsiteY71542"/>
              </a:cxn>
              <a:cxn ang="0">
                <a:pos x="connsiteX71543" y="connsiteY71543"/>
              </a:cxn>
              <a:cxn ang="0">
                <a:pos x="connsiteX71544" y="connsiteY71544"/>
              </a:cxn>
              <a:cxn ang="0">
                <a:pos x="connsiteX71545" y="connsiteY71545"/>
              </a:cxn>
              <a:cxn ang="0">
                <a:pos x="connsiteX71546" y="connsiteY71546"/>
              </a:cxn>
              <a:cxn ang="0">
                <a:pos x="connsiteX71547" y="connsiteY71547"/>
              </a:cxn>
              <a:cxn ang="0">
                <a:pos x="connsiteX71548" y="connsiteY71548"/>
              </a:cxn>
              <a:cxn ang="0">
                <a:pos x="connsiteX71549" y="connsiteY71549"/>
              </a:cxn>
              <a:cxn ang="0">
                <a:pos x="connsiteX71550" y="connsiteY71550"/>
              </a:cxn>
              <a:cxn ang="0">
                <a:pos x="connsiteX71551" y="connsiteY71551"/>
              </a:cxn>
              <a:cxn ang="0">
                <a:pos x="connsiteX71552" y="connsiteY71552"/>
              </a:cxn>
              <a:cxn ang="0">
                <a:pos x="connsiteX71553" y="connsiteY71553"/>
              </a:cxn>
              <a:cxn ang="0">
                <a:pos x="connsiteX71554" y="connsiteY71554"/>
              </a:cxn>
              <a:cxn ang="0">
                <a:pos x="connsiteX71555" y="connsiteY71555"/>
              </a:cxn>
              <a:cxn ang="0">
                <a:pos x="connsiteX71556" y="connsiteY71556"/>
              </a:cxn>
              <a:cxn ang="0">
                <a:pos x="connsiteX71557" y="connsiteY71557"/>
              </a:cxn>
              <a:cxn ang="0">
                <a:pos x="connsiteX71558" y="connsiteY71558"/>
              </a:cxn>
              <a:cxn ang="0">
                <a:pos x="connsiteX71559" y="connsiteY71559"/>
              </a:cxn>
              <a:cxn ang="0">
                <a:pos x="connsiteX71560" y="connsiteY71560"/>
              </a:cxn>
              <a:cxn ang="0">
                <a:pos x="connsiteX71561" y="connsiteY71561"/>
              </a:cxn>
              <a:cxn ang="0">
                <a:pos x="connsiteX71562" y="connsiteY71562"/>
              </a:cxn>
              <a:cxn ang="0">
                <a:pos x="connsiteX71563" y="connsiteY71563"/>
              </a:cxn>
              <a:cxn ang="0">
                <a:pos x="connsiteX71564" y="connsiteY71564"/>
              </a:cxn>
              <a:cxn ang="0">
                <a:pos x="connsiteX71565" y="connsiteY71565"/>
              </a:cxn>
              <a:cxn ang="0">
                <a:pos x="connsiteX71566" y="connsiteY71566"/>
              </a:cxn>
              <a:cxn ang="0">
                <a:pos x="connsiteX71567" y="connsiteY71567"/>
              </a:cxn>
              <a:cxn ang="0">
                <a:pos x="connsiteX71568" y="connsiteY71568"/>
              </a:cxn>
              <a:cxn ang="0">
                <a:pos x="connsiteX71569" y="connsiteY71569"/>
              </a:cxn>
              <a:cxn ang="0">
                <a:pos x="connsiteX71570" y="connsiteY71570"/>
              </a:cxn>
              <a:cxn ang="0">
                <a:pos x="connsiteX71571" y="connsiteY71571"/>
              </a:cxn>
              <a:cxn ang="0">
                <a:pos x="connsiteX71572" y="connsiteY71572"/>
              </a:cxn>
              <a:cxn ang="0">
                <a:pos x="connsiteX71573" y="connsiteY71573"/>
              </a:cxn>
              <a:cxn ang="0">
                <a:pos x="connsiteX71574" y="connsiteY71574"/>
              </a:cxn>
              <a:cxn ang="0">
                <a:pos x="connsiteX71575" y="connsiteY71575"/>
              </a:cxn>
              <a:cxn ang="0">
                <a:pos x="connsiteX71576" y="connsiteY71576"/>
              </a:cxn>
              <a:cxn ang="0">
                <a:pos x="connsiteX71577" y="connsiteY71577"/>
              </a:cxn>
              <a:cxn ang="0">
                <a:pos x="connsiteX71578" y="connsiteY71578"/>
              </a:cxn>
              <a:cxn ang="0">
                <a:pos x="connsiteX71579" y="connsiteY71579"/>
              </a:cxn>
              <a:cxn ang="0">
                <a:pos x="connsiteX71580" y="connsiteY71580"/>
              </a:cxn>
              <a:cxn ang="0">
                <a:pos x="connsiteX71581" y="connsiteY71581"/>
              </a:cxn>
              <a:cxn ang="0">
                <a:pos x="connsiteX71582" y="connsiteY71582"/>
              </a:cxn>
              <a:cxn ang="0">
                <a:pos x="connsiteX71583" y="connsiteY71583"/>
              </a:cxn>
              <a:cxn ang="0">
                <a:pos x="connsiteX71584" y="connsiteY71584"/>
              </a:cxn>
              <a:cxn ang="0">
                <a:pos x="connsiteX71585" y="connsiteY71585"/>
              </a:cxn>
              <a:cxn ang="0">
                <a:pos x="connsiteX71586" y="connsiteY71586"/>
              </a:cxn>
              <a:cxn ang="0">
                <a:pos x="connsiteX71587" y="connsiteY71587"/>
              </a:cxn>
              <a:cxn ang="0">
                <a:pos x="connsiteX71588" y="connsiteY71588"/>
              </a:cxn>
              <a:cxn ang="0">
                <a:pos x="connsiteX71589" y="connsiteY71589"/>
              </a:cxn>
              <a:cxn ang="0">
                <a:pos x="connsiteX71590" y="connsiteY71590"/>
              </a:cxn>
              <a:cxn ang="0">
                <a:pos x="connsiteX71591" y="connsiteY71591"/>
              </a:cxn>
              <a:cxn ang="0">
                <a:pos x="connsiteX71592" y="connsiteY71592"/>
              </a:cxn>
              <a:cxn ang="0">
                <a:pos x="connsiteX71593" y="connsiteY71593"/>
              </a:cxn>
              <a:cxn ang="0">
                <a:pos x="connsiteX71594" y="connsiteY71594"/>
              </a:cxn>
              <a:cxn ang="0">
                <a:pos x="connsiteX71595" y="connsiteY71595"/>
              </a:cxn>
              <a:cxn ang="0">
                <a:pos x="connsiteX71596" y="connsiteY71596"/>
              </a:cxn>
              <a:cxn ang="0">
                <a:pos x="connsiteX71597" y="connsiteY71597"/>
              </a:cxn>
              <a:cxn ang="0">
                <a:pos x="connsiteX71598" y="connsiteY71598"/>
              </a:cxn>
              <a:cxn ang="0">
                <a:pos x="connsiteX71599" y="connsiteY71599"/>
              </a:cxn>
              <a:cxn ang="0">
                <a:pos x="connsiteX71600" y="connsiteY71600"/>
              </a:cxn>
              <a:cxn ang="0">
                <a:pos x="connsiteX71601" y="connsiteY71601"/>
              </a:cxn>
              <a:cxn ang="0">
                <a:pos x="connsiteX71602" y="connsiteY71602"/>
              </a:cxn>
              <a:cxn ang="0">
                <a:pos x="connsiteX71603" y="connsiteY71603"/>
              </a:cxn>
              <a:cxn ang="0">
                <a:pos x="connsiteX71604" y="connsiteY71604"/>
              </a:cxn>
              <a:cxn ang="0">
                <a:pos x="connsiteX71605" y="connsiteY71605"/>
              </a:cxn>
              <a:cxn ang="0">
                <a:pos x="connsiteX71606" y="connsiteY71606"/>
              </a:cxn>
              <a:cxn ang="0">
                <a:pos x="connsiteX71607" y="connsiteY71607"/>
              </a:cxn>
              <a:cxn ang="0">
                <a:pos x="connsiteX71608" y="connsiteY71608"/>
              </a:cxn>
              <a:cxn ang="0">
                <a:pos x="connsiteX71609" y="connsiteY71609"/>
              </a:cxn>
              <a:cxn ang="0">
                <a:pos x="connsiteX71610" y="connsiteY71610"/>
              </a:cxn>
              <a:cxn ang="0">
                <a:pos x="connsiteX71611" y="connsiteY71611"/>
              </a:cxn>
              <a:cxn ang="0">
                <a:pos x="connsiteX71612" y="connsiteY71612"/>
              </a:cxn>
              <a:cxn ang="0">
                <a:pos x="connsiteX71613" y="connsiteY71613"/>
              </a:cxn>
              <a:cxn ang="0">
                <a:pos x="connsiteX71614" y="connsiteY71614"/>
              </a:cxn>
              <a:cxn ang="0">
                <a:pos x="connsiteX71615" y="connsiteY71615"/>
              </a:cxn>
              <a:cxn ang="0">
                <a:pos x="connsiteX71616" y="connsiteY71616"/>
              </a:cxn>
              <a:cxn ang="0">
                <a:pos x="connsiteX71617" y="connsiteY71617"/>
              </a:cxn>
              <a:cxn ang="0">
                <a:pos x="connsiteX71618" y="connsiteY71618"/>
              </a:cxn>
              <a:cxn ang="0">
                <a:pos x="connsiteX71619" y="connsiteY71619"/>
              </a:cxn>
              <a:cxn ang="0">
                <a:pos x="connsiteX71620" y="connsiteY71620"/>
              </a:cxn>
              <a:cxn ang="0">
                <a:pos x="connsiteX71621" y="connsiteY71621"/>
              </a:cxn>
              <a:cxn ang="0">
                <a:pos x="connsiteX71622" y="connsiteY71622"/>
              </a:cxn>
              <a:cxn ang="0">
                <a:pos x="connsiteX71623" y="connsiteY71623"/>
              </a:cxn>
              <a:cxn ang="0">
                <a:pos x="connsiteX71624" y="connsiteY71624"/>
              </a:cxn>
              <a:cxn ang="0">
                <a:pos x="connsiteX71625" y="connsiteY71625"/>
              </a:cxn>
              <a:cxn ang="0">
                <a:pos x="connsiteX71626" y="connsiteY71626"/>
              </a:cxn>
              <a:cxn ang="0">
                <a:pos x="connsiteX71627" y="connsiteY71627"/>
              </a:cxn>
              <a:cxn ang="0">
                <a:pos x="connsiteX71628" y="connsiteY71628"/>
              </a:cxn>
              <a:cxn ang="0">
                <a:pos x="connsiteX71629" y="connsiteY71629"/>
              </a:cxn>
              <a:cxn ang="0">
                <a:pos x="connsiteX71630" y="connsiteY71630"/>
              </a:cxn>
              <a:cxn ang="0">
                <a:pos x="connsiteX71631" y="connsiteY71631"/>
              </a:cxn>
              <a:cxn ang="0">
                <a:pos x="connsiteX71632" y="connsiteY71632"/>
              </a:cxn>
              <a:cxn ang="0">
                <a:pos x="connsiteX71633" y="connsiteY71633"/>
              </a:cxn>
              <a:cxn ang="0">
                <a:pos x="connsiteX71634" y="connsiteY71634"/>
              </a:cxn>
              <a:cxn ang="0">
                <a:pos x="connsiteX71635" y="connsiteY71635"/>
              </a:cxn>
              <a:cxn ang="0">
                <a:pos x="connsiteX71636" y="connsiteY71636"/>
              </a:cxn>
              <a:cxn ang="0">
                <a:pos x="connsiteX71637" y="connsiteY71637"/>
              </a:cxn>
              <a:cxn ang="0">
                <a:pos x="connsiteX71638" y="connsiteY71638"/>
              </a:cxn>
              <a:cxn ang="0">
                <a:pos x="connsiteX71639" y="connsiteY71639"/>
              </a:cxn>
              <a:cxn ang="0">
                <a:pos x="connsiteX71640" y="connsiteY71640"/>
              </a:cxn>
              <a:cxn ang="0">
                <a:pos x="connsiteX71641" y="connsiteY71641"/>
              </a:cxn>
              <a:cxn ang="0">
                <a:pos x="connsiteX71642" y="connsiteY71642"/>
              </a:cxn>
              <a:cxn ang="0">
                <a:pos x="connsiteX71643" y="connsiteY71643"/>
              </a:cxn>
              <a:cxn ang="0">
                <a:pos x="connsiteX71644" y="connsiteY71644"/>
              </a:cxn>
              <a:cxn ang="0">
                <a:pos x="connsiteX71645" y="connsiteY71645"/>
              </a:cxn>
              <a:cxn ang="0">
                <a:pos x="connsiteX71646" y="connsiteY71646"/>
              </a:cxn>
              <a:cxn ang="0">
                <a:pos x="connsiteX71647" y="connsiteY71647"/>
              </a:cxn>
              <a:cxn ang="0">
                <a:pos x="connsiteX71648" y="connsiteY71648"/>
              </a:cxn>
              <a:cxn ang="0">
                <a:pos x="connsiteX71649" y="connsiteY71649"/>
              </a:cxn>
              <a:cxn ang="0">
                <a:pos x="connsiteX71650" y="connsiteY71650"/>
              </a:cxn>
              <a:cxn ang="0">
                <a:pos x="connsiteX71651" y="connsiteY71651"/>
              </a:cxn>
              <a:cxn ang="0">
                <a:pos x="connsiteX71652" y="connsiteY71652"/>
              </a:cxn>
              <a:cxn ang="0">
                <a:pos x="connsiteX71653" y="connsiteY71653"/>
              </a:cxn>
              <a:cxn ang="0">
                <a:pos x="connsiteX71654" y="connsiteY71654"/>
              </a:cxn>
              <a:cxn ang="0">
                <a:pos x="connsiteX71655" y="connsiteY71655"/>
              </a:cxn>
              <a:cxn ang="0">
                <a:pos x="connsiteX71656" y="connsiteY71656"/>
              </a:cxn>
              <a:cxn ang="0">
                <a:pos x="connsiteX71657" y="connsiteY71657"/>
              </a:cxn>
              <a:cxn ang="0">
                <a:pos x="connsiteX71658" y="connsiteY71658"/>
              </a:cxn>
              <a:cxn ang="0">
                <a:pos x="connsiteX71659" y="connsiteY71659"/>
              </a:cxn>
              <a:cxn ang="0">
                <a:pos x="connsiteX71660" y="connsiteY71660"/>
              </a:cxn>
              <a:cxn ang="0">
                <a:pos x="connsiteX71661" y="connsiteY71661"/>
              </a:cxn>
              <a:cxn ang="0">
                <a:pos x="connsiteX71662" y="connsiteY71662"/>
              </a:cxn>
              <a:cxn ang="0">
                <a:pos x="connsiteX71663" y="connsiteY71663"/>
              </a:cxn>
              <a:cxn ang="0">
                <a:pos x="connsiteX71664" y="connsiteY71664"/>
              </a:cxn>
              <a:cxn ang="0">
                <a:pos x="connsiteX71665" y="connsiteY71665"/>
              </a:cxn>
              <a:cxn ang="0">
                <a:pos x="connsiteX71666" y="connsiteY71666"/>
              </a:cxn>
              <a:cxn ang="0">
                <a:pos x="connsiteX71667" y="connsiteY71667"/>
              </a:cxn>
              <a:cxn ang="0">
                <a:pos x="connsiteX71668" y="connsiteY71668"/>
              </a:cxn>
              <a:cxn ang="0">
                <a:pos x="connsiteX71669" y="connsiteY71669"/>
              </a:cxn>
              <a:cxn ang="0">
                <a:pos x="connsiteX71670" y="connsiteY71670"/>
              </a:cxn>
              <a:cxn ang="0">
                <a:pos x="connsiteX71671" y="connsiteY71671"/>
              </a:cxn>
              <a:cxn ang="0">
                <a:pos x="connsiteX71672" y="connsiteY71672"/>
              </a:cxn>
              <a:cxn ang="0">
                <a:pos x="connsiteX71673" y="connsiteY71673"/>
              </a:cxn>
              <a:cxn ang="0">
                <a:pos x="connsiteX71674" y="connsiteY71674"/>
              </a:cxn>
              <a:cxn ang="0">
                <a:pos x="connsiteX71675" y="connsiteY71675"/>
              </a:cxn>
              <a:cxn ang="0">
                <a:pos x="connsiteX71676" y="connsiteY71676"/>
              </a:cxn>
              <a:cxn ang="0">
                <a:pos x="connsiteX71677" y="connsiteY71677"/>
              </a:cxn>
              <a:cxn ang="0">
                <a:pos x="connsiteX71678" y="connsiteY71678"/>
              </a:cxn>
              <a:cxn ang="0">
                <a:pos x="connsiteX71679" y="connsiteY71679"/>
              </a:cxn>
              <a:cxn ang="0">
                <a:pos x="connsiteX71680" y="connsiteY71680"/>
              </a:cxn>
              <a:cxn ang="0">
                <a:pos x="connsiteX71681" y="connsiteY71681"/>
              </a:cxn>
              <a:cxn ang="0">
                <a:pos x="connsiteX71682" y="connsiteY71682"/>
              </a:cxn>
              <a:cxn ang="0">
                <a:pos x="connsiteX71683" y="connsiteY71683"/>
              </a:cxn>
              <a:cxn ang="0">
                <a:pos x="connsiteX71684" y="connsiteY71684"/>
              </a:cxn>
              <a:cxn ang="0">
                <a:pos x="connsiteX71685" y="connsiteY71685"/>
              </a:cxn>
              <a:cxn ang="0">
                <a:pos x="connsiteX71686" y="connsiteY71686"/>
              </a:cxn>
              <a:cxn ang="0">
                <a:pos x="connsiteX71687" y="connsiteY71687"/>
              </a:cxn>
              <a:cxn ang="0">
                <a:pos x="connsiteX71688" y="connsiteY71688"/>
              </a:cxn>
              <a:cxn ang="0">
                <a:pos x="connsiteX71689" y="connsiteY71689"/>
              </a:cxn>
              <a:cxn ang="0">
                <a:pos x="connsiteX71690" y="connsiteY71690"/>
              </a:cxn>
              <a:cxn ang="0">
                <a:pos x="connsiteX71691" y="connsiteY71691"/>
              </a:cxn>
              <a:cxn ang="0">
                <a:pos x="connsiteX71692" y="connsiteY71692"/>
              </a:cxn>
              <a:cxn ang="0">
                <a:pos x="connsiteX71693" y="connsiteY71693"/>
              </a:cxn>
              <a:cxn ang="0">
                <a:pos x="connsiteX71694" y="connsiteY71694"/>
              </a:cxn>
              <a:cxn ang="0">
                <a:pos x="connsiteX71695" y="connsiteY71695"/>
              </a:cxn>
              <a:cxn ang="0">
                <a:pos x="connsiteX71696" y="connsiteY71696"/>
              </a:cxn>
              <a:cxn ang="0">
                <a:pos x="connsiteX71697" y="connsiteY71697"/>
              </a:cxn>
              <a:cxn ang="0">
                <a:pos x="connsiteX71698" y="connsiteY71698"/>
              </a:cxn>
              <a:cxn ang="0">
                <a:pos x="connsiteX71699" y="connsiteY71699"/>
              </a:cxn>
              <a:cxn ang="0">
                <a:pos x="connsiteX71700" y="connsiteY71700"/>
              </a:cxn>
              <a:cxn ang="0">
                <a:pos x="connsiteX71701" y="connsiteY71701"/>
              </a:cxn>
              <a:cxn ang="0">
                <a:pos x="connsiteX71702" y="connsiteY71702"/>
              </a:cxn>
              <a:cxn ang="0">
                <a:pos x="connsiteX71703" y="connsiteY71703"/>
              </a:cxn>
              <a:cxn ang="0">
                <a:pos x="connsiteX71704" y="connsiteY71704"/>
              </a:cxn>
              <a:cxn ang="0">
                <a:pos x="connsiteX71705" y="connsiteY71705"/>
              </a:cxn>
              <a:cxn ang="0">
                <a:pos x="connsiteX71706" y="connsiteY71706"/>
              </a:cxn>
              <a:cxn ang="0">
                <a:pos x="connsiteX71707" y="connsiteY71707"/>
              </a:cxn>
              <a:cxn ang="0">
                <a:pos x="connsiteX71708" y="connsiteY71708"/>
              </a:cxn>
              <a:cxn ang="0">
                <a:pos x="connsiteX71709" y="connsiteY71709"/>
              </a:cxn>
              <a:cxn ang="0">
                <a:pos x="connsiteX71710" y="connsiteY71710"/>
              </a:cxn>
              <a:cxn ang="0">
                <a:pos x="connsiteX71711" y="connsiteY71711"/>
              </a:cxn>
              <a:cxn ang="0">
                <a:pos x="connsiteX71712" y="connsiteY71712"/>
              </a:cxn>
              <a:cxn ang="0">
                <a:pos x="connsiteX71713" y="connsiteY71713"/>
              </a:cxn>
              <a:cxn ang="0">
                <a:pos x="connsiteX71714" y="connsiteY71714"/>
              </a:cxn>
              <a:cxn ang="0">
                <a:pos x="connsiteX71715" y="connsiteY71715"/>
              </a:cxn>
              <a:cxn ang="0">
                <a:pos x="connsiteX71716" y="connsiteY71716"/>
              </a:cxn>
              <a:cxn ang="0">
                <a:pos x="connsiteX71717" y="connsiteY71717"/>
              </a:cxn>
              <a:cxn ang="0">
                <a:pos x="connsiteX71718" y="connsiteY71718"/>
              </a:cxn>
              <a:cxn ang="0">
                <a:pos x="connsiteX71719" y="connsiteY71719"/>
              </a:cxn>
              <a:cxn ang="0">
                <a:pos x="connsiteX71720" y="connsiteY71720"/>
              </a:cxn>
              <a:cxn ang="0">
                <a:pos x="connsiteX71721" y="connsiteY71721"/>
              </a:cxn>
              <a:cxn ang="0">
                <a:pos x="connsiteX71722" y="connsiteY71722"/>
              </a:cxn>
              <a:cxn ang="0">
                <a:pos x="connsiteX71723" y="connsiteY71723"/>
              </a:cxn>
              <a:cxn ang="0">
                <a:pos x="connsiteX71724" y="connsiteY71724"/>
              </a:cxn>
              <a:cxn ang="0">
                <a:pos x="connsiteX71725" y="connsiteY71725"/>
              </a:cxn>
              <a:cxn ang="0">
                <a:pos x="connsiteX71726" y="connsiteY71726"/>
              </a:cxn>
              <a:cxn ang="0">
                <a:pos x="connsiteX71727" y="connsiteY71727"/>
              </a:cxn>
              <a:cxn ang="0">
                <a:pos x="connsiteX71728" y="connsiteY71728"/>
              </a:cxn>
              <a:cxn ang="0">
                <a:pos x="connsiteX71729" y="connsiteY71729"/>
              </a:cxn>
              <a:cxn ang="0">
                <a:pos x="connsiteX71730" y="connsiteY71730"/>
              </a:cxn>
              <a:cxn ang="0">
                <a:pos x="connsiteX71731" y="connsiteY71731"/>
              </a:cxn>
              <a:cxn ang="0">
                <a:pos x="connsiteX71732" y="connsiteY71732"/>
              </a:cxn>
              <a:cxn ang="0">
                <a:pos x="connsiteX71733" y="connsiteY71733"/>
              </a:cxn>
              <a:cxn ang="0">
                <a:pos x="connsiteX71734" y="connsiteY71734"/>
              </a:cxn>
              <a:cxn ang="0">
                <a:pos x="connsiteX71735" y="connsiteY71735"/>
              </a:cxn>
              <a:cxn ang="0">
                <a:pos x="connsiteX71736" y="connsiteY71736"/>
              </a:cxn>
              <a:cxn ang="0">
                <a:pos x="connsiteX71737" y="connsiteY71737"/>
              </a:cxn>
              <a:cxn ang="0">
                <a:pos x="connsiteX71738" y="connsiteY71738"/>
              </a:cxn>
              <a:cxn ang="0">
                <a:pos x="connsiteX71739" y="connsiteY71739"/>
              </a:cxn>
              <a:cxn ang="0">
                <a:pos x="connsiteX71740" y="connsiteY71740"/>
              </a:cxn>
              <a:cxn ang="0">
                <a:pos x="connsiteX71741" y="connsiteY71741"/>
              </a:cxn>
              <a:cxn ang="0">
                <a:pos x="connsiteX71742" y="connsiteY71742"/>
              </a:cxn>
              <a:cxn ang="0">
                <a:pos x="connsiteX71743" y="connsiteY71743"/>
              </a:cxn>
              <a:cxn ang="0">
                <a:pos x="connsiteX71744" y="connsiteY71744"/>
              </a:cxn>
              <a:cxn ang="0">
                <a:pos x="connsiteX71745" y="connsiteY71745"/>
              </a:cxn>
              <a:cxn ang="0">
                <a:pos x="connsiteX71746" y="connsiteY71746"/>
              </a:cxn>
              <a:cxn ang="0">
                <a:pos x="connsiteX71747" y="connsiteY71747"/>
              </a:cxn>
              <a:cxn ang="0">
                <a:pos x="connsiteX71748" y="connsiteY71748"/>
              </a:cxn>
              <a:cxn ang="0">
                <a:pos x="connsiteX71749" y="connsiteY71749"/>
              </a:cxn>
              <a:cxn ang="0">
                <a:pos x="connsiteX71750" y="connsiteY71750"/>
              </a:cxn>
              <a:cxn ang="0">
                <a:pos x="connsiteX71751" y="connsiteY71751"/>
              </a:cxn>
              <a:cxn ang="0">
                <a:pos x="connsiteX71752" y="connsiteY71752"/>
              </a:cxn>
              <a:cxn ang="0">
                <a:pos x="connsiteX71753" y="connsiteY71753"/>
              </a:cxn>
              <a:cxn ang="0">
                <a:pos x="connsiteX71754" y="connsiteY71754"/>
              </a:cxn>
              <a:cxn ang="0">
                <a:pos x="connsiteX71755" y="connsiteY71755"/>
              </a:cxn>
              <a:cxn ang="0">
                <a:pos x="connsiteX71756" y="connsiteY71756"/>
              </a:cxn>
              <a:cxn ang="0">
                <a:pos x="connsiteX71757" y="connsiteY71757"/>
              </a:cxn>
              <a:cxn ang="0">
                <a:pos x="connsiteX71758" y="connsiteY71758"/>
              </a:cxn>
              <a:cxn ang="0">
                <a:pos x="connsiteX71759" y="connsiteY71759"/>
              </a:cxn>
              <a:cxn ang="0">
                <a:pos x="connsiteX71760" y="connsiteY71760"/>
              </a:cxn>
              <a:cxn ang="0">
                <a:pos x="connsiteX71761" y="connsiteY71761"/>
              </a:cxn>
              <a:cxn ang="0">
                <a:pos x="connsiteX71762" y="connsiteY71762"/>
              </a:cxn>
              <a:cxn ang="0">
                <a:pos x="connsiteX71763" y="connsiteY71763"/>
              </a:cxn>
              <a:cxn ang="0">
                <a:pos x="connsiteX71764" y="connsiteY71764"/>
              </a:cxn>
              <a:cxn ang="0">
                <a:pos x="connsiteX71765" y="connsiteY71765"/>
              </a:cxn>
              <a:cxn ang="0">
                <a:pos x="connsiteX71766" y="connsiteY71766"/>
              </a:cxn>
              <a:cxn ang="0">
                <a:pos x="connsiteX71767" y="connsiteY71767"/>
              </a:cxn>
              <a:cxn ang="0">
                <a:pos x="connsiteX71768" y="connsiteY71768"/>
              </a:cxn>
              <a:cxn ang="0">
                <a:pos x="connsiteX71769" y="connsiteY71769"/>
              </a:cxn>
              <a:cxn ang="0">
                <a:pos x="connsiteX71770" y="connsiteY71770"/>
              </a:cxn>
              <a:cxn ang="0">
                <a:pos x="connsiteX71771" y="connsiteY71771"/>
              </a:cxn>
              <a:cxn ang="0">
                <a:pos x="connsiteX71772" y="connsiteY71772"/>
              </a:cxn>
              <a:cxn ang="0">
                <a:pos x="connsiteX71773" y="connsiteY71773"/>
              </a:cxn>
              <a:cxn ang="0">
                <a:pos x="connsiteX71774" y="connsiteY71774"/>
              </a:cxn>
              <a:cxn ang="0">
                <a:pos x="connsiteX71775" y="connsiteY71775"/>
              </a:cxn>
              <a:cxn ang="0">
                <a:pos x="connsiteX71776" y="connsiteY71776"/>
              </a:cxn>
              <a:cxn ang="0">
                <a:pos x="connsiteX71777" y="connsiteY71777"/>
              </a:cxn>
              <a:cxn ang="0">
                <a:pos x="connsiteX71778" y="connsiteY71778"/>
              </a:cxn>
              <a:cxn ang="0">
                <a:pos x="connsiteX71779" y="connsiteY71779"/>
              </a:cxn>
              <a:cxn ang="0">
                <a:pos x="connsiteX71780" y="connsiteY71780"/>
              </a:cxn>
              <a:cxn ang="0">
                <a:pos x="connsiteX71781" y="connsiteY71781"/>
              </a:cxn>
              <a:cxn ang="0">
                <a:pos x="connsiteX71782" y="connsiteY71782"/>
              </a:cxn>
              <a:cxn ang="0">
                <a:pos x="connsiteX71783" y="connsiteY71783"/>
              </a:cxn>
              <a:cxn ang="0">
                <a:pos x="connsiteX71784" y="connsiteY71784"/>
              </a:cxn>
              <a:cxn ang="0">
                <a:pos x="connsiteX71785" y="connsiteY71785"/>
              </a:cxn>
              <a:cxn ang="0">
                <a:pos x="connsiteX71786" y="connsiteY71786"/>
              </a:cxn>
              <a:cxn ang="0">
                <a:pos x="connsiteX71787" y="connsiteY71787"/>
              </a:cxn>
              <a:cxn ang="0">
                <a:pos x="connsiteX71788" y="connsiteY71788"/>
              </a:cxn>
              <a:cxn ang="0">
                <a:pos x="connsiteX71789" y="connsiteY71789"/>
              </a:cxn>
              <a:cxn ang="0">
                <a:pos x="connsiteX71790" y="connsiteY71790"/>
              </a:cxn>
              <a:cxn ang="0">
                <a:pos x="connsiteX71791" y="connsiteY71791"/>
              </a:cxn>
              <a:cxn ang="0">
                <a:pos x="connsiteX71792" y="connsiteY71792"/>
              </a:cxn>
              <a:cxn ang="0">
                <a:pos x="connsiteX71793" y="connsiteY71793"/>
              </a:cxn>
              <a:cxn ang="0">
                <a:pos x="connsiteX71794" y="connsiteY71794"/>
              </a:cxn>
              <a:cxn ang="0">
                <a:pos x="connsiteX71795" y="connsiteY71795"/>
              </a:cxn>
              <a:cxn ang="0">
                <a:pos x="connsiteX71796" y="connsiteY71796"/>
              </a:cxn>
              <a:cxn ang="0">
                <a:pos x="connsiteX71797" y="connsiteY71797"/>
              </a:cxn>
              <a:cxn ang="0">
                <a:pos x="connsiteX71798" y="connsiteY71798"/>
              </a:cxn>
              <a:cxn ang="0">
                <a:pos x="connsiteX71799" y="connsiteY71799"/>
              </a:cxn>
              <a:cxn ang="0">
                <a:pos x="connsiteX71800" y="connsiteY71800"/>
              </a:cxn>
              <a:cxn ang="0">
                <a:pos x="connsiteX71801" y="connsiteY71801"/>
              </a:cxn>
              <a:cxn ang="0">
                <a:pos x="connsiteX71802" y="connsiteY71802"/>
              </a:cxn>
              <a:cxn ang="0">
                <a:pos x="connsiteX71803" y="connsiteY71803"/>
              </a:cxn>
              <a:cxn ang="0">
                <a:pos x="connsiteX71804" y="connsiteY71804"/>
              </a:cxn>
              <a:cxn ang="0">
                <a:pos x="connsiteX71805" y="connsiteY71805"/>
              </a:cxn>
              <a:cxn ang="0">
                <a:pos x="connsiteX71806" y="connsiteY71806"/>
              </a:cxn>
              <a:cxn ang="0">
                <a:pos x="connsiteX71807" y="connsiteY71807"/>
              </a:cxn>
              <a:cxn ang="0">
                <a:pos x="connsiteX71808" y="connsiteY71808"/>
              </a:cxn>
              <a:cxn ang="0">
                <a:pos x="connsiteX71809" y="connsiteY71809"/>
              </a:cxn>
              <a:cxn ang="0">
                <a:pos x="connsiteX71810" y="connsiteY71810"/>
              </a:cxn>
              <a:cxn ang="0">
                <a:pos x="connsiteX71811" y="connsiteY71811"/>
              </a:cxn>
              <a:cxn ang="0">
                <a:pos x="connsiteX71812" y="connsiteY71812"/>
              </a:cxn>
              <a:cxn ang="0">
                <a:pos x="connsiteX71813" y="connsiteY71813"/>
              </a:cxn>
              <a:cxn ang="0">
                <a:pos x="connsiteX71814" y="connsiteY71814"/>
              </a:cxn>
              <a:cxn ang="0">
                <a:pos x="connsiteX71815" y="connsiteY71815"/>
              </a:cxn>
              <a:cxn ang="0">
                <a:pos x="connsiteX71816" y="connsiteY71816"/>
              </a:cxn>
              <a:cxn ang="0">
                <a:pos x="connsiteX71817" y="connsiteY71817"/>
              </a:cxn>
              <a:cxn ang="0">
                <a:pos x="connsiteX71818" y="connsiteY71818"/>
              </a:cxn>
              <a:cxn ang="0">
                <a:pos x="connsiteX71819" y="connsiteY71819"/>
              </a:cxn>
              <a:cxn ang="0">
                <a:pos x="connsiteX71820" y="connsiteY71820"/>
              </a:cxn>
              <a:cxn ang="0">
                <a:pos x="connsiteX71821" y="connsiteY71821"/>
              </a:cxn>
              <a:cxn ang="0">
                <a:pos x="connsiteX71822" y="connsiteY71822"/>
              </a:cxn>
              <a:cxn ang="0">
                <a:pos x="connsiteX71823" y="connsiteY71823"/>
              </a:cxn>
              <a:cxn ang="0">
                <a:pos x="connsiteX71824" y="connsiteY71824"/>
              </a:cxn>
              <a:cxn ang="0">
                <a:pos x="connsiteX71825" y="connsiteY71825"/>
              </a:cxn>
              <a:cxn ang="0">
                <a:pos x="connsiteX71826" y="connsiteY71826"/>
              </a:cxn>
              <a:cxn ang="0">
                <a:pos x="connsiteX71827" y="connsiteY71827"/>
              </a:cxn>
              <a:cxn ang="0">
                <a:pos x="connsiteX71828" y="connsiteY71828"/>
              </a:cxn>
              <a:cxn ang="0">
                <a:pos x="connsiteX71829" y="connsiteY71829"/>
              </a:cxn>
              <a:cxn ang="0">
                <a:pos x="connsiteX71830" y="connsiteY71830"/>
              </a:cxn>
              <a:cxn ang="0">
                <a:pos x="connsiteX71831" y="connsiteY71831"/>
              </a:cxn>
              <a:cxn ang="0">
                <a:pos x="connsiteX71832" y="connsiteY71832"/>
              </a:cxn>
              <a:cxn ang="0">
                <a:pos x="connsiteX71833" y="connsiteY71833"/>
              </a:cxn>
              <a:cxn ang="0">
                <a:pos x="connsiteX71834" y="connsiteY71834"/>
              </a:cxn>
              <a:cxn ang="0">
                <a:pos x="connsiteX71835" y="connsiteY71835"/>
              </a:cxn>
              <a:cxn ang="0">
                <a:pos x="connsiteX71836" y="connsiteY71836"/>
              </a:cxn>
              <a:cxn ang="0">
                <a:pos x="connsiteX71837" y="connsiteY71837"/>
              </a:cxn>
              <a:cxn ang="0">
                <a:pos x="connsiteX71838" y="connsiteY71838"/>
              </a:cxn>
              <a:cxn ang="0">
                <a:pos x="connsiteX71839" y="connsiteY71839"/>
              </a:cxn>
              <a:cxn ang="0">
                <a:pos x="connsiteX71840" y="connsiteY71840"/>
              </a:cxn>
              <a:cxn ang="0">
                <a:pos x="connsiteX71841" y="connsiteY71841"/>
              </a:cxn>
              <a:cxn ang="0">
                <a:pos x="connsiteX71842" y="connsiteY71842"/>
              </a:cxn>
              <a:cxn ang="0">
                <a:pos x="connsiteX71843" y="connsiteY71843"/>
              </a:cxn>
              <a:cxn ang="0">
                <a:pos x="connsiteX71844" y="connsiteY71844"/>
              </a:cxn>
              <a:cxn ang="0">
                <a:pos x="connsiteX71845" y="connsiteY71845"/>
              </a:cxn>
              <a:cxn ang="0">
                <a:pos x="connsiteX71846" y="connsiteY71846"/>
              </a:cxn>
              <a:cxn ang="0">
                <a:pos x="connsiteX71847" y="connsiteY71847"/>
              </a:cxn>
              <a:cxn ang="0">
                <a:pos x="connsiteX71848" y="connsiteY71848"/>
              </a:cxn>
              <a:cxn ang="0">
                <a:pos x="connsiteX71849" y="connsiteY71849"/>
              </a:cxn>
              <a:cxn ang="0">
                <a:pos x="connsiteX71850" y="connsiteY71850"/>
              </a:cxn>
              <a:cxn ang="0">
                <a:pos x="connsiteX71851" y="connsiteY71851"/>
              </a:cxn>
              <a:cxn ang="0">
                <a:pos x="connsiteX71852" y="connsiteY71852"/>
              </a:cxn>
              <a:cxn ang="0">
                <a:pos x="connsiteX71853" y="connsiteY71853"/>
              </a:cxn>
              <a:cxn ang="0">
                <a:pos x="connsiteX71854" y="connsiteY71854"/>
              </a:cxn>
              <a:cxn ang="0">
                <a:pos x="connsiteX71855" y="connsiteY71855"/>
              </a:cxn>
              <a:cxn ang="0">
                <a:pos x="connsiteX71856" y="connsiteY71856"/>
              </a:cxn>
              <a:cxn ang="0">
                <a:pos x="connsiteX71857" y="connsiteY71857"/>
              </a:cxn>
              <a:cxn ang="0">
                <a:pos x="connsiteX71858" y="connsiteY71858"/>
              </a:cxn>
              <a:cxn ang="0">
                <a:pos x="connsiteX71859" y="connsiteY71859"/>
              </a:cxn>
              <a:cxn ang="0">
                <a:pos x="connsiteX71860" y="connsiteY71860"/>
              </a:cxn>
              <a:cxn ang="0">
                <a:pos x="connsiteX71861" y="connsiteY71861"/>
              </a:cxn>
              <a:cxn ang="0">
                <a:pos x="connsiteX71862" y="connsiteY71862"/>
              </a:cxn>
              <a:cxn ang="0">
                <a:pos x="connsiteX71863" y="connsiteY71863"/>
              </a:cxn>
              <a:cxn ang="0">
                <a:pos x="connsiteX71864" y="connsiteY71864"/>
              </a:cxn>
              <a:cxn ang="0">
                <a:pos x="connsiteX71865" y="connsiteY71865"/>
              </a:cxn>
              <a:cxn ang="0">
                <a:pos x="connsiteX71866" y="connsiteY71866"/>
              </a:cxn>
              <a:cxn ang="0">
                <a:pos x="connsiteX71867" y="connsiteY71867"/>
              </a:cxn>
              <a:cxn ang="0">
                <a:pos x="connsiteX71868" y="connsiteY71868"/>
              </a:cxn>
              <a:cxn ang="0">
                <a:pos x="connsiteX71869" y="connsiteY71869"/>
              </a:cxn>
              <a:cxn ang="0">
                <a:pos x="connsiteX71870" y="connsiteY71870"/>
              </a:cxn>
              <a:cxn ang="0">
                <a:pos x="connsiteX71871" y="connsiteY71871"/>
              </a:cxn>
              <a:cxn ang="0">
                <a:pos x="connsiteX71872" y="connsiteY71872"/>
              </a:cxn>
              <a:cxn ang="0">
                <a:pos x="connsiteX71873" y="connsiteY71873"/>
              </a:cxn>
              <a:cxn ang="0">
                <a:pos x="connsiteX71874" y="connsiteY71874"/>
              </a:cxn>
              <a:cxn ang="0">
                <a:pos x="connsiteX71875" y="connsiteY71875"/>
              </a:cxn>
              <a:cxn ang="0">
                <a:pos x="connsiteX71876" y="connsiteY71876"/>
              </a:cxn>
              <a:cxn ang="0">
                <a:pos x="connsiteX71877" y="connsiteY71877"/>
              </a:cxn>
              <a:cxn ang="0">
                <a:pos x="connsiteX71878" y="connsiteY71878"/>
              </a:cxn>
              <a:cxn ang="0">
                <a:pos x="connsiteX71879" y="connsiteY71879"/>
              </a:cxn>
              <a:cxn ang="0">
                <a:pos x="connsiteX71880" y="connsiteY71880"/>
              </a:cxn>
              <a:cxn ang="0">
                <a:pos x="connsiteX71881" y="connsiteY71881"/>
              </a:cxn>
              <a:cxn ang="0">
                <a:pos x="connsiteX71882" y="connsiteY71882"/>
              </a:cxn>
              <a:cxn ang="0">
                <a:pos x="connsiteX71883" y="connsiteY71883"/>
              </a:cxn>
              <a:cxn ang="0">
                <a:pos x="connsiteX71884" y="connsiteY71884"/>
              </a:cxn>
              <a:cxn ang="0">
                <a:pos x="connsiteX71885" y="connsiteY71885"/>
              </a:cxn>
              <a:cxn ang="0">
                <a:pos x="connsiteX71886" y="connsiteY71886"/>
              </a:cxn>
              <a:cxn ang="0">
                <a:pos x="connsiteX71887" y="connsiteY71887"/>
              </a:cxn>
              <a:cxn ang="0">
                <a:pos x="connsiteX71888" y="connsiteY71888"/>
              </a:cxn>
              <a:cxn ang="0">
                <a:pos x="connsiteX71889" y="connsiteY71889"/>
              </a:cxn>
              <a:cxn ang="0">
                <a:pos x="connsiteX71890" y="connsiteY71890"/>
              </a:cxn>
              <a:cxn ang="0">
                <a:pos x="connsiteX71891" y="connsiteY71891"/>
              </a:cxn>
              <a:cxn ang="0">
                <a:pos x="connsiteX71892" y="connsiteY71892"/>
              </a:cxn>
              <a:cxn ang="0">
                <a:pos x="connsiteX71893" y="connsiteY71893"/>
              </a:cxn>
              <a:cxn ang="0">
                <a:pos x="connsiteX71894" y="connsiteY71894"/>
              </a:cxn>
              <a:cxn ang="0">
                <a:pos x="connsiteX71895" y="connsiteY71895"/>
              </a:cxn>
              <a:cxn ang="0">
                <a:pos x="connsiteX71896" y="connsiteY71896"/>
              </a:cxn>
              <a:cxn ang="0">
                <a:pos x="connsiteX71897" y="connsiteY71897"/>
              </a:cxn>
              <a:cxn ang="0">
                <a:pos x="connsiteX71898" y="connsiteY71898"/>
              </a:cxn>
              <a:cxn ang="0">
                <a:pos x="connsiteX71899" y="connsiteY71899"/>
              </a:cxn>
              <a:cxn ang="0">
                <a:pos x="connsiteX71900" y="connsiteY71900"/>
              </a:cxn>
              <a:cxn ang="0">
                <a:pos x="connsiteX71901" y="connsiteY71901"/>
              </a:cxn>
              <a:cxn ang="0">
                <a:pos x="connsiteX71902" y="connsiteY71902"/>
              </a:cxn>
              <a:cxn ang="0">
                <a:pos x="connsiteX71903" y="connsiteY71903"/>
              </a:cxn>
              <a:cxn ang="0">
                <a:pos x="connsiteX71904" y="connsiteY71904"/>
              </a:cxn>
              <a:cxn ang="0">
                <a:pos x="connsiteX71905" y="connsiteY71905"/>
              </a:cxn>
              <a:cxn ang="0">
                <a:pos x="connsiteX71906" y="connsiteY71906"/>
              </a:cxn>
              <a:cxn ang="0">
                <a:pos x="connsiteX71907" y="connsiteY71907"/>
              </a:cxn>
              <a:cxn ang="0">
                <a:pos x="connsiteX71908" y="connsiteY71908"/>
              </a:cxn>
              <a:cxn ang="0">
                <a:pos x="connsiteX71909" y="connsiteY71909"/>
              </a:cxn>
              <a:cxn ang="0">
                <a:pos x="connsiteX71910" y="connsiteY71910"/>
              </a:cxn>
              <a:cxn ang="0">
                <a:pos x="connsiteX71911" y="connsiteY71911"/>
              </a:cxn>
              <a:cxn ang="0">
                <a:pos x="connsiteX71912" y="connsiteY71912"/>
              </a:cxn>
              <a:cxn ang="0">
                <a:pos x="connsiteX71913" y="connsiteY71913"/>
              </a:cxn>
              <a:cxn ang="0">
                <a:pos x="connsiteX71914" y="connsiteY71914"/>
              </a:cxn>
              <a:cxn ang="0">
                <a:pos x="connsiteX71915" y="connsiteY71915"/>
              </a:cxn>
              <a:cxn ang="0">
                <a:pos x="connsiteX71916" y="connsiteY71916"/>
              </a:cxn>
              <a:cxn ang="0">
                <a:pos x="connsiteX71917" y="connsiteY71917"/>
              </a:cxn>
              <a:cxn ang="0">
                <a:pos x="connsiteX71918" y="connsiteY71918"/>
              </a:cxn>
              <a:cxn ang="0">
                <a:pos x="connsiteX71919" y="connsiteY71919"/>
              </a:cxn>
              <a:cxn ang="0">
                <a:pos x="connsiteX71920" y="connsiteY71920"/>
              </a:cxn>
              <a:cxn ang="0">
                <a:pos x="connsiteX71921" y="connsiteY71921"/>
              </a:cxn>
              <a:cxn ang="0">
                <a:pos x="connsiteX71922" y="connsiteY71922"/>
              </a:cxn>
              <a:cxn ang="0">
                <a:pos x="connsiteX71923" y="connsiteY71923"/>
              </a:cxn>
              <a:cxn ang="0">
                <a:pos x="connsiteX71924" y="connsiteY71924"/>
              </a:cxn>
              <a:cxn ang="0">
                <a:pos x="connsiteX71925" y="connsiteY71925"/>
              </a:cxn>
              <a:cxn ang="0">
                <a:pos x="connsiteX71926" y="connsiteY71926"/>
              </a:cxn>
              <a:cxn ang="0">
                <a:pos x="connsiteX71927" y="connsiteY71927"/>
              </a:cxn>
              <a:cxn ang="0">
                <a:pos x="connsiteX71928" y="connsiteY71928"/>
              </a:cxn>
              <a:cxn ang="0">
                <a:pos x="connsiteX71929" y="connsiteY71929"/>
              </a:cxn>
              <a:cxn ang="0">
                <a:pos x="connsiteX71930" y="connsiteY71930"/>
              </a:cxn>
              <a:cxn ang="0">
                <a:pos x="connsiteX71931" y="connsiteY71931"/>
              </a:cxn>
              <a:cxn ang="0">
                <a:pos x="connsiteX71932" y="connsiteY71932"/>
              </a:cxn>
              <a:cxn ang="0">
                <a:pos x="connsiteX71933" y="connsiteY71933"/>
              </a:cxn>
              <a:cxn ang="0">
                <a:pos x="connsiteX71934" y="connsiteY71934"/>
              </a:cxn>
              <a:cxn ang="0">
                <a:pos x="connsiteX71935" y="connsiteY71935"/>
              </a:cxn>
              <a:cxn ang="0">
                <a:pos x="connsiteX71936" y="connsiteY71936"/>
              </a:cxn>
              <a:cxn ang="0">
                <a:pos x="connsiteX71937" y="connsiteY71937"/>
              </a:cxn>
              <a:cxn ang="0">
                <a:pos x="connsiteX71938" y="connsiteY71938"/>
              </a:cxn>
              <a:cxn ang="0">
                <a:pos x="connsiteX71939" y="connsiteY71939"/>
              </a:cxn>
              <a:cxn ang="0">
                <a:pos x="connsiteX71940" y="connsiteY71940"/>
              </a:cxn>
              <a:cxn ang="0">
                <a:pos x="connsiteX71941" y="connsiteY71941"/>
              </a:cxn>
              <a:cxn ang="0">
                <a:pos x="connsiteX71942" y="connsiteY71942"/>
              </a:cxn>
              <a:cxn ang="0">
                <a:pos x="connsiteX71943" y="connsiteY71943"/>
              </a:cxn>
              <a:cxn ang="0">
                <a:pos x="connsiteX71944" y="connsiteY71944"/>
              </a:cxn>
              <a:cxn ang="0">
                <a:pos x="connsiteX71945" y="connsiteY71945"/>
              </a:cxn>
              <a:cxn ang="0">
                <a:pos x="connsiteX71946" y="connsiteY71946"/>
              </a:cxn>
              <a:cxn ang="0">
                <a:pos x="connsiteX71947" y="connsiteY71947"/>
              </a:cxn>
              <a:cxn ang="0">
                <a:pos x="connsiteX71948" y="connsiteY71948"/>
              </a:cxn>
              <a:cxn ang="0">
                <a:pos x="connsiteX71949" y="connsiteY71949"/>
              </a:cxn>
              <a:cxn ang="0">
                <a:pos x="connsiteX71950" y="connsiteY71950"/>
              </a:cxn>
              <a:cxn ang="0">
                <a:pos x="connsiteX71951" y="connsiteY71951"/>
              </a:cxn>
              <a:cxn ang="0">
                <a:pos x="connsiteX71952" y="connsiteY71952"/>
              </a:cxn>
              <a:cxn ang="0">
                <a:pos x="connsiteX71953" y="connsiteY71953"/>
              </a:cxn>
              <a:cxn ang="0">
                <a:pos x="connsiteX71954" y="connsiteY71954"/>
              </a:cxn>
              <a:cxn ang="0">
                <a:pos x="connsiteX71955" y="connsiteY71955"/>
              </a:cxn>
              <a:cxn ang="0">
                <a:pos x="connsiteX71956" y="connsiteY71956"/>
              </a:cxn>
              <a:cxn ang="0">
                <a:pos x="connsiteX71957" y="connsiteY71957"/>
              </a:cxn>
              <a:cxn ang="0">
                <a:pos x="connsiteX71958" y="connsiteY71958"/>
              </a:cxn>
              <a:cxn ang="0">
                <a:pos x="connsiteX71959" y="connsiteY71959"/>
              </a:cxn>
              <a:cxn ang="0">
                <a:pos x="connsiteX71960" y="connsiteY71960"/>
              </a:cxn>
              <a:cxn ang="0">
                <a:pos x="connsiteX71961" y="connsiteY71961"/>
              </a:cxn>
              <a:cxn ang="0">
                <a:pos x="connsiteX71962" y="connsiteY71962"/>
              </a:cxn>
              <a:cxn ang="0">
                <a:pos x="connsiteX71963" y="connsiteY71963"/>
              </a:cxn>
              <a:cxn ang="0">
                <a:pos x="connsiteX71964" y="connsiteY71964"/>
              </a:cxn>
              <a:cxn ang="0">
                <a:pos x="connsiteX71965" y="connsiteY71965"/>
              </a:cxn>
              <a:cxn ang="0">
                <a:pos x="connsiteX71966" y="connsiteY71966"/>
              </a:cxn>
              <a:cxn ang="0">
                <a:pos x="connsiteX71967" y="connsiteY71967"/>
              </a:cxn>
              <a:cxn ang="0">
                <a:pos x="connsiteX71968" y="connsiteY71968"/>
              </a:cxn>
              <a:cxn ang="0">
                <a:pos x="connsiteX71969" y="connsiteY71969"/>
              </a:cxn>
              <a:cxn ang="0">
                <a:pos x="connsiteX71970" y="connsiteY71970"/>
              </a:cxn>
              <a:cxn ang="0">
                <a:pos x="connsiteX71971" y="connsiteY71971"/>
              </a:cxn>
              <a:cxn ang="0">
                <a:pos x="connsiteX71972" y="connsiteY71972"/>
              </a:cxn>
              <a:cxn ang="0">
                <a:pos x="connsiteX71973" y="connsiteY71973"/>
              </a:cxn>
              <a:cxn ang="0">
                <a:pos x="connsiteX71974" y="connsiteY71974"/>
              </a:cxn>
              <a:cxn ang="0">
                <a:pos x="connsiteX71975" y="connsiteY71975"/>
              </a:cxn>
              <a:cxn ang="0">
                <a:pos x="connsiteX71976" y="connsiteY71976"/>
              </a:cxn>
              <a:cxn ang="0">
                <a:pos x="connsiteX71977" y="connsiteY71977"/>
              </a:cxn>
              <a:cxn ang="0">
                <a:pos x="connsiteX71978" y="connsiteY71978"/>
              </a:cxn>
              <a:cxn ang="0">
                <a:pos x="connsiteX71979" y="connsiteY71979"/>
              </a:cxn>
              <a:cxn ang="0">
                <a:pos x="connsiteX71980" y="connsiteY71980"/>
              </a:cxn>
              <a:cxn ang="0">
                <a:pos x="connsiteX71981" y="connsiteY71981"/>
              </a:cxn>
              <a:cxn ang="0">
                <a:pos x="connsiteX71982" y="connsiteY71982"/>
              </a:cxn>
              <a:cxn ang="0">
                <a:pos x="connsiteX71983" y="connsiteY71983"/>
              </a:cxn>
              <a:cxn ang="0">
                <a:pos x="connsiteX71984" y="connsiteY71984"/>
              </a:cxn>
              <a:cxn ang="0">
                <a:pos x="connsiteX71985" y="connsiteY71985"/>
              </a:cxn>
              <a:cxn ang="0">
                <a:pos x="connsiteX71986" y="connsiteY71986"/>
              </a:cxn>
              <a:cxn ang="0">
                <a:pos x="connsiteX71987" y="connsiteY71987"/>
              </a:cxn>
              <a:cxn ang="0">
                <a:pos x="connsiteX71988" y="connsiteY71988"/>
              </a:cxn>
              <a:cxn ang="0">
                <a:pos x="connsiteX71989" y="connsiteY71989"/>
              </a:cxn>
              <a:cxn ang="0">
                <a:pos x="connsiteX71990" y="connsiteY71990"/>
              </a:cxn>
              <a:cxn ang="0">
                <a:pos x="connsiteX71991" y="connsiteY71991"/>
              </a:cxn>
              <a:cxn ang="0">
                <a:pos x="connsiteX71992" y="connsiteY71992"/>
              </a:cxn>
              <a:cxn ang="0">
                <a:pos x="connsiteX71993" y="connsiteY71993"/>
              </a:cxn>
              <a:cxn ang="0">
                <a:pos x="connsiteX71994" y="connsiteY71994"/>
              </a:cxn>
              <a:cxn ang="0">
                <a:pos x="connsiteX71995" y="connsiteY71995"/>
              </a:cxn>
              <a:cxn ang="0">
                <a:pos x="connsiteX71996" y="connsiteY71996"/>
              </a:cxn>
              <a:cxn ang="0">
                <a:pos x="connsiteX71997" y="connsiteY71997"/>
              </a:cxn>
              <a:cxn ang="0">
                <a:pos x="connsiteX71998" y="connsiteY71998"/>
              </a:cxn>
              <a:cxn ang="0">
                <a:pos x="connsiteX71999" y="connsiteY71999"/>
              </a:cxn>
              <a:cxn ang="0">
                <a:pos x="connsiteX72000" y="connsiteY72000"/>
              </a:cxn>
              <a:cxn ang="0">
                <a:pos x="connsiteX72001" y="connsiteY72001"/>
              </a:cxn>
              <a:cxn ang="0">
                <a:pos x="connsiteX72002" y="connsiteY72002"/>
              </a:cxn>
              <a:cxn ang="0">
                <a:pos x="connsiteX72003" y="connsiteY72003"/>
              </a:cxn>
              <a:cxn ang="0">
                <a:pos x="connsiteX72004" y="connsiteY72004"/>
              </a:cxn>
              <a:cxn ang="0">
                <a:pos x="connsiteX72005" y="connsiteY72005"/>
              </a:cxn>
              <a:cxn ang="0">
                <a:pos x="connsiteX72006" y="connsiteY72006"/>
              </a:cxn>
              <a:cxn ang="0">
                <a:pos x="connsiteX72007" y="connsiteY72007"/>
              </a:cxn>
              <a:cxn ang="0">
                <a:pos x="connsiteX72008" y="connsiteY72008"/>
              </a:cxn>
              <a:cxn ang="0">
                <a:pos x="connsiteX72009" y="connsiteY72009"/>
              </a:cxn>
              <a:cxn ang="0">
                <a:pos x="connsiteX72010" y="connsiteY72010"/>
              </a:cxn>
              <a:cxn ang="0">
                <a:pos x="connsiteX72011" y="connsiteY72011"/>
              </a:cxn>
              <a:cxn ang="0">
                <a:pos x="connsiteX72012" y="connsiteY72012"/>
              </a:cxn>
              <a:cxn ang="0">
                <a:pos x="connsiteX72013" y="connsiteY72013"/>
              </a:cxn>
              <a:cxn ang="0">
                <a:pos x="connsiteX72014" y="connsiteY72014"/>
              </a:cxn>
              <a:cxn ang="0">
                <a:pos x="connsiteX72015" y="connsiteY72015"/>
              </a:cxn>
              <a:cxn ang="0">
                <a:pos x="connsiteX72016" y="connsiteY72016"/>
              </a:cxn>
              <a:cxn ang="0">
                <a:pos x="connsiteX72017" y="connsiteY72017"/>
              </a:cxn>
              <a:cxn ang="0">
                <a:pos x="connsiteX72018" y="connsiteY72018"/>
              </a:cxn>
              <a:cxn ang="0">
                <a:pos x="connsiteX72019" y="connsiteY72019"/>
              </a:cxn>
              <a:cxn ang="0">
                <a:pos x="connsiteX72020" y="connsiteY72020"/>
              </a:cxn>
              <a:cxn ang="0">
                <a:pos x="connsiteX72021" y="connsiteY72021"/>
              </a:cxn>
              <a:cxn ang="0">
                <a:pos x="connsiteX72022" y="connsiteY72022"/>
              </a:cxn>
              <a:cxn ang="0">
                <a:pos x="connsiteX72023" y="connsiteY72023"/>
              </a:cxn>
              <a:cxn ang="0">
                <a:pos x="connsiteX72024" y="connsiteY72024"/>
              </a:cxn>
              <a:cxn ang="0">
                <a:pos x="connsiteX72025" y="connsiteY72025"/>
              </a:cxn>
              <a:cxn ang="0">
                <a:pos x="connsiteX72026" y="connsiteY72026"/>
              </a:cxn>
              <a:cxn ang="0">
                <a:pos x="connsiteX72027" y="connsiteY72027"/>
              </a:cxn>
              <a:cxn ang="0">
                <a:pos x="connsiteX72028" y="connsiteY72028"/>
              </a:cxn>
              <a:cxn ang="0">
                <a:pos x="connsiteX72029" y="connsiteY72029"/>
              </a:cxn>
              <a:cxn ang="0">
                <a:pos x="connsiteX72030" y="connsiteY72030"/>
              </a:cxn>
              <a:cxn ang="0">
                <a:pos x="connsiteX72031" y="connsiteY72031"/>
              </a:cxn>
              <a:cxn ang="0">
                <a:pos x="connsiteX72032" y="connsiteY72032"/>
              </a:cxn>
              <a:cxn ang="0">
                <a:pos x="connsiteX72033" y="connsiteY72033"/>
              </a:cxn>
              <a:cxn ang="0">
                <a:pos x="connsiteX72034" y="connsiteY72034"/>
              </a:cxn>
              <a:cxn ang="0">
                <a:pos x="connsiteX72035" y="connsiteY72035"/>
              </a:cxn>
              <a:cxn ang="0">
                <a:pos x="connsiteX72036" y="connsiteY72036"/>
              </a:cxn>
              <a:cxn ang="0">
                <a:pos x="connsiteX72037" y="connsiteY72037"/>
              </a:cxn>
              <a:cxn ang="0">
                <a:pos x="connsiteX72038" y="connsiteY72038"/>
              </a:cxn>
              <a:cxn ang="0">
                <a:pos x="connsiteX72039" y="connsiteY72039"/>
              </a:cxn>
              <a:cxn ang="0">
                <a:pos x="connsiteX72040" y="connsiteY72040"/>
              </a:cxn>
              <a:cxn ang="0">
                <a:pos x="connsiteX72041" y="connsiteY72041"/>
              </a:cxn>
              <a:cxn ang="0">
                <a:pos x="connsiteX72042" y="connsiteY72042"/>
              </a:cxn>
              <a:cxn ang="0">
                <a:pos x="connsiteX72043" y="connsiteY72043"/>
              </a:cxn>
              <a:cxn ang="0">
                <a:pos x="connsiteX72044" y="connsiteY72044"/>
              </a:cxn>
              <a:cxn ang="0">
                <a:pos x="connsiteX72045" y="connsiteY72045"/>
              </a:cxn>
              <a:cxn ang="0">
                <a:pos x="connsiteX72046" y="connsiteY72046"/>
              </a:cxn>
              <a:cxn ang="0">
                <a:pos x="connsiteX72047" y="connsiteY72047"/>
              </a:cxn>
              <a:cxn ang="0">
                <a:pos x="connsiteX72048" y="connsiteY72048"/>
              </a:cxn>
              <a:cxn ang="0">
                <a:pos x="connsiteX72049" y="connsiteY72049"/>
              </a:cxn>
              <a:cxn ang="0">
                <a:pos x="connsiteX72050" y="connsiteY72050"/>
              </a:cxn>
              <a:cxn ang="0">
                <a:pos x="connsiteX72051" y="connsiteY72051"/>
              </a:cxn>
              <a:cxn ang="0">
                <a:pos x="connsiteX72052" y="connsiteY72052"/>
              </a:cxn>
              <a:cxn ang="0">
                <a:pos x="connsiteX72053" y="connsiteY72053"/>
              </a:cxn>
              <a:cxn ang="0">
                <a:pos x="connsiteX72054" y="connsiteY72054"/>
              </a:cxn>
              <a:cxn ang="0">
                <a:pos x="connsiteX72055" y="connsiteY72055"/>
              </a:cxn>
              <a:cxn ang="0">
                <a:pos x="connsiteX72056" y="connsiteY72056"/>
              </a:cxn>
              <a:cxn ang="0">
                <a:pos x="connsiteX72057" y="connsiteY72057"/>
              </a:cxn>
              <a:cxn ang="0">
                <a:pos x="connsiteX72058" y="connsiteY72058"/>
              </a:cxn>
              <a:cxn ang="0">
                <a:pos x="connsiteX72059" y="connsiteY72059"/>
              </a:cxn>
              <a:cxn ang="0">
                <a:pos x="connsiteX72060" y="connsiteY72060"/>
              </a:cxn>
              <a:cxn ang="0">
                <a:pos x="connsiteX72061" y="connsiteY72061"/>
              </a:cxn>
              <a:cxn ang="0">
                <a:pos x="connsiteX72062" y="connsiteY72062"/>
              </a:cxn>
              <a:cxn ang="0">
                <a:pos x="connsiteX72063" y="connsiteY72063"/>
              </a:cxn>
              <a:cxn ang="0">
                <a:pos x="connsiteX72064" y="connsiteY72064"/>
              </a:cxn>
              <a:cxn ang="0">
                <a:pos x="connsiteX72065" y="connsiteY72065"/>
              </a:cxn>
              <a:cxn ang="0">
                <a:pos x="connsiteX72066" y="connsiteY72066"/>
              </a:cxn>
              <a:cxn ang="0">
                <a:pos x="connsiteX72067" y="connsiteY72067"/>
              </a:cxn>
              <a:cxn ang="0">
                <a:pos x="connsiteX72068" y="connsiteY72068"/>
              </a:cxn>
              <a:cxn ang="0">
                <a:pos x="connsiteX72069" y="connsiteY72069"/>
              </a:cxn>
              <a:cxn ang="0">
                <a:pos x="connsiteX72070" y="connsiteY72070"/>
              </a:cxn>
              <a:cxn ang="0">
                <a:pos x="connsiteX72071" y="connsiteY72071"/>
              </a:cxn>
              <a:cxn ang="0">
                <a:pos x="connsiteX72072" y="connsiteY72072"/>
              </a:cxn>
              <a:cxn ang="0">
                <a:pos x="connsiteX72073" y="connsiteY72073"/>
              </a:cxn>
              <a:cxn ang="0">
                <a:pos x="connsiteX72074" y="connsiteY72074"/>
              </a:cxn>
              <a:cxn ang="0">
                <a:pos x="connsiteX72075" y="connsiteY72075"/>
              </a:cxn>
              <a:cxn ang="0">
                <a:pos x="connsiteX72076" y="connsiteY72076"/>
              </a:cxn>
              <a:cxn ang="0">
                <a:pos x="connsiteX72077" y="connsiteY72077"/>
              </a:cxn>
              <a:cxn ang="0">
                <a:pos x="connsiteX72078" y="connsiteY72078"/>
              </a:cxn>
              <a:cxn ang="0">
                <a:pos x="connsiteX72079" y="connsiteY72079"/>
              </a:cxn>
              <a:cxn ang="0">
                <a:pos x="connsiteX72080" y="connsiteY72080"/>
              </a:cxn>
              <a:cxn ang="0">
                <a:pos x="connsiteX72081" y="connsiteY72081"/>
              </a:cxn>
              <a:cxn ang="0">
                <a:pos x="connsiteX72082" y="connsiteY72082"/>
              </a:cxn>
              <a:cxn ang="0">
                <a:pos x="connsiteX72083" y="connsiteY72083"/>
              </a:cxn>
              <a:cxn ang="0">
                <a:pos x="connsiteX72084" y="connsiteY72084"/>
              </a:cxn>
              <a:cxn ang="0">
                <a:pos x="connsiteX72085" y="connsiteY72085"/>
              </a:cxn>
              <a:cxn ang="0">
                <a:pos x="connsiteX72086" y="connsiteY72086"/>
              </a:cxn>
              <a:cxn ang="0">
                <a:pos x="connsiteX72087" y="connsiteY72087"/>
              </a:cxn>
              <a:cxn ang="0">
                <a:pos x="connsiteX72088" y="connsiteY72088"/>
              </a:cxn>
              <a:cxn ang="0">
                <a:pos x="connsiteX72089" y="connsiteY72089"/>
              </a:cxn>
              <a:cxn ang="0">
                <a:pos x="connsiteX72090" y="connsiteY72090"/>
              </a:cxn>
              <a:cxn ang="0">
                <a:pos x="connsiteX72091" y="connsiteY72091"/>
              </a:cxn>
              <a:cxn ang="0">
                <a:pos x="connsiteX72092" y="connsiteY72092"/>
              </a:cxn>
              <a:cxn ang="0">
                <a:pos x="connsiteX72093" y="connsiteY72093"/>
              </a:cxn>
              <a:cxn ang="0">
                <a:pos x="connsiteX72094" y="connsiteY72094"/>
              </a:cxn>
              <a:cxn ang="0">
                <a:pos x="connsiteX72095" y="connsiteY72095"/>
              </a:cxn>
              <a:cxn ang="0">
                <a:pos x="connsiteX72096" y="connsiteY72096"/>
              </a:cxn>
              <a:cxn ang="0">
                <a:pos x="connsiteX72097" y="connsiteY72097"/>
              </a:cxn>
              <a:cxn ang="0">
                <a:pos x="connsiteX72098" y="connsiteY72098"/>
              </a:cxn>
              <a:cxn ang="0">
                <a:pos x="connsiteX72099" y="connsiteY72099"/>
              </a:cxn>
              <a:cxn ang="0">
                <a:pos x="connsiteX72100" y="connsiteY72100"/>
              </a:cxn>
              <a:cxn ang="0">
                <a:pos x="connsiteX72101" y="connsiteY72101"/>
              </a:cxn>
              <a:cxn ang="0">
                <a:pos x="connsiteX72102" y="connsiteY72102"/>
              </a:cxn>
              <a:cxn ang="0">
                <a:pos x="connsiteX72103" y="connsiteY72103"/>
              </a:cxn>
              <a:cxn ang="0">
                <a:pos x="connsiteX72104" y="connsiteY72104"/>
              </a:cxn>
              <a:cxn ang="0">
                <a:pos x="connsiteX72105" y="connsiteY72105"/>
              </a:cxn>
              <a:cxn ang="0">
                <a:pos x="connsiteX72106" y="connsiteY72106"/>
              </a:cxn>
              <a:cxn ang="0">
                <a:pos x="connsiteX72107" y="connsiteY72107"/>
              </a:cxn>
              <a:cxn ang="0">
                <a:pos x="connsiteX72108" y="connsiteY72108"/>
              </a:cxn>
              <a:cxn ang="0">
                <a:pos x="connsiteX72109" y="connsiteY72109"/>
              </a:cxn>
              <a:cxn ang="0">
                <a:pos x="connsiteX72110" y="connsiteY72110"/>
              </a:cxn>
              <a:cxn ang="0">
                <a:pos x="connsiteX72111" y="connsiteY72111"/>
              </a:cxn>
              <a:cxn ang="0">
                <a:pos x="connsiteX72112" y="connsiteY72112"/>
              </a:cxn>
              <a:cxn ang="0">
                <a:pos x="connsiteX72113" y="connsiteY72113"/>
              </a:cxn>
              <a:cxn ang="0">
                <a:pos x="connsiteX72114" y="connsiteY72114"/>
              </a:cxn>
              <a:cxn ang="0">
                <a:pos x="connsiteX72115" y="connsiteY72115"/>
              </a:cxn>
              <a:cxn ang="0">
                <a:pos x="connsiteX72116" y="connsiteY72116"/>
              </a:cxn>
              <a:cxn ang="0">
                <a:pos x="connsiteX72117" y="connsiteY72117"/>
              </a:cxn>
              <a:cxn ang="0">
                <a:pos x="connsiteX72118" y="connsiteY72118"/>
              </a:cxn>
              <a:cxn ang="0">
                <a:pos x="connsiteX72119" y="connsiteY72119"/>
              </a:cxn>
              <a:cxn ang="0">
                <a:pos x="connsiteX72120" y="connsiteY72120"/>
              </a:cxn>
              <a:cxn ang="0">
                <a:pos x="connsiteX72121" y="connsiteY72121"/>
              </a:cxn>
              <a:cxn ang="0">
                <a:pos x="connsiteX72122" y="connsiteY72122"/>
              </a:cxn>
              <a:cxn ang="0">
                <a:pos x="connsiteX72123" y="connsiteY72123"/>
              </a:cxn>
              <a:cxn ang="0">
                <a:pos x="connsiteX72124" y="connsiteY72124"/>
              </a:cxn>
              <a:cxn ang="0">
                <a:pos x="connsiteX72125" y="connsiteY72125"/>
              </a:cxn>
              <a:cxn ang="0">
                <a:pos x="connsiteX72126" y="connsiteY72126"/>
              </a:cxn>
              <a:cxn ang="0">
                <a:pos x="connsiteX72127" y="connsiteY72127"/>
              </a:cxn>
              <a:cxn ang="0">
                <a:pos x="connsiteX72128" y="connsiteY72128"/>
              </a:cxn>
              <a:cxn ang="0">
                <a:pos x="connsiteX72129" y="connsiteY72129"/>
              </a:cxn>
              <a:cxn ang="0">
                <a:pos x="connsiteX72130" y="connsiteY72130"/>
              </a:cxn>
              <a:cxn ang="0">
                <a:pos x="connsiteX72131" y="connsiteY72131"/>
              </a:cxn>
              <a:cxn ang="0">
                <a:pos x="connsiteX72132" y="connsiteY72132"/>
              </a:cxn>
              <a:cxn ang="0">
                <a:pos x="connsiteX72133" y="connsiteY72133"/>
              </a:cxn>
              <a:cxn ang="0">
                <a:pos x="connsiteX72134" y="connsiteY72134"/>
              </a:cxn>
              <a:cxn ang="0">
                <a:pos x="connsiteX72135" y="connsiteY72135"/>
              </a:cxn>
              <a:cxn ang="0">
                <a:pos x="connsiteX72136" y="connsiteY72136"/>
              </a:cxn>
              <a:cxn ang="0">
                <a:pos x="connsiteX72137" y="connsiteY72137"/>
              </a:cxn>
              <a:cxn ang="0">
                <a:pos x="connsiteX72138" y="connsiteY72138"/>
              </a:cxn>
              <a:cxn ang="0">
                <a:pos x="connsiteX72139" y="connsiteY72139"/>
              </a:cxn>
              <a:cxn ang="0">
                <a:pos x="connsiteX72140" y="connsiteY72140"/>
              </a:cxn>
              <a:cxn ang="0">
                <a:pos x="connsiteX72141" y="connsiteY72141"/>
              </a:cxn>
              <a:cxn ang="0">
                <a:pos x="connsiteX72142" y="connsiteY72142"/>
              </a:cxn>
              <a:cxn ang="0">
                <a:pos x="connsiteX72143" y="connsiteY72143"/>
              </a:cxn>
              <a:cxn ang="0">
                <a:pos x="connsiteX72144" y="connsiteY72144"/>
              </a:cxn>
              <a:cxn ang="0">
                <a:pos x="connsiteX72145" y="connsiteY72145"/>
              </a:cxn>
              <a:cxn ang="0">
                <a:pos x="connsiteX72146" y="connsiteY72146"/>
              </a:cxn>
              <a:cxn ang="0">
                <a:pos x="connsiteX72147" y="connsiteY72147"/>
              </a:cxn>
              <a:cxn ang="0">
                <a:pos x="connsiteX72148" y="connsiteY72148"/>
              </a:cxn>
              <a:cxn ang="0">
                <a:pos x="connsiteX72149" y="connsiteY72149"/>
              </a:cxn>
              <a:cxn ang="0">
                <a:pos x="connsiteX72150" y="connsiteY72150"/>
              </a:cxn>
              <a:cxn ang="0">
                <a:pos x="connsiteX72151" y="connsiteY72151"/>
              </a:cxn>
              <a:cxn ang="0">
                <a:pos x="connsiteX72152" y="connsiteY72152"/>
              </a:cxn>
              <a:cxn ang="0">
                <a:pos x="connsiteX72153" y="connsiteY72153"/>
              </a:cxn>
              <a:cxn ang="0">
                <a:pos x="connsiteX72154" y="connsiteY72154"/>
              </a:cxn>
              <a:cxn ang="0">
                <a:pos x="connsiteX72155" y="connsiteY72155"/>
              </a:cxn>
              <a:cxn ang="0">
                <a:pos x="connsiteX72156" y="connsiteY72156"/>
              </a:cxn>
              <a:cxn ang="0">
                <a:pos x="connsiteX72157" y="connsiteY72157"/>
              </a:cxn>
              <a:cxn ang="0">
                <a:pos x="connsiteX72158" y="connsiteY72158"/>
              </a:cxn>
              <a:cxn ang="0">
                <a:pos x="connsiteX72159" y="connsiteY72159"/>
              </a:cxn>
              <a:cxn ang="0">
                <a:pos x="connsiteX72160" y="connsiteY72160"/>
              </a:cxn>
              <a:cxn ang="0">
                <a:pos x="connsiteX72161" y="connsiteY72161"/>
              </a:cxn>
              <a:cxn ang="0">
                <a:pos x="connsiteX72162" y="connsiteY72162"/>
              </a:cxn>
              <a:cxn ang="0">
                <a:pos x="connsiteX72163" y="connsiteY72163"/>
              </a:cxn>
              <a:cxn ang="0">
                <a:pos x="connsiteX72164" y="connsiteY72164"/>
              </a:cxn>
              <a:cxn ang="0">
                <a:pos x="connsiteX72165" y="connsiteY72165"/>
              </a:cxn>
              <a:cxn ang="0">
                <a:pos x="connsiteX72166" y="connsiteY72166"/>
              </a:cxn>
              <a:cxn ang="0">
                <a:pos x="connsiteX72167" y="connsiteY72167"/>
              </a:cxn>
              <a:cxn ang="0">
                <a:pos x="connsiteX72168" y="connsiteY72168"/>
              </a:cxn>
              <a:cxn ang="0">
                <a:pos x="connsiteX72169" y="connsiteY72169"/>
              </a:cxn>
              <a:cxn ang="0">
                <a:pos x="connsiteX72170" y="connsiteY72170"/>
              </a:cxn>
              <a:cxn ang="0">
                <a:pos x="connsiteX72171" y="connsiteY72171"/>
              </a:cxn>
              <a:cxn ang="0">
                <a:pos x="connsiteX72172" y="connsiteY72172"/>
              </a:cxn>
              <a:cxn ang="0">
                <a:pos x="connsiteX72173" y="connsiteY72173"/>
              </a:cxn>
              <a:cxn ang="0">
                <a:pos x="connsiteX72174" y="connsiteY72174"/>
              </a:cxn>
              <a:cxn ang="0">
                <a:pos x="connsiteX72175" y="connsiteY72175"/>
              </a:cxn>
              <a:cxn ang="0">
                <a:pos x="connsiteX72176" y="connsiteY72176"/>
              </a:cxn>
              <a:cxn ang="0">
                <a:pos x="connsiteX72177" y="connsiteY72177"/>
              </a:cxn>
              <a:cxn ang="0">
                <a:pos x="connsiteX72178" y="connsiteY72178"/>
              </a:cxn>
              <a:cxn ang="0">
                <a:pos x="connsiteX72179" y="connsiteY72179"/>
              </a:cxn>
              <a:cxn ang="0">
                <a:pos x="connsiteX72180" y="connsiteY72180"/>
              </a:cxn>
              <a:cxn ang="0">
                <a:pos x="connsiteX72181" y="connsiteY72181"/>
              </a:cxn>
              <a:cxn ang="0">
                <a:pos x="connsiteX72182" y="connsiteY72182"/>
              </a:cxn>
              <a:cxn ang="0">
                <a:pos x="connsiteX72183" y="connsiteY72183"/>
              </a:cxn>
              <a:cxn ang="0">
                <a:pos x="connsiteX72184" y="connsiteY72184"/>
              </a:cxn>
              <a:cxn ang="0">
                <a:pos x="connsiteX72185" y="connsiteY72185"/>
              </a:cxn>
              <a:cxn ang="0">
                <a:pos x="connsiteX72186" y="connsiteY72186"/>
              </a:cxn>
              <a:cxn ang="0">
                <a:pos x="connsiteX72187" y="connsiteY72187"/>
              </a:cxn>
              <a:cxn ang="0">
                <a:pos x="connsiteX72188" y="connsiteY72188"/>
              </a:cxn>
              <a:cxn ang="0">
                <a:pos x="connsiteX72189" y="connsiteY72189"/>
              </a:cxn>
              <a:cxn ang="0">
                <a:pos x="connsiteX72190" y="connsiteY72190"/>
              </a:cxn>
              <a:cxn ang="0">
                <a:pos x="connsiteX72191" y="connsiteY72191"/>
              </a:cxn>
              <a:cxn ang="0">
                <a:pos x="connsiteX72192" y="connsiteY72192"/>
              </a:cxn>
              <a:cxn ang="0">
                <a:pos x="connsiteX72193" y="connsiteY72193"/>
              </a:cxn>
              <a:cxn ang="0">
                <a:pos x="connsiteX72194" y="connsiteY72194"/>
              </a:cxn>
              <a:cxn ang="0">
                <a:pos x="connsiteX72195" y="connsiteY72195"/>
              </a:cxn>
              <a:cxn ang="0">
                <a:pos x="connsiteX72196" y="connsiteY72196"/>
              </a:cxn>
              <a:cxn ang="0">
                <a:pos x="connsiteX72197" y="connsiteY72197"/>
              </a:cxn>
              <a:cxn ang="0">
                <a:pos x="connsiteX72198" y="connsiteY72198"/>
              </a:cxn>
              <a:cxn ang="0">
                <a:pos x="connsiteX72199" y="connsiteY72199"/>
              </a:cxn>
              <a:cxn ang="0">
                <a:pos x="connsiteX72200" y="connsiteY72200"/>
              </a:cxn>
              <a:cxn ang="0">
                <a:pos x="connsiteX72201" y="connsiteY72201"/>
              </a:cxn>
              <a:cxn ang="0">
                <a:pos x="connsiteX72202" y="connsiteY72202"/>
              </a:cxn>
              <a:cxn ang="0">
                <a:pos x="connsiteX72203" y="connsiteY72203"/>
              </a:cxn>
              <a:cxn ang="0">
                <a:pos x="connsiteX72204" y="connsiteY72204"/>
              </a:cxn>
              <a:cxn ang="0">
                <a:pos x="connsiteX72205" y="connsiteY72205"/>
              </a:cxn>
              <a:cxn ang="0">
                <a:pos x="connsiteX72206" y="connsiteY72206"/>
              </a:cxn>
              <a:cxn ang="0">
                <a:pos x="connsiteX72207" y="connsiteY72207"/>
              </a:cxn>
              <a:cxn ang="0">
                <a:pos x="connsiteX72208" y="connsiteY72208"/>
              </a:cxn>
              <a:cxn ang="0">
                <a:pos x="connsiteX72209" y="connsiteY72209"/>
              </a:cxn>
              <a:cxn ang="0">
                <a:pos x="connsiteX72210" y="connsiteY72210"/>
              </a:cxn>
              <a:cxn ang="0">
                <a:pos x="connsiteX72211" y="connsiteY72211"/>
              </a:cxn>
              <a:cxn ang="0">
                <a:pos x="connsiteX72212" y="connsiteY72212"/>
              </a:cxn>
              <a:cxn ang="0">
                <a:pos x="connsiteX72213" y="connsiteY72213"/>
              </a:cxn>
              <a:cxn ang="0">
                <a:pos x="connsiteX72214" y="connsiteY72214"/>
              </a:cxn>
              <a:cxn ang="0">
                <a:pos x="connsiteX72215" y="connsiteY72215"/>
              </a:cxn>
              <a:cxn ang="0">
                <a:pos x="connsiteX72216" y="connsiteY72216"/>
              </a:cxn>
              <a:cxn ang="0">
                <a:pos x="connsiteX72217" y="connsiteY72217"/>
              </a:cxn>
              <a:cxn ang="0">
                <a:pos x="connsiteX72218" y="connsiteY72218"/>
              </a:cxn>
              <a:cxn ang="0">
                <a:pos x="connsiteX72219" y="connsiteY72219"/>
              </a:cxn>
              <a:cxn ang="0">
                <a:pos x="connsiteX72220" y="connsiteY72220"/>
              </a:cxn>
              <a:cxn ang="0">
                <a:pos x="connsiteX72221" y="connsiteY72221"/>
              </a:cxn>
              <a:cxn ang="0">
                <a:pos x="connsiteX72222" y="connsiteY72222"/>
              </a:cxn>
              <a:cxn ang="0">
                <a:pos x="connsiteX72223" y="connsiteY72223"/>
              </a:cxn>
              <a:cxn ang="0">
                <a:pos x="connsiteX72224" y="connsiteY72224"/>
              </a:cxn>
              <a:cxn ang="0">
                <a:pos x="connsiteX72225" y="connsiteY72225"/>
              </a:cxn>
              <a:cxn ang="0">
                <a:pos x="connsiteX72226" y="connsiteY72226"/>
              </a:cxn>
              <a:cxn ang="0">
                <a:pos x="connsiteX72227" y="connsiteY72227"/>
              </a:cxn>
              <a:cxn ang="0">
                <a:pos x="connsiteX72228" y="connsiteY72228"/>
              </a:cxn>
              <a:cxn ang="0">
                <a:pos x="connsiteX72229" y="connsiteY72229"/>
              </a:cxn>
              <a:cxn ang="0">
                <a:pos x="connsiteX72230" y="connsiteY72230"/>
              </a:cxn>
              <a:cxn ang="0">
                <a:pos x="connsiteX72231" y="connsiteY72231"/>
              </a:cxn>
              <a:cxn ang="0">
                <a:pos x="connsiteX72232" y="connsiteY72232"/>
              </a:cxn>
              <a:cxn ang="0">
                <a:pos x="connsiteX72233" y="connsiteY72233"/>
              </a:cxn>
              <a:cxn ang="0">
                <a:pos x="connsiteX72234" y="connsiteY72234"/>
              </a:cxn>
              <a:cxn ang="0">
                <a:pos x="connsiteX72235" y="connsiteY72235"/>
              </a:cxn>
              <a:cxn ang="0">
                <a:pos x="connsiteX72236" y="connsiteY72236"/>
              </a:cxn>
              <a:cxn ang="0">
                <a:pos x="connsiteX72237" y="connsiteY72237"/>
              </a:cxn>
              <a:cxn ang="0">
                <a:pos x="connsiteX72238" y="connsiteY72238"/>
              </a:cxn>
              <a:cxn ang="0">
                <a:pos x="connsiteX72239" y="connsiteY72239"/>
              </a:cxn>
              <a:cxn ang="0">
                <a:pos x="connsiteX72240" y="connsiteY72240"/>
              </a:cxn>
              <a:cxn ang="0">
                <a:pos x="connsiteX72241" y="connsiteY72241"/>
              </a:cxn>
              <a:cxn ang="0">
                <a:pos x="connsiteX72242" y="connsiteY72242"/>
              </a:cxn>
              <a:cxn ang="0">
                <a:pos x="connsiteX72243" y="connsiteY72243"/>
              </a:cxn>
              <a:cxn ang="0">
                <a:pos x="connsiteX72244" y="connsiteY72244"/>
              </a:cxn>
              <a:cxn ang="0">
                <a:pos x="connsiteX72245" y="connsiteY72245"/>
              </a:cxn>
              <a:cxn ang="0">
                <a:pos x="connsiteX72246" y="connsiteY72246"/>
              </a:cxn>
              <a:cxn ang="0">
                <a:pos x="connsiteX72247" y="connsiteY72247"/>
              </a:cxn>
              <a:cxn ang="0">
                <a:pos x="connsiteX72248" y="connsiteY72248"/>
              </a:cxn>
              <a:cxn ang="0">
                <a:pos x="connsiteX72249" y="connsiteY72249"/>
              </a:cxn>
              <a:cxn ang="0">
                <a:pos x="connsiteX72250" y="connsiteY72250"/>
              </a:cxn>
              <a:cxn ang="0">
                <a:pos x="connsiteX72251" y="connsiteY72251"/>
              </a:cxn>
              <a:cxn ang="0">
                <a:pos x="connsiteX72252" y="connsiteY72252"/>
              </a:cxn>
              <a:cxn ang="0">
                <a:pos x="connsiteX72253" y="connsiteY72253"/>
              </a:cxn>
              <a:cxn ang="0">
                <a:pos x="connsiteX72254" y="connsiteY72254"/>
              </a:cxn>
              <a:cxn ang="0">
                <a:pos x="connsiteX72255" y="connsiteY72255"/>
              </a:cxn>
              <a:cxn ang="0">
                <a:pos x="connsiteX72256" y="connsiteY72256"/>
              </a:cxn>
              <a:cxn ang="0">
                <a:pos x="connsiteX72257" y="connsiteY72257"/>
              </a:cxn>
              <a:cxn ang="0">
                <a:pos x="connsiteX72258" y="connsiteY72258"/>
              </a:cxn>
              <a:cxn ang="0">
                <a:pos x="connsiteX72259" y="connsiteY72259"/>
              </a:cxn>
              <a:cxn ang="0">
                <a:pos x="connsiteX72260" y="connsiteY72260"/>
              </a:cxn>
              <a:cxn ang="0">
                <a:pos x="connsiteX72261" y="connsiteY72261"/>
              </a:cxn>
              <a:cxn ang="0">
                <a:pos x="connsiteX72262" y="connsiteY72262"/>
              </a:cxn>
              <a:cxn ang="0">
                <a:pos x="connsiteX72263" y="connsiteY72263"/>
              </a:cxn>
              <a:cxn ang="0">
                <a:pos x="connsiteX72264" y="connsiteY72264"/>
              </a:cxn>
              <a:cxn ang="0">
                <a:pos x="connsiteX72265" y="connsiteY72265"/>
              </a:cxn>
              <a:cxn ang="0">
                <a:pos x="connsiteX72266" y="connsiteY72266"/>
              </a:cxn>
              <a:cxn ang="0">
                <a:pos x="connsiteX72267" y="connsiteY72267"/>
              </a:cxn>
              <a:cxn ang="0">
                <a:pos x="connsiteX72268" y="connsiteY72268"/>
              </a:cxn>
              <a:cxn ang="0">
                <a:pos x="connsiteX72269" y="connsiteY72269"/>
              </a:cxn>
              <a:cxn ang="0">
                <a:pos x="connsiteX72270" y="connsiteY72270"/>
              </a:cxn>
              <a:cxn ang="0">
                <a:pos x="connsiteX72271" y="connsiteY72271"/>
              </a:cxn>
              <a:cxn ang="0">
                <a:pos x="connsiteX72272" y="connsiteY72272"/>
              </a:cxn>
              <a:cxn ang="0">
                <a:pos x="connsiteX72273" y="connsiteY72273"/>
              </a:cxn>
              <a:cxn ang="0">
                <a:pos x="connsiteX72274" y="connsiteY72274"/>
              </a:cxn>
              <a:cxn ang="0">
                <a:pos x="connsiteX72275" y="connsiteY72275"/>
              </a:cxn>
              <a:cxn ang="0">
                <a:pos x="connsiteX72276" y="connsiteY72276"/>
              </a:cxn>
              <a:cxn ang="0">
                <a:pos x="connsiteX72277" y="connsiteY72277"/>
              </a:cxn>
              <a:cxn ang="0">
                <a:pos x="connsiteX72278" y="connsiteY72278"/>
              </a:cxn>
              <a:cxn ang="0">
                <a:pos x="connsiteX72279" y="connsiteY72279"/>
              </a:cxn>
              <a:cxn ang="0">
                <a:pos x="connsiteX72280" y="connsiteY72280"/>
              </a:cxn>
              <a:cxn ang="0">
                <a:pos x="connsiteX72281" y="connsiteY72281"/>
              </a:cxn>
              <a:cxn ang="0">
                <a:pos x="connsiteX72282" y="connsiteY72282"/>
              </a:cxn>
              <a:cxn ang="0">
                <a:pos x="connsiteX72283" y="connsiteY72283"/>
              </a:cxn>
              <a:cxn ang="0">
                <a:pos x="connsiteX72284" y="connsiteY72284"/>
              </a:cxn>
              <a:cxn ang="0">
                <a:pos x="connsiteX72285" y="connsiteY72285"/>
              </a:cxn>
              <a:cxn ang="0">
                <a:pos x="connsiteX72286" y="connsiteY72286"/>
              </a:cxn>
              <a:cxn ang="0">
                <a:pos x="connsiteX72287" y="connsiteY72287"/>
              </a:cxn>
              <a:cxn ang="0">
                <a:pos x="connsiteX72288" y="connsiteY72288"/>
              </a:cxn>
              <a:cxn ang="0">
                <a:pos x="connsiteX72289" y="connsiteY72289"/>
              </a:cxn>
              <a:cxn ang="0">
                <a:pos x="connsiteX72290" y="connsiteY72290"/>
              </a:cxn>
              <a:cxn ang="0">
                <a:pos x="connsiteX72291" y="connsiteY72291"/>
              </a:cxn>
              <a:cxn ang="0">
                <a:pos x="connsiteX72292" y="connsiteY72292"/>
              </a:cxn>
              <a:cxn ang="0">
                <a:pos x="connsiteX72293" y="connsiteY72293"/>
              </a:cxn>
              <a:cxn ang="0">
                <a:pos x="connsiteX72294" y="connsiteY72294"/>
              </a:cxn>
              <a:cxn ang="0">
                <a:pos x="connsiteX72295" y="connsiteY72295"/>
              </a:cxn>
              <a:cxn ang="0">
                <a:pos x="connsiteX72296" y="connsiteY72296"/>
              </a:cxn>
              <a:cxn ang="0">
                <a:pos x="connsiteX72297" y="connsiteY72297"/>
              </a:cxn>
              <a:cxn ang="0">
                <a:pos x="connsiteX72298" y="connsiteY72298"/>
              </a:cxn>
              <a:cxn ang="0">
                <a:pos x="connsiteX72299" y="connsiteY72299"/>
              </a:cxn>
              <a:cxn ang="0">
                <a:pos x="connsiteX72300" y="connsiteY72300"/>
              </a:cxn>
              <a:cxn ang="0">
                <a:pos x="connsiteX72301" y="connsiteY72301"/>
              </a:cxn>
              <a:cxn ang="0">
                <a:pos x="connsiteX72302" y="connsiteY72302"/>
              </a:cxn>
              <a:cxn ang="0">
                <a:pos x="connsiteX72303" y="connsiteY72303"/>
              </a:cxn>
              <a:cxn ang="0">
                <a:pos x="connsiteX72304" y="connsiteY72304"/>
              </a:cxn>
              <a:cxn ang="0">
                <a:pos x="connsiteX72305" y="connsiteY72305"/>
              </a:cxn>
              <a:cxn ang="0">
                <a:pos x="connsiteX72306" y="connsiteY72306"/>
              </a:cxn>
              <a:cxn ang="0">
                <a:pos x="connsiteX72307" y="connsiteY72307"/>
              </a:cxn>
              <a:cxn ang="0">
                <a:pos x="connsiteX72308" y="connsiteY72308"/>
              </a:cxn>
              <a:cxn ang="0">
                <a:pos x="connsiteX72309" y="connsiteY72309"/>
              </a:cxn>
              <a:cxn ang="0">
                <a:pos x="connsiteX72310" y="connsiteY72310"/>
              </a:cxn>
              <a:cxn ang="0">
                <a:pos x="connsiteX72311" y="connsiteY72311"/>
              </a:cxn>
              <a:cxn ang="0">
                <a:pos x="connsiteX72312" y="connsiteY72312"/>
              </a:cxn>
              <a:cxn ang="0">
                <a:pos x="connsiteX72313" y="connsiteY72313"/>
              </a:cxn>
              <a:cxn ang="0">
                <a:pos x="connsiteX72314" y="connsiteY72314"/>
              </a:cxn>
              <a:cxn ang="0">
                <a:pos x="connsiteX72315" y="connsiteY72315"/>
              </a:cxn>
              <a:cxn ang="0">
                <a:pos x="connsiteX72316" y="connsiteY72316"/>
              </a:cxn>
              <a:cxn ang="0">
                <a:pos x="connsiteX72317" y="connsiteY72317"/>
              </a:cxn>
              <a:cxn ang="0">
                <a:pos x="connsiteX72318" y="connsiteY72318"/>
              </a:cxn>
              <a:cxn ang="0">
                <a:pos x="connsiteX72319" y="connsiteY72319"/>
              </a:cxn>
              <a:cxn ang="0">
                <a:pos x="connsiteX72320" y="connsiteY72320"/>
              </a:cxn>
              <a:cxn ang="0">
                <a:pos x="connsiteX72321" y="connsiteY72321"/>
              </a:cxn>
              <a:cxn ang="0">
                <a:pos x="connsiteX72322" y="connsiteY72322"/>
              </a:cxn>
              <a:cxn ang="0">
                <a:pos x="connsiteX72323" y="connsiteY72323"/>
              </a:cxn>
              <a:cxn ang="0">
                <a:pos x="connsiteX72324" y="connsiteY72324"/>
              </a:cxn>
              <a:cxn ang="0">
                <a:pos x="connsiteX72325" y="connsiteY72325"/>
              </a:cxn>
              <a:cxn ang="0">
                <a:pos x="connsiteX72326" y="connsiteY72326"/>
              </a:cxn>
              <a:cxn ang="0">
                <a:pos x="connsiteX72327" y="connsiteY72327"/>
              </a:cxn>
              <a:cxn ang="0">
                <a:pos x="connsiteX72328" y="connsiteY72328"/>
              </a:cxn>
              <a:cxn ang="0">
                <a:pos x="connsiteX72329" y="connsiteY72329"/>
              </a:cxn>
              <a:cxn ang="0">
                <a:pos x="connsiteX72330" y="connsiteY72330"/>
              </a:cxn>
              <a:cxn ang="0">
                <a:pos x="connsiteX72331" y="connsiteY72331"/>
              </a:cxn>
              <a:cxn ang="0">
                <a:pos x="connsiteX72332" y="connsiteY72332"/>
              </a:cxn>
              <a:cxn ang="0">
                <a:pos x="connsiteX72333" y="connsiteY72333"/>
              </a:cxn>
              <a:cxn ang="0">
                <a:pos x="connsiteX72334" y="connsiteY72334"/>
              </a:cxn>
              <a:cxn ang="0">
                <a:pos x="connsiteX72335" y="connsiteY72335"/>
              </a:cxn>
              <a:cxn ang="0">
                <a:pos x="connsiteX72336" y="connsiteY72336"/>
              </a:cxn>
              <a:cxn ang="0">
                <a:pos x="connsiteX72337" y="connsiteY72337"/>
              </a:cxn>
              <a:cxn ang="0">
                <a:pos x="connsiteX72338" y="connsiteY72338"/>
              </a:cxn>
              <a:cxn ang="0">
                <a:pos x="connsiteX72339" y="connsiteY72339"/>
              </a:cxn>
              <a:cxn ang="0">
                <a:pos x="connsiteX72340" y="connsiteY72340"/>
              </a:cxn>
              <a:cxn ang="0">
                <a:pos x="connsiteX72341" y="connsiteY72341"/>
              </a:cxn>
              <a:cxn ang="0">
                <a:pos x="connsiteX72342" y="connsiteY72342"/>
              </a:cxn>
              <a:cxn ang="0">
                <a:pos x="connsiteX72343" y="connsiteY72343"/>
              </a:cxn>
              <a:cxn ang="0">
                <a:pos x="connsiteX72344" y="connsiteY72344"/>
              </a:cxn>
              <a:cxn ang="0">
                <a:pos x="connsiteX72345" y="connsiteY72345"/>
              </a:cxn>
              <a:cxn ang="0">
                <a:pos x="connsiteX72346" y="connsiteY72346"/>
              </a:cxn>
              <a:cxn ang="0">
                <a:pos x="connsiteX72347" y="connsiteY72347"/>
              </a:cxn>
              <a:cxn ang="0">
                <a:pos x="connsiteX72348" y="connsiteY72348"/>
              </a:cxn>
              <a:cxn ang="0">
                <a:pos x="connsiteX72349" y="connsiteY72349"/>
              </a:cxn>
              <a:cxn ang="0">
                <a:pos x="connsiteX72350" y="connsiteY72350"/>
              </a:cxn>
              <a:cxn ang="0">
                <a:pos x="connsiteX72351" y="connsiteY72351"/>
              </a:cxn>
              <a:cxn ang="0">
                <a:pos x="connsiteX72352" y="connsiteY72352"/>
              </a:cxn>
              <a:cxn ang="0">
                <a:pos x="connsiteX72353" y="connsiteY72353"/>
              </a:cxn>
              <a:cxn ang="0">
                <a:pos x="connsiteX72354" y="connsiteY72354"/>
              </a:cxn>
              <a:cxn ang="0">
                <a:pos x="connsiteX72355" y="connsiteY72355"/>
              </a:cxn>
              <a:cxn ang="0">
                <a:pos x="connsiteX72356" y="connsiteY72356"/>
              </a:cxn>
              <a:cxn ang="0">
                <a:pos x="connsiteX72357" y="connsiteY72357"/>
              </a:cxn>
              <a:cxn ang="0">
                <a:pos x="connsiteX72358" y="connsiteY72358"/>
              </a:cxn>
              <a:cxn ang="0">
                <a:pos x="connsiteX72359" y="connsiteY72359"/>
              </a:cxn>
              <a:cxn ang="0">
                <a:pos x="connsiteX72360" y="connsiteY72360"/>
              </a:cxn>
              <a:cxn ang="0">
                <a:pos x="connsiteX72361" y="connsiteY72361"/>
              </a:cxn>
              <a:cxn ang="0">
                <a:pos x="connsiteX72362" y="connsiteY72362"/>
              </a:cxn>
              <a:cxn ang="0">
                <a:pos x="connsiteX72363" y="connsiteY72363"/>
              </a:cxn>
              <a:cxn ang="0">
                <a:pos x="connsiteX72364" y="connsiteY72364"/>
              </a:cxn>
              <a:cxn ang="0">
                <a:pos x="connsiteX72365" y="connsiteY72365"/>
              </a:cxn>
              <a:cxn ang="0">
                <a:pos x="connsiteX72366" y="connsiteY72366"/>
              </a:cxn>
              <a:cxn ang="0">
                <a:pos x="connsiteX72367" y="connsiteY72367"/>
              </a:cxn>
              <a:cxn ang="0">
                <a:pos x="connsiteX72368" y="connsiteY72368"/>
              </a:cxn>
              <a:cxn ang="0">
                <a:pos x="connsiteX72369" y="connsiteY72369"/>
              </a:cxn>
              <a:cxn ang="0">
                <a:pos x="connsiteX72370" y="connsiteY72370"/>
              </a:cxn>
              <a:cxn ang="0">
                <a:pos x="connsiteX72371" y="connsiteY72371"/>
              </a:cxn>
              <a:cxn ang="0">
                <a:pos x="connsiteX72372" y="connsiteY72372"/>
              </a:cxn>
              <a:cxn ang="0">
                <a:pos x="connsiteX72373" y="connsiteY72373"/>
              </a:cxn>
              <a:cxn ang="0">
                <a:pos x="connsiteX72374" y="connsiteY72374"/>
              </a:cxn>
              <a:cxn ang="0">
                <a:pos x="connsiteX72375" y="connsiteY72375"/>
              </a:cxn>
              <a:cxn ang="0">
                <a:pos x="connsiteX72376" y="connsiteY72376"/>
              </a:cxn>
              <a:cxn ang="0">
                <a:pos x="connsiteX72377" y="connsiteY72377"/>
              </a:cxn>
              <a:cxn ang="0">
                <a:pos x="connsiteX72378" y="connsiteY72378"/>
              </a:cxn>
              <a:cxn ang="0">
                <a:pos x="connsiteX72379" y="connsiteY72379"/>
              </a:cxn>
              <a:cxn ang="0">
                <a:pos x="connsiteX72380" y="connsiteY72380"/>
              </a:cxn>
              <a:cxn ang="0">
                <a:pos x="connsiteX72381" y="connsiteY72381"/>
              </a:cxn>
              <a:cxn ang="0">
                <a:pos x="connsiteX72382" y="connsiteY72382"/>
              </a:cxn>
              <a:cxn ang="0">
                <a:pos x="connsiteX72383" y="connsiteY72383"/>
              </a:cxn>
              <a:cxn ang="0">
                <a:pos x="connsiteX72384" y="connsiteY72384"/>
              </a:cxn>
              <a:cxn ang="0">
                <a:pos x="connsiteX72385" y="connsiteY72385"/>
              </a:cxn>
              <a:cxn ang="0">
                <a:pos x="connsiteX72386" y="connsiteY72386"/>
              </a:cxn>
              <a:cxn ang="0">
                <a:pos x="connsiteX72387" y="connsiteY72387"/>
              </a:cxn>
              <a:cxn ang="0">
                <a:pos x="connsiteX72388" y="connsiteY72388"/>
              </a:cxn>
              <a:cxn ang="0">
                <a:pos x="connsiteX72389" y="connsiteY72389"/>
              </a:cxn>
              <a:cxn ang="0">
                <a:pos x="connsiteX72390" y="connsiteY72390"/>
              </a:cxn>
              <a:cxn ang="0">
                <a:pos x="connsiteX72391" y="connsiteY72391"/>
              </a:cxn>
              <a:cxn ang="0">
                <a:pos x="connsiteX72392" y="connsiteY72392"/>
              </a:cxn>
              <a:cxn ang="0">
                <a:pos x="connsiteX72393" y="connsiteY72393"/>
              </a:cxn>
              <a:cxn ang="0">
                <a:pos x="connsiteX72394" y="connsiteY72394"/>
              </a:cxn>
              <a:cxn ang="0">
                <a:pos x="connsiteX72395" y="connsiteY72395"/>
              </a:cxn>
              <a:cxn ang="0">
                <a:pos x="connsiteX72396" y="connsiteY72396"/>
              </a:cxn>
              <a:cxn ang="0">
                <a:pos x="connsiteX72397" y="connsiteY72397"/>
              </a:cxn>
              <a:cxn ang="0">
                <a:pos x="connsiteX72398" y="connsiteY72398"/>
              </a:cxn>
              <a:cxn ang="0">
                <a:pos x="connsiteX72399" y="connsiteY72399"/>
              </a:cxn>
              <a:cxn ang="0">
                <a:pos x="connsiteX72400" y="connsiteY72400"/>
              </a:cxn>
              <a:cxn ang="0">
                <a:pos x="connsiteX72401" y="connsiteY72401"/>
              </a:cxn>
              <a:cxn ang="0">
                <a:pos x="connsiteX72402" y="connsiteY72402"/>
              </a:cxn>
              <a:cxn ang="0">
                <a:pos x="connsiteX72403" y="connsiteY72403"/>
              </a:cxn>
              <a:cxn ang="0">
                <a:pos x="connsiteX72404" y="connsiteY72404"/>
              </a:cxn>
              <a:cxn ang="0">
                <a:pos x="connsiteX72405" y="connsiteY72405"/>
              </a:cxn>
              <a:cxn ang="0">
                <a:pos x="connsiteX72406" y="connsiteY72406"/>
              </a:cxn>
              <a:cxn ang="0">
                <a:pos x="connsiteX72407" y="connsiteY72407"/>
              </a:cxn>
              <a:cxn ang="0">
                <a:pos x="connsiteX72408" y="connsiteY72408"/>
              </a:cxn>
              <a:cxn ang="0">
                <a:pos x="connsiteX72409" y="connsiteY72409"/>
              </a:cxn>
              <a:cxn ang="0">
                <a:pos x="connsiteX72410" y="connsiteY72410"/>
              </a:cxn>
              <a:cxn ang="0">
                <a:pos x="connsiteX72411" y="connsiteY72411"/>
              </a:cxn>
              <a:cxn ang="0">
                <a:pos x="connsiteX72412" y="connsiteY72412"/>
              </a:cxn>
              <a:cxn ang="0">
                <a:pos x="connsiteX72413" y="connsiteY72413"/>
              </a:cxn>
              <a:cxn ang="0">
                <a:pos x="connsiteX72414" y="connsiteY72414"/>
              </a:cxn>
              <a:cxn ang="0">
                <a:pos x="connsiteX72415" y="connsiteY72415"/>
              </a:cxn>
              <a:cxn ang="0">
                <a:pos x="connsiteX72416" y="connsiteY72416"/>
              </a:cxn>
              <a:cxn ang="0">
                <a:pos x="connsiteX72417" y="connsiteY72417"/>
              </a:cxn>
              <a:cxn ang="0">
                <a:pos x="connsiteX72418" y="connsiteY72418"/>
              </a:cxn>
              <a:cxn ang="0">
                <a:pos x="connsiteX72419" y="connsiteY72419"/>
              </a:cxn>
              <a:cxn ang="0">
                <a:pos x="connsiteX72420" y="connsiteY72420"/>
              </a:cxn>
              <a:cxn ang="0">
                <a:pos x="connsiteX72421" y="connsiteY72421"/>
              </a:cxn>
              <a:cxn ang="0">
                <a:pos x="connsiteX72422" y="connsiteY72422"/>
              </a:cxn>
              <a:cxn ang="0">
                <a:pos x="connsiteX72423" y="connsiteY72423"/>
              </a:cxn>
              <a:cxn ang="0">
                <a:pos x="connsiteX72424" y="connsiteY72424"/>
              </a:cxn>
              <a:cxn ang="0">
                <a:pos x="connsiteX72425" y="connsiteY72425"/>
              </a:cxn>
              <a:cxn ang="0">
                <a:pos x="connsiteX72426" y="connsiteY72426"/>
              </a:cxn>
              <a:cxn ang="0">
                <a:pos x="connsiteX72427" y="connsiteY72427"/>
              </a:cxn>
              <a:cxn ang="0">
                <a:pos x="connsiteX72428" y="connsiteY72428"/>
              </a:cxn>
              <a:cxn ang="0">
                <a:pos x="connsiteX72429" y="connsiteY72429"/>
              </a:cxn>
              <a:cxn ang="0">
                <a:pos x="connsiteX72430" y="connsiteY72430"/>
              </a:cxn>
              <a:cxn ang="0">
                <a:pos x="connsiteX72431" y="connsiteY72431"/>
              </a:cxn>
              <a:cxn ang="0">
                <a:pos x="connsiteX72432" y="connsiteY72432"/>
              </a:cxn>
              <a:cxn ang="0">
                <a:pos x="connsiteX72433" y="connsiteY72433"/>
              </a:cxn>
              <a:cxn ang="0">
                <a:pos x="connsiteX72434" y="connsiteY72434"/>
              </a:cxn>
              <a:cxn ang="0">
                <a:pos x="connsiteX72435" y="connsiteY72435"/>
              </a:cxn>
              <a:cxn ang="0">
                <a:pos x="connsiteX72436" y="connsiteY72436"/>
              </a:cxn>
              <a:cxn ang="0">
                <a:pos x="connsiteX72437" y="connsiteY72437"/>
              </a:cxn>
              <a:cxn ang="0">
                <a:pos x="connsiteX72438" y="connsiteY72438"/>
              </a:cxn>
              <a:cxn ang="0">
                <a:pos x="connsiteX72439" y="connsiteY72439"/>
              </a:cxn>
              <a:cxn ang="0">
                <a:pos x="connsiteX72440" y="connsiteY72440"/>
              </a:cxn>
              <a:cxn ang="0">
                <a:pos x="connsiteX72441" y="connsiteY72441"/>
              </a:cxn>
              <a:cxn ang="0">
                <a:pos x="connsiteX72442" y="connsiteY72442"/>
              </a:cxn>
              <a:cxn ang="0">
                <a:pos x="connsiteX72443" y="connsiteY72443"/>
              </a:cxn>
              <a:cxn ang="0">
                <a:pos x="connsiteX72444" y="connsiteY72444"/>
              </a:cxn>
              <a:cxn ang="0">
                <a:pos x="connsiteX72445" y="connsiteY72445"/>
              </a:cxn>
              <a:cxn ang="0">
                <a:pos x="connsiteX72446" y="connsiteY72446"/>
              </a:cxn>
              <a:cxn ang="0">
                <a:pos x="connsiteX72447" y="connsiteY72447"/>
              </a:cxn>
              <a:cxn ang="0">
                <a:pos x="connsiteX72448" y="connsiteY72448"/>
              </a:cxn>
              <a:cxn ang="0">
                <a:pos x="connsiteX72449" y="connsiteY72449"/>
              </a:cxn>
              <a:cxn ang="0">
                <a:pos x="connsiteX72450" y="connsiteY72450"/>
              </a:cxn>
              <a:cxn ang="0">
                <a:pos x="connsiteX72451" y="connsiteY72451"/>
              </a:cxn>
              <a:cxn ang="0">
                <a:pos x="connsiteX72452" y="connsiteY72452"/>
              </a:cxn>
              <a:cxn ang="0">
                <a:pos x="connsiteX72453" y="connsiteY72453"/>
              </a:cxn>
              <a:cxn ang="0">
                <a:pos x="connsiteX72454" y="connsiteY72454"/>
              </a:cxn>
              <a:cxn ang="0">
                <a:pos x="connsiteX72455" y="connsiteY72455"/>
              </a:cxn>
              <a:cxn ang="0">
                <a:pos x="connsiteX72456" y="connsiteY72456"/>
              </a:cxn>
              <a:cxn ang="0">
                <a:pos x="connsiteX72457" y="connsiteY72457"/>
              </a:cxn>
              <a:cxn ang="0">
                <a:pos x="connsiteX72458" y="connsiteY72458"/>
              </a:cxn>
              <a:cxn ang="0">
                <a:pos x="connsiteX72459" y="connsiteY72459"/>
              </a:cxn>
              <a:cxn ang="0">
                <a:pos x="connsiteX72460" y="connsiteY72460"/>
              </a:cxn>
              <a:cxn ang="0">
                <a:pos x="connsiteX72461" y="connsiteY72461"/>
              </a:cxn>
              <a:cxn ang="0">
                <a:pos x="connsiteX72462" y="connsiteY72462"/>
              </a:cxn>
              <a:cxn ang="0">
                <a:pos x="connsiteX72463" y="connsiteY72463"/>
              </a:cxn>
              <a:cxn ang="0">
                <a:pos x="connsiteX72464" y="connsiteY72464"/>
              </a:cxn>
              <a:cxn ang="0">
                <a:pos x="connsiteX72465" y="connsiteY72465"/>
              </a:cxn>
              <a:cxn ang="0">
                <a:pos x="connsiteX72466" y="connsiteY72466"/>
              </a:cxn>
              <a:cxn ang="0">
                <a:pos x="connsiteX72467" y="connsiteY72467"/>
              </a:cxn>
              <a:cxn ang="0">
                <a:pos x="connsiteX72468" y="connsiteY72468"/>
              </a:cxn>
              <a:cxn ang="0">
                <a:pos x="connsiteX72469" y="connsiteY72469"/>
              </a:cxn>
              <a:cxn ang="0">
                <a:pos x="connsiteX72470" y="connsiteY72470"/>
              </a:cxn>
              <a:cxn ang="0">
                <a:pos x="connsiteX72471" y="connsiteY72471"/>
              </a:cxn>
              <a:cxn ang="0">
                <a:pos x="connsiteX72472" y="connsiteY72472"/>
              </a:cxn>
              <a:cxn ang="0">
                <a:pos x="connsiteX72473" y="connsiteY72473"/>
              </a:cxn>
              <a:cxn ang="0">
                <a:pos x="connsiteX72474" y="connsiteY72474"/>
              </a:cxn>
              <a:cxn ang="0">
                <a:pos x="connsiteX72475" y="connsiteY72475"/>
              </a:cxn>
              <a:cxn ang="0">
                <a:pos x="connsiteX72476" y="connsiteY72476"/>
              </a:cxn>
              <a:cxn ang="0">
                <a:pos x="connsiteX72477" y="connsiteY72477"/>
              </a:cxn>
              <a:cxn ang="0">
                <a:pos x="connsiteX72478" y="connsiteY72478"/>
              </a:cxn>
              <a:cxn ang="0">
                <a:pos x="connsiteX72479" y="connsiteY72479"/>
              </a:cxn>
              <a:cxn ang="0">
                <a:pos x="connsiteX72480" y="connsiteY72480"/>
              </a:cxn>
              <a:cxn ang="0">
                <a:pos x="connsiteX72481" y="connsiteY72481"/>
              </a:cxn>
              <a:cxn ang="0">
                <a:pos x="connsiteX72482" y="connsiteY72482"/>
              </a:cxn>
              <a:cxn ang="0">
                <a:pos x="connsiteX72483" y="connsiteY72483"/>
              </a:cxn>
              <a:cxn ang="0">
                <a:pos x="connsiteX72484" y="connsiteY72484"/>
              </a:cxn>
              <a:cxn ang="0">
                <a:pos x="connsiteX72485" y="connsiteY72485"/>
              </a:cxn>
              <a:cxn ang="0">
                <a:pos x="connsiteX72486" y="connsiteY72486"/>
              </a:cxn>
              <a:cxn ang="0">
                <a:pos x="connsiteX72487" y="connsiteY72487"/>
              </a:cxn>
              <a:cxn ang="0">
                <a:pos x="connsiteX72488" y="connsiteY72488"/>
              </a:cxn>
              <a:cxn ang="0">
                <a:pos x="connsiteX72489" y="connsiteY72489"/>
              </a:cxn>
              <a:cxn ang="0">
                <a:pos x="connsiteX72490" y="connsiteY72490"/>
              </a:cxn>
              <a:cxn ang="0">
                <a:pos x="connsiteX72491" y="connsiteY72491"/>
              </a:cxn>
              <a:cxn ang="0">
                <a:pos x="connsiteX72492" y="connsiteY72492"/>
              </a:cxn>
              <a:cxn ang="0">
                <a:pos x="connsiteX72493" y="connsiteY72493"/>
              </a:cxn>
              <a:cxn ang="0">
                <a:pos x="connsiteX72494" y="connsiteY72494"/>
              </a:cxn>
              <a:cxn ang="0">
                <a:pos x="connsiteX72495" y="connsiteY72495"/>
              </a:cxn>
              <a:cxn ang="0">
                <a:pos x="connsiteX72496" y="connsiteY72496"/>
              </a:cxn>
              <a:cxn ang="0">
                <a:pos x="connsiteX72497" y="connsiteY72497"/>
              </a:cxn>
              <a:cxn ang="0">
                <a:pos x="connsiteX72498" y="connsiteY72498"/>
              </a:cxn>
              <a:cxn ang="0">
                <a:pos x="connsiteX72499" y="connsiteY72499"/>
              </a:cxn>
              <a:cxn ang="0">
                <a:pos x="connsiteX72500" y="connsiteY72500"/>
              </a:cxn>
              <a:cxn ang="0">
                <a:pos x="connsiteX72501" y="connsiteY72501"/>
              </a:cxn>
              <a:cxn ang="0">
                <a:pos x="connsiteX72502" y="connsiteY72502"/>
              </a:cxn>
              <a:cxn ang="0">
                <a:pos x="connsiteX72503" y="connsiteY72503"/>
              </a:cxn>
              <a:cxn ang="0">
                <a:pos x="connsiteX72504" y="connsiteY72504"/>
              </a:cxn>
              <a:cxn ang="0">
                <a:pos x="connsiteX72505" y="connsiteY72505"/>
              </a:cxn>
              <a:cxn ang="0">
                <a:pos x="connsiteX72506" y="connsiteY72506"/>
              </a:cxn>
              <a:cxn ang="0">
                <a:pos x="connsiteX72507" y="connsiteY72507"/>
              </a:cxn>
              <a:cxn ang="0">
                <a:pos x="connsiteX72508" y="connsiteY72508"/>
              </a:cxn>
              <a:cxn ang="0">
                <a:pos x="connsiteX72509" y="connsiteY72509"/>
              </a:cxn>
              <a:cxn ang="0">
                <a:pos x="connsiteX72510" y="connsiteY72510"/>
              </a:cxn>
              <a:cxn ang="0">
                <a:pos x="connsiteX72511" y="connsiteY72511"/>
              </a:cxn>
              <a:cxn ang="0">
                <a:pos x="connsiteX72512" y="connsiteY72512"/>
              </a:cxn>
              <a:cxn ang="0">
                <a:pos x="connsiteX72513" y="connsiteY72513"/>
              </a:cxn>
              <a:cxn ang="0">
                <a:pos x="connsiteX72514" y="connsiteY72514"/>
              </a:cxn>
              <a:cxn ang="0">
                <a:pos x="connsiteX72515" y="connsiteY72515"/>
              </a:cxn>
              <a:cxn ang="0">
                <a:pos x="connsiteX72516" y="connsiteY72516"/>
              </a:cxn>
              <a:cxn ang="0">
                <a:pos x="connsiteX72517" y="connsiteY72517"/>
              </a:cxn>
              <a:cxn ang="0">
                <a:pos x="connsiteX72518" y="connsiteY72518"/>
              </a:cxn>
              <a:cxn ang="0">
                <a:pos x="connsiteX72519" y="connsiteY72519"/>
              </a:cxn>
              <a:cxn ang="0">
                <a:pos x="connsiteX72520" y="connsiteY72520"/>
              </a:cxn>
              <a:cxn ang="0">
                <a:pos x="connsiteX72521" y="connsiteY72521"/>
              </a:cxn>
              <a:cxn ang="0">
                <a:pos x="connsiteX72522" y="connsiteY72522"/>
              </a:cxn>
              <a:cxn ang="0">
                <a:pos x="connsiteX72523" y="connsiteY72523"/>
              </a:cxn>
              <a:cxn ang="0">
                <a:pos x="connsiteX72524" y="connsiteY72524"/>
              </a:cxn>
              <a:cxn ang="0">
                <a:pos x="connsiteX72525" y="connsiteY72525"/>
              </a:cxn>
              <a:cxn ang="0">
                <a:pos x="connsiteX72526" y="connsiteY72526"/>
              </a:cxn>
              <a:cxn ang="0">
                <a:pos x="connsiteX72527" y="connsiteY72527"/>
              </a:cxn>
              <a:cxn ang="0">
                <a:pos x="connsiteX72528" y="connsiteY72528"/>
              </a:cxn>
              <a:cxn ang="0">
                <a:pos x="connsiteX72529" y="connsiteY72529"/>
              </a:cxn>
              <a:cxn ang="0">
                <a:pos x="connsiteX72530" y="connsiteY72530"/>
              </a:cxn>
              <a:cxn ang="0">
                <a:pos x="connsiteX72531" y="connsiteY72531"/>
              </a:cxn>
              <a:cxn ang="0">
                <a:pos x="connsiteX72532" y="connsiteY72532"/>
              </a:cxn>
              <a:cxn ang="0">
                <a:pos x="connsiteX72533" y="connsiteY72533"/>
              </a:cxn>
              <a:cxn ang="0">
                <a:pos x="connsiteX72534" y="connsiteY72534"/>
              </a:cxn>
              <a:cxn ang="0">
                <a:pos x="connsiteX72535" y="connsiteY72535"/>
              </a:cxn>
              <a:cxn ang="0">
                <a:pos x="connsiteX72536" y="connsiteY72536"/>
              </a:cxn>
              <a:cxn ang="0">
                <a:pos x="connsiteX72537" y="connsiteY72537"/>
              </a:cxn>
              <a:cxn ang="0">
                <a:pos x="connsiteX72538" y="connsiteY72538"/>
              </a:cxn>
              <a:cxn ang="0">
                <a:pos x="connsiteX72539" y="connsiteY72539"/>
              </a:cxn>
              <a:cxn ang="0">
                <a:pos x="connsiteX72540" y="connsiteY72540"/>
              </a:cxn>
              <a:cxn ang="0">
                <a:pos x="connsiteX72541" y="connsiteY72541"/>
              </a:cxn>
              <a:cxn ang="0">
                <a:pos x="connsiteX72542" y="connsiteY72542"/>
              </a:cxn>
              <a:cxn ang="0">
                <a:pos x="connsiteX72543" y="connsiteY72543"/>
              </a:cxn>
              <a:cxn ang="0">
                <a:pos x="connsiteX72544" y="connsiteY72544"/>
              </a:cxn>
              <a:cxn ang="0">
                <a:pos x="connsiteX72545" y="connsiteY72545"/>
              </a:cxn>
              <a:cxn ang="0">
                <a:pos x="connsiteX72546" y="connsiteY72546"/>
              </a:cxn>
              <a:cxn ang="0">
                <a:pos x="connsiteX72547" y="connsiteY72547"/>
              </a:cxn>
              <a:cxn ang="0">
                <a:pos x="connsiteX72548" y="connsiteY72548"/>
              </a:cxn>
              <a:cxn ang="0">
                <a:pos x="connsiteX72549" y="connsiteY72549"/>
              </a:cxn>
              <a:cxn ang="0">
                <a:pos x="connsiteX72550" y="connsiteY72550"/>
              </a:cxn>
              <a:cxn ang="0">
                <a:pos x="connsiteX72551" y="connsiteY72551"/>
              </a:cxn>
              <a:cxn ang="0">
                <a:pos x="connsiteX72552" y="connsiteY72552"/>
              </a:cxn>
              <a:cxn ang="0">
                <a:pos x="connsiteX72553" y="connsiteY72553"/>
              </a:cxn>
              <a:cxn ang="0">
                <a:pos x="connsiteX72554" y="connsiteY72554"/>
              </a:cxn>
              <a:cxn ang="0">
                <a:pos x="connsiteX72555" y="connsiteY72555"/>
              </a:cxn>
              <a:cxn ang="0">
                <a:pos x="connsiteX72556" y="connsiteY72556"/>
              </a:cxn>
              <a:cxn ang="0">
                <a:pos x="connsiteX72557" y="connsiteY72557"/>
              </a:cxn>
              <a:cxn ang="0">
                <a:pos x="connsiteX72558" y="connsiteY72558"/>
              </a:cxn>
              <a:cxn ang="0">
                <a:pos x="connsiteX72559" y="connsiteY72559"/>
              </a:cxn>
              <a:cxn ang="0">
                <a:pos x="connsiteX72560" y="connsiteY72560"/>
              </a:cxn>
              <a:cxn ang="0">
                <a:pos x="connsiteX72561" y="connsiteY72561"/>
              </a:cxn>
              <a:cxn ang="0">
                <a:pos x="connsiteX72562" y="connsiteY72562"/>
              </a:cxn>
              <a:cxn ang="0">
                <a:pos x="connsiteX72563" y="connsiteY72563"/>
              </a:cxn>
              <a:cxn ang="0">
                <a:pos x="connsiteX72564" y="connsiteY72564"/>
              </a:cxn>
              <a:cxn ang="0">
                <a:pos x="connsiteX72565" y="connsiteY72565"/>
              </a:cxn>
              <a:cxn ang="0">
                <a:pos x="connsiteX72566" y="connsiteY72566"/>
              </a:cxn>
              <a:cxn ang="0">
                <a:pos x="connsiteX72567" y="connsiteY72567"/>
              </a:cxn>
              <a:cxn ang="0">
                <a:pos x="connsiteX72568" y="connsiteY72568"/>
              </a:cxn>
              <a:cxn ang="0">
                <a:pos x="connsiteX72569" y="connsiteY72569"/>
              </a:cxn>
              <a:cxn ang="0">
                <a:pos x="connsiteX72570" y="connsiteY72570"/>
              </a:cxn>
              <a:cxn ang="0">
                <a:pos x="connsiteX72571" y="connsiteY72571"/>
              </a:cxn>
              <a:cxn ang="0">
                <a:pos x="connsiteX72572" y="connsiteY72572"/>
              </a:cxn>
              <a:cxn ang="0">
                <a:pos x="connsiteX72573" y="connsiteY72573"/>
              </a:cxn>
              <a:cxn ang="0">
                <a:pos x="connsiteX72574" y="connsiteY72574"/>
              </a:cxn>
              <a:cxn ang="0">
                <a:pos x="connsiteX72575" y="connsiteY72575"/>
              </a:cxn>
              <a:cxn ang="0">
                <a:pos x="connsiteX72576" y="connsiteY72576"/>
              </a:cxn>
              <a:cxn ang="0">
                <a:pos x="connsiteX72577" y="connsiteY72577"/>
              </a:cxn>
              <a:cxn ang="0">
                <a:pos x="connsiteX72578" y="connsiteY72578"/>
              </a:cxn>
              <a:cxn ang="0">
                <a:pos x="connsiteX72579" y="connsiteY72579"/>
              </a:cxn>
              <a:cxn ang="0">
                <a:pos x="connsiteX72580" y="connsiteY72580"/>
              </a:cxn>
              <a:cxn ang="0">
                <a:pos x="connsiteX72581" y="connsiteY72581"/>
              </a:cxn>
              <a:cxn ang="0">
                <a:pos x="connsiteX72582" y="connsiteY72582"/>
              </a:cxn>
              <a:cxn ang="0">
                <a:pos x="connsiteX72583" y="connsiteY72583"/>
              </a:cxn>
              <a:cxn ang="0">
                <a:pos x="connsiteX72584" y="connsiteY72584"/>
              </a:cxn>
              <a:cxn ang="0">
                <a:pos x="connsiteX72585" y="connsiteY72585"/>
              </a:cxn>
              <a:cxn ang="0">
                <a:pos x="connsiteX72586" y="connsiteY72586"/>
              </a:cxn>
              <a:cxn ang="0">
                <a:pos x="connsiteX72587" y="connsiteY72587"/>
              </a:cxn>
              <a:cxn ang="0">
                <a:pos x="connsiteX72588" y="connsiteY72588"/>
              </a:cxn>
              <a:cxn ang="0">
                <a:pos x="connsiteX72589" y="connsiteY72589"/>
              </a:cxn>
              <a:cxn ang="0">
                <a:pos x="connsiteX72590" y="connsiteY72590"/>
              </a:cxn>
              <a:cxn ang="0">
                <a:pos x="connsiteX72591" y="connsiteY72591"/>
              </a:cxn>
              <a:cxn ang="0">
                <a:pos x="connsiteX72592" y="connsiteY72592"/>
              </a:cxn>
              <a:cxn ang="0">
                <a:pos x="connsiteX72593" y="connsiteY72593"/>
              </a:cxn>
              <a:cxn ang="0">
                <a:pos x="connsiteX72594" y="connsiteY72594"/>
              </a:cxn>
              <a:cxn ang="0">
                <a:pos x="connsiteX72595" y="connsiteY72595"/>
              </a:cxn>
              <a:cxn ang="0">
                <a:pos x="connsiteX72596" y="connsiteY72596"/>
              </a:cxn>
              <a:cxn ang="0">
                <a:pos x="connsiteX72597" y="connsiteY72597"/>
              </a:cxn>
              <a:cxn ang="0">
                <a:pos x="connsiteX72598" y="connsiteY72598"/>
              </a:cxn>
              <a:cxn ang="0">
                <a:pos x="connsiteX72599" y="connsiteY72599"/>
              </a:cxn>
              <a:cxn ang="0">
                <a:pos x="connsiteX72600" y="connsiteY72600"/>
              </a:cxn>
              <a:cxn ang="0">
                <a:pos x="connsiteX72601" y="connsiteY72601"/>
              </a:cxn>
              <a:cxn ang="0">
                <a:pos x="connsiteX72602" y="connsiteY72602"/>
              </a:cxn>
              <a:cxn ang="0">
                <a:pos x="connsiteX72603" y="connsiteY72603"/>
              </a:cxn>
              <a:cxn ang="0">
                <a:pos x="connsiteX72604" y="connsiteY72604"/>
              </a:cxn>
              <a:cxn ang="0">
                <a:pos x="connsiteX72605" y="connsiteY72605"/>
              </a:cxn>
              <a:cxn ang="0">
                <a:pos x="connsiteX72606" y="connsiteY72606"/>
              </a:cxn>
              <a:cxn ang="0">
                <a:pos x="connsiteX72607" y="connsiteY72607"/>
              </a:cxn>
              <a:cxn ang="0">
                <a:pos x="connsiteX72608" y="connsiteY72608"/>
              </a:cxn>
              <a:cxn ang="0">
                <a:pos x="connsiteX72609" y="connsiteY72609"/>
              </a:cxn>
              <a:cxn ang="0">
                <a:pos x="connsiteX72610" y="connsiteY72610"/>
              </a:cxn>
              <a:cxn ang="0">
                <a:pos x="connsiteX72611" y="connsiteY72611"/>
              </a:cxn>
              <a:cxn ang="0">
                <a:pos x="connsiteX72612" y="connsiteY72612"/>
              </a:cxn>
              <a:cxn ang="0">
                <a:pos x="connsiteX72613" y="connsiteY72613"/>
              </a:cxn>
              <a:cxn ang="0">
                <a:pos x="connsiteX72614" y="connsiteY72614"/>
              </a:cxn>
              <a:cxn ang="0">
                <a:pos x="connsiteX72615" y="connsiteY72615"/>
              </a:cxn>
              <a:cxn ang="0">
                <a:pos x="connsiteX72616" y="connsiteY72616"/>
              </a:cxn>
              <a:cxn ang="0">
                <a:pos x="connsiteX72617" y="connsiteY72617"/>
              </a:cxn>
              <a:cxn ang="0">
                <a:pos x="connsiteX72618" y="connsiteY72618"/>
              </a:cxn>
              <a:cxn ang="0">
                <a:pos x="connsiteX72619" y="connsiteY72619"/>
              </a:cxn>
              <a:cxn ang="0">
                <a:pos x="connsiteX72620" y="connsiteY72620"/>
              </a:cxn>
              <a:cxn ang="0">
                <a:pos x="connsiteX72621" y="connsiteY72621"/>
              </a:cxn>
              <a:cxn ang="0">
                <a:pos x="connsiteX72622" y="connsiteY72622"/>
              </a:cxn>
              <a:cxn ang="0">
                <a:pos x="connsiteX72623" y="connsiteY72623"/>
              </a:cxn>
              <a:cxn ang="0">
                <a:pos x="connsiteX72624" y="connsiteY72624"/>
              </a:cxn>
              <a:cxn ang="0">
                <a:pos x="connsiteX72625" y="connsiteY72625"/>
              </a:cxn>
              <a:cxn ang="0">
                <a:pos x="connsiteX72626" y="connsiteY72626"/>
              </a:cxn>
              <a:cxn ang="0">
                <a:pos x="connsiteX72627" y="connsiteY72627"/>
              </a:cxn>
              <a:cxn ang="0">
                <a:pos x="connsiteX72628" y="connsiteY72628"/>
              </a:cxn>
              <a:cxn ang="0">
                <a:pos x="connsiteX72629" y="connsiteY72629"/>
              </a:cxn>
              <a:cxn ang="0">
                <a:pos x="connsiteX72630" y="connsiteY72630"/>
              </a:cxn>
              <a:cxn ang="0">
                <a:pos x="connsiteX72631" y="connsiteY72631"/>
              </a:cxn>
              <a:cxn ang="0">
                <a:pos x="connsiteX72632" y="connsiteY72632"/>
              </a:cxn>
              <a:cxn ang="0">
                <a:pos x="connsiteX72633" y="connsiteY72633"/>
              </a:cxn>
              <a:cxn ang="0">
                <a:pos x="connsiteX72634" y="connsiteY72634"/>
              </a:cxn>
              <a:cxn ang="0">
                <a:pos x="connsiteX72635" y="connsiteY72635"/>
              </a:cxn>
              <a:cxn ang="0">
                <a:pos x="connsiteX72636" y="connsiteY72636"/>
              </a:cxn>
              <a:cxn ang="0">
                <a:pos x="connsiteX72637" y="connsiteY72637"/>
              </a:cxn>
              <a:cxn ang="0">
                <a:pos x="connsiteX72638" y="connsiteY72638"/>
              </a:cxn>
              <a:cxn ang="0">
                <a:pos x="connsiteX72639" y="connsiteY72639"/>
              </a:cxn>
              <a:cxn ang="0">
                <a:pos x="connsiteX72640" y="connsiteY72640"/>
              </a:cxn>
              <a:cxn ang="0">
                <a:pos x="connsiteX72641" y="connsiteY72641"/>
              </a:cxn>
              <a:cxn ang="0">
                <a:pos x="connsiteX72642" y="connsiteY72642"/>
              </a:cxn>
              <a:cxn ang="0">
                <a:pos x="connsiteX72643" y="connsiteY72643"/>
              </a:cxn>
              <a:cxn ang="0">
                <a:pos x="connsiteX72644" y="connsiteY72644"/>
              </a:cxn>
              <a:cxn ang="0">
                <a:pos x="connsiteX72645" y="connsiteY72645"/>
              </a:cxn>
              <a:cxn ang="0">
                <a:pos x="connsiteX72646" y="connsiteY72646"/>
              </a:cxn>
              <a:cxn ang="0">
                <a:pos x="connsiteX72647" y="connsiteY72647"/>
              </a:cxn>
              <a:cxn ang="0">
                <a:pos x="connsiteX72648" y="connsiteY72648"/>
              </a:cxn>
              <a:cxn ang="0">
                <a:pos x="connsiteX72649" y="connsiteY72649"/>
              </a:cxn>
              <a:cxn ang="0">
                <a:pos x="connsiteX72650" y="connsiteY72650"/>
              </a:cxn>
              <a:cxn ang="0">
                <a:pos x="connsiteX72651" y="connsiteY72651"/>
              </a:cxn>
              <a:cxn ang="0">
                <a:pos x="connsiteX72652" y="connsiteY72652"/>
              </a:cxn>
              <a:cxn ang="0">
                <a:pos x="connsiteX72653" y="connsiteY72653"/>
              </a:cxn>
              <a:cxn ang="0">
                <a:pos x="connsiteX72654" y="connsiteY72654"/>
              </a:cxn>
              <a:cxn ang="0">
                <a:pos x="connsiteX72655" y="connsiteY72655"/>
              </a:cxn>
              <a:cxn ang="0">
                <a:pos x="connsiteX72656" y="connsiteY72656"/>
              </a:cxn>
              <a:cxn ang="0">
                <a:pos x="connsiteX72657" y="connsiteY72657"/>
              </a:cxn>
              <a:cxn ang="0">
                <a:pos x="connsiteX72658" y="connsiteY72658"/>
              </a:cxn>
              <a:cxn ang="0">
                <a:pos x="connsiteX72659" y="connsiteY72659"/>
              </a:cxn>
              <a:cxn ang="0">
                <a:pos x="connsiteX72660" y="connsiteY72660"/>
              </a:cxn>
              <a:cxn ang="0">
                <a:pos x="connsiteX72661" y="connsiteY72661"/>
              </a:cxn>
              <a:cxn ang="0">
                <a:pos x="connsiteX72662" y="connsiteY72662"/>
              </a:cxn>
              <a:cxn ang="0">
                <a:pos x="connsiteX72663" y="connsiteY72663"/>
              </a:cxn>
              <a:cxn ang="0">
                <a:pos x="connsiteX72664" y="connsiteY72664"/>
              </a:cxn>
              <a:cxn ang="0">
                <a:pos x="connsiteX72665" y="connsiteY72665"/>
              </a:cxn>
              <a:cxn ang="0">
                <a:pos x="connsiteX72666" y="connsiteY72666"/>
              </a:cxn>
              <a:cxn ang="0">
                <a:pos x="connsiteX72667" y="connsiteY72667"/>
              </a:cxn>
              <a:cxn ang="0">
                <a:pos x="connsiteX72668" y="connsiteY72668"/>
              </a:cxn>
              <a:cxn ang="0">
                <a:pos x="connsiteX72669" y="connsiteY72669"/>
              </a:cxn>
              <a:cxn ang="0">
                <a:pos x="connsiteX72670" y="connsiteY72670"/>
              </a:cxn>
              <a:cxn ang="0">
                <a:pos x="connsiteX72671" y="connsiteY72671"/>
              </a:cxn>
              <a:cxn ang="0">
                <a:pos x="connsiteX72672" y="connsiteY72672"/>
              </a:cxn>
              <a:cxn ang="0">
                <a:pos x="connsiteX72673" y="connsiteY72673"/>
              </a:cxn>
              <a:cxn ang="0">
                <a:pos x="connsiteX72674" y="connsiteY72674"/>
              </a:cxn>
              <a:cxn ang="0">
                <a:pos x="connsiteX72675" y="connsiteY72675"/>
              </a:cxn>
              <a:cxn ang="0">
                <a:pos x="connsiteX72676" y="connsiteY72676"/>
              </a:cxn>
              <a:cxn ang="0">
                <a:pos x="connsiteX72677" y="connsiteY72677"/>
              </a:cxn>
              <a:cxn ang="0">
                <a:pos x="connsiteX72678" y="connsiteY72678"/>
              </a:cxn>
              <a:cxn ang="0">
                <a:pos x="connsiteX72679" y="connsiteY72679"/>
              </a:cxn>
              <a:cxn ang="0">
                <a:pos x="connsiteX72680" y="connsiteY72680"/>
              </a:cxn>
              <a:cxn ang="0">
                <a:pos x="connsiteX72681" y="connsiteY72681"/>
              </a:cxn>
              <a:cxn ang="0">
                <a:pos x="connsiteX72682" y="connsiteY72682"/>
              </a:cxn>
              <a:cxn ang="0">
                <a:pos x="connsiteX72683" y="connsiteY72683"/>
              </a:cxn>
              <a:cxn ang="0">
                <a:pos x="connsiteX72684" y="connsiteY72684"/>
              </a:cxn>
              <a:cxn ang="0">
                <a:pos x="connsiteX72685" y="connsiteY72685"/>
              </a:cxn>
              <a:cxn ang="0">
                <a:pos x="connsiteX72686" y="connsiteY72686"/>
              </a:cxn>
              <a:cxn ang="0">
                <a:pos x="connsiteX72687" y="connsiteY72687"/>
              </a:cxn>
              <a:cxn ang="0">
                <a:pos x="connsiteX72688" y="connsiteY72688"/>
              </a:cxn>
              <a:cxn ang="0">
                <a:pos x="connsiteX72689" y="connsiteY72689"/>
              </a:cxn>
              <a:cxn ang="0">
                <a:pos x="connsiteX72690" y="connsiteY72690"/>
              </a:cxn>
              <a:cxn ang="0">
                <a:pos x="connsiteX72691" y="connsiteY72691"/>
              </a:cxn>
              <a:cxn ang="0">
                <a:pos x="connsiteX72692" y="connsiteY72692"/>
              </a:cxn>
              <a:cxn ang="0">
                <a:pos x="connsiteX72693" y="connsiteY72693"/>
              </a:cxn>
              <a:cxn ang="0">
                <a:pos x="connsiteX72694" y="connsiteY72694"/>
              </a:cxn>
              <a:cxn ang="0">
                <a:pos x="connsiteX72695" y="connsiteY72695"/>
              </a:cxn>
              <a:cxn ang="0">
                <a:pos x="connsiteX72696" y="connsiteY72696"/>
              </a:cxn>
              <a:cxn ang="0">
                <a:pos x="connsiteX72697" y="connsiteY72697"/>
              </a:cxn>
              <a:cxn ang="0">
                <a:pos x="connsiteX72698" y="connsiteY72698"/>
              </a:cxn>
              <a:cxn ang="0">
                <a:pos x="connsiteX72699" y="connsiteY72699"/>
              </a:cxn>
              <a:cxn ang="0">
                <a:pos x="connsiteX72700" y="connsiteY72700"/>
              </a:cxn>
              <a:cxn ang="0">
                <a:pos x="connsiteX72701" y="connsiteY72701"/>
              </a:cxn>
              <a:cxn ang="0">
                <a:pos x="connsiteX72702" y="connsiteY72702"/>
              </a:cxn>
              <a:cxn ang="0">
                <a:pos x="connsiteX72703" y="connsiteY72703"/>
              </a:cxn>
              <a:cxn ang="0">
                <a:pos x="connsiteX72704" y="connsiteY72704"/>
              </a:cxn>
              <a:cxn ang="0">
                <a:pos x="connsiteX72705" y="connsiteY72705"/>
              </a:cxn>
              <a:cxn ang="0">
                <a:pos x="connsiteX72706" y="connsiteY72706"/>
              </a:cxn>
              <a:cxn ang="0">
                <a:pos x="connsiteX72707" y="connsiteY72707"/>
              </a:cxn>
              <a:cxn ang="0">
                <a:pos x="connsiteX72708" y="connsiteY72708"/>
              </a:cxn>
              <a:cxn ang="0">
                <a:pos x="connsiteX72709" y="connsiteY72709"/>
              </a:cxn>
              <a:cxn ang="0">
                <a:pos x="connsiteX72710" y="connsiteY72710"/>
              </a:cxn>
              <a:cxn ang="0">
                <a:pos x="connsiteX72711" y="connsiteY72711"/>
              </a:cxn>
              <a:cxn ang="0">
                <a:pos x="connsiteX72712" y="connsiteY72712"/>
              </a:cxn>
              <a:cxn ang="0">
                <a:pos x="connsiteX72713" y="connsiteY72713"/>
              </a:cxn>
              <a:cxn ang="0">
                <a:pos x="connsiteX72714" y="connsiteY72714"/>
              </a:cxn>
              <a:cxn ang="0">
                <a:pos x="connsiteX72715" y="connsiteY72715"/>
              </a:cxn>
              <a:cxn ang="0">
                <a:pos x="connsiteX72716" y="connsiteY72716"/>
              </a:cxn>
              <a:cxn ang="0">
                <a:pos x="connsiteX72717" y="connsiteY72717"/>
              </a:cxn>
              <a:cxn ang="0">
                <a:pos x="connsiteX72718" y="connsiteY72718"/>
              </a:cxn>
              <a:cxn ang="0">
                <a:pos x="connsiteX72719" y="connsiteY72719"/>
              </a:cxn>
              <a:cxn ang="0">
                <a:pos x="connsiteX72720" y="connsiteY72720"/>
              </a:cxn>
              <a:cxn ang="0">
                <a:pos x="connsiteX72721" y="connsiteY72721"/>
              </a:cxn>
              <a:cxn ang="0">
                <a:pos x="connsiteX72722" y="connsiteY72722"/>
              </a:cxn>
              <a:cxn ang="0">
                <a:pos x="connsiteX72723" y="connsiteY72723"/>
              </a:cxn>
              <a:cxn ang="0">
                <a:pos x="connsiteX72724" y="connsiteY72724"/>
              </a:cxn>
              <a:cxn ang="0">
                <a:pos x="connsiteX72725" y="connsiteY72725"/>
              </a:cxn>
              <a:cxn ang="0">
                <a:pos x="connsiteX72726" y="connsiteY72726"/>
              </a:cxn>
              <a:cxn ang="0">
                <a:pos x="connsiteX72727" y="connsiteY72727"/>
              </a:cxn>
              <a:cxn ang="0">
                <a:pos x="connsiteX72728" y="connsiteY72728"/>
              </a:cxn>
              <a:cxn ang="0">
                <a:pos x="connsiteX72729" y="connsiteY72729"/>
              </a:cxn>
              <a:cxn ang="0">
                <a:pos x="connsiteX72730" y="connsiteY72730"/>
              </a:cxn>
              <a:cxn ang="0">
                <a:pos x="connsiteX72731" y="connsiteY72731"/>
              </a:cxn>
              <a:cxn ang="0">
                <a:pos x="connsiteX72732" y="connsiteY72732"/>
              </a:cxn>
              <a:cxn ang="0">
                <a:pos x="connsiteX72733" y="connsiteY72733"/>
              </a:cxn>
              <a:cxn ang="0">
                <a:pos x="connsiteX72734" y="connsiteY72734"/>
              </a:cxn>
              <a:cxn ang="0">
                <a:pos x="connsiteX72735" y="connsiteY72735"/>
              </a:cxn>
              <a:cxn ang="0">
                <a:pos x="connsiteX72736" y="connsiteY72736"/>
              </a:cxn>
              <a:cxn ang="0">
                <a:pos x="connsiteX72737" y="connsiteY72737"/>
              </a:cxn>
              <a:cxn ang="0">
                <a:pos x="connsiteX72738" y="connsiteY72738"/>
              </a:cxn>
              <a:cxn ang="0">
                <a:pos x="connsiteX72739" y="connsiteY72739"/>
              </a:cxn>
              <a:cxn ang="0">
                <a:pos x="connsiteX72740" y="connsiteY72740"/>
              </a:cxn>
              <a:cxn ang="0">
                <a:pos x="connsiteX72741" y="connsiteY72741"/>
              </a:cxn>
              <a:cxn ang="0">
                <a:pos x="connsiteX72742" y="connsiteY72742"/>
              </a:cxn>
              <a:cxn ang="0">
                <a:pos x="connsiteX72743" y="connsiteY72743"/>
              </a:cxn>
              <a:cxn ang="0">
                <a:pos x="connsiteX72744" y="connsiteY72744"/>
              </a:cxn>
              <a:cxn ang="0">
                <a:pos x="connsiteX72745" y="connsiteY72745"/>
              </a:cxn>
              <a:cxn ang="0">
                <a:pos x="connsiteX72746" y="connsiteY72746"/>
              </a:cxn>
              <a:cxn ang="0">
                <a:pos x="connsiteX72747" y="connsiteY72747"/>
              </a:cxn>
              <a:cxn ang="0">
                <a:pos x="connsiteX72748" y="connsiteY72748"/>
              </a:cxn>
              <a:cxn ang="0">
                <a:pos x="connsiteX72749" y="connsiteY72749"/>
              </a:cxn>
              <a:cxn ang="0">
                <a:pos x="connsiteX72750" y="connsiteY72750"/>
              </a:cxn>
              <a:cxn ang="0">
                <a:pos x="connsiteX72751" y="connsiteY72751"/>
              </a:cxn>
              <a:cxn ang="0">
                <a:pos x="connsiteX72752" y="connsiteY72752"/>
              </a:cxn>
              <a:cxn ang="0">
                <a:pos x="connsiteX72753" y="connsiteY72753"/>
              </a:cxn>
              <a:cxn ang="0">
                <a:pos x="connsiteX72754" y="connsiteY72754"/>
              </a:cxn>
              <a:cxn ang="0">
                <a:pos x="connsiteX72755" y="connsiteY72755"/>
              </a:cxn>
              <a:cxn ang="0">
                <a:pos x="connsiteX72756" y="connsiteY72756"/>
              </a:cxn>
              <a:cxn ang="0">
                <a:pos x="connsiteX72757" y="connsiteY72757"/>
              </a:cxn>
              <a:cxn ang="0">
                <a:pos x="connsiteX72758" y="connsiteY72758"/>
              </a:cxn>
              <a:cxn ang="0">
                <a:pos x="connsiteX72759" y="connsiteY72759"/>
              </a:cxn>
              <a:cxn ang="0">
                <a:pos x="connsiteX72760" y="connsiteY72760"/>
              </a:cxn>
              <a:cxn ang="0">
                <a:pos x="connsiteX72761" y="connsiteY72761"/>
              </a:cxn>
              <a:cxn ang="0">
                <a:pos x="connsiteX72762" y="connsiteY72762"/>
              </a:cxn>
              <a:cxn ang="0">
                <a:pos x="connsiteX72763" y="connsiteY72763"/>
              </a:cxn>
              <a:cxn ang="0">
                <a:pos x="connsiteX72764" y="connsiteY72764"/>
              </a:cxn>
              <a:cxn ang="0">
                <a:pos x="connsiteX72765" y="connsiteY72765"/>
              </a:cxn>
              <a:cxn ang="0">
                <a:pos x="connsiteX72766" y="connsiteY72766"/>
              </a:cxn>
              <a:cxn ang="0">
                <a:pos x="connsiteX72767" y="connsiteY72767"/>
              </a:cxn>
              <a:cxn ang="0">
                <a:pos x="connsiteX72768" y="connsiteY72768"/>
              </a:cxn>
              <a:cxn ang="0">
                <a:pos x="connsiteX72769" y="connsiteY72769"/>
              </a:cxn>
              <a:cxn ang="0">
                <a:pos x="connsiteX72770" y="connsiteY72770"/>
              </a:cxn>
              <a:cxn ang="0">
                <a:pos x="connsiteX72771" y="connsiteY72771"/>
              </a:cxn>
              <a:cxn ang="0">
                <a:pos x="connsiteX72772" y="connsiteY72772"/>
              </a:cxn>
              <a:cxn ang="0">
                <a:pos x="connsiteX72773" y="connsiteY72773"/>
              </a:cxn>
              <a:cxn ang="0">
                <a:pos x="connsiteX72774" y="connsiteY72774"/>
              </a:cxn>
              <a:cxn ang="0">
                <a:pos x="connsiteX72775" y="connsiteY72775"/>
              </a:cxn>
              <a:cxn ang="0">
                <a:pos x="connsiteX72776" y="connsiteY72776"/>
              </a:cxn>
              <a:cxn ang="0">
                <a:pos x="connsiteX72777" y="connsiteY72777"/>
              </a:cxn>
              <a:cxn ang="0">
                <a:pos x="connsiteX72778" y="connsiteY72778"/>
              </a:cxn>
              <a:cxn ang="0">
                <a:pos x="connsiteX72779" y="connsiteY72779"/>
              </a:cxn>
              <a:cxn ang="0">
                <a:pos x="connsiteX72780" y="connsiteY72780"/>
              </a:cxn>
              <a:cxn ang="0">
                <a:pos x="connsiteX72781" y="connsiteY72781"/>
              </a:cxn>
              <a:cxn ang="0">
                <a:pos x="connsiteX72782" y="connsiteY72782"/>
              </a:cxn>
              <a:cxn ang="0">
                <a:pos x="connsiteX72783" y="connsiteY72783"/>
              </a:cxn>
              <a:cxn ang="0">
                <a:pos x="connsiteX72784" y="connsiteY72784"/>
              </a:cxn>
              <a:cxn ang="0">
                <a:pos x="connsiteX72785" y="connsiteY72785"/>
              </a:cxn>
              <a:cxn ang="0">
                <a:pos x="connsiteX72786" y="connsiteY72786"/>
              </a:cxn>
              <a:cxn ang="0">
                <a:pos x="connsiteX72787" y="connsiteY72787"/>
              </a:cxn>
              <a:cxn ang="0">
                <a:pos x="connsiteX72788" y="connsiteY72788"/>
              </a:cxn>
              <a:cxn ang="0">
                <a:pos x="connsiteX72789" y="connsiteY72789"/>
              </a:cxn>
              <a:cxn ang="0">
                <a:pos x="connsiteX72790" y="connsiteY72790"/>
              </a:cxn>
              <a:cxn ang="0">
                <a:pos x="connsiteX72791" y="connsiteY72791"/>
              </a:cxn>
              <a:cxn ang="0">
                <a:pos x="connsiteX72792" y="connsiteY72792"/>
              </a:cxn>
              <a:cxn ang="0">
                <a:pos x="connsiteX72793" y="connsiteY72793"/>
              </a:cxn>
              <a:cxn ang="0">
                <a:pos x="connsiteX72794" y="connsiteY72794"/>
              </a:cxn>
              <a:cxn ang="0">
                <a:pos x="connsiteX72795" y="connsiteY72795"/>
              </a:cxn>
              <a:cxn ang="0">
                <a:pos x="connsiteX72796" y="connsiteY72796"/>
              </a:cxn>
              <a:cxn ang="0">
                <a:pos x="connsiteX72797" y="connsiteY72797"/>
              </a:cxn>
              <a:cxn ang="0">
                <a:pos x="connsiteX72798" y="connsiteY72798"/>
              </a:cxn>
              <a:cxn ang="0">
                <a:pos x="connsiteX72799" y="connsiteY72799"/>
              </a:cxn>
              <a:cxn ang="0">
                <a:pos x="connsiteX72800" y="connsiteY72800"/>
              </a:cxn>
              <a:cxn ang="0">
                <a:pos x="connsiteX72801" y="connsiteY72801"/>
              </a:cxn>
              <a:cxn ang="0">
                <a:pos x="connsiteX72802" y="connsiteY72802"/>
              </a:cxn>
              <a:cxn ang="0">
                <a:pos x="connsiteX72803" y="connsiteY72803"/>
              </a:cxn>
              <a:cxn ang="0">
                <a:pos x="connsiteX72804" y="connsiteY72804"/>
              </a:cxn>
              <a:cxn ang="0">
                <a:pos x="connsiteX72805" y="connsiteY72805"/>
              </a:cxn>
              <a:cxn ang="0">
                <a:pos x="connsiteX72806" y="connsiteY72806"/>
              </a:cxn>
              <a:cxn ang="0">
                <a:pos x="connsiteX72807" y="connsiteY72807"/>
              </a:cxn>
              <a:cxn ang="0">
                <a:pos x="connsiteX72808" y="connsiteY72808"/>
              </a:cxn>
              <a:cxn ang="0">
                <a:pos x="connsiteX72809" y="connsiteY72809"/>
              </a:cxn>
              <a:cxn ang="0">
                <a:pos x="connsiteX72810" y="connsiteY72810"/>
              </a:cxn>
              <a:cxn ang="0">
                <a:pos x="connsiteX72811" y="connsiteY72811"/>
              </a:cxn>
              <a:cxn ang="0">
                <a:pos x="connsiteX72812" y="connsiteY72812"/>
              </a:cxn>
              <a:cxn ang="0">
                <a:pos x="connsiteX72813" y="connsiteY72813"/>
              </a:cxn>
              <a:cxn ang="0">
                <a:pos x="connsiteX72814" y="connsiteY72814"/>
              </a:cxn>
              <a:cxn ang="0">
                <a:pos x="connsiteX72815" y="connsiteY72815"/>
              </a:cxn>
              <a:cxn ang="0">
                <a:pos x="connsiteX72816" y="connsiteY72816"/>
              </a:cxn>
              <a:cxn ang="0">
                <a:pos x="connsiteX72817" y="connsiteY72817"/>
              </a:cxn>
              <a:cxn ang="0">
                <a:pos x="connsiteX72818" y="connsiteY72818"/>
              </a:cxn>
              <a:cxn ang="0">
                <a:pos x="connsiteX72819" y="connsiteY72819"/>
              </a:cxn>
              <a:cxn ang="0">
                <a:pos x="connsiteX72820" y="connsiteY72820"/>
              </a:cxn>
              <a:cxn ang="0">
                <a:pos x="connsiteX72821" y="connsiteY72821"/>
              </a:cxn>
              <a:cxn ang="0">
                <a:pos x="connsiteX72822" y="connsiteY72822"/>
              </a:cxn>
              <a:cxn ang="0">
                <a:pos x="connsiteX72823" y="connsiteY72823"/>
              </a:cxn>
              <a:cxn ang="0">
                <a:pos x="connsiteX72824" y="connsiteY72824"/>
              </a:cxn>
              <a:cxn ang="0">
                <a:pos x="connsiteX72825" y="connsiteY72825"/>
              </a:cxn>
              <a:cxn ang="0">
                <a:pos x="connsiteX72826" y="connsiteY72826"/>
              </a:cxn>
              <a:cxn ang="0">
                <a:pos x="connsiteX72827" y="connsiteY72827"/>
              </a:cxn>
              <a:cxn ang="0">
                <a:pos x="connsiteX72828" y="connsiteY72828"/>
              </a:cxn>
              <a:cxn ang="0">
                <a:pos x="connsiteX72829" y="connsiteY72829"/>
              </a:cxn>
              <a:cxn ang="0">
                <a:pos x="connsiteX72830" y="connsiteY72830"/>
              </a:cxn>
              <a:cxn ang="0">
                <a:pos x="connsiteX72831" y="connsiteY72831"/>
              </a:cxn>
              <a:cxn ang="0">
                <a:pos x="connsiteX72832" y="connsiteY72832"/>
              </a:cxn>
              <a:cxn ang="0">
                <a:pos x="connsiteX72833" y="connsiteY72833"/>
              </a:cxn>
              <a:cxn ang="0">
                <a:pos x="connsiteX72834" y="connsiteY72834"/>
              </a:cxn>
              <a:cxn ang="0">
                <a:pos x="connsiteX72835" y="connsiteY72835"/>
              </a:cxn>
              <a:cxn ang="0">
                <a:pos x="connsiteX72836" y="connsiteY72836"/>
              </a:cxn>
              <a:cxn ang="0">
                <a:pos x="connsiteX72837" y="connsiteY72837"/>
              </a:cxn>
              <a:cxn ang="0">
                <a:pos x="connsiteX72838" y="connsiteY72838"/>
              </a:cxn>
              <a:cxn ang="0">
                <a:pos x="connsiteX72839" y="connsiteY72839"/>
              </a:cxn>
              <a:cxn ang="0">
                <a:pos x="connsiteX72840" y="connsiteY72840"/>
              </a:cxn>
              <a:cxn ang="0">
                <a:pos x="connsiteX72841" y="connsiteY72841"/>
              </a:cxn>
              <a:cxn ang="0">
                <a:pos x="connsiteX72842" y="connsiteY72842"/>
              </a:cxn>
              <a:cxn ang="0">
                <a:pos x="connsiteX72843" y="connsiteY72843"/>
              </a:cxn>
              <a:cxn ang="0">
                <a:pos x="connsiteX72844" y="connsiteY72844"/>
              </a:cxn>
              <a:cxn ang="0">
                <a:pos x="connsiteX72845" y="connsiteY72845"/>
              </a:cxn>
              <a:cxn ang="0">
                <a:pos x="connsiteX72846" y="connsiteY72846"/>
              </a:cxn>
              <a:cxn ang="0">
                <a:pos x="connsiteX72847" y="connsiteY72847"/>
              </a:cxn>
              <a:cxn ang="0">
                <a:pos x="connsiteX72848" y="connsiteY72848"/>
              </a:cxn>
              <a:cxn ang="0">
                <a:pos x="connsiteX72849" y="connsiteY72849"/>
              </a:cxn>
              <a:cxn ang="0">
                <a:pos x="connsiteX72850" y="connsiteY72850"/>
              </a:cxn>
              <a:cxn ang="0">
                <a:pos x="connsiteX72851" y="connsiteY72851"/>
              </a:cxn>
              <a:cxn ang="0">
                <a:pos x="connsiteX72852" y="connsiteY72852"/>
              </a:cxn>
              <a:cxn ang="0">
                <a:pos x="connsiteX72853" y="connsiteY72853"/>
              </a:cxn>
              <a:cxn ang="0">
                <a:pos x="connsiteX72854" y="connsiteY72854"/>
              </a:cxn>
              <a:cxn ang="0">
                <a:pos x="connsiteX72855" y="connsiteY72855"/>
              </a:cxn>
              <a:cxn ang="0">
                <a:pos x="connsiteX72856" y="connsiteY72856"/>
              </a:cxn>
              <a:cxn ang="0">
                <a:pos x="connsiteX72857" y="connsiteY72857"/>
              </a:cxn>
              <a:cxn ang="0">
                <a:pos x="connsiteX72858" y="connsiteY72858"/>
              </a:cxn>
              <a:cxn ang="0">
                <a:pos x="connsiteX72859" y="connsiteY72859"/>
              </a:cxn>
              <a:cxn ang="0">
                <a:pos x="connsiteX72860" y="connsiteY72860"/>
              </a:cxn>
              <a:cxn ang="0">
                <a:pos x="connsiteX72861" y="connsiteY72861"/>
              </a:cxn>
              <a:cxn ang="0">
                <a:pos x="connsiteX72862" y="connsiteY72862"/>
              </a:cxn>
              <a:cxn ang="0">
                <a:pos x="connsiteX72863" y="connsiteY72863"/>
              </a:cxn>
              <a:cxn ang="0">
                <a:pos x="connsiteX72864" y="connsiteY72864"/>
              </a:cxn>
              <a:cxn ang="0">
                <a:pos x="connsiteX72865" y="connsiteY72865"/>
              </a:cxn>
              <a:cxn ang="0">
                <a:pos x="connsiteX72866" y="connsiteY72866"/>
              </a:cxn>
              <a:cxn ang="0">
                <a:pos x="connsiteX72867" y="connsiteY72867"/>
              </a:cxn>
              <a:cxn ang="0">
                <a:pos x="connsiteX72868" y="connsiteY72868"/>
              </a:cxn>
              <a:cxn ang="0">
                <a:pos x="connsiteX72869" y="connsiteY72869"/>
              </a:cxn>
              <a:cxn ang="0">
                <a:pos x="connsiteX72870" y="connsiteY72870"/>
              </a:cxn>
              <a:cxn ang="0">
                <a:pos x="connsiteX72871" y="connsiteY72871"/>
              </a:cxn>
              <a:cxn ang="0">
                <a:pos x="connsiteX72872" y="connsiteY72872"/>
              </a:cxn>
              <a:cxn ang="0">
                <a:pos x="connsiteX72873" y="connsiteY72873"/>
              </a:cxn>
              <a:cxn ang="0">
                <a:pos x="connsiteX72874" y="connsiteY72874"/>
              </a:cxn>
              <a:cxn ang="0">
                <a:pos x="connsiteX72875" y="connsiteY72875"/>
              </a:cxn>
              <a:cxn ang="0">
                <a:pos x="connsiteX72876" y="connsiteY72876"/>
              </a:cxn>
              <a:cxn ang="0">
                <a:pos x="connsiteX72877" y="connsiteY72877"/>
              </a:cxn>
              <a:cxn ang="0">
                <a:pos x="connsiteX72878" y="connsiteY72878"/>
              </a:cxn>
              <a:cxn ang="0">
                <a:pos x="connsiteX72879" y="connsiteY72879"/>
              </a:cxn>
              <a:cxn ang="0">
                <a:pos x="connsiteX72880" y="connsiteY72880"/>
              </a:cxn>
              <a:cxn ang="0">
                <a:pos x="connsiteX72881" y="connsiteY72881"/>
              </a:cxn>
              <a:cxn ang="0">
                <a:pos x="connsiteX72882" y="connsiteY72882"/>
              </a:cxn>
              <a:cxn ang="0">
                <a:pos x="connsiteX72883" y="connsiteY72883"/>
              </a:cxn>
              <a:cxn ang="0">
                <a:pos x="connsiteX72884" y="connsiteY72884"/>
              </a:cxn>
              <a:cxn ang="0">
                <a:pos x="connsiteX72885" y="connsiteY72885"/>
              </a:cxn>
              <a:cxn ang="0">
                <a:pos x="connsiteX72886" y="connsiteY72886"/>
              </a:cxn>
              <a:cxn ang="0">
                <a:pos x="connsiteX72887" y="connsiteY72887"/>
              </a:cxn>
              <a:cxn ang="0">
                <a:pos x="connsiteX72888" y="connsiteY72888"/>
              </a:cxn>
              <a:cxn ang="0">
                <a:pos x="connsiteX72889" y="connsiteY72889"/>
              </a:cxn>
              <a:cxn ang="0">
                <a:pos x="connsiteX72890" y="connsiteY72890"/>
              </a:cxn>
              <a:cxn ang="0">
                <a:pos x="connsiteX72891" y="connsiteY72891"/>
              </a:cxn>
              <a:cxn ang="0">
                <a:pos x="connsiteX72892" y="connsiteY72892"/>
              </a:cxn>
              <a:cxn ang="0">
                <a:pos x="connsiteX72893" y="connsiteY72893"/>
              </a:cxn>
              <a:cxn ang="0">
                <a:pos x="connsiteX72894" y="connsiteY72894"/>
              </a:cxn>
              <a:cxn ang="0">
                <a:pos x="connsiteX72895" y="connsiteY72895"/>
              </a:cxn>
              <a:cxn ang="0">
                <a:pos x="connsiteX72896" y="connsiteY72896"/>
              </a:cxn>
              <a:cxn ang="0">
                <a:pos x="connsiteX72897" y="connsiteY72897"/>
              </a:cxn>
              <a:cxn ang="0">
                <a:pos x="connsiteX72898" y="connsiteY72898"/>
              </a:cxn>
              <a:cxn ang="0">
                <a:pos x="connsiteX72899" y="connsiteY72899"/>
              </a:cxn>
              <a:cxn ang="0">
                <a:pos x="connsiteX72900" y="connsiteY72900"/>
              </a:cxn>
              <a:cxn ang="0">
                <a:pos x="connsiteX72901" y="connsiteY72901"/>
              </a:cxn>
              <a:cxn ang="0">
                <a:pos x="connsiteX72902" y="connsiteY72902"/>
              </a:cxn>
              <a:cxn ang="0">
                <a:pos x="connsiteX72903" y="connsiteY72903"/>
              </a:cxn>
              <a:cxn ang="0">
                <a:pos x="connsiteX72904" y="connsiteY72904"/>
              </a:cxn>
              <a:cxn ang="0">
                <a:pos x="connsiteX72905" y="connsiteY72905"/>
              </a:cxn>
              <a:cxn ang="0">
                <a:pos x="connsiteX72906" y="connsiteY72906"/>
              </a:cxn>
              <a:cxn ang="0">
                <a:pos x="connsiteX72907" y="connsiteY72907"/>
              </a:cxn>
              <a:cxn ang="0">
                <a:pos x="connsiteX72908" y="connsiteY72908"/>
              </a:cxn>
              <a:cxn ang="0">
                <a:pos x="connsiteX72909" y="connsiteY72909"/>
              </a:cxn>
              <a:cxn ang="0">
                <a:pos x="connsiteX72910" y="connsiteY72910"/>
              </a:cxn>
              <a:cxn ang="0">
                <a:pos x="connsiteX72911" y="connsiteY72911"/>
              </a:cxn>
              <a:cxn ang="0">
                <a:pos x="connsiteX72912" y="connsiteY72912"/>
              </a:cxn>
              <a:cxn ang="0">
                <a:pos x="connsiteX72913" y="connsiteY72913"/>
              </a:cxn>
              <a:cxn ang="0">
                <a:pos x="connsiteX72914" y="connsiteY72914"/>
              </a:cxn>
              <a:cxn ang="0">
                <a:pos x="connsiteX72915" y="connsiteY72915"/>
              </a:cxn>
              <a:cxn ang="0">
                <a:pos x="connsiteX72916" y="connsiteY72916"/>
              </a:cxn>
              <a:cxn ang="0">
                <a:pos x="connsiteX72917" y="connsiteY72917"/>
              </a:cxn>
              <a:cxn ang="0">
                <a:pos x="connsiteX72918" y="connsiteY72918"/>
              </a:cxn>
              <a:cxn ang="0">
                <a:pos x="connsiteX72919" y="connsiteY72919"/>
              </a:cxn>
              <a:cxn ang="0">
                <a:pos x="connsiteX72920" y="connsiteY72920"/>
              </a:cxn>
              <a:cxn ang="0">
                <a:pos x="connsiteX72921" y="connsiteY72921"/>
              </a:cxn>
              <a:cxn ang="0">
                <a:pos x="connsiteX72922" y="connsiteY72922"/>
              </a:cxn>
              <a:cxn ang="0">
                <a:pos x="connsiteX72923" y="connsiteY72923"/>
              </a:cxn>
              <a:cxn ang="0">
                <a:pos x="connsiteX72924" y="connsiteY72924"/>
              </a:cxn>
              <a:cxn ang="0">
                <a:pos x="connsiteX72925" y="connsiteY72925"/>
              </a:cxn>
              <a:cxn ang="0">
                <a:pos x="connsiteX72926" y="connsiteY72926"/>
              </a:cxn>
              <a:cxn ang="0">
                <a:pos x="connsiteX72927" y="connsiteY72927"/>
              </a:cxn>
              <a:cxn ang="0">
                <a:pos x="connsiteX72928" y="connsiteY72928"/>
              </a:cxn>
              <a:cxn ang="0">
                <a:pos x="connsiteX72929" y="connsiteY72929"/>
              </a:cxn>
              <a:cxn ang="0">
                <a:pos x="connsiteX72930" y="connsiteY72930"/>
              </a:cxn>
              <a:cxn ang="0">
                <a:pos x="connsiteX72931" y="connsiteY72931"/>
              </a:cxn>
              <a:cxn ang="0">
                <a:pos x="connsiteX72932" y="connsiteY72932"/>
              </a:cxn>
              <a:cxn ang="0">
                <a:pos x="connsiteX72933" y="connsiteY72933"/>
              </a:cxn>
              <a:cxn ang="0">
                <a:pos x="connsiteX72934" y="connsiteY72934"/>
              </a:cxn>
              <a:cxn ang="0">
                <a:pos x="connsiteX72935" y="connsiteY72935"/>
              </a:cxn>
              <a:cxn ang="0">
                <a:pos x="connsiteX72936" y="connsiteY72936"/>
              </a:cxn>
              <a:cxn ang="0">
                <a:pos x="connsiteX72937" y="connsiteY72937"/>
              </a:cxn>
              <a:cxn ang="0">
                <a:pos x="connsiteX72938" y="connsiteY72938"/>
              </a:cxn>
              <a:cxn ang="0">
                <a:pos x="connsiteX72939" y="connsiteY72939"/>
              </a:cxn>
              <a:cxn ang="0">
                <a:pos x="connsiteX72940" y="connsiteY72940"/>
              </a:cxn>
              <a:cxn ang="0">
                <a:pos x="connsiteX72941" y="connsiteY72941"/>
              </a:cxn>
              <a:cxn ang="0">
                <a:pos x="connsiteX72942" y="connsiteY72942"/>
              </a:cxn>
              <a:cxn ang="0">
                <a:pos x="connsiteX72943" y="connsiteY72943"/>
              </a:cxn>
              <a:cxn ang="0">
                <a:pos x="connsiteX72944" y="connsiteY72944"/>
              </a:cxn>
              <a:cxn ang="0">
                <a:pos x="connsiteX72945" y="connsiteY72945"/>
              </a:cxn>
              <a:cxn ang="0">
                <a:pos x="connsiteX72946" y="connsiteY72946"/>
              </a:cxn>
              <a:cxn ang="0">
                <a:pos x="connsiteX72947" y="connsiteY72947"/>
              </a:cxn>
              <a:cxn ang="0">
                <a:pos x="connsiteX72948" y="connsiteY72948"/>
              </a:cxn>
              <a:cxn ang="0">
                <a:pos x="connsiteX72949" y="connsiteY72949"/>
              </a:cxn>
              <a:cxn ang="0">
                <a:pos x="connsiteX72950" y="connsiteY72950"/>
              </a:cxn>
              <a:cxn ang="0">
                <a:pos x="connsiteX72951" y="connsiteY72951"/>
              </a:cxn>
              <a:cxn ang="0">
                <a:pos x="connsiteX72952" y="connsiteY72952"/>
              </a:cxn>
              <a:cxn ang="0">
                <a:pos x="connsiteX72953" y="connsiteY72953"/>
              </a:cxn>
              <a:cxn ang="0">
                <a:pos x="connsiteX72954" y="connsiteY72954"/>
              </a:cxn>
              <a:cxn ang="0">
                <a:pos x="connsiteX72955" y="connsiteY72955"/>
              </a:cxn>
              <a:cxn ang="0">
                <a:pos x="connsiteX72956" y="connsiteY72956"/>
              </a:cxn>
              <a:cxn ang="0">
                <a:pos x="connsiteX72957" y="connsiteY72957"/>
              </a:cxn>
              <a:cxn ang="0">
                <a:pos x="connsiteX72958" y="connsiteY72958"/>
              </a:cxn>
              <a:cxn ang="0">
                <a:pos x="connsiteX72959" y="connsiteY72959"/>
              </a:cxn>
              <a:cxn ang="0">
                <a:pos x="connsiteX72960" y="connsiteY72960"/>
              </a:cxn>
              <a:cxn ang="0">
                <a:pos x="connsiteX72961" y="connsiteY72961"/>
              </a:cxn>
              <a:cxn ang="0">
                <a:pos x="connsiteX72962" y="connsiteY72962"/>
              </a:cxn>
              <a:cxn ang="0">
                <a:pos x="connsiteX72963" y="connsiteY72963"/>
              </a:cxn>
              <a:cxn ang="0">
                <a:pos x="connsiteX72964" y="connsiteY72964"/>
              </a:cxn>
              <a:cxn ang="0">
                <a:pos x="connsiteX72965" y="connsiteY72965"/>
              </a:cxn>
              <a:cxn ang="0">
                <a:pos x="connsiteX72966" y="connsiteY72966"/>
              </a:cxn>
              <a:cxn ang="0">
                <a:pos x="connsiteX72967" y="connsiteY72967"/>
              </a:cxn>
              <a:cxn ang="0">
                <a:pos x="connsiteX72968" y="connsiteY72968"/>
              </a:cxn>
              <a:cxn ang="0">
                <a:pos x="connsiteX72969" y="connsiteY72969"/>
              </a:cxn>
              <a:cxn ang="0">
                <a:pos x="connsiteX72970" y="connsiteY72970"/>
              </a:cxn>
              <a:cxn ang="0">
                <a:pos x="connsiteX72971" y="connsiteY72971"/>
              </a:cxn>
              <a:cxn ang="0">
                <a:pos x="connsiteX72972" y="connsiteY72972"/>
              </a:cxn>
              <a:cxn ang="0">
                <a:pos x="connsiteX72973" y="connsiteY72973"/>
              </a:cxn>
              <a:cxn ang="0">
                <a:pos x="connsiteX72974" y="connsiteY72974"/>
              </a:cxn>
              <a:cxn ang="0">
                <a:pos x="connsiteX72975" y="connsiteY72975"/>
              </a:cxn>
              <a:cxn ang="0">
                <a:pos x="connsiteX72976" y="connsiteY72976"/>
              </a:cxn>
              <a:cxn ang="0">
                <a:pos x="connsiteX72977" y="connsiteY72977"/>
              </a:cxn>
              <a:cxn ang="0">
                <a:pos x="connsiteX72978" y="connsiteY72978"/>
              </a:cxn>
              <a:cxn ang="0">
                <a:pos x="connsiteX72979" y="connsiteY72979"/>
              </a:cxn>
              <a:cxn ang="0">
                <a:pos x="connsiteX72980" y="connsiteY72980"/>
              </a:cxn>
              <a:cxn ang="0">
                <a:pos x="connsiteX72981" y="connsiteY72981"/>
              </a:cxn>
              <a:cxn ang="0">
                <a:pos x="connsiteX72982" y="connsiteY72982"/>
              </a:cxn>
              <a:cxn ang="0">
                <a:pos x="connsiteX72983" y="connsiteY72983"/>
              </a:cxn>
              <a:cxn ang="0">
                <a:pos x="connsiteX72984" y="connsiteY72984"/>
              </a:cxn>
              <a:cxn ang="0">
                <a:pos x="connsiteX72985" y="connsiteY72985"/>
              </a:cxn>
              <a:cxn ang="0">
                <a:pos x="connsiteX72986" y="connsiteY72986"/>
              </a:cxn>
              <a:cxn ang="0">
                <a:pos x="connsiteX72987" y="connsiteY72987"/>
              </a:cxn>
              <a:cxn ang="0">
                <a:pos x="connsiteX72988" y="connsiteY72988"/>
              </a:cxn>
              <a:cxn ang="0">
                <a:pos x="connsiteX72989" y="connsiteY72989"/>
              </a:cxn>
              <a:cxn ang="0">
                <a:pos x="connsiteX72990" y="connsiteY72990"/>
              </a:cxn>
              <a:cxn ang="0">
                <a:pos x="connsiteX72991" y="connsiteY72991"/>
              </a:cxn>
              <a:cxn ang="0">
                <a:pos x="connsiteX72992" y="connsiteY72992"/>
              </a:cxn>
              <a:cxn ang="0">
                <a:pos x="connsiteX72993" y="connsiteY72993"/>
              </a:cxn>
              <a:cxn ang="0">
                <a:pos x="connsiteX72994" y="connsiteY72994"/>
              </a:cxn>
              <a:cxn ang="0">
                <a:pos x="connsiteX72995" y="connsiteY72995"/>
              </a:cxn>
              <a:cxn ang="0">
                <a:pos x="connsiteX72996" y="connsiteY72996"/>
              </a:cxn>
              <a:cxn ang="0">
                <a:pos x="connsiteX72997" y="connsiteY72997"/>
              </a:cxn>
              <a:cxn ang="0">
                <a:pos x="connsiteX72998" y="connsiteY72998"/>
              </a:cxn>
              <a:cxn ang="0">
                <a:pos x="connsiteX72999" y="connsiteY72999"/>
              </a:cxn>
              <a:cxn ang="0">
                <a:pos x="connsiteX73000" y="connsiteY73000"/>
              </a:cxn>
              <a:cxn ang="0">
                <a:pos x="connsiteX73001" y="connsiteY73001"/>
              </a:cxn>
              <a:cxn ang="0">
                <a:pos x="connsiteX73002" y="connsiteY73002"/>
              </a:cxn>
              <a:cxn ang="0">
                <a:pos x="connsiteX73003" y="connsiteY73003"/>
              </a:cxn>
              <a:cxn ang="0">
                <a:pos x="connsiteX73004" y="connsiteY73004"/>
              </a:cxn>
              <a:cxn ang="0">
                <a:pos x="connsiteX73005" y="connsiteY73005"/>
              </a:cxn>
              <a:cxn ang="0">
                <a:pos x="connsiteX73006" y="connsiteY73006"/>
              </a:cxn>
              <a:cxn ang="0">
                <a:pos x="connsiteX73007" y="connsiteY73007"/>
              </a:cxn>
              <a:cxn ang="0">
                <a:pos x="connsiteX73008" y="connsiteY73008"/>
              </a:cxn>
              <a:cxn ang="0">
                <a:pos x="connsiteX73009" y="connsiteY73009"/>
              </a:cxn>
              <a:cxn ang="0">
                <a:pos x="connsiteX73010" y="connsiteY73010"/>
              </a:cxn>
              <a:cxn ang="0">
                <a:pos x="connsiteX73011" y="connsiteY73011"/>
              </a:cxn>
              <a:cxn ang="0">
                <a:pos x="connsiteX73012" y="connsiteY73012"/>
              </a:cxn>
              <a:cxn ang="0">
                <a:pos x="connsiteX73013" y="connsiteY73013"/>
              </a:cxn>
              <a:cxn ang="0">
                <a:pos x="connsiteX73014" y="connsiteY73014"/>
              </a:cxn>
              <a:cxn ang="0">
                <a:pos x="connsiteX73015" y="connsiteY73015"/>
              </a:cxn>
              <a:cxn ang="0">
                <a:pos x="connsiteX73016" y="connsiteY73016"/>
              </a:cxn>
              <a:cxn ang="0">
                <a:pos x="connsiteX73017" y="connsiteY73017"/>
              </a:cxn>
              <a:cxn ang="0">
                <a:pos x="connsiteX73018" y="connsiteY73018"/>
              </a:cxn>
              <a:cxn ang="0">
                <a:pos x="connsiteX73019" y="connsiteY73019"/>
              </a:cxn>
              <a:cxn ang="0">
                <a:pos x="connsiteX73020" y="connsiteY73020"/>
              </a:cxn>
              <a:cxn ang="0">
                <a:pos x="connsiteX73021" y="connsiteY73021"/>
              </a:cxn>
              <a:cxn ang="0">
                <a:pos x="connsiteX73022" y="connsiteY73022"/>
              </a:cxn>
              <a:cxn ang="0">
                <a:pos x="connsiteX73023" y="connsiteY73023"/>
              </a:cxn>
              <a:cxn ang="0">
                <a:pos x="connsiteX73024" y="connsiteY73024"/>
              </a:cxn>
              <a:cxn ang="0">
                <a:pos x="connsiteX73025" y="connsiteY73025"/>
              </a:cxn>
              <a:cxn ang="0">
                <a:pos x="connsiteX73026" y="connsiteY73026"/>
              </a:cxn>
              <a:cxn ang="0">
                <a:pos x="connsiteX73027" y="connsiteY73027"/>
              </a:cxn>
              <a:cxn ang="0">
                <a:pos x="connsiteX73028" y="connsiteY73028"/>
              </a:cxn>
              <a:cxn ang="0">
                <a:pos x="connsiteX73029" y="connsiteY73029"/>
              </a:cxn>
              <a:cxn ang="0">
                <a:pos x="connsiteX73030" y="connsiteY73030"/>
              </a:cxn>
              <a:cxn ang="0">
                <a:pos x="connsiteX73031" y="connsiteY73031"/>
              </a:cxn>
              <a:cxn ang="0">
                <a:pos x="connsiteX73032" y="connsiteY73032"/>
              </a:cxn>
              <a:cxn ang="0">
                <a:pos x="connsiteX73033" y="connsiteY73033"/>
              </a:cxn>
              <a:cxn ang="0">
                <a:pos x="connsiteX73034" y="connsiteY73034"/>
              </a:cxn>
              <a:cxn ang="0">
                <a:pos x="connsiteX73035" y="connsiteY73035"/>
              </a:cxn>
              <a:cxn ang="0">
                <a:pos x="connsiteX73036" y="connsiteY73036"/>
              </a:cxn>
              <a:cxn ang="0">
                <a:pos x="connsiteX73037" y="connsiteY73037"/>
              </a:cxn>
              <a:cxn ang="0">
                <a:pos x="connsiteX73038" y="connsiteY73038"/>
              </a:cxn>
              <a:cxn ang="0">
                <a:pos x="connsiteX73039" y="connsiteY73039"/>
              </a:cxn>
              <a:cxn ang="0">
                <a:pos x="connsiteX73040" y="connsiteY73040"/>
              </a:cxn>
              <a:cxn ang="0">
                <a:pos x="connsiteX73041" y="connsiteY73041"/>
              </a:cxn>
              <a:cxn ang="0">
                <a:pos x="connsiteX73042" y="connsiteY73042"/>
              </a:cxn>
              <a:cxn ang="0">
                <a:pos x="connsiteX73043" y="connsiteY73043"/>
              </a:cxn>
              <a:cxn ang="0">
                <a:pos x="connsiteX73044" y="connsiteY73044"/>
              </a:cxn>
              <a:cxn ang="0">
                <a:pos x="connsiteX73045" y="connsiteY73045"/>
              </a:cxn>
              <a:cxn ang="0">
                <a:pos x="connsiteX73046" y="connsiteY73046"/>
              </a:cxn>
              <a:cxn ang="0">
                <a:pos x="connsiteX73047" y="connsiteY73047"/>
              </a:cxn>
              <a:cxn ang="0">
                <a:pos x="connsiteX73048" y="connsiteY73048"/>
              </a:cxn>
              <a:cxn ang="0">
                <a:pos x="connsiteX73049" y="connsiteY73049"/>
              </a:cxn>
              <a:cxn ang="0">
                <a:pos x="connsiteX73050" y="connsiteY73050"/>
              </a:cxn>
              <a:cxn ang="0">
                <a:pos x="connsiteX73051" y="connsiteY73051"/>
              </a:cxn>
              <a:cxn ang="0">
                <a:pos x="connsiteX73052" y="connsiteY73052"/>
              </a:cxn>
              <a:cxn ang="0">
                <a:pos x="connsiteX73053" y="connsiteY73053"/>
              </a:cxn>
              <a:cxn ang="0">
                <a:pos x="connsiteX73054" y="connsiteY73054"/>
              </a:cxn>
              <a:cxn ang="0">
                <a:pos x="connsiteX73055" y="connsiteY73055"/>
              </a:cxn>
              <a:cxn ang="0">
                <a:pos x="connsiteX73056" y="connsiteY73056"/>
              </a:cxn>
              <a:cxn ang="0">
                <a:pos x="connsiteX73057" y="connsiteY73057"/>
              </a:cxn>
              <a:cxn ang="0">
                <a:pos x="connsiteX73058" y="connsiteY73058"/>
              </a:cxn>
              <a:cxn ang="0">
                <a:pos x="connsiteX73059" y="connsiteY73059"/>
              </a:cxn>
              <a:cxn ang="0">
                <a:pos x="connsiteX73060" y="connsiteY73060"/>
              </a:cxn>
              <a:cxn ang="0">
                <a:pos x="connsiteX73061" y="connsiteY73061"/>
              </a:cxn>
              <a:cxn ang="0">
                <a:pos x="connsiteX73062" y="connsiteY73062"/>
              </a:cxn>
              <a:cxn ang="0">
                <a:pos x="connsiteX73063" y="connsiteY73063"/>
              </a:cxn>
              <a:cxn ang="0">
                <a:pos x="connsiteX73064" y="connsiteY73064"/>
              </a:cxn>
              <a:cxn ang="0">
                <a:pos x="connsiteX73065" y="connsiteY73065"/>
              </a:cxn>
              <a:cxn ang="0">
                <a:pos x="connsiteX73066" y="connsiteY73066"/>
              </a:cxn>
              <a:cxn ang="0">
                <a:pos x="connsiteX73067" y="connsiteY73067"/>
              </a:cxn>
              <a:cxn ang="0">
                <a:pos x="connsiteX73068" y="connsiteY73068"/>
              </a:cxn>
              <a:cxn ang="0">
                <a:pos x="connsiteX73069" y="connsiteY73069"/>
              </a:cxn>
              <a:cxn ang="0">
                <a:pos x="connsiteX73070" y="connsiteY73070"/>
              </a:cxn>
              <a:cxn ang="0">
                <a:pos x="connsiteX73071" y="connsiteY73071"/>
              </a:cxn>
              <a:cxn ang="0">
                <a:pos x="connsiteX73072" y="connsiteY73072"/>
              </a:cxn>
              <a:cxn ang="0">
                <a:pos x="connsiteX73073" y="connsiteY73073"/>
              </a:cxn>
              <a:cxn ang="0">
                <a:pos x="connsiteX73074" y="connsiteY73074"/>
              </a:cxn>
              <a:cxn ang="0">
                <a:pos x="connsiteX73075" y="connsiteY73075"/>
              </a:cxn>
              <a:cxn ang="0">
                <a:pos x="connsiteX73076" y="connsiteY73076"/>
              </a:cxn>
              <a:cxn ang="0">
                <a:pos x="connsiteX73077" y="connsiteY73077"/>
              </a:cxn>
              <a:cxn ang="0">
                <a:pos x="connsiteX73078" y="connsiteY73078"/>
              </a:cxn>
              <a:cxn ang="0">
                <a:pos x="connsiteX73079" y="connsiteY73079"/>
              </a:cxn>
              <a:cxn ang="0">
                <a:pos x="connsiteX73080" y="connsiteY73080"/>
              </a:cxn>
              <a:cxn ang="0">
                <a:pos x="connsiteX73081" y="connsiteY73081"/>
              </a:cxn>
              <a:cxn ang="0">
                <a:pos x="connsiteX73082" y="connsiteY73082"/>
              </a:cxn>
              <a:cxn ang="0">
                <a:pos x="connsiteX73083" y="connsiteY73083"/>
              </a:cxn>
              <a:cxn ang="0">
                <a:pos x="connsiteX73084" y="connsiteY73084"/>
              </a:cxn>
              <a:cxn ang="0">
                <a:pos x="connsiteX73085" y="connsiteY73085"/>
              </a:cxn>
              <a:cxn ang="0">
                <a:pos x="connsiteX73086" y="connsiteY73086"/>
              </a:cxn>
              <a:cxn ang="0">
                <a:pos x="connsiteX73087" y="connsiteY73087"/>
              </a:cxn>
              <a:cxn ang="0">
                <a:pos x="connsiteX73088" y="connsiteY73088"/>
              </a:cxn>
              <a:cxn ang="0">
                <a:pos x="connsiteX73089" y="connsiteY73089"/>
              </a:cxn>
              <a:cxn ang="0">
                <a:pos x="connsiteX73090" y="connsiteY73090"/>
              </a:cxn>
              <a:cxn ang="0">
                <a:pos x="connsiteX73091" y="connsiteY73091"/>
              </a:cxn>
              <a:cxn ang="0">
                <a:pos x="connsiteX73092" y="connsiteY73092"/>
              </a:cxn>
              <a:cxn ang="0">
                <a:pos x="connsiteX73093" y="connsiteY73093"/>
              </a:cxn>
              <a:cxn ang="0">
                <a:pos x="connsiteX73094" y="connsiteY73094"/>
              </a:cxn>
              <a:cxn ang="0">
                <a:pos x="connsiteX73095" y="connsiteY73095"/>
              </a:cxn>
              <a:cxn ang="0">
                <a:pos x="connsiteX73096" y="connsiteY73096"/>
              </a:cxn>
              <a:cxn ang="0">
                <a:pos x="connsiteX73097" y="connsiteY73097"/>
              </a:cxn>
              <a:cxn ang="0">
                <a:pos x="connsiteX73098" y="connsiteY73098"/>
              </a:cxn>
              <a:cxn ang="0">
                <a:pos x="connsiteX73099" y="connsiteY73099"/>
              </a:cxn>
              <a:cxn ang="0">
                <a:pos x="connsiteX73100" y="connsiteY73100"/>
              </a:cxn>
              <a:cxn ang="0">
                <a:pos x="connsiteX73101" y="connsiteY73101"/>
              </a:cxn>
              <a:cxn ang="0">
                <a:pos x="connsiteX73102" y="connsiteY73102"/>
              </a:cxn>
              <a:cxn ang="0">
                <a:pos x="connsiteX73103" y="connsiteY73103"/>
              </a:cxn>
              <a:cxn ang="0">
                <a:pos x="connsiteX73104" y="connsiteY73104"/>
              </a:cxn>
              <a:cxn ang="0">
                <a:pos x="connsiteX73105" y="connsiteY73105"/>
              </a:cxn>
              <a:cxn ang="0">
                <a:pos x="connsiteX73106" y="connsiteY73106"/>
              </a:cxn>
              <a:cxn ang="0">
                <a:pos x="connsiteX73107" y="connsiteY73107"/>
              </a:cxn>
              <a:cxn ang="0">
                <a:pos x="connsiteX73108" y="connsiteY73108"/>
              </a:cxn>
              <a:cxn ang="0">
                <a:pos x="connsiteX73109" y="connsiteY73109"/>
              </a:cxn>
              <a:cxn ang="0">
                <a:pos x="connsiteX73110" y="connsiteY73110"/>
              </a:cxn>
              <a:cxn ang="0">
                <a:pos x="connsiteX73111" y="connsiteY73111"/>
              </a:cxn>
              <a:cxn ang="0">
                <a:pos x="connsiteX73112" y="connsiteY73112"/>
              </a:cxn>
              <a:cxn ang="0">
                <a:pos x="connsiteX73113" y="connsiteY73113"/>
              </a:cxn>
              <a:cxn ang="0">
                <a:pos x="connsiteX73114" y="connsiteY73114"/>
              </a:cxn>
              <a:cxn ang="0">
                <a:pos x="connsiteX73115" y="connsiteY73115"/>
              </a:cxn>
              <a:cxn ang="0">
                <a:pos x="connsiteX73116" y="connsiteY73116"/>
              </a:cxn>
              <a:cxn ang="0">
                <a:pos x="connsiteX73117" y="connsiteY73117"/>
              </a:cxn>
              <a:cxn ang="0">
                <a:pos x="connsiteX73118" y="connsiteY73118"/>
              </a:cxn>
              <a:cxn ang="0">
                <a:pos x="connsiteX73119" y="connsiteY73119"/>
              </a:cxn>
              <a:cxn ang="0">
                <a:pos x="connsiteX73120" y="connsiteY73120"/>
              </a:cxn>
              <a:cxn ang="0">
                <a:pos x="connsiteX73121" y="connsiteY73121"/>
              </a:cxn>
              <a:cxn ang="0">
                <a:pos x="connsiteX73122" y="connsiteY73122"/>
              </a:cxn>
              <a:cxn ang="0">
                <a:pos x="connsiteX73123" y="connsiteY73123"/>
              </a:cxn>
              <a:cxn ang="0">
                <a:pos x="connsiteX73124" y="connsiteY73124"/>
              </a:cxn>
              <a:cxn ang="0">
                <a:pos x="connsiteX73125" y="connsiteY73125"/>
              </a:cxn>
              <a:cxn ang="0">
                <a:pos x="connsiteX73126" y="connsiteY73126"/>
              </a:cxn>
              <a:cxn ang="0">
                <a:pos x="connsiteX73127" y="connsiteY73127"/>
              </a:cxn>
              <a:cxn ang="0">
                <a:pos x="connsiteX73128" y="connsiteY73128"/>
              </a:cxn>
              <a:cxn ang="0">
                <a:pos x="connsiteX73129" y="connsiteY73129"/>
              </a:cxn>
              <a:cxn ang="0">
                <a:pos x="connsiteX73130" y="connsiteY73130"/>
              </a:cxn>
              <a:cxn ang="0">
                <a:pos x="connsiteX73131" y="connsiteY73131"/>
              </a:cxn>
              <a:cxn ang="0">
                <a:pos x="connsiteX73132" y="connsiteY73132"/>
              </a:cxn>
              <a:cxn ang="0">
                <a:pos x="connsiteX73133" y="connsiteY73133"/>
              </a:cxn>
              <a:cxn ang="0">
                <a:pos x="connsiteX73134" y="connsiteY73134"/>
              </a:cxn>
              <a:cxn ang="0">
                <a:pos x="connsiteX73135" y="connsiteY73135"/>
              </a:cxn>
              <a:cxn ang="0">
                <a:pos x="connsiteX73136" y="connsiteY73136"/>
              </a:cxn>
              <a:cxn ang="0">
                <a:pos x="connsiteX73137" y="connsiteY73137"/>
              </a:cxn>
              <a:cxn ang="0">
                <a:pos x="connsiteX73138" y="connsiteY73138"/>
              </a:cxn>
              <a:cxn ang="0">
                <a:pos x="connsiteX73139" y="connsiteY73139"/>
              </a:cxn>
              <a:cxn ang="0">
                <a:pos x="connsiteX73140" y="connsiteY73140"/>
              </a:cxn>
              <a:cxn ang="0">
                <a:pos x="connsiteX73141" y="connsiteY73141"/>
              </a:cxn>
              <a:cxn ang="0">
                <a:pos x="connsiteX73142" y="connsiteY73142"/>
              </a:cxn>
              <a:cxn ang="0">
                <a:pos x="connsiteX73143" y="connsiteY73143"/>
              </a:cxn>
              <a:cxn ang="0">
                <a:pos x="connsiteX73144" y="connsiteY73144"/>
              </a:cxn>
              <a:cxn ang="0">
                <a:pos x="connsiteX73145" y="connsiteY73145"/>
              </a:cxn>
              <a:cxn ang="0">
                <a:pos x="connsiteX73146" y="connsiteY73146"/>
              </a:cxn>
              <a:cxn ang="0">
                <a:pos x="connsiteX73147" y="connsiteY73147"/>
              </a:cxn>
              <a:cxn ang="0">
                <a:pos x="connsiteX73148" y="connsiteY73148"/>
              </a:cxn>
              <a:cxn ang="0">
                <a:pos x="connsiteX73149" y="connsiteY73149"/>
              </a:cxn>
              <a:cxn ang="0">
                <a:pos x="connsiteX73150" y="connsiteY73150"/>
              </a:cxn>
              <a:cxn ang="0">
                <a:pos x="connsiteX73151" y="connsiteY73151"/>
              </a:cxn>
              <a:cxn ang="0">
                <a:pos x="connsiteX73152" y="connsiteY73152"/>
              </a:cxn>
              <a:cxn ang="0">
                <a:pos x="connsiteX73153" y="connsiteY73153"/>
              </a:cxn>
              <a:cxn ang="0">
                <a:pos x="connsiteX73154" y="connsiteY73154"/>
              </a:cxn>
              <a:cxn ang="0">
                <a:pos x="connsiteX73155" y="connsiteY73155"/>
              </a:cxn>
              <a:cxn ang="0">
                <a:pos x="connsiteX73156" y="connsiteY73156"/>
              </a:cxn>
              <a:cxn ang="0">
                <a:pos x="connsiteX73157" y="connsiteY73157"/>
              </a:cxn>
              <a:cxn ang="0">
                <a:pos x="connsiteX73158" y="connsiteY73158"/>
              </a:cxn>
              <a:cxn ang="0">
                <a:pos x="connsiteX73159" y="connsiteY73159"/>
              </a:cxn>
              <a:cxn ang="0">
                <a:pos x="connsiteX73160" y="connsiteY73160"/>
              </a:cxn>
              <a:cxn ang="0">
                <a:pos x="connsiteX73161" y="connsiteY73161"/>
              </a:cxn>
              <a:cxn ang="0">
                <a:pos x="connsiteX73162" y="connsiteY73162"/>
              </a:cxn>
              <a:cxn ang="0">
                <a:pos x="connsiteX73163" y="connsiteY73163"/>
              </a:cxn>
              <a:cxn ang="0">
                <a:pos x="connsiteX73164" y="connsiteY73164"/>
              </a:cxn>
              <a:cxn ang="0">
                <a:pos x="connsiteX73165" y="connsiteY73165"/>
              </a:cxn>
              <a:cxn ang="0">
                <a:pos x="connsiteX73166" y="connsiteY73166"/>
              </a:cxn>
              <a:cxn ang="0">
                <a:pos x="connsiteX73167" y="connsiteY73167"/>
              </a:cxn>
              <a:cxn ang="0">
                <a:pos x="connsiteX73168" y="connsiteY73168"/>
              </a:cxn>
              <a:cxn ang="0">
                <a:pos x="connsiteX73169" y="connsiteY73169"/>
              </a:cxn>
              <a:cxn ang="0">
                <a:pos x="connsiteX73170" y="connsiteY73170"/>
              </a:cxn>
              <a:cxn ang="0">
                <a:pos x="connsiteX73171" y="connsiteY73171"/>
              </a:cxn>
              <a:cxn ang="0">
                <a:pos x="connsiteX73172" y="connsiteY73172"/>
              </a:cxn>
              <a:cxn ang="0">
                <a:pos x="connsiteX73173" y="connsiteY73173"/>
              </a:cxn>
              <a:cxn ang="0">
                <a:pos x="connsiteX73174" y="connsiteY73174"/>
              </a:cxn>
              <a:cxn ang="0">
                <a:pos x="connsiteX73175" y="connsiteY73175"/>
              </a:cxn>
              <a:cxn ang="0">
                <a:pos x="connsiteX73176" y="connsiteY73176"/>
              </a:cxn>
              <a:cxn ang="0">
                <a:pos x="connsiteX73177" y="connsiteY73177"/>
              </a:cxn>
              <a:cxn ang="0">
                <a:pos x="connsiteX73178" y="connsiteY73178"/>
              </a:cxn>
              <a:cxn ang="0">
                <a:pos x="connsiteX73179" y="connsiteY73179"/>
              </a:cxn>
              <a:cxn ang="0">
                <a:pos x="connsiteX73180" y="connsiteY73180"/>
              </a:cxn>
              <a:cxn ang="0">
                <a:pos x="connsiteX73181" y="connsiteY73181"/>
              </a:cxn>
              <a:cxn ang="0">
                <a:pos x="connsiteX73182" y="connsiteY73182"/>
              </a:cxn>
              <a:cxn ang="0">
                <a:pos x="connsiteX73183" y="connsiteY73183"/>
              </a:cxn>
              <a:cxn ang="0">
                <a:pos x="connsiteX73184" y="connsiteY73184"/>
              </a:cxn>
              <a:cxn ang="0">
                <a:pos x="connsiteX73185" y="connsiteY73185"/>
              </a:cxn>
              <a:cxn ang="0">
                <a:pos x="connsiteX73186" y="connsiteY73186"/>
              </a:cxn>
              <a:cxn ang="0">
                <a:pos x="connsiteX73187" y="connsiteY73187"/>
              </a:cxn>
              <a:cxn ang="0">
                <a:pos x="connsiteX73188" y="connsiteY73188"/>
              </a:cxn>
              <a:cxn ang="0">
                <a:pos x="connsiteX73189" y="connsiteY73189"/>
              </a:cxn>
              <a:cxn ang="0">
                <a:pos x="connsiteX73190" y="connsiteY73190"/>
              </a:cxn>
              <a:cxn ang="0">
                <a:pos x="connsiteX73191" y="connsiteY73191"/>
              </a:cxn>
              <a:cxn ang="0">
                <a:pos x="connsiteX73192" y="connsiteY73192"/>
              </a:cxn>
              <a:cxn ang="0">
                <a:pos x="connsiteX73193" y="connsiteY73193"/>
              </a:cxn>
              <a:cxn ang="0">
                <a:pos x="connsiteX73194" y="connsiteY73194"/>
              </a:cxn>
              <a:cxn ang="0">
                <a:pos x="connsiteX73195" y="connsiteY73195"/>
              </a:cxn>
              <a:cxn ang="0">
                <a:pos x="connsiteX73196" y="connsiteY73196"/>
              </a:cxn>
              <a:cxn ang="0">
                <a:pos x="connsiteX73197" y="connsiteY73197"/>
              </a:cxn>
              <a:cxn ang="0">
                <a:pos x="connsiteX73198" y="connsiteY73198"/>
              </a:cxn>
              <a:cxn ang="0">
                <a:pos x="connsiteX73199" y="connsiteY73199"/>
              </a:cxn>
              <a:cxn ang="0">
                <a:pos x="connsiteX73200" y="connsiteY73200"/>
              </a:cxn>
              <a:cxn ang="0">
                <a:pos x="connsiteX73201" y="connsiteY73201"/>
              </a:cxn>
              <a:cxn ang="0">
                <a:pos x="connsiteX73202" y="connsiteY73202"/>
              </a:cxn>
              <a:cxn ang="0">
                <a:pos x="connsiteX73203" y="connsiteY73203"/>
              </a:cxn>
              <a:cxn ang="0">
                <a:pos x="connsiteX73204" y="connsiteY73204"/>
              </a:cxn>
              <a:cxn ang="0">
                <a:pos x="connsiteX73205" y="connsiteY73205"/>
              </a:cxn>
              <a:cxn ang="0">
                <a:pos x="connsiteX73206" y="connsiteY73206"/>
              </a:cxn>
              <a:cxn ang="0">
                <a:pos x="connsiteX73207" y="connsiteY73207"/>
              </a:cxn>
              <a:cxn ang="0">
                <a:pos x="connsiteX73208" y="connsiteY73208"/>
              </a:cxn>
              <a:cxn ang="0">
                <a:pos x="connsiteX73209" y="connsiteY73209"/>
              </a:cxn>
              <a:cxn ang="0">
                <a:pos x="connsiteX73210" y="connsiteY73210"/>
              </a:cxn>
              <a:cxn ang="0">
                <a:pos x="connsiteX73211" y="connsiteY73211"/>
              </a:cxn>
              <a:cxn ang="0">
                <a:pos x="connsiteX73212" y="connsiteY73212"/>
              </a:cxn>
              <a:cxn ang="0">
                <a:pos x="connsiteX73213" y="connsiteY73213"/>
              </a:cxn>
              <a:cxn ang="0">
                <a:pos x="connsiteX73214" y="connsiteY73214"/>
              </a:cxn>
              <a:cxn ang="0">
                <a:pos x="connsiteX73215" y="connsiteY73215"/>
              </a:cxn>
              <a:cxn ang="0">
                <a:pos x="connsiteX73216" y="connsiteY73216"/>
              </a:cxn>
              <a:cxn ang="0">
                <a:pos x="connsiteX73217" y="connsiteY73217"/>
              </a:cxn>
              <a:cxn ang="0">
                <a:pos x="connsiteX73218" y="connsiteY73218"/>
              </a:cxn>
              <a:cxn ang="0">
                <a:pos x="connsiteX73219" y="connsiteY73219"/>
              </a:cxn>
              <a:cxn ang="0">
                <a:pos x="connsiteX73220" y="connsiteY73220"/>
              </a:cxn>
              <a:cxn ang="0">
                <a:pos x="connsiteX73221" y="connsiteY73221"/>
              </a:cxn>
              <a:cxn ang="0">
                <a:pos x="connsiteX73222" y="connsiteY73222"/>
              </a:cxn>
              <a:cxn ang="0">
                <a:pos x="connsiteX73223" y="connsiteY73223"/>
              </a:cxn>
              <a:cxn ang="0">
                <a:pos x="connsiteX73224" y="connsiteY73224"/>
              </a:cxn>
              <a:cxn ang="0">
                <a:pos x="connsiteX73225" y="connsiteY73225"/>
              </a:cxn>
              <a:cxn ang="0">
                <a:pos x="connsiteX73226" y="connsiteY73226"/>
              </a:cxn>
              <a:cxn ang="0">
                <a:pos x="connsiteX73227" y="connsiteY73227"/>
              </a:cxn>
              <a:cxn ang="0">
                <a:pos x="connsiteX73228" y="connsiteY73228"/>
              </a:cxn>
              <a:cxn ang="0">
                <a:pos x="connsiteX73229" y="connsiteY73229"/>
              </a:cxn>
              <a:cxn ang="0">
                <a:pos x="connsiteX73230" y="connsiteY73230"/>
              </a:cxn>
              <a:cxn ang="0">
                <a:pos x="connsiteX73231" y="connsiteY73231"/>
              </a:cxn>
              <a:cxn ang="0">
                <a:pos x="connsiteX73232" y="connsiteY73232"/>
              </a:cxn>
              <a:cxn ang="0">
                <a:pos x="connsiteX73233" y="connsiteY73233"/>
              </a:cxn>
              <a:cxn ang="0">
                <a:pos x="connsiteX73234" y="connsiteY73234"/>
              </a:cxn>
              <a:cxn ang="0">
                <a:pos x="connsiteX73235" y="connsiteY73235"/>
              </a:cxn>
              <a:cxn ang="0">
                <a:pos x="connsiteX73236" y="connsiteY73236"/>
              </a:cxn>
              <a:cxn ang="0">
                <a:pos x="connsiteX73237" y="connsiteY73237"/>
              </a:cxn>
              <a:cxn ang="0">
                <a:pos x="connsiteX73238" y="connsiteY73238"/>
              </a:cxn>
              <a:cxn ang="0">
                <a:pos x="connsiteX73239" y="connsiteY73239"/>
              </a:cxn>
              <a:cxn ang="0">
                <a:pos x="connsiteX73240" y="connsiteY73240"/>
              </a:cxn>
              <a:cxn ang="0">
                <a:pos x="connsiteX73241" y="connsiteY73241"/>
              </a:cxn>
              <a:cxn ang="0">
                <a:pos x="connsiteX73242" y="connsiteY73242"/>
              </a:cxn>
              <a:cxn ang="0">
                <a:pos x="connsiteX73243" y="connsiteY73243"/>
              </a:cxn>
              <a:cxn ang="0">
                <a:pos x="connsiteX73244" y="connsiteY73244"/>
              </a:cxn>
              <a:cxn ang="0">
                <a:pos x="connsiteX73245" y="connsiteY73245"/>
              </a:cxn>
              <a:cxn ang="0">
                <a:pos x="connsiteX73246" y="connsiteY73246"/>
              </a:cxn>
              <a:cxn ang="0">
                <a:pos x="connsiteX73247" y="connsiteY73247"/>
              </a:cxn>
              <a:cxn ang="0">
                <a:pos x="connsiteX73248" y="connsiteY73248"/>
              </a:cxn>
              <a:cxn ang="0">
                <a:pos x="connsiteX73249" y="connsiteY73249"/>
              </a:cxn>
              <a:cxn ang="0">
                <a:pos x="connsiteX73250" y="connsiteY73250"/>
              </a:cxn>
              <a:cxn ang="0">
                <a:pos x="connsiteX73251" y="connsiteY73251"/>
              </a:cxn>
              <a:cxn ang="0">
                <a:pos x="connsiteX73252" y="connsiteY73252"/>
              </a:cxn>
              <a:cxn ang="0">
                <a:pos x="connsiteX73253" y="connsiteY73253"/>
              </a:cxn>
              <a:cxn ang="0">
                <a:pos x="connsiteX73254" y="connsiteY73254"/>
              </a:cxn>
              <a:cxn ang="0">
                <a:pos x="connsiteX73255" y="connsiteY73255"/>
              </a:cxn>
              <a:cxn ang="0">
                <a:pos x="connsiteX73256" y="connsiteY73256"/>
              </a:cxn>
              <a:cxn ang="0">
                <a:pos x="connsiteX73257" y="connsiteY73257"/>
              </a:cxn>
              <a:cxn ang="0">
                <a:pos x="connsiteX73258" y="connsiteY73258"/>
              </a:cxn>
              <a:cxn ang="0">
                <a:pos x="connsiteX73259" y="connsiteY73259"/>
              </a:cxn>
              <a:cxn ang="0">
                <a:pos x="connsiteX73260" y="connsiteY73260"/>
              </a:cxn>
              <a:cxn ang="0">
                <a:pos x="connsiteX73261" y="connsiteY73261"/>
              </a:cxn>
              <a:cxn ang="0">
                <a:pos x="connsiteX73262" y="connsiteY73262"/>
              </a:cxn>
              <a:cxn ang="0">
                <a:pos x="connsiteX73263" y="connsiteY73263"/>
              </a:cxn>
              <a:cxn ang="0">
                <a:pos x="connsiteX73264" y="connsiteY73264"/>
              </a:cxn>
              <a:cxn ang="0">
                <a:pos x="connsiteX73265" y="connsiteY73265"/>
              </a:cxn>
              <a:cxn ang="0">
                <a:pos x="connsiteX73266" y="connsiteY73266"/>
              </a:cxn>
              <a:cxn ang="0">
                <a:pos x="connsiteX73267" y="connsiteY73267"/>
              </a:cxn>
              <a:cxn ang="0">
                <a:pos x="connsiteX73268" y="connsiteY73268"/>
              </a:cxn>
              <a:cxn ang="0">
                <a:pos x="connsiteX73269" y="connsiteY73269"/>
              </a:cxn>
              <a:cxn ang="0">
                <a:pos x="connsiteX73270" y="connsiteY73270"/>
              </a:cxn>
              <a:cxn ang="0">
                <a:pos x="connsiteX73271" y="connsiteY73271"/>
              </a:cxn>
              <a:cxn ang="0">
                <a:pos x="connsiteX73272" y="connsiteY73272"/>
              </a:cxn>
              <a:cxn ang="0">
                <a:pos x="connsiteX73273" y="connsiteY73273"/>
              </a:cxn>
              <a:cxn ang="0">
                <a:pos x="connsiteX73274" y="connsiteY73274"/>
              </a:cxn>
              <a:cxn ang="0">
                <a:pos x="connsiteX73275" y="connsiteY73275"/>
              </a:cxn>
              <a:cxn ang="0">
                <a:pos x="connsiteX73276" y="connsiteY73276"/>
              </a:cxn>
              <a:cxn ang="0">
                <a:pos x="connsiteX73277" y="connsiteY73277"/>
              </a:cxn>
              <a:cxn ang="0">
                <a:pos x="connsiteX73278" y="connsiteY73278"/>
              </a:cxn>
              <a:cxn ang="0">
                <a:pos x="connsiteX73279" y="connsiteY73279"/>
              </a:cxn>
              <a:cxn ang="0">
                <a:pos x="connsiteX73280" y="connsiteY73280"/>
              </a:cxn>
              <a:cxn ang="0">
                <a:pos x="connsiteX73281" y="connsiteY73281"/>
              </a:cxn>
              <a:cxn ang="0">
                <a:pos x="connsiteX73282" y="connsiteY73282"/>
              </a:cxn>
              <a:cxn ang="0">
                <a:pos x="connsiteX73283" y="connsiteY73283"/>
              </a:cxn>
              <a:cxn ang="0">
                <a:pos x="connsiteX73284" y="connsiteY73284"/>
              </a:cxn>
              <a:cxn ang="0">
                <a:pos x="connsiteX73285" y="connsiteY73285"/>
              </a:cxn>
              <a:cxn ang="0">
                <a:pos x="connsiteX73286" y="connsiteY73286"/>
              </a:cxn>
              <a:cxn ang="0">
                <a:pos x="connsiteX73287" y="connsiteY73287"/>
              </a:cxn>
              <a:cxn ang="0">
                <a:pos x="connsiteX73288" y="connsiteY73288"/>
              </a:cxn>
              <a:cxn ang="0">
                <a:pos x="connsiteX73289" y="connsiteY73289"/>
              </a:cxn>
              <a:cxn ang="0">
                <a:pos x="connsiteX73290" y="connsiteY73290"/>
              </a:cxn>
              <a:cxn ang="0">
                <a:pos x="connsiteX73291" y="connsiteY73291"/>
              </a:cxn>
              <a:cxn ang="0">
                <a:pos x="connsiteX73292" y="connsiteY73292"/>
              </a:cxn>
              <a:cxn ang="0">
                <a:pos x="connsiteX73293" y="connsiteY73293"/>
              </a:cxn>
              <a:cxn ang="0">
                <a:pos x="connsiteX73294" y="connsiteY73294"/>
              </a:cxn>
              <a:cxn ang="0">
                <a:pos x="connsiteX73295" y="connsiteY73295"/>
              </a:cxn>
              <a:cxn ang="0">
                <a:pos x="connsiteX73296" y="connsiteY73296"/>
              </a:cxn>
              <a:cxn ang="0">
                <a:pos x="connsiteX73297" y="connsiteY73297"/>
              </a:cxn>
              <a:cxn ang="0">
                <a:pos x="connsiteX73298" y="connsiteY73298"/>
              </a:cxn>
              <a:cxn ang="0">
                <a:pos x="connsiteX73299" y="connsiteY73299"/>
              </a:cxn>
              <a:cxn ang="0">
                <a:pos x="connsiteX73300" y="connsiteY73300"/>
              </a:cxn>
              <a:cxn ang="0">
                <a:pos x="connsiteX73301" y="connsiteY73301"/>
              </a:cxn>
              <a:cxn ang="0">
                <a:pos x="connsiteX73302" y="connsiteY73302"/>
              </a:cxn>
              <a:cxn ang="0">
                <a:pos x="connsiteX73303" y="connsiteY73303"/>
              </a:cxn>
              <a:cxn ang="0">
                <a:pos x="connsiteX73304" y="connsiteY73304"/>
              </a:cxn>
              <a:cxn ang="0">
                <a:pos x="connsiteX73305" y="connsiteY73305"/>
              </a:cxn>
              <a:cxn ang="0">
                <a:pos x="connsiteX73306" y="connsiteY73306"/>
              </a:cxn>
              <a:cxn ang="0">
                <a:pos x="connsiteX73307" y="connsiteY73307"/>
              </a:cxn>
              <a:cxn ang="0">
                <a:pos x="connsiteX73308" y="connsiteY73308"/>
              </a:cxn>
              <a:cxn ang="0">
                <a:pos x="connsiteX73309" y="connsiteY73309"/>
              </a:cxn>
              <a:cxn ang="0">
                <a:pos x="connsiteX73310" y="connsiteY73310"/>
              </a:cxn>
              <a:cxn ang="0">
                <a:pos x="connsiteX73311" y="connsiteY73311"/>
              </a:cxn>
              <a:cxn ang="0">
                <a:pos x="connsiteX73312" y="connsiteY73312"/>
              </a:cxn>
              <a:cxn ang="0">
                <a:pos x="connsiteX73313" y="connsiteY73313"/>
              </a:cxn>
              <a:cxn ang="0">
                <a:pos x="connsiteX73314" y="connsiteY73314"/>
              </a:cxn>
              <a:cxn ang="0">
                <a:pos x="connsiteX73315" y="connsiteY73315"/>
              </a:cxn>
              <a:cxn ang="0">
                <a:pos x="connsiteX73316" y="connsiteY73316"/>
              </a:cxn>
              <a:cxn ang="0">
                <a:pos x="connsiteX73317" y="connsiteY73317"/>
              </a:cxn>
              <a:cxn ang="0">
                <a:pos x="connsiteX73318" y="connsiteY73318"/>
              </a:cxn>
              <a:cxn ang="0">
                <a:pos x="connsiteX73319" y="connsiteY73319"/>
              </a:cxn>
              <a:cxn ang="0">
                <a:pos x="connsiteX73320" y="connsiteY73320"/>
              </a:cxn>
              <a:cxn ang="0">
                <a:pos x="connsiteX73321" y="connsiteY73321"/>
              </a:cxn>
              <a:cxn ang="0">
                <a:pos x="connsiteX73322" y="connsiteY73322"/>
              </a:cxn>
              <a:cxn ang="0">
                <a:pos x="connsiteX73323" y="connsiteY73323"/>
              </a:cxn>
              <a:cxn ang="0">
                <a:pos x="connsiteX73324" y="connsiteY73324"/>
              </a:cxn>
              <a:cxn ang="0">
                <a:pos x="connsiteX73325" y="connsiteY73325"/>
              </a:cxn>
              <a:cxn ang="0">
                <a:pos x="connsiteX73326" y="connsiteY73326"/>
              </a:cxn>
              <a:cxn ang="0">
                <a:pos x="connsiteX73327" y="connsiteY73327"/>
              </a:cxn>
              <a:cxn ang="0">
                <a:pos x="connsiteX73328" y="connsiteY73328"/>
              </a:cxn>
              <a:cxn ang="0">
                <a:pos x="connsiteX73329" y="connsiteY73329"/>
              </a:cxn>
              <a:cxn ang="0">
                <a:pos x="connsiteX73330" y="connsiteY73330"/>
              </a:cxn>
              <a:cxn ang="0">
                <a:pos x="connsiteX73331" y="connsiteY73331"/>
              </a:cxn>
              <a:cxn ang="0">
                <a:pos x="connsiteX73332" y="connsiteY73332"/>
              </a:cxn>
              <a:cxn ang="0">
                <a:pos x="connsiteX73333" y="connsiteY73333"/>
              </a:cxn>
              <a:cxn ang="0">
                <a:pos x="connsiteX73334" y="connsiteY73334"/>
              </a:cxn>
              <a:cxn ang="0">
                <a:pos x="connsiteX73335" y="connsiteY73335"/>
              </a:cxn>
              <a:cxn ang="0">
                <a:pos x="connsiteX73336" y="connsiteY73336"/>
              </a:cxn>
              <a:cxn ang="0">
                <a:pos x="connsiteX73337" y="connsiteY73337"/>
              </a:cxn>
              <a:cxn ang="0">
                <a:pos x="connsiteX73338" y="connsiteY73338"/>
              </a:cxn>
              <a:cxn ang="0">
                <a:pos x="connsiteX73339" y="connsiteY73339"/>
              </a:cxn>
              <a:cxn ang="0">
                <a:pos x="connsiteX73340" y="connsiteY73340"/>
              </a:cxn>
              <a:cxn ang="0">
                <a:pos x="connsiteX73341" y="connsiteY73341"/>
              </a:cxn>
              <a:cxn ang="0">
                <a:pos x="connsiteX73342" y="connsiteY73342"/>
              </a:cxn>
              <a:cxn ang="0">
                <a:pos x="connsiteX73343" y="connsiteY73343"/>
              </a:cxn>
              <a:cxn ang="0">
                <a:pos x="connsiteX73344" y="connsiteY73344"/>
              </a:cxn>
              <a:cxn ang="0">
                <a:pos x="connsiteX73345" y="connsiteY73345"/>
              </a:cxn>
              <a:cxn ang="0">
                <a:pos x="connsiteX73346" y="connsiteY73346"/>
              </a:cxn>
              <a:cxn ang="0">
                <a:pos x="connsiteX73347" y="connsiteY73347"/>
              </a:cxn>
              <a:cxn ang="0">
                <a:pos x="connsiteX73348" y="connsiteY73348"/>
              </a:cxn>
              <a:cxn ang="0">
                <a:pos x="connsiteX73349" y="connsiteY73349"/>
              </a:cxn>
              <a:cxn ang="0">
                <a:pos x="connsiteX73350" y="connsiteY73350"/>
              </a:cxn>
              <a:cxn ang="0">
                <a:pos x="connsiteX73351" y="connsiteY73351"/>
              </a:cxn>
              <a:cxn ang="0">
                <a:pos x="connsiteX73352" y="connsiteY73352"/>
              </a:cxn>
              <a:cxn ang="0">
                <a:pos x="connsiteX73353" y="connsiteY73353"/>
              </a:cxn>
              <a:cxn ang="0">
                <a:pos x="connsiteX73354" y="connsiteY73354"/>
              </a:cxn>
              <a:cxn ang="0">
                <a:pos x="connsiteX73355" y="connsiteY73355"/>
              </a:cxn>
              <a:cxn ang="0">
                <a:pos x="connsiteX73356" y="connsiteY73356"/>
              </a:cxn>
              <a:cxn ang="0">
                <a:pos x="connsiteX73357" y="connsiteY73357"/>
              </a:cxn>
              <a:cxn ang="0">
                <a:pos x="connsiteX73358" y="connsiteY73358"/>
              </a:cxn>
              <a:cxn ang="0">
                <a:pos x="connsiteX73359" y="connsiteY73359"/>
              </a:cxn>
              <a:cxn ang="0">
                <a:pos x="connsiteX73360" y="connsiteY73360"/>
              </a:cxn>
              <a:cxn ang="0">
                <a:pos x="connsiteX73361" y="connsiteY73361"/>
              </a:cxn>
              <a:cxn ang="0">
                <a:pos x="connsiteX73362" y="connsiteY73362"/>
              </a:cxn>
              <a:cxn ang="0">
                <a:pos x="connsiteX73363" y="connsiteY73363"/>
              </a:cxn>
              <a:cxn ang="0">
                <a:pos x="connsiteX73364" y="connsiteY73364"/>
              </a:cxn>
              <a:cxn ang="0">
                <a:pos x="connsiteX73365" y="connsiteY73365"/>
              </a:cxn>
              <a:cxn ang="0">
                <a:pos x="connsiteX73366" y="connsiteY73366"/>
              </a:cxn>
              <a:cxn ang="0">
                <a:pos x="connsiteX73367" y="connsiteY73367"/>
              </a:cxn>
              <a:cxn ang="0">
                <a:pos x="connsiteX73368" y="connsiteY73368"/>
              </a:cxn>
              <a:cxn ang="0">
                <a:pos x="connsiteX73369" y="connsiteY73369"/>
              </a:cxn>
              <a:cxn ang="0">
                <a:pos x="connsiteX73370" y="connsiteY73370"/>
              </a:cxn>
              <a:cxn ang="0">
                <a:pos x="connsiteX73371" y="connsiteY73371"/>
              </a:cxn>
              <a:cxn ang="0">
                <a:pos x="connsiteX73372" y="connsiteY73372"/>
              </a:cxn>
              <a:cxn ang="0">
                <a:pos x="connsiteX73373" y="connsiteY73373"/>
              </a:cxn>
              <a:cxn ang="0">
                <a:pos x="connsiteX73374" y="connsiteY73374"/>
              </a:cxn>
              <a:cxn ang="0">
                <a:pos x="connsiteX73375" y="connsiteY73375"/>
              </a:cxn>
              <a:cxn ang="0">
                <a:pos x="connsiteX73376" y="connsiteY73376"/>
              </a:cxn>
              <a:cxn ang="0">
                <a:pos x="connsiteX73377" y="connsiteY73377"/>
              </a:cxn>
              <a:cxn ang="0">
                <a:pos x="connsiteX73378" y="connsiteY73378"/>
              </a:cxn>
              <a:cxn ang="0">
                <a:pos x="connsiteX73379" y="connsiteY73379"/>
              </a:cxn>
              <a:cxn ang="0">
                <a:pos x="connsiteX73380" y="connsiteY73380"/>
              </a:cxn>
              <a:cxn ang="0">
                <a:pos x="connsiteX73381" y="connsiteY73381"/>
              </a:cxn>
              <a:cxn ang="0">
                <a:pos x="connsiteX73382" y="connsiteY73382"/>
              </a:cxn>
              <a:cxn ang="0">
                <a:pos x="connsiteX73383" y="connsiteY73383"/>
              </a:cxn>
              <a:cxn ang="0">
                <a:pos x="connsiteX73384" y="connsiteY73384"/>
              </a:cxn>
              <a:cxn ang="0">
                <a:pos x="connsiteX73385" y="connsiteY73385"/>
              </a:cxn>
              <a:cxn ang="0">
                <a:pos x="connsiteX73386" y="connsiteY73386"/>
              </a:cxn>
              <a:cxn ang="0">
                <a:pos x="connsiteX73387" y="connsiteY73387"/>
              </a:cxn>
              <a:cxn ang="0">
                <a:pos x="connsiteX73388" y="connsiteY73388"/>
              </a:cxn>
              <a:cxn ang="0">
                <a:pos x="connsiteX73389" y="connsiteY73389"/>
              </a:cxn>
              <a:cxn ang="0">
                <a:pos x="connsiteX73390" y="connsiteY73390"/>
              </a:cxn>
              <a:cxn ang="0">
                <a:pos x="connsiteX73391" y="connsiteY73391"/>
              </a:cxn>
              <a:cxn ang="0">
                <a:pos x="connsiteX73392" y="connsiteY73392"/>
              </a:cxn>
              <a:cxn ang="0">
                <a:pos x="connsiteX73393" y="connsiteY73393"/>
              </a:cxn>
              <a:cxn ang="0">
                <a:pos x="connsiteX73394" y="connsiteY73394"/>
              </a:cxn>
              <a:cxn ang="0">
                <a:pos x="connsiteX73395" y="connsiteY73395"/>
              </a:cxn>
              <a:cxn ang="0">
                <a:pos x="connsiteX73396" y="connsiteY73396"/>
              </a:cxn>
              <a:cxn ang="0">
                <a:pos x="connsiteX73397" y="connsiteY73397"/>
              </a:cxn>
              <a:cxn ang="0">
                <a:pos x="connsiteX73398" y="connsiteY73398"/>
              </a:cxn>
              <a:cxn ang="0">
                <a:pos x="connsiteX73399" y="connsiteY73399"/>
              </a:cxn>
              <a:cxn ang="0">
                <a:pos x="connsiteX73400" y="connsiteY73400"/>
              </a:cxn>
              <a:cxn ang="0">
                <a:pos x="connsiteX73401" y="connsiteY73401"/>
              </a:cxn>
              <a:cxn ang="0">
                <a:pos x="connsiteX73402" y="connsiteY73402"/>
              </a:cxn>
              <a:cxn ang="0">
                <a:pos x="connsiteX73403" y="connsiteY73403"/>
              </a:cxn>
              <a:cxn ang="0">
                <a:pos x="connsiteX73404" y="connsiteY73404"/>
              </a:cxn>
              <a:cxn ang="0">
                <a:pos x="connsiteX73405" y="connsiteY73405"/>
              </a:cxn>
              <a:cxn ang="0">
                <a:pos x="connsiteX73406" y="connsiteY73406"/>
              </a:cxn>
              <a:cxn ang="0">
                <a:pos x="connsiteX73407" y="connsiteY73407"/>
              </a:cxn>
              <a:cxn ang="0">
                <a:pos x="connsiteX73408" y="connsiteY73408"/>
              </a:cxn>
              <a:cxn ang="0">
                <a:pos x="connsiteX73409" y="connsiteY73409"/>
              </a:cxn>
              <a:cxn ang="0">
                <a:pos x="connsiteX73410" y="connsiteY73410"/>
              </a:cxn>
              <a:cxn ang="0">
                <a:pos x="connsiteX73411" y="connsiteY73411"/>
              </a:cxn>
              <a:cxn ang="0">
                <a:pos x="connsiteX73412" y="connsiteY73412"/>
              </a:cxn>
              <a:cxn ang="0">
                <a:pos x="connsiteX73413" y="connsiteY73413"/>
              </a:cxn>
              <a:cxn ang="0">
                <a:pos x="connsiteX73414" y="connsiteY73414"/>
              </a:cxn>
              <a:cxn ang="0">
                <a:pos x="connsiteX73415" y="connsiteY73415"/>
              </a:cxn>
              <a:cxn ang="0">
                <a:pos x="connsiteX73416" y="connsiteY73416"/>
              </a:cxn>
              <a:cxn ang="0">
                <a:pos x="connsiteX73417" y="connsiteY73417"/>
              </a:cxn>
              <a:cxn ang="0">
                <a:pos x="connsiteX73418" y="connsiteY73418"/>
              </a:cxn>
              <a:cxn ang="0">
                <a:pos x="connsiteX73419" y="connsiteY73419"/>
              </a:cxn>
              <a:cxn ang="0">
                <a:pos x="connsiteX73420" y="connsiteY73420"/>
              </a:cxn>
              <a:cxn ang="0">
                <a:pos x="connsiteX73421" y="connsiteY73421"/>
              </a:cxn>
              <a:cxn ang="0">
                <a:pos x="connsiteX73422" y="connsiteY73422"/>
              </a:cxn>
              <a:cxn ang="0">
                <a:pos x="connsiteX73423" y="connsiteY73423"/>
              </a:cxn>
              <a:cxn ang="0">
                <a:pos x="connsiteX73424" y="connsiteY73424"/>
              </a:cxn>
              <a:cxn ang="0">
                <a:pos x="connsiteX73425" y="connsiteY73425"/>
              </a:cxn>
              <a:cxn ang="0">
                <a:pos x="connsiteX73426" y="connsiteY73426"/>
              </a:cxn>
              <a:cxn ang="0">
                <a:pos x="connsiteX73427" y="connsiteY73427"/>
              </a:cxn>
              <a:cxn ang="0">
                <a:pos x="connsiteX73428" y="connsiteY73428"/>
              </a:cxn>
              <a:cxn ang="0">
                <a:pos x="connsiteX73429" y="connsiteY73429"/>
              </a:cxn>
              <a:cxn ang="0">
                <a:pos x="connsiteX73430" y="connsiteY73430"/>
              </a:cxn>
              <a:cxn ang="0">
                <a:pos x="connsiteX73431" y="connsiteY73431"/>
              </a:cxn>
              <a:cxn ang="0">
                <a:pos x="connsiteX73432" y="connsiteY73432"/>
              </a:cxn>
              <a:cxn ang="0">
                <a:pos x="connsiteX73433" y="connsiteY73433"/>
              </a:cxn>
              <a:cxn ang="0">
                <a:pos x="connsiteX73434" y="connsiteY73434"/>
              </a:cxn>
              <a:cxn ang="0">
                <a:pos x="connsiteX73435" y="connsiteY73435"/>
              </a:cxn>
              <a:cxn ang="0">
                <a:pos x="connsiteX73436" y="connsiteY73436"/>
              </a:cxn>
              <a:cxn ang="0">
                <a:pos x="connsiteX73437" y="connsiteY73437"/>
              </a:cxn>
              <a:cxn ang="0">
                <a:pos x="connsiteX73438" y="connsiteY73438"/>
              </a:cxn>
              <a:cxn ang="0">
                <a:pos x="connsiteX73439" y="connsiteY73439"/>
              </a:cxn>
              <a:cxn ang="0">
                <a:pos x="connsiteX73440" y="connsiteY73440"/>
              </a:cxn>
              <a:cxn ang="0">
                <a:pos x="connsiteX73441" y="connsiteY73441"/>
              </a:cxn>
              <a:cxn ang="0">
                <a:pos x="connsiteX73442" y="connsiteY73442"/>
              </a:cxn>
              <a:cxn ang="0">
                <a:pos x="connsiteX73443" y="connsiteY73443"/>
              </a:cxn>
              <a:cxn ang="0">
                <a:pos x="connsiteX73444" y="connsiteY73444"/>
              </a:cxn>
              <a:cxn ang="0">
                <a:pos x="connsiteX73445" y="connsiteY73445"/>
              </a:cxn>
              <a:cxn ang="0">
                <a:pos x="connsiteX73446" y="connsiteY73446"/>
              </a:cxn>
              <a:cxn ang="0">
                <a:pos x="connsiteX73447" y="connsiteY73447"/>
              </a:cxn>
              <a:cxn ang="0">
                <a:pos x="connsiteX73448" y="connsiteY73448"/>
              </a:cxn>
              <a:cxn ang="0">
                <a:pos x="connsiteX73449" y="connsiteY73449"/>
              </a:cxn>
              <a:cxn ang="0">
                <a:pos x="connsiteX73450" y="connsiteY73450"/>
              </a:cxn>
              <a:cxn ang="0">
                <a:pos x="connsiteX73451" y="connsiteY73451"/>
              </a:cxn>
              <a:cxn ang="0">
                <a:pos x="connsiteX73452" y="connsiteY73452"/>
              </a:cxn>
              <a:cxn ang="0">
                <a:pos x="connsiteX73453" y="connsiteY73453"/>
              </a:cxn>
              <a:cxn ang="0">
                <a:pos x="connsiteX73454" y="connsiteY73454"/>
              </a:cxn>
              <a:cxn ang="0">
                <a:pos x="connsiteX73455" y="connsiteY73455"/>
              </a:cxn>
              <a:cxn ang="0">
                <a:pos x="connsiteX73456" y="connsiteY73456"/>
              </a:cxn>
              <a:cxn ang="0">
                <a:pos x="connsiteX73457" y="connsiteY73457"/>
              </a:cxn>
              <a:cxn ang="0">
                <a:pos x="connsiteX73458" y="connsiteY73458"/>
              </a:cxn>
              <a:cxn ang="0">
                <a:pos x="connsiteX73459" y="connsiteY73459"/>
              </a:cxn>
              <a:cxn ang="0">
                <a:pos x="connsiteX73460" y="connsiteY73460"/>
              </a:cxn>
              <a:cxn ang="0">
                <a:pos x="connsiteX73461" y="connsiteY73461"/>
              </a:cxn>
              <a:cxn ang="0">
                <a:pos x="connsiteX73462" y="connsiteY73462"/>
              </a:cxn>
              <a:cxn ang="0">
                <a:pos x="connsiteX73463" y="connsiteY73463"/>
              </a:cxn>
              <a:cxn ang="0">
                <a:pos x="connsiteX73464" y="connsiteY73464"/>
              </a:cxn>
              <a:cxn ang="0">
                <a:pos x="connsiteX73465" y="connsiteY73465"/>
              </a:cxn>
              <a:cxn ang="0">
                <a:pos x="connsiteX73466" y="connsiteY73466"/>
              </a:cxn>
              <a:cxn ang="0">
                <a:pos x="connsiteX73467" y="connsiteY73467"/>
              </a:cxn>
              <a:cxn ang="0">
                <a:pos x="connsiteX73468" y="connsiteY73468"/>
              </a:cxn>
              <a:cxn ang="0">
                <a:pos x="connsiteX73469" y="connsiteY73469"/>
              </a:cxn>
              <a:cxn ang="0">
                <a:pos x="connsiteX73470" y="connsiteY73470"/>
              </a:cxn>
              <a:cxn ang="0">
                <a:pos x="connsiteX73471" y="connsiteY73471"/>
              </a:cxn>
              <a:cxn ang="0">
                <a:pos x="connsiteX73472" y="connsiteY73472"/>
              </a:cxn>
              <a:cxn ang="0">
                <a:pos x="connsiteX73473" y="connsiteY73473"/>
              </a:cxn>
              <a:cxn ang="0">
                <a:pos x="connsiteX73474" y="connsiteY73474"/>
              </a:cxn>
              <a:cxn ang="0">
                <a:pos x="connsiteX73475" y="connsiteY73475"/>
              </a:cxn>
              <a:cxn ang="0">
                <a:pos x="connsiteX73476" y="connsiteY73476"/>
              </a:cxn>
              <a:cxn ang="0">
                <a:pos x="connsiteX73477" y="connsiteY73477"/>
              </a:cxn>
              <a:cxn ang="0">
                <a:pos x="connsiteX73478" y="connsiteY73478"/>
              </a:cxn>
              <a:cxn ang="0">
                <a:pos x="connsiteX73479" y="connsiteY73479"/>
              </a:cxn>
              <a:cxn ang="0">
                <a:pos x="connsiteX73480" y="connsiteY73480"/>
              </a:cxn>
              <a:cxn ang="0">
                <a:pos x="connsiteX73481" y="connsiteY73481"/>
              </a:cxn>
              <a:cxn ang="0">
                <a:pos x="connsiteX73482" y="connsiteY73482"/>
              </a:cxn>
              <a:cxn ang="0">
                <a:pos x="connsiteX73483" y="connsiteY73483"/>
              </a:cxn>
              <a:cxn ang="0">
                <a:pos x="connsiteX73484" y="connsiteY73484"/>
              </a:cxn>
              <a:cxn ang="0">
                <a:pos x="connsiteX73485" y="connsiteY73485"/>
              </a:cxn>
              <a:cxn ang="0">
                <a:pos x="connsiteX73486" y="connsiteY73486"/>
              </a:cxn>
              <a:cxn ang="0">
                <a:pos x="connsiteX73487" y="connsiteY73487"/>
              </a:cxn>
              <a:cxn ang="0">
                <a:pos x="connsiteX73488" y="connsiteY73488"/>
              </a:cxn>
              <a:cxn ang="0">
                <a:pos x="connsiteX73489" y="connsiteY73489"/>
              </a:cxn>
              <a:cxn ang="0">
                <a:pos x="connsiteX73490" y="connsiteY73490"/>
              </a:cxn>
              <a:cxn ang="0">
                <a:pos x="connsiteX73491" y="connsiteY73491"/>
              </a:cxn>
              <a:cxn ang="0">
                <a:pos x="connsiteX73492" y="connsiteY73492"/>
              </a:cxn>
              <a:cxn ang="0">
                <a:pos x="connsiteX73493" y="connsiteY73493"/>
              </a:cxn>
              <a:cxn ang="0">
                <a:pos x="connsiteX73494" y="connsiteY73494"/>
              </a:cxn>
              <a:cxn ang="0">
                <a:pos x="connsiteX73495" y="connsiteY73495"/>
              </a:cxn>
              <a:cxn ang="0">
                <a:pos x="connsiteX73496" y="connsiteY73496"/>
              </a:cxn>
              <a:cxn ang="0">
                <a:pos x="connsiteX73497" y="connsiteY73497"/>
              </a:cxn>
              <a:cxn ang="0">
                <a:pos x="connsiteX73498" y="connsiteY73498"/>
              </a:cxn>
              <a:cxn ang="0">
                <a:pos x="connsiteX73499" y="connsiteY73499"/>
              </a:cxn>
              <a:cxn ang="0">
                <a:pos x="connsiteX73500" y="connsiteY73500"/>
              </a:cxn>
              <a:cxn ang="0">
                <a:pos x="connsiteX73501" y="connsiteY73501"/>
              </a:cxn>
              <a:cxn ang="0">
                <a:pos x="connsiteX73502" y="connsiteY73502"/>
              </a:cxn>
              <a:cxn ang="0">
                <a:pos x="connsiteX73503" y="connsiteY73503"/>
              </a:cxn>
              <a:cxn ang="0">
                <a:pos x="connsiteX73504" y="connsiteY73504"/>
              </a:cxn>
              <a:cxn ang="0">
                <a:pos x="connsiteX73505" y="connsiteY73505"/>
              </a:cxn>
              <a:cxn ang="0">
                <a:pos x="connsiteX73506" y="connsiteY73506"/>
              </a:cxn>
              <a:cxn ang="0">
                <a:pos x="connsiteX73507" y="connsiteY73507"/>
              </a:cxn>
              <a:cxn ang="0">
                <a:pos x="connsiteX73508" y="connsiteY73508"/>
              </a:cxn>
              <a:cxn ang="0">
                <a:pos x="connsiteX73509" y="connsiteY73509"/>
              </a:cxn>
              <a:cxn ang="0">
                <a:pos x="connsiteX73510" y="connsiteY73510"/>
              </a:cxn>
              <a:cxn ang="0">
                <a:pos x="connsiteX73511" y="connsiteY73511"/>
              </a:cxn>
              <a:cxn ang="0">
                <a:pos x="connsiteX73512" y="connsiteY73512"/>
              </a:cxn>
              <a:cxn ang="0">
                <a:pos x="connsiteX73513" y="connsiteY73513"/>
              </a:cxn>
              <a:cxn ang="0">
                <a:pos x="connsiteX73514" y="connsiteY73514"/>
              </a:cxn>
              <a:cxn ang="0">
                <a:pos x="connsiteX73515" y="connsiteY73515"/>
              </a:cxn>
              <a:cxn ang="0">
                <a:pos x="connsiteX73516" y="connsiteY73516"/>
              </a:cxn>
              <a:cxn ang="0">
                <a:pos x="connsiteX73517" y="connsiteY73517"/>
              </a:cxn>
              <a:cxn ang="0">
                <a:pos x="connsiteX73518" y="connsiteY73518"/>
              </a:cxn>
              <a:cxn ang="0">
                <a:pos x="connsiteX73519" y="connsiteY73519"/>
              </a:cxn>
              <a:cxn ang="0">
                <a:pos x="connsiteX73520" y="connsiteY73520"/>
              </a:cxn>
              <a:cxn ang="0">
                <a:pos x="connsiteX73521" y="connsiteY73521"/>
              </a:cxn>
              <a:cxn ang="0">
                <a:pos x="connsiteX73522" y="connsiteY73522"/>
              </a:cxn>
              <a:cxn ang="0">
                <a:pos x="connsiteX73523" y="connsiteY73523"/>
              </a:cxn>
              <a:cxn ang="0">
                <a:pos x="connsiteX73524" y="connsiteY73524"/>
              </a:cxn>
              <a:cxn ang="0">
                <a:pos x="connsiteX73525" y="connsiteY73525"/>
              </a:cxn>
              <a:cxn ang="0">
                <a:pos x="connsiteX73526" y="connsiteY73526"/>
              </a:cxn>
              <a:cxn ang="0">
                <a:pos x="connsiteX73527" y="connsiteY73527"/>
              </a:cxn>
              <a:cxn ang="0">
                <a:pos x="connsiteX73528" y="connsiteY73528"/>
              </a:cxn>
              <a:cxn ang="0">
                <a:pos x="connsiteX73529" y="connsiteY73529"/>
              </a:cxn>
              <a:cxn ang="0">
                <a:pos x="connsiteX73530" y="connsiteY73530"/>
              </a:cxn>
              <a:cxn ang="0">
                <a:pos x="connsiteX73531" y="connsiteY73531"/>
              </a:cxn>
              <a:cxn ang="0">
                <a:pos x="connsiteX73532" y="connsiteY73532"/>
              </a:cxn>
              <a:cxn ang="0">
                <a:pos x="connsiteX73533" y="connsiteY73533"/>
              </a:cxn>
              <a:cxn ang="0">
                <a:pos x="connsiteX73534" y="connsiteY73534"/>
              </a:cxn>
              <a:cxn ang="0">
                <a:pos x="connsiteX73535" y="connsiteY73535"/>
              </a:cxn>
              <a:cxn ang="0">
                <a:pos x="connsiteX73536" y="connsiteY73536"/>
              </a:cxn>
              <a:cxn ang="0">
                <a:pos x="connsiteX73537" y="connsiteY73537"/>
              </a:cxn>
              <a:cxn ang="0">
                <a:pos x="connsiteX73538" y="connsiteY73538"/>
              </a:cxn>
              <a:cxn ang="0">
                <a:pos x="connsiteX73539" y="connsiteY73539"/>
              </a:cxn>
              <a:cxn ang="0">
                <a:pos x="connsiteX73540" y="connsiteY73540"/>
              </a:cxn>
              <a:cxn ang="0">
                <a:pos x="connsiteX73541" y="connsiteY73541"/>
              </a:cxn>
              <a:cxn ang="0">
                <a:pos x="connsiteX73542" y="connsiteY73542"/>
              </a:cxn>
              <a:cxn ang="0">
                <a:pos x="connsiteX73543" y="connsiteY73543"/>
              </a:cxn>
              <a:cxn ang="0">
                <a:pos x="connsiteX73544" y="connsiteY73544"/>
              </a:cxn>
              <a:cxn ang="0">
                <a:pos x="connsiteX73545" y="connsiteY73545"/>
              </a:cxn>
              <a:cxn ang="0">
                <a:pos x="connsiteX73546" y="connsiteY73546"/>
              </a:cxn>
              <a:cxn ang="0">
                <a:pos x="connsiteX73547" y="connsiteY73547"/>
              </a:cxn>
              <a:cxn ang="0">
                <a:pos x="connsiteX73548" y="connsiteY73548"/>
              </a:cxn>
              <a:cxn ang="0">
                <a:pos x="connsiteX73549" y="connsiteY73549"/>
              </a:cxn>
              <a:cxn ang="0">
                <a:pos x="connsiteX73550" y="connsiteY73550"/>
              </a:cxn>
              <a:cxn ang="0">
                <a:pos x="connsiteX73551" y="connsiteY73551"/>
              </a:cxn>
              <a:cxn ang="0">
                <a:pos x="connsiteX73552" y="connsiteY73552"/>
              </a:cxn>
              <a:cxn ang="0">
                <a:pos x="connsiteX73553" y="connsiteY73553"/>
              </a:cxn>
              <a:cxn ang="0">
                <a:pos x="connsiteX73554" y="connsiteY73554"/>
              </a:cxn>
              <a:cxn ang="0">
                <a:pos x="connsiteX73555" y="connsiteY73555"/>
              </a:cxn>
              <a:cxn ang="0">
                <a:pos x="connsiteX73556" y="connsiteY73556"/>
              </a:cxn>
              <a:cxn ang="0">
                <a:pos x="connsiteX73557" y="connsiteY73557"/>
              </a:cxn>
              <a:cxn ang="0">
                <a:pos x="connsiteX73558" y="connsiteY73558"/>
              </a:cxn>
              <a:cxn ang="0">
                <a:pos x="connsiteX73559" y="connsiteY73559"/>
              </a:cxn>
              <a:cxn ang="0">
                <a:pos x="connsiteX73560" y="connsiteY73560"/>
              </a:cxn>
              <a:cxn ang="0">
                <a:pos x="connsiteX73561" y="connsiteY73561"/>
              </a:cxn>
              <a:cxn ang="0">
                <a:pos x="connsiteX73562" y="connsiteY73562"/>
              </a:cxn>
              <a:cxn ang="0">
                <a:pos x="connsiteX73563" y="connsiteY73563"/>
              </a:cxn>
              <a:cxn ang="0">
                <a:pos x="connsiteX73564" y="connsiteY73564"/>
              </a:cxn>
              <a:cxn ang="0">
                <a:pos x="connsiteX73565" y="connsiteY73565"/>
              </a:cxn>
              <a:cxn ang="0">
                <a:pos x="connsiteX73566" y="connsiteY73566"/>
              </a:cxn>
              <a:cxn ang="0">
                <a:pos x="connsiteX73567" y="connsiteY73567"/>
              </a:cxn>
              <a:cxn ang="0">
                <a:pos x="connsiteX73568" y="connsiteY73568"/>
              </a:cxn>
              <a:cxn ang="0">
                <a:pos x="connsiteX73569" y="connsiteY73569"/>
              </a:cxn>
              <a:cxn ang="0">
                <a:pos x="connsiteX73570" y="connsiteY73570"/>
              </a:cxn>
              <a:cxn ang="0">
                <a:pos x="connsiteX73571" y="connsiteY73571"/>
              </a:cxn>
              <a:cxn ang="0">
                <a:pos x="connsiteX73572" y="connsiteY73572"/>
              </a:cxn>
              <a:cxn ang="0">
                <a:pos x="connsiteX73573" y="connsiteY73573"/>
              </a:cxn>
              <a:cxn ang="0">
                <a:pos x="connsiteX73574" y="connsiteY73574"/>
              </a:cxn>
              <a:cxn ang="0">
                <a:pos x="connsiteX73575" y="connsiteY73575"/>
              </a:cxn>
              <a:cxn ang="0">
                <a:pos x="connsiteX73576" y="connsiteY73576"/>
              </a:cxn>
              <a:cxn ang="0">
                <a:pos x="connsiteX73577" y="connsiteY73577"/>
              </a:cxn>
              <a:cxn ang="0">
                <a:pos x="connsiteX73578" y="connsiteY73578"/>
              </a:cxn>
              <a:cxn ang="0">
                <a:pos x="connsiteX73579" y="connsiteY73579"/>
              </a:cxn>
              <a:cxn ang="0">
                <a:pos x="connsiteX73580" y="connsiteY73580"/>
              </a:cxn>
              <a:cxn ang="0">
                <a:pos x="connsiteX73581" y="connsiteY73581"/>
              </a:cxn>
              <a:cxn ang="0">
                <a:pos x="connsiteX73582" y="connsiteY73582"/>
              </a:cxn>
              <a:cxn ang="0">
                <a:pos x="connsiteX73583" y="connsiteY73583"/>
              </a:cxn>
              <a:cxn ang="0">
                <a:pos x="connsiteX73584" y="connsiteY73584"/>
              </a:cxn>
              <a:cxn ang="0">
                <a:pos x="connsiteX73585" y="connsiteY73585"/>
              </a:cxn>
              <a:cxn ang="0">
                <a:pos x="connsiteX73586" y="connsiteY73586"/>
              </a:cxn>
              <a:cxn ang="0">
                <a:pos x="connsiteX73587" y="connsiteY73587"/>
              </a:cxn>
              <a:cxn ang="0">
                <a:pos x="connsiteX73588" y="connsiteY73588"/>
              </a:cxn>
              <a:cxn ang="0">
                <a:pos x="connsiteX73589" y="connsiteY73589"/>
              </a:cxn>
              <a:cxn ang="0">
                <a:pos x="connsiteX73590" y="connsiteY73590"/>
              </a:cxn>
              <a:cxn ang="0">
                <a:pos x="connsiteX73591" y="connsiteY73591"/>
              </a:cxn>
              <a:cxn ang="0">
                <a:pos x="connsiteX73592" y="connsiteY73592"/>
              </a:cxn>
              <a:cxn ang="0">
                <a:pos x="connsiteX73593" y="connsiteY73593"/>
              </a:cxn>
              <a:cxn ang="0">
                <a:pos x="connsiteX73594" y="connsiteY73594"/>
              </a:cxn>
              <a:cxn ang="0">
                <a:pos x="connsiteX73595" y="connsiteY73595"/>
              </a:cxn>
              <a:cxn ang="0">
                <a:pos x="connsiteX73596" y="connsiteY73596"/>
              </a:cxn>
              <a:cxn ang="0">
                <a:pos x="connsiteX73597" y="connsiteY73597"/>
              </a:cxn>
              <a:cxn ang="0">
                <a:pos x="connsiteX73598" y="connsiteY73598"/>
              </a:cxn>
              <a:cxn ang="0">
                <a:pos x="connsiteX73599" y="connsiteY73599"/>
              </a:cxn>
              <a:cxn ang="0">
                <a:pos x="connsiteX73600" y="connsiteY73600"/>
              </a:cxn>
              <a:cxn ang="0">
                <a:pos x="connsiteX73601" y="connsiteY73601"/>
              </a:cxn>
              <a:cxn ang="0">
                <a:pos x="connsiteX73602" y="connsiteY73602"/>
              </a:cxn>
              <a:cxn ang="0">
                <a:pos x="connsiteX73603" y="connsiteY73603"/>
              </a:cxn>
              <a:cxn ang="0">
                <a:pos x="connsiteX73604" y="connsiteY73604"/>
              </a:cxn>
              <a:cxn ang="0">
                <a:pos x="connsiteX73605" y="connsiteY73605"/>
              </a:cxn>
              <a:cxn ang="0">
                <a:pos x="connsiteX73606" y="connsiteY73606"/>
              </a:cxn>
              <a:cxn ang="0">
                <a:pos x="connsiteX73607" y="connsiteY73607"/>
              </a:cxn>
              <a:cxn ang="0">
                <a:pos x="connsiteX73608" y="connsiteY73608"/>
              </a:cxn>
              <a:cxn ang="0">
                <a:pos x="connsiteX73609" y="connsiteY73609"/>
              </a:cxn>
              <a:cxn ang="0">
                <a:pos x="connsiteX73610" y="connsiteY73610"/>
              </a:cxn>
              <a:cxn ang="0">
                <a:pos x="connsiteX73611" y="connsiteY73611"/>
              </a:cxn>
              <a:cxn ang="0">
                <a:pos x="connsiteX73612" y="connsiteY73612"/>
              </a:cxn>
              <a:cxn ang="0">
                <a:pos x="connsiteX73613" y="connsiteY73613"/>
              </a:cxn>
              <a:cxn ang="0">
                <a:pos x="connsiteX73614" y="connsiteY73614"/>
              </a:cxn>
              <a:cxn ang="0">
                <a:pos x="connsiteX73615" y="connsiteY73615"/>
              </a:cxn>
              <a:cxn ang="0">
                <a:pos x="connsiteX73616" y="connsiteY73616"/>
              </a:cxn>
              <a:cxn ang="0">
                <a:pos x="connsiteX73617" y="connsiteY73617"/>
              </a:cxn>
              <a:cxn ang="0">
                <a:pos x="connsiteX73618" y="connsiteY73618"/>
              </a:cxn>
              <a:cxn ang="0">
                <a:pos x="connsiteX73619" y="connsiteY73619"/>
              </a:cxn>
              <a:cxn ang="0">
                <a:pos x="connsiteX73620" y="connsiteY73620"/>
              </a:cxn>
              <a:cxn ang="0">
                <a:pos x="connsiteX73621" y="connsiteY73621"/>
              </a:cxn>
              <a:cxn ang="0">
                <a:pos x="connsiteX73622" y="connsiteY73622"/>
              </a:cxn>
              <a:cxn ang="0">
                <a:pos x="connsiteX73623" y="connsiteY73623"/>
              </a:cxn>
              <a:cxn ang="0">
                <a:pos x="connsiteX73624" y="connsiteY73624"/>
              </a:cxn>
              <a:cxn ang="0">
                <a:pos x="connsiteX73625" y="connsiteY73625"/>
              </a:cxn>
              <a:cxn ang="0">
                <a:pos x="connsiteX73626" y="connsiteY73626"/>
              </a:cxn>
              <a:cxn ang="0">
                <a:pos x="connsiteX73627" y="connsiteY73627"/>
              </a:cxn>
              <a:cxn ang="0">
                <a:pos x="connsiteX73628" y="connsiteY73628"/>
              </a:cxn>
              <a:cxn ang="0">
                <a:pos x="connsiteX73629" y="connsiteY73629"/>
              </a:cxn>
              <a:cxn ang="0">
                <a:pos x="connsiteX73630" y="connsiteY73630"/>
              </a:cxn>
              <a:cxn ang="0">
                <a:pos x="connsiteX73631" y="connsiteY73631"/>
              </a:cxn>
              <a:cxn ang="0">
                <a:pos x="connsiteX73632" y="connsiteY73632"/>
              </a:cxn>
              <a:cxn ang="0">
                <a:pos x="connsiteX73633" y="connsiteY73633"/>
              </a:cxn>
              <a:cxn ang="0">
                <a:pos x="connsiteX73634" y="connsiteY73634"/>
              </a:cxn>
              <a:cxn ang="0">
                <a:pos x="connsiteX73635" y="connsiteY73635"/>
              </a:cxn>
              <a:cxn ang="0">
                <a:pos x="connsiteX73636" y="connsiteY73636"/>
              </a:cxn>
              <a:cxn ang="0">
                <a:pos x="connsiteX73637" y="connsiteY73637"/>
              </a:cxn>
              <a:cxn ang="0">
                <a:pos x="connsiteX73638" y="connsiteY73638"/>
              </a:cxn>
              <a:cxn ang="0">
                <a:pos x="connsiteX73639" y="connsiteY73639"/>
              </a:cxn>
              <a:cxn ang="0">
                <a:pos x="connsiteX73640" y="connsiteY73640"/>
              </a:cxn>
              <a:cxn ang="0">
                <a:pos x="connsiteX73641" y="connsiteY73641"/>
              </a:cxn>
              <a:cxn ang="0">
                <a:pos x="connsiteX73642" y="connsiteY73642"/>
              </a:cxn>
              <a:cxn ang="0">
                <a:pos x="connsiteX73643" y="connsiteY73643"/>
              </a:cxn>
              <a:cxn ang="0">
                <a:pos x="connsiteX73644" y="connsiteY73644"/>
              </a:cxn>
              <a:cxn ang="0">
                <a:pos x="connsiteX73645" y="connsiteY73645"/>
              </a:cxn>
              <a:cxn ang="0">
                <a:pos x="connsiteX73646" y="connsiteY73646"/>
              </a:cxn>
              <a:cxn ang="0">
                <a:pos x="connsiteX73647" y="connsiteY73647"/>
              </a:cxn>
              <a:cxn ang="0">
                <a:pos x="connsiteX73648" y="connsiteY73648"/>
              </a:cxn>
              <a:cxn ang="0">
                <a:pos x="connsiteX73649" y="connsiteY73649"/>
              </a:cxn>
              <a:cxn ang="0">
                <a:pos x="connsiteX73650" y="connsiteY73650"/>
              </a:cxn>
              <a:cxn ang="0">
                <a:pos x="connsiteX73651" y="connsiteY73651"/>
              </a:cxn>
              <a:cxn ang="0">
                <a:pos x="connsiteX73652" y="connsiteY73652"/>
              </a:cxn>
              <a:cxn ang="0">
                <a:pos x="connsiteX73653" y="connsiteY73653"/>
              </a:cxn>
              <a:cxn ang="0">
                <a:pos x="connsiteX73654" y="connsiteY73654"/>
              </a:cxn>
              <a:cxn ang="0">
                <a:pos x="connsiteX73655" y="connsiteY73655"/>
              </a:cxn>
              <a:cxn ang="0">
                <a:pos x="connsiteX73656" y="connsiteY73656"/>
              </a:cxn>
              <a:cxn ang="0">
                <a:pos x="connsiteX73657" y="connsiteY73657"/>
              </a:cxn>
              <a:cxn ang="0">
                <a:pos x="connsiteX73658" y="connsiteY73658"/>
              </a:cxn>
              <a:cxn ang="0">
                <a:pos x="connsiteX73659" y="connsiteY73659"/>
              </a:cxn>
              <a:cxn ang="0">
                <a:pos x="connsiteX73660" y="connsiteY73660"/>
              </a:cxn>
              <a:cxn ang="0">
                <a:pos x="connsiteX73661" y="connsiteY73661"/>
              </a:cxn>
              <a:cxn ang="0">
                <a:pos x="connsiteX73662" y="connsiteY73662"/>
              </a:cxn>
              <a:cxn ang="0">
                <a:pos x="connsiteX73663" y="connsiteY73663"/>
              </a:cxn>
              <a:cxn ang="0">
                <a:pos x="connsiteX73664" y="connsiteY73664"/>
              </a:cxn>
              <a:cxn ang="0">
                <a:pos x="connsiteX73665" y="connsiteY73665"/>
              </a:cxn>
              <a:cxn ang="0">
                <a:pos x="connsiteX73666" y="connsiteY73666"/>
              </a:cxn>
              <a:cxn ang="0">
                <a:pos x="connsiteX73667" y="connsiteY73667"/>
              </a:cxn>
              <a:cxn ang="0">
                <a:pos x="connsiteX73668" y="connsiteY73668"/>
              </a:cxn>
              <a:cxn ang="0">
                <a:pos x="connsiteX73669" y="connsiteY73669"/>
              </a:cxn>
              <a:cxn ang="0">
                <a:pos x="connsiteX73670" y="connsiteY73670"/>
              </a:cxn>
              <a:cxn ang="0">
                <a:pos x="connsiteX73671" y="connsiteY73671"/>
              </a:cxn>
              <a:cxn ang="0">
                <a:pos x="connsiteX73672" y="connsiteY73672"/>
              </a:cxn>
              <a:cxn ang="0">
                <a:pos x="connsiteX73673" y="connsiteY73673"/>
              </a:cxn>
              <a:cxn ang="0">
                <a:pos x="connsiteX73674" y="connsiteY73674"/>
              </a:cxn>
              <a:cxn ang="0">
                <a:pos x="connsiteX73675" y="connsiteY73675"/>
              </a:cxn>
              <a:cxn ang="0">
                <a:pos x="connsiteX73676" y="connsiteY73676"/>
              </a:cxn>
              <a:cxn ang="0">
                <a:pos x="connsiteX73677" y="connsiteY73677"/>
              </a:cxn>
              <a:cxn ang="0">
                <a:pos x="connsiteX73678" y="connsiteY73678"/>
              </a:cxn>
              <a:cxn ang="0">
                <a:pos x="connsiteX73679" y="connsiteY73679"/>
              </a:cxn>
              <a:cxn ang="0">
                <a:pos x="connsiteX73680" y="connsiteY73680"/>
              </a:cxn>
              <a:cxn ang="0">
                <a:pos x="connsiteX73681" y="connsiteY73681"/>
              </a:cxn>
              <a:cxn ang="0">
                <a:pos x="connsiteX73682" y="connsiteY73682"/>
              </a:cxn>
              <a:cxn ang="0">
                <a:pos x="connsiteX73683" y="connsiteY73683"/>
              </a:cxn>
              <a:cxn ang="0">
                <a:pos x="connsiteX73684" y="connsiteY73684"/>
              </a:cxn>
              <a:cxn ang="0">
                <a:pos x="connsiteX73685" y="connsiteY73685"/>
              </a:cxn>
              <a:cxn ang="0">
                <a:pos x="connsiteX73686" y="connsiteY73686"/>
              </a:cxn>
              <a:cxn ang="0">
                <a:pos x="connsiteX73687" y="connsiteY73687"/>
              </a:cxn>
              <a:cxn ang="0">
                <a:pos x="connsiteX73688" y="connsiteY73688"/>
              </a:cxn>
              <a:cxn ang="0">
                <a:pos x="connsiteX73689" y="connsiteY73689"/>
              </a:cxn>
              <a:cxn ang="0">
                <a:pos x="connsiteX73690" y="connsiteY73690"/>
              </a:cxn>
              <a:cxn ang="0">
                <a:pos x="connsiteX73691" y="connsiteY73691"/>
              </a:cxn>
              <a:cxn ang="0">
                <a:pos x="connsiteX73692" y="connsiteY73692"/>
              </a:cxn>
              <a:cxn ang="0">
                <a:pos x="connsiteX73693" y="connsiteY73693"/>
              </a:cxn>
              <a:cxn ang="0">
                <a:pos x="connsiteX73694" y="connsiteY73694"/>
              </a:cxn>
              <a:cxn ang="0">
                <a:pos x="connsiteX73695" y="connsiteY73695"/>
              </a:cxn>
              <a:cxn ang="0">
                <a:pos x="connsiteX73696" y="connsiteY73696"/>
              </a:cxn>
              <a:cxn ang="0">
                <a:pos x="connsiteX73697" y="connsiteY73697"/>
              </a:cxn>
              <a:cxn ang="0">
                <a:pos x="connsiteX73698" y="connsiteY73698"/>
              </a:cxn>
              <a:cxn ang="0">
                <a:pos x="connsiteX73699" y="connsiteY73699"/>
              </a:cxn>
              <a:cxn ang="0">
                <a:pos x="connsiteX73700" y="connsiteY73700"/>
              </a:cxn>
              <a:cxn ang="0">
                <a:pos x="connsiteX73701" y="connsiteY73701"/>
              </a:cxn>
              <a:cxn ang="0">
                <a:pos x="connsiteX73702" y="connsiteY73702"/>
              </a:cxn>
              <a:cxn ang="0">
                <a:pos x="connsiteX73703" y="connsiteY73703"/>
              </a:cxn>
              <a:cxn ang="0">
                <a:pos x="connsiteX73704" y="connsiteY73704"/>
              </a:cxn>
              <a:cxn ang="0">
                <a:pos x="connsiteX73705" y="connsiteY73705"/>
              </a:cxn>
              <a:cxn ang="0">
                <a:pos x="connsiteX73706" y="connsiteY73706"/>
              </a:cxn>
              <a:cxn ang="0">
                <a:pos x="connsiteX73707" y="connsiteY73707"/>
              </a:cxn>
              <a:cxn ang="0">
                <a:pos x="connsiteX73708" y="connsiteY73708"/>
              </a:cxn>
              <a:cxn ang="0">
                <a:pos x="connsiteX73709" y="connsiteY73709"/>
              </a:cxn>
              <a:cxn ang="0">
                <a:pos x="connsiteX73710" y="connsiteY73710"/>
              </a:cxn>
              <a:cxn ang="0">
                <a:pos x="connsiteX73711" y="connsiteY73711"/>
              </a:cxn>
              <a:cxn ang="0">
                <a:pos x="connsiteX73712" y="connsiteY73712"/>
              </a:cxn>
              <a:cxn ang="0">
                <a:pos x="connsiteX73713" y="connsiteY73713"/>
              </a:cxn>
              <a:cxn ang="0">
                <a:pos x="connsiteX73714" y="connsiteY73714"/>
              </a:cxn>
              <a:cxn ang="0">
                <a:pos x="connsiteX73715" y="connsiteY73715"/>
              </a:cxn>
              <a:cxn ang="0">
                <a:pos x="connsiteX73716" y="connsiteY73716"/>
              </a:cxn>
              <a:cxn ang="0">
                <a:pos x="connsiteX73717" y="connsiteY73717"/>
              </a:cxn>
              <a:cxn ang="0">
                <a:pos x="connsiteX73718" y="connsiteY73718"/>
              </a:cxn>
              <a:cxn ang="0">
                <a:pos x="connsiteX73719" y="connsiteY73719"/>
              </a:cxn>
              <a:cxn ang="0">
                <a:pos x="connsiteX73720" y="connsiteY73720"/>
              </a:cxn>
              <a:cxn ang="0">
                <a:pos x="connsiteX73721" y="connsiteY73721"/>
              </a:cxn>
              <a:cxn ang="0">
                <a:pos x="connsiteX73722" y="connsiteY73722"/>
              </a:cxn>
              <a:cxn ang="0">
                <a:pos x="connsiteX73723" y="connsiteY73723"/>
              </a:cxn>
              <a:cxn ang="0">
                <a:pos x="connsiteX73724" y="connsiteY73724"/>
              </a:cxn>
              <a:cxn ang="0">
                <a:pos x="connsiteX73725" y="connsiteY73725"/>
              </a:cxn>
              <a:cxn ang="0">
                <a:pos x="connsiteX73726" y="connsiteY73726"/>
              </a:cxn>
              <a:cxn ang="0">
                <a:pos x="connsiteX73727" y="connsiteY73727"/>
              </a:cxn>
              <a:cxn ang="0">
                <a:pos x="connsiteX73728" y="connsiteY73728"/>
              </a:cxn>
              <a:cxn ang="0">
                <a:pos x="connsiteX73729" y="connsiteY73729"/>
              </a:cxn>
              <a:cxn ang="0">
                <a:pos x="connsiteX73730" y="connsiteY73730"/>
              </a:cxn>
              <a:cxn ang="0">
                <a:pos x="connsiteX73731" y="connsiteY73731"/>
              </a:cxn>
              <a:cxn ang="0">
                <a:pos x="connsiteX73732" y="connsiteY73732"/>
              </a:cxn>
              <a:cxn ang="0">
                <a:pos x="connsiteX73733" y="connsiteY73733"/>
              </a:cxn>
              <a:cxn ang="0">
                <a:pos x="connsiteX73734" y="connsiteY73734"/>
              </a:cxn>
              <a:cxn ang="0">
                <a:pos x="connsiteX73735" y="connsiteY73735"/>
              </a:cxn>
              <a:cxn ang="0">
                <a:pos x="connsiteX73736" y="connsiteY73736"/>
              </a:cxn>
              <a:cxn ang="0">
                <a:pos x="connsiteX73737" y="connsiteY73737"/>
              </a:cxn>
              <a:cxn ang="0">
                <a:pos x="connsiteX73738" y="connsiteY73738"/>
              </a:cxn>
              <a:cxn ang="0">
                <a:pos x="connsiteX73739" y="connsiteY73739"/>
              </a:cxn>
              <a:cxn ang="0">
                <a:pos x="connsiteX73740" y="connsiteY73740"/>
              </a:cxn>
              <a:cxn ang="0">
                <a:pos x="connsiteX73741" y="connsiteY73741"/>
              </a:cxn>
              <a:cxn ang="0">
                <a:pos x="connsiteX73742" y="connsiteY73742"/>
              </a:cxn>
              <a:cxn ang="0">
                <a:pos x="connsiteX73743" y="connsiteY73743"/>
              </a:cxn>
              <a:cxn ang="0">
                <a:pos x="connsiteX73744" y="connsiteY73744"/>
              </a:cxn>
              <a:cxn ang="0">
                <a:pos x="connsiteX73745" y="connsiteY73745"/>
              </a:cxn>
              <a:cxn ang="0">
                <a:pos x="connsiteX73746" y="connsiteY73746"/>
              </a:cxn>
              <a:cxn ang="0">
                <a:pos x="connsiteX73747" y="connsiteY73747"/>
              </a:cxn>
              <a:cxn ang="0">
                <a:pos x="connsiteX73748" y="connsiteY73748"/>
              </a:cxn>
              <a:cxn ang="0">
                <a:pos x="connsiteX73749" y="connsiteY73749"/>
              </a:cxn>
              <a:cxn ang="0">
                <a:pos x="connsiteX73750" y="connsiteY73750"/>
              </a:cxn>
              <a:cxn ang="0">
                <a:pos x="connsiteX73751" y="connsiteY73751"/>
              </a:cxn>
              <a:cxn ang="0">
                <a:pos x="connsiteX73752" y="connsiteY73752"/>
              </a:cxn>
              <a:cxn ang="0">
                <a:pos x="connsiteX73753" y="connsiteY73753"/>
              </a:cxn>
              <a:cxn ang="0">
                <a:pos x="connsiteX73754" y="connsiteY73754"/>
              </a:cxn>
              <a:cxn ang="0">
                <a:pos x="connsiteX73755" y="connsiteY73755"/>
              </a:cxn>
              <a:cxn ang="0">
                <a:pos x="connsiteX73756" y="connsiteY73756"/>
              </a:cxn>
              <a:cxn ang="0">
                <a:pos x="connsiteX73757" y="connsiteY73757"/>
              </a:cxn>
              <a:cxn ang="0">
                <a:pos x="connsiteX73758" y="connsiteY73758"/>
              </a:cxn>
              <a:cxn ang="0">
                <a:pos x="connsiteX73759" y="connsiteY73759"/>
              </a:cxn>
              <a:cxn ang="0">
                <a:pos x="connsiteX73760" y="connsiteY73760"/>
              </a:cxn>
              <a:cxn ang="0">
                <a:pos x="connsiteX73761" y="connsiteY73761"/>
              </a:cxn>
              <a:cxn ang="0">
                <a:pos x="connsiteX73762" y="connsiteY73762"/>
              </a:cxn>
              <a:cxn ang="0">
                <a:pos x="connsiteX73763" y="connsiteY73763"/>
              </a:cxn>
              <a:cxn ang="0">
                <a:pos x="connsiteX73764" y="connsiteY73764"/>
              </a:cxn>
              <a:cxn ang="0">
                <a:pos x="connsiteX73765" y="connsiteY73765"/>
              </a:cxn>
              <a:cxn ang="0">
                <a:pos x="connsiteX73766" y="connsiteY73766"/>
              </a:cxn>
              <a:cxn ang="0">
                <a:pos x="connsiteX73767" y="connsiteY73767"/>
              </a:cxn>
              <a:cxn ang="0">
                <a:pos x="connsiteX73768" y="connsiteY73768"/>
              </a:cxn>
              <a:cxn ang="0">
                <a:pos x="connsiteX73769" y="connsiteY73769"/>
              </a:cxn>
              <a:cxn ang="0">
                <a:pos x="connsiteX73770" y="connsiteY73770"/>
              </a:cxn>
              <a:cxn ang="0">
                <a:pos x="connsiteX73771" y="connsiteY73771"/>
              </a:cxn>
              <a:cxn ang="0">
                <a:pos x="connsiteX73772" y="connsiteY73772"/>
              </a:cxn>
              <a:cxn ang="0">
                <a:pos x="connsiteX73773" y="connsiteY73773"/>
              </a:cxn>
              <a:cxn ang="0">
                <a:pos x="connsiteX73774" y="connsiteY73774"/>
              </a:cxn>
              <a:cxn ang="0">
                <a:pos x="connsiteX73775" y="connsiteY73775"/>
              </a:cxn>
              <a:cxn ang="0">
                <a:pos x="connsiteX73776" y="connsiteY73776"/>
              </a:cxn>
              <a:cxn ang="0">
                <a:pos x="connsiteX73777" y="connsiteY73777"/>
              </a:cxn>
              <a:cxn ang="0">
                <a:pos x="connsiteX73778" y="connsiteY73778"/>
              </a:cxn>
              <a:cxn ang="0">
                <a:pos x="connsiteX73779" y="connsiteY73779"/>
              </a:cxn>
              <a:cxn ang="0">
                <a:pos x="connsiteX73780" y="connsiteY73780"/>
              </a:cxn>
              <a:cxn ang="0">
                <a:pos x="connsiteX73781" y="connsiteY73781"/>
              </a:cxn>
              <a:cxn ang="0">
                <a:pos x="connsiteX73782" y="connsiteY73782"/>
              </a:cxn>
              <a:cxn ang="0">
                <a:pos x="connsiteX73783" y="connsiteY73783"/>
              </a:cxn>
              <a:cxn ang="0">
                <a:pos x="connsiteX73784" y="connsiteY73784"/>
              </a:cxn>
              <a:cxn ang="0">
                <a:pos x="connsiteX73785" y="connsiteY73785"/>
              </a:cxn>
              <a:cxn ang="0">
                <a:pos x="connsiteX73786" y="connsiteY73786"/>
              </a:cxn>
              <a:cxn ang="0">
                <a:pos x="connsiteX73787" y="connsiteY73787"/>
              </a:cxn>
              <a:cxn ang="0">
                <a:pos x="connsiteX73788" y="connsiteY73788"/>
              </a:cxn>
              <a:cxn ang="0">
                <a:pos x="connsiteX73789" y="connsiteY73789"/>
              </a:cxn>
              <a:cxn ang="0">
                <a:pos x="connsiteX73790" y="connsiteY73790"/>
              </a:cxn>
              <a:cxn ang="0">
                <a:pos x="connsiteX73791" y="connsiteY73791"/>
              </a:cxn>
              <a:cxn ang="0">
                <a:pos x="connsiteX73792" y="connsiteY73792"/>
              </a:cxn>
              <a:cxn ang="0">
                <a:pos x="connsiteX73793" y="connsiteY73793"/>
              </a:cxn>
              <a:cxn ang="0">
                <a:pos x="connsiteX73794" y="connsiteY73794"/>
              </a:cxn>
              <a:cxn ang="0">
                <a:pos x="connsiteX73795" y="connsiteY73795"/>
              </a:cxn>
              <a:cxn ang="0">
                <a:pos x="connsiteX73796" y="connsiteY73796"/>
              </a:cxn>
              <a:cxn ang="0">
                <a:pos x="connsiteX73797" y="connsiteY73797"/>
              </a:cxn>
              <a:cxn ang="0">
                <a:pos x="connsiteX73798" y="connsiteY73798"/>
              </a:cxn>
              <a:cxn ang="0">
                <a:pos x="connsiteX73799" y="connsiteY73799"/>
              </a:cxn>
              <a:cxn ang="0">
                <a:pos x="connsiteX73800" y="connsiteY73800"/>
              </a:cxn>
              <a:cxn ang="0">
                <a:pos x="connsiteX73801" y="connsiteY73801"/>
              </a:cxn>
              <a:cxn ang="0">
                <a:pos x="connsiteX73802" y="connsiteY73802"/>
              </a:cxn>
              <a:cxn ang="0">
                <a:pos x="connsiteX73803" y="connsiteY73803"/>
              </a:cxn>
              <a:cxn ang="0">
                <a:pos x="connsiteX73804" y="connsiteY73804"/>
              </a:cxn>
              <a:cxn ang="0">
                <a:pos x="connsiteX73805" y="connsiteY73805"/>
              </a:cxn>
              <a:cxn ang="0">
                <a:pos x="connsiteX73806" y="connsiteY73806"/>
              </a:cxn>
              <a:cxn ang="0">
                <a:pos x="connsiteX73807" y="connsiteY73807"/>
              </a:cxn>
              <a:cxn ang="0">
                <a:pos x="connsiteX73808" y="connsiteY73808"/>
              </a:cxn>
              <a:cxn ang="0">
                <a:pos x="connsiteX73809" y="connsiteY73809"/>
              </a:cxn>
              <a:cxn ang="0">
                <a:pos x="connsiteX73810" y="connsiteY73810"/>
              </a:cxn>
              <a:cxn ang="0">
                <a:pos x="connsiteX73811" y="connsiteY73811"/>
              </a:cxn>
              <a:cxn ang="0">
                <a:pos x="connsiteX73812" y="connsiteY73812"/>
              </a:cxn>
              <a:cxn ang="0">
                <a:pos x="connsiteX73813" y="connsiteY73813"/>
              </a:cxn>
              <a:cxn ang="0">
                <a:pos x="connsiteX73814" y="connsiteY73814"/>
              </a:cxn>
              <a:cxn ang="0">
                <a:pos x="connsiteX73815" y="connsiteY73815"/>
              </a:cxn>
              <a:cxn ang="0">
                <a:pos x="connsiteX73816" y="connsiteY73816"/>
              </a:cxn>
              <a:cxn ang="0">
                <a:pos x="connsiteX73817" y="connsiteY73817"/>
              </a:cxn>
              <a:cxn ang="0">
                <a:pos x="connsiteX73818" y="connsiteY73818"/>
              </a:cxn>
              <a:cxn ang="0">
                <a:pos x="connsiteX73819" y="connsiteY73819"/>
              </a:cxn>
              <a:cxn ang="0">
                <a:pos x="connsiteX73820" y="connsiteY73820"/>
              </a:cxn>
              <a:cxn ang="0">
                <a:pos x="connsiteX73821" y="connsiteY73821"/>
              </a:cxn>
              <a:cxn ang="0">
                <a:pos x="connsiteX73822" y="connsiteY73822"/>
              </a:cxn>
              <a:cxn ang="0">
                <a:pos x="connsiteX73823" y="connsiteY73823"/>
              </a:cxn>
              <a:cxn ang="0">
                <a:pos x="connsiteX73824" y="connsiteY73824"/>
              </a:cxn>
              <a:cxn ang="0">
                <a:pos x="connsiteX73825" y="connsiteY73825"/>
              </a:cxn>
              <a:cxn ang="0">
                <a:pos x="connsiteX73826" y="connsiteY73826"/>
              </a:cxn>
              <a:cxn ang="0">
                <a:pos x="connsiteX73827" y="connsiteY73827"/>
              </a:cxn>
              <a:cxn ang="0">
                <a:pos x="connsiteX73828" y="connsiteY73828"/>
              </a:cxn>
              <a:cxn ang="0">
                <a:pos x="connsiteX73829" y="connsiteY73829"/>
              </a:cxn>
              <a:cxn ang="0">
                <a:pos x="connsiteX73830" y="connsiteY73830"/>
              </a:cxn>
              <a:cxn ang="0">
                <a:pos x="connsiteX73831" y="connsiteY73831"/>
              </a:cxn>
              <a:cxn ang="0">
                <a:pos x="connsiteX73832" y="connsiteY73832"/>
              </a:cxn>
              <a:cxn ang="0">
                <a:pos x="connsiteX73833" y="connsiteY73833"/>
              </a:cxn>
              <a:cxn ang="0">
                <a:pos x="connsiteX73834" y="connsiteY73834"/>
              </a:cxn>
              <a:cxn ang="0">
                <a:pos x="connsiteX73835" y="connsiteY73835"/>
              </a:cxn>
              <a:cxn ang="0">
                <a:pos x="connsiteX73836" y="connsiteY73836"/>
              </a:cxn>
              <a:cxn ang="0">
                <a:pos x="connsiteX73837" y="connsiteY73837"/>
              </a:cxn>
              <a:cxn ang="0">
                <a:pos x="connsiteX73838" y="connsiteY73838"/>
              </a:cxn>
              <a:cxn ang="0">
                <a:pos x="connsiteX73839" y="connsiteY73839"/>
              </a:cxn>
              <a:cxn ang="0">
                <a:pos x="connsiteX73840" y="connsiteY73840"/>
              </a:cxn>
              <a:cxn ang="0">
                <a:pos x="connsiteX73841" y="connsiteY73841"/>
              </a:cxn>
              <a:cxn ang="0">
                <a:pos x="connsiteX73842" y="connsiteY73842"/>
              </a:cxn>
              <a:cxn ang="0">
                <a:pos x="connsiteX73843" y="connsiteY73843"/>
              </a:cxn>
              <a:cxn ang="0">
                <a:pos x="connsiteX73844" y="connsiteY73844"/>
              </a:cxn>
              <a:cxn ang="0">
                <a:pos x="connsiteX73845" y="connsiteY73845"/>
              </a:cxn>
              <a:cxn ang="0">
                <a:pos x="connsiteX73846" y="connsiteY73846"/>
              </a:cxn>
              <a:cxn ang="0">
                <a:pos x="connsiteX73847" y="connsiteY73847"/>
              </a:cxn>
              <a:cxn ang="0">
                <a:pos x="connsiteX73848" y="connsiteY73848"/>
              </a:cxn>
              <a:cxn ang="0">
                <a:pos x="connsiteX73849" y="connsiteY73849"/>
              </a:cxn>
              <a:cxn ang="0">
                <a:pos x="connsiteX73850" y="connsiteY73850"/>
              </a:cxn>
              <a:cxn ang="0">
                <a:pos x="connsiteX73851" y="connsiteY73851"/>
              </a:cxn>
              <a:cxn ang="0">
                <a:pos x="connsiteX73852" y="connsiteY73852"/>
              </a:cxn>
              <a:cxn ang="0">
                <a:pos x="connsiteX73853" y="connsiteY73853"/>
              </a:cxn>
              <a:cxn ang="0">
                <a:pos x="connsiteX73854" y="connsiteY73854"/>
              </a:cxn>
              <a:cxn ang="0">
                <a:pos x="connsiteX73855" y="connsiteY73855"/>
              </a:cxn>
              <a:cxn ang="0">
                <a:pos x="connsiteX73856" y="connsiteY73856"/>
              </a:cxn>
              <a:cxn ang="0">
                <a:pos x="connsiteX73857" y="connsiteY73857"/>
              </a:cxn>
              <a:cxn ang="0">
                <a:pos x="connsiteX73858" y="connsiteY73858"/>
              </a:cxn>
              <a:cxn ang="0">
                <a:pos x="connsiteX73859" y="connsiteY73859"/>
              </a:cxn>
              <a:cxn ang="0">
                <a:pos x="connsiteX73860" y="connsiteY73860"/>
              </a:cxn>
              <a:cxn ang="0">
                <a:pos x="connsiteX73861" y="connsiteY73861"/>
              </a:cxn>
              <a:cxn ang="0">
                <a:pos x="connsiteX73862" y="connsiteY73862"/>
              </a:cxn>
              <a:cxn ang="0">
                <a:pos x="connsiteX73863" y="connsiteY73863"/>
              </a:cxn>
              <a:cxn ang="0">
                <a:pos x="connsiteX73864" y="connsiteY73864"/>
              </a:cxn>
              <a:cxn ang="0">
                <a:pos x="connsiteX73865" y="connsiteY73865"/>
              </a:cxn>
              <a:cxn ang="0">
                <a:pos x="connsiteX73866" y="connsiteY73866"/>
              </a:cxn>
              <a:cxn ang="0">
                <a:pos x="connsiteX73867" y="connsiteY73867"/>
              </a:cxn>
              <a:cxn ang="0">
                <a:pos x="connsiteX73868" y="connsiteY73868"/>
              </a:cxn>
              <a:cxn ang="0">
                <a:pos x="connsiteX73869" y="connsiteY73869"/>
              </a:cxn>
              <a:cxn ang="0">
                <a:pos x="connsiteX73870" y="connsiteY73870"/>
              </a:cxn>
              <a:cxn ang="0">
                <a:pos x="connsiteX73871" y="connsiteY73871"/>
              </a:cxn>
              <a:cxn ang="0">
                <a:pos x="connsiteX73872" y="connsiteY73872"/>
              </a:cxn>
              <a:cxn ang="0">
                <a:pos x="connsiteX73873" y="connsiteY73873"/>
              </a:cxn>
              <a:cxn ang="0">
                <a:pos x="connsiteX73874" y="connsiteY73874"/>
              </a:cxn>
              <a:cxn ang="0">
                <a:pos x="connsiteX73875" y="connsiteY73875"/>
              </a:cxn>
              <a:cxn ang="0">
                <a:pos x="connsiteX73876" y="connsiteY73876"/>
              </a:cxn>
              <a:cxn ang="0">
                <a:pos x="connsiteX73877" y="connsiteY73877"/>
              </a:cxn>
              <a:cxn ang="0">
                <a:pos x="connsiteX73878" y="connsiteY73878"/>
              </a:cxn>
              <a:cxn ang="0">
                <a:pos x="connsiteX73879" y="connsiteY73879"/>
              </a:cxn>
              <a:cxn ang="0">
                <a:pos x="connsiteX73880" y="connsiteY73880"/>
              </a:cxn>
              <a:cxn ang="0">
                <a:pos x="connsiteX73881" y="connsiteY73881"/>
              </a:cxn>
              <a:cxn ang="0">
                <a:pos x="connsiteX73882" y="connsiteY73882"/>
              </a:cxn>
              <a:cxn ang="0">
                <a:pos x="connsiteX73883" y="connsiteY73883"/>
              </a:cxn>
              <a:cxn ang="0">
                <a:pos x="connsiteX73884" y="connsiteY73884"/>
              </a:cxn>
              <a:cxn ang="0">
                <a:pos x="connsiteX73885" y="connsiteY73885"/>
              </a:cxn>
              <a:cxn ang="0">
                <a:pos x="connsiteX73886" y="connsiteY73886"/>
              </a:cxn>
              <a:cxn ang="0">
                <a:pos x="connsiteX73887" y="connsiteY73887"/>
              </a:cxn>
              <a:cxn ang="0">
                <a:pos x="connsiteX73888" y="connsiteY73888"/>
              </a:cxn>
              <a:cxn ang="0">
                <a:pos x="connsiteX73889" y="connsiteY73889"/>
              </a:cxn>
              <a:cxn ang="0">
                <a:pos x="connsiteX73890" y="connsiteY73890"/>
              </a:cxn>
              <a:cxn ang="0">
                <a:pos x="connsiteX73891" y="connsiteY73891"/>
              </a:cxn>
              <a:cxn ang="0">
                <a:pos x="connsiteX73892" y="connsiteY73892"/>
              </a:cxn>
              <a:cxn ang="0">
                <a:pos x="connsiteX73893" y="connsiteY73893"/>
              </a:cxn>
              <a:cxn ang="0">
                <a:pos x="connsiteX73894" y="connsiteY73894"/>
              </a:cxn>
              <a:cxn ang="0">
                <a:pos x="connsiteX73895" y="connsiteY73895"/>
              </a:cxn>
              <a:cxn ang="0">
                <a:pos x="connsiteX73896" y="connsiteY73896"/>
              </a:cxn>
              <a:cxn ang="0">
                <a:pos x="connsiteX73897" y="connsiteY73897"/>
              </a:cxn>
              <a:cxn ang="0">
                <a:pos x="connsiteX73898" y="connsiteY73898"/>
              </a:cxn>
              <a:cxn ang="0">
                <a:pos x="connsiteX73899" y="connsiteY73899"/>
              </a:cxn>
              <a:cxn ang="0">
                <a:pos x="connsiteX73900" y="connsiteY73900"/>
              </a:cxn>
              <a:cxn ang="0">
                <a:pos x="connsiteX73901" y="connsiteY73901"/>
              </a:cxn>
              <a:cxn ang="0">
                <a:pos x="connsiteX73902" y="connsiteY73902"/>
              </a:cxn>
              <a:cxn ang="0">
                <a:pos x="connsiteX73903" y="connsiteY73903"/>
              </a:cxn>
              <a:cxn ang="0">
                <a:pos x="connsiteX73904" y="connsiteY73904"/>
              </a:cxn>
              <a:cxn ang="0">
                <a:pos x="connsiteX73905" y="connsiteY73905"/>
              </a:cxn>
              <a:cxn ang="0">
                <a:pos x="connsiteX73906" y="connsiteY73906"/>
              </a:cxn>
              <a:cxn ang="0">
                <a:pos x="connsiteX73907" y="connsiteY73907"/>
              </a:cxn>
              <a:cxn ang="0">
                <a:pos x="connsiteX73908" y="connsiteY73908"/>
              </a:cxn>
              <a:cxn ang="0">
                <a:pos x="connsiteX73909" y="connsiteY73909"/>
              </a:cxn>
              <a:cxn ang="0">
                <a:pos x="connsiteX73910" y="connsiteY73910"/>
              </a:cxn>
              <a:cxn ang="0">
                <a:pos x="connsiteX73911" y="connsiteY73911"/>
              </a:cxn>
              <a:cxn ang="0">
                <a:pos x="connsiteX73912" y="connsiteY73912"/>
              </a:cxn>
              <a:cxn ang="0">
                <a:pos x="connsiteX73913" y="connsiteY73913"/>
              </a:cxn>
              <a:cxn ang="0">
                <a:pos x="connsiteX73914" y="connsiteY73914"/>
              </a:cxn>
              <a:cxn ang="0">
                <a:pos x="connsiteX73915" y="connsiteY73915"/>
              </a:cxn>
              <a:cxn ang="0">
                <a:pos x="connsiteX73916" y="connsiteY73916"/>
              </a:cxn>
              <a:cxn ang="0">
                <a:pos x="connsiteX73917" y="connsiteY73917"/>
              </a:cxn>
              <a:cxn ang="0">
                <a:pos x="connsiteX73918" y="connsiteY73918"/>
              </a:cxn>
              <a:cxn ang="0">
                <a:pos x="connsiteX73919" y="connsiteY73919"/>
              </a:cxn>
              <a:cxn ang="0">
                <a:pos x="connsiteX73920" y="connsiteY73920"/>
              </a:cxn>
              <a:cxn ang="0">
                <a:pos x="connsiteX73921" y="connsiteY73921"/>
              </a:cxn>
              <a:cxn ang="0">
                <a:pos x="connsiteX73922" y="connsiteY73922"/>
              </a:cxn>
              <a:cxn ang="0">
                <a:pos x="connsiteX73923" y="connsiteY73923"/>
              </a:cxn>
              <a:cxn ang="0">
                <a:pos x="connsiteX73924" y="connsiteY73924"/>
              </a:cxn>
              <a:cxn ang="0">
                <a:pos x="connsiteX73925" y="connsiteY73925"/>
              </a:cxn>
              <a:cxn ang="0">
                <a:pos x="connsiteX73926" y="connsiteY73926"/>
              </a:cxn>
              <a:cxn ang="0">
                <a:pos x="connsiteX73927" y="connsiteY73927"/>
              </a:cxn>
              <a:cxn ang="0">
                <a:pos x="connsiteX73928" y="connsiteY73928"/>
              </a:cxn>
              <a:cxn ang="0">
                <a:pos x="connsiteX73929" y="connsiteY73929"/>
              </a:cxn>
              <a:cxn ang="0">
                <a:pos x="connsiteX73930" y="connsiteY73930"/>
              </a:cxn>
              <a:cxn ang="0">
                <a:pos x="connsiteX73931" y="connsiteY73931"/>
              </a:cxn>
              <a:cxn ang="0">
                <a:pos x="connsiteX73932" y="connsiteY73932"/>
              </a:cxn>
              <a:cxn ang="0">
                <a:pos x="connsiteX73933" y="connsiteY73933"/>
              </a:cxn>
              <a:cxn ang="0">
                <a:pos x="connsiteX73934" y="connsiteY73934"/>
              </a:cxn>
              <a:cxn ang="0">
                <a:pos x="connsiteX73935" y="connsiteY73935"/>
              </a:cxn>
              <a:cxn ang="0">
                <a:pos x="connsiteX73936" y="connsiteY73936"/>
              </a:cxn>
              <a:cxn ang="0">
                <a:pos x="connsiteX73937" y="connsiteY73937"/>
              </a:cxn>
              <a:cxn ang="0">
                <a:pos x="connsiteX73938" y="connsiteY73938"/>
              </a:cxn>
              <a:cxn ang="0">
                <a:pos x="connsiteX73939" y="connsiteY73939"/>
              </a:cxn>
              <a:cxn ang="0">
                <a:pos x="connsiteX73940" y="connsiteY73940"/>
              </a:cxn>
              <a:cxn ang="0">
                <a:pos x="connsiteX73941" y="connsiteY73941"/>
              </a:cxn>
              <a:cxn ang="0">
                <a:pos x="connsiteX73942" y="connsiteY73942"/>
              </a:cxn>
              <a:cxn ang="0">
                <a:pos x="connsiteX73943" y="connsiteY73943"/>
              </a:cxn>
              <a:cxn ang="0">
                <a:pos x="connsiteX73944" y="connsiteY73944"/>
              </a:cxn>
              <a:cxn ang="0">
                <a:pos x="connsiteX73945" y="connsiteY73945"/>
              </a:cxn>
              <a:cxn ang="0">
                <a:pos x="connsiteX73946" y="connsiteY73946"/>
              </a:cxn>
              <a:cxn ang="0">
                <a:pos x="connsiteX73947" y="connsiteY73947"/>
              </a:cxn>
              <a:cxn ang="0">
                <a:pos x="connsiteX73948" y="connsiteY73948"/>
              </a:cxn>
              <a:cxn ang="0">
                <a:pos x="connsiteX73949" y="connsiteY73949"/>
              </a:cxn>
              <a:cxn ang="0">
                <a:pos x="connsiteX73950" y="connsiteY73950"/>
              </a:cxn>
              <a:cxn ang="0">
                <a:pos x="connsiteX73951" y="connsiteY73951"/>
              </a:cxn>
              <a:cxn ang="0">
                <a:pos x="connsiteX73952" y="connsiteY73952"/>
              </a:cxn>
              <a:cxn ang="0">
                <a:pos x="connsiteX73953" y="connsiteY73953"/>
              </a:cxn>
              <a:cxn ang="0">
                <a:pos x="connsiteX73954" y="connsiteY73954"/>
              </a:cxn>
              <a:cxn ang="0">
                <a:pos x="connsiteX73955" y="connsiteY73955"/>
              </a:cxn>
              <a:cxn ang="0">
                <a:pos x="connsiteX73956" y="connsiteY73956"/>
              </a:cxn>
              <a:cxn ang="0">
                <a:pos x="connsiteX73957" y="connsiteY73957"/>
              </a:cxn>
              <a:cxn ang="0">
                <a:pos x="connsiteX73958" y="connsiteY73958"/>
              </a:cxn>
              <a:cxn ang="0">
                <a:pos x="connsiteX73959" y="connsiteY73959"/>
              </a:cxn>
              <a:cxn ang="0">
                <a:pos x="connsiteX73960" y="connsiteY73960"/>
              </a:cxn>
              <a:cxn ang="0">
                <a:pos x="connsiteX73961" y="connsiteY73961"/>
              </a:cxn>
              <a:cxn ang="0">
                <a:pos x="connsiteX73962" y="connsiteY73962"/>
              </a:cxn>
              <a:cxn ang="0">
                <a:pos x="connsiteX73963" y="connsiteY73963"/>
              </a:cxn>
              <a:cxn ang="0">
                <a:pos x="connsiteX73964" y="connsiteY73964"/>
              </a:cxn>
              <a:cxn ang="0">
                <a:pos x="connsiteX73965" y="connsiteY73965"/>
              </a:cxn>
              <a:cxn ang="0">
                <a:pos x="connsiteX73966" y="connsiteY73966"/>
              </a:cxn>
              <a:cxn ang="0">
                <a:pos x="connsiteX73967" y="connsiteY73967"/>
              </a:cxn>
              <a:cxn ang="0">
                <a:pos x="connsiteX73968" y="connsiteY73968"/>
              </a:cxn>
              <a:cxn ang="0">
                <a:pos x="connsiteX73969" y="connsiteY73969"/>
              </a:cxn>
              <a:cxn ang="0">
                <a:pos x="connsiteX73970" y="connsiteY73970"/>
              </a:cxn>
              <a:cxn ang="0">
                <a:pos x="connsiteX73971" y="connsiteY73971"/>
              </a:cxn>
              <a:cxn ang="0">
                <a:pos x="connsiteX73972" y="connsiteY73972"/>
              </a:cxn>
              <a:cxn ang="0">
                <a:pos x="connsiteX73973" y="connsiteY73973"/>
              </a:cxn>
              <a:cxn ang="0">
                <a:pos x="connsiteX73974" y="connsiteY73974"/>
              </a:cxn>
              <a:cxn ang="0">
                <a:pos x="connsiteX73975" y="connsiteY73975"/>
              </a:cxn>
              <a:cxn ang="0">
                <a:pos x="connsiteX73976" y="connsiteY73976"/>
              </a:cxn>
              <a:cxn ang="0">
                <a:pos x="connsiteX73977" y="connsiteY73977"/>
              </a:cxn>
              <a:cxn ang="0">
                <a:pos x="connsiteX73978" y="connsiteY73978"/>
              </a:cxn>
              <a:cxn ang="0">
                <a:pos x="connsiteX73979" y="connsiteY73979"/>
              </a:cxn>
              <a:cxn ang="0">
                <a:pos x="connsiteX73980" y="connsiteY73980"/>
              </a:cxn>
              <a:cxn ang="0">
                <a:pos x="connsiteX73981" y="connsiteY73981"/>
              </a:cxn>
              <a:cxn ang="0">
                <a:pos x="connsiteX73982" y="connsiteY73982"/>
              </a:cxn>
              <a:cxn ang="0">
                <a:pos x="connsiteX73983" y="connsiteY73983"/>
              </a:cxn>
              <a:cxn ang="0">
                <a:pos x="connsiteX73984" y="connsiteY73984"/>
              </a:cxn>
              <a:cxn ang="0">
                <a:pos x="connsiteX73985" y="connsiteY73985"/>
              </a:cxn>
              <a:cxn ang="0">
                <a:pos x="connsiteX73986" y="connsiteY73986"/>
              </a:cxn>
              <a:cxn ang="0">
                <a:pos x="connsiteX73987" y="connsiteY73987"/>
              </a:cxn>
              <a:cxn ang="0">
                <a:pos x="connsiteX73988" y="connsiteY73988"/>
              </a:cxn>
              <a:cxn ang="0">
                <a:pos x="connsiteX73989" y="connsiteY73989"/>
              </a:cxn>
              <a:cxn ang="0">
                <a:pos x="connsiteX73990" y="connsiteY73990"/>
              </a:cxn>
              <a:cxn ang="0">
                <a:pos x="connsiteX73991" y="connsiteY73991"/>
              </a:cxn>
              <a:cxn ang="0">
                <a:pos x="connsiteX73992" y="connsiteY73992"/>
              </a:cxn>
              <a:cxn ang="0">
                <a:pos x="connsiteX73993" y="connsiteY73993"/>
              </a:cxn>
              <a:cxn ang="0">
                <a:pos x="connsiteX73994" y="connsiteY73994"/>
              </a:cxn>
              <a:cxn ang="0">
                <a:pos x="connsiteX73995" y="connsiteY73995"/>
              </a:cxn>
              <a:cxn ang="0">
                <a:pos x="connsiteX73996" y="connsiteY73996"/>
              </a:cxn>
              <a:cxn ang="0">
                <a:pos x="connsiteX73997" y="connsiteY73997"/>
              </a:cxn>
              <a:cxn ang="0">
                <a:pos x="connsiteX73998" y="connsiteY73998"/>
              </a:cxn>
              <a:cxn ang="0">
                <a:pos x="connsiteX73999" y="connsiteY73999"/>
              </a:cxn>
              <a:cxn ang="0">
                <a:pos x="connsiteX74000" y="connsiteY74000"/>
              </a:cxn>
              <a:cxn ang="0">
                <a:pos x="connsiteX74001" y="connsiteY74001"/>
              </a:cxn>
              <a:cxn ang="0">
                <a:pos x="connsiteX74002" y="connsiteY74002"/>
              </a:cxn>
              <a:cxn ang="0">
                <a:pos x="connsiteX74003" y="connsiteY74003"/>
              </a:cxn>
              <a:cxn ang="0">
                <a:pos x="connsiteX74004" y="connsiteY74004"/>
              </a:cxn>
              <a:cxn ang="0">
                <a:pos x="connsiteX74005" y="connsiteY74005"/>
              </a:cxn>
              <a:cxn ang="0">
                <a:pos x="connsiteX74006" y="connsiteY74006"/>
              </a:cxn>
              <a:cxn ang="0">
                <a:pos x="connsiteX74007" y="connsiteY74007"/>
              </a:cxn>
              <a:cxn ang="0">
                <a:pos x="connsiteX74008" y="connsiteY74008"/>
              </a:cxn>
              <a:cxn ang="0">
                <a:pos x="connsiteX74009" y="connsiteY74009"/>
              </a:cxn>
              <a:cxn ang="0">
                <a:pos x="connsiteX74010" y="connsiteY74010"/>
              </a:cxn>
              <a:cxn ang="0">
                <a:pos x="connsiteX74011" y="connsiteY74011"/>
              </a:cxn>
              <a:cxn ang="0">
                <a:pos x="connsiteX74012" y="connsiteY74012"/>
              </a:cxn>
              <a:cxn ang="0">
                <a:pos x="connsiteX74013" y="connsiteY74013"/>
              </a:cxn>
              <a:cxn ang="0">
                <a:pos x="connsiteX74014" y="connsiteY74014"/>
              </a:cxn>
              <a:cxn ang="0">
                <a:pos x="connsiteX74015" y="connsiteY74015"/>
              </a:cxn>
              <a:cxn ang="0">
                <a:pos x="connsiteX74016" y="connsiteY74016"/>
              </a:cxn>
              <a:cxn ang="0">
                <a:pos x="connsiteX74017" y="connsiteY74017"/>
              </a:cxn>
              <a:cxn ang="0">
                <a:pos x="connsiteX74018" y="connsiteY74018"/>
              </a:cxn>
              <a:cxn ang="0">
                <a:pos x="connsiteX74019" y="connsiteY74019"/>
              </a:cxn>
              <a:cxn ang="0">
                <a:pos x="connsiteX74020" y="connsiteY74020"/>
              </a:cxn>
              <a:cxn ang="0">
                <a:pos x="connsiteX74021" y="connsiteY74021"/>
              </a:cxn>
              <a:cxn ang="0">
                <a:pos x="connsiteX74022" y="connsiteY74022"/>
              </a:cxn>
              <a:cxn ang="0">
                <a:pos x="connsiteX74023" y="connsiteY74023"/>
              </a:cxn>
              <a:cxn ang="0">
                <a:pos x="connsiteX74024" y="connsiteY74024"/>
              </a:cxn>
              <a:cxn ang="0">
                <a:pos x="connsiteX74025" y="connsiteY74025"/>
              </a:cxn>
              <a:cxn ang="0">
                <a:pos x="connsiteX74026" y="connsiteY74026"/>
              </a:cxn>
              <a:cxn ang="0">
                <a:pos x="connsiteX74027" y="connsiteY74027"/>
              </a:cxn>
              <a:cxn ang="0">
                <a:pos x="connsiteX74028" y="connsiteY74028"/>
              </a:cxn>
              <a:cxn ang="0">
                <a:pos x="connsiteX74029" y="connsiteY74029"/>
              </a:cxn>
              <a:cxn ang="0">
                <a:pos x="connsiteX74030" y="connsiteY74030"/>
              </a:cxn>
              <a:cxn ang="0">
                <a:pos x="connsiteX74031" y="connsiteY74031"/>
              </a:cxn>
              <a:cxn ang="0">
                <a:pos x="connsiteX74032" y="connsiteY74032"/>
              </a:cxn>
              <a:cxn ang="0">
                <a:pos x="connsiteX74033" y="connsiteY74033"/>
              </a:cxn>
              <a:cxn ang="0">
                <a:pos x="connsiteX74034" y="connsiteY74034"/>
              </a:cxn>
              <a:cxn ang="0">
                <a:pos x="connsiteX74035" y="connsiteY74035"/>
              </a:cxn>
              <a:cxn ang="0">
                <a:pos x="connsiteX74036" y="connsiteY74036"/>
              </a:cxn>
              <a:cxn ang="0">
                <a:pos x="connsiteX74037" y="connsiteY74037"/>
              </a:cxn>
              <a:cxn ang="0">
                <a:pos x="connsiteX74038" y="connsiteY74038"/>
              </a:cxn>
              <a:cxn ang="0">
                <a:pos x="connsiteX74039" y="connsiteY74039"/>
              </a:cxn>
              <a:cxn ang="0">
                <a:pos x="connsiteX74040" y="connsiteY74040"/>
              </a:cxn>
              <a:cxn ang="0">
                <a:pos x="connsiteX74041" y="connsiteY74041"/>
              </a:cxn>
              <a:cxn ang="0">
                <a:pos x="connsiteX74042" y="connsiteY74042"/>
              </a:cxn>
              <a:cxn ang="0">
                <a:pos x="connsiteX74043" y="connsiteY74043"/>
              </a:cxn>
              <a:cxn ang="0">
                <a:pos x="connsiteX74044" y="connsiteY74044"/>
              </a:cxn>
              <a:cxn ang="0">
                <a:pos x="connsiteX74045" y="connsiteY74045"/>
              </a:cxn>
              <a:cxn ang="0">
                <a:pos x="connsiteX74046" y="connsiteY74046"/>
              </a:cxn>
              <a:cxn ang="0">
                <a:pos x="connsiteX74047" y="connsiteY74047"/>
              </a:cxn>
              <a:cxn ang="0">
                <a:pos x="connsiteX74048" y="connsiteY74048"/>
              </a:cxn>
              <a:cxn ang="0">
                <a:pos x="connsiteX74049" y="connsiteY74049"/>
              </a:cxn>
              <a:cxn ang="0">
                <a:pos x="connsiteX74050" y="connsiteY74050"/>
              </a:cxn>
              <a:cxn ang="0">
                <a:pos x="connsiteX74051" y="connsiteY74051"/>
              </a:cxn>
              <a:cxn ang="0">
                <a:pos x="connsiteX74052" y="connsiteY74052"/>
              </a:cxn>
              <a:cxn ang="0">
                <a:pos x="connsiteX74053" y="connsiteY74053"/>
              </a:cxn>
              <a:cxn ang="0">
                <a:pos x="connsiteX74054" y="connsiteY74054"/>
              </a:cxn>
              <a:cxn ang="0">
                <a:pos x="connsiteX74055" y="connsiteY74055"/>
              </a:cxn>
              <a:cxn ang="0">
                <a:pos x="connsiteX74056" y="connsiteY74056"/>
              </a:cxn>
              <a:cxn ang="0">
                <a:pos x="connsiteX74057" y="connsiteY74057"/>
              </a:cxn>
              <a:cxn ang="0">
                <a:pos x="connsiteX74058" y="connsiteY74058"/>
              </a:cxn>
              <a:cxn ang="0">
                <a:pos x="connsiteX74059" y="connsiteY74059"/>
              </a:cxn>
              <a:cxn ang="0">
                <a:pos x="connsiteX74060" y="connsiteY74060"/>
              </a:cxn>
              <a:cxn ang="0">
                <a:pos x="connsiteX74061" y="connsiteY74061"/>
              </a:cxn>
              <a:cxn ang="0">
                <a:pos x="connsiteX74062" y="connsiteY74062"/>
              </a:cxn>
              <a:cxn ang="0">
                <a:pos x="connsiteX74063" y="connsiteY74063"/>
              </a:cxn>
              <a:cxn ang="0">
                <a:pos x="connsiteX74064" y="connsiteY74064"/>
              </a:cxn>
              <a:cxn ang="0">
                <a:pos x="connsiteX74065" y="connsiteY74065"/>
              </a:cxn>
              <a:cxn ang="0">
                <a:pos x="connsiteX74066" y="connsiteY74066"/>
              </a:cxn>
              <a:cxn ang="0">
                <a:pos x="connsiteX74067" y="connsiteY74067"/>
              </a:cxn>
              <a:cxn ang="0">
                <a:pos x="connsiteX74068" y="connsiteY74068"/>
              </a:cxn>
              <a:cxn ang="0">
                <a:pos x="connsiteX74069" y="connsiteY74069"/>
              </a:cxn>
              <a:cxn ang="0">
                <a:pos x="connsiteX74070" y="connsiteY74070"/>
              </a:cxn>
              <a:cxn ang="0">
                <a:pos x="connsiteX74071" y="connsiteY74071"/>
              </a:cxn>
              <a:cxn ang="0">
                <a:pos x="connsiteX74072" y="connsiteY74072"/>
              </a:cxn>
              <a:cxn ang="0">
                <a:pos x="connsiteX74073" y="connsiteY74073"/>
              </a:cxn>
              <a:cxn ang="0">
                <a:pos x="connsiteX74074" y="connsiteY74074"/>
              </a:cxn>
              <a:cxn ang="0">
                <a:pos x="connsiteX74075" y="connsiteY74075"/>
              </a:cxn>
              <a:cxn ang="0">
                <a:pos x="connsiteX74076" y="connsiteY74076"/>
              </a:cxn>
              <a:cxn ang="0">
                <a:pos x="connsiteX74077" y="connsiteY74077"/>
              </a:cxn>
              <a:cxn ang="0">
                <a:pos x="connsiteX74078" y="connsiteY74078"/>
              </a:cxn>
              <a:cxn ang="0">
                <a:pos x="connsiteX74079" y="connsiteY74079"/>
              </a:cxn>
              <a:cxn ang="0">
                <a:pos x="connsiteX74080" y="connsiteY74080"/>
              </a:cxn>
              <a:cxn ang="0">
                <a:pos x="connsiteX74081" y="connsiteY74081"/>
              </a:cxn>
              <a:cxn ang="0">
                <a:pos x="connsiteX74082" y="connsiteY74082"/>
              </a:cxn>
              <a:cxn ang="0">
                <a:pos x="connsiteX74083" y="connsiteY74083"/>
              </a:cxn>
              <a:cxn ang="0">
                <a:pos x="connsiteX74084" y="connsiteY74084"/>
              </a:cxn>
              <a:cxn ang="0">
                <a:pos x="connsiteX74085" y="connsiteY74085"/>
              </a:cxn>
              <a:cxn ang="0">
                <a:pos x="connsiteX74086" y="connsiteY74086"/>
              </a:cxn>
              <a:cxn ang="0">
                <a:pos x="connsiteX74087" y="connsiteY74087"/>
              </a:cxn>
              <a:cxn ang="0">
                <a:pos x="connsiteX74088" y="connsiteY74088"/>
              </a:cxn>
              <a:cxn ang="0">
                <a:pos x="connsiteX74089" y="connsiteY74089"/>
              </a:cxn>
              <a:cxn ang="0">
                <a:pos x="connsiteX74090" y="connsiteY74090"/>
              </a:cxn>
              <a:cxn ang="0">
                <a:pos x="connsiteX74091" y="connsiteY74091"/>
              </a:cxn>
              <a:cxn ang="0">
                <a:pos x="connsiteX74092" y="connsiteY74092"/>
              </a:cxn>
              <a:cxn ang="0">
                <a:pos x="connsiteX74093" y="connsiteY74093"/>
              </a:cxn>
              <a:cxn ang="0">
                <a:pos x="connsiteX74094" y="connsiteY74094"/>
              </a:cxn>
              <a:cxn ang="0">
                <a:pos x="connsiteX74095" y="connsiteY74095"/>
              </a:cxn>
              <a:cxn ang="0">
                <a:pos x="connsiteX74096" y="connsiteY74096"/>
              </a:cxn>
              <a:cxn ang="0">
                <a:pos x="connsiteX74097" y="connsiteY74097"/>
              </a:cxn>
              <a:cxn ang="0">
                <a:pos x="connsiteX74098" y="connsiteY74098"/>
              </a:cxn>
              <a:cxn ang="0">
                <a:pos x="connsiteX74099" y="connsiteY74099"/>
              </a:cxn>
              <a:cxn ang="0">
                <a:pos x="connsiteX74100" y="connsiteY74100"/>
              </a:cxn>
              <a:cxn ang="0">
                <a:pos x="connsiteX74101" y="connsiteY74101"/>
              </a:cxn>
              <a:cxn ang="0">
                <a:pos x="connsiteX74102" y="connsiteY74102"/>
              </a:cxn>
              <a:cxn ang="0">
                <a:pos x="connsiteX74103" y="connsiteY74103"/>
              </a:cxn>
              <a:cxn ang="0">
                <a:pos x="connsiteX74104" y="connsiteY74104"/>
              </a:cxn>
              <a:cxn ang="0">
                <a:pos x="connsiteX74105" y="connsiteY74105"/>
              </a:cxn>
              <a:cxn ang="0">
                <a:pos x="connsiteX74106" y="connsiteY74106"/>
              </a:cxn>
              <a:cxn ang="0">
                <a:pos x="connsiteX74107" y="connsiteY74107"/>
              </a:cxn>
              <a:cxn ang="0">
                <a:pos x="connsiteX74108" y="connsiteY74108"/>
              </a:cxn>
              <a:cxn ang="0">
                <a:pos x="connsiteX74109" y="connsiteY74109"/>
              </a:cxn>
              <a:cxn ang="0">
                <a:pos x="connsiteX74110" y="connsiteY74110"/>
              </a:cxn>
              <a:cxn ang="0">
                <a:pos x="connsiteX74111" y="connsiteY74111"/>
              </a:cxn>
              <a:cxn ang="0">
                <a:pos x="connsiteX74112" y="connsiteY74112"/>
              </a:cxn>
              <a:cxn ang="0">
                <a:pos x="connsiteX74113" y="connsiteY74113"/>
              </a:cxn>
              <a:cxn ang="0">
                <a:pos x="connsiteX74114" y="connsiteY74114"/>
              </a:cxn>
              <a:cxn ang="0">
                <a:pos x="connsiteX74115" y="connsiteY74115"/>
              </a:cxn>
              <a:cxn ang="0">
                <a:pos x="connsiteX74116" y="connsiteY74116"/>
              </a:cxn>
              <a:cxn ang="0">
                <a:pos x="connsiteX74117" y="connsiteY74117"/>
              </a:cxn>
              <a:cxn ang="0">
                <a:pos x="connsiteX74118" y="connsiteY74118"/>
              </a:cxn>
              <a:cxn ang="0">
                <a:pos x="connsiteX74119" y="connsiteY74119"/>
              </a:cxn>
              <a:cxn ang="0">
                <a:pos x="connsiteX74120" y="connsiteY74120"/>
              </a:cxn>
              <a:cxn ang="0">
                <a:pos x="connsiteX74121" y="connsiteY74121"/>
              </a:cxn>
              <a:cxn ang="0">
                <a:pos x="connsiteX74122" y="connsiteY74122"/>
              </a:cxn>
              <a:cxn ang="0">
                <a:pos x="connsiteX74123" y="connsiteY74123"/>
              </a:cxn>
              <a:cxn ang="0">
                <a:pos x="connsiteX74124" y="connsiteY74124"/>
              </a:cxn>
              <a:cxn ang="0">
                <a:pos x="connsiteX74125" y="connsiteY74125"/>
              </a:cxn>
              <a:cxn ang="0">
                <a:pos x="connsiteX74126" y="connsiteY74126"/>
              </a:cxn>
              <a:cxn ang="0">
                <a:pos x="connsiteX74127" y="connsiteY74127"/>
              </a:cxn>
              <a:cxn ang="0">
                <a:pos x="connsiteX74128" y="connsiteY74128"/>
              </a:cxn>
              <a:cxn ang="0">
                <a:pos x="connsiteX74129" y="connsiteY74129"/>
              </a:cxn>
              <a:cxn ang="0">
                <a:pos x="connsiteX74130" y="connsiteY74130"/>
              </a:cxn>
              <a:cxn ang="0">
                <a:pos x="connsiteX74131" y="connsiteY74131"/>
              </a:cxn>
              <a:cxn ang="0">
                <a:pos x="connsiteX74132" y="connsiteY74132"/>
              </a:cxn>
              <a:cxn ang="0">
                <a:pos x="connsiteX74133" y="connsiteY74133"/>
              </a:cxn>
              <a:cxn ang="0">
                <a:pos x="connsiteX74134" y="connsiteY74134"/>
              </a:cxn>
              <a:cxn ang="0">
                <a:pos x="connsiteX74135" y="connsiteY74135"/>
              </a:cxn>
              <a:cxn ang="0">
                <a:pos x="connsiteX74136" y="connsiteY74136"/>
              </a:cxn>
              <a:cxn ang="0">
                <a:pos x="connsiteX74137" y="connsiteY74137"/>
              </a:cxn>
              <a:cxn ang="0">
                <a:pos x="connsiteX74138" y="connsiteY74138"/>
              </a:cxn>
              <a:cxn ang="0">
                <a:pos x="connsiteX74139" y="connsiteY74139"/>
              </a:cxn>
              <a:cxn ang="0">
                <a:pos x="connsiteX74140" y="connsiteY74140"/>
              </a:cxn>
              <a:cxn ang="0">
                <a:pos x="connsiteX74141" y="connsiteY74141"/>
              </a:cxn>
              <a:cxn ang="0">
                <a:pos x="connsiteX74142" y="connsiteY74142"/>
              </a:cxn>
              <a:cxn ang="0">
                <a:pos x="connsiteX74143" y="connsiteY74143"/>
              </a:cxn>
              <a:cxn ang="0">
                <a:pos x="connsiteX74144" y="connsiteY74144"/>
              </a:cxn>
              <a:cxn ang="0">
                <a:pos x="connsiteX74145" y="connsiteY74145"/>
              </a:cxn>
              <a:cxn ang="0">
                <a:pos x="connsiteX74146" y="connsiteY74146"/>
              </a:cxn>
              <a:cxn ang="0">
                <a:pos x="connsiteX74147" y="connsiteY74147"/>
              </a:cxn>
              <a:cxn ang="0">
                <a:pos x="connsiteX74148" y="connsiteY74148"/>
              </a:cxn>
              <a:cxn ang="0">
                <a:pos x="connsiteX74149" y="connsiteY74149"/>
              </a:cxn>
              <a:cxn ang="0">
                <a:pos x="connsiteX74150" y="connsiteY74150"/>
              </a:cxn>
              <a:cxn ang="0">
                <a:pos x="connsiteX74151" y="connsiteY74151"/>
              </a:cxn>
              <a:cxn ang="0">
                <a:pos x="connsiteX74152" y="connsiteY74152"/>
              </a:cxn>
              <a:cxn ang="0">
                <a:pos x="connsiteX74153" y="connsiteY74153"/>
              </a:cxn>
              <a:cxn ang="0">
                <a:pos x="connsiteX74154" y="connsiteY74154"/>
              </a:cxn>
              <a:cxn ang="0">
                <a:pos x="connsiteX74155" y="connsiteY74155"/>
              </a:cxn>
              <a:cxn ang="0">
                <a:pos x="connsiteX74156" y="connsiteY74156"/>
              </a:cxn>
              <a:cxn ang="0">
                <a:pos x="connsiteX74157" y="connsiteY74157"/>
              </a:cxn>
              <a:cxn ang="0">
                <a:pos x="connsiteX74158" y="connsiteY74158"/>
              </a:cxn>
              <a:cxn ang="0">
                <a:pos x="connsiteX74159" y="connsiteY74159"/>
              </a:cxn>
              <a:cxn ang="0">
                <a:pos x="connsiteX74160" y="connsiteY74160"/>
              </a:cxn>
              <a:cxn ang="0">
                <a:pos x="connsiteX74161" y="connsiteY74161"/>
              </a:cxn>
              <a:cxn ang="0">
                <a:pos x="connsiteX74162" y="connsiteY74162"/>
              </a:cxn>
              <a:cxn ang="0">
                <a:pos x="connsiteX74163" y="connsiteY74163"/>
              </a:cxn>
              <a:cxn ang="0">
                <a:pos x="connsiteX74164" y="connsiteY74164"/>
              </a:cxn>
              <a:cxn ang="0">
                <a:pos x="connsiteX74165" y="connsiteY74165"/>
              </a:cxn>
              <a:cxn ang="0">
                <a:pos x="connsiteX74166" y="connsiteY74166"/>
              </a:cxn>
              <a:cxn ang="0">
                <a:pos x="connsiteX74167" y="connsiteY74167"/>
              </a:cxn>
              <a:cxn ang="0">
                <a:pos x="connsiteX74168" y="connsiteY74168"/>
              </a:cxn>
              <a:cxn ang="0">
                <a:pos x="connsiteX74169" y="connsiteY74169"/>
              </a:cxn>
              <a:cxn ang="0">
                <a:pos x="connsiteX74170" y="connsiteY74170"/>
              </a:cxn>
              <a:cxn ang="0">
                <a:pos x="connsiteX74171" y="connsiteY74171"/>
              </a:cxn>
              <a:cxn ang="0">
                <a:pos x="connsiteX74172" y="connsiteY74172"/>
              </a:cxn>
              <a:cxn ang="0">
                <a:pos x="connsiteX74173" y="connsiteY74173"/>
              </a:cxn>
              <a:cxn ang="0">
                <a:pos x="connsiteX74174" y="connsiteY74174"/>
              </a:cxn>
              <a:cxn ang="0">
                <a:pos x="connsiteX74175" y="connsiteY74175"/>
              </a:cxn>
              <a:cxn ang="0">
                <a:pos x="connsiteX74176" y="connsiteY74176"/>
              </a:cxn>
              <a:cxn ang="0">
                <a:pos x="connsiteX74177" y="connsiteY74177"/>
              </a:cxn>
              <a:cxn ang="0">
                <a:pos x="connsiteX74178" y="connsiteY74178"/>
              </a:cxn>
              <a:cxn ang="0">
                <a:pos x="connsiteX74179" y="connsiteY74179"/>
              </a:cxn>
              <a:cxn ang="0">
                <a:pos x="connsiteX74180" y="connsiteY74180"/>
              </a:cxn>
              <a:cxn ang="0">
                <a:pos x="connsiteX74181" y="connsiteY74181"/>
              </a:cxn>
              <a:cxn ang="0">
                <a:pos x="connsiteX74182" y="connsiteY74182"/>
              </a:cxn>
              <a:cxn ang="0">
                <a:pos x="connsiteX74183" y="connsiteY74183"/>
              </a:cxn>
              <a:cxn ang="0">
                <a:pos x="connsiteX74184" y="connsiteY74184"/>
              </a:cxn>
              <a:cxn ang="0">
                <a:pos x="connsiteX74185" y="connsiteY74185"/>
              </a:cxn>
              <a:cxn ang="0">
                <a:pos x="connsiteX74186" y="connsiteY74186"/>
              </a:cxn>
              <a:cxn ang="0">
                <a:pos x="connsiteX74187" y="connsiteY74187"/>
              </a:cxn>
              <a:cxn ang="0">
                <a:pos x="connsiteX74188" y="connsiteY74188"/>
              </a:cxn>
              <a:cxn ang="0">
                <a:pos x="connsiteX74189" y="connsiteY74189"/>
              </a:cxn>
              <a:cxn ang="0">
                <a:pos x="connsiteX74190" y="connsiteY74190"/>
              </a:cxn>
              <a:cxn ang="0">
                <a:pos x="connsiteX74191" y="connsiteY74191"/>
              </a:cxn>
              <a:cxn ang="0">
                <a:pos x="connsiteX74192" y="connsiteY74192"/>
              </a:cxn>
              <a:cxn ang="0">
                <a:pos x="connsiteX74193" y="connsiteY74193"/>
              </a:cxn>
              <a:cxn ang="0">
                <a:pos x="connsiteX74194" y="connsiteY74194"/>
              </a:cxn>
              <a:cxn ang="0">
                <a:pos x="connsiteX74195" y="connsiteY74195"/>
              </a:cxn>
              <a:cxn ang="0">
                <a:pos x="connsiteX74196" y="connsiteY74196"/>
              </a:cxn>
              <a:cxn ang="0">
                <a:pos x="connsiteX74197" y="connsiteY74197"/>
              </a:cxn>
              <a:cxn ang="0">
                <a:pos x="connsiteX74198" y="connsiteY74198"/>
              </a:cxn>
              <a:cxn ang="0">
                <a:pos x="connsiteX74199" y="connsiteY74199"/>
              </a:cxn>
              <a:cxn ang="0">
                <a:pos x="connsiteX74200" y="connsiteY74200"/>
              </a:cxn>
              <a:cxn ang="0">
                <a:pos x="connsiteX74201" y="connsiteY74201"/>
              </a:cxn>
              <a:cxn ang="0">
                <a:pos x="connsiteX74202" y="connsiteY74202"/>
              </a:cxn>
              <a:cxn ang="0">
                <a:pos x="connsiteX74203" y="connsiteY74203"/>
              </a:cxn>
              <a:cxn ang="0">
                <a:pos x="connsiteX74204" y="connsiteY74204"/>
              </a:cxn>
              <a:cxn ang="0">
                <a:pos x="connsiteX74205" y="connsiteY74205"/>
              </a:cxn>
              <a:cxn ang="0">
                <a:pos x="connsiteX74206" y="connsiteY74206"/>
              </a:cxn>
              <a:cxn ang="0">
                <a:pos x="connsiteX74207" y="connsiteY74207"/>
              </a:cxn>
              <a:cxn ang="0">
                <a:pos x="connsiteX74208" y="connsiteY74208"/>
              </a:cxn>
              <a:cxn ang="0">
                <a:pos x="connsiteX74209" y="connsiteY74209"/>
              </a:cxn>
              <a:cxn ang="0">
                <a:pos x="connsiteX74210" y="connsiteY74210"/>
              </a:cxn>
              <a:cxn ang="0">
                <a:pos x="connsiteX74211" y="connsiteY74211"/>
              </a:cxn>
              <a:cxn ang="0">
                <a:pos x="connsiteX74212" y="connsiteY74212"/>
              </a:cxn>
              <a:cxn ang="0">
                <a:pos x="connsiteX74213" y="connsiteY74213"/>
              </a:cxn>
              <a:cxn ang="0">
                <a:pos x="connsiteX74214" y="connsiteY74214"/>
              </a:cxn>
              <a:cxn ang="0">
                <a:pos x="connsiteX74215" y="connsiteY74215"/>
              </a:cxn>
              <a:cxn ang="0">
                <a:pos x="connsiteX74216" y="connsiteY74216"/>
              </a:cxn>
              <a:cxn ang="0">
                <a:pos x="connsiteX74217" y="connsiteY74217"/>
              </a:cxn>
              <a:cxn ang="0">
                <a:pos x="connsiteX74218" y="connsiteY74218"/>
              </a:cxn>
              <a:cxn ang="0">
                <a:pos x="connsiteX74219" y="connsiteY74219"/>
              </a:cxn>
              <a:cxn ang="0">
                <a:pos x="connsiteX74220" y="connsiteY74220"/>
              </a:cxn>
              <a:cxn ang="0">
                <a:pos x="connsiteX74221" y="connsiteY74221"/>
              </a:cxn>
              <a:cxn ang="0">
                <a:pos x="connsiteX74222" y="connsiteY74222"/>
              </a:cxn>
              <a:cxn ang="0">
                <a:pos x="connsiteX74223" y="connsiteY74223"/>
              </a:cxn>
              <a:cxn ang="0">
                <a:pos x="connsiteX74224" y="connsiteY74224"/>
              </a:cxn>
              <a:cxn ang="0">
                <a:pos x="connsiteX74225" y="connsiteY74225"/>
              </a:cxn>
              <a:cxn ang="0">
                <a:pos x="connsiteX74226" y="connsiteY74226"/>
              </a:cxn>
              <a:cxn ang="0">
                <a:pos x="connsiteX74227" y="connsiteY74227"/>
              </a:cxn>
              <a:cxn ang="0">
                <a:pos x="connsiteX74228" y="connsiteY74228"/>
              </a:cxn>
              <a:cxn ang="0">
                <a:pos x="connsiteX74229" y="connsiteY74229"/>
              </a:cxn>
              <a:cxn ang="0">
                <a:pos x="connsiteX74230" y="connsiteY74230"/>
              </a:cxn>
              <a:cxn ang="0">
                <a:pos x="connsiteX74231" y="connsiteY74231"/>
              </a:cxn>
              <a:cxn ang="0">
                <a:pos x="connsiteX74232" y="connsiteY74232"/>
              </a:cxn>
              <a:cxn ang="0">
                <a:pos x="connsiteX74233" y="connsiteY74233"/>
              </a:cxn>
              <a:cxn ang="0">
                <a:pos x="connsiteX74234" y="connsiteY74234"/>
              </a:cxn>
              <a:cxn ang="0">
                <a:pos x="connsiteX74235" y="connsiteY74235"/>
              </a:cxn>
              <a:cxn ang="0">
                <a:pos x="connsiteX74236" y="connsiteY74236"/>
              </a:cxn>
              <a:cxn ang="0">
                <a:pos x="connsiteX74237" y="connsiteY74237"/>
              </a:cxn>
              <a:cxn ang="0">
                <a:pos x="connsiteX74238" y="connsiteY74238"/>
              </a:cxn>
              <a:cxn ang="0">
                <a:pos x="connsiteX74239" y="connsiteY74239"/>
              </a:cxn>
              <a:cxn ang="0">
                <a:pos x="connsiteX74240" y="connsiteY74240"/>
              </a:cxn>
              <a:cxn ang="0">
                <a:pos x="connsiteX74241" y="connsiteY74241"/>
              </a:cxn>
              <a:cxn ang="0">
                <a:pos x="connsiteX74242" y="connsiteY74242"/>
              </a:cxn>
              <a:cxn ang="0">
                <a:pos x="connsiteX74243" y="connsiteY74243"/>
              </a:cxn>
              <a:cxn ang="0">
                <a:pos x="connsiteX74244" y="connsiteY74244"/>
              </a:cxn>
              <a:cxn ang="0">
                <a:pos x="connsiteX74245" y="connsiteY74245"/>
              </a:cxn>
              <a:cxn ang="0">
                <a:pos x="connsiteX74246" y="connsiteY74246"/>
              </a:cxn>
              <a:cxn ang="0">
                <a:pos x="connsiteX74247" y="connsiteY74247"/>
              </a:cxn>
              <a:cxn ang="0">
                <a:pos x="connsiteX74248" y="connsiteY74248"/>
              </a:cxn>
              <a:cxn ang="0">
                <a:pos x="connsiteX74249" y="connsiteY74249"/>
              </a:cxn>
              <a:cxn ang="0">
                <a:pos x="connsiteX74250" y="connsiteY74250"/>
              </a:cxn>
              <a:cxn ang="0">
                <a:pos x="connsiteX74251" y="connsiteY74251"/>
              </a:cxn>
              <a:cxn ang="0">
                <a:pos x="connsiteX74252" y="connsiteY74252"/>
              </a:cxn>
              <a:cxn ang="0">
                <a:pos x="connsiteX74253" y="connsiteY74253"/>
              </a:cxn>
              <a:cxn ang="0">
                <a:pos x="connsiteX74254" y="connsiteY74254"/>
              </a:cxn>
              <a:cxn ang="0">
                <a:pos x="connsiteX74255" y="connsiteY74255"/>
              </a:cxn>
              <a:cxn ang="0">
                <a:pos x="connsiteX74256" y="connsiteY74256"/>
              </a:cxn>
              <a:cxn ang="0">
                <a:pos x="connsiteX74257" y="connsiteY74257"/>
              </a:cxn>
              <a:cxn ang="0">
                <a:pos x="connsiteX74258" y="connsiteY74258"/>
              </a:cxn>
              <a:cxn ang="0">
                <a:pos x="connsiteX74259" y="connsiteY74259"/>
              </a:cxn>
              <a:cxn ang="0">
                <a:pos x="connsiteX74260" y="connsiteY74260"/>
              </a:cxn>
              <a:cxn ang="0">
                <a:pos x="connsiteX74261" y="connsiteY74261"/>
              </a:cxn>
              <a:cxn ang="0">
                <a:pos x="connsiteX74262" y="connsiteY74262"/>
              </a:cxn>
              <a:cxn ang="0">
                <a:pos x="connsiteX74263" y="connsiteY74263"/>
              </a:cxn>
              <a:cxn ang="0">
                <a:pos x="connsiteX74264" y="connsiteY74264"/>
              </a:cxn>
              <a:cxn ang="0">
                <a:pos x="connsiteX74265" y="connsiteY74265"/>
              </a:cxn>
              <a:cxn ang="0">
                <a:pos x="connsiteX74266" y="connsiteY74266"/>
              </a:cxn>
              <a:cxn ang="0">
                <a:pos x="connsiteX74267" y="connsiteY74267"/>
              </a:cxn>
              <a:cxn ang="0">
                <a:pos x="connsiteX74268" y="connsiteY74268"/>
              </a:cxn>
              <a:cxn ang="0">
                <a:pos x="connsiteX74269" y="connsiteY74269"/>
              </a:cxn>
              <a:cxn ang="0">
                <a:pos x="connsiteX74270" y="connsiteY74270"/>
              </a:cxn>
              <a:cxn ang="0">
                <a:pos x="connsiteX74271" y="connsiteY74271"/>
              </a:cxn>
              <a:cxn ang="0">
                <a:pos x="connsiteX74272" y="connsiteY74272"/>
              </a:cxn>
              <a:cxn ang="0">
                <a:pos x="connsiteX74273" y="connsiteY74273"/>
              </a:cxn>
              <a:cxn ang="0">
                <a:pos x="connsiteX74274" y="connsiteY74274"/>
              </a:cxn>
              <a:cxn ang="0">
                <a:pos x="connsiteX74275" y="connsiteY74275"/>
              </a:cxn>
              <a:cxn ang="0">
                <a:pos x="connsiteX74276" y="connsiteY74276"/>
              </a:cxn>
              <a:cxn ang="0">
                <a:pos x="connsiteX74277" y="connsiteY74277"/>
              </a:cxn>
              <a:cxn ang="0">
                <a:pos x="connsiteX74278" y="connsiteY74278"/>
              </a:cxn>
              <a:cxn ang="0">
                <a:pos x="connsiteX74279" y="connsiteY74279"/>
              </a:cxn>
              <a:cxn ang="0">
                <a:pos x="connsiteX74280" y="connsiteY74280"/>
              </a:cxn>
              <a:cxn ang="0">
                <a:pos x="connsiteX74281" y="connsiteY74281"/>
              </a:cxn>
              <a:cxn ang="0">
                <a:pos x="connsiteX74282" y="connsiteY74282"/>
              </a:cxn>
              <a:cxn ang="0">
                <a:pos x="connsiteX74283" y="connsiteY74283"/>
              </a:cxn>
              <a:cxn ang="0">
                <a:pos x="connsiteX74284" y="connsiteY74284"/>
              </a:cxn>
              <a:cxn ang="0">
                <a:pos x="connsiteX74285" y="connsiteY74285"/>
              </a:cxn>
              <a:cxn ang="0">
                <a:pos x="connsiteX74286" y="connsiteY74286"/>
              </a:cxn>
              <a:cxn ang="0">
                <a:pos x="connsiteX74287" y="connsiteY74287"/>
              </a:cxn>
              <a:cxn ang="0">
                <a:pos x="connsiteX74288" y="connsiteY74288"/>
              </a:cxn>
              <a:cxn ang="0">
                <a:pos x="connsiteX74289" y="connsiteY74289"/>
              </a:cxn>
              <a:cxn ang="0">
                <a:pos x="connsiteX74290" y="connsiteY74290"/>
              </a:cxn>
              <a:cxn ang="0">
                <a:pos x="connsiteX74291" y="connsiteY74291"/>
              </a:cxn>
              <a:cxn ang="0">
                <a:pos x="connsiteX74292" y="connsiteY74292"/>
              </a:cxn>
              <a:cxn ang="0">
                <a:pos x="connsiteX74293" y="connsiteY74293"/>
              </a:cxn>
              <a:cxn ang="0">
                <a:pos x="connsiteX74294" y="connsiteY74294"/>
              </a:cxn>
              <a:cxn ang="0">
                <a:pos x="connsiteX74295" y="connsiteY74295"/>
              </a:cxn>
              <a:cxn ang="0">
                <a:pos x="connsiteX74296" y="connsiteY74296"/>
              </a:cxn>
              <a:cxn ang="0">
                <a:pos x="connsiteX74297" y="connsiteY74297"/>
              </a:cxn>
              <a:cxn ang="0">
                <a:pos x="connsiteX74298" y="connsiteY74298"/>
              </a:cxn>
              <a:cxn ang="0">
                <a:pos x="connsiteX74299" y="connsiteY74299"/>
              </a:cxn>
              <a:cxn ang="0">
                <a:pos x="connsiteX74300" y="connsiteY74300"/>
              </a:cxn>
              <a:cxn ang="0">
                <a:pos x="connsiteX74301" y="connsiteY74301"/>
              </a:cxn>
              <a:cxn ang="0">
                <a:pos x="connsiteX74302" y="connsiteY74302"/>
              </a:cxn>
              <a:cxn ang="0">
                <a:pos x="connsiteX74303" y="connsiteY74303"/>
              </a:cxn>
              <a:cxn ang="0">
                <a:pos x="connsiteX74304" y="connsiteY74304"/>
              </a:cxn>
              <a:cxn ang="0">
                <a:pos x="connsiteX74305" y="connsiteY74305"/>
              </a:cxn>
              <a:cxn ang="0">
                <a:pos x="connsiteX74306" y="connsiteY74306"/>
              </a:cxn>
              <a:cxn ang="0">
                <a:pos x="connsiteX74307" y="connsiteY74307"/>
              </a:cxn>
              <a:cxn ang="0">
                <a:pos x="connsiteX74308" y="connsiteY74308"/>
              </a:cxn>
              <a:cxn ang="0">
                <a:pos x="connsiteX74309" y="connsiteY74309"/>
              </a:cxn>
              <a:cxn ang="0">
                <a:pos x="connsiteX74310" y="connsiteY74310"/>
              </a:cxn>
              <a:cxn ang="0">
                <a:pos x="connsiteX74311" y="connsiteY74311"/>
              </a:cxn>
              <a:cxn ang="0">
                <a:pos x="connsiteX74312" y="connsiteY74312"/>
              </a:cxn>
              <a:cxn ang="0">
                <a:pos x="connsiteX74313" y="connsiteY74313"/>
              </a:cxn>
              <a:cxn ang="0">
                <a:pos x="connsiteX74314" y="connsiteY74314"/>
              </a:cxn>
              <a:cxn ang="0">
                <a:pos x="connsiteX74315" y="connsiteY74315"/>
              </a:cxn>
              <a:cxn ang="0">
                <a:pos x="connsiteX74316" y="connsiteY74316"/>
              </a:cxn>
              <a:cxn ang="0">
                <a:pos x="connsiteX74317" y="connsiteY74317"/>
              </a:cxn>
              <a:cxn ang="0">
                <a:pos x="connsiteX74318" y="connsiteY74318"/>
              </a:cxn>
              <a:cxn ang="0">
                <a:pos x="connsiteX74319" y="connsiteY74319"/>
              </a:cxn>
              <a:cxn ang="0">
                <a:pos x="connsiteX74320" y="connsiteY74320"/>
              </a:cxn>
              <a:cxn ang="0">
                <a:pos x="connsiteX74321" y="connsiteY74321"/>
              </a:cxn>
              <a:cxn ang="0">
                <a:pos x="connsiteX74322" y="connsiteY74322"/>
              </a:cxn>
              <a:cxn ang="0">
                <a:pos x="connsiteX74323" y="connsiteY74323"/>
              </a:cxn>
              <a:cxn ang="0">
                <a:pos x="connsiteX74324" y="connsiteY74324"/>
              </a:cxn>
              <a:cxn ang="0">
                <a:pos x="connsiteX74325" y="connsiteY74325"/>
              </a:cxn>
              <a:cxn ang="0">
                <a:pos x="connsiteX74326" y="connsiteY74326"/>
              </a:cxn>
              <a:cxn ang="0">
                <a:pos x="connsiteX74327" y="connsiteY74327"/>
              </a:cxn>
              <a:cxn ang="0">
                <a:pos x="connsiteX74328" y="connsiteY74328"/>
              </a:cxn>
              <a:cxn ang="0">
                <a:pos x="connsiteX74329" y="connsiteY74329"/>
              </a:cxn>
              <a:cxn ang="0">
                <a:pos x="connsiteX74330" y="connsiteY74330"/>
              </a:cxn>
              <a:cxn ang="0">
                <a:pos x="connsiteX74331" y="connsiteY74331"/>
              </a:cxn>
              <a:cxn ang="0">
                <a:pos x="connsiteX74332" y="connsiteY74332"/>
              </a:cxn>
              <a:cxn ang="0">
                <a:pos x="connsiteX74333" y="connsiteY74333"/>
              </a:cxn>
              <a:cxn ang="0">
                <a:pos x="connsiteX74334" y="connsiteY74334"/>
              </a:cxn>
              <a:cxn ang="0">
                <a:pos x="connsiteX74335" y="connsiteY74335"/>
              </a:cxn>
              <a:cxn ang="0">
                <a:pos x="connsiteX74336" y="connsiteY74336"/>
              </a:cxn>
              <a:cxn ang="0">
                <a:pos x="connsiteX74337" y="connsiteY74337"/>
              </a:cxn>
              <a:cxn ang="0">
                <a:pos x="connsiteX74338" y="connsiteY74338"/>
              </a:cxn>
              <a:cxn ang="0">
                <a:pos x="connsiteX74339" y="connsiteY74339"/>
              </a:cxn>
              <a:cxn ang="0">
                <a:pos x="connsiteX74340" y="connsiteY74340"/>
              </a:cxn>
              <a:cxn ang="0">
                <a:pos x="connsiteX74341" y="connsiteY74341"/>
              </a:cxn>
              <a:cxn ang="0">
                <a:pos x="connsiteX74342" y="connsiteY74342"/>
              </a:cxn>
              <a:cxn ang="0">
                <a:pos x="connsiteX74343" y="connsiteY74343"/>
              </a:cxn>
              <a:cxn ang="0">
                <a:pos x="connsiteX74344" y="connsiteY74344"/>
              </a:cxn>
              <a:cxn ang="0">
                <a:pos x="connsiteX74345" y="connsiteY74345"/>
              </a:cxn>
              <a:cxn ang="0">
                <a:pos x="connsiteX74346" y="connsiteY74346"/>
              </a:cxn>
              <a:cxn ang="0">
                <a:pos x="connsiteX74347" y="connsiteY74347"/>
              </a:cxn>
              <a:cxn ang="0">
                <a:pos x="connsiteX74348" y="connsiteY74348"/>
              </a:cxn>
              <a:cxn ang="0">
                <a:pos x="connsiteX74349" y="connsiteY74349"/>
              </a:cxn>
              <a:cxn ang="0">
                <a:pos x="connsiteX74350" y="connsiteY74350"/>
              </a:cxn>
              <a:cxn ang="0">
                <a:pos x="connsiteX74351" y="connsiteY74351"/>
              </a:cxn>
              <a:cxn ang="0">
                <a:pos x="connsiteX74352" y="connsiteY74352"/>
              </a:cxn>
              <a:cxn ang="0">
                <a:pos x="connsiteX74353" y="connsiteY74353"/>
              </a:cxn>
              <a:cxn ang="0">
                <a:pos x="connsiteX74354" y="connsiteY74354"/>
              </a:cxn>
              <a:cxn ang="0">
                <a:pos x="connsiteX74355" y="connsiteY74355"/>
              </a:cxn>
              <a:cxn ang="0">
                <a:pos x="connsiteX74356" y="connsiteY74356"/>
              </a:cxn>
              <a:cxn ang="0">
                <a:pos x="connsiteX74357" y="connsiteY74357"/>
              </a:cxn>
              <a:cxn ang="0">
                <a:pos x="connsiteX74358" y="connsiteY74358"/>
              </a:cxn>
              <a:cxn ang="0">
                <a:pos x="connsiteX74359" y="connsiteY74359"/>
              </a:cxn>
              <a:cxn ang="0">
                <a:pos x="connsiteX74360" y="connsiteY74360"/>
              </a:cxn>
              <a:cxn ang="0">
                <a:pos x="connsiteX74361" y="connsiteY74361"/>
              </a:cxn>
              <a:cxn ang="0">
                <a:pos x="connsiteX74362" y="connsiteY74362"/>
              </a:cxn>
              <a:cxn ang="0">
                <a:pos x="connsiteX74363" y="connsiteY74363"/>
              </a:cxn>
              <a:cxn ang="0">
                <a:pos x="connsiteX74364" y="connsiteY74364"/>
              </a:cxn>
              <a:cxn ang="0">
                <a:pos x="connsiteX74365" y="connsiteY74365"/>
              </a:cxn>
              <a:cxn ang="0">
                <a:pos x="connsiteX74366" y="connsiteY74366"/>
              </a:cxn>
              <a:cxn ang="0">
                <a:pos x="connsiteX74367" y="connsiteY74367"/>
              </a:cxn>
              <a:cxn ang="0">
                <a:pos x="connsiteX74368" y="connsiteY74368"/>
              </a:cxn>
              <a:cxn ang="0">
                <a:pos x="connsiteX74369" y="connsiteY74369"/>
              </a:cxn>
              <a:cxn ang="0">
                <a:pos x="connsiteX74370" y="connsiteY74370"/>
              </a:cxn>
              <a:cxn ang="0">
                <a:pos x="connsiteX74371" y="connsiteY74371"/>
              </a:cxn>
              <a:cxn ang="0">
                <a:pos x="connsiteX74372" y="connsiteY74372"/>
              </a:cxn>
              <a:cxn ang="0">
                <a:pos x="connsiteX74373" y="connsiteY74373"/>
              </a:cxn>
              <a:cxn ang="0">
                <a:pos x="connsiteX74374" y="connsiteY74374"/>
              </a:cxn>
              <a:cxn ang="0">
                <a:pos x="connsiteX74375" y="connsiteY74375"/>
              </a:cxn>
              <a:cxn ang="0">
                <a:pos x="connsiteX74376" y="connsiteY74376"/>
              </a:cxn>
              <a:cxn ang="0">
                <a:pos x="connsiteX74377" y="connsiteY74377"/>
              </a:cxn>
              <a:cxn ang="0">
                <a:pos x="connsiteX74378" y="connsiteY74378"/>
              </a:cxn>
              <a:cxn ang="0">
                <a:pos x="connsiteX74379" y="connsiteY74379"/>
              </a:cxn>
              <a:cxn ang="0">
                <a:pos x="connsiteX74380" y="connsiteY74380"/>
              </a:cxn>
              <a:cxn ang="0">
                <a:pos x="connsiteX74381" y="connsiteY74381"/>
              </a:cxn>
              <a:cxn ang="0">
                <a:pos x="connsiteX74382" y="connsiteY74382"/>
              </a:cxn>
              <a:cxn ang="0">
                <a:pos x="connsiteX74383" y="connsiteY74383"/>
              </a:cxn>
              <a:cxn ang="0">
                <a:pos x="connsiteX74384" y="connsiteY74384"/>
              </a:cxn>
              <a:cxn ang="0">
                <a:pos x="connsiteX74385" y="connsiteY74385"/>
              </a:cxn>
              <a:cxn ang="0">
                <a:pos x="connsiteX74386" y="connsiteY74386"/>
              </a:cxn>
              <a:cxn ang="0">
                <a:pos x="connsiteX74387" y="connsiteY74387"/>
              </a:cxn>
              <a:cxn ang="0">
                <a:pos x="connsiteX74388" y="connsiteY74388"/>
              </a:cxn>
              <a:cxn ang="0">
                <a:pos x="connsiteX74389" y="connsiteY74389"/>
              </a:cxn>
              <a:cxn ang="0">
                <a:pos x="connsiteX74390" y="connsiteY74390"/>
              </a:cxn>
              <a:cxn ang="0">
                <a:pos x="connsiteX74391" y="connsiteY74391"/>
              </a:cxn>
              <a:cxn ang="0">
                <a:pos x="connsiteX74392" y="connsiteY74392"/>
              </a:cxn>
              <a:cxn ang="0">
                <a:pos x="connsiteX74393" y="connsiteY74393"/>
              </a:cxn>
              <a:cxn ang="0">
                <a:pos x="connsiteX74394" y="connsiteY74394"/>
              </a:cxn>
              <a:cxn ang="0">
                <a:pos x="connsiteX74395" y="connsiteY74395"/>
              </a:cxn>
              <a:cxn ang="0">
                <a:pos x="connsiteX74396" y="connsiteY74396"/>
              </a:cxn>
              <a:cxn ang="0">
                <a:pos x="connsiteX74397" y="connsiteY74397"/>
              </a:cxn>
              <a:cxn ang="0">
                <a:pos x="connsiteX74398" y="connsiteY74398"/>
              </a:cxn>
              <a:cxn ang="0">
                <a:pos x="connsiteX74399" y="connsiteY74399"/>
              </a:cxn>
              <a:cxn ang="0">
                <a:pos x="connsiteX74400" y="connsiteY74400"/>
              </a:cxn>
              <a:cxn ang="0">
                <a:pos x="connsiteX74401" y="connsiteY74401"/>
              </a:cxn>
              <a:cxn ang="0">
                <a:pos x="connsiteX74402" y="connsiteY74402"/>
              </a:cxn>
              <a:cxn ang="0">
                <a:pos x="connsiteX74403" y="connsiteY74403"/>
              </a:cxn>
              <a:cxn ang="0">
                <a:pos x="connsiteX74404" y="connsiteY74404"/>
              </a:cxn>
              <a:cxn ang="0">
                <a:pos x="connsiteX74405" y="connsiteY74405"/>
              </a:cxn>
              <a:cxn ang="0">
                <a:pos x="connsiteX74406" y="connsiteY74406"/>
              </a:cxn>
              <a:cxn ang="0">
                <a:pos x="connsiteX74407" y="connsiteY74407"/>
              </a:cxn>
              <a:cxn ang="0">
                <a:pos x="connsiteX74408" y="connsiteY74408"/>
              </a:cxn>
              <a:cxn ang="0">
                <a:pos x="connsiteX74409" y="connsiteY74409"/>
              </a:cxn>
              <a:cxn ang="0">
                <a:pos x="connsiteX74410" y="connsiteY74410"/>
              </a:cxn>
              <a:cxn ang="0">
                <a:pos x="connsiteX74411" y="connsiteY74411"/>
              </a:cxn>
              <a:cxn ang="0">
                <a:pos x="connsiteX74412" y="connsiteY74412"/>
              </a:cxn>
              <a:cxn ang="0">
                <a:pos x="connsiteX74413" y="connsiteY74413"/>
              </a:cxn>
              <a:cxn ang="0">
                <a:pos x="connsiteX74414" y="connsiteY74414"/>
              </a:cxn>
              <a:cxn ang="0">
                <a:pos x="connsiteX74415" y="connsiteY74415"/>
              </a:cxn>
              <a:cxn ang="0">
                <a:pos x="connsiteX74416" y="connsiteY74416"/>
              </a:cxn>
              <a:cxn ang="0">
                <a:pos x="connsiteX74417" y="connsiteY74417"/>
              </a:cxn>
              <a:cxn ang="0">
                <a:pos x="connsiteX74418" y="connsiteY74418"/>
              </a:cxn>
              <a:cxn ang="0">
                <a:pos x="connsiteX74419" y="connsiteY74419"/>
              </a:cxn>
              <a:cxn ang="0">
                <a:pos x="connsiteX74420" y="connsiteY74420"/>
              </a:cxn>
              <a:cxn ang="0">
                <a:pos x="connsiteX74421" y="connsiteY74421"/>
              </a:cxn>
              <a:cxn ang="0">
                <a:pos x="connsiteX74422" y="connsiteY74422"/>
              </a:cxn>
              <a:cxn ang="0">
                <a:pos x="connsiteX74423" y="connsiteY74423"/>
              </a:cxn>
              <a:cxn ang="0">
                <a:pos x="connsiteX74424" y="connsiteY74424"/>
              </a:cxn>
              <a:cxn ang="0">
                <a:pos x="connsiteX74425" y="connsiteY74425"/>
              </a:cxn>
              <a:cxn ang="0">
                <a:pos x="connsiteX74426" y="connsiteY74426"/>
              </a:cxn>
              <a:cxn ang="0">
                <a:pos x="connsiteX74427" y="connsiteY74427"/>
              </a:cxn>
              <a:cxn ang="0">
                <a:pos x="connsiteX74428" y="connsiteY74428"/>
              </a:cxn>
              <a:cxn ang="0">
                <a:pos x="connsiteX74429" y="connsiteY74429"/>
              </a:cxn>
              <a:cxn ang="0">
                <a:pos x="connsiteX74430" y="connsiteY74430"/>
              </a:cxn>
              <a:cxn ang="0">
                <a:pos x="connsiteX74431" y="connsiteY74431"/>
              </a:cxn>
              <a:cxn ang="0">
                <a:pos x="connsiteX74432" y="connsiteY74432"/>
              </a:cxn>
              <a:cxn ang="0">
                <a:pos x="connsiteX74433" y="connsiteY74433"/>
              </a:cxn>
              <a:cxn ang="0">
                <a:pos x="connsiteX74434" y="connsiteY74434"/>
              </a:cxn>
              <a:cxn ang="0">
                <a:pos x="connsiteX74435" y="connsiteY74435"/>
              </a:cxn>
              <a:cxn ang="0">
                <a:pos x="connsiteX74436" y="connsiteY74436"/>
              </a:cxn>
              <a:cxn ang="0">
                <a:pos x="connsiteX74437" y="connsiteY74437"/>
              </a:cxn>
              <a:cxn ang="0">
                <a:pos x="connsiteX74438" y="connsiteY74438"/>
              </a:cxn>
              <a:cxn ang="0">
                <a:pos x="connsiteX74439" y="connsiteY74439"/>
              </a:cxn>
              <a:cxn ang="0">
                <a:pos x="connsiteX74440" y="connsiteY74440"/>
              </a:cxn>
              <a:cxn ang="0">
                <a:pos x="connsiteX74441" y="connsiteY74441"/>
              </a:cxn>
              <a:cxn ang="0">
                <a:pos x="connsiteX74442" y="connsiteY74442"/>
              </a:cxn>
              <a:cxn ang="0">
                <a:pos x="connsiteX74443" y="connsiteY74443"/>
              </a:cxn>
              <a:cxn ang="0">
                <a:pos x="connsiteX74444" y="connsiteY74444"/>
              </a:cxn>
              <a:cxn ang="0">
                <a:pos x="connsiteX74445" y="connsiteY74445"/>
              </a:cxn>
              <a:cxn ang="0">
                <a:pos x="connsiteX74446" y="connsiteY74446"/>
              </a:cxn>
              <a:cxn ang="0">
                <a:pos x="connsiteX74447" y="connsiteY74447"/>
              </a:cxn>
              <a:cxn ang="0">
                <a:pos x="connsiteX74448" y="connsiteY74448"/>
              </a:cxn>
              <a:cxn ang="0">
                <a:pos x="connsiteX74449" y="connsiteY74449"/>
              </a:cxn>
              <a:cxn ang="0">
                <a:pos x="connsiteX74450" y="connsiteY74450"/>
              </a:cxn>
              <a:cxn ang="0">
                <a:pos x="connsiteX74451" y="connsiteY74451"/>
              </a:cxn>
              <a:cxn ang="0">
                <a:pos x="connsiteX74452" y="connsiteY74452"/>
              </a:cxn>
              <a:cxn ang="0">
                <a:pos x="connsiteX74453" y="connsiteY74453"/>
              </a:cxn>
              <a:cxn ang="0">
                <a:pos x="connsiteX74454" y="connsiteY74454"/>
              </a:cxn>
              <a:cxn ang="0">
                <a:pos x="connsiteX74455" y="connsiteY74455"/>
              </a:cxn>
              <a:cxn ang="0">
                <a:pos x="connsiteX74456" y="connsiteY74456"/>
              </a:cxn>
              <a:cxn ang="0">
                <a:pos x="connsiteX74457" y="connsiteY74457"/>
              </a:cxn>
              <a:cxn ang="0">
                <a:pos x="connsiteX74458" y="connsiteY74458"/>
              </a:cxn>
              <a:cxn ang="0">
                <a:pos x="connsiteX74459" y="connsiteY74459"/>
              </a:cxn>
              <a:cxn ang="0">
                <a:pos x="connsiteX74460" y="connsiteY74460"/>
              </a:cxn>
              <a:cxn ang="0">
                <a:pos x="connsiteX74461" y="connsiteY74461"/>
              </a:cxn>
              <a:cxn ang="0">
                <a:pos x="connsiteX74462" y="connsiteY74462"/>
              </a:cxn>
              <a:cxn ang="0">
                <a:pos x="connsiteX74463" y="connsiteY74463"/>
              </a:cxn>
              <a:cxn ang="0">
                <a:pos x="connsiteX74464" y="connsiteY74464"/>
              </a:cxn>
              <a:cxn ang="0">
                <a:pos x="connsiteX74465" y="connsiteY74465"/>
              </a:cxn>
              <a:cxn ang="0">
                <a:pos x="connsiteX74466" y="connsiteY74466"/>
              </a:cxn>
              <a:cxn ang="0">
                <a:pos x="connsiteX74467" y="connsiteY74467"/>
              </a:cxn>
              <a:cxn ang="0">
                <a:pos x="connsiteX74468" y="connsiteY74468"/>
              </a:cxn>
              <a:cxn ang="0">
                <a:pos x="connsiteX74469" y="connsiteY74469"/>
              </a:cxn>
              <a:cxn ang="0">
                <a:pos x="connsiteX74470" y="connsiteY74470"/>
              </a:cxn>
              <a:cxn ang="0">
                <a:pos x="connsiteX74471" y="connsiteY74471"/>
              </a:cxn>
              <a:cxn ang="0">
                <a:pos x="connsiteX74472" y="connsiteY74472"/>
              </a:cxn>
              <a:cxn ang="0">
                <a:pos x="connsiteX74473" y="connsiteY74473"/>
              </a:cxn>
              <a:cxn ang="0">
                <a:pos x="connsiteX74474" y="connsiteY74474"/>
              </a:cxn>
              <a:cxn ang="0">
                <a:pos x="connsiteX74475" y="connsiteY74475"/>
              </a:cxn>
              <a:cxn ang="0">
                <a:pos x="connsiteX74476" y="connsiteY74476"/>
              </a:cxn>
              <a:cxn ang="0">
                <a:pos x="connsiteX74477" y="connsiteY74477"/>
              </a:cxn>
              <a:cxn ang="0">
                <a:pos x="connsiteX74478" y="connsiteY74478"/>
              </a:cxn>
              <a:cxn ang="0">
                <a:pos x="connsiteX74479" y="connsiteY74479"/>
              </a:cxn>
              <a:cxn ang="0">
                <a:pos x="connsiteX74480" y="connsiteY74480"/>
              </a:cxn>
              <a:cxn ang="0">
                <a:pos x="connsiteX74481" y="connsiteY74481"/>
              </a:cxn>
              <a:cxn ang="0">
                <a:pos x="connsiteX74482" y="connsiteY74482"/>
              </a:cxn>
              <a:cxn ang="0">
                <a:pos x="connsiteX74483" y="connsiteY74483"/>
              </a:cxn>
              <a:cxn ang="0">
                <a:pos x="connsiteX74484" y="connsiteY74484"/>
              </a:cxn>
              <a:cxn ang="0">
                <a:pos x="connsiteX74485" y="connsiteY74485"/>
              </a:cxn>
              <a:cxn ang="0">
                <a:pos x="connsiteX74486" y="connsiteY74486"/>
              </a:cxn>
              <a:cxn ang="0">
                <a:pos x="connsiteX74487" y="connsiteY74487"/>
              </a:cxn>
              <a:cxn ang="0">
                <a:pos x="connsiteX74488" y="connsiteY74488"/>
              </a:cxn>
              <a:cxn ang="0">
                <a:pos x="connsiteX74489" y="connsiteY74489"/>
              </a:cxn>
              <a:cxn ang="0">
                <a:pos x="connsiteX74490" y="connsiteY74490"/>
              </a:cxn>
              <a:cxn ang="0">
                <a:pos x="connsiteX74491" y="connsiteY74491"/>
              </a:cxn>
              <a:cxn ang="0">
                <a:pos x="connsiteX74492" y="connsiteY74492"/>
              </a:cxn>
              <a:cxn ang="0">
                <a:pos x="connsiteX74493" y="connsiteY74493"/>
              </a:cxn>
              <a:cxn ang="0">
                <a:pos x="connsiteX74494" y="connsiteY74494"/>
              </a:cxn>
              <a:cxn ang="0">
                <a:pos x="connsiteX74495" y="connsiteY74495"/>
              </a:cxn>
              <a:cxn ang="0">
                <a:pos x="connsiteX74496" y="connsiteY74496"/>
              </a:cxn>
              <a:cxn ang="0">
                <a:pos x="connsiteX74497" y="connsiteY74497"/>
              </a:cxn>
              <a:cxn ang="0">
                <a:pos x="connsiteX74498" y="connsiteY74498"/>
              </a:cxn>
              <a:cxn ang="0">
                <a:pos x="connsiteX74499" y="connsiteY74499"/>
              </a:cxn>
              <a:cxn ang="0">
                <a:pos x="connsiteX74500" y="connsiteY74500"/>
              </a:cxn>
              <a:cxn ang="0">
                <a:pos x="connsiteX74501" y="connsiteY74501"/>
              </a:cxn>
              <a:cxn ang="0">
                <a:pos x="connsiteX74502" y="connsiteY74502"/>
              </a:cxn>
              <a:cxn ang="0">
                <a:pos x="connsiteX74503" y="connsiteY74503"/>
              </a:cxn>
              <a:cxn ang="0">
                <a:pos x="connsiteX74504" y="connsiteY74504"/>
              </a:cxn>
              <a:cxn ang="0">
                <a:pos x="connsiteX74505" y="connsiteY74505"/>
              </a:cxn>
              <a:cxn ang="0">
                <a:pos x="connsiteX74506" y="connsiteY74506"/>
              </a:cxn>
              <a:cxn ang="0">
                <a:pos x="connsiteX74507" y="connsiteY74507"/>
              </a:cxn>
              <a:cxn ang="0">
                <a:pos x="connsiteX74508" y="connsiteY74508"/>
              </a:cxn>
              <a:cxn ang="0">
                <a:pos x="connsiteX74509" y="connsiteY74509"/>
              </a:cxn>
              <a:cxn ang="0">
                <a:pos x="connsiteX74510" y="connsiteY74510"/>
              </a:cxn>
              <a:cxn ang="0">
                <a:pos x="connsiteX74511" y="connsiteY74511"/>
              </a:cxn>
              <a:cxn ang="0">
                <a:pos x="connsiteX74512" y="connsiteY74512"/>
              </a:cxn>
              <a:cxn ang="0">
                <a:pos x="connsiteX74513" y="connsiteY74513"/>
              </a:cxn>
              <a:cxn ang="0">
                <a:pos x="connsiteX74514" y="connsiteY74514"/>
              </a:cxn>
              <a:cxn ang="0">
                <a:pos x="connsiteX74515" y="connsiteY74515"/>
              </a:cxn>
              <a:cxn ang="0">
                <a:pos x="connsiteX74516" y="connsiteY74516"/>
              </a:cxn>
              <a:cxn ang="0">
                <a:pos x="connsiteX74517" y="connsiteY74517"/>
              </a:cxn>
              <a:cxn ang="0">
                <a:pos x="connsiteX74518" y="connsiteY74518"/>
              </a:cxn>
              <a:cxn ang="0">
                <a:pos x="connsiteX74519" y="connsiteY74519"/>
              </a:cxn>
              <a:cxn ang="0">
                <a:pos x="connsiteX74520" y="connsiteY74520"/>
              </a:cxn>
              <a:cxn ang="0">
                <a:pos x="connsiteX74521" y="connsiteY74521"/>
              </a:cxn>
              <a:cxn ang="0">
                <a:pos x="connsiteX74522" y="connsiteY74522"/>
              </a:cxn>
              <a:cxn ang="0">
                <a:pos x="connsiteX74523" y="connsiteY74523"/>
              </a:cxn>
              <a:cxn ang="0">
                <a:pos x="connsiteX74524" y="connsiteY74524"/>
              </a:cxn>
              <a:cxn ang="0">
                <a:pos x="connsiteX74525" y="connsiteY74525"/>
              </a:cxn>
              <a:cxn ang="0">
                <a:pos x="connsiteX74526" y="connsiteY74526"/>
              </a:cxn>
              <a:cxn ang="0">
                <a:pos x="connsiteX74527" y="connsiteY74527"/>
              </a:cxn>
              <a:cxn ang="0">
                <a:pos x="connsiteX74528" y="connsiteY74528"/>
              </a:cxn>
              <a:cxn ang="0">
                <a:pos x="connsiteX74529" y="connsiteY74529"/>
              </a:cxn>
              <a:cxn ang="0">
                <a:pos x="connsiteX74530" y="connsiteY74530"/>
              </a:cxn>
              <a:cxn ang="0">
                <a:pos x="connsiteX74531" y="connsiteY74531"/>
              </a:cxn>
              <a:cxn ang="0">
                <a:pos x="connsiteX74532" y="connsiteY74532"/>
              </a:cxn>
              <a:cxn ang="0">
                <a:pos x="connsiteX74533" y="connsiteY74533"/>
              </a:cxn>
              <a:cxn ang="0">
                <a:pos x="connsiteX74534" y="connsiteY74534"/>
              </a:cxn>
              <a:cxn ang="0">
                <a:pos x="connsiteX74535" y="connsiteY74535"/>
              </a:cxn>
              <a:cxn ang="0">
                <a:pos x="connsiteX74536" y="connsiteY74536"/>
              </a:cxn>
              <a:cxn ang="0">
                <a:pos x="connsiteX74537" y="connsiteY74537"/>
              </a:cxn>
              <a:cxn ang="0">
                <a:pos x="connsiteX74538" y="connsiteY74538"/>
              </a:cxn>
              <a:cxn ang="0">
                <a:pos x="connsiteX74539" y="connsiteY74539"/>
              </a:cxn>
              <a:cxn ang="0">
                <a:pos x="connsiteX74540" y="connsiteY74540"/>
              </a:cxn>
              <a:cxn ang="0">
                <a:pos x="connsiteX74541" y="connsiteY74541"/>
              </a:cxn>
              <a:cxn ang="0">
                <a:pos x="connsiteX74542" y="connsiteY74542"/>
              </a:cxn>
              <a:cxn ang="0">
                <a:pos x="connsiteX74543" y="connsiteY74543"/>
              </a:cxn>
              <a:cxn ang="0">
                <a:pos x="connsiteX74544" y="connsiteY74544"/>
              </a:cxn>
              <a:cxn ang="0">
                <a:pos x="connsiteX74545" y="connsiteY74545"/>
              </a:cxn>
              <a:cxn ang="0">
                <a:pos x="connsiteX74546" y="connsiteY74546"/>
              </a:cxn>
              <a:cxn ang="0">
                <a:pos x="connsiteX74547" y="connsiteY74547"/>
              </a:cxn>
              <a:cxn ang="0">
                <a:pos x="connsiteX74548" y="connsiteY74548"/>
              </a:cxn>
              <a:cxn ang="0">
                <a:pos x="connsiteX74549" y="connsiteY74549"/>
              </a:cxn>
              <a:cxn ang="0">
                <a:pos x="connsiteX74550" y="connsiteY74550"/>
              </a:cxn>
              <a:cxn ang="0">
                <a:pos x="connsiteX74551" y="connsiteY74551"/>
              </a:cxn>
              <a:cxn ang="0">
                <a:pos x="connsiteX74552" y="connsiteY74552"/>
              </a:cxn>
              <a:cxn ang="0">
                <a:pos x="connsiteX74553" y="connsiteY74553"/>
              </a:cxn>
              <a:cxn ang="0">
                <a:pos x="connsiteX74554" y="connsiteY74554"/>
              </a:cxn>
              <a:cxn ang="0">
                <a:pos x="connsiteX74555" y="connsiteY74555"/>
              </a:cxn>
              <a:cxn ang="0">
                <a:pos x="connsiteX74556" y="connsiteY74556"/>
              </a:cxn>
              <a:cxn ang="0">
                <a:pos x="connsiteX74557" y="connsiteY74557"/>
              </a:cxn>
              <a:cxn ang="0">
                <a:pos x="connsiteX74558" y="connsiteY74558"/>
              </a:cxn>
              <a:cxn ang="0">
                <a:pos x="connsiteX74559" y="connsiteY74559"/>
              </a:cxn>
              <a:cxn ang="0">
                <a:pos x="connsiteX74560" y="connsiteY74560"/>
              </a:cxn>
              <a:cxn ang="0">
                <a:pos x="connsiteX74561" y="connsiteY74561"/>
              </a:cxn>
              <a:cxn ang="0">
                <a:pos x="connsiteX74562" y="connsiteY74562"/>
              </a:cxn>
              <a:cxn ang="0">
                <a:pos x="connsiteX74563" y="connsiteY74563"/>
              </a:cxn>
              <a:cxn ang="0">
                <a:pos x="connsiteX74564" y="connsiteY74564"/>
              </a:cxn>
              <a:cxn ang="0">
                <a:pos x="connsiteX74565" y="connsiteY74565"/>
              </a:cxn>
              <a:cxn ang="0">
                <a:pos x="connsiteX74566" y="connsiteY74566"/>
              </a:cxn>
              <a:cxn ang="0">
                <a:pos x="connsiteX74567" y="connsiteY74567"/>
              </a:cxn>
              <a:cxn ang="0">
                <a:pos x="connsiteX74568" y="connsiteY74568"/>
              </a:cxn>
              <a:cxn ang="0">
                <a:pos x="connsiteX74569" y="connsiteY74569"/>
              </a:cxn>
              <a:cxn ang="0">
                <a:pos x="connsiteX74570" y="connsiteY74570"/>
              </a:cxn>
              <a:cxn ang="0">
                <a:pos x="connsiteX74571" y="connsiteY74571"/>
              </a:cxn>
              <a:cxn ang="0">
                <a:pos x="connsiteX74572" y="connsiteY74572"/>
              </a:cxn>
              <a:cxn ang="0">
                <a:pos x="connsiteX74573" y="connsiteY74573"/>
              </a:cxn>
              <a:cxn ang="0">
                <a:pos x="connsiteX74574" y="connsiteY74574"/>
              </a:cxn>
              <a:cxn ang="0">
                <a:pos x="connsiteX74575" y="connsiteY74575"/>
              </a:cxn>
              <a:cxn ang="0">
                <a:pos x="connsiteX74576" y="connsiteY74576"/>
              </a:cxn>
              <a:cxn ang="0">
                <a:pos x="connsiteX74577" y="connsiteY74577"/>
              </a:cxn>
              <a:cxn ang="0">
                <a:pos x="connsiteX74578" y="connsiteY74578"/>
              </a:cxn>
              <a:cxn ang="0">
                <a:pos x="connsiteX74579" y="connsiteY74579"/>
              </a:cxn>
              <a:cxn ang="0">
                <a:pos x="connsiteX74580" y="connsiteY74580"/>
              </a:cxn>
              <a:cxn ang="0">
                <a:pos x="connsiteX74581" y="connsiteY74581"/>
              </a:cxn>
              <a:cxn ang="0">
                <a:pos x="connsiteX74582" y="connsiteY74582"/>
              </a:cxn>
              <a:cxn ang="0">
                <a:pos x="connsiteX74583" y="connsiteY74583"/>
              </a:cxn>
              <a:cxn ang="0">
                <a:pos x="connsiteX74584" y="connsiteY74584"/>
              </a:cxn>
              <a:cxn ang="0">
                <a:pos x="connsiteX74585" y="connsiteY74585"/>
              </a:cxn>
              <a:cxn ang="0">
                <a:pos x="connsiteX74586" y="connsiteY74586"/>
              </a:cxn>
              <a:cxn ang="0">
                <a:pos x="connsiteX74587" y="connsiteY74587"/>
              </a:cxn>
              <a:cxn ang="0">
                <a:pos x="connsiteX74588" y="connsiteY74588"/>
              </a:cxn>
              <a:cxn ang="0">
                <a:pos x="connsiteX74589" y="connsiteY74589"/>
              </a:cxn>
              <a:cxn ang="0">
                <a:pos x="connsiteX74590" y="connsiteY74590"/>
              </a:cxn>
              <a:cxn ang="0">
                <a:pos x="connsiteX74591" y="connsiteY74591"/>
              </a:cxn>
              <a:cxn ang="0">
                <a:pos x="connsiteX74592" y="connsiteY74592"/>
              </a:cxn>
              <a:cxn ang="0">
                <a:pos x="connsiteX74593" y="connsiteY74593"/>
              </a:cxn>
              <a:cxn ang="0">
                <a:pos x="connsiteX74594" y="connsiteY74594"/>
              </a:cxn>
              <a:cxn ang="0">
                <a:pos x="connsiteX74595" y="connsiteY74595"/>
              </a:cxn>
              <a:cxn ang="0">
                <a:pos x="connsiteX74596" y="connsiteY74596"/>
              </a:cxn>
              <a:cxn ang="0">
                <a:pos x="connsiteX74597" y="connsiteY74597"/>
              </a:cxn>
              <a:cxn ang="0">
                <a:pos x="connsiteX74598" y="connsiteY74598"/>
              </a:cxn>
              <a:cxn ang="0">
                <a:pos x="connsiteX74599" y="connsiteY74599"/>
              </a:cxn>
              <a:cxn ang="0">
                <a:pos x="connsiteX74600" y="connsiteY74600"/>
              </a:cxn>
              <a:cxn ang="0">
                <a:pos x="connsiteX74601" y="connsiteY74601"/>
              </a:cxn>
              <a:cxn ang="0">
                <a:pos x="connsiteX74602" y="connsiteY74602"/>
              </a:cxn>
              <a:cxn ang="0">
                <a:pos x="connsiteX74603" y="connsiteY74603"/>
              </a:cxn>
              <a:cxn ang="0">
                <a:pos x="connsiteX74604" y="connsiteY74604"/>
              </a:cxn>
              <a:cxn ang="0">
                <a:pos x="connsiteX74605" y="connsiteY74605"/>
              </a:cxn>
              <a:cxn ang="0">
                <a:pos x="connsiteX74606" y="connsiteY74606"/>
              </a:cxn>
              <a:cxn ang="0">
                <a:pos x="connsiteX74607" y="connsiteY74607"/>
              </a:cxn>
              <a:cxn ang="0">
                <a:pos x="connsiteX74608" y="connsiteY74608"/>
              </a:cxn>
              <a:cxn ang="0">
                <a:pos x="connsiteX74609" y="connsiteY74609"/>
              </a:cxn>
              <a:cxn ang="0">
                <a:pos x="connsiteX74610" y="connsiteY74610"/>
              </a:cxn>
              <a:cxn ang="0">
                <a:pos x="connsiteX74611" y="connsiteY74611"/>
              </a:cxn>
              <a:cxn ang="0">
                <a:pos x="connsiteX74612" y="connsiteY74612"/>
              </a:cxn>
              <a:cxn ang="0">
                <a:pos x="connsiteX74613" y="connsiteY74613"/>
              </a:cxn>
              <a:cxn ang="0">
                <a:pos x="connsiteX74614" y="connsiteY74614"/>
              </a:cxn>
              <a:cxn ang="0">
                <a:pos x="connsiteX74615" y="connsiteY74615"/>
              </a:cxn>
              <a:cxn ang="0">
                <a:pos x="connsiteX74616" y="connsiteY74616"/>
              </a:cxn>
              <a:cxn ang="0">
                <a:pos x="connsiteX74617" y="connsiteY74617"/>
              </a:cxn>
              <a:cxn ang="0">
                <a:pos x="connsiteX74618" y="connsiteY74618"/>
              </a:cxn>
              <a:cxn ang="0">
                <a:pos x="connsiteX74619" y="connsiteY74619"/>
              </a:cxn>
              <a:cxn ang="0">
                <a:pos x="connsiteX74620" y="connsiteY74620"/>
              </a:cxn>
              <a:cxn ang="0">
                <a:pos x="connsiteX74621" y="connsiteY74621"/>
              </a:cxn>
              <a:cxn ang="0">
                <a:pos x="connsiteX74622" y="connsiteY74622"/>
              </a:cxn>
              <a:cxn ang="0">
                <a:pos x="connsiteX74623" y="connsiteY74623"/>
              </a:cxn>
              <a:cxn ang="0">
                <a:pos x="connsiteX74624" y="connsiteY74624"/>
              </a:cxn>
              <a:cxn ang="0">
                <a:pos x="connsiteX74625" y="connsiteY74625"/>
              </a:cxn>
              <a:cxn ang="0">
                <a:pos x="connsiteX74626" y="connsiteY74626"/>
              </a:cxn>
              <a:cxn ang="0">
                <a:pos x="connsiteX74627" y="connsiteY74627"/>
              </a:cxn>
              <a:cxn ang="0">
                <a:pos x="connsiteX74628" y="connsiteY74628"/>
              </a:cxn>
              <a:cxn ang="0">
                <a:pos x="connsiteX74629" y="connsiteY74629"/>
              </a:cxn>
              <a:cxn ang="0">
                <a:pos x="connsiteX74630" y="connsiteY74630"/>
              </a:cxn>
              <a:cxn ang="0">
                <a:pos x="connsiteX74631" y="connsiteY74631"/>
              </a:cxn>
              <a:cxn ang="0">
                <a:pos x="connsiteX74632" y="connsiteY74632"/>
              </a:cxn>
              <a:cxn ang="0">
                <a:pos x="connsiteX74633" y="connsiteY74633"/>
              </a:cxn>
              <a:cxn ang="0">
                <a:pos x="connsiteX74634" y="connsiteY74634"/>
              </a:cxn>
              <a:cxn ang="0">
                <a:pos x="connsiteX74635" y="connsiteY74635"/>
              </a:cxn>
              <a:cxn ang="0">
                <a:pos x="connsiteX74636" y="connsiteY74636"/>
              </a:cxn>
              <a:cxn ang="0">
                <a:pos x="connsiteX74637" y="connsiteY74637"/>
              </a:cxn>
              <a:cxn ang="0">
                <a:pos x="connsiteX74638" y="connsiteY74638"/>
              </a:cxn>
              <a:cxn ang="0">
                <a:pos x="connsiteX74639" y="connsiteY74639"/>
              </a:cxn>
              <a:cxn ang="0">
                <a:pos x="connsiteX74640" y="connsiteY74640"/>
              </a:cxn>
              <a:cxn ang="0">
                <a:pos x="connsiteX74641" y="connsiteY74641"/>
              </a:cxn>
              <a:cxn ang="0">
                <a:pos x="connsiteX74642" y="connsiteY74642"/>
              </a:cxn>
              <a:cxn ang="0">
                <a:pos x="connsiteX74643" y="connsiteY74643"/>
              </a:cxn>
              <a:cxn ang="0">
                <a:pos x="connsiteX74644" y="connsiteY74644"/>
              </a:cxn>
              <a:cxn ang="0">
                <a:pos x="connsiteX74645" y="connsiteY74645"/>
              </a:cxn>
              <a:cxn ang="0">
                <a:pos x="connsiteX74646" y="connsiteY74646"/>
              </a:cxn>
              <a:cxn ang="0">
                <a:pos x="connsiteX74647" y="connsiteY74647"/>
              </a:cxn>
              <a:cxn ang="0">
                <a:pos x="connsiteX74648" y="connsiteY74648"/>
              </a:cxn>
              <a:cxn ang="0">
                <a:pos x="connsiteX74649" y="connsiteY74649"/>
              </a:cxn>
              <a:cxn ang="0">
                <a:pos x="connsiteX74650" y="connsiteY74650"/>
              </a:cxn>
              <a:cxn ang="0">
                <a:pos x="connsiteX74651" y="connsiteY74651"/>
              </a:cxn>
              <a:cxn ang="0">
                <a:pos x="connsiteX74652" y="connsiteY74652"/>
              </a:cxn>
              <a:cxn ang="0">
                <a:pos x="connsiteX74653" y="connsiteY74653"/>
              </a:cxn>
              <a:cxn ang="0">
                <a:pos x="connsiteX74654" y="connsiteY74654"/>
              </a:cxn>
              <a:cxn ang="0">
                <a:pos x="connsiteX74655" y="connsiteY74655"/>
              </a:cxn>
              <a:cxn ang="0">
                <a:pos x="connsiteX74656" y="connsiteY74656"/>
              </a:cxn>
              <a:cxn ang="0">
                <a:pos x="connsiteX74657" y="connsiteY74657"/>
              </a:cxn>
              <a:cxn ang="0">
                <a:pos x="connsiteX74658" y="connsiteY74658"/>
              </a:cxn>
              <a:cxn ang="0">
                <a:pos x="connsiteX74659" y="connsiteY74659"/>
              </a:cxn>
              <a:cxn ang="0">
                <a:pos x="connsiteX74660" y="connsiteY74660"/>
              </a:cxn>
              <a:cxn ang="0">
                <a:pos x="connsiteX74661" y="connsiteY74661"/>
              </a:cxn>
              <a:cxn ang="0">
                <a:pos x="connsiteX74662" y="connsiteY74662"/>
              </a:cxn>
              <a:cxn ang="0">
                <a:pos x="connsiteX74663" y="connsiteY74663"/>
              </a:cxn>
              <a:cxn ang="0">
                <a:pos x="connsiteX74664" y="connsiteY74664"/>
              </a:cxn>
              <a:cxn ang="0">
                <a:pos x="connsiteX74665" y="connsiteY74665"/>
              </a:cxn>
              <a:cxn ang="0">
                <a:pos x="connsiteX74666" y="connsiteY74666"/>
              </a:cxn>
              <a:cxn ang="0">
                <a:pos x="connsiteX74667" y="connsiteY74667"/>
              </a:cxn>
              <a:cxn ang="0">
                <a:pos x="connsiteX74668" y="connsiteY74668"/>
              </a:cxn>
              <a:cxn ang="0">
                <a:pos x="connsiteX74669" y="connsiteY74669"/>
              </a:cxn>
              <a:cxn ang="0">
                <a:pos x="connsiteX74670" y="connsiteY74670"/>
              </a:cxn>
              <a:cxn ang="0">
                <a:pos x="connsiteX74671" y="connsiteY74671"/>
              </a:cxn>
              <a:cxn ang="0">
                <a:pos x="connsiteX74672" y="connsiteY74672"/>
              </a:cxn>
              <a:cxn ang="0">
                <a:pos x="connsiteX74673" y="connsiteY74673"/>
              </a:cxn>
              <a:cxn ang="0">
                <a:pos x="connsiteX74674" y="connsiteY74674"/>
              </a:cxn>
              <a:cxn ang="0">
                <a:pos x="connsiteX74675" y="connsiteY74675"/>
              </a:cxn>
              <a:cxn ang="0">
                <a:pos x="connsiteX74676" y="connsiteY74676"/>
              </a:cxn>
              <a:cxn ang="0">
                <a:pos x="connsiteX74677" y="connsiteY74677"/>
              </a:cxn>
              <a:cxn ang="0">
                <a:pos x="connsiteX74678" y="connsiteY74678"/>
              </a:cxn>
              <a:cxn ang="0">
                <a:pos x="connsiteX74679" y="connsiteY74679"/>
              </a:cxn>
              <a:cxn ang="0">
                <a:pos x="connsiteX74680" y="connsiteY74680"/>
              </a:cxn>
              <a:cxn ang="0">
                <a:pos x="connsiteX74681" y="connsiteY74681"/>
              </a:cxn>
              <a:cxn ang="0">
                <a:pos x="connsiteX74682" y="connsiteY74682"/>
              </a:cxn>
              <a:cxn ang="0">
                <a:pos x="connsiteX74683" y="connsiteY74683"/>
              </a:cxn>
              <a:cxn ang="0">
                <a:pos x="connsiteX74684" y="connsiteY74684"/>
              </a:cxn>
              <a:cxn ang="0">
                <a:pos x="connsiteX74685" y="connsiteY74685"/>
              </a:cxn>
              <a:cxn ang="0">
                <a:pos x="connsiteX74686" y="connsiteY74686"/>
              </a:cxn>
              <a:cxn ang="0">
                <a:pos x="connsiteX74687" y="connsiteY74687"/>
              </a:cxn>
              <a:cxn ang="0">
                <a:pos x="connsiteX74688" y="connsiteY74688"/>
              </a:cxn>
              <a:cxn ang="0">
                <a:pos x="connsiteX74689" y="connsiteY74689"/>
              </a:cxn>
              <a:cxn ang="0">
                <a:pos x="connsiteX74690" y="connsiteY74690"/>
              </a:cxn>
              <a:cxn ang="0">
                <a:pos x="connsiteX74691" y="connsiteY74691"/>
              </a:cxn>
              <a:cxn ang="0">
                <a:pos x="connsiteX74692" y="connsiteY74692"/>
              </a:cxn>
              <a:cxn ang="0">
                <a:pos x="connsiteX74693" y="connsiteY74693"/>
              </a:cxn>
              <a:cxn ang="0">
                <a:pos x="connsiteX74694" y="connsiteY74694"/>
              </a:cxn>
              <a:cxn ang="0">
                <a:pos x="connsiteX74695" y="connsiteY74695"/>
              </a:cxn>
              <a:cxn ang="0">
                <a:pos x="connsiteX74696" y="connsiteY74696"/>
              </a:cxn>
              <a:cxn ang="0">
                <a:pos x="connsiteX74697" y="connsiteY74697"/>
              </a:cxn>
              <a:cxn ang="0">
                <a:pos x="connsiteX74698" y="connsiteY74698"/>
              </a:cxn>
              <a:cxn ang="0">
                <a:pos x="connsiteX74699" y="connsiteY74699"/>
              </a:cxn>
              <a:cxn ang="0">
                <a:pos x="connsiteX74700" y="connsiteY74700"/>
              </a:cxn>
              <a:cxn ang="0">
                <a:pos x="connsiteX74701" y="connsiteY74701"/>
              </a:cxn>
              <a:cxn ang="0">
                <a:pos x="connsiteX74702" y="connsiteY74702"/>
              </a:cxn>
              <a:cxn ang="0">
                <a:pos x="connsiteX74703" y="connsiteY74703"/>
              </a:cxn>
              <a:cxn ang="0">
                <a:pos x="connsiteX74704" y="connsiteY74704"/>
              </a:cxn>
              <a:cxn ang="0">
                <a:pos x="connsiteX74705" y="connsiteY74705"/>
              </a:cxn>
              <a:cxn ang="0">
                <a:pos x="connsiteX74706" y="connsiteY74706"/>
              </a:cxn>
              <a:cxn ang="0">
                <a:pos x="connsiteX74707" y="connsiteY74707"/>
              </a:cxn>
              <a:cxn ang="0">
                <a:pos x="connsiteX74708" y="connsiteY74708"/>
              </a:cxn>
              <a:cxn ang="0">
                <a:pos x="connsiteX74709" y="connsiteY74709"/>
              </a:cxn>
              <a:cxn ang="0">
                <a:pos x="connsiteX74710" y="connsiteY74710"/>
              </a:cxn>
              <a:cxn ang="0">
                <a:pos x="connsiteX74711" y="connsiteY74711"/>
              </a:cxn>
              <a:cxn ang="0">
                <a:pos x="connsiteX74712" y="connsiteY74712"/>
              </a:cxn>
              <a:cxn ang="0">
                <a:pos x="connsiteX74713" y="connsiteY74713"/>
              </a:cxn>
              <a:cxn ang="0">
                <a:pos x="connsiteX74714" y="connsiteY74714"/>
              </a:cxn>
              <a:cxn ang="0">
                <a:pos x="connsiteX74715" y="connsiteY74715"/>
              </a:cxn>
              <a:cxn ang="0">
                <a:pos x="connsiteX74716" y="connsiteY74716"/>
              </a:cxn>
              <a:cxn ang="0">
                <a:pos x="connsiteX74717" y="connsiteY74717"/>
              </a:cxn>
              <a:cxn ang="0">
                <a:pos x="connsiteX74718" y="connsiteY74718"/>
              </a:cxn>
              <a:cxn ang="0">
                <a:pos x="connsiteX74719" y="connsiteY74719"/>
              </a:cxn>
              <a:cxn ang="0">
                <a:pos x="connsiteX74720" y="connsiteY74720"/>
              </a:cxn>
              <a:cxn ang="0">
                <a:pos x="connsiteX74721" y="connsiteY74721"/>
              </a:cxn>
              <a:cxn ang="0">
                <a:pos x="connsiteX74722" y="connsiteY74722"/>
              </a:cxn>
              <a:cxn ang="0">
                <a:pos x="connsiteX74723" y="connsiteY74723"/>
              </a:cxn>
              <a:cxn ang="0">
                <a:pos x="connsiteX74724" y="connsiteY74724"/>
              </a:cxn>
              <a:cxn ang="0">
                <a:pos x="connsiteX74725" y="connsiteY74725"/>
              </a:cxn>
              <a:cxn ang="0">
                <a:pos x="connsiteX74726" y="connsiteY74726"/>
              </a:cxn>
              <a:cxn ang="0">
                <a:pos x="connsiteX74727" y="connsiteY74727"/>
              </a:cxn>
              <a:cxn ang="0">
                <a:pos x="connsiteX74728" y="connsiteY74728"/>
              </a:cxn>
              <a:cxn ang="0">
                <a:pos x="connsiteX74729" y="connsiteY74729"/>
              </a:cxn>
              <a:cxn ang="0">
                <a:pos x="connsiteX74730" y="connsiteY74730"/>
              </a:cxn>
              <a:cxn ang="0">
                <a:pos x="connsiteX74731" y="connsiteY74731"/>
              </a:cxn>
              <a:cxn ang="0">
                <a:pos x="connsiteX74732" y="connsiteY74732"/>
              </a:cxn>
              <a:cxn ang="0">
                <a:pos x="connsiteX74733" y="connsiteY74733"/>
              </a:cxn>
              <a:cxn ang="0">
                <a:pos x="connsiteX74734" y="connsiteY74734"/>
              </a:cxn>
              <a:cxn ang="0">
                <a:pos x="connsiteX74735" y="connsiteY74735"/>
              </a:cxn>
              <a:cxn ang="0">
                <a:pos x="connsiteX74736" y="connsiteY74736"/>
              </a:cxn>
              <a:cxn ang="0">
                <a:pos x="connsiteX74737" y="connsiteY74737"/>
              </a:cxn>
              <a:cxn ang="0">
                <a:pos x="connsiteX74738" y="connsiteY74738"/>
              </a:cxn>
              <a:cxn ang="0">
                <a:pos x="connsiteX74739" y="connsiteY74739"/>
              </a:cxn>
              <a:cxn ang="0">
                <a:pos x="connsiteX74740" y="connsiteY74740"/>
              </a:cxn>
              <a:cxn ang="0">
                <a:pos x="connsiteX74741" y="connsiteY74741"/>
              </a:cxn>
              <a:cxn ang="0">
                <a:pos x="connsiteX74742" y="connsiteY74742"/>
              </a:cxn>
              <a:cxn ang="0">
                <a:pos x="connsiteX74743" y="connsiteY74743"/>
              </a:cxn>
              <a:cxn ang="0">
                <a:pos x="connsiteX74744" y="connsiteY74744"/>
              </a:cxn>
              <a:cxn ang="0">
                <a:pos x="connsiteX74745" y="connsiteY74745"/>
              </a:cxn>
              <a:cxn ang="0">
                <a:pos x="connsiteX74746" y="connsiteY74746"/>
              </a:cxn>
              <a:cxn ang="0">
                <a:pos x="connsiteX74747" y="connsiteY74747"/>
              </a:cxn>
              <a:cxn ang="0">
                <a:pos x="connsiteX74748" y="connsiteY74748"/>
              </a:cxn>
              <a:cxn ang="0">
                <a:pos x="connsiteX74749" y="connsiteY74749"/>
              </a:cxn>
              <a:cxn ang="0">
                <a:pos x="connsiteX74750" y="connsiteY74750"/>
              </a:cxn>
              <a:cxn ang="0">
                <a:pos x="connsiteX74751" y="connsiteY74751"/>
              </a:cxn>
              <a:cxn ang="0">
                <a:pos x="connsiteX74752" y="connsiteY74752"/>
              </a:cxn>
              <a:cxn ang="0">
                <a:pos x="connsiteX74753" y="connsiteY74753"/>
              </a:cxn>
              <a:cxn ang="0">
                <a:pos x="connsiteX74754" y="connsiteY74754"/>
              </a:cxn>
              <a:cxn ang="0">
                <a:pos x="connsiteX74755" y="connsiteY74755"/>
              </a:cxn>
              <a:cxn ang="0">
                <a:pos x="connsiteX74756" y="connsiteY74756"/>
              </a:cxn>
              <a:cxn ang="0">
                <a:pos x="connsiteX74757" y="connsiteY74757"/>
              </a:cxn>
              <a:cxn ang="0">
                <a:pos x="connsiteX74758" y="connsiteY74758"/>
              </a:cxn>
              <a:cxn ang="0">
                <a:pos x="connsiteX74759" y="connsiteY74759"/>
              </a:cxn>
              <a:cxn ang="0">
                <a:pos x="connsiteX74760" y="connsiteY74760"/>
              </a:cxn>
              <a:cxn ang="0">
                <a:pos x="connsiteX74761" y="connsiteY74761"/>
              </a:cxn>
              <a:cxn ang="0">
                <a:pos x="connsiteX74762" y="connsiteY74762"/>
              </a:cxn>
              <a:cxn ang="0">
                <a:pos x="connsiteX74763" y="connsiteY74763"/>
              </a:cxn>
              <a:cxn ang="0">
                <a:pos x="connsiteX74764" y="connsiteY74764"/>
              </a:cxn>
              <a:cxn ang="0">
                <a:pos x="connsiteX74765" y="connsiteY74765"/>
              </a:cxn>
              <a:cxn ang="0">
                <a:pos x="connsiteX74766" y="connsiteY74766"/>
              </a:cxn>
              <a:cxn ang="0">
                <a:pos x="connsiteX74767" y="connsiteY74767"/>
              </a:cxn>
              <a:cxn ang="0">
                <a:pos x="connsiteX74768" y="connsiteY74768"/>
              </a:cxn>
              <a:cxn ang="0">
                <a:pos x="connsiteX74769" y="connsiteY74769"/>
              </a:cxn>
              <a:cxn ang="0">
                <a:pos x="connsiteX74770" y="connsiteY74770"/>
              </a:cxn>
              <a:cxn ang="0">
                <a:pos x="connsiteX74771" y="connsiteY74771"/>
              </a:cxn>
              <a:cxn ang="0">
                <a:pos x="connsiteX74772" y="connsiteY74772"/>
              </a:cxn>
              <a:cxn ang="0">
                <a:pos x="connsiteX74773" y="connsiteY74773"/>
              </a:cxn>
              <a:cxn ang="0">
                <a:pos x="connsiteX74774" y="connsiteY74774"/>
              </a:cxn>
              <a:cxn ang="0">
                <a:pos x="connsiteX74775" y="connsiteY74775"/>
              </a:cxn>
              <a:cxn ang="0">
                <a:pos x="connsiteX74776" y="connsiteY74776"/>
              </a:cxn>
              <a:cxn ang="0">
                <a:pos x="connsiteX74777" y="connsiteY74777"/>
              </a:cxn>
              <a:cxn ang="0">
                <a:pos x="connsiteX74778" y="connsiteY74778"/>
              </a:cxn>
              <a:cxn ang="0">
                <a:pos x="connsiteX74779" y="connsiteY74779"/>
              </a:cxn>
              <a:cxn ang="0">
                <a:pos x="connsiteX74780" y="connsiteY74780"/>
              </a:cxn>
              <a:cxn ang="0">
                <a:pos x="connsiteX74781" y="connsiteY74781"/>
              </a:cxn>
              <a:cxn ang="0">
                <a:pos x="connsiteX74782" y="connsiteY74782"/>
              </a:cxn>
              <a:cxn ang="0">
                <a:pos x="connsiteX74783" y="connsiteY74783"/>
              </a:cxn>
              <a:cxn ang="0">
                <a:pos x="connsiteX74784" y="connsiteY74784"/>
              </a:cxn>
              <a:cxn ang="0">
                <a:pos x="connsiteX74785" y="connsiteY74785"/>
              </a:cxn>
              <a:cxn ang="0">
                <a:pos x="connsiteX74786" y="connsiteY74786"/>
              </a:cxn>
              <a:cxn ang="0">
                <a:pos x="connsiteX74787" y="connsiteY74787"/>
              </a:cxn>
              <a:cxn ang="0">
                <a:pos x="connsiteX74788" y="connsiteY74788"/>
              </a:cxn>
              <a:cxn ang="0">
                <a:pos x="connsiteX74789" y="connsiteY74789"/>
              </a:cxn>
              <a:cxn ang="0">
                <a:pos x="connsiteX74790" y="connsiteY74790"/>
              </a:cxn>
              <a:cxn ang="0">
                <a:pos x="connsiteX74791" y="connsiteY74791"/>
              </a:cxn>
              <a:cxn ang="0">
                <a:pos x="connsiteX74792" y="connsiteY74792"/>
              </a:cxn>
              <a:cxn ang="0">
                <a:pos x="connsiteX74793" y="connsiteY74793"/>
              </a:cxn>
              <a:cxn ang="0">
                <a:pos x="connsiteX74794" y="connsiteY74794"/>
              </a:cxn>
              <a:cxn ang="0">
                <a:pos x="connsiteX74795" y="connsiteY74795"/>
              </a:cxn>
              <a:cxn ang="0">
                <a:pos x="connsiteX74796" y="connsiteY74796"/>
              </a:cxn>
              <a:cxn ang="0">
                <a:pos x="connsiteX74797" y="connsiteY74797"/>
              </a:cxn>
              <a:cxn ang="0">
                <a:pos x="connsiteX74798" y="connsiteY74798"/>
              </a:cxn>
              <a:cxn ang="0">
                <a:pos x="connsiteX74799" y="connsiteY74799"/>
              </a:cxn>
              <a:cxn ang="0">
                <a:pos x="connsiteX74800" y="connsiteY74800"/>
              </a:cxn>
              <a:cxn ang="0">
                <a:pos x="connsiteX74801" y="connsiteY74801"/>
              </a:cxn>
              <a:cxn ang="0">
                <a:pos x="connsiteX74802" y="connsiteY74802"/>
              </a:cxn>
              <a:cxn ang="0">
                <a:pos x="connsiteX74803" y="connsiteY74803"/>
              </a:cxn>
              <a:cxn ang="0">
                <a:pos x="connsiteX74804" y="connsiteY74804"/>
              </a:cxn>
              <a:cxn ang="0">
                <a:pos x="connsiteX74805" y="connsiteY74805"/>
              </a:cxn>
              <a:cxn ang="0">
                <a:pos x="connsiteX74806" y="connsiteY74806"/>
              </a:cxn>
              <a:cxn ang="0">
                <a:pos x="connsiteX74807" y="connsiteY74807"/>
              </a:cxn>
              <a:cxn ang="0">
                <a:pos x="connsiteX74808" y="connsiteY74808"/>
              </a:cxn>
              <a:cxn ang="0">
                <a:pos x="connsiteX74809" y="connsiteY74809"/>
              </a:cxn>
              <a:cxn ang="0">
                <a:pos x="connsiteX74810" y="connsiteY74810"/>
              </a:cxn>
              <a:cxn ang="0">
                <a:pos x="connsiteX74811" y="connsiteY74811"/>
              </a:cxn>
              <a:cxn ang="0">
                <a:pos x="connsiteX74812" y="connsiteY74812"/>
              </a:cxn>
              <a:cxn ang="0">
                <a:pos x="connsiteX74813" y="connsiteY74813"/>
              </a:cxn>
              <a:cxn ang="0">
                <a:pos x="connsiteX74814" y="connsiteY74814"/>
              </a:cxn>
              <a:cxn ang="0">
                <a:pos x="connsiteX74815" y="connsiteY74815"/>
              </a:cxn>
              <a:cxn ang="0">
                <a:pos x="connsiteX74816" y="connsiteY74816"/>
              </a:cxn>
              <a:cxn ang="0">
                <a:pos x="connsiteX74817" y="connsiteY74817"/>
              </a:cxn>
              <a:cxn ang="0">
                <a:pos x="connsiteX74818" y="connsiteY74818"/>
              </a:cxn>
              <a:cxn ang="0">
                <a:pos x="connsiteX74819" y="connsiteY74819"/>
              </a:cxn>
              <a:cxn ang="0">
                <a:pos x="connsiteX74820" y="connsiteY74820"/>
              </a:cxn>
              <a:cxn ang="0">
                <a:pos x="connsiteX74821" y="connsiteY74821"/>
              </a:cxn>
              <a:cxn ang="0">
                <a:pos x="connsiteX74822" y="connsiteY74822"/>
              </a:cxn>
              <a:cxn ang="0">
                <a:pos x="connsiteX74823" y="connsiteY74823"/>
              </a:cxn>
              <a:cxn ang="0">
                <a:pos x="connsiteX74824" y="connsiteY74824"/>
              </a:cxn>
              <a:cxn ang="0">
                <a:pos x="connsiteX74825" y="connsiteY74825"/>
              </a:cxn>
              <a:cxn ang="0">
                <a:pos x="connsiteX74826" y="connsiteY74826"/>
              </a:cxn>
              <a:cxn ang="0">
                <a:pos x="connsiteX74827" y="connsiteY74827"/>
              </a:cxn>
              <a:cxn ang="0">
                <a:pos x="connsiteX74828" y="connsiteY74828"/>
              </a:cxn>
              <a:cxn ang="0">
                <a:pos x="connsiteX74829" y="connsiteY74829"/>
              </a:cxn>
              <a:cxn ang="0">
                <a:pos x="connsiteX74830" y="connsiteY74830"/>
              </a:cxn>
              <a:cxn ang="0">
                <a:pos x="connsiteX74831" y="connsiteY74831"/>
              </a:cxn>
              <a:cxn ang="0">
                <a:pos x="connsiteX74832" y="connsiteY74832"/>
              </a:cxn>
              <a:cxn ang="0">
                <a:pos x="connsiteX74833" y="connsiteY74833"/>
              </a:cxn>
              <a:cxn ang="0">
                <a:pos x="connsiteX74834" y="connsiteY74834"/>
              </a:cxn>
              <a:cxn ang="0">
                <a:pos x="connsiteX74835" y="connsiteY74835"/>
              </a:cxn>
              <a:cxn ang="0">
                <a:pos x="connsiteX74836" y="connsiteY74836"/>
              </a:cxn>
              <a:cxn ang="0">
                <a:pos x="connsiteX74837" y="connsiteY74837"/>
              </a:cxn>
              <a:cxn ang="0">
                <a:pos x="connsiteX74838" y="connsiteY74838"/>
              </a:cxn>
              <a:cxn ang="0">
                <a:pos x="connsiteX74839" y="connsiteY74839"/>
              </a:cxn>
              <a:cxn ang="0">
                <a:pos x="connsiteX74840" y="connsiteY74840"/>
              </a:cxn>
              <a:cxn ang="0">
                <a:pos x="connsiteX74841" y="connsiteY74841"/>
              </a:cxn>
              <a:cxn ang="0">
                <a:pos x="connsiteX74842" y="connsiteY74842"/>
              </a:cxn>
              <a:cxn ang="0">
                <a:pos x="connsiteX74843" y="connsiteY74843"/>
              </a:cxn>
              <a:cxn ang="0">
                <a:pos x="connsiteX74844" y="connsiteY74844"/>
              </a:cxn>
              <a:cxn ang="0">
                <a:pos x="connsiteX74845" y="connsiteY74845"/>
              </a:cxn>
              <a:cxn ang="0">
                <a:pos x="connsiteX74846" y="connsiteY74846"/>
              </a:cxn>
              <a:cxn ang="0">
                <a:pos x="connsiteX74847" y="connsiteY74847"/>
              </a:cxn>
              <a:cxn ang="0">
                <a:pos x="connsiteX74848" y="connsiteY74848"/>
              </a:cxn>
              <a:cxn ang="0">
                <a:pos x="connsiteX74849" y="connsiteY74849"/>
              </a:cxn>
              <a:cxn ang="0">
                <a:pos x="connsiteX74850" y="connsiteY74850"/>
              </a:cxn>
              <a:cxn ang="0">
                <a:pos x="connsiteX74851" y="connsiteY74851"/>
              </a:cxn>
              <a:cxn ang="0">
                <a:pos x="connsiteX74852" y="connsiteY74852"/>
              </a:cxn>
              <a:cxn ang="0">
                <a:pos x="connsiteX74853" y="connsiteY74853"/>
              </a:cxn>
              <a:cxn ang="0">
                <a:pos x="connsiteX74854" y="connsiteY74854"/>
              </a:cxn>
              <a:cxn ang="0">
                <a:pos x="connsiteX74855" y="connsiteY74855"/>
              </a:cxn>
              <a:cxn ang="0">
                <a:pos x="connsiteX74856" y="connsiteY74856"/>
              </a:cxn>
              <a:cxn ang="0">
                <a:pos x="connsiteX74857" y="connsiteY74857"/>
              </a:cxn>
              <a:cxn ang="0">
                <a:pos x="connsiteX74858" y="connsiteY74858"/>
              </a:cxn>
              <a:cxn ang="0">
                <a:pos x="connsiteX74859" y="connsiteY74859"/>
              </a:cxn>
              <a:cxn ang="0">
                <a:pos x="connsiteX74860" y="connsiteY74860"/>
              </a:cxn>
              <a:cxn ang="0">
                <a:pos x="connsiteX74861" y="connsiteY74861"/>
              </a:cxn>
              <a:cxn ang="0">
                <a:pos x="connsiteX74862" y="connsiteY74862"/>
              </a:cxn>
              <a:cxn ang="0">
                <a:pos x="connsiteX74863" y="connsiteY74863"/>
              </a:cxn>
              <a:cxn ang="0">
                <a:pos x="connsiteX74864" y="connsiteY74864"/>
              </a:cxn>
              <a:cxn ang="0">
                <a:pos x="connsiteX74865" y="connsiteY74865"/>
              </a:cxn>
              <a:cxn ang="0">
                <a:pos x="connsiteX74866" y="connsiteY74866"/>
              </a:cxn>
              <a:cxn ang="0">
                <a:pos x="connsiteX74867" y="connsiteY74867"/>
              </a:cxn>
              <a:cxn ang="0">
                <a:pos x="connsiteX74868" y="connsiteY74868"/>
              </a:cxn>
              <a:cxn ang="0">
                <a:pos x="connsiteX74869" y="connsiteY74869"/>
              </a:cxn>
              <a:cxn ang="0">
                <a:pos x="connsiteX74870" y="connsiteY74870"/>
              </a:cxn>
              <a:cxn ang="0">
                <a:pos x="connsiteX74871" y="connsiteY74871"/>
              </a:cxn>
              <a:cxn ang="0">
                <a:pos x="connsiteX74872" y="connsiteY74872"/>
              </a:cxn>
              <a:cxn ang="0">
                <a:pos x="connsiteX74873" y="connsiteY74873"/>
              </a:cxn>
              <a:cxn ang="0">
                <a:pos x="connsiteX74874" y="connsiteY74874"/>
              </a:cxn>
              <a:cxn ang="0">
                <a:pos x="connsiteX74875" y="connsiteY74875"/>
              </a:cxn>
              <a:cxn ang="0">
                <a:pos x="connsiteX74876" y="connsiteY74876"/>
              </a:cxn>
              <a:cxn ang="0">
                <a:pos x="connsiteX74877" y="connsiteY74877"/>
              </a:cxn>
              <a:cxn ang="0">
                <a:pos x="connsiteX74878" y="connsiteY74878"/>
              </a:cxn>
              <a:cxn ang="0">
                <a:pos x="connsiteX74879" y="connsiteY74879"/>
              </a:cxn>
              <a:cxn ang="0">
                <a:pos x="connsiteX74880" y="connsiteY74880"/>
              </a:cxn>
              <a:cxn ang="0">
                <a:pos x="connsiteX74881" y="connsiteY74881"/>
              </a:cxn>
              <a:cxn ang="0">
                <a:pos x="connsiteX74882" y="connsiteY74882"/>
              </a:cxn>
              <a:cxn ang="0">
                <a:pos x="connsiteX74883" y="connsiteY74883"/>
              </a:cxn>
              <a:cxn ang="0">
                <a:pos x="connsiteX74884" y="connsiteY74884"/>
              </a:cxn>
              <a:cxn ang="0">
                <a:pos x="connsiteX74885" y="connsiteY74885"/>
              </a:cxn>
              <a:cxn ang="0">
                <a:pos x="connsiteX74886" y="connsiteY74886"/>
              </a:cxn>
              <a:cxn ang="0">
                <a:pos x="connsiteX74887" y="connsiteY74887"/>
              </a:cxn>
              <a:cxn ang="0">
                <a:pos x="connsiteX74888" y="connsiteY74888"/>
              </a:cxn>
              <a:cxn ang="0">
                <a:pos x="connsiteX74889" y="connsiteY74889"/>
              </a:cxn>
              <a:cxn ang="0">
                <a:pos x="connsiteX74890" y="connsiteY74890"/>
              </a:cxn>
              <a:cxn ang="0">
                <a:pos x="connsiteX74891" y="connsiteY74891"/>
              </a:cxn>
              <a:cxn ang="0">
                <a:pos x="connsiteX74892" y="connsiteY74892"/>
              </a:cxn>
              <a:cxn ang="0">
                <a:pos x="connsiteX74893" y="connsiteY74893"/>
              </a:cxn>
              <a:cxn ang="0">
                <a:pos x="connsiteX74894" y="connsiteY74894"/>
              </a:cxn>
              <a:cxn ang="0">
                <a:pos x="connsiteX74895" y="connsiteY74895"/>
              </a:cxn>
              <a:cxn ang="0">
                <a:pos x="connsiteX74896" y="connsiteY74896"/>
              </a:cxn>
              <a:cxn ang="0">
                <a:pos x="connsiteX74897" y="connsiteY74897"/>
              </a:cxn>
              <a:cxn ang="0">
                <a:pos x="connsiteX74898" y="connsiteY74898"/>
              </a:cxn>
              <a:cxn ang="0">
                <a:pos x="connsiteX74899" y="connsiteY74899"/>
              </a:cxn>
              <a:cxn ang="0">
                <a:pos x="connsiteX74900" y="connsiteY74900"/>
              </a:cxn>
              <a:cxn ang="0">
                <a:pos x="connsiteX74901" y="connsiteY74901"/>
              </a:cxn>
              <a:cxn ang="0">
                <a:pos x="connsiteX74902" y="connsiteY74902"/>
              </a:cxn>
              <a:cxn ang="0">
                <a:pos x="connsiteX74903" y="connsiteY74903"/>
              </a:cxn>
              <a:cxn ang="0">
                <a:pos x="connsiteX74904" y="connsiteY74904"/>
              </a:cxn>
              <a:cxn ang="0">
                <a:pos x="connsiteX74905" y="connsiteY74905"/>
              </a:cxn>
              <a:cxn ang="0">
                <a:pos x="connsiteX74906" y="connsiteY74906"/>
              </a:cxn>
              <a:cxn ang="0">
                <a:pos x="connsiteX74907" y="connsiteY74907"/>
              </a:cxn>
              <a:cxn ang="0">
                <a:pos x="connsiteX74908" y="connsiteY74908"/>
              </a:cxn>
              <a:cxn ang="0">
                <a:pos x="connsiteX74909" y="connsiteY74909"/>
              </a:cxn>
              <a:cxn ang="0">
                <a:pos x="connsiteX74910" y="connsiteY74910"/>
              </a:cxn>
              <a:cxn ang="0">
                <a:pos x="connsiteX74911" y="connsiteY74911"/>
              </a:cxn>
              <a:cxn ang="0">
                <a:pos x="connsiteX74912" y="connsiteY74912"/>
              </a:cxn>
              <a:cxn ang="0">
                <a:pos x="connsiteX74913" y="connsiteY74913"/>
              </a:cxn>
              <a:cxn ang="0">
                <a:pos x="connsiteX74914" y="connsiteY74914"/>
              </a:cxn>
              <a:cxn ang="0">
                <a:pos x="connsiteX74915" y="connsiteY74915"/>
              </a:cxn>
              <a:cxn ang="0">
                <a:pos x="connsiteX74916" y="connsiteY74916"/>
              </a:cxn>
              <a:cxn ang="0">
                <a:pos x="connsiteX74917" y="connsiteY74917"/>
              </a:cxn>
              <a:cxn ang="0">
                <a:pos x="connsiteX74918" y="connsiteY74918"/>
              </a:cxn>
              <a:cxn ang="0">
                <a:pos x="connsiteX74919" y="connsiteY74919"/>
              </a:cxn>
              <a:cxn ang="0">
                <a:pos x="connsiteX74920" y="connsiteY74920"/>
              </a:cxn>
              <a:cxn ang="0">
                <a:pos x="connsiteX74921" y="connsiteY74921"/>
              </a:cxn>
              <a:cxn ang="0">
                <a:pos x="connsiteX74922" y="connsiteY74922"/>
              </a:cxn>
              <a:cxn ang="0">
                <a:pos x="connsiteX74923" y="connsiteY74923"/>
              </a:cxn>
              <a:cxn ang="0">
                <a:pos x="connsiteX74924" y="connsiteY74924"/>
              </a:cxn>
              <a:cxn ang="0">
                <a:pos x="connsiteX74925" y="connsiteY74925"/>
              </a:cxn>
              <a:cxn ang="0">
                <a:pos x="connsiteX74926" y="connsiteY74926"/>
              </a:cxn>
              <a:cxn ang="0">
                <a:pos x="connsiteX74927" y="connsiteY74927"/>
              </a:cxn>
              <a:cxn ang="0">
                <a:pos x="connsiteX74928" y="connsiteY74928"/>
              </a:cxn>
              <a:cxn ang="0">
                <a:pos x="connsiteX74929" y="connsiteY74929"/>
              </a:cxn>
              <a:cxn ang="0">
                <a:pos x="connsiteX74930" y="connsiteY74930"/>
              </a:cxn>
              <a:cxn ang="0">
                <a:pos x="connsiteX74931" y="connsiteY74931"/>
              </a:cxn>
              <a:cxn ang="0">
                <a:pos x="connsiteX74932" y="connsiteY74932"/>
              </a:cxn>
              <a:cxn ang="0">
                <a:pos x="connsiteX74933" y="connsiteY74933"/>
              </a:cxn>
              <a:cxn ang="0">
                <a:pos x="connsiteX74934" y="connsiteY74934"/>
              </a:cxn>
              <a:cxn ang="0">
                <a:pos x="connsiteX74935" y="connsiteY74935"/>
              </a:cxn>
              <a:cxn ang="0">
                <a:pos x="connsiteX74936" y="connsiteY74936"/>
              </a:cxn>
              <a:cxn ang="0">
                <a:pos x="connsiteX74937" y="connsiteY74937"/>
              </a:cxn>
              <a:cxn ang="0">
                <a:pos x="connsiteX74938" y="connsiteY74938"/>
              </a:cxn>
              <a:cxn ang="0">
                <a:pos x="connsiteX74939" y="connsiteY74939"/>
              </a:cxn>
              <a:cxn ang="0">
                <a:pos x="connsiteX74940" y="connsiteY74940"/>
              </a:cxn>
              <a:cxn ang="0">
                <a:pos x="connsiteX74941" y="connsiteY74941"/>
              </a:cxn>
              <a:cxn ang="0">
                <a:pos x="connsiteX74942" y="connsiteY74942"/>
              </a:cxn>
              <a:cxn ang="0">
                <a:pos x="connsiteX74943" y="connsiteY74943"/>
              </a:cxn>
              <a:cxn ang="0">
                <a:pos x="connsiteX74944" y="connsiteY74944"/>
              </a:cxn>
              <a:cxn ang="0">
                <a:pos x="connsiteX74945" y="connsiteY74945"/>
              </a:cxn>
              <a:cxn ang="0">
                <a:pos x="connsiteX74946" y="connsiteY74946"/>
              </a:cxn>
              <a:cxn ang="0">
                <a:pos x="connsiteX74947" y="connsiteY74947"/>
              </a:cxn>
              <a:cxn ang="0">
                <a:pos x="connsiteX74948" y="connsiteY74948"/>
              </a:cxn>
              <a:cxn ang="0">
                <a:pos x="connsiteX74949" y="connsiteY74949"/>
              </a:cxn>
              <a:cxn ang="0">
                <a:pos x="connsiteX74950" y="connsiteY74950"/>
              </a:cxn>
              <a:cxn ang="0">
                <a:pos x="connsiteX74951" y="connsiteY74951"/>
              </a:cxn>
              <a:cxn ang="0">
                <a:pos x="connsiteX74952" y="connsiteY74952"/>
              </a:cxn>
              <a:cxn ang="0">
                <a:pos x="connsiteX74953" y="connsiteY74953"/>
              </a:cxn>
              <a:cxn ang="0">
                <a:pos x="connsiteX74954" y="connsiteY74954"/>
              </a:cxn>
              <a:cxn ang="0">
                <a:pos x="connsiteX74955" y="connsiteY74955"/>
              </a:cxn>
              <a:cxn ang="0">
                <a:pos x="connsiteX74956" y="connsiteY74956"/>
              </a:cxn>
              <a:cxn ang="0">
                <a:pos x="connsiteX74957" y="connsiteY74957"/>
              </a:cxn>
              <a:cxn ang="0">
                <a:pos x="connsiteX74958" y="connsiteY74958"/>
              </a:cxn>
              <a:cxn ang="0">
                <a:pos x="connsiteX74959" y="connsiteY74959"/>
              </a:cxn>
              <a:cxn ang="0">
                <a:pos x="connsiteX74960" y="connsiteY74960"/>
              </a:cxn>
              <a:cxn ang="0">
                <a:pos x="connsiteX74961" y="connsiteY74961"/>
              </a:cxn>
              <a:cxn ang="0">
                <a:pos x="connsiteX74962" y="connsiteY74962"/>
              </a:cxn>
              <a:cxn ang="0">
                <a:pos x="connsiteX74963" y="connsiteY74963"/>
              </a:cxn>
              <a:cxn ang="0">
                <a:pos x="connsiteX74964" y="connsiteY74964"/>
              </a:cxn>
              <a:cxn ang="0">
                <a:pos x="connsiteX74965" y="connsiteY74965"/>
              </a:cxn>
              <a:cxn ang="0">
                <a:pos x="connsiteX74966" y="connsiteY74966"/>
              </a:cxn>
              <a:cxn ang="0">
                <a:pos x="connsiteX74967" y="connsiteY74967"/>
              </a:cxn>
              <a:cxn ang="0">
                <a:pos x="connsiteX74968" y="connsiteY74968"/>
              </a:cxn>
              <a:cxn ang="0">
                <a:pos x="connsiteX74969" y="connsiteY74969"/>
              </a:cxn>
              <a:cxn ang="0">
                <a:pos x="connsiteX74970" y="connsiteY74970"/>
              </a:cxn>
              <a:cxn ang="0">
                <a:pos x="connsiteX74971" y="connsiteY74971"/>
              </a:cxn>
              <a:cxn ang="0">
                <a:pos x="connsiteX74972" y="connsiteY74972"/>
              </a:cxn>
              <a:cxn ang="0">
                <a:pos x="connsiteX74973" y="connsiteY74973"/>
              </a:cxn>
              <a:cxn ang="0">
                <a:pos x="connsiteX74974" y="connsiteY74974"/>
              </a:cxn>
              <a:cxn ang="0">
                <a:pos x="connsiteX74975" y="connsiteY74975"/>
              </a:cxn>
              <a:cxn ang="0">
                <a:pos x="connsiteX74976" y="connsiteY74976"/>
              </a:cxn>
              <a:cxn ang="0">
                <a:pos x="connsiteX74977" y="connsiteY74977"/>
              </a:cxn>
              <a:cxn ang="0">
                <a:pos x="connsiteX74978" y="connsiteY74978"/>
              </a:cxn>
              <a:cxn ang="0">
                <a:pos x="connsiteX74979" y="connsiteY74979"/>
              </a:cxn>
              <a:cxn ang="0">
                <a:pos x="connsiteX74980" y="connsiteY74980"/>
              </a:cxn>
              <a:cxn ang="0">
                <a:pos x="connsiteX74981" y="connsiteY74981"/>
              </a:cxn>
              <a:cxn ang="0">
                <a:pos x="connsiteX74982" y="connsiteY74982"/>
              </a:cxn>
              <a:cxn ang="0">
                <a:pos x="connsiteX74983" y="connsiteY74983"/>
              </a:cxn>
              <a:cxn ang="0">
                <a:pos x="connsiteX74984" y="connsiteY74984"/>
              </a:cxn>
              <a:cxn ang="0">
                <a:pos x="connsiteX74985" y="connsiteY74985"/>
              </a:cxn>
              <a:cxn ang="0">
                <a:pos x="connsiteX74986" y="connsiteY74986"/>
              </a:cxn>
              <a:cxn ang="0">
                <a:pos x="connsiteX74987" y="connsiteY74987"/>
              </a:cxn>
              <a:cxn ang="0">
                <a:pos x="connsiteX74988" y="connsiteY74988"/>
              </a:cxn>
              <a:cxn ang="0">
                <a:pos x="connsiteX74989" y="connsiteY74989"/>
              </a:cxn>
              <a:cxn ang="0">
                <a:pos x="connsiteX74990" y="connsiteY74990"/>
              </a:cxn>
              <a:cxn ang="0">
                <a:pos x="connsiteX74991" y="connsiteY74991"/>
              </a:cxn>
              <a:cxn ang="0">
                <a:pos x="connsiteX74992" y="connsiteY74992"/>
              </a:cxn>
              <a:cxn ang="0">
                <a:pos x="connsiteX74993" y="connsiteY74993"/>
              </a:cxn>
              <a:cxn ang="0">
                <a:pos x="connsiteX74994" y="connsiteY74994"/>
              </a:cxn>
              <a:cxn ang="0">
                <a:pos x="connsiteX74995" y="connsiteY74995"/>
              </a:cxn>
              <a:cxn ang="0">
                <a:pos x="connsiteX74996" y="connsiteY74996"/>
              </a:cxn>
              <a:cxn ang="0">
                <a:pos x="connsiteX74997" y="connsiteY74997"/>
              </a:cxn>
              <a:cxn ang="0">
                <a:pos x="connsiteX74998" y="connsiteY74998"/>
              </a:cxn>
              <a:cxn ang="0">
                <a:pos x="connsiteX74999" y="connsiteY74999"/>
              </a:cxn>
              <a:cxn ang="0">
                <a:pos x="connsiteX75000" y="connsiteY75000"/>
              </a:cxn>
              <a:cxn ang="0">
                <a:pos x="connsiteX75001" y="connsiteY75001"/>
              </a:cxn>
              <a:cxn ang="0">
                <a:pos x="connsiteX75002" y="connsiteY75002"/>
              </a:cxn>
              <a:cxn ang="0">
                <a:pos x="connsiteX75003" y="connsiteY75003"/>
              </a:cxn>
              <a:cxn ang="0">
                <a:pos x="connsiteX75004" y="connsiteY75004"/>
              </a:cxn>
              <a:cxn ang="0">
                <a:pos x="connsiteX75005" y="connsiteY75005"/>
              </a:cxn>
              <a:cxn ang="0">
                <a:pos x="connsiteX75006" y="connsiteY75006"/>
              </a:cxn>
              <a:cxn ang="0">
                <a:pos x="connsiteX75007" y="connsiteY75007"/>
              </a:cxn>
              <a:cxn ang="0">
                <a:pos x="connsiteX75008" y="connsiteY75008"/>
              </a:cxn>
              <a:cxn ang="0">
                <a:pos x="connsiteX75009" y="connsiteY75009"/>
              </a:cxn>
              <a:cxn ang="0">
                <a:pos x="connsiteX75010" y="connsiteY75010"/>
              </a:cxn>
              <a:cxn ang="0">
                <a:pos x="connsiteX75011" y="connsiteY75011"/>
              </a:cxn>
              <a:cxn ang="0">
                <a:pos x="connsiteX75012" y="connsiteY75012"/>
              </a:cxn>
              <a:cxn ang="0">
                <a:pos x="connsiteX75013" y="connsiteY75013"/>
              </a:cxn>
              <a:cxn ang="0">
                <a:pos x="connsiteX75014" y="connsiteY75014"/>
              </a:cxn>
              <a:cxn ang="0">
                <a:pos x="connsiteX75015" y="connsiteY75015"/>
              </a:cxn>
              <a:cxn ang="0">
                <a:pos x="connsiteX75016" y="connsiteY75016"/>
              </a:cxn>
              <a:cxn ang="0">
                <a:pos x="connsiteX75017" y="connsiteY75017"/>
              </a:cxn>
              <a:cxn ang="0">
                <a:pos x="connsiteX75018" y="connsiteY75018"/>
              </a:cxn>
              <a:cxn ang="0">
                <a:pos x="connsiteX75019" y="connsiteY75019"/>
              </a:cxn>
              <a:cxn ang="0">
                <a:pos x="connsiteX75020" y="connsiteY75020"/>
              </a:cxn>
              <a:cxn ang="0">
                <a:pos x="connsiteX75021" y="connsiteY75021"/>
              </a:cxn>
              <a:cxn ang="0">
                <a:pos x="connsiteX75022" y="connsiteY75022"/>
              </a:cxn>
              <a:cxn ang="0">
                <a:pos x="connsiteX75023" y="connsiteY75023"/>
              </a:cxn>
              <a:cxn ang="0">
                <a:pos x="connsiteX75024" y="connsiteY75024"/>
              </a:cxn>
              <a:cxn ang="0">
                <a:pos x="connsiteX75025" y="connsiteY75025"/>
              </a:cxn>
              <a:cxn ang="0">
                <a:pos x="connsiteX75026" y="connsiteY75026"/>
              </a:cxn>
              <a:cxn ang="0">
                <a:pos x="connsiteX75027" y="connsiteY75027"/>
              </a:cxn>
              <a:cxn ang="0">
                <a:pos x="connsiteX75028" y="connsiteY75028"/>
              </a:cxn>
              <a:cxn ang="0">
                <a:pos x="connsiteX75029" y="connsiteY75029"/>
              </a:cxn>
              <a:cxn ang="0">
                <a:pos x="connsiteX75030" y="connsiteY75030"/>
              </a:cxn>
              <a:cxn ang="0">
                <a:pos x="connsiteX75031" y="connsiteY75031"/>
              </a:cxn>
              <a:cxn ang="0">
                <a:pos x="connsiteX75032" y="connsiteY75032"/>
              </a:cxn>
              <a:cxn ang="0">
                <a:pos x="connsiteX75033" y="connsiteY75033"/>
              </a:cxn>
              <a:cxn ang="0">
                <a:pos x="connsiteX75034" y="connsiteY75034"/>
              </a:cxn>
              <a:cxn ang="0">
                <a:pos x="connsiteX75035" y="connsiteY75035"/>
              </a:cxn>
              <a:cxn ang="0">
                <a:pos x="connsiteX75036" y="connsiteY75036"/>
              </a:cxn>
              <a:cxn ang="0">
                <a:pos x="connsiteX75037" y="connsiteY75037"/>
              </a:cxn>
              <a:cxn ang="0">
                <a:pos x="connsiteX75038" y="connsiteY75038"/>
              </a:cxn>
              <a:cxn ang="0">
                <a:pos x="connsiteX75039" y="connsiteY75039"/>
              </a:cxn>
              <a:cxn ang="0">
                <a:pos x="connsiteX75040" y="connsiteY75040"/>
              </a:cxn>
              <a:cxn ang="0">
                <a:pos x="connsiteX75041" y="connsiteY75041"/>
              </a:cxn>
              <a:cxn ang="0">
                <a:pos x="connsiteX75042" y="connsiteY75042"/>
              </a:cxn>
              <a:cxn ang="0">
                <a:pos x="connsiteX75043" y="connsiteY75043"/>
              </a:cxn>
              <a:cxn ang="0">
                <a:pos x="connsiteX75044" y="connsiteY75044"/>
              </a:cxn>
              <a:cxn ang="0">
                <a:pos x="connsiteX75045" y="connsiteY75045"/>
              </a:cxn>
              <a:cxn ang="0">
                <a:pos x="connsiteX75046" y="connsiteY75046"/>
              </a:cxn>
              <a:cxn ang="0">
                <a:pos x="connsiteX75047" y="connsiteY75047"/>
              </a:cxn>
              <a:cxn ang="0">
                <a:pos x="connsiteX75048" y="connsiteY75048"/>
              </a:cxn>
              <a:cxn ang="0">
                <a:pos x="connsiteX75049" y="connsiteY75049"/>
              </a:cxn>
              <a:cxn ang="0">
                <a:pos x="connsiteX75050" y="connsiteY75050"/>
              </a:cxn>
              <a:cxn ang="0">
                <a:pos x="connsiteX75051" y="connsiteY75051"/>
              </a:cxn>
              <a:cxn ang="0">
                <a:pos x="connsiteX75052" y="connsiteY75052"/>
              </a:cxn>
              <a:cxn ang="0">
                <a:pos x="connsiteX75053" y="connsiteY75053"/>
              </a:cxn>
              <a:cxn ang="0">
                <a:pos x="connsiteX75054" y="connsiteY75054"/>
              </a:cxn>
              <a:cxn ang="0">
                <a:pos x="connsiteX75055" y="connsiteY75055"/>
              </a:cxn>
              <a:cxn ang="0">
                <a:pos x="connsiteX75056" y="connsiteY75056"/>
              </a:cxn>
              <a:cxn ang="0">
                <a:pos x="connsiteX75057" y="connsiteY75057"/>
              </a:cxn>
              <a:cxn ang="0">
                <a:pos x="connsiteX75058" y="connsiteY75058"/>
              </a:cxn>
              <a:cxn ang="0">
                <a:pos x="connsiteX75059" y="connsiteY75059"/>
              </a:cxn>
              <a:cxn ang="0">
                <a:pos x="connsiteX75060" y="connsiteY75060"/>
              </a:cxn>
              <a:cxn ang="0">
                <a:pos x="connsiteX75061" y="connsiteY75061"/>
              </a:cxn>
              <a:cxn ang="0">
                <a:pos x="connsiteX75062" y="connsiteY75062"/>
              </a:cxn>
              <a:cxn ang="0">
                <a:pos x="connsiteX75063" y="connsiteY75063"/>
              </a:cxn>
              <a:cxn ang="0">
                <a:pos x="connsiteX75064" y="connsiteY75064"/>
              </a:cxn>
              <a:cxn ang="0">
                <a:pos x="connsiteX75065" y="connsiteY75065"/>
              </a:cxn>
              <a:cxn ang="0">
                <a:pos x="connsiteX75066" y="connsiteY75066"/>
              </a:cxn>
              <a:cxn ang="0">
                <a:pos x="connsiteX75067" y="connsiteY75067"/>
              </a:cxn>
              <a:cxn ang="0">
                <a:pos x="connsiteX75068" y="connsiteY75068"/>
              </a:cxn>
              <a:cxn ang="0">
                <a:pos x="connsiteX75069" y="connsiteY75069"/>
              </a:cxn>
              <a:cxn ang="0">
                <a:pos x="connsiteX75070" y="connsiteY75070"/>
              </a:cxn>
              <a:cxn ang="0">
                <a:pos x="connsiteX75071" y="connsiteY75071"/>
              </a:cxn>
              <a:cxn ang="0">
                <a:pos x="connsiteX75072" y="connsiteY75072"/>
              </a:cxn>
              <a:cxn ang="0">
                <a:pos x="connsiteX75073" y="connsiteY75073"/>
              </a:cxn>
              <a:cxn ang="0">
                <a:pos x="connsiteX75074" y="connsiteY75074"/>
              </a:cxn>
              <a:cxn ang="0">
                <a:pos x="connsiteX75075" y="connsiteY75075"/>
              </a:cxn>
              <a:cxn ang="0">
                <a:pos x="connsiteX75076" y="connsiteY75076"/>
              </a:cxn>
              <a:cxn ang="0">
                <a:pos x="connsiteX75077" y="connsiteY75077"/>
              </a:cxn>
              <a:cxn ang="0">
                <a:pos x="connsiteX75078" y="connsiteY75078"/>
              </a:cxn>
              <a:cxn ang="0">
                <a:pos x="connsiteX75079" y="connsiteY75079"/>
              </a:cxn>
              <a:cxn ang="0">
                <a:pos x="connsiteX75080" y="connsiteY75080"/>
              </a:cxn>
              <a:cxn ang="0">
                <a:pos x="connsiteX75081" y="connsiteY75081"/>
              </a:cxn>
              <a:cxn ang="0">
                <a:pos x="connsiteX75082" y="connsiteY75082"/>
              </a:cxn>
              <a:cxn ang="0">
                <a:pos x="connsiteX75083" y="connsiteY75083"/>
              </a:cxn>
              <a:cxn ang="0">
                <a:pos x="connsiteX75084" y="connsiteY75084"/>
              </a:cxn>
              <a:cxn ang="0">
                <a:pos x="connsiteX75085" y="connsiteY75085"/>
              </a:cxn>
              <a:cxn ang="0">
                <a:pos x="connsiteX75086" y="connsiteY75086"/>
              </a:cxn>
              <a:cxn ang="0">
                <a:pos x="connsiteX75087" y="connsiteY75087"/>
              </a:cxn>
              <a:cxn ang="0">
                <a:pos x="connsiteX75088" y="connsiteY75088"/>
              </a:cxn>
              <a:cxn ang="0">
                <a:pos x="connsiteX75089" y="connsiteY75089"/>
              </a:cxn>
              <a:cxn ang="0">
                <a:pos x="connsiteX75090" y="connsiteY75090"/>
              </a:cxn>
              <a:cxn ang="0">
                <a:pos x="connsiteX75091" y="connsiteY75091"/>
              </a:cxn>
              <a:cxn ang="0">
                <a:pos x="connsiteX75092" y="connsiteY75092"/>
              </a:cxn>
              <a:cxn ang="0">
                <a:pos x="connsiteX75093" y="connsiteY75093"/>
              </a:cxn>
              <a:cxn ang="0">
                <a:pos x="connsiteX75094" y="connsiteY75094"/>
              </a:cxn>
              <a:cxn ang="0">
                <a:pos x="connsiteX75095" y="connsiteY75095"/>
              </a:cxn>
              <a:cxn ang="0">
                <a:pos x="connsiteX75096" y="connsiteY75096"/>
              </a:cxn>
              <a:cxn ang="0">
                <a:pos x="connsiteX75097" y="connsiteY75097"/>
              </a:cxn>
              <a:cxn ang="0">
                <a:pos x="connsiteX75098" y="connsiteY75098"/>
              </a:cxn>
              <a:cxn ang="0">
                <a:pos x="connsiteX75099" y="connsiteY75099"/>
              </a:cxn>
              <a:cxn ang="0">
                <a:pos x="connsiteX75100" y="connsiteY75100"/>
              </a:cxn>
              <a:cxn ang="0">
                <a:pos x="connsiteX75101" y="connsiteY75101"/>
              </a:cxn>
              <a:cxn ang="0">
                <a:pos x="connsiteX75102" y="connsiteY75102"/>
              </a:cxn>
              <a:cxn ang="0">
                <a:pos x="connsiteX75103" y="connsiteY75103"/>
              </a:cxn>
              <a:cxn ang="0">
                <a:pos x="connsiteX75104" y="connsiteY75104"/>
              </a:cxn>
              <a:cxn ang="0">
                <a:pos x="connsiteX75105" y="connsiteY75105"/>
              </a:cxn>
              <a:cxn ang="0">
                <a:pos x="connsiteX75106" y="connsiteY75106"/>
              </a:cxn>
              <a:cxn ang="0">
                <a:pos x="connsiteX75107" y="connsiteY75107"/>
              </a:cxn>
              <a:cxn ang="0">
                <a:pos x="connsiteX75108" y="connsiteY75108"/>
              </a:cxn>
              <a:cxn ang="0">
                <a:pos x="connsiteX75109" y="connsiteY75109"/>
              </a:cxn>
              <a:cxn ang="0">
                <a:pos x="connsiteX75110" y="connsiteY75110"/>
              </a:cxn>
              <a:cxn ang="0">
                <a:pos x="connsiteX75111" y="connsiteY75111"/>
              </a:cxn>
              <a:cxn ang="0">
                <a:pos x="connsiteX75112" y="connsiteY75112"/>
              </a:cxn>
              <a:cxn ang="0">
                <a:pos x="connsiteX75113" y="connsiteY75113"/>
              </a:cxn>
              <a:cxn ang="0">
                <a:pos x="connsiteX75114" y="connsiteY75114"/>
              </a:cxn>
              <a:cxn ang="0">
                <a:pos x="connsiteX75115" y="connsiteY75115"/>
              </a:cxn>
              <a:cxn ang="0">
                <a:pos x="connsiteX75116" y="connsiteY75116"/>
              </a:cxn>
              <a:cxn ang="0">
                <a:pos x="connsiteX75117" y="connsiteY75117"/>
              </a:cxn>
              <a:cxn ang="0">
                <a:pos x="connsiteX75118" y="connsiteY75118"/>
              </a:cxn>
              <a:cxn ang="0">
                <a:pos x="connsiteX75119" y="connsiteY75119"/>
              </a:cxn>
              <a:cxn ang="0">
                <a:pos x="connsiteX75120" y="connsiteY75120"/>
              </a:cxn>
              <a:cxn ang="0">
                <a:pos x="connsiteX75121" y="connsiteY75121"/>
              </a:cxn>
              <a:cxn ang="0">
                <a:pos x="connsiteX75122" y="connsiteY75122"/>
              </a:cxn>
              <a:cxn ang="0">
                <a:pos x="connsiteX75123" y="connsiteY75123"/>
              </a:cxn>
              <a:cxn ang="0">
                <a:pos x="connsiteX75124" y="connsiteY75124"/>
              </a:cxn>
              <a:cxn ang="0">
                <a:pos x="connsiteX75125" y="connsiteY75125"/>
              </a:cxn>
              <a:cxn ang="0">
                <a:pos x="connsiteX75126" y="connsiteY75126"/>
              </a:cxn>
              <a:cxn ang="0">
                <a:pos x="connsiteX75127" y="connsiteY75127"/>
              </a:cxn>
              <a:cxn ang="0">
                <a:pos x="connsiteX75128" y="connsiteY75128"/>
              </a:cxn>
              <a:cxn ang="0">
                <a:pos x="connsiteX75129" y="connsiteY75129"/>
              </a:cxn>
              <a:cxn ang="0">
                <a:pos x="connsiteX75130" y="connsiteY75130"/>
              </a:cxn>
              <a:cxn ang="0">
                <a:pos x="connsiteX75131" y="connsiteY75131"/>
              </a:cxn>
              <a:cxn ang="0">
                <a:pos x="connsiteX75132" y="connsiteY75132"/>
              </a:cxn>
              <a:cxn ang="0">
                <a:pos x="connsiteX75133" y="connsiteY75133"/>
              </a:cxn>
              <a:cxn ang="0">
                <a:pos x="connsiteX75134" y="connsiteY75134"/>
              </a:cxn>
              <a:cxn ang="0">
                <a:pos x="connsiteX75135" y="connsiteY75135"/>
              </a:cxn>
              <a:cxn ang="0">
                <a:pos x="connsiteX75136" y="connsiteY75136"/>
              </a:cxn>
              <a:cxn ang="0">
                <a:pos x="connsiteX75137" y="connsiteY75137"/>
              </a:cxn>
              <a:cxn ang="0">
                <a:pos x="connsiteX75138" y="connsiteY75138"/>
              </a:cxn>
              <a:cxn ang="0">
                <a:pos x="connsiteX75139" y="connsiteY75139"/>
              </a:cxn>
              <a:cxn ang="0">
                <a:pos x="connsiteX75140" y="connsiteY75140"/>
              </a:cxn>
              <a:cxn ang="0">
                <a:pos x="connsiteX75141" y="connsiteY75141"/>
              </a:cxn>
              <a:cxn ang="0">
                <a:pos x="connsiteX75142" y="connsiteY75142"/>
              </a:cxn>
              <a:cxn ang="0">
                <a:pos x="connsiteX75143" y="connsiteY75143"/>
              </a:cxn>
              <a:cxn ang="0">
                <a:pos x="connsiteX75144" y="connsiteY75144"/>
              </a:cxn>
              <a:cxn ang="0">
                <a:pos x="connsiteX75145" y="connsiteY75145"/>
              </a:cxn>
              <a:cxn ang="0">
                <a:pos x="connsiteX75146" y="connsiteY75146"/>
              </a:cxn>
              <a:cxn ang="0">
                <a:pos x="connsiteX75147" y="connsiteY75147"/>
              </a:cxn>
              <a:cxn ang="0">
                <a:pos x="connsiteX75148" y="connsiteY75148"/>
              </a:cxn>
              <a:cxn ang="0">
                <a:pos x="connsiteX75149" y="connsiteY75149"/>
              </a:cxn>
              <a:cxn ang="0">
                <a:pos x="connsiteX75150" y="connsiteY75150"/>
              </a:cxn>
              <a:cxn ang="0">
                <a:pos x="connsiteX75151" y="connsiteY75151"/>
              </a:cxn>
              <a:cxn ang="0">
                <a:pos x="connsiteX75152" y="connsiteY75152"/>
              </a:cxn>
              <a:cxn ang="0">
                <a:pos x="connsiteX75153" y="connsiteY75153"/>
              </a:cxn>
              <a:cxn ang="0">
                <a:pos x="connsiteX75154" y="connsiteY75154"/>
              </a:cxn>
              <a:cxn ang="0">
                <a:pos x="connsiteX75155" y="connsiteY75155"/>
              </a:cxn>
              <a:cxn ang="0">
                <a:pos x="connsiteX75156" y="connsiteY75156"/>
              </a:cxn>
              <a:cxn ang="0">
                <a:pos x="connsiteX75157" y="connsiteY75157"/>
              </a:cxn>
              <a:cxn ang="0">
                <a:pos x="connsiteX75158" y="connsiteY75158"/>
              </a:cxn>
              <a:cxn ang="0">
                <a:pos x="connsiteX75159" y="connsiteY75159"/>
              </a:cxn>
              <a:cxn ang="0">
                <a:pos x="connsiteX75160" y="connsiteY75160"/>
              </a:cxn>
              <a:cxn ang="0">
                <a:pos x="connsiteX75161" y="connsiteY75161"/>
              </a:cxn>
              <a:cxn ang="0">
                <a:pos x="connsiteX75162" y="connsiteY75162"/>
              </a:cxn>
              <a:cxn ang="0">
                <a:pos x="connsiteX75163" y="connsiteY75163"/>
              </a:cxn>
              <a:cxn ang="0">
                <a:pos x="connsiteX75164" y="connsiteY75164"/>
              </a:cxn>
              <a:cxn ang="0">
                <a:pos x="connsiteX75165" y="connsiteY75165"/>
              </a:cxn>
              <a:cxn ang="0">
                <a:pos x="connsiteX75166" y="connsiteY75166"/>
              </a:cxn>
              <a:cxn ang="0">
                <a:pos x="connsiteX75167" y="connsiteY75167"/>
              </a:cxn>
              <a:cxn ang="0">
                <a:pos x="connsiteX75168" y="connsiteY75168"/>
              </a:cxn>
              <a:cxn ang="0">
                <a:pos x="connsiteX75169" y="connsiteY75169"/>
              </a:cxn>
              <a:cxn ang="0">
                <a:pos x="connsiteX75170" y="connsiteY75170"/>
              </a:cxn>
              <a:cxn ang="0">
                <a:pos x="connsiteX75171" y="connsiteY75171"/>
              </a:cxn>
              <a:cxn ang="0">
                <a:pos x="connsiteX75172" y="connsiteY75172"/>
              </a:cxn>
              <a:cxn ang="0">
                <a:pos x="connsiteX75173" y="connsiteY75173"/>
              </a:cxn>
              <a:cxn ang="0">
                <a:pos x="connsiteX75174" y="connsiteY75174"/>
              </a:cxn>
              <a:cxn ang="0">
                <a:pos x="connsiteX75175" y="connsiteY75175"/>
              </a:cxn>
              <a:cxn ang="0">
                <a:pos x="connsiteX75176" y="connsiteY75176"/>
              </a:cxn>
              <a:cxn ang="0">
                <a:pos x="connsiteX75177" y="connsiteY75177"/>
              </a:cxn>
              <a:cxn ang="0">
                <a:pos x="connsiteX75178" y="connsiteY75178"/>
              </a:cxn>
              <a:cxn ang="0">
                <a:pos x="connsiteX75179" y="connsiteY75179"/>
              </a:cxn>
              <a:cxn ang="0">
                <a:pos x="connsiteX75180" y="connsiteY75180"/>
              </a:cxn>
              <a:cxn ang="0">
                <a:pos x="connsiteX75181" y="connsiteY75181"/>
              </a:cxn>
              <a:cxn ang="0">
                <a:pos x="connsiteX75182" y="connsiteY75182"/>
              </a:cxn>
              <a:cxn ang="0">
                <a:pos x="connsiteX75183" y="connsiteY75183"/>
              </a:cxn>
              <a:cxn ang="0">
                <a:pos x="connsiteX75184" y="connsiteY75184"/>
              </a:cxn>
              <a:cxn ang="0">
                <a:pos x="connsiteX75185" y="connsiteY75185"/>
              </a:cxn>
              <a:cxn ang="0">
                <a:pos x="connsiteX75186" y="connsiteY75186"/>
              </a:cxn>
              <a:cxn ang="0">
                <a:pos x="connsiteX75187" y="connsiteY75187"/>
              </a:cxn>
              <a:cxn ang="0">
                <a:pos x="connsiteX75188" y="connsiteY75188"/>
              </a:cxn>
              <a:cxn ang="0">
                <a:pos x="connsiteX75189" y="connsiteY75189"/>
              </a:cxn>
              <a:cxn ang="0">
                <a:pos x="connsiteX75190" y="connsiteY75190"/>
              </a:cxn>
              <a:cxn ang="0">
                <a:pos x="connsiteX75191" y="connsiteY75191"/>
              </a:cxn>
              <a:cxn ang="0">
                <a:pos x="connsiteX75192" y="connsiteY75192"/>
              </a:cxn>
              <a:cxn ang="0">
                <a:pos x="connsiteX75193" y="connsiteY75193"/>
              </a:cxn>
              <a:cxn ang="0">
                <a:pos x="connsiteX75194" y="connsiteY75194"/>
              </a:cxn>
              <a:cxn ang="0">
                <a:pos x="connsiteX75195" y="connsiteY75195"/>
              </a:cxn>
              <a:cxn ang="0">
                <a:pos x="connsiteX75196" y="connsiteY75196"/>
              </a:cxn>
              <a:cxn ang="0">
                <a:pos x="connsiteX75197" y="connsiteY75197"/>
              </a:cxn>
              <a:cxn ang="0">
                <a:pos x="connsiteX75198" y="connsiteY75198"/>
              </a:cxn>
              <a:cxn ang="0">
                <a:pos x="connsiteX75199" y="connsiteY75199"/>
              </a:cxn>
              <a:cxn ang="0">
                <a:pos x="connsiteX75200" y="connsiteY75200"/>
              </a:cxn>
              <a:cxn ang="0">
                <a:pos x="connsiteX75201" y="connsiteY75201"/>
              </a:cxn>
              <a:cxn ang="0">
                <a:pos x="connsiteX75202" y="connsiteY75202"/>
              </a:cxn>
              <a:cxn ang="0">
                <a:pos x="connsiteX75203" y="connsiteY75203"/>
              </a:cxn>
              <a:cxn ang="0">
                <a:pos x="connsiteX75204" y="connsiteY75204"/>
              </a:cxn>
              <a:cxn ang="0">
                <a:pos x="connsiteX75205" y="connsiteY75205"/>
              </a:cxn>
              <a:cxn ang="0">
                <a:pos x="connsiteX75206" y="connsiteY75206"/>
              </a:cxn>
              <a:cxn ang="0">
                <a:pos x="connsiteX75207" y="connsiteY75207"/>
              </a:cxn>
              <a:cxn ang="0">
                <a:pos x="connsiteX75208" y="connsiteY75208"/>
              </a:cxn>
              <a:cxn ang="0">
                <a:pos x="connsiteX75209" y="connsiteY75209"/>
              </a:cxn>
              <a:cxn ang="0">
                <a:pos x="connsiteX75210" y="connsiteY75210"/>
              </a:cxn>
              <a:cxn ang="0">
                <a:pos x="connsiteX75211" y="connsiteY75211"/>
              </a:cxn>
              <a:cxn ang="0">
                <a:pos x="connsiteX75212" y="connsiteY75212"/>
              </a:cxn>
              <a:cxn ang="0">
                <a:pos x="connsiteX75213" y="connsiteY75213"/>
              </a:cxn>
              <a:cxn ang="0">
                <a:pos x="connsiteX75214" y="connsiteY75214"/>
              </a:cxn>
              <a:cxn ang="0">
                <a:pos x="connsiteX75215" y="connsiteY75215"/>
              </a:cxn>
              <a:cxn ang="0">
                <a:pos x="connsiteX75216" y="connsiteY75216"/>
              </a:cxn>
              <a:cxn ang="0">
                <a:pos x="connsiteX75217" y="connsiteY75217"/>
              </a:cxn>
              <a:cxn ang="0">
                <a:pos x="connsiteX75218" y="connsiteY75218"/>
              </a:cxn>
              <a:cxn ang="0">
                <a:pos x="connsiteX75219" y="connsiteY75219"/>
              </a:cxn>
              <a:cxn ang="0">
                <a:pos x="connsiteX75220" y="connsiteY75220"/>
              </a:cxn>
              <a:cxn ang="0">
                <a:pos x="connsiteX75221" y="connsiteY75221"/>
              </a:cxn>
              <a:cxn ang="0">
                <a:pos x="connsiteX75222" y="connsiteY75222"/>
              </a:cxn>
              <a:cxn ang="0">
                <a:pos x="connsiteX75223" y="connsiteY75223"/>
              </a:cxn>
              <a:cxn ang="0">
                <a:pos x="connsiteX75224" y="connsiteY75224"/>
              </a:cxn>
              <a:cxn ang="0">
                <a:pos x="connsiteX75225" y="connsiteY75225"/>
              </a:cxn>
              <a:cxn ang="0">
                <a:pos x="connsiteX75226" y="connsiteY75226"/>
              </a:cxn>
              <a:cxn ang="0">
                <a:pos x="connsiteX75227" y="connsiteY75227"/>
              </a:cxn>
              <a:cxn ang="0">
                <a:pos x="connsiteX75228" y="connsiteY75228"/>
              </a:cxn>
              <a:cxn ang="0">
                <a:pos x="connsiteX75229" y="connsiteY75229"/>
              </a:cxn>
              <a:cxn ang="0">
                <a:pos x="connsiteX75230" y="connsiteY75230"/>
              </a:cxn>
              <a:cxn ang="0">
                <a:pos x="connsiteX75231" y="connsiteY75231"/>
              </a:cxn>
              <a:cxn ang="0">
                <a:pos x="connsiteX75232" y="connsiteY75232"/>
              </a:cxn>
              <a:cxn ang="0">
                <a:pos x="connsiteX75233" y="connsiteY75233"/>
              </a:cxn>
              <a:cxn ang="0">
                <a:pos x="connsiteX75234" y="connsiteY75234"/>
              </a:cxn>
              <a:cxn ang="0">
                <a:pos x="connsiteX75235" y="connsiteY75235"/>
              </a:cxn>
              <a:cxn ang="0">
                <a:pos x="connsiteX75236" y="connsiteY75236"/>
              </a:cxn>
              <a:cxn ang="0">
                <a:pos x="connsiteX75237" y="connsiteY75237"/>
              </a:cxn>
              <a:cxn ang="0">
                <a:pos x="connsiteX75238" y="connsiteY75238"/>
              </a:cxn>
              <a:cxn ang="0">
                <a:pos x="connsiteX75239" y="connsiteY75239"/>
              </a:cxn>
              <a:cxn ang="0">
                <a:pos x="connsiteX75240" y="connsiteY75240"/>
              </a:cxn>
              <a:cxn ang="0">
                <a:pos x="connsiteX75241" y="connsiteY75241"/>
              </a:cxn>
              <a:cxn ang="0">
                <a:pos x="connsiteX75242" y="connsiteY75242"/>
              </a:cxn>
              <a:cxn ang="0">
                <a:pos x="connsiteX75243" y="connsiteY75243"/>
              </a:cxn>
              <a:cxn ang="0">
                <a:pos x="connsiteX75244" y="connsiteY75244"/>
              </a:cxn>
              <a:cxn ang="0">
                <a:pos x="connsiteX75245" y="connsiteY75245"/>
              </a:cxn>
              <a:cxn ang="0">
                <a:pos x="connsiteX75246" y="connsiteY75246"/>
              </a:cxn>
              <a:cxn ang="0">
                <a:pos x="connsiteX75247" y="connsiteY75247"/>
              </a:cxn>
              <a:cxn ang="0">
                <a:pos x="connsiteX75248" y="connsiteY75248"/>
              </a:cxn>
              <a:cxn ang="0">
                <a:pos x="connsiteX75249" y="connsiteY75249"/>
              </a:cxn>
              <a:cxn ang="0">
                <a:pos x="connsiteX75250" y="connsiteY75250"/>
              </a:cxn>
              <a:cxn ang="0">
                <a:pos x="connsiteX75251" y="connsiteY75251"/>
              </a:cxn>
              <a:cxn ang="0">
                <a:pos x="connsiteX75252" y="connsiteY75252"/>
              </a:cxn>
              <a:cxn ang="0">
                <a:pos x="connsiteX75253" y="connsiteY75253"/>
              </a:cxn>
              <a:cxn ang="0">
                <a:pos x="connsiteX75254" y="connsiteY75254"/>
              </a:cxn>
              <a:cxn ang="0">
                <a:pos x="connsiteX75255" y="connsiteY75255"/>
              </a:cxn>
              <a:cxn ang="0">
                <a:pos x="connsiteX75256" y="connsiteY75256"/>
              </a:cxn>
              <a:cxn ang="0">
                <a:pos x="connsiteX75257" y="connsiteY75257"/>
              </a:cxn>
              <a:cxn ang="0">
                <a:pos x="connsiteX75258" y="connsiteY75258"/>
              </a:cxn>
              <a:cxn ang="0">
                <a:pos x="connsiteX75259" y="connsiteY75259"/>
              </a:cxn>
              <a:cxn ang="0">
                <a:pos x="connsiteX75260" y="connsiteY75260"/>
              </a:cxn>
              <a:cxn ang="0">
                <a:pos x="connsiteX75261" y="connsiteY75261"/>
              </a:cxn>
              <a:cxn ang="0">
                <a:pos x="connsiteX75262" y="connsiteY75262"/>
              </a:cxn>
              <a:cxn ang="0">
                <a:pos x="connsiteX75263" y="connsiteY75263"/>
              </a:cxn>
              <a:cxn ang="0">
                <a:pos x="connsiteX75264" y="connsiteY75264"/>
              </a:cxn>
              <a:cxn ang="0">
                <a:pos x="connsiteX75265" y="connsiteY75265"/>
              </a:cxn>
              <a:cxn ang="0">
                <a:pos x="connsiteX75266" y="connsiteY75266"/>
              </a:cxn>
              <a:cxn ang="0">
                <a:pos x="connsiteX75267" y="connsiteY75267"/>
              </a:cxn>
              <a:cxn ang="0">
                <a:pos x="connsiteX75268" y="connsiteY75268"/>
              </a:cxn>
              <a:cxn ang="0">
                <a:pos x="connsiteX75269" y="connsiteY75269"/>
              </a:cxn>
              <a:cxn ang="0">
                <a:pos x="connsiteX75270" y="connsiteY75270"/>
              </a:cxn>
              <a:cxn ang="0">
                <a:pos x="connsiteX75271" y="connsiteY75271"/>
              </a:cxn>
              <a:cxn ang="0">
                <a:pos x="connsiteX75272" y="connsiteY75272"/>
              </a:cxn>
              <a:cxn ang="0">
                <a:pos x="connsiteX75273" y="connsiteY75273"/>
              </a:cxn>
              <a:cxn ang="0">
                <a:pos x="connsiteX75274" y="connsiteY75274"/>
              </a:cxn>
              <a:cxn ang="0">
                <a:pos x="connsiteX75275" y="connsiteY75275"/>
              </a:cxn>
              <a:cxn ang="0">
                <a:pos x="connsiteX75276" y="connsiteY75276"/>
              </a:cxn>
              <a:cxn ang="0">
                <a:pos x="connsiteX75277" y="connsiteY75277"/>
              </a:cxn>
              <a:cxn ang="0">
                <a:pos x="connsiteX75278" y="connsiteY75278"/>
              </a:cxn>
              <a:cxn ang="0">
                <a:pos x="connsiteX75279" y="connsiteY75279"/>
              </a:cxn>
              <a:cxn ang="0">
                <a:pos x="connsiteX75280" y="connsiteY75280"/>
              </a:cxn>
              <a:cxn ang="0">
                <a:pos x="connsiteX75281" y="connsiteY75281"/>
              </a:cxn>
              <a:cxn ang="0">
                <a:pos x="connsiteX75282" y="connsiteY75282"/>
              </a:cxn>
              <a:cxn ang="0">
                <a:pos x="connsiteX75283" y="connsiteY75283"/>
              </a:cxn>
              <a:cxn ang="0">
                <a:pos x="connsiteX75284" y="connsiteY75284"/>
              </a:cxn>
              <a:cxn ang="0">
                <a:pos x="connsiteX75285" y="connsiteY75285"/>
              </a:cxn>
              <a:cxn ang="0">
                <a:pos x="connsiteX75286" y="connsiteY75286"/>
              </a:cxn>
              <a:cxn ang="0">
                <a:pos x="connsiteX75287" y="connsiteY75287"/>
              </a:cxn>
              <a:cxn ang="0">
                <a:pos x="connsiteX75288" y="connsiteY75288"/>
              </a:cxn>
              <a:cxn ang="0">
                <a:pos x="connsiteX75289" y="connsiteY75289"/>
              </a:cxn>
              <a:cxn ang="0">
                <a:pos x="connsiteX75290" y="connsiteY75290"/>
              </a:cxn>
              <a:cxn ang="0">
                <a:pos x="connsiteX75291" y="connsiteY75291"/>
              </a:cxn>
              <a:cxn ang="0">
                <a:pos x="connsiteX75292" y="connsiteY75292"/>
              </a:cxn>
              <a:cxn ang="0">
                <a:pos x="connsiteX75293" y="connsiteY75293"/>
              </a:cxn>
              <a:cxn ang="0">
                <a:pos x="connsiteX75294" y="connsiteY75294"/>
              </a:cxn>
              <a:cxn ang="0">
                <a:pos x="connsiteX75295" y="connsiteY75295"/>
              </a:cxn>
              <a:cxn ang="0">
                <a:pos x="connsiteX75296" y="connsiteY75296"/>
              </a:cxn>
              <a:cxn ang="0">
                <a:pos x="connsiteX75297" y="connsiteY75297"/>
              </a:cxn>
              <a:cxn ang="0">
                <a:pos x="connsiteX75298" y="connsiteY75298"/>
              </a:cxn>
              <a:cxn ang="0">
                <a:pos x="connsiteX75299" y="connsiteY75299"/>
              </a:cxn>
              <a:cxn ang="0">
                <a:pos x="connsiteX75300" y="connsiteY75300"/>
              </a:cxn>
              <a:cxn ang="0">
                <a:pos x="connsiteX75301" y="connsiteY75301"/>
              </a:cxn>
              <a:cxn ang="0">
                <a:pos x="connsiteX75302" y="connsiteY75302"/>
              </a:cxn>
              <a:cxn ang="0">
                <a:pos x="connsiteX75303" y="connsiteY75303"/>
              </a:cxn>
              <a:cxn ang="0">
                <a:pos x="connsiteX75304" y="connsiteY75304"/>
              </a:cxn>
              <a:cxn ang="0">
                <a:pos x="connsiteX75305" y="connsiteY75305"/>
              </a:cxn>
              <a:cxn ang="0">
                <a:pos x="connsiteX75306" y="connsiteY75306"/>
              </a:cxn>
              <a:cxn ang="0">
                <a:pos x="connsiteX75307" y="connsiteY75307"/>
              </a:cxn>
              <a:cxn ang="0">
                <a:pos x="connsiteX75308" y="connsiteY75308"/>
              </a:cxn>
              <a:cxn ang="0">
                <a:pos x="connsiteX75309" y="connsiteY75309"/>
              </a:cxn>
              <a:cxn ang="0">
                <a:pos x="connsiteX75310" y="connsiteY75310"/>
              </a:cxn>
              <a:cxn ang="0">
                <a:pos x="connsiteX75311" y="connsiteY75311"/>
              </a:cxn>
              <a:cxn ang="0">
                <a:pos x="connsiteX75312" y="connsiteY75312"/>
              </a:cxn>
              <a:cxn ang="0">
                <a:pos x="connsiteX75313" y="connsiteY75313"/>
              </a:cxn>
              <a:cxn ang="0">
                <a:pos x="connsiteX75314" y="connsiteY75314"/>
              </a:cxn>
              <a:cxn ang="0">
                <a:pos x="connsiteX75315" y="connsiteY75315"/>
              </a:cxn>
              <a:cxn ang="0">
                <a:pos x="connsiteX75316" y="connsiteY75316"/>
              </a:cxn>
              <a:cxn ang="0">
                <a:pos x="connsiteX75317" y="connsiteY75317"/>
              </a:cxn>
              <a:cxn ang="0">
                <a:pos x="connsiteX75318" y="connsiteY75318"/>
              </a:cxn>
              <a:cxn ang="0">
                <a:pos x="connsiteX75319" y="connsiteY75319"/>
              </a:cxn>
              <a:cxn ang="0">
                <a:pos x="connsiteX75320" y="connsiteY75320"/>
              </a:cxn>
              <a:cxn ang="0">
                <a:pos x="connsiteX75321" y="connsiteY75321"/>
              </a:cxn>
              <a:cxn ang="0">
                <a:pos x="connsiteX75322" y="connsiteY75322"/>
              </a:cxn>
              <a:cxn ang="0">
                <a:pos x="connsiteX75323" y="connsiteY75323"/>
              </a:cxn>
              <a:cxn ang="0">
                <a:pos x="connsiteX75324" y="connsiteY75324"/>
              </a:cxn>
              <a:cxn ang="0">
                <a:pos x="connsiteX75325" y="connsiteY75325"/>
              </a:cxn>
              <a:cxn ang="0">
                <a:pos x="connsiteX75326" y="connsiteY75326"/>
              </a:cxn>
              <a:cxn ang="0">
                <a:pos x="connsiteX75327" y="connsiteY75327"/>
              </a:cxn>
              <a:cxn ang="0">
                <a:pos x="connsiteX75328" y="connsiteY75328"/>
              </a:cxn>
              <a:cxn ang="0">
                <a:pos x="connsiteX75329" y="connsiteY75329"/>
              </a:cxn>
              <a:cxn ang="0">
                <a:pos x="connsiteX75330" y="connsiteY75330"/>
              </a:cxn>
              <a:cxn ang="0">
                <a:pos x="connsiteX75331" y="connsiteY75331"/>
              </a:cxn>
              <a:cxn ang="0">
                <a:pos x="connsiteX75332" y="connsiteY75332"/>
              </a:cxn>
              <a:cxn ang="0">
                <a:pos x="connsiteX75333" y="connsiteY75333"/>
              </a:cxn>
              <a:cxn ang="0">
                <a:pos x="connsiteX75334" y="connsiteY75334"/>
              </a:cxn>
              <a:cxn ang="0">
                <a:pos x="connsiteX75335" y="connsiteY75335"/>
              </a:cxn>
              <a:cxn ang="0">
                <a:pos x="connsiteX75336" y="connsiteY75336"/>
              </a:cxn>
              <a:cxn ang="0">
                <a:pos x="connsiteX75337" y="connsiteY75337"/>
              </a:cxn>
              <a:cxn ang="0">
                <a:pos x="connsiteX75338" y="connsiteY75338"/>
              </a:cxn>
              <a:cxn ang="0">
                <a:pos x="connsiteX75339" y="connsiteY75339"/>
              </a:cxn>
              <a:cxn ang="0">
                <a:pos x="connsiteX75340" y="connsiteY75340"/>
              </a:cxn>
              <a:cxn ang="0">
                <a:pos x="connsiteX75341" y="connsiteY75341"/>
              </a:cxn>
              <a:cxn ang="0">
                <a:pos x="connsiteX75342" y="connsiteY75342"/>
              </a:cxn>
              <a:cxn ang="0">
                <a:pos x="connsiteX75343" y="connsiteY75343"/>
              </a:cxn>
              <a:cxn ang="0">
                <a:pos x="connsiteX75344" y="connsiteY75344"/>
              </a:cxn>
              <a:cxn ang="0">
                <a:pos x="connsiteX75345" y="connsiteY75345"/>
              </a:cxn>
              <a:cxn ang="0">
                <a:pos x="connsiteX75346" y="connsiteY75346"/>
              </a:cxn>
              <a:cxn ang="0">
                <a:pos x="connsiteX75347" y="connsiteY75347"/>
              </a:cxn>
              <a:cxn ang="0">
                <a:pos x="connsiteX75348" y="connsiteY75348"/>
              </a:cxn>
              <a:cxn ang="0">
                <a:pos x="connsiteX75349" y="connsiteY75349"/>
              </a:cxn>
              <a:cxn ang="0">
                <a:pos x="connsiteX75350" y="connsiteY75350"/>
              </a:cxn>
              <a:cxn ang="0">
                <a:pos x="connsiteX75351" y="connsiteY75351"/>
              </a:cxn>
              <a:cxn ang="0">
                <a:pos x="connsiteX75352" y="connsiteY75352"/>
              </a:cxn>
              <a:cxn ang="0">
                <a:pos x="connsiteX75353" y="connsiteY75353"/>
              </a:cxn>
              <a:cxn ang="0">
                <a:pos x="connsiteX75354" y="connsiteY75354"/>
              </a:cxn>
              <a:cxn ang="0">
                <a:pos x="connsiteX75355" y="connsiteY75355"/>
              </a:cxn>
              <a:cxn ang="0">
                <a:pos x="connsiteX75356" y="connsiteY75356"/>
              </a:cxn>
              <a:cxn ang="0">
                <a:pos x="connsiteX75357" y="connsiteY75357"/>
              </a:cxn>
              <a:cxn ang="0">
                <a:pos x="connsiteX75358" y="connsiteY75358"/>
              </a:cxn>
              <a:cxn ang="0">
                <a:pos x="connsiteX75359" y="connsiteY75359"/>
              </a:cxn>
              <a:cxn ang="0">
                <a:pos x="connsiteX75360" y="connsiteY75360"/>
              </a:cxn>
              <a:cxn ang="0">
                <a:pos x="connsiteX75361" y="connsiteY75361"/>
              </a:cxn>
              <a:cxn ang="0">
                <a:pos x="connsiteX75362" y="connsiteY75362"/>
              </a:cxn>
              <a:cxn ang="0">
                <a:pos x="connsiteX75363" y="connsiteY75363"/>
              </a:cxn>
              <a:cxn ang="0">
                <a:pos x="connsiteX75364" y="connsiteY75364"/>
              </a:cxn>
              <a:cxn ang="0">
                <a:pos x="connsiteX75365" y="connsiteY75365"/>
              </a:cxn>
              <a:cxn ang="0">
                <a:pos x="connsiteX75366" y="connsiteY75366"/>
              </a:cxn>
              <a:cxn ang="0">
                <a:pos x="connsiteX75367" y="connsiteY75367"/>
              </a:cxn>
              <a:cxn ang="0">
                <a:pos x="connsiteX75368" y="connsiteY75368"/>
              </a:cxn>
              <a:cxn ang="0">
                <a:pos x="connsiteX75369" y="connsiteY75369"/>
              </a:cxn>
              <a:cxn ang="0">
                <a:pos x="connsiteX75370" y="connsiteY75370"/>
              </a:cxn>
              <a:cxn ang="0">
                <a:pos x="connsiteX75371" y="connsiteY75371"/>
              </a:cxn>
              <a:cxn ang="0">
                <a:pos x="connsiteX75372" y="connsiteY75372"/>
              </a:cxn>
              <a:cxn ang="0">
                <a:pos x="connsiteX75373" y="connsiteY75373"/>
              </a:cxn>
              <a:cxn ang="0">
                <a:pos x="connsiteX75374" y="connsiteY75374"/>
              </a:cxn>
              <a:cxn ang="0">
                <a:pos x="connsiteX75375" y="connsiteY75375"/>
              </a:cxn>
              <a:cxn ang="0">
                <a:pos x="connsiteX75376" y="connsiteY75376"/>
              </a:cxn>
              <a:cxn ang="0">
                <a:pos x="connsiteX75377" y="connsiteY75377"/>
              </a:cxn>
              <a:cxn ang="0">
                <a:pos x="connsiteX75378" y="connsiteY75378"/>
              </a:cxn>
              <a:cxn ang="0">
                <a:pos x="connsiteX75379" y="connsiteY75379"/>
              </a:cxn>
              <a:cxn ang="0">
                <a:pos x="connsiteX75380" y="connsiteY75380"/>
              </a:cxn>
              <a:cxn ang="0">
                <a:pos x="connsiteX75381" y="connsiteY75381"/>
              </a:cxn>
              <a:cxn ang="0">
                <a:pos x="connsiteX75382" y="connsiteY75382"/>
              </a:cxn>
              <a:cxn ang="0">
                <a:pos x="connsiteX75383" y="connsiteY75383"/>
              </a:cxn>
              <a:cxn ang="0">
                <a:pos x="connsiteX75384" y="connsiteY75384"/>
              </a:cxn>
              <a:cxn ang="0">
                <a:pos x="connsiteX75385" y="connsiteY75385"/>
              </a:cxn>
              <a:cxn ang="0">
                <a:pos x="connsiteX75386" y="connsiteY75386"/>
              </a:cxn>
              <a:cxn ang="0">
                <a:pos x="connsiteX75387" y="connsiteY75387"/>
              </a:cxn>
              <a:cxn ang="0">
                <a:pos x="connsiteX75388" y="connsiteY75388"/>
              </a:cxn>
              <a:cxn ang="0">
                <a:pos x="connsiteX75389" y="connsiteY75389"/>
              </a:cxn>
              <a:cxn ang="0">
                <a:pos x="connsiteX75390" y="connsiteY75390"/>
              </a:cxn>
              <a:cxn ang="0">
                <a:pos x="connsiteX75391" y="connsiteY75391"/>
              </a:cxn>
              <a:cxn ang="0">
                <a:pos x="connsiteX75392" y="connsiteY75392"/>
              </a:cxn>
              <a:cxn ang="0">
                <a:pos x="connsiteX75393" y="connsiteY75393"/>
              </a:cxn>
              <a:cxn ang="0">
                <a:pos x="connsiteX75394" y="connsiteY75394"/>
              </a:cxn>
              <a:cxn ang="0">
                <a:pos x="connsiteX75395" y="connsiteY75395"/>
              </a:cxn>
              <a:cxn ang="0">
                <a:pos x="connsiteX75396" y="connsiteY75396"/>
              </a:cxn>
              <a:cxn ang="0">
                <a:pos x="connsiteX75397" y="connsiteY75397"/>
              </a:cxn>
              <a:cxn ang="0">
                <a:pos x="connsiteX75398" y="connsiteY75398"/>
              </a:cxn>
              <a:cxn ang="0">
                <a:pos x="connsiteX75399" y="connsiteY75399"/>
              </a:cxn>
              <a:cxn ang="0">
                <a:pos x="connsiteX75400" y="connsiteY75400"/>
              </a:cxn>
              <a:cxn ang="0">
                <a:pos x="connsiteX75401" y="connsiteY75401"/>
              </a:cxn>
              <a:cxn ang="0">
                <a:pos x="connsiteX75402" y="connsiteY75402"/>
              </a:cxn>
              <a:cxn ang="0">
                <a:pos x="connsiteX75403" y="connsiteY75403"/>
              </a:cxn>
              <a:cxn ang="0">
                <a:pos x="connsiteX75404" y="connsiteY75404"/>
              </a:cxn>
              <a:cxn ang="0">
                <a:pos x="connsiteX75405" y="connsiteY75405"/>
              </a:cxn>
              <a:cxn ang="0">
                <a:pos x="connsiteX75406" y="connsiteY75406"/>
              </a:cxn>
              <a:cxn ang="0">
                <a:pos x="connsiteX75407" y="connsiteY75407"/>
              </a:cxn>
              <a:cxn ang="0">
                <a:pos x="connsiteX75408" y="connsiteY75408"/>
              </a:cxn>
              <a:cxn ang="0">
                <a:pos x="connsiteX75409" y="connsiteY75409"/>
              </a:cxn>
              <a:cxn ang="0">
                <a:pos x="connsiteX75410" y="connsiteY75410"/>
              </a:cxn>
              <a:cxn ang="0">
                <a:pos x="connsiteX75411" y="connsiteY75411"/>
              </a:cxn>
              <a:cxn ang="0">
                <a:pos x="connsiteX75412" y="connsiteY75412"/>
              </a:cxn>
              <a:cxn ang="0">
                <a:pos x="connsiteX75413" y="connsiteY75413"/>
              </a:cxn>
              <a:cxn ang="0">
                <a:pos x="connsiteX75414" y="connsiteY75414"/>
              </a:cxn>
              <a:cxn ang="0">
                <a:pos x="connsiteX75415" y="connsiteY75415"/>
              </a:cxn>
              <a:cxn ang="0">
                <a:pos x="connsiteX75416" y="connsiteY75416"/>
              </a:cxn>
              <a:cxn ang="0">
                <a:pos x="connsiteX75417" y="connsiteY75417"/>
              </a:cxn>
              <a:cxn ang="0">
                <a:pos x="connsiteX75418" y="connsiteY75418"/>
              </a:cxn>
              <a:cxn ang="0">
                <a:pos x="connsiteX75419" y="connsiteY75419"/>
              </a:cxn>
              <a:cxn ang="0">
                <a:pos x="connsiteX75420" y="connsiteY75420"/>
              </a:cxn>
              <a:cxn ang="0">
                <a:pos x="connsiteX75421" y="connsiteY75421"/>
              </a:cxn>
              <a:cxn ang="0">
                <a:pos x="connsiteX75422" y="connsiteY75422"/>
              </a:cxn>
              <a:cxn ang="0">
                <a:pos x="connsiteX75423" y="connsiteY75423"/>
              </a:cxn>
              <a:cxn ang="0">
                <a:pos x="connsiteX75424" y="connsiteY75424"/>
              </a:cxn>
              <a:cxn ang="0">
                <a:pos x="connsiteX75425" y="connsiteY75425"/>
              </a:cxn>
              <a:cxn ang="0">
                <a:pos x="connsiteX75426" y="connsiteY75426"/>
              </a:cxn>
              <a:cxn ang="0">
                <a:pos x="connsiteX75427" y="connsiteY75427"/>
              </a:cxn>
              <a:cxn ang="0">
                <a:pos x="connsiteX75428" y="connsiteY75428"/>
              </a:cxn>
              <a:cxn ang="0">
                <a:pos x="connsiteX75429" y="connsiteY75429"/>
              </a:cxn>
              <a:cxn ang="0">
                <a:pos x="connsiteX75430" y="connsiteY75430"/>
              </a:cxn>
              <a:cxn ang="0">
                <a:pos x="connsiteX75431" y="connsiteY75431"/>
              </a:cxn>
              <a:cxn ang="0">
                <a:pos x="connsiteX75432" y="connsiteY75432"/>
              </a:cxn>
              <a:cxn ang="0">
                <a:pos x="connsiteX75433" y="connsiteY75433"/>
              </a:cxn>
              <a:cxn ang="0">
                <a:pos x="connsiteX75434" y="connsiteY75434"/>
              </a:cxn>
              <a:cxn ang="0">
                <a:pos x="connsiteX75435" y="connsiteY75435"/>
              </a:cxn>
              <a:cxn ang="0">
                <a:pos x="connsiteX75436" y="connsiteY75436"/>
              </a:cxn>
              <a:cxn ang="0">
                <a:pos x="connsiteX75437" y="connsiteY75437"/>
              </a:cxn>
              <a:cxn ang="0">
                <a:pos x="connsiteX75438" y="connsiteY75438"/>
              </a:cxn>
              <a:cxn ang="0">
                <a:pos x="connsiteX75439" y="connsiteY75439"/>
              </a:cxn>
              <a:cxn ang="0">
                <a:pos x="connsiteX75440" y="connsiteY75440"/>
              </a:cxn>
              <a:cxn ang="0">
                <a:pos x="connsiteX75441" y="connsiteY75441"/>
              </a:cxn>
              <a:cxn ang="0">
                <a:pos x="connsiteX75442" y="connsiteY75442"/>
              </a:cxn>
              <a:cxn ang="0">
                <a:pos x="connsiteX75443" y="connsiteY75443"/>
              </a:cxn>
              <a:cxn ang="0">
                <a:pos x="connsiteX75444" y="connsiteY75444"/>
              </a:cxn>
              <a:cxn ang="0">
                <a:pos x="connsiteX75445" y="connsiteY75445"/>
              </a:cxn>
              <a:cxn ang="0">
                <a:pos x="connsiteX75446" y="connsiteY75446"/>
              </a:cxn>
              <a:cxn ang="0">
                <a:pos x="connsiteX75447" y="connsiteY75447"/>
              </a:cxn>
              <a:cxn ang="0">
                <a:pos x="connsiteX75448" y="connsiteY75448"/>
              </a:cxn>
              <a:cxn ang="0">
                <a:pos x="connsiteX75449" y="connsiteY75449"/>
              </a:cxn>
              <a:cxn ang="0">
                <a:pos x="connsiteX75450" y="connsiteY75450"/>
              </a:cxn>
              <a:cxn ang="0">
                <a:pos x="connsiteX75451" y="connsiteY75451"/>
              </a:cxn>
              <a:cxn ang="0">
                <a:pos x="connsiteX75452" y="connsiteY75452"/>
              </a:cxn>
              <a:cxn ang="0">
                <a:pos x="connsiteX75453" y="connsiteY75453"/>
              </a:cxn>
              <a:cxn ang="0">
                <a:pos x="connsiteX75454" y="connsiteY75454"/>
              </a:cxn>
              <a:cxn ang="0">
                <a:pos x="connsiteX75455" y="connsiteY75455"/>
              </a:cxn>
              <a:cxn ang="0">
                <a:pos x="connsiteX75456" y="connsiteY75456"/>
              </a:cxn>
              <a:cxn ang="0">
                <a:pos x="connsiteX75457" y="connsiteY75457"/>
              </a:cxn>
              <a:cxn ang="0">
                <a:pos x="connsiteX75458" y="connsiteY75458"/>
              </a:cxn>
              <a:cxn ang="0">
                <a:pos x="connsiteX75459" y="connsiteY75459"/>
              </a:cxn>
              <a:cxn ang="0">
                <a:pos x="connsiteX75460" y="connsiteY75460"/>
              </a:cxn>
              <a:cxn ang="0">
                <a:pos x="connsiteX75461" y="connsiteY75461"/>
              </a:cxn>
              <a:cxn ang="0">
                <a:pos x="connsiteX75462" y="connsiteY75462"/>
              </a:cxn>
              <a:cxn ang="0">
                <a:pos x="connsiteX75463" y="connsiteY75463"/>
              </a:cxn>
              <a:cxn ang="0">
                <a:pos x="connsiteX75464" y="connsiteY75464"/>
              </a:cxn>
              <a:cxn ang="0">
                <a:pos x="connsiteX75465" y="connsiteY75465"/>
              </a:cxn>
              <a:cxn ang="0">
                <a:pos x="connsiteX75466" y="connsiteY75466"/>
              </a:cxn>
              <a:cxn ang="0">
                <a:pos x="connsiteX75467" y="connsiteY75467"/>
              </a:cxn>
              <a:cxn ang="0">
                <a:pos x="connsiteX75468" y="connsiteY75468"/>
              </a:cxn>
              <a:cxn ang="0">
                <a:pos x="connsiteX75469" y="connsiteY75469"/>
              </a:cxn>
              <a:cxn ang="0">
                <a:pos x="connsiteX75470" y="connsiteY75470"/>
              </a:cxn>
              <a:cxn ang="0">
                <a:pos x="connsiteX75471" y="connsiteY75471"/>
              </a:cxn>
              <a:cxn ang="0">
                <a:pos x="connsiteX75472" y="connsiteY75472"/>
              </a:cxn>
              <a:cxn ang="0">
                <a:pos x="connsiteX75473" y="connsiteY75473"/>
              </a:cxn>
              <a:cxn ang="0">
                <a:pos x="connsiteX75474" y="connsiteY75474"/>
              </a:cxn>
              <a:cxn ang="0">
                <a:pos x="connsiteX75475" y="connsiteY75475"/>
              </a:cxn>
              <a:cxn ang="0">
                <a:pos x="connsiteX75476" y="connsiteY75476"/>
              </a:cxn>
              <a:cxn ang="0">
                <a:pos x="connsiteX75477" y="connsiteY75477"/>
              </a:cxn>
              <a:cxn ang="0">
                <a:pos x="connsiteX75478" y="connsiteY75478"/>
              </a:cxn>
              <a:cxn ang="0">
                <a:pos x="connsiteX75479" y="connsiteY75479"/>
              </a:cxn>
              <a:cxn ang="0">
                <a:pos x="connsiteX75480" y="connsiteY75480"/>
              </a:cxn>
              <a:cxn ang="0">
                <a:pos x="connsiteX75481" y="connsiteY75481"/>
              </a:cxn>
              <a:cxn ang="0">
                <a:pos x="connsiteX75482" y="connsiteY75482"/>
              </a:cxn>
              <a:cxn ang="0">
                <a:pos x="connsiteX75483" y="connsiteY75483"/>
              </a:cxn>
              <a:cxn ang="0">
                <a:pos x="connsiteX75484" y="connsiteY75484"/>
              </a:cxn>
              <a:cxn ang="0">
                <a:pos x="connsiteX75485" y="connsiteY75485"/>
              </a:cxn>
              <a:cxn ang="0">
                <a:pos x="connsiteX75486" y="connsiteY75486"/>
              </a:cxn>
              <a:cxn ang="0">
                <a:pos x="connsiteX75487" y="connsiteY75487"/>
              </a:cxn>
              <a:cxn ang="0">
                <a:pos x="connsiteX75488" y="connsiteY75488"/>
              </a:cxn>
              <a:cxn ang="0">
                <a:pos x="connsiteX75489" y="connsiteY75489"/>
              </a:cxn>
              <a:cxn ang="0">
                <a:pos x="connsiteX75490" y="connsiteY75490"/>
              </a:cxn>
              <a:cxn ang="0">
                <a:pos x="connsiteX75491" y="connsiteY75491"/>
              </a:cxn>
              <a:cxn ang="0">
                <a:pos x="connsiteX75492" y="connsiteY75492"/>
              </a:cxn>
              <a:cxn ang="0">
                <a:pos x="connsiteX75493" y="connsiteY75493"/>
              </a:cxn>
              <a:cxn ang="0">
                <a:pos x="connsiteX75494" y="connsiteY75494"/>
              </a:cxn>
              <a:cxn ang="0">
                <a:pos x="connsiteX75495" y="connsiteY75495"/>
              </a:cxn>
              <a:cxn ang="0">
                <a:pos x="connsiteX75496" y="connsiteY75496"/>
              </a:cxn>
              <a:cxn ang="0">
                <a:pos x="connsiteX75497" y="connsiteY75497"/>
              </a:cxn>
              <a:cxn ang="0">
                <a:pos x="connsiteX75498" y="connsiteY75498"/>
              </a:cxn>
              <a:cxn ang="0">
                <a:pos x="connsiteX75499" y="connsiteY75499"/>
              </a:cxn>
              <a:cxn ang="0">
                <a:pos x="connsiteX75500" y="connsiteY75500"/>
              </a:cxn>
              <a:cxn ang="0">
                <a:pos x="connsiteX75501" y="connsiteY75501"/>
              </a:cxn>
              <a:cxn ang="0">
                <a:pos x="connsiteX75502" y="connsiteY75502"/>
              </a:cxn>
              <a:cxn ang="0">
                <a:pos x="connsiteX75503" y="connsiteY75503"/>
              </a:cxn>
              <a:cxn ang="0">
                <a:pos x="connsiteX75504" y="connsiteY75504"/>
              </a:cxn>
              <a:cxn ang="0">
                <a:pos x="connsiteX75505" y="connsiteY75505"/>
              </a:cxn>
              <a:cxn ang="0">
                <a:pos x="connsiteX75506" y="connsiteY75506"/>
              </a:cxn>
              <a:cxn ang="0">
                <a:pos x="connsiteX75507" y="connsiteY75507"/>
              </a:cxn>
              <a:cxn ang="0">
                <a:pos x="connsiteX75508" y="connsiteY75508"/>
              </a:cxn>
              <a:cxn ang="0">
                <a:pos x="connsiteX75509" y="connsiteY75509"/>
              </a:cxn>
              <a:cxn ang="0">
                <a:pos x="connsiteX75510" y="connsiteY75510"/>
              </a:cxn>
              <a:cxn ang="0">
                <a:pos x="connsiteX75511" y="connsiteY75511"/>
              </a:cxn>
              <a:cxn ang="0">
                <a:pos x="connsiteX75512" y="connsiteY75512"/>
              </a:cxn>
              <a:cxn ang="0">
                <a:pos x="connsiteX75513" y="connsiteY75513"/>
              </a:cxn>
              <a:cxn ang="0">
                <a:pos x="connsiteX75514" y="connsiteY75514"/>
              </a:cxn>
              <a:cxn ang="0">
                <a:pos x="connsiteX75515" y="connsiteY75515"/>
              </a:cxn>
              <a:cxn ang="0">
                <a:pos x="connsiteX75516" y="connsiteY75516"/>
              </a:cxn>
              <a:cxn ang="0">
                <a:pos x="connsiteX75517" y="connsiteY75517"/>
              </a:cxn>
              <a:cxn ang="0">
                <a:pos x="connsiteX75518" y="connsiteY75518"/>
              </a:cxn>
              <a:cxn ang="0">
                <a:pos x="connsiteX75519" y="connsiteY75519"/>
              </a:cxn>
              <a:cxn ang="0">
                <a:pos x="connsiteX75520" y="connsiteY75520"/>
              </a:cxn>
              <a:cxn ang="0">
                <a:pos x="connsiteX75521" y="connsiteY75521"/>
              </a:cxn>
              <a:cxn ang="0">
                <a:pos x="connsiteX75522" y="connsiteY75522"/>
              </a:cxn>
              <a:cxn ang="0">
                <a:pos x="connsiteX75523" y="connsiteY75523"/>
              </a:cxn>
              <a:cxn ang="0">
                <a:pos x="connsiteX75524" y="connsiteY75524"/>
              </a:cxn>
              <a:cxn ang="0">
                <a:pos x="connsiteX75525" y="connsiteY75525"/>
              </a:cxn>
              <a:cxn ang="0">
                <a:pos x="connsiteX75526" y="connsiteY75526"/>
              </a:cxn>
              <a:cxn ang="0">
                <a:pos x="connsiteX75527" y="connsiteY75527"/>
              </a:cxn>
              <a:cxn ang="0">
                <a:pos x="connsiteX75528" y="connsiteY75528"/>
              </a:cxn>
              <a:cxn ang="0">
                <a:pos x="connsiteX75529" y="connsiteY75529"/>
              </a:cxn>
              <a:cxn ang="0">
                <a:pos x="connsiteX75530" y="connsiteY75530"/>
              </a:cxn>
              <a:cxn ang="0">
                <a:pos x="connsiteX75531" y="connsiteY75531"/>
              </a:cxn>
              <a:cxn ang="0">
                <a:pos x="connsiteX75532" y="connsiteY75532"/>
              </a:cxn>
              <a:cxn ang="0">
                <a:pos x="connsiteX75533" y="connsiteY75533"/>
              </a:cxn>
              <a:cxn ang="0">
                <a:pos x="connsiteX75534" y="connsiteY75534"/>
              </a:cxn>
              <a:cxn ang="0">
                <a:pos x="connsiteX75535" y="connsiteY75535"/>
              </a:cxn>
              <a:cxn ang="0">
                <a:pos x="connsiteX75536" y="connsiteY75536"/>
              </a:cxn>
              <a:cxn ang="0">
                <a:pos x="connsiteX75537" y="connsiteY75537"/>
              </a:cxn>
              <a:cxn ang="0">
                <a:pos x="connsiteX75538" y="connsiteY75538"/>
              </a:cxn>
              <a:cxn ang="0">
                <a:pos x="connsiteX75539" y="connsiteY75539"/>
              </a:cxn>
              <a:cxn ang="0">
                <a:pos x="connsiteX75540" y="connsiteY75540"/>
              </a:cxn>
              <a:cxn ang="0">
                <a:pos x="connsiteX75541" y="connsiteY75541"/>
              </a:cxn>
              <a:cxn ang="0">
                <a:pos x="connsiteX75542" y="connsiteY75542"/>
              </a:cxn>
              <a:cxn ang="0">
                <a:pos x="connsiteX75543" y="connsiteY75543"/>
              </a:cxn>
              <a:cxn ang="0">
                <a:pos x="connsiteX75544" y="connsiteY75544"/>
              </a:cxn>
              <a:cxn ang="0">
                <a:pos x="connsiteX75545" y="connsiteY75545"/>
              </a:cxn>
              <a:cxn ang="0">
                <a:pos x="connsiteX75546" y="connsiteY75546"/>
              </a:cxn>
              <a:cxn ang="0">
                <a:pos x="connsiteX75547" y="connsiteY75547"/>
              </a:cxn>
              <a:cxn ang="0">
                <a:pos x="connsiteX75548" y="connsiteY75548"/>
              </a:cxn>
              <a:cxn ang="0">
                <a:pos x="connsiteX75549" y="connsiteY75549"/>
              </a:cxn>
              <a:cxn ang="0">
                <a:pos x="connsiteX75550" y="connsiteY75550"/>
              </a:cxn>
              <a:cxn ang="0">
                <a:pos x="connsiteX75551" y="connsiteY75551"/>
              </a:cxn>
              <a:cxn ang="0">
                <a:pos x="connsiteX75552" y="connsiteY75552"/>
              </a:cxn>
              <a:cxn ang="0">
                <a:pos x="connsiteX75553" y="connsiteY75553"/>
              </a:cxn>
              <a:cxn ang="0">
                <a:pos x="connsiteX75554" y="connsiteY75554"/>
              </a:cxn>
              <a:cxn ang="0">
                <a:pos x="connsiteX75555" y="connsiteY75555"/>
              </a:cxn>
              <a:cxn ang="0">
                <a:pos x="connsiteX75556" y="connsiteY75556"/>
              </a:cxn>
              <a:cxn ang="0">
                <a:pos x="connsiteX75557" y="connsiteY75557"/>
              </a:cxn>
              <a:cxn ang="0">
                <a:pos x="connsiteX75558" y="connsiteY75558"/>
              </a:cxn>
              <a:cxn ang="0">
                <a:pos x="connsiteX75559" y="connsiteY75559"/>
              </a:cxn>
              <a:cxn ang="0">
                <a:pos x="connsiteX75560" y="connsiteY75560"/>
              </a:cxn>
              <a:cxn ang="0">
                <a:pos x="connsiteX75561" y="connsiteY75561"/>
              </a:cxn>
              <a:cxn ang="0">
                <a:pos x="connsiteX75562" y="connsiteY75562"/>
              </a:cxn>
              <a:cxn ang="0">
                <a:pos x="connsiteX75563" y="connsiteY75563"/>
              </a:cxn>
              <a:cxn ang="0">
                <a:pos x="connsiteX75564" y="connsiteY75564"/>
              </a:cxn>
              <a:cxn ang="0">
                <a:pos x="connsiteX75565" y="connsiteY75565"/>
              </a:cxn>
              <a:cxn ang="0">
                <a:pos x="connsiteX75566" y="connsiteY75566"/>
              </a:cxn>
              <a:cxn ang="0">
                <a:pos x="connsiteX75567" y="connsiteY75567"/>
              </a:cxn>
              <a:cxn ang="0">
                <a:pos x="connsiteX75568" y="connsiteY75568"/>
              </a:cxn>
              <a:cxn ang="0">
                <a:pos x="connsiteX75569" y="connsiteY75569"/>
              </a:cxn>
              <a:cxn ang="0">
                <a:pos x="connsiteX75570" y="connsiteY75570"/>
              </a:cxn>
              <a:cxn ang="0">
                <a:pos x="connsiteX75571" y="connsiteY75571"/>
              </a:cxn>
              <a:cxn ang="0">
                <a:pos x="connsiteX75572" y="connsiteY75572"/>
              </a:cxn>
              <a:cxn ang="0">
                <a:pos x="connsiteX75573" y="connsiteY75573"/>
              </a:cxn>
              <a:cxn ang="0">
                <a:pos x="connsiteX75574" y="connsiteY75574"/>
              </a:cxn>
              <a:cxn ang="0">
                <a:pos x="connsiteX75575" y="connsiteY75575"/>
              </a:cxn>
              <a:cxn ang="0">
                <a:pos x="connsiteX75576" y="connsiteY75576"/>
              </a:cxn>
              <a:cxn ang="0">
                <a:pos x="connsiteX75577" y="connsiteY75577"/>
              </a:cxn>
              <a:cxn ang="0">
                <a:pos x="connsiteX75578" y="connsiteY75578"/>
              </a:cxn>
              <a:cxn ang="0">
                <a:pos x="connsiteX75579" y="connsiteY75579"/>
              </a:cxn>
              <a:cxn ang="0">
                <a:pos x="connsiteX75580" y="connsiteY75580"/>
              </a:cxn>
              <a:cxn ang="0">
                <a:pos x="connsiteX75581" y="connsiteY75581"/>
              </a:cxn>
              <a:cxn ang="0">
                <a:pos x="connsiteX75582" y="connsiteY75582"/>
              </a:cxn>
              <a:cxn ang="0">
                <a:pos x="connsiteX75583" y="connsiteY75583"/>
              </a:cxn>
              <a:cxn ang="0">
                <a:pos x="connsiteX75584" y="connsiteY75584"/>
              </a:cxn>
              <a:cxn ang="0">
                <a:pos x="connsiteX75585" y="connsiteY75585"/>
              </a:cxn>
              <a:cxn ang="0">
                <a:pos x="connsiteX75586" y="connsiteY75586"/>
              </a:cxn>
              <a:cxn ang="0">
                <a:pos x="connsiteX75587" y="connsiteY75587"/>
              </a:cxn>
              <a:cxn ang="0">
                <a:pos x="connsiteX75588" y="connsiteY75588"/>
              </a:cxn>
              <a:cxn ang="0">
                <a:pos x="connsiteX75589" y="connsiteY75589"/>
              </a:cxn>
              <a:cxn ang="0">
                <a:pos x="connsiteX75590" y="connsiteY75590"/>
              </a:cxn>
              <a:cxn ang="0">
                <a:pos x="connsiteX75591" y="connsiteY75591"/>
              </a:cxn>
              <a:cxn ang="0">
                <a:pos x="connsiteX75592" y="connsiteY75592"/>
              </a:cxn>
              <a:cxn ang="0">
                <a:pos x="connsiteX75593" y="connsiteY75593"/>
              </a:cxn>
              <a:cxn ang="0">
                <a:pos x="connsiteX75594" y="connsiteY75594"/>
              </a:cxn>
              <a:cxn ang="0">
                <a:pos x="connsiteX75595" y="connsiteY75595"/>
              </a:cxn>
              <a:cxn ang="0">
                <a:pos x="connsiteX75596" y="connsiteY75596"/>
              </a:cxn>
              <a:cxn ang="0">
                <a:pos x="connsiteX75597" y="connsiteY75597"/>
              </a:cxn>
              <a:cxn ang="0">
                <a:pos x="connsiteX75598" y="connsiteY75598"/>
              </a:cxn>
              <a:cxn ang="0">
                <a:pos x="connsiteX75599" y="connsiteY75599"/>
              </a:cxn>
              <a:cxn ang="0">
                <a:pos x="connsiteX75600" y="connsiteY75600"/>
              </a:cxn>
              <a:cxn ang="0">
                <a:pos x="connsiteX75601" y="connsiteY75601"/>
              </a:cxn>
              <a:cxn ang="0">
                <a:pos x="connsiteX75602" y="connsiteY75602"/>
              </a:cxn>
              <a:cxn ang="0">
                <a:pos x="connsiteX75603" y="connsiteY75603"/>
              </a:cxn>
              <a:cxn ang="0">
                <a:pos x="connsiteX75604" y="connsiteY75604"/>
              </a:cxn>
              <a:cxn ang="0">
                <a:pos x="connsiteX75605" y="connsiteY75605"/>
              </a:cxn>
              <a:cxn ang="0">
                <a:pos x="connsiteX75606" y="connsiteY75606"/>
              </a:cxn>
              <a:cxn ang="0">
                <a:pos x="connsiteX75607" y="connsiteY75607"/>
              </a:cxn>
              <a:cxn ang="0">
                <a:pos x="connsiteX75608" y="connsiteY75608"/>
              </a:cxn>
              <a:cxn ang="0">
                <a:pos x="connsiteX75609" y="connsiteY75609"/>
              </a:cxn>
              <a:cxn ang="0">
                <a:pos x="connsiteX75610" y="connsiteY75610"/>
              </a:cxn>
              <a:cxn ang="0">
                <a:pos x="connsiteX75611" y="connsiteY75611"/>
              </a:cxn>
              <a:cxn ang="0">
                <a:pos x="connsiteX75612" y="connsiteY75612"/>
              </a:cxn>
              <a:cxn ang="0">
                <a:pos x="connsiteX75613" y="connsiteY75613"/>
              </a:cxn>
              <a:cxn ang="0">
                <a:pos x="connsiteX75614" y="connsiteY75614"/>
              </a:cxn>
              <a:cxn ang="0">
                <a:pos x="connsiteX75615" y="connsiteY75615"/>
              </a:cxn>
              <a:cxn ang="0">
                <a:pos x="connsiteX75616" y="connsiteY75616"/>
              </a:cxn>
              <a:cxn ang="0">
                <a:pos x="connsiteX75617" y="connsiteY75617"/>
              </a:cxn>
              <a:cxn ang="0">
                <a:pos x="connsiteX75618" y="connsiteY75618"/>
              </a:cxn>
              <a:cxn ang="0">
                <a:pos x="connsiteX75619" y="connsiteY75619"/>
              </a:cxn>
              <a:cxn ang="0">
                <a:pos x="connsiteX75620" y="connsiteY75620"/>
              </a:cxn>
              <a:cxn ang="0">
                <a:pos x="connsiteX75621" y="connsiteY75621"/>
              </a:cxn>
              <a:cxn ang="0">
                <a:pos x="connsiteX75622" y="connsiteY75622"/>
              </a:cxn>
              <a:cxn ang="0">
                <a:pos x="connsiteX75623" y="connsiteY75623"/>
              </a:cxn>
              <a:cxn ang="0">
                <a:pos x="connsiteX75624" y="connsiteY75624"/>
              </a:cxn>
              <a:cxn ang="0">
                <a:pos x="connsiteX75625" y="connsiteY75625"/>
              </a:cxn>
              <a:cxn ang="0">
                <a:pos x="connsiteX75626" y="connsiteY75626"/>
              </a:cxn>
              <a:cxn ang="0">
                <a:pos x="connsiteX75627" y="connsiteY75627"/>
              </a:cxn>
              <a:cxn ang="0">
                <a:pos x="connsiteX75628" y="connsiteY75628"/>
              </a:cxn>
              <a:cxn ang="0">
                <a:pos x="connsiteX75629" y="connsiteY75629"/>
              </a:cxn>
              <a:cxn ang="0">
                <a:pos x="connsiteX75630" y="connsiteY75630"/>
              </a:cxn>
              <a:cxn ang="0">
                <a:pos x="connsiteX75631" y="connsiteY75631"/>
              </a:cxn>
              <a:cxn ang="0">
                <a:pos x="connsiteX75632" y="connsiteY75632"/>
              </a:cxn>
              <a:cxn ang="0">
                <a:pos x="connsiteX75633" y="connsiteY75633"/>
              </a:cxn>
              <a:cxn ang="0">
                <a:pos x="connsiteX75634" y="connsiteY75634"/>
              </a:cxn>
              <a:cxn ang="0">
                <a:pos x="connsiteX75635" y="connsiteY75635"/>
              </a:cxn>
              <a:cxn ang="0">
                <a:pos x="connsiteX75636" y="connsiteY75636"/>
              </a:cxn>
              <a:cxn ang="0">
                <a:pos x="connsiteX75637" y="connsiteY75637"/>
              </a:cxn>
              <a:cxn ang="0">
                <a:pos x="connsiteX75638" y="connsiteY75638"/>
              </a:cxn>
              <a:cxn ang="0">
                <a:pos x="connsiteX75639" y="connsiteY75639"/>
              </a:cxn>
              <a:cxn ang="0">
                <a:pos x="connsiteX75640" y="connsiteY75640"/>
              </a:cxn>
              <a:cxn ang="0">
                <a:pos x="connsiteX75641" y="connsiteY75641"/>
              </a:cxn>
              <a:cxn ang="0">
                <a:pos x="connsiteX75642" y="connsiteY75642"/>
              </a:cxn>
              <a:cxn ang="0">
                <a:pos x="connsiteX75643" y="connsiteY75643"/>
              </a:cxn>
              <a:cxn ang="0">
                <a:pos x="connsiteX75644" y="connsiteY75644"/>
              </a:cxn>
              <a:cxn ang="0">
                <a:pos x="connsiteX75645" y="connsiteY75645"/>
              </a:cxn>
              <a:cxn ang="0">
                <a:pos x="connsiteX75646" y="connsiteY75646"/>
              </a:cxn>
              <a:cxn ang="0">
                <a:pos x="connsiteX75647" y="connsiteY75647"/>
              </a:cxn>
              <a:cxn ang="0">
                <a:pos x="connsiteX75648" y="connsiteY75648"/>
              </a:cxn>
              <a:cxn ang="0">
                <a:pos x="connsiteX75649" y="connsiteY75649"/>
              </a:cxn>
              <a:cxn ang="0">
                <a:pos x="connsiteX75650" y="connsiteY75650"/>
              </a:cxn>
              <a:cxn ang="0">
                <a:pos x="connsiteX75651" y="connsiteY75651"/>
              </a:cxn>
              <a:cxn ang="0">
                <a:pos x="connsiteX75652" y="connsiteY75652"/>
              </a:cxn>
              <a:cxn ang="0">
                <a:pos x="connsiteX75653" y="connsiteY75653"/>
              </a:cxn>
              <a:cxn ang="0">
                <a:pos x="connsiteX75654" y="connsiteY75654"/>
              </a:cxn>
              <a:cxn ang="0">
                <a:pos x="connsiteX75655" y="connsiteY75655"/>
              </a:cxn>
              <a:cxn ang="0">
                <a:pos x="connsiteX75656" y="connsiteY75656"/>
              </a:cxn>
              <a:cxn ang="0">
                <a:pos x="connsiteX75657" y="connsiteY75657"/>
              </a:cxn>
              <a:cxn ang="0">
                <a:pos x="connsiteX75658" y="connsiteY75658"/>
              </a:cxn>
              <a:cxn ang="0">
                <a:pos x="connsiteX75659" y="connsiteY75659"/>
              </a:cxn>
              <a:cxn ang="0">
                <a:pos x="connsiteX75660" y="connsiteY75660"/>
              </a:cxn>
              <a:cxn ang="0">
                <a:pos x="connsiteX75661" y="connsiteY75661"/>
              </a:cxn>
              <a:cxn ang="0">
                <a:pos x="connsiteX75662" y="connsiteY75662"/>
              </a:cxn>
              <a:cxn ang="0">
                <a:pos x="connsiteX75663" y="connsiteY75663"/>
              </a:cxn>
              <a:cxn ang="0">
                <a:pos x="connsiteX75664" y="connsiteY75664"/>
              </a:cxn>
              <a:cxn ang="0">
                <a:pos x="connsiteX75665" y="connsiteY75665"/>
              </a:cxn>
              <a:cxn ang="0">
                <a:pos x="connsiteX75666" y="connsiteY75666"/>
              </a:cxn>
              <a:cxn ang="0">
                <a:pos x="connsiteX75667" y="connsiteY75667"/>
              </a:cxn>
              <a:cxn ang="0">
                <a:pos x="connsiteX75668" y="connsiteY75668"/>
              </a:cxn>
              <a:cxn ang="0">
                <a:pos x="connsiteX75669" y="connsiteY75669"/>
              </a:cxn>
              <a:cxn ang="0">
                <a:pos x="connsiteX75670" y="connsiteY75670"/>
              </a:cxn>
              <a:cxn ang="0">
                <a:pos x="connsiteX75671" y="connsiteY75671"/>
              </a:cxn>
              <a:cxn ang="0">
                <a:pos x="connsiteX75672" y="connsiteY75672"/>
              </a:cxn>
              <a:cxn ang="0">
                <a:pos x="connsiteX75673" y="connsiteY75673"/>
              </a:cxn>
              <a:cxn ang="0">
                <a:pos x="connsiteX75674" y="connsiteY75674"/>
              </a:cxn>
              <a:cxn ang="0">
                <a:pos x="connsiteX75675" y="connsiteY75675"/>
              </a:cxn>
              <a:cxn ang="0">
                <a:pos x="connsiteX75676" y="connsiteY75676"/>
              </a:cxn>
              <a:cxn ang="0">
                <a:pos x="connsiteX75677" y="connsiteY75677"/>
              </a:cxn>
              <a:cxn ang="0">
                <a:pos x="connsiteX75678" y="connsiteY75678"/>
              </a:cxn>
              <a:cxn ang="0">
                <a:pos x="connsiteX75679" y="connsiteY75679"/>
              </a:cxn>
              <a:cxn ang="0">
                <a:pos x="connsiteX75680" y="connsiteY75680"/>
              </a:cxn>
              <a:cxn ang="0">
                <a:pos x="connsiteX75681" y="connsiteY75681"/>
              </a:cxn>
              <a:cxn ang="0">
                <a:pos x="connsiteX75682" y="connsiteY75682"/>
              </a:cxn>
              <a:cxn ang="0">
                <a:pos x="connsiteX75683" y="connsiteY75683"/>
              </a:cxn>
              <a:cxn ang="0">
                <a:pos x="connsiteX75684" y="connsiteY75684"/>
              </a:cxn>
              <a:cxn ang="0">
                <a:pos x="connsiteX75685" y="connsiteY75685"/>
              </a:cxn>
              <a:cxn ang="0">
                <a:pos x="connsiteX75686" y="connsiteY75686"/>
              </a:cxn>
              <a:cxn ang="0">
                <a:pos x="connsiteX75687" y="connsiteY75687"/>
              </a:cxn>
              <a:cxn ang="0">
                <a:pos x="connsiteX75688" y="connsiteY75688"/>
              </a:cxn>
              <a:cxn ang="0">
                <a:pos x="connsiteX75689" y="connsiteY75689"/>
              </a:cxn>
              <a:cxn ang="0">
                <a:pos x="connsiteX75690" y="connsiteY75690"/>
              </a:cxn>
              <a:cxn ang="0">
                <a:pos x="connsiteX75691" y="connsiteY75691"/>
              </a:cxn>
              <a:cxn ang="0">
                <a:pos x="connsiteX75692" y="connsiteY75692"/>
              </a:cxn>
              <a:cxn ang="0">
                <a:pos x="connsiteX75693" y="connsiteY75693"/>
              </a:cxn>
              <a:cxn ang="0">
                <a:pos x="connsiteX75694" y="connsiteY75694"/>
              </a:cxn>
              <a:cxn ang="0">
                <a:pos x="connsiteX75695" y="connsiteY75695"/>
              </a:cxn>
              <a:cxn ang="0">
                <a:pos x="connsiteX75696" y="connsiteY75696"/>
              </a:cxn>
              <a:cxn ang="0">
                <a:pos x="connsiteX75697" y="connsiteY75697"/>
              </a:cxn>
              <a:cxn ang="0">
                <a:pos x="connsiteX75698" y="connsiteY75698"/>
              </a:cxn>
              <a:cxn ang="0">
                <a:pos x="connsiteX75699" y="connsiteY75699"/>
              </a:cxn>
              <a:cxn ang="0">
                <a:pos x="connsiteX75700" y="connsiteY75700"/>
              </a:cxn>
              <a:cxn ang="0">
                <a:pos x="connsiteX75701" y="connsiteY75701"/>
              </a:cxn>
              <a:cxn ang="0">
                <a:pos x="connsiteX75702" y="connsiteY75702"/>
              </a:cxn>
              <a:cxn ang="0">
                <a:pos x="connsiteX75703" y="connsiteY75703"/>
              </a:cxn>
              <a:cxn ang="0">
                <a:pos x="connsiteX75704" y="connsiteY75704"/>
              </a:cxn>
              <a:cxn ang="0">
                <a:pos x="connsiteX75705" y="connsiteY75705"/>
              </a:cxn>
              <a:cxn ang="0">
                <a:pos x="connsiteX75706" y="connsiteY75706"/>
              </a:cxn>
              <a:cxn ang="0">
                <a:pos x="connsiteX75707" y="connsiteY75707"/>
              </a:cxn>
              <a:cxn ang="0">
                <a:pos x="connsiteX75708" y="connsiteY75708"/>
              </a:cxn>
              <a:cxn ang="0">
                <a:pos x="connsiteX75709" y="connsiteY75709"/>
              </a:cxn>
              <a:cxn ang="0">
                <a:pos x="connsiteX75710" y="connsiteY75710"/>
              </a:cxn>
              <a:cxn ang="0">
                <a:pos x="connsiteX75711" y="connsiteY75711"/>
              </a:cxn>
              <a:cxn ang="0">
                <a:pos x="connsiteX75712" y="connsiteY75712"/>
              </a:cxn>
              <a:cxn ang="0">
                <a:pos x="connsiteX75713" y="connsiteY75713"/>
              </a:cxn>
              <a:cxn ang="0">
                <a:pos x="connsiteX75714" y="connsiteY75714"/>
              </a:cxn>
              <a:cxn ang="0">
                <a:pos x="connsiteX75715" y="connsiteY75715"/>
              </a:cxn>
              <a:cxn ang="0">
                <a:pos x="connsiteX75716" y="connsiteY75716"/>
              </a:cxn>
              <a:cxn ang="0">
                <a:pos x="connsiteX75717" y="connsiteY75717"/>
              </a:cxn>
              <a:cxn ang="0">
                <a:pos x="connsiteX75718" y="connsiteY75718"/>
              </a:cxn>
              <a:cxn ang="0">
                <a:pos x="connsiteX75719" y="connsiteY75719"/>
              </a:cxn>
              <a:cxn ang="0">
                <a:pos x="connsiteX75720" y="connsiteY75720"/>
              </a:cxn>
              <a:cxn ang="0">
                <a:pos x="connsiteX75721" y="connsiteY75721"/>
              </a:cxn>
              <a:cxn ang="0">
                <a:pos x="connsiteX75722" y="connsiteY75722"/>
              </a:cxn>
              <a:cxn ang="0">
                <a:pos x="connsiteX75723" y="connsiteY75723"/>
              </a:cxn>
              <a:cxn ang="0">
                <a:pos x="connsiteX75724" y="connsiteY75724"/>
              </a:cxn>
              <a:cxn ang="0">
                <a:pos x="connsiteX75725" y="connsiteY75725"/>
              </a:cxn>
              <a:cxn ang="0">
                <a:pos x="connsiteX75726" y="connsiteY75726"/>
              </a:cxn>
              <a:cxn ang="0">
                <a:pos x="connsiteX75727" y="connsiteY75727"/>
              </a:cxn>
              <a:cxn ang="0">
                <a:pos x="connsiteX75728" y="connsiteY75728"/>
              </a:cxn>
              <a:cxn ang="0">
                <a:pos x="connsiteX75729" y="connsiteY75729"/>
              </a:cxn>
              <a:cxn ang="0">
                <a:pos x="connsiteX75730" y="connsiteY75730"/>
              </a:cxn>
              <a:cxn ang="0">
                <a:pos x="connsiteX75731" y="connsiteY75731"/>
              </a:cxn>
              <a:cxn ang="0">
                <a:pos x="connsiteX75732" y="connsiteY75732"/>
              </a:cxn>
              <a:cxn ang="0">
                <a:pos x="connsiteX75733" y="connsiteY75733"/>
              </a:cxn>
              <a:cxn ang="0">
                <a:pos x="connsiteX75734" y="connsiteY75734"/>
              </a:cxn>
              <a:cxn ang="0">
                <a:pos x="connsiteX75735" y="connsiteY75735"/>
              </a:cxn>
              <a:cxn ang="0">
                <a:pos x="connsiteX75736" y="connsiteY75736"/>
              </a:cxn>
              <a:cxn ang="0">
                <a:pos x="connsiteX75737" y="connsiteY75737"/>
              </a:cxn>
              <a:cxn ang="0">
                <a:pos x="connsiteX75738" y="connsiteY75738"/>
              </a:cxn>
              <a:cxn ang="0">
                <a:pos x="connsiteX75739" y="connsiteY75739"/>
              </a:cxn>
              <a:cxn ang="0">
                <a:pos x="connsiteX75740" y="connsiteY75740"/>
              </a:cxn>
              <a:cxn ang="0">
                <a:pos x="connsiteX75741" y="connsiteY75741"/>
              </a:cxn>
              <a:cxn ang="0">
                <a:pos x="connsiteX75742" y="connsiteY75742"/>
              </a:cxn>
              <a:cxn ang="0">
                <a:pos x="connsiteX75743" y="connsiteY75743"/>
              </a:cxn>
              <a:cxn ang="0">
                <a:pos x="connsiteX75744" y="connsiteY75744"/>
              </a:cxn>
              <a:cxn ang="0">
                <a:pos x="connsiteX75745" y="connsiteY75745"/>
              </a:cxn>
              <a:cxn ang="0">
                <a:pos x="connsiteX75746" y="connsiteY75746"/>
              </a:cxn>
              <a:cxn ang="0">
                <a:pos x="connsiteX75747" y="connsiteY75747"/>
              </a:cxn>
              <a:cxn ang="0">
                <a:pos x="connsiteX75748" y="connsiteY75748"/>
              </a:cxn>
              <a:cxn ang="0">
                <a:pos x="connsiteX75749" y="connsiteY75749"/>
              </a:cxn>
              <a:cxn ang="0">
                <a:pos x="connsiteX75750" y="connsiteY75750"/>
              </a:cxn>
              <a:cxn ang="0">
                <a:pos x="connsiteX75751" y="connsiteY75751"/>
              </a:cxn>
              <a:cxn ang="0">
                <a:pos x="connsiteX75752" y="connsiteY75752"/>
              </a:cxn>
              <a:cxn ang="0">
                <a:pos x="connsiteX75753" y="connsiteY75753"/>
              </a:cxn>
              <a:cxn ang="0">
                <a:pos x="connsiteX75754" y="connsiteY75754"/>
              </a:cxn>
              <a:cxn ang="0">
                <a:pos x="connsiteX75755" y="connsiteY75755"/>
              </a:cxn>
              <a:cxn ang="0">
                <a:pos x="connsiteX75756" y="connsiteY75756"/>
              </a:cxn>
              <a:cxn ang="0">
                <a:pos x="connsiteX75757" y="connsiteY75757"/>
              </a:cxn>
              <a:cxn ang="0">
                <a:pos x="connsiteX75758" y="connsiteY75758"/>
              </a:cxn>
              <a:cxn ang="0">
                <a:pos x="connsiteX75759" y="connsiteY75759"/>
              </a:cxn>
              <a:cxn ang="0">
                <a:pos x="connsiteX75760" y="connsiteY75760"/>
              </a:cxn>
              <a:cxn ang="0">
                <a:pos x="connsiteX75761" y="connsiteY75761"/>
              </a:cxn>
              <a:cxn ang="0">
                <a:pos x="connsiteX75762" y="connsiteY75762"/>
              </a:cxn>
              <a:cxn ang="0">
                <a:pos x="connsiteX75763" y="connsiteY75763"/>
              </a:cxn>
              <a:cxn ang="0">
                <a:pos x="connsiteX75764" y="connsiteY75764"/>
              </a:cxn>
              <a:cxn ang="0">
                <a:pos x="connsiteX75765" y="connsiteY75765"/>
              </a:cxn>
              <a:cxn ang="0">
                <a:pos x="connsiteX75766" y="connsiteY75766"/>
              </a:cxn>
              <a:cxn ang="0">
                <a:pos x="connsiteX75767" y="connsiteY75767"/>
              </a:cxn>
              <a:cxn ang="0">
                <a:pos x="connsiteX75768" y="connsiteY75768"/>
              </a:cxn>
              <a:cxn ang="0">
                <a:pos x="connsiteX75769" y="connsiteY75769"/>
              </a:cxn>
              <a:cxn ang="0">
                <a:pos x="connsiteX75770" y="connsiteY75770"/>
              </a:cxn>
              <a:cxn ang="0">
                <a:pos x="connsiteX75771" y="connsiteY75771"/>
              </a:cxn>
              <a:cxn ang="0">
                <a:pos x="connsiteX75772" y="connsiteY75772"/>
              </a:cxn>
              <a:cxn ang="0">
                <a:pos x="connsiteX75773" y="connsiteY75773"/>
              </a:cxn>
              <a:cxn ang="0">
                <a:pos x="connsiteX75774" y="connsiteY75774"/>
              </a:cxn>
              <a:cxn ang="0">
                <a:pos x="connsiteX75775" y="connsiteY75775"/>
              </a:cxn>
              <a:cxn ang="0">
                <a:pos x="connsiteX75776" y="connsiteY75776"/>
              </a:cxn>
              <a:cxn ang="0">
                <a:pos x="connsiteX75777" y="connsiteY75777"/>
              </a:cxn>
              <a:cxn ang="0">
                <a:pos x="connsiteX75778" y="connsiteY75778"/>
              </a:cxn>
              <a:cxn ang="0">
                <a:pos x="connsiteX75779" y="connsiteY75779"/>
              </a:cxn>
              <a:cxn ang="0">
                <a:pos x="connsiteX75780" y="connsiteY75780"/>
              </a:cxn>
              <a:cxn ang="0">
                <a:pos x="connsiteX75781" y="connsiteY75781"/>
              </a:cxn>
              <a:cxn ang="0">
                <a:pos x="connsiteX75782" y="connsiteY75782"/>
              </a:cxn>
              <a:cxn ang="0">
                <a:pos x="connsiteX75783" y="connsiteY75783"/>
              </a:cxn>
              <a:cxn ang="0">
                <a:pos x="connsiteX75784" y="connsiteY75784"/>
              </a:cxn>
              <a:cxn ang="0">
                <a:pos x="connsiteX75785" y="connsiteY75785"/>
              </a:cxn>
              <a:cxn ang="0">
                <a:pos x="connsiteX75786" y="connsiteY75786"/>
              </a:cxn>
              <a:cxn ang="0">
                <a:pos x="connsiteX75787" y="connsiteY75787"/>
              </a:cxn>
              <a:cxn ang="0">
                <a:pos x="connsiteX75788" y="connsiteY75788"/>
              </a:cxn>
              <a:cxn ang="0">
                <a:pos x="connsiteX75789" y="connsiteY75789"/>
              </a:cxn>
              <a:cxn ang="0">
                <a:pos x="connsiteX75790" y="connsiteY75790"/>
              </a:cxn>
              <a:cxn ang="0">
                <a:pos x="connsiteX75791" y="connsiteY75791"/>
              </a:cxn>
              <a:cxn ang="0">
                <a:pos x="connsiteX75792" y="connsiteY75792"/>
              </a:cxn>
              <a:cxn ang="0">
                <a:pos x="connsiteX75793" y="connsiteY75793"/>
              </a:cxn>
              <a:cxn ang="0">
                <a:pos x="connsiteX75794" y="connsiteY75794"/>
              </a:cxn>
              <a:cxn ang="0">
                <a:pos x="connsiteX75795" y="connsiteY75795"/>
              </a:cxn>
              <a:cxn ang="0">
                <a:pos x="connsiteX75796" y="connsiteY75796"/>
              </a:cxn>
              <a:cxn ang="0">
                <a:pos x="connsiteX75797" y="connsiteY75797"/>
              </a:cxn>
              <a:cxn ang="0">
                <a:pos x="connsiteX75798" y="connsiteY75798"/>
              </a:cxn>
              <a:cxn ang="0">
                <a:pos x="connsiteX75799" y="connsiteY75799"/>
              </a:cxn>
              <a:cxn ang="0">
                <a:pos x="connsiteX75800" y="connsiteY75800"/>
              </a:cxn>
              <a:cxn ang="0">
                <a:pos x="connsiteX75801" y="connsiteY75801"/>
              </a:cxn>
              <a:cxn ang="0">
                <a:pos x="connsiteX75802" y="connsiteY75802"/>
              </a:cxn>
              <a:cxn ang="0">
                <a:pos x="connsiteX75803" y="connsiteY75803"/>
              </a:cxn>
              <a:cxn ang="0">
                <a:pos x="connsiteX75804" y="connsiteY75804"/>
              </a:cxn>
              <a:cxn ang="0">
                <a:pos x="connsiteX75805" y="connsiteY75805"/>
              </a:cxn>
              <a:cxn ang="0">
                <a:pos x="connsiteX75806" y="connsiteY75806"/>
              </a:cxn>
              <a:cxn ang="0">
                <a:pos x="connsiteX75807" y="connsiteY75807"/>
              </a:cxn>
              <a:cxn ang="0">
                <a:pos x="connsiteX75808" y="connsiteY75808"/>
              </a:cxn>
              <a:cxn ang="0">
                <a:pos x="connsiteX75809" y="connsiteY75809"/>
              </a:cxn>
              <a:cxn ang="0">
                <a:pos x="connsiteX75810" y="connsiteY75810"/>
              </a:cxn>
              <a:cxn ang="0">
                <a:pos x="connsiteX75811" y="connsiteY75811"/>
              </a:cxn>
              <a:cxn ang="0">
                <a:pos x="connsiteX75812" y="connsiteY75812"/>
              </a:cxn>
              <a:cxn ang="0">
                <a:pos x="connsiteX75813" y="connsiteY75813"/>
              </a:cxn>
              <a:cxn ang="0">
                <a:pos x="connsiteX75814" y="connsiteY75814"/>
              </a:cxn>
              <a:cxn ang="0">
                <a:pos x="connsiteX75815" y="connsiteY75815"/>
              </a:cxn>
              <a:cxn ang="0">
                <a:pos x="connsiteX75816" y="connsiteY75816"/>
              </a:cxn>
              <a:cxn ang="0">
                <a:pos x="connsiteX75817" y="connsiteY75817"/>
              </a:cxn>
              <a:cxn ang="0">
                <a:pos x="connsiteX75818" y="connsiteY75818"/>
              </a:cxn>
              <a:cxn ang="0">
                <a:pos x="connsiteX75819" y="connsiteY75819"/>
              </a:cxn>
              <a:cxn ang="0">
                <a:pos x="connsiteX75820" y="connsiteY75820"/>
              </a:cxn>
              <a:cxn ang="0">
                <a:pos x="connsiteX75821" y="connsiteY75821"/>
              </a:cxn>
              <a:cxn ang="0">
                <a:pos x="connsiteX75822" y="connsiteY75822"/>
              </a:cxn>
              <a:cxn ang="0">
                <a:pos x="connsiteX75823" y="connsiteY75823"/>
              </a:cxn>
              <a:cxn ang="0">
                <a:pos x="connsiteX75824" y="connsiteY75824"/>
              </a:cxn>
              <a:cxn ang="0">
                <a:pos x="connsiteX75825" y="connsiteY75825"/>
              </a:cxn>
              <a:cxn ang="0">
                <a:pos x="connsiteX75826" y="connsiteY75826"/>
              </a:cxn>
              <a:cxn ang="0">
                <a:pos x="connsiteX75827" y="connsiteY75827"/>
              </a:cxn>
              <a:cxn ang="0">
                <a:pos x="connsiteX75828" y="connsiteY75828"/>
              </a:cxn>
              <a:cxn ang="0">
                <a:pos x="connsiteX75829" y="connsiteY75829"/>
              </a:cxn>
              <a:cxn ang="0">
                <a:pos x="connsiteX75830" y="connsiteY75830"/>
              </a:cxn>
              <a:cxn ang="0">
                <a:pos x="connsiteX75831" y="connsiteY75831"/>
              </a:cxn>
              <a:cxn ang="0">
                <a:pos x="connsiteX75832" y="connsiteY75832"/>
              </a:cxn>
              <a:cxn ang="0">
                <a:pos x="connsiteX75833" y="connsiteY75833"/>
              </a:cxn>
              <a:cxn ang="0">
                <a:pos x="connsiteX75834" y="connsiteY75834"/>
              </a:cxn>
              <a:cxn ang="0">
                <a:pos x="connsiteX75835" y="connsiteY75835"/>
              </a:cxn>
              <a:cxn ang="0">
                <a:pos x="connsiteX75836" y="connsiteY75836"/>
              </a:cxn>
              <a:cxn ang="0">
                <a:pos x="connsiteX75837" y="connsiteY75837"/>
              </a:cxn>
              <a:cxn ang="0">
                <a:pos x="connsiteX75838" y="connsiteY75838"/>
              </a:cxn>
              <a:cxn ang="0">
                <a:pos x="connsiteX75839" y="connsiteY75839"/>
              </a:cxn>
              <a:cxn ang="0">
                <a:pos x="connsiteX75840" y="connsiteY75840"/>
              </a:cxn>
              <a:cxn ang="0">
                <a:pos x="connsiteX75841" y="connsiteY75841"/>
              </a:cxn>
              <a:cxn ang="0">
                <a:pos x="connsiteX75842" y="connsiteY75842"/>
              </a:cxn>
              <a:cxn ang="0">
                <a:pos x="connsiteX75843" y="connsiteY75843"/>
              </a:cxn>
              <a:cxn ang="0">
                <a:pos x="connsiteX75844" y="connsiteY75844"/>
              </a:cxn>
              <a:cxn ang="0">
                <a:pos x="connsiteX75845" y="connsiteY75845"/>
              </a:cxn>
              <a:cxn ang="0">
                <a:pos x="connsiteX75846" y="connsiteY75846"/>
              </a:cxn>
              <a:cxn ang="0">
                <a:pos x="connsiteX75847" y="connsiteY75847"/>
              </a:cxn>
              <a:cxn ang="0">
                <a:pos x="connsiteX75848" y="connsiteY75848"/>
              </a:cxn>
              <a:cxn ang="0">
                <a:pos x="connsiteX75849" y="connsiteY75849"/>
              </a:cxn>
              <a:cxn ang="0">
                <a:pos x="connsiteX75850" y="connsiteY75850"/>
              </a:cxn>
              <a:cxn ang="0">
                <a:pos x="connsiteX75851" y="connsiteY75851"/>
              </a:cxn>
              <a:cxn ang="0">
                <a:pos x="connsiteX75852" y="connsiteY75852"/>
              </a:cxn>
              <a:cxn ang="0">
                <a:pos x="connsiteX75853" y="connsiteY75853"/>
              </a:cxn>
              <a:cxn ang="0">
                <a:pos x="connsiteX75854" y="connsiteY75854"/>
              </a:cxn>
              <a:cxn ang="0">
                <a:pos x="connsiteX75855" y="connsiteY75855"/>
              </a:cxn>
              <a:cxn ang="0">
                <a:pos x="connsiteX75856" y="connsiteY75856"/>
              </a:cxn>
              <a:cxn ang="0">
                <a:pos x="connsiteX75857" y="connsiteY75857"/>
              </a:cxn>
              <a:cxn ang="0">
                <a:pos x="connsiteX75858" y="connsiteY75858"/>
              </a:cxn>
              <a:cxn ang="0">
                <a:pos x="connsiteX75859" y="connsiteY75859"/>
              </a:cxn>
              <a:cxn ang="0">
                <a:pos x="connsiteX75860" y="connsiteY75860"/>
              </a:cxn>
              <a:cxn ang="0">
                <a:pos x="connsiteX75861" y="connsiteY75861"/>
              </a:cxn>
              <a:cxn ang="0">
                <a:pos x="connsiteX75862" y="connsiteY75862"/>
              </a:cxn>
              <a:cxn ang="0">
                <a:pos x="connsiteX75863" y="connsiteY75863"/>
              </a:cxn>
              <a:cxn ang="0">
                <a:pos x="connsiteX75864" y="connsiteY75864"/>
              </a:cxn>
              <a:cxn ang="0">
                <a:pos x="connsiteX75865" y="connsiteY75865"/>
              </a:cxn>
              <a:cxn ang="0">
                <a:pos x="connsiteX75866" y="connsiteY75866"/>
              </a:cxn>
              <a:cxn ang="0">
                <a:pos x="connsiteX75867" y="connsiteY75867"/>
              </a:cxn>
              <a:cxn ang="0">
                <a:pos x="connsiteX75868" y="connsiteY75868"/>
              </a:cxn>
              <a:cxn ang="0">
                <a:pos x="connsiteX75869" y="connsiteY75869"/>
              </a:cxn>
              <a:cxn ang="0">
                <a:pos x="connsiteX75870" y="connsiteY75870"/>
              </a:cxn>
              <a:cxn ang="0">
                <a:pos x="connsiteX75871" y="connsiteY75871"/>
              </a:cxn>
              <a:cxn ang="0">
                <a:pos x="connsiteX75872" y="connsiteY75872"/>
              </a:cxn>
              <a:cxn ang="0">
                <a:pos x="connsiteX75873" y="connsiteY75873"/>
              </a:cxn>
              <a:cxn ang="0">
                <a:pos x="connsiteX75874" y="connsiteY75874"/>
              </a:cxn>
              <a:cxn ang="0">
                <a:pos x="connsiteX75875" y="connsiteY75875"/>
              </a:cxn>
              <a:cxn ang="0">
                <a:pos x="connsiteX75876" y="connsiteY75876"/>
              </a:cxn>
              <a:cxn ang="0">
                <a:pos x="connsiteX75877" y="connsiteY75877"/>
              </a:cxn>
              <a:cxn ang="0">
                <a:pos x="connsiteX75878" y="connsiteY75878"/>
              </a:cxn>
              <a:cxn ang="0">
                <a:pos x="connsiteX75879" y="connsiteY75879"/>
              </a:cxn>
              <a:cxn ang="0">
                <a:pos x="connsiteX75880" y="connsiteY75880"/>
              </a:cxn>
              <a:cxn ang="0">
                <a:pos x="connsiteX75881" y="connsiteY75881"/>
              </a:cxn>
              <a:cxn ang="0">
                <a:pos x="connsiteX75882" y="connsiteY75882"/>
              </a:cxn>
              <a:cxn ang="0">
                <a:pos x="connsiteX75883" y="connsiteY75883"/>
              </a:cxn>
              <a:cxn ang="0">
                <a:pos x="connsiteX75884" y="connsiteY75884"/>
              </a:cxn>
              <a:cxn ang="0">
                <a:pos x="connsiteX75885" y="connsiteY75885"/>
              </a:cxn>
              <a:cxn ang="0">
                <a:pos x="connsiteX75886" y="connsiteY75886"/>
              </a:cxn>
              <a:cxn ang="0">
                <a:pos x="connsiteX75887" y="connsiteY75887"/>
              </a:cxn>
              <a:cxn ang="0">
                <a:pos x="connsiteX75888" y="connsiteY75888"/>
              </a:cxn>
              <a:cxn ang="0">
                <a:pos x="connsiteX75889" y="connsiteY75889"/>
              </a:cxn>
              <a:cxn ang="0">
                <a:pos x="connsiteX75890" y="connsiteY75890"/>
              </a:cxn>
              <a:cxn ang="0">
                <a:pos x="connsiteX75891" y="connsiteY75891"/>
              </a:cxn>
              <a:cxn ang="0">
                <a:pos x="connsiteX75892" y="connsiteY75892"/>
              </a:cxn>
              <a:cxn ang="0">
                <a:pos x="connsiteX75893" y="connsiteY75893"/>
              </a:cxn>
              <a:cxn ang="0">
                <a:pos x="connsiteX75894" y="connsiteY75894"/>
              </a:cxn>
              <a:cxn ang="0">
                <a:pos x="connsiteX75895" y="connsiteY75895"/>
              </a:cxn>
              <a:cxn ang="0">
                <a:pos x="connsiteX75896" y="connsiteY75896"/>
              </a:cxn>
              <a:cxn ang="0">
                <a:pos x="connsiteX75897" y="connsiteY75897"/>
              </a:cxn>
              <a:cxn ang="0">
                <a:pos x="connsiteX75898" y="connsiteY75898"/>
              </a:cxn>
              <a:cxn ang="0">
                <a:pos x="connsiteX75899" y="connsiteY75899"/>
              </a:cxn>
              <a:cxn ang="0">
                <a:pos x="connsiteX75900" y="connsiteY75900"/>
              </a:cxn>
              <a:cxn ang="0">
                <a:pos x="connsiteX75901" y="connsiteY75901"/>
              </a:cxn>
              <a:cxn ang="0">
                <a:pos x="connsiteX75902" y="connsiteY75902"/>
              </a:cxn>
              <a:cxn ang="0">
                <a:pos x="connsiteX75903" y="connsiteY75903"/>
              </a:cxn>
              <a:cxn ang="0">
                <a:pos x="connsiteX75904" y="connsiteY75904"/>
              </a:cxn>
              <a:cxn ang="0">
                <a:pos x="connsiteX75905" y="connsiteY75905"/>
              </a:cxn>
              <a:cxn ang="0">
                <a:pos x="connsiteX75906" y="connsiteY75906"/>
              </a:cxn>
              <a:cxn ang="0">
                <a:pos x="connsiteX75907" y="connsiteY75907"/>
              </a:cxn>
              <a:cxn ang="0">
                <a:pos x="connsiteX75908" y="connsiteY75908"/>
              </a:cxn>
              <a:cxn ang="0">
                <a:pos x="connsiteX75909" y="connsiteY75909"/>
              </a:cxn>
              <a:cxn ang="0">
                <a:pos x="connsiteX75910" y="connsiteY75910"/>
              </a:cxn>
              <a:cxn ang="0">
                <a:pos x="connsiteX75911" y="connsiteY75911"/>
              </a:cxn>
              <a:cxn ang="0">
                <a:pos x="connsiteX75912" y="connsiteY75912"/>
              </a:cxn>
              <a:cxn ang="0">
                <a:pos x="connsiteX75913" y="connsiteY75913"/>
              </a:cxn>
              <a:cxn ang="0">
                <a:pos x="connsiteX75914" y="connsiteY75914"/>
              </a:cxn>
              <a:cxn ang="0">
                <a:pos x="connsiteX75915" y="connsiteY75915"/>
              </a:cxn>
              <a:cxn ang="0">
                <a:pos x="connsiteX75916" y="connsiteY75916"/>
              </a:cxn>
              <a:cxn ang="0">
                <a:pos x="connsiteX75917" y="connsiteY75917"/>
              </a:cxn>
              <a:cxn ang="0">
                <a:pos x="connsiteX75918" y="connsiteY75918"/>
              </a:cxn>
              <a:cxn ang="0">
                <a:pos x="connsiteX75919" y="connsiteY75919"/>
              </a:cxn>
              <a:cxn ang="0">
                <a:pos x="connsiteX75920" y="connsiteY75920"/>
              </a:cxn>
              <a:cxn ang="0">
                <a:pos x="connsiteX75921" y="connsiteY75921"/>
              </a:cxn>
              <a:cxn ang="0">
                <a:pos x="connsiteX75922" y="connsiteY75922"/>
              </a:cxn>
              <a:cxn ang="0">
                <a:pos x="connsiteX75923" y="connsiteY75923"/>
              </a:cxn>
              <a:cxn ang="0">
                <a:pos x="connsiteX75924" y="connsiteY75924"/>
              </a:cxn>
              <a:cxn ang="0">
                <a:pos x="connsiteX75925" y="connsiteY75925"/>
              </a:cxn>
              <a:cxn ang="0">
                <a:pos x="connsiteX75926" y="connsiteY75926"/>
              </a:cxn>
              <a:cxn ang="0">
                <a:pos x="connsiteX75927" y="connsiteY75927"/>
              </a:cxn>
              <a:cxn ang="0">
                <a:pos x="connsiteX75928" y="connsiteY75928"/>
              </a:cxn>
              <a:cxn ang="0">
                <a:pos x="connsiteX75929" y="connsiteY75929"/>
              </a:cxn>
              <a:cxn ang="0">
                <a:pos x="connsiteX75930" y="connsiteY75930"/>
              </a:cxn>
              <a:cxn ang="0">
                <a:pos x="connsiteX75931" y="connsiteY75931"/>
              </a:cxn>
              <a:cxn ang="0">
                <a:pos x="connsiteX75932" y="connsiteY75932"/>
              </a:cxn>
              <a:cxn ang="0">
                <a:pos x="connsiteX75933" y="connsiteY75933"/>
              </a:cxn>
              <a:cxn ang="0">
                <a:pos x="connsiteX75934" y="connsiteY75934"/>
              </a:cxn>
              <a:cxn ang="0">
                <a:pos x="connsiteX75935" y="connsiteY75935"/>
              </a:cxn>
              <a:cxn ang="0">
                <a:pos x="connsiteX75936" y="connsiteY75936"/>
              </a:cxn>
              <a:cxn ang="0">
                <a:pos x="connsiteX75937" y="connsiteY75937"/>
              </a:cxn>
              <a:cxn ang="0">
                <a:pos x="connsiteX75938" y="connsiteY75938"/>
              </a:cxn>
              <a:cxn ang="0">
                <a:pos x="connsiteX75939" y="connsiteY75939"/>
              </a:cxn>
              <a:cxn ang="0">
                <a:pos x="connsiteX75940" y="connsiteY75940"/>
              </a:cxn>
              <a:cxn ang="0">
                <a:pos x="connsiteX75941" y="connsiteY75941"/>
              </a:cxn>
              <a:cxn ang="0">
                <a:pos x="connsiteX75942" y="connsiteY75942"/>
              </a:cxn>
              <a:cxn ang="0">
                <a:pos x="connsiteX75943" y="connsiteY75943"/>
              </a:cxn>
              <a:cxn ang="0">
                <a:pos x="connsiteX75944" y="connsiteY75944"/>
              </a:cxn>
              <a:cxn ang="0">
                <a:pos x="connsiteX75945" y="connsiteY75945"/>
              </a:cxn>
              <a:cxn ang="0">
                <a:pos x="connsiteX75946" y="connsiteY75946"/>
              </a:cxn>
              <a:cxn ang="0">
                <a:pos x="connsiteX75947" y="connsiteY75947"/>
              </a:cxn>
              <a:cxn ang="0">
                <a:pos x="connsiteX75948" y="connsiteY75948"/>
              </a:cxn>
              <a:cxn ang="0">
                <a:pos x="connsiteX75949" y="connsiteY75949"/>
              </a:cxn>
              <a:cxn ang="0">
                <a:pos x="connsiteX75950" y="connsiteY75950"/>
              </a:cxn>
              <a:cxn ang="0">
                <a:pos x="connsiteX75951" y="connsiteY75951"/>
              </a:cxn>
              <a:cxn ang="0">
                <a:pos x="connsiteX75952" y="connsiteY75952"/>
              </a:cxn>
              <a:cxn ang="0">
                <a:pos x="connsiteX75953" y="connsiteY75953"/>
              </a:cxn>
              <a:cxn ang="0">
                <a:pos x="connsiteX75954" y="connsiteY75954"/>
              </a:cxn>
              <a:cxn ang="0">
                <a:pos x="connsiteX75955" y="connsiteY75955"/>
              </a:cxn>
              <a:cxn ang="0">
                <a:pos x="connsiteX75956" y="connsiteY75956"/>
              </a:cxn>
              <a:cxn ang="0">
                <a:pos x="connsiteX75957" y="connsiteY75957"/>
              </a:cxn>
              <a:cxn ang="0">
                <a:pos x="connsiteX75958" y="connsiteY75958"/>
              </a:cxn>
              <a:cxn ang="0">
                <a:pos x="connsiteX75959" y="connsiteY75959"/>
              </a:cxn>
              <a:cxn ang="0">
                <a:pos x="connsiteX75960" y="connsiteY75960"/>
              </a:cxn>
              <a:cxn ang="0">
                <a:pos x="connsiteX75961" y="connsiteY75961"/>
              </a:cxn>
              <a:cxn ang="0">
                <a:pos x="connsiteX75962" y="connsiteY75962"/>
              </a:cxn>
              <a:cxn ang="0">
                <a:pos x="connsiteX75963" y="connsiteY75963"/>
              </a:cxn>
              <a:cxn ang="0">
                <a:pos x="connsiteX75964" y="connsiteY75964"/>
              </a:cxn>
              <a:cxn ang="0">
                <a:pos x="connsiteX75965" y="connsiteY75965"/>
              </a:cxn>
              <a:cxn ang="0">
                <a:pos x="connsiteX75966" y="connsiteY75966"/>
              </a:cxn>
              <a:cxn ang="0">
                <a:pos x="connsiteX75967" y="connsiteY75967"/>
              </a:cxn>
              <a:cxn ang="0">
                <a:pos x="connsiteX75968" y="connsiteY75968"/>
              </a:cxn>
              <a:cxn ang="0">
                <a:pos x="connsiteX75969" y="connsiteY75969"/>
              </a:cxn>
              <a:cxn ang="0">
                <a:pos x="connsiteX75970" y="connsiteY75970"/>
              </a:cxn>
              <a:cxn ang="0">
                <a:pos x="connsiteX75971" y="connsiteY75971"/>
              </a:cxn>
              <a:cxn ang="0">
                <a:pos x="connsiteX75972" y="connsiteY75972"/>
              </a:cxn>
              <a:cxn ang="0">
                <a:pos x="connsiteX75973" y="connsiteY75973"/>
              </a:cxn>
              <a:cxn ang="0">
                <a:pos x="connsiteX75974" y="connsiteY75974"/>
              </a:cxn>
              <a:cxn ang="0">
                <a:pos x="connsiteX75975" y="connsiteY75975"/>
              </a:cxn>
              <a:cxn ang="0">
                <a:pos x="connsiteX75976" y="connsiteY75976"/>
              </a:cxn>
              <a:cxn ang="0">
                <a:pos x="connsiteX75977" y="connsiteY75977"/>
              </a:cxn>
              <a:cxn ang="0">
                <a:pos x="connsiteX75978" y="connsiteY75978"/>
              </a:cxn>
              <a:cxn ang="0">
                <a:pos x="connsiteX75979" y="connsiteY75979"/>
              </a:cxn>
              <a:cxn ang="0">
                <a:pos x="connsiteX75980" y="connsiteY75980"/>
              </a:cxn>
              <a:cxn ang="0">
                <a:pos x="connsiteX75981" y="connsiteY75981"/>
              </a:cxn>
              <a:cxn ang="0">
                <a:pos x="connsiteX75982" y="connsiteY75982"/>
              </a:cxn>
              <a:cxn ang="0">
                <a:pos x="connsiteX75983" y="connsiteY75983"/>
              </a:cxn>
              <a:cxn ang="0">
                <a:pos x="connsiteX75984" y="connsiteY75984"/>
              </a:cxn>
              <a:cxn ang="0">
                <a:pos x="connsiteX75985" y="connsiteY75985"/>
              </a:cxn>
              <a:cxn ang="0">
                <a:pos x="connsiteX75986" y="connsiteY75986"/>
              </a:cxn>
              <a:cxn ang="0">
                <a:pos x="connsiteX75987" y="connsiteY75987"/>
              </a:cxn>
              <a:cxn ang="0">
                <a:pos x="connsiteX75988" y="connsiteY75988"/>
              </a:cxn>
              <a:cxn ang="0">
                <a:pos x="connsiteX75989" y="connsiteY75989"/>
              </a:cxn>
              <a:cxn ang="0">
                <a:pos x="connsiteX75990" y="connsiteY75990"/>
              </a:cxn>
              <a:cxn ang="0">
                <a:pos x="connsiteX75991" y="connsiteY75991"/>
              </a:cxn>
              <a:cxn ang="0">
                <a:pos x="connsiteX75992" y="connsiteY75992"/>
              </a:cxn>
              <a:cxn ang="0">
                <a:pos x="connsiteX75993" y="connsiteY75993"/>
              </a:cxn>
              <a:cxn ang="0">
                <a:pos x="connsiteX75994" y="connsiteY75994"/>
              </a:cxn>
              <a:cxn ang="0">
                <a:pos x="connsiteX75995" y="connsiteY75995"/>
              </a:cxn>
              <a:cxn ang="0">
                <a:pos x="connsiteX75996" y="connsiteY75996"/>
              </a:cxn>
              <a:cxn ang="0">
                <a:pos x="connsiteX75997" y="connsiteY75997"/>
              </a:cxn>
              <a:cxn ang="0">
                <a:pos x="connsiteX75998" y="connsiteY75998"/>
              </a:cxn>
              <a:cxn ang="0">
                <a:pos x="connsiteX75999" y="connsiteY75999"/>
              </a:cxn>
              <a:cxn ang="0">
                <a:pos x="connsiteX76000" y="connsiteY76000"/>
              </a:cxn>
              <a:cxn ang="0">
                <a:pos x="connsiteX76001" y="connsiteY76001"/>
              </a:cxn>
              <a:cxn ang="0">
                <a:pos x="connsiteX76002" y="connsiteY76002"/>
              </a:cxn>
              <a:cxn ang="0">
                <a:pos x="connsiteX76003" y="connsiteY76003"/>
              </a:cxn>
              <a:cxn ang="0">
                <a:pos x="connsiteX76004" y="connsiteY76004"/>
              </a:cxn>
              <a:cxn ang="0">
                <a:pos x="connsiteX76005" y="connsiteY76005"/>
              </a:cxn>
              <a:cxn ang="0">
                <a:pos x="connsiteX76006" y="connsiteY76006"/>
              </a:cxn>
              <a:cxn ang="0">
                <a:pos x="connsiteX76007" y="connsiteY76007"/>
              </a:cxn>
              <a:cxn ang="0">
                <a:pos x="connsiteX76008" y="connsiteY76008"/>
              </a:cxn>
              <a:cxn ang="0">
                <a:pos x="connsiteX76009" y="connsiteY76009"/>
              </a:cxn>
              <a:cxn ang="0">
                <a:pos x="connsiteX76010" y="connsiteY76010"/>
              </a:cxn>
              <a:cxn ang="0">
                <a:pos x="connsiteX76011" y="connsiteY76011"/>
              </a:cxn>
              <a:cxn ang="0">
                <a:pos x="connsiteX76012" y="connsiteY76012"/>
              </a:cxn>
              <a:cxn ang="0">
                <a:pos x="connsiteX76013" y="connsiteY76013"/>
              </a:cxn>
              <a:cxn ang="0">
                <a:pos x="connsiteX76014" y="connsiteY76014"/>
              </a:cxn>
              <a:cxn ang="0">
                <a:pos x="connsiteX76015" y="connsiteY76015"/>
              </a:cxn>
              <a:cxn ang="0">
                <a:pos x="connsiteX76016" y="connsiteY76016"/>
              </a:cxn>
              <a:cxn ang="0">
                <a:pos x="connsiteX76017" y="connsiteY76017"/>
              </a:cxn>
              <a:cxn ang="0">
                <a:pos x="connsiteX76018" y="connsiteY76018"/>
              </a:cxn>
              <a:cxn ang="0">
                <a:pos x="connsiteX76019" y="connsiteY76019"/>
              </a:cxn>
              <a:cxn ang="0">
                <a:pos x="connsiteX76020" y="connsiteY76020"/>
              </a:cxn>
              <a:cxn ang="0">
                <a:pos x="connsiteX76021" y="connsiteY76021"/>
              </a:cxn>
              <a:cxn ang="0">
                <a:pos x="connsiteX76022" y="connsiteY76022"/>
              </a:cxn>
              <a:cxn ang="0">
                <a:pos x="connsiteX76023" y="connsiteY76023"/>
              </a:cxn>
              <a:cxn ang="0">
                <a:pos x="connsiteX76024" y="connsiteY76024"/>
              </a:cxn>
              <a:cxn ang="0">
                <a:pos x="connsiteX76025" y="connsiteY76025"/>
              </a:cxn>
              <a:cxn ang="0">
                <a:pos x="connsiteX76026" y="connsiteY76026"/>
              </a:cxn>
              <a:cxn ang="0">
                <a:pos x="connsiteX76027" y="connsiteY76027"/>
              </a:cxn>
              <a:cxn ang="0">
                <a:pos x="connsiteX76028" y="connsiteY76028"/>
              </a:cxn>
              <a:cxn ang="0">
                <a:pos x="connsiteX76029" y="connsiteY76029"/>
              </a:cxn>
              <a:cxn ang="0">
                <a:pos x="connsiteX76030" y="connsiteY76030"/>
              </a:cxn>
              <a:cxn ang="0">
                <a:pos x="connsiteX76031" y="connsiteY76031"/>
              </a:cxn>
              <a:cxn ang="0">
                <a:pos x="connsiteX76032" y="connsiteY76032"/>
              </a:cxn>
              <a:cxn ang="0">
                <a:pos x="connsiteX76033" y="connsiteY76033"/>
              </a:cxn>
              <a:cxn ang="0">
                <a:pos x="connsiteX76034" y="connsiteY76034"/>
              </a:cxn>
              <a:cxn ang="0">
                <a:pos x="connsiteX76035" y="connsiteY76035"/>
              </a:cxn>
              <a:cxn ang="0">
                <a:pos x="connsiteX76036" y="connsiteY76036"/>
              </a:cxn>
              <a:cxn ang="0">
                <a:pos x="connsiteX76037" y="connsiteY76037"/>
              </a:cxn>
              <a:cxn ang="0">
                <a:pos x="connsiteX76038" y="connsiteY76038"/>
              </a:cxn>
              <a:cxn ang="0">
                <a:pos x="connsiteX76039" y="connsiteY76039"/>
              </a:cxn>
              <a:cxn ang="0">
                <a:pos x="connsiteX76040" y="connsiteY76040"/>
              </a:cxn>
              <a:cxn ang="0">
                <a:pos x="connsiteX76041" y="connsiteY76041"/>
              </a:cxn>
              <a:cxn ang="0">
                <a:pos x="connsiteX76042" y="connsiteY76042"/>
              </a:cxn>
              <a:cxn ang="0">
                <a:pos x="connsiteX76043" y="connsiteY76043"/>
              </a:cxn>
              <a:cxn ang="0">
                <a:pos x="connsiteX76044" y="connsiteY76044"/>
              </a:cxn>
              <a:cxn ang="0">
                <a:pos x="connsiteX76045" y="connsiteY76045"/>
              </a:cxn>
              <a:cxn ang="0">
                <a:pos x="connsiteX76046" y="connsiteY76046"/>
              </a:cxn>
              <a:cxn ang="0">
                <a:pos x="connsiteX76047" y="connsiteY76047"/>
              </a:cxn>
              <a:cxn ang="0">
                <a:pos x="connsiteX76048" y="connsiteY76048"/>
              </a:cxn>
              <a:cxn ang="0">
                <a:pos x="connsiteX76049" y="connsiteY76049"/>
              </a:cxn>
              <a:cxn ang="0">
                <a:pos x="connsiteX76050" y="connsiteY76050"/>
              </a:cxn>
              <a:cxn ang="0">
                <a:pos x="connsiteX76051" y="connsiteY76051"/>
              </a:cxn>
              <a:cxn ang="0">
                <a:pos x="connsiteX76052" y="connsiteY76052"/>
              </a:cxn>
              <a:cxn ang="0">
                <a:pos x="connsiteX76053" y="connsiteY76053"/>
              </a:cxn>
              <a:cxn ang="0">
                <a:pos x="connsiteX76054" y="connsiteY76054"/>
              </a:cxn>
              <a:cxn ang="0">
                <a:pos x="connsiteX76055" y="connsiteY76055"/>
              </a:cxn>
              <a:cxn ang="0">
                <a:pos x="connsiteX76056" y="connsiteY76056"/>
              </a:cxn>
              <a:cxn ang="0">
                <a:pos x="connsiteX76057" y="connsiteY76057"/>
              </a:cxn>
              <a:cxn ang="0">
                <a:pos x="connsiteX76058" y="connsiteY76058"/>
              </a:cxn>
              <a:cxn ang="0">
                <a:pos x="connsiteX76059" y="connsiteY76059"/>
              </a:cxn>
              <a:cxn ang="0">
                <a:pos x="connsiteX76060" y="connsiteY76060"/>
              </a:cxn>
              <a:cxn ang="0">
                <a:pos x="connsiteX76061" y="connsiteY76061"/>
              </a:cxn>
              <a:cxn ang="0">
                <a:pos x="connsiteX76062" y="connsiteY76062"/>
              </a:cxn>
              <a:cxn ang="0">
                <a:pos x="connsiteX76063" y="connsiteY76063"/>
              </a:cxn>
              <a:cxn ang="0">
                <a:pos x="connsiteX76064" y="connsiteY76064"/>
              </a:cxn>
              <a:cxn ang="0">
                <a:pos x="connsiteX76065" y="connsiteY76065"/>
              </a:cxn>
              <a:cxn ang="0">
                <a:pos x="connsiteX76066" y="connsiteY76066"/>
              </a:cxn>
              <a:cxn ang="0">
                <a:pos x="connsiteX76067" y="connsiteY76067"/>
              </a:cxn>
              <a:cxn ang="0">
                <a:pos x="connsiteX76068" y="connsiteY76068"/>
              </a:cxn>
              <a:cxn ang="0">
                <a:pos x="connsiteX76069" y="connsiteY76069"/>
              </a:cxn>
              <a:cxn ang="0">
                <a:pos x="connsiteX76070" y="connsiteY76070"/>
              </a:cxn>
              <a:cxn ang="0">
                <a:pos x="connsiteX76071" y="connsiteY76071"/>
              </a:cxn>
              <a:cxn ang="0">
                <a:pos x="connsiteX76072" y="connsiteY76072"/>
              </a:cxn>
              <a:cxn ang="0">
                <a:pos x="connsiteX76073" y="connsiteY76073"/>
              </a:cxn>
              <a:cxn ang="0">
                <a:pos x="connsiteX76074" y="connsiteY76074"/>
              </a:cxn>
              <a:cxn ang="0">
                <a:pos x="connsiteX76075" y="connsiteY76075"/>
              </a:cxn>
              <a:cxn ang="0">
                <a:pos x="connsiteX76076" y="connsiteY76076"/>
              </a:cxn>
              <a:cxn ang="0">
                <a:pos x="connsiteX76077" y="connsiteY76077"/>
              </a:cxn>
              <a:cxn ang="0">
                <a:pos x="connsiteX76078" y="connsiteY76078"/>
              </a:cxn>
              <a:cxn ang="0">
                <a:pos x="connsiteX76079" y="connsiteY76079"/>
              </a:cxn>
              <a:cxn ang="0">
                <a:pos x="connsiteX76080" y="connsiteY76080"/>
              </a:cxn>
              <a:cxn ang="0">
                <a:pos x="connsiteX76081" y="connsiteY76081"/>
              </a:cxn>
              <a:cxn ang="0">
                <a:pos x="connsiteX76082" y="connsiteY76082"/>
              </a:cxn>
              <a:cxn ang="0">
                <a:pos x="connsiteX76083" y="connsiteY76083"/>
              </a:cxn>
              <a:cxn ang="0">
                <a:pos x="connsiteX76084" y="connsiteY76084"/>
              </a:cxn>
              <a:cxn ang="0">
                <a:pos x="connsiteX76085" y="connsiteY76085"/>
              </a:cxn>
              <a:cxn ang="0">
                <a:pos x="connsiteX76086" y="connsiteY76086"/>
              </a:cxn>
              <a:cxn ang="0">
                <a:pos x="connsiteX76087" y="connsiteY76087"/>
              </a:cxn>
              <a:cxn ang="0">
                <a:pos x="connsiteX76088" y="connsiteY76088"/>
              </a:cxn>
              <a:cxn ang="0">
                <a:pos x="connsiteX76089" y="connsiteY76089"/>
              </a:cxn>
              <a:cxn ang="0">
                <a:pos x="connsiteX76090" y="connsiteY76090"/>
              </a:cxn>
              <a:cxn ang="0">
                <a:pos x="connsiteX76091" y="connsiteY76091"/>
              </a:cxn>
              <a:cxn ang="0">
                <a:pos x="connsiteX76092" y="connsiteY76092"/>
              </a:cxn>
              <a:cxn ang="0">
                <a:pos x="connsiteX76093" y="connsiteY76093"/>
              </a:cxn>
              <a:cxn ang="0">
                <a:pos x="connsiteX76094" y="connsiteY76094"/>
              </a:cxn>
              <a:cxn ang="0">
                <a:pos x="connsiteX76095" y="connsiteY76095"/>
              </a:cxn>
              <a:cxn ang="0">
                <a:pos x="connsiteX76096" y="connsiteY76096"/>
              </a:cxn>
              <a:cxn ang="0">
                <a:pos x="connsiteX76097" y="connsiteY76097"/>
              </a:cxn>
              <a:cxn ang="0">
                <a:pos x="connsiteX76098" y="connsiteY76098"/>
              </a:cxn>
              <a:cxn ang="0">
                <a:pos x="connsiteX76099" y="connsiteY76099"/>
              </a:cxn>
              <a:cxn ang="0">
                <a:pos x="connsiteX76100" y="connsiteY76100"/>
              </a:cxn>
              <a:cxn ang="0">
                <a:pos x="connsiteX76101" y="connsiteY76101"/>
              </a:cxn>
              <a:cxn ang="0">
                <a:pos x="connsiteX76102" y="connsiteY76102"/>
              </a:cxn>
              <a:cxn ang="0">
                <a:pos x="connsiteX76103" y="connsiteY76103"/>
              </a:cxn>
              <a:cxn ang="0">
                <a:pos x="connsiteX76104" y="connsiteY76104"/>
              </a:cxn>
              <a:cxn ang="0">
                <a:pos x="connsiteX76105" y="connsiteY76105"/>
              </a:cxn>
              <a:cxn ang="0">
                <a:pos x="connsiteX76106" y="connsiteY76106"/>
              </a:cxn>
              <a:cxn ang="0">
                <a:pos x="connsiteX76107" y="connsiteY76107"/>
              </a:cxn>
              <a:cxn ang="0">
                <a:pos x="connsiteX76108" y="connsiteY76108"/>
              </a:cxn>
              <a:cxn ang="0">
                <a:pos x="connsiteX76109" y="connsiteY76109"/>
              </a:cxn>
              <a:cxn ang="0">
                <a:pos x="connsiteX76110" y="connsiteY76110"/>
              </a:cxn>
              <a:cxn ang="0">
                <a:pos x="connsiteX76111" y="connsiteY76111"/>
              </a:cxn>
              <a:cxn ang="0">
                <a:pos x="connsiteX76112" y="connsiteY76112"/>
              </a:cxn>
              <a:cxn ang="0">
                <a:pos x="connsiteX76113" y="connsiteY76113"/>
              </a:cxn>
              <a:cxn ang="0">
                <a:pos x="connsiteX76114" y="connsiteY76114"/>
              </a:cxn>
              <a:cxn ang="0">
                <a:pos x="connsiteX76115" y="connsiteY76115"/>
              </a:cxn>
              <a:cxn ang="0">
                <a:pos x="connsiteX76116" y="connsiteY76116"/>
              </a:cxn>
              <a:cxn ang="0">
                <a:pos x="connsiteX76117" y="connsiteY76117"/>
              </a:cxn>
              <a:cxn ang="0">
                <a:pos x="connsiteX76118" y="connsiteY76118"/>
              </a:cxn>
              <a:cxn ang="0">
                <a:pos x="connsiteX76119" y="connsiteY76119"/>
              </a:cxn>
              <a:cxn ang="0">
                <a:pos x="connsiteX76120" y="connsiteY76120"/>
              </a:cxn>
              <a:cxn ang="0">
                <a:pos x="connsiteX76121" y="connsiteY76121"/>
              </a:cxn>
              <a:cxn ang="0">
                <a:pos x="connsiteX76122" y="connsiteY76122"/>
              </a:cxn>
              <a:cxn ang="0">
                <a:pos x="connsiteX76123" y="connsiteY76123"/>
              </a:cxn>
              <a:cxn ang="0">
                <a:pos x="connsiteX76124" y="connsiteY76124"/>
              </a:cxn>
              <a:cxn ang="0">
                <a:pos x="connsiteX76125" y="connsiteY76125"/>
              </a:cxn>
              <a:cxn ang="0">
                <a:pos x="connsiteX76126" y="connsiteY76126"/>
              </a:cxn>
              <a:cxn ang="0">
                <a:pos x="connsiteX76127" y="connsiteY76127"/>
              </a:cxn>
              <a:cxn ang="0">
                <a:pos x="connsiteX76128" y="connsiteY76128"/>
              </a:cxn>
              <a:cxn ang="0">
                <a:pos x="connsiteX76129" y="connsiteY76129"/>
              </a:cxn>
              <a:cxn ang="0">
                <a:pos x="connsiteX76130" y="connsiteY76130"/>
              </a:cxn>
              <a:cxn ang="0">
                <a:pos x="connsiteX76131" y="connsiteY76131"/>
              </a:cxn>
              <a:cxn ang="0">
                <a:pos x="connsiteX76132" y="connsiteY76132"/>
              </a:cxn>
              <a:cxn ang="0">
                <a:pos x="connsiteX76133" y="connsiteY76133"/>
              </a:cxn>
              <a:cxn ang="0">
                <a:pos x="connsiteX76134" y="connsiteY76134"/>
              </a:cxn>
              <a:cxn ang="0">
                <a:pos x="connsiteX76135" y="connsiteY76135"/>
              </a:cxn>
              <a:cxn ang="0">
                <a:pos x="connsiteX76136" y="connsiteY76136"/>
              </a:cxn>
              <a:cxn ang="0">
                <a:pos x="connsiteX76137" y="connsiteY76137"/>
              </a:cxn>
              <a:cxn ang="0">
                <a:pos x="connsiteX76138" y="connsiteY76138"/>
              </a:cxn>
              <a:cxn ang="0">
                <a:pos x="connsiteX76139" y="connsiteY76139"/>
              </a:cxn>
              <a:cxn ang="0">
                <a:pos x="connsiteX76140" y="connsiteY76140"/>
              </a:cxn>
              <a:cxn ang="0">
                <a:pos x="connsiteX76141" y="connsiteY76141"/>
              </a:cxn>
              <a:cxn ang="0">
                <a:pos x="connsiteX76142" y="connsiteY76142"/>
              </a:cxn>
              <a:cxn ang="0">
                <a:pos x="connsiteX76143" y="connsiteY76143"/>
              </a:cxn>
              <a:cxn ang="0">
                <a:pos x="connsiteX76144" y="connsiteY76144"/>
              </a:cxn>
              <a:cxn ang="0">
                <a:pos x="connsiteX76145" y="connsiteY76145"/>
              </a:cxn>
              <a:cxn ang="0">
                <a:pos x="connsiteX76146" y="connsiteY76146"/>
              </a:cxn>
              <a:cxn ang="0">
                <a:pos x="connsiteX76147" y="connsiteY76147"/>
              </a:cxn>
              <a:cxn ang="0">
                <a:pos x="connsiteX76148" y="connsiteY76148"/>
              </a:cxn>
              <a:cxn ang="0">
                <a:pos x="connsiteX76149" y="connsiteY76149"/>
              </a:cxn>
              <a:cxn ang="0">
                <a:pos x="connsiteX76150" y="connsiteY76150"/>
              </a:cxn>
              <a:cxn ang="0">
                <a:pos x="connsiteX76151" y="connsiteY76151"/>
              </a:cxn>
              <a:cxn ang="0">
                <a:pos x="connsiteX76152" y="connsiteY76152"/>
              </a:cxn>
              <a:cxn ang="0">
                <a:pos x="connsiteX76153" y="connsiteY76153"/>
              </a:cxn>
              <a:cxn ang="0">
                <a:pos x="connsiteX76154" y="connsiteY76154"/>
              </a:cxn>
              <a:cxn ang="0">
                <a:pos x="connsiteX76155" y="connsiteY76155"/>
              </a:cxn>
              <a:cxn ang="0">
                <a:pos x="connsiteX76156" y="connsiteY76156"/>
              </a:cxn>
              <a:cxn ang="0">
                <a:pos x="connsiteX76157" y="connsiteY76157"/>
              </a:cxn>
              <a:cxn ang="0">
                <a:pos x="connsiteX76158" y="connsiteY76158"/>
              </a:cxn>
              <a:cxn ang="0">
                <a:pos x="connsiteX76159" y="connsiteY76159"/>
              </a:cxn>
              <a:cxn ang="0">
                <a:pos x="connsiteX76160" y="connsiteY76160"/>
              </a:cxn>
              <a:cxn ang="0">
                <a:pos x="connsiteX76161" y="connsiteY76161"/>
              </a:cxn>
              <a:cxn ang="0">
                <a:pos x="connsiteX76162" y="connsiteY76162"/>
              </a:cxn>
              <a:cxn ang="0">
                <a:pos x="connsiteX76163" y="connsiteY76163"/>
              </a:cxn>
              <a:cxn ang="0">
                <a:pos x="connsiteX76164" y="connsiteY76164"/>
              </a:cxn>
              <a:cxn ang="0">
                <a:pos x="connsiteX76165" y="connsiteY76165"/>
              </a:cxn>
              <a:cxn ang="0">
                <a:pos x="connsiteX76166" y="connsiteY76166"/>
              </a:cxn>
              <a:cxn ang="0">
                <a:pos x="connsiteX76167" y="connsiteY76167"/>
              </a:cxn>
              <a:cxn ang="0">
                <a:pos x="connsiteX76168" y="connsiteY76168"/>
              </a:cxn>
              <a:cxn ang="0">
                <a:pos x="connsiteX76169" y="connsiteY76169"/>
              </a:cxn>
              <a:cxn ang="0">
                <a:pos x="connsiteX76170" y="connsiteY76170"/>
              </a:cxn>
              <a:cxn ang="0">
                <a:pos x="connsiteX76171" y="connsiteY76171"/>
              </a:cxn>
              <a:cxn ang="0">
                <a:pos x="connsiteX76172" y="connsiteY76172"/>
              </a:cxn>
              <a:cxn ang="0">
                <a:pos x="connsiteX76173" y="connsiteY76173"/>
              </a:cxn>
              <a:cxn ang="0">
                <a:pos x="connsiteX76174" y="connsiteY76174"/>
              </a:cxn>
              <a:cxn ang="0">
                <a:pos x="connsiteX76175" y="connsiteY76175"/>
              </a:cxn>
              <a:cxn ang="0">
                <a:pos x="connsiteX76176" y="connsiteY76176"/>
              </a:cxn>
              <a:cxn ang="0">
                <a:pos x="connsiteX76177" y="connsiteY76177"/>
              </a:cxn>
              <a:cxn ang="0">
                <a:pos x="connsiteX76178" y="connsiteY76178"/>
              </a:cxn>
              <a:cxn ang="0">
                <a:pos x="connsiteX76179" y="connsiteY76179"/>
              </a:cxn>
              <a:cxn ang="0">
                <a:pos x="connsiteX76180" y="connsiteY76180"/>
              </a:cxn>
              <a:cxn ang="0">
                <a:pos x="connsiteX76181" y="connsiteY76181"/>
              </a:cxn>
              <a:cxn ang="0">
                <a:pos x="connsiteX76182" y="connsiteY76182"/>
              </a:cxn>
              <a:cxn ang="0">
                <a:pos x="connsiteX76183" y="connsiteY76183"/>
              </a:cxn>
              <a:cxn ang="0">
                <a:pos x="connsiteX76184" y="connsiteY76184"/>
              </a:cxn>
              <a:cxn ang="0">
                <a:pos x="connsiteX76185" y="connsiteY76185"/>
              </a:cxn>
              <a:cxn ang="0">
                <a:pos x="connsiteX76186" y="connsiteY76186"/>
              </a:cxn>
              <a:cxn ang="0">
                <a:pos x="connsiteX76187" y="connsiteY76187"/>
              </a:cxn>
              <a:cxn ang="0">
                <a:pos x="connsiteX76188" y="connsiteY76188"/>
              </a:cxn>
              <a:cxn ang="0">
                <a:pos x="connsiteX76189" y="connsiteY76189"/>
              </a:cxn>
              <a:cxn ang="0">
                <a:pos x="connsiteX76190" y="connsiteY76190"/>
              </a:cxn>
              <a:cxn ang="0">
                <a:pos x="connsiteX76191" y="connsiteY76191"/>
              </a:cxn>
              <a:cxn ang="0">
                <a:pos x="connsiteX76192" y="connsiteY76192"/>
              </a:cxn>
              <a:cxn ang="0">
                <a:pos x="connsiteX76193" y="connsiteY76193"/>
              </a:cxn>
              <a:cxn ang="0">
                <a:pos x="connsiteX76194" y="connsiteY76194"/>
              </a:cxn>
              <a:cxn ang="0">
                <a:pos x="connsiteX76195" y="connsiteY76195"/>
              </a:cxn>
              <a:cxn ang="0">
                <a:pos x="connsiteX76196" y="connsiteY76196"/>
              </a:cxn>
              <a:cxn ang="0">
                <a:pos x="connsiteX76197" y="connsiteY76197"/>
              </a:cxn>
              <a:cxn ang="0">
                <a:pos x="connsiteX76198" y="connsiteY76198"/>
              </a:cxn>
              <a:cxn ang="0">
                <a:pos x="connsiteX76199" y="connsiteY76199"/>
              </a:cxn>
              <a:cxn ang="0">
                <a:pos x="connsiteX76200" y="connsiteY76200"/>
              </a:cxn>
              <a:cxn ang="0">
                <a:pos x="connsiteX76201" y="connsiteY76201"/>
              </a:cxn>
              <a:cxn ang="0">
                <a:pos x="connsiteX76202" y="connsiteY76202"/>
              </a:cxn>
              <a:cxn ang="0">
                <a:pos x="connsiteX76203" y="connsiteY76203"/>
              </a:cxn>
              <a:cxn ang="0">
                <a:pos x="connsiteX76204" y="connsiteY76204"/>
              </a:cxn>
              <a:cxn ang="0">
                <a:pos x="connsiteX76205" y="connsiteY76205"/>
              </a:cxn>
              <a:cxn ang="0">
                <a:pos x="connsiteX76206" y="connsiteY76206"/>
              </a:cxn>
              <a:cxn ang="0">
                <a:pos x="connsiteX76207" y="connsiteY76207"/>
              </a:cxn>
              <a:cxn ang="0">
                <a:pos x="connsiteX76208" y="connsiteY76208"/>
              </a:cxn>
              <a:cxn ang="0">
                <a:pos x="connsiteX76209" y="connsiteY76209"/>
              </a:cxn>
              <a:cxn ang="0">
                <a:pos x="connsiteX76210" y="connsiteY76210"/>
              </a:cxn>
              <a:cxn ang="0">
                <a:pos x="connsiteX76211" y="connsiteY76211"/>
              </a:cxn>
              <a:cxn ang="0">
                <a:pos x="connsiteX76212" y="connsiteY76212"/>
              </a:cxn>
              <a:cxn ang="0">
                <a:pos x="connsiteX76213" y="connsiteY76213"/>
              </a:cxn>
              <a:cxn ang="0">
                <a:pos x="connsiteX76214" y="connsiteY76214"/>
              </a:cxn>
              <a:cxn ang="0">
                <a:pos x="connsiteX76215" y="connsiteY76215"/>
              </a:cxn>
              <a:cxn ang="0">
                <a:pos x="connsiteX76216" y="connsiteY76216"/>
              </a:cxn>
              <a:cxn ang="0">
                <a:pos x="connsiteX76217" y="connsiteY76217"/>
              </a:cxn>
              <a:cxn ang="0">
                <a:pos x="connsiteX76218" y="connsiteY76218"/>
              </a:cxn>
              <a:cxn ang="0">
                <a:pos x="connsiteX76219" y="connsiteY76219"/>
              </a:cxn>
              <a:cxn ang="0">
                <a:pos x="connsiteX76220" y="connsiteY76220"/>
              </a:cxn>
              <a:cxn ang="0">
                <a:pos x="connsiteX76221" y="connsiteY76221"/>
              </a:cxn>
              <a:cxn ang="0">
                <a:pos x="connsiteX76222" y="connsiteY76222"/>
              </a:cxn>
              <a:cxn ang="0">
                <a:pos x="connsiteX76223" y="connsiteY76223"/>
              </a:cxn>
              <a:cxn ang="0">
                <a:pos x="connsiteX76224" y="connsiteY76224"/>
              </a:cxn>
              <a:cxn ang="0">
                <a:pos x="connsiteX76225" y="connsiteY76225"/>
              </a:cxn>
              <a:cxn ang="0">
                <a:pos x="connsiteX76226" y="connsiteY76226"/>
              </a:cxn>
              <a:cxn ang="0">
                <a:pos x="connsiteX76227" y="connsiteY76227"/>
              </a:cxn>
              <a:cxn ang="0">
                <a:pos x="connsiteX76228" y="connsiteY76228"/>
              </a:cxn>
              <a:cxn ang="0">
                <a:pos x="connsiteX76229" y="connsiteY76229"/>
              </a:cxn>
              <a:cxn ang="0">
                <a:pos x="connsiteX76230" y="connsiteY76230"/>
              </a:cxn>
              <a:cxn ang="0">
                <a:pos x="connsiteX76231" y="connsiteY76231"/>
              </a:cxn>
              <a:cxn ang="0">
                <a:pos x="connsiteX76232" y="connsiteY76232"/>
              </a:cxn>
              <a:cxn ang="0">
                <a:pos x="connsiteX76233" y="connsiteY76233"/>
              </a:cxn>
              <a:cxn ang="0">
                <a:pos x="connsiteX76234" y="connsiteY76234"/>
              </a:cxn>
              <a:cxn ang="0">
                <a:pos x="connsiteX76235" y="connsiteY76235"/>
              </a:cxn>
              <a:cxn ang="0">
                <a:pos x="connsiteX76236" y="connsiteY76236"/>
              </a:cxn>
              <a:cxn ang="0">
                <a:pos x="connsiteX76237" y="connsiteY76237"/>
              </a:cxn>
              <a:cxn ang="0">
                <a:pos x="connsiteX76238" y="connsiteY76238"/>
              </a:cxn>
              <a:cxn ang="0">
                <a:pos x="connsiteX76239" y="connsiteY76239"/>
              </a:cxn>
              <a:cxn ang="0">
                <a:pos x="connsiteX76240" y="connsiteY76240"/>
              </a:cxn>
              <a:cxn ang="0">
                <a:pos x="connsiteX76241" y="connsiteY76241"/>
              </a:cxn>
              <a:cxn ang="0">
                <a:pos x="connsiteX76242" y="connsiteY76242"/>
              </a:cxn>
              <a:cxn ang="0">
                <a:pos x="connsiteX76243" y="connsiteY76243"/>
              </a:cxn>
              <a:cxn ang="0">
                <a:pos x="connsiteX76244" y="connsiteY76244"/>
              </a:cxn>
              <a:cxn ang="0">
                <a:pos x="connsiteX76245" y="connsiteY76245"/>
              </a:cxn>
              <a:cxn ang="0">
                <a:pos x="connsiteX76246" y="connsiteY76246"/>
              </a:cxn>
              <a:cxn ang="0">
                <a:pos x="connsiteX76247" y="connsiteY76247"/>
              </a:cxn>
              <a:cxn ang="0">
                <a:pos x="connsiteX76248" y="connsiteY76248"/>
              </a:cxn>
              <a:cxn ang="0">
                <a:pos x="connsiteX76249" y="connsiteY76249"/>
              </a:cxn>
              <a:cxn ang="0">
                <a:pos x="connsiteX76250" y="connsiteY76250"/>
              </a:cxn>
              <a:cxn ang="0">
                <a:pos x="connsiteX76251" y="connsiteY76251"/>
              </a:cxn>
              <a:cxn ang="0">
                <a:pos x="connsiteX76252" y="connsiteY76252"/>
              </a:cxn>
              <a:cxn ang="0">
                <a:pos x="connsiteX76253" y="connsiteY76253"/>
              </a:cxn>
              <a:cxn ang="0">
                <a:pos x="connsiteX76254" y="connsiteY76254"/>
              </a:cxn>
              <a:cxn ang="0">
                <a:pos x="connsiteX76255" y="connsiteY76255"/>
              </a:cxn>
              <a:cxn ang="0">
                <a:pos x="connsiteX76256" y="connsiteY76256"/>
              </a:cxn>
              <a:cxn ang="0">
                <a:pos x="connsiteX76257" y="connsiteY76257"/>
              </a:cxn>
              <a:cxn ang="0">
                <a:pos x="connsiteX76258" y="connsiteY76258"/>
              </a:cxn>
              <a:cxn ang="0">
                <a:pos x="connsiteX76259" y="connsiteY76259"/>
              </a:cxn>
              <a:cxn ang="0">
                <a:pos x="connsiteX76260" y="connsiteY76260"/>
              </a:cxn>
              <a:cxn ang="0">
                <a:pos x="connsiteX76261" y="connsiteY76261"/>
              </a:cxn>
              <a:cxn ang="0">
                <a:pos x="connsiteX76262" y="connsiteY76262"/>
              </a:cxn>
              <a:cxn ang="0">
                <a:pos x="connsiteX76263" y="connsiteY76263"/>
              </a:cxn>
              <a:cxn ang="0">
                <a:pos x="connsiteX76264" y="connsiteY76264"/>
              </a:cxn>
              <a:cxn ang="0">
                <a:pos x="connsiteX76265" y="connsiteY76265"/>
              </a:cxn>
              <a:cxn ang="0">
                <a:pos x="connsiteX76266" y="connsiteY76266"/>
              </a:cxn>
              <a:cxn ang="0">
                <a:pos x="connsiteX76267" y="connsiteY76267"/>
              </a:cxn>
              <a:cxn ang="0">
                <a:pos x="connsiteX76268" y="connsiteY76268"/>
              </a:cxn>
              <a:cxn ang="0">
                <a:pos x="connsiteX76269" y="connsiteY76269"/>
              </a:cxn>
              <a:cxn ang="0">
                <a:pos x="connsiteX76270" y="connsiteY76270"/>
              </a:cxn>
              <a:cxn ang="0">
                <a:pos x="connsiteX76271" y="connsiteY76271"/>
              </a:cxn>
              <a:cxn ang="0">
                <a:pos x="connsiteX76272" y="connsiteY76272"/>
              </a:cxn>
              <a:cxn ang="0">
                <a:pos x="connsiteX76273" y="connsiteY76273"/>
              </a:cxn>
              <a:cxn ang="0">
                <a:pos x="connsiteX76274" y="connsiteY76274"/>
              </a:cxn>
              <a:cxn ang="0">
                <a:pos x="connsiteX76275" y="connsiteY76275"/>
              </a:cxn>
              <a:cxn ang="0">
                <a:pos x="connsiteX76276" y="connsiteY76276"/>
              </a:cxn>
              <a:cxn ang="0">
                <a:pos x="connsiteX76277" y="connsiteY76277"/>
              </a:cxn>
              <a:cxn ang="0">
                <a:pos x="connsiteX76278" y="connsiteY76278"/>
              </a:cxn>
              <a:cxn ang="0">
                <a:pos x="connsiteX76279" y="connsiteY76279"/>
              </a:cxn>
              <a:cxn ang="0">
                <a:pos x="connsiteX76280" y="connsiteY76280"/>
              </a:cxn>
              <a:cxn ang="0">
                <a:pos x="connsiteX76281" y="connsiteY76281"/>
              </a:cxn>
              <a:cxn ang="0">
                <a:pos x="connsiteX76282" y="connsiteY76282"/>
              </a:cxn>
              <a:cxn ang="0">
                <a:pos x="connsiteX76283" y="connsiteY76283"/>
              </a:cxn>
              <a:cxn ang="0">
                <a:pos x="connsiteX76284" y="connsiteY76284"/>
              </a:cxn>
              <a:cxn ang="0">
                <a:pos x="connsiteX76285" y="connsiteY76285"/>
              </a:cxn>
              <a:cxn ang="0">
                <a:pos x="connsiteX76286" y="connsiteY76286"/>
              </a:cxn>
              <a:cxn ang="0">
                <a:pos x="connsiteX76287" y="connsiteY76287"/>
              </a:cxn>
              <a:cxn ang="0">
                <a:pos x="connsiteX76288" y="connsiteY76288"/>
              </a:cxn>
              <a:cxn ang="0">
                <a:pos x="connsiteX76289" y="connsiteY76289"/>
              </a:cxn>
              <a:cxn ang="0">
                <a:pos x="connsiteX76290" y="connsiteY76290"/>
              </a:cxn>
              <a:cxn ang="0">
                <a:pos x="connsiteX76291" y="connsiteY76291"/>
              </a:cxn>
              <a:cxn ang="0">
                <a:pos x="connsiteX76292" y="connsiteY76292"/>
              </a:cxn>
              <a:cxn ang="0">
                <a:pos x="connsiteX76293" y="connsiteY76293"/>
              </a:cxn>
              <a:cxn ang="0">
                <a:pos x="connsiteX76294" y="connsiteY76294"/>
              </a:cxn>
              <a:cxn ang="0">
                <a:pos x="connsiteX76295" y="connsiteY76295"/>
              </a:cxn>
              <a:cxn ang="0">
                <a:pos x="connsiteX76296" y="connsiteY76296"/>
              </a:cxn>
              <a:cxn ang="0">
                <a:pos x="connsiteX76297" y="connsiteY76297"/>
              </a:cxn>
              <a:cxn ang="0">
                <a:pos x="connsiteX76298" y="connsiteY76298"/>
              </a:cxn>
              <a:cxn ang="0">
                <a:pos x="connsiteX76299" y="connsiteY76299"/>
              </a:cxn>
              <a:cxn ang="0">
                <a:pos x="connsiteX76300" y="connsiteY76300"/>
              </a:cxn>
              <a:cxn ang="0">
                <a:pos x="connsiteX76301" y="connsiteY76301"/>
              </a:cxn>
              <a:cxn ang="0">
                <a:pos x="connsiteX76302" y="connsiteY76302"/>
              </a:cxn>
              <a:cxn ang="0">
                <a:pos x="connsiteX76303" y="connsiteY76303"/>
              </a:cxn>
              <a:cxn ang="0">
                <a:pos x="connsiteX76304" y="connsiteY76304"/>
              </a:cxn>
              <a:cxn ang="0">
                <a:pos x="connsiteX76305" y="connsiteY76305"/>
              </a:cxn>
              <a:cxn ang="0">
                <a:pos x="connsiteX76306" y="connsiteY76306"/>
              </a:cxn>
              <a:cxn ang="0">
                <a:pos x="connsiteX76307" y="connsiteY76307"/>
              </a:cxn>
              <a:cxn ang="0">
                <a:pos x="connsiteX76308" y="connsiteY76308"/>
              </a:cxn>
              <a:cxn ang="0">
                <a:pos x="connsiteX76309" y="connsiteY76309"/>
              </a:cxn>
              <a:cxn ang="0">
                <a:pos x="connsiteX76310" y="connsiteY76310"/>
              </a:cxn>
              <a:cxn ang="0">
                <a:pos x="connsiteX76311" y="connsiteY76311"/>
              </a:cxn>
              <a:cxn ang="0">
                <a:pos x="connsiteX76312" y="connsiteY76312"/>
              </a:cxn>
              <a:cxn ang="0">
                <a:pos x="connsiteX76313" y="connsiteY76313"/>
              </a:cxn>
              <a:cxn ang="0">
                <a:pos x="connsiteX76314" y="connsiteY76314"/>
              </a:cxn>
              <a:cxn ang="0">
                <a:pos x="connsiteX76315" y="connsiteY76315"/>
              </a:cxn>
              <a:cxn ang="0">
                <a:pos x="connsiteX76316" y="connsiteY76316"/>
              </a:cxn>
              <a:cxn ang="0">
                <a:pos x="connsiteX76317" y="connsiteY76317"/>
              </a:cxn>
              <a:cxn ang="0">
                <a:pos x="connsiteX76318" y="connsiteY76318"/>
              </a:cxn>
              <a:cxn ang="0">
                <a:pos x="connsiteX76319" y="connsiteY76319"/>
              </a:cxn>
              <a:cxn ang="0">
                <a:pos x="connsiteX76320" y="connsiteY76320"/>
              </a:cxn>
              <a:cxn ang="0">
                <a:pos x="connsiteX76321" y="connsiteY76321"/>
              </a:cxn>
              <a:cxn ang="0">
                <a:pos x="connsiteX76322" y="connsiteY76322"/>
              </a:cxn>
              <a:cxn ang="0">
                <a:pos x="connsiteX76323" y="connsiteY76323"/>
              </a:cxn>
              <a:cxn ang="0">
                <a:pos x="connsiteX76324" y="connsiteY76324"/>
              </a:cxn>
              <a:cxn ang="0">
                <a:pos x="connsiteX76325" y="connsiteY76325"/>
              </a:cxn>
              <a:cxn ang="0">
                <a:pos x="connsiteX76326" y="connsiteY76326"/>
              </a:cxn>
              <a:cxn ang="0">
                <a:pos x="connsiteX76327" y="connsiteY76327"/>
              </a:cxn>
              <a:cxn ang="0">
                <a:pos x="connsiteX76328" y="connsiteY76328"/>
              </a:cxn>
              <a:cxn ang="0">
                <a:pos x="connsiteX76329" y="connsiteY76329"/>
              </a:cxn>
              <a:cxn ang="0">
                <a:pos x="connsiteX76330" y="connsiteY76330"/>
              </a:cxn>
              <a:cxn ang="0">
                <a:pos x="connsiteX76331" y="connsiteY76331"/>
              </a:cxn>
              <a:cxn ang="0">
                <a:pos x="connsiteX76332" y="connsiteY76332"/>
              </a:cxn>
              <a:cxn ang="0">
                <a:pos x="connsiteX76333" y="connsiteY76333"/>
              </a:cxn>
              <a:cxn ang="0">
                <a:pos x="connsiteX76334" y="connsiteY76334"/>
              </a:cxn>
              <a:cxn ang="0">
                <a:pos x="connsiteX76335" y="connsiteY76335"/>
              </a:cxn>
              <a:cxn ang="0">
                <a:pos x="connsiteX76336" y="connsiteY76336"/>
              </a:cxn>
              <a:cxn ang="0">
                <a:pos x="connsiteX76337" y="connsiteY76337"/>
              </a:cxn>
              <a:cxn ang="0">
                <a:pos x="connsiteX76338" y="connsiteY76338"/>
              </a:cxn>
              <a:cxn ang="0">
                <a:pos x="connsiteX76339" y="connsiteY76339"/>
              </a:cxn>
              <a:cxn ang="0">
                <a:pos x="connsiteX76340" y="connsiteY76340"/>
              </a:cxn>
              <a:cxn ang="0">
                <a:pos x="connsiteX76341" y="connsiteY76341"/>
              </a:cxn>
              <a:cxn ang="0">
                <a:pos x="connsiteX76342" y="connsiteY76342"/>
              </a:cxn>
              <a:cxn ang="0">
                <a:pos x="connsiteX76343" y="connsiteY76343"/>
              </a:cxn>
              <a:cxn ang="0">
                <a:pos x="connsiteX76344" y="connsiteY76344"/>
              </a:cxn>
              <a:cxn ang="0">
                <a:pos x="connsiteX76345" y="connsiteY76345"/>
              </a:cxn>
              <a:cxn ang="0">
                <a:pos x="connsiteX76346" y="connsiteY76346"/>
              </a:cxn>
              <a:cxn ang="0">
                <a:pos x="connsiteX76347" y="connsiteY76347"/>
              </a:cxn>
              <a:cxn ang="0">
                <a:pos x="connsiteX76348" y="connsiteY76348"/>
              </a:cxn>
              <a:cxn ang="0">
                <a:pos x="connsiteX76349" y="connsiteY76349"/>
              </a:cxn>
              <a:cxn ang="0">
                <a:pos x="connsiteX76350" y="connsiteY76350"/>
              </a:cxn>
              <a:cxn ang="0">
                <a:pos x="connsiteX76351" y="connsiteY76351"/>
              </a:cxn>
              <a:cxn ang="0">
                <a:pos x="connsiteX76352" y="connsiteY76352"/>
              </a:cxn>
              <a:cxn ang="0">
                <a:pos x="connsiteX76353" y="connsiteY76353"/>
              </a:cxn>
              <a:cxn ang="0">
                <a:pos x="connsiteX76354" y="connsiteY76354"/>
              </a:cxn>
              <a:cxn ang="0">
                <a:pos x="connsiteX76355" y="connsiteY76355"/>
              </a:cxn>
              <a:cxn ang="0">
                <a:pos x="connsiteX76356" y="connsiteY76356"/>
              </a:cxn>
              <a:cxn ang="0">
                <a:pos x="connsiteX76357" y="connsiteY76357"/>
              </a:cxn>
              <a:cxn ang="0">
                <a:pos x="connsiteX76358" y="connsiteY76358"/>
              </a:cxn>
              <a:cxn ang="0">
                <a:pos x="connsiteX76359" y="connsiteY76359"/>
              </a:cxn>
              <a:cxn ang="0">
                <a:pos x="connsiteX76360" y="connsiteY76360"/>
              </a:cxn>
              <a:cxn ang="0">
                <a:pos x="connsiteX76361" y="connsiteY76361"/>
              </a:cxn>
              <a:cxn ang="0">
                <a:pos x="connsiteX76362" y="connsiteY76362"/>
              </a:cxn>
              <a:cxn ang="0">
                <a:pos x="connsiteX76363" y="connsiteY76363"/>
              </a:cxn>
              <a:cxn ang="0">
                <a:pos x="connsiteX76364" y="connsiteY76364"/>
              </a:cxn>
              <a:cxn ang="0">
                <a:pos x="connsiteX76365" y="connsiteY76365"/>
              </a:cxn>
              <a:cxn ang="0">
                <a:pos x="connsiteX76366" y="connsiteY76366"/>
              </a:cxn>
              <a:cxn ang="0">
                <a:pos x="connsiteX76367" y="connsiteY76367"/>
              </a:cxn>
              <a:cxn ang="0">
                <a:pos x="connsiteX76368" y="connsiteY76368"/>
              </a:cxn>
              <a:cxn ang="0">
                <a:pos x="connsiteX76369" y="connsiteY76369"/>
              </a:cxn>
              <a:cxn ang="0">
                <a:pos x="connsiteX76370" y="connsiteY76370"/>
              </a:cxn>
              <a:cxn ang="0">
                <a:pos x="connsiteX76371" y="connsiteY76371"/>
              </a:cxn>
              <a:cxn ang="0">
                <a:pos x="connsiteX76372" y="connsiteY76372"/>
              </a:cxn>
              <a:cxn ang="0">
                <a:pos x="connsiteX76373" y="connsiteY76373"/>
              </a:cxn>
              <a:cxn ang="0">
                <a:pos x="connsiteX76374" y="connsiteY76374"/>
              </a:cxn>
              <a:cxn ang="0">
                <a:pos x="connsiteX76375" y="connsiteY76375"/>
              </a:cxn>
              <a:cxn ang="0">
                <a:pos x="connsiteX76376" y="connsiteY76376"/>
              </a:cxn>
              <a:cxn ang="0">
                <a:pos x="connsiteX76377" y="connsiteY76377"/>
              </a:cxn>
              <a:cxn ang="0">
                <a:pos x="connsiteX76378" y="connsiteY76378"/>
              </a:cxn>
              <a:cxn ang="0">
                <a:pos x="connsiteX76379" y="connsiteY76379"/>
              </a:cxn>
              <a:cxn ang="0">
                <a:pos x="connsiteX76380" y="connsiteY76380"/>
              </a:cxn>
              <a:cxn ang="0">
                <a:pos x="connsiteX76381" y="connsiteY76381"/>
              </a:cxn>
              <a:cxn ang="0">
                <a:pos x="connsiteX76382" y="connsiteY76382"/>
              </a:cxn>
              <a:cxn ang="0">
                <a:pos x="connsiteX76383" y="connsiteY76383"/>
              </a:cxn>
              <a:cxn ang="0">
                <a:pos x="connsiteX76384" y="connsiteY76384"/>
              </a:cxn>
              <a:cxn ang="0">
                <a:pos x="connsiteX76385" y="connsiteY76385"/>
              </a:cxn>
              <a:cxn ang="0">
                <a:pos x="connsiteX76386" y="connsiteY76386"/>
              </a:cxn>
              <a:cxn ang="0">
                <a:pos x="connsiteX76387" y="connsiteY76387"/>
              </a:cxn>
              <a:cxn ang="0">
                <a:pos x="connsiteX76388" y="connsiteY76388"/>
              </a:cxn>
              <a:cxn ang="0">
                <a:pos x="connsiteX76389" y="connsiteY76389"/>
              </a:cxn>
              <a:cxn ang="0">
                <a:pos x="connsiteX76390" y="connsiteY76390"/>
              </a:cxn>
              <a:cxn ang="0">
                <a:pos x="connsiteX76391" y="connsiteY76391"/>
              </a:cxn>
              <a:cxn ang="0">
                <a:pos x="connsiteX76392" y="connsiteY76392"/>
              </a:cxn>
              <a:cxn ang="0">
                <a:pos x="connsiteX76393" y="connsiteY76393"/>
              </a:cxn>
              <a:cxn ang="0">
                <a:pos x="connsiteX76394" y="connsiteY76394"/>
              </a:cxn>
              <a:cxn ang="0">
                <a:pos x="connsiteX76395" y="connsiteY76395"/>
              </a:cxn>
              <a:cxn ang="0">
                <a:pos x="connsiteX76396" y="connsiteY76396"/>
              </a:cxn>
              <a:cxn ang="0">
                <a:pos x="connsiteX76397" y="connsiteY76397"/>
              </a:cxn>
              <a:cxn ang="0">
                <a:pos x="connsiteX76398" y="connsiteY76398"/>
              </a:cxn>
              <a:cxn ang="0">
                <a:pos x="connsiteX76399" y="connsiteY76399"/>
              </a:cxn>
              <a:cxn ang="0">
                <a:pos x="connsiteX76400" y="connsiteY76400"/>
              </a:cxn>
              <a:cxn ang="0">
                <a:pos x="connsiteX76401" y="connsiteY76401"/>
              </a:cxn>
              <a:cxn ang="0">
                <a:pos x="connsiteX76402" y="connsiteY76402"/>
              </a:cxn>
              <a:cxn ang="0">
                <a:pos x="connsiteX76403" y="connsiteY76403"/>
              </a:cxn>
              <a:cxn ang="0">
                <a:pos x="connsiteX76404" y="connsiteY76404"/>
              </a:cxn>
              <a:cxn ang="0">
                <a:pos x="connsiteX76405" y="connsiteY76405"/>
              </a:cxn>
              <a:cxn ang="0">
                <a:pos x="connsiteX76406" y="connsiteY76406"/>
              </a:cxn>
              <a:cxn ang="0">
                <a:pos x="connsiteX76407" y="connsiteY76407"/>
              </a:cxn>
              <a:cxn ang="0">
                <a:pos x="connsiteX76408" y="connsiteY76408"/>
              </a:cxn>
              <a:cxn ang="0">
                <a:pos x="connsiteX76409" y="connsiteY76409"/>
              </a:cxn>
              <a:cxn ang="0">
                <a:pos x="connsiteX76410" y="connsiteY76410"/>
              </a:cxn>
              <a:cxn ang="0">
                <a:pos x="connsiteX76411" y="connsiteY76411"/>
              </a:cxn>
              <a:cxn ang="0">
                <a:pos x="connsiteX76412" y="connsiteY76412"/>
              </a:cxn>
              <a:cxn ang="0">
                <a:pos x="connsiteX76413" y="connsiteY76413"/>
              </a:cxn>
              <a:cxn ang="0">
                <a:pos x="connsiteX76414" y="connsiteY76414"/>
              </a:cxn>
              <a:cxn ang="0">
                <a:pos x="connsiteX76415" y="connsiteY76415"/>
              </a:cxn>
              <a:cxn ang="0">
                <a:pos x="connsiteX76416" y="connsiteY76416"/>
              </a:cxn>
              <a:cxn ang="0">
                <a:pos x="connsiteX76417" y="connsiteY76417"/>
              </a:cxn>
              <a:cxn ang="0">
                <a:pos x="connsiteX76418" y="connsiteY76418"/>
              </a:cxn>
              <a:cxn ang="0">
                <a:pos x="connsiteX76419" y="connsiteY76419"/>
              </a:cxn>
              <a:cxn ang="0">
                <a:pos x="connsiteX76420" y="connsiteY76420"/>
              </a:cxn>
              <a:cxn ang="0">
                <a:pos x="connsiteX76421" y="connsiteY76421"/>
              </a:cxn>
              <a:cxn ang="0">
                <a:pos x="connsiteX76422" y="connsiteY76422"/>
              </a:cxn>
              <a:cxn ang="0">
                <a:pos x="connsiteX76423" y="connsiteY76423"/>
              </a:cxn>
              <a:cxn ang="0">
                <a:pos x="connsiteX76424" y="connsiteY76424"/>
              </a:cxn>
              <a:cxn ang="0">
                <a:pos x="connsiteX76425" y="connsiteY76425"/>
              </a:cxn>
              <a:cxn ang="0">
                <a:pos x="connsiteX76426" y="connsiteY76426"/>
              </a:cxn>
              <a:cxn ang="0">
                <a:pos x="connsiteX76427" y="connsiteY76427"/>
              </a:cxn>
              <a:cxn ang="0">
                <a:pos x="connsiteX76428" y="connsiteY76428"/>
              </a:cxn>
              <a:cxn ang="0">
                <a:pos x="connsiteX76429" y="connsiteY76429"/>
              </a:cxn>
              <a:cxn ang="0">
                <a:pos x="connsiteX76430" y="connsiteY76430"/>
              </a:cxn>
              <a:cxn ang="0">
                <a:pos x="connsiteX76431" y="connsiteY76431"/>
              </a:cxn>
              <a:cxn ang="0">
                <a:pos x="connsiteX76432" y="connsiteY76432"/>
              </a:cxn>
              <a:cxn ang="0">
                <a:pos x="connsiteX76433" y="connsiteY76433"/>
              </a:cxn>
              <a:cxn ang="0">
                <a:pos x="connsiteX76434" y="connsiteY76434"/>
              </a:cxn>
              <a:cxn ang="0">
                <a:pos x="connsiteX76435" y="connsiteY76435"/>
              </a:cxn>
              <a:cxn ang="0">
                <a:pos x="connsiteX76436" y="connsiteY76436"/>
              </a:cxn>
              <a:cxn ang="0">
                <a:pos x="connsiteX76437" y="connsiteY76437"/>
              </a:cxn>
              <a:cxn ang="0">
                <a:pos x="connsiteX76438" y="connsiteY76438"/>
              </a:cxn>
              <a:cxn ang="0">
                <a:pos x="connsiteX76439" y="connsiteY76439"/>
              </a:cxn>
              <a:cxn ang="0">
                <a:pos x="connsiteX76440" y="connsiteY76440"/>
              </a:cxn>
              <a:cxn ang="0">
                <a:pos x="connsiteX76441" y="connsiteY76441"/>
              </a:cxn>
              <a:cxn ang="0">
                <a:pos x="connsiteX76442" y="connsiteY76442"/>
              </a:cxn>
              <a:cxn ang="0">
                <a:pos x="connsiteX76443" y="connsiteY76443"/>
              </a:cxn>
              <a:cxn ang="0">
                <a:pos x="connsiteX76444" y="connsiteY76444"/>
              </a:cxn>
              <a:cxn ang="0">
                <a:pos x="connsiteX76445" y="connsiteY76445"/>
              </a:cxn>
              <a:cxn ang="0">
                <a:pos x="connsiteX76446" y="connsiteY76446"/>
              </a:cxn>
              <a:cxn ang="0">
                <a:pos x="connsiteX76447" y="connsiteY76447"/>
              </a:cxn>
              <a:cxn ang="0">
                <a:pos x="connsiteX76448" y="connsiteY76448"/>
              </a:cxn>
              <a:cxn ang="0">
                <a:pos x="connsiteX76449" y="connsiteY76449"/>
              </a:cxn>
              <a:cxn ang="0">
                <a:pos x="connsiteX76450" y="connsiteY76450"/>
              </a:cxn>
              <a:cxn ang="0">
                <a:pos x="connsiteX76451" y="connsiteY76451"/>
              </a:cxn>
              <a:cxn ang="0">
                <a:pos x="connsiteX76452" y="connsiteY76452"/>
              </a:cxn>
              <a:cxn ang="0">
                <a:pos x="connsiteX76453" y="connsiteY76453"/>
              </a:cxn>
              <a:cxn ang="0">
                <a:pos x="connsiteX76454" y="connsiteY76454"/>
              </a:cxn>
              <a:cxn ang="0">
                <a:pos x="connsiteX76455" y="connsiteY76455"/>
              </a:cxn>
              <a:cxn ang="0">
                <a:pos x="connsiteX76456" y="connsiteY76456"/>
              </a:cxn>
              <a:cxn ang="0">
                <a:pos x="connsiteX76457" y="connsiteY76457"/>
              </a:cxn>
              <a:cxn ang="0">
                <a:pos x="connsiteX76458" y="connsiteY76458"/>
              </a:cxn>
              <a:cxn ang="0">
                <a:pos x="connsiteX76459" y="connsiteY76459"/>
              </a:cxn>
              <a:cxn ang="0">
                <a:pos x="connsiteX76460" y="connsiteY76460"/>
              </a:cxn>
              <a:cxn ang="0">
                <a:pos x="connsiteX76461" y="connsiteY76461"/>
              </a:cxn>
              <a:cxn ang="0">
                <a:pos x="connsiteX76462" y="connsiteY76462"/>
              </a:cxn>
              <a:cxn ang="0">
                <a:pos x="connsiteX76463" y="connsiteY76463"/>
              </a:cxn>
              <a:cxn ang="0">
                <a:pos x="connsiteX76464" y="connsiteY76464"/>
              </a:cxn>
              <a:cxn ang="0">
                <a:pos x="connsiteX76465" y="connsiteY76465"/>
              </a:cxn>
              <a:cxn ang="0">
                <a:pos x="connsiteX76466" y="connsiteY76466"/>
              </a:cxn>
              <a:cxn ang="0">
                <a:pos x="connsiteX76467" y="connsiteY76467"/>
              </a:cxn>
              <a:cxn ang="0">
                <a:pos x="connsiteX76468" y="connsiteY76468"/>
              </a:cxn>
              <a:cxn ang="0">
                <a:pos x="connsiteX76469" y="connsiteY76469"/>
              </a:cxn>
              <a:cxn ang="0">
                <a:pos x="connsiteX76470" y="connsiteY76470"/>
              </a:cxn>
              <a:cxn ang="0">
                <a:pos x="connsiteX76471" y="connsiteY76471"/>
              </a:cxn>
              <a:cxn ang="0">
                <a:pos x="connsiteX76472" y="connsiteY76472"/>
              </a:cxn>
              <a:cxn ang="0">
                <a:pos x="connsiteX76473" y="connsiteY76473"/>
              </a:cxn>
              <a:cxn ang="0">
                <a:pos x="connsiteX76474" y="connsiteY76474"/>
              </a:cxn>
              <a:cxn ang="0">
                <a:pos x="connsiteX76475" y="connsiteY76475"/>
              </a:cxn>
              <a:cxn ang="0">
                <a:pos x="connsiteX76476" y="connsiteY76476"/>
              </a:cxn>
              <a:cxn ang="0">
                <a:pos x="connsiteX76477" y="connsiteY76477"/>
              </a:cxn>
              <a:cxn ang="0">
                <a:pos x="connsiteX76478" y="connsiteY76478"/>
              </a:cxn>
              <a:cxn ang="0">
                <a:pos x="connsiteX76479" y="connsiteY76479"/>
              </a:cxn>
              <a:cxn ang="0">
                <a:pos x="connsiteX76480" y="connsiteY76480"/>
              </a:cxn>
              <a:cxn ang="0">
                <a:pos x="connsiteX76481" y="connsiteY76481"/>
              </a:cxn>
              <a:cxn ang="0">
                <a:pos x="connsiteX76482" y="connsiteY76482"/>
              </a:cxn>
              <a:cxn ang="0">
                <a:pos x="connsiteX76483" y="connsiteY76483"/>
              </a:cxn>
              <a:cxn ang="0">
                <a:pos x="connsiteX76484" y="connsiteY76484"/>
              </a:cxn>
              <a:cxn ang="0">
                <a:pos x="connsiteX76485" y="connsiteY76485"/>
              </a:cxn>
              <a:cxn ang="0">
                <a:pos x="connsiteX76486" y="connsiteY76486"/>
              </a:cxn>
              <a:cxn ang="0">
                <a:pos x="connsiteX76487" y="connsiteY76487"/>
              </a:cxn>
              <a:cxn ang="0">
                <a:pos x="connsiteX76488" y="connsiteY76488"/>
              </a:cxn>
              <a:cxn ang="0">
                <a:pos x="connsiteX76489" y="connsiteY76489"/>
              </a:cxn>
              <a:cxn ang="0">
                <a:pos x="connsiteX76490" y="connsiteY76490"/>
              </a:cxn>
              <a:cxn ang="0">
                <a:pos x="connsiteX76491" y="connsiteY76491"/>
              </a:cxn>
              <a:cxn ang="0">
                <a:pos x="connsiteX76492" y="connsiteY76492"/>
              </a:cxn>
              <a:cxn ang="0">
                <a:pos x="connsiteX76493" y="connsiteY76493"/>
              </a:cxn>
              <a:cxn ang="0">
                <a:pos x="connsiteX76494" y="connsiteY76494"/>
              </a:cxn>
              <a:cxn ang="0">
                <a:pos x="connsiteX76495" y="connsiteY76495"/>
              </a:cxn>
              <a:cxn ang="0">
                <a:pos x="connsiteX76496" y="connsiteY76496"/>
              </a:cxn>
              <a:cxn ang="0">
                <a:pos x="connsiteX76497" y="connsiteY76497"/>
              </a:cxn>
              <a:cxn ang="0">
                <a:pos x="connsiteX76498" y="connsiteY76498"/>
              </a:cxn>
              <a:cxn ang="0">
                <a:pos x="connsiteX76499" y="connsiteY76499"/>
              </a:cxn>
              <a:cxn ang="0">
                <a:pos x="connsiteX76500" y="connsiteY76500"/>
              </a:cxn>
              <a:cxn ang="0">
                <a:pos x="connsiteX76501" y="connsiteY76501"/>
              </a:cxn>
              <a:cxn ang="0">
                <a:pos x="connsiteX76502" y="connsiteY76502"/>
              </a:cxn>
              <a:cxn ang="0">
                <a:pos x="connsiteX76503" y="connsiteY76503"/>
              </a:cxn>
              <a:cxn ang="0">
                <a:pos x="connsiteX76504" y="connsiteY76504"/>
              </a:cxn>
              <a:cxn ang="0">
                <a:pos x="connsiteX76505" y="connsiteY76505"/>
              </a:cxn>
              <a:cxn ang="0">
                <a:pos x="connsiteX76506" y="connsiteY76506"/>
              </a:cxn>
              <a:cxn ang="0">
                <a:pos x="connsiteX76507" y="connsiteY76507"/>
              </a:cxn>
              <a:cxn ang="0">
                <a:pos x="connsiteX76508" y="connsiteY76508"/>
              </a:cxn>
              <a:cxn ang="0">
                <a:pos x="connsiteX76509" y="connsiteY76509"/>
              </a:cxn>
              <a:cxn ang="0">
                <a:pos x="connsiteX76510" y="connsiteY76510"/>
              </a:cxn>
              <a:cxn ang="0">
                <a:pos x="connsiteX76511" y="connsiteY76511"/>
              </a:cxn>
              <a:cxn ang="0">
                <a:pos x="connsiteX76512" y="connsiteY76512"/>
              </a:cxn>
              <a:cxn ang="0">
                <a:pos x="connsiteX76513" y="connsiteY76513"/>
              </a:cxn>
              <a:cxn ang="0">
                <a:pos x="connsiteX76514" y="connsiteY76514"/>
              </a:cxn>
              <a:cxn ang="0">
                <a:pos x="connsiteX76515" y="connsiteY76515"/>
              </a:cxn>
              <a:cxn ang="0">
                <a:pos x="connsiteX76516" y="connsiteY76516"/>
              </a:cxn>
              <a:cxn ang="0">
                <a:pos x="connsiteX76517" y="connsiteY76517"/>
              </a:cxn>
              <a:cxn ang="0">
                <a:pos x="connsiteX76518" y="connsiteY76518"/>
              </a:cxn>
              <a:cxn ang="0">
                <a:pos x="connsiteX76519" y="connsiteY76519"/>
              </a:cxn>
              <a:cxn ang="0">
                <a:pos x="connsiteX76520" y="connsiteY76520"/>
              </a:cxn>
              <a:cxn ang="0">
                <a:pos x="connsiteX76521" y="connsiteY76521"/>
              </a:cxn>
              <a:cxn ang="0">
                <a:pos x="connsiteX76522" y="connsiteY76522"/>
              </a:cxn>
              <a:cxn ang="0">
                <a:pos x="connsiteX76523" y="connsiteY76523"/>
              </a:cxn>
              <a:cxn ang="0">
                <a:pos x="connsiteX76524" y="connsiteY76524"/>
              </a:cxn>
              <a:cxn ang="0">
                <a:pos x="connsiteX76525" y="connsiteY76525"/>
              </a:cxn>
              <a:cxn ang="0">
                <a:pos x="connsiteX76526" y="connsiteY76526"/>
              </a:cxn>
              <a:cxn ang="0">
                <a:pos x="connsiteX76527" y="connsiteY76527"/>
              </a:cxn>
              <a:cxn ang="0">
                <a:pos x="connsiteX76528" y="connsiteY76528"/>
              </a:cxn>
              <a:cxn ang="0">
                <a:pos x="connsiteX76529" y="connsiteY76529"/>
              </a:cxn>
              <a:cxn ang="0">
                <a:pos x="connsiteX76530" y="connsiteY76530"/>
              </a:cxn>
              <a:cxn ang="0">
                <a:pos x="connsiteX76531" y="connsiteY76531"/>
              </a:cxn>
              <a:cxn ang="0">
                <a:pos x="connsiteX76532" y="connsiteY76532"/>
              </a:cxn>
              <a:cxn ang="0">
                <a:pos x="connsiteX76533" y="connsiteY76533"/>
              </a:cxn>
              <a:cxn ang="0">
                <a:pos x="connsiteX76534" y="connsiteY76534"/>
              </a:cxn>
              <a:cxn ang="0">
                <a:pos x="connsiteX76535" y="connsiteY76535"/>
              </a:cxn>
              <a:cxn ang="0">
                <a:pos x="connsiteX76536" y="connsiteY76536"/>
              </a:cxn>
              <a:cxn ang="0">
                <a:pos x="connsiteX76537" y="connsiteY76537"/>
              </a:cxn>
              <a:cxn ang="0">
                <a:pos x="connsiteX76538" y="connsiteY76538"/>
              </a:cxn>
              <a:cxn ang="0">
                <a:pos x="connsiteX76539" y="connsiteY76539"/>
              </a:cxn>
              <a:cxn ang="0">
                <a:pos x="connsiteX76540" y="connsiteY76540"/>
              </a:cxn>
              <a:cxn ang="0">
                <a:pos x="connsiteX76541" y="connsiteY76541"/>
              </a:cxn>
              <a:cxn ang="0">
                <a:pos x="connsiteX76542" y="connsiteY76542"/>
              </a:cxn>
              <a:cxn ang="0">
                <a:pos x="connsiteX76543" y="connsiteY76543"/>
              </a:cxn>
              <a:cxn ang="0">
                <a:pos x="connsiteX76544" y="connsiteY76544"/>
              </a:cxn>
              <a:cxn ang="0">
                <a:pos x="connsiteX76545" y="connsiteY76545"/>
              </a:cxn>
              <a:cxn ang="0">
                <a:pos x="connsiteX76546" y="connsiteY76546"/>
              </a:cxn>
              <a:cxn ang="0">
                <a:pos x="connsiteX76547" y="connsiteY76547"/>
              </a:cxn>
              <a:cxn ang="0">
                <a:pos x="connsiteX76548" y="connsiteY76548"/>
              </a:cxn>
              <a:cxn ang="0">
                <a:pos x="connsiteX76549" y="connsiteY76549"/>
              </a:cxn>
              <a:cxn ang="0">
                <a:pos x="connsiteX76550" y="connsiteY76550"/>
              </a:cxn>
              <a:cxn ang="0">
                <a:pos x="connsiteX76551" y="connsiteY76551"/>
              </a:cxn>
              <a:cxn ang="0">
                <a:pos x="connsiteX76552" y="connsiteY76552"/>
              </a:cxn>
              <a:cxn ang="0">
                <a:pos x="connsiteX76553" y="connsiteY76553"/>
              </a:cxn>
              <a:cxn ang="0">
                <a:pos x="connsiteX76554" y="connsiteY76554"/>
              </a:cxn>
              <a:cxn ang="0">
                <a:pos x="connsiteX76555" y="connsiteY76555"/>
              </a:cxn>
              <a:cxn ang="0">
                <a:pos x="connsiteX76556" y="connsiteY76556"/>
              </a:cxn>
              <a:cxn ang="0">
                <a:pos x="connsiteX76557" y="connsiteY76557"/>
              </a:cxn>
              <a:cxn ang="0">
                <a:pos x="connsiteX76558" y="connsiteY76558"/>
              </a:cxn>
              <a:cxn ang="0">
                <a:pos x="connsiteX76559" y="connsiteY76559"/>
              </a:cxn>
              <a:cxn ang="0">
                <a:pos x="connsiteX76560" y="connsiteY76560"/>
              </a:cxn>
              <a:cxn ang="0">
                <a:pos x="connsiteX76561" y="connsiteY76561"/>
              </a:cxn>
              <a:cxn ang="0">
                <a:pos x="connsiteX76562" y="connsiteY76562"/>
              </a:cxn>
              <a:cxn ang="0">
                <a:pos x="connsiteX76563" y="connsiteY76563"/>
              </a:cxn>
              <a:cxn ang="0">
                <a:pos x="connsiteX76564" y="connsiteY76564"/>
              </a:cxn>
              <a:cxn ang="0">
                <a:pos x="connsiteX76565" y="connsiteY76565"/>
              </a:cxn>
              <a:cxn ang="0">
                <a:pos x="connsiteX76566" y="connsiteY76566"/>
              </a:cxn>
              <a:cxn ang="0">
                <a:pos x="connsiteX76567" y="connsiteY76567"/>
              </a:cxn>
              <a:cxn ang="0">
                <a:pos x="connsiteX76568" y="connsiteY76568"/>
              </a:cxn>
              <a:cxn ang="0">
                <a:pos x="connsiteX76569" y="connsiteY76569"/>
              </a:cxn>
              <a:cxn ang="0">
                <a:pos x="connsiteX76570" y="connsiteY76570"/>
              </a:cxn>
              <a:cxn ang="0">
                <a:pos x="connsiteX76571" y="connsiteY76571"/>
              </a:cxn>
              <a:cxn ang="0">
                <a:pos x="connsiteX76572" y="connsiteY76572"/>
              </a:cxn>
              <a:cxn ang="0">
                <a:pos x="connsiteX76573" y="connsiteY76573"/>
              </a:cxn>
              <a:cxn ang="0">
                <a:pos x="connsiteX76574" y="connsiteY76574"/>
              </a:cxn>
              <a:cxn ang="0">
                <a:pos x="connsiteX76575" y="connsiteY76575"/>
              </a:cxn>
              <a:cxn ang="0">
                <a:pos x="connsiteX76576" y="connsiteY76576"/>
              </a:cxn>
              <a:cxn ang="0">
                <a:pos x="connsiteX76577" y="connsiteY76577"/>
              </a:cxn>
              <a:cxn ang="0">
                <a:pos x="connsiteX76578" y="connsiteY76578"/>
              </a:cxn>
              <a:cxn ang="0">
                <a:pos x="connsiteX76579" y="connsiteY76579"/>
              </a:cxn>
              <a:cxn ang="0">
                <a:pos x="connsiteX76580" y="connsiteY76580"/>
              </a:cxn>
              <a:cxn ang="0">
                <a:pos x="connsiteX76581" y="connsiteY76581"/>
              </a:cxn>
              <a:cxn ang="0">
                <a:pos x="connsiteX76582" y="connsiteY76582"/>
              </a:cxn>
              <a:cxn ang="0">
                <a:pos x="connsiteX76583" y="connsiteY76583"/>
              </a:cxn>
              <a:cxn ang="0">
                <a:pos x="connsiteX76584" y="connsiteY76584"/>
              </a:cxn>
              <a:cxn ang="0">
                <a:pos x="connsiteX76585" y="connsiteY76585"/>
              </a:cxn>
              <a:cxn ang="0">
                <a:pos x="connsiteX76586" y="connsiteY76586"/>
              </a:cxn>
              <a:cxn ang="0">
                <a:pos x="connsiteX76587" y="connsiteY76587"/>
              </a:cxn>
              <a:cxn ang="0">
                <a:pos x="connsiteX76588" y="connsiteY76588"/>
              </a:cxn>
              <a:cxn ang="0">
                <a:pos x="connsiteX76589" y="connsiteY76589"/>
              </a:cxn>
              <a:cxn ang="0">
                <a:pos x="connsiteX76590" y="connsiteY76590"/>
              </a:cxn>
              <a:cxn ang="0">
                <a:pos x="connsiteX76591" y="connsiteY76591"/>
              </a:cxn>
              <a:cxn ang="0">
                <a:pos x="connsiteX76592" y="connsiteY76592"/>
              </a:cxn>
              <a:cxn ang="0">
                <a:pos x="connsiteX76593" y="connsiteY76593"/>
              </a:cxn>
              <a:cxn ang="0">
                <a:pos x="connsiteX76594" y="connsiteY76594"/>
              </a:cxn>
              <a:cxn ang="0">
                <a:pos x="connsiteX76595" y="connsiteY76595"/>
              </a:cxn>
              <a:cxn ang="0">
                <a:pos x="connsiteX76596" y="connsiteY76596"/>
              </a:cxn>
              <a:cxn ang="0">
                <a:pos x="connsiteX76597" y="connsiteY76597"/>
              </a:cxn>
              <a:cxn ang="0">
                <a:pos x="connsiteX76598" y="connsiteY76598"/>
              </a:cxn>
              <a:cxn ang="0">
                <a:pos x="connsiteX76599" y="connsiteY76599"/>
              </a:cxn>
              <a:cxn ang="0">
                <a:pos x="connsiteX76600" y="connsiteY76600"/>
              </a:cxn>
              <a:cxn ang="0">
                <a:pos x="connsiteX76601" y="connsiteY76601"/>
              </a:cxn>
              <a:cxn ang="0">
                <a:pos x="connsiteX76602" y="connsiteY76602"/>
              </a:cxn>
              <a:cxn ang="0">
                <a:pos x="connsiteX76603" y="connsiteY76603"/>
              </a:cxn>
              <a:cxn ang="0">
                <a:pos x="connsiteX76604" y="connsiteY76604"/>
              </a:cxn>
              <a:cxn ang="0">
                <a:pos x="connsiteX76605" y="connsiteY76605"/>
              </a:cxn>
              <a:cxn ang="0">
                <a:pos x="connsiteX76606" y="connsiteY76606"/>
              </a:cxn>
              <a:cxn ang="0">
                <a:pos x="connsiteX76607" y="connsiteY76607"/>
              </a:cxn>
              <a:cxn ang="0">
                <a:pos x="connsiteX76608" y="connsiteY76608"/>
              </a:cxn>
              <a:cxn ang="0">
                <a:pos x="connsiteX76609" y="connsiteY76609"/>
              </a:cxn>
              <a:cxn ang="0">
                <a:pos x="connsiteX76610" y="connsiteY76610"/>
              </a:cxn>
              <a:cxn ang="0">
                <a:pos x="connsiteX76611" y="connsiteY76611"/>
              </a:cxn>
              <a:cxn ang="0">
                <a:pos x="connsiteX76612" y="connsiteY76612"/>
              </a:cxn>
              <a:cxn ang="0">
                <a:pos x="connsiteX76613" y="connsiteY76613"/>
              </a:cxn>
              <a:cxn ang="0">
                <a:pos x="connsiteX76614" y="connsiteY76614"/>
              </a:cxn>
              <a:cxn ang="0">
                <a:pos x="connsiteX76615" y="connsiteY76615"/>
              </a:cxn>
              <a:cxn ang="0">
                <a:pos x="connsiteX76616" y="connsiteY76616"/>
              </a:cxn>
              <a:cxn ang="0">
                <a:pos x="connsiteX76617" y="connsiteY76617"/>
              </a:cxn>
              <a:cxn ang="0">
                <a:pos x="connsiteX76618" y="connsiteY76618"/>
              </a:cxn>
              <a:cxn ang="0">
                <a:pos x="connsiteX76619" y="connsiteY76619"/>
              </a:cxn>
              <a:cxn ang="0">
                <a:pos x="connsiteX76620" y="connsiteY76620"/>
              </a:cxn>
              <a:cxn ang="0">
                <a:pos x="connsiteX76621" y="connsiteY76621"/>
              </a:cxn>
              <a:cxn ang="0">
                <a:pos x="connsiteX76622" y="connsiteY76622"/>
              </a:cxn>
              <a:cxn ang="0">
                <a:pos x="connsiteX76623" y="connsiteY76623"/>
              </a:cxn>
              <a:cxn ang="0">
                <a:pos x="connsiteX76624" y="connsiteY76624"/>
              </a:cxn>
              <a:cxn ang="0">
                <a:pos x="connsiteX76625" y="connsiteY76625"/>
              </a:cxn>
              <a:cxn ang="0">
                <a:pos x="connsiteX76626" y="connsiteY76626"/>
              </a:cxn>
              <a:cxn ang="0">
                <a:pos x="connsiteX76627" y="connsiteY76627"/>
              </a:cxn>
              <a:cxn ang="0">
                <a:pos x="connsiteX76628" y="connsiteY76628"/>
              </a:cxn>
              <a:cxn ang="0">
                <a:pos x="connsiteX76629" y="connsiteY76629"/>
              </a:cxn>
              <a:cxn ang="0">
                <a:pos x="connsiteX76630" y="connsiteY76630"/>
              </a:cxn>
              <a:cxn ang="0">
                <a:pos x="connsiteX76631" y="connsiteY76631"/>
              </a:cxn>
              <a:cxn ang="0">
                <a:pos x="connsiteX76632" y="connsiteY76632"/>
              </a:cxn>
              <a:cxn ang="0">
                <a:pos x="connsiteX76633" y="connsiteY76633"/>
              </a:cxn>
              <a:cxn ang="0">
                <a:pos x="connsiteX76634" y="connsiteY76634"/>
              </a:cxn>
              <a:cxn ang="0">
                <a:pos x="connsiteX76635" y="connsiteY76635"/>
              </a:cxn>
              <a:cxn ang="0">
                <a:pos x="connsiteX76636" y="connsiteY76636"/>
              </a:cxn>
              <a:cxn ang="0">
                <a:pos x="connsiteX76637" y="connsiteY76637"/>
              </a:cxn>
              <a:cxn ang="0">
                <a:pos x="connsiteX76638" y="connsiteY76638"/>
              </a:cxn>
              <a:cxn ang="0">
                <a:pos x="connsiteX76639" y="connsiteY76639"/>
              </a:cxn>
              <a:cxn ang="0">
                <a:pos x="connsiteX76640" y="connsiteY76640"/>
              </a:cxn>
              <a:cxn ang="0">
                <a:pos x="connsiteX76641" y="connsiteY76641"/>
              </a:cxn>
              <a:cxn ang="0">
                <a:pos x="connsiteX76642" y="connsiteY76642"/>
              </a:cxn>
              <a:cxn ang="0">
                <a:pos x="connsiteX76643" y="connsiteY76643"/>
              </a:cxn>
              <a:cxn ang="0">
                <a:pos x="connsiteX76644" y="connsiteY76644"/>
              </a:cxn>
              <a:cxn ang="0">
                <a:pos x="connsiteX76645" y="connsiteY76645"/>
              </a:cxn>
              <a:cxn ang="0">
                <a:pos x="connsiteX76646" y="connsiteY76646"/>
              </a:cxn>
              <a:cxn ang="0">
                <a:pos x="connsiteX76647" y="connsiteY76647"/>
              </a:cxn>
              <a:cxn ang="0">
                <a:pos x="connsiteX76648" y="connsiteY76648"/>
              </a:cxn>
              <a:cxn ang="0">
                <a:pos x="connsiteX76649" y="connsiteY76649"/>
              </a:cxn>
              <a:cxn ang="0">
                <a:pos x="connsiteX76650" y="connsiteY76650"/>
              </a:cxn>
              <a:cxn ang="0">
                <a:pos x="connsiteX76651" y="connsiteY76651"/>
              </a:cxn>
              <a:cxn ang="0">
                <a:pos x="connsiteX76652" y="connsiteY76652"/>
              </a:cxn>
              <a:cxn ang="0">
                <a:pos x="connsiteX76653" y="connsiteY76653"/>
              </a:cxn>
              <a:cxn ang="0">
                <a:pos x="connsiteX76654" y="connsiteY76654"/>
              </a:cxn>
              <a:cxn ang="0">
                <a:pos x="connsiteX76655" y="connsiteY76655"/>
              </a:cxn>
              <a:cxn ang="0">
                <a:pos x="connsiteX76656" y="connsiteY76656"/>
              </a:cxn>
              <a:cxn ang="0">
                <a:pos x="connsiteX76657" y="connsiteY76657"/>
              </a:cxn>
              <a:cxn ang="0">
                <a:pos x="connsiteX76658" y="connsiteY76658"/>
              </a:cxn>
              <a:cxn ang="0">
                <a:pos x="connsiteX76659" y="connsiteY76659"/>
              </a:cxn>
              <a:cxn ang="0">
                <a:pos x="connsiteX76660" y="connsiteY76660"/>
              </a:cxn>
              <a:cxn ang="0">
                <a:pos x="connsiteX76661" y="connsiteY76661"/>
              </a:cxn>
              <a:cxn ang="0">
                <a:pos x="connsiteX76662" y="connsiteY76662"/>
              </a:cxn>
              <a:cxn ang="0">
                <a:pos x="connsiteX76663" y="connsiteY76663"/>
              </a:cxn>
              <a:cxn ang="0">
                <a:pos x="connsiteX76664" y="connsiteY76664"/>
              </a:cxn>
              <a:cxn ang="0">
                <a:pos x="connsiteX76665" y="connsiteY76665"/>
              </a:cxn>
              <a:cxn ang="0">
                <a:pos x="connsiteX76666" y="connsiteY76666"/>
              </a:cxn>
              <a:cxn ang="0">
                <a:pos x="connsiteX76667" y="connsiteY76667"/>
              </a:cxn>
              <a:cxn ang="0">
                <a:pos x="connsiteX76668" y="connsiteY76668"/>
              </a:cxn>
              <a:cxn ang="0">
                <a:pos x="connsiteX76669" y="connsiteY76669"/>
              </a:cxn>
              <a:cxn ang="0">
                <a:pos x="connsiteX76670" y="connsiteY76670"/>
              </a:cxn>
              <a:cxn ang="0">
                <a:pos x="connsiteX76671" y="connsiteY76671"/>
              </a:cxn>
              <a:cxn ang="0">
                <a:pos x="connsiteX76672" y="connsiteY76672"/>
              </a:cxn>
              <a:cxn ang="0">
                <a:pos x="connsiteX76673" y="connsiteY76673"/>
              </a:cxn>
              <a:cxn ang="0">
                <a:pos x="connsiteX76674" y="connsiteY76674"/>
              </a:cxn>
              <a:cxn ang="0">
                <a:pos x="connsiteX76675" y="connsiteY76675"/>
              </a:cxn>
              <a:cxn ang="0">
                <a:pos x="connsiteX76676" y="connsiteY76676"/>
              </a:cxn>
              <a:cxn ang="0">
                <a:pos x="connsiteX76677" y="connsiteY76677"/>
              </a:cxn>
              <a:cxn ang="0">
                <a:pos x="connsiteX76678" y="connsiteY76678"/>
              </a:cxn>
              <a:cxn ang="0">
                <a:pos x="connsiteX76679" y="connsiteY76679"/>
              </a:cxn>
              <a:cxn ang="0">
                <a:pos x="connsiteX76680" y="connsiteY76680"/>
              </a:cxn>
              <a:cxn ang="0">
                <a:pos x="connsiteX76681" y="connsiteY76681"/>
              </a:cxn>
              <a:cxn ang="0">
                <a:pos x="connsiteX76682" y="connsiteY76682"/>
              </a:cxn>
              <a:cxn ang="0">
                <a:pos x="connsiteX76683" y="connsiteY76683"/>
              </a:cxn>
              <a:cxn ang="0">
                <a:pos x="connsiteX76684" y="connsiteY76684"/>
              </a:cxn>
              <a:cxn ang="0">
                <a:pos x="connsiteX76685" y="connsiteY76685"/>
              </a:cxn>
              <a:cxn ang="0">
                <a:pos x="connsiteX76686" y="connsiteY76686"/>
              </a:cxn>
              <a:cxn ang="0">
                <a:pos x="connsiteX76687" y="connsiteY76687"/>
              </a:cxn>
              <a:cxn ang="0">
                <a:pos x="connsiteX76688" y="connsiteY76688"/>
              </a:cxn>
              <a:cxn ang="0">
                <a:pos x="connsiteX76689" y="connsiteY76689"/>
              </a:cxn>
              <a:cxn ang="0">
                <a:pos x="connsiteX76690" y="connsiteY76690"/>
              </a:cxn>
              <a:cxn ang="0">
                <a:pos x="connsiteX76691" y="connsiteY76691"/>
              </a:cxn>
              <a:cxn ang="0">
                <a:pos x="connsiteX76692" y="connsiteY76692"/>
              </a:cxn>
              <a:cxn ang="0">
                <a:pos x="connsiteX76693" y="connsiteY76693"/>
              </a:cxn>
              <a:cxn ang="0">
                <a:pos x="connsiteX76694" y="connsiteY76694"/>
              </a:cxn>
              <a:cxn ang="0">
                <a:pos x="connsiteX76695" y="connsiteY76695"/>
              </a:cxn>
              <a:cxn ang="0">
                <a:pos x="connsiteX76696" y="connsiteY76696"/>
              </a:cxn>
              <a:cxn ang="0">
                <a:pos x="connsiteX76697" y="connsiteY76697"/>
              </a:cxn>
              <a:cxn ang="0">
                <a:pos x="connsiteX76698" y="connsiteY76698"/>
              </a:cxn>
              <a:cxn ang="0">
                <a:pos x="connsiteX76699" y="connsiteY76699"/>
              </a:cxn>
              <a:cxn ang="0">
                <a:pos x="connsiteX76700" y="connsiteY76700"/>
              </a:cxn>
              <a:cxn ang="0">
                <a:pos x="connsiteX76701" y="connsiteY76701"/>
              </a:cxn>
              <a:cxn ang="0">
                <a:pos x="connsiteX76702" y="connsiteY76702"/>
              </a:cxn>
              <a:cxn ang="0">
                <a:pos x="connsiteX76703" y="connsiteY76703"/>
              </a:cxn>
              <a:cxn ang="0">
                <a:pos x="connsiteX76704" y="connsiteY76704"/>
              </a:cxn>
              <a:cxn ang="0">
                <a:pos x="connsiteX76705" y="connsiteY76705"/>
              </a:cxn>
              <a:cxn ang="0">
                <a:pos x="connsiteX76706" y="connsiteY76706"/>
              </a:cxn>
              <a:cxn ang="0">
                <a:pos x="connsiteX76707" y="connsiteY76707"/>
              </a:cxn>
              <a:cxn ang="0">
                <a:pos x="connsiteX76708" y="connsiteY76708"/>
              </a:cxn>
              <a:cxn ang="0">
                <a:pos x="connsiteX76709" y="connsiteY76709"/>
              </a:cxn>
              <a:cxn ang="0">
                <a:pos x="connsiteX76710" y="connsiteY76710"/>
              </a:cxn>
              <a:cxn ang="0">
                <a:pos x="connsiteX76711" y="connsiteY76711"/>
              </a:cxn>
              <a:cxn ang="0">
                <a:pos x="connsiteX76712" y="connsiteY76712"/>
              </a:cxn>
              <a:cxn ang="0">
                <a:pos x="connsiteX76713" y="connsiteY76713"/>
              </a:cxn>
              <a:cxn ang="0">
                <a:pos x="connsiteX76714" y="connsiteY76714"/>
              </a:cxn>
              <a:cxn ang="0">
                <a:pos x="connsiteX76715" y="connsiteY76715"/>
              </a:cxn>
              <a:cxn ang="0">
                <a:pos x="connsiteX76716" y="connsiteY76716"/>
              </a:cxn>
              <a:cxn ang="0">
                <a:pos x="connsiteX76717" y="connsiteY76717"/>
              </a:cxn>
              <a:cxn ang="0">
                <a:pos x="connsiteX76718" y="connsiteY76718"/>
              </a:cxn>
              <a:cxn ang="0">
                <a:pos x="connsiteX76719" y="connsiteY76719"/>
              </a:cxn>
              <a:cxn ang="0">
                <a:pos x="connsiteX76720" y="connsiteY76720"/>
              </a:cxn>
              <a:cxn ang="0">
                <a:pos x="connsiteX76721" y="connsiteY76721"/>
              </a:cxn>
              <a:cxn ang="0">
                <a:pos x="connsiteX76722" y="connsiteY76722"/>
              </a:cxn>
              <a:cxn ang="0">
                <a:pos x="connsiteX76723" y="connsiteY76723"/>
              </a:cxn>
              <a:cxn ang="0">
                <a:pos x="connsiteX76724" y="connsiteY76724"/>
              </a:cxn>
              <a:cxn ang="0">
                <a:pos x="connsiteX76725" y="connsiteY76725"/>
              </a:cxn>
              <a:cxn ang="0">
                <a:pos x="connsiteX76726" y="connsiteY76726"/>
              </a:cxn>
              <a:cxn ang="0">
                <a:pos x="connsiteX76727" y="connsiteY76727"/>
              </a:cxn>
              <a:cxn ang="0">
                <a:pos x="connsiteX76728" y="connsiteY76728"/>
              </a:cxn>
              <a:cxn ang="0">
                <a:pos x="connsiteX76729" y="connsiteY76729"/>
              </a:cxn>
              <a:cxn ang="0">
                <a:pos x="connsiteX76730" y="connsiteY76730"/>
              </a:cxn>
              <a:cxn ang="0">
                <a:pos x="connsiteX76731" y="connsiteY76731"/>
              </a:cxn>
              <a:cxn ang="0">
                <a:pos x="connsiteX76732" y="connsiteY76732"/>
              </a:cxn>
              <a:cxn ang="0">
                <a:pos x="connsiteX76733" y="connsiteY76733"/>
              </a:cxn>
              <a:cxn ang="0">
                <a:pos x="connsiteX76734" y="connsiteY76734"/>
              </a:cxn>
              <a:cxn ang="0">
                <a:pos x="connsiteX76735" y="connsiteY76735"/>
              </a:cxn>
              <a:cxn ang="0">
                <a:pos x="connsiteX76736" y="connsiteY76736"/>
              </a:cxn>
              <a:cxn ang="0">
                <a:pos x="connsiteX76737" y="connsiteY76737"/>
              </a:cxn>
              <a:cxn ang="0">
                <a:pos x="connsiteX76738" y="connsiteY76738"/>
              </a:cxn>
              <a:cxn ang="0">
                <a:pos x="connsiteX76739" y="connsiteY76739"/>
              </a:cxn>
              <a:cxn ang="0">
                <a:pos x="connsiteX76740" y="connsiteY76740"/>
              </a:cxn>
              <a:cxn ang="0">
                <a:pos x="connsiteX76741" y="connsiteY76741"/>
              </a:cxn>
              <a:cxn ang="0">
                <a:pos x="connsiteX76742" y="connsiteY76742"/>
              </a:cxn>
              <a:cxn ang="0">
                <a:pos x="connsiteX76743" y="connsiteY76743"/>
              </a:cxn>
              <a:cxn ang="0">
                <a:pos x="connsiteX76744" y="connsiteY76744"/>
              </a:cxn>
              <a:cxn ang="0">
                <a:pos x="connsiteX76745" y="connsiteY76745"/>
              </a:cxn>
              <a:cxn ang="0">
                <a:pos x="connsiteX76746" y="connsiteY76746"/>
              </a:cxn>
              <a:cxn ang="0">
                <a:pos x="connsiteX76747" y="connsiteY76747"/>
              </a:cxn>
              <a:cxn ang="0">
                <a:pos x="connsiteX76748" y="connsiteY76748"/>
              </a:cxn>
              <a:cxn ang="0">
                <a:pos x="connsiteX76749" y="connsiteY76749"/>
              </a:cxn>
              <a:cxn ang="0">
                <a:pos x="connsiteX76750" y="connsiteY76750"/>
              </a:cxn>
              <a:cxn ang="0">
                <a:pos x="connsiteX76751" y="connsiteY76751"/>
              </a:cxn>
              <a:cxn ang="0">
                <a:pos x="connsiteX76752" y="connsiteY76752"/>
              </a:cxn>
              <a:cxn ang="0">
                <a:pos x="connsiteX76753" y="connsiteY76753"/>
              </a:cxn>
              <a:cxn ang="0">
                <a:pos x="connsiteX76754" y="connsiteY76754"/>
              </a:cxn>
              <a:cxn ang="0">
                <a:pos x="connsiteX76755" y="connsiteY76755"/>
              </a:cxn>
              <a:cxn ang="0">
                <a:pos x="connsiteX76756" y="connsiteY76756"/>
              </a:cxn>
              <a:cxn ang="0">
                <a:pos x="connsiteX76757" y="connsiteY76757"/>
              </a:cxn>
              <a:cxn ang="0">
                <a:pos x="connsiteX76758" y="connsiteY76758"/>
              </a:cxn>
              <a:cxn ang="0">
                <a:pos x="connsiteX76759" y="connsiteY76759"/>
              </a:cxn>
              <a:cxn ang="0">
                <a:pos x="connsiteX76760" y="connsiteY76760"/>
              </a:cxn>
              <a:cxn ang="0">
                <a:pos x="connsiteX76761" y="connsiteY76761"/>
              </a:cxn>
              <a:cxn ang="0">
                <a:pos x="connsiteX76762" y="connsiteY76762"/>
              </a:cxn>
              <a:cxn ang="0">
                <a:pos x="connsiteX76763" y="connsiteY76763"/>
              </a:cxn>
              <a:cxn ang="0">
                <a:pos x="connsiteX76764" y="connsiteY76764"/>
              </a:cxn>
              <a:cxn ang="0">
                <a:pos x="connsiteX76765" y="connsiteY76765"/>
              </a:cxn>
              <a:cxn ang="0">
                <a:pos x="connsiteX76766" y="connsiteY76766"/>
              </a:cxn>
              <a:cxn ang="0">
                <a:pos x="connsiteX76767" y="connsiteY76767"/>
              </a:cxn>
              <a:cxn ang="0">
                <a:pos x="connsiteX76768" y="connsiteY76768"/>
              </a:cxn>
              <a:cxn ang="0">
                <a:pos x="connsiteX76769" y="connsiteY76769"/>
              </a:cxn>
              <a:cxn ang="0">
                <a:pos x="connsiteX76770" y="connsiteY76770"/>
              </a:cxn>
              <a:cxn ang="0">
                <a:pos x="connsiteX76771" y="connsiteY76771"/>
              </a:cxn>
              <a:cxn ang="0">
                <a:pos x="connsiteX76772" y="connsiteY76772"/>
              </a:cxn>
              <a:cxn ang="0">
                <a:pos x="connsiteX76773" y="connsiteY76773"/>
              </a:cxn>
              <a:cxn ang="0">
                <a:pos x="connsiteX76774" y="connsiteY76774"/>
              </a:cxn>
              <a:cxn ang="0">
                <a:pos x="connsiteX76775" y="connsiteY76775"/>
              </a:cxn>
              <a:cxn ang="0">
                <a:pos x="connsiteX76776" y="connsiteY76776"/>
              </a:cxn>
              <a:cxn ang="0">
                <a:pos x="connsiteX76777" y="connsiteY76777"/>
              </a:cxn>
              <a:cxn ang="0">
                <a:pos x="connsiteX76778" y="connsiteY76778"/>
              </a:cxn>
              <a:cxn ang="0">
                <a:pos x="connsiteX76779" y="connsiteY76779"/>
              </a:cxn>
              <a:cxn ang="0">
                <a:pos x="connsiteX76780" y="connsiteY76780"/>
              </a:cxn>
              <a:cxn ang="0">
                <a:pos x="connsiteX76781" y="connsiteY76781"/>
              </a:cxn>
              <a:cxn ang="0">
                <a:pos x="connsiteX76782" y="connsiteY76782"/>
              </a:cxn>
              <a:cxn ang="0">
                <a:pos x="connsiteX76783" y="connsiteY76783"/>
              </a:cxn>
              <a:cxn ang="0">
                <a:pos x="connsiteX76784" y="connsiteY76784"/>
              </a:cxn>
              <a:cxn ang="0">
                <a:pos x="connsiteX76785" y="connsiteY76785"/>
              </a:cxn>
              <a:cxn ang="0">
                <a:pos x="connsiteX76786" y="connsiteY76786"/>
              </a:cxn>
              <a:cxn ang="0">
                <a:pos x="connsiteX76787" y="connsiteY76787"/>
              </a:cxn>
              <a:cxn ang="0">
                <a:pos x="connsiteX76788" y="connsiteY76788"/>
              </a:cxn>
              <a:cxn ang="0">
                <a:pos x="connsiteX76789" y="connsiteY76789"/>
              </a:cxn>
              <a:cxn ang="0">
                <a:pos x="connsiteX76790" y="connsiteY76790"/>
              </a:cxn>
              <a:cxn ang="0">
                <a:pos x="connsiteX76791" y="connsiteY76791"/>
              </a:cxn>
              <a:cxn ang="0">
                <a:pos x="connsiteX76792" y="connsiteY76792"/>
              </a:cxn>
              <a:cxn ang="0">
                <a:pos x="connsiteX76793" y="connsiteY76793"/>
              </a:cxn>
              <a:cxn ang="0">
                <a:pos x="connsiteX76794" y="connsiteY76794"/>
              </a:cxn>
              <a:cxn ang="0">
                <a:pos x="connsiteX76795" y="connsiteY76795"/>
              </a:cxn>
              <a:cxn ang="0">
                <a:pos x="connsiteX76796" y="connsiteY76796"/>
              </a:cxn>
              <a:cxn ang="0">
                <a:pos x="connsiteX76797" y="connsiteY76797"/>
              </a:cxn>
              <a:cxn ang="0">
                <a:pos x="connsiteX76798" y="connsiteY76798"/>
              </a:cxn>
              <a:cxn ang="0">
                <a:pos x="connsiteX76799" y="connsiteY76799"/>
              </a:cxn>
              <a:cxn ang="0">
                <a:pos x="connsiteX76800" y="connsiteY76800"/>
              </a:cxn>
              <a:cxn ang="0">
                <a:pos x="connsiteX76801" y="connsiteY76801"/>
              </a:cxn>
              <a:cxn ang="0">
                <a:pos x="connsiteX76802" y="connsiteY76802"/>
              </a:cxn>
              <a:cxn ang="0">
                <a:pos x="connsiteX76803" y="connsiteY76803"/>
              </a:cxn>
              <a:cxn ang="0">
                <a:pos x="connsiteX76804" y="connsiteY76804"/>
              </a:cxn>
              <a:cxn ang="0">
                <a:pos x="connsiteX76805" y="connsiteY76805"/>
              </a:cxn>
              <a:cxn ang="0">
                <a:pos x="connsiteX76806" y="connsiteY76806"/>
              </a:cxn>
              <a:cxn ang="0">
                <a:pos x="connsiteX76807" y="connsiteY76807"/>
              </a:cxn>
              <a:cxn ang="0">
                <a:pos x="connsiteX76808" y="connsiteY76808"/>
              </a:cxn>
              <a:cxn ang="0">
                <a:pos x="connsiteX76809" y="connsiteY76809"/>
              </a:cxn>
              <a:cxn ang="0">
                <a:pos x="connsiteX76810" y="connsiteY76810"/>
              </a:cxn>
              <a:cxn ang="0">
                <a:pos x="connsiteX76811" y="connsiteY76811"/>
              </a:cxn>
              <a:cxn ang="0">
                <a:pos x="connsiteX76812" y="connsiteY76812"/>
              </a:cxn>
              <a:cxn ang="0">
                <a:pos x="connsiteX76813" y="connsiteY76813"/>
              </a:cxn>
              <a:cxn ang="0">
                <a:pos x="connsiteX76814" y="connsiteY76814"/>
              </a:cxn>
              <a:cxn ang="0">
                <a:pos x="connsiteX76815" y="connsiteY76815"/>
              </a:cxn>
              <a:cxn ang="0">
                <a:pos x="connsiteX76816" y="connsiteY76816"/>
              </a:cxn>
              <a:cxn ang="0">
                <a:pos x="connsiteX76817" y="connsiteY76817"/>
              </a:cxn>
              <a:cxn ang="0">
                <a:pos x="connsiteX76818" y="connsiteY76818"/>
              </a:cxn>
              <a:cxn ang="0">
                <a:pos x="connsiteX76819" y="connsiteY76819"/>
              </a:cxn>
              <a:cxn ang="0">
                <a:pos x="connsiteX76820" y="connsiteY76820"/>
              </a:cxn>
              <a:cxn ang="0">
                <a:pos x="connsiteX76821" y="connsiteY76821"/>
              </a:cxn>
              <a:cxn ang="0">
                <a:pos x="connsiteX76822" y="connsiteY76822"/>
              </a:cxn>
              <a:cxn ang="0">
                <a:pos x="connsiteX76823" y="connsiteY76823"/>
              </a:cxn>
              <a:cxn ang="0">
                <a:pos x="connsiteX76824" y="connsiteY76824"/>
              </a:cxn>
              <a:cxn ang="0">
                <a:pos x="connsiteX76825" y="connsiteY76825"/>
              </a:cxn>
              <a:cxn ang="0">
                <a:pos x="connsiteX76826" y="connsiteY76826"/>
              </a:cxn>
              <a:cxn ang="0">
                <a:pos x="connsiteX76827" y="connsiteY76827"/>
              </a:cxn>
              <a:cxn ang="0">
                <a:pos x="connsiteX76828" y="connsiteY76828"/>
              </a:cxn>
              <a:cxn ang="0">
                <a:pos x="connsiteX76829" y="connsiteY76829"/>
              </a:cxn>
              <a:cxn ang="0">
                <a:pos x="connsiteX76830" y="connsiteY76830"/>
              </a:cxn>
              <a:cxn ang="0">
                <a:pos x="connsiteX76831" y="connsiteY76831"/>
              </a:cxn>
              <a:cxn ang="0">
                <a:pos x="connsiteX76832" y="connsiteY76832"/>
              </a:cxn>
              <a:cxn ang="0">
                <a:pos x="connsiteX76833" y="connsiteY76833"/>
              </a:cxn>
              <a:cxn ang="0">
                <a:pos x="connsiteX76834" y="connsiteY76834"/>
              </a:cxn>
              <a:cxn ang="0">
                <a:pos x="connsiteX76835" y="connsiteY76835"/>
              </a:cxn>
              <a:cxn ang="0">
                <a:pos x="connsiteX76836" y="connsiteY76836"/>
              </a:cxn>
              <a:cxn ang="0">
                <a:pos x="connsiteX76837" y="connsiteY76837"/>
              </a:cxn>
              <a:cxn ang="0">
                <a:pos x="connsiteX76838" y="connsiteY76838"/>
              </a:cxn>
              <a:cxn ang="0">
                <a:pos x="connsiteX76839" y="connsiteY76839"/>
              </a:cxn>
              <a:cxn ang="0">
                <a:pos x="connsiteX76840" y="connsiteY76840"/>
              </a:cxn>
              <a:cxn ang="0">
                <a:pos x="connsiteX76841" y="connsiteY76841"/>
              </a:cxn>
              <a:cxn ang="0">
                <a:pos x="connsiteX76842" y="connsiteY76842"/>
              </a:cxn>
              <a:cxn ang="0">
                <a:pos x="connsiteX76843" y="connsiteY76843"/>
              </a:cxn>
              <a:cxn ang="0">
                <a:pos x="connsiteX76844" y="connsiteY76844"/>
              </a:cxn>
              <a:cxn ang="0">
                <a:pos x="connsiteX76845" y="connsiteY76845"/>
              </a:cxn>
              <a:cxn ang="0">
                <a:pos x="connsiteX76846" y="connsiteY76846"/>
              </a:cxn>
              <a:cxn ang="0">
                <a:pos x="connsiteX76847" y="connsiteY76847"/>
              </a:cxn>
              <a:cxn ang="0">
                <a:pos x="connsiteX76848" y="connsiteY76848"/>
              </a:cxn>
              <a:cxn ang="0">
                <a:pos x="connsiteX76849" y="connsiteY76849"/>
              </a:cxn>
              <a:cxn ang="0">
                <a:pos x="connsiteX76850" y="connsiteY76850"/>
              </a:cxn>
              <a:cxn ang="0">
                <a:pos x="connsiteX76851" y="connsiteY76851"/>
              </a:cxn>
              <a:cxn ang="0">
                <a:pos x="connsiteX76852" y="connsiteY76852"/>
              </a:cxn>
              <a:cxn ang="0">
                <a:pos x="connsiteX76853" y="connsiteY76853"/>
              </a:cxn>
              <a:cxn ang="0">
                <a:pos x="connsiteX76854" y="connsiteY76854"/>
              </a:cxn>
              <a:cxn ang="0">
                <a:pos x="connsiteX76855" y="connsiteY76855"/>
              </a:cxn>
              <a:cxn ang="0">
                <a:pos x="connsiteX76856" y="connsiteY76856"/>
              </a:cxn>
              <a:cxn ang="0">
                <a:pos x="connsiteX76857" y="connsiteY76857"/>
              </a:cxn>
              <a:cxn ang="0">
                <a:pos x="connsiteX76858" y="connsiteY76858"/>
              </a:cxn>
              <a:cxn ang="0">
                <a:pos x="connsiteX76859" y="connsiteY76859"/>
              </a:cxn>
              <a:cxn ang="0">
                <a:pos x="connsiteX76860" y="connsiteY76860"/>
              </a:cxn>
              <a:cxn ang="0">
                <a:pos x="connsiteX76861" y="connsiteY76861"/>
              </a:cxn>
              <a:cxn ang="0">
                <a:pos x="connsiteX76862" y="connsiteY76862"/>
              </a:cxn>
              <a:cxn ang="0">
                <a:pos x="connsiteX76863" y="connsiteY76863"/>
              </a:cxn>
              <a:cxn ang="0">
                <a:pos x="connsiteX76864" y="connsiteY76864"/>
              </a:cxn>
              <a:cxn ang="0">
                <a:pos x="connsiteX76865" y="connsiteY76865"/>
              </a:cxn>
              <a:cxn ang="0">
                <a:pos x="connsiteX76866" y="connsiteY76866"/>
              </a:cxn>
              <a:cxn ang="0">
                <a:pos x="connsiteX76867" y="connsiteY76867"/>
              </a:cxn>
              <a:cxn ang="0">
                <a:pos x="connsiteX76868" y="connsiteY76868"/>
              </a:cxn>
              <a:cxn ang="0">
                <a:pos x="connsiteX76869" y="connsiteY76869"/>
              </a:cxn>
              <a:cxn ang="0">
                <a:pos x="connsiteX76870" y="connsiteY76870"/>
              </a:cxn>
              <a:cxn ang="0">
                <a:pos x="connsiteX76871" y="connsiteY76871"/>
              </a:cxn>
              <a:cxn ang="0">
                <a:pos x="connsiteX76872" y="connsiteY76872"/>
              </a:cxn>
              <a:cxn ang="0">
                <a:pos x="connsiteX76873" y="connsiteY76873"/>
              </a:cxn>
              <a:cxn ang="0">
                <a:pos x="connsiteX76874" y="connsiteY76874"/>
              </a:cxn>
              <a:cxn ang="0">
                <a:pos x="connsiteX76875" y="connsiteY76875"/>
              </a:cxn>
              <a:cxn ang="0">
                <a:pos x="connsiteX76876" y="connsiteY76876"/>
              </a:cxn>
              <a:cxn ang="0">
                <a:pos x="connsiteX76877" y="connsiteY76877"/>
              </a:cxn>
              <a:cxn ang="0">
                <a:pos x="connsiteX76878" y="connsiteY76878"/>
              </a:cxn>
              <a:cxn ang="0">
                <a:pos x="connsiteX76879" y="connsiteY76879"/>
              </a:cxn>
              <a:cxn ang="0">
                <a:pos x="connsiteX76880" y="connsiteY76880"/>
              </a:cxn>
              <a:cxn ang="0">
                <a:pos x="connsiteX76881" y="connsiteY76881"/>
              </a:cxn>
              <a:cxn ang="0">
                <a:pos x="connsiteX76882" y="connsiteY76882"/>
              </a:cxn>
              <a:cxn ang="0">
                <a:pos x="connsiteX76883" y="connsiteY76883"/>
              </a:cxn>
              <a:cxn ang="0">
                <a:pos x="connsiteX76884" y="connsiteY76884"/>
              </a:cxn>
              <a:cxn ang="0">
                <a:pos x="connsiteX76885" y="connsiteY76885"/>
              </a:cxn>
              <a:cxn ang="0">
                <a:pos x="connsiteX76886" y="connsiteY76886"/>
              </a:cxn>
              <a:cxn ang="0">
                <a:pos x="connsiteX76887" y="connsiteY76887"/>
              </a:cxn>
              <a:cxn ang="0">
                <a:pos x="connsiteX76888" y="connsiteY76888"/>
              </a:cxn>
              <a:cxn ang="0">
                <a:pos x="connsiteX76889" y="connsiteY76889"/>
              </a:cxn>
              <a:cxn ang="0">
                <a:pos x="connsiteX76890" y="connsiteY76890"/>
              </a:cxn>
              <a:cxn ang="0">
                <a:pos x="connsiteX76891" y="connsiteY76891"/>
              </a:cxn>
              <a:cxn ang="0">
                <a:pos x="connsiteX76892" y="connsiteY76892"/>
              </a:cxn>
              <a:cxn ang="0">
                <a:pos x="connsiteX76893" y="connsiteY76893"/>
              </a:cxn>
              <a:cxn ang="0">
                <a:pos x="connsiteX76894" y="connsiteY76894"/>
              </a:cxn>
              <a:cxn ang="0">
                <a:pos x="connsiteX76895" y="connsiteY76895"/>
              </a:cxn>
              <a:cxn ang="0">
                <a:pos x="connsiteX76896" y="connsiteY76896"/>
              </a:cxn>
              <a:cxn ang="0">
                <a:pos x="connsiteX76897" y="connsiteY76897"/>
              </a:cxn>
              <a:cxn ang="0">
                <a:pos x="connsiteX76898" y="connsiteY76898"/>
              </a:cxn>
              <a:cxn ang="0">
                <a:pos x="connsiteX76899" y="connsiteY76899"/>
              </a:cxn>
              <a:cxn ang="0">
                <a:pos x="connsiteX76900" y="connsiteY76900"/>
              </a:cxn>
              <a:cxn ang="0">
                <a:pos x="connsiteX76901" y="connsiteY76901"/>
              </a:cxn>
              <a:cxn ang="0">
                <a:pos x="connsiteX76902" y="connsiteY76902"/>
              </a:cxn>
              <a:cxn ang="0">
                <a:pos x="connsiteX76903" y="connsiteY76903"/>
              </a:cxn>
              <a:cxn ang="0">
                <a:pos x="connsiteX76904" y="connsiteY76904"/>
              </a:cxn>
              <a:cxn ang="0">
                <a:pos x="connsiteX76905" y="connsiteY76905"/>
              </a:cxn>
              <a:cxn ang="0">
                <a:pos x="connsiteX76906" y="connsiteY76906"/>
              </a:cxn>
              <a:cxn ang="0">
                <a:pos x="connsiteX76907" y="connsiteY76907"/>
              </a:cxn>
              <a:cxn ang="0">
                <a:pos x="connsiteX76908" y="connsiteY76908"/>
              </a:cxn>
              <a:cxn ang="0">
                <a:pos x="connsiteX76909" y="connsiteY76909"/>
              </a:cxn>
              <a:cxn ang="0">
                <a:pos x="connsiteX76910" y="connsiteY76910"/>
              </a:cxn>
              <a:cxn ang="0">
                <a:pos x="connsiteX76911" y="connsiteY76911"/>
              </a:cxn>
              <a:cxn ang="0">
                <a:pos x="connsiteX76912" y="connsiteY76912"/>
              </a:cxn>
              <a:cxn ang="0">
                <a:pos x="connsiteX76913" y="connsiteY76913"/>
              </a:cxn>
              <a:cxn ang="0">
                <a:pos x="connsiteX76914" y="connsiteY76914"/>
              </a:cxn>
              <a:cxn ang="0">
                <a:pos x="connsiteX76915" y="connsiteY76915"/>
              </a:cxn>
              <a:cxn ang="0">
                <a:pos x="connsiteX76916" y="connsiteY76916"/>
              </a:cxn>
              <a:cxn ang="0">
                <a:pos x="connsiteX76917" y="connsiteY76917"/>
              </a:cxn>
              <a:cxn ang="0">
                <a:pos x="connsiteX76918" y="connsiteY76918"/>
              </a:cxn>
              <a:cxn ang="0">
                <a:pos x="connsiteX76919" y="connsiteY76919"/>
              </a:cxn>
              <a:cxn ang="0">
                <a:pos x="connsiteX76920" y="connsiteY76920"/>
              </a:cxn>
              <a:cxn ang="0">
                <a:pos x="connsiteX76921" y="connsiteY76921"/>
              </a:cxn>
              <a:cxn ang="0">
                <a:pos x="connsiteX76922" y="connsiteY76922"/>
              </a:cxn>
              <a:cxn ang="0">
                <a:pos x="connsiteX76923" y="connsiteY76923"/>
              </a:cxn>
              <a:cxn ang="0">
                <a:pos x="connsiteX76924" y="connsiteY76924"/>
              </a:cxn>
              <a:cxn ang="0">
                <a:pos x="connsiteX76925" y="connsiteY76925"/>
              </a:cxn>
              <a:cxn ang="0">
                <a:pos x="connsiteX76926" y="connsiteY76926"/>
              </a:cxn>
              <a:cxn ang="0">
                <a:pos x="connsiteX76927" y="connsiteY76927"/>
              </a:cxn>
              <a:cxn ang="0">
                <a:pos x="connsiteX76928" y="connsiteY76928"/>
              </a:cxn>
              <a:cxn ang="0">
                <a:pos x="connsiteX76929" y="connsiteY76929"/>
              </a:cxn>
              <a:cxn ang="0">
                <a:pos x="connsiteX76930" y="connsiteY76930"/>
              </a:cxn>
              <a:cxn ang="0">
                <a:pos x="connsiteX76931" y="connsiteY76931"/>
              </a:cxn>
              <a:cxn ang="0">
                <a:pos x="connsiteX76932" y="connsiteY76932"/>
              </a:cxn>
              <a:cxn ang="0">
                <a:pos x="connsiteX76933" y="connsiteY76933"/>
              </a:cxn>
              <a:cxn ang="0">
                <a:pos x="connsiteX76934" y="connsiteY76934"/>
              </a:cxn>
              <a:cxn ang="0">
                <a:pos x="connsiteX76935" y="connsiteY76935"/>
              </a:cxn>
              <a:cxn ang="0">
                <a:pos x="connsiteX76936" y="connsiteY76936"/>
              </a:cxn>
              <a:cxn ang="0">
                <a:pos x="connsiteX76937" y="connsiteY76937"/>
              </a:cxn>
              <a:cxn ang="0">
                <a:pos x="connsiteX76938" y="connsiteY76938"/>
              </a:cxn>
              <a:cxn ang="0">
                <a:pos x="connsiteX76939" y="connsiteY76939"/>
              </a:cxn>
              <a:cxn ang="0">
                <a:pos x="connsiteX76940" y="connsiteY76940"/>
              </a:cxn>
              <a:cxn ang="0">
                <a:pos x="connsiteX76941" y="connsiteY76941"/>
              </a:cxn>
              <a:cxn ang="0">
                <a:pos x="connsiteX76942" y="connsiteY76942"/>
              </a:cxn>
              <a:cxn ang="0">
                <a:pos x="connsiteX76943" y="connsiteY76943"/>
              </a:cxn>
              <a:cxn ang="0">
                <a:pos x="connsiteX76944" y="connsiteY76944"/>
              </a:cxn>
              <a:cxn ang="0">
                <a:pos x="connsiteX76945" y="connsiteY76945"/>
              </a:cxn>
              <a:cxn ang="0">
                <a:pos x="connsiteX76946" y="connsiteY76946"/>
              </a:cxn>
              <a:cxn ang="0">
                <a:pos x="connsiteX76947" y="connsiteY76947"/>
              </a:cxn>
              <a:cxn ang="0">
                <a:pos x="connsiteX76948" y="connsiteY76948"/>
              </a:cxn>
              <a:cxn ang="0">
                <a:pos x="connsiteX76949" y="connsiteY76949"/>
              </a:cxn>
              <a:cxn ang="0">
                <a:pos x="connsiteX76950" y="connsiteY76950"/>
              </a:cxn>
              <a:cxn ang="0">
                <a:pos x="connsiteX76951" y="connsiteY76951"/>
              </a:cxn>
              <a:cxn ang="0">
                <a:pos x="connsiteX76952" y="connsiteY76952"/>
              </a:cxn>
              <a:cxn ang="0">
                <a:pos x="connsiteX76953" y="connsiteY76953"/>
              </a:cxn>
              <a:cxn ang="0">
                <a:pos x="connsiteX76954" y="connsiteY76954"/>
              </a:cxn>
              <a:cxn ang="0">
                <a:pos x="connsiteX76955" y="connsiteY76955"/>
              </a:cxn>
              <a:cxn ang="0">
                <a:pos x="connsiteX76956" y="connsiteY76956"/>
              </a:cxn>
              <a:cxn ang="0">
                <a:pos x="connsiteX76957" y="connsiteY76957"/>
              </a:cxn>
              <a:cxn ang="0">
                <a:pos x="connsiteX76958" y="connsiteY76958"/>
              </a:cxn>
              <a:cxn ang="0">
                <a:pos x="connsiteX76959" y="connsiteY76959"/>
              </a:cxn>
              <a:cxn ang="0">
                <a:pos x="connsiteX76960" y="connsiteY76960"/>
              </a:cxn>
              <a:cxn ang="0">
                <a:pos x="connsiteX76961" y="connsiteY76961"/>
              </a:cxn>
              <a:cxn ang="0">
                <a:pos x="connsiteX76962" y="connsiteY76962"/>
              </a:cxn>
              <a:cxn ang="0">
                <a:pos x="connsiteX76963" y="connsiteY76963"/>
              </a:cxn>
              <a:cxn ang="0">
                <a:pos x="connsiteX76964" y="connsiteY76964"/>
              </a:cxn>
              <a:cxn ang="0">
                <a:pos x="connsiteX76965" y="connsiteY76965"/>
              </a:cxn>
              <a:cxn ang="0">
                <a:pos x="connsiteX76966" y="connsiteY76966"/>
              </a:cxn>
              <a:cxn ang="0">
                <a:pos x="connsiteX76967" y="connsiteY76967"/>
              </a:cxn>
              <a:cxn ang="0">
                <a:pos x="connsiteX76968" y="connsiteY76968"/>
              </a:cxn>
              <a:cxn ang="0">
                <a:pos x="connsiteX76969" y="connsiteY76969"/>
              </a:cxn>
              <a:cxn ang="0">
                <a:pos x="connsiteX76970" y="connsiteY76970"/>
              </a:cxn>
              <a:cxn ang="0">
                <a:pos x="connsiteX76971" y="connsiteY76971"/>
              </a:cxn>
              <a:cxn ang="0">
                <a:pos x="connsiteX76972" y="connsiteY76972"/>
              </a:cxn>
              <a:cxn ang="0">
                <a:pos x="connsiteX76973" y="connsiteY76973"/>
              </a:cxn>
              <a:cxn ang="0">
                <a:pos x="connsiteX76974" y="connsiteY76974"/>
              </a:cxn>
              <a:cxn ang="0">
                <a:pos x="connsiteX76975" y="connsiteY76975"/>
              </a:cxn>
              <a:cxn ang="0">
                <a:pos x="connsiteX76976" y="connsiteY76976"/>
              </a:cxn>
              <a:cxn ang="0">
                <a:pos x="connsiteX76977" y="connsiteY76977"/>
              </a:cxn>
              <a:cxn ang="0">
                <a:pos x="connsiteX76978" y="connsiteY76978"/>
              </a:cxn>
              <a:cxn ang="0">
                <a:pos x="connsiteX76979" y="connsiteY76979"/>
              </a:cxn>
              <a:cxn ang="0">
                <a:pos x="connsiteX76980" y="connsiteY76980"/>
              </a:cxn>
              <a:cxn ang="0">
                <a:pos x="connsiteX76981" y="connsiteY76981"/>
              </a:cxn>
              <a:cxn ang="0">
                <a:pos x="connsiteX76982" y="connsiteY76982"/>
              </a:cxn>
              <a:cxn ang="0">
                <a:pos x="connsiteX76983" y="connsiteY76983"/>
              </a:cxn>
              <a:cxn ang="0">
                <a:pos x="connsiteX76984" y="connsiteY76984"/>
              </a:cxn>
              <a:cxn ang="0">
                <a:pos x="connsiteX76985" y="connsiteY76985"/>
              </a:cxn>
              <a:cxn ang="0">
                <a:pos x="connsiteX76986" y="connsiteY76986"/>
              </a:cxn>
              <a:cxn ang="0">
                <a:pos x="connsiteX76987" y="connsiteY76987"/>
              </a:cxn>
              <a:cxn ang="0">
                <a:pos x="connsiteX76988" y="connsiteY76988"/>
              </a:cxn>
              <a:cxn ang="0">
                <a:pos x="connsiteX76989" y="connsiteY76989"/>
              </a:cxn>
              <a:cxn ang="0">
                <a:pos x="connsiteX76990" y="connsiteY76990"/>
              </a:cxn>
              <a:cxn ang="0">
                <a:pos x="connsiteX76991" y="connsiteY76991"/>
              </a:cxn>
              <a:cxn ang="0">
                <a:pos x="connsiteX76992" y="connsiteY76992"/>
              </a:cxn>
              <a:cxn ang="0">
                <a:pos x="connsiteX76993" y="connsiteY76993"/>
              </a:cxn>
              <a:cxn ang="0">
                <a:pos x="connsiteX76994" y="connsiteY76994"/>
              </a:cxn>
              <a:cxn ang="0">
                <a:pos x="connsiteX76995" y="connsiteY76995"/>
              </a:cxn>
              <a:cxn ang="0">
                <a:pos x="connsiteX76996" y="connsiteY76996"/>
              </a:cxn>
              <a:cxn ang="0">
                <a:pos x="connsiteX76997" y="connsiteY76997"/>
              </a:cxn>
              <a:cxn ang="0">
                <a:pos x="connsiteX76998" y="connsiteY76998"/>
              </a:cxn>
              <a:cxn ang="0">
                <a:pos x="connsiteX76999" y="connsiteY76999"/>
              </a:cxn>
              <a:cxn ang="0">
                <a:pos x="connsiteX77000" y="connsiteY77000"/>
              </a:cxn>
              <a:cxn ang="0">
                <a:pos x="connsiteX77001" y="connsiteY77001"/>
              </a:cxn>
              <a:cxn ang="0">
                <a:pos x="connsiteX77002" y="connsiteY77002"/>
              </a:cxn>
              <a:cxn ang="0">
                <a:pos x="connsiteX77003" y="connsiteY77003"/>
              </a:cxn>
              <a:cxn ang="0">
                <a:pos x="connsiteX77004" y="connsiteY77004"/>
              </a:cxn>
              <a:cxn ang="0">
                <a:pos x="connsiteX77005" y="connsiteY77005"/>
              </a:cxn>
              <a:cxn ang="0">
                <a:pos x="connsiteX77006" y="connsiteY77006"/>
              </a:cxn>
              <a:cxn ang="0">
                <a:pos x="connsiteX77007" y="connsiteY77007"/>
              </a:cxn>
              <a:cxn ang="0">
                <a:pos x="connsiteX77008" y="connsiteY77008"/>
              </a:cxn>
              <a:cxn ang="0">
                <a:pos x="connsiteX77009" y="connsiteY77009"/>
              </a:cxn>
              <a:cxn ang="0">
                <a:pos x="connsiteX77010" y="connsiteY77010"/>
              </a:cxn>
              <a:cxn ang="0">
                <a:pos x="connsiteX77011" y="connsiteY77011"/>
              </a:cxn>
              <a:cxn ang="0">
                <a:pos x="connsiteX77012" y="connsiteY77012"/>
              </a:cxn>
              <a:cxn ang="0">
                <a:pos x="connsiteX77013" y="connsiteY77013"/>
              </a:cxn>
              <a:cxn ang="0">
                <a:pos x="connsiteX77014" y="connsiteY77014"/>
              </a:cxn>
              <a:cxn ang="0">
                <a:pos x="connsiteX77015" y="connsiteY77015"/>
              </a:cxn>
              <a:cxn ang="0">
                <a:pos x="connsiteX77016" y="connsiteY77016"/>
              </a:cxn>
              <a:cxn ang="0">
                <a:pos x="connsiteX77017" y="connsiteY77017"/>
              </a:cxn>
              <a:cxn ang="0">
                <a:pos x="connsiteX77018" y="connsiteY77018"/>
              </a:cxn>
              <a:cxn ang="0">
                <a:pos x="connsiteX77019" y="connsiteY77019"/>
              </a:cxn>
              <a:cxn ang="0">
                <a:pos x="connsiteX77020" y="connsiteY77020"/>
              </a:cxn>
              <a:cxn ang="0">
                <a:pos x="connsiteX77021" y="connsiteY77021"/>
              </a:cxn>
              <a:cxn ang="0">
                <a:pos x="connsiteX77022" y="connsiteY77022"/>
              </a:cxn>
              <a:cxn ang="0">
                <a:pos x="connsiteX77023" y="connsiteY77023"/>
              </a:cxn>
              <a:cxn ang="0">
                <a:pos x="connsiteX77024" y="connsiteY77024"/>
              </a:cxn>
              <a:cxn ang="0">
                <a:pos x="connsiteX77025" y="connsiteY77025"/>
              </a:cxn>
              <a:cxn ang="0">
                <a:pos x="connsiteX77026" y="connsiteY77026"/>
              </a:cxn>
              <a:cxn ang="0">
                <a:pos x="connsiteX77027" y="connsiteY77027"/>
              </a:cxn>
              <a:cxn ang="0">
                <a:pos x="connsiteX77028" y="connsiteY77028"/>
              </a:cxn>
              <a:cxn ang="0">
                <a:pos x="connsiteX77029" y="connsiteY77029"/>
              </a:cxn>
              <a:cxn ang="0">
                <a:pos x="connsiteX77030" y="connsiteY77030"/>
              </a:cxn>
              <a:cxn ang="0">
                <a:pos x="connsiteX77031" y="connsiteY77031"/>
              </a:cxn>
              <a:cxn ang="0">
                <a:pos x="connsiteX77032" y="connsiteY77032"/>
              </a:cxn>
              <a:cxn ang="0">
                <a:pos x="connsiteX77033" y="connsiteY77033"/>
              </a:cxn>
              <a:cxn ang="0">
                <a:pos x="connsiteX77034" y="connsiteY77034"/>
              </a:cxn>
              <a:cxn ang="0">
                <a:pos x="connsiteX77035" y="connsiteY77035"/>
              </a:cxn>
              <a:cxn ang="0">
                <a:pos x="connsiteX77036" y="connsiteY77036"/>
              </a:cxn>
              <a:cxn ang="0">
                <a:pos x="connsiteX77037" y="connsiteY77037"/>
              </a:cxn>
              <a:cxn ang="0">
                <a:pos x="connsiteX77038" y="connsiteY77038"/>
              </a:cxn>
              <a:cxn ang="0">
                <a:pos x="connsiteX77039" y="connsiteY77039"/>
              </a:cxn>
              <a:cxn ang="0">
                <a:pos x="connsiteX77040" y="connsiteY77040"/>
              </a:cxn>
              <a:cxn ang="0">
                <a:pos x="connsiteX77041" y="connsiteY77041"/>
              </a:cxn>
              <a:cxn ang="0">
                <a:pos x="connsiteX77042" y="connsiteY77042"/>
              </a:cxn>
              <a:cxn ang="0">
                <a:pos x="connsiteX77043" y="connsiteY77043"/>
              </a:cxn>
              <a:cxn ang="0">
                <a:pos x="connsiteX77044" y="connsiteY77044"/>
              </a:cxn>
              <a:cxn ang="0">
                <a:pos x="connsiteX77045" y="connsiteY77045"/>
              </a:cxn>
              <a:cxn ang="0">
                <a:pos x="connsiteX77046" y="connsiteY77046"/>
              </a:cxn>
              <a:cxn ang="0">
                <a:pos x="connsiteX77047" y="connsiteY77047"/>
              </a:cxn>
              <a:cxn ang="0">
                <a:pos x="connsiteX77048" y="connsiteY77048"/>
              </a:cxn>
              <a:cxn ang="0">
                <a:pos x="connsiteX77049" y="connsiteY77049"/>
              </a:cxn>
              <a:cxn ang="0">
                <a:pos x="connsiteX77050" y="connsiteY77050"/>
              </a:cxn>
              <a:cxn ang="0">
                <a:pos x="connsiteX77051" y="connsiteY77051"/>
              </a:cxn>
              <a:cxn ang="0">
                <a:pos x="connsiteX77052" y="connsiteY77052"/>
              </a:cxn>
              <a:cxn ang="0">
                <a:pos x="connsiteX77053" y="connsiteY77053"/>
              </a:cxn>
              <a:cxn ang="0">
                <a:pos x="connsiteX77054" y="connsiteY77054"/>
              </a:cxn>
              <a:cxn ang="0">
                <a:pos x="connsiteX77055" y="connsiteY77055"/>
              </a:cxn>
              <a:cxn ang="0">
                <a:pos x="connsiteX77056" y="connsiteY77056"/>
              </a:cxn>
              <a:cxn ang="0">
                <a:pos x="connsiteX77057" y="connsiteY77057"/>
              </a:cxn>
              <a:cxn ang="0">
                <a:pos x="connsiteX77058" y="connsiteY77058"/>
              </a:cxn>
              <a:cxn ang="0">
                <a:pos x="connsiteX77059" y="connsiteY77059"/>
              </a:cxn>
              <a:cxn ang="0">
                <a:pos x="connsiteX77060" y="connsiteY77060"/>
              </a:cxn>
              <a:cxn ang="0">
                <a:pos x="connsiteX77061" y="connsiteY77061"/>
              </a:cxn>
              <a:cxn ang="0">
                <a:pos x="connsiteX77062" y="connsiteY77062"/>
              </a:cxn>
              <a:cxn ang="0">
                <a:pos x="connsiteX77063" y="connsiteY77063"/>
              </a:cxn>
              <a:cxn ang="0">
                <a:pos x="connsiteX77064" y="connsiteY77064"/>
              </a:cxn>
              <a:cxn ang="0">
                <a:pos x="connsiteX77065" y="connsiteY77065"/>
              </a:cxn>
              <a:cxn ang="0">
                <a:pos x="connsiteX77066" y="connsiteY77066"/>
              </a:cxn>
              <a:cxn ang="0">
                <a:pos x="connsiteX77067" y="connsiteY77067"/>
              </a:cxn>
              <a:cxn ang="0">
                <a:pos x="connsiteX77068" y="connsiteY77068"/>
              </a:cxn>
              <a:cxn ang="0">
                <a:pos x="connsiteX77069" y="connsiteY77069"/>
              </a:cxn>
              <a:cxn ang="0">
                <a:pos x="connsiteX77070" y="connsiteY77070"/>
              </a:cxn>
              <a:cxn ang="0">
                <a:pos x="connsiteX77071" y="connsiteY77071"/>
              </a:cxn>
              <a:cxn ang="0">
                <a:pos x="connsiteX77072" y="connsiteY77072"/>
              </a:cxn>
              <a:cxn ang="0">
                <a:pos x="connsiteX77073" y="connsiteY77073"/>
              </a:cxn>
              <a:cxn ang="0">
                <a:pos x="connsiteX77074" y="connsiteY77074"/>
              </a:cxn>
              <a:cxn ang="0">
                <a:pos x="connsiteX77075" y="connsiteY77075"/>
              </a:cxn>
              <a:cxn ang="0">
                <a:pos x="connsiteX77076" y="connsiteY77076"/>
              </a:cxn>
              <a:cxn ang="0">
                <a:pos x="connsiteX77077" y="connsiteY77077"/>
              </a:cxn>
              <a:cxn ang="0">
                <a:pos x="connsiteX77078" y="connsiteY77078"/>
              </a:cxn>
              <a:cxn ang="0">
                <a:pos x="connsiteX77079" y="connsiteY77079"/>
              </a:cxn>
              <a:cxn ang="0">
                <a:pos x="connsiteX77080" y="connsiteY77080"/>
              </a:cxn>
              <a:cxn ang="0">
                <a:pos x="connsiteX77081" y="connsiteY77081"/>
              </a:cxn>
              <a:cxn ang="0">
                <a:pos x="connsiteX77082" y="connsiteY77082"/>
              </a:cxn>
              <a:cxn ang="0">
                <a:pos x="connsiteX77083" y="connsiteY77083"/>
              </a:cxn>
              <a:cxn ang="0">
                <a:pos x="connsiteX77084" y="connsiteY77084"/>
              </a:cxn>
              <a:cxn ang="0">
                <a:pos x="connsiteX77085" y="connsiteY77085"/>
              </a:cxn>
              <a:cxn ang="0">
                <a:pos x="connsiteX77086" y="connsiteY77086"/>
              </a:cxn>
              <a:cxn ang="0">
                <a:pos x="connsiteX77087" y="connsiteY77087"/>
              </a:cxn>
              <a:cxn ang="0">
                <a:pos x="connsiteX77088" y="connsiteY77088"/>
              </a:cxn>
              <a:cxn ang="0">
                <a:pos x="connsiteX77089" y="connsiteY77089"/>
              </a:cxn>
              <a:cxn ang="0">
                <a:pos x="connsiteX77090" y="connsiteY77090"/>
              </a:cxn>
              <a:cxn ang="0">
                <a:pos x="connsiteX77091" y="connsiteY77091"/>
              </a:cxn>
              <a:cxn ang="0">
                <a:pos x="connsiteX77092" y="connsiteY77092"/>
              </a:cxn>
              <a:cxn ang="0">
                <a:pos x="connsiteX77093" y="connsiteY77093"/>
              </a:cxn>
              <a:cxn ang="0">
                <a:pos x="connsiteX77094" y="connsiteY77094"/>
              </a:cxn>
              <a:cxn ang="0">
                <a:pos x="connsiteX77095" y="connsiteY77095"/>
              </a:cxn>
              <a:cxn ang="0">
                <a:pos x="connsiteX77096" y="connsiteY77096"/>
              </a:cxn>
              <a:cxn ang="0">
                <a:pos x="connsiteX77097" y="connsiteY77097"/>
              </a:cxn>
              <a:cxn ang="0">
                <a:pos x="connsiteX77098" y="connsiteY77098"/>
              </a:cxn>
              <a:cxn ang="0">
                <a:pos x="connsiteX77099" y="connsiteY77099"/>
              </a:cxn>
              <a:cxn ang="0">
                <a:pos x="connsiteX77100" y="connsiteY77100"/>
              </a:cxn>
              <a:cxn ang="0">
                <a:pos x="connsiteX77101" y="connsiteY77101"/>
              </a:cxn>
              <a:cxn ang="0">
                <a:pos x="connsiteX77102" y="connsiteY77102"/>
              </a:cxn>
              <a:cxn ang="0">
                <a:pos x="connsiteX77103" y="connsiteY77103"/>
              </a:cxn>
              <a:cxn ang="0">
                <a:pos x="connsiteX77104" y="connsiteY77104"/>
              </a:cxn>
              <a:cxn ang="0">
                <a:pos x="connsiteX77105" y="connsiteY77105"/>
              </a:cxn>
              <a:cxn ang="0">
                <a:pos x="connsiteX77106" y="connsiteY77106"/>
              </a:cxn>
              <a:cxn ang="0">
                <a:pos x="connsiteX77107" y="connsiteY77107"/>
              </a:cxn>
              <a:cxn ang="0">
                <a:pos x="connsiteX77108" y="connsiteY77108"/>
              </a:cxn>
              <a:cxn ang="0">
                <a:pos x="connsiteX77109" y="connsiteY77109"/>
              </a:cxn>
              <a:cxn ang="0">
                <a:pos x="connsiteX77110" y="connsiteY77110"/>
              </a:cxn>
              <a:cxn ang="0">
                <a:pos x="connsiteX77111" y="connsiteY77111"/>
              </a:cxn>
              <a:cxn ang="0">
                <a:pos x="connsiteX77112" y="connsiteY77112"/>
              </a:cxn>
              <a:cxn ang="0">
                <a:pos x="connsiteX77113" y="connsiteY77113"/>
              </a:cxn>
              <a:cxn ang="0">
                <a:pos x="connsiteX77114" y="connsiteY77114"/>
              </a:cxn>
              <a:cxn ang="0">
                <a:pos x="connsiteX77115" y="connsiteY77115"/>
              </a:cxn>
              <a:cxn ang="0">
                <a:pos x="connsiteX77116" y="connsiteY77116"/>
              </a:cxn>
              <a:cxn ang="0">
                <a:pos x="connsiteX77117" y="connsiteY77117"/>
              </a:cxn>
              <a:cxn ang="0">
                <a:pos x="connsiteX77118" y="connsiteY77118"/>
              </a:cxn>
              <a:cxn ang="0">
                <a:pos x="connsiteX77119" y="connsiteY77119"/>
              </a:cxn>
              <a:cxn ang="0">
                <a:pos x="connsiteX77120" y="connsiteY77120"/>
              </a:cxn>
              <a:cxn ang="0">
                <a:pos x="connsiteX77121" y="connsiteY77121"/>
              </a:cxn>
              <a:cxn ang="0">
                <a:pos x="connsiteX77122" y="connsiteY77122"/>
              </a:cxn>
              <a:cxn ang="0">
                <a:pos x="connsiteX77123" y="connsiteY77123"/>
              </a:cxn>
              <a:cxn ang="0">
                <a:pos x="connsiteX77124" y="connsiteY77124"/>
              </a:cxn>
              <a:cxn ang="0">
                <a:pos x="connsiteX77125" y="connsiteY77125"/>
              </a:cxn>
              <a:cxn ang="0">
                <a:pos x="connsiteX77126" y="connsiteY77126"/>
              </a:cxn>
              <a:cxn ang="0">
                <a:pos x="connsiteX77127" y="connsiteY77127"/>
              </a:cxn>
              <a:cxn ang="0">
                <a:pos x="connsiteX77128" y="connsiteY77128"/>
              </a:cxn>
              <a:cxn ang="0">
                <a:pos x="connsiteX77129" y="connsiteY77129"/>
              </a:cxn>
              <a:cxn ang="0">
                <a:pos x="connsiteX77130" y="connsiteY77130"/>
              </a:cxn>
              <a:cxn ang="0">
                <a:pos x="connsiteX77131" y="connsiteY77131"/>
              </a:cxn>
              <a:cxn ang="0">
                <a:pos x="connsiteX77132" y="connsiteY77132"/>
              </a:cxn>
              <a:cxn ang="0">
                <a:pos x="connsiteX77133" y="connsiteY77133"/>
              </a:cxn>
              <a:cxn ang="0">
                <a:pos x="connsiteX77134" y="connsiteY77134"/>
              </a:cxn>
              <a:cxn ang="0">
                <a:pos x="connsiteX77135" y="connsiteY77135"/>
              </a:cxn>
              <a:cxn ang="0">
                <a:pos x="connsiteX77136" y="connsiteY77136"/>
              </a:cxn>
              <a:cxn ang="0">
                <a:pos x="connsiteX77137" y="connsiteY77137"/>
              </a:cxn>
              <a:cxn ang="0">
                <a:pos x="connsiteX77138" y="connsiteY77138"/>
              </a:cxn>
              <a:cxn ang="0">
                <a:pos x="connsiteX77139" y="connsiteY77139"/>
              </a:cxn>
              <a:cxn ang="0">
                <a:pos x="connsiteX77140" y="connsiteY77140"/>
              </a:cxn>
              <a:cxn ang="0">
                <a:pos x="connsiteX77141" y="connsiteY77141"/>
              </a:cxn>
              <a:cxn ang="0">
                <a:pos x="connsiteX77142" y="connsiteY77142"/>
              </a:cxn>
              <a:cxn ang="0">
                <a:pos x="connsiteX77143" y="connsiteY77143"/>
              </a:cxn>
              <a:cxn ang="0">
                <a:pos x="connsiteX77144" y="connsiteY77144"/>
              </a:cxn>
              <a:cxn ang="0">
                <a:pos x="connsiteX77145" y="connsiteY77145"/>
              </a:cxn>
              <a:cxn ang="0">
                <a:pos x="connsiteX77146" y="connsiteY77146"/>
              </a:cxn>
              <a:cxn ang="0">
                <a:pos x="connsiteX77147" y="connsiteY77147"/>
              </a:cxn>
              <a:cxn ang="0">
                <a:pos x="connsiteX77148" y="connsiteY77148"/>
              </a:cxn>
              <a:cxn ang="0">
                <a:pos x="connsiteX77149" y="connsiteY77149"/>
              </a:cxn>
              <a:cxn ang="0">
                <a:pos x="connsiteX77150" y="connsiteY77150"/>
              </a:cxn>
              <a:cxn ang="0">
                <a:pos x="connsiteX77151" y="connsiteY77151"/>
              </a:cxn>
              <a:cxn ang="0">
                <a:pos x="connsiteX77152" y="connsiteY77152"/>
              </a:cxn>
              <a:cxn ang="0">
                <a:pos x="connsiteX77153" y="connsiteY77153"/>
              </a:cxn>
              <a:cxn ang="0">
                <a:pos x="connsiteX77154" y="connsiteY77154"/>
              </a:cxn>
              <a:cxn ang="0">
                <a:pos x="connsiteX77155" y="connsiteY77155"/>
              </a:cxn>
              <a:cxn ang="0">
                <a:pos x="connsiteX77156" y="connsiteY77156"/>
              </a:cxn>
              <a:cxn ang="0">
                <a:pos x="connsiteX77157" y="connsiteY77157"/>
              </a:cxn>
              <a:cxn ang="0">
                <a:pos x="connsiteX77158" y="connsiteY77158"/>
              </a:cxn>
              <a:cxn ang="0">
                <a:pos x="connsiteX77159" y="connsiteY77159"/>
              </a:cxn>
              <a:cxn ang="0">
                <a:pos x="connsiteX77160" y="connsiteY77160"/>
              </a:cxn>
              <a:cxn ang="0">
                <a:pos x="connsiteX77161" y="connsiteY77161"/>
              </a:cxn>
              <a:cxn ang="0">
                <a:pos x="connsiteX77162" y="connsiteY77162"/>
              </a:cxn>
              <a:cxn ang="0">
                <a:pos x="connsiteX77163" y="connsiteY77163"/>
              </a:cxn>
              <a:cxn ang="0">
                <a:pos x="connsiteX77164" y="connsiteY77164"/>
              </a:cxn>
              <a:cxn ang="0">
                <a:pos x="connsiteX77165" y="connsiteY77165"/>
              </a:cxn>
              <a:cxn ang="0">
                <a:pos x="connsiteX77166" y="connsiteY77166"/>
              </a:cxn>
              <a:cxn ang="0">
                <a:pos x="connsiteX77167" y="connsiteY77167"/>
              </a:cxn>
              <a:cxn ang="0">
                <a:pos x="connsiteX77168" y="connsiteY77168"/>
              </a:cxn>
              <a:cxn ang="0">
                <a:pos x="connsiteX77169" y="connsiteY77169"/>
              </a:cxn>
              <a:cxn ang="0">
                <a:pos x="connsiteX77170" y="connsiteY77170"/>
              </a:cxn>
              <a:cxn ang="0">
                <a:pos x="connsiteX77171" y="connsiteY77171"/>
              </a:cxn>
              <a:cxn ang="0">
                <a:pos x="connsiteX77172" y="connsiteY77172"/>
              </a:cxn>
              <a:cxn ang="0">
                <a:pos x="connsiteX77173" y="connsiteY77173"/>
              </a:cxn>
              <a:cxn ang="0">
                <a:pos x="connsiteX77174" y="connsiteY77174"/>
              </a:cxn>
              <a:cxn ang="0">
                <a:pos x="connsiteX77175" y="connsiteY77175"/>
              </a:cxn>
              <a:cxn ang="0">
                <a:pos x="connsiteX77176" y="connsiteY77176"/>
              </a:cxn>
              <a:cxn ang="0">
                <a:pos x="connsiteX77177" y="connsiteY77177"/>
              </a:cxn>
              <a:cxn ang="0">
                <a:pos x="connsiteX77178" y="connsiteY77178"/>
              </a:cxn>
              <a:cxn ang="0">
                <a:pos x="connsiteX77179" y="connsiteY77179"/>
              </a:cxn>
              <a:cxn ang="0">
                <a:pos x="connsiteX77180" y="connsiteY77180"/>
              </a:cxn>
              <a:cxn ang="0">
                <a:pos x="connsiteX77181" y="connsiteY77181"/>
              </a:cxn>
              <a:cxn ang="0">
                <a:pos x="connsiteX77182" y="connsiteY77182"/>
              </a:cxn>
              <a:cxn ang="0">
                <a:pos x="connsiteX77183" y="connsiteY77183"/>
              </a:cxn>
              <a:cxn ang="0">
                <a:pos x="connsiteX77184" y="connsiteY77184"/>
              </a:cxn>
              <a:cxn ang="0">
                <a:pos x="connsiteX77185" y="connsiteY77185"/>
              </a:cxn>
              <a:cxn ang="0">
                <a:pos x="connsiteX77186" y="connsiteY77186"/>
              </a:cxn>
              <a:cxn ang="0">
                <a:pos x="connsiteX77187" y="connsiteY77187"/>
              </a:cxn>
              <a:cxn ang="0">
                <a:pos x="connsiteX77188" y="connsiteY77188"/>
              </a:cxn>
              <a:cxn ang="0">
                <a:pos x="connsiteX77189" y="connsiteY77189"/>
              </a:cxn>
              <a:cxn ang="0">
                <a:pos x="connsiteX77190" y="connsiteY77190"/>
              </a:cxn>
              <a:cxn ang="0">
                <a:pos x="connsiteX77191" y="connsiteY77191"/>
              </a:cxn>
              <a:cxn ang="0">
                <a:pos x="connsiteX77192" y="connsiteY77192"/>
              </a:cxn>
              <a:cxn ang="0">
                <a:pos x="connsiteX77193" y="connsiteY77193"/>
              </a:cxn>
              <a:cxn ang="0">
                <a:pos x="connsiteX77194" y="connsiteY77194"/>
              </a:cxn>
              <a:cxn ang="0">
                <a:pos x="connsiteX77195" y="connsiteY77195"/>
              </a:cxn>
              <a:cxn ang="0">
                <a:pos x="connsiteX77196" y="connsiteY77196"/>
              </a:cxn>
              <a:cxn ang="0">
                <a:pos x="connsiteX77197" y="connsiteY77197"/>
              </a:cxn>
              <a:cxn ang="0">
                <a:pos x="connsiteX77198" y="connsiteY77198"/>
              </a:cxn>
              <a:cxn ang="0">
                <a:pos x="connsiteX77199" y="connsiteY77199"/>
              </a:cxn>
              <a:cxn ang="0">
                <a:pos x="connsiteX77200" y="connsiteY77200"/>
              </a:cxn>
              <a:cxn ang="0">
                <a:pos x="connsiteX77201" y="connsiteY77201"/>
              </a:cxn>
              <a:cxn ang="0">
                <a:pos x="connsiteX77202" y="connsiteY77202"/>
              </a:cxn>
              <a:cxn ang="0">
                <a:pos x="connsiteX77203" y="connsiteY77203"/>
              </a:cxn>
              <a:cxn ang="0">
                <a:pos x="connsiteX77204" y="connsiteY77204"/>
              </a:cxn>
              <a:cxn ang="0">
                <a:pos x="connsiteX77205" y="connsiteY77205"/>
              </a:cxn>
              <a:cxn ang="0">
                <a:pos x="connsiteX77206" y="connsiteY77206"/>
              </a:cxn>
              <a:cxn ang="0">
                <a:pos x="connsiteX77207" y="connsiteY77207"/>
              </a:cxn>
              <a:cxn ang="0">
                <a:pos x="connsiteX77208" y="connsiteY77208"/>
              </a:cxn>
              <a:cxn ang="0">
                <a:pos x="connsiteX77209" y="connsiteY77209"/>
              </a:cxn>
              <a:cxn ang="0">
                <a:pos x="connsiteX77210" y="connsiteY77210"/>
              </a:cxn>
              <a:cxn ang="0">
                <a:pos x="connsiteX77211" y="connsiteY77211"/>
              </a:cxn>
              <a:cxn ang="0">
                <a:pos x="connsiteX77212" y="connsiteY77212"/>
              </a:cxn>
              <a:cxn ang="0">
                <a:pos x="connsiteX77213" y="connsiteY77213"/>
              </a:cxn>
              <a:cxn ang="0">
                <a:pos x="connsiteX77214" y="connsiteY77214"/>
              </a:cxn>
              <a:cxn ang="0">
                <a:pos x="connsiteX77215" y="connsiteY77215"/>
              </a:cxn>
              <a:cxn ang="0">
                <a:pos x="connsiteX77216" y="connsiteY77216"/>
              </a:cxn>
              <a:cxn ang="0">
                <a:pos x="connsiteX77217" y="connsiteY77217"/>
              </a:cxn>
              <a:cxn ang="0">
                <a:pos x="connsiteX77218" y="connsiteY77218"/>
              </a:cxn>
              <a:cxn ang="0">
                <a:pos x="connsiteX77219" y="connsiteY77219"/>
              </a:cxn>
              <a:cxn ang="0">
                <a:pos x="connsiteX77220" y="connsiteY77220"/>
              </a:cxn>
              <a:cxn ang="0">
                <a:pos x="connsiteX77221" y="connsiteY77221"/>
              </a:cxn>
              <a:cxn ang="0">
                <a:pos x="connsiteX77222" y="connsiteY77222"/>
              </a:cxn>
              <a:cxn ang="0">
                <a:pos x="connsiteX77223" y="connsiteY77223"/>
              </a:cxn>
              <a:cxn ang="0">
                <a:pos x="connsiteX77224" y="connsiteY77224"/>
              </a:cxn>
              <a:cxn ang="0">
                <a:pos x="connsiteX77225" y="connsiteY77225"/>
              </a:cxn>
              <a:cxn ang="0">
                <a:pos x="connsiteX77226" y="connsiteY77226"/>
              </a:cxn>
              <a:cxn ang="0">
                <a:pos x="connsiteX77227" y="connsiteY77227"/>
              </a:cxn>
              <a:cxn ang="0">
                <a:pos x="connsiteX77228" y="connsiteY77228"/>
              </a:cxn>
              <a:cxn ang="0">
                <a:pos x="connsiteX77229" y="connsiteY77229"/>
              </a:cxn>
              <a:cxn ang="0">
                <a:pos x="connsiteX77230" y="connsiteY77230"/>
              </a:cxn>
              <a:cxn ang="0">
                <a:pos x="connsiteX77231" y="connsiteY77231"/>
              </a:cxn>
              <a:cxn ang="0">
                <a:pos x="connsiteX77232" y="connsiteY77232"/>
              </a:cxn>
              <a:cxn ang="0">
                <a:pos x="connsiteX77233" y="connsiteY77233"/>
              </a:cxn>
              <a:cxn ang="0">
                <a:pos x="connsiteX77234" y="connsiteY77234"/>
              </a:cxn>
              <a:cxn ang="0">
                <a:pos x="connsiteX77235" y="connsiteY77235"/>
              </a:cxn>
              <a:cxn ang="0">
                <a:pos x="connsiteX77236" y="connsiteY77236"/>
              </a:cxn>
              <a:cxn ang="0">
                <a:pos x="connsiteX77237" y="connsiteY77237"/>
              </a:cxn>
              <a:cxn ang="0">
                <a:pos x="connsiteX77238" y="connsiteY77238"/>
              </a:cxn>
              <a:cxn ang="0">
                <a:pos x="connsiteX77239" y="connsiteY77239"/>
              </a:cxn>
              <a:cxn ang="0">
                <a:pos x="connsiteX77240" y="connsiteY77240"/>
              </a:cxn>
              <a:cxn ang="0">
                <a:pos x="connsiteX77241" y="connsiteY77241"/>
              </a:cxn>
              <a:cxn ang="0">
                <a:pos x="connsiteX77242" y="connsiteY77242"/>
              </a:cxn>
              <a:cxn ang="0">
                <a:pos x="connsiteX77243" y="connsiteY77243"/>
              </a:cxn>
              <a:cxn ang="0">
                <a:pos x="connsiteX77244" y="connsiteY77244"/>
              </a:cxn>
              <a:cxn ang="0">
                <a:pos x="connsiteX77245" y="connsiteY77245"/>
              </a:cxn>
              <a:cxn ang="0">
                <a:pos x="connsiteX77246" y="connsiteY77246"/>
              </a:cxn>
              <a:cxn ang="0">
                <a:pos x="connsiteX77247" y="connsiteY77247"/>
              </a:cxn>
              <a:cxn ang="0">
                <a:pos x="connsiteX77248" y="connsiteY77248"/>
              </a:cxn>
              <a:cxn ang="0">
                <a:pos x="connsiteX77249" y="connsiteY77249"/>
              </a:cxn>
              <a:cxn ang="0">
                <a:pos x="connsiteX77250" y="connsiteY77250"/>
              </a:cxn>
              <a:cxn ang="0">
                <a:pos x="connsiteX77251" y="connsiteY77251"/>
              </a:cxn>
              <a:cxn ang="0">
                <a:pos x="connsiteX77252" y="connsiteY77252"/>
              </a:cxn>
              <a:cxn ang="0">
                <a:pos x="connsiteX77253" y="connsiteY77253"/>
              </a:cxn>
              <a:cxn ang="0">
                <a:pos x="connsiteX77254" y="connsiteY77254"/>
              </a:cxn>
              <a:cxn ang="0">
                <a:pos x="connsiteX77255" y="connsiteY77255"/>
              </a:cxn>
              <a:cxn ang="0">
                <a:pos x="connsiteX77256" y="connsiteY77256"/>
              </a:cxn>
              <a:cxn ang="0">
                <a:pos x="connsiteX77257" y="connsiteY77257"/>
              </a:cxn>
              <a:cxn ang="0">
                <a:pos x="connsiteX77258" y="connsiteY77258"/>
              </a:cxn>
              <a:cxn ang="0">
                <a:pos x="connsiteX77259" y="connsiteY77259"/>
              </a:cxn>
              <a:cxn ang="0">
                <a:pos x="connsiteX77260" y="connsiteY77260"/>
              </a:cxn>
              <a:cxn ang="0">
                <a:pos x="connsiteX77261" y="connsiteY77261"/>
              </a:cxn>
              <a:cxn ang="0">
                <a:pos x="connsiteX77262" y="connsiteY77262"/>
              </a:cxn>
              <a:cxn ang="0">
                <a:pos x="connsiteX77263" y="connsiteY77263"/>
              </a:cxn>
              <a:cxn ang="0">
                <a:pos x="connsiteX77264" y="connsiteY77264"/>
              </a:cxn>
              <a:cxn ang="0">
                <a:pos x="connsiteX77265" y="connsiteY77265"/>
              </a:cxn>
              <a:cxn ang="0">
                <a:pos x="connsiteX77266" y="connsiteY77266"/>
              </a:cxn>
              <a:cxn ang="0">
                <a:pos x="connsiteX77267" y="connsiteY77267"/>
              </a:cxn>
              <a:cxn ang="0">
                <a:pos x="connsiteX77268" y="connsiteY77268"/>
              </a:cxn>
              <a:cxn ang="0">
                <a:pos x="connsiteX77269" y="connsiteY77269"/>
              </a:cxn>
              <a:cxn ang="0">
                <a:pos x="connsiteX77270" y="connsiteY77270"/>
              </a:cxn>
              <a:cxn ang="0">
                <a:pos x="connsiteX77271" y="connsiteY77271"/>
              </a:cxn>
              <a:cxn ang="0">
                <a:pos x="connsiteX77272" y="connsiteY77272"/>
              </a:cxn>
              <a:cxn ang="0">
                <a:pos x="connsiteX77273" y="connsiteY77273"/>
              </a:cxn>
              <a:cxn ang="0">
                <a:pos x="connsiteX77274" y="connsiteY77274"/>
              </a:cxn>
              <a:cxn ang="0">
                <a:pos x="connsiteX77275" y="connsiteY77275"/>
              </a:cxn>
              <a:cxn ang="0">
                <a:pos x="connsiteX77276" y="connsiteY77276"/>
              </a:cxn>
              <a:cxn ang="0">
                <a:pos x="connsiteX77277" y="connsiteY77277"/>
              </a:cxn>
              <a:cxn ang="0">
                <a:pos x="connsiteX77278" y="connsiteY77278"/>
              </a:cxn>
              <a:cxn ang="0">
                <a:pos x="connsiteX77279" y="connsiteY77279"/>
              </a:cxn>
              <a:cxn ang="0">
                <a:pos x="connsiteX77280" y="connsiteY77280"/>
              </a:cxn>
              <a:cxn ang="0">
                <a:pos x="connsiteX77281" y="connsiteY77281"/>
              </a:cxn>
              <a:cxn ang="0">
                <a:pos x="connsiteX77282" y="connsiteY77282"/>
              </a:cxn>
              <a:cxn ang="0">
                <a:pos x="connsiteX77283" y="connsiteY77283"/>
              </a:cxn>
              <a:cxn ang="0">
                <a:pos x="connsiteX77284" y="connsiteY77284"/>
              </a:cxn>
              <a:cxn ang="0">
                <a:pos x="connsiteX77285" y="connsiteY77285"/>
              </a:cxn>
              <a:cxn ang="0">
                <a:pos x="connsiteX77286" y="connsiteY77286"/>
              </a:cxn>
              <a:cxn ang="0">
                <a:pos x="connsiteX77287" y="connsiteY77287"/>
              </a:cxn>
              <a:cxn ang="0">
                <a:pos x="connsiteX77288" y="connsiteY77288"/>
              </a:cxn>
              <a:cxn ang="0">
                <a:pos x="connsiteX77289" y="connsiteY77289"/>
              </a:cxn>
              <a:cxn ang="0">
                <a:pos x="connsiteX77290" y="connsiteY77290"/>
              </a:cxn>
              <a:cxn ang="0">
                <a:pos x="connsiteX77291" y="connsiteY77291"/>
              </a:cxn>
              <a:cxn ang="0">
                <a:pos x="connsiteX77292" y="connsiteY77292"/>
              </a:cxn>
              <a:cxn ang="0">
                <a:pos x="connsiteX77293" y="connsiteY77293"/>
              </a:cxn>
              <a:cxn ang="0">
                <a:pos x="connsiteX77294" y="connsiteY77294"/>
              </a:cxn>
              <a:cxn ang="0">
                <a:pos x="connsiteX77295" y="connsiteY77295"/>
              </a:cxn>
              <a:cxn ang="0">
                <a:pos x="connsiteX77296" y="connsiteY77296"/>
              </a:cxn>
              <a:cxn ang="0">
                <a:pos x="connsiteX77297" y="connsiteY77297"/>
              </a:cxn>
              <a:cxn ang="0">
                <a:pos x="connsiteX77298" y="connsiteY77298"/>
              </a:cxn>
              <a:cxn ang="0">
                <a:pos x="connsiteX77299" y="connsiteY77299"/>
              </a:cxn>
              <a:cxn ang="0">
                <a:pos x="connsiteX77300" y="connsiteY77300"/>
              </a:cxn>
              <a:cxn ang="0">
                <a:pos x="connsiteX77301" y="connsiteY77301"/>
              </a:cxn>
              <a:cxn ang="0">
                <a:pos x="connsiteX77302" y="connsiteY77302"/>
              </a:cxn>
              <a:cxn ang="0">
                <a:pos x="connsiteX77303" y="connsiteY77303"/>
              </a:cxn>
              <a:cxn ang="0">
                <a:pos x="connsiteX77304" y="connsiteY77304"/>
              </a:cxn>
              <a:cxn ang="0">
                <a:pos x="connsiteX77305" y="connsiteY77305"/>
              </a:cxn>
              <a:cxn ang="0">
                <a:pos x="connsiteX77306" y="connsiteY77306"/>
              </a:cxn>
              <a:cxn ang="0">
                <a:pos x="connsiteX77307" y="connsiteY77307"/>
              </a:cxn>
              <a:cxn ang="0">
                <a:pos x="connsiteX77308" y="connsiteY77308"/>
              </a:cxn>
              <a:cxn ang="0">
                <a:pos x="connsiteX77309" y="connsiteY77309"/>
              </a:cxn>
              <a:cxn ang="0">
                <a:pos x="connsiteX77310" y="connsiteY77310"/>
              </a:cxn>
              <a:cxn ang="0">
                <a:pos x="connsiteX77311" y="connsiteY77311"/>
              </a:cxn>
              <a:cxn ang="0">
                <a:pos x="connsiteX77312" y="connsiteY77312"/>
              </a:cxn>
              <a:cxn ang="0">
                <a:pos x="connsiteX77313" y="connsiteY77313"/>
              </a:cxn>
              <a:cxn ang="0">
                <a:pos x="connsiteX77314" y="connsiteY77314"/>
              </a:cxn>
              <a:cxn ang="0">
                <a:pos x="connsiteX77315" y="connsiteY77315"/>
              </a:cxn>
              <a:cxn ang="0">
                <a:pos x="connsiteX77316" y="connsiteY77316"/>
              </a:cxn>
              <a:cxn ang="0">
                <a:pos x="connsiteX77317" y="connsiteY77317"/>
              </a:cxn>
              <a:cxn ang="0">
                <a:pos x="connsiteX77318" y="connsiteY77318"/>
              </a:cxn>
              <a:cxn ang="0">
                <a:pos x="connsiteX77319" y="connsiteY77319"/>
              </a:cxn>
              <a:cxn ang="0">
                <a:pos x="connsiteX77320" y="connsiteY77320"/>
              </a:cxn>
              <a:cxn ang="0">
                <a:pos x="connsiteX77321" y="connsiteY77321"/>
              </a:cxn>
              <a:cxn ang="0">
                <a:pos x="connsiteX77322" y="connsiteY77322"/>
              </a:cxn>
              <a:cxn ang="0">
                <a:pos x="connsiteX77323" y="connsiteY77323"/>
              </a:cxn>
              <a:cxn ang="0">
                <a:pos x="connsiteX77324" y="connsiteY77324"/>
              </a:cxn>
              <a:cxn ang="0">
                <a:pos x="connsiteX77325" y="connsiteY77325"/>
              </a:cxn>
              <a:cxn ang="0">
                <a:pos x="connsiteX77326" y="connsiteY77326"/>
              </a:cxn>
              <a:cxn ang="0">
                <a:pos x="connsiteX77327" y="connsiteY77327"/>
              </a:cxn>
              <a:cxn ang="0">
                <a:pos x="connsiteX77328" y="connsiteY77328"/>
              </a:cxn>
              <a:cxn ang="0">
                <a:pos x="connsiteX77329" y="connsiteY77329"/>
              </a:cxn>
              <a:cxn ang="0">
                <a:pos x="connsiteX77330" y="connsiteY77330"/>
              </a:cxn>
              <a:cxn ang="0">
                <a:pos x="connsiteX77331" y="connsiteY77331"/>
              </a:cxn>
              <a:cxn ang="0">
                <a:pos x="connsiteX77332" y="connsiteY77332"/>
              </a:cxn>
              <a:cxn ang="0">
                <a:pos x="connsiteX77333" y="connsiteY77333"/>
              </a:cxn>
              <a:cxn ang="0">
                <a:pos x="connsiteX77334" y="connsiteY77334"/>
              </a:cxn>
              <a:cxn ang="0">
                <a:pos x="connsiteX77335" y="connsiteY77335"/>
              </a:cxn>
              <a:cxn ang="0">
                <a:pos x="connsiteX77336" y="connsiteY77336"/>
              </a:cxn>
              <a:cxn ang="0">
                <a:pos x="connsiteX77337" y="connsiteY77337"/>
              </a:cxn>
              <a:cxn ang="0">
                <a:pos x="connsiteX77338" y="connsiteY77338"/>
              </a:cxn>
              <a:cxn ang="0">
                <a:pos x="connsiteX77339" y="connsiteY77339"/>
              </a:cxn>
              <a:cxn ang="0">
                <a:pos x="connsiteX77340" y="connsiteY77340"/>
              </a:cxn>
              <a:cxn ang="0">
                <a:pos x="connsiteX77341" y="connsiteY77341"/>
              </a:cxn>
              <a:cxn ang="0">
                <a:pos x="connsiteX77342" y="connsiteY77342"/>
              </a:cxn>
              <a:cxn ang="0">
                <a:pos x="connsiteX77343" y="connsiteY77343"/>
              </a:cxn>
              <a:cxn ang="0">
                <a:pos x="connsiteX77344" y="connsiteY77344"/>
              </a:cxn>
              <a:cxn ang="0">
                <a:pos x="connsiteX77345" y="connsiteY77345"/>
              </a:cxn>
              <a:cxn ang="0">
                <a:pos x="connsiteX77346" y="connsiteY77346"/>
              </a:cxn>
              <a:cxn ang="0">
                <a:pos x="connsiteX77347" y="connsiteY77347"/>
              </a:cxn>
              <a:cxn ang="0">
                <a:pos x="connsiteX77348" y="connsiteY77348"/>
              </a:cxn>
              <a:cxn ang="0">
                <a:pos x="connsiteX77349" y="connsiteY77349"/>
              </a:cxn>
              <a:cxn ang="0">
                <a:pos x="connsiteX77350" y="connsiteY77350"/>
              </a:cxn>
              <a:cxn ang="0">
                <a:pos x="connsiteX77351" y="connsiteY77351"/>
              </a:cxn>
              <a:cxn ang="0">
                <a:pos x="connsiteX77352" y="connsiteY77352"/>
              </a:cxn>
              <a:cxn ang="0">
                <a:pos x="connsiteX77353" y="connsiteY77353"/>
              </a:cxn>
              <a:cxn ang="0">
                <a:pos x="connsiteX77354" y="connsiteY77354"/>
              </a:cxn>
              <a:cxn ang="0">
                <a:pos x="connsiteX77355" y="connsiteY77355"/>
              </a:cxn>
              <a:cxn ang="0">
                <a:pos x="connsiteX77356" y="connsiteY77356"/>
              </a:cxn>
              <a:cxn ang="0">
                <a:pos x="connsiteX77357" y="connsiteY77357"/>
              </a:cxn>
              <a:cxn ang="0">
                <a:pos x="connsiteX77358" y="connsiteY77358"/>
              </a:cxn>
              <a:cxn ang="0">
                <a:pos x="connsiteX77359" y="connsiteY77359"/>
              </a:cxn>
              <a:cxn ang="0">
                <a:pos x="connsiteX77360" y="connsiteY77360"/>
              </a:cxn>
              <a:cxn ang="0">
                <a:pos x="connsiteX77361" y="connsiteY77361"/>
              </a:cxn>
              <a:cxn ang="0">
                <a:pos x="connsiteX77362" y="connsiteY77362"/>
              </a:cxn>
              <a:cxn ang="0">
                <a:pos x="connsiteX77363" y="connsiteY77363"/>
              </a:cxn>
              <a:cxn ang="0">
                <a:pos x="connsiteX77364" y="connsiteY77364"/>
              </a:cxn>
              <a:cxn ang="0">
                <a:pos x="connsiteX77365" y="connsiteY77365"/>
              </a:cxn>
              <a:cxn ang="0">
                <a:pos x="connsiteX77366" y="connsiteY77366"/>
              </a:cxn>
              <a:cxn ang="0">
                <a:pos x="connsiteX77367" y="connsiteY77367"/>
              </a:cxn>
              <a:cxn ang="0">
                <a:pos x="connsiteX77368" y="connsiteY77368"/>
              </a:cxn>
              <a:cxn ang="0">
                <a:pos x="connsiteX77369" y="connsiteY77369"/>
              </a:cxn>
              <a:cxn ang="0">
                <a:pos x="connsiteX77370" y="connsiteY77370"/>
              </a:cxn>
              <a:cxn ang="0">
                <a:pos x="connsiteX77371" y="connsiteY77371"/>
              </a:cxn>
              <a:cxn ang="0">
                <a:pos x="connsiteX77372" y="connsiteY77372"/>
              </a:cxn>
              <a:cxn ang="0">
                <a:pos x="connsiteX77373" y="connsiteY77373"/>
              </a:cxn>
              <a:cxn ang="0">
                <a:pos x="connsiteX77374" y="connsiteY77374"/>
              </a:cxn>
              <a:cxn ang="0">
                <a:pos x="connsiteX77375" y="connsiteY77375"/>
              </a:cxn>
              <a:cxn ang="0">
                <a:pos x="connsiteX77376" y="connsiteY77376"/>
              </a:cxn>
              <a:cxn ang="0">
                <a:pos x="connsiteX77377" y="connsiteY77377"/>
              </a:cxn>
              <a:cxn ang="0">
                <a:pos x="connsiteX77378" y="connsiteY77378"/>
              </a:cxn>
              <a:cxn ang="0">
                <a:pos x="connsiteX77379" y="connsiteY77379"/>
              </a:cxn>
              <a:cxn ang="0">
                <a:pos x="connsiteX77380" y="connsiteY77380"/>
              </a:cxn>
              <a:cxn ang="0">
                <a:pos x="connsiteX77381" y="connsiteY77381"/>
              </a:cxn>
              <a:cxn ang="0">
                <a:pos x="connsiteX77382" y="connsiteY77382"/>
              </a:cxn>
              <a:cxn ang="0">
                <a:pos x="connsiteX77383" y="connsiteY77383"/>
              </a:cxn>
              <a:cxn ang="0">
                <a:pos x="connsiteX77384" y="connsiteY77384"/>
              </a:cxn>
              <a:cxn ang="0">
                <a:pos x="connsiteX77385" y="connsiteY77385"/>
              </a:cxn>
              <a:cxn ang="0">
                <a:pos x="connsiteX77386" y="connsiteY77386"/>
              </a:cxn>
              <a:cxn ang="0">
                <a:pos x="connsiteX77387" y="connsiteY77387"/>
              </a:cxn>
              <a:cxn ang="0">
                <a:pos x="connsiteX77388" y="connsiteY77388"/>
              </a:cxn>
              <a:cxn ang="0">
                <a:pos x="connsiteX77389" y="connsiteY77389"/>
              </a:cxn>
              <a:cxn ang="0">
                <a:pos x="connsiteX77390" y="connsiteY77390"/>
              </a:cxn>
              <a:cxn ang="0">
                <a:pos x="connsiteX77391" y="connsiteY77391"/>
              </a:cxn>
              <a:cxn ang="0">
                <a:pos x="connsiteX77392" y="connsiteY77392"/>
              </a:cxn>
              <a:cxn ang="0">
                <a:pos x="connsiteX77393" y="connsiteY77393"/>
              </a:cxn>
              <a:cxn ang="0">
                <a:pos x="connsiteX77394" y="connsiteY77394"/>
              </a:cxn>
              <a:cxn ang="0">
                <a:pos x="connsiteX77395" y="connsiteY77395"/>
              </a:cxn>
              <a:cxn ang="0">
                <a:pos x="connsiteX77396" y="connsiteY77396"/>
              </a:cxn>
              <a:cxn ang="0">
                <a:pos x="connsiteX77397" y="connsiteY77397"/>
              </a:cxn>
              <a:cxn ang="0">
                <a:pos x="connsiteX77398" y="connsiteY77398"/>
              </a:cxn>
              <a:cxn ang="0">
                <a:pos x="connsiteX77399" y="connsiteY77399"/>
              </a:cxn>
              <a:cxn ang="0">
                <a:pos x="connsiteX77400" y="connsiteY77400"/>
              </a:cxn>
              <a:cxn ang="0">
                <a:pos x="connsiteX77401" y="connsiteY77401"/>
              </a:cxn>
              <a:cxn ang="0">
                <a:pos x="connsiteX77402" y="connsiteY77402"/>
              </a:cxn>
              <a:cxn ang="0">
                <a:pos x="connsiteX77403" y="connsiteY77403"/>
              </a:cxn>
              <a:cxn ang="0">
                <a:pos x="connsiteX77404" y="connsiteY77404"/>
              </a:cxn>
              <a:cxn ang="0">
                <a:pos x="connsiteX77405" y="connsiteY77405"/>
              </a:cxn>
              <a:cxn ang="0">
                <a:pos x="connsiteX77406" y="connsiteY77406"/>
              </a:cxn>
              <a:cxn ang="0">
                <a:pos x="connsiteX77407" y="connsiteY77407"/>
              </a:cxn>
              <a:cxn ang="0">
                <a:pos x="connsiteX77408" y="connsiteY77408"/>
              </a:cxn>
              <a:cxn ang="0">
                <a:pos x="connsiteX77409" y="connsiteY77409"/>
              </a:cxn>
              <a:cxn ang="0">
                <a:pos x="connsiteX77410" y="connsiteY77410"/>
              </a:cxn>
              <a:cxn ang="0">
                <a:pos x="connsiteX77411" y="connsiteY77411"/>
              </a:cxn>
              <a:cxn ang="0">
                <a:pos x="connsiteX77412" y="connsiteY77412"/>
              </a:cxn>
              <a:cxn ang="0">
                <a:pos x="connsiteX77413" y="connsiteY77413"/>
              </a:cxn>
              <a:cxn ang="0">
                <a:pos x="connsiteX77414" y="connsiteY77414"/>
              </a:cxn>
              <a:cxn ang="0">
                <a:pos x="connsiteX77415" y="connsiteY77415"/>
              </a:cxn>
              <a:cxn ang="0">
                <a:pos x="connsiteX77416" y="connsiteY77416"/>
              </a:cxn>
              <a:cxn ang="0">
                <a:pos x="connsiteX77417" y="connsiteY77417"/>
              </a:cxn>
              <a:cxn ang="0">
                <a:pos x="connsiteX77418" y="connsiteY77418"/>
              </a:cxn>
              <a:cxn ang="0">
                <a:pos x="connsiteX77419" y="connsiteY77419"/>
              </a:cxn>
              <a:cxn ang="0">
                <a:pos x="connsiteX77420" y="connsiteY77420"/>
              </a:cxn>
              <a:cxn ang="0">
                <a:pos x="connsiteX77421" y="connsiteY77421"/>
              </a:cxn>
              <a:cxn ang="0">
                <a:pos x="connsiteX77422" y="connsiteY77422"/>
              </a:cxn>
              <a:cxn ang="0">
                <a:pos x="connsiteX77423" y="connsiteY77423"/>
              </a:cxn>
              <a:cxn ang="0">
                <a:pos x="connsiteX77424" y="connsiteY77424"/>
              </a:cxn>
              <a:cxn ang="0">
                <a:pos x="connsiteX77425" y="connsiteY77425"/>
              </a:cxn>
              <a:cxn ang="0">
                <a:pos x="connsiteX77426" y="connsiteY77426"/>
              </a:cxn>
              <a:cxn ang="0">
                <a:pos x="connsiteX77427" y="connsiteY77427"/>
              </a:cxn>
              <a:cxn ang="0">
                <a:pos x="connsiteX77428" y="connsiteY77428"/>
              </a:cxn>
              <a:cxn ang="0">
                <a:pos x="connsiteX77429" y="connsiteY77429"/>
              </a:cxn>
              <a:cxn ang="0">
                <a:pos x="connsiteX77430" y="connsiteY77430"/>
              </a:cxn>
              <a:cxn ang="0">
                <a:pos x="connsiteX77431" y="connsiteY77431"/>
              </a:cxn>
              <a:cxn ang="0">
                <a:pos x="connsiteX77432" y="connsiteY77432"/>
              </a:cxn>
              <a:cxn ang="0">
                <a:pos x="connsiteX77433" y="connsiteY77433"/>
              </a:cxn>
              <a:cxn ang="0">
                <a:pos x="connsiteX77434" y="connsiteY77434"/>
              </a:cxn>
              <a:cxn ang="0">
                <a:pos x="connsiteX77435" y="connsiteY77435"/>
              </a:cxn>
              <a:cxn ang="0">
                <a:pos x="connsiteX77436" y="connsiteY77436"/>
              </a:cxn>
              <a:cxn ang="0">
                <a:pos x="connsiteX77437" y="connsiteY77437"/>
              </a:cxn>
              <a:cxn ang="0">
                <a:pos x="connsiteX77438" y="connsiteY77438"/>
              </a:cxn>
              <a:cxn ang="0">
                <a:pos x="connsiteX77439" y="connsiteY77439"/>
              </a:cxn>
              <a:cxn ang="0">
                <a:pos x="connsiteX77440" y="connsiteY77440"/>
              </a:cxn>
              <a:cxn ang="0">
                <a:pos x="connsiteX77441" y="connsiteY77441"/>
              </a:cxn>
              <a:cxn ang="0">
                <a:pos x="connsiteX77442" y="connsiteY77442"/>
              </a:cxn>
              <a:cxn ang="0">
                <a:pos x="connsiteX77443" y="connsiteY77443"/>
              </a:cxn>
              <a:cxn ang="0">
                <a:pos x="connsiteX77444" y="connsiteY77444"/>
              </a:cxn>
              <a:cxn ang="0">
                <a:pos x="connsiteX77445" y="connsiteY77445"/>
              </a:cxn>
              <a:cxn ang="0">
                <a:pos x="connsiteX77446" y="connsiteY77446"/>
              </a:cxn>
              <a:cxn ang="0">
                <a:pos x="connsiteX77447" y="connsiteY77447"/>
              </a:cxn>
              <a:cxn ang="0">
                <a:pos x="connsiteX77448" y="connsiteY77448"/>
              </a:cxn>
              <a:cxn ang="0">
                <a:pos x="connsiteX77449" y="connsiteY77449"/>
              </a:cxn>
              <a:cxn ang="0">
                <a:pos x="connsiteX77450" y="connsiteY77450"/>
              </a:cxn>
              <a:cxn ang="0">
                <a:pos x="connsiteX77451" y="connsiteY77451"/>
              </a:cxn>
              <a:cxn ang="0">
                <a:pos x="connsiteX77452" y="connsiteY77452"/>
              </a:cxn>
              <a:cxn ang="0">
                <a:pos x="connsiteX77453" y="connsiteY77453"/>
              </a:cxn>
              <a:cxn ang="0">
                <a:pos x="connsiteX77454" y="connsiteY77454"/>
              </a:cxn>
              <a:cxn ang="0">
                <a:pos x="connsiteX77455" y="connsiteY77455"/>
              </a:cxn>
              <a:cxn ang="0">
                <a:pos x="connsiteX77456" y="connsiteY77456"/>
              </a:cxn>
              <a:cxn ang="0">
                <a:pos x="connsiteX77457" y="connsiteY77457"/>
              </a:cxn>
              <a:cxn ang="0">
                <a:pos x="connsiteX77458" y="connsiteY77458"/>
              </a:cxn>
              <a:cxn ang="0">
                <a:pos x="connsiteX77459" y="connsiteY77459"/>
              </a:cxn>
              <a:cxn ang="0">
                <a:pos x="connsiteX77460" y="connsiteY77460"/>
              </a:cxn>
              <a:cxn ang="0">
                <a:pos x="connsiteX77461" y="connsiteY77461"/>
              </a:cxn>
              <a:cxn ang="0">
                <a:pos x="connsiteX77462" y="connsiteY77462"/>
              </a:cxn>
              <a:cxn ang="0">
                <a:pos x="connsiteX77463" y="connsiteY77463"/>
              </a:cxn>
              <a:cxn ang="0">
                <a:pos x="connsiteX77464" y="connsiteY77464"/>
              </a:cxn>
              <a:cxn ang="0">
                <a:pos x="connsiteX77465" y="connsiteY77465"/>
              </a:cxn>
              <a:cxn ang="0">
                <a:pos x="connsiteX77466" y="connsiteY77466"/>
              </a:cxn>
              <a:cxn ang="0">
                <a:pos x="connsiteX77467" y="connsiteY77467"/>
              </a:cxn>
              <a:cxn ang="0">
                <a:pos x="connsiteX77468" y="connsiteY77468"/>
              </a:cxn>
              <a:cxn ang="0">
                <a:pos x="connsiteX77469" y="connsiteY77469"/>
              </a:cxn>
              <a:cxn ang="0">
                <a:pos x="connsiteX77470" y="connsiteY77470"/>
              </a:cxn>
              <a:cxn ang="0">
                <a:pos x="connsiteX77471" y="connsiteY77471"/>
              </a:cxn>
              <a:cxn ang="0">
                <a:pos x="connsiteX77472" y="connsiteY77472"/>
              </a:cxn>
              <a:cxn ang="0">
                <a:pos x="connsiteX77473" y="connsiteY77473"/>
              </a:cxn>
              <a:cxn ang="0">
                <a:pos x="connsiteX77474" y="connsiteY77474"/>
              </a:cxn>
              <a:cxn ang="0">
                <a:pos x="connsiteX77475" y="connsiteY77475"/>
              </a:cxn>
              <a:cxn ang="0">
                <a:pos x="connsiteX77476" y="connsiteY77476"/>
              </a:cxn>
              <a:cxn ang="0">
                <a:pos x="connsiteX77477" y="connsiteY77477"/>
              </a:cxn>
              <a:cxn ang="0">
                <a:pos x="connsiteX77478" y="connsiteY77478"/>
              </a:cxn>
              <a:cxn ang="0">
                <a:pos x="connsiteX77479" y="connsiteY77479"/>
              </a:cxn>
              <a:cxn ang="0">
                <a:pos x="connsiteX77480" y="connsiteY77480"/>
              </a:cxn>
              <a:cxn ang="0">
                <a:pos x="connsiteX77481" y="connsiteY77481"/>
              </a:cxn>
              <a:cxn ang="0">
                <a:pos x="connsiteX77482" y="connsiteY77482"/>
              </a:cxn>
              <a:cxn ang="0">
                <a:pos x="connsiteX77483" y="connsiteY77483"/>
              </a:cxn>
              <a:cxn ang="0">
                <a:pos x="connsiteX77484" y="connsiteY77484"/>
              </a:cxn>
              <a:cxn ang="0">
                <a:pos x="connsiteX77485" y="connsiteY77485"/>
              </a:cxn>
              <a:cxn ang="0">
                <a:pos x="connsiteX77486" y="connsiteY77486"/>
              </a:cxn>
              <a:cxn ang="0">
                <a:pos x="connsiteX77487" y="connsiteY77487"/>
              </a:cxn>
              <a:cxn ang="0">
                <a:pos x="connsiteX77488" y="connsiteY77488"/>
              </a:cxn>
              <a:cxn ang="0">
                <a:pos x="connsiteX77489" y="connsiteY77489"/>
              </a:cxn>
              <a:cxn ang="0">
                <a:pos x="connsiteX77490" y="connsiteY77490"/>
              </a:cxn>
              <a:cxn ang="0">
                <a:pos x="connsiteX77491" y="connsiteY77491"/>
              </a:cxn>
              <a:cxn ang="0">
                <a:pos x="connsiteX77492" y="connsiteY77492"/>
              </a:cxn>
              <a:cxn ang="0">
                <a:pos x="connsiteX77493" y="connsiteY77493"/>
              </a:cxn>
              <a:cxn ang="0">
                <a:pos x="connsiteX77494" y="connsiteY77494"/>
              </a:cxn>
              <a:cxn ang="0">
                <a:pos x="connsiteX77495" y="connsiteY77495"/>
              </a:cxn>
              <a:cxn ang="0">
                <a:pos x="connsiteX77496" y="connsiteY77496"/>
              </a:cxn>
              <a:cxn ang="0">
                <a:pos x="connsiteX77497" y="connsiteY77497"/>
              </a:cxn>
              <a:cxn ang="0">
                <a:pos x="connsiteX77498" y="connsiteY77498"/>
              </a:cxn>
              <a:cxn ang="0">
                <a:pos x="connsiteX77499" y="connsiteY77499"/>
              </a:cxn>
              <a:cxn ang="0">
                <a:pos x="connsiteX77500" y="connsiteY77500"/>
              </a:cxn>
              <a:cxn ang="0">
                <a:pos x="connsiteX77501" y="connsiteY77501"/>
              </a:cxn>
              <a:cxn ang="0">
                <a:pos x="connsiteX77502" y="connsiteY77502"/>
              </a:cxn>
              <a:cxn ang="0">
                <a:pos x="connsiteX77503" y="connsiteY77503"/>
              </a:cxn>
              <a:cxn ang="0">
                <a:pos x="connsiteX77504" y="connsiteY77504"/>
              </a:cxn>
              <a:cxn ang="0">
                <a:pos x="connsiteX77505" y="connsiteY77505"/>
              </a:cxn>
              <a:cxn ang="0">
                <a:pos x="connsiteX77506" y="connsiteY77506"/>
              </a:cxn>
              <a:cxn ang="0">
                <a:pos x="connsiteX77507" y="connsiteY77507"/>
              </a:cxn>
              <a:cxn ang="0">
                <a:pos x="connsiteX77508" y="connsiteY77508"/>
              </a:cxn>
              <a:cxn ang="0">
                <a:pos x="connsiteX77509" y="connsiteY77509"/>
              </a:cxn>
              <a:cxn ang="0">
                <a:pos x="connsiteX77510" y="connsiteY77510"/>
              </a:cxn>
              <a:cxn ang="0">
                <a:pos x="connsiteX77511" y="connsiteY77511"/>
              </a:cxn>
              <a:cxn ang="0">
                <a:pos x="connsiteX77512" y="connsiteY77512"/>
              </a:cxn>
              <a:cxn ang="0">
                <a:pos x="connsiteX77513" y="connsiteY77513"/>
              </a:cxn>
              <a:cxn ang="0">
                <a:pos x="connsiteX77514" y="connsiteY77514"/>
              </a:cxn>
              <a:cxn ang="0">
                <a:pos x="connsiteX77515" y="connsiteY77515"/>
              </a:cxn>
              <a:cxn ang="0">
                <a:pos x="connsiteX77516" y="connsiteY77516"/>
              </a:cxn>
              <a:cxn ang="0">
                <a:pos x="connsiteX77517" y="connsiteY77517"/>
              </a:cxn>
              <a:cxn ang="0">
                <a:pos x="connsiteX77518" y="connsiteY77518"/>
              </a:cxn>
              <a:cxn ang="0">
                <a:pos x="connsiteX77519" y="connsiteY77519"/>
              </a:cxn>
              <a:cxn ang="0">
                <a:pos x="connsiteX77520" y="connsiteY77520"/>
              </a:cxn>
              <a:cxn ang="0">
                <a:pos x="connsiteX77521" y="connsiteY77521"/>
              </a:cxn>
              <a:cxn ang="0">
                <a:pos x="connsiteX77522" y="connsiteY77522"/>
              </a:cxn>
              <a:cxn ang="0">
                <a:pos x="connsiteX77523" y="connsiteY77523"/>
              </a:cxn>
              <a:cxn ang="0">
                <a:pos x="connsiteX77524" y="connsiteY77524"/>
              </a:cxn>
              <a:cxn ang="0">
                <a:pos x="connsiteX77525" y="connsiteY77525"/>
              </a:cxn>
              <a:cxn ang="0">
                <a:pos x="connsiteX77526" y="connsiteY77526"/>
              </a:cxn>
              <a:cxn ang="0">
                <a:pos x="connsiteX77527" y="connsiteY77527"/>
              </a:cxn>
              <a:cxn ang="0">
                <a:pos x="connsiteX77528" y="connsiteY77528"/>
              </a:cxn>
              <a:cxn ang="0">
                <a:pos x="connsiteX77529" y="connsiteY77529"/>
              </a:cxn>
              <a:cxn ang="0">
                <a:pos x="connsiteX77530" y="connsiteY77530"/>
              </a:cxn>
              <a:cxn ang="0">
                <a:pos x="connsiteX77531" y="connsiteY77531"/>
              </a:cxn>
              <a:cxn ang="0">
                <a:pos x="connsiteX77532" y="connsiteY77532"/>
              </a:cxn>
              <a:cxn ang="0">
                <a:pos x="connsiteX77533" y="connsiteY77533"/>
              </a:cxn>
              <a:cxn ang="0">
                <a:pos x="connsiteX77534" y="connsiteY77534"/>
              </a:cxn>
              <a:cxn ang="0">
                <a:pos x="connsiteX77535" y="connsiteY77535"/>
              </a:cxn>
              <a:cxn ang="0">
                <a:pos x="connsiteX77536" y="connsiteY77536"/>
              </a:cxn>
              <a:cxn ang="0">
                <a:pos x="connsiteX77537" y="connsiteY77537"/>
              </a:cxn>
              <a:cxn ang="0">
                <a:pos x="connsiteX77538" y="connsiteY77538"/>
              </a:cxn>
              <a:cxn ang="0">
                <a:pos x="connsiteX77539" y="connsiteY77539"/>
              </a:cxn>
              <a:cxn ang="0">
                <a:pos x="connsiteX77540" y="connsiteY77540"/>
              </a:cxn>
              <a:cxn ang="0">
                <a:pos x="connsiteX77541" y="connsiteY77541"/>
              </a:cxn>
              <a:cxn ang="0">
                <a:pos x="connsiteX77542" y="connsiteY77542"/>
              </a:cxn>
              <a:cxn ang="0">
                <a:pos x="connsiteX77543" y="connsiteY77543"/>
              </a:cxn>
              <a:cxn ang="0">
                <a:pos x="connsiteX77544" y="connsiteY77544"/>
              </a:cxn>
              <a:cxn ang="0">
                <a:pos x="connsiteX77545" y="connsiteY77545"/>
              </a:cxn>
              <a:cxn ang="0">
                <a:pos x="connsiteX77546" y="connsiteY77546"/>
              </a:cxn>
              <a:cxn ang="0">
                <a:pos x="connsiteX77547" y="connsiteY77547"/>
              </a:cxn>
              <a:cxn ang="0">
                <a:pos x="connsiteX77548" y="connsiteY77548"/>
              </a:cxn>
              <a:cxn ang="0">
                <a:pos x="connsiteX77549" y="connsiteY77549"/>
              </a:cxn>
              <a:cxn ang="0">
                <a:pos x="connsiteX77550" y="connsiteY77550"/>
              </a:cxn>
              <a:cxn ang="0">
                <a:pos x="connsiteX77551" y="connsiteY77551"/>
              </a:cxn>
              <a:cxn ang="0">
                <a:pos x="connsiteX77552" y="connsiteY77552"/>
              </a:cxn>
              <a:cxn ang="0">
                <a:pos x="connsiteX77553" y="connsiteY77553"/>
              </a:cxn>
              <a:cxn ang="0">
                <a:pos x="connsiteX77554" y="connsiteY77554"/>
              </a:cxn>
              <a:cxn ang="0">
                <a:pos x="connsiteX77555" y="connsiteY77555"/>
              </a:cxn>
              <a:cxn ang="0">
                <a:pos x="connsiteX77556" y="connsiteY77556"/>
              </a:cxn>
              <a:cxn ang="0">
                <a:pos x="connsiteX77557" y="connsiteY77557"/>
              </a:cxn>
              <a:cxn ang="0">
                <a:pos x="connsiteX77558" y="connsiteY77558"/>
              </a:cxn>
              <a:cxn ang="0">
                <a:pos x="connsiteX77559" y="connsiteY77559"/>
              </a:cxn>
              <a:cxn ang="0">
                <a:pos x="connsiteX77560" y="connsiteY77560"/>
              </a:cxn>
              <a:cxn ang="0">
                <a:pos x="connsiteX77561" y="connsiteY77561"/>
              </a:cxn>
              <a:cxn ang="0">
                <a:pos x="connsiteX77562" y="connsiteY77562"/>
              </a:cxn>
              <a:cxn ang="0">
                <a:pos x="connsiteX77563" y="connsiteY77563"/>
              </a:cxn>
              <a:cxn ang="0">
                <a:pos x="connsiteX77564" y="connsiteY77564"/>
              </a:cxn>
              <a:cxn ang="0">
                <a:pos x="connsiteX77565" y="connsiteY77565"/>
              </a:cxn>
              <a:cxn ang="0">
                <a:pos x="connsiteX77566" y="connsiteY77566"/>
              </a:cxn>
              <a:cxn ang="0">
                <a:pos x="connsiteX77567" y="connsiteY77567"/>
              </a:cxn>
              <a:cxn ang="0">
                <a:pos x="connsiteX77568" y="connsiteY77568"/>
              </a:cxn>
              <a:cxn ang="0">
                <a:pos x="connsiteX77569" y="connsiteY77569"/>
              </a:cxn>
              <a:cxn ang="0">
                <a:pos x="connsiteX77570" y="connsiteY77570"/>
              </a:cxn>
              <a:cxn ang="0">
                <a:pos x="connsiteX77571" y="connsiteY77571"/>
              </a:cxn>
              <a:cxn ang="0">
                <a:pos x="connsiteX77572" y="connsiteY77572"/>
              </a:cxn>
              <a:cxn ang="0">
                <a:pos x="connsiteX77573" y="connsiteY77573"/>
              </a:cxn>
              <a:cxn ang="0">
                <a:pos x="connsiteX77574" y="connsiteY77574"/>
              </a:cxn>
              <a:cxn ang="0">
                <a:pos x="connsiteX77575" y="connsiteY77575"/>
              </a:cxn>
              <a:cxn ang="0">
                <a:pos x="connsiteX77576" y="connsiteY77576"/>
              </a:cxn>
              <a:cxn ang="0">
                <a:pos x="connsiteX77577" y="connsiteY77577"/>
              </a:cxn>
              <a:cxn ang="0">
                <a:pos x="connsiteX77578" y="connsiteY77578"/>
              </a:cxn>
              <a:cxn ang="0">
                <a:pos x="connsiteX77579" y="connsiteY77579"/>
              </a:cxn>
              <a:cxn ang="0">
                <a:pos x="connsiteX77580" y="connsiteY77580"/>
              </a:cxn>
              <a:cxn ang="0">
                <a:pos x="connsiteX77581" y="connsiteY77581"/>
              </a:cxn>
              <a:cxn ang="0">
                <a:pos x="connsiteX77582" y="connsiteY77582"/>
              </a:cxn>
              <a:cxn ang="0">
                <a:pos x="connsiteX77583" y="connsiteY77583"/>
              </a:cxn>
              <a:cxn ang="0">
                <a:pos x="connsiteX77584" y="connsiteY77584"/>
              </a:cxn>
              <a:cxn ang="0">
                <a:pos x="connsiteX77585" y="connsiteY77585"/>
              </a:cxn>
              <a:cxn ang="0">
                <a:pos x="connsiteX77586" y="connsiteY77586"/>
              </a:cxn>
              <a:cxn ang="0">
                <a:pos x="connsiteX77587" y="connsiteY77587"/>
              </a:cxn>
              <a:cxn ang="0">
                <a:pos x="connsiteX77588" y="connsiteY77588"/>
              </a:cxn>
              <a:cxn ang="0">
                <a:pos x="connsiteX77589" y="connsiteY77589"/>
              </a:cxn>
              <a:cxn ang="0">
                <a:pos x="connsiteX77590" y="connsiteY77590"/>
              </a:cxn>
              <a:cxn ang="0">
                <a:pos x="connsiteX77591" y="connsiteY77591"/>
              </a:cxn>
              <a:cxn ang="0">
                <a:pos x="connsiteX77592" y="connsiteY77592"/>
              </a:cxn>
              <a:cxn ang="0">
                <a:pos x="connsiteX77593" y="connsiteY77593"/>
              </a:cxn>
              <a:cxn ang="0">
                <a:pos x="connsiteX77594" y="connsiteY77594"/>
              </a:cxn>
              <a:cxn ang="0">
                <a:pos x="connsiteX77595" y="connsiteY77595"/>
              </a:cxn>
              <a:cxn ang="0">
                <a:pos x="connsiteX77596" y="connsiteY77596"/>
              </a:cxn>
              <a:cxn ang="0">
                <a:pos x="connsiteX77597" y="connsiteY77597"/>
              </a:cxn>
              <a:cxn ang="0">
                <a:pos x="connsiteX77598" y="connsiteY77598"/>
              </a:cxn>
              <a:cxn ang="0">
                <a:pos x="connsiteX77599" y="connsiteY77599"/>
              </a:cxn>
              <a:cxn ang="0">
                <a:pos x="connsiteX77600" y="connsiteY77600"/>
              </a:cxn>
              <a:cxn ang="0">
                <a:pos x="connsiteX77601" y="connsiteY77601"/>
              </a:cxn>
              <a:cxn ang="0">
                <a:pos x="connsiteX77602" y="connsiteY77602"/>
              </a:cxn>
              <a:cxn ang="0">
                <a:pos x="connsiteX77603" y="connsiteY77603"/>
              </a:cxn>
              <a:cxn ang="0">
                <a:pos x="connsiteX77604" y="connsiteY77604"/>
              </a:cxn>
              <a:cxn ang="0">
                <a:pos x="connsiteX77605" y="connsiteY77605"/>
              </a:cxn>
              <a:cxn ang="0">
                <a:pos x="connsiteX77606" y="connsiteY77606"/>
              </a:cxn>
              <a:cxn ang="0">
                <a:pos x="connsiteX77607" y="connsiteY77607"/>
              </a:cxn>
              <a:cxn ang="0">
                <a:pos x="connsiteX77608" y="connsiteY77608"/>
              </a:cxn>
              <a:cxn ang="0">
                <a:pos x="connsiteX77609" y="connsiteY77609"/>
              </a:cxn>
              <a:cxn ang="0">
                <a:pos x="connsiteX77610" y="connsiteY77610"/>
              </a:cxn>
              <a:cxn ang="0">
                <a:pos x="connsiteX77611" y="connsiteY77611"/>
              </a:cxn>
              <a:cxn ang="0">
                <a:pos x="connsiteX77612" y="connsiteY77612"/>
              </a:cxn>
              <a:cxn ang="0">
                <a:pos x="connsiteX77613" y="connsiteY77613"/>
              </a:cxn>
              <a:cxn ang="0">
                <a:pos x="connsiteX77614" y="connsiteY77614"/>
              </a:cxn>
              <a:cxn ang="0">
                <a:pos x="connsiteX77615" y="connsiteY77615"/>
              </a:cxn>
              <a:cxn ang="0">
                <a:pos x="connsiteX77616" y="connsiteY77616"/>
              </a:cxn>
              <a:cxn ang="0">
                <a:pos x="connsiteX77617" y="connsiteY77617"/>
              </a:cxn>
              <a:cxn ang="0">
                <a:pos x="connsiteX77618" y="connsiteY77618"/>
              </a:cxn>
              <a:cxn ang="0">
                <a:pos x="connsiteX77619" y="connsiteY77619"/>
              </a:cxn>
              <a:cxn ang="0">
                <a:pos x="connsiteX77620" y="connsiteY77620"/>
              </a:cxn>
              <a:cxn ang="0">
                <a:pos x="connsiteX77621" y="connsiteY77621"/>
              </a:cxn>
              <a:cxn ang="0">
                <a:pos x="connsiteX77622" y="connsiteY77622"/>
              </a:cxn>
              <a:cxn ang="0">
                <a:pos x="connsiteX77623" y="connsiteY77623"/>
              </a:cxn>
              <a:cxn ang="0">
                <a:pos x="connsiteX77624" y="connsiteY77624"/>
              </a:cxn>
              <a:cxn ang="0">
                <a:pos x="connsiteX77625" y="connsiteY77625"/>
              </a:cxn>
              <a:cxn ang="0">
                <a:pos x="connsiteX77626" y="connsiteY77626"/>
              </a:cxn>
              <a:cxn ang="0">
                <a:pos x="connsiteX77627" y="connsiteY77627"/>
              </a:cxn>
              <a:cxn ang="0">
                <a:pos x="connsiteX77628" y="connsiteY77628"/>
              </a:cxn>
              <a:cxn ang="0">
                <a:pos x="connsiteX77629" y="connsiteY77629"/>
              </a:cxn>
              <a:cxn ang="0">
                <a:pos x="connsiteX77630" y="connsiteY77630"/>
              </a:cxn>
              <a:cxn ang="0">
                <a:pos x="connsiteX77631" y="connsiteY77631"/>
              </a:cxn>
              <a:cxn ang="0">
                <a:pos x="connsiteX77632" y="connsiteY77632"/>
              </a:cxn>
              <a:cxn ang="0">
                <a:pos x="connsiteX77633" y="connsiteY77633"/>
              </a:cxn>
              <a:cxn ang="0">
                <a:pos x="connsiteX77634" y="connsiteY77634"/>
              </a:cxn>
              <a:cxn ang="0">
                <a:pos x="connsiteX77635" y="connsiteY77635"/>
              </a:cxn>
              <a:cxn ang="0">
                <a:pos x="connsiteX77636" y="connsiteY77636"/>
              </a:cxn>
              <a:cxn ang="0">
                <a:pos x="connsiteX77637" y="connsiteY77637"/>
              </a:cxn>
              <a:cxn ang="0">
                <a:pos x="connsiteX77638" y="connsiteY77638"/>
              </a:cxn>
              <a:cxn ang="0">
                <a:pos x="connsiteX77639" y="connsiteY77639"/>
              </a:cxn>
              <a:cxn ang="0">
                <a:pos x="connsiteX77640" y="connsiteY77640"/>
              </a:cxn>
              <a:cxn ang="0">
                <a:pos x="connsiteX77641" y="connsiteY77641"/>
              </a:cxn>
              <a:cxn ang="0">
                <a:pos x="connsiteX77642" y="connsiteY77642"/>
              </a:cxn>
              <a:cxn ang="0">
                <a:pos x="connsiteX77643" y="connsiteY77643"/>
              </a:cxn>
              <a:cxn ang="0">
                <a:pos x="connsiteX77644" y="connsiteY77644"/>
              </a:cxn>
              <a:cxn ang="0">
                <a:pos x="connsiteX77645" y="connsiteY77645"/>
              </a:cxn>
              <a:cxn ang="0">
                <a:pos x="connsiteX77646" y="connsiteY77646"/>
              </a:cxn>
              <a:cxn ang="0">
                <a:pos x="connsiteX77647" y="connsiteY77647"/>
              </a:cxn>
              <a:cxn ang="0">
                <a:pos x="connsiteX77648" y="connsiteY77648"/>
              </a:cxn>
              <a:cxn ang="0">
                <a:pos x="connsiteX77649" y="connsiteY77649"/>
              </a:cxn>
              <a:cxn ang="0">
                <a:pos x="connsiteX77650" y="connsiteY77650"/>
              </a:cxn>
              <a:cxn ang="0">
                <a:pos x="connsiteX77651" y="connsiteY77651"/>
              </a:cxn>
              <a:cxn ang="0">
                <a:pos x="connsiteX77652" y="connsiteY77652"/>
              </a:cxn>
              <a:cxn ang="0">
                <a:pos x="connsiteX77653" y="connsiteY77653"/>
              </a:cxn>
              <a:cxn ang="0">
                <a:pos x="connsiteX77654" y="connsiteY77654"/>
              </a:cxn>
              <a:cxn ang="0">
                <a:pos x="connsiteX77655" y="connsiteY77655"/>
              </a:cxn>
              <a:cxn ang="0">
                <a:pos x="connsiteX77656" y="connsiteY77656"/>
              </a:cxn>
              <a:cxn ang="0">
                <a:pos x="connsiteX77657" y="connsiteY77657"/>
              </a:cxn>
              <a:cxn ang="0">
                <a:pos x="connsiteX77658" y="connsiteY77658"/>
              </a:cxn>
              <a:cxn ang="0">
                <a:pos x="connsiteX77659" y="connsiteY77659"/>
              </a:cxn>
              <a:cxn ang="0">
                <a:pos x="connsiteX77660" y="connsiteY77660"/>
              </a:cxn>
              <a:cxn ang="0">
                <a:pos x="connsiteX77661" y="connsiteY77661"/>
              </a:cxn>
              <a:cxn ang="0">
                <a:pos x="connsiteX77662" y="connsiteY77662"/>
              </a:cxn>
              <a:cxn ang="0">
                <a:pos x="connsiteX77663" y="connsiteY77663"/>
              </a:cxn>
              <a:cxn ang="0">
                <a:pos x="connsiteX77664" y="connsiteY77664"/>
              </a:cxn>
              <a:cxn ang="0">
                <a:pos x="connsiteX77665" y="connsiteY77665"/>
              </a:cxn>
              <a:cxn ang="0">
                <a:pos x="connsiteX77666" y="connsiteY77666"/>
              </a:cxn>
              <a:cxn ang="0">
                <a:pos x="connsiteX77667" y="connsiteY77667"/>
              </a:cxn>
              <a:cxn ang="0">
                <a:pos x="connsiteX77668" y="connsiteY77668"/>
              </a:cxn>
              <a:cxn ang="0">
                <a:pos x="connsiteX77669" y="connsiteY77669"/>
              </a:cxn>
              <a:cxn ang="0">
                <a:pos x="connsiteX77670" y="connsiteY77670"/>
              </a:cxn>
              <a:cxn ang="0">
                <a:pos x="connsiteX77671" y="connsiteY77671"/>
              </a:cxn>
              <a:cxn ang="0">
                <a:pos x="connsiteX77672" y="connsiteY77672"/>
              </a:cxn>
              <a:cxn ang="0">
                <a:pos x="connsiteX77673" y="connsiteY77673"/>
              </a:cxn>
              <a:cxn ang="0">
                <a:pos x="connsiteX77674" y="connsiteY77674"/>
              </a:cxn>
              <a:cxn ang="0">
                <a:pos x="connsiteX77675" y="connsiteY77675"/>
              </a:cxn>
              <a:cxn ang="0">
                <a:pos x="connsiteX77676" y="connsiteY77676"/>
              </a:cxn>
              <a:cxn ang="0">
                <a:pos x="connsiteX77677" y="connsiteY77677"/>
              </a:cxn>
              <a:cxn ang="0">
                <a:pos x="connsiteX77678" y="connsiteY77678"/>
              </a:cxn>
              <a:cxn ang="0">
                <a:pos x="connsiteX77679" y="connsiteY77679"/>
              </a:cxn>
              <a:cxn ang="0">
                <a:pos x="connsiteX77680" y="connsiteY77680"/>
              </a:cxn>
              <a:cxn ang="0">
                <a:pos x="connsiteX77681" y="connsiteY77681"/>
              </a:cxn>
              <a:cxn ang="0">
                <a:pos x="connsiteX77682" y="connsiteY77682"/>
              </a:cxn>
              <a:cxn ang="0">
                <a:pos x="connsiteX77683" y="connsiteY77683"/>
              </a:cxn>
              <a:cxn ang="0">
                <a:pos x="connsiteX77684" y="connsiteY77684"/>
              </a:cxn>
              <a:cxn ang="0">
                <a:pos x="connsiteX77685" y="connsiteY77685"/>
              </a:cxn>
              <a:cxn ang="0">
                <a:pos x="connsiteX77686" y="connsiteY77686"/>
              </a:cxn>
              <a:cxn ang="0">
                <a:pos x="connsiteX77687" y="connsiteY77687"/>
              </a:cxn>
              <a:cxn ang="0">
                <a:pos x="connsiteX77688" y="connsiteY77688"/>
              </a:cxn>
              <a:cxn ang="0">
                <a:pos x="connsiteX77689" y="connsiteY77689"/>
              </a:cxn>
              <a:cxn ang="0">
                <a:pos x="connsiteX77690" y="connsiteY77690"/>
              </a:cxn>
              <a:cxn ang="0">
                <a:pos x="connsiteX77691" y="connsiteY77691"/>
              </a:cxn>
              <a:cxn ang="0">
                <a:pos x="connsiteX77692" y="connsiteY77692"/>
              </a:cxn>
              <a:cxn ang="0">
                <a:pos x="connsiteX77693" y="connsiteY77693"/>
              </a:cxn>
              <a:cxn ang="0">
                <a:pos x="connsiteX77694" y="connsiteY77694"/>
              </a:cxn>
              <a:cxn ang="0">
                <a:pos x="connsiteX77695" y="connsiteY77695"/>
              </a:cxn>
              <a:cxn ang="0">
                <a:pos x="connsiteX77696" y="connsiteY77696"/>
              </a:cxn>
              <a:cxn ang="0">
                <a:pos x="connsiteX77697" y="connsiteY77697"/>
              </a:cxn>
              <a:cxn ang="0">
                <a:pos x="connsiteX77698" y="connsiteY77698"/>
              </a:cxn>
              <a:cxn ang="0">
                <a:pos x="connsiteX77699" y="connsiteY77699"/>
              </a:cxn>
              <a:cxn ang="0">
                <a:pos x="connsiteX77700" y="connsiteY77700"/>
              </a:cxn>
              <a:cxn ang="0">
                <a:pos x="connsiteX77701" y="connsiteY77701"/>
              </a:cxn>
              <a:cxn ang="0">
                <a:pos x="connsiteX77702" y="connsiteY77702"/>
              </a:cxn>
              <a:cxn ang="0">
                <a:pos x="connsiteX77703" y="connsiteY77703"/>
              </a:cxn>
              <a:cxn ang="0">
                <a:pos x="connsiteX77704" y="connsiteY77704"/>
              </a:cxn>
              <a:cxn ang="0">
                <a:pos x="connsiteX77705" y="connsiteY77705"/>
              </a:cxn>
              <a:cxn ang="0">
                <a:pos x="connsiteX77706" y="connsiteY77706"/>
              </a:cxn>
              <a:cxn ang="0">
                <a:pos x="connsiteX77707" y="connsiteY77707"/>
              </a:cxn>
              <a:cxn ang="0">
                <a:pos x="connsiteX77708" y="connsiteY77708"/>
              </a:cxn>
              <a:cxn ang="0">
                <a:pos x="connsiteX77709" y="connsiteY77709"/>
              </a:cxn>
              <a:cxn ang="0">
                <a:pos x="connsiteX77710" y="connsiteY77710"/>
              </a:cxn>
              <a:cxn ang="0">
                <a:pos x="connsiteX77711" y="connsiteY77711"/>
              </a:cxn>
              <a:cxn ang="0">
                <a:pos x="connsiteX77712" y="connsiteY77712"/>
              </a:cxn>
              <a:cxn ang="0">
                <a:pos x="connsiteX77713" y="connsiteY77713"/>
              </a:cxn>
              <a:cxn ang="0">
                <a:pos x="connsiteX77714" y="connsiteY77714"/>
              </a:cxn>
              <a:cxn ang="0">
                <a:pos x="connsiteX77715" y="connsiteY77715"/>
              </a:cxn>
              <a:cxn ang="0">
                <a:pos x="connsiteX77716" y="connsiteY77716"/>
              </a:cxn>
              <a:cxn ang="0">
                <a:pos x="connsiteX77717" y="connsiteY77717"/>
              </a:cxn>
              <a:cxn ang="0">
                <a:pos x="connsiteX77718" y="connsiteY77718"/>
              </a:cxn>
              <a:cxn ang="0">
                <a:pos x="connsiteX77719" y="connsiteY77719"/>
              </a:cxn>
              <a:cxn ang="0">
                <a:pos x="connsiteX77720" y="connsiteY77720"/>
              </a:cxn>
              <a:cxn ang="0">
                <a:pos x="connsiteX77721" y="connsiteY77721"/>
              </a:cxn>
              <a:cxn ang="0">
                <a:pos x="connsiteX77722" y="connsiteY77722"/>
              </a:cxn>
              <a:cxn ang="0">
                <a:pos x="connsiteX77723" y="connsiteY77723"/>
              </a:cxn>
              <a:cxn ang="0">
                <a:pos x="connsiteX77724" y="connsiteY77724"/>
              </a:cxn>
              <a:cxn ang="0">
                <a:pos x="connsiteX77725" y="connsiteY77725"/>
              </a:cxn>
              <a:cxn ang="0">
                <a:pos x="connsiteX77726" y="connsiteY77726"/>
              </a:cxn>
              <a:cxn ang="0">
                <a:pos x="connsiteX77727" y="connsiteY77727"/>
              </a:cxn>
              <a:cxn ang="0">
                <a:pos x="connsiteX77728" y="connsiteY77728"/>
              </a:cxn>
              <a:cxn ang="0">
                <a:pos x="connsiteX77729" y="connsiteY77729"/>
              </a:cxn>
              <a:cxn ang="0">
                <a:pos x="connsiteX77730" y="connsiteY77730"/>
              </a:cxn>
              <a:cxn ang="0">
                <a:pos x="connsiteX77731" y="connsiteY77731"/>
              </a:cxn>
              <a:cxn ang="0">
                <a:pos x="connsiteX77732" y="connsiteY77732"/>
              </a:cxn>
              <a:cxn ang="0">
                <a:pos x="connsiteX77733" y="connsiteY77733"/>
              </a:cxn>
              <a:cxn ang="0">
                <a:pos x="connsiteX77734" y="connsiteY77734"/>
              </a:cxn>
              <a:cxn ang="0">
                <a:pos x="connsiteX77735" y="connsiteY77735"/>
              </a:cxn>
              <a:cxn ang="0">
                <a:pos x="connsiteX77736" y="connsiteY77736"/>
              </a:cxn>
              <a:cxn ang="0">
                <a:pos x="connsiteX77737" y="connsiteY77737"/>
              </a:cxn>
              <a:cxn ang="0">
                <a:pos x="connsiteX77738" y="connsiteY77738"/>
              </a:cxn>
              <a:cxn ang="0">
                <a:pos x="connsiteX77739" y="connsiteY77739"/>
              </a:cxn>
              <a:cxn ang="0">
                <a:pos x="connsiteX77740" y="connsiteY77740"/>
              </a:cxn>
              <a:cxn ang="0">
                <a:pos x="connsiteX77741" y="connsiteY77741"/>
              </a:cxn>
              <a:cxn ang="0">
                <a:pos x="connsiteX77742" y="connsiteY77742"/>
              </a:cxn>
              <a:cxn ang="0">
                <a:pos x="connsiteX77743" y="connsiteY77743"/>
              </a:cxn>
              <a:cxn ang="0">
                <a:pos x="connsiteX77744" y="connsiteY77744"/>
              </a:cxn>
              <a:cxn ang="0">
                <a:pos x="connsiteX77745" y="connsiteY77745"/>
              </a:cxn>
              <a:cxn ang="0">
                <a:pos x="connsiteX77746" y="connsiteY77746"/>
              </a:cxn>
              <a:cxn ang="0">
                <a:pos x="connsiteX77747" y="connsiteY77747"/>
              </a:cxn>
              <a:cxn ang="0">
                <a:pos x="connsiteX77748" y="connsiteY77748"/>
              </a:cxn>
              <a:cxn ang="0">
                <a:pos x="connsiteX77749" y="connsiteY77749"/>
              </a:cxn>
              <a:cxn ang="0">
                <a:pos x="connsiteX77750" y="connsiteY77750"/>
              </a:cxn>
              <a:cxn ang="0">
                <a:pos x="connsiteX77751" y="connsiteY77751"/>
              </a:cxn>
              <a:cxn ang="0">
                <a:pos x="connsiteX77752" y="connsiteY77752"/>
              </a:cxn>
              <a:cxn ang="0">
                <a:pos x="connsiteX77753" y="connsiteY77753"/>
              </a:cxn>
              <a:cxn ang="0">
                <a:pos x="connsiteX77754" y="connsiteY77754"/>
              </a:cxn>
              <a:cxn ang="0">
                <a:pos x="connsiteX77755" y="connsiteY77755"/>
              </a:cxn>
              <a:cxn ang="0">
                <a:pos x="connsiteX77756" y="connsiteY77756"/>
              </a:cxn>
              <a:cxn ang="0">
                <a:pos x="connsiteX77757" y="connsiteY77757"/>
              </a:cxn>
              <a:cxn ang="0">
                <a:pos x="connsiteX77758" y="connsiteY77758"/>
              </a:cxn>
              <a:cxn ang="0">
                <a:pos x="connsiteX77759" y="connsiteY77759"/>
              </a:cxn>
              <a:cxn ang="0">
                <a:pos x="connsiteX77760" y="connsiteY77760"/>
              </a:cxn>
              <a:cxn ang="0">
                <a:pos x="connsiteX77761" y="connsiteY77761"/>
              </a:cxn>
              <a:cxn ang="0">
                <a:pos x="connsiteX77762" y="connsiteY77762"/>
              </a:cxn>
              <a:cxn ang="0">
                <a:pos x="connsiteX77763" y="connsiteY77763"/>
              </a:cxn>
              <a:cxn ang="0">
                <a:pos x="connsiteX77764" y="connsiteY77764"/>
              </a:cxn>
              <a:cxn ang="0">
                <a:pos x="connsiteX77765" y="connsiteY77765"/>
              </a:cxn>
              <a:cxn ang="0">
                <a:pos x="connsiteX77766" y="connsiteY77766"/>
              </a:cxn>
              <a:cxn ang="0">
                <a:pos x="connsiteX77767" y="connsiteY77767"/>
              </a:cxn>
              <a:cxn ang="0">
                <a:pos x="connsiteX77768" y="connsiteY77768"/>
              </a:cxn>
              <a:cxn ang="0">
                <a:pos x="connsiteX77769" y="connsiteY77769"/>
              </a:cxn>
              <a:cxn ang="0">
                <a:pos x="connsiteX77770" y="connsiteY77770"/>
              </a:cxn>
              <a:cxn ang="0">
                <a:pos x="connsiteX77771" y="connsiteY77771"/>
              </a:cxn>
              <a:cxn ang="0">
                <a:pos x="connsiteX77772" y="connsiteY77772"/>
              </a:cxn>
              <a:cxn ang="0">
                <a:pos x="connsiteX77773" y="connsiteY77773"/>
              </a:cxn>
              <a:cxn ang="0">
                <a:pos x="connsiteX77774" y="connsiteY77774"/>
              </a:cxn>
              <a:cxn ang="0">
                <a:pos x="connsiteX77775" y="connsiteY77775"/>
              </a:cxn>
              <a:cxn ang="0">
                <a:pos x="connsiteX77776" y="connsiteY77776"/>
              </a:cxn>
              <a:cxn ang="0">
                <a:pos x="connsiteX77777" y="connsiteY77777"/>
              </a:cxn>
              <a:cxn ang="0">
                <a:pos x="connsiteX77778" y="connsiteY77778"/>
              </a:cxn>
              <a:cxn ang="0">
                <a:pos x="connsiteX77779" y="connsiteY77779"/>
              </a:cxn>
              <a:cxn ang="0">
                <a:pos x="connsiteX77780" y="connsiteY77780"/>
              </a:cxn>
              <a:cxn ang="0">
                <a:pos x="connsiteX77781" y="connsiteY77781"/>
              </a:cxn>
              <a:cxn ang="0">
                <a:pos x="connsiteX77782" y="connsiteY77782"/>
              </a:cxn>
              <a:cxn ang="0">
                <a:pos x="connsiteX77783" y="connsiteY77783"/>
              </a:cxn>
              <a:cxn ang="0">
                <a:pos x="connsiteX77784" y="connsiteY77784"/>
              </a:cxn>
              <a:cxn ang="0">
                <a:pos x="connsiteX77785" y="connsiteY77785"/>
              </a:cxn>
              <a:cxn ang="0">
                <a:pos x="connsiteX77786" y="connsiteY77786"/>
              </a:cxn>
              <a:cxn ang="0">
                <a:pos x="connsiteX77787" y="connsiteY77787"/>
              </a:cxn>
              <a:cxn ang="0">
                <a:pos x="connsiteX77788" y="connsiteY77788"/>
              </a:cxn>
              <a:cxn ang="0">
                <a:pos x="connsiteX77789" y="connsiteY77789"/>
              </a:cxn>
              <a:cxn ang="0">
                <a:pos x="connsiteX77790" y="connsiteY77790"/>
              </a:cxn>
              <a:cxn ang="0">
                <a:pos x="connsiteX77791" y="connsiteY77791"/>
              </a:cxn>
              <a:cxn ang="0">
                <a:pos x="connsiteX77792" y="connsiteY77792"/>
              </a:cxn>
              <a:cxn ang="0">
                <a:pos x="connsiteX77793" y="connsiteY77793"/>
              </a:cxn>
              <a:cxn ang="0">
                <a:pos x="connsiteX77794" y="connsiteY77794"/>
              </a:cxn>
              <a:cxn ang="0">
                <a:pos x="connsiteX77795" y="connsiteY77795"/>
              </a:cxn>
              <a:cxn ang="0">
                <a:pos x="connsiteX77796" y="connsiteY77796"/>
              </a:cxn>
              <a:cxn ang="0">
                <a:pos x="connsiteX77797" y="connsiteY77797"/>
              </a:cxn>
              <a:cxn ang="0">
                <a:pos x="connsiteX77798" y="connsiteY77798"/>
              </a:cxn>
              <a:cxn ang="0">
                <a:pos x="connsiteX77799" y="connsiteY77799"/>
              </a:cxn>
              <a:cxn ang="0">
                <a:pos x="connsiteX77800" y="connsiteY77800"/>
              </a:cxn>
              <a:cxn ang="0">
                <a:pos x="connsiteX77801" y="connsiteY77801"/>
              </a:cxn>
              <a:cxn ang="0">
                <a:pos x="connsiteX77802" y="connsiteY77802"/>
              </a:cxn>
              <a:cxn ang="0">
                <a:pos x="connsiteX77803" y="connsiteY77803"/>
              </a:cxn>
              <a:cxn ang="0">
                <a:pos x="connsiteX77804" y="connsiteY77804"/>
              </a:cxn>
              <a:cxn ang="0">
                <a:pos x="connsiteX77805" y="connsiteY77805"/>
              </a:cxn>
              <a:cxn ang="0">
                <a:pos x="connsiteX77806" y="connsiteY77806"/>
              </a:cxn>
              <a:cxn ang="0">
                <a:pos x="connsiteX77807" y="connsiteY77807"/>
              </a:cxn>
              <a:cxn ang="0">
                <a:pos x="connsiteX77808" y="connsiteY77808"/>
              </a:cxn>
              <a:cxn ang="0">
                <a:pos x="connsiteX77809" y="connsiteY77809"/>
              </a:cxn>
              <a:cxn ang="0">
                <a:pos x="connsiteX77810" y="connsiteY77810"/>
              </a:cxn>
              <a:cxn ang="0">
                <a:pos x="connsiteX77811" y="connsiteY77811"/>
              </a:cxn>
              <a:cxn ang="0">
                <a:pos x="connsiteX77812" y="connsiteY77812"/>
              </a:cxn>
              <a:cxn ang="0">
                <a:pos x="connsiteX77813" y="connsiteY77813"/>
              </a:cxn>
              <a:cxn ang="0">
                <a:pos x="connsiteX77814" y="connsiteY77814"/>
              </a:cxn>
              <a:cxn ang="0">
                <a:pos x="connsiteX77815" y="connsiteY77815"/>
              </a:cxn>
              <a:cxn ang="0">
                <a:pos x="connsiteX77816" y="connsiteY77816"/>
              </a:cxn>
              <a:cxn ang="0">
                <a:pos x="connsiteX77817" y="connsiteY77817"/>
              </a:cxn>
              <a:cxn ang="0">
                <a:pos x="connsiteX77818" y="connsiteY77818"/>
              </a:cxn>
              <a:cxn ang="0">
                <a:pos x="connsiteX77819" y="connsiteY77819"/>
              </a:cxn>
              <a:cxn ang="0">
                <a:pos x="connsiteX77820" y="connsiteY77820"/>
              </a:cxn>
              <a:cxn ang="0">
                <a:pos x="connsiteX77821" y="connsiteY77821"/>
              </a:cxn>
              <a:cxn ang="0">
                <a:pos x="connsiteX77822" y="connsiteY77822"/>
              </a:cxn>
              <a:cxn ang="0">
                <a:pos x="connsiteX77823" y="connsiteY77823"/>
              </a:cxn>
              <a:cxn ang="0">
                <a:pos x="connsiteX77824" y="connsiteY77824"/>
              </a:cxn>
              <a:cxn ang="0">
                <a:pos x="connsiteX77825" y="connsiteY77825"/>
              </a:cxn>
              <a:cxn ang="0">
                <a:pos x="connsiteX77826" y="connsiteY77826"/>
              </a:cxn>
              <a:cxn ang="0">
                <a:pos x="connsiteX77827" y="connsiteY77827"/>
              </a:cxn>
              <a:cxn ang="0">
                <a:pos x="connsiteX77828" y="connsiteY77828"/>
              </a:cxn>
              <a:cxn ang="0">
                <a:pos x="connsiteX77829" y="connsiteY77829"/>
              </a:cxn>
              <a:cxn ang="0">
                <a:pos x="connsiteX77830" y="connsiteY77830"/>
              </a:cxn>
              <a:cxn ang="0">
                <a:pos x="connsiteX77831" y="connsiteY77831"/>
              </a:cxn>
              <a:cxn ang="0">
                <a:pos x="connsiteX77832" y="connsiteY77832"/>
              </a:cxn>
              <a:cxn ang="0">
                <a:pos x="connsiteX77833" y="connsiteY77833"/>
              </a:cxn>
              <a:cxn ang="0">
                <a:pos x="connsiteX77834" y="connsiteY77834"/>
              </a:cxn>
              <a:cxn ang="0">
                <a:pos x="connsiteX77835" y="connsiteY77835"/>
              </a:cxn>
              <a:cxn ang="0">
                <a:pos x="connsiteX77836" y="connsiteY77836"/>
              </a:cxn>
              <a:cxn ang="0">
                <a:pos x="connsiteX77837" y="connsiteY77837"/>
              </a:cxn>
              <a:cxn ang="0">
                <a:pos x="connsiteX77838" y="connsiteY77838"/>
              </a:cxn>
              <a:cxn ang="0">
                <a:pos x="connsiteX77839" y="connsiteY77839"/>
              </a:cxn>
              <a:cxn ang="0">
                <a:pos x="connsiteX77840" y="connsiteY77840"/>
              </a:cxn>
              <a:cxn ang="0">
                <a:pos x="connsiteX77841" y="connsiteY77841"/>
              </a:cxn>
              <a:cxn ang="0">
                <a:pos x="connsiteX77842" y="connsiteY77842"/>
              </a:cxn>
              <a:cxn ang="0">
                <a:pos x="connsiteX77843" y="connsiteY77843"/>
              </a:cxn>
              <a:cxn ang="0">
                <a:pos x="connsiteX77844" y="connsiteY77844"/>
              </a:cxn>
              <a:cxn ang="0">
                <a:pos x="connsiteX77845" y="connsiteY77845"/>
              </a:cxn>
              <a:cxn ang="0">
                <a:pos x="connsiteX77846" y="connsiteY77846"/>
              </a:cxn>
              <a:cxn ang="0">
                <a:pos x="connsiteX77847" y="connsiteY77847"/>
              </a:cxn>
              <a:cxn ang="0">
                <a:pos x="connsiteX77848" y="connsiteY77848"/>
              </a:cxn>
              <a:cxn ang="0">
                <a:pos x="connsiteX77849" y="connsiteY77849"/>
              </a:cxn>
              <a:cxn ang="0">
                <a:pos x="connsiteX77850" y="connsiteY77850"/>
              </a:cxn>
              <a:cxn ang="0">
                <a:pos x="connsiteX77851" y="connsiteY77851"/>
              </a:cxn>
              <a:cxn ang="0">
                <a:pos x="connsiteX77852" y="connsiteY77852"/>
              </a:cxn>
              <a:cxn ang="0">
                <a:pos x="connsiteX77853" y="connsiteY77853"/>
              </a:cxn>
              <a:cxn ang="0">
                <a:pos x="connsiteX77854" y="connsiteY77854"/>
              </a:cxn>
              <a:cxn ang="0">
                <a:pos x="connsiteX77855" y="connsiteY77855"/>
              </a:cxn>
              <a:cxn ang="0">
                <a:pos x="connsiteX77856" y="connsiteY77856"/>
              </a:cxn>
              <a:cxn ang="0">
                <a:pos x="connsiteX77857" y="connsiteY77857"/>
              </a:cxn>
              <a:cxn ang="0">
                <a:pos x="connsiteX77858" y="connsiteY77858"/>
              </a:cxn>
              <a:cxn ang="0">
                <a:pos x="connsiteX77859" y="connsiteY77859"/>
              </a:cxn>
              <a:cxn ang="0">
                <a:pos x="connsiteX77860" y="connsiteY77860"/>
              </a:cxn>
              <a:cxn ang="0">
                <a:pos x="connsiteX77861" y="connsiteY77861"/>
              </a:cxn>
              <a:cxn ang="0">
                <a:pos x="connsiteX77862" y="connsiteY77862"/>
              </a:cxn>
              <a:cxn ang="0">
                <a:pos x="connsiteX77863" y="connsiteY77863"/>
              </a:cxn>
              <a:cxn ang="0">
                <a:pos x="connsiteX77864" y="connsiteY77864"/>
              </a:cxn>
              <a:cxn ang="0">
                <a:pos x="connsiteX77865" y="connsiteY77865"/>
              </a:cxn>
              <a:cxn ang="0">
                <a:pos x="connsiteX77866" y="connsiteY77866"/>
              </a:cxn>
              <a:cxn ang="0">
                <a:pos x="connsiteX77867" y="connsiteY77867"/>
              </a:cxn>
              <a:cxn ang="0">
                <a:pos x="connsiteX77868" y="connsiteY77868"/>
              </a:cxn>
              <a:cxn ang="0">
                <a:pos x="connsiteX77869" y="connsiteY77869"/>
              </a:cxn>
              <a:cxn ang="0">
                <a:pos x="connsiteX77870" y="connsiteY77870"/>
              </a:cxn>
              <a:cxn ang="0">
                <a:pos x="connsiteX77871" y="connsiteY77871"/>
              </a:cxn>
              <a:cxn ang="0">
                <a:pos x="connsiteX77872" y="connsiteY77872"/>
              </a:cxn>
              <a:cxn ang="0">
                <a:pos x="connsiteX77873" y="connsiteY77873"/>
              </a:cxn>
              <a:cxn ang="0">
                <a:pos x="connsiteX77874" y="connsiteY77874"/>
              </a:cxn>
              <a:cxn ang="0">
                <a:pos x="connsiteX77875" y="connsiteY77875"/>
              </a:cxn>
              <a:cxn ang="0">
                <a:pos x="connsiteX77876" y="connsiteY77876"/>
              </a:cxn>
              <a:cxn ang="0">
                <a:pos x="connsiteX77877" y="connsiteY77877"/>
              </a:cxn>
              <a:cxn ang="0">
                <a:pos x="connsiteX77878" y="connsiteY77878"/>
              </a:cxn>
              <a:cxn ang="0">
                <a:pos x="connsiteX77879" y="connsiteY77879"/>
              </a:cxn>
              <a:cxn ang="0">
                <a:pos x="connsiteX77880" y="connsiteY77880"/>
              </a:cxn>
              <a:cxn ang="0">
                <a:pos x="connsiteX77881" y="connsiteY77881"/>
              </a:cxn>
              <a:cxn ang="0">
                <a:pos x="connsiteX77882" y="connsiteY77882"/>
              </a:cxn>
              <a:cxn ang="0">
                <a:pos x="connsiteX77883" y="connsiteY77883"/>
              </a:cxn>
              <a:cxn ang="0">
                <a:pos x="connsiteX77884" y="connsiteY77884"/>
              </a:cxn>
              <a:cxn ang="0">
                <a:pos x="connsiteX77885" y="connsiteY77885"/>
              </a:cxn>
              <a:cxn ang="0">
                <a:pos x="connsiteX77886" y="connsiteY77886"/>
              </a:cxn>
              <a:cxn ang="0">
                <a:pos x="connsiteX77887" y="connsiteY77887"/>
              </a:cxn>
              <a:cxn ang="0">
                <a:pos x="connsiteX77888" y="connsiteY77888"/>
              </a:cxn>
              <a:cxn ang="0">
                <a:pos x="connsiteX77889" y="connsiteY77889"/>
              </a:cxn>
              <a:cxn ang="0">
                <a:pos x="connsiteX77890" y="connsiteY77890"/>
              </a:cxn>
              <a:cxn ang="0">
                <a:pos x="connsiteX77891" y="connsiteY77891"/>
              </a:cxn>
              <a:cxn ang="0">
                <a:pos x="connsiteX77892" y="connsiteY77892"/>
              </a:cxn>
              <a:cxn ang="0">
                <a:pos x="connsiteX77893" y="connsiteY77893"/>
              </a:cxn>
              <a:cxn ang="0">
                <a:pos x="connsiteX77894" y="connsiteY77894"/>
              </a:cxn>
              <a:cxn ang="0">
                <a:pos x="connsiteX77895" y="connsiteY77895"/>
              </a:cxn>
              <a:cxn ang="0">
                <a:pos x="connsiteX77896" y="connsiteY77896"/>
              </a:cxn>
              <a:cxn ang="0">
                <a:pos x="connsiteX77897" y="connsiteY77897"/>
              </a:cxn>
              <a:cxn ang="0">
                <a:pos x="connsiteX77898" y="connsiteY77898"/>
              </a:cxn>
              <a:cxn ang="0">
                <a:pos x="connsiteX77899" y="connsiteY77899"/>
              </a:cxn>
              <a:cxn ang="0">
                <a:pos x="connsiteX77900" y="connsiteY77900"/>
              </a:cxn>
              <a:cxn ang="0">
                <a:pos x="connsiteX77901" y="connsiteY77901"/>
              </a:cxn>
              <a:cxn ang="0">
                <a:pos x="connsiteX77902" y="connsiteY77902"/>
              </a:cxn>
              <a:cxn ang="0">
                <a:pos x="connsiteX77903" y="connsiteY77903"/>
              </a:cxn>
              <a:cxn ang="0">
                <a:pos x="connsiteX77904" y="connsiteY77904"/>
              </a:cxn>
              <a:cxn ang="0">
                <a:pos x="connsiteX77905" y="connsiteY77905"/>
              </a:cxn>
              <a:cxn ang="0">
                <a:pos x="connsiteX77906" y="connsiteY77906"/>
              </a:cxn>
              <a:cxn ang="0">
                <a:pos x="connsiteX77907" y="connsiteY77907"/>
              </a:cxn>
              <a:cxn ang="0">
                <a:pos x="connsiteX77908" y="connsiteY77908"/>
              </a:cxn>
              <a:cxn ang="0">
                <a:pos x="connsiteX77909" y="connsiteY77909"/>
              </a:cxn>
              <a:cxn ang="0">
                <a:pos x="connsiteX77910" y="connsiteY77910"/>
              </a:cxn>
              <a:cxn ang="0">
                <a:pos x="connsiteX77911" y="connsiteY77911"/>
              </a:cxn>
              <a:cxn ang="0">
                <a:pos x="connsiteX77912" y="connsiteY77912"/>
              </a:cxn>
              <a:cxn ang="0">
                <a:pos x="connsiteX77913" y="connsiteY77913"/>
              </a:cxn>
              <a:cxn ang="0">
                <a:pos x="connsiteX77914" y="connsiteY77914"/>
              </a:cxn>
              <a:cxn ang="0">
                <a:pos x="connsiteX77915" y="connsiteY77915"/>
              </a:cxn>
              <a:cxn ang="0">
                <a:pos x="connsiteX77916" y="connsiteY77916"/>
              </a:cxn>
              <a:cxn ang="0">
                <a:pos x="connsiteX77917" y="connsiteY77917"/>
              </a:cxn>
              <a:cxn ang="0">
                <a:pos x="connsiteX77918" y="connsiteY77918"/>
              </a:cxn>
              <a:cxn ang="0">
                <a:pos x="connsiteX77919" y="connsiteY77919"/>
              </a:cxn>
              <a:cxn ang="0">
                <a:pos x="connsiteX77920" y="connsiteY77920"/>
              </a:cxn>
              <a:cxn ang="0">
                <a:pos x="connsiteX77921" y="connsiteY77921"/>
              </a:cxn>
              <a:cxn ang="0">
                <a:pos x="connsiteX77922" y="connsiteY77922"/>
              </a:cxn>
              <a:cxn ang="0">
                <a:pos x="connsiteX77923" y="connsiteY77923"/>
              </a:cxn>
              <a:cxn ang="0">
                <a:pos x="connsiteX77924" y="connsiteY77924"/>
              </a:cxn>
              <a:cxn ang="0">
                <a:pos x="connsiteX77925" y="connsiteY77925"/>
              </a:cxn>
              <a:cxn ang="0">
                <a:pos x="connsiteX77926" y="connsiteY77926"/>
              </a:cxn>
              <a:cxn ang="0">
                <a:pos x="connsiteX77927" y="connsiteY77927"/>
              </a:cxn>
              <a:cxn ang="0">
                <a:pos x="connsiteX77928" y="connsiteY77928"/>
              </a:cxn>
              <a:cxn ang="0">
                <a:pos x="connsiteX77929" y="connsiteY77929"/>
              </a:cxn>
              <a:cxn ang="0">
                <a:pos x="connsiteX77930" y="connsiteY77930"/>
              </a:cxn>
              <a:cxn ang="0">
                <a:pos x="connsiteX77931" y="connsiteY77931"/>
              </a:cxn>
              <a:cxn ang="0">
                <a:pos x="connsiteX77932" y="connsiteY77932"/>
              </a:cxn>
              <a:cxn ang="0">
                <a:pos x="connsiteX77933" y="connsiteY77933"/>
              </a:cxn>
              <a:cxn ang="0">
                <a:pos x="connsiteX77934" y="connsiteY77934"/>
              </a:cxn>
              <a:cxn ang="0">
                <a:pos x="connsiteX77935" y="connsiteY77935"/>
              </a:cxn>
              <a:cxn ang="0">
                <a:pos x="connsiteX77936" y="connsiteY77936"/>
              </a:cxn>
              <a:cxn ang="0">
                <a:pos x="connsiteX77937" y="connsiteY77937"/>
              </a:cxn>
              <a:cxn ang="0">
                <a:pos x="connsiteX77938" y="connsiteY77938"/>
              </a:cxn>
              <a:cxn ang="0">
                <a:pos x="connsiteX77939" y="connsiteY77939"/>
              </a:cxn>
              <a:cxn ang="0">
                <a:pos x="connsiteX77940" y="connsiteY77940"/>
              </a:cxn>
              <a:cxn ang="0">
                <a:pos x="connsiteX77941" y="connsiteY77941"/>
              </a:cxn>
              <a:cxn ang="0">
                <a:pos x="connsiteX77942" y="connsiteY77942"/>
              </a:cxn>
              <a:cxn ang="0">
                <a:pos x="connsiteX77943" y="connsiteY77943"/>
              </a:cxn>
              <a:cxn ang="0">
                <a:pos x="connsiteX77944" y="connsiteY77944"/>
              </a:cxn>
              <a:cxn ang="0">
                <a:pos x="connsiteX77945" y="connsiteY77945"/>
              </a:cxn>
              <a:cxn ang="0">
                <a:pos x="connsiteX77946" y="connsiteY77946"/>
              </a:cxn>
              <a:cxn ang="0">
                <a:pos x="connsiteX77947" y="connsiteY77947"/>
              </a:cxn>
              <a:cxn ang="0">
                <a:pos x="connsiteX77948" y="connsiteY77948"/>
              </a:cxn>
              <a:cxn ang="0">
                <a:pos x="connsiteX77949" y="connsiteY77949"/>
              </a:cxn>
              <a:cxn ang="0">
                <a:pos x="connsiteX77950" y="connsiteY77950"/>
              </a:cxn>
              <a:cxn ang="0">
                <a:pos x="connsiteX77951" y="connsiteY77951"/>
              </a:cxn>
              <a:cxn ang="0">
                <a:pos x="connsiteX77952" y="connsiteY77952"/>
              </a:cxn>
              <a:cxn ang="0">
                <a:pos x="connsiteX77953" y="connsiteY77953"/>
              </a:cxn>
              <a:cxn ang="0">
                <a:pos x="connsiteX77954" y="connsiteY77954"/>
              </a:cxn>
              <a:cxn ang="0">
                <a:pos x="connsiteX77955" y="connsiteY77955"/>
              </a:cxn>
              <a:cxn ang="0">
                <a:pos x="connsiteX77956" y="connsiteY77956"/>
              </a:cxn>
              <a:cxn ang="0">
                <a:pos x="connsiteX77957" y="connsiteY77957"/>
              </a:cxn>
              <a:cxn ang="0">
                <a:pos x="connsiteX77958" y="connsiteY77958"/>
              </a:cxn>
              <a:cxn ang="0">
                <a:pos x="connsiteX77959" y="connsiteY77959"/>
              </a:cxn>
              <a:cxn ang="0">
                <a:pos x="connsiteX77960" y="connsiteY77960"/>
              </a:cxn>
              <a:cxn ang="0">
                <a:pos x="connsiteX77961" y="connsiteY77961"/>
              </a:cxn>
              <a:cxn ang="0">
                <a:pos x="connsiteX77962" y="connsiteY77962"/>
              </a:cxn>
              <a:cxn ang="0">
                <a:pos x="connsiteX77963" y="connsiteY77963"/>
              </a:cxn>
              <a:cxn ang="0">
                <a:pos x="connsiteX77964" y="connsiteY77964"/>
              </a:cxn>
              <a:cxn ang="0">
                <a:pos x="connsiteX77965" y="connsiteY77965"/>
              </a:cxn>
              <a:cxn ang="0">
                <a:pos x="connsiteX77966" y="connsiteY77966"/>
              </a:cxn>
              <a:cxn ang="0">
                <a:pos x="connsiteX77967" y="connsiteY77967"/>
              </a:cxn>
              <a:cxn ang="0">
                <a:pos x="connsiteX77968" y="connsiteY77968"/>
              </a:cxn>
              <a:cxn ang="0">
                <a:pos x="connsiteX77969" y="connsiteY77969"/>
              </a:cxn>
              <a:cxn ang="0">
                <a:pos x="connsiteX77970" y="connsiteY77970"/>
              </a:cxn>
              <a:cxn ang="0">
                <a:pos x="connsiteX77971" y="connsiteY77971"/>
              </a:cxn>
              <a:cxn ang="0">
                <a:pos x="connsiteX77972" y="connsiteY77972"/>
              </a:cxn>
              <a:cxn ang="0">
                <a:pos x="connsiteX77973" y="connsiteY77973"/>
              </a:cxn>
              <a:cxn ang="0">
                <a:pos x="connsiteX77974" y="connsiteY77974"/>
              </a:cxn>
              <a:cxn ang="0">
                <a:pos x="connsiteX77975" y="connsiteY77975"/>
              </a:cxn>
              <a:cxn ang="0">
                <a:pos x="connsiteX77976" y="connsiteY77976"/>
              </a:cxn>
              <a:cxn ang="0">
                <a:pos x="connsiteX77977" y="connsiteY77977"/>
              </a:cxn>
              <a:cxn ang="0">
                <a:pos x="connsiteX77978" y="connsiteY77978"/>
              </a:cxn>
              <a:cxn ang="0">
                <a:pos x="connsiteX77979" y="connsiteY77979"/>
              </a:cxn>
              <a:cxn ang="0">
                <a:pos x="connsiteX77980" y="connsiteY77980"/>
              </a:cxn>
              <a:cxn ang="0">
                <a:pos x="connsiteX77981" y="connsiteY77981"/>
              </a:cxn>
              <a:cxn ang="0">
                <a:pos x="connsiteX77982" y="connsiteY77982"/>
              </a:cxn>
              <a:cxn ang="0">
                <a:pos x="connsiteX77983" y="connsiteY77983"/>
              </a:cxn>
              <a:cxn ang="0">
                <a:pos x="connsiteX77984" y="connsiteY77984"/>
              </a:cxn>
              <a:cxn ang="0">
                <a:pos x="connsiteX77985" y="connsiteY77985"/>
              </a:cxn>
              <a:cxn ang="0">
                <a:pos x="connsiteX77986" y="connsiteY77986"/>
              </a:cxn>
              <a:cxn ang="0">
                <a:pos x="connsiteX77987" y="connsiteY77987"/>
              </a:cxn>
              <a:cxn ang="0">
                <a:pos x="connsiteX77988" y="connsiteY77988"/>
              </a:cxn>
              <a:cxn ang="0">
                <a:pos x="connsiteX77989" y="connsiteY77989"/>
              </a:cxn>
              <a:cxn ang="0">
                <a:pos x="connsiteX77990" y="connsiteY77990"/>
              </a:cxn>
              <a:cxn ang="0">
                <a:pos x="connsiteX77991" y="connsiteY77991"/>
              </a:cxn>
              <a:cxn ang="0">
                <a:pos x="connsiteX77992" y="connsiteY77992"/>
              </a:cxn>
              <a:cxn ang="0">
                <a:pos x="connsiteX77993" y="connsiteY77993"/>
              </a:cxn>
              <a:cxn ang="0">
                <a:pos x="connsiteX77994" y="connsiteY77994"/>
              </a:cxn>
              <a:cxn ang="0">
                <a:pos x="connsiteX77995" y="connsiteY77995"/>
              </a:cxn>
              <a:cxn ang="0">
                <a:pos x="connsiteX77996" y="connsiteY77996"/>
              </a:cxn>
              <a:cxn ang="0">
                <a:pos x="connsiteX77997" y="connsiteY77997"/>
              </a:cxn>
              <a:cxn ang="0">
                <a:pos x="connsiteX77998" y="connsiteY77998"/>
              </a:cxn>
              <a:cxn ang="0">
                <a:pos x="connsiteX77999" y="connsiteY77999"/>
              </a:cxn>
              <a:cxn ang="0">
                <a:pos x="connsiteX78000" y="connsiteY78000"/>
              </a:cxn>
              <a:cxn ang="0">
                <a:pos x="connsiteX78001" y="connsiteY78001"/>
              </a:cxn>
              <a:cxn ang="0">
                <a:pos x="connsiteX78002" y="connsiteY78002"/>
              </a:cxn>
              <a:cxn ang="0">
                <a:pos x="connsiteX78003" y="connsiteY78003"/>
              </a:cxn>
              <a:cxn ang="0">
                <a:pos x="connsiteX78004" y="connsiteY78004"/>
              </a:cxn>
              <a:cxn ang="0">
                <a:pos x="connsiteX78005" y="connsiteY78005"/>
              </a:cxn>
              <a:cxn ang="0">
                <a:pos x="connsiteX78006" y="connsiteY78006"/>
              </a:cxn>
              <a:cxn ang="0">
                <a:pos x="connsiteX78007" y="connsiteY78007"/>
              </a:cxn>
              <a:cxn ang="0">
                <a:pos x="connsiteX78008" y="connsiteY78008"/>
              </a:cxn>
              <a:cxn ang="0">
                <a:pos x="connsiteX78009" y="connsiteY78009"/>
              </a:cxn>
              <a:cxn ang="0">
                <a:pos x="connsiteX78010" y="connsiteY78010"/>
              </a:cxn>
              <a:cxn ang="0">
                <a:pos x="connsiteX78011" y="connsiteY78011"/>
              </a:cxn>
              <a:cxn ang="0">
                <a:pos x="connsiteX78012" y="connsiteY78012"/>
              </a:cxn>
              <a:cxn ang="0">
                <a:pos x="connsiteX78013" y="connsiteY78013"/>
              </a:cxn>
              <a:cxn ang="0">
                <a:pos x="connsiteX78014" y="connsiteY78014"/>
              </a:cxn>
              <a:cxn ang="0">
                <a:pos x="connsiteX78015" y="connsiteY78015"/>
              </a:cxn>
              <a:cxn ang="0">
                <a:pos x="connsiteX78016" y="connsiteY78016"/>
              </a:cxn>
              <a:cxn ang="0">
                <a:pos x="connsiteX78017" y="connsiteY78017"/>
              </a:cxn>
              <a:cxn ang="0">
                <a:pos x="connsiteX78018" y="connsiteY78018"/>
              </a:cxn>
              <a:cxn ang="0">
                <a:pos x="connsiteX78019" y="connsiteY78019"/>
              </a:cxn>
              <a:cxn ang="0">
                <a:pos x="connsiteX78020" y="connsiteY78020"/>
              </a:cxn>
              <a:cxn ang="0">
                <a:pos x="connsiteX78021" y="connsiteY78021"/>
              </a:cxn>
              <a:cxn ang="0">
                <a:pos x="connsiteX78022" y="connsiteY78022"/>
              </a:cxn>
              <a:cxn ang="0">
                <a:pos x="connsiteX78023" y="connsiteY78023"/>
              </a:cxn>
              <a:cxn ang="0">
                <a:pos x="connsiteX78024" y="connsiteY78024"/>
              </a:cxn>
              <a:cxn ang="0">
                <a:pos x="connsiteX78025" y="connsiteY78025"/>
              </a:cxn>
              <a:cxn ang="0">
                <a:pos x="connsiteX78026" y="connsiteY78026"/>
              </a:cxn>
              <a:cxn ang="0">
                <a:pos x="connsiteX78027" y="connsiteY78027"/>
              </a:cxn>
              <a:cxn ang="0">
                <a:pos x="connsiteX78028" y="connsiteY78028"/>
              </a:cxn>
              <a:cxn ang="0">
                <a:pos x="connsiteX78029" y="connsiteY78029"/>
              </a:cxn>
              <a:cxn ang="0">
                <a:pos x="connsiteX78030" y="connsiteY78030"/>
              </a:cxn>
              <a:cxn ang="0">
                <a:pos x="connsiteX78031" y="connsiteY78031"/>
              </a:cxn>
              <a:cxn ang="0">
                <a:pos x="connsiteX78032" y="connsiteY78032"/>
              </a:cxn>
              <a:cxn ang="0">
                <a:pos x="connsiteX78033" y="connsiteY78033"/>
              </a:cxn>
              <a:cxn ang="0">
                <a:pos x="connsiteX78034" y="connsiteY78034"/>
              </a:cxn>
              <a:cxn ang="0">
                <a:pos x="connsiteX78035" y="connsiteY78035"/>
              </a:cxn>
              <a:cxn ang="0">
                <a:pos x="connsiteX78036" y="connsiteY78036"/>
              </a:cxn>
              <a:cxn ang="0">
                <a:pos x="connsiteX78037" y="connsiteY78037"/>
              </a:cxn>
              <a:cxn ang="0">
                <a:pos x="connsiteX78038" y="connsiteY78038"/>
              </a:cxn>
              <a:cxn ang="0">
                <a:pos x="connsiteX78039" y="connsiteY78039"/>
              </a:cxn>
              <a:cxn ang="0">
                <a:pos x="connsiteX78040" y="connsiteY78040"/>
              </a:cxn>
              <a:cxn ang="0">
                <a:pos x="connsiteX78041" y="connsiteY78041"/>
              </a:cxn>
              <a:cxn ang="0">
                <a:pos x="connsiteX78042" y="connsiteY78042"/>
              </a:cxn>
              <a:cxn ang="0">
                <a:pos x="connsiteX78043" y="connsiteY78043"/>
              </a:cxn>
              <a:cxn ang="0">
                <a:pos x="connsiteX78044" y="connsiteY78044"/>
              </a:cxn>
              <a:cxn ang="0">
                <a:pos x="connsiteX78045" y="connsiteY78045"/>
              </a:cxn>
              <a:cxn ang="0">
                <a:pos x="connsiteX78046" y="connsiteY78046"/>
              </a:cxn>
              <a:cxn ang="0">
                <a:pos x="connsiteX78047" y="connsiteY78047"/>
              </a:cxn>
              <a:cxn ang="0">
                <a:pos x="connsiteX78048" y="connsiteY78048"/>
              </a:cxn>
              <a:cxn ang="0">
                <a:pos x="connsiteX78049" y="connsiteY78049"/>
              </a:cxn>
              <a:cxn ang="0">
                <a:pos x="connsiteX78050" y="connsiteY78050"/>
              </a:cxn>
              <a:cxn ang="0">
                <a:pos x="connsiteX78051" y="connsiteY78051"/>
              </a:cxn>
              <a:cxn ang="0">
                <a:pos x="connsiteX78052" y="connsiteY78052"/>
              </a:cxn>
              <a:cxn ang="0">
                <a:pos x="connsiteX78053" y="connsiteY78053"/>
              </a:cxn>
              <a:cxn ang="0">
                <a:pos x="connsiteX78054" y="connsiteY78054"/>
              </a:cxn>
              <a:cxn ang="0">
                <a:pos x="connsiteX78055" y="connsiteY78055"/>
              </a:cxn>
              <a:cxn ang="0">
                <a:pos x="connsiteX78056" y="connsiteY78056"/>
              </a:cxn>
              <a:cxn ang="0">
                <a:pos x="connsiteX78057" y="connsiteY78057"/>
              </a:cxn>
              <a:cxn ang="0">
                <a:pos x="connsiteX78058" y="connsiteY78058"/>
              </a:cxn>
              <a:cxn ang="0">
                <a:pos x="connsiteX78059" y="connsiteY78059"/>
              </a:cxn>
              <a:cxn ang="0">
                <a:pos x="connsiteX78060" y="connsiteY78060"/>
              </a:cxn>
              <a:cxn ang="0">
                <a:pos x="connsiteX78061" y="connsiteY78061"/>
              </a:cxn>
              <a:cxn ang="0">
                <a:pos x="connsiteX78062" y="connsiteY78062"/>
              </a:cxn>
              <a:cxn ang="0">
                <a:pos x="connsiteX78063" y="connsiteY78063"/>
              </a:cxn>
              <a:cxn ang="0">
                <a:pos x="connsiteX78064" y="connsiteY78064"/>
              </a:cxn>
              <a:cxn ang="0">
                <a:pos x="connsiteX78065" y="connsiteY78065"/>
              </a:cxn>
              <a:cxn ang="0">
                <a:pos x="connsiteX78066" y="connsiteY78066"/>
              </a:cxn>
              <a:cxn ang="0">
                <a:pos x="connsiteX78067" y="connsiteY78067"/>
              </a:cxn>
              <a:cxn ang="0">
                <a:pos x="connsiteX78068" y="connsiteY78068"/>
              </a:cxn>
              <a:cxn ang="0">
                <a:pos x="connsiteX78069" y="connsiteY78069"/>
              </a:cxn>
              <a:cxn ang="0">
                <a:pos x="connsiteX78070" y="connsiteY78070"/>
              </a:cxn>
              <a:cxn ang="0">
                <a:pos x="connsiteX78071" y="connsiteY78071"/>
              </a:cxn>
              <a:cxn ang="0">
                <a:pos x="connsiteX78072" y="connsiteY78072"/>
              </a:cxn>
              <a:cxn ang="0">
                <a:pos x="connsiteX78073" y="connsiteY78073"/>
              </a:cxn>
              <a:cxn ang="0">
                <a:pos x="connsiteX78074" y="connsiteY78074"/>
              </a:cxn>
              <a:cxn ang="0">
                <a:pos x="connsiteX78075" y="connsiteY78075"/>
              </a:cxn>
              <a:cxn ang="0">
                <a:pos x="connsiteX78076" y="connsiteY78076"/>
              </a:cxn>
              <a:cxn ang="0">
                <a:pos x="connsiteX78077" y="connsiteY78077"/>
              </a:cxn>
              <a:cxn ang="0">
                <a:pos x="connsiteX78078" y="connsiteY78078"/>
              </a:cxn>
              <a:cxn ang="0">
                <a:pos x="connsiteX78079" y="connsiteY78079"/>
              </a:cxn>
              <a:cxn ang="0">
                <a:pos x="connsiteX78080" y="connsiteY78080"/>
              </a:cxn>
              <a:cxn ang="0">
                <a:pos x="connsiteX78081" y="connsiteY78081"/>
              </a:cxn>
              <a:cxn ang="0">
                <a:pos x="connsiteX78082" y="connsiteY78082"/>
              </a:cxn>
              <a:cxn ang="0">
                <a:pos x="connsiteX78083" y="connsiteY78083"/>
              </a:cxn>
              <a:cxn ang="0">
                <a:pos x="connsiteX78084" y="connsiteY78084"/>
              </a:cxn>
              <a:cxn ang="0">
                <a:pos x="connsiteX78085" y="connsiteY78085"/>
              </a:cxn>
              <a:cxn ang="0">
                <a:pos x="connsiteX78086" y="connsiteY78086"/>
              </a:cxn>
              <a:cxn ang="0">
                <a:pos x="connsiteX78087" y="connsiteY78087"/>
              </a:cxn>
              <a:cxn ang="0">
                <a:pos x="connsiteX78088" y="connsiteY78088"/>
              </a:cxn>
              <a:cxn ang="0">
                <a:pos x="connsiteX78089" y="connsiteY78089"/>
              </a:cxn>
              <a:cxn ang="0">
                <a:pos x="connsiteX78090" y="connsiteY78090"/>
              </a:cxn>
              <a:cxn ang="0">
                <a:pos x="connsiteX78091" y="connsiteY78091"/>
              </a:cxn>
              <a:cxn ang="0">
                <a:pos x="connsiteX78092" y="connsiteY78092"/>
              </a:cxn>
              <a:cxn ang="0">
                <a:pos x="connsiteX78093" y="connsiteY78093"/>
              </a:cxn>
              <a:cxn ang="0">
                <a:pos x="connsiteX78094" y="connsiteY78094"/>
              </a:cxn>
              <a:cxn ang="0">
                <a:pos x="connsiteX78095" y="connsiteY78095"/>
              </a:cxn>
              <a:cxn ang="0">
                <a:pos x="connsiteX78096" y="connsiteY78096"/>
              </a:cxn>
              <a:cxn ang="0">
                <a:pos x="connsiteX78097" y="connsiteY78097"/>
              </a:cxn>
              <a:cxn ang="0">
                <a:pos x="connsiteX78098" y="connsiteY78098"/>
              </a:cxn>
              <a:cxn ang="0">
                <a:pos x="connsiteX78099" y="connsiteY78099"/>
              </a:cxn>
              <a:cxn ang="0">
                <a:pos x="connsiteX78100" y="connsiteY78100"/>
              </a:cxn>
              <a:cxn ang="0">
                <a:pos x="connsiteX78101" y="connsiteY78101"/>
              </a:cxn>
              <a:cxn ang="0">
                <a:pos x="connsiteX78102" y="connsiteY78102"/>
              </a:cxn>
              <a:cxn ang="0">
                <a:pos x="connsiteX78103" y="connsiteY78103"/>
              </a:cxn>
              <a:cxn ang="0">
                <a:pos x="connsiteX78104" y="connsiteY78104"/>
              </a:cxn>
              <a:cxn ang="0">
                <a:pos x="connsiteX78105" y="connsiteY78105"/>
              </a:cxn>
              <a:cxn ang="0">
                <a:pos x="connsiteX78106" y="connsiteY78106"/>
              </a:cxn>
              <a:cxn ang="0">
                <a:pos x="connsiteX78107" y="connsiteY78107"/>
              </a:cxn>
              <a:cxn ang="0">
                <a:pos x="connsiteX78108" y="connsiteY78108"/>
              </a:cxn>
              <a:cxn ang="0">
                <a:pos x="connsiteX78109" y="connsiteY78109"/>
              </a:cxn>
              <a:cxn ang="0">
                <a:pos x="connsiteX78110" y="connsiteY78110"/>
              </a:cxn>
              <a:cxn ang="0">
                <a:pos x="connsiteX78111" y="connsiteY78111"/>
              </a:cxn>
              <a:cxn ang="0">
                <a:pos x="connsiteX78112" y="connsiteY78112"/>
              </a:cxn>
              <a:cxn ang="0">
                <a:pos x="connsiteX78113" y="connsiteY78113"/>
              </a:cxn>
              <a:cxn ang="0">
                <a:pos x="connsiteX78114" y="connsiteY78114"/>
              </a:cxn>
              <a:cxn ang="0">
                <a:pos x="connsiteX78115" y="connsiteY78115"/>
              </a:cxn>
              <a:cxn ang="0">
                <a:pos x="connsiteX78116" y="connsiteY78116"/>
              </a:cxn>
              <a:cxn ang="0">
                <a:pos x="connsiteX78117" y="connsiteY78117"/>
              </a:cxn>
              <a:cxn ang="0">
                <a:pos x="connsiteX78118" y="connsiteY78118"/>
              </a:cxn>
              <a:cxn ang="0">
                <a:pos x="connsiteX78119" y="connsiteY78119"/>
              </a:cxn>
              <a:cxn ang="0">
                <a:pos x="connsiteX78120" y="connsiteY78120"/>
              </a:cxn>
              <a:cxn ang="0">
                <a:pos x="connsiteX78121" y="connsiteY78121"/>
              </a:cxn>
              <a:cxn ang="0">
                <a:pos x="connsiteX78122" y="connsiteY78122"/>
              </a:cxn>
              <a:cxn ang="0">
                <a:pos x="connsiteX78123" y="connsiteY78123"/>
              </a:cxn>
              <a:cxn ang="0">
                <a:pos x="connsiteX78124" y="connsiteY78124"/>
              </a:cxn>
              <a:cxn ang="0">
                <a:pos x="connsiteX78125" y="connsiteY78125"/>
              </a:cxn>
              <a:cxn ang="0">
                <a:pos x="connsiteX78126" y="connsiteY78126"/>
              </a:cxn>
              <a:cxn ang="0">
                <a:pos x="connsiteX78127" y="connsiteY78127"/>
              </a:cxn>
              <a:cxn ang="0">
                <a:pos x="connsiteX78128" y="connsiteY78128"/>
              </a:cxn>
              <a:cxn ang="0">
                <a:pos x="connsiteX78129" y="connsiteY78129"/>
              </a:cxn>
              <a:cxn ang="0">
                <a:pos x="connsiteX78130" y="connsiteY78130"/>
              </a:cxn>
              <a:cxn ang="0">
                <a:pos x="connsiteX78131" y="connsiteY78131"/>
              </a:cxn>
              <a:cxn ang="0">
                <a:pos x="connsiteX78132" y="connsiteY78132"/>
              </a:cxn>
              <a:cxn ang="0">
                <a:pos x="connsiteX78133" y="connsiteY78133"/>
              </a:cxn>
              <a:cxn ang="0">
                <a:pos x="connsiteX78134" y="connsiteY78134"/>
              </a:cxn>
              <a:cxn ang="0">
                <a:pos x="connsiteX78135" y="connsiteY78135"/>
              </a:cxn>
              <a:cxn ang="0">
                <a:pos x="connsiteX78136" y="connsiteY78136"/>
              </a:cxn>
              <a:cxn ang="0">
                <a:pos x="connsiteX78137" y="connsiteY78137"/>
              </a:cxn>
              <a:cxn ang="0">
                <a:pos x="connsiteX78138" y="connsiteY78138"/>
              </a:cxn>
              <a:cxn ang="0">
                <a:pos x="connsiteX78139" y="connsiteY78139"/>
              </a:cxn>
              <a:cxn ang="0">
                <a:pos x="connsiteX78140" y="connsiteY78140"/>
              </a:cxn>
              <a:cxn ang="0">
                <a:pos x="connsiteX78141" y="connsiteY78141"/>
              </a:cxn>
              <a:cxn ang="0">
                <a:pos x="connsiteX78142" y="connsiteY78142"/>
              </a:cxn>
              <a:cxn ang="0">
                <a:pos x="connsiteX78143" y="connsiteY78143"/>
              </a:cxn>
              <a:cxn ang="0">
                <a:pos x="connsiteX78144" y="connsiteY78144"/>
              </a:cxn>
              <a:cxn ang="0">
                <a:pos x="connsiteX78145" y="connsiteY78145"/>
              </a:cxn>
              <a:cxn ang="0">
                <a:pos x="connsiteX78146" y="connsiteY78146"/>
              </a:cxn>
              <a:cxn ang="0">
                <a:pos x="connsiteX78147" y="connsiteY78147"/>
              </a:cxn>
              <a:cxn ang="0">
                <a:pos x="connsiteX78148" y="connsiteY78148"/>
              </a:cxn>
              <a:cxn ang="0">
                <a:pos x="connsiteX78149" y="connsiteY78149"/>
              </a:cxn>
              <a:cxn ang="0">
                <a:pos x="connsiteX78150" y="connsiteY78150"/>
              </a:cxn>
              <a:cxn ang="0">
                <a:pos x="connsiteX78151" y="connsiteY78151"/>
              </a:cxn>
              <a:cxn ang="0">
                <a:pos x="connsiteX78152" y="connsiteY78152"/>
              </a:cxn>
              <a:cxn ang="0">
                <a:pos x="connsiteX78153" y="connsiteY78153"/>
              </a:cxn>
              <a:cxn ang="0">
                <a:pos x="connsiteX78154" y="connsiteY78154"/>
              </a:cxn>
              <a:cxn ang="0">
                <a:pos x="connsiteX78155" y="connsiteY78155"/>
              </a:cxn>
              <a:cxn ang="0">
                <a:pos x="connsiteX78156" y="connsiteY78156"/>
              </a:cxn>
              <a:cxn ang="0">
                <a:pos x="connsiteX78157" y="connsiteY78157"/>
              </a:cxn>
              <a:cxn ang="0">
                <a:pos x="connsiteX78158" y="connsiteY78158"/>
              </a:cxn>
              <a:cxn ang="0">
                <a:pos x="connsiteX78159" y="connsiteY78159"/>
              </a:cxn>
              <a:cxn ang="0">
                <a:pos x="connsiteX78160" y="connsiteY78160"/>
              </a:cxn>
              <a:cxn ang="0">
                <a:pos x="connsiteX78161" y="connsiteY78161"/>
              </a:cxn>
              <a:cxn ang="0">
                <a:pos x="connsiteX78162" y="connsiteY78162"/>
              </a:cxn>
              <a:cxn ang="0">
                <a:pos x="connsiteX78163" y="connsiteY78163"/>
              </a:cxn>
              <a:cxn ang="0">
                <a:pos x="connsiteX78164" y="connsiteY78164"/>
              </a:cxn>
              <a:cxn ang="0">
                <a:pos x="connsiteX78165" y="connsiteY78165"/>
              </a:cxn>
              <a:cxn ang="0">
                <a:pos x="connsiteX78166" y="connsiteY78166"/>
              </a:cxn>
              <a:cxn ang="0">
                <a:pos x="connsiteX78167" y="connsiteY78167"/>
              </a:cxn>
              <a:cxn ang="0">
                <a:pos x="connsiteX78168" y="connsiteY78168"/>
              </a:cxn>
              <a:cxn ang="0">
                <a:pos x="connsiteX78169" y="connsiteY78169"/>
              </a:cxn>
              <a:cxn ang="0">
                <a:pos x="connsiteX78170" y="connsiteY78170"/>
              </a:cxn>
              <a:cxn ang="0">
                <a:pos x="connsiteX78171" y="connsiteY78171"/>
              </a:cxn>
              <a:cxn ang="0">
                <a:pos x="connsiteX78172" y="connsiteY78172"/>
              </a:cxn>
              <a:cxn ang="0">
                <a:pos x="connsiteX78173" y="connsiteY78173"/>
              </a:cxn>
              <a:cxn ang="0">
                <a:pos x="connsiteX78174" y="connsiteY78174"/>
              </a:cxn>
              <a:cxn ang="0">
                <a:pos x="connsiteX78175" y="connsiteY78175"/>
              </a:cxn>
              <a:cxn ang="0">
                <a:pos x="connsiteX78176" y="connsiteY78176"/>
              </a:cxn>
              <a:cxn ang="0">
                <a:pos x="connsiteX78177" y="connsiteY78177"/>
              </a:cxn>
              <a:cxn ang="0">
                <a:pos x="connsiteX78178" y="connsiteY78178"/>
              </a:cxn>
              <a:cxn ang="0">
                <a:pos x="connsiteX78179" y="connsiteY78179"/>
              </a:cxn>
              <a:cxn ang="0">
                <a:pos x="connsiteX78180" y="connsiteY78180"/>
              </a:cxn>
              <a:cxn ang="0">
                <a:pos x="connsiteX78181" y="connsiteY78181"/>
              </a:cxn>
              <a:cxn ang="0">
                <a:pos x="connsiteX78182" y="connsiteY78182"/>
              </a:cxn>
              <a:cxn ang="0">
                <a:pos x="connsiteX78183" y="connsiteY78183"/>
              </a:cxn>
              <a:cxn ang="0">
                <a:pos x="connsiteX78184" y="connsiteY78184"/>
              </a:cxn>
              <a:cxn ang="0">
                <a:pos x="connsiteX78185" y="connsiteY78185"/>
              </a:cxn>
              <a:cxn ang="0">
                <a:pos x="connsiteX78186" y="connsiteY78186"/>
              </a:cxn>
              <a:cxn ang="0">
                <a:pos x="connsiteX78187" y="connsiteY78187"/>
              </a:cxn>
              <a:cxn ang="0">
                <a:pos x="connsiteX78188" y="connsiteY78188"/>
              </a:cxn>
              <a:cxn ang="0">
                <a:pos x="connsiteX78189" y="connsiteY78189"/>
              </a:cxn>
              <a:cxn ang="0">
                <a:pos x="connsiteX78190" y="connsiteY78190"/>
              </a:cxn>
              <a:cxn ang="0">
                <a:pos x="connsiteX78191" y="connsiteY78191"/>
              </a:cxn>
              <a:cxn ang="0">
                <a:pos x="connsiteX78192" y="connsiteY78192"/>
              </a:cxn>
              <a:cxn ang="0">
                <a:pos x="connsiteX78193" y="connsiteY78193"/>
              </a:cxn>
              <a:cxn ang="0">
                <a:pos x="connsiteX78194" y="connsiteY78194"/>
              </a:cxn>
              <a:cxn ang="0">
                <a:pos x="connsiteX78195" y="connsiteY78195"/>
              </a:cxn>
              <a:cxn ang="0">
                <a:pos x="connsiteX78196" y="connsiteY78196"/>
              </a:cxn>
              <a:cxn ang="0">
                <a:pos x="connsiteX78197" y="connsiteY78197"/>
              </a:cxn>
              <a:cxn ang="0">
                <a:pos x="connsiteX78198" y="connsiteY78198"/>
              </a:cxn>
              <a:cxn ang="0">
                <a:pos x="connsiteX78199" y="connsiteY78199"/>
              </a:cxn>
              <a:cxn ang="0">
                <a:pos x="connsiteX78200" y="connsiteY78200"/>
              </a:cxn>
              <a:cxn ang="0">
                <a:pos x="connsiteX78201" y="connsiteY78201"/>
              </a:cxn>
              <a:cxn ang="0">
                <a:pos x="connsiteX78202" y="connsiteY78202"/>
              </a:cxn>
              <a:cxn ang="0">
                <a:pos x="connsiteX78203" y="connsiteY78203"/>
              </a:cxn>
              <a:cxn ang="0">
                <a:pos x="connsiteX78204" y="connsiteY78204"/>
              </a:cxn>
              <a:cxn ang="0">
                <a:pos x="connsiteX78205" y="connsiteY78205"/>
              </a:cxn>
              <a:cxn ang="0">
                <a:pos x="connsiteX78206" y="connsiteY78206"/>
              </a:cxn>
              <a:cxn ang="0">
                <a:pos x="connsiteX78207" y="connsiteY78207"/>
              </a:cxn>
              <a:cxn ang="0">
                <a:pos x="connsiteX78208" y="connsiteY78208"/>
              </a:cxn>
              <a:cxn ang="0">
                <a:pos x="connsiteX78209" y="connsiteY78209"/>
              </a:cxn>
              <a:cxn ang="0">
                <a:pos x="connsiteX78210" y="connsiteY78210"/>
              </a:cxn>
              <a:cxn ang="0">
                <a:pos x="connsiteX78211" y="connsiteY78211"/>
              </a:cxn>
              <a:cxn ang="0">
                <a:pos x="connsiteX78212" y="connsiteY78212"/>
              </a:cxn>
              <a:cxn ang="0">
                <a:pos x="connsiteX78213" y="connsiteY78213"/>
              </a:cxn>
              <a:cxn ang="0">
                <a:pos x="connsiteX78214" y="connsiteY78214"/>
              </a:cxn>
              <a:cxn ang="0">
                <a:pos x="connsiteX78215" y="connsiteY78215"/>
              </a:cxn>
              <a:cxn ang="0">
                <a:pos x="connsiteX78216" y="connsiteY78216"/>
              </a:cxn>
              <a:cxn ang="0">
                <a:pos x="connsiteX78217" y="connsiteY78217"/>
              </a:cxn>
              <a:cxn ang="0">
                <a:pos x="connsiteX78218" y="connsiteY78218"/>
              </a:cxn>
              <a:cxn ang="0">
                <a:pos x="connsiteX78219" y="connsiteY78219"/>
              </a:cxn>
              <a:cxn ang="0">
                <a:pos x="connsiteX78220" y="connsiteY78220"/>
              </a:cxn>
              <a:cxn ang="0">
                <a:pos x="connsiteX78221" y="connsiteY78221"/>
              </a:cxn>
              <a:cxn ang="0">
                <a:pos x="connsiteX78222" y="connsiteY78222"/>
              </a:cxn>
              <a:cxn ang="0">
                <a:pos x="connsiteX78223" y="connsiteY78223"/>
              </a:cxn>
              <a:cxn ang="0">
                <a:pos x="connsiteX78224" y="connsiteY78224"/>
              </a:cxn>
              <a:cxn ang="0">
                <a:pos x="connsiteX78225" y="connsiteY78225"/>
              </a:cxn>
              <a:cxn ang="0">
                <a:pos x="connsiteX78226" y="connsiteY78226"/>
              </a:cxn>
              <a:cxn ang="0">
                <a:pos x="connsiteX78227" y="connsiteY78227"/>
              </a:cxn>
              <a:cxn ang="0">
                <a:pos x="connsiteX78228" y="connsiteY78228"/>
              </a:cxn>
              <a:cxn ang="0">
                <a:pos x="connsiteX78229" y="connsiteY78229"/>
              </a:cxn>
              <a:cxn ang="0">
                <a:pos x="connsiteX78230" y="connsiteY78230"/>
              </a:cxn>
              <a:cxn ang="0">
                <a:pos x="connsiteX78231" y="connsiteY78231"/>
              </a:cxn>
              <a:cxn ang="0">
                <a:pos x="connsiteX78232" y="connsiteY78232"/>
              </a:cxn>
              <a:cxn ang="0">
                <a:pos x="connsiteX78233" y="connsiteY78233"/>
              </a:cxn>
              <a:cxn ang="0">
                <a:pos x="connsiteX78234" y="connsiteY78234"/>
              </a:cxn>
              <a:cxn ang="0">
                <a:pos x="connsiteX78235" y="connsiteY78235"/>
              </a:cxn>
              <a:cxn ang="0">
                <a:pos x="connsiteX78236" y="connsiteY78236"/>
              </a:cxn>
              <a:cxn ang="0">
                <a:pos x="connsiteX78237" y="connsiteY78237"/>
              </a:cxn>
              <a:cxn ang="0">
                <a:pos x="connsiteX78238" y="connsiteY78238"/>
              </a:cxn>
              <a:cxn ang="0">
                <a:pos x="connsiteX78239" y="connsiteY78239"/>
              </a:cxn>
              <a:cxn ang="0">
                <a:pos x="connsiteX78240" y="connsiteY78240"/>
              </a:cxn>
              <a:cxn ang="0">
                <a:pos x="connsiteX78241" y="connsiteY78241"/>
              </a:cxn>
              <a:cxn ang="0">
                <a:pos x="connsiteX78242" y="connsiteY78242"/>
              </a:cxn>
              <a:cxn ang="0">
                <a:pos x="connsiteX78243" y="connsiteY78243"/>
              </a:cxn>
              <a:cxn ang="0">
                <a:pos x="connsiteX78244" y="connsiteY78244"/>
              </a:cxn>
              <a:cxn ang="0">
                <a:pos x="connsiteX78245" y="connsiteY78245"/>
              </a:cxn>
              <a:cxn ang="0">
                <a:pos x="connsiteX78246" y="connsiteY78246"/>
              </a:cxn>
              <a:cxn ang="0">
                <a:pos x="connsiteX78247" y="connsiteY78247"/>
              </a:cxn>
              <a:cxn ang="0">
                <a:pos x="connsiteX78248" y="connsiteY78248"/>
              </a:cxn>
              <a:cxn ang="0">
                <a:pos x="connsiteX78249" y="connsiteY78249"/>
              </a:cxn>
              <a:cxn ang="0">
                <a:pos x="connsiteX78250" y="connsiteY78250"/>
              </a:cxn>
              <a:cxn ang="0">
                <a:pos x="connsiteX78251" y="connsiteY78251"/>
              </a:cxn>
              <a:cxn ang="0">
                <a:pos x="connsiteX78252" y="connsiteY78252"/>
              </a:cxn>
              <a:cxn ang="0">
                <a:pos x="connsiteX78253" y="connsiteY78253"/>
              </a:cxn>
              <a:cxn ang="0">
                <a:pos x="connsiteX78254" y="connsiteY78254"/>
              </a:cxn>
              <a:cxn ang="0">
                <a:pos x="connsiteX78255" y="connsiteY78255"/>
              </a:cxn>
              <a:cxn ang="0">
                <a:pos x="connsiteX78256" y="connsiteY78256"/>
              </a:cxn>
              <a:cxn ang="0">
                <a:pos x="connsiteX78257" y="connsiteY78257"/>
              </a:cxn>
              <a:cxn ang="0">
                <a:pos x="connsiteX78258" y="connsiteY78258"/>
              </a:cxn>
              <a:cxn ang="0">
                <a:pos x="connsiteX78259" y="connsiteY78259"/>
              </a:cxn>
              <a:cxn ang="0">
                <a:pos x="connsiteX78260" y="connsiteY78260"/>
              </a:cxn>
              <a:cxn ang="0">
                <a:pos x="connsiteX78261" y="connsiteY78261"/>
              </a:cxn>
              <a:cxn ang="0">
                <a:pos x="connsiteX78262" y="connsiteY78262"/>
              </a:cxn>
              <a:cxn ang="0">
                <a:pos x="connsiteX78263" y="connsiteY78263"/>
              </a:cxn>
              <a:cxn ang="0">
                <a:pos x="connsiteX78264" y="connsiteY78264"/>
              </a:cxn>
              <a:cxn ang="0">
                <a:pos x="connsiteX78265" y="connsiteY78265"/>
              </a:cxn>
              <a:cxn ang="0">
                <a:pos x="connsiteX78266" y="connsiteY78266"/>
              </a:cxn>
              <a:cxn ang="0">
                <a:pos x="connsiteX78267" y="connsiteY78267"/>
              </a:cxn>
              <a:cxn ang="0">
                <a:pos x="connsiteX78268" y="connsiteY78268"/>
              </a:cxn>
              <a:cxn ang="0">
                <a:pos x="connsiteX78269" y="connsiteY78269"/>
              </a:cxn>
              <a:cxn ang="0">
                <a:pos x="connsiteX78270" y="connsiteY78270"/>
              </a:cxn>
              <a:cxn ang="0">
                <a:pos x="connsiteX78271" y="connsiteY78271"/>
              </a:cxn>
              <a:cxn ang="0">
                <a:pos x="connsiteX78272" y="connsiteY78272"/>
              </a:cxn>
              <a:cxn ang="0">
                <a:pos x="connsiteX78273" y="connsiteY78273"/>
              </a:cxn>
              <a:cxn ang="0">
                <a:pos x="connsiteX78274" y="connsiteY78274"/>
              </a:cxn>
              <a:cxn ang="0">
                <a:pos x="connsiteX78275" y="connsiteY78275"/>
              </a:cxn>
              <a:cxn ang="0">
                <a:pos x="connsiteX78276" y="connsiteY78276"/>
              </a:cxn>
              <a:cxn ang="0">
                <a:pos x="connsiteX78277" y="connsiteY78277"/>
              </a:cxn>
              <a:cxn ang="0">
                <a:pos x="connsiteX78278" y="connsiteY78278"/>
              </a:cxn>
              <a:cxn ang="0">
                <a:pos x="connsiteX78279" y="connsiteY78279"/>
              </a:cxn>
              <a:cxn ang="0">
                <a:pos x="connsiteX78280" y="connsiteY78280"/>
              </a:cxn>
              <a:cxn ang="0">
                <a:pos x="connsiteX78281" y="connsiteY78281"/>
              </a:cxn>
              <a:cxn ang="0">
                <a:pos x="connsiteX78282" y="connsiteY78282"/>
              </a:cxn>
              <a:cxn ang="0">
                <a:pos x="connsiteX78283" y="connsiteY78283"/>
              </a:cxn>
              <a:cxn ang="0">
                <a:pos x="connsiteX78284" y="connsiteY78284"/>
              </a:cxn>
              <a:cxn ang="0">
                <a:pos x="connsiteX78285" y="connsiteY78285"/>
              </a:cxn>
              <a:cxn ang="0">
                <a:pos x="connsiteX78286" y="connsiteY78286"/>
              </a:cxn>
              <a:cxn ang="0">
                <a:pos x="connsiteX78287" y="connsiteY78287"/>
              </a:cxn>
              <a:cxn ang="0">
                <a:pos x="connsiteX78288" y="connsiteY78288"/>
              </a:cxn>
              <a:cxn ang="0">
                <a:pos x="connsiteX78289" y="connsiteY78289"/>
              </a:cxn>
              <a:cxn ang="0">
                <a:pos x="connsiteX78290" y="connsiteY78290"/>
              </a:cxn>
              <a:cxn ang="0">
                <a:pos x="connsiteX78291" y="connsiteY78291"/>
              </a:cxn>
              <a:cxn ang="0">
                <a:pos x="connsiteX78292" y="connsiteY78292"/>
              </a:cxn>
              <a:cxn ang="0">
                <a:pos x="connsiteX78293" y="connsiteY78293"/>
              </a:cxn>
              <a:cxn ang="0">
                <a:pos x="connsiteX78294" y="connsiteY78294"/>
              </a:cxn>
              <a:cxn ang="0">
                <a:pos x="connsiteX78295" y="connsiteY78295"/>
              </a:cxn>
              <a:cxn ang="0">
                <a:pos x="connsiteX78296" y="connsiteY78296"/>
              </a:cxn>
              <a:cxn ang="0">
                <a:pos x="connsiteX78297" y="connsiteY78297"/>
              </a:cxn>
              <a:cxn ang="0">
                <a:pos x="connsiteX78298" y="connsiteY78298"/>
              </a:cxn>
              <a:cxn ang="0">
                <a:pos x="connsiteX78299" y="connsiteY78299"/>
              </a:cxn>
              <a:cxn ang="0">
                <a:pos x="connsiteX78300" y="connsiteY78300"/>
              </a:cxn>
              <a:cxn ang="0">
                <a:pos x="connsiteX78301" y="connsiteY78301"/>
              </a:cxn>
              <a:cxn ang="0">
                <a:pos x="connsiteX78302" y="connsiteY78302"/>
              </a:cxn>
              <a:cxn ang="0">
                <a:pos x="connsiteX78303" y="connsiteY78303"/>
              </a:cxn>
              <a:cxn ang="0">
                <a:pos x="connsiteX78304" y="connsiteY78304"/>
              </a:cxn>
              <a:cxn ang="0">
                <a:pos x="connsiteX78305" y="connsiteY78305"/>
              </a:cxn>
              <a:cxn ang="0">
                <a:pos x="connsiteX78306" y="connsiteY78306"/>
              </a:cxn>
              <a:cxn ang="0">
                <a:pos x="connsiteX78307" y="connsiteY78307"/>
              </a:cxn>
              <a:cxn ang="0">
                <a:pos x="connsiteX78308" y="connsiteY78308"/>
              </a:cxn>
              <a:cxn ang="0">
                <a:pos x="connsiteX78309" y="connsiteY78309"/>
              </a:cxn>
              <a:cxn ang="0">
                <a:pos x="connsiteX78310" y="connsiteY78310"/>
              </a:cxn>
              <a:cxn ang="0">
                <a:pos x="connsiteX78311" y="connsiteY78311"/>
              </a:cxn>
              <a:cxn ang="0">
                <a:pos x="connsiteX78312" y="connsiteY78312"/>
              </a:cxn>
              <a:cxn ang="0">
                <a:pos x="connsiteX78313" y="connsiteY78313"/>
              </a:cxn>
              <a:cxn ang="0">
                <a:pos x="connsiteX78314" y="connsiteY78314"/>
              </a:cxn>
              <a:cxn ang="0">
                <a:pos x="connsiteX78315" y="connsiteY78315"/>
              </a:cxn>
              <a:cxn ang="0">
                <a:pos x="connsiteX78316" y="connsiteY78316"/>
              </a:cxn>
              <a:cxn ang="0">
                <a:pos x="connsiteX78317" y="connsiteY78317"/>
              </a:cxn>
              <a:cxn ang="0">
                <a:pos x="connsiteX78318" y="connsiteY78318"/>
              </a:cxn>
              <a:cxn ang="0">
                <a:pos x="connsiteX78319" y="connsiteY78319"/>
              </a:cxn>
              <a:cxn ang="0">
                <a:pos x="connsiteX78320" y="connsiteY78320"/>
              </a:cxn>
              <a:cxn ang="0">
                <a:pos x="connsiteX78321" y="connsiteY78321"/>
              </a:cxn>
              <a:cxn ang="0">
                <a:pos x="connsiteX78322" y="connsiteY78322"/>
              </a:cxn>
              <a:cxn ang="0">
                <a:pos x="connsiteX78323" y="connsiteY78323"/>
              </a:cxn>
              <a:cxn ang="0">
                <a:pos x="connsiteX78324" y="connsiteY78324"/>
              </a:cxn>
              <a:cxn ang="0">
                <a:pos x="connsiteX78325" y="connsiteY78325"/>
              </a:cxn>
              <a:cxn ang="0">
                <a:pos x="connsiteX78326" y="connsiteY78326"/>
              </a:cxn>
              <a:cxn ang="0">
                <a:pos x="connsiteX78327" y="connsiteY78327"/>
              </a:cxn>
              <a:cxn ang="0">
                <a:pos x="connsiteX78328" y="connsiteY78328"/>
              </a:cxn>
              <a:cxn ang="0">
                <a:pos x="connsiteX78329" y="connsiteY78329"/>
              </a:cxn>
              <a:cxn ang="0">
                <a:pos x="connsiteX78330" y="connsiteY78330"/>
              </a:cxn>
              <a:cxn ang="0">
                <a:pos x="connsiteX78331" y="connsiteY78331"/>
              </a:cxn>
              <a:cxn ang="0">
                <a:pos x="connsiteX78332" y="connsiteY78332"/>
              </a:cxn>
              <a:cxn ang="0">
                <a:pos x="connsiteX78333" y="connsiteY78333"/>
              </a:cxn>
              <a:cxn ang="0">
                <a:pos x="connsiteX78334" y="connsiteY78334"/>
              </a:cxn>
              <a:cxn ang="0">
                <a:pos x="connsiteX78335" y="connsiteY78335"/>
              </a:cxn>
              <a:cxn ang="0">
                <a:pos x="connsiteX78336" y="connsiteY78336"/>
              </a:cxn>
              <a:cxn ang="0">
                <a:pos x="connsiteX78337" y="connsiteY78337"/>
              </a:cxn>
              <a:cxn ang="0">
                <a:pos x="connsiteX78338" y="connsiteY78338"/>
              </a:cxn>
              <a:cxn ang="0">
                <a:pos x="connsiteX78339" y="connsiteY78339"/>
              </a:cxn>
              <a:cxn ang="0">
                <a:pos x="connsiteX78340" y="connsiteY78340"/>
              </a:cxn>
              <a:cxn ang="0">
                <a:pos x="connsiteX78341" y="connsiteY78341"/>
              </a:cxn>
              <a:cxn ang="0">
                <a:pos x="connsiteX78342" y="connsiteY78342"/>
              </a:cxn>
              <a:cxn ang="0">
                <a:pos x="connsiteX78343" y="connsiteY78343"/>
              </a:cxn>
              <a:cxn ang="0">
                <a:pos x="connsiteX78344" y="connsiteY78344"/>
              </a:cxn>
              <a:cxn ang="0">
                <a:pos x="connsiteX78345" y="connsiteY78345"/>
              </a:cxn>
              <a:cxn ang="0">
                <a:pos x="connsiteX78346" y="connsiteY78346"/>
              </a:cxn>
              <a:cxn ang="0">
                <a:pos x="connsiteX78347" y="connsiteY78347"/>
              </a:cxn>
              <a:cxn ang="0">
                <a:pos x="connsiteX78348" y="connsiteY78348"/>
              </a:cxn>
              <a:cxn ang="0">
                <a:pos x="connsiteX78349" y="connsiteY78349"/>
              </a:cxn>
              <a:cxn ang="0">
                <a:pos x="connsiteX78350" y="connsiteY78350"/>
              </a:cxn>
              <a:cxn ang="0">
                <a:pos x="connsiteX78351" y="connsiteY78351"/>
              </a:cxn>
              <a:cxn ang="0">
                <a:pos x="connsiteX78352" y="connsiteY78352"/>
              </a:cxn>
              <a:cxn ang="0">
                <a:pos x="connsiteX78353" y="connsiteY78353"/>
              </a:cxn>
              <a:cxn ang="0">
                <a:pos x="connsiteX78354" y="connsiteY78354"/>
              </a:cxn>
              <a:cxn ang="0">
                <a:pos x="connsiteX78355" y="connsiteY78355"/>
              </a:cxn>
              <a:cxn ang="0">
                <a:pos x="connsiteX78356" y="connsiteY78356"/>
              </a:cxn>
              <a:cxn ang="0">
                <a:pos x="connsiteX78357" y="connsiteY78357"/>
              </a:cxn>
              <a:cxn ang="0">
                <a:pos x="connsiteX78358" y="connsiteY78358"/>
              </a:cxn>
              <a:cxn ang="0">
                <a:pos x="connsiteX78359" y="connsiteY78359"/>
              </a:cxn>
              <a:cxn ang="0">
                <a:pos x="connsiteX78360" y="connsiteY78360"/>
              </a:cxn>
              <a:cxn ang="0">
                <a:pos x="connsiteX78361" y="connsiteY78361"/>
              </a:cxn>
              <a:cxn ang="0">
                <a:pos x="connsiteX78362" y="connsiteY78362"/>
              </a:cxn>
              <a:cxn ang="0">
                <a:pos x="connsiteX78363" y="connsiteY78363"/>
              </a:cxn>
              <a:cxn ang="0">
                <a:pos x="connsiteX78364" y="connsiteY78364"/>
              </a:cxn>
              <a:cxn ang="0">
                <a:pos x="connsiteX78365" y="connsiteY78365"/>
              </a:cxn>
              <a:cxn ang="0">
                <a:pos x="connsiteX78366" y="connsiteY78366"/>
              </a:cxn>
              <a:cxn ang="0">
                <a:pos x="connsiteX78367" y="connsiteY78367"/>
              </a:cxn>
              <a:cxn ang="0">
                <a:pos x="connsiteX78368" y="connsiteY78368"/>
              </a:cxn>
              <a:cxn ang="0">
                <a:pos x="connsiteX78369" y="connsiteY78369"/>
              </a:cxn>
              <a:cxn ang="0">
                <a:pos x="connsiteX78370" y="connsiteY78370"/>
              </a:cxn>
              <a:cxn ang="0">
                <a:pos x="connsiteX78371" y="connsiteY78371"/>
              </a:cxn>
              <a:cxn ang="0">
                <a:pos x="connsiteX78372" y="connsiteY78372"/>
              </a:cxn>
              <a:cxn ang="0">
                <a:pos x="connsiteX78373" y="connsiteY78373"/>
              </a:cxn>
              <a:cxn ang="0">
                <a:pos x="connsiteX78374" y="connsiteY78374"/>
              </a:cxn>
              <a:cxn ang="0">
                <a:pos x="connsiteX78375" y="connsiteY78375"/>
              </a:cxn>
              <a:cxn ang="0">
                <a:pos x="connsiteX78376" y="connsiteY78376"/>
              </a:cxn>
              <a:cxn ang="0">
                <a:pos x="connsiteX78377" y="connsiteY78377"/>
              </a:cxn>
              <a:cxn ang="0">
                <a:pos x="connsiteX78378" y="connsiteY78378"/>
              </a:cxn>
              <a:cxn ang="0">
                <a:pos x="connsiteX78379" y="connsiteY78379"/>
              </a:cxn>
              <a:cxn ang="0">
                <a:pos x="connsiteX78380" y="connsiteY78380"/>
              </a:cxn>
              <a:cxn ang="0">
                <a:pos x="connsiteX78381" y="connsiteY78381"/>
              </a:cxn>
              <a:cxn ang="0">
                <a:pos x="connsiteX78382" y="connsiteY78382"/>
              </a:cxn>
              <a:cxn ang="0">
                <a:pos x="connsiteX78383" y="connsiteY78383"/>
              </a:cxn>
              <a:cxn ang="0">
                <a:pos x="connsiteX78384" y="connsiteY78384"/>
              </a:cxn>
              <a:cxn ang="0">
                <a:pos x="connsiteX78385" y="connsiteY78385"/>
              </a:cxn>
              <a:cxn ang="0">
                <a:pos x="connsiteX78386" y="connsiteY78386"/>
              </a:cxn>
              <a:cxn ang="0">
                <a:pos x="connsiteX78387" y="connsiteY78387"/>
              </a:cxn>
              <a:cxn ang="0">
                <a:pos x="connsiteX78388" y="connsiteY78388"/>
              </a:cxn>
              <a:cxn ang="0">
                <a:pos x="connsiteX78389" y="connsiteY78389"/>
              </a:cxn>
              <a:cxn ang="0">
                <a:pos x="connsiteX78390" y="connsiteY78390"/>
              </a:cxn>
              <a:cxn ang="0">
                <a:pos x="connsiteX78391" y="connsiteY78391"/>
              </a:cxn>
              <a:cxn ang="0">
                <a:pos x="connsiteX78392" y="connsiteY78392"/>
              </a:cxn>
              <a:cxn ang="0">
                <a:pos x="connsiteX78393" y="connsiteY78393"/>
              </a:cxn>
              <a:cxn ang="0">
                <a:pos x="connsiteX78394" y="connsiteY78394"/>
              </a:cxn>
              <a:cxn ang="0">
                <a:pos x="connsiteX78395" y="connsiteY78395"/>
              </a:cxn>
              <a:cxn ang="0">
                <a:pos x="connsiteX78396" y="connsiteY78396"/>
              </a:cxn>
              <a:cxn ang="0">
                <a:pos x="connsiteX78397" y="connsiteY78397"/>
              </a:cxn>
              <a:cxn ang="0">
                <a:pos x="connsiteX78398" y="connsiteY78398"/>
              </a:cxn>
              <a:cxn ang="0">
                <a:pos x="connsiteX78399" y="connsiteY78399"/>
              </a:cxn>
              <a:cxn ang="0">
                <a:pos x="connsiteX78400" y="connsiteY78400"/>
              </a:cxn>
              <a:cxn ang="0">
                <a:pos x="connsiteX78401" y="connsiteY78401"/>
              </a:cxn>
              <a:cxn ang="0">
                <a:pos x="connsiteX78402" y="connsiteY78402"/>
              </a:cxn>
              <a:cxn ang="0">
                <a:pos x="connsiteX78403" y="connsiteY78403"/>
              </a:cxn>
              <a:cxn ang="0">
                <a:pos x="connsiteX78404" y="connsiteY78404"/>
              </a:cxn>
              <a:cxn ang="0">
                <a:pos x="connsiteX78405" y="connsiteY78405"/>
              </a:cxn>
              <a:cxn ang="0">
                <a:pos x="connsiteX78406" y="connsiteY78406"/>
              </a:cxn>
              <a:cxn ang="0">
                <a:pos x="connsiteX78407" y="connsiteY78407"/>
              </a:cxn>
              <a:cxn ang="0">
                <a:pos x="connsiteX78408" y="connsiteY78408"/>
              </a:cxn>
              <a:cxn ang="0">
                <a:pos x="connsiteX78409" y="connsiteY78409"/>
              </a:cxn>
              <a:cxn ang="0">
                <a:pos x="connsiteX78410" y="connsiteY78410"/>
              </a:cxn>
              <a:cxn ang="0">
                <a:pos x="connsiteX78411" y="connsiteY78411"/>
              </a:cxn>
              <a:cxn ang="0">
                <a:pos x="connsiteX78412" y="connsiteY78412"/>
              </a:cxn>
              <a:cxn ang="0">
                <a:pos x="connsiteX78413" y="connsiteY78413"/>
              </a:cxn>
              <a:cxn ang="0">
                <a:pos x="connsiteX78414" y="connsiteY78414"/>
              </a:cxn>
              <a:cxn ang="0">
                <a:pos x="connsiteX78415" y="connsiteY78415"/>
              </a:cxn>
              <a:cxn ang="0">
                <a:pos x="connsiteX78416" y="connsiteY78416"/>
              </a:cxn>
              <a:cxn ang="0">
                <a:pos x="connsiteX78417" y="connsiteY78417"/>
              </a:cxn>
              <a:cxn ang="0">
                <a:pos x="connsiteX78418" y="connsiteY78418"/>
              </a:cxn>
              <a:cxn ang="0">
                <a:pos x="connsiteX78419" y="connsiteY78419"/>
              </a:cxn>
              <a:cxn ang="0">
                <a:pos x="connsiteX78420" y="connsiteY78420"/>
              </a:cxn>
              <a:cxn ang="0">
                <a:pos x="connsiteX78421" y="connsiteY78421"/>
              </a:cxn>
              <a:cxn ang="0">
                <a:pos x="connsiteX78422" y="connsiteY78422"/>
              </a:cxn>
              <a:cxn ang="0">
                <a:pos x="connsiteX78423" y="connsiteY78423"/>
              </a:cxn>
              <a:cxn ang="0">
                <a:pos x="connsiteX78424" y="connsiteY78424"/>
              </a:cxn>
              <a:cxn ang="0">
                <a:pos x="connsiteX78425" y="connsiteY78425"/>
              </a:cxn>
              <a:cxn ang="0">
                <a:pos x="connsiteX78426" y="connsiteY78426"/>
              </a:cxn>
              <a:cxn ang="0">
                <a:pos x="connsiteX78427" y="connsiteY78427"/>
              </a:cxn>
              <a:cxn ang="0">
                <a:pos x="connsiteX78428" y="connsiteY78428"/>
              </a:cxn>
              <a:cxn ang="0">
                <a:pos x="connsiteX78429" y="connsiteY78429"/>
              </a:cxn>
              <a:cxn ang="0">
                <a:pos x="connsiteX78430" y="connsiteY78430"/>
              </a:cxn>
              <a:cxn ang="0">
                <a:pos x="connsiteX78431" y="connsiteY78431"/>
              </a:cxn>
              <a:cxn ang="0">
                <a:pos x="connsiteX78432" y="connsiteY78432"/>
              </a:cxn>
              <a:cxn ang="0">
                <a:pos x="connsiteX78433" y="connsiteY78433"/>
              </a:cxn>
              <a:cxn ang="0">
                <a:pos x="connsiteX78434" y="connsiteY78434"/>
              </a:cxn>
              <a:cxn ang="0">
                <a:pos x="connsiteX78435" y="connsiteY78435"/>
              </a:cxn>
              <a:cxn ang="0">
                <a:pos x="connsiteX78436" y="connsiteY78436"/>
              </a:cxn>
              <a:cxn ang="0">
                <a:pos x="connsiteX78437" y="connsiteY78437"/>
              </a:cxn>
              <a:cxn ang="0">
                <a:pos x="connsiteX78438" y="connsiteY78438"/>
              </a:cxn>
              <a:cxn ang="0">
                <a:pos x="connsiteX78439" y="connsiteY78439"/>
              </a:cxn>
              <a:cxn ang="0">
                <a:pos x="connsiteX78440" y="connsiteY78440"/>
              </a:cxn>
              <a:cxn ang="0">
                <a:pos x="connsiteX78441" y="connsiteY78441"/>
              </a:cxn>
              <a:cxn ang="0">
                <a:pos x="connsiteX78442" y="connsiteY78442"/>
              </a:cxn>
              <a:cxn ang="0">
                <a:pos x="connsiteX78443" y="connsiteY78443"/>
              </a:cxn>
              <a:cxn ang="0">
                <a:pos x="connsiteX78444" y="connsiteY78444"/>
              </a:cxn>
              <a:cxn ang="0">
                <a:pos x="connsiteX78445" y="connsiteY78445"/>
              </a:cxn>
              <a:cxn ang="0">
                <a:pos x="connsiteX78446" y="connsiteY78446"/>
              </a:cxn>
              <a:cxn ang="0">
                <a:pos x="connsiteX78447" y="connsiteY78447"/>
              </a:cxn>
              <a:cxn ang="0">
                <a:pos x="connsiteX78448" y="connsiteY78448"/>
              </a:cxn>
              <a:cxn ang="0">
                <a:pos x="connsiteX78449" y="connsiteY78449"/>
              </a:cxn>
              <a:cxn ang="0">
                <a:pos x="connsiteX78450" y="connsiteY78450"/>
              </a:cxn>
              <a:cxn ang="0">
                <a:pos x="connsiteX78451" y="connsiteY78451"/>
              </a:cxn>
              <a:cxn ang="0">
                <a:pos x="connsiteX78452" y="connsiteY78452"/>
              </a:cxn>
              <a:cxn ang="0">
                <a:pos x="connsiteX78453" y="connsiteY78453"/>
              </a:cxn>
              <a:cxn ang="0">
                <a:pos x="connsiteX78454" y="connsiteY78454"/>
              </a:cxn>
              <a:cxn ang="0">
                <a:pos x="connsiteX78455" y="connsiteY78455"/>
              </a:cxn>
              <a:cxn ang="0">
                <a:pos x="connsiteX78456" y="connsiteY78456"/>
              </a:cxn>
              <a:cxn ang="0">
                <a:pos x="connsiteX78457" y="connsiteY78457"/>
              </a:cxn>
              <a:cxn ang="0">
                <a:pos x="connsiteX78458" y="connsiteY78458"/>
              </a:cxn>
              <a:cxn ang="0">
                <a:pos x="connsiteX78459" y="connsiteY78459"/>
              </a:cxn>
              <a:cxn ang="0">
                <a:pos x="connsiteX78460" y="connsiteY78460"/>
              </a:cxn>
              <a:cxn ang="0">
                <a:pos x="connsiteX78461" y="connsiteY78461"/>
              </a:cxn>
              <a:cxn ang="0">
                <a:pos x="connsiteX78462" y="connsiteY78462"/>
              </a:cxn>
              <a:cxn ang="0">
                <a:pos x="connsiteX78463" y="connsiteY78463"/>
              </a:cxn>
              <a:cxn ang="0">
                <a:pos x="connsiteX78464" y="connsiteY78464"/>
              </a:cxn>
              <a:cxn ang="0">
                <a:pos x="connsiteX78465" y="connsiteY78465"/>
              </a:cxn>
              <a:cxn ang="0">
                <a:pos x="connsiteX78466" y="connsiteY78466"/>
              </a:cxn>
              <a:cxn ang="0">
                <a:pos x="connsiteX78467" y="connsiteY78467"/>
              </a:cxn>
              <a:cxn ang="0">
                <a:pos x="connsiteX78468" y="connsiteY78468"/>
              </a:cxn>
              <a:cxn ang="0">
                <a:pos x="connsiteX78469" y="connsiteY78469"/>
              </a:cxn>
              <a:cxn ang="0">
                <a:pos x="connsiteX78470" y="connsiteY78470"/>
              </a:cxn>
              <a:cxn ang="0">
                <a:pos x="connsiteX78471" y="connsiteY78471"/>
              </a:cxn>
              <a:cxn ang="0">
                <a:pos x="connsiteX78472" y="connsiteY78472"/>
              </a:cxn>
              <a:cxn ang="0">
                <a:pos x="connsiteX78473" y="connsiteY78473"/>
              </a:cxn>
              <a:cxn ang="0">
                <a:pos x="connsiteX78474" y="connsiteY78474"/>
              </a:cxn>
              <a:cxn ang="0">
                <a:pos x="connsiteX78475" y="connsiteY78475"/>
              </a:cxn>
              <a:cxn ang="0">
                <a:pos x="connsiteX78476" y="connsiteY78476"/>
              </a:cxn>
              <a:cxn ang="0">
                <a:pos x="connsiteX78477" y="connsiteY78477"/>
              </a:cxn>
              <a:cxn ang="0">
                <a:pos x="connsiteX78478" y="connsiteY78478"/>
              </a:cxn>
              <a:cxn ang="0">
                <a:pos x="connsiteX78479" y="connsiteY78479"/>
              </a:cxn>
              <a:cxn ang="0">
                <a:pos x="connsiteX78480" y="connsiteY78480"/>
              </a:cxn>
              <a:cxn ang="0">
                <a:pos x="connsiteX78481" y="connsiteY78481"/>
              </a:cxn>
              <a:cxn ang="0">
                <a:pos x="connsiteX78482" y="connsiteY78482"/>
              </a:cxn>
              <a:cxn ang="0">
                <a:pos x="connsiteX78483" y="connsiteY78483"/>
              </a:cxn>
              <a:cxn ang="0">
                <a:pos x="connsiteX78484" y="connsiteY78484"/>
              </a:cxn>
              <a:cxn ang="0">
                <a:pos x="connsiteX78485" y="connsiteY78485"/>
              </a:cxn>
              <a:cxn ang="0">
                <a:pos x="connsiteX78486" y="connsiteY78486"/>
              </a:cxn>
              <a:cxn ang="0">
                <a:pos x="connsiteX78487" y="connsiteY78487"/>
              </a:cxn>
              <a:cxn ang="0">
                <a:pos x="connsiteX78488" y="connsiteY78488"/>
              </a:cxn>
              <a:cxn ang="0">
                <a:pos x="connsiteX78489" y="connsiteY78489"/>
              </a:cxn>
              <a:cxn ang="0">
                <a:pos x="connsiteX78490" y="connsiteY78490"/>
              </a:cxn>
              <a:cxn ang="0">
                <a:pos x="connsiteX78491" y="connsiteY78491"/>
              </a:cxn>
              <a:cxn ang="0">
                <a:pos x="connsiteX78492" y="connsiteY78492"/>
              </a:cxn>
              <a:cxn ang="0">
                <a:pos x="connsiteX78493" y="connsiteY78493"/>
              </a:cxn>
              <a:cxn ang="0">
                <a:pos x="connsiteX78494" y="connsiteY78494"/>
              </a:cxn>
              <a:cxn ang="0">
                <a:pos x="connsiteX78495" y="connsiteY78495"/>
              </a:cxn>
              <a:cxn ang="0">
                <a:pos x="connsiteX78496" y="connsiteY78496"/>
              </a:cxn>
              <a:cxn ang="0">
                <a:pos x="connsiteX78497" y="connsiteY78497"/>
              </a:cxn>
              <a:cxn ang="0">
                <a:pos x="connsiteX78498" y="connsiteY78498"/>
              </a:cxn>
              <a:cxn ang="0">
                <a:pos x="connsiteX78499" y="connsiteY78499"/>
              </a:cxn>
              <a:cxn ang="0">
                <a:pos x="connsiteX78500" y="connsiteY78500"/>
              </a:cxn>
              <a:cxn ang="0">
                <a:pos x="connsiteX78501" y="connsiteY78501"/>
              </a:cxn>
              <a:cxn ang="0">
                <a:pos x="connsiteX78502" y="connsiteY78502"/>
              </a:cxn>
              <a:cxn ang="0">
                <a:pos x="connsiteX78503" y="connsiteY78503"/>
              </a:cxn>
              <a:cxn ang="0">
                <a:pos x="connsiteX78504" y="connsiteY78504"/>
              </a:cxn>
              <a:cxn ang="0">
                <a:pos x="connsiteX78505" y="connsiteY78505"/>
              </a:cxn>
              <a:cxn ang="0">
                <a:pos x="connsiteX78506" y="connsiteY78506"/>
              </a:cxn>
              <a:cxn ang="0">
                <a:pos x="connsiteX78507" y="connsiteY78507"/>
              </a:cxn>
              <a:cxn ang="0">
                <a:pos x="connsiteX78508" y="connsiteY78508"/>
              </a:cxn>
              <a:cxn ang="0">
                <a:pos x="connsiteX78509" y="connsiteY78509"/>
              </a:cxn>
              <a:cxn ang="0">
                <a:pos x="connsiteX78510" y="connsiteY78510"/>
              </a:cxn>
              <a:cxn ang="0">
                <a:pos x="connsiteX78511" y="connsiteY78511"/>
              </a:cxn>
              <a:cxn ang="0">
                <a:pos x="connsiteX78512" y="connsiteY78512"/>
              </a:cxn>
              <a:cxn ang="0">
                <a:pos x="connsiteX78513" y="connsiteY78513"/>
              </a:cxn>
              <a:cxn ang="0">
                <a:pos x="connsiteX78514" y="connsiteY78514"/>
              </a:cxn>
              <a:cxn ang="0">
                <a:pos x="connsiteX78515" y="connsiteY78515"/>
              </a:cxn>
              <a:cxn ang="0">
                <a:pos x="connsiteX78516" y="connsiteY78516"/>
              </a:cxn>
              <a:cxn ang="0">
                <a:pos x="connsiteX78517" y="connsiteY78517"/>
              </a:cxn>
              <a:cxn ang="0">
                <a:pos x="connsiteX78518" y="connsiteY78518"/>
              </a:cxn>
              <a:cxn ang="0">
                <a:pos x="connsiteX78519" y="connsiteY78519"/>
              </a:cxn>
              <a:cxn ang="0">
                <a:pos x="connsiteX78520" y="connsiteY78520"/>
              </a:cxn>
              <a:cxn ang="0">
                <a:pos x="connsiteX78521" y="connsiteY78521"/>
              </a:cxn>
              <a:cxn ang="0">
                <a:pos x="connsiteX78522" y="connsiteY78522"/>
              </a:cxn>
              <a:cxn ang="0">
                <a:pos x="connsiteX78523" y="connsiteY78523"/>
              </a:cxn>
              <a:cxn ang="0">
                <a:pos x="connsiteX78524" y="connsiteY78524"/>
              </a:cxn>
              <a:cxn ang="0">
                <a:pos x="connsiteX78525" y="connsiteY78525"/>
              </a:cxn>
              <a:cxn ang="0">
                <a:pos x="connsiteX78526" y="connsiteY78526"/>
              </a:cxn>
              <a:cxn ang="0">
                <a:pos x="connsiteX78527" y="connsiteY78527"/>
              </a:cxn>
              <a:cxn ang="0">
                <a:pos x="connsiteX78528" y="connsiteY78528"/>
              </a:cxn>
              <a:cxn ang="0">
                <a:pos x="connsiteX78529" y="connsiteY78529"/>
              </a:cxn>
              <a:cxn ang="0">
                <a:pos x="connsiteX78530" y="connsiteY78530"/>
              </a:cxn>
              <a:cxn ang="0">
                <a:pos x="connsiteX78531" y="connsiteY78531"/>
              </a:cxn>
              <a:cxn ang="0">
                <a:pos x="connsiteX78532" y="connsiteY78532"/>
              </a:cxn>
              <a:cxn ang="0">
                <a:pos x="connsiteX78533" y="connsiteY78533"/>
              </a:cxn>
              <a:cxn ang="0">
                <a:pos x="connsiteX78534" y="connsiteY78534"/>
              </a:cxn>
              <a:cxn ang="0">
                <a:pos x="connsiteX78535" y="connsiteY78535"/>
              </a:cxn>
              <a:cxn ang="0">
                <a:pos x="connsiteX78536" y="connsiteY78536"/>
              </a:cxn>
              <a:cxn ang="0">
                <a:pos x="connsiteX78537" y="connsiteY78537"/>
              </a:cxn>
              <a:cxn ang="0">
                <a:pos x="connsiteX78538" y="connsiteY78538"/>
              </a:cxn>
              <a:cxn ang="0">
                <a:pos x="connsiteX78539" y="connsiteY78539"/>
              </a:cxn>
              <a:cxn ang="0">
                <a:pos x="connsiteX78540" y="connsiteY78540"/>
              </a:cxn>
              <a:cxn ang="0">
                <a:pos x="connsiteX78541" y="connsiteY78541"/>
              </a:cxn>
              <a:cxn ang="0">
                <a:pos x="connsiteX78542" y="connsiteY78542"/>
              </a:cxn>
              <a:cxn ang="0">
                <a:pos x="connsiteX78543" y="connsiteY78543"/>
              </a:cxn>
              <a:cxn ang="0">
                <a:pos x="connsiteX78544" y="connsiteY78544"/>
              </a:cxn>
              <a:cxn ang="0">
                <a:pos x="connsiteX78545" y="connsiteY78545"/>
              </a:cxn>
              <a:cxn ang="0">
                <a:pos x="connsiteX78546" y="connsiteY78546"/>
              </a:cxn>
              <a:cxn ang="0">
                <a:pos x="connsiteX78547" y="connsiteY78547"/>
              </a:cxn>
              <a:cxn ang="0">
                <a:pos x="connsiteX78548" y="connsiteY78548"/>
              </a:cxn>
              <a:cxn ang="0">
                <a:pos x="connsiteX78549" y="connsiteY78549"/>
              </a:cxn>
              <a:cxn ang="0">
                <a:pos x="connsiteX78550" y="connsiteY78550"/>
              </a:cxn>
              <a:cxn ang="0">
                <a:pos x="connsiteX78551" y="connsiteY78551"/>
              </a:cxn>
              <a:cxn ang="0">
                <a:pos x="connsiteX78552" y="connsiteY78552"/>
              </a:cxn>
              <a:cxn ang="0">
                <a:pos x="connsiteX78553" y="connsiteY78553"/>
              </a:cxn>
              <a:cxn ang="0">
                <a:pos x="connsiteX78554" y="connsiteY78554"/>
              </a:cxn>
              <a:cxn ang="0">
                <a:pos x="connsiteX78555" y="connsiteY78555"/>
              </a:cxn>
              <a:cxn ang="0">
                <a:pos x="connsiteX78556" y="connsiteY78556"/>
              </a:cxn>
              <a:cxn ang="0">
                <a:pos x="connsiteX78557" y="connsiteY78557"/>
              </a:cxn>
              <a:cxn ang="0">
                <a:pos x="connsiteX78558" y="connsiteY78558"/>
              </a:cxn>
              <a:cxn ang="0">
                <a:pos x="connsiteX78559" y="connsiteY78559"/>
              </a:cxn>
              <a:cxn ang="0">
                <a:pos x="connsiteX78560" y="connsiteY78560"/>
              </a:cxn>
              <a:cxn ang="0">
                <a:pos x="connsiteX78561" y="connsiteY78561"/>
              </a:cxn>
              <a:cxn ang="0">
                <a:pos x="connsiteX78562" y="connsiteY78562"/>
              </a:cxn>
              <a:cxn ang="0">
                <a:pos x="connsiteX78563" y="connsiteY78563"/>
              </a:cxn>
              <a:cxn ang="0">
                <a:pos x="connsiteX78564" y="connsiteY78564"/>
              </a:cxn>
              <a:cxn ang="0">
                <a:pos x="connsiteX78565" y="connsiteY78565"/>
              </a:cxn>
              <a:cxn ang="0">
                <a:pos x="connsiteX78566" y="connsiteY78566"/>
              </a:cxn>
              <a:cxn ang="0">
                <a:pos x="connsiteX78567" y="connsiteY78567"/>
              </a:cxn>
              <a:cxn ang="0">
                <a:pos x="connsiteX78568" y="connsiteY78568"/>
              </a:cxn>
              <a:cxn ang="0">
                <a:pos x="connsiteX78569" y="connsiteY78569"/>
              </a:cxn>
              <a:cxn ang="0">
                <a:pos x="connsiteX78570" y="connsiteY78570"/>
              </a:cxn>
              <a:cxn ang="0">
                <a:pos x="connsiteX78571" y="connsiteY78571"/>
              </a:cxn>
              <a:cxn ang="0">
                <a:pos x="connsiteX78572" y="connsiteY78572"/>
              </a:cxn>
              <a:cxn ang="0">
                <a:pos x="connsiteX78573" y="connsiteY78573"/>
              </a:cxn>
              <a:cxn ang="0">
                <a:pos x="connsiteX78574" y="connsiteY78574"/>
              </a:cxn>
              <a:cxn ang="0">
                <a:pos x="connsiteX78575" y="connsiteY78575"/>
              </a:cxn>
              <a:cxn ang="0">
                <a:pos x="connsiteX78576" y="connsiteY78576"/>
              </a:cxn>
              <a:cxn ang="0">
                <a:pos x="connsiteX78577" y="connsiteY78577"/>
              </a:cxn>
              <a:cxn ang="0">
                <a:pos x="connsiteX78578" y="connsiteY78578"/>
              </a:cxn>
              <a:cxn ang="0">
                <a:pos x="connsiteX78579" y="connsiteY78579"/>
              </a:cxn>
              <a:cxn ang="0">
                <a:pos x="connsiteX78580" y="connsiteY78580"/>
              </a:cxn>
              <a:cxn ang="0">
                <a:pos x="connsiteX78581" y="connsiteY78581"/>
              </a:cxn>
              <a:cxn ang="0">
                <a:pos x="connsiteX78582" y="connsiteY78582"/>
              </a:cxn>
              <a:cxn ang="0">
                <a:pos x="connsiteX78583" y="connsiteY78583"/>
              </a:cxn>
              <a:cxn ang="0">
                <a:pos x="connsiteX78584" y="connsiteY78584"/>
              </a:cxn>
              <a:cxn ang="0">
                <a:pos x="connsiteX78585" y="connsiteY78585"/>
              </a:cxn>
              <a:cxn ang="0">
                <a:pos x="connsiteX78586" y="connsiteY78586"/>
              </a:cxn>
              <a:cxn ang="0">
                <a:pos x="connsiteX78587" y="connsiteY78587"/>
              </a:cxn>
              <a:cxn ang="0">
                <a:pos x="connsiteX78588" y="connsiteY78588"/>
              </a:cxn>
              <a:cxn ang="0">
                <a:pos x="connsiteX78589" y="connsiteY78589"/>
              </a:cxn>
              <a:cxn ang="0">
                <a:pos x="connsiteX78590" y="connsiteY78590"/>
              </a:cxn>
              <a:cxn ang="0">
                <a:pos x="connsiteX78591" y="connsiteY78591"/>
              </a:cxn>
              <a:cxn ang="0">
                <a:pos x="connsiteX78592" y="connsiteY78592"/>
              </a:cxn>
              <a:cxn ang="0">
                <a:pos x="connsiteX78593" y="connsiteY78593"/>
              </a:cxn>
              <a:cxn ang="0">
                <a:pos x="connsiteX78594" y="connsiteY78594"/>
              </a:cxn>
              <a:cxn ang="0">
                <a:pos x="connsiteX78595" y="connsiteY78595"/>
              </a:cxn>
              <a:cxn ang="0">
                <a:pos x="connsiteX78596" y="connsiteY78596"/>
              </a:cxn>
              <a:cxn ang="0">
                <a:pos x="connsiteX78597" y="connsiteY78597"/>
              </a:cxn>
              <a:cxn ang="0">
                <a:pos x="connsiteX78598" y="connsiteY78598"/>
              </a:cxn>
              <a:cxn ang="0">
                <a:pos x="connsiteX78599" y="connsiteY78599"/>
              </a:cxn>
              <a:cxn ang="0">
                <a:pos x="connsiteX78600" y="connsiteY78600"/>
              </a:cxn>
              <a:cxn ang="0">
                <a:pos x="connsiteX78601" y="connsiteY78601"/>
              </a:cxn>
              <a:cxn ang="0">
                <a:pos x="connsiteX78602" y="connsiteY78602"/>
              </a:cxn>
              <a:cxn ang="0">
                <a:pos x="connsiteX78603" y="connsiteY78603"/>
              </a:cxn>
              <a:cxn ang="0">
                <a:pos x="connsiteX78604" y="connsiteY78604"/>
              </a:cxn>
              <a:cxn ang="0">
                <a:pos x="connsiteX78605" y="connsiteY78605"/>
              </a:cxn>
              <a:cxn ang="0">
                <a:pos x="connsiteX78606" y="connsiteY78606"/>
              </a:cxn>
              <a:cxn ang="0">
                <a:pos x="connsiteX78607" y="connsiteY78607"/>
              </a:cxn>
              <a:cxn ang="0">
                <a:pos x="connsiteX78608" y="connsiteY78608"/>
              </a:cxn>
              <a:cxn ang="0">
                <a:pos x="connsiteX78609" y="connsiteY78609"/>
              </a:cxn>
              <a:cxn ang="0">
                <a:pos x="connsiteX78610" y="connsiteY78610"/>
              </a:cxn>
              <a:cxn ang="0">
                <a:pos x="connsiteX78611" y="connsiteY78611"/>
              </a:cxn>
              <a:cxn ang="0">
                <a:pos x="connsiteX78612" y="connsiteY78612"/>
              </a:cxn>
              <a:cxn ang="0">
                <a:pos x="connsiteX78613" y="connsiteY78613"/>
              </a:cxn>
              <a:cxn ang="0">
                <a:pos x="connsiteX78614" y="connsiteY78614"/>
              </a:cxn>
              <a:cxn ang="0">
                <a:pos x="connsiteX78615" y="connsiteY78615"/>
              </a:cxn>
              <a:cxn ang="0">
                <a:pos x="connsiteX78616" y="connsiteY78616"/>
              </a:cxn>
              <a:cxn ang="0">
                <a:pos x="connsiteX78617" y="connsiteY78617"/>
              </a:cxn>
              <a:cxn ang="0">
                <a:pos x="connsiteX78618" y="connsiteY78618"/>
              </a:cxn>
              <a:cxn ang="0">
                <a:pos x="connsiteX78619" y="connsiteY78619"/>
              </a:cxn>
              <a:cxn ang="0">
                <a:pos x="connsiteX78620" y="connsiteY78620"/>
              </a:cxn>
              <a:cxn ang="0">
                <a:pos x="connsiteX78621" y="connsiteY78621"/>
              </a:cxn>
              <a:cxn ang="0">
                <a:pos x="connsiteX78622" y="connsiteY78622"/>
              </a:cxn>
              <a:cxn ang="0">
                <a:pos x="connsiteX78623" y="connsiteY78623"/>
              </a:cxn>
              <a:cxn ang="0">
                <a:pos x="connsiteX78624" y="connsiteY78624"/>
              </a:cxn>
              <a:cxn ang="0">
                <a:pos x="connsiteX78625" y="connsiteY78625"/>
              </a:cxn>
              <a:cxn ang="0">
                <a:pos x="connsiteX78626" y="connsiteY78626"/>
              </a:cxn>
              <a:cxn ang="0">
                <a:pos x="connsiteX78627" y="connsiteY78627"/>
              </a:cxn>
              <a:cxn ang="0">
                <a:pos x="connsiteX78628" y="connsiteY78628"/>
              </a:cxn>
              <a:cxn ang="0">
                <a:pos x="connsiteX78629" y="connsiteY78629"/>
              </a:cxn>
              <a:cxn ang="0">
                <a:pos x="connsiteX78630" y="connsiteY78630"/>
              </a:cxn>
              <a:cxn ang="0">
                <a:pos x="connsiteX78631" y="connsiteY78631"/>
              </a:cxn>
              <a:cxn ang="0">
                <a:pos x="connsiteX78632" y="connsiteY78632"/>
              </a:cxn>
              <a:cxn ang="0">
                <a:pos x="connsiteX78633" y="connsiteY78633"/>
              </a:cxn>
              <a:cxn ang="0">
                <a:pos x="connsiteX78634" y="connsiteY78634"/>
              </a:cxn>
              <a:cxn ang="0">
                <a:pos x="connsiteX78635" y="connsiteY78635"/>
              </a:cxn>
              <a:cxn ang="0">
                <a:pos x="connsiteX78636" y="connsiteY78636"/>
              </a:cxn>
              <a:cxn ang="0">
                <a:pos x="connsiteX78637" y="connsiteY78637"/>
              </a:cxn>
              <a:cxn ang="0">
                <a:pos x="connsiteX78638" y="connsiteY78638"/>
              </a:cxn>
              <a:cxn ang="0">
                <a:pos x="connsiteX78639" y="connsiteY78639"/>
              </a:cxn>
              <a:cxn ang="0">
                <a:pos x="connsiteX78640" y="connsiteY78640"/>
              </a:cxn>
              <a:cxn ang="0">
                <a:pos x="connsiteX78641" y="connsiteY78641"/>
              </a:cxn>
              <a:cxn ang="0">
                <a:pos x="connsiteX78642" y="connsiteY78642"/>
              </a:cxn>
              <a:cxn ang="0">
                <a:pos x="connsiteX78643" y="connsiteY78643"/>
              </a:cxn>
              <a:cxn ang="0">
                <a:pos x="connsiteX78644" y="connsiteY78644"/>
              </a:cxn>
              <a:cxn ang="0">
                <a:pos x="connsiteX78645" y="connsiteY78645"/>
              </a:cxn>
              <a:cxn ang="0">
                <a:pos x="connsiteX78646" y="connsiteY78646"/>
              </a:cxn>
              <a:cxn ang="0">
                <a:pos x="connsiteX78647" y="connsiteY78647"/>
              </a:cxn>
              <a:cxn ang="0">
                <a:pos x="connsiteX78648" y="connsiteY78648"/>
              </a:cxn>
              <a:cxn ang="0">
                <a:pos x="connsiteX78649" y="connsiteY78649"/>
              </a:cxn>
              <a:cxn ang="0">
                <a:pos x="connsiteX78650" y="connsiteY78650"/>
              </a:cxn>
              <a:cxn ang="0">
                <a:pos x="connsiteX78651" y="connsiteY78651"/>
              </a:cxn>
              <a:cxn ang="0">
                <a:pos x="connsiteX78652" y="connsiteY78652"/>
              </a:cxn>
              <a:cxn ang="0">
                <a:pos x="connsiteX78653" y="connsiteY78653"/>
              </a:cxn>
              <a:cxn ang="0">
                <a:pos x="connsiteX78654" y="connsiteY78654"/>
              </a:cxn>
              <a:cxn ang="0">
                <a:pos x="connsiteX78655" y="connsiteY78655"/>
              </a:cxn>
              <a:cxn ang="0">
                <a:pos x="connsiteX78656" y="connsiteY78656"/>
              </a:cxn>
              <a:cxn ang="0">
                <a:pos x="connsiteX78657" y="connsiteY78657"/>
              </a:cxn>
              <a:cxn ang="0">
                <a:pos x="connsiteX78658" y="connsiteY78658"/>
              </a:cxn>
              <a:cxn ang="0">
                <a:pos x="connsiteX78659" y="connsiteY78659"/>
              </a:cxn>
              <a:cxn ang="0">
                <a:pos x="connsiteX78660" y="connsiteY78660"/>
              </a:cxn>
              <a:cxn ang="0">
                <a:pos x="connsiteX78661" y="connsiteY78661"/>
              </a:cxn>
              <a:cxn ang="0">
                <a:pos x="connsiteX78662" y="connsiteY78662"/>
              </a:cxn>
              <a:cxn ang="0">
                <a:pos x="connsiteX78663" y="connsiteY78663"/>
              </a:cxn>
              <a:cxn ang="0">
                <a:pos x="connsiteX78664" y="connsiteY78664"/>
              </a:cxn>
              <a:cxn ang="0">
                <a:pos x="connsiteX78665" y="connsiteY78665"/>
              </a:cxn>
              <a:cxn ang="0">
                <a:pos x="connsiteX78666" y="connsiteY78666"/>
              </a:cxn>
              <a:cxn ang="0">
                <a:pos x="connsiteX78667" y="connsiteY78667"/>
              </a:cxn>
              <a:cxn ang="0">
                <a:pos x="connsiteX78668" y="connsiteY78668"/>
              </a:cxn>
              <a:cxn ang="0">
                <a:pos x="connsiteX78669" y="connsiteY78669"/>
              </a:cxn>
              <a:cxn ang="0">
                <a:pos x="connsiteX78670" y="connsiteY78670"/>
              </a:cxn>
              <a:cxn ang="0">
                <a:pos x="connsiteX78671" y="connsiteY78671"/>
              </a:cxn>
              <a:cxn ang="0">
                <a:pos x="connsiteX78672" y="connsiteY78672"/>
              </a:cxn>
              <a:cxn ang="0">
                <a:pos x="connsiteX78673" y="connsiteY78673"/>
              </a:cxn>
              <a:cxn ang="0">
                <a:pos x="connsiteX78674" y="connsiteY78674"/>
              </a:cxn>
              <a:cxn ang="0">
                <a:pos x="connsiteX78675" y="connsiteY78675"/>
              </a:cxn>
              <a:cxn ang="0">
                <a:pos x="connsiteX78676" y="connsiteY78676"/>
              </a:cxn>
              <a:cxn ang="0">
                <a:pos x="connsiteX78677" y="connsiteY78677"/>
              </a:cxn>
              <a:cxn ang="0">
                <a:pos x="connsiteX78678" y="connsiteY78678"/>
              </a:cxn>
              <a:cxn ang="0">
                <a:pos x="connsiteX78679" y="connsiteY78679"/>
              </a:cxn>
              <a:cxn ang="0">
                <a:pos x="connsiteX78680" y="connsiteY78680"/>
              </a:cxn>
              <a:cxn ang="0">
                <a:pos x="connsiteX78681" y="connsiteY78681"/>
              </a:cxn>
              <a:cxn ang="0">
                <a:pos x="connsiteX78682" y="connsiteY78682"/>
              </a:cxn>
              <a:cxn ang="0">
                <a:pos x="connsiteX78683" y="connsiteY78683"/>
              </a:cxn>
              <a:cxn ang="0">
                <a:pos x="connsiteX78684" y="connsiteY78684"/>
              </a:cxn>
              <a:cxn ang="0">
                <a:pos x="connsiteX78685" y="connsiteY78685"/>
              </a:cxn>
              <a:cxn ang="0">
                <a:pos x="connsiteX78686" y="connsiteY78686"/>
              </a:cxn>
              <a:cxn ang="0">
                <a:pos x="connsiteX78687" y="connsiteY78687"/>
              </a:cxn>
              <a:cxn ang="0">
                <a:pos x="connsiteX78688" y="connsiteY78688"/>
              </a:cxn>
              <a:cxn ang="0">
                <a:pos x="connsiteX78689" y="connsiteY78689"/>
              </a:cxn>
              <a:cxn ang="0">
                <a:pos x="connsiteX78690" y="connsiteY78690"/>
              </a:cxn>
              <a:cxn ang="0">
                <a:pos x="connsiteX78691" y="connsiteY78691"/>
              </a:cxn>
              <a:cxn ang="0">
                <a:pos x="connsiteX78692" y="connsiteY78692"/>
              </a:cxn>
              <a:cxn ang="0">
                <a:pos x="connsiteX78693" y="connsiteY78693"/>
              </a:cxn>
              <a:cxn ang="0">
                <a:pos x="connsiteX78694" y="connsiteY78694"/>
              </a:cxn>
              <a:cxn ang="0">
                <a:pos x="connsiteX78695" y="connsiteY78695"/>
              </a:cxn>
              <a:cxn ang="0">
                <a:pos x="connsiteX78696" y="connsiteY78696"/>
              </a:cxn>
              <a:cxn ang="0">
                <a:pos x="connsiteX78697" y="connsiteY78697"/>
              </a:cxn>
              <a:cxn ang="0">
                <a:pos x="connsiteX78698" y="connsiteY78698"/>
              </a:cxn>
              <a:cxn ang="0">
                <a:pos x="connsiteX78699" y="connsiteY78699"/>
              </a:cxn>
              <a:cxn ang="0">
                <a:pos x="connsiteX78700" y="connsiteY78700"/>
              </a:cxn>
              <a:cxn ang="0">
                <a:pos x="connsiteX78701" y="connsiteY78701"/>
              </a:cxn>
              <a:cxn ang="0">
                <a:pos x="connsiteX78702" y="connsiteY78702"/>
              </a:cxn>
              <a:cxn ang="0">
                <a:pos x="connsiteX78703" y="connsiteY78703"/>
              </a:cxn>
              <a:cxn ang="0">
                <a:pos x="connsiteX78704" y="connsiteY78704"/>
              </a:cxn>
              <a:cxn ang="0">
                <a:pos x="connsiteX78705" y="connsiteY78705"/>
              </a:cxn>
              <a:cxn ang="0">
                <a:pos x="connsiteX78706" y="connsiteY78706"/>
              </a:cxn>
              <a:cxn ang="0">
                <a:pos x="connsiteX78707" y="connsiteY78707"/>
              </a:cxn>
              <a:cxn ang="0">
                <a:pos x="connsiteX78708" y="connsiteY78708"/>
              </a:cxn>
              <a:cxn ang="0">
                <a:pos x="connsiteX78709" y="connsiteY78709"/>
              </a:cxn>
              <a:cxn ang="0">
                <a:pos x="connsiteX78710" y="connsiteY78710"/>
              </a:cxn>
              <a:cxn ang="0">
                <a:pos x="connsiteX78711" y="connsiteY78711"/>
              </a:cxn>
              <a:cxn ang="0">
                <a:pos x="connsiteX78712" y="connsiteY78712"/>
              </a:cxn>
              <a:cxn ang="0">
                <a:pos x="connsiteX78713" y="connsiteY78713"/>
              </a:cxn>
              <a:cxn ang="0">
                <a:pos x="connsiteX78714" y="connsiteY78714"/>
              </a:cxn>
              <a:cxn ang="0">
                <a:pos x="connsiteX78715" y="connsiteY78715"/>
              </a:cxn>
              <a:cxn ang="0">
                <a:pos x="connsiteX78716" y="connsiteY78716"/>
              </a:cxn>
              <a:cxn ang="0">
                <a:pos x="connsiteX78717" y="connsiteY78717"/>
              </a:cxn>
              <a:cxn ang="0">
                <a:pos x="connsiteX78718" y="connsiteY78718"/>
              </a:cxn>
              <a:cxn ang="0">
                <a:pos x="connsiteX78719" y="connsiteY78719"/>
              </a:cxn>
              <a:cxn ang="0">
                <a:pos x="connsiteX78720" y="connsiteY78720"/>
              </a:cxn>
              <a:cxn ang="0">
                <a:pos x="connsiteX78721" y="connsiteY78721"/>
              </a:cxn>
              <a:cxn ang="0">
                <a:pos x="connsiteX78722" y="connsiteY78722"/>
              </a:cxn>
              <a:cxn ang="0">
                <a:pos x="connsiteX78723" y="connsiteY78723"/>
              </a:cxn>
              <a:cxn ang="0">
                <a:pos x="connsiteX78724" y="connsiteY78724"/>
              </a:cxn>
              <a:cxn ang="0">
                <a:pos x="connsiteX78725" y="connsiteY78725"/>
              </a:cxn>
              <a:cxn ang="0">
                <a:pos x="connsiteX78726" y="connsiteY78726"/>
              </a:cxn>
              <a:cxn ang="0">
                <a:pos x="connsiteX78727" y="connsiteY78727"/>
              </a:cxn>
              <a:cxn ang="0">
                <a:pos x="connsiteX78728" y="connsiteY78728"/>
              </a:cxn>
              <a:cxn ang="0">
                <a:pos x="connsiteX78729" y="connsiteY78729"/>
              </a:cxn>
              <a:cxn ang="0">
                <a:pos x="connsiteX78730" y="connsiteY78730"/>
              </a:cxn>
              <a:cxn ang="0">
                <a:pos x="connsiteX78731" y="connsiteY78731"/>
              </a:cxn>
              <a:cxn ang="0">
                <a:pos x="connsiteX78732" y="connsiteY78732"/>
              </a:cxn>
              <a:cxn ang="0">
                <a:pos x="connsiteX78733" y="connsiteY78733"/>
              </a:cxn>
              <a:cxn ang="0">
                <a:pos x="connsiteX78734" y="connsiteY78734"/>
              </a:cxn>
              <a:cxn ang="0">
                <a:pos x="connsiteX78735" y="connsiteY78735"/>
              </a:cxn>
              <a:cxn ang="0">
                <a:pos x="connsiteX78736" y="connsiteY78736"/>
              </a:cxn>
              <a:cxn ang="0">
                <a:pos x="connsiteX78737" y="connsiteY78737"/>
              </a:cxn>
              <a:cxn ang="0">
                <a:pos x="connsiteX78738" y="connsiteY78738"/>
              </a:cxn>
              <a:cxn ang="0">
                <a:pos x="connsiteX78739" y="connsiteY78739"/>
              </a:cxn>
              <a:cxn ang="0">
                <a:pos x="connsiteX78740" y="connsiteY78740"/>
              </a:cxn>
              <a:cxn ang="0">
                <a:pos x="connsiteX78741" y="connsiteY78741"/>
              </a:cxn>
              <a:cxn ang="0">
                <a:pos x="connsiteX78742" y="connsiteY78742"/>
              </a:cxn>
              <a:cxn ang="0">
                <a:pos x="connsiteX78743" y="connsiteY78743"/>
              </a:cxn>
              <a:cxn ang="0">
                <a:pos x="connsiteX78744" y="connsiteY78744"/>
              </a:cxn>
              <a:cxn ang="0">
                <a:pos x="connsiteX78745" y="connsiteY78745"/>
              </a:cxn>
              <a:cxn ang="0">
                <a:pos x="connsiteX78746" y="connsiteY78746"/>
              </a:cxn>
              <a:cxn ang="0">
                <a:pos x="connsiteX78747" y="connsiteY78747"/>
              </a:cxn>
              <a:cxn ang="0">
                <a:pos x="connsiteX78748" y="connsiteY78748"/>
              </a:cxn>
              <a:cxn ang="0">
                <a:pos x="connsiteX78749" y="connsiteY78749"/>
              </a:cxn>
              <a:cxn ang="0">
                <a:pos x="connsiteX78750" y="connsiteY78750"/>
              </a:cxn>
              <a:cxn ang="0">
                <a:pos x="connsiteX78751" y="connsiteY78751"/>
              </a:cxn>
              <a:cxn ang="0">
                <a:pos x="connsiteX78752" y="connsiteY78752"/>
              </a:cxn>
              <a:cxn ang="0">
                <a:pos x="connsiteX78753" y="connsiteY78753"/>
              </a:cxn>
              <a:cxn ang="0">
                <a:pos x="connsiteX78754" y="connsiteY78754"/>
              </a:cxn>
              <a:cxn ang="0">
                <a:pos x="connsiteX78755" y="connsiteY78755"/>
              </a:cxn>
              <a:cxn ang="0">
                <a:pos x="connsiteX78756" y="connsiteY78756"/>
              </a:cxn>
              <a:cxn ang="0">
                <a:pos x="connsiteX78757" y="connsiteY78757"/>
              </a:cxn>
              <a:cxn ang="0">
                <a:pos x="connsiteX78758" y="connsiteY78758"/>
              </a:cxn>
              <a:cxn ang="0">
                <a:pos x="connsiteX78759" y="connsiteY78759"/>
              </a:cxn>
              <a:cxn ang="0">
                <a:pos x="connsiteX78760" y="connsiteY78760"/>
              </a:cxn>
              <a:cxn ang="0">
                <a:pos x="connsiteX78761" y="connsiteY78761"/>
              </a:cxn>
              <a:cxn ang="0">
                <a:pos x="connsiteX78762" y="connsiteY78762"/>
              </a:cxn>
              <a:cxn ang="0">
                <a:pos x="connsiteX78763" y="connsiteY78763"/>
              </a:cxn>
              <a:cxn ang="0">
                <a:pos x="connsiteX78764" y="connsiteY78764"/>
              </a:cxn>
              <a:cxn ang="0">
                <a:pos x="connsiteX78765" y="connsiteY78765"/>
              </a:cxn>
              <a:cxn ang="0">
                <a:pos x="connsiteX78766" y="connsiteY78766"/>
              </a:cxn>
              <a:cxn ang="0">
                <a:pos x="connsiteX78767" y="connsiteY78767"/>
              </a:cxn>
              <a:cxn ang="0">
                <a:pos x="connsiteX78768" y="connsiteY78768"/>
              </a:cxn>
              <a:cxn ang="0">
                <a:pos x="connsiteX78769" y="connsiteY78769"/>
              </a:cxn>
              <a:cxn ang="0">
                <a:pos x="connsiteX78770" y="connsiteY78770"/>
              </a:cxn>
              <a:cxn ang="0">
                <a:pos x="connsiteX78771" y="connsiteY78771"/>
              </a:cxn>
              <a:cxn ang="0">
                <a:pos x="connsiteX78772" y="connsiteY78772"/>
              </a:cxn>
              <a:cxn ang="0">
                <a:pos x="connsiteX78773" y="connsiteY78773"/>
              </a:cxn>
              <a:cxn ang="0">
                <a:pos x="connsiteX78774" y="connsiteY78774"/>
              </a:cxn>
              <a:cxn ang="0">
                <a:pos x="connsiteX78775" y="connsiteY78775"/>
              </a:cxn>
              <a:cxn ang="0">
                <a:pos x="connsiteX78776" y="connsiteY78776"/>
              </a:cxn>
              <a:cxn ang="0">
                <a:pos x="connsiteX78777" y="connsiteY78777"/>
              </a:cxn>
              <a:cxn ang="0">
                <a:pos x="connsiteX78778" y="connsiteY78778"/>
              </a:cxn>
              <a:cxn ang="0">
                <a:pos x="connsiteX78779" y="connsiteY78779"/>
              </a:cxn>
              <a:cxn ang="0">
                <a:pos x="connsiteX78780" y="connsiteY78780"/>
              </a:cxn>
              <a:cxn ang="0">
                <a:pos x="connsiteX78781" y="connsiteY78781"/>
              </a:cxn>
              <a:cxn ang="0">
                <a:pos x="connsiteX78782" y="connsiteY78782"/>
              </a:cxn>
              <a:cxn ang="0">
                <a:pos x="connsiteX78783" y="connsiteY78783"/>
              </a:cxn>
              <a:cxn ang="0">
                <a:pos x="connsiteX78784" y="connsiteY78784"/>
              </a:cxn>
              <a:cxn ang="0">
                <a:pos x="connsiteX78785" y="connsiteY78785"/>
              </a:cxn>
              <a:cxn ang="0">
                <a:pos x="connsiteX78786" y="connsiteY78786"/>
              </a:cxn>
              <a:cxn ang="0">
                <a:pos x="connsiteX78787" y="connsiteY78787"/>
              </a:cxn>
              <a:cxn ang="0">
                <a:pos x="connsiteX78788" y="connsiteY78788"/>
              </a:cxn>
              <a:cxn ang="0">
                <a:pos x="connsiteX78789" y="connsiteY78789"/>
              </a:cxn>
              <a:cxn ang="0">
                <a:pos x="connsiteX78790" y="connsiteY78790"/>
              </a:cxn>
              <a:cxn ang="0">
                <a:pos x="connsiteX78791" y="connsiteY78791"/>
              </a:cxn>
              <a:cxn ang="0">
                <a:pos x="connsiteX78792" y="connsiteY78792"/>
              </a:cxn>
              <a:cxn ang="0">
                <a:pos x="connsiteX78793" y="connsiteY78793"/>
              </a:cxn>
              <a:cxn ang="0">
                <a:pos x="connsiteX78794" y="connsiteY78794"/>
              </a:cxn>
              <a:cxn ang="0">
                <a:pos x="connsiteX78795" y="connsiteY78795"/>
              </a:cxn>
              <a:cxn ang="0">
                <a:pos x="connsiteX78796" y="connsiteY78796"/>
              </a:cxn>
              <a:cxn ang="0">
                <a:pos x="connsiteX78797" y="connsiteY78797"/>
              </a:cxn>
              <a:cxn ang="0">
                <a:pos x="connsiteX78798" y="connsiteY78798"/>
              </a:cxn>
              <a:cxn ang="0">
                <a:pos x="connsiteX78799" y="connsiteY78799"/>
              </a:cxn>
              <a:cxn ang="0">
                <a:pos x="connsiteX78800" y="connsiteY78800"/>
              </a:cxn>
              <a:cxn ang="0">
                <a:pos x="connsiteX78801" y="connsiteY78801"/>
              </a:cxn>
              <a:cxn ang="0">
                <a:pos x="connsiteX78802" y="connsiteY78802"/>
              </a:cxn>
              <a:cxn ang="0">
                <a:pos x="connsiteX78803" y="connsiteY78803"/>
              </a:cxn>
              <a:cxn ang="0">
                <a:pos x="connsiteX78804" y="connsiteY78804"/>
              </a:cxn>
              <a:cxn ang="0">
                <a:pos x="connsiteX78805" y="connsiteY78805"/>
              </a:cxn>
              <a:cxn ang="0">
                <a:pos x="connsiteX78806" y="connsiteY78806"/>
              </a:cxn>
              <a:cxn ang="0">
                <a:pos x="connsiteX78807" y="connsiteY78807"/>
              </a:cxn>
              <a:cxn ang="0">
                <a:pos x="connsiteX78808" y="connsiteY78808"/>
              </a:cxn>
              <a:cxn ang="0">
                <a:pos x="connsiteX78809" y="connsiteY78809"/>
              </a:cxn>
              <a:cxn ang="0">
                <a:pos x="connsiteX78810" y="connsiteY78810"/>
              </a:cxn>
              <a:cxn ang="0">
                <a:pos x="connsiteX78811" y="connsiteY78811"/>
              </a:cxn>
              <a:cxn ang="0">
                <a:pos x="connsiteX78812" y="connsiteY78812"/>
              </a:cxn>
              <a:cxn ang="0">
                <a:pos x="connsiteX78813" y="connsiteY78813"/>
              </a:cxn>
              <a:cxn ang="0">
                <a:pos x="connsiteX78814" y="connsiteY78814"/>
              </a:cxn>
              <a:cxn ang="0">
                <a:pos x="connsiteX78815" y="connsiteY78815"/>
              </a:cxn>
              <a:cxn ang="0">
                <a:pos x="connsiteX78816" y="connsiteY78816"/>
              </a:cxn>
              <a:cxn ang="0">
                <a:pos x="connsiteX78817" y="connsiteY78817"/>
              </a:cxn>
              <a:cxn ang="0">
                <a:pos x="connsiteX78818" y="connsiteY78818"/>
              </a:cxn>
              <a:cxn ang="0">
                <a:pos x="connsiteX78819" y="connsiteY78819"/>
              </a:cxn>
              <a:cxn ang="0">
                <a:pos x="connsiteX78820" y="connsiteY78820"/>
              </a:cxn>
              <a:cxn ang="0">
                <a:pos x="connsiteX78821" y="connsiteY78821"/>
              </a:cxn>
              <a:cxn ang="0">
                <a:pos x="connsiteX78822" y="connsiteY78822"/>
              </a:cxn>
              <a:cxn ang="0">
                <a:pos x="connsiteX78823" y="connsiteY78823"/>
              </a:cxn>
              <a:cxn ang="0">
                <a:pos x="connsiteX78824" y="connsiteY78824"/>
              </a:cxn>
              <a:cxn ang="0">
                <a:pos x="connsiteX78825" y="connsiteY78825"/>
              </a:cxn>
              <a:cxn ang="0">
                <a:pos x="connsiteX78826" y="connsiteY78826"/>
              </a:cxn>
              <a:cxn ang="0">
                <a:pos x="connsiteX78827" y="connsiteY78827"/>
              </a:cxn>
              <a:cxn ang="0">
                <a:pos x="connsiteX78828" y="connsiteY78828"/>
              </a:cxn>
              <a:cxn ang="0">
                <a:pos x="connsiteX78829" y="connsiteY78829"/>
              </a:cxn>
              <a:cxn ang="0">
                <a:pos x="connsiteX78830" y="connsiteY78830"/>
              </a:cxn>
              <a:cxn ang="0">
                <a:pos x="connsiteX78831" y="connsiteY78831"/>
              </a:cxn>
              <a:cxn ang="0">
                <a:pos x="connsiteX78832" y="connsiteY78832"/>
              </a:cxn>
              <a:cxn ang="0">
                <a:pos x="connsiteX78833" y="connsiteY78833"/>
              </a:cxn>
              <a:cxn ang="0">
                <a:pos x="connsiteX78834" y="connsiteY78834"/>
              </a:cxn>
              <a:cxn ang="0">
                <a:pos x="connsiteX78835" y="connsiteY78835"/>
              </a:cxn>
              <a:cxn ang="0">
                <a:pos x="connsiteX78836" y="connsiteY78836"/>
              </a:cxn>
              <a:cxn ang="0">
                <a:pos x="connsiteX78837" y="connsiteY78837"/>
              </a:cxn>
              <a:cxn ang="0">
                <a:pos x="connsiteX78838" y="connsiteY78838"/>
              </a:cxn>
              <a:cxn ang="0">
                <a:pos x="connsiteX78839" y="connsiteY78839"/>
              </a:cxn>
              <a:cxn ang="0">
                <a:pos x="connsiteX78840" y="connsiteY78840"/>
              </a:cxn>
              <a:cxn ang="0">
                <a:pos x="connsiteX78841" y="connsiteY78841"/>
              </a:cxn>
              <a:cxn ang="0">
                <a:pos x="connsiteX78842" y="connsiteY78842"/>
              </a:cxn>
              <a:cxn ang="0">
                <a:pos x="connsiteX78843" y="connsiteY78843"/>
              </a:cxn>
              <a:cxn ang="0">
                <a:pos x="connsiteX78844" y="connsiteY78844"/>
              </a:cxn>
              <a:cxn ang="0">
                <a:pos x="connsiteX78845" y="connsiteY78845"/>
              </a:cxn>
              <a:cxn ang="0">
                <a:pos x="connsiteX78846" y="connsiteY78846"/>
              </a:cxn>
              <a:cxn ang="0">
                <a:pos x="connsiteX78847" y="connsiteY78847"/>
              </a:cxn>
              <a:cxn ang="0">
                <a:pos x="connsiteX78848" y="connsiteY78848"/>
              </a:cxn>
              <a:cxn ang="0">
                <a:pos x="connsiteX78849" y="connsiteY78849"/>
              </a:cxn>
              <a:cxn ang="0">
                <a:pos x="connsiteX78850" y="connsiteY78850"/>
              </a:cxn>
              <a:cxn ang="0">
                <a:pos x="connsiteX78851" y="connsiteY78851"/>
              </a:cxn>
              <a:cxn ang="0">
                <a:pos x="connsiteX78852" y="connsiteY78852"/>
              </a:cxn>
              <a:cxn ang="0">
                <a:pos x="connsiteX78853" y="connsiteY78853"/>
              </a:cxn>
              <a:cxn ang="0">
                <a:pos x="connsiteX78854" y="connsiteY78854"/>
              </a:cxn>
              <a:cxn ang="0">
                <a:pos x="connsiteX78855" y="connsiteY78855"/>
              </a:cxn>
              <a:cxn ang="0">
                <a:pos x="connsiteX78856" y="connsiteY78856"/>
              </a:cxn>
              <a:cxn ang="0">
                <a:pos x="connsiteX78857" y="connsiteY78857"/>
              </a:cxn>
              <a:cxn ang="0">
                <a:pos x="connsiteX78858" y="connsiteY78858"/>
              </a:cxn>
              <a:cxn ang="0">
                <a:pos x="connsiteX78859" y="connsiteY78859"/>
              </a:cxn>
              <a:cxn ang="0">
                <a:pos x="connsiteX78860" y="connsiteY78860"/>
              </a:cxn>
              <a:cxn ang="0">
                <a:pos x="connsiteX78861" y="connsiteY78861"/>
              </a:cxn>
              <a:cxn ang="0">
                <a:pos x="connsiteX78862" y="connsiteY78862"/>
              </a:cxn>
              <a:cxn ang="0">
                <a:pos x="connsiteX78863" y="connsiteY78863"/>
              </a:cxn>
              <a:cxn ang="0">
                <a:pos x="connsiteX78864" y="connsiteY78864"/>
              </a:cxn>
              <a:cxn ang="0">
                <a:pos x="connsiteX78865" y="connsiteY78865"/>
              </a:cxn>
              <a:cxn ang="0">
                <a:pos x="connsiteX78866" y="connsiteY78866"/>
              </a:cxn>
              <a:cxn ang="0">
                <a:pos x="connsiteX78867" y="connsiteY78867"/>
              </a:cxn>
              <a:cxn ang="0">
                <a:pos x="connsiteX78868" y="connsiteY78868"/>
              </a:cxn>
              <a:cxn ang="0">
                <a:pos x="connsiteX78869" y="connsiteY78869"/>
              </a:cxn>
              <a:cxn ang="0">
                <a:pos x="connsiteX78870" y="connsiteY78870"/>
              </a:cxn>
              <a:cxn ang="0">
                <a:pos x="connsiteX78871" y="connsiteY78871"/>
              </a:cxn>
              <a:cxn ang="0">
                <a:pos x="connsiteX78872" y="connsiteY78872"/>
              </a:cxn>
              <a:cxn ang="0">
                <a:pos x="connsiteX78873" y="connsiteY78873"/>
              </a:cxn>
              <a:cxn ang="0">
                <a:pos x="connsiteX78874" y="connsiteY78874"/>
              </a:cxn>
              <a:cxn ang="0">
                <a:pos x="connsiteX78875" y="connsiteY78875"/>
              </a:cxn>
              <a:cxn ang="0">
                <a:pos x="connsiteX78876" y="connsiteY78876"/>
              </a:cxn>
              <a:cxn ang="0">
                <a:pos x="connsiteX78877" y="connsiteY78877"/>
              </a:cxn>
              <a:cxn ang="0">
                <a:pos x="connsiteX78878" y="connsiteY78878"/>
              </a:cxn>
              <a:cxn ang="0">
                <a:pos x="connsiteX78879" y="connsiteY78879"/>
              </a:cxn>
              <a:cxn ang="0">
                <a:pos x="connsiteX78880" y="connsiteY78880"/>
              </a:cxn>
              <a:cxn ang="0">
                <a:pos x="connsiteX78881" y="connsiteY78881"/>
              </a:cxn>
              <a:cxn ang="0">
                <a:pos x="connsiteX78882" y="connsiteY78882"/>
              </a:cxn>
              <a:cxn ang="0">
                <a:pos x="connsiteX78883" y="connsiteY78883"/>
              </a:cxn>
              <a:cxn ang="0">
                <a:pos x="connsiteX78884" y="connsiteY78884"/>
              </a:cxn>
              <a:cxn ang="0">
                <a:pos x="connsiteX78885" y="connsiteY78885"/>
              </a:cxn>
              <a:cxn ang="0">
                <a:pos x="connsiteX78886" y="connsiteY78886"/>
              </a:cxn>
              <a:cxn ang="0">
                <a:pos x="connsiteX78887" y="connsiteY78887"/>
              </a:cxn>
              <a:cxn ang="0">
                <a:pos x="connsiteX78888" y="connsiteY78888"/>
              </a:cxn>
              <a:cxn ang="0">
                <a:pos x="connsiteX78889" y="connsiteY78889"/>
              </a:cxn>
              <a:cxn ang="0">
                <a:pos x="connsiteX78890" y="connsiteY78890"/>
              </a:cxn>
              <a:cxn ang="0">
                <a:pos x="connsiteX78891" y="connsiteY78891"/>
              </a:cxn>
              <a:cxn ang="0">
                <a:pos x="connsiteX78892" y="connsiteY78892"/>
              </a:cxn>
              <a:cxn ang="0">
                <a:pos x="connsiteX78893" y="connsiteY78893"/>
              </a:cxn>
              <a:cxn ang="0">
                <a:pos x="connsiteX78894" y="connsiteY78894"/>
              </a:cxn>
              <a:cxn ang="0">
                <a:pos x="connsiteX78895" y="connsiteY78895"/>
              </a:cxn>
              <a:cxn ang="0">
                <a:pos x="connsiteX78896" y="connsiteY78896"/>
              </a:cxn>
              <a:cxn ang="0">
                <a:pos x="connsiteX78897" y="connsiteY78897"/>
              </a:cxn>
              <a:cxn ang="0">
                <a:pos x="connsiteX78898" y="connsiteY78898"/>
              </a:cxn>
              <a:cxn ang="0">
                <a:pos x="connsiteX78899" y="connsiteY78899"/>
              </a:cxn>
              <a:cxn ang="0">
                <a:pos x="connsiteX78900" y="connsiteY78900"/>
              </a:cxn>
              <a:cxn ang="0">
                <a:pos x="connsiteX78901" y="connsiteY78901"/>
              </a:cxn>
              <a:cxn ang="0">
                <a:pos x="connsiteX78902" y="connsiteY78902"/>
              </a:cxn>
              <a:cxn ang="0">
                <a:pos x="connsiteX78903" y="connsiteY78903"/>
              </a:cxn>
              <a:cxn ang="0">
                <a:pos x="connsiteX78904" y="connsiteY78904"/>
              </a:cxn>
              <a:cxn ang="0">
                <a:pos x="connsiteX78905" y="connsiteY78905"/>
              </a:cxn>
              <a:cxn ang="0">
                <a:pos x="connsiteX78906" y="connsiteY78906"/>
              </a:cxn>
              <a:cxn ang="0">
                <a:pos x="connsiteX78907" y="connsiteY78907"/>
              </a:cxn>
              <a:cxn ang="0">
                <a:pos x="connsiteX78908" y="connsiteY78908"/>
              </a:cxn>
              <a:cxn ang="0">
                <a:pos x="connsiteX78909" y="connsiteY78909"/>
              </a:cxn>
              <a:cxn ang="0">
                <a:pos x="connsiteX78910" y="connsiteY78910"/>
              </a:cxn>
              <a:cxn ang="0">
                <a:pos x="connsiteX78911" y="connsiteY78911"/>
              </a:cxn>
              <a:cxn ang="0">
                <a:pos x="connsiteX78912" y="connsiteY78912"/>
              </a:cxn>
              <a:cxn ang="0">
                <a:pos x="connsiteX78913" y="connsiteY78913"/>
              </a:cxn>
              <a:cxn ang="0">
                <a:pos x="connsiteX78914" y="connsiteY78914"/>
              </a:cxn>
              <a:cxn ang="0">
                <a:pos x="connsiteX78915" y="connsiteY78915"/>
              </a:cxn>
              <a:cxn ang="0">
                <a:pos x="connsiteX78916" y="connsiteY78916"/>
              </a:cxn>
              <a:cxn ang="0">
                <a:pos x="connsiteX78917" y="connsiteY78917"/>
              </a:cxn>
              <a:cxn ang="0">
                <a:pos x="connsiteX78918" y="connsiteY78918"/>
              </a:cxn>
              <a:cxn ang="0">
                <a:pos x="connsiteX78919" y="connsiteY78919"/>
              </a:cxn>
              <a:cxn ang="0">
                <a:pos x="connsiteX78920" y="connsiteY78920"/>
              </a:cxn>
              <a:cxn ang="0">
                <a:pos x="connsiteX78921" y="connsiteY78921"/>
              </a:cxn>
              <a:cxn ang="0">
                <a:pos x="connsiteX78922" y="connsiteY78922"/>
              </a:cxn>
              <a:cxn ang="0">
                <a:pos x="connsiteX78923" y="connsiteY78923"/>
              </a:cxn>
              <a:cxn ang="0">
                <a:pos x="connsiteX78924" y="connsiteY78924"/>
              </a:cxn>
              <a:cxn ang="0">
                <a:pos x="connsiteX78925" y="connsiteY78925"/>
              </a:cxn>
              <a:cxn ang="0">
                <a:pos x="connsiteX78926" y="connsiteY78926"/>
              </a:cxn>
              <a:cxn ang="0">
                <a:pos x="connsiteX78927" y="connsiteY78927"/>
              </a:cxn>
              <a:cxn ang="0">
                <a:pos x="connsiteX78928" y="connsiteY78928"/>
              </a:cxn>
              <a:cxn ang="0">
                <a:pos x="connsiteX78929" y="connsiteY78929"/>
              </a:cxn>
              <a:cxn ang="0">
                <a:pos x="connsiteX78930" y="connsiteY78930"/>
              </a:cxn>
              <a:cxn ang="0">
                <a:pos x="connsiteX78931" y="connsiteY78931"/>
              </a:cxn>
              <a:cxn ang="0">
                <a:pos x="connsiteX78932" y="connsiteY78932"/>
              </a:cxn>
              <a:cxn ang="0">
                <a:pos x="connsiteX78933" y="connsiteY78933"/>
              </a:cxn>
              <a:cxn ang="0">
                <a:pos x="connsiteX78934" y="connsiteY78934"/>
              </a:cxn>
              <a:cxn ang="0">
                <a:pos x="connsiteX78935" y="connsiteY78935"/>
              </a:cxn>
              <a:cxn ang="0">
                <a:pos x="connsiteX78936" y="connsiteY78936"/>
              </a:cxn>
              <a:cxn ang="0">
                <a:pos x="connsiteX78937" y="connsiteY78937"/>
              </a:cxn>
              <a:cxn ang="0">
                <a:pos x="connsiteX78938" y="connsiteY78938"/>
              </a:cxn>
              <a:cxn ang="0">
                <a:pos x="connsiteX78939" y="connsiteY78939"/>
              </a:cxn>
              <a:cxn ang="0">
                <a:pos x="connsiteX78940" y="connsiteY78940"/>
              </a:cxn>
              <a:cxn ang="0">
                <a:pos x="connsiteX78941" y="connsiteY78941"/>
              </a:cxn>
              <a:cxn ang="0">
                <a:pos x="connsiteX78942" y="connsiteY78942"/>
              </a:cxn>
              <a:cxn ang="0">
                <a:pos x="connsiteX78943" y="connsiteY78943"/>
              </a:cxn>
              <a:cxn ang="0">
                <a:pos x="connsiteX78944" y="connsiteY78944"/>
              </a:cxn>
              <a:cxn ang="0">
                <a:pos x="connsiteX78945" y="connsiteY78945"/>
              </a:cxn>
              <a:cxn ang="0">
                <a:pos x="connsiteX78946" y="connsiteY78946"/>
              </a:cxn>
              <a:cxn ang="0">
                <a:pos x="connsiteX78947" y="connsiteY78947"/>
              </a:cxn>
              <a:cxn ang="0">
                <a:pos x="connsiteX78948" y="connsiteY78948"/>
              </a:cxn>
              <a:cxn ang="0">
                <a:pos x="connsiteX78949" y="connsiteY78949"/>
              </a:cxn>
              <a:cxn ang="0">
                <a:pos x="connsiteX78950" y="connsiteY78950"/>
              </a:cxn>
              <a:cxn ang="0">
                <a:pos x="connsiteX78951" y="connsiteY78951"/>
              </a:cxn>
              <a:cxn ang="0">
                <a:pos x="connsiteX78952" y="connsiteY78952"/>
              </a:cxn>
              <a:cxn ang="0">
                <a:pos x="connsiteX78953" y="connsiteY78953"/>
              </a:cxn>
              <a:cxn ang="0">
                <a:pos x="connsiteX78954" y="connsiteY78954"/>
              </a:cxn>
              <a:cxn ang="0">
                <a:pos x="connsiteX78955" y="connsiteY78955"/>
              </a:cxn>
              <a:cxn ang="0">
                <a:pos x="connsiteX78956" y="connsiteY78956"/>
              </a:cxn>
              <a:cxn ang="0">
                <a:pos x="connsiteX78957" y="connsiteY78957"/>
              </a:cxn>
              <a:cxn ang="0">
                <a:pos x="connsiteX78958" y="connsiteY78958"/>
              </a:cxn>
              <a:cxn ang="0">
                <a:pos x="connsiteX78959" y="connsiteY78959"/>
              </a:cxn>
              <a:cxn ang="0">
                <a:pos x="connsiteX78960" y="connsiteY78960"/>
              </a:cxn>
              <a:cxn ang="0">
                <a:pos x="connsiteX78961" y="connsiteY78961"/>
              </a:cxn>
              <a:cxn ang="0">
                <a:pos x="connsiteX78962" y="connsiteY78962"/>
              </a:cxn>
              <a:cxn ang="0">
                <a:pos x="connsiteX78963" y="connsiteY78963"/>
              </a:cxn>
              <a:cxn ang="0">
                <a:pos x="connsiteX78964" y="connsiteY78964"/>
              </a:cxn>
              <a:cxn ang="0">
                <a:pos x="connsiteX78965" y="connsiteY78965"/>
              </a:cxn>
              <a:cxn ang="0">
                <a:pos x="connsiteX78966" y="connsiteY78966"/>
              </a:cxn>
              <a:cxn ang="0">
                <a:pos x="connsiteX78967" y="connsiteY78967"/>
              </a:cxn>
              <a:cxn ang="0">
                <a:pos x="connsiteX78968" y="connsiteY78968"/>
              </a:cxn>
              <a:cxn ang="0">
                <a:pos x="connsiteX78969" y="connsiteY78969"/>
              </a:cxn>
              <a:cxn ang="0">
                <a:pos x="connsiteX78970" y="connsiteY78970"/>
              </a:cxn>
              <a:cxn ang="0">
                <a:pos x="connsiteX78971" y="connsiteY78971"/>
              </a:cxn>
              <a:cxn ang="0">
                <a:pos x="connsiteX78972" y="connsiteY78972"/>
              </a:cxn>
              <a:cxn ang="0">
                <a:pos x="connsiteX78973" y="connsiteY78973"/>
              </a:cxn>
              <a:cxn ang="0">
                <a:pos x="connsiteX78974" y="connsiteY78974"/>
              </a:cxn>
              <a:cxn ang="0">
                <a:pos x="connsiteX78975" y="connsiteY78975"/>
              </a:cxn>
              <a:cxn ang="0">
                <a:pos x="connsiteX78976" y="connsiteY78976"/>
              </a:cxn>
              <a:cxn ang="0">
                <a:pos x="connsiteX78977" y="connsiteY78977"/>
              </a:cxn>
              <a:cxn ang="0">
                <a:pos x="connsiteX78978" y="connsiteY78978"/>
              </a:cxn>
              <a:cxn ang="0">
                <a:pos x="connsiteX78979" y="connsiteY78979"/>
              </a:cxn>
              <a:cxn ang="0">
                <a:pos x="connsiteX78980" y="connsiteY78980"/>
              </a:cxn>
              <a:cxn ang="0">
                <a:pos x="connsiteX78981" y="connsiteY78981"/>
              </a:cxn>
              <a:cxn ang="0">
                <a:pos x="connsiteX78982" y="connsiteY78982"/>
              </a:cxn>
              <a:cxn ang="0">
                <a:pos x="connsiteX78983" y="connsiteY78983"/>
              </a:cxn>
              <a:cxn ang="0">
                <a:pos x="connsiteX78984" y="connsiteY78984"/>
              </a:cxn>
              <a:cxn ang="0">
                <a:pos x="connsiteX78985" y="connsiteY78985"/>
              </a:cxn>
              <a:cxn ang="0">
                <a:pos x="connsiteX78986" y="connsiteY78986"/>
              </a:cxn>
              <a:cxn ang="0">
                <a:pos x="connsiteX78987" y="connsiteY78987"/>
              </a:cxn>
              <a:cxn ang="0">
                <a:pos x="connsiteX78988" y="connsiteY78988"/>
              </a:cxn>
              <a:cxn ang="0">
                <a:pos x="connsiteX78989" y="connsiteY78989"/>
              </a:cxn>
              <a:cxn ang="0">
                <a:pos x="connsiteX78990" y="connsiteY78990"/>
              </a:cxn>
              <a:cxn ang="0">
                <a:pos x="connsiteX78991" y="connsiteY78991"/>
              </a:cxn>
              <a:cxn ang="0">
                <a:pos x="connsiteX78992" y="connsiteY78992"/>
              </a:cxn>
              <a:cxn ang="0">
                <a:pos x="connsiteX78993" y="connsiteY78993"/>
              </a:cxn>
              <a:cxn ang="0">
                <a:pos x="connsiteX78994" y="connsiteY78994"/>
              </a:cxn>
              <a:cxn ang="0">
                <a:pos x="connsiteX78995" y="connsiteY78995"/>
              </a:cxn>
              <a:cxn ang="0">
                <a:pos x="connsiteX78996" y="connsiteY78996"/>
              </a:cxn>
              <a:cxn ang="0">
                <a:pos x="connsiteX78997" y="connsiteY78997"/>
              </a:cxn>
              <a:cxn ang="0">
                <a:pos x="connsiteX78998" y="connsiteY78998"/>
              </a:cxn>
              <a:cxn ang="0">
                <a:pos x="connsiteX78999" y="connsiteY78999"/>
              </a:cxn>
              <a:cxn ang="0">
                <a:pos x="connsiteX79000" y="connsiteY79000"/>
              </a:cxn>
              <a:cxn ang="0">
                <a:pos x="connsiteX79001" y="connsiteY79001"/>
              </a:cxn>
              <a:cxn ang="0">
                <a:pos x="connsiteX79002" y="connsiteY79002"/>
              </a:cxn>
              <a:cxn ang="0">
                <a:pos x="connsiteX79003" y="connsiteY79003"/>
              </a:cxn>
              <a:cxn ang="0">
                <a:pos x="connsiteX79004" y="connsiteY79004"/>
              </a:cxn>
              <a:cxn ang="0">
                <a:pos x="connsiteX79005" y="connsiteY79005"/>
              </a:cxn>
              <a:cxn ang="0">
                <a:pos x="connsiteX79006" y="connsiteY79006"/>
              </a:cxn>
              <a:cxn ang="0">
                <a:pos x="connsiteX79007" y="connsiteY79007"/>
              </a:cxn>
              <a:cxn ang="0">
                <a:pos x="connsiteX79008" y="connsiteY79008"/>
              </a:cxn>
              <a:cxn ang="0">
                <a:pos x="connsiteX79009" y="connsiteY79009"/>
              </a:cxn>
              <a:cxn ang="0">
                <a:pos x="connsiteX79010" y="connsiteY79010"/>
              </a:cxn>
              <a:cxn ang="0">
                <a:pos x="connsiteX79011" y="connsiteY79011"/>
              </a:cxn>
              <a:cxn ang="0">
                <a:pos x="connsiteX79012" y="connsiteY79012"/>
              </a:cxn>
              <a:cxn ang="0">
                <a:pos x="connsiteX79013" y="connsiteY79013"/>
              </a:cxn>
              <a:cxn ang="0">
                <a:pos x="connsiteX79014" y="connsiteY79014"/>
              </a:cxn>
              <a:cxn ang="0">
                <a:pos x="connsiteX79015" y="connsiteY79015"/>
              </a:cxn>
              <a:cxn ang="0">
                <a:pos x="connsiteX79016" y="connsiteY79016"/>
              </a:cxn>
              <a:cxn ang="0">
                <a:pos x="connsiteX79017" y="connsiteY79017"/>
              </a:cxn>
              <a:cxn ang="0">
                <a:pos x="connsiteX79018" y="connsiteY79018"/>
              </a:cxn>
              <a:cxn ang="0">
                <a:pos x="connsiteX79019" y="connsiteY79019"/>
              </a:cxn>
              <a:cxn ang="0">
                <a:pos x="connsiteX79020" y="connsiteY79020"/>
              </a:cxn>
              <a:cxn ang="0">
                <a:pos x="connsiteX79021" y="connsiteY79021"/>
              </a:cxn>
              <a:cxn ang="0">
                <a:pos x="connsiteX79022" y="connsiteY79022"/>
              </a:cxn>
              <a:cxn ang="0">
                <a:pos x="connsiteX79023" y="connsiteY79023"/>
              </a:cxn>
              <a:cxn ang="0">
                <a:pos x="connsiteX79024" y="connsiteY79024"/>
              </a:cxn>
              <a:cxn ang="0">
                <a:pos x="connsiteX79025" y="connsiteY79025"/>
              </a:cxn>
              <a:cxn ang="0">
                <a:pos x="connsiteX79026" y="connsiteY79026"/>
              </a:cxn>
              <a:cxn ang="0">
                <a:pos x="connsiteX79027" y="connsiteY79027"/>
              </a:cxn>
              <a:cxn ang="0">
                <a:pos x="connsiteX79028" y="connsiteY79028"/>
              </a:cxn>
              <a:cxn ang="0">
                <a:pos x="connsiteX79029" y="connsiteY79029"/>
              </a:cxn>
              <a:cxn ang="0">
                <a:pos x="connsiteX79030" y="connsiteY79030"/>
              </a:cxn>
              <a:cxn ang="0">
                <a:pos x="connsiteX79031" y="connsiteY79031"/>
              </a:cxn>
              <a:cxn ang="0">
                <a:pos x="connsiteX79032" y="connsiteY79032"/>
              </a:cxn>
              <a:cxn ang="0">
                <a:pos x="connsiteX79033" y="connsiteY79033"/>
              </a:cxn>
              <a:cxn ang="0">
                <a:pos x="connsiteX79034" y="connsiteY79034"/>
              </a:cxn>
              <a:cxn ang="0">
                <a:pos x="connsiteX79035" y="connsiteY79035"/>
              </a:cxn>
              <a:cxn ang="0">
                <a:pos x="connsiteX79036" y="connsiteY79036"/>
              </a:cxn>
              <a:cxn ang="0">
                <a:pos x="connsiteX79037" y="connsiteY79037"/>
              </a:cxn>
              <a:cxn ang="0">
                <a:pos x="connsiteX79038" y="connsiteY79038"/>
              </a:cxn>
              <a:cxn ang="0">
                <a:pos x="connsiteX79039" y="connsiteY79039"/>
              </a:cxn>
              <a:cxn ang="0">
                <a:pos x="connsiteX79040" y="connsiteY79040"/>
              </a:cxn>
              <a:cxn ang="0">
                <a:pos x="connsiteX79041" y="connsiteY79041"/>
              </a:cxn>
              <a:cxn ang="0">
                <a:pos x="connsiteX79042" y="connsiteY79042"/>
              </a:cxn>
              <a:cxn ang="0">
                <a:pos x="connsiteX79043" y="connsiteY79043"/>
              </a:cxn>
              <a:cxn ang="0">
                <a:pos x="connsiteX79044" y="connsiteY79044"/>
              </a:cxn>
              <a:cxn ang="0">
                <a:pos x="connsiteX79045" y="connsiteY79045"/>
              </a:cxn>
              <a:cxn ang="0">
                <a:pos x="connsiteX79046" y="connsiteY79046"/>
              </a:cxn>
              <a:cxn ang="0">
                <a:pos x="connsiteX79047" y="connsiteY79047"/>
              </a:cxn>
              <a:cxn ang="0">
                <a:pos x="connsiteX79048" y="connsiteY79048"/>
              </a:cxn>
              <a:cxn ang="0">
                <a:pos x="connsiteX79049" y="connsiteY79049"/>
              </a:cxn>
              <a:cxn ang="0">
                <a:pos x="connsiteX79050" y="connsiteY79050"/>
              </a:cxn>
              <a:cxn ang="0">
                <a:pos x="connsiteX79051" y="connsiteY79051"/>
              </a:cxn>
              <a:cxn ang="0">
                <a:pos x="connsiteX79052" y="connsiteY79052"/>
              </a:cxn>
              <a:cxn ang="0">
                <a:pos x="connsiteX79053" y="connsiteY79053"/>
              </a:cxn>
              <a:cxn ang="0">
                <a:pos x="connsiteX79054" y="connsiteY79054"/>
              </a:cxn>
              <a:cxn ang="0">
                <a:pos x="connsiteX79055" y="connsiteY79055"/>
              </a:cxn>
              <a:cxn ang="0">
                <a:pos x="connsiteX79056" y="connsiteY79056"/>
              </a:cxn>
              <a:cxn ang="0">
                <a:pos x="connsiteX79057" y="connsiteY79057"/>
              </a:cxn>
              <a:cxn ang="0">
                <a:pos x="connsiteX79058" y="connsiteY79058"/>
              </a:cxn>
              <a:cxn ang="0">
                <a:pos x="connsiteX79059" y="connsiteY79059"/>
              </a:cxn>
              <a:cxn ang="0">
                <a:pos x="connsiteX79060" y="connsiteY79060"/>
              </a:cxn>
              <a:cxn ang="0">
                <a:pos x="connsiteX79061" y="connsiteY79061"/>
              </a:cxn>
              <a:cxn ang="0">
                <a:pos x="connsiteX79062" y="connsiteY79062"/>
              </a:cxn>
              <a:cxn ang="0">
                <a:pos x="connsiteX79063" y="connsiteY79063"/>
              </a:cxn>
              <a:cxn ang="0">
                <a:pos x="connsiteX79064" y="connsiteY79064"/>
              </a:cxn>
              <a:cxn ang="0">
                <a:pos x="connsiteX79065" y="connsiteY79065"/>
              </a:cxn>
              <a:cxn ang="0">
                <a:pos x="connsiteX79066" y="connsiteY79066"/>
              </a:cxn>
              <a:cxn ang="0">
                <a:pos x="connsiteX79067" y="connsiteY79067"/>
              </a:cxn>
              <a:cxn ang="0">
                <a:pos x="connsiteX79068" y="connsiteY79068"/>
              </a:cxn>
              <a:cxn ang="0">
                <a:pos x="connsiteX79069" y="connsiteY79069"/>
              </a:cxn>
              <a:cxn ang="0">
                <a:pos x="connsiteX79070" y="connsiteY79070"/>
              </a:cxn>
              <a:cxn ang="0">
                <a:pos x="connsiteX79071" y="connsiteY79071"/>
              </a:cxn>
              <a:cxn ang="0">
                <a:pos x="connsiteX79072" y="connsiteY79072"/>
              </a:cxn>
              <a:cxn ang="0">
                <a:pos x="connsiteX79073" y="connsiteY79073"/>
              </a:cxn>
              <a:cxn ang="0">
                <a:pos x="connsiteX79074" y="connsiteY79074"/>
              </a:cxn>
              <a:cxn ang="0">
                <a:pos x="connsiteX79075" y="connsiteY79075"/>
              </a:cxn>
              <a:cxn ang="0">
                <a:pos x="connsiteX79076" y="connsiteY79076"/>
              </a:cxn>
              <a:cxn ang="0">
                <a:pos x="connsiteX79077" y="connsiteY79077"/>
              </a:cxn>
              <a:cxn ang="0">
                <a:pos x="connsiteX79078" y="connsiteY79078"/>
              </a:cxn>
              <a:cxn ang="0">
                <a:pos x="connsiteX79079" y="connsiteY79079"/>
              </a:cxn>
              <a:cxn ang="0">
                <a:pos x="connsiteX79080" y="connsiteY79080"/>
              </a:cxn>
              <a:cxn ang="0">
                <a:pos x="connsiteX79081" y="connsiteY79081"/>
              </a:cxn>
              <a:cxn ang="0">
                <a:pos x="connsiteX79082" y="connsiteY79082"/>
              </a:cxn>
              <a:cxn ang="0">
                <a:pos x="connsiteX79083" y="connsiteY79083"/>
              </a:cxn>
              <a:cxn ang="0">
                <a:pos x="connsiteX79084" y="connsiteY79084"/>
              </a:cxn>
              <a:cxn ang="0">
                <a:pos x="connsiteX79085" y="connsiteY79085"/>
              </a:cxn>
              <a:cxn ang="0">
                <a:pos x="connsiteX79086" y="connsiteY79086"/>
              </a:cxn>
              <a:cxn ang="0">
                <a:pos x="connsiteX79087" y="connsiteY79087"/>
              </a:cxn>
              <a:cxn ang="0">
                <a:pos x="connsiteX79088" y="connsiteY79088"/>
              </a:cxn>
              <a:cxn ang="0">
                <a:pos x="connsiteX79089" y="connsiteY79089"/>
              </a:cxn>
              <a:cxn ang="0">
                <a:pos x="connsiteX79090" y="connsiteY79090"/>
              </a:cxn>
              <a:cxn ang="0">
                <a:pos x="connsiteX79091" y="connsiteY79091"/>
              </a:cxn>
              <a:cxn ang="0">
                <a:pos x="connsiteX79092" y="connsiteY79092"/>
              </a:cxn>
              <a:cxn ang="0">
                <a:pos x="connsiteX79093" y="connsiteY79093"/>
              </a:cxn>
              <a:cxn ang="0">
                <a:pos x="connsiteX79094" y="connsiteY79094"/>
              </a:cxn>
              <a:cxn ang="0">
                <a:pos x="connsiteX79095" y="connsiteY79095"/>
              </a:cxn>
              <a:cxn ang="0">
                <a:pos x="connsiteX79096" y="connsiteY79096"/>
              </a:cxn>
              <a:cxn ang="0">
                <a:pos x="connsiteX79097" y="connsiteY79097"/>
              </a:cxn>
              <a:cxn ang="0">
                <a:pos x="connsiteX79098" y="connsiteY79098"/>
              </a:cxn>
              <a:cxn ang="0">
                <a:pos x="connsiteX79099" y="connsiteY79099"/>
              </a:cxn>
              <a:cxn ang="0">
                <a:pos x="connsiteX79100" y="connsiteY79100"/>
              </a:cxn>
              <a:cxn ang="0">
                <a:pos x="connsiteX79101" y="connsiteY79101"/>
              </a:cxn>
              <a:cxn ang="0">
                <a:pos x="connsiteX79102" y="connsiteY79102"/>
              </a:cxn>
              <a:cxn ang="0">
                <a:pos x="connsiteX79103" y="connsiteY79103"/>
              </a:cxn>
              <a:cxn ang="0">
                <a:pos x="connsiteX79104" y="connsiteY79104"/>
              </a:cxn>
              <a:cxn ang="0">
                <a:pos x="connsiteX79105" y="connsiteY79105"/>
              </a:cxn>
              <a:cxn ang="0">
                <a:pos x="connsiteX79106" y="connsiteY79106"/>
              </a:cxn>
              <a:cxn ang="0">
                <a:pos x="connsiteX79107" y="connsiteY79107"/>
              </a:cxn>
              <a:cxn ang="0">
                <a:pos x="connsiteX79108" y="connsiteY79108"/>
              </a:cxn>
              <a:cxn ang="0">
                <a:pos x="connsiteX79109" y="connsiteY79109"/>
              </a:cxn>
              <a:cxn ang="0">
                <a:pos x="connsiteX79110" y="connsiteY79110"/>
              </a:cxn>
              <a:cxn ang="0">
                <a:pos x="connsiteX79111" y="connsiteY79111"/>
              </a:cxn>
              <a:cxn ang="0">
                <a:pos x="connsiteX79112" y="connsiteY79112"/>
              </a:cxn>
              <a:cxn ang="0">
                <a:pos x="connsiteX79113" y="connsiteY79113"/>
              </a:cxn>
              <a:cxn ang="0">
                <a:pos x="connsiteX79114" y="connsiteY79114"/>
              </a:cxn>
              <a:cxn ang="0">
                <a:pos x="connsiteX79115" y="connsiteY79115"/>
              </a:cxn>
              <a:cxn ang="0">
                <a:pos x="connsiteX79116" y="connsiteY79116"/>
              </a:cxn>
              <a:cxn ang="0">
                <a:pos x="connsiteX79117" y="connsiteY79117"/>
              </a:cxn>
              <a:cxn ang="0">
                <a:pos x="connsiteX79118" y="connsiteY79118"/>
              </a:cxn>
              <a:cxn ang="0">
                <a:pos x="connsiteX79119" y="connsiteY79119"/>
              </a:cxn>
              <a:cxn ang="0">
                <a:pos x="connsiteX79120" y="connsiteY79120"/>
              </a:cxn>
              <a:cxn ang="0">
                <a:pos x="connsiteX79121" y="connsiteY79121"/>
              </a:cxn>
              <a:cxn ang="0">
                <a:pos x="connsiteX79122" y="connsiteY79122"/>
              </a:cxn>
              <a:cxn ang="0">
                <a:pos x="connsiteX79123" y="connsiteY79123"/>
              </a:cxn>
              <a:cxn ang="0">
                <a:pos x="connsiteX79124" y="connsiteY79124"/>
              </a:cxn>
              <a:cxn ang="0">
                <a:pos x="connsiteX79125" y="connsiteY79125"/>
              </a:cxn>
              <a:cxn ang="0">
                <a:pos x="connsiteX79126" y="connsiteY79126"/>
              </a:cxn>
              <a:cxn ang="0">
                <a:pos x="connsiteX79127" y="connsiteY79127"/>
              </a:cxn>
              <a:cxn ang="0">
                <a:pos x="connsiteX79128" y="connsiteY79128"/>
              </a:cxn>
              <a:cxn ang="0">
                <a:pos x="connsiteX79129" y="connsiteY79129"/>
              </a:cxn>
              <a:cxn ang="0">
                <a:pos x="connsiteX79130" y="connsiteY79130"/>
              </a:cxn>
              <a:cxn ang="0">
                <a:pos x="connsiteX79131" y="connsiteY79131"/>
              </a:cxn>
              <a:cxn ang="0">
                <a:pos x="connsiteX79132" y="connsiteY79132"/>
              </a:cxn>
              <a:cxn ang="0">
                <a:pos x="connsiteX79133" y="connsiteY79133"/>
              </a:cxn>
              <a:cxn ang="0">
                <a:pos x="connsiteX79134" y="connsiteY79134"/>
              </a:cxn>
              <a:cxn ang="0">
                <a:pos x="connsiteX79135" y="connsiteY79135"/>
              </a:cxn>
              <a:cxn ang="0">
                <a:pos x="connsiteX79136" y="connsiteY79136"/>
              </a:cxn>
              <a:cxn ang="0">
                <a:pos x="connsiteX79137" y="connsiteY79137"/>
              </a:cxn>
              <a:cxn ang="0">
                <a:pos x="connsiteX79138" y="connsiteY79138"/>
              </a:cxn>
              <a:cxn ang="0">
                <a:pos x="connsiteX79139" y="connsiteY79139"/>
              </a:cxn>
              <a:cxn ang="0">
                <a:pos x="connsiteX79140" y="connsiteY79140"/>
              </a:cxn>
              <a:cxn ang="0">
                <a:pos x="connsiteX79141" y="connsiteY79141"/>
              </a:cxn>
              <a:cxn ang="0">
                <a:pos x="connsiteX79142" y="connsiteY79142"/>
              </a:cxn>
              <a:cxn ang="0">
                <a:pos x="connsiteX79143" y="connsiteY79143"/>
              </a:cxn>
              <a:cxn ang="0">
                <a:pos x="connsiteX79144" y="connsiteY79144"/>
              </a:cxn>
              <a:cxn ang="0">
                <a:pos x="connsiteX79145" y="connsiteY79145"/>
              </a:cxn>
              <a:cxn ang="0">
                <a:pos x="connsiteX79146" y="connsiteY79146"/>
              </a:cxn>
              <a:cxn ang="0">
                <a:pos x="connsiteX79147" y="connsiteY79147"/>
              </a:cxn>
              <a:cxn ang="0">
                <a:pos x="connsiteX79148" y="connsiteY79148"/>
              </a:cxn>
              <a:cxn ang="0">
                <a:pos x="connsiteX79149" y="connsiteY79149"/>
              </a:cxn>
              <a:cxn ang="0">
                <a:pos x="connsiteX79150" y="connsiteY79150"/>
              </a:cxn>
              <a:cxn ang="0">
                <a:pos x="connsiteX79151" y="connsiteY79151"/>
              </a:cxn>
              <a:cxn ang="0">
                <a:pos x="connsiteX79152" y="connsiteY79152"/>
              </a:cxn>
              <a:cxn ang="0">
                <a:pos x="connsiteX79153" y="connsiteY79153"/>
              </a:cxn>
              <a:cxn ang="0">
                <a:pos x="connsiteX79154" y="connsiteY79154"/>
              </a:cxn>
              <a:cxn ang="0">
                <a:pos x="connsiteX79155" y="connsiteY79155"/>
              </a:cxn>
              <a:cxn ang="0">
                <a:pos x="connsiteX79156" y="connsiteY79156"/>
              </a:cxn>
              <a:cxn ang="0">
                <a:pos x="connsiteX79157" y="connsiteY79157"/>
              </a:cxn>
              <a:cxn ang="0">
                <a:pos x="connsiteX79158" y="connsiteY79158"/>
              </a:cxn>
              <a:cxn ang="0">
                <a:pos x="connsiteX79159" y="connsiteY79159"/>
              </a:cxn>
              <a:cxn ang="0">
                <a:pos x="connsiteX79160" y="connsiteY79160"/>
              </a:cxn>
              <a:cxn ang="0">
                <a:pos x="connsiteX79161" y="connsiteY79161"/>
              </a:cxn>
              <a:cxn ang="0">
                <a:pos x="connsiteX79162" y="connsiteY79162"/>
              </a:cxn>
              <a:cxn ang="0">
                <a:pos x="connsiteX79163" y="connsiteY79163"/>
              </a:cxn>
              <a:cxn ang="0">
                <a:pos x="connsiteX79164" y="connsiteY79164"/>
              </a:cxn>
              <a:cxn ang="0">
                <a:pos x="connsiteX79165" y="connsiteY79165"/>
              </a:cxn>
              <a:cxn ang="0">
                <a:pos x="connsiteX79166" y="connsiteY79166"/>
              </a:cxn>
              <a:cxn ang="0">
                <a:pos x="connsiteX79167" y="connsiteY79167"/>
              </a:cxn>
              <a:cxn ang="0">
                <a:pos x="connsiteX79168" y="connsiteY79168"/>
              </a:cxn>
              <a:cxn ang="0">
                <a:pos x="connsiteX79169" y="connsiteY79169"/>
              </a:cxn>
              <a:cxn ang="0">
                <a:pos x="connsiteX79170" y="connsiteY79170"/>
              </a:cxn>
              <a:cxn ang="0">
                <a:pos x="connsiteX79171" y="connsiteY79171"/>
              </a:cxn>
              <a:cxn ang="0">
                <a:pos x="connsiteX79172" y="connsiteY79172"/>
              </a:cxn>
              <a:cxn ang="0">
                <a:pos x="connsiteX79173" y="connsiteY79173"/>
              </a:cxn>
              <a:cxn ang="0">
                <a:pos x="connsiteX79174" y="connsiteY79174"/>
              </a:cxn>
              <a:cxn ang="0">
                <a:pos x="connsiteX79175" y="connsiteY79175"/>
              </a:cxn>
              <a:cxn ang="0">
                <a:pos x="connsiteX79176" y="connsiteY79176"/>
              </a:cxn>
              <a:cxn ang="0">
                <a:pos x="connsiteX79177" y="connsiteY79177"/>
              </a:cxn>
              <a:cxn ang="0">
                <a:pos x="connsiteX79178" y="connsiteY79178"/>
              </a:cxn>
              <a:cxn ang="0">
                <a:pos x="connsiteX79179" y="connsiteY79179"/>
              </a:cxn>
              <a:cxn ang="0">
                <a:pos x="connsiteX79180" y="connsiteY79180"/>
              </a:cxn>
              <a:cxn ang="0">
                <a:pos x="connsiteX79181" y="connsiteY79181"/>
              </a:cxn>
              <a:cxn ang="0">
                <a:pos x="connsiteX79182" y="connsiteY79182"/>
              </a:cxn>
              <a:cxn ang="0">
                <a:pos x="connsiteX79183" y="connsiteY79183"/>
              </a:cxn>
              <a:cxn ang="0">
                <a:pos x="connsiteX79184" y="connsiteY79184"/>
              </a:cxn>
              <a:cxn ang="0">
                <a:pos x="connsiteX79185" y="connsiteY79185"/>
              </a:cxn>
              <a:cxn ang="0">
                <a:pos x="connsiteX79186" y="connsiteY79186"/>
              </a:cxn>
              <a:cxn ang="0">
                <a:pos x="connsiteX79187" y="connsiteY79187"/>
              </a:cxn>
              <a:cxn ang="0">
                <a:pos x="connsiteX79188" y="connsiteY79188"/>
              </a:cxn>
              <a:cxn ang="0">
                <a:pos x="connsiteX79189" y="connsiteY79189"/>
              </a:cxn>
              <a:cxn ang="0">
                <a:pos x="connsiteX79190" y="connsiteY79190"/>
              </a:cxn>
              <a:cxn ang="0">
                <a:pos x="connsiteX79191" y="connsiteY79191"/>
              </a:cxn>
              <a:cxn ang="0">
                <a:pos x="connsiteX79192" y="connsiteY79192"/>
              </a:cxn>
              <a:cxn ang="0">
                <a:pos x="connsiteX79193" y="connsiteY79193"/>
              </a:cxn>
              <a:cxn ang="0">
                <a:pos x="connsiteX79194" y="connsiteY79194"/>
              </a:cxn>
              <a:cxn ang="0">
                <a:pos x="connsiteX79195" y="connsiteY79195"/>
              </a:cxn>
              <a:cxn ang="0">
                <a:pos x="connsiteX79196" y="connsiteY79196"/>
              </a:cxn>
              <a:cxn ang="0">
                <a:pos x="connsiteX79197" y="connsiteY79197"/>
              </a:cxn>
              <a:cxn ang="0">
                <a:pos x="connsiteX79198" y="connsiteY79198"/>
              </a:cxn>
              <a:cxn ang="0">
                <a:pos x="connsiteX79199" y="connsiteY79199"/>
              </a:cxn>
              <a:cxn ang="0">
                <a:pos x="connsiteX79200" y="connsiteY79200"/>
              </a:cxn>
              <a:cxn ang="0">
                <a:pos x="connsiteX79201" y="connsiteY79201"/>
              </a:cxn>
              <a:cxn ang="0">
                <a:pos x="connsiteX79202" y="connsiteY79202"/>
              </a:cxn>
              <a:cxn ang="0">
                <a:pos x="connsiteX79203" y="connsiteY79203"/>
              </a:cxn>
              <a:cxn ang="0">
                <a:pos x="connsiteX79204" y="connsiteY79204"/>
              </a:cxn>
              <a:cxn ang="0">
                <a:pos x="connsiteX79205" y="connsiteY79205"/>
              </a:cxn>
              <a:cxn ang="0">
                <a:pos x="connsiteX79206" y="connsiteY79206"/>
              </a:cxn>
              <a:cxn ang="0">
                <a:pos x="connsiteX79207" y="connsiteY79207"/>
              </a:cxn>
              <a:cxn ang="0">
                <a:pos x="connsiteX79208" y="connsiteY79208"/>
              </a:cxn>
              <a:cxn ang="0">
                <a:pos x="connsiteX79209" y="connsiteY79209"/>
              </a:cxn>
              <a:cxn ang="0">
                <a:pos x="connsiteX79210" y="connsiteY79210"/>
              </a:cxn>
              <a:cxn ang="0">
                <a:pos x="connsiteX79211" y="connsiteY79211"/>
              </a:cxn>
              <a:cxn ang="0">
                <a:pos x="connsiteX79212" y="connsiteY79212"/>
              </a:cxn>
              <a:cxn ang="0">
                <a:pos x="connsiteX79213" y="connsiteY79213"/>
              </a:cxn>
              <a:cxn ang="0">
                <a:pos x="connsiteX79214" y="connsiteY79214"/>
              </a:cxn>
              <a:cxn ang="0">
                <a:pos x="connsiteX79215" y="connsiteY79215"/>
              </a:cxn>
              <a:cxn ang="0">
                <a:pos x="connsiteX79216" y="connsiteY79216"/>
              </a:cxn>
              <a:cxn ang="0">
                <a:pos x="connsiteX79217" y="connsiteY79217"/>
              </a:cxn>
              <a:cxn ang="0">
                <a:pos x="connsiteX79218" y="connsiteY79218"/>
              </a:cxn>
              <a:cxn ang="0">
                <a:pos x="connsiteX79219" y="connsiteY79219"/>
              </a:cxn>
              <a:cxn ang="0">
                <a:pos x="connsiteX79220" y="connsiteY79220"/>
              </a:cxn>
              <a:cxn ang="0">
                <a:pos x="connsiteX79221" y="connsiteY79221"/>
              </a:cxn>
              <a:cxn ang="0">
                <a:pos x="connsiteX79222" y="connsiteY79222"/>
              </a:cxn>
              <a:cxn ang="0">
                <a:pos x="connsiteX79223" y="connsiteY79223"/>
              </a:cxn>
              <a:cxn ang="0">
                <a:pos x="connsiteX79224" y="connsiteY79224"/>
              </a:cxn>
              <a:cxn ang="0">
                <a:pos x="connsiteX79225" y="connsiteY79225"/>
              </a:cxn>
              <a:cxn ang="0">
                <a:pos x="connsiteX79226" y="connsiteY79226"/>
              </a:cxn>
              <a:cxn ang="0">
                <a:pos x="connsiteX79227" y="connsiteY79227"/>
              </a:cxn>
              <a:cxn ang="0">
                <a:pos x="connsiteX79228" y="connsiteY79228"/>
              </a:cxn>
              <a:cxn ang="0">
                <a:pos x="connsiteX79229" y="connsiteY79229"/>
              </a:cxn>
              <a:cxn ang="0">
                <a:pos x="connsiteX79230" y="connsiteY79230"/>
              </a:cxn>
              <a:cxn ang="0">
                <a:pos x="connsiteX79231" y="connsiteY79231"/>
              </a:cxn>
              <a:cxn ang="0">
                <a:pos x="connsiteX79232" y="connsiteY79232"/>
              </a:cxn>
              <a:cxn ang="0">
                <a:pos x="connsiteX79233" y="connsiteY79233"/>
              </a:cxn>
              <a:cxn ang="0">
                <a:pos x="connsiteX79234" y="connsiteY79234"/>
              </a:cxn>
              <a:cxn ang="0">
                <a:pos x="connsiteX79235" y="connsiteY79235"/>
              </a:cxn>
              <a:cxn ang="0">
                <a:pos x="connsiteX79236" y="connsiteY79236"/>
              </a:cxn>
              <a:cxn ang="0">
                <a:pos x="connsiteX79237" y="connsiteY79237"/>
              </a:cxn>
              <a:cxn ang="0">
                <a:pos x="connsiteX79238" y="connsiteY79238"/>
              </a:cxn>
              <a:cxn ang="0">
                <a:pos x="connsiteX79239" y="connsiteY79239"/>
              </a:cxn>
              <a:cxn ang="0">
                <a:pos x="connsiteX79240" y="connsiteY79240"/>
              </a:cxn>
              <a:cxn ang="0">
                <a:pos x="connsiteX79241" y="connsiteY79241"/>
              </a:cxn>
              <a:cxn ang="0">
                <a:pos x="connsiteX79242" y="connsiteY79242"/>
              </a:cxn>
              <a:cxn ang="0">
                <a:pos x="connsiteX79243" y="connsiteY79243"/>
              </a:cxn>
              <a:cxn ang="0">
                <a:pos x="connsiteX79244" y="connsiteY79244"/>
              </a:cxn>
              <a:cxn ang="0">
                <a:pos x="connsiteX79245" y="connsiteY79245"/>
              </a:cxn>
              <a:cxn ang="0">
                <a:pos x="connsiteX79246" y="connsiteY79246"/>
              </a:cxn>
              <a:cxn ang="0">
                <a:pos x="connsiteX79247" y="connsiteY79247"/>
              </a:cxn>
              <a:cxn ang="0">
                <a:pos x="connsiteX79248" y="connsiteY79248"/>
              </a:cxn>
              <a:cxn ang="0">
                <a:pos x="connsiteX79249" y="connsiteY79249"/>
              </a:cxn>
              <a:cxn ang="0">
                <a:pos x="connsiteX79250" y="connsiteY79250"/>
              </a:cxn>
              <a:cxn ang="0">
                <a:pos x="connsiteX79251" y="connsiteY79251"/>
              </a:cxn>
              <a:cxn ang="0">
                <a:pos x="connsiteX79252" y="connsiteY79252"/>
              </a:cxn>
              <a:cxn ang="0">
                <a:pos x="connsiteX79253" y="connsiteY79253"/>
              </a:cxn>
              <a:cxn ang="0">
                <a:pos x="connsiteX79254" y="connsiteY79254"/>
              </a:cxn>
              <a:cxn ang="0">
                <a:pos x="connsiteX79255" y="connsiteY79255"/>
              </a:cxn>
              <a:cxn ang="0">
                <a:pos x="connsiteX79256" y="connsiteY79256"/>
              </a:cxn>
              <a:cxn ang="0">
                <a:pos x="connsiteX79257" y="connsiteY79257"/>
              </a:cxn>
              <a:cxn ang="0">
                <a:pos x="connsiteX79258" y="connsiteY79258"/>
              </a:cxn>
              <a:cxn ang="0">
                <a:pos x="connsiteX79259" y="connsiteY79259"/>
              </a:cxn>
              <a:cxn ang="0">
                <a:pos x="connsiteX79260" y="connsiteY79260"/>
              </a:cxn>
              <a:cxn ang="0">
                <a:pos x="connsiteX79261" y="connsiteY79261"/>
              </a:cxn>
              <a:cxn ang="0">
                <a:pos x="connsiteX79262" y="connsiteY79262"/>
              </a:cxn>
              <a:cxn ang="0">
                <a:pos x="connsiteX79263" y="connsiteY79263"/>
              </a:cxn>
              <a:cxn ang="0">
                <a:pos x="connsiteX79264" y="connsiteY79264"/>
              </a:cxn>
              <a:cxn ang="0">
                <a:pos x="connsiteX79265" y="connsiteY79265"/>
              </a:cxn>
              <a:cxn ang="0">
                <a:pos x="connsiteX79266" y="connsiteY79266"/>
              </a:cxn>
              <a:cxn ang="0">
                <a:pos x="connsiteX79267" y="connsiteY79267"/>
              </a:cxn>
              <a:cxn ang="0">
                <a:pos x="connsiteX79268" y="connsiteY79268"/>
              </a:cxn>
              <a:cxn ang="0">
                <a:pos x="connsiteX79269" y="connsiteY79269"/>
              </a:cxn>
              <a:cxn ang="0">
                <a:pos x="connsiteX79270" y="connsiteY79270"/>
              </a:cxn>
              <a:cxn ang="0">
                <a:pos x="connsiteX79271" y="connsiteY79271"/>
              </a:cxn>
              <a:cxn ang="0">
                <a:pos x="connsiteX79272" y="connsiteY79272"/>
              </a:cxn>
              <a:cxn ang="0">
                <a:pos x="connsiteX79273" y="connsiteY79273"/>
              </a:cxn>
              <a:cxn ang="0">
                <a:pos x="connsiteX79274" y="connsiteY79274"/>
              </a:cxn>
              <a:cxn ang="0">
                <a:pos x="connsiteX79275" y="connsiteY79275"/>
              </a:cxn>
              <a:cxn ang="0">
                <a:pos x="connsiteX79276" y="connsiteY79276"/>
              </a:cxn>
              <a:cxn ang="0">
                <a:pos x="connsiteX79277" y="connsiteY79277"/>
              </a:cxn>
              <a:cxn ang="0">
                <a:pos x="connsiteX79278" y="connsiteY79278"/>
              </a:cxn>
              <a:cxn ang="0">
                <a:pos x="connsiteX79279" y="connsiteY79279"/>
              </a:cxn>
              <a:cxn ang="0">
                <a:pos x="connsiteX79280" y="connsiteY79280"/>
              </a:cxn>
              <a:cxn ang="0">
                <a:pos x="connsiteX79281" y="connsiteY79281"/>
              </a:cxn>
              <a:cxn ang="0">
                <a:pos x="connsiteX79282" y="connsiteY79282"/>
              </a:cxn>
              <a:cxn ang="0">
                <a:pos x="connsiteX79283" y="connsiteY79283"/>
              </a:cxn>
              <a:cxn ang="0">
                <a:pos x="connsiteX79284" y="connsiteY79284"/>
              </a:cxn>
              <a:cxn ang="0">
                <a:pos x="connsiteX79285" y="connsiteY79285"/>
              </a:cxn>
              <a:cxn ang="0">
                <a:pos x="connsiteX79286" y="connsiteY79286"/>
              </a:cxn>
              <a:cxn ang="0">
                <a:pos x="connsiteX79287" y="connsiteY79287"/>
              </a:cxn>
              <a:cxn ang="0">
                <a:pos x="connsiteX79288" y="connsiteY79288"/>
              </a:cxn>
              <a:cxn ang="0">
                <a:pos x="connsiteX79289" y="connsiteY79289"/>
              </a:cxn>
              <a:cxn ang="0">
                <a:pos x="connsiteX79290" y="connsiteY79290"/>
              </a:cxn>
              <a:cxn ang="0">
                <a:pos x="connsiteX79291" y="connsiteY79291"/>
              </a:cxn>
              <a:cxn ang="0">
                <a:pos x="connsiteX79292" y="connsiteY79292"/>
              </a:cxn>
              <a:cxn ang="0">
                <a:pos x="connsiteX79293" y="connsiteY79293"/>
              </a:cxn>
              <a:cxn ang="0">
                <a:pos x="connsiteX79294" y="connsiteY79294"/>
              </a:cxn>
              <a:cxn ang="0">
                <a:pos x="connsiteX79295" y="connsiteY79295"/>
              </a:cxn>
              <a:cxn ang="0">
                <a:pos x="connsiteX79296" y="connsiteY79296"/>
              </a:cxn>
              <a:cxn ang="0">
                <a:pos x="connsiteX79297" y="connsiteY79297"/>
              </a:cxn>
              <a:cxn ang="0">
                <a:pos x="connsiteX79298" y="connsiteY79298"/>
              </a:cxn>
              <a:cxn ang="0">
                <a:pos x="connsiteX79299" y="connsiteY79299"/>
              </a:cxn>
              <a:cxn ang="0">
                <a:pos x="connsiteX79300" y="connsiteY79300"/>
              </a:cxn>
              <a:cxn ang="0">
                <a:pos x="connsiteX79301" y="connsiteY79301"/>
              </a:cxn>
              <a:cxn ang="0">
                <a:pos x="connsiteX79302" y="connsiteY79302"/>
              </a:cxn>
              <a:cxn ang="0">
                <a:pos x="connsiteX79303" y="connsiteY79303"/>
              </a:cxn>
              <a:cxn ang="0">
                <a:pos x="connsiteX79304" y="connsiteY79304"/>
              </a:cxn>
              <a:cxn ang="0">
                <a:pos x="connsiteX79305" y="connsiteY79305"/>
              </a:cxn>
              <a:cxn ang="0">
                <a:pos x="connsiteX79306" y="connsiteY79306"/>
              </a:cxn>
              <a:cxn ang="0">
                <a:pos x="connsiteX79307" y="connsiteY79307"/>
              </a:cxn>
              <a:cxn ang="0">
                <a:pos x="connsiteX79308" y="connsiteY79308"/>
              </a:cxn>
              <a:cxn ang="0">
                <a:pos x="connsiteX79309" y="connsiteY79309"/>
              </a:cxn>
              <a:cxn ang="0">
                <a:pos x="connsiteX79310" y="connsiteY79310"/>
              </a:cxn>
              <a:cxn ang="0">
                <a:pos x="connsiteX79311" y="connsiteY79311"/>
              </a:cxn>
              <a:cxn ang="0">
                <a:pos x="connsiteX79312" y="connsiteY79312"/>
              </a:cxn>
              <a:cxn ang="0">
                <a:pos x="connsiteX79313" y="connsiteY79313"/>
              </a:cxn>
              <a:cxn ang="0">
                <a:pos x="connsiteX79314" y="connsiteY79314"/>
              </a:cxn>
              <a:cxn ang="0">
                <a:pos x="connsiteX79315" y="connsiteY79315"/>
              </a:cxn>
              <a:cxn ang="0">
                <a:pos x="connsiteX79316" y="connsiteY79316"/>
              </a:cxn>
              <a:cxn ang="0">
                <a:pos x="connsiteX79317" y="connsiteY79317"/>
              </a:cxn>
              <a:cxn ang="0">
                <a:pos x="connsiteX79318" y="connsiteY79318"/>
              </a:cxn>
              <a:cxn ang="0">
                <a:pos x="connsiteX79319" y="connsiteY79319"/>
              </a:cxn>
              <a:cxn ang="0">
                <a:pos x="connsiteX79320" y="connsiteY79320"/>
              </a:cxn>
              <a:cxn ang="0">
                <a:pos x="connsiteX79321" y="connsiteY79321"/>
              </a:cxn>
              <a:cxn ang="0">
                <a:pos x="connsiteX79322" y="connsiteY79322"/>
              </a:cxn>
              <a:cxn ang="0">
                <a:pos x="connsiteX79323" y="connsiteY79323"/>
              </a:cxn>
              <a:cxn ang="0">
                <a:pos x="connsiteX79324" y="connsiteY79324"/>
              </a:cxn>
              <a:cxn ang="0">
                <a:pos x="connsiteX79325" y="connsiteY79325"/>
              </a:cxn>
              <a:cxn ang="0">
                <a:pos x="connsiteX79326" y="connsiteY79326"/>
              </a:cxn>
              <a:cxn ang="0">
                <a:pos x="connsiteX79327" y="connsiteY79327"/>
              </a:cxn>
              <a:cxn ang="0">
                <a:pos x="connsiteX79328" y="connsiteY79328"/>
              </a:cxn>
              <a:cxn ang="0">
                <a:pos x="connsiteX79329" y="connsiteY79329"/>
              </a:cxn>
              <a:cxn ang="0">
                <a:pos x="connsiteX79330" y="connsiteY79330"/>
              </a:cxn>
              <a:cxn ang="0">
                <a:pos x="connsiteX79331" y="connsiteY79331"/>
              </a:cxn>
              <a:cxn ang="0">
                <a:pos x="connsiteX79332" y="connsiteY79332"/>
              </a:cxn>
              <a:cxn ang="0">
                <a:pos x="connsiteX79333" y="connsiteY79333"/>
              </a:cxn>
              <a:cxn ang="0">
                <a:pos x="connsiteX79334" y="connsiteY79334"/>
              </a:cxn>
              <a:cxn ang="0">
                <a:pos x="connsiteX79335" y="connsiteY79335"/>
              </a:cxn>
              <a:cxn ang="0">
                <a:pos x="connsiteX79336" y="connsiteY79336"/>
              </a:cxn>
              <a:cxn ang="0">
                <a:pos x="connsiteX79337" y="connsiteY79337"/>
              </a:cxn>
              <a:cxn ang="0">
                <a:pos x="connsiteX79338" y="connsiteY79338"/>
              </a:cxn>
              <a:cxn ang="0">
                <a:pos x="connsiteX79339" y="connsiteY79339"/>
              </a:cxn>
              <a:cxn ang="0">
                <a:pos x="connsiteX79340" y="connsiteY79340"/>
              </a:cxn>
              <a:cxn ang="0">
                <a:pos x="connsiteX79341" y="connsiteY79341"/>
              </a:cxn>
              <a:cxn ang="0">
                <a:pos x="connsiteX79342" y="connsiteY79342"/>
              </a:cxn>
              <a:cxn ang="0">
                <a:pos x="connsiteX79343" y="connsiteY79343"/>
              </a:cxn>
              <a:cxn ang="0">
                <a:pos x="connsiteX79344" y="connsiteY79344"/>
              </a:cxn>
              <a:cxn ang="0">
                <a:pos x="connsiteX79345" y="connsiteY79345"/>
              </a:cxn>
              <a:cxn ang="0">
                <a:pos x="connsiteX79346" y="connsiteY79346"/>
              </a:cxn>
              <a:cxn ang="0">
                <a:pos x="connsiteX79347" y="connsiteY79347"/>
              </a:cxn>
              <a:cxn ang="0">
                <a:pos x="connsiteX79348" y="connsiteY79348"/>
              </a:cxn>
              <a:cxn ang="0">
                <a:pos x="connsiteX79349" y="connsiteY79349"/>
              </a:cxn>
              <a:cxn ang="0">
                <a:pos x="connsiteX79350" y="connsiteY79350"/>
              </a:cxn>
              <a:cxn ang="0">
                <a:pos x="connsiteX79351" y="connsiteY79351"/>
              </a:cxn>
              <a:cxn ang="0">
                <a:pos x="connsiteX79352" y="connsiteY79352"/>
              </a:cxn>
              <a:cxn ang="0">
                <a:pos x="connsiteX79353" y="connsiteY79353"/>
              </a:cxn>
              <a:cxn ang="0">
                <a:pos x="connsiteX79354" y="connsiteY79354"/>
              </a:cxn>
              <a:cxn ang="0">
                <a:pos x="connsiteX79355" y="connsiteY79355"/>
              </a:cxn>
              <a:cxn ang="0">
                <a:pos x="connsiteX79356" y="connsiteY79356"/>
              </a:cxn>
              <a:cxn ang="0">
                <a:pos x="connsiteX79357" y="connsiteY79357"/>
              </a:cxn>
              <a:cxn ang="0">
                <a:pos x="connsiteX79358" y="connsiteY79358"/>
              </a:cxn>
              <a:cxn ang="0">
                <a:pos x="connsiteX79359" y="connsiteY79359"/>
              </a:cxn>
              <a:cxn ang="0">
                <a:pos x="connsiteX79360" y="connsiteY79360"/>
              </a:cxn>
              <a:cxn ang="0">
                <a:pos x="connsiteX79361" y="connsiteY79361"/>
              </a:cxn>
              <a:cxn ang="0">
                <a:pos x="connsiteX79362" y="connsiteY79362"/>
              </a:cxn>
              <a:cxn ang="0">
                <a:pos x="connsiteX79363" y="connsiteY79363"/>
              </a:cxn>
              <a:cxn ang="0">
                <a:pos x="connsiteX79364" y="connsiteY79364"/>
              </a:cxn>
              <a:cxn ang="0">
                <a:pos x="connsiteX79365" y="connsiteY79365"/>
              </a:cxn>
              <a:cxn ang="0">
                <a:pos x="connsiteX79366" y="connsiteY79366"/>
              </a:cxn>
              <a:cxn ang="0">
                <a:pos x="connsiteX79367" y="connsiteY79367"/>
              </a:cxn>
              <a:cxn ang="0">
                <a:pos x="connsiteX79368" y="connsiteY79368"/>
              </a:cxn>
              <a:cxn ang="0">
                <a:pos x="connsiteX79369" y="connsiteY79369"/>
              </a:cxn>
              <a:cxn ang="0">
                <a:pos x="connsiteX79370" y="connsiteY79370"/>
              </a:cxn>
              <a:cxn ang="0">
                <a:pos x="connsiteX79371" y="connsiteY79371"/>
              </a:cxn>
              <a:cxn ang="0">
                <a:pos x="connsiteX79372" y="connsiteY79372"/>
              </a:cxn>
              <a:cxn ang="0">
                <a:pos x="connsiteX79373" y="connsiteY79373"/>
              </a:cxn>
              <a:cxn ang="0">
                <a:pos x="connsiteX79374" y="connsiteY79374"/>
              </a:cxn>
              <a:cxn ang="0">
                <a:pos x="connsiteX79375" y="connsiteY79375"/>
              </a:cxn>
              <a:cxn ang="0">
                <a:pos x="connsiteX79376" y="connsiteY79376"/>
              </a:cxn>
              <a:cxn ang="0">
                <a:pos x="connsiteX79377" y="connsiteY79377"/>
              </a:cxn>
              <a:cxn ang="0">
                <a:pos x="connsiteX79378" y="connsiteY79378"/>
              </a:cxn>
              <a:cxn ang="0">
                <a:pos x="connsiteX79379" y="connsiteY79379"/>
              </a:cxn>
              <a:cxn ang="0">
                <a:pos x="connsiteX79380" y="connsiteY79380"/>
              </a:cxn>
              <a:cxn ang="0">
                <a:pos x="connsiteX79381" y="connsiteY79381"/>
              </a:cxn>
              <a:cxn ang="0">
                <a:pos x="connsiteX79382" y="connsiteY79382"/>
              </a:cxn>
              <a:cxn ang="0">
                <a:pos x="connsiteX79383" y="connsiteY79383"/>
              </a:cxn>
              <a:cxn ang="0">
                <a:pos x="connsiteX79384" y="connsiteY79384"/>
              </a:cxn>
              <a:cxn ang="0">
                <a:pos x="connsiteX79385" y="connsiteY79385"/>
              </a:cxn>
              <a:cxn ang="0">
                <a:pos x="connsiteX79386" y="connsiteY79386"/>
              </a:cxn>
              <a:cxn ang="0">
                <a:pos x="connsiteX79387" y="connsiteY79387"/>
              </a:cxn>
              <a:cxn ang="0">
                <a:pos x="connsiteX79388" y="connsiteY79388"/>
              </a:cxn>
              <a:cxn ang="0">
                <a:pos x="connsiteX79389" y="connsiteY79389"/>
              </a:cxn>
              <a:cxn ang="0">
                <a:pos x="connsiteX79390" y="connsiteY79390"/>
              </a:cxn>
              <a:cxn ang="0">
                <a:pos x="connsiteX79391" y="connsiteY79391"/>
              </a:cxn>
              <a:cxn ang="0">
                <a:pos x="connsiteX79392" y="connsiteY79392"/>
              </a:cxn>
              <a:cxn ang="0">
                <a:pos x="connsiteX79393" y="connsiteY79393"/>
              </a:cxn>
              <a:cxn ang="0">
                <a:pos x="connsiteX79394" y="connsiteY79394"/>
              </a:cxn>
              <a:cxn ang="0">
                <a:pos x="connsiteX79395" y="connsiteY79395"/>
              </a:cxn>
              <a:cxn ang="0">
                <a:pos x="connsiteX79396" y="connsiteY79396"/>
              </a:cxn>
              <a:cxn ang="0">
                <a:pos x="connsiteX79397" y="connsiteY79397"/>
              </a:cxn>
              <a:cxn ang="0">
                <a:pos x="connsiteX79398" y="connsiteY79398"/>
              </a:cxn>
              <a:cxn ang="0">
                <a:pos x="connsiteX79399" y="connsiteY79399"/>
              </a:cxn>
              <a:cxn ang="0">
                <a:pos x="connsiteX79400" y="connsiteY79400"/>
              </a:cxn>
              <a:cxn ang="0">
                <a:pos x="connsiteX79401" y="connsiteY79401"/>
              </a:cxn>
              <a:cxn ang="0">
                <a:pos x="connsiteX79402" y="connsiteY79402"/>
              </a:cxn>
              <a:cxn ang="0">
                <a:pos x="connsiteX79403" y="connsiteY79403"/>
              </a:cxn>
              <a:cxn ang="0">
                <a:pos x="connsiteX79404" y="connsiteY79404"/>
              </a:cxn>
              <a:cxn ang="0">
                <a:pos x="connsiteX79405" y="connsiteY79405"/>
              </a:cxn>
              <a:cxn ang="0">
                <a:pos x="connsiteX79406" y="connsiteY79406"/>
              </a:cxn>
              <a:cxn ang="0">
                <a:pos x="connsiteX79407" y="connsiteY79407"/>
              </a:cxn>
              <a:cxn ang="0">
                <a:pos x="connsiteX79408" y="connsiteY79408"/>
              </a:cxn>
              <a:cxn ang="0">
                <a:pos x="connsiteX79409" y="connsiteY79409"/>
              </a:cxn>
              <a:cxn ang="0">
                <a:pos x="connsiteX79410" y="connsiteY79410"/>
              </a:cxn>
              <a:cxn ang="0">
                <a:pos x="connsiteX79411" y="connsiteY79411"/>
              </a:cxn>
              <a:cxn ang="0">
                <a:pos x="connsiteX79412" y="connsiteY79412"/>
              </a:cxn>
              <a:cxn ang="0">
                <a:pos x="connsiteX79413" y="connsiteY79413"/>
              </a:cxn>
              <a:cxn ang="0">
                <a:pos x="connsiteX79414" y="connsiteY79414"/>
              </a:cxn>
              <a:cxn ang="0">
                <a:pos x="connsiteX79415" y="connsiteY79415"/>
              </a:cxn>
              <a:cxn ang="0">
                <a:pos x="connsiteX79416" y="connsiteY79416"/>
              </a:cxn>
              <a:cxn ang="0">
                <a:pos x="connsiteX79417" y="connsiteY79417"/>
              </a:cxn>
              <a:cxn ang="0">
                <a:pos x="connsiteX79418" y="connsiteY79418"/>
              </a:cxn>
              <a:cxn ang="0">
                <a:pos x="connsiteX79419" y="connsiteY79419"/>
              </a:cxn>
              <a:cxn ang="0">
                <a:pos x="connsiteX79420" y="connsiteY79420"/>
              </a:cxn>
              <a:cxn ang="0">
                <a:pos x="connsiteX79421" y="connsiteY79421"/>
              </a:cxn>
              <a:cxn ang="0">
                <a:pos x="connsiteX79422" y="connsiteY79422"/>
              </a:cxn>
              <a:cxn ang="0">
                <a:pos x="connsiteX79423" y="connsiteY79423"/>
              </a:cxn>
              <a:cxn ang="0">
                <a:pos x="connsiteX79424" y="connsiteY79424"/>
              </a:cxn>
              <a:cxn ang="0">
                <a:pos x="connsiteX79425" y="connsiteY79425"/>
              </a:cxn>
              <a:cxn ang="0">
                <a:pos x="connsiteX79426" y="connsiteY79426"/>
              </a:cxn>
              <a:cxn ang="0">
                <a:pos x="connsiteX79427" y="connsiteY79427"/>
              </a:cxn>
              <a:cxn ang="0">
                <a:pos x="connsiteX79428" y="connsiteY79428"/>
              </a:cxn>
              <a:cxn ang="0">
                <a:pos x="connsiteX79429" y="connsiteY79429"/>
              </a:cxn>
              <a:cxn ang="0">
                <a:pos x="connsiteX79430" y="connsiteY79430"/>
              </a:cxn>
              <a:cxn ang="0">
                <a:pos x="connsiteX79431" y="connsiteY79431"/>
              </a:cxn>
              <a:cxn ang="0">
                <a:pos x="connsiteX79432" y="connsiteY79432"/>
              </a:cxn>
              <a:cxn ang="0">
                <a:pos x="connsiteX79433" y="connsiteY79433"/>
              </a:cxn>
              <a:cxn ang="0">
                <a:pos x="connsiteX79434" y="connsiteY79434"/>
              </a:cxn>
              <a:cxn ang="0">
                <a:pos x="connsiteX79435" y="connsiteY79435"/>
              </a:cxn>
              <a:cxn ang="0">
                <a:pos x="connsiteX79436" y="connsiteY79436"/>
              </a:cxn>
              <a:cxn ang="0">
                <a:pos x="connsiteX79437" y="connsiteY79437"/>
              </a:cxn>
              <a:cxn ang="0">
                <a:pos x="connsiteX79438" y="connsiteY79438"/>
              </a:cxn>
              <a:cxn ang="0">
                <a:pos x="connsiteX79439" y="connsiteY79439"/>
              </a:cxn>
              <a:cxn ang="0">
                <a:pos x="connsiteX79440" y="connsiteY79440"/>
              </a:cxn>
              <a:cxn ang="0">
                <a:pos x="connsiteX79441" y="connsiteY79441"/>
              </a:cxn>
              <a:cxn ang="0">
                <a:pos x="connsiteX79442" y="connsiteY79442"/>
              </a:cxn>
              <a:cxn ang="0">
                <a:pos x="connsiteX79443" y="connsiteY79443"/>
              </a:cxn>
              <a:cxn ang="0">
                <a:pos x="connsiteX79444" y="connsiteY79444"/>
              </a:cxn>
              <a:cxn ang="0">
                <a:pos x="connsiteX79445" y="connsiteY79445"/>
              </a:cxn>
              <a:cxn ang="0">
                <a:pos x="connsiteX79446" y="connsiteY79446"/>
              </a:cxn>
              <a:cxn ang="0">
                <a:pos x="connsiteX79447" y="connsiteY79447"/>
              </a:cxn>
              <a:cxn ang="0">
                <a:pos x="connsiteX79448" y="connsiteY79448"/>
              </a:cxn>
              <a:cxn ang="0">
                <a:pos x="connsiteX79449" y="connsiteY79449"/>
              </a:cxn>
              <a:cxn ang="0">
                <a:pos x="connsiteX79450" y="connsiteY79450"/>
              </a:cxn>
              <a:cxn ang="0">
                <a:pos x="connsiteX79451" y="connsiteY79451"/>
              </a:cxn>
              <a:cxn ang="0">
                <a:pos x="connsiteX79452" y="connsiteY79452"/>
              </a:cxn>
              <a:cxn ang="0">
                <a:pos x="connsiteX79453" y="connsiteY79453"/>
              </a:cxn>
              <a:cxn ang="0">
                <a:pos x="connsiteX79454" y="connsiteY79454"/>
              </a:cxn>
              <a:cxn ang="0">
                <a:pos x="connsiteX79455" y="connsiteY79455"/>
              </a:cxn>
              <a:cxn ang="0">
                <a:pos x="connsiteX79456" y="connsiteY79456"/>
              </a:cxn>
              <a:cxn ang="0">
                <a:pos x="connsiteX79457" y="connsiteY79457"/>
              </a:cxn>
              <a:cxn ang="0">
                <a:pos x="connsiteX79458" y="connsiteY79458"/>
              </a:cxn>
              <a:cxn ang="0">
                <a:pos x="connsiteX79459" y="connsiteY79459"/>
              </a:cxn>
              <a:cxn ang="0">
                <a:pos x="connsiteX79460" y="connsiteY79460"/>
              </a:cxn>
              <a:cxn ang="0">
                <a:pos x="connsiteX79461" y="connsiteY79461"/>
              </a:cxn>
              <a:cxn ang="0">
                <a:pos x="connsiteX79462" y="connsiteY79462"/>
              </a:cxn>
              <a:cxn ang="0">
                <a:pos x="connsiteX79463" y="connsiteY79463"/>
              </a:cxn>
              <a:cxn ang="0">
                <a:pos x="connsiteX79464" y="connsiteY79464"/>
              </a:cxn>
              <a:cxn ang="0">
                <a:pos x="connsiteX79465" y="connsiteY79465"/>
              </a:cxn>
              <a:cxn ang="0">
                <a:pos x="connsiteX79466" y="connsiteY79466"/>
              </a:cxn>
              <a:cxn ang="0">
                <a:pos x="connsiteX79467" y="connsiteY79467"/>
              </a:cxn>
              <a:cxn ang="0">
                <a:pos x="connsiteX79468" y="connsiteY79468"/>
              </a:cxn>
              <a:cxn ang="0">
                <a:pos x="connsiteX79469" y="connsiteY79469"/>
              </a:cxn>
              <a:cxn ang="0">
                <a:pos x="connsiteX79470" y="connsiteY79470"/>
              </a:cxn>
              <a:cxn ang="0">
                <a:pos x="connsiteX79471" y="connsiteY79471"/>
              </a:cxn>
              <a:cxn ang="0">
                <a:pos x="connsiteX79472" y="connsiteY79472"/>
              </a:cxn>
              <a:cxn ang="0">
                <a:pos x="connsiteX79473" y="connsiteY79473"/>
              </a:cxn>
              <a:cxn ang="0">
                <a:pos x="connsiteX79474" y="connsiteY79474"/>
              </a:cxn>
              <a:cxn ang="0">
                <a:pos x="connsiteX79475" y="connsiteY79475"/>
              </a:cxn>
              <a:cxn ang="0">
                <a:pos x="connsiteX79476" y="connsiteY79476"/>
              </a:cxn>
              <a:cxn ang="0">
                <a:pos x="connsiteX79477" y="connsiteY79477"/>
              </a:cxn>
              <a:cxn ang="0">
                <a:pos x="connsiteX79478" y="connsiteY79478"/>
              </a:cxn>
              <a:cxn ang="0">
                <a:pos x="connsiteX79479" y="connsiteY79479"/>
              </a:cxn>
              <a:cxn ang="0">
                <a:pos x="connsiteX79480" y="connsiteY79480"/>
              </a:cxn>
              <a:cxn ang="0">
                <a:pos x="connsiteX79481" y="connsiteY79481"/>
              </a:cxn>
              <a:cxn ang="0">
                <a:pos x="connsiteX79482" y="connsiteY79482"/>
              </a:cxn>
              <a:cxn ang="0">
                <a:pos x="connsiteX79483" y="connsiteY79483"/>
              </a:cxn>
              <a:cxn ang="0">
                <a:pos x="connsiteX79484" y="connsiteY79484"/>
              </a:cxn>
              <a:cxn ang="0">
                <a:pos x="connsiteX79485" y="connsiteY79485"/>
              </a:cxn>
              <a:cxn ang="0">
                <a:pos x="connsiteX79486" y="connsiteY79486"/>
              </a:cxn>
              <a:cxn ang="0">
                <a:pos x="connsiteX79487" y="connsiteY79487"/>
              </a:cxn>
              <a:cxn ang="0">
                <a:pos x="connsiteX79488" y="connsiteY79488"/>
              </a:cxn>
              <a:cxn ang="0">
                <a:pos x="connsiteX79489" y="connsiteY79489"/>
              </a:cxn>
              <a:cxn ang="0">
                <a:pos x="connsiteX79490" y="connsiteY79490"/>
              </a:cxn>
              <a:cxn ang="0">
                <a:pos x="connsiteX79491" y="connsiteY79491"/>
              </a:cxn>
              <a:cxn ang="0">
                <a:pos x="connsiteX79492" y="connsiteY79492"/>
              </a:cxn>
              <a:cxn ang="0">
                <a:pos x="connsiteX79493" y="connsiteY79493"/>
              </a:cxn>
              <a:cxn ang="0">
                <a:pos x="connsiteX79494" y="connsiteY79494"/>
              </a:cxn>
              <a:cxn ang="0">
                <a:pos x="connsiteX79495" y="connsiteY79495"/>
              </a:cxn>
              <a:cxn ang="0">
                <a:pos x="connsiteX79496" y="connsiteY79496"/>
              </a:cxn>
              <a:cxn ang="0">
                <a:pos x="connsiteX79497" y="connsiteY79497"/>
              </a:cxn>
              <a:cxn ang="0">
                <a:pos x="connsiteX79498" y="connsiteY79498"/>
              </a:cxn>
              <a:cxn ang="0">
                <a:pos x="connsiteX79499" y="connsiteY79499"/>
              </a:cxn>
              <a:cxn ang="0">
                <a:pos x="connsiteX79500" y="connsiteY79500"/>
              </a:cxn>
              <a:cxn ang="0">
                <a:pos x="connsiteX79501" y="connsiteY79501"/>
              </a:cxn>
              <a:cxn ang="0">
                <a:pos x="connsiteX79502" y="connsiteY79502"/>
              </a:cxn>
              <a:cxn ang="0">
                <a:pos x="connsiteX79503" y="connsiteY79503"/>
              </a:cxn>
              <a:cxn ang="0">
                <a:pos x="connsiteX79504" y="connsiteY79504"/>
              </a:cxn>
              <a:cxn ang="0">
                <a:pos x="connsiteX79505" y="connsiteY79505"/>
              </a:cxn>
              <a:cxn ang="0">
                <a:pos x="connsiteX79506" y="connsiteY79506"/>
              </a:cxn>
              <a:cxn ang="0">
                <a:pos x="connsiteX79507" y="connsiteY79507"/>
              </a:cxn>
              <a:cxn ang="0">
                <a:pos x="connsiteX79508" y="connsiteY79508"/>
              </a:cxn>
              <a:cxn ang="0">
                <a:pos x="connsiteX79509" y="connsiteY79509"/>
              </a:cxn>
              <a:cxn ang="0">
                <a:pos x="connsiteX79510" y="connsiteY79510"/>
              </a:cxn>
              <a:cxn ang="0">
                <a:pos x="connsiteX79511" y="connsiteY79511"/>
              </a:cxn>
              <a:cxn ang="0">
                <a:pos x="connsiteX79512" y="connsiteY79512"/>
              </a:cxn>
              <a:cxn ang="0">
                <a:pos x="connsiteX79513" y="connsiteY79513"/>
              </a:cxn>
              <a:cxn ang="0">
                <a:pos x="connsiteX79514" y="connsiteY79514"/>
              </a:cxn>
              <a:cxn ang="0">
                <a:pos x="connsiteX79515" y="connsiteY79515"/>
              </a:cxn>
              <a:cxn ang="0">
                <a:pos x="connsiteX79516" y="connsiteY79516"/>
              </a:cxn>
              <a:cxn ang="0">
                <a:pos x="connsiteX79517" y="connsiteY79517"/>
              </a:cxn>
              <a:cxn ang="0">
                <a:pos x="connsiteX79518" y="connsiteY79518"/>
              </a:cxn>
              <a:cxn ang="0">
                <a:pos x="connsiteX79519" y="connsiteY79519"/>
              </a:cxn>
              <a:cxn ang="0">
                <a:pos x="connsiteX79520" y="connsiteY79520"/>
              </a:cxn>
              <a:cxn ang="0">
                <a:pos x="connsiteX79521" y="connsiteY79521"/>
              </a:cxn>
              <a:cxn ang="0">
                <a:pos x="connsiteX79522" y="connsiteY79522"/>
              </a:cxn>
              <a:cxn ang="0">
                <a:pos x="connsiteX79523" y="connsiteY79523"/>
              </a:cxn>
              <a:cxn ang="0">
                <a:pos x="connsiteX79524" y="connsiteY79524"/>
              </a:cxn>
              <a:cxn ang="0">
                <a:pos x="connsiteX79525" y="connsiteY79525"/>
              </a:cxn>
              <a:cxn ang="0">
                <a:pos x="connsiteX79526" y="connsiteY79526"/>
              </a:cxn>
              <a:cxn ang="0">
                <a:pos x="connsiteX79527" y="connsiteY79527"/>
              </a:cxn>
              <a:cxn ang="0">
                <a:pos x="connsiteX79528" y="connsiteY79528"/>
              </a:cxn>
              <a:cxn ang="0">
                <a:pos x="connsiteX79529" y="connsiteY79529"/>
              </a:cxn>
              <a:cxn ang="0">
                <a:pos x="connsiteX79530" y="connsiteY79530"/>
              </a:cxn>
              <a:cxn ang="0">
                <a:pos x="connsiteX79531" y="connsiteY79531"/>
              </a:cxn>
              <a:cxn ang="0">
                <a:pos x="connsiteX79532" y="connsiteY79532"/>
              </a:cxn>
              <a:cxn ang="0">
                <a:pos x="connsiteX79533" y="connsiteY79533"/>
              </a:cxn>
              <a:cxn ang="0">
                <a:pos x="connsiteX79534" y="connsiteY79534"/>
              </a:cxn>
              <a:cxn ang="0">
                <a:pos x="connsiteX79535" y="connsiteY79535"/>
              </a:cxn>
              <a:cxn ang="0">
                <a:pos x="connsiteX79536" y="connsiteY79536"/>
              </a:cxn>
              <a:cxn ang="0">
                <a:pos x="connsiteX79537" y="connsiteY79537"/>
              </a:cxn>
              <a:cxn ang="0">
                <a:pos x="connsiteX79538" y="connsiteY79538"/>
              </a:cxn>
              <a:cxn ang="0">
                <a:pos x="connsiteX79539" y="connsiteY79539"/>
              </a:cxn>
              <a:cxn ang="0">
                <a:pos x="connsiteX79540" y="connsiteY79540"/>
              </a:cxn>
              <a:cxn ang="0">
                <a:pos x="connsiteX79541" y="connsiteY79541"/>
              </a:cxn>
              <a:cxn ang="0">
                <a:pos x="connsiteX79542" y="connsiteY79542"/>
              </a:cxn>
              <a:cxn ang="0">
                <a:pos x="connsiteX79543" y="connsiteY79543"/>
              </a:cxn>
              <a:cxn ang="0">
                <a:pos x="connsiteX79544" y="connsiteY79544"/>
              </a:cxn>
              <a:cxn ang="0">
                <a:pos x="connsiteX79545" y="connsiteY79545"/>
              </a:cxn>
              <a:cxn ang="0">
                <a:pos x="connsiteX79546" y="connsiteY79546"/>
              </a:cxn>
              <a:cxn ang="0">
                <a:pos x="connsiteX79547" y="connsiteY79547"/>
              </a:cxn>
              <a:cxn ang="0">
                <a:pos x="connsiteX79548" y="connsiteY79548"/>
              </a:cxn>
              <a:cxn ang="0">
                <a:pos x="connsiteX79549" y="connsiteY79549"/>
              </a:cxn>
              <a:cxn ang="0">
                <a:pos x="connsiteX79550" y="connsiteY79550"/>
              </a:cxn>
              <a:cxn ang="0">
                <a:pos x="connsiteX79551" y="connsiteY79551"/>
              </a:cxn>
              <a:cxn ang="0">
                <a:pos x="connsiteX79552" y="connsiteY79552"/>
              </a:cxn>
              <a:cxn ang="0">
                <a:pos x="connsiteX79553" y="connsiteY79553"/>
              </a:cxn>
              <a:cxn ang="0">
                <a:pos x="connsiteX79554" y="connsiteY79554"/>
              </a:cxn>
              <a:cxn ang="0">
                <a:pos x="connsiteX79555" y="connsiteY79555"/>
              </a:cxn>
              <a:cxn ang="0">
                <a:pos x="connsiteX79556" y="connsiteY79556"/>
              </a:cxn>
              <a:cxn ang="0">
                <a:pos x="connsiteX79557" y="connsiteY79557"/>
              </a:cxn>
              <a:cxn ang="0">
                <a:pos x="connsiteX79558" y="connsiteY79558"/>
              </a:cxn>
              <a:cxn ang="0">
                <a:pos x="connsiteX79559" y="connsiteY79559"/>
              </a:cxn>
              <a:cxn ang="0">
                <a:pos x="connsiteX79560" y="connsiteY79560"/>
              </a:cxn>
              <a:cxn ang="0">
                <a:pos x="connsiteX79561" y="connsiteY79561"/>
              </a:cxn>
              <a:cxn ang="0">
                <a:pos x="connsiteX79562" y="connsiteY79562"/>
              </a:cxn>
              <a:cxn ang="0">
                <a:pos x="connsiteX79563" y="connsiteY79563"/>
              </a:cxn>
              <a:cxn ang="0">
                <a:pos x="connsiteX79564" y="connsiteY79564"/>
              </a:cxn>
              <a:cxn ang="0">
                <a:pos x="connsiteX79565" y="connsiteY79565"/>
              </a:cxn>
              <a:cxn ang="0">
                <a:pos x="connsiteX79566" y="connsiteY79566"/>
              </a:cxn>
              <a:cxn ang="0">
                <a:pos x="connsiteX79567" y="connsiteY79567"/>
              </a:cxn>
              <a:cxn ang="0">
                <a:pos x="connsiteX79568" y="connsiteY79568"/>
              </a:cxn>
              <a:cxn ang="0">
                <a:pos x="connsiteX79569" y="connsiteY79569"/>
              </a:cxn>
              <a:cxn ang="0">
                <a:pos x="connsiteX79570" y="connsiteY79570"/>
              </a:cxn>
              <a:cxn ang="0">
                <a:pos x="connsiteX79571" y="connsiteY79571"/>
              </a:cxn>
              <a:cxn ang="0">
                <a:pos x="connsiteX79572" y="connsiteY79572"/>
              </a:cxn>
              <a:cxn ang="0">
                <a:pos x="connsiteX79573" y="connsiteY79573"/>
              </a:cxn>
              <a:cxn ang="0">
                <a:pos x="connsiteX79574" y="connsiteY79574"/>
              </a:cxn>
              <a:cxn ang="0">
                <a:pos x="connsiteX79575" y="connsiteY79575"/>
              </a:cxn>
              <a:cxn ang="0">
                <a:pos x="connsiteX79576" y="connsiteY79576"/>
              </a:cxn>
              <a:cxn ang="0">
                <a:pos x="connsiteX79577" y="connsiteY79577"/>
              </a:cxn>
              <a:cxn ang="0">
                <a:pos x="connsiteX79578" y="connsiteY79578"/>
              </a:cxn>
              <a:cxn ang="0">
                <a:pos x="connsiteX79579" y="connsiteY79579"/>
              </a:cxn>
              <a:cxn ang="0">
                <a:pos x="connsiteX79580" y="connsiteY79580"/>
              </a:cxn>
              <a:cxn ang="0">
                <a:pos x="connsiteX79581" y="connsiteY79581"/>
              </a:cxn>
              <a:cxn ang="0">
                <a:pos x="connsiteX79582" y="connsiteY79582"/>
              </a:cxn>
              <a:cxn ang="0">
                <a:pos x="connsiteX79583" y="connsiteY79583"/>
              </a:cxn>
              <a:cxn ang="0">
                <a:pos x="connsiteX79584" y="connsiteY79584"/>
              </a:cxn>
              <a:cxn ang="0">
                <a:pos x="connsiteX79585" y="connsiteY79585"/>
              </a:cxn>
              <a:cxn ang="0">
                <a:pos x="connsiteX79586" y="connsiteY79586"/>
              </a:cxn>
              <a:cxn ang="0">
                <a:pos x="connsiteX79587" y="connsiteY79587"/>
              </a:cxn>
              <a:cxn ang="0">
                <a:pos x="connsiteX79588" y="connsiteY79588"/>
              </a:cxn>
              <a:cxn ang="0">
                <a:pos x="connsiteX79589" y="connsiteY79589"/>
              </a:cxn>
              <a:cxn ang="0">
                <a:pos x="connsiteX79590" y="connsiteY79590"/>
              </a:cxn>
              <a:cxn ang="0">
                <a:pos x="connsiteX79591" y="connsiteY79591"/>
              </a:cxn>
              <a:cxn ang="0">
                <a:pos x="connsiteX79592" y="connsiteY79592"/>
              </a:cxn>
              <a:cxn ang="0">
                <a:pos x="connsiteX79593" y="connsiteY79593"/>
              </a:cxn>
              <a:cxn ang="0">
                <a:pos x="connsiteX79594" y="connsiteY79594"/>
              </a:cxn>
              <a:cxn ang="0">
                <a:pos x="connsiteX79595" y="connsiteY79595"/>
              </a:cxn>
              <a:cxn ang="0">
                <a:pos x="connsiteX79596" y="connsiteY79596"/>
              </a:cxn>
              <a:cxn ang="0">
                <a:pos x="connsiteX79597" y="connsiteY79597"/>
              </a:cxn>
              <a:cxn ang="0">
                <a:pos x="connsiteX79598" y="connsiteY79598"/>
              </a:cxn>
              <a:cxn ang="0">
                <a:pos x="connsiteX79599" y="connsiteY79599"/>
              </a:cxn>
              <a:cxn ang="0">
                <a:pos x="connsiteX79600" y="connsiteY79600"/>
              </a:cxn>
              <a:cxn ang="0">
                <a:pos x="connsiteX79601" y="connsiteY79601"/>
              </a:cxn>
              <a:cxn ang="0">
                <a:pos x="connsiteX79602" y="connsiteY79602"/>
              </a:cxn>
              <a:cxn ang="0">
                <a:pos x="connsiteX79603" y="connsiteY79603"/>
              </a:cxn>
              <a:cxn ang="0">
                <a:pos x="connsiteX79604" y="connsiteY79604"/>
              </a:cxn>
              <a:cxn ang="0">
                <a:pos x="connsiteX79605" y="connsiteY79605"/>
              </a:cxn>
              <a:cxn ang="0">
                <a:pos x="connsiteX79606" y="connsiteY79606"/>
              </a:cxn>
              <a:cxn ang="0">
                <a:pos x="connsiteX79607" y="connsiteY79607"/>
              </a:cxn>
              <a:cxn ang="0">
                <a:pos x="connsiteX79608" y="connsiteY79608"/>
              </a:cxn>
              <a:cxn ang="0">
                <a:pos x="connsiteX79609" y="connsiteY79609"/>
              </a:cxn>
              <a:cxn ang="0">
                <a:pos x="connsiteX79610" y="connsiteY79610"/>
              </a:cxn>
              <a:cxn ang="0">
                <a:pos x="connsiteX79611" y="connsiteY79611"/>
              </a:cxn>
              <a:cxn ang="0">
                <a:pos x="connsiteX79612" y="connsiteY79612"/>
              </a:cxn>
              <a:cxn ang="0">
                <a:pos x="connsiteX79613" y="connsiteY79613"/>
              </a:cxn>
              <a:cxn ang="0">
                <a:pos x="connsiteX79614" y="connsiteY79614"/>
              </a:cxn>
              <a:cxn ang="0">
                <a:pos x="connsiteX79615" y="connsiteY79615"/>
              </a:cxn>
              <a:cxn ang="0">
                <a:pos x="connsiteX79616" y="connsiteY79616"/>
              </a:cxn>
              <a:cxn ang="0">
                <a:pos x="connsiteX79617" y="connsiteY79617"/>
              </a:cxn>
              <a:cxn ang="0">
                <a:pos x="connsiteX79618" y="connsiteY79618"/>
              </a:cxn>
              <a:cxn ang="0">
                <a:pos x="connsiteX79619" y="connsiteY79619"/>
              </a:cxn>
              <a:cxn ang="0">
                <a:pos x="connsiteX79620" y="connsiteY79620"/>
              </a:cxn>
              <a:cxn ang="0">
                <a:pos x="connsiteX79621" y="connsiteY79621"/>
              </a:cxn>
              <a:cxn ang="0">
                <a:pos x="connsiteX79622" y="connsiteY79622"/>
              </a:cxn>
              <a:cxn ang="0">
                <a:pos x="connsiteX79623" y="connsiteY79623"/>
              </a:cxn>
              <a:cxn ang="0">
                <a:pos x="connsiteX79624" y="connsiteY79624"/>
              </a:cxn>
              <a:cxn ang="0">
                <a:pos x="connsiteX79625" y="connsiteY79625"/>
              </a:cxn>
              <a:cxn ang="0">
                <a:pos x="connsiteX79626" y="connsiteY79626"/>
              </a:cxn>
              <a:cxn ang="0">
                <a:pos x="connsiteX79627" y="connsiteY79627"/>
              </a:cxn>
              <a:cxn ang="0">
                <a:pos x="connsiteX79628" y="connsiteY79628"/>
              </a:cxn>
              <a:cxn ang="0">
                <a:pos x="connsiteX79629" y="connsiteY79629"/>
              </a:cxn>
              <a:cxn ang="0">
                <a:pos x="connsiteX79630" y="connsiteY79630"/>
              </a:cxn>
              <a:cxn ang="0">
                <a:pos x="connsiteX79631" y="connsiteY79631"/>
              </a:cxn>
              <a:cxn ang="0">
                <a:pos x="connsiteX79632" y="connsiteY79632"/>
              </a:cxn>
              <a:cxn ang="0">
                <a:pos x="connsiteX79633" y="connsiteY79633"/>
              </a:cxn>
              <a:cxn ang="0">
                <a:pos x="connsiteX79634" y="connsiteY79634"/>
              </a:cxn>
              <a:cxn ang="0">
                <a:pos x="connsiteX79635" y="connsiteY79635"/>
              </a:cxn>
              <a:cxn ang="0">
                <a:pos x="connsiteX79636" y="connsiteY79636"/>
              </a:cxn>
              <a:cxn ang="0">
                <a:pos x="connsiteX79637" y="connsiteY79637"/>
              </a:cxn>
              <a:cxn ang="0">
                <a:pos x="connsiteX79638" y="connsiteY79638"/>
              </a:cxn>
              <a:cxn ang="0">
                <a:pos x="connsiteX79639" y="connsiteY79639"/>
              </a:cxn>
              <a:cxn ang="0">
                <a:pos x="connsiteX79640" y="connsiteY79640"/>
              </a:cxn>
              <a:cxn ang="0">
                <a:pos x="connsiteX79641" y="connsiteY79641"/>
              </a:cxn>
              <a:cxn ang="0">
                <a:pos x="connsiteX79642" y="connsiteY79642"/>
              </a:cxn>
              <a:cxn ang="0">
                <a:pos x="connsiteX79643" y="connsiteY79643"/>
              </a:cxn>
              <a:cxn ang="0">
                <a:pos x="connsiteX79644" y="connsiteY79644"/>
              </a:cxn>
              <a:cxn ang="0">
                <a:pos x="connsiteX79645" y="connsiteY79645"/>
              </a:cxn>
              <a:cxn ang="0">
                <a:pos x="connsiteX79646" y="connsiteY79646"/>
              </a:cxn>
              <a:cxn ang="0">
                <a:pos x="connsiteX79647" y="connsiteY79647"/>
              </a:cxn>
              <a:cxn ang="0">
                <a:pos x="connsiteX79648" y="connsiteY79648"/>
              </a:cxn>
              <a:cxn ang="0">
                <a:pos x="connsiteX79649" y="connsiteY79649"/>
              </a:cxn>
              <a:cxn ang="0">
                <a:pos x="connsiteX79650" y="connsiteY79650"/>
              </a:cxn>
              <a:cxn ang="0">
                <a:pos x="connsiteX79651" y="connsiteY79651"/>
              </a:cxn>
              <a:cxn ang="0">
                <a:pos x="connsiteX79652" y="connsiteY79652"/>
              </a:cxn>
              <a:cxn ang="0">
                <a:pos x="connsiteX79653" y="connsiteY79653"/>
              </a:cxn>
              <a:cxn ang="0">
                <a:pos x="connsiteX79654" y="connsiteY79654"/>
              </a:cxn>
              <a:cxn ang="0">
                <a:pos x="connsiteX79655" y="connsiteY79655"/>
              </a:cxn>
              <a:cxn ang="0">
                <a:pos x="connsiteX79656" y="connsiteY79656"/>
              </a:cxn>
              <a:cxn ang="0">
                <a:pos x="connsiteX79657" y="connsiteY79657"/>
              </a:cxn>
              <a:cxn ang="0">
                <a:pos x="connsiteX79658" y="connsiteY79658"/>
              </a:cxn>
              <a:cxn ang="0">
                <a:pos x="connsiteX79659" y="connsiteY79659"/>
              </a:cxn>
              <a:cxn ang="0">
                <a:pos x="connsiteX79660" y="connsiteY79660"/>
              </a:cxn>
              <a:cxn ang="0">
                <a:pos x="connsiteX79661" y="connsiteY79661"/>
              </a:cxn>
              <a:cxn ang="0">
                <a:pos x="connsiteX79662" y="connsiteY79662"/>
              </a:cxn>
              <a:cxn ang="0">
                <a:pos x="connsiteX79663" y="connsiteY79663"/>
              </a:cxn>
              <a:cxn ang="0">
                <a:pos x="connsiteX79664" y="connsiteY79664"/>
              </a:cxn>
              <a:cxn ang="0">
                <a:pos x="connsiteX79665" y="connsiteY79665"/>
              </a:cxn>
              <a:cxn ang="0">
                <a:pos x="connsiteX79666" y="connsiteY79666"/>
              </a:cxn>
              <a:cxn ang="0">
                <a:pos x="connsiteX79667" y="connsiteY79667"/>
              </a:cxn>
              <a:cxn ang="0">
                <a:pos x="connsiteX79668" y="connsiteY79668"/>
              </a:cxn>
              <a:cxn ang="0">
                <a:pos x="connsiteX79669" y="connsiteY79669"/>
              </a:cxn>
              <a:cxn ang="0">
                <a:pos x="connsiteX79670" y="connsiteY79670"/>
              </a:cxn>
              <a:cxn ang="0">
                <a:pos x="connsiteX79671" y="connsiteY79671"/>
              </a:cxn>
              <a:cxn ang="0">
                <a:pos x="connsiteX79672" y="connsiteY79672"/>
              </a:cxn>
              <a:cxn ang="0">
                <a:pos x="connsiteX79673" y="connsiteY79673"/>
              </a:cxn>
              <a:cxn ang="0">
                <a:pos x="connsiteX79674" y="connsiteY79674"/>
              </a:cxn>
              <a:cxn ang="0">
                <a:pos x="connsiteX79675" y="connsiteY79675"/>
              </a:cxn>
              <a:cxn ang="0">
                <a:pos x="connsiteX79676" y="connsiteY79676"/>
              </a:cxn>
              <a:cxn ang="0">
                <a:pos x="connsiteX79677" y="connsiteY79677"/>
              </a:cxn>
              <a:cxn ang="0">
                <a:pos x="connsiteX79678" y="connsiteY79678"/>
              </a:cxn>
              <a:cxn ang="0">
                <a:pos x="connsiteX79679" y="connsiteY79679"/>
              </a:cxn>
              <a:cxn ang="0">
                <a:pos x="connsiteX79680" y="connsiteY79680"/>
              </a:cxn>
              <a:cxn ang="0">
                <a:pos x="connsiteX79681" y="connsiteY79681"/>
              </a:cxn>
              <a:cxn ang="0">
                <a:pos x="connsiteX79682" y="connsiteY79682"/>
              </a:cxn>
              <a:cxn ang="0">
                <a:pos x="connsiteX79683" y="connsiteY79683"/>
              </a:cxn>
              <a:cxn ang="0">
                <a:pos x="connsiteX79684" y="connsiteY79684"/>
              </a:cxn>
              <a:cxn ang="0">
                <a:pos x="connsiteX79685" y="connsiteY79685"/>
              </a:cxn>
              <a:cxn ang="0">
                <a:pos x="connsiteX79686" y="connsiteY79686"/>
              </a:cxn>
              <a:cxn ang="0">
                <a:pos x="connsiteX79687" y="connsiteY79687"/>
              </a:cxn>
              <a:cxn ang="0">
                <a:pos x="connsiteX79688" y="connsiteY79688"/>
              </a:cxn>
              <a:cxn ang="0">
                <a:pos x="connsiteX79689" y="connsiteY79689"/>
              </a:cxn>
              <a:cxn ang="0">
                <a:pos x="connsiteX79690" y="connsiteY79690"/>
              </a:cxn>
              <a:cxn ang="0">
                <a:pos x="connsiteX79691" y="connsiteY79691"/>
              </a:cxn>
              <a:cxn ang="0">
                <a:pos x="connsiteX79692" y="connsiteY79692"/>
              </a:cxn>
              <a:cxn ang="0">
                <a:pos x="connsiteX79693" y="connsiteY79693"/>
              </a:cxn>
              <a:cxn ang="0">
                <a:pos x="connsiteX79694" y="connsiteY79694"/>
              </a:cxn>
              <a:cxn ang="0">
                <a:pos x="connsiteX79695" y="connsiteY79695"/>
              </a:cxn>
              <a:cxn ang="0">
                <a:pos x="connsiteX79696" y="connsiteY79696"/>
              </a:cxn>
              <a:cxn ang="0">
                <a:pos x="connsiteX79697" y="connsiteY79697"/>
              </a:cxn>
              <a:cxn ang="0">
                <a:pos x="connsiteX79698" y="connsiteY79698"/>
              </a:cxn>
              <a:cxn ang="0">
                <a:pos x="connsiteX79699" y="connsiteY79699"/>
              </a:cxn>
              <a:cxn ang="0">
                <a:pos x="connsiteX79700" y="connsiteY79700"/>
              </a:cxn>
              <a:cxn ang="0">
                <a:pos x="connsiteX79701" y="connsiteY79701"/>
              </a:cxn>
              <a:cxn ang="0">
                <a:pos x="connsiteX79702" y="connsiteY79702"/>
              </a:cxn>
              <a:cxn ang="0">
                <a:pos x="connsiteX79703" y="connsiteY79703"/>
              </a:cxn>
              <a:cxn ang="0">
                <a:pos x="connsiteX79704" y="connsiteY79704"/>
              </a:cxn>
              <a:cxn ang="0">
                <a:pos x="connsiteX79705" y="connsiteY79705"/>
              </a:cxn>
              <a:cxn ang="0">
                <a:pos x="connsiteX79706" y="connsiteY79706"/>
              </a:cxn>
              <a:cxn ang="0">
                <a:pos x="connsiteX79707" y="connsiteY79707"/>
              </a:cxn>
              <a:cxn ang="0">
                <a:pos x="connsiteX79708" y="connsiteY79708"/>
              </a:cxn>
              <a:cxn ang="0">
                <a:pos x="connsiteX79709" y="connsiteY79709"/>
              </a:cxn>
              <a:cxn ang="0">
                <a:pos x="connsiteX79710" y="connsiteY79710"/>
              </a:cxn>
              <a:cxn ang="0">
                <a:pos x="connsiteX79711" y="connsiteY79711"/>
              </a:cxn>
              <a:cxn ang="0">
                <a:pos x="connsiteX79712" y="connsiteY79712"/>
              </a:cxn>
              <a:cxn ang="0">
                <a:pos x="connsiteX79713" y="connsiteY79713"/>
              </a:cxn>
              <a:cxn ang="0">
                <a:pos x="connsiteX79714" y="connsiteY79714"/>
              </a:cxn>
              <a:cxn ang="0">
                <a:pos x="connsiteX79715" y="connsiteY79715"/>
              </a:cxn>
              <a:cxn ang="0">
                <a:pos x="connsiteX79716" y="connsiteY79716"/>
              </a:cxn>
              <a:cxn ang="0">
                <a:pos x="connsiteX79717" y="connsiteY79717"/>
              </a:cxn>
              <a:cxn ang="0">
                <a:pos x="connsiteX79718" y="connsiteY79718"/>
              </a:cxn>
              <a:cxn ang="0">
                <a:pos x="connsiteX79719" y="connsiteY79719"/>
              </a:cxn>
              <a:cxn ang="0">
                <a:pos x="connsiteX79720" y="connsiteY79720"/>
              </a:cxn>
              <a:cxn ang="0">
                <a:pos x="connsiteX79721" y="connsiteY79721"/>
              </a:cxn>
              <a:cxn ang="0">
                <a:pos x="connsiteX79722" y="connsiteY79722"/>
              </a:cxn>
              <a:cxn ang="0">
                <a:pos x="connsiteX79723" y="connsiteY79723"/>
              </a:cxn>
              <a:cxn ang="0">
                <a:pos x="connsiteX79724" y="connsiteY79724"/>
              </a:cxn>
              <a:cxn ang="0">
                <a:pos x="connsiteX79725" y="connsiteY79725"/>
              </a:cxn>
              <a:cxn ang="0">
                <a:pos x="connsiteX79726" y="connsiteY79726"/>
              </a:cxn>
              <a:cxn ang="0">
                <a:pos x="connsiteX79727" y="connsiteY79727"/>
              </a:cxn>
              <a:cxn ang="0">
                <a:pos x="connsiteX79728" y="connsiteY79728"/>
              </a:cxn>
              <a:cxn ang="0">
                <a:pos x="connsiteX79729" y="connsiteY79729"/>
              </a:cxn>
              <a:cxn ang="0">
                <a:pos x="connsiteX79730" y="connsiteY79730"/>
              </a:cxn>
              <a:cxn ang="0">
                <a:pos x="connsiteX79731" y="connsiteY79731"/>
              </a:cxn>
              <a:cxn ang="0">
                <a:pos x="connsiteX79732" y="connsiteY79732"/>
              </a:cxn>
              <a:cxn ang="0">
                <a:pos x="connsiteX79733" y="connsiteY79733"/>
              </a:cxn>
              <a:cxn ang="0">
                <a:pos x="connsiteX79734" y="connsiteY79734"/>
              </a:cxn>
              <a:cxn ang="0">
                <a:pos x="connsiteX79735" y="connsiteY79735"/>
              </a:cxn>
              <a:cxn ang="0">
                <a:pos x="connsiteX79736" y="connsiteY79736"/>
              </a:cxn>
              <a:cxn ang="0">
                <a:pos x="connsiteX79737" y="connsiteY79737"/>
              </a:cxn>
              <a:cxn ang="0">
                <a:pos x="connsiteX79738" y="connsiteY79738"/>
              </a:cxn>
              <a:cxn ang="0">
                <a:pos x="connsiteX79739" y="connsiteY79739"/>
              </a:cxn>
              <a:cxn ang="0">
                <a:pos x="connsiteX79740" y="connsiteY79740"/>
              </a:cxn>
              <a:cxn ang="0">
                <a:pos x="connsiteX79741" y="connsiteY79741"/>
              </a:cxn>
              <a:cxn ang="0">
                <a:pos x="connsiteX79742" y="connsiteY79742"/>
              </a:cxn>
              <a:cxn ang="0">
                <a:pos x="connsiteX79743" y="connsiteY79743"/>
              </a:cxn>
              <a:cxn ang="0">
                <a:pos x="connsiteX79744" y="connsiteY79744"/>
              </a:cxn>
              <a:cxn ang="0">
                <a:pos x="connsiteX79745" y="connsiteY79745"/>
              </a:cxn>
              <a:cxn ang="0">
                <a:pos x="connsiteX79746" y="connsiteY79746"/>
              </a:cxn>
              <a:cxn ang="0">
                <a:pos x="connsiteX79747" y="connsiteY79747"/>
              </a:cxn>
              <a:cxn ang="0">
                <a:pos x="connsiteX79748" y="connsiteY79748"/>
              </a:cxn>
              <a:cxn ang="0">
                <a:pos x="connsiteX79749" y="connsiteY79749"/>
              </a:cxn>
              <a:cxn ang="0">
                <a:pos x="connsiteX79750" y="connsiteY79750"/>
              </a:cxn>
              <a:cxn ang="0">
                <a:pos x="connsiteX79751" y="connsiteY79751"/>
              </a:cxn>
              <a:cxn ang="0">
                <a:pos x="connsiteX79752" y="connsiteY79752"/>
              </a:cxn>
              <a:cxn ang="0">
                <a:pos x="connsiteX79753" y="connsiteY79753"/>
              </a:cxn>
              <a:cxn ang="0">
                <a:pos x="connsiteX79754" y="connsiteY79754"/>
              </a:cxn>
              <a:cxn ang="0">
                <a:pos x="connsiteX79755" y="connsiteY79755"/>
              </a:cxn>
              <a:cxn ang="0">
                <a:pos x="connsiteX79756" y="connsiteY79756"/>
              </a:cxn>
              <a:cxn ang="0">
                <a:pos x="connsiteX79757" y="connsiteY79757"/>
              </a:cxn>
              <a:cxn ang="0">
                <a:pos x="connsiteX79758" y="connsiteY79758"/>
              </a:cxn>
              <a:cxn ang="0">
                <a:pos x="connsiteX79759" y="connsiteY79759"/>
              </a:cxn>
              <a:cxn ang="0">
                <a:pos x="connsiteX79760" y="connsiteY79760"/>
              </a:cxn>
              <a:cxn ang="0">
                <a:pos x="connsiteX79761" y="connsiteY79761"/>
              </a:cxn>
              <a:cxn ang="0">
                <a:pos x="connsiteX79762" y="connsiteY79762"/>
              </a:cxn>
              <a:cxn ang="0">
                <a:pos x="connsiteX79763" y="connsiteY79763"/>
              </a:cxn>
              <a:cxn ang="0">
                <a:pos x="connsiteX79764" y="connsiteY79764"/>
              </a:cxn>
              <a:cxn ang="0">
                <a:pos x="connsiteX79765" y="connsiteY79765"/>
              </a:cxn>
              <a:cxn ang="0">
                <a:pos x="connsiteX79766" y="connsiteY79766"/>
              </a:cxn>
              <a:cxn ang="0">
                <a:pos x="connsiteX79767" y="connsiteY79767"/>
              </a:cxn>
              <a:cxn ang="0">
                <a:pos x="connsiteX79768" y="connsiteY79768"/>
              </a:cxn>
              <a:cxn ang="0">
                <a:pos x="connsiteX79769" y="connsiteY79769"/>
              </a:cxn>
              <a:cxn ang="0">
                <a:pos x="connsiteX79770" y="connsiteY79770"/>
              </a:cxn>
              <a:cxn ang="0">
                <a:pos x="connsiteX79771" y="connsiteY79771"/>
              </a:cxn>
              <a:cxn ang="0">
                <a:pos x="connsiteX79772" y="connsiteY79772"/>
              </a:cxn>
              <a:cxn ang="0">
                <a:pos x="connsiteX79773" y="connsiteY79773"/>
              </a:cxn>
              <a:cxn ang="0">
                <a:pos x="connsiteX79774" y="connsiteY79774"/>
              </a:cxn>
              <a:cxn ang="0">
                <a:pos x="connsiteX79775" y="connsiteY79775"/>
              </a:cxn>
              <a:cxn ang="0">
                <a:pos x="connsiteX79776" y="connsiteY79776"/>
              </a:cxn>
              <a:cxn ang="0">
                <a:pos x="connsiteX79777" y="connsiteY79777"/>
              </a:cxn>
              <a:cxn ang="0">
                <a:pos x="connsiteX79778" y="connsiteY79778"/>
              </a:cxn>
              <a:cxn ang="0">
                <a:pos x="connsiteX79779" y="connsiteY79779"/>
              </a:cxn>
              <a:cxn ang="0">
                <a:pos x="connsiteX79780" y="connsiteY79780"/>
              </a:cxn>
              <a:cxn ang="0">
                <a:pos x="connsiteX79781" y="connsiteY79781"/>
              </a:cxn>
              <a:cxn ang="0">
                <a:pos x="connsiteX79782" y="connsiteY79782"/>
              </a:cxn>
              <a:cxn ang="0">
                <a:pos x="connsiteX79783" y="connsiteY79783"/>
              </a:cxn>
              <a:cxn ang="0">
                <a:pos x="connsiteX79784" y="connsiteY79784"/>
              </a:cxn>
              <a:cxn ang="0">
                <a:pos x="connsiteX79785" y="connsiteY79785"/>
              </a:cxn>
              <a:cxn ang="0">
                <a:pos x="connsiteX79786" y="connsiteY79786"/>
              </a:cxn>
              <a:cxn ang="0">
                <a:pos x="connsiteX79787" y="connsiteY79787"/>
              </a:cxn>
              <a:cxn ang="0">
                <a:pos x="connsiteX79788" y="connsiteY79788"/>
              </a:cxn>
              <a:cxn ang="0">
                <a:pos x="connsiteX79789" y="connsiteY79789"/>
              </a:cxn>
              <a:cxn ang="0">
                <a:pos x="connsiteX79790" y="connsiteY79790"/>
              </a:cxn>
              <a:cxn ang="0">
                <a:pos x="connsiteX79791" y="connsiteY79791"/>
              </a:cxn>
              <a:cxn ang="0">
                <a:pos x="connsiteX79792" y="connsiteY79792"/>
              </a:cxn>
              <a:cxn ang="0">
                <a:pos x="connsiteX79793" y="connsiteY79793"/>
              </a:cxn>
              <a:cxn ang="0">
                <a:pos x="connsiteX79794" y="connsiteY79794"/>
              </a:cxn>
              <a:cxn ang="0">
                <a:pos x="connsiteX79795" y="connsiteY79795"/>
              </a:cxn>
              <a:cxn ang="0">
                <a:pos x="connsiteX79796" y="connsiteY79796"/>
              </a:cxn>
              <a:cxn ang="0">
                <a:pos x="connsiteX79797" y="connsiteY79797"/>
              </a:cxn>
              <a:cxn ang="0">
                <a:pos x="connsiteX79798" y="connsiteY79798"/>
              </a:cxn>
              <a:cxn ang="0">
                <a:pos x="connsiteX79799" y="connsiteY79799"/>
              </a:cxn>
              <a:cxn ang="0">
                <a:pos x="connsiteX79800" y="connsiteY79800"/>
              </a:cxn>
              <a:cxn ang="0">
                <a:pos x="connsiteX79801" y="connsiteY79801"/>
              </a:cxn>
              <a:cxn ang="0">
                <a:pos x="connsiteX79802" y="connsiteY79802"/>
              </a:cxn>
              <a:cxn ang="0">
                <a:pos x="connsiteX79803" y="connsiteY79803"/>
              </a:cxn>
              <a:cxn ang="0">
                <a:pos x="connsiteX79804" y="connsiteY79804"/>
              </a:cxn>
              <a:cxn ang="0">
                <a:pos x="connsiteX79805" y="connsiteY79805"/>
              </a:cxn>
              <a:cxn ang="0">
                <a:pos x="connsiteX79806" y="connsiteY79806"/>
              </a:cxn>
              <a:cxn ang="0">
                <a:pos x="connsiteX79807" y="connsiteY79807"/>
              </a:cxn>
              <a:cxn ang="0">
                <a:pos x="connsiteX79808" y="connsiteY79808"/>
              </a:cxn>
              <a:cxn ang="0">
                <a:pos x="connsiteX79809" y="connsiteY79809"/>
              </a:cxn>
              <a:cxn ang="0">
                <a:pos x="connsiteX79810" y="connsiteY79810"/>
              </a:cxn>
              <a:cxn ang="0">
                <a:pos x="connsiteX79811" y="connsiteY79811"/>
              </a:cxn>
              <a:cxn ang="0">
                <a:pos x="connsiteX79812" y="connsiteY79812"/>
              </a:cxn>
              <a:cxn ang="0">
                <a:pos x="connsiteX79813" y="connsiteY79813"/>
              </a:cxn>
              <a:cxn ang="0">
                <a:pos x="connsiteX79814" y="connsiteY79814"/>
              </a:cxn>
              <a:cxn ang="0">
                <a:pos x="connsiteX79815" y="connsiteY79815"/>
              </a:cxn>
              <a:cxn ang="0">
                <a:pos x="connsiteX79816" y="connsiteY79816"/>
              </a:cxn>
              <a:cxn ang="0">
                <a:pos x="connsiteX79817" y="connsiteY79817"/>
              </a:cxn>
              <a:cxn ang="0">
                <a:pos x="connsiteX79818" y="connsiteY79818"/>
              </a:cxn>
              <a:cxn ang="0">
                <a:pos x="connsiteX79819" y="connsiteY79819"/>
              </a:cxn>
              <a:cxn ang="0">
                <a:pos x="connsiteX79820" y="connsiteY79820"/>
              </a:cxn>
              <a:cxn ang="0">
                <a:pos x="connsiteX79821" y="connsiteY79821"/>
              </a:cxn>
              <a:cxn ang="0">
                <a:pos x="connsiteX79822" y="connsiteY79822"/>
              </a:cxn>
              <a:cxn ang="0">
                <a:pos x="connsiteX79823" y="connsiteY79823"/>
              </a:cxn>
              <a:cxn ang="0">
                <a:pos x="connsiteX79824" y="connsiteY79824"/>
              </a:cxn>
              <a:cxn ang="0">
                <a:pos x="connsiteX79825" y="connsiteY79825"/>
              </a:cxn>
              <a:cxn ang="0">
                <a:pos x="connsiteX79826" y="connsiteY79826"/>
              </a:cxn>
              <a:cxn ang="0">
                <a:pos x="connsiteX79827" y="connsiteY79827"/>
              </a:cxn>
              <a:cxn ang="0">
                <a:pos x="connsiteX79828" y="connsiteY79828"/>
              </a:cxn>
              <a:cxn ang="0">
                <a:pos x="connsiteX79829" y="connsiteY79829"/>
              </a:cxn>
              <a:cxn ang="0">
                <a:pos x="connsiteX79830" y="connsiteY79830"/>
              </a:cxn>
              <a:cxn ang="0">
                <a:pos x="connsiteX79831" y="connsiteY79831"/>
              </a:cxn>
              <a:cxn ang="0">
                <a:pos x="connsiteX79832" y="connsiteY79832"/>
              </a:cxn>
              <a:cxn ang="0">
                <a:pos x="connsiteX79833" y="connsiteY79833"/>
              </a:cxn>
              <a:cxn ang="0">
                <a:pos x="connsiteX79834" y="connsiteY79834"/>
              </a:cxn>
              <a:cxn ang="0">
                <a:pos x="connsiteX79835" y="connsiteY79835"/>
              </a:cxn>
              <a:cxn ang="0">
                <a:pos x="connsiteX79836" y="connsiteY79836"/>
              </a:cxn>
              <a:cxn ang="0">
                <a:pos x="connsiteX79837" y="connsiteY79837"/>
              </a:cxn>
              <a:cxn ang="0">
                <a:pos x="connsiteX79838" y="connsiteY79838"/>
              </a:cxn>
              <a:cxn ang="0">
                <a:pos x="connsiteX79839" y="connsiteY79839"/>
              </a:cxn>
              <a:cxn ang="0">
                <a:pos x="connsiteX79840" y="connsiteY79840"/>
              </a:cxn>
              <a:cxn ang="0">
                <a:pos x="connsiteX79841" y="connsiteY79841"/>
              </a:cxn>
              <a:cxn ang="0">
                <a:pos x="connsiteX79842" y="connsiteY79842"/>
              </a:cxn>
              <a:cxn ang="0">
                <a:pos x="connsiteX79843" y="connsiteY79843"/>
              </a:cxn>
              <a:cxn ang="0">
                <a:pos x="connsiteX79844" y="connsiteY79844"/>
              </a:cxn>
              <a:cxn ang="0">
                <a:pos x="connsiteX79845" y="connsiteY79845"/>
              </a:cxn>
              <a:cxn ang="0">
                <a:pos x="connsiteX79846" y="connsiteY79846"/>
              </a:cxn>
              <a:cxn ang="0">
                <a:pos x="connsiteX79847" y="connsiteY79847"/>
              </a:cxn>
              <a:cxn ang="0">
                <a:pos x="connsiteX79848" y="connsiteY79848"/>
              </a:cxn>
              <a:cxn ang="0">
                <a:pos x="connsiteX79849" y="connsiteY79849"/>
              </a:cxn>
              <a:cxn ang="0">
                <a:pos x="connsiteX79850" y="connsiteY79850"/>
              </a:cxn>
              <a:cxn ang="0">
                <a:pos x="connsiteX79851" y="connsiteY79851"/>
              </a:cxn>
              <a:cxn ang="0">
                <a:pos x="connsiteX79852" y="connsiteY79852"/>
              </a:cxn>
              <a:cxn ang="0">
                <a:pos x="connsiteX79853" y="connsiteY79853"/>
              </a:cxn>
              <a:cxn ang="0">
                <a:pos x="connsiteX79854" y="connsiteY79854"/>
              </a:cxn>
              <a:cxn ang="0">
                <a:pos x="connsiteX79855" y="connsiteY79855"/>
              </a:cxn>
              <a:cxn ang="0">
                <a:pos x="connsiteX79856" y="connsiteY79856"/>
              </a:cxn>
              <a:cxn ang="0">
                <a:pos x="connsiteX79857" y="connsiteY79857"/>
              </a:cxn>
              <a:cxn ang="0">
                <a:pos x="connsiteX79858" y="connsiteY79858"/>
              </a:cxn>
              <a:cxn ang="0">
                <a:pos x="connsiteX79859" y="connsiteY79859"/>
              </a:cxn>
              <a:cxn ang="0">
                <a:pos x="connsiteX79860" y="connsiteY79860"/>
              </a:cxn>
              <a:cxn ang="0">
                <a:pos x="connsiteX79861" y="connsiteY79861"/>
              </a:cxn>
              <a:cxn ang="0">
                <a:pos x="connsiteX79862" y="connsiteY79862"/>
              </a:cxn>
              <a:cxn ang="0">
                <a:pos x="connsiteX79863" y="connsiteY79863"/>
              </a:cxn>
              <a:cxn ang="0">
                <a:pos x="connsiteX79864" y="connsiteY79864"/>
              </a:cxn>
              <a:cxn ang="0">
                <a:pos x="connsiteX79865" y="connsiteY79865"/>
              </a:cxn>
              <a:cxn ang="0">
                <a:pos x="connsiteX79866" y="connsiteY79866"/>
              </a:cxn>
              <a:cxn ang="0">
                <a:pos x="connsiteX79867" y="connsiteY79867"/>
              </a:cxn>
              <a:cxn ang="0">
                <a:pos x="connsiteX79868" y="connsiteY79868"/>
              </a:cxn>
              <a:cxn ang="0">
                <a:pos x="connsiteX79869" y="connsiteY79869"/>
              </a:cxn>
              <a:cxn ang="0">
                <a:pos x="connsiteX79870" y="connsiteY79870"/>
              </a:cxn>
              <a:cxn ang="0">
                <a:pos x="connsiteX79871" y="connsiteY79871"/>
              </a:cxn>
              <a:cxn ang="0">
                <a:pos x="connsiteX79872" y="connsiteY79872"/>
              </a:cxn>
              <a:cxn ang="0">
                <a:pos x="connsiteX79873" y="connsiteY79873"/>
              </a:cxn>
              <a:cxn ang="0">
                <a:pos x="connsiteX79874" y="connsiteY79874"/>
              </a:cxn>
              <a:cxn ang="0">
                <a:pos x="connsiteX79875" y="connsiteY79875"/>
              </a:cxn>
              <a:cxn ang="0">
                <a:pos x="connsiteX79876" y="connsiteY79876"/>
              </a:cxn>
              <a:cxn ang="0">
                <a:pos x="connsiteX79877" y="connsiteY79877"/>
              </a:cxn>
              <a:cxn ang="0">
                <a:pos x="connsiteX79878" y="connsiteY79878"/>
              </a:cxn>
              <a:cxn ang="0">
                <a:pos x="connsiteX79879" y="connsiteY79879"/>
              </a:cxn>
              <a:cxn ang="0">
                <a:pos x="connsiteX79880" y="connsiteY79880"/>
              </a:cxn>
              <a:cxn ang="0">
                <a:pos x="connsiteX79881" y="connsiteY79881"/>
              </a:cxn>
              <a:cxn ang="0">
                <a:pos x="connsiteX79882" y="connsiteY79882"/>
              </a:cxn>
              <a:cxn ang="0">
                <a:pos x="connsiteX79883" y="connsiteY79883"/>
              </a:cxn>
              <a:cxn ang="0">
                <a:pos x="connsiteX79884" y="connsiteY79884"/>
              </a:cxn>
              <a:cxn ang="0">
                <a:pos x="connsiteX79885" y="connsiteY79885"/>
              </a:cxn>
              <a:cxn ang="0">
                <a:pos x="connsiteX79886" y="connsiteY79886"/>
              </a:cxn>
              <a:cxn ang="0">
                <a:pos x="connsiteX79887" y="connsiteY79887"/>
              </a:cxn>
              <a:cxn ang="0">
                <a:pos x="connsiteX79888" y="connsiteY79888"/>
              </a:cxn>
              <a:cxn ang="0">
                <a:pos x="connsiteX79889" y="connsiteY79889"/>
              </a:cxn>
              <a:cxn ang="0">
                <a:pos x="connsiteX79890" y="connsiteY79890"/>
              </a:cxn>
              <a:cxn ang="0">
                <a:pos x="connsiteX79891" y="connsiteY79891"/>
              </a:cxn>
              <a:cxn ang="0">
                <a:pos x="connsiteX79892" y="connsiteY79892"/>
              </a:cxn>
              <a:cxn ang="0">
                <a:pos x="connsiteX79893" y="connsiteY79893"/>
              </a:cxn>
              <a:cxn ang="0">
                <a:pos x="connsiteX79894" y="connsiteY79894"/>
              </a:cxn>
              <a:cxn ang="0">
                <a:pos x="connsiteX79895" y="connsiteY79895"/>
              </a:cxn>
              <a:cxn ang="0">
                <a:pos x="connsiteX79896" y="connsiteY79896"/>
              </a:cxn>
              <a:cxn ang="0">
                <a:pos x="connsiteX79897" y="connsiteY79897"/>
              </a:cxn>
              <a:cxn ang="0">
                <a:pos x="connsiteX79898" y="connsiteY79898"/>
              </a:cxn>
              <a:cxn ang="0">
                <a:pos x="connsiteX79899" y="connsiteY79899"/>
              </a:cxn>
              <a:cxn ang="0">
                <a:pos x="connsiteX79900" y="connsiteY79900"/>
              </a:cxn>
              <a:cxn ang="0">
                <a:pos x="connsiteX79901" y="connsiteY79901"/>
              </a:cxn>
              <a:cxn ang="0">
                <a:pos x="connsiteX79902" y="connsiteY79902"/>
              </a:cxn>
              <a:cxn ang="0">
                <a:pos x="connsiteX79903" y="connsiteY79903"/>
              </a:cxn>
              <a:cxn ang="0">
                <a:pos x="connsiteX79904" y="connsiteY79904"/>
              </a:cxn>
              <a:cxn ang="0">
                <a:pos x="connsiteX79905" y="connsiteY79905"/>
              </a:cxn>
              <a:cxn ang="0">
                <a:pos x="connsiteX79906" y="connsiteY79906"/>
              </a:cxn>
              <a:cxn ang="0">
                <a:pos x="connsiteX79907" y="connsiteY79907"/>
              </a:cxn>
              <a:cxn ang="0">
                <a:pos x="connsiteX79908" y="connsiteY79908"/>
              </a:cxn>
              <a:cxn ang="0">
                <a:pos x="connsiteX79909" y="connsiteY79909"/>
              </a:cxn>
              <a:cxn ang="0">
                <a:pos x="connsiteX79910" y="connsiteY79910"/>
              </a:cxn>
              <a:cxn ang="0">
                <a:pos x="connsiteX79911" y="connsiteY79911"/>
              </a:cxn>
              <a:cxn ang="0">
                <a:pos x="connsiteX79912" y="connsiteY79912"/>
              </a:cxn>
              <a:cxn ang="0">
                <a:pos x="connsiteX79913" y="connsiteY79913"/>
              </a:cxn>
              <a:cxn ang="0">
                <a:pos x="connsiteX79914" y="connsiteY79914"/>
              </a:cxn>
              <a:cxn ang="0">
                <a:pos x="connsiteX79915" y="connsiteY79915"/>
              </a:cxn>
              <a:cxn ang="0">
                <a:pos x="connsiteX79916" y="connsiteY79916"/>
              </a:cxn>
              <a:cxn ang="0">
                <a:pos x="connsiteX79917" y="connsiteY79917"/>
              </a:cxn>
              <a:cxn ang="0">
                <a:pos x="connsiteX79918" y="connsiteY79918"/>
              </a:cxn>
              <a:cxn ang="0">
                <a:pos x="connsiteX79919" y="connsiteY79919"/>
              </a:cxn>
              <a:cxn ang="0">
                <a:pos x="connsiteX79920" y="connsiteY79920"/>
              </a:cxn>
              <a:cxn ang="0">
                <a:pos x="connsiteX79921" y="connsiteY79921"/>
              </a:cxn>
              <a:cxn ang="0">
                <a:pos x="connsiteX79922" y="connsiteY79922"/>
              </a:cxn>
              <a:cxn ang="0">
                <a:pos x="connsiteX79923" y="connsiteY79923"/>
              </a:cxn>
              <a:cxn ang="0">
                <a:pos x="connsiteX79924" y="connsiteY79924"/>
              </a:cxn>
              <a:cxn ang="0">
                <a:pos x="connsiteX79925" y="connsiteY79925"/>
              </a:cxn>
              <a:cxn ang="0">
                <a:pos x="connsiteX79926" y="connsiteY79926"/>
              </a:cxn>
              <a:cxn ang="0">
                <a:pos x="connsiteX79927" y="connsiteY79927"/>
              </a:cxn>
              <a:cxn ang="0">
                <a:pos x="connsiteX79928" y="connsiteY79928"/>
              </a:cxn>
              <a:cxn ang="0">
                <a:pos x="connsiteX79929" y="connsiteY79929"/>
              </a:cxn>
              <a:cxn ang="0">
                <a:pos x="connsiteX79930" y="connsiteY79930"/>
              </a:cxn>
              <a:cxn ang="0">
                <a:pos x="connsiteX79931" y="connsiteY79931"/>
              </a:cxn>
              <a:cxn ang="0">
                <a:pos x="connsiteX79932" y="connsiteY79932"/>
              </a:cxn>
              <a:cxn ang="0">
                <a:pos x="connsiteX79933" y="connsiteY79933"/>
              </a:cxn>
              <a:cxn ang="0">
                <a:pos x="connsiteX79934" y="connsiteY79934"/>
              </a:cxn>
              <a:cxn ang="0">
                <a:pos x="connsiteX79935" y="connsiteY79935"/>
              </a:cxn>
              <a:cxn ang="0">
                <a:pos x="connsiteX79936" y="connsiteY79936"/>
              </a:cxn>
              <a:cxn ang="0">
                <a:pos x="connsiteX79937" y="connsiteY79937"/>
              </a:cxn>
              <a:cxn ang="0">
                <a:pos x="connsiteX79938" y="connsiteY79938"/>
              </a:cxn>
              <a:cxn ang="0">
                <a:pos x="connsiteX79939" y="connsiteY79939"/>
              </a:cxn>
              <a:cxn ang="0">
                <a:pos x="connsiteX79940" y="connsiteY79940"/>
              </a:cxn>
              <a:cxn ang="0">
                <a:pos x="connsiteX79941" y="connsiteY79941"/>
              </a:cxn>
              <a:cxn ang="0">
                <a:pos x="connsiteX79942" y="connsiteY79942"/>
              </a:cxn>
              <a:cxn ang="0">
                <a:pos x="connsiteX79943" y="connsiteY79943"/>
              </a:cxn>
              <a:cxn ang="0">
                <a:pos x="connsiteX79944" y="connsiteY79944"/>
              </a:cxn>
              <a:cxn ang="0">
                <a:pos x="connsiteX79945" y="connsiteY79945"/>
              </a:cxn>
              <a:cxn ang="0">
                <a:pos x="connsiteX79946" y="connsiteY79946"/>
              </a:cxn>
              <a:cxn ang="0">
                <a:pos x="connsiteX79947" y="connsiteY79947"/>
              </a:cxn>
              <a:cxn ang="0">
                <a:pos x="connsiteX79948" y="connsiteY79948"/>
              </a:cxn>
              <a:cxn ang="0">
                <a:pos x="connsiteX79949" y="connsiteY79949"/>
              </a:cxn>
              <a:cxn ang="0">
                <a:pos x="connsiteX79950" y="connsiteY79950"/>
              </a:cxn>
              <a:cxn ang="0">
                <a:pos x="connsiteX79951" y="connsiteY79951"/>
              </a:cxn>
              <a:cxn ang="0">
                <a:pos x="connsiteX79952" y="connsiteY79952"/>
              </a:cxn>
              <a:cxn ang="0">
                <a:pos x="connsiteX79953" y="connsiteY79953"/>
              </a:cxn>
              <a:cxn ang="0">
                <a:pos x="connsiteX79954" y="connsiteY79954"/>
              </a:cxn>
              <a:cxn ang="0">
                <a:pos x="connsiteX79955" y="connsiteY79955"/>
              </a:cxn>
              <a:cxn ang="0">
                <a:pos x="connsiteX79956" y="connsiteY79956"/>
              </a:cxn>
              <a:cxn ang="0">
                <a:pos x="connsiteX79957" y="connsiteY79957"/>
              </a:cxn>
              <a:cxn ang="0">
                <a:pos x="connsiteX79958" y="connsiteY79958"/>
              </a:cxn>
              <a:cxn ang="0">
                <a:pos x="connsiteX79959" y="connsiteY79959"/>
              </a:cxn>
              <a:cxn ang="0">
                <a:pos x="connsiteX79960" y="connsiteY79960"/>
              </a:cxn>
              <a:cxn ang="0">
                <a:pos x="connsiteX79961" y="connsiteY79961"/>
              </a:cxn>
              <a:cxn ang="0">
                <a:pos x="connsiteX79962" y="connsiteY79962"/>
              </a:cxn>
              <a:cxn ang="0">
                <a:pos x="connsiteX79963" y="connsiteY79963"/>
              </a:cxn>
              <a:cxn ang="0">
                <a:pos x="connsiteX79964" y="connsiteY79964"/>
              </a:cxn>
              <a:cxn ang="0">
                <a:pos x="connsiteX79965" y="connsiteY79965"/>
              </a:cxn>
              <a:cxn ang="0">
                <a:pos x="connsiteX79966" y="connsiteY79966"/>
              </a:cxn>
              <a:cxn ang="0">
                <a:pos x="connsiteX79967" y="connsiteY79967"/>
              </a:cxn>
              <a:cxn ang="0">
                <a:pos x="connsiteX79968" y="connsiteY79968"/>
              </a:cxn>
              <a:cxn ang="0">
                <a:pos x="connsiteX79969" y="connsiteY79969"/>
              </a:cxn>
              <a:cxn ang="0">
                <a:pos x="connsiteX79970" y="connsiteY79970"/>
              </a:cxn>
              <a:cxn ang="0">
                <a:pos x="connsiteX79971" y="connsiteY79971"/>
              </a:cxn>
              <a:cxn ang="0">
                <a:pos x="connsiteX79972" y="connsiteY79972"/>
              </a:cxn>
              <a:cxn ang="0">
                <a:pos x="connsiteX79973" y="connsiteY79973"/>
              </a:cxn>
              <a:cxn ang="0">
                <a:pos x="connsiteX79974" y="connsiteY79974"/>
              </a:cxn>
              <a:cxn ang="0">
                <a:pos x="connsiteX79975" y="connsiteY79975"/>
              </a:cxn>
              <a:cxn ang="0">
                <a:pos x="connsiteX79976" y="connsiteY79976"/>
              </a:cxn>
              <a:cxn ang="0">
                <a:pos x="connsiteX79977" y="connsiteY79977"/>
              </a:cxn>
              <a:cxn ang="0">
                <a:pos x="connsiteX79978" y="connsiteY79978"/>
              </a:cxn>
              <a:cxn ang="0">
                <a:pos x="connsiteX79979" y="connsiteY79979"/>
              </a:cxn>
              <a:cxn ang="0">
                <a:pos x="connsiteX79980" y="connsiteY79980"/>
              </a:cxn>
              <a:cxn ang="0">
                <a:pos x="connsiteX79981" y="connsiteY79981"/>
              </a:cxn>
              <a:cxn ang="0">
                <a:pos x="connsiteX79982" y="connsiteY79982"/>
              </a:cxn>
              <a:cxn ang="0">
                <a:pos x="connsiteX79983" y="connsiteY79983"/>
              </a:cxn>
              <a:cxn ang="0">
                <a:pos x="connsiteX79984" y="connsiteY79984"/>
              </a:cxn>
              <a:cxn ang="0">
                <a:pos x="connsiteX79985" y="connsiteY79985"/>
              </a:cxn>
              <a:cxn ang="0">
                <a:pos x="connsiteX79986" y="connsiteY79986"/>
              </a:cxn>
              <a:cxn ang="0">
                <a:pos x="connsiteX79987" y="connsiteY79987"/>
              </a:cxn>
              <a:cxn ang="0">
                <a:pos x="connsiteX79988" y="connsiteY79988"/>
              </a:cxn>
              <a:cxn ang="0">
                <a:pos x="connsiteX79989" y="connsiteY79989"/>
              </a:cxn>
              <a:cxn ang="0">
                <a:pos x="connsiteX79990" y="connsiteY79990"/>
              </a:cxn>
              <a:cxn ang="0">
                <a:pos x="connsiteX79991" y="connsiteY79991"/>
              </a:cxn>
              <a:cxn ang="0">
                <a:pos x="connsiteX79992" y="connsiteY79992"/>
              </a:cxn>
              <a:cxn ang="0">
                <a:pos x="connsiteX79993" y="connsiteY79993"/>
              </a:cxn>
              <a:cxn ang="0">
                <a:pos x="connsiteX79994" y="connsiteY79994"/>
              </a:cxn>
              <a:cxn ang="0">
                <a:pos x="connsiteX79995" y="connsiteY79995"/>
              </a:cxn>
              <a:cxn ang="0">
                <a:pos x="connsiteX79996" y="connsiteY79996"/>
              </a:cxn>
              <a:cxn ang="0">
                <a:pos x="connsiteX79997" y="connsiteY79997"/>
              </a:cxn>
              <a:cxn ang="0">
                <a:pos x="connsiteX79998" y="connsiteY79998"/>
              </a:cxn>
              <a:cxn ang="0">
                <a:pos x="connsiteX79999" y="connsiteY79999"/>
              </a:cxn>
              <a:cxn ang="0">
                <a:pos x="connsiteX80000" y="connsiteY80000"/>
              </a:cxn>
              <a:cxn ang="0">
                <a:pos x="connsiteX80001" y="connsiteY80001"/>
              </a:cxn>
              <a:cxn ang="0">
                <a:pos x="connsiteX80002" y="connsiteY80002"/>
              </a:cxn>
              <a:cxn ang="0">
                <a:pos x="connsiteX80003" y="connsiteY80003"/>
              </a:cxn>
              <a:cxn ang="0">
                <a:pos x="connsiteX80004" y="connsiteY80004"/>
              </a:cxn>
              <a:cxn ang="0">
                <a:pos x="connsiteX80005" y="connsiteY80005"/>
              </a:cxn>
              <a:cxn ang="0">
                <a:pos x="connsiteX80006" y="connsiteY80006"/>
              </a:cxn>
              <a:cxn ang="0">
                <a:pos x="connsiteX80007" y="connsiteY80007"/>
              </a:cxn>
              <a:cxn ang="0">
                <a:pos x="connsiteX80008" y="connsiteY80008"/>
              </a:cxn>
              <a:cxn ang="0">
                <a:pos x="connsiteX80009" y="connsiteY80009"/>
              </a:cxn>
              <a:cxn ang="0">
                <a:pos x="connsiteX80010" y="connsiteY80010"/>
              </a:cxn>
              <a:cxn ang="0">
                <a:pos x="connsiteX80011" y="connsiteY80011"/>
              </a:cxn>
              <a:cxn ang="0">
                <a:pos x="connsiteX80012" y="connsiteY80012"/>
              </a:cxn>
              <a:cxn ang="0">
                <a:pos x="connsiteX80013" y="connsiteY80013"/>
              </a:cxn>
              <a:cxn ang="0">
                <a:pos x="connsiteX80014" y="connsiteY80014"/>
              </a:cxn>
              <a:cxn ang="0">
                <a:pos x="connsiteX80015" y="connsiteY80015"/>
              </a:cxn>
              <a:cxn ang="0">
                <a:pos x="connsiteX80016" y="connsiteY80016"/>
              </a:cxn>
              <a:cxn ang="0">
                <a:pos x="connsiteX80017" y="connsiteY80017"/>
              </a:cxn>
              <a:cxn ang="0">
                <a:pos x="connsiteX80018" y="connsiteY80018"/>
              </a:cxn>
              <a:cxn ang="0">
                <a:pos x="connsiteX80019" y="connsiteY80019"/>
              </a:cxn>
              <a:cxn ang="0">
                <a:pos x="connsiteX80020" y="connsiteY80020"/>
              </a:cxn>
              <a:cxn ang="0">
                <a:pos x="connsiteX80021" y="connsiteY80021"/>
              </a:cxn>
              <a:cxn ang="0">
                <a:pos x="connsiteX80022" y="connsiteY80022"/>
              </a:cxn>
              <a:cxn ang="0">
                <a:pos x="connsiteX80023" y="connsiteY80023"/>
              </a:cxn>
              <a:cxn ang="0">
                <a:pos x="connsiteX80024" y="connsiteY80024"/>
              </a:cxn>
              <a:cxn ang="0">
                <a:pos x="connsiteX80025" y="connsiteY80025"/>
              </a:cxn>
              <a:cxn ang="0">
                <a:pos x="connsiteX80026" y="connsiteY80026"/>
              </a:cxn>
              <a:cxn ang="0">
                <a:pos x="connsiteX80027" y="connsiteY80027"/>
              </a:cxn>
              <a:cxn ang="0">
                <a:pos x="connsiteX80028" y="connsiteY80028"/>
              </a:cxn>
              <a:cxn ang="0">
                <a:pos x="connsiteX80029" y="connsiteY80029"/>
              </a:cxn>
              <a:cxn ang="0">
                <a:pos x="connsiteX80030" y="connsiteY80030"/>
              </a:cxn>
              <a:cxn ang="0">
                <a:pos x="connsiteX80031" y="connsiteY80031"/>
              </a:cxn>
              <a:cxn ang="0">
                <a:pos x="connsiteX80032" y="connsiteY80032"/>
              </a:cxn>
              <a:cxn ang="0">
                <a:pos x="connsiteX80033" y="connsiteY80033"/>
              </a:cxn>
              <a:cxn ang="0">
                <a:pos x="connsiteX80034" y="connsiteY80034"/>
              </a:cxn>
              <a:cxn ang="0">
                <a:pos x="connsiteX80035" y="connsiteY80035"/>
              </a:cxn>
              <a:cxn ang="0">
                <a:pos x="connsiteX80036" y="connsiteY80036"/>
              </a:cxn>
              <a:cxn ang="0">
                <a:pos x="connsiteX80037" y="connsiteY80037"/>
              </a:cxn>
              <a:cxn ang="0">
                <a:pos x="connsiteX80038" y="connsiteY80038"/>
              </a:cxn>
              <a:cxn ang="0">
                <a:pos x="connsiteX80039" y="connsiteY80039"/>
              </a:cxn>
              <a:cxn ang="0">
                <a:pos x="connsiteX80040" y="connsiteY80040"/>
              </a:cxn>
              <a:cxn ang="0">
                <a:pos x="connsiteX80041" y="connsiteY80041"/>
              </a:cxn>
              <a:cxn ang="0">
                <a:pos x="connsiteX80042" y="connsiteY80042"/>
              </a:cxn>
              <a:cxn ang="0">
                <a:pos x="connsiteX80043" y="connsiteY80043"/>
              </a:cxn>
              <a:cxn ang="0">
                <a:pos x="connsiteX80044" y="connsiteY80044"/>
              </a:cxn>
              <a:cxn ang="0">
                <a:pos x="connsiteX80045" y="connsiteY80045"/>
              </a:cxn>
              <a:cxn ang="0">
                <a:pos x="connsiteX80046" y="connsiteY80046"/>
              </a:cxn>
              <a:cxn ang="0">
                <a:pos x="connsiteX80047" y="connsiteY80047"/>
              </a:cxn>
              <a:cxn ang="0">
                <a:pos x="connsiteX80048" y="connsiteY80048"/>
              </a:cxn>
              <a:cxn ang="0">
                <a:pos x="connsiteX80049" y="connsiteY80049"/>
              </a:cxn>
              <a:cxn ang="0">
                <a:pos x="connsiteX80050" y="connsiteY80050"/>
              </a:cxn>
              <a:cxn ang="0">
                <a:pos x="connsiteX80051" y="connsiteY80051"/>
              </a:cxn>
              <a:cxn ang="0">
                <a:pos x="connsiteX80052" y="connsiteY80052"/>
              </a:cxn>
              <a:cxn ang="0">
                <a:pos x="connsiteX80053" y="connsiteY80053"/>
              </a:cxn>
              <a:cxn ang="0">
                <a:pos x="connsiteX80054" y="connsiteY80054"/>
              </a:cxn>
              <a:cxn ang="0">
                <a:pos x="connsiteX80055" y="connsiteY80055"/>
              </a:cxn>
              <a:cxn ang="0">
                <a:pos x="connsiteX80056" y="connsiteY80056"/>
              </a:cxn>
              <a:cxn ang="0">
                <a:pos x="connsiteX80057" y="connsiteY80057"/>
              </a:cxn>
              <a:cxn ang="0">
                <a:pos x="connsiteX80058" y="connsiteY80058"/>
              </a:cxn>
              <a:cxn ang="0">
                <a:pos x="connsiteX80059" y="connsiteY80059"/>
              </a:cxn>
              <a:cxn ang="0">
                <a:pos x="connsiteX80060" y="connsiteY80060"/>
              </a:cxn>
              <a:cxn ang="0">
                <a:pos x="connsiteX80061" y="connsiteY80061"/>
              </a:cxn>
              <a:cxn ang="0">
                <a:pos x="connsiteX80062" y="connsiteY80062"/>
              </a:cxn>
              <a:cxn ang="0">
                <a:pos x="connsiteX80063" y="connsiteY80063"/>
              </a:cxn>
              <a:cxn ang="0">
                <a:pos x="connsiteX80064" y="connsiteY80064"/>
              </a:cxn>
              <a:cxn ang="0">
                <a:pos x="connsiteX80065" y="connsiteY80065"/>
              </a:cxn>
              <a:cxn ang="0">
                <a:pos x="connsiteX80066" y="connsiteY80066"/>
              </a:cxn>
              <a:cxn ang="0">
                <a:pos x="connsiteX80067" y="connsiteY80067"/>
              </a:cxn>
              <a:cxn ang="0">
                <a:pos x="connsiteX80068" y="connsiteY80068"/>
              </a:cxn>
              <a:cxn ang="0">
                <a:pos x="connsiteX80069" y="connsiteY80069"/>
              </a:cxn>
              <a:cxn ang="0">
                <a:pos x="connsiteX80070" y="connsiteY80070"/>
              </a:cxn>
              <a:cxn ang="0">
                <a:pos x="connsiteX80071" y="connsiteY80071"/>
              </a:cxn>
              <a:cxn ang="0">
                <a:pos x="connsiteX80072" y="connsiteY80072"/>
              </a:cxn>
              <a:cxn ang="0">
                <a:pos x="connsiteX80073" y="connsiteY80073"/>
              </a:cxn>
              <a:cxn ang="0">
                <a:pos x="connsiteX80074" y="connsiteY80074"/>
              </a:cxn>
              <a:cxn ang="0">
                <a:pos x="connsiteX80075" y="connsiteY80075"/>
              </a:cxn>
              <a:cxn ang="0">
                <a:pos x="connsiteX80076" y="connsiteY80076"/>
              </a:cxn>
              <a:cxn ang="0">
                <a:pos x="connsiteX80077" y="connsiteY80077"/>
              </a:cxn>
              <a:cxn ang="0">
                <a:pos x="connsiteX80078" y="connsiteY80078"/>
              </a:cxn>
              <a:cxn ang="0">
                <a:pos x="connsiteX80079" y="connsiteY80079"/>
              </a:cxn>
              <a:cxn ang="0">
                <a:pos x="connsiteX80080" y="connsiteY80080"/>
              </a:cxn>
              <a:cxn ang="0">
                <a:pos x="connsiteX80081" y="connsiteY80081"/>
              </a:cxn>
              <a:cxn ang="0">
                <a:pos x="connsiteX80082" y="connsiteY80082"/>
              </a:cxn>
              <a:cxn ang="0">
                <a:pos x="connsiteX80083" y="connsiteY80083"/>
              </a:cxn>
              <a:cxn ang="0">
                <a:pos x="connsiteX80084" y="connsiteY80084"/>
              </a:cxn>
              <a:cxn ang="0">
                <a:pos x="connsiteX80085" y="connsiteY80085"/>
              </a:cxn>
              <a:cxn ang="0">
                <a:pos x="connsiteX80086" y="connsiteY80086"/>
              </a:cxn>
              <a:cxn ang="0">
                <a:pos x="connsiteX80087" y="connsiteY80087"/>
              </a:cxn>
              <a:cxn ang="0">
                <a:pos x="connsiteX80088" y="connsiteY80088"/>
              </a:cxn>
              <a:cxn ang="0">
                <a:pos x="connsiteX80089" y="connsiteY80089"/>
              </a:cxn>
              <a:cxn ang="0">
                <a:pos x="connsiteX80090" y="connsiteY80090"/>
              </a:cxn>
              <a:cxn ang="0">
                <a:pos x="connsiteX80091" y="connsiteY80091"/>
              </a:cxn>
              <a:cxn ang="0">
                <a:pos x="connsiteX80092" y="connsiteY80092"/>
              </a:cxn>
              <a:cxn ang="0">
                <a:pos x="connsiteX80093" y="connsiteY80093"/>
              </a:cxn>
              <a:cxn ang="0">
                <a:pos x="connsiteX80094" y="connsiteY80094"/>
              </a:cxn>
              <a:cxn ang="0">
                <a:pos x="connsiteX80095" y="connsiteY80095"/>
              </a:cxn>
              <a:cxn ang="0">
                <a:pos x="connsiteX80096" y="connsiteY80096"/>
              </a:cxn>
              <a:cxn ang="0">
                <a:pos x="connsiteX80097" y="connsiteY80097"/>
              </a:cxn>
              <a:cxn ang="0">
                <a:pos x="connsiteX80098" y="connsiteY80098"/>
              </a:cxn>
              <a:cxn ang="0">
                <a:pos x="connsiteX80099" y="connsiteY80099"/>
              </a:cxn>
              <a:cxn ang="0">
                <a:pos x="connsiteX80100" y="connsiteY80100"/>
              </a:cxn>
              <a:cxn ang="0">
                <a:pos x="connsiteX80101" y="connsiteY80101"/>
              </a:cxn>
              <a:cxn ang="0">
                <a:pos x="connsiteX80102" y="connsiteY80102"/>
              </a:cxn>
              <a:cxn ang="0">
                <a:pos x="connsiteX80103" y="connsiteY80103"/>
              </a:cxn>
              <a:cxn ang="0">
                <a:pos x="connsiteX80104" y="connsiteY80104"/>
              </a:cxn>
              <a:cxn ang="0">
                <a:pos x="connsiteX80105" y="connsiteY80105"/>
              </a:cxn>
              <a:cxn ang="0">
                <a:pos x="connsiteX80106" y="connsiteY80106"/>
              </a:cxn>
              <a:cxn ang="0">
                <a:pos x="connsiteX80107" y="connsiteY80107"/>
              </a:cxn>
              <a:cxn ang="0">
                <a:pos x="connsiteX80108" y="connsiteY80108"/>
              </a:cxn>
              <a:cxn ang="0">
                <a:pos x="connsiteX80109" y="connsiteY80109"/>
              </a:cxn>
              <a:cxn ang="0">
                <a:pos x="connsiteX80110" y="connsiteY80110"/>
              </a:cxn>
              <a:cxn ang="0">
                <a:pos x="connsiteX80111" y="connsiteY80111"/>
              </a:cxn>
              <a:cxn ang="0">
                <a:pos x="connsiteX80112" y="connsiteY80112"/>
              </a:cxn>
              <a:cxn ang="0">
                <a:pos x="connsiteX80113" y="connsiteY80113"/>
              </a:cxn>
              <a:cxn ang="0">
                <a:pos x="connsiteX80114" y="connsiteY80114"/>
              </a:cxn>
              <a:cxn ang="0">
                <a:pos x="connsiteX80115" y="connsiteY80115"/>
              </a:cxn>
              <a:cxn ang="0">
                <a:pos x="connsiteX80116" y="connsiteY80116"/>
              </a:cxn>
              <a:cxn ang="0">
                <a:pos x="connsiteX80117" y="connsiteY80117"/>
              </a:cxn>
              <a:cxn ang="0">
                <a:pos x="connsiteX80118" y="connsiteY80118"/>
              </a:cxn>
              <a:cxn ang="0">
                <a:pos x="connsiteX80119" y="connsiteY80119"/>
              </a:cxn>
              <a:cxn ang="0">
                <a:pos x="connsiteX80120" y="connsiteY80120"/>
              </a:cxn>
              <a:cxn ang="0">
                <a:pos x="connsiteX80121" y="connsiteY80121"/>
              </a:cxn>
              <a:cxn ang="0">
                <a:pos x="connsiteX80122" y="connsiteY80122"/>
              </a:cxn>
              <a:cxn ang="0">
                <a:pos x="connsiteX80123" y="connsiteY80123"/>
              </a:cxn>
              <a:cxn ang="0">
                <a:pos x="connsiteX80124" y="connsiteY80124"/>
              </a:cxn>
              <a:cxn ang="0">
                <a:pos x="connsiteX80125" y="connsiteY80125"/>
              </a:cxn>
              <a:cxn ang="0">
                <a:pos x="connsiteX80126" y="connsiteY80126"/>
              </a:cxn>
              <a:cxn ang="0">
                <a:pos x="connsiteX80127" y="connsiteY80127"/>
              </a:cxn>
              <a:cxn ang="0">
                <a:pos x="connsiteX80128" y="connsiteY80128"/>
              </a:cxn>
              <a:cxn ang="0">
                <a:pos x="connsiteX80129" y="connsiteY80129"/>
              </a:cxn>
              <a:cxn ang="0">
                <a:pos x="connsiteX80130" y="connsiteY80130"/>
              </a:cxn>
              <a:cxn ang="0">
                <a:pos x="connsiteX80131" y="connsiteY80131"/>
              </a:cxn>
              <a:cxn ang="0">
                <a:pos x="connsiteX80132" y="connsiteY80132"/>
              </a:cxn>
              <a:cxn ang="0">
                <a:pos x="connsiteX80133" y="connsiteY80133"/>
              </a:cxn>
              <a:cxn ang="0">
                <a:pos x="connsiteX80134" y="connsiteY80134"/>
              </a:cxn>
              <a:cxn ang="0">
                <a:pos x="connsiteX80135" y="connsiteY80135"/>
              </a:cxn>
              <a:cxn ang="0">
                <a:pos x="connsiteX80136" y="connsiteY80136"/>
              </a:cxn>
              <a:cxn ang="0">
                <a:pos x="connsiteX80137" y="connsiteY80137"/>
              </a:cxn>
              <a:cxn ang="0">
                <a:pos x="connsiteX80138" y="connsiteY80138"/>
              </a:cxn>
              <a:cxn ang="0">
                <a:pos x="connsiteX80139" y="connsiteY80139"/>
              </a:cxn>
              <a:cxn ang="0">
                <a:pos x="connsiteX80140" y="connsiteY80140"/>
              </a:cxn>
              <a:cxn ang="0">
                <a:pos x="connsiteX80141" y="connsiteY80141"/>
              </a:cxn>
              <a:cxn ang="0">
                <a:pos x="connsiteX80142" y="connsiteY80142"/>
              </a:cxn>
              <a:cxn ang="0">
                <a:pos x="connsiteX80143" y="connsiteY80143"/>
              </a:cxn>
              <a:cxn ang="0">
                <a:pos x="connsiteX80144" y="connsiteY80144"/>
              </a:cxn>
              <a:cxn ang="0">
                <a:pos x="connsiteX80145" y="connsiteY80145"/>
              </a:cxn>
              <a:cxn ang="0">
                <a:pos x="connsiteX80146" y="connsiteY80146"/>
              </a:cxn>
              <a:cxn ang="0">
                <a:pos x="connsiteX80147" y="connsiteY80147"/>
              </a:cxn>
              <a:cxn ang="0">
                <a:pos x="connsiteX80148" y="connsiteY80148"/>
              </a:cxn>
              <a:cxn ang="0">
                <a:pos x="connsiteX80149" y="connsiteY80149"/>
              </a:cxn>
              <a:cxn ang="0">
                <a:pos x="connsiteX80150" y="connsiteY80150"/>
              </a:cxn>
              <a:cxn ang="0">
                <a:pos x="connsiteX80151" y="connsiteY80151"/>
              </a:cxn>
              <a:cxn ang="0">
                <a:pos x="connsiteX80152" y="connsiteY80152"/>
              </a:cxn>
              <a:cxn ang="0">
                <a:pos x="connsiteX80153" y="connsiteY80153"/>
              </a:cxn>
              <a:cxn ang="0">
                <a:pos x="connsiteX80154" y="connsiteY80154"/>
              </a:cxn>
              <a:cxn ang="0">
                <a:pos x="connsiteX80155" y="connsiteY80155"/>
              </a:cxn>
              <a:cxn ang="0">
                <a:pos x="connsiteX80156" y="connsiteY80156"/>
              </a:cxn>
              <a:cxn ang="0">
                <a:pos x="connsiteX80157" y="connsiteY80157"/>
              </a:cxn>
              <a:cxn ang="0">
                <a:pos x="connsiteX80158" y="connsiteY80158"/>
              </a:cxn>
              <a:cxn ang="0">
                <a:pos x="connsiteX80159" y="connsiteY80159"/>
              </a:cxn>
              <a:cxn ang="0">
                <a:pos x="connsiteX80160" y="connsiteY80160"/>
              </a:cxn>
              <a:cxn ang="0">
                <a:pos x="connsiteX80161" y="connsiteY80161"/>
              </a:cxn>
              <a:cxn ang="0">
                <a:pos x="connsiteX80162" y="connsiteY80162"/>
              </a:cxn>
              <a:cxn ang="0">
                <a:pos x="connsiteX80163" y="connsiteY80163"/>
              </a:cxn>
              <a:cxn ang="0">
                <a:pos x="connsiteX80164" y="connsiteY80164"/>
              </a:cxn>
              <a:cxn ang="0">
                <a:pos x="connsiteX80165" y="connsiteY80165"/>
              </a:cxn>
              <a:cxn ang="0">
                <a:pos x="connsiteX80166" y="connsiteY80166"/>
              </a:cxn>
              <a:cxn ang="0">
                <a:pos x="connsiteX80167" y="connsiteY80167"/>
              </a:cxn>
              <a:cxn ang="0">
                <a:pos x="connsiteX80168" y="connsiteY80168"/>
              </a:cxn>
              <a:cxn ang="0">
                <a:pos x="connsiteX80169" y="connsiteY80169"/>
              </a:cxn>
              <a:cxn ang="0">
                <a:pos x="connsiteX80170" y="connsiteY80170"/>
              </a:cxn>
              <a:cxn ang="0">
                <a:pos x="connsiteX80171" y="connsiteY80171"/>
              </a:cxn>
              <a:cxn ang="0">
                <a:pos x="connsiteX80172" y="connsiteY80172"/>
              </a:cxn>
              <a:cxn ang="0">
                <a:pos x="connsiteX80173" y="connsiteY80173"/>
              </a:cxn>
              <a:cxn ang="0">
                <a:pos x="connsiteX80174" y="connsiteY80174"/>
              </a:cxn>
              <a:cxn ang="0">
                <a:pos x="connsiteX80175" y="connsiteY80175"/>
              </a:cxn>
              <a:cxn ang="0">
                <a:pos x="connsiteX80176" y="connsiteY80176"/>
              </a:cxn>
              <a:cxn ang="0">
                <a:pos x="connsiteX80177" y="connsiteY80177"/>
              </a:cxn>
              <a:cxn ang="0">
                <a:pos x="connsiteX80178" y="connsiteY80178"/>
              </a:cxn>
              <a:cxn ang="0">
                <a:pos x="connsiteX80179" y="connsiteY80179"/>
              </a:cxn>
              <a:cxn ang="0">
                <a:pos x="connsiteX80180" y="connsiteY80180"/>
              </a:cxn>
              <a:cxn ang="0">
                <a:pos x="connsiteX80181" y="connsiteY80181"/>
              </a:cxn>
              <a:cxn ang="0">
                <a:pos x="connsiteX80182" y="connsiteY80182"/>
              </a:cxn>
              <a:cxn ang="0">
                <a:pos x="connsiteX80183" y="connsiteY80183"/>
              </a:cxn>
              <a:cxn ang="0">
                <a:pos x="connsiteX80184" y="connsiteY80184"/>
              </a:cxn>
              <a:cxn ang="0">
                <a:pos x="connsiteX80185" y="connsiteY80185"/>
              </a:cxn>
              <a:cxn ang="0">
                <a:pos x="connsiteX80186" y="connsiteY80186"/>
              </a:cxn>
              <a:cxn ang="0">
                <a:pos x="connsiteX80187" y="connsiteY80187"/>
              </a:cxn>
              <a:cxn ang="0">
                <a:pos x="connsiteX80188" y="connsiteY80188"/>
              </a:cxn>
              <a:cxn ang="0">
                <a:pos x="connsiteX80189" y="connsiteY80189"/>
              </a:cxn>
              <a:cxn ang="0">
                <a:pos x="connsiteX80190" y="connsiteY80190"/>
              </a:cxn>
              <a:cxn ang="0">
                <a:pos x="connsiteX80191" y="connsiteY80191"/>
              </a:cxn>
              <a:cxn ang="0">
                <a:pos x="connsiteX80192" y="connsiteY80192"/>
              </a:cxn>
              <a:cxn ang="0">
                <a:pos x="connsiteX80193" y="connsiteY80193"/>
              </a:cxn>
              <a:cxn ang="0">
                <a:pos x="connsiteX80194" y="connsiteY80194"/>
              </a:cxn>
              <a:cxn ang="0">
                <a:pos x="connsiteX80195" y="connsiteY80195"/>
              </a:cxn>
              <a:cxn ang="0">
                <a:pos x="connsiteX80196" y="connsiteY80196"/>
              </a:cxn>
              <a:cxn ang="0">
                <a:pos x="connsiteX80197" y="connsiteY80197"/>
              </a:cxn>
              <a:cxn ang="0">
                <a:pos x="connsiteX80198" y="connsiteY80198"/>
              </a:cxn>
              <a:cxn ang="0">
                <a:pos x="connsiteX80199" y="connsiteY80199"/>
              </a:cxn>
              <a:cxn ang="0">
                <a:pos x="connsiteX80200" y="connsiteY80200"/>
              </a:cxn>
              <a:cxn ang="0">
                <a:pos x="connsiteX80201" y="connsiteY80201"/>
              </a:cxn>
              <a:cxn ang="0">
                <a:pos x="connsiteX80202" y="connsiteY80202"/>
              </a:cxn>
              <a:cxn ang="0">
                <a:pos x="connsiteX80203" y="connsiteY80203"/>
              </a:cxn>
              <a:cxn ang="0">
                <a:pos x="connsiteX80204" y="connsiteY80204"/>
              </a:cxn>
              <a:cxn ang="0">
                <a:pos x="connsiteX80205" y="connsiteY80205"/>
              </a:cxn>
              <a:cxn ang="0">
                <a:pos x="connsiteX80206" y="connsiteY80206"/>
              </a:cxn>
              <a:cxn ang="0">
                <a:pos x="connsiteX80207" y="connsiteY80207"/>
              </a:cxn>
              <a:cxn ang="0">
                <a:pos x="connsiteX80208" y="connsiteY80208"/>
              </a:cxn>
              <a:cxn ang="0">
                <a:pos x="connsiteX80209" y="connsiteY80209"/>
              </a:cxn>
              <a:cxn ang="0">
                <a:pos x="connsiteX80210" y="connsiteY80210"/>
              </a:cxn>
              <a:cxn ang="0">
                <a:pos x="connsiteX80211" y="connsiteY80211"/>
              </a:cxn>
              <a:cxn ang="0">
                <a:pos x="connsiteX80212" y="connsiteY80212"/>
              </a:cxn>
              <a:cxn ang="0">
                <a:pos x="connsiteX80213" y="connsiteY80213"/>
              </a:cxn>
              <a:cxn ang="0">
                <a:pos x="connsiteX80214" y="connsiteY80214"/>
              </a:cxn>
              <a:cxn ang="0">
                <a:pos x="connsiteX80215" y="connsiteY80215"/>
              </a:cxn>
              <a:cxn ang="0">
                <a:pos x="connsiteX80216" y="connsiteY80216"/>
              </a:cxn>
              <a:cxn ang="0">
                <a:pos x="connsiteX80217" y="connsiteY80217"/>
              </a:cxn>
              <a:cxn ang="0">
                <a:pos x="connsiteX80218" y="connsiteY80218"/>
              </a:cxn>
              <a:cxn ang="0">
                <a:pos x="connsiteX80219" y="connsiteY80219"/>
              </a:cxn>
              <a:cxn ang="0">
                <a:pos x="connsiteX80220" y="connsiteY80220"/>
              </a:cxn>
              <a:cxn ang="0">
                <a:pos x="connsiteX80221" y="connsiteY80221"/>
              </a:cxn>
              <a:cxn ang="0">
                <a:pos x="connsiteX80222" y="connsiteY80222"/>
              </a:cxn>
              <a:cxn ang="0">
                <a:pos x="connsiteX80223" y="connsiteY80223"/>
              </a:cxn>
              <a:cxn ang="0">
                <a:pos x="connsiteX80224" y="connsiteY80224"/>
              </a:cxn>
              <a:cxn ang="0">
                <a:pos x="connsiteX80225" y="connsiteY80225"/>
              </a:cxn>
              <a:cxn ang="0">
                <a:pos x="connsiteX80226" y="connsiteY80226"/>
              </a:cxn>
              <a:cxn ang="0">
                <a:pos x="connsiteX80227" y="connsiteY80227"/>
              </a:cxn>
              <a:cxn ang="0">
                <a:pos x="connsiteX80228" y="connsiteY80228"/>
              </a:cxn>
              <a:cxn ang="0">
                <a:pos x="connsiteX80229" y="connsiteY80229"/>
              </a:cxn>
              <a:cxn ang="0">
                <a:pos x="connsiteX80230" y="connsiteY80230"/>
              </a:cxn>
              <a:cxn ang="0">
                <a:pos x="connsiteX80231" y="connsiteY80231"/>
              </a:cxn>
              <a:cxn ang="0">
                <a:pos x="connsiteX80232" y="connsiteY80232"/>
              </a:cxn>
              <a:cxn ang="0">
                <a:pos x="connsiteX80233" y="connsiteY80233"/>
              </a:cxn>
              <a:cxn ang="0">
                <a:pos x="connsiteX80234" y="connsiteY80234"/>
              </a:cxn>
              <a:cxn ang="0">
                <a:pos x="connsiteX80235" y="connsiteY80235"/>
              </a:cxn>
              <a:cxn ang="0">
                <a:pos x="connsiteX80236" y="connsiteY80236"/>
              </a:cxn>
              <a:cxn ang="0">
                <a:pos x="connsiteX80237" y="connsiteY80237"/>
              </a:cxn>
              <a:cxn ang="0">
                <a:pos x="connsiteX80238" y="connsiteY80238"/>
              </a:cxn>
              <a:cxn ang="0">
                <a:pos x="connsiteX80239" y="connsiteY80239"/>
              </a:cxn>
              <a:cxn ang="0">
                <a:pos x="connsiteX80240" y="connsiteY80240"/>
              </a:cxn>
              <a:cxn ang="0">
                <a:pos x="connsiteX80241" y="connsiteY80241"/>
              </a:cxn>
              <a:cxn ang="0">
                <a:pos x="connsiteX80242" y="connsiteY80242"/>
              </a:cxn>
              <a:cxn ang="0">
                <a:pos x="connsiteX80243" y="connsiteY80243"/>
              </a:cxn>
              <a:cxn ang="0">
                <a:pos x="connsiteX80244" y="connsiteY80244"/>
              </a:cxn>
              <a:cxn ang="0">
                <a:pos x="connsiteX80245" y="connsiteY80245"/>
              </a:cxn>
              <a:cxn ang="0">
                <a:pos x="connsiteX80246" y="connsiteY80246"/>
              </a:cxn>
              <a:cxn ang="0">
                <a:pos x="connsiteX80247" y="connsiteY80247"/>
              </a:cxn>
              <a:cxn ang="0">
                <a:pos x="connsiteX80248" y="connsiteY80248"/>
              </a:cxn>
              <a:cxn ang="0">
                <a:pos x="connsiteX80249" y="connsiteY80249"/>
              </a:cxn>
              <a:cxn ang="0">
                <a:pos x="connsiteX80250" y="connsiteY80250"/>
              </a:cxn>
              <a:cxn ang="0">
                <a:pos x="connsiteX80251" y="connsiteY80251"/>
              </a:cxn>
              <a:cxn ang="0">
                <a:pos x="connsiteX80252" y="connsiteY80252"/>
              </a:cxn>
              <a:cxn ang="0">
                <a:pos x="connsiteX80253" y="connsiteY80253"/>
              </a:cxn>
              <a:cxn ang="0">
                <a:pos x="connsiteX80254" y="connsiteY80254"/>
              </a:cxn>
              <a:cxn ang="0">
                <a:pos x="connsiteX80255" y="connsiteY80255"/>
              </a:cxn>
              <a:cxn ang="0">
                <a:pos x="connsiteX80256" y="connsiteY80256"/>
              </a:cxn>
              <a:cxn ang="0">
                <a:pos x="connsiteX80257" y="connsiteY80257"/>
              </a:cxn>
              <a:cxn ang="0">
                <a:pos x="connsiteX80258" y="connsiteY80258"/>
              </a:cxn>
              <a:cxn ang="0">
                <a:pos x="connsiteX80259" y="connsiteY80259"/>
              </a:cxn>
              <a:cxn ang="0">
                <a:pos x="connsiteX80260" y="connsiteY80260"/>
              </a:cxn>
              <a:cxn ang="0">
                <a:pos x="connsiteX80261" y="connsiteY80261"/>
              </a:cxn>
              <a:cxn ang="0">
                <a:pos x="connsiteX80262" y="connsiteY80262"/>
              </a:cxn>
              <a:cxn ang="0">
                <a:pos x="connsiteX80263" y="connsiteY80263"/>
              </a:cxn>
              <a:cxn ang="0">
                <a:pos x="connsiteX80264" y="connsiteY80264"/>
              </a:cxn>
              <a:cxn ang="0">
                <a:pos x="connsiteX80265" y="connsiteY80265"/>
              </a:cxn>
              <a:cxn ang="0">
                <a:pos x="connsiteX80266" y="connsiteY80266"/>
              </a:cxn>
              <a:cxn ang="0">
                <a:pos x="connsiteX80267" y="connsiteY80267"/>
              </a:cxn>
              <a:cxn ang="0">
                <a:pos x="connsiteX80268" y="connsiteY80268"/>
              </a:cxn>
              <a:cxn ang="0">
                <a:pos x="connsiteX80269" y="connsiteY80269"/>
              </a:cxn>
              <a:cxn ang="0">
                <a:pos x="connsiteX80270" y="connsiteY80270"/>
              </a:cxn>
              <a:cxn ang="0">
                <a:pos x="connsiteX80271" y="connsiteY80271"/>
              </a:cxn>
              <a:cxn ang="0">
                <a:pos x="connsiteX80272" y="connsiteY80272"/>
              </a:cxn>
              <a:cxn ang="0">
                <a:pos x="connsiteX80273" y="connsiteY80273"/>
              </a:cxn>
              <a:cxn ang="0">
                <a:pos x="connsiteX80274" y="connsiteY80274"/>
              </a:cxn>
              <a:cxn ang="0">
                <a:pos x="connsiteX80275" y="connsiteY80275"/>
              </a:cxn>
              <a:cxn ang="0">
                <a:pos x="connsiteX80276" y="connsiteY80276"/>
              </a:cxn>
              <a:cxn ang="0">
                <a:pos x="connsiteX80277" y="connsiteY80277"/>
              </a:cxn>
              <a:cxn ang="0">
                <a:pos x="connsiteX80278" y="connsiteY80278"/>
              </a:cxn>
              <a:cxn ang="0">
                <a:pos x="connsiteX80279" y="connsiteY80279"/>
              </a:cxn>
              <a:cxn ang="0">
                <a:pos x="connsiteX80280" y="connsiteY80280"/>
              </a:cxn>
              <a:cxn ang="0">
                <a:pos x="connsiteX80281" y="connsiteY80281"/>
              </a:cxn>
              <a:cxn ang="0">
                <a:pos x="connsiteX80282" y="connsiteY80282"/>
              </a:cxn>
              <a:cxn ang="0">
                <a:pos x="connsiteX80283" y="connsiteY80283"/>
              </a:cxn>
              <a:cxn ang="0">
                <a:pos x="connsiteX80284" y="connsiteY80284"/>
              </a:cxn>
              <a:cxn ang="0">
                <a:pos x="connsiteX80285" y="connsiteY80285"/>
              </a:cxn>
              <a:cxn ang="0">
                <a:pos x="connsiteX80286" y="connsiteY80286"/>
              </a:cxn>
              <a:cxn ang="0">
                <a:pos x="connsiteX80287" y="connsiteY80287"/>
              </a:cxn>
              <a:cxn ang="0">
                <a:pos x="connsiteX80288" y="connsiteY80288"/>
              </a:cxn>
              <a:cxn ang="0">
                <a:pos x="connsiteX80289" y="connsiteY80289"/>
              </a:cxn>
              <a:cxn ang="0">
                <a:pos x="connsiteX80290" y="connsiteY80290"/>
              </a:cxn>
              <a:cxn ang="0">
                <a:pos x="connsiteX80291" y="connsiteY80291"/>
              </a:cxn>
              <a:cxn ang="0">
                <a:pos x="connsiteX80292" y="connsiteY80292"/>
              </a:cxn>
              <a:cxn ang="0">
                <a:pos x="connsiteX80293" y="connsiteY80293"/>
              </a:cxn>
              <a:cxn ang="0">
                <a:pos x="connsiteX80294" y="connsiteY80294"/>
              </a:cxn>
              <a:cxn ang="0">
                <a:pos x="connsiteX80295" y="connsiteY80295"/>
              </a:cxn>
              <a:cxn ang="0">
                <a:pos x="connsiteX80296" y="connsiteY80296"/>
              </a:cxn>
              <a:cxn ang="0">
                <a:pos x="connsiteX80297" y="connsiteY80297"/>
              </a:cxn>
              <a:cxn ang="0">
                <a:pos x="connsiteX80298" y="connsiteY80298"/>
              </a:cxn>
              <a:cxn ang="0">
                <a:pos x="connsiteX80299" y="connsiteY80299"/>
              </a:cxn>
              <a:cxn ang="0">
                <a:pos x="connsiteX80300" y="connsiteY80300"/>
              </a:cxn>
              <a:cxn ang="0">
                <a:pos x="connsiteX80301" y="connsiteY80301"/>
              </a:cxn>
              <a:cxn ang="0">
                <a:pos x="connsiteX80302" y="connsiteY80302"/>
              </a:cxn>
              <a:cxn ang="0">
                <a:pos x="connsiteX80303" y="connsiteY80303"/>
              </a:cxn>
              <a:cxn ang="0">
                <a:pos x="connsiteX80304" y="connsiteY80304"/>
              </a:cxn>
              <a:cxn ang="0">
                <a:pos x="connsiteX80305" y="connsiteY80305"/>
              </a:cxn>
              <a:cxn ang="0">
                <a:pos x="connsiteX80306" y="connsiteY80306"/>
              </a:cxn>
              <a:cxn ang="0">
                <a:pos x="connsiteX80307" y="connsiteY80307"/>
              </a:cxn>
              <a:cxn ang="0">
                <a:pos x="connsiteX80308" y="connsiteY80308"/>
              </a:cxn>
              <a:cxn ang="0">
                <a:pos x="connsiteX80309" y="connsiteY80309"/>
              </a:cxn>
              <a:cxn ang="0">
                <a:pos x="connsiteX80310" y="connsiteY80310"/>
              </a:cxn>
              <a:cxn ang="0">
                <a:pos x="connsiteX80311" y="connsiteY80311"/>
              </a:cxn>
              <a:cxn ang="0">
                <a:pos x="connsiteX80312" y="connsiteY80312"/>
              </a:cxn>
              <a:cxn ang="0">
                <a:pos x="connsiteX80313" y="connsiteY80313"/>
              </a:cxn>
              <a:cxn ang="0">
                <a:pos x="connsiteX80314" y="connsiteY80314"/>
              </a:cxn>
              <a:cxn ang="0">
                <a:pos x="connsiteX80315" y="connsiteY80315"/>
              </a:cxn>
              <a:cxn ang="0">
                <a:pos x="connsiteX80316" y="connsiteY80316"/>
              </a:cxn>
              <a:cxn ang="0">
                <a:pos x="connsiteX80317" y="connsiteY80317"/>
              </a:cxn>
              <a:cxn ang="0">
                <a:pos x="connsiteX80318" y="connsiteY80318"/>
              </a:cxn>
              <a:cxn ang="0">
                <a:pos x="connsiteX80319" y="connsiteY80319"/>
              </a:cxn>
              <a:cxn ang="0">
                <a:pos x="connsiteX80320" y="connsiteY80320"/>
              </a:cxn>
              <a:cxn ang="0">
                <a:pos x="connsiteX80321" y="connsiteY80321"/>
              </a:cxn>
              <a:cxn ang="0">
                <a:pos x="connsiteX80322" y="connsiteY80322"/>
              </a:cxn>
              <a:cxn ang="0">
                <a:pos x="connsiteX80323" y="connsiteY80323"/>
              </a:cxn>
              <a:cxn ang="0">
                <a:pos x="connsiteX80324" y="connsiteY80324"/>
              </a:cxn>
              <a:cxn ang="0">
                <a:pos x="connsiteX80325" y="connsiteY80325"/>
              </a:cxn>
              <a:cxn ang="0">
                <a:pos x="connsiteX80326" y="connsiteY80326"/>
              </a:cxn>
              <a:cxn ang="0">
                <a:pos x="connsiteX80327" y="connsiteY80327"/>
              </a:cxn>
              <a:cxn ang="0">
                <a:pos x="connsiteX80328" y="connsiteY80328"/>
              </a:cxn>
              <a:cxn ang="0">
                <a:pos x="connsiteX80329" y="connsiteY80329"/>
              </a:cxn>
              <a:cxn ang="0">
                <a:pos x="connsiteX80330" y="connsiteY80330"/>
              </a:cxn>
              <a:cxn ang="0">
                <a:pos x="connsiteX80331" y="connsiteY80331"/>
              </a:cxn>
              <a:cxn ang="0">
                <a:pos x="connsiteX80332" y="connsiteY80332"/>
              </a:cxn>
              <a:cxn ang="0">
                <a:pos x="connsiteX80333" y="connsiteY80333"/>
              </a:cxn>
              <a:cxn ang="0">
                <a:pos x="connsiteX80334" y="connsiteY80334"/>
              </a:cxn>
              <a:cxn ang="0">
                <a:pos x="connsiteX80335" y="connsiteY80335"/>
              </a:cxn>
              <a:cxn ang="0">
                <a:pos x="connsiteX80336" y="connsiteY80336"/>
              </a:cxn>
              <a:cxn ang="0">
                <a:pos x="connsiteX80337" y="connsiteY80337"/>
              </a:cxn>
              <a:cxn ang="0">
                <a:pos x="connsiteX80338" y="connsiteY80338"/>
              </a:cxn>
              <a:cxn ang="0">
                <a:pos x="connsiteX80339" y="connsiteY80339"/>
              </a:cxn>
              <a:cxn ang="0">
                <a:pos x="connsiteX80340" y="connsiteY80340"/>
              </a:cxn>
              <a:cxn ang="0">
                <a:pos x="connsiteX80341" y="connsiteY80341"/>
              </a:cxn>
              <a:cxn ang="0">
                <a:pos x="connsiteX80342" y="connsiteY80342"/>
              </a:cxn>
              <a:cxn ang="0">
                <a:pos x="connsiteX80343" y="connsiteY80343"/>
              </a:cxn>
              <a:cxn ang="0">
                <a:pos x="connsiteX80344" y="connsiteY80344"/>
              </a:cxn>
              <a:cxn ang="0">
                <a:pos x="connsiteX80345" y="connsiteY80345"/>
              </a:cxn>
              <a:cxn ang="0">
                <a:pos x="connsiteX80346" y="connsiteY80346"/>
              </a:cxn>
              <a:cxn ang="0">
                <a:pos x="connsiteX80347" y="connsiteY80347"/>
              </a:cxn>
              <a:cxn ang="0">
                <a:pos x="connsiteX80348" y="connsiteY80348"/>
              </a:cxn>
              <a:cxn ang="0">
                <a:pos x="connsiteX80349" y="connsiteY80349"/>
              </a:cxn>
              <a:cxn ang="0">
                <a:pos x="connsiteX80350" y="connsiteY80350"/>
              </a:cxn>
              <a:cxn ang="0">
                <a:pos x="connsiteX80351" y="connsiteY80351"/>
              </a:cxn>
              <a:cxn ang="0">
                <a:pos x="connsiteX80352" y="connsiteY80352"/>
              </a:cxn>
              <a:cxn ang="0">
                <a:pos x="connsiteX80353" y="connsiteY80353"/>
              </a:cxn>
              <a:cxn ang="0">
                <a:pos x="connsiteX80354" y="connsiteY80354"/>
              </a:cxn>
              <a:cxn ang="0">
                <a:pos x="connsiteX80355" y="connsiteY80355"/>
              </a:cxn>
              <a:cxn ang="0">
                <a:pos x="connsiteX80356" y="connsiteY80356"/>
              </a:cxn>
              <a:cxn ang="0">
                <a:pos x="connsiteX80357" y="connsiteY80357"/>
              </a:cxn>
              <a:cxn ang="0">
                <a:pos x="connsiteX80358" y="connsiteY80358"/>
              </a:cxn>
              <a:cxn ang="0">
                <a:pos x="connsiteX80359" y="connsiteY80359"/>
              </a:cxn>
              <a:cxn ang="0">
                <a:pos x="connsiteX80360" y="connsiteY80360"/>
              </a:cxn>
              <a:cxn ang="0">
                <a:pos x="connsiteX80361" y="connsiteY80361"/>
              </a:cxn>
              <a:cxn ang="0">
                <a:pos x="connsiteX80362" y="connsiteY80362"/>
              </a:cxn>
              <a:cxn ang="0">
                <a:pos x="connsiteX80363" y="connsiteY80363"/>
              </a:cxn>
              <a:cxn ang="0">
                <a:pos x="connsiteX80364" y="connsiteY80364"/>
              </a:cxn>
              <a:cxn ang="0">
                <a:pos x="connsiteX80365" y="connsiteY80365"/>
              </a:cxn>
              <a:cxn ang="0">
                <a:pos x="connsiteX80366" y="connsiteY80366"/>
              </a:cxn>
              <a:cxn ang="0">
                <a:pos x="connsiteX80367" y="connsiteY80367"/>
              </a:cxn>
              <a:cxn ang="0">
                <a:pos x="connsiteX80368" y="connsiteY80368"/>
              </a:cxn>
              <a:cxn ang="0">
                <a:pos x="connsiteX80369" y="connsiteY80369"/>
              </a:cxn>
              <a:cxn ang="0">
                <a:pos x="connsiteX80370" y="connsiteY80370"/>
              </a:cxn>
              <a:cxn ang="0">
                <a:pos x="connsiteX80371" y="connsiteY80371"/>
              </a:cxn>
              <a:cxn ang="0">
                <a:pos x="connsiteX80372" y="connsiteY80372"/>
              </a:cxn>
              <a:cxn ang="0">
                <a:pos x="connsiteX80373" y="connsiteY80373"/>
              </a:cxn>
              <a:cxn ang="0">
                <a:pos x="connsiteX80374" y="connsiteY80374"/>
              </a:cxn>
              <a:cxn ang="0">
                <a:pos x="connsiteX80375" y="connsiteY80375"/>
              </a:cxn>
              <a:cxn ang="0">
                <a:pos x="connsiteX80376" y="connsiteY80376"/>
              </a:cxn>
              <a:cxn ang="0">
                <a:pos x="connsiteX80377" y="connsiteY80377"/>
              </a:cxn>
              <a:cxn ang="0">
                <a:pos x="connsiteX80378" y="connsiteY80378"/>
              </a:cxn>
              <a:cxn ang="0">
                <a:pos x="connsiteX80379" y="connsiteY80379"/>
              </a:cxn>
              <a:cxn ang="0">
                <a:pos x="connsiteX80380" y="connsiteY80380"/>
              </a:cxn>
              <a:cxn ang="0">
                <a:pos x="connsiteX80381" y="connsiteY80381"/>
              </a:cxn>
              <a:cxn ang="0">
                <a:pos x="connsiteX80382" y="connsiteY80382"/>
              </a:cxn>
              <a:cxn ang="0">
                <a:pos x="connsiteX80383" y="connsiteY80383"/>
              </a:cxn>
              <a:cxn ang="0">
                <a:pos x="connsiteX80384" y="connsiteY80384"/>
              </a:cxn>
              <a:cxn ang="0">
                <a:pos x="connsiteX80385" y="connsiteY80385"/>
              </a:cxn>
              <a:cxn ang="0">
                <a:pos x="connsiteX80386" y="connsiteY80386"/>
              </a:cxn>
              <a:cxn ang="0">
                <a:pos x="connsiteX80387" y="connsiteY80387"/>
              </a:cxn>
              <a:cxn ang="0">
                <a:pos x="connsiteX80388" y="connsiteY80388"/>
              </a:cxn>
              <a:cxn ang="0">
                <a:pos x="connsiteX80389" y="connsiteY80389"/>
              </a:cxn>
              <a:cxn ang="0">
                <a:pos x="connsiteX80390" y="connsiteY80390"/>
              </a:cxn>
              <a:cxn ang="0">
                <a:pos x="connsiteX80391" y="connsiteY80391"/>
              </a:cxn>
              <a:cxn ang="0">
                <a:pos x="connsiteX80392" y="connsiteY80392"/>
              </a:cxn>
              <a:cxn ang="0">
                <a:pos x="connsiteX80393" y="connsiteY80393"/>
              </a:cxn>
              <a:cxn ang="0">
                <a:pos x="connsiteX80394" y="connsiteY80394"/>
              </a:cxn>
              <a:cxn ang="0">
                <a:pos x="connsiteX80395" y="connsiteY80395"/>
              </a:cxn>
              <a:cxn ang="0">
                <a:pos x="connsiteX80396" y="connsiteY80396"/>
              </a:cxn>
              <a:cxn ang="0">
                <a:pos x="connsiteX80397" y="connsiteY80397"/>
              </a:cxn>
              <a:cxn ang="0">
                <a:pos x="connsiteX80398" y="connsiteY80398"/>
              </a:cxn>
              <a:cxn ang="0">
                <a:pos x="connsiteX80399" y="connsiteY80399"/>
              </a:cxn>
              <a:cxn ang="0">
                <a:pos x="connsiteX80400" y="connsiteY80400"/>
              </a:cxn>
              <a:cxn ang="0">
                <a:pos x="connsiteX80401" y="connsiteY80401"/>
              </a:cxn>
              <a:cxn ang="0">
                <a:pos x="connsiteX80402" y="connsiteY80402"/>
              </a:cxn>
              <a:cxn ang="0">
                <a:pos x="connsiteX80403" y="connsiteY80403"/>
              </a:cxn>
              <a:cxn ang="0">
                <a:pos x="connsiteX80404" y="connsiteY80404"/>
              </a:cxn>
              <a:cxn ang="0">
                <a:pos x="connsiteX80405" y="connsiteY80405"/>
              </a:cxn>
              <a:cxn ang="0">
                <a:pos x="connsiteX80406" y="connsiteY80406"/>
              </a:cxn>
              <a:cxn ang="0">
                <a:pos x="connsiteX80407" y="connsiteY80407"/>
              </a:cxn>
              <a:cxn ang="0">
                <a:pos x="connsiteX80408" y="connsiteY80408"/>
              </a:cxn>
              <a:cxn ang="0">
                <a:pos x="connsiteX80409" y="connsiteY80409"/>
              </a:cxn>
              <a:cxn ang="0">
                <a:pos x="connsiteX80410" y="connsiteY80410"/>
              </a:cxn>
              <a:cxn ang="0">
                <a:pos x="connsiteX80411" y="connsiteY80411"/>
              </a:cxn>
              <a:cxn ang="0">
                <a:pos x="connsiteX80412" y="connsiteY80412"/>
              </a:cxn>
              <a:cxn ang="0">
                <a:pos x="connsiteX80413" y="connsiteY80413"/>
              </a:cxn>
              <a:cxn ang="0">
                <a:pos x="connsiteX80414" y="connsiteY80414"/>
              </a:cxn>
              <a:cxn ang="0">
                <a:pos x="connsiteX80415" y="connsiteY80415"/>
              </a:cxn>
              <a:cxn ang="0">
                <a:pos x="connsiteX80416" y="connsiteY80416"/>
              </a:cxn>
              <a:cxn ang="0">
                <a:pos x="connsiteX80417" y="connsiteY80417"/>
              </a:cxn>
              <a:cxn ang="0">
                <a:pos x="connsiteX80418" y="connsiteY80418"/>
              </a:cxn>
              <a:cxn ang="0">
                <a:pos x="connsiteX80419" y="connsiteY80419"/>
              </a:cxn>
              <a:cxn ang="0">
                <a:pos x="connsiteX80420" y="connsiteY80420"/>
              </a:cxn>
              <a:cxn ang="0">
                <a:pos x="connsiteX80421" y="connsiteY80421"/>
              </a:cxn>
              <a:cxn ang="0">
                <a:pos x="connsiteX80422" y="connsiteY80422"/>
              </a:cxn>
              <a:cxn ang="0">
                <a:pos x="connsiteX80423" y="connsiteY80423"/>
              </a:cxn>
              <a:cxn ang="0">
                <a:pos x="connsiteX80424" y="connsiteY80424"/>
              </a:cxn>
              <a:cxn ang="0">
                <a:pos x="connsiteX80425" y="connsiteY80425"/>
              </a:cxn>
              <a:cxn ang="0">
                <a:pos x="connsiteX80426" y="connsiteY80426"/>
              </a:cxn>
              <a:cxn ang="0">
                <a:pos x="connsiteX80427" y="connsiteY80427"/>
              </a:cxn>
              <a:cxn ang="0">
                <a:pos x="connsiteX80428" y="connsiteY80428"/>
              </a:cxn>
              <a:cxn ang="0">
                <a:pos x="connsiteX80429" y="connsiteY80429"/>
              </a:cxn>
              <a:cxn ang="0">
                <a:pos x="connsiteX80430" y="connsiteY80430"/>
              </a:cxn>
              <a:cxn ang="0">
                <a:pos x="connsiteX80431" y="connsiteY80431"/>
              </a:cxn>
              <a:cxn ang="0">
                <a:pos x="connsiteX80432" y="connsiteY80432"/>
              </a:cxn>
              <a:cxn ang="0">
                <a:pos x="connsiteX80433" y="connsiteY80433"/>
              </a:cxn>
              <a:cxn ang="0">
                <a:pos x="connsiteX80434" y="connsiteY80434"/>
              </a:cxn>
              <a:cxn ang="0">
                <a:pos x="connsiteX80435" y="connsiteY80435"/>
              </a:cxn>
              <a:cxn ang="0">
                <a:pos x="connsiteX80436" y="connsiteY80436"/>
              </a:cxn>
              <a:cxn ang="0">
                <a:pos x="connsiteX80437" y="connsiteY80437"/>
              </a:cxn>
              <a:cxn ang="0">
                <a:pos x="connsiteX80438" y="connsiteY80438"/>
              </a:cxn>
              <a:cxn ang="0">
                <a:pos x="connsiteX80439" y="connsiteY80439"/>
              </a:cxn>
              <a:cxn ang="0">
                <a:pos x="connsiteX80440" y="connsiteY80440"/>
              </a:cxn>
              <a:cxn ang="0">
                <a:pos x="connsiteX80441" y="connsiteY80441"/>
              </a:cxn>
              <a:cxn ang="0">
                <a:pos x="connsiteX80442" y="connsiteY80442"/>
              </a:cxn>
              <a:cxn ang="0">
                <a:pos x="connsiteX80443" y="connsiteY80443"/>
              </a:cxn>
              <a:cxn ang="0">
                <a:pos x="connsiteX80444" y="connsiteY80444"/>
              </a:cxn>
              <a:cxn ang="0">
                <a:pos x="connsiteX80445" y="connsiteY80445"/>
              </a:cxn>
              <a:cxn ang="0">
                <a:pos x="connsiteX80446" y="connsiteY80446"/>
              </a:cxn>
              <a:cxn ang="0">
                <a:pos x="connsiteX80447" y="connsiteY80447"/>
              </a:cxn>
              <a:cxn ang="0">
                <a:pos x="connsiteX80448" y="connsiteY80448"/>
              </a:cxn>
              <a:cxn ang="0">
                <a:pos x="connsiteX80449" y="connsiteY80449"/>
              </a:cxn>
              <a:cxn ang="0">
                <a:pos x="connsiteX80450" y="connsiteY80450"/>
              </a:cxn>
              <a:cxn ang="0">
                <a:pos x="connsiteX80451" y="connsiteY80451"/>
              </a:cxn>
              <a:cxn ang="0">
                <a:pos x="connsiteX80452" y="connsiteY80452"/>
              </a:cxn>
              <a:cxn ang="0">
                <a:pos x="connsiteX80453" y="connsiteY80453"/>
              </a:cxn>
              <a:cxn ang="0">
                <a:pos x="connsiteX80454" y="connsiteY80454"/>
              </a:cxn>
              <a:cxn ang="0">
                <a:pos x="connsiteX80455" y="connsiteY80455"/>
              </a:cxn>
              <a:cxn ang="0">
                <a:pos x="connsiteX80456" y="connsiteY80456"/>
              </a:cxn>
              <a:cxn ang="0">
                <a:pos x="connsiteX80457" y="connsiteY80457"/>
              </a:cxn>
              <a:cxn ang="0">
                <a:pos x="connsiteX80458" y="connsiteY80458"/>
              </a:cxn>
              <a:cxn ang="0">
                <a:pos x="connsiteX80459" y="connsiteY80459"/>
              </a:cxn>
              <a:cxn ang="0">
                <a:pos x="connsiteX80460" y="connsiteY80460"/>
              </a:cxn>
              <a:cxn ang="0">
                <a:pos x="connsiteX80461" y="connsiteY80461"/>
              </a:cxn>
              <a:cxn ang="0">
                <a:pos x="connsiteX80462" y="connsiteY80462"/>
              </a:cxn>
              <a:cxn ang="0">
                <a:pos x="connsiteX80463" y="connsiteY80463"/>
              </a:cxn>
              <a:cxn ang="0">
                <a:pos x="connsiteX80464" y="connsiteY80464"/>
              </a:cxn>
              <a:cxn ang="0">
                <a:pos x="connsiteX80465" y="connsiteY80465"/>
              </a:cxn>
              <a:cxn ang="0">
                <a:pos x="connsiteX80466" y="connsiteY80466"/>
              </a:cxn>
              <a:cxn ang="0">
                <a:pos x="connsiteX80467" y="connsiteY80467"/>
              </a:cxn>
              <a:cxn ang="0">
                <a:pos x="connsiteX80468" y="connsiteY80468"/>
              </a:cxn>
              <a:cxn ang="0">
                <a:pos x="connsiteX80469" y="connsiteY80469"/>
              </a:cxn>
              <a:cxn ang="0">
                <a:pos x="connsiteX80470" y="connsiteY80470"/>
              </a:cxn>
              <a:cxn ang="0">
                <a:pos x="connsiteX80471" y="connsiteY80471"/>
              </a:cxn>
              <a:cxn ang="0">
                <a:pos x="connsiteX80472" y="connsiteY80472"/>
              </a:cxn>
              <a:cxn ang="0">
                <a:pos x="connsiteX80473" y="connsiteY80473"/>
              </a:cxn>
              <a:cxn ang="0">
                <a:pos x="connsiteX80474" y="connsiteY80474"/>
              </a:cxn>
              <a:cxn ang="0">
                <a:pos x="connsiteX80475" y="connsiteY80475"/>
              </a:cxn>
              <a:cxn ang="0">
                <a:pos x="connsiteX80476" y="connsiteY80476"/>
              </a:cxn>
              <a:cxn ang="0">
                <a:pos x="connsiteX80477" y="connsiteY80477"/>
              </a:cxn>
              <a:cxn ang="0">
                <a:pos x="connsiteX80478" y="connsiteY80478"/>
              </a:cxn>
              <a:cxn ang="0">
                <a:pos x="connsiteX80479" y="connsiteY80479"/>
              </a:cxn>
              <a:cxn ang="0">
                <a:pos x="connsiteX80480" y="connsiteY80480"/>
              </a:cxn>
              <a:cxn ang="0">
                <a:pos x="connsiteX80481" y="connsiteY80481"/>
              </a:cxn>
              <a:cxn ang="0">
                <a:pos x="connsiteX80482" y="connsiteY80482"/>
              </a:cxn>
              <a:cxn ang="0">
                <a:pos x="connsiteX80483" y="connsiteY80483"/>
              </a:cxn>
              <a:cxn ang="0">
                <a:pos x="connsiteX80484" y="connsiteY80484"/>
              </a:cxn>
              <a:cxn ang="0">
                <a:pos x="connsiteX80485" y="connsiteY80485"/>
              </a:cxn>
              <a:cxn ang="0">
                <a:pos x="connsiteX80486" y="connsiteY80486"/>
              </a:cxn>
              <a:cxn ang="0">
                <a:pos x="connsiteX80487" y="connsiteY80487"/>
              </a:cxn>
              <a:cxn ang="0">
                <a:pos x="connsiteX80488" y="connsiteY80488"/>
              </a:cxn>
              <a:cxn ang="0">
                <a:pos x="connsiteX80489" y="connsiteY80489"/>
              </a:cxn>
              <a:cxn ang="0">
                <a:pos x="connsiteX80490" y="connsiteY80490"/>
              </a:cxn>
              <a:cxn ang="0">
                <a:pos x="connsiteX80491" y="connsiteY80491"/>
              </a:cxn>
              <a:cxn ang="0">
                <a:pos x="connsiteX80492" y="connsiteY80492"/>
              </a:cxn>
              <a:cxn ang="0">
                <a:pos x="connsiteX80493" y="connsiteY80493"/>
              </a:cxn>
              <a:cxn ang="0">
                <a:pos x="connsiteX80494" y="connsiteY80494"/>
              </a:cxn>
              <a:cxn ang="0">
                <a:pos x="connsiteX80495" y="connsiteY80495"/>
              </a:cxn>
              <a:cxn ang="0">
                <a:pos x="connsiteX80496" y="connsiteY80496"/>
              </a:cxn>
              <a:cxn ang="0">
                <a:pos x="connsiteX80497" y="connsiteY80497"/>
              </a:cxn>
              <a:cxn ang="0">
                <a:pos x="connsiteX80498" y="connsiteY80498"/>
              </a:cxn>
              <a:cxn ang="0">
                <a:pos x="connsiteX80499" y="connsiteY80499"/>
              </a:cxn>
              <a:cxn ang="0">
                <a:pos x="connsiteX80500" y="connsiteY80500"/>
              </a:cxn>
              <a:cxn ang="0">
                <a:pos x="connsiteX80501" y="connsiteY80501"/>
              </a:cxn>
              <a:cxn ang="0">
                <a:pos x="connsiteX80502" y="connsiteY80502"/>
              </a:cxn>
              <a:cxn ang="0">
                <a:pos x="connsiteX80503" y="connsiteY80503"/>
              </a:cxn>
              <a:cxn ang="0">
                <a:pos x="connsiteX80504" y="connsiteY80504"/>
              </a:cxn>
              <a:cxn ang="0">
                <a:pos x="connsiteX80505" y="connsiteY80505"/>
              </a:cxn>
              <a:cxn ang="0">
                <a:pos x="connsiteX80506" y="connsiteY80506"/>
              </a:cxn>
              <a:cxn ang="0">
                <a:pos x="connsiteX80507" y="connsiteY80507"/>
              </a:cxn>
              <a:cxn ang="0">
                <a:pos x="connsiteX80508" y="connsiteY80508"/>
              </a:cxn>
              <a:cxn ang="0">
                <a:pos x="connsiteX80509" y="connsiteY80509"/>
              </a:cxn>
              <a:cxn ang="0">
                <a:pos x="connsiteX80510" y="connsiteY80510"/>
              </a:cxn>
              <a:cxn ang="0">
                <a:pos x="connsiteX80511" y="connsiteY80511"/>
              </a:cxn>
              <a:cxn ang="0">
                <a:pos x="connsiteX80512" y="connsiteY80512"/>
              </a:cxn>
              <a:cxn ang="0">
                <a:pos x="connsiteX80513" y="connsiteY80513"/>
              </a:cxn>
              <a:cxn ang="0">
                <a:pos x="connsiteX80514" y="connsiteY80514"/>
              </a:cxn>
              <a:cxn ang="0">
                <a:pos x="connsiteX80515" y="connsiteY80515"/>
              </a:cxn>
              <a:cxn ang="0">
                <a:pos x="connsiteX80516" y="connsiteY80516"/>
              </a:cxn>
              <a:cxn ang="0">
                <a:pos x="connsiteX80517" y="connsiteY80517"/>
              </a:cxn>
              <a:cxn ang="0">
                <a:pos x="connsiteX80518" y="connsiteY80518"/>
              </a:cxn>
              <a:cxn ang="0">
                <a:pos x="connsiteX80519" y="connsiteY80519"/>
              </a:cxn>
              <a:cxn ang="0">
                <a:pos x="connsiteX80520" y="connsiteY80520"/>
              </a:cxn>
              <a:cxn ang="0">
                <a:pos x="connsiteX80521" y="connsiteY80521"/>
              </a:cxn>
              <a:cxn ang="0">
                <a:pos x="connsiteX80522" y="connsiteY80522"/>
              </a:cxn>
              <a:cxn ang="0">
                <a:pos x="connsiteX80523" y="connsiteY80523"/>
              </a:cxn>
              <a:cxn ang="0">
                <a:pos x="connsiteX80524" y="connsiteY80524"/>
              </a:cxn>
              <a:cxn ang="0">
                <a:pos x="connsiteX80525" y="connsiteY80525"/>
              </a:cxn>
              <a:cxn ang="0">
                <a:pos x="connsiteX80526" y="connsiteY80526"/>
              </a:cxn>
              <a:cxn ang="0">
                <a:pos x="connsiteX80527" y="connsiteY80527"/>
              </a:cxn>
              <a:cxn ang="0">
                <a:pos x="connsiteX80528" y="connsiteY80528"/>
              </a:cxn>
              <a:cxn ang="0">
                <a:pos x="connsiteX80529" y="connsiteY80529"/>
              </a:cxn>
              <a:cxn ang="0">
                <a:pos x="connsiteX80530" y="connsiteY80530"/>
              </a:cxn>
              <a:cxn ang="0">
                <a:pos x="connsiteX80531" y="connsiteY80531"/>
              </a:cxn>
              <a:cxn ang="0">
                <a:pos x="connsiteX80532" y="connsiteY80532"/>
              </a:cxn>
              <a:cxn ang="0">
                <a:pos x="connsiteX80533" y="connsiteY80533"/>
              </a:cxn>
              <a:cxn ang="0">
                <a:pos x="connsiteX80534" y="connsiteY80534"/>
              </a:cxn>
              <a:cxn ang="0">
                <a:pos x="connsiteX80535" y="connsiteY80535"/>
              </a:cxn>
              <a:cxn ang="0">
                <a:pos x="connsiteX80536" y="connsiteY80536"/>
              </a:cxn>
              <a:cxn ang="0">
                <a:pos x="connsiteX80537" y="connsiteY80537"/>
              </a:cxn>
              <a:cxn ang="0">
                <a:pos x="connsiteX80538" y="connsiteY80538"/>
              </a:cxn>
              <a:cxn ang="0">
                <a:pos x="connsiteX80539" y="connsiteY80539"/>
              </a:cxn>
              <a:cxn ang="0">
                <a:pos x="connsiteX80540" y="connsiteY80540"/>
              </a:cxn>
              <a:cxn ang="0">
                <a:pos x="connsiteX80541" y="connsiteY80541"/>
              </a:cxn>
              <a:cxn ang="0">
                <a:pos x="connsiteX80542" y="connsiteY80542"/>
              </a:cxn>
              <a:cxn ang="0">
                <a:pos x="connsiteX80543" y="connsiteY80543"/>
              </a:cxn>
              <a:cxn ang="0">
                <a:pos x="connsiteX80544" y="connsiteY80544"/>
              </a:cxn>
              <a:cxn ang="0">
                <a:pos x="connsiteX80545" y="connsiteY80545"/>
              </a:cxn>
              <a:cxn ang="0">
                <a:pos x="connsiteX80546" y="connsiteY80546"/>
              </a:cxn>
              <a:cxn ang="0">
                <a:pos x="connsiteX80547" y="connsiteY80547"/>
              </a:cxn>
              <a:cxn ang="0">
                <a:pos x="connsiteX80548" y="connsiteY80548"/>
              </a:cxn>
              <a:cxn ang="0">
                <a:pos x="connsiteX80549" y="connsiteY80549"/>
              </a:cxn>
              <a:cxn ang="0">
                <a:pos x="connsiteX80550" y="connsiteY80550"/>
              </a:cxn>
              <a:cxn ang="0">
                <a:pos x="connsiteX80551" y="connsiteY80551"/>
              </a:cxn>
              <a:cxn ang="0">
                <a:pos x="connsiteX80552" y="connsiteY80552"/>
              </a:cxn>
              <a:cxn ang="0">
                <a:pos x="connsiteX80553" y="connsiteY80553"/>
              </a:cxn>
              <a:cxn ang="0">
                <a:pos x="connsiteX80554" y="connsiteY80554"/>
              </a:cxn>
              <a:cxn ang="0">
                <a:pos x="connsiteX80555" y="connsiteY80555"/>
              </a:cxn>
              <a:cxn ang="0">
                <a:pos x="connsiteX80556" y="connsiteY80556"/>
              </a:cxn>
              <a:cxn ang="0">
                <a:pos x="connsiteX80557" y="connsiteY80557"/>
              </a:cxn>
              <a:cxn ang="0">
                <a:pos x="connsiteX80558" y="connsiteY80558"/>
              </a:cxn>
              <a:cxn ang="0">
                <a:pos x="connsiteX80559" y="connsiteY80559"/>
              </a:cxn>
              <a:cxn ang="0">
                <a:pos x="connsiteX80560" y="connsiteY80560"/>
              </a:cxn>
              <a:cxn ang="0">
                <a:pos x="connsiteX80561" y="connsiteY80561"/>
              </a:cxn>
              <a:cxn ang="0">
                <a:pos x="connsiteX80562" y="connsiteY80562"/>
              </a:cxn>
              <a:cxn ang="0">
                <a:pos x="connsiteX80563" y="connsiteY80563"/>
              </a:cxn>
              <a:cxn ang="0">
                <a:pos x="connsiteX80564" y="connsiteY80564"/>
              </a:cxn>
              <a:cxn ang="0">
                <a:pos x="connsiteX80565" y="connsiteY80565"/>
              </a:cxn>
              <a:cxn ang="0">
                <a:pos x="connsiteX80566" y="connsiteY80566"/>
              </a:cxn>
              <a:cxn ang="0">
                <a:pos x="connsiteX80567" y="connsiteY80567"/>
              </a:cxn>
              <a:cxn ang="0">
                <a:pos x="connsiteX80568" y="connsiteY80568"/>
              </a:cxn>
              <a:cxn ang="0">
                <a:pos x="connsiteX80569" y="connsiteY80569"/>
              </a:cxn>
              <a:cxn ang="0">
                <a:pos x="connsiteX80570" y="connsiteY80570"/>
              </a:cxn>
              <a:cxn ang="0">
                <a:pos x="connsiteX80571" y="connsiteY80571"/>
              </a:cxn>
              <a:cxn ang="0">
                <a:pos x="connsiteX80572" y="connsiteY80572"/>
              </a:cxn>
              <a:cxn ang="0">
                <a:pos x="connsiteX80573" y="connsiteY80573"/>
              </a:cxn>
              <a:cxn ang="0">
                <a:pos x="connsiteX80574" y="connsiteY80574"/>
              </a:cxn>
              <a:cxn ang="0">
                <a:pos x="connsiteX80575" y="connsiteY80575"/>
              </a:cxn>
              <a:cxn ang="0">
                <a:pos x="connsiteX80576" y="connsiteY80576"/>
              </a:cxn>
              <a:cxn ang="0">
                <a:pos x="connsiteX80577" y="connsiteY80577"/>
              </a:cxn>
              <a:cxn ang="0">
                <a:pos x="connsiteX80578" y="connsiteY80578"/>
              </a:cxn>
              <a:cxn ang="0">
                <a:pos x="connsiteX80579" y="connsiteY80579"/>
              </a:cxn>
              <a:cxn ang="0">
                <a:pos x="connsiteX80580" y="connsiteY80580"/>
              </a:cxn>
              <a:cxn ang="0">
                <a:pos x="connsiteX80581" y="connsiteY80581"/>
              </a:cxn>
              <a:cxn ang="0">
                <a:pos x="connsiteX80582" y="connsiteY80582"/>
              </a:cxn>
              <a:cxn ang="0">
                <a:pos x="connsiteX80583" y="connsiteY80583"/>
              </a:cxn>
              <a:cxn ang="0">
                <a:pos x="connsiteX80584" y="connsiteY80584"/>
              </a:cxn>
              <a:cxn ang="0">
                <a:pos x="connsiteX80585" y="connsiteY80585"/>
              </a:cxn>
              <a:cxn ang="0">
                <a:pos x="connsiteX80586" y="connsiteY80586"/>
              </a:cxn>
              <a:cxn ang="0">
                <a:pos x="connsiteX80587" y="connsiteY80587"/>
              </a:cxn>
              <a:cxn ang="0">
                <a:pos x="connsiteX80588" y="connsiteY80588"/>
              </a:cxn>
              <a:cxn ang="0">
                <a:pos x="connsiteX80589" y="connsiteY80589"/>
              </a:cxn>
              <a:cxn ang="0">
                <a:pos x="connsiteX80590" y="connsiteY80590"/>
              </a:cxn>
              <a:cxn ang="0">
                <a:pos x="connsiteX80591" y="connsiteY80591"/>
              </a:cxn>
              <a:cxn ang="0">
                <a:pos x="connsiteX80592" y="connsiteY80592"/>
              </a:cxn>
              <a:cxn ang="0">
                <a:pos x="connsiteX80593" y="connsiteY80593"/>
              </a:cxn>
              <a:cxn ang="0">
                <a:pos x="connsiteX80594" y="connsiteY80594"/>
              </a:cxn>
              <a:cxn ang="0">
                <a:pos x="connsiteX80595" y="connsiteY80595"/>
              </a:cxn>
              <a:cxn ang="0">
                <a:pos x="connsiteX80596" y="connsiteY80596"/>
              </a:cxn>
              <a:cxn ang="0">
                <a:pos x="connsiteX80597" y="connsiteY80597"/>
              </a:cxn>
              <a:cxn ang="0">
                <a:pos x="connsiteX80598" y="connsiteY80598"/>
              </a:cxn>
              <a:cxn ang="0">
                <a:pos x="connsiteX80599" y="connsiteY80599"/>
              </a:cxn>
              <a:cxn ang="0">
                <a:pos x="connsiteX80600" y="connsiteY80600"/>
              </a:cxn>
              <a:cxn ang="0">
                <a:pos x="connsiteX80601" y="connsiteY80601"/>
              </a:cxn>
              <a:cxn ang="0">
                <a:pos x="connsiteX80602" y="connsiteY80602"/>
              </a:cxn>
              <a:cxn ang="0">
                <a:pos x="connsiteX80603" y="connsiteY80603"/>
              </a:cxn>
              <a:cxn ang="0">
                <a:pos x="connsiteX80604" y="connsiteY80604"/>
              </a:cxn>
              <a:cxn ang="0">
                <a:pos x="connsiteX80605" y="connsiteY80605"/>
              </a:cxn>
              <a:cxn ang="0">
                <a:pos x="connsiteX80606" y="connsiteY80606"/>
              </a:cxn>
              <a:cxn ang="0">
                <a:pos x="connsiteX80607" y="connsiteY80607"/>
              </a:cxn>
              <a:cxn ang="0">
                <a:pos x="connsiteX80608" y="connsiteY80608"/>
              </a:cxn>
              <a:cxn ang="0">
                <a:pos x="connsiteX80609" y="connsiteY80609"/>
              </a:cxn>
              <a:cxn ang="0">
                <a:pos x="connsiteX80610" y="connsiteY80610"/>
              </a:cxn>
              <a:cxn ang="0">
                <a:pos x="connsiteX80611" y="connsiteY80611"/>
              </a:cxn>
              <a:cxn ang="0">
                <a:pos x="connsiteX80612" y="connsiteY80612"/>
              </a:cxn>
              <a:cxn ang="0">
                <a:pos x="connsiteX80613" y="connsiteY80613"/>
              </a:cxn>
              <a:cxn ang="0">
                <a:pos x="connsiteX80614" y="connsiteY80614"/>
              </a:cxn>
              <a:cxn ang="0">
                <a:pos x="connsiteX80615" y="connsiteY80615"/>
              </a:cxn>
              <a:cxn ang="0">
                <a:pos x="connsiteX80616" y="connsiteY80616"/>
              </a:cxn>
              <a:cxn ang="0">
                <a:pos x="connsiteX80617" y="connsiteY80617"/>
              </a:cxn>
              <a:cxn ang="0">
                <a:pos x="connsiteX80618" y="connsiteY80618"/>
              </a:cxn>
              <a:cxn ang="0">
                <a:pos x="connsiteX80619" y="connsiteY80619"/>
              </a:cxn>
              <a:cxn ang="0">
                <a:pos x="connsiteX80620" y="connsiteY80620"/>
              </a:cxn>
              <a:cxn ang="0">
                <a:pos x="connsiteX80621" y="connsiteY80621"/>
              </a:cxn>
              <a:cxn ang="0">
                <a:pos x="connsiteX80622" y="connsiteY80622"/>
              </a:cxn>
              <a:cxn ang="0">
                <a:pos x="connsiteX80623" y="connsiteY80623"/>
              </a:cxn>
              <a:cxn ang="0">
                <a:pos x="connsiteX80624" y="connsiteY80624"/>
              </a:cxn>
              <a:cxn ang="0">
                <a:pos x="connsiteX80625" y="connsiteY80625"/>
              </a:cxn>
              <a:cxn ang="0">
                <a:pos x="connsiteX80626" y="connsiteY80626"/>
              </a:cxn>
              <a:cxn ang="0">
                <a:pos x="connsiteX80627" y="connsiteY80627"/>
              </a:cxn>
              <a:cxn ang="0">
                <a:pos x="connsiteX80628" y="connsiteY80628"/>
              </a:cxn>
              <a:cxn ang="0">
                <a:pos x="connsiteX80629" y="connsiteY80629"/>
              </a:cxn>
              <a:cxn ang="0">
                <a:pos x="connsiteX80630" y="connsiteY80630"/>
              </a:cxn>
              <a:cxn ang="0">
                <a:pos x="connsiteX80631" y="connsiteY80631"/>
              </a:cxn>
              <a:cxn ang="0">
                <a:pos x="connsiteX80632" y="connsiteY80632"/>
              </a:cxn>
              <a:cxn ang="0">
                <a:pos x="connsiteX80633" y="connsiteY80633"/>
              </a:cxn>
              <a:cxn ang="0">
                <a:pos x="connsiteX80634" y="connsiteY80634"/>
              </a:cxn>
              <a:cxn ang="0">
                <a:pos x="connsiteX80635" y="connsiteY80635"/>
              </a:cxn>
              <a:cxn ang="0">
                <a:pos x="connsiteX80636" y="connsiteY80636"/>
              </a:cxn>
              <a:cxn ang="0">
                <a:pos x="connsiteX80637" y="connsiteY80637"/>
              </a:cxn>
              <a:cxn ang="0">
                <a:pos x="connsiteX80638" y="connsiteY80638"/>
              </a:cxn>
              <a:cxn ang="0">
                <a:pos x="connsiteX80639" y="connsiteY80639"/>
              </a:cxn>
              <a:cxn ang="0">
                <a:pos x="connsiteX80640" y="connsiteY80640"/>
              </a:cxn>
              <a:cxn ang="0">
                <a:pos x="connsiteX80641" y="connsiteY80641"/>
              </a:cxn>
              <a:cxn ang="0">
                <a:pos x="connsiteX80642" y="connsiteY80642"/>
              </a:cxn>
              <a:cxn ang="0">
                <a:pos x="connsiteX80643" y="connsiteY80643"/>
              </a:cxn>
              <a:cxn ang="0">
                <a:pos x="connsiteX80644" y="connsiteY80644"/>
              </a:cxn>
              <a:cxn ang="0">
                <a:pos x="connsiteX80645" y="connsiteY80645"/>
              </a:cxn>
              <a:cxn ang="0">
                <a:pos x="connsiteX80646" y="connsiteY80646"/>
              </a:cxn>
              <a:cxn ang="0">
                <a:pos x="connsiteX80647" y="connsiteY80647"/>
              </a:cxn>
              <a:cxn ang="0">
                <a:pos x="connsiteX80648" y="connsiteY80648"/>
              </a:cxn>
              <a:cxn ang="0">
                <a:pos x="connsiteX80649" y="connsiteY80649"/>
              </a:cxn>
              <a:cxn ang="0">
                <a:pos x="connsiteX80650" y="connsiteY80650"/>
              </a:cxn>
              <a:cxn ang="0">
                <a:pos x="connsiteX80651" y="connsiteY80651"/>
              </a:cxn>
              <a:cxn ang="0">
                <a:pos x="connsiteX80652" y="connsiteY80652"/>
              </a:cxn>
              <a:cxn ang="0">
                <a:pos x="connsiteX80653" y="connsiteY80653"/>
              </a:cxn>
              <a:cxn ang="0">
                <a:pos x="connsiteX80654" y="connsiteY80654"/>
              </a:cxn>
              <a:cxn ang="0">
                <a:pos x="connsiteX80655" y="connsiteY80655"/>
              </a:cxn>
              <a:cxn ang="0">
                <a:pos x="connsiteX80656" y="connsiteY80656"/>
              </a:cxn>
              <a:cxn ang="0">
                <a:pos x="connsiteX80657" y="connsiteY80657"/>
              </a:cxn>
              <a:cxn ang="0">
                <a:pos x="connsiteX80658" y="connsiteY80658"/>
              </a:cxn>
              <a:cxn ang="0">
                <a:pos x="connsiteX80659" y="connsiteY80659"/>
              </a:cxn>
              <a:cxn ang="0">
                <a:pos x="connsiteX80660" y="connsiteY80660"/>
              </a:cxn>
              <a:cxn ang="0">
                <a:pos x="connsiteX80661" y="connsiteY80661"/>
              </a:cxn>
              <a:cxn ang="0">
                <a:pos x="connsiteX80662" y="connsiteY80662"/>
              </a:cxn>
              <a:cxn ang="0">
                <a:pos x="connsiteX80663" y="connsiteY80663"/>
              </a:cxn>
              <a:cxn ang="0">
                <a:pos x="connsiteX80664" y="connsiteY80664"/>
              </a:cxn>
              <a:cxn ang="0">
                <a:pos x="connsiteX80665" y="connsiteY80665"/>
              </a:cxn>
              <a:cxn ang="0">
                <a:pos x="connsiteX80666" y="connsiteY80666"/>
              </a:cxn>
              <a:cxn ang="0">
                <a:pos x="connsiteX80667" y="connsiteY80667"/>
              </a:cxn>
              <a:cxn ang="0">
                <a:pos x="connsiteX80668" y="connsiteY80668"/>
              </a:cxn>
              <a:cxn ang="0">
                <a:pos x="connsiteX80669" y="connsiteY80669"/>
              </a:cxn>
              <a:cxn ang="0">
                <a:pos x="connsiteX80670" y="connsiteY80670"/>
              </a:cxn>
              <a:cxn ang="0">
                <a:pos x="connsiteX80671" y="connsiteY80671"/>
              </a:cxn>
              <a:cxn ang="0">
                <a:pos x="connsiteX80672" y="connsiteY80672"/>
              </a:cxn>
              <a:cxn ang="0">
                <a:pos x="connsiteX80673" y="connsiteY80673"/>
              </a:cxn>
              <a:cxn ang="0">
                <a:pos x="connsiteX80674" y="connsiteY80674"/>
              </a:cxn>
              <a:cxn ang="0">
                <a:pos x="connsiteX80675" y="connsiteY80675"/>
              </a:cxn>
              <a:cxn ang="0">
                <a:pos x="connsiteX80676" y="connsiteY80676"/>
              </a:cxn>
              <a:cxn ang="0">
                <a:pos x="connsiteX80677" y="connsiteY80677"/>
              </a:cxn>
              <a:cxn ang="0">
                <a:pos x="connsiteX80678" y="connsiteY80678"/>
              </a:cxn>
              <a:cxn ang="0">
                <a:pos x="connsiteX80679" y="connsiteY80679"/>
              </a:cxn>
              <a:cxn ang="0">
                <a:pos x="connsiteX80680" y="connsiteY80680"/>
              </a:cxn>
              <a:cxn ang="0">
                <a:pos x="connsiteX80681" y="connsiteY80681"/>
              </a:cxn>
              <a:cxn ang="0">
                <a:pos x="connsiteX80682" y="connsiteY80682"/>
              </a:cxn>
              <a:cxn ang="0">
                <a:pos x="connsiteX80683" y="connsiteY80683"/>
              </a:cxn>
              <a:cxn ang="0">
                <a:pos x="connsiteX80684" y="connsiteY80684"/>
              </a:cxn>
              <a:cxn ang="0">
                <a:pos x="connsiteX80685" y="connsiteY80685"/>
              </a:cxn>
              <a:cxn ang="0">
                <a:pos x="connsiteX80686" y="connsiteY80686"/>
              </a:cxn>
              <a:cxn ang="0">
                <a:pos x="connsiteX80687" y="connsiteY80687"/>
              </a:cxn>
              <a:cxn ang="0">
                <a:pos x="connsiteX80688" y="connsiteY80688"/>
              </a:cxn>
              <a:cxn ang="0">
                <a:pos x="connsiteX80689" y="connsiteY80689"/>
              </a:cxn>
              <a:cxn ang="0">
                <a:pos x="connsiteX80690" y="connsiteY80690"/>
              </a:cxn>
              <a:cxn ang="0">
                <a:pos x="connsiteX80691" y="connsiteY80691"/>
              </a:cxn>
              <a:cxn ang="0">
                <a:pos x="connsiteX80692" y="connsiteY80692"/>
              </a:cxn>
              <a:cxn ang="0">
                <a:pos x="connsiteX80693" y="connsiteY80693"/>
              </a:cxn>
              <a:cxn ang="0">
                <a:pos x="connsiteX80694" y="connsiteY80694"/>
              </a:cxn>
              <a:cxn ang="0">
                <a:pos x="connsiteX80695" y="connsiteY80695"/>
              </a:cxn>
              <a:cxn ang="0">
                <a:pos x="connsiteX80696" y="connsiteY80696"/>
              </a:cxn>
              <a:cxn ang="0">
                <a:pos x="connsiteX80697" y="connsiteY80697"/>
              </a:cxn>
              <a:cxn ang="0">
                <a:pos x="connsiteX80698" y="connsiteY80698"/>
              </a:cxn>
              <a:cxn ang="0">
                <a:pos x="connsiteX80699" y="connsiteY80699"/>
              </a:cxn>
              <a:cxn ang="0">
                <a:pos x="connsiteX80700" y="connsiteY80700"/>
              </a:cxn>
              <a:cxn ang="0">
                <a:pos x="connsiteX80701" y="connsiteY80701"/>
              </a:cxn>
              <a:cxn ang="0">
                <a:pos x="connsiteX80702" y="connsiteY80702"/>
              </a:cxn>
              <a:cxn ang="0">
                <a:pos x="connsiteX80703" y="connsiteY80703"/>
              </a:cxn>
              <a:cxn ang="0">
                <a:pos x="connsiteX80704" y="connsiteY80704"/>
              </a:cxn>
              <a:cxn ang="0">
                <a:pos x="connsiteX80705" y="connsiteY80705"/>
              </a:cxn>
              <a:cxn ang="0">
                <a:pos x="connsiteX80706" y="connsiteY80706"/>
              </a:cxn>
              <a:cxn ang="0">
                <a:pos x="connsiteX80707" y="connsiteY80707"/>
              </a:cxn>
              <a:cxn ang="0">
                <a:pos x="connsiteX80708" y="connsiteY80708"/>
              </a:cxn>
              <a:cxn ang="0">
                <a:pos x="connsiteX80709" y="connsiteY80709"/>
              </a:cxn>
              <a:cxn ang="0">
                <a:pos x="connsiteX80710" y="connsiteY80710"/>
              </a:cxn>
              <a:cxn ang="0">
                <a:pos x="connsiteX80711" y="connsiteY80711"/>
              </a:cxn>
              <a:cxn ang="0">
                <a:pos x="connsiteX80712" y="connsiteY80712"/>
              </a:cxn>
              <a:cxn ang="0">
                <a:pos x="connsiteX80713" y="connsiteY80713"/>
              </a:cxn>
              <a:cxn ang="0">
                <a:pos x="connsiteX80714" y="connsiteY80714"/>
              </a:cxn>
              <a:cxn ang="0">
                <a:pos x="connsiteX80715" y="connsiteY80715"/>
              </a:cxn>
              <a:cxn ang="0">
                <a:pos x="connsiteX80716" y="connsiteY80716"/>
              </a:cxn>
              <a:cxn ang="0">
                <a:pos x="connsiteX80717" y="connsiteY80717"/>
              </a:cxn>
              <a:cxn ang="0">
                <a:pos x="connsiteX80718" y="connsiteY80718"/>
              </a:cxn>
              <a:cxn ang="0">
                <a:pos x="connsiteX80719" y="connsiteY80719"/>
              </a:cxn>
              <a:cxn ang="0">
                <a:pos x="connsiteX80720" y="connsiteY80720"/>
              </a:cxn>
              <a:cxn ang="0">
                <a:pos x="connsiteX80721" y="connsiteY80721"/>
              </a:cxn>
              <a:cxn ang="0">
                <a:pos x="connsiteX80722" y="connsiteY80722"/>
              </a:cxn>
              <a:cxn ang="0">
                <a:pos x="connsiteX80723" y="connsiteY80723"/>
              </a:cxn>
              <a:cxn ang="0">
                <a:pos x="connsiteX80724" y="connsiteY80724"/>
              </a:cxn>
              <a:cxn ang="0">
                <a:pos x="connsiteX80725" y="connsiteY80725"/>
              </a:cxn>
              <a:cxn ang="0">
                <a:pos x="connsiteX80726" y="connsiteY80726"/>
              </a:cxn>
              <a:cxn ang="0">
                <a:pos x="connsiteX80727" y="connsiteY80727"/>
              </a:cxn>
              <a:cxn ang="0">
                <a:pos x="connsiteX80728" y="connsiteY80728"/>
              </a:cxn>
              <a:cxn ang="0">
                <a:pos x="connsiteX80729" y="connsiteY80729"/>
              </a:cxn>
              <a:cxn ang="0">
                <a:pos x="connsiteX80730" y="connsiteY80730"/>
              </a:cxn>
              <a:cxn ang="0">
                <a:pos x="connsiteX80731" y="connsiteY80731"/>
              </a:cxn>
              <a:cxn ang="0">
                <a:pos x="connsiteX80732" y="connsiteY80732"/>
              </a:cxn>
              <a:cxn ang="0">
                <a:pos x="connsiteX80733" y="connsiteY80733"/>
              </a:cxn>
              <a:cxn ang="0">
                <a:pos x="connsiteX80734" y="connsiteY80734"/>
              </a:cxn>
              <a:cxn ang="0">
                <a:pos x="connsiteX80735" y="connsiteY80735"/>
              </a:cxn>
              <a:cxn ang="0">
                <a:pos x="connsiteX80736" y="connsiteY80736"/>
              </a:cxn>
              <a:cxn ang="0">
                <a:pos x="connsiteX80737" y="connsiteY80737"/>
              </a:cxn>
              <a:cxn ang="0">
                <a:pos x="connsiteX80738" y="connsiteY80738"/>
              </a:cxn>
              <a:cxn ang="0">
                <a:pos x="connsiteX80739" y="connsiteY80739"/>
              </a:cxn>
              <a:cxn ang="0">
                <a:pos x="connsiteX80740" y="connsiteY80740"/>
              </a:cxn>
              <a:cxn ang="0">
                <a:pos x="connsiteX80741" y="connsiteY80741"/>
              </a:cxn>
              <a:cxn ang="0">
                <a:pos x="connsiteX80742" y="connsiteY80742"/>
              </a:cxn>
              <a:cxn ang="0">
                <a:pos x="connsiteX80743" y="connsiteY80743"/>
              </a:cxn>
              <a:cxn ang="0">
                <a:pos x="connsiteX80744" y="connsiteY80744"/>
              </a:cxn>
              <a:cxn ang="0">
                <a:pos x="connsiteX80745" y="connsiteY80745"/>
              </a:cxn>
              <a:cxn ang="0">
                <a:pos x="connsiteX80746" y="connsiteY80746"/>
              </a:cxn>
              <a:cxn ang="0">
                <a:pos x="connsiteX80747" y="connsiteY80747"/>
              </a:cxn>
              <a:cxn ang="0">
                <a:pos x="connsiteX80748" y="connsiteY80748"/>
              </a:cxn>
              <a:cxn ang="0">
                <a:pos x="connsiteX80749" y="connsiteY80749"/>
              </a:cxn>
              <a:cxn ang="0">
                <a:pos x="connsiteX80750" y="connsiteY80750"/>
              </a:cxn>
              <a:cxn ang="0">
                <a:pos x="connsiteX80751" y="connsiteY80751"/>
              </a:cxn>
              <a:cxn ang="0">
                <a:pos x="connsiteX80752" y="connsiteY80752"/>
              </a:cxn>
              <a:cxn ang="0">
                <a:pos x="connsiteX80753" y="connsiteY80753"/>
              </a:cxn>
              <a:cxn ang="0">
                <a:pos x="connsiteX80754" y="connsiteY80754"/>
              </a:cxn>
              <a:cxn ang="0">
                <a:pos x="connsiteX80755" y="connsiteY80755"/>
              </a:cxn>
              <a:cxn ang="0">
                <a:pos x="connsiteX80756" y="connsiteY80756"/>
              </a:cxn>
              <a:cxn ang="0">
                <a:pos x="connsiteX80757" y="connsiteY80757"/>
              </a:cxn>
              <a:cxn ang="0">
                <a:pos x="connsiteX80758" y="connsiteY80758"/>
              </a:cxn>
              <a:cxn ang="0">
                <a:pos x="connsiteX80759" y="connsiteY80759"/>
              </a:cxn>
              <a:cxn ang="0">
                <a:pos x="connsiteX80760" y="connsiteY80760"/>
              </a:cxn>
              <a:cxn ang="0">
                <a:pos x="connsiteX80761" y="connsiteY80761"/>
              </a:cxn>
              <a:cxn ang="0">
                <a:pos x="connsiteX80762" y="connsiteY80762"/>
              </a:cxn>
              <a:cxn ang="0">
                <a:pos x="connsiteX80763" y="connsiteY80763"/>
              </a:cxn>
              <a:cxn ang="0">
                <a:pos x="connsiteX80764" y="connsiteY80764"/>
              </a:cxn>
              <a:cxn ang="0">
                <a:pos x="connsiteX80765" y="connsiteY80765"/>
              </a:cxn>
              <a:cxn ang="0">
                <a:pos x="connsiteX80766" y="connsiteY80766"/>
              </a:cxn>
              <a:cxn ang="0">
                <a:pos x="connsiteX80767" y="connsiteY80767"/>
              </a:cxn>
              <a:cxn ang="0">
                <a:pos x="connsiteX80768" y="connsiteY80768"/>
              </a:cxn>
              <a:cxn ang="0">
                <a:pos x="connsiteX80769" y="connsiteY80769"/>
              </a:cxn>
              <a:cxn ang="0">
                <a:pos x="connsiteX80770" y="connsiteY80770"/>
              </a:cxn>
              <a:cxn ang="0">
                <a:pos x="connsiteX80771" y="connsiteY80771"/>
              </a:cxn>
              <a:cxn ang="0">
                <a:pos x="connsiteX80772" y="connsiteY80772"/>
              </a:cxn>
              <a:cxn ang="0">
                <a:pos x="connsiteX80773" y="connsiteY80773"/>
              </a:cxn>
              <a:cxn ang="0">
                <a:pos x="connsiteX80774" y="connsiteY80774"/>
              </a:cxn>
              <a:cxn ang="0">
                <a:pos x="connsiteX80775" y="connsiteY80775"/>
              </a:cxn>
              <a:cxn ang="0">
                <a:pos x="connsiteX80776" y="connsiteY80776"/>
              </a:cxn>
              <a:cxn ang="0">
                <a:pos x="connsiteX80777" y="connsiteY80777"/>
              </a:cxn>
              <a:cxn ang="0">
                <a:pos x="connsiteX80778" y="connsiteY80778"/>
              </a:cxn>
              <a:cxn ang="0">
                <a:pos x="connsiteX80779" y="connsiteY80779"/>
              </a:cxn>
              <a:cxn ang="0">
                <a:pos x="connsiteX80780" y="connsiteY80780"/>
              </a:cxn>
              <a:cxn ang="0">
                <a:pos x="connsiteX80781" y="connsiteY80781"/>
              </a:cxn>
              <a:cxn ang="0">
                <a:pos x="connsiteX80782" y="connsiteY80782"/>
              </a:cxn>
              <a:cxn ang="0">
                <a:pos x="connsiteX80783" y="connsiteY80783"/>
              </a:cxn>
              <a:cxn ang="0">
                <a:pos x="connsiteX80784" y="connsiteY80784"/>
              </a:cxn>
              <a:cxn ang="0">
                <a:pos x="connsiteX80785" y="connsiteY80785"/>
              </a:cxn>
              <a:cxn ang="0">
                <a:pos x="connsiteX80786" y="connsiteY80786"/>
              </a:cxn>
              <a:cxn ang="0">
                <a:pos x="connsiteX80787" y="connsiteY80787"/>
              </a:cxn>
              <a:cxn ang="0">
                <a:pos x="connsiteX80788" y="connsiteY80788"/>
              </a:cxn>
              <a:cxn ang="0">
                <a:pos x="connsiteX80789" y="connsiteY80789"/>
              </a:cxn>
              <a:cxn ang="0">
                <a:pos x="connsiteX80790" y="connsiteY80790"/>
              </a:cxn>
              <a:cxn ang="0">
                <a:pos x="connsiteX80791" y="connsiteY80791"/>
              </a:cxn>
              <a:cxn ang="0">
                <a:pos x="connsiteX80792" y="connsiteY80792"/>
              </a:cxn>
              <a:cxn ang="0">
                <a:pos x="connsiteX80793" y="connsiteY80793"/>
              </a:cxn>
              <a:cxn ang="0">
                <a:pos x="connsiteX80794" y="connsiteY80794"/>
              </a:cxn>
              <a:cxn ang="0">
                <a:pos x="connsiteX80795" y="connsiteY80795"/>
              </a:cxn>
              <a:cxn ang="0">
                <a:pos x="connsiteX80796" y="connsiteY80796"/>
              </a:cxn>
              <a:cxn ang="0">
                <a:pos x="connsiteX80797" y="connsiteY80797"/>
              </a:cxn>
              <a:cxn ang="0">
                <a:pos x="connsiteX80798" y="connsiteY80798"/>
              </a:cxn>
              <a:cxn ang="0">
                <a:pos x="connsiteX80799" y="connsiteY80799"/>
              </a:cxn>
              <a:cxn ang="0">
                <a:pos x="connsiteX80800" y="connsiteY80800"/>
              </a:cxn>
              <a:cxn ang="0">
                <a:pos x="connsiteX80801" y="connsiteY80801"/>
              </a:cxn>
              <a:cxn ang="0">
                <a:pos x="connsiteX80802" y="connsiteY80802"/>
              </a:cxn>
              <a:cxn ang="0">
                <a:pos x="connsiteX80803" y="connsiteY80803"/>
              </a:cxn>
              <a:cxn ang="0">
                <a:pos x="connsiteX80804" y="connsiteY80804"/>
              </a:cxn>
              <a:cxn ang="0">
                <a:pos x="connsiteX80805" y="connsiteY80805"/>
              </a:cxn>
              <a:cxn ang="0">
                <a:pos x="connsiteX80806" y="connsiteY80806"/>
              </a:cxn>
              <a:cxn ang="0">
                <a:pos x="connsiteX80807" y="connsiteY80807"/>
              </a:cxn>
              <a:cxn ang="0">
                <a:pos x="connsiteX80808" y="connsiteY80808"/>
              </a:cxn>
              <a:cxn ang="0">
                <a:pos x="connsiteX80809" y="connsiteY80809"/>
              </a:cxn>
              <a:cxn ang="0">
                <a:pos x="connsiteX80810" y="connsiteY80810"/>
              </a:cxn>
              <a:cxn ang="0">
                <a:pos x="connsiteX80811" y="connsiteY80811"/>
              </a:cxn>
              <a:cxn ang="0">
                <a:pos x="connsiteX80812" y="connsiteY80812"/>
              </a:cxn>
              <a:cxn ang="0">
                <a:pos x="connsiteX80813" y="connsiteY80813"/>
              </a:cxn>
              <a:cxn ang="0">
                <a:pos x="connsiteX80814" y="connsiteY80814"/>
              </a:cxn>
              <a:cxn ang="0">
                <a:pos x="connsiteX80815" y="connsiteY80815"/>
              </a:cxn>
              <a:cxn ang="0">
                <a:pos x="connsiteX80816" y="connsiteY80816"/>
              </a:cxn>
              <a:cxn ang="0">
                <a:pos x="connsiteX80817" y="connsiteY80817"/>
              </a:cxn>
              <a:cxn ang="0">
                <a:pos x="connsiteX80818" y="connsiteY80818"/>
              </a:cxn>
              <a:cxn ang="0">
                <a:pos x="connsiteX80819" y="connsiteY80819"/>
              </a:cxn>
              <a:cxn ang="0">
                <a:pos x="connsiteX80820" y="connsiteY80820"/>
              </a:cxn>
              <a:cxn ang="0">
                <a:pos x="connsiteX80821" y="connsiteY80821"/>
              </a:cxn>
              <a:cxn ang="0">
                <a:pos x="connsiteX80822" y="connsiteY80822"/>
              </a:cxn>
              <a:cxn ang="0">
                <a:pos x="connsiteX80823" y="connsiteY80823"/>
              </a:cxn>
              <a:cxn ang="0">
                <a:pos x="connsiteX80824" y="connsiteY80824"/>
              </a:cxn>
              <a:cxn ang="0">
                <a:pos x="connsiteX80825" y="connsiteY80825"/>
              </a:cxn>
              <a:cxn ang="0">
                <a:pos x="connsiteX80826" y="connsiteY80826"/>
              </a:cxn>
              <a:cxn ang="0">
                <a:pos x="connsiteX80827" y="connsiteY80827"/>
              </a:cxn>
              <a:cxn ang="0">
                <a:pos x="connsiteX80828" y="connsiteY80828"/>
              </a:cxn>
              <a:cxn ang="0">
                <a:pos x="connsiteX80829" y="connsiteY80829"/>
              </a:cxn>
              <a:cxn ang="0">
                <a:pos x="connsiteX80830" y="connsiteY80830"/>
              </a:cxn>
              <a:cxn ang="0">
                <a:pos x="connsiteX80831" y="connsiteY80831"/>
              </a:cxn>
              <a:cxn ang="0">
                <a:pos x="connsiteX80832" y="connsiteY80832"/>
              </a:cxn>
              <a:cxn ang="0">
                <a:pos x="connsiteX80833" y="connsiteY80833"/>
              </a:cxn>
              <a:cxn ang="0">
                <a:pos x="connsiteX80834" y="connsiteY80834"/>
              </a:cxn>
              <a:cxn ang="0">
                <a:pos x="connsiteX80835" y="connsiteY80835"/>
              </a:cxn>
              <a:cxn ang="0">
                <a:pos x="connsiteX80836" y="connsiteY80836"/>
              </a:cxn>
              <a:cxn ang="0">
                <a:pos x="connsiteX80837" y="connsiteY80837"/>
              </a:cxn>
              <a:cxn ang="0">
                <a:pos x="connsiteX80838" y="connsiteY80838"/>
              </a:cxn>
              <a:cxn ang="0">
                <a:pos x="connsiteX80839" y="connsiteY80839"/>
              </a:cxn>
              <a:cxn ang="0">
                <a:pos x="connsiteX80840" y="connsiteY80840"/>
              </a:cxn>
              <a:cxn ang="0">
                <a:pos x="connsiteX80841" y="connsiteY80841"/>
              </a:cxn>
              <a:cxn ang="0">
                <a:pos x="connsiteX80842" y="connsiteY80842"/>
              </a:cxn>
              <a:cxn ang="0">
                <a:pos x="connsiteX80843" y="connsiteY80843"/>
              </a:cxn>
              <a:cxn ang="0">
                <a:pos x="connsiteX80844" y="connsiteY80844"/>
              </a:cxn>
              <a:cxn ang="0">
                <a:pos x="connsiteX80845" y="connsiteY80845"/>
              </a:cxn>
              <a:cxn ang="0">
                <a:pos x="connsiteX80846" y="connsiteY80846"/>
              </a:cxn>
              <a:cxn ang="0">
                <a:pos x="connsiteX80847" y="connsiteY80847"/>
              </a:cxn>
              <a:cxn ang="0">
                <a:pos x="connsiteX80848" y="connsiteY80848"/>
              </a:cxn>
              <a:cxn ang="0">
                <a:pos x="connsiteX80849" y="connsiteY80849"/>
              </a:cxn>
              <a:cxn ang="0">
                <a:pos x="connsiteX80850" y="connsiteY80850"/>
              </a:cxn>
              <a:cxn ang="0">
                <a:pos x="connsiteX80851" y="connsiteY80851"/>
              </a:cxn>
              <a:cxn ang="0">
                <a:pos x="connsiteX80852" y="connsiteY80852"/>
              </a:cxn>
              <a:cxn ang="0">
                <a:pos x="connsiteX80853" y="connsiteY80853"/>
              </a:cxn>
              <a:cxn ang="0">
                <a:pos x="connsiteX80854" y="connsiteY80854"/>
              </a:cxn>
              <a:cxn ang="0">
                <a:pos x="connsiteX80855" y="connsiteY80855"/>
              </a:cxn>
              <a:cxn ang="0">
                <a:pos x="connsiteX80856" y="connsiteY80856"/>
              </a:cxn>
              <a:cxn ang="0">
                <a:pos x="connsiteX80857" y="connsiteY80857"/>
              </a:cxn>
              <a:cxn ang="0">
                <a:pos x="connsiteX80858" y="connsiteY80858"/>
              </a:cxn>
              <a:cxn ang="0">
                <a:pos x="connsiteX80859" y="connsiteY80859"/>
              </a:cxn>
              <a:cxn ang="0">
                <a:pos x="connsiteX80860" y="connsiteY80860"/>
              </a:cxn>
              <a:cxn ang="0">
                <a:pos x="connsiteX80861" y="connsiteY80861"/>
              </a:cxn>
              <a:cxn ang="0">
                <a:pos x="connsiteX80862" y="connsiteY80862"/>
              </a:cxn>
              <a:cxn ang="0">
                <a:pos x="connsiteX80863" y="connsiteY80863"/>
              </a:cxn>
              <a:cxn ang="0">
                <a:pos x="connsiteX80864" y="connsiteY80864"/>
              </a:cxn>
              <a:cxn ang="0">
                <a:pos x="connsiteX80865" y="connsiteY80865"/>
              </a:cxn>
              <a:cxn ang="0">
                <a:pos x="connsiteX80866" y="connsiteY80866"/>
              </a:cxn>
              <a:cxn ang="0">
                <a:pos x="connsiteX80867" y="connsiteY80867"/>
              </a:cxn>
              <a:cxn ang="0">
                <a:pos x="connsiteX80868" y="connsiteY80868"/>
              </a:cxn>
              <a:cxn ang="0">
                <a:pos x="connsiteX80869" y="connsiteY80869"/>
              </a:cxn>
              <a:cxn ang="0">
                <a:pos x="connsiteX80870" y="connsiteY80870"/>
              </a:cxn>
              <a:cxn ang="0">
                <a:pos x="connsiteX80871" y="connsiteY80871"/>
              </a:cxn>
              <a:cxn ang="0">
                <a:pos x="connsiteX80872" y="connsiteY80872"/>
              </a:cxn>
              <a:cxn ang="0">
                <a:pos x="connsiteX80873" y="connsiteY80873"/>
              </a:cxn>
              <a:cxn ang="0">
                <a:pos x="connsiteX80874" y="connsiteY80874"/>
              </a:cxn>
              <a:cxn ang="0">
                <a:pos x="connsiteX80875" y="connsiteY80875"/>
              </a:cxn>
              <a:cxn ang="0">
                <a:pos x="connsiteX80876" y="connsiteY80876"/>
              </a:cxn>
              <a:cxn ang="0">
                <a:pos x="connsiteX80877" y="connsiteY80877"/>
              </a:cxn>
              <a:cxn ang="0">
                <a:pos x="connsiteX80878" y="connsiteY80878"/>
              </a:cxn>
              <a:cxn ang="0">
                <a:pos x="connsiteX80879" y="connsiteY80879"/>
              </a:cxn>
              <a:cxn ang="0">
                <a:pos x="connsiteX80880" y="connsiteY80880"/>
              </a:cxn>
              <a:cxn ang="0">
                <a:pos x="connsiteX80881" y="connsiteY80881"/>
              </a:cxn>
              <a:cxn ang="0">
                <a:pos x="connsiteX80882" y="connsiteY80882"/>
              </a:cxn>
              <a:cxn ang="0">
                <a:pos x="connsiteX80883" y="connsiteY80883"/>
              </a:cxn>
              <a:cxn ang="0">
                <a:pos x="connsiteX80884" y="connsiteY80884"/>
              </a:cxn>
              <a:cxn ang="0">
                <a:pos x="connsiteX80885" y="connsiteY80885"/>
              </a:cxn>
              <a:cxn ang="0">
                <a:pos x="connsiteX80886" y="connsiteY80886"/>
              </a:cxn>
              <a:cxn ang="0">
                <a:pos x="connsiteX80887" y="connsiteY80887"/>
              </a:cxn>
              <a:cxn ang="0">
                <a:pos x="connsiteX80888" y="connsiteY80888"/>
              </a:cxn>
              <a:cxn ang="0">
                <a:pos x="connsiteX80889" y="connsiteY80889"/>
              </a:cxn>
              <a:cxn ang="0">
                <a:pos x="connsiteX80890" y="connsiteY80890"/>
              </a:cxn>
              <a:cxn ang="0">
                <a:pos x="connsiteX80891" y="connsiteY80891"/>
              </a:cxn>
              <a:cxn ang="0">
                <a:pos x="connsiteX80892" y="connsiteY80892"/>
              </a:cxn>
              <a:cxn ang="0">
                <a:pos x="connsiteX80893" y="connsiteY80893"/>
              </a:cxn>
              <a:cxn ang="0">
                <a:pos x="connsiteX80894" y="connsiteY80894"/>
              </a:cxn>
              <a:cxn ang="0">
                <a:pos x="connsiteX80895" y="connsiteY80895"/>
              </a:cxn>
              <a:cxn ang="0">
                <a:pos x="connsiteX80896" y="connsiteY80896"/>
              </a:cxn>
              <a:cxn ang="0">
                <a:pos x="connsiteX80897" y="connsiteY80897"/>
              </a:cxn>
              <a:cxn ang="0">
                <a:pos x="connsiteX80898" y="connsiteY80898"/>
              </a:cxn>
              <a:cxn ang="0">
                <a:pos x="connsiteX80899" y="connsiteY80899"/>
              </a:cxn>
              <a:cxn ang="0">
                <a:pos x="connsiteX80900" y="connsiteY80900"/>
              </a:cxn>
              <a:cxn ang="0">
                <a:pos x="connsiteX80901" y="connsiteY80901"/>
              </a:cxn>
              <a:cxn ang="0">
                <a:pos x="connsiteX80902" y="connsiteY80902"/>
              </a:cxn>
              <a:cxn ang="0">
                <a:pos x="connsiteX80903" y="connsiteY80903"/>
              </a:cxn>
              <a:cxn ang="0">
                <a:pos x="connsiteX80904" y="connsiteY80904"/>
              </a:cxn>
              <a:cxn ang="0">
                <a:pos x="connsiteX80905" y="connsiteY80905"/>
              </a:cxn>
              <a:cxn ang="0">
                <a:pos x="connsiteX80906" y="connsiteY80906"/>
              </a:cxn>
              <a:cxn ang="0">
                <a:pos x="connsiteX80907" y="connsiteY80907"/>
              </a:cxn>
              <a:cxn ang="0">
                <a:pos x="connsiteX80908" y="connsiteY80908"/>
              </a:cxn>
              <a:cxn ang="0">
                <a:pos x="connsiteX80909" y="connsiteY80909"/>
              </a:cxn>
              <a:cxn ang="0">
                <a:pos x="connsiteX80910" y="connsiteY80910"/>
              </a:cxn>
              <a:cxn ang="0">
                <a:pos x="connsiteX80911" y="connsiteY80911"/>
              </a:cxn>
              <a:cxn ang="0">
                <a:pos x="connsiteX80912" y="connsiteY80912"/>
              </a:cxn>
              <a:cxn ang="0">
                <a:pos x="connsiteX80913" y="connsiteY80913"/>
              </a:cxn>
              <a:cxn ang="0">
                <a:pos x="connsiteX80914" y="connsiteY80914"/>
              </a:cxn>
              <a:cxn ang="0">
                <a:pos x="connsiteX80915" y="connsiteY80915"/>
              </a:cxn>
              <a:cxn ang="0">
                <a:pos x="connsiteX80916" y="connsiteY80916"/>
              </a:cxn>
              <a:cxn ang="0">
                <a:pos x="connsiteX80917" y="connsiteY80917"/>
              </a:cxn>
              <a:cxn ang="0">
                <a:pos x="connsiteX80918" y="connsiteY80918"/>
              </a:cxn>
              <a:cxn ang="0">
                <a:pos x="connsiteX80919" y="connsiteY80919"/>
              </a:cxn>
              <a:cxn ang="0">
                <a:pos x="connsiteX80920" y="connsiteY80920"/>
              </a:cxn>
              <a:cxn ang="0">
                <a:pos x="connsiteX80921" y="connsiteY80921"/>
              </a:cxn>
              <a:cxn ang="0">
                <a:pos x="connsiteX80922" y="connsiteY80922"/>
              </a:cxn>
              <a:cxn ang="0">
                <a:pos x="connsiteX80923" y="connsiteY80923"/>
              </a:cxn>
              <a:cxn ang="0">
                <a:pos x="connsiteX80924" y="connsiteY80924"/>
              </a:cxn>
              <a:cxn ang="0">
                <a:pos x="connsiteX80925" y="connsiteY80925"/>
              </a:cxn>
              <a:cxn ang="0">
                <a:pos x="connsiteX80926" y="connsiteY80926"/>
              </a:cxn>
              <a:cxn ang="0">
                <a:pos x="connsiteX80927" y="connsiteY80927"/>
              </a:cxn>
              <a:cxn ang="0">
                <a:pos x="connsiteX80928" y="connsiteY80928"/>
              </a:cxn>
              <a:cxn ang="0">
                <a:pos x="connsiteX80929" y="connsiteY80929"/>
              </a:cxn>
              <a:cxn ang="0">
                <a:pos x="connsiteX80930" y="connsiteY80930"/>
              </a:cxn>
              <a:cxn ang="0">
                <a:pos x="connsiteX80931" y="connsiteY80931"/>
              </a:cxn>
              <a:cxn ang="0">
                <a:pos x="connsiteX80932" y="connsiteY80932"/>
              </a:cxn>
              <a:cxn ang="0">
                <a:pos x="connsiteX80933" y="connsiteY80933"/>
              </a:cxn>
              <a:cxn ang="0">
                <a:pos x="connsiteX80934" y="connsiteY80934"/>
              </a:cxn>
              <a:cxn ang="0">
                <a:pos x="connsiteX80935" y="connsiteY80935"/>
              </a:cxn>
              <a:cxn ang="0">
                <a:pos x="connsiteX80936" y="connsiteY80936"/>
              </a:cxn>
              <a:cxn ang="0">
                <a:pos x="connsiteX80937" y="connsiteY80937"/>
              </a:cxn>
              <a:cxn ang="0">
                <a:pos x="connsiteX80938" y="connsiteY80938"/>
              </a:cxn>
              <a:cxn ang="0">
                <a:pos x="connsiteX80939" y="connsiteY80939"/>
              </a:cxn>
              <a:cxn ang="0">
                <a:pos x="connsiteX80940" y="connsiteY80940"/>
              </a:cxn>
              <a:cxn ang="0">
                <a:pos x="connsiteX80941" y="connsiteY80941"/>
              </a:cxn>
              <a:cxn ang="0">
                <a:pos x="connsiteX80942" y="connsiteY80942"/>
              </a:cxn>
              <a:cxn ang="0">
                <a:pos x="connsiteX80943" y="connsiteY80943"/>
              </a:cxn>
              <a:cxn ang="0">
                <a:pos x="connsiteX80944" y="connsiteY80944"/>
              </a:cxn>
              <a:cxn ang="0">
                <a:pos x="connsiteX80945" y="connsiteY80945"/>
              </a:cxn>
              <a:cxn ang="0">
                <a:pos x="connsiteX80946" y="connsiteY80946"/>
              </a:cxn>
              <a:cxn ang="0">
                <a:pos x="connsiteX80947" y="connsiteY80947"/>
              </a:cxn>
              <a:cxn ang="0">
                <a:pos x="connsiteX80948" y="connsiteY80948"/>
              </a:cxn>
              <a:cxn ang="0">
                <a:pos x="connsiteX80949" y="connsiteY80949"/>
              </a:cxn>
              <a:cxn ang="0">
                <a:pos x="connsiteX80950" y="connsiteY80950"/>
              </a:cxn>
              <a:cxn ang="0">
                <a:pos x="connsiteX80951" y="connsiteY80951"/>
              </a:cxn>
              <a:cxn ang="0">
                <a:pos x="connsiteX80952" y="connsiteY80952"/>
              </a:cxn>
              <a:cxn ang="0">
                <a:pos x="connsiteX80953" y="connsiteY80953"/>
              </a:cxn>
              <a:cxn ang="0">
                <a:pos x="connsiteX80954" y="connsiteY80954"/>
              </a:cxn>
              <a:cxn ang="0">
                <a:pos x="connsiteX80955" y="connsiteY80955"/>
              </a:cxn>
              <a:cxn ang="0">
                <a:pos x="connsiteX80956" y="connsiteY80956"/>
              </a:cxn>
              <a:cxn ang="0">
                <a:pos x="connsiteX80957" y="connsiteY80957"/>
              </a:cxn>
              <a:cxn ang="0">
                <a:pos x="connsiteX80958" y="connsiteY80958"/>
              </a:cxn>
              <a:cxn ang="0">
                <a:pos x="connsiteX80959" y="connsiteY80959"/>
              </a:cxn>
              <a:cxn ang="0">
                <a:pos x="connsiteX80960" y="connsiteY80960"/>
              </a:cxn>
              <a:cxn ang="0">
                <a:pos x="connsiteX80961" y="connsiteY80961"/>
              </a:cxn>
              <a:cxn ang="0">
                <a:pos x="connsiteX80962" y="connsiteY80962"/>
              </a:cxn>
              <a:cxn ang="0">
                <a:pos x="connsiteX80963" y="connsiteY80963"/>
              </a:cxn>
              <a:cxn ang="0">
                <a:pos x="connsiteX80964" y="connsiteY80964"/>
              </a:cxn>
              <a:cxn ang="0">
                <a:pos x="connsiteX80965" y="connsiteY80965"/>
              </a:cxn>
              <a:cxn ang="0">
                <a:pos x="connsiteX80966" y="connsiteY80966"/>
              </a:cxn>
              <a:cxn ang="0">
                <a:pos x="connsiteX80967" y="connsiteY80967"/>
              </a:cxn>
              <a:cxn ang="0">
                <a:pos x="connsiteX80968" y="connsiteY80968"/>
              </a:cxn>
              <a:cxn ang="0">
                <a:pos x="connsiteX80969" y="connsiteY80969"/>
              </a:cxn>
              <a:cxn ang="0">
                <a:pos x="connsiteX80970" y="connsiteY80970"/>
              </a:cxn>
              <a:cxn ang="0">
                <a:pos x="connsiteX80971" y="connsiteY80971"/>
              </a:cxn>
              <a:cxn ang="0">
                <a:pos x="connsiteX80972" y="connsiteY80972"/>
              </a:cxn>
              <a:cxn ang="0">
                <a:pos x="connsiteX80973" y="connsiteY80973"/>
              </a:cxn>
              <a:cxn ang="0">
                <a:pos x="connsiteX80974" y="connsiteY80974"/>
              </a:cxn>
              <a:cxn ang="0">
                <a:pos x="connsiteX80975" y="connsiteY80975"/>
              </a:cxn>
              <a:cxn ang="0">
                <a:pos x="connsiteX80976" y="connsiteY80976"/>
              </a:cxn>
              <a:cxn ang="0">
                <a:pos x="connsiteX80977" y="connsiteY80977"/>
              </a:cxn>
              <a:cxn ang="0">
                <a:pos x="connsiteX80978" y="connsiteY80978"/>
              </a:cxn>
              <a:cxn ang="0">
                <a:pos x="connsiteX80979" y="connsiteY80979"/>
              </a:cxn>
              <a:cxn ang="0">
                <a:pos x="connsiteX80980" y="connsiteY80980"/>
              </a:cxn>
              <a:cxn ang="0">
                <a:pos x="connsiteX80981" y="connsiteY80981"/>
              </a:cxn>
              <a:cxn ang="0">
                <a:pos x="connsiteX80982" y="connsiteY80982"/>
              </a:cxn>
              <a:cxn ang="0">
                <a:pos x="connsiteX80983" y="connsiteY80983"/>
              </a:cxn>
              <a:cxn ang="0">
                <a:pos x="connsiteX80984" y="connsiteY80984"/>
              </a:cxn>
              <a:cxn ang="0">
                <a:pos x="connsiteX80985" y="connsiteY80985"/>
              </a:cxn>
              <a:cxn ang="0">
                <a:pos x="connsiteX80986" y="connsiteY80986"/>
              </a:cxn>
              <a:cxn ang="0">
                <a:pos x="connsiteX80987" y="connsiteY80987"/>
              </a:cxn>
              <a:cxn ang="0">
                <a:pos x="connsiteX80988" y="connsiteY80988"/>
              </a:cxn>
              <a:cxn ang="0">
                <a:pos x="connsiteX80989" y="connsiteY80989"/>
              </a:cxn>
              <a:cxn ang="0">
                <a:pos x="connsiteX80990" y="connsiteY80990"/>
              </a:cxn>
              <a:cxn ang="0">
                <a:pos x="connsiteX80991" y="connsiteY80991"/>
              </a:cxn>
              <a:cxn ang="0">
                <a:pos x="connsiteX80992" y="connsiteY80992"/>
              </a:cxn>
              <a:cxn ang="0">
                <a:pos x="connsiteX80993" y="connsiteY80993"/>
              </a:cxn>
              <a:cxn ang="0">
                <a:pos x="connsiteX80994" y="connsiteY80994"/>
              </a:cxn>
              <a:cxn ang="0">
                <a:pos x="connsiteX80995" y="connsiteY80995"/>
              </a:cxn>
              <a:cxn ang="0">
                <a:pos x="connsiteX80996" y="connsiteY80996"/>
              </a:cxn>
              <a:cxn ang="0">
                <a:pos x="connsiteX80997" y="connsiteY80997"/>
              </a:cxn>
              <a:cxn ang="0">
                <a:pos x="connsiteX80998" y="connsiteY80998"/>
              </a:cxn>
              <a:cxn ang="0">
                <a:pos x="connsiteX80999" y="connsiteY80999"/>
              </a:cxn>
              <a:cxn ang="0">
                <a:pos x="connsiteX81000" y="connsiteY81000"/>
              </a:cxn>
              <a:cxn ang="0">
                <a:pos x="connsiteX81001" y="connsiteY81001"/>
              </a:cxn>
              <a:cxn ang="0">
                <a:pos x="connsiteX81002" y="connsiteY81002"/>
              </a:cxn>
              <a:cxn ang="0">
                <a:pos x="connsiteX81003" y="connsiteY81003"/>
              </a:cxn>
              <a:cxn ang="0">
                <a:pos x="connsiteX81004" y="connsiteY81004"/>
              </a:cxn>
              <a:cxn ang="0">
                <a:pos x="connsiteX81005" y="connsiteY81005"/>
              </a:cxn>
              <a:cxn ang="0">
                <a:pos x="connsiteX81006" y="connsiteY81006"/>
              </a:cxn>
              <a:cxn ang="0">
                <a:pos x="connsiteX81007" y="connsiteY81007"/>
              </a:cxn>
              <a:cxn ang="0">
                <a:pos x="connsiteX81008" y="connsiteY81008"/>
              </a:cxn>
              <a:cxn ang="0">
                <a:pos x="connsiteX81009" y="connsiteY81009"/>
              </a:cxn>
              <a:cxn ang="0">
                <a:pos x="connsiteX81010" y="connsiteY81010"/>
              </a:cxn>
              <a:cxn ang="0">
                <a:pos x="connsiteX81011" y="connsiteY81011"/>
              </a:cxn>
              <a:cxn ang="0">
                <a:pos x="connsiteX81012" y="connsiteY81012"/>
              </a:cxn>
              <a:cxn ang="0">
                <a:pos x="connsiteX81013" y="connsiteY81013"/>
              </a:cxn>
              <a:cxn ang="0">
                <a:pos x="connsiteX81014" y="connsiteY81014"/>
              </a:cxn>
              <a:cxn ang="0">
                <a:pos x="connsiteX81015" y="connsiteY81015"/>
              </a:cxn>
              <a:cxn ang="0">
                <a:pos x="connsiteX81016" y="connsiteY81016"/>
              </a:cxn>
              <a:cxn ang="0">
                <a:pos x="connsiteX81017" y="connsiteY81017"/>
              </a:cxn>
              <a:cxn ang="0">
                <a:pos x="connsiteX81018" y="connsiteY81018"/>
              </a:cxn>
              <a:cxn ang="0">
                <a:pos x="connsiteX81019" y="connsiteY81019"/>
              </a:cxn>
              <a:cxn ang="0">
                <a:pos x="connsiteX81020" y="connsiteY81020"/>
              </a:cxn>
              <a:cxn ang="0">
                <a:pos x="connsiteX81021" y="connsiteY81021"/>
              </a:cxn>
              <a:cxn ang="0">
                <a:pos x="connsiteX81022" y="connsiteY81022"/>
              </a:cxn>
              <a:cxn ang="0">
                <a:pos x="connsiteX81023" y="connsiteY81023"/>
              </a:cxn>
              <a:cxn ang="0">
                <a:pos x="connsiteX81024" y="connsiteY81024"/>
              </a:cxn>
              <a:cxn ang="0">
                <a:pos x="connsiteX81025" y="connsiteY81025"/>
              </a:cxn>
              <a:cxn ang="0">
                <a:pos x="connsiteX81026" y="connsiteY81026"/>
              </a:cxn>
              <a:cxn ang="0">
                <a:pos x="connsiteX81027" y="connsiteY81027"/>
              </a:cxn>
              <a:cxn ang="0">
                <a:pos x="connsiteX81028" y="connsiteY81028"/>
              </a:cxn>
              <a:cxn ang="0">
                <a:pos x="connsiteX81029" y="connsiteY81029"/>
              </a:cxn>
              <a:cxn ang="0">
                <a:pos x="connsiteX81030" y="connsiteY81030"/>
              </a:cxn>
              <a:cxn ang="0">
                <a:pos x="connsiteX81031" y="connsiteY81031"/>
              </a:cxn>
              <a:cxn ang="0">
                <a:pos x="connsiteX81032" y="connsiteY81032"/>
              </a:cxn>
              <a:cxn ang="0">
                <a:pos x="connsiteX81033" y="connsiteY81033"/>
              </a:cxn>
              <a:cxn ang="0">
                <a:pos x="connsiteX81034" y="connsiteY81034"/>
              </a:cxn>
              <a:cxn ang="0">
                <a:pos x="connsiteX81035" y="connsiteY81035"/>
              </a:cxn>
              <a:cxn ang="0">
                <a:pos x="connsiteX81036" y="connsiteY81036"/>
              </a:cxn>
              <a:cxn ang="0">
                <a:pos x="connsiteX81037" y="connsiteY81037"/>
              </a:cxn>
              <a:cxn ang="0">
                <a:pos x="connsiteX81038" y="connsiteY81038"/>
              </a:cxn>
              <a:cxn ang="0">
                <a:pos x="connsiteX81039" y="connsiteY81039"/>
              </a:cxn>
              <a:cxn ang="0">
                <a:pos x="connsiteX81040" y="connsiteY81040"/>
              </a:cxn>
              <a:cxn ang="0">
                <a:pos x="connsiteX81041" y="connsiteY81041"/>
              </a:cxn>
              <a:cxn ang="0">
                <a:pos x="connsiteX81042" y="connsiteY81042"/>
              </a:cxn>
              <a:cxn ang="0">
                <a:pos x="connsiteX81043" y="connsiteY81043"/>
              </a:cxn>
              <a:cxn ang="0">
                <a:pos x="connsiteX81044" y="connsiteY81044"/>
              </a:cxn>
              <a:cxn ang="0">
                <a:pos x="connsiteX81045" y="connsiteY81045"/>
              </a:cxn>
              <a:cxn ang="0">
                <a:pos x="connsiteX81046" y="connsiteY81046"/>
              </a:cxn>
              <a:cxn ang="0">
                <a:pos x="connsiteX81047" y="connsiteY81047"/>
              </a:cxn>
              <a:cxn ang="0">
                <a:pos x="connsiteX81048" y="connsiteY81048"/>
              </a:cxn>
              <a:cxn ang="0">
                <a:pos x="connsiteX81049" y="connsiteY81049"/>
              </a:cxn>
              <a:cxn ang="0">
                <a:pos x="connsiteX81050" y="connsiteY81050"/>
              </a:cxn>
              <a:cxn ang="0">
                <a:pos x="connsiteX81051" y="connsiteY81051"/>
              </a:cxn>
              <a:cxn ang="0">
                <a:pos x="connsiteX81052" y="connsiteY81052"/>
              </a:cxn>
              <a:cxn ang="0">
                <a:pos x="connsiteX81053" y="connsiteY81053"/>
              </a:cxn>
              <a:cxn ang="0">
                <a:pos x="connsiteX81054" y="connsiteY81054"/>
              </a:cxn>
              <a:cxn ang="0">
                <a:pos x="connsiteX81055" y="connsiteY81055"/>
              </a:cxn>
              <a:cxn ang="0">
                <a:pos x="connsiteX81056" y="connsiteY81056"/>
              </a:cxn>
              <a:cxn ang="0">
                <a:pos x="connsiteX81057" y="connsiteY81057"/>
              </a:cxn>
              <a:cxn ang="0">
                <a:pos x="connsiteX81058" y="connsiteY81058"/>
              </a:cxn>
              <a:cxn ang="0">
                <a:pos x="connsiteX81059" y="connsiteY81059"/>
              </a:cxn>
              <a:cxn ang="0">
                <a:pos x="connsiteX81060" y="connsiteY81060"/>
              </a:cxn>
              <a:cxn ang="0">
                <a:pos x="connsiteX81061" y="connsiteY81061"/>
              </a:cxn>
              <a:cxn ang="0">
                <a:pos x="connsiteX81062" y="connsiteY81062"/>
              </a:cxn>
              <a:cxn ang="0">
                <a:pos x="connsiteX81063" y="connsiteY81063"/>
              </a:cxn>
              <a:cxn ang="0">
                <a:pos x="connsiteX81064" y="connsiteY81064"/>
              </a:cxn>
              <a:cxn ang="0">
                <a:pos x="connsiteX81065" y="connsiteY81065"/>
              </a:cxn>
              <a:cxn ang="0">
                <a:pos x="connsiteX81066" y="connsiteY81066"/>
              </a:cxn>
              <a:cxn ang="0">
                <a:pos x="connsiteX81067" y="connsiteY81067"/>
              </a:cxn>
              <a:cxn ang="0">
                <a:pos x="connsiteX81068" y="connsiteY81068"/>
              </a:cxn>
              <a:cxn ang="0">
                <a:pos x="connsiteX81069" y="connsiteY81069"/>
              </a:cxn>
              <a:cxn ang="0">
                <a:pos x="connsiteX81070" y="connsiteY81070"/>
              </a:cxn>
              <a:cxn ang="0">
                <a:pos x="connsiteX81071" y="connsiteY81071"/>
              </a:cxn>
              <a:cxn ang="0">
                <a:pos x="connsiteX81072" y="connsiteY81072"/>
              </a:cxn>
              <a:cxn ang="0">
                <a:pos x="connsiteX81073" y="connsiteY81073"/>
              </a:cxn>
              <a:cxn ang="0">
                <a:pos x="connsiteX81074" y="connsiteY81074"/>
              </a:cxn>
              <a:cxn ang="0">
                <a:pos x="connsiteX81075" y="connsiteY81075"/>
              </a:cxn>
              <a:cxn ang="0">
                <a:pos x="connsiteX81076" y="connsiteY81076"/>
              </a:cxn>
              <a:cxn ang="0">
                <a:pos x="connsiteX81077" y="connsiteY81077"/>
              </a:cxn>
              <a:cxn ang="0">
                <a:pos x="connsiteX81078" y="connsiteY81078"/>
              </a:cxn>
              <a:cxn ang="0">
                <a:pos x="connsiteX81079" y="connsiteY81079"/>
              </a:cxn>
              <a:cxn ang="0">
                <a:pos x="connsiteX81080" y="connsiteY81080"/>
              </a:cxn>
              <a:cxn ang="0">
                <a:pos x="connsiteX81081" y="connsiteY81081"/>
              </a:cxn>
              <a:cxn ang="0">
                <a:pos x="connsiteX81082" y="connsiteY81082"/>
              </a:cxn>
              <a:cxn ang="0">
                <a:pos x="connsiteX81083" y="connsiteY81083"/>
              </a:cxn>
              <a:cxn ang="0">
                <a:pos x="connsiteX81084" y="connsiteY81084"/>
              </a:cxn>
              <a:cxn ang="0">
                <a:pos x="connsiteX81085" y="connsiteY81085"/>
              </a:cxn>
              <a:cxn ang="0">
                <a:pos x="connsiteX81086" y="connsiteY81086"/>
              </a:cxn>
              <a:cxn ang="0">
                <a:pos x="connsiteX81087" y="connsiteY81087"/>
              </a:cxn>
              <a:cxn ang="0">
                <a:pos x="connsiteX81088" y="connsiteY81088"/>
              </a:cxn>
              <a:cxn ang="0">
                <a:pos x="connsiteX81089" y="connsiteY81089"/>
              </a:cxn>
              <a:cxn ang="0">
                <a:pos x="connsiteX81090" y="connsiteY81090"/>
              </a:cxn>
              <a:cxn ang="0">
                <a:pos x="connsiteX81091" y="connsiteY81091"/>
              </a:cxn>
              <a:cxn ang="0">
                <a:pos x="connsiteX81092" y="connsiteY81092"/>
              </a:cxn>
              <a:cxn ang="0">
                <a:pos x="connsiteX81093" y="connsiteY81093"/>
              </a:cxn>
              <a:cxn ang="0">
                <a:pos x="connsiteX81094" y="connsiteY81094"/>
              </a:cxn>
              <a:cxn ang="0">
                <a:pos x="connsiteX81095" y="connsiteY81095"/>
              </a:cxn>
              <a:cxn ang="0">
                <a:pos x="connsiteX81096" y="connsiteY81096"/>
              </a:cxn>
              <a:cxn ang="0">
                <a:pos x="connsiteX81097" y="connsiteY81097"/>
              </a:cxn>
              <a:cxn ang="0">
                <a:pos x="connsiteX81098" y="connsiteY81098"/>
              </a:cxn>
              <a:cxn ang="0">
                <a:pos x="connsiteX81099" y="connsiteY81099"/>
              </a:cxn>
              <a:cxn ang="0">
                <a:pos x="connsiteX81100" y="connsiteY81100"/>
              </a:cxn>
              <a:cxn ang="0">
                <a:pos x="connsiteX81101" y="connsiteY81101"/>
              </a:cxn>
              <a:cxn ang="0">
                <a:pos x="connsiteX81102" y="connsiteY81102"/>
              </a:cxn>
              <a:cxn ang="0">
                <a:pos x="connsiteX81103" y="connsiteY81103"/>
              </a:cxn>
              <a:cxn ang="0">
                <a:pos x="connsiteX81104" y="connsiteY81104"/>
              </a:cxn>
              <a:cxn ang="0">
                <a:pos x="connsiteX81105" y="connsiteY81105"/>
              </a:cxn>
              <a:cxn ang="0">
                <a:pos x="connsiteX81106" y="connsiteY81106"/>
              </a:cxn>
              <a:cxn ang="0">
                <a:pos x="connsiteX81107" y="connsiteY81107"/>
              </a:cxn>
              <a:cxn ang="0">
                <a:pos x="connsiteX81108" y="connsiteY81108"/>
              </a:cxn>
              <a:cxn ang="0">
                <a:pos x="connsiteX81109" y="connsiteY81109"/>
              </a:cxn>
              <a:cxn ang="0">
                <a:pos x="connsiteX81110" y="connsiteY81110"/>
              </a:cxn>
              <a:cxn ang="0">
                <a:pos x="connsiteX81111" y="connsiteY81111"/>
              </a:cxn>
              <a:cxn ang="0">
                <a:pos x="connsiteX81112" y="connsiteY81112"/>
              </a:cxn>
              <a:cxn ang="0">
                <a:pos x="connsiteX81113" y="connsiteY81113"/>
              </a:cxn>
              <a:cxn ang="0">
                <a:pos x="connsiteX81114" y="connsiteY81114"/>
              </a:cxn>
              <a:cxn ang="0">
                <a:pos x="connsiteX81115" y="connsiteY81115"/>
              </a:cxn>
              <a:cxn ang="0">
                <a:pos x="connsiteX81116" y="connsiteY81116"/>
              </a:cxn>
              <a:cxn ang="0">
                <a:pos x="connsiteX81117" y="connsiteY81117"/>
              </a:cxn>
              <a:cxn ang="0">
                <a:pos x="connsiteX81118" y="connsiteY81118"/>
              </a:cxn>
              <a:cxn ang="0">
                <a:pos x="connsiteX81119" y="connsiteY81119"/>
              </a:cxn>
              <a:cxn ang="0">
                <a:pos x="connsiteX81120" y="connsiteY81120"/>
              </a:cxn>
              <a:cxn ang="0">
                <a:pos x="connsiteX81121" y="connsiteY81121"/>
              </a:cxn>
              <a:cxn ang="0">
                <a:pos x="connsiteX81122" y="connsiteY81122"/>
              </a:cxn>
              <a:cxn ang="0">
                <a:pos x="connsiteX81123" y="connsiteY81123"/>
              </a:cxn>
              <a:cxn ang="0">
                <a:pos x="connsiteX81124" y="connsiteY81124"/>
              </a:cxn>
              <a:cxn ang="0">
                <a:pos x="connsiteX81125" y="connsiteY81125"/>
              </a:cxn>
              <a:cxn ang="0">
                <a:pos x="connsiteX81126" y="connsiteY81126"/>
              </a:cxn>
              <a:cxn ang="0">
                <a:pos x="connsiteX81127" y="connsiteY81127"/>
              </a:cxn>
              <a:cxn ang="0">
                <a:pos x="connsiteX81128" y="connsiteY81128"/>
              </a:cxn>
              <a:cxn ang="0">
                <a:pos x="connsiteX81129" y="connsiteY81129"/>
              </a:cxn>
              <a:cxn ang="0">
                <a:pos x="connsiteX81130" y="connsiteY81130"/>
              </a:cxn>
              <a:cxn ang="0">
                <a:pos x="connsiteX81131" y="connsiteY81131"/>
              </a:cxn>
              <a:cxn ang="0">
                <a:pos x="connsiteX81132" y="connsiteY81132"/>
              </a:cxn>
              <a:cxn ang="0">
                <a:pos x="connsiteX81133" y="connsiteY81133"/>
              </a:cxn>
              <a:cxn ang="0">
                <a:pos x="connsiteX81134" y="connsiteY81134"/>
              </a:cxn>
              <a:cxn ang="0">
                <a:pos x="connsiteX81135" y="connsiteY81135"/>
              </a:cxn>
              <a:cxn ang="0">
                <a:pos x="connsiteX81136" y="connsiteY81136"/>
              </a:cxn>
              <a:cxn ang="0">
                <a:pos x="connsiteX81137" y="connsiteY81137"/>
              </a:cxn>
              <a:cxn ang="0">
                <a:pos x="connsiteX81138" y="connsiteY81138"/>
              </a:cxn>
              <a:cxn ang="0">
                <a:pos x="connsiteX81139" y="connsiteY81139"/>
              </a:cxn>
              <a:cxn ang="0">
                <a:pos x="connsiteX81140" y="connsiteY81140"/>
              </a:cxn>
              <a:cxn ang="0">
                <a:pos x="connsiteX81141" y="connsiteY81141"/>
              </a:cxn>
              <a:cxn ang="0">
                <a:pos x="connsiteX81142" y="connsiteY81142"/>
              </a:cxn>
              <a:cxn ang="0">
                <a:pos x="connsiteX81143" y="connsiteY81143"/>
              </a:cxn>
              <a:cxn ang="0">
                <a:pos x="connsiteX81144" y="connsiteY81144"/>
              </a:cxn>
              <a:cxn ang="0">
                <a:pos x="connsiteX81145" y="connsiteY81145"/>
              </a:cxn>
              <a:cxn ang="0">
                <a:pos x="connsiteX81146" y="connsiteY81146"/>
              </a:cxn>
              <a:cxn ang="0">
                <a:pos x="connsiteX81147" y="connsiteY81147"/>
              </a:cxn>
              <a:cxn ang="0">
                <a:pos x="connsiteX81148" y="connsiteY81148"/>
              </a:cxn>
              <a:cxn ang="0">
                <a:pos x="connsiteX81149" y="connsiteY81149"/>
              </a:cxn>
              <a:cxn ang="0">
                <a:pos x="connsiteX81150" y="connsiteY81150"/>
              </a:cxn>
              <a:cxn ang="0">
                <a:pos x="connsiteX81151" y="connsiteY81151"/>
              </a:cxn>
              <a:cxn ang="0">
                <a:pos x="connsiteX81152" y="connsiteY81152"/>
              </a:cxn>
              <a:cxn ang="0">
                <a:pos x="connsiteX81153" y="connsiteY81153"/>
              </a:cxn>
              <a:cxn ang="0">
                <a:pos x="connsiteX81154" y="connsiteY81154"/>
              </a:cxn>
              <a:cxn ang="0">
                <a:pos x="connsiteX81155" y="connsiteY81155"/>
              </a:cxn>
              <a:cxn ang="0">
                <a:pos x="connsiteX81156" y="connsiteY81156"/>
              </a:cxn>
              <a:cxn ang="0">
                <a:pos x="connsiteX81157" y="connsiteY81157"/>
              </a:cxn>
              <a:cxn ang="0">
                <a:pos x="connsiteX81158" y="connsiteY81158"/>
              </a:cxn>
              <a:cxn ang="0">
                <a:pos x="connsiteX81159" y="connsiteY81159"/>
              </a:cxn>
              <a:cxn ang="0">
                <a:pos x="connsiteX81160" y="connsiteY81160"/>
              </a:cxn>
              <a:cxn ang="0">
                <a:pos x="connsiteX81161" y="connsiteY81161"/>
              </a:cxn>
              <a:cxn ang="0">
                <a:pos x="connsiteX81162" y="connsiteY81162"/>
              </a:cxn>
              <a:cxn ang="0">
                <a:pos x="connsiteX81163" y="connsiteY81163"/>
              </a:cxn>
              <a:cxn ang="0">
                <a:pos x="connsiteX81164" y="connsiteY81164"/>
              </a:cxn>
              <a:cxn ang="0">
                <a:pos x="connsiteX81165" y="connsiteY81165"/>
              </a:cxn>
              <a:cxn ang="0">
                <a:pos x="connsiteX81166" y="connsiteY81166"/>
              </a:cxn>
              <a:cxn ang="0">
                <a:pos x="connsiteX81167" y="connsiteY81167"/>
              </a:cxn>
              <a:cxn ang="0">
                <a:pos x="connsiteX81168" y="connsiteY81168"/>
              </a:cxn>
              <a:cxn ang="0">
                <a:pos x="connsiteX81169" y="connsiteY81169"/>
              </a:cxn>
              <a:cxn ang="0">
                <a:pos x="connsiteX81170" y="connsiteY81170"/>
              </a:cxn>
              <a:cxn ang="0">
                <a:pos x="connsiteX81171" y="connsiteY81171"/>
              </a:cxn>
              <a:cxn ang="0">
                <a:pos x="connsiteX81172" y="connsiteY81172"/>
              </a:cxn>
              <a:cxn ang="0">
                <a:pos x="connsiteX81173" y="connsiteY81173"/>
              </a:cxn>
              <a:cxn ang="0">
                <a:pos x="connsiteX81174" y="connsiteY81174"/>
              </a:cxn>
              <a:cxn ang="0">
                <a:pos x="connsiteX81175" y="connsiteY81175"/>
              </a:cxn>
              <a:cxn ang="0">
                <a:pos x="connsiteX81176" y="connsiteY81176"/>
              </a:cxn>
              <a:cxn ang="0">
                <a:pos x="connsiteX81177" y="connsiteY81177"/>
              </a:cxn>
              <a:cxn ang="0">
                <a:pos x="connsiteX81178" y="connsiteY81178"/>
              </a:cxn>
              <a:cxn ang="0">
                <a:pos x="connsiteX81179" y="connsiteY81179"/>
              </a:cxn>
              <a:cxn ang="0">
                <a:pos x="connsiteX81180" y="connsiteY81180"/>
              </a:cxn>
              <a:cxn ang="0">
                <a:pos x="connsiteX81181" y="connsiteY81181"/>
              </a:cxn>
              <a:cxn ang="0">
                <a:pos x="connsiteX81182" y="connsiteY81182"/>
              </a:cxn>
              <a:cxn ang="0">
                <a:pos x="connsiteX81183" y="connsiteY81183"/>
              </a:cxn>
              <a:cxn ang="0">
                <a:pos x="connsiteX81184" y="connsiteY81184"/>
              </a:cxn>
              <a:cxn ang="0">
                <a:pos x="connsiteX81185" y="connsiteY81185"/>
              </a:cxn>
              <a:cxn ang="0">
                <a:pos x="connsiteX81186" y="connsiteY81186"/>
              </a:cxn>
              <a:cxn ang="0">
                <a:pos x="connsiteX81187" y="connsiteY81187"/>
              </a:cxn>
              <a:cxn ang="0">
                <a:pos x="connsiteX81188" y="connsiteY81188"/>
              </a:cxn>
              <a:cxn ang="0">
                <a:pos x="connsiteX81189" y="connsiteY81189"/>
              </a:cxn>
              <a:cxn ang="0">
                <a:pos x="connsiteX81190" y="connsiteY81190"/>
              </a:cxn>
              <a:cxn ang="0">
                <a:pos x="connsiteX81191" y="connsiteY81191"/>
              </a:cxn>
              <a:cxn ang="0">
                <a:pos x="connsiteX81192" y="connsiteY81192"/>
              </a:cxn>
              <a:cxn ang="0">
                <a:pos x="connsiteX81193" y="connsiteY81193"/>
              </a:cxn>
              <a:cxn ang="0">
                <a:pos x="connsiteX81194" y="connsiteY81194"/>
              </a:cxn>
              <a:cxn ang="0">
                <a:pos x="connsiteX81195" y="connsiteY81195"/>
              </a:cxn>
              <a:cxn ang="0">
                <a:pos x="connsiteX81196" y="connsiteY81196"/>
              </a:cxn>
              <a:cxn ang="0">
                <a:pos x="connsiteX81197" y="connsiteY81197"/>
              </a:cxn>
              <a:cxn ang="0">
                <a:pos x="connsiteX81198" y="connsiteY81198"/>
              </a:cxn>
              <a:cxn ang="0">
                <a:pos x="connsiteX81199" y="connsiteY81199"/>
              </a:cxn>
              <a:cxn ang="0">
                <a:pos x="connsiteX81200" y="connsiteY81200"/>
              </a:cxn>
              <a:cxn ang="0">
                <a:pos x="connsiteX81201" y="connsiteY81201"/>
              </a:cxn>
              <a:cxn ang="0">
                <a:pos x="connsiteX81202" y="connsiteY81202"/>
              </a:cxn>
              <a:cxn ang="0">
                <a:pos x="connsiteX81203" y="connsiteY81203"/>
              </a:cxn>
              <a:cxn ang="0">
                <a:pos x="connsiteX81204" y="connsiteY81204"/>
              </a:cxn>
              <a:cxn ang="0">
                <a:pos x="connsiteX81205" y="connsiteY81205"/>
              </a:cxn>
              <a:cxn ang="0">
                <a:pos x="connsiteX81206" y="connsiteY81206"/>
              </a:cxn>
              <a:cxn ang="0">
                <a:pos x="connsiteX81207" y="connsiteY81207"/>
              </a:cxn>
              <a:cxn ang="0">
                <a:pos x="connsiteX81208" y="connsiteY81208"/>
              </a:cxn>
              <a:cxn ang="0">
                <a:pos x="connsiteX81209" y="connsiteY81209"/>
              </a:cxn>
              <a:cxn ang="0">
                <a:pos x="connsiteX81210" y="connsiteY81210"/>
              </a:cxn>
              <a:cxn ang="0">
                <a:pos x="connsiteX81211" y="connsiteY81211"/>
              </a:cxn>
              <a:cxn ang="0">
                <a:pos x="connsiteX81212" y="connsiteY81212"/>
              </a:cxn>
              <a:cxn ang="0">
                <a:pos x="connsiteX81213" y="connsiteY81213"/>
              </a:cxn>
              <a:cxn ang="0">
                <a:pos x="connsiteX81214" y="connsiteY81214"/>
              </a:cxn>
              <a:cxn ang="0">
                <a:pos x="connsiteX81215" y="connsiteY81215"/>
              </a:cxn>
              <a:cxn ang="0">
                <a:pos x="connsiteX81216" y="connsiteY81216"/>
              </a:cxn>
              <a:cxn ang="0">
                <a:pos x="connsiteX81217" y="connsiteY81217"/>
              </a:cxn>
              <a:cxn ang="0">
                <a:pos x="connsiteX81218" y="connsiteY81218"/>
              </a:cxn>
              <a:cxn ang="0">
                <a:pos x="connsiteX81219" y="connsiteY81219"/>
              </a:cxn>
              <a:cxn ang="0">
                <a:pos x="connsiteX81220" y="connsiteY81220"/>
              </a:cxn>
              <a:cxn ang="0">
                <a:pos x="connsiteX81221" y="connsiteY81221"/>
              </a:cxn>
              <a:cxn ang="0">
                <a:pos x="connsiteX81222" y="connsiteY81222"/>
              </a:cxn>
              <a:cxn ang="0">
                <a:pos x="connsiteX81223" y="connsiteY81223"/>
              </a:cxn>
              <a:cxn ang="0">
                <a:pos x="connsiteX81224" y="connsiteY81224"/>
              </a:cxn>
              <a:cxn ang="0">
                <a:pos x="connsiteX81225" y="connsiteY81225"/>
              </a:cxn>
              <a:cxn ang="0">
                <a:pos x="connsiteX81226" y="connsiteY81226"/>
              </a:cxn>
              <a:cxn ang="0">
                <a:pos x="connsiteX81227" y="connsiteY81227"/>
              </a:cxn>
              <a:cxn ang="0">
                <a:pos x="connsiteX81228" y="connsiteY81228"/>
              </a:cxn>
              <a:cxn ang="0">
                <a:pos x="connsiteX81229" y="connsiteY81229"/>
              </a:cxn>
              <a:cxn ang="0">
                <a:pos x="connsiteX81230" y="connsiteY81230"/>
              </a:cxn>
              <a:cxn ang="0">
                <a:pos x="connsiteX81231" y="connsiteY81231"/>
              </a:cxn>
              <a:cxn ang="0">
                <a:pos x="connsiteX81232" y="connsiteY81232"/>
              </a:cxn>
              <a:cxn ang="0">
                <a:pos x="connsiteX81233" y="connsiteY81233"/>
              </a:cxn>
              <a:cxn ang="0">
                <a:pos x="connsiteX81234" y="connsiteY81234"/>
              </a:cxn>
              <a:cxn ang="0">
                <a:pos x="connsiteX81235" y="connsiteY81235"/>
              </a:cxn>
              <a:cxn ang="0">
                <a:pos x="connsiteX81236" y="connsiteY81236"/>
              </a:cxn>
              <a:cxn ang="0">
                <a:pos x="connsiteX81237" y="connsiteY81237"/>
              </a:cxn>
              <a:cxn ang="0">
                <a:pos x="connsiteX81238" y="connsiteY81238"/>
              </a:cxn>
              <a:cxn ang="0">
                <a:pos x="connsiteX81239" y="connsiteY81239"/>
              </a:cxn>
              <a:cxn ang="0">
                <a:pos x="connsiteX81240" y="connsiteY81240"/>
              </a:cxn>
              <a:cxn ang="0">
                <a:pos x="connsiteX81241" y="connsiteY81241"/>
              </a:cxn>
              <a:cxn ang="0">
                <a:pos x="connsiteX81242" y="connsiteY81242"/>
              </a:cxn>
              <a:cxn ang="0">
                <a:pos x="connsiteX81243" y="connsiteY81243"/>
              </a:cxn>
              <a:cxn ang="0">
                <a:pos x="connsiteX81244" y="connsiteY81244"/>
              </a:cxn>
              <a:cxn ang="0">
                <a:pos x="connsiteX81245" y="connsiteY81245"/>
              </a:cxn>
              <a:cxn ang="0">
                <a:pos x="connsiteX81246" y="connsiteY81246"/>
              </a:cxn>
              <a:cxn ang="0">
                <a:pos x="connsiteX81247" y="connsiteY81247"/>
              </a:cxn>
              <a:cxn ang="0">
                <a:pos x="connsiteX81248" y="connsiteY81248"/>
              </a:cxn>
              <a:cxn ang="0">
                <a:pos x="connsiteX81249" y="connsiteY81249"/>
              </a:cxn>
              <a:cxn ang="0">
                <a:pos x="connsiteX81250" y="connsiteY81250"/>
              </a:cxn>
              <a:cxn ang="0">
                <a:pos x="connsiteX81251" y="connsiteY81251"/>
              </a:cxn>
              <a:cxn ang="0">
                <a:pos x="connsiteX81252" y="connsiteY81252"/>
              </a:cxn>
              <a:cxn ang="0">
                <a:pos x="connsiteX81253" y="connsiteY81253"/>
              </a:cxn>
              <a:cxn ang="0">
                <a:pos x="connsiteX81254" y="connsiteY81254"/>
              </a:cxn>
              <a:cxn ang="0">
                <a:pos x="connsiteX81255" y="connsiteY81255"/>
              </a:cxn>
              <a:cxn ang="0">
                <a:pos x="connsiteX81256" y="connsiteY81256"/>
              </a:cxn>
              <a:cxn ang="0">
                <a:pos x="connsiteX81257" y="connsiteY81257"/>
              </a:cxn>
              <a:cxn ang="0">
                <a:pos x="connsiteX81258" y="connsiteY81258"/>
              </a:cxn>
              <a:cxn ang="0">
                <a:pos x="connsiteX81259" y="connsiteY81259"/>
              </a:cxn>
              <a:cxn ang="0">
                <a:pos x="connsiteX81260" y="connsiteY81260"/>
              </a:cxn>
              <a:cxn ang="0">
                <a:pos x="connsiteX81261" y="connsiteY81261"/>
              </a:cxn>
              <a:cxn ang="0">
                <a:pos x="connsiteX81262" y="connsiteY81262"/>
              </a:cxn>
              <a:cxn ang="0">
                <a:pos x="connsiteX81263" y="connsiteY81263"/>
              </a:cxn>
              <a:cxn ang="0">
                <a:pos x="connsiteX81264" y="connsiteY81264"/>
              </a:cxn>
              <a:cxn ang="0">
                <a:pos x="connsiteX81265" y="connsiteY81265"/>
              </a:cxn>
              <a:cxn ang="0">
                <a:pos x="connsiteX81266" y="connsiteY81266"/>
              </a:cxn>
              <a:cxn ang="0">
                <a:pos x="connsiteX81267" y="connsiteY81267"/>
              </a:cxn>
              <a:cxn ang="0">
                <a:pos x="connsiteX81268" y="connsiteY81268"/>
              </a:cxn>
              <a:cxn ang="0">
                <a:pos x="connsiteX81269" y="connsiteY81269"/>
              </a:cxn>
              <a:cxn ang="0">
                <a:pos x="connsiteX81270" y="connsiteY81270"/>
              </a:cxn>
              <a:cxn ang="0">
                <a:pos x="connsiteX81271" y="connsiteY81271"/>
              </a:cxn>
              <a:cxn ang="0">
                <a:pos x="connsiteX81272" y="connsiteY81272"/>
              </a:cxn>
              <a:cxn ang="0">
                <a:pos x="connsiteX81273" y="connsiteY81273"/>
              </a:cxn>
              <a:cxn ang="0">
                <a:pos x="connsiteX81274" y="connsiteY81274"/>
              </a:cxn>
              <a:cxn ang="0">
                <a:pos x="connsiteX81275" y="connsiteY81275"/>
              </a:cxn>
              <a:cxn ang="0">
                <a:pos x="connsiteX81276" y="connsiteY81276"/>
              </a:cxn>
              <a:cxn ang="0">
                <a:pos x="connsiteX81277" y="connsiteY81277"/>
              </a:cxn>
              <a:cxn ang="0">
                <a:pos x="connsiteX81278" y="connsiteY81278"/>
              </a:cxn>
              <a:cxn ang="0">
                <a:pos x="connsiteX81279" y="connsiteY81279"/>
              </a:cxn>
              <a:cxn ang="0">
                <a:pos x="connsiteX81280" y="connsiteY81280"/>
              </a:cxn>
              <a:cxn ang="0">
                <a:pos x="connsiteX81281" y="connsiteY81281"/>
              </a:cxn>
              <a:cxn ang="0">
                <a:pos x="connsiteX81282" y="connsiteY81282"/>
              </a:cxn>
              <a:cxn ang="0">
                <a:pos x="connsiteX81283" y="connsiteY81283"/>
              </a:cxn>
              <a:cxn ang="0">
                <a:pos x="connsiteX81284" y="connsiteY81284"/>
              </a:cxn>
              <a:cxn ang="0">
                <a:pos x="connsiteX81285" y="connsiteY81285"/>
              </a:cxn>
              <a:cxn ang="0">
                <a:pos x="connsiteX81286" y="connsiteY81286"/>
              </a:cxn>
              <a:cxn ang="0">
                <a:pos x="connsiteX81287" y="connsiteY81287"/>
              </a:cxn>
              <a:cxn ang="0">
                <a:pos x="connsiteX81288" y="connsiteY81288"/>
              </a:cxn>
              <a:cxn ang="0">
                <a:pos x="connsiteX81289" y="connsiteY81289"/>
              </a:cxn>
              <a:cxn ang="0">
                <a:pos x="connsiteX81290" y="connsiteY81290"/>
              </a:cxn>
              <a:cxn ang="0">
                <a:pos x="connsiteX81291" y="connsiteY81291"/>
              </a:cxn>
              <a:cxn ang="0">
                <a:pos x="connsiteX81292" y="connsiteY81292"/>
              </a:cxn>
              <a:cxn ang="0">
                <a:pos x="connsiteX81293" y="connsiteY81293"/>
              </a:cxn>
              <a:cxn ang="0">
                <a:pos x="connsiteX81294" y="connsiteY81294"/>
              </a:cxn>
              <a:cxn ang="0">
                <a:pos x="connsiteX81295" y="connsiteY81295"/>
              </a:cxn>
              <a:cxn ang="0">
                <a:pos x="connsiteX81296" y="connsiteY81296"/>
              </a:cxn>
              <a:cxn ang="0">
                <a:pos x="connsiteX81297" y="connsiteY81297"/>
              </a:cxn>
              <a:cxn ang="0">
                <a:pos x="connsiteX81298" y="connsiteY81298"/>
              </a:cxn>
              <a:cxn ang="0">
                <a:pos x="connsiteX81299" y="connsiteY81299"/>
              </a:cxn>
              <a:cxn ang="0">
                <a:pos x="connsiteX81300" y="connsiteY81300"/>
              </a:cxn>
              <a:cxn ang="0">
                <a:pos x="connsiteX81301" y="connsiteY81301"/>
              </a:cxn>
              <a:cxn ang="0">
                <a:pos x="connsiteX81302" y="connsiteY81302"/>
              </a:cxn>
              <a:cxn ang="0">
                <a:pos x="connsiteX81303" y="connsiteY81303"/>
              </a:cxn>
              <a:cxn ang="0">
                <a:pos x="connsiteX81304" y="connsiteY81304"/>
              </a:cxn>
              <a:cxn ang="0">
                <a:pos x="connsiteX81305" y="connsiteY81305"/>
              </a:cxn>
              <a:cxn ang="0">
                <a:pos x="connsiteX81306" y="connsiteY81306"/>
              </a:cxn>
              <a:cxn ang="0">
                <a:pos x="connsiteX81307" y="connsiteY81307"/>
              </a:cxn>
              <a:cxn ang="0">
                <a:pos x="connsiteX81308" y="connsiteY81308"/>
              </a:cxn>
              <a:cxn ang="0">
                <a:pos x="connsiteX81309" y="connsiteY81309"/>
              </a:cxn>
              <a:cxn ang="0">
                <a:pos x="connsiteX81310" y="connsiteY81310"/>
              </a:cxn>
              <a:cxn ang="0">
                <a:pos x="connsiteX81311" y="connsiteY81311"/>
              </a:cxn>
              <a:cxn ang="0">
                <a:pos x="connsiteX81312" y="connsiteY81312"/>
              </a:cxn>
              <a:cxn ang="0">
                <a:pos x="connsiteX81313" y="connsiteY81313"/>
              </a:cxn>
              <a:cxn ang="0">
                <a:pos x="connsiteX81314" y="connsiteY81314"/>
              </a:cxn>
              <a:cxn ang="0">
                <a:pos x="connsiteX81315" y="connsiteY81315"/>
              </a:cxn>
              <a:cxn ang="0">
                <a:pos x="connsiteX81316" y="connsiteY81316"/>
              </a:cxn>
              <a:cxn ang="0">
                <a:pos x="connsiteX81317" y="connsiteY81317"/>
              </a:cxn>
              <a:cxn ang="0">
                <a:pos x="connsiteX81318" y="connsiteY81318"/>
              </a:cxn>
              <a:cxn ang="0">
                <a:pos x="connsiteX81319" y="connsiteY81319"/>
              </a:cxn>
              <a:cxn ang="0">
                <a:pos x="connsiteX81320" y="connsiteY81320"/>
              </a:cxn>
              <a:cxn ang="0">
                <a:pos x="connsiteX81321" y="connsiteY81321"/>
              </a:cxn>
              <a:cxn ang="0">
                <a:pos x="connsiteX81322" y="connsiteY81322"/>
              </a:cxn>
              <a:cxn ang="0">
                <a:pos x="connsiteX81323" y="connsiteY81323"/>
              </a:cxn>
              <a:cxn ang="0">
                <a:pos x="connsiteX81324" y="connsiteY81324"/>
              </a:cxn>
              <a:cxn ang="0">
                <a:pos x="connsiteX81325" y="connsiteY81325"/>
              </a:cxn>
              <a:cxn ang="0">
                <a:pos x="connsiteX81326" y="connsiteY81326"/>
              </a:cxn>
              <a:cxn ang="0">
                <a:pos x="connsiteX81327" y="connsiteY81327"/>
              </a:cxn>
              <a:cxn ang="0">
                <a:pos x="connsiteX81328" y="connsiteY81328"/>
              </a:cxn>
              <a:cxn ang="0">
                <a:pos x="connsiteX81329" y="connsiteY81329"/>
              </a:cxn>
              <a:cxn ang="0">
                <a:pos x="connsiteX81330" y="connsiteY81330"/>
              </a:cxn>
              <a:cxn ang="0">
                <a:pos x="connsiteX81331" y="connsiteY81331"/>
              </a:cxn>
              <a:cxn ang="0">
                <a:pos x="connsiteX81332" y="connsiteY81332"/>
              </a:cxn>
              <a:cxn ang="0">
                <a:pos x="connsiteX81333" y="connsiteY81333"/>
              </a:cxn>
              <a:cxn ang="0">
                <a:pos x="connsiteX81334" y="connsiteY81334"/>
              </a:cxn>
              <a:cxn ang="0">
                <a:pos x="connsiteX81335" y="connsiteY81335"/>
              </a:cxn>
              <a:cxn ang="0">
                <a:pos x="connsiteX81336" y="connsiteY81336"/>
              </a:cxn>
              <a:cxn ang="0">
                <a:pos x="connsiteX81337" y="connsiteY81337"/>
              </a:cxn>
              <a:cxn ang="0">
                <a:pos x="connsiteX81338" y="connsiteY81338"/>
              </a:cxn>
              <a:cxn ang="0">
                <a:pos x="connsiteX81339" y="connsiteY81339"/>
              </a:cxn>
              <a:cxn ang="0">
                <a:pos x="connsiteX81340" y="connsiteY81340"/>
              </a:cxn>
              <a:cxn ang="0">
                <a:pos x="connsiteX81341" y="connsiteY81341"/>
              </a:cxn>
              <a:cxn ang="0">
                <a:pos x="connsiteX81342" y="connsiteY81342"/>
              </a:cxn>
              <a:cxn ang="0">
                <a:pos x="connsiteX81343" y="connsiteY81343"/>
              </a:cxn>
              <a:cxn ang="0">
                <a:pos x="connsiteX81344" y="connsiteY81344"/>
              </a:cxn>
              <a:cxn ang="0">
                <a:pos x="connsiteX81345" y="connsiteY81345"/>
              </a:cxn>
              <a:cxn ang="0">
                <a:pos x="connsiteX81346" y="connsiteY81346"/>
              </a:cxn>
              <a:cxn ang="0">
                <a:pos x="connsiteX81347" y="connsiteY81347"/>
              </a:cxn>
              <a:cxn ang="0">
                <a:pos x="connsiteX81348" y="connsiteY81348"/>
              </a:cxn>
              <a:cxn ang="0">
                <a:pos x="connsiteX81349" y="connsiteY81349"/>
              </a:cxn>
              <a:cxn ang="0">
                <a:pos x="connsiteX81350" y="connsiteY81350"/>
              </a:cxn>
              <a:cxn ang="0">
                <a:pos x="connsiteX81351" y="connsiteY81351"/>
              </a:cxn>
              <a:cxn ang="0">
                <a:pos x="connsiteX81352" y="connsiteY81352"/>
              </a:cxn>
              <a:cxn ang="0">
                <a:pos x="connsiteX81353" y="connsiteY81353"/>
              </a:cxn>
              <a:cxn ang="0">
                <a:pos x="connsiteX81354" y="connsiteY81354"/>
              </a:cxn>
              <a:cxn ang="0">
                <a:pos x="connsiteX81355" y="connsiteY81355"/>
              </a:cxn>
              <a:cxn ang="0">
                <a:pos x="connsiteX81356" y="connsiteY81356"/>
              </a:cxn>
              <a:cxn ang="0">
                <a:pos x="connsiteX81357" y="connsiteY81357"/>
              </a:cxn>
              <a:cxn ang="0">
                <a:pos x="connsiteX81358" y="connsiteY81358"/>
              </a:cxn>
              <a:cxn ang="0">
                <a:pos x="connsiteX81359" y="connsiteY81359"/>
              </a:cxn>
              <a:cxn ang="0">
                <a:pos x="connsiteX81360" y="connsiteY81360"/>
              </a:cxn>
              <a:cxn ang="0">
                <a:pos x="connsiteX81361" y="connsiteY81361"/>
              </a:cxn>
              <a:cxn ang="0">
                <a:pos x="connsiteX81362" y="connsiteY81362"/>
              </a:cxn>
              <a:cxn ang="0">
                <a:pos x="connsiteX81363" y="connsiteY81363"/>
              </a:cxn>
              <a:cxn ang="0">
                <a:pos x="connsiteX81364" y="connsiteY81364"/>
              </a:cxn>
              <a:cxn ang="0">
                <a:pos x="connsiteX81365" y="connsiteY81365"/>
              </a:cxn>
              <a:cxn ang="0">
                <a:pos x="connsiteX81366" y="connsiteY81366"/>
              </a:cxn>
              <a:cxn ang="0">
                <a:pos x="connsiteX81367" y="connsiteY81367"/>
              </a:cxn>
              <a:cxn ang="0">
                <a:pos x="connsiteX81368" y="connsiteY81368"/>
              </a:cxn>
              <a:cxn ang="0">
                <a:pos x="connsiteX81369" y="connsiteY81369"/>
              </a:cxn>
              <a:cxn ang="0">
                <a:pos x="connsiteX81370" y="connsiteY81370"/>
              </a:cxn>
              <a:cxn ang="0">
                <a:pos x="connsiteX81371" y="connsiteY81371"/>
              </a:cxn>
              <a:cxn ang="0">
                <a:pos x="connsiteX81372" y="connsiteY81372"/>
              </a:cxn>
              <a:cxn ang="0">
                <a:pos x="connsiteX81373" y="connsiteY81373"/>
              </a:cxn>
              <a:cxn ang="0">
                <a:pos x="connsiteX81374" y="connsiteY81374"/>
              </a:cxn>
              <a:cxn ang="0">
                <a:pos x="connsiteX81375" y="connsiteY81375"/>
              </a:cxn>
              <a:cxn ang="0">
                <a:pos x="connsiteX81376" y="connsiteY81376"/>
              </a:cxn>
              <a:cxn ang="0">
                <a:pos x="connsiteX81377" y="connsiteY81377"/>
              </a:cxn>
              <a:cxn ang="0">
                <a:pos x="connsiteX81378" y="connsiteY81378"/>
              </a:cxn>
              <a:cxn ang="0">
                <a:pos x="connsiteX81379" y="connsiteY81379"/>
              </a:cxn>
              <a:cxn ang="0">
                <a:pos x="connsiteX81380" y="connsiteY81380"/>
              </a:cxn>
              <a:cxn ang="0">
                <a:pos x="connsiteX81381" y="connsiteY81381"/>
              </a:cxn>
              <a:cxn ang="0">
                <a:pos x="connsiteX81382" y="connsiteY81382"/>
              </a:cxn>
              <a:cxn ang="0">
                <a:pos x="connsiteX81383" y="connsiteY81383"/>
              </a:cxn>
              <a:cxn ang="0">
                <a:pos x="connsiteX81384" y="connsiteY81384"/>
              </a:cxn>
              <a:cxn ang="0">
                <a:pos x="connsiteX81385" y="connsiteY81385"/>
              </a:cxn>
              <a:cxn ang="0">
                <a:pos x="connsiteX81386" y="connsiteY81386"/>
              </a:cxn>
              <a:cxn ang="0">
                <a:pos x="connsiteX81387" y="connsiteY81387"/>
              </a:cxn>
              <a:cxn ang="0">
                <a:pos x="connsiteX81388" y="connsiteY81388"/>
              </a:cxn>
              <a:cxn ang="0">
                <a:pos x="connsiteX81389" y="connsiteY81389"/>
              </a:cxn>
              <a:cxn ang="0">
                <a:pos x="connsiteX81390" y="connsiteY81390"/>
              </a:cxn>
              <a:cxn ang="0">
                <a:pos x="connsiteX81391" y="connsiteY81391"/>
              </a:cxn>
              <a:cxn ang="0">
                <a:pos x="connsiteX81392" y="connsiteY81392"/>
              </a:cxn>
              <a:cxn ang="0">
                <a:pos x="connsiteX81393" y="connsiteY81393"/>
              </a:cxn>
              <a:cxn ang="0">
                <a:pos x="connsiteX81394" y="connsiteY81394"/>
              </a:cxn>
              <a:cxn ang="0">
                <a:pos x="connsiteX81395" y="connsiteY81395"/>
              </a:cxn>
              <a:cxn ang="0">
                <a:pos x="connsiteX81396" y="connsiteY81396"/>
              </a:cxn>
              <a:cxn ang="0">
                <a:pos x="connsiteX81397" y="connsiteY81397"/>
              </a:cxn>
              <a:cxn ang="0">
                <a:pos x="connsiteX81398" y="connsiteY81398"/>
              </a:cxn>
              <a:cxn ang="0">
                <a:pos x="connsiteX81399" y="connsiteY81399"/>
              </a:cxn>
              <a:cxn ang="0">
                <a:pos x="connsiteX81400" y="connsiteY81400"/>
              </a:cxn>
              <a:cxn ang="0">
                <a:pos x="connsiteX81401" y="connsiteY81401"/>
              </a:cxn>
              <a:cxn ang="0">
                <a:pos x="connsiteX81402" y="connsiteY81402"/>
              </a:cxn>
              <a:cxn ang="0">
                <a:pos x="connsiteX81403" y="connsiteY81403"/>
              </a:cxn>
              <a:cxn ang="0">
                <a:pos x="connsiteX81404" y="connsiteY81404"/>
              </a:cxn>
              <a:cxn ang="0">
                <a:pos x="connsiteX81405" y="connsiteY81405"/>
              </a:cxn>
              <a:cxn ang="0">
                <a:pos x="connsiteX81406" y="connsiteY81406"/>
              </a:cxn>
              <a:cxn ang="0">
                <a:pos x="connsiteX81407" y="connsiteY81407"/>
              </a:cxn>
              <a:cxn ang="0">
                <a:pos x="connsiteX81408" y="connsiteY81408"/>
              </a:cxn>
              <a:cxn ang="0">
                <a:pos x="connsiteX81409" y="connsiteY81409"/>
              </a:cxn>
              <a:cxn ang="0">
                <a:pos x="connsiteX81410" y="connsiteY81410"/>
              </a:cxn>
              <a:cxn ang="0">
                <a:pos x="connsiteX81411" y="connsiteY81411"/>
              </a:cxn>
              <a:cxn ang="0">
                <a:pos x="connsiteX81412" y="connsiteY81412"/>
              </a:cxn>
              <a:cxn ang="0">
                <a:pos x="connsiteX81413" y="connsiteY81413"/>
              </a:cxn>
              <a:cxn ang="0">
                <a:pos x="connsiteX81414" y="connsiteY81414"/>
              </a:cxn>
              <a:cxn ang="0">
                <a:pos x="connsiteX81415" y="connsiteY81415"/>
              </a:cxn>
              <a:cxn ang="0">
                <a:pos x="connsiteX81416" y="connsiteY81416"/>
              </a:cxn>
              <a:cxn ang="0">
                <a:pos x="connsiteX81417" y="connsiteY81417"/>
              </a:cxn>
              <a:cxn ang="0">
                <a:pos x="connsiteX81418" y="connsiteY81418"/>
              </a:cxn>
              <a:cxn ang="0">
                <a:pos x="connsiteX81419" y="connsiteY81419"/>
              </a:cxn>
              <a:cxn ang="0">
                <a:pos x="connsiteX81420" y="connsiteY81420"/>
              </a:cxn>
              <a:cxn ang="0">
                <a:pos x="connsiteX81421" y="connsiteY81421"/>
              </a:cxn>
              <a:cxn ang="0">
                <a:pos x="connsiteX81422" y="connsiteY81422"/>
              </a:cxn>
              <a:cxn ang="0">
                <a:pos x="connsiteX81423" y="connsiteY81423"/>
              </a:cxn>
              <a:cxn ang="0">
                <a:pos x="connsiteX81424" y="connsiteY81424"/>
              </a:cxn>
              <a:cxn ang="0">
                <a:pos x="connsiteX81425" y="connsiteY81425"/>
              </a:cxn>
              <a:cxn ang="0">
                <a:pos x="connsiteX81426" y="connsiteY81426"/>
              </a:cxn>
              <a:cxn ang="0">
                <a:pos x="connsiteX81427" y="connsiteY81427"/>
              </a:cxn>
              <a:cxn ang="0">
                <a:pos x="connsiteX81428" y="connsiteY81428"/>
              </a:cxn>
              <a:cxn ang="0">
                <a:pos x="connsiteX81429" y="connsiteY81429"/>
              </a:cxn>
              <a:cxn ang="0">
                <a:pos x="connsiteX81430" y="connsiteY81430"/>
              </a:cxn>
              <a:cxn ang="0">
                <a:pos x="connsiteX81431" y="connsiteY81431"/>
              </a:cxn>
              <a:cxn ang="0">
                <a:pos x="connsiteX81432" y="connsiteY81432"/>
              </a:cxn>
              <a:cxn ang="0">
                <a:pos x="connsiteX81433" y="connsiteY81433"/>
              </a:cxn>
              <a:cxn ang="0">
                <a:pos x="connsiteX81434" y="connsiteY81434"/>
              </a:cxn>
              <a:cxn ang="0">
                <a:pos x="connsiteX81435" y="connsiteY81435"/>
              </a:cxn>
              <a:cxn ang="0">
                <a:pos x="connsiteX81436" y="connsiteY81436"/>
              </a:cxn>
              <a:cxn ang="0">
                <a:pos x="connsiteX81437" y="connsiteY81437"/>
              </a:cxn>
              <a:cxn ang="0">
                <a:pos x="connsiteX81438" y="connsiteY81438"/>
              </a:cxn>
              <a:cxn ang="0">
                <a:pos x="connsiteX81439" y="connsiteY81439"/>
              </a:cxn>
              <a:cxn ang="0">
                <a:pos x="connsiteX81440" y="connsiteY81440"/>
              </a:cxn>
              <a:cxn ang="0">
                <a:pos x="connsiteX81441" y="connsiteY81441"/>
              </a:cxn>
              <a:cxn ang="0">
                <a:pos x="connsiteX81442" y="connsiteY81442"/>
              </a:cxn>
              <a:cxn ang="0">
                <a:pos x="connsiteX81443" y="connsiteY81443"/>
              </a:cxn>
              <a:cxn ang="0">
                <a:pos x="connsiteX81444" y="connsiteY81444"/>
              </a:cxn>
              <a:cxn ang="0">
                <a:pos x="connsiteX81445" y="connsiteY81445"/>
              </a:cxn>
              <a:cxn ang="0">
                <a:pos x="connsiteX81446" y="connsiteY81446"/>
              </a:cxn>
              <a:cxn ang="0">
                <a:pos x="connsiteX81447" y="connsiteY81447"/>
              </a:cxn>
              <a:cxn ang="0">
                <a:pos x="connsiteX81448" y="connsiteY81448"/>
              </a:cxn>
              <a:cxn ang="0">
                <a:pos x="connsiteX81449" y="connsiteY81449"/>
              </a:cxn>
              <a:cxn ang="0">
                <a:pos x="connsiteX81450" y="connsiteY81450"/>
              </a:cxn>
              <a:cxn ang="0">
                <a:pos x="connsiteX81451" y="connsiteY81451"/>
              </a:cxn>
              <a:cxn ang="0">
                <a:pos x="connsiteX81452" y="connsiteY81452"/>
              </a:cxn>
              <a:cxn ang="0">
                <a:pos x="connsiteX81453" y="connsiteY81453"/>
              </a:cxn>
              <a:cxn ang="0">
                <a:pos x="connsiteX81454" y="connsiteY81454"/>
              </a:cxn>
              <a:cxn ang="0">
                <a:pos x="connsiteX81455" y="connsiteY81455"/>
              </a:cxn>
              <a:cxn ang="0">
                <a:pos x="connsiteX81456" y="connsiteY81456"/>
              </a:cxn>
              <a:cxn ang="0">
                <a:pos x="connsiteX81457" y="connsiteY81457"/>
              </a:cxn>
              <a:cxn ang="0">
                <a:pos x="connsiteX81458" y="connsiteY81458"/>
              </a:cxn>
              <a:cxn ang="0">
                <a:pos x="connsiteX81459" y="connsiteY81459"/>
              </a:cxn>
              <a:cxn ang="0">
                <a:pos x="connsiteX81460" y="connsiteY81460"/>
              </a:cxn>
              <a:cxn ang="0">
                <a:pos x="connsiteX81461" y="connsiteY81461"/>
              </a:cxn>
              <a:cxn ang="0">
                <a:pos x="connsiteX81462" y="connsiteY81462"/>
              </a:cxn>
              <a:cxn ang="0">
                <a:pos x="connsiteX81463" y="connsiteY81463"/>
              </a:cxn>
              <a:cxn ang="0">
                <a:pos x="connsiteX81464" y="connsiteY81464"/>
              </a:cxn>
              <a:cxn ang="0">
                <a:pos x="connsiteX81465" y="connsiteY81465"/>
              </a:cxn>
              <a:cxn ang="0">
                <a:pos x="connsiteX81466" y="connsiteY81466"/>
              </a:cxn>
              <a:cxn ang="0">
                <a:pos x="connsiteX81467" y="connsiteY81467"/>
              </a:cxn>
              <a:cxn ang="0">
                <a:pos x="connsiteX81468" y="connsiteY81468"/>
              </a:cxn>
              <a:cxn ang="0">
                <a:pos x="connsiteX81469" y="connsiteY81469"/>
              </a:cxn>
              <a:cxn ang="0">
                <a:pos x="connsiteX81470" y="connsiteY81470"/>
              </a:cxn>
              <a:cxn ang="0">
                <a:pos x="connsiteX81471" y="connsiteY81471"/>
              </a:cxn>
              <a:cxn ang="0">
                <a:pos x="connsiteX81472" y="connsiteY81472"/>
              </a:cxn>
              <a:cxn ang="0">
                <a:pos x="connsiteX81473" y="connsiteY81473"/>
              </a:cxn>
              <a:cxn ang="0">
                <a:pos x="connsiteX81474" y="connsiteY81474"/>
              </a:cxn>
              <a:cxn ang="0">
                <a:pos x="connsiteX81475" y="connsiteY81475"/>
              </a:cxn>
              <a:cxn ang="0">
                <a:pos x="connsiteX81476" y="connsiteY81476"/>
              </a:cxn>
              <a:cxn ang="0">
                <a:pos x="connsiteX81477" y="connsiteY81477"/>
              </a:cxn>
              <a:cxn ang="0">
                <a:pos x="connsiteX81478" y="connsiteY81478"/>
              </a:cxn>
              <a:cxn ang="0">
                <a:pos x="connsiteX81479" y="connsiteY81479"/>
              </a:cxn>
              <a:cxn ang="0">
                <a:pos x="connsiteX81480" y="connsiteY81480"/>
              </a:cxn>
              <a:cxn ang="0">
                <a:pos x="connsiteX81481" y="connsiteY81481"/>
              </a:cxn>
              <a:cxn ang="0">
                <a:pos x="connsiteX81482" y="connsiteY81482"/>
              </a:cxn>
              <a:cxn ang="0">
                <a:pos x="connsiteX81483" y="connsiteY81483"/>
              </a:cxn>
              <a:cxn ang="0">
                <a:pos x="connsiteX81484" y="connsiteY81484"/>
              </a:cxn>
              <a:cxn ang="0">
                <a:pos x="connsiteX81485" y="connsiteY81485"/>
              </a:cxn>
              <a:cxn ang="0">
                <a:pos x="connsiteX81486" y="connsiteY81486"/>
              </a:cxn>
              <a:cxn ang="0">
                <a:pos x="connsiteX81487" y="connsiteY81487"/>
              </a:cxn>
              <a:cxn ang="0">
                <a:pos x="connsiteX81488" y="connsiteY81488"/>
              </a:cxn>
              <a:cxn ang="0">
                <a:pos x="connsiteX81489" y="connsiteY81489"/>
              </a:cxn>
              <a:cxn ang="0">
                <a:pos x="connsiteX81490" y="connsiteY81490"/>
              </a:cxn>
              <a:cxn ang="0">
                <a:pos x="connsiteX81491" y="connsiteY81491"/>
              </a:cxn>
              <a:cxn ang="0">
                <a:pos x="connsiteX81492" y="connsiteY81492"/>
              </a:cxn>
              <a:cxn ang="0">
                <a:pos x="connsiteX81493" y="connsiteY81493"/>
              </a:cxn>
              <a:cxn ang="0">
                <a:pos x="connsiteX81494" y="connsiteY81494"/>
              </a:cxn>
              <a:cxn ang="0">
                <a:pos x="connsiteX81495" y="connsiteY81495"/>
              </a:cxn>
              <a:cxn ang="0">
                <a:pos x="connsiteX81496" y="connsiteY81496"/>
              </a:cxn>
              <a:cxn ang="0">
                <a:pos x="connsiteX81497" y="connsiteY81497"/>
              </a:cxn>
              <a:cxn ang="0">
                <a:pos x="connsiteX81498" y="connsiteY81498"/>
              </a:cxn>
              <a:cxn ang="0">
                <a:pos x="connsiteX81499" y="connsiteY81499"/>
              </a:cxn>
              <a:cxn ang="0">
                <a:pos x="connsiteX81500" y="connsiteY81500"/>
              </a:cxn>
              <a:cxn ang="0">
                <a:pos x="connsiteX81501" y="connsiteY81501"/>
              </a:cxn>
              <a:cxn ang="0">
                <a:pos x="connsiteX81502" y="connsiteY81502"/>
              </a:cxn>
              <a:cxn ang="0">
                <a:pos x="connsiteX81503" y="connsiteY81503"/>
              </a:cxn>
              <a:cxn ang="0">
                <a:pos x="connsiteX81504" y="connsiteY81504"/>
              </a:cxn>
              <a:cxn ang="0">
                <a:pos x="connsiteX81505" y="connsiteY81505"/>
              </a:cxn>
              <a:cxn ang="0">
                <a:pos x="connsiteX81506" y="connsiteY81506"/>
              </a:cxn>
              <a:cxn ang="0">
                <a:pos x="connsiteX81507" y="connsiteY81507"/>
              </a:cxn>
              <a:cxn ang="0">
                <a:pos x="connsiteX81508" y="connsiteY81508"/>
              </a:cxn>
              <a:cxn ang="0">
                <a:pos x="connsiteX81509" y="connsiteY81509"/>
              </a:cxn>
              <a:cxn ang="0">
                <a:pos x="connsiteX81510" y="connsiteY81510"/>
              </a:cxn>
              <a:cxn ang="0">
                <a:pos x="connsiteX81511" y="connsiteY81511"/>
              </a:cxn>
              <a:cxn ang="0">
                <a:pos x="connsiteX81512" y="connsiteY81512"/>
              </a:cxn>
              <a:cxn ang="0">
                <a:pos x="connsiteX81513" y="connsiteY81513"/>
              </a:cxn>
              <a:cxn ang="0">
                <a:pos x="connsiteX81514" y="connsiteY81514"/>
              </a:cxn>
              <a:cxn ang="0">
                <a:pos x="connsiteX81515" y="connsiteY81515"/>
              </a:cxn>
              <a:cxn ang="0">
                <a:pos x="connsiteX81516" y="connsiteY81516"/>
              </a:cxn>
              <a:cxn ang="0">
                <a:pos x="connsiteX81517" y="connsiteY81517"/>
              </a:cxn>
              <a:cxn ang="0">
                <a:pos x="connsiteX81518" y="connsiteY81518"/>
              </a:cxn>
              <a:cxn ang="0">
                <a:pos x="connsiteX81519" y="connsiteY81519"/>
              </a:cxn>
              <a:cxn ang="0">
                <a:pos x="connsiteX81520" y="connsiteY81520"/>
              </a:cxn>
              <a:cxn ang="0">
                <a:pos x="connsiteX81521" y="connsiteY81521"/>
              </a:cxn>
              <a:cxn ang="0">
                <a:pos x="connsiteX81522" y="connsiteY81522"/>
              </a:cxn>
              <a:cxn ang="0">
                <a:pos x="connsiteX81523" y="connsiteY81523"/>
              </a:cxn>
              <a:cxn ang="0">
                <a:pos x="connsiteX81524" y="connsiteY81524"/>
              </a:cxn>
              <a:cxn ang="0">
                <a:pos x="connsiteX81525" y="connsiteY81525"/>
              </a:cxn>
              <a:cxn ang="0">
                <a:pos x="connsiteX81526" y="connsiteY81526"/>
              </a:cxn>
              <a:cxn ang="0">
                <a:pos x="connsiteX81527" y="connsiteY81527"/>
              </a:cxn>
              <a:cxn ang="0">
                <a:pos x="connsiteX81528" y="connsiteY81528"/>
              </a:cxn>
              <a:cxn ang="0">
                <a:pos x="connsiteX81529" y="connsiteY81529"/>
              </a:cxn>
              <a:cxn ang="0">
                <a:pos x="connsiteX81530" y="connsiteY81530"/>
              </a:cxn>
              <a:cxn ang="0">
                <a:pos x="connsiteX81531" y="connsiteY81531"/>
              </a:cxn>
              <a:cxn ang="0">
                <a:pos x="connsiteX81532" y="connsiteY81532"/>
              </a:cxn>
              <a:cxn ang="0">
                <a:pos x="connsiteX81533" y="connsiteY81533"/>
              </a:cxn>
              <a:cxn ang="0">
                <a:pos x="connsiteX81534" y="connsiteY81534"/>
              </a:cxn>
              <a:cxn ang="0">
                <a:pos x="connsiteX81535" y="connsiteY81535"/>
              </a:cxn>
              <a:cxn ang="0">
                <a:pos x="connsiteX81536" y="connsiteY81536"/>
              </a:cxn>
              <a:cxn ang="0">
                <a:pos x="connsiteX81537" y="connsiteY81537"/>
              </a:cxn>
              <a:cxn ang="0">
                <a:pos x="connsiteX81538" y="connsiteY81538"/>
              </a:cxn>
              <a:cxn ang="0">
                <a:pos x="connsiteX81539" y="connsiteY81539"/>
              </a:cxn>
              <a:cxn ang="0">
                <a:pos x="connsiteX81540" y="connsiteY81540"/>
              </a:cxn>
              <a:cxn ang="0">
                <a:pos x="connsiteX81541" y="connsiteY81541"/>
              </a:cxn>
              <a:cxn ang="0">
                <a:pos x="connsiteX81542" y="connsiteY81542"/>
              </a:cxn>
              <a:cxn ang="0">
                <a:pos x="connsiteX81543" y="connsiteY81543"/>
              </a:cxn>
              <a:cxn ang="0">
                <a:pos x="connsiteX81544" y="connsiteY81544"/>
              </a:cxn>
              <a:cxn ang="0">
                <a:pos x="connsiteX81545" y="connsiteY81545"/>
              </a:cxn>
              <a:cxn ang="0">
                <a:pos x="connsiteX81546" y="connsiteY81546"/>
              </a:cxn>
              <a:cxn ang="0">
                <a:pos x="connsiteX81547" y="connsiteY81547"/>
              </a:cxn>
              <a:cxn ang="0">
                <a:pos x="connsiteX81548" y="connsiteY81548"/>
              </a:cxn>
              <a:cxn ang="0">
                <a:pos x="connsiteX81549" y="connsiteY81549"/>
              </a:cxn>
              <a:cxn ang="0">
                <a:pos x="connsiteX81550" y="connsiteY81550"/>
              </a:cxn>
              <a:cxn ang="0">
                <a:pos x="connsiteX81551" y="connsiteY81551"/>
              </a:cxn>
              <a:cxn ang="0">
                <a:pos x="connsiteX81552" y="connsiteY81552"/>
              </a:cxn>
              <a:cxn ang="0">
                <a:pos x="connsiteX81553" y="connsiteY81553"/>
              </a:cxn>
              <a:cxn ang="0">
                <a:pos x="connsiteX81554" y="connsiteY81554"/>
              </a:cxn>
              <a:cxn ang="0">
                <a:pos x="connsiteX81555" y="connsiteY81555"/>
              </a:cxn>
              <a:cxn ang="0">
                <a:pos x="connsiteX81556" y="connsiteY81556"/>
              </a:cxn>
              <a:cxn ang="0">
                <a:pos x="connsiteX81557" y="connsiteY81557"/>
              </a:cxn>
              <a:cxn ang="0">
                <a:pos x="connsiteX81558" y="connsiteY81558"/>
              </a:cxn>
              <a:cxn ang="0">
                <a:pos x="connsiteX81559" y="connsiteY81559"/>
              </a:cxn>
              <a:cxn ang="0">
                <a:pos x="connsiteX81560" y="connsiteY81560"/>
              </a:cxn>
              <a:cxn ang="0">
                <a:pos x="connsiteX81561" y="connsiteY81561"/>
              </a:cxn>
              <a:cxn ang="0">
                <a:pos x="connsiteX81562" y="connsiteY81562"/>
              </a:cxn>
              <a:cxn ang="0">
                <a:pos x="connsiteX81563" y="connsiteY81563"/>
              </a:cxn>
              <a:cxn ang="0">
                <a:pos x="connsiteX81564" y="connsiteY81564"/>
              </a:cxn>
              <a:cxn ang="0">
                <a:pos x="connsiteX81565" y="connsiteY81565"/>
              </a:cxn>
              <a:cxn ang="0">
                <a:pos x="connsiteX81566" y="connsiteY81566"/>
              </a:cxn>
              <a:cxn ang="0">
                <a:pos x="connsiteX81567" y="connsiteY81567"/>
              </a:cxn>
              <a:cxn ang="0">
                <a:pos x="connsiteX81568" y="connsiteY81568"/>
              </a:cxn>
              <a:cxn ang="0">
                <a:pos x="connsiteX81569" y="connsiteY81569"/>
              </a:cxn>
              <a:cxn ang="0">
                <a:pos x="connsiteX81570" y="connsiteY81570"/>
              </a:cxn>
              <a:cxn ang="0">
                <a:pos x="connsiteX81571" y="connsiteY81571"/>
              </a:cxn>
              <a:cxn ang="0">
                <a:pos x="connsiteX81572" y="connsiteY81572"/>
              </a:cxn>
              <a:cxn ang="0">
                <a:pos x="connsiteX81573" y="connsiteY81573"/>
              </a:cxn>
              <a:cxn ang="0">
                <a:pos x="connsiteX81574" y="connsiteY81574"/>
              </a:cxn>
              <a:cxn ang="0">
                <a:pos x="connsiteX81575" y="connsiteY81575"/>
              </a:cxn>
              <a:cxn ang="0">
                <a:pos x="connsiteX81576" y="connsiteY81576"/>
              </a:cxn>
              <a:cxn ang="0">
                <a:pos x="connsiteX81577" y="connsiteY81577"/>
              </a:cxn>
              <a:cxn ang="0">
                <a:pos x="connsiteX81578" y="connsiteY81578"/>
              </a:cxn>
              <a:cxn ang="0">
                <a:pos x="connsiteX81579" y="connsiteY81579"/>
              </a:cxn>
              <a:cxn ang="0">
                <a:pos x="connsiteX81580" y="connsiteY81580"/>
              </a:cxn>
              <a:cxn ang="0">
                <a:pos x="connsiteX81581" y="connsiteY81581"/>
              </a:cxn>
              <a:cxn ang="0">
                <a:pos x="connsiteX81582" y="connsiteY81582"/>
              </a:cxn>
              <a:cxn ang="0">
                <a:pos x="connsiteX81583" y="connsiteY81583"/>
              </a:cxn>
              <a:cxn ang="0">
                <a:pos x="connsiteX81584" y="connsiteY81584"/>
              </a:cxn>
              <a:cxn ang="0">
                <a:pos x="connsiteX81585" y="connsiteY81585"/>
              </a:cxn>
              <a:cxn ang="0">
                <a:pos x="connsiteX81586" y="connsiteY81586"/>
              </a:cxn>
              <a:cxn ang="0">
                <a:pos x="connsiteX81587" y="connsiteY81587"/>
              </a:cxn>
              <a:cxn ang="0">
                <a:pos x="connsiteX81588" y="connsiteY81588"/>
              </a:cxn>
              <a:cxn ang="0">
                <a:pos x="connsiteX81589" y="connsiteY81589"/>
              </a:cxn>
              <a:cxn ang="0">
                <a:pos x="connsiteX81590" y="connsiteY81590"/>
              </a:cxn>
              <a:cxn ang="0">
                <a:pos x="connsiteX81591" y="connsiteY81591"/>
              </a:cxn>
              <a:cxn ang="0">
                <a:pos x="connsiteX81592" y="connsiteY81592"/>
              </a:cxn>
              <a:cxn ang="0">
                <a:pos x="connsiteX81593" y="connsiteY81593"/>
              </a:cxn>
              <a:cxn ang="0">
                <a:pos x="connsiteX81594" y="connsiteY81594"/>
              </a:cxn>
              <a:cxn ang="0">
                <a:pos x="connsiteX81595" y="connsiteY81595"/>
              </a:cxn>
              <a:cxn ang="0">
                <a:pos x="connsiteX81596" y="connsiteY81596"/>
              </a:cxn>
              <a:cxn ang="0">
                <a:pos x="connsiteX81597" y="connsiteY81597"/>
              </a:cxn>
              <a:cxn ang="0">
                <a:pos x="connsiteX81598" y="connsiteY81598"/>
              </a:cxn>
              <a:cxn ang="0">
                <a:pos x="connsiteX81599" y="connsiteY81599"/>
              </a:cxn>
              <a:cxn ang="0">
                <a:pos x="connsiteX81600" y="connsiteY81600"/>
              </a:cxn>
              <a:cxn ang="0">
                <a:pos x="connsiteX81601" y="connsiteY81601"/>
              </a:cxn>
              <a:cxn ang="0">
                <a:pos x="connsiteX81602" y="connsiteY81602"/>
              </a:cxn>
              <a:cxn ang="0">
                <a:pos x="connsiteX81603" y="connsiteY81603"/>
              </a:cxn>
              <a:cxn ang="0">
                <a:pos x="connsiteX81604" y="connsiteY81604"/>
              </a:cxn>
              <a:cxn ang="0">
                <a:pos x="connsiteX81605" y="connsiteY81605"/>
              </a:cxn>
              <a:cxn ang="0">
                <a:pos x="connsiteX81606" y="connsiteY81606"/>
              </a:cxn>
              <a:cxn ang="0">
                <a:pos x="connsiteX81607" y="connsiteY81607"/>
              </a:cxn>
              <a:cxn ang="0">
                <a:pos x="connsiteX81608" y="connsiteY81608"/>
              </a:cxn>
              <a:cxn ang="0">
                <a:pos x="connsiteX81609" y="connsiteY81609"/>
              </a:cxn>
              <a:cxn ang="0">
                <a:pos x="connsiteX81610" y="connsiteY81610"/>
              </a:cxn>
              <a:cxn ang="0">
                <a:pos x="connsiteX81611" y="connsiteY81611"/>
              </a:cxn>
              <a:cxn ang="0">
                <a:pos x="connsiteX81612" y="connsiteY81612"/>
              </a:cxn>
              <a:cxn ang="0">
                <a:pos x="connsiteX81613" y="connsiteY81613"/>
              </a:cxn>
              <a:cxn ang="0">
                <a:pos x="connsiteX81614" y="connsiteY81614"/>
              </a:cxn>
              <a:cxn ang="0">
                <a:pos x="connsiteX81615" y="connsiteY81615"/>
              </a:cxn>
              <a:cxn ang="0">
                <a:pos x="connsiteX81616" y="connsiteY81616"/>
              </a:cxn>
              <a:cxn ang="0">
                <a:pos x="connsiteX81617" y="connsiteY81617"/>
              </a:cxn>
              <a:cxn ang="0">
                <a:pos x="connsiteX81618" y="connsiteY81618"/>
              </a:cxn>
              <a:cxn ang="0">
                <a:pos x="connsiteX81619" y="connsiteY81619"/>
              </a:cxn>
              <a:cxn ang="0">
                <a:pos x="connsiteX81620" y="connsiteY81620"/>
              </a:cxn>
              <a:cxn ang="0">
                <a:pos x="connsiteX81621" y="connsiteY81621"/>
              </a:cxn>
              <a:cxn ang="0">
                <a:pos x="connsiteX81622" y="connsiteY81622"/>
              </a:cxn>
              <a:cxn ang="0">
                <a:pos x="connsiteX81623" y="connsiteY81623"/>
              </a:cxn>
              <a:cxn ang="0">
                <a:pos x="connsiteX81624" y="connsiteY81624"/>
              </a:cxn>
              <a:cxn ang="0">
                <a:pos x="connsiteX81625" y="connsiteY81625"/>
              </a:cxn>
              <a:cxn ang="0">
                <a:pos x="connsiteX81626" y="connsiteY81626"/>
              </a:cxn>
              <a:cxn ang="0">
                <a:pos x="connsiteX81627" y="connsiteY81627"/>
              </a:cxn>
              <a:cxn ang="0">
                <a:pos x="connsiteX81628" y="connsiteY81628"/>
              </a:cxn>
              <a:cxn ang="0">
                <a:pos x="connsiteX81629" y="connsiteY81629"/>
              </a:cxn>
              <a:cxn ang="0">
                <a:pos x="connsiteX81630" y="connsiteY81630"/>
              </a:cxn>
              <a:cxn ang="0">
                <a:pos x="connsiteX81631" y="connsiteY81631"/>
              </a:cxn>
              <a:cxn ang="0">
                <a:pos x="connsiteX81632" y="connsiteY81632"/>
              </a:cxn>
              <a:cxn ang="0">
                <a:pos x="connsiteX81633" y="connsiteY81633"/>
              </a:cxn>
              <a:cxn ang="0">
                <a:pos x="connsiteX81634" y="connsiteY81634"/>
              </a:cxn>
              <a:cxn ang="0">
                <a:pos x="connsiteX81635" y="connsiteY81635"/>
              </a:cxn>
              <a:cxn ang="0">
                <a:pos x="connsiteX81636" y="connsiteY81636"/>
              </a:cxn>
              <a:cxn ang="0">
                <a:pos x="connsiteX81637" y="connsiteY81637"/>
              </a:cxn>
              <a:cxn ang="0">
                <a:pos x="connsiteX81638" y="connsiteY81638"/>
              </a:cxn>
              <a:cxn ang="0">
                <a:pos x="connsiteX81639" y="connsiteY81639"/>
              </a:cxn>
              <a:cxn ang="0">
                <a:pos x="connsiteX81640" y="connsiteY81640"/>
              </a:cxn>
              <a:cxn ang="0">
                <a:pos x="connsiteX81641" y="connsiteY81641"/>
              </a:cxn>
              <a:cxn ang="0">
                <a:pos x="connsiteX81642" y="connsiteY81642"/>
              </a:cxn>
              <a:cxn ang="0">
                <a:pos x="connsiteX81643" y="connsiteY81643"/>
              </a:cxn>
              <a:cxn ang="0">
                <a:pos x="connsiteX81644" y="connsiteY81644"/>
              </a:cxn>
              <a:cxn ang="0">
                <a:pos x="connsiteX81645" y="connsiteY81645"/>
              </a:cxn>
              <a:cxn ang="0">
                <a:pos x="connsiteX81646" y="connsiteY81646"/>
              </a:cxn>
              <a:cxn ang="0">
                <a:pos x="connsiteX81647" y="connsiteY81647"/>
              </a:cxn>
              <a:cxn ang="0">
                <a:pos x="connsiteX81648" y="connsiteY81648"/>
              </a:cxn>
              <a:cxn ang="0">
                <a:pos x="connsiteX81649" y="connsiteY81649"/>
              </a:cxn>
              <a:cxn ang="0">
                <a:pos x="connsiteX81650" y="connsiteY81650"/>
              </a:cxn>
              <a:cxn ang="0">
                <a:pos x="connsiteX81651" y="connsiteY81651"/>
              </a:cxn>
              <a:cxn ang="0">
                <a:pos x="connsiteX81652" y="connsiteY81652"/>
              </a:cxn>
              <a:cxn ang="0">
                <a:pos x="connsiteX81653" y="connsiteY81653"/>
              </a:cxn>
              <a:cxn ang="0">
                <a:pos x="connsiteX81654" y="connsiteY81654"/>
              </a:cxn>
              <a:cxn ang="0">
                <a:pos x="connsiteX81655" y="connsiteY81655"/>
              </a:cxn>
              <a:cxn ang="0">
                <a:pos x="connsiteX81656" y="connsiteY81656"/>
              </a:cxn>
              <a:cxn ang="0">
                <a:pos x="connsiteX81657" y="connsiteY81657"/>
              </a:cxn>
              <a:cxn ang="0">
                <a:pos x="connsiteX81658" y="connsiteY81658"/>
              </a:cxn>
              <a:cxn ang="0">
                <a:pos x="connsiteX81659" y="connsiteY81659"/>
              </a:cxn>
              <a:cxn ang="0">
                <a:pos x="connsiteX81660" y="connsiteY81660"/>
              </a:cxn>
              <a:cxn ang="0">
                <a:pos x="connsiteX81661" y="connsiteY81661"/>
              </a:cxn>
              <a:cxn ang="0">
                <a:pos x="connsiteX81662" y="connsiteY81662"/>
              </a:cxn>
              <a:cxn ang="0">
                <a:pos x="connsiteX81663" y="connsiteY81663"/>
              </a:cxn>
              <a:cxn ang="0">
                <a:pos x="connsiteX81664" y="connsiteY81664"/>
              </a:cxn>
              <a:cxn ang="0">
                <a:pos x="connsiteX81665" y="connsiteY81665"/>
              </a:cxn>
              <a:cxn ang="0">
                <a:pos x="connsiteX81666" y="connsiteY81666"/>
              </a:cxn>
              <a:cxn ang="0">
                <a:pos x="connsiteX81667" y="connsiteY81667"/>
              </a:cxn>
              <a:cxn ang="0">
                <a:pos x="connsiteX81668" y="connsiteY81668"/>
              </a:cxn>
              <a:cxn ang="0">
                <a:pos x="connsiteX81669" y="connsiteY81669"/>
              </a:cxn>
              <a:cxn ang="0">
                <a:pos x="connsiteX81670" y="connsiteY81670"/>
              </a:cxn>
              <a:cxn ang="0">
                <a:pos x="connsiteX81671" y="connsiteY81671"/>
              </a:cxn>
              <a:cxn ang="0">
                <a:pos x="connsiteX81672" y="connsiteY81672"/>
              </a:cxn>
              <a:cxn ang="0">
                <a:pos x="connsiteX81673" y="connsiteY81673"/>
              </a:cxn>
              <a:cxn ang="0">
                <a:pos x="connsiteX81674" y="connsiteY81674"/>
              </a:cxn>
              <a:cxn ang="0">
                <a:pos x="connsiteX81675" y="connsiteY81675"/>
              </a:cxn>
              <a:cxn ang="0">
                <a:pos x="connsiteX81676" y="connsiteY81676"/>
              </a:cxn>
              <a:cxn ang="0">
                <a:pos x="connsiteX81677" y="connsiteY81677"/>
              </a:cxn>
              <a:cxn ang="0">
                <a:pos x="connsiteX81678" y="connsiteY81678"/>
              </a:cxn>
              <a:cxn ang="0">
                <a:pos x="connsiteX81679" y="connsiteY81679"/>
              </a:cxn>
              <a:cxn ang="0">
                <a:pos x="connsiteX81680" y="connsiteY81680"/>
              </a:cxn>
              <a:cxn ang="0">
                <a:pos x="connsiteX81681" y="connsiteY81681"/>
              </a:cxn>
              <a:cxn ang="0">
                <a:pos x="connsiteX81682" y="connsiteY81682"/>
              </a:cxn>
              <a:cxn ang="0">
                <a:pos x="connsiteX81683" y="connsiteY81683"/>
              </a:cxn>
              <a:cxn ang="0">
                <a:pos x="connsiteX81684" y="connsiteY81684"/>
              </a:cxn>
              <a:cxn ang="0">
                <a:pos x="connsiteX81685" y="connsiteY81685"/>
              </a:cxn>
              <a:cxn ang="0">
                <a:pos x="connsiteX81686" y="connsiteY81686"/>
              </a:cxn>
              <a:cxn ang="0">
                <a:pos x="connsiteX81687" y="connsiteY81687"/>
              </a:cxn>
              <a:cxn ang="0">
                <a:pos x="connsiteX81688" y="connsiteY81688"/>
              </a:cxn>
              <a:cxn ang="0">
                <a:pos x="connsiteX81689" y="connsiteY81689"/>
              </a:cxn>
              <a:cxn ang="0">
                <a:pos x="connsiteX81690" y="connsiteY81690"/>
              </a:cxn>
              <a:cxn ang="0">
                <a:pos x="connsiteX81691" y="connsiteY81691"/>
              </a:cxn>
              <a:cxn ang="0">
                <a:pos x="connsiteX81692" y="connsiteY81692"/>
              </a:cxn>
              <a:cxn ang="0">
                <a:pos x="connsiteX81693" y="connsiteY81693"/>
              </a:cxn>
              <a:cxn ang="0">
                <a:pos x="connsiteX81694" y="connsiteY81694"/>
              </a:cxn>
              <a:cxn ang="0">
                <a:pos x="connsiteX81695" y="connsiteY81695"/>
              </a:cxn>
              <a:cxn ang="0">
                <a:pos x="connsiteX81696" y="connsiteY81696"/>
              </a:cxn>
              <a:cxn ang="0">
                <a:pos x="connsiteX81697" y="connsiteY81697"/>
              </a:cxn>
              <a:cxn ang="0">
                <a:pos x="connsiteX81698" y="connsiteY81698"/>
              </a:cxn>
              <a:cxn ang="0">
                <a:pos x="connsiteX81699" y="connsiteY81699"/>
              </a:cxn>
              <a:cxn ang="0">
                <a:pos x="connsiteX81700" y="connsiteY81700"/>
              </a:cxn>
              <a:cxn ang="0">
                <a:pos x="connsiteX81701" y="connsiteY81701"/>
              </a:cxn>
              <a:cxn ang="0">
                <a:pos x="connsiteX81702" y="connsiteY81702"/>
              </a:cxn>
              <a:cxn ang="0">
                <a:pos x="connsiteX81703" y="connsiteY81703"/>
              </a:cxn>
              <a:cxn ang="0">
                <a:pos x="connsiteX81704" y="connsiteY81704"/>
              </a:cxn>
              <a:cxn ang="0">
                <a:pos x="connsiteX81705" y="connsiteY81705"/>
              </a:cxn>
              <a:cxn ang="0">
                <a:pos x="connsiteX81706" y="connsiteY81706"/>
              </a:cxn>
              <a:cxn ang="0">
                <a:pos x="connsiteX81707" y="connsiteY81707"/>
              </a:cxn>
              <a:cxn ang="0">
                <a:pos x="connsiteX81708" y="connsiteY81708"/>
              </a:cxn>
              <a:cxn ang="0">
                <a:pos x="connsiteX81709" y="connsiteY81709"/>
              </a:cxn>
              <a:cxn ang="0">
                <a:pos x="connsiteX81710" y="connsiteY81710"/>
              </a:cxn>
              <a:cxn ang="0">
                <a:pos x="connsiteX81711" y="connsiteY81711"/>
              </a:cxn>
              <a:cxn ang="0">
                <a:pos x="connsiteX81712" y="connsiteY81712"/>
              </a:cxn>
              <a:cxn ang="0">
                <a:pos x="connsiteX81713" y="connsiteY81713"/>
              </a:cxn>
              <a:cxn ang="0">
                <a:pos x="connsiteX81714" y="connsiteY81714"/>
              </a:cxn>
              <a:cxn ang="0">
                <a:pos x="connsiteX81715" y="connsiteY81715"/>
              </a:cxn>
              <a:cxn ang="0">
                <a:pos x="connsiteX81716" y="connsiteY81716"/>
              </a:cxn>
              <a:cxn ang="0">
                <a:pos x="connsiteX81717" y="connsiteY81717"/>
              </a:cxn>
              <a:cxn ang="0">
                <a:pos x="connsiteX81718" y="connsiteY81718"/>
              </a:cxn>
              <a:cxn ang="0">
                <a:pos x="connsiteX81719" y="connsiteY81719"/>
              </a:cxn>
              <a:cxn ang="0">
                <a:pos x="connsiteX81720" y="connsiteY81720"/>
              </a:cxn>
              <a:cxn ang="0">
                <a:pos x="connsiteX81721" y="connsiteY81721"/>
              </a:cxn>
              <a:cxn ang="0">
                <a:pos x="connsiteX81722" y="connsiteY81722"/>
              </a:cxn>
              <a:cxn ang="0">
                <a:pos x="connsiteX81723" y="connsiteY81723"/>
              </a:cxn>
              <a:cxn ang="0">
                <a:pos x="connsiteX81724" y="connsiteY81724"/>
              </a:cxn>
              <a:cxn ang="0">
                <a:pos x="connsiteX81725" y="connsiteY81725"/>
              </a:cxn>
              <a:cxn ang="0">
                <a:pos x="connsiteX81726" y="connsiteY81726"/>
              </a:cxn>
              <a:cxn ang="0">
                <a:pos x="connsiteX81727" y="connsiteY81727"/>
              </a:cxn>
              <a:cxn ang="0">
                <a:pos x="connsiteX81728" y="connsiteY81728"/>
              </a:cxn>
              <a:cxn ang="0">
                <a:pos x="connsiteX81729" y="connsiteY81729"/>
              </a:cxn>
              <a:cxn ang="0">
                <a:pos x="connsiteX81730" y="connsiteY81730"/>
              </a:cxn>
              <a:cxn ang="0">
                <a:pos x="connsiteX81731" y="connsiteY81731"/>
              </a:cxn>
              <a:cxn ang="0">
                <a:pos x="connsiteX81732" y="connsiteY81732"/>
              </a:cxn>
              <a:cxn ang="0">
                <a:pos x="connsiteX81733" y="connsiteY81733"/>
              </a:cxn>
              <a:cxn ang="0">
                <a:pos x="connsiteX81734" y="connsiteY81734"/>
              </a:cxn>
              <a:cxn ang="0">
                <a:pos x="connsiteX81735" y="connsiteY81735"/>
              </a:cxn>
              <a:cxn ang="0">
                <a:pos x="connsiteX81736" y="connsiteY81736"/>
              </a:cxn>
              <a:cxn ang="0">
                <a:pos x="connsiteX81737" y="connsiteY81737"/>
              </a:cxn>
              <a:cxn ang="0">
                <a:pos x="connsiteX81738" y="connsiteY81738"/>
              </a:cxn>
              <a:cxn ang="0">
                <a:pos x="connsiteX81739" y="connsiteY81739"/>
              </a:cxn>
              <a:cxn ang="0">
                <a:pos x="connsiteX81740" y="connsiteY81740"/>
              </a:cxn>
              <a:cxn ang="0">
                <a:pos x="connsiteX81741" y="connsiteY81741"/>
              </a:cxn>
              <a:cxn ang="0">
                <a:pos x="connsiteX81742" y="connsiteY81742"/>
              </a:cxn>
              <a:cxn ang="0">
                <a:pos x="connsiteX81743" y="connsiteY81743"/>
              </a:cxn>
              <a:cxn ang="0">
                <a:pos x="connsiteX81744" y="connsiteY81744"/>
              </a:cxn>
              <a:cxn ang="0">
                <a:pos x="connsiteX81745" y="connsiteY81745"/>
              </a:cxn>
              <a:cxn ang="0">
                <a:pos x="connsiteX81746" y="connsiteY81746"/>
              </a:cxn>
              <a:cxn ang="0">
                <a:pos x="connsiteX81747" y="connsiteY81747"/>
              </a:cxn>
              <a:cxn ang="0">
                <a:pos x="connsiteX81748" y="connsiteY81748"/>
              </a:cxn>
              <a:cxn ang="0">
                <a:pos x="connsiteX81749" y="connsiteY81749"/>
              </a:cxn>
              <a:cxn ang="0">
                <a:pos x="connsiteX81750" y="connsiteY81750"/>
              </a:cxn>
              <a:cxn ang="0">
                <a:pos x="connsiteX81751" y="connsiteY81751"/>
              </a:cxn>
              <a:cxn ang="0">
                <a:pos x="connsiteX81752" y="connsiteY81752"/>
              </a:cxn>
              <a:cxn ang="0">
                <a:pos x="connsiteX81753" y="connsiteY81753"/>
              </a:cxn>
              <a:cxn ang="0">
                <a:pos x="connsiteX81754" y="connsiteY81754"/>
              </a:cxn>
              <a:cxn ang="0">
                <a:pos x="connsiteX81755" y="connsiteY81755"/>
              </a:cxn>
              <a:cxn ang="0">
                <a:pos x="connsiteX81756" y="connsiteY81756"/>
              </a:cxn>
              <a:cxn ang="0">
                <a:pos x="connsiteX81757" y="connsiteY81757"/>
              </a:cxn>
              <a:cxn ang="0">
                <a:pos x="connsiteX81758" y="connsiteY81758"/>
              </a:cxn>
              <a:cxn ang="0">
                <a:pos x="connsiteX81759" y="connsiteY81759"/>
              </a:cxn>
              <a:cxn ang="0">
                <a:pos x="connsiteX81760" y="connsiteY81760"/>
              </a:cxn>
              <a:cxn ang="0">
                <a:pos x="connsiteX81761" y="connsiteY81761"/>
              </a:cxn>
              <a:cxn ang="0">
                <a:pos x="connsiteX81762" y="connsiteY81762"/>
              </a:cxn>
              <a:cxn ang="0">
                <a:pos x="connsiteX81763" y="connsiteY81763"/>
              </a:cxn>
              <a:cxn ang="0">
                <a:pos x="connsiteX81764" y="connsiteY81764"/>
              </a:cxn>
              <a:cxn ang="0">
                <a:pos x="connsiteX81765" y="connsiteY81765"/>
              </a:cxn>
              <a:cxn ang="0">
                <a:pos x="connsiteX81766" y="connsiteY81766"/>
              </a:cxn>
              <a:cxn ang="0">
                <a:pos x="connsiteX81767" y="connsiteY81767"/>
              </a:cxn>
              <a:cxn ang="0">
                <a:pos x="connsiteX81768" y="connsiteY81768"/>
              </a:cxn>
              <a:cxn ang="0">
                <a:pos x="connsiteX81769" y="connsiteY81769"/>
              </a:cxn>
              <a:cxn ang="0">
                <a:pos x="connsiteX81770" y="connsiteY81770"/>
              </a:cxn>
              <a:cxn ang="0">
                <a:pos x="connsiteX81771" y="connsiteY81771"/>
              </a:cxn>
              <a:cxn ang="0">
                <a:pos x="connsiteX81772" y="connsiteY81772"/>
              </a:cxn>
              <a:cxn ang="0">
                <a:pos x="connsiteX81773" y="connsiteY81773"/>
              </a:cxn>
              <a:cxn ang="0">
                <a:pos x="connsiteX81774" y="connsiteY81774"/>
              </a:cxn>
              <a:cxn ang="0">
                <a:pos x="connsiteX81775" y="connsiteY81775"/>
              </a:cxn>
              <a:cxn ang="0">
                <a:pos x="connsiteX81776" y="connsiteY81776"/>
              </a:cxn>
              <a:cxn ang="0">
                <a:pos x="connsiteX81777" y="connsiteY81777"/>
              </a:cxn>
              <a:cxn ang="0">
                <a:pos x="connsiteX81778" y="connsiteY81778"/>
              </a:cxn>
              <a:cxn ang="0">
                <a:pos x="connsiteX81779" y="connsiteY81779"/>
              </a:cxn>
              <a:cxn ang="0">
                <a:pos x="connsiteX81780" y="connsiteY81780"/>
              </a:cxn>
              <a:cxn ang="0">
                <a:pos x="connsiteX81781" y="connsiteY81781"/>
              </a:cxn>
              <a:cxn ang="0">
                <a:pos x="connsiteX81782" y="connsiteY81782"/>
              </a:cxn>
              <a:cxn ang="0">
                <a:pos x="connsiteX81783" y="connsiteY81783"/>
              </a:cxn>
              <a:cxn ang="0">
                <a:pos x="connsiteX81784" y="connsiteY81784"/>
              </a:cxn>
              <a:cxn ang="0">
                <a:pos x="connsiteX81785" y="connsiteY81785"/>
              </a:cxn>
              <a:cxn ang="0">
                <a:pos x="connsiteX81786" y="connsiteY81786"/>
              </a:cxn>
              <a:cxn ang="0">
                <a:pos x="connsiteX81787" y="connsiteY81787"/>
              </a:cxn>
              <a:cxn ang="0">
                <a:pos x="connsiteX81788" y="connsiteY81788"/>
              </a:cxn>
              <a:cxn ang="0">
                <a:pos x="connsiteX81789" y="connsiteY81789"/>
              </a:cxn>
              <a:cxn ang="0">
                <a:pos x="connsiteX81790" y="connsiteY81790"/>
              </a:cxn>
              <a:cxn ang="0">
                <a:pos x="connsiteX81791" y="connsiteY81791"/>
              </a:cxn>
              <a:cxn ang="0">
                <a:pos x="connsiteX81792" y="connsiteY81792"/>
              </a:cxn>
              <a:cxn ang="0">
                <a:pos x="connsiteX81793" y="connsiteY81793"/>
              </a:cxn>
              <a:cxn ang="0">
                <a:pos x="connsiteX81794" y="connsiteY81794"/>
              </a:cxn>
              <a:cxn ang="0">
                <a:pos x="connsiteX81795" y="connsiteY81795"/>
              </a:cxn>
              <a:cxn ang="0">
                <a:pos x="connsiteX81796" y="connsiteY81796"/>
              </a:cxn>
              <a:cxn ang="0">
                <a:pos x="connsiteX81797" y="connsiteY81797"/>
              </a:cxn>
              <a:cxn ang="0">
                <a:pos x="connsiteX81798" y="connsiteY81798"/>
              </a:cxn>
              <a:cxn ang="0">
                <a:pos x="connsiteX81799" y="connsiteY81799"/>
              </a:cxn>
              <a:cxn ang="0">
                <a:pos x="connsiteX81800" y="connsiteY81800"/>
              </a:cxn>
              <a:cxn ang="0">
                <a:pos x="connsiteX81801" y="connsiteY81801"/>
              </a:cxn>
              <a:cxn ang="0">
                <a:pos x="connsiteX81802" y="connsiteY81802"/>
              </a:cxn>
              <a:cxn ang="0">
                <a:pos x="connsiteX81803" y="connsiteY81803"/>
              </a:cxn>
              <a:cxn ang="0">
                <a:pos x="connsiteX81804" y="connsiteY81804"/>
              </a:cxn>
              <a:cxn ang="0">
                <a:pos x="connsiteX81805" y="connsiteY81805"/>
              </a:cxn>
              <a:cxn ang="0">
                <a:pos x="connsiteX81806" y="connsiteY81806"/>
              </a:cxn>
              <a:cxn ang="0">
                <a:pos x="connsiteX81807" y="connsiteY81807"/>
              </a:cxn>
              <a:cxn ang="0">
                <a:pos x="connsiteX81808" y="connsiteY81808"/>
              </a:cxn>
              <a:cxn ang="0">
                <a:pos x="connsiteX81809" y="connsiteY81809"/>
              </a:cxn>
              <a:cxn ang="0">
                <a:pos x="connsiteX81810" y="connsiteY81810"/>
              </a:cxn>
              <a:cxn ang="0">
                <a:pos x="connsiteX81811" y="connsiteY81811"/>
              </a:cxn>
              <a:cxn ang="0">
                <a:pos x="connsiteX81812" y="connsiteY81812"/>
              </a:cxn>
              <a:cxn ang="0">
                <a:pos x="connsiteX81813" y="connsiteY81813"/>
              </a:cxn>
              <a:cxn ang="0">
                <a:pos x="connsiteX81814" y="connsiteY81814"/>
              </a:cxn>
              <a:cxn ang="0">
                <a:pos x="connsiteX81815" y="connsiteY81815"/>
              </a:cxn>
              <a:cxn ang="0">
                <a:pos x="connsiteX81816" y="connsiteY81816"/>
              </a:cxn>
              <a:cxn ang="0">
                <a:pos x="connsiteX81817" y="connsiteY81817"/>
              </a:cxn>
              <a:cxn ang="0">
                <a:pos x="connsiteX81818" y="connsiteY81818"/>
              </a:cxn>
              <a:cxn ang="0">
                <a:pos x="connsiteX81819" y="connsiteY81819"/>
              </a:cxn>
              <a:cxn ang="0">
                <a:pos x="connsiteX81820" y="connsiteY81820"/>
              </a:cxn>
              <a:cxn ang="0">
                <a:pos x="connsiteX81821" y="connsiteY81821"/>
              </a:cxn>
              <a:cxn ang="0">
                <a:pos x="connsiteX81822" y="connsiteY81822"/>
              </a:cxn>
              <a:cxn ang="0">
                <a:pos x="connsiteX81823" y="connsiteY81823"/>
              </a:cxn>
              <a:cxn ang="0">
                <a:pos x="connsiteX81824" y="connsiteY81824"/>
              </a:cxn>
              <a:cxn ang="0">
                <a:pos x="connsiteX81825" y="connsiteY81825"/>
              </a:cxn>
              <a:cxn ang="0">
                <a:pos x="connsiteX81826" y="connsiteY81826"/>
              </a:cxn>
              <a:cxn ang="0">
                <a:pos x="connsiteX81827" y="connsiteY81827"/>
              </a:cxn>
              <a:cxn ang="0">
                <a:pos x="connsiteX81828" y="connsiteY81828"/>
              </a:cxn>
              <a:cxn ang="0">
                <a:pos x="connsiteX81829" y="connsiteY81829"/>
              </a:cxn>
              <a:cxn ang="0">
                <a:pos x="connsiteX81830" y="connsiteY81830"/>
              </a:cxn>
              <a:cxn ang="0">
                <a:pos x="connsiteX81831" y="connsiteY81831"/>
              </a:cxn>
              <a:cxn ang="0">
                <a:pos x="connsiteX81832" y="connsiteY81832"/>
              </a:cxn>
              <a:cxn ang="0">
                <a:pos x="connsiteX81833" y="connsiteY81833"/>
              </a:cxn>
              <a:cxn ang="0">
                <a:pos x="connsiteX81834" y="connsiteY81834"/>
              </a:cxn>
              <a:cxn ang="0">
                <a:pos x="connsiteX81835" y="connsiteY81835"/>
              </a:cxn>
              <a:cxn ang="0">
                <a:pos x="connsiteX81836" y="connsiteY81836"/>
              </a:cxn>
              <a:cxn ang="0">
                <a:pos x="connsiteX81837" y="connsiteY81837"/>
              </a:cxn>
              <a:cxn ang="0">
                <a:pos x="connsiteX81838" y="connsiteY81838"/>
              </a:cxn>
              <a:cxn ang="0">
                <a:pos x="connsiteX81839" y="connsiteY81839"/>
              </a:cxn>
              <a:cxn ang="0">
                <a:pos x="connsiteX81840" y="connsiteY81840"/>
              </a:cxn>
              <a:cxn ang="0">
                <a:pos x="connsiteX81841" y="connsiteY81841"/>
              </a:cxn>
              <a:cxn ang="0">
                <a:pos x="connsiteX81842" y="connsiteY81842"/>
              </a:cxn>
              <a:cxn ang="0">
                <a:pos x="connsiteX81843" y="connsiteY81843"/>
              </a:cxn>
              <a:cxn ang="0">
                <a:pos x="connsiteX81844" y="connsiteY81844"/>
              </a:cxn>
              <a:cxn ang="0">
                <a:pos x="connsiteX81845" y="connsiteY81845"/>
              </a:cxn>
              <a:cxn ang="0">
                <a:pos x="connsiteX81846" y="connsiteY81846"/>
              </a:cxn>
              <a:cxn ang="0">
                <a:pos x="connsiteX81847" y="connsiteY81847"/>
              </a:cxn>
              <a:cxn ang="0">
                <a:pos x="connsiteX81848" y="connsiteY81848"/>
              </a:cxn>
              <a:cxn ang="0">
                <a:pos x="connsiteX81849" y="connsiteY81849"/>
              </a:cxn>
              <a:cxn ang="0">
                <a:pos x="connsiteX81850" y="connsiteY81850"/>
              </a:cxn>
              <a:cxn ang="0">
                <a:pos x="connsiteX81851" y="connsiteY81851"/>
              </a:cxn>
              <a:cxn ang="0">
                <a:pos x="connsiteX81852" y="connsiteY81852"/>
              </a:cxn>
              <a:cxn ang="0">
                <a:pos x="connsiteX81853" y="connsiteY81853"/>
              </a:cxn>
              <a:cxn ang="0">
                <a:pos x="connsiteX81854" y="connsiteY81854"/>
              </a:cxn>
              <a:cxn ang="0">
                <a:pos x="connsiteX81855" y="connsiteY81855"/>
              </a:cxn>
              <a:cxn ang="0">
                <a:pos x="connsiteX81856" y="connsiteY81856"/>
              </a:cxn>
              <a:cxn ang="0">
                <a:pos x="connsiteX81857" y="connsiteY81857"/>
              </a:cxn>
              <a:cxn ang="0">
                <a:pos x="connsiteX81858" y="connsiteY81858"/>
              </a:cxn>
              <a:cxn ang="0">
                <a:pos x="connsiteX81859" y="connsiteY81859"/>
              </a:cxn>
              <a:cxn ang="0">
                <a:pos x="connsiteX81860" y="connsiteY81860"/>
              </a:cxn>
              <a:cxn ang="0">
                <a:pos x="connsiteX81861" y="connsiteY81861"/>
              </a:cxn>
              <a:cxn ang="0">
                <a:pos x="connsiteX81862" y="connsiteY81862"/>
              </a:cxn>
              <a:cxn ang="0">
                <a:pos x="connsiteX81863" y="connsiteY81863"/>
              </a:cxn>
              <a:cxn ang="0">
                <a:pos x="connsiteX81864" y="connsiteY81864"/>
              </a:cxn>
              <a:cxn ang="0">
                <a:pos x="connsiteX81865" y="connsiteY81865"/>
              </a:cxn>
              <a:cxn ang="0">
                <a:pos x="connsiteX81866" y="connsiteY81866"/>
              </a:cxn>
              <a:cxn ang="0">
                <a:pos x="connsiteX81867" y="connsiteY81867"/>
              </a:cxn>
              <a:cxn ang="0">
                <a:pos x="connsiteX81868" y="connsiteY81868"/>
              </a:cxn>
              <a:cxn ang="0">
                <a:pos x="connsiteX81869" y="connsiteY81869"/>
              </a:cxn>
              <a:cxn ang="0">
                <a:pos x="connsiteX81870" y="connsiteY81870"/>
              </a:cxn>
              <a:cxn ang="0">
                <a:pos x="connsiteX81871" y="connsiteY81871"/>
              </a:cxn>
              <a:cxn ang="0">
                <a:pos x="connsiteX81872" y="connsiteY81872"/>
              </a:cxn>
              <a:cxn ang="0">
                <a:pos x="connsiteX81873" y="connsiteY81873"/>
              </a:cxn>
              <a:cxn ang="0">
                <a:pos x="connsiteX81874" y="connsiteY81874"/>
              </a:cxn>
              <a:cxn ang="0">
                <a:pos x="connsiteX81875" y="connsiteY81875"/>
              </a:cxn>
              <a:cxn ang="0">
                <a:pos x="connsiteX81876" y="connsiteY81876"/>
              </a:cxn>
              <a:cxn ang="0">
                <a:pos x="connsiteX81877" y="connsiteY81877"/>
              </a:cxn>
              <a:cxn ang="0">
                <a:pos x="connsiteX81878" y="connsiteY81878"/>
              </a:cxn>
              <a:cxn ang="0">
                <a:pos x="connsiteX81879" y="connsiteY81879"/>
              </a:cxn>
              <a:cxn ang="0">
                <a:pos x="connsiteX81880" y="connsiteY81880"/>
              </a:cxn>
              <a:cxn ang="0">
                <a:pos x="connsiteX81881" y="connsiteY81881"/>
              </a:cxn>
              <a:cxn ang="0">
                <a:pos x="connsiteX81882" y="connsiteY81882"/>
              </a:cxn>
              <a:cxn ang="0">
                <a:pos x="connsiteX81883" y="connsiteY81883"/>
              </a:cxn>
              <a:cxn ang="0">
                <a:pos x="connsiteX81884" y="connsiteY81884"/>
              </a:cxn>
              <a:cxn ang="0">
                <a:pos x="connsiteX81885" y="connsiteY81885"/>
              </a:cxn>
              <a:cxn ang="0">
                <a:pos x="connsiteX81886" y="connsiteY81886"/>
              </a:cxn>
              <a:cxn ang="0">
                <a:pos x="connsiteX81887" y="connsiteY81887"/>
              </a:cxn>
              <a:cxn ang="0">
                <a:pos x="connsiteX81888" y="connsiteY81888"/>
              </a:cxn>
              <a:cxn ang="0">
                <a:pos x="connsiteX81889" y="connsiteY81889"/>
              </a:cxn>
              <a:cxn ang="0">
                <a:pos x="connsiteX81890" y="connsiteY81890"/>
              </a:cxn>
              <a:cxn ang="0">
                <a:pos x="connsiteX81891" y="connsiteY81891"/>
              </a:cxn>
              <a:cxn ang="0">
                <a:pos x="connsiteX81892" y="connsiteY81892"/>
              </a:cxn>
              <a:cxn ang="0">
                <a:pos x="connsiteX81893" y="connsiteY81893"/>
              </a:cxn>
              <a:cxn ang="0">
                <a:pos x="connsiteX81894" y="connsiteY81894"/>
              </a:cxn>
              <a:cxn ang="0">
                <a:pos x="connsiteX81895" y="connsiteY81895"/>
              </a:cxn>
              <a:cxn ang="0">
                <a:pos x="connsiteX81896" y="connsiteY81896"/>
              </a:cxn>
              <a:cxn ang="0">
                <a:pos x="connsiteX81897" y="connsiteY81897"/>
              </a:cxn>
              <a:cxn ang="0">
                <a:pos x="connsiteX81898" y="connsiteY81898"/>
              </a:cxn>
              <a:cxn ang="0">
                <a:pos x="connsiteX81899" y="connsiteY81899"/>
              </a:cxn>
              <a:cxn ang="0">
                <a:pos x="connsiteX81900" y="connsiteY81900"/>
              </a:cxn>
              <a:cxn ang="0">
                <a:pos x="connsiteX81901" y="connsiteY81901"/>
              </a:cxn>
              <a:cxn ang="0">
                <a:pos x="connsiteX81902" y="connsiteY81902"/>
              </a:cxn>
              <a:cxn ang="0">
                <a:pos x="connsiteX81903" y="connsiteY81903"/>
              </a:cxn>
              <a:cxn ang="0">
                <a:pos x="connsiteX81904" y="connsiteY81904"/>
              </a:cxn>
              <a:cxn ang="0">
                <a:pos x="connsiteX81905" y="connsiteY81905"/>
              </a:cxn>
              <a:cxn ang="0">
                <a:pos x="connsiteX81906" y="connsiteY81906"/>
              </a:cxn>
              <a:cxn ang="0">
                <a:pos x="connsiteX81907" y="connsiteY81907"/>
              </a:cxn>
              <a:cxn ang="0">
                <a:pos x="connsiteX81908" y="connsiteY81908"/>
              </a:cxn>
              <a:cxn ang="0">
                <a:pos x="connsiteX81909" y="connsiteY81909"/>
              </a:cxn>
              <a:cxn ang="0">
                <a:pos x="connsiteX81910" y="connsiteY81910"/>
              </a:cxn>
              <a:cxn ang="0">
                <a:pos x="connsiteX81911" y="connsiteY81911"/>
              </a:cxn>
              <a:cxn ang="0">
                <a:pos x="connsiteX81912" y="connsiteY81912"/>
              </a:cxn>
              <a:cxn ang="0">
                <a:pos x="connsiteX81913" y="connsiteY81913"/>
              </a:cxn>
              <a:cxn ang="0">
                <a:pos x="connsiteX81914" y="connsiteY81914"/>
              </a:cxn>
              <a:cxn ang="0">
                <a:pos x="connsiteX81915" y="connsiteY81915"/>
              </a:cxn>
              <a:cxn ang="0">
                <a:pos x="connsiteX81916" y="connsiteY81916"/>
              </a:cxn>
              <a:cxn ang="0">
                <a:pos x="connsiteX81917" y="connsiteY81917"/>
              </a:cxn>
              <a:cxn ang="0">
                <a:pos x="connsiteX81918" y="connsiteY81918"/>
              </a:cxn>
              <a:cxn ang="0">
                <a:pos x="connsiteX81919" y="connsiteY81919"/>
              </a:cxn>
              <a:cxn ang="0">
                <a:pos x="connsiteX81920" y="connsiteY81920"/>
              </a:cxn>
              <a:cxn ang="0">
                <a:pos x="connsiteX81921" y="connsiteY81921"/>
              </a:cxn>
              <a:cxn ang="0">
                <a:pos x="connsiteX81922" y="connsiteY81922"/>
              </a:cxn>
              <a:cxn ang="0">
                <a:pos x="connsiteX81923" y="connsiteY81923"/>
              </a:cxn>
              <a:cxn ang="0">
                <a:pos x="connsiteX81924" y="connsiteY81924"/>
              </a:cxn>
              <a:cxn ang="0">
                <a:pos x="connsiteX81925" y="connsiteY81925"/>
              </a:cxn>
              <a:cxn ang="0">
                <a:pos x="connsiteX81926" y="connsiteY81926"/>
              </a:cxn>
              <a:cxn ang="0">
                <a:pos x="connsiteX81927" y="connsiteY81927"/>
              </a:cxn>
              <a:cxn ang="0">
                <a:pos x="connsiteX81928" y="connsiteY81928"/>
              </a:cxn>
              <a:cxn ang="0">
                <a:pos x="connsiteX81929" y="connsiteY81929"/>
              </a:cxn>
              <a:cxn ang="0">
                <a:pos x="connsiteX81930" y="connsiteY81930"/>
              </a:cxn>
              <a:cxn ang="0">
                <a:pos x="connsiteX81931" y="connsiteY81931"/>
              </a:cxn>
              <a:cxn ang="0">
                <a:pos x="connsiteX81932" y="connsiteY81932"/>
              </a:cxn>
              <a:cxn ang="0">
                <a:pos x="connsiteX81933" y="connsiteY81933"/>
              </a:cxn>
              <a:cxn ang="0">
                <a:pos x="connsiteX81934" y="connsiteY81934"/>
              </a:cxn>
              <a:cxn ang="0">
                <a:pos x="connsiteX81935" y="connsiteY81935"/>
              </a:cxn>
              <a:cxn ang="0">
                <a:pos x="connsiteX81936" y="connsiteY81936"/>
              </a:cxn>
              <a:cxn ang="0">
                <a:pos x="connsiteX81937" y="connsiteY81937"/>
              </a:cxn>
              <a:cxn ang="0">
                <a:pos x="connsiteX81938" y="connsiteY81938"/>
              </a:cxn>
              <a:cxn ang="0">
                <a:pos x="connsiteX81939" y="connsiteY81939"/>
              </a:cxn>
              <a:cxn ang="0">
                <a:pos x="connsiteX81940" y="connsiteY81940"/>
              </a:cxn>
              <a:cxn ang="0">
                <a:pos x="connsiteX81941" y="connsiteY81941"/>
              </a:cxn>
              <a:cxn ang="0">
                <a:pos x="connsiteX81942" y="connsiteY81942"/>
              </a:cxn>
              <a:cxn ang="0">
                <a:pos x="connsiteX81943" y="connsiteY81943"/>
              </a:cxn>
              <a:cxn ang="0">
                <a:pos x="connsiteX81944" y="connsiteY81944"/>
              </a:cxn>
              <a:cxn ang="0">
                <a:pos x="connsiteX81945" y="connsiteY81945"/>
              </a:cxn>
              <a:cxn ang="0">
                <a:pos x="connsiteX81946" y="connsiteY81946"/>
              </a:cxn>
              <a:cxn ang="0">
                <a:pos x="connsiteX81947" y="connsiteY81947"/>
              </a:cxn>
              <a:cxn ang="0">
                <a:pos x="connsiteX81948" y="connsiteY81948"/>
              </a:cxn>
              <a:cxn ang="0">
                <a:pos x="connsiteX81949" y="connsiteY81949"/>
              </a:cxn>
              <a:cxn ang="0">
                <a:pos x="connsiteX81950" y="connsiteY81950"/>
              </a:cxn>
              <a:cxn ang="0">
                <a:pos x="connsiteX81951" y="connsiteY81951"/>
              </a:cxn>
              <a:cxn ang="0">
                <a:pos x="connsiteX81952" y="connsiteY81952"/>
              </a:cxn>
              <a:cxn ang="0">
                <a:pos x="connsiteX81953" y="connsiteY81953"/>
              </a:cxn>
              <a:cxn ang="0">
                <a:pos x="connsiteX81954" y="connsiteY81954"/>
              </a:cxn>
              <a:cxn ang="0">
                <a:pos x="connsiteX81955" y="connsiteY81955"/>
              </a:cxn>
              <a:cxn ang="0">
                <a:pos x="connsiteX81956" y="connsiteY81956"/>
              </a:cxn>
              <a:cxn ang="0">
                <a:pos x="connsiteX81957" y="connsiteY81957"/>
              </a:cxn>
              <a:cxn ang="0">
                <a:pos x="connsiteX81958" y="connsiteY81958"/>
              </a:cxn>
              <a:cxn ang="0">
                <a:pos x="connsiteX81959" y="connsiteY81959"/>
              </a:cxn>
              <a:cxn ang="0">
                <a:pos x="connsiteX81960" y="connsiteY81960"/>
              </a:cxn>
              <a:cxn ang="0">
                <a:pos x="connsiteX81961" y="connsiteY81961"/>
              </a:cxn>
              <a:cxn ang="0">
                <a:pos x="connsiteX81962" y="connsiteY81962"/>
              </a:cxn>
              <a:cxn ang="0">
                <a:pos x="connsiteX81963" y="connsiteY81963"/>
              </a:cxn>
              <a:cxn ang="0">
                <a:pos x="connsiteX81964" y="connsiteY81964"/>
              </a:cxn>
              <a:cxn ang="0">
                <a:pos x="connsiteX81965" y="connsiteY81965"/>
              </a:cxn>
              <a:cxn ang="0">
                <a:pos x="connsiteX81966" y="connsiteY81966"/>
              </a:cxn>
              <a:cxn ang="0">
                <a:pos x="connsiteX81967" y="connsiteY81967"/>
              </a:cxn>
              <a:cxn ang="0">
                <a:pos x="connsiteX81968" y="connsiteY81968"/>
              </a:cxn>
              <a:cxn ang="0">
                <a:pos x="connsiteX81969" y="connsiteY81969"/>
              </a:cxn>
              <a:cxn ang="0">
                <a:pos x="connsiteX81970" y="connsiteY81970"/>
              </a:cxn>
              <a:cxn ang="0">
                <a:pos x="connsiteX81971" y="connsiteY81971"/>
              </a:cxn>
              <a:cxn ang="0">
                <a:pos x="connsiteX81972" y="connsiteY81972"/>
              </a:cxn>
              <a:cxn ang="0">
                <a:pos x="connsiteX81973" y="connsiteY81973"/>
              </a:cxn>
              <a:cxn ang="0">
                <a:pos x="connsiteX81974" y="connsiteY81974"/>
              </a:cxn>
              <a:cxn ang="0">
                <a:pos x="connsiteX81975" y="connsiteY81975"/>
              </a:cxn>
              <a:cxn ang="0">
                <a:pos x="connsiteX81976" y="connsiteY81976"/>
              </a:cxn>
              <a:cxn ang="0">
                <a:pos x="connsiteX81977" y="connsiteY81977"/>
              </a:cxn>
              <a:cxn ang="0">
                <a:pos x="connsiteX81978" y="connsiteY81978"/>
              </a:cxn>
              <a:cxn ang="0">
                <a:pos x="connsiteX81979" y="connsiteY81979"/>
              </a:cxn>
              <a:cxn ang="0">
                <a:pos x="connsiteX81980" y="connsiteY81980"/>
              </a:cxn>
              <a:cxn ang="0">
                <a:pos x="connsiteX81981" y="connsiteY81981"/>
              </a:cxn>
              <a:cxn ang="0">
                <a:pos x="connsiteX81982" y="connsiteY81982"/>
              </a:cxn>
              <a:cxn ang="0">
                <a:pos x="connsiteX81983" y="connsiteY81983"/>
              </a:cxn>
              <a:cxn ang="0">
                <a:pos x="connsiteX81984" y="connsiteY81984"/>
              </a:cxn>
              <a:cxn ang="0">
                <a:pos x="connsiteX81985" y="connsiteY81985"/>
              </a:cxn>
              <a:cxn ang="0">
                <a:pos x="connsiteX81986" y="connsiteY81986"/>
              </a:cxn>
              <a:cxn ang="0">
                <a:pos x="connsiteX81987" y="connsiteY81987"/>
              </a:cxn>
              <a:cxn ang="0">
                <a:pos x="connsiteX81988" y="connsiteY81988"/>
              </a:cxn>
              <a:cxn ang="0">
                <a:pos x="connsiteX81989" y="connsiteY81989"/>
              </a:cxn>
              <a:cxn ang="0">
                <a:pos x="connsiteX81990" y="connsiteY81990"/>
              </a:cxn>
              <a:cxn ang="0">
                <a:pos x="connsiteX81991" y="connsiteY81991"/>
              </a:cxn>
              <a:cxn ang="0">
                <a:pos x="connsiteX81992" y="connsiteY81992"/>
              </a:cxn>
              <a:cxn ang="0">
                <a:pos x="connsiteX81993" y="connsiteY81993"/>
              </a:cxn>
              <a:cxn ang="0">
                <a:pos x="connsiteX81994" y="connsiteY81994"/>
              </a:cxn>
              <a:cxn ang="0">
                <a:pos x="connsiteX81995" y="connsiteY81995"/>
              </a:cxn>
              <a:cxn ang="0">
                <a:pos x="connsiteX81996" y="connsiteY81996"/>
              </a:cxn>
              <a:cxn ang="0">
                <a:pos x="connsiteX81997" y="connsiteY81997"/>
              </a:cxn>
              <a:cxn ang="0">
                <a:pos x="connsiteX81998" y="connsiteY81998"/>
              </a:cxn>
              <a:cxn ang="0">
                <a:pos x="connsiteX81999" y="connsiteY81999"/>
              </a:cxn>
              <a:cxn ang="0">
                <a:pos x="connsiteX82000" y="connsiteY82000"/>
              </a:cxn>
              <a:cxn ang="0">
                <a:pos x="connsiteX82001" y="connsiteY82001"/>
              </a:cxn>
              <a:cxn ang="0">
                <a:pos x="connsiteX82002" y="connsiteY82002"/>
              </a:cxn>
              <a:cxn ang="0">
                <a:pos x="connsiteX82003" y="connsiteY82003"/>
              </a:cxn>
              <a:cxn ang="0">
                <a:pos x="connsiteX82004" y="connsiteY82004"/>
              </a:cxn>
              <a:cxn ang="0">
                <a:pos x="connsiteX82005" y="connsiteY82005"/>
              </a:cxn>
              <a:cxn ang="0">
                <a:pos x="connsiteX82006" y="connsiteY82006"/>
              </a:cxn>
              <a:cxn ang="0">
                <a:pos x="connsiteX82007" y="connsiteY82007"/>
              </a:cxn>
              <a:cxn ang="0">
                <a:pos x="connsiteX82008" y="connsiteY82008"/>
              </a:cxn>
              <a:cxn ang="0">
                <a:pos x="connsiteX82009" y="connsiteY82009"/>
              </a:cxn>
              <a:cxn ang="0">
                <a:pos x="connsiteX82010" y="connsiteY82010"/>
              </a:cxn>
              <a:cxn ang="0">
                <a:pos x="connsiteX82011" y="connsiteY82011"/>
              </a:cxn>
              <a:cxn ang="0">
                <a:pos x="connsiteX82012" y="connsiteY82012"/>
              </a:cxn>
              <a:cxn ang="0">
                <a:pos x="connsiteX82013" y="connsiteY82013"/>
              </a:cxn>
              <a:cxn ang="0">
                <a:pos x="connsiteX82014" y="connsiteY82014"/>
              </a:cxn>
              <a:cxn ang="0">
                <a:pos x="connsiteX82015" y="connsiteY82015"/>
              </a:cxn>
              <a:cxn ang="0">
                <a:pos x="connsiteX82016" y="connsiteY82016"/>
              </a:cxn>
              <a:cxn ang="0">
                <a:pos x="connsiteX82017" y="connsiteY82017"/>
              </a:cxn>
              <a:cxn ang="0">
                <a:pos x="connsiteX82018" y="connsiteY82018"/>
              </a:cxn>
              <a:cxn ang="0">
                <a:pos x="connsiteX82019" y="connsiteY82019"/>
              </a:cxn>
              <a:cxn ang="0">
                <a:pos x="connsiteX82020" y="connsiteY82020"/>
              </a:cxn>
              <a:cxn ang="0">
                <a:pos x="connsiteX82021" y="connsiteY82021"/>
              </a:cxn>
              <a:cxn ang="0">
                <a:pos x="connsiteX82022" y="connsiteY82022"/>
              </a:cxn>
              <a:cxn ang="0">
                <a:pos x="connsiteX82023" y="connsiteY82023"/>
              </a:cxn>
              <a:cxn ang="0">
                <a:pos x="connsiteX82024" y="connsiteY82024"/>
              </a:cxn>
              <a:cxn ang="0">
                <a:pos x="connsiteX82025" y="connsiteY82025"/>
              </a:cxn>
              <a:cxn ang="0">
                <a:pos x="connsiteX82026" y="connsiteY82026"/>
              </a:cxn>
              <a:cxn ang="0">
                <a:pos x="connsiteX82027" y="connsiteY82027"/>
              </a:cxn>
              <a:cxn ang="0">
                <a:pos x="connsiteX82028" y="connsiteY82028"/>
              </a:cxn>
              <a:cxn ang="0">
                <a:pos x="connsiteX82029" y="connsiteY82029"/>
              </a:cxn>
              <a:cxn ang="0">
                <a:pos x="connsiteX82030" y="connsiteY82030"/>
              </a:cxn>
              <a:cxn ang="0">
                <a:pos x="connsiteX82031" y="connsiteY82031"/>
              </a:cxn>
              <a:cxn ang="0">
                <a:pos x="connsiteX82032" y="connsiteY82032"/>
              </a:cxn>
              <a:cxn ang="0">
                <a:pos x="connsiteX82033" y="connsiteY82033"/>
              </a:cxn>
              <a:cxn ang="0">
                <a:pos x="connsiteX82034" y="connsiteY82034"/>
              </a:cxn>
              <a:cxn ang="0">
                <a:pos x="connsiteX82035" y="connsiteY82035"/>
              </a:cxn>
              <a:cxn ang="0">
                <a:pos x="connsiteX82036" y="connsiteY82036"/>
              </a:cxn>
              <a:cxn ang="0">
                <a:pos x="connsiteX82037" y="connsiteY82037"/>
              </a:cxn>
              <a:cxn ang="0">
                <a:pos x="connsiteX82038" y="connsiteY82038"/>
              </a:cxn>
              <a:cxn ang="0">
                <a:pos x="connsiteX82039" y="connsiteY82039"/>
              </a:cxn>
              <a:cxn ang="0">
                <a:pos x="connsiteX82040" y="connsiteY82040"/>
              </a:cxn>
              <a:cxn ang="0">
                <a:pos x="connsiteX82041" y="connsiteY82041"/>
              </a:cxn>
              <a:cxn ang="0">
                <a:pos x="connsiteX82042" y="connsiteY82042"/>
              </a:cxn>
              <a:cxn ang="0">
                <a:pos x="connsiteX82043" y="connsiteY82043"/>
              </a:cxn>
              <a:cxn ang="0">
                <a:pos x="connsiteX82044" y="connsiteY82044"/>
              </a:cxn>
              <a:cxn ang="0">
                <a:pos x="connsiteX82045" y="connsiteY82045"/>
              </a:cxn>
              <a:cxn ang="0">
                <a:pos x="connsiteX82046" y="connsiteY82046"/>
              </a:cxn>
              <a:cxn ang="0">
                <a:pos x="connsiteX82047" y="connsiteY82047"/>
              </a:cxn>
              <a:cxn ang="0">
                <a:pos x="connsiteX82048" y="connsiteY82048"/>
              </a:cxn>
              <a:cxn ang="0">
                <a:pos x="connsiteX82049" y="connsiteY82049"/>
              </a:cxn>
              <a:cxn ang="0">
                <a:pos x="connsiteX82050" y="connsiteY82050"/>
              </a:cxn>
              <a:cxn ang="0">
                <a:pos x="connsiteX82051" y="connsiteY82051"/>
              </a:cxn>
              <a:cxn ang="0">
                <a:pos x="connsiteX82052" y="connsiteY82052"/>
              </a:cxn>
              <a:cxn ang="0">
                <a:pos x="connsiteX82053" y="connsiteY82053"/>
              </a:cxn>
              <a:cxn ang="0">
                <a:pos x="connsiteX82054" y="connsiteY82054"/>
              </a:cxn>
              <a:cxn ang="0">
                <a:pos x="connsiteX82055" y="connsiteY82055"/>
              </a:cxn>
              <a:cxn ang="0">
                <a:pos x="connsiteX82056" y="connsiteY82056"/>
              </a:cxn>
              <a:cxn ang="0">
                <a:pos x="connsiteX82057" y="connsiteY82057"/>
              </a:cxn>
              <a:cxn ang="0">
                <a:pos x="connsiteX82058" y="connsiteY82058"/>
              </a:cxn>
              <a:cxn ang="0">
                <a:pos x="connsiteX82059" y="connsiteY82059"/>
              </a:cxn>
              <a:cxn ang="0">
                <a:pos x="connsiteX82060" y="connsiteY82060"/>
              </a:cxn>
              <a:cxn ang="0">
                <a:pos x="connsiteX82061" y="connsiteY82061"/>
              </a:cxn>
              <a:cxn ang="0">
                <a:pos x="connsiteX82062" y="connsiteY82062"/>
              </a:cxn>
              <a:cxn ang="0">
                <a:pos x="connsiteX82063" y="connsiteY82063"/>
              </a:cxn>
              <a:cxn ang="0">
                <a:pos x="connsiteX82064" y="connsiteY82064"/>
              </a:cxn>
              <a:cxn ang="0">
                <a:pos x="connsiteX82065" y="connsiteY82065"/>
              </a:cxn>
              <a:cxn ang="0">
                <a:pos x="connsiteX82066" y="connsiteY82066"/>
              </a:cxn>
              <a:cxn ang="0">
                <a:pos x="connsiteX82067" y="connsiteY82067"/>
              </a:cxn>
              <a:cxn ang="0">
                <a:pos x="connsiteX82068" y="connsiteY82068"/>
              </a:cxn>
              <a:cxn ang="0">
                <a:pos x="connsiteX82069" y="connsiteY82069"/>
              </a:cxn>
              <a:cxn ang="0">
                <a:pos x="connsiteX82070" y="connsiteY82070"/>
              </a:cxn>
              <a:cxn ang="0">
                <a:pos x="connsiteX82071" y="connsiteY82071"/>
              </a:cxn>
              <a:cxn ang="0">
                <a:pos x="connsiteX82072" y="connsiteY82072"/>
              </a:cxn>
              <a:cxn ang="0">
                <a:pos x="connsiteX82073" y="connsiteY82073"/>
              </a:cxn>
              <a:cxn ang="0">
                <a:pos x="connsiteX82074" y="connsiteY82074"/>
              </a:cxn>
              <a:cxn ang="0">
                <a:pos x="connsiteX82075" y="connsiteY82075"/>
              </a:cxn>
              <a:cxn ang="0">
                <a:pos x="connsiteX82076" y="connsiteY82076"/>
              </a:cxn>
              <a:cxn ang="0">
                <a:pos x="connsiteX82077" y="connsiteY82077"/>
              </a:cxn>
              <a:cxn ang="0">
                <a:pos x="connsiteX82078" y="connsiteY82078"/>
              </a:cxn>
              <a:cxn ang="0">
                <a:pos x="connsiteX82079" y="connsiteY82079"/>
              </a:cxn>
              <a:cxn ang="0">
                <a:pos x="connsiteX82080" y="connsiteY82080"/>
              </a:cxn>
              <a:cxn ang="0">
                <a:pos x="connsiteX82081" y="connsiteY82081"/>
              </a:cxn>
              <a:cxn ang="0">
                <a:pos x="connsiteX82082" y="connsiteY82082"/>
              </a:cxn>
              <a:cxn ang="0">
                <a:pos x="connsiteX82083" y="connsiteY82083"/>
              </a:cxn>
              <a:cxn ang="0">
                <a:pos x="connsiteX82084" y="connsiteY82084"/>
              </a:cxn>
              <a:cxn ang="0">
                <a:pos x="connsiteX82085" y="connsiteY82085"/>
              </a:cxn>
              <a:cxn ang="0">
                <a:pos x="connsiteX82086" y="connsiteY82086"/>
              </a:cxn>
              <a:cxn ang="0">
                <a:pos x="connsiteX82087" y="connsiteY82087"/>
              </a:cxn>
              <a:cxn ang="0">
                <a:pos x="connsiteX82088" y="connsiteY82088"/>
              </a:cxn>
              <a:cxn ang="0">
                <a:pos x="connsiteX82089" y="connsiteY82089"/>
              </a:cxn>
              <a:cxn ang="0">
                <a:pos x="connsiteX82090" y="connsiteY82090"/>
              </a:cxn>
              <a:cxn ang="0">
                <a:pos x="connsiteX82091" y="connsiteY82091"/>
              </a:cxn>
              <a:cxn ang="0">
                <a:pos x="connsiteX82092" y="connsiteY82092"/>
              </a:cxn>
              <a:cxn ang="0">
                <a:pos x="connsiteX82093" y="connsiteY82093"/>
              </a:cxn>
              <a:cxn ang="0">
                <a:pos x="connsiteX82094" y="connsiteY82094"/>
              </a:cxn>
              <a:cxn ang="0">
                <a:pos x="connsiteX82095" y="connsiteY82095"/>
              </a:cxn>
              <a:cxn ang="0">
                <a:pos x="connsiteX82096" y="connsiteY82096"/>
              </a:cxn>
              <a:cxn ang="0">
                <a:pos x="connsiteX82097" y="connsiteY82097"/>
              </a:cxn>
              <a:cxn ang="0">
                <a:pos x="connsiteX82098" y="connsiteY82098"/>
              </a:cxn>
              <a:cxn ang="0">
                <a:pos x="connsiteX82099" y="connsiteY82099"/>
              </a:cxn>
              <a:cxn ang="0">
                <a:pos x="connsiteX82100" y="connsiteY82100"/>
              </a:cxn>
              <a:cxn ang="0">
                <a:pos x="connsiteX82101" y="connsiteY82101"/>
              </a:cxn>
              <a:cxn ang="0">
                <a:pos x="connsiteX82102" y="connsiteY82102"/>
              </a:cxn>
              <a:cxn ang="0">
                <a:pos x="connsiteX82103" y="connsiteY82103"/>
              </a:cxn>
              <a:cxn ang="0">
                <a:pos x="connsiteX82104" y="connsiteY82104"/>
              </a:cxn>
              <a:cxn ang="0">
                <a:pos x="connsiteX82105" y="connsiteY82105"/>
              </a:cxn>
              <a:cxn ang="0">
                <a:pos x="connsiteX82106" y="connsiteY82106"/>
              </a:cxn>
              <a:cxn ang="0">
                <a:pos x="connsiteX82107" y="connsiteY82107"/>
              </a:cxn>
              <a:cxn ang="0">
                <a:pos x="connsiteX82108" y="connsiteY82108"/>
              </a:cxn>
              <a:cxn ang="0">
                <a:pos x="connsiteX82109" y="connsiteY82109"/>
              </a:cxn>
              <a:cxn ang="0">
                <a:pos x="connsiteX82110" y="connsiteY82110"/>
              </a:cxn>
              <a:cxn ang="0">
                <a:pos x="connsiteX82111" y="connsiteY82111"/>
              </a:cxn>
              <a:cxn ang="0">
                <a:pos x="connsiteX82112" y="connsiteY82112"/>
              </a:cxn>
              <a:cxn ang="0">
                <a:pos x="connsiteX82113" y="connsiteY82113"/>
              </a:cxn>
              <a:cxn ang="0">
                <a:pos x="connsiteX82114" y="connsiteY82114"/>
              </a:cxn>
              <a:cxn ang="0">
                <a:pos x="connsiteX82115" y="connsiteY82115"/>
              </a:cxn>
              <a:cxn ang="0">
                <a:pos x="connsiteX82116" y="connsiteY82116"/>
              </a:cxn>
              <a:cxn ang="0">
                <a:pos x="connsiteX82117" y="connsiteY82117"/>
              </a:cxn>
              <a:cxn ang="0">
                <a:pos x="connsiteX82118" y="connsiteY82118"/>
              </a:cxn>
              <a:cxn ang="0">
                <a:pos x="connsiteX82119" y="connsiteY82119"/>
              </a:cxn>
              <a:cxn ang="0">
                <a:pos x="connsiteX82120" y="connsiteY82120"/>
              </a:cxn>
              <a:cxn ang="0">
                <a:pos x="connsiteX82121" y="connsiteY82121"/>
              </a:cxn>
              <a:cxn ang="0">
                <a:pos x="connsiteX82122" y="connsiteY82122"/>
              </a:cxn>
              <a:cxn ang="0">
                <a:pos x="connsiteX82123" y="connsiteY82123"/>
              </a:cxn>
              <a:cxn ang="0">
                <a:pos x="connsiteX82124" y="connsiteY82124"/>
              </a:cxn>
              <a:cxn ang="0">
                <a:pos x="connsiteX82125" y="connsiteY82125"/>
              </a:cxn>
              <a:cxn ang="0">
                <a:pos x="connsiteX82126" y="connsiteY82126"/>
              </a:cxn>
              <a:cxn ang="0">
                <a:pos x="connsiteX82127" y="connsiteY82127"/>
              </a:cxn>
              <a:cxn ang="0">
                <a:pos x="connsiteX82128" y="connsiteY82128"/>
              </a:cxn>
              <a:cxn ang="0">
                <a:pos x="connsiteX82129" y="connsiteY82129"/>
              </a:cxn>
              <a:cxn ang="0">
                <a:pos x="connsiteX82130" y="connsiteY82130"/>
              </a:cxn>
              <a:cxn ang="0">
                <a:pos x="connsiteX82131" y="connsiteY82131"/>
              </a:cxn>
              <a:cxn ang="0">
                <a:pos x="connsiteX82132" y="connsiteY82132"/>
              </a:cxn>
              <a:cxn ang="0">
                <a:pos x="connsiteX82133" y="connsiteY82133"/>
              </a:cxn>
              <a:cxn ang="0">
                <a:pos x="connsiteX82134" y="connsiteY82134"/>
              </a:cxn>
              <a:cxn ang="0">
                <a:pos x="connsiteX82135" y="connsiteY82135"/>
              </a:cxn>
              <a:cxn ang="0">
                <a:pos x="connsiteX82136" y="connsiteY82136"/>
              </a:cxn>
              <a:cxn ang="0">
                <a:pos x="connsiteX82137" y="connsiteY82137"/>
              </a:cxn>
              <a:cxn ang="0">
                <a:pos x="connsiteX82138" y="connsiteY82138"/>
              </a:cxn>
              <a:cxn ang="0">
                <a:pos x="connsiteX82139" y="connsiteY82139"/>
              </a:cxn>
              <a:cxn ang="0">
                <a:pos x="connsiteX82140" y="connsiteY82140"/>
              </a:cxn>
              <a:cxn ang="0">
                <a:pos x="connsiteX82141" y="connsiteY82141"/>
              </a:cxn>
              <a:cxn ang="0">
                <a:pos x="connsiteX82142" y="connsiteY82142"/>
              </a:cxn>
              <a:cxn ang="0">
                <a:pos x="connsiteX82143" y="connsiteY82143"/>
              </a:cxn>
              <a:cxn ang="0">
                <a:pos x="connsiteX82144" y="connsiteY82144"/>
              </a:cxn>
              <a:cxn ang="0">
                <a:pos x="connsiteX82145" y="connsiteY82145"/>
              </a:cxn>
              <a:cxn ang="0">
                <a:pos x="connsiteX82146" y="connsiteY82146"/>
              </a:cxn>
              <a:cxn ang="0">
                <a:pos x="connsiteX82147" y="connsiteY82147"/>
              </a:cxn>
              <a:cxn ang="0">
                <a:pos x="connsiteX82148" y="connsiteY82148"/>
              </a:cxn>
              <a:cxn ang="0">
                <a:pos x="connsiteX82149" y="connsiteY82149"/>
              </a:cxn>
              <a:cxn ang="0">
                <a:pos x="connsiteX82150" y="connsiteY82150"/>
              </a:cxn>
              <a:cxn ang="0">
                <a:pos x="connsiteX82151" y="connsiteY82151"/>
              </a:cxn>
              <a:cxn ang="0">
                <a:pos x="connsiteX82152" y="connsiteY82152"/>
              </a:cxn>
              <a:cxn ang="0">
                <a:pos x="connsiteX82153" y="connsiteY82153"/>
              </a:cxn>
              <a:cxn ang="0">
                <a:pos x="connsiteX82154" y="connsiteY82154"/>
              </a:cxn>
              <a:cxn ang="0">
                <a:pos x="connsiteX82155" y="connsiteY82155"/>
              </a:cxn>
              <a:cxn ang="0">
                <a:pos x="connsiteX82156" y="connsiteY82156"/>
              </a:cxn>
              <a:cxn ang="0">
                <a:pos x="connsiteX82157" y="connsiteY82157"/>
              </a:cxn>
              <a:cxn ang="0">
                <a:pos x="connsiteX82158" y="connsiteY82158"/>
              </a:cxn>
              <a:cxn ang="0">
                <a:pos x="connsiteX82159" y="connsiteY82159"/>
              </a:cxn>
              <a:cxn ang="0">
                <a:pos x="connsiteX82160" y="connsiteY82160"/>
              </a:cxn>
              <a:cxn ang="0">
                <a:pos x="connsiteX82161" y="connsiteY82161"/>
              </a:cxn>
              <a:cxn ang="0">
                <a:pos x="connsiteX82162" y="connsiteY82162"/>
              </a:cxn>
              <a:cxn ang="0">
                <a:pos x="connsiteX82163" y="connsiteY82163"/>
              </a:cxn>
              <a:cxn ang="0">
                <a:pos x="connsiteX82164" y="connsiteY82164"/>
              </a:cxn>
              <a:cxn ang="0">
                <a:pos x="connsiteX82165" y="connsiteY82165"/>
              </a:cxn>
              <a:cxn ang="0">
                <a:pos x="connsiteX82166" y="connsiteY82166"/>
              </a:cxn>
              <a:cxn ang="0">
                <a:pos x="connsiteX82167" y="connsiteY82167"/>
              </a:cxn>
              <a:cxn ang="0">
                <a:pos x="connsiteX82168" y="connsiteY82168"/>
              </a:cxn>
              <a:cxn ang="0">
                <a:pos x="connsiteX82169" y="connsiteY82169"/>
              </a:cxn>
              <a:cxn ang="0">
                <a:pos x="connsiteX82170" y="connsiteY82170"/>
              </a:cxn>
              <a:cxn ang="0">
                <a:pos x="connsiteX82171" y="connsiteY82171"/>
              </a:cxn>
              <a:cxn ang="0">
                <a:pos x="connsiteX82172" y="connsiteY82172"/>
              </a:cxn>
              <a:cxn ang="0">
                <a:pos x="connsiteX82173" y="connsiteY82173"/>
              </a:cxn>
              <a:cxn ang="0">
                <a:pos x="connsiteX82174" y="connsiteY82174"/>
              </a:cxn>
              <a:cxn ang="0">
                <a:pos x="connsiteX82175" y="connsiteY82175"/>
              </a:cxn>
              <a:cxn ang="0">
                <a:pos x="connsiteX82176" y="connsiteY82176"/>
              </a:cxn>
              <a:cxn ang="0">
                <a:pos x="connsiteX82177" y="connsiteY82177"/>
              </a:cxn>
              <a:cxn ang="0">
                <a:pos x="connsiteX82178" y="connsiteY82178"/>
              </a:cxn>
              <a:cxn ang="0">
                <a:pos x="connsiteX82179" y="connsiteY82179"/>
              </a:cxn>
              <a:cxn ang="0">
                <a:pos x="connsiteX82180" y="connsiteY82180"/>
              </a:cxn>
              <a:cxn ang="0">
                <a:pos x="connsiteX82181" y="connsiteY82181"/>
              </a:cxn>
              <a:cxn ang="0">
                <a:pos x="connsiteX82182" y="connsiteY82182"/>
              </a:cxn>
              <a:cxn ang="0">
                <a:pos x="connsiteX82183" y="connsiteY82183"/>
              </a:cxn>
              <a:cxn ang="0">
                <a:pos x="connsiteX82184" y="connsiteY82184"/>
              </a:cxn>
              <a:cxn ang="0">
                <a:pos x="connsiteX82185" y="connsiteY82185"/>
              </a:cxn>
              <a:cxn ang="0">
                <a:pos x="connsiteX82186" y="connsiteY82186"/>
              </a:cxn>
              <a:cxn ang="0">
                <a:pos x="connsiteX82187" y="connsiteY82187"/>
              </a:cxn>
              <a:cxn ang="0">
                <a:pos x="connsiteX82188" y="connsiteY82188"/>
              </a:cxn>
              <a:cxn ang="0">
                <a:pos x="connsiteX82189" y="connsiteY82189"/>
              </a:cxn>
              <a:cxn ang="0">
                <a:pos x="connsiteX82190" y="connsiteY82190"/>
              </a:cxn>
              <a:cxn ang="0">
                <a:pos x="connsiteX82191" y="connsiteY82191"/>
              </a:cxn>
              <a:cxn ang="0">
                <a:pos x="connsiteX82192" y="connsiteY82192"/>
              </a:cxn>
              <a:cxn ang="0">
                <a:pos x="connsiteX82193" y="connsiteY82193"/>
              </a:cxn>
              <a:cxn ang="0">
                <a:pos x="connsiteX82194" y="connsiteY82194"/>
              </a:cxn>
              <a:cxn ang="0">
                <a:pos x="connsiteX82195" y="connsiteY82195"/>
              </a:cxn>
              <a:cxn ang="0">
                <a:pos x="connsiteX82196" y="connsiteY82196"/>
              </a:cxn>
              <a:cxn ang="0">
                <a:pos x="connsiteX82197" y="connsiteY82197"/>
              </a:cxn>
              <a:cxn ang="0">
                <a:pos x="connsiteX82198" y="connsiteY82198"/>
              </a:cxn>
              <a:cxn ang="0">
                <a:pos x="connsiteX82199" y="connsiteY82199"/>
              </a:cxn>
              <a:cxn ang="0">
                <a:pos x="connsiteX82200" y="connsiteY82200"/>
              </a:cxn>
              <a:cxn ang="0">
                <a:pos x="connsiteX82201" y="connsiteY82201"/>
              </a:cxn>
              <a:cxn ang="0">
                <a:pos x="connsiteX82202" y="connsiteY82202"/>
              </a:cxn>
              <a:cxn ang="0">
                <a:pos x="connsiteX82203" y="connsiteY82203"/>
              </a:cxn>
              <a:cxn ang="0">
                <a:pos x="connsiteX82204" y="connsiteY82204"/>
              </a:cxn>
              <a:cxn ang="0">
                <a:pos x="connsiteX82205" y="connsiteY82205"/>
              </a:cxn>
              <a:cxn ang="0">
                <a:pos x="connsiteX82206" y="connsiteY82206"/>
              </a:cxn>
              <a:cxn ang="0">
                <a:pos x="connsiteX82207" y="connsiteY82207"/>
              </a:cxn>
              <a:cxn ang="0">
                <a:pos x="connsiteX82208" y="connsiteY82208"/>
              </a:cxn>
              <a:cxn ang="0">
                <a:pos x="connsiteX82209" y="connsiteY82209"/>
              </a:cxn>
              <a:cxn ang="0">
                <a:pos x="connsiteX82210" y="connsiteY82210"/>
              </a:cxn>
              <a:cxn ang="0">
                <a:pos x="connsiteX82211" y="connsiteY82211"/>
              </a:cxn>
              <a:cxn ang="0">
                <a:pos x="connsiteX82212" y="connsiteY82212"/>
              </a:cxn>
              <a:cxn ang="0">
                <a:pos x="connsiteX82213" y="connsiteY82213"/>
              </a:cxn>
              <a:cxn ang="0">
                <a:pos x="connsiteX82214" y="connsiteY82214"/>
              </a:cxn>
              <a:cxn ang="0">
                <a:pos x="connsiteX82215" y="connsiteY82215"/>
              </a:cxn>
              <a:cxn ang="0">
                <a:pos x="connsiteX82216" y="connsiteY82216"/>
              </a:cxn>
              <a:cxn ang="0">
                <a:pos x="connsiteX82217" y="connsiteY82217"/>
              </a:cxn>
              <a:cxn ang="0">
                <a:pos x="connsiteX82218" y="connsiteY82218"/>
              </a:cxn>
              <a:cxn ang="0">
                <a:pos x="connsiteX82219" y="connsiteY82219"/>
              </a:cxn>
              <a:cxn ang="0">
                <a:pos x="connsiteX82220" y="connsiteY82220"/>
              </a:cxn>
              <a:cxn ang="0">
                <a:pos x="connsiteX82221" y="connsiteY82221"/>
              </a:cxn>
              <a:cxn ang="0">
                <a:pos x="connsiteX82222" y="connsiteY82222"/>
              </a:cxn>
              <a:cxn ang="0">
                <a:pos x="connsiteX82223" y="connsiteY82223"/>
              </a:cxn>
              <a:cxn ang="0">
                <a:pos x="connsiteX82224" y="connsiteY82224"/>
              </a:cxn>
              <a:cxn ang="0">
                <a:pos x="connsiteX82225" y="connsiteY82225"/>
              </a:cxn>
              <a:cxn ang="0">
                <a:pos x="connsiteX82226" y="connsiteY82226"/>
              </a:cxn>
              <a:cxn ang="0">
                <a:pos x="connsiteX82227" y="connsiteY82227"/>
              </a:cxn>
              <a:cxn ang="0">
                <a:pos x="connsiteX82228" y="connsiteY82228"/>
              </a:cxn>
              <a:cxn ang="0">
                <a:pos x="connsiteX82229" y="connsiteY82229"/>
              </a:cxn>
              <a:cxn ang="0">
                <a:pos x="connsiteX82230" y="connsiteY82230"/>
              </a:cxn>
              <a:cxn ang="0">
                <a:pos x="connsiteX82231" y="connsiteY82231"/>
              </a:cxn>
              <a:cxn ang="0">
                <a:pos x="connsiteX82232" y="connsiteY82232"/>
              </a:cxn>
              <a:cxn ang="0">
                <a:pos x="connsiteX82233" y="connsiteY82233"/>
              </a:cxn>
              <a:cxn ang="0">
                <a:pos x="connsiteX82234" y="connsiteY82234"/>
              </a:cxn>
              <a:cxn ang="0">
                <a:pos x="connsiteX82235" y="connsiteY82235"/>
              </a:cxn>
              <a:cxn ang="0">
                <a:pos x="connsiteX82236" y="connsiteY82236"/>
              </a:cxn>
              <a:cxn ang="0">
                <a:pos x="connsiteX82237" y="connsiteY82237"/>
              </a:cxn>
              <a:cxn ang="0">
                <a:pos x="connsiteX82238" y="connsiteY82238"/>
              </a:cxn>
              <a:cxn ang="0">
                <a:pos x="connsiteX82239" y="connsiteY82239"/>
              </a:cxn>
              <a:cxn ang="0">
                <a:pos x="connsiteX82240" y="connsiteY82240"/>
              </a:cxn>
              <a:cxn ang="0">
                <a:pos x="connsiteX82241" y="connsiteY82241"/>
              </a:cxn>
              <a:cxn ang="0">
                <a:pos x="connsiteX82242" y="connsiteY82242"/>
              </a:cxn>
              <a:cxn ang="0">
                <a:pos x="connsiteX82243" y="connsiteY82243"/>
              </a:cxn>
              <a:cxn ang="0">
                <a:pos x="connsiteX82244" y="connsiteY82244"/>
              </a:cxn>
              <a:cxn ang="0">
                <a:pos x="connsiteX82245" y="connsiteY82245"/>
              </a:cxn>
              <a:cxn ang="0">
                <a:pos x="connsiteX82246" y="connsiteY82246"/>
              </a:cxn>
              <a:cxn ang="0">
                <a:pos x="connsiteX82247" y="connsiteY82247"/>
              </a:cxn>
              <a:cxn ang="0">
                <a:pos x="connsiteX82248" y="connsiteY82248"/>
              </a:cxn>
              <a:cxn ang="0">
                <a:pos x="connsiteX82249" y="connsiteY82249"/>
              </a:cxn>
              <a:cxn ang="0">
                <a:pos x="connsiteX82250" y="connsiteY82250"/>
              </a:cxn>
              <a:cxn ang="0">
                <a:pos x="connsiteX82251" y="connsiteY82251"/>
              </a:cxn>
              <a:cxn ang="0">
                <a:pos x="connsiteX82252" y="connsiteY82252"/>
              </a:cxn>
              <a:cxn ang="0">
                <a:pos x="connsiteX82253" y="connsiteY82253"/>
              </a:cxn>
              <a:cxn ang="0">
                <a:pos x="connsiteX82254" y="connsiteY82254"/>
              </a:cxn>
              <a:cxn ang="0">
                <a:pos x="connsiteX82255" y="connsiteY82255"/>
              </a:cxn>
              <a:cxn ang="0">
                <a:pos x="connsiteX82256" y="connsiteY82256"/>
              </a:cxn>
              <a:cxn ang="0">
                <a:pos x="connsiteX82257" y="connsiteY82257"/>
              </a:cxn>
              <a:cxn ang="0">
                <a:pos x="connsiteX82258" y="connsiteY82258"/>
              </a:cxn>
              <a:cxn ang="0">
                <a:pos x="connsiteX82259" y="connsiteY82259"/>
              </a:cxn>
              <a:cxn ang="0">
                <a:pos x="connsiteX82260" y="connsiteY82260"/>
              </a:cxn>
              <a:cxn ang="0">
                <a:pos x="connsiteX82261" y="connsiteY82261"/>
              </a:cxn>
              <a:cxn ang="0">
                <a:pos x="connsiteX82262" y="connsiteY82262"/>
              </a:cxn>
              <a:cxn ang="0">
                <a:pos x="connsiteX82263" y="connsiteY82263"/>
              </a:cxn>
              <a:cxn ang="0">
                <a:pos x="connsiteX82264" y="connsiteY82264"/>
              </a:cxn>
              <a:cxn ang="0">
                <a:pos x="connsiteX82265" y="connsiteY82265"/>
              </a:cxn>
              <a:cxn ang="0">
                <a:pos x="connsiteX82266" y="connsiteY82266"/>
              </a:cxn>
              <a:cxn ang="0">
                <a:pos x="connsiteX82267" y="connsiteY82267"/>
              </a:cxn>
              <a:cxn ang="0">
                <a:pos x="connsiteX82268" y="connsiteY82268"/>
              </a:cxn>
              <a:cxn ang="0">
                <a:pos x="connsiteX82269" y="connsiteY82269"/>
              </a:cxn>
              <a:cxn ang="0">
                <a:pos x="connsiteX82270" y="connsiteY82270"/>
              </a:cxn>
              <a:cxn ang="0">
                <a:pos x="connsiteX82271" y="connsiteY82271"/>
              </a:cxn>
              <a:cxn ang="0">
                <a:pos x="connsiteX82272" y="connsiteY82272"/>
              </a:cxn>
              <a:cxn ang="0">
                <a:pos x="connsiteX82273" y="connsiteY82273"/>
              </a:cxn>
              <a:cxn ang="0">
                <a:pos x="connsiteX82274" y="connsiteY82274"/>
              </a:cxn>
              <a:cxn ang="0">
                <a:pos x="connsiteX82275" y="connsiteY82275"/>
              </a:cxn>
              <a:cxn ang="0">
                <a:pos x="connsiteX82276" y="connsiteY82276"/>
              </a:cxn>
              <a:cxn ang="0">
                <a:pos x="connsiteX82277" y="connsiteY82277"/>
              </a:cxn>
              <a:cxn ang="0">
                <a:pos x="connsiteX82278" y="connsiteY82278"/>
              </a:cxn>
              <a:cxn ang="0">
                <a:pos x="connsiteX82279" y="connsiteY82279"/>
              </a:cxn>
              <a:cxn ang="0">
                <a:pos x="connsiteX82280" y="connsiteY82280"/>
              </a:cxn>
              <a:cxn ang="0">
                <a:pos x="connsiteX82281" y="connsiteY82281"/>
              </a:cxn>
              <a:cxn ang="0">
                <a:pos x="connsiteX82282" y="connsiteY82282"/>
              </a:cxn>
              <a:cxn ang="0">
                <a:pos x="connsiteX82283" y="connsiteY82283"/>
              </a:cxn>
              <a:cxn ang="0">
                <a:pos x="connsiteX82284" y="connsiteY82284"/>
              </a:cxn>
              <a:cxn ang="0">
                <a:pos x="connsiteX82285" y="connsiteY82285"/>
              </a:cxn>
              <a:cxn ang="0">
                <a:pos x="connsiteX82286" y="connsiteY82286"/>
              </a:cxn>
              <a:cxn ang="0">
                <a:pos x="connsiteX82287" y="connsiteY82287"/>
              </a:cxn>
              <a:cxn ang="0">
                <a:pos x="connsiteX82288" y="connsiteY82288"/>
              </a:cxn>
              <a:cxn ang="0">
                <a:pos x="connsiteX82289" y="connsiteY82289"/>
              </a:cxn>
              <a:cxn ang="0">
                <a:pos x="connsiteX82290" y="connsiteY82290"/>
              </a:cxn>
              <a:cxn ang="0">
                <a:pos x="connsiteX82291" y="connsiteY82291"/>
              </a:cxn>
              <a:cxn ang="0">
                <a:pos x="connsiteX82292" y="connsiteY82292"/>
              </a:cxn>
              <a:cxn ang="0">
                <a:pos x="connsiteX82293" y="connsiteY82293"/>
              </a:cxn>
              <a:cxn ang="0">
                <a:pos x="connsiteX82294" y="connsiteY82294"/>
              </a:cxn>
              <a:cxn ang="0">
                <a:pos x="connsiteX82295" y="connsiteY82295"/>
              </a:cxn>
              <a:cxn ang="0">
                <a:pos x="connsiteX82296" y="connsiteY82296"/>
              </a:cxn>
              <a:cxn ang="0">
                <a:pos x="connsiteX82297" y="connsiteY82297"/>
              </a:cxn>
              <a:cxn ang="0">
                <a:pos x="connsiteX82298" y="connsiteY82298"/>
              </a:cxn>
              <a:cxn ang="0">
                <a:pos x="connsiteX82299" y="connsiteY82299"/>
              </a:cxn>
              <a:cxn ang="0">
                <a:pos x="connsiteX82300" y="connsiteY82300"/>
              </a:cxn>
              <a:cxn ang="0">
                <a:pos x="connsiteX82301" y="connsiteY82301"/>
              </a:cxn>
              <a:cxn ang="0">
                <a:pos x="connsiteX82302" y="connsiteY82302"/>
              </a:cxn>
              <a:cxn ang="0">
                <a:pos x="connsiteX82303" y="connsiteY82303"/>
              </a:cxn>
              <a:cxn ang="0">
                <a:pos x="connsiteX82304" y="connsiteY82304"/>
              </a:cxn>
              <a:cxn ang="0">
                <a:pos x="connsiteX82305" y="connsiteY82305"/>
              </a:cxn>
              <a:cxn ang="0">
                <a:pos x="connsiteX82306" y="connsiteY82306"/>
              </a:cxn>
              <a:cxn ang="0">
                <a:pos x="connsiteX82307" y="connsiteY82307"/>
              </a:cxn>
              <a:cxn ang="0">
                <a:pos x="connsiteX82308" y="connsiteY82308"/>
              </a:cxn>
              <a:cxn ang="0">
                <a:pos x="connsiteX82309" y="connsiteY82309"/>
              </a:cxn>
              <a:cxn ang="0">
                <a:pos x="connsiteX82310" y="connsiteY82310"/>
              </a:cxn>
              <a:cxn ang="0">
                <a:pos x="connsiteX82311" y="connsiteY82311"/>
              </a:cxn>
              <a:cxn ang="0">
                <a:pos x="connsiteX82312" y="connsiteY82312"/>
              </a:cxn>
              <a:cxn ang="0">
                <a:pos x="connsiteX82313" y="connsiteY82313"/>
              </a:cxn>
              <a:cxn ang="0">
                <a:pos x="connsiteX82314" y="connsiteY82314"/>
              </a:cxn>
              <a:cxn ang="0">
                <a:pos x="connsiteX82315" y="connsiteY82315"/>
              </a:cxn>
              <a:cxn ang="0">
                <a:pos x="connsiteX82316" y="connsiteY82316"/>
              </a:cxn>
              <a:cxn ang="0">
                <a:pos x="connsiteX82317" y="connsiteY82317"/>
              </a:cxn>
              <a:cxn ang="0">
                <a:pos x="connsiteX82318" y="connsiteY82318"/>
              </a:cxn>
              <a:cxn ang="0">
                <a:pos x="connsiteX82319" y="connsiteY82319"/>
              </a:cxn>
              <a:cxn ang="0">
                <a:pos x="connsiteX82320" y="connsiteY82320"/>
              </a:cxn>
              <a:cxn ang="0">
                <a:pos x="connsiteX82321" y="connsiteY82321"/>
              </a:cxn>
              <a:cxn ang="0">
                <a:pos x="connsiteX82322" y="connsiteY82322"/>
              </a:cxn>
              <a:cxn ang="0">
                <a:pos x="connsiteX82323" y="connsiteY82323"/>
              </a:cxn>
              <a:cxn ang="0">
                <a:pos x="connsiteX82324" y="connsiteY82324"/>
              </a:cxn>
              <a:cxn ang="0">
                <a:pos x="connsiteX82325" y="connsiteY82325"/>
              </a:cxn>
              <a:cxn ang="0">
                <a:pos x="connsiteX82326" y="connsiteY82326"/>
              </a:cxn>
              <a:cxn ang="0">
                <a:pos x="connsiteX82327" y="connsiteY82327"/>
              </a:cxn>
              <a:cxn ang="0">
                <a:pos x="connsiteX82328" y="connsiteY82328"/>
              </a:cxn>
              <a:cxn ang="0">
                <a:pos x="connsiteX82329" y="connsiteY82329"/>
              </a:cxn>
              <a:cxn ang="0">
                <a:pos x="connsiteX82330" y="connsiteY82330"/>
              </a:cxn>
              <a:cxn ang="0">
                <a:pos x="connsiteX82331" y="connsiteY82331"/>
              </a:cxn>
              <a:cxn ang="0">
                <a:pos x="connsiteX82332" y="connsiteY82332"/>
              </a:cxn>
              <a:cxn ang="0">
                <a:pos x="connsiteX82333" y="connsiteY82333"/>
              </a:cxn>
              <a:cxn ang="0">
                <a:pos x="connsiteX82334" y="connsiteY82334"/>
              </a:cxn>
              <a:cxn ang="0">
                <a:pos x="connsiteX82335" y="connsiteY82335"/>
              </a:cxn>
              <a:cxn ang="0">
                <a:pos x="connsiteX82336" y="connsiteY82336"/>
              </a:cxn>
              <a:cxn ang="0">
                <a:pos x="connsiteX82337" y="connsiteY82337"/>
              </a:cxn>
              <a:cxn ang="0">
                <a:pos x="connsiteX82338" y="connsiteY82338"/>
              </a:cxn>
              <a:cxn ang="0">
                <a:pos x="connsiteX82339" y="connsiteY82339"/>
              </a:cxn>
              <a:cxn ang="0">
                <a:pos x="connsiteX82340" y="connsiteY82340"/>
              </a:cxn>
              <a:cxn ang="0">
                <a:pos x="connsiteX82341" y="connsiteY82341"/>
              </a:cxn>
              <a:cxn ang="0">
                <a:pos x="connsiteX82342" y="connsiteY82342"/>
              </a:cxn>
              <a:cxn ang="0">
                <a:pos x="connsiteX82343" y="connsiteY82343"/>
              </a:cxn>
              <a:cxn ang="0">
                <a:pos x="connsiteX82344" y="connsiteY82344"/>
              </a:cxn>
              <a:cxn ang="0">
                <a:pos x="connsiteX82345" y="connsiteY82345"/>
              </a:cxn>
              <a:cxn ang="0">
                <a:pos x="connsiteX82346" y="connsiteY82346"/>
              </a:cxn>
              <a:cxn ang="0">
                <a:pos x="connsiteX82347" y="connsiteY82347"/>
              </a:cxn>
              <a:cxn ang="0">
                <a:pos x="connsiteX82348" y="connsiteY82348"/>
              </a:cxn>
              <a:cxn ang="0">
                <a:pos x="connsiteX82349" y="connsiteY82349"/>
              </a:cxn>
              <a:cxn ang="0">
                <a:pos x="connsiteX82350" y="connsiteY82350"/>
              </a:cxn>
              <a:cxn ang="0">
                <a:pos x="connsiteX82351" y="connsiteY82351"/>
              </a:cxn>
              <a:cxn ang="0">
                <a:pos x="connsiteX82352" y="connsiteY82352"/>
              </a:cxn>
              <a:cxn ang="0">
                <a:pos x="connsiteX82353" y="connsiteY82353"/>
              </a:cxn>
              <a:cxn ang="0">
                <a:pos x="connsiteX82354" y="connsiteY82354"/>
              </a:cxn>
              <a:cxn ang="0">
                <a:pos x="connsiteX82355" y="connsiteY82355"/>
              </a:cxn>
              <a:cxn ang="0">
                <a:pos x="connsiteX82356" y="connsiteY82356"/>
              </a:cxn>
              <a:cxn ang="0">
                <a:pos x="connsiteX82357" y="connsiteY82357"/>
              </a:cxn>
              <a:cxn ang="0">
                <a:pos x="connsiteX82358" y="connsiteY82358"/>
              </a:cxn>
              <a:cxn ang="0">
                <a:pos x="connsiteX82359" y="connsiteY82359"/>
              </a:cxn>
              <a:cxn ang="0">
                <a:pos x="connsiteX82360" y="connsiteY82360"/>
              </a:cxn>
              <a:cxn ang="0">
                <a:pos x="connsiteX82361" y="connsiteY82361"/>
              </a:cxn>
              <a:cxn ang="0">
                <a:pos x="connsiteX82362" y="connsiteY82362"/>
              </a:cxn>
              <a:cxn ang="0">
                <a:pos x="connsiteX82363" y="connsiteY82363"/>
              </a:cxn>
              <a:cxn ang="0">
                <a:pos x="connsiteX82364" y="connsiteY82364"/>
              </a:cxn>
              <a:cxn ang="0">
                <a:pos x="connsiteX82365" y="connsiteY82365"/>
              </a:cxn>
              <a:cxn ang="0">
                <a:pos x="connsiteX82366" y="connsiteY82366"/>
              </a:cxn>
              <a:cxn ang="0">
                <a:pos x="connsiteX82367" y="connsiteY82367"/>
              </a:cxn>
              <a:cxn ang="0">
                <a:pos x="connsiteX82368" y="connsiteY82368"/>
              </a:cxn>
              <a:cxn ang="0">
                <a:pos x="connsiteX82369" y="connsiteY82369"/>
              </a:cxn>
              <a:cxn ang="0">
                <a:pos x="connsiteX82370" y="connsiteY82370"/>
              </a:cxn>
              <a:cxn ang="0">
                <a:pos x="connsiteX82371" y="connsiteY82371"/>
              </a:cxn>
              <a:cxn ang="0">
                <a:pos x="connsiteX82372" y="connsiteY82372"/>
              </a:cxn>
              <a:cxn ang="0">
                <a:pos x="connsiteX82373" y="connsiteY82373"/>
              </a:cxn>
              <a:cxn ang="0">
                <a:pos x="connsiteX82374" y="connsiteY82374"/>
              </a:cxn>
              <a:cxn ang="0">
                <a:pos x="connsiteX82375" y="connsiteY82375"/>
              </a:cxn>
              <a:cxn ang="0">
                <a:pos x="connsiteX82376" y="connsiteY82376"/>
              </a:cxn>
              <a:cxn ang="0">
                <a:pos x="connsiteX82377" y="connsiteY82377"/>
              </a:cxn>
              <a:cxn ang="0">
                <a:pos x="connsiteX82378" y="connsiteY82378"/>
              </a:cxn>
              <a:cxn ang="0">
                <a:pos x="connsiteX82379" y="connsiteY82379"/>
              </a:cxn>
              <a:cxn ang="0">
                <a:pos x="connsiteX82380" y="connsiteY82380"/>
              </a:cxn>
              <a:cxn ang="0">
                <a:pos x="connsiteX82381" y="connsiteY82381"/>
              </a:cxn>
              <a:cxn ang="0">
                <a:pos x="connsiteX82382" y="connsiteY82382"/>
              </a:cxn>
              <a:cxn ang="0">
                <a:pos x="connsiteX82383" y="connsiteY82383"/>
              </a:cxn>
              <a:cxn ang="0">
                <a:pos x="connsiteX82384" y="connsiteY82384"/>
              </a:cxn>
              <a:cxn ang="0">
                <a:pos x="connsiteX82385" y="connsiteY82385"/>
              </a:cxn>
              <a:cxn ang="0">
                <a:pos x="connsiteX82386" y="connsiteY82386"/>
              </a:cxn>
              <a:cxn ang="0">
                <a:pos x="connsiteX82387" y="connsiteY82387"/>
              </a:cxn>
              <a:cxn ang="0">
                <a:pos x="connsiteX82388" y="connsiteY82388"/>
              </a:cxn>
              <a:cxn ang="0">
                <a:pos x="connsiteX82389" y="connsiteY82389"/>
              </a:cxn>
              <a:cxn ang="0">
                <a:pos x="connsiteX82390" y="connsiteY82390"/>
              </a:cxn>
              <a:cxn ang="0">
                <a:pos x="connsiteX82391" y="connsiteY82391"/>
              </a:cxn>
              <a:cxn ang="0">
                <a:pos x="connsiteX82392" y="connsiteY82392"/>
              </a:cxn>
              <a:cxn ang="0">
                <a:pos x="connsiteX82393" y="connsiteY82393"/>
              </a:cxn>
              <a:cxn ang="0">
                <a:pos x="connsiteX82394" y="connsiteY82394"/>
              </a:cxn>
              <a:cxn ang="0">
                <a:pos x="connsiteX82395" y="connsiteY82395"/>
              </a:cxn>
              <a:cxn ang="0">
                <a:pos x="connsiteX82396" y="connsiteY82396"/>
              </a:cxn>
              <a:cxn ang="0">
                <a:pos x="connsiteX82397" y="connsiteY82397"/>
              </a:cxn>
              <a:cxn ang="0">
                <a:pos x="connsiteX82398" y="connsiteY82398"/>
              </a:cxn>
              <a:cxn ang="0">
                <a:pos x="connsiteX82399" y="connsiteY82399"/>
              </a:cxn>
              <a:cxn ang="0">
                <a:pos x="connsiteX82400" y="connsiteY82400"/>
              </a:cxn>
              <a:cxn ang="0">
                <a:pos x="connsiteX82401" y="connsiteY82401"/>
              </a:cxn>
              <a:cxn ang="0">
                <a:pos x="connsiteX82402" y="connsiteY82402"/>
              </a:cxn>
              <a:cxn ang="0">
                <a:pos x="connsiteX82403" y="connsiteY82403"/>
              </a:cxn>
              <a:cxn ang="0">
                <a:pos x="connsiteX82404" y="connsiteY82404"/>
              </a:cxn>
              <a:cxn ang="0">
                <a:pos x="connsiteX82405" y="connsiteY82405"/>
              </a:cxn>
              <a:cxn ang="0">
                <a:pos x="connsiteX82406" y="connsiteY82406"/>
              </a:cxn>
              <a:cxn ang="0">
                <a:pos x="connsiteX82407" y="connsiteY82407"/>
              </a:cxn>
              <a:cxn ang="0">
                <a:pos x="connsiteX82408" y="connsiteY82408"/>
              </a:cxn>
              <a:cxn ang="0">
                <a:pos x="connsiteX82409" y="connsiteY82409"/>
              </a:cxn>
              <a:cxn ang="0">
                <a:pos x="connsiteX82410" y="connsiteY82410"/>
              </a:cxn>
              <a:cxn ang="0">
                <a:pos x="connsiteX82411" y="connsiteY82411"/>
              </a:cxn>
              <a:cxn ang="0">
                <a:pos x="connsiteX82412" y="connsiteY82412"/>
              </a:cxn>
              <a:cxn ang="0">
                <a:pos x="connsiteX82413" y="connsiteY82413"/>
              </a:cxn>
              <a:cxn ang="0">
                <a:pos x="connsiteX82414" y="connsiteY82414"/>
              </a:cxn>
              <a:cxn ang="0">
                <a:pos x="connsiteX82415" y="connsiteY82415"/>
              </a:cxn>
              <a:cxn ang="0">
                <a:pos x="connsiteX82416" y="connsiteY82416"/>
              </a:cxn>
              <a:cxn ang="0">
                <a:pos x="connsiteX82417" y="connsiteY82417"/>
              </a:cxn>
              <a:cxn ang="0">
                <a:pos x="connsiteX82418" y="connsiteY82418"/>
              </a:cxn>
              <a:cxn ang="0">
                <a:pos x="connsiteX82419" y="connsiteY82419"/>
              </a:cxn>
              <a:cxn ang="0">
                <a:pos x="connsiteX82420" y="connsiteY82420"/>
              </a:cxn>
              <a:cxn ang="0">
                <a:pos x="connsiteX82421" y="connsiteY82421"/>
              </a:cxn>
              <a:cxn ang="0">
                <a:pos x="connsiteX82422" y="connsiteY82422"/>
              </a:cxn>
              <a:cxn ang="0">
                <a:pos x="connsiteX82423" y="connsiteY82423"/>
              </a:cxn>
              <a:cxn ang="0">
                <a:pos x="connsiteX82424" y="connsiteY82424"/>
              </a:cxn>
              <a:cxn ang="0">
                <a:pos x="connsiteX82425" y="connsiteY82425"/>
              </a:cxn>
              <a:cxn ang="0">
                <a:pos x="connsiteX82426" y="connsiteY82426"/>
              </a:cxn>
              <a:cxn ang="0">
                <a:pos x="connsiteX82427" y="connsiteY82427"/>
              </a:cxn>
              <a:cxn ang="0">
                <a:pos x="connsiteX82428" y="connsiteY82428"/>
              </a:cxn>
              <a:cxn ang="0">
                <a:pos x="connsiteX82429" y="connsiteY82429"/>
              </a:cxn>
              <a:cxn ang="0">
                <a:pos x="connsiteX82430" y="connsiteY82430"/>
              </a:cxn>
              <a:cxn ang="0">
                <a:pos x="connsiteX82431" y="connsiteY82431"/>
              </a:cxn>
              <a:cxn ang="0">
                <a:pos x="connsiteX82432" y="connsiteY82432"/>
              </a:cxn>
              <a:cxn ang="0">
                <a:pos x="connsiteX82433" y="connsiteY82433"/>
              </a:cxn>
              <a:cxn ang="0">
                <a:pos x="connsiteX82434" y="connsiteY82434"/>
              </a:cxn>
              <a:cxn ang="0">
                <a:pos x="connsiteX82435" y="connsiteY82435"/>
              </a:cxn>
              <a:cxn ang="0">
                <a:pos x="connsiteX82436" y="connsiteY82436"/>
              </a:cxn>
              <a:cxn ang="0">
                <a:pos x="connsiteX82437" y="connsiteY82437"/>
              </a:cxn>
              <a:cxn ang="0">
                <a:pos x="connsiteX82438" y="connsiteY82438"/>
              </a:cxn>
              <a:cxn ang="0">
                <a:pos x="connsiteX82439" y="connsiteY82439"/>
              </a:cxn>
              <a:cxn ang="0">
                <a:pos x="connsiteX82440" y="connsiteY82440"/>
              </a:cxn>
              <a:cxn ang="0">
                <a:pos x="connsiteX82441" y="connsiteY82441"/>
              </a:cxn>
              <a:cxn ang="0">
                <a:pos x="connsiteX82442" y="connsiteY82442"/>
              </a:cxn>
              <a:cxn ang="0">
                <a:pos x="connsiteX82443" y="connsiteY82443"/>
              </a:cxn>
              <a:cxn ang="0">
                <a:pos x="connsiteX82444" y="connsiteY82444"/>
              </a:cxn>
              <a:cxn ang="0">
                <a:pos x="connsiteX82445" y="connsiteY82445"/>
              </a:cxn>
              <a:cxn ang="0">
                <a:pos x="connsiteX82446" y="connsiteY82446"/>
              </a:cxn>
              <a:cxn ang="0">
                <a:pos x="connsiteX82447" y="connsiteY82447"/>
              </a:cxn>
              <a:cxn ang="0">
                <a:pos x="connsiteX82448" y="connsiteY82448"/>
              </a:cxn>
              <a:cxn ang="0">
                <a:pos x="connsiteX82449" y="connsiteY82449"/>
              </a:cxn>
              <a:cxn ang="0">
                <a:pos x="connsiteX82450" y="connsiteY82450"/>
              </a:cxn>
              <a:cxn ang="0">
                <a:pos x="connsiteX82451" y="connsiteY82451"/>
              </a:cxn>
              <a:cxn ang="0">
                <a:pos x="connsiteX82452" y="connsiteY82452"/>
              </a:cxn>
              <a:cxn ang="0">
                <a:pos x="connsiteX82453" y="connsiteY82453"/>
              </a:cxn>
              <a:cxn ang="0">
                <a:pos x="connsiteX82454" y="connsiteY82454"/>
              </a:cxn>
              <a:cxn ang="0">
                <a:pos x="connsiteX82455" y="connsiteY82455"/>
              </a:cxn>
              <a:cxn ang="0">
                <a:pos x="connsiteX82456" y="connsiteY82456"/>
              </a:cxn>
              <a:cxn ang="0">
                <a:pos x="connsiteX82457" y="connsiteY82457"/>
              </a:cxn>
              <a:cxn ang="0">
                <a:pos x="connsiteX82458" y="connsiteY82458"/>
              </a:cxn>
              <a:cxn ang="0">
                <a:pos x="connsiteX82459" y="connsiteY82459"/>
              </a:cxn>
              <a:cxn ang="0">
                <a:pos x="connsiteX82460" y="connsiteY82460"/>
              </a:cxn>
              <a:cxn ang="0">
                <a:pos x="connsiteX82461" y="connsiteY82461"/>
              </a:cxn>
              <a:cxn ang="0">
                <a:pos x="connsiteX82462" y="connsiteY82462"/>
              </a:cxn>
              <a:cxn ang="0">
                <a:pos x="connsiteX82463" y="connsiteY82463"/>
              </a:cxn>
              <a:cxn ang="0">
                <a:pos x="connsiteX82464" y="connsiteY82464"/>
              </a:cxn>
              <a:cxn ang="0">
                <a:pos x="connsiteX82465" y="connsiteY82465"/>
              </a:cxn>
              <a:cxn ang="0">
                <a:pos x="connsiteX82466" y="connsiteY82466"/>
              </a:cxn>
              <a:cxn ang="0">
                <a:pos x="connsiteX82467" y="connsiteY82467"/>
              </a:cxn>
              <a:cxn ang="0">
                <a:pos x="connsiteX82468" y="connsiteY82468"/>
              </a:cxn>
              <a:cxn ang="0">
                <a:pos x="connsiteX82469" y="connsiteY82469"/>
              </a:cxn>
              <a:cxn ang="0">
                <a:pos x="connsiteX82470" y="connsiteY82470"/>
              </a:cxn>
              <a:cxn ang="0">
                <a:pos x="connsiteX82471" y="connsiteY82471"/>
              </a:cxn>
              <a:cxn ang="0">
                <a:pos x="connsiteX82472" y="connsiteY82472"/>
              </a:cxn>
              <a:cxn ang="0">
                <a:pos x="connsiteX82473" y="connsiteY82473"/>
              </a:cxn>
              <a:cxn ang="0">
                <a:pos x="connsiteX82474" y="connsiteY82474"/>
              </a:cxn>
              <a:cxn ang="0">
                <a:pos x="connsiteX82475" y="connsiteY82475"/>
              </a:cxn>
              <a:cxn ang="0">
                <a:pos x="connsiteX82476" y="connsiteY82476"/>
              </a:cxn>
              <a:cxn ang="0">
                <a:pos x="connsiteX82477" y="connsiteY82477"/>
              </a:cxn>
              <a:cxn ang="0">
                <a:pos x="connsiteX82478" y="connsiteY82478"/>
              </a:cxn>
              <a:cxn ang="0">
                <a:pos x="connsiteX82479" y="connsiteY82479"/>
              </a:cxn>
              <a:cxn ang="0">
                <a:pos x="connsiteX82480" y="connsiteY82480"/>
              </a:cxn>
              <a:cxn ang="0">
                <a:pos x="connsiteX82481" y="connsiteY82481"/>
              </a:cxn>
              <a:cxn ang="0">
                <a:pos x="connsiteX82482" y="connsiteY82482"/>
              </a:cxn>
              <a:cxn ang="0">
                <a:pos x="connsiteX82483" y="connsiteY82483"/>
              </a:cxn>
              <a:cxn ang="0">
                <a:pos x="connsiteX82484" y="connsiteY82484"/>
              </a:cxn>
              <a:cxn ang="0">
                <a:pos x="connsiteX82485" y="connsiteY82485"/>
              </a:cxn>
              <a:cxn ang="0">
                <a:pos x="connsiteX82486" y="connsiteY82486"/>
              </a:cxn>
              <a:cxn ang="0">
                <a:pos x="connsiteX82487" y="connsiteY82487"/>
              </a:cxn>
              <a:cxn ang="0">
                <a:pos x="connsiteX82488" y="connsiteY82488"/>
              </a:cxn>
              <a:cxn ang="0">
                <a:pos x="connsiteX82489" y="connsiteY82489"/>
              </a:cxn>
              <a:cxn ang="0">
                <a:pos x="connsiteX82490" y="connsiteY82490"/>
              </a:cxn>
              <a:cxn ang="0">
                <a:pos x="connsiteX82491" y="connsiteY82491"/>
              </a:cxn>
              <a:cxn ang="0">
                <a:pos x="connsiteX82492" y="connsiteY82492"/>
              </a:cxn>
              <a:cxn ang="0">
                <a:pos x="connsiteX82493" y="connsiteY82493"/>
              </a:cxn>
              <a:cxn ang="0">
                <a:pos x="connsiteX82494" y="connsiteY82494"/>
              </a:cxn>
              <a:cxn ang="0">
                <a:pos x="connsiteX82495" y="connsiteY82495"/>
              </a:cxn>
              <a:cxn ang="0">
                <a:pos x="connsiteX82496" y="connsiteY82496"/>
              </a:cxn>
              <a:cxn ang="0">
                <a:pos x="connsiteX82497" y="connsiteY82497"/>
              </a:cxn>
              <a:cxn ang="0">
                <a:pos x="connsiteX82498" y="connsiteY82498"/>
              </a:cxn>
              <a:cxn ang="0">
                <a:pos x="connsiteX82499" y="connsiteY82499"/>
              </a:cxn>
              <a:cxn ang="0">
                <a:pos x="connsiteX82500" y="connsiteY82500"/>
              </a:cxn>
              <a:cxn ang="0">
                <a:pos x="connsiteX82501" y="connsiteY82501"/>
              </a:cxn>
              <a:cxn ang="0">
                <a:pos x="connsiteX82502" y="connsiteY82502"/>
              </a:cxn>
              <a:cxn ang="0">
                <a:pos x="connsiteX82503" y="connsiteY82503"/>
              </a:cxn>
              <a:cxn ang="0">
                <a:pos x="connsiteX82504" y="connsiteY82504"/>
              </a:cxn>
              <a:cxn ang="0">
                <a:pos x="connsiteX82505" y="connsiteY82505"/>
              </a:cxn>
              <a:cxn ang="0">
                <a:pos x="connsiteX82506" y="connsiteY82506"/>
              </a:cxn>
              <a:cxn ang="0">
                <a:pos x="connsiteX82507" y="connsiteY82507"/>
              </a:cxn>
              <a:cxn ang="0">
                <a:pos x="connsiteX82508" y="connsiteY82508"/>
              </a:cxn>
              <a:cxn ang="0">
                <a:pos x="connsiteX82509" y="connsiteY82509"/>
              </a:cxn>
              <a:cxn ang="0">
                <a:pos x="connsiteX82510" y="connsiteY82510"/>
              </a:cxn>
              <a:cxn ang="0">
                <a:pos x="connsiteX82511" y="connsiteY82511"/>
              </a:cxn>
              <a:cxn ang="0">
                <a:pos x="connsiteX82512" y="connsiteY82512"/>
              </a:cxn>
              <a:cxn ang="0">
                <a:pos x="connsiteX82513" y="connsiteY82513"/>
              </a:cxn>
              <a:cxn ang="0">
                <a:pos x="connsiteX82514" y="connsiteY82514"/>
              </a:cxn>
              <a:cxn ang="0">
                <a:pos x="connsiteX82515" y="connsiteY82515"/>
              </a:cxn>
              <a:cxn ang="0">
                <a:pos x="connsiteX82516" y="connsiteY82516"/>
              </a:cxn>
              <a:cxn ang="0">
                <a:pos x="connsiteX82517" y="connsiteY82517"/>
              </a:cxn>
              <a:cxn ang="0">
                <a:pos x="connsiteX82518" y="connsiteY82518"/>
              </a:cxn>
              <a:cxn ang="0">
                <a:pos x="connsiteX82519" y="connsiteY82519"/>
              </a:cxn>
              <a:cxn ang="0">
                <a:pos x="connsiteX82520" y="connsiteY82520"/>
              </a:cxn>
              <a:cxn ang="0">
                <a:pos x="connsiteX82521" y="connsiteY82521"/>
              </a:cxn>
              <a:cxn ang="0">
                <a:pos x="connsiteX82522" y="connsiteY82522"/>
              </a:cxn>
              <a:cxn ang="0">
                <a:pos x="connsiteX82523" y="connsiteY82523"/>
              </a:cxn>
              <a:cxn ang="0">
                <a:pos x="connsiteX82524" y="connsiteY82524"/>
              </a:cxn>
              <a:cxn ang="0">
                <a:pos x="connsiteX82525" y="connsiteY82525"/>
              </a:cxn>
              <a:cxn ang="0">
                <a:pos x="connsiteX82526" y="connsiteY82526"/>
              </a:cxn>
              <a:cxn ang="0">
                <a:pos x="connsiteX82527" y="connsiteY82527"/>
              </a:cxn>
              <a:cxn ang="0">
                <a:pos x="connsiteX82528" y="connsiteY82528"/>
              </a:cxn>
              <a:cxn ang="0">
                <a:pos x="connsiteX82529" y="connsiteY82529"/>
              </a:cxn>
              <a:cxn ang="0">
                <a:pos x="connsiteX82530" y="connsiteY82530"/>
              </a:cxn>
              <a:cxn ang="0">
                <a:pos x="connsiteX82531" y="connsiteY82531"/>
              </a:cxn>
              <a:cxn ang="0">
                <a:pos x="connsiteX82532" y="connsiteY82532"/>
              </a:cxn>
              <a:cxn ang="0">
                <a:pos x="connsiteX82533" y="connsiteY82533"/>
              </a:cxn>
              <a:cxn ang="0">
                <a:pos x="connsiteX82534" y="connsiteY82534"/>
              </a:cxn>
              <a:cxn ang="0">
                <a:pos x="connsiteX82535" y="connsiteY82535"/>
              </a:cxn>
              <a:cxn ang="0">
                <a:pos x="connsiteX82536" y="connsiteY82536"/>
              </a:cxn>
              <a:cxn ang="0">
                <a:pos x="connsiteX82537" y="connsiteY82537"/>
              </a:cxn>
              <a:cxn ang="0">
                <a:pos x="connsiteX82538" y="connsiteY82538"/>
              </a:cxn>
              <a:cxn ang="0">
                <a:pos x="connsiteX82539" y="connsiteY82539"/>
              </a:cxn>
              <a:cxn ang="0">
                <a:pos x="connsiteX82540" y="connsiteY82540"/>
              </a:cxn>
              <a:cxn ang="0">
                <a:pos x="connsiteX82541" y="connsiteY82541"/>
              </a:cxn>
              <a:cxn ang="0">
                <a:pos x="connsiteX82542" y="connsiteY82542"/>
              </a:cxn>
              <a:cxn ang="0">
                <a:pos x="connsiteX82543" y="connsiteY82543"/>
              </a:cxn>
              <a:cxn ang="0">
                <a:pos x="connsiteX82544" y="connsiteY82544"/>
              </a:cxn>
              <a:cxn ang="0">
                <a:pos x="connsiteX82545" y="connsiteY82545"/>
              </a:cxn>
              <a:cxn ang="0">
                <a:pos x="connsiteX82546" y="connsiteY82546"/>
              </a:cxn>
              <a:cxn ang="0">
                <a:pos x="connsiteX82547" y="connsiteY82547"/>
              </a:cxn>
              <a:cxn ang="0">
                <a:pos x="connsiteX82548" y="connsiteY82548"/>
              </a:cxn>
              <a:cxn ang="0">
                <a:pos x="connsiteX82549" y="connsiteY82549"/>
              </a:cxn>
              <a:cxn ang="0">
                <a:pos x="connsiteX82550" y="connsiteY82550"/>
              </a:cxn>
              <a:cxn ang="0">
                <a:pos x="connsiteX82551" y="connsiteY82551"/>
              </a:cxn>
              <a:cxn ang="0">
                <a:pos x="connsiteX82552" y="connsiteY82552"/>
              </a:cxn>
              <a:cxn ang="0">
                <a:pos x="connsiteX82553" y="connsiteY82553"/>
              </a:cxn>
              <a:cxn ang="0">
                <a:pos x="connsiteX82554" y="connsiteY82554"/>
              </a:cxn>
              <a:cxn ang="0">
                <a:pos x="connsiteX82555" y="connsiteY82555"/>
              </a:cxn>
              <a:cxn ang="0">
                <a:pos x="connsiteX82556" y="connsiteY82556"/>
              </a:cxn>
              <a:cxn ang="0">
                <a:pos x="connsiteX82557" y="connsiteY82557"/>
              </a:cxn>
              <a:cxn ang="0">
                <a:pos x="connsiteX82558" y="connsiteY82558"/>
              </a:cxn>
              <a:cxn ang="0">
                <a:pos x="connsiteX82559" y="connsiteY82559"/>
              </a:cxn>
              <a:cxn ang="0">
                <a:pos x="connsiteX82560" y="connsiteY82560"/>
              </a:cxn>
              <a:cxn ang="0">
                <a:pos x="connsiteX82561" y="connsiteY82561"/>
              </a:cxn>
              <a:cxn ang="0">
                <a:pos x="connsiteX82562" y="connsiteY82562"/>
              </a:cxn>
              <a:cxn ang="0">
                <a:pos x="connsiteX82563" y="connsiteY82563"/>
              </a:cxn>
              <a:cxn ang="0">
                <a:pos x="connsiteX82564" y="connsiteY82564"/>
              </a:cxn>
              <a:cxn ang="0">
                <a:pos x="connsiteX82565" y="connsiteY82565"/>
              </a:cxn>
              <a:cxn ang="0">
                <a:pos x="connsiteX82566" y="connsiteY82566"/>
              </a:cxn>
              <a:cxn ang="0">
                <a:pos x="connsiteX82567" y="connsiteY82567"/>
              </a:cxn>
              <a:cxn ang="0">
                <a:pos x="connsiteX82568" y="connsiteY82568"/>
              </a:cxn>
              <a:cxn ang="0">
                <a:pos x="connsiteX82569" y="connsiteY82569"/>
              </a:cxn>
              <a:cxn ang="0">
                <a:pos x="connsiteX82570" y="connsiteY82570"/>
              </a:cxn>
              <a:cxn ang="0">
                <a:pos x="connsiteX82571" y="connsiteY82571"/>
              </a:cxn>
              <a:cxn ang="0">
                <a:pos x="connsiteX82572" y="connsiteY82572"/>
              </a:cxn>
              <a:cxn ang="0">
                <a:pos x="connsiteX82573" y="connsiteY82573"/>
              </a:cxn>
              <a:cxn ang="0">
                <a:pos x="connsiteX82574" y="connsiteY82574"/>
              </a:cxn>
              <a:cxn ang="0">
                <a:pos x="connsiteX82575" y="connsiteY82575"/>
              </a:cxn>
              <a:cxn ang="0">
                <a:pos x="connsiteX82576" y="connsiteY82576"/>
              </a:cxn>
              <a:cxn ang="0">
                <a:pos x="connsiteX82577" y="connsiteY82577"/>
              </a:cxn>
              <a:cxn ang="0">
                <a:pos x="connsiteX82578" y="connsiteY82578"/>
              </a:cxn>
              <a:cxn ang="0">
                <a:pos x="connsiteX82579" y="connsiteY82579"/>
              </a:cxn>
              <a:cxn ang="0">
                <a:pos x="connsiteX82580" y="connsiteY82580"/>
              </a:cxn>
              <a:cxn ang="0">
                <a:pos x="connsiteX82581" y="connsiteY82581"/>
              </a:cxn>
              <a:cxn ang="0">
                <a:pos x="connsiteX82582" y="connsiteY82582"/>
              </a:cxn>
              <a:cxn ang="0">
                <a:pos x="connsiteX82583" y="connsiteY82583"/>
              </a:cxn>
              <a:cxn ang="0">
                <a:pos x="connsiteX82584" y="connsiteY82584"/>
              </a:cxn>
              <a:cxn ang="0">
                <a:pos x="connsiteX82585" y="connsiteY82585"/>
              </a:cxn>
              <a:cxn ang="0">
                <a:pos x="connsiteX82586" y="connsiteY82586"/>
              </a:cxn>
              <a:cxn ang="0">
                <a:pos x="connsiteX82587" y="connsiteY82587"/>
              </a:cxn>
              <a:cxn ang="0">
                <a:pos x="connsiteX82588" y="connsiteY82588"/>
              </a:cxn>
              <a:cxn ang="0">
                <a:pos x="connsiteX82589" y="connsiteY82589"/>
              </a:cxn>
              <a:cxn ang="0">
                <a:pos x="connsiteX82590" y="connsiteY82590"/>
              </a:cxn>
              <a:cxn ang="0">
                <a:pos x="connsiteX82591" y="connsiteY82591"/>
              </a:cxn>
              <a:cxn ang="0">
                <a:pos x="connsiteX82592" y="connsiteY82592"/>
              </a:cxn>
              <a:cxn ang="0">
                <a:pos x="connsiteX82593" y="connsiteY82593"/>
              </a:cxn>
              <a:cxn ang="0">
                <a:pos x="connsiteX82594" y="connsiteY82594"/>
              </a:cxn>
              <a:cxn ang="0">
                <a:pos x="connsiteX82595" y="connsiteY82595"/>
              </a:cxn>
              <a:cxn ang="0">
                <a:pos x="connsiteX82596" y="connsiteY82596"/>
              </a:cxn>
              <a:cxn ang="0">
                <a:pos x="connsiteX82597" y="connsiteY82597"/>
              </a:cxn>
              <a:cxn ang="0">
                <a:pos x="connsiteX82598" y="connsiteY82598"/>
              </a:cxn>
              <a:cxn ang="0">
                <a:pos x="connsiteX82599" y="connsiteY82599"/>
              </a:cxn>
              <a:cxn ang="0">
                <a:pos x="connsiteX82600" y="connsiteY82600"/>
              </a:cxn>
              <a:cxn ang="0">
                <a:pos x="connsiteX82601" y="connsiteY82601"/>
              </a:cxn>
              <a:cxn ang="0">
                <a:pos x="connsiteX82602" y="connsiteY82602"/>
              </a:cxn>
              <a:cxn ang="0">
                <a:pos x="connsiteX82603" y="connsiteY82603"/>
              </a:cxn>
              <a:cxn ang="0">
                <a:pos x="connsiteX82604" y="connsiteY82604"/>
              </a:cxn>
              <a:cxn ang="0">
                <a:pos x="connsiteX82605" y="connsiteY82605"/>
              </a:cxn>
              <a:cxn ang="0">
                <a:pos x="connsiteX82606" y="connsiteY82606"/>
              </a:cxn>
              <a:cxn ang="0">
                <a:pos x="connsiteX82607" y="connsiteY82607"/>
              </a:cxn>
              <a:cxn ang="0">
                <a:pos x="connsiteX82608" y="connsiteY82608"/>
              </a:cxn>
              <a:cxn ang="0">
                <a:pos x="connsiteX82609" y="connsiteY82609"/>
              </a:cxn>
              <a:cxn ang="0">
                <a:pos x="connsiteX82610" y="connsiteY82610"/>
              </a:cxn>
              <a:cxn ang="0">
                <a:pos x="connsiteX82611" y="connsiteY82611"/>
              </a:cxn>
              <a:cxn ang="0">
                <a:pos x="connsiteX82612" y="connsiteY82612"/>
              </a:cxn>
              <a:cxn ang="0">
                <a:pos x="connsiteX82613" y="connsiteY82613"/>
              </a:cxn>
              <a:cxn ang="0">
                <a:pos x="connsiteX82614" y="connsiteY82614"/>
              </a:cxn>
              <a:cxn ang="0">
                <a:pos x="connsiteX82615" y="connsiteY82615"/>
              </a:cxn>
              <a:cxn ang="0">
                <a:pos x="connsiteX82616" y="connsiteY82616"/>
              </a:cxn>
              <a:cxn ang="0">
                <a:pos x="connsiteX82617" y="connsiteY82617"/>
              </a:cxn>
              <a:cxn ang="0">
                <a:pos x="connsiteX82618" y="connsiteY82618"/>
              </a:cxn>
              <a:cxn ang="0">
                <a:pos x="connsiteX82619" y="connsiteY82619"/>
              </a:cxn>
              <a:cxn ang="0">
                <a:pos x="connsiteX82620" y="connsiteY82620"/>
              </a:cxn>
              <a:cxn ang="0">
                <a:pos x="connsiteX82621" y="connsiteY82621"/>
              </a:cxn>
              <a:cxn ang="0">
                <a:pos x="connsiteX82622" y="connsiteY82622"/>
              </a:cxn>
              <a:cxn ang="0">
                <a:pos x="connsiteX82623" y="connsiteY82623"/>
              </a:cxn>
              <a:cxn ang="0">
                <a:pos x="connsiteX82624" y="connsiteY82624"/>
              </a:cxn>
              <a:cxn ang="0">
                <a:pos x="connsiteX82625" y="connsiteY82625"/>
              </a:cxn>
              <a:cxn ang="0">
                <a:pos x="connsiteX82626" y="connsiteY82626"/>
              </a:cxn>
              <a:cxn ang="0">
                <a:pos x="connsiteX82627" y="connsiteY82627"/>
              </a:cxn>
              <a:cxn ang="0">
                <a:pos x="connsiteX82628" y="connsiteY82628"/>
              </a:cxn>
              <a:cxn ang="0">
                <a:pos x="connsiteX82629" y="connsiteY82629"/>
              </a:cxn>
              <a:cxn ang="0">
                <a:pos x="connsiteX82630" y="connsiteY82630"/>
              </a:cxn>
              <a:cxn ang="0">
                <a:pos x="connsiteX82631" y="connsiteY82631"/>
              </a:cxn>
              <a:cxn ang="0">
                <a:pos x="connsiteX82632" y="connsiteY82632"/>
              </a:cxn>
              <a:cxn ang="0">
                <a:pos x="connsiteX82633" y="connsiteY82633"/>
              </a:cxn>
              <a:cxn ang="0">
                <a:pos x="connsiteX82634" y="connsiteY82634"/>
              </a:cxn>
              <a:cxn ang="0">
                <a:pos x="connsiteX82635" y="connsiteY82635"/>
              </a:cxn>
              <a:cxn ang="0">
                <a:pos x="connsiteX82636" y="connsiteY82636"/>
              </a:cxn>
              <a:cxn ang="0">
                <a:pos x="connsiteX82637" y="connsiteY82637"/>
              </a:cxn>
              <a:cxn ang="0">
                <a:pos x="connsiteX82638" y="connsiteY82638"/>
              </a:cxn>
              <a:cxn ang="0">
                <a:pos x="connsiteX82639" y="connsiteY82639"/>
              </a:cxn>
              <a:cxn ang="0">
                <a:pos x="connsiteX82640" y="connsiteY82640"/>
              </a:cxn>
              <a:cxn ang="0">
                <a:pos x="connsiteX82641" y="connsiteY82641"/>
              </a:cxn>
              <a:cxn ang="0">
                <a:pos x="connsiteX82642" y="connsiteY82642"/>
              </a:cxn>
              <a:cxn ang="0">
                <a:pos x="connsiteX82643" y="connsiteY82643"/>
              </a:cxn>
              <a:cxn ang="0">
                <a:pos x="connsiteX82644" y="connsiteY82644"/>
              </a:cxn>
              <a:cxn ang="0">
                <a:pos x="connsiteX82645" y="connsiteY82645"/>
              </a:cxn>
              <a:cxn ang="0">
                <a:pos x="connsiteX82646" y="connsiteY82646"/>
              </a:cxn>
              <a:cxn ang="0">
                <a:pos x="connsiteX82647" y="connsiteY82647"/>
              </a:cxn>
              <a:cxn ang="0">
                <a:pos x="connsiteX82648" y="connsiteY82648"/>
              </a:cxn>
              <a:cxn ang="0">
                <a:pos x="connsiteX82649" y="connsiteY82649"/>
              </a:cxn>
              <a:cxn ang="0">
                <a:pos x="connsiteX82650" y="connsiteY82650"/>
              </a:cxn>
              <a:cxn ang="0">
                <a:pos x="connsiteX82651" y="connsiteY82651"/>
              </a:cxn>
              <a:cxn ang="0">
                <a:pos x="connsiteX82652" y="connsiteY82652"/>
              </a:cxn>
              <a:cxn ang="0">
                <a:pos x="connsiteX82653" y="connsiteY82653"/>
              </a:cxn>
              <a:cxn ang="0">
                <a:pos x="connsiteX82654" y="connsiteY82654"/>
              </a:cxn>
              <a:cxn ang="0">
                <a:pos x="connsiteX82655" y="connsiteY82655"/>
              </a:cxn>
              <a:cxn ang="0">
                <a:pos x="connsiteX82656" y="connsiteY82656"/>
              </a:cxn>
              <a:cxn ang="0">
                <a:pos x="connsiteX82657" y="connsiteY82657"/>
              </a:cxn>
              <a:cxn ang="0">
                <a:pos x="connsiteX82658" y="connsiteY82658"/>
              </a:cxn>
              <a:cxn ang="0">
                <a:pos x="connsiteX82659" y="connsiteY82659"/>
              </a:cxn>
              <a:cxn ang="0">
                <a:pos x="connsiteX82660" y="connsiteY82660"/>
              </a:cxn>
              <a:cxn ang="0">
                <a:pos x="connsiteX82661" y="connsiteY82661"/>
              </a:cxn>
              <a:cxn ang="0">
                <a:pos x="connsiteX82662" y="connsiteY82662"/>
              </a:cxn>
              <a:cxn ang="0">
                <a:pos x="connsiteX82663" y="connsiteY82663"/>
              </a:cxn>
              <a:cxn ang="0">
                <a:pos x="connsiteX82664" y="connsiteY82664"/>
              </a:cxn>
              <a:cxn ang="0">
                <a:pos x="connsiteX82665" y="connsiteY82665"/>
              </a:cxn>
              <a:cxn ang="0">
                <a:pos x="connsiteX82666" y="connsiteY82666"/>
              </a:cxn>
              <a:cxn ang="0">
                <a:pos x="connsiteX82667" y="connsiteY82667"/>
              </a:cxn>
              <a:cxn ang="0">
                <a:pos x="connsiteX82668" y="connsiteY82668"/>
              </a:cxn>
              <a:cxn ang="0">
                <a:pos x="connsiteX82669" y="connsiteY82669"/>
              </a:cxn>
              <a:cxn ang="0">
                <a:pos x="connsiteX82670" y="connsiteY82670"/>
              </a:cxn>
              <a:cxn ang="0">
                <a:pos x="connsiteX82671" y="connsiteY82671"/>
              </a:cxn>
              <a:cxn ang="0">
                <a:pos x="connsiteX82672" y="connsiteY82672"/>
              </a:cxn>
              <a:cxn ang="0">
                <a:pos x="connsiteX82673" y="connsiteY82673"/>
              </a:cxn>
              <a:cxn ang="0">
                <a:pos x="connsiteX82674" y="connsiteY82674"/>
              </a:cxn>
              <a:cxn ang="0">
                <a:pos x="connsiteX82675" y="connsiteY82675"/>
              </a:cxn>
              <a:cxn ang="0">
                <a:pos x="connsiteX82676" y="connsiteY82676"/>
              </a:cxn>
              <a:cxn ang="0">
                <a:pos x="connsiteX82677" y="connsiteY82677"/>
              </a:cxn>
              <a:cxn ang="0">
                <a:pos x="connsiteX82678" y="connsiteY82678"/>
              </a:cxn>
              <a:cxn ang="0">
                <a:pos x="connsiteX82679" y="connsiteY82679"/>
              </a:cxn>
              <a:cxn ang="0">
                <a:pos x="connsiteX82680" y="connsiteY82680"/>
              </a:cxn>
              <a:cxn ang="0">
                <a:pos x="connsiteX82681" y="connsiteY82681"/>
              </a:cxn>
              <a:cxn ang="0">
                <a:pos x="connsiteX82682" y="connsiteY82682"/>
              </a:cxn>
              <a:cxn ang="0">
                <a:pos x="connsiteX82683" y="connsiteY82683"/>
              </a:cxn>
              <a:cxn ang="0">
                <a:pos x="connsiteX82684" y="connsiteY82684"/>
              </a:cxn>
              <a:cxn ang="0">
                <a:pos x="connsiteX82685" y="connsiteY82685"/>
              </a:cxn>
              <a:cxn ang="0">
                <a:pos x="connsiteX82686" y="connsiteY82686"/>
              </a:cxn>
              <a:cxn ang="0">
                <a:pos x="connsiteX82687" y="connsiteY82687"/>
              </a:cxn>
              <a:cxn ang="0">
                <a:pos x="connsiteX82688" y="connsiteY82688"/>
              </a:cxn>
              <a:cxn ang="0">
                <a:pos x="connsiteX82689" y="connsiteY82689"/>
              </a:cxn>
              <a:cxn ang="0">
                <a:pos x="connsiteX82690" y="connsiteY82690"/>
              </a:cxn>
              <a:cxn ang="0">
                <a:pos x="connsiteX82691" y="connsiteY82691"/>
              </a:cxn>
              <a:cxn ang="0">
                <a:pos x="connsiteX82692" y="connsiteY82692"/>
              </a:cxn>
              <a:cxn ang="0">
                <a:pos x="connsiteX82693" y="connsiteY82693"/>
              </a:cxn>
              <a:cxn ang="0">
                <a:pos x="connsiteX82694" y="connsiteY82694"/>
              </a:cxn>
              <a:cxn ang="0">
                <a:pos x="connsiteX82695" y="connsiteY82695"/>
              </a:cxn>
              <a:cxn ang="0">
                <a:pos x="connsiteX82696" y="connsiteY82696"/>
              </a:cxn>
              <a:cxn ang="0">
                <a:pos x="connsiteX82697" y="connsiteY82697"/>
              </a:cxn>
              <a:cxn ang="0">
                <a:pos x="connsiteX82698" y="connsiteY82698"/>
              </a:cxn>
              <a:cxn ang="0">
                <a:pos x="connsiteX82699" y="connsiteY82699"/>
              </a:cxn>
              <a:cxn ang="0">
                <a:pos x="connsiteX82700" y="connsiteY82700"/>
              </a:cxn>
              <a:cxn ang="0">
                <a:pos x="connsiteX82701" y="connsiteY82701"/>
              </a:cxn>
              <a:cxn ang="0">
                <a:pos x="connsiteX82702" y="connsiteY82702"/>
              </a:cxn>
              <a:cxn ang="0">
                <a:pos x="connsiteX82703" y="connsiteY82703"/>
              </a:cxn>
              <a:cxn ang="0">
                <a:pos x="connsiteX82704" y="connsiteY82704"/>
              </a:cxn>
              <a:cxn ang="0">
                <a:pos x="connsiteX82705" y="connsiteY82705"/>
              </a:cxn>
              <a:cxn ang="0">
                <a:pos x="connsiteX82706" y="connsiteY82706"/>
              </a:cxn>
              <a:cxn ang="0">
                <a:pos x="connsiteX82707" y="connsiteY82707"/>
              </a:cxn>
              <a:cxn ang="0">
                <a:pos x="connsiteX82708" y="connsiteY82708"/>
              </a:cxn>
              <a:cxn ang="0">
                <a:pos x="connsiteX82709" y="connsiteY82709"/>
              </a:cxn>
              <a:cxn ang="0">
                <a:pos x="connsiteX82710" y="connsiteY82710"/>
              </a:cxn>
              <a:cxn ang="0">
                <a:pos x="connsiteX82711" y="connsiteY82711"/>
              </a:cxn>
              <a:cxn ang="0">
                <a:pos x="connsiteX82712" y="connsiteY82712"/>
              </a:cxn>
              <a:cxn ang="0">
                <a:pos x="connsiteX82713" y="connsiteY82713"/>
              </a:cxn>
              <a:cxn ang="0">
                <a:pos x="connsiteX82714" y="connsiteY82714"/>
              </a:cxn>
              <a:cxn ang="0">
                <a:pos x="connsiteX82715" y="connsiteY82715"/>
              </a:cxn>
              <a:cxn ang="0">
                <a:pos x="connsiteX82716" y="connsiteY82716"/>
              </a:cxn>
              <a:cxn ang="0">
                <a:pos x="connsiteX82717" y="connsiteY82717"/>
              </a:cxn>
              <a:cxn ang="0">
                <a:pos x="connsiteX82718" y="connsiteY82718"/>
              </a:cxn>
              <a:cxn ang="0">
                <a:pos x="connsiteX82719" y="connsiteY82719"/>
              </a:cxn>
              <a:cxn ang="0">
                <a:pos x="connsiteX82720" y="connsiteY82720"/>
              </a:cxn>
              <a:cxn ang="0">
                <a:pos x="connsiteX82721" y="connsiteY82721"/>
              </a:cxn>
              <a:cxn ang="0">
                <a:pos x="connsiteX82722" y="connsiteY82722"/>
              </a:cxn>
              <a:cxn ang="0">
                <a:pos x="connsiteX82723" y="connsiteY82723"/>
              </a:cxn>
              <a:cxn ang="0">
                <a:pos x="connsiteX82724" y="connsiteY82724"/>
              </a:cxn>
              <a:cxn ang="0">
                <a:pos x="connsiteX82725" y="connsiteY82725"/>
              </a:cxn>
              <a:cxn ang="0">
                <a:pos x="connsiteX82726" y="connsiteY82726"/>
              </a:cxn>
              <a:cxn ang="0">
                <a:pos x="connsiteX82727" y="connsiteY82727"/>
              </a:cxn>
              <a:cxn ang="0">
                <a:pos x="connsiteX82728" y="connsiteY82728"/>
              </a:cxn>
              <a:cxn ang="0">
                <a:pos x="connsiteX82729" y="connsiteY82729"/>
              </a:cxn>
              <a:cxn ang="0">
                <a:pos x="connsiteX82730" y="connsiteY82730"/>
              </a:cxn>
              <a:cxn ang="0">
                <a:pos x="connsiteX82731" y="connsiteY82731"/>
              </a:cxn>
              <a:cxn ang="0">
                <a:pos x="connsiteX82732" y="connsiteY82732"/>
              </a:cxn>
              <a:cxn ang="0">
                <a:pos x="connsiteX82733" y="connsiteY82733"/>
              </a:cxn>
              <a:cxn ang="0">
                <a:pos x="connsiteX82734" y="connsiteY82734"/>
              </a:cxn>
              <a:cxn ang="0">
                <a:pos x="connsiteX82735" y="connsiteY82735"/>
              </a:cxn>
              <a:cxn ang="0">
                <a:pos x="connsiteX82736" y="connsiteY82736"/>
              </a:cxn>
              <a:cxn ang="0">
                <a:pos x="connsiteX82737" y="connsiteY82737"/>
              </a:cxn>
              <a:cxn ang="0">
                <a:pos x="connsiteX82738" y="connsiteY82738"/>
              </a:cxn>
              <a:cxn ang="0">
                <a:pos x="connsiteX82739" y="connsiteY82739"/>
              </a:cxn>
              <a:cxn ang="0">
                <a:pos x="connsiteX82740" y="connsiteY82740"/>
              </a:cxn>
              <a:cxn ang="0">
                <a:pos x="connsiteX82741" y="connsiteY82741"/>
              </a:cxn>
              <a:cxn ang="0">
                <a:pos x="connsiteX82742" y="connsiteY82742"/>
              </a:cxn>
              <a:cxn ang="0">
                <a:pos x="connsiteX82743" y="connsiteY82743"/>
              </a:cxn>
              <a:cxn ang="0">
                <a:pos x="connsiteX82744" y="connsiteY82744"/>
              </a:cxn>
              <a:cxn ang="0">
                <a:pos x="connsiteX82745" y="connsiteY82745"/>
              </a:cxn>
              <a:cxn ang="0">
                <a:pos x="connsiteX82746" y="connsiteY82746"/>
              </a:cxn>
              <a:cxn ang="0">
                <a:pos x="connsiteX82747" y="connsiteY82747"/>
              </a:cxn>
              <a:cxn ang="0">
                <a:pos x="connsiteX82748" y="connsiteY82748"/>
              </a:cxn>
              <a:cxn ang="0">
                <a:pos x="connsiteX82749" y="connsiteY82749"/>
              </a:cxn>
              <a:cxn ang="0">
                <a:pos x="connsiteX82750" y="connsiteY82750"/>
              </a:cxn>
              <a:cxn ang="0">
                <a:pos x="connsiteX82751" y="connsiteY82751"/>
              </a:cxn>
              <a:cxn ang="0">
                <a:pos x="connsiteX82752" y="connsiteY82752"/>
              </a:cxn>
              <a:cxn ang="0">
                <a:pos x="connsiteX82753" y="connsiteY82753"/>
              </a:cxn>
              <a:cxn ang="0">
                <a:pos x="connsiteX82754" y="connsiteY82754"/>
              </a:cxn>
              <a:cxn ang="0">
                <a:pos x="connsiteX82755" y="connsiteY82755"/>
              </a:cxn>
              <a:cxn ang="0">
                <a:pos x="connsiteX82756" y="connsiteY82756"/>
              </a:cxn>
              <a:cxn ang="0">
                <a:pos x="connsiteX82757" y="connsiteY82757"/>
              </a:cxn>
              <a:cxn ang="0">
                <a:pos x="connsiteX82758" y="connsiteY82758"/>
              </a:cxn>
              <a:cxn ang="0">
                <a:pos x="connsiteX82759" y="connsiteY82759"/>
              </a:cxn>
              <a:cxn ang="0">
                <a:pos x="connsiteX82760" y="connsiteY82760"/>
              </a:cxn>
              <a:cxn ang="0">
                <a:pos x="connsiteX82761" y="connsiteY82761"/>
              </a:cxn>
              <a:cxn ang="0">
                <a:pos x="connsiteX82762" y="connsiteY82762"/>
              </a:cxn>
              <a:cxn ang="0">
                <a:pos x="connsiteX82763" y="connsiteY82763"/>
              </a:cxn>
              <a:cxn ang="0">
                <a:pos x="connsiteX82764" y="connsiteY82764"/>
              </a:cxn>
              <a:cxn ang="0">
                <a:pos x="connsiteX82765" y="connsiteY82765"/>
              </a:cxn>
              <a:cxn ang="0">
                <a:pos x="connsiteX82766" y="connsiteY82766"/>
              </a:cxn>
              <a:cxn ang="0">
                <a:pos x="connsiteX82767" y="connsiteY82767"/>
              </a:cxn>
              <a:cxn ang="0">
                <a:pos x="connsiteX82768" y="connsiteY82768"/>
              </a:cxn>
              <a:cxn ang="0">
                <a:pos x="connsiteX82769" y="connsiteY82769"/>
              </a:cxn>
              <a:cxn ang="0">
                <a:pos x="connsiteX82770" y="connsiteY82770"/>
              </a:cxn>
              <a:cxn ang="0">
                <a:pos x="connsiteX82771" y="connsiteY82771"/>
              </a:cxn>
              <a:cxn ang="0">
                <a:pos x="connsiteX82772" y="connsiteY82772"/>
              </a:cxn>
              <a:cxn ang="0">
                <a:pos x="connsiteX82773" y="connsiteY82773"/>
              </a:cxn>
              <a:cxn ang="0">
                <a:pos x="connsiteX82774" y="connsiteY82774"/>
              </a:cxn>
              <a:cxn ang="0">
                <a:pos x="connsiteX82775" y="connsiteY82775"/>
              </a:cxn>
              <a:cxn ang="0">
                <a:pos x="connsiteX82776" y="connsiteY82776"/>
              </a:cxn>
              <a:cxn ang="0">
                <a:pos x="connsiteX82777" y="connsiteY82777"/>
              </a:cxn>
              <a:cxn ang="0">
                <a:pos x="connsiteX82778" y="connsiteY82778"/>
              </a:cxn>
              <a:cxn ang="0">
                <a:pos x="connsiteX82779" y="connsiteY82779"/>
              </a:cxn>
              <a:cxn ang="0">
                <a:pos x="connsiteX82780" y="connsiteY82780"/>
              </a:cxn>
              <a:cxn ang="0">
                <a:pos x="connsiteX82781" y="connsiteY82781"/>
              </a:cxn>
              <a:cxn ang="0">
                <a:pos x="connsiteX82782" y="connsiteY82782"/>
              </a:cxn>
              <a:cxn ang="0">
                <a:pos x="connsiteX82783" y="connsiteY82783"/>
              </a:cxn>
              <a:cxn ang="0">
                <a:pos x="connsiteX82784" y="connsiteY82784"/>
              </a:cxn>
              <a:cxn ang="0">
                <a:pos x="connsiteX82785" y="connsiteY82785"/>
              </a:cxn>
              <a:cxn ang="0">
                <a:pos x="connsiteX82786" y="connsiteY82786"/>
              </a:cxn>
              <a:cxn ang="0">
                <a:pos x="connsiteX82787" y="connsiteY82787"/>
              </a:cxn>
              <a:cxn ang="0">
                <a:pos x="connsiteX82788" y="connsiteY82788"/>
              </a:cxn>
              <a:cxn ang="0">
                <a:pos x="connsiteX82789" y="connsiteY82789"/>
              </a:cxn>
              <a:cxn ang="0">
                <a:pos x="connsiteX82790" y="connsiteY82790"/>
              </a:cxn>
              <a:cxn ang="0">
                <a:pos x="connsiteX82791" y="connsiteY82791"/>
              </a:cxn>
              <a:cxn ang="0">
                <a:pos x="connsiteX82792" y="connsiteY82792"/>
              </a:cxn>
              <a:cxn ang="0">
                <a:pos x="connsiteX82793" y="connsiteY82793"/>
              </a:cxn>
              <a:cxn ang="0">
                <a:pos x="connsiteX82794" y="connsiteY82794"/>
              </a:cxn>
              <a:cxn ang="0">
                <a:pos x="connsiteX82795" y="connsiteY82795"/>
              </a:cxn>
              <a:cxn ang="0">
                <a:pos x="connsiteX82796" y="connsiteY82796"/>
              </a:cxn>
              <a:cxn ang="0">
                <a:pos x="connsiteX82797" y="connsiteY82797"/>
              </a:cxn>
              <a:cxn ang="0">
                <a:pos x="connsiteX82798" y="connsiteY82798"/>
              </a:cxn>
              <a:cxn ang="0">
                <a:pos x="connsiteX82799" y="connsiteY82799"/>
              </a:cxn>
              <a:cxn ang="0">
                <a:pos x="connsiteX82800" y="connsiteY82800"/>
              </a:cxn>
              <a:cxn ang="0">
                <a:pos x="connsiteX82801" y="connsiteY82801"/>
              </a:cxn>
              <a:cxn ang="0">
                <a:pos x="connsiteX82802" y="connsiteY82802"/>
              </a:cxn>
              <a:cxn ang="0">
                <a:pos x="connsiteX82803" y="connsiteY82803"/>
              </a:cxn>
              <a:cxn ang="0">
                <a:pos x="connsiteX82804" y="connsiteY82804"/>
              </a:cxn>
              <a:cxn ang="0">
                <a:pos x="connsiteX82805" y="connsiteY82805"/>
              </a:cxn>
              <a:cxn ang="0">
                <a:pos x="connsiteX82806" y="connsiteY82806"/>
              </a:cxn>
              <a:cxn ang="0">
                <a:pos x="connsiteX82807" y="connsiteY82807"/>
              </a:cxn>
              <a:cxn ang="0">
                <a:pos x="connsiteX82808" y="connsiteY82808"/>
              </a:cxn>
              <a:cxn ang="0">
                <a:pos x="connsiteX82809" y="connsiteY82809"/>
              </a:cxn>
              <a:cxn ang="0">
                <a:pos x="connsiteX82810" y="connsiteY82810"/>
              </a:cxn>
              <a:cxn ang="0">
                <a:pos x="connsiteX82811" y="connsiteY82811"/>
              </a:cxn>
              <a:cxn ang="0">
                <a:pos x="connsiteX82812" y="connsiteY82812"/>
              </a:cxn>
              <a:cxn ang="0">
                <a:pos x="connsiteX82813" y="connsiteY82813"/>
              </a:cxn>
              <a:cxn ang="0">
                <a:pos x="connsiteX82814" y="connsiteY82814"/>
              </a:cxn>
              <a:cxn ang="0">
                <a:pos x="connsiteX82815" y="connsiteY82815"/>
              </a:cxn>
              <a:cxn ang="0">
                <a:pos x="connsiteX82816" y="connsiteY82816"/>
              </a:cxn>
              <a:cxn ang="0">
                <a:pos x="connsiteX82817" y="connsiteY82817"/>
              </a:cxn>
              <a:cxn ang="0">
                <a:pos x="connsiteX82818" y="connsiteY82818"/>
              </a:cxn>
              <a:cxn ang="0">
                <a:pos x="connsiteX82819" y="connsiteY82819"/>
              </a:cxn>
              <a:cxn ang="0">
                <a:pos x="connsiteX82820" y="connsiteY82820"/>
              </a:cxn>
              <a:cxn ang="0">
                <a:pos x="connsiteX82821" y="connsiteY82821"/>
              </a:cxn>
              <a:cxn ang="0">
                <a:pos x="connsiteX82822" y="connsiteY82822"/>
              </a:cxn>
              <a:cxn ang="0">
                <a:pos x="connsiteX82823" y="connsiteY82823"/>
              </a:cxn>
              <a:cxn ang="0">
                <a:pos x="connsiteX82824" y="connsiteY82824"/>
              </a:cxn>
              <a:cxn ang="0">
                <a:pos x="connsiteX82825" y="connsiteY82825"/>
              </a:cxn>
              <a:cxn ang="0">
                <a:pos x="connsiteX82826" y="connsiteY82826"/>
              </a:cxn>
              <a:cxn ang="0">
                <a:pos x="connsiteX82827" y="connsiteY82827"/>
              </a:cxn>
              <a:cxn ang="0">
                <a:pos x="connsiteX82828" y="connsiteY82828"/>
              </a:cxn>
              <a:cxn ang="0">
                <a:pos x="connsiteX82829" y="connsiteY82829"/>
              </a:cxn>
              <a:cxn ang="0">
                <a:pos x="connsiteX82830" y="connsiteY82830"/>
              </a:cxn>
              <a:cxn ang="0">
                <a:pos x="connsiteX82831" y="connsiteY82831"/>
              </a:cxn>
              <a:cxn ang="0">
                <a:pos x="connsiteX82832" y="connsiteY82832"/>
              </a:cxn>
              <a:cxn ang="0">
                <a:pos x="connsiteX82833" y="connsiteY82833"/>
              </a:cxn>
              <a:cxn ang="0">
                <a:pos x="connsiteX82834" y="connsiteY82834"/>
              </a:cxn>
              <a:cxn ang="0">
                <a:pos x="connsiteX82835" y="connsiteY82835"/>
              </a:cxn>
              <a:cxn ang="0">
                <a:pos x="connsiteX82836" y="connsiteY82836"/>
              </a:cxn>
              <a:cxn ang="0">
                <a:pos x="connsiteX82837" y="connsiteY82837"/>
              </a:cxn>
              <a:cxn ang="0">
                <a:pos x="connsiteX82838" y="connsiteY82838"/>
              </a:cxn>
              <a:cxn ang="0">
                <a:pos x="connsiteX82839" y="connsiteY82839"/>
              </a:cxn>
              <a:cxn ang="0">
                <a:pos x="connsiteX82840" y="connsiteY82840"/>
              </a:cxn>
              <a:cxn ang="0">
                <a:pos x="connsiteX82841" y="connsiteY82841"/>
              </a:cxn>
              <a:cxn ang="0">
                <a:pos x="connsiteX82842" y="connsiteY82842"/>
              </a:cxn>
              <a:cxn ang="0">
                <a:pos x="connsiteX82843" y="connsiteY82843"/>
              </a:cxn>
              <a:cxn ang="0">
                <a:pos x="connsiteX82844" y="connsiteY82844"/>
              </a:cxn>
              <a:cxn ang="0">
                <a:pos x="connsiteX82845" y="connsiteY82845"/>
              </a:cxn>
              <a:cxn ang="0">
                <a:pos x="connsiteX82846" y="connsiteY82846"/>
              </a:cxn>
              <a:cxn ang="0">
                <a:pos x="connsiteX82847" y="connsiteY82847"/>
              </a:cxn>
              <a:cxn ang="0">
                <a:pos x="connsiteX82848" y="connsiteY82848"/>
              </a:cxn>
              <a:cxn ang="0">
                <a:pos x="connsiteX82849" y="connsiteY82849"/>
              </a:cxn>
              <a:cxn ang="0">
                <a:pos x="connsiteX82850" y="connsiteY82850"/>
              </a:cxn>
              <a:cxn ang="0">
                <a:pos x="connsiteX82851" y="connsiteY82851"/>
              </a:cxn>
              <a:cxn ang="0">
                <a:pos x="connsiteX82852" y="connsiteY82852"/>
              </a:cxn>
              <a:cxn ang="0">
                <a:pos x="connsiteX82853" y="connsiteY82853"/>
              </a:cxn>
              <a:cxn ang="0">
                <a:pos x="connsiteX82854" y="connsiteY82854"/>
              </a:cxn>
              <a:cxn ang="0">
                <a:pos x="connsiteX82855" y="connsiteY82855"/>
              </a:cxn>
              <a:cxn ang="0">
                <a:pos x="connsiteX82856" y="connsiteY82856"/>
              </a:cxn>
              <a:cxn ang="0">
                <a:pos x="connsiteX82857" y="connsiteY82857"/>
              </a:cxn>
              <a:cxn ang="0">
                <a:pos x="connsiteX82858" y="connsiteY82858"/>
              </a:cxn>
              <a:cxn ang="0">
                <a:pos x="connsiteX82859" y="connsiteY82859"/>
              </a:cxn>
              <a:cxn ang="0">
                <a:pos x="connsiteX82860" y="connsiteY82860"/>
              </a:cxn>
              <a:cxn ang="0">
                <a:pos x="connsiteX82861" y="connsiteY82861"/>
              </a:cxn>
              <a:cxn ang="0">
                <a:pos x="connsiteX82862" y="connsiteY82862"/>
              </a:cxn>
              <a:cxn ang="0">
                <a:pos x="connsiteX82863" y="connsiteY82863"/>
              </a:cxn>
              <a:cxn ang="0">
                <a:pos x="connsiteX82864" y="connsiteY82864"/>
              </a:cxn>
              <a:cxn ang="0">
                <a:pos x="connsiteX82865" y="connsiteY82865"/>
              </a:cxn>
              <a:cxn ang="0">
                <a:pos x="connsiteX82866" y="connsiteY82866"/>
              </a:cxn>
              <a:cxn ang="0">
                <a:pos x="connsiteX82867" y="connsiteY82867"/>
              </a:cxn>
              <a:cxn ang="0">
                <a:pos x="connsiteX82868" y="connsiteY82868"/>
              </a:cxn>
              <a:cxn ang="0">
                <a:pos x="connsiteX82869" y="connsiteY82869"/>
              </a:cxn>
              <a:cxn ang="0">
                <a:pos x="connsiteX82870" y="connsiteY82870"/>
              </a:cxn>
              <a:cxn ang="0">
                <a:pos x="connsiteX82871" y="connsiteY82871"/>
              </a:cxn>
              <a:cxn ang="0">
                <a:pos x="connsiteX82872" y="connsiteY82872"/>
              </a:cxn>
              <a:cxn ang="0">
                <a:pos x="connsiteX82873" y="connsiteY82873"/>
              </a:cxn>
              <a:cxn ang="0">
                <a:pos x="connsiteX82874" y="connsiteY82874"/>
              </a:cxn>
              <a:cxn ang="0">
                <a:pos x="connsiteX82875" y="connsiteY82875"/>
              </a:cxn>
              <a:cxn ang="0">
                <a:pos x="connsiteX82876" y="connsiteY82876"/>
              </a:cxn>
              <a:cxn ang="0">
                <a:pos x="connsiteX82877" y="connsiteY82877"/>
              </a:cxn>
              <a:cxn ang="0">
                <a:pos x="connsiteX82878" y="connsiteY82878"/>
              </a:cxn>
              <a:cxn ang="0">
                <a:pos x="connsiteX82879" y="connsiteY82879"/>
              </a:cxn>
              <a:cxn ang="0">
                <a:pos x="connsiteX82880" y="connsiteY82880"/>
              </a:cxn>
              <a:cxn ang="0">
                <a:pos x="connsiteX82881" y="connsiteY82881"/>
              </a:cxn>
              <a:cxn ang="0">
                <a:pos x="connsiteX82882" y="connsiteY82882"/>
              </a:cxn>
              <a:cxn ang="0">
                <a:pos x="connsiteX82883" y="connsiteY82883"/>
              </a:cxn>
              <a:cxn ang="0">
                <a:pos x="connsiteX82884" y="connsiteY82884"/>
              </a:cxn>
              <a:cxn ang="0">
                <a:pos x="connsiteX82885" y="connsiteY82885"/>
              </a:cxn>
              <a:cxn ang="0">
                <a:pos x="connsiteX82886" y="connsiteY82886"/>
              </a:cxn>
              <a:cxn ang="0">
                <a:pos x="connsiteX82887" y="connsiteY82887"/>
              </a:cxn>
              <a:cxn ang="0">
                <a:pos x="connsiteX82888" y="connsiteY82888"/>
              </a:cxn>
              <a:cxn ang="0">
                <a:pos x="connsiteX82889" y="connsiteY82889"/>
              </a:cxn>
              <a:cxn ang="0">
                <a:pos x="connsiteX82890" y="connsiteY82890"/>
              </a:cxn>
              <a:cxn ang="0">
                <a:pos x="connsiteX82891" y="connsiteY82891"/>
              </a:cxn>
              <a:cxn ang="0">
                <a:pos x="connsiteX82892" y="connsiteY82892"/>
              </a:cxn>
              <a:cxn ang="0">
                <a:pos x="connsiteX82893" y="connsiteY82893"/>
              </a:cxn>
              <a:cxn ang="0">
                <a:pos x="connsiteX82894" y="connsiteY82894"/>
              </a:cxn>
              <a:cxn ang="0">
                <a:pos x="connsiteX82895" y="connsiteY82895"/>
              </a:cxn>
              <a:cxn ang="0">
                <a:pos x="connsiteX82896" y="connsiteY82896"/>
              </a:cxn>
              <a:cxn ang="0">
                <a:pos x="connsiteX82897" y="connsiteY82897"/>
              </a:cxn>
              <a:cxn ang="0">
                <a:pos x="connsiteX82898" y="connsiteY82898"/>
              </a:cxn>
              <a:cxn ang="0">
                <a:pos x="connsiteX82899" y="connsiteY82899"/>
              </a:cxn>
              <a:cxn ang="0">
                <a:pos x="connsiteX82900" y="connsiteY82900"/>
              </a:cxn>
              <a:cxn ang="0">
                <a:pos x="connsiteX82901" y="connsiteY82901"/>
              </a:cxn>
              <a:cxn ang="0">
                <a:pos x="connsiteX82902" y="connsiteY82902"/>
              </a:cxn>
              <a:cxn ang="0">
                <a:pos x="connsiteX82903" y="connsiteY82903"/>
              </a:cxn>
              <a:cxn ang="0">
                <a:pos x="connsiteX82904" y="connsiteY82904"/>
              </a:cxn>
              <a:cxn ang="0">
                <a:pos x="connsiteX82905" y="connsiteY82905"/>
              </a:cxn>
              <a:cxn ang="0">
                <a:pos x="connsiteX82906" y="connsiteY82906"/>
              </a:cxn>
              <a:cxn ang="0">
                <a:pos x="connsiteX82907" y="connsiteY82907"/>
              </a:cxn>
              <a:cxn ang="0">
                <a:pos x="connsiteX82908" y="connsiteY82908"/>
              </a:cxn>
              <a:cxn ang="0">
                <a:pos x="connsiteX82909" y="connsiteY82909"/>
              </a:cxn>
              <a:cxn ang="0">
                <a:pos x="connsiteX82910" y="connsiteY82910"/>
              </a:cxn>
              <a:cxn ang="0">
                <a:pos x="connsiteX82911" y="connsiteY82911"/>
              </a:cxn>
              <a:cxn ang="0">
                <a:pos x="connsiteX82912" y="connsiteY82912"/>
              </a:cxn>
              <a:cxn ang="0">
                <a:pos x="connsiteX82913" y="connsiteY82913"/>
              </a:cxn>
              <a:cxn ang="0">
                <a:pos x="connsiteX82914" y="connsiteY82914"/>
              </a:cxn>
              <a:cxn ang="0">
                <a:pos x="connsiteX82915" y="connsiteY82915"/>
              </a:cxn>
              <a:cxn ang="0">
                <a:pos x="connsiteX82916" y="connsiteY82916"/>
              </a:cxn>
              <a:cxn ang="0">
                <a:pos x="connsiteX82917" y="connsiteY82917"/>
              </a:cxn>
              <a:cxn ang="0">
                <a:pos x="connsiteX82918" y="connsiteY82918"/>
              </a:cxn>
              <a:cxn ang="0">
                <a:pos x="connsiteX82919" y="connsiteY82919"/>
              </a:cxn>
              <a:cxn ang="0">
                <a:pos x="connsiteX82920" y="connsiteY82920"/>
              </a:cxn>
              <a:cxn ang="0">
                <a:pos x="connsiteX82921" y="connsiteY82921"/>
              </a:cxn>
              <a:cxn ang="0">
                <a:pos x="connsiteX82922" y="connsiteY82922"/>
              </a:cxn>
              <a:cxn ang="0">
                <a:pos x="connsiteX82923" y="connsiteY82923"/>
              </a:cxn>
              <a:cxn ang="0">
                <a:pos x="connsiteX82924" y="connsiteY82924"/>
              </a:cxn>
              <a:cxn ang="0">
                <a:pos x="connsiteX82925" y="connsiteY82925"/>
              </a:cxn>
              <a:cxn ang="0">
                <a:pos x="connsiteX82926" y="connsiteY82926"/>
              </a:cxn>
              <a:cxn ang="0">
                <a:pos x="connsiteX82927" y="connsiteY82927"/>
              </a:cxn>
              <a:cxn ang="0">
                <a:pos x="connsiteX82928" y="connsiteY82928"/>
              </a:cxn>
              <a:cxn ang="0">
                <a:pos x="connsiteX82929" y="connsiteY82929"/>
              </a:cxn>
              <a:cxn ang="0">
                <a:pos x="connsiteX82930" y="connsiteY82930"/>
              </a:cxn>
              <a:cxn ang="0">
                <a:pos x="connsiteX82931" y="connsiteY82931"/>
              </a:cxn>
              <a:cxn ang="0">
                <a:pos x="connsiteX82932" y="connsiteY82932"/>
              </a:cxn>
              <a:cxn ang="0">
                <a:pos x="connsiteX82933" y="connsiteY82933"/>
              </a:cxn>
              <a:cxn ang="0">
                <a:pos x="connsiteX82934" y="connsiteY82934"/>
              </a:cxn>
              <a:cxn ang="0">
                <a:pos x="connsiteX82935" y="connsiteY82935"/>
              </a:cxn>
              <a:cxn ang="0">
                <a:pos x="connsiteX82936" y="connsiteY82936"/>
              </a:cxn>
              <a:cxn ang="0">
                <a:pos x="connsiteX82937" y="connsiteY82937"/>
              </a:cxn>
              <a:cxn ang="0">
                <a:pos x="connsiteX82938" y="connsiteY82938"/>
              </a:cxn>
              <a:cxn ang="0">
                <a:pos x="connsiteX82939" y="connsiteY82939"/>
              </a:cxn>
              <a:cxn ang="0">
                <a:pos x="connsiteX82940" y="connsiteY82940"/>
              </a:cxn>
              <a:cxn ang="0">
                <a:pos x="connsiteX82941" y="connsiteY82941"/>
              </a:cxn>
              <a:cxn ang="0">
                <a:pos x="connsiteX82942" y="connsiteY82942"/>
              </a:cxn>
              <a:cxn ang="0">
                <a:pos x="connsiteX82943" y="connsiteY82943"/>
              </a:cxn>
              <a:cxn ang="0">
                <a:pos x="connsiteX82944" y="connsiteY82944"/>
              </a:cxn>
              <a:cxn ang="0">
                <a:pos x="connsiteX82945" y="connsiteY82945"/>
              </a:cxn>
              <a:cxn ang="0">
                <a:pos x="connsiteX82946" y="connsiteY82946"/>
              </a:cxn>
              <a:cxn ang="0">
                <a:pos x="connsiteX82947" y="connsiteY82947"/>
              </a:cxn>
              <a:cxn ang="0">
                <a:pos x="connsiteX82948" y="connsiteY82948"/>
              </a:cxn>
              <a:cxn ang="0">
                <a:pos x="connsiteX82949" y="connsiteY82949"/>
              </a:cxn>
              <a:cxn ang="0">
                <a:pos x="connsiteX82950" y="connsiteY82950"/>
              </a:cxn>
              <a:cxn ang="0">
                <a:pos x="connsiteX82951" y="connsiteY82951"/>
              </a:cxn>
              <a:cxn ang="0">
                <a:pos x="connsiteX82952" y="connsiteY82952"/>
              </a:cxn>
              <a:cxn ang="0">
                <a:pos x="connsiteX82953" y="connsiteY82953"/>
              </a:cxn>
              <a:cxn ang="0">
                <a:pos x="connsiteX82954" y="connsiteY82954"/>
              </a:cxn>
              <a:cxn ang="0">
                <a:pos x="connsiteX82955" y="connsiteY82955"/>
              </a:cxn>
              <a:cxn ang="0">
                <a:pos x="connsiteX82956" y="connsiteY82956"/>
              </a:cxn>
              <a:cxn ang="0">
                <a:pos x="connsiteX82957" y="connsiteY82957"/>
              </a:cxn>
              <a:cxn ang="0">
                <a:pos x="connsiteX82958" y="connsiteY82958"/>
              </a:cxn>
              <a:cxn ang="0">
                <a:pos x="connsiteX82959" y="connsiteY82959"/>
              </a:cxn>
              <a:cxn ang="0">
                <a:pos x="connsiteX82960" y="connsiteY82960"/>
              </a:cxn>
              <a:cxn ang="0">
                <a:pos x="connsiteX82961" y="connsiteY82961"/>
              </a:cxn>
              <a:cxn ang="0">
                <a:pos x="connsiteX82962" y="connsiteY82962"/>
              </a:cxn>
              <a:cxn ang="0">
                <a:pos x="connsiteX82963" y="connsiteY82963"/>
              </a:cxn>
              <a:cxn ang="0">
                <a:pos x="connsiteX82964" y="connsiteY82964"/>
              </a:cxn>
              <a:cxn ang="0">
                <a:pos x="connsiteX82965" y="connsiteY82965"/>
              </a:cxn>
              <a:cxn ang="0">
                <a:pos x="connsiteX82966" y="connsiteY82966"/>
              </a:cxn>
              <a:cxn ang="0">
                <a:pos x="connsiteX82967" y="connsiteY82967"/>
              </a:cxn>
              <a:cxn ang="0">
                <a:pos x="connsiteX82968" y="connsiteY82968"/>
              </a:cxn>
              <a:cxn ang="0">
                <a:pos x="connsiteX82969" y="connsiteY82969"/>
              </a:cxn>
              <a:cxn ang="0">
                <a:pos x="connsiteX82970" y="connsiteY82970"/>
              </a:cxn>
              <a:cxn ang="0">
                <a:pos x="connsiteX82971" y="connsiteY82971"/>
              </a:cxn>
              <a:cxn ang="0">
                <a:pos x="connsiteX82972" y="connsiteY82972"/>
              </a:cxn>
              <a:cxn ang="0">
                <a:pos x="connsiteX82973" y="connsiteY82973"/>
              </a:cxn>
              <a:cxn ang="0">
                <a:pos x="connsiteX82974" y="connsiteY82974"/>
              </a:cxn>
              <a:cxn ang="0">
                <a:pos x="connsiteX82975" y="connsiteY82975"/>
              </a:cxn>
              <a:cxn ang="0">
                <a:pos x="connsiteX82976" y="connsiteY82976"/>
              </a:cxn>
              <a:cxn ang="0">
                <a:pos x="connsiteX82977" y="connsiteY82977"/>
              </a:cxn>
              <a:cxn ang="0">
                <a:pos x="connsiteX82978" y="connsiteY82978"/>
              </a:cxn>
              <a:cxn ang="0">
                <a:pos x="connsiteX82979" y="connsiteY82979"/>
              </a:cxn>
              <a:cxn ang="0">
                <a:pos x="connsiteX82980" y="connsiteY82980"/>
              </a:cxn>
              <a:cxn ang="0">
                <a:pos x="connsiteX82981" y="connsiteY82981"/>
              </a:cxn>
              <a:cxn ang="0">
                <a:pos x="connsiteX82982" y="connsiteY82982"/>
              </a:cxn>
              <a:cxn ang="0">
                <a:pos x="connsiteX82983" y="connsiteY82983"/>
              </a:cxn>
              <a:cxn ang="0">
                <a:pos x="connsiteX82984" y="connsiteY82984"/>
              </a:cxn>
              <a:cxn ang="0">
                <a:pos x="connsiteX82985" y="connsiteY82985"/>
              </a:cxn>
              <a:cxn ang="0">
                <a:pos x="connsiteX82986" y="connsiteY82986"/>
              </a:cxn>
              <a:cxn ang="0">
                <a:pos x="connsiteX82987" y="connsiteY82987"/>
              </a:cxn>
              <a:cxn ang="0">
                <a:pos x="connsiteX82988" y="connsiteY82988"/>
              </a:cxn>
              <a:cxn ang="0">
                <a:pos x="connsiteX82989" y="connsiteY82989"/>
              </a:cxn>
              <a:cxn ang="0">
                <a:pos x="connsiteX82990" y="connsiteY82990"/>
              </a:cxn>
              <a:cxn ang="0">
                <a:pos x="connsiteX82991" y="connsiteY82991"/>
              </a:cxn>
              <a:cxn ang="0">
                <a:pos x="connsiteX82992" y="connsiteY82992"/>
              </a:cxn>
              <a:cxn ang="0">
                <a:pos x="connsiteX82993" y="connsiteY82993"/>
              </a:cxn>
              <a:cxn ang="0">
                <a:pos x="connsiteX82994" y="connsiteY82994"/>
              </a:cxn>
              <a:cxn ang="0">
                <a:pos x="connsiteX82995" y="connsiteY82995"/>
              </a:cxn>
              <a:cxn ang="0">
                <a:pos x="connsiteX82996" y="connsiteY82996"/>
              </a:cxn>
              <a:cxn ang="0">
                <a:pos x="connsiteX82997" y="connsiteY82997"/>
              </a:cxn>
              <a:cxn ang="0">
                <a:pos x="connsiteX82998" y="connsiteY82998"/>
              </a:cxn>
              <a:cxn ang="0">
                <a:pos x="connsiteX82999" y="connsiteY82999"/>
              </a:cxn>
              <a:cxn ang="0">
                <a:pos x="connsiteX83000" y="connsiteY83000"/>
              </a:cxn>
              <a:cxn ang="0">
                <a:pos x="connsiteX83001" y="connsiteY83001"/>
              </a:cxn>
              <a:cxn ang="0">
                <a:pos x="connsiteX83002" y="connsiteY83002"/>
              </a:cxn>
              <a:cxn ang="0">
                <a:pos x="connsiteX83003" y="connsiteY83003"/>
              </a:cxn>
              <a:cxn ang="0">
                <a:pos x="connsiteX83004" y="connsiteY83004"/>
              </a:cxn>
              <a:cxn ang="0">
                <a:pos x="connsiteX83005" y="connsiteY83005"/>
              </a:cxn>
              <a:cxn ang="0">
                <a:pos x="connsiteX83006" y="connsiteY83006"/>
              </a:cxn>
              <a:cxn ang="0">
                <a:pos x="connsiteX83007" y="connsiteY83007"/>
              </a:cxn>
              <a:cxn ang="0">
                <a:pos x="connsiteX83008" y="connsiteY83008"/>
              </a:cxn>
              <a:cxn ang="0">
                <a:pos x="connsiteX83009" y="connsiteY83009"/>
              </a:cxn>
              <a:cxn ang="0">
                <a:pos x="connsiteX83010" y="connsiteY83010"/>
              </a:cxn>
              <a:cxn ang="0">
                <a:pos x="connsiteX83011" y="connsiteY83011"/>
              </a:cxn>
              <a:cxn ang="0">
                <a:pos x="connsiteX83012" y="connsiteY83012"/>
              </a:cxn>
              <a:cxn ang="0">
                <a:pos x="connsiteX83013" y="connsiteY83013"/>
              </a:cxn>
              <a:cxn ang="0">
                <a:pos x="connsiteX83014" y="connsiteY83014"/>
              </a:cxn>
              <a:cxn ang="0">
                <a:pos x="connsiteX83015" y="connsiteY83015"/>
              </a:cxn>
              <a:cxn ang="0">
                <a:pos x="connsiteX83016" y="connsiteY83016"/>
              </a:cxn>
              <a:cxn ang="0">
                <a:pos x="connsiteX83017" y="connsiteY83017"/>
              </a:cxn>
              <a:cxn ang="0">
                <a:pos x="connsiteX83018" y="connsiteY83018"/>
              </a:cxn>
              <a:cxn ang="0">
                <a:pos x="connsiteX83019" y="connsiteY83019"/>
              </a:cxn>
              <a:cxn ang="0">
                <a:pos x="connsiteX83020" y="connsiteY83020"/>
              </a:cxn>
              <a:cxn ang="0">
                <a:pos x="connsiteX83021" y="connsiteY83021"/>
              </a:cxn>
              <a:cxn ang="0">
                <a:pos x="connsiteX83022" y="connsiteY83022"/>
              </a:cxn>
              <a:cxn ang="0">
                <a:pos x="connsiteX83023" y="connsiteY83023"/>
              </a:cxn>
              <a:cxn ang="0">
                <a:pos x="connsiteX83024" y="connsiteY83024"/>
              </a:cxn>
              <a:cxn ang="0">
                <a:pos x="connsiteX83025" y="connsiteY83025"/>
              </a:cxn>
              <a:cxn ang="0">
                <a:pos x="connsiteX83026" y="connsiteY83026"/>
              </a:cxn>
              <a:cxn ang="0">
                <a:pos x="connsiteX83027" y="connsiteY83027"/>
              </a:cxn>
              <a:cxn ang="0">
                <a:pos x="connsiteX83028" y="connsiteY83028"/>
              </a:cxn>
              <a:cxn ang="0">
                <a:pos x="connsiteX83029" y="connsiteY83029"/>
              </a:cxn>
              <a:cxn ang="0">
                <a:pos x="connsiteX83030" y="connsiteY83030"/>
              </a:cxn>
              <a:cxn ang="0">
                <a:pos x="connsiteX83031" y="connsiteY83031"/>
              </a:cxn>
              <a:cxn ang="0">
                <a:pos x="connsiteX83032" y="connsiteY83032"/>
              </a:cxn>
              <a:cxn ang="0">
                <a:pos x="connsiteX83033" y="connsiteY83033"/>
              </a:cxn>
              <a:cxn ang="0">
                <a:pos x="connsiteX83034" y="connsiteY83034"/>
              </a:cxn>
              <a:cxn ang="0">
                <a:pos x="connsiteX83035" y="connsiteY83035"/>
              </a:cxn>
              <a:cxn ang="0">
                <a:pos x="connsiteX83036" y="connsiteY83036"/>
              </a:cxn>
              <a:cxn ang="0">
                <a:pos x="connsiteX83037" y="connsiteY83037"/>
              </a:cxn>
              <a:cxn ang="0">
                <a:pos x="connsiteX83038" y="connsiteY83038"/>
              </a:cxn>
              <a:cxn ang="0">
                <a:pos x="connsiteX83039" y="connsiteY83039"/>
              </a:cxn>
              <a:cxn ang="0">
                <a:pos x="connsiteX83040" y="connsiteY83040"/>
              </a:cxn>
              <a:cxn ang="0">
                <a:pos x="connsiteX83041" y="connsiteY83041"/>
              </a:cxn>
              <a:cxn ang="0">
                <a:pos x="connsiteX83042" y="connsiteY83042"/>
              </a:cxn>
              <a:cxn ang="0">
                <a:pos x="connsiteX83043" y="connsiteY83043"/>
              </a:cxn>
              <a:cxn ang="0">
                <a:pos x="connsiteX83044" y="connsiteY83044"/>
              </a:cxn>
              <a:cxn ang="0">
                <a:pos x="connsiteX83045" y="connsiteY83045"/>
              </a:cxn>
              <a:cxn ang="0">
                <a:pos x="connsiteX83046" y="connsiteY83046"/>
              </a:cxn>
              <a:cxn ang="0">
                <a:pos x="connsiteX83047" y="connsiteY83047"/>
              </a:cxn>
              <a:cxn ang="0">
                <a:pos x="connsiteX83048" y="connsiteY83048"/>
              </a:cxn>
              <a:cxn ang="0">
                <a:pos x="connsiteX83049" y="connsiteY83049"/>
              </a:cxn>
              <a:cxn ang="0">
                <a:pos x="connsiteX83050" y="connsiteY83050"/>
              </a:cxn>
              <a:cxn ang="0">
                <a:pos x="connsiteX83051" y="connsiteY83051"/>
              </a:cxn>
              <a:cxn ang="0">
                <a:pos x="connsiteX83052" y="connsiteY83052"/>
              </a:cxn>
              <a:cxn ang="0">
                <a:pos x="connsiteX83053" y="connsiteY83053"/>
              </a:cxn>
              <a:cxn ang="0">
                <a:pos x="connsiteX83054" y="connsiteY83054"/>
              </a:cxn>
              <a:cxn ang="0">
                <a:pos x="connsiteX83055" y="connsiteY83055"/>
              </a:cxn>
              <a:cxn ang="0">
                <a:pos x="connsiteX83056" y="connsiteY83056"/>
              </a:cxn>
              <a:cxn ang="0">
                <a:pos x="connsiteX83057" y="connsiteY83057"/>
              </a:cxn>
              <a:cxn ang="0">
                <a:pos x="connsiteX83058" y="connsiteY83058"/>
              </a:cxn>
              <a:cxn ang="0">
                <a:pos x="connsiteX83059" y="connsiteY83059"/>
              </a:cxn>
              <a:cxn ang="0">
                <a:pos x="connsiteX83060" y="connsiteY83060"/>
              </a:cxn>
              <a:cxn ang="0">
                <a:pos x="connsiteX83061" y="connsiteY83061"/>
              </a:cxn>
              <a:cxn ang="0">
                <a:pos x="connsiteX83062" y="connsiteY83062"/>
              </a:cxn>
              <a:cxn ang="0">
                <a:pos x="connsiteX83063" y="connsiteY83063"/>
              </a:cxn>
              <a:cxn ang="0">
                <a:pos x="connsiteX83064" y="connsiteY83064"/>
              </a:cxn>
              <a:cxn ang="0">
                <a:pos x="connsiteX83065" y="connsiteY83065"/>
              </a:cxn>
              <a:cxn ang="0">
                <a:pos x="connsiteX83066" y="connsiteY83066"/>
              </a:cxn>
              <a:cxn ang="0">
                <a:pos x="connsiteX83067" y="connsiteY83067"/>
              </a:cxn>
              <a:cxn ang="0">
                <a:pos x="connsiteX83068" y="connsiteY83068"/>
              </a:cxn>
              <a:cxn ang="0">
                <a:pos x="connsiteX83069" y="connsiteY83069"/>
              </a:cxn>
              <a:cxn ang="0">
                <a:pos x="connsiteX83070" y="connsiteY83070"/>
              </a:cxn>
              <a:cxn ang="0">
                <a:pos x="connsiteX83071" y="connsiteY83071"/>
              </a:cxn>
              <a:cxn ang="0">
                <a:pos x="connsiteX83072" y="connsiteY83072"/>
              </a:cxn>
              <a:cxn ang="0">
                <a:pos x="connsiteX83073" y="connsiteY83073"/>
              </a:cxn>
              <a:cxn ang="0">
                <a:pos x="connsiteX83074" y="connsiteY83074"/>
              </a:cxn>
              <a:cxn ang="0">
                <a:pos x="connsiteX83075" y="connsiteY83075"/>
              </a:cxn>
              <a:cxn ang="0">
                <a:pos x="connsiteX83076" y="connsiteY83076"/>
              </a:cxn>
              <a:cxn ang="0">
                <a:pos x="connsiteX83077" y="connsiteY83077"/>
              </a:cxn>
              <a:cxn ang="0">
                <a:pos x="connsiteX83078" y="connsiteY83078"/>
              </a:cxn>
              <a:cxn ang="0">
                <a:pos x="connsiteX83079" y="connsiteY83079"/>
              </a:cxn>
              <a:cxn ang="0">
                <a:pos x="connsiteX83080" y="connsiteY83080"/>
              </a:cxn>
              <a:cxn ang="0">
                <a:pos x="connsiteX83081" y="connsiteY83081"/>
              </a:cxn>
              <a:cxn ang="0">
                <a:pos x="connsiteX83082" y="connsiteY83082"/>
              </a:cxn>
              <a:cxn ang="0">
                <a:pos x="connsiteX83083" y="connsiteY83083"/>
              </a:cxn>
              <a:cxn ang="0">
                <a:pos x="connsiteX83084" y="connsiteY83084"/>
              </a:cxn>
              <a:cxn ang="0">
                <a:pos x="connsiteX83085" y="connsiteY83085"/>
              </a:cxn>
              <a:cxn ang="0">
                <a:pos x="connsiteX83086" y="connsiteY83086"/>
              </a:cxn>
              <a:cxn ang="0">
                <a:pos x="connsiteX83087" y="connsiteY83087"/>
              </a:cxn>
              <a:cxn ang="0">
                <a:pos x="connsiteX83088" y="connsiteY83088"/>
              </a:cxn>
              <a:cxn ang="0">
                <a:pos x="connsiteX83089" y="connsiteY83089"/>
              </a:cxn>
              <a:cxn ang="0">
                <a:pos x="connsiteX83090" y="connsiteY83090"/>
              </a:cxn>
              <a:cxn ang="0">
                <a:pos x="connsiteX83091" y="connsiteY83091"/>
              </a:cxn>
              <a:cxn ang="0">
                <a:pos x="connsiteX83092" y="connsiteY83092"/>
              </a:cxn>
              <a:cxn ang="0">
                <a:pos x="connsiteX83093" y="connsiteY83093"/>
              </a:cxn>
              <a:cxn ang="0">
                <a:pos x="connsiteX83094" y="connsiteY83094"/>
              </a:cxn>
              <a:cxn ang="0">
                <a:pos x="connsiteX83095" y="connsiteY83095"/>
              </a:cxn>
              <a:cxn ang="0">
                <a:pos x="connsiteX83096" y="connsiteY83096"/>
              </a:cxn>
              <a:cxn ang="0">
                <a:pos x="connsiteX83097" y="connsiteY83097"/>
              </a:cxn>
              <a:cxn ang="0">
                <a:pos x="connsiteX83098" y="connsiteY83098"/>
              </a:cxn>
              <a:cxn ang="0">
                <a:pos x="connsiteX83099" y="connsiteY83099"/>
              </a:cxn>
              <a:cxn ang="0">
                <a:pos x="connsiteX83100" y="connsiteY83100"/>
              </a:cxn>
              <a:cxn ang="0">
                <a:pos x="connsiteX83101" y="connsiteY83101"/>
              </a:cxn>
              <a:cxn ang="0">
                <a:pos x="connsiteX83102" y="connsiteY83102"/>
              </a:cxn>
              <a:cxn ang="0">
                <a:pos x="connsiteX83103" y="connsiteY83103"/>
              </a:cxn>
              <a:cxn ang="0">
                <a:pos x="connsiteX83104" y="connsiteY83104"/>
              </a:cxn>
              <a:cxn ang="0">
                <a:pos x="connsiteX83105" y="connsiteY83105"/>
              </a:cxn>
              <a:cxn ang="0">
                <a:pos x="connsiteX83106" y="connsiteY83106"/>
              </a:cxn>
              <a:cxn ang="0">
                <a:pos x="connsiteX83107" y="connsiteY83107"/>
              </a:cxn>
              <a:cxn ang="0">
                <a:pos x="connsiteX83108" y="connsiteY83108"/>
              </a:cxn>
              <a:cxn ang="0">
                <a:pos x="connsiteX83109" y="connsiteY83109"/>
              </a:cxn>
              <a:cxn ang="0">
                <a:pos x="connsiteX83110" y="connsiteY83110"/>
              </a:cxn>
              <a:cxn ang="0">
                <a:pos x="connsiteX83111" y="connsiteY83111"/>
              </a:cxn>
              <a:cxn ang="0">
                <a:pos x="connsiteX83112" y="connsiteY83112"/>
              </a:cxn>
              <a:cxn ang="0">
                <a:pos x="connsiteX83113" y="connsiteY83113"/>
              </a:cxn>
              <a:cxn ang="0">
                <a:pos x="connsiteX83114" y="connsiteY83114"/>
              </a:cxn>
              <a:cxn ang="0">
                <a:pos x="connsiteX83115" y="connsiteY83115"/>
              </a:cxn>
              <a:cxn ang="0">
                <a:pos x="connsiteX83116" y="connsiteY83116"/>
              </a:cxn>
              <a:cxn ang="0">
                <a:pos x="connsiteX83117" y="connsiteY83117"/>
              </a:cxn>
              <a:cxn ang="0">
                <a:pos x="connsiteX83118" y="connsiteY83118"/>
              </a:cxn>
              <a:cxn ang="0">
                <a:pos x="connsiteX83119" y="connsiteY83119"/>
              </a:cxn>
              <a:cxn ang="0">
                <a:pos x="connsiteX83120" y="connsiteY83120"/>
              </a:cxn>
              <a:cxn ang="0">
                <a:pos x="connsiteX83121" y="connsiteY83121"/>
              </a:cxn>
              <a:cxn ang="0">
                <a:pos x="connsiteX83122" y="connsiteY83122"/>
              </a:cxn>
              <a:cxn ang="0">
                <a:pos x="connsiteX83123" y="connsiteY83123"/>
              </a:cxn>
              <a:cxn ang="0">
                <a:pos x="connsiteX83124" y="connsiteY83124"/>
              </a:cxn>
              <a:cxn ang="0">
                <a:pos x="connsiteX83125" y="connsiteY83125"/>
              </a:cxn>
              <a:cxn ang="0">
                <a:pos x="connsiteX83126" y="connsiteY83126"/>
              </a:cxn>
              <a:cxn ang="0">
                <a:pos x="connsiteX83127" y="connsiteY83127"/>
              </a:cxn>
              <a:cxn ang="0">
                <a:pos x="connsiteX83128" y="connsiteY83128"/>
              </a:cxn>
              <a:cxn ang="0">
                <a:pos x="connsiteX83129" y="connsiteY83129"/>
              </a:cxn>
              <a:cxn ang="0">
                <a:pos x="connsiteX83130" y="connsiteY83130"/>
              </a:cxn>
              <a:cxn ang="0">
                <a:pos x="connsiteX83131" y="connsiteY83131"/>
              </a:cxn>
              <a:cxn ang="0">
                <a:pos x="connsiteX83132" y="connsiteY83132"/>
              </a:cxn>
              <a:cxn ang="0">
                <a:pos x="connsiteX83133" y="connsiteY83133"/>
              </a:cxn>
              <a:cxn ang="0">
                <a:pos x="connsiteX83134" y="connsiteY83134"/>
              </a:cxn>
              <a:cxn ang="0">
                <a:pos x="connsiteX83135" y="connsiteY83135"/>
              </a:cxn>
              <a:cxn ang="0">
                <a:pos x="connsiteX83136" y="connsiteY83136"/>
              </a:cxn>
              <a:cxn ang="0">
                <a:pos x="connsiteX83137" y="connsiteY83137"/>
              </a:cxn>
              <a:cxn ang="0">
                <a:pos x="connsiteX83138" y="connsiteY83138"/>
              </a:cxn>
              <a:cxn ang="0">
                <a:pos x="connsiteX83139" y="connsiteY83139"/>
              </a:cxn>
              <a:cxn ang="0">
                <a:pos x="connsiteX83140" y="connsiteY83140"/>
              </a:cxn>
              <a:cxn ang="0">
                <a:pos x="connsiteX83141" y="connsiteY83141"/>
              </a:cxn>
              <a:cxn ang="0">
                <a:pos x="connsiteX83142" y="connsiteY83142"/>
              </a:cxn>
              <a:cxn ang="0">
                <a:pos x="connsiteX83143" y="connsiteY83143"/>
              </a:cxn>
              <a:cxn ang="0">
                <a:pos x="connsiteX83144" y="connsiteY83144"/>
              </a:cxn>
              <a:cxn ang="0">
                <a:pos x="connsiteX83145" y="connsiteY83145"/>
              </a:cxn>
              <a:cxn ang="0">
                <a:pos x="connsiteX83146" y="connsiteY83146"/>
              </a:cxn>
              <a:cxn ang="0">
                <a:pos x="connsiteX83147" y="connsiteY83147"/>
              </a:cxn>
              <a:cxn ang="0">
                <a:pos x="connsiteX83148" y="connsiteY83148"/>
              </a:cxn>
              <a:cxn ang="0">
                <a:pos x="connsiteX83149" y="connsiteY83149"/>
              </a:cxn>
              <a:cxn ang="0">
                <a:pos x="connsiteX83150" y="connsiteY83150"/>
              </a:cxn>
              <a:cxn ang="0">
                <a:pos x="connsiteX83151" y="connsiteY83151"/>
              </a:cxn>
              <a:cxn ang="0">
                <a:pos x="connsiteX83152" y="connsiteY83152"/>
              </a:cxn>
              <a:cxn ang="0">
                <a:pos x="connsiteX83153" y="connsiteY83153"/>
              </a:cxn>
              <a:cxn ang="0">
                <a:pos x="connsiteX83154" y="connsiteY83154"/>
              </a:cxn>
              <a:cxn ang="0">
                <a:pos x="connsiteX83155" y="connsiteY83155"/>
              </a:cxn>
              <a:cxn ang="0">
                <a:pos x="connsiteX83156" y="connsiteY83156"/>
              </a:cxn>
              <a:cxn ang="0">
                <a:pos x="connsiteX83157" y="connsiteY83157"/>
              </a:cxn>
              <a:cxn ang="0">
                <a:pos x="connsiteX83158" y="connsiteY83158"/>
              </a:cxn>
              <a:cxn ang="0">
                <a:pos x="connsiteX83159" y="connsiteY83159"/>
              </a:cxn>
              <a:cxn ang="0">
                <a:pos x="connsiteX83160" y="connsiteY83160"/>
              </a:cxn>
              <a:cxn ang="0">
                <a:pos x="connsiteX83161" y="connsiteY83161"/>
              </a:cxn>
              <a:cxn ang="0">
                <a:pos x="connsiteX83162" y="connsiteY83162"/>
              </a:cxn>
              <a:cxn ang="0">
                <a:pos x="connsiteX83163" y="connsiteY83163"/>
              </a:cxn>
              <a:cxn ang="0">
                <a:pos x="connsiteX83164" y="connsiteY83164"/>
              </a:cxn>
              <a:cxn ang="0">
                <a:pos x="connsiteX83165" y="connsiteY83165"/>
              </a:cxn>
              <a:cxn ang="0">
                <a:pos x="connsiteX83166" y="connsiteY83166"/>
              </a:cxn>
              <a:cxn ang="0">
                <a:pos x="connsiteX83167" y="connsiteY83167"/>
              </a:cxn>
              <a:cxn ang="0">
                <a:pos x="connsiteX83168" y="connsiteY83168"/>
              </a:cxn>
              <a:cxn ang="0">
                <a:pos x="connsiteX83169" y="connsiteY83169"/>
              </a:cxn>
              <a:cxn ang="0">
                <a:pos x="connsiteX83170" y="connsiteY83170"/>
              </a:cxn>
              <a:cxn ang="0">
                <a:pos x="connsiteX83171" y="connsiteY83171"/>
              </a:cxn>
              <a:cxn ang="0">
                <a:pos x="connsiteX83172" y="connsiteY83172"/>
              </a:cxn>
              <a:cxn ang="0">
                <a:pos x="connsiteX83173" y="connsiteY83173"/>
              </a:cxn>
              <a:cxn ang="0">
                <a:pos x="connsiteX83174" y="connsiteY83174"/>
              </a:cxn>
              <a:cxn ang="0">
                <a:pos x="connsiteX83175" y="connsiteY83175"/>
              </a:cxn>
              <a:cxn ang="0">
                <a:pos x="connsiteX83176" y="connsiteY83176"/>
              </a:cxn>
              <a:cxn ang="0">
                <a:pos x="connsiteX83177" y="connsiteY83177"/>
              </a:cxn>
              <a:cxn ang="0">
                <a:pos x="connsiteX83178" y="connsiteY83178"/>
              </a:cxn>
              <a:cxn ang="0">
                <a:pos x="connsiteX83179" y="connsiteY83179"/>
              </a:cxn>
              <a:cxn ang="0">
                <a:pos x="connsiteX83180" y="connsiteY83180"/>
              </a:cxn>
              <a:cxn ang="0">
                <a:pos x="connsiteX83181" y="connsiteY83181"/>
              </a:cxn>
              <a:cxn ang="0">
                <a:pos x="connsiteX83182" y="connsiteY83182"/>
              </a:cxn>
              <a:cxn ang="0">
                <a:pos x="connsiteX83183" y="connsiteY83183"/>
              </a:cxn>
              <a:cxn ang="0">
                <a:pos x="connsiteX83184" y="connsiteY83184"/>
              </a:cxn>
              <a:cxn ang="0">
                <a:pos x="connsiteX83185" y="connsiteY83185"/>
              </a:cxn>
              <a:cxn ang="0">
                <a:pos x="connsiteX83186" y="connsiteY83186"/>
              </a:cxn>
              <a:cxn ang="0">
                <a:pos x="connsiteX83187" y="connsiteY83187"/>
              </a:cxn>
              <a:cxn ang="0">
                <a:pos x="connsiteX83188" y="connsiteY83188"/>
              </a:cxn>
              <a:cxn ang="0">
                <a:pos x="connsiteX83189" y="connsiteY83189"/>
              </a:cxn>
              <a:cxn ang="0">
                <a:pos x="connsiteX83190" y="connsiteY83190"/>
              </a:cxn>
              <a:cxn ang="0">
                <a:pos x="connsiteX83191" y="connsiteY83191"/>
              </a:cxn>
              <a:cxn ang="0">
                <a:pos x="connsiteX83192" y="connsiteY83192"/>
              </a:cxn>
              <a:cxn ang="0">
                <a:pos x="connsiteX83193" y="connsiteY83193"/>
              </a:cxn>
              <a:cxn ang="0">
                <a:pos x="connsiteX83194" y="connsiteY83194"/>
              </a:cxn>
              <a:cxn ang="0">
                <a:pos x="connsiteX83195" y="connsiteY83195"/>
              </a:cxn>
              <a:cxn ang="0">
                <a:pos x="connsiteX83196" y="connsiteY83196"/>
              </a:cxn>
              <a:cxn ang="0">
                <a:pos x="connsiteX83197" y="connsiteY83197"/>
              </a:cxn>
              <a:cxn ang="0">
                <a:pos x="connsiteX83198" y="connsiteY83198"/>
              </a:cxn>
              <a:cxn ang="0">
                <a:pos x="connsiteX83199" y="connsiteY83199"/>
              </a:cxn>
              <a:cxn ang="0">
                <a:pos x="connsiteX83200" y="connsiteY83200"/>
              </a:cxn>
              <a:cxn ang="0">
                <a:pos x="connsiteX83201" y="connsiteY83201"/>
              </a:cxn>
              <a:cxn ang="0">
                <a:pos x="connsiteX83202" y="connsiteY83202"/>
              </a:cxn>
              <a:cxn ang="0">
                <a:pos x="connsiteX83203" y="connsiteY83203"/>
              </a:cxn>
              <a:cxn ang="0">
                <a:pos x="connsiteX83204" y="connsiteY83204"/>
              </a:cxn>
              <a:cxn ang="0">
                <a:pos x="connsiteX83205" y="connsiteY83205"/>
              </a:cxn>
              <a:cxn ang="0">
                <a:pos x="connsiteX83206" y="connsiteY83206"/>
              </a:cxn>
              <a:cxn ang="0">
                <a:pos x="connsiteX83207" y="connsiteY83207"/>
              </a:cxn>
              <a:cxn ang="0">
                <a:pos x="connsiteX83208" y="connsiteY83208"/>
              </a:cxn>
              <a:cxn ang="0">
                <a:pos x="connsiteX83209" y="connsiteY83209"/>
              </a:cxn>
              <a:cxn ang="0">
                <a:pos x="connsiteX83210" y="connsiteY83210"/>
              </a:cxn>
              <a:cxn ang="0">
                <a:pos x="connsiteX83211" y="connsiteY83211"/>
              </a:cxn>
              <a:cxn ang="0">
                <a:pos x="connsiteX83212" y="connsiteY83212"/>
              </a:cxn>
              <a:cxn ang="0">
                <a:pos x="connsiteX83213" y="connsiteY83213"/>
              </a:cxn>
              <a:cxn ang="0">
                <a:pos x="connsiteX83214" y="connsiteY83214"/>
              </a:cxn>
              <a:cxn ang="0">
                <a:pos x="connsiteX83215" y="connsiteY83215"/>
              </a:cxn>
              <a:cxn ang="0">
                <a:pos x="connsiteX83216" y="connsiteY83216"/>
              </a:cxn>
              <a:cxn ang="0">
                <a:pos x="connsiteX83217" y="connsiteY83217"/>
              </a:cxn>
              <a:cxn ang="0">
                <a:pos x="connsiteX83218" y="connsiteY83218"/>
              </a:cxn>
              <a:cxn ang="0">
                <a:pos x="connsiteX83219" y="connsiteY83219"/>
              </a:cxn>
              <a:cxn ang="0">
                <a:pos x="connsiteX83220" y="connsiteY83220"/>
              </a:cxn>
              <a:cxn ang="0">
                <a:pos x="connsiteX83221" y="connsiteY83221"/>
              </a:cxn>
              <a:cxn ang="0">
                <a:pos x="connsiteX83222" y="connsiteY83222"/>
              </a:cxn>
              <a:cxn ang="0">
                <a:pos x="connsiteX83223" y="connsiteY83223"/>
              </a:cxn>
              <a:cxn ang="0">
                <a:pos x="connsiteX83224" y="connsiteY83224"/>
              </a:cxn>
              <a:cxn ang="0">
                <a:pos x="connsiteX83225" y="connsiteY83225"/>
              </a:cxn>
              <a:cxn ang="0">
                <a:pos x="connsiteX83226" y="connsiteY83226"/>
              </a:cxn>
              <a:cxn ang="0">
                <a:pos x="connsiteX83227" y="connsiteY83227"/>
              </a:cxn>
              <a:cxn ang="0">
                <a:pos x="connsiteX83228" y="connsiteY83228"/>
              </a:cxn>
              <a:cxn ang="0">
                <a:pos x="connsiteX83229" y="connsiteY83229"/>
              </a:cxn>
              <a:cxn ang="0">
                <a:pos x="connsiteX83230" y="connsiteY83230"/>
              </a:cxn>
              <a:cxn ang="0">
                <a:pos x="connsiteX83231" y="connsiteY83231"/>
              </a:cxn>
              <a:cxn ang="0">
                <a:pos x="connsiteX83232" y="connsiteY83232"/>
              </a:cxn>
              <a:cxn ang="0">
                <a:pos x="connsiteX83233" y="connsiteY83233"/>
              </a:cxn>
              <a:cxn ang="0">
                <a:pos x="connsiteX83234" y="connsiteY83234"/>
              </a:cxn>
              <a:cxn ang="0">
                <a:pos x="connsiteX83235" y="connsiteY83235"/>
              </a:cxn>
              <a:cxn ang="0">
                <a:pos x="connsiteX83236" y="connsiteY83236"/>
              </a:cxn>
              <a:cxn ang="0">
                <a:pos x="connsiteX83237" y="connsiteY83237"/>
              </a:cxn>
              <a:cxn ang="0">
                <a:pos x="connsiteX83238" y="connsiteY83238"/>
              </a:cxn>
              <a:cxn ang="0">
                <a:pos x="connsiteX83239" y="connsiteY83239"/>
              </a:cxn>
              <a:cxn ang="0">
                <a:pos x="connsiteX83240" y="connsiteY83240"/>
              </a:cxn>
              <a:cxn ang="0">
                <a:pos x="connsiteX83241" y="connsiteY83241"/>
              </a:cxn>
              <a:cxn ang="0">
                <a:pos x="connsiteX83242" y="connsiteY83242"/>
              </a:cxn>
              <a:cxn ang="0">
                <a:pos x="connsiteX83243" y="connsiteY83243"/>
              </a:cxn>
              <a:cxn ang="0">
                <a:pos x="connsiteX83244" y="connsiteY83244"/>
              </a:cxn>
              <a:cxn ang="0">
                <a:pos x="connsiteX83245" y="connsiteY83245"/>
              </a:cxn>
              <a:cxn ang="0">
                <a:pos x="connsiteX83246" y="connsiteY83246"/>
              </a:cxn>
              <a:cxn ang="0">
                <a:pos x="connsiteX83247" y="connsiteY83247"/>
              </a:cxn>
              <a:cxn ang="0">
                <a:pos x="connsiteX83248" y="connsiteY83248"/>
              </a:cxn>
              <a:cxn ang="0">
                <a:pos x="connsiteX83249" y="connsiteY83249"/>
              </a:cxn>
              <a:cxn ang="0">
                <a:pos x="connsiteX83250" y="connsiteY83250"/>
              </a:cxn>
              <a:cxn ang="0">
                <a:pos x="connsiteX83251" y="connsiteY83251"/>
              </a:cxn>
              <a:cxn ang="0">
                <a:pos x="connsiteX83252" y="connsiteY83252"/>
              </a:cxn>
              <a:cxn ang="0">
                <a:pos x="connsiteX83253" y="connsiteY83253"/>
              </a:cxn>
              <a:cxn ang="0">
                <a:pos x="connsiteX83254" y="connsiteY83254"/>
              </a:cxn>
              <a:cxn ang="0">
                <a:pos x="connsiteX83255" y="connsiteY83255"/>
              </a:cxn>
              <a:cxn ang="0">
                <a:pos x="connsiteX83256" y="connsiteY83256"/>
              </a:cxn>
              <a:cxn ang="0">
                <a:pos x="connsiteX83257" y="connsiteY83257"/>
              </a:cxn>
              <a:cxn ang="0">
                <a:pos x="connsiteX83258" y="connsiteY83258"/>
              </a:cxn>
              <a:cxn ang="0">
                <a:pos x="connsiteX83259" y="connsiteY83259"/>
              </a:cxn>
              <a:cxn ang="0">
                <a:pos x="connsiteX83260" y="connsiteY83260"/>
              </a:cxn>
              <a:cxn ang="0">
                <a:pos x="connsiteX83261" y="connsiteY83261"/>
              </a:cxn>
              <a:cxn ang="0">
                <a:pos x="connsiteX83262" y="connsiteY83262"/>
              </a:cxn>
              <a:cxn ang="0">
                <a:pos x="connsiteX83263" y="connsiteY83263"/>
              </a:cxn>
              <a:cxn ang="0">
                <a:pos x="connsiteX83264" y="connsiteY83264"/>
              </a:cxn>
              <a:cxn ang="0">
                <a:pos x="connsiteX83265" y="connsiteY83265"/>
              </a:cxn>
              <a:cxn ang="0">
                <a:pos x="connsiteX83266" y="connsiteY83266"/>
              </a:cxn>
              <a:cxn ang="0">
                <a:pos x="connsiteX83267" y="connsiteY83267"/>
              </a:cxn>
              <a:cxn ang="0">
                <a:pos x="connsiteX83268" y="connsiteY83268"/>
              </a:cxn>
              <a:cxn ang="0">
                <a:pos x="connsiteX83269" y="connsiteY83269"/>
              </a:cxn>
              <a:cxn ang="0">
                <a:pos x="connsiteX83270" y="connsiteY83270"/>
              </a:cxn>
              <a:cxn ang="0">
                <a:pos x="connsiteX83271" y="connsiteY83271"/>
              </a:cxn>
              <a:cxn ang="0">
                <a:pos x="connsiteX83272" y="connsiteY83272"/>
              </a:cxn>
              <a:cxn ang="0">
                <a:pos x="connsiteX83273" y="connsiteY83273"/>
              </a:cxn>
              <a:cxn ang="0">
                <a:pos x="connsiteX83274" y="connsiteY83274"/>
              </a:cxn>
              <a:cxn ang="0">
                <a:pos x="connsiteX83275" y="connsiteY83275"/>
              </a:cxn>
              <a:cxn ang="0">
                <a:pos x="connsiteX83276" y="connsiteY83276"/>
              </a:cxn>
              <a:cxn ang="0">
                <a:pos x="connsiteX83277" y="connsiteY83277"/>
              </a:cxn>
              <a:cxn ang="0">
                <a:pos x="connsiteX83278" y="connsiteY83278"/>
              </a:cxn>
              <a:cxn ang="0">
                <a:pos x="connsiteX83279" y="connsiteY83279"/>
              </a:cxn>
              <a:cxn ang="0">
                <a:pos x="connsiteX83280" y="connsiteY83280"/>
              </a:cxn>
              <a:cxn ang="0">
                <a:pos x="connsiteX83281" y="connsiteY83281"/>
              </a:cxn>
              <a:cxn ang="0">
                <a:pos x="connsiteX83282" y="connsiteY83282"/>
              </a:cxn>
              <a:cxn ang="0">
                <a:pos x="connsiteX83283" y="connsiteY83283"/>
              </a:cxn>
              <a:cxn ang="0">
                <a:pos x="connsiteX83284" y="connsiteY83284"/>
              </a:cxn>
              <a:cxn ang="0">
                <a:pos x="connsiteX83285" y="connsiteY83285"/>
              </a:cxn>
              <a:cxn ang="0">
                <a:pos x="connsiteX83286" y="connsiteY83286"/>
              </a:cxn>
              <a:cxn ang="0">
                <a:pos x="connsiteX83287" y="connsiteY83287"/>
              </a:cxn>
              <a:cxn ang="0">
                <a:pos x="connsiteX83288" y="connsiteY83288"/>
              </a:cxn>
              <a:cxn ang="0">
                <a:pos x="connsiteX83289" y="connsiteY83289"/>
              </a:cxn>
              <a:cxn ang="0">
                <a:pos x="connsiteX83290" y="connsiteY83290"/>
              </a:cxn>
              <a:cxn ang="0">
                <a:pos x="connsiteX83291" y="connsiteY83291"/>
              </a:cxn>
              <a:cxn ang="0">
                <a:pos x="connsiteX83292" y="connsiteY83292"/>
              </a:cxn>
              <a:cxn ang="0">
                <a:pos x="connsiteX83293" y="connsiteY83293"/>
              </a:cxn>
              <a:cxn ang="0">
                <a:pos x="connsiteX83294" y="connsiteY83294"/>
              </a:cxn>
              <a:cxn ang="0">
                <a:pos x="connsiteX83295" y="connsiteY83295"/>
              </a:cxn>
              <a:cxn ang="0">
                <a:pos x="connsiteX83296" y="connsiteY83296"/>
              </a:cxn>
              <a:cxn ang="0">
                <a:pos x="connsiteX83297" y="connsiteY83297"/>
              </a:cxn>
              <a:cxn ang="0">
                <a:pos x="connsiteX83298" y="connsiteY83298"/>
              </a:cxn>
              <a:cxn ang="0">
                <a:pos x="connsiteX83299" y="connsiteY83299"/>
              </a:cxn>
              <a:cxn ang="0">
                <a:pos x="connsiteX83300" y="connsiteY83300"/>
              </a:cxn>
              <a:cxn ang="0">
                <a:pos x="connsiteX83301" y="connsiteY83301"/>
              </a:cxn>
              <a:cxn ang="0">
                <a:pos x="connsiteX83302" y="connsiteY83302"/>
              </a:cxn>
              <a:cxn ang="0">
                <a:pos x="connsiteX83303" y="connsiteY83303"/>
              </a:cxn>
              <a:cxn ang="0">
                <a:pos x="connsiteX83304" y="connsiteY83304"/>
              </a:cxn>
              <a:cxn ang="0">
                <a:pos x="connsiteX83305" y="connsiteY83305"/>
              </a:cxn>
              <a:cxn ang="0">
                <a:pos x="connsiteX83306" y="connsiteY83306"/>
              </a:cxn>
              <a:cxn ang="0">
                <a:pos x="connsiteX83307" y="connsiteY83307"/>
              </a:cxn>
              <a:cxn ang="0">
                <a:pos x="connsiteX83308" y="connsiteY83308"/>
              </a:cxn>
              <a:cxn ang="0">
                <a:pos x="connsiteX83309" y="connsiteY83309"/>
              </a:cxn>
              <a:cxn ang="0">
                <a:pos x="connsiteX83310" y="connsiteY83310"/>
              </a:cxn>
              <a:cxn ang="0">
                <a:pos x="connsiteX83311" y="connsiteY83311"/>
              </a:cxn>
              <a:cxn ang="0">
                <a:pos x="connsiteX83312" y="connsiteY83312"/>
              </a:cxn>
              <a:cxn ang="0">
                <a:pos x="connsiteX83313" y="connsiteY83313"/>
              </a:cxn>
              <a:cxn ang="0">
                <a:pos x="connsiteX83314" y="connsiteY83314"/>
              </a:cxn>
              <a:cxn ang="0">
                <a:pos x="connsiteX83315" y="connsiteY83315"/>
              </a:cxn>
              <a:cxn ang="0">
                <a:pos x="connsiteX83316" y="connsiteY83316"/>
              </a:cxn>
              <a:cxn ang="0">
                <a:pos x="connsiteX83317" y="connsiteY83317"/>
              </a:cxn>
              <a:cxn ang="0">
                <a:pos x="connsiteX83318" y="connsiteY83318"/>
              </a:cxn>
              <a:cxn ang="0">
                <a:pos x="connsiteX83319" y="connsiteY83319"/>
              </a:cxn>
              <a:cxn ang="0">
                <a:pos x="connsiteX83320" y="connsiteY83320"/>
              </a:cxn>
              <a:cxn ang="0">
                <a:pos x="connsiteX83321" y="connsiteY83321"/>
              </a:cxn>
              <a:cxn ang="0">
                <a:pos x="connsiteX83322" y="connsiteY83322"/>
              </a:cxn>
              <a:cxn ang="0">
                <a:pos x="connsiteX83323" y="connsiteY83323"/>
              </a:cxn>
              <a:cxn ang="0">
                <a:pos x="connsiteX83324" y="connsiteY83324"/>
              </a:cxn>
              <a:cxn ang="0">
                <a:pos x="connsiteX83325" y="connsiteY83325"/>
              </a:cxn>
              <a:cxn ang="0">
                <a:pos x="connsiteX83326" y="connsiteY83326"/>
              </a:cxn>
              <a:cxn ang="0">
                <a:pos x="connsiteX83327" y="connsiteY83327"/>
              </a:cxn>
              <a:cxn ang="0">
                <a:pos x="connsiteX83328" y="connsiteY83328"/>
              </a:cxn>
              <a:cxn ang="0">
                <a:pos x="connsiteX83329" y="connsiteY83329"/>
              </a:cxn>
              <a:cxn ang="0">
                <a:pos x="connsiteX83330" y="connsiteY83330"/>
              </a:cxn>
              <a:cxn ang="0">
                <a:pos x="connsiteX83331" y="connsiteY83331"/>
              </a:cxn>
              <a:cxn ang="0">
                <a:pos x="connsiteX83332" y="connsiteY83332"/>
              </a:cxn>
              <a:cxn ang="0">
                <a:pos x="connsiteX83333" y="connsiteY83333"/>
              </a:cxn>
              <a:cxn ang="0">
                <a:pos x="connsiteX83334" y="connsiteY83334"/>
              </a:cxn>
              <a:cxn ang="0">
                <a:pos x="connsiteX83335" y="connsiteY83335"/>
              </a:cxn>
              <a:cxn ang="0">
                <a:pos x="connsiteX83336" y="connsiteY83336"/>
              </a:cxn>
              <a:cxn ang="0">
                <a:pos x="connsiteX83337" y="connsiteY83337"/>
              </a:cxn>
              <a:cxn ang="0">
                <a:pos x="connsiteX83338" y="connsiteY83338"/>
              </a:cxn>
              <a:cxn ang="0">
                <a:pos x="connsiteX83339" y="connsiteY83339"/>
              </a:cxn>
              <a:cxn ang="0">
                <a:pos x="connsiteX83340" y="connsiteY83340"/>
              </a:cxn>
              <a:cxn ang="0">
                <a:pos x="connsiteX83341" y="connsiteY83341"/>
              </a:cxn>
              <a:cxn ang="0">
                <a:pos x="connsiteX83342" y="connsiteY83342"/>
              </a:cxn>
              <a:cxn ang="0">
                <a:pos x="connsiteX83343" y="connsiteY83343"/>
              </a:cxn>
              <a:cxn ang="0">
                <a:pos x="connsiteX83344" y="connsiteY83344"/>
              </a:cxn>
              <a:cxn ang="0">
                <a:pos x="connsiteX83345" y="connsiteY83345"/>
              </a:cxn>
              <a:cxn ang="0">
                <a:pos x="connsiteX83346" y="connsiteY83346"/>
              </a:cxn>
              <a:cxn ang="0">
                <a:pos x="connsiteX83347" y="connsiteY83347"/>
              </a:cxn>
              <a:cxn ang="0">
                <a:pos x="connsiteX83348" y="connsiteY83348"/>
              </a:cxn>
              <a:cxn ang="0">
                <a:pos x="connsiteX83349" y="connsiteY83349"/>
              </a:cxn>
              <a:cxn ang="0">
                <a:pos x="connsiteX83350" y="connsiteY83350"/>
              </a:cxn>
              <a:cxn ang="0">
                <a:pos x="connsiteX83351" y="connsiteY83351"/>
              </a:cxn>
              <a:cxn ang="0">
                <a:pos x="connsiteX83352" y="connsiteY83352"/>
              </a:cxn>
              <a:cxn ang="0">
                <a:pos x="connsiteX83353" y="connsiteY83353"/>
              </a:cxn>
              <a:cxn ang="0">
                <a:pos x="connsiteX83354" y="connsiteY83354"/>
              </a:cxn>
              <a:cxn ang="0">
                <a:pos x="connsiteX83355" y="connsiteY83355"/>
              </a:cxn>
              <a:cxn ang="0">
                <a:pos x="connsiteX83356" y="connsiteY83356"/>
              </a:cxn>
              <a:cxn ang="0">
                <a:pos x="connsiteX83357" y="connsiteY83357"/>
              </a:cxn>
              <a:cxn ang="0">
                <a:pos x="connsiteX83358" y="connsiteY83358"/>
              </a:cxn>
              <a:cxn ang="0">
                <a:pos x="connsiteX83359" y="connsiteY83359"/>
              </a:cxn>
              <a:cxn ang="0">
                <a:pos x="connsiteX83360" y="connsiteY83360"/>
              </a:cxn>
              <a:cxn ang="0">
                <a:pos x="connsiteX83361" y="connsiteY83361"/>
              </a:cxn>
              <a:cxn ang="0">
                <a:pos x="connsiteX83362" y="connsiteY83362"/>
              </a:cxn>
              <a:cxn ang="0">
                <a:pos x="connsiteX83363" y="connsiteY83363"/>
              </a:cxn>
              <a:cxn ang="0">
                <a:pos x="connsiteX83364" y="connsiteY83364"/>
              </a:cxn>
              <a:cxn ang="0">
                <a:pos x="connsiteX83365" y="connsiteY83365"/>
              </a:cxn>
              <a:cxn ang="0">
                <a:pos x="connsiteX83366" y="connsiteY83366"/>
              </a:cxn>
              <a:cxn ang="0">
                <a:pos x="connsiteX83367" y="connsiteY83367"/>
              </a:cxn>
              <a:cxn ang="0">
                <a:pos x="connsiteX83368" y="connsiteY83368"/>
              </a:cxn>
              <a:cxn ang="0">
                <a:pos x="connsiteX83369" y="connsiteY83369"/>
              </a:cxn>
              <a:cxn ang="0">
                <a:pos x="connsiteX83370" y="connsiteY83370"/>
              </a:cxn>
              <a:cxn ang="0">
                <a:pos x="connsiteX83371" y="connsiteY83371"/>
              </a:cxn>
              <a:cxn ang="0">
                <a:pos x="connsiteX83372" y="connsiteY83372"/>
              </a:cxn>
              <a:cxn ang="0">
                <a:pos x="connsiteX83373" y="connsiteY83373"/>
              </a:cxn>
              <a:cxn ang="0">
                <a:pos x="connsiteX83374" y="connsiteY83374"/>
              </a:cxn>
              <a:cxn ang="0">
                <a:pos x="connsiteX83375" y="connsiteY83375"/>
              </a:cxn>
              <a:cxn ang="0">
                <a:pos x="connsiteX83376" y="connsiteY83376"/>
              </a:cxn>
              <a:cxn ang="0">
                <a:pos x="connsiteX83377" y="connsiteY83377"/>
              </a:cxn>
              <a:cxn ang="0">
                <a:pos x="connsiteX83378" y="connsiteY83378"/>
              </a:cxn>
              <a:cxn ang="0">
                <a:pos x="connsiteX83379" y="connsiteY83379"/>
              </a:cxn>
              <a:cxn ang="0">
                <a:pos x="connsiteX83380" y="connsiteY83380"/>
              </a:cxn>
              <a:cxn ang="0">
                <a:pos x="connsiteX83381" y="connsiteY83381"/>
              </a:cxn>
              <a:cxn ang="0">
                <a:pos x="connsiteX83382" y="connsiteY83382"/>
              </a:cxn>
              <a:cxn ang="0">
                <a:pos x="connsiteX83383" y="connsiteY83383"/>
              </a:cxn>
              <a:cxn ang="0">
                <a:pos x="connsiteX83384" y="connsiteY83384"/>
              </a:cxn>
              <a:cxn ang="0">
                <a:pos x="connsiteX83385" y="connsiteY83385"/>
              </a:cxn>
              <a:cxn ang="0">
                <a:pos x="connsiteX83386" y="connsiteY83386"/>
              </a:cxn>
              <a:cxn ang="0">
                <a:pos x="connsiteX83387" y="connsiteY83387"/>
              </a:cxn>
              <a:cxn ang="0">
                <a:pos x="connsiteX83388" y="connsiteY83388"/>
              </a:cxn>
              <a:cxn ang="0">
                <a:pos x="connsiteX83389" y="connsiteY83389"/>
              </a:cxn>
              <a:cxn ang="0">
                <a:pos x="connsiteX83390" y="connsiteY83390"/>
              </a:cxn>
              <a:cxn ang="0">
                <a:pos x="connsiteX83391" y="connsiteY83391"/>
              </a:cxn>
              <a:cxn ang="0">
                <a:pos x="connsiteX83392" y="connsiteY83392"/>
              </a:cxn>
              <a:cxn ang="0">
                <a:pos x="connsiteX83393" y="connsiteY83393"/>
              </a:cxn>
              <a:cxn ang="0">
                <a:pos x="connsiteX83394" y="connsiteY83394"/>
              </a:cxn>
              <a:cxn ang="0">
                <a:pos x="connsiteX83395" y="connsiteY83395"/>
              </a:cxn>
              <a:cxn ang="0">
                <a:pos x="connsiteX83396" y="connsiteY83396"/>
              </a:cxn>
              <a:cxn ang="0">
                <a:pos x="connsiteX83397" y="connsiteY83397"/>
              </a:cxn>
              <a:cxn ang="0">
                <a:pos x="connsiteX83398" y="connsiteY83398"/>
              </a:cxn>
              <a:cxn ang="0">
                <a:pos x="connsiteX83399" y="connsiteY83399"/>
              </a:cxn>
              <a:cxn ang="0">
                <a:pos x="connsiteX83400" y="connsiteY83400"/>
              </a:cxn>
              <a:cxn ang="0">
                <a:pos x="connsiteX83401" y="connsiteY83401"/>
              </a:cxn>
              <a:cxn ang="0">
                <a:pos x="connsiteX83402" y="connsiteY83402"/>
              </a:cxn>
              <a:cxn ang="0">
                <a:pos x="connsiteX83403" y="connsiteY83403"/>
              </a:cxn>
              <a:cxn ang="0">
                <a:pos x="connsiteX83404" y="connsiteY83404"/>
              </a:cxn>
              <a:cxn ang="0">
                <a:pos x="connsiteX83405" y="connsiteY83405"/>
              </a:cxn>
              <a:cxn ang="0">
                <a:pos x="connsiteX83406" y="connsiteY83406"/>
              </a:cxn>
              <a:cxn ang="0">
                <a:pos x="connsiteX83407" y="connsiteY83407"/>
              </a:cxn>
              <a:cxn ang="0">
                <a:pos x="connsiteX83408" y="connsiteY83408"/>
              </a:cxn>
              <a:cxn ang="0">
                <a:pos x="connsiteX83409" y="connsiteY83409"/>
              </a:cxn>
              <a:cxn ang="0">
                <a:pos x="connsiteX83410" y="connsiteY83410"/>
              </a:cxn>
              <a:cxn ang="0">
                <a:pos x="connsiteX83411" y="connsiteY83411"/>
              </a:cxn>
              <a:cxn ang="0">
                <a:pos x="connsiteX83412" y="connsiteY83412"/>
              </a:cxn>
              <a:cxn ang="0">
                <a:pos x="connsiteX83413" y="connsiteY83413"/>
              </a:cxn>
              <a:cxn ang="0">
                <a:pos x="connsiteX83414" y="connsiteY83414"/>
              </a:cxn>
              <a:cxn ang="0">
                <a:pos x="connsiteX83415" y="connsiteY83415"/>
              </a:cxn>
              <a:cxn ang="0">
                <a:pos x="connsiteX83416" y="connsiteY83416"/>
              </a:cxn>
              <a:cxn ang="0">
                <a:pos x="connsiteX83417" y="connsiteY83417"/>
              </a:cxn>
              <a:cxn ang="0">
                <a:pos x="connsiteX83418" y="connsiteY83418"/>
              </a:cxn>
              <a:cxn ang="0">
                <a:pos x="connsiteX83419" y="connsiteY83419"/>
              </a:cxn>
              <a:cxn ang="0">
                <a:pos x="connsiteX83420" y="connsiteY83420"/>
              </a:cxn>
              <a:cxn ang="0">
                <a:pos x="connsiteX83421" y="connsiteY83421"/>
              </a:cxn>
              <a:cxn ang="0">
                <a:pos x="connsiteX83422" y="connsiteY83422"/>
              </a:cxn>
              <a:cxn ang="0">
                <a:pos x="connsiteX83423" y="connsiteY83423"/>
              </a:cxn>
              <a:cxn ang="0">
                <a:pos x="connsiteX83424" y="connsiteY83424"/>
              </a:cxn>
              <a:cxn ang="0">
                <a:pos x="connsiteX83425" y="connsiteY83425"/>
              </a:cxn>
              <a:cxn ang="0">
                <a:pos x="connsiteX83426" y="connsiteY83426"/>
              </a:cxn>
              <a:cxn ang="0">
                <a:pos x="connsiteX83427" y="connsiteY83427"/>
              </a:cxn>
              <a:cxn ang="0">
                <a:pos x="connsiteX83428" y="connsiteY83428"/>
              </a:cxn>
              <a:cxn ang="0">
                <a:pos x="connsiteX83429" y="connsiteY83429"/>
              </a:cxn>
              <a:cxn ang="0">
                <a:pos x="connsiteX83430" y="connsiteY83430"/>
              </a:cxn>
              <a:cxn ang="0">
                <a:pos x="connsiteX83431" y="connsiteY83431"/>
              </a:cxn>
              <a:cxn ang="0">
                <a:pos x="connsiteX83432" y="connsiteY83432"/>
              </a:cxn>
              <a:cxn ang="0">
                <a:pos x="connsiteX83433" y="connsiteY83433"/>
              </a:cxn>
              <a:cxn ang="0">
                <a:pos x="connsiteX83434" y="connsiteY83434"/>
              </a:cxn>
              <a:cxn ang="0">
                <a:pos x="connsiteX83435" y="connsiteY83435"/>
              </a:cxn>
              <a:cxn ang="0">
                <a:pos x="connsiteX83436" y="connsiteY83436"/>
              </a:cxn>
              <a:cxn ang="0">
                <a:pos x="connsiteX83437" y="connsiteY83437"/>
              </a:cxn>
              <a:cxn ang="0">
                <a:pos x="connsiteX83438" y="connsiteY83438"/>
              </a:cxn>
              <a:cxn ang="0">
                <a:pos x="connsiteX83439" y="connsiteY83439"/>
              </a:cxn>
              <a:cxn ang="0">
                <a:pos x="connsiteX83440" y="connsiteY83440"/>
              </a:cxn>
              <a:cxn ang="0">
                <a:pos x="connsiteX83441" y="connsiteY83441"/>
              </a:cxn>
              <a:cxn ang="0">
                <a:pos x="connsiteX83442" y="connsiteY83442"/>
              </a:cxn>
              <a:cxn ang="0">
                <a:pos x="connsiteX83443" y="connsiteY83443"/>
              </a:cxn>
              <a:cxn ang="0">
                <a:pos x="connsiteX83444" y="connsiteY83444"/>
              </a:cxn>
              <a:cxn ang="0">
                <a:pos x="connsiteX83445" y="connsiteY83445"/>
              </a:cxn>
              <a:cxn ang="0">
                <a:pos x="connsiteX83446" y="connsiteY83446"/>
              </a:cxn>
              <a:cxn ang="0">
                <a:pos x="connsiteX83447" y="connsiteY83447"/>
              </a:cxn>
              <a:cxn ang="0">
                <a:pos x="connsiteX83448" y="connsiteY83448"/>
              </a:cxn>
              <a:cxn ang="0">
                <a:pos x="connsiteX83449" y="connsiteY83449"/>
              </a:cxn>
              <a:cxn ang="0">
                <a:pos x="connsiteX83450" y="connsiteY83450"/>
              </a:cxn>
              <a:cxn ang="0">
                <a:pos x="connsiteX83451" y="connsiteY83451"/>
              </a:cxn>
              <a:cxn ang="0">
                <a:pos x="connsiteX83452" y="connsiteY83452"/>
              </a:cxn>
              <a:cxn ang="0">
                <a:pos x="connsiteX83453" y="connsiteY83453"/>
              </a:cxn>
              <a:cxn ang="0">
                <a:pos x="connsiteX83454" y="connsiteY83454"/>
              </a:cxn>
              <a:cxn ang="0">
                <a:pos x="connsiteX83455" y="connsiteY83455"/>
              </a:cxn>
              <a:cxn ang="0">
                <a:pos x="connsiteX83456" y="connsiteY83456"/>
              </a:cxn>
              <a:cxn ang="0">
                <a:pos x="connsiteX83457" y="connsiteY83457"/>
              </a:cxn>
              <a:cxn ang="0">
                <a:pos x="connsiteX83458" y="connsiteY83458"/>
              </a:cxn>
              <a:cxn ang="0">
                <a:pos x="connsiteX83459" y="connsiteY83459"/>
              </a:cxn>
              <a:cxn ang="0">
                <a:pos x="connsiteX83460" y="connsiteY83460"/>
              </a:cxn>
              <a:cxn ang="0">
                <a:pos x="connsiteX83461" y="connsiteY83461"/>
              </a:cxn>
              <a:cxn ang="0">
                <a:pos x="connsiteX83462" y="connsiteY83462"/>
              </a:cxn>
              <a:cxn ang="0">
                <a:pos x="connsiteX83463" y="connsiteY83463"/>
              </a:cxn>
              <a:cxn ang="0">
                <a:pos x="connsiteX83464" y="connsiteY83464"/>
              </a:cxn>
              <a:cxn ang="0">
                <a:pos x="connsiteX83465" y="connsiteY83465"/>
              </a:cxn>
              <a:cxn ang="0">
                <a:pos x="connsiteX83466" y="connsiteY83466"/>
              </a:cxn>
              <a:cxn ang="0">
                <a:pos x="connsiteX83467" y="connsiteY83467"/>
              </a:cxn>
              <a:cxn ang="0">
                <a:pos x="connsiteX83468" y="connsiteY83468"/>
              </a:cxn>
              <a:cxn ang="0">
                <a:pos x="connsiteX83469" y="connsiteY83469"/>
              </a:cxn>
              <a:cxn ang="0">
                <a:pos x="connsiteX83470" y="connsiteY83470"/>
              </a:cxn>
              <a:cxn ang="0">
                <a:pos x="connsiteX83471" y="connsiteY83471"/>
              </a:cxn>
              <a:cxn ang="0">
                <a:pos x="connsiteX83472" y="connsiteY83472"/>
              </a:cxn>
              <a:cxn ang="0">
                <a:pos x="connsiteX83473" y="connsiteY83473"/>
              </a:cxn>
              <a:cxn ang="0">
                <a:pos x="connsiteX83474" y="connsiteY83474"/>
              </a:cxn>
              <a:cxn ang="0">
                <a:pos x="connsiteX83475" y="connsiteY83475"/>
              </a:cxn>
              <a:cxn ang="0">
                <a:pos x="connsiteX83476" y="connsiteY83476"/>
              </a:cxn>
              <a:cxn ang="0">
                <a:pos x="connsiteX83477" y="connsiteY83477"/>
              </a:cxn>
              <a:cxn ang="0">
                <a:pos x="connsiteX83478" y="connsiteY83478"/>
              </a:cxn>
              <a:cxn ang="0">
                <a:pos x="connsiteX83479" y="connsiteY83479"/>
              </a:cxn>
              <a:cxn ang="0">
                <a:pos x="connsiteX83480" y="connsiteY83480"/>
              </a:cxn>
              <a:cxn ang="0">
                <a:pos x="connsiteX83481" y="connsiteY83481"/>
              </a:cxn>
              <a:cxn ang="0">
                <a:pos x="connsiteX83482" y="connsiteY83482"/>
              </a:cxn>
              <a:cxn ang="0">
                <a:pos x="connsiteX83483" y="connsiteY83483"/>
              </a:cxn>
              <a:cxn ang="0">
                <a:pos x="connsiteX83484" y="connsiteY83484"/>
              </a:cxn>
              <a:cxn ang="0">
                <a:pos x="connsiteX83485" y="connsiteY83485"/>
              </a:cxn>
              <a:cxn ang="0">
                <a:pos x="connsiteX83486" y="connsiteY83486"/>
              </a:cxn>
              <a:cxn ang="0">
                <a:pos x="connsiteX83487" y="connsiteY83487"/>
              </a:cxn>
              <a:cxn ang="0">
                <a:pos x="connsiteX83488" y="connsiteY83488"/>
              </a:cxn>
              <a:cxn ang="0">
                <a:pos x="connsiteX83489" y="connsiteY83489"/>
              </a:cxn>
              <a:cxn ang="0">
                <a:pos x="connsiteX83490" y="connsiteY83490"/>
              </a:cxn>
              <a:cxn ang="0">
                <a:pos x="connsiteX83491" y="connsiteY83491"/>
              </a:cxn>
              <a:cxn ang="0">
                <a:pos x="connsiteX83492" y="connsiteY83492"/>
              </a:cxn>
              <a:cxn ang="0">
                <a:pos x="connsiteX83493" y="connsiteY83493"/>
              </a:cxn>
              <a:cxn ang="0">
                <a:pos x="connsiteX83494" y="connsiteY83494"/>
              </a:cxn>
              <a:cxn ang="0">
                <a:pos x="connsiteX83495" y="connsiteY83495"/>
              </a:cxn>
              <a:cxn ang="0">
                <a:pos x="connsiteX83496" y="connsiteY83496"/>
              </a:cxn>
              <a:cxn ang="0">
                <a:pos x="connsiteX83497" y="connsiteY83497"/>
              </a:cxn>
              <a:cxn ang="0">
                <a:pos x="connsiteX83498" y="connsiteY83498"/>
              </a:cxn>
              <a:cxn ang="0">
                <a:pos x="connsiteX83499" y="connsiteY83499"/>
              </a:cxn>
              <a:cxn ang="0">
                <a:pos x="connsiteX83500" y="connsiteY83500"/>
              </a:cxn>
              <a:cxn ang="0">
                <a:pos x="connsiteX83501" y="connsiteY83501"/>
              </a:cxn>
              <a:cxn ang="0">
                <a:pos x="connsiteX83502" y="connsiteY83502"/>
              </a:cxn>
              <a:cxn ang="0">
                <a:pos x="connsiteX83503" y="connsiteY83503"/>
              </a:cxn>
              <a:cxn ang="0">
                <a:pos x="connsiteX83504" y="connsiteY83504"/>
              </a:cxn>
              <a:cxn ang="0">
                <a:pos x="connsiteX83505" y="connsiteY83505"/>
              </a:cxn>
              <a:cxn ang="0">
                <a:pos x="connsiteX83506" y="connsiteY83506"/>
              </a:cxn>
              <a:cxn ang="0">
                <a:pos x="connsiteX83507" y="connsiteY83507"/>
              </a:cxn>
              <a:cxn ang="0">
                <a:pos x="connsiteX83508" y="connsiteY83508"/>
              </a:cxn>
              <a:cxn ang="0">
                <a:pos x="connsiteX83509" y="connsiteY83509"/>
              </a:cxn>
              <a:cxn ang="0">
                <a:pos x="connsiteX83510" y="connsiteY83510"/>
              </a:cxn>
              <a:cxn ang="0">
                <a:pos x="connsiteX83511" y="connsiteY83511"/>
              </a:cxn>
              <a:cxn ang="0">
                <a:pos x="connsiteX83512" y="connsiteY83512"/>
              </a:cxn>
              <a:cxn ang="0">
                <a:pos x="connsiteX83513" y="connsiteY83513"/>
              </a:cxn>
              <a:cxn ang="0">
                <a:pos x="connsiteX83514" y="connsiteY83514"/>
              </a:cxn>
              <a:cxn ang="0">
                <a:pos x="connsiteX83515" y="connsiteY83515"/>
              </a:cxn>
              <a:cxn ang="0">
                <a:pos x="connsiteX83516" y="connsiteY83516"/>
              </a:cxn>
              <a:cxn ang="0">
                <a:pos x="connsiteX83517" y="connsiteY83517"/>
              </a:cxn>
              <a:cxn ang="0">
                <a:pos x="connsiteX83518" y="connsiteY83518"/>
              </a:cxn>
              <a:cxn ang="0">
                <a:pos x="connsiteX83519" y="connsiteY83519"/>
              </a:cxn>
              <a:cxn ang="0">
                <a:pos x="connsiteX83520" y="connsiteY83520"/>
              </a:cxn>
              <a:cxn ang="0">
                <a:pos x="connsiteX83521" y="connsiteY83521"/>
              </a:cxn>
              <a:cxn ang="0">
                <a:pos x="connsiteX83522" y="connsiteY83522"/>
              </a:cxn>
              <a:cxn ang="0">
                <a:pos x="connsiteX83523" y="connsiteY83523"/>
              </a:cxn>
              <a:cxn ang="0">
                <a:pos x="connsiteX83524" y="connsiteY83524"/>
              </a:cxn>
              <a:cxn ang="0">
                <a:pos x="connsiteX83525" y="connsiteY83525"/>
              </a:cxn>
              <a:cxn ang="0">
                <a:pos x="connsiteX83526" y="connsiteY83526"/>
              </a:cxn>
              <a:cxn ang="0">
                <a:pos x="connsiteX83527" y="connsiteY83527"/>
              </a:cxn>
              <a:cxn ang="0">
                <a:pos x="connsiteX83528" y="connsiteY83528"/>
              </a:cxn>
              <a:cxn ang="0">
                <a:pos x="connsiteX83529" y="connsiteY83529"/>
              </a:cxn>
              <a:cxn ang="0">
                <a:pos x="connsiteX83530" y="connsiteY83530"/>
              </a:cxn>
              <a:cxn ang="0">
                <a:pos x="connsiteX83531" y="connsiteY83531"/>
              </a:cxn>
              <a:cxn ang="0">
                <a:pos x="connsiteX83532" y="connsiteY83532"/>
              </a:cxn>
              <a:cxn ang="0">
                <a:pos x="connsiteX83533" y="connsiteY83533"/>
              </a:cxn>
              <a:cxn ang="0">
                <a:pos x="connsiteX83534" y="connsiteY83534"/>
              </a:cxn>
              <a:cxn ang="0">
                <a:pos x="connsiteX83535" y="connsiteY83535"/>
              </a:cxn>
              <a:cxn ang="0">
                <a:pos x="connsiteX83536" y="connsiteY83536"/>
              </a:cxn>
              <a:cxn ang="0">
                <a:pos x="connsiteX83537" y="connsiteY83537"/>
              </a:cxn>
              <a:cxn ang="0">
                <a:pos x="connsiteX83538" y="connsiteY83538"/>
              </a:cxn>
              <a:cxn ang="0">
                <a:pos x="connsiteX83539" y="connsiteY83539"/>
              </a:cxn>
              <a:cxn ang="0">
                <a:pos x="connsiteX83540" y="connsiteY83540"/>
              </a:cxn>
              <a:cxn ang="0">
                <a:pos x="connsiteX83541" y="connsiteY83541"/>
              </a:cxn>
              <a:cxn ang="0">
                <a:pos x="connsiteX83542" y="connsiteY83542"/>
              </a:cxn>
              <a:cxn ang="0">
                <a:pos x="connsiteX83543" y="connsiteY83543"/>
              </a:cxn>
              <a:cxn ang="0">
                <a:pos x="connsiteX83544" y="connsiteY83544"/>
              </a:cxn>
              <a:cxn ang="0">
                <a:pos x="connsiteX83545" y="connsiteY83545"/>
              </a:cxn>
              <a:cxn ang="0">
                <a:pos x="connsiteX83546" y="connsiteY83546"/>
              </a:cxn>
              <a:cxn ang="0">
                <a:pos x="connsiteX83547" y="connsiteY83547"/>
              </a:cxn>
              <a:cxn ang="0">
                <a:pos x="connsiteX83548" y="connsiteY83548"/>
              </a:cxn>
              <a:cxn ang="0">
                <a:pos x="connsiteX83549" y="connsiteY83549"/>
              </a:cxn>
              <a:cxn ang="0">
                <a:pos x="connsiteX83550" y="connsiteY83550"/>
              </a:cxn>
              <a:cxn ang="0">
                <a:pos x="connsiteX83551" y="connsiteY83551"/>
              </a:cxn>
              <a:cxn ang="0">
                <a:pos x="connsiteX83552" y="connsiteY83552"/>
              </a:cxn>
              <a:cxn ang="0">
                <a:pos x="connsiteX83553" y="connsiteY83553"/>
              </a:cxn>
              <a:cxn ang="0">
                <a:pos x="connsiteX83554" y="connsiteY83554"/>
              </a:cxn>
              <a:cxn ang="0">
                <a:pos x="connsiteX83555" y="connsiteY83555"/>
              </a:cxn>
              <a:cxn ang="0">
                <a:pos x="connsiteX83556" y="connsiteY83556"/>
              </a:cxn>
              <a:cxn ang="0">
                <a:pos x="connsiteX83557" y="connsiteY83557"/>
              </a:cxn>
              <a:cxn ang="0">
                <a:pos x="connsiteX83558" y="connsiteY83558"/>
              </a:cxn>
              <a:cxn ang="0">
                <a:pos x="connsiteX83559" y="connsiteY83559"/>
              </a:cxn>
              <a:cxn ang="0">
                <a:pos x="connsiteX83560" y="connsiteY83560"/>
              </a:cxn>
              <a:cxn ang="0">
                <a:pos x="connsiteX83561" y="connsiteY83561"/>
              </a:cxn>
              <a:cxn ang="0">
                <a:pos x="connsiteX83562" y="connsiteY83562"/>
              </a:cxn>
              <a:cxn ang="0">
                <a:pos x="connsiteX83563" y="connsiteY83563"/>
              </a:cxn>
              <a:cxn ang="0">
                <a:pos x="connsiteX83564" y="connsiteY83564"/>
              </a:cxn>
              <a:cxn ang="0">
                <a:pos x="connsiteX83565" y="connsiteY83565"/>
              </a:cxn>
              <a:cxn ang="0">
                <a:pos x="connsiteX83566" y="connsiteY83566"/>
              </a:cxn>
              <a:cxn ang="0">
                <a:pos x="connsiteX83567" y="connsiteY83567"/>
              </a:cxn>
              <a:cxn ang="0">
                <a:pos x="connsiteX83568" y="connsiteY83568"/>
              </a:cxn>
              <a:cxn ang="0">
                <a:pos x="connsiteX83569" y="connsiteY83569"/>
              </a:cxn>
              <a:cxn ang="0">
                <a:pos x="connsiteX83570" y="connsiteY83570"/>
              </a:cxn>
              <a:cxn ang="0">
                <a:pos x="connsiteX83571" y="connsiteY83571"/>
              </a:cxn>
              <a:cxn ang="0">
                <a:pos x="connsiteX83572" y="connsiteY83572"/>
              </a:cxn>
              <a:cxn ang="0">
                <a:pos x="connsiteX83573" y="connsiteY83573"/>
              </a:cxn>
              <a:cxn ang="0">
                <a:pos x="connsiteX83574" y="connsiteY83574"/>
              </a:cxn>
              <a:cxn ang="0">
                <a:pos x="connsiteX83575" y="connsiteY83575"/>
              </a:cxn>
              <a:cxn ang="0">
                <a:pos x="connsiteX83576" y="connsiteY83576"/>
              </a:cxn>
              <a:cxn ang="0">
                <a:pos x="connsiteX83577" y="connsiteY83577"/>
              </a:cxn>
              <a:cxn ang="0">
                <a:pos x="connsiteX83578" y="connsiteY83578"/>
              </a:cxn>
              <a:cxn ang="0">
                <a:pos x="connsiteX83579" y="connsiteY83579"/>
              </a:cxn>
              <a:cxn ang="0">
                <a:pos x="connsiteX83580" y="connsiteY83580"/>
              </a:cxn>
              <a:cxn ang="0">
                <a:pos x="connsiteX83581" y="connsiteY83581"/>
              </a:cxn>
              <a:cxn ang="0">
                <a:pos x="connsiteX83582" y="connsiteY83582"/>
              </a:cxn>
              <a:cxn ang="0">
                <a:pos x="connsiteX83583" y="connsiteY83583"/>
              </a:cxn>
              <a:cxn ang="0">
                <a:pos x="connsiteX83584" y="connsiteY83584"/>
              </a:cxn>
              <a:cxn ang="0">
                <a:pos x="connsiteX83585" y="connsiteY83585"/>
              </a:cxn>
              <a:cxn ang="0">
                <a:pos x="connsiteX83586" y="connsiteY83586"/>
              </a:cxn>
              <a:cxn ang="0">
                <a:pos x="connsiteX83587" y="connsiteY83587"/>
              </a:cxn>
              <a:cxn ang="0">
                <a:pos x="connsiteX83588" y="connsiteY83588"/>
              </a:cxn>
              <a:cxn ang="0">
                <a:pos x="connsiteX83589" y="connsiteY83589"/>
              </a:cxn>
              <a:cxn ang="0">
                <a:pos x="connsiteX83590" y="connsiteY83590"/>
              </a:cxn>
              <a:cxn ang="0">
                <a:pos x="connsiteX83591" y="connsiteY83591"/>
              </a:cxn>
              <a:cxn ang="0">
                <a:pos x="connsiteX83592" y="connsiteY83592"/>
              </a:cxn>
              <a:cxn ang="0">
                <a:pos x="connsiteX83593" y="connsiteY83593"/>
              </a:cxn>
              <a:cxn ang="0">
                <a:pos x="connsiteX83594" y="connsiteY83594"/>
              </a:cxn>
              <a:cxn ang="0">
                <a:pos x="connsiteX83595" y="connsiteY83595"/>
              </a:cxn>
              <a:cxn ang="0">
                <a:pos x="connsiteX83596" y="connsiteY83596"/>
              </a:cxn>
              <a:cxn ang="0">
                <a:pos x="connsiteX83597" y="connsiteY83597"/>
              </a:cxn>
              <a:cxn ang="0">
                <a:pos x="connsiteX83598" y="connsiteY83598"/>
              </a:cxn>
              <a:cxn ang="0">
                <a:pos x="connsiteX83599" y="connsiteY83599"/>
              </a:cxn>
              <a:cxn ang="0">
                <a:pos x="connsiteX83600" y="connsiteY83600"/>
              </a:cxn>
              <a:cxn ang="0">
                <a:pos x="connsiteX83601" y="connsiteY83601"/>
              </a:cxn>
              <a:cxn ang="0">
                <a:pos x="connsiteX83602" y="connsiteY83602"/>
              </a:cxn>
              <a:cxn ang="0">
                <a:pos x="connsiteX83603" y="connsiteY83603"/>
              </a:cxn>
              <a:cxn ang="0">
                <a:pos x="connsiteX83604" y="connsiteY83604"/>
              </a:cxn>
              <a:cxn ang="0">
                <a:pos x="connsiteX83605" y="connsiteY83605"/>
              </a:cxn>
              <a:cxn ang="0">
                <a:pos x="connsiteX83606" y="connsiteY83606"/>
              </a:cxn>
              <a:cxn ang="0">
                <a:pos x="connsiteX83607" y="connsiteY83607"/>
              </a:cxn>
              <a:cxn ang="0">
                <a:pos x="connsiteX83608" y="connsiteY83608"/>
              </a:cxn>
              <a:cxn ang="0">
                <a:pos x="connsiteX83609" y="connsiteY83609"/>
              </a:cxn>
              <a:cxn ang="0">
                <a:pos x="connsiteX83610" y="connsiteY83610"/>
              </a:cxn>
              <a:cxn ang="0">
                <a:pos x="connsiteX83611" y="connsiteY83611"/>
              </a:cxn>
              <a:cxn ang="0">
                <a:pos x="connsiteX83612" y="connsiteY83612"/>
              </a:cxn>
              <a:cxn ang="0">
                <a:pos x="connsiteX83613" y="connsiteY83613"/>
              </a:cxn>
              <a:cxn ang="0">
                <a:pos x="connsiteX83614" y="connsiteY83614"/>
              </a:cxn>
              <a:cxn ang="0">
                <a:pos x="connsiteX83615" y="connsiteY83615"/>
              </a:cxn>
              <a:cxn ang="0">
                <a:pos x="connsiteX83616" y="connsiteY83616"/>
              </a:cxn>
              <a:cxn ang="0">
                <a:pos x="connsiteX83617" y="connsiteY83617"/>
              </a:cxn>
              <a:cxn ang="0">
                <a:pos x="connsiteX83618" y="connsiteY83618"/>
              </a:cxn>
              <a:cxn ang="0">
                <a:pos x="connsiteX83619" y="connsiteY83619"/>
              </a:cxn>
              <a:cxn ang="0">
                <a:pos x="connsiteX83620" y="connsiteY83620"/>
              </a:cxn>
              <a:cxn ang="0">
                <a:pos x="connsiteX83621" y="connsiteY83621"/>
              </a:cxn>
              <a:cxn ang="0">
                <a:pos x="connsiteX83622" y="connsiteY83622"/>
              </a:cxn>
              <a:cxn ang="0">
                <a:pos x="connsiteX83623" y="connsiteY83623"/>
              </a:cxn>
              <a:cxn ang="0">
                <a:pos x="connsiteX83624" y="connsiteY83624"/>
              </a:cxn>
              <a:cxn ang="0">
                <a:pos x="connsiteX83625" y="connsiteY83625"/>
              </a:cxn>
              <a:cxn ang="0">
                <a:pos x="connsiteX83626" y="connsiteY83626"/>
              </a:cxn>
              <a:cxn ang="0">
                <a:pos x="connsiteX83627" y="connsiteY83627"/>
              </a:cxn>
              <a:cxn ang="0">
                <a:pos x="connsiteX83628" y="connsiteY83628"/>
              </a:cxn>
              <a:cxn ang="0">
                <a:pos x="connsiteX83629" y="connsiteY83629"/>
              </a:cxn>
              <a:cxn ang="0">
                <a:pos x="connsiteX83630" y="connsiteY83630"/>
              </a:cxn>
              <a:cxn ang="0">
                <a:pos x="connsiteX83631" y="connsiteY83631"/>
              </a:cxn>
              <a:cxn ang="0">
                <a:pos x="connsiteX83632" y="connsiteY83632"/>
              </a:cxn>
              <a:cxn ang="0">
                <a:pos x="connsiteX83633" y="connsiteY83633"/>
              </a:cxn>
              <a:cxn ang="0">
                <a:pos x="connsiteX83634" y="connsiteY83634"/>
              </a:cxn>
              <a:cxn ang="0">
                <a:pos x="connsiteX83635" y="connsiteY83635"/>
              </a:cxn>
              <a:cxn ang="0">
                <a:pos x="connsiteX83636" y="connsiteY83636"/>
              </a:cxn>
              <a:cxn ang="0">
                <a:pos x="connsiteX83637" y="connsiteY83637"/>
              </a:cxn>
              <a:cxn ang="0">
                <a:pos x="connsiteX83638" y="connsiteY83638"/>
              </a:cxn>
              <a:cxn ang="0">
                <a:pos x="connsiteX83639" y="connsiteY83639"/>
              </a:cxn>
              <a:cxn ang="0">
                <a:pos x="connsiteX83640" y="connsiteY83640"/>
              </a:cxn>
              <a:cxn ang="0">
                <a:pos x="connsiteX83641" y="connsiteY83641"/>
              </a:cxn>
              <a:cxn ang="0">
                <a:pos x="connsiteX83642" y="connsiteY83642"/>
              </a:cxn>
              <a:cxn ang="0">
                <a:pos x="connsiteX83643" y="connsiteY83643"/>
              </a:cxn>
              <a:cxn ang="0">
                <a:pos x="connsiteX83644" y="connsiteY83644"/>
              </a:cxn>
              <a:cxn ang="0">
                <a:pos x="connsiteX83645" y="connsiteY83645"/>
              </a:cxn>
              <a:cxn ang="0">
                <a:pos x="connsiteX83646" y="connsiteY83646"/>
              </a:cxn>
              <a:cxn ang="0">
                <a:pos x="connsiteX83647" y="connsiteY83647"/>
              </a:cxn>
              <a:cxn ang="0">
                <a:pos x="connsiteX83648" y="connsiteY83648"/>
              </a:cxn>
              <a:cxn ang="0">
                <a:pos x="connsiteX83649" y="connsiteY83649"/>
              </a:cxn>
              <a:cxn ang="0">
                <a:pos x="connsiteX83650" y="connsiteY83650"/>
              </a:cxn>
              <a:cxn ang="0">
                <a:pos x="connsiteX83651" y="connsiteY83651"/>
              </a:cxn>
              <a:cxn ang="0">
                <a:pos x="connsiteX83652" y="connsiteY83652"/>
              </a:cxn>
              <a:cxn ang="0">
                <a:pos x="connsiteX83653" y="connsiteY83653"/>
              </a:cxn>
              <a:cxn ang="0">
                <a:pos x="connsiteX83654" y="connsiteY83654"/>
              </a:cxn>
              <a:cxn ang="0">
                <a:pos x="connsiteX83655" y="connsiteY83655"/>
              </a:cxn>
              <a:cxn ang="0">
                <a:pos x="connsiteX83656" y="connsiteY83656"/>
              </a:cxn>
              <a:cxn ang="0">
                <a:pos x="connsiteX83657" y="connsiteY83657"/>
              </a:cxn>
              <a:cxn ang="0">
                <a:pos x="connsiteX83658" y="connsiteY83658"/>
              </a:cxn>
              <a:cxn ang="0">
                <a:pos x="connsiteX83659" y="connsiteY83659"/>
              </a:cxn>
              <a:cxn ang="0">
                <a:pos x="connsiteX83660" y="connsiteY83660"/>
              </a:cxn>
              <a:cxn ang="0">
                <a:pos x="connsiteX83661" y="connsiteY83661"/>
              </a:cxn>
              <a:cxn ang="0">
                <a:pos x="connsiteX83662" y="connsiteY83662"/>
              </a:cxn>
              <a:cxn ang="0">
                <a:pos x="connsiteX83663" y="connsiteY83663"/>
              </a:cxn>
              <a:cxn ang="0">
                <a:pos x="connsiteX83664" y="connsiteY83664"/>
              </a:cxn>
              <a:cxn ang="0">
                <a:pos x="connsiteX83665" y="connsiteY83665"/>
              </a:cxn>
              <a:cxn ang="0">
                <a:pos x="connsiteX83666" y="connsiteY83666"/>
              </a:cxn>
              <a:cxn ang="0">
                <a:pos x="connsiteX83667" y="connsiteY83667"/>
              </a:cxn>
              <a:cxn ang="0">
                <a:pos x="connsiteX83668" y="connsiteY83668"/>
              </a:cxn>
              <a:cxn ang="0">
                <a:pos x="connsiteX83669" y="connsiteY83669"/>
              </a:cxn>
              <a:cxn ang="0">
                <a:pos x="connsiteX83670" y="connsiteY83670"/>
              </a:cxn>
              <a:cxn ang="0">
                <a:pos x="connsiteX83671" y="connsiteY83671"/>
              </a:cxn>
              <a:cxn ang="0">
                <a:pos x="connsiteX83672" y="connsiteY83672"/>
              </a:cxn>
              <a:cxn ang="0">
                <a:pos x="connsiteX83673" y="connsiteY83673"/>
              </a:cxn>
              <a:cxn ang="0">
                <a:pos x="connsiteX83674" y="connsiteY83674"/>
              </a:cxn>
              <a:cxn ang="0">
                <a:pos x="connsiteX83675" y="connsiteY83675"/>
              </a:cxn>
              <a:cxn ang="0">
                <a:pos x="connsiteX83676" y="connsiteY83676"/>
              </a:cxn>
              <a:cxn ang="0">
                <a:pos x="connsiteX83677" y="connsiteY83677"/>
              </a:cxn>
              <a:cxn ang="0">
                <a:pos x="connsiteX83678" y="connsiteY83678"/>
              </a:cxn>
              <a:cxn ang="0">
                <a:pos x="connsiteX83679" y="connsiteY83679"/>
              </a:cxn>
              <a:cxn ang="0">
                <a:pos x="connsiteX83680" y="connsiteY83680"/>
              </a:cxn>
              <a:cxn ang="0">
                <a:pos x="connsiteX83681" y="connsiteY83681"/>
              </a:cxn>
              <a:cxn ang="0">
                <a:pos x="connsiteX83682" y="connsiteY83682"/>
              </a:cxn>
              <a:cxn ang="0">
                <a:pos x="connsiteX83683" y="connsiteY83683"/>
              </a:cxn>
              <a:cxn ang="0">
                <a:pos x="connsiteX83684" y="connsiteY83684"/>
              </a:cxn>
              <a:cxn ang="0">
                <a:pos x="connsiteX83685" y="connsiteY83685"/>
              </a:cxn>
              <a:cxn ang="0">
                <a:pos x="connsiteX83686" y="connsiteY83686"/>
              </a:cxn>
              <a:cxn ang="0">
                <a:pos x="connsiteX83687" y="connsiteY83687"/>
              </a:cxn>
              <a:cxn ang="0">
                <a:pos x="connsiteX83688" y="connsiteY83688"/>
              </a:cxn>
              <a:cxn ang="0">
                <a:pos x="connsiteX83689" y="connsiteY83689"/>
              </a:cxn>
              <a:cxn ang="0">
                <a:pos x="connsiteX83690" y="connsiteY83690"/>
              </a:cxn>
              <a:cxn ang="0">
                <a:pos x="connsiteX83691" y="connsiteY83691"/>
              </a:cxn>
              <a:cxn ang="0">
                <a:pos x="connsiteX83692" y="connsiteY83692"/>
              </a:cxn>
              <a:cxn ang="0">
                <a:pos x="connsiteX83693" y="connsiteY83693"/>
              </a:cxn>
              <a:cxn ang="0">
                <a:pos x="connsiteX83694" y="connsiteY83694"/>
              </a:cxn>
              <a:cxn ang="0">
                <a:pos x="connsiteX83695" y="connsiteY83695"/>
              </a:cxn>
              <a:cxn ang="0">
                <a:pos x="connsiteX83696" y="connsiteY83696"/>
              </a:cxn>
              <a:cxn ang="0">
                <a:pos x="connsiteX83697" y="connsiteY83697"/>
              </a:cxn>
              <a:cxn ang="0">
                <a:pos x="connsiteX83698" y="connsiteY83698"/>
              </a:cxn>
              <a:cxn ang="0">
                <a:pos x="connsiteX83699" y="connsiteY83699"/>
              </a:cxn>
              <a:cxn ang="0">
                <a:pos x="connsiteX83700" y="connsiteY83700"/>
              </a:cxn>
              <a:cxn ang="0">
                <a:pos x="connsiteX83701" y="connsiteY83701"/>
              </a:cxn>
              <a:cxn ang="0">
                <a:pos x="connsiteX83702" y="connsiteY83702"/>
              </a:cxn>
              <a:cxn ang="0">
                <a:pos x="connsiteX83703" y="connsiteY83703"/>
              </a:cxn>
              <a:cxn ang="0">
                <a:pos x="connsiteX83704" y="connsiteY83704"/>
              </a:cxn>
              <a:cxn ang="0">
                <a:pos x="connsiteX83705" y="connsiteY83705"/>
              </a:cxn>
              <a:cxn ang="0">
                <a:pos x="connsiteX83706" y="connsiteY83706"/>
              </a:cxn>
              <a:cxn ang="0">
                <a:pos x="connsiteX83707" y="connsiteY83707"/>
              </a:cxn>
              <a:cxn ang="0">
                <a:pos x="connsiteX83708" y="connsiteY83708"/>
              </a:cxn>
              <a:cxn ang="0">
                <a:pos x="connsiteX83709" y="connsiteY83709"/>
              </a:cxn>
              <a:cxn ang="0">
                <a:pos x="connsiteX83710" y="connsiteY83710"/>
              </a:cxn>
              <a:cxn ang="0">
                <a:pos x="connsiteX83711" y="connsiteY83711"/>
              </a:cxn>
              <a:cxn ang="0">
                <a:pos x="connsiteX83712" y="connsiteY83712"/>
              </a:cxn>
              <a:cxn ang="0">
                <a:pos x="connsiteX83713" y="connsiteY83713"/>
              </a:cxn>
              <a:cxn ang="0">
                <a:pos x="connsiteX83714" y="connsiteY83714"/>
              </a:cxn>
              <a:cxn ang="0">
                <a:pos x="connsiteX83715" y="connsiteY83715"/>
              </a:cxn>
              <a:cxn ang="0">
                <a:pos x="connsiteX83716" y="connsiteY83716"/>
              </a:cxn>
              <a:cxn ang="0">
                <a:pos x="connsiteX83717" y="connsiteY83717"/>
              </a:cxn>
              <a:cxn ang="0">
                <a:pos x="connsiteX83718" y="connsiteY83718"/>
              </a:cxn>
              <a:cxn ang="0">
                <a:pos x="connsiteX83719" y="connsiteY83719"/>
              </a:cxn>
              <a:cxn ang="0">
                <a:pos x="connsiteX83720" y="connsiteY83720"/>
              </a:cxn>
              <a:cxn ang="0">
                <a:pos x="connsiteX83721" y="connsiteY83721"/>
              </a:cxn>
              <a:cxn ang="0">
                <a:pos x="connsiteX83722" y="connsiteY83722"/>
              </a:cxn>
              <a:cxn ang="0">
                <a:pos x="connsiteX83723" y="connsiteY83723"/>
              </a:cxn>
              <a:cxn ang="0">
                <a:pos x="connsiteX83724" y="connsiteY83724"/>
              </a:cxn>
              <a:cxn ang="0">
                <a:pos x="connsiteX83725" y="connsiteY83725"/>
              </a:cxn>
              <a:cxn ang="0">
                <a:pos x="connsiteX83726" y="connsiteY83726"/>
              </a:cxn>
              <a:cxn ang="0">
                <a:pos x="connsiteX83727" y="connsiteY83727"/>
              </a:cxn>
              <a:cxn ang="0">
                <a:pos x="connsiteX83728" y="connsiteY83728"/>
              </a:cxn>
              <a:cxn ang="0">
                <a:pos x="connsiteX83729" y="connsiteY83729"/>
              </a:cxn>
              <a:cxn ang="0">
                <a:pos x="connsiteX83730" y="connsiteY83730"/>
              </a:cxn>
              <a:cxn ang="0">
                <a:pos x="connsiteX83731" y="connsiteY83731"/>
              </a:cxn>
              <a:cxn ang="0">
                <a:pos x="connsiteX83732" y="connsiteY83732"/>
              </a:cxn>
              <a:cxn ang="0">
                <a:pos x="connsiteX83733" y="connsiteY83733"/>
              </a:cxn>
              <a:cxn ang="0">
                <a:pos x="connsiteX83734" y="connsiteY83734"/>
              </a:cxn>
              <a:cxn ang="0">
                <a:pos x="connsiteX83735" y="connsiteY83735"/>
              </a:cxn>
              <a:cxn ang="0">
                <a:pos x="connsiteX83736" y="connsiteY83736"/>
              </a:cxn>
              <a:cxn ang="0">
                <a:pos x="connsiteX83737" y="connsiteY83737"/>
              </a:cxn>
              <a:cxn ang="0">
                <a:pos x="connsiteX83738" y="connsiteY83738"/>
              </a:cxn>
              <a:cxn ang="0">
                <a:pos x="connsiteX83739" y="connsiteY83739"/>
              </a:cxn>
              <a:cxn ang="0">
                <a:pos x="connsiteX83740" y="connsiteY83740"/>
              </a:cxn>
              <a:cxn ang="0">
                <a:pos x="connsiteX83741" y="connsiteY83741"/>
              </a:cxn>
              <a:cxn ang="0">
                <a:pos x="connsiteX83742" y="connsiteY83742"/>
              </a:cxn>
              <a:cxn ang="0">
                <a:pos x="connsiteX83743" y="connsiteY83743"/>
              </a:cxn>
              <a:cxn ang="0">
                <a:pos x="connsiteX83744" y="connsiteY83744"/>
              </a:cxn>
              <a:cxn ang="0">
                <a:pos x="connsiteX83745" y="connsiteY83745"/>
              </a:cxn>
              <a:cxn ang="0">
                <a:pos x="connsiteX83746" y="connsiteY83746"/>
              </a:cxn>
              <a:cxn ang="0">
                <a:pos x="connsiteX83747" y="connsiteY83747"/>
              </a:cxn>
              <a:cxn ang="0">
                <a:pos x="connsiteX83748" y="connsiteY83748"/>
              </a:cxn>
              <a:cxn ang="0">
                <a:pos x="connsiteX83749" y="connsiteY83749"/>
              </a:cxn>
              <a:cxn ang="0">
                <a:pos x="connsiteX83750" y="connsiteY83750"/>
              </a:cxn>
              <a:cxn ang="0">
                <a:pos x="connsiteX83751" y="connsiteY83751"/>
              </a:cxn>
              <a:cxn ang="0">
                <a:pos x="connsiteX83752" y="connsiteY83752"/>
              </a:cxn>
              <a:cxn ang="0">
                <a:pos x="connsiteX83753" y="connsiteY83753"/>
              </a:cxn>
              <a:cxn ang="0">
                <a:pos x="connsiteX83754" y="connsiteY83754"/>
              </a:cxn>
              <a:cxn ang="0">
                <a:pos x="connsiteX83755" y="connsiteY83755"/>
              </a:cxn>
              <a:cxn ang="0">
                <a:pos x="connsiteX83756" y="connsiteY83756"/>
              </a:cxn>
              <a:cxn ang="0">
                <a:pos x="connsiteX83757" y="connsiteY83757"/>
              </a:cxn>
              <a:cxn ang="0">
                <a:pos x="connsiteX83758" y="connsiteY83758"/>
              </a:cxn>
              <a:cxn ang="0">
                <a:pos x="connsiteX83759" y="connsiteY83759"/>
              </a:cxn>
              <a:cxn ang="0">
                <a:pos x="connsiteX83760" y="connsiteY83760"/>
              </a:cxn>
              <a:cxn ang="0">
                <a:pos x="connsiteX83761" y="connsiteY83761"/>
              </a:cxn>
              <a:cxn ang="0">
                <a:pos x="connsiteX83762" y="connsiteY83762"/>
              </a:cxn>
              <a:cxn ang="0">
                <a:pos x="connsiteX83763" y="connsiteY83763"/>
              </a:cxn>
              <a:cxn ang="0">
                <a:pos x="connsiteX83764" y="connsiteY83764"/>
              </a:cxn>
              <a:cxn ang="0">
                <a:pos x="connsiteX83765" y="connsiteY83765"/>
              </a:cxn>
              <a:cxn ang="0">
                <a:pos x="connsiteX83766" y="connsiteY83766"/>
              </a:cxn>
              <a:cxn ang="0">
                <a:pos x="connsiteX83767" y="connsiteY83767"/>
              </a:cxn>
              <a:cxn ang="0">
                <a:pos x="connsiteX83768" y="connsiteY83768"/>
              </a:cxn>
              <a:cxn ang="0">
                <a:pos x="connsiteX83769" y="connsiteY83769"/>
              </a:cxn>
              <a:cxn ang="0">
                <a:pos x="connsiteX83770" y="connsiteY83770"/>
              </a:cxn>
              <a:cxn ang="0">
                <a:pos x="connsiteX83771" y="connsiteY83771"/>
              </a:cxn>
              <a:cxn ang="0">
                <a:pos x="connsiteX83772" y="connsiteY83772"/>
              </a:cxn>
              <a:cxn ang="0">
                <a:pos x="connsiteX83773" y="connsiteY83773"/>
              </a:cxn>
              <a:cxn ang="0">
                <a:pos x="connsiteX83774" y="connsiteY83774"/>
              </a:cxn>
              <a:cxn ang="0">
                <a:pos x="connsiteX83775" y="connsiteY83775"/>
              </a:cxn>
              <a:cxn ang="0">
                <a:pos x="connsiteX83776" y="connsiteY83776"/>
              </a:cxn>
              <a:cxn ang="0">
                <a:pos x="connsiteX83777" y="connsiteY83777"/>
              </a:cxn>
              <a:cxn ang="0">
                <a:pos x="connsiteX83778" y="connsiteY83778"/>
              </a:cxn>
              <a:cxn ang="0">
                <a:pos x="connsiteX83779" y="connsiteY83779"/>
              </a:cxn>
              <a:cxn ang="0">
                <a:pos x="connsiteX83780" y="connsiteY83780"/>
              </a:cxn>
              <a:cxn ang="0">
                <a:pos x="connsiteX83781" y="connsiteY83781"/>
              </a:cxn>
              <a:cxn ang="0">
                <a:pos x="connsiteX83782" y="connsiteY83782"/>
              </a:cxn>
              <a:cxn ang="0">
                <a:pos x="connsiteX83783" y="connsiteY83783"/>
              </a:cxn>
              <a:cxn ang="0">
                <a:pos x="connsiteX83784" y="connsiteY83784"/>
              </a:cxn>
              <a:cxn ang="0">
                <a:pos x="connsiteX83785" y="connsiteY83785"/>
              </a:cxn>
              <a:cxn ang="0">
                <a:pos x="connsiteX83786" y="connsiteY83786"/>
              </a:cxn>
              <a:cxn ang="0">
                <a:pos x="connsiteX83787" y="connsiteY83787"/>
              </a:cxn>
              <a:cxn ang="0">
                <a:pos x="connsiteX83788" y="connsiteY83788"/>
              </a:cxn>
              <a:cxn ang="0">
                <a:pos x="connsiteX83789" y="connsiteY83789"/>
              </a:cxn>
              <a:cxn ang="0">
                <a:pos x="connsiteX83790" y="connsiteY83790"/>
              </a:cxn>
              <a:cxn ang="0">
                <a:pos x="connsiteX83791" y="connsiteY83791"/>
              </a:cxn>
              <a:cxn ang="0">
                <a:pos x="connsiteX83792" y="connsiteY83792"/>
              </a:cxn>
              <a:cxn ang="0">
                <a:pos x="connsiteX83793" y="connsiteY83793"/>
              </a:cxn>
              <a:cxn ang="0">
                <a:pos x="connsiteX83794" y="connsiteY83794"/>
              </a:cxn>
              <a:cxn ang="0">
                <a:pos x="connsiteX83795" y="connsiteY83795"/>
              </a:cxn>
              <a:cxn ang="0">
                <a:pos x="connsiteX83796" y="connsiteY83796"/>
              </a:cxn>
              <a:cxn ang="0">
                <a:pos x="connsiteX83797" y="connsiteY83797"/>
              </a:cxn>
              <a:cxn ang="0">
                <a:pos x="connsiteX83798" y="connsiteY83798"/>
              </a:cxn>
              <a:cxn ang="0">
                <a:pos x="connsiteX83799" y="connsiteY83799"/>
              </a:cxn>
              <a:cxn ang="0">
                <a:pos x="connsiteX83800" y="connsiteY83800"/>
              </a:cxn>
              <a:cxn ang="0">
                <a:pos x="connsiteX83801" y="connsiteY83801"/>
              </a:cxn>
              <a:cxn ang="0">
                <a:pos x="connsiteX83802" y="connsiteY83802"/>
              </a:cxn>
              <a:cxn ang="0">
                <a:pos x="connsiteX83803" y="connsiteY83803"/>
              </a:cxn>
              <a:cxn ang="0">
                <a:pos x="connsiteX83804" y="connsiteY83804"/>
              </a:cxn>
              <a:cxn ang="0">
                <a:pos x="connsiteX83805" y="connsiteY83805"/>
              </a:cxn>
              <a:cxn ang="0">
                <a:pos x="connsiteX83806" y="connsiteY83806"/>
              </a:cxn>
              <a:cxn ang="0">
                <a:pos x="connsiteX83807" y="connsiteY83807"/>
              </a:cxn>
              <a:cxn ang="0">
                <a:pos x="connsiteX83808" y="connsiteY83808"/>
              </a:cxn>
              <a:cxn ang="0">
                <a:pos x="connsiteX83809" y="connsiteY83809"/>
              </a:cxn>
              <a:cxn ang="0">
                <a:pos x="connsiteX83810" y="connsiteY83810"/>
              </a:cxn>
              <a:cxn ang="0">
                <a:pos x="connsiteX83811" y="connsiteY83811"/>
              </a:cxn>
              <a:cxn ang="0">
                <a:pos x="connsiteX83812" y="connsiteY83812"/>
              </a:cxn>
              <a:cxn ang="0">
                <a:pos x="connsiteX83813" y="connsiteY83813"/>
              </a:cxn>
              <a:cxn ang="0">
                <a:pos x="connsiteX83814" y="connsiteY83814"/>
              </a:cxn>
              <a:cxn ang="0">
                <a:pos x="connsiteX83815" y="connsiteY83815"/>
              </a:cxn>
              <a:cxn ang="0">
                <a:pos x="connsiteX83816" y="connsiteY83816"/>
              </a:cxn>
              <a:cxn ang="0">
                <a:pos x="connsiteX83817" y="connsiteY83817"/>
              </a:cxn>
              <a:cxn ang="0">
                <a:pos x="connsiteX83818" y="connsiteY83818"/>
              </a:cxn>
              <a:cxn ang="0">
                <a:pos x="connsiteX83819" y="connsiteY83819"/>
              </a:cxn>
              <a:cxn ang="0">
                <a:pos x="connsiteX83820" y="connsiteY83820"/>
              </a:cxn>
              <a:cxn ang="0">
                <a:pos x="connsiteX83821" y="connsiteY83821"/>
              </a:cxn>
              <a:cxn ang="0">
                <a:pos x="connsiteX83822" y="connsiteY83822"/>
              </a:cxn>
              <a:cxn ang="0">
                <a:pos x="connsiteX83823" y="connsiteY83823"/>
              </a:cxn>
              <a:cxn ang="0">
                <a:pos x="connsiteX83824" y="connsiteY83824"/>
              </a:cxn>
              <a:cxn ang="0">
                <a:pos x="connsiteX83825" y="connsiteY83825"/>
              </a:cxn>
              <a:cxn ang="0">
                <a:pos x="connsiteX83826" y="connsiteY83826"/>
              </a:cxn>
              <a:cxn ang="0">
                <a:pos x="connsiteX83827" y="connsiteY83827"/>
              </a:cxn>
              <a:cxn ang="0">
                <a:pos x="connsiteX83828" y="connsiteY83828"/>
              </a:cxn>
              <a:cxn ang="0">
                <a:pos x="connsiteX83829" y="connsiteY83829"/>
              </a:cxn>
              <a:cxn ang="0">
                <a:pos x="connsiteX83830" y="connsiteY83830"/>
              </a:cxn>
              <a:cxn ang="0">
                <a:pos x="connsiteX83831" y="connsiteY83831"/>
              </a:cxn>
              <a:cxn ang="0">
                <a:pos x="connsiteX83832" y="connsiteY83832"/>
              </a:cxn>
              <a:cxn ang="0">
                <a:pos x="connsiteX83833" y="connsiteY83833"/>
              </a:cxn>
              <a:cxn ang="0">
                <a:pos x="connsiteX83834" y="connsiteY83834"/>
              </a:cxn>
              <a:cxn ang="0">
                <a:pos x="connsiteX83835" y="connsiteY83835"/>
              </a:cxn>
              <a:cxn ang="0">
                <a:pos x="connsiteX83836" y="connsiteY83836"/>
              </a:cxn>
              <a:cxn ang="0">
                <a:pos x="connsiteX83837" y="connsiteY83837"/>
              </a:cxn>
              <a:cxn ang="0">
                <a:pos x="connsiteX83838" y="connsiteY83838"/>
              </a:cxn>
              <a:cxn ang="0">
                <a:pos x="connsiteX83839" y="connsiteY83839"/>
              </a:cxn>
              <a:cxn ang="0">
                <a:pos x="connsiteX83840" y="connsiteY83840"/>
              </a:cxn>
              <a:cxn ang="0">
                <a:pos x="connsiteX83841" y="connsiteY83841"/>
              </a:cxn>
              <a:cxn ang="0">
                <a:pos x="connsiteX83842" y="connsiteY83842"/>
              </a:cxn>
              <a:cxn ang="0">
                <a:pos x="connsiteX83843" y="connsiteY83843"/>
              </a:cxn>
              <a:cxn ang="0">
                <a:pos x="connsiteX83844" y="connsiteY83844"/>
              </a:cxn>
              <a:cxn ang="0">
                <a:pos x="connsiteX83845" y="connsiteY83845"/>
              </a:cxn>
              <a:cxn ang="0">
                <a:pos x="connsiteX83846" y="connsiteY83846"/>
              </a:cxn>
              <a:cxn ang="0">
                <a:pos x="connsiteX83847" y="connsiteY83847"/>
              </a:cxn>
              <a:cxn ang="0">
                <a:pos x="connsiteX83848" y="connsiteY83848"/>
              </a:cxn>
              <a:cxn ang="0">
                <a:pos x="connsiteX83849" y="connsiteY83849"/>
              </a:cxn>
              <a:cxn ang="0">
                <a:pos x="connsiteX83850" y="connsiteY83850"/>
              </a:cxn>
              <a:cxn ang="0">
                <a:pos x="connsiteX83851" y="connsiteY83851"/>
              </a:cxn>
              <a:cxn ang="0">
                <a:pos x="connsiteX83852" y="connsiteY83852"/>
              </a:cxn>
              <a:cxn ang="0">
                <a:pos x="connsiteX83853" y="connsiteY83853"/>
              </a:cxn>
              <a:cxn ang="0">
                <a:pos x="connsiteX83854" y="connsiteY83854"/>
              </a:cxn>
              <a:cxn ang="0">
                <a:pos x="connsiteX83855" y="connsiteY83855"/>
              </a:cxn>
              <a:cxn ang="0">
                <a:pos x="connsiteX83856" y="connsiteY83856"/>
              </a:cxn>
              <a:cxn ang="0">
                <a:pos x="connsiteX83857" y="connsiteY83857"/>
              </a:cxn>
              <a:cxn ang="0">
                <a:pos x="connsiteX83858" y="connsiteY83858"/>
              </a:cxn>
              <a:cxn ang="0">
                <a:pos x="connsiteX83859" y="connsiteY83859"/>
              </a:cxn>
              <a:cxn ang="0">
                <a:pos x="connsiteX83860" y="connsiteY83860"/>
              </a:cxn>
              <a:cxn ang="0">
                <a:pos x="connsiteX83861" y="connsiteY83861"/>
              </a:cxn>
              <a:cxn ang="0">
                <a:pos x="connsiteX83862" y="connsiteY83862"/>
              </a:cxn>
              <a:cxn ang="0">
                <a:pos x="connsiteX83863" y="connsiteY83863"/>
              </a:cxn>
              <a:cxn ang="0">
                <a:pos x="connsiteX83864" y="connsiteY83864"/>
              </a:cxn>
              <a:cxn ang="0">
                <a:pos x="connsiteX83865" y="connsiteY83865"/>
              </a:cxn>
              <a:cxn ang="0">
                <a:pos x="connsiteX83866" y="connsiteY83866"/>
              </a:cxn>
              <a:cxn ang="0">
                <a:pos x="connsiteX83867" y="connsiteY83867"/>
              </a:cxn>
              <a:cxn ang="0">
                <a:pos x="connsiteX83868" y="connsiteY83868"/>
              </a:cxn>
              <a:cxn ang="0">
                <a:pos x="connsiteX83869" y="connsiteY83869"/>
              </a:cxn>
              <a:cxn ang="0">
                <a:pos x="connsiteX83870" y="connsiteY83870"/>
              </a:cxn>
              <a:cxn ang="0">
                <a:pos x="connsiteX83871" y="connsiteY83871"/>
              </a:cxn>
              <a:cxn ang="0">
                <a:pos x="connsiteX83872" y="connsiteY83872"/>
              </a:cxn>
              <a:cxn ang="0">
                <a:pos x="connsiteX83873" y="connsiteY83873"/>
              </a:cxn>
              <a:cxn ang="0">
                <a:pos x="connsiteX83874" y="connsiteY83874"/>
              </a:cxn>
              <a:cxn ang="0">
                <a:pos x="connsiteX83875" y="connsiteY83875"/>
              </a:cxn>
              <a:cxn ang="0">
                <a:pos x="connsiteX83876" y="connsiteY83876"/>
              </a:cxn>
              <a:cxn ang="0">
                <a:pos x="connsiteX83877" y="connsiteY83877"/>
              </a:cxn>
              <a:cxn ang="0">
                <a:pos x="connsiteX83878" y="connsiteY83878"/>
              </a:cxn>
              <a:cxn ang="0">
                <a:pos x="connsiteX83879" y="connsiteY83879"/>
              </a:cxn>
              <a:cxn ang="0">
                <a:pos x="connsiteX83880" y="connsiteY83880"/>
              </a:cxn>
              <a:cxn ang="0">
                <a:pos x="connsiteX83881" y="connsiteY83881"/>
              </a:cxn>
              <a:cxn ang="0">
                <a:pos x="connsiteX83882" y="connsiteY83882"/>
              </a:cxn>
              <a:cxn ang="0">
                <a:pos x="connsiteX83883" y="connsiteY83883"/>
              </a:cxn>
              <a:cxn ang="0">
                <a:pos x="connsiteX83884" y="connsiteY83884"/>
              </a:cxn>
              <a:cxn ang="0">
                <a:pos x="connsiteX83885" y="connsiteY83885"/>
              </a:cxn>
              <a:cxn ang="0">
                <a:pos x="connsiteX83886" y="connsiteY83886"/>
              </a:cxn>
              <a:cxn ang="0">
                <a:pos x="connsiteX83887" y="connsiteY83887"/>
              </a:cxn>
              <a:cxn ang="0">
                <a:pos x="connsiteX83888" y="connsiteY83888"/>
              </a:cxn>
              <a:cxn ang="0">
                <a:pos x="connsiteX83889" y="connsiteY83889"/>
              </a:cxn>
              <a:cxn ang="0">
                <a:pos x="connsiteX83890" y="connsiteY83890"/>
              </a:cxn>
              <a:cxn ang="0">
                <a:pos x="connsiteX83891" y="connsiteY83891"/>
              </a:cxn>
              <a:cxn ang="0">
                <a:pos x="connsiteX83892" y="connsiteY83892"/>
              </a:cxn>
              <a:cxn ang="0">
                <a:pos x="connsiteX83893" y="connsiteY83893"/>
              </a:cxn>
              <a:cxn ang="0">
                <a:pos x="connsiteX83894" y="connsiteY83894"/>
              </a:cxn>
              <a:cxn ang="0">
                <a:pos x="connsiteX83895" y="connsiteY83895"/>
              </a:cxn>
              <a:cxn ang="0">
                <a:pos x="connsiteX83896" y="connsiteY83896"/>
              </a:cxn>
              <a:cxn ang="0">
                <a:pos x="connsiteX83897" y="connsiteY83897"/>
              </a:cxn>
              <a:cxn ang="0">
                <a:pos x="connsiteX83898" y="connsiteY83898"/>
              </a:cxn>
              <a:cxn ang="0">
                <a:pos x="connsiteX83899" y="connsiteY83899"/>
              </a:cxn>
              <a:cxn ang="0">
                <a:pos x="connsiteX83900" y="connsiteY83900"/>
              </a:cxn>
              <a:cxn ang="0">
                <a:pos x="connsiteX83901" y="connsiteY83901"/>
              </a:cxn>
              <a:cxn ang="0">
                <a:pos x="connsiteX83902" y="connsiteY83902"/>
              </a:cxn>
              <a:cxn ang="0">
                <a:pos x="connsiteX83903" y="connsiteY83903"/>
              </a:cxn>
              <a:cxn ang="0">
                <a:pos x="connsiteX83904" y="connsiteY83904"/>
              </a:cxn>
              <a:cxn ang="0">
                <a:pos x="connsiteX83905" y="connsiteY83905"/>
              </a:cxn>
              <a:cxn ang="0">
                <a:pos x="connsiteX83906" y="connsiteY83906"/>
              </a:cxn>
              <a:cxn ang="0">
                <a:pos x="connsiteX83907" y="connsiteY83907"/>
              </a:cxn>
              <a:cxn ang="0">
                <a:pos x="connsiteX83908" y="connsiteY83908"/>
              </a:cxn>
              <a:cxn ang="0">
                <a:pos x="connsiteX83909" y="connsiteY83909"/>
              </a:cxn>
              <a:cxn ang="0">
                <a:pos x="connsiteX83910" y="connsiteY83910"/>
              </a:cxn>
              <a:cxn ang="0">
                <a:pos x="connsiteX83911" y="connsiteY83911"/>
              </a:cxn>
              <a:cxn ang="0">
                <a:pos x="connsiteX83912" y="connsiteY83912"/>
              </a:cxn>
              <a:cxn ang="0">
                <a:pos x="connsiteX83913" y="connsiteY83913"/>
              </a:cxn>
              <a:cxn ang="0">
                <a:pos x="connsiteX83914" y="connsiteY83914"/>
              </a:cxn>
              <a:cxn ang="0">
                <a:pos x="connsiteX83915" y="connsiteY83915"/>
              </a:cxn>
              <a:cxn ang="0">
                <a:pos x="connsiteX83916" y="connsiteY83916"/>
              </a:cxn>
              <a:cxn ang="0">
                <a:pos x="connsiteX83917" y="connsiteY83917"/>
              </a:cxn>
              <a:cxn ang="0">
                <a:pos x="connsiteX83918" y="connsiteY83918"/>
              </a:cxn>
              <a:cxn ang="0">
                <a:pos x="connsiteX83919" y="connsiteY83919"/>
              </a:cxn>
              <a:cxn ang="0">
                <a:pos x="connsiteX83920" y="connsiteY83920"/>
              </a:cxn>
              <a:cxn ang="0">
                <a:pos x="connsiteX83921" y="connsiteY83921"/>
              </a:cxn>
              <a:cxn ang="0">
                <a:pos x="connsiteX83922" y="connsiteY83922"/>
              </a:cxn>
              <a:cxn ang="0">
                <a:pos x="connsiteX83923" y="connsiteY83923"/>
              </a:cxn>
              <a:cxn ang="0">
                <a:pos x="connsiteX83924" y="connsiteY83924"/>
              </a:cxn>
              <a:cxn ang="0">
                <a:pos x="connsiteX83925" y="connsiteY83925"/>
              </a:cxn>
              <a:cxn ang="0">
                <a:pos x="connsiteX83926" y="connsiteY83926"/>
              </a:cxn>
              <a:cxn ang="0">
                <a:pos x="connsiteX83927" y="connsiteY83927"/>
              </a:cxn>
              <a:cxn ang="0">
                <a:pos x="connsiteX83928" y="connsiteY83928"/>
              </a:cxn>
              <a:cxn ang="0">
                <a:pos x="connsiteX83929" y="connsiteY83929"/>
              </a:cxn>
              <a:cxn ang="0">
                <a:pos x="connsiteX83930" y="connsiteY83930"/>
              </a:cxn>
              <a:cxn ang="0">
                <a:pos x="connsiteX83931" y="connsiteY83931"/>
              </a:cxn>
              <a:cxn ang="0">
                <a:pos x="connsiteX83932" y="connsiteY83932"/>
              </a:cxn>
              <a:cxn ang="0">
                <a:pos x="connsiteX83933" y="connsiteY83933"/>
              </a:cxn>
              <a:cxn ang="0">
                <a:pos x="connsiteX83934" y="connsiteY83934"/>
              </a:cxn>
              <a:cxn ang="0">
                <a:pos x="connsiteX83935" y="connsiteY83935"/>
              </a:cxn>
              <a:cxn ang="0">
                <a:pos x="connsiteX83936" y="connsiteY83936"/>
              </a:cxn>
              <a:cxn ang="0">
                <a:pos x="connsiteX83937" y="connsiteY83937"/>
              </a:cxn>
              <a:cxn ang="0">
                <a:pos x="connsiteX83938" y="connsiteY83938"/>
              </a:cxn>
              <a:cxn ang="0">
                <a:pos x="connsiteX83939" y="connsiteY83939"/>
              </a:cxn>
              <a:cxn ang="0">
                <a:pos x="connsiteX83940" y="connsiteY83940"/>
              </a:cxn>
              <a:cxn ang="0">
                <a:pos x="connsiteX83941" y="connsiteY83941"/>
              </a:cxn>
              <a:cxn ang="0">
                <a:pos x="connsiteX83942" y="connsiteY83942"/>
              </a:cxn>
              <a:cxn ang="0">
                <a:pos x="connsiteX83943" y="connsiteY83943"/>
              </a:cxn>
              <a:cxn ang="0">
                <a:pos x="connsiteX83944" y="connsiteY83944"/>
              </a:cxn>
              <a:cxn ang="0">
                <a:pos x="connsiteX83945" y="connsiteY83945"/>
              </a:cxn>
              <a:cxn ang="0">
                <a:pos x="connsiteX83946" y="connsiteY83946"/>
              </a:cxn>
              <a:cxn ang="0">
                <a:pos x="connsiteX83947" y="connsiteY83947"/>
              </a:cxn>
              <a:cxn ang="0">
                <a:pos x="connsiteX83948" y="connsiteY83948"/>
              </a:cxn>
              <a:cxn ang="0">
                <a:pos x="connsiteX83949" y="connsiteY83949"/>
              </a:cxn>
              <a:cxn ang="0">
                <a:pos x="connsiteX83950" y="connsiteY83950"/>
              </a:cxn>
              <a:cxn ang="0">
                <a:pos x="connsiteX83951" y="connsiteY83951"/>
              </a:cxn>
              <a:cxn ang="0">
                <a:pos x="connsiteX83952" y="connsiteY83952"/>
              </a:cxn>
              <a:cxn ang="0">
                <a:pos x="connsiteX83953" y="connsiteY83953"/>
              </a:cxn>
              <a:cxn ang="0">
                <a:pos x="connsiteX83954" y="connsiteY83954"/>
              </a:cxn>
              <a:cxn ang="0">
                <a:pos x="connsiteX83955" y="connsiteY83955"/>
              </a:cxn>
              <a:cxn ang="0">
                <a:pos x="connsiteX83956" y="connsiteY83956"/>
              </a:cxn>
              <a:cxn ang="0">
                <a:pos x="connsiteX83957" y="connsiteY83957"/>
              </a:cxn>
              <a:cxn ang="0">
                <a:pos x="connsiteX83958" y="connsiteY83958"/>
              </a:cxn>
              <a:cxn ang="0">
                <a:pos x="connsiteX83959" y="connsiteY83959"/>
              </a:cxn>
              <a:cxn ang="0">
                <a:pos x="connsiteX83960" y="connsiteY83960"/>
              </a:cxn>
              <a:cxn ang="0">
                <a:pos x="connsiteX83961" y="connsiteY83961"/>
              </a:cxn>
              <a:cxn ang="0">
                <a:pos x="connsiteX83962" y="connsiteY83962"/>
              </a:cxn>
              <a:cxn ang="0">
                <a:pos x="connsiteX83963" y="connsiteY83963"/>
              </a:cxn>
              <a:cxn ang="0">
                <a:pos x="connsiteX83964" y="connsiteY83964"/>
              </a:cxn>
              <a:cxn ang="0">
                <a:pos x="connsiteX83965" y="connsiteY83965"/>
              </a:cxn>
              <a:cxn ang="0">
                <a:pos x="connsiteX83966" y="connsiteY83966"/>
              </a:cxn>
              <a:cxn ang="0">
                <a:pos x="connsiteX83967" y="connsiteY83967"/>
              </a:cxn>
              <a:cxn ang="0">
                <a:pos x="connsiteX83968" y="connsiteY83968"/>
              </a:cxn>
              <a:cxn ang="0">
                <a:pos x="connsiteX83969" y="connsiteY83969"/>
              </a:cxn>
              <a:cxn ang="0">
                <a:pos x="connsiteX83970" y="connsiteY83970"/>
              </a:cxn>
              <a:cxn ang="0">
                <a:pos x="connsiteX83971" y="connsiteY83971"/>
              </a:cxn>
              <a:cxn ang="0">
                <a:pos x="connsiteX83972" y="connsiteY83972"/>
              </a:cxn>
              <a:cxn ang="0">
                <a:pos x="connsiteX83973" y="connsiteY83973"/>
              </a:cxn>
              <a:cxn ang="0">
                <a:pos x="connsiteX83974" y="connsiteY83974"/>
              </a:cxn>
              <a:cxn ang="0">
                <a:pos x="connsiteX83975" y="connsiteY83975"/>
              </a:cxn>
              <a:cxn ang="0">
                <a:pos x="connsiteX83976" y="connsiteY83976"/>
              </a:cxn>
              <a:cxn ang="0">
                <a:pos x="connsiteX83977" y="connsiteY83977"/>
              </a:cxn>
              <a:cxn ang="0">
                <a:pos x="connsiteX83978" y="connsiteY83978"/>
              </a:cxn>
              <a:cxn ang="0">
                <a:pos x="connsiteX83979" y="connsiteY83979"/>
              </a:cxn>
              <a:cxn ang="0">
                <a:pos x="connsiteX83980" y="connsiteY83980"/>
              </a:cxn>
              <a:cxn ang="0">
                <a:pos x="connsiteX83981" y="connsiteY83981"/>
              </a:cxn>
              <a:cxn ang="0">
                <a:pos x="connsiteX83982" y="connsiteY83982"/>
              </a:cxn>
              <a:cxn ang="0">
                <a:pos x="connsiteX83983" y="connsiteY83983"/>
              </a:cxn>
              <a:cxn ang="0">
                <a:pos x="connsiteX83984" y="connsiteY83984"/>
              </a:cxn>
              <a:cxn ang="0">
                <a:pos x="connsiteX83985" y="connsiteY83985"/>
              </a:cxn>
              <a:cxn ang="0">
                <a:pos x="connsiteX83986" y="connsiteY83986"/>
              </a:cxn>
              <a:cxn ang="0">
                <a:pos x="connsiteX83987" y="connsiteY83987"/>
              </a:cxn>
              <a:cxn ang="0">
                <a:pos x="connsiteX83988" y="connsiteY83988"/>
              </a:cxn>
              <a:cxn ang="0">
                <a:pos x="connsiteX83989" y="connsiteY83989"/>
              </a:cxn>
              <a:cxn ang="0">
                <a:pos x="connsiteX83990" y="connsiteY83990"/>
              </a:cxn>
              <a:cxn ang="0">
                <a:pos x="connsiteX83991" y="connsiteY83991"/>
              </a:cxn>
              <a:cxn ang="0">
                <a:pos x="connsiteX83992" y="connsiteY83992"/>
              </a:cxn>
              <a:cxn ang="0">
                <a:pos x="connsiteX83993" y="connsiteY83993"/>
              </a:cxn>
              <a:cxn ang="0">
                <a:pos x="connsiteX83994" y="connsiteY83994"/>
              </a:cxn>
              <a:cxn ang="0">
                <a:pos x="connsiteX83995" y="connsiteY83995"/>
              </a:cxn>
              <a:cxn ang="0">
                <a:pos x="connsiteX83996" y="connsiteY83996"/>
              </a:cxn>
              <a:cxn ang="0">
                <a:pos x="connsiteX83997" y="connsiteY83997"/>
              </a:cxn>
              <a:cxn ang="0">
                <a:pos x="connsiteX83998" y="connsiteY83998"/>
              </a:cxn>
              <a:cxn ang="0">
                <a:pos x="connsiteX83999" y="connsiteY83999"/>
              </a:cxn>
              <a:cxn ang="0">
                <a:pos x="connsiteX84000" y="connsiteY84000"/>
              </a:cxn>
              <a:cxn ang="0">
                <a:pos x="connsiteX84001" y="connsiteY84001"/>
              </a:cxn>
              <a:cxn ang="0">
                <a:pos x="connsiteX84002" y="connsiteY84002"/>
              </a:cxn>
              <a:cxn ang="0">
                <a:pos x="connsiteX84003" y="connsiteY84003"/>
              </a:cxn>
              <a:cxn ang="0">
                <a:pos x="connsiteX84004" y="connsiteY84004"/>
              </a:cxn>
              <a:cxn ang="0">
                <a:pos x="connsiteX84005" y="connsiteY84005"/>
              </a:cxn>
              <a:cxn ang="0">
                <a:pos x="connsiteX84006" y="connsiteY84006"/>
              </a:cxn>
              <a:cxn ang="0">
                <a:pos x="connsiteX84007" y="connsiteY84007"/>
              </a:cxn>
              <a:cxn ang="0">
                <a:pos x="connsiteX84008" y="connsiteY84008"/>
              </a:cxn>
              <a:cxn ang="0">
                <a:pos x="connsiteX84009" y="connsiteY84009"/>
              </a:cxn>
              <a:cxn ang="0">
                <a:pos x="connsiteX84010" y="connsiteY84010"/>
              </a:cxn>
              <a:cxn ang="0">
                <a:pos x="connsiteX84011" y="connsiteY84011"/>
              </a:cxn>
              <a:cxn ang="0">
                <a:pos x="connsiteX84012" y="connsiteY84012"/>
              </a:cxn>
              <a:cxn ang="0">
                <a:pos x="connsiteX84013" y="connsiteY84013"/>
              </a:cxn>
              <a:cxn ang="0">
                <a:pos x="connsiteX84014" y="connsiteY84014"/>
              </a:cxn>
              <a:cxn ang="0">
                <a:pos x="connsiteX84015" y="connsiteY84015"/>
              </a:cxn>
              <a:cxn ang="0">
                <a:pos x="connsiteX84016" y="connsiteY84016"/>
              </a:cxn>
              <a:cxn ang="0">
                <a:pos x="connsiteX84017" y="connsiteY84017"/>
              </a:cxn>
              <a:cxn ang="0">
                <a:pos x="connsiteX84018" y="connsiteY84018"/>
              </a:cxn>
              <a:cxn ang="0">
                <a:pos x="connsiteX84019" y="connsiteY84019"/>
              </a:cxn>
              <a:cxn ang="0">
                <a:pos x="connsiteX84020" y="connsiteY84020"/>
              </a:cxn>
              <a:cxn ang="0">
                <a:pos x="connsiteX84021" y="connsiteY84021"/>
              </a:cxn>
              <a:cxn ang="0">
                <a:pos x="connsiteX84022" y="connsiteY84022"/>
              </a:cxn>
              <a:cxn ang="0">
                <a:pos x="connsiteX84023" y="connsiteY84023"/>
              </a:cxn>
              <a:cxn ang="0">
                <a:pos x="connsiteX84024" y="connsiteY84024"/>
              </a:cxn>
              <a:cxn ang="0">
                <a:pos x="connsiteX84025" y="connsiteY84025"/>
              </a:cxn>
              <a:cxn ang="0">
                <a:pos x="connsiteX84026" y="connsiteY84026"/>
              </a:cxn>
              <a:cxn ang="0">
                <a:pos x="connsiteX84027" y="connsiteY84027"/>
              </a:cxn>
              <a:cxn ang="0">
                <a:pos x="connsiteX84028" y="connsiteY84028"/>
              </a:cxn>
              <a:cxn ang="0">
                <a:pos x="connsiteX84029" y="connsiteY84029"/>
              </a:cxn>
              <a:cxn ang="0">
                <a:pos x="connsiteX84030" y="connsiteY84030"/>
              </a:cxn>
              <a:cxn ang="0">
                <a:pos x="connsiteX84031" y="connsiteY84031"/>
              </a:cxn>
              <a:cxn ang="0">
                <a:pos x="connsiteX84032" y="connsiteY84032"/>
              </a:cxn>
              <a:cxn ang="0">
                <a:pos x="connsiteX84033" y="connsiteY84033"/>
              </a:cxn>
              <a:cxn ang="0">
                <a:pos x="connsiteX84034" y="connsiteY84034"/>
              </a:cxn>
              <a:cxn ang="0">
                <a:pos x="connsiteX84035" y="connsiteY84035"/>
              </a:cxn>
              <a:cxn ang="0">
                <a:pos x="connsiteX84036" y="connsiteY84036"/>
              </a:cxn>
              <a:cxn ang="0">
                <a:pos x="connsiteX84037" y="connsiteY84037"/>
              </a:cxn>
              <a:cxn ang="0">
                <a:pos x="connsiteX84038" y="connsiteY84038"/>
              </a:cxn>
              <a:cxn ang="0">
                <a:pos x="connsiteX84039" y="connsiteY84039"/>
              </a:cxn>
              <a:cxn ang="0">
                <a:pos x="connsiteX84040" y="connsiteY84040"/>
              </a:cxn>
              <a:cxn ang="0">
                <a:pos x="connsiteX84041" y="connsiteY84041"/>
              </a:cxn>
              <a:cxn ang="0">
                <a:pos x="connsiteX84042" y="connsiteY84042"/>
              </a:cxn>
              <a:cxn ang="0">
                <a:pos x="connsiteX84043" y="connsiteY84043"/>
              </a:cxn>
              <a:cxn ang="0">
                <a:pos x="connsiteX84044" y="connsiteY84044"/>
              </a:cxn>
              <a:cxn ang="0">
                <a:pos x="connsiteX84045" y="connsiteY84045"/>
              </a:cxn>
              <a:cxn ang="0">
                <a:pos x="connsiteX84046" y="connsiteY84046"/>
              </a:cxn>
              <a:cxn ang="0">
                <a:pos x="connsiteX84047" y="connsiteY84047"/>
              </a:cxn>
              <a:cxn ang="0">
                <a:pos x="connsiteX84048" y="connsiteY84048"/>
              </a:cxn>
              <a:cxn ang="0">
                <a:pos x="connsiteX84049" y="connsiteY84049"/>
              </a:cxn>
              <a:cxn ang="0">
                <a:pos x="connsiteX84050" y="connsiteY84050"/>
              </a:cxn>
              <a:cxn ang="0">
                <a:pos x="connsiteX84051" y="connsiteY84051"/>
              </a:cxn>
              <a:cxn ang="0">
                <a:pos x="connsiteX84052" y="connsiteY84052"/>
              </a:cxn>
              <a:cxn ang="0">
                <a:pos x="connsiteX84053" y="connsiteY84053"/>
              </a:cxn>
              <a:cxn ang="0">
                <a:pos x="connsiteX84054" y="connsiteY84054"/>
              </a:cxn>
              <a:cxn ang="0">
                <a:pos x="connsiteX84055" y="connsiteY84055"/>
              </a:cxn>
              <a:cxn ang="0">
                <a:pos x="connsiteX84056" y="connsiteY84056"/>
              </a:cxn>
              <a:cxn ang="0">
                <a:pos x="connsiteX84057" y="connsiteY84057"/>
              </a:cxn>
              <a:cxn ang="0">
                <a:pos x="connsiteX84058" y="connsiteY84058"/>
              </a:cxn>
              <a:cxn ang="0">
                <a:pos x="connsiteX84059" y="connsiteY84059"/>
              </a:cxn>
              <a:cxn ang="0">
                <a:pos x="connsiteX84060" y="connsiteY84060"/>
              </a:cxn>
              <a:cxn ang="0">
                <a:pos x="connsiteX84061" y="connsiteY84061"/>
              </a:cxn>
              <a:cxn ang="0">
                <a:pos x="connsiteX84062" y="connsiteY84062"/>
              </a:cxn>
              <a:cxn ang="0">
                <a:pos x="connsiteX84063" y="connsiteY84063"/>
              </a:cxn>
              <a:cxn ang="0">
                <a:pos x="connsiteX84064" y="connsiteY84064"/>
              </a:cxn>
              <a:cxn ang="0">
                <a:pos x="connsiteX84065" y="connsiteY84065"/>
              </a:cxn>
              <a:cxn ang="0">
                <a:pos x="connsiteX84066" y="connsiteY84066"/>
              </a:cxn>
              <a:cxn ang="0">
                <a:pos x="connsiteX84067" y="connsiteY84067"/>
              </a:cxn>
              <a:cxn ang="0">
                <a:pos x="connsiteX84068" y="connsiteY84068"/>
              </a:cxn>
              <a:cxn ang="0">
                <a:pos x="connsiteX84069" y="connsiteY84069"/>
              </a:cxn>
              <a:cxn ang="0">
                <a:pos x="connsiteX84070" y="connsiteY84070"/>
              </a:cxn>
              <a:cxn ang="0">
                <a:pos x="connsiteX84071" y="connsiteY84071"/>
              </a:cxn>
              <a:cxn ang="0">
                <a:pos x="connsiteX84072" y="connsiteY84072"/>
              </a:cxn>
              <a:cxn ang="0">
                <a:pos x="connsiteX84073" y="connsiteY84073"/>
              </a:cxn>
              <a:cxn ang="0">
                <a:pos x="connsiteX84074" y="connsiteY84074"/>
              </a:cxn>
              <a:cxn ang="0">
                <a:pos x="connsiteX84075" y="connsiteY84075"/>
              </a:cxn>
              <a:cxn ang="0">
                <a:pos x="connsiteX84076" y="connsiteY84076"/>
              </a:cxn>
              <a:cxn ang="0">
                <a:pos x="connsiteX84077" y="connsiteY84077"/>
              </a:cxn>
              <a:cxn ang="0">
                <a:pos x="connsiteX84078" y="connsiteY84078"/>
              </a:cxn>
              <a:cxn ang="0">
                <a:pos x="connsiteX84079" y="connsiteY84079"/>
              </a:cxn>
              <a:cxn ang="0">
                <a:pos x="connsiteX84080" y="connsiteY84080"/>
              </a:cxn>
              <a:cxn ang="0">
                <a:pos x="connsiteX84081" y="connsiteY84081"/>
              </a:cxn>
              <a:cxn ang="0">
                <a:pos x="connsiteX84082" y="connsiteY84082"/>
              </a:cxn>
              <a:cxn ang="0">
                <a:pos x="connsiteX84083" y="connsiteY84083"/>
              </a:cxn>
              <a:cxn ang="0">
                <a:pos x="connsiteX84084" y="connsiteY84084"/>
              </a:cxn>
              <a:cxn ang="0">
                <a:pos x="connsiteX84085" y="connsiteY84085"/>
              </a:cxn>
              <a:cxn ang="0">
                <a:pos x="connsiteX84086" y="connsiteY84086"/>
              </a:cxn>
              <a:cxn ang="0">
                <a:pos x="connsiteX84087" y="connsiteY84087"/>
              </a:cxn>
              <a:cxn ang="0">
                <a:pos x="connsiteX84088" y="connsiteY84088"/>
              </a:cxn>
              <a:cxn ang="0">
                <a:pos x="connsiteX84089" y="connsiteY84089"/>
              </a:cxn>
              <a:cxn ang="0">
                <a:pos x="connsiteX84090" y="connsiteY84090"/>
              </a:cxn>
              <a:cxn ang="0">
                <a:pos x="connsiteX84091" y="connsiteY84091"/>
              </a:cxn>
              <a:cxn ang="0">
                <a:pos x="connsiteX84092" y="connsiteY84092"/>
              </a:cxn>
              <a:cxn ang="0">
                <a:pos x="connsiteX84093" y="connsiteY84093"/>
              </a:cxn>
              <a:cxn ang="0">
                <a:pos x="connsiteX84094" y="connsiteY84094"/>
              </a:cxn>
              <a:cxn ang="0">
                <a:pos x="connsiteX84095" y="connsiteY84095"/>
              </a:cxn>
              <a:cxn ang="0">
                <a:pos x="connsiteX84096" y="connsiteY84096"/>
              </a:cxn>
              <a:cxn ang="0">
                <a:pos x="connsiteX84097" y="connsiteY84097"/>
              </a:cxn>
              <a:cxn ang="0">
                <a:pos x="connsiteX84098" y="connsiteY84098"/>
              </a:cxn>
              <a:cxn ang="0">
                <a:pos x="connsiteX84099" y="connsiteY84099"/>
              </a:cxn>
              <a:cxn ang="0">
                <a:pos x="connsiteX84100" y="connsiteY84100"/>
              </a:cxn>
              <a:cxn ang="0">
                <a:pos x="connsiteX84101" y="connsiteY84101"/>
              </a:cxn>
              <a:cxn ang="0">
                <a:pos x="connsiteX84102" y="connsiteY84102"/>
              </a:cxn>
              <a:cxn ang="0">
                <a:pos x="connsiteX84103" y="connsiteY84103"/>
              </a:cxn>
              <a:cxn ang="0">
                <a:pos x="connsiteX84104" y="connsiteY84104"/>
              </a:cxn>
              <a:cxn ang="0">
                <a:pos x="connsiteX84105" y="connsiteY84105"/>
              </a:cxn>
              <a:cxn ang="0">
                <a:pos x="connsiteX84106" y="connsiteY84106"/>
              </a:cxn>
              <a:cxn ang="0">
                <a:pos x="connsiteX84107" y="connsiteY84107"/>
              </a:cxn>
              <a:cxn ang="0">
                <a:pos x="connsiteX84108" y="connsiteY84108"/>
              </a:cxn>
              <a:cxn ang="0">
                <a:pos x="connsiteX84109" y="connsiteY84109"/>
              </a:cxn>
              <a:cxn ang="0">
                <a:pos x="connsiteX84110" y="connsiteY84110"/>
              </a:cxn>
              <a:cxn ang="0">
                <a:pos x="connsiteX84111" y="connsiteY84111"/>
              </a:cxn>
              <a:cxn ang="0">
                <a:pos x="connsiteX84112" y="connsiteY84112"/>
              </a:cxn>
              <a:cxn ang="0">
                <a:pos x="connsiteX84113" y="connsiteY84113"/>
              </a:cxn>
              <a:cxn ang="0">
                <a:pos x="connsiteX84114" y="connsiteY84114"/>
              </a:cxn>
              <a:cxn ang="0">
                <a:pos x="connsiteX84115" y="connsiteY84115"/>
              </a:cxn>
              <a:cxn ang="0">
                <a:pos x="connsiteX84116" y="connsiteY84116"/>
              </a:cxn>
              <a:cxn ang="0">
                <a:pos x="connsiteX84117" y="connsiteY84117"/>
              </a:cxn>
              <a:cxn ang="0">
                <a:pos x="connsiteX84118" y="connsiteY84118"/>
              </a:cxn>
              <a:cxn ang="0">
                <a:pos x="connsiteX84119" y="connsiteY84119"/>
              </a:cxn>
              <a:cxn ang="0">
                <a:pos x="connsiteX84120" y="connsiteY84120"/>
              </a:cxn>
              <a:cxn ang="0">
                <a:pos x="connsiteX84121" y="connsiteY84121"/>
              </a:cxn>
              <a:cxn ang="0">
                <a:pos x="connsiteX84122" y="connsiteY84122"/>
              </a:cxn>
              <a:cxn ang="0">
                <a:pos x="connsiteX84123" y="connsiteY84123"/>
              </a:cxn>
              <a:cxn ang="0">
                <a:pos x="connsiteX84124" y="connsiteY84124"/>
              </a:cxn>
              <a:cxn ang="0">
                <a:pos x="connsiteX84125" y="connsiteY84125"/>
              </a:cxn>
              <a:cxn ang="0">
                <a:pos x="connsiteX84126" y="connsiteY84126"/>
              </a:cxn>
              <a:cxn ang="0">
                <a:pos x="connsiteX84127" y="connsiteY84127"/>
              </a:cxn>
              <a:cxn ang="0">
                <a:pos x="connsiteX84128" y="connsiteY84128"/>
              </a:cxn>
              <a:cxn ang="0">
                <a:pos x="connsiteX84129" y="connsiteY84129"/>
              </a:cxn>
              <a:cxn ang="0">
                <a:pos x="connsiteX84130" y="connsiteY84130"/>
              </a:cxn>
              <a:cxn ang="0">
                <a:pos x="connsiteX84131" y="connsiteY84131"/>
              </a:cxn>
              <a:cxn ang="0">
                <a:pos x="connsiteX84132" y="connsiteY84132"/>
              </a:cxn>
              <a:cxn ang="0">
                <a:pos x="connsiteX84133" y="connsiteY84133"/>
              </a:cxn>
              <a:cxn ang="0">
                <a:pos x="connsiteX84134" y="connsiteY84134"/>
              </a:cxn>
              <a:cxn ang="0">
                <a:pos x="connsiteX84135" y="connsiteY84135"/>
              </a:cxn>
              <a:cxn ang="0">
                <a:pos x="connsiteX84136" y="connsiteY84136"/>
              </a:cxn>
              <a:cxn ang="0">
                <a:pos x="connsiteX84137" y="connsiteY84137"/>
              </a:cxn>
              <a:cxn ang="0">
                <a:pos x="connsiteX84138" y="connsiteY84138"/>
              </a:cxn>
              <a:cxn ang="0">
                <a:pos x="connsiteX84139" y="connsiteY84139"/>
              </a:cxn>
              <a:cxn ang="0">
                <a:pos x="connsiteX84140" y="connsiteY84140"/>
              </a:cxn>
              <a:cxn ang="0">
                <a:pos x="connsiteX84141" y="connsiteY84141"/>
              </a:cxn>
              <a:cxn ang="0">
                <a:pos x="connsiteX84142" y="connsiteY84142"/>
              </a:cxn>
              <a:cxn ang="0">
                <a:pos x="connsiteX84143" y="connsiteY84143"/>
              </a:cxn>
              <a:cxn ang="0">
                <a:pos x="connsiteX84144" y="connsiteY84144"/>
              </a:cxn>
              <a:cxn ang="0">
                <a:pos x="connsiteX84145" y="connsiteY84145"/>
              </a:cxn>
              <a:cxn ang="0">
                <a:pos x="connsiteX84146" y="connsiteY84146"/>
              </a:cxn>
              <a:cxn ang="0">
                <a:pos x="connsiteX84147" y="connsiteY84147"/>
              </a:cxn>
              <a:cxn ang="0">
                <a:pos x="connsiteX84148" y="connsiteY84148"/>
              </a:cxn>
              <a:cxn ang="0">
                <a:pos x="connsiteX84149" y="connsiteY84149"/>
              </a:cxn>
              <a:cxn ang="0">
                <a:pos x="connsiteX84150" y="connsiteY84150"/>
              </a:cxn>
              <a:cxn ang="0">
                <a:pos x="connsiteX84151" y="connsiteY84151"/>
              </a:cxn>
              <a:cxn ang="0">
                <a:pos x="connsiteX84152" y="connsiteY84152"/>
              </a:cxn>
              <a:cxn ang="0">
                <a:pos x="connsiteX84153" y="connsiteY84153"/>
              </a:cxn>
              <a:cxn ang="0">
                <a:pos x="connsiteX84154" y="connsiteY84154"/>
              </a:cxn>
              <a:cxn ang="0">
                <a:pos x="connsiteX84155" y="connsiteY84155"/>
              </a:cxn>
              <a:cxn ang="0">
                <a:pos x="connsiteX84156" y="connsiteY84156"/>
              </a:cxn>
              <a:cxn ang="0">
                <a:pos x="connsiteX84157" y="connsiteY84157"/>
              </a:cxn>
              <a:cxn ang="0">
                <a:pos x="connsiteX84158" y="connsiteY84158"/>
              </a:cxn>
              <a:cxn ang="0">
                <a:pos x="connsiteX84159" y="connsiteY84159"/>
              </a:cxn>
              <a:cxn ang="0">
                <a:pos x="connsiteX84160" y="connsiteY84160"/>
              </a:cxn>
              <a:cxn ang="0">
                <a:pos x="connsiteX84161" y="connsiteY84161"/>
              </a:cxn>
              <a:cxn ang="0">
                <a:pos x="connsiteX84162" y="connsiteY84162"/>
              </a:cxn>
              <a:cxn ang="0">
                <a:pos x="connsiteX84163" y="connsiteY84163"/>
              </a:cxn>
              <a:cxn ang="0">
                <a:pos x="connsiteX84164" y="connsiteY84164"/>
              </a:cxn>
              <a:cxn ang="0">
                <a:pos x="connsiteX84165" y="connsiteY84165"/>
              </a:cxn>
              <a:cxn ang="0">
                <a:pos x="connsiteX84166" y="connsiteY84166"/>
              </a:cxn>
              <a:cxn ang="0">
                <a:pos x="connsiteX84167" y="connsiteY84167"/>
              </a:cxn>
              <a:cxn ang="0">
                <a:pos x="connsiteX84168" y="connsiteY84168"/>
              </a:cxn>
              <a:cxn ang="0">
                <a:pos x="connsiteX84169" y="connsiteY84169"/>
              </a:cxn>
              <a:cxn ang="0">
                <a:pos x="connsiteX84170" y="connsiteY84170"/>
              </a:cxn>
              <a:cxn ang="0">
                <a:pos x="connsiteX84171" y="connsiteY84171"/>
              </a:cxn>
              <a:cxn ang="0">
                <a:pos x="connsiteX84172" y="connsiteY84172"/>
              </a:cxn>
              <a:cxn ang="0">
                <a:pos x="connsiteX84173" y="connsiteY84173"/>
              </a:cxn>
              <a:cxn ang="0">
                <a:pos x="connsiteX84174" y="connsiteY84174"/>
              </a:cxn>
              <a:cxn ang="0">
                <a:pos x="connsiteX84175" y="connsiteY84175"/>
              </a:cxn>
              <a:cxn ang="0">
                <a:pos x="connsiteX84176" y="connsiteY84176"/>
              </a:cxn>
              <a:cxn ang="0">
                <a:pos x="connsiteX84177" y="connsiteY84177"/>
              </a:cxn>
              <a:cxn ang="0">
                <a:pos x="connsiteX84178" y="connsiteY84178"/>
              </a:cxn>
              <a:cxn ang="0">
                <a:pos x="connsiteX84179" y="connsiteY84179"/>
              </a:cxn>
              <a:cxn ang="0">
                <a:pos x="connsiteX84180" y="connsiteY84180"/>
              </a:cxn>
              <a:cxn ang="0">
                <a:pos x="connsiteX84181" y="connsiteY84181"/>
              </a:cxn>
              <a:cxn ang="0">
                <a:pos x="connsiteX84182" y="connsiteY84182"/>
              </a:cxn>
              <a:cxn ang="0">
                <a:pos x="connsiteX84183" y="connsiteY84183"/>
              </a:cxn>
              <a:cxn ang="0">
                <a:pos x="connsiteX84184" y="connsiteY84184"/>
              </a:cxn>
              <a:cxn ang="0">
                <a:pos x="connsiteX84185" y="connsiteY84185"/>
              </a:cxn>
              <a:cxn ang="0">
                <a:pos x="connsiteX84186" y="connsiteY84186"/>
              </a:cxn>
              <a:cxn ang="0">
                <a:pos x="connsiteX84187" y="connsiteY84187"/>
              </a:cxn>
              <a:cxn ang="0">
                <a:pos x="connsiteX84188" y="connsiteY84188"/>
              </a:cxn>
              <a:cxn ang="0">
                <a:pos x="connsiteX84189" y="connsiteY84189"/>
              </a:cxn>
              <a:cxn ang="0">
                <a:pos x="connsiteX84190" y="connsiteY84190"/>
              </a:cxn>
              <a:cxn ang="0">
                <a:pos x="connsiteX84191" y="connsiteY84191"/>
              </a:cxn>
              <a:cxn ang="0">
                <a:pos x="connsiteX84192" y="connsiteY84192"/>
              </a:cxn>
              <a:cxn ang="0">
                <a:pos x="connsiteX84193" y="connsiteY84193"/>
              </a:cxn>
              <a:cxn ang="0">
                <a:pos x="connsiteX84194" y="connsiteY84194"/>
              </a:cxn>
              <a:cxn ang="0">
                <a:pos x="connsiteX84195" y="connsiteY84195"/>
              </a:cxn>
              <a:cxn ang="0">
                <a:pos x="connsiteX84196" y="connsiteY84196"/>
              </a:cxn>
              <a:cxn ang="0">
                <a:pos x="connsiteX84197" y="connsiteY84197"/>
              </a:cxn>
              <a:cxn ang="0">
                <a:pos x="connsiteX84198" y="connsiteY84198"/>
              </a:cxn>
              <a:cxn ang="0">
                <a:pos x="connsiteX84199" y="connsiteY84199"/>
              </a:cxn>
              <a:cxn ang="0">
                <a:pos x="connsiteX84200" y="connsiteY84200"/>
              </a:cxn>
              <a:cxn ang="0">
                <a:pos x="connsiteX84201" y="connsiteY84201"/>
              </a:cxn>
              <a:cxn ang="0">
                <a:pos x="connsiteX84202" y="connsiteY84202"/>
              </a:cxn>
              <a:cxn ang="0">
                <a:pos x="connsiteX84203" y="connsiteY84203"/>
              </a:cxn>
              <a:cxn ang="0">
                <a:pos x="connsiteX84204" y="connsiteY84204"/>
              </a:cxn>
              <a:cxn ang="0">
                <a:pos x="connsiteX84205" y="connsiteY84205"/>
              </a:cxn>
              <a:cxn ang="0">
                <a:pos x="connsiteX84206" y="connsiteY84206"/>
              </a:cxn>
              <a:cxn ang="0">
                <a:pos x="connsiteX84207" y="connsiteY84207"/>
              </a:cxn>
              <a:cxn ang="0">
                <a:pos x="connsiteX84208" y="connsiteY84208"/>
              </a:cxn>
              <a:cxn ang="0">
                <a:pos x="connsiteX84209" y="connsiteY84209"/>
              </a:cxn>
              <a:cxn ang="0">
                <a:pos x="connsiteX84210" y="connsiteY84210"/>
              </a:cxn>
              <a:cxn ang="0">
                <a:pos x="connsiteX84211" y="connsiteY84211"/>
              </a:cxn>
              <a:cxn ang="0">
                <a:pos x="connsiteX84212" y="connsiteY84212"/>
              </a:cxn>
              <a:cxn ang="0">
                <a:pos x="connsiteX84213" y="connsiteY84213"/>
              </a:cxn>
              <a:cxn ang="0">
                <a:pos x="connsiteX84214" y="connsiteY84214"/>
              </a:cxn>
              <a:cxn ang="0">
                <a:pos x="connsiteX84215" y="connsiteY84215"/>
              </a:cxn>
              <a:cxn ang="0">
                <a:pos x="connsiteX84216" y="connsiteY84216"/>
              </a:cxn>
              <a:cxn ang="0">
                <a:pos x="connsiteX84217" y="connsiteY84217"/>
              </a:cxn>
              <a:cxn ang="0">
                <a:pos x="connsiteX84218" y="connsiteY84218"/>
              </a:cxn>
              <a:cxn ang="0">
                <a:pos x="connsiteX84219" y="connsiteY84219"/>
              </a:cxn>
              <a:cxn ang="0">
                <a:pos x="connsiteX84220" y="connsiteY84220"/>
              </a:cxn>
              <a:cxn ang="0">
                <a:pos x="connsiteX84221" y="connsiteY84221"/>
              </a:cxn>
              <a:cxn ang="0">
                <a:pos x="connsiteX84222" y="connsiteY84222"/>
              </a:cxn>
              <a:cxn ang="0">
                <a:pos x="connsiteX84223" y="connsiteY84223"/>
              </a:cxn>
              <a:cxn ang="0">
                <a:pos x="connsiteX84224" y="connsiteY84224"/>
              </a:cxn>
              <a:cxn ang="0">
                <a:pos x="connsiteX84225" y="connsiteY84225"/>
              </a:cxn>
              <a:cxn ang="0">
                <a:pos x="connsiteX84226" y="connsiteY84226"/>
              </a:cxn>
              <a:cxn ang="0">
                <a:pos x="connsiteX84227" y="connsiteY84227"/>
              </a:cxn>
              <a:cxn ang="0">
                <a:pos x="connsiteX84228" y="connsiteY84228"/>
              </a:cxn>
              <a:cxn ang="0">
                <a:pos x="connsiteX84229" y="connsiteY84229"/>
              </a:cxn>
              <a:cxn ang="0">
                <a:pos x="connsiteX84230" y="connsiteY84230"/>
              </a:cxn>
              <a:cxn ang="0">
                <a:pos x="connsiteX84231" y="connsiteY84231"/>
              </a:cxn>
              <a:cxn ang="0">
                <a:pos x="connsiteX84232" y="connsiteY84232"/>
              </a:cxn>
              <a:cxn ang="0">
                <a:pos x="connsiteX84233" y="connsiteY84233"/>
              </a:cxn>
              <a:cxn ang="0">
                <a:pos x="connsiteX84234" y="connsiteY84234"/>
              </a:cxn>
              <a:cxn ang="0">
                <a:pos x="connsiteX84235" y="connsiteY84235"/>
              </a:cxn>
              <a:cxn ang="0">
                <a:pos x="connsiteX84236" y="connsiteY84236"/>
              </a:cxn>
              <a:cxn ang="0">
                <a:pos x="connsiteX84237" y="connsiteY84237"/>
              </a:cxn>
              <a:cxn ang="0">
                <a:pos x="connsiteX84238" y="connsiteY84238"/>
              </a:cxn>
              <a:cxn ang="0">
                <a:pos x="connsiteX84239" y="connsiteY84239"/>
              </a:cxn>
              <a:cxn ang="0">
                <a:pos x="connsiteX84240" y="connsiteY84240"/>
              </a:cxn>
              <a:cxn ang="0">
                <a:pos x="connsiteX84241" y="connsiteY84241"/>
              </a:cxn>
              <a:cxn ang="0">
                <a:pos x="connsiteX84242" y="connsiteY84242"/>
              </a:cxn>
              <a:cxn ang="0">
                <a:pos x="connsiteX84243" y="connsiteY84243"/>
              </a:cxn>
              <a:cxn ang="0">
                <a:pos x="connsiteX84244" y="connsiteY84244"/>
              </a:cxn>
              <a:cxn ang="0">
                <a:pos x="connsiteX84245" y="connsiteY84245"/>
              </a:cxn>
              <a:cxn ang="0">
                <a:pos x="connsiteX84246" y="connsiteY84246"/>
              </a:cxn>
              <a:cxn ang="0">
                <a:pos x="connsiteX84247" y="connsiteY84247"/>
              </a:cxn>
              <a:cxn ang="0">
                <a:pos x="connsiteX84248" y="connsiteY84248"/>
              </a:cxn>
              <a:cxn ang="0">
                <a:pos x="connsiteX84249" y="connsiteY84249"/>
              </a:cxn>
              <a:cxn ang="0">
                <a:pos x="connsiteX84250" y="connsiteY84250"/>
              </a:cxn>
              <a:cxn ang="0">
                <a:pos x="connsiteX84251" y="connsiteY84251"/>
              </a:cxn>
              <a:cxn ang="0">
                <a:pos x="connsiteX84252" y="connsiteY84252"/>
              </a:cxn>
              <a:cxn ang="0">
                <a:pos x="connsiteX84253" y="connsiteY84253"/>
              </a:cxn>
              <a:cxn ang="0">
                <a:pos x="connsiteX84254" y="connsiteY84254"/>
              </a:cxn>
              <a:cxn ang="0">
                <a:pos x="connsiteX84255" y="connsiteY84255"/>
              </a:cxn>
              <a:cxn ang="0">
                <a:pos x="connsiteX84256" y="connsiteY84256"/>
              </a:cxn>
              <a:cxn ang="0">
                <a:pos x="connsiteX84257" y="connsiteY84257"/>
              </a:cxn>
              <a:cxn ang="0">
                <a:pos x="connsiteX84258" y="connsiteY84258"/>
              </a:cxn>
              <a:cxn ang="0">
                <a:pos x="connsiteX84259" y="connsiteY84259"/>
              </a:cxn>
              <a:cxn ang="0">
                <a:pos x="connsiteX84260" y="connsiteY84260"/>
              </a:cxn>
              <a:cxn ang="0">
                <a:pos x="connsiteX84261" y="connsiteY84261"/>
              </a:cxn>
              <a:cxn ang="0">
                <a:pos x="connsiteX84262" y="connsiteY84262"/>
              </a:cxn>
              <a:cxn ang="0">
                <a:pos x="connsiteX84263" y="connsiteY84263"/>
              </a:cxn>
              <a:cxn ang="0">
                <a:pos x="connsiteX84264" y="connsiteY84264"/>
              </a:cxn>
              <a:cxn ang="0">
                <a:pos x="connsiteX84265" y="connsiteY84265"/>
              </a:cxn>
              <a:cxn ang="0">
                <a:pos x="connsiteX84266" y="connsiteY84266"/>
              </a:cxn>
              <a:cxn ang="0">
                <a:pos x="connsiteX84267" y="connsiteY84267"/>
              </a:cxn>
              <a:cxn ang="0">
                <a:pos x="connsiteX84268" y="connsiteY84268"/>
              </a:cxn>
              <a:cxn ang="0">
                <a:pos x="connsiteX84269" y="connsiteY84269"/>
              </a:cxn>
              <a:cxn ang="0">
                <a:pos x="connsiteX84270" y="connsiteY84270"/>
              </a:cxn>
              <a:cxn ang="0">
                <a:pos x="connsiteX84271" y="connsiteY84271"/>
              </a:cxn>
              <a:cxn ang="0">
                <a:pos x="connsiteX84272" y="connsiteY84272"/>
              </a:cxn>
              <a:cxn ang="0">
                <a:pos x="connsiteX84273" y="connsiteY84273"/>
              </a:cxn>
              <a:cxn ang="0">
                <a:pos x="connsiteX84274" y="connsiteY84274"/>
              </a:cxn>
              <a:cxn ang="0">
                <a:pos x="connsiteX84275" y="connsiteY84275"/>
              </a:cxn>
              <a:cxn ang="0">
                <a:pos x="connsiteX84276" y="connsiteY84276"/>
              </a:cxn>
              <a:cxn ang="0">
                <a:pos x="connsiteX84277" y="connsiteY84277"/>
              </a:cxn>
              <a:cxn ang="0">
                <a:pos x="connsiteX84278" y="connsiteY84278"/>
              </a:cxn>
              <a:cxn ang="0">
                <a:pos x="connsiteX84279" y="connsiteY84279"/>
              </a:cxn>
              <a:cxn ang="0">
                <a:pos x="connsiteX84280" y="connsiteY84280"/>
              </a:cxn>
              <a:cxn ang="0">
                <a:pos x="connsiteX84281" y="connsiteY84281"/>
              </a:cxn>
              <a:cxn ang="0">
                <a:pos x="connsiteX84282" y="connsiteY84282"/>
              </a:cxn>
              <a:cxn ang="0">
                <a:pos x="connsiteX84283" y="connsiteY84283"/>
              </a:cxn>
              <a:cxn ang="0">
                <a:pos x="connsiteX84284" y="connsiteY84284"/>
              </a:cxn>
              <a:cxn ang="0">
                <a:pos x="connsiteX84285" y="connsiteY84285"/>
              </a:cxn>
              <a:cxn ang="0">
                <a:pos x="connsiteX84286" y="connsiteY84286"/>
              </a:cxn>
              <a:cxn ang="0">
                <a:pos x="connsiteX84287" y="connsiteY84287"/>
              </a:cxn>
              <a:cxn ang="0">
                <a:pos x="connsiteX84288" y="connsiteY84288"/>
              </a:cxn>
              <a:cxn ang="0">
                <a:pos x="connsiteX84289" y="connsiteY84289"/>
              </a:cxn>
              <a:cxn ang="0">
                <a:pos x="connsiteX84290" y="connsiteY84290"/>
              </a:cxn>
              <a:cxn ang="0">
                <a:pos x="connsiteX84291" y="connsiteY84291"/>
              </a:cxn>
              <a:cxn ang="0">
                <a:pos x="connsiteX84292" y="connsiteY84292"/>
              </a:cxn>
              <a:cxn ang="0">
                <a:pos x="connsiteX84293" y="connsiteY84293"/>
              </a:cxn>
              <a:cxn ang="0">
                <a:pos x="connsiteX84294" y="connsiteY84294"/>
              </a:cxn>
              <a:cxn ang="0">
                <a:pos x="connsiteX84295" y="connsiteY84295"/>
              </a:cxn>
              <a:cxn ang="0">
                <a:pos x="connsiteX84296" y="connsiteY84296"/>
              </a:cxn>
              <a:cxn ang="0">
                <a:pos x="connsiteX84297" y="connsiteY84297"/>
              </a:cxn>
              <a:cxn ang="0">
                <a:pos x="connsiteX84298" y="connsiteY84298"/>
              </a:cxn>
              <a:cxn ang="0">
                <a:pos x="connsiteX84299" y="connsiteY84299"/>
              </a:cxn>
              <a:cxn ang="0">
                <a:pos x="connsiteX84300" y="connsiteY84300"/>
              </a:cxn>
              <a:cxn ang="0">
                <a:pos x="connsiteX84301" y="connsiteY84301"/>
              </a:cxn>
              <a:cxn ang="0">
                <a:pos x="connsiteX84302" y="connsiteY84302"/>
              </a:cxn>
              <a:cxn ang="0">
                <a:pos x="connsiteX84303" y="connsiteY84303"/>
              </a:cxn>
              <a:cxn ang="0">
                <a:pos x="connsiteX84304" y="connsiteY84304"/>
              </a:cxn>
              <a:cxn ang="0">
                <a:pos x="connsiteX84305" y="connsiteY84305"/>
              </a:cxn>
              <a:cxn ang="0">
                <a:pos x="connsiteX84306" y="connsiteY84306"/>
              </a:cxn>
              <a:cxn ang="0">
                <a:pos x="connsiteX84307" y="connsiteY84307"/>
              </a:cxn>
              <a:cxn ang="0">
                <a:pos x="connsiteX84308" y="connsiteY84308"/>
              </a:cxn>
              <a:cxn ang="0">
                <a:pos x="connsiteX84309" y="connsiteY84309"/>
              </a:cxn>
              <a:cxn ang="0">
                <a:pos x="connsiteX84310" y="connsiteY84310"/>
              </a:cxn>
              <a:cxn ang="0">
                <a:pos x="connsiteX84311" y="connsiteY84311"/>
              </a:cxn>
              <a:cxn ang="0">
                <a:pos x="connsiteX84312" y="connsiteY84312"/>
              </a:cxn>
              <a:cxn ang="0">
                <a:pos x="connsiteX84313" y="connsiteY84313"/>
              </a:cxn>
              <a:cxn ang="0">
                <a:pos x="connsiteX84314" y="connsiteY84314"/>
              </a:cxn>
              <a:cxn ang="0">
                <a:pos x="connsiteX84315" y="connsiteY84315"/>
              </a:cxn>
              <a:cxn ang="0">
                <a:pos x="connsiteX84316" y="connsiteY84316"/>
              </a:cxn>
              <a:cxn ang="0">
                <a:pos x="connsiteX84317" y="connsiteY84317"/>
              </a:cxn>
              <a:cxn ang="0">
                <a:pos x="connsiteX84318" y="connsiteY84318"/>
              </a:cxn>
              <a:cxn ang="0">
                <a:pos x="connsiteX84319" y="connsiteY84319"/>
              </a:cxn>
              <a:cxn ang="0">
                <a:pos x="connsiteX84320" y="connsiteY84320"/>
              </a:cxn>
              <a:cxn ang="0">
                <a:pos x="connsiteX84321" y="connsiteY84321"/>
              </a:cxn>
              <a:cxn ang="0">
                <a:pos x="connsiteX84322" y="connsiteY84322"/>
              </a:cxn>
              <a:cxn ang="0">
                <a:pos x="connsiteX84323" y="connsiteY84323"/>
              </a:cxn>
              <a:cxn ang="0">
                <a:pos x="connsiteX84324" y="connsiteY84324"/>
              </a:cxn>
              <a:cxn ang="0">
                <a:pos x="connsiteX84325" y="connsiteY84325"/>
              </a:cxn>
              <a:cxn ang="0">
                <a:pos x="connsiteX84326" y="connsiteY84326"/>
              </a:cxn>
              <a:cxn ang="0">
                <a:pos x="connsiteX84327" y="connsiteY84327"/>
              </a:cxn>
              <a:cxn ang="0">
                <a:pos x="connsiteX84328" y="connsiteY84328"/>
              </a:cxn>
              <a:cxn ang="0">
                <a:pos x="connsiteX84329" y="connsiteY84329"/>
              </a:cxn>
              <a:cxn ang="0">
                <a:pos x="connsiteX84330" y="connsiteY84330"/>
              </a:cxn>
              <a:cxn ang="0">
                <a:pos x="connsiteX84331" y="connsiteY84331"/>
              </a:cxn>
              <a:cxn ang="0">
                <a:pos x="connsiteX84332" y="connsiteY84332"/>
              </a:cxn>
              <a:cxn ang="0">
                <a:pos x="connsiteX84333" y="connsiteY84333"/>
              </a:cxn>
              <a:cxn ang="0">
                <a:pos x="connsiteX84334" y="connsiteY84334"/>
              </a:cxn>
              <a:cxn ang="0">
                <a:pos x="connsiteX84335" y="connsiteY84335"/>
              </a:cxn>
              <a:cxn ang="0">
                <a:pos x="connsiteX84336" y="connsiteY84336"/>
              </a:cxn>
              <a:cxn ang="0">
                <a:pos x="connsiteX84337" y="connsiteY84337"/>
              </a:cxn>
              <a:cxn ang="0">
                <a:pos x="connsiteX84338" y="connsiteY84338"/>
              </a:cxn>
              <a:cxn ang="0">
                <a:pos x="connsiteX84339" y="connsiteY84339"/>
              </a:cxn>
              <a:cxn ang="0">
                <a:pos x="connsiteX84340" y="connsiteY84340"/>
              </a:cxn>
              <a:cxn ang="0">
                <a:pos x="connsiteX84341" y="connsiteY84341"/>
              </a:cxn>
              <a:cxn ang="0">
                <a:pos x="connsiteX84342" y="connsiteY84342"/>
              </a:cxn>
              <a:cxn ang="0">
                <a:pos x="connsiteX84343" y="connsiteY84343"/>
              </a:cxn>
              <a:cxn ang="0">
                <a:pos x="connsiteX84344" y="connsiteY84344"/>
              </a:cxn>
              <a:cxn ang="0">
                <a:pos x="connsiteX84345" y="connsiteY84345"/>
              </a:cxn>
              <a:cxn ang="0">
                <a:pos x="connsiteX84346" y="connsiteY84346"/>
              </a:cxn>
              <a:cxn ang="0">
                <a:pos x="connsiteX84347" y="connsiteY84347"/>
              </a:cxn>
              <a:cxn ang="0">
                <a:pos x="connsiteX84348" y="connsiteY84348"/>
              </a:cxn>
              <a:cxn ang="0">
                <a:pos x="connsiteX84349" y="connsiteY84349"/>
              </a:cxn>
              <a:cxn ang="0">
                <a:pos x="connsiteX84350" y="connsiteY84350"/>
              </a:cxn>
              <a:cxn ang="0">
                <a:pos x="connsiteX84351" y="connsiteY84351"/>
              </a:cxn>
              <a:cxn ang="0">
                <a:pos x="connsiteX84352" y="connsiteY84352"/>
              </a:cxn>
              <a:cxn ang="0">
                <a:pos x="connsiteX84353" y="connsiteY84353"/>
              </a:cxn>
              <a:cxn ang="0">
                <a:pos x="connsiteX84354" y="connsiteY84354"/>
              </a:cxn>
              <a:cxn ang="0">
                <a:pos x="connsiteX84355" y="connsiteY84355"/>
              </a:cxn>
              <a:cxn ang="0">
                <a:pos x="connsiteX84356" y="connsiteY84356"/>
              </a:cxn>
              <a:cxn ang="0">
                <a:pos x="connsiteX84357" y="connsiteY84357"/>
              </a:cxn>
              <a:cxn ang="0">
                <a:pos x="connsiteX84358" y="connsiteY84358"/>
              </a:cxn>
              <a:cxn ang="0">
                <a:pos x="connsiteX84359" y="connsiteY84359"/>
              </a:cxn>
              <a:cxn ang="0">
                <a:pos x="connsiteX84360" y="connsiteY84360"/>
              </a:cxn>
              <a:cxn ang="0">
                <a:pos x="connsiteX84361" y="connsiteY84361"/>
              </a:cxn>
              <a:cxn ang="0">
                <a:pos x="connsiteX84362" y="connsiteY84362"/>
              </a:cxn>
              <a:cxn ang="0">
                <a:pos x="connsiteX84363" y="connsiteY84363"/>
              </a:cxn>
              <a:cxn ang="0">
                <a:pos x="connsiteX84364" y="connsiteY84364"/>
              </a:cxn>
              <a:cxn ang="0">
                <a:pos x="connsiteX84365" y="connsiteY84365"/>
              </a:cxn>
              <a:cxn ang="0">
                <a:pos x="connsiteX84366" y="connsiteY84366"/>
              </a:cxn>
              <a:cxn ang="0">
                <a:pos x="connsiteX84367" y="connsiteY84367"/>
              </a:cxn>
              <a:cxn ang="0">
                <a:pos x="connsiteX84368" y="connsiteY84368"/>
              </a:cxn>
              <a:cxn ang="0">
                <a:pos x="connsiteX84369" y="connsiteY84369"/>
              </a:cxn>
              <a:cxn ang="0">
                <a:pos x="connsiteX84370" y="connsiteY84370"/>
              </a:cxn>
              <a:cxn ang="0">
                <a:pos x="connsiteX84371" y="connsiteY84371"/>
              </a:cxn>
              <a:cxn ang="0">
                <a:pos x="connsiteX84372" y="connsiteY84372"/>
              </a:cxn>
              <a:cxn ang="0">
                <a:pos x="connsiteX84373" y="connsiteY84373"/>
              </a:cxn>
              <a:cxn ang="0">
                <a:pos x="connsiteX84374" y="connsiteY84374"/>
              </a:cxn>
              <a:cxn ang="0">
                <a:pos x="connsiteX84375" y="connsiteY84375"/>
              </a:cxn>
              <a:cxn ang="0">
                <a:pos x="connsiteX84376" y="connsiteY84376"/>
              </a:cxn>
              <a:cxn ang="0">
                <a:pos x="connsiteX84377" y="connsiteY84377"/>
              </a:cxn>
              <a:cxn ang="0">
                <a:pos x="connsiteX84378" y="connsiteY84378"/>
              </a:cxn>
              <a:cxn ang="0">
                <a:pos x="connsiteX84379" y="connsiteY84379"/>
              </a:cxn>
              <a:cxn ang="0">
                <a:pos x="connsiteX84380" y="connsiteY84380"/>
              </a:cxn>
              <a:cxn ang="0">
                <a:pos x="connsiteX84381" y="connsiteY84381"/>
              </a:cxn>
              <a:cxn ang="0">
                <a:pos x="connsiteX84382" y="connsiteY84382"/>
              </a:cxn>
              <a:cxn ang="0">
                <a:pos x="connsiteX84383" y="connsiteY84383"/>
              </a:cxn>
              <a:cxn ang="0">
                <a:pos x="connsiteX84384" y="connsiteY84384"/>
              </a:cxn>
              <a:cxn ang="0">
                <a:pos x="connsiteX84385" y="connsiteY84385"/>
              </a:cxn>
              <a:cxn ang="0">
                <a:pos x="connsiteX84386" y="connsiteY84386"/>
              </a:cxn>
              <a:cxn ang="0">
                <a:pos x="connsiteX84387" y="connsiteY84387"/>
              </a:cxn>
              <a:cxn ang="0">
                <a:pos x="connsiteX84388" y="connsiteY84388"/>
              </a:cxn>
              <a:cxn ang="0">
                <a:pos x="connsiteX84389" y="connsiteY84389"/>
              </a:cxn>
              <a:cxn ang="0">
                <a:pos x="connsiteX84390" y="connsiteY84390"/>
              </a:cxn>
              <a:cxn ang="0">
                <a:pos x="connsiteX84391" y="connsiteY84391"/>
              </a:cxn>
              <a:cxn ang="0">
                <a:pos x="connsiteX84392" y="connsiteY84392"/>
              </a:cxn>
              <a:cxn ang="0">
                <a:pos x="connsiteX84393" y="connsiteY84393"/>
              </a:cxn>
              <a:cxn ang="0">
                <a:pos x="connsiteX84394" y="connsiteY84394"/>
              </a:cxn>
              <a:cxn ang="0">
                <a:pos x="connsiteX84395" y="connsiteY84395"/>
              </a:cxn>
              <a:cxn ang="0">
                <a:pos x="connsiteX84396" y="connsiteY84396"/>
              </a:cxn>
              <a:cxn ang="0">
                <a:pos x="connsiteX84397" y="connsiteY84397"/>
              </a:cxn>
              <a:cxn ang="0">
                <a:pos x="connsiteX84398" y="connsiteY84398"/>
              </a:cxn>
              <a:cxn ang="0">
                <a:pos x="connsiteX84399" y="connsiteY84399"/>
              </a:cxn>
              <a:cxn ang="0">
                <a:pos x="connsiteX84400" y="connsiteY84400"/>
              </a:cxn>
              <a:cxn ang="0">
                <a:pos x="connsiteX84401" y="connsiteY84401"/>
              </a:cxn>
              <a:cxn ang="0">
                <a:pos x="connsiteX84402" y="connsiteY84402"/>
              </a:cxn>
              <a:cxn ang="0">
                <a:pos x="connsiteX84403" y="connsiteY84403"/>
              </a:cxn>
              <a:cxn ang="0">
                <a:pos x="connsiteX84404" y="connsiteY84404"/>
              </a:cxn>
              <a:cxn ang="0">
                <a:pos x="connsiteX84405" y="connsiteY84405"/>
              </a:cxn>
              <a:cxn ang="0">
                <a:pos x="connsiteX84406" y="connsiteY84406"/>
              </a:cxn>
              <a:cxn ang="0">
                <a:pos x="connsiteX84407" y="connsiteY84407"/>
              </a:cxn>
              <a:cxn ang="0">
                <a:pos x="connsiteX84408" y="connsiteY84408"/>
              </a:cxn>
              <a:cxn ang="0">
                <a:pos x="connsiteX84409" y="connsiteY84409"/>
              </a:cxn>
              <a:cxn ang="0">
                <a:pos x="connsiteX84410" y="connsiteY84410"/>
              </a:cxn>
              <a:cxn ang="0">
                <a:pos x="connsiteX84411" y="connsiteY84411"/>
              </a:cxn>
              <a:cxn ang="0">
                <a:pos x="connsiteX84412" y="connsiteY84412"/>
              </a:cxn>
              <a:cxn ang="0">
                <a:pos x="connsiteX84413" y="connsiteY84413"/>
              </a:cxn>
              <a:cxn ang="0">
                <a:pos x="connsiteX84414" y="connsiteY84414"/>
              </a:cxn>
              <a:cxn ang="0">
                <a:pos x="connsiteX84415" y="connsiteY84415"/>
              </a:cxn>
              <a:cxn ang="0">
                <a:pos x="connsiteX84416" y="connsiteY84416"/>
              </a:cxn>
              <a:cxn ang="0">
                <a:pos x="connsiteX84417" y="connsiteY84417"/>
              </a:cxn>
              <a:cxn ang="0">
                <a:pos x="connsiteX84418" y="connsiteY84418"/>
              </a:cxn>
              <a:cxn ang="0">
                <a:pos x="connsiteX84419" y="connsiteY84419"/>
              </a:cxn>
              <a:cxn ang="0">
                <a:pos x="connsiteX84420" y="connsiteY84420"/>
              </a:cxn>
              <a:cxn ang="0">
                <a:pos x="connsiteX84421" y="connsiteY84421"/>
              </a:cxn>
              <a:cxn ang="0">
                <a:pos x="connsiteX84422" y="connsiteY84422"/>
              </a:cxn>
              <a:cxn ang="0">
                <a:pos x="connsiteX84423" y="connsiteY84423"/>
              </a:cxn>
              <a:cxn ang="0">
                <a:pos x="connsiteX84424" y="connsiteY84424"/>
              </a:cxn>
              <a:cxn ang="0">
                <a:pos x="connsiteX84425" y="connsiteY84425"/>
              </a:cxn>
              <a:cxn ang="0">
                <a:pos x="connsiteX84426" y="connsiteY84426"/>
              </a:cxn>
              <a:cxn ang="0">
                <a:pos x="connsiteX84427" y="connsiteY84427"/>
              </a:cxn>
              <a:cxn ang="0">
                <a:pos x="connsiteX84428" y="connsiteY84428"/>
              </a:cxn>
              <a:cxn ang="0">
                <a:pos x="connsiteX84429" y="connsiteY84429"/>
              </a:cxn>
              <a:cxn ang="0">
                <a:pos x="connsiteX84430" y="connsiteY84430"/>
              </a:cxn>
              <a:cxn ang="0">
                <a:pos x="connsiteX84431" y="connsiteY84431"/>
              </a:cxn>
              <a:cxn ang="0">
                <a:pos x="connsiteX84432" y="connsiteY84432"/>
              </a:cxn>
              <a:cxn ang="0">
                <a:pos x="connsiteX84433" y="connsiteY84433"/>
              </a:cxn>
              <a:cxn ang="0">
                <a:pos x="connsiteX84434" y="connsiteY84434"/>
              </a:cxn>
              <a:cxn ang="0">
                <a:pos x="connsiteX84435" y="connsiteY84435"/>
              </a:cxn>
              <a:cxn ang="0">
                <a:pos x="connsiteX84436" y="connsiteY84436"/>
              </a:cxn>
              <a:cxn ang="0">
                <a:pos x="connsiteX84437" y="connsiteY84437"/>
              </a:cxn>
              <a:cxn ang="0">
                <a:pos x="connsiteX84438" y="connsiteY84438"/>
              </a:cxn>
              <a:cxn ang="0">
                <a:pos x="connsiteX84439" y="connsiteY84439"/>
              </a:cxn>
              <a:cxn ang="0">
                <a:pos x="connsiteX84440" y="connsiteY84440"/>
              </a:cxn>
              <a:cxn ang="0">
                <a:pos x="connsiteX84441" y="connsiteY84441"/>
              </a:cxn>
              <a:cxn ang="0">
                <a:pos x="connsiteX84442" y="connsiteY84442"/>
              </a:cxn>
              <a:cxn ang="0">
                <a:pos x="connsiteX84443" y="connsiteY84443"/>
              </a:cxn>
              <a:cxn ang="0">
                <a:pos x="connsiteX84444" y="connsiteY84444"/>
              </a:cxn>
              <a:cxn ang="0">
                <a:pos x="connsiteX84445" y="connsiteY84445"/>
              </a:cxn>
              <a:cxn ang="0">
                <a:pos x="connsiteX84446" y="connsiteY84446"/>
              </a:cxn>
              <a:cxn ang="0">
                <a:pos x="connsiteX84447" y="connsiteY84447"/>
              </a:cxn>
              <a:cxn ang="0">
                <a:pos x="connsiteX84448" y="connsiteY84448"/>
              </a:cxn>
              <a:cxn ang="0">
                <a:pos x="connsiteX84449" y="connsiteY84449"/>
              </a:cxn>
              <a:cxn ang="0">
                <a:pos x="connsiteX84450" y="connsiteY84450"/>
              </a:cxn>
              <a:cxn ang="0">
                <a:pos x="connsiteX84451" y="connsiteY84451"/>
              </a:cxn>
              <a:cxn ang="0">
                <a:pos x="connsiteX84452" y="connsiteY84452"/>
              </a:cxn>
              <a:cxn ang="0">
                <a:pos x="connsiteX84453" y="connsiteY84453"/>
              </a:cxn>
              <a:cxn ang="0">
                <a:pos x="connsiteX84454" y="connsiteY84454"/>
              </a:cxn>
              <a:cxn ang="0">
                <a:pos x="connsiteX84455" y="connsiteY84455"/>
              </a:cxn>
              <a:cxn ang="0">
                <a:pos x="connsiteX84456" y="connsiteY84456"/>
              </a:cxn>
              <a:cxn ang="0">
                <a:pos x="connsiteX84457" y="connsiteY84457"/>
              </a:cxn>
              <a:cxn ang="0">
                <a:pos x="connsiteX84458" y="connsiteY84458"/>
              </a:cxn>
              <a:cxn ang="0">
                <a:pos x="connsiteX84459" y="connsiteY84459"/>
              </a:cxn>
              <a:cxn ang="0">
                <a:pos x="connsiteX84460" y="connsiteY84460"/>
              </a:cxn>
              <a:cxn ang="0">
                <a:pos x="connsiteX84461" y="connsiteY84461"/>
              </a:cxn>
              <a:cxn ang="0">
                <a:pos x="connsiteX84462" y="connsiteY84462"/>
              </a:cxn>
              <a:cxn ang="0">
                <a:pos x="connsiteX84463" y="connsiteY84463"/>
              </a:cxn>
              <a:cxn ang="0">
                <a:pos x="connsiteX84464" y="connsiteY84464"/>
              </a:cxn>
              <a:cxn ang="0">
                <a:pos x="connsiteX84465" y="connsiteY84465"/>
              </a:cxn>
              <a:cxn ang="0">
                <a:pos x="connsiteX84466" y="connsiteY84466"/>
              </a:cxn>
              <a:cxn ang="0">
                <a:pos x="connsiteX84467" y="connsiteY84467"/>
              </a:cxn>
              <a:cxn ang="0">
                <a:pos x="connsiteX84468" y="connsiteY84468"/>
              </a:cxn>
              <a:cxn ang="0">
                <a:pos x="connsiteX84469" y="connsiteY84469"/>
              </a:cxn>
              <a:cxn ang="0">
                <a:pos x="connsiteX84470" y="connsiteY84470"/>
              </a:cxn>
              <a:cxn ang="0">
                <a:pos x="connsiteX84471" y="connsiteY84471"/>
              </a:cxn>
              <a:cxn ang="0">
                <a:pos x="connsiteX84472" y="connsiteY84472"/>
              </a:cxn>
              <a:cxn ang="0">
                <a:pos x="connsiteX84473" y="connsiteY84473"/>
              </a:cxn>
              <a:cxn ang="0">
                <a:pos x="connsiteX84474" y="connsiteY84474"/>
              </a:cxn>
              <a:cxn ang="0">
                <a:pos x="connsiteX84475" y="connsiteY84475"/>
              </a:cxn>
              <a:cxn ang="0">
                <a:pos x="connsiteX84476" y="connsiteY84476"/>
              </a:cxn>
              <a:cxn ang="0">
                <a:pos x="connsiteX84477" y="connsiteY84477"/>
              </a:cxn>
              <a:cxn ang="0">
                <a:pos x="connsiteX84478" y="connsiteY84478"/>
              </a:cxn>
              <a:cxn ang="0">
                <a:pos x="connsiteX84479" y="connsiteY84479"/>
              </a:cxn>
              <a:cxn ang="0">
                <a:pos x="connsiteX84480" y="connsiteY84480"/>
              </a:cxn>
              <a:cxn ang="0">
                <a:pos x="connsiteX84481" y="connsiteY84481"/>
              </a:cxn>
              <a:cxn ang="0">
                <a:pos x="connsiteX84482" y="connsiteY84482"/>
              </a:cxn>
              <a:cxn ang="0">
                <a:pos x="connsiteX84483" y="connsiteY84483"/>
              </a:cxn>
              <a:cxn ang="0">
                <a:pos x="connsiteX84484" y="connsiteY84484"/>
              </a:cxn>
              <a:cxn ang="0">
                <a:pos x="connsiteX84485" y="connsiteY84485"/>
              </a:cxn>
              <a:cxn ang="0">
                <a:pos x="connsiteX84486" y="connsiteY84486"/>
              </a:cxn>
              <a:cxn ang="0">
                <a:pos x="connsiteX84487" y="connsiteY84487"/>
              </a:cxn>
              <a:cxn ang="0">
                <a:pos x="connsiteX84488" y="connsiteY84488"/>
              </a:cxn>
              <a:cxn ang="0">
                <a:pos x="connsiteX84489" y="connsiteY84489"/>
              </a:cxn>
              <a:cxn ang="0">
                <a:pos x="connsiteX84490" y="connsiteY84490"/>
              </a:cxn>
              <a:cxn ang="0">
                <a:pos x="connsiteX84491" y="connsiteY84491"/>
              </a:cxn>
              <a:cxn ang="0">
                <a:pos x="connsiteX84492" y="connsiteY84492"/>
              </a:cxn>
              <a:cxn ang="0">
                <a:pos x="connsiteX84493" y="connsiteY84493"/>
              </a:cxn>
              <a:cxn ang="0">
                <a:pos x="connsiteX84494" y="connsiteY84494"/>
              </a:cxn>
              <a:cxn ang="0">
                <a:pos x="connsiteX84495" y="connsiteY84495"/>
              </a:cxn>
              <a:cxn ang="0">
                <a:pos x="connsiteX84496" y="connsiteY84496"/>
              </a:cxn>
              <a:cxn ang="0">
                <a:pos x="connsiteX84497" y="connsiteY84497"/>
              </a:cxn>
              <a:cxn ang="0">
                <a:pos x="connsiteX84498" y="connsiteY84498"/>
              </a:cxn>
              <a:cxn ang="0">
                <a:pos x="connsiteX84499" y="connsiteY84499"/>
              </a:cxn>
              <a:cxn ang="0">
                <a:pos x="connsiteX84500" y="connsiteY84500"/>
              </a:cxn>
              <a:cxn ang="0">
                <a:pos x="connsiteX84501" y="connsiteY84501"/>
              </a:cxn>
              <a:cxn ang="0">
                <a:pos x="connsiteX84502" y="connsiteY84502"/>
              </a:cxn>
              <a:cxn ang="0">
                <a:pos x="connsiteX84503" y="connsiteY84503"/>
              </a:cxn>
              <a:cxn ang="0">
                <a:pos x="connsiteX84504" y="connsiteY84504"/>
              </a:cxn>
              <a:cxn ang="0">
                <a:pos x="connsiteX84505" y="connsiteY84505"/>
              </a:cxn>
              <a:cxn ang="0">
                <a:pos x="connsiteX84506" y="connsiteY84506"/>
              </a:cxn>
              <a:cxn ang="0">
                <a:pos x="connsiteX84507" y="connsiteY84507"/>
              </a:cxn>
              <a:cxn ang="0">
                <a:pos x="connsiteX84508" y="connsiteY84508"/>
              </a:cxn>
              <a:cxn ang="0">
                <a:pos x="connsiteX84509" y="connsiteY84509"/>
              </a:cxn>
              <a:cxn ang="0">
                <a:pos x="connsiteX84510" y="connsiteY84510"/>
              </a:cxn>
              <a:cxn ang="0">
                <a:pos x="connsiteX84511" y="connsiteY84511"/>
              </a:cxn>
              <a:cxn ang="0">
                <a:pos x="connsiteX84512" y="connsiteY84512"/>
              </a:cxn>
              <a:cxn ang="0">
                <a:pos x="connsiteX84513" y="connsiteY84513"/>
              </a:cxn>
              <a:cxn ang="0">
                <a:pos x="connsiteX84514" y="connsiteY84514"/>
              </a:cxn>
              <a:cxn ang="0">
                <a:pos x="connsiteX84515" y="connsiteY84515"/>
              </a:cxn>
              <a:cxn ang="0">
                <a:pos x="connsiteX84516" y="connsiteY84516"/>
              </a:cxn>
              <a:cxn ang="0">
                <a:pos x="connsiteX84517" y="connsiteY84517"/>
              </a:cxn>
              <a:cxn ang="0">
                <a:pos x="connsiteX84518" y="connsiteY84518"/>
              </a:cxn>
              <a:cxn ang="0">
                <a:pos x="connsiteX84519" y="connsiteY84519"/>
              </a:cxn>
              <a:cxn ang="0">
                <a:pos x="connsiteX84520" y="connsiteY84520"/>
              </a:cxn>
              <a:cxn ang="0">
                <a:pos x="connsiteX84521" y="connsiteY84521"/>
              </a:cxn>
              <a:cxn ang="0">
                <a:pos x="connsiteX84522" y="connsiteY84522"/>
              </a:cxn>
              <a:cxn ang="0">
                <a:pos x="connsiteX84523" y="connsiteY84523"/>
              </a:cxn>
              <a:cxn ang="0">
                <a:pos x="connsiteX84524" y="connsiteY84524"/>
              </a:cxn>
              <a:cxn ang="0">
                <a:pos x="connsiteX84525" y="connsiteY84525"/>
              </a:cxn>
              <a:cxn ang="0">
                <a:pos x="connsiteX84526" y="connsiteY84526"/>
              </a:cxn>
              <a:cxn ang="0">
                <a:pos x="connsiteX84527" y="connsiteY84527"/>
              </a:cxn>
              <a:cxn ang="0">
                <a:pos x="connsiteX84528" y="connsiteY84528"/>
              </a:cxn>
              <a:cxn ang="0">
                <a:pos x="connsiteX84529" y="connsiteY84529"/>
              </a:cxn>
              <a:cxn ang="0">
                <a:pos x="connsiteX84530" y="connsiteY84530"/>
              </a:cxn>
              <a:cxn ang="0">
                <a:pos x="connsiteX84531" y="connsiteY84531"/>
              </a:cxn>
              <a:cxn ang="0">
                <a:pos x="connsiteX84532" y="connsiteY84532"/>
              </a:cxn>
              <a:cxn ang="0">
                <a:pos x="connsiteX84533" y="connsiteY84533"/>
              </a:cxn>
              <a:cxn ang="0">
                <a:pos x="connsiteX84534" y="connsiteY84534"/>
              </a:cxn>
              <a:cxn ang="0">
                <a:pos x="connsiteX84535" y="connsiteY84535"/>
              </a:cxn>
              <a:cxn ang="0">
                <a:pos x="connsiteX84536" y="connsiteY84536"/>
              </a:cxn>
              <a:cxn ang="0">
                <a:pos x="connsiteX84537" y="connsiteY84537"/>
              </a:cxn>
              <a:cxn ang="0">
                <a:pos x="connsiteX84538" y="connsiteY84538"/>
              </a:cxn>
              <a:cxn ang="0">
                <a:pos x="connsiteX84539" y="connsiteY84539"/>
              </a:cxn>
              <a:cxn ang="0">
                <a:pos x="connsiteX84540" y="connsiteY84540"/>
              </a:cxn>
              <a:cxn ang="0">
                <a:pos x="connsiteX84541" y="connsiteY84541"/>
              </a:cxn>
              <a:cxn ang="0">
                <a:pos x="connsiteX84542" y="connsiteY84542"/>
              </a:cxn>
              <a:cxn ang="0">
                <a:pos x="connsiteX84543" y="connsiteY84543"/>
              </a:cxn>
              <a:cxn ang="0">
                <a:pos x="connsiteX84544" y="connsiteY84544"/>
              </a:cxn>
              <a:cxn ang="0">
                <a:pos x="connsiteX84545" y="connsiteY84545"/>
              </a:cxn>
              <a:cxn ang="0">
                <a:pos x="connsiteX84546" y="connsiteY84546"/>
              </a:cxn>
              <a:cxn ang="0">
                <a:pos x="connsiteX84547" y="connsiteY84547"/>
              </a:cxn>
              <a:cxn ang="0">
                <a:pos x="connsiteX84548" y="connsiteY84548"/>
              </a:cxn>
              <a:cxn ang="0">
                <a:pos x="connsiteX84549" y="connsiteY84549"/>
              </a:cxn>
              <a:cxn ang="0">
                <a:pos x="connsiteX84550" y="connsiteY84550"/>
              </a:cxn>
              <a:cxn ang="0">
                <a:pos x="connsiteX84551" y="connsiteY84551"/>
              </a:cxn>
              <a:cxn ang="0">
                <a:pos x="connsiteX84552" y="connsiteY84552"/>
              </a:cxn>
              <a:cxn ang="0">
                <a:pos x="connsiteX84553" y="connsiteY84553"/>
              </a:cxn>
              <a:cxn ang="0">
                <a:pos x="connsiteX84554" y="connsiteY84554"/>
              </a:cxn>
              <a:cxn ang="0">
                <a:pos x="connsiteX84555" y="connsiteY84555"/>
              </a:cxn>
              <a:cxn ang="0">
                <a:pos x="connsiteX84556" y="connsiteY84556"/>
              </a:cxn>
              <a:cxn ang="0">
                <a:pos x="connsiteX84557" y="connsiteY84557"/>
              </a:cxn>
              <a:cxn ang="0">
                <a:pos x="connsiteX84558" y="connsiteY84558"/>
              </a:cxn>
              <a:cxn ang="0">
                <a:pos x="connsiteX84559" y="connsiteY84559"/>
              </a:cxn>
              <a:cxn ang="0">
                <a:pos x="connsiteX84560" y="connsiteY84560"/>
              </a:cxn>
              <a:cxn ang="0">
                <a:pos x="connsiteX84561" y="connsiteY84561"/>
              </a:cxn>
              <a:cxn ang="0">
                <a:pos x="connsiteX84562" y="connsiteY84562"/>
              </a:cxn>
              <a:cxn ang="0">
                <a:pos x="connsiteX84563" y="connsiteY84563"/>
              </a:cxn>
              <a:cxn ang="0">
                <a:pos x="connsiteX84564" y="connsiteY84564"/>
              </a:cxn>
              <a:cxn ang="0">
                <a:pos x="connsiteX84565" y="connsiteY84565"/>
              </a:cxn>
              <a:cxn ang="0">
                <a:pos x="connsiteX84566" y="connsiteY84566"/>
              </a:cxn>
              <a:cxn ang="0">
                <a:pos x="connsiteX84567" y="connsiteY84567"/>
              </a:cxn>
              <a:cxn ang="0">
                <a:pos x="connsiteX84568" y="connsiteY84568"/>
              </a:cxn>
              <a:cxn ang="0">
                <a:pos x="connsiteX84569" y="connsiteY84569"/>
              </a:cxn>
              <a:cxn ang="0">
                <a:pos x="connsiteX84570" y="connsiteY84570"/>
              </a:cxn>
              <a:cxn ang="0">
                <a:pos x="connsiteX84571" y="connsiteY84571"/>
              </a:cxn>
              <a:cxn ang="0">
                <a:pos x="connsiteX84572" y="connsiteY84572"/>
              </a:cxn>
              <a:cxn ang="0">
                <a:pos x="connsiteX84573" y="connsiteY84573"/>
              </a:cxn>
              <a:cxn ang="0">
                <a:pos x="connsiteX84574" y="connsiteY84574"/>
              </a:cxn>
              <a:cxn ang="0">
                <a:pos x="connsiteX84575" y="connsiteY84575"/>
              </a:cxn>
              <a:cxn ang="0">
                <a:pos x="connsiteX84576" y="connsiteY84576"/>
              </a:cxn>
              <a:cxn ang="0">
                <a:pos x="connsiteX84577" y="connsiteY84577"/>
              </a:cxn>
              <a:cxn ang="0">
                <a:pos x="connsiteX84578" y="connsiteY84578"/>
              </a:cxn>
              <a:cxn ang="0">
                <a:pos x="connsiteX84579" y="connsiteY84579"/>
              </a:cxn>
              <a:cxn ang="0">
                <a:pos x="connsiteX84580" y="connsiteY84580"/>
              </a:cxn>
              <a:cxn ang="0">
                <a:pos x="connsiteX84581" y="connsiteY84581"/>
              </a:cxn>
              <a:cxn ang="0">
                <a:pos x="connsiteX84582" y="connsiteY84582"/>
              </a:cxn>
              <a:cxn ang="0">
                <a:pos x="connsiteX84583" y="connsiteY84583"/>
              </a:cxn>
              <a:cxn ang="0">
                <a:pos x="connsiteX84584" y="connsiteY84584"/>
              </a:cxn>
              <a:cxn ang="0">
                <a:pos x="connsiteX84585" y="connsiteY84585"/>
              </a:cxn>
              <a:cxn ang="0">
                <a:pos x="connsiteX84586" y="connsiteY84586"/>
              </a:cxn>
              <a:cxn ang="0">
                <a:pos x="connsiteX84587" y="connsiteY84587"/>
              </a:cxn>
              <a:cxn ang="0">
                <a:pos x="connsiteX84588" y="connsiteY84588"/>
              </a:cxn>
              <a:cxn ang="0">
                <a:pos x="connsiteX84589" y="connsiteY84589"/>
              </a:cxn>
              <a:cxn ang="0">
                <a:pos x="connsiteX84590" y="connsiteY84590"/>
              </a:cxn>
              <a:cxn ang="0">
                <a:pos x="connsiteX84591" y="connsiteY84591"/>
              </a:cxn>
              <a:cxn ang="0">
                <a:pos x="connsiteX84592" y="connsiteY84592"/>
              </a:cxn>
              <a:cxn ang="0">
                <a:pos x="connsiteX84593" y="connsiteY84593"/>
              </a:cxn>
              <a:cxn ang="0">
                <a:pos x="connsiteX84594" y="connsiteY84594"/>
              </a:cxn>
              <a:cxn ang="0">
                <a:pos x="connsiteX84595" y="connsiteY84595"/>
              </a:cxn>
              <a:cxn ang="0">
                <a:pos x="connsiteX84596" y="connsiteY84596"/>
              </a:cxn>
              <a:cxn ang="0">
                <a:pos x="connsiteX84597" y="connsiteY84597"/>
              </a:cxn>
              <a:cxn ang="0">
                <a:pos x="connsiteX84598" y="connsiteY84598"/>
              </a:cxn>
              <a:cxn ang="0">
                <a:pos x="connsiteX84599" y="connsiteY84599"/>
              </a:cxn>
              <a:cxn ang="0">
                <a:pos x="connsiteX84600" y="connsiteY84600"/>
              </a:cxn>
              <a:cxn ang="0">
                <a:pos x="connsiteX84601" y="connsiteY84601"/>
              </a:cxn>
              <a:cxn ang="0">
                <a:pos x="connsiteX84602" y="connsiteY84602"/>
              </a:cxn>
              <a:cxn ang="0">
                <a:pos x="connsiteX84603" y="connsiteY84603"/>
              </a:cxn>
              <a:cxn ang="0">
                <a:pos x="connsiteX84604" y="connsiteY84604"/>
              </a:cxn>
              <a:cxn ang="0">
                <a:pos x="connsiteX84605" y="connsiteY84605"/>
              </a:cxn>
              <a:cxn ang="0">
                <a:pos x="connsiteX84606" y="connsiteY84606"/>
              </a:cxn>
              <a:cxn ang="0">
                <a:pos x="connsiteX84607" y="connsiteY84607"/>
              </a:cxn>
              <a:cxn ang="0">
                <a:pos x="connsiteX84608" y="connsiteY84608"/>
              </a:cxn>
              <a:cxn ang="0">
                <a:pos x="connsiteX84609" y="connsiteY84609"/>
              </a:cxn>
              <a:cxn ang="0">
                <a:pos x="connsiteX84610" y="connsiteY84610"/>
              </a:cxn>
              <a:cxn ang="0">
                <a:pos x="connsiteX84611" y="connsiteY84611"/>
              </a:cxn>
              <a:cxn ang="0">
                <a:pos x="connsiteX84612" y="connsiteY84612"/>
              </a:cxn>
              <a:cxn ang="0">
                <a:pos x="connsiteX84613" y="connsiteY84613"/>
              </a:cxn>
              <a:cxn ang="0">
                <a:pos x="connsiteX84614" y="connsiteY84614"/>
              </a:cxn>
              <a:cxn ang="0">
                <a:pos x="connsiteX84615" y="connsiteY84615"/>
              </a:cxn>
              <a:cxn ang="0">
                <a:pos x="connsiteX84616" y="connsiteY84616"/>
              </a:cxn>
              <a:cxn ang="0">
                <a:pos x="connsiteX84617" y="connsiteY84617"/>
              </a:cxn>
              <a:cxn ang="0">
                <a:pos x="connsiteX84618" y="connsiteY84618"/>
              </a:cxn>
              <a:cxn ang="0">
                <a:pos x="connsiteX84619" y="connsiteY84619"/>
              </a:cxn>
              <a:cxn ang="0">
                <a:pos x="connsiteX84620" y="connsiteY84620"/>
              </a:cxn>
              <a:cxn ang="0">
                <a:pos x="connsiteX84621" y="connsiteY84621"/>
              </a:cxn>
              <a:cxn ang="0">
                <a:pos x="connsiteX84622" y="connsiteY84622"/>
              </a:cxn>
              <a:cxn ang="0">
                <a:pos x="connsiteX84623" y="connsiteY84623"/>
              </a:cxn>
              <a:cxn ang="0">
                <a:pos x="connsiteX84624" y="connsiteY84624"/>
              </a:cxn>
              <a:cxn ang="0">
                <a:pos x="connsiteX84625" y="connsiteY84625"/>
              </a:cxn>
              <a:cxn ang="0">
                <a:pos x="connsiteX84626" y="connsiteY84626"/>
              </a:cxn>
              <a:cxn ang="0">
                <a:pos x="connsiteX84627" y="connsiteY84627"/>
              </a:cxn>
              <a:cxn ang="0">
                <a:pos x="connsiteX84628" y="connsiteY84628"/>
              </a:cxn>
              <a:cxn ang="0">
                <a:pos x="connsiteX84629" y="connsiteY84629"/>
              </a:cxn>
              <a:cxn ang="0">
                <a:pos x="connsiteX84630" y="connsiteY84630"/>
              </a:cxn>
              <a:cxn ang="0">
                <a:pos x="connsiteX84631" y="connsiteY84631"/>
              </a:cxn>
              <a:cxn ang="0">
                <a:pos x="connsiteX84632" y="connsiteY84632"/>
              </a:cxn>
              <a:cxn ang="0">
                <a:pos x="connsiteX84633" y="connsiteY84633"/>
              </a:cxn>
              <a:cxn ang="0">
                <a:pos x="connsiteX84634" y="connsiteY84634"/>
              </a:cxn>
              <a:cxn ang="0">
                <a:pos x="connsiteX84635" y="connsiteY84635"/>
              </a:cxn>
              <a:cxn ang="0">
                <a:pos x="connsiteX84636" y="connsiteY84636"/>
              </a:cxn>
              <a:cxn ang="0">
                <a:pos x="connsiteX84637" y="connsiteY84637"/>
              </a:cxn>
              <a:cxn ang="0">
                <a:pos x="connsiteX84638" y="connsiteY84638"/>
              </a:cxn>
              <a:cxn ang="0">
                <a:pos x="connsiteX84639" y="connsiteY84639"/>
              </a:cxn>
              <a:cxn ang="0">
                <a:pos x="connsiteX84640" y="connsiteY84640"/>
              </a:cxn>
              <a:cxn ang="0">
                <a:pos x="connsiteX84641" y="connsiteY84641"/>
              </a:cxn>
              <a:cxn ang="0">
                <a:pos x="connsiteX84642" y="connsiteY84642"/>
              </a:cxn>
              <a:cxn ang="0">
                <a:pos x="connsiteX84643" y="connsiteY84643"/>
              </a:cxn>
              <a:cxn ang="0">
                <a:pos x="connsiteX84644" y="connsiteY84644"/>
              </a:cxn>
              <a:cxn ang="0">
                <a:pos x="connsiteX84645" y="connsiteY84645"/>
              </a:cxn>
              <a:cxn ang="0">
                <a:pos x="connsiteX84646" y="connsiteY84646"/>
              </a:cxn>
              <a:cxn ang="0">
                <a:pos x="connsiteX84647" y="connsiteY84647"/>
              </a:cxn>
              <a:cxn ang="0">
                <a:pos x="connsiteX84648" y="connsiteY84648"/>
              </a:cxn>
              <a:cxn ang="0">
                <a:pos x="connsiteX84649" y="connsiteY84649"/>
              </a:cxn>
              <a:cxn ang="0">
                <a:pos x="connsiteX84650" y="connsiteY84650"/>
              </a:cxn>
              <a:cxn ang="0">
                <a:pos x="connsiteX84651" y="connsiteY84651"/>
              </a:cxn>
              <a:cxn ang="0">
                <a:pos x="connsiteX84652" y="connsiteY84652"/>
              </a:cxn>
              <a:cxn ang="0">
                <a:pos x="connsiteX84653" y="connsiteY84653"/>
              </a:cxn>
              <a:cxn ang="0">
                <a:pos x="connsiteX84654" y="connsiteY84654"/>
              </a:cxn>
              <a:cxn ang="0">
                <a:pos x="connsiteX84655" y="connsiteY84655"/>
              </a:cxn>
              <a:cxn ang="0">
                <a:pos x="connsiteX84656" y="connsiteY84656"/>
              </a:cxn>
              <a:cxn ang="0">
                <a:pos x="connsiteX84657" y="connsiteY84657"/>
              </a:cxn>
              <a:cxn ang="0">
                <a:pos x="connsiteX84658" y="connsiteY84658"/>
              </a:cxn>
              <a:cxn ang="0">
                <a:pos x="connsiteX84659" y="connsiteY84659"/>
              </a:cxn>
              <a:cxn ang="0">
                <a:pos x="connsiteX84660" y="connsiteY84660"/>
              </a:cxn>
              <a:cxn ang="0">
                <a:pos x="connsiteX84661" y="connsiteY84661"/>
              </a:cxn>
              <a:cxn ang="0">
                <a:pos x="connsiteX84662" y="connsiteY84662"/>
              </a:cxn>
              <a:cxn ang="0">
                <a:pos x="connsiteX84663" y="connsiteY84663"/>
              </a:cxn>
              <a:cxn ang="0">
                <a:pos x="connsiteX84664" y="connsiteY84664"/>
              </a:cxn>
              <a:cxn ang="0">
                <a:pos x="connsiteX84665" y="connsiteY84665"/>
              </a:cxn>
              <a:cxn ang="0">
                <a:pos x="connsiteX84666" y="connsiteY84666"/>
              </a:cxn>
              <a:cxn ang="0">
                <a:pos x="connsiteX84667" y="connsiteY84667"/>
              </a:cxn>
              <a:cxn ang="0">
                <a:pos x="connsiteX84668" y="connsiteY84668"/>
              </a:cxn>
              <a:cxn ang="0">
                <a:pos x="connsiteX84669" y="connsiteY84669"/>
              </a:cxn>
              <a:cxn ang="0">
                <a:pos x="connsiteX84670" y="connsiteY84670"/>
              </a:cxn>
              <a:cxn ang="0">
                <a:pos x="connsiteX84671" y="connsiteY84671"/>
              </a:cxn>
              <a:cxn ang="0">
                <a:pos x="connsiteX84672" y="connsiteY84672"/>
              </a:cxn>
              <a:cxn ang="0">
                <a:pos x="connsiteX84673" y="connsiteY84673"/>
              </a:cxn>
              <a:cxn ang="0">
                <a:pos x="connsiteX84674" y="connsiteY84674"/>
              </a:cxn>
              <a:cxn ang="0">
                <a:pos x="connsiteX84675" y="connsiteY84675"/>
              </a:cxn>
              <a:cxn ang="0">
                <a:pos x="connsiteX84676" y="connsiteY84676"/>
              </a:cxn>
              <a:cxn ang="0">
                <a:pos x="connsiteX84677" y="connsiteY84677"/>
              </a:cxn>
              <a:cxn ang="0">
                <a:pos x="connsiteX84678" y="connsiteY84678"/>
              </a:cxn>
              <a:cxn ang="0">
                <a:pos x="connsiteX84679" y="connsiteY84679"/>
              </a:cxn>
              <a:cxn ang="0">
                <a:pos x="connsiteX84680" y="connsiteY84680"/>
              </a:cxn>
              <a:cxn ang="0">
                <a:pos x="connsiteX84681" y="connsiteY84681"/>
              </a:cxn>
              <a:cxn ang="0">
                <a:pos x="connsiteX84682" y="connsiteY84682"/>
              </a:cxn>
              <a:cxn ang="0">
                <a:pos x="connsiteX84683" y="connsiteY84683"/>
              </a:cxn>
              <a:cxn ang="0">
                <a:pos x="connsiteX84684" y="connsiteY84684"/>
              </a:cxn>
              <a:cxn ang="0">
                <a:pos x="connsiteX84685" y="connsiteY84685"/>
              </a:cxn>
              <a:cxn ang="0">
                <a:pos x="connsiteX84686" y="connsiteY84686"/>
              </a:cxn>
              <a:cxn ang="0">
                <a:pos x="connsiteX84687" y="connsiteY84687"/>
              </a:cxn>
              <a:cxn ang="0">
                <a:pos x="connsiteX84688" y="connsiteY84688"/>
              </a:cxn>
              <a:cxn ang="0">
                <a:pos x="connsiteX84689" y="connsiteY84689"/>
              </a:cxn>
              <a:cxn ang="0">
                <a:pos x="connsiteX84690" y="connsiteY84690"/>
              </a:cxn>
              <a:cxn ang="0">
                <a:pos x="connsiteX84691" y="connsiteY84691"/>
              </a:cxn>
              <a:cxn ang="0">
                <a:pos x="connsiteX84692" y="connsiteY84692"/>
              </a:cxn>
              <a:cxn ang="0">
                <a:pos x="connsiteX84693" y="connsiteY84693"/>
              </a:cxn>
              <a:cxn ang="0">
                <a:pos x="connsiteX84694" y="connsiteY84694"/>
              </a:cxn>
              <a:cxn ang="0">
                <a:pos x="connsiteX84695" y="connsiteY84695"/>
              </a:cxn>
              <a:cxn ang="0">
                <a:pos x="connsiteX84696" y="connsiteY84696"/>
              </a:cxn>
              <a:cxn ang="0">
                <a:pos x="connsiteX84697" y="connsiteY84697"/>
              </a:cxn>
              <a:cxn ang="0">
                <a:pos x="connsiteX84698" y="connsiteY84698"/>
              </a:cxn>
              <a:cxn ang="0">
                <a:pos x="connsiteX84699" y="connsiteY84699"/>
              </a:cxn>
              <a:cxn ang="0">
                <a:pos x="connsiteX84700" y="connsiteY84700"/>
              </a:cxn>
              <a:cxn ang="0">
                <a:pos x="connsiteX84701" y="connsiteY84701"/>
              </a:cxn>
              <a:cxn ang="0">
                <a:pos x="connsiteX84702" y="connsiteY84702"/>
              </a:cxn>
              <a:cxn ang="0">
                <a:pos x="connsiteX84703" y="connsiteY84703"/>
              </a:cxn>
              <a:cxn ang="0">
                <a:pos x="connsiteX84704" y="connsiteY84704"/>
              </a:cxn>
              <a:cxn ang="0">
                <a:pos x="connsiteX84705" y="connsiteY84705"/>
              </a:cxn>
              <a:cxn ang="0">
                <a:pos x="connsiteX84706" y="connsiteY84706"/>
              </a:cxn>
              <a:cxn ang="0">
                <a:pos x="connsiteX84707" y="connsiteY84707"/>
              </a:cxn>
              <a:cxn ang="0">
                <a:pos x="connsiteX84708" y="connsiteY84708"/>
              </a:cxn>
              <a:cxn ang="0">
                <a:pos x="connsiteX84709" y="connsiteY84709"/>
              </a:cxn>
              <a:cxn ang="0">
                <a:pos x="connsiteX84710" y="connsiteY84710"/>
              </a:cxn>
              <a:cxn ang="0">
                <a:pos x="connsiteX84711" y="connsiteY84711"/>
              </a:cxn>
              <a:cxn ang="0">
                <a:pos x="connsiteX84712" y="connsiteY84712"/>
              </a:cxn>
              <a:cxn ang="0">
                <a:pos x="connsiteX84713" y="connsiteY84713"/>
              </a:cxn>
              <a:cxn ang="0">
                <a:pos x="connsiteX84714" y="connsiteY84714"/>
              </a:cxn>
              <a:cxn ang="0">
                <a:pos x="connsiteX84715" y="connsiteY84715"/>
              </a:cxn>
              <a:cxn ang="0">
                <a:pos x="connsiteX84716" y="connsiteY84716"/>
              </a:cxn>
              <a:cxn ang="0">
                <a:pos x="connsiteX84717" y="connsiteY84717"/>
              </a:cxn>
              <a:cxn ang="0">
                <a:pos x="connsiteX84718" y="connsiteY84718"/>
              </a:cxn>
              <a:cxn ang="0">
                <a:pos x="connsiteX84719" y="connsiteY84719"/>
              </a:cxn>
              <a:cxn ang="0">
                <a:pos x="connsiteX84720" y="connsiteY84720"/>
              </a:cxn>
              <a:cxn ang="0">
                <a:pos x="connsiteX84721" y="connsiteY84721"/>
              </a:cxn>
              <a:cxn ang="0">
                <a:pos x="connsiteX84722" y="connsiteY84722"/>
              </a:cxn>
              <a:cxn ang="0">
                <a:pos x="connsiteX84723" y="connsiteY84723"/>
              </a:cxn>
              <a:cxn ang="0">
                <a:pos x="connsiteX84724" y="connsiteY84724"/>
              </a:cxn>
              <a:cxn ang="0">
                <a:pos x="connsiteX84725" y="connsiteY84725"/>
              </a:cxn>
              <a:cxn ang="0">
                <a:pos x="connsiteX84726" y="connsiteY84726"/>
              </a:cxn>
              <a:cxn ang="0">
                <a:pos x="connsiteX84727" y="connsiteY84727"/>
              </a:cxn>
              <a:cxn ang="0">
                <a:pos x="connsiteX84728" y="connsiteY84728"/>
              </a:cxn>
              <a:cxn ang="0">
                <a:pos x="connsiteX84729" y="connsiteY84729"/>
              </a:cxn>
              <a:cxn ang="0">
                <a:pos x="connsiteX84730" y="connsiteY84730"/>
              </a:cxn>
              <a:cxn ang="0">
                <a:pos x="connsiteX84731" y="connsiteY84731"/>
              </a:cxn>
              <a:cxn ang="0">
                <a:pos x="connsiteX84732" y="connsiteY84732"/>
              </a:cxn>
              <a:cxn ang="0">
                <a:pos x="connsiteX84733" y="connsiteY84733"/>
              </a:cxn>
              <a:cxn ang="0">
                <a:pos x="connsiteX84734" y="connsiteY84734"/>
              </a:cxn>
              <a:cxn ang="0">
                <a:pos x="connsiteX84735" y="connsiteY84735"/>
              </a:cxn>
              <a:cxn ang="0">
                <a:pos x="connsiteX84736" y="connsiteY84736"/>
              </a:cxn>
              <a:cxn ang="0">
                <a:pos x="connsiteX84737" y="connsiteY84737"/>
              </a:cxn>
              <a:cxn ang="0">
                <a:pos x="connsiteX84738" y="connsiteY84738"/>
              </a:cxn>
              <a:cxn ang="0">
                <a:pos x="connsiteX84739" y="connsiteY84739"/>
              </a:cxn>
              <a:cxn ang="0">
                <a:pos x="connsiteX84740" y="connsiteY84740"/>
              </a:cxn>
              <a:cxn ang="0">
                <a:pos x="connsiteX84741" y="connsiteY84741"/>
              </a:cxn>
              <a:cxn ang="0">
                <a:pos x="connsiteX84742" y="connsiteY84742"/>
              </a:cxn>
              <a:cxn ang="0">
                <a:pos x="connsiteX84743" y="connsiteY84743"/>
              </a:cxn>
              <a:cxn ang="0">
                <a:pos x="connsiteX84744" y="connsiteY84744"/>
              </a:cxn>
              <a:cxn ang="0">
                <a:pos x="connsiteX84745" y="connsiteY84745"/>
              </a:cxn>
              <a:cxn ang="0">
                <a:pos x="connsiteX84746" y="connsiteY84746"/>
              </a:cxn>
              <a:cxn ang="0">
                <a:pos x="connsiteX84747" y="connsiteY84747"/>
              </a:cxn>
              <a:cxn ang="0">
                <a:pos x="connsiteX84748" y="connsiteY84748"/>
              </a:cxn>
              <a:cxn ang="0">
                <a:pos x="connsiteX84749" y="connsiteY84749"/>
              </a:cxn>
              <a:cxn ang="0">
                <a:pos x="connsiteX84750" y="connsiteY84750"/>
              </a:cxn>
              <a:cxn ang="0">
                <a:pos x="connsiteX84751" y="connsiteY84751"/>
              </a:cxn>
              <a:cxn ang="0">
                <a:pos x="connsiteX84752" y="connsiteY84752"/>
              </a:cxn>
              <a:cxn ang="0">
                <a:pos x="connsiteX84753" y="connsiteY84753"/>
              </a:cxn>
              <a:cxn ang="0">
                <a:pos x="connsiteX84754" y="connsiteY84754"/>
              </a:cxn>
              <a:cxn ang="0">
                <a:pos x="connsiteX84755" y="connsiteY84755"/>
              </a:cxn>
              <a:cxn ang="0">
                <a:pos x="connsiteX84756" y="connsiteY84756"/>
              </a:cxn>
              <a:cxn ang="0">
                <a:pos x="connsiteX84757" y="connsiteY84757"/>
              </a:cxn>
              <a:cxn ang="0">
                <a:pos x="connsiteX84758" y="connsiteY84758"/>
              </a:cxn>
              <a:cxn ang="0">
                <a:pos x="connsiteX84759" y="connsiteY84759"/>
              </a:cxn>
              <a:cxn ang="0">
                <a:pos x="connsiteX84760" y="connsiteY84760"/>
              </a:cxn>
              <a:cxn ang="0">
                <a:pos x="connsiteX84761" y="connsiteY84761"/>
              </a:cxn>
              <a:cxn ang="0">
                <a:pos x="connsiteX84762" y="connsiteY84762"/>
              </a:cxn>
              <a:cxn ang="0">
                <a:pos x="connsiteX84763" y="connsiteY84763"/>
              </a:cxn>
              <a:cxn ang="0">
                <a:pos x="connsiteX84764" y="connsiteY84764"/>
              </a:cxn>
              <a:cxn ang="0">
                <a:pos x="connsiteX84765" y="connsiteY84765"/>
              </a:cxn>
              <a:cxn ang="0">
                <a:pos x="connsiteX84766" y="connsiteY84766"/>
              </a:cxn>
              <a:cxn ang="0">
                <a:pos x="connsiteX84767" y="connsiteY84767"/>
              </a:cxn>
              <a:cxn ang="0">
                <a:pos x="connsiteX84768" y="connsiteY84768"/>
              </a:cxn>
              <a:cxn ang="0">
                <a:pos x="connsiteX84769" y="connsiteY84769"/>
              </a:cxn>
              <a:cxn ang="0">
                <a:pos x="connsiteX84770" y="connsiteY84770"/>
              </a:cxn>
              <a:cxn ang="0">
                <a:pos x="connsiteX84771" y="connsiteY84771"/>
              </a:cxn>
              <a:cxn ang="0">
                <a:pos x="connsiteX84772" y="connsiteY84772"/>
              </a:cxn>
              <a:cxn ang="0">
                <a:pos x="connsiteX84773" y="connsiteY84773"/>
              </a:cxn>
              <a:cxn ang="0">
                <a:pos x="connsiteX84774" y="connsiteY84774"/>
              </a:cxn>
              <a:cxn ang="0">
                <a:pos x="connsiteX84775" y="connsiteY84775"/>
              </a:cxn>
              <a:cxn ang="0">
                <a:pos x="connsiteX84776" y="connsiteY84776"/>
              </a:cxn>
              <a:cxn ang="0">
                <a:pos x="connsiteX84777" y="connsiteY84777"/>
              </a:cxn>
              <a:cxn ang="0">
                <a:pos x="connsiteX84778" y="connsiteY84778"/>
              </a:cxn>
              <a:cxn ang="0">
                <a:pos x="connsiteX84779" y="connsiteY84779"/>
              </a:cxn>
              <a:cxn ang="0">
                <a:pos x="connsiteX84780" y="connsiteY84780"/>
              </a:cxn>
              <a:cxn ang="0">
                <a:pos x="connsiteX84781" y="connsiteY84781"/>
              </a:cxn>
              <a:cxn ang="0">
                <a:pos x="connsiteX84782" y="connsiteY84782"/>
              </a:cxn>
              <a:cxn ang="0">
                <a:pos x="connsiteX84783" y="connsiteY84783"/>
              </a:cxn>
              <a:cxn ang="0">
                <a:pos x="connsiteX84784" y="connsiteY84784"/>
              </a:cxn>
              <a:cxn ang="0">
                <a:pos x="connsiteX84785" y="connsiteY84785"/>
              </a:cxn>
              <a:cxn ang="0">
                <a:pos x="connsiteX84786" y="connsiteY84786"/>
              </a:cxn>
              <a:cxn ang="0">
                <a:pos x="connsiteX84787" y="connsiteY84787"/>
              </a:cxn>
              <a:cxn ang="0">
                <a:pos x="connsiteX84788" y="connsiteY84788"/>
              </a:cxn>
              <a:cxn ang="0">
                <a:pos x="connsiteX84789" y="connsiteY84789"/>
              </a:cxn>
              <a:cxn ang="0">
                <a:pos x="connsiteX84790" y="connsiteY84790"/>
              </a:cxn>
              <a:cxn ang="0">
                <a:pos x="connsiteX84791" y="connsiteY84791"/>
              </a:cxn>
              <a:cxn ang="0">
                <a:pos x="connsiteX84792" y="connsiteY84792"/>
              </a:cxn>
              <a:cxn ang="0">
                <a:pos x="connsiteX84793" y="connsiteY84793"/>
              </a:cxn>
              <a:cxn ang="0">
                <a:pos x="connsiteX84794" y="connsiteY84794"/>
              </a:cxn>
              <a:cxn ang="0">
                <a:pos x="connsiteX84795" y="connsiteY84795"/>
              </a:cxn>
              <a:cxn ang="0">
                <a:pos x="connsiteX84796" y="connsiteY84796"/>
              </a:cxn>
              <a:cxn ang="0">
                <a:pos x="connsiteX84797" y="connsiteY84797"/>
              </a:cxn>
              <a:cxn ang="0">
                <a:pos x="connsiteX84798" y="connsiteY84798"/>
              </a:cxn>
              <a:cxn ang="0">
                <a:pos x="connsiteX84799" y="connsiteY84799"/>
              </a:cxn>
              <a:cxn ang="0">
                <a:pos x="connsiteX84800" y="connsiteY84800"/>
              </a:cxn>
              <a:cxn ang="0">
                <a:pos x="connsiteX84801" y="connsiteY84801"/>
              </a:cxn>
              <a:cxn ang="0">
                <a:pos x="connsiteX84802" y="connsiteY84802"/>
              </a:cxn>
              <a:cxn ang="0">
                <a:pos x="connsiteX84803" y="connsiteY84803"/>
              </a:cxn>
              <a:cxn ang="0">
                <a:pos x="connsiteX84804" y="connsiteY84804"/>
              </a:cxn>
              <a:cxn ang="0">
                <a:pos x="connsiteX84805" y="connsiteY84805"/>
              </a:cxn>
              <a:cxn ang="0">
                <a:pos x="connsiteX84806" y="connsiteY84806"/>
              </a:cxn>
              <a:cxn ang="0">
                <a:pos x="connsiteX84807" y="connsiteY84807"/>
              </a:cxn>
              <a:cxn ang="0">
                <a:pos x="connsiteX84808" y="connsiteY84808"/>
              </a:cxn>
              <a:cxn ang="0">
                <a:pos x="connsiteX84809" y="connsiteY84809"/>
              </a:cxn>
              <a:cxn ang="0">
                <a:pos x="connsiteX84810" y="connsiteY84810"/>
              </a:cxn>
              <a:cxn ang="0">
                <a:pos x="connsiteX84811" y="connsiteY84811"/>
              </a:cxn>
              <a:cxn ang="0">
                <a:pos x="connsiteX84812" y="connsiteY84812"/>
              </a:cxn>
              <a:cxn ang="0">
                <a:pos x="connsiteX84813" y="connsiteY84813"/>
              </a:cxn>
              <a:cxn ang="0">
                <a:pos x="connsiteX84814" y="connsiteY84814"/>
              </a:cxn>
              <a:cxn ang="0">
                <a:pos x="connsiteX84815" y="connsiteY84815"/>
              </a:cxn>
              <a:cxn ang="0">
                <a:pos x="connsiteX84816" y="connsiteY84816"/>
              </a:cxn>
              <a:cxn ang="0">
                <a:pos x="connsiteX84817" y="connsiteY84817"/>
              </a:cxn>
              <a:cxn ang="0">
                <a:pos x="connsiteX84818" y="connsiteY84818"/>
              </a:cxn>
              <a:cxn ang="0">
                <a:pos x="connsiteX84819" y="connsiteY84819"/>
              </a:cxn>
              <a:cxn ang="0">
                <a:pos x="connsiteX84820" y="connsiteY84820"/>
              </a:cxn>
              <a:cxn ang="0">
                <a:pos x="connsiteX84821" y="connsiteY84821"/>
              </a:cxn>
              <a:cxn ang="0">
                <a:pos x="connsiteX84822" y="connsiteY84822"/>
              </a:cxn>
              <a:cxn ang="0">
                <a:pos x="connsiteX84823" y="connsiteY84823"/>
              </a:cxn>
              <a:cxn ang="0">
                <a:pos x="connsiteX84824" y="connsiteY84824"/>
              </a:cxn>
              <a:cxn ang="0">
                <a:pos x="connsiteX84825" y="connsiteY84825"/>
              </a:cxn>
              <a:cxn ang="0">
                <a:pos x="connsiteX84826" y="connsiteY84826"/>
              </a:cxn>
              <a:cxn ang="0">
                <a:pos x="connsiteX84827" y="connsiteY84827"/>
              </a:cxn>
              <a:cxn ang="0">
                <a:pos x="connsiteX84828" y="connsiteY84828"/>
              </a:cxn>
              <a:cxn ang="0">
                <a:pos x="connsiteX84829" y="connsiteY84829"/>
              </a:cxn>
              <a:cxn ang="0">
                <a:pos x="connsiteX84830" y="connsiteY84830"/>
              </a:cxn>
              <a:cxn ang="0">
                <a:pos x="connsiteX84831" y="connsiteY84831"/>
              </a:cxn>
              <a:cxn ang="0">
                <a:pos x="connsiteX84832" y="connsiteY84832"/>
              </a:cxn>
              <a:cxn ang="0">
                <a:pos x="connsiteX84833" y="connsiteY84833"/>
              </a:cxn>
              <a:cxn ang="0">
                <a:pos x="connsiteX84834" y="connsiteY84834"/>
              </a:cxn>
              <a:cxn ang="0">
                <a:pos x="connsiteX84835" y="connsiteY84835"/>
              </a:cxn>
              <a:cxn ang="0">
                <a:pos x="connsiteX84836" y="connsiteY84836"/>
              </a:cxn>
              <a:cxn ang="0">
                <a:pos x="connsiteX84837" y="connsiteY84837"/>
              </a:cxn>
              <a:cxn ang="0">
                <a:pos x="connsiteX84838" y="connsiteY84838"/>
              </a:cxn>
              <a:cxn ang="0">
                <a:pos x="connsiteX84839" y="connsiteY84839"/>
              </a:cxn>
              <a:cxn ang="0">
                <a:pos x="connsiteX84840" y="connsiteY84840"/>
              </a:cxn>
              <a:cxn ang="0">
                <a:pos x="connsiteX84841" y="connsiteY84841"/>
              </a:cxn>
              <a:cxn ang="0">
                <a:pos x="connsiteX84842" y="connsiteY84842"/>
              </a:cxn>
              <a:cxn ang="0">
                <a:pos x="connsiteX84843" y="connsiteY84843"/>
              </a:cxn>
              <a:cxn ang="0">
                <a:pos x="connsiteX84844" y="connsiteY84844"/>
              </a:cxn>
              <a:cxn ang="0">
                <a:pos x="connsiteX84845" y="connsiteY84845"/>
              </a:cxn>
              <a:cxn ang="0">
                <a:pos x="connsiteX84846" y="connsiteY84846"/>
              </a:cxn>
              <a:cxn ang="0">
                <a:pos x="connsiteX84847" y="connsiteY84847"/>
              </a:cxn>
              <a:cxn ang="0">
                <a:pos x="connsiteX84848" y="connsiteY84848"/>
              </a:cxn>
              <a:cxn ang="0">
                <a:pos x="connsiteX84849" y="connsiteY84849"/>
              </a:cxn>
              <a:cxn ang="0">
                <a:pos x="connsiteX84850" y="connsiteY84850"/>
              </a:cxn>
              <a:cxn ang="0">
                <a:pos x="connsiteX84851" y="connsiteY84851"/>
              </a:cxn>
              <a:cxn ang="0">
                <a:pos x="connsiteX84852" y="connsiteY84852"/>
              </a:cxn>
              <a:cxn ang="0">
                <a:pos x="connsiteX84853" y="connsiteY84853"/>
              </a:cxn>
              <a:cxn ang="0">
                <a:pos x="connsiteX84854" y="connsiteY84854"/>
              </a:cxn>
              <a:cxn ang="0">
                <a:pos x="connsiteX84855" y="connsiteY84855"/>
              </a:cxn>
              <a:cxn ang="0">
                <a:pos x="connsiteX84856" y="connsiteY84856"/>
              </a:cxn>
              <a:cxn ang="0">
                <a:pos x="connsiteX84857" y="connsiteY84857"/>
              </a:cxn>
              <a:cxn ang="0">
                <a:pos x="connsiteX84858" y="connsiteY84858"/>
              </a:cxn>
              <a:cxn ang="0">
                <a:pos x="connsiteX84859" y="connsiteY84859"/>
              </a:cxn>
              <a:cxn ang="0">
                <a:pos x="connsiteX84860" y="connsiteY84860"/>
              </a:cxn>
              <a:cxn ang="0">
                <a:pos x="connsiteX84861" y="connsiteY84861"/>
              </a:cxn>
              <a:cxn ang="0">
                <a:pos x="connsiteX84862" y="connsiteY84862"/>
              </a:cxn>
              <a:cxn ang="0">
                <a:pos x="connsiteX84863" y="connsiteY84863"/>
              </a:cxn>
              <a:cxn ang="0">
                <a:pos x="connsiteX84864" y="connsiteY84864"/>
              </a:cxn>
              <a:cxn ang="0">
                <a:pos x="connsiteX84865" y="connsiteY84865"/>
              </a:cxn>
              <a:cxn ang="0">
                <a:pos x="connsiteX84866" y="connsiteY84866"/>
              </a:cxn>
              <a:cxn ang="0">
                <a:pos x="connsiteX84867" y="connsiteY84867"/>
              </a:cxn>
              <a:cxn ang="0">
                <a:pos x="connsiteX84868" y="connsiteY84868"/>
              </a:cxn>
              <a:cxn ang="0">
                <a:pos x="connsiteX84869" y="connsiteY84869"/>
              </a:cxn>
              <a:cxn ang="0">
                <a:pos x="connsiteX84870" y="connsiteY84870"/>
              </a:cxn>
              <a:cxn ang="0">
                <a:pos x="connsiteX84871" y="connsiteY84871"/>
              </a:cxn>
              <a:cxn ang="0">
                <a:pos x="connsiteX84872" y="connsiteY84872"/>
              </a:cxn>
              <a:cxn ang="0">
                <a:pos x="connsiteX84873" y="connsiteY84873"/>
              </a:cxn>
              <a:cxn ang="0">
                <a:pos x="connsiteX84874" y="connsiteY84874"/>
              </a:cxn>
              <a:cxn ang="0">
                <a:pos x="connsiteX84875" y="connsiteY84875"/>
              </a:cxn>
              <a:cxn ang="0">
                <a:pos x="connsiteX84876" y="connsiteY84876"/>
              </a:cxn>
              <a:cxn ang="0">
                <a:pos x="connsiteX84877" y="connsiteY84877"/>
              </a:cxn>
              <a:cxn ang="0">
                <a:pos x="connsiteX84878" y="connsiteY84878"/>
              </a:cxn>
              <a:cxn ang="0">
                <a:pos x="connsiteX84879" y="connsiteY84879"/>
              </a:cxn>
              <a:cxn ang="0">
                <a:pos x="connsiteX84880" y="connsiteY84880"/>
              </a:cxn>
              <a:cxn ang="0">
                <a:pos x="connsiteX84881" y="connsiteY84881"/>
              </a:cxn>
              <a:cxn ang="0">
                <a:pos x="connsiteX84882" y="connsiteY84882"/>
              </a:cxn>
              <a:cxn ang="0">
                <a:pos x="connsiteX84883" y="connsiteY84883"/>
              </a:cxn>
              <a:cxn ang="0">
                <a:pos x="connsiteX84884" y="connsiteY84884"/>
              </a:cxn>
              <a:cxn ang="0">
                <a:pos x="connsiteX84885" y="connsiteY84885"/>
              </a:cxn>
              <a:cxn ang="0">
                <a:pos x="connsiteX84886" y="connsiteY84886"/>
              </a:cxn>
              <a:cxn ang="0">
                <a:pos x="connsiteX84887" y="connsiteY84887"/>
              </a:cxn>
              <a:cxn ang="0">
                <a:pos x="connsiteX84888" y="connsiteY84888"/>
              </a:cxn>
              <a:cxn ang="0">
                <a:pos x="connsiteX84889" y="connsiteY84889"/>
              </a:cxn>
              <a:cxn ang="0">
                <a:pos x="connsiteX84890" y="connsiteY84890"/>
              </a:cxn>
              <a:cxn ang="0">
                <a:pos x="connsiteX84891" y="connsiteY84891"/>
              </a:cxn>
              <a:cxn ang="0">
                <a:pos x="connsiteX84892" y="connsiteY84892"/>
              </a:cxn>
              <a:cxn ang="0">
                <a:pos x="connsiteX84893" y="connsiteY84893"/>
              </a:cxn>
              <a:cxn ang="0">
                <a:pos x="connsiteX84894" y="connsiteY84894"/>
              </a:cxn>
              <a:cxn ang="0">
                <a:pos x="connsiteX84895" y="connsiteY84895"/>
              </a:cxn>
              <a:cxn ang="0">
                <a:pos x="connsiteX84896" y="connsiteY84896"/>
              </a:cxn>
              <a:cxn ang="0">
                <a:pos x="connsiteX84897" y="connsiteY84897"/>
              </a:cxn>
              <a:cxn ang="0">
                <a:pos x="connsiteX84898" y="connsiteY84898"/>
              </a:cxn>
              <a:cxn ang="0">
                <a:pos x="connsiteX84899" y="connsiteY84899"/>
              </a:cxn>
              <a:cxn ang="0">
                <a:pos x="connsiteX84900" y="connsiteY84900"/>
              </a:cxn>
              <a:cxn ang="0">
                <a:pos x="connsiteX84901" y="connsiteY84901"/>
              </a:cxn>
              <a:cxn ang="0">
                <a:pos x="connsiteX84902" y="connsiteY84902"/>
              </a:cxn>
              <a:cxn ang="0">
                <a:pos x="connsiteX84903" y="connsiteY84903"/>
              </a:cxn>
              <a:cxn ang="0">
                <a:pos x="connsiteX84904" y="connsiteY84904"/>
              </a:cxn>
              <a:cxn ang="0">
                <a:pos x="connsiteX84905" y="connsiteY84905"/>
              </a:cxn>
              <a:cxn ang="0">
                <a:pos x="connsiteX84906" y="connsiteY84906"/>
              </a:cxn>
              <a:cxn ang="0">
                <a:pos x="connsiteX84907" y="connsiteY84907"/>
              </a:cxn>
              <a:cxn ang="0">
                <a:pos x="connsiteX84908" y="connsiteY84908"/>
              </a:cxn>
              <a:cxn ang="0">
                <a:pos x="connsiteX84909" y="connsiteY84909"/>
              </a:cxn>
              <a:cxn ang="0">
                <a:pos x="connsiteX84910" y="connsiteY84910"/>
              </a:cxn>
              <a:cxn ang="0">
                <a:pos x="connsiteX84911" y="connsiteY84911"/>
              </a:cxn>
              <a:cxn ang="0">
                <a:pos x="connsiteX84912" y="connsiteY84912"/>
              </a:cxn>
              <a:cxn ang="0">
                <a:pos x="connsiteX84913" y="connsiteY84913"/>
              </a:cxn>
              <a:cxn ang="0">
                <a:pos x="connsiteX84914" y="connsiteY84914"/>
              </a:cxn>
              <a:cxn ang="0">
                <a:pos x="connsiteX84915" y="connsiteY84915"/>
              </a:cxn>
              <a:cxn ang="0">
                <a:pos x="connsiteX84916" y="connsiteY84916"/>
              </a:cxn>
              <a:cxn ang="0">
                <a:pos x="connsiteX84917" y="connsiteY84917"/>
              </a:cxn>
              <a:cxn ang="0">
                <a:pos x="connsiteX84918" y="connsiteY84918"/>
              </a:cxn>
              <a:cxn ang="0">
                <a:pos x="connsiteX84919" y="connsiteY84919"/>
              </a:cxn>
              <a:cxn ang="0">
                <a:pos x="connsiteX84920" y="connsiteY84920"/>
              </a:cxn>
              <a:cxn ang="0">
                <a:pos x="connsiteX84921" y="connsiteY84921"/>
              </a:cxn>
              <a:cxn ang="0">
                <a:pos x="connsiteX84922" y="connsiteY84922"/>
              </a:cxn>
              <a:cxn ang="0">
                <a:pos x="connsiteX84923" y="connsiteY84923"/>
              </a:cxn>
              <a:cxn ang="0">
                <a:pos x="connsiteX84924" y="connsiteY84924"/>
              </a:cxn>
              <a:cxn ang="0">
                <a:pos x="connsiteX84925" y="connsiteY84925"/>
              </a:cxn>
              <a:cxn ang="0">
                <a:pos x="connsiteX84926" y="connsiteY84926"/>
              </a:cxn>
              <a:cxn ang="0">
                <a:pos x="connsiteX84927" y="connsiteY84927"/>
              </a:cxn>
              <a:cxn ang="0">
                <a:pos x="connsiteX84928" y="connsiteY84928"/>
              </a:cxn>
              <a:cxn ang="0">
                <a:pos x="connsiteX84929" y="connsiteY84929"/>
              </a:cxn>
              <a:cxn ang="0">
                <a:pos x="connsiteX84930" y="connsiteY84930"/>
              </a:cxn>
              <a:cxn ang="0">
                <a:pos x="connsiteX84931" y="connsiteY84931"/>
              </a:cxn>
              <a:cxn ang="0">
                <a:pos x="connsiteX84932" y="connsiteY84932"/>
              </a:cxn>
              <a:cxn ang="0">
                <a:pos x="connsiteX84933" y="connsiteY84933"/>
              </a:cxn>
              <a:cxn ang="0">
                <a:pos x="connsiteX84934" y="connsiteY84934"/>
              </a:cxn>
              <a:cxn ang="0">
                <a:pos x="connsiteX84935" y="connsiteY84935"/>
              </a:cxn>
              <a:cxn ang="0">
                <a:pos x="connsiteX84936" y="connsiteY84936"/>
              </a:cxn>
              <a:cxn ang="0">
                <a:pos x="connsiteX84937" y="connsiteY84937"/>
              </a:cxn>
              <a:cxn ang="0">
                <a:pos x="connsiteX84938" y="connsiteY84938"/>
              </a:cxn>
              <a:cxn ang="0">
                <a:pos x="connsiteX84939" y="connsiteY84939"/>
              </a:cxn>
              <a:cxn ang="0">
                <a:pos x="connsiteX84940" y="connsiteY84940"/>
              </a:cxn>
              <a:cxn ang="0">
                <a:pos x="connsiteX84941" y="connsiteY84941"/>
              </a:cxn>
              <a:cxn ang="0">
                <a:pos x="connsiteX84942" y="connsiteY84942"/>
              </a:cxn>
              <a:cxn ang="0">
                <a:pos x="connsiteX84943" y="connsiteY84943"/>
              </a:cxn>
              <a:cxn ang="0">
                <a:pos x="connsiteX84944" y="connsiteY84944"/>
              </a:cxn>
              <a:cxn ang="0">
                <a:pos x="connsiteX84945" y="connsiteY84945"/>
              </a:cxn>
              <a:cxn ang="0">
                <a:pos x="connsiteX84946" y="connsiteY84946"/>
              </a:cxn>
              <a:cxn ang="0">
                <a:pos x="connsiteX84947" y="connsiteY84947"/>
              </a:cxn>
              <a:cxn ang="0">
                <a:pos x="connsiteX84948" y="connsiteY84948"/>
              </a:cxn>
              <a:cxn ang="0">
                <a:pos x="connsiteX84949" y="connsiteY84949"/>
              </a:cxn>
              <a:cxn ang="0">
                <a:pos x="connsiteX84950" y="connsiteY84950"/>
              </a:cxn>
              <a:cxn ang="0">
                <a:pos x="connsiteX84951" y="connsiteY84951"/>
              </a:cxn>
              <a:cxn ang="0">
                <a:pos x="connsiteX84952" y="connsiteY84952"/>
              </a:cxn>
              <a:cxn ang="0">
                <a:pos x="connsiteX84953" y="connsiteY84953"/>
              </a:cxn>
              <a:cxn ang="0">
                <a:pos x="connsiteX84954" y="connsiteY84954"/>
              </a:cxn>
              <a:cxn ang="0">
                <a:pos x="connsiteX84955" y="connsiteY84955"/>
              </a:cxn>
              <a:cxn ang="0">
                <a:pos x="connsiteX84956" y="connsiteY84956"/>
              </a:cxn>
              <a:cxn ang="0">
                <a:pos x="connsiteX84957" y="connsiteY84957"/>
              </a:cxn>
              <a:cxn ang="0">
                <a:pos x="connsiteX84958" y="connsiteY84958"/>
              </a:cxn>
              <a:cxn ang="0">
                <a:pos x="connsiteX84959" y="connsiteY84959"/>
              </a:cxn>
              <a:cxn ang="0">
                <a:pos x="connsiteX84960" y="connsiteY84960"/>
              </a:cxn>
              <a:cxn ang="0">
                <a:pos x="connsiteX84961" y="connsiteY84961"/>
              </a:cxn>
              <a:cxn ang="0">
                <a:pos x="connsiteX84962" y="connsiteY84962"/>
              </a:cxn>
              <a:cxn ang="0">
                <a:pos x="connsiteX84963" y="connsiteY84963"/>
              </a:cxn>
              <a:cxn ang="0">
                <a:pos x="connsiteX84964" y="connsiteY84964"/>
              </a:cxn>
              <a:cxn ang="0">
                <a:pos x="connsiteX84965" y="connsiteY84965"/>
              </a:cxn>
              <a:cxn ang="0">
                <a:pos x="connsiteX84966" y="connsiteY84966"/>
              </a:cxn>
              <a:cxn ang="0">
                <a:pos x="connsiteX84967" y="connsiteY84967"/>
              </a:cxn>
              <a:cxn ang="0">
                <a:pos x="connsiteX84968" y="connsiteY84968"/>
              </a:cxn>
              <a:cxn ang="0">
                <a:pos x="connsiteX84969" y="connsiteY84969"/>
              </a:cxn>
              <a:cxn ang="0">
                <a:pos x="connsiteX84970" y="connsiteY84970"/>
              </a:cxn>
              <a:cxn ang="0">
                <a:pos x="connsiteX84971" y="connsiteY84971"/>
              </a:cxn>
              <a:cxn ang="0">
                <a:pos x="connsiteX84972" y="connsiteY84972"/>
              </a:cxn>
              <a:cxn ang="0">
                <a:pos x="connsiteX84973" y="connsiteY84973"/>
              </a:cxn>
              <a:cxn ang="0">
                <a:pos x="connsiteX84974" y="connsiteY84974"/>
              </a:cxn>
              <a:cxn ang="0">
                <a:pos x="connsiteX84975" y="connsiteY84975"/>
              </a:cxn>
              <a:cxn ang="0">
                <a:pos x="connsiteX84976" y="connsiteY84976"/>
              </a:cxn>
              <a:cxn ang="0">
                <a:pos x="connsiteX84977" y="connsiteY84977"/>
              </a:cxn>
              <a:cxn ang="0">
                <a:pos x="connsiteX84978" y="connsiteY84978"/>
              </a:cxn>
              <a:cxn ang="0">
                <a:pos x="connsiteX84979" y="connsiteY84979"/>
              </a:cxn>
              <a:cxn ang="0">
                <a:pos x="connsiteX84980" y="connsiteY84980"/>
              </a:cxn>
              <a:cxn ang="0">
                <a:pos x="connsiteX84981" y="connsiteY84981"/>
              </a:cxn>
              <a:cxn ang="0">
                <a:pos x="connsiteX84982" y="connsiteY84982"/>
              </a:cxn>
              <a:cxn ang="0">
                <a:pos x="connsiteX84983" y="connsiteY84983"/>
              </a:cxn>
              <a:cxn ang="0">
                <a:pos x="connsiteX84984" y="connsiteY84984"/>
              </a:cxn>
              <a:cxn ang="0">
                <a:pos x="connsiteX84985" y="connsiteY84985"/>
              </a:cxn>
              <a:cxn ang="0">
                <a:pos x="connsiteX84986" y="connsiteY84986"/>
              </a:cxn>
              <a:cxn ang="0">
                <a:pos x="connsiteX84987" y="connsiteY84987"/>
              </a:cxn>
              <a:cxn ang="0">
                <a:pos x="connsiteX84988" y="connsiteY84988"/>
              </a:cxn>
              <a:cxn ang="0">
                <a:pos x="connsiteX84989" y="connsiteY84989"/>
              </a:cxn>
              <a:cxn ang="0">
                <a:pos x="connsiteX84990" y="connsiteY84990"/>
              </a:cxn>
              <a:cxn ang="0">
                <a:pos x="connsiteX84991" y="connsiteY84991"/>
              </a:cxn>
              <a:cxn ang="0">
                <a:pos x="connsiteX84992" y="connsiteY84992"/>
              </a:cxn>
              <a:cxn ang="0">
                <a:pos x="connsiteX84993" y="connsiteY84993"/>
              </a:cxn>
              <a:cxn ang="0">
                <a:pos x="connsiteX84994" y="connsiteY84994"/>
              </a:cxn>
              <a:cxn ang="0">
                <a:pos x="connsiteX84995" y="connsiteY84995"/>
              </a:cxn>
              <a:cxn ang="0">
                <a:pos x="connsiteX84996" y="connsiteY84996"/>
              </a:cxn>
              <a:cxn ang="0">
                <a:pos x="connsiteX84997" y="connsiteY84997"/>
              </a:cxn>
              <a:cxn ang="0">
                <a:pos x="connsiteX84998" y="connsiteY84998"/>
              </a:cxn>
              <a:cxn ang="0">
                <a:pos x="connsiteX84999" y="connsiteY84999"/>
              </a:cxn>
              <a:cxn ang="0">
                <a:pos x="connsiteX85000" y="connsiteY85000"/>
              </a:cxn>
              <a:cxn ang="0">
                <a:pos x="connsiteX85001" y="connsiteY85001"/>
              </a:cxn>
              <a:cxn ang="0">
                <a:pos x="connsiteX85002" y="connsiteY85002"/>
              </a:cxn>
              <a:cxn ang="0">
                <a:pos x="connsiteX85003" y="connsiteY85003"/>
              </a:cxn>
              <a:cxn ang="0">
                <a:pos x="connsiteX85004" y="connsiteY85004"/>
              </a:cxn>
              <a:cxn ang="0">
                <a:pos x="connsiteX85005" y="connsiteY85005"/>
              </a:cxn>
              <a:cxn ang="0">
                <a:pos x="connsiteX85006" y="connsiteY85006"/>
              </a:cxn>
              <a:cxn ang="0">
                <a:pos x="connsiteX85007" y="connsiteY85007"/>
              </a:cxn>
              <a:cxn ang="0">
                <a:pos x="connsiteX85008" y="connsiteY85008"/>
              </a:cxn>
              <a:cxn ang="0">
                <a:pos x="connsiteX85009" y="connsiteY85009"/>
              </a:cxn>
              <a:cxn ang="0">
                <a:pos x="connsiteX85010" y="connsiteY85010"/>
              </a:cxn>
              <a:cxn ang="0">
                <a:pos x="connsiteX85011" y="connsiteY85011"/>
              </a:cxn>
              <a:cxn ang="0">
                <a:pos x="connsiteX85012" y="connsiteY85012"/>
              </a:cxn>
              <a:cxn ang="0">
                <a:pos x="connsiteX85013" y="connsiteY85013"/>
              </a:cxn>
              <a:cxn ang="0">
                <a:pos x="connsiteX85014" y="connsiteY85014"/>
              </a:cxn>
              <a:cxn ang="0">
                <a:pos x="connsiteX85015" y="connsiteY85015"/>
              </a:cxn>
              <a:cxn ang="0">
                <a:pos x="connsiteX85016" y="connsiteY85016"/>
              </a:cxn>
              <a:cxn ang="0">
                <a:pos x="connsiteX85017" y="connsiteY85017"/>
              </a:cxn>
              <a:cxn ang="0">
                <a:pos x="connsiteX85018" y="connsiteY85018"/>
              </a:cxn>
              <a:cxn ang="0">
                <a:pos x="connsiteX85019" y="connsiteY85019"/>
              </a:cxn>
              <a:cxn ang="0">
                <a:pos x="connsiteX85020" y="connsiteY85020"/>
              </a:cxn>
              <a:cxn ang="0">
                <a:pos x="connsiteX85021" y="connsiteY85021"/>
              </a:cxn>
              <a:cxn ang="0">
                <a:pos x="connsiteX85022" y="connsiteY85022"/>
              </a:cxn>
              <a:cxn ang="0">
                <a:pos x="connsiteX85023" y="connsiteY85023"/>
              </a:cxn>
              <a:cxn ang="0">
                <a:pos x="connsiteX85024" y="connsiteY85024"/>
              </a:cxn>
              <a:cxn ang="0">
                <a:pos x="connsiteX85025" y="connsiteY85025"/>
              </a:cxn>
              <a:cxn ang="0">
                <a:pos x="connsiteX85026" y="connsiteY85026"/>
              </a:cxn>
              <a:cxn ang="0">
                <a:pos x="connsiteX85027" y="connsiteY85027"/>
              </a:cxn>
              <a:cxn ang="0">
                <a:pos x="connsiteX85028" y="connsiteY85028"/>
              </a:cxn>
              <a:cxn ang="0">
                <a:pos x="connsiteX85029" y="connsiteY85029"/>
              </a:cxn>
              <a:cxn ang="0">
                <a:pos x="connsiteX85030" y="connsiteY85030"/>
              </a:cxn>
              <a:cxn ang="0">
                <a:pos x="connsiteX85031" y="connsiteY85031"/>
              </a:cxn>
              <a:cxn ang="0">
                <a:pos x="connsiteX85032" y="connsiteY85032"/>
              </a:cxn>
              <a:cxn ang="0">
                <a:pos x="connsiteX85033" y="connsiteY85033"/>
              </a:cxn>
              <a:cxn ang="0">
                <a:pos x="connsiteX85034" y="connsiteY85034"/>
              </a:cxn>
              <a:cxn ang="0">
                <a:pos x="connsiteX85035" y="connsiteY85035"/>
              </a:cxn>
              <a:cxn ang="0">
                <a:pos x="connsiteX85036" y="connsiteY85036"/>
              </a:cxn>
              <a:cxn ang="0">
                <a:pos x="connsiteX85037" y="connsiteY85037"/>
              </a:cxn>
              <a:cxn ang="0">
                <a:pos x="connsiteX85038" y="connsiteY85038"/>
              </a:cxn>
              <a:cxn ang="0">
                <a:pos x="connsiteX85039" y="connsiteY85039"/>
              </a:cxn>
              <a:cxn ang="0">
                <a:pos x="connsiteX85040" y="connsiteY85040"/>
              </a:cxn>
              <a:cxn ang="0">
                <a:pos x="connsiteX85041" y="connsiteY85041"/>
              </a:cxn>
              <a:cxn ang="0">
                <a:pos x="connsiteX85042" y="connsiteY85042"/>
              </a:cxn>
              <a:cxn ang="0">
                <a:pos x="connsiteX85043" y="connsiteY85043"/>
              </a:cxn>
              <a:cxn ang="0">
                <a:pos x="connsiteX85044" y="connsiteY85044"/>
              </a:cxn>
              <a:cxn ang="0">
                <a:pos x="connsiteX85045" y="connsiteY85045"/>
              </a:cxn>
              <a:cxn ang="0">
                <a:pos x="connsiteX85046" y="connsiteY85046"/>
              </a:cxn>
              <a:cxn ang="0">
                <a:pos x="connsiteX85047" y="connsiteY85047"/>
              </a:cxn>
              <a:cxn ang="0">
                <a:pos x="connsiteX85048" y="connsiteY85048"/>
              </a:cxn>
              <a:cxn ang="0">
                <a:pos x="connsiteX85049" y="connsiteY85049"/>
              </a:cxn>
              <a:cxn ang="0">
                <a:pos x="connsiteX85050" y="connsiteY85050"/>
              </a:cxn>
              <a:cxn ang="0">
                <a:pos x="connsiteX85051" y="connsiteY85051"/>
              </a:cxn>
              <a:cxn ang="0">
                <a:pos x="connsiteX85052" y="connsiteY85052"/>
              </a:cxn>
              <a:cxn ang="0">
                <a:pos x="connsiteX85053" y="connsiteY85053"/>
              </a:cxn>
              <a:cxn ang="0">
                <a:pos x="connsiteX85054" y="connsiteY85054"/>
              </a:cxn>
              <a:cxn ang="0">
                <a:pos x="connsiteX85055" y="connsiteY85055"/>
              </a:cxn>
              <a:cxn ang="0">
                <a:pos x="connsiteX85056" y="connsiteY85056"/>
              </a:cxn>
              <a:cxn ang="0">
                <a:pos x="connsiteX85057" y="connsiteY85057"/>
              </a:cxn>
              <a:cxn ang="0">
                <a:pos x="connsiteX85058" y="connsiteY85058"/>
              </a:cxn>
              <a:cxn ang="0">
                <a:pos x="connsiteX85059" y="connsiteY85059"/>
              </a:cxn>
              <a:cxn ang="0">
                <a:pos x="connsiteX85060" y="connsiteY85060"/>
              </a:cxn>
              <a:cxn ang="0">
                <a:pos x="connsiteX85061" y="connsiteY85061"/>
              </a:cxn>
              <a:cxn ang="0">
                <a:pos x="connsiteX85062" y="connsiteY85062"/>
              </a:cxn>
              <a:cxn ang="0">
                <a:pos x="connsiteX85063" y="connsiteY85063"/>
              </a:cxn>
              <a:cxn ang="0">
                <a:pos x="connsiteX85064" y="connsiteY85064"/>
              </a:cxn>
              <a:cxn ang="0">
                <a:pos x="connsiteX85065" y="connsiteY85065"/>
              </a:cxn>
              <a:cxn ang="0">
                <a:pos x="connsiteX85066" y="connsiteY85066"/>
              </a:cxn>
              <a:cxn ang="0">
                <a:pos x="connsiteX85067" y="connsiteY85067"/>
              </a:cxn>
              <a:cxn ang="0">
                <a:pos x="connsiteX85068" y="connsiteY85068"/>
              </a:cxn>
              <a:cxn ang="0">
                <a:pos x="connsiteX85069" y="connsiteY85069"/>
              </a:cxn>
              <a:cxn ang="0">
                <a:pos x="connsiteX85070" y="connsiteY85070"/>
              </a:cxn>
              <a:cxn ang="0">
                <a:pos x="connsiteX85071" y="connsiteY85071"/>
              </a:cxn>
              <a:cxn ang="0">
                <a:pos x="connsiteX85072" y="connsiteY85072"/>
              </a:cxn>
              <a:cxn ang="0">
                <a:pos x="connsiteX85073" y="connsiteY85073"/>
              </a:cxn>
              <a:cxn ang="0">
                <a:pos x="connsiteX85074" y="connsiteY85074"/>
              </a:cxn>
              <a:cxn ang="0">
                <a:pos x="connsiteX85075" y="connsiteY85075"/>
              </a:cxn>
              <a:cxn ang="0">
                <a:pos x="connsiteX85076" y="connsiteY85076"/>
              </a:cxn>
              <a:cxn ang="0">
                <a:pos x="connsiteX85077" y="connsiteY85077"/>
              </a:cxn>
              <a:cxn ang="0">
                <a:pos x="connsiteX85078" y="connsiteY85078"/>
              </a:cxn>
              <a:cxn ang="0">
                <a:pos x="connsiteX85079" y="connsiteY85079"/>
              </a:cxn>
              <a:cxn ang="0">
                <a:pos x="connsiteX85080" y="connsiteY85080"/>
              </a:cxn>
              <a:cxn ang="0">
                <a:pos x="connsiteX85081" y="connsiteY85081"/>
              </a:cxn>
              <a:cxn ang="0">
                <a:pos x="connsiteX85082" y="connsiteY85082"/>
              </a:cxn>
              <a:cxn ang="0">
                <a:pos x="connsiteX85083" y="connsiteY85083"/>
              </a:cxn>
              <a:cxn ang="0">
                <a:pos x="connsiteX85084" y="connsiteY85084"/>
              </a:cxn>
              <a:cxn ang="0">
                <a:pos x="connsiteX85085" y="connsiteY85085"/>
              </a:cxn>
              <a:cxn ang="0">
                <a:pos x="connsiteX85086" y="connsiteY85086"/>
              </a:cxn>
              <a:cxn ang="0">
                <a:pos x="connsiteX85087" y="connsiteY85087"/>
              </a:cxn>
              <a:cxn ang="0">
                <a:pos x="connsiteX85088" y="connsiteY85088"/>
              </a:cxn>
              <a:cxn ang="0">
                <a:pos x="connsiteX85089" y="connsiteY85089"/>
              </a:cxn>
              <a:cxn ang="0">
                <a:pos x="connsiteX85090" y="connsiteY85090"/>
              </a:cxn>
              <a:cxn ang="0">
                <a:pos x="connsiteX85091" y="connsiteY85091"/>
              </a:cxn>
              <a:cxn ang="0">
                <a:pos x="connsiteX85092" y="connsiteY85092"/>
              </a:cxn>
              <a:cxn ang="0">
                <a:pos x="connsiteX85093" y="connsiteY85093"/>
              </a:cxn>
              <a:cxn ang="0">
                <a:pos x="connsiteX85094" y="connsiteY85094"/>
              </a:cxn>
              <a:cxn ang="0">
                <a:pos x="connsiteX85095" y="connsiteY85095"/>
              </a:cxn>
              <a:cxn ang="0">
                <a:pos x="connsiteX85096" y="connsiteY85096"/>
              </a:cxn>
              <a:cxn ang="0">
                <a:pos x="connsiteX85097" y="connsiteY85097"/>
              </a:cxn>
              <a:cxn ang="0">
                <a:pos x="connsiteX85098" y="connsiteY85098"/>
              </a:cxn>
              <a:cxn ang="0">
                <a:pos x="connsiteX85099" y="connsiteY85099"/>
              </a:cxn>
              <a:cxn ang="0">
                <a:pos x="connsiteX85100" y="connsiteY85100"/>
              </a:cxn>
              <a:cxn ang="0">
                <a:pos x="connsiteX85101" y="connsiteY85101"/>
              </a:cxn>
              <a:cxn ang="0">
                <a:pos x="connsiteX85102" y="connsiteY85102"/>
              </a:cxn>
              <a:cxn ang="0">
                <a:pos x="connsiteX85103" y="connsiteY85103"/>
              </a:cxn>
              <a:cxn ang="0">
                <a:pos x="connsiteX85104" y="connsiteY85104"/>
              </a:cxn>
              <a:cxn ang="0">
                <a:pos x="connsiteX85105" y="connsiteY85105"/>
              </a:cxn>
              <a:cxn ang="0">
                <a:pos x="connsiteX85106" y="connsiteY85106"/>
              </a:cxn>
              <a:cxn ang="0">
                <a:pos x="connsiteX85107" y="connsiteY85107"/>
              </a:cxn>
              <a:cxn ang="0">
                <a:pos x="connsiteX85108" y="connsiteY85108"/>
              </a:cxn>
              <a:cxn ang="0">
                <a:pos x="connsiteX85109" y="connsiteY85109"/>
              </a:cxn>
              <a:cxn ang="0">
                <a:pos x="connsiteX85110" y="connsiteY85110"/>
              </a:cxn>
              <a:cxn ang="0">
                <a:pos x="connsiteX85111" y="connsiteY85111"/>
              </a:cxn>
              <a:cxn ang="0">
                <a:pos x="connsiteX85112" y="connsiteY85112"/>
              </a:cxn>
              <a:cxn ang="0">
                <a:pos x="connsiteX85113" y="connsiteY85113"/>
              </a:cxn>
              <a:cxn ang="0">
                <a:pos x="connsiteX85114" y="connsiteY85114"/>
              </a:cxn>
              <a:cxn ang="0">
                <a:pos x="connsiteX85115" y="connsiteY85115"/>
              </a:cxn>
              <a:cxn ang="0">
                <a:pos x="connsiteX85116" y="connsiteY85116"/>
              </a:cxn>
              <a:cxn ang="0">
                <a:pos x="connsiteX85117" y="connsiteY85117"/>
              </a:cxn>
              <a:cxn ang="0">
                <a:pos x="connsiteX85118" y="connsiteY85118"/>
              </a:cxn>
              <a:cxn ang="0">
                <a:pos x="connsiteX85119" y="connsiteY85119"/>
              </a:cxn>
              <a:cxn ang="0">
                <a:pos x="connsiteX85120" y="connsiteY85120"/>
              </a:cxn>
              <a:cxn ang="0">
                <a:pos x="connsiteX85121" y="connsiteY85121"/>
              </a:cxn>
              <a:cxn ang="0">
                <a:pos x="connsiteX85122" y="connsiteY85122"/>
              </a:cxn>
              <a:cxn ang="0">
                <a:pos x="connsiteX85123" y="connsiteY85123"/>
              </a:cxn>
              <a:cxn ang="0">
                <a:pos x="connsiteX85124" y="connsiteY85124"/>
              </a:cxn>
              <a:cxn ang="0">
                <a:pos x="connsiteX85125" y="connsiteY85125"/>
              </a:cxn>
              <a:cxn ang="0">
                <a:pos x="connsiteX85126" y="connsiteY85126"/>
              </a:cxn>
              <a:cxn ang="0">
                <a:pos x="connsiteX85127" y="connsiteY85127"/>
              </a:cxn>
              <a:cxn ang="0">
                <a:pos x="connsiteX85128" y="connsiteY85128"/>
              </a:cxn>
              <a:cxn ang="0">
                <a:pos x="connsiteX85129" y="connsiteY85129"/>
              </a:cxn>
              <a:cxn ang="0">
                <a:pos x="connsiteX85130" y="connsiteY85130"/>
              </a:cxn>
              <a:cxn ang="0">
                <a:pos x="connsiteX85131" y="connsiteY85131"/>
              </a:cxn>
              <a:cxn ang="0">
                <a:pos x="connsiteX85132" y="connsiteY85132"/>
              </a:cxn>
              <a:cxn ang="0">
                <a:pos x="connsiteX85133" y="connsiteY85133"/>
              </a:cxn>
              <a:cxn ang="0">
                <a:pos x="connsiteX85134" y="connsiteY85134"/>
              </a:cxn>
              <a:cxn ang="0">
                <a:pos x="connsiteX85135" y="connsiteY85135"/>
              </a:cxn>
              <a:cxn ang="0">
                <a:pos x="connsiteX85136" y="connsiteY85136"/>
              </a:cxn>
              <a:cxn ang="0">
                <a:pos x="connsiteX85137" y="connsiteY85137"/>
              </a:cxn>
              <a:cxn ang="0">
                <a:pos x="connsiteX85138" y="connsiteY85138"/>
              </a:cxn>
              <a:cxn ang="0">
                <a:pos x="connsiteX85139" y="connsiteY85139"/>
              </a:cxn>
              <a:cxn ang="0">
                <a:pos x="connsiteX85140" y="connsiteY85140"/>
              </a:cxn>
              <a:cxn ang="0">
                <a:pos x="connsiteX85141" y="connsiteY85141"/>
              </a:cxn>
              <a:cxn ang="0">
                <a:pos x="connsiteX85142" y="connsiteY85142"/>
              </a:cxn>
              <a:cxn ang="0">
                <a:pos x="connsiteX85143" y="connsiteY85143"/>
              </a:cxn>
              <a:cxn ang="0">
                <a:pos x="connsiteX85144" y="connsiteY85144"/>
              </a:cxn>
              <a:cxn ang="0">
                <a:pos x="connsiteX85145" y="connsiteY85145"/>
              </a:cxn>
              <a:cxn ang="0">
                <a:pos x="connsiteX85146" y="connsiteY85146"/>
              </a:cxn>
              <a:cxn ang="0">
                <a:pos x="connsiteX85147" y="connsiteY85147"/>
              </a:cxn>
              <a:cxn ang="0">
                <a:pos x="connsiteX85148" y="connsiteY85148"/>
              </a:cxn>
              <a:cxn ang="0">
                <a:pos x="connsiteX85149" y="connsiteY85149"/>
              </a:cxn>
              <a:cxn ang="0">
                <a:pos x="connsiteX85150" y="connsiteY85150"/>
              </a:cxn>
              <a:cxn ang="0">
                <a:pos x="connsiteX85151" y="connsiteY85151"/>
              </a:cxn>
              <a:cxn ang="0">
                <a:pos x="connsiteX85152" y="connsiteY85152"/>
              </a:cxn>
              <a:cxn ang="0">
                <a:pos x="connsiteX85153" y="connsiteY85153"/>
              </a:cxn>
              <a:cxn ang="0">
                <a:pos x="connsiteX85154" y="connsiteY85154"/>
              </a:cxn>
              <a:cxn ang="0">
                <a:pos x="connsiteX85155" y="connsiteY85155"/>
              </a:cxn>
              <a:cxn ang="0">
                <a:pos x="connsiteX85156" y="connsiteY85156"/>
              </a:cxn>
              <a:cxn ang="0">
                <a:pos x="connsiteX85157" y="connsiteY85157"/>
              </a:cxn>
              <a:cxn ang="0">
                <a:pos x="connsiteX85158" y="connsiteY85158"/>
              </a:cxn>
              <a:cxn ang="0">
                <a:pos x="connsiteX85159" y="connsiteY85159"/>
              </a:cxn>
              <a:cxn ang="0">
                <a:pos x="connsiteX85160" y="connsiteY85160"/>
              </a:cxn>
              <a:cxn ang="0">
                <a:pos x="connsiteX85161" y="connsiteY85161"/>
              </a:cxn>
              <a:cxn ang="0">
                <a:pos x="connsiteX85162" y="connsiteY85162"/>
              </a:cxn>
              <a:cxn ang="0">
                <a:pos x="connsiteX85163" y="connsiteY85163"/>
              </a:cxn>
              <a:cxn ang="0">
                <a:pos x="connsiteX85164" y="connsiteY85164"/>
              </a:cxn>
              <a:cxn ang="0">
                <a:pos x="connsiteX85165" y="connsiteY85165"/>
              </a:cxn>
              <a:cxn ang="0">
                <a:pos x="connsiteX85166" y="connsiteY85166"/>
              </a:cxn>
              <a:cxn ang="0">
                <a:pos x="connsiteX85167" y="connsiteY85167"/>
              </a:cxn>
              <a:cxn ang="0">
                <a:pos x="connsiteX85168" y="connsiteY85168"/>
              </a:cxn>
              <a:cxn ang="0">
                <a:pos x="connsiteX85169" y="connsiteY85169"/>
              </a:cxn>
              <a:cxn ang="0">
                <a:pos x="connsiteX85170" y="connsiteY85170"/>
              </a:cxn>
              <a:cxn ang="0">
                <a:pos x="connsiteX85171" y="connsiteY85171"/>
              </a:cxn>
              <a:cxn ang="0">
                <a:pos x="connsiteX85172" y="connsiteY85172"/>
              </a:cxn>
              <a:cxn ang="0">
                <a:pos x="connsiteX85173" y="connsiteY85173"/>
              </a:cxn>
              <a:cxn ang="0">
                <a:pos x="connsiteX85174" y="connsiteY85174"/>
              </a:cxn>
              <a:cxn ang="0">
                <a:pos x="connsiteX85175" y="connsiteY85175"/>
              </a:cxn>
              <a:cxn ang="0">
                <a:pos x="connsiteX85176" y="connsiteY85176"/>
              </a:cxn>
              <a:cxn ang="0">
                <a:pos x="connsiteX85177" y="connsiteY85177"/>
              </a:cxn>
              <a:cxn ang="0">
                <a:pos x="connsiteX85178" y="connsiteY85178"/>
              </a:cxn>
              <a:cxn ang="0">
                <a:pos x="connsiteX85179" y="connsiteY85179"/>
              </a:cxn>
              <a:cxn ang="0">
                <a:pos x="connsiteX85180" y="connsiteY85180"/>
              </a:cxn>
              <a:cxn ang="0">
                <a:pos x="connsiteX85181" y="connsiteY85181"/>
              </a:cxn>
              <a:cxn ang="0">
                <a:pos x="connsiteX85182" y="connsiteY85182"/>
              </a:cxn>
              <a:cxn ang="0">
                <a:pos x="connsiteX85183" y="connsiteY85183"/>
              </a:cxn>
              <a:cxn ang="0">
                <a:pos x="connsiteX85184" y="connsiteY85184"/>
              </a:cxn>
              <a:cxn ang="0">
                <a:pos x="connsiteX85185" y="connsiteY85185"/>
              </a:cxn>
              <a:cxn ang="0">
                <a:pos x="connsiteX85186" y="connsiteY85186"/>
              </a:cxn>
              <a:cxn ang="0">
                <a:pos x="connsiteX85187" y="connsiteY85187"/>
              </a:cxn>
              <a:cxn ang="0">
                <a:pos x="connsiteX85188" y="connsiteY85188"/>
              </a:cxn>
              <a:cxn ang="0">
                <a:pos x="connsiteX85189" y="connsiteY85189"/>
              </a:cxn>
              <a:cxn ang="0">
                <a:pos x="connsiteX85190" y="connsiteY85190"/>
              </a:cxn>
              <a:cxn ang="0">
                <a:pos x="connsiteX85191" y="connsiteY85191"/>
              </a:cxn>
              <a:cxn ang="0">
                <a:pos x="connsiteX85192" y="connsiteY85192"/>
              </a:cxn>
              <a:cxn ang="0">
                <a:pos x="connsiteX85193" y="connsiteY85193"/>
              </a:cxn>
              <a:cxn ang="0">
                <a:pos x="connsiteX85194" y="connsiteY85194"/>
              </a:cxn>
              <a:cxn ang="0">
                <a:pos x="connsiteX85195" y="connsiteY85195"/>
              </a:cxn>
              <a:cxn ang="0">
                <a:pos x="connsiteX85196" y="connsiteY85196"/>
              </a:cxn>
              <a:cxn ang="0">
                <a:pos x="connsiteX85197" y="connsiteY85197"/>
              </a:cxn>
              <a:cxn ang="0">
                <a:pos x="connsiteX85198" y="connsiteY85198"/>
              </a:cxn>
              <a:cxn ang="0">
                <a:pos x="connsiteX85199" y="connsiteY85199"/>
              </a:cxn>
              <a:cxn ang="0">
                <a:pos x="connsiteX85200" y="connsiteY85200"/>
              </a:cxn>
              <a:cxn ang="0">
                <a:pos x="connsiteX85201" y="connsiteY85201"/>
              </a:cxn>
              <a:cxn ang="0">
                <a:pos x="connsiteX85202" y="connsiteY85202"/>
              </a:cxn>
              <a:cxn ang="0">
                <a:pos x="connsiteX85203" y="connsiteY85203"/>
              </a:cxn>
              <a:cxn ang="0">
                <a:pos x="connsiteX85204" y="connsiteY85204"/>
              </a:cxn>
              <a:cxn ang="0">
                <a:pos x="connsiteX85205" y="connsiteY85205"/>
              </a:cxn>
              <a:cxn ang="0">
                <a:pos x="connsiteX85206" y="connsiteY85206"/>
              </a:cxn>
              <a:cxn ang="0">
                <a:pos x="connsiteX85207" y="connsiteY85207"/>
              </a:cxn>
              <a:cxn ang="0">
                <a:pos x="connsiteX85208" y="connsiteY85208"/>
              </a:cxn>
              <a:cxn ang="0">
                <a:pos x="connsiteX85209" y="connsiteY85209"/>
              </a:cxn>
              <a:cxn ang="0">
                <a:pos x="connsiteX85210" y="connsiteY85210"/>
              </a:cxn>
              <a:cxn ang="0">
                <a:pos x="connsiteX85211" y="connsiteY85211"/>
              </a:cxn>
              <a:cxn ang="0">
                <a:pos x="connsiteX85212" y="connsiteY85212"/>
              </a:cxn>
              <a:cxn ang="0">
                <a:pos x="connsiteX85213" y="connsiteY85213"/>
              </a:cxn>
              <a:cxn ang="0">
                <a:pos x="connsiteX85214" y="connsiteY85214"/>
              </a:cxn>
              <a:cxn ang="0">
                <a:pos x="connsiteX85215" y="connsiteY85215"/>
              </a:cxn>
              <a:cxn ang="0">
                <a:pos x="connsiteX85216" y="connsiteY85216"/>
              </a:cxn>
              <a:cxn ang="0">
                <a:pos x="connsiteX85217" y="connsiteY85217"/>
              </a:cxn>
              <a:cxn ang="0">
                <a:pos x="connsiteX85218" y="connsiteY85218"/>
              </a:cxn>
              <a:cxn ang="0">
                <a:pos x="connsiteX85219" y="connsiteY85219"/>
              </a:cxn>
              <a:cxn ang="0">
                <a:pos x="connsiteX85220" y="connsiteY85220"/>
              </a:cxn>
              <a:cxn ang="0">
                <a:pos x="connsiteX85221" y="connsiteY85221"/>
              </a:cxn>
              <a:cxn ang="0">
                <a:pos x="connsiteX85222" y="connsiteY85222"/>
              </a:cxn>
              <a:cxn ang="0">
                <a:pos x="connsiteX85223" y="connsiteY85223"/>
              </a:cxn>
              <a:cxn ang="0">
                <a:pos x="connsiteX85224" y="connsiteY85224"/>
              </a:cxn>
              <a:cxn ang="0">
                <a:pos x="connsiteX85225" y="connsiteY85225"/>
              </a:cxn>
              <a:cxn ang="0">
                <a:pos x="connsiteX85226" y="connsiteY85226"/>
              </a:cxn>
              <a:cxn ang="0">
                <a:pos x="connsiteX85227" y="connsiteY85227"/>
              </a:cxn>
              <a:cxn ang="0">
                <a:pos x="connsiteX85228" y="connsiteY85228"/>
              </a:cxn>
              <a:cxn ang="0">
                <a:pos x="connsiteX85229" y="connsiteY85229"/>
              </a:cxn>
              <a:cxn ang="0">
                <a:pos x="connsiteX85230" y="connsiteY85230"/>
              </a:cxn>
              <a:cxn ang="0">
                <a:pos x="connsiteX85231" y="connsiteY85231"/>
              </a:cxn>
              <a:cxn ang="0">
                <a:pos x="connsiteX85232" y="connsiteY85232"/>
              </a:cxn>
              <a:cxn ang="0">
                <a:pos x="connsiteX85233" y="connsiteY85233"/>
              </a:cxn>
              <a:cxn ang="0">
                <a:pos x="connsiteX85234" y="connsiteY85234"/>
              </a:cxn>
              <a:cxn ang="0">
                <a:pos x="connsiteX85235" y="connsiteY85235"/>
              </a:cxn>
              <a:cxn ang="0">
                <a:pos x="connsiteX85236" y="connsiteY85236"/>
              </a:cxn>
              <a:cxn ang="0">
                <a:pos x="connsiteX85237" y="connsiteY85237"/>
              </a:cxn>
              <a:cxn ang="0">
                <a:pos x="connsiteX85238" y="connsiteY85238"/>
              </a:cxn>
              <a:cxn ang="0">
                <a:pos x="connsiteX85239" y="connsiteY85239"/>
              </a:cxn>
              <a:cxn ang="0">
                <a:pos x="connsiteX85240" y="connsiteY85240"/>
              </a:cxn>
              <a:cxn ang="0">
                <a:pos x="connsiteX85241" y="connsiteY85241"/>
              </a:cxn>
              <a:cxn ang="0">
                <a:pos x="connsiteX85242" y="connsiteY85242"/>
              </a:cxn>
              <a:cxn ang="0">
                <a:pos x="connsiteX85243" y="connsiteY85243"/>
              </a:cxn>
              <a:cxn ang="0">
                <a:pos x="connsiteX85244" y="connsiteY85244"/>
              </a:cxn>
              <a:cxn ang="0">
                <a:pos x="connsiteX85245" y="connsiteY85245"/>
              </a:cxn>
              <a:cxn ang="0">
                <a:pos x="connsiteX85246" y="connsiteY85246"/>
              </a:cxn>
              <a:cxn ang="0">
                <a:pos x="connsiteX85247" y="connsiteY85247"/>
              </a:cxn>
              <a:cxn ang="0">
                <a:pos x="connsiteX85248" y="connsiteY85248"/>
              </a:cxn>
              <a:cxn ang="0">
                <a:pos x="connsiteX85249" y="connsiteY85249"/>
              </a:cxn>
              <a:cxn ang="0">
                <a:pos x="connsiteX85250" y="connsiteY85250"/>
              </a:cxn>
              <a:cxn ang="0">
                <a:pos x="connsiteX85251" y="connsiteY85251"/>
              </a:cxn>
              <a:cxn ang="0">
                <a:pos x="connsiteX85252" y="connsiteY85252"/>
              </a:cxn>
              <a:cxn ang="0">
                <a:pos x="connsiteX85253" y="connsiteY85253"/>
              </a:cxn>
              <a:cxn ang="0">
                <a:pos x="connsiteX85254" y="connsiteY85254"/>
              </a:cxn>
              <a:cxn ang="0">
                <a:pos x="connsiteX85255" y="connsiteY85255"/>
              </a:cxn>
              <a:cxn ang="0">
                <a:pos x="connsiteX85256" y="connsiteY85256"/>
              </a:cxn>
              <a:cxn ang="0">
                <a:pos x="connsiteX85257" y="connsiteY85257"/>
              </a:cxn>
              <a:cxn ang="0">
                <a:pos x="connsiteX85258" y="connsiteY85258"/>
              </a:cxn>
              <a:cxn ang="0">
                <a:pos x="connsiteX85259" y="connsiteY85259"/>
              </a:cxn>
              <a:cxn ang="0">
                <a:pos x="connsiteX85260" y="connsiteY85260"/>
              </a:cxn>
              <a:cxn ang="0">
                <a:pos x="connsiteX85261" y="connsiteY85261"/>
              </a:cxn>
              <a:cxn ang="0">
                <a:pos x="connsiteX85262" y="connsiteY85262"/>
              </a:cxn>
              <a:cxn ang="0">
                <a:pos x="connsiteX85263" y="connsiteY85263"/>
              </a:cxn>
              <a:cxn ang="0">
                <a:pos x="connsiteX85264" y="connsiteY85264"/>
              </a:cxn>
              <a:cxn ang="0">
                <a:pos x="connsiteX85265" y="connsiteY85265"/>
              </a:cxn>
              <a:cxn ang="0">
                <a:pos x="connsiteX85266" y="connsiteY85266"/>
              </a:cxn>
              <a:cxn ang="0">
                <a:pos x="connsiteX85267" y="connsiteY85267"/>
              </a:cxn>
              <a:cxn ang="0">
                <a:pos x="connsiteX85268" y="connsiteY85268"/>
              </a:cxn>
              <a:cxn ang="0">
                <a:pos x="connsiteX85269" y="connsiteY85269"/>
              </a:cxn>
              <a:cxn ang="0">
                <a:pos x="connsiteX85270" y="connsiteY85270"/>
              </a:cxn>
              <a:cxn ang="0">
                <a:pos x="connsiteX85271" y="connsiteY85271"/>
              </a:cxn>
              <a:cxn ang="0">
                <a:pos x="connsiteX85272" y="connsiteY85272"/>
              </a:cxn>
              <a:cxn ang="0">
                <a:pos x="connsiteX85273" y="connsiteY85273"/>
              </a:cxn>
              <a:cxn ang="0">
                <a:pos x="connsiteX85274" y="connsiteY85274"/>
              </a:cxn>
              <a:cxn ang="0">
                <a:pos x="connsiteX85275" y="connsiteY85275"/>
              </a:cxn>
              <a:cxn ang="0">
                <a:pos x="connsiteX85276" y="connsiteY85276"/>
              </a:cxn>
              <a:cxn ang="0">
                <a:pos x="connsiteX85277" y="connsiteY85277"/>
              </a:cxn>
              <a:cxn ang="0">
                <a:pos x="connsiteX85278" y="connsiteY85278"/>
              </a:cxn>
              <a:cxn ang="0">
                <a:pos x="connsiteX85279" y="connsiteY85279"/>
              </a:cxn>
              <a:cxn ang="0">
                <a:pos x="connsiteX85280" y="connsiteY85280"/>
              </a:cxn>
              <a:cxn ang="0">
                <a:pos x="connsiteX85281" y="connsiteY85281"/>
              </a:cxn>
              <a:cxn ang="0">
                <a:pos x="connsiteX85282" y="connsiteY85282"/>
              </a:cxn>
              <a:cxn ang="0">
                <a:pos x="connsiteX85283" y="connsiteY85283"/>
              </a:cxn>
              <a:cxn ang="0">
                <a:pos x="connsiteX85284" y="connsiteY85284"/>
              </a:cxn>
              <a:cxn ang="0">
                <a:pos x="connsiteX85285" y="connsiteY85285"/>
              </a:cxn>
              <a:cxn ang="0">
                <a:pos x="connsiteX85286" y="connsiteY85286"/>
              </a:cxn>
              <a:cxn ang="0">
                <a:pos x="connsiteX85287" y="connsiteY85287"/>
              </a:cxn>
              <a:cxn ang="0">
                <a:pos x="connsiteX85288" y="connsiteY85288"/>
              </a:cxn>
              <a:cxn ang="0">
                <a:pos x="connsiteX85289" y="connsiteY85289"/>
              </a:cxn>
              <a:cxn ang="0">
                <a:pos x="connsiteX85290" y="connsiteY85290"/>
              </a:cxn>
              <a:cxn ang="0">
                <a:pos x="connsiteX85291" y="connsiteY85291"/>
              </a:cxn>
              <a:cxn ang="0">
                <a:pos x="connsiteX85292" y="connsiteY85292"/>
              </a:cxn>
              <a:cxn ang="0">
                <a:pos x="connsiteX85293" y="connsiteY85293"/>
              </a:cxn>
              <a:cxn ang="0">
                <a:pos x="connsiteX85294" y="connsiteY85294"/>
              </a:cxn>
              <a:cxn ang="0">
                <a:pos x="connsiteX85295" y="connsiteY85295"/>
              </a:cxn>
              <a:cxn ang="0">
                <a:pos x="connsiteX85296" y="connsiteY85296"/>
              </a:cxn>
              <a:cxn ang="0">
                <a:pos x="connsiteX85297" y="connsiteY85297"/>
              </a:cxn>
              <a:cxn ang="0">
                <a:pos x="connsiteX85298" y="connsiteY85298"/>
              </a:cxn>
              <a:cxn ang="0">
                <a:pos x="connsiteX85299" y="connsiteY85299"/>
              </a:cxn>
              <a:cxn ang="0">
                <a:pos x="connsiteX85300" y="connsiteY85300"/>
              </a:cxn>
              <a:cxn ang="0">
                <a:pos x="connsiteX85301" y="connsiteY85301"/>
              </a:cxn>
              <a:cxn ang="0">
                <a:pos x="connsiteX85302" y="connsiteY85302"/>
              </a:cxn>
              <a:cxn ang="0">
                <a:pos x="connsiteX85303" y="connsiteY85303"/>
              </a:cxn>
              <a:cxn ang="0">
                <a:pos x="connsiteX85304" y="connsiteY85304"/>
              </a:cxn>
              <a:cxn ang="0">
                <a:pos x="connsiteX85305" y="connsiteY85305"/>
              </a:cxn>
              <a:cxn ang="0">
                <a:pos x="connsiteX85306" y="connsiteY85306"/>
              </a:cxn>
              <a:cxn ang="0">
                <a:pos x="connsiteX85307" y="connsiteY85307"/>
              </a:cxn>
              <a:cxn ang="0">
                <a:pos x="connsiteX85308" y="connsiteY85308"/>
              </a:cxn>
              <a:cxn ang="0">
                <a:pos x="connsiteX85309" y="connsiteY85309"/>
              </a:cxn>
              <a:cxn ang="0">
                <a:pos x="connsiteX85310" y="connsiteY85310"/>
              </a:cxn>
              <a:cxn ang="0">
                <a:pos x="connsiteX85311" y="connsiteY85311"/>
              </a:cxn>
              <a:cxn ang="0">
                <a:pos x="connsiteX85312" y="connsiteY85312"/>
              </a:cxn>
              <a:cxn ang="0">
                <a:pos x="connsiteX85313" y="connsiteY85313"/>
              </a:cxn>
              <a:cxn ang="0">
                <a:pos x="connsiteX85314" y="connsiteY85314"/>
              </a:cxn>
              <a:cxn ang="0">
                <a:pos x="connsiteX85315" y="connsiteY85315"/>
              </a:cxn>
              <a:cxn ang="0">
                <a:pos x="connsiteX85316" y="connsiteY85316"/>
              </a:cxn>
              <a:cxn ang="0">
                <a:pos x="connsiteX85317" y="connsiteY85317"/>
              </a:cxn>
              <a:cxn ang="0">
                <a:pos x="connsiteX85318" y="connsiteY85318"/>
              </a:cxn>
              <a:cxn ang="0">
                <a:pos x="connsiteX85319" y="connsiteY85319"/>
              </a:cxn>
              <a:cxn ang="0">
                <a:pos x="connsiteX85320" y="connsiteY85320"/>
              </a:cxn>
              <a:cxn ang="0">
                <a:pos x="connsiteX85321" y="connsiteY85321"/>
              </a:cxn>
              <a:cxn ang="0">
                <a:pos x="connsiteX85322" y="connsiteY85322"/>
              </a:cxn>
              <a:cxn ang="0">
                <a:pos x="connsiteX85323" y="connsiteY85323"/>
              </a:cxn>
              <a:cxn ang="0">
                <a:pos x="connsiteX85324" y="connsiteY85324"/>
              </a:cxn>
              <a:cxn ang="0">
                <a:pos x="connsiteX85325" y="connsiteY85325"/>
              </a:cxn>
              <a:cxn ang="0">
                <a:pos x="connsiteX85326" y="connsiteY85326"/>
              </a:cxn>
              <a:cxn ang="0">
                <a:pos x="connsiteX85327" y="connsiteY85327"/>
              </a:cxn>
              <a:cxn ang="0">
                <a:pos x="connsiteX85328" y="connsiteY85328"/>
              </a:cxn>
              <a:cxn ang="0">
                <a:pos x="connsiteX85329" y="connsiteY85329"/>
              </a:cxn>
              <a:cxn ang="0">
                <a:pos x="connsiteX85330" y="connsiteY85330"/>
              </a:cxn>
              <a:cxn ang="0">
                <a:pos x="connsiteX85331" y="connsiteY85331"/>
              </a:cxn>
              <a:cxn ang="0">
                <a:pos x="connsiteX85332" y="connsiteY85332"/>
              </a:cxn>
              <a:cxn ang="0">
                <a:pos x="connsiteX85333" y="connsiteY85333"/>
              </a:cxn>
              <a:cxn ang="0">
                <a:pos x="connsiteX85334" y="connsiteY85334"/>
              </a:cxn>
              <a:cxn ang="0">
                <a:pos x="connsiteX85335" y="connsiteY85335"/>
              </a:cxn>
              <a:cxn ang="0">
                <a:pos x="connsiteX85336" y="connsiteY85336"/>
              </a:cxn>
              <a:cxn ang="0">
                <a:pos x="connsiteX85337" y="connsiteY85337"/>
              </a:cxn>
              <a:cxn ang="0">
                <a:pos x="connsiteX85338" y="connsiteY85338"/>
              </a:cxn>
              <a:cxn ang="0">
                <a:pos x="connsiteX85339" y="connsiteY85339"/>
              </a:cxn>
              <a:cxn ang="0">
                <a:pos x="connsiteX85340" y="connsiteY85340"/>
              </a:cxn>
              <a:cxn ang="0">
                <a:pos x="connsiteX85341" y="connsiteY85341"/>
              </a:cxn>
              <a:cxn ang="0">
                <a:pos x="connsiteX85342" y="connsiteY85342"/>
              </a:cxn>
              <a:cxn ang="0">
                <a:pos x="connsiteX85343" y="connsiteY85343"/>
              </a:cxn>
              <a:cxn ang="0">
                <a:pos x="connsiteX85344" y="connsiteY85344"/>
              </a:cxn>
              <a:cxn ang="0">
                <a:pos x="connsiteX85345" y="connsiteY85345"/>
              </a:cxn>
              <a:cxn ang="0">
                <a:pos x="connsiteX85346" y="connsiteY85346"/>
              </a:cxn>
              <a:cxn ang="0">
                <a:pos x="connsiteX85347" y="connsiteY85347"/>
              </a:cxn>
              <a:cxn ang="0">
                <a:pos x="connsiteX85348" y="connsiteY85348"/>
              </a:cxn>
              <a:cxn ang="0">
                <a:pos x="connsiteX85349" y="connsiteY85349"/>
              </a:cxn>
              <a:cxn ang="0">
                <a:pos x="connsiteX85350" y="connsiteY85350"/>
              </a:cxn>
              <a:cxn ang="0">
                <a:pos x="connsiteX85351" y="connsiteY85351"/>
              </a:cxn>
              <a:cxn ang="0">
                <a:pos x="connsiteX85352" y="connsiteY85352"/>
              </a:cxn>
              <a:cxn ang="0">
                <a:pos x="connsiteX85353" y="connsiteY85353"/>
              </a:cxn>
              <a:cxn ang="0">
                <a:pos x="connsiteX85354" y="connsiteY85354"/>
              </a:cxn>
              <a:cxn ang="0">
                <a:pos x="connsiteX85355" y="connsiteY85355"/>
              </a:cxn>
              <a:cxn ang="0">
                <a:pos x="connsiteX85356" y="connsiteY85356"/>
              </a:cxn>
              <a:cxn ang="0">
                <a:pos x="connsiteX85357" y="connsiteY85357"/>
              </a:cxn>
              <a:cxn ang="0">
                <a:pos x="connsiteX85358" y="connsiteY85358"/>
              </a:cxn>
              <a:cxn ang="0">
                <a:pos x="connsiteX85359" y="connsiteY85359"/>
              </a:cxn>
              <a:cxn ang="0">
                <a:pos x="connsiteX85360" y="connsiteY85360"/>
              </a:cxn>
              <a:cxn ang="0">
                <a:pos x="connsiteX85361" y="connsiteY85361"/>
              </a:cxn>
              <a:cxn ang="0">
                <a:pos x="connsiteX85362" y="connsiteY85362"/>
              </a:cxn>
              <a:cxn ang="0">
                <a:pos x="connsiteX85363" y="connsiteY85363"/>
              </a:cxn>
              <a:cxn ang="0">
                <a:pos x="connsiteX85364" y="connsiteY85364"/>
              </a:cxn>
              <a:cxn ang="0">
                <a:pos x="connsiteX85365" y="connsiteY85365"/>
              </a:cxn>
              <a:cxn ang="0">
                <a:pos x="connsiteX85366" y="connsiteY85366"/>
              </a:cxn>
              <a:cxn ang="0">
                <a:pos x="connsiteX85367" y="connsiteY85367"/>
              </a:cxn>
              <a:cxn ang="0">
                <a:pos x="connsiteX85368" y="connsiteY85368"/>
              </a:cxn>
              <a:cxn ang="0">
                <a:pos x="connsiteX85369" y="connsiteY85369"/>
              </a:cxn>
              <a:cxn ang="0">
                <a:pos x="connsiteX85370" y="connsiteY85370"/>
              </a:cxn>
              <a:cxn ang="0">
                <a:pos x="connsiteX85371" y="connsiteY85371"/>
              </a:cxn>
              <a:cxn ang="0">
                <a:pos x="connsiteX85372" y="connsiteY85372"/>
              </a:cxn>
              <a:cxn ang="0">
                <a:pos x="connsiteX85373" y="connsiteY85373"/>
              </a:cxn>
              <a:cxn ang="0">
                <a:pos x="connsiteX85374" y="connsiteY85374"/>
              </a:cxn>
              <a:cxn ang="0">
                <a:pos x="connsiteX85375" y="connsiteY85375"/>
              </a:cxn>
              <a:cxn ang="0">
                <a:pos x="connsiteX85376" y="connsiteY85376"/>
              </a:cxn>
              <a:cxn ang="0">
                <a:pos x="connsiteX85377" y="connsiteY85377"/>
              </a:cxn>
              <a:cxn ang="0">
                <a:pos x="connsiteX85378" y="connsiteY85378"/>
              </a:cxn>
              <a:cxn ang="0">
                <a:pos x="connsiteX85379" y="connsiteY85379"/>
              </a:cxn>
              <a:cxn ang="0">
                <a:pos x="connsiteX85380" y="connsiteY85380"/>
              </a:cxn>
              <a:cxn ang="0">
                <a:pos x="connsiteX85381" y="connsiteY85381"/>
              </a:cxn>
              <a:cxn ang="0">
                <a:pos x="connsiteX85382" y="connsiteY85382"/>
              </a:cxn>
              <a:cxn ang="0">
                <a:pos x="connsiteX85383" y="connsiteY85383"/>
              </a:cxn>
              <a:cxn ang="0">
                <a:pos x="connsiteX85384" y="connsiteY85384"/>
              </a:cxn>
              <a:cxn ang="0">
                <a:pos x="connsiteX85385" y="connsiteY85385"/>
              </a:cxn>
              <a:cxn ang="0">
                <a:pos x="connsiteX85386" y="connsiteY85386"/>
              </a:cxn>
              <a:cxn ang="0">
                <a:pos x="connsiteX85387" y="connsiteY85387"/>
              </a:cxn>
              <a:cxn ang="0">
                <a:pos x="connsiteX85388" y="connsiteY85388"/>
              </a:cxn>
              <a:cxn ang="0">
                <a:pos x="connsiteX85389" y="connsiteY85389"/>
              </a:cxn>
              <a:cxn ang="0">
                <a:pos x="connsiteX85390" y="connsiteY85390"/>
              </a:cxn>
              <a:cxn ang="0">
                <a:pos x="connsiteX85391" y="connsiteY85391"/>
              </a:cxn>
              <a:cxn ang="0">
                <a:pos x="connsiteX85392" y="connsiteY85392"/>
              </a:cxn>
              <a:cxn ang="0">
                <a:pos x="connsiteX85393" y="connsiteY85393"/>
              </a:cxn>
              <a:cxn ang="0">
                <a:pos x="connsiteX85394" y="connsiteY85394"/>
              </a:cxn>
              <a:cxn ang="0">
                <a:pos x="connsiteX85395" y="connsiteY85395"/>
              </a:cxn>
              <a:cxn ang="0">
                <a:pos x="connsiteX85396" y="connsiteY85396"/>
              </a:cxn>
              <a:cxn ang="0">
                <a:pos x="connsiteX85397" y="connsiteY85397"/>
              </a:cxn>
              <a:cxn ang="0">
                <a:pos x="connsiteX85398" y="connsiteY85398"/>
              </a:cxn>
              <a:cxn ang="0">
                <a:pos x="connsiteX85399" y="connsiteY85399"/>
              </a:cxn>
              <a:cxn ang="0">
                <a:pos x="connsiteX85400" y="connsiteY85400"/>
              </a:cxn>
              <a:cxn ang="0">
                <a:pos x="connsiteX85401" y="connsiteY85401"/>
              </a:cxn>
              <a:cxn ang="0">
                <a:pos x="connsiteX85402" y="connsiteY85402"/>
              </a:cxn>
              <a:cxn ang="0">
                <a:pos x="connsiteX85403" y="connsiteY85403"/>
              </a:cxn>
              <a:cxn ang="0">
                <a:pos x="connsiteX85404" y="connsiteY85404"/>
              </a:cxn>
              <a:cxn ang="0">
                <a:pos x="connsiteX85405" y="connsiteY85405"/>
              </a:cxn>
              <a:cxn ang="0">
                <a:pos x="connsiteX85406" y="connsiteY85406"/>
              </a:cxn>
              <a:cxn ang="0">
                <a:pos x="connsiteX85407" y="connsiteY85407"/>
              </a:cxn>
              <a:cxn ang="0">
                <a:pos x="connsiteX85408" y="connsiteY85408"/>
              </a:cxn>
              <a:cxn ang="0">
                <a:pos x="connsiteX85409" y="connsiteY85409"/>
              </a:cxn>
              <a:cxn ang="0">
                <a:pos x="connsiteX85410" y="connsiteY85410"/>
              </a:cxn>
              <a:cxn ang="0">
                <a:pos x="connsiteX85411" y="connsiteY85411"/>
              </a:cxn>
              <a:cxn ang="0">
                <a:pos x="connsiteX85412" y="connsiteY85412"/>
              </a:cxn>
              <a:cxn ang="0">
                <a:pos x="connsiteX85413" y="connsiteY85413"/>
              </a:cxn>
              <a:cxn ang="0">
                <a:pos x="connsiteX85414" y="connsiteY85414"/>
              </a:cxn>
              <a:cxn ang="0">
                <a:pos x="connsiteX85415" y="connsiteY85415"/>
              </a:cxn>
              <a:cxn ang="0">
                <a:pos x="connsiteX85416" y="connsiteY85416"/>
              </a:cxn>
              <a:cxn ang="0">
                <a:pos x="connsiteX85417" y="connsiteY85417"/>
              </a:cxn>
              <a:cxn ang="0">
                <a:pos x="connsiteX85418" y="connsiteY85418"/>
              </a:cxn>
              <a:cxn ang="0">
                <a:pos x="connsiteX85419" y="connsiteY85419"/>
              </a:cxn>
              <a:cxn ang="0">
                <a:pos x="connsiteX85420" y="connsiteY85420"/>
              </a:cxn>
              <a:cxn ang="0">
                <a:pos x="connsiteX85421" y="connsiteY85421"/>
              </a:cxn>
              <a:cxn ang="0">
                <a:pos x="connsiteX85422" y="connsiteY85422"/>
              </a:cxn>
              <a:cxn ang="0">
                <a:pos x="connsiteX85423" y="connsiteY85423"/>
              </a:cxn>
              <a:cxn ang="0">
                <a:pos x="connsiteX85424" y="connsiteY85424"/>
              </a:cxn>
              <a:cxn ang="0">
                <a:pos x="connsiteX85425" y="connsiteY85425"/>
              </a:cxn>
              <a:cxn ang="0">
                <a:pos x="connsiteX85426" y="connsiteY85426"/>
              </a:cxn>
              <a:cxn ang="0">
                <a:pos x="connsiteX85427" y="connsiteY85427"/>
              </a:cxn>
              <a:cxn ang="0">
                <a:pos x="connsiteX85428" y="connsiteY85428"/>
              </a:cxn>
              <a:cxn ang="0">
                <a:pos x="connsiteX85429" y="connsiteY85429"/>
              </a:cxn>
              <a:cxn ang="0">
                <a:pos x="connsiteX85430" y="connsiteY85430"/>
              </a:cxn>
              <a:cxn ang="0">
                <a:pos x="connsiteX85431" y="connsiteY85431"/>
              </a:cxn>
              <a:cxn ang="0">
                <a:pos x="connsiteX85432" y="connsiteY85432"/>
              </a:cxn>
              <a:cxn ang="0">
                <a:pos x="connsiteX85433" y="connsiteY85433"/>
              </a:cxn>
              <a:cxn ang="0">
                <a:pos x="connsiteX85434" y="connsiteY85434"/>
              </a:cxn>
              <a:cxn ang="0">
                <a:pos x="connsiteX85435" y="connsiteY85435"/>
              </a:cxn>
              <a:cxn ang="0">
                <a:pos x="connsiteX85436" y="connsiteY85436"/>
              </a:cxn>
              <a:cxn ang="0">
                <a:pos x="connsiteX85437" y="connsiteY85437"/>
              </a:cxn>
              <a:cxn ang="0">
                <a:pos x="connsiteX85438" y="connsiteY85438"/>
              </a:cxn>
              <a:cxn ang="0">
                <a:pos x="connsiteX85439" y="connsiteY85439"/>
              </a:cxn>
              <a:cxn ang="0">
                <a:pos x="connsiteX85440" y="connsiteY85440"/>
              </a:cxn>
              <a:cxn ang="0">
                <a:pos x="connsiteX85441" y="connsiteY85441"/>
              </a:cxn>
              <a:cxn ang="0">
                <a:pos x="connsiteX85442" y="connsiteY85442"/>
              </a:cxn>
              <a:cxn ang="0">
                <a:pos x="connsiteX85443" y="connsiteY85443"/>
              </a:cxn>
              <a:cxn ang="0">
                <a:pos x="connsiteX85444" y="connsiteY85444"/>
              </a:cxn>
              <a:cxn ang="0">
                <a:pos x="connsiteX85445" y="connsiteY85445"/>
              </a:cxn>
              <a:cxn ang="0">
                <a:pos x="connsiteX85446" y="connsiteY85446"/>
              </a:cxn>
              <a:cxn ang="0">
                <a:pos x="connsiteX85447" y="connsiteY85447"/>
              </a:cxn>
              <a:cxn ang="0">
                <a:pos x="connsiteX85448" y="connsiteY85448"/>
              </a:cxn>
              <a:cxn ang="0">
                <a:pos x="connsiteX85449" y="connsiteY85449"/>
              </a:cxn>
              <a:cxn ang="0">
                <a:pos x="connsiteX85450" y="connsiteY85450"/>
              </a:cxn>
              <a:cxn ang="0">
                <a:pos x="connsiteX85451" y="connsiteY85451"/>
              </a:cxn>
              <a:cxn ang="0">
                <a:pos x="connsiteX85452" y="connsiteY85452"/>
              </a:cxn>
              <a:cxn ang="0">
                <a:pos x="connsiteX85453" y="connsiteY85453"/>
              </a:cxn>
              <a:cxn ang="0">
                <a:pos x="connsiteX85454" y="connsiteY85454"/>
              </a:cxn>
              <a:cxn ang="0">
                <a:pos x="connsiteX85455" y="connsiteY85455"/>
              </a:cxn>
              <a:cxn ang="0">
                <a:pos x="connsiteX85456" y="connsiteY85456"/>
              </a:cxn>
              <a:cxn ang="0">
                <a:pos x="connsiteX85457" y="connsiteY85457"/>
              </a:cxn>
              <a:cxn ang="0">
                <a:pos x="connsiteX85458" y="connsiteY85458"/>
              </a:cxn>
              <a:cxn ang="0">
                <a:pos x="connsiteX85459" y="connsiteY85459"/>
              </a:cxn>
              <a:cxn ang="0">
                <a:pos x="connsiteX85460" y="connsiteY85460"/>
              </a:cxn>
              <a:cxn ang="0">
                <a:pos x="connsiteX85461" y="connsiteY85461"/>
              </a:cxn>
              <a:cxn ang="0">
                <a:pos x="connsiteX85462" y="connsiteY85462"/>
              </a:cxn>
              <a:cxn ang="0">
                <a:pos x="connsiteX85463" y="connsiteY85463"/>
              </a:cxn>
              <a:cxn ang="0">
                <a:pos x="connsiteX85464" y="connsiteY85464"/>
              </a:cxn>
              <a:cxn ang="0">
                <a:pos x="connsiteX85465" y="connsiteY85465"/>
              </a:cxn>
              <a:cxn ang="0">
                <a:pos x="connsiteX85466" y="connsiteY85466"/>
              </a:cxn>
              <a:cxn ang="0">
                <a:pos x="connsiteX85467" y="connsiteY85467"/>
              </a:cxn>
              <a:cxn ang="0">
                <a:pos x="connsiteX85468" y="connsiteY85468"/>
              </a:cxn>
              <a:cxn ang="0">
                <a:pos x="connsiteX85469" y="connsiteY85469"/>
              </a:cxn>
              <a:cxn ang="0">
                <a:pos x="connsiteX85470" y="connsiteY85470"/>
              </a:cxn>
              <a:cxn ang="0">
                <a:pos x="connsiteX85471" y="connsiteY85471"/>
              </a:cxn>
              <a:cxn ang="0">
                <a:pos x="connsiteX85472" y="connsiteY85472"/>
              </a:cxn>
              <a:cxn ang="0">
                <a:pos x="connsiteX85473" y="connsiteY85473"/>
              </a:cxn>
              <a:cxn ang="0">
                <a:pos x="connsiteX85474" y="connsiteY85474"/>
              </a:cxn>
              <a:cxn ang="0">
                <a:pos x="connsiteX85475" y="connsiteY85475"/>
              </a:cxn>
              <a:cxn ang="0">
                <a:pos x="connsiteX85476" y="connsiteY85476"/>
              </a:cxn>
              <a:cxn ang="0">
                <a:pos x="connsiteX85477" y="connsiteY85477"/>
              </a:cxn>
              <a:cxn ang="0">
                <a:pos x="connsiteX85478" y="connsiteY85478"/>
              </a:cxn>
              <a:cxn ang="0">
                <a:pos x="connsiteX85479" y="connsiteY85479"/>
              </a:cxn>
              <a:cxn ang="0">
                <a:pos x="connsiteX85480" y="connsiteY85480"/>
              </a:cxn>
              <a:cxn ang="0">
                <a:pos x="connsiteX85481" y="connsiteY85481"/>
              </a:cxn>
              <a:cxn ang="0">
                <a:pos x="connsiteX85482" y="connsiteY85482"/>
              </a:cxn>
              <a:cxn ang="0">
                <a:pos x="connsiteX85483" y="connsiteY85483"/>
              </a:cxn>
              <a:cxn ang="0">
                <a:pos x="connsiteX85484" y="connsiteY85484"/>
              </a:cxn>
              <a:cxn ang="0">
                <a:pos x="connsiteX85485" y="connsiteY85485"/>
              </a:cxn>
              <a:cxn ang="0">
                <a:pos x="connsiteX85486" y="connsiteY85486"/>
              </a:cxn>
              <a:cxn ang="0">
                <a:pos x="connsiteX85487" y="connsiteY85487"/>
              </a:cxn>
              <a:cxn ang="0">
                <a:pos x="connsiteX85488" y="connsiteY85488"/>
              </a:cxn>
              <a:cxn ang="0">
                <a:pos x="connsiteX85489" y="connsiteY85489"/>
              </a:cxn>
              <a:cxn ang="0">
                <a:pos x="connsiteX85490" y="connsiteY85490"/>
              </a:cxn>
              <a:cxn ang="0">
                <a:pos x="connsiteX85491" y="connsiteY85491"/>
              </a:cxn>
              <a:cxn ang="0">
                <a:pos x="connsiteX85492" y="connsiteY85492"/>
              </a:cxn>
              <a:cxn ang="0">
                <a:pos x="connsiteX85493" y="connsiteY85493"/>
              </a:cxn>
              <a:cxn ang="0">
                <a:pos x="connsiteX85494" y="connsiteY85494"/>
              </a:cxn>
              <a:cxn ang="0">
                <a:pos x="connsiteX85495" y="connsiteY85495"/>
              </a:cxn>
              <a:cxn ang="0">
                <a:pos x="connsiteX85496" y="connsiteY85496"/>
              </a:cxn>
              <a:cxn ang="0">
                <a:pos x="connsiteX85497" y="connsiteY85497"/>
              </a:cxn>
              <a:cxn ang="0">
                <a:pos x="connsiteX85498" y="connsiteY85498"/>
              </a:cxn>
              <a:cxn ang="0">
                <a:pos x="connsiteX85499" y="connsiteY85499"/>
              </a:cxn>
              <a:cxn ang="0">
                <a:pos x="connsiteX85500" y="connsiteY85500"/>
              </a:cxn>
              <a:cxn ang="0">
                <a:pos x="connsiteX85501" y="connsiteY85501"/>
              </a:cxn>
              <a:cxn ang="0">
                <a:pos x="connsiteX85502" y="connsiteY85502"/>
              </a:cxn>
              <a:cxn ang="0">
                <a:pos x="connsiteX85503" y="connsiteY85503"/>
              </a:cxn>
              <a:cxn ang="0">
                <a:pos x="connsiteX85504" y="connsiteY85504"/>
              </a:cxn>
              <a:cxn ang="0">
                <a:pos x="connsiteX85505" y="connsiteY85505"/>
              </a:cxn>
              <a:cxn ang="0">
                <a:pos x="connsiteX85506" y="connsiteY85506"/>
              </a:cxn>
              <a:cxn ang="0">
                <a:pos x="connsiteX85507" y="connsiteY85507"/>
              </a:cxn>
              <a:cxn ang="0">
                <a:pos x="connsiteX85508" y="connsiteY85508"/>
              </a:cxn>
              <a:cxn ang="0">
                <a:pos x="connsiteX85509" y="connsiteY85509"/>
              </a:cxn>
              <a:cxn ang="0">
                <a:pos x="connsiteX85510" y="connsiteY85510"/>
              </a:cxn>
              <a:cxn ang="0">
                <a:pos x="connsiteX85511" y="connsiteY85511"/>
              </a:cxn>
              <a:cxn ang="0">
                <a:pos x="connsiteX85512" y="connsiteY85512"/>
              </a:cxn>
              <a:cxn ang="0">
                <a:pos x="connsiteX85513" y="connsiteY85513"/>
              </a:cxn>
              <a:cxn ang="0">
                <a:pos x="connsiteX85514" y="connsiteY85514"/>
              </a:cxn>
              <a:cxn ang="0">
                <a:pos x="connsiteX85515" y="connsiteY85515"/>
              </a:cxn>
              <a:cxn ang="0">
                <a:pos x="connsiteX85516" y="connsiteY85516"/>
              </a:cxn>
              <a:cxn ang="0">
                <a:pos x="connsiteX85517" y="connsiteY85517"/>
              </a:cxn>
              <a:cxn ang="0">
                <a:pos x="connsiteX85518" y="connsiteY85518"/>
              </a:cxn>
              <a:cxn ang="0">
                <a:pos x="connsiteX85519" y="connsiteY85519"/>
              </a:cxn>
              <a:cxn ang="0">
                <a:pos x="connsiteX85520" y="connsiteY85520"/>
              </a:cxn>
              <a:cxn ang="0">
                <a:pos x="connsiteX85521" y="connsiteY85521"/>
              </a:cxn>
              <a:cxn ang="0">
                <a:pos x="connsiteX85522" y="connsiteY85522"/>
              </a:cxn>
              <a:cxn ang="0">
                <a:pos x="connsiteX85523" y="connsiteY85523"/>
              </a:cxn>
              <a:cxn ang="0">
                <a:pos x="connsiteX85524" y="connsiteY85524"/>
              </a:cxn>
              <a:cxn ang="0">
                <a:pos x="connsiteX85525" y="connsiteY85525"/>
              </a:cxn>
              <a:cxn ang="0">
                <a:pos x="connsiteX85526" y="connsiteY85526"/>
              </a:cxn>
              <a:cxn ang="0">
                <a:pos x="connsiteX85527" y="connsiteY85527"/>
              </a:cxn>
              <a:cxn ang="0">
                <a:pos x="connsiteX85528" y="connsiteY85528"/>
              </a:cxn>
              <a:cxn ang="0">
                <a:pos x="connsiteX85529" y="connsiteY85529"/>
              </a:cxn>
              <a:cxn ang="0">
                <a:pos x="connsiteX85530" y="connsiteY85530"/>
              </a:cxn>
              <a:cxn ang="0">
                <a:pos x="connsiteX85531" y="connsiteY85531"/>
              </a:cxn>
              <a:cxn ang="0">
                <a:pos x="connsiteX85532" y="connsiteY85532"/>
              </a:cxn>
              <a:cxn ang="0">
                <a:pos x="connsiteX85533" y="connsiteY85533"/>
              </a:cxn>
              <a:cxn ang="0">
                <a:pos x="connsiteX85534" y="connsiteY85534"/>
              </a:cxn>
              <a:cxn ang="0">
                <a:pos x="connsiteX85535" y="connsiteY85535"/>
              </a:cxn>
              <a:cxn ang="0">
                <a:pos x="connsiteX85536" y="connsiteY85536"/>
              </a:cxn>
              <a:cxn ang="0">
                <a:pos x="connsiteX85537" y="connsiteY85537"/>
              </a:cxn>
              <a:cxn ang="0">
                <a:pos x="connsiteX85538" y="connsiteY85538"/>
              </a:cxn>
              <a:cxn ang="0">
                <a:pos x="connsiteX85539" y="connsiteY85539"/>
              </a:cxn>
              <a:cxn ang="0">
                <a:pos x="connsiteX85540" y="connsiteY85540"/>
              </a:cxn>
              <a:cxn ang="0">
                <a:pos x="connsiteX85541" y="connsiteY85541"/>
              </a:cxn>
              <a:cxn ang="0">
                <a:pos x="connsiteX85542" y="connsiteY85542"/>
              </a:cxn>
              <a:cxn ang="0">
                <a:pos x="connsiteX85543" y="connsiteY85543"/>
              </a:cxn>
              <a:cxn ang="0">
                <a:pos x="connsiteX85544" y="connsiteY85544"/>
              </a:cxn>
              <a:cxn ang="0">
                <a:pos x="connsiteX85545" y="connsiteY85545"/>
              </a:cxn>
              <a:cxn ang="0">
                <a:pos x="connsiteX85546" y="connsiteY85546"/>
              </a:cxn>
              <a:cxn ang="0">
                <a:pos x="connsiteX85547" y="connsiteY85547"/>
              </a:cxn>
              <a:cxn ang="0">
                <a:pos x="connsiteX85548" y="connsiteY85548"/>
              </a:cxn>
              <a:cxn ang="0">
                <a:pos x="connsiteX85549" y="connsiteY85549"/>
              </a:cxn>
              <a:cxn ang="0">
                <a:pos x="connsiteX85550" y="connsiteY85550"/>
              </a:cxn>
              <a:cxn ang="0">
                <a:pos x="connsiteX85551" y="connsiteY85551"/>
              </a:cxn>
              <a:cxn ang="0">
                <a:pos x="connsiteX85552" y="connsiteY85552"/>
              </a:cxn>
              <a:cxn ang="0">
                <a:pos x="connsiteX85553" y="connsiteY85553"/>
              </a:cxn>
              <a:cxn ang="0">
                <a:pos x="connsiteX85554" y="connsiteY85554"/>
              </a:cxn>
              <a:cxn ang="0">
                <a:pos x="connsiteX85555" y="connsiteY85555"/>
              </a:cxn>
              <a:cxn ang="0">
                <a:pos x="connsiteX85556" y="connsiteY85556"/>
              </a:cxn>
              <a:cxn ang="0">
                <a:pos x="connsiteX85557" y="connsiteY85557"/>
              </a:cxn>
              <a:cxn ang="0">
                <a:pos x="connsiteX85558" y="connsiteY85558"/>
              </a:cxn>
              <a:cxn ang="0">
                <a:pos x="connsiteX85559" y="connsiteY85559"/>
              </a:cxn>
              <a:cxn ang="0">
                <a:pos x="connsiteX85560" y="connsiteY85560"/>
              </a:cxn>
              <a:cxn ang="0">
                <a:pos x="connsiteX85561" y="connsiteY85561"/>
              </a:cxn>
              <a:cxn ang="0">
                <a:pos x="connsiteX85562" y="connsiteY85562"/>
              </a:cxn>
              <a:cxn ang="0">
                <a:pos x="connsiteX85563" y="connsiteY85563"/>
              </a:cxn>
              <a:cxn ang="0">
                <a:pos x="connsiteX85564" y="connsiteY85564"/>
              </a:cxn>
              <a:cxn ang="0">
                <a:pos x="connsiteX85565" y="connsiteY85565"/>
              </a:cxn>
              <a:cxn ang="0">
                <a:pos x="connsiteX85566" y="connsiteY85566"/>
              </a:cxn>
              <a:cxn ang="0">
                <a:pos x="connsiteX85567" y="connsiteY85567"/>
              </a:cxn>
              <a:cxn ang="0">
                <a:pos x="connsiteX85568" y="connsiteY85568"/>
              </a:cxn>
              <a:cxn ang="0">
                <a:pos x="connsiteX85569" y="connsiteY85569"/>
              </a:cxn>
              <a:cxn ang="0">
                <a:pos x="connsiteX85570" y="connsiteY85570"/>
              </a:cxn>
              <a:cxn ang="0">
                <a:pos x="connsiteX85571" y="connsiteY85571"/>
              </a:cxn>
              <a:cxn ang="0">
                <a:pos x="connsiteX85572" y="connsiteY85572"/>
              </a:cxn>
              <a:cxn ang="0">
                <a:pos x="connsiteX85573" y="connsiteY85573"/>
              </a:cxn>
              <a:cxn ang="0">
                <a:pos x="connsiteX85574" y="connsiteY85574"/>
              </a:cxn>
              <a:cxn ang="0">
                <a:pos x="connsiteX85575" y="connsiteY85575"/>
              </a:cxn>
              <a:cxn ang="0">
                <a:pos x="connsiteX85576" y="connsiteY85576"/>
              </a:cxn>
              <a:cxn ang="0">
                <a:pos x="connsiteX85577" y="connsiteY85577"/>
              </a:cxn>
              <a:cxn ang="0">
                <a:pos x="connsiteX85578" y="connsiteY85578"/>
              </a:cxn>
              <a:cxn ang="0">
                <a:pos x="connsiteX85579" y="connsiteY85579"/>
              </a:cxn>
              <a:cxn ang="0">
                <a:pos x="connsiteX85580" y="connsiteY85580"/>
              </a:cxn>
              <a:cxn ang="0">
                <a:pos x="connsiteX85581" y="connsiteY85581"/>
              </a:cxn>
              <a:cxn ang="0">
                <a:pos x="connsiteX85582" y="connsiteY85582"/>
              </a:cxn>
              <a:cxn ang="0">
                <a:pos x="connsiteX85583" y="connsiteY85583"/>
              </a:cxn>
              <a:cxn ang="0">
                <a:pos x="connsiteX85584" y="connsiteY85584"/>
              </a:cxn>
              <a:cxn ang="0">
                <a:pos x="connsiteX85585" y="connsiteY85585"/>
              </a:cxn>
              <a:cxn ang="0">
                <a:pos x="connsiteX85586" y="connsiteY85586"/>
              </a:cxn>
              <a:cxn ang="0">
                <a:pos x="connsiteX85587" y="connsiteY85587"/>
              </a:cxn>
              <a:cxn ang="0">
                <a:pos x="connsiteX85588" y="connsiteY85588"/>
              </a:cxn>
              <a:cxn ang="0">
                <a:pos x="connsiteX85589" y="connsiteY85589"/>
              </a:cxn>
              <a:cxn ang="0">
                <a:pos x="connsiteX85590" y="connsiteY85590"/>
              </a:cxn>
              <a:cxn ang="0">
                <a:pos x="connsiteX85591" y="connsiteY85591"/>
              </a:cxn>
              <a:cxn ang="0">
                <a:pos x="connsiteX85592" y="connsiteY85592"/>
              </a:cxn>
              <a:cxn ang="0">
                <a:pos x="connsiteX85593" y="connsiteY85593"/>
              </a:cxn>
              <a:cxn ang="0">
                <a:pos x="connsiteX85594" y="connsiteY85594"/>
              </a:cxn>
              <a:cxn ang="0">
                <a:pos x="connsiteX85595" y="connsiteY85595"/>
              </a:cxn>
              <a:cxn ang="0">
                <a:pos x="connsiteX85596" y="connsiteY85596"/>
              </a:cxn>
              <a:cxn ang="0">
                <a:pos x="connsiteX85597" y="connsiteY85597"/>
              </a:cxn>
              <a:cxn ang="0">
                <a:pos x="connsiteX85598" y="connsiteY85598"/>
              </a:cxn>
              <a:cxn ang="0">
                <a:pos x="connsiteX85599" y="connsiteY85599"/>
              </a:cxn>
              <a:cxn ang="0">
                <a:pos x="connsiteX85600" y="connsiteY85600"/>
              </a:cxn>
              <a:cxn ang="0">
                <a:pos x="connsiteX85601" y="connsiteY85601"/>
              </a:cxn>
              <a:cxn ang="0">
                <a:pos x="connsiteX85602" y="connsiteY85602"/>
              </a:cxn>
              <a:cxn ang="0">
                <a:pos x="connsiteX85603" y="connsiteY85603"/>
              </a:cxn>
              <a:cxn ang="0">
                <a:pos x="connsiteX85604" y="connsiteY85604"/>
              </a:cxn>
              <a:cxn ang="0">
                <a:pos x="connsiteX85605" y="connsiteY85605"/>
              </a:cxn>
              <a:cxn ang="0">
                <a:pos x="connsiteX85606" y="connsiteY85606"/>
              </a:cxn>
              <a:cxn ang="0">
                <a:pos x="connsiteX85607" y="connsiteY85607"/>
              </a:cxn>
              <a:cxn ang="0">
                <a:pos x="connsiteX85608" y="connsiteY85608"/>
              </a:cxn>
              <a:cxn ang="0">
                <a:pos x="connsiteX85609" y="connsiteY85609"/>
              </a:cxn>
              <a:cxn ang="0">
                <a:pos x="connsiteX85610" y="connsiteY85610"/>
              </a:cxn>
              <a:cxn ang="0">
                <a:pos x="connsiteX85611" y="connsiteY85611"/>
              </a:cxn>
              <a:cxn ang="0">
                <a:pos x="connsiteX85612" y="connsiteY85612"/>
              </a:cxn>
              <a:cxn ang="0">
                <a:pos x="connsiteX85613" y="connsiteY85613"/>
              </a:cxn>
              <a:cxn ang="0">
                <a:pos x="connsiteX85614" y="connsiteY85614"/>
              </a:cxn>
              <a:cxn ang="0">
                <a:pos x="connsiteX85615" y="connsiteY85615"/>
              </a:cxn>
              <a:cxn ang="0">
                <a:pos x="connsiteX85616" y="connsiteY85616"/>
              </a:cxn>
              <a:cxn ang="0">
                <a:pos x="connsiteX85617" y="connsiteY85617"/>
              </a:cxn>
              <a:cxn ang="0">
                <a:pos x="connsiteX85618" y="connsiteY85618"/>
              </a:cxn>
              <a:cxn ang="0">
                <a:pos x="connsiteX85619" y="connsiteY85619"/>
              </a:cxn>
              <a:cxn ang="0">
                <a:pos x="connsiteX85620" y="connsiteY85620"/>
              </a:cxn>
              <a:cxn ang="0">
                <a:pos x="connsiteX85621" y="connsiteY85621"/>
              </a:cxn>
              <a:cxn ang="0">
                <a:pos x="connsiteX85622" y="connsiteY85622"/>
              </a:cxn>
              <a:cxn ang="0">
                <a:pos x="connsiteX85623" y="connsiteY85623"/>
              </a:cxn>
              <a:cxn ang="0">
                <a:pos x="connsiteX85624" y="connsiteY85624"/>
              </a:cxn>
              <a:cxn ang="0">
                <a:pos x="connsiteX85625" y="connsiteY85625"/>
              </a:cxn>
              <a:cxn ang="0">
                <a:pos x="connsiteX85626" y="connsiteY85626"/>
              </a:cxn>
              <a:cxn ang="0">
                <a:pos x="connsiteX85627" y="connsiteY85627"/>
              </a:cxn>
              <a:cxn ang="0">
                <a:pos x="connsiteX85628" y="connsiteY85628"/>
              </a:cxn>
              <a:cxn ang="0">
                <a:pos x="connsiteX85629" y="connsiteY85629"/>
              </a:cxn>
              <a:cxn ang="0">
                <a:pos x="connsiteX85630" y="connsiteY85630"/>
              </a:cxn>
              <a:cxn ang="0">
                <a:pos x="connsiteX85631" y="connsiteY85631"/>
              </a:cxn>
              <a:cxn ang="0">
                <a:pos x="connsiteX85632" y="connsiteY85632"/>
              </a:cxn>
              <a:cxn ang="0">
                <a:pos x="connsiteX85633" y="connsiteY85633"/>
              </a:cxn>
              <a:cxn ang="0">
                <a:pos x="connsiteX85634" y="connsiteY85634"/>
              </a:cxn>
              <a:cxn ang="0">
                <a:pos x="connsiteX85635" y="connsiteY85635"/>
              </a:cxn>
              <a:cxn ang="0">
                <a:pos x="connsiteX85636" y="connsiteY85636"/>
              </a:cxn>
              <a:cxn ang="0">
                <a:pos x="connsiteX85637" y="connsiteY85637"/>
              </a:cxn>
              <a:cxn ang="0">
                <a:pos x="connsiteX85638" y="connsiteY85638"/>
              </a:cxn>
              <a:cxn ang="0">
                <a:pos x="connsiteX85639" y="connsiteY85639"/>
              </a:cxn>
              <a:cxn ang="0">
                <a:pos x="connsiteX85640" y="connsiteY85640"/>
              </a:cxn>
              <a:cxn ang="0">
                <a:pos x="connsiteX85641" y="connsiteY85641"/>
              </a:cxn>
              <a:cxn ang="0">
                <a:pos x="connsiteX85642" y="connsiteY85642"/>
              </a:cxn>
              <a:cxn ang="0">
                <a:pos x="connsiteX85643" y="connsiteY85643"/>
              </a:cxn>
              <a:cxn ang="0">
                <a:pos x="connsiteX85644" y="connsiteY85644"/>
              </a:cxn>
              <a:cxn ang="0">
                <a:pos x="connsiteX85645" y="connsiteY85645"/>
              </a:cxn>
              <a:cxn ang="0">
                <a:pos x="connsiteX85646" y="connsiteY85646"/>
              </a:cxn>
              <a:cxn ang="0">
                <a:pos x="connsiteX85647" y="connsiteY85647"/>
              </a:cxn>
              <a:cxn ang="0">
                <a:pos x="connsiteX85648" y="connsiteY85648"/>
              </a:cxn>
              <a:cxn ang="0">
                <a:pos x="connsiteX85649" y="connsiteY85649"/>
              </a:cxn>
              <a:cxn ang="0">
                <a:pos x="connsiteX85650" y="connsiteY85650"/>
              </a:cxn>
              <a:cxn ang="0">
                <a:pos x="connsiteX85651" y="connsiteY85651"/>
              </a:cxn>
              <a:cxn ang="0">
                <a:pos x="connsiteX85652" y="connsiteY85652"/>
              </a:cxn>
              <a:cxn ang="0">
                <a:pos x="connsiteX85653" y="connsiteY85653"/>
              </a:cxn>
              <a:cxn ang="0">
                <a:pos x="connsiteX85654" y="connsiteY85654"/>
              </a:cxn>
              <a:cxn ang="0">
                <a:pos x="connsiteX85655" y="connsiteY85655"/>
              </a:cxn>
              <a:cxn ang="0">
                <a:pos x="connsiteX85656" y="connsiteY85656"/>
              </a:cxn>
              <a:cxn ang="0">
                <a:pos x="connsiteX85657" y="connsiteY85657"/>
              </a:cxn>
              <a:cxn ang="0">
                <a:pos x="connsiteX85658" y="connsiteY85658"/>
              </a:cxn>
              <a:cxn ang="0">
                <a:pos x="connsiteX85659" y="connsiteY85659"/>
              </a:cxn>
              <a:cxn ang="0">
                <a:pos x="connsiteX85660" y="connsiteY85660"/>
              </a:cxn>
              <a:cxn ang="0">
                <a:pos x="connsiteX85661" y="connsiteY85661"/>
              </a:cxn>
              <a:cxn ang="0">
                <a:pos x="connsiteX85662" y="connsiteY85662"/>
              </a:cxn>
              <a:cxn ang="0">
                <a:pos x="connsiteX85663" y="connsiteY85663"/>
              </a:cxn>
              <a:cxn ang="0">
                <a:pos x="connsiteX85664" y="connsiteY85664"/>
              </a:cxn>
              <a:cxn ang="0">
                <a:pos x="connsiteX85665" y="connsiteY85665"/>
              </a:cxn>
              <a:cxn ang="0">
                <a:pos x="connsiteX85666" y="connsiteY85666"/>
              </a:cxn>
              <a:cxn ang="0">
                <a:pos x="connsiteX85667" y="connsiteY85667"/>
              </a:cxn>
              <a:cxn ang="0">
                <a:pos x="connsiteX85668" y="connsiteY85668"/>
              </a:cxn>
              <a:cxn ang="0">
                <a:pos x="connsiteX85669" y="connsiteY85669"/>
              </a:cxn>
              <a:cxn ang="0">
                <a:pos x="connsiteX85670" y="connsiteY85670"/>
              </a:cxn>
              <a:cxn ang="0">
                <a:pos x="connsiteX85671" y="connsiteY85671"/>
              </a:cxn>
              <a:cxn ang="0">
                <a:pos x="connsiteX85672" y="connsiteY85672"/>
              </a:cxn>
              <a:cxn ang="0">
                <a:pos x="connsiteX85673" y="connsiteY85673"/>
              </a:cxn>
              <a:cxn ang="0">
                <a:pos x="connsiteX85674" y="connsiteY85674"/>
              </a:cxn>
              <a:cxn ang="0">
                <a:pos x="connsiteX85675" y="connsiteY85675"/>
              </a:cxn>
              <a:cxn ang="0">
                <a:pos x="connsiteX85676" y="connsiteY85676"/>
              </a:cxn>
              <a:cxn ang="0">
                <a:pos x="connsiteX85677" y="connsiteY85677"/>
              </a:cxn>
              <a:cxn ang="0">
                <a:pos x="connsiteX85678" y="connsiteY85678"/>
              </a:cxn>
              <a:cxn ang="0">
                <a:pos x="connsiteX85679" y="connsiteY85679"/>
              </a:cxn>
              <a:cxn ang="0">
                <a:pos x="connsiteX85680" y="connsiteY85680"/>
              </a:cxn>
              <a:cxn ang="0">
                <a:pos x="connsiteX85681" y="connsiteY85681"/>
              </a:cxn>
              <a:cxn ang="0">
                <a:pos x="connsiteX85682" y="connsiteY85682"/>
              </a:cxn>
              <a:cxn ang="0">
                <a:pos x="connsiteX85683" y="connsiteY85683"/>
              </a:cxn>
              <a:cxn ang="0">
                <a:pos x="connsiteX85684" y="connsiteY85684"/>
              </a:cxn>
              <a:cxn ang="0">
                <a:pos x="connsiteX85685" y="connsiteY85685"/>
              </a:cxn>
              <a:cxn ang="0">
                <a:pos x="connsiteX85686" y="connsiteY85686"/>
              </a:cxn>
              <a:cxn ang="0">
                <a:pos x="connsiteX85687" y="connsiteY85687"/>
              </a:cxn>
              <a:cxn ang="0">
                <a:pos x="connsiteX85688" y="connsiteY85688"/>
              </a:cxn>
              <a:cxn ang="0">
                <a:pos x="connsiteX85689" y="connsiteY85689"/>
              </a:cxn>
              <a:cxn ang="0">
                <a:pos x="connsiteX85690" y="connsiteY85690"/>
              </a:cxn>
              <a:cxn ang="0">
                <a:pos x="connsiteX85691" y="connsiteY85691"/>
              </a:cxn>
              <a:cxn ang="0">
                <a:pos x="connsiteX85692" y="connsiteY85692"/>
              </a:cxn>
              <a:cxn ang="0">
                <a:pos x="connsiteX85693" y="connsiteY85693"/>
              </a:cxn>
              <a:cxn ang="0">
                <a:pos x="connsiteX85694" y="connsiteY85694"/>
              </a:cxn>
              <a:cxn ang="0">
                <a:pos x="connsiteX85695" y="connsiteY85695"/>
              </a:cxn>
              <a:cxn ang="0">
                <a:pos x="connsiteX85696" y="connsiteY85696"/>
              </a:cxn>
              <a:cxn ang="0">
                <a:pos x="connsiteX85697" y="connsiteY85697"/>
              </a:cxn>
              <a:cxn ang="0">
                <a:pos x="connsiteX85698" y="connsiteY85698"/>
              </a:cxn>
              <a:cxn ang="0">
                <a:pos x="connsiteX85699" y="connsiteY85699"/>
              </a:cxn>
              <a:cxn ang="0">
                <a:pos x="connsiteX85700" y="connsiteY85700"/>
              </a:cxn>
              <a:cxn ang="0">
                <a:pos x="connsiteX85701" y="connsiteY85701"/>
              </a:cxn>
              <a:cxn ang="0">
                <a:pos x="connsiteX85702" y="connsiteY85702"/>
              </a:cxn>
              <a:cxn ang="0">
                <a:pos x="connsiteX85703" y="connsiteY85703"/>
              </a:cxn>
              <a:cxn ang="0">
                <a:pos x="connsiteX85704" y="connsiteY85704"/>
              </a:cxn>
              <a:cxn ang="0">
                <a:pos x="connsiteX85705" y="connsiteY85705"/>
              </a:cxn>
              <a:cxn ang="0">
                <a:pos x="connsiteX85706" y="connsiteY85706"/>
              </a:cxn>
              <a:cxn ang="0">
                <a:pos x="connsiteX85707" y="connsiteY85707"/>
              </a:cxn>
              <a:cxn ang="0">
                <a:pos x="connsiteX85708" y="connsiteY85708"/>
              </a:cxn>
              <a:cxn ang="0">
                <a:pos x="connsiteX85709" y="connsiteY85709"/>
              </a:cxn>
              <a:cxn ang="0">
                <a:pos x="connsiteX85710" y="connsiteY85710"/>
              </a:cxn>
              <a:cxn ang="0">
                <a:pos x="connsiteX85711" y="connsiteY85711"/>
              </a:cxn>
              <a:cxn ang="0">
                <a:pos x="connsiteX85712" y="connsiteY85712"/>
              </a:cxn>
              <a:cxn ang="0">
                <a:pos x="connsiteX85713" y="connsiteY85713"/>
              </a:cxn>
              <a:cxn ang="0">
                <a:pos x="connsiteX85714" y="connsiteY85714"/>
              </a:cxn>
              <a:cxn ang="0">
                <a:pos x="connsiteX85715" y="connsiteY85715"/>
              </a:cxn>
              <a:cxn ang="0">
                <a:pos x="connsiteX85716" y="connsiteY85716"/>
              </a:cxn>
              <a:cxn ang="0">
                <a:pos x="connsiteX85717" y="connsiteY85717"/>
              </a:cxn>
              <a:cxn ang="0">
                <a:pos x="connsiteX85718" y="connsiteY85718"/>
              </a:cxn>
              <a:cxn ang="0">
                <a:pos x="connsiteX85719" y="connsiteY85719"/>
              </a:cxn>
              <a:cxn ang="0">
                <a:pos x="connsiteX85720" y="connsiteY85720"/>
              </a:cxn>
              <a:cxn ang="0">
                <a:pos x="connsiteX85721" y="connsiteY85721"/>
              </a:cxn>
              <a:cxn ang="0">
                <a:pos x="connsiteX85722" y="connsiteY85722"/>
              </a:cxn>
              <a:cxn ang="0">
                <a:pos x="connsiteX85723" y="connsiteY85723"/>
              </a:cxn>
              <a:cxn ang="0">
                <a:pos x="connsiteX85724" y="connsiteY85724"/>
              </a:cxn>
              <a:cxn ang="0">
                <a:pos x="connsiteX85725" y="connsiteY85725"/>
              </a:cxn>
              <a:cxn ang="0">
                <a:pos x="connsiteX85726" y="connsiteY85726"/>
              </a:cxn>
              <a:cxn ang="0">
                <a:pos x="connsiteX85727" y="connsiteY85727"/>
              </a:cxn>
              <a:cxn ang="0">
                <a:pos x="connsiteX85728" y="connsiteY85728"/>
              </a:cxn>
              <a:cxn ang="0">
                <a:pos x="connsiteX85729" y="connsiteY85729"/>
              </a:cxn>
              <a:cxn ang="0">
                <a:pos x="connsiteX85730" y="connsiteY85730"/>
              </a:cxn>
              <a:cxn ang="0">
                <a:pos x="connsiteX85731" y="connsiteY85731"/>
              </a:cxn>
              <a:cxn ang="0">
                <a:pos x="connsiteX85732" y="connsiteY85732"/>
              </a:cxn>
              <a:cxn ang="0">
                <a:pos x="connsiteX85733" y="connsiteY85733"/>
              </a:cxn>
              <a:cxn ang="0">
                <a:pos x="connsiteX85734" y="connsiteY85734"/>
              </a:cxn>
              <a:cxn ang="0">
                <a:pos x="connsiteX85735" y="connsiteY85735"/>
              </a:cxn>
              <a:cxn ang="0">
                <a:pos x="connsiteX85736" y="connsiteY85736"/>
              </a:cxn>
              <a:cxn ang="0">
                <a:pos x="connsiteX85737" y="connsiteY85737"/>
              </a:cxn>
              <a:cxn ang="0">
                <a:pos x="connsiteX85738" y="connsiteY85738"/>
              </a:cxn>
              <a:cxn ang="0">
                <a:pos x="connsiteX85739" y="connsiteY85739"/>
              </a:cxn>
              <a:cxn ang="0">
                <a:pos x="connsiteX85740" y="connsiteY85740"/>
              </a:cxn>
              <a:cxn ang="0">
                <a:pos x="connsiteX85741" y="connsiteY85741"/>
              </a:cxn>
              <a:cxn ang="0">
                <a:pos x="connsiteX85742" y="connsiteY85742"/>
              </a:cxn>
              <a:cxn ang="0">
                <a:pos x="connsiteX85743" y="connsiteY85743"/>
              </a:cxn>
              <a:cxn ang="0">
                <a:pos x="connsiteX85744" y="connsiteY85744"/>
              </a:cxn>
              <a:cxn ang="0">
                <a:pos x="connsiteX85745" y="connsiteY85745"/>
              </a:cxn>
              <a:cxn ang="0">
                <a:pos x="connsiteX85746" y="connsiteY85746"/>
              </a:cxn>
              <a:cxn ang="0">
                <a:pos x="connsiteX85747" y="connsiteY85747"/>
              </a:cxn>
              <a:cxn ang="0">
                <a:pos x="connsiteX85748" y="connsiteY85748"/>
              </a:cxn>
              <a:cxn ang="0">
                <a:pos x="connsiteX85749" y="connsiteY85749"/>
              </a:cxn>
              <a:cxn ang="0">
                <a:pos x="connsiteX85750" y="connsiteY85750"/>
              </a:cxn>
              <a:cxn ang="0">
                <a:pos x="connsiteX85751" y="connsiteY85751"/>
              </a:cxn>
              <a:cxn ang="0">
                <a:pos x="connsiteX85752" y="connsiteY85752"/>
              </a:cxn>
              <a:cxn ang="0">
                <a:pos x="connsiteX85753" y="connsiteY85753"/>
              </a:cxn>
              <a:cxn ang="0">
                <a:pos x="connsiteX85754" y="connsiteY85754"/>
              </a:cxn>
              <a:cxn ang="0">
                <a:pos x="connsiteX85755" y="connsiteY85755"/>
              </a:cxn>
              <a:cxn ang="0">
                <a:pos x="connsiteX85756" y="connsiteY85756"/>
              </a:cxn>
              <a:cxn ang="0">
                <a:pos x="connsiteX85757" y="connsiteY85757"/>
              </a:cxn>
              <a:cxn ang="0">
                <a:pos x="connsiteX85758" y="connsiteY85758"/>
              </a:cxn>
              <a:cxn ang="0">
                <a:pos x="connsiteX85759" y="connsiteY85759"/>
              </a:cxn>
              <a:cxn ang="0">
                <a:pos x="connsiteX85760" y="connsiteY85760"/>
              </a:cxn>
              <a:cxn ang="0">
                <a:pos x="connsiteX85761" y="connsiteY85761"/>
              </a:cxn>
              <a:cxn ang="0">
                <a:pos x="connsiteX85762" y="connsiteY85762"/>
              </a:cxn>
              <a:cxn ang="0">
                <a:pos x="connsiteX85763" y="connsiteY85763"/>
              </a:cxn>
              <a:cxn ang="0">
                <a:pos x="connsiteX85764" y="connsiteY85764"/>
              </a:cxn>
              <a:cxn ang="0">
                <a:pos x="connsiteX85765" y="connsiteY85765"/>
              </a:cxn>
              <a:cxn ang="0">
                <a:pos x="connsiteX85766" y="connsiteY85766"/>
              </a:cxn>
              <a:cxn ang="0">
                <a:pos x="connsiteX85767" y="connsiteY85767"/>
              </a:cxn>
              <a:cxn ang="0">
                <a:pos x="connsiteX85768" y="connsiteY85768"/>
              </a:cxn>
              <a:cxn ang="0">
                <a:pos x="connsiteX85769" y="connsiteY85769"/>
              </a:cxn>
              <a:cxn ang="0">
                <a:pos x="connsiteX85770" y="connsiteY85770"/>
              </a:cxn>
              <a:cxn ang="0">
                <a:pos x="connsiteX85771" y="connsiteY85771"/>
              </a:cxn>
              <a:cxn ang="0">
                <a:pos x="connsiteX85772" y="connsiteY85772"/>
              </a:cxn>
              <a:cxn ang="0">
                <a:pos x="connsiteX85773" y="connsiteY85773"/>
              </a:cxn>
              <a:cxn ang="0">
                <a:pos x="connsiteX85774" y="connsiteY85774"/>
              </a:cxn>
              <a:cxn ang="0">
                <a:pos x="connsiteX85775" y="connsiteY85775"/>
              </a:cxn>
              <a:cxn ang="0">
                <a:pos x="connsiteX85776" y="connsiteY85776"/>
              </a:cxn>
              <a:cxn ang="0">
                <a:pos x="connsiteX85777" y="connsiteY85777"/>
              </a:cxn>
              <a:cxn ang="0">
                <a:pos x="connsiteX85778" y="connsiteY85778"/>
              </a:cxn>
              <a:cxn ang="0">
                <a:pos x="connsiteX85779" y="connsiteY85779"/>
              </a:cxn>
              <a:cxn ang="0">
                <a:pos x="connsiteX85780" y="connsiteY85780"/>
              </a:cxn>
              <a:cxn ang="0">
                <a:pos x="connsiteX85781" y="connsiteY85781"/>
              </a:cxn>
              <a:cxn ang="0">
                <a:pos x="connsiteX85782" y="connsiteY85782"/>
              </a:cxn>
              <a:cxn ang="0">
                <a:pos x="connsiteX85783" y="connsiteY85783"/>
              </a:cxn>
              <a:cxn ang="0">
                <a:pos x="connsiteX85784" y="connsiteY85784"/>
              </a:cxn>
              <a:cxn ang="0">
                <a:pos x="connsiteX85785" y="connsiteY85785"/>
              </a:cxn>
              <a:cxn ang="0">
                <a:pos x="connsiteX85786" y="connsiteY85786"/>
              </a:cxn>
              <a:cxn ang="0">
                <a:pos x="connsiteX85787" y="connsiteY85787"/>
              </a:cxn>
              <a:cxn ang="0">
                <a:pos x="connsiteX85788" y="connsiteY85788"/>
              </a:cxn>
              <a:cxn ang="0">
                <a:pos x="connsiteX85789" y="connsiteY85789"/>
              </a:cxn>
              <a:cxn ang="0">
                <a:pos x="connsiteX85790" y="connsiteY85790"/>
              </a:cxn>
              <a:cxn ang="0">
                <a:pos x="connsiteX85791" y="connsiteY85791"/>
              </a:cxn>
              <a:cxn ang="0">
                <a:pos x="connsiteX85792" y="connsiteY85792"/>
              </a:cxn>
              <a:cxn ang="0">
                <a:pos x="connsiteX85793" y="connsiteY85793"/>
              </a:cxn>
              <a:cxn ang="0">
                <a:pos x="connsiteX85794" y="connsiteY85794"/>
              </a:cxn>
              <a:cxn ang="0">
                <a:pos x="connsiteX85795" y="connsiteY85795"/>
              </a:cxn>
              <a:cxn ang="0">
                <a:pos x="connsiteX85796" y="connsiteY85796"/>
              </a:cxn>
              <a:cxn ang="0">
                <a:pos x="connsiteX85797" y="connsiteY85797"/>
              </a:cxn>
              <a:cxn ang="0">
                <a:pos x="connsiteX85798" y="connsiteY85798"/>
              </a:cxn>
              <a:cxn ang="0">
                <a:pos x="connsiteX85799" y="connsiteY85799"/>
              </a:cxn>
              <a:cxn ang="0">
                <a:pos x="connsiteX85800" y="connsiteY85800"/>
              </a:cxn>
              <a:cxn ang="0">
                <a:pos x="connsiteX85801" y="connsiteY85801"/>
              </a:cxn>
              <a:cxn ang="0">
                <a:pos x="connsiteX85802" y="connsiteY85802"/>
              </a:cxn>
              <a:cxn ang="0">
                <a:pos x="connsiteX85803" y="connsiteY85803"/>
              </a:cxn>
              <a:cxn ang="0">
                <a:pos x="connsiteX85804" y="connsiteY85804"/>
              </a:cxn>
              <a:cxn ang="0">
                <a:pos x="connsiteX85805" y="connsiteY85805"/>
              </a:cxn>
              <a:cxn ang="0">
                <a:pos x="connsiteX85806" y="connsiteY85806"/>
              </a:cxn>
              <a:cxn ang="0">
                <a:pos x="connsiteX85807" y="connsiteY85807"/>
              </a:cxn>
              <a:cxn ang="0">
                <a:pos x="connsiteX85808" y="connsiteY85808"/>
              </a:cxn>
              <a:cxn ang="0">
                <a:pos x="connsiteX85809" y="connsiteY85809"/>
              </a:cxn>
              <a:cxn ang="0">
                <a:pos x="connsiteX85810" y="connsiteY85810"/>
              </a:cxn>
              <a:cxn ang="0">
                <a:pos x="connsiteX85811" y="connsiteY85811"/>
              </a:cxn>
              <a:cxn ang="0">
                <a:pos x="connsiteX85812" y="connsiteY85812"/>
              </a:cxn>
              <a:cxn ang="0">
                <a:pos x="connsiteX85813" y="connsiteY85813"/>
              </a:cxn>
              <a:cxn ang="0">
                <a:pos x="connsiteX85814" y="connsiteY85814"/>
              </a:cxn>
              <a:cxn ang="0">
                <a:pos x="connsiteX85815" y="connsiteY85815"/>
              </a:cxn>
              <a:cxn ang="0">
                <a:pos x="connsiteX85816" y="connsiteY85816"/>
              </a:cxn>
              <a:cxn ang="0">
                <a:pos x="connsiteX85817" y="connsiteY85817"/>
              </a:cxn>
              <a:cxn ang="0">
                <a:pos x="connsiteX85818" y="connsiteY85818"/>
              </a:cxn>
              <a:cxn ang="0">
                <a:pos x="connsiteX85819" y="connsiteY85819"/>
              </a:cxn>
              <a:cxn ang="0">
                <a:pos x="connsiteX85820" y="connsiteY85820"/>
              </a:cxn>
              <a:cxn ang="0">
                <a:pos x="connsiteX85821" y="connsiteY85821"/>
              </a:cxn>
              <a:cxn ang="0">
                <a:pos x="connsiteX85822" y="connsiteY85822"/>
              </a:cxn>
              <a:cxn ang="0">
                <a:pos x="connsiteX85823" y="connsiteY85823"/>
              </a:cxn>
              <a:cxn ang="0">
                <a:pos x="connsiteX85824" y="connsiteY85824"/>
              </a:cxn>
              <a:cxn ang="0">
                <a:pos x="connsiteX85825" y="connsiteY85825"/>
              </a:cxn>
              <a:cxn ang="0">
                <a:pos x="connsiteX85826" y="connsiteY85826"/>
              </a:cxn>
              <a:cxn ang="0">
                <a:pos x="connsiteX85827" y="connsiteY85827"/>
              </a:cxn>
              <a:cxn ang="0">
                <a:pos x="connsiteX85828" y="connsiteY85828"/>
              </a:cxn>
              <a:cxn ang="0">
                <a:pos x="connsiteX85829" y="connsiteY85829"/>
              </a:cxn>
              <a:cxn ang="0">
                <a:pos x="connsiteX85830" y="connsiteY85830"/>
              </a:cxn>
              <a:cxn ang="0">
                <a:pos x="connsiteX85831" y="connsiteY85831"/>
              </a:cxn>
              <a:cxn ang="0">
                <a:pos x="connsiteX85832" y="connsiteY85832"/>
              </a:cxn>
              <a:cxn ang="0">
                <a:pos x="connsiteX85833" y="connsiteY85833"/>
              </a:cxn>
              <a:cxn ang="0">
                <a:pos x="connsiteX85834" y="connsiteY85834"/>
              </a:cxn>
              <a:cxn ang="0">
                <a:pos x="connsiteX85835" y="connsiteY85835"/>
              </a:cxn>
              <a:cxn ang="0">
                <a:pos x="connsiteX85836" y="connsiteY85836"/>
              </a:cxn>
              <a:cxn ang="0">
                <a:pos x="connsiteX85837" y="connsiteY85837"/>
              </a:cxn>
              <a:cxn ang="0">
                <a:pos x="connsiteX85838" y="connsiteY85838"/>
              </a:cxn>
              <a:cxn ang="0">
                <a:pos x="connsiteX85839" y="connsiteY85839"/>
              </a:cxn>
              <a:cxn ang="0">
                <a:pos x="connsiteX85840" y="connsiteY85840"/>
              </a:cxn>
              <a:cxn ang="0">
                <a:pos x="connsiteX85841" y="connsiteY85841"/>
              </a:cxn>
              <a:cxn ang="0">
                <a:pos x="connsiteX85842" y="connsiteY85842"/>
              </a:cxn>
              <a:cxn ang="0">
                <a:pos x="connsiteX85843" y="connsiteY85843"/>
              </a:cxn>
              <a:cxn ang="0">
                <a:pos x="connsiteX85844" y="connsiteY85844"/>
              </a:cxn>
              <a:cxn ang="0">
                <a:pos x="connsiteX85845" y="connsiteY85845"/>
              </a:cxn>
              <a:cxn ang="0">
                <a:pos x="connsiteX85846" y="connsiteY85846"/>
              </a:cxn>
              <a:cxn ang="0">
                <a:pos x="connsiteX85847" y="connsiteY85847"/>
              </a:cxn>
              <a:cxn ang="0">
                <a:pos x="connsiteX85848" y="connsiteY85848"/>
              </a:cxn>
              <a:cxn ang="0">
                <a:pos x="connsiteX85849" y="connsiteY85849"/>
              </a:cxn>
              <a:cxn ang="0">
                <a:pos x="connsiteX85850" y="connsiteY85850"/>
              </a:cxn>
              <a:cxn ang="0">
                <a:pos x="connsiteX85851" y="connsiteY85851"/>
              </a:cxn>
              <a:cxn ang="0">
                <a:pos x="connsiteX85852" y="connsiteY85852"/>
              </a:cxn>
              <a:cxn ang="0">
                <a:pos x="connsiteX85853" y="connsiteY85853"/>
              </a:cxn>
              <a:cxn ang="0">
                <a:pos x="connsiteX85854" y="connsiteY85854"/>
              </a:cxn>
              <a:cxn ang="0">
                <a:pos x="connsiteX85855" y="connsiteY85855"/>
              </a:cxn>
              <a:cxn ang="0">
                <a:pos x="connsiteX85856" y="connsiteY85856"/>
              </a:cxn>
              <a:cxn ang="0">
                <a:pos x="connsiteX85857" y="connsiteY85857"/>
              </a:cxn>
              <a:cxn ang="0">
                <a:pos x="connsiteX85858" y="connsiteY85858"/>
              </a:cxn>
              <a:cxn ang="0">
                <a:pos x="connsiteX85859" y="connsiteY85859"/>
              </a:cxn>
              <a:cxn ang="0">
                <a:pos x="connsiteX85860" y="connsiteY85860"/>
              </a:cxn>
              <a:cxn ang="0">
                <a:pos x="connsiteX85861" y="connsiteY85861"/>
              </a:cxn>
              <a:cxn ang="0">
                <a:pos x="connsiteX85862" y="connsiteY85862"/>
              </a:cxn>
              <a:cxn ang="0">
                <a:pos x="connsiteX85863" y="connsiteY85863"/>
              </a:cxn>
              <a:cxn ang="0">
                <a:pos x="connsiteX85864" y="connsiteY85864"/>
              </a:cxn>
              <a:cxn ang="0">
                <a:pos x="connsiteX85865" y="connsiteY85865"/>
              </a:cxn>
              <a:cxn ang="0">
                <a:pos x="connsiteX85866" y="connsiteY85866"/>
              </a:cxn>
              <a:cxn ang="0">
                <a:pos x="connsiteX85867" y="connsiteY85867"/>
              </a:cxn>
              <a:cxn ang="0">
                <a:pos x="connsiteX85868" y="connsiteY85868"/>
              </a:cxn>
              <a:cxn ang="0">
                <a:pos x="connsiteX85869" y="connsiteY85869"/>
              </a:cxn>
              <a:cxn ang="0">
                <a:pos x="connsiteX85870" y="connsiteY85870"/>
              </a:cxn>
              <a:cxn ang="0">
                <a:pos x="connsiteX85871" y="connsiteY85871"/>
              </a:cxn>
              <a:cxn ang="0">
                <a:pos x="connsiteX85872" y="connsiteY85872"/>
              </a:cxn>
              <a:cxn ang="0">
                <a:pos x="connsiteX85873" y="connsiteY85873"/>
              </a:cxn>
              <a:cxn ang="0">
                <a:pos x="connsiteX85874" y="connsiteY85874"/>
              </a:cxn>
              <a:cxn ang="0">
                <a:pos x="connsiteX85875" y="connsiteY85875"/>
              </a:cxn>
              <a:cxn ang="0">
                <a:pos x="connsiteX85876" y="connsiteY85876"/>
              </a:cxn>
              <a:cxn ang="0">
                <a:pos x="connsiteX85877" y="connsiteY85877"/>
              </a:cxn>
              <a:cxn ang="0">
                <a:pos x="connsiteX85878" y="connsiteY85878"/>
              </a:cxn>
              <a:cxn ang="0">
                <a:pos x="connsiteX85879" y="connsiteY85879"/>
              </a:cxn>
              <a:cxn ang="0">
                <a:pos x="connsiteX85880" y="connsiteY85880"/>
              </a:cxn>
              <a:cxn ang="0">
                <a:pos x="connsiteX85881" y="connsiteY85881"/>
              </a:cxn>
              <a:cxn ang="0">
                <a:pos x="connsiteX85882" y="connsiteY85882"/>
              </a:cxn>
              <a:cxn ang="0">
                <a:pos x="connsiteX85883" y="connsiteY85883"/>
              </a:cxn>
              <a:cxn ang="0">
                <a:pos x="connsiteX85884" y="connsiteY85884"/>
              </a:cxn>
              <a:cxn ang="0">
                <a:pos x="connsiteX85885" y="connsiteY85885"/>
              </a:cxn>
              <a:cxn ang="0">
                <a:pos x="connsiteX85886" y="connsiteY85886"/>
              </a:cxn>
              <a:cxn ang="0">
                <a:pos x="connsiteX85887" y="connsiteY85887"/>
              </a:cxn>
              <a:cxn ang="0">
                <a:pos x="connsiteX85888" y="connsiteY85888"/>
              </a:cxn>
              <a:cxn ang="0">
                <a:pos x="connsiteX85889" y="connsiteY85889"/>
              </a:cxn>
              <a:cxn ang="0">
                <a:pos x="connsiteX85890" y="connsiteY85890"/>
              </a:cxn>
              <a:cxn ang="0">
                <a:pos x="connsiteX85891" y="connsiteY85891"/>
              </a:cxn>
              <a:cxn ang="0">
                <a:pos x="connsiteX85892" y="connsiteY85892"/>
              </a:cxn>
              <a:cxn ang="0">
                <a:pos x="connsiteX85893" y="connsiteY85893"/>
              </a:cxn>
              <a:cxn ang="0">
                <a:pos x="connsiteX85894" y="connsiteY85894"/>
              </a:cxn>
              <a:cxn ang="0">
                <a:pos x="connsiteX85895" y="connsiteY85895"/>
              </a:cxn>
              <a:cxn ang="0">
                <a:pos x="connsiteX85896" y="connsiteY85896"/>
              </a:cxn>
              <a:cxn ang="0">
                <a:pos x="connsiteX85897" y="connsiteY85897"/>
              </a:cxn>
              <a:cxn ang="0">
                <a:pos x="connsiteX85898" y="connsiteY85898"/>
              </a:cxn>
              <a:cxn ang="0">
                <a:pos x="connsiteX85899" y="connsiteY85899"/>
              </a:cxn>
              <a:cxn ang="0">
                <a:pos x="connsiteX85900" y="connsiteY85900"/>
              </a:cxn>
              <a:cxn ang="0">
                <a:pos x="connsiteX85901" y="connsiteY85901"/>
              </a:cxn>
              <a:cxn ang="0">
                <a:pos x="connsiteX85902" y="connsiteY85902"/>
              </a:cxn>
              <a:cxn ang="0">
                <a:pos x="connsiteX85903" y="connsiteY85903"/>
              </a:cxn>
              <a:cxn ang="0">
                <a:pos x="connsiteX85904" y="connsiteY85904"/>
              </a:cxn>
              <a:cxn ang="0">
                <a:pos x="connsiteX85905" y="connsiteY85905"/>
              </a:cxn>
              <a:cxn ang="0">
                <a:pos x="connsiteX85906" y="connsiteY85906"/>
              </a:cxn>
              <a:cxn ang="0">
                <a:pos x="connsiteX85907" y="connsiteY85907"/>
              </a:cxn>
              <a:cxn ang="0">
                <a:pos x="connsiteX85908" y="connsiteY85908"/>
              </a:cxn>
              <a:cxn ang="0">
                <a:pos x="connsiteX85909" y="connsiteY85909"/>
              </a:cxn>
              <a:cxn ang="0">
                <a:pos x="connsiteX85910" y="connsiteY85910"/>
              </a:cxn>
              <a:cxn ang="0">
                <a:pos x="connsiteX85911" y="connsiteY85911"/>
              </a:cxn>
              <a:cxn ang="0">
                <a:pos x="connsiteX85912" y="connsiteY85912"/>
              </a:cxn>
              <a:cxn ang="0">
                <a:pos x="connsiteX85913" y="connsiteY85913"/>
              </a:cxn>
              <a:cxn ang="0">
                <a:pos x="connsiteX85914" y="connsiteY85914"/>
              </a:cxn>
              <a:cxn ang="0">
                <a:pos x="connsiteX85915" y="connsiteY85915"/>
              </a:cxn>
              <a:cxn ang="0">
                <a:pos x="connsiteX85916" y="connsiteY85916"/>
              </a:cxn>
              <a:cxn ang="0">
                <a:pos x="connsiteX85917" y="connsiteY85917"/>
              </a:cxn>
              <a:cxn ang="0">
                <a:pos x="connsiteX85918" y="connsiteY85918"/>
              </a:cxn>
              <a:cxn ang="0">
                <a:pos x="connsiteX85919" y="connsiteY85919"/>
              </a:cxn>
              <a:cxn ang="0">
                <a:pos x="connsiteX85920" y="connsiteY85920"/>
              </a:cxn>
              <a:cxn ang="0">
                <a:pos x="connsiteX85921" y="connsiteY85921"/>
              </a:cxn>
              <a:cxn ang="0">
                <a:pos x="connsiteX85922" y="connsiteY85922"/>
              </a:cxn>
              <a:cxn ang="0">
                <a:pos x="connsiteX85923" y="connsiteY85923"/>
              </a:cxn>
              <a:cxn ang="0">
                <a:pos x="connsiteX85924" y="connsiteY85924"/>
              </a:cxn>
              <a:cxn ang="0">
                <a:pos x="connsiteX85925" y="connsiteY85925"/>
              </a:cxn>
              <a:cxn ang="0">
                <a:pos x="connsiteX85926" y="connsiteY85926"/>
              </a:cxn>
              <a:cxn ang="0">
                <a:pos x="connsiteX85927" y="connsiteY85927"/>
              </a:cxn>
              <a:cxn ang="0">
                <a:pos x="connsiteX85928" y="connsiteY85928"/>
              </a:cxn>
              <a:cxn ang="0">
                <a:pos x="connsiteX85929" y="connsiteY85929"/>
              </a:cxn>
              <a:cxn ang="0">
                <a:pos x="connsiteX85930" y="connsiteY85930"/>
              </a:cxn>
              <a:cxn ang="0">
                <a:pos x="connsiteX85931" y="connsiteY85931"/>
              </a:cxn>
              <a:cxn ang="0">
                <a:pos x="connsiteX85932" y="connsiteY85932"/>
              </a:cxn>
              <a:cxn ang="0">
                <a:pos x="connsiteX85933" y="connsiteY85933"/>
              </a:cxn>
              <a:cxn ang="0">
                <a:pos x="connsiteX85934" y="connsiteY85934"/>
              </a:cxn>
              <a:cxn ang="0">
                <a:pos x="connsiteX85935" y="connsiteY85935"/>
              </a:cxn>
              <a:cxn ang="0">
                <a:pos x="connsiteX85936" y="connsiteY85936"/>
              </a:cxn>
              <a:cxn ang="0">
                <a:pos x="connsiteX85937" y="connsiteY85937"/>
              </a:cxn>
              <a:cxn ang="0">
                <a:pos x="connsiteX85938" y="connsiteY85938"/>
              </a:cxn>
              <a:cxn ang="0">
                <a:pos x="connsiteX85939" y="connsiteY85939"/>
              </a:cxn>
              <a:cxn ang="0">
                <a:pos x="connsiteX85940" y="connsiteY85940"/>
              </a:cxn>
              <a:cxn ang="0">
                <a:pos x="connsiteX85941" y="connsiteY85941"/>
              </a:cxn>
              <a:cxn ang="0">
                <a:pos x="connsiteX85942" y="connsiteY85942"/>
              </a:cxn>
              <a:cxn ang="0">
                <a:pos x="connsiteX85943" y="connsiteY85943"/>
              </a:cxn>
              <a:cxn ang="0">
                <a:pos x="connsiteX85944" y="connsiteY85944"/>
              </a:cxn>
              <a:cxn ang="0">
                <a:pos x="connsiteX85945" y="connsiteY85945"/>
              </a:cxn>
              <a:cxn ang="0">
                <a:pos x="connsiteX85946" y="connsiteY85946"/>
              </a:cxn>
              <a:cxn ang="0">
                <a:pos x="connsiteX85947" y="connsiteY85947"/>
              </a:cxn>
              <a:cxn ang="0">
                <a:pos x="connsiteX85948" y="connsiteY85948"/>
              </a:cxn>
              <a:cxn ang="0">
                <a:pos x="connsiteX85949" y="connsiteY85949"/>
              </a:cxn>
              <a:cxn ang="0">
                <a:pos x="connsiteX85950" y="connsiteY85950"/>
              </a:cxn>
              <a:cxn ang="0">
                <a:pos x="connsiteX85951" y="connsiteY85951"/>
              </a:cxn>
              <a:cxn ang="0">
                <a:pos x="connsiteX85952" y="connsiteY85952"/>
              </a:cxn>
              <a:cxn ang="0">
                <a:pos x="connsiteX85953" y="connsiteY85953"/>
              </a:cxn>
              <a:cxn ang="0">
                <a:pos x="connsiteX85954" y="connsiteY85954"/>
              </a:cxn>
              <a:cxn ang="0">
                <a:pos x="connsiteX85955" y="connsiteY85955"/>
              </a:cxn>
              <a:cxn ang="0">
                <a:pos x="connsiteX85956" y="connsiteY85956"/>
              </a:cxn>
              <a:cxn ang="0">
                <a:pos x="connsiteX85957" y="connsiteY85957"/>
              </a:cxn>
              <a:cxn ang="0">
                <a:pos x="connsiteX85958" y="connsiteY85958"/>
              </a:cxn>
              <a:cxn ang="0">
                <a:pos x="connsiteX85959" y="connsiteY85959"/>
              </a:cxn>
              <a:cxn ang="0">
                <a:pos x="connsiteX85960" y="connsiteY85960"/>
              </a:cxn>
              <a:cxn ang="0">
                <a:pos x="connsiteX85961" y="connsiteY85961"/>
              </a:cxn>
              <a:cxn ang="0">
                <a:pos x="connsiteX85962" y="connsiteY85962"/>
              </a:cxn>
              <a:cxn ang="0">
                <a:pos x="connsiteX85963" y="connsiteY85963"/>
              </a:cxn>
              <a:cxn ang="0">
                <a:pos x="connsiteX85964" y="connsiteY85964"/>
              </a:cxn>
              <a:cxn ang="0">
                <a:pos x="connsiteX85965" y="connsiteY85965"/>
              </a:cxn>
              <a:cxn ang="0">
                <a:pos x="connsiteX85966" y="connsiteY85966"/>
              </a:cxn>
              <a:cxn ang="0">
                <a:pos x="connsiteX85967" y="connsiteY85967"/>
              </a:cxn>
              <a:cxn ang="0">
                <a:pos x="connsiteX85968" y="connsiteY85968"/>
              </a:cxn>
              <a:cxn ang="0">
                <a:pos x="connsiteX85969" y="connsiteY85969"/>
              </a:cxn>
              <a:cxn ang="0">
                <a:pos x="connsiteX85970" y="connsiteY85970"/>
              </a:cxn>
              <a:cxn ang="0">
                <a:pos x="connsiteX85971" y="connsiteY85971"/>
              </a:cxn>
              <a:cxn ang="0">
                <a:pos x="connsiteX85972" y="connsiteY85972"/>
              </a:cxn>
              <a:cxn ang="0">
                <a:pos x="connsiteX85973" y="connsiteY85973"/>
              </a:cxn>
              <a:cxn ang="0">
                <a:pos x="connsiteX85974" y="connsiteY85974"/>
              </a:cxn>
              <a:cxn ang="0">
                <a:pos x="connsiteX85975" y="connsiteY85975"/>
              </a:cxn>
              <a:cxn ang="0">
                <a:pos x="connsiteX85976" y="connsiteY85976"/>
              </a:cxn>
              <a:cxn ang="0">
                <a:pos x="connsiteX85977" y="connsiteY85977"/>
              </a:cxn>
              <a:cxn ang="0">
                <a:pos x="connsiteX85978" y="connsiteY85978"/>
              </a:cxn>
              <a:cxn ang="0">
                <a:pos x="connsiteX85979" y="connsiteY85979"/>
              </a:cxn>
              <a:cxn ang="0">
                <a:pos x="connsiteX85980" y="connsiteY85980"/>
              </a:cxn>
              <a:cxn ang="0">
                <a:pos x="connsiteX85981" y="connsiteY85981"/>
              </a:cxn>
              <a:cxn ang="0">
                <a:pos x="connsiteX85982" y="connsiteY85982"/>
              </a:cxn>
              <a:cxn ang="0">
                <a:pos x="connsiteX85983" y="connsiteY85983"/>
              </a:cxn>
              <a:cxn ang="0">
                <a:pos x="connsiteX85984" y="connsiteY85984"/>
              </a:cxn>
              <a:cxn ang="0">
                <a:pos x="connsiteX85985" y="connsiteY85985"/>
              </a:cxn>
              <a:cxn ang="0">
                <a:pos x="connsiteX85986" y="connsiteY85986"/>
              </a:cxn>
              <a:cxn ang="0">
                <a:pos x="connsiteX85987" y="connsiteY85987"/>
              </a:cxn>
              <a:cxn ang="0">
                <a:pos x="connsiteX85988" y="connsiteY85988"/>
              </a:cxn>
              <a:cxn ang="0">
                <a:pos x="connsiteX85989" y="connsiteY85989"/>
              </a:cxn>
              <a:cxn ang="0">
                <a:pos x="connsiteX85990" y="connsiteY85990"/>
              </a:cxn>
              <a:cxn ang="0">
                <a:pos x="connsiteX85991" y="connsiteY85991"/>
              </a:cxn>
              <a:cxn ang="0">
                <a:pos x="connsiteX85992" y="connsiteY85992"/>
              </a:cxn>
              <a:cxn ang="0">
                <a:pos x="connsiteX85993" y="connsiteY85993"/>
              </a:cxn>
              <a:cxn ang="0">
                <a:pos x="connsiteX85994" y="connsiteY85994"/>
              </a:cxn>
              <a:cxn ang="0">
                <a:pos x="connsiteX85995" y="connsiteY85995"/>
              </a:cxn>
              <a:cxn ang="0">
                <a:pos x="connsiteX85996" y="connsiteY85996"/>
              </a:cxn>
              <a:cxn ang="0">
                <a:pos x="connsiteX85997" y="connsiteY85997"/>
              </a:cxn>
              <a:cxn ang="0">
                <a:pos x="connsiteX85998" y="connsiteY85998"/>
              </a:cxn>
              <a:cxn ang="0">
                <a:pos x="connsiteX85999" y="connsiteY85999"/>
              </a:cxn>
              <a:cxn ang="0">
                <a:pos x="connsiteX86000" y="connsiteY86000"/>
              </a:cxn>
              <a:cxn ang="0">
                <a:pos x="connsiteX86001" y="connsiteY86001"/>
              </a:cxn>
              <a:cxn ang="0">
                <a:pos x="connsiteX86002" y="connsiteY86002"/>
              </a:cxn>
              <a:cxn ang="0">
                <a:pos x="connsiteX86003" y="connsiteY86003"/>
              </a:cxn>
              <a:cxn ang="0">
                <a:pos x="connsiteX86004" y="connsiteY86004"/>
              </a:cxn>
              <a:cxn ang="0">
                <a:pos x="connsiteX86005" y="connsiteY86005"/>
              </a:cxn>
              <a:cxn ang="0">
                <a:pos x="connsiteX86006" y="connsiteY86006"/>
              </a:cxn>
              <a:cxn ang="0">
                <a:pos x="connsiteX86007" y="connsiteY86007"/>
              </a:cxn>
              <a:cxn ang="0">
                <a:pos x="connsiteX86008" y="connsiteY86008"/>
              </a:cxn>
              <a:cxn ang="0">
                <a:pos x="connsiteX86009" y="connsiteY86009"/>
              </a:cxn>
              <a:cxn ang="0">
                <a:pos x="connsiteX86010" y="connsiteY86010"/>
              </a:cxn>
              <a:cxn ang="0">
                <a:pos x="connsiteX86011" y="connsiteY86011"/>
              </a:cxn>
              <a:cxn ang="0">
                <a:pos x="connsiteX86012" y="connsiteY86012"/>
              </a:cxn>
              <a:cxn ang="0">
                <a:pos x="connsiteX86013" y="connsiteY86013"/>
              </a:cxn>
              <a:cxn ang="0">
                <a:pos x="connsiteX86014" y="connsiteY86014"/>
              </a:cxn>
              <a:cxn ang="0">
                <a:pos x="connsiteX86015" y="connsiteY86015"/>
              </a:cxn>
              <a:cxn ang="0">
                <a:pos x="connsiteX86016" y="connsiteY86016"/>
              </a:cxn>
              <a:cxn ang="0">
                <a:pos x="connsiteX86017" y="connsiteY86017"/>
              </a:cxn>
              <a:cxn ang="0">
                <a:pos x="connsiteX86018" y="connsiteY86018"/>
              </a:cxn>
              <a:cxn ang="0">
                <a:pos x="connsiteX86019" y="connsiteY86019"/>
              </a:cxn>
              <a:cxn ang="0">
                <a:pos x="connsiteX86020" y="connsiteY86020"/>
              </a:cxn>
              <a:cxn ang="0">
                <a:pos x="connsiteX86021" y="connsiteY86021"/>
              </a:cxn>
              <a:cxn ang="0">
                <a:pos x="connsiteX86022" y="connsiteY86022"/>
              </a:cxn>
              <a:cxn ang="0">
                <a:pos x="connsiteX86023" y="connsiteY86023"/>
              </a:cxn>
              <a:cxn ang="0">
                <a:pos x="connsiteX86024" y="connsiteY86024"/>
              </a:cxn>
              <a:cxn ang="0">
                <a:pos x="connsiteX86025" y="connsiteY86025"/>
              </a:cxn>
              <a:cxn ang="0">
                <a:pos x="connsiteX86026" y="connsiteY86026"/>
              </a:cxn>
              <a:cxn ang="0">
                <a:pos x="connsiteX86027" y="connsiteY86027"/>
              </a:cxn>
              <a:cxn ang="0">
                <a:pos x="connsiteX86028" y="connsiteY86028"/>
              </a:cxn>
              <a:cxn ang="0">
                <a:pos x="connsiteX86029" y="connsiteY86029"/>
              </a:cxn>
              <a:cxn ang="0">
                <a:pos x="connsiteX86030" y="connsiteY86030"/>
              </a:cxn>
              <a:cxn ang="0">
                <a:pos x="connsiteX86031" y="connsiteY86031"/>
              </a:cxn>
              <a:cxn ang="0">
                <a:pos x="connsiteX86032" y="connsiteY86032"/>
              </a:cxn>
              <a:cxn ang="0">
                <a:pos x="connsiteX86033" y="connsiteY86033"/>
              </a:cxn>
              <a:cxn ang="0">
                <a:pos x="connsiteX86034" y="connsiteY86034"/>
              </a:cxn>
              <a:cxn ang="0">
                <a:pos x="connsiteX86035" y="connsiteY86035"/>
              </a:cxn>
              <a:cxn ang="0">
                <a:pos x="connsiteX86036" y="connsiteY86036"/>
              </a:cxn>
              <a:cxn ang="0">
                <a:pos x="connsiteX86037" y="connsiteY86037"/>
              </a:cxn>
              <a:cxn ang="0">
                <a:pos x="connsiteX86038" y="connsiteY86038"/>
              </a:cxn>
              <a:cxn ang="0">
                <a:pos x="connsiteX86039" y="connsiteY86039"/>
              </a:cxn>
              <a:cxn ang="0">
                <a:pos x="connsiteX86040" y="connsiteY86040"/>
              </a:cxn>
              <a:cxn ang="0">
                <a:pos x="connsiteX86041" y="connsiteY86041"/>
              </a:cxn>
              <a:cxn ang="0">
                <a:pos x="connsiteX86042" y="connsiteY86042"/>
              </a:cxn>
              <a:cxn ang="0">
                <a:pos x="connsiteX86043" y="connsiteY86043"/>
              </a:cxn>
              <a:cxn ang="0">
                <a:pos x="connsiteX86044" y="connsiteY86044"/>
              </a:cxn>
              <a:cxn ang="0">
                <a:pos x="connsiteX86045" y="connsiteY86045"/>
              </a:cxn>
              <a:cxn ang="0">
                <a:pos x="connsiteX86046" y="connsiteY86046"/>
              </a:cxn>
              <a:cxn ang="0">
                <a:pos x="connsiteX86047" y="connsiteY86047"/>
              </a:cxn>
              <a:cxn ang="0">
                <a:pos x="connsiteX86048" y="connsiteY86048"/>
              </a:cxn>
              <a:cxn ang="0">
                <a:pos x="connsiteX86049" y="connsiteY86049"/>
              </a:cxn>
              <a:cxn ang="0">
                <a:pos x="connsiteX86050" y="connsiteY86050"/>
              </a:cxn>
              <a:cxn ang="0">
                <a:pos x="connsiteX86051" y="connsiteY86051"/>
              </a:cxn>
              <a:cxn ang="0">
                <a:pos x="connsiteX86052" y="connsiteY86052"/>
              </a:cxn>
              <a:cxn ang="0">
                <a:pos x="connsiteX86053" y="connsiteY86053"/>
              </a:cxn>
              <a:cxn ang="0">
                <a:pos x="connsiteX86054" y="connsiteY86054"/>
              </a:cxn>
              <a:cxn ang="0">
                <a:pos x="connsiteX86055" y="connsiteY86055"/>
              </a:cxn>
              <a:cxn ang="0">
                <a:pos x="connsiteX86056" y="connsiteY86056"/>
              </a:cxn>
              <a:cxn ang="0">
                <a:pos x="connsiteX86057" y="connsiteY86057"/>
              </a:cxn>
              <a:cxn ang="0">
                <a:pos x="connsiteX86058" y="connsiteY86058"/>
              </a:cxn>
              <a:cxn ang="0">
                <a:pos x="connsiteX86059" y="connsiteY86059"/>
              </a:cxn>
              <a:cxn ang="0">
                <a:pos x="connsiteX86060" y="connsiteY86060"/>
              </a:cxn>
              <a:cxn ang="0">
                <a:pos x="connsiteX86061" y="connsiteY86061"/>
              </a:cxn>
              <a:cxn ang="0">
                <a:pos x="connsiteX86062" y="connsiteY86062"/>
              </a:cxn>
              <a:cxn ang="0">
                <a:pos x="connsiteX86063" y="connsiteY86063"/>
              </a:cxn>
              <a:cxn ang="0">
                <a:pos x="connsiteX86064" y="connsiteY86064"/>
              </a:cxn>
              <a:cxn ang="0">
                <a:pos x="connsiteX86065" y="connsiteY86065"/>
              </a:cxn>
              <a:cxn ang="0">
                <a:pos x="connsiteX86066" y="connsiteY86066"/>
              </a:cxn>
              <a:cxn ang="0">
                <a:pos x="connsiteX86067" y="connsiteY86067"/>
              </a:cxn>
              <a:cxn ang="0">
                <a:pos x="connsiteX86068" y="connsiteY86068"/>
              </a:cxn>
              <a:cxn ang="0">
                <a:pos x="connsiteX86069" y="connsiteY86069"/>
              </a:cxn>
              <a:cxn ang="0">
                <a:pos x="connsiteX86070" y="connsiteY86070"/>
              </a:cxn>
              <a:cxn ang="0">
                <a:pos x="connsiteX86071" y="connsiteY86071"/>
              </a:cxn>
              <a:cxn ang="0">
                <a:pos x="connsiteX86072" y="connsiteY86072"/>
              </a:cxn>
              <a:cxn ang="0">
                <a:pos x="connsiteX86073" y="connsiteY86073"/>
              </a:cxn>
              <a:cxn ang="0">
                <a:pos x="connsiteX86074" y="connsiteY86074"/>
              </a:cxn>
              <a:cxn ang="0">
                <a:pos x="connsiteX86075" y="connsiteY86075"/>
              </a:cxn>
              <a:cxn ang="0">
                <a:pos x="connsiteX86076" y="connsiteY86076"/>
              </a:cxn>
              <a:cxn ang="0">
                <a:pos x="connsiteX86077" y="connsiteY86077"/>
              </a:cxn>
              <a:cxn ang="0">
                <a:pos x="connsiteX86078" y="connsiteY86078"/>
              </a:cxn>
              <a:cxn ang="0">
                <a:pos x="connsiteX86079" y="connsiteY86079"/>
              </a:cxn>
              <a:cxn ang="0">
                <a:pos x="connsiteX86080" y="connsiteY86080"/>
              </a:cxn>
              <a:cxn ang="0">
                <a:pos x="connsiteX86081" y="connsiteY86081"/>
              </a:cxn>
              <a:cxn ang="0">
                <a:pos x="connsiteX86082" y="connsiteY86082"/>
              </a:cxn>
              <a:cxn ang="0">
                <a:pos x="connsiteX86083" y="connsiteY86083"/>
              </a:cxn>
              <a:cxn ang="0">
                <a:pos x="connsiteX86084" y="connsiteY86084"/>
              </a:cxn>
              <a:cxn ang="0">
                <a:pos x="connsiteX86085" y="connsiteY86085"/>
              </a:cxn>
              <a:cxn ang="0">
                <a:pos x="connsiteX86086" y="connsiteY86086"/>
              </a:cxn>
              <a:cxn ang="0">
                <a:pos x="connsiteX86087" y="connsiteY86087"/>
              </a:cxn>
              <a:cxn ang="0">
                <a:pos x="connsiteX86088" y="connsiteY86088"/>
              </a:cxn>
              <a:cxn ang="0">
                <a:pos x="connsiteX86089" y="connsiteY86089"/>
              </a:cxn>
              <a:cxn ang="0">
                <a:pos x="connsiteX86090" y="connsiteY86090"/>
              </a:cxn>
              <a:cxn ang="0">
                <a:pos x="connsiteX86091" y="connsiteY86091"/>
              </a:cxn>
              <a:cxn ang="0">
                <a:pos x="connsiteX86092" y="connsiteY86092"/>
              </a:cxn>
              <a:cxn ang="0">
                <a:pos x="connsiteX86093" y="connsiteY86093"/>
              </a:cxn>
              <a:cxn ang="0">
                <a:pos x="connsiteX86094" y="connsiteY86094"/>
              </a:cxn>
              <a:cxn ang="0">
                <a:pos x="connsiteX86095" y="connsiteY86095"/>
              </a:cxn>
              <a:cxn ang="0">
                <a:pos x="connsiteX86096" y="connsiteY86096"/>
              </a:cxn>
              <a:cxn ang="0">
                <a:pos x="connsiteX86097" y="connsiteY86097"/>
              </a:cxn>
              <a:cxn ang="0">
                <a:pos x="connsiteX86098" y="connsiteY86098"/>
              </a:cxn>
              <a:cxn ang="0">
                <a:pos x="connsiteX86099" y="connsiteY86099"/>
              </a:cxn>
              <a:cxn ang="0">
                <a:pos x="connsiteX86100" y="connsiteY86100"/>
              </a:cxn>
              <a:cxn ang="0">
                <a:pos x="connsiteX86101" y="connsiteY86101"/>
              </a:cxn>
              <a:cxn ang="0">
                <a:pos x="connsiteX86102" y="connsiteY86102"/>
              </a:cxn>
              <a:cxn ang="0">
                <a:pos x="connsiteX86103" y="connsiteY86103"/>
              </a:cxn>
              <a:cxn ang="0">
                <a:pos x="connsiteX86104" y="connsiteY86104"/>
              </a:cxn>
              <a:cxn ang="0">
                <a:pos x="connsiteX86105" y="connsiteY86105"/>
              </a:cxn>
              <a:cxn ang="0">
                <a:pos x="connsiteX86106" y="connsiteY86106"/>
              </a:cxn>
              <a:cxn ang="0">
                <a:pos x="connsiteX86107" y="connsiteY86107"/>
              </a:cxn>
              <a:cxn ang="0">
                <a:pos x="connsiteX86108" y="connsiteY86108"/>
              </a:cxn>
              <a:cxn ang="0">
                <a:pos x="connsiteX86109" y="connsiteY86109"/>
              </a:cxn>
              <a:cxn ang="0">
                <a:pos x="connsiteX86110" y="connsiteY86110"/>
              </a:cxn>
              <a:cxn ang="0">
                <a:pos x="connsiteX86111" y="connsiteY86111"/>
              </a:cxn>
              <a:cxn ang="0">
                <a:pos x="connsiteX86112" y="connsiteY86112"/>
              </a:cxn>
              <a:cxn ang="0">
                <a:pos x="connsiteX86113" y="connsiteY86113"/>
              </a:cxn>
              <a:cxn ang="0">
                <a:pos x="connsiteX86114" y="connsiteY86114"/>
              </a:cxn>
              <a:cxn ang="0">
                <a:pos x="connsiteX86115" y="connsiteY86115"/>
              </a:cxn>
              <a:cxn ang="0">
                <a:pos x="connsiteX86116" y="connsiteY86116"/>
              </a:cxn>
              <a:cxn ang="0">
                <a:pos x="connsiteX86117" y="connsiteY86117"/>
              </a:cxn>
              <a:cxn ang="0">
                <a:pos x="connsiteX86118" y="connsiteY86118"/>
              </a:cxn>
              <a:cxn ang="0">
                <a:pos x="connsiteX86119" y="connsiteY86119"/>
              </a:cxn>
              <a:cxn ang="0">
                <a:pos x="connsiteX86120" y="connsiteY86120"/>
              </a:cxn>
              <a:cxn ang="0">
                <a:pos x="connsiteX86121" y="connsiteY86121"/>
              </a:cxn>
              <a:cxn ang="0">
                <a:pos x="connsiteX86122" y="connsiteY86122"/>
              </a:cxn>
              <a:cxn ang="0">
                <a:pos x="connsiteX86123" y="connsiteY86123"/>
              </a:cxn>
              <a:cxn ang="0">
                <a:pos x="connsiteX86124" y="connsiteY86124"/>
              </a:cxn>
              <a:cxn ang="0">
                <a:pos x="connsiteX86125" y="connsiteY86125"/>
              </a:cxn>
              <a:cxn ang="0">
                <a:pos x="connsiteX86126" y="connsiteY86126"/>
              </a:cxn>
              <a:cxn ang="0">
                <a:pos x="connsiteX86127" y="connsiteY86127"/>
              </a:cxn>
              <a:cxn ang="0">
                <a:pos x="connsiteX86128" y="connsiteY86128"/>
              </a:cxn>
              <a:cxn ang="0">
                <a:pos x="connsiteX86129" y="connsiteY86129"/>
              </a:cxn>
              <a:cxn ang="0">
                <a:pos x="connsiteX86130" y="connsiteY86130"/>
              </a:cxn>
              <a:cxn ang="0">
                <a:pos x="connsiteX86131" y="connsiteY86131"/>
              </a:cxn>
              <a:cxn ang="0">
                <a:pos x="connsiteX86132" y="connsiteY86132"/>
              </a:cxn>
              <a:cxn ang="0">
                <a:pos x="connsiteX86133" y="connsiteY86133"/>
              </a:cxn>
              <a:cxn ang="0">
                <a:pos x="connsiteX86134" y="connsiteY86134"/>
              </a:cxn>
              <a:cxn ang="0">
                <a:pos x="connsiteX86135" y="connsiteY86135"/>
              </a:cxn>
              <a:cxn ang="0">
                <a:pos x="connsiteX86136" y="connsiteY86136"/>
              </a:cxn>
              <a:cxn ang="0">
                <a:pos x="connsiteX86137" y="connsiteY86137"/>
              </a:cxn>
              <a:cxn ang="0">
                <a:pos x="connsiteX86138" y="connsiteY86138"/>
              </a:cxn>
              <a:cxn ang="0">
                <a:pos x="connsiteX86139" y="connsiteY86139"/>
              </a:cxn>
              <a:cxn ang="0">
                <a:pos x="connsiteX86140" y="connsiteY86140"/>
              </a:cxn>
              <a:cxn ang="0">
                <a:pos x="connsiteX86141" y="connsiteY86141"/>
              </a:cxn>
              <a:cxn ang="0">
                <a:pos x="connsiteX86142" y="connsiteY86142"/>
              </a:cxn>
              <a:cxn ang="0">
                <a:pos x="connsiteX86143" y="connsiteY86143"/>
              </a:cxn>
              <a:cxn ang="0">
                <a:pos x="connsiteX86144" y="connsiteY86144"/>
              </a:cxn>
              <a:cxn ang="0">
                <a:pos x="connsiteX86145" y="connsiteY86145"/>
              </a:cxn>
              <a:cxn ang="0">
                <a:pos x="connsiteX86146" y="connsiteY86146"/>
              </a:cxn>
              <a:cxn ang="0">
                <a:pos x="connsiteX86147" y="connsiteY86147"/>
              </a:cxn>
              <a:cxn ang="0">
                <a:pos x="connsiteX86148" y="connsiteY86148"/>
              </a:cxn>
              <a:cxn ang="0">
                <a:pos x="connsiteX86149" y="connsiteY86149"/>
              </a:cxn>
              <a:cxn ang="0">
                <a:pos x="connsiteX86150" y="connsiteY86150"/>
              </a:cxn>
              <a:cxn ang="0">
                <a:pos x="connsiteX86151" y="connsiteY86151"/>
              </a:cxn>
              <a:cxn ang="0">
                <a:pos x="connsiteX86152" y="connsiteY86152"/>
              </a:cxn>
              <a:cxn ang="0">
                <a:pos x="connsiteX86153" y="connsiteY86153"/>
              </a:cxn>
              <a:cxn ang="0">
                <a:pos x="connsiteX86154" y="connsiteY86154"/>
              </a:cxn>
              <a:cxn ang="0">
                <a:pos x="connsiteX86155" y="connsiteY86155"/>
              </a:cxn>
              <a:cxn ang="0">
                <a:pos x="connsiteX86156" y="connsiteY86156"/>
              </a:cxn>
              <a:cxn ang="0">
                <a:pos x="connsiteX86157" y="connsiteY86157"/>
              </a:cxn>
              <a:cxn ang="0">
                <a:pos x="connsiteX86158" y="connsiteY86158"/>
              </a:cxn>
              <a:cxn ang="0">
                <a:pos x="connsiteX86159" y="connsiteY86159"/>
              </a:cxn>
              <a:cxn ang="0">
                <a:pos x="connsiteX86160" y="connsiteY86160"/>
              </a:cxn>
              <a:cxn ang="0">
                <a:pos x="connsiteX86161" y="connsiteY86161"/>
              </a:cxn>
              <a:cxn ang="0">
                <a:pos x="connsiteX86162" y="connsiteY86162"/>
              </a:cxn>
              <a:cxn ang="0">
                <a:pos x="connsiteX86163" y="connsiteY86163"/>
              </a:cxn>
              <a:cxn ang="0">
                <a:pos x="connsiteX86164" y="connsiteY86164"/>
              </a:cxn>
              <a:cxn ang="0">
                <a:pos x="connsiteX86165" y="connsiteY86165"/>
              </a:cxn>
              <a:cxn ang="0">
                <a:pos x="connsiteX86166" y="connsiteY86166"/>
              </a:cxn>
              <a:cxn ang="0">
                <a:pos x="connsiteX86167" y="connsiteY86167"/>
              </a:cxn>
              <a:cxn ang="0">
                <a:pos x="connsiteX86168" y="connsiteY86168"/>
              </a:cxn>
              <a:cxn ang="0">
                <a:pos x="connsiteX86169" y="connsiteY86169"/>
              </a:cxn>
              <a:cxn ang="0">
                <a:pos x="connsiteX86170" y="connsiteY86170"/>
              </a:cxn>
              <a:cxn ang="0">
                <a:pos x="connsiteX86171" y="connsiteY86171"/>
              </a:cxn>
              <a:cxn ang="0">
                <a:pos x="connsiteX86172" y="connsiteY86172"/>
              </a:cxn>
              <a:cxn ang="0">
                <a:pos x="connsiteX86173" y="connsiteY86173"/>
              </a:cxn>
              <a:cxn ang="0">
                <a:pos x="connsiteX86174" y="connsiteY86174"/>
              </a:cxn>
              <a:cxn ang="0">
                <a:pos x="connsiteX86175" y="connsiteY86175"/>
              </a:cxn>
              <a:cxn ang="0">
                <a:pos x="connsiteX86176" y="connsiteY86176"/>
              </a:cxn>
              <a:cxn ang="0">
                <a:pos x="connsiteX86177" y="connsiteY86177"/>
              </a:cxn>
              <a:cxn ang="0">
                <a:pos x="connsiteX86178" y="connsiteY86178"/>
              </a:cxn>
              <a:cxn ang="0">
                <a:pos x="connsiteX86179" y="connsiteY86179"/>
              </a:cxn>
              <a:cxn ang="0">
                <a:pos x="connsiteX86180" y="connsiteY86180"/>
              </a:cxn>
              <a:cxn ang="0">
                <a:pos x="connsiteX86181" y="connsiteY86181"/>
              </a:cxn>
              <a:cxn ang="0">
                <a:pos x="connsiteX86182" y="connsiteY86182"/>
              </a:cxn>
              <a:cxn ang="0">
                <a:pos x="connsiteX86183" y="connsiteY86183"/>
              </a:cxn>
              <a:cxn ang="0">
                <a:pos x="connsiteX86184" y="connsiteY86184"/>
              </a:cxn>
              <a:cxn ang="0">
                <a:pos x="connsiteX86185" y="connsiteY86185"/>
              </a:cxn>
              <a:cxn ang="0">
                <a:pos x="connsiteX86186" y="connsiteY86186"/>
              </a:cxn>
              <a:cxn ang="0">
                <a:pos x="connsiteX86187" y="connsiteY86187"/>
              </a:cxn>
              <a:cxn ang="0">
                <a:pos x="connsiteX86188" y="connsiteY86188"/>
              </a:cxn>
              <a:cxn ang="0">
                <a:pos x="connsiteX86189" y="connsiteY86189"/>
              </a:cxn>
              <a:cxn ang="0">
                <a:pos x="connsiteX86190" y="connsiteY86190"/>
              </a:cxn>
              <a:cxn ang="0">
                <a:pos x="connsiteX86191" y="connsiteY86191"/>
              </a:cxn>
              <a:cxn ang="0">
                <a:pos x="connsiteX86192" y="connsiteY86192"/>
              </a:cxn>
              <a:cxn ang="0">
                <a:pos x="connsiteX86193" y="connsiteY86193"/>
              </a:cxn>
              <a:cxn ang="0">
                <a:pos x="connsiteX86194" y="connsiteY86194"/>
              </a:cxn>
              <a:cxn ang="0">
                <a:pos x="connsiteX86195" y="connsiteY86195"/>
              </a:cxn>
              <a:cxn ang="0">
                <a:pos x="connsiteX86196" y="connsiteY86196"/>
              </a:cxn>
              <a:cxn ang="0">
                <a:pos x="connsiteX86197" y="connsiteY86197"/>
              </a:cxn>
              <a:cxn ang="0">
                <a:pos x="connsiteX86198" y="connsiteY86198"/>
              </a:cxn>
              <a:cxn ang="0">
                <a:pos x="connsiteX86199" y="connsiteY86199"/>
              </a:cxn>
              <a:cxn ang="0">
                <a:pos x="connsiteX86200" y="connsiteY86200"/>
              </a:cxn>
              <a:cxn ang="0">
                <a:pos x="connsiteX86201" y="connsiteY86201"/>
              </a:cxn>
              <a:cxn ang="0">
                <a:pos x="connsiteX86202" y="connsiteY86202"/>
              </a:cxn>
              <a:cxn ang="0">
                <a:pos x="connsiteX86203" y="connsiteY86203"/>
              </a:cxn>
              <a:cxn ang="0">
                <a:pos x="connsiteX86204" y="connsiteY86204"/>
              </a:cxn>
              <a:cxn ang="0">
                <a:pos x="connsiteX86205" y="connsiteY86205"/>
              </a:cxn>
              <a:cxn ang="0">
                <a:pos x="connsiteX86206" y="connsiteY86206"/>
              </a:cxn>
              <a:cxn ang="0">
                <a:pos x="connsiteX86207" y="connsiteY86207"/>
              </a:cxn>
              <a:cxn ang="0">
                <a:pos x="connsiteX86208" y="connsiteY86208"/>
              </a:cxn>
              <a:cxn ang="0">
                <a:pos x="connsiteX86209" y="connsiteY86209"/>
              </a:cxn>
              <a:cxn ang="0">
                <a:pos x="connsiteX86210" y="connsiteY86210"/>
              </a:cxn>
              <a:cxn ang="0">
                <a:pos x="connsiteX86211" y="connsiteY86211"/>
              </a:cxn>
              <a:cxn ang="0">
                <a:pos x="connsiteX86212" y="connsiteY86212"/>
              </a:cxn>
              <a:cxn ang="0">
                <a:pos x="connsiteX86213" y="connsiteY86213"/>
              </a:cxn>
              <a:cxn ang="0">
                <a:pos x="connsiteX86214" y="connsiteY86214"/>
              </a:cxn>
              <a:cxn ang="0">
                <a:pos x="connsiteX86215" y="connsiteY86215"/>
              </a:cxn>
              <a:cxn ang="0">
                <a:pos x="connsiteX86216" y="connsiteY86216"/>
              </a:cxn>
              <a:cxn ang="0">
                <a:pos x="connsiteX86217" y="connsiteY86217"/>
              </a:cxn>
              <a:cxn ang="0">
                <a:pos x="connsiteX86218" y="connsiteY86218"/>
              </a:cxn>
              <a:cxn ang="0">
                <a:pos x="connsiteX86219" y="connsiteY86219"/>
              </a:cxn>
              <a:cxn ang="0">
                <a:pos x="connsiteX86220" y="connsiteY86220"/>
              </a:cxn>
              <a:cxn ang="0">
                <a:pos x="connsiteX86221" y="connsiteY86221"/>
              </a:cxn>
              <a:cxn ang="0">
                <a:pos x="connsiteX86222" y="connsiteY86222"/>
              </a:cxn>
              <a:cxn ang="0">
                <a:pos x="connsiteX86223" y="connsiteY86223"/>
              </a:cxn>
              <a:cxn ang="0">
                <a:pos x="connsiteX86224" y="connsiteY86224"/>
              </a:cxn>
              <a:cxn ang="0">
                <a:pos x="connsiteX86225" y="connsiteY86225"/>
              </a:cxn>
              <a:cxn ang="0">
                <a:pos x="connsiteX86226" y="connsiteY86226"/>
              </a:cxn>
              <a:cxn ang="0">
                <a:pos x="connsiteX86227" y="connsiteY86227"/>
              </a:cxn>
              <a:cxn ang="0">
                <a:pos x="connsiteX86228" y="connsiteY86228"/>
              </a:cxn>
              <a:cxn ang="0">
                <a:pos x="connsiteX86229" y="connsiteY86229"/>
              </a:cxn>
              <a:cxn ang="0">
                <a:pos x="connsiteX86230" y="connsiteY86230"/>
              </a:cxn>
              <a:cxn ang="0">
                <a:pos x="connsiteX86231" y="connsiteY86231"/>
              </a:cxn>
              <a:cxn ang="0">
                <a:pos x="connsiteX86232" y="connsiteY86232"/>
              </a:cxn>
              <a:cxn ang="0">
                <a:pos x="connsiteX86233" y="connsiteY86233"/>
              </a:cxn>
              <a:cxn ang="0">
                <a:pos x="connsiteX86234" y="connsiteY86234"/>
              </a:cxn>
              <a:cxn ang="0">
                <a:pos x="connsiteX86235" y="connsiteY86235"/>
              </a:cxn>
              <a:cxn ang="0">
                <a:pos x="connsiteX86236" y="connsiteY86236"/>
              </a:cxn>
              <a:cxn ang="0">
                <a:pos x="connsiteX86237" y="connsiteY86237"/>
              </a:cxn>
              <a:cxn ang="0">
                <a:pos x="connsiteX86238" y="connsiteY86238"/>
              </a:cxn>
              <a:cxn ang="0">
                <a:pos x="connsiteX86239" y="connsiteY86239"/>
              </a:cxn>
              <a:cxn ang="0">
                <a:pos x="connsiteX86240" y="connsiteY86240"/>
              </a:cxn>
              <a:cxn ang="0">
                <a:pos x="connsiteX86241" y="connsiteY86241"/>
              </a:cxn>
              <a:cxn ang="0">
                <a:pos x="connsiteX86242" y="connsiteY86242"/>
              </a:cxn>
              <a:cxn ang="0">
                <a:pos x="connsiteX86243" y="connsiteY86243"/>
              </a:cxn>
              <a:cxn ang="0">
                <a:pos x="connsiteX86244" y="connsiteY86244"/>
              </a:cxn>
              <a:cxn ang="0">
                <a:pos x="connsiteX86245" y="connsiteY86245"/>
              </a:cxn>
              <a:cxn ang="0">
                <a:pos x="connsiteX86246" y="connsiteY86246"/>
              </a:cxn>
              <a:cxn ang="0">
                <a:pos x="connsiteX86247" y="connsiteY86247"/>
              </a:cxn>
              <a:cxn ang="0">
                <a:pos x="connsiteX86248" y="connsiteY86248"/>
              </a:cxn>
              <a:cxn ang="0">
                <a:pos x="connsiteX86249" y="connsiteY86249"/>
              </a:cxn>
              <a:cxn ang="0">
                <a:pos x="connsiteX86250" y="connsiteY86250"/>
              </a:cxn>
              <a:cxn ang="0">
                <a:pos x="connsiteX86251" y="connsiteY86251"/>
              </a:cxn>
              <a:cxn ang="0">
                <a:pos x="connsiteX86252" y="connsiteY86252"/>
              </a:cxn>
              <a:cxn ang="0">
                <a:pos x="connsiteX86253" y="connsiteY86253"/>
              </a:cxn>
              <a:cxn ang="0">
                <a:pos x="connsiteX86254" y="connsiteY86254"/>
              </a:cxn>
              <a:cxn ang="0">
                <a:pos x="connsiteX86255" y="connsiteY86255"/>
              </a:cxn>
              <a:cxn ang="0">
                <a:pos x="connsiteX86256" y="connsiteY86256"/>
              </a:cxn>
              <a:cxn ang="0">
                <a:pos x="connsiteX86257" y="connsiteY86257"/>
              </a:cxn>
              <a:cxn ang="0">
                <a:pos x="connsiteX86258" y="connsiteY86258"/>
              </a:cxn>
              <a:cxn ang="0">
                <a:pos x="connsiteX86259" y="connsiteY86259"/>
              </a:cxn>
              <a:cxn ang="0">
                <a:pos x="connsiteX86260" y="connsiteY86260"/>
              </a:cxn>
              <a:cxn ang="0">
                <a:pos x="connsiteX86261" y="connsiteY86261"/>
              </a:cxn>
              <a:cxn ang="0">
                <a:pos x="connsiteX86262" y="connsiteY86262"/>
              </a:cxn>
              <a:cxn ang="0">
                <a:pos x="connsiteX86263" y="connsiteY86263"/>
              </a:cxn>
              <a:cxn ang="0">
                <a:pos x="connsiteX86264" y="connsiteY86264"/>
              </a:cxn>
              <a:cxn ang="0">
                <a:pos x="connsiteX86265" y="connsiteY86265"/>
              </a:cxn>
              <a:cxn ang="0">
                <a:pos x="connsiteX86266" y="connsiteY86266"/>
              </a:cxn>
              <a:cxn ang="0">
                <a:pos x="connsiteX86267" y="connsiteY86267"/>
              </a:cxn>
              <a:cxn ang="0">
                <a:pos x="connsiteX86268" y="connsiteY86268"/>
              </a:cxn>
              <a:cxn ang="0">
                <a:pos x="connsiteX86269" y="connsiteY86269"/>
              </a:cxn>
              <a:cxn ang="0">
                <a:pos x="connsiteX86270" y="connsiteY86270"/>
              </a:cxn>
              <a:cxn ang="0">
                <a:pos x="connsiteX86271" y="connsiteY86271"/>
              </a:cxn>
              <a:cxn ang="0">
                <a:pos x="connsiteX86272" y="connsiteY86272"/>
              </a:cxn>
              <a:cxn ang="0">
                <a:pos x="connsiteX86273" y="connsiteY86273"/>
              </a:cxn>
              <a:cxn ang="0">
                <a:pos x="connsiteX86274" y="connsiteY86274"/>
              </a:cxn>
              <a:cxn ang="0">
                <a:pos x="connsiteX86275" y="connsiteY86275"/>
              </a:cxn>
              <a:cxn ang="0">
                <a:pos x="connsiteX86276" y="connsiteY86276"/>
              </a:cxn>
              <a:cxn ang="0">
                <a:pos x="connsiteX86277" y="connsiteY86277"/>
              </a:cxn>
              <a:cxn ang="0">
                <a:pos x="connsiteX86278" y="connsiteY86278"/>
              </a:cxn>
              <a:cxn ang="0">
                <a:pos x="connsiteX86279" y="connsiteY86279"/>
              </a:cxn>
              <a:cxn ang="0">
                <a:pos x="connsiteX86280" y="connsiteY86280"/>
              </a:cxn>
              <a:cxn ang="0">
                <a:pos x="connsiteX86281" y="connsiteY86281"/>
              </a:cxn>
              <a:cxn ang="0">
                <a:pos x="connsiteX86282" y="connsiteY86282"/>
              </a:cxn>
              <a:cxn ang="0">
                <a:pos x="connsiteX86283" y="connsiteY86283"/>
              </a:cxn>
              <a:cxn ang="0">
                <a:pos x="connsiteX86284" y="connsiteY86284"/>
              </a:cxn>
              <a:cxn ang="0">
                <a:pos x="connsiteX86285" y="connsiteY86285"/>
              </a:cxn>
              <a:cxn ang="0">
                <a:pos x="connsiteX86286" y="connsiteY86286"/>
              </a:cxn>
              <a:cxn ang="0">
                <a:pos x="connsiteX86287" y="connsiteY86287"/>
              </a:cxn>
              <a:cxn ang="0">
                <a:pos x="connsiteX86288" y="connsiteY86288"/>
              </a:cxn>
              <a:cxn ang="0">
                <a:pos x="connsiteX86289" y="connsiteY86289"/>
              </a:cxn>
              <a:cxn ang="0">
                <a:pos x="connsiteX86290" y="connsiteY86290"/>
              </a:cxn>
              <a:cxn ang="0">
                <a:pos x="connsiteX86291" y="connsiteY86291"/>
              </a:cxn>
              <a:cxn ang="0">
                <a:pos x="connsiteX86292" y="connsiteY86292"/>
              </a:cxn>
              <a:cxn ang="0">
                <a:pos x="connsiteX86293" y="connsiteY86293"/>
              </a:cxn>
              <a:cxn ang="0">
                <a:pos x="connsiteX86294" y="connsiteY86294"/>
              </a:cxn>
              <a:cxn ang="0">
                <a:pos x="connsiteX86295" y="connsiteY86295"/>
              </a:cxn>
              <a:cxn ang="0">
                <a:pos x="connsiteX86296" y="connsiteY86296"/>
              </a:cxn>
              <a:cxn ang="0">
                <a:pos x="connsiteX86297" y="connsiteY86297"/>
              </a:cxn>
              <a:cxn ang="0">
                <a:pos x="connsiteX86298" y="connsiteY86298"/>
              </a:cxn>
              <a:cxn ang="0">
                <a:pos x="connsiteX86299" y="connsiteY86299"/>
              </a:cxn>
              <a:cxn ang="0">
                <a:pos x="connsiteX86300" y="connsiteY86300"/>
              </a:cxn>
              <a:cxn ang="0">
                <a:pos x="connsiteX86301" y="connsiteY86301"/>
              </a:cxn>
              <a:cxn ang="0">
                <a:pos x="connsiteX86302" y="connsiteY86302"/>
              </a:cxn>
              <a:cxn ang="0">
                <a:pos x="connsiteX86303" y="connsiteY86303"/>
              </a:cxn>
              <a:cxn ang="0">
                <a:pos x="connsiteX86304" y="connsiteY86304"/>
              </a:cxn>
              <a:cxn ang="0">
                <a:pos x="connsiteX86305" y="connsiteY86305"/>
              </a:cxn>
              <a:cxn ang="0">
                <a:pos x="connsiteX86306" y="connsiteY86306"/>
              </a:cxn>
              <a:cxn ang="0">
                <a:pos x="connsiteX86307" y="connsiteY86307"/>
              </a:cxn>
              <a:cxn ang="0">
                <a:pos x="connsiteX86308" y="connsiteY86308"/>
              </a:cxn>
              <a:cxn ang="0">
                <a:pos x="connsiteX86309" y="connsiteY86309"/>
              </a:cxn>
              <a:cxn ang="0">
                <a:pos x="connsiteX86310" y="connsiteY86310"/>
              </a:cxn>
              <a:cxn ang="0">
                <a:pos x="connsiteX86311" y="connsiteY86311"/>
              </a:cxn>
              <a:cxn ang="0">
                <a:pos x="connsiteX86312" y="connsiteY86312"/>
              </a:cxn>
              <a:cxn ang="0">
                <a:pos x="connsiteX86313" y="connsiteY86313"/>
              </a:cxn>
              <a:cxn ang="0">
                <a:pos x="connsiteX86314" y="connsiteY86314"/>
              </a:cxn>
              <a:cxn ang="0">
                <a:pos x="connsiteX86315" y="connsiteY86315"/>
              </a:cxn>
              <a:cxn ang="0">
                <a:pos x="connsiteX86316" y="connsiteY86316"/>
              </a:cxn>
              <a:cxn ang="0">
                <a:pos x="connsiteX86317" y="connsiteY86317"/>
              </a:cxn>
              <a:cxn ang="0">
                <a:pos x="connsiteX86318" y="connsiteY86318"/>
              </a:cxn>
              <a:cxn ang="0">
                <a:pos x="connsiteX86319" y="connsiteY86319"/>
              </a:cxn>
              <a:cxn ang="0">
                <a:pos x="connsiteX86320" y="connsiteY86320"/>
              </a:cxn>
              <a:cxn ang="0">
                <a:pos x="connsiteX86321" y="connsiteY86321"/>
              </a:cxn>
              <a:cxn ang="0">
                <a:pos x="connsiteX86322" y="connsiteY86322"/>
              </a:cxn>
              <a:cxn ang="0">
                <a:pos x="connsiteX86323" y="connsiteY86323"/>
              </a:cxn>
              <a:cxn ang="0">
                <a:pos x="connsiteX86324" y="connsiteY86324"/>
              </a:cxn>
              <a:cxn ang="0">
                <a:pos x="connsiteX86325" y="connsiteY86325"/>
              </a:cxn>
              <a:cxn ang="0">
                <a:pos x="connsiteX86326" y="connsiteY86326"/>
              </a:cxn>
              <a:cxn ang="0">
                <a:pos x="connsiteX86327" y="connsiteY86327"/>
              </a:cxn>
              <a:cxn ang="0">
                <a:pos x="connsiteX86328" y="connsiteY86328"/>
              </a:cxn>
              <a:cxn ang="0">
                <a:pos x="connsiteX86329" y="connsiteY86329"/>
              </a:cxn>
              <a:cxn ang="0">
                <a:pos x="connsiteX86330" y="connsiteY86330"/>
              </a:cxn>
              <a:cxn ang="0">
                <a:pos x="connsiteX86331" y="connsiteY86331"/>
              </a:cxn>
              <a:cxn ang="0">
                <a:pos x="connsiteX86332" y="connsiteY86332"/>
              </a:cxn>
              <a:cxn ang="0">
                <a:pos x="connsiteX86333" y="connsiteY86333"/>
              </a:cxn>
              <a:cxn ang="0">
                <a:pos x="connsiteX86334" y="connsiteY86334"/>
              </a:cxn>
              <a:cxn ang="0">
                <a:pos x="connsiteX86335" y="connsiteY86335"/>
              </a:cxn>
              <a:cxn ang="0">
                <a:pos x="connsiteX86336" y="connsiteY86336"/>
              </a:cxn>
              <a:cxn ang="0">
                <a:pos x="connsiteX86337" y="connsiteY86337"/>
              </a:cxn>
              <a:cxn ang="0">
                <a:pos x="connsiteX86338" y="connsiteY86338"/>
              </a:cxn>
              <a:cxn ang="0">
                <a:pos x="connsiteX86339" y="connsiteY86339"/>
              </a:cxn>
              <a:cxn ang="0">
                <a:pos x="connsiteX86340" y="connsiteY86340"/>
              </a:cxn>
              <a:cxn ang="0">
                <a:pos x="connsiteX86341" y="connsiteY86341"/>
              </a:cxn>
              <a:cxn ang="0">
                <a:pos x="connsiteX86342" y="connsiteY86342"/>
              </a:cxn>
              <a:cxn ang="0">
                <a:pos x="connsiteX86343" y="connsiteY86343"/>
              </a:cxn>
              <a:cxn ang="0">
                <a:pos x="connsiteX86344" y="connsiteY86344"/>
              </a:cxn>
              <a:cxn ang="0">
                <a:pos x="connsiteX86345" y="connsiteY86345"/>
              </a:cxn>
              <a:cxn ang="0">
                <a:pos x="connsiteX86346" y="connsiteY86346"/>
              </a:cxn>
              <a:cxn ang="0">
                <a:pos x="connsiteX86347" y="connsiteY86347"/>
              </a:cxn>
              <a:cxn ang="0">
                <a:pos x="connsiteX86348" y="connsiteY86348"/>
              </a:cxn>
              <a:cxn ang="0">
                <a:pos x="connsiteX86349" y="connsiteY86349"/>
              </a:cxn>
              <a:cxn ang="0">
                <a:pos x="connsiteX86350" y="connsiteY86350"/>
              </a:cxn>
              <a:cxn ang="0">
                <a:pos x="connsiteX86351" y="connsiteY86351"/>
              </a:cxn>
              <a:cxn ang="0">
                <a:pos x="connsiteX86352" y="connsiteY86352"/>
              </a:cxn>
              <a:cxn ang="0">
                <a:pos x="connsiteX86353" y="connsiteY86353"/>
              </a:cxn>
              <a:cxn ang="0">
                <a:pos x="connsiteX86354" y="connsiteY86354"/>
              </a:cxn>
              <a:cxn ang="0">
                <a:pos x="connsiteX86355" y="connsiteY86355"/>
              </a:cxn>
              <a:cxn ang="0">
                <a:pos x="connsiteX86356" y="connsiteY86356"/>
              </a:cxn>
              <a:cxn ang="0">
                <a:pos x="connsiteX86357" y="connsiteY86357"/>
              </a:cxn>
              <a:cxn ang="0">
                <a:pos x="connsiteX86358" y="connsiteY86358"/>
              </a:cxn>
              <a:cxn ang="0">
                <a:pos x="connsiteX86359" y="connsiteY86359"/>
              </a:cxn>
              <a:cxn ang="0">
                <a:pos x="connsiteX86360" y="connsiteY86360"/>
              </a:cxn>
              <a:cxn ang="0">
                <a:pos x="connsiteX86361" y="connsiteY86361"/>
              </a:cxn>
              <a:cxn ang="0">
                <a:pos x="connsiteX86362" y="connsiteY86362"/>
              </a:cxn>
              <a:cxn ang="0">
                <a:pos x="connsiteX86363" y="connsiteY86363"/>
              </a:cxn>
              <a:cxn ang="0">
                <a:pos x="connsiteX86364" y="connsiteY86364"/>
              </a:cxn>
              <a:cxn ang="0">
                <a:pos x="connsiteX86365" y="connsiteY86365"/>
              </a:cxn>
              <a:cxn ang="0">
                <a:pos x="connsiteX86366" y="connsiteY86366"/>
              </a:cxn>
              <a:cxn ang="0">
                <a:pos x="connsiteX86367" y="connsiteY86367"/>
              </a:cxn>
              <a:cxn ang="0">
                <a:pos x="connsiteX86368" y="connsiteY86368"/>
              </a:cxn>
              <a:cxn ang="0">
                <a:pos x="connsiteX86369" y="connsiteY86369"/>
              </a:cxn>
              <a:cxn ang="0">
                <a:pos x="connsiteX86370" y="connsiteY86370"/>
              </a:cxn>
              <a:cxn ang="0">
                <a:pos x="connsiteX86371" y="connsiteY86371"/>
              </a:cxn>
              <a:cxn ang="0">
                <a:pos x="connsiteX86372" y="connsiteY86372"/>
              </a:cxn>
              <a:cxn ang="0">
                <a:pos x="connsiteX86373" y="connsiteY86373"/>
              </a:cxn>
              <a:cxn ang="0">
                <a:pos x="connsiteX86374" y="connsiteY86374"/>
              </a:cxn>
              <a:cxn ang="0">
                <a:pos x="connsiteX86375" y="connsiteY86375"/>
              </a:cxn>
              <a:cxn ang="0">
                <a:pos x="connsiteX86376" y="connsiteY86376"/>
              </a:cxn>
              <a:cxn ang="0">
                <a:pos x="connsiteX86377" y="connsiteY86377"/>
              </a:cxn>
              <a:cxn ang="0">
                <a:pos x="connsiteX86378" y="connsiteY86378"/>
              </a:cxn>
              <a:cxn ang="0">
                <a:pos x="connsiteX86379" y="connsiteY86379"/>
              </a:cxn>
              <a:cxn ang="0">
                <a:pos x="connsiteX86380" y="connsiteY86380"/>
              </a:cxn>
              <a:cxn ang="0">
                <a:pos x="connsiteX86381" y="connsiteY86381"/>
              </a:cxn>
              <a:cxn ang="0">
                <a:pos x="connsiteX86382" y="connsiteY86382"/>
              </a:cxn>
              <a:cxn ang="0">
                <a:pos x="connsiteX86383" y="connsiteY86383"/>
              </a:cxn>
              <a:cxn ang="0">
                <a:pos x="connsiteX86384" y="connsiteY86384"/>
              </a:cxn>
              <a:cxn ang="0">
                <a:pos x="connsiteX86385" y="connsiteY86385"/>
              </a:cxn>
              <a:cxn ang="0">
                <a:pos x="connsiteX86386" y="connsiteY86386"/>
              </a:cxn>
              <a:cxn ang="0">
                <a:pos x="connsiteX86387" y="connsiteY86387"/>
              </a:cxn>
              <a:cxn ang="0">
                <a:pos x="connsiteX86388" y="connsiteY86388"/>
              </a:cxn>
              <a:cxn ang="0">
                <a:pos x="connsiteX86389" y="connsiteY86389"/>
              </a:cxn>
              <a:cxn ang="0">
                <a:pos x="connsiteX86390" y="connsiteY86390"/>
              </a:cxn>
              <a:cxn ang="0">
                <a:pos x="connsiteX86391" y="connsiteY86391"/>
              </a:cxn>
              <a:cxn ang="0">
                <a:pos x="connsiteX86392" y="connsiteY86392"/>
              </a:cxn>
              <a:cxn ang="0">
                <a:pos x="connsiteX86393" y="connsiteY86393"/>
              </a:cxn>
              <a:cxn ang="0">
                <a:pos x="connsiteX86394" y="connsiteY86394"/>
              </a:cxn>
              <a:cxn ang="0">
                <a:pos x="connsiteX86395" y="connsiteY86395"/>
              </a:cxn>
              <a:cxn ang="0">
                <a:pos x="connsiteX86396" y="connsiteY86396"/>
              </a:cxn>
              <a:cxn ang="0">
                <a:pos x="connsiteX86397" y="connsiteY86397"/>
              </a:cxn>
              <a:cxn ang="0">
                <a:pos x="connsiteX86398" y="connsiteY86398"/>
              </a:cxn>
              <a:cxn ang="0">
                <a:pos x="connsiteX86399" y="connsiteY86399"/>
              </a:cxn>
              <a:cxn ang="0">
                <a:pos x="connsiteX86400" y="connsiteY86400"/>
              </a:cxn>
              <a:cxn ang="0">
                <a:pos x="connsiteX86401" y="connsiteY86401"/>
              </a:cxn>
              <a:cxn ang="0">
                <a:pos x="connsiteX86402" y="connsiteY86402"/>
              </a:cxn>
              <a:cxn ang="0">
                <a:pos x="connsiteX86403" y="connsiteY86403"/>
              </a:cxn>
              <a:cxn ang="0">
                <a:pos x="connsiteX86404" y="connsiteY86404"/>
              </a:cxn>
              <a:cxn ang="0">
                <a:pos x="connsiteX86405" y="connsiteY86405"/>
              </a:cxn>
              <a:cxn ang="0">
                <a:pos x="connsiteX86406" y="connsiteY86406"/>
              </a:cxn>
              <a:cxn ang="0">
                <a:pos x="connsiteX86407" y="connsiteY86407"/>
              </a:cxn>
              <a:cxn ang="0">
                <a:pos x="connsiteX86408" y="connsiteY86408"/>
              </a:cxn>
              <a:cxn ang="0">
                <a:pos x="connsiteX86409" y="connsiteY86409"/>
              </a:cxn>
              <a:cxn ang="0">
                <a:pos x="connsiteX86410" y="connsiteY86410"/>
              </a:cxn>
              <a:cxn ang="0">
                <a:pos x="connsiteX86411" y="connsiteY86411"/>
              </a:cxn>
              <a:cxn ang="0">
                <a:pos x="connsiteX86412" y="connsiteY86412"/>
              </a:cxn>
              <a:cxn ang="0">
                <a:pos x="connsiteX86413" y="connsiteY86413"/>
              </a:cxn>
              <a:cxn ang="0">
                <a:pos x="connsiteX86414" y="connsiteY86414"/>
              </a:cxn>
              <a:cxn ang="0">
                <a:pos x="connsiteX86415" y="connsiteY86415"/>
              </a:cxn>
              <a:cxn ang="0">
                <a:pos x="connsiteX86416" y="connsiteY86416"/>
              </a:cxn>
              <a:cxn ang="0">
                <a:pos x="connsiteX86417" y="connsiteY86417"/>
              </a:cxn>
              <a:cxn ang="0">
                <a:pos x="connsiteX86418" y="connsiteY86418"/>
              </a:cxn>
              <a:cxn ang="0">
                <a:pos x="connsiteX86419" y="connsiteY86419"/>
              </a:cxn>
              <a:cxn ang="0">
                <a:pos x="connsiteX86420" y="connsiteY86420"/>
              </a:cxn>
              <a:cxn ang="0">
                <a:pos x="connsiteX86421" y="connsiteY86421"/>
              </a:cxn>
              <a:cxn ang="0">
                <a:pos x="connsiteX86422" y="connsiteY86422"/>
              </a:cxn>
              <a:cxn ang="0">
                <a:pos x="connsiteX86423" y="connsiteY86423"/>
              </a:cxn>
              <a:cxn ang="0">
                <a:pos x="connsiteX86424" y="connsiteY86424"/>
              </a:cxn>
              <a:cxn ang="0">
                <a:pos x="connsiteX86425" y="connsiteY86425"/>
              </a:cxn>
              <a:cxn ang="0">
                <a:pos x="connsiteX86426" y="connsiteY86426"/>
              </a:cxn>
              <a:cxn ang="0">
                <a:pos x="connsiteX86427" y="connsiteY86427"/>
              </a:cxn>
              <a:cxn ang="0">
                <a:pos x="connsiteX86428" y="connsiteY86428"/>
              </a:cxn>
              <a:cxn ang="0">
                <a:pos x="connsiteX86429" y="connsiteY86429"/>
              </a:cxn>
              <a:cxn ang="0">
                <a:pos x="connsiteX86430" y="connsiteY86430"/>
              </a:cxn>
              <a:cxn ang="0">
                <a:pos x="connsiteX86431" y="connsiteY86431"/>
              </a:cxn>
              <a:cxn ang="0">
                <a:pos x="connsiteX86432" y="connsiteY86432"/>
              </a:cxn>
              <a:cxn ang="0">
                <a:pos x="connsiteX86433" y="connsiteY86433"/>
              </a:cxn>
              <a:cxn ang="0">
                <a:pos x="connsiteX86434" y="connsiteY86434"/>
              </a:cxn>
              <a:cxn ang="0">
                <a:pos x="connsiteX86435" y="connsiteY86435"/>
              </a:cxn>
              <a:cxn ang="0">
                <a:pos x="connsiteX86436" y="connsiteY86436"/>
              </a:cxn>
              <a:cxn ang="0">
                <a:pos x="connsiteX86437" y="connsiteY86437"/>
              </a:cxn>
              <a:cxn ang="0">
                <a:pos x="connsiteX86438" y="connsiteY86438"/>
              </a:cxn>
              <a:cxn ang="0">
                <a:pos x="connsiteX86439" y="connsiteY86439"/>
              </a:cxn>
              <a:cxn ang="0">
                <a:pos x="connsiteX86440" y="connsiteY86440"/>
              </a:cxn>
              <a:cxn ang="0">
                <a:pos x="connsiteX86441" y="connsiteY86441"/>
              </a:cxn>
              <a:cxn ang="0">
                <a:pos x="connsiteX86442" y="connsiteY86442"/>
              </a:cxn>
              <a:cxn ang="0">
                <a:pos x="connsiteX86443" y="connsiteY86443"/>
              </a:cxn>
              <a:cxn ang="0">
                <a:pos x="connsiteX86444" y="connsiteY86444"/>
              </a:cxn>
              <a:cxn ang="0">
                <a:pos x="connsiteX86445" y="connsiteY86445"/>
              </a:cxn>
              <a:cxn ang="0">
                <a:pos x="connsiteX86446" y="connsiteY86446"/>
              </a:cxn>
              <a:cxn ang="0">
                <a:pos x="connsiteX86447" y="connsiteY86447"/>
              </a:cxn>
              <a:cxn ang="0">
                <a:pos x="connsiteX86448" y="connsiteY86448"/>
              </a:cxn>
              <a:cxn ang="0">
                <a:pos x="connsiteX86449" y="connsiteY86449"/>
              </a:cxn>
              <a:cxn ang="0">
                <a:pos x="connsiteX86450" y="connsiteY86450"/>
              </a:cxn>
              <a:cxn ang="0">
                <a:pos x="connsiteX86451" y="connsiteY86451"/>
              </a:cxn>
              <a:cxn ang="0">
                <a:pos x="connsiteX86452" y="connsiteY86452"/>
              </a:cxn>
              <a:cxn ang="0">
                <a:pos x="connsiteX86453" y="connsiteY86453"/>
              </a:cxn>
              <a:cxn ang="0">
                <a:pos x="connsiteX86454" y="connsiteY86454"/>
              </a:cxn>
              <a:cxn ang="0">
                <a:pos x="connsiteX86455" y="connsiteY86455"/>
              </a:cxn>
              <a:cxn ang="0">
                <a:pos x="connsiteX86456" y="connsiteY86456"/>
              </a:cxn>
              <a:cxn ang="0">
                <a:pos x="connsiteX86457" y="connsiteY86457"/>
              </a:cxn>
              <a:cxn ang="0">
                <a:pos x="connsiteX86458" y="connsiteY86458"/>
              </a:cxn>
              <a:cxn ang="0">
                <a:pos x="connsiteX86459" y="connsiteY86459"/>
              </a:cxn>
              <a:cxn ang="0">
                <a:pos x="connsiteX86460" y="connsiteY86460"/>
              </a:cxn>
              <a:cxn ang="0">
                <a:pos x="connsiteX86461" y="connsiteY86461"/>
              </a:cxn>
              <a:cxn ang="0">
                <a:pos x="connsiteX86462" y="connsiteY86462"/>
              </a:cxn>
              <a:cxn ang="0">
                <a:pos x="connsiteX86463" y="connsiteY86463"/>
              </a:cxn>
              <a:cxn ang="0">
                <a:pos x="connsiteX86464" y="connsiteY86464"/>
              </a:cxn>
              <a:cxn ang="0">
                <a:pos x="connsiteX86465" y="connsiteY86465"/>
              </a:cxn>
              <a:cxn ang="0">
                <a:pos x="connsiteX86466" y="connsiteY86466"/>
              </a:cxn>
              <a:cxn ang="0">
                <a:pos x="connsiteX86467" y="connsiteY86467"/>
              </a:cxn>
              <a:cxn ang="0">
                <a:pos x="connsiteX86468" y="connsiteY86468"/>
              </a:cxn>
              <a:cxn ang="0">
                <a:pos x="connsiteX86469" y="connsiteY86469"/>
              </a:cxn>
              <a:cxn ang="0">
                <a:pos x="connsiteX86470" y="connsiteY86470"/>
              </a:cxn>
              <a:cxn ang="0">
                <a:pos x="connsiteX86471" y="connsiteY86471"/>
              </a:cxn>
              <a:cxn ang="0">
                <a:pos x="connsiteX86472" y="connsiteY86472"/>
              </a:cxn>
              <a:cxn ang="0">
                <a:pos x="connsiteX86473" y="connsiteY86473"/>
              </a:cxn>
              <a:cxn ang="0">
                <a:pos x="connsiteX86474" y="connsiteY86474"/>
              </a:cxn>
              <a:cxn ang="0">
                <a:pos x="connsiteX86475" y="connsiteY86475"/>
              </a:cxn>
              <a:cxn ang="0">
                <a:pos x="connsiteX86476" y="connsiteY86476"/>
              </a:cxn>
              <a:cxn ang="0">
                <a:pos x="connsiteX86477" y="connsiteY86477"/>
              </a:cxn>
              <a:cxn ang="0">
                <a:pos x="connsiteX86478" y="connsiteY86478"/>
              </a:cxn>
              <a:cxn ang="0">
                <a:pos x="connsiteX86479" y="connsiteY86479"/>
              </a:cxn>
              <a:cxn ang="0">
                <a:pos x="connsiteX86480" y="connsiteY86480"/>
              </a:cxn>
              <a:cxn ang="0">
                <a:pos x="connsiteX86481" y="connsiteY86481"/>
              </a:cxn>
              <a:cxn ang="0">
                <a:pos x="connsiteX86482" y="connsiteY86482"/>
              </a:cxn>
              <a:cxn ang="0">
                <a:pos x="connsiteX86483" y="connsiteY86483"/>
              </a:cxn>
              <a:cxn ang="0">
                <a:pos x="connsiteX86484" y="connsiteY86484"/>
              </a:cxn>
              <a:cxn ang="0">
                <a:pos x="connsiteX86485" y="connsiteY86485"/>
              </a:cxn>
              <a:cxn ang="0">
                <a:pos x="connsiteX86486" y="connsiteY86486"/>
              </a:cxn>
              <a:cxn ang="0">
                <a:pos x="connsiteX86487" y="connsiteY86487"/>
              </a:cxn>
              <a:cxn ang="0">
                <a:pos x="connsiteX86488" y="connsiteY86488"/>
              </a:cxn>
              <a:cxn ang="0">
                <a:pos x="connsiteX86489" y="connsiteY86489"/>
              </a:cxn>
              <a:cxn ang="0">
                <a:pos x="connsiteX86490" y="connsiteY86490"/>
              </a:cxn>
              <a:cxn ang="0">
                <a:pos x="connsiteX86491" y="connsiteY86491"/>
              </a:cxn>
              <a:cxn ang="0">
                <a:pos x="connsiteX86492" y="connsiteY86492"/>
              </a:cxn>
              <a:cxn ang="0">
                <a:pos x="connsiteX86493" y="connsiteY86493"/>
              </a:cxn>
              <a:cxn ang="0">
                <a:pos x="connsiteX86494" y="connsiteY86494"/>
              </a:cxn>
              <a:cxn ang="0">
                <a:pos x="connsiteX86495" y="connsiteY86495"/>
              </a:cxn>
              <a:cxn ang="0">
                <a:pos x="connsiteX86496" y="connsiteY86496"/>
              </a:cxn>
              <a:cxn ang="0">
                <a:pos x="connsiteX86497" y="connsiteY86497"/>
              </a:cxn>
              <a:cxn ang="0">
                <a:pos x="connsiteX86498" y="connsiteY86498"/>
              </a:cxn>
              <a:cxn ang="0">
                <a:pos x="connsiteX86499" y="connsiteY86499"/>
              </a:cxn>
              <a:cxn ang="0">
                <a:pos x="connsiteX86500" y="connsiteY86500"/>
              </a:cxn>
              <a:cxn ang="0">
                <a:pos x="connsiteX86501" y="connsiteY86501"/>
              </a:cxn>
              <a:cxn ang="0">
                <a:pos x="connsiteX86502" y="connsiteY86502"/>
              </a:cxn>
              <a:cxn ang="0">
                <a:pos x="connsiteX86503" y="connsiteY86503"/>
              </a:cxn>
              <a:cxn ang="0">
                <a:pos x="connsiteX86504" y="connsiteY86504"/>
              </a:cxn>
              <a:cxn ang="0">
                <a:pos x="connsiteX86505" y="connsiteY86505"/>
              </a:cxn>
              <a:cxn ang="0">
                <a:pos x="connsiteX86506" y="connsiteY86506"/>
              </a:cxn>
              <a:cxn ang="0">
                <a:pos x="connsiteX86507" y="connsiteY86507"/>
              </a:cxn>
              <a:cxn ang="0">
                <a:pos x="connsiteX86508" y="connsiteY86508"/>
              </a:cxn>
              <a:cxn ang="0">
                <a:pos x="connsiteX86509" y="connsiteY86509"/>
              </a:cxn>
              <a:cxn ang="0">
                <a:pos x="connsiteX86510" y="connsiteY86510"/>
              </a:cxn>
              <a:cxn ang="0">
                <a:pos x="connsiteX86511" y="connsiteY86511"/>
              </a:cxn>
              <a:cxn ang="0">
                <a:pos x="connsiteX86512" y="connsiteY86512"/>
              </a:cxn>
              <a:cxn ang="0">
                <a:pos x="connsiteX86513" y="connsiteY86513"/>
              </a:cxn>
              <a:cxn ang="0">
                <a:pos x="connsiteX86514" y="connsiteY86514"/>
              </a:cxn>
              <a:cxn ang="0">
                <a:pos x="connsiteX86515" y="connsiteY86515"/>
              </a:cxn>
              <a:cxn ang="0">
                <a:pos x="connsiteX86516" y="connsiteY86516"/>
              </a:cxn>
              <a:cxn ang="0">
                <a:pos x="connsiteX86517" y="connsiteY86517"/>
              </a:cxn>
              <a:cxn ang="0">
                <a:pos x="connsiteX86518" y="connsiteY86518"/>
              </a:cxn>
              <a:cxn ang="0">
                <a:pos x="connsiteX86519" y="connsiteY86519"/>
              </a:cxn>
              <a:cxn ang="0">
                <a:pos x="connsiteX86520" y="connsiteY86520"/>
              </a:cxn>
              <a:cxn ang="0">
                <a:pos x="connsiteX86521" y="connsiteY86521"/>
              </a:cxn>
              <a:cxn ang="0">
                <a:pos x="connsiteX86522" y="connsiteY86522"/>
              </a:cxn>
              <a:cxn ang="0">
                <a:pos x="connsiteX86523" y="connsiteY86523"/>
              </a:cxn>
              <a:cxn ang="0">
                <a:pos x="connsiteX86524" y="connsiteY86524"/>
              </a:cxn>
              <a:cxn ang="0">
                <a:pos x="connsiteX86525" y="connsiteY86525"/>
              </a:cxn>
              <a:cxn ang="0">
                <a:pos x="connsiteX86526" y="connsiteY86526"/>
              </a:cxn>
              <a:cxn ang="0">
                <a:pos x="connsiteX86527" y="connsiteY86527"/>
              </a:cxn>
              <a:cxn ang="0">
                <a:pos x="connsiteX86528" y="connsiteY86528"/>
              </a:cxn>
              <a:cxn ang="0">
                <a:pos x="connsiteX86529" y="connsiteY86529"/>
              </a:cxn>
              <a:cxn ang="0">
                <a:pos x="connsiteX86530" y="connsiteY86530"/>
              </a:cxn>
              <a:cxn ang="0">
                <a:pos x="connsiteX86531" y="connsiteY86531"/>
              </a:cxn>
              <a:cxn ang="0">
                <a:pos x="connsiteX86532" y="connsiteY86532"/>
              </a:cxn>
              <a:cxn ang="0">
                <a:pos x="connsiteX86533" y="connsiteY86533"/>
              </a:cxn>
              <a:cxn ang="0">
                <a:pos x="connsiteX86534" y="connsiteY86534"/>
              </a:cxn>
              <a:cxn ang="0">
                <a:pos x="connsiteX86535" y="connsiteY86535"/>
              </a:cxn>
              <a:cxn ang="0">
                <a:pos x="connsiteX86536" y="connsiteY86536"/>
              </a:cxn>
              <a:cxn ang="0">
                <a:pos x="connsiteX86537" y="connsiteY86537"/>
              </a:cxn>
              <a:cxn ang="0">
                <a:pos x="connsiteX86538" y="connsiteY86538"/>
              </a:cxn>
              <a:cxn ang="0">
                <a:pos x="connsiteX86539" y="connsiteY86539"/>
              </a:cxn>
              <a:cxn ang="0">
                <a:pos x="connsiteX86540" y="connsiteY86540"/>
              </a:cxn>
              <a:cxn ang="0">
                <a:pos x="connsiteX86541" y="connsiteY86541"/>
              </a:cxn>
              <a:cxn ang="0">
                <a:pos x="connsiteX86542" y="connsiteY86542"/>
              </a:cxn>
              <a:cxn ang="0">
                <a:pos x="connsiteX86543" y="connsiteY86543"/>
              </a:cxn>
              <a:cxn ang="0">
                <a:pos x="connsiteX86544" y="connsiteY86544"/>
              </a:cxn>
              <a:cxn ang="0">
                <a:pos x="connsiteX86545" y="connsiteY86545"/>
              </a:cxn>
              <a:cxn ang="0">
                <a:pos x="connsiteX86546" y="connsiteY86546"/>
              </a:cxn>
              <a:cxn ang="0">
                <a:pos x="connsiteX86547" y="connsiteY86547"/>
              </a:cxn>
              <a:cxn ang="0">
                <a:pos x="connsiteX86548" y="connsiteY86548"/>
              </a:cxn>
              <a:cxn ang="0">
                <a:pos x="connsiteX86549" y="connsiteY86549"/>
              </a:cxn>
              <a:cxn ang="0">
                <a:pos x="connsiteX86550" y="connsiteY86550"/>
              </a:cxn>
              <a:cxn ang="0">
                <a:pos x="connsiteX86551" y="connsiteY86551"/>
              </a:cxn>
              <a:cxn ang="0">
                <a:pos x="connsiteX86552" y="connsiteY86552"/>
              </a:cxn>
              <a:cxn ang="0">
                <a:pos x="connsiteX86553" y="connsiteY86553"/>
              </a:cxn>
              <a:cxn ang="0">
                <a:pos x="connsiteX86554" y="connsiteY86554"/>
              </a:cxn>
              <a:cxn ang="0">
                <a:pos x="connsiteX86555" y="connsiteY86555"/>
              </a:cxn>
              <a:cxn ang="0">
                <a:pos x="connsiteX86556" y="connsiteY86556"/>
              </a:cxn>
              <a:cxn ang="0">
                <a:pos x="connsiteX86557" y="connsiteY86557"/>
              </a:cxn>
              <a:cxn ang="0">
                <a:pos x="connsiteX86558" y="connsiteY86558"/>
              </a:cxn>
              <a:cxn ang="0">
                <a:pos x="connsiteX86559" y="connsiteY86559"/>
              </a:cxn>
              <a:cxn ang="0">
                <a:pos x="connsiteX86560" y="connsiteY86560"/>
              </a:cxn>
              <a:cxn ang="0">
                <a:pos x="connsiteX86561" y="connsiteY86561"/>
              </a:cxn>
              <a:cxn ang="0">
                <a:pos x="connsiteX86562" y="connsiteY86562"/>
              </a:cxn>
              <a:cxn ang="0">
                <a:pos x="connsiteX86563" y="connsiteY86563"/>
              </a:cxn>
              <a:cxn ang="0">
                <a:pos x="connsiteX86564" y="connsiteY86564"/>
              </a:cxn>
              <a:cxn ang="0">
                <a:pos x="connsiteX86565" y="connsiteY86565"/>
              </a:cxn>
              <a:cxn ang="0">
                <a:pos x="connsiteX86566" y="connsiteY86566"/>
              </a:cxn>
              <a:cxn ang="0">
                <a:pos x="connsiteX86567" y="connsiteY86567"/>
              </a:cxn>
              <a:cxn ang="0">
                <a:pos x="connsiteX86568" y="connsiteY86568"/>
              </a:cxn>
              <a:cxn ang="0">
                <a:pos x="connsiteX86569" y="connsiteY86569"/>
              </a:cxn>
              <a:cxn ang="0">
                <a:pos x="connsiteX86570" y="connsiteY86570"/>
              </a:cxn>
              <a:cxn ang="0">
                <a:pos x="connsiteX86571" y="connsiteY86571"/>
              </a:cxn>
              <a:cxn ang="0">
                <a:pos x="connsiteX86572" y="connsiteY86572"/>
              </a:cxn>
              <a:cxn ang="0">
                <a:pos x="connsiteX86573" y="connsiteY86573"/>
              </a:cxn>
              <a:cxn ang="0">
                <a:pos x="connsiteX86574" y="connsiteY86574"/>
              </a:cxn>
              <a:cxn ang="0">
                <a:pos x="connsiteX86575" y="connsiteY86575"/>
              </a:cxn>
              <a:cxn ang="0">
                <a:pos x="connsiteX86576" y="connsiteY86576"/>
              </a:cxn>
              <a:cxn ang="0">
                <a:pos x="connsiteX86577" y="connsiteY86577"/>
              </a:cxn>
              <a:cxn ang="0">
                <a:pos x="connsiteX86578" y="connsiteY86578"/>
              </a:cxn>
              <a:cxn ang="0">
                <a:pos x="connsiteX86579" y="connsiteY86579"/>
              </a:cxn>
              <a:cxn ang="0">
                <a:pos x="connsiteX86580" y="connsiteY86580"/>
              </a:cxn>
              <a:cxn ang="0">
                <a:pos x="connsiteX86581" y="connsiteY86581"/>
              </a:cxn>
              <a:cxn ang="0">
                <a:pos x="connsiteX86582" y="connsiteY86582"/>
              </a:cxn>
              <a:cxn ang="0">
                <a:pos x="connsiteX86583" y="connsiteY86583"/>
              </a:cxn>
              <a:cxn ang="0">
                <a:pos x="connsiteX86584" y="connsiteY86584"/>
              </a:cxn>
              <a:cxn ang="0">
                <a:pos x="connsiteX86585" y="connsiteY86585"/>
              </a:cxn>
              <a:cxn ang="0">
                <a:pos x="connsiteX86586" y="connsiteY86586"/>
              </a:cxn>
              <a:cxn ang="0">
                <a:pos x="connsiteX86587" y="connsiteY86587"/>
              </a:cxn>
              <a:cxn ang="0">
                <a:pos x="connsiteX86588" y="connsiteY86588"/>
              </a:cxn>
              <a:cxn ang="0">
                <a:pos x="connsiteX86589" y="connsiteY86589"/>
              </a:cxn>
              <a:cxn ang="0">
                <a:pos x="connsiteX86590" y="connsiteY86590"/>
              </a:cxn>
              <a:cxn ang="0">
                <a:pos x="connsiteX86591" y="connsiteY86591"/>
              </a:cxn>
              <a:cxn ang="0">
                <a:pos x="connsiteX86592" y="connsiteY86592"/>
              </a:cxn>
              <a:cxn ang="0">
                <a:pos x="connsiteX86593" y="connsiteY86593"/>
              </a:cxn>
              <a:cxn ang="0">
                <a:pos x="connsiteX86594" y="connsiteY86594"/>
              </a:cxn>
              <a:cxn ang="0">
                <a:pos x="connsiteX86595" y="connsiteY86595"/>
              </a:cxn>
              <a:cxn ang="0">
                <a:pos x="connsiteX86596" y="connsiteY86596"/>
              </a:cxn>
              <a:cxn ang="0">
                <a:pos x="connsiteX86597" y="connsiteY86597"/>
              </a:cxn>
              <a:cxn ang="0">
                <a:pos x="connsiteX86598" y="connsiteY86598"/>
              </a:cxn>
              <a:cxn ang="0">
                <a:pos x="connsiteX86599" y="connsiteY86599"/>
              </a:cxn>
              <a:cxn ang="0">
                <a:pos x="connsiteX86600" y="connsiteY86600"/>
              </a:cxn>
              <a:cxn ang="0">
                <a:pos x="connsiteX86601" y="connsiteY86601"/>
              </a:cxn>
              <a:cxn ang="0">
                <a:pos x="connsiteX86602" y="connsiteY86602"/>
              </a:cxn>
              <a:cxn ang="0">
                <a:pos x="connsiteX86603" y="connsiteY86603"/>
              </a:cxn>
              <a:cxn ang="0">
                <a:pos x="connsiteX86604" y="connsiteY86604"/>
              </a:cxn>
              <a:cxn ang="0">
                <a:pos x="connsiteX86605" y="connsiteY86605"/>
              </a:cxn>
              <a:cxn ang="0">
                <a:pos x="connsiteX86606" y="connsiteY86606"/>
              </a:cxn>
              <a:cxn ang="0">
                <a:pos x="connsiteX86607" y="connsiteY86607"/>
              </a:cxn>
              <a:cxn ang="0">
                <a:pos x="connsiteX86608" y="connsiteY86608"/>
              </a:cxn>
              <a:cxn ang="0">
                <a:pos x="connsiteX86609" y="connsiteY86609"/>
              </a:cxn>
              <a:cxn ang="0">
                <a:pos x="connsiteX86610" y="connsiteY86610"/>
              </a:cxn>
              <a:cxn ang="0">
                <a:pos x="connsiteX86611" y="connsiteY86611"/>
              </a:cxn>
              <a:cxn ang="0">
                <a:pos x="connsiteX86612" y="connsiteY86612"/>
              </a:cxn>
              <a:cxn ang="0">
                <a:pos x="connsiteX86613" y="connsiteY86613"/>
              </a:cxn>
              <a:cxn ang="0">
                <a:pos x="connsiteX86614" y="connsiteY86614"/>
              </a:cxn>
              <a:cxn ang="0">
                <a:pos x="connsiteX86615" y="connsiteY86615"/>
              </a:cxn>
              <a:cxn ang="0">
                <a:pos x="connsiteX86616" y="connsiteY86616"/>
              </a:cxn>
              <a:cxn ang="0">
                <a:pos x="connsiteX86617" y="connsiteY86617"/>
              </a:cxn>
              <a:cxn ang="0">
                <a:pos x="connsiteX86618" y="connsiteY86618"/>
              </a:cxn>
              <a:cxn ang="0">
                <a:pos x="connsiteX86619" y="connsiteY86619"/>
              </a:cxn>
              <a:cxn ang="0">
                <a:pos x="connsiteX86620" y="connsiteY86620"/>
              </a:cxn>
              <a:cxn ang="0">
                <a:pos x="connsiteX86621" y="connsiteY86621"/>
              </a:cxn>
              <a:cxn ang="0">
                <a:pos x="connsiteX86622" y="connsiteY86622"/>
              </a:cxn>
              <a:cxn ang="0">
                <a:pos x="connsiteX86623" y="connsiteY86623"/>
              </a:cxn>
              <a:cxn ang="0">
                <a:pos x="connsiteX86624" y="connsiteY86624"/>
              </a:cxn>
              <a:cxn ang="0">
                <a:pos x="connsiteX86625" y="connsiteY86625"/>
              </a:cxn>
              <a:cxn ang="0">
                <a:pos x="connsiteX86626" y="connsiteY86626"/>
              </a:cxn>
              <a:cxn ang="0">
                <a:pos x="connsiteX86627" y="connsiteY86627"/>
              </a:cxn>
              <a:cxn ang="0">
                <a:pos x="connsiteX86628" y="connsiteY86628"/>
              </a:cxn>
              <a:cxn ang="0">
                <a:pos x="connsiteX86629" y="connsiteY86629"/>
              </a:cxn>
              <a:cxn ang="0">
                <a:pos x="connsiteX86630" y="connsiteY86630"/>
              </a:cxn>
              <a:cxn ang="0">
                <a:pos x="connsiteX86631" y="connsiteY86631"/>
              </a:cxn>
              <a:cxn ang="0">
                <a:pos x="connsiteX86632" y="connsiteY86632"/>
              </a:cxn>
              <a:cxn ang="0">
                <a:pos x="connsiteX86633" y="connsiteY86633"/>
              </a:cxn>
              <a:cxn ang="0">
                <a:pos x="connsiteX86634" y="connsiteY86634"/>
              </a:cxn>
              <a:cxn ang="0">
                <a:pos x="connsiteX86635" y="connsiteY86635"/>
              </a:cxn>
              <a:cxn ang="0">
                <a:pos x="connsiteX86636" y="connsiteY86636"/>
              </a:cxn>
              <a:cxn ang="0">
                <a:pos x="connsiteX86637" y="connsiteY86637"/>
              </a:cxn>
              <a:cxn ang="0">
                <a:pos x="connsiteX86638" y="connsiteY86638"/>
              </a:cxn>
              <a:cxn ang="0">
                <a:pos x="connsiteX86639" y="connsiteY86639"/>
              </a:cxn>
              <a:cxn ang="0">
                <a:pos x="connsiteX86640" y="connsiteY86640"/>
              </a:cxn>
              <a:cxn ang="0">
                <a:pos x="connsiteX86641" y="connsiteY86641"/>
              </a:cxn>
              <a:cxn ang="0">
                <a:pos x="connsiteX86642" y="connsiteY86642"/>
              </a:cxn>
              <a:cxn ang="0">
                <a:pos x="connsiteX86643" y="connsiteY86643"/>
              </a:cxn>
              <a:cxn ang="0">
                <a:pos x="connsiteX86644" y="connsiteY86644"/>
              </a:cxn>
              <a:cxn ang="0">
                <a:pos x="connsiteX86645" y="connsiteY86645"/>
              </a:cxn>
              <a:cxn ang="0">
                <a:pos x="connsiteX86646" y="connsiteY86646"/>
              </a:cxn>
              <a:cxn ang="0">
                <a:pos x="connsiteX86647" y="connsiteY86647"/>
              </a:cxn>
              <a:cxn ang="0">
                <a:pos x="connsiteX86648" y="connsiteY86648"/>
              </a:cxn>
              <a:cxn ang="0">
                <a:pos x="connsiteX86649" y="connsiteY86649"/>
              </a:cxn>
              <a:cxn ang="0">
                <a:pos x="connsiteX86650" y="connsiteY86650"/>
              </a:cxn>
              <a:cxn ang="0">
                <a:pos x="connsiteX86651" y="connsiteY86651"/>
              </a:cxn>
              <a:cxn ang="0">
                <a:pos x="connsiteX86652" y="connsiteY86652"/>
              </a:cxn>
              <a:cxn ang="0">
                <a:pos x="connsiteX86653" y="connsiteY86653"/>
              </a:cxn>
              <a:cxn ang="0">
                <a:pos x="connsiteX86654" y="connsiteY86654"/>
              </a:cxn>
              <a:cxn ang="0">
                <a:pos x="connsiteX86655" y="connsiteY86655"/>
              </a:cxn>
              <a:cxn ang="0">
                <a:pos x="connsiteX86656" y="connsiteY86656"/>
              </a:cxn>
              <a:cxn ang="0">
                <a:pos x="connsiteX86657" y="connsiteY86657"/>
              </a:cxn>
              <a:cxn ang="0">
                <a:pos x="connsiteX86658" y="connsiteY86658"/>
              </a:cxn>
              <a:cxn ang="0">
                <a:pos x="connsiteX86659" y="connsiteY86659"/>
              </a:cxn>
              <a:cxn ang="0">
                <a:pos x="connsiteX86660" y="connsiteY86660"/>
              </a:cxn>
              <a:cxn ang="0">
                <a:pos x="connsiteX86661" y="connsiteY86661"/>
              </a:cxn>
              <a:cxn ang="0">
                <a:pos x="connsiteX86662" y="connsiteY86662"/>
              </a:cxn>
              <a:cxn ang="0">
                <a:pos x="connsiteX86663" y="connsiteY86663"/>
              </a:cxn>
              <a:cxn ang="0">
                <a:pos x="connsiteX86664" y="connsiteY86664"/>
              </a:cxn>
              <a:cxn ang="0">
                <a:pos x="connsiteX86665" y="connsiteY86665"/>
              </a:cxn>
              <a:cxn ang="0">
                <a:pos x="connsiteX86666" y="connsiteY86666"/>
              </a:cxn>
              <a:cxn ang="0">
                <a:pos x="connsiteX86667" y="connsiteY86667"/>
              </a:cxn>
              <a:cxn ang="0">
                <a:pos x="connsiteX86668" y="connsiteY86668"/>
              </a:cxn>
              <a:cxn ang="0">
                <a:pos x="connsiteX86669" y="connsiteY86669"/>
              </a:cxn>
              <a:cxn ang="0">
                <a:pos x="connsiteX86670" y="connsiteY86670"/>
              </a:cxn>
              <a:cxn ang="0">
                <a:pos x="connsiteX86671" y="connsiteY86671"/>
              </a:cxn>
              <a:cxn ang="0">
                <a:pos x="connsiteX86672" y="connsiteY86672"/>
              </a:cxn>
              <a:cxn ang="0">
                <a:pos x="connsiteX86673" y="connsiteY86673"/>
              </a:cxn>
              <a:cxn ang="0">
                <a:pos x="connsiteX86674" y="connsiteY86674"/>
              </a:cxn>
              <a:cxn ang="0">
                <a:pos x="connsiteX86675" y="connsiteY86675"/>
              </a:cxn>
              <a:cxn ang="0">
                <a:pos x="connsiteX86676" y="connsiteY86676"/>
              </a:cxn>
              <a:cxn ang="0">
                <a:pos x="connsiteX86677" y="connsiteY86677"/>
              </a:cxn>
              <a:cxn ang="0">
                <a:pos x="connsiteX86678" y="connsiteY86678"/>
              </a:cxn>
              <a:cxn ang="0">
                <a:pos x="connsiteX86679" y="connsiteY86679"/>
              </a:cxn>
              <a:cxn ang="0">
                <a:pos x="connsiteX86680" y="connsiteY86680"/>
              </a:cxn>
              <a:cxn ang="0">
                <a:pos x="connsiteX86681" y="connsiteY86681"/>
              </a:cxn>
              <a:cxn ang="0">
                <a:pos x="connsiteX86682" y="connsiteY86682"/>
              </a:cxn>
              <a:cxn ang="0">
                <a:pos x="connsiteX86683" y="connsiteY86683"/>
              </a:cxn>
              <a:cxn ang="0">
                <a:pos x="connsiteX86684" y="connsiteY86684"/>
              </a:cxn>
              <a:cxn ang="0">
                <a:pos x="connsiteX86685" y="connsiteY86685"/>
              </a:cxn>
              <a:cxn ang="0">
                <a:pos x="connsiteX86686" y="connsiteY86686"/>
              </a:cxn>
              <a:cxn ang="0">
                <a:pos x="connsiteX86687" y="connsiteY86687"/>
              </a:cxn>
              <a:cxn ang="0">
                <a:pos x="connsiteX86688" y="connsiteY86688"/>
              </a:cxn>
              <a:cxn ang="0">
                <a:pos x="connsiteX86689" y="connsiteY86689"/>
              </a:cxn>
              <a:cxn ang="0">
                <a:pos x="connsiteX86690" y="connsiteY86690"/>
              </a:cxn>
              <a:cxn ang="0">
                <a:pos x="connsiteX86691" y="connsiteY86691"/>
              </a:cxn>
              <a:cxn ang="0">
                <a:pos x="connsiteX86692" y="connsiteY86692"/>
              </a:cxn>
              <a:cxn ang="0">
                <a:pos x="connsiteX86693" y="connsiteY86693"/>
              </a:cxn>
              <a:cxn ang="0">
                <a:pos x="connsiteX86694" y="connsiteY86694"/>
              </a:cxn>
              <a:cxn ang="0">
                <a:pos x="connsiteX86695" y="connsiteY86695"/>
              </a:cxn>
              <a:cxn ang="0">
                <a:pos x="connsiteX86696" y="connsiteY86696"/>
              </a:cxn>
              <a:cxn ang="0">
                <a:pos x="connsiteX86697" y="connsiteY86697"/>
              </a:cxn>
              <a:cxn ang="0">
                <a:pos x="connsiteX86698" y="connsiteY86698"/>
              </a:cxn>
              <a:cxn ang="0">
                <a:pos x="connsiteX86699" y="connsiteY86699"/>
              </a:cxn>
              <a:cxn ang="0">
                <a:pos x="connsiteX86700" y="connsiteY86700"/>
              </a:cxn>
              <a:cxn ang="0">
                <a:pos x="connsiteX86701" y="connsiteY86701"/>
              </a:cxn>
              <a:cxn ang="0">
                <a:pos x="connsiteX86702" y="connsiteY86702"/>
              </a:cxn>
              <a:cxn ang="0">
                <a:pos x="connsiteX86703" y="connsiteY86703"/>
              </a:cxn>
              <a:cxn ang="0">
                <a:pos x="connsiteX86704" y="connsiteY86704"/>
              </a:cxn>
              <a:cxn ang="0">
                <a:pos x="connsiteX86705" y="connsiteY86705"/>
              </a:cxn>
              <a:cxn ang="0">
                <a:pos x="connsiteX86706" y="connsiteY86706"/>
              </a:cxn>
              <a:cxn ang="0">
                <a:pos x="connsiteX86707" y="connsiteY86707"/>
              </a:cxn>
              <a:cxn ang="0">
                <a:pos x="connsiteX86708" y="connsiteY86708"/>
              </a:cxn>
              <a:cxn ang="0">
                <a:pos x="connsiteX86709" y="connsiteY86709"/>
              </a:cxn>
              <a:cxn ang="0">
                <a:pos x="connsiteX86710" y="connsiteY86710"/>
              </a:cxn>
              <a:cxn ang="0">
                <a:pos x="connsiteX86711" y="connsiteY86711"/>
              </a:cxn>
              <a:cxn ang="0">
                <a:pos x="connsiteX86712" y="connsiteY86712"/>
              </a:cxn>
              <a:cxn ang="0">
                <a:pos x="connsiteX86713" y="connsiteY86713"/>
              </a:cxn>
              <a:cxn ang="0">
                <a:pos x="connsiteX86714" y="connsiteY86714"/>
              </a:cxn>
              <a:cxn ang="0">
                <a:pos x="connsiteX86715" y="connsiteY86715"/>
              </a:cxn>
              <a:cxn ang="0">
                <a:pos x="connsiteX86716" y="connsiteY86716"/>
              </a:cxn>
              <a:cxn ang="0">
                <a:pos x="connsiteX86717" y="connsiteY86717"/>
              </a:cxn>
              <a:cxn ang="0">
                <a:pos x="connsiteX86718" y="connsiteY86718"/>
              </a:cxn>
              <a:cxn ang="0">
                <a:pos x="connsiteX86719" y="connsiteY86719"/>
              </a:cxn>
              <a:cxn ang="0">
                <a:pos x="connsiteX86720" y="connsiteY86720"/>
              </a:cxn>
              <a:cxn ang="0">
                <a:pos x="connsiteX86721" y="connsiteY86721"/>
              </a:cxn>
              <a:cxn ang="0">
                <a:pos x="connsiteX86722" y="connsiteY86722"/>
              </a:cxn>
              <a:cxn ang="0">
                <a:pos x="connsiteX86723" y="connsiteY86723"/>
              </a:cxn>
              <a:cxn ang="0">
                <a:pos x="connsiteX86724" y="connsiteY86724"/>
              </a:cxn>
              <a:cxn ang="0">
                <a:pos x="connsiteX86725" y="connsiteY86725"/>
              </a:cxn>
              <a:cxn ang="0">
                <a:pos x="connsiteX86726" y="connsiteY86726"/>
              </a:cxn>
              <a:cxn ang="0">
                <a:pos x="connsiteX86727" y="connsiteY86727"/>
              </a:cxn>
              <a:cxn ang="0">
                <a:pos x="connsiteX86728" y="connsiteY86728"/>
              </a:cxn>
              <a:cxn ang="0">
                <a:pos x="connsiteX86729" y="connsiteY86729"/>
              </a:cxn>
              <a:cxn ang="0">
                <a:pos x="connsiteX86730" y="connsiteY86730"/>
              </a:cxn>
              <a:cxn ang="0">
                <a:pos x="connsiteX86731" y="connsiteY86731"/>
              </a:cxn>
              <a:cxn ang="0">
                <a:pos x="connsiteX86732" y="connsiteY86732"/>
              </a:cxn>
              <a:cxn ang="0">
                <a:pos x="connsiteX86733" y="connsiteY86733"/>
              </a:cxn>
              <a:cxn ang="0">
                <a:pos x="connsiteX86734" y="connsiteY86734"/>
              </a:cxn>
              <a:cxn ang="0">
                <a:pos x="connsiteX86735" y="connsiteY86735"/>
              </a:cxn>
              <a:cxn ang="0">
                <a:pos x="connsiteX86736" y="connsiteY86736"/>
              </a:cxn>
              <a:cxn ang="0">
                <a:pos x="connsiteX86737" y="connsiteY86737"/>
              </a:cxn>
              <a:cxn ang="0">
                <a:pos x="connsiteX86738" y="connsiteY86738"/>
              </a:cxn>
              <a:cxn ang="0">
                <a:pos x="connsiteX86739" y="connsiteY86739"/>
              </a:cxn>
              <a:cxn ang="0">
                <a:pos x="connsiteX86740" y="connsiteY86740"/>
              </a:cxn>
              <a:cxn ang="0">
                <a:pos x="connsiteX86741" y="connsiteY86741"/>
              </a:cxn>
              <a:cxn ang="0">
                <a:pos x="connsiteX86742" y="connsiteY86742"/>
              </a:cxn>
              <a:cxn ang="0">
                <a:pos x="connsiteX86743" y="connsiteY86743"/>
              </a:cxn>
              <a:cxn ang="0">
                <a:pos x="connsiteX86744" y="connsiteY86744"/>
              </a:cxn>
              <a:cxn ang="0">
                <a:pos x="connsiteX86745" y="connsiteY86745"/>
              </a:cxn>
              <a:cxn ang="0">
                <a:pos x="connsiteX86746" y="connsiteY86746"/>
              </a:cxn>
              <a:cxn ang="0">
                <a:pos x="connsiteX86747" y="connsiteY86747"/>
              </a:cxn>
              <a:cxn ang="0">
                <a:pos x="connsiteX86748" y="connsiteY86748"/>
              </a:cxn>
              <a:cxn ang="0">
                <a:pos x="connsiteX86749" y="connsiteY86749"/>
              </a:cxn>
              <a:cxn ang="0">
                <a:pos x="connsiteX86750" y="connsiteY86750"/>
              </a:cxn>
              <a:cxn ang="0">
                <a:pos x="connsiteX86751" y="connsiteY86751"/>
              </a:cxn>
              <a:cxn ang="0">
                <a:pos x="connsiteX86752" y="connsiteY86752"/>
              </a:cxn>
              <a:cxn ang="0">
                <a:pos x="connsiteX86753" y="connsiteY86753"/>
              </a:cxn>
              <a:cxn ang="0">
                <a:pos x="connsiteX86754" y="connsiteY86754"/>
              </a:cxn>
              <a:cxn ang="0">
                <a:pos x="connsiteX86755" y="connsiteY86755"/>
              </a:cxn>
              <a:cxn ang="0">
                <a:pos x="connsiteX86756" y="connsiteY86756"/>
              </a:cxn>
              <a:cxn ang="0">
                <a:pos x="connsiteX86757" y="connsiteY86757"/>
              </a:cxn>
              <a:cxn ang="0">
                <a:pos x="connsiteX86758" y="connsiteY86758"/>
              </a:cxn>
              <a:cxn ang="0">
                <a:pos x="connsiteX86759" y="connsiteY86759"/>
              </a:cxn>
              <a:cxn ang="0">
                <a:pos x="connsiteX86760" y="connsiteY86760"/>
              </a:cxn>
              <a:cxn ang="0">
                <a:pos x="connsiteX86761" y="connsiteY86761"/>
              </a:cxn>
              <a:cxn ang="0">
                <a:pos x="connsiteX86762" y="connsiteY86762"/>
              </a:cxn>
              <a:cxn ang="0">
                <a:pos x="connsiteX86763" y="connsiteY86763"/>
              </a:cxn>
              <a:cxn ang="0">
                <a:pos x="connsiteX86764" y="connsiteY86764"/>
              </a:cxn>
              <a:cxn ang="0">
                <a:pos x="connsiteX86765" y="connsiteY86765"/>
              </a:cxn>
              <a:cxn ang="0">
                <a:pos x="connsiteX86766" y="connsiteY86766"/>
              </a:cxn>
              <a:cxn ang="0">
                <a:pos x="connsiteX86767" y="connsiteY86767"/>
              </a:cxn>
              <a:cxn ang="0">
                <a:pos x="connsiteX86768" y="connsiteY86768"/>
              </a:cxn>
              <a:cxn ang="0">
                <a:pos x="connsiteX86769" y="connsiteY86769"/>
              </a:cxn>
              <a:cxn ang="0">
                <a:pos x="connsiteX86770" y="connsiteY86770"/>
              </a:cxn>
              <a:cxn ang="0">
                <a:pos x="connsiteX86771" y="connsiteY86771"/>
              </a:cxn>
              <a:cxn ang="0">
                <a:pos x="connsiteX86772" y="connsiteY86772"/>
              </a:cxn>
              <a:cxn ang="0">
                <a:pos x="connsiteX86773" y="connsiteY86773"/>
              </a:cxn>
              <a:cxn ang="0">
                <a:pos x="connsiteX86774" y="connsiteY86774"/>
              </a:cxn>
              <a:cxn ang="0">
                <a:pos x="connsiteX86775" y="connsiteY86775"/>
              </a:cxn>
              <a:cxn ang="0">
                <a:pos x="connsiteX86776" y="connsiteY86776"/>
              </a:cxn>
              <a:cxn ang="0">
                <a:pos x="connsiteX86777" y="connsiteY86777"/>
              </a:cxn>
              <a:cxn ang="0">
                <a:pos x="connsiteX86778" y="connsiteY86778"/>
              </a:cxn>
              <a:cxn ang="0">
                <a:pos x="connsiteX86779" y="connsiteY86779"/>
              </a:cxn>
              <a:cxn ang="0">
                <a:pos x="connsiteX86780" y="connsiteY86780"/>
              </a:cxn>
              <a:cxn ang="0">
                <a:pos x="connsiteX86781" y="connsiteY86781"/>
              </a:cxn>
              <a:cxn ang="0">
                <a:pos x="connsiteX86782" y="connsiteY86782"/>
              </a:cxn>
              <a:cxn ang="0">
                <a:pos x="connsiteX86783" y="connsiteY86783"/>
              </a:cxn>
              <a:cxn ang="0">
                <a:pos x="connsiteX86784" y="connsiteY86784"/>
              </a:cxn>
              <a:cxn ang="0">
                <a:pos x="connsiteX86785" y="connsiteY86785"/>
              </a:cxn>
              <a:cxn ang="0">
                <a:pos x="connsiteX86786" y="connsiteY86786"/>
              </a:cxn>
              <a:cxn ang="0">
                <a:pos x="connsiteX86787" y="connsiteY86787"/>
              </a:cxn>
              <a:cxn ang="0">
                <a:pos x="connsiteX86788" y="connsiteY86788"/>
              </a:cxn>
              <a:cxn ang="0">
                <a:pos x="connsiteX86789" y="connsiteY86789"/>
              </a:cxn>
              <a:cxn ang="0">
                <a:pos x="connsiteX86790" y="connsiteY86790"/>
              </a:cxn>
              <a:cxn ang="0">
                <a:pos x="connsiteX86791" y="connsiteY86791"/>
              </a:cxn>
              <a:cxn ang="0">
                <a:pos x="connsiteX86792" y="connsiteY86792"/>
              </a:cxn>
              <a:cxn ang="0">
                <a:pos x="connsiteX86793" y="connsiteY86793"/>
              </a:cxn>
              <a:cxn ang="0">
                <a:pos x="connsiteX86794" y="connsiteY86794"/>
              </a:cxn>
              <a:cxn ang="0">
                <a:pos x="connsiteX86795" y="connsiteY86795"/>
              </a:cxn>
              <a:cxn ang="0">
                <a:pos x="connsiteX86796" y="connsiteY86796"/>
              </a:cxn>
              <a:cxn ang="0">
                <a:pos x="connsiteX86797" y="connsiteY86797"/>
              </a:cxn>
              <a:cxn ang="0">
                <a:pos x="connsiteX86798" y="connsiteY86798"/>
              </a:cxn>
              <a:cxn ang="0">
                <a:pos x="connsiteX86799" y="connsiteY86799"/>
              </a:cxn>
              <a:cxn ang="0">
                <a:pos x="connsiteX86800" y="connsiteY86800"/>
              </a:cxn>
              <a:cxn ang="0">
                <a:pos x="connsiteX86801" y="connsiteY86801"/>
              </a:cxn>
              <a:cxn ang="0">
                <a:pos x="connsiteX86802" y="connsiteY86802"/>
              </a:cxn>
              <a:cxn ang="0">
                <a:pos x="connsiteX86803" y="connsiteY86803"/>
              </a:cxn>
              <a:cxn ang="0">
                <a:pos x="connsiteX86804" y="connsiteY86804"/>
              </a:cxn>
              <a:cxn ang="0">
                <a:pos x="connsiteX86805" y="connsiteY86805"/>
              </a:cxn>
              <a:cxn ang="0">
                <a:pos x="connsiteX86806" y="connsiteY86806"/>
              </a:cxn>
              <a:cxn ang="0">
                <a:pos x="connsiteX86807" y="connsiteY86807"/>
              </a:cxn>
              <a:cxn ang="0">
                <a:pos x="connsiteX86808" y="connsiteY86808"/>
              </a:cxn>
              <a:cxn ang="0">
                <a:pos x="connsiteX86809" y="connsiteY86809"/>
              </a:cxn>
              <a:cxn ang="0">
                <a:pos x="connsiteX86810" y="connsiteY86810"/>
              </a:cxn>
              <a:cxn ang="0">
                <a:pos x="connsiteX86811" y="connsiteY86811"/>
              </a:cxn>
              <a:cxn ang="0">
                <a:pos x="connsiteX86812" y="connsiteY86812"/>
              </a:cxn>
              <a:cxn ang="0">
                <a:pos x="connsiteX86813" y="connsiteY86813"/>
              </a:cxn>
              <a:cxn ang="0">
                <a:pos x="connsiteX86814" y="connsiteY86814"/>
              </a:cxn>
              <a:cxn ang="0">
                <a:pos x="connsiteX86815" y="connsiteY86815"/>
              </a:cxn>
              <a:cxn ang="0">
                <a:pos x="connsiteX86816" y="connsiteY86816"/>
              </a:cxn>
              <a:cxn ang="0">
                <a:pos x="connsiteX86817" y="connsiteY86817"/>
              </a:cxn>
              <a:cxn ang="0">
                <a:pos x="connsiteX86818" y="connsiteY86818"/>
              </a:cxn>
              <a:cxn ang="0">
                <a:pos x="connsiteX86819" y="connsiteY86819"/>
              </a:cxn>
              <a:cxn ang="0">
                <a:pos x="connsiteX86820" y="connsiteY86820"/>
              </a:cxn>
              <a:cxn ang="0">
                <a:pos x="connsiteX86821" y="connsiteY86821"/>
              </a:cxn>
              <a:cxn ang="0">
                <a:pos x="connsiteX86822" y="connsiteY86822"/>
              </a:cxn>
              <a:cxn ang="0">
                <a:pos x="connsiteX86823" y="connsiteY86823"/>
              </a:cxn>
              <a:cxn ang="0">
                <a:pos x="connsiteX86824" y="connsiteY86824"/>
              </a:cxn>
              <a:cxn ang="0">
                <a:pos x="connsiteX86825" y="connsiteY86825"/>
              </a:cxn>
              <a:cxn ang="0">
                <a:pos x="connsiteX86826" y="connsiteY86826"/>
              </a:cxn>
              <a:cxn ang="0">
                <a:pos x="connsiteX86827" y="connsiteY86827"/>
              </a:cxn>
              <a:cxn ang="0">
                <a:pos x="connsiteX86828" y="connsiteY86828"/>
              </a:cxn>
              <a:cxn ang="0">
                <a:pos x="connsiteX86829" y="connsiteY86829"/>
              </a:cxn>
              <a:cxn ang="0">
                <a:pos x="connsiteX86830" y="connsiteY86830"/>
              </a:cxn>
              <a:cxn ang="0">
                <a:pos x="connsiteX86831" y="connsiteY86831"/>
              </a:cxn>
              <a:cxn ang="0">
                <a:pos x="connsiteX86832" y="connsiteY86832"/>
              </a:cxn>
              <a:cxn ang="0">
                <a:pos x="connsiteX86833" y="connsiteY86833"/>
              </a:cxn>
              <a:cxn ang="0">
                <a:pos x="connsiteX86834" y="connsiteY86834"/>
              </a:cxn>
              <a:cxn ang="0">
                <a:pos x="connsiteX86835" y="connsiteY86835"/>
              </a:cxn>
              <a:cxn ang="0">
                <a:pos x="connsiteX86836" y="connsiteY86836"/>
              </a:cxn>
              <a:cxn ang="0">
                <a:pos x="connsiteX86837" y="connsiteY86837"/>
              </a:cxn>
              <a:cxn ang="0">
                <a:pos x="connsiteX86838" y="connsiteY86838"/>
              </a:cxn>
              <a:cxn ang="0">
                <a:pos x="connsiteX86839" y="connsiteY86839"/>
              </a:cxn>
              <a:cxn ang="0">
                <a:pos x="connsiteX86840" y="connsiteY86840"/>
              </a:cxn>
              <a:cxn ang="0">
                <a:pos x="connsiteX86841" y="connsiteY86841"/>
              </a:cxn>
              <a:cxn ang="0">
                <a:pos x="connsiteX86842" y="connsiteY86842"/>
              </a:cxn>
              <a:cxn ang="0">
                <a:pos x="connsiteX86843" y="connsiteY86843"/>
              </a:cxn>
              <a:cxn ang="0">
                <a:pos x="connsiteX86844" y="connsiteY86844"/>
              </a:cxn>
              <a:cxn ang="0">
                <a:pos x="connsiteX86845" y="connsiteY86845"/>
              </a:cxn>
              <a:cxn ang="0">
                <a:pos x="connsiteX86846" y="connsiteY86846"/>
              </a:cxn>
              <a:cxn ang="0">
                <a:pos x="connsiteX86847" y="connsiteY86847"/>
              </a:cxn>
              <a:cxn ang="0">
                <a:pos x="connsiteX86848" y="connsiteY86848"/>
              </a:cxn>
              <a:cxn ang="0">
                <a:pos x="connsiteX86849" y="connsiteY86849"/>
              </a:cxn>
              <a:cxn ang="0">
                <a:pos x="connsiteX86850" y="connsiteY86850"/>
              </a:cxn>
              <a:cxn ang="0">
                <a:pos x="connsiteX86851" y="connsiteY86851"/>
              </a:cxn>
              <a:cxn ang="0">
                <a:pos x="connsiteX86852" y="connsiteY86852"/>
              </a:cxn>
              <a:cxn ang="0">
                <a:pos x="connsiteX86853" y="connsiteY86853"/>
              </a:cxn>
              <a:cxn ang="0">
                <a:pos x="connsiteX86854" y="connsiteY86854"/>
              </a:cxn>
              <a:cxn ang="0">
                <a:pos x="connsiteX86855" y="connsiteY86855"/>
              </a:cxn>
              <a:cxn ang="0">
                <a:pos x="connsiteX86856" y="connsiteY86856"/>
              </a:cxn>
              <a:cxn ang="0">
                <a:pos x="connsiteX86857" y="connsiteY86857"/>
              </a:cxn>
              <a:cxn ang="0">
                <a:pos x="connsiteX86858" y="connsiteY86858"/>
              </a:cxn>
              <a:cxn ang="0">
                <a:pos x="connsiteX86859" y="connsiteY86859"/>
              </a:cxn>
              <a:cxn ang="0">
                <a:pos x="connsiteX86860" y="connsiteY86860"/>
              </a:cxn>
              <a:cxn ang="0">
                <a:pos x="connsiteX86861" y="connsiteY86861"/>
              </a:cxn>
              <a:cxn ang="0">
                <a:pos x="connsiteX86862" y="connsiteY86862"/>
              </a:cxn>
              <a:cxn ang="0">
                <a:pos x="connsiteX86863" y="connsiteY86863"/>
              </a:cxn>
              <a:cxn ang="0">
                <a:pos x="connsiteX86864" y="connsiteY86864"/>
              </a:cxn>
              <a:cxn ang="0">
                <a:pos x="connsiteX86865" y="connsiteY86865"/>
              </a:cxn>
              <a:cxn ang="0">
                <a:pos x="connsiteX86866" y="connsiteY86866"/>
              </a:cxn>
              <a:cxn ang="0">
                <a:pos x="connsiteX86867" y="connsiteY86867"/>
              </a:cxn>
              <a:cxn ang="0">
                <a:pos x="connsiteX86868" y="connsiteY86868"/>
              </a:cxn>
              <a:cxn ang="0">
                <a:pos x="connsiteX86869" y="connsiteY86869"/>
              </a:cxn>
              <a:cxn ang="0">
                <a:pos x="connsiteX86870" y="connsiteY86870"/>
              </a:cxn>
              <a:cxn ang="0">
                <a:pos x="connsiteX86871" y="connsiteY86871"/>
              </a:cxn>
              <a:cxn ang="0">
                <a:pos x="connsiteX86872" y="connsiteY86872"/>
              </a:cxn>
              <a:cxn ang="0">
                <a:pos x="connsiteX86873" y="connsiteY86873"/>
              </a:cxn>
              <a:cxn ang="0">
                <a:pos x="connsiteX86874" y="connsiteY86874"/>
              </a:cxn>
              <a:cxn ang="0">
                <a:pos x="connsiteX86875" y="connsiteY86875"/>
              </a:cxn>
              <a:cxn ang="0">
                <a:pos x="connsiteX86876" y="connsiteY86876"/>
              </a:cxn>
              <a:cxn ang="0">
                <a:pos x="connsiteX86877" y="connsiteY86877"/>
              </a:cxn>
              <a:cxn ang="0">
                <a:pos x="connsiteX86878" y="connsiteY86878"/>
              </a:cxn>
              <a:cxn ang="0">
                <a:pos x="connsiteX86879" y="connsiteY86879"/>
              </a:cxn>
              <a:cxn ang="0">
                <a:pos x="connsiteX86880" y="connsiteY86880"/>
              </a:cxn>
              <a:cxn ang="0">
                <a:pos x="connsiteX86881" y="connsiteY86881"/>
              </a:cxn>
              <a:cxn ang="0">
                <a:pos x="connsiteX86882" y="connsiteY86882"/>
              </a:cxn>
              <a:cxn ang="0">
                <a:pos x="connsiteX86883" y="connsiteY86883"/>
              </a:cxn>
              <a:cxn ang="0">
                <a:pos x="connsiteX86884" y="connsiteY86884"/>
              </a:cxn>
              <a:cxn ang="0">
                <a:pos x="connsiteX86885" y="connsiteY86885"/>
              </a:cxn>
              <a:cxn ang="0">
                <a:pos x="connsiteX86886" y="connsiteY86886"/>
              </a:cxn>
              <a:cxn ang="0">
                <a:pos x="connsiteX86887" y="connsiteY86887"/>
              </a:cxn>
              <a:cxn ang="0">
                <a:pos x="connsiteX86888" y="connsiteY86888"/>
              </a:cxn>
              <a:cxn ang="0">
                <a:pos x="connsiteX86889" y="connsiteY86889"/>
              </a:cxn>
              <a:cxn ang="0">
                <a:pos x="connsiteX86890" y="connsiteY86890"/>
              </a:cxn>
              <a:cxn ang="0">
                <a:pos x="connsiteX86891" y="connsiteY86891"/>
              </a:cxn>
              <a:cxn ang="0">
                <a:pos x="connsiteX86892" y="connsiteY86892"/>
              </a:cxn>
              <a:cxn ang="0">
                <a:pos x="connsiteX86893" y="connsiteY86893"/>
              </a:cxn>
              <a:cxn ang="0">
                <a:pos x="connsiteX86894" y="connsiteY86894"/>
              </a:cxn>
              <a:cxn ang="0">
                <a:pos x="connsiteX86895" y="connsiteY86895"/>
              </a:cxn>
              <a:cxn ang="0">
                <a:pos x="connsiteX86896" y="connsiteY86896"/>
              </a:cxn>
              <a:cxn ang="0">
                <a:pos x="connsiteX86897" y="connsiteY86897"/>
              </a:cxn>
              <a:cxn ang="0">
                <a:pos x="connsiteX86898" y="connsiteY86898"/>
              </a:cxn>
              <a:cxn ang="0">
                <a:pos x="connsiteX86899" y="connsiteY86899"/>
              </a:cxn>
              <a:cxn ang="0">
                <a:pos x="connsiteX86900" y="connsiteY86900"/>
              </a:cxn>
              <a:cxn ang="0">
                <a:pos x="connsiteX86901" y="connsiteY86901"/>
              </a:cxn>
              <a:cxn ang="0">
                <a:pos x="connsiteX86902" y="connsiteY86902"/>
              </a:cxn>
              <a:cxn ang="0">
                <a:pos x="connsiteX86903" y="connsiteY86903"/>
              </a:cxn>
              <a:cxn ang="0">
                <a:pos x="connsiteX86904" y="connsiteY86904"/>
              </a:cxn>
              <a:cxn ang="0">
                <a:pos x="connsiteX86905" y="connsiteY86905"/>
              </a:cxn>
              <a:cxn ang="0">
                <a:pos x="connsiteX86906" y="connsiteY86906"/>
              </a:cxn>
              <a:cxn ang="0">
                <a:pos x="connsiteX86907" y="connsiteY86907"/>
              </a:cxn>
              <a:cxn ang="0">
                <a:pos x="connsiteX86908" y="connsiteY86908"/>
              </a:cxn>
              <a:cxn ang="0">
                <a:pos x="connsiteX86909" y="connsiteY86909"/>
              </a:cxn>
              <a:cxn ang="0">
                <a:pos x="connsiteX86910" y="connsiteY86910"/>
              </a:cxn>
              <a:cxn ang="0">
                <a:pos x="connsiteX86911" y="connsiteY86911"/>
              </a:cxn>
              <a:cxn ang="0">
                <a:pos x="connsiteX86912" y="connsiteY86912"/>
              </a:cxn>
              <a:cxn ang="0">
                <a:pos x="connsiteX86913" y="connsiteY86913"/>
              </a:cxn>
              <a:cxn ang="0">
                <a:pos x="connsiteX86914" y="connsiteY86914"/>
              </a:cxn>
              <a:cxn ang="0">
                <a:pos x="connsiteX86915" y="connsiteY86915"/>
              </a:cxn>
              <a:cxn ang="0">
                <a:pos x="connsiteX86916" y="connsiteY86916"/>
              </a:cxn>
              <a:cxn ang="0">
                <a:pos x="connsiteX86917" y="connsiteY86917"/>
              </a:cxn>
              <a:cxn ang="0">
                <a:pos x="connsiteX86918" y="connsiteY86918"/>
              </a:cxn>
              <a:cxn ang="0">
                <a:pos x="connsiteX86919" y="connsiteY86919"/>
              </a:cxn>
              <a:cxn ang="0">
                <a:pos x="connsiteX86920" y="connsiteY86920"/>
              </a:cxn>
              <a:cxn ang="0">
                <a:pos x="connsiteX86921" y="connsiteY86921"/>
              </a:cxn>
              <a:cxn ang="0">
                <a:pos x="connsiteX86922" y="connsiteY86922"/>
              </a:cxn>
              <a:cxn ang="0">
                <a:pos x="connsiteX86923" y="connsiteY86923"/>
              </a:cxn>
              <a:cxn ang="0">
                <a:pos x="connsiteX86924" y="connsiteY86924"/>
              </a:cxn>
              <a:cxn ang="0">
                <a:pos x="connsiteX86925" y="connsiteY86925"/>
              </a:cxn>
              <a:cxn ang="0">
                <a:pos x="connsiteX86926" y="connsiteY86926"/>
              </a:cxn>
              <a:cxn ang="0">
                <a:pos x="connsiteX86927" y="connsiteY86927"/>
              </a:cxn>
              <a:cxn ang="0">
                <a:pos x="connsiteX86928" y="connsiteY86928"/>
              </a:cxn>
              <a:cxn ang="0">
                <a:pos x="connsiteX86929" y="connsiteY86929"/>
              </a:cxn>
              <a:cxn ang="0">
                <a:pos x="connsiteX86930" y="connsiteY86930"/>
              </a:cxn>
              <a:cxn ang="0">
                <a:pos x="connsiteX86931" y="connsiteY86931"/>
              </a:cxn>
              <a:cxn ang="0">
                <a:pos x="connsiteX86932" y="connsiteY86932"/>
              </a:cxn>
              <a:cxn ang="0">
                <a:pos x="connsiteX86933" y="connsiteY86933"/>
              </a:cxn>
              <a:cxn ang="0">
                <a:pos x="connsiteX86934" y="connsiteY86934"/>
              </a:cxn>
              <a:cxn ang="0">
                <a:pos x="connsiteX86935" y="connsiteY86935"/>
              </a:cxn>
              <a:cxn ang="0">
                <a:pos x="connsiteX86936" y="connsiteY86936"/>
              </a:cxn>
              <a:cxn ang="0">
                <a:pos x="connsiteX86937" y="connsiteY86937"/>
              </a:cxn>
              <a:cxn ang="0">
                <a:pos x="connsiteX86938" y="connsiteY86938"/>
              </a:cxn>
              <a:cxn ang="0">
                <a:pos x="connsiteX86939" y="connsiteY86939"/>
              </a:cxn>
              <a:cxn ang="0">
                <a:pos x="connsiteX86940" y="connsiteY86940"/>
              </a:cxn>
              <a:cxn ang="0">
                <a:pos x="connsiteX86941" y="connsiteY86941"/>
              </a:cxn>
              <a:cxn ang="0">
                <a:pos x="connsiteX86942" y="connsiteY86942"/>
              </a:cxn>
              <a:cxn ang="0">
                <a:pos x="connsiteX86943" y="connsiteY86943"/>
              </a:cxn>
              <a:cxn ang="0">
                <a:pos x="connsiteX86944" y="connsiteY86944"/>
              </a:cxn>
              <a:cxn ang="0">
                <a:pos x="connsiteX86945" y="connsiteY86945"/>
              </a:cxn>
              <a:cxn ang="0">
                <a:pos x="connsiteX86946" y="connsiteY86946"/>
              </a:cxn>
              <a:cxn ang="0">
                <a:pos x="connsiteX86947" y="connsiteY86947"/>
              </a:cxn>
              <a:cxn ang="0">
                <a:pos x="connsiteX86948" y="connsiteY86948"/>
              </a:cxn>
              <a:cxn ang="0">
                <a:pos x="connsiteX86949" y="connsiteY86949"/>
              </a:cxn>
              <a:cxn ang="0">
                <a:pos x="connsiteX86950" y="connsiteY86950"/>
              </a:cxn>
              <a:cxn ang="0">
                <a:pos x="connsiteX86951" y="connsiteY86951"/>
              </a:cxn>
              <a:cxn ang="0">
                <a:pos x="connsiteX86952" y="connsiteY86952"/>
              </a:cxn>
              <a:cxn ang="0">
                <a:pos x="connsiteX86953" y="connsiteY86953"/>
              </a:cxn>
              <a:cxn ang="0">
                <a:pos x="connsiteX86954" y="connsiteY86954"/>
              </a:cxn>
              <a:cxn ang="0">
                <a:pos x="connsiteX86955" y="connsiteY86955"/>
              </a:cxn>
              <a:cxn ang="0">
                <a:pos x="connsiteX86956" y="connsiteY86956"/>
              </a:cxn>
              <a:cxn ang="0">
                <a:pos x="connsiteX86957" y="connsiteY86957"/>
              </a:cxn>
              <a:cxn ang="0">
                <a:pos x="connsiteX86958" y="connsiteY86958"/>
              </a:cxn>
              <a:cxn ang="0">
                <a:pos x="connsiteX86959" y="connsiteY86959"/>
              </a:cxn>
              <a:cxn ang="0">
                <a:pos x="connsiteX86960" y="connsiteY86960"/>
              </a:cxn>
              <a:cxn ang="0">
                <a:pos x="connsiteX86961" y="connsiteY86961"/>
              </a:cxn>
              <a:cxn ang="0">
                <a:pos x="connsiteX86962" y="connsiteY86962"/>
              </a:cxn>
              <a:cxn ang="0">
                <a:pos x="connsiteX86963" y="connsiteY86963"/>
              </a:cxn>
              <a:cxn ang="0">
                <a:pos x="connsiteX86964" y="connsiteY86964"/>
              </a:cxn>
              <a:cxn ang="0">
                <a:pos x="connsiteX86965" y="connsiteY86965"/>
              </a:cxn>
              <a:cxn ang="0">
                <a:pos x="connsiteX86966" y="connsiteY86966"/>
              </a:cxn>
              <a:cxn ang="0">
                <a:pos x="connsiteX86967" y="connsiteY86967"/>
              </a:cxn>
              <a:cxn ang="0">
                <a:pos x="connsiteX86968" y="connsiteY86968"/>
              </a:cxn>
              <a:cxn ang="0">
                <a:pos x="connsiteX86969" y="connsiteY86969"/>
              </a:cxn>
              <a:cxn ang="0">
                <a:pos x="connsiteX86970" y="connsiteY86970"/>
              </a:cxn>
              <a:cxn ang="0">
                <a:pos x="connsiteX86971" y="connsiteY86971"/>
              </a:cxn>
              <a:cxn ang="0">
                <a:pos x="connsiteX86972" y="connsiteY86972"/>
              </a:cxn>
              <a:cxn ang="0">
                <a:pos x="connsiteX86973" y="connsiteY86973"/>
              </a:cxn>
              <a:cxn ang="0">
                <a:pos x="connsiteX86974" y="connsiteY86974"/>
              </a:cxn>
              <a:cxn ang="0">
                <a:pos x="connsiteX86975" y="connsiteY86975"/>
              </a:cxn>
              <a:cxn ang="0">
                <a:pos x="connsiteX86976" y="connsiteY86976"/>
              </a:cxn>
              <a:cxn ang="0">
                <a:pos x="connsiteX86977" y="connsiteY86977"/>
              </a:cxn>
              <a:cxn ang="0">
                <a:pos x="connsiteX86978" y="connsiteY86978"/>
              </a:cxn>
              <a:cxn ang="0">
                <a:pos x="connsiteX86979" y="connsiteY86979"/>
              </a:cxn>
              <a:cxn ang="0">
                <a:pos x="connsiteX86980" y="connsiteY86980"/>
              </a:cxn>
              <a:cxn ang="0">
                <a:pos x="connsiteX86981" y="connsiteY86981"/>
              </a:cxn>
              <a:cxn ang="0">
                <a:pos x="connsiteX86982" y="connsiteY86982"/>
              </a:cxn>
              <a:cxn ang="0">
                <a:pos x="connsiteX86983" y="connsiteY86983"/>
              </a:cxn>
              <a:cxn ang="0">
                <a:pos x="connsiteX86984" y="connsiteY86984"/>
              </a:cxn>
              <a:cxn ang="0">
                <a:pos x="connsiteX86985" y="connsiteY86985"/>
              </a:cxn>
              <a:cxn ang="0">
                <a:pos x="connsiteX86986" y="connsiteY86986"/>
              </a:cxn>
              <a:cxn ang="0">
                <a:pos x="connsiteX86987" y="connsiteY86987"/>
              </a:cxn>
              <a:cxn ang="0">
                <a:pos x="connsiteX86988" y="connsiteY86988"/>
              </a:cxn>
              <a:cxn ang="0">
                <a:pos x="connsiteX86989" y="connsiteY86989"/>
              </a:cxn>
              <a:cxn ang="0">
                <a:pos x="connsiteX86990" y="connsiteY86990"/>
              </a:cxn>
              <a:cxn ang="0">
                <a:pos x="connsiteX86991" y="connsiteY86991"/>
              </a:cxn>
              <a:cxn ang="0">
                <a:pos x="connsiteX86992" y="connsiteY86992"/>
              </a:cxn>
              <a:cxn ang="0">
                <a:pos x="connsiteX86993" y="connsiteY86993"/>
              </a:cxn>
              <a:cxn ang="0">
                <a:pos x="connsiteX86994" y="connsiteY86994"/>
              </a:cxn>
              <a:cxn ang="0">
                <a:pos x="connsiteX86995" y="connsiteY86995"/>
              </a:cxn>
              <a:cxn ang="0">
                <a:pos x="connsiteX86996" y="connsiteY86996"/>
              </a:cxn>
              <a:cxn ang="0">
                <a:pos x="connsiteX86997" y="connsiteY86997"/>
              </a:cxn>
              <a:cxn ang="0">
                <a:pos x="connsiteX86998" y="connsiteY86998"/>
              </a:cxn>
              <a:cxn ang="0">
                <a:pos x="connsiteX86999" y="connsiteY86999"/>
              </a:cxn>
              <a:cxn ang="0">
                <a:pos x="connsiteX87000" y="connsiteY87000"/>
              </a:cxn>
              <a:cxn ang="0">
                <a:pos x="connsiteX87001" y="connsiteY87001"/>
              </a:cxn>
              <a:cxn ang="0">
                <a:pos x="connsiteX87002" y="connsiteY87002"/>
              </a:cxn>
              <a:cxn ang="0">
                <a:pos x="connsiteX87003" y="connsiteY87003"/>
              </a:cxn>
              <a:cxn ang="0">
                <a:pos x="connsiteX87004" y="connsiteY87004"/>
              </a:cxn>
              <a:cxn ang="0">
                <a:pos x="connsiteX87005" y="connsiteY87005"/>
              </a:cxn>
              <a:cxn ang="0">
                <a:pos x="connsiteX87006" y="connsiteY87006"/>
              </a:cxn>
              <a:cxn ang="0">
                <a:pos x="connsiteX87007" y="connsiteY87007"/>
              </a:cxn>
              <a:cxn ang="0">
                <a:pos x="connsiteX87008" y="connsiteY87008"/>
              </a:cxn>
              <a:cxn ang="0">
                <a:pos x="connsiteX87009" y="connsiteY87009"/>
              </a:cxn>
              <a:cxn ang="0">
                <a:pos x="connsiteX87010" y="connsiteY87010"/>
              </a:cxn>
              <a:cxn ang="0">
                <a:pos x="connsiteX87011" y="connsiteY87011"/>
              </a:cxn>
              <a:cxn ang="0">
                <a:pos x="connsiteX87012" y="connsiteY87012"/>
              </a:cxn>
              <a:cxn ang="0">
                <a:pos x="connsiteX87013" y="connsiteY87013"/>
              </a:cxn>
              <a:cxn ang="0">
                <a:pos x="connsiteX87014" y="connsiteY87014"/>
              </a:cxn>
              <a:cxn ang="0">
                <a:pos x="connsiteX87015" y="connsiteY87015"/>
              </a:cxn>
              <a:cxn ang="0">
                <a:pos x="connsiteX87016" y="connsiteY87016"/>
              </a:cxn>
              <a:cxn ang="0">
                <a:pos x="connsiteX87017" y="connsiteY87017"/>
              </a:cxn>
              <a:cxn ang="0">
                <a:pos x="connsiteX87018" y="connsiteY87018"/>
              </a:cxn>
              <a:cxn ang="0">
                <a:pos x="connsiteX87019" y="connsiteY87019"/>
              </a:cxn>
              <a:cxn ang="0">
                <a:pos x="connsiteX87020" y="connsiteY87020"/>
              </a:cxn>
              <a:cxn ang="0">
                <a:pos x="connsiteX87021" y="connsiteY87021"/>
              </a:cxn>
              <a:cxn ang="0">
                <a:pos x="connsiteX87022" y="connsiteY87022"/>
              </a:cxn>
              <a:cxn ang="0">
                <a:pos x="connsiteX87023" y="connsiteY87023"/>
              </a:cxn>
              <a:cxn ang="0">
                <a:pos x="connsiteX87024" y="connsiteY87024"/>
              </a:cxn>
              <a:cxn ang="0">
                <a:pos x="connsiteX87025" y="connsiteY87025"/>
              </a:cxn>
              <a:cxn ang="0">
                <a:pos x="connsiteX87026" y="connsiteY87026"/>
              </a:cxn>
              <a:cxn ang="0">
                <a:pos x="connsiteX87027" y="connsiteY87027"/>
              </a:cxn>
              <a:cxn ang="0">
                <a:pos x="connsiteX87028" y="connsiteY87028"/>
              </a:cxn>
              <a:cxn ang="0">
                <a:pos x="connsiteX87029" y="connsiteY87029"/>
              </a:cxn>
              <a:cxn ang="0">
                <a:pos x="connsiteX87030" y="connsiteY87030"/>
              </a:cxn>
              <a:cxn ang="0">
                <a:pos x="connsiteX87031" y="connsiteY87031"/>
              </a:cxn>
              <a:cxn ang="0">
                <a:pos x="connsiteX87032" y="connsiteY87032"/>
              </a:cxn>
              <a:cxn ang="0">
                <a:pos x="connsiteX87033" y="connsiteY87033"/>
              </a:cxn>
              <a:cxn ang="0">
                <a:pos x="connsiteX87034" y="connsiteY87034"/>
              </a:cxn>
              <a:cxn ang="0">
                <a:pos x="connsiteX87035" y="connsiteY87035"/>
              </a:cxn>
              <a:cxn ang="0">
                <a:pos x="connsiteX87036" y="connsiteY87036"/>
              </a:cxn>
              <a:cxn ang="0">
                <a:pos x="connsiteX87037" y="connsiteY87037"/>
              </a:cxn>
              <a:cxn ang="0">
                <a:pos x="connsiteX87038" y="connsiteY87038"/>
              </a:cxn>
              <a:cxn ang="0">
                <a:pos x="connsiteX87039" y="connsiteY87039"/>
              </a:cxn>
              <a:cxn ang="0">
                <a:pos x="connsiteX87040" y="connsiteY87040"/>
              </a:cxn>
              <a:cxn ang="0">
                <a:pos x="connsiteX87041" y="connsiteY87041"/>
              </a:cxn>
              <a:cxn ang="0">
                <a:pos x="connsiteX87042" y="connsiteY87042"/>
              </a:cxn>
              <a:cxn ang="0">
                <a:pos x="connsiteX87043" y="connsiteY87043"/>
              </a:cxn>
              <a:cxn ang="0">
                <a:pos x="connsiteX87044" y="connsiteY87044"/>
              </a:cxn>
              <a:cxn ang="0">
                <a:pos x="connsiteX87045" y="connsiteY87045"/>
              </a:cxn>
              <a:cxn ang="0">
                <a:pos x="connsiteX87046" y="connsiteY87046"/>
              </a:cxn>
              <a:cxn ang="0">
                <a:pos x="connsiteX87047" y="connsiteY87047"/>
              </a:cxn>
              <a:cxn ang="0">
                <a:pos x="connsiteX87048" y="connsiteY87048"/>
              </a:cxn>
              <a:cxn ang="0">
                <a:pos x="connsiteX87049" y="connsiteY87049"/>
              </a:cxn>
              <a:cxn ang="0">
                <a:pos x="connsiteX87050" y="connsiteY87050"/>
              </a:cxn>
              <a:cxn ang="0">
                <a:pos x="connsiteX87051" y="connsiteY87051"/>
              </a:cxn>
              <a:cxn ang="0">
                <a:pos x="connsiteX87052" y="connsiteY87052"/>
              </a:cxn>
              <a:cxn ang="0">
                <a:pos x="connsiteX87053" y="connsiteY87053"/>
              </a:cxn>
              <a:cxn ang="0">
                <a:pos x="connsiteX87054" y="connsiteY87054"/>
              </a:cxn>
              <a:cxn ang="0">
                <a:pos x="connsiteX87055" y="connsiteY87055"/>
              </a:cxn>
              <a:cxn ang="0">
                <a:pos x="connsiteX87056" y="connsiteY87056"/>
              </a:cxn>
              <a:cxn ang="0">
                <a:pos x="connsiteX87057" y="connsiteY87057"/>
              </a:cxn>
              <a:cxn ang="0">
                <a:pos x="connsiteX87058" y="connsiteY87058"/>
              </a:cxn>
              <a:cxn ang="0">
                <a:pos x="connsiteX87059" y="connsiteY87059"/>
              </a:cxn>
              <a:cxn ang="0">
                <a:pos x="connsiteX87060" y="connsiteY87060"/>
              </a:cxn>
              <a:cxn ang="0">
                <a:pos x="connsiteX87061" y="connsiteY87061"/>
              </a:cxn>
              <a:cxn ang="0">
                <a:pos x="connsiteX87062" y="connsiteY87062"/>
              </a:cxn>
              <a:cxn ang="0">
                <a:pos x="connsiteX87063" y="connsiteY87063"/>
              </a:cxn>
              <a:cxn ang="0">
                <a:pos x="connsiteX87064" y="connsiteY87064"/>
              </a:cxn>
              <a:cxn ang="0">
                <a:pos x="connsiteX87065" y="connsiteY87065"/>
              </a:cxn>
              <a:cxn ang="0">
                <a:pos x="connsiteX87066" y="connsiteY87066"/>
              </a:cxn>
              <a:cxn ang="0">
                <a:pos x="connsiteX87067" y="connsiteY87067"/>
              </a:cxn>
              <a:cxn ang="0">
                <a:pos x="connsiteX87068" y="connsiteY87068"/>
              </a:cxn>
              <a:cxn ang="0">
                <a:pos x="connsiteX87069" y="connsiteY87069"/>
              </a:cxn>
              <a:cxn ang="0">
                <a:pos x="connsiteX87070" y="connsiteY87070"/>
              </a:cxn>
              <a:cxn ang="0">
                <a:pos x="connsiteX87071" y="connsiteY87071"/>
              </a:cxn>
              <a:cxn ang="0">
                <a:pos x="connsiteX87072" y="connsiteY87072"/>
              </a:cxn>
              <a:cxn ang="0">
                <a:pos x="connsiteX87073" y="connsiteY87073"/>
              </a:cxn>
              <a:cxn ang="0">
                <a:pos x="connsiteX87074" y="connsiteY87074"/>
              </a:cxn>
              <a:cxn ang="0">
                <a:pos x="connsiteX87075" y="connsiteY87075"/>
              </a:cxn>
              <a:cxn ang="0">
                <a:pos x="connsiteX87076" y="connsiteY87076"/>
              </a:cxn>
              <a:cxn ang="0">
                <a:pos x="connsiteX87077" y="connsiteY87077"/>
              </a:cxn>
              <a:cxn ang="0">
                <a:pos x="connsiteX87078" y="connsiteY87078"/>
              </a:cxn>
              <a:cxn ang="0">
                <a:pos x="connsiteX87079" y="connsiteY87079"/>
              </a:cxn>
              <a:cxn ang="0">
                <a:pos x="connsiteX87080" y="connsiteY87080"/>
              </a:cxn>
              <a:cxn ang="0">
                <a:pos x="connsiteX87081" y="connsiteY87081"/>
              </a:cxn>
              <a:cxn ang="0">
                <a:pos x="connsiteX87082" y="connsiteY87082"/>
              </a:cxn>
              <a:cxn ang="0">
                <a:pos x="connsiteX87083" y="connsiteY87083"/>
              </a:cxn>
              <a:cxn ang="0">
                <a:pos x="connsiteX87084" y="connsiteY87084"/>
              </a:cxn>
              <a:cxn ang="0">
                <a:pos x="connsiteX87085" y="connsiteY87085"/>
              </a:cxn>
              <a:cxn ang="0">
                <a:pos x="connsiteX87086" y="connsiteY87086"/>
              </a:cxn>
              <a:cxn ang="0">
                <a:pos x="connsiteX87087" y="connsiteY87087"/>
              </a:cxn>
              <a:cxn ang="0">
                <a:pos x="connsiteX87088" y="connsiteY87088"/>
              </a:cxn>
              <a:cxn ang="0">
                <a:pos x="connsiteX87089" y="connsiteY87089"/>
              </a:cxn>
              <a:cxn ang="0">
                <a:pos x="connsiteX87090" y="connsiteY87090"/>
              </a:cxn>
              <a:cxn ang="0">
                <a:pos x="connsiteX87091" y="connsiteY87091"/>
              </a:cxn>
              <a:cxn ang="0">
                <a:pos x="connsiteX87092" y="connsiteY87092"/>
              </a:cxn>
              <a:cxn ang="0">
                <a:pos x="connsiteX87093" y="connsiteY87093"/>
              </a:cxn>
              <a:cxn ang="0">
                <a:pos x="connsiteX87094" y="connsiteY87094"/>
              </a:cxn>
              <a:cxn ang="0">
                <a:pos x="connsiteX87095" y="connsiteY87095"/>
              </a:cxn>
              <a:cxn ang="0">
                <a:pos x="connsiteX87096" y="connsiteY87096"/>
              </a:cxn>
              <a:cxn ang="0">
                <a:pos x="connsiteX87097" y="connsiteY87097"/>
              </a:cxn>
              <a:cxn ang="0">
                <a:pos x="connsiteX87098" y="connsiteY87098"/>
              </a:cxn>
              <a:cxn ang="0">
                <a:pos x="connsiteX87099" y="connsiteY87099"/>
              </a:cxn>
              <a:cxn ang="0">
                <a:pos x="connsiteX87100" y="connsiteY87100"/>
              </a:cxn>
              <a:cxn ang="0">
                <a:pos x="connsiteX87101" y="connsiteY87101"/>
              </a:cxn>
              <a:cxn ang="0">
                <a:pos x="connsiteX87102" y="connsiteY87102"/>
              </a:cxn>
              <a:cxn ang="0">
                <a:pos x="connsiteX87103" y="connsiteY87103"/>
              </a:cxn>
              <a:cxn ang="0">
                <a:pos x="connsiteX87104" y="connsiteY87104"/>
              </a:cxn>
              <a:cxn ang="0">
                <a:pos x="connsiteX87105" y="connsiteY87105"/>
              </a:cxn>
              <a:cxn ang="0">
                <a:pos x="connsiteX87106" y="connsiteY87106"/>
              </a:cxn>
              <a:cxn ang="0">
                <a:pos x="connsiteX87107" y="connsiteY87107"/>
              </a:cxn>
              <a:cxn ang="0">
                <a:pos x="connsiteX87108" y="connsiteY87108"/>
              </a:cxn>
              <a:cxn ang="0">
                <a:pos x="connsiteX87109" y="connsiteY87109"/>
              </a:cxn>
              <a:cxn ang="0">
                <a:pos x="connsiteX87110" y="connsiteY87110"/>
              </a:cxn>
              <a:cxn ang="0">
                <a:pos x="connsiteX87111" y="connsiteY87111"/>
              </a:cxn>
              <a:cxn ang="0">
                <a:pos x="connsiteX87112" y="connsiteY87112"/>
              </a:cxn>
              <a:cxn ang="0">
                <a:pos x="connsiteX87113" y="connsiteY87113"/>
              </a:cxn>
              <a:cxn ang="0">
                <a:pos x="connsiteX87114" y="connsiteY87114"/>
              </a:cxn>
              <a:cxn ang="0">
                <a:pos x="connsiteX87115" y="connsiteY87115"/>
              </a:cxn>
              <a:cxn ang="0">
                <a:pos x="connsiteX87116" y="connsiteY87116"/>
              </a:cxn>
              <a:cxn ang="0">
                <a:pos x="connsiteX87117" y="connsiteY87117"/>
              </a:cxn>
              <a:cxn ang="0">
                <a:pos x="connsiteX87118" y="connsiteY87118"/>
              </a:cxn>
              <a:cxn ang="0">
                <a:pos x="connsiteX87119" y="connsiteY87119"/>
              </a:cxn>
              <a:cxn ang="0">
                <a:pos x="connsiteX87120" y="connsiteY87120"/>
              </a:cxn>
              <a:cxn ang="0">
                <a:pos x="connsiteX87121" y="connsiteY87121"/>
              </a:cxn>
              <a:cxn ang="0">
                <a:pos x="connsiteX87122" y="connsiteY87122"/>
              </a:cxn>
              <a:cxn ang="0">
                <a:pos x="connsiteX87123" y="connsiteY87123"/>
              </a:cxn>
              <a:cxn ang="0">
                <a:pos x="connsiteX87124" y="connsiteY87124"/>
              </a:cxn>
              <a:cxn ang="0">
                <a:pos x="connsiteX87125" y="connsiteY87125"/>
              </a:cxn>
              <a:cxn ang="0">
                <a:pos x="connsiteX87126" y="connsiteY87126"/>
              </a:cxn>
              <a:cxn ang="0">
                <a:pos x="connsiteX87127" y="connsiteY87127"/>
              </a:cxn>
              <a:cxn ang="0">
                <a:pos x="connsiteX87128" y="connsiteY87128"/>
              </a:cxn>
              <a:cxn ang="0">
                <a:pos x="connsiteX87129" y="connsiteY87129"/>
              </a:cxn>
              <a:cxn ang="0">
                <a:pos x="connsiteX87130" y="connsiteY87130"/>
              </a:cxn>
              <a:cxn ang="0">
                <a:pos x="connsiteX87131" y="connsiteY87131"/>
              </a:cxn>
              <a:cxn ang="0">
                <a:pos x="connsiteX87132" y="connsiteY87132"/>
              </a:cxn>
              <a:cxn ang="0">
                <a:pos x="connsiteX87133" y="connsiteY87133"/>
              </a:cxn>
              <a:cxn ang="0">
                <a:pos x="connsiteX87134" y="connsiteY87134"/>
              </a:cxn>
              <a:cxn ang="0">
                <a:pos x="connsiteX87135" y="connsiteY87135"/>
              </a:cxn>
              <a:cxn ang="0">
                <a:pos x="connsiteX87136" y="connsiteY87136"/>
              </a:cxn>
              <a:cxn ang="0">
                <a:pos x="connsiteX87137" y="connsiteY87137"/>
              </a:cxn>
              <a:cxn ang="0">
                <a:pos x="connsiteX87138" y="connsiteY87138"/>
              </a:cxn>
              <a:cxn ang="0">
                <a:pos x="connsiteX87139" y="connsiteY87139"/>
              </a:cxn>
              <a:cxn ang="0">
                <a:pos x="connsiteX87140" y="connsiteY87140"/>
              </a:cxn>
              <a:cxn ang="0">
                <a:pos x="connsiteX87141" y="connsiteY87141"/>
              </a:cxn>
              <a:cxn ang="0">
                <a:pos x="connsiteX87142" y="connsiteY87142"/>
              </a:cxn>
              <a:cxn ang="0">
                <a:pos x="connsiteX87143" y="connsiteY87143"/>
              </a:cxn>
              <a:cxn ang="0">
                <a:pos x="connsiteX87144" y="connsiteY87144"/>
              </a:cxn>
              <a:cxn ang="0">
                <a:pos x="connsiteX87145" y="connsiteY87145"/>
              </a:cxn>
              <a:cxn ang="0">
                <a:pos x="connsiteX87146" y="connsiteY87146"/>
              </a:cxn>
              <a:cxn ang="0">
                <a:pos x="connsiteX87147" y="connsiteY87147"/>
              </a:cxn>
              <a:cxn ang="0">
                <a:pos x="connsiteX87148" y="connsiteY87148"/>
              </a:cxn>
              <a:cxn ang="0">
                <a:pos x="connsiteX87149" y="connsiteY87149"/>
              </a:cxn>
              <a:cxn ang="0">
                <a:pos x="connsiteX87150" y="connsiteY87150"/>
              </a:cxn>
              <a:cxn ang="0">
                <a:pos x="connsiteX87151" y="connsiteY87151"/>
              </a:cxn>
              <a:cxn ang="0">
                <a:pos x="connsiteX87152" y="connsiteY87152"/>
              </a:cxn>
              <a:cxn ang="0">
                <a:pos x="connsiteX87153" y="connsiteY87153"/>
              </a:cxn>
              <a:cxn ang="0">
                <a:pos x="connsiteX87154" y="connsiteY87154"/>
              </a:cxn>
              <a:cxn ang="0">
                <a:pos x="connsiteX87155" y="connsiteY87155"/>
              </a:cxn>
              <a:cxn ang="0">
                <a:pos x="connsiteX87156" y="connsiteY87156"/>
              </a:cxn>
              <a:cxn ang="0">
                <a:pos x="connsiteX87157" y="connsiteY87157"/>
              </a:cxn>
              <a:cxn ang="0">
                <a:pos x="connsiteX87158" y="connsiteY87158"/>
              </a:cxn>
              <a:cxn ang="0">
                <a:pos x="connsiteX87159" y="connsiteY87159"/>
              </a:cxn>
              <a:cxn ang="0">
                <a:pos x="connsiteX87160" y="connsiteY87160"/>
              </a:cxn>
              <a:cxn ang="0">
                <a:pos x="connsiteX87161" y="connsiteY87161"/>
              </a:cxn>
              <a:cxn ang="0">
                <a:pos x="connsiteX87162" y="connsiteY87162"/>
              </a:cxn>
              <a:cxn ang="0">
                <a:pos x="connsiteX87163" y="connsiteY87163"/>
              </a:cxn>
              <a:cxn ang="0">
                <a:pos x="connsiteX87164" y="connsiteY87164"/>
              </a:cxn>
              <a:cxn ang="0">
                <a:pos x="connsiteX87165" y="connsiteY87165"/>
              </a:cxn>
              <a:cxn ang="0">
                <a:pos x="connsiteX87166" y="connsiteY87166"/>
              </a:cxn>
              <a:cxn ang="0">
                <a:pos x="connsiteX87167" y="connsiteY87167"/>
              </a:cxn>
              <a:cxn ang="0">
                <a:pos x="connsiteX87168" y="connsiteY87168"/>
              </a:cxn>
              <a:cxn ang="0">
                <a:pos x="connsiteX87169" y="connsiteY87169"/>
              </a:cxn>
              <a:cxn ang="0">
                <a:pos x="connsiteX87170" y="connsiteY87170"/>
              </a:cxn>
              <a:cxn ang="0">
                <a:pos x="connsiteX87171" y="connsiteY87171"/>
              </a:cxn>
              <a:cxn ang="0">
                <a:pos x="connsiteX87172" y="connsiteY87172"/>
              </a:cxn>
              <a:cxn ang="0">
                <a:pos x="connsiteX87173" y="connsiteY87173"/>
              </a:cxn>
              <a:cxn ang="0">
                <a:pos x="connsiteX87174" y="connsiteY87174"/>
              </a:cxn>
              <a:cxn ang="0">
                <a:pos x="connsiteX87175" y="connsiteY87175"/>
              </a:cxn>
              <a:cxn ang="0">
                <a:pos x="connsiteX87176" y="connsiteY87176"/>
              </a:cxn>
              <a:cxn ang="0">
                <a:pos x="connsiteX87177" y="connsiteY87177"/>
              </a:cxn>
              <a:cxn ang="0">
                <a:pos x="connsiteX87178" y="connsiteY87178"/>
              </a:cxn>
              <a:cxn ang="0">
                <a:pos x="connsiteX87179" y="connsiteY87179"/>
              </a:cxn>
              <a:cxn ang="0">
                <a:pos x="connsiteX87180" y="connsiteY87180"/>
              </a:cxn>
              <a:cxn ang="0">
                <a:pos x="connsiteX87181" y="connsiteY87181"/>
              </a:cxn>
              <a:cxn ang="0">
                <a:pos x="connsiteX87182" y="connsiteY87182"/>
              </a:cxn>
              <a:cxn ang="0">
                <a:pos x="connsiteX87183" y="connsiteY87183"/>
              </a:cxn>
              <a:cxn ang="0">
                <a:pos x="connsiteX87184" y="connsiteY87184"/>
              </a:cxn>
              <a:cxn ang="0">
                <a:pos x="connsiteX87185" y="connsiteY87185"/>
              </a:cxn>
              <a:cxn ang="0">
                <a:pos x="connsiteX87186" y="connsiteY87186"/>
              </a:cxn>
              <a:cxn ang="0">
                <a:pos x="connsiteX87187" y="connsiteY87187"/>
              </a:cxn>
              <a:cxn ang="0">
                <a:pos x="connsiteX87188" y="connsiteY87188"/>
              </a:cxn>
              <a:cxn ang="0">
                <a:pos x="connsiteX87189" y="connsiteY87189"/>
              </a:cxn>
              <a:cxn ang="0">
                <a:pos x="connsiteX87190" y="connsiteY87190"/>
              </a:cxn>
              <a:cxn ang="0">
                <a:pos x="connsiteX87191" y="connsiteY87191"/>
              </a:cxn>
              <a:cxn ang="0">
                <a:pos x="connsiteX87192" y="connsiteY87192"/>
              </a:cxn>
              <a:cxn ang="0">
                <a:pos x="connsiteX87193" y="connsiteY87193"/>
              </a:cxn>
              <a:cxn ang="0">
                <a:pos x="connsiteX87194" y="connsiteY87194"/>
              </a:cxn>
              <a:cxn ang="0">
                <a:pos x="connsiteX87195" y="connsiteY87195"/>
              </a:cxn>
              <a:cxn ang="0">
                <a:pos x="connsiteX87196" y="connsiteY87196"/>
              </a:cxn>
              <a:cxn ang="0">
                <a:pos x="connsiteX87197" y="connsiteY87197"/>
              </a:cxn>
              <a:cxn ang="0">
                <a:pos x="connsiteX87198" y="connsiteY87198"/>
              </a:cxn>
              <a:cxn ang="0">
                <a:pos x="connsiteX87199" y="connsiteY87199"/>
              </a:cxn>
              <a:cxn ang="0">
                <a:pos x="connsiteX87200" y="connsiteY87200"/>
              </a:cxn>
              <a:cxn ang="0">
                <a:pos x="connsiteX87201" y="connsiteY87201"/>
              </a:cxn>
              <a:cxn ang="0">
                <a:pos x="connsiteX87202" y="connsiteY87202"/>
              </a:cxn>
              <a:cxn ang="0">
                <a:pos x="connsiteX87203" y="connsiteY87203"/>
              </a:cxn>
              <a:cxn ang="0">
                <a:pos x="connsiteX87204" y="connsiteY87204"/>
              </a:cxn>
              <a:cxn ang="0">
                <a:pos x="connsiteX87205" y="connsiteY87205"/>
              </a:cxn>
              <a:cxn ang="0">
                <a:pos x="connsiteX87206" y="connsiteY87206"/>
              </a:cxn>
              <a:cxn ang="0">
                <a:pos x="connsiteX87207" y="connsiteY87207"/>
              </a:cxn>
              <a:cxn ang="0">
                <a:pos x="connsiteX87208" y="connsiteY87208"/>
              </a:cxn>
              <a:cxn ang="0">
                <a:pos x="connsiteX87209" y="connsiteY87209"/>
              </a:cxn>
              <a:cxn ang="0">
                <a:pos x="connsiteX87210" y="connsiteY87210"/>
              </a:cxn>
              <a:cxn ang="0">
                <a:pos x="connsiteX87211" y="connsiteY87211"/>
              </a:cxn>
              <a:cxn ang="0">
                <a:pos x="connsiteX87212" y="connsiteY87212"/>
              </a:cxn>
              <a:cxn ang="0">
                <a:pos x="connsiteX87213" y="connsiteY87213"/>
              </a:cxn>
              <a:cxn ang="0">
                <a:pos x="connsiteX87214" y="connsiteY87214"/>
              </a:cxn>
              <a:cxn ang="0">
                <a:pos x="connsiteX87215" y="connsiteY87215"/>
              </a:cxn>
              <a:cxn ang="0">
                <a:pos x="connsiteX87216" y="connsiteY87216"/>
              </a:cxn>
              <a:cxn ang="0">
                <a:pos x="connsiteX87217" y="connsiteY87217"/>
              </a:cxn>
              <a:cxn ang="0">
                <a:pos x="connsiteX87218" y="connsiteY87218"/>
              </a:cxn>
              <a:cxn ang="0">
                <a:pos x="connsiteX87219" y="connsiteY87219"/>
              </a:cxn>
              <a:cxn ang="0">
                <a:pos x="connsiteX87220" y="connsiteY87220"/>
              </a:cxn>
              <a:cxn ang="0">
                <a:pos x="connsiteX87221" y="connsiteY87221"/>
              </a:cxn>
              <a:cxn ang="0">
                <a:pos x="connsiteX87222" y="connsiteY87222"/>
              </a:cxn>
              <a:cxn ang="0">
                <a:pos x="connsiteX87223" y="connsiteY87223"/>
              </a:cxn>
              <a:cxn ang="0">
                <a:pos x="connsiteX87224" y="connsiteY87224"/>
              </a:cxn>
              <a:cxn ang="0">
                <a:pos x="connsiteX87225" y="connsiteY87225"/>
              </a:cxn>
              <a:cxn ang="0">
                <a:pos x="connsiteX87226" y="connsiteY87226"/>
              </a:cxn>
              <a:cxn ang="0">
                <a:pos x="connsiteX87227" y="connsiteY87227"/>
              </a:cxn>
              <a:cxn ang="0">
                <a:pos x="connsiteX87228" y="connsiteY87228"/>
              </a:cxn>
              <a:cxn ang="0">
                <a:pos x="connsiteX87229" y="connsiteY87229"/>
              </a:cxn>
              <a:cxn ang="0">
                <a:pos x="connsiteX87230" y="connsiteY87230"/>
              </a:cxn>
              <a:cxn ang="0">
                <a:pos x="connsiteX87231" y="connsiteY87231"/>
              </a:cxn>
              <a:cxn ang="0">
                <a:pos x="connsiteX87232" y="connsiteY87232"/>
              </a:cxn>
              <a:cxn ang="0">
                <a:pos x="connsiteX87233" y="connsiteY87233"/>
              </a:cxn>
              <a:cxn ang="0">
                <a:pos x="connsiteX87234" y="connsiteY87234"/>
              </a:cxn>
              <a:cxn ang="0">
                <a:pos x="connsiteX87235" y="connsiteY87235"/>
              </a:cxn>
              <a:cxn ang="0">
                <a:pos x="connsiteX87236" y="connsiteY87236"/>
              </a:cxn>
              <a:cxn ang="0">
                <a:pos x="connsiteX87237" y="connsiteY87237"/>
              </a:cxn>
              <a:cxn ang="0">
                <a:pos x="connsiteX87238" y="connsiteY87238"/>
              </a:cxn>
              <a:cxn ang="0">
                <a:pos x="connsiteX87239" y="connsiteY87239"/>
              </a:cxn>
              <a:cxn ang="0">
                <a:pos x="connsiteX87240" y="connsiteY87240"/>
              </a:cxn>
              <a:cxn ang="0">
                <a:pos x="connsiteX87241" y="connsiteY87241"/>
              </a:cxn>
              <a:cxn ang="0">
                <a:pos x="connsiteX87242" y="connsiteY87242"/>
              </a:cxn>
              <a:cxn ang="0">
                <a:pos x="connsiteX87243" y="connsiteY87243"/>
              </a:cxn>
              <a:cxn ang="0">
                <a:pos x="connsiteX87244" y="connsiteY87244"/>
              </a:cxn>
              <a:cxn ang="0">
                <a:pos x="connsiteX87245" y="connsiteY87245"/>
              </a:cxn>
              <a:cxn ang="0">
                <a:pos x="connsiteX87246" y="connsiteY87246"/>
              </a:cxn>
              <a:cxn ang="0">
                <a:pos x="connsiteX87247" y="connsiteY87247"/>
              </a:cxn>
              <a:cxn ang="0">
                <a:pos x="connsiteX87248" y="connsiteY87248"/>
              </a:cxn>
              <a:cxn ang="0">
                <a:pos x="connsiteX87249" y="connsiteY87249"/>
              </a:cxn>
              <a:cxn ang="0">
                <a:pos x="connsiteX87250" y="connsiteY87250"/>
              </a:cxn>
              <a:cxn ang="0">
                <a:pos x="connsiteX87251" y="connsiteY87251"/>
              </a:cxn>
              <a:cxn ang="0">
                <a:pos x="connsiteX87252" y="connsiteY87252"/>
              </a:cxn>
              <a:cxn ang="0">
                <a:pos x="connsiteX87253" y="connsiteY87253"/>
              </a:cxn>
              <a:cxn ang="0">
                <a:pos x="connsiteX87254" y="connsiteY87254"/>
              </a:cxn>
              <a:cxn ang="0">
                <a:pos x="connsiteX87255" y="connsiteY87255"/>
              </a:cxn>
              <a:cxn ang="0">
                <a:pos x="connsiteX87256" y="connsiteY87256"/>
              </a:cxn>
              <a:cxn ang="0">
                <a:pos x="connsiteX87257" y="connsiteY87257"/>
              </a:cxn>
              <a:cxn ang="0">
                <a:pos x="connsiteX87258" y="connsiteY87258"/>
              </a:cxn>
              <a:cxn ang="0">
                <a:pos x="connsiteX87259" y="connsiteY87259"/>
              </a:cxn>
              <a:cxn ang="0">
                <a:pos x="connsiteX87260" y="connsiteY87260"/>
              </a:cxn>
              <a:cxn ang="0">
                <a:pos x="connsiteX87261" y="connsiteY87261"/>
              </a:cxn>
              <a:cxn ang="0">
                <a:pos x="connsiteX87262" y="connsiteY87262"/>
              </a:cxn>
              <a:cxn ang="0">
                <a:pos x="connsiteX87263" y="connsiteY87263"/>
              </a:cxn>
              <a:cxn ang="0">
                <a:pos x="connsiteX87264" y="connsiteY87264"/>
              </a:cxn>
              <a:cxn ang="0">
                <a:pos x="connsiteX87265" y="connsiteY87265"/>
              </a:cxn>
              <a:cxn ang="0">
                <a:pos x="connsiteX87266" y="connsiteY87266"/>
              </a:cxn>
              <a:cxn ang="0">
                <a:pos x="connsiteX87267" y="connsiteY87267"/>
              </a:cxn>
              <a:cxn ang="0">
                <a:pos x="connsiteX87268" y="connsiteY87268"/>
              </a:cxn>
              <a:cxn ang="0">
                <a:pos x="connsiteX87269" y="connsiteY87269"/>
              </a:cxn>
              <a:cxn ang="0">
                <a:pos x="connsiteX87270" y="connsiteY87270"/>
              </a:cxn>
              <a:cxn ang="0">
                <a:pos x="connsiteX87271" y="connsiteY87271"/>
              </a:cxn>
              <a:cxn ang="0">
                <a:pos x="connsiteX87272" y="connsiteY87272"/>
              </a:cxn>
              <a:cxn ang="0">
                <a:pos x="connsiteX87273" y="connsiteY87273"/>
              </a:cxn>
              <a:cxn ang="0">
                <a:pos x="connsiteX87274" y="connsiteY87274"/>
              </a:cxn>
              <a:cxn ang="0">
                <a:pos x="connsiteX87275" y="connsiteY87275"/>
              </a:cxn>
              <a:cxn ang="0">
                <a:pos x="connsiteX87276" y="connsiteY87276"/>
              </a:cxn>
              <a:cxn ang="0">
                <a:pos x="connsiteX87277" y="connsiteY87277"/>
              </a:cxn>
              <a:cxn ang="0">
                <a:pos x="connsiteX87278" y="connsiteY87278"/>
              </a:cxn>
              <a:cxn ang="0">
                <a:pos x="connsiteX87279" y="connsiteY87279"/>
              </a:cxn>
              <a:cxn ang="0">
                <a:pos x="connsiteX87280" y="connsiteY87280"/>
              </a:cxn>
              <a:cxn ang="0">
                <a:pos x="connsiteX87281" y="connsiteY87281"/>
              </a:cxn>
              <a:cxn ang="0">
                <a:pos x="connsiteX87282" y="connsiteY87282"/>
              </a:cxn>
              <a:cxn ang="0">
                <a:pos x="connsiteX87283" y="connsiteY87283"/>
              </a:cxn>
              <a:cxn ang="0">
                <a:pos x="connsiteX87284" y="connsiteY87284"/>
              </a:cxn>
              <a:cxn ang="0">
                <a:pos x="connsiteX87285" y="connsiteY87285"/>
              </a:cxn>
              <a:cxn ang="0">
                <a:pos x="connsiteX87286" y="connsiteY87286"/>
              </a:cxn>
              <a:cxn ang="0">
                <a:pos x="connsiteX87287" y="connsiteY87287"/>
              </a:cxn>
              <a:cxn ang="0">
                <a:pos x="connsiteX87288" y="connsiteY87288"/>
              </a:cxn>
              <a:cxn ang="0">
                <a:pos x="connsiteX87289" y="connsiteY87289"/>
              </a:cxn>
              <a:cxn ang="0">
                <a:pos x="connsiteX87290" y="connsiteY87290"/>
              </a:cxn>
              <a:cxn ang="0">
                <a:pos x="connsiteX87291" y="connsiteY87291"/>
              </a:cxn>
              <a:cxn ang="0">
                <a:pos x="connsiteX87292" y="connsiteY87292"/>
              </a:cxn>
              <a:cxn ang="0">
                <a:pos x="connsiteX87293" y="connsiteY87293"/>
              </a:cxn>
              <a:cxn ang="0">
                <a:pos x="connsiteX87294" y="connsiteY87294"/>
              </a:cxn>
              <a:cxn ang="0">
                <a:pos x="connsiteX87295" y="connsiteY87295"/>
              </a:cxn>
              <a:cxn ang="0">
                <a:pos x="connsiteX87296" y="connsiteY87296"/>
              </a:cxn>
              <a:cxn ang="0">
                <a:pos x="connsiteX87297" y="connsiteY87297"/>
              </a:cxn>
              <a:cxn ang="0">
                <a:pos x="connsiteX87298" y="connsiteY87298"/>
              </a:cxn>
              <a:cxn ang="0">
                <a:pos x="connsiteX87299" y="connsiteY87299"/>
              </a:cxn>
              <a:cxn ang="0">
                <a:pos x="connsiteX87300" y="connsiteY87300"/>
              </a:cxn>
              <a:cxn ang="0">
                <a:pos x="connsiteX87301" y="connsiteY87301"/>
              </a:cxn>
              <a:cxn ang="0">
                <a:pos x="connsiteX87302" y="connsiteY87302"/>
              </a:cxn>
              <a:cxn ang="0">
                <a:pos x="connsiteX87303" y="connsiteY87303"/>
              </a:cxn>
              <a:cxn ang="0">
                <a:pos x="connsiteX87304" y="connsiteY87304"/>
              </a:cxn>
              <a:cxn ang="0">
                <a:pos x="connsiteX87305" y="connsiteY87305"/>
              </a:cxn>
              <a:cxn ang="0">
                <a:pos x="connsiteX87306" y="connsiteY87306"/>
              </a:cxn>
              <a:cxn ang="0">
                <a:pos x="connsiteX87307" y="connsiteY87307"/>
              </a:cxn>
              <a:cxn ang="0">
                <a:pos x="connsiteX87308" y="connsiteY87308"/>
              </a:cxn>
              <a:cxn ang="0">
                <a:pos x="connsiteX87309" y="connsiteY87309"/>
              </a:cxn>
              <a:cxn ang="0">
                <a:pos x="connsiteX87310" y="connsiteY87310"/>
              </a:cxn>
              <a:cxn ang="0">
                <a:pos x="connsiteX87311" y="connsiteY87311"/>
              </a:cxn>
              <a:cxn ang="0">
                <a:pos x="connsiteX87312" y="connsiteY87312"/>
              </a:cxn>
              <a:cxn ang="0">
                <a:pos x="connsiteX87313" y="connsiteY87313"/>
              </a:cxn>
              <a:cxn ang="0">
                <a:pos x="connsiteX87314" y="connsiteY87314"/>
              </a:cxn>
              <a:cxn ang="0">
                <a:pos x="connsiteX87315" y="connsiteY87315"/>
              </a:cxn>
              <a:cxn ang="0">
                <a:pos x="connsiteX87316" y="connsiteY87316"/>
              </a:cxn>
              <a:cxn ang="0">
                <a:pos x="connsiteX87317" y="connsiteY87317"/>
              </a:cxn>
              <a:cxn ang="0">
                <a:pos x="connsiteX87318" y="connsiteY87318"/>
              </a:cxn>
              <a:cxn ang="0">
                <a:pos x="connsiteX87319" y="connsiteY87319"/>
              </a:cxn>
              <a:cxn ang="0">
                <a:pos x="connsiteX87320" y="connsiteY87320"/>
              </a:cxn>
              <a:cxn ang="0">
                <a:pos x="connsiteX87321" y="connsiteY87321"/>
              </a:cxn>
              <a:cxn ang="0">
                <a:pos x="connsiteX87322" y="connsiteY87322"/>
              </a:cxn>
              <a:cxn ang="0">
                <a:pos x="connsiteX87323" y="connsiteY87323"/>
              </a:cxn>
              <a:cxn ang="0">
                <a:pos x="connsiteX87324" y="connsiteY87324"/>
              </a:cxn>
              <a:cxn ang="0">
                <a:pos x="connsiteX87325" y="connsiteY87325"/>
              </a:cxn>
              <a:cxn ang="0">
                <a:pos x="connsiteX87326" y="connsiteY87326"/>
              </a:cxn>
              <a:cxn ang="0">
                <a:pos x="connsiteX87327" y="connsiteY87327"/>
              </a:cxn>
              <a:cxn ang="0">
                <a:pos x="connsiteX87328" y="connsiteY87328"/>
              </a:cxn>
              <a:cxn ang="0">
                <a:pos x="connsiteX87329" y="connsiteY87329"/>
              </a:cxn>
              <a:cxn ang="0">
                <a:pos x="connsiteX87330" y="connsiteY87330"/>
              </a:cxn>
              <a:cxn ang="0">
                <a:pos x="connsiteX87331" y="connsiteY87331"/>
              </a:cxn>
              <a:cxn ang="0">
                <a:pos x="connsiteX87332" y="connsiteY87332"/>
              </a:cxn>
              <a:cxn ang="0">
                <a:pos x="connsiteX87333" y="connsiteY87333"/>
              </a:cxn>
              <a:cxn ang="0">
                <a:pos x="connsiteX87334" y="connsiteY87334"/>
              </a:cxn>
              <a:cxn ang="0">
                <a:pos x="connsiteX87335" y="connsiteY87335"/>
              </a:cxn>
              <a:cxn ang="0">
                <a:pos x="connsiteX87336" y="connsiteY87336"/>
              </a:cxn>
              <a:cxn ang="0">
                <a:pos x="connsiteX87337" y="connsiteY87337"/>
              </a:cxn>
              <a:cxn ang="0">
                <a:pos x="connsiteX87338" y="connsiteY87338"/>
              </a:cxn>
              <a:cxn ang="0">
                <a:pos x="connsiteX87339" y="connsiteY87339"/>
              </a:cxn>
              <a:cxn ang="0">
                <a:pos x="connsiteX87340" y="connsiteY87340"/>
              </a:cxn>
              <a:cxn ang="0">
                <a:pos x="connsiteX87341" y="connsiteY87341"/>
              </a:cxn>
              <a:cxn ang="0">
                <a:pos x="connsiteX87342" y="connsiteY87342"/>
              </a:cxn>
              <a:cxn ang="0">
                <a:pos x="connsiteX87343" y="connsiteY87343"/>
              </a:cxn>
              <a:cxn ang="0">
                <a:pos x="connsiteX87344" y="connsiteY87344"/>
              </a:cxn>
              <a:cxn ang="0">
                <a:pos x="connsiteX87345" y="connsiteY87345"/>
              </a:cxn>
              <a:cxn ang="0">
                <a:pos x="connsiteX87346" y="connsiteY87346"/>
              </a:cxn>
              <a:cxn ang="0">
                <a:pos x="connsiteX87347" y="connsiteY87347"/>
              </a:cxn>
              <a:cxn ang="0">
                <a:pos x="connsiteX87348" y="connsiteY87348"/>
              </a:cxn>
              <a:cxn ang="0">
                <a:pos x="connsiteX87349" y="connsiteY87349"/>
              </a:cxn>
              <a:cxn ang="0">
                <a:pos x="connsiteX87350" y="connsiteY87350"/>
              </a:cxn>
              <a:cxn ang="0">
                <a:pos x="connsiteX87351" y="connsiteY87351"/>
              </a:cxn>
              <a:cxn ang="0">
                <a:pos x="connsiteX87352" y="connsiteY87352"/>
              </a:cxn>
              <a:cxn ang="0">
                <a:pos x="connsiteX87353" y="connsiteY87353"/>
              </a:cxn>
              <a:cxn ang="0">
                <a:pos x="connsiteX87354" y="connsiteY87354"/>
              </a:cxn>
              <a:cxn ang="0">
                <a:pos x="connsiteX87355" y="connsiteY87355"/>
              </a:cxn>
              <a:cxn ang="0">
                <a:pos x="connsiteX87356" y="connsiteY87356"/>
              </a:cxn>
              <a:cxn ang="0">
                <a:pos x="connsiteX87357" y="connsiteY87357"/>
              </a:cxn>
              <a:cxn ang="0">
                <a:pos x="connsiteX87358" y="connsiteY87358"/>
              </a:cxn>
              <a:cxn ang="0">
                <a:pos x="connsiteX87359" y="connsiteY87359"/>
              </a:cxn>
              <a:cxn ang="0">
                <a:pos x="connsiteX87360" y="connsiteY87360"/>
              </a:cxn>
              <a:cxn ang="0">
                <a:pos x="connsiteX87361" y="connsiteY87361"/>
              </a:cxn>
              <a:cxn ang="0">
                <a:pos x="connsiteX87362" y="connsiteY87362"/>
              </a:cxn>
              <a:cxn ang="0">
                <a:pos x="connsiteX87363" y="connsiteY87363"/>
              </a:cxn>
              <a:cxn ang="0">
                <a:pos x="connsiteX87364" y="connsiteY87364"/>
              </a:cxn>
              <a:cxn ang="0">
                <a:pos x="connsiteX87365" y="connsiteY87365"/>
              </a:cxn>
              <a:cxn ang="0">
                <a:pos x="connsiteX87366" y="connsiteY87366"/>
              </a:cxn>
              <a:cxn ang="0">
                <a:pos x="connsiteX87367" y="connsiteY87367"/>
              </a:cxn>
              <a:cxn ang="0">
                <a:pos x="connsiteX87368" y="connsiteY87368"/>
              </a:cxn>
              <a:cxn ang="0">
                <a:pos x="connsiteX87369" y="connsiteY87369"/>
              </a:cxn>
              <a:cxn ang="0">
                <a:pos x="connsiteX87370" y="connsiteY87370"/>
              </a:cxn>
              <a:cxn ang="0">
                <a:pos x="connsiteX87371" y="connsiteY87371"/>
              </a:cxn>
              <a:cxn ang="0">
                <a:pos x="connsiteX87372" y="connsiteY87372"/>
              </a:cxn>
              <a:cxn ang="0">
                <a:pos x="connsiteX87373" y="connsiteY87373"/>
              </a:cxn>
              <a:cxn ang="0">
                <a:pos x="connsiteX87374" y="connsiteY87374"/>
              </a:cxn>
              <a:cxn ang="0">
                <a:pos x="connsiteX87375" y="connsiteY87375"/>
              </a:cxn>
              <a:cxn ang="0">
                <a:pos x="connsiteX87376" y="connsiteY87376"/>
              </a:cxn>
              <a:cxn ang="0">
                <a:pos x="connsiteX87377" y="connsiteY87377"/>
              </a:cxn>
              <a:cxn ang="0">
                <a:pos x="connsiteX87378" y="connsiteY87378"/>
              </a:cxn>
              <a:cxn ang="0">
                <a:pos x="connsiteX87379" y="connsiteY87379"/>
              </a:cxn>
              <a:cxn ang="0">
                <a:pos x="connsiteX87380" y="connsiteY87380"/>
              </a:cxn>
              <a:cxn ang="0">
                <a:pos x="connsiteX87381" y="connsiteY87381"/>
              </a:cxn>
              <a:cxn ang="0">
                <a:pos x="connsiteX87382" y="connsiteY87382"/>
              </a:cxn>
              <a:cxn ang="0">
                <a:pos x="connsiteX87383" y="connsiteY87383"/>
              </a:cxn>
              <a:cxn ang="0">
                <a:pos x="connsiteX87384" y="connsiteY87384"/>
              </a:cxn>
              <a:cxn ang="0">
                <a:pos x="connsiteX87385" y="connsiteY87385"/>
              </a:cxn>
              <a:cxn ang="0">
                <a:pos x="connsiteX87386" y="connsiteY87386"/>
              </a:cxn>
              <a:cxn ang="0">
                <a:pos x="connsiteX87387" y="connsiteY87387"/>
              </a:cxn>
              <a:cxn ang="0">
                <a:pos x="connsiteX87388" y="connsiteY87388"/>
              </a:cxn>
              <a:cxn ang="0">
                <a:pos x="connsiteX87389" y="connsiteY87389"/>
              </a:cxn>
              <a:cxn ang="0">
                <a:pos x="connsiteX87390" y="connsiteY87390"/>
              </a:cxn>
              <a:cxn ang="0">
                <a:pos x="connsiteX87391" y="connsiteY87391"/>
              </a:cxn>
              <a:cxn ang="0">
                <a:pos x="connsiteX87392" y="connsiteY87392"/>
              </a:cxn>
              <a:cxn ang="0">
                <a:pos x="connsiteX87393" y="connsiteY87393"/>
              </a:cxn>
              <a:cxn ang="0">
                <a:pos x="connsiteX87394" y="connsiteY87394"/>
              </a:cxn>
              <a:cxn ang="0">
                <a:pos x="connsiteX87395" y="connsiteY87395"/>
              </a:cxn>
              <a:cxn ang="0">
                <a:pos x="connsiteX87396" y="connsiteY87396"/>
              </a:cxn>
              <a:cxn ang="0">
                <a:pos x="connsiteX87397" y="connsiteY87397"/>
              </a:cxn>
              <a:cxn ang="0">
                <a:pos x="connsiteX87398" y="connsiteY87398"/>
              </a:cxn>
              <a:cxn ang="0">
                <a:pos x="connsiteX87399" y="connsiteY87399"/>
              </a:cxn>
              <a:cxn ang="0">
                <a:pos x="connsiteX87400" y="connsiteY87400"/>
              </a:cxn>
              <a:cxn ang="0">
                <a:pos x="connsiteX87401" y="connsiteY87401"/>
              </a:cxn>
              <a:cxn ang="0">
                <a:pos x="connsiteX87402" y="connsiteY87402"/>
              </a:cxn>
              <a:cxn ang="0">
                <a:pos x="connsiteX87403" y="connsiteY87403"/>
              </a:cxn>
              <a:cxn ang="0">
                <a:pos x="connsiteX87404" y="connsiteY87404"/>
              </a:cxn>
              <a:cxn ang="0">
                <a:pos x="connsiteX87405" y="connsiteY87405"/>
              </a:cxn>
              <a:cxn ang="0">
                <a:pos x="connsiteX87406" y="connsiteY87406"/>
              </a:cxn>
              <a:cxn ang="0">
                <a:pos x="connsiteX87407" y="connsiteY87407"/>
              </a:cxn>
              <a:cxn ang="0">
                <a:pos x="connsiteX87408" y="connsiteY87408"/>
              </a:cxn>
              <a:cxn ang="0">
                <a:pos x="connsiteX87409" y="connsiteY87409"/>
              </a:cxn>
              <a:cxn ang="0">
                <a:pos x="connsiteX87410" y="connsiteY87410"/>
              </a:cxn>
              <a:cxn ang="0">
                <a:pos x="connsiteX87411" y="connsiteY87411"/>
              </a:cxn>
              <a:cxn ang="0">
                <a:pos x="connsiteX87412" y="connsiteY87412"/>
              </a:cxn>
              <a:cxn ang="0">
                <a:pos x="connsiteX87413" y="connsiteY87413"/>
              </a:cxn>
              <a:cxn ang="0">
                <a:pos x="connsiteX87414" y="connsiteY87414"/>
              </a:cxn>
              <a:cxn ang="0">
                <a:pos x="connsiteX87415" y="connsiteY87415"/>
              </a:cxn>
              <a:cxn ang="0">
                <a:pos x="connsiteX87416" y="connsiteY87416"/>
              </a:cxn>
              <a:cxn ang="0">
                <a:pos x="connsiteX87417" y="connsiteY87417"/>
              </a:cxn>
              <a:cxn ang="0">
                <a:pos x="connsiteX87418" y="connsiteY87418"/>
              </a:cxn>
              <a:cxn ang="0">
                <a:pos x="connsiteX87419" y="connsiteY87419"/>
              </a:cxn>
              <a:cxn ang="0">
                <a:pos x="connsiteX87420" y="connsiteY87420"/>
              </a:cxn>
              <a:cxn ang="0">
                <a:pos x="connsiteX87421" y="connsiteY87421"/>
              </a:cxn>
              <a:cxn ang="0">
                <a:pos x="connsiteX87422" y="connsiteY87422"/>
              </a:cxn>
              <a:cxn ang="0">
                <a:pos x="connsiteX87423" y="connsiteY87423"/>
              </a:cxn>
              <a:cxn ang="0">
                <a:pos x="connsiteX87424" y="connsiteY87424"/>
              </a:cxn>
              <a:cxn ang="0">
                <a:pos x="connsiteX87425" y="connsiteY87425"/>
              </a:cxn>
              <a:cxn ang="0">
                <a:pos x="connsiteX87426" y="connsiteY87426"/>
              </a:cxn>
              <a:cxn ang="0">
                <a:pos x="connsiteX87427" y="connsiteY87427"/>
              </a:cxn>
              <a:cxn ang="0">
                <a:pos x="connsiteX87428" y="connsiteY87428"/>
              </a:cxn>
              <a:cxn ang="0">
                <a:pos x="connsiteX87429" y="connsiteY87429"/>
              </a:cxn>
              <a:cxn ang="0">
                <a:pos x="connsiteX87430" y="connsiteY87430"/>
              </a:cxn>
              <a:cxn ang="0">
                <a:pos x="connsiteX87431" y="connsiteY87431"/>
              </a:cxn>
              <a:cxn ang="0">
                <a:pos x="connsiteX87432" y="connsiteY87432"/>
              </a:cxn>
              <a:cxn ang="0">
                <a:pos x="connsiteX87433" y="connsiteY87433"/>
              </a:cxn>
              <a:cxn ang="0">
                <a:pos x="connsiteX87434" y="connsiteY87434"/>
              </a:cxn>
              <a:cxn ang="0">
                <a:pos x="connsiteX87435" y="connsiteY87435"/>
              </a:cxn>
              <a:cxn ang="0">
                <a:pos x="connsiteX87436" y="connsiteY87436"/>
              </a:cxn>
              <a:cxn ang="0">
                <a:pos x="connsiteX87437" y="connsiteY87437"/>
              </a:cxn>
              <a:cxn ang="0">
                <a:pos x="connsiteX87438" y="connsiteY87438"/>
              </a:cxn>
              <a:cxn ang="0">
                <a:pos x="connsiteX87439" y="connsiteY87439"/>
              </a:cxn>
              <a:cxn ang="0">
                <a:pos x="connsiteX87440" y="connsiteY87440"/>
              </a:cxn>
              <a:cxn ang="0">
                <a:pos x="connsiteX87441" y="connsiteY87441"/>
              </a:cxn>
              <a:cxn ang="0">
                <a:pos x="connsiteX87442" y="connsiteY87442"/>
              </a:cxn>
              <a:cxn ang="0">
                <a:pos x="connsiteX87443" y="connsiteY87443"/>
              </a:cxn>
              <a:cxn ang="0">
                <a:pos x="connsiteX87444" y="connsiteY87444"/>
              </a:cxn>
              <a:cxn ang="0">
                <a:pos x="connsiteX87445" y="connsiteY87445"/>
              </a:cxn>
              <a:cxn ang="0">
                <a:pos x="connsiteX87446" y="connsiteY87446"/>
              </a:cxn>
              <a:cxn ang="0">
                <a:pos x="connsiteX87447" y="connsiteY87447"/>
              </a:cxn>
              <a:cxn ang="0">
                <a:pos x="connsiteX87448" y="connsiteY87448"/>
              </a:cxn>
              <a:cxn ang="0">
                <a:pos x="connsiteX87449" y="connsiteY87449"/>
              </a:cxn>
              <a:cxn ang="0">
                <a:pos x="connsiteX87450" y="connsiteY87450"/>
              </a:cxn>
              <a:cxn ang="0">
                <a:pos x="connsiteX87451" y="connsiteY87451"/>
              </a:cxn>
              <a:cxn ang="0">
                <a:pos x="connsiteX87452" y="connsiteY87452"/>
              </a:cxn>
              <a:cxn ang="0">
                <a:pos x="connsiteX87453" y="connsiteY87453"/>
              </a:cxn>
              <a:cxn ang="0">
                <a:pos x="connsiteX87454" y="connsiteY87454"/>
              </a:cxn>
              <a:cxn ang="0">
                <a:pos x="connsiteX87455" y="connsiteY87455"/>
              </a:cxn>
              <a:cxn ang="0">
                <a:pos x="connsiteX87456" y="connsiteY87456"/>
              </a:cxn>
              <a:cxn ang="0">
                <a:pos x="connsiteX87457" y="connsiteY87457"/>
              </a:cxn>
              <a:cxn ang="0">
                <a:pos x="connsiteX87458" y="connsiteY87458"/>
              </a:cxn>
              <a:cxn ang="0">
                <a:pos x="connsiteX87459" y="connsiteY87459"/>
              </a:cxn>
              <a:cxn ang="0">
                <a:pos x="connsiteX87460" y="connsiteY87460"/>
              </a:cxn>
              <a:cxn ang="0">
                <a:pos x="connsiteX87461" y="connsiteY87461"/>
              </a:cxn>
              <a:cxn ang="0">
                <a:pos x="connsiteX87462" y="connsiteY87462"/>
              </a:cxn>
              <a:cxn ang="0">
                <a:pos x="connsiteX87463" y="connsiteY87463"/>
              </a:cxn>
              <a:cxn ang="0">
                <a:pos x="connsiteX87464" y="connsiteY87464"/>
              </a:cxn>
              <a:cxn ang="0">
                <a:pos x="connsiteX87465" y="connsiteY87465"/>
              </a:cxn>
              <a:cxn ang="0">
                <a:pos x="connsiteX87466" y="connsiteY87466"/>
              </a:cxn>
              <a:cxn ang="0">
                <a:pos x="connsiteX87467" y="connsiteY87467"/>
              </a:cxn>
              <a:cxn ang="0">
                <a:pos x="connsiteX87468" y="connsiteY87468"/>
              </a:cxn>
              <a:cxn ang="0">
                <a:pos x="connsiteX87469" y="connsiteY87469"/>
              </a:cxn>
              <a:cxn ang="0">
                <a:pos x="connsiteX87470" y="connsiteY87470"/>
              </a:cxn>
              <a:cxn ang="0">
                <a:pos x="connsiteX87471" y="connsiteY87471"/>
              </a:cxn>
              <a:cxn ang="0">
                <a:pos x="connsiteX87472" y="connsiteY87472"/>
              </a:cxn>
              <a:cxn ang="0">
                <a:pos x="connsiteX87473" y="connsiteY87473"/>
              </a:cxn>
              <a:cxn ang="0">
                <a:pos x="connsiteX87474" y="connsiteY87474"/>
              </a:cxn>
              <a:cxn ang="0">
                <a:pos x="connsiteX87475" y="connsiteY87475"/>
              </a:cxn>
              <a:cxn ang="0">
                <a:pos x="connsiteX87476" y="connsiteY87476"/>
              </a:cxn>
              <a:cxn ang="0">
                <a:pos x="connsiteX87477" y="connsiteY87477"/>
              </a:cxn>
              <a:cxn ang="0">
                <a:pos x="connsiteX87478" y="connsiteY87478"/>
              </a:cxn>
              <a:cxn ang="0">
                <a:pos x="connsiteX87479" y="connsiteY87479"/>
              </a:cxn>
              <a:cxn ang="0">
                <a:pos x="connsiteX87480" y="connsiteY87480"/>
              </a:cxn>
              <a:cxn ang="0">
                <a:pos x="connsiteX87481" y="connsiteY87481"/>
              </a:cxn>
              <a:cxn ang="0">
                <a:pos x="connsiteX87482" y="connsiteY87482"/>
              </a:cxn>
              <a:cxn ang="0">
                <a:pos x="connsiteX87483" y="connsiteY87483"/>
              </a:cxn>
              <a:cxn ang="0">
                <a:pos x="connsiteX87484" y="connsiteY87484"/>
              </a:cxn>
              <a:cxn ang="0">
                <a:pos x="connsiteX87485" y="connsiteY87485"/>
              </a:cxn>
              <a:cxn ang="0">
                <a:pos x="connsiteX87486" y="connsiteY87486"/>
              </a:cxn>
              <a:cxn ang="0">
                <a:pos x="connsiteX87487" y="connsiteY87487"/>
              </a:cxn>
              <a:cxn ang="0">
                <a:pos x="connsiteX87488" y="connsiteY87488"/>
              </a:cxn>
              <a:cxn ang="0">
                <a:pos x="connsiteX87489" y="connsiteY87489"/>
              </a:cxn>
              <a:cxn ang="0">
                <a:pos x="connsiteX87490" y="connsiteY87490"/>
              </a:cxn>
              <a:cxn ang="0">
                <a:pos x="connsiteX87491" y="connsiteY87491"/>
              </a:cxn>
              <a:cxn ang="0">
                <a:pos x="connsiteX87492" y="connsiteY87492"/>
              </a:cxn>
              <a:cxn ang="0">
                <a:pos x="connsiteX87493" y="connsiteY87493"/>
              </a:cxn>
              <a:cxn ang="0">
                <a:pos x="connsiteX87494" y="connsiteY87494"/>
              </a:cxn>
              <a:cxn ang="0">
                <a:pos x="connsiteX87495" y="connsiteY87495"/>
              </a:cxn>
              <a:cxn ang="0">
                <a:pos x="connsiteX87496" y="connsiteY87496"/>
              </a:cxn>
              <a:cxn ang="0">
                <a:pos x="connsiteX87497" y="connsiteY87497"/>
              </a:cxn>
              <a:cxn ang="0">
                <a:pos x="connsiteX87498" y="connsiteY87498"/>
              </a:cxn>
              <a:cxn ang="0">
                <a:pos x="connsiteX87499" y="connsiteY87499"/>
              </a:cxn>
              <a:cxn ang="0">
                <a:pos x="connsiteX87500" y="connsiteY87500"/>
              </a:cxn>
              <a:cxn ang="0">
                <a:pos x="connsiteX87501" y="connsiteY87501"/>
              </a:cxn>
              <a:cxn ang="0">
                <a:pos x="connsiteX87502" y="connsiteY87502"/>
              </a:cxn>
              <a:cxn ang="0">
                <a:pos x="connsiteX87503" y="connsiteY87503"/>
              </a:cxn>
              <a:cxn ang="0">
                <a:pos x="connsiteX87504" y="connsiteY87504"/>
              </a:cxn>
              <a:cxn ang="0">
                <a:pos x="connsiteX87505" y="connsiteY87505"/>
              </a:cxn>
              <a:cxn ang="0">
                <a:pos x="connsiteX87506" y="connsiteY87506"/>
              </a:cxn>
              <a:cxn ang="0">
                <a:pos x="connsiteX87507" y="connsiteY87507"/>
              </a:cxn>
              <a:cxn ang="0">
                <a:pos x="connsiteX87508" y="connsiteY87508"/>
              </a:cxn>
              <a:cxn ang="0">
                <a:pos x="connsiteX87509" y="connsiteY87509"/>
              </a:cxn>
              <a:cxn ang="0">
                <a:pos x="connsiteX87510" y="connsiteY87510"/>
              </a:cxn>
              <a:cxn ang="0">
                <a:pos x="connsiteX87511" y="connsiteY87511"/>
              </a:cxn>
              <a:cxn ang="0">
                <a:pos x="connsiteX87512" y="connsiteY87512"/>
              </a:cxn>
              <a:cxn ang="0">
                <a:pos x="connsiteX87513" y="connsiteY87513"/>
              </a:cxn>
              <a:cxn ang="0">
                <a:pos x="connsiteX87514" y="connsiteY87514"/>
              </a:cxn>
              <a:cxn ang="0">
                <a:pos x="connsiteX87515" y="connsiteY87515"/>
              </a:cxn>
              <a:cxn ang="0">
                <a:pos x="connsiteX87516" y="connsiteY87516"/>
              </a:cxn>
              <a:cxn ang="0">
                <a:pos x="connsiteX87517" y="connsiteY87517"/>
              </a:cxn>
              <a:cxn ang="0">
                <a:pos x="connsiteX87518" y="connsiteY87518"/>
              </a:cxn>
              <a:cxn ang="0">
                <a:pos x="connsiteX87519" y="connsiteY87519"/>
              </a:cxn>
              <a:cxn ang="0">
                <a:pos x="connsiteX87520" y="connsiteY87520"/>
              </a:cxn>
              <a:cxn ang="0">
                <a:pos x="connsiteX87521" y="connsiteY87521"/>
              </a:cxn>
              <a:cxn ang="0">
                <a:pos x="connsiteX87522" y="connsiteY87522"/>
              </a:cxn>
              <a:cxn ang="0">
                <a:pos x="connsiteX87523" y="connsiteY87523"/>
              </a:cxn>
              <a:cxn ang="0">
                <a:pos x="connsiteX87524" y="connsiteY87524"/>
              </a:cxn>
              <a:cxn ang="0">
                <a:pos x="connsiteX87525" y="connsiteY87525"/>
              </a:cxn>
              <a:cxn ang="0">
                <a:pos x="connsiteX87526" y="connsiteY87526"/>
              </a:cxn>
              <a:cxn ang="0">
                <a:pos x="connsiteX87527" y="connsiteY87527"/>
              </a:cxn>
              <a:cxn ang="0">
                <a:pos x="connsiteX87528" y="connsiteY87528"/>
              </a:cxn>
              <a:cxn ang="0">
                <a:pos x="connsiteX87529" y="connsiteY87529"/>
              </a:cxn>
              <a:cxn ang="0">
                <a:pos x="connsiteX87530" y="connsiteY87530"/>
              </a:cxn>
              <a:cxn ang="0">
                <a:pos x="connsiteX87531" y="connsiteY87531"/>
              </a:cxn>
              <a:cxn ang="0">
                <a:pos x="connsiteX87532" y="connsiteY87532"/>
              </a:cxn>
              <a:cxn ang="0">
                <a:pos x="connsiteX87533" y="connsiteY87533"/>
              </a:cxn>
              <a:cxn ang="0">
                <a:pos x="connsiteX87534" y="connsiteY87534"/>
              </a:cxn>
              <a:cxn ang="0">
                <a:pos x="connsiteX87535" y="connsiteY87535"/>
              </a:cxn>
              <a:cxn ang="0">
                <a:pos x="connsiteX87536" y="connsiteY87536"/>
              </a:cxn>
              <a:cxn ang="0">
                <a:pos x="connsiteX87537" y="connsiteY87537"/>
              </a:cxn>
              <a:cxn ang="0">
                <a:pos x="connsiteX87538" y="connsiteY87538"/>
              </a:cxn>
              <a:cxn ang="0">
                <a:pos x="connsiteX87539" y="connsiteY87539"/>
              </a:cxn>
              <a:cxn ang="0">
                <a:pos x="connsiteX87540" y="connsiteY87540"/>
              </a:cxn>
              <a:cxn ang="0">
                <a:pos x="connsiteX87541" y="connsiteY87541"/>
              </a:cxn>
              <a:cxn ang="0">
                <a:pos x="connsiteX87542" y="connsiteY87542"/>
              </a:cxn>
              <a:cxn ang="0">
                <a:pos x="connsiteX87543" y="connsiteY87543"/>
              </a:cxn>
              <a:cxn ang="0">
                <a:pos x="connsiteX87544" y="connsiteY87544"/>
              </a:cxn>
              <a:cxn ang="0">
                <a:pos x="connsiteX87545" y="connsiteY87545"/>
              </a:cxn>
              <a:cxn ang="0">
                <a:pos x="connsiteX87546" y="connsiteY87546"/>
              </a:cxn>
              <a:cxn ang="0">
                <a:pos x="connsiteX87547" y="connsiteY87547"/>
              </a:cxn>
              <a:cxn ang="0">
                <a:pos x="connsiteX87548" y="connsiteY87548"/>
              </a:cxn>
              <a:cxn ang="0">
                <a:pos x="connsiteX87549" y="connsiteY87549"/>
              </a:cxn>
              <a:cxn ang="0">
                <a:pos x="connsiteX87550" y="connsiteY87550"/>
              </a:cxn>
              <a:cxn ang="0">
                <a:pos x="connsiteX87551" y="connsiteY87551"/>
              </a:cxn>
              <a:cxn ang="0">
                <a:pos x="connsiteX87552" y="connsiteY87552"/>
              </a:cxn>
              <a:cxn ang="0">
                <a:pos x="connsiteX87553" y="connsiteY87553"/>
              </a:cxn>
              <a:cxn ang="0">
                <a:pos x="connsiteX87554" y="connsiteY87554"/>
              </a:cxn>
              <a:cxn ang="0">
                <a:pos x="connsiteX87555" y="connsiteY87555"/>
              </a:cxn>
              <a:cxn ang="0">
                <a:pos x="connsiteX87556" y="connsiteY87556"/>
              </a:cxn>
              <a:cxn ang="0">
                <a:pos x="connsiteX87557" y="connsiteY87557"/>
              </a:cxn>
              <a:cxn ang="0">
                <a:pos x="connsiteX87558" y="connsiteY87558"/>
              </a:cxn>
              <a:cxn ang="0">
                <a:pos x="connsiteX87559" y="connsiteY87559"/>
              </a:cxn>
              <a:cxn ang="0">
                <a:pos x="connsiteX87560" y="connsiteY87560"/>
              </a:cxn>
              <a:cxn ang="0">
                <a:pos x="connsiteX87561" y="connsiteY87561"/>
              </a:cxn>
              <a:cxn ang="0">
                <a:pos x="connsiteX87562" y="connsiteY87562"/>
              </a:cxn>
              <a:cxn ang="0">
                <a:pos x="connsiteX87563" y="connsiteY87563"/>
              </a:cxn>
              <a:cxn ang="0">
                <a:pos x="connsiteX87564" y="connsiteY87564"/>
              </a:cxn>
              <a:cxn ang="0">
                <a:pos x="connsiteX87565" y="connsiteY87565"/>
              </a:cxn>
              <a:cxn ang="0">
                <a:pos x="connsiteX87566" y="connsiteY87566"/>
              </a:cxn>
              <a:cxn ang="0">
                <a:pos x="connsiteX87567" y="connsiteY87567"/>
              </a:cxn>
              <a:cxn ang="0">
                <a:pos x="connsiteX87568" y="connsiteY87568"/>
              </a:cxn>
              <a:cxn ang="0">
                <a:pos x="connsiteX87569" y="connsiteY87569"/>
              </a:cxn>
              <a:cxn ang="0">
                <a:pos x="connsiteX87570" y="connsiteY87570"/>
              </a:cxn>
              <a:cxn ang="0">
                <a:pos x="connsiteX87571" y="connsiteY87571"/>
              </a:cxn>
              <a:cxn ang="0">
                <a:pos x="connsiteX87572" y="connsiteY87572"/>
              </a:cxn>
              <a:cxn ang="0">
                <a:pos x="connsiteX87573" y="connsiteY87573"/>
              </a:cxn>
              <a:cxn ang="0">
                <a:pos x="connsiteX87574" y="connsiteY87574"/>
              </a:cxn>
              <a:cxn ang="0">
                <a:pos x="connsiteX87575" y="connsiteY87575"/>
              </a:cxn>
              <a:cxn ang="0">
                <a:pos x="connsiteX87576" y="connsiteY87576"/>
              </a:cxn>
              <a:cxn ang="0">
                <a:pos x="connsiteX87577" y="connsiteY87577"/>
              </a:cxn>
              <a:cxn ang="0">
                <a:pos x="connsiteX87578" y="connsiteY87578"/>
              </a:cxn>
              <a:cxn ang="0">
                <a:pos x="connsiteX87579" y="connsiteY87579"/>
              </a:cxn>
              <a:cxn ang="0">
                <a:pos x="connsiteX87580" y="connsiteY87580"/>
              </a:cxn>
              <a:cxn ang="0">
                <a:pos x="connsiteX87581" y="connsiteY87581"/>
              </a:cxn>
              <a:cxn ang="0">
                <a:pos x="connsiteX87582" y="connsiteY87582"/>
              </a:cxn>
              <a:cxn ang="0">
                <a:pos x="connsiteX87583" y="connsiteY87583"/>
              </a:cxn>
              <a:cxn ang="0">
                <a:pos x="connsiteX87584" y="connsiteY87584"/>
              </a:cxn>
              <a:cxn ang="0">
                <a:pos x="connsiteX87585" y="connsiteY87585"/>
              </a:cxn>
              <a:cxn ang="0">
                <a:pos x="connsiteX87586" y="connsiteY87586"/>
              </a:cxn>
              <a:cxn ang="0">
                <a:pos x="connsiteX87587" y="connsiteY87587"/>
              </a:cxn>
              <a:cxn ang="0">
                <a:pos x="connsiteX87588" y="connsiteY87588"/>
              </a:cxn>
              <a:cxn ang="0">
                <a:pos x="connsiteX87589" y="connsiteY87589"/>
              </a:cxn>
              <a:cxn ang="0">
                <a:pos x="connsiteX87590" y="connsiteY87590"/>
              </a:cxn>
              <a:cxn ang="0">
                <a:pos x="connsiteX87591" y="connsiteY87591"/>
              </a:cxn>
              <a:cxn ang="0">
                <a:pos x="connsiteX87592" y="connsiteY87592"/>
              </a:cxn>
              <a:cxn ang="0">
                <a:pos x="connsiteX87593" y="connsiteY87593"/>
              </a:cxn>
              <a:cxn ang="0">
                <a:pos x="connsiteX87594" y="connsiteY87594"/>
              </a:cxn>
              <a:cxn ang="0">
                <a:pos x="connsiteX87595" y="connsiteY87595"/>
              </a:cxn>
              <a:cxn ang="0">
                <a:pos x="connsiteX87596" y="connsiteY87596"/>
              </a:cxn>
              <a:cxn ang="0">
                <a:pos x="connsiteX87597" y="connsiteY87597"/>
              </a:cxn>
              <a:cxn ang="0">
                <a:pos x="connsiteX87598" y="connsiteY87598"/>
              </a:cxn>
              <a:cxn ang="0">
                <a:pos x="connsiteX87599" y="connsiteY87599"/>
              </a:cxn>
              <a:cxn ang="0">
                <a:pos x="connsiteX87600" y="connsiteY87600"/>
              </a:cxn>
              <a:cxn ang="0">
                <a:pos x="connsiteX87601" y="connsiteY87601"/>
              </a:cxn>
              <a:cxn ang="0">
                <a:pos x="connsiteX87602" y="connsiteY87602"/>
              </a:cxn>
              <a:cxn ang="0">
                <a:pos x="connsiteX87603" y="connsiteY87603"/>
              </a:cxn>
              <a:cxn ang="0">
                <a:pos x="connsiteX87604" y="connsiteY87604"/>
              </a:cxn>
              <a:cxn ang="0">
                <a:pos x="connsiteX87605" y="connsiteY87605"/>
              </a:cxn>
              <a:cxn ang="0">
                <a:pos x="connsiteX87606" y="connsiteY87606"/>
              </a:cxn>
              <a:cxn ang="0">
                <a:pos x="connsiteX87607" y="connsiteY87607"/>
              </a:cxn>
              <a:cxn ang="0">
                <a:pos x="connsiteX87608" y="connsiteY87608"/>
              </a:cxn>
              <a:cxn ang="0">
                <a:pos x="connsiteX87609" y="connsiteY87609"/>
              </a:cxn>
              <a:cxn ang="0">
                <a:pos x="connsiteX87610" y="connsiteY87610"/>
              </a:cxn>
              <a:cxn ang="0">
                <a:pos x="connsiteX87611" y="connsiteY87611"/>
              </a:cxn>
              <a:cxn ang="0">
                <a:pos x="connsiteX87612" y="connsiteY87612"/>
              </a:cxn>
              <a:cxn ang="0">
                <a:pos x="connsiteX87613" y="connsiteY87613"/>
              </a:cxn>
              <a:cxn ang="0">
                <a:pos x="connsiteX87614" y="connsiteY87614"/>
              </a:cxn>
              <a:cxn ang="0">
                <a:pos x="connsiteX87615" y="connsiteY87615"/>
              </a:cxn>
              <a:cxn ang="0">
                <a:pos x="connsiteX87616" y="connsiteY87616"/>
              </a:cxn>
              <a:cxn ang="0">
                <a:pos x="connsiteX87617" y="connsiteY87617"/>
              </a:cxn>
              <a:cxn ang="0">
                <a:pos x="connsiteX87618" y="connsiteY87618"/>
              </a:cxn>
              <a:cxn ang="0">
                <a:pos x="connsiteX87619" y="connsiteY87619"/>
              </a:cxn>
              <a:cxn ang="0">
                <a:pos x="connsiteX87620" y="connsiteY87620"/>
              </a:cxn>
              <a:cxn ang="0">
                <a:pos x="connsiteX87621" y="connsiteY87621"/>
              </a:cxn>
              <a:cxn ang="0">
                <a:pos x="connsiteX87622" y="connsiteY87622"/>
              </a:cxn>
              <a:cxn ang="0">
                <a:pos x="connsiteX87623" y="connsiteY87623"/>
              </a:cxn>
              <a:cxn ang="0">
                <a:pos x="connsiteX87624" y="connsiteY87624"/>
              </a:cxn>
              <a:cxn ang="0">
                <a:pos x="connsiteX87625" y="connsiteY87625"/>
              </a:cxn>
              <a:cxn ang="0">
                <a:pos x="connsiteX87626" y="connsiteY87626"/>
              </a:cxn>
              <a:cxn ang="0">
                <a:pos x="connsiteX87627" y="connsiteY87627"/>
              </a:cxn>
              <a:cxn ang="0">
                <a:pos x="connsiteX87628" y="connsiteY87628"/>
              </a:cxn>
              <a:cxn ang="0">
                <a:pos x="connsiteX87629" y="connsiteY87629"/>
              </a:cxn>
              <a:cxn ang="0">
                <a:pos x="connsiteX87630" y="connsiteY87630"/>
              </a:cxn>
              <a:cxn ang="0">
                <a:pos x="connsiteX87631" y="connsiteY87631"/>
              </a:cxn>
              <a:cxn ang="0">
                <a:pos x="connsiteX87632" y="connsiteY87632"/>
              </a:cxn>
              <a:cxn ang="0">
                <a:pos x="connsiteX87633" y="connsiteY87633"/>
              </a:cxn>
              <a:cxn ang="0">
                <a:pos x="connsiteX87634" y="connsiteY87634"/>
              </a:cxn>
              <a:cxn ang="0">
                <a:pos x="connsiteX87635" y="connsiteY87635"/>
              </a:cxn>
              <a:cxn ang="0">
                <a:pos x="connsiteX87636" y="connsiteY87636"/>
              </a:cxn>
              <a:cxn ang="0">
                <a:pos x="connsiteX87637" y="connsiteY87637"/>
              </a:cxn>
              <a:cxn ang="0">
                <a:pos x="connsiteX87638" y="connsiteY87638"/>
              </a:cxn>
              <a:cxn ang="0">
                <a:pos x="connsiteX87639" y="connsiteY87639"/>
              </a:cxn>
              <a:cxn ang="0">
                <a:pos x="connsiteX87640" y="connsiteY87640"/>
              </a:cxn>
              <a:cxn ang="0">
                <a:pos x="connsiteX87641" y="connsiteY87641"/>
              </a:cxn>
              <a:cxn ang="0">
                <a:pos x="connsiteX87642" y="connsiteY87642"/>
              </a:cxn>
              <a:cxn ang="0">
                <a:pos x="connsiteX87643" y="connsiteY87643"/>
              </a:cxn>
              <a:cxn ang="0">
                <a:pos x="connsiteX87644" y="connsiteY87644"/>
              </a:cxn>
              <a:cxn ang="0">
                <a:pos x="connsiteX87645" y="connsiteY87645"/>
              </a:cxn>
              <a:cxn ang="0">
                <a:pos x="connsiteX87646" y="connsiteY87646"/>
              </a:cxn>
              <a:cxn ang="0">
                <a:pos x="connsiteX87647" y="connsiteY87647"/>
              </a:cxn>
              <a:cxn ang="0">
                <a:pos x="connsiteX87648" y="connsiteY87648"/>
              </a:cxn>
              <a:cxn ang="0">
                <a:pos x="connsiteX87649" y="connsiteY87649"/>
              </a:cxn>
              <a:cxn ang="0">
                <a:pos x="connsiteX87650" y="connsiteY87650"/>
              </a:cxn>
              <a:cxn ang="0">
                <a:pos x="connsiteX87651" y="connsiteY87651"/>
              </a:cxn>
              <a:cxn ang="0">
                <a:pos x="connsiteX87652" y="connsiteY87652"/>
              </a:cxn>
              <a:cxn ang="0">
                <a:pos x="connsiteX87653" y="connsiteY87653"/>
              </a:cxn>
              <a:cxn ang="0">
                <a:pos x="connsiteX87654" y="connsiteY87654"/>
              </a:cxn>
              <a:cxn ang="0">
                <a:pos x="connsiteX87655" y="connsiteY87655"/>
              </a:cxn>
              <a:cxn ang="0">
                <a:pos x="connsiteX87656" y="connsiteY87656"/>
              </a:cxn>
              <a:cxn ang="0">
                <a:pos x="connsiteX87657" y="connsiteY87657"/>
              </a:cxn>
              <a:cxn ang="0">
                <a:pos x="connsiteX87658" y="connsiteY87658"/>
              </a:cxn>
              <a:cxn ang="0">
                <a:pos x="connsiteX87659" y="connsiteY87659"/>
              </a:cxn>
              <a:cxn ang="0">
                <a:pos x="connsiteX87660" y="connsiteY87660"/>
              </a:cxn>
              <a:cxn ang="0">
                <a:pos x="connsiteX87661" y="connsiteY87661"/>
              </a:cxn>
              <a:cxn ang="0">
                <a:pos x="connsiteX87662" y="connsiteY87662"/>
              </a:cxn>
              <a:cxn ang="0">
                <a:pos x="connsiteX87663" y="connsiteY87663"/>
              </a:cxn>
              <a:cxn ang="0">
                <a:pos x="connsiteX87664" y="connsiteY87664"/>
              </a:cxn>
              <a:cxn ang="0">
                <a:pos x="connsiteX87665" y="connsiteY87665"/>
              </a:cxn>
              <a:cxn ang="0">
                <a:pos x="connsiteX87666" y="connsiteY87666"/>
              </a:cxn>
              <a:cxn ang="0">
                <a:pos x="connsiteX87667" y="connsiteY87667"/>
              </a:cxn>
              <a:cxn ang="0">
                <a:pos x="connsiteX87668" y="connsiteY87668"/>
              </a:cxn>
              <a:cxn ang="0">
                <a:pos x="connsiteX87669" y="connsiteY87669"/>
              </a:cxn>
              <a:cxn ang="0">
                <a:pos x="connsiteX87670" y="connsiteY87670"/>
              </a:cxn>
              <a:cxn ang="0">
                <a:pos x="connsiteX87671" y="connsiteY87671"/>
              </a:cxn>
              <a:cxn ang="0">
                <a:pos x="connsiteX87672" y="connsiteY87672"/>
              </a:cxn>
              <a:cxn ang="0">
                <a:pos x="connsiteX87673" y="connsiteY87673"/>
              </a:cxn>
              <a:cxn ang="0">
                <a:pos x="connsiteX87674" y="connsiteY87674"/>
              </a:cxn>
              <a:cxn ang="0">
                <a:pos x="connsiteX87675" y="connsiteY87675"/>
              </a:cxn>
              <a:cxn ang="0">
                <a:pos x="connsiteX87676" y="connsiteY87676"/>
              </a:cxn>
              <a:cxn ang="0">
                <a:pos x="connsiteX87677" y="connsiteY87677"/>
              </a:cxn>
              <a:cxn ang="0">
                <a:pos x="connsiteX87678" y="connsiteY87678"/>
              </a:cxn>
              <a:cxn ang="0">
                <a:pos x="connsiteX87679" y="connsiteY87679"/>
              </a:cxn>
              <a:cxn ang="0">
                <a:pos x="connsiteX87680" y="connsiteY87680"/>
              </a:cxn>
              <a:cxn ang="0">
                <a:pos x="connsiteX87681" y="connsiteY87681"/>
              </a:cxn>
              <a:cxn ang="0">
                <a:pos x="connsiteX87682" y="connsiteY87682"/>
              </a:cxn>
              <a:cxn ang="0">
                <a:pos x="connsiteX87683" y="connsiteY87683"/>
              </a:cxn>
              <a:cxn ang="0">
                <a:pos x="connsiteX87684" y="connsiteY87684"/>
              </a:cxn>
              <a:cxn ang="0">
                <a:pos x="connsiteX87685" y="connsiteY87685"/>
              </a:cxn>
              <a:cxn ang="0">
                <a:pos x="connsiteX87686" y="connsiteY87686"/>
              </a:cxn>
              <a:cxn ang="0">
                <a:pos x="connsiteX87687" y="connsiteY87687"/>
              </a:cxn>
              <a:cxn ang="0">
                <a:pos x="connsiteX87688" y="connsiteY87688"/>
              </a:cxn>
              <a:cxn ang="0">
                <a:pos x="connsiteX87689" y="connsiteY87689"/>
              </a:cxn>
              <a:cxn ang="0">
                <a:pos x="connsiteX87690" y="connsiteY87690"/>
              </a:cxn>
              <a:cxn ang="0">
                <a:pos x="connsiteX87691" y="connsiteY87691"/>
              </a:cxn>
              <a:cxn ang="0">
                <a:pos x="connsiteX87692" y="connsiteY87692"/>
              </a:cxn>
              <a:cxn ang="0">
                <a:pos x="connsiteX87693" y="connsiteY87693"/>
              </a:cxn>
              <a:cxn ang="0">
                <a:pos x="connsiteX87694" y="connsiteY87694"/>
              </a:cxn>
              <a:cxn ang="0">
                <a:pos x="connsiteX87695" y="connsiteY87695"/>
              </a:cxn>
              <a:cxn ang="0">
                <a:pos x="connsiteX87696" y="connsiteY87696"/>
              </a:cxn>
              <a:cxn ang="0">
                <a:pos x="connsiteX87697" y="connsiteY87697"/>
              </a:cxn>
              <a:cxn ang="0">
                <a:pos x="connsiteX87698" y="connsiteY87698"/>
              </a:cxn>
              <a:cxn ang="0">
                <a:pos x="connsiteX87699" y="connsiteY87699"/>
              </a:cxn>
              <a:cxn ang="0">
                <a:pos x="connsiteX87700" y="connsiteY87700"/>
              </a:cxn>
              <a:cxn ang="0">
                <a:pos x="connsiteX87701" y="connsiteY87701"/>
              </a:cxn>
              <a:cxn ang="0">
                <a:pos x="connsiteX87702" y="connsiteY87702"/>
              </a:cxn>
              <a:cxn ang="0">
                <a:pos x="connsiteX87703" y="connsiteY87703"/>
              </a:cxn>
              <a:cxn ang="0">
                <a:pos x="connsiteX87704" y="connsiteY87704"/>
              </a:cxn>
              <a:cxn ang="0">
                <a:pos x="connsiteX87705" y="connsiteY87705"/>
              </a:cxn>
              <a:cxn ang="0">
                <a:pos x="connsiteX87706" y="connsiteY87706"/>
              </a:cxn>
              <a:cxn ang="0">
                <a:pos x="connsiteX87707" y="connsiteY87707"/>
              </a:cxn>
              <a:cxn ang="0">
                <a:pos x="connsiteX87708" y="connsiteY87708"/>
              </a:cxn>
              <a:cxn ang="0">
                <a:pos x="connsiteX87709" y="connsiteY87709"/>
              </a:cxn>
              <a:cxn ang="0">
                <a:pos x="connsiteX87710" y="connsiteY87710"/>
              </a:cxn>
              <a:cxn ang="0">
                <a:pos x="connsiteX87711" y="connsiteY87711"/>
              </a:cxn>
              <a:cxn ang="0">
                <a:pos x="connsiteX87712" y="connsiteY87712"/>
              </a:cxn>
              <a:cxn ang="0">
                <a:pos x="connsiteX87713" y="connsiteY87713"/>
              </a:cxn>
              <a:cxn ang="0">
                <a:pos x="connsiteX87714" y="connsiteY87714"/>
              </a:cxn>
              <a:cxn ang="0">
                <a:pos x="connsiteX87715" y="connsiteY87715"/>
              </a:cxn>
              <a:cxn ang="0">
                <a:pos x="connsiteX87716" y="connsiteY87716"/>
              </a:cxn>
              <a:cxn ang="0">
                <a:pos x="connsiteX87717" y="connsiteY87717"/>
              </a:cxn>
              <a:cxn ang="0">
                <a:pos x="connsiteX87718" y="connsiteY87718"/>
              </a:cxn>
              <a:cxn ang="0">
                <a:pos x="connsiteX87719" y="connsiteY87719"/>
              </a:cxn>
              <a:cxn ang="0">
                <a:pos x="connsiteX87720" y="connsiteY87720"/>
              </a:cxn>
              <a:cxn ang="0">
                <a:pos x="connsiteX87721" y="connsiteY87721"/>
              </a:cxn>
              <a:cxn ang="0">
                <a:pos x="connsiteX87722" y="connsiteY87722"/>
              </a:cxn>
              <a:cxn ang="0">
                <a:pos x="connsiteX87723" y="connsiteY87723"/>
              </a:cxn>
              <a:cxn ang="0">
                <a:pos x="connsiteX87724" y="connsiteY87724"/>
              </a:cxn>
              <a:cxn ang="0">
                <a:pos x="connsiteX87725" y="connsiteY87725"/>
              </a:cxn>
              <a:cxn ang="0">
                <a:pos x="connsiteX87726" y="connsiteY87726"/>
              </a:cxn>
              <a:cxn ang="0">
                <a:pos x="connsiteX87727" y="connsiteY87727"/>
              </a:cxn>
              <a:cxn ang="0">
                <a:pos x="connsiteX87728" y="connsiteY87728"/>
              </a:cxn>
              <a:cxn ang="0">
                <a:pos x="connsiteX87729" y="connsiteY87729"/>
              </a:cxn>
              <a:cxn ang="0">
                <a:pos x="connsiteX87730" y="connsiteY87730"/>
              </a:cxn>
              <a:cxn ang="0">
                <a:pos x="connsiteX87731" y="connsiteY87731"/>
              </a:cxn>
              <a:cxn ang="0">
                <a:pos x="connsiteX87732" y="connsiteY87732"/>
              </a:cxn>
              <a:cxn ang="0">
                <a:pos x="connsiteX87733" y="connsiteY87733"/>
              </a:cxn>
              <a:cxn ang="0">
                <a:pos x="connsiteX87734" y="connsiteY87734"/>
              </a:cxn>
              <a:cxn ang="0">
                <a:pos x="connsiteX87735" y="connsiteY87735"/>
              </a:cxn>
              <a:cxn ang="0">
                <a:pos x="connsiteX87736" y="connsiteY87736"/>
              </a:cxn>
              <a:cxn ang="0">
                <a:pos x="connsiteX87737" y="connsiteY87737"/>
              </a:cxn>
              <a:cxn ang="0">
                <a:pos x="connsiteX87738" y="connsiteY87738"/>
              </a:cxn>
              <a:cxn ang="0">
                <a:pos x="connsiteX87739" y="connsiteY87739"/>
              </a:cxn>
              <a:cxn ang="0">
                <a:pos x="connsiteX87740" y="connsiteY87740"/>
              </a:cxn>
              <a:cxn ang="0">
                <a:pos x="connsiteX87741" y="connsiteY87741"/>
              </a:cxn>
              <a:cxn ang="0">
                <a:pos x="connsiteX87742" y="connsiteY87742"/>
              </a:cxn>
              <a:cxn ang="0">
                <a:pos x="connsiteX87743" y="connsiteY87743"/>
              </a:cxn>
              <a:cxn ang="0">
                <a:pos x="connsiteX87744" y="connsiteY87744"/>
              </a:cxn>
              <a:cxn ang="0">
                <a:pos x="connsiteX87745" y="connsiteY87745"/>
              </a:cxn>
              <a:cxn ang="0">
                <a:pos x="connsiteX87746" y="connsiteY87746"/>
              </a:cxn>
              <a:cxn ang="0">
                <a:pos x="connsiteX87747" y="connsiteY87747"/>
              </a:cxn>
              <a:cxn ang="0">
                <a:pos x="connsiteX87748" y="connsiteY87748"/>
              </a:cxn>
              <a:cxn ang="0">
                <a:pos x="connsiteX87749" y="connsiteY87749"/>
              </a:cxn>
              <a:cxn ang="0">
                <a:pos x="connsiteX87750" y="connsiteY87750"/>
              </a:cxn>
              <a:cxn ang="0">
                <a:pos x="connsiteX87751" y="connsiteY87751"/>
              </a:cxn>
              <a:cxn ang="0">
                <a:pos x="connsiteX87752" y="connsiteY87752"/>
              </a:cxn>
              <a:cxn ang="0">
                <a:pos x="connsiteX87753" y="connsiteY87753"/>
              </a:cxn>
              <a:cxn ang="0">
                <a:pos x="connsiteX87754" y="connsiteY87754"/>
              </a:cxn>
              <a:cxn ang="0">
                <a:pos x="connsiteX87755" y="connsiteY87755"/>
              </a:cxn>
              <a:cxn ang="0">
                <a:pos x="connsiteX87756" y="connsiteY87756"/>
              </a:cxn>
              <a:cxn ang="0">
                <a:pos x="connsiteX87757" y="connsiteY87757"/>
              </a:cxn>
              <a:cxn ang="0">
                <a:pos x="connsiteX87758" y="connsiteY87758"/>
              </a:cxn>
              <a:cxn ang="0">
                <a:pos x="connsiteX87759" y="connsiteY87759"/>
              </a:cxn>
              <a:cxn ang="0">
                <a:pos x="connsiteX87760" y="connsiteY87760"/>
              </a:cxn>
              <a:cxn ang="0">
                <a:pos x="connsiteX87761" y="connsiteY87761"/>
              </a:cxn>
              <a:cxn ang="0">
                <a:pos x="connsiteX87762" y="connsiteY87762"/>
              </a:cxn>
              <a:cxn ang="0">
                <a:pos x="connsiteX87763" y="connsiteY87763"/>
              </a:cxn>
              <a:cxn ang="0">
                <a:pos x="connsiteX87764" y="connsiteY87764"/>
              </a:cxn>
              <a:cxn ang="0">
                <a:pos x="connsiteX87765" y="connsiteY87765"/>
              </a:cxn>
              <a:cxn ang="0">
                <a:pos x="connsiteX87766" y="connsiteY87766"/>
              </a:cxn>
              <a:cxn ang="0">
                <a:pos x="connsiteX87767" y="connsiteY87767"/>
              </a:cxn>
              <a:cxn ang="0">
                <a:pos x="connsiteX87768" y="connsiteY87768"/>
              </a:cxn>
              <a:cxn ang="0">
                <a:pos x="connsiteX87769" y="connsiteY87769"/>
              </a:cxn>
              <a:cxn ang="0">
                <a:pos x="connsiteX87770" y="connsiteY87770"/>
              </a:cxn>
              <a:cxn ang="0">
                <a:pos x="connsiteX87771" y="connsiteY87771"/>
              </a:cxn>
              <a:cxn ang="0">
                <a:pos x="connsiteX87772" y="connsiteY87772"/>
              </a:cxn>
              <a:cxn ang="0">
                <a:pos x="connsiteX87773" y="connsiteY87773"/>
              </a:cxn>
              <a:cxn ang="0">
                <a:pos x="connsiteX87774" y="connsiteY87774"/>
              </a:cxn>
              <a:cxn ang="0">
                <a:pos x="connsiteX87775" y="connsiteY87775"/>
              </a:cxn>
              <a:cxn ang="0">
                <a:pos x="connsiteX87776" y="connsiteY87776"/>
              </a:cxn>
              <a:cxn ang="0">
                <a:pos x="connsiteX87777" y="connsiteY87777"/>
              </a:cxn>
              <a:cxn ang="0">
                <a:pos x="connsiteX87778" y="connsiteY87778"/>
              </a:cxn>
              <a:cxn ang="0">
                <a:pos x="connsiteX87779" y="connsiteY87779"/>
              </a:cxn>
              <a:cxn ang="0">
                <a:pos x="connsiteX87780" y="connsiteY87780"/>
              </a:cxn>
              <a:cxn ang="0">
                <a:pos x="connsiteX87781" y="connsiteY87781"/>
              </a:cxn>
              <a:cxn ang="0">
                <a:pos x="connsiteX87782" y="connsiteY87782"/>
              </a:cxn>
              <a:cxn ang="0">
                <a:pos x="connsiteX87783" y="connsiteY87783"/>
              </a:cxn>
              <a:cxn ang="0">
                <a:pos x="connsiteX87784" y="connsiteY87784"/>
              </a:cxn>
              <a:cxn ang="0">
                <a:pos x="connsiteX87785" y="connsiteY87785"/>
              </a:cxn>
              <a:cxn ang="0">
                <a:pos x="connsiteX87786" y="connsiteY87786"/>
              </a:cxn>
              <a:cxn ang="0">
                <a:pos x="connsiteX87787" y="connsiteY87787"/>
              </a:cxn>
              <a:cxn ang="0">
                <a:pos x="connsiteX87788" y="connsiteY87788"/>
              </a:cxn>
              <a:cxn ang="0">
                <a:pos x="connsiteX87789" y="connsiteY87789"/>
              </a:cxn>
              <a:cxn ang="0">
                <a:pos x="connsiteX87790" y="connsiteY87790"/>
              </a:cxn>
              <a:cxn ang="0">
                <a:pos x="connsiteX87791" y="connsiteY87791"/>
              </a:cxn>
              <a:cxn ang="0">
                <a:pos x="connsiteX87792" y="connsiteY87792"/>
              </a:cxn>
              <a:cxn ang="0">
                <a:pos x="connsiteX87793" y="connsiteY87793"/>
              </a:cxn>
              <a:cxn ang="0">
                <a:pos x="connsiteX87794" y="connsiteY87794"/>
              </a:cxn>
              <a:cxn ang="0">
                <a:pos x="connsiteX87795" y="connsiteY87795"/>
              </a:cxn>
              <a:cxn ang="0">
                <a:pos x="connsiteX87796" y="connsiteY87796"/>
              </a:cxn>
              <a:cxn ang="0">
                <a:pos x="connsiteX87797" y="connsiteY87797"/>
              </a:cxn>
              <a:cxn ang="0">
                <a:pos x="connsiteX87798" y="connsiteY87798"/>
              </a:cxn>
              <a:cxn ang="0">
                <a:pos x="connsiteX87799" y="connsiteY87799"/>
              </a:cxn>
              <a:cxn ang="0">
                <a:pos x="connsiteX87800" y="connsiteY87800"/>
              </a:cxn>
              <a:cxn ang="0">
                <a:pos x="connsiteX87801" y="connsiteY87801"/>
              </a:cxn>
              <a:cxn ang="0">
                <a:pos x="connsiteX87802" y="connsiteY87802"/>
              </a:cxn>
              <a:cxn ang="0">
                <a:pos x="connsiteX87803" y="connsiteY87803"/>
              </a:cxn>
              <a:cxn ang="0">
                <a:pos x="connsiteX87804" y="connsiteY87804"/>
              </a:cxn>
              <a:cxn ang="0">
                <a:pos x="connsiteX87805" y="connsiteY87805"/>
              </a:cxn>
              <a:cxn ang="0">
                <a:pos x="connsiteX87806" y="connsiteY87806"/>
              </a:cxn>
              <a:cxn ang="0">
                <a:pos x="connsiteX87807" y="connsiteY87807"/>
              </a:cxn>
              <a:cxn ang="0">
                <a:pos x="connsiteX87808" y="connsiteY87808"/>
              </a:cxn>
              <a:cxn ang="0">
                <a:pos x="connsiteX87809" y="connsiteY87809"/>
              </a:cxn>
              <a:cxn ang="0">
                <a:pos x="connsiteX87810" y="connsiteY87810"/>
              </a:cxn>
              <a:cxn ang="0">
                <a:pos x="connsiteX87811" y="connsiteY87811"/>
              </a:cxn>
              <a:cxn ang="0">
                <a:pos x="connsiteX87812" y="connsiteY87812"/>
              </a:cxn>
              <a:cxn ang="0">
                <a:pos x="connsiteX87813" y="connsiteY87813"/>
              </a:cxn>
              <a:cxn ang="0">
                <a:pos x="connsiteX87814" y="connsiteY87814"/>
              </a:cxn>
              <a:cxn ang="0">
                <a:pos x="connsiteX87815" y="connsiteY87815"/>
              </a:cxn>
              <a:cxn ang="0">
                <a:pos x="connsiteX87816" y="connsiteY87816"/>
              </a:cxn>
              <a:cxn ang="0">
                <a:pos x="connsiteX87817" y="connsiteY87817"/>
              </a:cxn>
              <a:cxn ang="0">
                <a:pos x="connsiteX87818" y="connsiteY87818"/>
              </a:cxn>
              <a:cxn ang="0">
                <a:pos x="connsiteX87819" y="connsiteY87819"/>
              </a:cxn>
              <a:cxn ang="0">
                <a:pos x="connsiteX87820" y="connsiteY87820"/>
              </a:cxn>
              <a:cxn ang="0">
                <a:pos x="connsiteX87821" y="connsiteY87821"/>
              </a:cxn>
              <a:cxn ang="0">
                <a:pos x="connsiteX87822" y="connsiteY87822"/>
              </a:cxn>
              <a:cxn ang="0">
                <a:pos x="connsiteX87823" y="connsiteY87823"/>
              </a:cxn>
              <a:cxn ang="0">
                <a:pos x="connsiteX87824" y="connsiteY87824"/>
              </a:cxn>
              <a:cxn ang="0">
                <a:pos x="connsiteX87825" y="connsiteY87825"/>
              </a:cxn>
              <a:cxn ang="0">
                <a:pos x="connsiteX87826" y="connsiteY87826"/>
              </a:cxn>
              <a:cxn ang="0">
                <a:pos x="connsiteX87827" y="connsiteY87827"/>
              </a:cxn>
              <a:cxn ang="0">
                <a:pos x="connsiteX87828" y="connsiteY87828"/>
              </a:cxn>
              <a:cxn ang="0">
                <a:pos x="connsiteX87829" y="connsiteY87829"/>
              </a:cxn>
              <a:cxn ang="0">
                <a:pos x="connsiteX87830" y="connsiteY87830"/>
              </a:cxn>
              <a:cxn ang="0">
                <a:pos x="connsiteX87831" y="connsiteY87831"/>
              </a:cxn>
              <a:cxn ang="0">
                <a:pos x="connsiteX87832" y="connsiteY87832"/>
              </a:cxn>
              <a:cxn ang="0">
                <a:pos x="connsiteX87833" y="connsiteY87833"/>
              </a:cxn>
              <a:cxn ang="0">
                <a:pos x="connsiteX87834" y="connsiteY87834"/>
              </a:cxn>
              <a:cxn ang="0">
                <a:pos x="connsiteX87835" y="connsiteY87835"/>
              </a:cxn>
              <a:cxn ang="0">
                <a:pos x="connsiteX87836" y="connsiteY87836"/>
              </a:cxn>
              <a:cxn ang="0">
                <a:pos x="connsiteX87837" y="connsiteY87837"/>
              </a:cxn>
              <a:cxn ang="0">
                <a:pos x="connsiteX87838" y="connsiteY87838"/>
              </a:cxn>
              <a:cxn ang="0">
                <a:pos x="connsiteX87839" y="connsiteY87839"/>
              </a:cxn>
              <a:cxn ang="0">
                <a:pos x="connsiteX87840" y="connsiteY87840"/>
              </a:cxn>
              <a:cxn ang="0">
                <a:pos x="connsiteX87841" y="connsiteY87841"/>
              </a:cxn>
              <a:cxn ang="0">
                <a:pos x="connsiteX87842" y="connsiteY87842"/>
              </a:cxn>
              <a:cxn ang="0">
                <a:pos x="connsiteX87843" y="connsiteY87843"/>
              </a:cxn>
              <a:cxn ang="0">
                <a:pos x="connsiteX87844" y="connsiteY87844"/>
              </a:cxn>
              <a:cxn ang="0">
                <a:pos x="connsiteX87845" y="connsiteY87845"/>
              </a:cxn>
              <a:cxn ang="0">
                <a:pos x="connsiteX87846" y="connsiteY87846"/>
              </a:cxn>
              <a:cxn ang="0">
                <a:pos x="connsiteX87847" y="connsiteY87847"/>
              </a:cxn>
              <a:cxn ang="0">
                <a:pos x="connsiteX87848" y="connsiteY87848"/>
              </a:cxn>
              <a:cxn ang="0">
                <a:pos x="connsiteX87849" y="connsiteY87849"/>
              </a:cxn>
              <a:cxn ang="0">
                <a:pos x="connsiteX87850" y="connsiteY87850"/>
              </a:cxn>
              <a:cxn ang="0">
                <a:pos x="connsiteX87851" y="connsiteY87851"/>
              </a:cxn>
              <a:cxn ang="0">
                <a:pos x="connsiteX87852" y="connsiteY87852"/>
              </a:cxn>
              <a:cxn ang="0">
                <a:pos x="connsiteX87853" y="connsiteY87853"/>
              </a:cxn>
              <a:cxn ang="0">
                <a:pos x="connsiteX87854" y="connsiteY87854"/>
              </a:cxn>
              <a:cxn ang="0">
                <a:pos x="connsiteX87855" y="connsiteY87855"/>
              </a:cxn>
              <a:cxn ang="0">
                <a:pos x="connsiteX87856" y="connsiteY87856"/>
              </a:cxn>
              <a:cxn ang="0">
                <a:pos x="connsiteX87857" y="connsiteY87857"/>
              </a:cxn>
              <a:cxn ang="0">
                <a:pos x="connsiteX87858" y="connsiteY87858"/>
              </a:cxn>
              <a:cxn ang="0">
                <a:pos x="connsiteX87859" y="connsiteY87859"/>
              </a:cxn>
              <a:cxn ang="0">
                <a:pos x="connsiteX87860" y="connsiteY87860"/>
              </a:cxn>
              <a:cxn ang="0">
                <a:pos x="connsiteX87861" y="connsiteY87861"/>
              </a:cxn>
              <a:cxn ang="0">
                <a:pos x="connsiteX87862" y="connsiteY87862"/>
              </a:cxn>
              <a:cxn ang="0">
                <a:pos x="connsiteX87863" y="connsiteY87863"/>
              </a:cxn>
              <a:cxn ang="0">
                <a:pos x="connsiteX87864" y="connsiteY87864"/>
              </a:cxn>
              <a:cxn ang="0">
                <a:pos x="connsiteX87865" y="connsiteY87865"/>
              </a:cxn>
              <a:cxn ang="0">
                <a:pos x="connsiteX87866" y="connsiteY87866"/>
              </a:cxn>
              <a:cxn ang="0">
                <a:pos x="connsiteX87867" y="connsiteY87867"/>
              </a:cxn>
              <a:cxn ang="0">
                <a:pos x="connsiteX87868" y="connsiteY87868"/>
              </a:cxn>
              <a:cxn ang="0">
                <a:pos x="connsiteX87869" y="connsiteY87869"/>
              </a:cxn>
              <a:cxn ang="0">
                <a:pos x="connsiteX87870" y="connsiteY87870"/>
              </a:cxn>
              <a:cxn ang="0">
                <a:pos x="connsiteX87871" y="connsiteY87871"/>
              </a:cxn>
              <a:cxn ang="0">
                <a:pos x="connsiteX87872" y="connsiteY87872"/>
              </a:cxn>
              <a:cxn ang="0">
                <a:pos x="connsiteX87873" y="connsiteY87873"/>
              </a:cxn>
              <a:cxn ang="0">
                <a:pos x="connsiteX87874" y="connsiteY87874"/>
              </a:cxn>
              <a:cxn ang="0">
                <a:pos x="connsiteX87875" y="connsiteY87875"/>
              </a:cxn>
              <a:cxn ang="0">
                <a:pos x="connsiteX87876" y="connsiteY87876"/>
              </a:cxn>
              <a:cxn ang="0">
                <a:pos x="connsiteX87877" y="connsiteY87877"/>
              </a:cxn>
              <a:cxn ang="0">
                <a:pos x="connsiteX87878" y="connsiteY87878"/>
              </a:cxn>
              <a:cxn ang="0">
                <a:pos x="connsiteX87879" y="connsiteY87879"/>
              </a:cxn>
              <a:cxn ang="0">
                <a:pos x="connsiteX87880" y="connsiteY87880"/>
              </a:cxn>
              <a:cxn ang="0">
                <a:pos x="connsiteX87881" y="connsiteY87881"/>
              </a:cxn>
              <a:cxn ang="0">
                <a:pos x="connsiteX87882" y="connsiteY87882"/>
              </a:cxn>
              <a:cxn ang="0">
                <a:pos x="connsiteX87883" y="connsiteY87883"/>
              </a:cxn>
              <a:cxn ang="0">
                <a:pos x="connsiteX87884" y="connsiteY87884"/>
              </a:cxn>
              <a:cxn ang="0">
                <a:pos x="connsiteX87885" y="connsiteY87885"/>
              </a:cxn>
              <a:cxn ang="0">
                <a:pos x="connsiteX87886" y="connsiteY87886"/>
              </a:cxn>
              <a:cxn ang="0">
                <a:pos x="connsiteX87887" y="connsiteY87887"/>
              </a:cxn>
              <a:cxn ang="0">
                <a:pos x="connsiteX87888" y="connsiteY87888"/>
              </a:cxn>
              <a:cxn ang="0">
                <a:pos x="connsiteX87889" y="connsiteY87889"/>
              </a:cxn>
              <a:cxn ang="0">
                <a:pos x="connsiteX87890" y="connsiteY87890"/>
              </a:cxn>
              <a:cxn ang="0">
                <a:pos x="connsiteX87891" y="connsiteY87891"/>
              </a:cxn>
              <a:cxn ang="0">
                <a:pos x="connsiteX87892" y="connsiteY87892"/>
              </a:cxn>
              <a:cxn ang="0">
                <a:pos x="connsiteX87893" y="connsiteY87893"/>
              </a:cxn>
              <a:cxn ang="0">
                <a:pos x="connsiteX87894" y="connsiteY87894"/>
              </a:cxn>
              <a:cxn ang="0">
                <a:pos x="connsiteX87895" y="connsiteY87895"/>
              </a:cxn>
              <a:cxn ang="0">
                <a:pos x="connsiteX87896" y="connsiteY87896"/>
              </a:cxn>
              <a:cxn ang="0">
                <a:pos x="connsiteX87897" y="connsiteY87897"/>
              </a:cxn>
              <a:cxn ang="0">
                <a:pos x="connsiteX87898" y="connsiteY87898"/>
              </a:cxn>
              <a:cxn ang="0">
                <a:pos x="connsiteX87899" y="connsiteY87899"/>
              </a:cxn>
              <a:cxn ang="0">
                <a:pos x="connsiteX87900" y="connsiteY87900"/>
              </a:cxn>
              <a:cxn ang="0">
                <a:pos x="connsiteX87901" y="connsiteY87901"/>
              </a:cxn>
              <a:cxn ang="0">
                <a:pos x="connsiteX87902" y="connsiteY87902"/>
              </a:cxn>
              <a:cxn ang="0">
                <a:pos x="connsiteX87903" y="connsiteY87903"/>
              </a:cxn>
              <a:cxn ang="0">
                <a:pos x="connsiteX87904" y="connsiteY87904"/>
              </a:cxn>
              <a:cxn ang="0">
                <a:pos x="connsiteX87905" y="connsiteY87905"/>
              </a:cxn>
              <a:cxn ang="0">
                <a:pos x="connsiteX87906" y="connsiteY87906"/>
              </a:cxn>
              <a:cxn ang="0">
                <a:pos x="connsiteX87907" y="connsiteY87907"/>
              </a:cxn>
              <a:cxn ang="0">
                <a:pos x="connsiteX87908" y="connsiteY87908"/>
              </a:cxn>
              <a:cxn ang="0">
                <a:pos x="connsiteX87909" y="connsiteY87909"/>
              </a:cxn>
              <a:cxn ang="0">
                <a:pos x="connsiteX87910" y="connsiteY87910"/>
              </a:cxn>
              <a:cxn ang="0">
                <a:pos x="connsiteX87911" y="connsiteY87911"/>
              </a:cxn>
              <a:cxn ang="0">
                <a:pos x="connsiteX87912" y="connsiteY87912"/>
              </a:cxn>
              <a:cxn ang="0">
                <a:pos x="connsiteX87913" y="connsiteY87913"/>
              </a:cxn>
              <a:cxn ang="0">
                <a:pos x="connsiteX87914" y="connsiteY87914"/>
              </a:cxn>
              <a:cxn ang="0">
                <a:pos x="connsiteX87915" y="connsiteY87915"/>
              </a:cxn>
              <a:cxn ang="0">
                <a:pos x="connsiteX87916" y="connsiteY87916"/>
              </a:cxn>
              <a:cxn ang="0">
                <a:pos x="connsiteX87917" y="connsiteY87917"/>
              </a:cxn>
              <a:cxn ang="0">
                <a:pos x="connsiteX87918" y="connsiteY87918"/>
              </a:cxn>
              <a:cxn ang="0">
                <a:pos x="connsiteX87919" y="connsiteY87919"/>
              </a:cxn>
              <a:cxn ang="0">
                <a:pos x="connsiteX87920" y="connsiteY87920"/>
              </a:cxn>
              <a:cxn ang="0">
                <a:pos x="connsiteX87921" y="connsiteY87921"/>
              </a:cxn>
              <a:cxn ang="0">
                <a:pos x="connsiteX87922" y="connsiteY87922"/>
              </a:cxn>
              <a:cxn ang="0">
                <a:pos x="connsiteX87923" y="connsiteY87923"/>
              </a:cxn>
              <a:cxn ang="0">
                <a:pos x="connsiteX87924" y="connsiteY87924"/>
              </a:cxn>
              <a:cxn ang="0">
                <a:pos x="connsiteX87925" y="connsiteY87925"/>
              </a:cxn>
              <a:cxn ang="0">
                <a:pos x="connsiteX87926" y="connsiteY87926"/>
              </a:cxn>
              <a:cxn ang="0">
                <a:pos x="connsiteX87927" y="connsiteY87927"/>
              </a:cxn>
              <a:cxn ang="0">
                <a:pos x="connsiteX87928" y="connsiteY87928"/>
              </a:cxn>
              <a:cxn ang="0">
                <a:pos x="connsiteX87929" y="connsiteY87929"/>
              </a:cxn>
              <a:cxn ang="0">
                <a:pos x="connsiteX87930" y="connsiteY87930"/>
              </a:cxn>
              <a:cxn ang="0">
                <a:pos x="connsiteX87931" y="connsiteY87931"/>
              </a:cxn>
              <a:cxn ang="0">
                <a:pos x="connsiteX87932" y="connsiteY87932"/>
              </a:cxn>
              <a:cxn ang="0">
                <a:pos x="connsiteX87933" y="connsiteY87933"/>
              </a:cxn>
              <a:cxn ang="0">
                <a:pos x="connsiteX87934" y="connsiteY87934"/>
              </a:cxn>
              <a:cxn ang="0">
                <a:pos x="connsiteX87935" y="connsiteY87935"/>
              </a:cxn>
              <a:cxn ang="0">
                <a:pos x="connsiteX87936" y="connsiteY87936"/>
              </a:cxn>
              <a:cxn ang="0">
                <a:pos x="connsiteX87937" y="connsiteY87937"/>
              </a:cxn>
              <a:cxn ang="0">
                <a:pos x="connsiteX87938" y="connsiteY87938"/>
              </a:cxn>
              <a:cxn ang="0">
                <a:pos x="connsiteX87939" y="connsiteY87939"/>
              </a:cxn>
              <a:cxn ang="0">
                <a:pos x="connsiteX87940" y="connsiteY87940"/>
              </a:cxn>
              <a:cxn ang="0">
                <a:pos x="connsiteX87941" y="connsiteY87941"/>
              </a:cxn>
              <a:cxn ang="0">
                <a:pos x="connsiteX87942" y="connsiteY87942"/>
              </a:cxn>
              <a:cxn ang="0">
                <a:pos x="connsiteX87943" y="connsiteY87943"/>
              </a:cxn>
              <a:cxn ang="0">
                <a:pos x="connsiteX87944" y="connsiteY87944"/>
              </a:cxn>
              <a:cxn ang="0">
                <a:pos x="connsiteX87945" y="connsiteY87945"/>
              </a:cxn>
              <a:cxn ang="0">
                <a:pos x="connsiteX87946" y="connsiteY87946"/>
              </a:cxn>
              <a:cxn ang="0">
                <a:pos x="connsiteX87947" y="connsiteY87947"/>
              </a:cxn>
              <a:cxn ang="0">
                <a:pos x="connsiteX87948" y="connsiteY87948"/>
              </a:cxn>
              <a:cxn ang="0">
                <a:pos x="connsiteX87949" y="connsiteY87949"/>
              </a:cxn>
              <a:cxn ang="0">
                <a:pos x="connsiteX87950" y="connsiteY87950"/>
              </a:cxn>
              <a:cxn ang="0">
                <a:pos x="connsiteX87951" y="connsiteY87951"/>
              </a:cxn>
              <a:cxn ang="0">
                <a:pos x="connsiteX87952" y="connsiteY87952"/>
              </a:cxn>
              <a:cxn ang="0">
                <a:pos x="connsiteX87953" y="connsiteY87953"/>
              </a:cxn>
              <a:cxn ang="0">
                <a:pos x="connsiteX87954" y="connsiteY87954"/>
              </a:cxn>
              <a:cxn ang="0">
                <a:pos x="connsiteX87955" y="connsiteY87955"/>
              </a:cxn>
              <a:cxn ang="0">
                <a:pos x="connsiteX87956" y="connsiteY87956"/>
              </a:cxn>
              <a:cxn ang="0">
                <a:pos x="connsiteX87957" y="connsiteY87957"/>
              </a:cxn>
              <a:cxn ang="0">
                <a:pos x="connsiteX87958" y="connsiteY87958"/>
              </a:cxn>
              <a:cxn ang="0">
                <a:pos x="connsiteX87959" y="connsiteY87959"/>
              </a:cxn>
              <a:cxn ang="0">
                <a:pos x="connsiteX87960" y="connsiteY87960"/>
              </a:cxn>
              <a:cxn ang="0">
                <a:pos x="connsiteX87961" y="connsiteY87961"/>
              </a:cxn>
              <a:cxn ang="0">
                <a:pos x="connsiteX87962" y="connsiteY87962"/>
              </a:cxn>
              <a:cxn ang="0">
                <a:pos x="connsiteX87963" y="connsiteY87963"/>
              </a:cxn>
              <a:cxn ang="0">
                <a:pos x="connsiteX87964" y="connsiteY87964"/>
              </a:cxn>
              <a:cxn ang="0">
                <a:pos x="connsiteX87965" y="connsiteY87965"/>
              </a:cxn>
              <a:cxn ang="0">
                <a:pos x="connsiteX87966" y="connsiteY87966"/>
              </a:cxn>
              <a:cxn ang="0">
                <a:pos x="connsiteX87967" y="connsiteY87967"/>
              </a:cxn>
              <a:cxn ang="0">
                <a:pos x="connsiteX87968" y="connsiteY87968"/>
              </a:cxn>
              <a:cxn ang="0">
                <a:pos x="connsiteX87969" y="connsiteY87969"/>
              </a:cxn>
              <a:cxn ang="0">
                <a:pos x="connsiteX87970" y="connsiteY87970"/>
              </a:cxn>
              <a:cxn ang="0">
                <a:pos x="connsiteX87971" y="connsiteY87971"/>
              </a:cxn>
              <a:cxn ang="0">
                <a:pos x="connsiteX87972" y="connsiteY87972"/>
              </a:cxn>
              <a:cxn ang="0">
                <a:pos x="connsiteX87973" y="connsiteY87973"/>
              </a:cxn>
              <a:cxn ang="0">
                <a:pos x="connsiteX87974" y="connsiteY87974"/>
              </a:cxn>
              <a:cxn ang="0">
                <a:pos x="connsiteX87975" y="connsiteY87975"/>
              </a:cxn>
              <a:cxn ang="0">
                <a:pos x="connsiteX87976" y="connsiteY87976"/>
              </a:cxn>
              <a:cxn ang="0">
                <a:pos x="connsiteX87977" y="connsiteY87977"/>
              </a:cxn>
              <a:cxn ang="0">
                <a:pos x="connsiteX87978" y="connsiteY87978"/>
              </a:cxn>
              <a:cxn ang="0">
                <a:pos x="connsiteX87979" y="connsiteY87979"/>
              </a:cxn>
              <a:cxn ang="0">
                <a:pos x="connsiteX87980" y="connsiteY87980"/>
              </a:cxn>
              <a:cxn ang="0">
                <a:pos x="connsiteX87981" y="connsiteY87981"/>
              </a:cxn>
              <a:cxn ang="0">
                <a:pos x="connsiteX87982" y="connsiteY87982"/>
              </a:cxn>
              <a:cxn ang="0">
                <a:pos x="connsiteX87983" y="connsiteY87983"/>
              </a:cxn>
              <a:cxn ang="0">
                <a:pos x="connsiteX87984" y="connsiteY87984"/>
              </a:cxn>
              <a:cxn ang="0">
                <a:pos x="connsiteX87985" y="connsiteY87985"/>
              </a:cxn>
              <a:cxn ang="0">
                <a:pos x="connsiteX87986" y="connsiteY87986"/>
              </a:cxn>
              <a:cxn ang="0">
                <a:pos x="connsiteX87987" y="connsiteY87987"/>
              </a:cxn>
              <a:cxn ang="0">
                <a:pos x="connsiteX87988" y="connsiteY87988"/>
              </a:cxn>
              <a:cxn ang="0">
                <a:pos x="connsiteX87989" y="connsiteY87989"/>
              </a:cxn>
              <a:cxn ang="0">
                <a:pos x="connsiteX87990" y="connsiteY87990"/>
              </a:cxn>
              <a:cxn ang="0">
                <a:pos x="connsiteX87991" y="connsiteY87991"/>
              </a:cxn>
              <a:cxn ang="0">
                <a:pos x="connsiteX87992" y="connsiteY87992"/>
              </a:cxn>
              <a:cxn ang="0">
                <a:pos x="connsiteX87993" y="connsiteY87993"/>
              </a:cxn>
              <a:cxn ang="0">
                <a:pos x="connsiteX87994" y="connsiteY87994"/>
              </a:cxn>
              <a:cxn ang="0">
                <a:pos x="connsiteX87995" y="connsiteY87995"/>
              </a:cxn>
              <a:cxn ang="0">
                <a:pos x="connsiteX87996" y="connsiteY87996"/>
              </a:cxn>
              <a:cxn ang="0">
                <a:pos x="connsiteX87997" y="connsiteY87997"/>
              </a:cxn>
              <a:cxn ang="0">
                <a:pos x="connsiteX87998" y="connsiteY87998"/>
              </a:cxn>
              <a:cxn ang="0">
                <a:pos x="connsiteX87999" y="connsiteY87999"/>
              </a:cxn>
              <a:cxn ang="0">
                <a:pos x="connsiteX88000" y="connsiteY88000"/>
              </a:cxn>
              <a:cxn ang="0">
                <a:pos x="connsiteX88001" y="connsiteY88001"/>
              </a:cxn>
              <a:cxn ang="0">
                <a:pos x="connsiteX88002" y="connsiteY88002"/>
              </a:cxn>
              <a:cxn ang="0">
                <a:pos x="connsiteX88003" y="connsiteY88003"/>
              </a:cxn>
              <a:cxn ang="0">
                <a:pos x="connsiteX88004" y="connsiteY88004"/>
              </a:cxn>
              <a:cxn ang="0">
                <a:pos x="connsiteX88005" y="connsiteY88005"/>
              </a:cxn>
              <a:cxn ang="0">
                <a:pos x="connsiteX88006" y="connsiteY88006"/>
              </a:cxn>
              <a:cxn ang="0">
                <a:pos x="connsiteX88007" y="connsiteY88007"/>
              </a:cxn>
              <a:cxn ang="0">
                <a:pos x="connsiteX88008" y="connsiteY88008"/>
              </a:cxn>
              <a:cxn ang="0">
                <a:pos x="connsiteX88009" y="connsiteY88009"/>
              </a:cxn>
              <a:cxn ang="0">
                <a:pos x="connsiteX88010" y="connsiteY88010"/>
              </a:cxn>
              <a:cxn ang="0">
                <a:pos x="connsiteX88011" y="connsiteY88011"/>
              </a:cxn>
              <a:cxn ang="0">
                <a:pos x="connsiteX88012" y="connsiteY88012"/>
              </a:cxn>
              <a:cxn ang="0">
                <a:pos x="connsiteX88013" y="connsiteY88013"/>
              </a:cxn>
              <a:cxn ang="0">
                <a:pos x="connsiteX88014" y="connsiteY88014"/>
              </a:cxn>
              <a:cxn ang="0">
                <a:pos x="connsiteX88015" y="connsiteY88015"/>
              </a:cxn>
              <a:cxn ang="0">
                <a:pos x="connsiteX88016" y="connsiteY88016"/>
              </a:cxn>
              <a:cxn ang="0">
                <a:pos x="connsiteX88017" y="connsiteY88017"/>
              </a:cxn>
              <a:cxn ang="0">
                <a:pos x="connsiteX88018" y="connsiteY88018"/>
              </a:cxn>
              <a:cxn ang="0">
                <a:pos x="connsiteX88019" y="connsiteY88019"/>
              </a:cxn>
              <a:cxn ang="0">
                <a:pos x="connsiteX88020" y="connsiteY88020"/>
              </a:cxn>
              <a:cxn ang="0">
                <a:pos x="connsiteX88021" y="connsiteY88021"/>
              </a:cxn>
              <a:cxn ang="0">
                <a:pos x="connsiteX88022" y="connsiteY88022"/>
              </a:cxn>
              <a:cxn ang="0">
                <a:pos x="connsiteX88023" y="connsiteY88023"/>
              </a:cxn>
              <a:cxn ang="0">
                <a:pos x="connsiteX88024" y="connsiteY88024"/>
              </a:cxn>
              <a:cxn ang="0">
                <a:pos x="connsiteX88025" y="connsiteY88025"/>
              </a:cxn>
              <a:cxn ang="0">
                <a:pos x="connsiteX88026" y="connsiteY88026"/>
              </a:cxn>
              <a:cxn ang="0">
                <a:pos x="connsiteX88027" y="connsiteY88027"/>
              </a:cxn>
              <a:cxn ang="0">
                <a:pos x="connsiteX88028" y="connsiteY88028"/>
              </a:cxn>
              <a:cxn ang="0">
                <a:pos x="connsiteX88029" y="connsiteY88029"/>
              </a:cxn>
              <a:cxn ang="0">
                <a:pos x="connsiteX88030" y="connsiteY88030"/>
              </a:cxn>
              <a:cxn ang="0">
                <a:pos x="connsiteX88031" y="connsiteY88031"/>
              </a:cxn>
              <a:cxn ang="0">
                <a:pos x="connsiteX88032" y="connsiteY88032"/>
              </a:cxn>
              <a:cxn ang="0">
                <a:pos x="connsiteX88033" y="connsiteY88033"/>
              </a:cxn>
              <a:cxn ang="0">
                <a:pos x="connsiteX88034" y="connsiteY88034"/>
              </a:cxn>
              <a:cxn ang="0">
                <a:pos x="connsiteX88035" y="connsiteY88035"/>
              </a:cxn>
              <a:cxn ang="0">
                <a:pos x="connsiteX88036" y="connsiteY88036"/>
              </a:cxn>
              <a:cxn ang="0">
                <a:pos x="connsiteX88037" y="connsiteY88037"/>
              </a:cxn>
              <a:cxn ang="0">
                <a:pos x="connsiteX88038" y="connsiteY88038"/>
              </a:cxn>
              <a:cxn ang="0">
                <a:pos x="connsiteX88039" y="connsiteY88039"/>
              </a:cxn>
              <a:cxn ang="0">
                <a:pos x="connsiteX88040" y="connsiteY88040"/>
              </a:cxn>
              <a:cxn ang="0">
                <a:pos x="connsiteX88041" y="connsiteY88041"/>
              </a:cxn>
              <a:cxn ang="0">
                <a:pos x="connsiteX88042" y="connsiteY88042"/>
              </a:cxn>
              <a:cxn ang="0">
                <a:pos x="connsiteX88043" y="connsiteY88043"/>
              </a:cxn>
              <a:cxn ang="0">
                <a:pos x="connsiteX88044" y="connsiteY88044"/>
              </a:cxn>
              <a:cxn ang="0">
                <a:pos x="connsiteX88045" y="connsiteY88045"/>
              </a:cxn>
              <a:cxn ang="0">
                <a:pos x="connsiteX88046" y="connsiteY88046"/>
              </a:cxn>
              <a:cxn ang="0">
                <a:pos x="connsiteX88047" y="connsiteY88047"/>
              </a:cxn>
              <a:cxn ang="0">
                <a:pos x="connsiteX88048" y="connsiteY88048"/>
              </a:cxn>
              <a:cxn ang="0">
                <a:pos x="connsiteX88049" y="connsiteY88049"/>
              </a:cxn>
              <a:cxn ang="0">
                <a:pos x="connsiteX88050" y="connsiteY88050"/>
              </a:cxn>
              <a:cxn ang="0">
                <a:pos x="connsiteX88051" y="connsiteY88051"/>
              </a:cxn>
              <a:cxn ang="0">
                <a:pos x="connsiteX88052" y="connsiteY88052"/>
              </a:cxn>
              <a:cxn ang="0">
                <a:pos x="connsiteX88053" y="connsiteY88053"/>
              </a:cxn>
              <a:cxn ang="0">
                <a:pos x="connsiteX88054" y="connsiteY88054"/>
              </a:cxn>
              <a:cxn ang="0">
                <a:pos x="connsiteX88055" y="connsiteY88055"/>
              </a:cxn>
              <a:cxn ang="0">
                <a:pos x="connsiteX88056" y="connsiteY88056"/>
              </a:cxn>
              <a:cxn ang="0">
                <a:pos x="connsiteX88057" y="connsiteY88057"/>
              </a:cxn>
              <a:cxn ang="0">
                <a:pos x="connsiteX88058" y="connsiteY88058"/>
              </a:cxn>
              <a:cxn ang="0">
                <a:pos x="connsiteX88059" y="connsiteY88059"/>
              </a:cxn>
              <a:cxn ang="0">
                <a:pos x="connsiteX88060" y="connsiteY88060"/>
              </a:cxn>
              <a:cxn ang="0">
                <a:pos x="connsiteX88061" y="connsiteY88061"/>
              </a:cxn>
              <a:cxn ang="0">
                <a:pos x="connsiteX88062" y="connsiteY88062"/>
              </a:cxn>
              <a:cxn ang="0">
                <a:pos x="connsiteX88063" y="connsiteY88063"/>
              </a:cxn>
              <a:cxn ang="0">
                <a:pos x="connsiteX88064" y="connsiteY88064"/>
              </a:cxn>
              <a:cxn ang="0">
                <a:pos x="connsiteX88065" y="connsiteY88065"/>
              </a:cxn>
              <a:cxn ang="0">
                <a:pos x="connsiteX88066" y="connsiteY88066"/>
              </a:cxn>
              <a:cxn ang="0">
                <a:pos x="connsiteX88067" y="connsiteY88067"/>
              </a:cxn>
              <a:cxn ang="0">
                <a:pos x="connsiteX88068" y="connsiteY88068"/>
              </a:cxn>
              <a:cxn ang="0">
                <a:pos x="connsiteX88069" y="connsiteY88069"/>
              </a:cxn>
              <a:cxn ang="0">
                <a:pos x="connsiteX88070" y="connsiteY88070"/>
              </a:cxn>
              <a:cxn ang="0">
                <a:pos x="connsiteX88071" y="connsiteY88071"/>
              </a:cxn>
              <a:cxn ang="0">
                <a:pos x="connsiteX88072" y="connsiteY88072"/>
              </a:cxn>
              <a:cxn ang="0">
                <a:pos x="connsiteX88073" y="connsiteY88073"/>
              </a:cxn>
              <a:cxn ang="0">
                <a:pos x="connsiteX88074" y="connsiteY88074"/>
              </a:cxn>
              <a:cxn ang="0">
                <a:pos x="connsiteX88075" y="connsiteY88075"/>
              </a:cxn>
              <a:cxn ang="0">
                <a:pos x="connsiteX88076" y="connsiteY88076"/>
              </a:cxn>
              <a:cxn ang="0">
                <a:pos x="connsiteX88077" y="connsiteY88077"/>
              </a:cxn>
              <a:cxn ang="0">
                <a:pos x="connsiteX88078" y="connsiteY88078"/>
              </a:cxn>
              <a:cxn ang="0">
                <a:pos x="connsiteX88079" y="connsiteY88079"/>
              </a:cxn>
              <a:cxn ang="0">
                <a:pos x="connsiteX88080" y="connsiteY88080"/>
              </a:cxn>
              <a:cxn ang="0">
                <a:pos x="connsiteX88081" y="connsiteY88081"/>
              </a:cxn>
              <a:cxn ang="0">
                <a:pos x="connsiteX88082" y="connsiteY88082"/>
              </a:cxn>
              <a:cxn ang="0">
                <a:pos x="connsiteX88083" y="connsiteY88083"/>
              </a:cxn>
              <a:cxn ang="0">
                <a:pos x="connsiteX88084" y="connsiteY88084"/>
              </a:cxn>
              <a:cxn ang="0">
                <a:pos x="connsiteX88085" y="connsiteY88085"/>
              </a:cxn>
              <a:cxn ang="0">
                <a:pos x="connsiteX88086" y="connsiteY88086"/>
              </a:cxn>
              <a:cxn ang="0">
                <a:pos x="connsiteX88087" y="connsiteY88087"/>
              </a:cxn>
              <a:cxn ang="0">
                <a:pos x="connsiteX88088" y="connsiteY88088"/>
              </a:cxn>
              <a:cxn ang="0">
                <a:pos x="connsiteX88089" y="connsiteY88089"/>
              </a:cxn>
              <a:cxn ang="0">
                <a:pos x="connsiteX88090" y="connsiteY88090"/>
              </a:cxn>
              <a:cxn ang="0">
                <a:pos x="connsiteX88091" y="connsiteY88091"/>
              </a:cxn>
              <a:cxn ang="0">
                <a:pos x="connsiteX88092" y="connsiteY88092"/>
              </a:cxn>
              <a:cxn ang="0">
                <a:pos x="connsiteX88093" y="connsiteY88093"/>
              </a:cxn>
              <a:cxn ang="0">
                <a:pos x="connsiteX88094" y="connsiteY88094"/>
              </a:cxn>
              <a:cxn ang="0">
                <a:pos x="connsiteX88095" y="connsiteY88095"/>
              </a:cxn>
              <a:cxn ang="0">
                <a:pos x="connsiteX88096" y="connsiteY88096"/>
              </a:cxn>
              <a:cxn ang="0">
                <a:pos x="connsiteX88097" y="connsiteY88097"/>
              </a:cxn>
              <a:cxn ang="0">
                <a:pos x="connsiteX88098" y="connsiteY88098"/>
              </a:cxn>
              <a:cxn ang="0">
                <a:pos x="connsiteX88099" y="connsiteY88099"/>
              </a:cxn>
              <a:cxn ang="0">
                <a:pos x="connsiteX88100" y="connsiteY88100"/>
              </a:cxn>
              <a:cxn ang="0">
                <a:pos x="connsiteX88101" y="connsiteY88101"/>
              </a:cxn>
              <a:cxn ang="0">
                <a:pos x="connsiteX88102" y="connsiteY88102"/>
              </a:cxn>
              <a:cxn ang="0">
                <a:pos x="connsiteX88103" y="connsiteY88103"/>
              </a:cxn>
              <a:cxn ang="0">
                <a:pos x="connsiteX88104" y="connsiteY88104"/>
              </a:cxn>
              <a:cxn ang="0">
                <a:pos x="connsiteX88105" y="connsiteY88105"/>
              </a:cxn>
              <a:cxn ang="0">
                <a:pos x="connsiteX88106" y="connsiteY88106"/>
              </a:cxn>
              <a:cxn ang="0">
                <a:pos x="connsiteX88107" y="connsiteY88107"/>
              </a:cxn>
              <a:cxn ang="0">
                <a:pos x="connsiteX88108" y="connsiteY88108"/>
              </a:cxn>
              <a:cxn ang="0">
                <a:pos x="connsiteX88109" y="connsiteY88109"/>
              </a:cxn>
              <a:cxn ang="0">
                <a:pos x="connsiteX88110" y="connsiteY88110"/>
              </a:cxn>
              <a:cxn ang="0">
                <a:pos x="connsiteX88111" y="connsiteY88111"/>
              </a:cxn>
              <a:cxn ang="0">
                <a:pos x="connsiteX88112" y="connsiteY88112"/>
              </a:cxn>
              <a:cxn ang="0">
                <a:pos x="connsiteX88113" y="connsiteY88113"/>
              </a:cxn>
              <a:cxn ang="0">
                <a:pos x="connsiteX88114" y="connsiteY88114"/>
              </a:cxn>
              <a:cxn ang="0">
                <a:pos x="connsiteX88115" y="connsiteY88115"/>
              </a:cxn>
              <a:cxn ang="0">
                <a:pos x="connsiteX88116" y="connsiteY88116"/>
              </a:cxn>
              <a:cxn ang="0">
                <a:pos x="connsiteX88117" y="connsiteY88117"/>
              </a:cxn>
              <a:cxn ang="0">
                <a:pos x="connsiteX88118" y="connsiteY88118"/>
              </a:cxn>
              <a:cxn ang="0">
                <a:pos x="connsiteX88119" y="connsiteY88119"/>
              </a:cxn>
              <a:cxn ang="0">
                <a:pos x="connsiteX88120" y="connsiteY88120"/>
              </a:cxn>
              <a:cxn ang="0">
                <a:pos x="connsiteX88121" y="connsiteY88121"/>
              </a:cxn>
              <a:cxn ang="0">
                <a:pos x="connsiteX88122" y="connsiteY88122"/>
              </a:cxn>
              <a:cxn ang="0">
                <a:pos x="connsiteX88123" y="connsiteY88123"/>
              </a:cxn>
              <a:cxn ang="0">
                <a:pos x="connsiteX88124" y="connsiteY88124"/>
              </a:cxn>
              <a:cxn ang="0">
                <a:pos x="connsiteX88125" y="connsiteY88125"/>
              </a:cxn>
              <a:cxn ang="0">
                <a:pos x="connsiteX88126" y="connsiteY88126"/>
              </a:cxn>
              <a:cxn ang="0">
                <a:pos x="connsiteX88127" y="connsiteY88127"/>
              </a:cxn>
              <a:cxn ang="0">
                <a:pos x="connsiteX88128" y="connsiteY88128"/>
              </a:cxn>
              <a:cxn ang="0">
                <a:pos x="connsiteX88129" y="connsiteY88129"/>
              </a:cxn>
              <a:cxn ang="0">
                <a:pos x="connsiteX88130" y="connsiteY88130"/>
              </a:cxn>
              <a:cxn ang="0">
                <a:pos x="connsiteX88131" y="connsiteY88131"/>
              </a:cxn>
              <a:cxn ang="0">
                <a:pos x="connsiteX88132" y="connsiteY88132"/>
              </a:cxn>
              <a:cxn ang="0">
                <a:pos x="connsiteX88133" y="connsiteY88133"/>
              </a:cxn>
              <a:cxn ang="0">
                <a:pos x="connsiteX88134" y="connsiteY88134"/>
              </a:cxn>
              <a:cxn ang="0">
                <a:pos x="connsiteX88135" y="connsiteY88135"/>
              </a:cxn>
              <a:cxn ang="0">
                <a:pos x="connsiteX88136" y="connsiteY88136"/>
              </a:cxn>
              <a:cxn ang="0">
                <a:pos x="connsiteX88137" y="connsiteY88137"/>
              </a:cxn>
              <a:cxn ang="0">
                <a:pos x="connsiteX88138" y="connsiteY88138"/>
              </a:cxn>
              <a:cxn ang="0">
                <a:pos x="connsiteX88139" y="connsiteY88139"/>
              </a:cxn>
              <a:cxn ang="0">
                <a:pos x="connsiteX88140" y="connsiteY88140"/>
              </a:cxn>
              <a:cxn ang="0">
                <a:pos x="connsiteX88141" y="connsiteY88141"/>
              </a:cxn>
              <a:cxn ang="0">
                <a:pos x="connsiteX88142" y="connsiteY88142"/>
              </a:cxn>
              <a:cxn ang="0">
                <a:pos x="connsiteX88143" y="connsiteY88143"/>
              </a:cxn>
              <a:cxn ang="0">
                <a:pos x="connsiteX88144" y="connsiteY88144"/>
              </a:cxn>
              <a:cxn ang="0">
                <a:pos x="connsiteX88145" y="connsiteY88145"/>
              </a:cxn>
              <a:cxn ang="0">
                <a:pos x="connsiteX88146" y="connsiteY88146"/>
              </a:cxn>
              <a:cxn ang="0">
                <a:pos x="connsiteX88147" y="connsiteY88147"/>
              </a:cxn>
              <a:cxn ang="0">
                <a:pos x="connsiteX88148" y="connsiteY88148"/>
              </a:cxn>
              <a:cxn ang="0">
                <a:pos x="connsiteX88149" y="connsiteY88149"/>
              </a:cxn>
              <a:cxn ang="0">
                <a:pos x="connsiteX88150" y="connsiteY88150"/>
              </a:cxn>
              <a:cxn ang="0">
                <a:pos x="connsiteX88151" y="connsiteY88151"/>
              </a:cxn>
              <a:cxn ang="0">
                <a:pos x="connsiteX88152" y="connsiteY88152"/>
              </a:cxn>
              <a:cxn ang="0">
                <a:pos x="connsiteX88153" y="connsiteY88153"/>
              </a:cxn>
              <a:cxn ang="0">
                <a:pos x="connsiteX88154" y="connsiteY88154"/>
              </a:cxn>
              <a:cxn ang="0">
                <a:pos x="connsiteX88155" y="connsiteY88155"/>
              </a:cxn>
              <a:cxn ang="0">
                <a:pos x="connsiteX88156" y="connsiteY88156"/>
              </a:cxn>
              <a:cxn ang="0">
                <a:pos x="connsiteX88157" y="connsiteY88157"/>
              </a:cxn>
              <a:cxn ang="0">
                <a:pos x="connsiteX88158" y="connsiteY88158"/>
              </a:cxn>
              <a:cxn ang="0">
                <a:pos x="connsiteX88159" y="connsiteY88159"/>
              </a:cxn>
              <a:cxn ang="0">
                <a:pos x="connsiteX88160" y="connsiteY88160"/>
              </a:cxn>
              <a:cxn ang="0">
                <a:pos x="connsiteX88161" y="connsiteY88161"/>
              </a:cxn>
              <a:cxn ang="0">
                <a:pos x="connsiteX88162" y="connsiteY88162"/>
              </a:cxn>
              <a:cxn ang="0">
                <a:pos x="connsiteX88163" y="connsiteY88163"/>
              </a:cxn>
              <a:cxn ang="0">
                <a:pos x="connsiteX88164" y="connsiteY88164"/>
              </a:cxn>
              <a:cxn ang="0">
                <a:pos x="connsiteX88165" y="connsiteY88165"/>
              </a:cxn>
              <a:cxn ang="0">
                <a:pos x="connsiteX88166" y="connsiteY88166"/>
              </a:cxn>
              <a:cxn ang="0">
                <a:pos x="connsiteX88167" y="connsiteY88167"/>
              </a:cxn>
              <a:cxn ang="0">
                <a:pos x="connsiteX88168" y="connsiteY88168"/>
              </a:cxn>
              <a:cxn ang="0">
                <a:pos x="connsiteX88169" y="connsiteY88169"/>
              </a:cxn>
              <a:cxn ang="0">
                <a:pos x="connsiteX88170" y="connsiteY88170"/>
              </a:cxn>
              <a:cxn ang="0">
                <a:pos x="connsiteX88171" y="connsiteY88171"/>
              </a:cxn>
              <a:cxn ang="0">
                <a:pos x="connsiteX88172" y="connsiteY88172"/>
              </a:cxn>
              <a:cxn ang="0">
                <a:pos x="connsiteX88173" y="connsiteY88173"/>
              </a:cxn>
              <a:cxn ang="0">
                <a:pos x="connsiteX88174" y="connsiteY88174"/>
              </a:cxn>
              <a:cxn ang="0">
                <a:pos x="connsiteX88175" y="connsiteY88175"/>
              </a:cxn>
              <a:cxn ang="0">
                <a:pos x="connsiteX88176" y="connsiteY88176"/>
              </a:cxn>
              <a:cxn ang="0">
                <a:pos x="connsiteX88177" y="connsiteY88177"/>
              </a:cxn>
              <a:cxn ang="0">
                <a:pos x="connsiteX88178" y="connsiteY88178"/>
              </a:cxn>
              <a:cxn ang="0">
                <a:pos x="connsiteX88179" y="connsiteY88179"/>
              </a:cxn>
              <a:cxn ang="0">
                <a:pos x="connsiteX88180" y="connsiteY88180"/>
              </a:cxn>
              <a:cxn ang="0">
                <a:pos x="connsiteX88181" y="connsiteY88181"/>
              </a:cxn>
              <a:cxn ang="0">
                <a:pos x="connsiteX88182" y="connsiteY88182"/>
              </a:cxn>
              <a:cxn ang="0">
                <a:pos x="connsiteX88183" y="connsiteY88183"/>
              </a:cxn>
              <a:cxn ang="0">
                <a:pos x="connsiteX88184" y="connsiteY88184"/>
              </a:cxn>
              <a:cxn ang="0">
                <a:pos x="connsiteX88185" y="connsiteY88185"/>
              </a:cxn>
              <a:cxn ang="0">
                <a:pos x="connsiteX88186" y="connsiteY88186"/>
              </a:cxn>
              <a:cxn ang="0">
                <a:pos x="connsiteX88187" y="connsiteY88187"/>
              </a:cxn>
              <a:cxn ang="0">
                <a:pos x="connsiteX88188" y="connsiteY88188"/>
              </a:cxn>
              <a:cxn ang="0">
                <a:pos x="connsiteX88189" y="connsiteY88189"/>
              </a:cxn>
              <a:cxn ang="0">
                <a:pos x="connsiteX88190" y="connsiteY88190"/>
              </a:cxn>
              <a:cxn ang="0">
                <a:pos x="connsiteX88191" y="connsiteY88191"/>
              </a:cxn>
              <a:cxn ang="0">
                <a:pos x="connsiteX88192" y="connsiteY88192"/>
              </a:cxn>
              <a:cxn ang="0">
                <a:pos x="connsiteX88193" y="connsiteY88193"/>
              </a:cxn>
              <a:cxn ang="0">
                <a:pos x="connsiteX88194" y="connsiteY88194"/>
              </a:cxn>
              <a:cxn ang="0">
                <a:pos x="connsiteX88195" y="connsiteY88195"/>
              </a:cxn>
              <a:cxn ang="0">
                <a:pos x="connsiteX88196" y="connsiteY88196"/>
              </a:cxn>
              <a:cxn ang="0">
                <a:pos x="connsiteX88197" y="connsiteY88197"/>
              </a:cxn>
              <a:cxn ang="0">
                <a:pos x="connsiteX88198" y="connsiteY88198"/>
              </a:cxn>
              <a:cxn ang="0">
                <a:pos x="connsiteX88199" y="connsiteY88199"/>
              </a:cxn>
              <a:cxn ang="0">
                <a:pos x="connsiteX88200" y="connsiteY88200"/>
              </a:cxn>
              <a:cxn ang="0">
                <a:pos x="connsiteX88201" y="connsiteY88201"/>
              </a:cxn>
              <a:cxn ang="0">
                <a:pos x="connsiteX88202" y="connsiteY88202"/>
              </a:cxn>
              <a:cxn ang="0">
                <a:pos x="connsiteX88203" y="connsiteY88203"/>
              </a:cxn>
              <a:cxn ang="0">
                <a:pos x="connsiteX88204" y="connsiteY88204"/>
              </a:cxn>
              <a:cxn ang="0">
                <a:pos x="connsiteX88205" y="connsiteY88205"/>
              </a:cxn>
              <a:cxn ang="0">
                <a:pos x="connsiteX88206" y="connsiteY88206"/>
              </a:cxn>
              <a:cxn ang="0">
                <a:pos x="connsiteX88207" y="connsiteY88207"/>
              </a:cxn>
              <a:cxn ang="0">
                <a:pos x="connsiteX88208" y="connsiteY88208"/>
              </a:cxn>
              <a:cxn ang="0">
                <a:pos x="connsiteX88209" y="connsiteY88209"/>
              </a:cxn>
              <a:cxn ang="0">
                <a:pos x="connsiteX88210" y="connsiteY88210"/>
              </a:cxn>
              <a:cxn ang="0">
                <a:pos x="connsiteX88211" y="connsiteY88211"/>
              </a:cxn>
              <a:cxn ang="0">
                <a:pos x="connsiteX88212" y="connsiteY88212"/>
              </a:cxn>
              <a:cxn ang="0">
                <a:pos x="connsiteX88213" y="connsiteY88213"/>
              </a:cxn>
              <a:cxn ang="0">
                <a:pos x="connsiteX88214" y="connsiteY88214"/>
              </a:cxn>
              <a:cxn ang="0">
                <a:pos x="connsiteX88215" y="connsiteY88215"/>
              </a:cxn>
              <a:cxn ang="0">
                <a:pos x="connsiteX88216" y="connsiteY88216"/>
              </a:cxn>
              <a:cxn ang="0">
                <a:pos x="connsiteX88217" y="connsiteY88217"/>
              </a:cxn>
              <a:cxn ang="0">
                <a:pos x="connsiteX88218" y="connsiteY88218"/>
              </a:cxn>
              <a:cxn ang="0">
                <a:pos x="connsiteX88219" y="connsiteY88219"/>
              </a:cxn>
              <a:cxn ang="0">
                <a:pos x="connsiteX88220" y="connsiteY88220"/>
              </a:cxn>
              <a:cxn ang="0">
                <a:pos x="connsiteX88221" y="connsiteY88221"/>
              </a:cxn>
              <a:cxn ang="0">
                <a:pos x="connsiteX88222" y="connsiteY88222"/>
              </a:cxn>
              <a:cxn ang="0">
                <a:pos x="connsiteX88223" y="connsiteY88223"/>
              </a:cxn>
              <a:cxn ang="0">
                <a:pos x="connsiteX88224" y="connsiteY88224"/>
              </a:cxn>
              <a:cxn ang="0">
                <a:pos x="connsiteX88225" y="connsiteY88225"/>
              </a:cxn>
              <a:cxn ang="0">
                <a:pos x="connsiteX88226" y="connsiteY88226"/>
              </a:cxn>
              <a:cxn ang="0">
                <a:pos x="connsiteX88227" y="connsiteY88227"/>
              </a:cxn>
              <a:cxn ang="0">
                <a:pos x="connsiteX88228" y="connsiteY88228"/>
              </a:cxn>
              <a:cxn ang="0">
                <a:pos x="connsiteX88229" y="connsiteY88229"/>
              </a:cxn>
              <a:cxn ang="0">
                <a:pos x="connsiteX88230" y="connsiteY88230"/>
              </a:cxn>
              <a:cxn ang="0">
                <a:pos x="connsiteX88231" y="connsiteY88231"/>
              </a:cxn>
              <a:cxn ang="0">
                <a:pos x="connsiteX88232" y="connsiteY88232"/>
              </a:cxn>
              <a:cxn ang="0">
                <a:pos x="connsiteX88233" y="connsiteY88233"/>
              </a:cxn>
              <a:cxn ang="0">
                <a:pos x="connsiteX88234" y="connsiteY88234"/>
              </a:cxn>
              <a:cxn ang="0">
                <a:pos x="connsiteX88235" y="connsiteY88235"/>
              </a:cxn>
              <a:cxn ang="0">
                <a:pos x="connsiteX88236" y="connsiteY88236"/>
              </a:cxn>
              <a:cxn ang="0">
                <a:pos x="connsiteX88237" y="connsiteY88237"/>
              </a:cxn>
              <a:cxn ang="0">
                <a:pos x="connsiteX88238" y="connsiteY88238"/>
              </a:cxn>
              <a:cxn ang="0">
                <a:pos x="connsiteX88239" y="connsiteY88239"/>
              </a:cxn>
              <a:cxn ang="0">
                <a:pos x="connsiteX88240" y="connsiteY88240"/>
              </a:cxn>
              <a:cxn ang="0">
                <a:pos x="connsiteX88241" y="connsiteY88241"/>
              </a:cxn>
              <a:cxn ang="0">
                <a:pos x="connsiteX88242" y="connsiteY88242"/>
              </a:cxn>
              <a:cxn ang="0">
                <a:pos x="connsiteX88243" y="connsiteY88243"/>
              </a:cxn>
              <a:cxn ang="0">
                <a:pos x="connsiteX88244" y="connsiteY88244"/>
              </a:cxn>
              <a:cxn ang="0">
                <a:pos x="connsiteX88245" y="connsiteY88245"/>
              </a:cxn>
              <a:cxn ang="0">
                <a:pos x="connsiteX88246" y="connsiteY88246"/>
              </a:cxn>
              <a:cxn ang="0">
                <a:pos x="connsiteX88247" y="connsiteY88247"/>
              </a:cxn>
              <a:cxn ang="0">
                <a:pos x="connsiteX88248" y="connsiteY88248"/>
              </a:cxn>
              <a:cxn ang="0">
                <a:pos x="connsiteX88249" y="connsiteY88249"/>
              </a:cxn>
              <a:cxn ang="0">
                <a:pos x="connsiteX88250" y="connsiteY88250"/>
              </a:cxn>
              <a:cxn ang="0">
                <a:pos x="connsiteX88251" y="connsiteY88251"/>
              </a:cxn>
              <a:cxn ang="0">
                <a:pos x="connsiteX88252" y="connsiteY88252"/>
              </a:cxn>
              <a:cxn ang="0">
                <a:pos x="connsiteX88253" y="connsiteY88253"/>
              </a:cxn>
              <a:cxn ang="0">
                <a:pos x="connsiteX88254" y="connsiteY88254"/>
              </a:cxn>
              <a:cxn ang="0">
                <a:pos x="connsiteX88255" y="connsiteY88255"/>
              </a:cxn>
              <a:cxn ang="0">
                <a:pos x="connsiteX88256" y="connsiteY88256"/>
              </a:cxn>
              <a:cxn ang="0">
                <a:pos x="connsiteX88257" y="connsiteY88257"/>
              </a:cxn>
              <a:cxn ang="0">
                <a:pos x="connsiteX88258" y="connsiteY88258"/>
              </a:cxn>
              <a:cxn ang="0">
                <a:pos x="connsiteX88259" y="connsiteY88259"/>
              </a:cxn>
              <a:cxn ang="0">
                <a:pos x="connsiteX88260" y="connsiteY88260"/>
              </a:cxn>
              <a:cxn ang="0">
                <a:pos x="connsiteX88261" y="connsiteY88261"/>
              </a:cxn>
              <a:cxn ang="0">
                <a:pos x="connsiteX88262" y="connsiteY88262"/>
              </a:cxn>
              <a:cxn ang="0">
                <a:pos x="connsiteX88263" y="connsiteY88263"/>
              </a:cxn>
              <a:cxn ang="0">
                <a:pos x="connsiteX88264" y="connsiteY88264"/>
              </a:cxn>
              <a:cxn ang="0">
                <a:pos x="connsiteX88265" y="connsiteY88265"/>
              </a:cxn>
              <a:cxn ang="0">
                <a:pos x="connsiteX88266" y="connsiteY88266"/>
              </a:cxn>
              <a:cxn ang="0">
                <a:pos x="connsiteX88267" y="connsiteY88267"/>
              </a:cxn>
              <a:cxn ang="0">
                <a:pos x="connsiteX88268" y="connsiteY88268"/>
              </a:cxn>
              <a:cxn ang="0">
                <a:pos x="connsiteX88269" y="connsiteY88269"/>
              </a:cxn>
              <a:cxn ang="0">
                <a:pos x="connsiteX88270" y="connsiteY88270"/>
              </a:cxn>
              <a:cxn ang="0">
                <a:pos x="connsiteX88271" y="connsiteY88271"/>
              </a:cxn>
              <a:cxn ang="0">
                <a:pos x="connsiteX88272" y="connsiteY88272"/>
              </a:cxn>
              <a:cxn ang="0">
                <a:pos x="connsiteX88273" y="connsiteY88273"/>
              </a:cxn>
              <a:cxn ang="0">
                <a:pos x="connsiteX88274" y="connsiteY88274"/>
              </a:cxn>
              <a:cxn ang="0">
                <a:pos x="connsiteX88275" y="connsiteY88275"/>
              </a:cxn>
              <a:cxn ang="0">
                <a:pos x="connsiteX88276" y="connsiteY88276"/>
              </a:cxn>
              <a:cxn ang="0">
                <a:pos x="connsiteX88277" y="connsiteY88277"/>
              </a:cxn>
              <a:cxn ang="0">
                <a:pos x="connsiteX88278" y="connsiteY88278"/>
              </a:cxn>
              <a:cxn ang="0">
                <a:pos x="connsiteX88279" y="connsiteY88279"/>
              </a:cxn>
              <a:cxn ang="0">
                <a:pos x="connsiteX88280" y="connsiteY88280"/>
              </a:cxn>
              <a:cxn ang="0">
                <a:pos x="connsiteX88281" y="connsiteY88281"/>
              </a:cxn>
              <a:cxn ang="0">
                <a:pos x="connsiteX88282" y="connsiteY88282"/>
              </a:cxn>
              <a:cxn ang="0">
                <a:pos x="connsiteX88283" y="connsiteY88283"/>
              </a:cxn>
              <a:cxn ang="0">
                <a:pos x="connsiteX88284" y="connsiteY88284"/>
              </a:cxn>
              <a:cxn ang="0">
                <a:pos x="connsiteX88285" y="connsiteY88285"/>
              </a:cxn>
              <a:cxn ang="0">
                <a:pos x="connsiteX88286" y="connsiteY88286"/>
              </a:cxn>
              <a:cxn ang="0">
                <a:pos x="connsiteX88287" y="connsiteY88287"/>
              </a:cxn>
              <a:cxn ang="0">
                <a:pos x="connsiteX88288" y="connsiteY88288"/>
              </a:cxn>
              <a:cxn ang="0">
                <a:pos x="connsiteX88289" y="connsiteY88289"/>
              </a:cxn>
              <a:cxn ang="0">
                <a:pos x="connsiteX88290" y="connsiteY88290"/>
              </a:cxn>
              <a:cxn ang="0">
                <a:pos x="connsiteX88291" y="connsiteY88291"/>
              </a:cxn>
              <a:cxn ang="0">
                <a:pos x="connsiteX88292" y="connsiteY88292"/>
              </a:cxn>
              <a:cxn ang="0">
                <a:pos x="connsiteX88293" y="connsiteY88293"/>
              </a:cxn>
              <a:cxn ang="0">
                <a:pos x="connsiteX88294" y="connsiteY88294"/>
              </a:cxn>
              <a:cxn ang="0">
                <a:pos x="connsiteX88295" y="connsiteY88295"/>
              </a:cxn>
              <a:cxn ang="0">
                <a:pos x="connsiteX88296" y="connsiteY88296"/>
              </a:cxn>
              <a:cxn ang="0">
                <a:pos x="connsiteX88297" y="connsiteY88297"/>
              </a:cxn>
              <a:cxn ang="0">
                <a:pos x="connsiteX88298" y="connsiteY88298"/>
              </a:cxn>
              <a:cxn ang="0">
                <a:pos x="connsiteX88299" y="connsiteY88299"/>
              </a:cxn>
              <a:cxn ang="0">
                <a:pos x="connsiteX88300" y="connsiteY88300"/>
              </a:cxn>
              <a:cxn ang="0">
                <a:pos x="connsiteX88301" y="connsiteY88301"/>
              </a:cxn>
              <a:cxn ang="0">
                <a:pos x="connsiteX88302" y="connsiteY88302"/>
              </a:cxn>
              <a:cxn ang="0">
                <a:pos x="connsiteX88303" y="connsiteY88303"/>
              </a:cxn>
              <a:cxn ang="0">
                <a:pos x="connsiteX88304" y="connsiteY88304"/>
              </a:cxn>
              <a:cxn ang="0">
                <a:pos x="connsiteX88305" y="connsiteY88305"/>
              </a:cxn>
              <a:cxn ang="0">
                <a:pos x="connsiteX88306" y="connsiteY88306"/>
              </a:cxn>
              <a:cxn ang="0">
                <a:pos x="connsiteX88307" y="connsiteY88307"/>
              </a:cxn>
              <a:cxn ang="0">
                <a:pos x="connsiteX88308" y="connsiteY88308"/>
              </a:cxn>
              <a:cxn ang="0">
                <a:pos x="connsiteX88309" y="connsiteY88309"/>
              </a:cxn>
              <a:cxn ang="0">
                <a:pos x="connsiteX88310" y="connsiteY88310"/>
              </a:cxn>
              <a:cxn ang="0">
                <a:pos x="connsiteX88311" y="connsiteY88311"/>
              </a:cxn>
              <a:cxn ang="0">
                <a:pos x="connsiteX88312" y="connsiteY88312"/>
              </a:cxn>
              <a:cxn ang="0">
                <a:pos x="connsiteX88313" y="connsiteY88313"/>
              </a:cxn>
              <a:cxn ang="0">
                <a:pos x="connsiteX88314" y="connsiteY88314"/>
              </a:cxn>
              <a:cxn ang="0">
                <a:pos x="connsiteX88315" y="connsiteY88315"/>
              </a:cxn>
              <a:cxn ang="0">
                <a:pos x="connsiteX88316" y="connsiteY88316"/>
              </a:cxn>
              <a:cxn ang="0">
                <a:pos x="connsiteX88317" y="connsiteY88317"/>
              </a:cxn>
              <a:cxn ang="0">
                <a:pos x="connsiteX88318" y="connsiteY88318"/>
              </a:cxn>
              <a:cxn ang="0">
                <a:pos x="connsiteX88319" y="connsiteY88319"/>
              </a:cxn>
              <a:cxn ang="0">
                <a:pos x="connsiteX88320" y="connsiteY88320"/>
              </a:cxn>
              <a:cxn ang="0">
                <a:pos x="connsiteX88321" y="connsiteY88321"/>
              </a:cxn>
              <a:cxn ang="0">
                <a:pos x="connsiteX88322" y="connsiteY88322"/>
              </a:cxn>
              <a:cxn ang="0">
                <a:pos x="connsiteX88323" y="connsiteY88323"/>
              </a:cxn>
              <a:cxn ang="0">
                <a:pos x="connsiteX88324" y="connsiteY88324"/>
              </a:cxn>
              <a:cxn ang="0">
                <a:pos x="connsiteX88325" y="connsiteY88325"/>
              </a:cxn>
              <a:cxn ang="0">
                <a:pos x="connsiteX88326" y="connsiteY88326"/>
              </a:cxn>
              <a:cxn ang="0">
                <a:pos x="connsiteX88327" y="connsiteY88327"/>
              </a:cxn>
              <a:cxn ang="0">
                <a:pos x="connsiteX88328" y="connsiteY88328"/>
              </a:cxn>
              <a:cxn ang="0">
                <a:pos x="connsiteX88329" y="connsiteY88329"/>
              </a:cxn>
              <a:cxn ang="0">
                <a:pos x="connsiteX88330" y="connsiteY88330"/>
              </a:cxn>
              <a:cxn ang="0">
                <a:pos x="connsiteX88331" y="connsiteY88331"/>
              </a:cxn>
              <a:cxn ang="0">
                <a:pos x="connsiteX88332" y="connsiteY88332"/>
              </a:cxn>
              <a:cxn ang="0">
                <a:pos x="connsiteX88333" y="connsiteY88333"/>
              </a:cxn>
              <a:cxn ang="0">
                <a:pos x="connsiteX88334" y="connsiteY88334"/>
              </a:cxn>
              <a:cxn ang="0">
                <a:pos x="connsiteX88335" y="connsiteY88335"/>
              </a:cxn>
              <a:cxn ang="0">
                <a:pos x="connsiteX88336" y="connsiteY88336"/>
              </a:cxn>
              <a:cxn ang="0">
                <a:pos x="connsiteX88337" y="connsiteY88337"/>
              </a:cxn>
              <a:cxn ang="0">
                <a:pos x="connsiteX88338" y="connsiteY88338"/>
              </a:cxn>
              <a:cxn ang="0">
                <a:pos x="connsiteX88339" y="connsiteY88339"/>
              </a:cxn>
              <a:cxn ang="0">
                <a:pos x="connsiteX88340" y="connsiteY88340"/>
              </a:cxn>
              <a:cxn ang="0">
                <a:pos x="connsiteX88341" y="connsiteY88341"/>
              </a:cxn>
              <a:cxn ang="0">
                <a:pos x="connsiteX88342" y="connsiteY88342"/>
              </a:cxn>
              <a:cxn ang="0">
                <a:pos x="connsiteX88343" y="connsiteY88343"/>
              </a:cxn>
              <a:cxn ang="0">
                <a:pos x="connsiteX88344" y="connsiteY88344"/>
              </a:cxn>
              <a:cxn ang="0">
                <a:pos x="connsiteX88345" y="connsiteY88345"/>
              </a:cxn>
              <a:cxn ang="0">
                <a:pos x="connsiteX88346" y="connsiteY88346"/>
              </a:cxn>
              <a:cxn ang="0">
                <a:pos x="connsiteX88347" y="connsiteY88347"/>
              </a:cxn>
              <a:cxn ang="0">
                <a:pos x="connsiteX88348" y="connsiteY88348"/>
              </a:cxn>
              <a:cxn ang="0">
                <a:pos x="connsiteX88349" y="connsiteY88349"/>
              </a:cxn>
              <a:cxn ang="0">
                <a:pos x="connsiteX88350" y="connsiteY88350"/>
              </a:cxn>
              <a:cxn ang="0">
                <a:pos x="connsiteX88351" y="connsiteY88351"/>
              </a:cxn>
              <a:cxn ang="0">
                <a:pos x="connsiteX88352" y="connsiteY88352"/>
              </a:cxn>
              <a:cxn ang="0">
                <a:pos x="connsiteX88353" y="connsiteY88353"/>
              </a:cxn>
              <a:cxn ang="0">
                <a:pos x="connsiteX88354" y="connsiteY88354"/>
              </a:cxn>
              <a:cxn ang="0">
                <a:pos x="connsiteX88355" y="connsiteY88355"/>
              </a:cxn>
              <a:cxn ang="0">
                <a:pos x="connsiteX88356" y="connsiteY88356"/>
              </a:cxn>
              <a:cxn ang="0">
                <a:pos x="connsiteX88357" y="connsiteY88357"/>
              </a:cxn>
              <a:cxn ang="0">
                <a:pos x="connsiteX88358" y="connsiteY88358"/>
              </a:cxn>
              <a:cxn ang="0">
                <a:pos x="connsiteX88359" y="connsiteY88359"/>
              </a:cxn>
              <a:cxn ang="0">
                <a:pos x="connsiteX88360" y="connsiteY88360"/>
              </a:cxn>
              <a:cxn ang="0">
                <a:pos x="connsiteX88361" y="connsiteY88361"/>
              </a:cxn>
              <a:cxn ang="0">
                <a:pos x="connsiteX88362" y="connsiteY88362"/>
              </a:cxn>
              <a:cxn ang="0">
                <a:pos x="connsiteX88363" y="connsiteY88363"/>
              </a:cxn>
              <a:cxn ang="0">
                <a:pos x="connsiteX88364" y="connsiteY88364"/>
              </a:cxn>
              <a:cxn ang="0">
                <a:pos x="connsiteX88365" y="connsiteY88365"/>
              </a:cxn>
              <a:cxn ang="0">
                <a:pos x="connsiteX88366" y="connsiteY88366"/>
              </a:cxn>
              <a:cxn ang="0">
                <a:pos x="connsiteX88367" y="connsiteY88367"/>
              </a:cxn>
              <a:cxn ang="0">
                <a:pos x="connsiteX88368" y="connsiteY88368"/>
              </a:cxn>
              <a:cxn ang="0">
                <a:pos x="connsiteX88369" y="connsiteY88369"/>
              </a:cxn>
              <a:cxn ang="0">
                <a:pos x="connsiteX88370" y="connsiteY88370"/>
              </a:cxn>
              <a:cxn ang="0">
                <a:pos x="connsiteX88371" y="connsiteY88371"/>
              </a:cxn>
              <a:cxn ang="0">
                <a:pos x="connsiteX88372" y="connsiteY88372"/>
              </a:cxn>
              <a:cxn ang="0">
                <a:pos x="connsiteX88373" y="connsiteY88373"/>
              </a:cxn>
              <a:cxn ang="0">
                <a:pos x="connsiteX88374" y="connsiteY88374"/>
              </a:cxn>
              <a:cxn ang="0">
                <a:pos x="connsiteX88375" y="connsiteY88375"/>
              </a:cxn>
              <a:cxn ang="0">
                <a:pos x="connsiteX88376" y="connsiteY88376"/>
              </a:cxn>
              <a:cxn ang="0">
                <a:pos x="connsiteX88377" y="connsiteY88377"/>
              </a:cxn>
              <a:cxn ang="0">
                <a:pos x="connsiteX88378" y="connsiteY88378"/>
              </a:cxn>
              <a:cxn ang="0">
                <a:pos x="connsiteX88379" y="connsiteY88379"/>
              </a:cxn>
              <a:cxn ang="0">
                <a:pos x="connsiteX88380" y="connsiteY88380"/>
              </a:cxn>
              <a:cxn ang="0">
                <a:pos x="connsiteX88381" y="connsiteY88381"/>
              </a:cxn>
              <a:cxn ang="0">
                <a:pos x="connsiteX88382" y="connsiteY88382"/>
              </a:cxn>
              <a:cxn ang="0">
                <a:pos x="connsiteX88383" y="connsiteY88383"/>
              </a:cxn>
              <a:cxn ang="0">
                <a:pos x="connsiteX88384" y="connsiteY88384"/>
              </a:cxn>
              <a:cxn ang="0">
                <a:pos x="connsiteX88385" y="connsiteY88385"/>
              </a:cxn>
              <a:cxn ang="0">
                <a:pos x="connsiteX88386" y="connsiteY88386"/>
              </a:cxn>
              <a:cxn ang="0">
                <a:pos x="connsiteX88387" y="connsiteY88387"/>
              </a:cxn>
              <a:cxn ang="0">
                <a:pos x="connsiteX88388" y="connsiteY88388"/>
              </a:cxn>
              <a:cxn ang="0">
                <a:pos x="connsiteX88389" y="connsiteY88389"/>
              </a:cxn>
              <a:cxn ang="0">
                <a:pos x="connsiteX88390" y="connsiteY88390"/>
              </a:cxn>
              <a:cxn ang="0">
                <a:pos x="connsiteX88391" y="connsiteY88391"/>
              </a:cxn>
              <a:cxn ang="0">
                <a:pos x="connsiteX88392" y="connsiteY88392"/>
              </a:cxn>
              <a:cxn ang="0">
                <a:pos x="connsiteX88393" y="connsiteY88393"/>
              </a:cxn>
              <a:cxn ang="0">
                <a:pos x="connsiteX88394" y="connsiteY88394"/>
              </a:cxn>
              <a:cxn ang="0">
                <a:pos x="connsiteX88395" y="connsiteY88395"/>
              </a:cxn>
              <a:cxn ang="0">
                <a:pos x="connsiteX88396" y="connsiteY88396"/>
              </a:cxn>
              <a:cxn ang="0">
                <a:pos x="connsiteX88397" y="connsiteY88397"/>
              </a:cxn>
              <a:cxn ang="0">
                <a:pos x="connsiteX88398" y="connsiteY88398"/>
              </a:cxn>
              <a:cxn ang="0">
                <a:pos x="connsiteX88399" y="connsiteY88399"/>
              </a:cxn>
              <a:cxn ang="0">
                <a:pos x="connsiteX88400" y="connsiteY88400"/>
              </a:cxn>
              <a:cxn ang="0">
                <a:pos x="connsiteX88401" y="connsiteY88401"/>
              </a:cxn>
              <a:cxn ang="0">
                <a:pos x="connsiteX88402" y="connsiteY88402"/>
              </a:cxn>
              <a:cxn ang="0">
                <a:pos x="connsiteX88403" y="connsiteY88403"/>
              </a:cxn>
              <a:cxn ang="0">
                <a:pos x="connsiteX88404" y="connsiteY88404"/>
              </a:cxn>
              <a:cxn ang="0">
                <a:pos x="connsiteX88405" y="connsiteY88405"/>
              </a:cxn>
              <a:cxn ang="0">
                <a:pos x="connsiteX88406" y="connsiteY88406"/>
              </a:cxn>
              <a:cxn ang="0">
                <a:pos x="connsiteX88407" y="connsiteY88407"/>
              </a:cxn>
              <a:cxn ang="0">
                <a:pos x="connsiteX88408" y="connsiteY88408"/>
              </a:cxn>
              <a:cxn ang="0">
                <a:pos x="connsiteX88409" y="connsiteY88409"/>
              </a:cxn>
              <a:cxn ang="0">
                <a:pos x="connsiteX88410" y="connsiteY88410"/>
              </a:cxn>
              <a:cxn ang="0">
                <a:pos x="connsiteX88411" y="connsiteY88411"/>
              </a:cxn>
              <a:cxn ang="0">
                <a:pos x="connsiteX88412" y="connsiteY88412"/>
              </a:cxn>
              <a:cxn ang="0">
                <a:pos x="connsiteX88413" y="connsiteY88413"/>
              </a:cxn>
              <a:cxn ang="0">
                <a:pos x="connsiteX88414" y="connsiteY88414"/>
              </a:cxn>
              <a:cxn ang="0">
                <a:pos x="connsiteX88415" y="connsiteY88415"/>
              </a:cxn>
              <a:cxn ang="0">
                <a:pos x="connsiteX88416" y="connsiteY88416"/>
              </a:cxn>
              <a:cxn ang="0">
                <a:pos x="connsiteX88417" y="connsiteY88417"/>
              </a:cxn>
              <a:cxn ang="0">
                <a:pos x="connsiteX88418" y="connsiteY88418"/>
              </a:cxn>
              <a:cxn ang="0">
                <a:pos x="connsiteX88419" y="connsiteY88419"/>
              </a:cxn>
              <a:cxn ang="0">
                <a:pos x="connsiteX88420" y="connsiteY88420"/>
              </a:cxn>
              <a:cxn ang="0">
                <a:pos x="connsiteX88421" y="connsiteY88421"/>
              </a:cxn>
              <a:cxn ang="0">
                <a:pos x="connsiteX88422" y="connsiteY88422"/>
              </a:cxn>
              <a:cxn ang="0">
                <a:pos x="connsiteX88423" y="connsiteY88423"/>
              </a:cxn>
              <a:cxn ang="0">
                <a:pos x="connsiteX88424" y="connsiteY88424"/>
              </a:cxn>
              <a:cxn ang="0">
                <a:pos x="connsiteX88425" y="connsiteY88425"/>
              </a:cxn>
              <a:cxn ang="0">
                <a:pos x="connsiteX88426" y="connsiteY88426"/>
              </a:cxn>
              <a:cxn ang="0">
                <a:pos x="connsiteX88427" y="connsiteY88427"/>
              </a:cxn>
              <a:cxn ang="0">
                <a:pos x="connsiteX88428" y="connsiteY88428"/>
              </a:cxn>
              <a:cxn ang="0">
                <a:pos x="connsiteX88429" y="connsiteY88429"/>
              </a:cxn>
              <a:cxn ang="0">
                <a:pos x="connsiteX88430" y="connsiteY88430"/>
              </a:cxn>
              <a:cxn ang="0">
                <a:pos x="connsiteX88431" y="connsiteY88431"/>
              </a:cxn>
              <a:cxn ang="0">
                <a:pos x="connsiteX88432" y="connsiteY88432"/>
              </a:cxn>
              <a:cxn ang="0">
                <a:pos x="connsiteX88433" y="connsiteY88433"/>
              </a:cxn>
              <a:cxn ang="0">
                <a:pos x="connsiteX88434" y="connsiteY88434"/>
              </a:cxn>
              <a:cxn ang="0">
                <a:pos x="connsiteX88435" y="connsiteY88435"/>
              </a:cxn>
              <a:cxn ang="0">
                <a:pos x="connsiteX88436" y="connsiteY88436"/>
              </a:cxn>
              <a:cxn ang="0">
                <a:pos x="connsiteX88437" y="connsiteY88437"/>
              </a:cxn>
              <a:cxn ang="0">
                <a:pos x="connsiteX88438" y="connsiteY88438"/>
              </a:cxn>
              <a:cxn ang="0">
                <a:pos x="connsiteX88439" y="connsiteY88439"/>
              </a:cxn>
              <a:cxn ang="0">
                <a:pos x="connsiteX88440" y="connsiteY88440"/>
              </a:cxn>
              <a:cxn ang="0">
                <a:pos x="connsiteX88441" y="connsiteY88441"/>
              </a:cxn>
              <a:cxn ang="0">
                <a:pos x="connsiteX88442" y="connsiteY88442"/>
              </a:cxn>
              <a:cxn ang="0">
                <a:pos x="connsiteX88443" y="connsiteY88443"/>
              </a:cxn>
              <a:cxn ang="0">
                <a:pos x="connsiteX88444" y="connsiteY88444"/>
              </a:cxn>
              <a:cxn ang="0">
                <a:pos x="connsiteX88445" y="connsiteY88445"/>
              </a:cxn>
              <a:cxn ang="0">
                <a:pos x="connsiteX88446" y="connsiteY88446"/>
              </a:cxn>
              <a:cxn ang="0">
                <a:pos x="connsiteX88447" y="connsiteY88447"/>
              </a:cxn>
              <a:cxn ang="0">
                <a:pos x="connsiteX88448" y="connsiteY88448"/>
              </a:cxn>
              <a:cxn ang="0">
                <a:pos x="connsiteX88449" y="connsiteY88449"/>
              </a:cxn>
              <a:cxn ang="0">
                <a:pos x="connsiteX88450" y="connsiteY88450"/>
              </a:cxn>
              <a:cxn ang="0">
                <a:pos x="connsiteX88451" y="connsiteY88451"/>
              </a:cxn>
              <a:cxn ang="0">
                <a:pos x="connsiteX88452" y="connsiteY88452"/>
              </a:cxn>
              <a:cxn ang="0">
                <a:pos x="connsiteX88453" y="connsiteY88453"/>
              </a:cxn>
              <a:cxn ang="0">
                <a:pos x="connsiteX88454" y="connsiteY88454"/>
              </a:cxn>
              <a:cxn ang="0">
                <a:pos x="connsiteX88455" y="connsiteY88455"/>
              </a:cxn>
              <a:cxn ang="0">
                <a:pos x="connsiteX88456" y="connsiteY88456"/>
              </a:cxn>
              <a:cxn ang="0">
                <a:pos x="connsiteX88457" y="connsiteY88457"/>
              </a:cxn>
              <a:cxn ang="0">
                <a:pos x="connsiteX88458" y="connsiteY88458"/>
              </a:cxn>
              <a:cxn ang="0">
                <a:pos x="connsiteX88459" y="connsiteY88459"/>
              </a:cxn>
              <a:cxn ang="0">
                <a:pos x="connsiteX88460" y="connsiteY88460"/>
              </a:cxn>
              <a:cxn ang="0">
                <a:pos x="connsiteX88461" y="connsiteY88461"/>
              </a:cxn>
              <a:cxn ang="0">
                <a:pos x="connsiteX88462" y="connsiteY88462"/>
              </a:cxn>
              <a:cxn ang="0">
                <a:pos x="connsiteX88463" y="connsiteY88463"/>
              </a:cxn>
              <a:cxn ang="0">
                <a:pos x="connsiteX88464" y="connsiteY88464"/>
              </a:cxn>
              <a:cxn ang="0">
                <a:pos x="connsiteX88465" y="connsiteY88465"/>
              </a:cxn>
              <a:cxn ang="0">
                <a:pos x="connsiteX88466" y="connsiteY88466"/>
              </a:cxn>
              <a:cxn ang="0">
                <a:pos x="connsiteX88467" y="connsiteY88467"/>
              </a:cxn>
              <a:cxn ang="0">
                <a:pos x="connsiteX88468" y="connsiteY88468"/>
              </a:cxn>
              <a:cxn ang="0">
                <a:pos x="connsiteX88469" y="connsiteY88469"/>
              </a:cxn>
              <a:cxn ang="0">
                <a:pos x="connsiteX88470" y="connsiteY88470"/>
              </a:cxn>
              <a:cxn ang="0">
                <a:pos x="connsiteX88471" y="connsiteY88471"/>
              </a:cxn>
              <a:cxn ang="0">
                <a:pos x="connsiteX88472" y="connsiteY88472"/>
              </a:cxn>
              <a:cxn ang="0">
                <a:pos x="connsiteX88473" y="connsiteY88473"/>
              </a:cxn>
              <a:cxn ang="0">
                <a:pos x="connsiteX88474" y="connsiteY88474"/>
              </a:cxn>
              <a:cxn ang="0">
                <a:pos x="connsiteX88475" y="connsiteY88475"/>
              </a:cxn>
              <a:cxn ang="0">
                <a:pos x="connsiteX88476" y="connsiteY88476"/>
              </a:cxn>
              <a:cxn ang="0">
                <a:pos x="connsiteX88477" y="connsiteY88477"/>
              </a:cxn>
              <a:cxn ang="0">
                <a:pos x="connsiteX88478" y="connsiteY88478"/>
              </a:cxn>
              <a:cxn ang="0">
                <a:pos x="connsiteX88479" y="connsiteY88479"/>
              </a:cxn>
              <a:cxn ang="0">
                <a:pos x="connsiteX88480" y="connsiteY88480"/>
              </a:cxn>
              <a:cxn ang="0">
                <a:pos x="connsiteX88481" y="connsiteY88481"/>
              </a:cxn>
              <a:cxn ang="0">
                <a:pos x="connsiteX88482" y="connsiteY88482"/>
              </a:cxn>
              <a:cxn ang="0">
                <a:pos x="connsiteX88483" y="connsiteY88483"/>
              </a:cxn>
              <a:cxn ang="0">
                <a:pos x="connsiteX88484" y="connsiteY88484"/>
              </a:cxn>
              <a:cxn ang="0">
                <a:pos x="connsiteX88485" y="connsiteY88485"/>
              </a:cxn>
              <a:cxn ang="0">
                <a:pos x="connsiteX88486" y="connsiteY88486"/>
              </a:cxn>
              <a:cxn ang="0">
                <a:pos x="connsiteX88487" y="connsiteY88487"/>
              </a:cxn>
              <a:cxn ang="0">
                <a:pos x="connsiteX88488" y="connsiteY88488"/>
              </a:cxn>
              <a:cxn ang="0">
                <a:pos x="connsiteX88489" y="connsiteY88489"/>
              </a:cxn>
              <a:cxn ang="0">
                <a:pos x="connsiteX88490" y="connsiteY88490"/>
              </a:cxn>
              <a:cxn ang="0">
                <a:pos x="connsiteX88491" y="connsiteY88491"/>
              </a:cxn>
              <a:cxn ang="0">
                <a:pos x="connsiteX88492" y="connsiteY88492"/>
              </a:cxn>
              <a:cxn ang="0">
                <a:pos x="connsiteX88493" y="connsiteY88493"/>
              </a:cxn>
              <a:cxn ang="0">
                <a:pos x="connsiteX88494" y="connsiteY88494"/>
              </a:cxn>
              <a:cxn ang="0">
                <a:pos x="connsiteX88495" y="connsiteY88495"/>
              </a:cxn>
              <a:cxn ang="0">
                <a:pos x="connsiteX88496" y="connsiteY88496"/>
              </a:cxn>
              <a:cxn ang="0">
                <a:pos x="connsiteX88497" y="connsiteY88497"/>
              </a:cxn>
              <a:cxn ang="0">
                <a:pos x="connsiteX88498" y="connsiteY88498"/>
              </a:cxn>
              <a:cxn ang="0">
                <a:pos x="connsiteX88499" y="connsiteY88499"/>
              </a:cxn>
              <a:cxn ang="0">
                <a:pos x="connsiteX88500" y="connsiteY88500"/>
              </a:cxn>
              <a:cxn ang="0">
                <a:pos x="connsiteX88501" y="connsiteY88501"/>
              </a:cxn>
              <a:cxn ang="0">
                <a:pos x="connsiteX88502" y="connsiteY88502"/>
              </a:cxn>
              <a:cxn ang="0">
                <a:pos x="connsiteX88503" y="connsiteY88503"/>
              </a:cxn>
              <a:cxn ang="0">
                <a:pos x="connsiteX88504" y="connsiteY88504"/>
              </a:cxn>
              <a:cxn ang="0">
                <a:pos x="connsiteX88505" y="connsiteY88505"/>
              </a:cxn>
              <a:cxn ang="0">
                <a:pos x="connsiteX88506" y="connsiteY88506"/>
              </a:cxn>
              <a:cxn ang="0">
                <a:pos x="connsiteX88507" y="connsiteY88507"/>
              </a:cxn>
              <a:cxn ang="0">
                <a:pos x="connsiteX88508" y="connsiteY88508"/>
              </a:cxn>
              <a:cxn ang="0">
                <a:pos x="connsiteX88509" y="connsiteY88509"/>
              </a:cxn>
              <a:cxn ang="0">
                <a:pos x="connsiteX88510" y="connsiteY88510"/>
              </a:cxn>
              <a:cxn ang="0">
                <a:pos x="connsiteX88511" y="connsiteY88511"/>
              </a:cxn>
              <a:cxn ang="0">
                <a:pos x="connsiteX88512" y="connsiteY88512"/>
              </a:cxn>
              <a:cxn ang="0">
                <a:pos x="connsiteX88513" y="connsiteY88513"/>
              </a:cxn>
              <a:cxn ang="0">
                <a:pos x="connsiteX88514" y="connsiteY88514"/>
              </a:cxn>
              <a:cxn ang="0">
                <a:pos x="connsiteX88515" y="connsiteY88515"/>
              </a:cxn>
              <a:cxn ang="0">
                <a:pos x="connsiteX88516" y="connsiteY88516"/>
              </a:cxn>
              <a:cxn ang="0">
                <a:pos x="connsiteX88517" y="connsiteY88517"/>
              </a:cxn>
              <a:cxn ang="0">
                <a:pos x="connsiteX88518" y="connsiteY88518"/>
              </a:cxn>
              <a:cxn ang="0">
                <a:pos x="connsiteX88519" y="connsiteY88519"/>
              </a:cxn>
              <a:cxn ang="0">
                <a:pos x="connsiteX88520" y="connsiteY88520"/>
              </a:cxn>
              <a:cxn ang="0">
                <a:pos x="connsiteX88521" y="connsiteY88521"/>
              </a:cxn>
              <a:cxn ang="0">
                <a:pos x="connsiteX88522" y="connsiteY88522"/>
              </a:cxn>
              <a:cxn ang="0">
                <a:pos x="connsiteX88523" y="connsiteY88523"/>
              </a:cxn>
              <a:cxn ang="0">
                <a:pos x="connsiteX88524" y="connsiteY88524"/>
              </a:cxn>
              <a:cxn ang="0">
                <a:pos x="connsiteX88525" y="connsiteY88525"/>
              </a:cxn>
              <a:cxn ang="0">
                <a:pos x="connsiteX88526" y="connsiteY88526"/>
              </a:cxn>
              <a:cxn ang="0">
                <a:pos x="connsiteX88527" y="connsiteY88527"/>
              </a:cxn>
              <a:cxn ang="0">
                <a:pos x="connsiteX88528" y="connsiteY88528"/>
              </a:cxn>
              <a:cxn ang="0">
                <a:pos x="connsiteX88529" y="connsiteY88529"/>
              </a:cxn>
              <a:cxn ang="0">
                <a:pos x="connsiteX88530" y="connsiteY88530"/>
              </a:cxn>
              <a:cxn ang="0">
                <a:pos x="connsiteX88531" y="connsiteY88531"/>
              </a:cxn>
              <a:cxn ang="0">
                <a:pos x="connsiteX88532" y="connsiteY88532"/>
              </a:cxn>
              <a:cxn ang="0">
                <a:pos x="connsiteX88533" y="connsiteY88533"/>
              </a:cxn>
              <a:cxn ang="0">
                <a:pos x="connsiteX88534" y="connsiteY88534"/>
              </a:cxn>
              <a:cxn ang="0">
                <a:pos x="connsiteX88535" y="connsiteY88535"/>
              </a:cxn>
              <a:cxn ang="0">
                <a:pos x="connsiteX88536" y="connsiteY88536"/>
              </a:cxn>
              <a:cxn ang="0">
                <a:pos x="connsiteX88537" y="connsiteY88537"/>
              </a:cxn>
              <a:cxn ang="0">
                <a:pos x="connsiteX88538" y="connsiteY88538"/>
              </a:cxn>
              <a:cxn ang="0">
                <a:pos x="connsiteX88539" y="connsiteY88539"/>
              </a:cxn>
              <a:cxn ang="0">
                <a:pos x="connsiteX88540" y="connsiteY88540"/>
              </a:cxn>
              <a:cxn ang="0">
                <a:pos x="connsiteX88541" y="connsiteY88541"/>
              </a:cxn>
              <a:cxn ang="0">
                <a:pos x="connsiteX88542" y="connsiteY88542"/>
              </a:cxn>
              <a:cxn ang="0">
                <a:pos x="connsiteX88543" y="connsiteY88543"/>
              </a:cxn>
              <a:cxn ang="0">
                <a:pos x="connsiteX88544" y="connsiteY88544"/>
              </a:cxn>
              <a:cxn ang="0">
                <a:pos x="connsiteX88545" y="connsiteY88545"/>
              </a:cxn>
              <a:cxn ang="0">
                <a:pos x="connsiteX88546" y="connsiteY88546"/>
              </a:cxn>
              <a:cxn ang="0">
                <a:pos x="connsiteX88547" y="connsiteY88547"/>
              </a:cxn>
              <a:cxn ang="0">
                <a:pos x="connsiteX88548" y="connsiteY88548"/>
              </a:cxn>
              <a:cxn ang="0">
                <a:pos x="connsiteX88549" y="connsiteY88549"/>
              </a:cxn>
              <a:cxn ang="0">
                <a:pos x="connsiteX88550" y="connsiteY88550"/>
              </a:cxn>
              <a:cxn ang="0">
                <a:pos x="connsiteX88551" y="connsiteY88551"/>
              </a:cxn>
              <a:cxn ang="0">
                <a:pos x="connsiteX88552" y="connsiteY88552"/>
              </a:cxn>
              <a:cxn ang="0">
                <a:pos x="connsiteX88553" y="connsiteY88553"/>
              </a:cxn>
              <a:cxn ang="0">
                <a:pos x="connsiteX88554" y="connsiteY88554"/>
              </a:cxn>
              <a:cxn ang="0">
                <a:pos x="connsiteX88555" y="connsiteY88555"/>
              </a:cxn>
              <a:cxn ang="0">
                <a:pos x="connsiteX88556" y="connsiteY88556"/>
              </a:cxn>
              <a:cxn ang="0">
                <a:pos x="connsiteX88557" y="connsiteY88557"/>
              </a:cxn>
              <a:cxn ang="0">
                <a:pos x="connsiteX88558" y="connsiteY88558"/>
              </a:cxn>
              <a:cxn ang="0">
                <a:pos x="connsiteX88559" y="connsiteY88559"/>
              </a:cxn>
              <a:cxn ang="0">
                <a:pos x="connsiteX88560" y="connsiteY88560"/>
              </a:cxn>
              <a:cxn ang="0">
                <a:pos x="connsiteX88561" y="connsiteY88561"/>
              </a:cxn>
              <a:cxn ang="0">
                <a:pos x="connsiteX88562" y="connsiteY88562"/>
              </a:cxn>
              <a:cxn ang="0">
                <a:pos x="connsiteX88563" y="connsiteY88563"/>
              </a:cxn>
              <a:cxn ang="0">
                <a:pos x="connsiteX88564" y="connsiteY88564"/>
              </a:cxn>
              <a:cxn ang="0">
                <a:pos x="connsiteX88565" y="connsiteY88565"/>
              </a:cxn>
              <a:cxn ang="0">
                <a:pos x="connsiteX88566" y="connsiteY88566"/>
              </a:cxn>
              <a:cxn ang="0">
                <a:pos x="connsiteX88567" y="connsiteY88567"/>
              </a:cxn>
              <a:cxn ang="0">
                <a:pos x="connsiteX88568" y="connsiteY88568"/>
              </a:cxn>
              <a:cxn ang="0">
                <a:pos x="connsiteX88569" y="connsiteY88569"/>
              </a:cxn>
              <a:cxn ang="0">
                <a:pos x="connsiteX88570" y="connsiteY88570"/>
              </a:cxn>
              <a:cxn ang="0">
                <a:pos x="connsiteX88571" y="connsiteY88571"/>
              </a:cxn>
              <a:cxn ang="0">
                <a:pos x="connsiteX88572" y="connsiteY88572"/>
              </a:cxn>
              <a:cxn ang="0">
                <a:pos x="connsiteX88573" y="connsiteY88573"/>
              </a:cxn>
              <a:cxn ang="0">
                <a:pos x="connsiteX88574" y="connsiteY88574"/>
              </a:cxn>
              <a:cxn ang="0">
                <a:pos x="connsiteX88575" y="connsiteY88575"/>
              </a:cxn>
              <a:cxn ang="0">
                <a:pos x="connsiteX88576" y="connsiteY88576"/>
              </a:cxn>
              <a:cxn ang="0">
                <a:pos x="connsiteX88577" y="connsiteY88577"/>
              </a:cxn>
              <a:cxn ang="0">
                <a:pos x="connsiteX88578" y="connsiteY88578"/>
              </a:cxn>
              <a:cxn ang="0">
                <a:pos x="connsiteX88579" y="connsiteY88579"/>
              </a:cxn>
              <a:cxn ang="0">
                <a:pos x="connsiteX88580" y="connsiteY88580"/>
              </a:cxn>
              <a:cxn ang="0">
                <a:pos x="connsiteX88581" y="connsiteY88581"/>
              </a:cxn>
              <a:cxn ang="0">
                <a:pos x="connsiteX88582" y="connsiteY88582"/>
              </a:cxn>
              <a:cxn ang="0">
                <a:pos x="connsiteX88583" y="connsiteY88583"/>
              </a:cxn>
              <a:cxn ang="0">
                <a:pos x="connsiteX88584" y="connsiteY88584"/>
              </a:cxn>
              <a:cxn ang="0">
                <a:pos x="connsiteX88585" y="connsiteY88585"/>
              </a:cxn>
              <a:cxn ang="0">
                <a:pos x="connsiteX88586" y="connsiteY88586"/>
              </a:cxn>
              <a:cxn ang="0">
                <a:pos x="connsiteX88587" y="connsiteY88587"/>
              </a:cxn>
              <a:cxn ang="0">
                <a:pos x="connsiteX88588" y="connsiteY88588"/>
              </a:cxn>
              <a:cxn ang="0">
                <a:pos x="connsiteX88589" y="connsiteY88589"/>
              </a:cxn>
              <a:cxn ang="0">
                <a:pos x="connsiteX88590" y="connsiteY88590"/>
              </a:cxn>
              <a:cxn ang="0">
                <a:pos x="connsiteX88591" y="connsiteY88591"/>
              </a:cxn>
              <a:cxn ang="0">
                <a:pos x="connsiteX88592" y="connsiteY88592"/>
              </a:cxn>
              <a:cxn ang="0">
                <a:pos x="connsiteX88593" y="connsiteY88593"/>
              </a:cxn>
              <a:cxn ang="0">
                <a:pos x="connsiteX88594" y="connsiteY88594"/>
              </a:cxn>
              <a:cxn ang="0">
                <a:pos x="connsiteX88595" y="connsiteY88595"/>
              </a:cxn>
              <a:cxn ang="0">
                <a:pos x="connsiteX88596" y="connsiteY88596"/>
              </a:cxn>
              <a:cxn ang="0">
                <a:pos x="connsiteX88597" y="connsiteY88597"/>
              </a:cxn>
              <a:cxn ang="0">
                <a:pos x="connsiteX88598" y="connsiteY88598"/>
              </a:cxn>
              <a:cxn ang="0">
                <a:pos x="connsiteX88599" y="connsiteY88599"/>
              </a:cxn>
              <a:cxn ang="0">
                <a:pos x="connsiteX88600" y="connsiteY88600"/>
              </a:cxn>
              <a:cxn ang="0">
                <a:pos x="connsiteX88601" y="connsiteY88601"/>
              </a:cxn>
              <a:cxn ang="0">
                <a:pos x="connsiteX88602" y="connsiteY88602"/>
              </a:cxn>
              <a:cxn ang="0">
                <a:pos x="connsiteX88603" y="connsiteY88603"/>
              </a:cxn>
              <a:cxn ang="0">
                <a:pos x="connsiteX88604" y="connsiteY88604"/>
              </a:cxn>
              <a:cxn ang="0">
                <a:pos x="connsiteX88605" y="connsiteY88605"/>
              </a:cxn>
              <a:cxn ang="0">
                <a:pos x="connsiteX88606" y="connsiteY88606"/>
              </a:cxn>
              <a:cxn ang="0">
                <a:pos x="connsiteX88607" y="connsiteY88607"/>
              </a:cxn>
              <a:cxn ang="0">
                <a:pos x="connsiteX88608" y="connsiteY88608"/>
              </a:cxn>
              <a:cxn ang="0">
                <a:pos x="connsiteX88609" y="connsiteY88609"/>
              </a:cxn>
              <a:cxn ang="0">
                <a:pos x="connsiteX88610" y="connsiteY88610"/>
              </a:cxn>
              <a:cxn ang="0">
                <a:pos x="connsiteX88611" y="connsiteY88611"/>
              </a:cxn>
              <a:cxn ang="0">
                <a:pos x="connsiteX88612" y="connsiteY88612"/>
              </a:cxn>
              <a:cxn ang="0">
                <a:pos x="connsiteX88613" y="connsiteY88613"/>
              </a:cxn>
              <a:cxn ang="0">
                <a:pos x="connsiteX88614" y="connsiteY88614"/>
              </a:cxn>
              <a:cxn ang="0">
                <a:pos x="connsiteX88615" y="connsiteY88615"/>
              </a:cxn>
              <a:cxn ang="0">
                <a:pos x="connsiteX88616" y="connsiteY88616"/>
              </a:cxn>
              <a:cxn ang="0">
                <a:pos x="connsiteX88617" y="connsiteY88617"/>
              </a:cxn>
              <a:cxn ang="0">
                <a:pos x="connsiteX88618" y="connsiteY88618"/>
              </a:cxn>
              <a:cxn ang="0">
                <a:pos x="connsiteX88619" y="connsiteY88619"/>
              </a:cxn>
              <a:cxn ang="0">
                <a:pos x="connsiteX88620" y="connsiteY88620"/>
              </a:cxn>
              <a:cxn ang="0">
                <a:pos x="connsiteX88621" y="connsiteY88621"/>
              </a:cxn>
              <a:cxn ang="0">
                <a:pos x="connsiteX88622" y="connsiteY88622"/>
              </a:cxn>
              <a:cxn ang="0">
                <a:pos x="connsiteX88623" y="connsiteY88623"/>
              </a:cxn>
              <a:cxn ang="0">
                <a:pos x="connsiteX88624" y="connsiteY88624"/>
              </a:cxn>
              <a:cxn ang="0">
                <a:pos x="connsiteX88625" y="connsiteY88625"/>
              </a:cxn>
              <a:cxn ang="0">
                <a:pos x="connsiteX88626" y="connsiteY88626"/>
              </a:cxn>
              <a:cxn ang="0">
                <a:pos x="connsiteX88627" y="connsiteY88627"/>
              </a:cxn>
              <a:cxn ang="0">
                <a:pos x="connsiteX88628" y="connsiteY88628"/>
              </a:cxn>
              <a:cxn ang="0">
                <a:pos x="connsiteX88629" y="connsiteY88629"/>
              </a:cxn>
              <a:cxn ang="0">
                <a:pos x="connsiteX88630" y="connsiteY88630"/>
              </a:cxn>
              <a:cxn ang="0">
                <a:pos x="connsiteX88631" y="connsiteY88631"/>
              </a:cxn>
              <a:cxn ang="0">
                <a:pos x="connsiteX88632" y="connsiteY88632"/>
              </a:cxn>
              <a:cxn ang="0">
                <a:pos x="connsiteX88633" y="connsiteY88633"/>
              </a:cxn>
              <a:cxn ang="0">
                <a:pos x="connsiteX88634" y="connsiteY88634"/>
              </a:cxn>
              <a:cxn ang="0">
                <a:pos x="connsiteX88635" y="connsiteY88635"/>
              </a:cxn>
              <a:cxn ang="0">
                <a:pos x="connsiteX88636" y="connsiteY88636"/>
              </a:cxn>
              <a:cxn ang="0">
                <a:pos x="connsiteX88637" y="connsiteY88637"/>
              </a:cxn>
              <a:cxn ang="0">
                <a:pos x="connsiteX88638" y="connsiteY88638"/>
              </a:cxn>
              <a:cxn ang="0">
                <a:pos x="connsiteX88639" y="connsiteY88639"/>
              </a:cxn>
              <a:cxn ang="0">
                <a:pos x="connsiteX88640" y="connsiteY88640"/>
              </a:cxn>
              <a:cxn ang="0">
                <a:pos x="connsiteX88641" y="connsiteY88641"/>
              </a:cxn>
              <a:cxn ang="0">
                <a:pos x="connsiteX88642" y="connsiteY88642"/>
              </a:cxn>
              <a:cxn ang="0">
                <a:pos x="connsiteX88643" y="connsiteY88643"/>
              </a:cxn>
              <a:cxn ang="0">
                <a:pos x="connsiteX88644" y="connsiteY88644"/>
              </a:cxn>
              <a:cxn ang="0">
                <a:pos x="connsiteX88645" y="connsiteY88645"/>
              </a:cxn>
              <a:cxn ang="0">
                <a:pos x="connsiteX88646" y="connsiteY88646"/>
              </a:cxn>
              <a:cxn ang="0">
                <a:pos x="connsiteX88647" y="connsiteY88647"/>
              </a:cxn>
              <a:cxn ang="0">
                <a:pos x="connsiteX88648" y="connsiteY88648"/>
              </a:cxn>
              <a:cxn ang="0">
                <a:pos x="connsiteX88649" y="connsiteY88649"/>
              </a:cxn>
              <a:cxn ang="0">
                <a:pos x="connsiteX88650" y="connsiteY88650"/>
              </a:cxn>
              <a:cxn ang="0">
                <a:pos x="connsiteX88651" y="connsiteY88651"/>
              </a:cxn>
              <a:cxn ang="0">
                <a:pos x="connsiteX88652" y="connsiteY88652"/>
              </a:cxn>
              <a:cxn ang="0">
                <a:pos x="connsiteX88653" y="connsiteY88653"/>
              </a:cxn>
              <a:cxn ang="0">
                <a:pos x="connsiteX88654" y="connsiteY88654"/>
              </a:cxn>
              <a:cxn ang="0">
                <a:pos x="connsiteX88655" y="connsiteY88655"/>
              </a:cxn>
              <a:cxn ang="0">
                <a:pos x="connsiteX88656" y="connsiteY88656"/>
              </a:cxn>
              <a:cxn ang="0">
                <a:pos x="connsiteX88657" y="connsiteY88657"/>
              </a:cxn>
              <a:cxn ang="0">
                <a:pos x="connsiteX88658" y="connsiteY88658"/>
              </a:cxn>
              <a:cxn ang="0">
                <a:pos x="connsiteX88659" y="connsiteY88659"/>
              </a:cxn>
              <a:cxn ang="0">
                <a:pos x="connsiteX88660" y="connsiteY88660"/>
              </a:cxn>
              <a:cxn ang="0">
                <a:pos x="connsiteX88661" y="connsiteY88661"/>
              </a:cxn>
              <a:cxn ang="0">
                <a:pos x="connsiteX88662" y="connsiteY88662"/>
              </a:cxn>
              <a:cxn ang="0">
                <a:pos x="connsiteX88663" y="connsiteY88663"/>
              </a:cxn>
              <a:cxn ang="0">
                <a:pos x="connsiteX88664" y="connsiteY88664"/>
              </a:cxn>
              <a:cxn ang="0">
                <a:pos x="connsiteX88665" y="connsiteY88665"/>
              </a:cxn>
              <a:cxn ang="0">
                <a:pos x="connsiteX88666" y="connsiteY88666"/>
              </a:cxn>
              <a:cxn ang="0">
                <a:pos x="connsiteX88667" y="connsiteY88667"/>
              </a:cxn>
              <a:cxn ang="0">
                <a:pos x="connsiteX88668" y="connsiteY88668"/>
              </a:cxn>
              <a:cxn ang="0">
                <a:pos x="connsiteX88669" y="connsiteY88669"/>
              </a:cxn>
              <a:cxn ang="0">
                <a:pos x="connsiteX88670" y="connsiteY88670"/>
              </a:cxn>
              <a:cxn ang="0">
                <a:pos x="connsiteX88671" y="connsiteY88671"/>
              </a:cxn>
              <a:cxn ang="0">
                <a:pos x="connsiteX88672" y="connsiteY88672"/>
              </a:cxn>
              <a:cxn ang="0">
                <a:pos x="connsiteX88673" y="connsiteY88673"/>
              </a:cxn>
              <a:cxn ang="0">
                <a:pos x="connsiteX88674" y="connsiteY88674"/>
              </a:cxn>
              <a:cxn ang="0">
                <a:pos x="connsiteX88675" y="connsiteY88675"/>
              </a:cxn>
              <a:cxn ang="0">
                <a:pos x="connsiteX88676" y="connsiteY88676"/>
              </a:cxn>
              <a:cxn ang="0">
                <a:pos x="connsiteX88677" y="connsiteY88677"/>
              </a:cxn>
              <a:cxn ang="0">
                <a:pos x="connsiteX88678" y="connsiteY88678"/>
              </a:cxn>
              <a:cxn ang="0">
                <a:pos x="connsiteX88679" y="connsiteY88679"/>
              </a:cxn>
              <a:cxn ang="0">
                <a:pos x="connsiteX88680" y="connsiteY88680"/>
              </a:cxn>
              <a:cxn ang="0">
                <a:pos x="connsiteX88681" y="connsiteY88681"/>
              </a:cxn>
              <a:cxn ang="0">
                <a:pos x="connsiteX88682" y="connsiteY88682"/>
              </a:cxn>
              <a:cxn ang="0">
                <a:pos x="connsiteX88683" y="connsiteY88683"/>
              </a:cxn>
              <a:cxn ang="0">
                <a:pos x="connsiteX88684" y="connsiteY88684"/>
              </a:cxn>
              <a:cxn ang="0">
                <a:pos x="connsiteX88685" y="connsiteY88685"/>
              </a:cxn>
              <a:cxn ang="0">
                <a:pos x="connsiteX88686" y="connsiteY88686"/>
              </a:cxn>
              <a:cxn ang="0">
                <a:pos x="connsiteX88687" y="connsiteY88687"/>
              </a:cxn>
              <a:cxn ang="0">
                <a:pos x="connsiteX88688" y="connsiteY88688"/>
              </a:cxn>
              <a:cxn ang="0">
                <a:pos x="connsiteX88689" y="connsiteY88689"/>
              </a:cxn>
              <a:cxn ang="0">
                <a:pos x="connsiteX88690" y="connsiteY88690"/>
              </a:cxn>
              <a:cxn ang="0">
                <a:pos x="connsiteX88691" y="connsiteY88691"/>
              </a:cxn>
              <a:cxn ang="0">
                <a:pos x="connsiteX88692" y="connsiteY88692"/>
              </a:cxn>
              <a:cxn ang="0">
                <a:pos x="connsiteX88693" y="connsiteY88693"/>
              </a:cxn>
              <a:cxn ang="0">
                <a:pos x="connsiteX88694" y="connsiteY88694"/>
              </a:cxn>
              <a:cxn ang="0">
                <a:pos x="connsiteX88695" y="connsiteY88695"/>
              </a:cxn>
              <a:cxn ang="0">
                <a:pos x="connsiteX88696" y="connsiteY88696"/>
              </a:cxn>
              <a:cxn ang="0">
                <a:pos x="connsiteX88697" y="connsiteY88697"/>
              </a:cxn>
              <a:cxn ang="0">
                <a:pos x="connsiteX88698" y="connsiteY88698"/>
              </a:cxn>
              <a:cxn ang="0">
                <a:pos x="connsiteX88699" y="connsiteY88699"/>
              </a:cxn>
              <a:cxn ang="0">
                <a:pos x="connsiteX88700" y="connsiteY88700"/>
              </a:cxn>
              <a:cxn ang="0">
                <a:pos x="connsiteX88701" y="connsiteY88701"/>
              </a:cxn>
              <a:cxn ang="0">
                <a:pos x="connsiteX88702" y="connsiteY88702"/>
              </a:cxn>
              <a:cxn ang="0">
                <a:pos x="connsiteX88703" y="connsiteY88703"/>
              </a:cxn>
              <a:cxn ang="0">
                <a:pos x="connsiteX88704" y="connsiteY88704"/>
              </a:cxn>
              <a:cxn ang="0">
                <a:pos x="connsiteX88705" y="connsiteY88705"/>
              </a:cxn>
              <a:cxn ang="0">
                <a:pos x="connsiteX88706" y="connsiteY88706"/>
              </a:cxn>
              <a:cxn ang="0">
                <a:pos x="connsiteX88707" y="connsiteY88707"/>
              </a:cxn>
              <a:cxn ang="0">
                <a:pos x="connsiteX88708" y="connsiteY88708"/>
              </a:cxn>
              <a:cxn ang="0">
                <a:pos x="connsiteX88709" y="connsiteY88709"/>
              </a:cxn>
              <a:cxn ang="0">
                <a:pos x="connsiteX88710" y="connsiteY88710"/>
              </a:cxn>
              <a:cxn ang="0">
                <a:pos x="connsiteX88711" y="connsiteY88711"/>
              </a:cxn>
              <a:cxn ang="0">
                <a:pos x="connsiteX88712" y="connsiteY88712"/>
              </a:cxn>
              <a:cxn ang="0">
                <a:pos x="connsiteX88713" y="connsiteY88713"/>
              </a:cxn>
              <a:cxn ang="0">
                <a:pos x="connsiteX88714" y="connsiteY88714"/>
              </a:cxn>
              <a:cxn ang="0">
                <a:pos x="connsiteX88715" y="connsiteY88715"/>
              </a:cxn>
              <a:cxn ang="0">
                <a:pos x="connsiteX88716" y="connsiteY88716"/>
              </a:cxn>
              <a:cxn ang="0">
                <a:pos x="connsiteX88717" y="connsiteY88717"/>
              </a:cxn>
              <a:cxn ang="0">
                <a:pos x="connsiteX88718" y="connsiteY88718"/>
              </a:cxn>
              <a:cxn ang="0">
                <a:pos x="connsiteX88719" y="connsiteY88719"/>
              </a:cxn>
              <a:cxn ang="0">
                <a:pos x="connsiteX88720" y="connsiteY88720"/>
              </a:cxn>
              <a:cxn ang="0">
                <a:pos x="connsiteX88721" y="connsiteY88721"/>
              </a:cxn>
              <a:cxn ang="0">
                <a:pos x="connsiteX88722" y="connsiteY88722"/>
              </a:cxn>
              <a:cxn ang="0">
                <a:pos x="connsiteX88723" y="connsiteY88723"/>
              </a:cxn>
              <a:cxn ang="0">
                <a:pos x="connsiteX88724" y="connsiteY88724"/>
              </a:cxn>
              <a:cxn ang="0">
                <a:pos x="connsiteX88725" y="connsiteY88725"/>
              </a:cxn>
              <a:cxn ang="0">
                <a:pos x="connsiteX88726" y="connsiteY88726"/>
              </a:cxn>
              <a:cxn ang="0">
                <a:pos x="connsiteX88727" y="connsiteY88727"/>
              </a:cxn>
              <a:cxn ang="0">
                <a:pos x="connsiteX88728" y="connsiteY88728"/>
              </a:cxn>
              <a:cxn ang="0">
                <a:pos x="connsiteX88729" y="connsiteY88729"/>
              </a:cxn>
              <a:cxn ang="0">
                <a:pos x="connsiteX88730" y="connsiteY88730"/>
              </a:cxn>
              <a:cxn ang="0">
                <a:pos x="connsiteX88731" y="connsiteY88731"/>
              </a:cxn>
              <a:cxn ang="0">
                <a:pos x="connsiteX88732" y="connsiteY88732"/>
              </a:cxn>
              <a:cxn ang="0">
                <a:pos x="connsiteX88733" y="connsiteY88733"/>
              </a:cxn>
              <a:cxn ang="0">
                <a:pos x="connsiteX88734" y="connsiteY88734"/>
              </a:cxn>
              <a:cxn ang="0">
                <a:pos x="connsiteX88735" y="connsiteY88735"/>
              </a:cxn>
              <a:cxn ang="0">
                <a:pos x="connsiteX88736" y="connsiteY88736"/>
              </a:cxn>
              <a:cxn ang="0">
                <a:pos x="connsiteX88737" y="connsiteY88737"/>
              </a:cxn>
              <a:cxn ang="0">
                <a:pos x="connsiteX88738" y="connsiteY88738"/>
              </a:cxn>
              <a:cxn ang="0">
                <a:pos x="connsiteX88739" y="connsiteY88739"/>
              </a:cxn>
              <a:cxn ang="0">
                <a:pos x="connsiteX88740" y="connsiteY88740"/>
              </a:cxn>
              <a:cxn ang="0">
                <a:pos x="connsiteX88741" y="connsiteY88741"/>
              </a:cxn>
              <a:cxn ang="0">
                <a:pos x="connsiteX88742" y="connsiteY88742"/>
              </a:cxn>
              <a:cxn ang="0">
                <a:pos x="connsiteX88743" y="connsiteY88743"/>
              </a:cxn>
              <a:cxn ang="0">
                <a:pos x="connsiteX88744" y="connsiteY88744"/>
              </a:cxn>
              <a:cxn ang="0">
                <a:pos x="connsiteX88745" y="connsiteY88745"/>
              </a:cxn>
              <a:cxn ang="0">
                <a:pos x="connsiteX88746" y="connsiteY88746"/>
              </a:cxn>
              <a:cxn ang="0">
                <a:pos x="connsiteX88747" y="connsiteY88747"/>
              </a:cxn>
              <a:cxn ang="0">
                <a:pos x="connsiteX88748" y="connsiteY88748"/>
              </a:cxn>
              <a:cxn ang="0">
                <a:pos x="connsiteX88749" y="connsiteY88749"/>
              </a:cxn>
              <a:cxn ang="0">
                <a:pos x="connsiteX88750" y="connsiteY88750"/>
              </a:cxn>
              <a:cxn ang="0">
                <a:pos x="connsiteX88751" y="connsiteY88751"/>
              </a:cxn>
              <a:cxn ang="0">
                <a:pos x="connsiteX88752" y="connsiteY88752"/>
              </a:cxn>
              <a:cxn ang="0">
                <a:pos x="connsiteX88753" y="connsiteY88753"/>
              </a:cxn>
              <a:cxn ang="0">
                <a:pos x="connsiteX88754" y="connsiteY88754"/>
              </a:cxn>
              <a:cxn ang="0">
                <a:pos x="connsiteX88755" y="connsiteY88755"/>
              </a:cxn>
              <a:cxn ang="0">
                <a:pos x="connsiteX88756" y="connsiteY88756"/>
              </a:cxn>
              <a:cxn ang="0">
                <a:pos x="connsiteX88757" y="connsiteY88757"/>
              </a:cxn>
              <a:cxn ang="0">
                <a:pos x="connsiteX88758" y="connsiteY88758"/>
              </a:cxn>
              <a:cxn ang="0">
                <a:pos x="connsiteX88759" y="connsiteY88759"/>
              </a:cxn>
              <a:cxn ang="0">
                <a:pos x="connsiteX88760" y="connsiteY88760"/>
              </a:cxn>
              <a:cxn ang="0">
                <a:pos x="connsiteX88761" y="connsiteY88761"/>
              </a:cxn>
              <a:cxn ang="0">
                <a:pos x="connsiteX88762" y="connsiteY88762"/>
              </a:cxn>
              <a:cxn ang="0">
                <a:pos x="connsiteX88763" y="connsiteY88763"/>
              </a:cxn>
              <a:cxn ang="0">
                <a:pos x="connsiteX88764" y="connsiteY88764"/>
              </a:cxn>
              <a:cxn ang="0">
                <a:pos x="connsiteX88765" y="connsiteY88765"/>
              </a:cxn>
              <a:cxn ang="0">
                <a:pos x="connsiteX88766" y="connsiteY88766"/>
              </a:cxn>
              <a:cxn ang="0">
                <a:pos x="connsiteX88767" y="connsiteY88767"/>
              </a:cxn>
              <a:cxn ang="0">
                <a:pos x="connsiteX88768" y="connsiteY88768"/>
              </a:cxn>
              <a:cxn ang="0">
                <a:pos x="connsiteX88769" y="connsiteY88769"/>
              </a:cxn>
              <a:cxn ang="0">
                <a:pos x="connsiteX88770" y="connsiteY88770"/>
              </a:cxn>
              <a:cxn ang="0">
                <a:pos x="connsiteX88771" y="connsiteY88771"/>
              </a:cxn>
              <a:cxn ang="0">
                <a:pos x="connsiteX88772" y="connsiteY88772"/>
              </a:cxn>
              <a:cxn ang="0">
                <a:pos x="connsiteX88773" y="connsiteY88773"/>
              </a:cxn>
              <a:cxn ang="0">
                <a:pos x="connsiteX88774" y="connsiteY88774"/>
              </a:cxn>
              <a:cxn ang="0">
                <a:pos x="connsiteX88775" y="connsiteY88775"/>
              </a:cxn>
              <a:cxn ang="0">
                <a:pos x="connsiteX88776" y="connsiteY88776"/>
              </a:cxn>
              <a:cxn ang="0">
                <a:pos x="connsiteX88777" y="connsiteY88777"/>
              </a:cxn>
              <a:cxn ang="0">
                <a:pos x="connsiteX88778" y="connsiteY88778"/>
              </a:cxn>
              <a:cxn ang="0">
                <a:pos x="connsiteX88779" y="connsiteY88779"/>
              </a:cxn>
              <a:cxn ang="0">
                <a:pos x="connsiteX88780" y="connsiteY88780"/>
              </a:cxn>
              <a:cxn ang="0">
                <a:pos x="connsiteX88781" y="connsiteY88781"/>
              </a:cxn>
              <a:cxn ang="0">
                <a:pos x="connsiteX88782" y="connsiteY88782"/>
              </a:cxn>
              <a:cxn ang="0">
                <a:pos x="connsiteX88783" y="connsiteY88783"/>
              </a:cxn>
              <a:cxn ang="0">
                <a:pos x="connsiteX88784" y="connsiteY88784"/>
              </a:cxn>
              <a:cxn ang="0">
                <a:pos x="connsiteX88785" y="connsiteY88785"/>
              </a:cxn>
              <a:cxn ang="0">
                <a:pos x="connsiteX88786" y="connsiteY88786"/>
              </a:cxn>
              <a:cxn ang="0">
                <a:pos x="connsiteX88787" y="connsiteY88787"/>
              </a:cxn>
              <a:cxn ang="0">
                <a:pos x="connsiteX88788" y="connsiteY88788"/>
              </a:cxn>
              <a:cxn ang="0">
                <a:pos x="connsiteX88789" y="connsiteY88789"/>
              </a:cxn>
              <a:cxn ang="0">
                <a:pos x="connsiteX88790" y="connsiteY88790"/>
              </a:cxn>
              <a:cxn ang="0">
                <a:pos x="connsiteX88791" y="connsiteY88791"/>
              </a:cxn>
              <a:cxn ang="0">
                <a:pos x="connsiteX88792" y="connsiteY88792"/>
              </a:cxn>
              <a:cxn ang="0">
                <a:pos x="connsiteX88793" y="connsiteY88793"/>
              </a:cxn>
              <a:cxn ang="0">
                <a:pos x="connsiteX88794" y="connsiteY88794"/>
              </a:cxn>
              <a:cxn ang="0">
                <a:pos x="connsiteX88795" y="connsiteY88795"/>
              </a:cxn>
              <a:cxn ang="0">
                <a:pos x="connsiteX88796" y="connsiteY88796"/>
              </a:cxn>
              <a:cxn ang="0">
                <a:pos x="connsiteX88797" y="connsiteY88797"/>
              </a:cxn>
              <a:cxn ang="0">
                <a:pos x="connsiteX88798" y="connsiteY88798"/>
              </a:cxn>
              <a:cxn ang="0">
                <a:pos x="connsiteX88799" y="connsiteY88799"/>
              </a:cxn>
              <a:cxn ang="0">
                <a:pos x="connsiteX88800" y="connsiteY88800"/>
              </a:cxn>
              <a:cxn ang="0">
                <a:pos x="connsiteX88801" y="connsiteY88801"/>
              </a:cxn>
              <a:cxn ang="0">
                <a:pos x="connsiteX88802" y="connsiteY88802"/>
              </a:cxn>
              <a:cxn ang="0">
                <a:pos x="connsiteX88803" y="connsiteY88803"/>
              </a:cxn>
              <a:cxn ang="0">
                <a:pos x="connsiteX88804" y="connsiteY88804"/>
              </a:cxn>
              <a:cxn ang="0">
                <a:pos x="connsiteX88805" y="connsiteY88805"/>
              </a:cxn>
              <a:cxn ang="0">
                <a:pos x="connsiteX88806" y="connsiteY88806"/>
              </a:cxn>
              <a:cxn ang="0">
                <a:pos x="connsiteX88807" y="connsiteY88807"/>
              </a:cxn>
              <a:cxn ang="0">
                <a:pos x="connsiteX88808" y="connsiteY88808"/>
              </a:cxn>
              <a:cxn ang="0">
                <a:pos x="connsiteX88809" y="connsiteY88809"/>
              </a:cxn>
              <a:cxn ang="0">
                <a:pos x="connsiteX88810" y="connsiteY88810"/>
              </a:cxn>
              <a:cxn ang="0">
                <a:pos x="connsiteX88811" y="connsiteY88811"/>
              </a:cxn>
              <a:cxn ang="0">
                <a:pos x="connsiteX88812" y="connsiteY88812"/>
              </a:cxn>
              <a:cxn ang="0">
                <a:pos x="connsiteX88813" y="connsiteY88813"/>
              </a:cxn>
              <a:cxn ang="0">
                <a:pos x="connsiteX88814" y="connsiteY88814"/>
              </a:cxn>
              <a:cxn ang="0">
                <a:pos x="connsiteX88815" y="connsiteY88815"/>
              </a:cxn>
              <a:cxn ang="0">
                <a:pos x="connsiteX88816" y="connsiteY88816"/>
              </a:cxn>
              <a:cxn ang="0">
                <a:pos x="connsiteX88817" y="connsiteY88817"/>
              </a:cxn>
              <a:cxn ang="0">
                <a:pos x="connsiteX88818" y="connsiteY88818"/>
              </a:cxn>
              <a:cxn ang="0">
                <a:pos x="connsiteX88819" y="connsiteY88819"/>
              </a:cxn>
              <a:cxn ang="0">
                <a:pos x="connsiteX88820" y="connsiteY88820"/>
              </a:cxn>
              <a:cxn ang="0">
                <a:pos x="connsiteX88821" y="connsiteY88821"/>
              </a:cxn>
              <a:cxn ang="0">
                <a:pos x="connsiteX88822" y="connsiteY88822"/>
              </a:cxn>
              <a:cxn ang="0">
                <a:pos x="connsiteX88823" y="connsiteY88823"/>
              </a:cxn>
              <a:cxn ang="0">
                <a:pos x="connsiteX88824" y="connsiteY88824"/>
              </a:cxn>
              <a:cxn ang="0">
                <a:pos x="connsiteX88825" y="connsiteY88825"/>
              </a:cxn>
              <a:cxn ang="0">
                <a:pos x="connsiteX88826" y="connsiteY88826"/>
              </a:cxn>
              <a:cxn ang="0">
                <a:pos x="connsiteX88827" y="connsiteY88827"/>
              </a:cxn>
              <a:cxn ang="0">
                <a:pos x="connsiteX88828" y="connsiteY88828"/>
              </a:cxn>
              <a:cxn ang="0">
                <a:pos x="connsiteX88829" y="connsiteY88829"/>
              </a:cxn>
              <a:cxn ang="0">
                <a:pos x="connsiteX88830" y="connsiteY88830"/>
              </a:cxn>
              <a:cxn ang="0">
                <a:pos x="connsiteX88831" y="connsiteY88831"/>
              </a:cxn>
              <a:cxn ang="0">
                <a:pos x="connsiteX88832" y="connsiteY88832"/>
              </a:cxn>
              <a:cxn ang="0">
                <a:pos x="connsiteX88833" y="connsiteY88833"/>
              </a:cxn>
              <a:cxn ang="0">
                <a:pos x="connsiteX88834" y="connsiteY88834"/>
              </a:cxn>
              <a:cxn ang="0">
                <a:pos x="connsiteX88835" y="connsiteY88835"/>
              </a:cxn>
              <a:cxn ang="0">
                <a:pos x="connsiteX88836" y="connsiteY88836"/>
              </a:cxn>
              <a:cxn ang="0">
                <a:pos x="connsiteX88837" y="connsiteY88837"/>
              </a:cxn>
              <a:cxn ang="0">
                <a:pos x="connsiteX88838" y="connsiteY88838"/>
              </a:cxn>
              <a:cxn ang="0">
                <a:pos x="connsiteX88839" y="connsiteY88839"/>
              </a:cxn>
              <a:cxn ang="0">
                <a:pos x="connsiteX88840" y="connsiteY88840"/>
              </a:cxn>
              <a:cxn ang="0">
                <a:pos x="connsiteX88841" y="connsiteY88841"/>
              </a:cxn>
              <a:cxn ang="0">
                <a:pos x="connsiteX88842" y="connsiteY88842"/>
              </a:cxn>
              <a:cxn ang="0">
                <a:pos x="connsiteX88843" y="connsiteY88843"/>
              </a:cxn>
              <a:cxn ang="0">
                <a:pos x="connsiteX88844" y="connsiteY88844"/>
              </a:cxn>
              <a:cxn ang="0">
                <a:pos x="connsiteX88845" y="connsiteY88845"/>
              </a:cxn>
              <a:cxn ang="0">
                <a:pos x="connsiteX88846" y="connsiteY88846"/>
              </a:cxn>
              <a:cxn ang="0">
                <a:pos x="connsiteX88847" y="connsiteY88847"/>
              </a:cxn>
              <a:cxn ang="0">
                <a:pos x="connsiteX88848" y="connsiteY88848"/>
              </a:cxn>
              <a:cxn ang="0">
                <a:pos x="connsiteX88849" y="connsiteY88849"/>
              </a:cxn>
              <a:cxn ang="0">
                <a:pos x="connsiteX88850" y="connsiteY88850"/>
              </a:cxn>
              <a:cxn ang="0">
                <a:pos x="connsiteX88851" y="connsiteY88851"/>
              </a:cxn>
              <a:cxn ang="0">
                <a:pos x="connsiteX88852" y="connsiteY88852"/>
              </a:cxn>
              <a:cxn ang="0">
                <a:pos x="connsiteX88853" y="connsiteY88853"/>
              </a:cxn>
              <a:cxn ang="0">
                <a:pos x="connsiteX88854" y="connsiteY88854"/>
              </a:cxn>
              <a:cxn ang="0">
                <a:pos x="connsiteX88855" y="connsiteY88855"/>
              </a:cxn>
              <a:cxn ang="0">
                <a:pos x="connsiteX88856" y="connsiteY88856"/>
              </a:cxn>
              <a:cxn ang="0">
                <a:pos x="connsiteX88857" y="connsiteY88857"/>
              </a:cxn>
              <a:cxn ang="0">
                <a:pos x="connsiteX88858" y="connsiteY88858"/>
              </a:cxn>
              <a:cxn ang="0">
                <a:pos x="connsiteX88859" y="connsiteY88859"/>
              </a:cxn>
              <a:cxn ang="0">
                <a:pos x="connsiteX88860" y="connsiteY88860"/>
              </a:cxn>
              <a:cxn ang="0">
                <a:pos x="connsiteX88861" y="connsiteY88861"/>
              </a:cxn>
              <a:cxn ang="0">
                <a:pos x="connsiteX88862" y="connsiteY88862"/>
              </a:cxn>
              <a:cxn ang="0">
                <a:pos x="connsiteX88863" y="connsiteY88863"/>
              </a:cxn>
              <a:cxn ang="0">
                <a:pos x="connsiteX88864" y="connsiteY88864"/>
              </a:cxn>
              <a:cxn ang="0">
                <a:pos x="connsiteX88865" y="connsiteY88865"/>
              </a:cxn>
              <a:cxn ang="0">
                <a:pos x="connsiteX88866" y="connsiteY88866"/>
              </a:cxn>
              <a:cxn ang="0">
                <a:pos x="connsiteX88867" y="connsiteY88867"/>
              </a:cxn>
              <a:cxn ang="0">
                <a:pos x="connsiteX88868" y="connsiteY88868"/>
              </a:cxn>
              <a:cxn ang="0">
                <a:pos x="connsiteX88869" y="connsiteY88869"/>
              </a:cxn>
              <a:cxn ang="0">
                <a:pos x="connsiteX88870" y="connsiteY88870"/>
              </a:cxn>
              <a:cxn ang="0">
                <a:pos x="connsiteX88871" y="connsiteY88871"/>
              </a:cxn>
              <a:cxn ang="0">
                <a:pos x="connsiteX88872" y="connsiteY88872"/>
              </a:cxn>
              <a:cxn ang="0">
                <a:pos x="connsiteX88873" y="connsiteY88873"/>
              </a:cxn>
              <a:cxn ang="0">
                <a:pos x="connsiteX88874" y="connsiteY88874"/>
              </a:cxn>
              <a:cxn ang="0">
                <a:pos x="connsiteX88875" y="connsiteY88875"/>
              </a:cxn>
              <a:cxn ang="0">
                <a:pos x="connsiteX88876" y="connsiteY88876"/>
              </a:cxn>
              <a:cxn ang="0">
                <a:pos x="connsiteX88877" y="connsiteY88877"/>
              </a:cxn>
              <a:cxn ang="0">
                <a:pos x="connsiteX88878" y="connsiteY88878"/>
              </a:cxn>
              <a:cxn ang="0">
                <a:pos x="connsiteX88879" y="connsiteY88879"/>
              </a:cxn>
              <a:cxn ang="0">
                <a:pos x="connsiteX88880" y="connsiteY88880"/>
              </a:cxn>
              <a:cxn ang="0">
                <a:pos x="connsiteX88881" y="connsiteY88881"/>
              </a:cxn>
              <a:cxn ang="0">
                <a:pos x="connsiteX88882" y="connsiteY88882"/>
              </a:cxn>
              <a:cxn ang="0">
                <a:pos x="connsiteX88883" y="connsiteY88883"/>
              </a:cxn>
              <a:cxn ang="0">
                <a:pos x="connsiteX88884" y="connsiteY88884"/>
              </a:cxn>
              <a:cxn ang="0">
                <a:pos x="connsiteX88885" y="connsiteY88885"/>
              </a:cxn>
              <a:cxn ang="0">
                <a:pos x="connsiteX88886" y="connsiteY88886"/>
              </a:cxn>
              <a:cxn ang="0">
                <a:pos x="connsiteX88887" y="connsiteY88887"/>
              </a:cxn>
              <a:cxn ang="0">
                <a:pos x="connsiteX88888" y="connsiteY88888"/>
              </a:cxn>
              <a:cxn ang="0">
                <a:pos x="connsiteX88889" y="connsiteY88889"/>
              </a:cxn>
              <a:cxn ang="0">
                <a:pos x="connsiteX88890" y="connsiteY88890"/>
              </a:cxn>
              <a:cxn ang="0">
                <a:pos x="connsiteX88891" y="connsiteY88891"/>
              </a:cxn>
              <a:cxn ang="0">
                <a:pos x="connsiteX88892" y="connsiteY88892"/>
              </a:cxn>
              <a:cxn ang="0">
                <a:pos x="connsiteX88893" y="connsiteY88893"/>
              </a:cxn>
              <a:cxn ang="0">
                <a:pos x="connsiteX88894" y="connsiteY88894"/>
              </a:cxn>
              <a:cxn ang="0">
                <a:pos x="connsiteX88895" y="connsiteY88895"/>
              </a:cxn>
              <a:cxn ang="0">
                <a:pos x="connsiteX88896" y="connsiteY88896"/>
              </a:cxn>
              <a:cxn ang="0">
                <a:pos x="connsiteX88897" y="connsiteY88897"/>
              </a:cxn>
              <a:cxn ang="0">
                <a:pos x="connsiteX88898" y="connsiteY88898"/>
              </a:cxn>
              <a:cxn ang="0">
                <a:pos x="connsiteX88899" y="connsiteY88899"/>
              </a:cxn>
              <a:cxn ang="0">
                <a:pos x="connsiteX88900" y="connsiteY88900"/>
              </a:cxn>
              <a:cxn ang="0">
                <a:pos x="connsiteX88901" y="connsiteY88901"/>
              </a:cxn>
              <a:cxn ang="0">
                <a:pos x="connsiteX88902" y="connsiteY88902"/>
              </a:cxn>
              <a:cxn ang="0">
                <a:pos x="connsiteX88903" y="connsiteY88903"/>
              </a:cxn>
              <a:cxn ang="0">
                <a:pos x="connsiteX88904" y="connsiteY88904"/>
              </a:cxn>
              <a:cxn ang="0">
                <a:pos x="connsiteX88905" y="connsiteY88905"/>
              </a:cxn>
              <a:cxn ang="0">
                <a:pos x="connsiteX88906" y="connsiteY88906"/>
              </a:cxn>
              <a:cxn ang="0">
                <a:pos x="connsiteX88907" y="connsiteY88907"/>
              </a:cxn>
              <a:cxn ang="0">
                <a:pos x="connsiteX88908" y="connsiteY88908"/>
              </a:cxn>
              <a:cxn ang="0">
                <a:pos x="connsiteX88909" y="connsiteY88909"/>
              </a:cxn>
              <a:cxn ang="0">
                <a:pos x="connsiteX88910" y="connsiteY88910"/>
              </a:cxn>
              <a:cxn ang="0">
                <a:pos x="connsiteX88911" y="connsiteY88911"/>
              </a:cxn>
              <a:cxn ang="0">
                <a:pos x="connsiteX88912" y="connsiteY88912"/>
              </a:cxn>
              <a:cxn ang="0">
                <a:pos x="connsiteX88913" y="connsiteY88913"/>
              </a:cxn>
              <a:cxn ang="0">
                <a:pos x="connsiteX88914" y="connsiteY88914"/>
              </a:cxn>
              <a:cxn ang="0">
                <a:pos x="connsiteX88915" y="connsiteY88915"/>
              </a:cxn>
              <a:cxn ang="0">
                <a:pos x="connsiteX88916" y="connsiteY88916"/>
              </a:cxn>
              <a:cxn ang="0">
                <a:pos x="connsiteX88917" y="connsiteY88917"/>
              </a:cxn>
              <a:cxn ang="0">
                <a:pos x="connsiteX88918" y="connsiteY88918"/>
              </a:cxn>
              <a:cxn ang="0">
                <a:pos x="connsiteX88919" y="connsiteY88919"/>
              </a:cxn>
              <a:cxn ang="0">
                <a:pos x="connsiteX88920" y="connsiteY88920"/>
              </a:cxn>
              <a:cxn ang="0">
                <a:pos x="connsiteX88921" y="connsiteY88921"/>
              </a:cxn>
              <a:cxn ang="0">
                <a:pos x="connsiteX88922" y="connsiteY88922"/>
              </a:cxn>
              <a:cxn ang="0">
                <a:pos x="connsiteX88923" y="connsiteY88923"/>
              </a:cxn>
              <a:cxn ang="0">
                <a:pos x="connsiteX88924" y="connsiteY88924"/>
              </a:cxn>
              <a:cxn ang="0">
                <a:pos x="connsiteX88925" y="connsiteY88925"/>
              </a:cxn>
              <a:cxn ang="0">
                <a:pos x="connsiteX88926" y="connsiteY88926"/>
              </a:cxn>
              <a:cxn ang="0">
                <a:pos x="connsiteX88927" y="connsiteY88927"/>
              </a:cxn>
              <a:cxn ang="0">
                <a:pos x="connsiteX88928" y="connsiteY88928"/>
              </a:cxn>
              <a:cxn ang="0">
                <a:pos x="connsiteX88929" y="connsiteY88929"/>
              </a:cxn>
              <a:cxn ang="0">
                <a:pos x="connsiteX88930" y="connsiteY88930"/>
              </a:cxn>
              <a:cxn ang="0">
                <a:pos x="connsiteX88931" y="connsiteY88931"/>
              </a:cxn>
              <a:cxn ang="0">
                <a:pos x="connsiteX88932" y="connsiteY88932"/>
              </a:cxn>
              <a:cxn ang="0">
                <a:pos x="connsiteX88933" y="connsiteY88933"/>
              </a:cxn>
              <a:cxn ang="0">
                <a:pos x="connsiteX88934" y="connsiteY88934"/>
              </a:cxn>
              <a:cxn ang="0">
                <a:pos x="connsiteX88935" y="connsiteY88935"/>
              </a:cxn>
              <a:cxn ang="0">
                <a:pos x="connsiteX88936" y="connsiteY88936"/>
              </a:cxn>
              <a:cxn ang="0">
                <a:pos x="connsiteX88937" y="connsiteY88937"/>
              </a:cxn>
              <a:cxn ang="0">
                <a:pos x="connsiteX88938" y="connsiteY88938"/>
              </a:cxn>
              <a:cxn ang="0">
                <a:pos x="connsiteX88939" y="connsiteY88939"/>
              </a:cxn>
              <a:cxn ang="0">
                <a:pos x="connsiteX88940" y="connsiteY88940"/>
              </a:cxn>
              <a:cxn ang="0">
                <a:pos x="connsiteX88941" y="connsiteY88941"/>
              </a:cxn>
              <a:cxn ang="0">
                <a:pos x="connsiteX88942" y="connsiteY88942"/>
              </a:cxn>
              <a:cxn ang="0">
                <a:pos x="connsiteX88943" y="connsiteY88943"/>
              </a:cxn>
              <a:cxn ang="0">
                <a:pos x="connsiteX88944" y="connsiteY88944"/>
              </a:cxn>
              <a:cxn ang="0">
                <a:pos x="connsiteX88945" y="connsiteY88945"/>
              </a:cxn>
              <a:cxn ang="0">
                <a:pos x="connsiteX88946" y="connsiteY88946"/>
              </a:cxn>
              <a:cxn ang="0">
                <a:pos x="connsiteX88947" y="connsiteY88947"/>
              </a:cxn>
              <a:cxn ang="0">
                <a:pos x="connsiteX88948" y="connsiteY88948"/>
              </a:cxn>
              <a:cxn ang="0">
                <a:pos x="connsiteX88949" y="connsiteY88949"/>
              </a:cxn>
              <a:cxn ang="0">
                <a:pos x="connsiteX88950" y="connsiteY88950"/>
              </a:cxn>
              <a:cxn ang="0">
                <a:pos x="connsiteX88951" y="connsiteY88951"/>
              </a:cxn>
              <a:cxn ang="0">
                <a:pos x="connsiteX88952" y="connsiteY88952"/>
              </a:cxn>
              <a:cxn ang="0">
                <a:pos x="connsiteX88953" y="connsiteY88953"/>
              </a:cxn>
              <a:cxn ang="0">
                <a:pos x="connsiteX88954" y="connsiteY88954"/>
              </a:cxn>
              <a:cxn ang="0">
                <a:pos x="connsiteX88955" y="connsiteY88955"/>
              </a:cxn>
              <a:cxn ang="0">
                <a:pos x="connsiteX88956" y="connsiteY88956"/>
              </a:cxn>
              <a:cxn ang="0">
                <a:pos x="connsiteX88957" y="connsiteY88957"/>
              </a:cxn>
              <a:cxn ang="0">
                <a:pos x="connsiteX88958" y="connsiteY88958"/>
              </a:cxn>
              <a:cxn ang="0">
                <a:pos x="connsiteX88959" y="connsiteY88959"/>
              </a:cxn>
              <a:cxn ang="0">
                <a:pos x="connsiteX88960" y="connsiteY88960"/>
              </a:cxn>
              <a:cxn ang="0">
                <a:pos x="connsiteX88961" y="connsiteY88961"/>
              </a:cxn>
              <a:cxn ang="0">
                <a:pos x="connsiteX88962" y="connsiteY88962"/>
              </a:cxn>
              <a:cxn ang="0">
                <a:pos x="connsiteX88963" y="connsiteY88963"/>
              </a:cxn>
              <a:cxn ang="0">
                <a:pos x="connsiteX88964" y="connsiteY88964"/>
              </a:cxn>
              <a:cxn ang="0">
                <a:pos x="connsiteX88965" y="connsiteY88965"/>
              </a:cxn>
              <a:cxn ang="0">
                <a:pos x="connsiteX88966" y="connsiteY88966"/>
              </a:cxn>
              <a:cxn ang="0">
                <a:pos x="connsiteX88967" y="connsiteY88967"/>
              </a:cxn>
              <a:cxn ang="0">
                <a:pos x="connsiteX88968" y="connsiteY88968"/>
              </a:cxn>
              <a:cxn ang="0">
                <a:pos x="connsiteX88969" y="connsiteY88969"/>
              </a:cxn>
              <a:cxn ang="0">
                <a:pos x="connsiteX88970" y="connsiteY88970"/>
              </a:cxn>
              <a:cxn ang="0">
                <a:pos x="connsiteX88971" y="connsiteY88971"/>
              </a:cxn>
              <a:cxn ang="0">
                <a:pos x="connsiteX88972" y="connsiteY88972"/>
              </a:cxn>
              <a:cxn ang="0">
                <a:pos x="connsiteX88973" y="connsiteY88973"/>
              </a:cxn>
              <a:cxn ang="0">
                <a:pos x="connsiteX88974" y="connsiteY88974"/>
              </a:cxn>
              <a:cxn ang="0">
                <a:pos x="connsiteX88975" y="connsiteY88975"/>
              </a:cxn>
              <a:cxn ang="0">
                <a:pos x="connsiteX88976" y="connsiteY88976"/>
              </a:cxn>
              <a:cxn ang="0">
                <a:pos x="connsiteX88977" y="connsiteY88977"/>
              </a:cxn>
              <a:cxn ang="0">
                <a:pos x="connsiteX88978" y="connsiteY88978"/>
              </a:cxn>
              <a:cxn ang="0">
                <a:pos x="connsiteX88979" y="connsiteY88979"/>
              </a:cxn>
              <a:cxn ang="0">
                <a:pos x="connsiteX88980" y="connsiteY88980"/>
              </a:cxn>
              <a:cxn ang="0">
                <a:pos x="connsiteX88981" y="connsiteY88981"/>
              </a:cxn>
              <a:cxn ang="0">
                <a:pos x="connsiteX88982" y="connsiteY88982"/>
              </a:cxn>
              <a:cxn ang="0">
                <a:pos x="connsiteX88983" y="connsiteY88983"/>
              </a:cxn>
              <a:cxn ang="0">
                <a:pos x="connsiteX88984" y="connsiteY88984"/>
              </a:cxn>
              <a:cxn ang="0">
                <a:pos x="connsiteX88985" y="connsiteY88985"/>
              </a:cxn>
              <a:cxn ang="0">
                <a:pos x="connsiteX88986" y="connsiteY88986"/>
              </a:cxn>
              <a:cxn ang="0">
                <a:pos x="connsiteX88987" y="connsiteY88987"/>
              </a:cxn>
              <a:cxn ang="0">
                <a:pos x="connsiteX88988" y="connsiteY88988"/>
              </a:cxn>
              <a:cxn ang="0">
                <a:pos x="connsiteX88989" y="connsiteY88989"/>
              </a:cxn>
              <a:cxn ang="0">
                <a:pos x="connsiteX88990" y="connsiteY88990"/>
              </a:cxn>
              <a:cxn ang="0">
                <a:pos x="connsiteX88991" y="connsiteY88991"/>
              </a:cxn>
              <a:cxn ang="0">
                <a:pos x="connsiteX88992" y="connsiteY88992"/>
              </a:cxn>
              <a:cxn ang="0">
                <a:pos x="connsiteX88993" y="connsiteY88993"/>
              </a:cxn>
              <a:cxn ang="0">
                <a:pos x="connsiteX88994" y="connsiteY88994"/>
              </a:cxn>
              <a:cxn ang="0">
                <a:pos x="connsiteX88995" y="connsiteY88995"/>
              </a:cxn>
              <a:cxn ang="0">
                <a:pos x="connsiteX88996" y="connsiteY88996"/>
              </a:cxn>
              <a:cxn ang="0">
                <a:pos x="connsiteX88997" y="connsiteY88997"/>
              </a:cxn>
              <a:cxn ang="0">
                <a:pos x="connsiteX88998" y="connsiteY88998"/>
              </a:cxn>
              <a:cxn ang="0">
                <a:pos x="connsiteX88999" y="connsiteY88999"/>
              </a:cxn>
              <a:cxn ang="0">
                <a:pos x="connsiteX89000" y="connsiteY89000"/>
              </a:cxn>
              <a:cxn ang="0">
                <a:pos x="connsiteX89001" y="connsiteY89001"/>
              </a:cxn>
              <a:cxn ang="0">
                <a:pos x="connsiteX89002" y="connsiteY89002"/>
              </a:cxn>
              <a:cxn ang="0">
                <a:pos x="connsiteX89003" y="connsiteY89003"/>
              </a:cxn>
              <a:cxn ang="0">
                <a:pos x="connsiteX89004" y="connsiteY89004"/>
              </a:cxn>
              <a:cxn ang="0">
                <a:pos x="connsiteX89005" y="connsiteY89005"/>
              </a:cxn>
              <a:cxn ang="0">
                <a:pos x="connsiteX89006" y="connsiteY89006"/>
              </a:cxn>
              <a:cxn ang="0">
                <a:pos x="connsiteX89007" y="connsiteY89007"/>
              </a:cxn>
              <a:cxn ang="0">
                <a:pos x="connsiteX89008" y="connsiteY89008"/>
              </a:cxn>
              <a:cxn ang="0">
                <a:pos x="connsiteX89009" y="connsiteY89009"/>
              </a:cxn>
              <a:cxn ang="0">
                <a:pos x="connsiteX89010" y="connsiteY89010"/>
              </a:cxn>
              <a:cxn ang="0">
                <a:pos x="connsiteX89011" y="connsiteY89011"/>
              </a:cxn>
              <a:cxn ang="0">
                <a:pos x="connsiteX89012" y="connsiteY89012"/>
              </a:cxn>
              <a:cxn ang="0">
                <a:pos x="connsiteX89013" y="connsiteY89013"/>
              </a:cxn>
              <a:cxn ang="0">
                <a:pos x="connsiteX89014" y="connsiteY89014"/>
              </a:cxn>
              <a:cxn ang="0">
                <a:pos x="connsiteX89015" y="connsiteY89015"/>
              </a:cxn>
              <a:cxn ang="0">
                <a:pos x="connsiteX89016" y="connsiteY89016"/>
              </a:cxn>
              <a:cxn ang="0">
                <a:pos x="connsiteX89017" y="connsiteY89017"/>
              </a:cxn>
              <a:cxn ang="0">
                <a:pos x="connsiteX89018" y="connsiteY89018"/>
              </a:cxn>
              <a:cxn ang="0">
                <a:pos x="connsiteX89019" y="connsiteY89019"/>
              </a:cxn>
              <a:cxn ang="0">
                <a:pos x="connsiteX89020" y="connsiteY89020"/>
              </a:cxn>
              <a:cxn ang="0">
                <a:pos x="connsiteX89021" y="connsiteY89021"/>
              </a:cxn>
              <a:cxn ang="0">
                <a:pos x="connsiteX89022" y="connsiteY89022"/>
              </a:cxn>
              <a:cxn ang="0">
                <a:pos x="connsiteX89023" y="connsiteY89023"/>
              </a:cxn>
              <a:cxn ang="0">
                <a:pos x="connsiteX89024" y="connsiteY89024"/>
              </a:cxn>
              <a:cxn ang="0">
                <a:pos x="connsiteX89025" y="connsiteY89025"/>
              </a:cxn>
              <a:cxn ang="0">
                <a:pos x="connsiteX89026" y="connsiteY89026"/>
              </a:cxn>
              <a:cxn ang="0">
                <a:pos x="connsiteX89027" y="connsiteY89027"/>
              </a:cxn>
              <a:cxn ang="0">
                <a:pos x="connsiteX89028" y="connsiteY89028"/>
              </a:cxn>
              <a:cxn ang="0">
                <a:pos x="connsiteX89029" y="connsiteY89029"/>
              </a:cxn>
              <a:cxn ang="0">
                <a:pos x="connsiteX89030" y="connsiteY89030"/>
              </a:cxn>
              <a:cxn ang="0">
                <a:pos x="connsiteX89031" y="connsiteY89031"/>
              </a:cxn>
              <a:cxn ang="0">
                <a:pos x="connsiteX89032" y="connsiteY89032"/>
              </a:cxn>
              <a:cxn ang="0">
                <a:pos x="connsiteX89033" y="connsiteY89033"/>
              </a:cxn>
              <a:cxn ang="0">
                <a:pos x="connsiteX89034" y="connsiteY89034"/>
              </a:cxn>
              <a:cxn ang="0">
                <a:pos x="connsiteX89035" y="connsiteY89035"/>
              </a:cxn>
              <a:cxn ang="0">
                <a:pos x="connsiteX89036" y="connsiteY89036"/>
              </a:cxn>
              <a:cxn ang="0">
                <a:pos x="connsiteX89037" y="connsiteY89037"/>
              </a:cxn>
              <a:cxn ang="0">
                <a:pos x="connsiteX89038" y="connsiteY89038"/>
              </a:cxn>
              <a:cxn ang="0">
                <a:pos x="connsiteX89039" y="connsiteY89039"/>
              </a:cxn>
              <a:cxn ang="0">
                <a:pos x="connsiteX89040" y="connsiteY89040"/>
              </a:cxn>
              <a:cxn ang="0">
                <a:pos x="connsiteX89041" y="connsiteY89041"/>
              </a:cxn>
              <a:cxn ang="0">
                <a:pos x="connsiteX89042" y="connsiteY89042"/>
              </a:cxn>
              <a:cxn ang="0">
                <a:pos x="connsiteX89043" y="connsiteY89043"/>
              </a:cxn>
              <a:cxn ang="0">
                <a:pos x="connsiteX89044" y="connsiteY89044"/>
              </a:cxn>
              <a:cxn ang="0">
                <a:pos x="connsiteX89045" y="connsiteY89045"/>
              </a:cxn>
              <a:cxn ang="0">
                <a:pos x="connsiteX89046" y="connsiteY89046"/>
              </a:cxn>
              <a:cxn ang="0">
                <a:pos x="connsiteX89047" y="connsiteY89047"/>
              </a:cxn>
              <a:cxn ang="0">
                <a:pos x="connsiteX89048" y="connsiteY89048"/>
              </a:cxn>
              <a:cxn ang="0">
                <a:pos x="connsiteX89049" y="connsiteY89049"/>
              </a:cxn>
              <a:cxn ang="0">
                <a:pos x="connsiteX89050" y="connsiteY89050"/>
              </a:cxn>
              <a:cxn ang="0">
                <a:pos x="connsiteX89051" y="connsiteY89051"/>
              </a:cxn>
              <a:cxn ang="0">
                <a:pos x="connsiteX89052" y="connsiteY89052"/>
              </a:cxn>
              <a:cxn ang="0">
                <a:pos x="connsiteX89053" y="connsiteY89053"/>
              </a:cxn>
              <a:cxn ang="0">
                <a:pos x="connsiteX89054" y="connsiteY89054"/>
              </a:cxn>
              <a:cxn ang="0">
                <a:pos x="connsiteX89055" y="connsiteY89055"/>
              </a:cxn>
              <a:cxn ang="0">
                <a:pos x="connsiteX89056" y="connsiteY89056"/>
              </a:cxn>
              <a:cxn ang="0">
                <a:pos x="connsiteX89057" y="connsiteY89057"/>
              </a:cxn>
              <a:cxn ang="0">
                <a:pos x="connsiteX89058" y="connsiteY89058"/>
              </a:cxn>
              <a:cxn ang="0">
                <a:pos x="connsiteX89059" y="connsiteY89059"/>
              </a:cxn>
              <a:cxn ang="0">
                <a:pos x="connsiteX89060" y="connsiteY89060"/>
              </a:cxn>
              <a:cxn ang="0">
                <a:pos x="connsiteX89061" y="connsiteY89061"/>
              </a:cxn>
              <a:cxn ang="0">
                <a:pos x="connsiteX89062" y="connsiteY89062"/>
              </a:cxn>
              <a:cxn ang="0">
                <a:pos x="connsiteX89063" y="connsiteY89063"/>
              </a:cxn>
              <a:cxn ang="0">
                <a:pos x="connsiteX89064" y="connsiteY89064"/>
              </a:cxn>
              <a:cxn ang="0">
                <a:pos x="connsiteX89065" y="connsiteY89065"/>
              </a:cxn>
              <a:cxn ang="0">
                <a:pos x="connsiteX89066" y="connsiteY89066"/>
              </a:cxn>
              <a:cxn ang="0">
                <a:pos x="connsiteX89067" y="connsiteY89067"/>
              </a:cxn>
              <a:cxn ang="0">
                <a:pos x="connsiteX89068" y="connsiteY89068"/>
              </a:cxn>
              <a:cxn ang="0">
                <a:pos x="connsiteX89069" y="connsiteY89069"/>
              </a:cxn>
              <a:cxn ang="0">
                <a:pos x="connsiteX89070" y="connsiteY89070"/>
              </a:cxn>
              <a:cxn ang="0">
                <a:pos x="connsiteX89071" y="connsiteY89071"/>
              </a:cxn>
              <a:cxn ang="0">
                <a:pos x="connsiteX89072" y="connsiteY89072"/>
              </a:cxn>
              <a:cxn ang="0">
                <a:pos x="connsiteX89073" y="connsiteY89073"/>
              </a:cxn>
              <a:cxn ang="0">
                <a:pos x="connsiteX89074" y="connsiteY89074"/>
              </a:cxn>
              <a:cxn ang="0">
                <a:pos x="connsiteX89075" y="connsiteY89075"/>
              </a:cxn>
              <a:cxn ang="0">
                <a:pos x="connsiteX89076" y="connsiteY89076"/>
              </a:cxn>
              <a:cxn ang="0">
                <a:pos x="connsiteX89077" y="connsiteY89077"/>
              </a:cxn>
              <a:cxn ang="0">
                <a:pos x="connsiteX89078" y="connsiteY89078"/>
              </a:cxn>
              <a:cxn ang="0">
                <a:pos x="connsiteX89079" y="connsiteY89079"/>
              </a:cxn>
              <a:cxn ang="0">
                <a:pos x="connsiteX89080" y="connsiteY89080"/>
              </a:cxn>
              <a:cxn ang="0">
                <a:pos x="connsiteX89081" y="connsiteY89081"/>
              </a:cxn>
              <a:cxn ang="0">
                <a:pos x="connsiteX89082" y="connsiteY89082"/>
              </a:cxn>
              <a:cxn ang="0">
                <a:pos x="connsiteX89083" y="connsiteY89083"/>
              </a:cxn>
              <a:cxn ang="0">
                <a:pos x="connsiteX89084" y="connsiteY89084"/>
              </a:cxn>
              <a:cxn ang="0">
                <a:pos x="connsiteX89085" y="connsiteY89085"/>
              </a:cxn>
              <a:cxn ang="0">
                <a:pos x="connsiteX89086" y="connsiteY89086"/>
              </a:cxn>
              <a:cxn ang="0">
                <a:pos x="connsiteX89087" y="connsiteY89087"/>
              </a:cxn>
              <a:cxn ang="0">
                <a:pos x="connsiteX89088" y="connsiteY89088"/>
              </a:cxn>
              <a:cxn ang="0">
                <a:pos x="connsiteX89089" y="connsiteY89089"/>
              </a:cxn>
              <a:cxn ang="0">
                <a:pos x="connsiteX89090" y="connsiteY89090"/>
              </a:cxn>
              <a:cxn ang="0">
                <a:pos x="connsiteX89091" y="connsiteY89091"/>
              </a:cxn>
              <a:cxn ang="0">
                <a:pos x="connsiteX89092" y="connsiteY89092"/>
              </a:cxn>
              <a:cxn ang="0">
                <a:pos x="connsiteX89093" y="connsiteY89093"/>
              </a:cxn>
              <a:cxn ang="0">
                <a:pos x="connsiteX89094" y="connsiteY89094"/>
              </a:cxn>
              <a:cxn ang="0">
                <a:pos x="connsiteX89095" y="connsiteY89095"/>
              </a:cxn>
              <a:cxn ang="0">
                <a:pos x="connsiteX89096" y="connsiteY89096"/>
              </a:cxn>
              <a:cxn ang="0">
                <a:pos x="connsiteX89097" y="connsiteY89097"/>
              </a:cxn>
              <a:cxn ang="0">
                <a:pos x="connsiteX89098" y="connsiteY89098"/>
              </a:cxn>
              <a:cxn ang="0">
                <a:pos x="connsiteX89099" y="connsiteY89099"/>
              </a:cxn>
              <a:cxn ang="0">
                <a:pos x="connsiteX89100" y="connsiteY89100"/>
              </a:cxn>
              <a:cxn ang="0">
                <a:pos x="connsiteX89101" y="connsiteY89101"/>
              </a:cxn>
              <a:cxn ang="0">
                <a:pos x="connsiteX89102" y="connsiteY89102"/>
              </a:cxn>
              <a:cxn ang="0">
                <a:pos x="connsiteX89103" y="connsiteY89103"/>
              </a:cxn>
              <a:cxn ang="0">
                <a:pos x="connsiteX89104" y="connsiteY89104"/>
              </a:cxn>
              <a:cxn ang="0">
                <a:pos x="connsiteX89105" y="connsiteY89105"/>
              </a:cxn>
              <a:cxn ang="0">
                <a:pos x="connsiteX89106" y="connsiteY89106"/>
              </a:cxn>
              <a:cxn ang="0">
                <a:pos x="connsiteX89107" y="connsiteY89107"/>
              </a:cxn>
              <a:cxn ang="0">
                <a:pos x="connsiteX89108" y="connsiteY89108"/>
              </a:cxn>
              <a:cxn ang="0">
                <a:pos x="connsiteX89109" y="connsiteY89109"/>
              </a:cxn>
              <a:cxn ang="0">
                <a:pos x="connsiteX89110" y="connsiteY89110"/>
              </a:cxn>
              <a:cxn ang="0">
                <a:pos x="connsiteX89111" y="connsiteY89111"/>
              </a:cxn>
              <a:cxn ang="0">
                <a:pos x="connsiteX89112" y="connsiteY89112"/>
              </a:cxn>
              <a:cxn ang="0">
                <a:pos x="connsiteX89113" y="connsiteY89113"/>
              </a:cxn>
              <a:cxn ang="0">
                <a:pos x="connsiteX89114" y="connsiteY89114"/>
              </a:cxn>
              <a:cxn ang="0">
                <a:pos x="connsiteX89115" y="connsiteY89115"/>
              </a:cxn>
              <a:cxn ang="0">
                <a:pos x="connsiteX89116" y="connsiteY89116"/>
              </a:cxn>
              <a:cxn ang="0">
                <a:pos x="connsiteX89117" y="connsiteY89117"/>
              </a:cxn>
              <a:cxn ang="0">
                <a:pos x="connsiteX89118" y="connsiteY89118"/>
              </a:cxn>
              <a:cxn ang="0">
                <a:pos x="connsiteX89119" y="connsiteY89119"/>
              </a:cxn>
              <a:cxn ang="0">
                <a:pos x="connsiteX89120" y="connsiteY89120"/>
              </a:cxn>
              <a:cxn ang="0">
                <a:pos x="connsiteX89121" y="connsiteY89121"/>
              </a:cxn>
              <a:cxn ang="0">
                <a:pos x="connsiteX89122" y="connsiteY89122"/>
              </a:cxn>
              <a:cxn ang="0">
                <a:pos x="connsiteX89123" y="connsiteY89123"/>
              </a:cxn>
              <a:cxn ang="0">
                <a:pos x="connsiteX89124" y="connsiteY89124"/>
              </a:cxn>
              <a:cxn ang="0">
                <a:pos x="connsiteX89125" y="connsiteY89125"/>
              </a:cxn>
              <a:cxn ang="0">
                <a:pos x="connsiteX89126" y="connsiteY89126"/>
              </a:cxn>
              <a:cxn ang="0">
                <a:pos x="connsiteX89127" y="connsiteY89127"/>
              </a:cxn>
              <a:cxn ang="0">
                <a:pos x="connsiteX89128" y="connsiteY89128"/>
              </a:cxn>
              <a:cxn ang="0">
                <a:pos x="connsiteX89129" y="connsiteY89129"/>
              </a:cxn>
              <a:cxn ang="0">
                <a:pos x="connsiteX89130" y="connsiteY89130"/>
              </a:cxn>
              <a:cxn ang="0">
                <a:pos x="connsiteX89131" y="connsiteY89131"/>
              </a:cxn>
              <a:cxn ang="0">
                <a:pos x="connsiteX89132" y="connsiteY89132"/>
              </a:cxn>
              <a:cxn ang="0">
                <a:pos x="connsiteX89133" y="connsiteY89133"/>
              </a:cxn>
              <a:cxn ang="0">
                <a:pos x="connsiteX89134" y="connsiteY89134"/>
              </a:cxn>
              <a:cxn ang="0">
                <a:pos x="connsiteX89135" y="connsiteY89135"/>
              </a:cxn>
              <a:cxn ang="0">
                <a:pos x="connsiteX89136" y="connsiteY89136"/>
              </a:cxn>
              <a:cxn ang="0">
                <a:pos x="connsiteX89137" y="connsiteY89137"/>
              </a:cxn>
              <a:cxn ang="0">
                <a:pos x="connsiteX89138" y="connsiteY89138"/>
              </a:cxn>
              <a:cxn ang="0">
                <a:pos x="connsiteX89139" y="connsiteY89139"/>
              </a:cxn>
              <a:cxn ang="0">
                <a:pos x="connsiteX89140" y="connsiteY89140"/>
              </a:cxn>
              <a:cxn ang="0">
                <a:pos x="connsiteX89141" y="connsiteY89141"/>
              </a:cxn>
              <a:cxn ang="0">
                <a:pos x="connsiteX89142" y="connsiteY89142"/>
              </a:cxn>
              <a:cxn ang="0">
                <a:pos x="connsiteX89143" y="connsiteY89143"/>
              </a:cxn>
              <a:cxn ang="0">
                <a:pos x="connsiteX89144" y="connsiteY89144"/>
              </a:cxn>
              <a:cxn ang="0">
                <a:pos x="connsiteX89145" y="connsiteY89145"/>
              </a:cxn>
              <a:cxn ang="0">
                <a:pos x="connsiteX89146" y="connsiteY89146"/>
              </a:cxn>
              <a:cxn ang="0">
                <a:pos x="connsiteX89147" y="connsiteY89147"/>
              </a:cxn>
              <a:cxn ang="0">
                <a:pos x="connsiteX89148" y="connsiteY89148"/>
              </a:cxn>
              <a:cxn ang="0">
                <a:pos x="connsiteX89149" y="connsiteY89149"/>
              </a:cxn>
              <a:cxn ang="0">
                <a:pos x="connsiteX89150" y="connsiteY89150"/>
              </a:cxn>
              <a:cxn ang="0">
                <a:pos x="connsiteX89151" y="connsiteY89151"/>
              </a:cxn>
              <a:cxn ang="0">
                <a:pos x="connsiteX89152" y="connsiteY89152"/>
              </a:cxn>
              <a:cxn ang="0">
                <a:pos x="connsiteX89153" y="connsiteY89153"/>
              </a:cxn>
              <a:cxn ang="0">
                <a:pos x="connsiteX89154" y="connsiteY89154"/>
              </a:cxn>
              <a:cxn ang="0">
                <a:pos x="connsiteX89155" y="connsiteY89155"/>
              </a:cxn>
              <a:cxn ang="0">
                <a:pos x="connsiteX89156" y="connsiteY89156"/>
              </a:cxn>
              <a:cxn ang="0">
                <a:pos x="connsiteX89157" y="connsiteY89157"/>
              </a:cxn>
              <a:cxn ang="0">
                <a:pos x="connsiteX89158" y="connsiteY89158"/>
              </a:cxn>
              <a:cxn ang="0">
                <a:pos x="connsiteX89159" y="connsiteY89159"/>
              </a:cxn>
              <a:cxn ang="0">
                <a:pos x="connsiteX89160" y="connsiteY89160"/>
              </a:cxn>
              <a:cxn ang="0">
                <a:pos x="connsiteX89161" y="connsiteY89161"/>
              </a:cxn>
              <a:cxn ang="0">
                <a:pos x="connsiteX89162" y="connsiteY89162"/>
              </a:cxn>
              <a:cxn ang="0">
                <a:pos x="connsiteX89163" y="connsiteY89163"/>
              </a:cxn>
              <a:cxn ang="0">
                <a:pos x="connsiteX89164" y="connsiteY89164"/>
              </a:cxn>
              <a:cxn ang="0">
                <a:pos x="connsiteX89165" y="connsiteY89165"/>
              </a:cxn>
              <a:cxn ang="0">
                <a:pos x="connsiteX89166" y="connsiteY89166"/>
              </a:cxn>
              <a:cxn ang="0">
                <a:pos x="connsiteX89167" y="connsiteY89167"/>
              </a:cxn>
              <a:cxn ang="0">
                <a:pos x="connsiteX89168" y="connsiteY89168"/>
              </a:cxn>
              <a:cxn ang="0">
                <a:pos x="connsiteX89169" y="connsiteY89169"/>
              </a:cxn>
              <a:cxn ang="0">
                <a:pos x="connsiteX89170" y="connsiteY89170"/>
              </a:cxn>
              <a:cxn ang="0">
                <a:pos x="connsiteX89171" y="connsiteY89171"/>
              </a:cxn>
              <a:cxn ang="0">
                <a:pos x="connsiteX89172" y="connsiteY89172"/>
              </a:cxn>
              <a:cxn ang="0">
                <a:pos x="connsiteX89173" y="connsiteY89173"/>
              </a:cxn>
              <a:cxn ang="0">
                <a:pos x="connsiteX89174" y="connsiteY89174"/>
              </a:cxn>
              <a:cxn ang="0">
                <a:pos x="connsiteX89175" y="connsiteY89175"/>
              </a:cxn>
              <a:cxn ang="0">
                <a:pos x="connsiteX89176" y="connsiteY89176"/>
              </a:cxn>
              <a:cxn ang="0">
                <a:pos x="connsiteX89177" y="connsiteY89177"/>
              </a:cxn>
              <a:cxn ang="0">
                <a:pos x="connsiteX89178" y="connsiteY89178"/>
              </a:cxn>
              <a:cxn ang="0">
                <a:pos x="connsiteX89179" y="connsiteY89179"/>
              </a:cxn>
              <a:cxn ang="0">
                <a:pos x="connsiteX89180" y="connsiteY89180"/>
              </a:cxn>
              <a:cxn ang="0">
                <a:pos x="connsiteX89181" y="connsiteY89181"/>
              </a:cxn>
              <a:cxn ang="0">
                <a:pos x="connsiteX89182" y="connsiteY89182"/>
              </a:cxn>
              <a:cxn ang="0">
                <a:pos x="connsiteX89183" y="connsiteY89183"/>
              </a:cxn>
              <a:cxn ang="0">
                <a:pos x="connsiteX89184" y="connsiteY89184"/>
              </a:cxn>
              <a:cxn ang="0">
                <a:pos x="connsiteX89185" y="connsiteY89185"/>
              </a:cxn>
              <a:cxn ang="0">
                <a:pos x="connsiteX89186" y="connsiteY89186"/>
              </a:cxn>
              <a:cxn ang="0">
                <a:pos x="connsiteX89187" y="connsiteY89187"/>
              </a:cxn>
              <a:cxn ang="0">
                <a:pos x="connsiteX89188" y="connsiteY89188"/>
              </a:cxn>
              <a:cxn ang="0">
                <a:pos x="connsiteX89189" y="connsiteY89189"/>
              </a:cxn>
              <a:cxn ang="0">
                <a:pos x="connsiteX89190" y="connsiteY89190"/>
              </a:cxn>
              <a:cxn ang="0">
                <a:pos x="connsiteX89191" y="connsiteY89191"/>
              </a:cxn>
              <a:cxn ang="0">
                <a:pos x="connsiteX89192" y="connsiteY89192"/>
              </a:cxn>
              <a:cxn ang="0">
                <a:pos x="connsiteX89193" y="connsiteY89193"/>
              </a:cxn>
              <a:cxn ang="0">
                <a:pos x="connsiteX89194" y="connsiteY89194"/>
              </a:cxn>
              <a:cxn ang="0">
                <a:pos x="connsiteX89195" y="connsiteY89195"/>
              </a:cxn>
              <a:cxn ang="0">
                <a:pos x="connsiteX89196" y="connsiteY89196"/>
              </a:cxn>
              <a:cxn ang="0">
                <a:pos x="connsiteX89197" y="connsiteY89197"/>
              </a:cxn>
              <a:cxn ang="0">
                <a:pos x="connsiteX89198" y="connsiteY89198"/>
              </a:cxn>
              <a:cxn ang="0">
                <a:pos x="connsiteX89199" y="connsiteY89199"/>
              </a:cxn>
              <a:cxn ang="0">
                <a:pos x="connsiteX89200" y="connsiteY89200"/>
              </a:cxn>
              <a:cxn ang="0">
                <a:pos x="connsiteX89201" y="connsiteY89201"/>
              </a:cxn>
              <a:cxn ang="0">
                <a:pos x="connsiteX89202" y="connsiteY89202"/>
              </a:cxn>
              <a:cxn ang="0">
                <a:pos x="connsiteX89203" y="connsiteY89203"/>
              </a:cxn>
              <a:cxn ang="0">
                <a:pos x="connsiteX89204" y="connsiteY89204"/>
              </a:cxn>
              <a:cxn ang="0">
                <a:pos x="connsiteX89205" y="connsiteY89205"/>
              </a:cxn>
              <a:cxn ang="0">
                <a:pos x="connsiteX89206" y="connsiteY89206"/>
              </a:cxn>
              <a:cxn ang="0">
                <a:pos x="connsiteX89207" y="connsiteY89207"/>
              </a:cxn>
              <a:cxn ang="0">
                <a:pos x="connsiteX89208" y="connsiteY89208"/>
              </a:cxn>
              <a:cxn ang="0">
                <a:pos x="connsiteX89209" y="connsiteY89209"/>
              </a:cxn>
              <a:cxn ang="0">
                <a:pos x="connsiteX89210" y="connsiteY89210"/>
              </a:cxn>
              <a:cxn ang="0">
                <a:pos x="connsiteX89211" y="connsiteY89211"/>
              </a:cxn>
              <a:cxn ang="0">
                <a:pos x="connsiteX89212" y="connsiteY89212"/>
              </a:cxn>
              <a:cxn ang="0">
                <a:pos x="connsiteX89213" y="connsiteY89213"/>
              </a:cxn>
              <a:cxn ang="0">
                <a:pos x="connsiteX89214" y="connsiteY89214"/>
              </a:cxn>
              <a:cxn ang="0">
                <a:pos x="connsiteX89215" y="connsiteY89215"/>
              </a:cxn>
              <a:cxn ang="0">
                <a:pos x="connsiteX89216" y="connsiteY89216"/>
              </a:cxn>
              <a:cxn ang="0">
                <a:pos x="connsiteX89217" y="connsiteY89217"/>
              </a:cxn>
              <a:cxn ang="0">
                <a:pos x="connsiteX89218" y="connsiteY89218"/>
              </a:cxn>
              <a:cxn ang="0">
                <a:pos x="connsiteX89219" y="connsiteY89219"/>
              </a:cxn>
              <a:cxn ang="0">
                <a:pos x="connsiteX89220" y="connsiteY89220"/>
              </a:cxn>
              <a:cxn ang="0">
                <a:pos x="connsiteX89221" y="connsiteY89221"/>
              </a:cxn>
              <a:cxn ang="0">
                <a:pos x="connsiteX89222" y="connsiteY89222"/>
              </a:cxn>
              <a:cxn ang="0">
                <a:pos x="connsiteX89223" y="connsiteY89223"/>
              </a:cxn>
              <a:cxn ang="0">
                <a:pos x="connsiteX89224" y="connsiteY89224"/>
              </a:cxn>
              <a:cxn ang="0">
                <a:pos x="connsiteX89225" y="connsiteY89225"/>
              </a:cxn>
              <a:cxn ang="0">
                <a:pos x="connsiteX89226" y="connsiteY89226"/>
              </a:cxn>
              <a:cxn ang="0">
                <a:pos x="connsiteX89227" y="connsiteY89227"/>
              </a:cxn>
              <a:cxn ang="0">
                <a:pos x="connsiteX89228" y="connsiteY89228"/>
              </a:cxn>
              <a:cxn ang="0">
                <a:pos x="connsiteX89229" y="connsiteY89229"/>
              </a:cxn>
              <a:cxn ang="0">
                <a:pos x="connsiteX89230" y="connsiteY89230"/>
              </a:cxn>
              <a:cxn ang="0">
                <a:pos x="connsiteX89231" y="connsiteY89231"/>
              </a:cxn>
              <a:cxn ang="0">
                <a:pos x="connsiteX89232" y="connsiteY89232"/>
              </a:cxn>
              <a:cxn ang="0">
                <a:pos x="connsiteX89233" y="connsiteY89233"/>
              </a:cxn>
              <a:cxn ang="0">
                <a:pos x="connsiteX89234" y="connsiteY89234"/>
              </a:cxn>
              <a:cxn ang="0">
                <a:pos x="connsiteX89235" y="connsiteY89235"/>
              </a:cxn>
              <a:cxn ang="0">
                <a:pos x="connsiteX89236" y="connsiteY89236"/>
              </a:cxn>
              <a:cxn ang="0">
                <a:pos x="connsiteX89237" y="connsiteY89237"/>
              </a:cxn>
              <a:cxn ang="0">
                <a:pos x="connsiteX89238" y="connsiteY89238"/>
              </a:cxn>
              <a:cxn ang="0">
                <a:pos x="connsiteX89239" y="connsiteY89239"/>
              </a:cxn>
              <a:cxn ang="0">
                <a:pos x="connsiteX89240" y="connsiteY89240"/>
              </a:cxn>
              <a:cxn ang="0">
                <a:pos x="connsiteX89241" y="connsiteY89241"/>
              </a:cxn>
              <a:cxn ang="0">
                <a:pos x="connsiteX89242" y="connsiteY89242"/>
              </a:cxn>
              <a:cxn ang="0">
                <a:pos x="connsiteX89243" y="connsiteY89243"/>
              </a:cxn>
              <a:cxn ang="0">
                <a:pos x="connsiteX89244" y="connsiteY89244"/>
              </a:cxn>
              <a:cxn ang="0">
                <a:pos x="connsiteX89245" y="connsiteY89245"/>
              </a:cxn>
              <a:cxn ang="0">
                <a:pos x="connsiteX89246" y="connsiteY89246"/>
              </a:cxn>
              <a:cxn ang="0">
                <a:pos x="connsiteX89247" y="connsiteY89247"/>
              </a:cxn>
              <a:cxn ang="0">
                <a:pos x="connsiteX89248" y="connsiteY89248"/>
              </a:cxn>
              <a:cxn ang="0">
                <a:pos x="connsiteX89249" y="connsiteY89249"/>
              </a:cxn>
              <a:cxn ang="0">
                <a:pos x="connsiteX89250" y="connsiteY89250"/>
              </a:cxn>
              <a:cxn ang="0">
                <a:pos x="connsiteX89251" y="connsiteY89251"/>
              </a:cxn>
              <a:cxn ang="0">
                <a:pos x="connsiteX89252" y="connsiteY89252"/>
              </a:cxn>
              <a:cxn ang="0">
                <a:pos x="connsiteX89253" y="connsiteY89253"/>
              </a:cxn>
              <a:cxn ang="0">
                <a:pos x="connsiteX89254" y="connsiteY89254"/>
              </a:cxn>
              <a:cxn ang="0">
                <a:pos x="connsiteX89255" y="connsiteY89255"/>
              </a:cxn>
              <a:cxn ang="0">
                <a:pos x="connsiteX89256" y="connsiteY89256"/>
              </a:cxn>
              <a:cxn ang="0">
                <a:pos x="connsiteX89257" y="connsiteY89257"/>
              </a:cxn>
              <a:cxn ang="0">
                <a:pos x="connsiteX89258" y="connsiteY89258"/>
              </a:cxn>
              <a:cxn ang="0">
                <a:pos x="connsiteX89259" y="connsiteY89259"/>
              </a:cxn>
              <a:cxn ang="0">
                <a:pos x="connsiteX89260" y="connsiteY89260"/>
              </a:cxn>
              <a:cxn ang="0">
                <a:pos x="connsiteX89261" y="connsiteY89261"/>
              </a:cxn>
              <a:cxn ang="0">
                <a:pos x="connsiteX89262" y="connsiteY89262"/>
              </a:cxn>
              <a:cxn ang="0">
                <a:pos x="connsiteX89263" y="connsiteY89263"/>
              </a:cxn>
              <a:cxn ang="0">
                <a:pos x="connsiteX89264" y="connsiteY89264"/>
              </a:cxn>
              <a:cxn ang="0">
                <a:pos x="connsiteX89265" y="connsiteY89265"/>
              </a:cxn>
              <a:cxn ang="0">
                <a:pos x="connsiteX89266" y="connsiteY89266"/>
              </a:cxn>
              <a:cxn ang="0">
                <a:pos x="connsiteX89267" y="connsiteY89267"/>
              </a:cxn>
              <a:cxn ang="0">
                <a:pos x="connsiteX89268" y="connsiteY89268"/>
              </a:cxn>
              <a:cxn ang="0">
                <a:pos x="connsiteX89269" y="connsiteY89269"/>
              </a:cxn>
              <a:cxn ang="0">
                <a:pos x="connsiteX89270" y="connsiteY89270"/>
              </a:cxn>
              <a:cxn ang="0">
                <a:pos x="connsiteX89271" y="connsiteY89271"/>
              </a:cxn>
              <a:cxn ang="0">
                <a:pos x="connsiteX89272" y="connsiteY89272"/>
              </a:cxn>
              <a:cxn ang="0">
                <a:pos x="connsiteX89273" y="connsiteY89273"/>
              </a:cxn>
              <a:cxn ang="0">
                <a:pos x="connsiteX89274" y="connsiteY89274"/>
              </a:cxn>
              <a:cxn ang="0">
                <a:pos x="connsiteX89275" y="connsiteY89275"/>
              </a:cxn>
              <a:cxn ang="0">
                <a:pos x="connsiteX89276" y="connsiteY89276"/>
              </a:cxn>
              <a:cxn ang="0">
                <a:pos x="connsiteX89277" y="connsiteY89277"/>
              </a:cxn>
              <a:cxn ang="0">
                <a:pos x="connsiteX89278" y="connsiteY89278"/>
              </a:cxn>
              <a:cxn ang="0">
                <a:pos x="connsiteX89279" y="connsiteY89279"/>
              </a:cxn>
              <a:cxn ang="0">
                <a:pos x="connsiteX89280" y="connsiteY89280"/>
              </a:cxn>
              <a:cxn ang="0">
                <a:pos x="connsiteX89281" y="connsiteY89281"/>
              </a:cxn>
              <a:cxn ang="0">
                <a:pos x="connsiteX89282" y="connsiteY89282"/>
              </a:cxn>
              <a:cxn ang="0">
                <a:pos x="connsiteX89283" y="connsiteY89283"/>
              </a:cxn>
              <a:cxn ang="0">
                <a:pos x="connsiteX89284" y="connsiteY89284"/>
              </a:cxn>
              <a:cxn ang="0">
                <a:pos x="connsiteX89285" y="connsiteY89285"/>
              </a:cxn>
              <a:cxn ang="0">
                <a:pos x="connsiteX89286" y="connsiteY89286"/>
              </a:cxn>
              <a:cxn ang="0">
                <a:pos x="connsiteX89287" y="connsiteY89287"/>
              </a:cxn>
              <a:cxn ang="0">
                <a:pos x="connsiteX89288" y="connsiteY89288"/>
              </a:cxn>
              <a:cxn ang="0">
                <a:pos x="connsiteX89289" y="connsiteY89289"/>
              </a:cxn>
              <a:cxn ang="0">
                <a:pos x="connsiteX89290" y="connsiteY89290"/>
              </a:cxn>
              <a:cxn ang="0">
                <a:pos x="connsiteX89291" y="connsiteY89291"/>
              </a:cxn>
              <a:cxn ang="0">
                <a:pos x="connsiteX89292" y="connsiteY89292"/>
              </a:cxn>
              <a:cxn ang="0">
                <a:pos x="connsiteX89293" y="connsiteY89293"/>
              </a:cxn>
              <a:cxn ang="0">
                <a:pos x="connsiteX89294" y="connsiteY89294"/>
              </a:cxn>
              <a:cxn ang="0">
                <a:pos x="connsiteX89295" y="connsiteY89295"/>
              </a:cxn>
              <a:cxn ang="0">
                <a:pos x="connsiteX89296" y="connsiteY89296"/>
              </a:cxn>
              <a:cxn ang="0">
                <a:pos x="connsiteX89297" y="connsiteY89297"/>
              </a:cxn>
              <a:cxn ang="0">
                <a:pos x="connsiteX89298" y="connsiteY89298"/>
              </a:cxn>
              <a:cxn ang="0">
                <a:pos x="connsiteX89299" y="connsiteY89299"/>
              </a:cxn>
              <a:cxn ang="0">
                <a:pos x="connsiteX89300" y="connsiteY89300"/>
              </a:cxn>
              <a:cxn ang="0">
                <a:pos x="connsiteX89301" y="connsiteY89301"/>
              </a:cxn>
              <a:cxn ang="0">
                <a:pos x="connsiteX89302" y="connsiteY89302"/>
              </a:cxn>
              <a:cxn ang="0">
                <a:pos x="connsiteX89303" y="connsiteY89303"/>
              </a:cxn>
              <a:cxn ang="0">
                <a:pos x="connsiteX89304" y="connsiteY89304"/>
              </a:cxn>
              <a:cxn ang="0">
                <a:pos x="connsiteX89305" y="connsiteY89305"/>
              </a:cxn>
              <a:cxn ang="0">
                <a:pos x="connsiteX89306" y="connsiteY89306"/>
              </a:cxn>
              <a:cxn ang="0">
                <a:pos x="connsiteX89307" y="connsiteY89307"/>
              </a:cxn>
              <a:cxn ang="0">
                <a:pos x="connsiteX89308" y="connsiteY89308"/>
              </a:cxn>
              <a:cxn ang="0">
                <a:pos x="connsiteX89309" y="connsiteY89309"/>
              </a:cxn>
              <a:cxn ang="0">
                <a:pos x="connsiteX89310" y="connsiteY89310"/>
              </a:cxn>
              <a:cxn ang="0">
                <a:pos x="connsiteX89311" y="connsiteY89311"/>
              </a:cxn>
              <a:cxn ang="0">
                <a:pos x="connsiteX89312" y="connsiteY89312"/>
              </a:cxn>
              <a:cxn ang="0">
                <a:pos x="connsiteX89313" y="connsiteY89313"/>
              </a:cxn>
              <a:cxn ang="0">
                <a:pos x="connsiteX89314" y="connsiteY89314"/>
              </a:cxn>
              <a:cxn ang="0">
                <a:pos x="connsiteX89315" y="connsiteY89315"/>
              </a:cxn>
              <a:cxn ang="0">
                <a:pos x="connsiteX89316" y="connsiteY89316"/>
              </a:cxn>
              <a:cxn ang="0">
                <a:pos x="connsiteX89317" y="connsiteY89317"/>
              </a:cxn>
              <a:cxn ang="0">
                <a:pos x="connsiteX89318" y="connsiteY89318"/>
              </a:cxn>
              <a:cxn ang="0">
                <a:pos x="connsiteX89319" y="connsiteY89319"/>
              </a:cxn>
              <a:cxn ang="0">
                <a:pos x="connsiteX89320" y="connsiteY89320"/>
              </a:cxn>
              <a:cxn ang="0">
                <a:pos x="connsiteX89321" y="connsiteY89321"/>
              </a:cxn>
              <a:cxn ang="0">
                <a:pos x="connsiteX89322" y="connsiteY89322"/>
              </a:cxn>
              <a:cxn ang="0">
                <a:pos x="connsiteX89323" y="connsiteY89323"/>
              </a:cxn>
              <a:cxn ang="0">
                <a:pos x="connsiteX89324" y="connsiteY89324"/>
              </a:cxn>
              <a:cxn ang="0">
                <a:pos x="connsiteX89325" y="connsiteY89325"/>
              </a:cxn>
              <a:cxn ang="0">
                <a:pos x="connsiteX89326" y="connsiteY89326"/>
              </a:cxn>
              <a:cxn ang="0">
                <a:pos x="connsiteX89327" y="connsiteY89327"/>
              </a:cxn>
              <a:cxn ang="0">
                <a:pos x="connsiteX89328" y="connsiteY89328"/>
              </a:cxn>
              <a:cxn ang="0">
                <a:pos x="connsiteX89329" y="connsiteY89329"/>
              </a:cxn>
              <a:cxn ang="0">
                <a:pos x="connsiteX89330" y="connsiteY89330"/>
              </a:cxn>
              <a:cxn ang="0">
                <a:pos x="connsiteX89331" y="connsiteY89331"/>
              </a:cxn>
              <a:cxn ang="0">
                <a:pos x="connsiteX89332" y="connsiteY89332"/>
              </a:cxn>
              <a:cxn ang="0">
                <a:pos x="connsiteX89333" y="connsiteY89333"/>
              </a:cxn>
              <a:cxn ang="0">
                <a:pos x="connsiteX89334" y="connsiteY89334"/>
              </a:cxn>
              <a:cxn ang="0">
                <a:pos x="connsiteX89335" y="connsiteY89335"/>
              </a:cxn>
              <a:cxn ang="0">
                <a:pos x="connsiteX89336" y="connsiteY89336"/>
              </a:cxn>
              <a:cxn ang="0">
                <a:pos x="connsiteX89337" y="connsiteY89337"/>
              </a:cxn>
              <a:cxn ang="0">
                <a:pos x="connsiteX89338" y="connsiteY89338"/>
              </a:cxn>
              <a:cxn ang="0">
                <a:pos x="connsiteX89339" y="connsiteY89339"/>
              </a:cxn>
              <a:cxn ang="0">
                <a:pos x="connsiteX89340" y="connsiteY89340"/>
              </a:cxn>
              <a:cxn ang="0">
                <a:pos x="connsiteX89341" y="connsiteY89341"/>
              </a:cxn>
              <a:cxn ang="0">
                <a:pos x="connsiteX89342" y="connsiteY89342"/>
              </a:cxn>
              <a:cxn ang="0">
                <a:pos x="connsiteX89343" y="connsiteY89343"/>
              </a:cxn>
              <a:cxn ang="0">
                <a:pos x="connsiteX89344" y="connsiteY89344"/>
              </a:cxn>
              <a:cxn ang="0">
                <a:pos x="connsiteX89345" y="connsiteY89345"/>
              </a:cxn>
              <a:cxn ang="0">
                <a:pos x="connsiteX89346" y="connsiteY89346"/>
              </a:cxn>
              <a:cxn ang="0">
                <a:pos x="connsiteX89347" y="connsiteY89347"/>
              </a:cxn>
              <a:cxn ang="0">
                <a:pos x="connsiteX89348" y="connsiteY89348"/>
              </a:cxn>
              <a:cxn ang="0">
                <a:pos x="connsiteX89349" y="connsiteY89349"/>
              </a:cxn>
              <a:cxn ang="0">
                <a:pos x="connsiteX89350" y="connsiteY89350"/>
              </a:cxn>
              <a:cxn ang="0">
                <a:pos x="connsiteX89351" y="connsiteY89351"/>
              </a:cxn>
              <a:cxn ang="0">
                <a:pos x="connsiteX89352" y="connsiteY89352"/>
              </a:cxn>
              <a:cxn ang="0">
                <a:pos x="connsiteX89353" y="connsiteY89353"/>
              </a:cxn>
              <a:cxn ang="0">
                <a:pos x="connsiteX89354" y="connsiteY89354"/>
              </a:cxn>
              <a:cxn ang="0">
                <a:pos x="connsiteX89355" y="connsiteY89355"/>
              </a:cxn>
              <a:cxn ang="0">
                <a:pos x="connsiteX89356" y="connsiteY89356"/>
              </a:cxn>
              <a:cxn ang="0">
                <a:pos x="connsiteX89357" y="connsiteY89357"/>
              </a:cxn>
              <a:cxn ang="0">
                <a:pos x="connsiteX89358" y="connsiteY89358"/>
              </a:cxn>
              <a:cxn ang="0">
                <a:pos x="connsiteX89359" y="connsiteY89359"/>
              </a:cxn>
              <a:cxn ang="0">
                <a:pos x="connsiteX89360" y="connsiteY89360"/>
              </a:cxn>
              <a:cxn ang="0">
                <a:pos x="connsiteX89361" y="connsiteY89361"/>
              </a:cxn>
              <a:cxn ang="0">
                <a:pos x="connsiteX89362" y="connsiteY89362"/>
              </a:cxn>
              <a:cxn ang="0">
                <a:pos x="connsiteX89363" y="connsiteY89363"/>
              </a:cxn>
              <a:cxn ang="0">
                <a:pos x="connsiteX89364" y="connsiteY89364"/>
              </a:cxn>
              <a:cxn ang="0">
                <a:pos x="connsiteX89365" y="connsiteY89365"/>
              </a:cxn>
              <a:cxn ang="0">
                <a:pos x="connsiteX89366" y="connsiteY89366"/>
              </a:cxn>
              <a:cxn ang="0">
                <a:pos x="connsiteX89367" y="connsiteY89367"/>
              </a:cxn>
              <a:cxn ang="0">
                <a:pos x="connsiteX89368" y="connsiteY89368"/>
              </a:cxn>
              <a:cxn ang="0">
                <a:pos x="connsiteX89369" y="connsiteY89369"/>
              </a:cxn>
              <a:cxn ang="0">
                <a:pos x="connsiteX89370" y="connsiteY89370"/>
              </a:cxn>
              <a:cxn ang="0">
                <a:pos x="connsiteX89371" y="connsiteY89371"/>
              </a:cxn>
              <a:cxn ang="0">
                <a:pos x="connsiteX89372" y="connsiteY89372"/>
              </a:cxn>
              <a:cxn ang="0">
                <a:pos x="connsiteX89373" y="connsiteY89373"/>
              </a:cxn>
              <a:cxn ang="0">
                <a:pos x="connsiteX89374" y="connsiteY89374"/>
              </a:cxn>
              <a:cxn ang="0">
                <a:pos x="connsiteX89375" y="connsiteY89375"/>
              </a:cxn>
              <a:cxn ang="0">
                <a:pos x="connsiteX89376" y="connsiteY89376"/>
              </a:cxn>
              <a:cxn ang="0">
                <a:pos x="connsiteX89377" y="connsiteY89377"/>
              </a:cxn>
              <a:cxn ang="0">
                <a:pos x="connsiteX89378" y="connsiteY89378"/>
              </a:cxn>
              <a:cxn ang="0">
                <a:pos x="connsiteX89379" y="connsiteY89379"/>
              </a:cxn>
              <a:cxn ang="0">
                <a:pos x="connsiteX89380" y="connsiteY89380"/>
              </a:cxn>
              <a:cxn ang="0">
                <a:pos x="connsiteX89381" y="connsiteY89381"/>
              </a:cxn>
              <a:cxn ang="0">
                <a:pos x="connsiteX89382" y="connsiteY89382"/>
              </a:cxn>
              <a:cxn ang="0">
                <a:pos x="connsiteX89383" y="connsiteY89383"/>
              </a:cxn>
              <a:cxn ang="0">
                <a:pos x="connsiteX89384" y="connsiteY89384"/>
              </a:cxn>
              <a:cxn ang="0">
                <a:pos x="connsiteX89385" y="connsiteY89385"/>
              </a:cxn>
              <a:cxn ang="0">
                <a:pos x="connsiteX89386" y="connsiteY89386"/>
              </a:cxn>
              <a:cxn ang="0">
                <a:pos x="connsiteX89387" y="connsiteY89387"/>
              </a:cxn>
              <a:cxn ang="0">
                <a:pos x="connsiteX89388" y="connsiteY89388"/>
              </a:cxn>
              <a:cxn ang="0">
                <a:pos x="connsiteX89389" y="connsiteY89389"/>
              </a:cxn>
              <a:cxn ang="0">
                <a:pos x="connsiteX89390" y="connsiteY89390"/>
              </a:cxn>
              <a:cxn ang="0">
                <a:pos x="connsiteX89391" y="connsiteY89391"/>
              </a:cxn>
              <a:cxn ang="0">
                <a:pos x="connsiteX89392" y="connsiteY89392"/>
              </a:cxn>
              <a:cxn ang="0">
                <a:pos x="connsiteX89393" y="connsiteY89393"/>
              </a:cxn>
              <a:cxn ang="0">
                <a:pos x="connsiteX89394" y="connsiteY89394"/>
              </a:cxn>
              <a:cxn ang="0">
                <a:pos x="connsiteX89395" y="connsiteY89395"/>
              </a:cxn>
              <a:cxn ang="0">
                <a:pos x="connsiteX89396" y="connsiteY89396"/>
              </a:cxn>
              <a:cxn ang="0">
                <a:pos x="connsiteX89397" y="connsiteY89397"/>
              </a:cxn>
              <a:cxn ang="0">
                <a:pos x="connsiteX89398" y="connsiteY89398"/>
              </a:cxn>
              <a:cxn ang="0">
                <a:pos x="connsiteX89399" y="connsiteY89399"/>
              </a:cxn>
              <a:cxn ang="0">
                <a:pos x="connsiteX89400" y="connsiteY89400"/>
              </a:cxn>
              <a:cxn ang="0">
                <a:pos x="connsiteX89401" y="connsiteY89401"/>
              </a:cxn>
              <a:cxn ang="0">
                <a:pos x="connsiteX89402" y="connsiteY89402"/>
              </a:cxn>
              <a:cxn ang="0">
                <a:pos x="connsiteX89403" y="connsiteY89403"/>
              </a:cxn>
              <a:cxn ang="0">
                <a:pos x="connsiteX89404" y="connsiteY89404"/>
              </a:cxn>
              <a:cxn ang="0">
                <a:pos x="connsiteX89405" y="connsiteY89405"/>
              </a:cxn>
              <a:cxn ang="0">
                <a:pos x="connsiteX89406" y="connsiteY89406"/>
              </a:cxn>
              <a:cxn ang="0">
                <a:pos x="connsiteX89407" y="connsiteY89407"/>
              </a:cxn>
              <a:cxn ang="0">
                <a:pos x="connsiteX89408" y="connsiteY89408"/>
              </a:cxn>
              <a:cxn ang="0">
                <a:pos x="connsiteX89409" y="connsiteY89409"/>
              </a:cxn>
              <a:cxn ang="0">
                <a:pos x="connsiteX89410" y="connsiteY89410"/>
              </a:cxn>
              <a:cxn ang="0">
                <a:pos x="connsiteX89411" y="connsiteY89411"/>
              </a:cxn>
              <a:cxn ang="0">
                <a:pos x="connsiteX89412" y="connsiteY89412"/>
              </a:cxn>
              <a:cxn ang="0">
                <a:pos x="connsiteX89413" y="connsiteY89413"/>
              </a:cxn>
              <a:cxn ang="0">
                <a:pos x="connsiteX89414" y="connsiteY89414"/>
              </a:cxn>
              <a:cxn ang="0">
                <a:pos x="connsiteX89415" y="connsiteY89415"/>
              </a:cxn>
              <a:cxn ang="0">
                <a:pos x="connsiteX89416" y="connsiteY89416"/>
              </a:cxn>
              <a:cxn ang="0">
                <a:pos x="connsiteX89417" y="connsiteY89417"/>
              </a:cxn>
              <a:cxn ang="0">
                <a:pos x="connsiteX89418" y="connsiteY89418"/>
              </a:cxn>
              <a:cxn ang="0">
                <a:pos x="connsiteX89419" y="connsiteY89419"/>
              </a:cxn>
              <a:cxn ang="0">
                <a:pos x="connsiteX89420" y="connsiteY89420"/>
              </a:cxn>
              <a:cxn ang="0">
                <a:pos x="connsiteX89421" y="connsiteY89421"/>
              </a:cxn>
              <a:cxn ang="0">
                <a:pos x="connsiteX89422" y="connsiteY89422"/>
              </a:cxn>
              <a:cxn ang="0">
                <a:pos x="connsiteX89423" y="connsiteY89423"/>
              </a:cxn>
              <a:cxn ang="0">
                <a:pos x="connsiteX89424" y="connsiteY89424"/>
              </a:cxn>
              <a:cxn ang="0">
                <a:pos x="connsiteX89425" y="connsiteY89425"/>
              </a:cxn>
              <a:cxn ang="0">
                <a:pos x="connsiteX89426" y="connsiteY89426"/>
              </a:cxn>
              <a:cxn ang="0">
                <a:pos x="connsiteX89427" y="connsiteY89427"/>
              </a:cxn>
              <a:cxn ang="0">
                <a:pos x="connsiteX89428" y="connsiteY89428"/>
              </a:cxn>
              <a:cxn ang="0">
                <a:pos x="connsiteX89429" y="connsiteY89429"/>
              </a:cxn>
              <a:cxn ang="0">
                <a:pos x="connsiteX89430" y="connsiteY89430"/>
              </a:cxn>
              <a:cxn ang="0">
                <a:pos x="connsiteX89431" y="connsiteY89431"/>
              </a:cxn>
              <a:cxn ang="0">
                <a:pos x="connsiteX89432" y="connsiteY89432"/>
              </a:cxn>
              <a:cxn ang="0">
                <a:pos x="connsiteX89433" y="connsiteY89433"/>
              </a:cxn>
              <a:cxn ang="0">
                <a:pos x="connsiteX89434" y="connsiteY89434"/>
              </a:cxn>
              <a:cxn ang="0">
                <a:pos x="connsiteX89435" y="connsiteY89435"/>
              </a:cxn>
              <a:cxn ang="0">
                <a:pos x="connsiteX89436" y="connsiteY89436"/>
              </a:cxn>
              <a:cxn ang="0">
                <a:pos x="connsiteX89437" y="connsiteY89437"/>
              </a:cxn>
              <a:cxn ang="0">
                <a:pos x="connsiteX89438" y="connsiteY89438"/>
              </a:cxn>
              <a:cxn ang="0">
                <a:pos x="connsiteX89439" y="connsiteY89439"/>
              </a:cxn>
              <a:cxn ang="0">
                <a:pos x="connsiteX89440" y="connsiteY89440"/>
              </a:cxn>
              <a:cxn ang="0">
                <a:pos x="connsiteX89441" y="connsiteY89441"/>
              </a:cxn>
              <a:cxn ang="0">
                <a:pos x="connsiteX89442" y="connsiteY89442"/>
              </a:cxn>
              <a:cxn ang="0">
                <a:pos x="connsiteX89443" y="connsiteY89443"/>
              </a:cxn>
              <a:cxn ang="0">
                <a:pos x="connsiteX89444" y="connsiteY89444"/>
              </a:cxn>
              <a:cxn ang="0">
                <a:pos x="connsiteX89445" y="connsiteY89445"/>
              </a:cxn>
              <a:cxn ang="0">
                <a:pos x="connsiteX89446" y="connsiteY89446"/>
              </a:cxn>
              <a:cxn ang="0">
                <a:pos x="connsiteX89447" y="connsiteY89447"/>
              </a:cxn>
              <a:cxn ang="0">
                <a:pos x="connsiteX89448" y="connsiteY89448"/>
              </a:cxn>
              <a:cxn ang="0">
                <a:pos x="connsiteX89449" y="connsiteY89449"/>
              </a:cxn>
              <a:cxn ang="0">
                <a:pos x="connsiteX89450" y="connsiteY89450"/>
              </a:cxn>
              <a:cxn ang="0">
                <a:pos x="connsiteX89451" y="connsiteY89451"/>
              </a:cxn>
              <a:cxn ang="0">
                <a:pos x="connsiteX89452" y="connsiteY89452"/>
              </a:cxn>
              <a:cxn ang="0">
                <a:pos x="connsiteX89453" y="connsiteY89453"/>
              </a:cxn>
              <a:cxn ang="0">
                <a:pos x="connsiteX89454" y="connsiteY89454"/>
              </a:cxn>
              <a:cxn ang="0">
                <a:pos x="connsiteX89455" y="connsiteY89455"/>
              </a:cxn>
              <a:cxn ang="0">
                <a:pos x="connsiteX89456" y="connsiteY89456"/>
              </a:cxn>
              <a:cxn ang="0">
                <a:pos x="connsiteX89457" y="connsiteY89457"/>
              </a:cxn>
              <a:cxn ang="0">
                <a:pos x="connsiteX89458" y="connsiteY89458"/>
              </a:cxn>
              <a:cxn ang="0">
                <a:pos x="connsiteX89459" y="connsiteY89459"/>
              </a:cxn>
              <a:cxn ang="0">
                <a:pos x="connsiteX89460" y="connsiteY89460"/>
              </a:cxn>
              <a:cxn ang="0">
                <a:pos x="connsiteX89461" y="connsiteY89461"/>
              </a:cxn>
              <a:cxn ang="0">
                <a:pos x="connsiteX89462" y="connsiteY89462"/>
              </a:cxn>
              <a:cxn ang="0">
                <a:pos x="connsiteX89463" y="connsiteY89463"/>
              </a:cxn>
              <a:cxn ang="0">
                <a:pos x="connsiteX89464" y="connsiteY89464"/>
              </a:cxn>
              <a:cxn ang="0">
                <a:pos x="connsiteX89465" y="connsiteY89465"/>
              </a:cxn>
              <a:cxn ang="0">
                <a:pos x="connsiteX89466" y="connsiteY89466"/>
              </a:cxn>
              <a:cxn ang="0">
                <a:pos x="connsiteX89467" y="connsiteY89467"/>
              </a:cxn>
              <a:cxn ang="0">
                <a:pos x="connsiteX89468" y="connsiteY89468"/>
              </a:cxn>
              <a:cxn ang="0">
                <a:pos x="connsiteX89469" y="connsiteY89469"/>
              </a:cxn>
              <a:cxn ang="0">
                <a:pos x="connsiteX89470" y="connsiteY89470"/>
              </a:cxn>
              <a:cxn ang="0">
                <a:pos x="connsiteX89471" y="connsiteY89471"/>
              </a:cxn>
              <a:cxn ang="0">
                <a:pos x="connsiteX89472" y="connsiteY89472"/>
              </a:cxn>
              <a:cxn ang="0">
                <a:pos x="connsiteX89473" y="connsiteY89473"/>
              </a:cxn>
              <a:cxn ang="0">
                <a:pos x="connsiteX89474" y="connsiteY89474"/>
              </a:cxn>
              <a:cxn ang="0">
                <a:pos x="connsiteX89475" y="connsiteY89475"/>
              </a:cxn>
              <a:cxn ang="0">
                <a:pos x="connsiteX89476" y="connsiteY89476"/>
              </a:cxn>
              <a:cxn ang="0">
                <a:pos x="connsiteX89477" y="connsiteY89477"/>
              </a:cxn>
              <a:cxn ang="0">
                <a:pos x="connsiteX89478" y="connsiteY89478"/>
              </a:cxn>
              <a:cxn ang="0">
                <a:pos x="connsiteX89479" y="connsiteY89479"/>
              </a:cxn>
              <a:cxn ang="0">
                <a:pos x="connsiteX89480" y="connsiteY89480"/>
              </a:cxn>
              <a:cxn ang="0">
                <a:pos x="connsiteX89481" y="connsiteY89481"/>
              </a:cxn>
              <a:cxn ang="0">
                <a:pos x="connsiteX89482" y="connsiteY89482"/>
              </a:cxn>
              <a:cxn ang="0">
                <a:pos x="connsiteX89483" y="connsiteY89483"/>
              </a:cxn>
              <a:cxn ang="0">
                <a:pos x="connsiteX89484" y="connsiteY89484"/>
              </a:cxn>
              <a:cxn ang="0">
                <a:pos x="connsiteX89485" y="connsiteY89485"/>
              </a:cxn>
              <a:cxn ang="0">
                <a:pos x="connsiteX89486" y="connsiteY89486"/>
              </a:cxn>
              <a:cxn ang="0">
                <a:pos x="connsiteX89487" y="connsiteY89487"/>
              </a:cxn>
              <a:cxn ang="0">
                <a:pos x="connsiteX89488" y="connsiteY89488"/>
              </a:cxn>
              <a:cxn ang="0">
                <a:pos x="connsiteX89489" y="connsiteY89489"/>
              </a:cxn>
              <a:cxn ang="0">
                <a:pos x="connsiteX89490" y="connsiteY89490"/>
              </a:cxn>
              <a:cxn ang="0">
                <a:pos x="connsiteX89491" y="connsiteY89491"/>
              </a:cxn>
              <a:cxn ang="0">
                <a:pos x="connsiteX89492" y="connsiteY89492"/>
              </a:cxn>
              <a:cxn ang="0">
                <a:pos x="connsiteX89493" y="connsiteY89493"/>
              </a:cxn>
              <a:cxn ang="0">
                <a:pos x="connsiteX89494" y="connsiteY89494"/>
              </a:cxn>
              <a:cxn ang="0">
                <a:pos x="connsiteX89495" y="connsiteY89495"/>
              </a:cxn>
              <a:cxn ang="0">
                <a:pos x="connsiteX89496" y="connsiteY89496"/>
              </a:cxn>
              <a:cxn ang="0">
                <a:pos x="connsiteX89497" y="connsiteY89497"/>
              </a:cxn>
              <a:cxn ang="0">
                <a:pos x="connsiteX89498" y="connsiteY89498"/>
              </a:cxn>
              <a:cxn ang="0">
                <a:pos x="connsiteX89499" y="connsiteY89499"/>
              </a:cxn>
              <a:cxn ang="0">
                <a:pos x="connsiteX89500" y="connsiteY89500"/>
              </a:cxn>
              <a:cxn ang="0">
                <a:pos x="connsiteX89501" y="connsiteY89501"/>
              </a:cxn>
              <a:cxn ang="0">
                <a:pos x="connsiteX89502" y="connsiteY89502"/>
              </a:cxn>
              <a:cxn ang="0">
                <a:pos x="connsiteX89503" y="connsiteY89503"/>
              </a:cxn>
              <a:cxn ang="0">
                <a:pos x="connsiteX89504" y="connsiteY89504"/>
              </a:cxn>
              <a:cxn ang="0">
                <a:pos x="connsiteX89505" y="connsiteY89505"/>
              </a:cxn>
              <a:cxn ang="0">
                <a:pos x="connsiteX89506" y="connsiteY89506"/>
              </a:cxn>
              <a:cxn ang="0">
                <a:pos x="connsiteX89507" y="connsiteY89507"/>
              </a:cxn>
              <a:cxn ang="0">
                <a:pos x="connsiteX89508" y="connsiteY89508"/>
              </a:cxn>
              <a:cxn ang="0">
                <a:pos x="connsiteX89509" y="connsiteY89509"/>
              </a:cxn>
              <a:cxn ang="0">
                <a:pos x="connsiteX89510" y="connsiteY89510"/>
              </a:cxn>
              <a:cxn ang="0">
                <a:pos x="connsiteX89511" y="connsiteY89511"/>
              </a:cxn>
              <a:cxn ang="0">
                <a:pos x="connsiteX89512" y="connsiteY89512"/>
              </a:cxn>
              <a:cxn ang="0">
                <a:pos x="connsiteX89513" y="connsiteY89513"/>
              </a:cxn>
              <a:cxn ang="0">
                <a:pos x="connsiteX89514" y="connsiteY89514"/>
              </a:cxn>
              <a:cxn ang="0">
                <a:pos x="connsiteX89515" y="connsiteY89515"/>
              </a:cxn>
              <a:cxn ang="0">
                <a:pos x="connsiteX89516" y="connsiteY89516"/>
              </a:cxn>
              <a:cxn ang="0">
                <a:pos x="connsiteX89517" y="connsiteY89517"/>
              </a:cxn>
              <a:cxn ang="0">
                <a:pos x="connsiteX89518" y="connsiteY89518"/>
              </a:cxn>
              <a:cxn ang="0">
                <a:pos x="connsiteX89519" y="connsiteY89519"/>
              </a:cxn>
              <a:cxn ang="0">
                <a:pos x="connsiteX89520" y="connsiteY89520"/>
              </a:cxn>
              <a:cxn ang="0">
                <a:pos x="connsiteX89521" y="connsiteY89521"/>
              </a:cxn>
              <a:cxn ang="0">
                <a:pos x="connsiteX89522" y="connsiteY89522"/>
              </a:cxn>
              <a:cxn ang="0">
                <a:pos x="connsiteX89523" y="connsiteY89523"/>
              </a:cxn>
              <a:cxn ang="0">
                <a:pos x="connsiteX89524" y="connsiteY89524"/>
              </a:cxn>
              <a:cxn ang="0">
                <a:pos x="connsiteX89525" y="connsiteY89525"/>
              </a:cxn>
              <a:cxn ang="0">
                <a:pos x="connsiteX89526" y="connsiteY89526"/>
              </a:cxn>
              <a:cxn ang="0">
                <a:pos x="connsiteX89527" y="connsiteY89527"/>
              </a:cxn>
              <a:cxn ang="0">
                <a:pos x="connsiteX89528" y="connsiteY89528"/>
              </a:cxn>
              <a:cxn ang="0">
                <a:pos x="connsiteX89529" y="connsiteY89529"/>
              </a:cxn>
              <a:cxn ang="0">
                <a:pos x="connsiteX89530" y="connsiteY89530"/>
              </a:cxn>
              <a:cxn ang="0">
                <a:pos x="connsiteX89531" y="connsiteY89531"/>
              </a:cxn>
              <a:cxn ang="0">
                <a:pos x="connsiteX89532" y="connsiteY89532"/>
              </a:cxn>
              <a:cxn ang="0">
                <a:pos x="connsiteX89533" y="connsiteY89533"/>
              </a:cxn>
              <a:cxn ang="0">
                <a:pos x="connsiteX89534" y="connsiteY89534"/>
              </a:cxn>
              <a:cxn ang="0">
                <a:pos x="connsiteX89535" y="connsiteY89535"/>
              </a:cxn>
              <a:cxn ang="0">
                <a:pos x="connsiteX89536" y="connsiteY89536"/>
              </a:cxn>
              <a:cxn ang="0">
                <a:pos x="connsiteX89537" y="connsiteY89537"/>
              </a:cxn>
              <a:cxn ang="0">
                <a:pos x="connsiteX89538" y="connsiteY89538"/>
              </a:cxn>
              <a:cxn ang="0">
                <a:pos x="connsiteX89539" y="connsiteY89539"/>
              </a:cxn>
              <a:cxn ang="0">
                <a:pos x="connsiteX89540" y="connsiteY89540"/>
              </a:cxn>
              <a:cxn ang="0">
                <a:pos x="connsiteX89541" y="connsiteY89541"/>
              </a:cxn>
              <a:cxn ang="0">
                <a:pos x="connsiteX89542" y="connsiteY89542"/>
              </a:cxn>
              <a:cxn ang="0">
                <a:pos x="connsiteX89543" y="connsiteY89543"/>
              </a:cxn>
              <a:cxn ang="0">
                <a:pos x="connsiteX89544" y="connsiteY89544"/>
              </a:cxn>
              <a:cxn ang="0">
                <a:pos x="connsiteX89545" y="connsiteY89545"/>
              </a:cxn>
              <a:cxn ang="0">
                <a:pos x="connsiteX89546" y="connsiteY89546"/>
              </a:cxn>
              <a:cxn ang="0">
                <a:pos x="connsiteX89547" y="connsiteY89547"/>
              </a:cxn>
              <a:cxn ang="0">
                <a:pos x="connsiteX89548" y="connsiteY89548"/>
              </a:cxn>
              <a:cxn ang="0">
                <a:pos x="connsiteX89549" y="connsiteY89549"/>
              </a:cxn>
              <a:cxn ang="0">
                <a:pos x="connsiteX89550" y="connsiteY89550"/>
              </a:cxn>
              <a:cxn ang="0">
                <a:pos x="connsiteX89551" y="connsiteY89551"/>
              </a:cxn>
              <a:cxn ang="0">
                <a:pos x="connsiteX89552" y="connsiteY89552"/>
              </a:cxn>
              <a:cxn ang="0">
                <a:pos x="connsiteX89553" y="connsiteY89553"/>
              </a:cxn>
              <a:cxn ang="0">
                <a:pos x="connsiteX89554" y="connsiteY89554"/>
              </a:cxn>
              <a:cxn ang="0">
                <a:pos x="connsiteX89555" y="connsiteY89555"/>
              </a:cxn>
              <a:cxn ang="0">
                <a:pos x="connsiteX89556" y="connsiteY89556"/>
              </a:cxn>
              <a:cxn ang="0">
                <a:pos x="connsiteX89557" y="connsiteY89557"/>
              </a:cxn>
              <a:cxn ang="0">
                <a:pos x="connsiteX89558" y="connsiteY89558"/>
              </a:cxn>
              <a:cxn ang="0">
                <a:pos x="connsiteX89559" y="connsiteY89559"/>
              </a:cxn>
              <a:cxn ang="0">
                <a:pos x="connsiteX89560" y="connsiteY89560"/>
              </a:cxn>
              <a:cxn ang="0">
                <a:pos x="connsiteX89561" y="connsiteY89561"/>
              </a:cxn>
              <a:cxn ang="0">
                <a:pos x="connsiteX89562" y="connsiteY89562"/>
              </a:cxn>
              <a:cxn ang="0">
                <a:pos x="connsiteX89563" y="connsiteY89563"/>
              </a:cxn>
              <a:cxn ang="0">
                <a:pos x="connsiteX89564" y="connsiteY89564"/>
              </a:cxn>
              <a:cxn ang="0">
                <a:pos x="connsiteX89565" y="connsiteY89565"/>
              </a:cxn>
              <a:cxn ang="0">
                <a:pos x="connsiteX89566" y="connsiteY89566"/>
              </a:cxn>
              <a:cxn ang="0">
                <a:pos x="connsiteX89567" y="connsiteY89567"/>
              </a:cxn>
              <a:cxn ang="0">
                <a:pos x="connsiteX89568" y="connsiteY89568"/>
              </a:cxn>
              <a:cxn ang="0">
                <a:pos x="connsiteX89569" y="connsiteY89569"/>
              </a:cxn>
              <a:cxn ang="0">
                <a:pos x="connsiteX89570" y="connsiteY89570"/>
              </a:cxn>
              <a:cxn ang="0">
                <a:pos x="connsiteX89571" y="connsiteY89571"/>
              </a:cxn>
              <a:cxn ang="0">
                <a:pos x="connsiteX89572" y="connsiteY89572"/>
              </a:cxn>
              <a:cxn ang="0">
                <a:pos x="connsiteX89573" y="connsiteY89573"/>
              </a:cxn>
              <a:cxn ang="0">
                <a:pos x="connsiteX89574" y="connsiteY89574"/>
              </a:cxn>
              <a:cxn ang="0">
                <a:pos x="connsiteX89575" y="connsiteY89575"/>
              </a:cxn>
              <a:cxn ang="0">
                <a:pos x="connsiteX89576" y="connsiteY89576"/>
              </a:cxn>
              <a:cxn ang="0">
                <a:pos x="connsiteX89577" y="connsiteY89577"/>
              </a:cxn>
              <a:cxn ang="0">
                <a:pos x="connsiteX89578" y="connsiteY89578"/>
              </a:cxn>
              <a:cxn ang="0">
                <a:pos x="connsiteX89579" y="connsiteY89579"/>
              </a:cxn>
              <a:cxn ang="0">
                <a:pos x="connsiteX89580" y="connsiteY89580"/>
              </a:cxn>
              <a:cxn ang="0">
                <a:pos x="connsiteX89581" y="connsiteY89581"/>
              </a:cxn>
              <a:cxn ang="0">
                <a:pos x="connsiteX89582" y="connsiteY89582"/>
              </a:cxn>
              <a:cxn ang="0">
                <a:pos x="connsiteX89583" y="connsiteY89583"/>
              </a:cxn>
              <a:cxn ang="0">
                <a:pos x="connsiteX89584" y="connsiteY89584"/>
              </a:cxn>
              <a:cxn ang="0">
                <a:pos x="connsiteX89585" y="connsiteY89585"/>
              </a:cxn>
              <a:cxn ang="0">
                <a:pos x="connsiteX89586" y="connsiteY89586"/>
              </a:cxn>
              <a:cxn ang="0">
                <a:pos x="connsiteX89587" y="connsiteY89587"/>
              </a:cxn>
              <a:cxn ang="0">
                <a:pos x="connsiteX89588" y="connsiteY89588"/>
              </a:cxn>
              <a:cxn ang="0">
                <a:pos x="connsiteX89589" y="connsiteY89589"/>
              </a:cxn>
              <a:cxn ang="0">
                <a:pos x="connsiteX89590" y="connsiteY89590"/>
              </a:cxn>
              <a:cxn ang="0">
                <a:pos x="connsiteX89591" y="connsiteY89591"/>
              </a:cxn>
              <a:cxn ang="0">
                <a:pos x="connsiteX89592" y="connsiteY89592"/>
              </a:cxn>
              <a:cxn ang="0">
                <a:pos x="connsiteX89593" y="connsiteY89593"/>
              </a:cxn>
              <a:cxn ang="0">
                <a:pos x="connsiteX89594" y="connsiteY89594"/>
              </a:cxn>
              <a:cxn ang="0">
                <a:pos x="connsiteX89595" y="connsiteY89595"/>
              </a:cxn>
              <a:cxn ang="0">
                <a:pos x="connsiteX89596" y="connsiteY89596"/>
              </a:cxn>
              <a:cxn ang="0">
                <a:pos x="connsiteX89597" y="connsiteY89597"/>
              </a:cxn>
              <a:cxn ang="0">
                <a:pos x="connsiteX89598" y="connsiteY89598"/>
              </a:cxn>
              <a:cxn ang="0">
                <a:pos x="connsiteX89599" y="connsiteY89599"/>
              </a:cxn>
              <a:cxn ang="0">
                <a:pos x="connsiteX89600" y="connsiteY89600"/>
              </a:cxn>
              <a:cxn ang="0">
                <a:pos x="connsiteX89601" y="connsiteY89601"/>
              </a:cxn>
              <a:cxn ang="0">
                <a:pos x="connsiteX89602" y="connsiteY89602"/>
              </a:cxn>
              <a:cxn ang="0">
                <a:pos x="connsiteX89603" y="connsiteY89603"/>
              </a:cxn>
              <a:cxn ang="0">
                <a:pos x="connsiteX89604" y="connsiteY89604"/>
              </a:cxn>
              <a:cxn ang="0">
                <a:pos x="connsiteX89605" y="connsiteY89605"/>
              </a:cxn>
              <a:cxn ang="0">
                <a:pos x="connsiteX89606" y="connsiteY89606"/>
              </a:cxn>
              <a:cxn ang="0">
                <a:pos x="connsiteX89607" y="connsiteY89607"/>
              </a:cxn>
              <a:cxn ang="0">
                <a:pos x="connsiteX89608" y="connsiteY89608"/>
              </a:cxn>
              <a:cxn ang="0">
                <a:pos x="connsiteX89609" y="connsiteY89609"/>
              </a:cxn>
              <a:cxn ang="0">
                <a:pos x="connsiteX89610" y="connsiteY89610"/>
              </a:cxn>
              <a:cxn ang="0">
                <a:pos x="connsiteX89611" y="connsiteY89611"/>
              </a:cxn>
              <a:cxn ang="0">
                <a:pos x="connsiteX89612" y="connsiteY89612"/>
              </a:cxn>
              <a:cxn ang="0">
                <a:pos x="connsiteX89613" y="connsiteY89613"/>
              </a:cxn>
              <a:cxn ang="0">
                <a:pos x="connsiteX89614" y="connsiteY89614"/>
              </a:cxn>
              <a:cxn ang="0">
                <a:pos x="connsiteX89615" y="connsiteY89615"/>
              </a:cxn>
              <a:cxn ang="0">
                <a:pos x="connsiteX89616" y="connsiteY89616"/>
              </a:cxn>
              <a:cxn ang="0">
                <a:pos x="connsiteX89617" y="connsiteY89617"/>
              </a:cxn>
              <a:cxn ang="0">
                <a:pos x="connsiteX89618" y="connsiteY89618"/>
              </a:cxn>
              <a:cxn ang="0">
                <a:pos x="connsiteX89619" y="connsiteY89619"/>
              </a:cxn>
              <a:cxn ang="0">
                <a:pos x="connsiteX89620" y="connsiteY89620"/>
              </a:cxn>
              <a:cxn ang="0">
                <a:pos x="connsiteX89621" y="connsiteY89621"/>
              </a:cxn>
              <a:cxn ang="0">
                <a:pos x="connsiteX89622" y="connsiteY89622"/>
              </a:cxn>
              <a:cxn ang="0">
                <a:pos x="connsiteX89623" y="connsiteY89623"/>
              </a:cxn>
              <a:cxn ang="0">
                <a:pos x="connsiteX89624" y="connsiteY89624"/>
              </a:cxn>
              <a:cxn ang="0">
                <a:pos x="connsiteX89625" y="connsiteY89625"/>
              </a:cxn>
              <a:cxn ang="0">
                <a:pos x="connsiteX89626" y="connsiteY89626"/>
              </a:cxn>
              <a:cxn ang="0">
                <a:pos x="connsiteX89627" y="connsiteY89627"/>
              </a:cxn>
              <a:cxn ang="0">
                <a:pos x="connsiteX89628" y="connsiteY89628"/>
              </a:cxn>
              <a:cxn ang="0">
                <a:pos x="connsiteX89629" y="connsiteY89629"/>
              </a:cxn>
              <a:cxn ang="0">
                <a:pos x="connsiteX89630" y="connsiteY89630"/>
              </a:cxn>
              <a:cxn ang="0">
                <a:pos x="connsiteX89631" y="connsiteY89631"/>
              </a:cxn>
              <a:cxn ang="0">
                <a:pos x="connsiteX89632" y="connsiteY89632"/>
              </a:cxn>
              <a:cxn ang="0">
                <a:pos x="connsiteX89633" y="connsiteY89633"/>
              </a:cxn>
              <a:cxn ang="0">
                <a:pos x="connsiteX89634" y="connsiteY89634"/>
              </a:cxn>
              <a:cxn ang="0">
                <a:pos x="connsiteX89635" y="connsiteY89635"/>
              </a:cxn>
              <a:cxn ang="0">
                <a:pos x="connsiteX89636" y="connsiteY89636"/>
              </a:cxn>
              <a:cxn ang="0">
                <a:pos x="connsiteX89637" y="connsiteY89637"/>
              </a:cxn>
              <a:cxn ang="0">
                <a:pos x="connsiteX89638" y="connsiteY89638"/>
              </a:cxn>
              <a:cxn ang="0">
                <a:pos x="connsiteX89639" y="connsiteY89639"/>
              </a:cxn>
              <a:cxn ang="0">
                <a:pos x="connsiteX89640" y="connsiteY89640"/>
              </a:cxn>
              <a:cxn ang="0">
                <a:pos x="connsiteX89641" y="connsiteY89641"/>
              </a:cxn>
              <a:cxn ang="0">
                <a:pos x="connsiteX89642" y="connsiteY89642"/>
              </a:cxn>
              <a:cxn ang="0">
                <a:pos x="connsiteX89643" y="connsiteY89643"/>
              </a:cxn>
              <a:cxn ang="0">
                <a:pos x="connsiteX89644" y="connsiteY89644"/>
              </a:cxn>
              <a:cxn ang="0">
                <a:pos x="connsiteX89645" y="connsiteY89645"/>
              </a:cxn>
              <a:cxn ang="0">
                <a:pos x="connsiteX89646" y="connsiteY89646"/>
              </a:cxn>
              <a:cxn ang="0">
                <a:pos x="connsiteX89647" y="connsiteY89647"/>
              </a:cxn>
              <a:cxn ang="0">
                <a:pos x="connsiteX89648" y="connsiteY89648"/>
              </a:cxn>
              <a:cxn ang="0">
                <a:pos x="connsiteX89649" y="connsiteY89649"/>
              </a:cxn>
              <a:cxn ang="0">
                <a:pos x="connsiteX89650" y="connsiteY89650"/>
              </a:cxn>
              <a:cxn ang="0">
                <a:pos x="connsiteX89651" y="connsiteY89651"/>
              </a:cxn>
              <a:cxn ang="0">
                <a:pos x="connsiteX89652" y="connsiteY89652"/>
              </a:cxn>
              <a:cxn ang="0">
                <a:pos x="connsiteX89653" y="connsiteY89653"/>
              </a:cxn>
              <a:cxn ang="0">
                <a:pos x="connsiteX89654" y="connsiteY89654"/>
              </a:cxn>
              <a:cxn ang="0">
                <a:pos x="connsiteX89655" y="connsiteY89655"/>
              </a:cxn>
              <a:cxn ang="0">
                <a:pos x="connsiteX89656" y="connsiteY89656"/>
              </a:cxn>
              <a:cxn ang="0">
                <a:pos x="connsiteX89657" y="connsiteY89657"/>
              </a:cxn>
              <a:cxn ang="0">
                <a:pos x="connsiteX89658" y="connsiteY89658"/>
              </a:cxn>
              <a:cxn ang="0">
                <a:pos x="connsiteX89659" y="connsiteY89659"/>
              </a:cxn>
              <a:cxn ang="0">
                <a:pos x="connsiteX89660" y="connsiteY89660"/>
              </a:cxn>
              <a:cxn ang="0">
                <a:pos x="connsiteX89661" y="connsiteY89661"/>
              </a:cxn>
              <a:cxn ang="0">
                <a:pos x="connsiteX89662" y="connsiteY89662"/>
              </a:cxn>
              <a:cxn ang="0">
                <a:pos x="connsiteX89663" y="connsiteY89663"/>
              </a:cxn>
              <a:cxn ang="0">
                <a:pos x="connsiteX89664" y="connsiteY89664"/>
              </a:cxn>
              <a:cxn ang="0">
                <a:pos x="connsiteX89665" y="connsiteY89665"/>
              </a:cxn>
              <a:cxn ang="0">
                <a:pos x="connsiteX89666" y="connsiteY89666"/>
              </a:cxn>
              <a:cxn ang="0">
                <a:pos x="connsiteX89667" y="connsiteY89667"/>
              </a:cxn>
              <a:cxn ang="0">
                <a:pos x="connsiteX89668" y="connsiteY89668"/>
              </a:cxn>
              <a:cxn ang="0">
                <a:pos x="connsiteX89669" y="connsiteY89669"/>
              </a:cxn>
              <a:cxn ang="0">
                <a:pos x="connsiteX89670" y="connsiteY89670"/>
              </a:cxn>
              <a:cxn ang="0">
                <a:pos x="connsiteX89671" y="connsiteY89671"/>
              </a:cxn>
              <a:cxn ang="0">
                <a:pos x="connsiteX89672" y="connsiteY89672"/>
              </a:cxn>
              <a:cxn ang="0">
                <a:pos x="connsiteX89673" y="connsiteY89673"/>
              </a:cxn>
              <a:cxn ang="0">
                <a:pos x="connsiteX89674" y="connsiteY89674"/>
              </a:cxn>
              <a:cxn ang="0">
                <a:pos x="connsiteX89675" y="connsiteY89675"/>
              </a:cxn>
              <a:cxn ang="0">
                <a:pos x="connsiteX89676" y="connsiteY89676"/>
              </a:cxn>
              <a:cxn ang="0">
                <a:pos x="connsiteX89677" y="connsiteY89677"/>
              </a:cxn>
              <a:cxn ang="0">
                <a:pos x="connsiteX89678" y="connsiteY89678"/>
              </a:cxn>
              <a:cxn ang="0">
                <a:pos x="connsiteX89679" y="connsiteY89679"/>
              </a:cxn>
              <a:cxn ang="0">
                <a:pos x="connsiteX89680" y="connsiteY89680"/>
              </a:cxn>
              <a:cxn ang="0">
                <a:pos x="connsiteX89681" y="connsiteY89681"/>
              </a:cxn>
              <a:cxn ang="0">
                <a:pos x="connsiteX89682" y="connsiteY89682"/>
              </a:cxn>
              <a:cxn ang="0">
                <a:pos x="connsiteX89683" y="connsiteY89683"/>
              </a:cxn>
              <a:cxn ang="0">
                <a:pos x="connsiteX89684" y="connsiteY89684"/>
              </a:cxn>
              <a:cxn ang="0">
                <a:pos x="connsiteX89685" y="connsiteY89685"/>
              </a:cxn>
              <a:cxn ang="0">
                <a:pos x="connsiteX89686" y="connsiteY89686"/>
              </a:cxn>
              <a:cxn ang="0">
                <a:pos x="connsiteX89687" y="connsiteY89687"/>
              </a:cxn>
              <a:cxn ang="0">
                <a:pos x="connsiteX89688" y="connsiteY89688"/>
              </a:cxn>
              <a:cxn ang="0">
                <a:pos x="connsiteX89689" y="connsiteY89689"/>
              </a:cxn>
              <a:cxn ang="0">
                <a:pos x="connsiteX89690" y="connsiteY89690"/>
              </a:cxn>
              <a:cxn ang="0">
                <a:pos x="connsiteX89691" y="connsiteY89691"/>
              </a:cxn>
              <a:cxn ang="0">
                <a:pos x="connsiteX89692" y="connsiteY89692"/>
              </a:cxn>
              <a:cxn ang="0">
                <a:pos x="connsiteX89693" y="connsiteY89693"/>
              </a:cxn>
              <a:cxn ang="0">
                <a:pos x="connsiteX89694" y="connsiteY89694"/>
              </a:cxn>
              <a:cxn ang="0">
                <a:pos x="connsiteX89695" y="connsiteY89695"/>
              </a:cxn>
              <a:cxn ang="0">
                <a:pos x="connsiteX89696" y="connsiteY89696"/>
              </a:cxn>
              <a:cxn ang="0">
                <a:pos x="connsiteX89697" y="connsiteY89697"/>
              </a:cxn>
              <a:cxn ang="0">
                <a:pos x="connsiteX89698" y="connsiteY89698"/>
              </a:cxn>
              <a:cxn ang="0">
                <a:pos x="connsiteX89699" y="connsiteY89699"/>
              </a:cxn>
              <a:cxn ang="0">
                <a:pos x="connsiteX89700" y="connsiteY89700"/>
              </a:cxn>
              <a:cxn ang="0">
                <a:pos x="connsiteX89701" y="connsiteY89701"/>
              </a:cxn>
              <a:cxn ang="0">
                <a:pos x="connsiteX89702" y="connsiteY89702"/>
              </a:cxn>
              <a:cxn ang="0">
                <a:pos x="connsiteX89703" y="connsiteY89703"/>
              </a:cxn>
              <a:cxn ang="0">
                <a:pos x="connsiteX89704" y="connsiteY89704"/>
              </a:cxn>
              <a:cxn ang="0">
                <a:pos x="connsiteX89705" y="connsiteY89705"/>
              </a:cxn>
              <a:cxn ang="0">
                <a:pos x="connsiteX89706" y="connsiteY89706"/>
              </a:cxn>
              <a:cxn ang="0">
                <a:pos x="connsiteX89707" y="connsiteY89707"/>
              </a:cxn>
              <a:cxn ang="0">
                <a:pos x="connsiteX89708" y="connsiteY89708"/>
              </a:cxn>
              <a:cxn ang="0">
                <a:pos x="connsiteX89709" y="connsiteY89709"/>
              </a:cxn>
              <a:cxn ang="0">
                <a:pos x="connsiteX89710" y="connsiteY89710"/>
              </a:cxn>
              <a:cxn ang="0">
                <a:pos x="connsiteX89711" y="connsiteY89711"/>
              </a:cxn>
              <a:cxn ang="0">
                <a:pos x="connsiteX89712" y="connsiteY89712"/>
              </a:cxn>
              <a:cxn ang="0">
                <a:pos x="connsiteX89713" y="connsiteY89713"/>
              </a:cxn>
              <a:cxn ang="0">
                <a:pos x="connsiteX89714" y="connsiteY89714"/>
              </a:cxn>
              <a:cxn ang="0">
                <a:pos x="connsiteX89715" y="connsiteY89715"/>
              </a:cxn>
              <a:cxn ang="0">
                <a:pos x="connsiteX89716" y="connsiteY89716"/>
              </a:cxn>
              <a:cxn ang="0">
                <a:pos x="connsiteX89717" y="connsiteY89717"/>
              </a:cxn>
              <a:cxn ang="0">
                <a:pos x="connsiteX89718" y="connsiteY89718"/>
              </a:cxn>
              <a:cxn ang="0">
                <a:pos x="connsiteX89719" y="connsiteY89719"/>
              </a:cxn>
              <a:cxn ang="0">
                <a:pos x="connsiteX89720" y="connsiteY89720"/>
              </a:cxn>
              <a:cxn ang="0">
                <a:pos x="connsiteX89721" y="connsiteY89721"/>
              </a:cxn>
              <a:cxn ang="0">
                <a:pos x="connsiteX89722" y="connsiteY89722"/>
              </a:cxn>
              <a:cxn ang="0">
                <a:pos x="connsiteX89723" y="connsiteY89723"/>
              </a:cxn>
              <a:cxn ang="0">
                <a:pos x="connsiteX89724" y="connsiteY89724"/>
              </a:cxn>
              <a:cxn ang="0">
                <a:pos x="connsiteX89725" y="connsiteY89725"/>
              </a:cxn>
              <a:cxn ang="0">
                <a:pos x="connsiteX89726" y="connsiteY89726"/>
              </a:cxn>
              <a:cxn ang="0">
                <a:pos x="connsiteX89727" y="connsiteY89727"/>
              </a:cxn>
              <a:cxn ang="0">
                <a:pos x="connsiteX89728" y="connsiteY89728"/>
              </a:cxn>
              <a:cxn ang="0">
                <a:pos x="connsiteX89729" y="connsiteY89729"/>
              </a:cxn>
              <a:cxn ang="0">
                <a:pos x="connsiteX89730" y="connsiteY89730"/>
              </a:cxn>
              <a:cxn ang="0">
                <a:pos x="connsiteX89731" y="connsiteY89731"/>
              </a:cxn>
              <a:cxn ang="0">
                <a:pos x="connsiteX89732" y="connsiteY89732"/>
              </a:cxn>
              <a:cxn ang="0">
                <a:pos x="connsiteX89733" y="connsiteY89733"/>
              </a:cxn>
              <a:cxn ang="0">
                <a:pos x="connsiteX89734" y="connsiteY89734"/>
              </a:cxn>
              <a:cxn ang="0">
                <a:pos x="connsiteX89735" y="connsiteY89735"/>
              </a:cxn>
              <a:cxn ang="0">
                <a:pos x="connsiteX89736" y="connsiteY89736"/>
              </a:cxn>
              <a:cxn ang="0">
                <a:pos x="connsiteX89737" y="connsiteY89737"/>
              </a:cxn>
              <a:cxn ang="0">
                <a:pos x="connsiteX89738" y="connsiteY89738"/>
              </a:cxn>
              <a:cxn ang="0">
                <a:pos x="connsiteX89739" y="connsiteY89739"/>
              </a:cxn>
              <a:cxn ang="0">
                <a:pos x="connsiteX89740" y="connsiteY89740"/>
              </a:cxn>
              <a:cxn ang="0">
                <a:pos x="connsiteX89741" y="connsiteY89741"/>
              </a:cxn>
              <a:cxn ang="0">
                <a:pos x="connsiteX89742" y="connsiteY89742"/>
              </a:cxn>
              <a:cxn ang="0">
                <a:pos x="connsiteX89743" y="connsiteY89743"/>
              </a:cxn>
              <a:cxn ang="0">
                <a:pos x="connsiteX89744" y="connsiteY89744"/>
              </a:cxn>
              <a:cxn ang="0">
                <a:pos x="connsiteX89745" y="connsiteY89745"/>
              </a:cxn>
              <a:cxn ang="0">
                <a:pos x="connsiteX89746" y="connsiteY89746"/>
              </a:cxn>
              <a:cxn ang="0">
                <a:pos x="connsiteX89747" y="connsiteY89747"/>
              </a:cxn>
              <a:cxn ang="0">
                <a:pos x="connsiteX89748" y="connsiteY89748"/>
              </a:cxn>
              <a:cxn ang="0">
                <a:pos x="connsiteX89749" y="connsiteY89749"/>
              </a:cxn>
              <a:cxn ang="0">
                <a:pos x="connsiteX89750" y="connsiteY89750"/>
              </a:cxn>
              <a:cxn ang="0">
                <a:pos x="connsiteX89751" y="connsiteY89751"/>
              </a:cxn>
              <a:cxn ang="0">
                <a:pos x="connsiteX89752" y="connsiteY89752"/>
              </a:cxn>
              <a:cxn ang="0">
                <a:pos x="connsiteX89753" y="connsiteY89753"/>
              </a:cxn>
              <a:cxn ang="0">
                <a:pos x="connsiteX89754" y="connsiteY89754"/>
              </a:cxn>
              <a:cxn ang="0">
                <a:pos x="connsiteX89755" y="connsiteY89755"/>
              </a:cxn>
              <a:cxn ang="0">
                <a:pos x="connsiteX89756" y="connsiteY89756"/>
              </a:cxn>
              <a:cxn ang="0">
                <a:pos x="connsiteX89757" y="connsiteY89757"/>
              </a:cxn>
              <a:cxn ang="0">
                <a:pos x="connsiteX89758" y="connsiteY89758"/>
              </a:cxn>
              <a:cxn ang="0">
                <a:pos x="connsiteX89759" y="connsiteY89759"/>
              </a:cxn>
              <a:cxn ang="0">
                <a:pos x="connsiteX89760" y="connsiteY89760"/>
              </a:cxn>
              <a:cxn ang="0">
                <a:pos x="connsiteX89761" y="connsiteY89761"/>
              </a:cxn>
              <a:cxn ang="0">
                <a:pos x="connsiteX89762" y="connsiteY89762"/>
              </a:cxn>
              <a:cxn ang="0">
                <a:pos x="connsiteX89763" y="connsiteY89763"/>
              </a:cxn>
              <a:cxn ang="0">
                <a:pos x="connsiteX89764" y="connsiteY89764"/>
              </a:cxn>
              <a:cxn ang="0">
                <a:pos x="connsiteX89765" y="connsiteY89765"/>
              </a:cxn>
              <a:cxn ang="0">
                <a:pos x="connsiteX89766" y="connsiteY89766"/>
              </a:cxn>
              <a:cxn ang="0">
                <a:pos x="connsiteX89767" y="connsiteY89767"/>
              </a:cxn>
              <a:cxn ang="0">
                <a:pos x="connsiteX89768" y="connsiteY89768"/>
              </a:cxn>
              <a:cxn ang="0">
                <a:pos x="connsiteX89769" y="connsiteY89769"/>
              </a:cxn>
              <a:cxn ang="0">
                <a:pos x="connsiteX89770" y="connsiteY89770"/>
              </a:cxn>
              <a:cxn ang="0">
                <a:pos x="connsiteX89771" y="connsiteY89771"/>
              </a:cxn>
              <a:cxn ang="0">
                <a:pos x="connsiteX89772" y="connsiteY89772"/>
              </a:cxn>
              <a:cxn ang="0">
                <a:pos x="connsiteX89773" y="connsiteY89773"/>
              </a:cxn>
              <a:cxn ang="0">
                <a:pos x="connsiteX89774" y="connsiteY89774"/>
              </a:cxn>
              <a:cxn ang="0">
                <a:pos x="connsiteX89775" y="connsiteY89775"/>
              </a:cxn>
              <a:cxn ang="0">
                <a:pos x="connsiteX89776" y="connsiteY89776"/>
              </a:cxn>
              <a:cxn ang="0">
                <a:pos x="connsiteX89777" y="connsiteY89777"/>
              </a:cxn>
              <a:cxn ang="0">
                <a:pos x="connsiteX89778" y="connsiteY89778"/>
              </a:cxn>
              <a:cxn ang="0">
                <a:pos x="connsiteX89779" y="connsiteY89779"/>
              </a:cxn>
              <a:cxn ang="0">
                <a:pos x="connsiteX89780" y="connsiteY89780"/>
              </a:cxn>
              <a:cxn ang="0">
                <a:pos x="connsiteX89781" y="connsiteY89781"/>
              </a:cxn>
              <a:cxn ang="0">
                <a:pos x="connsiteX89782" y="connsiteY89782"/>
              </a:cxn>
              <a:cxn ang="0">
                <a:pos x="connsiteX89783" y="connsiteY89783"/>
              </a:cxn>
              <a:cxn ang="0">
                <a:pos x="connsiteX89784" y="connsiteY89784"/>
              </a:cxn>
              <a:cxn ang="0">
                <a:pos x="connsiteX89785" y="connsiteY89785"/>
              </a:cxn>
              <a:cxn ang="0">
                <a:pos x="connsiteX89786" y="connsiteY89786"/>
              </a:cxn>
              <a:cxn ang="0">
                <a:pos x="connsiteX89787" y="connsiteY89787"/>
              </a:cxn>
              <a:cxn ang="0">
                <a:pos x="connsiteX89788" y="connsiteY89788"/>
              </a:cxn>
              <a:cxn ang="0">
                <a:pos x="connsiteX89789" y="connsiteY89789"/>
              </a:cxn>
              <a:cxn ang="0">
                <a:pos x="connsiteX89790" y="connsiteY89790"/>
              </a:cxn>
              <a:cxn ang="0">
                <a:pos x="connsiteX89791" y="connsiteY89791"/>
              </a:cxn>
              <a:cxn ang="0">
                <a:pos x="connsiteX89792" y="connsiteY89792"/>
              </a:cxn>
              <a:cxn ang="0">
                <a:pos x="connsiteX89793" y="connsiteY89793"/>
              </a:cxn>
              <a:cxn ang="0">
                <a:pos x="connsiteX89794" y="connsiteY89794"/>
              </a:cxn>
              <a:cxn ang="0">
                <a:pos x="connsiteX89795" y="connsiteY89795"/>
              </a:cxn>
              <a:cxn ang="0">
                <a:pos x="connsiteX89796" y="connsiteY89796"/>
              </a:cxn>
              <a:cxn ang="0">
                <a:pos x="connsiteX89797" y="connsiteY89797"/>
              </a:cxn>
              <a:cxn ang="0">
                <a:pos x="connsiteX89798" y="connsiteY89798"/>
              </a:cxn>
              <a:cxn ang="0">
                <a:pos x="connsiteX89799" y="connsiteY89799"/>
              </a:cxn>
              <a:cxn ang="0">
                <a:pos x="connsiteX89800" y="connsiteY89800"/>
              </a:cxn>
              <a:cxn ang="0">
                <a:pos x="connsiteX89801" y="connsiteY89801"/>
              </a:cxn>
              <a:cxn ang="0">
                <a:pos x="connsiteX89802" y="connsiteY89802"/>
              </a:cxn>
              <a:cxn ang="0">
                <a:pos x="connsiteX89803" y="connsiteY89803"/>
              </a:cxn>
              <a:cxn ang="0">
                <a:pos x="connsiteX89804" y="connsiteY89804"/>
              </a:cxn>
              <a:cxn ang="0">
                <a:pos x="connsiteX89805" y="connsiteY89805"/>
              </a:cxn>
              <a:cxn ang="0">
                <a:pos x="connsiteX89806" y="connsiteY89806"/>
              </a:cxn>
              <a:cxn ang="0">
                <a:pos x="connsiteX89807" y="connsiteY89807"/>
              </a:cxn>
              <a:cxn ang="0">
                <a:pos x="connsiteX89808" y="connsiteY89808"/>
              </a:cxn>
              <a:cxn ang="0">
                <a:pos x="connsiteX89809" y="connsiteY89809"/>
              </a:cxn>
              <a:cxn ang="0">
                <a:pos x="connsiteX89810" y="connsiteY89810"/>
              </a:cxn>
              <a:cxn ang="0">
                <a:pos x="connsiteX89811" y="connsiteY89811"/>
              </a:cxn>
              <a:cxn ang="0">
                <a:pos x="connsiteX89812" y="connsiteY89812"/>
              </a:cxn>
              <a:cxn ang="0">
                <a:pos x="connsiteX89813" y="connsiteY89813"/>
              </a:cxn>
              <a:cxn ang="0">
                <a:pos x="connsiteX89814" y="connsiteY89814"/>
              </a:cxn>
              <a:cxn ang="0">
                <a:pos x="connsiteX89815" y="connsiteY89815"/>
              </a:cxn>
              <a:cxn ang="0">
                <a:pos x="connsiteX89816" y="connsiteY89816"/>
              </a:cxn>
              <a:cxn ang="0">
                <a:pos x="connsiteX89817" y="connsiteY89817"/>
              </a:cxn>
              <a:cxn ang="0">
                <a:pos x="connsiteX89818" y="connsiteY89818"/>
              </a:cxn>
              <a:cxn ang="0">
                <a:pos x="connsiteX89819" y="connsiteY89819"/>
              </a:cxn>
              <a:cxn ang="0">
                <a:pos x="connsiteX89820" y="connsiteY89820"/>
              </a:cxn>
              <a:cxn ang="0">
                <a:pos x="connsiteX89821" y="connsiteY89821"/>
              </a:cxn>
              <a:cxn ang="0">
                <a:pos x="connsiteX89822" y="connsiteY89822"/>
              </a:cxn>
              <a:cxn ang="0">
                <a:pos x="connsiteX89823" y="connsiteY89823"/>
              </a:cxn>
              <a:cxn ang="0">
                <a:pos x="connsiteX89824" y="connsiteY89824"/>
              </a:cxn>
              <a:cxn ang="0">
                <a:pos x="connsiteX89825" y="connsiteY89825"/>
              </a:cxn>
              <a:cxn ang="0">
                <a:pos x="connsiteX89826" y="connsiteY89826"/>
              </a:cxn>
              <a:cxn ang="0">
                <a:pos x="connsiteX89827" y="connsiteY89827"/>
              </a:cxn>
              <a:cxn ang="0">
                <a:pos x="connsiteX89828" y="connsiteY89828"/>
              </a:cxn>
              <a:cxn ang="0">
                <a:pos x="connsiteX89829" y="connsiteY89829"/>
              </a:cxn>
              <a:cxn ang="0">
                <a:pos x="connsiteX89830" y="connsiteY89830"/>
              </a:cxn>
              <a:cxn ang="0">
                <a:pos x="connsiteX89831" y="connsiteY89831"/>
              </a:cxn>
              <a:cxn ang="0">
                <a:pos x="connsiteX89832" y="connsiteY89832"/>
              </a:cxn>
              <a:cxn ang="0">
                <a:pos x="connsiteX89833" y="connsiteY89833"/>
              </a:cxn>
              <a:cxn ang="0">
                <a:pos x="connsiteX89834" y="connsiteY89834"/>
              </a:cxn>
              <a:cxn ang="0">
                <a:pos x="connsiteX89835" y="connsiteY89835"/>
              </a:cxn>
              <a:cxn ang="0">
                <a:pos x="connsiteX89836" y="connsiteY89836"/>
              </a:cxn>
              <a:cxn ang="0">
                <a:pos x="connsiteX89837" y="connsiteY89837"/>
              </a:cxn>
              <a:cxn ang="0">
                <a:pos x="connsiteX89838" y="connsiteY89838"/>
              </a:cxn>
              <a:cxn ang="0">
                <a:pos x="connsiteX89839" y="connsiteY89839"/>
              </a:cxn>
              <a:cxn ang="0">
                <a:pos x="connsiteX89840" y="connsiteY89840"/>
              </a:cxn>
              <a:cxn ang="0">
                <a:pos x="connsiteX89841" y="connsiteY89841"/>
              </a:cxn>
              <a:cxn ang="0">
                <a:pos x="connsiteX89842" y="connsiteY89842"/>
              </a:cxn>
              <a:cxn ang="0">
                <a:pos x="connsiteX89843" y="connsiteY89843"/>
              </a:cxn>
              <a:cxn ang="0">
                <a:pos x="connsiteX89844" y="connsiteY89844"/>
              </a:cxn>
              <a:cxn ang="0">
                <a:pos x="connsiteX89845" y="connsiteY89845"/>
              </a:cxn>
              <a:cxn ang="0">
                <a:pos x="connsiteX89846" y="connsiteY89846"/>
              </a:cxn>
              <a:cxn ang="0">
                <a:pos x="connsiteX89847" y="connsiteY89847"/>
              </a:cxn>
              <a:cxn ang="0">
                <a:pos x="connsiteX89848" y="connsiteY89848"/>
              </a:cxn>
              <a:cxn ang="0">
                <a:pos x="connsiteX89849" y="connsiteY89849"/>
              </a:cxn>
              <a:cxn ang="0">
                <a:pos x="connsiteX89850" y="connsiteY89850"/>
              </a:cxn>
              <a:cxn ang="0">
                <a:pos x="connsiteX89851" y="connsiteY89851"/>
              </a:cxn>
              <a:cxn ang="0">
                <a:pos x="connsiteX89852" y="connsiteY89852"/>
              </a:cxn>
              <a:cxn ang="0">
                <a:pos x="connsiteX89853" y="connsiteY89853"/>
              </a:cxn>
              <a:cxn ang="0">
                <a:pos x="connsiteX89854" y="connsiteY89854"/>
              </a:cxn>
              <a:cxn ang="0">
                <a:pos x="connsiteX89855" y="connsiteY89855"/>
              </a:cxn>
              <a:cxn ang="0">
                <a:pos x="connsiteX89856" y="connsiteY89856"/>
              </a:cxn>
              <a:cxn ang="0">
                <a:pos x="connsiteX89857" y="connsiteY89857"/>
              </a:cxn>
              <a:cxn ang="0">
                <a:pos x="connsiteX89858" y="connsiteY89858"/>
              </a:cxn>
              <a:cxn ang="0">
                <a:pos x="connsiteX89859" y="connsiteY89859"/>
              </a:cxn>
              <a:cxn ang="0">
                <a:pos x="connsiteX89860" y="connsiteY89860"/>
              </a:cxn>
              <a:cxn ang="0">
                <a:pos x="connsiteX89861" y="connsiteY89861"/>
              </a:cxn>
              <a:cxn ang="0">
                <a:pos x="connsiteX89862" y="connsiteY89862"/>
              </a:cxn>
              <a:cxn ang="0">
                <a:pos x="connsiteX89863" y="connsiteY89863"/>
              </a:cxn>
              <a:cxn ang="0">
                <a:pos x="connsiteX89864" y="connsiteY89864"/>
              </a:cxn>
              <a:cxn ang="0">
                <a:pos x="connsiteX89865" y="connsiteY89865"/>
              </a:cxn>
              <a:cxn ang="0">
                <a:pos x="connsiteX89866" y="connsiteY89866"/>
              </a:cxn>
              <a:cxn ang="0">
                <a:pos x="connsiteX89867" y="connsiteY89867"/>
              </a:cxn>
              <a:cxn ang="0">
                <a:pos x="connsiteX89868" y="connsiteY89868"/>
              </a:cxn>
              <a:cxn ang="0">
                <a:pos x="connsiteX89869" y="connsiteY89869"/>
              </a:cxn>
              <a:cxn ang="0">
                <a:pos x="connsiteX89870" y="connsiteY89870"/>
              </a:cxn>
              <a:cxn ang="0">
                <a:pos x="connsiteX89871" y="connsiteY89871"/>
              </a:cxn>
              <a:cxn ang="0">
                <a:pos x="connsiteX89872" y="connsiteY89872"/>
              </a:cxn>
              <a:cxn ang="0">
                <a:pos x="connsiteX89873" y="connsiteY89873"/>
              </a:cxn>
              <a:cxn ang="0">
                <a:pos x="connsiteX89874" y="connsiteY89874"/>
              </a:cxn>
              <a:cxn ang="0">
                <a:pos x="connsiteX89875" y="connsiteY89875"/>
              </a:cxn>
              <a:cxn ang="0">
                <a:pos x="connsiteX89876" y="connsiteY89876"/>
              </a:cxn>
              <a:cxn ang="0">
                <a:pos x="connsiteX89877" y="connsiteY89877"/>
              </a:cxn>
              <a:cxn ang="0">
                <a:pos x="connsiteX89878" y="connsiteY89878"/>
              </a:cxn>
              <a:cxn ang="0">
                <a:pos x="connsiteX89879" y="connsiteY89879"/>
              </a:cxn>
              <a:cxn ang="0">
                <a:pos x="connsiteX89880" y="connsiteY89880"/>
              </a:cxn>
              <a:cxn ang="0">
                <a:pos x="connsiteX89881" y="connsiteY89881"/>
              </a:cxn>
              <a:cxn ang="0">
                <a:pos x="connsiteX89882" y="connsiteY89882"/>
              </a:cxn>
              <a:cxn ang="0">
                <a:pos x="connsiteX89883" y="connsiteY89883"/>
              </a:cxn>
              <a:cxn ang="0">
                <a:pos x="connsiteX89884" y="connsiteY89884"/>
              </a:cxn>
              <a:cxn ang="0">
                <a:pos x="connsiteX89885" y="connsiteY89885"/>
              </a:cxn>
              <a:cxn ang="0">
                <a:pos x="connsiteX89886" y="connsiteY89886"/>
              </a:cxn>
              <a:cxn ang="0">
                <a:pos x="connsiteX89887" y="connsiteY89887"/>
              </a:cxn>
              <a:cxn ang="0">
                <a:pos x="connsiteX89888" y="connsiteY89888"/>
              </a:cxn>
              <a:cxn ang="0">
                <a:pos x="connsiteX89889" y="connsiteY89889"/>
              </a:cxn>
              <a:cxn ang="0">
                <a:pos x="connsiteX89890" y="connsiteY89890"/>
              </a:cxn>
              <a:cxn ang="0">
                <a:pos x="connsiteX89891" y="connsiteY89891"/>
              </a:cxn>
              <a:cxn ang="0">
                <a:pos x="connsiteX89892" y="connsiteY89892"/>
              </a:cxn>
              <a:cxn ang="0">
                <a:pos x="connsiteX89893" y="connsiteY89893"/>
              </a:cxn>
              <a:cxn ang="0">
                <a:pos x="connsiteX89894" y="connsiteY89894"/>
              </a:cxn>
              <a:cxn ang="0">
                <a:pos x="connsiteX89895" y="connsiteY89895"/>
              </a:cxn>
              <a:cxn ang="0">
                <a:pos x="connsiteX89896" y="connsiteY89896"/>
              </a:cxn>
              <a:cxn ang="0">
                <a:pos x="connsiteX89897" y="connsiteY89897"/>
              </a:cxn>
              <a:cxn ang="0">
                <a:pos x="connsiteX89898" y="connsiteY89898"/>
              </a:cxn>
              <a:cxn ang="0">
                <a:pos x="connsiteX89899" y="connsiteY89899"/>
              </a:cxn>
              <a:cxn ang="0">
                <a:pos x="connsiteX89900" y="connsiteY89900"/>
              </a:cxn>
              <a:cxn ang="0">
                <a:pos x="connsiteX89901" y="connsiteY89901"/>
              </a:cxn>
              <a:cxn ang="0">
                <a:pos x="connsiteX89902" y="connsiteY89902"/>
              </a:cxn>
              <a:cxn ang="0">
                <a:pos x="connsiteX89903" y="connsiteY89903"/>
              </a:cxn>
              <a:cxn ang="0">
                <a:pos x="connsiteX89904" y="connsiteY89904"/>
              </a:cxn>
              <a:cxn ang="0">
                <a:pos x="connsiteX89905" y="connsiteY89905"/>
              </a:cxn>
              <a:cxn ang="0">
                <a:pos x="connsiteX89906" y="connsiteY89906"/>
              </a:cxn>
              <a:cxn ang="0">
                <a:pos x="connsiteX89907" y="connsiteY89907"/>
              </a:cxn>
              <a:cxn ang="0">
                <a:pos x="connsiteX89908" y="connsiteY89908"/>
              </a:cxn>
              <a:cxn ang="0">
                <a:pos x="connsiteX89909" y="connsiteY89909"/>
              </a:cxn>
              <a:cxn ang="0">
                <a:pos x="connsiteX89910" y="connsiteY89910"/>
              </a:cxn>
              <a:cxn ang="0">
                <a:pos x="connsiteX89911" y="connsiteY89911"/>
              </a:cxn>
              <a:cxn ang="0">
                <a:pos x="connsiteX89912" y="connsiteY89912"/>
              </a:cxn>
              <a:cxn ang="0">
                <a:pos x="connsiteX89913" y="connsiteY89913"/>
              </a:cxn>
              <a:cxn ang="0">
                <a:pos x="connsiteX89914" y="connsiteY89914"/>
              </a:cxn>
              <a:cxn ang="0">
                <a:pos x="connsiteX89915" y="connsiteY89915"/>
              </a:cxn>
              <a:cxn ang="0">
                <a:pos x="connsiteX89916" y="connsiteY89916"/>
              </a:cxn>
              <a:cxn ang="0">
                <a:pos x="connsiteX89917" y="connsiteY89917"/>
              </a:cxn>
              <a:cxn ang="0">
                <a:pos x="connsiteX89918" y="connsiteY89918"/>
              </a:cxn>
              <a:cxn ang="0">
                <a:pos x="connsiteX89919" y="connsiteY89919"/>
              </a:cxn>
              <a:cxn ang="0">
                <a:pos x="connsiteX89920" y="connsiteY89920"/>
              </a:cxn>
              <a:cxn ang="0">
                <a:pos x="connsiteX89921" y="connsiteY89921"/>
              </a:cxn>
              <a:cxn ang="0">
                <a:pos x="connsiteX89922" y="connsiteY89922"/>
              </a:cxn>
              <a:cxn ang="0">
                <a:pos x="connsiteX89923" y="connsiteY89923"/>
              </a:cxn>
              <a:cxn ang="0">
                <a:pos x="connsiteX89924" y="connsiteY89924"/>
              </a:cxn>
              <a:cxn ang="0">
                <a:pos x="connsiteX89925" y="connsiteY89925"/>
              </a:cxn>
              <a:cxn ang="0">
                <a:pos x="connsiteX89926" y="connsiteY89926"/>
              </a:cxn>
              <a:cxn ang="0">
                <a:pos x="connsiteX89927" y="connsiteY89927"/>
              </a:cxn>
              <a:cxn ang="0">
                <a:pos x="connsiteX89928" y="connsiteY89928"/>
              </a:cxn>
              <a:cxn ang="0">
                <a:pos x="connsiteX89929" y="connsiteY89929"/>
              </a:cxn>
              <a:cxn ang="0">
                <a:pos x="connsiteX89930" y="connsiteY89930"/>
              </a:cxn>
              <a:cxn ang="0">
                <a:pos x="connsiteX89931" y="connsiteY89931"/>
              </a:cxn>
              <a:cxn ang="0">
                <a:pos x="connsiteX89932" y="connsiteY89932"/>
              </a:cxn>
              <a:cxn ang="0">
                <a:pos x="connsiteX89933" y="connsiteY89933"/>
              </a:cxn>
              <a:cxn ang="0">
                <a:pos x="connsiteX89934" y="connsiteY89934"/>
              </a:cxn>
              <a:cxn ang="0">
                <a:pos x="connsiteX89935" y="connsiteY89935"/>
              </a:cxn>
              <a:cxn ang="0">
                <a:pos x="connsiteX89936" y="connsiteY89936"/>
              </a:cxn>
              <a:cxn ang="0">
                <a:pos x="connsiteX89937" y="connsiteY89937"/>
              </a:cxn>
              <a:cxn ang="0">
                <a:pos x="connsiteX89938" y="connsiteY89938"/>
              </a:cxn>
              <a:cxn ang="0">
                <a:pos x="connsiteX89939" y="connsiteY89939"/>
              </a:cxn>
              <a:cxn ang="0">
                <a:pos x="connsiteX89940" y="connsiteY89940"/>
              </a:cxn>
              <a:cxn ang="0">
                <a:pos x="connsiteX89941" y="connsiteY89941"/>
              </a:cxn>
              <a:cxn ang="0">
                <a:pos x="connsiteX89942" y="connsiteY89942"/>
              </a:cxn>
              <a:cxn ang="0">
                <a:pos x="connsiteX89943" y="connsiteY89943"/>
              </a:cxn>
              <a:cxn ang="0">
                <a:pos x="connsiteX89944" y="connsiteY89944"/>
              </a:cxn>
              <a:cxn ang="0">
                <a:pos x="connsiteX89945" y="connsiteY89945"/>
              </a:cxn>
              <a:cxn ang="0">
                <a:pos x="connsiteX89946" y="connsiteY89946"/>
              </a:cxn>
              <a:cxn ang="0">
                <a:pos x="connsiteX89947" y="connsiteY89947"/>
              </a:cxn>
              <a:cxn ang="0">
                <a:pos x="connsiteX89948" y="connsiteY89948"/>
              </a:cxn>
              <a:cxn ang="0">
                <a:pos x="connsiteX89949" y="connsiteY89949"/>
              </a:cxn>
              <a:cxn ang="0">
                <a:pos x="connsiteX89950" y="connsiteY89950"/>
              </a:cxn>
              <a:cxn ang="0">
                <a:pos x="connsiteX89951" y="connsiteY89951"/>
              </a:cxn>
              <a:cxn ang="0">
                <a:pos x="connsiteX89952" y="connsiteY89952"/>
              </a:cxn>
              <a:cxn ang="0">
                <a:pos x="connsiteX89953" y="connsiteY89953"/>
              </a:cxn>
              <a:cxn ang="0">
                <a:pos x="connsiteX89954" y="connsiteY89954"/>
              </a:cxn>
              <a:cxn ang="0">
                <a:pos x="connsiteX89955" y="connsiteY89955"/>
              </a:cxn>
              <a:cxn ang="0">
                <a:pos x="connsiteX89956" y="connsiteY89956"/>
              </a:cxn>
              <a:cxn ang="0">
                <a:pos x="connsiteX89957" y="connsiteY89957"/>
              </a:cxn>
              <a:cxn ang="0">
                <a:pos x="connsiteX89958" y="connsiteY89958"/>
              </a:cxn>
              <a:cxn ang="0">
                <a:pos x="connsiteX89959" y="connsiteY89959"/>
              </a:cxn>
              <a:cxn ang="0">
                <a:pos x="connsiteX89960" y="connsiteY89960"/>
              </a:cxn>
              <a:cxn ang="0">
                <a:pos x="connsiteX89961" y="connsiteY89961"/>
              </a:cxn>
              <a:cxn ang="0">
                <a:pos x="connsiteX89962" y="connsiteY89962"/>
              </a:cxn>
              <a:cxn ang="0">
                <a:pos x="connsiteX89963" y="connsiteY89963"/>
              </a:cxn>
              <a:cxn ang="0">
                <a:pos x="connsiteX89964" y="connsiteY89964"/>
              </a:cxn>
              <a:cxn ang="0">
                <a:pos x="connsiteX89965" y="connsiteY89965"/>
              </a:cxn>
              <a:cxn ang="0">
                <a:pos x="connsiteX89966" y="connsiteY89966"/>
              </a:cxn>
              <a:cxn ang="0">
                <a:pos x="connsiteX89967" y="connsiteY89967"/>
              </a:cxn>
              <a:cxn ang="0">
                <a:pos x="connsiteX89968" y="connsiteY89968"/>
              </a:cxn>
              <a:cxn ang="0">
                <a:pos x="connsiteX89969" y="connsiteY89969"/>
              </a:cxn>
              <a:cxn ang="0">
                <a:pos x="connsiteX89970" y="connsiteY89970"/>
              </a:cxn>
              <a:cxn ang="0">
                <a:pos x="connsiteX89971" y="connsiteY89971"/>
              </a:cxn>
              <a:cxn ang="0">
                <a:pos x="connsiteX89972" y="connsiteY89972"/>
              </a:cxn>
              <a:cxn ang="0">
                <a:pos x="connsiteX89973" y="connsiteY89973"/>
              </a:cxn>
              <a:cxn ang="0">
                <a:pos x="connsiteX89974" y="connsiteY89974"/>
              </a:cxn>
              <a:cxn ang="0">
                <a:pos x="connsiteX89975" y="connsiteY89975"/>
              </a:cxn>
              <a:cxn ang="0">
                <a:pos x="connsiteX89976" y="connsiteY89976"/>
              </a:cxn>
              <a:cxn ang="0">
                <a:pos x="connsiteX89977" y="connsiteY89977"/>
              </a:cxn>
              <a:cxn ang="0">
                <a:pos x="connsiteX89978" y="connsiteY89978"/>
              </a:cxn>
              <a:cxn ang="0">
                <a:pos x="connsiteX89979" y="connsiteY89979"/>
              </a:cxn>
              <a:cxn ang="0">
                <a:pos x="connsiteX89980" y="connsiteY89980"/>
              </a:cxn>
              <a:cxn ang="0">
                <a:pos x="connsiteX89981" y="connsiteY89981"/>
              </a:cxn>
              <a:cxn ang="0">
                <a:pos x="connsiteX89982" y="connsiteY89982"/>
              </a:cxn>
              <a:cxn ang="0">
                <a:pos x="connsiteX89983" y="connsiteY89983"/>
              </a:cxn>
              <a:cxn ang="0">
                <a:pos x="connsiteX89984" y="connsiteY89984"/>
              </a:cxn>
              <a:cxn ang="0">
                <a:pos x="connsiteX89985" y="connsiteY89985"/>
              </a:cxn>
              <a:cxn ang="0">
                <a:pos x="connsiteX89986" y="connsiteY89986"/>
              </a:cxn>
              <a:cxn ang="0">
                <a:pos x="connsiteX89987" y="connsiteY89987"/>
              </a:cxn>
              <a:cxn ang="0">
                <a:pos x="connsiteX89988" y="connsiteY89988"/>
              </a:cxn>
              <a:cxn ang="0">
                <a:pos x="connsiteX89989" y="connsiteY89989"/>
              </a:cxn>
              <a:cxn ang="0">
                <a:pos x="connsiteX89990" y="connsiteY89990"/>
              </a:cxn>
              <a:cxn ang="0">
                <a:pos x="connsiteX89991" y="connsiteY89991"/>
              </a:cxn>
              <a:cxn ang="0">
                <a:pos x="connsiteX89992" y="connsiteY89992"/>
              </a:cxn>
              <a:cxn ang="0">
                <a:pos x="connsiteX89993" y="connsiteY89993"/>
              </a:cxn>
              <a:cxn ang="0">
                <a:pos x="connsiteX89994" y="connsiteY89994"/>
              </a:cxn>
              <a:cxn ang="0">
                <a:pos x="connsiteX89995" y="connsiteY89995"/>
              </a:cxn>
              <a:cxn ang="0">
                <a:pos x="connsiteX89996" y="connsiteY89996"/>
              </a:cxn>
              <a:cxn ang="0">
                <a:pos x="connsiteX89997" y="connsiteY89997"/>
              </a:cxn>
              <a:cxn ang="0">
                <a:pos x="connsiteX89998" y="connsiteY89998"/>
              </a:cxn>
              <a:cxn ang="0">
                <a:pos x="connsiteX89999" y="connsiteY89999"/>
              </a:cxn>
              <a:cxn ang="0">
                <a:pos x="connsiteX90000" y="connsiteY90000"/>
              </a:cxn>
              <a:cxn ang="0">
                <a:pos x="connsiteX90001" y="connsiteY90001"/>
              </a:cxn>
              <a:cxn ang="0">
                <a:pos x="connsiteX90002" y="connsiteY90002"/>
              </a:cxn>
              <a:cxn ang="0">
                <a:pos x="connsiteX90003" y="connsiteY90003"/>
              </a:cxn>
              <a:cxn ang="0">
                <a:pos x="connsiteX90004" y="connsiteY90004"/>
              </a:cxn>
              <a:cxn ang="0">
                <a:pos x="connsiteX90005" y="connsiteY90005"/>
              </a:cxn>
              <a:cxn ang="0">
                <a:pos x="connsiteX90006" y="connsiteY90006"/>
              </a:cxn>
              <a:cxn ang="0">
                <a:pos x="connsiteX90007" y="connsiteY90007"/>
              </a:cxn>
              <a:cxn ang="0">
                <a:pos x="connsiteX90008" y="connsiteY90008"/>
              </a:cxn>
              <a:cxn ang="0">
                <a:pos x="connsiteX90009" y="connsiteY90009"/>
              </a:cxn>
              <a:cxn ang="0">
                <a:pos x="connsiteX90010" y="connsiteY90010"/>
              </a:cxn>
              <a:cxn ang="0">
                <a:pos x="connsiteX90011" y="connsiteY90011"/>
              </a:cxn>
              <a:cxn ang="0">
                <a:pos x="connsiteX90012" y="connsiteY90012"/>
              </a:cxn>
              <a:cxn ang="0">
                <a:pos x="connsiteX90013" y="connsiteY90013"/>
              </a:cxn>
              <a:cxn ang="0">
                <a:pos x="connsiteX90014" y="connsiteY90014"/>
              </a:cxn>
              <a:cxn ang="0">
                <a:pos x="connsiteX90015" y="connsiteY90015"/>
              </a:cxn>
              <a:cxn ang="0">
                <a:pos x="connsiteX90016" y="connsiteY90016"/>
              </a:cxn>
              <a:cxn ang="0">
                <a:pos x="connsiteX90017" y="connsiteY90017"/>
              </a:cxn>
              <a:cxn ang="0">
                <a:pos x="connsiteX90018" y="connsiteY90018"/>
              </a:cxn>
              <a:cxn ang="0">
                <a:pos x="connsiteX90019" y="connsiteY90019"/>
              </a:cxn>
              <a:cxn ang="0">
                <a:pos x="connsiteX90020" y="connsiteY90020"/>
              </a:cxn>
              <a:cxn ang="0">
                <a:pos x="connsiteX90021" y="connsiteY90021"/>
              </a:cxn>
              <a:cxn ang="0">
                <a:pos x="connsiteX90022" y="connsiteY90022"/>
              </a:cxn>
              <a:cxn ang="0">
                <a:pos x="connsiteX90023" y="connsiteY90023"/>
              </a:cxn>
              <a:cxn ang="0">
                <a:pos x="connsiteX90024" y="connsiteY90024"/>
              </a:cxn>
              <a:cxn ang="0">
                <a:pos x="connsiteX90025" y="connsiteY90025"/>
              </a:cxn>
              <a:cxn ang="0">
                <a:pos x="connsiteX90026" y="connsiteY90026"/>
              </a:cxn>
              <a:cxn ang="0">
                <a:pos x="connsiteX90027" y="connsiteY90027"/>
              </a:cxn>
              <a:cxn ang="0">
                <a:pos x="connsiteX90028" y="connsiteY90028"/>
              </a:cxn>
              <a:cxn ang="0">
                <a:pos x="connsiteX90029" y="connsiteY90029"/>
              </a:cxn>
              <a:cxn ang="0">
                <a:pos x="connsiteX90030" y="connsiteY90030"/>
              </a:cxn>
              <a:cxn ang="0">
                <a:pos x="connsiteX90031" y="connsiteY90031"/>
              </a:cxn>
              <a:cxn ang="0">
                <a:pos x="connsiteX90032" y="connsiteY90032"/>
              </a:cxn>
              <a:cxn ang="0">
                <a:pos x="connsiteX90033" y="connsiteY90033"/>
              </a:cxn>
              <a:cxn ang="0">
                <a:pos x="connsiteX90034" y="connsiteY90034"/>
              </a:cxn>
              <a:cxn ang="0">
                <a:pos x="connsiteX90035" y="connsiteY90035"/>
              </a:cxn>
              <a:cxn ang="0">
                <a:pos x="connsiteX90036" y="connsiteY90036"/>
              </a:cxn>
              <a:cxn ang="0">
                <a:pos x="connsiteX90037" y="connsiteY90037"/>
              </a:cxn>
              <a:cxn ang="0">
                <a:pos x="connsiteX90038" y="connsiteY90038"/>
              </a:cxn>
              <a:cxn ang="0">
                <a:pos x="connsiteX90039" y="connsiteY90039"/>
              </a:cxn>
              <a:cxn ang="0">
                <a:pos x="connsiteX90040" y="connsiteY90040"/>
              </a:cxn>
              <a:cxn ang="0">
                <a:pos x="connsiteX90041" y="connsiteY90041"/>
              </a:cxn>
              <a:cxn ang="0">
                <a:pos x="connsiteX90042" y="connsiteY90042"/>
              </a:cxn>
              <a:cxn ang="0">
                <a:pos x="connsiteX90043" y="connsiteY90043"/>
              </a:cxn>
              <a:cxn ang="0">
                <a:pos x="connsiteX90044" y="connsiteY90044"/>
              </a:cxn>
              <a:cxn ang="0">
                <a:pos x="connsiteX90045" y="connsiteY90045"/>
              </a:cxn>
              <a:cxn ang="0">
                <a:pos x="connsiteX90046" y="connsiteY90046"/>
              </a:cxn>
              <a:cxn ang="0">
                <a:pos x="connsiteX90047" y="connsiteY90047"/>
              </a:cxn>
              <a:cxn ang="0">
                <a:pos x="connsiteX90048" y="connsiteY90048"/>
              </a:cxn>
              <a:cxn ang="0">
                <a:pos x="connsiteX90049" y="connsiteY90049"/>
              </a:cxn>
              <a:cxn ang="0">
                <a:pos x="connsiteX90050" y="connsiteY90050"/>
              </a:cxn>
              <a:cxn ang="0">
                <a:pos x="connsiteX90051" y="connsiteY90051"/>
              </a:cxn>
              <a:cxn ang="0">
                <a:pos x="connsiteX90052" y="connsiteY90052"/>
              </a:cxn>
              <a:cxn ang="0">
                <a:pos x="connsiteX90053" y="connsiteY90053"/>
              </a:cxn>
              <a:cxn ang="0">
                <a:pos x="connsiteX90054" y="connsiteY90054"/>
              </a:cxn>
              <a:cxn ang="0">
                <a:pos x="connsiteX90055" y="connsiteY90055"/>
              </a:cxn>
              <a:cxn ang="0">
                <a:pos x="connsiteX90056" y="connsiteY90056"/>
              </a:cxn>
              <a:cxn ang="0">
                <a:pos x="connsiteX90057" y="connsiteY90057"/>
              </a:cxn>
              <a:cxn ang="0">
                <a:pos x="connsiteX90058" y="connsiteY90058"/>
              </a:cxn>
              <a:cxn ang="0">
                <a:pos x="connsiteX90059" y="connsiteY90059"/>
              </a:cxn>
              <a:cxn ang="0">
                <a:pos x="connsiteX90060" y="connsiteY90060"/>
              </a:cxn>
              <a:cxn ang="0">
                <a:pos x="connsiteX90061" y="connsiteY90061"/>
              </a:cxn>
              <a:cxn ang="0">
                <a:pos x="connsiteX90062" y="connsiteY90062"/>
              </a:cxn>
              <a:cxn ang="0">
                <a:pos x="connsiteX90063" y="connsiteY90063"/>
              </a:cxn>
              <a:cxn ang="0">
                <a:pos x="connsiteX90064" y="connsiteY90064"/>
              </a:cxn>
              <a:cxn ang="0">
                <a:pos x="connsiteX90065" y="connsiteY90065"/>
              </a:cxn>
              <a:cxn ang="0">
                <a:pos x="connsiteX90066" y="connsiteY90066"/>
              </a:cxn>
              <a:cxn ang="0">
                <a:pos x="connsiteX90067" y="connsiteY90067"/>
              </a:cxn>
              <a:cxn ang="0">
                <a:pos x="connsiteX90068" y="connsiteY90068"/>
              </a:cxn>
              <a:cxn ang="0">
                <a:pos x="connsiteX90069" y="connsiteY90069"/>
              </a:cxn>
              <a:cxn ang="0">
                <a:pos x="connsiteX90070" y="connsiteY90070"/>
              </a:cxn>
              <a:cxn ang="0">
                <a:pos x="connsiteX90071" y="connsiteY90071"/>
              </a:cxn>
              <a:cxn ang="0">
                <a:pos x="connsiteX90072" y="connsiteY90072"/>
              </a:cxn>
              <a:cxn ang="0">
                <a:pos x="connsiteX90073" y="connsiteY90073"/>
              </a:cxn>
              <a:cxn ang="0">
                <a:pos x="connsiteX90074" y="connsiteY90074"/>
              </a:cxn>
              <a:cxn ang="0">
                <a:pos x="connsiteX90075" y="connsiteY90075"/>
              </a:cxn>
              <a:cxn ang="0">
                <a:pos x="connsiteX90076" y="connsiteY90076"/>
              </a:cxn>
              <a:cxn ang="0">
                <a:pos x="connsiteX90077" y="connsiteY90077"/>
              </a:cxn>
              <a:cxn ang="0">
                <a:pos x="connsiteX90078" y="connsiteY90078"/>
              </a:cxn>
              <a:cxn ang="0">
                <a:pos x="connsiteX90079" y="connsiteY90079"/>
              </a:cxn>
              <a:cxn ang="0">
                <a:pos x="connsiteX90080" y="connsiteY90080"/>
              </a:cxn>
              <a:cxn ang="0">
                <a:pos x="connsiteX90081" y="connsiteY90081"/>
              </a:cxn>
              <a:cxn ang="0">
                <a:pos x="connsiteX90082" y="connsiteY90082"/>
              </a:cxn>
              <a:cxn ang="0">
                <a:pos x="connsiteX90083" y="connsiteY90083"/>
              </a:cxn>
              <a:cxn ang="0">
                <a:pos x="connsiteX90084" y="connsiteY90084"/>
              </a:cxn>
              <a:cxn ang="0">
                <a:pos x="connsiteX90085" y="connsiteY90085"/>
              </a:cxn>
              <a:cxn ang="0">
                <a:pos x="connsiteX90086" y="connsiteY90086"/>
              </a:cxn>
              <a:cxn ang="0">
                <a:pos x="connsiteX90087" y="connsiteY90087"/>
              </a:cxn>
              <a:cxn ang="0">
                <a:pos x="connsiteX90088" y="connsiteY90088"/>
              </a:cxn>
              <a:cxn ang="0">
                <a:pos x="connsiteX90089" y="connsiteY90089"/>
              </a:cxn>
              <a:cxn ang="0">
                <a:pos x="connsiteX90090" y="connsiteY90090"/>
              </a:cxn>
              <a:cxn ang="0">
                <a:pos x="connsiteX90091" y="connsiteY90091"/>
              </a:cxn>
              <a:cxn ang="0">
                <a:pos x="connsiteX90092" y="connsiteY90092"/>
              </a:cxn>
              <a:cxn ang="0">
                <a:pos x="connsiteX90093" y="connsiteY90093"/>
              </a:cxn>
              <a:cxn ang="0">
                <a:pos x="connsiteX90094" y="connsiteY90094"/>
              </a:cxn>
              <a:cxn ang="0">
                <a:pos x="connsiteX90095" y="connsiteY90095"/>
              </a:cxn>
              <a:cxn ang="0">
                <a:pos x="connsiteX90096" y="connsiteY90096"/>
              </a:cxn>
              <a:cxn ang="0">
                <a:pos x="connsiteX90097" y="connsiteY90097"/>
              </a:cxn>
              <a:cxn ang="0">
                <a:pos x="connsiteX90098" y="connsiteY90098"/>
              </a:cxn>
              <a:cxn ang="0">
                <a:pos x="connsiteX90099" y="connsiteY90099"/>
              </a:cxn>
              <a:cxn ang="0">
                <a:pos x="connsiteX90100" y="connsiteY90100"/>
              </a:cxn>
              <a:cxn ang="0">
                <a:pos x="connsiteX90101" y="connsiteY90101"/>
              </a:cxn>
              <a:cxn ang="0">
                <a:pos x="connsiteX90102" y="connsiteY90102"/>
              </a:cxn>
              <a:cxn ang="0">
                <a:pos x="connsiteX90103" y="connsiteY90103"/>
              </a:cxn>
              <a:cxn ang="0">
                <a:pos x="connsiteX90104" y="connsiteY90104"/>
              </a:cxn>
              <a:cxn ang="0">
                <a:pos x="connsiteX90105" y="connsiteY90105"/>
              </a:cxn>
              <a:cxn ang="0">
                <a:pos x="connsiteX90106" y="connsiteY90106"/>
              </a:cxn>
              <a:cxn ang="0">
                <a:pos x="connsiteX90107" y="connsiteY90107"/>
              </a:cxn>
              <a:cxn ang="0">
                <a:pos x="connsiteX90108" y="connsiteY90108"/>
              </a:cxn>
              <a:cxn ang="0">
                <a:pos x="connsiteX90109" y="connsiteY90109"/>
              </a:cxn>
              <a:cxn ang="0">
                <a:pos x="connsiteX90110" y="connsiteY90110"/>
              </a:cxn>
              <a:cxn ang="0">
                <a:pos x="connsiteX90111" y="connsiteY90111"/>
              </a:cxn>
              <a:cxn ang="0">
                <a:pos x="connsiteX90112" y="connsiteY90112"/>
              </a:cxn>
              <a:cxn ang="0">
                <a:pos x="connsiteX90113" y="connsiteY90113"/>
              </a:cxn>
              <a:cxn ang="0">
                <a:pos x="connsiteX90114" y="connsiteY90114"/>
              </a:cxn>
              <a:cxn ang="0">
                <a:pos x="connsiteX90115" y="connsiteY90115"/>
              </a:cxn>
              <a:cxn ang="0">
                <a:pos x="connsiteX90116" y="connsiteY90116"/>
              </a:cxn>
              <a:cxn ang="0">
                <a:pos x="connsiteX90117" y="connsiteY90117"/>
              </a:cxn>
              <a:cxn ang="0">
                <a:pos x="connsiteX90118" y="connsiteY90118"/>
              </a:cxn>
              <a:cxn ang="0">
                <a:pos x="connsiteX90119" y="connsiteY90119"/>
              </a:cxn>
              <a:cxn ang="0">
                <a:pos x="connsiteX90120" y="connsiteY90120"/>
              </a:cxn>
              <a:cxn ang="0">
                <a:pos x="connsiteX90121" y="connsiteY90121"/>
              </a:cxn>
              <a:cxn ang="0">
                <a:pos x="connsiteX90122" y="connsiteY90122"/>
              </a:cxn>
              <a:cxn ang="0">
                <a:pos x="connsiteX90123" y="connsiteY90123"/>
              </a:cxn>
              <a:cxn ang="0">
                <a:pos x="connsiteX90124" y="connsiteY90124"/>
              </a:cxn>
              <a:cxn ang="0">
                <a:pos x="connsiteX90125" y="connsiteY90125"/>
              </a:cxn>
              <a:cxn ang="0">
                <a:pos x="connsiteX90126" y="connsiteY90126"/>
              </a:cxn>
              <a:cxn ang="0">
                <a:pos x="connsiteX90127" y="connsiteY90127"/>
              </a:cxn>
              <a:cxn ang="0">
                <a:pos x="connsiteX90128" y="connsiteY90128"/>
              </a:cxn>
              <a:cxn ang="0">
                <a:pos x="connsiteX90129" y="connsiteY90129"/>
              </a:cxn>
              <a:cxn ang="0">
                <a:pos x="connsiteX90130" y="connsiteY90130"/>
              </a:cxn>
              <a:cxn ang="0">
                <a:pos x="connsiteX90131" y="connsiteY90131"/>
              </a:cxn>
              <a:cxn ang="0">
                <a:pos x="connsiteX90132" y="connsiteY90132"/>
              </a:cxn>
              <a:cxn ang="0">
                <a:pos x="connsiteX90133" y="connsiteY90133"/>
              </a:cxn>
              <a:cxn ang="0">
                <a:pos x="connsiteX90134" y="connsiteY90134"/>
              </a:cxn>
              <a:cxn ang="0">
                <a:pos x="connsiteX90135" y="connsiteY90135"/>
              </a:cxn>
              <a:cxn ang="0">
                <a:pos x="connsiteX90136" y="connsiteY90136"/>
              </a:cxn>
              <a:cxn ang="0">
                <a:pos x="connsiteX90137" y="connsiteY90137"/>
              </a:cxn>
              <a:cxn ang="0">
                <a:pos x="connsiteX90138" y="connsiteY90138"/>
              </a:cxn>
              <a:cxn ang="0">
                <a:pos x="connsiteX90139" y="connsiteY90139"/>
              </a:cxn>
              <a:cxn ang="0">
                <a:pos x="connsiteX90140" y="connsiteY90140"/>
              </a:cxn>
              <a:cxn ang="0">
                <a:pos x="connsiteX90141" y="connsiteY90141"/>
              </a:cxn>
              <a:cxn ang="0">
                <a:pos x="connsiteX90142" y="connsiteY90142"/>
              </a:cxn>
              <a:cxn ang="0">
                <a:pos x="connsiteX90143" y="connsiteY90143"/>
              </a:cxn>
              <a:cxn ang="0">
                <a:pos x="connsiteX90144" y="connsiteY90144"/>
              </a:cxn>
              <a:cxn ang="0">
                <a:pos x="connsiteX90145" y="connsiteY90145"/>
              </a:cxn>
              <a:cxn ang="0">
                <a:pos x="connsiteX90146" y="connsiteY90146"/>
              </a:cxn>
              <a:cxn ang="0">
                <a:pos x="connsiteX90147" y="connsiteY90147"/>
              </a:cxn>
              <a:cxn ang="0">
                <a:pos x="connsiteX90148" y="connsiteY90148"/>
              </a:cxn>
              <a:cxn ang="0">
                <a:pos x="connsiteX90149" y="connsiteY90149"/>
              </a:cxn>
              <a:cxn ang="0">
                <a:pos x="connsiteX90150" y="connsiteY90150"/>
              </a:cxn>
              <a:cxn ang="0">
                <a:pos x="connsiteX90151" y="connsiteY90151"/>
              </a:cxn>
              <a:cxn ang="0">
                <a:pos x="connsiteX90152" y="connsiteY90152"/>
              </a:cxn>
              <a:cxn ang="0">
                <a:pos x="connsiteX90153" y="connsiteY90153"/>
              </a:cxn>
              <a:cxn ang="0">
                <a:pos x="connsiteX90154" y="connsiteY90154"/>
              </a:cxn>
              <a:cxn ang="0">
                <a:pos x="connsiteX90155" y="connsiteY90155"/>
              </a:cxn>
              <a:cxn ang="0">
                <a:pos x="connsiteX90156" y="connsiteY90156"/>
              </a:cxn>
              <a:cxn ang="0">
                <a:pos x="connsiteX90157" y="connsiteY90157"/>
              </a:cxn>
              <a:cxn ang="0">
                <a:pos x="connsiteX90158" y="connsiteY90158"/>
              </a:cxn>
              <a:cxn ang="0">
                <a:pos x="connsiteX90159" y="connsiteY90159"/>
              </a:cxn>
              <a:cxn ang="0">
                <a:pos x="connsiteX90160" y="connsiteY90160"/>
              </a:cxn>
              <a:cxn ang="0">
                <a:pos x="connsiteX90161" y="connsiteY90161"/>
              </a:cxn>
              <a:cxn ang="0">
                <a:pos x="connsiteX90162" y="connsiteY90162"/>
              </a:cxn>
              <a:cxn ang="0">
                <a:pos x="connsiteX90163" y="connsiteY90163"/>
              </a:cxn>
              <a:cxn ang="0">
                <a:pos x="connsiteX90164" y="connsiteY90164"/>
              </a:cxn>
              <a:cxn ang="0">
                <a:pos x="connsiteX90165" y="connsiteY90165"/>
              </a:cxn>
              <a:cxn ang="0">
                <a:pos x="connsiteX90166" y="connsiteY90166"/>
              </a:cxn>
              <a:cxn ang="0">
                <a:pos x="connsiteX90167" y="connsiteY90167"/>
              </a:cxn>
              <a:cxn ang="0">
                <a:pos x="connsiteX90168" y="connsiteY90168"/>
              </a:cxn>
              <a:cxn ang="0">
                <a:pos x="connsiteX90169" y="connsiteY90169"/>
              </a:cxn>
              <a:cxn ang="0">
                <a:pos x="connsiteX90170" y="connsiteY90170"/>
              </a:cxn>
              <a:cxn ang="0">
                <a:pos x="connsiteX90171" y="connsiteY90171"/>
              </a:cxn>
              <a:cxn ang="0">
                <a:pos x="connsiteX90172" y="connsiteY90172"/>
              </a:cxn>
              <a:cxn ang="0">
                <a:pos x="connsiteX90173" y="connsiteY90173"/>
              </a:cxn>
              <a:cxn ang="0">
                <a:pos x="connsiteX90174" y="connsiteY90174"/>
              </a:cxn>
              <a:cxn ang="0">
                <a:pos x="connsiteX90175" y="connsiteY90175"/>
              </a:cxn>
              <a:cxn ang="0">
                <a:pos x="connsiteX90176" y="connsiteY90176"/>
              </a:cxn>
              <a:cxn ang="0">
                <a:pos x="connsiteX90177" y="connsiteY90177"/>
              </a:cxn>
              <a:cxn ang="0">
                <a:pos x="connsiteX90178" y="connsiteY90178"/>
              </a:cxn>
              <a:cxn ang="0">
                <a:pos x="connsiteX90179" y="connsiteY90179"/>
              </a:cxn>
              <a:cxn ang="0">
                <a:pos x="connsiteX90180" y="connsiteY90180"/>
              </a:cxn>
              <a:cxn ang="0">
                <a:pos x="connsiteX90181" y="connsiteY90181"/>
              </a:cxn>
              <a:cxn ang="0">
                <a:pos x="connsiteX90182" y="connsiteY90182"/>
              </a:cxn>
              <a:cxn ang="0">
                <a:pos x="connsiteX90183" y="connsiteY90183"/>
              </a:cxn>
              <a:cxn ang="0">
                <a:pos x="connsiteX90184" y="connsiteY90184"/>
              </a:cxn>
              <a:cxn ang="0">
                <a:pos x="connsiteX90185" y="connsiteY90185"/>
              </a:cxn>
              <a:cxn ang="0">
                <a:pos x="connsiteX90186" y="connsiteY90186"/>
              </a:cxn>
              <a:cxn ang="0">
                <a:pos x="connsiteX90187" y="connsiteY90187"/>
              </a:cxn>
              <a:cxn ang="0">
                <a:pos x="connsiteX90188" y="connsiteY90188"/>
              </a:cxn>
              <a:cxn ang="0">
                <a:pos x="connsiteX90189" y="connsiteY90189"/>
              </a:cxn>
              <a:cxn ang="0">
                <a:pos x="connsiteX90190" y="connsiteY90190"/>
              </a:cxn>
              <a:cxn ang="0">
                <a:pos x="connsiteX90191" y="connsiteY90191"/>
              </a:cxn>
              <a:cxn ang="0">
                <a:pos x="connsiteX90192" y="connsiteY90192"/>
              </a:cxn>
              <a:cxn ang="0">
                <a:pos x="connsiteX90193" y="connsiteY90193"/>
              </a:cxn>
              <a:cxn ang="0">
                <a:pos x="connsiteX90194" y="connsiteY90194"/>
              </a:cxn>
              <a:cxn ang="0">
                <a:pos x="connsiteX90195" y="connsiteY90195"/>
              </a:cxn>
              <a:cxn ang="0">
                <a:pos x="connsiteX90196" y="connsiteY90196"/>
              </a:cxn>
              <a:cxn ang="0">
                <a:pos x="connsiteX90197" y="connsiteY90197"/>
              </a:cxn>
              <a:cxn ang="0">
                <a:pos x="connsiteX90198" y="connsiteY90198"/>
              </a:cxn>
              <a:cxn ang="0">
                <a:pos x="connsiteX90199" y="connsiteY90199"/>
              </a:cxn>
              <a:cxn ang="0">
                <a:pos x="connsiteX90200" y="connsiteY90200"/>
              </a:cxn>
              <a:cxn ang="0">
                <a:pos x="connsiteX90201" y="connsiteY90201"/>
              </a:cxn>
              <a:cxn ang="0">
                <a:pos x="connsiteX90202" y="connsiteY90202"/>
              </a:cxn>
              <a:cxn ang="0">
                <a:pos x="connsiteX90203" y="connsiteY90203"/>
              </a:cxn>
              <a:cxn ang="0">
                <a:pos x="connsiteX90204" y="connsiteY90204"/>
              </a:cxn>
              <a:cxn ang="0">
                <a:pos x="connsiteX90205" y="connsiteY90205"/>
              </a:cxn>
              <a:cxn ang="0">
                <a:pos x="connsiteX90206" y="connsiteY90206"/>
              </a:cxn>
              <a:cxn ang="0">
                <a:pos x="connsiteX90207" y="connsiteY90207"/>
              </a:cxn>
              <a:cxn ang="0">
                <a:pos x="connsiteX90208" y="connsiteY90208"/>
              </a:cxn>
              <a:cxn ang="0">
                <a:pos x="connsiteX90209" y="connsiteY90209"/>
              </a:cxn>
              <a:cxn ang="0">
                <a:pos x="connsiteX90210" y="connsiteY90210"/>
              </a:cxn>
              <a:cxn ang="0">
                <a:pos x="connsiteX90211" y="connsiteY90211"/>
              </a:cxn>
              <a:cxn ang="0">
                <a:pos x="connsiteX90212" y="connsiteY90212"/>
              </a:cxn>
              <a:cxn ang="0">
                <a:pos x="connsiteX90213" y="connsiteY90213"/>
              </a:cxn>
              <a:cxn ang="0">
                <a:pos x="connsiteX90214" y="connsiteY90214"/>
              </a:cxn>
              <a:cxn ang="0">
                <a:pos x="connsiteX90215" y="connsiteY90215"/>
              </a:cxn>
              <a:cxn ang="0">
                <a:pos x="connsiteX90216" y="connsiteY90216"/>
              </a:cxn>
              <a:cxn ang="0">
                <a:pos x="connsiteX90217" y="connsiteY90217"/>
              </a:cxn>
              <a:cxn ang="0">
                <a:pos x="connsiteX90218" y="connsiteY90218"/>
              </a:cxn>
              <a:cxn ang="0">
                <a:pos x="connsiteX90219" y="connsiteY90219"/>
              </a:cxn>
              <a:cxn ang="0">
                <a:pos x="connsiteX90220" y="connsiteY90220"/>
              </a:cxn>
              <a:cxn ang="0">
                <a:pos x="connsiteX90221" y="connsiteY90221"/>
              </a:cxn>
              <a:cxn ang="0">
                <a:pos x="connsiteX90222" y="connsiteY90222"/>
              </a:cxn>
              <a:cxn ang="0">
                <a:pos x="connsiteX90223" y="connsiteY90223"/>
              </a:cxn>
              <a:cxn ang="0">
                <a:pos x="connsiteX90224" y="connsiteY90224"/>
              </a:cxn>
              <a:cxn ang="0">
                <a:pos x="connsiteX90225" y="connsiteY90225"/>
              </a:cxn>
              <a:cxn ang="0">
                <a:pos x="connsiteX90226" y="connsiteY90226"/>
              </a:cxn>
              <a:cxn ang="0">
                <a:pos x="connsiteX90227" y="connsiteY90227"/>
              </a:cxn>
              <a:cxn ang="0">
                <a:pos x="connsiteX90228" y="connsiteY90228"/>
              </a:cxn>
              <a:cxn ang="0">
                <a:pos x="connsiteX90229" y="connsiteY90229"/>
              </a:cxn>
              <a:cxn ang="0">
                <a:pos x="connsiteX90230" y="connsiteY90230"/>
              </a:cxn>
              <a:cxn ang="0">
                <a:pos x="connsiteX90231" y="connsiteY90231"/>
              </a:cxn>
              <a:cxn ang="0">
                <a:pos x="connsiteX90232" y="connsiteY90232"/>
              </a:cxn>
              <a:cxn ang="0">
                <a:pos x="connsiteX90233" y="connsiteY90233"/>
              </a:cxn>
              <a:cxn ang="0">
                <a:pos x="connsiteX90234" y="connsiteY90234"/>
              </a:cxn>
              <a:cxn ang="0">
                <a:pos x="connsiteX90235" y="connsiteY90235"/>
              </a:cxn>
              <a:cxn ang="0">
                <a:pos x="connsiteX90236" y="connsiteY90236"/>
              </a:cxn>
              <a:cxn ang="0">
                <a:pos x="connsiteX90237" y="connsiteY90237"/>
              </a:cxn>
              <a:cxn ang="0">
                <a:pos x="connsiteX90238" y="connsiteY90238"/>
              </a:cxn>
              <a:cxn ang="0">
                <a:pos x="connsiteX90239" y="connsiteY90239"/>
              </a:cxn>
              <a:cxn ang="0">
                <a:pos x="connsiteX90240" y="connsiteY90240"/>
              </a:cxn>
              <a:cxn ang="0">
                <a:pos x="connsiteX90241" y="connsiteY90241"/>
              </a:cxn>
              <a:cxn ang="0">
                <a:pos x="connsiteX90242" y="connsiteY90242"/>
              </a:cxn>
              <a:cxn ang="0">
                <a:pos x="connsiteX90243" y="connsiteY90243"/>
              </a:cxn>
              <a:cxn ang="0">
                <a:pos x="connsiteX90244" y="connsiteY90244"/>
              </a:cxn>
              <a:cxn ang="0">
                <a:pos x="connsiteX90245" y="connsiteY90245"/>
              </a:cxn>
              <a:cxn ang="0">
                <a:pos x="connsiteX90246" y="connsiteY90246"/>
              </a:cxn>
              <a:cxn ang="0">
                <a:pos x="connsiteX90247" y="connsiteY90247"/>
              </a:cxn>
              <a:cxn ang="0">
                <a:pos x="connsiteX90248" y="connsiteY90248"/>
              </a:cxn>
              <a:cxn ang="0">
                <a:pos x="connsiteX90249" y="connsiteY90249"/>
              </a:cxn>
              <a:cxn ang="0">
                <a:pos x="connsiteX90250" y="connsiteY90250"/>
              </a:cxn>
              <a:cxn ang="0">
                <a:pos x="connsiteX90251" y="connsiteY90251"/>
              </a:cxn>
              <a:cxn ang="0">
                <a:pos x="connsiteX90252" y="connsiteY90252"/>
              </a:cxn>
              <a:cxn ang="0">
                <a:pos x="connsiteX90253" y="connsiteY90253"/>
              </a:cxn>
              <a:cxn ang="0">
                <a:pos x="connsiteX90254" y="connsiteY90254"/>
              </a:cxn>
              <a:cxn ang="0">
                <a:pos x="connsiteX90255" y="connsiteY90255"/>
              </a:cxn>
              <a:cxn ang="0">
                <a:pos x="connsiteX90256" y="connsiteY90256"/>
              </a:cxn>
              <a:cxn ang="0">
                <a:pos x="connsiteX90257" y="connsiteY90257"/>
              </a:cxn>
              <a:cxn ang="0">
                <a:pos x="connsiteX90258" y="connsiteY90258"/>
              </a:cxn>
              <a:cxn ang="0">
                <a:pos x="connsiteX90259" y="connsiteY90259"/>
              </a:cxn>
              <a:cxn ang="0">
                <a:pos x="connsiteX90260" y="connsiteY90260"/>
              </a:cxn>
              <a:cxn ang="0">
                <a:pos x="connsiteX90261" y="connsiteY90261"/>
              </a:cxn>
              <a:cxn ang="0">
                <a:pos x="connsiteX90262" y="connsiteY90262"/>
              </a:cxn>
              <a:cxn ang="0">
                <a:pos x="connsiteX90263" y="connsiteY90263"/>
              </a:cxn>
              <a:cxn ang="0">
                <a:pos x="connsiteX90264" y="connsiteY90264"/>
              </a:cxn>
              <a:cxn ang="0">
                <a:pos x="connsiteX90265" y="connsiteY90265"/>
              </a:cxn>
              <a:cxn ang="0">
                <a:pos x="connsiteX90266" y="connsiteY90266"/>
              </a:cxn>
              <a:cxn ang="0">
                <a:pos x="connsiteX90267" y="connsiteY90267"/>
              </a:cxn>
              <a:cxn ang="0">
                <a:pos x="connsiteX90268" y="connsiteY90268"/>
              </a:cxn>
              <a:cxn ang="0">
                <a:pos x="connsiteX90269" y="connsiteY90269"/>
              </a:cxn>
              <a:cxn ang="0">
                <a:pos x="connsiteX90270" y="connsiteY90270"/>
              </a:cxn>
              <a:cxn ang="0">
                <a:pos x="connsiteX90271" y="connsiteY90271"/>
              </a:cxn>
              <a:cxn ang="0">
                <a:pos x="connsiteX90272" y="connsiteY90272"/>
              </a:cxn>
              <a:cxn ang="0">
                <a:pos x="connsiteX90273" y="connsiteY90273"/>
              </a:cxn>
              <a:cxn ang="0">
                <a:pos x="connsiteX90274" y="connsiteY90274"/>
              </a:cxn>
              <a:cxn ang="0">
                <a:pos x="connsiteX90275" y="connsiteY90275"/>
              </a:cxn>
              <a:cxn ang="0">
                <a:pos x="connsiteX90276" y="connsiteY90276"/>
              </a:cxn>
              <a:cxn ang="0">
                <a:pos x="connsiteX90277" y="connsiteY90277"/>
              </a:cxn>
              <a:cxn ang="0">
                <a:pos x="connsiteX90278" y="connsiteY90278"/>
              </a:cxn>
              <a:cxn ang="0">
                <a:pos x="connsiteX90279" y="connsiteY90279"/>
              </a:cxn>
              <a:cxn ang="0">
                <a:pos x="connsiteX90280" y="connsiteY90280"/>
              </a:cxn>
              <a:cxn ang="0">
                <a:pos x="connsiteX90281" y="connsiteY90281"/>
              </a:cxn>
              <a:cxn ang="0">
                <a:pos x="connsiteX90282" y="connsiteY90282"/>
              </a:cxn>
              <a:cxn ang="0">
                <a:pos x="connsiteX90283" y="connsiteY90283"/>
              </a:cxn>
              <a:cxn ang="0">
                <a:pos x="connsiteX90284" y="connsiteY90284"/>
              </a:cxn>
              <a:cxn ang="0">
                <a:pos x="connsiteX90285" y="connsiteY90285"/>
              </a:cxn>
              <a:cxn ang="0">
                <a:pos x="connsiteX90286" y="connsiteY90286"/>
              </a:cxn>
              <a:cxn ang="0">
                <a:pos x="connsiteX90287" y="connsiteY90287"/>
              </a:cxn>
              <a:cxn ang="0">
                <a:pos x="connsiteX90288" y="connsiteY90288"/>
              </a:cxn>
              <a:cxn ang="0">
                <a:pos x="connsiteX90289" y="connsiteY90289"/>
              </a:cxn>
              <a:cxn ang="0">
                <a:pos x="connsiteX90290" y="connsiteY90290"/>
              </a:cxn>
              <a:cxn ang="0">
                <a:pos x="connsiteX90291" y="connsiteY90291"/>
              </a:cxn>
              <a:cxn ang="0">
                <a:pos x="connsiteX90292" y="connsiteY90292"/>
              </a:cxn>
              <a:cxn ang="0">
                <a:pos x="connsiteX90293" y="connsiteY90293"/>
              </a:cxn>
              <a:cxn ang="0">
                <a:pos x="connsiteX90294" y="connsiteY90294"/>
              </a:cxn>
              <a:cxn ang="0">
                <a:pos x="connsiteX90295" y="connsiteY90295"/>
              </a:cxn>
              <a:cxn ang="0">
                <a:pos x="connsiteX90296" y="connsiteY90296"/>
              </a:cxn>
              <a:cxn ang="0">
                <a:pos x="connsiteX90297" y="connsiteY90297"/>
              </a:cxn>
              <a:cxn ang="0">
                <a:pos x="connsiteX90298" y="connsiteY90298"/>
              </a:cxn>
              <a:cxn ang="0">
                <a:pos x="connsiteX90299" y="connsiteY90299"/>
              </a:cxn>
              <a:cxn ang="0">
                <a:pos x="connsiteX90300" y="connsiteY90300"/>
              </a:cxn>
              <a:cxn ang="0">
                <a:pos x="connsiteX90301" y="connsiteY90301"/>
              </a:cxn>
              <a:cxn ang="0">
                <a:pos x="connsiteX90302" y="connsiteY90302"/>
              </a:cxn>
              <a:cxn ang="0">
                <a:pos x="connsiteX90303" y="connsiteY90303"/>
              </a:cxn>
              <a:cxn ang="0">
                <a:pos x="connsiteX90304" y="connsiteY90304"/>
              </a:cxn>
              <a:cxn ang="0">
                <a:pos x="connsiteX90305" y="connsiteY90305"/>
              </a:cxn>
              <a:cxn ang="0">
                <a:pos x="connsiteX90306" y="connsiteY90306"/>
              </a:cxn>
              <a:cxn ang="0">
                <a:pos x="connsiteX90307" y="connsiteY90307"/>
              </a:cxn>
              <a:cxn ang="0">
                <a:pos x="connsiteX90308" y="connsiteY90308"/>
              </a:cxn>
              <a:cxn ang="0">
                <a:pos x="connsiteX90309" y="connsiteY90309"/>
              </a:cxn>
              <a:cxn ang="0">
                <a:pos x="connsiteX90310" y="connsiteY90310"/>
              </a:cxn>
              <a:cxn ang="0">
                <a:pos x="connsiteX90311" y="connsiteY90311"/>
              </a:cxn>
              <a:cxn ang="0">
                <a:pos x="connsiteX90312" y="connsiteY90312"/>
              </a:cxn>
              <a:cxn ang="0">
                <a:pos x="connsiteX90313" y="connsiteY90313"/>
              </a:cxn>
              <a:cxn ang="0">
                <a:pos x="connsiteX90314" y="connsiteY90314"/>
              </a:cxn>
              <a:cxn ang="0">
                <a:pos x="connsiteX90315" y="connsiteY90315"/>
              </a:cxn>
              <a:cxn ang="0">
                <a:pos x="connsiteX90316" y="connsiteY90316"/>
              </a:cxn>
              <a:cxn ang="0">
                <a:pos x="connsiteX90317" y="connsiteY90317"/>
              </a:cxn>
              <a:cxn ang="0">
                <a:pos x="connsiteX90318" y="connsiteY90318"/>
              </a:cxn>
              <a:cxn ang="0">
                <a:pos x="connsiteX90319" y="connsiteY90319"/>
              </a:cxn>
              <a:cxn ang="0">
                <a:pos x="connsiteX90320" y="connsiteY90320"/>
              </a:cxn>
              <a:cxn ang="0">
                <a:pos x="connsiteX90321" y="connsiteY90321"/>
              </a:cxn>
              <a:cxn ang="0">
                <a:pos x="connsiteX90322" y="connsiteY90322"/>
              </a:cxn>
              <a:cxn ang="0">
                <a:pos x="connsiteX90323" y="connsiteY90323"/>
              </a:cxn>
              <a:cxn ang="0">
                <a:pos x="connsiteX90324" y="connsiteY90324"/>
              </a:cxn>
              <a:cxn ang="0">
                <a:pos x="connsiteX90325" y="connsiteY90325"/>
              </a:cxn>
              <a:cxn ang="0">
                <a:pos x="connsiteX90326" y="connsiteY90326"/>
              </a:cxn>
              <a:cxn ang="0">
                <a:pos x="connsiteX90327" y="connsiteY90327"/>
              </a:cxn>
              <a:cxn ang="0">
                <a:pos x="connsiteX90328" y="connsiteY90328"/>
              </a:cxn>
              <a:cxn ang="0">
                <a:pos x="connsiteX90329" y="connsiteY90329"/>
              </a:cxn>
              <a:cxn ang="0">
                <a:pos x="connsiteX90330" y="connsiteY90330"/>
              </a:cxn>
              <a:cxn ang="0">
                <a:pos x="connsiteX90331" y="connsiteY90331"/>
              </a:cxn>
              <a:cxn ang="0">
                <a:pos x="connsiteX90332" y="connsiteY90332"/>
              </a:cxn>
              <a:cxn ang="0">
                <a:pos x="connsiteX90333" y="connsiteY90333"/>
              </a:cxn>
              <a:cxn ang="0">
                <a:pos x="connsiteX90334" y="connsiteY90334"/>
              </a:cxn>
              <a:cxn ang="0">
                <a:pos x="connsiteX90335" y="connsiteY90335"/>
              </a:cxn>
              <a:cxn ang="0">
                <a:pos x="connsiteX90336" y="connsiteY90336"/>
              </a:cxn>
              <a:cxn ang="0">
                <a:pos x="connsiteX90337" y="connsiteY90337"/>
              </a:cxn>
              <a:cxn ang="0">
                <a:pos x="connsiteX90338" y="connsiteY90338"/>
              </a:cxn>
              <a:cxn ang="0">
                <a:pos x="connsiteX90339" y="connsiteY90339"/>
              </a:cxn>
              <a:cxn ang="0">
                <a:pos x="connsiteX90340" y="connsiteY90340"/>
              </a:cxn>
              <a:cxn ang="0">
                <a:pos x="connsiteX90341" y="connsiteY90341"/>
              </a:cxn>
              <a:cxn ang="0">
                <a:pos x="connsiteX90342" y="connsiteY90342"/>
              </a:cxn>
              <a:cxn ang="0">
                <a:pos x="connsiteX90343" y="connsiteY90343"/>
              </a:cxn>
              <a:cxn ang="0">
                <a:pos x="connsiteX90344" y="connsiteY90344"/>
              </a:cxn>
              <a:cxn ang="0">
                <a:pos x="connsiteX90345" y="connsiteY90345"/>
              </a:cxn>
              <a:cxn ang="0">
                <a:pos x="connsiteX90346" y="connsiteY90346"/>
              </a:cxn>
              <a:cxn ang="0">
                <a:pos x="connsiteX90347" y="connsiteY90347"/>
              </a:cxn>
              <a:cxn ang="0">
                <a:pos x="connsiteX90348" y="connsiteY90348"/>
              </a:cxn>
              <a:cxn ang="0">
                <a:pos x="connsiteX90349" y="connsiteY90349"/>
              </a:cxn>
              <a:cxn ang="0">
                <a:pos x="connsiteX90350" y="connsiteY90350"/>
              </a:cxn>
              <a:cxn ang="0">
                <a:pos x="connsiteX90351" y="connsiteY90351"/>
              </a:cxn>
              <a:cxn ang="0">
                <a:pos x="connsiteX90352" y="connsiteY90352"/>
              </a:cxn>
              <a:cxn ang="0">
                <a:pos x="connsiteX90353" y="connsiteY90353"/>
              </a:cxn>
              <a:cxn ang="0">
                <a:pos x="connsiteX90354" y="connsiteY90354"/>
              </a:cxn>
              <a:cxn ang="0">
                <a:pos x="connsiteX90355" y="connsiteY90355"/>
              </a:cxn>
              <a:cxn ang="0">
                <a:pos x="connsiteX90356" y="connsiteY90356"/>
              </a:cxn>
              <a:cxn ang="0">
                <a:pos x="connsiteX90357" y="connsiteY90357"/>
              </a:cxn>
              <a:cxn ang="0">
                <a:pos x="connsiteX90358" y="connsiteY90358"/>
              </a:cxn>
              <a:cxn ang="0">
                <a:pos x="connsiteX90359" y="connsiteY90359"/>
              </a:cxn>
              <a:cxn ang="0">
                <a:pos x="connsiteX90360" y="connsiteY90360"/>
              </a:cxn>
              <a:cxn ang="0">
                <a:pos x="connsiteX90361" y="connsiteY90361"/>
              </a:cxn>
              <a:cxn ang="0">
                <a:pos x="connsiteX90362" y="connsiteY90362"/>
              </a:cxn>
              <a:cxn ang="0">
                <a:pos x="connsiteX90363" y="connsiteY90363"/>
              </a:cxn>
              <a:cxn ang="0">
                <a:pos x="connsiteX90364" y="connsiteY90364"/>
              </a:cxn>
              <a:cxn ang="0">
                <a:pos x="connsiteX90365" y="connsiteY90365"/>
              </a:cxn>
              <a:cxn ang="0">
                <a:pos x="connsiteX90366" y="connsiteY90366"/>
              </a:cxn>
              <a:cxn ang="0">
                <a:pos x="connsiteX90367" y="connsiteY90367"/>
              </a:cxn>
              <a:cxn ang="0">
                <a:pos x="connsiteX90368" y="connsiteY90368"/>
              </a:cxn>
              <a:cxn ang="0">
                <a:pos x="connsiteX90369" y="connsiteY90369"/>
              </a:cxn>
              <a:cxn ang="0">
                <a:pos x="connsiteX90370" y="connsiteY90370"/>
              </a:cxn>
              <a:cxn ang="0">
                <a:pos x="connsiteX90371" y="connsiteY90371"/>
              </a:cxn>
              <a:cxn ang="0">
                <a:pos x="connsiteX90372" y="connsiteY90372"/>
              </a:cxn>
              <a:cxn ang="0">
                <a:pos x="connsiteX90373" y="connsiteY90373"/>
              </a:cxn>
              <a:cxn ang="0">
                <a:pos x="connsiteX90374" y="connsiteY90374"/>
              </a:cxn>
              <a:cxn ang="0">
                <a:pos x="connsiteX90375" y="connsiteY90375"/>
              </a:cxn>
              <a:cxn ang="0">
                <a:pos x="connsiteX90376" y="connsiteY90376"/>
              </a:cxn>
              <a:cxn ang="0">
                <a:pos x="connsiteX90377" y="connsiteY90377"/>
              </a:cxn>
              <a:cxn ang="0">
                <a:pos x="connsiteX90378" y="connsiteY90378"/>
              </a:cxn>
              <a:cxn ang="0">
                <a:pos x="connsiteX90379" y="connsiteY90379"/>
              </a:cxn>
              <a:cxn ang="0">
                <a:pos x="connsiteX90380" y="connsiteY90380"/>
              </a:cxn>
              <a:cxn ang="0">
                <a:pos x="connsiteX90381" y="connsiteY90381"/>
              </a:cxn>
              <a:cxn ang="0">
                <a:pos x="connsiteX90382" y="connsiteY90382"/>
              </a:cxn>
              <a:cxn ang="0">
                <a:pos x="connsiteX90383" y="connsiteY90383"/>
              </a:cxn>
              <a:cxn ang="0">
                <a:pos x="connsiteX90384" y="connsiteY90384"/>
              </a:cxn>
              <a:cxn ang="0">
                <a:pos x="connsiteX90385" y="connsiteY90385"/>
              </a:cxn>
              <a:cxn ang="0">
                <a:pos x="connsiteX90386" y="connsiteY90386"/>
              </a:cxn>
              <a:cxn ang="0">
                <a:pos x="connsiteX90387" y="connsiteY90387"/>
              </a:cxn>
              <a:cxn ang="0">
                <a:pos x="connsiteX90388" y="connsiteY90388"/>
              </a:cxn>
              <a:cxn ang="0">
                <a:pos x="connsiteX90389" y="connsiteY90389"/>
              </a:cxn>
              <a:cxn ang="0">
                <a:pos x="connsiteX90390" y="connsiteY90390"/>
              </a:cxn>
              <a:cxn ang="0">
                <a:pos x="connsiteX90391" y="connsiteY90391"/>
              </a:cxn>
              <a:cxn ang="0">
                <a:pos x="connsiteX90392" y="connsiteY90392"/>
              </a:cxn>
              <a:cxn ang="0">
                <a:pos x="connsiteX90393" y="connsiteY90393"/>
              </a:cxn>
              <a:cxn ang="0">
                <a:pos x="connsiteX90394" y="connsiteY90394"/>
              </a:cxn>
              <a:cxn ang="0">
                <a:pos x="connsiteX90395" y="connsiteY90395"/>
              </a:cxn>
              <a:cxn ang="0">
                <a:pos x="connsiteX90396" y="connsiteY90396"/>
              </a:cxn>
              <a:cxn ang="0">
                <a:pos x="connsiteX90397" y="connsiteY90397"/>
              </a:cxn>
              <a:cxn ang="0">
                <a:pos x="connsiteX90398" y="connsiteY90398"/>
              </a:cxn>
              <a:cxn ang="0">
                <a:pos x="connsiteX90399" y="connsiteY90399"/>
              </a:cxn>
              <a:cxn ang="0">
                <a:pos x="connsiteX90400" y="connsiteY90400"/>
              </a:cxn>
              <a:cxn ang="0">
                <a:pos x="connsiteX90401" y="connsiteY90401"/>
              </a:cxn>
              <a:cxn ang="0">
                <a:pos x="connsiteX90402" y="connsiteY90402"/>
              </a:cxn>
              <a:cxn ang="0">
                <a:pos x="connsiteX90403" y="connsiteY90403"/>
              </a:cxn>
              <a:cxn ang="0">
                <a:pos x="connsiteX90404" y="connsiteY90404"/>
              </a:cxn>
              <a:cxn ang="0">
                <a:pos x="connsiteX90405" y="connsiteY90405"/>
              </a:cxn>
              <a:cxn ang="0">
                <a:pos x="connsiteX90406" y="connsiteY90406"/>
              </a:cxn>
              <a:cxn ang="0">
                <a:pos x="connsiteX90407" y="connsiteY90407"/>
              </a:cxn>
              <a:cxn ang="0">
                <a:pos x="connsiteX90408" y="connsiteY90408"/>
              </a:cxn>
              <a:cxn ang="0">
                <a:pos x="connsiteX90409" y="connsiteY90409"/>
              </a:cxn>
              <a:cxn ang="0">
                <a:pos x="connsiteX90410" y="connsiteY90410"/>
              </a:cxn>
              <a:cxn ang="0">
                <a:pos x="connsiteX90411" y="connsiteY90411"/>
              </a:cxn>
              <a:cxn ang="0">
                <a:pos x="connsiteX90412" y="connsiteY90412"/>
              </a:cxn>
              <a:cxn ang="0">
                <a:pos x="connsiteX90413" y="connsiteY90413"/>
              </a:cxn>
              <a:cxn ang="0">
                <a:pos x="connsiteX90414" y="connsiteY90414"/>
              </a:cxn>
              <a:cxn ang="0">
                <a:pos x="connsiteX90415" y="connsiteY90415"/>
              </a:cxn>
              <a:cxn ang="0">
                <a:pos x="connsiteX90416" y="connsiteY90416"/>
              </a:cxn>
              <a:cxn ang="0">
                <a:pos x="connsiteX90417" y="connsiteY90417"/>
              </a:cxn>
              <a:cxn ang="0">
                <a:pos x="connsiteX90418" y="connsiteY90418"/>
              </a:cxn>
              <a:cxn ang="0">
                <a:pos x="connsiteX90419" y="connsiteY90419"/>
              </a:cxn>
              <a:cxn ang="0">
                <a:pos x="connsiteX90420" y="connsiteY90420"/>
              </a:cxn>
              <a:cxn ang="0">
                <a:pos x="connsiteX90421" y="connsiteY90421"/>
              </a:cxn>
              <a:cxn ang="0">
                <a:pos x="connsiteX90422" y="connsiteY90422"/>
              </a:cxn>
              <a:cxn ang="0">
                <a:pos x="connsiteX90423" y="connsiteY90423"/>
              </a:cxn>
              <a:cxn ang="0">
                <a:pos x="connsiteX90424" y="connsiteY90424"/>
              </a:cxn>
              <a:cxn ang="0">
                <a:pos x="connsiteX90425" y="connsiteY90425"/>
              </a:cxn>
              <a:cxn ang="0">
                <a:pos x="connsiteX90426" y="connsiteY90426"/>
              </a:cxn>
              <a:cxn ang="0">
                <a:pos x="connsiteX90427" y="connsiteY90427"/>
              </a:cxn>
              <a:cxn ang="0">
                <a:pos x="connsiteX90428" y="connsiteY90428"/>
              </a:cxn>
              <a:cxn ang="0">
                <a:pos x="connsiteX90429" y="connsiteY90429"/>
              </a:cxn>
              <a:cxn ang="0">
                <a:pos x="connsiteX90430" y="connsiteY90430"/>
              </a:cxn>
              <a:cxn ang="0">
                <a:pos x="connsiteX90431" y="connsiteY90431"/>
              </a:cxn>
              <a:cxn ang="0">
                <a:pos x="connsiteX90432" y="connsiteY90432"/>
              </a:cxn>
              <a:cxn ang="0">
                <a:pos x="connsiteX90433" y="connsiteY90433"/>
              </a:cxn>
              <a:cxn ang="0">
                <a:pos x="connsiteX90434" y="connsiteY90434"/>
              </a:cxn>
              <a:cxn ang="0">
                <a:pos x="connsiteX90435" y="connsiteY90435"/>
              </a:cxn>
              <a:cxn ang="0">
                <a:pos x="connsiteX90436" y="connsiteY90436"/>
              </a:cxn>
              <a:cxn ang="0">
                <a:pos x="connsiteX90437" y="connsiteY90437"/>
              </a:cxn>
              <a:cxn ang="0">
                <a:pos x="connsiteX90438" y="connsiteY90438"/>
              </a:cxn>
              <a:cxn ang="0">
                <a:pos x="connsiteX90439" y="connsiteY90439"/>
              </a:cxn>
              <a:cxn ang="0">
                <a:pos x="connsiteX90440" y="connsiteY90440"/>
              </a:cxn>
              <a:cxn ang="0">
                <a:pos x="connsiteX90441" y="connsiteY90441"/>
              </a:cxn>
              <a:cxn ang="0">
                <a:pos x="connsiteX90442" y="connsiteY90442"/>
              </a:cxn>
              <a:cxn ang="0">
                <a:pos x="connsiteX90443" y="connsiteY90443"/>
              </a:cxn>
              <a:cxn ang="0">
                <a:pos x="connsiteX90444" y="connsiteY90444"/>
              </a:cxn>
              <a:cxn ang="0">
                <a:pos x="connsiteX90445" y="connsiteY90445"/>
              </a:cxn>
              <a:cxn ang="0">
                <a:pos x="connsiteX90446" y="connsiteY90446"/>
              </a:cxn>
              <a:cxn ang="0">
                <a:pos x="connsiteX90447" y="connsiteY90447"/>
              </a:cxn>
              <a:cxn ang="0">
                <a:pos x="connsiteX90448" y="connsiteY90448"/>
              </a:cxn>
              <a:cxn ang="0">
                <a:pos x="connsiteX90449" y="connsiteY90449"/>
              </a:cxn>
              <a:cxn ang="0">
                <a:pos x="connsiteX90450" y="connsiteY90450"/>
              </a:cxn>
              <a:cxn ang="0">
                <a:pos x="connsiteX90451" y="connsiteY90451"/>
              </a:cxn>
              <a:cxn ang="0">
                <a:pos x="connsiteX90452" y="connsiteY90452"/>
              </a:cxn>
              <a:cxn ang="0">
                <a:pos x="connsiteX90453" y="connsiteY90453"/>
              </a:cxn>
              <a:cxn ang="0">
                <a:pos x="connsiteX90454" y="connsiteY90454"/>
              </a:cxn>
              <a:cxn ang="0">
                <a:pos x="connsiteX90455" y="connsiteY90455"/>
              </a:cxn>
              <a:cxn ang="0">
                <a:pos x="connsiteX90456" y="connsiteY90456"/>
              </a:cxn>
              <a:cxn ang="0">
                <a:pos x="connsiteX90457" y="connsiteY90457"/>
              </a:cxn>
              <a:cxn ang="0">
                <a:pos x="connsiteX90458" y="connsiteY90458"/>
              </a:cxn>
              <a:cxn ang="0">
                <a:pos x="connsiteX90459" y="connsiteY90459"/>
              </a:cxn>
              <a:cxn ang="0">
                <a:pos x="connsiteX90460" y="connsiteY90460"/>
              </a:cxn>
              <a:cxn ang="0">
                <a:pos x="connsiteX90461" y="connsiteY90461"/>
              </a:cxn>
              <a:cxn ang="0">
                <a:pos x="connsiteX90462" y="connsiteY90462"/>
              </a:cxn>
              <a:cxn ang="0">
                <a:pos x="connsiteX90463" y="connsiteY90463"/>
              </a:cxn>
              <a:cxn ang="0">
                <a:pos x="connsiteX90464" y="connsiteY90464"/>
              </a:cxn>
              <a:cxn ang="0">
                <a:pos x="connsiteX90465" y="connsiteY90465"/>
              </a:cxn>
              <a:cxn ang="0">
                <a:pos x="connsiteX90466" y="connsiteY90466"/>
              </a:cxn>
              <a:cxn ang="0">
                <a:pos x="connsiteX90467" y="connsiteY90467"/>
              </a:cxn>
              <a:cxn ang="0">
                <a:pos x="connsiteX90468" y="connsiteY90468"/>
              </a:cxn>
              <a:cxn ang="0">
                <a:pos x="connsiteX90469" y="connsiteY90469"/>
              </a:cxn>
              <a:cxn ang="0">
                <a:pos x="connsiteX90470" y="connsiteY90470"/>
              </a:cxn>
              <a:cxn ang="0">
                <a:pos x="connsiteX90471" y="connsiteY90471"/>
              </a:cxn>
              <a:cxn ang="0">
                <a:pos x="connsiteX90472" y="connsiteY90472"/>
              </a:cxn>
              <a:cxn ang="0">
                <a:pos x="connsiteX90473" y="connsiteY90473"/>
              </a:cxn>
              <a:cxn ang="0">
                <a:pos x="connsiteX90474" y="connsiteY90474"/>
              </a:cxn>
              <a:cxn ang="0">
                <a:pos x="connsiteX90475" y="connsiteY90475"/>
              </a:cxn>
              <a:cxn ang="0">
                <a:pos x="connsiteX90476" y="connsiteY90476"/>
              </a:cxn>
              <a:cxn ang="0">
                <a:pos x="connsiteX90477" y="connsiteY90477"/>
              </a:cxn>
              <a:cxn ang="0">
                <a:pos x="connsiteX90478" y="connsiteY90478"/>
              </a:cxn>
              <a:cxn ang="0">
                <a:pos x="connsiteX90479" y="connsiteY90479"/>
              </a:cxn>
              <a:cxn ang="0">
                <a:pos x="connsiteX90480" y="connsiteY90480"/>
              </a:cxn>
              <a:cxn ang="0">
                <a:pos x="connsiteX90481" y="connsiteY90481"/>
              </a:cxn>
              <a:cxn ang="0">
                <a:pos x="connsiteX90482" y="connsiteY90482"/>
              </a:cxn>
              <a:cxn ang="0">
                <a:pos x="connsiteX90483" y="connsiteY90483"/>
              </a:cxn>
              <a:cxn ang="0">
                <a:pos x="connsiteX90484" y="connsiteY90484"/>
              </a:cxn>
              <a:cxn ang="0">
                <a:pos x="connsiteX90485" y="connsiteY90485"/>
              </a:cxn>
              <a:cxn ang="0">
                <a:pos x="connsiteX90486" y="connsiteY90486"/>
              </a:cxn>
              <a:cxn ang="0">
                <a:pos x="connsiteX90487" y="connsiteY90487"/>
              </a:cxn>
              <a:cxn ang="0">
                <a:pos x="connsiteX90488" y="connsiteY90488"/>
              </a:cxn>
              <a:cxn ang="0">
                <a:pos x="connsiteX90489" y="connsiteY90489"/>
              </a:cxn>
              <a:cxn ang="0">
                <a:pos x="connsiteX90490" y="connsiteY90490"/>
              </a:cxn>
              <a:cxn ang="0">
                <a:pos x="connsiteX90491" y="connsiteY90491"/>
              </a:cxn>
              <a:cxn ang="0">
                <a:pos x="connsiteX90492" y="connsiteY90492"/>
              </a:cxn>
              <a:cxn ang="0">
                <a:pos x="connsiteX90493" y="connsiteY90493"/>
              </a:cxn>
              <a:cxn ang="0">
                <a:pos x="connsiteX90494" y="connsiteY90494"/>
              </a:cxn>
              <a:cxn ang="0">
                <a:pos x="connsiteX90495" y="connsiteY90495"/>
              </a:cxn>
              <a:cxn ang="0">
                <a:pos x="connsiteX90496" y="connsiteY90496"/>
              </a:cxn>
              <a:cxn ang="0">
                <a:pos x="connsiteX90497" y="connsiteY90497"/>
              </a:cxn>
              <a:cxn ang="0">
                <a:pos x="connsiteX90498" y="connsiteY90498"/>
              </a:cxn>
              <a:cxn ang="0">
                <a:pos x="connsiteX90499" y="connsiteY90499"/>
              </a:cxn>
              <a:cxn ang="0">
                <a:pos x="connsiteX90500" y="connsiteY90500"/>
              </a:cxn>
              <a:cxn ang="0">
                <a:pos x="connsiteX90501" y="connsiteY90501"/>
              </a:cxn>
              <a:cxn ang="0">
                <a:pos x="connsiteX90502" y="connsiteY90502"/>
              </a:cxn>
              <a:cxn ang="0">
                <a:pos x="connsiteX90503" y="connsiteY90503"/>
              </a:cxn>
              <a:cxn ang="0">
                <a:pos x="connsiteX90504" y="connsiteY90504"/>
              </a:cxn>
              <a:cxn ang="0">
                <a:pos x="connsiteX90505" y="connsiteY90505"/>
              </a:cxn>
              <a:cxn ang="0">
                <a:pos x="connsiteX90506" y="connsiteY90506"/>
              </a:cxn>
              <a:cxn ang="0">
                <a:pos x="connsiteX90507" y="connsiteY90507"/>
              </a:cxn>
              <a:cxn ang="0">
                <a:pos x="connsiteX90508" y="connsiteY90508"/>
              </a:cxn>
              <a:cxn ang="0">
                <a:pos x="connsiteX90509" y="connsiteY90509"/>
              </a:cxn>
              <a:cxn ang="0">
                <a:pos x="connsiteX90510" y="connsiteY90510"/>
              </a:cxn>
              <a:cxn ang="0">
                <a:pos x="connsiteX90511" y="connsiteY90511"/>
              </a:cxn>
              <a:cxn ang="0">
                <a:pos x="connsiteX90512" y="connsiteY90512"/>
              </a:cxn>
              <a:cxn ang="0">
                <a:pos x="connsiteX90513" y="connsiteY90513"/>
              </a:cxn>
              <a:cxn ang="0">
                <a:pos x="connsiteX90514" y="connsiteY90514"/>
              </a:cxn>
              <a:cxn ang="0">
                <a:pos x="connsiteX90515" y="connsiteY90515"/>
              </a:cxn>
              <a:cxn ang="0">
                <a:pos x="connsiteX90516" y="connsiteY90516"/>
              </a:cxn>
              <a:cxn ang="0">
                <a:pos x="connsiteX90517" y="connsiteY90517"/>
              </a:cxn>
              <a:cxn ang="0">
                <a:pos x="connsiteX90518" y="connsiteY90518"/>
              </a:cxn>
              <a:cxn ang="0">
                <a:pos x="connsiteX90519" y="connsiteY90519"/>
              </a:cxn>
              <a:cxn ang="0">
                <a:pos x="connsiteX90520" y="connsiteY90520"/>
              </a:cxn>
              <a:cxn ang="0">
                <a:pos x="connsiteX90521" y="connsiteY90521"/>
              </a:cxn>
              <a:cxn ang="0">
                <a:pos x="connsiteX90522" y="connsiteY90522"/>
              </a:cxn>
              <a:cxn ang="0">
                <a:pos x="connsiteX90523" y="connsiteY90523"/>
              </a:cxn>
              <a:cxn ang="0">
                <a:pos x="connsiteX90524" y="connsiteY90524"/>
              </a:cxn>
              <a:cxn ang="0">
                <a:pos x="connsiteX90525" y="connsiteY90525"/>
              </a:cxn>
              <a:cxn ang="0">
                <a:pos x="connsiteX90526" y="connsiteY90526"/>
              </a:cxn>
              <a:cxn ang="0">
                <a:pos x="connsiteX90527" y="connsiteY90527"/>
              </a:cxn>
              <a:cxn ang="0">
                <a:pos x="connsiteX90528" y="connsiteY90528"/>
              </a:cxn>
              <a:cxn ang="0">
                <a:pos x="connsiteX90529" y="connsiteY90529"/>
              </a:cxn>
              <a:cxn ang="0">
                <a:pos x="connsiteX90530" y="connsiteY90530"/>
              </a:cxn>
              <a:cxn ang="0">
                <a:pos x="connsiteX90531" y="connsiteY90531"/>
              </a:cxn>
              <a:cxn ang="0">
                <a:pos x="connsiteX90532" y="connsiteY90532"/>
              </a:cxn>
              <a:cxn ang="0">
                <a:pos x="connsiteX90533" y="connsiteY90533"/>
              </a:cxn>
              <a:cxn ang="0">
                <a:pos x="connsiteX90534" y="connsiteY90534"/>
              </a:cxn>
              <a:cxn ang="0">
                <a:pos x="connsiteX90535" y="connsiteY90535"/>
              </a:cxn>
              <a:cxn ang="0">
                <a:pos x="connsiteX90536" y="connsiteY90536"/>
              </a:cxn>
              <a:cxn ang="0">
                <a:pos x="connsiteX90537" y="connsiteY90537"/>
              </a:cxn>
              <a:cxn ang="0">
                <a:pos x="connsiteX90538" y="connsiteY90538"/>
              </a:cxn>
              <a:cxn ang="0">
                <a:pos x="connsiteX90539" y="connsiteY90539"/>
              </a:cxn>
              <a:cxn ang="0">
                <a:pos x="connsiteX90540" y="connsiteY90540"/>
              </a:cxn>
              <a:cxn ang="0">
                <a:pos x="connsiteX90541" y="connsiteY90541"/>
              </a:cxn>
              <a:cxn ang="0">
                <a:pos x="connsiteX90542" y="connsiteY90542"/>
              </a:cxn>
              <a:cxn ang="0">
                <a:pos x="connsiteX90543" y="connsiteY90543"/>
              </a:cxn>
              <a:cxn ang="0">
                <a:pos x="connsiteX90544" y="connsiteY90544"/>
              </a:cxn>
              <a:cxn ang="0">
                <a:pos x="connsiteX90545" y="connsiteY90545"/>
              </a:cxn>
              <a:cxn ang="0">
                <a:pos x="connsiteX90546" y="connsiteY90546"/>
              </a:cxn>
              <a:cxn ang="0">
                <a:pos x="connsiteX90547" y="connsiteY90547"/>
              </a:cxn>
              <a:cxn ang="0">
                <a:pos x="connsiteX90548" y="connsiteY90548"/>
              </a:cxn>
              <a:cxn ang="0">
                <a:pos x="connsiteX90549" y="connsiteY90549"/>
              </a:cxn>
              <a:cxn ang="0">
                <a:pos x="connsiteX90550" y="connsiteY90550"/>
              </a:cxn>
              <a:cxn ang="0">
                <a:pos x="connsiteX90551" y="connsiteY90551"/>
              </a:cxn>
              <a:cxn ang="0">
                <a:pos x="connsiteX90552" y="connsiteY90552"/>
              </a:cxn>
              <a:cxn ang="0">
                <a:pos x="connsiteX90553" y="connsiteY90553"/>
              </a:cxn>
              <a:cxn ang="0">
                <a:pos x="connsiteX90554" y="connsiteY90554"/>
              </a:cxn>
              <a:cxn ang="0">
                <a:pos x="connsiteX90555" y="connsiteY90555"/>
              </a:cxn>
              <a:cxn ang="0">
                <a:pos x="connsiteX90556" y="connsiteY90556"/>
              </a:cxn>
              <a:cxn ang="0">
                <a:pos x="connsiteX90557" y="connsiteY90557"/>
              </a:cxn>
              <a:cxn ang="0">
                <a:pos x="connsiteX90558" y="connsiteY90558"/>
              </a:cxn>
              <a:cxn ang="0">
                <a:pos x="connsiteX90559" y="connsiteY90559"/>
              </a:cxn>
              <a:cxn ang="0">
                <a:pos x="connsiteX90560" y="connsiteY90560"/>
              </a:cxn>
              <a:cxn ang="0">
                <a:pos x="connsiteX90561" y="connsiteY90561"/>
              </a:cxn>
              <a:cxn ang="0">
                <a:pos x="connsiteX90562" y="connsiteY90562"/>
              </a:cxn>
              <a:cxn ang="0">
                <a:pos x="connsiteX90563" y="connsiteY90563"/>
              </a:cxn>
              <a:cxn ang="0">
                <a:pos x="connsiteX90564" y="connsiteY90564"/>
              </a:cxn>
              <a:cxn ang="0">
                <a:pos x="connsiteX90565" y="connsiteY90565"/>
              </a:cxn>
              <a:cxn ang="0">
                <a:pos x="connsiteX90566" y="connsiteY90566"/>
              </a:cxn>
              <a:cxn ang="0">
                <a:pos x="connsiteX90567" y="connsiteY90567"/>
              </a:cxn>
              <a:cxn ang="0">
                <a:pos x="connsiteX90568" y="connsiteY90568"/>
              </a:cxn>
              <a:cxn ang="0">
                <a:pos x="connsiteX90569" y="connsiteY90569"/>
              </a:cxn>
              <a:cxn ang="0">
                <a:pos x="connsiteX90570" y="connsiteY90570"/>
              </a:cxn>
              <a:cxn ang="0">
                <a:pos x="connsiteX90571" y="connsiteY90571"/>
              </a:cxn>
              <a:cxn ang="0">
                <a:pos x="connsiteX90572" y="connsiteY90572"/>
              </a:cxn>
              <a:cxn ang="0">
                <a:pos x="connsiteX90573" y="connsiteY90573"/>
              </a:cxn>
              <a:cxn ang="0">
                <a:pos x="connsiteX90574" y="connsiteY90574"/>
              </a:cxn>
              <a:cxn ang="0">
                <a:pos x="connsiteX90575" y="connsiteY90575"/>
              </a:cxn>
              <a:cxn ang="0">
                <a:pos x="connsiteX90576" y="connsiteY90576"/>
              </a:cxn>
              <a:cxn ang="0">
                <a:pos x="connsiteX90577" y="connsiteY90577"/>
              </a:cxn>
              <a:cxn ang="0">
                <a:pos x="connsiteX90578" y="connsiteY90578"/>
              </a:cxn>
              <a:cxn ang="0">
                <a:pos x="connsiteX90579" y="connsiteY90579"/>
              </a:cxn>
              <a:cxn ang="0">
                <a:pos x="connsiteX90580" y="connsiteY90580"/>
              </a:cxn>
              <a:cxn ang="0">
                <a:pos x="connsiteX90581" y="connsiteY90581"/>
              </a:cxn>
              <a:cxn ang="0">
                <a:pos x="connsiteX90582" y="connsiteY90582"/>
              </a:cxn>
              <a:cxn ang="0">
                <a:pos x="connsiteX90583" y="connsiteY90583"/>
              </a:cxn>
              <a:cxn ang="0">
                <a:pos x="connsiteX90584" y="connsiteY90584"/>
              </a:cxn>
              <a:cxn ang="0">
                <a:pos x="connsiteX90585" y="connsiteY90585"/>
              </a:cxn>
              <a:cxn ang="0">
                <a:pos x="connsiteX90586" y="connsiteY90586"/>
              </a:cxn>
              <a:cxn ang="0">
                <a:pos x="connsiteX90587" y="connsiteY90587"/>
              </a:cxn>
              <a:cxn ang="0">
                <a:pos x="connsiteX90588" y="connsiteY90588"/>
              </a:cxn>
              <a:cxn ang="0">
                <a:pos x="connsiteX90589" y="connsiteY90589"/>
              </a:cxn>
              <a:cxn ang="0">
                <a:pos x="connsiteX90590" y="connsiteY90590"/>
              </a:cxn>
              <a:cxn ang="0">
                <a:pos x="connsiteX90591" y="connsiteY90591"/>
              </a:cxn>
              <a:cxn ang="0">
                <a:pos x="connsiteX90592" y="connsiteY90592"/>
              </a:cxn>
              <a:cxn ang="0">
                <a:pos x="connsiteX90593" y="connsiteY90593"/>
              </a:cxn>
              <a:cxn ang="0">
                <a:pos x="connsiteX90594" y="connsiteY90594"/>
              </a:cxn>
              <a:cxn ang="0">
                <a:pos x="connsiteX90595" y="connsiteY90595"/>
              </a:cxn>
              <a:cxn ang="0">
                <a:pos x="connsiteX90596" y="connsiteY90596"/>
              </a:cxn>
              <a:cxn ang="0">
                <a:pos x="connsiteX90597" y="connsiteY90597"/>
              </a:cxn>
              <a:cxn ang="0">
                <a:pos x="connsiteX90598" y="connsiteY90598"/>
              </a:cxn>
              <a:cxn ang="0">
                <a:pos x="connsiteX90599" y="connsiteY90599"/>
              </a:cxn>
              <a:cxn ang="0">
                <a:pos x="connsiteX90600" y="connsiteY90600"/>
              </a:cxn>
              <a:cxn ang="0">
                <a:pos x="connsiteX90601" y="connsiteY90601"/>
              </a:cxn>
              <a:cxn ang="0">
                <a:pos x="connsiteX90602" y="connsiteY90602"/>
              </a:cxn>
              <a:cxn ang="0">
                <a:pos x="connsiteX90603" y="connsiteY90603"/>
              </a:cxn>
              <a:cxn ang="0">
                <a:pos x="connsiteX90604" y="connsiteY90604"/>
              </a:cxn>
              <a:cxn ang="0">
                <a:pos x="connsiteX90605" y="connsiteY90605"/>
              </a:cxn>
              <a:cxn ang="0">
                <a:pos x="connsiteX90606" y="connsiteY90606"/>
              </a:cxn>
              <a:cxn ang="0">
                <a:pos x="connsiteX90607" y="connsiteY90607"/>
              </a:cxn>
              <a:cxn ang="0">
                <a:pos x="connsiteX90608" y="connsiteY90608"/>
              </a:cxn>
              <a:cxn ang="0">
                <a:pos x="connsiteX90609" y="connsiteY90609"/>
              </a:cxn>
              <a:cxn ang="0">
                <a:pos x="connsiteX90610" y="connsiteY90610"/>
              </a:cxn>
              <a:cxn ang="0">
                <a:pos x="connsiteX90611" y="connsiteY90611"/>
              </a:cxn>
              <a:cxn ang="0">
                <a:pos x="connsiteX90612" y="connsiteY90612"/>
              </a:cxn>
              <a:cxn ang="0">
                <a:pos x="connsiteX90613" y="connsiteY90613"/>
              </a:cxn>
              <a:cxn ang="0">
                <a:pos x="connsiteX90614" y="connsiteY90614"/>
              </a:cxn>
              <a:cxn ang="0">
                <a:pos x="connsiteX90615" y="connsiteY90615"/>
              </a:cxn>
              <a:cxn ang="0">
                <a:pos x="connsiteX90616" y="connsiteY90616"/>
              </a:cxn>
              <a:cxn ang="0">
                <a:pos x="connsiteX90617" y="connsiteY90617"/>
              </a:cxn>
              <a:cxn ang="0">
                <a:pos x="connsiteX90618" y="connsiteY90618"/>
              </a:cxn>
              <a:cxn ang="0">
                <a:pos x="connsiteX90619" y="connsiteY90619"/>
              </a:cxn>
              <a:cxn ang="0">
                <a:pos x="connsiteX90620" y="connsiteY90620"/>
              </a:cxn>
              <a:cxn ang="0">
                <a:pos x="connsiteX90621" y="connsiteY90621"/>
              </a:cxn>
              <a:cxn ang="0">
                <a:pos x="connsiteX90622" y="connsiteY90622"/>
              </a:cxn>
              <a:cxn ang="0">
                <a:pos x="connsiteX90623" y="connsiteY90623"/>
              </a:cxn>
              <a:cxn ang="0">
                <a:pos x="connsiteX90624" y="connsiteY90624"/>
              </a:cxn>
              <a:cxn ang="0">
                <a:pos x="connsiteX90625" y="connsiteY90625"/>
              </a:cxn>
              <a:cxn ang="0">
                <a:pos x="connsiteX90626" y="connsiteY90626"/>
              </a:cxn>
              <a:cxn ang="0">
                <a:pos x="connsiteX90627" y="connsiteY90627"/>
              </a:cxn>
              <a:cxn ang="0">
                <a:pos x="connsiteX90628" y="connsiteY90628"/>
              </a:cxn>
              <a:cxn ang="0">
                <a:pos x="connsiteX90629" y="connsiteY90629"/>
              </a:cxn>
              <a:cxn ang="0">
                <a:pos x="connsiteX90630" y="connsiteY90630"/>
              </a:cxn>
              <a:cxn ang="0">
                <a:pos x="connsiteX90631" y="connsiteY90631"/>
              </a:cxn>
              <a:cxn ang="0">
                <a:pos x="connsiteX90632" y="connsiteY90632"/>
              </a:cxn>
              <a:cxn ang="0">
                <a:pos x="connsiteX90633" y="connsiteY90633"/>
              </a:cxn>
              <a:cxn ang="0">
                <a:pos x="connsiteX90634" y="connsiteY90634"/>
              </a:cxn>
              <a:cxn ang="0">
                <a:pos x="connsiteX90635" y="connsiteY90635"/>
              </a:cxn>
              <a:cxn ang="0">
                <a:pos x="connsiteX90636" y="connsiteY90636"/>
              </a:cxn>
              <a:cxn ang="0">
                <a:pos x="connsiteX90637" y="connsiteY90637"/>
              </a:cxn>
              <a:cxn ang="0">
                <a:pos x="connsiteX90638" y="connsiteY90638"/>
              </a:cxn>
              <a:cxn ang="0">
                <a:pos x="connsiteX90639" y="connsiteY90639"/>
              </a:cxn>
              <a:cxn ang="0">
                <a:pos x="connsiteX90640" y="connsiteY90640"/>
              </a:cxn>
              <a:cxn ang="0">
                <a:pos x="connsiteX90641" y="connsiteY90641"/>
              </a:cxn>
              <a:cxn ang="0">
                <a:pos x="connsiteX90642" y="connsiteY90642"/>
              </a:cxn>
              <a:cxn ang="0">
                <a:pos x="connsiteX90643" y="connsiteY90643"/>
              </a:cxn>
              <a:cxn ang="0">
                <a:pos x="connsiteX90644" y="connsiteY90644"/>
              </a:cxn>
              <a:cxn ang="0">
                <a:pos x="connsiteX90645" y="connsiteY90645"/>
              </a:cxn>
              <a:cxn ang="0">
                <a:pos x="connsiteX90646" y="connsiteY90646"/>
              </a:cxn>
              <a:cxn ang="0">
                <a:pos x="connsiteX90647" y="connsiteY90647"/>
              </a:cxn>
              <a:cxn ang="0">
                <a:pos x="connsiteX90648" y="connsiteY90648"/>
              </a:cxn>
              <a:cxn ang="0">
                <a:pos x="connsiteX90649" y="connsiteY90649"/>
              </a:cxn>
              <a:cxn ang="0">
                <a:pos x="connsiteX90650" y="connsiteY90650"/>
              </a:cxn>
              <a:cxn ang="0">
                <a:pos x="connsiteX90651" y="connsiteY90651"/>
              </a:cxn>
              <a:cxn ang="0">
                <a:pos x="connsiteX90652" y="connsiteY90652"/>
              </a:cxn>
              <a:cxn ang="0">
                <a:pos x="connsiteX90653" y="connsiteY90653"/>
              </a:cxn>
              <a:cxn ang="0">
                <a:pos x="connsiteX90654" y="connsiteY90654"/>
              </a:cxn>
              <a:cxn ang="0">
                <a:pos x="connsiteX90655" y="connsiteY90655"/>
              </a:cxn>
              <a:cxn ang="0">
                <a:pos x="connsiteX90656" y="connsiteY90656"/>
              </a:cxn>
              <a:cxn ang="0">
                <a:pos x="connsiteX90657" y="connsiteY90657"/>
              </a:cxn>
              <a:cxn ang="0">
                <a:pos x="connsiteX90658" y="connsiteY90658"/>
              </a:cxn>
              <a:cxn ang="0">
                <a:pos x="connsiteX90659" y="connsiteY90659"/>
              </a:cxn>
              <a:cxn ang="0">
                <a:pos x="connsiteX90660" y="connsiteY90660"/>
              </a:cxn>
              <a:cxn ang="0">
                <a:pos x="connsiteX90661" y="connsiteY90661"/>
              </a:cxn>
              <a:cxn ang="0">
                <a:pos x="connsiteX90662" y="connsiteY90662"/>
              </a:cxn>
              <a:cxn ang="0">
                <a:pos x="connsiteX90663" y="connsiteY90663"/>
              </a:cxn>
              <a:cxn ang="0">
                <a:pos x="connsiteX90664" y="connsiteY90664"/>
              </a:cxn>
              <a:cxn ang="0">
                <a:pos x="connsiteX90665" y="connsiteY90665"/>
              </a:cxn>
              <a:cxn ang="0">
                <a:pos x="connsiteX90666" y="connsiteY90666"/>
              </a:cxn>
              <a:cxn ang="0">
                <a:pos x="connsiteX90667" y="connsiteY90667"/>
              </a:cxn>
              <a:cxn ang="0">
                <a:pos x="connsiteX90668" y="connsiteY90668"/>
              </a:cxn>
              <a:cxn ang="0">
                <a:pos x="connsiteX90669" y="connsiteY90669"/>
              </a:cxn>
              <a:cxn ang="0">
                <a:pos x="connsiteX90670" y="connsiteY90670"/>
              </a:cxn>
              <a:cxn ang="0">
                <a:pos x="connsiteX90671" y="connsiteY90671"/>
              </a:cxn>
              <a:cxn ang="0">
                <a:pos x="connsiteX90672" y="connsiteY90672"/>
              </a:cxn>
              <a:cxn ang="0">
                <a:pos x="connsiteX90673" y="connsiteY90673"/>
              </a:cxn>
              <a:cxn ang="0">
                <a:pos x="connsiteX90674" y="connsiteY90674"/>
              </a:cxn>
              <a:cxn ang="0">
                <a:pos x="connsiteX90675" y="connsiteY90675"/>
              </a:cxn>
              <a:cxn ang="0">
                <a:pos x="connsiteX90676" y="connsiteY90676"/>
              </a:cxn>
              <a:cxn ang="0">
                <a:pos x="connsiteX90677" y="connsiteY90677"/>
              </a:cxn>
              <a:cxn ang="0">
                <a:pos x="connsiteX90678" y="connsiteY90678"/>
              </a:cxn>
              <a:cxn ang="0">
                <a:pos x="connsiteX90679" y="connsiteY90679"/>
              </a:cxn>
              <a:cxn ang="0">
                <a:pos x="connsiteX90680" y="connsiteY90680"/>
              </a:cxn>
              <a:cxn ang="0">
                <a:pos x="connsiteX90681" y="connsiteY90681"/>
              </a:cxn>
              <a:cxn ang="0">
                <a:pos x="connsiteX90682" y="connsiteY90682"/>
              </a:cxn>
              <a:cxn ang="0">
                <a:pos x="connsiteX90683" y="connsiteY90683"/>
              </a:cxn>
              <a:cxn ang="0">
                <a:pos x="connsiteX90684" y="connsiteY90684"/>
              </a:cxn>
              <a:cxn ang="0">
                <a:pos x="connsiteX90685" y="connsiteY90685"/>
              </a:cxn>
              <a:cxn ang="0">
                <a:pos x="connsiteX90686" y="connsiteY90686"/>
              </a:cxn>
              <a:cxn ang="0">
                <a:pos x="connsiteX90687" y="connsiteY90687"/>
              </a:cxn>
              <a:cxn ang="0">
                <a:pos x="connsiteX90688" y="connsiteY90688"/>
              </a:cxn>
              <a:cxn ang="0">
                <a:pos x="connsiteX90689" y="connsiteY90689"/>
              </a:cxn>
              <a:cxn ang="0">
                <a:pos x="connsiteX90690" y="connsiteY90690"/>
              </a:cxn>
              <a:cxn ang="0">
                <a:pos x="connsiteX90691" y="connsiteY90691"/>
              </a:cxn>
              <a:cxn ang="0">
                <a:pos x="connsiteX90692" y="connsiteY90692"/>
              </a:cxn>
              <a:cxn ang="0">
                <a:pos x="connsiteX90693" y="connsiteY90693"/>
              </a:cxn>
              <a:cxn ang="0">
                <a:pos x="connsiteX90694" y="connsiteY90694"/>
              </a:cxn>
              <a:cxn ang="0">
                <a:pos x="connsiteX90695" y="connsiteY90695"/>
              </a:cxn>
              <a:cxn ang="0">
                <a:pos x="connsiteX90696" y="connsiteY90696"/>
              </a:cxn>
              <a:cxn ang="0">
                <a:pos x="connsiteX90697" y="connsiteY90697"/>
              </a:cxn>
              <a:cxn ang="0">
                <a:pos x="connsiteX90698" y="connsiteY90698"/>
              </a:cxn>
              <a:cxn ang="0">
                <a:pos x="connsiteX90699" y="connsiteY90699"/>
              </a:cxn>
              <a:cxn ang="0">
                <a:pos x="connsiteX90700" y="connsiteY90700"/>
              </a:cxn>
              <a:cxn ang="0">
                <a:pos x="connsiteX90701" y="connsiteY90701"/>
              </a:cxn>
              <a:cxn ang="0">
                <a:pos x="connsiteX90702" y="connsiteY90702"/>
              </a:cxn>
              <a:cxn ang="0">
                <a:pos x="connsiteX90703" y="connsiteY90703"/>
              </a:cxn>
              <a:cxn ang="0">
                <a:pos x="connsiteX90704" y="connsiteY90704"/>
              </a:cxn>
              <a:cxn ang="0">
                <a:pos x="connsiteX90705" y="connsiteY90705"/>
              </a:cxn>
              <a:cxn ang="0">
                <a:pos x="connsiteX90706" y="connsiteY90706"/>
              </a:cxn>
              <a:cxn ang="0">
                <a:pos x="connsiteX90707" y="connsiteY90707"/>
              </a:cxn>
              <a:cxn ang="0">
                <a:pos x="connsiteX90708" y="connsiteY90708"/>
              </a:cxn>
              <a:cxn ang="0">
                <a:pos x="connsiteX90709" y="connsiteY90709"/>
              </a:cxn>
              <a:cxn ang="0">
                <a:pos x="connsiteX90710" y="connsiteY90710"/>
              </a:cxn>
              <a:cxn ang="0">
                <a:pos x="connsiteX90711" y="connsiteY90711"/>
              </a:cxn>
              <a:cxn ang="0">
                <a:pos x="connsiteX90712" y="connsiteY90712"/>
              </a:cxn>
              <a:cxn ang="0">
                <a:pos x="connsiteX90713" y="connsiteY90713"/>
              </a:cxn>
              <a:cxn ang="0">
                <a:pos x="connsiteX90714" y="connsiteY90714"/>
              </a:cxn>
              <a:cxn ang="0">
                <a:pos x="connsiteX90715" y="connsiteY90715"/>
              </a:cxn>
              <a:cxn ang="0">
                <a:pos x="connsiteX90716" y="connsiteY90716"/>
              </a:cxn>
              <a:cxn ang="0">
                <a:pos x="connsiteX90717" y="connsiteY90717"/>
              </a:cxn>
              <a:cxn ang="0">
                <a:pos x="connsiteX90718" y="connsiteY90718"/>
              </a:cxn>
              <a:cxn ang="0">
                <a:pos x="connsiteX90719" y="connsiteY90719"/>
              </a:cxn>
              <a:cxn ang="0">
                <a:pos x="connsiteX90720" y="connsiteY90720"/>
              </a:cxn>
              <a:cxn ang="0">
                <a:pos x="connsiteX90721" y="connsiteY90721"/>
              </a:cxn>
              <a:cxn ang="0">
                <a:pos x="connsiteX90722" y="connsiteY90722"/>
              </a:cxn>
              <a:cxn ang="0">
                <a:pos x="connsiteX90723" y="connsiteY90723"/>
              </a:cxn>
              <a:cxn ang="0">
                <a:pos x="connsiteX90724" y="connsiteY90724"/>
              </a:cxn>
              <a:cxn ang="0">
                <a:pos x="connsiteX90725" y="connsiteY90725"/>
              </a:cxn>
              <a:cxn ang="0">
                <a:pos x="connsiteX90726" y="connsiteY90726"/>
              </a:cxn>
              <a:cxn ang="0">
                <a:pos x="connsiteX90727" y="connsiteY90727"/>
              </a:cxn>
              <a:cxn ang="0">
                <a:pos x="connsiteX90728" y="connsiteY90728"/>
              </a:cxn>
              <a:cxn ang="0">
                <a:pos x="connsiteX90729" y="connsiteY90729"/>
              </a:cxn>
              <a:cxn ang="0">
                <a:pos x="connsiteX90730" y="connsiteY90730"/>
              </a:cxn>
              <a:cxn ang="0">
                <a:pos x="connsiteX90731" y="connsiteY90731"/>
              </a:cxn>
              <a:cxn ang="0">
                <a:pos x="connsiteX90732" y="connsiteY90732"/>
              </a:cxn>
              <a:cxn ang="0">
                <a:pos x="connsiteX90733" y="connsiteY90733"/>
              </a:cxn>
              <a:cxn ang="0">
                <a:pos x="connsiteX90734" y="connsiteY90734"/>
              </a:cxn>
              <a:cxn ang="0">
                <a:pos x="connsiteX90735" y="connsiteY90735"/>
              </a:cxn>
              <a:cxn ang="0">
                <a:pos x="connsiteX90736" y="connsiteY90736"/>
              </a:cxn>
              <a:cxn ang="0">
                <a:pos x="connsiteX90737" y="connsiteY90737"/>
              </a:cxn>
              <a:cxn ang="0">
                <a:pos x="connsiteX90738" y="connsiteY90738"/>
              </a:cxn>
              <a:cxn ang="0">
                <a:pos x="connsiteX90739" y="connsiteY90739"/>
              </a:cxn>
              <a:cxn ang="0">
                <a:pos x="connsiteX90740" y="connsiteY90740"/>
              </a:cxn>
              <a:cxn ang="0">
                <a:pos x="connsiteX90741" y="connsiteY90741"/>
              </a:cxn>
              <a:cxn ang="0">
                <a:pos x="connsiteX90742" y="connsiteY90742"/>
              </a:cxn>
              <a:cxn ang="0">
                <a:pos x="connsiteX90743" y="connsiteY90743"/>
              </a:cxn>
              <a:cxn ang="0">
                <a:pos x="connsiteX90744" y="connsiteY90744"/>
              </a:cxn>
              <a:cxn ang="0">
                <a:pos x="connsiteX90745" y="connsiteY90745"/>
              </a:cxn>
              <a:cxn ang="0">
                <a:pos x="connsiteX90746" y="connsiteY90746"/>
              </a:cxn>
              <a:cxn ang="0">
                <a:pos x="connsiteX90747" y="connsiteY90747"/>
              </a:cxn>
              <a:cxn ang="0">
                <a:pos x="connsiteX90748" y="connsiteY90748"/>
              </a:cxn>
              <a:cxn ang="0">
                <a:pos x="connsiteX90749" y="connsiteY90749"/>
              </a:cxn>
              <a:cxn ang="0">
                <a:pos x="connsiteX90750" y="connsiteY90750"/>
              </a:cxn>
              <a:cxn ang="0">
                <a:pos x="connsiteX90751" y="connsiteY90751"/>
              </a:cxn>
              <a:cxn ang="0">
                <a:pos x="connsiteX90752" y="connsiteY90752"/>
              </a:cxn>
              <a:cxn ang="0">
                <a:pos x="connsiteX90753" y="connsiteY90753"/>
              </a:cxn>
              <a:cxn ang="0">
                <a:pos x="connsiteX90754" y="connsiteY90754"/>
              </a:cxn>
              <a:cxn ang="0">
                <a:pos x="connsiteX90755" y="connsiteY90755"/>
              </a:cxn>
              <a:cxn ang="0">
                <a:pos x="connsiteX90756" y="connsiteY90756"/>
              </a:cxn>
              <a:cxn ang="0">
                <a:pos x="connsiteX90757" y="connsiteY90757"/>
              </a:cxn>
              <a:cxn ang="0">
                <a:pos x="connsiteX90758" y="connsiteY90758"/>
              </a:cxn>
              <a:cxn ang="0">
                <a:pos x="connsiteX90759" y="connsiteY90759"/>
              </a:cxn>
              <a:cxn ang="0">
                <a:pos x="connsiteX90760" y="connsiteY90760"/>
              </a:cxn>
              <a:cxn ang="0">
                <a:pos x="connsiteX90761" y="connsiteY90761"/>
              </a:cxn>
              <a:cxn ang="0">
                <a:pos x="connsiteX90762" y="connsiteY90762"/>
              </a:cxn>
              <a:cxn ang="0">
                <a:pos x="connsiteX90763" y="connsiteY90763"/>
              </a:cxn>
              <a:cxn ang="0">
                <a:pos x="connsiteX90764" y="connsiteY90764"/>
              </a:cxn>
              <a:cxn ang="0">
                <a:pos x="connsiteX90765" y="connsiteY90765"/>
              </a:cxn>
              <a:cxn ang="0">
                <a:pos x="connsiteX90766" y="connsiteY90766"/>
              </a:cxn>
              <a:cxn ang="0">
                <a:pos x="connsiteX90767" y="connsiteY90767"/>
              </a:cxn>
              <a:cxn ang="0">
                <a:pos x="connsiteX90768" y="connsiteY90768"/>
              </a:cxn>
              <a:cxn ang="0">
                <a:pos x="connsiteX90769" y="connsiteY90769"/>
              </a:cxn>
              <a:cxn ang="0">
                <a:pos x="connsiteX90770" y="connsiteY90770"/>
              </a:cxn>
              <a:cxn ang="0">
                <a:pos x="connsiteX90771" y="connsiteY90771"/>
              </a:cxn>
              <a:cxn ang="0">
                <a:pos x="connsiteX90772" y="connsiteY90772"/>
              </a:cxn>
              <a:cxn ang="0">
                <a:pos x="connsiteX90773" y="connsiteY90773"/>
              </a:cxn>
              <a:cxn ang="0">
                <a:pos x="connsiteX90774" y="connsiteY90774"/>
              </a:cxn>
              <a:cxn ang="0">
                <a:pos x="connsiteX90775" y="connsiteY90775"/>
              </a:cxn>
              <a:cxn ang="0">
                <a:pos x="connsiteX90776" y="connsiteY90776"/>
              </a:cxn>
              <a:cxn ang="0">
                <a:pos x="connsiteX90777" y="connsiteY90777"/>
              </a:cxn>
              <a:cxn ang="0">
                <a:pos x="connsiteX90778" y="connsiteY90778"/>
              </a:cxn>
              <a:cxn ang="0">
                <a:pos x="connsiteX90779" y="connsiteY90779"/>
              </a:cxn>
              <a:cxn ang="0">
                <a:pos x="connsiteX90780" y="connsiteY90780"/>
              </a:cxn>
              <a:cxn ang="0">
                <a:pos x="connsiteX90781" y="connsiteY90781"/>
              </a:cxn>
              <a:cxn ang="0">
                <a:pos x="connsiteX90782" y="connsiteY90782"/>
              </a:cxn>
              <a:cxn ang="0">
                <a:pos x="connsiteX90783" y="connsiteY90783"/>
              </a:cxn>
              <a:cxn ang="0">
                <a:pos x="connsiteX90784" y="connsiteY90784"/>
              </a:cxn>
              <a:cxn ang="0">
                <a:pos x="connsiteX90785" y="connsiteY90785"/>
              </a:cxn>
              <a:cxn ang="0">
                <a:pos x="connsiteX90786" y="connsiteY90786"/>
              </a:cxn>
              <a:cxn ang="0">
                <a:pos x="connsiteX90787" y="connsiteY90787"/>
              </a:cxn>
              <a:cxn ang="0">
                <a:pos x="connsiteX90788" y="connsiteY90788"/>
              </a:cxn>
              <a:cxn ang="0">
                <a:pos x="connsiteX90789" y="connsiteY90789"/>
              </a:cxn>
              <a:cxn ang="0">
                <a:pos x="connsiteX90790" y="connsiteY90790"/>
              </a:cxn>
              <a:cxn ang="0">
                <a:pos x="connsiteX90791" y="connsiteY90791"/>
              </a:cxn>
              <a:cxn ang="0">
                <a:pos x="connsiteX90792" y="connsiteY90792"/>
              </a:cxn>
              <a:cxn ang="0">
                <a:pos x="connsiteX90793" y="connsiteY90793"/>
              </a:cxn>
              <a:cxn ang="0">
                <a:pos x="connsiteX90794" y="connsiteY90794"/>
              </a:cxn>
              <a:cxn ang="0">
                <a:pos x="connsiteX90795" y="connsiteY90795"/>
              </a:cxn>
              <a:cxn ang="0">
                <a:pos x="connsiteX90796" y="connsiteY90796"/>
              </a:cxn>
              <a:cxn ang="0">
                <a:pos x="connsiteX90797" y="connsiteY90797"/>
              </a:cxn>
              <a:cxn ang="0">
                <a:pos x="connsiteX90798" y="connsiteY90798"/>
              </a:cxn>
              <a:cxn ang="0">
                <a:pos x="connsiteX90799" y="connsiteY90799"/>
              </a:cxn>
              <a:cxn ang="0">
                <a:pos x="connsiteX90800" y="connsiteY90800"/>
              </a:cxn>
              <a:cxn ang="0">
                <a:pos x="connsiteX90801" y="connsiteY90801"/>
              </a:cxn>
              <a:cxn ang="0">
                <a:pos x="connsiteX90802" y="connsiteY90802"/>
              </a:cxn>
              <a:cxn ang="0">
                <a:pos x="connsiteX90803" y="connsiteY90803"/>
              </a:cxn>
              <a:cxn ang="0">
                <a:pos x="connsiteX90804" y="connsiteY90804"/>
              </a:cxn>
              <a:cxn ang="0">
                <a:pos x="connsiteX90805" y="connsiteY90805"/>
              </a:cxn>
              <a:cxn ang="0">
                <a:pos x="connsiteX90806" y="connsiteY90806"/>
              </a:cxn>
              <a:cxn ang="0">
                <a:pos x="connsiteX90807" y="connsiteY90807"/>
              </a:cxn>
              <a:cxn ang="0">
                <a:pos x="connsiteX90808" y="connsiteY90808"/>
              </a:cxn>
              <a:cxn ang="0">
                <a:pos x="connsiteX90809" y="connsiteY90809"/>
              </a:cxn>
              <a:cxn ang="0">
                <a:pos x="connsiteX90810" y="connsiteY90810"/>
              </a:cxn>
              <a:cxn ang="0">
                <a:pos x="connsiteX90811" y="connsiteY90811"/>
              </a:cxn>
              <a:cxn ang="0">
                <a:pos x="connsiteX90812" y="connsiteY90812"/>
              </a:cxn>
              <a:cxn ang="0">
                <a:pos x="connsiteX90813" y="connsiteY90813"/>
              </a:cxn>
              <a:cxn ang="0">
                <a:pos x="connsiteX90814" y="connsiteY90814"/>
              </a:cxn>
              <a:cxn ang="0">
                <a:pos x="connsiteX90815" y="connsiteY90815"/>
              </a:cxn>
              <a:cxn ang="0">
                <a:pos x="connsiteX90816" y="connsiteY90816"/>
              </a:cxn>
              <a:cxn ang="0">
                <a:pos x="connsiteX90817" y="connsiteY90817"/>
              </a:cxn>
              <a:cxn ang="0">
                <a:pos x="connsiteX90818" y="connsiteY90818"/>
              </a:cxn>
              <a:cxn ang="0">
                <a:pos x="connsiteX90819" y="connsiteY90819"/>
              </a:cxn>
              <a:cxn ang="0">
                <a:pos x="connsiteX90820" y="connsiteY90820"/>
              </a:cxn>
              <a:cxn ang="0">
                <a:pos x="connsiteX90821" y="connsiteY90821"/>
              </a:cxn>
              <a:cxn ang="0">
                <a:pos x="connsiteX90822" y="connsiteY90822"/>
              </a:cxn>
              <a:cxn ang="0">
                <a:pos x="connsiteX90823" y="connsiteY90823"/>
              </a:cxn>
              <a:cxn ang="0">
                <a:pos x="connsiteX90824" y="connsiteY90824"/>
              </a:cxn>
              <a:cxn ang="0">
                <a:pos x="connsiteX90825" y="connsiteY90825"/>
              </a:cxn>
              <a:cxn ang="0">
                <a:pos x="connsiteX90826" y="connsiteY90826"/>
              </a:cxn>
              <a:cxn ang="0">
                <a:pos x="connsiteX90827" y="connsiteY90827"/>
              </a:cxn>
              <a:cxn ang="0">
                <a:pos x="connsiteX90828" y="connsiteY90828"/>
              </a:cxn>
              <a:cxn ang="0">
                <a:pos x="connsiteX90829" y="connsiteY90829"/>
              </a:cxn>
              <a:cxn ang="0">
                <a:pos x="connsiteX90830" y="connsiteY90830"/>
              </a:cxn>
              <a:cxn ang="0">
                <a:pos x="connsiteX90831" y="connsiteY90831"/>
              </a:cxn>
              <a:cxn ang="0">
                <a:pos x="connsiteX90832" y="connsiteY90832"/>
              </a:cxn>
              <a:cxn ang="0">
                <a:pos x="connsiteX90833" y="connsiteY90833"/>
              </a:cxn>
              <a:cxn ang="0">
                <a:pos x="connsiteX90834" y="connsiteY90834"/>
              </a:cxn>
              <a:cxn ang="0">
                <a:pos x="connsiteX90835" y="connsiteY90835"/>
              </a:cxn>
              <a:cxn ang="0">
                <a:pos x="connsiteX90836" y="connsiteY90836"/>
              </a:cxn>
              <a:cxn ang="0">
                <a:pos x="connsiteX90837" y="connsiteY90837"/>
              </a:cxn>
              <a:cxn ang="0">
                <a:pos x="connsiteX90838" y="connsiteY90838"/>
              </a:cxn>
              <a:cxn ang="0">
                <a:pos x="connsiteX90839" y="connsiteY90839"/>
              </a:cxn>
              <a:cxn ang="0">
                <a:pos x="connsiteX90840" y="connsiteY90840"/>
              </a:cxn>
              <a:cxn ang="0">
                <a:pos x="connsiteX90841" y="connsiteY90841"/>
              </a:cxn>
              <a:cxn ang="0">
                <a:pos x="connsiteX90842" y="connsiteY90842"/>
              </a:cxn>
              <a:cxn ang="0">
                <a:pos x="connsiteX90843" y="connsiteY90843"/>
              </a:cxn>
              <a:cxn ang="0">
                <a:pos x="connsiteX90844" y="connsiteY90844"/>
              </a:cxn>
              <a:cxn ang="0">
                <a:pos x="connsiteX90845" y="connsiteY90845"/>
              </a:cxn>
              <a:cxn ang="0">
                <a:pos x="connsiteX90846" y="connsiteY90846"/>
              </a:cxn>
              <a:cxn ang="0">
                <a:pos x="connsiteX90847" y="connsiteY90847"/>
              </a:cxn>
              <a:cxn ang="0">
                <a:pos x="connsiteX90848" y="connsiteY90848"/>
              </a:cxn>
              <a:cxn ang="0">
                <a:pos x="connsiteX90849" y="connsiteY90849"/>
              </a:cxn>
              <a:cxn ang="0">
                <a:pos x="connsiteX90850" y="connsiteY90850"/>
              </a:cxn>
              <a:cxn ang="0">
                <a:pos x="connsiteX90851" y="connsiteY90851"/>
              </a:cxn>
              <a:cxn ang="0">
                <a:pos x="connsiteX90852" y="connsiteY90852"/>
              </a:cxn>
              <a:cxn ang="0">
                <a:pos x="connsiteX90853" y="connsiteY90853"/>
              </a:cxn>
              <a:cxn ang="0">
                <a:pos x="connsiteX90854" y="connsiteY90854"/>
              </a:cxn>
              <a:cxn ang="0">
                <a:pos x="connsiteX90855" y="connsiteY90855"/>
              </a:cxn>
              <a:cxn ang="0">
                <a:pos x="connsiteX90856" y="connsiteY90856"/>
              </a:cxn>
              <a:cxn ang="0">
                <a:pos x="connsiteX90857" y="connsiteY90857"/>
              </a:cxn>
              <a:cxn ang="0">
                <a:pos x="connsiteX90858" y="connsiteY90858"/>
              </a:cxn>
              <a:cxn ang="0">
                <a:pos x="connsiteX90859" y="connsiteY90859"/>
              </a:cxn>
              <a:cxn ang="0">
                <a:pos x="connsiteX90860" y="connsiteY90860"/>
              </a:cxn>
              <a:cxn ang="0">
                <a:pos x="connsiteX90861" y="connsiteY90861"/>
              </a:cxn>
              <a:cxn ang="0">
                <a:pos x="connsiteX90862" y="connsiteY90862"/>
              </a:cxn>
              <a:cxn ang="0">
                <a:pos x="connsiteX90863" y="connsiteY90863"/>
              </a:cxn>
              <a:cxn ang="0">
                <a:pos x="connsiteX90864" y="connsiteY90864"/>
              </a:cxn>
              <a:cxn ang="0">
                <a:pos x="connsiteX90865" y="connsiteY90865"/>
              </a:cxn>
              <a:cxn ang="0">
                <a:pos x="connsiteX90866" y="connsiteY90866"/>
              </a:cxn>
              <a:cxn ang="0">
                <a:pos x="connsiteX90867" y="connsiteY90867"/>
              </a:cxn>
              <a:cxn ang="0">
                <a:pos x="connsiteX90868" y="connsiteY90868"/>
              </a:cxn>
              <a:cxn ang="0">
                <a:pos x="connsiteX90869" y="connsiteY90869"/>
              </a:cxn>
              <a:cxn ang="0">
                <a:pos x="connsiteX90870" y="connsiteY90870"/>
              </a:cxn>
              <a:cxn ang="0">
                <a:pos x="connsiteX90871" y="connsiteY90871"/>
              </a:cxn>
              <a:cxn ang="0">
                <a:pos x="connsiteX90872" y="connsiteY90872"/>
              </a:cxn>
              <a:cxn ang="0">
                <a:pos x="connsiteX90873" y="connsiteY90873"/>
              </a:cxn>
              <a:cxn ang="0">
                <a:pos x="connsiteX90874" y="connsiteY90874"/>
              </a:cxn>
              <a:cxn ang="0">
                <a:pos x="connsiteX90875" y="connsiteY90875"/>
              </a:cxn>
              <a:cxn ang="0">
                <a:pos x="connsiteX90876" y="connsiteY90876"/>
              </a:cxn>
              <a:cxn ang="0">
                <a:pos x="connsiteX90877" y="connsiteY90877"/>
              </a:cxn>
              <a:cxn ang="0">
                <a:pos x="connsiteX90878" y="connsiteY90878"/>
              </a:cxn>
              <a:cxn ang="0">
                <a:pos x="connsiteX90879" y="connsiteY90879"/>
              </a:cxn>
              <a:cxn ang="0">
                <a:pos x="connsiteX90880" y="connsiteY90880"/>
              </a:cxn>
              <a:cxn ang="0">
                <a:pos x="connsiteX90881" y="connsiteY90881"/>
              </a:cxn>
              <a:cxn ang="0">
                <a:pos x="connsiteX90882" y="connsiteY90882"/>
              </a:cxn>
              <a:cxn ang="0">
                <a:pos x="connsiteX90883" y="connsiteY90883"/>
              </a:cxn>
              <a:cxn ang="0">
                <a:pos x="connsiteX90884" y="connsiteY90884"/>
              </a:cxn>
              <a:cxn ang="0">
                <a:pos x="connsiteX90885" y="connsiteY90885"/>
              </a:cxn>
              <a:cxn ang="0">
                <a:pos x="connsiteX90886" y="connsiteY90886"/>
              </a:cxn>
              <a:cxn ang="0">
                <a:pos x="connsiteX90887" y="connsiteY90887"/>
              </a:cxn>
              <a:cxn ang="0">
                <a:pos x="connsiteX90888" y="connsiteY90888"/>
              </a:cxn>
              <a:cxn ang="0">
                <a:pos x="connsiteX90889" y="connsiteY90889"/>
              </a:cxn>
              <a:cxn ang="0">
                <a:pos x="connsiteX90890" y="connsiteY90890"/>
              </a:cxn>
              <a:cxn ang="0">
                <a:pos x="connsiteX90891" y="connsiteY90891"/>
              </a:cxn>
              <a:cxn ang="0">
                <a:pos x="connsiteX90892" y="connsiteY90892"/>
              </a:cxn>
              <a:cxn ang="0">
                <a:pos x="connsiteX90893" y="connsiteY90893"/>
              </a:cxn>
              <a:cxn ang="0">
                <a:pos x="connsiteX90894" y="connsiteY90894"/>
              </a:cxn>
              <a:cxn ang="0">
                <a:pos x="connsiteX90895" y="connsiteY90895"/>
              </a:cxn>
              <a:cxn ang="0">
                <a:pos x="connsiteX90896" y="connsiteY90896"/>
              </a:cxn>
              <a:cxn ang="0">
                <a:pos x="connsiteX90897" y="connsiteY90897"/>
              </a:cxn>
              <a:cxn ang="0">
                <a:pos x="connsiteX90898" y="connsiteY90898"/>
              </a:cxn>
              <a:cxn ang="0">
                <a:pos x="connsiteX90899" y="connsiteY90899"/>
              </a:cxn>
              <a:cxn ang="0">
                <a:pos x="connsiteX90900" y="connsiteY90900"/>
              </a:cxn>
              <a:cxn ang="0">
                <a:pos x="connsiteX90901" y="connsiteY90901"/>
              </a:cxn>
              <a:cxn ang="0">
                <a:pos x="connsiteX90902" y="connsiteY90902"/>
              </a:cxn>
              <a:cxn ang="0">
                <a:pos x="connsiteX90903" y="connsiteY90903"/>
              </a:cxn>
              <a:cxn ang="0">
                <a:pos x="connsiteX90904" y="connsiteY90904"/>
              </a:cxn>
              <a:cxn ang="0">
                <a:pos x="connsiteX90905" y="connsiteY90905"/>
              </a:cxn>
              <a:cxn ang="0">
                <a:pos x="connsiteX90906" y="connsiteY90906"/>
              </a:cxn>
              <a:cxn ang="0">
                <a:pos x="connsiteX90907" y="connsiteY90907"/>
              </a:cxn>
              <a:cxn ang="0">
                <a:pos x="connsiteX90908" y="connsiteY90908"/>
              </a:cxn>
              <a:cxn ang="0">
                <a:pos x="connsiteX90909" y="connsiteY90909"/>
              </a:cxn>
              <a:cxn ang="0">
                <a:pos x="connsiteX90910" y="connsiteY90910"/>
              </a:cxn>
              <a:cxn ang="0">
                <a:pos x="connsiteX90911" y="connsiteY90911"/>
              </a:cxn>
              <a:cxn ang="0">
                <a:pos x="connsiteX90912" y="connsiteY90912"/>
              </a:cxn>
              <a:cxn ang="0">
                <a:pos x="connsiteX90913" y="connsiteY90913"/>
              </a:cxn>
              <a:cxn ang="0">
                <a:pos x="connsiteX90914" y="connsiteY90914"/>
              </a:cxn>
              <a:cxn ang="0">
                <a:pos x="connsiteX90915" y="connsiteY90915"/>
              </a:cxn>
              <a:cxn ang="0">
                <a:pos x="connsiteX90916" y="connsiteY90916"/>
              </a:cxn>
              <a:cxn ang="0">
                <a:pos x="connsiteX90917" y="connsiteY90917"/>
              </a:cxn>
              <a:cxn ang="0">
                <a:pos x="connsiteX90918" y="connsiteY90918"/>
              </a:cxn>
              <a:cxn ang="0">
                <a:pos x="connsiteX90919" y="connsiteY90919"/>
              </a:cxn>
              <a:cxn ang="0">
                <a:pos x="connsiteX90920" y="connsiteY90920"/>
              </a:cxn>
              <a:cxn ang="0">
                <a:pos x="connsiteX90921" y="connsiteY90921"/>
              </a:cxn>
              <a:cxn ang="0">
                <a:pos x="connsiteX90922" y="connsiteY90922"/>
              </a:cxn>
              <a:cxn ang="0">
                <a:pos x="connsiteX90923" y="connsiteY90923"/>
              </a:cxn>
              <a:cxn ang="0">
                <a:pos x="connsiteX90924" y="connsiteY90924"/>
              </a:cxn>
              <a:cxn ang="0">
                <a:pos x="connsiteX90925" y="connsiteY90925"/>
              </a:cxn>
              <a:cxn ang="0">
                <a:pos x="connsiteX90926" y="connsiteY90926"/>
              </a:cxn>
              <a:cxn ang="0">
                <a:pos x="connsiteX90927" y="connsiteY90927"/>
              </a:cxn>
              <a:cxn ang="0">
                <a:pos x="connsiteX90928" y="connsiteY90928"/>
              </a:cxn>
              <a:cxn ang="0">
                <a:pos x="connsiteX90929" y="connsiteY90929"/>
              </a:cxn>
              <a:cxn ang="0">
                <a:pos x="connsiteX90930" y="connsiteY90930"/>
              </a:cxn>
              <a:cxn ang="0">
                <a:pos x="connsiteX90931" y="connsiteY90931"/>
              </a:cxn>
              <a:cxn ang="0">
                <a:pos x="connsiteX90932" y="connsiteY90932"/>
              </a:cxn>
              <a:cxn ang="0">
                <a:pos x="connsiteX90933" y="connsiteY90933"/>
              </a:cxn>
              <a:cxn ang="0">
                <a:pos x="connsiteX90934" y="connsiteY90934"/>
              </a:cxn>
              <a:cxn ang="0">
                <a:pos x="connsiteX90935" y="connsiteY90935"/>
              </a:cxn>
              <a:cxn ang="0">
                <a:pos x="connsiteX90936" y="connsiteY90936"/>
              </a:cxn>
              <a:cxn ang="0">
                <a:pos x="connsiteX90937" y="connsiteY90937"/>
              </a:cxn>
              <a:cxn ang="0">
                <a:pos x="connsiteX90938" y="connsiteY90938"/>
              </a:cxn>
              <a:cxn ang="0">
                <a:pos x="connsiteX90939" y="connsiteY90939"/>
              </a:cxn>
              <a:cxn ang="0">
                <a:pos x="connsiteX90940" y="connsiteY90940"/>
              </a:cxn>
              <a:cxn ang="0">
                <a:pos x="connsiteX90941" y="connsiteY90941"/>
              </a:cxn>
              <a:cxn ang="0">
                <a:pos x="connsiteX90942" y="connsiteY90942"/>
              </a:cxn>
              <a:cxn ang="0">
                <a:pos x="connsiteX90943" y="connsiteY90943"/>
              </a:cxn>
              <a:cxn ang="0">
                <a:pos x="connsiteX90944" y="connsiteY90944"/>
              </a:cxn>
              <a:cxn ang="0">
                <a:pos x="connsiteX90945" y="connsiteY90945"/>
              </a:cxn>
              <a:cxn ang="0">
                <a:pos x="connsiteX90946" y="connsiteY90946"/>
              </a:cxn>
              <a:cxn ang="0">
                <a:pos x="connsiteX90947" y="connsiteY90947"/>
              </a:cxn>
              <a:cxn ang="0">
                <a:pos x="connsiteX90948" y="connsiteY90948"/>
              </a:cxn>
              <a:cxn ang="0">
                <a:pos x="connsiteX90949" y="connsiteY90949"/>
              </a:cxn>
              <a:cxn ang="0">
                <a:pos x="connsiteX90950" y="connsiteY90950"/>
              </a:cxn>
              <a:cxn ang="0">
                <a:pos x="connsiteX90951" y="connsiteY90951"/>
              </a:cxn>
              <a:cxn ang="0">
                <a:pos x="connsiteX90952" y="connsiteY90952"/>
              </a:cxn>
              <a:cxn ang="0">
                <a:pos x="connsiteX90953" y="connsiteY90953"/>
              </a:cxn>
              <a:cxn ang="0">
                <a:pos x="connsiteX90954" y="connsiteY90954"/>
              </a:cxn>
              <a:cxn ang="0">
                <a:pos x="connsiteX90955" y="connsiteY90955"/>
              </a:cxn>
              <a:cxn ang="0">
                <a:pos x="connsiteX90956" y="connsiteY90956"/>
              </a:cxn>
              <a:cxn ang="0">
                <a:pos x="connsiteX90957" y="connsiteY90957"/>
              </a:cxn>
              <a:cxn ang="0">
                <a:pos x="connsiteX90958" y="connsiteY90958"/>
              </a:cxn>
              <a:cxn ang="0">
                <a:pos x="connsiteX90959" y="connsiteY90959"/>
              </a:cxn>
              <a:cxn ang="0">
                <a:pos x="connsiteX90960" y="connsiteY90960"/>
              </a:cxn>
              <a:cxn ang="0">
                <a:pos x="connsiteX90961" y="connsiteY90961"/>
              </a:cxn>
              <a:cxn ang="0">
                <a:pos x="connsiteX90962" y="connsiteY90962"/>
              </a:cxn>
              <a:cxn ang="0">
                <a:pos x="connsiteX90963" y="connsiteY90963"/>
              </a:cxn>
              <a:cxn ang="0">
                <a:pos x="connsiteX90964" y="connsiteY90964"/>
              </a:cxn>
              <a:cxn ang="0">
                <a:pos x="connsiteX90965" y="connsiteY90965"/>
              </a:cxn>
              <a:cxn ang="0">
                <a:pos x="connsiteX90966" y="connsiteY90966"/>
              </a:cxn>
              <a:cxn ang="0">
                <a:pos x="connsiteX90967" y="connsiteY90967"/>
              </a:cxn>
              <a:cxn ang="0">
                <a:pos x="connsiteX90968" y="connsiteY90968"/>
              </a:cxn>
              <a:cxn ang="0">
                <a:pos x="connsiteX90969" y="connsiteY90969"/>
              </a:cxn>
              <a:cxn ang="0">
                <a:pos x="connsiteX90970" y="connsiteY90970"/>
              </a:cxn>
              <a:cxn ang="0">
                <a:pos x="connsiteX90971" y="connsiteY90971"/>
              </a:cxn>
              <a:cxn ang="0">
                <a:pos x="connsiteX90972" y="connsiteY90972"/>
              </a:cxn>
              <a:cxn ang="0">
                <a:pos x="connsiteX90973" y="connsiteY90973"/>
              </a:cxn>
              <a:cxn ang="0">
                <a:pos x="connsiteX90974" y="connsiteY90974"/>
              </a:cxn>
              <a:cxn ang="0">
                <a:pos x="connsiteX90975" y="connsiteY90975"/>
              </a:cxn>
              <a:cxn ang="0">
                <a:pos x="connsiteX90976" y="connsiteY90976"/>
              </a:cxn>
              <a:cxn ang="0">
                <a:pos x="connsiteX90977" y="connsiteY90977"/>
              </a:cxn>
              <a:cxn ang="0">
                <a:pos x="connsiteX90978" y="connsiteY90978"/>
              </a:cxn>
              <a:cxn ang="0">
                <a:pos x="connsiteX90979" y="connsiteY90979"/>
              </a:cxn>
              <a:cxn ang="0">
                <a:pos x="connsiteX90980" y="connsiteY90980"/>
              </a:cxn>
              <a:cxn ang="0">
                <a:pos x="connsiteX90981" y="connsiteY90981"/>
              </a:cxn>
              <a:cxn ang="0">
                <a:pos x="connsiteX90982" y="connsiteY90982"/>
              </a:cxn>
              <a:cxn ang="0">
                <a:pos x="connsiteX90983" y="connsiteY90983"/>
              </a:cxn>
              <a:cxn ang="0">
                <a:pos x="connsiteX90984" y="connsiteY90984"/>
              </a:cxn>
              <a:cxn ang="0">
                <a:pos x="connsiteX90985" y="connsiteY90985"/>
              </a:cxn>
              <a:cxn ang="0">
                <a:pos x="connsiteX90986" y="connsiteY90986"/>
              </a:cxn>
              <a:cxn ang="0">
                <a:pos x="connsiteX90987" y="connsiteY90987"/>
              </a:cxn>
              <a:cxn ang="0">
                <a:pos x="connsiteX90988" y="connsiteY90988"/>
              </a:cxn>
              <a:cxn ang="0">
                <a:pos x="connsiteX90989" y="connsiteY90989"/>
              </a:cxn>
              <a:cxn ang="0">
                <a:pos x="connsiteX90990" y="connsiteY90990"/>
              </a:cxn>
              <a:cxn ang="0">
                <a:pos x="connsiteX90991" y="connsiteY90991"/>
              </a:cxn>
              <a:cxn ang="0">
                <a:pos x="connsiteX90992" y="connsiteY90992"/>
              </a:cxn>
              <a:cxn ang="0">
                <a:pos x="connsiteX90993" y="connsiteY90993"/>
              </a:cxn>
              <a:cxn ang="0">
                <a:pos x="connsiteX90994" y="connsiteY90994"/>
              </a:cxn>
              <a:cxn ang="0">
                <a:pos x="connsiteX90995" y="connsiteY90995"/>
              </a:cxn>
              <a:cxn ang="0">
                <a:pos x="connsiteX90996" y="connsiteY90996"/>
              </a:cxn>
              <a:cxn ang="0">
                <a:pos x="connsiteX90997" y="connsiteY90997"/>
              </a:cxn>
              <a:cxn ang="0">
                <a:pos x="connsiteX90998" y="connsiteY90998"/>
              </a:cxn>
              <a:cxn ang="0">
                <a:pos x="connsiteX90999" y="connsiteY90999"/>
              </a:cxn>
              <a:cxn ang="0">
                <a:pos x="connsiteX91000" y="connsiteY91000"/>
              </a:cxn>
              <a:cxn ang="0">
                <a:pos x="connsiteX91001" y="connsiteY91001"/>
              </a:cxn>
              <a:cxn ang="0">
                <a:pos x="connsiteX91002" y="connsiteY91002"/>
              </a:cxn>
              <a:cxn ang="0">
                <a:pos x="connsiteX91003" y="connsiteY91003"/>
              </a:cxn>
              <a:cxn ang="0">
                <a:pos x="connsiteX91004" y="connsiteY91004"/>
              </a:cxn>
              <a:cxn ang="0">
                <a:pos x="connsiteX91005" y="connsiteY91005"/>
              </a:cxn>
              <a:cxn ang="0">
                <a:pos x="connsiteX91006" y="connsiteY91006"/>
              </a:cxn>
              <a:cxn ang="0">
                <a:pos x="connsiteX91007" y="connsiteY91007"/>
              </a:cxn>
              <a:cxn ang="0">
                <a:pos x="connsiteX91008" y="connsiteY91008"/>
              </a:cxn>
              <a:cxn ang="0">
                <a:pos x="connsiteX91009" y="connsiteY91009"/>
              </a:cxn>
              <a:cxn ang="0">
                <a:pos x="connsiteX91010" y="connsiteY91010"/>
              </a:cxn>
              <a:cxn ang="0">
                <a:pos x="connsiteX91011" y="connsiteY91011"/>
              </a:cxn>
              <a:cxn ang="0">
                <a:pos x="connsiteX91012" y="connsiteY91012"/>
              </a:cxn>
              <a:cxn ang="0">
                <a:pos x="connsiteX91013" y="connsiteY91013"/>
              </a:cxn>
              <a:cxn ang="0">
                <a:pos x="connsiteX91014" y="connsiteY91014"/>
              </a:cxn>
              <a:cxn ang="0">
                <a:pos x="connsiteX91015" y="connsiteY91015"/>
              </a:cxn>
              <a:cxn ang="0">
                <a:pos x="connsiteX91016" y="connsiteY91016"/>
              </a:cxn>
              <a:cxn ang="0">
                <a:pos x="connsiteX91017" y="connsiteY91017"/>
              </a:cxn>
              <a:cxn ang="0">
                <a:pos x="connsiteX91018" y="connsiteY91018"/>
              </a:cxn>
              <a:cxn ang="0">
                <a:pos x="connsiteX91019" y="connsiteY91019"/>
              </a:cxn>
              <a:cxn ang="0">
                <a:pos x="connsiteX91020" y="connsiteY91020"/>
              </a:cxn>
              <a:cxn ang="0">
                <a:pos x="connsiteX91021" y="connsiteY91021"/>
              </a:cxn>
              <a:cxn ang="0">
                <a:pos x="connsiteX91022" y="connsiteY91022"/>
              </a:cxn>
              <a:cxn ang="0">
                <a:pos x="connsiteX91023" y="connsiteY91023"/>
              </a:cxn>
              <a:cxn ang="0">
                <a:pos x="connsiteX91024" y="connsiteY91024"/>
              </a:cxn>
              <a:cxn ang="0">
                <a:pos x="connsiteX91025" y="connsiteY91025"/>
              </a:cxn>
              <a:cxn ang="0">
                <a:pos x="connsiteX91026" y="connsiteY91026"/>
              </a:cxn>
              <a:cxn ang="0">
                <a:pos x="connsiteX91027" y="connsiteY91027"/>
              </a:cxn>
              <a:cxn ang="0">
                <a:pos x="connsiteX91028" y="connsiteY91028"/>
              </a:cxn>
              <a:cxn ang="0">
                <a:pos x="connsiteX91029" y="connsiteY91029"/>
              </a:cxn>
              <a:cxn ang="0">
                <a:pos x="connsiteX91030" y="connsiteY91030"/>
              </a:cxn>
              <a:cxn ang="0">
                <a:pos x="connsiteX91031" y="connsiteY91031"/>
              </a:cxn>
              <a:cxn ang="0">
                <a:pos x="connsiteX91032" y="connsiteY91032"/>
              </a:cxn>
              <a:cxn ang="0">
                <a:pos x="connsiteX91033" y="connsiteY91033"/>
              </a:cxn>
              <a:cxn ang="0">
                <a:pos x="connsiteX91034" y="connsiteY91034"/>
              </a:cxn>
              <a:cxn ang="0">
                <a:pos x="connsiteX91035" y="connsiteY91035"/>
              </a:cxn>
              <a:cxn ang="0">
                <a:pos x="connsiteX91036" y="connsiteY91036"/>
              </a:cxn>
              <a:cxn ang="0">
                <a:pos x="connsiteX91037" y="connsiteY91037"/>
              </a:cxn>
              <a:cxn ang="0">
                <a:pos x="connsiteX91038" y="connsiteY91038"/>
              </a:cxn>
              <a:cxn ang="0">
                <a:pos x="connsiteX91039" y="connsiteY91039"/>
              </a:cxn>
              <a:cxn ang="0">
                <a:pos x="connsiteX91040" y="connsiteY91040"/>
              </a:cxn>
              <a:cxn ang="0">
                <a:pos x="connsiteX91041" y="connsiteY91041"/>
              </a:cxn>
              <a:cxn ang="0">
                <a:pos x="connsiteX91042" y="connsiteY91042"/>
              </a:cxn>
              <a:cxn ang="0">
                <a:pos x="connsiteX91043" y="connsiteY91043"/>
              </a:cxn>
              <a:cxn ang="0">
                <a:pos x="connsiteX91044" y="connsiteY91044"/>
              </a:cxn>
              <a:cxn ang="0">
                <a:pos x="connsiteX91045" y="connsiteY91045"/>
              </a:cxn>
              <a:cxn ang="0">
                <a:pos x="connsiteX91046" y="connsiteY91046"/>
              </a:cxn>
              <a:cxn ang="0">
                <a:pos x="connsiteX91047" y="connsiteY91047"/>
              </a:cxn>
              <a:cxn ang="0">
                <a:pos x="connsiteX91048" y="connsiteY91048"/>
              </a:cxn>
              <a:cxn ang="0">
                <a:pos x="connsiteX91049" y="connsiteY91049"/>
              </a:cxn>
              <a:cxn ang="0">
                <a:pos x="connsiteX91050" y="connsiteY91050"/>
              </a:cxn>
              <a:cxn ang="0">
                <a:pos x="connsiteX91051" y="connsiteY91051"/>
              </a:cxn>
              <a:cxn ang="0">
                <a:pos x="connsiteX91052" y="connsiteY91052"/>
              </a:cxn>
              <a:cxn ang="0">
                <a:pos x="connsiteX91053" y="connsiteY91053"/>
              </a:cxn>
              <a:cxn ang="0">
                <a:pos x="connsiteX91054" y="connsiteY91054"/>
              </a:cxn>
              <a:cxn ang="0">
                <a:pos x="connsiteX91055" y="connsiteY91055"/>
              </a:cxn>
              <a:cxn ang="0">
                <a:pos x="connsiteX91056" y="connsiteY91056"/>
              </a:cxn>
              <a:cxn ang="0">
                <a:pos x="connsiteX91057" y="connsiteY91057"/>
              </a:cxn>
              <a:cxn ang="0">
                <a:pos x="connsiteX91058" y="connsiteY91058"/>
              </a:cxn>
              <a:cxn ang="0">
                <a:pos x="connsiteX91059" y="connsiteY91059"/>
              </a:cxn>
              <a:cxn ang="0">
                <a:pos x="connsiteX91060" y="connsiteY91060"/>
              </a:cxn>
              <a:cxn ang="0">
                <a:pos x="connsiteX91061" y="connsiteY91061"/>
              </a:cxn>
              <a:cxn ang="0">
                <a:pos x="connsiteX91062" y="connsiteY91062"/>
              </a:cxn>
              <a:cxn ang="0">
                <a:pos x="connsiteX91063" y="connsiteY91063"/>
              </a:cxn>
              <a:cxn ang="0">
                <a:pos x="connsiteX91064" y="connsiteY91064"/>
              </a:cxn>
              <a:cxn ang="0">
                <a:pos x="connsiteX91065" y="connsiteY91065"/>
              </a:cxn>
              <a:cxn ang="0">
                <a:pos x="connsiteX91066" y="connsiteY91066"/>
              </a:cxn>
              <a:cxn ang="0">
                <a:pos x="connsiteX91067" y="connsiteY91067"/>
              </a:cxn>
              <a:cxn ang="0">
                <a:pos x="connsiteX91068" y="connsiteY91068"/>
              </a:cxn>
              <a:cxn ang="0">
                <a:pos x="connsiteX91069" y="connsiteY91069"/>
              </a:cxn>
              <a:cxn ang="0">
                <a:pos x="connsiteX91070" y="connsiteY91070"/>
              </a:cxn>
              <a:cxn ang="0">
                <a:pos x="connsiteX91071" y="connsiteY91071"/>
              </a:cxn>
              <a:cxn ang="0">
                <a:pos x="connsiteX91072" y="connsiteY91072"/>
              </a:cxn>
              <a:cxn ang="0">
                <a:pos x="connsiteX91073" y="connsiteY91073"/>
              </a:cxn>
              <a:cxn ang="0">
                <a:pos x="connsiteX91074" y="connsiteY91074"/>
              </a:cxn>
              <a:cxn ang="0">
                <a:pos x="connsiteX91075" y="connsiteY91075"/>
              </a:cxn>
              <a:cxn ang="0">
                <a:pos x="connsiteX91076" y="connsiteY91076"/>
              </a:cxn>
              <a:cxn ang="0">
                <a:pos x="connsiteX91077" y="connsiteY91077"/>
              </a:cxn>
              <a:cxn ang="0">
                <a:pos x="connsiteX91078" y="connsiteY91078"/>
              </a:cxn>
              <a:cxn ang="0">
                <a:pos x="connsiteX91079" y="connsiteY91079"/>
              </a:cxn>
              <a:cxn ang="0">
                <a:pos x="connsiteX91080" y="connsiteY91080"/>
              </a:cxn>
              <a:cxn ang="0">
                <a:pos x="connsiteX91081" y="connsiteY91081"/>
              </a:cxn>
              <a:cxn ang="0">
                <a:pos x="connsiteX91082" y="connsiteY91082"/>
              </a:cxn>
              <a:cxn ang="0">
                <a:pos x="connsiteX91083" y="connsiteY91083"/>
              </a:cxn>
              <a:cxn ang="0">
                <a:pos x="connsiteX91084" y="connsiteY91084"/>
              </a:cxn>
              <a:cxn ang="0">
                <a:pos x="connsiteX91085" y="connsiteY91085"/>
              </a:cxn>
              <a:cxn ang="0">
                <a:pos x="connsiteX91086" y="connsiteY91086"/>
              </a:cxn>
              <a:cxn ang="0">
                <a:pos x="connsiteX91087" y="connsiteY91087"/>
              </a:cxn>
              <a:cxn ang="0">
                <a:pos x="connsiteX91088" y="connsiteY91088"/>
              </a:cxn>
              <a:cxn ang="0">
                <a:pos x="connsiteX91089" y="connsiteY91089"/>
              </a:cxn>
              <a:cxn ang="0">
                <a:pos x="connsiteX91090" y="connsiteY91090"/>
              </a:cxn>
              <a:cxn ang="0">
                <a:pos x="connsiteX91091" y="connsiteY91091"/>
              </a:cxn>
              <a:cxn ang="0">
                <a:pos x="connsiteX91092" y="connsiteY91092"/>
              </a:cxn>
              <a:cxn ang="0">
                <a:pos x="connsiteX91093" y="connsiteY91093"/>
              </a:cxn>
              <a:cxn ang="0">
                <a:pos x="connsiteX91094" y="connsiteY91094"/>
              </a:cxn>
              <a:cxn ang="0">
                <a:pos x="connsiteX91095" y="connsiteY91095"/>
              </a:cxn>
              <a:cxn ang="0">
                <a:pos x="connsiteX91096" y="connsiteY91096"/>
              </a:cxn>
              <a:cxn ang="0">
                <a:pos x="connsiteX91097" y="connsiteY91097"/>
              </a:cxn>
              <a:cxn ang="0">
                <a:pos x="connsiteX91098" y="connsiteY91098"/>
              </a:cxn>
              <a:cxn ang="0">
                <a:pos x="connsiteX91099" y="connsiteY91099"/>
              </a:cxn>
              <a:cxn ang="0">
                <a:pos x="connsiteX91100" y="connsiteY91100"/>
              </a:cxn>
              <a:cxn ang="0">
                <a:pos x="connsiteX91101" y="connsiteY91101"/>
              </a:cxn>
              <a:cxn ang="0">
                <a:pos x="connsiteX91102" y="connsiteY91102"/>
              </a:cxn>
              <a:cxn ang="0">
                <a:pos x="connsiteX91103" y="connsiteY91103"/>
              </a:cxn>
              <a:cxn ang="0">
                <a:pos x="connsiteX91104" y="connsiteY91104"/>
              </a:cxn>
              <a:cxn ang="0">
                <a:pos x="connsiteX91105" y="connsiteY91105"/>
              </a:cxn>
              <a:cxn ang="0">
                <a:pos x="connsiteX91106" y="connsiteY91106"/>
              </a:cxn>
              <a:cxn ang="0">
                <a:pos x="connsiteX91107" y="connsiteY91107"/>
              </a:cxn>
              <a:cxn ang="0">
                <a:pos x="connsiteX91108" y="connsiteY91108"/>
              </a:cxn>
              <a:cxn ang="0">
                <a:pos x="connsiteX91109" y="connsiteY91109"/>
              </a:cxn>
              <a:cxn ang="0">
                <a:pos x="connsiteX91110" y="connsiteY91110"/>
              </a:cxn>
              <a:cxn ang="0">
                <a:pos x="connsiteX91111" y="connsiteY91111"/>
              </a:cxn>
              <a:cxn ang="0">
                <a:pos x="connsiteX91112" y="connsiteY91112"/>
              </a:cxn>
              <a:cxn ang="0">
                <a:pos x="connsiteX91113" y="connsiteY91113"/>
              </a:cxn>
              <a:cxn ang="0">
                <a:pos x="connsiteX91114" y="connsiteY91114"/>
              </a:cxn>
              <a:cxn ang="0">
                <a:pos x="connsiteX91115" y="connsiteY91115"/>
              </a:cxn>
              <a:cxn ang="0">
                <a:pos x="connsiteX91116" y="connsiteY91116"/>
              </a:cxn>
              <a:cxn ang="0">
                <a:pos x="connsiteX91117" y="connsiteY91117"/>
              </a:cxn>
              <a:cxn ang="0">
                <a:pos x="connsiteX91118" y="connsiteY91118"/>
              </a:cxn>
              <a:cxn ang="0">
                <a:pos x="connsiteX91119" y="connsiteY91119"/>
              </a:cxn>
              <a:cxn ang="0">
                <a:pos x="connsiteX91120" y="connsiteY91120"/>
              </a:cxn>
              <a:cxn ang="0">
                <a:pos x="connsiteX91121" y="connsiteY91121"/>
              </a:cxn>
              <a:cxn ang="0">
                <a:pos x="connsiteX91122" y="connsiteY91122"/>
              </a:cxn>
              <a:cxn ang="0">
                <a:pos x="connsiteX91123" y="connsiteY91123"/>
              </a:cxn>
              <a:cxn ang="0">
                <a:pos x="connsiteX91124" y="connsiteY91124"/>
              </a:cxn>
              <a:cxn ang="0">
                <a:pos x="connsiteX91125" y="connsiteY91125"/>
              </a:cxn>
              <a:cxn ang="0">
                <a:pos x="connsiteX91126" y="connsiteY91126"/>
              </a:cxn>
              <a:cxn ang="0">
                <a:pos x="connsiteX91127" y="connsiteY91127"/>
              </a:cxn>
              <a:cxn ang="0">
                <a:pos x="connsiteX91128" y="connsiteY91128"/>
              </a:cxn>
              <a:cxn ang="0">
                <a:pos x="connsiteX91129" y="connsiteY91129"/>
              </a:cxn>
              <a:cxn ang="0">
                <a:pos x="connsiteX91130" y="connsiteY91130"/>
              </a:cxn>
              <a:cxn ang="0">
                <a:pos x="connsiteX91131" y="connsiteY91131"/>
              </a:cxn>
              <a:cxn ang="0">
                <a:pos x="connsiteX91132" y="connsiteY91132"/>
              </a:cxn>
              <a:cxn ang="0">
                <a:pos x="connsiteX91133" y="connsiteY91133"/>
              </a:cxn>
              <a:cxn ang="0">
                <a:pos x="connsiteX91134" y="connsiteY91134"/>
              </a:cxn>
              <a:cxn ang="0">
                <a:pos x="connsiteX91135" y="connsiteY91135"/>
              </a:cxn>
              <a:cxn ang="0">
                <a:pos x="connsiteX91136" y="connsiteY91136"/>
              </a:cxn>
              <a:cxn ang="0">
                <a:pos x="connsiteX91137" y="connsiteY91137"/>
              </a:cxn>
              <a:cxn ang="0">
                <a:pos x="connsiteX91138" y="connsiteY91138"/>
              </a:cxn>
              <a:cxn ang="0">
                <a:pos x="connsiteX91139" y="connsiteY91139"/>
              </a:cxn>
              <a:cxn ang="0">
                <a:pos x="connsiteX91140" y="connsiteY91140"/>
              </a:cxn>
              <a:cxn ang="0">
                <a:pos x="connsiteX91141" y="connsiteY91141"/>
              </a:cxn>
              <a:cxn ang="0">
                <a:pos x="connsiteX91142" y="connsiteY91142"/>
              </a:cxn>
              <a:cxn ang="0">
                <a:pos x="connsiteX91143" y="connsiteY91143"/>
              </a:cxn>
              <a:cxn ang="0">
                <a:pos x="connsiteX91144" y="connsiteY91144"/>
              </a:cxn>
              <a:cxn ang="0">
                <a:pos x="connsiteX91145" y="connsiteY91145"/>
              </a:cxn>
              <a:cxn ang="0">
                <a:pos x="connsiteX91146" y="connsiteY91146"/>
              </a:cxn>
              <a:cxn ang="0">
                <a:pos x="connsiteX91147" y="connsiteY91147"/>
              </a:cxn>
              <a:cxn ang="0">
                <a:pos x="connsiteX91148" y="connsiteY91148"/>
              </a:cxn>
              <a:cxn ang="0">
                <a:pos x="connsiteX91149" y="connsiteY91149"/>
              </a:cxn>
              <a:cxn ang="0">
                <a:pos x="connsiteX91150" y="connsiteY91150"/>
              </a:cxn>
              <a:cxn ang="0">
                <a:pos x="connsiteX91151" y="connsiteY91151"/>
              </a:cxn>
              <a:cxn ang="0">
                <a:pos x="connsiteX91152" y="connsiteY91152"/>
              </a:cxn>
              <a:cxn ang="0">
                <a:pos x="connsiteX91153" y="connsiteY91153"/>
              </a:cxn>
              <a:cxn ang="0">
                <a:pos x="connsiteX91154" y="connsiteY91154"/>
              </a:cxn>
              <a:cxn ang="0">
                <a:pos x="connsiteX91155" y="connsiteY91155"/>
              </a:cxn>
              <a:cxn ang="0">
                <a:pos x="connsiteX91156" y="connsiteY91156"/>
              </a:cxn>
              <a:cxn ang="0">
                <a:pos x="connsiteX91157" y="connsiteY91157"/>
              </a:cxn>
              <a:cxn ang="0">
                <a:pos x="connsiteX91158" y="connsiteY91158"/>
              </a:cxn>
              <a:cxn ang="0">
                <a:pos x="connsiteX91159" y="connsiteY91159"/>
              </a:cxn>
              <a:cxn ang="0">
                <a:pos x="connsiteX91160" y="connsiteY91160"/>
              </a:cxn>
              <a:cxn ang="0">
                <a:pos x="connsiteX91161" y="connsiteY91161"/>
              </a:cxn>
              <a:cxn ang="0">
                <a:pos x="connsiteX91162" y="connsiteY91162"/>
              </a:cxn>
              <a:cxn ang="0">
                <a:pos x="connsiteX91163" y="connsiteY91163"/>
              </a:cxn>
              <a:cxn ang="0">
                <a:pos x="connsiteX91164" y="connsiteY91164"/>
              </a:cxn>
              <a:cxn ang="0">
                <a:pos x="connsiteX91165" y="connsiteY91165"/>
              </a:cxn>
              <a:cxn ang="0">
                <a:pos x="connsiteX91166" y="connsiteY91166"/>
              </a:cxn>
              <a:cxn ang="0">
                <a:pos x="connsiteX91167" y="connsiteY91167"/>
              </a:cxn>
              <a:cxn ang="0">
                <a:pos x="connsiteX91168" y="connsiteY91168"/>
              </a:cxn>
              <a:cxn ang="0">
                <a:pos x="connsiteX91169" y="connsiteY91169"/>
              </a:cxn>
              <a:cxn ang="0">
                <a:pos x="connsiteX91170" y="connsiteY91170"/>
              </a:cxn>
              <a:cxn ang="0">
                <a:pos x="connsiteX91171" y="connsiteY91171"/>
              </a:cxn>
              <a:cxn ang="0">
                <a:pos x="connsiteX91172" y="connsiteY91172"/>
              </a:cxn>
              <a:cxn ang="0">
                <a:pos x="connsiteX91173" y="connsiteY91173"/>
              </a:cxn>
              <a:cxn ang="0">
                <a:pos x="connsiteX91174" y="connsiteY91174"/>
              </a:cxn>
              <a:cxn ang="0">
                <a:pos x="connsiteX91175" y="connsiteY91175"/>
              </a:cxn>
              <a:cxn ang="0">
                <a:pos x="connsiteX91176" y="connsiteY91176"/>
              </a:cxn>
              <a:cxn ang="0">
                <a:pos x="connsiteX91177" y="connsiteY91177"/>
              </a:cxn>
              <a:cxn ang="0">
                <a:pos x="connsiteX91178" y="connsiteY91178"/>
              </a:cxn>
              <a:cxn ang="0">
                <a:pos x="connsiteX91179" y="connsiteY91179"/>
              </a:cxn>
              <a:cxn ang="0">
                <a:pos x="connsiteX91180" y="connsiteY91180"/>
              </a:cxn>
              <a:cxn ang="0">
                <a:pos x="connsiteX91181" y="connsiteY91181"/>
              </a:cxn>
              <a:cxn ang="0">
                <a:pos x="connsiteX91182" y="connsiteY91182"/>
              </a:cxn>
              <a:cxn ang="0">
                <a:pos x="connsiteX91183" y="connsiteY91183"/>
              </a:cxn>
              <a:cxn ang="0">
                <a:pos x="connsiteX91184" y="connsiteY91184"/>
              </a:cxn>
              <a:cxn ang="0">
                <a:pos x="connsiteX91185" y="connsiteY91185"/>
              </a:cxn>
              <a:cxn ang="0">
                <a:pos x="connsiteX91186" y="connsiteY91186"/>
              </a:cxn>
              <a:cxn ang="0">
                <a:pos x="connsiteX91187" y="connsiteY91187"/>
              </a:cxn>
              <a:cxn ang="0">
                <a:pos x="connsiteX91188" y="connsiteY91188"/>
              </a:cxn>
              <a:cxn ang="0">
                <a:pos x="connsiteX91189" y="connsiteY91189"/>
              </a:cxn>
              <a:cxn ang="0">
                <a:pos x="connsiteX91190" y="connsiteY91190"/>
              </a:cxn>
              <a:cxn ang="0">
                <a:pos x="connsiteX91191" y="connsiteY91191"/>
              </a:cxn>
              <a:cxn ang="0">
                <a:pos x="connsiteX91192" y="connsiteY91192"/>
              </a:cxn>
              <a:cxn ang="0">
                <a:pos x="connsiteX91193" y="connsiteY91193"/>
              </a:cxn>
              <a:cxn ang="0">
                <a:pos x="connsiteX91194" y="connsiteY91194"/>
              </a:cxn>
              <a:cxn ang="0">
                <a:pos x="connsiteX91195" y="connsiteY91195"/>
              </a:cxn>
              <a:cxn ang="0">
                <a:pos x="connsiteX91196" y="connsiteY91196"/>
              </a:cxn>
              <a:cxn ang="0">
                <a:pos x="connsiteX91197" y="connsiteY91197"/>
              </a:cxn>
              <a:cxn ang="0">
                <a:pos x="connsiteX91198" y="connsiteY91198"/>
              </a:cxn>
              <a:cxn ang="0">
                <a:pos x="connsiteX91199" y="connsiteY91199"/>
              </a:cxn>
              <a:cxn ang="0">
                <a:pos x="connsiteX91200" y="connsiteY91200"/>
              </a:cxn>
              <a:cxn ang="0">
                <a:pos x="connsiteX91201" y="connsiteY91201"/>
              </a:cxn>
              <a:cxn ang="0">
                <a:pos x="connsiteX91202" y="connsiteY91202"/>
              </a:cxn>
              <a:cxn ang="0">
                <a:pos x="connsiteX91203" y="connsiteY91203"/>
              </a:cxn>
              <a:cxn ang="0">
                <a:pos x="connsiteX91204" y="connsiteY91204"/>
              </a:cxn>
              <a:cxn ang="0">
                <a:pos x="connsiteX91205" y="connsiteY91205"/>
              </a:cxn>
              <a:cxn ang="0">
                <a:pos x="connsiteX91206" y="connsiteY91206"/>
              </a:cxn>
              <a:cxn ang="0">
                <a:pos x="connsiteX91207" y="connsiteY91207"/>
              </a:cxn>
              <a:cxn ang="0">
                <a:pos x="connsiteX91208" y="connsiteY91208"/>
              </a:cxn>
              <a:cxn ang="0">
                <a:pos x="connsiteX91209" y="connsiteY91209"/>
              </a:cxn>
              <a:cxn ang="0">
                <a:pos x="connsiteX91210" y="connsiteY91210"/>
              </a:cxn>
              <a:cxn ang="0">
                <a:pos x="connsiteX91211" y="connsiteY91211"/>
              </a:cxn>
              <a:cxn ang="0">
                <a:pos x="connsiteX91212" y="connsiteY91212"/>
              </a:cxn>
              <a:cxn ang="0">
                <a:pos x="connsiteX91213" y="connsiteY91213"/>
              </a:cxn>
              <a:cxn ang="0">
                <a:pos x="connsiteX91214" y="connsiteY91214"/>
              </a:cxn>
              <a:cxn ang="0">
                <a:pos x="connsiteX91215" y="connsiteY91215"/>
              </a:cxn>
              <a:cxn ang="0">
                <a:pos x="connsiteX91216" y="connsiteY91216"/>
              </a:cxn>
              <a:cxn ang="0">
                <a:pos x="connsiteX91217" y="connsiteY91217"/>
              </a:cxn>
              <a:cxn ang="0">
                <a:pos x="connsiteX91218" y="connsiteY91218"/>
              </a:cxn>
              <a:cxn ang="0">
                <a:pos x="connsiteX91219" y="connsiteY91219"/>
              </a:cxn>
              <a:cxn ang="0">
                <a:pos x="connsiteX91220" y="connsiteY91220"/>
              </a:cxn>
              <a:cxn ang="0">
                <a:pos x="connsiteX91221" y="connsiteY91221"/>
              </a:cxn>
              <a:cxn ang="0">
                <a:pos x="connsiteX91222" y="connsiteY91222"/>
              </a:cxn>
              <a:cxn ang="0">
                <a:pos x="connsiteX91223" y="connsiteY91223"/>
              </a:cxn>
              <a:cxn ang="0">
                <a:pos x="connsiteX91224" y="connsiteY91224"/>
              </a:cxn>
              <a:cxn ang="0">
                <a:pos x="connsiteX91225" y="connsiteY91225"/>
              </a:cxn>
              <a:cxn ang="0">
                <a:pos x="connsiteX91226" y="connsiteY91226"/>
              </a:cxn>
              <a:cxn ang="0">
                <a:pos x="connsiteX91227" y="connsiteY91227"/>
              </a:cxn>
              <a:cxn ang="0">
                <a:pos x="connsiteX91228" y="connsiteY91228"/>
              </a:cxn>
              <a:cxn ang="0">
                <a:pos x="connsiteX91229" y="connsiteY91229"/>
              </a:cxn>
              <a:cxn ang="0">
                <a:pos x="connsiteX91230" y="connsiteY91230"/>
              </a:cxn>
              <a:cxn ang="0">
                <a:pos x="connsiteX91231" y="connsiteY91231"/>
              </a:cxn>
              <a:cxn ang="0">
                <a:pos x="connsiteX91232" y="connsiteY91232"/>
              </a:cxn>
              <a:cxn ang="0">
                <a:pos x="connsiteX91233" y="connsiteY91233"/>
              </a:cxn>
              <a:cxn ang="0">
                <a:pos x="connsiteX91234" y="connsiteY91234"/>
              </a:cxn>
              <a:cxn ang="0">
                <a:pos x="connsiteX91235" y="connsiteY91235"/>
              </a:cxn>
              <a:cxn ang="0">
                <a:pos x="connsiteX91236" y="connsiteY91236"/>
              </a:cxn>
              <a:cxn ang="0">
                <a:pos x="connsiteX91237" y="connsiteY91237"/>
              </a:cxn>
              <a:cxn ang="0">
                <a:pos x="connsiteX91238" y="connsiteY91238"/>
              </a:cxn>
              <a:cxn ang="0">
                <a:pos x="connsiteX91239" y="connsiteY91239"/>
              </a:cxn>
              <a:cxn ang="0">
                <a:pos x="connsiteX91240" y="connsiteY91240"/>
              </a:cxn>
              <a:cxn ang="0">
                <a:pos x="connsiteX91241" y="connsiteY91241"/>
              </a:cxn>
              <a:cxn ang="0">
                <a:pos x="connsiteX91242" y="connsiteY91242"/>
              </a:cxn>
              <a:cxn ang="0">
                <a:pos x="connsiteX91243" y="connsiteY91243"/>
              </a:cxn>
              <a:cxn ang="0">
                <a:pos x="connsiteX91244" y="connsiteY91244"/>
              </a:cxn>
              <a:cxn ang="0">
                <a:pos x="connsiteX91245" y="connsiteY91245"/>
              </a:cxn>
              <a:cxn ang="0">
                <a:pos x="connsiteX91246" y="connsiteY91246"/>
              </a:cxn>
              <a:cxn ang="0">
                <a:pos x="connsiteX91247" y="connsiteY91247"/>
              </a:cxn>
              <a:cxn ang="0">
                <a:pos x="connsiteX91248" y="connsiteY91248"/>
              </a:cxn>
              <a:cxn ang="0">
                <a:pos x="connsiteX91249" y="connsiteY91249"/>
              </a:cxn>
              <a:cxn ang="0">
                <a:pos x="connsiteX91250" y="connsiteY91250"/>
              </a:cxn>
              <a:cxn ang="0">
                <a:pos x="connsiteX91251" y="connsiteY91251"/>
              </a:cxn>
              <a:cxn ang="0">
                <a:pos x="connsiteX91252" y="connsiteY91252"/>
              </a:cxn>
              <a:cxn ang="0">
                <a:pos x="connsiteX91253" y="connsiteY91253"/>
              </a:cxn>
              <a:cxn ang="0">
                <a:pos x="connsiteX91254" y="connsiteY91254"/>
              </a:cxn>
              <a:cxn ang="0">
                <a:pos x="connsiteX91255" y="connsiteY91255"/>
              </a:cxn>
              <a:cxn ang="0">
                <a:pos x="connsiteX91256" y="connsiteY91256"/>
              </a:cxn>
              <a:cxn ang="0">
                <a:pos x="connsiteX91257" y="connsiteY91257"/>
              </a:cxn>
              <a:cxn ang="0">
                <a:pos x="connsiteX91258" y="connsiteY91258"/>
              </a:cxn>
              <a:cxn ang="0">
                <a:pos x="connsiteX91259" y="connsiteY91259"/>
              </a:cxn>
              <a:cxn ang="0">
                <a:pos x="connsiteX91260" y="connsiteY91260"/>
              </a:cxn>
              <a:cxn ang="0">
                <a:pos x="connsiteX91261" y="connsiteY91261"/>
              </a:cxn>
              <a:cxn ang="0">
                <a:pos x="connsiteX91262" y="connsiteY91262"/>
              </a:cxn>
              <a:cxn ang="0">
                <a:pos x="connsiteX91263" y="connsiteY91263"/>
              </a:cxn>
              <a:cxn ang="0">
                <a:pos x="connsiteX91264" y="connsiteY91264"/>
              </a:cxn>
              <a:cxn ang="0">
                <a:pos x="connsiteX91265" y="connsiteY91265"/>
              </a:cxn>
              <a:cxn ang="0">
                <a:pos x="connsiteX91266" y="connsiteY91266"/>
              </a:cxn>
              <a:cxn ang="0">
                <a:pos x="connsiteX91267" y="connsiteY91267"/>
              </a:cxn>
              <a:cxn ang="0">
                <a:pos x="connsiteX91268" y="connsiteY91268"/>
              </a:cxn>
              <a:cxn ang="0">
                <a:pos x="connsiteX91269" y="connsiteY91269"/>
              </a:cxn>
              <a:cxn ang="0">
                <a:pos x="connsiteX91270" y="connsiteY91270"/>
              </a:cxn>
              <a:cxn ang="0">
                <a:pos x="connsiteX91271" y="connsiteY91271"/>
              </a:cxn>
              <a:cxn ang="0">
                <a:pos x="connsiteX91272" y="connsiteY91272"/>
              </a:cxn>
              <a:cxn ang="0">
                <a:pos x="connsiteX91273" y="connsiteY91273"/>
              </a:cxn>
              <a:cxn ang="0">
                <a:pos x="connsiteX91274" y="connsiteY91274"/>
              </a:cxn>
              <a:cxn ang="0">
                <a:pos x="connsiteX91275" y="connsiteY91275"/>
              </a:cxn>
              <a:cxn ang="0">
                <a:pos x="connsiteX91276" y="connsiteY91276"/>
              </a:cxn>
              <a:cxn ang="0">
                <a:pos x="connsiteX91277" y="connsiteY91277"/>
              </a:cxn>
              <a:cxn ang="0">
                <a:pos x="connsiteX91278" y="connsiteY91278"/>
              </a:cxn>
              <a:cxn ang="0">
                <a:pos x="connsiteX91279" y="connsiteY91279"/>
              </a:cxn>
              <a:cxn ang="0">
                <a:pos x="connsiteX91280" y="connsiteY91280"/>
              </a:cxn>
              <a:cxn ang="0">
                <a:pos x="connsiteX91281" y="connsiteY91281"/>
              </a:cxn>
              <a:cxn ang="0">
                <a:pos x="connsiteX91282" y="connsiteY91282"/>
              </a:cxn>
              <a:cxn ang="0">
                <a:pos x="connsiteX91283" y="connsiteY91283"/>
              </a:cxn>
              <a:cxn ang="0">
                <a:pos x="connsiteX91284" y="connsiteY91284"/>
              </a:cxn>
              <a:cxn ang="0">
                <a:pos x="connsiteX91285" y="connsiteY91285"/>
              </a:cxn>
              <a:cxn ang="0">
                <a:pos x="connsiteX91286" y="connsiteY91286"/>
              </a:cxn>
              <a:cxn ang="0">
                <a:pos x="connsiteX91287" y="connsiteY91287"/>
              </a:cxn>
              <a:cxn ang="0">
                <a:pos x="connsiteX91288" y="connsiteY91288"/>
              </a:cxn>
              <a:cxn ang="0">
                <a:pos x="connsiteX91289" y="connsiteY91289"/>
              </a:cxn>
              <a:cxn ang="0">
                <a:pos x="connsiteX91290" y="connsiteY91290"/>
              </a:cxn>
              <a:cxn ang="0">
                <a:pos x="connsiteX91291" y="connsiteY91291"/>
              </a:cxn>
              <a:cxn ang="0">
                <a:pos x="connsiteX91292" y="connsiteY91292"/>
              </a:cxn>
              <a:cxn ang="0">
                <a:pos x="connsiteX91293" y="connsiteY91293"/>
              </a:cxn>
              <a:cxn ang="0">
                <a:pos x="connsiteX91294" y="connsiteY91294"/>
              </a:cxn>
              <a:cxn ang="0">
                <a:pos x="connsiteX91295" y="connsiteY91295"/>
              </a:cxn>
              <a:cxn ang="0">
                <a:pos x="connsiteX91296" y="connsiteY91296"/>
              </a:cxn>
              <a:cxn ang="0">
                <a:pos x="connsiteX91297" y="connsiteY91297"/>
              </a:cxn>
              <a:cxn ang="0">
                <a:pos x="connsiteX91298" y="connsiteY91298"/>
              </a:cxn>
              <a:cxn ang="0">
                <a:pos x="connsiteX91299" y="connsiteY91299"/>
              </a:cxn>
              <a:cxn ang="0">
                <a:pos x="connsiteX91300" y="connsiteY91300"/>
              </a:cxn>
              <a:cxn ang="0">
                <a:pos x="connsiteX91301" y="connsiteY91301"/>
              </a:cxn>
              <a:cxn ang="0">
                <a:pos x="connsiteX91302" y="connsiteY91302"/>
              </a:cxn>
              <a:cxn ang="0">
                <a:pos x="connsiteX91303" y="connsiteY91303"/>
              </a:cxn>
              <a:cxn ang="0">
                <a:pos x="connsiteX91304" y="connsiteY91304"/>
              </a:cxn>
              <a:cxn ang="0">
                <a:pos x="connsiteX91305" y="connsiteY91305"/>
              </a:cxn>
              <a:cxn ang="0">
                <a:pos x="connsiteX91306" y="connsiteY91306"/>
              </a:cxn>
              <a:cxn ang="0">
                <a:pos x="connsiteX91307" y="connsiteY91307"/>
              </a:cxn>
              <a:cxn ang="0">
                <a:pos x="connsiteX91308" y="connsiteY91308"/>
              </a:cxn>
              <a:cxn ang="0">
                <a:pos x="connsiteX91309" y="connsiteY91309"/>
              </a:cxn>
              <a:cxn ang="0">
                <a:pos x="connsiteX91310" y="connsiteY91310"/>
              </a:cxn>
              <a:cxn ang="0">
                <a:pos x="connsiteX91311" y="connsiteY91311"/>
              </a:cxn>
              <a:cxn ang="0">
                <a:pos x="connsiteX91312" y="connsiteY91312"/>
              </a:cxn>
              <a:cxn ang="0">
                <a:pos x="connsiteX91313" y="connsiteY91313"/>
              </a:cxn>
              <a:cxn ang="0">
                <a:pos x="connsiteX91314" y="connsiteY91314"/>
              </a:cxn>
              <a:cxn ang="0">
                <a:pos x="connsiteX91315" y="connsiteY91315"/>
              </a:cxn>
              <a:cxn ang="0">
                <a:pos x="connsiteX91316" y="connsiteY91316"/>
              </a:cxn>
              <a:cxn ang="0">
                <a:pos x="connsiteX91317" y="connsiteY91317"/>
              </a:cxn>
              <a:cxn ang="0">
                <a:pos x="connsiteX91318" y="connsiteY91318"/>
              </a:cxn>
              <a:cxn ang="0">
                <a:pos x="connsiteX91319" y="connsiteY91319"/>
              </a:cxn>
              <a:cxn ang="0">
                <a:pos x="connsiteX91320" y="connsiteY91320"/>
              </a:cxn>
              <a:cxn ang="0">
                <a:pos x="connsiteX91321" y="connsiteY91321"/>
              </a:cxn>
              <a:cxn ang="0">
                <a:pos x="connsiteX91322" y="connsiteY91322"/>
              </a:cxn>
              <a:cxn ang="0">
                <a:pos x="connsiteX91323" y="connsiteY91323"/>
              </a:cxn>
              <a:cxn ang="0">
                <a:pos x="connsiteX91324" y="connsiteY91324"/>
              </a:cxn>
              <a:cxn ang="0">
                <a:pos x="connsiteX91325" y="connsiteY91325"/>
              </a:cxn>
              <a:cxn ang="0">
                <a:pos x="connsiteX91326" y="connsiteY91326"/>
              </a:cxn>
              <a:cxn ang="0">
                <a:pos x="connsiteX91327" y="connsiteY91327"/>
              </a:cxn>
              <a:cxn ang="0">
                <a:pos x="connsiteX91328" y="connsiteY91328"/>
              </a:cxn>
              <a:cxn ang="0">
                <a:pos x="connsiteX91329" y="connsiteY91329"/>
              </a:cxn>
              <a:cxn ang="0">
                <a:pos x="connsiteX91330" y="connsiteY91330"/>
              </a:cxn>
              <a:cxn ang="0">
                <a:pos x="connsiteX91331" y="connsiteY91331"/>
              </a:cxn>
              <a:cxn ang="0">
                <a:pos x="connsiteX91332" y="connsiteY91332"/>
              </a:cxn>
              <a:cxn ang="0">
                <a:pos x="connsiteX91333" y="connsiteY91333"/>
              </a:cxn>
              <a:cxn ang="0">
                <a:pos x="connsiteX91334" y="connsiteY91334"/>
              </a:cxn>
              <a:cxn ang="0">
                <a:pos x="connsiteX91335" y="connsiteY91335"/>
              </a:cxn>
              <a:cxn ang="0">
                <a:pos x="connsiteX91336" y="connsiteY91336"/>
              </a:cxn>
              <a:cxn ang="0">
                <a:pos x="connsiteX91337" y="connsiteY91337"/>
              </a:cxn>
              <a:cxn ang="0">
                <a:pos x="connsiteX91338" y="connsiteY91338"/>
              </a:cxn>
              <a:cxn ang="0">
                <a:pos x="connsiteX91339" y="connsiteY91339"/>
              </a:cxn>
              <a:cxn ang="0">
                <a:pos x="connsiteX91340" y="connsiteY91340"/>
              </a:cxn>
              <a:cxn ang="0">
                <a:pos x="connsiteX91341" y="connsiteY91341"/>
              </a:cxn>
              <a:cxn ang="0">
                <a:pos x="connsiteX91342" y="connsiteY91342"/>
              </a:cxn>
              <a:cxn ang="0">
                <a:pos x="connsiteX91343" y="connsiteY91343"/>
              </a:cxn>
              <a:cxn ang="0">
                <a:pos x="connsiteX91344" y="connsiteY91344"/>
              </a:cxn>
              <a:cxn ang="0">
                <a:pos x="connsiteX91345" y="connsiteY91345"/>
              </a:cxn>
              <a:cxn ang="0">
                <a:pos x="connsiteX91346" y="connsiteY91346"/>
              </a:cxn>
              <a:cxn ang="0">
                <a:pos x="connsiteX91347" y="connsiteY91347"/>
              </a:cxn>
              <a:cxn ang="0">
                <a:pos x="connsiteX91348" y="connsiteY91348"/>
              </a:cxn>
              <a:cxn ang="0">
                <a:pos x="connsiteX91349" y="connsiteY91349"/>
              </a:cxn>
              <a:cxn ang="0">
                <a:pos x="connsiteX91350" y="connsiteY91350"/>
              </a:cxn>
              <a:cxn ang="0">
                <a:pos x="connsiteX91351" y="connsiteY91351"/>
              </a:cxn>
              <a:cxn ang="0">
                <a:pos x="connsiteX91352" y="connsiteY91352"/>
              </a:cxn>
              <a:cxn ang="0">
                <a:pos x="connsiteX91353" y="connsiteY91353"/>
              </a:cxn>
              <a:cxn ang="0">
                <a:pos x="connsiteX91354" y="connsiteY91354"/>
              </a:cxn>
              <a:cxn ang="0">
                <a:pos x="connsiteX91355" y="connsiteY91355"/>
              </a:cxn>
              <a:cxn ang="0">
                <a:pos x="connsiteX91356" y="connsiteY91356"/>
              </a:cxn>
              <a:cxn ang="0">
                <a:pos x="connsiteX91357" y="connsiteY91357"/>
              </a:cxn>
              <a:cxn ang="0">
                <a:pos x="connsiteX91358" y="connsiteY91358"/>
              </a:cxn>
              <a:cxn ang="0">
                <a:pos x="connsiteX91359" y="connsiteY91359"/>
              </a:cxn>
              <a:cxn ang="0">
                <a:pos x="connsiteX91360" y="connsiteY91360"/>
              </a:cxn>
              <a:cxn ang="0">
                <a:pos x="connsiteX91361" y="connsiteY91361"/>
              </a:cxn>
              <a:cxn ang="0">
                <a:pos x="connsiteX91362" y="connsiteY91362"/>
              </a:cxn>
              <a:cxn ang="0">
                <a:pos x="connsiteX91363" y="connsiteY91363"/>
              </a:cxn>
              <a:cxn ang="0">
                <a:pos x="connsiteX91364" y="connsiteY91364"/>
              </a:cxn>
              <a:cxn ang="0">
                <a:pos x="connsiteX91365" y="connsiteY91365"/>
              </a:cxn>
              <a:cxn ang="0">
                <a:pos x="connsiteX91366" y="connsiteY91366"/>
              </a:cxn>
              <a:cxn ang="0">
                <a:pos x="connsiteX91367" y="connsiteY91367"/>
              </a:cxn>
              <a:cxn ang="0">
                <a:pos x="connsiteX91368" y="connsiteY91368"/>
              </a:cxn>
              <a:cxn ang="0">
                <a:pos x="connsiteX91369" y="connsiteY91369"/>
              </a:cxn>
              <a:cxn ang="0">
                <a:pos x="connsiteX91370" y="connsiteY91370"/>
              </a:cxn>
              <a:cxn ang="0">
                <a:pos x="connsiteX91371" y="connsiteY91371"/>
              </a:cxn>
              <a:cxn ang="0">
                <a:pos x="connsiteX91372" y="connsiteY91372"/>
              </a:cxn>
              <a:cxn ang="0">
                <a:pos x="connsiteX91373" y="connsiteY91373"/>
              </a:cxn>
              <a:cxn ang="0">
                <a:pos x="connsiteX91374" y="connsiteY91374"/>
              </a:cxn>
              <a:cxn ang="0">
                <a:pos x="connsiteX91375" y="connsiteY91375"/>
              </a:cxn>
              <a:cxn ang="0">
                <a:pos x="connsiteX91376" y="connsiteY91376"/>
              </a:cxn>
              <a:cxn ang="0">
                <a:pos x="connsiteX91377" y="connsiteY91377"/>
              </a:cxn>
              <a:cxn ang="0">
                <a:pos x="connsiteX91378" y="connsiteY91378"/>
              </a:cxn>
              <a:cxn ang="0">
                <a:pos x="connsiteX91379" y="connsiteY91379"/>
              </a:cxn>
              <a:cxn ang="0">
                <a:pos x="connsiteX91380" y="connsiteY91380"/>
              </a:cxn>
              <a:cxn ang="0">
                <a:pos x="connsiteX91381" y="connsiteY91381"/>
              </a:cxn>
              <a:cxn ang="0">
                <a:pos x="connsiteX91382" y="connsiteY91382"/>
              </a:cxn>
              <a:cxn ang="0">
                <a:pos x="connsiteX91383" y="connsiteY91383"/>
              </a:cxn>
              <a:cxn ang="0">
                <a:pos x="connsiteX91384" y="connsiteY91384"/>
              </a:cxn>
              <a:cxn ang="0">
                <a:pos x="connsiteX91385" y="connsiteY91385"/>
              </a:cxn>
              <a:cxn ang="0">
                <a:pos x="connsiteX91386" y="connsiteY91386"/>
              </a:cxn>
              <a:cxn ang="0">
                <a:pos x="connsiteX91387" y="connsiteY91387"/>
              </a:cxn>
              <a:cxn ang="0">
                <a:pos x="connsiteX91388" y="connsiteY91388"/>
              </a:cxn>
              <a:cxn ang="0">
                <a:pos x="connsiteX91389" y="connsiteY91389"/>
              </a:cxn>
              <a:cxn ang="0">
                <a:pos x="connsiteX91390" y="connsiteY91390"/>
              </a:cxn>
              <a:cxn ang="0">
                <a:pos x="connsiteX91391" y="connsiteY91391"/>
              </a:cxn>
              <a:cxn ang="0">
                <a:pos x="connsiteX91392" y="connsiteY91392"/>
              </a:cxn>
              <a:cxn ang="0">
                <a:pos x="connsiteX91393" y="connsiteY91393"/>
              </a:cxn>
              <a:cxn ang="0">
                <a:pos x="connsiteX91394" y="connsiteY91394"/>
              </a:cxn>
              <a:cxn ang="0">
                <a:pos x="connsiteX91395" y="connsiteY91395"/>
              </a:cxn>
              <a:cxn ang="0">
                <a:pos x="connsiteX91396" y="connsiteY91396"/>
              </a:cxn>
              <a:cxn ang="0">
                <a:pos x="connsiteX91397" y="connsiteY91397"/>
              </a:cxn>
              <a:cxn ang="0">
                <a:pos x="connsiteX91398" y="connsiteY91398"/>
              </a:cxn>
              <a:cxn ang="0">
                <a:pos x="connsiteX91399" y="connsiteY91399"/>
              </a:cxn>
              <a:cxn ang="0">
                <a:pos x="connsiteX91400" y="connsiteY91400"/>
              </a:cxn>
              <a:cxn ang="0">
                <a:pos x="connsiteX91401" y="connsiteY91401"/>
              </a:cxn>
              <a:cxn ang="0">
                <a:pos x="connsiteX91402" y="connsiteY91402"/>
              </a:cxn>
              <a:cxn ang="0">
                <a:pos x="connsiteX91403" y="connsiteY91403"/>
              </a:cxn>
              <a:cxn ang="0">
                <a:pos x="connsiteX91404" y="connsiteY91404"/>
              </a:cxn>
              <a:cxn ang="0">
                <a:pos x="connsiteX91405" y="connsiteY91405"/>
              </a:cxn>
              <a:cxn ang="0">
                <a:pos x="connsiteX91406" y="connsiteY91406"/>
              </a:cxn>
              <a:cxn ang="0">
                <a:pos x="connsiteX91407" y="connsiteY91407"/>
              </a:cxn>
              <a:cxn ang="0">
                <a:pos x="connsiteX91408" y="connsiteY91408"/>
              </a:cxn>
              <a:cxn ang="0">
                <a:pos x="connsiteX91409" y="connsiteY91409"/>
              </a:cxn>
              <a:cxn ang="0">
                <a:pos x="connsiteX91410" y="connsiteY91410"/>
              </a:cxn>
              <a:cxn ang="0">
                <a:pos x="connsiteX91411" y="connsiteY91411"/>
              </a:cxn>
              <a:cxn ang="0">
                <a:pos x="connsiteX91412" y="connsiteY91412"/>
              </a:cxn>
              <a:cxn ang="0">
                <a:pos x="connsiteX91413" y="connsiteY91413"/>
              </a:cxn>
              <a:cxn ang="0">
                <a:pos x="connsiteX91414" y="connsiteY91414"/>
              </a:cxn>
              <a:cxn ang="0">
                <a:pos x="connsiteX91415" y="connsiteY91415"/>
              </a:cxn>
              <a:cxn ang="0">
                <a:pos x="connsiteX91416" y="connsiteY91416"/>
              </a:cxn>
              <a:cxn ang="0">
                <a:pos x="connsiteX91417" y="connsiteY91417"/>
              </a:cxn>
              <a:cxn ang="0">
                <a:pos x="connsiteX91418" y="connsiteY91418"/>
              </a:cxn>
              <a:cxn ang="0">
                <a:pos x="connsiteX91419" y="connsiteY91419"/>
              </a:cxn>
              <a:cxn ang="0">
                <a:pos x="connsiteX91420" y="connsiteY91420"/>
              </a:cxn>
              <a:cxn ang="0">
                <a:pos x="connsiteX91421" y="connsiteY91421"/>
              </a:cxn>
              <a:cxn ang="0">
                <a:pos x="connsiteX91422" y="connsiteY91422"/>
              </a:cxn>
              <a:cxn ang="0">
                <a:pos x="connsiteX91423" y="connsiteY91423"/>
              </a:cxn>
              <a:cxn ang="0">
                <a:pos x="connsiteX91424" y="connsiteY91424"/>
              </a:cxn>
              <a:cxn ang="0">
                <a:pos x="connsiteX91425" y="connsiteY91425"/>
              </a:cxn>
              <a:cxn ang="0">
                <a:pos x="connsiteX91426" y="connsiteY91426"/>
              </a:cxn>
              <a:cxn ang="0">
                <a:pos x="connsiteX91427" y="connsiteY91427"/>
              </a:cxn>
              <a:cxn ang="0">
                <a:pos x="connsiteX91428" y="connsiteY91428"/>
              </a:cxn>
              <a:cxn ang="0">
                <a:pos x="connsiteX91429" y="connsiteY91429"/>
              </a:cxn>
              <a:cxn ang="0">
                <a:pos x="connsiteX91430" y="connsiteY91430"/>
              </a:cxn>
              <a:cxn ang="0">
                <a:pos x="connsiteX91431" y="connsiteY91431"/>
              </a:cxn>
              <a:cxn ang="0">
                <a:pos x="connsiteX91432" y="connsiteY91432"/>
              </a:cxn>
              <a:cxn ang="0">
                <a:pos x="connsiteX91433" y="connsiteY91433"/>
              </a:cxn>
              <a:cxn ang="0">
                <a:pos x="connsiteX91434" y="connsiteY91434"/>
              </a:cxn>
              <a:cxn ang="0">
                <a:pos x="connsiteX91435" y="connsiteY91435"/>
              </a:cxn>
              <a:cxn ang="0">
                <a:pos x="connsiteX91436" y="connsiteY91436"/>
              </a:cxn>
              <a:cxn ang="0">
                <a:pos x="connsiteX91437" y="connsiteY91437"/>
              </a:cxn>
              <a:cxn ang="0">
                <a:pos x="connsiteX91438" y="connsiteY91438"/>
              </a:cxn>
              <a:cxn ang="0">
                <a:pos x="connsiteX91439" y="connsiteY91439"/>
              </a:cxn>
              <a:cxn ang="0">
                <a:pos x="connsiteX91440" y="connsiteY91440"/>
              </a:cxn>
              <a:cxn ang="0">
                <a:pos x="connsiteX91441" y="connsiteY91441"/>
              </a:cxn>
              <a:cxn ang="0">
                <a:pos x="connsiteX91442" y="connsiteY91442"/>
              </a:cxn>
              <a:cxn ang="0">
                <a:pos x="connsiteX91443" y="connsiteY91443"/>
              </a:cxn>
              <a:cxn ang="0">
                <a:pos x="connsiteX91444" y="connsiteY91444"/>
              </a:cxn>
              <a:cxn ang="0">
                <a:pos x="connsiteX91445" y="connsiteY91445"/>
              </a:cxn>
              <a:cxn ang="0">
                <a:pos x="connsiteX91446" y="connsiteY91446"/>
              </a:cxn>
              <a:cxn ang="0">
                <a:pos x="connsiteX91447" y="connsiteY91447"/>
              </a:cxn>
              <a:cxn ang="0">
                <a:pos x="connsiteX91448" y="connsiteY91448"/>
              </a:cxn>
              <a:cxn ang="0">
                <a:pos x="connsiteX91449" y="connsiteY91449"/>
              </a:cxn>
              <a:cxn ang="0">
                <a:pos x="connsiteX91450" y="connsiteY91450"/>
              </a:cxn>
              <a:cxn ang="0">
                <a:pos x="connsiteX91451" y="connsiteY91451"/>
              </a:cxn>
              <a:cxn ang="0">
                <a:pos x="connsiteX91452" y="connsiteY91452"/>
              </a:cxn>
              <a:cxn ang="0">
                <a:pos x="connsiteX91453" y="connsiteY91453"/>
              </a:cxn>
              <a:cxn ang="0">
                <a:pos x="connsiteX91454" y="connsiteY91454"/>
              </a:cxn>
              <a:cxn ang="0">
                <a:pos x="connsiteX91455" y="connsiteY91455"/>
              </a:cxn>
              <a:cxn ang="0">
                <a:pos x="connsiteX91456" y="connsiteY91456"/>
              </a:cxn>
              <a:cxn ang="0">
                <a:pos x="connsiteX91457" y="connsiteY91457"/>
              </a:cxn>
              <a:cxn ang="0">
                <a:pos x="connsiteX91458" y="connsiteY91458"/>
              </a:cxn>
              <a:cxn ang="0">
                <a:pos x="connsiteX91459" y="connsiteY91459"/>
              </a:cxn>
              <a:cxn ang="0">
                <a:pos x="connsiteX91460" y="connsiteY91460"/>
              </a:cxn>
              <a:cxn ang="0">
                <a:pos x="connsiteX91461" y="connsiteY91461"/>
              </a:cxn>
              <a:cxn ang="0">
                <a:pos x="connsiteX91462" y="connsiteY91462"/>
              </a:cxn>
              <a:cxn ang="0">
                <a:pos x="connsiteX91463" y="connsiteY91463"/>
              </a:cxn>
              <a:cxn ang="0">
                <a:pos x="connsiteX91464" y="connsiteY91464"/>
              </a:cxn>
              <a:cxn ang="0">
                <a:pos x="connsiteX91465" y="connsiteY91465"/>
              </a:cxn>
              <a:cxn ang="0">
                <a:pos x="connsiteX91466" y="connsiteY91466"/>
              </a:cxn>
              <a:cxn ang="0">
                <a:pos x="connsiteX91467" y="connsiteY91467"/>
              </a:cxn>
              <a:cxn ang="0">
                <a:pos x="connsiteX91468" y="connsiteY91468"/>
              </a:cxn>
              <a:cxn ang="0">
                <a:pos x="connsiteX91469" y="connsiteY91469"/>
              </a:cxn>
              <a:cxn ang="0">
                <a:pos x="connsiteX91470" y="connsiteY91470"/>
              </a:cxn>
              <a:cxn ang="0">
                <a:pos x="connsiteX91471" y="connsiteY91471"/>
              </a:cxn>
              <a:cxn ang="0">
                <a:pos x="connsiteX91472" y="connsiteY91472"/>
              </a:cxn>
              <a:cxn ang="0">
                <a:pos x="connsiteX91473" y="connsiteY91473"/>
              </a:cxn>
              <a:cxn ang="0">
                <a:pos x="connsiteX91474" y="connsiteY91474"/>
              </a:cxn>
              <a:cxn ang="0">
                <a:pos x="connsiteX91475" y="connsiteY91475"/>
              </a:cxn>
              <a:cxn ang="0">
                <a:pos x="connsiteX91476" y="connsiteY91476"/>
              </a:cxn>
              <a:cxn ang="0">
                <a:pos x="connsiteX91477" y="connsiteY91477"/>
              </a:cxn>
              <a:cxn ang="0">
                <a:pos x="connsiteX91478" y="connsiteY91478"/>
              </a:cxn>
              <a:cxn ang="0">
                <a:pos x="connsiteX91479" y="connsiteY91479"/>
              </a:cxn>
              <a:cxn ang="0">
                <a:pos x="connsiteX91480" y="connsiteY91480"/>
              </a:cxn>
              <a:cxn ang="0">
                <a:pos x="connsiteX91481" y="connsiteY91481"/>
              </a:cxn>
              <a:cxn ang="0">
                <a:pos x="connsiteX91482" y="connsiteY91482"/>
              </a:cxn>
              <a:cxn ang="0">
                <a:pos x="connsiteX91483" y="connsiteY91483"/>
              </a:cxn>
              <a:cxn ang="0">
                <a:pos x="connsiteX91484" y="connsiteY91484"/>
              </a:cxn>
              <a:cxn ang="0">
                <a:pos x="connsiteX91485" y="connsiteY91485"/>
              </a:cxn>
              <a:cxn ang="0">
                <a:pos x="connsiteX91486" y="connsiteY91486"/>
              </a:cxn>
              <a:cxn ang="0">
                <a:pos x="connsiteX91487" y="connsiteY91487"/>
              </a:cxn>
              <a:cxn ang="0">
                <a:pos x="connsiteX91488" y="connsiteY91488"/>
              </a:cxn>
              <a:cxn ang="0">
                <a:pos x="connsiteX91489" y="connsiteY91489"/>
              </a:cxn>
              <a:cxn ang="0">
                <a:pos x="connsiteX91490" y="connsiteY91490"/>
              </a:cxn>
              <a:cxn ang="0">
                <a:pos x="connsiteX91491" y="connsiteY91491"/>
              </a:cxn>
              <a:cxn ang="0">
                <a:pos x="connsiteX91492" y="connsiteY91492"/>
              </a:cxn>
              <a:cxn ang="0">
                <a:pos x="connsiteX91493" y="connsiteY91493"/>
              </a:cxn>
              <a:cxn ang="0">
                <a:pos x="connsiteX91494" y="connsiteY91494"/>
              </a:cxn>
              <a:cxn ang="0">
                <a:pos x="connsiteX91495" y="connsiteY91495"/>
              </a:cxn>
              <a:cxn ang="0">
                <a:pos x="connsiteX91496" y="connsiteY91496"/>
              </a:cxn>
              <a:cxn ang="0">
                <a:pos x="connsiteX91497" y="connsiteY91497"/>
              </a:cxn>
              <a:cxn ang="0">
                <a:pos x="connsiteX91498" y="connsiteY91498"/>
              </a:cxn>
              <a:cxn ang="0">
                <a:pos x="connsiteX91499" y="connsiteY91499"/>
              </a:cxn>
              <a:cxn ang="0">
                <a:pos x="connsiteX91500" y="connsiteY91500"/>
              </a:cxn>
              <a:cxn ang="0">
                <a:pos x="connsiteX91501" y="connsiteY91501"/>
              </a:cxn>
              <a:cxn ang="0">
                <a:pos x="connsiteX91502" y="connsiteY91502"/>
              </a:cxn>
              <a:cxn ang="0">
                <a:pos x="connsiteX91503" y="connsiteY91503"/>
              </a:cxn>
              <a:cxn ang="0">
                <a:pos x="connsiteX91504" y="connsiteY91504"/>
              </a:cxn>
              <a:cxn ang="0">
                <a:pos x="connsiteX91505" y="connsiteY91505"/>
              </a:cxn>
              <a:cxn ang="0">
                <a:pos x="connsiteX91506" y="connsiteY91506"/>
              </a:cxn>
              <a:cxn ang="0">
                <a:pos x="connsiteX91507" y="connsiteY91507"/>
              </a:cxn>
              <a:cxn ang="0">
                <a:pos x="connsiteX91508" y="connsiteY91508"/>
              </a:cxn>
              <a:cxn ang="0">
                <a:pos x="connsiteX91509" y="connsiteY91509"/>
              </a:cxn>
              <a:cxn ang="0">
                <a:pos x="connsiteX91510" y="connsiteY91510"/>
              </a:cxn>
              <a:cxn ang="0">
                <a:pos x="connsiteX91511" y="connsiteY91511"/>
              </a:cxn>
              <a:cxn ang="0">
                <a:pos x="connsiteX91512" y="connsiteY91512"/>
              </a:cxn>
              <a:cxn ang="0">
                <a:pos x="connsiteX91513" y="connsiteY91513"/>
              </a:cxn>
              <a:cxn ang="0">
                <a:pos x="connsiteX91514" y="connsiteY91514"/>
              </a:cxn>
              <a:cxn ang="0">
                <a:pos x="connsiteX91515" y="connsiteY91515"/>
              </a:cxn>
              <a:cxn ang="0">
                <a:pos x="connsiteX91516" y="connsiteY91516"/>
              </a:cxn>
              <a:cxn ang="0">
                <a:pos x="connsiteX91517" y="connsiteY91517"/>
              </a:cxn>
              <a:cxn ang="0">
                <a:pos x="connsiteX91518" y="connsiteY91518"/>
              </a:cxn>
              <a:cxn ang="0">
                <a:pos x="connsiteX91519" y="connsiteY91519"/>
              </a:cxn>
              <a:cxn ang="0">
                <a:pos x="connsiteX91520" y="connsiteY91520"/>
              </a:cxn>
              <a:cxn ang="0">
                <a:pos x="connsiteX91521" y="connsiteY91521"/>
              </a:cxn>
              <a:cxn ang="0">
                <a:pos x="connsiteX91522" y="connsiteY91522"/>
              </a:cxn>
              <a:cxn ang="0">
                <a:pos x="connsiteX91523" y="connsiteY91523"/>
              </a:cxn>
              <a:cxn ang="0">
                <a:pos x="connsiteX91524" y="connsiteY91524"/>
              </a:cxn>
              <a:cxn ang="0">
                <a:pos x="connsiteX91525" y="connsiteY91525"/>
              </a:cxn>
              <a:cxn ang="0">
                <a:pos x="connsiteX91526" y="connsiteY91526"/>
              </a:cxn>
              <a:cxn ang="0">
                <a:pos x="connsiteX91527" y="connsiteY91527"/>
              </a:cxn>
              <a:cxn ang="0">
                <a:pos x="connsiteX91528" y="connsiteY91528"/>
              </a:cxn>
              <a:cxn ang="0">
                <a:pos x="connsiteX91529" y="connsiteY91529"/>
              </a:cxn>
              <a:cxn ang="0">
                <a:pos x="connsiteX91530" y="connsiteY91530"/>
              </a:cxn>
              <a:cxn ang="0">
                <a:pos x="connsiteX91531" y="connsiteY91531"/>
              </a:cxn>
              <a:cxn ang="0">
                <a:pos x="connsiteX91532" y="connsiteY91532"/>
              </a:cxn>
              <a:cxn ang="0">
                <a:pos x="connsiteX91533" y="connsiteY91533"/>
              </a:cxn>
              <a:cxn ang="0">
                <a:pos x="connsiteX91534" y="connsiteY91534"/>
              </a:cxn>
              <a:cxn ang="0">
                <a:pos x="connsiteX91535" y="connsiteY91535"/>
              </a:cxn>
              <a:cxn ang="0">
                <a:pos x="connsiteX91536" y="connsiteY91536"/>
              </a:cxn>
              <a:cxn ang="0">
                <a:pos x="connsiteX91537" y="connsiteY91537"/>
              </a:cxn>
              <a:cxn ang="0">
                <a:pos x="connsiteX91538" y="connsiteY91538"/>
              </a:cxn>
              <a:cxn ang="0">
                <a:pos x="connsiteX91539" y="connsiteY91539"/>
              </a:cxn>
              <a:cxn ang="0">
                <a:pos x="connsiteX91540" y="connsiteY91540"/>
              </a:cxn>
              <a:cxn ang="0">
                <a:pos x="connsiteX91541" y="connsiteY91541"/>
              </a:cxn>
              <a:cxn ang="0">
                <a:pos x="connsiteX91542" y="connsiteY91542"/>
              </a:cxn>
              <a:cxn ang="0">
                <a:pos x="connsiteX91543" y="connsiteY91543"/>
              </a:cxn>
              <a:cxn ang="0">
                <a:pos x="connsiteX91544" y="connsiteY91544"/>
              </a:cxn>
              <a:cxn ang="0">
                <a:pos x="connsiteX91545" y="connsiteY91545"/>
              </a:cxn>
              <a:cxn ang="0">
                <a:pos x="connsiteX91546" y="connsiteY91546"/>
              </a:cxn>
              <a:cxn ang="0">
                <a:pos x="connsiteX91547" y="connsiteY91547"/>
              </a:cxn>
              <a:cxn ang="0">
                <a:pos x="connsiteX91548" y="connsiteY91548"/>
              </a:cxn>
              <a:cxn ang="0">
                <a:pos x="connsiteX91549" y="connsiteY91549"/>
              </a:cxn>
              <a:cxn ang="0">
                <a:pos x="connsiteX91550" y="connsiteY91550"/>
              </a:cxn>
              <a:cxn ang="0">
                <a:pos x="connsiteX91551" y="connsiteY91551"/>
              </a:cxn>
              <a:cxn ang="0">
                <a:pos x="connsiteX91552" y="connsiteY91552"/>
              </a:cxn>
              <a:cxn ang="0">
                <a:pos x="connsiteX91553" y="connsiteY91553"/>
              </a:cxn>
              <a:cxn ang="0">
                <a:pos x="connsiteX91554" y="connsiteY91554"/>
              </a:cxn>
              <a:cxn ang="0">
                <a:pos x="connsiteX91555" y="connsiteY91555"/>
              </a:cxn>
              <a:cxn ang="0">
                <a:pos x="connsiteX91556" y="connsiteY91556"/>
              </a:cxn>
              <a:cxn ang="0">
                <a:pos x="connsiteX91557" y="connsiteY91557"/>
              </a:cxn>
              <a:cxn ang="0">
                <a:pos x="connsiteX91558" y="connsiteY91558"/>
              </a:cxn>
              <a:cxn ang="0">
                <a:pos x="connsiteX91559" y="connsiteY91559"/>
              </a:cxn>
              <a:cxn ang="0">
                <a:pos x="connsiteX91560" y="connsiteY91560"/>
              </a:cxn>
              <a:cxn ang="0">
                <a:pos x="connsiteX91561" y="connsiteY91561"/>
              </a:cxn>
              <a:cxn ang="0">
                <a:pos x="connsiteX91562" y="connsiteY91562"/>
              </a:cxn>
              <a:cxn ang="0">
                <a:pos x="connsiteX91563" y="connsiteY91563"/>
              </a:cxn>
              <a:cxn ang="0">
                <a:pos x="connsiteX91564" y="connsiteY91564"/>
              </a:cxn>
              <a:cxn ang="0">
                <a:pos x="connsiteX91565" y="connsiteY91565"/>
              </a:cxn>
              <a:cxn ang="0">
                <a:pos x="connsiteX91566" y="connsiteY91566"/>
              </a:cxn>
              <a:cxn ang="0">
                <a:pos x="connsiteX91567" y="connsiteY91567"/>
              </a:cxn>
              <a:cxn ang="0">
                <a:pos x="connsiteX91568" y="connsiteY91568"/>
              </a:cxn>
              <a:cxn ang="0">
                <a:pos x="connsiteX91569" y="connsiteY91569"/>
              </a:cxn>
              <a:cxn ang="0">
                <a:pos x="connsiteX91570" y="connsiteY91570"/>
              </a:cxn>
              <a:cxn ang="0">
                <a:pos x="connsiteX91571" y="connsiteY91571"/>
              </a:cxn>
              <a:cxn ang="0">
                <a:pos x="connsiteX91572" y="connsiteY91572"/>
              </a:cxn>
              <a:cxn ang="0">
                <a:pos x="connsiteX91573" y="connsiteY91573"/>
              </a:cxn>
              <a:cxn ang="0">
                <a:pos x="connsiteX91574" y="connsiteY91574"/>
              </a:cxn>
              <a:cxn ang="0">
                <a:pos x="connsiteX91575" y="connsiteY91575"/>
              </a:cxn>
              <a:cxn ang="0">
                <a:pos x="connsiteX91576" y="connsiteY91576"/>
              </a:cxn>
              <a:cxn ang="0">
                <a:pos x="connsiteX91577" y="connsiteY91577"/>
              </a:cxn>
              <a:cxn ang="0">
                <a:pos x="connsiteX91578" y="connsiteY91578"/>
              </a:cxn>
              <a:cxn ang="0">
                <a:pos x="connsiteX91579" y="connsiteY91579"/>
              </a:cxn>
              <a:cxn ang="0">
                <a:pos x="connsiteX91580" y="connsiteY91580"/>
              </a:cxn>
              <a:cxn ang="0">
                <a:pos x="connsiteX91581" y="connsiteY91581"/>
              </a:cxn>
              <a:cxn ang="0">
                <a:pos x="connsiteX91582" y="connsiteY91582"/>
              </a:cxn>
              <a:cxn ang="0">
                <a:pos x="connsiteX91583" y="connsiteY91583"/>
              </a:cxn>
              <a:cxn ang="0">
                <a:pos x="connsiteX91584" y="connsiteY91584"/>
              </a:cxn>
              <a:cxn ang="0">
                <a:pos x="connsiteX91585" y="connsiteY91585"/>
              </a:cxn>
              <a:cxn ang="0">
                <a:pos x="connsiteX91586" y="connsiteY91586"/>
              </a:cxn>
              <a:cxn ang="0">
                <a:pos x="connsiteX91587" y="connsiteY91587"/>
              </a:cxn>
              <a:cxn ang="0">
                <a:pos x="connsiteX91588" y="connsiteY91588"/>
              </a:cxn>
              <a:cxn ang="0">
                <a:pos x="connsiteX91589" y="connsiteY91589"/>
              </a:cxn>
              <a:cxn ang="0">
                <a:pos x="connsiteX91590" y="connsiteY91590"/>
              </a:cxn>
              <a:cxn ang="0">
                <a:pos x="connsiteX91591" y="connsiteY91591"/>
              </a:cxn>
              <a:cxn ang="0">
                <a:pos x="connsiteX91592" y="connsiteY91592"/>
              </a:cxn>
              <a:cxn ang="0">
                <a:pos x="connsiteX91593" y="connsiteY91593"/>
              </a:cxn>
              <a:cxn ang="0">
                <a:pos x="connsiteX91594" y="connsiteY91594"/>
              </a:cxn>
              <a:cxn ang="0">
                <a:pos x="connsiteX91595" y="connsiteY91595"/>
              </a:cxn>
              <a:cxn ang="0">
                <a:pos x="connsiteX91596" y="connsiteY91596"/>
              </a:cxn>
              <a:cxn ang="0">
                <a:pos x="connsiteX91597" y="connsiteY91597"/>
              </a:cxn>
              <a:cxn ang="0">
                <a:pos x="connsiteX91598" y="connsiteY91598"/>
              </a:cxn>
              <a:cxn ang="0">
                <a:pos x="connsiteX91599" y="connsiteY91599"/>
              </a:cxn>
              <a:cxn ang="0">
                <a:pos x="connsiteX91600" y="connsiteY91600"/>
              </a:cxn>
              <a:cxn ang="0">
                <a:pos x="connsiteX91601" y="connsiteY91601"/>
              </a:cxn>
              <a:cxn ang="0">
                <a:pos x="connsiteX91602" y="connsiteY91602"/>
              </a:cxn>
              <a:cxn ang="0">
                <a:pos x="connsiteX91603" y="connsiteY91603"/>
              </a:cxn>
              <a:cxn ang="0">
                <a:pos x="connsiteX91604" y="connsiteY91604"/>
              </a:cxn>
              <a:cxn ang="0">
                <a:pos x="connsiteX91605" y="connsiteY91605"/>
              </a:cxn>
              <a:cxn ang="0">
                <a:pos x="connsiteX91606" y="connsiteY91606"/>
              </a:cxn>
              <a:cxn ang="0">
                <a:pos x="connsiteX91607" y="connsiteY91607"/>
              </a:cxn>
              <a:cxn ang="0">
                <a:pos x="connsiteX91608" y="connsiteY91608"/>
              </a:cxn>
              <a:cxn ang="0">
                <a:pos x="connsiteX91609" y="connsiteY91609"/>
              </a:cxn>
              <a:cxn ang="0">
                <a:pos x="connsiteX91610" y="connsiteY91610"/>
              </a:cxn>
              <a:cxn ang="0">
                <a:pos x="connsiteX91611" y="connsiteY91611"/>
              </a:cxn>
              <a:cxn ang="0">
                <a:pos x="connsiteX91612" y="connsiteY91612"/>
              </a:cxn>
              <a:cxn ang="0">
                <a:pos x="connsiteX91613" y="connsiteY91613"/>
              </a:cxn>
              <a:cxn ang="0">
                <a:pos x="connsiteX91614" y="connsiteY91614"/>
              </a:cxn>
              <a:cxn ang="0">
                <a:pos x="connsiteX91615" y="connsiteY91615"/>
              </a:cxn>
              <a:cxn ang="0">
                <a:pos x="connsiteX91616" y="connsiteY91616"/>
              </a:cxn>
              <a:cxn ang="0">
                <a:pos x="connsiteX91617" y="connsiteY91617"/>
              </a:cxn>
              <a:cxn ang="0">
                <a:pos x="connsiteX91618" y="connsiteY91618"/>
              </a:cxn>
              <a:cxn ang="0">
                <a:pos x="connsiteX91619" y="connsiteY91619"/>
              </a:cxn>
              <a:cxn ang="0">
                <a:pos x="connsiteX91620" y="connsiteY91620"/>
              </a:cxn>
              <a:cxn ang="0">
                <a:pos x="connsiteX91621" y="connsiteY91621"/>
              </a:cxn>
              <a:cxn ang="0">
                <a:pos x="connsiteX91622" y="connsiteY91622"/>
              </a:cxn>
              <a:cxn ang="0">
                <a:pos x="connsiteX91623" y="connsiteY91623"/>
              </a:cxn>
              <a:cxn ang="0">
                <a:pos x="connsiteX91624" y="connsiteY91624"/>
              </a:cxn>
              <a:cxn ang="0">
                <a:pos x="connsiteX91625" y="connsiteY91625"/>
              </a:cxn>
              <a:cxn ang="0">
                <a:pos x="connsiteX91626" y="connsiteY91626"/>
              </a:cxn>
              <a:cxn ang="0">
                <a:pos x="connsiteX91627" y="connsiteY91627"/>
              </a:cxn>
              <a:cxn ang="0">
                <a:pos x="connsiteX91628" y="connsiteY91628"/>
              </a:cxn>
              <a:cxn ang="0">
                <a:pos x="connsiteX91629" y="connsiteY91629"/>
              </a:cxn>
              <a:cxn ang="0">
                <a:pos x="connsiteX91630" y="connsiteY91630"/>
              </a:cxn>
              <a:cxn ang="0">
                <a:pos x="connsiteX91631" y="connsiteY91631"/>
              </a:cxn>
              <a:cxn ang="0">
                <a:pos x="connsiteX91632" y="connsiteY91632"/>
              </a:cxn>
              <a:cxn ang="0">
                <a:pos x="connsiteX91633" y="connsiteY91633"/>
              </a:cxn>
              <a:cxn ang="0">
                <a:pos x="connsiteX91634" y="connsiteY91634"/>
              </a:cxn>
              <a:cxn ang="0">
                <a:pos x="connsiteX91635" y="connsiteY91635"/>
              </a:cxn>
              <a:cxn ang="0">
                <a:pos x="connsiteX91636" y="connsiteY91636"/>
              </a:cxn>
              <a:cxn ang="0">
                <a:pos x="connsiteX91637" y="connsiteY91637"/>
              </a:cxn>
              <a:cxn ang="0">
                <a:pos x="connsiteX91638" y="connsiteY91638"/>
              </a:cxn>
              <a:cxn ang="0">
                <a:pos x="connsiteX91639" y="connsiteY91639"/>
              </a:cxn>
              <a:cxn ang="0">
                <a:pos x="connsiteX91640" y="connsiteY91640"/>
              </a:cxn>
              <a:cxn ang="0">
                <a:pos x="connsiteX91641" y="connsiteY91641"/>
              </a:cxn>
              <a:cxn ang="0">
                <a:pos x="connsiteX91642" y="connsiteY91642"/>
              </a:cxn>
              <a:cxn ang="0">
                <a:pos x="connsiteX91643" y="connsiteY91643"/>
              </a:cxn>
              <a:cxn ang="0">
                <a:pos x="connsiteX91644" y="connsiteY91644"/>
              </a:cxn>
              <a:cxn ang="0">
                <a:pos x="connsiteX91645" y="connsiteY91645"/>
              </a:cxn>
              <a:cxn ang="0">
                <a:pos x="connsiteX91646" y="connsiteY91646"/>
              </a:cxn>
              <a:cxn ang="0">
                <a:pos x="connsiteX91647" y="connsiteY91647"/>
              </a:cxn>
              <a:cxn ang="0">
                <a:pos x="connsiteX91648" y="connsiteY91648"/>
              </a:cxn>
              <a:cxn ang="0">
                <a:pos x="connsiteX91649" y="connsiteY91649"/>
              </a:cxn>
              <a:cxn ang="0">
                <a:pos x="connsiteX91650" y="connsiteY91650"/>
              </a:cxn>
              <a:cxn ang="0">
                <a:pos x="connsiteX91651" y="connsiteY91651"/>
              </a:cxn>
              <a:cxn ang="0">
                <a:pos x="connsiteX91652" y="connsiteY91652"/>
              </a:cxn>
              <a:cxn ang="0">
                <a:pos x="connsiteX91653" y="connsiteY91653"/>
              </a:cxn>
              <a:cxn ang="0">
                <a:pos x="connsiteX91654" y="connsiteY91654"/>
              </a:cxn>
              <a:cxn ang="0">
                <a:pos x="connsiteX91655" y="connsiteY91655"/>
              </a:cxn>
              <a:cxn ang="0">
                <a:pos x="connsiteX91656" y="connsiteY91656"/>
              </a:cxn>
              <a:cxn ang="0">
                <a:pos x="connsiteX91657" y="connsiteY91657"/>
              </a:cxn>
              <a:cxn ang="0">
                <a:pos x="connsiteX91658" y="connsiteY91658"/>
              </a:cxn>
              <a:cxn ang="0">
                <a:pos x="connsiteX91659" y="connsiteY91659"/>
              </a:cxn>
              <a:cxn ang="0">
                <a:pos x="connsiteX91660" y="connsiteY91660"/>
              </a:cxn>
              <a:cxn ang="0">
                <a:pos x="connsiteX91661" y="connsiteY91661"/>
              </a:cxn>
              <a:cxn ang="0">
                <a:pos x="connsiteX91662" y="connsiteY91662"/>
              </a:cxn>
              <a:cxn ang="0">
                <a:pos x="connsiteX91663" y="connsiteY91663"/>
              </a:cxn>
              <a:cxn ang="0">
                <a:pos x="connsiteX91664" y="connsiteY91664"/>
              </a:cxn>
              <a:cxn ang="0">
                <a:pos x="connsiteX91665" y="connsiteY91665"/>
              </a:cxn>
              <a:cxn ang="0">
                <a:pos x="connsiteX91666" y="connsiteY91666"/>
              </a:cxn>
              <a:cxn ang="0">
                <a:pos x="connsiteX91667" y="connsiteY91667"/>
              </a:cxn>
              <a:cxn ang="0">
                <a:pos x="connsiteX91668" y="connsiteY91668"/>
              </a:cxn>
              <a:cxn ang="0">
                <a:pos x="connsiteX91669" y="connsiteY91669"/>
              </a:cxn>
              <a:cxn ang="0">
                <a:pos x="connsiteX91670" y="connsiteY91670"/>
              </a:cxn>
              <a:cxn ang="0">
                <a:pos x="connsiteX91671" y="connsiteY91671"/>
              </a:cxn>
              <a:cxn ang="0">
                <a:pos x="connsiteX91672" y="connsiteY91672"/>
              </a:cxn>
              <a:cxn ang="0">
                <a:pos x="connsiteX91673" y="connsiteY91673"/>
              </a:cxn>
              <a:cxn ang="0">
                <a:pos x="connsiteX91674" y="connsiteY91674"/>
              </a:cxn>
              <a:cxn ang="0">
                <a:pos x="connsiteX91675" y="connsiteY91675"/>
              </a:cxn>
              <a:cxn ang="0">
                <a:pos x="connsiteX91676" y="connsiteY91676"/>
              </a:cxn>
              <a:cxn ang="0">
                <a:pos x="connsiteX91677" y="connsiteY91677"/>
              </a:cxn>
              <a:cxn ang="0">
                <a:pos x="connsiteX91678" y="connsiteY91678"/>
              </a:cxn>
              <a:cxn ang="0">
                <a:pos x="connsiteX91679" y="connsiteY91679"/>
              </a:cxn>
              <a:cxn ang="0">
                <a:pos x="connsiteX91680" y="connsiteY91680"/>
              </a:cxn>
              <a:cxn ang="0">
                <a:pos x="connsiteX91681" y="connsiteY91681"/>
              </a:cxn>
              <a:cxn ang="0">
                <a:pos x="connsiteX91682" y="connsiteY91682"/>
              </a:cxn>
              <a:cxn ang="0">
                <a:pos x="connsiteX91683" y="connsiteY91683"/>
              </a:cxn>
              <a:cxn ang="0">
                <a:pos x="connsiteX91684" y="connsiteY91684"/>
              </a:cxn>
              <a:cxn ang="0">
                <a:pos x="connsiteX91685" y="connsiteY91685"/>
              </a:cxn>
              <a:cxn ang="0">
                <a:pos x="connsiteX91686" y="connsiteY91686"/>
              </a:cxn>
              <a:cxn ang="0">
                <a:pos x="connsiteX91687" y="connsiteY91687"/>
              </a:cxn>
              <a:cxn ang="0">
                <a:pos x="connsiteX91688" y="connsiteY91688"/>
              </a:cxn>
              <a:cxn ang="0">
                <a:pos x="connsiteX91689" y="connsiteY91689"/>
              </a:cxn>
              <a:cxn ang="0">
                <a:pos x="connsiteX91690" y="connsiteY91690"/>
              </a:cxn>
              <a:cxn ang="0">
                <a:pos x="connsiteX91691" y="connsiteY91691"/>
              </a:cxn>
              <a:cxn ang="0">
                <a:pos x="connsiteX91692" y="connsiteY91692"/>
              </a:cxn>
              <a:cxn ang="0">
                <a:pos x="connsiteX91693" y="connsiteY91693"/>
              </a:cxn>
              <a:cxn ang="0">
                <a:pos x="connsiteX91694" y="connsiteY91694"/>
              </a:cxn>
              <a:cxn ang="0">
                <a:pos x="connsiteX91695" y="connsiteY91695"/>
              </a:cxn>
              <a:cxn ang="0">
                <a:pos x="connsiteX91696" y="connsiteY91696"/>
              </a:cxn>
              <a:cxn ang="0">
                <a:pos x="connsiteX91697" y="connsiteY91697"/>
              </a:cxn>
              <a:cxn ang="0">
                <a:pos x="connsiteX91698" y="connsiteY91698"/>
              </a:cxn>
              <a:cxn ang="0">
                <a:pos x="connsiteX91699" y="connsiteY91699"/>
              </a:cxn>
              <a:cxn ang="0">
                <a:pos x="connsiteX91700" y="connsiteY91700"/>
              </a:cxn>
              <a:cxn ang="0">
                <a:pos x="connsiteX91701" y="connsiteY91701"/>
              </a:cxn>
              <a:cxn ang="0">
                <a:pos x="connsiteX91702" y="connsiteY91702"/>
              </a:cxn>
              <a:cxn ang="0">
                <a:pos x="connsiteX91703" y="connsiteY91703"/>
              </a:cxn>
              <a:cxn ang="0">
                <a:pos x="connsiteX91704" y="connsiteY91704"/>
              </a:cxn>
              <a:cxn ang="0">
                <a:pos x="connsiteX91705" y="connsiteY91705"/>
              </a:cxn>
              <a:cxn ang="0">
                <a:pos x="connsiteX91706" y="connsiteY91706"/>
              </a:cxn>
              <a:cxn ang="0">
                <a:pos x="connsiteX91707" y="connsiteY91707"/>
              </a:cxn>
              <a:cxn ang="0">
                <a:pos x="connsiteX91708" y="connsiteY91708"/>
              </a:cxn>
              <a:cxn ang="0">
                <a:pos x="connsiteX91709" y="connsiteY91709"/>
              </a:cxn>
              <a:cxn ang="0">
                <a:pos x="connsiteX91710" y="connsiteY91710"/>
              </a:cxn>
              <a:cxn ang="0">
                <a:pos x="connsiteX91711" y="connsiteY91711"/>
              </a:cxn>
              <a:cxn ang="0">
                <a:pos x="connsiteX91712" y="connsiteY91712"/>
              </a:cxn>
              <a:cxn ang="0">
                <a:pos x="connsiteX91713" y="connsiteY91713"/>
              </a:cxn>
              <a:cxn ang="0">
                <a:pos x="connsiteX91714" y="connsiteY91714"/>
              </a:cxn>
              <a:cxn ang="0">
                <a:pos x="connsiteX91715" y="connsiteY91715"/>
              </a:cxn>
              <a:cxn ang="0">
                <a:pos x="connsiteX91716" y="connsiteY91716"/>
              </a:cxn>
              <a:cxn ang="0">
                <a:pos x="connsiteX91717" y="connsiteY91717"/>
              </a:cxn>
              <a:cxn ang="0">
                <a:pos x="connsiteX91718" y="connsiteY91718"/>
              </a:cxn>
              <a:cxn ang="0">
                <a:pos x="connsiteX91719" y="connsiteY91719"/>
              </a:cxn>
              <a:cxn ang="0">
                <a:pos x="connsiteX91720" y="connsiteY91720"/>
              </a:cxn>
              <a:cxn ang="0">
                <a:pos x="connsiteX91721" y="connsiteY91721"/>
              </a:cxn>
              <a:cxn ang="0">
                <a:pos x="connsiteX91722" y="connsiteY91722"/>
              </a:cxn>
              <a:cxn ang="0">
                <a:pos x="connsiteX91723" y="connsiteY91723"/>
              </a:cxn>
              <a:cxn ang="0">
                <a:pos x="connsiteX91724" y="connsiteY91724"/>
              </a:cxn>
              <a:cxn ang="0">
                <a:pos x="connsiteX91725" y="connsiteY91725"/>
              </a:cxn>
              <a:cxn ang="0">
                <a:pos x="connsiteX91726" y="connsiteY91726"/>
              </a:cxn>
              <a:cxn ang="0">
                <a:pos x="connsiteX91727" y="connsiteY91727"/>
              </a:cxn>
              <a:cxn ang="0">
                <a:pos x="connsiteX91728" y="connsiteY91728"/>
              </a:cxn>
              <a:cxn ang="0">
                <a:pos x="connsiteX91729" y="connsiteY91729"/>
              </a:cxn>
              <a:cxn ang="0">
                <a:pos x="connsiteX91730" y="connsiteY91730"/>
              </a:cxn>
              <a:cxn ang="0">
                <a:pos x="connsiteX91731" y="connsiteY91731"/>
              </a:cxn>
              <a:cxn ang="0">
                <a:pos x="connsiteX91732" y="connsiteY91732"/>
              </a:cxn>
              <a:cxn ang="0">
                <a:pos x="connsiteX91733" y="connsiteY91733"/>
              </a:cxn>
              <a:cxn ang="0">
                <a:pos x="connsiteX91734" y="connsiteY91734"/>
              </a:cxn>
              <a:cxn ang="0">
                <a:pos x="connsiteX91735" y="connsiteY91735"/>
              </a:cxn>
              <a:cxn ang="0">
                <a:pos x="connsiteX91736" y="connsiteY91736"/>
              </a:cxn>
              <a:cxn ang="0">
                <a:pos x="connsiteX91737" y="connsiteY91737"/>
              </a:cxn>
              <a:cxn ang="0">
                <a:pos x="connsiteX91738" y="connsiteY91738"/>
              </a:cxn>
              <a:cxn ang="0">
                <a:pos x="connsiteX91739" y="connsiteY91739"/>
              </a:cxn>
              <a:cxn ang="0">
                <a:pos x="connsiteX91740" y="connsiteY91740"/>
              </a:cxn>
              <a:cxn ang="0">
                <a:pos x="connsiteX91741" y="connsiteY91741"/>
              </a:cxn>
              <a:cxn ang="0">
                <a:pos x="connsiteX91742" y="connsiteY91742"/>
              </a:cxn>
              <a:cxn ang="0">
                <a:pos x="connsiteX91743" y="connsiteY91743"/>
              </a:cxn>
              <a:cxn ang="0">
                <a:pos x="connsiteX91744" y="connsiteY91744"/>
              </a:cxn>
              <a:cxn ang="0">
                <a:pos x="connsiteX91745" y="connsiteY91745"/>
              </a:cxn>
              <a:cxn ang="0">
                <a:pos x="connsiteX91746" y="connsiteY91746"/>
              </a:cxn>
              <a:cxn ang="0">
                <a:pos x="connsiteX91747" y="connsiteY91747"/>
              </a:cxn>
              <a:cxn ang="0">
                <a:pos x="connsiteX91748" y="connsiteY91748"/>
              </a:cxn>
              <a:cxn ang="0">
                <a:pos x="connsiteX91749" y="connsiteY91749"/>
              </a:cxn>
              <a:cxn ang="0">
                <a:pos x="connsiteX91750" y="connsiteY91750"/>
              </a:cxn>
              <a:cxn ang="0">
                <a:pos x="connsiteX91751" y="connsiteY91751"/>
              </a:cxn>
              <a:cxn ang="0">
                <a:pos x="connsiteX91752" y="connsiteY91752"/>
              </a:cxn>
              <a:cxn ang="0">
                <a:pos x="connsiteX91753" y="connsiteY91753"/>
              </a:cxn>
              <a:cxn ang="0">
                <a:pos x="connsiteX91754" y="connsiteY91754"/>
              </a:cxn>
              <a:cxn ang="0">
                <a:pos x="connsiteX91755" y="connsiteY91755"/>
              </a:cxn>
              <a:cxn ang="0">
                <a:pos x="connsiteX91756" y="connsiteY91756"/>
              </a:cxn>
              <a:cxn ang="0">
                <a:pos x="connsiteX91757" y="connsiteY91757"/>
              </a:cxn>
              <a:cxn ang="0">
                <a:pos x="connsiteX91758" y="connsiteY91758"/>
              </a:cxn>
              <a:cxn ang="0">
                <a:pos x="connsiteX91759" y="connsiteY91759"/>
              </a:cxn>
              <a:cxn ang="0">
                <a:pos x="connsiteX91760" y="connsiteY91760"/>
              </a:cxn>
              <a:cxn ang="0">
                <a:pos x="connsiteX91761" y="connsiteY91761"/>
              </a:cxn>
              <a:cxn ang="0">
                <a:pos x="connsiteX91762" y="connsiteY91762"/>
              </a:cxn>
              <a:cxn ang="0">
                <a:pos x="connsiteX91763" y="connsiteY91763"/>
              </a:cxn>
              <a:cxn ang="0">
                <a:pos x="connsiteX91764" y="connsiteY91764"/>
              </a:cxn>
              <a:cxn ang="0">
                <a:pos x="connsiteX91765" y="connsiteY91765"/>
              </a:cxn>
              <a:cxn ang="0">
                <a:pos x="connsiteX91766" y="connsiteY91766"/>
              </a:cxn>
              <a:cxn ang="0">
                <a:pos x="connsiteX91767" y="connsiteY91767"/>
              </a:cxn>
              <a:cxn ang="0">
                <a:pos x="connsiteX91768" y="connsiteY91768"/>
              </a:cxn>
              <a:cxn ang="0">
                <a:pos x="connsiteX91769" y="connsiteY91769"/>
              </a:cxn>
              <a:cxn ang="0">
                <a:pos x="connsiteX91770" y="connsiteY91770"/>
              </a:cxn>
              <a:cxn ang="0">
                <a:pos x="connsiteX91771" y="connsiteY91771"/>
              </a:cxn>
              <a:cxn ang="0">
                <a:pos x="connsiteX91772" y="connsiteY91772"/>
              </a:cxn>
              <a:cxn ang="0">
                <a:pos x="connsiteX91773" y="connsiteY91773"/>
              </a:cxn>
              <a:cxn ang="0">
                <a:pos x="connsiteX91774" y="connsiteY91774"/>
              </a:cxn>
              <a:cxn ang="0">
                <a:pos x="connsiteX91775" y="connsiteY91775"/>
              </a:cxn>
              <a:cxn ang="0">
                <a:pos x="connsiteX91776" y="connsiteY91776"/>
              </a:cxn>
              <a:cxn ang="0">
                <a:pos x="connsiteX91777" y="connsiteY91777"/>
              </a:cxn>
              <a:cxn ang="0">
                <a:pos x="connsiteX91778" y="connsiteY91778"/>
              </a:cxn>
              <a:cxn ang="0">
                <a:pos x="connsiteX91779" y="connsiteY91779"/>
              </a:cxn>
              <a:cxn ang="0">
                <a:pos x="connsiteX91780" y="connsiteY91780"/>
              </a:cxn>
              <a:cxn ang="0">
                <a:pos x="connsiteX91781" y="connsiteY91781"/>
              </a:cxn>
              <a:cxn ang="0">
                <a:pos x="connsiteX91782" y="connsiteY91782"/>
              </a:cxn>
              <a:cxn ang="0">
                <a:pos x="connsiteX91783" y="connsiteY91783"/>
              </a:cxn>
              <a:cxn ang="0">
                <a:pos x="connsiteX91784" y="connsiteY91784"/>
              </a:cxn>
              <a:cxn ang="0">
                <a:pos x="connsiteX91785" y="connsiteY91785"/>
              </a:cxn>
              <a:cxn ang="0">
                <a:pos x="connsiteX91786" y="connsiteY91786"/>
              </a:cxn>
              <a:cxn ang="0">
                <a:pos x="connsiteX91787" y="connsiteY91787"/>
              </a:cxn>
              <a:cxn ang="0">
                <a:pos x="connsiteX91788" y="connsiteY91788"/>
              </a:cxn>
              <a:cxn ang="0">
                <a:pos x="connsiteX91789" y="connsiteY91789"/>
              </a:cxn>
              <a:cxn ang="0">
                <a:pos x="connsiteX91790" y="connsiteY91790"/>
              </a:cxn>
              <a:cxn ang="0">
                <a:pos x="connsiteX91791" y="connsiteY91791"/>
              </a:cxn>
              <a:cxn ang="0">
                <a:pos x="connsiteX91792" y="connsiteY91792"/>
              </a:cxn>
              <a:cxn ang="0">
                <a:pos x="connsiteX91793" y="connsiteY91793"/>
              </a:cxn>
              <a:cxn ang="0">
                <a:pos x="connsiteX91794" y="connsiteY91794"/>
              </a:cxn>
              <a:cxn ang="0">
                <a:pos x="connsiteX91795" y="connsiteY91795"/>
              </a:cxn>
              <a:cxn ang="0">
                <a:pos x="connsiteX91796" y="connsiteY91796"/>
              </a:cxn>
              <a:cxn ang="0">
                <a:pos x="connsiteX91797" y="connsiteY91797"/>
              </a:cxn>
              <a:cxn ang="0">
                <a:pos x="connsiteX91798" y="connsiteY91798"/>
              </a:cxn>
              <a:cxn ang="0">
                <a:pos x="connsiteX91799" y="connsiteY91799"/>
              </a:cxn>
              <a:cxn ang="0">
                <a:pos x="connsiteX91800" y="connsiteY91800"/>
              </a:cxn>
              <a:cxn ang="0">
                <a:pos x="connsiteX91801" y="connsiteY91801"/>
              </a:cxn>
              <a:cxn ang="0">
                <a:pos x="connsiteX91802" y="connsiteY91802"/>
              </a:cxn>
              <a:cxn ang="0">
                <a:pos x="connsiteX91803" y="connsiteY91803"/>
              </a:cxn>
              <a:cxn ang="0">
                <a:pos x="connsiteX91804" y="connsiteY91804"/>
              </a:cxn>
              <a:cxn ang="0">
                <a:pos x="connsiteX91805" y="connsiteY91805"/>
              </a:cxn>
              <a:cxn ang="0">
                <a:pos x="connsiteX91806" y="connsiteY91806"/>
              </a:cxn>
              <a:cxn ang="0">
                <a:pos x="connsiteX91807" y="connsiteY91807"/>
              </a:cxn>
              <a:cxn ang="0">
                <a:pos x="connsiteX91808" y="connsiteY91808"/>
              </a:cxn>
              <a:cxn ang="0">
                <a:pos x="connsiteX91809" y="connsiteY91809"/>
              </a:cxn>
              <a:cxn ang="0">
                <a:pos x="connsiteX91810" y="connsiteY91810"/>
              </a:cxn>
              <a:cxn ang="0">
                <a:pos x="connsiteX91811" y="connsiteY91811"/>
              </a:cxn>
              <a:cxn ang="0">
                <a:pos x="connsiteX91812" y="connsiteY91812"/>
              </a:cxn>
              <a:cxn ang="0">
                <a:pos x="connsiteX91813" y="connsiteY91813"/>
              </a:cxn>
              <a:cxn ang="0">
                <a:pos x="connsiteX91814" y="connsiteY91814"/>
              </a:cxn>
              <a:cxn ang="0">
                <a:pos x="connsiteX91815" y="connsiteY91815"/>
              </a:cxn>
              <a:cxn ang="0">
                <a:pos x="connsiteX91816" y="connsiteY91816"/>
              </a:cxn>
              <a:cxn ang="0">
                <a:pos x="connsiteX91817" y="connsiteY91817"/>
              </a:cxn>
              <a:cxn ang="0">
                <a:pos x="connsiteX91818" y="connsiteY91818"/>
              </a:cxn>
              <a:cxn ang="0">
                <a:pos x="connsiteX91819" y="connsiteY91819"/>
              </a:cxn>
              <a:cxn ang="0">
                <a:pos x="connsiteX91820" y="connsiteY91820"/>
              </a:cxn>
              <a:cxn ang="0">
                <a:pos x="connsiteX91821" y="connsiteY91821"/>
              </a:cxn>
              <a:cxn ang="0">
                <a:pos x="connsiteX91822" y="connsiteY91822"/>
              </a:cxn>
              <a:cxn ang="0">
                <a:pos x="connsiteX91823" y="connsiteY91823"/>
              </a:cxn>
              <a:cxn ang="0">
                <a:pos x="connsiteX91824" y="connsiteY91824"/>
              </a:cxn>
              <a:cxn ang="0">
                <a:pos x="connsiteX91825" y="connsiteY91825"/>
              </a:cxn>
              <a:cxn ang="0">
                <a:pos x="connsiteX91826" y="connsiteY91826"/>
              </a:cxn>
              <a:cxn ang="0">
                <a:pos x="connsiteX91827" y="connsiteY91827"/>
              </a:cxn>
              <a:cxn ang="0">
                <a:pos x="connsiteX91828" y="connsiteY91828"/>
              </a:cxn>
              <a:cxn ang="0">
                <a:pos x="connsiteX91829" y="connsiteY91829"/>
              </a:cxn>
              <a:cxn ang="0">
                <a:pos x="connsiteX91830" y="connsiteY91830"/>
              </a:cxn>
              <a:cxn ang="0">
                <a:pos x="connsiteX91831" y="connsiteY91831"/>
              </a:cxn>
              <a:cxn ang="0">
                <a:pos x="connsiteX91832" y="connsiteY91832"/>
              </a:cxn>
              <a:cxn ang="0">
                <a:pos x="connsiteX91833" y="connsiteY91833"/>
              </a:cxn>
              <a:cxn ang="0">
                <a:pos x="connsiteX91834" y="connsiteY91834"/>
              </a:cxn>
              <a:cxn ang="0">
                <a:pos x="connsiteX91835" y="connsiteY91835"/>
              </a:cxn>
              <a:cxn ang="0">
                <a:pos x="connsiteX91836" y="connsiteY91836"/>
              </a:cxn>
              <a:cxn ang="0">
                <a:pos x="connsiteX91837" y="connsiteY91837"/>
              </a:cxn>
              <a:cxn ang="0">
                <a:pos x="connsiteX91838" y="connsiteY91838"/>
              </a:cxn>
              <a:cxn ang="0">
                <a:pos x="connsiteX91839" y="connsiteY91839"/>
              </a:cxn>
              <a:cxn ang="0">
                <a:pos x="connsiteX91840" y="connsiteY91840"/>
              </a:cxn>
              <a:cxn ang="0">
                <a:pos x="connsiteX91841" y="connsiteY91841"/>
              </a:cxn>
              <a:cxn ang="0">
                <a:pos x="connsiteX91842" y="connsiteY91842"/>
              </a:cxn>
              <a:cxn ang="0">
                <a:pos x="connsiteX91843" y="connsiteY91843"/>
              </a:cxn>
              <a:cxn ang="0">
                <a:pos x="connsiteX91844" y="connsiteY91844"/>
              </a:cxn>
              <a:cxn ang="0">
                <a:pos x="connsiteX91845" y="connsiteY91845"/>
              </a:cxn>
              <a:cxn ang="0">
                <a:pos x="connsiteX91846" y="connsiteY91846"/>
              </a:cxn>
              <a:cxn ang="0">
                <a:pos x="connsiteX91847" y="connsiteY91847"/>
              </a:cxn>
              <a:cxn ang="0">
                <a:pos x="connsiteX91848" y="connsiteY91848"/>
              </a:cxn>
              <a:cxn ang="0">
                <a:pos x="connsiteX91849" y="connsiteY91849"/>
              </a:cxn>
              <a:cxn ang="0">
                <a:pos x="connsiteX91850" y="connsiteY91850"/>
              </a:cxn>
              <a:cxn ang="0">
                <a:pos x="connsiteX91851" y="connsiteY91851"/>
              </a:cxn>
              <a:cxn ang="0">
                <a:pos x="connsiteX91852" y="connsiteY91852"/>
              </a:cxn>
              <a:cxn ang="0">
                <a:pos x="connsiteX91853" y="connsiteY91853"/>
              </a:cxn>
              <a:cxn ang="0">
                <a:pos x="connsiteX91854" y="connsiteY91854"/>
              </a:cxn>
              <a:cxn ang="0">
                <a:pos x="connsiteX91855" y="connsiteY91855"/>
              </a:cxn>
              <a:cxn ang="0">
                <a:pos x="connsiteX91856" y="connsiteY91856"/>
              </a:cxn>
              <a:cxn ang="0">
                <a:pos x="connsiteX91857" y="connsiteY91857"/>
              </a:cxn>
              <a:cxn ang="0">
                <a:pos x="connsiteX91858" y="connsiteY91858"/>
              </a:cxn>
              <a:cxn ang="0">
                <a:pos x="connsiteX91859" y="connsiteY91859"/>
              </a:cxn>
              <a:cxn ang="0">
                <a:pos x="connsiteX91860" y="connsiteY91860"/>
              </a:cxn>
              <a:cxn ang="0">
                <a:pos x="connsiteX91861" y="connsiteY91861"/>
              </a:cxn>
              <a:cxn ang="0">
                <a:pos x="connsiteX91862" y="connsiteY91862"/>
              </a:cxn>
              <a:cxn ang="0">
                <a:pos x="connsiteX91863" y="connsiteY91863"/>
              </a:cxn>
              <a:cxn ang="0">
                <a:pos x="connsiteX91864" y="connsiteY91864"/>
              </a:cxn>
              <a:cxn ang="0">
                <a:pos x="connsiteX91865" y="connsiteY91865"/>
              </a:cxn>
              <a:cxn ang="0">
                <a:pos x="connsiteX91866" y="connsiteY91866"/>
              </a:cxn>
              <a:cxn ang="0">
                <a:pos x="connsiteX91867" y="connsiteY91867"/>
              </a:cxn>
              <a:cxn ang="0">
                <a:pos x="connsiteX91868" y="connsiteY91868"/>
              </a:cxn>
              <a:cxn ang="0">
                <a:pos x="connsiteX91869" y="connsiteY91869"/>
              </a:cxn>
              <a:cxn ang="0">
                <a:pos x="connsiteX91870" y="connsiteY91870"/>
              </a:cxn>
              <a:cxn ang="0">
                <a:pos x="connsiteX91871" y="connsiteY91871"/>
              </a:cxn>
              <a:cxn ang="0">
                <a:pos x="connsiteX91872" y="connsiteY91872"/>
              </a:cxn>
              <a:cxn ang="0">
                <a:pos x="connsiteX91873" y="connsiteY91873"/>
              </a:cxn>
              <a:cxn ang="0">
                <a:pos x="connsiteX91874" y="connsiteY91874"/>
              </a:cxn>
              <a:cxn ang="0">
                <a:pos x="connsiteX91875" y="connsiteY91875"/>
              </a:cxn>
              <a:cxn ang="0">
                <a:pos x="connsiteX91876" y="connsiteY91876"/>
              </a:cxn>
              <a:cxn ang="0">
                <a:pos x="connsiteX91877" y="connsiteY91877"/>
              </a:cxn>
              <a:cxn ang="0">
                <a:pos x="connsiteX91878" y="connsiteY91878"/>
              </a:cxn>
              <a:cxn ang="0">
                <a:pos x="connsiteX91879" y="connsiteY91879"/>
              </a:cxn>
              <a:cxn ang="0">
                <a:pos x="connsiteX91880" y="connsiteY91880"/>
              </a:cxn>
              <a:cxn ang="0">
                <a:pos x="connsiteX91881" y="connsiteY91881"/>
              </a:cxn>
              <a:cxn ang="0">
                <a:pos x="connsiteX91882" y="connsiteY91882"/>
              </a:cxn>
              <a:cxn ang="0">
                <a:pos x="connsiteX91883" y="connsiteY91883"/>
              </a:cxn>
              <a:cxn ang="0">
                <a:pos x="connsiteX91884" y="connsiteY91884"/>
              </a:cxn>
              <a:cxn ang="0">
                <a:pos x="connsiteX91885" y="connsiteY91885"/>
              </a:cxn>
              <a:cxn ang="0">
                <a:pos x="connsiteX91886" y="connsiteY91886"/>
              </a:cxn>
              <a:cxn ang="0">
                <a:pos x="connsiteX91887" y="connsiteY91887"/>
              </a:cxn>
              <a:cxn ang="0">
                <a:pos x="connsiteX91888" y="connsiteY91888"/>
              </a:cxn>
              <a:cxn ang="0">
                <a:pos x="connsiteX91889" y="connsiteY91889"/>
              </a:cxn>
              <a:cxn ang="0">
                <a:pos x="connsiteX91890" y="connsiteY91890"/>
              </a:cxn>
              <a:cxn ang="0">
                <a:pos x="connsiteX91891" y="connsiteY91891"/>
              </a:cxn>
              <a:cxn ang="0">
                <a:pos x="connsiteX91892" y="connsiteY91892"/>
              </a:cxn>
              <a:cxn ang="0">
                <a:pos x="connsiteX91893" y="connsiteY91893"/>
              </a:cxn>
              <a:cxn ang="0">
                <a:pos x="connsiteX91894" y="connsiteY91894"/>
              </a:cxn>
              <a:cxn ang="0">
                <a:pos x="connsiteX91895" y="connsiteY91895"/>
              </a:cxn>
              <a:cxn ang="0">
                <a:pos x="connsiteX91896" y="connsiteY91896"/>
              </a:cxn>
              <a:cxn ang="0">
                <a:pos x="connsiteX91897" y="connsiteY91897"/>
              </a:cxn>
              <a:cxn ang="0">
                <a:pos x="connsiteX91898" y="connsiteY91898"/>
              </a:cxn>
              <a:cxn ang="0">
                <a:pos x="connsiteX91899" y="connsiteY91899"/>
              </a:cxn>
              <a:cxn ang="0">
                <a:pos x="connsiteX91900" y="connsiteY91900"/>
              </a:cxn>
              <a:cxn ang="0">
                <a:pos x="connsiteX91901" y="connsiteY91901"/>
              </a:cxn>
              <a:cxn ang="0">
                <a:pos x="connsiteX91902" y="connsiteY91902"/>
              </a:cxn>
              <a:cxn ang="0">
                <a:pos x="connsiteX91903" y="connsiteY91903"/>
              </a:cxn>
              <a:cxn ang="0">
                <a:pos x="connsiteX91904" y="connsiteY91904"/>
              </a:cxn>
              <a:cxn ang="0">
                <a:pos x="connsiteX91905" y="connsiteY91905"/>
              </a:cxn>
              <a:cxn ang="0">
                <a:pos x="connsiteX91906" y="connsiteY91906"/>
              </a:cxn>
              <a:cxn ang="0">
                <a:pos x="connsiteX91907" y="connsiteY91907"/>
              </a:cxn>
              <a:cxn ang="0">
                <a:pos x="connsiteX91908" y="connsiteY91908"/>
              </a:cxn>
              <a:cxn ang="0">
                <a:pos x="connsiteX91909" y="connsiteY91909"/>
              </a:cxn>
              <a:cxn ang="0">
                <a:pos x="connsiteX91910" y="connsiteY91910"/>
              </a:cxn>
              <a:cxn ang="0">
                <a:pos x="connsiteX91911" y="connsiteY91911"/>
              </a:cxn>
              <a:cxn ang="0">
                <a:pos x="connsiteX91912" y="connsiteY91912"/>
              </a:cxn>
              <a:cxn ang="0">
                <a:pos x="connsiteX91913" y="connsiteY91913"/>
              </a:cxn>
              <a:cxn ang="0">
                <a:pos x="connsiteX91914" y="connsiteY91914"/>
              </a:cxn>
              <a:cxn ang="0">
                <a:pos x="connsiteX91915" y="connsiteY91915"/>
              </a:cxn>
              <a:cxn ang="0">
                <a:pos x="connsiteX91916" y="connsiteY91916"/>
              </a:cxn>
              <a:cxn ang="0">
                <a:pos x="connsiteX91917" y="connsiteY91917"/>
              </a:cxn>
              <a:cxn ang="0">
                <a:pos x="connsiteX91918" y="connsiteY91918"/>
              </a:cxn>
              <a:cxn ang="0">
                <a:pos x="connsiteX91919" y="connsiteY91919"/>
              </a:cxn>
              <a:cxn ang="0">
                <a:pos x="connsiteX91920" y="connsiteY91920"/>
              </a:cxn>
              <a:cxn ang="0">
                <a:pos x="connsiteX91921" y="connsiteY91921"/>
              </a:cxn>
              <a:cxn ang="0">
                <a:pos x="connsiteX91922" y="connsiteY91922"/>
              </a:cxn>
              <a:cxn ang="0">
                <a:pos x="connsiteX91923" y="connsiteY91923"/>
              </a:cxn>
              <a:cxn ang="0">
                <a:pos x="connsiteX91924" y="connsiteY91924"/>
              </a:cxn>
              <a:cxn ang="0">
                <a:pos x="connsiteX91925" y="connsiteY91925"/>
              </a:cxn>
              <a:cxn ang="0">
                <a:pos x="connsiteX91926" y="connsiteY91926"/>
              </a:cxn>
              <a:cxn ang="0">
                <a:pos x="connsiteX91927" y="connsiteY91927"/>
              </a:cxn>
              <a:cxn ang="0">
                <a:pos x="connsiteX91928" y="connsiteY91928"/>
              </a:cxn>
              <a:cxn ang="0">
                <a:pos x="connsiteX91929" y="connsiteY91929"/>
              </a:cxn>
              <a:cxn ang="0">
                <a:pos x="connsiteX91930" y="connsiteY91930"/>
              </a:cxn>
              <a:cxn ang="0">
                <a:pos x="connsiteX91931" y="connsiteY91931"/>
              </a:cxn>
              <a:cxn ang="0">
                <a:pos x="connsiteX91932" y="connsiteY91932"/>
              </a:cxn>
              <a:cxn ang="0">
                <a:pos x="connsiteX91933" y="connsiteY91933"/>
              </a:cxn>
              <a:cxn ang="0">
                <a:pos x="connsiteX91934" y="connsiteY91934"/>
              </a:cxn>
              <a:cxn ang="0">
                <a:pos x="connsiteX91935" y="connsiteY91935"/>
              </a:cxn>
              <a:cxn ang="0">
                <a:pos x="connsiteX91936" y="connsiteY91936"/>
              </a:cxn>
              <a:cxn ang="0">
                <a:pos x="connsiteX91937" y="connsiteY91937"/>
              </a:cxn>
              <a:cxn ang="0">
                <a:pos x="connsiteX91938" y="connsiteY91938"/>
              </a:cxn>
              <a:cxn ang="0">
                <a:pos x="connsiteX91939" y="connsiteY91939"/>
              </a:cxn>
              <a:cxn ang="0">
                <a:pos x="connsiteX91940" y="connsiteY91940"/>
              </a:cxn>
              <a:cxn ang="0">
                <a:pos x="connsiteX91941" y="connsiteY91941"/>
              </a:cxn>
              <a:cxn ang="0">
                <a:pos x="connsiteX91942" y="connsiteY91942"/>
              </a:cxn>
              <a:cxn ang="0">
                <a:pos x="connsiteX91943" y="connsiteY91943"/>
              </a:cxn>
              <a:cxn ang="0">
                <a:pos x="connsiteX91944" y="connsiteY91944"/>
              </a:cxn>
              <a:cxn ang="0">
                <a:pos x="connsiteX91945" y="connsiteY91945"/>
              </a:cxn>
              <a:cxn ang="0">
                <a:pos x="connsiteX91946" y="connsiteY91946"/>
              </a:cxn>
              <a:cxn ang="0">
                <a:pos x="connsiteX91947" y="connsiteY91947"/>
              </a:cxn>
              <a:cxn ang="0">
                <a:pos x="connsiteX91948" y="connsiteY91948"/>
              </a:cxn>
              <a:cxn ang="0">
                <a:pos x="connsiteX91949" y="connsiteY91949"/>
              </a:cxn>
              <a:cxn ang="0">
                <a:pos x="connsiteX91950" y="connsiteY91950"/>
              </a:cxn>
              <a:cxn ang="0">
                <a:pos x="connsiteX91951" y="connsiteY91951"/>
              </a:cxn>
              <a:cxn ang="0">
                <a:pos x="connsiteX91952" y="connsiteY91952"/>
              </a:cxn>
              <a:cxn ang="0">
                <a:pos x="connsiteX91953" y="connsiteY91953"/>
              </a:cxn>
              <a:cxn ang="0">
                <a:pos x="connsiteX91954" y="connsiteY91954"/>
              </a:cxn>
              <a:cxn ang="0">
                <a:pos x="connsiteX91955" y="connsiteY91955"/>
              </a:cxn>
              <a:cxn ang="0">
                <a:pos x="connsiteX91956" y="connsiteY91956"/>
              </a:cxn>
              <a:cxn ang="0">
                <a:pos x="connsiteX91957" y="connsiteY91957"/>
              </a:cxn>
              <a:cxn ang="0">
                <a:pos x="connsiteX91958" y="connsiteY91958"/>
              </a:cxn>
              <a:cxn ang="0">
                <a:pos x="connsiteX91959" y="connsiteY91959"/>
              </a:cxn>
              <a:cxn ang="0">
                <a:pos x="connsiteX91960" y="connsiteY91960"/>
              </a:cxn>
              <a:cxn ang="0">
                <a:pos x="connsiteX91961" y="connsiteY91961"/>
              </a:cxn>
              <a:cxn ang="0">
                <a:pos x="connsiteX91962" y="connsiteY91962"/>
              </a:cxn>
              <a:cxn ang="0">
                <a:pos x="connsiteX91963" y="connsiteY91963"/>
              </a:cxn>
              <a:cxn ang="0">
                <a:pos x="connsiteX91964" y="connsiteY91964"/>
              </a:cxn>
              <a:cxn ang="0">
                <a:pos x="connsiteX91965" y="connsiteY91965"/>
              </a:cxn>
              <a:cxn ang="0">
                <a:pos x="connsiteX91966" y="connsiteY91966"/>
              </a:cxn>
              <a:cxn ang="0">
                <a:pos x="connsiteX91967" y="connsiteY91967"/>
              </a:cxn>
              <a:cxn ang="0">
                <a:pos x="connsiteX91968" y="connsiteY91968"/>
              </a:cxn>
              <a:cxn ang="0">
                <a:pos x="connsiteX91969" y="connsiteY91969"/>
              </a:cxn>
              <a:cxn ang="0">
                <a:pos x="connsiteX91970" y="connsiteY91970"/>
              </a:cxn>
              <a:cxn ang="0">
                <a:pos x="connsiteX91971" y="connsiteY91971"/>
              </a:cxn>
              <a:cxn ang="0">
                <a:pos x="connsiteX91972" y="connsiteY91972"/>
              </a:cxn>
              <a:cxn ang="0">
                <a:pos x="connsiteX91973" y="connsiteY91973"/>
              </a:cxn>
              <a:cxn ang="0">
                <a:pos x="connsiteX91974" y="connsiteY91974"/>
              </a:cxn>
              <a:cxn ang="0">
                <a:pos x="connsiteX91975" y="connsiteY91975"/>
              </a:cxn>
              <a:cxn ang="0">
                <a:pos x="connsiteX91976" y="connsiteY91976"/>
              </a:cxn>
              <a:cxn ang="0">
                <a:pos x="connsiteX91977" y="connsiteY91977"/>
              </a:cxn>
              <a:cxn ang="0">
                <a:pos x="connsiteX91978" y="connsiteY91978"/>
              </a:cxn>
              <a:cxn ang="0">
                <a:pos x="connsiteX91979" y="connsiteY91979"/>
              </a:cxn>
              <a:cxn ang="0">
                <a:pos x="connsiteX91980" y="connsiteY91980"/>
              </a:cxn>
              <a:cxn ang="0">
                <a:pos x="connsiteX91981" y="connsiteY91981"/>
              </a:cxn>
              <a:cxn ang="0">
                <a:pos x="connsiteX91982" y="connsiteY91982"/>
              </a:cxn>
              <a:cxn ang="0">
                <a:pos x="connsiteX91983" y="connsiteY91983"/>
              </a:cxn>
              <a:cxn ang="0">
                <a:pos x="connsiteX91984" y="connsiteY91984"/>
              </a:cxn>
              <a:cxn ang="0">
                <a:pos x="connsiteX91985" y="connsiteY91985"/>
              </a:cxn>
              <a:cxn ang="0">
                <a:pos x="connsiteX91986" y="connsiteY91986"/>
              </a:cxn>
              <a:cxn ang="0">
                <a:pos x="connsiteX91987" y="connsiteY91987"/>
              </a:cxn>
              <a:cxn ang="0">
                <a:pos x="connsiteX91988" y="connsiteY91988"/>
              </a:cxn>
              <a:cxn ang="0">
                <a:pos x="connsiteX91989" y="connsiteY91989"/>
              </a:cxn>
              <a:cxn ang="0">
                <a:pos x="connsiteX91990" y="connsiteY91990"/>
              </a:cxn>
              <a:cxn ang="0">
                <a:pos x="connsiteX91991" y="connsiteY91991"/>
              </a:cxn>
              <a:cxn ang="0">
                <a:pos x="connsiteX91992" y="connsiteY91992"/>
              </a:cxn>
              <a:cxn ang="0">
                <a:pos x="connsiteX91993" y="connsiteY91993"/>
              </a:cxn>
              <a:cxn ang="0">
                <a:pos x="connsiteX91994" y="connsiteY91994"/>
              </a:cxn>
              <a:cxn ang="0">
                <a:pos x="connsiteX91995" y="connsiteY91995"/>
              </a:cxn>
              <a:cxn ang="0">
                <a:pos x="connsiteX91996" y="connsiteY91996"/>
              </a:cxn>
              <a:cxn ang="0">
                <a:pos x="connsiteX91997" y="connsiteY91997"/>
              </a:cxn>
              <a:cxn ang="0">
                <a:pos x="connsiteX91998" y="connsiteY91998"/>
              </a:cxn>
              <a:cxn ang="0">
                <a:pos x="connsiteX91999" y="connsiteY91999"/>
              </a:cxn>
              <a:cxn ang="0">
                <a:pos x="connsiteX92000" y="connsiteY92000"/>
              </a:cxn>
              <a:cxn ang="0">
                <a:pos x="connsiteX92001" y="connsiteY92001"/>
              </a:cxn>
              <a:cxn ang="0">
                <a:pos x="connsiteX92002" y="connsiteY92002"/>
              </a:cxn>
              <a:cxn ang="0">
                <a:pos x="connsiteX92003" y="connsiteY92003"/>
              </a:cxn>
              <a:cxn ang="0">
                <a:pos x="connsiteX92004" y="connsiteY92004"/>
              </a:cxn>
              <a:cxn ang="0">
                <a:pos x="connsiteX92005" y="connsiteY92005"/>
              </a:cxn>
              <a:cxn ang="0">
                <a:pos x="connsiteX92006" y="connsiteY92006"/>
              </a:cxn>
              <a:cxn ang="0">
                <a:pos x="connsiteX92007" y="connsiteY92007"/>
              </a:cxn>
              <a:cxn ang="0">
                <a:pos x="connsiteX92008" y="connsiteY92008"/>
              </a:cxn>
              <a:cxn ang="0">
                <a:pos x="connsiteX92009" y="connsiteY92009"/>
              </a:cxn>
              <a:cxn ang="0">
                <a:pos x="connsiteX92010" y="connsiteY92010"/>
              </a:cxn>
              <a:cxn ang="0">
                <a:pos x="connsiteX92011" y="connsiteY92011"/>
              </a:cxn>
              <a:cxn ang="0">
                <a:pos x="connsiteX92012" y="connsiteY92012"/>
              </a:cxn>
              <a:cxn ang="0">
                <a:pos x="connsiteX92013" y="connsiteY92013"/>
              </a:cxn>
              <a:cxn ang="0">
                <a:pos x="connsiteX92014" y="connsiteY92014"/>
              </a:cxn>
              <a:cxn ang="0">
                <a:pos x="connsiteX92015" y="connsiteY92015"/>
              </a:cxn>
              <a:cxn ang="0">
                <a:pos x="connsiteX92016" y="connsiteY92016"/>
              </a:cxn>
              <a:cxn ang="0">
                <a:pos x="connsiteX92017" y="connsiteY92017"/>
              </a:cxn>
              <a:cxn ang="0">
                <a:pos x="connsiteX92018" y="connsiteY92018"/>
              </a:cxn>
              <a:cxn ang="0">
                <a:pos x="connsiteX92019" y="connsiteY92019"/>
              </a:cxn>
              <a:cxn ang="0">
                <a:pos x="connsiteX92020" y="connsiteY92020"/>
              </a:cxn>
              <a:cxn ang="0">
                <a:pos x="connsiteX92021" y="connsiteY92021"/>
              </a:cxn>
              <a:cxn ang="0">
                <a:pos x="connsiteX92022" y="connsiteY92022"/>
              </a:cxn>
              <a:cxn ang="0">
                <a:pos x="connsiteX92023" y="connsiteY92023"/>
              </a:cxn>
              <a:cxn ang="0">
                <a:pos x="connsiteX92024" y="connsiteY92024"/>
              </a:cxn>
              <a:cxn ang="0">
                <a:pos x="connsiteX92025" y="connsiteY92025"/>
              </a:cxn>
              <a:cxn ang="0">
                <a:pos x="connsiteX92026" y="connsiteY92026"/>
              </a:cxn>
              <a:cxn ang="0">
                <a:pos x="connsiteX92027" y="connsiteY92027"/>
              </a:cxn>
              <a:cxn ang="0">
                <a:pos x="connsiteX92028" y="connsiteY92028"/>
              </a:cxn>
              <a:cxn ang="0">
                <a:pos x="connsiteX92029" y="connsiteY92029"/>
              </a:cxn>
              <a:cxn ang="0">
                <a:pos x="connsiteX92030" y="connsiteY92030"/>
              </a:cxn>
              <a:cxn ang="0">
                <a:pos x="connsiteX92031" y="connsiteY92031"/>
              </a:cxn>
              <a:cxn ang="0">
                <a:pos x="connsiteX92032" y="connsiteY92032"/>
              </a:cxn>
              <a:cxn ang="0">
                <a:pos x="connsiteX92033" y="connsiteY92033"/>
              </a:cxn>
              <a:cxn ang="0">
                <a:pos x="connsiteX92034" y="connsiteY92034"/>
              </a:cxn>
              <a:cxn ang="0">
                <a:pos x="connsiteX92035" y="connsiteY92035"/>
              </a:cxn>
              <a:cxn ang="0">
                <a:pos x="connsiteX92036" y="connsiteY92036"/>
              </a:cxn>
              <a:cxn ang="0">
                <a:pos x="connsiteX92037" y="connsiteY92037"/>
              </a:cxn>
              <a:cxn ang="0">
                <a:pos x="connsiteX92038" y="connsiteY92038"/>
              </a:cxn>
              <a:cxn ang="0">
                <a:pos x="connsiteX92039" y="connsiteY92039"/>
              </a:cxn>
              <a:cxn ang="0">
                <a:pos x="connsiteX92040" y="connsiteY92040"/>
              </a:cxn>
              <a:cxn ang="0">
                <a:pos x="connsiteX92041" y="connsiteY92041"/>
              </a:cxn>
              <a:cxn ang="0">
                <a:pos x="connsiteX92042" y="connsiteY92042"/>
              </a:cxn>
              <a:cxn ang="0">
                <a:pos x="connsiteX92043" y="connsiteY92043"/>
              </a:cxn>
              <a:cxn ang="0">
                <a:pos x="connsiteX92044" y="connsiteY92044"/>
              </a:cxn>
              <a:cxn ang="0">
                <a:pos x="connsiteX92045" y="connsiteY92045"/>
              </a:cxn>
              <a:cxn ang="0">
                <a:pos x="connsiteX92046" y="connsiteY92046"/>
              </a:cxn>
              <a:cxn ang="0">
                <a:pos x="connsiteX92047" y="connsiteY92047"/>
              </a:cxn>
              <a:cxn ang="0">
                <a:pos x="connsiteX92048" y="connsiteY92048"/>
              </a:cxn>
              <a:cxn ang="0">
                <a:pos x="connsiteX92049" y="connsiteY92049"/>
              </a:cxn>
              <a:cxn ang="0">
                <a:pos x="connsiteX92050" y="connsiteY92050"/>
              </a:cxn>
              <a:cxn ang="0">
                <a:pos x="connsiteX92051" y="connsiteY92051"/>
              </a:cxn>
              <a:cxn ang="0">
                <a:pos x="connsiteX92052" y="connsiteY92052"/>
              </a:cxn>
              <a:cxn ang="0">
                <a:pos x="connsiteX92053" y="connsiteY92053"/>
              </a:cxn>
              <a:cxn ang="0">
                <a:pos x="connsiteX92054" y="connsiteY92054"/>
              </a:cxn>
              <a:cxn ang="0">
                <a:pos x="connsiteX92055" y="connsiteY92055"/>
              </a:cxn>
              <a:cxn ang="0">
                <a:pos x="connsiteX92056" y="connsiteY92056"/>
              </a:cxn>
              <a:cxn ang="0">
                <a:pos x="connsiteX92057" y="connsiteY92057"/>
              </a:cxn>
              <a:cxn ang="0">
                <a:pos x="connsiteX92058" y="connsiteY92058"/>
              </a:cxn>
              <a:cxn ang="0">
                <a:pos x="connsiteX92059" y="connsiteY92059"/>
              </a:cxn>
              <a:cxn ang="0">
                <a:pos x="connsiteX92060" y="connsiteY92060"/>
              </a:cxn>
              <a:cxn ang="0">
                <a:pos x="connsiteX92061" y="connsiteY92061"/>
              </a:cxn>
              <a:cxn ang="0">
                <a:pos x="connsiteX92062" y="connsiteY92062"/>
              </a:cxn>
              <a:cxn ang="0">
                <a:pos x="connsiteX92063" y="connsiteY92063"/>
              </a:cxn>
              <a:cxn ang="0">
                <a:pos x="connsiteX92064" y="connsiteY92064"/>
              </a:cxn>
              <a:cxn ang="0">
                <a:pos x="connsiteX92065" y="connsiteY92065"/>
              </a:cxn>
              <a:cxn ang="0">
                <a:pos x="connsiteX92066" y="connsiteY92066"/>
              </a:cxn>
              <a:cxn ang="0">
                <a:pos x="connsiteX92067" y="connsiteY92067"/>
              </a:cxn>
              <a:cxn ang="0">
                <a:pos x="connsiteX92068" y="connsiteY92068"/>
              </a:cxn>
              <a:cxn ang="0">
                <a:pos x="connsiteX92069" y="connsiteY92069"/>
              </a:cxn>
              <a:cxn ang="0">
                <a:pos x="connsiteX92070" y="connsiteY92070"/>
              </a:cxn>
              <a:cxn ang="0">
                <a:pos x="connsiteX92071" y="connsiteY92071"/>
              </a:cxn>
              <a:cxn ang="0">
                <a:pos x="connsiteX92072" y="connsiteY92072"/>
              </a:cxn>
              <a:cxn ang="0">
                <a:pos x="connsiteX92073" y="connsiteY92073"/>
              </a:cxn>
              <a:cxn ang="0">
                <a:pos x="connsiteX92074" y="connsiteY92074"/>
              </a:cxn>
              <a:cxn ang="0">
                <a:pos x="connsiteX92075" y="connsiteY92075"/>
              </a:cxn>
              <a:cxn ang="0">
                <a:pos x="connsiteX92076" y="connsiteY92076"/>
              </a:cxn>
              <a:cxn ang="0">
                <a:pos x="connsiteX92077" y="connsiteY92077"/>
              </a:cxn>
              <a:cxn ang="0">
                <a:pos x="connsiteX92078" y="connsiteY92078"/>
              </a:cxn>
              <a:cxn ang="0">
                <a:pos x="connsiteX92079" y="connsiteY92079"/>
              </a:cxn>
              <a:cxn ang="0">
                <a:pos x="connsiteX92080" y="connsiteY92080"/>
              </a:cxn>
              <a:cxn ang="0">
                <a:pos x="connsiteX92081" y="connsiteY92081"/>
              </a:cxn>
              <a:cxn ang="0">
                <a:pos x="connsiteX92082" y="connsiteY92082"/>
              </a:cxn>
              <a:cxn ang="0">
                <a:pos x="connsiteX92083" y="connsiteY92083"/>
              </a:cxn>
              <a:cxn ang="0">
                <a:pos x="connsiteX92084" y="connsiteY92084"/>
              </a:cxn>
              <a:cxn ang="0">
                <a:pos x="connsiteX92085" y="connsiteY92085"/>
              </a:cxn>
              <a:cxn ang="0">
                <a:pos x="connsiteX92086" y="connsiteY92086"/>
              </a:cxn>
              <a:cxn ang="0">
                <a:pos x="connsiteX92087" y="connsiteY92087"/>
              </a:cxn>
              <a:cxn ang="0">
                <a:pos x="connsiteX92088" y="connsiteY92088"/>
              </a:cxn>
              <a:cxn ang="0">
                <a:pos x="connsiteX92089" y="connsiteY92089"/>
              </a:cxn>
              <a:cxn ang="0">
                <a:pos x="connsiteX92090" y="connsiteY92090"/>
              </a:cxn>
              <a:cxn ang="0">
                <a:pos x="connsiteX92091" y="connsiteY92091"/>
              </a:cxn>
              <a:cxn ang="0">
                <a:pos x="connsiteX92092" y="connsiteY92092"/>
              </a:cxn>
              <a:cxn ang="0">
                <a:pos x="connsiteX92093" y="connsiteY92093"/>
              </a:cxn>
              <a:cxn ang="0">
                <a:pos x="connsiteX92094" y="connsiteY92094"/>
              </a:cxn>
              <a:cxn ang="0">
                <a:pos x="connsiteX92095" y="connsiteY92095"/>
              </a:cxn>
              <a:cxn ang="0">
                <a:pos x="connsiteX92096" y="connsiteY92096"/>
              </a:cxn>
              <a:cxn ang="0">
                <a:pos x="connsiteX92097" y="connsiteY92097"/>
              </a:cxn>
              <a:cxn ang="0">
                <a:pos x="connsiteX92098" y="connsiteY92098"/>
              </a:cxn>
              <a:cxn ang="0">
                <a:pos x="connsiteX92099" y="connsiteY92099"/>
              </a:cxn>
              <a:cxn ang="0">
                <a:pos x="connsiteX92100" y="connsiteY92100"/>
              </a:cxn>
              <a:cxn ang="0">
                <a:pos x="connsiteX92101" y="connsiteY92101"/>
              </a:cxn>
              <a:cxn ang="0">
                <a:pos x="connsiteX92102" y="connsiteY92102"/>
              </a:cxn>
              <a:cxn ang="0">
                <a:pos x="connsiteX92103" y="connsiteY92103"/>
              </a:cxn>
              <a:cxn ang="0">
                <a:pos x="connsiteX92104" y="connsiteY92104"/>
              </a:cxn>
              <a:cxn ang="0">
                <a:pos x="connsiteX92105" y="connsiteY92105"/>
              </a:cxn>
              <a:cxn ang="0">
                <a:pos x="connsiteX92106" y="connsiteY92106"/>
              </a:cxn>
              <a:cxn ang="0">
                <a:pos x="connsiteX92107" y="connsiteY92107"/>
              </a:cxn>
              <a:cxn ang="0">
                <a:pos x="connsiteX92108" y="connsiteY92108"/>
              </a:cxn>
              <a:cxn ang="0">
                <a:pos x="connsiteX92109" y="connsiteY92109"/>
              </a:cxn>
              <a:cxn ang="0">
                <a:pos x="connsiteX92110" y="connsiteY92110"/>
              </a:cxn>
              <a:cxn ang="0">
                <a:pos x="connsiteX92111" y="connsiteY92111"/>
              </a:cxn>
              <a:cxn ang="0">
                <a:pos x="connsiteX92112" y="connsiteY92112"/>
              </a:cxn>
              <a:cxn ang="0">
                <a:pos x="connsiteX92113" y="connsiteY92113"/>
              </a:cxn>
              <a:cxn ang="0">
                <a:pos x="connsiteX92114" y="connsiteY92114"/>
              </a:cxn>
              <a:cxn ang="0">
                <a:pos x="connsiteX92115" y="connsiteY92115"/>
              </a:cxn>
              <a:cxn ang="0">
                <a:pos x="connsiteX92116" y="connsiteY92116"/>
              </a:cxn>
              <a:cxn ang="0">
                <a:pos x="connsiteX92117" y="connsiteY92117"/>
              </a:cxn>
              <a:cxn ang="0">
                <a:pos x="connsiteX92118" y="connsiteY92118"/>
              </a:cxn>
              <a:cxn ang="0">
                <a:pos x="connsiteX92119" y="connsiteY92119"/>
              </a:cxn>
              <a:cxn ang="0">
                <a:pos x="connsiteX92120" y="connsiteY92120"/>
              </a:cxn>
              <a:cxn ang="0">
                <a:pos x="connsiteX92121" y="connsiteY92121"/>
              </a:cxn>
              <a:cxn ang="0">
                <a:pos x="connsiteX92122" y="connsiteY92122"/>
              </a:cxn>
              <a:cxn ang="0">
                <a:pos x="connsiteX92123" y="connsiteY92123"/>
              </a:cxn>
              <a:cxn ang="0">
                <a:pos x="connsiteX92124" y="connsiteY92124"/>
              </a:cxn>
              <a:cxn ang="0">
                <a:pos x="connsiteX92125" y="connsiteY92125"/>
              </a:cxn>
              <a:cxn ang="0">
                <a:pos x="connsiteX92126" y="connsiteY92126"/>
              </a:cxn>
              <a:cxn ang="0">
                <a:pos x="connsiteX92127" y="connsiteY92127"/>
              </a:cxn>
              <a:cxn ang="0">
                <a:pos x="connsiteX92128" y="connsiteY92128"/>
              </a:cxn>
              <a:cxn ang="0">
                <a:pos x="connsiteX92129" y="connsiteY92129"/>
              </a:cxn>
              <a:cxn ang="0">
                <a:pos x="connsiteX92130" y="connsiteY92130"/>
              </a:cxn>
              <a:cxn ang="0">
                <a:pos x="connsiteX92131" y="connsiteY92131"/>
              </a:cxn>
              <a:cxn ang="0">
                <a:pos x="connsiteX92132" y="connsiteY92132"/>
              </a:cxn>
              <a:cxn ang="0">
                <a:pos x="connsiteX92133" y="connsiteY92133"/>
              </a:cxn>
              <a:cxn ang="0">
                <a:pos x="connsiteX92134" y="connsiteY92134"/>
              </a:cxn>
              <a:cxn ang="0">
                <a:pos x="connsiteX92135" y="connsiteY92135"/>
              </a:cxn>
              <a:cxn ang="0">
                <a:pos x="connsiteX92136" y="connsiteY92136"/>
              </a:cxn>
              <a:cxn ang="0">
                <a:pos x="connsiteX92137" y="connsiteY92137"/>
              </a:cxn>
              <a:cxn ang="0">
                <a:pos x="connsiteX92138" y="connsiteY92138"/>
              </a:cxn>
              <a:cxn ang="0">
                <a:pos x="connsiteX92139" y="connsiteY92139"/>
              </a:cxn>
              <a:cxn ang="0">
                <a:pos x="connsiteX92140" y="connsiteY92140"/>
              </a:cxn>
              <a:cxn ang="0">
                <a:pos x="connsiteX92141" y="connsiteY92141"/>
              </a:cxn>
              <a:cxn ang="0">
                <a:pos x="connsiteX92142" y="connsiteY92142"/>
              </a:cxn>
              <a:cxn ang="0">
                <a:pos x="connsiteX92143" y="connsiteY92143"/>
              </a:cxn>
              <a:cxn ang="0">
                <a:pos x="connsiteX92144" y="connsiteY92144"/>
              </a:cxn>
              <a:cxn ang="0">
                <a:pos x="connsiteX92145" y="connsiteY92145"/>
              </a:cxn>
              <a:cxn ang="0">
                <a:pos x="connsiteX92146" y="connsiteY92146"/>
              </a:cxn>
              <a:cxn ang="0">
                <a:pos x="connsiteX92147" y="connsiteY92147"/>
              </a:cxn>
              <a:cxn ang="0">
                <a:pos x="connsiteX92148" y="connsiteY92148"/>
              </a:cxn>
              <a:cxn ang="0">
                <a:pos x="connsiteX92149" y="connsiteY92149"/>
              </a:cxn>
              <a:cxn ang="0">
                <a:pos x="connsiteX92150" y="connsiteY92150"/>
              </a:cxn>
              <a:cxn ang="0">
                <a:pos x="connsiteX92151" y="connsiteY92151"/>
              </a:cxn>
              <a:cxn ang="0">
                <a:pos x="connsiteX92152" y="connsiteY92152"/>
              </a:cxn>
              <a:cxn ang="0">
                <a:pos x="connsiteX92153" y="connsiteY92153"/>
              </a:cxn>
              <a:cxn ang="0">
                <a:pos x="connsiteX92154" y="connsiteY92154"/>
              </a:cxn>
              <a:cxn ang="0">
                <a:pos x="connsiteX92155" y="connsiteY92155"/>
              </a:cxn>
              <a:cxn ang="0">
                <a:pos x="connsiteX92156" y="connsiteY92156"/>
              </a:cxn>
              <a:cxn ang="0">
                <a:pos x="connsiteX92157" y="connsiteY92157"/>
              </a:cxn>
              <a:cxn ang="0">
                <a:pos x="connsiteX92158" y="connsiteY92158"/>
              </a:cxn>
              <a:cxn ang="0">
                <a:pos x="connsiteX92159" y="connsiteY92159"/>
              </a:cxn>
              <a:cxn ang="0">
                <a:pos x="connsiteX92160" y="connsiteY92160"/>
              </a:cxn>
              <a:cxn ang="0">
                <a:pos x="connsiteX92161" y="connsiteY92161"/>
              </a:cxn>
              <a:cxn ang="0">
                <a:pos x="connsiteX92162" y="connsiteY92162"/>
              </a:cxn>
              <a:cxn ang="0">
                <a:pos x="connsiteX92163" y="connsiteY92163"/>
              </a:cxn>
              <a:cxn ang="0">
                <a:pos x="connsiteX92164" y="connsiteY92164"/>
              </a:cxn>
              <a:cxn ang="0">
                <a:pos x="connsiteX92165" y="connsiteY92165"/>
              </a:cxn>
              <a:cxn ang="0">
                <a:pos x="connsiteX92166" y="connsiteY92166"/>
              </a:cxn>
              <a:cxn ang="0">
                <a:pos x="connsiteX92167" y="connsiteY92167"/>
              </a:cxn>
              <a:cxn ang="0">
                <a:pos x="connsiteX92168" y="connsiteY92168"/>
              </a:cxn>
              <a:cxn ang="0">
                <a:pos x="connsiteX92169" y="connsiteY92169"/>
              </a:cxn>
              <a:cxn ang="0">
                <a:pos x="connsiteX92170" y="connsiteY92170"/>
              </a:cxn>
              <a:cxn ang="0">
                <a:pos x="connsiteX92171" y="connsiteY92171"/>
              </a:cxn>
              <a:cxn ang="0">
                <a:pos x="connsiteX92172" y="connsiteY92172"/>
              </a:cxn>
              <a:cxn ang="0">
                <a:pos x="connsiteX92173" y="connsiteY92173"/>
              </a:cxn>
              <a:cxn ang="0">
                <a:pos x="connsiteX92174" y="connsiteY92174"/>
              </a:cxn>
              <a:cxn ang="0">
                <a:pos x="connsiteX92175" y="connsiteY92175"/>
              </a:cxn>
              <a:cxn ang="0">
                <a:pos x="connsiteX92176" y="connsiteY92176"/>
              </a:cxn>
              <a:cxn ang="0">
                <a:pos x="connsiteX92177" y="connsiteY92177"/>
              </a:cxn>
              <a:cxn ang="0">
                <a:pos x="connsiteX92178" y="connsiteY92178"/>
              </a:cxn>
              <a:cxn ang="0">
                <a:pos x="connsiteX92179" y="connsiteY92179"/>
              </a:cxn>
              <a:cxn ang="0">
                <a:pos x="connsiteX92180" y="connsiteY92180"/>
              </a:cxn>
              <a:cxn ang="0">
                <a:pos x="connsiteX92181" y="connsiteY92181"/>
              </a:cxn>
              <a:cxn ang="0">
                <a:pos x="connsiteX92182" y="connsiteY92182"/>
              </a:cxn>
              <a:cxn ang="0">
                <a:pos x="connsiteX92183" y="connsiteY92183"/>
              </a:cxn>
              <a:cxn ang="0">
                <a:pos x="connsiteX92184" y="connsiteY92184"/>
              </a:cxn>
              <a:cxn ang="0">
                <a:pos x="connsiteX92185" y="connsiteY92185"/>
              </a:cxn>
              <a:cxn ang="0">
                <a:pos x="connsiteX92186" y="connsiteY92186"/>
              </a:cxn>
              <a:cxn ang="0">
                <a:pos x="connsiteX92187" y="connsiteY92187"/>
              </a:cxn>
              <a:cxn ang="0">
                <a:pos x="connsiteX92188" y="connsiteY92188"/>
              </a:cxn>
              <a:cxn ang="0">
                <a:pos x="connsiteX92189" y="connsiteY92189"/>
              </a:cxn>
              <a:cxn ang="0">
                <a:pos x="connsiteX92190" y="connsiteY92190"/>
              </a:cxn>
              <a:cxn ang="0">
                <a:pos x="connsiteX92191" y="connsiteY92191"/>
              </a:cxn>
              <a:cxn ang="0">
                <a:pos x="connsiteX92192" y="connsiteY92192"/>
              </a:cxn>
              <a:cxn ang="0">
                <a:pos x="connsiteX92193" y="connsiteY92193"/>
              </a:cxn>
              <a:cxn ang="0">
                <a:pos x="connsiteX92194" y="connsiteY92194"/>
              </a:cxn>
              <a:cxn ang="0">
                <a:pos x="connsiteX92195" y="connsiteY92195"/>
              </a:cxn>
              <a:cxn ang="0">
                <a:pos x="connsiteX92196" y="connsiteY92196"/>
              </a:cxn>
              <a:cxn ang="0">
                <a:pos x="connsiteX92197" y="connsiteY92197"/>
              </a:cxn>
              <a:cxn ang="0">
                <a:pos x="connsiteX92198" y="connsiteY92198"/>
              </a:cxn>
              <a:cxn ang="0">
                <a:pos x="connsiteX92199" y="connsiteY92199"/>
              </a:cxn>
              <a:cxn ang="0">
                <a:pos x="connsiteX92200" y="connsiteY92200"/>
              </a:cxn>
              <a:cxn ang="0">
                <a:pos x="connsiteX92201" y="connsiteY92201"/>
              </a:cxn>
              <a:cxn ang="0">
                <a:pos x="connsiteX92202" y="connsiteY92202"/>
              </a:cxn>
              <a:cxn ang="0">
                <a:pos x="connsiteX92203" y="connsiteY92203"/>
              </a:cxn>
              <a:cxn ang="0">
                <a:pos x="connsiteX92204" y="connsiteY92204"/>
              </a:cxn>
              <a:cxn ang="0">
                <a:pos x="connsiteX92205" y="connsiteY92205"/>
              </a:cxn>
              <a:cxn ang="0">
                <a:pos x="connsiteX92206" y="connsiteY92206"/>
              </a:cxn>
              <a:cxn ang="0">
                <a:pos x="connsiteX92207" y="connsiteY92207"/>
              </a:cxn>
              <a:cxn ang="0">
                <a:pos x="connsiteX92208" y="connsiteY92208"/>
              </a:cxn>
              <a:cxn ang="0">
                <a:pos x="connsiteX92209" y="connsiteY92209"/>
              </a:cxn>
              <a:cxn ang="0">
                <a:pos x="connsiteX92210" y="connsiteY92210"/>
              </a:cxn>
              <a:cxn ang="0">
                <a:pos x="connsiteX92211" y="connsiteY92211"/>
              </a:cxn>
              <a:cxn ang="0">
                <a:pos x="connsiteX92212" y="connsiteY92212"/>
              </a:cxn>
              <a:cxn ang="0">
                <a:pos x="connsiteX92213" y="connsiteY92213"/>
              </a:cxn>
              <a:cxn ang="0">
                <a:pos x="connsiteX92214" y="connsiteY92214"/>
              </a:cxn>
              <a:cxn ang="0">
                <a:pos x="connsiteX92215" y="connsiteY92215"/>
              </a:cxn>
              <a:cxn ang="0">
                <a:pos x="connsiteX92216" y="connsiteY92216"/>
              </a:cxn>
              <a:cxn ang="0">
                <a:pos x="connsiteX92217" y="connsiteY92217"/>
              </a:cxn>
              <a:cxn ang="0">
                <a:pos x="connsiteX92218" y="connsiteY92218"/>
              </a:cxn>
              <a:cxn ang="0">
                <a:pos x="connsiteX92219" y="connsiteY92219"/>
              </a:cxn>
              <a:cxn ang="0">
                <a:pos x="connsiteX92220" y="connsiteY92220"/>
              </a:cxn>
              <a:cxn ang="0">
                <a:pos x="connsiteX92221" y="connsiteY92221"/>
              </a:cxn>
              <a:cxn ang="0">
                <a:pos x="connsiteX92222" y="connsiteY92222"/>
              </a:cxn>
              <a:cxn ang="0">
                <a:pos x="connsiteX92223" y="connsiteY92223"/>
              </a:cxn>
              <a:cxn ang="0">
                <a:pos x="connsiteX92224" y="connsiteY92224"/>
              </a:cxn>
              <a:cxn ang="0">
                <a:pos x="connsiteX92225" y="connsiteY92225"/>
              </a:cxn>
              <a:cxn ang="0">
                <a:pos x="connsiteX92226" y="connsiteY92226"/>
              </a:cxn>
              <a:cxn ang="0">
                <a:pos x="connsiteX92227" y="connsiteY92227"/>
              </a:cxn>
              <a:cxn ang="0">
                <a:pos x="connsiteX92228" y="connsiteY92228"/>
              </a:cxn>
              <a:cxn ang="0">
                <a:pos x="connsiteX92229" y="connsiteY92229"/>
              </a:cxn>
              <a:cxn ang="0">
                <a:pos x="connsiteX92230" y="connsiteY92230"/>
              </a:cxn>
              <a:cxn ang="0">
                <a:pos x="connsiteX92231" y="connsiteY92231"/>
              </a:cxn>
              <a:cxn ang="0">
                <a:pos x="connsiteX92232" y="connsiteY92232"/>
              </a:cxn>
              <a:cxn ang="0">
                <a:pos x="connsiteX92233" y="connsiteY92233"/>
              </a:cxn>
              <a:cxn ang="0">
                <a:pos x="connsiteX92234" y="connsiteY92234"/>
              </a:cxn>
              <a:cxn ang="0">
                <a:pos x="connsiteX92235" y="connsiteY92235"/>
              </a:cxn>
              <a:cxn ang="0">
                <a:pos x="connsiteX92236" y="connsiteY92236"/>
              </a:cxn>
              <a:cxn ang="0">
                <a:pos x="connsiteX92237" y="connsiteY92237"/>
              </a:cxn>
              <a:cxn ang="0">
                <a:pos x="connsiteX92238" y="connsiteY92238"/>
              </a:cxn>
              <a:cxn ang="0">
                <a:pos x="connsiteX92239" y="connsiteY92239"/>
              </a:cxn>
              <a:cxn ang="0">
                <a:pos x="connsiteX92240" y="connsiteY92240"/>
              </a:cxn>
              <a:cxn ang="0">
                <a:pos x="connsiteX92241" y="connsiteY92241"/>
              </a:cxn>
              <a:cxn ang="0">
                <a:pos x="connsiteX92242" y="connsiteY92242"/>
              </a:cxn>
              <a:cxn ang="0">
                <a:pos x="connsiteX92243" y="connsiteY92243"/>
              </a:cxn>
              <a:cxn ang="0">
                <a:pos x="connsiteX92244" y="connsiteY92244"/>
              </a:cxn>
              <a:cxn ang="0">
                <a:pos x="connsiteX92245" y="connsiteY92245"/>
              </a:cxn>
              <a:cxn ang="0">
                <a:pos x="connsiteX92246" y="connsiteY92246"/>
              </a:cxn>
              <a:cxn ang="0">
                <a:pos x="connsiteX92247" y="connsiteY92247"/>
              </a:cxn>
              <a:cxn ang="0">
                <a:pos x="connsiteX92248" y="connsiteY92248"/>
              </a:cxn>
              <a:cxn ang="0">
                <a:pos x="connsiteX92249" y="connsiteY92249"/>
              </a:cxn>
              <a:cxn ang="0">
                <a:pos x="connsiteX92250" y="connsiteY92250"/>
              </a:cxn>
              <a:cxn ang="0">
                <a:pos x="connsiteX92251" y="connsiteY92251"/>
              </a:cxn>
              <a:cxn ang="0">
                <a:pos x="connsiteX92252" y="connsiteY92252"/>
              </a:cxn>
              <a:cxn ang="0">
                <a:pos x="connsiteX92253" y="connsiteY92253"/>
              </a:cxn>
              <a:cxn ang="0">
                <a:pos x="connsiteX92254" y="connsiteY92254"/>
              </a:cxn>
              <a:cxn ang="0">
                <a:pos x="connsiteX92255" y="connsiteY92255"/>
              </a:cxn>
              <a:cxn ang="0">
                <a:pos x="connsiteX92256" y="connsiteY92256"/>
              </a:cxn>
              <a:cxn ang="0">
                <a:pos x="connsiteX92257" y="connsiteY92257"/>
              </a:cxn>
              <a:cxn ang="0">
                <a:pos x="connsiteX92258" y="connsiteY92258"/>
              </a:cxn>
              <a:cxn ang="0">
                <a:pos x="connsiteX92259" y="connsiteY92259"/>
              </a:cxn>
              <a:cxn ang="0">
                <a:pos x="connsiteX92260" y="connsiteY92260"/>
              </a:cxn>
              <a:cxn ang="0">
                <a:pos x="connsiteX92261" y="connsiteY92261"/>
              </a:cxn>
              <a:cxn ang="0">
                <a:pos x="connsiteX92262" y="connsiteY92262"/>
              </a:cxn>
              <a:cxn ang="0">
                <a:pos x="connsiteX92263" y="connsiteY92263"/>
              </a:cxn>
              <a:cxn ang="0">
                <a:pos x="connsiteX92264" y="connsiteY92264"/>
              </a:cxn>
              <a:cxn ang="0">
                <a:pos x="connsiteX92265" y="connsiteY92265"/>
              </a:cxn>
              <a:cxn ang="0">
                <a:pos x="connsiteX92266" y="connsiteY92266"/>
              </a:cxn>
              <a:cxn ang="0">
                <a:pos x="connsiteX92267" y="connsiteY92267"/>
              </a:cxn>
              <a:cxn ang="0">
                <a:pos x="connsiteX92268" y="connsiteY92268"/>
              </a:cxn>
              <a:cxn ang="0">
                <a:pos x="connsiteX92269" y="connsiteY92269"/>
              </a:cxn>
              <a:cxn ang="0">
                <a:pos x="connsiteX92270" y="connsiteY92270"/>
              </a:cxn>
              <a:cxn ang="0">
                <a:pos x="connsiteX92271" y="connsiteY92271"/>
              </a:cxn>
              <a:cxn ang="0">
                <a:pos x="connsiteX92272" y="connsiteY92272"/>
              </a:cxn>
              <a:cxn ang="0">
                <a:pos x="connsiteX92273" y="connsiteY92273"/>
              </a:cxn>
              <a:cxn ang="0">
                <a:pos x="connsiteX92274" y="connsiteY92274"/>
              </a:cxn>
              <a:cxn ang="0">
                <a:pos x="connsiteX92275" y="connsiteY92275"/>
              </a:cxn>
              <a:cxn ang="0">
                <a:pos x="connsiteX92276" y="connsiteY92276"/>
              </a:cxn>
              <a:cxn ang="0">
                <a:pos x="connsiteX92277" y="connsiteY92277"/>
              </a:cxn>
              <a:cxn ang="0">
                <a:pos x="connsiteX92278" y="connsiteY92278"/>
              </a:cxn>
              <a:cxn ang="0">
                <a:pos x="connsiteX92279" y="connsiteY92279"/>
              </a:cxn>
              <a:cxn ang="0">
                <a:pos x="connsiteX92280" y="connsiteY92280"/>
              </a:cxn>
              <a:cxn ang="0">
                <a:pos x="connsiteX92281" y="connsiteY92281"/>
              </a:cxn>
              <a:cxn ang="0">
                <a:pos x="connsiteX92282" y="connsiteY92282"/>
              </a:cxn>
              <a:cxn ang="0">
                <a:pos x="connsiteX92283" y="connsiteY92283"/>
              </a:cxn>
              <a:cxn ang="0">
                <a:pos x="connsiteX92284" y="connsiteY92284"/>
              </a:cxn>
              <a:cxn ang="0">
                <a:pos x="connsiteX92285" y="connsiteY92285"/>
              </a:cxn>
              <a:cxn ang="0">
                <a:pos x="connsiteX92286" y="connsiteY92286"/>
              </a:cxn>
              <a:cxn ang="0">
                <a:pos x="connsiteX92287" y="connsiteY92287"/>
              </a:cxn>
              <a:cxn ang="0">
                <a:pos x="connsiteX92288" y="connsiteY92288"/>
              </a:cxn>
              <a:cxn ang="0">
                <a:pos x="connsiteX92289" y="connsiteY92289"/>
              </a:cxn>
              <a:cxn ang="0">
                <a:pos x="connsiteX92290" y="connsiteY92290"/>
              </a:cxn>
              <a:cxn ang="0">
                <a:pos x="connsiteX92291" y="connsiteY92291"/>
              </a:cxn>
              <a:cxn ang="0">
                <a:pos x="connsiteX92292" y="connsiteY92292"/>
              </a:cxn>
              <a:cxn ang="0">
                <a:pos x="connsiteX92293" y="connsiteY92293"/>
              </a:cxn>
              <a:cxn ang="0">
                <a:pos x="connsiteX92294" y="connsiteY92294"/>
              </a:cxn>
              <a:cxn ang="0">
                <a:pos x="connsiteX92295" y="connsiteY92295"/>
              </a:cxn>
              <a:cxn ang="0">
                <a:pos x="connsiteX92296" y="connsiteY92296"/>
              </a:cxn>
              <a:cxn ang="0">
                <a:pos x="connsiteX92297" y="connsiteY92297"/>
              </a:cxn>
              <a:cxn ang="0">
                <a:pos x="connsiteX92298" y="connsiteY92298"/>
              </a:cxn>
              <a:cxn ang="0">
                <a:pos x="connsiteX92299" y="connsiteY92299"/>
              </a:cxn>
              <a:cxn ang="0">
                <a:pos x="connsiteX92300" y="connsiteY92300"/>
              </a:cxn>
              <a:cxn ang="0">
                <a:pos x="connsiteX92301" y="connsiteY92301"/>
              </a:cxn>
              <a:cxn ang="0">
                <a:pos x="connsiteX92302" y="connsiteY92302"/>
              </a:cxn>
              <a:cxn ang="0">
                <a:pos x="connsiteX92303" y="connsiteY92303"/>
              </a:cxn>
              <a:cxn ang="0">
                <a:pos x="connsiteX92304" y="connsiteY92304"/>
              </a:cxn>
              <a:cxn ang="0">
                <a:pos x="connsiteX92305" y="connsiteY92305"/>
              </a:cxn>
              <a:cxn ang="0">
                <a:pos x="connsiteX92306" y="connsiteY92306"/>
              </a:cxn>
              <a:cxn ang="0">
                <a:pos x="connsiteX92307" y="connsiteY92307"/>
              </a:cxn>
              <a:cxn ang="0">
                <a:pos x="connsiteX92308" y="connsiteY92308"/>
              </a:cxn>
              <a:cxn ang="0">
                <a:pos x="connsiteX92309" y="connsiteY92309"/>
              </a:cxn>
              <a:cxn ang="0">
                <a:pos x="connsiteX92310" y="connsiteY92310"/>
              </a:cxn>
              <a:cxn ang="0">
                <a:pos x="connsiteX92311" y="connsiteY92311"/>
              </a:cxn>
              <a:cxn ang="0">
                <a:pos x="connsiteX92312" y="connsiteY92312"/>
              </a:cxn>
              <a:cxn ang="0">
                <a:pos x="connsiteX92313" y="connsiteY92313"/>
              </a:cxn>
              <a:cxn ang="0">
                <a:pos x="connsiteX92314" y="connsiteY92314"/>
              </a:cxn>
              <a:cxn ang="0">
                <a:pos x="connsiteX92315" y="connsiteY92315"/>
              </a:cxn>
              <a:cxn ang="0">
                <a:pos x="connsiteX92316" y="connsiteY92316"/>
              </a:cxn>
              <a:cxn ang="0">
                <a:pos x="connsiteX92317" y="connsiteY92317"/>
              </a:cxn>
              <a:cxn ang="0">
                <a:pos x="connsiteX92318" y="connsiteY92318"/>
              </a:cxn>
              <a:cxn ang="0">
                <a:pos x="connsiteX92319" y="connsiteY92319"/>
              </a:cxn>
              <a:cxn ang="0">
                <a:pos x="connsiteX92320" y="connsiteY92320"/>
              </a:cxn>
              <a:cxn ang="0">
                <a:pos x="connsiteX92321" y="connsiteY92321"/>
              </a:cxn>
              <a:cxn ang="0">
                <a:pos x="connsiteX92322" y="connsiteY92322"/>
              </a:cxn>
              <a:cxn ang="0">
                <a:pos x="connsiteX92323" y="connsiteY92323"/>
              </a:cxn>
              <a:cxn ang="0">
                <a:pos x="connsiteX92324" y="connsiteY92324"/>
              </a:cxn>
              <a:cxn ang="0">
                <a:pos x="connsiteX92325" y="connsiteY92325"/>
              </a:cxn>
              <a:cxn ang="0">
                <a:pos x="connsiteX92326" y="connsiteY92326"/>
              </a:cxn>
              <a:cxn ang="0">
                <a:pos x="connsiteX92327" y="connsiteY92327"/>
              </a:cxn>
              <a:cxn ang="0">
                <a:pos x="connsiteX92328" y="connsiteY92328"/>
              </a:cxn>
              <a:cxn ang="0">
                <a:pos x="connsiteX92329" y="connsiteY92329"/>
              </a:cxn>
              <a:cxn ang="0">
                <a:pos x="connsiteX92330" y="connsiteY92330"/>
              </a:cxn>
              <a:cxn ang="0">
                <a:pos x="connsiteX92331" y="connsiteY92331"/>
              </a:cxn>
              <a:cxn ang="0">
                <a:pos x="connsiteX92332" y="connsiteY92332"/>
              </a:cxn>
              <a:cxn ang="0">
                <a:pos x="connsiteX92333" y="connsiteY92333"/>
              </a:cxn>
              <a:cxn ang="0">
                <a:pos x="connsiteX92334" y="connsiteY92334"/>
              </a:cxn>
              <a:cxn ang="0">
                <a:pos x="connsiteX92335" y="connsiteY92335"/>
              </a:cxn>
              <a:cxn ang="0">
                <a:pos x="connsiteX92336" y="connsiteY92336"/>
              </a:cxn>
              <a:cxn ang="0">
                <a:pos x="connsiteX92337" y="connsiteY92337"/>
              </a:cxn>
              <a:cxn ang="0">
                <a:pos x="connsiteX92338" y="connsiteY92338"/>
              </a:cxn>
              <a:cxn ang="0">
                <a:pos x="connsiteX92339" y="connsiteY92339"/>
              </a:cxn>
              <a:cxn ang="0">
                <a:pos x="connsiteX92340" y="connsiteY92340"/>
              </a:cxn>
              <a:cxn ang="0">
                <a:pos x="connsiteX92341" y="connsiteY92341"/>
              </a:cxn>
              <a:cxn ang="0">
                <a:pos x="connsiteX92342" y="connsiteY92342"/>
              </a:cxn>
              <a:cxn ang="0">
                <a:pos x="connsiteX92343" y="connsiteY92343"/>
              </a:cxn>
              <a:cxn ang="0">
                <a:pos x="connsiteX92344" y="connsiteY92344"/>
              </a:cxn>
              <a:cxn ang="0">
                <a:pos x="connsiteX92345" y="connsiteY92345"/>
              </a:cxn>
              <a:cxn ang="0">
                <a:pos x="connsiteX92346" y="connsiteY92346"/>
              </a:cxn>
              <a:cxn ang="0">
                <a:pos x="connsiteX92347" y="connsiteY92347"/>
              </a:cxn>
              <a:cxn ang="0">
                <a:pos x="connsiteX92348" y="connsiteY92348"/>
              </a:cxn>
              <a:cxn ang="0">
                <a:pos x="connsiteX92349" y="connsiteY92349"/>
              </a:cxn>
              <a:cxn ang="0">
                <a:pos x="connsiteX92350" y="connsiteY92350"/>
              </a:cxn>
              <a:cxn ang="0">
                <a:pos x="connsiteX92351" y="connsiteY92351"/>
              </a:cxn>
              <a:cxn ang="0">
                <a:pos x="connsiteX92352" y="connsiteY92352"/>
              </a:cxn>
              <a:cxn ang="0">
                <a:pos x="connsiteX92353" y="connsiteY92353"/>
              </a:cxn>
              <a:cxn ang="0">
                <a:pos x="connsiteX92354" y="connsiteY92354"/>
              </a:cxn>
              <a:cxn ang="0">
                <a:pos x="connsiteX92355" y="connsiteY92355"/>
              </a:cxn>
              <a:cxn ang="0">
                <a:pos x="connsiteX92356" y="connsiteY92356"/>
              </a:cxn>
              <a:cxn ang="0">
                <a:pos x="connsiteX92357" y="connsiteY92357"/>
              </a:cxn>
              <a:cxn ang="0">
                <a:pos x="connsiteX92358" y="connsiteY92358"/>
              </a:cxn>
              <a:cxn ang="0">
                <a:pos x="connsiteX92359" y="connsiteY92359"/>
              </a:cxn>
              <a:cxn ang="0">
                <a:pos x="connsiteX92360" y="connsiteY92360"/>
              </a:cxn>
              <a:cxn ang="0">
                <a:pos x="connsiteX92361" y="connsiteY92361"/>
              </a:cxn>
              <a:cxn ang="0">
                <a:pos x="connsiteX92362" y="connsiteY92362"/>
              </a:cxn>
              <a:cxn ang="0">
                <a:pos x="connsiteX92363" y="connsiteY92363"/>
              </a:cxn>
              <a:cxn ang="0">
                <a:pos x="connsiteX92364" y="connsiteY92364"/>
              </a:cxn>
              <a:cxn ang="0">
                <a:pos x="connsiteX92365" y="connsiteY92365"/>
              </a:cxn>
              <a:cxn ang="0">
                <a:pos x="connsiteX92366" y="connsiteY92366"/>
              </a:cxn>
              <a:cxn ang="0">
                <a:pos x="connsiteX92367" y="connsiteY92367"/>
              </a:cxn>
              <a:cxn ang="0">
                <a:pos x="connsiteX92368" y="connsiteY92368"/>
              </a:cxn>
              <a:cxn ang="0">
                <a:pos x="connsiteX92369" y="connsiteY92369"/>
              </a:cxn>
              <a:cxn ang="0">
                <a:pos x="connsiteX92370" y="connsiteY92370"/>
              </a:cxn>
              <a:cxn ang="0">
                <a:pos x="connsiteX92371" y="connsiteY92371"/>
              </a:cxn>
              <a:cxn ang="0">
                <a:pos x="connsiteX92372" y="connsiteY92372"/>
              </a:cxn>
              <a:cxn ang="0">
                <a:pos x="connsiteX92373" y="connsiteY92373"/>
              </a:cxn>
              <a:cxn ang="0">
                <a:pos x="connsiteX92374" y="connsiteY92374"/>
              </a:cxn>
              <a:cxn ang="0">
                <a:pos x="connsiteX92375" y="connsiteY92375"/>
              </a:cxn>
              <a:cxn ang="0">
                <a:pos x="connsiteX92376" y="connsiteY92376"/>
              </a:cxn>
              <a:cxn ang="0">
                <a:pos x="connsiteX92377" y="connsiteY92377"/>
              </a:cxn>
              <a:cxn ang="0">
                <a:pos x="connsiteX92378" y="connsiteY92378"/>
              </a:cxn>
              <a:cxn ang="0">
                <a:pos x="connsiteX92379" y="connsiteY92379"/>
              </a:cxn>
              <a:cxn ang="0">
                <a:pos x="connsiteX92380" y="connsiteY92380"/>
              </a:cxn>
              <a:cxn ang="0">
                <a:pos x="connsiteX92381" y="connsiteY92381"/>
              </a:cxn>
              <a:cxn ang="0">
                <a:pos x="connsiteX92382" y="connsiteY92382"/>
              </a:cxn>
              <a:cxn ang="0">
                <a:pos x="connsiteX92383" y="connsiteY92383"/>
              </a:cxn>
              <a:cxn ang="0">
                <a:pos x="connsiteX92384" y="connsiteY92384"/>
              </a:cxn>
              <a:cxn ang="0">
                <a:pos x="connsiteX92385" y="connsiteY92385"/>
              </a:cxn>
              <a:cxn ang="0">
                <a:pos x="connsiteX92386" y="connsiteY92386"/>
              </a:cxn>
              <a:cxn ang="0">
                <a:pos x="connsiteX92387" y="connsiteY92387"/>
              </a:cxn>
              <a:cxn ang="0">
                <a:pos x="connsiteX92388" y="connsiteY92388"/>
              </a:cxn>
              <a:cxn ang="0">
                <a:pos x="connsiteX92389" y="connsiteY92389"/>
              </a:cxn>
              <a:cxn ang="0">
                <a:pos x="connsiteX92390" y="connsiteY92390"/>
              </a:cxn>
              <a:cxn ang="0">
                <a:pos x="connsiteX92391" y="connsiteY92391"/>
              </a:cxn>
              <a:cxn ang="0">
                <a:pos x="connsiteX92392" y="connsiteY92392"/>
              </a:cxn>
              <a:cxn ang="0">
                <a:pos x="connsiteX92393" y="connsiteY92393"/>
              </a:cxn>
              <a:cxn ang="0">
                <a:pos x="connsiteX92394" y="connsiteY92394"/>
              </a:cxn>
              <a:cxn ang="0">
                <a:pos x="connsiteX92395" y="connsiteY92395"/>
              </a:cxn>
              <a:cxn ang="0">
                <a:pos x="connsiteX92396" y="connsiteY92396"/>
              </a:cxn>
              <a:cxn ang="0">
                <a:pos x="connsiteX92397" y="connsiteY92397"/>
              </a:cxn>
              <a:cxn ang="0">
                <a:pos x="connsiteX92398" y="connsiteY92398"/>
              </a:cxn>
              <a:cxn ang="0">
                <a:pos x="connsiteX92399" y="connsiteY92399"/>
              </a:cxn>
              <a:cxn ang="0">
                <a:pos x="connsiteX92400" y="connsiteY92400"/>
              </a:cxn>
              <a:cxn ang="0">
                <a:pos x="connsiteX92401" y="connsiteY92401"/>
              </a:cxn>
              <a:cxn ang="0">
                <a:pos x="connsiteX92402" y="connsiteY92402"/>
              </a:cxn>
              <a:cxn ang="0">
                <a:pos x="connsiteX92403" y="connsiteY92403"/>
              </a:cxn>
              <a:cxn ang="0">
                <a:pos x="connsiteX92404" y="connsiteY92404"/>
              </a:cxn>
              <a:cxn ang="0">
                <a:pos x="connsiteX92405" y="connsiteY92405"/>
              </a:cxn>
              <a:cxn ang="0">
                <a:pos x="connsiteX92406" y="connsiteY92406"/>
              </a:cxn>
              <a:cxn ang="0">
                <a:pos x="connsiteX92407" y="connsiteY92407"/>
              </a:cxn>
              <a:cxn ang="0">
                <a:pos x="connsiteX92408" y="connsiteY92408"/>
              </a:cxn>
              <a:cxn ang="0">
                <a:pos x="connsiteX92409" y="connsiteY92409"/>
              </a:cxn>
              <a:cxn ang="0">
                <a:pos x="connsiteX92410" y="connsiteY92410"/>
              </a:cxn>
              <a:cxn ang="0">
                <a:pos x="connsiteX92411" y="connsiteY92411"/>
              </a:cxn>
              <a:cxn ang="0">
                <a:pos x="connsiteX92412" y="connsiteY92412"/>
              </a:cxn>
              <a:cxn ang="0">
                <a:pos x="connsiteX92413" y="connsiteY92413"/>
              </a:cxn>
              <a:cxn ang="0">
                <a:pos x="connsiteX92414" y="connsiteY92414"/>
              </a:cxn>
              <a:cxn ang="0">
                <a:pos x="connsiteX92415" y="connsiteY92415"/>
              </a:cxn>
              <a:cxn ang="0">
                <a:pos x="connsiteX92416" y="connsiteY92416"/>
              </a:cxn>
              <a:cxn ang="0">
                <a:pos x="connsiteX92417" y="connsiteY92417"/>
              </a:cxn>
              <a:cxn ang="0">
                <a:pos x="connsiteX92418" y="connsiteY92418"/>
              </a:cxn>
              <a:cxn ang="0">
                <a:pos x="connsiteX92419" y="connsiteY92419"/>
              </a:cxn>
              <a:cxn ang="0">
                <a:pos x="connsiteX92420" y="connsiteY92420"/>
              </a:cxn>
              <a:cxn ang="0">
                <a:pos x="connsiteX92421" y="connsiteY92421"/>
              </a:cxn>
              <a:cxn ang="0">
                <a:pos x="connsiteX92422" y="connsiteY92422"/>
              </a:cxn>
              <a:cxn ang="0">
                <a:pos x="connsiteX92423" y="connsiteY92423"/>
              </a:cxn>
              <a:cxn ang="0">
                <a:pos x="connsiteX92424" y="connsiteY92424"/>
              </a:cxn>
              <a:cxn ang="0">
                <a:pos x="connsiteX92425" y="connsiteY92425"/>
              </a:cxn>
              <a:cxn ang="0">
                <a:pos x="connsiteX92426" y="connsiteY92426"/>
              </a:cxn>
              <a:cxn ang="0">
                <a:pos x="connsiteX92427" y="connsiteY92427"/>
              </a:cxn>
              <a:cxn ang="0">
                <a:pos x="connsiteX92428" y="connsiteY92428"/>
              </a:cxn>
              <a:cxn ang="0">
                <a:pos x="connsiteX92429" y="connsiteY92429"/>
              </a:cxn>
              <a:cxn ang="0">
                <a:pos x="connsiteX92430" y="connsiteY92430"/>
              </a:cxn>
              <a:cxn ang="0">
                <a:pos x="connsiteX92431" y="connsiteY92431"/>
              </a:cxn>
              <a:cxn ang="0">
                <a:pos x="connsiteX92432" y="connsiteY92432"/>
              </a:cxn>
              <a:cxn ang="0">
                <a:pos x="connsiteX92433" y="connsiteY92433"/>
              </a:cxn>
              <a:cxn ang="0">
                <a:pos x="connsiteX92434" y="connsiteY92434"/>
              </a:cxn>
              <a:cxn ang="0">
                <a:pos x="connsiteX92435" y="connsiteY92435"/>
              </a:cxn>
              <a:cxn ang="0">
                <a:pos x="connsiteX92436" y="connsiteY92436"/>
              </a:cxn>
              <a:cxn ang="0">
                <a:pos x="connsiteX92437" y="connsiteY92437"/>
              </a:cxn>
              <a:cxn ang="0">
                <a:pos x="connsiteX92438" y="connsiteY92438"/>
              </a:cxn>
              <a:cxn ang="0">
                <a:pos x="connsiteX92439" y="connsiteY92439"/>
              </a:cxn>
              <a:cxn ang="0">
                <a:pos x="connsiteX92440" y="connsiteY92440"/>
              </a:cxn>
              <a:cxn ang="0">
                <a:pos x="connsiteX92441" y="connsiteY92441"/>
              </a:cxn>
              <a:cxn ang="0">
                <a:pos x="connsiteX92442" y="connsiteY92442"/>
              </a:cxn>
              <a:cxn ang="0">
                <a:pos x="connsiteX92443" y="connsiteY92443"/>
              </a:cxn>
              <a:cxn ang="0">
                <a:pos x="connsiteX92444" y="connsiteY92444"/>
              </a:cxn>
              <a:cxn ang="0">
                <a:pos x="connsiteX92445" y="connsiteY92445"/>
              </a:cxn>
              <a:cxn ang="0">
                <a:pos x="connsiteX92446" y="connsiteY92446"/>
              </a:cxn>
              <a:cxn ang="0">
                <a:pos x="connsiteX92447" y="connsiteY92447"/>
              </a:cxn>
              <a:cxn ang="0">
                <a:pos x="connsiteX92448" y="connsiteY92448"/>
              </a:cxn>
              <a:cxn ang="0">
                <a:pos x="connsiteX92449" y="connsiteY92449"/>
              </a:cxn>
              <a:cxn ang="0">
                <a:pos x="connsiteX92450" y="connsiteY92450"/>
              </a:cxn>
              <a:cxn ang="0">
                <a:pos x="connsiteX92451" y="connsiteY92451"/>
              </a:cxn>
              <a:cxn ang="0">
                <a:pos x="connsiteX92452" y="connsiteY92452"/>
              </a:cxn>
              <a:cxn ang="0">
                <a:pos x="connsiteX92453" y="connsiteY92453"/>
              </a:cxn>
              <a:cxn ang="0">
                <a:pos x="connsiteX92454" y="connsiteY92454"/>
              </a:cxn>
              <a:cxn ang="0">
                <a:pos x="connsiteX92455" y="connsiteY92455"/>
              </a:cxn>
              <a:cxn ang="0">
                <a:pos x="connsiteX92456" y="connsiteY92456"/>
              </a:cxn>
              <a:cxn ang="0">
                <a:pos x="connsiteX92457" y="connsiteY92457"/>
              </a:cxn>
              <a:cxn ang="0">
                <a:pos x="connsiteX92458" y="connsiteY92458"/>
              </a:cxn>
              <a:cxn ang="0">
                <a:pos x="connsiteX92459" y="connsiteY92459"/>
              </a:cxn>
              <a:cxn ang="0">
                <a:pos x="connsiteX92460" y="connsiteY92460"/>
              </a:cxn>
              <a:cxn ang="0">
                <a:pos x="connsiteX92461" y="connsiteY92461"/>
              </a:cxn>
              <a:cxn ang="0">
                <a:pos x="connsiteX92462" y="connsiteY92462"/>
              </a:cxn>
              <a:cxn ang="0">
                <a:pos x="connsiteX92463" y="connsiteY92463"/>
              </a:cxn>
              <a:cxn ang="0">
                <a:pos x="connsiteX92464" y="connsiteY92464"/>
              </a:cxn>
              <a:cxn ang="0">
                <a:pos x="connsiteX92465" y="connsiteY92465"/>
              </a:cxn>
              <a:cxn ang="0">
                <a:pos x="connsiteX92466" y="connsiteY92466"/>
              </a:cxn>
              <a:cxn ang="0">
                <a:pos x="connsiteX92467" y="connsiteY92467"/>
              </a:cxn>
              <a:cxn ang="0">
                <a:pos x="connsiteX92468" y="connsiteY92468"/>
              </a:cxn>
              <a:cxn ang="0">
                <a:pos x="connsiteX92469" y="connsiteY92469"/>
              </a:cxn>
              <a:cxn ang="0">
                <a:pos x="connsiteX92470" y="connsiteY92470"/>
              </a:cxn>
              <a:cxn ang="0">
                <a:pos x="connsiteX92471" y="connsiteY92471"/>
              </a:cxn>
              <a:cxn ang="0">
                <a:pos x="connsiteX92472" y="connsiteY92472"/>
              </a:cxn>
              <a:cxn ang="0">
                <a:pos x="connsiteX92473" y="connsiteY92473"/>
              </a:cxn>
              <a:cxn ang="0">
                <a:pos x="connsiteX92474" y="connsiteY92474"/>
              </a:cxn>
              <a:cxn ang="0">
                <a:pos x="connsiteX92475" y="connsiteY92475"/>
              </a:cxn>
              <a:cxn ang="0">
                <a:pos x="connsiteX92476" y="connsiteY92476"/>
              </a:cxn>
              <a:cxn ang="0">
                <a:pos x="connsiteX92477" y="connsiteY92477"/>
              </a:cxn>
              <a:cxn ang="0">
                <a:pos x="connsiteX92478" y="connsiteY92478"/>
              </a:cxn>
              <a:cxn ang="0">
                <a:pos x="connsiteX92479" y="connsiteY92479"/>
              </a:cxn>
              <a:cxn ang="0">
                <a:pos x="connsiteX92480" y="connsiteY92480"/>
              </a:cxn>
              <a:cxn ang="0">
                <a:pos x="connsiteX92481" y="connsiteY92481"/>
              </a:cxn>
              <a:cxn ang="0">
                <a:pos x="connsiteX92482" y="connsiteY92482"/>
              </a:cxn>
              <a:cxn ang="0">
                <a:pos x="connsiteX92483" y="connsiteY92483"/>
              </a:cxn>
              <a:cxn ang="0">
                <a:pos x="connsiteX92484" y="connsiteY92484"/>
              </a:cxn>
              <a:cxn ang="0">
                <a:pos x="connsiteX92485" y="connsiteY92485"/>
              </a:cxn>
              <a:cxn ang="0">
                <a:pos x="connsiteX92486" y="connsiteY92486"/>
              </a:cxn>
              <a:cxn ang="0">
                <a:pos x="connsiteX92487" y="connsiteY92487"/>
              </a:cxn>
              <a:cxn ang="0">
                <a:pos x="connsiteX92488" y="connsiteY92488"/>
              </a:cxn>
              <a:cxn ang="0">
                <a:pos x="connsiteX92489" y="connsiteY92489"/>
              </a:cxn>
              <a:cxn ang="0">
                <a:pos x="connsiteX92490" y="connsiteY92490"/>
              </a:cxn>
              <a:cxn ang="0">
                <a:pos x="connsiteX92491" y="connsiteY92491"/>
              </a:cxn>
              <a:cxn ang="0">
                <a:pos x="connsiteX92492" y="connsiteY92492"/>
              </a:cxn>
              <a:cxn ang="0">
                <a:pos x="connsiteX92493" y="connsiteY92493"/>
              </a:cxn>
              <a:cxn ang="0">
                <a:pos x="connsiteX92494" y="connsiteY92494"/>
              </a:cxn>
              <a:cxn ang="0">
                <a:pos x="connsiteX92495" y="connsiteY92495"/>
              </a:cxn>
              <a:cxn ang="0">
                <a:pos x="connsiteX92496" y="connsiteY92496"/>
              </a:cxn>
              <a:cxn ang="0">
                <a:pos x="connsiteX92497" y="connsiteY92497"/>
              </a:cxn>
              <a:cxn ang="0">
                <a:pos x="connsiteX92498" y="connsiteY92498"/>
              </a:cxn>
              <a:cxn ang="0">
                <a:pos x="connsiteX92499" y="connsiteY92499"/>
              </a:cxn>
              <a:cxn ang="0">
                <a:pos x="connsiteX92500" y="connsiteY92500"/>
              </a:cxn>
              <a:cxn ang="0">
                <a:pos x="connsiteX92501" y="connsiteY92501"/>
              </a:cxn>
              <a:cxn ang="0">
                <a:pos x="connsiteX92502" y="connsiteY92502"/>
              </a:cxn>
              <a:cxn ang="0">
                <a:pos x="connsiteX92503" y="connsiteY92503"/>
              </a:cxn>
              <a:cxn ang="0">
                <a:pos x="connsiteX92504" y="connsiteY92504"/>
              </a:cxn>
              <a:cxn ang="0">
                <a:pos x="connsiteX92505" y="connsiteY92505"/>
              </a:cxn>
              <a:cxn ang="0">
                <a:pos x="connsiteX92506" y="connsiteY92506"/>
              </a:cxn>
              <a:cxn ang="0">
                <a:pos x="connsiteX92507" y="connsiteY92507"/>
              </a:cxn>
              <a:cxn ang="0">
                <a:pos x="connsiteX92508" y="connsiteY92508"/>
              </a:cxn>
              <a:cxn ang="0">
                <a:pos x="connsiteX92509" y="connsiteY92509"/>
              </a:cxn>
              <a:cxn ang="0">
                <a:pos x="connsiteX92510" y="connsiteY92510"/>
              </a:cxn>
              <a:cxn ang="0">
                <a:pos x="connsiteX92511" y="connsiteY92511"/>
              </a:cxn>
              <a:cxn ang="0">
                <a:pos x="connsiteX92512" y="connsiteY92512"/>
              </a:cxn>
              <a:cxn ang="0">
                <a:pos x="connsiteX92513" y="connsiteY92513"/>
              </a:cxn>
              <a:cxn ang="0">
                <a:pos x="connsiteX92514" y="connsiteY92514"/>
              </a:cxn>
              <a:cxn ang="0">
                <a:pos x="connsiteX92515" y="connsiteY92515"/>
              </a:cxn>
              <a:cxn ang="0">
                <a:pos x="connsiteX92516" y="connsiteY92516"/>
              </a:cxn>
              <a:cxn ang="0">
                <a:pos x="connsiteX92517" y="connsiteY92517"/>
              </a:cxn>
              <a:cxn ang="0">
                <a:pos x="connsiteX92518" y="connsiteY92518"/>
              </a:cxn>
              <a:cxn ang="0">
                <a:pos x="connsiteX92519" y="connsiteY92519"/>
              </a:cxn>
              <a:cxn ang="0">
                <a:pos x="connsiteX92520" y="connsiteY92520"/>
              </a:cxn>
              <a:cxn ang="0">
                <a:pos x="connsiteX92521" y="connsiteY92521"/>
              </a:cxn>
              <a:cxn ang="0">
                <a:pos x="connsiteX92522" y="connsiteY92522"/>
              </a:cxn>
              <a:cxn ang="0">
                <a:pos x="connsiteX92523" y="connsiteY92523"/>
              </a:cxn>
              <a:cxn ang="0">
                <a:pos x="connsiteX92524" y="connsiteY92524"/>
              </a:cxn>
              <a:cxn ang="0">
                <a:pos x="connsiteX92525" y="connsiteY92525"/>
              </a:cxn>
              <a:cxn ang="0">
                <a:pos x="connsiteX92526" y="connsiteY92526"/>
              </a:cxn>
              <a:cxn ang="0">
                <a:pos x="connsiteX92527" y="connsiteY92527"/>
              </a:cxn>
              <a:cxn ang="0">
                <a:pos x="connsiteX92528" y="connsiteY92528"/>
              </a:cxn>
              <a:cxn ang="0">
                <a:pos x="connsiteX92529" y="connsiteY92529"/>
              </a:cxn>
              <a:cxn ang="0">
                <a:pos x="connsiteX92530" y="connsiteY92530"/>
              </a:cxn>
              <a:cxn ang="0">
                <a:pos x="connsiteX92531" y="connsiteY92531"/>
              </a:cxn>
              <a:cxn ang="0">
                <a:pos x="connsiteX92532" y="connsiteY92532"/>
              </a:cxn>
              <a:cxn ang="0">
                <a:pos x="connsiteX92533" y="connsiteY92533"/>
              </a:cxn>
              <a:cxn ang="0">
                <a:pos x="connsiteX92534" y="connsiteY92534"/>
              </a:cxn>
              <a:cxn ang="0">
                <a:pos x="connsiteX92535" y="connsiteY92535"/>
              </a:cxn>
              <a:cxn ang="0">
                <a:pos x="connsiteX92536" y="connsiteY92536"/>
              </a:cxn>
              <a:cxn ang="0">
                <a:pos x="connsiteX92537" y="connsiteY92537"/>
              </a:cxn>
              <a:cxn ang="0">
                <a:pos x="connsiteX92538" y="connsiteY92538"/>
              </a:cxn>
              <a:cxn ang="0">
                <a:pos x="connsiteX92539" y="connsiteY92539"/>
              </a:cxn>
              <a:cxn ang="0">
                <a:pos x="connsiteX92540" y="connsiteY92540"/>
              </a:cxn>
              <a:cxn ang="0">
                <a:pos x="connsiteX92541" y="connsiteY92541"/>
              </a:cxn>
              <a:cxn ang="0">
                <a:pos x="connsiteX92542" y="connsiteY92542"/>
              </a:cxn>
              <a:cxn ang="0">
                <a:pos x="connsiteX92543" y="connsiteY92543"/>
              </a:cxn>
              <a:cxn ang="0">
                <a:pos x="connsiteX92544" y="connsiteY92544"/>
              </a:cxn>
              <a:cxn ang="0">
                <a:pos x="connsiteX92545" y="connsiteY92545"/>
              </a:cxn>
              <a:cxn ang="0">
                <a:pos x="connsiteX92546" y="connsiteY92546"/>
              </a:cxn>
              <a:cxn ang="0">
                <a:pos x="connsiteX92547" y="connsiteY92547"/>
              </a:cxn>
              <a:cxn ang="0">
                <a:pos x="connsiteX92548" y="connsiteY92548"/>
              </a:cxn>
              <a:cxn ang="0">
                <a:pos x="connsiteX92549" y="connsiteY92549"/>
              </a:cxn>
              <a:cxn ang="0">
                <a:pos x="connsiteX92550" y="connsiteY92550"/>
              </a:cxn>
              <a:cxn ang="0">
                <a:pos x="connsiteX92551" y="connsiteY92551"/>
              </a:cxn>
              <a:cxn ang="0">
                <a:pos x="connsiteX92552" y="connsiteY92552"/>
              </a:cxn>
              <a:cxn ang="0">
                <a:pos x="connsiteX92553" y="connsiteY92553"/>
              </a:cxn>
              <a:cxn ang="0">
                <a:pos x="connsiteX92554" y="connsiteY92554"/>
              </a:cxn>
              <a:cxn ang="0">
                <a:pos x="connsiteX92555" y="connsiteY92555"/>
              </a:cxn>
              <a:cxn ang="0">
                <a:pos x="connsiteX92556" y="connsiteY92556"/>
              </a:cxn>
              <a:cxn ang="0">
                <a:pos x="connsiteX92557" y="connsiteY92557"/>
              </a:cxn>
              <a:cxn ang="0">
                <a:pos x="connsiteX92558" y="connsiteY92558"/>
              </a:cxn>
              <a:cxn ang="0">
                <a:pos x="connsiteX92559" y="connsiteY92559"/>
              </a:cxn>
              <a:cxn ang="0">
                <a:pos x="connsiteX92560" y="connsiteY92560"/>
              </a:cxn>
              <a:cxn ang="0">
                <a:pos x="connsiteX92561" y="connsiteY92561"/>
              </a:cxn>
              <a:cxn ang="0">
                <a:pos x="connsiteX92562" y="connsiteY92562"/>
              </a:cxn>
              <a:cxn ang="0">
                <a:pos x="connsiteX92563" y="connsiteY92563"/>
              </a:cxn>
              <a:cxn ang="0">
                <a:pos x="connsiteX92564" y="connsiteY92564"/>
              </a:cxn>
              <a:cxn ang="0">
                <a:pos x="connsiteX92565" y="connsiteY92565"/>
              </a:cxn>
              <a:cxn ang="0">
                <a:pos x="connsiteX92566" y="connsiteY92566"/>
              </a:cxn>
              <a:cxn ang="0">
                <a:pos x="connsiteX92567" y="connsiteY92567"/>
              </a:cxn>
              <a:cxn ang="0">
                <a:pos x="connsiteX92568" y="connsiteY92568"/>
              </a:cxn>
              <a:cxn ang="0">
                <a:pos x="connsiteX92569" y="connsiteY92569"/>
              </a:cxn>
              <a:cxn ang="0">
                <a:pos x="connsiteX92570" y="connsiteY92570"/>
              </a:cxn>
              <a:cxn ang="0">
                <a:pos x="connsiteX92571" y="connsiteY92571"/>
              </a:cxn>
              <a:cxn ang="0">
                <a:pos x="connsiteX92572" y="connsiteY92572"/>
              </a:cxn>
              <a:cxn ang="0">
                <a:pos x="connsiteX92573" y="connsiteY92573"/>
              </a:cxn>
              <a:cxn ang="0">
                <a:pos x="connsiteX92574" y="connsiteY92574"/>
              </a:cxn>
              <a:cxn ang="0">
                <a:pos x="connsiteX92575" y="connsiteY92575"/>
              </a:cxn>
              <a:cxn ang="0">
                <a:pos x="connsiteX92576" y="connsiteY92576"/>
              </a:cxn>
              <a:cxn ang="0">
                <a:pos x="connsiteX92577" y="connsiteY92577"/>
              </a:cxn>
              <a:cxn ang="0">
                <a:pos x="connsiteX92578" y="connsiteY92578"/>
              </a:cxn>
              <a:cxn ang="0">
                <a:pos x="connsiteX92579" y="connsiteY92579"/>
              </a:cxn>
              <a:cxn ang="0">
                <a:pos x="connsiteX92580" y="connsiteY92580"/>
              </a:cxn>
              <a:cxn ang="0">
                <a:pos x="connsiteX92581" y="connsiteY92581"/>
              </a:cxn>
              <a:cxn ang="0">
                <a:pos x="connsiteX92582" y="connsiteY92582"/>
              </a:cxn>
              <a:cxn ang="0">
                <a:pos x="connsiteX92583" y="connsiteY92583"/>
              </a:cxn>
              <a:cxn ang="0">
                <a:pos x="connsiteX92584" y="connsiteY92584"/>
              </a:cxn>
              <a:cxn ang="0">
                <a:pos x="connsiteX92585" y="connsiteY92585"/>
              </a:cxn>
              <a:cxn ang="0">
                <a:pos x="connsiteX92586" y="connsiteY92586"/>
              </a:cxn>
              <a:cxn ang="0">
                <a:pos x="connsiteX92587" y="connsiteY92587"/>
              </a:cxn>
              <a:cxn ang="0">
                <a:pos x="connsiteX92588" y="connsiteY92588"/>
              </a:cxn>
              <a:cxn ang="0">
                <a:pos x="connsiteX92589" y="connsiteY92589"/>
              </a:cxn>
              <a:cxn ang="0">
                <a:pos x="connsiteX92590" y="connsiteY92590"/>
              </a:cxn>
              <a:cxn ang="0">
                <a:pos x="connsiteX92591" y="connsiteY92591"/>
              </a:cxn>
              <a:cxn ang="0">
                <a:pos x="connsiteX92592" y="connsiteY92592"/>
              </a:cxn>
              <a:cxn ang="0">
                <a:pos x="connsiteX92593" y="connsiteY92593"/>
              </a:cxn>
              <a:cxn ang="0">
                <a:pos x="connsiteX92594" y="connsiteY92594"/>
              </a:cxn>
              <a:cxn ang="0">
                <a:pos x="connsiteX92595" y="connsiteY92595"/>
              </a:cxn>
              <a:cxn ang="0">
                <a:pos x="connsiteX92596" y="connsiteY92596"/>
              </a:cxn>
              <a:cxn ang="0">
                <a:pos x="connsiteX92597" y="connsiteY92597"/>
              </a:cxn>
              <a:cxn ang="0">
                <a:pos x="connsiteX92598" y="connsiteY92598"/>
              </a:cxn>
              <a:cxn ang="0">
                <a:pos x="connsiteX92599" y="connsiteY92599"/>
              </a:cxn>
              <a:cxn ang="0">
                <a:pos x="connsiteX92600" y="connsiteY92600"/>
              </a:cxn>
              <a:cxn ang="0">
                <a:pos x="connsiteX92601" y="connsiteY92601"/>
              </a:cxn>
              <a:cxn ang="0">
                <a:pos x="connsiteX92602" y="connsiteY92602"/>
              </a:cxn>
              <a:cxn ang="0">
                <a:pos x="connsiteX92603" y="connsiteY92603"/>
              </a:cxn>
              <a:cxn ang="0">
                <a:pos x="connsiteX92604" y="connsiteY92604"/>
              </a:cxn>
              <a:cxn ang="0">
                <a:pos x="connsiteX92605" y="connsiteY92605"/>
              </a:cxn>
              <a:cxn ang="0">
                <a:pos x="connsiteX92606" y="connsiteY92606"/>
              </a:cxn>
              <a:cxn ang="0">
                <a:pos x="connsiteX92607" y="connsiteY92607"/>
              </a:cxn>
              <a:cxn ang="0">
                <a:pos x="connsiteX92608" y="connsiteY92608"/>
              </a:cxn>
              <a:cxn ang="0">
                <a:pos x="connsiteX92609" y="connsiteY92609"/>
              </a:cxn>
              <a:cxn ang="0">
                <a:pos x="connsiteX92610" y="connsiteY92610"/>
              </a:cxn>
              <a:cxn ang="0">
                <a:pos x="connsiteX92611" y="connsiteY92611"/>
              </a:cxn>
              <a:cxn ang="0">
                <a:pos x="connsiteX92612" y="connsiteY92612"/>
              </a:cxn>
              <a:cxn ang="0">
                <a:pos x="connsiteX92613" y="connsiteY92613"/>
              </a:cxn>
              <a:cxn ang="0">
                <a:pos x="connsiteX92614" y="connsiteY92614"/>
              </a:cxn>
              <a:cxn ang="0">
                <a:pos x="connsiteX92615" y="connsiteY92615"/>
              </a:cxn>
              <a:cxn ang="0">
                <a:pos x="connsiteX92616" y="connsiteY92616"/>
              </a:cxn>
              <a:cxn ang="0">
                <a:pos x="connsiteX92617" y="connsiteY92617"/>
              </a:cxn>
              <a:cxn ang="0">
                <a:pos x="connsiteX92618" y="connsiteY92618"/>
              </a:cxn>
              <a:cxn ang="0">
                <a:pos x="connsiteX92619" y="connsiteY92619"/>
              </a:cxn>
              <a:cxn ang="0">
                <a:pos x="connsiteX92620" y="connsiteY92620"/>
              </a:cxn>
              <a:cxn ang="0">
                <a:pos x="connsiteX92621" y="connsiteY92621"/>
              </a:cxn>
              <a:cxn ang="0">
                <a:pos x="connsiteX92622" y="connsiteY92622"/>
              </a:cxn>
              <a:cxn ang="0">
                <a:pos x="connsiteX92623" y="connsiteY92623"/>
              </a:cxn>
              <a:cxn ang="0">
                <a:pos x="connsiteX92624" y="connsiteY92624"/>
              </a:cxn>
              <a:cxn ang="0">
                <a:pos x="connsiteX92625" y="connsiteY92625"/>
              </a:cxn>
              <a:cxn ang="0">
                <a:pos x="connsiteX92626" y="connsiteY92626"/>
              </a:cxn>
              <a:cxn ang="0">
                <a:pos x="connsiteX92627" y="connsiteY92627"/>
              </a:cxn>
              <a:cxn ang="0">
                <a:pos x="connsiteX92628" y="connsiteY92628"/>
              </a:cxn>
              <a:cxn ang="0">
                <a:pos x="connsiteX92629" y="connsiteY92629"/>
              </a:cxn>
              <a:cxn ang="0">
                <a:pos x="connsiteX92630" y="connsiteY92630"/>
              </a:cxn>
              <a:cxn ang="0">
                <a:pos x="connsiteX92631" y="connsiteY92631"/>
              </a:cxn>
              <a:cxn ang="0">
                <a:pos x="connsiteX92632" y="connsiteY92632"/>
              </a:cxn>
              <a:cxn ang="0">
                <a:pos x="connsiteX92633" y="connsiteY92633"/>
              </a:cxn>
              <a:cxn ang="0">
                <a:pos x="connsiteX92634" y="connsiteY92634"/>
              </a:cxn>
              <a:cxn ang="0">
                <a:pos x="connsiteX92635" y="connsiteY92635"/>
              </a:cxn>
              <a:cxn ang="0">
                <a:pos x="connsiteX92636" y="connsiteY92636"/>
              </a:cxn>
              <a:cxn ang="0">
                <a:pos x="connsiteX92637" y="connsiteY92637"/>
              </a:cxn>
              <a:cxn ang="0">
                <a:pos x="connsiteX92638" y="connsiteY92638"/>
              </a:cxn>
              <a:cxn ang="0">
                <a:pos x="connsiteX92639" y="connsiteY92639"/>
              </a:cxn>
              <a:cxn ang="0">
                <a:pos x="connsiteX92640" y="connsiteY92640"/>
              </a:cxn>
              <a:cxn ang="0">
                <a:pos x="connsiteX92641" y="connsiteY92641"/>
              </a:cxn>
              <a:cxn ang="0">
                <a:pos x="connsiteX92642" y="connsiteY92642"/>
              </a:cxn>
              <a:cxn ang="0">
                <a:pos x="connsiteX92643" y="connsiteY92643"/>
              </a:cxn>
              <a:cxn ang="0">
                <a:pos x="connsiteX92644" y="connsiteY92644"/>
              </a:cxn>
              <a:cxn ang="0">
                <a:pos x="connsiteX92645" y="connsiteY92645"/>
              </a:cxn>
              <a:cxn ang="0">
                <a:pos x="connsiteX92646" y="connsiteY92646"/>
              </a:cxn>
              <a:cxn ang="0">
                <a:pos x="connsiteX92647" y="connsiteY92647"/>
              </a:cxn>
              <a:cxn ang="0">
                <a:pos x="connsiteX92648" y="connsiteY92648"/>
              </a:cxn>
              <a:cxn ang="0">
                <a:pos x="connsiteX92649" y="connsiteY92649"/>
              </a:cxn>
              <a:cxn ang="0">
                <a:pos x="connsiteX92650" y="connsiteY92650"/>
              </a:cxn>
              <a:cxn ang="0">
                <a:pos x="connsiteX92651" y="connsiteY92651"/>
              </a:cxn>
              <a:cxn ang="0">
                <a:pos x="connsiteX92652" y="connsiteY92652"/>
              </a:cxn>
              <a:cxn ang="0">
                <a:pos x="connsiteX92653" y="connsiteY92653"/>
              </a:cxn>
              <a:cxn ang="0">
                <a:pos x="connsiteX92654" y="connsiteY92654"/>
              </a:cxn>
              <a:cxn ang="0">
                <a:pos x="connsiteX92655" y="connsiteY92655"/>
              </a:cxn>
              <a:cxn ang="0">
                <a:pos x="connsiteX92656" y="connsiteY92656"/>
              </a:cxn>
              <a:cxn ang="0">
                <a:pos x="connsiteX92657" y="connsiteY92657"/>
              </a:cxn>
              <a:cxn ang="0">
                <a:pos x="connsiteX92658" y="connsiteY92658"/>
              </a:cxn>
              <a:cxn ang="0">
                <a:pos x="connsiteX92659" y="connsiteY92659"/>
              </a:cxn>
              <a:cxn ang="0">
                <a:pos x="connsiteX92660" y="connsiteY92660"/>
              </a:cxn>
              <a:cxn ang="0">
                <a:pos x="connsiteX92661" y="connsiteY92661"/>
              </a:cxn>
              <a:cxn ang="0">
                <a:pos x="connsiteX92662" y="connsiteY92662"/>
              </a:cxn>
              <a:cxn ang="0">
                <a:pos x="connsiteX92663" y="connsiteY92663"/>
              </a:cxn>
              <a:cxn ang="0">
                <a:pos x="connsiteX92664" y="connsiteY92664"/>
              </a:cxn>
              <a:cxn ang="0">
                <a:pos x="connsiteX92665" y="connsiteY92665"/>
              </a:cxn>
              <a:cxn ang="0">
                <a:pos x="connsiteX92666" y="connsiteY92666"/>
              </a:cxn>
              <a:cxn ang="0">
                <a:pos x="connsiteX92667" y="connsiteY92667"/>
              </a:cxn>
              <a:cxn ang="0">
                <a:pos x="connsiteX92668" y="connsiteY92668"/>
              </a:cxn>
              <a:cxn ang="0">
                <a:pos x="connsiteX92669" y="connsiteY92669"/>
              </a:cxn>
              <a:cxn ang="0">
                <a:pos x="connsiteX92670" y="connsiteY92670"/>
              </a:cxn>
              <a:cxn ang="0">
                <a:pos x="connsiteX92671" y="connsiteY92671"/>
              </a:cxn>
              <a:cxn ang="0">
                <a:pos x="connsiteX92672" y="connsiteY92672"/>
              </a:cxn>
              <a:cxn ang="0">
                <a:pos x="connsiteX92673" y="connsiteY92673"/>
              </a:cxn>
              <a:cxn ang="0">
                <a:pos x="connsiteX92674" y="connsiteY92674"/>
              </a:cxn>
              <a:cxn ang="0">
                <a:pos x="connsiteX92675" y="connsiteY92675"/>
              </a:cxn>
              <a:cxn ang="0">
                <a:pos x="connsiteX92676" y="connsiteY92676"/>
              </a:cxn>
              <a:cxn ang="0">
                <a:pos x="connsiteX92677" y="connsiteY92677"/>
              </a:cxn>
              <a:cxn ang="0">
                <a:pos x="connsiteX92678" y="connsiteY92678"/>
              </a:cxn>
              <a:cxn ang="0">
                <a:pos x="connsiteX92679" y="connsiteY92679"/>
              </a:cxn>
              <a:cxn ang="0">
                <a:pos x="connsiteX92680" y="connsiteY92680"/>
              </a:cxn>
              <a:cxn ang="0">
                <a:pos x="connsiteX92681" y="connsiteY92681"/>
              </a:cxn>
              <a:cxn ang="0">
                <a:pos x="connsiteX92682" y="connsiteY92682"/>
              </a:cxn>
              <a:cxn ang="0">
                <a:pos x="connsiteX92683" y="connsiteY92683"/>
              </a:cxn>
              <a:cxn ang="0">
                <a:pos x="connsiteX92684" y="connsiteY92684"/>
              </a:cxn>
              <a:cxn ang="0">
                <a:pos x="connsiteX92685" y="connsiteY92685"/>
              </a:cxn>
              <a:cxn ang="0">
                <a:pos x="connsiteX92686" y="connsiteY92686"/>
              </a:cxn>
              <a:cxn ang="0">
                <a:pos x="connsiteX92687" y="connsiteY92687"/>
              </a:cxn>
              <a:cxn ang="0">
                <a:pos x="connsiteX92688" y="connsiteY92688"/>
              </a:cxn>
              <a:cxn ang="0">
                <a:pos x="connsiteX92689" y="connsiteY92689"/>
              </a:cxn>
              <a:cxn ang="0">
                <a:pos x="connsiteX92690" y="connsiteY92690"/>
              </a:cxn>
              <a:cxn ang="0">
                <a:pos x="connsiteX92691" y="connsiteY92691"/>
              </a:cxn>
              <a:cxn ang="0">
                <a:pos x="connsiteX92692" y="connsiteY92692"/>
              </a:cxn>
              <a:cxn ang="0">
                <a:pos x="connsiteX92693" y="connsiteY92693"/>
              </a:cxn>
              <a:cxn ang="0">
                <a:pos x="connsiteX92694" y="connsiteY92694"/>
              </a:cxn>
              <a:cxn ang="0">
                <a:pos x="connsiteX92695" y="connsiteY92695"/>
              </a:cxn>
              <a:cxn ang="0">
                <a:pos x="connsiteX92696" y="connsiteY92696"/>
              </a:cxn>
              <a:cxn ang="0">
                <a:pos x="connsiteX92697" y="connsiteY92697"/>
              </a:cxn>
              <a:cxn ang="0">
                <a:pos x="connsiteX92698" y="connsiteY92698"/>
              </a:cxn>
              <a:cxn ang="0">
                <a:pos x="connsiteX92699" y="connsiteY92699"/>
              </a:cxn>
              <a:cxn ang="0">
                <a:pos x="connsiteX92700" y="connsiteY92700"/>
              </a:cxn>
              <a:cxn ang="0">
                <a:pos x="connsiteX92701" y="connsiteY92701"/>
              </a:cxn>
              <a:cxn ang="0">
                <a:pos x="connsiteX92702" y="connsiteY92702"/>
              </a:cxn>
              <a:cxn ang="0">
                <a:pos x="connsiteX92703" y="connsiteY92703"/>
              </a:cxn>
              <a:cxn ang="0">
                <a:pos x="connsiteX92704" y="connsiteY92704"/>
              </a:cxn>
              <a:cxn ang="0">
                <a:pos x="connsiteX92705" y="connsiteY92705"/>
              </a:cxn>
              <a:cxn ang="0">
                <a:pos x="connsiteX92706" y="connsiteY92706"/>
              </a:cxn>
              <a:cxn ang="0">
                <a:pos x="connsiteX92707" y="connsiteY92707"/>
              </a:cxn>
              <a:cxn ang="0">
                <a:pos x="connsiteX92708" y="connsiteY92708"/>
              </a:cxn>
              <a:cxn ang="0">
                <a:pos x="connsiteX92709" y="connsiteY92709"/>
              </a:cxn>
              <a:cxn ang="0">
                <a:pos x="connsiteX92710" y="connsiteY92710"/>
              </a:cxn>
              <a:cxn ang="0">
                <a:pos x="connsiteX92711" y="connsiteY92711"/>
              </a:cxn>
              <a:cxn ang="0">
                <a:pos x="connsiteX92712" y="connsiteY92712"/>
              </a:cxn>
              <a:cxn ang="0">
                <a:pos x="connsiteX92713" y="connsiteY92713"/>
              </a:cxn>
              <a:cxn ang="0">
                <a:pos x="connsiteX92714" y="connsiteY92714"/>
              </a:cxn>
              <a:cxn ang="0">
                <a:pos x="connsiteX92715" y="connsiteY92715"/>
              </a:cxn>
              <a:cxn ang="0">
                <a:pos x="connsiteX92716" y="connsiteY92716"/>
              </a:cxn>
              <a:cxn ang="0">
                <a:pos x="connsiteX92717" y="connsiteY92717"/>
              </a:cxn>
              <a:cxn ang="0">
                <a:pos x="connsiteX92718" y="connsiteY92718"/>
              </a:cxn>
              <a:cxn ang="0">
                <a:pos x="connsiteX92719" y="connsiteY92719"/>
              </a:cxn>
              <a:cxn ang="0">
                <a:pos x="connsiteX92720" y="connsiteY92720"/>
              </a:cxn>
              <a:cxn ang="0">
                <a:pos x="connsiteX92721" y="connsiteY92721"/>
              </a:cxn>
              <a:cxn ang="0">
                <a:pos x="connsiteX92722" y="connsiteY92722"/>
              </a:cxn>
              <a:cxn ang="0">
                <a:pos x="connsiteX92723" y="connsiteY92723"/>
              </a:cxn>
              <a:cxn ang="0">
                <a:pos x="connsiteX92724" y="connsiteY92724"/>
              </a:cxn>
              <a:cxn ang="0">
                <a:pos x="connsiteX92725" y="connsiteY92725"/>
              </a:cxn>
              <a:cxn ang="0">
                <a:pos x="connsiteX92726" y="connsiteY92726"/>
              </a:cxn>
              <a:cxn ang="0">
                <a:pos x="connsiteX92727" y="connsiteY92727"/>
              </a:cxn>
              <a:cxn ang="0">
                <a:pos x="connsiteX92728" y="connsiteY92728"/>
              </a:cxn>
              <a:cxn ang="0">
                <a:pos x="connsiteX92729" y="connsiteY92729"/>
              </a:cxn>
              <a:cxn ang="0">
                <a:pos x="connsiteX92730" y="connsiteY92730"/>
              </a:cxn>
              <a:cxn ang="0">
                <a:pos x="connsiteX92731" y="connsiteY92731"/>
              </a:cxn>
              <a:cxn ang="0">
                <a:pos x="connsiteX92732" y="connsiteY92732"/>
              </a:cxn>
              <a:cxn ang="0">
                <a:pos x="connsiteX92733" y="connsiteY92733"/>
              </a:cxn>
              <a:cxn ang="0">
                <a:pos x="connsiteX92734" y="connsiteY92734"/>
              </a:cxn>
              <a:cxn ang="0">
                <a:pos x="connsiteX92735" y="connsiteY92735"/>
              </a:cxn>
              <a:cxn ang="0">
                <a:pos x="connsiteX92736" y="connsiteY92736"/>
              </a:cxn>
              <a:cxn ang="0">
                <a:pos x="connsiteX92737" y="connsiteY92737"/>
              </a:cxn>
              <a:cxn ang="0">
                <a:pos x="connsiteX92738" y="connsiteY92738"/>
              </a:cxn>
              <a:cxn ang="0">
                <a:pos x="connsiteX92739" y="connsiteY92739"/>
              </a:cxn>
              <a:cxn ang="0">
                <a:pos x="connsiteX92740" y="connsiteY92740"/>
              </a:cxn>
              <a:cxn ang="0">
                <a:pos x="connsiteX92741" y="connsiteY92741"/>
              </a:cxn>
              <a:cxn ang="0">
                <a:pos x="connsiteX92742" y="connsiteY92742"/>
              </a:cxn>
              <a:cxn ang="0">
                <a:pos x="connsiteX92743" y="connsiteY92743"/>
              </a:cxn>
              <a:cxn ang="0">
                <a:pos x="connsiteX92744" y="connsiteY92744"/>
              </a:cxn>
              <a:cxn ang="0">
                <a:pos x="connsiteX92745" y="connsiteY92745"/>
              </a:cxn>
              <a:cxn ang="0">
                <a:pos x="connsiteX92746" y="connsiteY92746"/>
              </a:cxn>
              <a:cxn ang="0">
                <a:pos x="connsiteX92747" y="connsiteY92747"/>
              </a:cxn>
              <a:cxn ang="0">
                <a:pos x="connsiteX92748" y="connsiteY92748"/>
              </a:cxn>
              <a:cxn ang="0">
                <a:pos x="connsiteX92749" y="connsiteY92749"/>
              </a:cxn>
              <a:cxn ang="0">
                <a:pos x="connsiteX92750" y="connsiteY92750"/>
              </a:cxn>
              <a:cxn ang="0">
                <a:pos x="connsiteX92751" y="connsiteY92751"/>
              </a:cxn>
              <a:cxn ang="0">
                <a:pos x="connsiteX92752" y="connsiteY92752"/>
              </a:cxn>
              <a:cxn ang="0">
                <a:pos x="connsiteX92753" y="connsiteY92753"/>
              </a:cxn>
              <a:cxn ang="0">
                <a:pos x="connsiteX92754" y="connsiteY92754"/>
              </a:cxn>
              <a:cxn ang="0">
                <a:pos x="connsiteX92755" y="connsiteY92755"/>
              </a:cxn>
              <a:cxn ang="0">
                <a:pos x="connsiteX92756" y="connsiteY92756"/>
              </a:cxn>
              <a:cxn ang="0">
                <a:pos x="connsiteX92757" y="connsiteY92757"/>
              </a:cxn>
              <a:cxn ang="0">
                <a:pos x="connsiteX92758" y="connsiteY92758"/>
              </a:cxn>
              <a:cxn ang="0">
                <a:pos x="connsiteX92759" y="connsiteY92759"/>
              </a:cxn>
              <a:cxn ang="0">
                <a:pos x="connsiteX92760" y="connsiteY92760"/>
              </a:cxn>
              <a:cxn ang="0">
                <a:pos x="connsiteX92761" y="connsiteY92761"/>
              </a:cxn>
              <a:cxn ang="0">
                <a:pos x="connsiteX92762" y="connsiteY92762"/>
              </a:cxn>
              <a:cxn ang="0">
                <a:pos x="connsiteX92763" y="connsiteY92763"/>
              </a:cxn>
              <a:cxn ang="0">
                <a:pos x="connsiteX92764" y="connsiteY92764"/>
              </a:cxn>
              <a:cxn ang="0">
                <a:pos x="connsiteX92765" y="connsiteY92765"/>
              </a:cxn>
              <a:cxn ang="0">
                <a:pos x="connsiteX92766" y="connsiteY92766"/>
              </a:cxn>
              <a:cxn ang="0">
                <a:pos x="connsiteX92767" y="connsiteY92767"/>
              </a:cxn>
              <a:cxn ang="0">
                <a:pos x="connsiteX92768" y="connsiteY92768"/>
              </a:cxn>
              <a:cxn ang="0">
                <a:pos x="connsiteX92769" y="connsiteY92769"/>
              </a:cxn>
              <a:cxn ang="0">
                <a:pos x="connsiteX92770" y="connsiteY92770"/>
              </a:cxn>
              <a:cxn ang="0">
                <a:pos x="connsiteX92771" y="connsiteY92771"/>
              </a:cxn>
              <a:cxn ang="0">
                <a:pos x="connsiteX92772" y="connsiteY92772"/>
              </a:cxn>
              <a:cxn ang="0">
                <a:pos x="connsiteX92773" y="connsiteY92773"/>
              </a:cxn>
              <a:cxn ang="0">
                <a:pos x="connsiteX92774" y="connsiteY92774"/>
              </a:cxn>
              <a:cxn ang="0">
                <a:pos x="connsiteX92775" y="connsiteY92775"/>
              </a:cxn>
              <a:cxn ang="0">
                <a:pos x="connsiteX92776" y="connsiteY92776"/>
              </a:cxn>
              <a:cxn ang="0">
                <a:pos x="connsiteX92777" y="connsiteY92777"/>
              </a:cxn>
              <a:cxn ang="0">
                <a:pos x="connsiteX92778" y="connsiteY92778"/>
              </a:cxn>
              <a:cxn ang="0">
                <a:pos x="connsiteX92779" y="connsiteY92779"/>
              </a:cxn>
              <a:cxn ang="0">
                <a:pos x="connsiteX92780" y="connsiteY92780"/>
              </a:cxn>
              <a:cxn ang="0">
                <a:pos x="connsiteX92781" y="connsiteY92781"/>
              </a:cxn>
              <a:cxn ang="0">
                <a:pos x="connsiteX92782" y="connsiteY92782"/>
              </a:cxn>
              <a:cxn ang="0">
                <a:pos x="connsiteX92783" y="connsiteY92783"/>
              </a:cxn>
              <a:cxn ang="0">
                <a:pos x="connsiteX92784" y="connsiteY92784"/>
              </a:cxn>
              <a:cxn ang="0">
                <a:pos x="connsiteX92785" y="connsiteY92785"/>
              </a:cxn>
              <a:cxn ang="0">
                <a:pos x="connsiteX92786" y="connsiteY92786"/>
              </a:cxn>
              <a:cxn ang="0">
                <a:pos x="connsiteX92787" y="connsiteY92787"/>
              </a:cxn>
              <a:cxn ang="0">
                <a:pos x="connsiteX92788" y="connsiteY92788"/>
              </a:cxn>
              <a:cxn ang="0">
                <a:pos x="connsiteX92789" y="connsiteY92789"/>
              </a:cxn>
              <a:cxn ang="0">
                <a:pos x="connsiteX92790" y="connsiteY92790"/>
              </a:cxn>
              <a:cxn ang="0">
                <a:pos x="connsiteX92791" y="connsiteY92791"/>
              </a:cxn>
              <a:cxn ang="0">
                <a:pos x="connsiteX92792" y="connsiteY92792"/>
              </a:cxn>
              <a:cxn ang="0">
                <a:pos x="connsiteX92793" y="connsiteY92793"/>
              </a:cxn>
              <a:cxn ang="0">
                <a:pos x="connsiteX92794" y="connsiteY92794"/>
              </a:cxn>
              <a:cxn ang="0">
                <a:pos x="connsiteX92795" y="connsiteY92795"/>
              </a:cxn>
              <a:cxn ang="0">
                <a:pos x="connsiteX92796" y="connsiteY92796"/>
              </a:cxn>
              <a:cxn ang="0">
                <a:pos x="connsiteX92797" y="connsiteY92797"/>
              </a:cxn>
              <a:cxn ang="0">
                <a:pos x="connsiteX92798" y="connsiteY92798"/>
              </a:cxn>
              <a:cxn ang="0">
                <a:pos x="connsiteX92799" y="connsiteY92799"/>
              </a:cxn>
              <a:cxn ang="0">
                <a:pos x="connsiteX92800" y="connsiteY92800"/>
              </a:cxn>
              <a:cxn ang="0">
                <a:pos x="connsiteX92801" y="connsiteY92801"/>
              </a:cxn>
              <a:cxn ang="0">
                <a:pos x="connsiteX92802" y="connsiteY92802"/>
              </a:cxn>
              <a:cxn ang="0">
                <a:pos x="connsiteX92803" y="connsiteY92803"/>
              </a:cxn>
              <a:cxn ang="0">
                <a:pos x="connsiteX92804" y="connsiteY92804"/>
              </a:cxn>
              <a:cxn ang="0">
                <a:pos x="connsiteX92805" y="connsiteY92805"/>
              </a:cxn>
              <a:cxn ang="0">
                <a:pos x="connsiteX92806" y="connsiteY92806"/>
              </a:cxn>
              <a:cxn ang="0">
                <a:pos x="connsiteX92807" y="connsiteY92807"/>
              </a:cxn>
              <a:cxn ang="0">
                <a:pos x="connsiteX92808" y="connsiteY92808"/>
              </a:cxn>
              <a:cxn ang="0">
                <a:pos x="connsiteX92809" y="connsiteY92809"/>
              </a:cxn>
              <a:cxn ang="0">
                <a:pos x="connsiteX92810" y="connsiteY92810"/>
              </a:cxn>
              <a:cxn ang="0">
                <a:pos x="connsiteX92811" y="connsiteY92811"/>
              </a:cxn>
              <a:cxn ang="0">
                <a:pos x="connsiteX92812" y="connsiteY92812"/>
              </a:cxn>
              <a:cxn ang="0">
                <a:pos x="connsiteX92813" y="connsiteY92813"/>
              </a:cxn>
              <a:cxn ang="0">
                <a:pos x="connsiteX92814" y="connsiteY92814"/>
              </a:cxn>
              <a:cxn ang="0">
                <a:pos x="connsiteX92815" y="connsiteY92815"/>
              </a:cxn>
              <a:cxn ang="0">
                <a:pos x="connsiteX92816" y="connsiteY92816"/>
              </a:cxn>
              <a:cxn ang="0">
                <a:pos x="connsiteX92817" y="connsiteY92817"/>
              </a:cxn>
              <a:cxn ang="0">
                <a:pos x="connsiteX92818" y="connsiteY92818"/>
              </a:cxn>
              <a:cxn ang="0">
                <a:pos x="connsiteX92819" y="connsiteY92819"/>
              </a:cxn>
              <a:cxn ang="0">
                <a:pos x="connsiteX92820" y="connsiteY92820"/>
              </a:cxn>
              <a:cxn ang="0">
                <a:pos x="connsiteX92821" y="connsiteY92821"/>
              </a:cxn>
              <a:cxn ang="0">
                <a:pos x="connsiteX92822" y="connsiteY92822"/>
              </a:cxn>
              <a:cxn ang="0">
                <a:pos x="connsiteX92823" y="connsiteY92823"/>
              </a:cxn>
              <a:cxn ang="0">
                <a:pos x="connsiteX92824" y="connsiteY92824"/>
              </a:cxn>
              <a:cxn ang="0">
                <a:pos x="connsiteX92825" y="connsiteY92825"/>
              </a:cxn>
              <a:cxn ang="0">
                <a:pos x="connsiteX92826" y="connsiteY92826"/>
              </a:cxn>
              <a:cxn ang="0">
                <a:pos x="connsiteX92827" y="connsiteY92827"/>
              </a:cxn>
              <a:cxn ang="0">
                <a:pos x="connsiteX92828" y="connsiteY92828"/>
              </a:cxn>
              <a:cxn ang="0">
                <a:pos x="connsiteX92829" y="connsiteY92829"/>
              </a:cxn>
              <a:cxn ang="0">
                <a:pos x="connsiteX92830" y="connsiteY92830"/>
              </a:cxn>
              <a:cxn ang="0">
                <a:pos x="connsiteX92831" y="connsiteY92831"/>
              </a:cxn>
              <a:cxn ang="0">
                <a:pos x="connsiteX92832" y="connsiteY92832"/>
              </a:cxn>
              <a:cxn ang="0">
                <a:pos x="connsiteX92833" y="connsiteY92833"/>
              </a:cxn>
              <a:cxn ang="0">
                <a:pos x="connsiteX92834" y="connsiteY92834"/>
              </a:cxn>
              <a:cxn ang="0">
                <a:pos x="connsiteX92835" y="connsiteY92835"/>
              </a:cxn>
              <a:cxn ang="0">
                <a:pos x="connsiteX92836" y="connsiteY92836"/>
              </a:cxn>
              <a:cxn ang="0">
                <a:pos x="connsiteX92837" y="connsiteY92837"/>
              </a:cxn>
              <a:cxn ang="0">
                <a:pos x="connsiteX92838" y="connsiteY92838"/>
              </a:cxn>
              <a:cxn ang="0">
                <a:pos x="connsiteX92839" y="connsiteY92839"/>
              </a:cxn>
              <a:cxn ang="0">
                <a:pos x="connsiteX92840" y="connsiteY92840"/>
              </a:cxn>
              <a:cxn ang="0">
                <a:pos x="connsiteX92841" y="connsiteY92841"/>
              </a:cxn>
              <a:cxn ang="0">
                <a:pos x="connsiteX92842" y="connsiteY92842"/>
              </a:cxn>
              <a:cxn ang="0">
                <a:pos x="connsiteX92843" y="connsiteY92843"/>
              </a:cxn>
              <a:cxn ang="0">
                <a:pos x="connsiteX92844" y="connsiteY92844"/>
              </a:cxn>
              <a:cxn ang="0">
                <a:pos x="connsiteX92845" y="connsiteY92845"/>
              </a:cxn>
              <a:cxn ang="0">
                <a:pos x="connsiteX92846" y="connsiteY92846"/>
              </a:cxn>
              <a:cxn ang="0">
                <a:pos x="connsiteX92847" y="connsiteY92847"/>
              </a:cxn>
              <a:cxn ang="0">
                <a:pos x="connsiteX92848" y="connsiteY92848"/>
              </a:cxn>
              <a:cxn ang="0">
                <a:pos x="connsiteX92849" y="connsiteY92849"/>
              </a:cxn>
              <a:cxn ang="0">
                <a:pos x="connsiteX92850" y="connsiteY92850"/>
              </a:cxn>
              <a:cxn ang="0">
                <a:pos x="connsiteX92851" y="connsiteY92851"/>
              </a:cxn>
              <a:cxn ang="0">
                <a:pos x="connsiteX92852" y="connsiteY92852"/>
              </a:cxn>
              <a:cxn ang="0">
                <a:pos x="connsiteX92853" y="connsiteY92853"/>
              </a:cxn>
              <a:cxn ang="0">
                <a:pos x="connsiteX92854" y="connsiteY92854"/>
              </a:cxn>
              <a:cxn ang="0">
                <a:pos x="connsiteX92855" y="connsiteY92855"/>
              </a:cxn>
              <a:cxn ang="0">
                <a:pos x="connsiteX92856" y="connsiteY92856"/>
              </a:cxn>
              <a:cxn ang="0">
                <a:pos x="connsiteX92857" y="connsiteY92857"/>
              </a:cxn>
              <a:cxn ang="0">
                <a:pos x="connsiteX92858" y="connsiteY92858"/>
              </a:cxn>
              <a:cxn ang="0">
                <a:pos x="connsiteX92859" y="connsiteY92859"/>
              </a:cxn>
              <a:cxn ang="0">
                <a:pos x="connsiteX92860" y="connsiteY92860"/>
              </a:cxn>
              <a:cxn ang="0">
                <a:pos x="connsiteX92861" y="connsiteY92861"/>
              </a:cxn>
              <a:cxn ang="0">
                <a:pos x="connsiteX92862" y="connsiteY92862"/>
              </a:cxn>
              <a:cxn ang="0">
                <a:pos x="connsiteX92863" y="connsiteY92863"/>
              </a:cxn>
              <a:cxn ang="0">
                <a:pos x="connsiteX92864" y="connsiteY92864"/>
              </a:cxn>
              <a:cxn ang="0">
                <a:pos x="connsiteX92865" y="connsiteY92865"/>
              </a:cxn>
              <a:cxn ang="0">
                <a:pos x="connsiteX92866" y="connsiteY92866"/>
              </a:cxn>
              <a:cxn ang="0">
                <a:pos x="connsiteX92867" y="connsiteY92867"/>
              </a:cxn>
              <a:cxn ang="0">
                <a:pos x="connsiteX92868" y="connsiteY92868"/>
              </a:cxn>
              <a:cxn ang="0">
                <a:pos x="connsiteX92869" y="connsiteY92869"/>
              </a:cxn>
              <a:cxn ang="0">
                <a:pos x="connsiteX92870" y="connsiteY92870"/>
              </a:cxn>
              <a:cxn ang="0">
                <a:pos x="connsiteX92871" y="connsiteY92871"/>
              </a:cxn>
              <a:cxn ang="0">
                <a:pos x="connsiteX92872" y="connsiteY92872"/>
              </a:cxn>
              <a:cxn ang="0">
                <a:pos x="connsiteX92873" y="connsiteY92873"/>
              </a:cxn>
              <a:cxn ang="0">
                <a:pos x="connsiteX92874" y="connsiteY92874"/>
              </a:cxn>
              <a:cxn ang="0">
                <a:pos x="connsiteX92875" y="connsiteY92875"/>
              </a:cxn>
              <a:cxn ang="0">
                <a:pos x="connsiteX92876" y="connsiteY92876"/>
              </a:cxn>
              <a:cxn ang="0">
                <a:pos x="connsiteX92877" y="connsiteY92877"/>
              </a:cxn>
              <a:cxn ang="0">
                <a:pos x="connsiteX92878" y="connsiteY92878"/>
              </a:cxn>
              <a:cxn ang="0">
                <a:pos x="connsiteX92879" y="connsiteY92879"/>
              </a:cxn>
              <a:cxn ang="0">
                <a:pos x="connsiteX92880" y="connsiteY92880"/>
              </a:cxn>
              <a:cxn ang="0">
                <a:pos x="connsiteX92881" y="connsiteY92881"/>
              </a:cxn>
              <a:cxn ang="0">
                <a:pos x="connsiteX92882" y="connsiteY92882"/>
              </a:cxn>
              <a:cxn ang="0">
                <a:pos x="connsiteX92883" y="connsiteY92883"/>
              </a:cxn>
              <a:cxn ang="0">
                <a:pos x="connsiteX92884" y="connsiteY92884"/>
              </a:cxn>
              <a:cxn ang="0">
                <a:pos x="connsiteX92885" y="connsiteY92885"/>
              </a:cxn>
              <a:cxn ang="0">
                <a:pos x="connsiteX92886" y="connsiteY92886"/>
              </a:cxn>
              <a:cxn ang="0">
                <a:pos x="connsiteX92887" y="connsiteY92887"/>
              </a:cxn>
              <a:cxn ang="0">
                <a:pos x="connsiteX92888" y="connsiteY92888"/>
              </a:cxn>
              <a:cxn ang="0">
                <a:pos x="connsiteX92889" y="connsiteY92889"/>
              </a:cxn>
              <a:cxn ang="0">
                <a:pos x="connsiteX92890" y="connsiteY92890"/>
              </a:cxn>
              <a:cxn ang="0">
                <a:pos x="connsiteX92891" y="connsiteY92891"/>
              </a:cxn>
              <a:cxn ang="0">
                <a:pos x="connsiteX92892" y="connsiteY92892"/>
              </a:cxn>
              <a:cxn ang="0">
                <a:pos x="connsiteX92893" y="connsiteY92893"/>
              </a:cxn>
              <a:cxn ang="0">
                <a:pos x="connsiteX92894" y="connsiteY92894"/>
              </a:cxn>
              <a:cxn ang="0">
                <a:pos x="connsiteX92895" y="connsiteY92895"/>
              </a:cxn>
              <a:cxn ang="0">
                <a:pos x="connsiteX92896" y="connsiteY92896"/>
              </a:cxn>
              <a:cxn ang="0">
                <a:pos x="connsiteX92897" y="connsiteY92897"/>
              </a:cxn>
              <a:cxn ang="0">
                <a:pos x="connsiteX92898" y="connsiteY92898"/>
              </a:cxn>
              <a:cxn ang="0">
                <a:pos x="connsiteX92899" y="connsiteY92899"/>
              </a:cxn>
              <a:cxn ang="0">
                <a:pos x="connsiteX92900" y="connsiteY92900"/>
              </a:cxn>
              <a:cxn ang="0">
                <a:pos x="connsiteX92901" y="connsiteY92901"/>
              </a:cxn>
              <a:cxn ang="0">
                <a:pos x="connsiteX92902" y="connsiteY92902"/>
              </a:cxn>
              <a:cxn ang="0">
                <a:pos x="connsiteX92903" y="connsiteY92903"/>
              </a:cxn>
              <a:cxn ang="0">
                <a:pos x="connsiteX92904" y="connsiteY92904"/>
              </a:cxn>
              <a:cxn ang="0">
                <a:pos x="connsiteX92905" y="connsiteY92905"/>
              </a:cxn>
              <a:cxn ang="0">
                <a:pos x="connsiteX92906" y="connsiteY92906"/>
              </a:cxn>
              <a:cxn ang="0">
                <a:pos x="connsiteX92907" y="connsiteY92907"/>
              </a:cxn>
              <a:cxn ang="0">
                <a:pos x="connsiteX92908" y="connsiteY92908"/>
              </a:cxn>
              <a:cxn ang="0">
                <a:pos x="connsiteX92909" y="connsiteY92909"/>
              </a:cxn>
              <a:cxn ang="0">
                <a:pos x="connsiteX92910" y="connsiteY92910"/>
              </a:cxn>
              <a:cxn ang="0">
                <a:pos x="connsiteX92911" y="connsiteY92911"/>
              </a:cxn>
              <a:cxn ang="0">
                <a:pos x="connsiteX92912" y="connsiteY92912"/>
              </a:cxn>
              <a:cxn ang="0">
                <a:pos x="connsiteX92913" y="connsiteY92913"/>
              </a:cxn>
              <a:cxn ang="0">
                <a:pos x="connsiteX92914" y="connsiteY92914"/>
              </a:cxn>
              <a:cxn ang="0">
                <a:pos x="connsiteX92915" y="connsiteY92915"/>
              </a:cxn>
              <a:cxn ang="0">
                <a:pos x="connsiteX92916" y="connsiteY92916"/>
              </a:cxn>
              <a:cxn ang="0">
                <a:pos x="connsiteX92917" y="connsiteY92917"/>
              </a:cxn>
              <a:cxn ang="0">
                <a:pos x="connsiteX92918" y="connsiteY92918"/>
              </a:cxn>
              <a:cxn ang="0">
                <a:pos x="connsiteX92919" y="connsiteY92919"/>
              </a:cxn>
              <a:cxn ang="0">
                <a:pos x="connsiteX92920" y="connsiteY92920"/>
              </a:cxn>
              <a:cxn ang="0">
                <a:pos x="connsiteX92921" y="connsiteY92921"/>
              </a:cxn>
              <a:cxn ang="0">
                <a:pos x="connsiteX92922" y="connsiteY92922"/>
              </a:cxn>
              <a:cxn ang="0">
                <a:pos x="connsiteX92923" y="connsiteY92923"/>
              </a:cxn>
              <a:cxn ang="0">
                <a:pos x="connsiteX92924" y="connsiteY92924"/>
              </a:cxn>
              <a:cxn ang="0">
                <a:pos x="connsiteX92925" y="connsiteY92925"/>
              </a:cxn>
              <a:cxn ang="0">
                <a:pos x="connsiteX92926" y="connsiteY92926"/>
              </a:cxn>
              <a:cxn ang="0">
                <a:pos x="connsiteX92927" y="connsiteY92927"/>
              </a:cxn>
              <a:cxn ang="0">
                <a:pos x="connsiteX92928" y="connsiteY92928"/>
              </a:cxn>
              <a:cxn ang="0">
                <a:pos x="connsiteX92929" y="connsiteY92929"/>
              </a:cxn>
              <a:cxn ang="0">
                <a:pos x="connsiteX92930" y="connsiteY92930"/>
              </a:cxn>
              <a:cxn ang="0">
                <a:pos x="connsiteX92931" y="connsiteY92931"/>
              </a:cxn>
              <a:cxn ang="0">
                <a:pos x="connsiteX92932" y="connsiteY92932"/>
              </a:cxn>
              <a:cxn ang="0">
                <a:pos x="connsiteX92933" y="connsiteY92933"/>
              </a:cxn>
              <a:cxn ang="0">
                <a:pos x="connsiteX92934" y="connsiteY92934"/>
              </a:cxn>
              <a:cxn ang="0">
                <a:pos x="connsiteX92935" y="connsiteY92935"/>
              </a:cxn>
              <a:cxn ang="0">
                <a:pos x="connsiteX92936" y="connsiteY92936"/>
              </a:cxn>
              <a:cxn ang="0">
                <a:pos x="connsiteX92937" y="connsiteY92937"/>
              </a:cxn>
              <a:cxn ang="0">
                <a:pos x="connsiteX92938" y="connsiteY92938"/>
              </a:cxn>
              <a:cxn ang="0">
                <a:pos x="connsiteX92939" y="connsiteY92939"/>
              </a:cxn>
              <a:cxn ang="0">
                <a:pos x="connsiteX92940" y="connsiteY92940"/>
              </a:cxn>
              <a:cxn ang="0">
                <a:pos x="connsiteX92941" y="connsiteY92941"/>
              </a:cxn>
              <a:cxn ang="0">
                <a:pos x="connsiteX92942" y="connsiteY92942"/>
              </a:cxn>
              <a:cxn ang="0">
                <a:pos x="connsiteX92943" y="connsiteY92943"/>
              </a:cxn>
              <a:cxn ang="0">
                <a:pos x="connsiteX92944" y="connsiteY92944"/>
              </a:cxn>
              <a:cxn ang="0">
                <a:pos x="connsiteX92945" y="connsiteY92945"/>
              </a:cxn>
              <a:cxn ang="0">
                <a:pos x="connsiteX92946" y="connsiteY92946"/>
              </a:cxn>
              <a:cxn ang="0">
                <a:pos x="connsiteX92947" y="connsiteY92947"/>
              </a:cxn>
              <a:cxn ang="0">
                <a:pos x="connsiteX92948" y="connsiteY92948"/>
              </a:cxn>
              <a:cxn ang="0">
                <a:pos x="connsiteX92949" y="connsiteY92949"/>
              </a:cxn>
              <a:cxn ang="0">
                <a:pos x="connsiteX92950" y="connsiteY92950"/>
              </a:cxn>
              <a:cxn ang="0">
                <a:pos x="connsiteX92951" y="connsiteY92951"/>
              </a:cxn>
              <a:cxn ang="0">
                <a:pos x="connsiteX92952" y="connsiteY92952"/>
              </a:cxn>
              <a:cxn ang="0">
                <a:pos x="connsiteX92953" y="connsiteY92953"/>
              </a:cxn>
              <a:cxn ang="0">
                <a:pos x="connsiteX92954" y="connsiteY92954"/>
              </a:cxn>
              <a:cxn ang="0">
                <a:pos x="connsiteX92955" y="connsiteY92955"/>
              </a:cxn>
              <a:cxn ang="0">
                <a:pos x="connsiteX92956" y="connsiteY92956"/>
              </a:cxn>
              <a:cxn ang="0">
                <a:pos x="connsiteX92957" y="connsiteY92957"/>
              </a:cxn>
              <a:cxn ang="0">
                <a:pos x="connsiteX92958" y="connsiteY92958"/>
              </a:cxn>
              <a:cxn ang="0">
                <a:pos x="connsiteX92959" y="connsiteY92959"/>
              </a:cxn>
              <a:cxn ang="0">
                <a:pos x="connsiteX92960" y="connsiteY92960"/>
              </a:cxn>
              <a:cxn ang="0">
                <a:pos x="connsiteX92961" y="connsiteY92961"/>
              </a:cxn>
              <a:cxn ang="0">
                <a:pos x="connsiteX92962" y="connsiteY92962"/>
              </a:cxn>
              <a:cxn ang="0">
                <a:pos x="connsiteX92963" y="connsiteY92963"/>
              </a:cxn>
              <a:cxn ang="0">
                <a:pos x="connsiteX92964" y="connsiteY92964"/>
              </a:cxn>
              <a:cxn ang="0">
                <a:pos x="connsiteX92965" y="connsiteY92965"/>
              </a:cxn>
              <a:cxn ang="0">
                <a:pos x="connsiteX92966" y="connsiteY92966"/>
              </a:cxn>
              <a:cxn ang="0">
                <a:pos x="connsiteX92967" y="connsiteY92967"/>
              </a:cxn>
              <a:cxn ang="0">
                <a:pos x="connsiteX92968" y="connsiteY92968"/>
              </a:cxn>
              <a:cxn ang="0">
                <a:pos x="connsiteX92969" y="connsiteY92969"/>
              </a:cxn>
              <a:cxn ang="0">
                <a:pos x="connsiteX92970" y="connsiteY92970"/>
              </a:cxn>
              <a:cxn ang="0">
                <a:pos x="connsiteX92971" y="connsiteY92971"/>
              </a:cxn>
              <a:cxn ang="0">
                <a:pos x="connsiteX92972" y="connsiteY92972"/>
              </a:cxn>
              <a:cxn ang="0">
                <a:pos x="connsiteX92973" y="connsiteY92973"/>
              </a:cxn>
              <a:cxn ang="0">
                <a:pos x="connsiteX92974" y="connsiteY92974"/>
              </a:cxn>
              <a:cxn ang="0">
                <a:pos x="connsiteX92975" y="connsiteY92975"/>
              </a:cxn>
              <a:cxn ang="0">
                <a:pos x="connsiteX92976" y="connsiteY92976"/>
              </a:cxn>
              <a:cxn ang="0">
                <a:pos x="connsiteX92977" y="connsiteY92977"/>
              </a:cxn>
              <a:cxn ang="0">
                <a:pos x="connsiteX92978" y="connsiteY92978"/>
              </a:cxn>
              <a:cxn ang="0">
                <a:pos x="connsiteX92979" y="connsiteY92979"/>
              </a:cxn>
              <a:cxn ang="0">
                <a:pos x="connsiteX92980" y="connsiteY92980"/>
              </a:cxn>
              <a:cxn ang="0">
                <a:pos x="connsiteX92981" y="connsiteY92981"/>
              </a:cxn>
              <a:cxn ang="0">
                <a:pos x="connsiteX92982" y="connsiteY92982"/>
              </a:cxn>
              <a:cxn ang="0">
                <a:pos x="connsiteX92983" y="connsiteY92983"/>
              </a:cxn>
              <a:cxn ang="0">
                <a:pos x="connsiteX92984" y="connsiteY92984"/>
              </a:cxn>
              <a:cxn ang="0">
                <a:pos x="connsiteX92985" y="connsiteY92985"/>
              </a:cxn>
              <a:cxn ang="0">
                <a:pos x="connsiteX92986" y="connsiteY92986"/>
              </a:cxn>
              <a:cxn ang="0">
                <a:pos x="connsiteX92987" y="connsiteY92987"/>
              </a:cxn>
              <a:cxn ang="0">
                <a:pos x="connsiteX92988" y="connsiteY92988"/>
              </a:cxn>
              <a:cxn ang="0">
                <a:pos x="connsiteX92989" y="connsiteY92989"/>
              </a:cxn>
              <a:cxn ang="0">
                <a:pos x="connsiteX92990" y="connsiteY92990"/>
              </a:cxn>
              <a:cxn ang="0">
                <a:pos x="connsiteX92991" y="connsiteY92991"/>
              </a:cxn>
              <a:cxn ang="0">
                <a:pos x="connsiteX92992" y="connsiteY92992"/>
              </a:cxn>
              <a:cxn ang="0">
                <a:pos x="connsiteX92993" y="connsiteY92993"/>
              </a:cxn>
              <a:cxn ang="0">
                <a:pos x="connsiteX92994" y="connsiteY92994"/>
              </a:cxn>
              <a:cxn ang="0">
                <a:pos x="connsiteX92995" y="connsiteY92995"/>
              </a:cxn>
              <a:cxn ang="0">
                <a:pos x="connsiteX92996" y="connsiteY92996"/>
              </a:cxn>
              <a:cxn ang="0">
                <a:pos x="connsiteX92997" y="connsiteY92997"/>
              </a:cxn>
              <a:cxn ang="0">
                <a:pos x="connsiteX92998" y="connsiteY92998"/>
              </a:cxn>
              <a:cxn ang="0">
                <a:pos x="connsiteX92999" y="connsiteY92999"/>
              </a:cxn>
              <a:cxn ang="0">
                <a:pos x="connsiteX93000" y="connsiteY93000"/>
              </a:cxn>
              <a:cxn ang="0">
                <a:pos x="connsiteX93001" y="connsiteY93001"/>
              </a:cxn>
              <a:cxn ang="0">
                <a:pos x="connsiteX93002" y="connsiteY93002"/>
              </a:cxn>
              <a:cxn ang="0">
                <a:pos x="connsiteX93003" y="connsiteY93003"/>
              </a:cxn>
              <a:cxn ang="0">
                <a:pos x="connsiteX93004" y="connsiteY93004"/>
              </a:cxn>
              <a:cxn ang="0">
                <a:pos x="connsiteX93005" y="connsiteY93005"/>
              </a:cxn>
              <a:cxn ang="0">
                <a:pos x="connsiteX93006" y="connsiteY93006"/>
              </a:cxn>
              <a:cxn ang="0">
                <a:pos x="connsiteX93007" y="connsiteY93007"/>
              </a:cxn>
              <a:cxn ang="0">
                <a:pos x="connsiteX93008" y="connsiteY93008"/>
              </a:cxn>
              <a:cxn ang="0">
                <a:pos x="connsiteX93009" y="connsiteY93009"/>
              </a:cxn>
              <a:cxn ang="0">
                <a:pos x="connsiteX93010" y="connsiteY93010"/>
              </a:cxn>
              <a:cxn ang="0">
                <a:pos x="connsiteX93011" y="connsiteY93011"/>
              </a:cxn>
              <a:cxn ang="0">
                <a:pos x="connsiteX93012" y="connsiteY93012"/>
              </a:cxn>
              <a:cxn ang="0">
                <a:pos x="connsiteX93013" y="connsiteY93013"/>
              </a:cxn>
              <a:cxn ang="0">
                <a:pos x="connsiteX93014" y="connsiteY93014"/>
              </a:cxn>
              <a:cxn ang="0">
                <a:pos x="connsiteX93015" y="connsiteY93015"/>
              </a:cxn>
              <a:cxn ang="0">
                <a:pos x="connsiteX93016" y="connsiteY93016"/>
              </a:cxn>
              <a:cxn ang="0">
                <a:pos x="connsiteX93017" y="connsiteY93017"/>
              </a:cxn>
              <a:cxn ang="0">
                <a:pos x="connsiteX93018" y="connsiteY93018"/>
              </a:cxn>
              <a:cxn ang="0">
                <a:pos x="connsiteX93019" y="connsiteY93019"/>
              </a:cxn>
              <a:cxn ang="0">
                <a:pos x="connsiteX93020" y="connsiteY93020"/>
              </a:cxn>
              <a:cxn ang="0">
                <a:pos x="connsiteX93021" y="connsiteY93021"/>
              </a:cxn>
              <a:cxn ang="0">
                <a:pos x="connsiteX93022" y="connsiteY93022"/>
              </a:cxn>
              <a:cxn ang="0">
                <a:pos x="connsiteX93023" y="connsiteY93023"/>
              </a:cxn>
              <a:cxn ang="0">
                <a:pos x="connsiteX93024" y="connsiteY93024"/>
              </a:cxn>
              <a:cxn ang="0">
                <a:pos x="connsiteX93025" y="connsiteY93025"/>
              </a:cxn>
              <a:cxn ang="0">
                <a:pos x="connsiteX93026" y="connsiteY93026"/>
              </a:cxn>
              <a:cxn ang="0">
                <a:pos x="connsiteX93027" y="connsiteY93027"/>
              </a:cxn>
              <a:cxn ang="0">
                <a:pos x="connsiteX93028" y="connsiteY93028"/>
              </a:cxn>
              <a:cxn ang="0">
                <a:pos x="connsiteX93029" y="connsiteY93029"/>
              </a:cxn>
              <a:cxn ang="0">
                <a:pos x="connsiteX93030" y="connsiteY93030"/>
              </a:cxn>
              <a:cxn ang="0">
                <a:pos x="connsiteX93031" y="connsiteY93031"/>
              </a:cxn>
              <a:cxn ang="0">
                <a:pos x="connsiteX93032" y="connsiteY93032"/>
              </a:cxn>
              <a:cxn ang="0">
                <a:pos x="connsiteX93033" y="connsiteY93033"/>
              </a:cxn>
              <a:cxn ang="0">
                <a:pos x="connsiteX93034" y="connsiteY93034"/>
              </a:cxn>
              <a:cxn ang="0">
                <a:pos x="connsiteX93035" y="connsiteY93035"/>
              </a:cxn>
              <a:cxn ang="0">
                <a:pos x="connsiteX93036" y="connsiteY93036"/>
              </a:cxn>
              <a:cxn ang="0">
                <a:pos x="connsiteX93037" y="connsiteY93037"/>
              </a:cxn>
              <a:cxn ang="0">
                <a:pos x="connsiteX93038" y="connsiteY93038"/>
              </a:cxn>
              <a:cxn ang="0">
                <a:pos x="connsiteX93039" y="connsiteY93039"/>
              </a:cxn>
              <a:cxn ang="0">
                <a:pos x="connsiteX93040" y="connsiteY93040"/>
              </a:cxn>
              <a:cxn ang="0">
                <a:pos x="connsiteX93041" y="connsiteY93041"/>
              </a:cxn>
              <a:cxn ang="0">
                <a:pos x="connsiteX93042" y="connsiteY93042"/>
              </a:cxn>
              <a:cxn ang="0">
                <a:pos x="connsiteX93043" y="connsiteY93043"/>
              </a:cxn>
              <a:cxn ang="0">
                <a:pos x="connsiteX93044" y="connsiteY93044"/>
              </a:cxn>
              <a:cxn ang="0">
                <a:pos x="connsiteX93045" y="connsiteY93045"/>
              </a:cxn>
              <a:cxn ang="0">
                <a:pos x="connsiteX93046" y="connsiteY93046"/>
              </a:cxn>
              <a:cxn ang="0">
                <a:pos x="connsiteX93047" y="connsiteY93047"/>
              </a:cxn>
              <a:cxn ang="0">
                <a:pos x="connsiteX93048" y="connsiteY93048"/>
              </a:cxn>
              <a:cxn ang="0">
                <a:pos x="connsiteX93049" y="connsiteY93049"/>
              </a:cxn>
              <a:cxn ang="0">
                <a:pos x="connsiteX93050" y="connsiteY93050"/>
              </a:cxn>
              <a:cxn ang="0">
                <a:pos x="connsiteX93051" y="connsiteY93051"/>
              </a:cxn>
              <a:cxn ang="0">
                <a:pos x="connsiteX93052" y="connsiteY93052"/>
              </a:cxn>
              <a:cxn ang="0">
                <a:pos x="connsiteX93053" y="connsiteY93053"/>
              </a:cxn>
              <a:cxn ang="0">
                <a:pos x="connsiteX93054" y="connsiteY93054"/>
              </a:cxn>
              <a:cxn ang="0">
                <a:pos x="connsiteX93055" y="connsiteY93055"/>
              </a:cxn>
              <a:cxn ang="0">
                <a:pos x="connsiteX93056" y="connsiteY93056"/>
              </a:cxn>
              <a:cxn ang="0">
                <a:pos x="connsiteX93057" y="connsiteY93057"/>
              </a:cxn>
              <a:cxn ang="0">
                <a:pos x="connsiteX93058" y="connsiteY93058"/>
              </a:cxn>
              <a:cxn ang="0">
                <a:pos x="connsiteX93059" y="connsiteY93059"/>
              </a:cxn>
              <a:cxn ang="0">
                <a:pos x="connsiteX93060" y="connsiteY93060"/>
              </a:cxn>
              <a:cxn ang="0">
                <a:pos x="connsiteX93061" y="connsiteY93061"/>
              </a:cxn>
              <a:cxn ang="0">
                <a:pos x="connsiteX93062" y="connsiteY93062"/>
              </a:cxn>
              <a:cxn ang="0">
                <a:pos x="connsiteX93063" y="connsiteY93063"/>
              </a:cxn>
              <a:cxn ang="0">
                <a:pos x="connsiteX93064" y="connsiteY93064"/>
              </a:cxn>
              <a:cxn ang="0">
                <a:pos x="connsiteX93065" y="connsiteY93065"/>
              </a:cxn>
              <a:cxn ang="0">
                <a:pos x="connsiteX93066" y="connsiteY93066"/>
              </a:cxn>
              <a:cxn ang="0">
                <a:pos x="connsiteX93067" y="connsiteY93067"/>
              </a:cxn>
              <a:cxn ang="0">
                <a:pos x="connsiteX93068" y="connsiteY93068"/>
              </a:cxn>
              <a:cxn ang="0">
                <a:pos x="connsiteX93069" y="connsiteY93069"/>
              </a:cxn>
              <a:cxn ang="0">
                <a:pos x="connsiteX93070" y="connsiteY93070"/>
              </a:cxn>
              <a:cxn ang="0">
                <a:pos x="connsiteX93071" y="connsiteY93071"/>
              </a:cxn>
              <a:cxn ang="0">
                <a:pos x="connsiteX93072" y="connsiteY93072"/>
              </a:cxn>
              <a:cxn ang="0">
                <a:pos x="connsiteX93073" y="connsiteY93073"/>
              </a:cxn>
              <a:cxn ang="0">
                <a:pos x="connsiteX93074" y="connsiteY93074"/>
              </a:cxn>
              <a:cxn ang="0">
                <a:pos x="connsiteX93075" y="connsiteY93075"/>
              </a:cxn>
              <a:cxn ang="0">
                <a:pos x="connsiteX93076" y="connsiteY93076"/>
              </a:cxn>
              <a:cxn ang="0">
                <a:pos x="connsiteX93077" y="connsiteY93077"/>
              </a:cxn>
              <a:cxn ang="0">
                <a:pos x="connsiteX93078" y="connsiteY93078"/>
              </a:cxn>
              <a:cxn ang="0">
                <a:pos x="connsiteX93079" y="connsiteY93079"/>
              </a:cxn>
              <a:cxn ang="0">
                <a:pos x="connsiteX93080" y="connsiteY93080"/>
              </a:cxn>
              <a:cxn ang="0">
                <a:pos x="connsiteX93081" y="connsiteY93081"/>
              </a:cxn>
              <a:cxn ang="0">
                <a:pos x="connsiteX93082" y="connsiteY93082"/>
              </a:cxn>
              <a:cxn ang="0">
                <a:pos x="connsiteX93083" y="connsiteY93083"/>
              </a:cxn>
              <a:cxn ang="0">
                <a:pos x="connsiteX93084" y="connsiteY93084"/>
              </a:cxn>
              <a:cxn ang="0">
                <a:pos x="connsiteX93085" y="connsiteY93085"/>
              </a:cxn>
              <a:cxn ang="0">
                <a:pos x="connsiteX93086" y="connsiteY93086"/>
              </a:cxn>
              <a:cxn ang="0">
                <a:pos x="connsiteX93087" y="connsiteY93087"/>
              </a:cxn>
              <a:cxn ang="0">
                <a:pos x="connsiteX93088" y="connsiteY93088"/>
              </a:cxn>
              <a:cxn ang="0">
                <a:pos x="connsiteX93089" y="connsiteY93089"/>
              </a:cxn>
              <a:cxn ang="0">
                <a:pos x="connsiteX93090" y="connsiteY93090"/>
              </a:cxn>
              <a:cxn ang="0">
                <a:pos x="connsiteX93091" y="connsiteY93091"/>
              </a:cxn>
              <a:cxn ang="0">
                <a:pos x="connsiteX93092" y="connsiteY93092"/>
              </a:cxn>
              <a:cxn ang="0">
                <a:pos x="connsiteX93093" y="connsiteY93093"/>
              </a:cxn>
              <a:cxn ang="0">
                <a:pos x="connsiteX93094" y="connsiteY93094"/>
              </a:cxn>
              <a:cxn ang="0">
                <a:pos x="connsiteX93095" y="connsiteY93095"/>
              </a:cxn>
              <a:cxn ang="0">
                <a:pos x="connsiteX93096" y="connsiteY93096"/>
              </a:cxn>
              <a:cxn ang="0">
                <a:pos x="connsiteX93097" y="connsiteY93097"/>
              </a:cxn>
              <a:cxn ang="0">
                <a:pos x="connsiteX93098" y="connsiteY93098"/>
              </a:cxn>
              <a:cxn ang="0">
                <a:pos x="connsiteX93099" y="connsiteY93099"/>
              </a:cxn>
              <a:cxn ang="0">
                <a:pos x="connsiteX93100" y="connsiteY93100"/>
              </a:cxn>
              <a:cxn ang="0">
                <a:pos x="connsiteX93101" y="connsiteY93101"/>
              </a:cxn>
              <a:cxn ang="0">
                <a:pos x="connsiteX93102" y="connsiteY93102"/>
              </a:cxn>
              <a:cxn ang="0">
                <a:pos x="connsiteX93103" y="connsiteY93103"/>
              </a:cxn>
              <a:cxn ang="0">
                <a:pos x="connsiteX93104" y="connsiteY93104"/>
              </a:cxn>
              <a:cxn ang="0">
                <a:pos x="connsiteX93105" y="connsiteY93105"/>
              </a:cxn>
              <a:cxn ang="0">
                <a:pos x="connsiteX93106" y="connsiteY93106"/>
              </a:cxn>
              <a:cxn ang="0">
                <a:pos x="connsiteX93107" y="connsiteY93107"/>
              </a:cxn>
              <a:cxn ang="0">
                <a:pos x="connsiteX93108" y="connsiteY93108"/>
              </a:cxn>
              <a:cxn ang="0">
                <a:pos x="connsiteX93109" y="connsiteY93109"/>
              </a:cxn>
              <a:cxn ang="0">
                <a:pos x="connsiteX93110" y="connsiteY93110"/>
              </a:cxn>
              <a:cxn ang="0">
                <a:pos x="connsiteX93111" y="connsiteY93111"/>
              </a:cxn>
              <a:cxn ang="0">
                <a:pos x="connsiteX93112" y="connsiteY93112"/>
              </a:cxn>
              <a:cxn ang="0">
                <a:pos x="connsiteX93113" y="connsiteY93113"/>
              </a:cxn>
              <a:cxn ang="0">
                <a:pos x="connsiteX93114" y="connsiteY93114"/>
              </a:cxn>
              <a:cxn ang="0">
                <a:pos x="connsiteX93115" y="connsiteY93115"/>
              </a:cxn>
              <a:cxn ang="0">
                <a:pos x="connsiteX93116" y="connsiteY93116"/>
              </a:cxn>
              <a:cxn ang="0">
                <a:pos x="connsiteX93117" y="connsiteY93117"/>
              </a:cxn>
              <a:cxn ang="0">
                <a:pos x="connsiteX93118" y="connsiteY93118"/>
              </a:cxn>
              <a:cxn ang="0">
                <a:pos x="connsiteX93119" y="connsiteY93119"/>
              </a:cxn>
              <a:cxn ang="0">
                <a:pos x="connsiteX93120" y="connsiteY93120"/>
              </a:cxn>
              <a:cxn ang="0">
                <a:pos x="connsiteX93121" y="connsiteY93121"/>
              </a:cxn>
              <a:cxn ang="0">
                <a:pos x="connsiteX93122" y="connsiteY93122"/>
              </a:cxn>
              <a:cxn ang="0">
                <a:pos x="connsiteX93123" y="connsiteY93123"/>
              </a:cxn>
              <a:cxn ang="0">
                <a:pos x="connsiteX93124" y="connsiteY93124"/>
              </a:cxn>
              <a:cxn ang="0">
                <a:pos x="connsiteX93125" y="connsiteY93125"/>
              </a:cxn>
              <a:cxn ang="0">
                <a:pos x="connsiteX93126" y="connsiteY93126"/>
              </a:cxn>
              <a:cxn ang="0">
                <a:pos x="connsiteX93127" y="connsiteY93127"/>
              </a:cxn>
              <a:cxn ang="0">
                <a:pos x="connsiteX93128" y="connsiteY93128"/>
              </a:cxn>
              <a:cxn ang="0">
                <a:pos x="connsiteX93129" y="connsiteY93129"/>
              </a:cxn>
              <a:cxn ang="0">
                <a:pos x="connsiteX93130" y="connsiteY93130"/>
              </a:cxn>
              <a:cxn ang="0">
                <a:pos x="connsiteX93131" y="connsiteY93131"/>
              </a:cxn>
              <a:cxn ang="0">
                <a:pos x="connsiteX93132" y="connsiteY93132"/>
              </a:cxn>
              <a:cxn ang="0">
                <a:pos x="connsiteX93133" y="connsiteY93133"/>
              </a:cxn>
              <a:cxn ang="0">
                <a:pos x="connsiteX93134" y="connsiteY93134"/>
              </a:cxn>
              <a:cxn ang="0">
                <a:pos x="connsiteX93135" y="connsiteY93135"/>
              </a:cxn>
              <a:cxn ang="0">
                <a:pos x="connsiteX93136" y="connsiteY93136"/>
              </a:cxn>
              <a:cxn ang="0">
                <a:pos x="connsiteX93137" y="connsiteY93137"/>
              </a:cxn>
              <a:cxn ang="0">
                <a:pos x="connsiteX93138" y="connsiteY93138"/>
              </a:cxn>
              <a:cxn ang="0">
                <a:pos x="connsiteX93139" y="connsiteY93139"/>
              </a:cxn>
              <a:cxn ang="0">
                <a:pos x="connsiteX93140" y="connsiteY93140"/>
              </a:cxn>
              <a:cxn ang="0">
                <a:pos x="connsiteX93141" y="connsiteY93141"/>
              </a:cxn>
              <a:cxn ang="0">
                <a:pos x="connsiteX93142" y="connsiteY93142"/>
              </a:cxn>
              <a:cxn ang="0">
                <a:pos x="connsiteX93143" y="connsiteY93143"/>
              </a:cxn>
              <a:cxn ang="0">
                <a:pos x="connsiteX93144" y="connsiteY93144"/>
              </a:cxn>
              <a:cxn ang="0">
                <a:pos x="connsiteX93145" y="connsiteY93145"/>
              </a:cxn>
              <a:cxn ang="0">
                <a:pos x="connsiteX93146" y="connsiteY93146"/>
              </a:cxn>
              <a:cxn ang="0">
                <a:pos x="connsiteX93147" y="connsiteY93147"/>
              </a:cxn>
              <a:cxn ang="0">
                <a:pos x="connsiteX93148" y="connsiteY93148"/>
              </a:cxn>
              <a:cxn ang="0">
                <a:pos x="connsiteX93149" y="connsiteY93149"/>
              </a:cxn>
              <a:cxn ang="0">
                <a:pos x="connsiteX93150" y="connsiteY93150"/>
              </a:cxn>
              <a:cxn ang="0">
                <a:pos x="connsiteX93151" y="connsiteY93151"/>
              </a:cxn>
              <a:cxn ang="0">
                <a:pos x="connsiteX93152" y="connsiteY93152"/>
              </a:cxn>
              <a:cxn ang="0">
                <a:pos x="connsiteX93153" y="connsiteY93153"/>
              </a:cxn>
              <a:cxn ang="0">
                <a:pos x="connsiteX93154" y="connsiteY93154"/>
              </a:cxn>
              <a:cxn ang="0">
                <a:pos x="connsiteX93155" y="connsiteY93155"/>
              </a:cxn>
              <a:cxn ang="0">
                <a:pos x="connsiteX93156" y="connsiteY93156"/>
              </a:cxn>
              <a:cxn ang="0">
                <a:pos x="connsiteX93157" y="connsiteY93157"/>
              </a:cxn>
              <a:cxn ang="0">
                <a:pos x="connsiteX93158" y="connsiteY93158"/>
              </a:cxn>
              <a:cxn ang="0">
                <a:pos x="connsiteX93159" y="connsiteY93159"/>
              </a:cxn>
              <a:cxn ang="0">
                <a:pos x="connsiteX93160" y="connsiteY93160"/>
              </a:cxn>
              <a:cxn ang="0">
                <a:pos x="connsiteX93161" y="connsiteY93161"/>
              </a:cxn>
              <a:cxn ang="0">
                <a:pos x="connsiteX93162" y="connsiteY93162"/>
              </a:cxn>
              <a:cxn ang="0">
                <a:pos x="connsiteX93163" y="connsiteY93163"/>
              </a:cxn>
              <a:cxn ang="0">
                <a:pos x="connsiteX93164" y="connsiteY93164"/>
              </a:cxn>
              <a:cxn ang="0">
                <a:pos x="connsiteX93165" y="connsiteY93165"/>
              </a:cxn>
              <a:cxn ang="0">
                <a:pos x="connsiteX93166" y="connsiteY93166"/>
              </a:cxn>
              <a:cxn ang="0">
                <a:pos x="connsiteX93167" y="connsiteY93167"/>
              </a:cxn>
              <a:cxn ang="0">
                <a:pos x="connsiteX93168" y="connsiteY93168"/>
              </a:cxn>
              <a:cxn ang="0">
                <a:pos x="connsiteX93169" y="connsiteY93169"/>
              </a:cxn>
              <a:cxn ang="0">
                <a:pos x="connsiteX93170" y="connsiteY93170"/>
              </a:cxn>
              <a:cxn ang="0">
                <a:pos x="connsiteX93171" y="connsiteY93171"/>
              </a:cxn>
              <a:cxn ang="0">
                <a:pos x="connsiteX93172" y="connsiteY93172"/>
              </a:cxn>
              <a:cxn ang="0">
                <a:pos x="connsiteX93173" y="connsiteY93173"/>
              </a:cxn>
              <a:cxn ang="0">
                <a:pos x="connsiteX93174" y="connsiteY93174"/>
              </a:cxn>
              <a:cxn ang="0">
                <a:pos x="connsiteX93175" y="connsiteY93175"/>
              </a:cxn>
              <a:cxn ang="0">
                <a:pos x="connsiteX93176" y="connsiteY93176"/>
              </a:cxn>
              <a:cxn ang="0">
                <a:pos x="connsiteX93177" y="connsiteY93177"/>
              </a:cxn>
              <a:cxn ang="0">
                <a:pos x="connsiteX93178" y="connsiteY93178"/>
              </a:cxn>
              <a:cxn ang="0">
                <a:pos x="connsiteX93179" y="connsiteY93179"/>
              </a:cxn>
              <a:cxn ang="0">
                <a:pos x="connsiteX93180" y="connsiteY93180"/>
              </a:cxn>
              <a:cxn ang="0">
                <a:pos x="connsiteX93181" y="connsiteY93181"/>
              </a:cxn>
              <a:cxn ang="0">
                <a:pos x="connsiteX93182" y="connsiteY93182"/>
              </a:cxn>
              <a:cxn ang="0">
                <a:pos x="connsiteX93183" y="connsiteY93183"/>
              </a:cxn>
              <a:cxn ang="0">
                <a:pos x="connsiteX93184" y="connsiteY93184"/>
              </a:cxn>
              <a:cxn ang="0">
                <a:pos x="connsiteX93185" y="connsiteY93185"/>
              </a:cxn>
              <a:cxn ang="0">
                <a:pos x="connsiteX93186" y="connsiteY93186"/>
              </a:cxn>
              <a:cxn ang="0">
                <a:pos x="connsiteX93187" y="connsiteY93187"/>
              </a:cxn>
              <a:cxn ang="0">
                <a:pos x="connsiteX93188" y="connsiteY93188"/>
              </a:cxn>
              <a:cxn ang="0">
                <a:pos x="connsiteX93189" y="connsiteY93189"/>
              </a:cxn>
              <a:cxn ang="0">
                <a:pos x="connsiteX93190" y="connsiteY93190"/>
              </a:cxn>
              <a:cxn ang="0">
                <a:pos x="connsiteX93191" y="connsiteY93191"/>
              </a:cxn>
              <a:cxn ang="0">
                <a:pos x="connsiteX93192" y="connsiteY93192"/>
              </a:cxn>
              <a:cxn ang="0">
                <a:pos x="connsiteX93193" y="connsiteY93193"/>
              </a:cxn>
              <a:cxn ang="0">
                <a:pos x="connsiteX93194" y="connsiteY93194"/>
              </a:cxn>
              <a:cxn ang="0">
                <a:pos x="connsiteX93195" y="connsiteY93195"/>
              </a:cxn>
              <a:cxn ang="0">
                <a:pos x="connsiteX93196" y="connsiteY93196"/>
              </a:cxn>
              <a:cxn ang="0">
                <a:pos x="connsiteX93197" y="connsiteY93197"/>
              </a:cxn>
              <a:cxn ang="0">
                <a:pos x="connsiteX93198" y="connsiteY93198"/>
              </a:cxn>
              <a:cxn ang="0">
                <a:pos x="connsiteX93199" y="connsiteY93199"/>
              </a:cxn>
              <a:cxn ang="0">
                <a:pos x="connsiteX93200" y="connsiteY93200"/>
              </a:cxn>
              <a:cxn ang="0">
                <a:pos x="connsiteX93201" y="connsiteY93201"/>
              </a:cxn>
              <a:cxn ang="0">
                <a:pos x="connsiteX93202" y="connsiteY93202"/>
              </a:cxn>
              <a:cxn ang="0">
                <a:pos x="connsiteX93203" y="connsiteY93203"/>
              </a:cxn>
              <a:cxn ang="0">
                <a:pos x="connsiteX93204" y="connsiteY93204"/>
              </a:cxn>
              <a:cxn ang="0">
                <a:pos x="connsiteX93205" y="connsiteY93205"/>
              </a:cxn>
              <a:cxn ang="0">
                <a:pos x="connsiteX93206" y="connsiteY93206"/>
              </a:cxn>
              <a:cxn ang="0">
                <a:pos x="connsiteX93207" y="connsiteY93207"/>
              </a:cxn>
              <a:cxn ang="0">
                <a:pos x="connsiteX93208" y="connsiteY93208"/>
              </a:cxn>
              <a:cxn ang="0">
                <a:pos x="connsiteX93209" y="connsiteY93209"/>
              </a:cxn>
              <a:cxn ang="0">
                <a:pos x="connsiteX93210" y="connsiteY93210"/>
              </a:cxn>
              <a:cxn ang="0">
                <a:pos x="connsiteX93211" y="connsiteY93211"/>
              </a:cxn>
              <a:cxn ang="0">
                <a:pos x="connsiteX93212" y="connsiteY93212"/>
              </a:cxn>
              <a:cxn ang="0">
                <a:pos x="connsiteX93213" y="connsiteY93213"/>
              </a:cxn>
              <a:cxn ang="0">
                <a:pos x="connsiteX93214" y="connsiteY93214"/>
              </a:cxn>
              <a:cxn ang="0">
                <a:pos x="connsiteX93215" y="connsiteY93215"/>
              </a:cxn>
              <a:cxn ang="0">
                <a:pos x="connsiteX93216" y="connsiteY93216"/>
              </a:cxn>
              <a:cxn ang="0">
                <a:pos x="connsiteX93217" y="connsiteY93217"/>
              </a:cxn>
              <a:cxn ang="0">
                <a:pos x="connsiteX93218" y="connsiteY93218"/>
              </a:cxn>
              <a:cxn ang="0">
                <a:pos x="connsiteX93219" y="connsiteY93219"/>
              </a:cxn>
              <a:cxn ang="0">
                <a:pos x="connsiteX93220" y="connsiteY93220"/>
              </a:cxn>
              <a:cxn ang="0">
                <a:pos x="connsiteX93221" y="connsiteY93221"/>
              </a:cxn>
              <a:cxn ang="0">
                <a:pos x="connsiteX93222" y="connsiteY93222"/>
              </a:cxn>
              <a:cxn ang="0">
                <a:pos x="connsiteX93223" y="connsiteY93223"/>
              </a:cxn>
              <a:cxn ang="0">
                <a:pos x="connsiteX93224" y="connsiteY93224"/>
              </a:cxn>
              <a:cxn ang="0">
                <a:pos x="connsiteX93225" y="connsiteY93225"/>
              </a:cxn>
              <a:cxn ang="0">
                <a:pos x="connsiteX93226" y="connsiteY93226"/>
              </a:cxn>
              <a:cxn ang="0">
                <a:pos x="connsiteX93227" y="connsiteY93227"/>
              </a:cxn>
              <a:cxn ang="0">
                <a:pos x="connsiteX93228" y="connsiteY93228"/>
              </a:cxn>
              <a:cxn ang="0">
                <a:pos x="connsiteX93229" y="connsiteY93229"/>
              </a:cxn>
              <a:cxn ang="0">
                <a:pos x="connsiteX93230" y="connsiteY93230"/>
              </a:cxn>
              <a:cxn ang="0">
                <a:pos x="connsiteX93231" y="connsiteY93231"/>
              </a:cxn>
              <a:cxn ang="0">
                <a:pos x="connsiteX93232" y="connsiteY93232"/>
              </a:cxn>
              <a:cxn ang="0">
                <a:pos x="connsiteX93233" y="connsiteY93233"/>
              </a:cxn>
              <a:cxn ang="0">
                <a:pos x="connsiteX93234" y="connsiteY93234"/>
              </a:cxn>
              <a:cxn ang="0">
                <a:pos x="connsiteX93235" y="connsiteY93235"/>
              </a:cxn>
              <a:cxn ang="0">
                <a:pos x="connsiteX93236" y="connsiteY93236"/>
              </a:cxn>
              <a:cxn ang="0">
                <a:pos x="connsiteX93237" y="connsiteY93237"/>
              </a:cxn>
              <a:cxn ang="0">
                <a:pos x="connsiteX93238" y="connsiteY93238"/>
              </a:cxn>
              <a:cxn ang="0">
                <a:pos x="connsiteX93239" y="connsiteY93239"/>
              </a:cxn>
              <a:cxn ang="0">
                <a:pos x="connsiteX93240" y="connsiteY93240"/>
              </a:cxn>
              <a:cxn ang="0">
                <a:pos x="connsiteX93241" y="connsiteY93241"/>
              </a:cxn>
              <a:cxn ang="0">
                <a:pos x="connsiteX93242" y="connsiteY93242"/>
              </a:cxn>
              <a:cxn ang="0">
                <a:pos x="connsiteX93243" y="connsiteY93243"/>
              </a:cxn>
              <a:cxn ang="0">
                <a:pos x="connsiteX93244" y="connsiteY93244"/>
              </a:cxn>
              <a:cxn ang="0">
                <a:pos x="connsiteX93245" y="connsiteY93245"/>
              </a:cxn>
              <a:cxn ang="0">
                <a:pos x="connsiteX93246" y="connsiteY93246"/>
              </a:cxn>
              <a:cxn ang="0">
                <a:pos x="connsiteX93247" y="connsiteY93247"/>
              </a:cxn>
              <a:cxn ang="0">
                <a:pos x="connsiteX93248" y="connsiteY93248"/>
              </a:cxn>
              <a:cxn ang="0">
                <a:pos x="connsiteX93249" y="connsiteY93249"/>
              </a:cxn>
              <a:cxn ang="0">
                <a:pos x="connsiteX93250" y="connsiteY93250"/>
              </a:cxn>
              <a:cxn ang="0">
                <a:pos x="connsiteX93251" y="connsiteY93251"/>
              </a:cxn>
              <a:cxn ang="0">
                <a:pos x="connsiteX93252" y="connsiteY93252"/>
              </a:cxn>
              <a:cxn ang="0">
                <a:pos x="connsiteX93253" y="connsiteY93253"/>
              </a:cxn>
              <a:cxn ang="0">
                <a:pos x="connsiteX93254" y="connsiteY93254"/>
              </a:cxn>
              <a:cxn ang="0">
                <a:pos x="connsiteX93255" y="connsiteY93255"/>
              </a:cxn>
              <a:cxn ang="0">
                <a:pos x="connsiteX93256" y="connsiteY93256"/>
              </a:cxn>
              <a:cxn ang="0">
                <a:pos x="connsiteX93257" y="connsiteY93257"/>
              </a:cxn>
              <a:cxn ang="0">
                <a:pos x="connsiteX93258" y="connsiteY93258"/>
              </a:cxn>
              <a:cxn ang="0">
                <a:pos x="connsiteX93259" y="connsiteY93259"/>
              </a:cxn>
              <a:cxn ang="0">
                <a:pos x="connsiteX93260" y="connsiteY93260"/>
              </a:cxn>
              <a:cxn ang="0">
                <a:pos x="connsiteX93261" y="connsiteY93261"/>
              </a:cxn>
              <a:cxn ang="0">
                <a:pos x="connsiteX93262" y="connsiteY93262"/>
              </a:cxn>
              <a:cxn ang="0">
                <a:pos x="connsiteX93263" y="connsiteY93263"/>
              </a:cxn>
              <a:cxn ang="0">
                <a:pos x="connsiteX93264" y="connsiteY93264"/>
              </a:cxn>
              <a:cxn ang="0">
                <a:pos x="connsiteX93265" y="connsiteY93265"/>
              </a:cxn>
              <a:cxn ang="0">
                <a:pos x="connsiteX93266" y="connsiteY93266"/>
              </a:cxn>
              <a:cxn ang="0">
                <a:pos x="connsiteX93267" y="connsiteY93267"/>
              </a:cxn>
              <a:cxn ang="0">
                <a:pos x="connsiteX93268" y="connsiteY93268"/>
              </a:cxn>
              <a:cxn ang="0">
                <a:pos x="connsiteX93269" y="connsiteY93269"/>
              </a:cxn>
              <a:cxn ang="0">
                <a:pos x="connsiteX93270" y="connsiteY93270"/>
              </a:cxn>
              <a:cxn ang="0">
                <a:pos x="connsiteX93271" y="connsiteY93271"/>
              </a:cxn>
              <a:cxn ang="0">
                <a:pos x="connsiteX93272" y="connsiteY93272"/>
              </a:cxn>
              <a:cxn ang="0">
                <a:pos x="connsiteX93273" y="connsiteY93273"/>
              </a:cxn>
              <a:cxn ang="0">
                <a:pos x="connsiteX93274" y="connsiteY93274"/>
              </a:cxn>
              <a:cxn ang="0">
                <a:pos x="connsiteX93275" y="connsiteY93275"/>
              </a:cxn>
              <a:cxn ang="0">
                <a:pos x="connsiteX93276" y="connsiteY93276"/>
              </a:cxn>
              <a:cxn ang="0">
                <a:pos x="connsiteX93277" y="connsiteY93277"/>
              </a:cxn>
              <a:cxn ang="0">
                <a:pos x="connsiteX93278" y="connsiteY93278"/>
              </a:cxn>
              <a:cxn ang="0">
                <a:pos x="connsiteX93279" y="connsiteY93279"/>
              </a:cxn>
              <a:cxn ang="0">
                <a:pos x="connsiteX93280" y="connsiteY93280"/>
              </a:cxn>
              <a:cxn ang="0">
                <a:pos x="connsiteX93281" y="connsiteY93281"/>
              </a:cxn>
              <a:cxn ang="0">
                <a:pos x="connsiteX93282" y="connsiteY93282"/>
              </a:cxn>
              <a:cxn ang="0">
                <a:pos x="connsiteX93283" y="connsiteY93283"/>
              </a:cxn>
              <a:cxn ang="0">
                <a:pos x="connsiteX93284" y="connsiteY93284"/>
              </a:cxn>
              <a:cxn ang="0">
                <a:pos x="connsiteX93285" y="connsiteY93285"/>
              </a:cxn>
              <a:cxn ang="0">
                <a:pos x="connsiteX93286" y="connsiteY93286"/>
              </a:cxn>
              <a:cxn ang="0">
                <a:pos x="connsiteX93287" y="connsiteY93287"/>
              </a:cxn>
              <a:cxn ang="0">
                <a:pos x="connsiteX93288" y="connsiteY93288"/>
              </a:cxn>
              <a:cxn ang="0">
                <a:pos x="connsiteX93289" y="connsiteY93289"/>
              </a:cxn>
              <a:cxn ang="0">
                <a:pos x="connsiteX93290" y="connsiteY93290"/>
              </a:cxn>
              <a:cxn ang="0">
                <a:pos x="connsiteX93291" y="connsiteY93291"/>
              </a:cxn>
              <a:cxn ang="0">
                <a:pos x="connsiteX93292" y="connsiteY93292"/>
              </a:cxn>
              <a:cxn ang="0">
                <a:pos x="connsiteX93293" y="connsiteY93293"/>
              </a:cxn>
              <a:cxn ang="0">
                <a:pos x="connsiteX93294" y="connsiteY93294"/>
              </a:cxn>
              <a:cxn ang="0">
                <a:pos x="connsiteX93295" y="connsiteY93295"/>
              </a:cxn>
              <a:cxn ang="0">
                <a:pos x="connsiteX93296" y="connsiteY93296"/>
              </a:cxn>
              <a:cxn ang="0">
                <a:pos x="connsiteX93297" y="connsiteY93297"/>
              </a:cxn>
              <a:cxn ang="0">
                <a:pos x="connsiteX93298" y="connsiteY93298"/>
              </a:cxn>
              <a:cxn ang="0">
                <a:pos x="connsiteX93299" y="connsiteY93299"/>
              </a:cxn>
              <a:cxn ang="0">
                <a:pos x="connsiteX93300" y="connsiteY93300"/>
              </a:cxn>
              <a:cxn ang="0">
                <a:pos x="connsiteX93301" y="connsiteY93301"/>
              </a:cxn>
              <a:cxn ang="0">
                <a:pos x="connsiteX93302" y="connsiteY93302"/>
              </a:cxn>
              <a:cxn ang="0">
                <a:pos x="connsiteX93303" y="connsiteY93303"/>
              </a:cxn>
              <a:cxn ang="0">
                <a:pos x="connsiteX93304" y="connsiteY93304"/>
              </a:cxn>
              <a:cxn ang="0">
                <a:pos x="connsiteX93305" y="connsiteY93305"/>
              </a:cxn>
              <a:cxn ang="0">
                <a:pos x="connsiteX93306" y="connsiteY93306"/>
              </a:cxn>
              <a:cxn ang="0">
                <a:pos x="connsiteX93307" y="connsiteY93307"/>
              </a:cxn>
              <a:cxn ang="0">
                <a:pos x="connsiteX93308" y="connsiteY93308"/>
              </a:cxn>
              <a:cxn ang="0">
                <a:pos x="connsiteX93309" y="connsiteY93309"/>
              </a:cxn>
              <a:cxn ang="0">
                <a:pos x="connsiteX93310" y="connsiteY93310"/>
              </a:cxn>
              <a:cxn ang="0">
                <a:pos x="connsiteX93311" y="connsiteY93311"/>
              </a:cxn>
              <a:cxn ang="0">
                <a:pos x="connsiteX93312" y="connsiteY93312"/>
              </a:cxn>
              <a:cxn ang="0">
                <a:pos x="connsiteX93313" y="connsiteY93313"/>
              </a:cxn>
              <a:cxn ang="0">
                <a:pos x="connsiteX93314" y="connsiteY93314"/>
              </a:cxn>
              <a:cxn ang="0">
                <a:pos x="connsiteX93315" y="connsiteY93315"/>
              </a:cxn>
              <a:cxn ang="0">
                <a:pos x="connsiteX93316" y="connsiteY93316"/>
              </a:cxn>
              <a:cxn ang="0">
                <a:pos x="connsiteX93317" y="connsiteY93317"/>
              </a:cxn>
              <a:cxn ang="0">
                <a:pos x="connsiteX93318" y="connsiteY93318"/>
              </a:cxn>
              <a:cxn ang="0">
                <a:pos x="connsiteX93319" y="connsiteY93319"/>
              </a:cxn>
              <a:cxn ang="0">
                <a:pos x="connsiteX93320" y="connsiteY93320"/>
              </a:cxn>
              <a:cxn ang="0">
                <a:pos x="connsiteX93321" y="connsiteY93321"/>
              </a:cxn>
              <a:cxn ang="0">
                <a:pos x="connsiteX93322" y="connsiteY93322"/>
              </a:cxn>
              <a:cxn ang="0">
                <a:pos x="connsiteX93323" y="connsiteY93323"/>
              </a:cxn>
              <a:cxn ang="0">
                <a:pos x="connsiteX93324" y="connsiteY93324"/>
              </a:cxn>
              <a:cxn ang="0">
                <a:pos x="connsiteX93325" y="connsiteY93325"/>
              </a:cxn>
              <a:cxn ang="0">
                <a:pos x="connsiteX93326" y="connsiteY93326"/>
              </a:cxn>
              <a:cxn ang="0">
                <a:pos x="connsiteX93327" y="connsiteY93327"/>
              </a:cxn>
              <a:cxn ang="0">
                <a:pos x="connsiteX93328" y="connsiteY93328"/>
              </a:cxn>
              <a:cxn ang="0">
                <a:pos x="connsiteX93329" y="connsiteY93329"/>
              </a:cxn>
              <a:cxn ang="0">
                <a:pos x="connsiteX93330" y="connsiteY93330"/>
              </a:cxn>
              <a:cxn ang="0">
                <a:pos x="connsiteX93331" y="connsiteY93331"/>
              </a:cxn>
              <a:cxn ang="0">
                <a:pos x="connsiteX93332" y="connsiteY93332"/>
              </a:cxn>
              <a:cxn ang="0">
                <a:pos x="connsiteX93333" y="connsiteY93333"/>
              </a:cxn>
              <a:cxn ang="0">
                <a:pos x="connsiteX93334" y="connsiteY93334"/>
              </a:cxn>
              <a:cxn ang="0">
                <a:pos x="connsiteX93335" y="connsiteY93335"/>
              </a:cxn>
              <a:cxn ang="0">
                <a:pos x="connsiteX93336" y="connsiteY93336"/>
              </a:cxn>
              <a:cxn ang="0">
                <a:pos x="connsiteX93337" y="connsiteY93337"/>
              </a:cxn>
              <a:cxn ang="0">
                <a:pos x="connsiteX93338" y="connsiteY93338"/>
              </a:cxn>
              <a:cxn ang="0">
                <a:pos x="connsiteX93339" y="connsiteY93339"/>
              </a:cxn>
              <a:cxn ang="0">
                <a:pos x="connsiteX93340" y="connsiteY93340"/>
              </a:cxn>
              <a:cxn ang="0">
                <a:pos x="connsiteX93341" y="connsiteY93341"/>
              </a:cxn>
              <a:cxn ang="0">
                <a:pos x="connsiteX93342" y="connsiteY93342"/>
              </a:cxn>
              <a:cxn ang="0">
                <a:pos x="connsiteX93343" y="connsiteY93343"/>
              </a:cxn>
              <a:cxn ang="0">
                <a:pos x="connsiteX93344" y="connsiteY93344"/>
              </a:cxn>
              <a:cxn ang="0">
                <a:pos x="connsiteX93345" y="connsiteY93345"/>
              </a:cxn>
              <a:cxn ang="0">
                <a:pos x="connsiteX93346" y="connsiteY93346"/>
              </a:cxn>
              <a:cxn ang="0">
                <a:pos x="connsiteX93347" y="connsiteY93347"/>
              </a:cxn>
              <a:cxn ang="0">
                <a:pos x="connsiteX93348" y="connsiteY93348"/>
              </a:cxn>
              <a:cxn ang="0">
                <a:pos x="connsiteX93349" y="connsiteY93349"/>
              </a:cxn>
              <a:cxn ang="0">
                <a:pos x="connsiteX93350" y="connsiteY93350"/>
              </a:cxn>
              <a:cxn ang="0">
                <a:pos x="connsiteX93351" y="connsiteY93351"/>
              </a:cxn>
              <a:cxn ang="0">
                <a:pos x="connsiteX93352" y="connsiteY93352"/>
              </a:cxn>
              <a:cxn ang="0">
                <a:pos x="connsiteX93353" y="connsiteY93353"/>
              </a:cxn>
              <a:cxn ang="0">
                <a:pos x="connsiteX93354" y="connsiteY93354"/>
              </a:cxn>
              <a:cxn ang="0">
                <a:pos x="connsiteX93355" y="connsiteY93355"/>
              </a:cxn>
              <a:cxn ang="0">
                <a:pos x="connsiteX93356" y="connsiteY93356"/>
              </a:cxn>
              <a:cxn ang="0">
                <a:pos x="connsiteX93357" y="connsiteY93357"/>
              </a:cxn>
              <a:cxn ang="0">
                <a:pos x="connsiteX93358" y="connsiteY93358"/>
              </a:cxn>
              <a:cxn ang="0">
                <a:pos x="connsiteX93359" y="connsiteY93359"/>
              </a:cxn>
              <a:cxn ang="0">
                <a:pos x="connsiteX93360" y="connsiteY93360"/>
              </a:cxn>
              <a:cxn ang="0">
                <a:pos x="connsiteX93361" y="connsiteY93361"/>
              </a:cxn>
              <a:cxn ang="0">
                <a:pos x="connsiteX93362" y="connsiteY93362"/>
              </a:cxn>
              <a:cxn ang="0">
                <a:pos x="connsiteX93363" y="connsiteY93363"/>
              </a:cxn>
              <a:cxn ang="0">
                <a:pos x="connsiteX93364" y="connsiteY93364"/>
              </a:cxn>
              <a:cxn ang="0">
                <a:pos x="connsiteX93365" y="connsiteY93365"/>
              </a:cxn>
              <a:cxn ang="0">
                <a:pos x="connsiteX93366" y="connsiteY93366"/>
              </a:cxn>
              <a:cxn ang="0">
                <a:pos x="connsiteX93367" y="connsiteY93367"/>
              </a:cxn>
              <a:cxn ang="0">
                <a:pos x="connsiteX93368" y="connsiteY93368"/>
              </a:cxn>
              <a:cxn ang="0">
                <a:pos x="connsiteX93369" y="connsiteY93369"/>
              </a:cxn>
              <a:cxn ang="0">
                <a:pos x="connsiteX93370" y="connsiteY93370"/>
              </a:cxn>
              <a:cxn ang="0">
                <a:pos x="connsiteX93371" y="connsiteY93371"/>
              </a:cxn>
              <a:cxn ang="0">
                <a:pos x="connsiteX93372" y="connsiteY93372"/>
              </a:cxn>
              <a:cxn ang="0">
                <a:pos x="connsiteX93373" y="connsiteY93373"/>
              </a:cxn>
              <a:cxn ang="0">
                <a:pos x="connsiteX93374" y="connsiteY93374"/>
              </a:cxn>
              <a:cxn ang="0">
                <a:pos x="connsiteX93375" y="connsiteY93375"/>
              </a:cxn>
              <a:cxn ang="0">
                <a:pos x="connsiteX93376" y="connsiteY93376"/>
              </a:cxn>
              <a:cxn ang="0">
                <a:pos x="connsiteX93377" y="connsiteY93377"/>
              </a:cxn>
              <a:cxn ang="0">
                <a:pos x="connsiteX93378" y="connsiteY93378"/>
              </a:cxn>
              <a:cxn ang="0">
                <a:pos x="connsiteX93379" y="connsiteY93379"/>
              </a:cxn>
              <a:cxn ang="0">
                <a:pos x="connsiteX93380" y="connsiteY93380"/>
              </a:cxn>
              <a:cxn ang="0">
                <a:pos x="connsiteX93381" y="connsiteY93381"/>
              </a:cxn>
              <a:cxn ang="0">
                <a:pos x="connsiteX93382" y="connsiteY93382"/>
              </a:cxn>
              <a:cxn ang="0">
                <a:pos x="connsiteX93383" y="connsiteY93383"/>
              </a:cxn>
              <a:cxn ang="0">
                <a:pos x="connsiteX93384" y="connsiteY93384"/>
              </a:cxn>
              <a:cxn ang="0">
                <a:pos x="connsiteX93385" y="connsiteY93385"/>
              </a:cxn>
              <a:cxn ang="0">
                <a:pos x="connsiteX93386" y="connsiteY93386"/>
              </a:cxn>
              <a:cxn ang="0">
                <a:pos x="connsiteX93387" y="connsiteY93387"/>
              </a:cxn>
              <a:cxn ang="0">
                <a:pos x="connsiteX93388" y="connsiteY93388"/>
              </a:cxn>
              <a:cxn ang="0">
                <a:pos x="connsiteX93389" y="connsiteY93389"/>
              </a:cxn>
              <a:cxn ang="0">
                <a:pos x="connsiteX93390" y="connsiteY93390"/>
              </a:cxn>
              <a:cxn ang="0">
                <a:pos x="connsiteX93391" y="connsiteY93391"/>
              </a:cxn>
              <a:cxn ang="0">
                <a:pos x="connsiteX93392" y="connsiteY93392"/>
              </a:cxn>
              <a:cxn ang="0">
                <a:pos x="connsiteX93393" y="connsiteY93393"/>
              </a:cxn>
              <a:cxn ang="0">
                <a:pos x="connsiteX93394" y="connsiteY93394"/>
              </a:cxn>
              <a:cxn ang="0">
                <a:pos x="connsiteX93395" y="connsiteY93395"/>
              </a:cxn>
              <a:cxn ang="0">
                <a:pos x="connsiteX93396" y="connsiteY93396"/>
              </a:cxn>
              <a:cxn ang="0">
                <a:pos x="connsiteX93397" y="connsiteY93397"/>
              </a:cxn>
              <a:cxn ang="0">
                <a:pos x="connsiteX93398" y="connsiteY93398"/>
              </a:cxn>
              <a:cxn ang="0">
                <a:pos x="connsiteX93399" y="connsiteY93399"/>
              </a:cxn>
              <a:cxn ang="0">
                <a:pos x="connsiteX93400" y="connsiteY93400"/>
              </a:cxn>
              <a:cxn ang="0">
                <a:pos x="connsiteX93401" y="connsiteY93401"/>
              </a:cxn>
              <a:cxn ang="0">
                <a:pos x="connsiteX93402" y="connsiteY93402"/>
              </a:cxn>
              <a:cxn ang="0">
                <a:pos x="connsiteX93403" y="connsiteY93403"/>
              </a:cxn>
              <a:cxn ang="0">
                <a:pos x="connsiteX93404" y="connsiteY93404"/>
              </a:cxn>
              <a:cxn ang="0">
                <a:pos x="connsiteX93405" y="connsiteY93405"/>
              </a:cxn>
              <a:cxn ang="0">
                <a:pos x="connsiteX93406" y="connsiteY93406"/>
              </a:cxn>
              <a:cxn ang="0">
                <a:pos x="connsiteX93407" y="connsiteY93407"/>
              </a:cxn>
              <a:cxn ang="0">
                <a:pos x="connsiteX93408" y="connsiteY93408"/>
              </a:cxn>
              <a:cxn ang="0">
                <a:pos x="connsiteX93409" y="connsiteY93409"/>
              </a:cxn>
              <a:cxn ang="0">
                <a:pos x="connsiteX93410" y="connsiteY93410"/>
              </a:cxn>
              <a:cxn ang="0">
                <a:pos x="connsiteX93411" y="connsiteY93411"/>
              </a:cxn>
              <a:cxn ang="0">
                <a:pos x="connsiteX93412" y="connsiteY93412"/>
              </a:cxn>
              <a:cxn ang="0">
                <a:pos x="connsiteX93413" y="connsiteY93413"/>
              </a:cxn>
              <a:cxn ang="0">
                <a:pos x="connsiteX93414" y="connsiteY93414"/>
              </a:cxn>
              <a:cxn ang="0">
                <a:pos x="connsiteX93415" y="connsiteY93415"/>
              </a:cxn>
              <a:cxn ang="0">
                <a:pos x="connsiteX93416" y="connsiteY93416"/>
              </a:cxn>
              <a:cxn ang="0">
                <a:pos x="connsiteX93417" y="connsiteY93417"/>
              </a:cxn>
              <a:cxn ang="0">
                <a:pos x="connsiteX93418" y="connsiteY93418"/>
              </a:cxn>
              <a:cxn ang="0">
                <a:pos x="connsiteX93419" y="connsiteY93419"/>
              </a:cxn>
              <a:cxn ang="0">
                <a:pos x="connsiteX93420" y="connsiteY93420"/>
              </a:cxn>
              <a:cxn ang="0">
                <a:pos x="connsiteX93421" y="connsiteY93421"/>
              </a:cxn>
              <a:cxn ang="0">
                <a:pos x="connsiteX93422" y="connsiteY93422"/>
              </a:cxn>
              <a:cxn ang="0">
                <a:pos x="connsiteX93423" y="connsiteY93423"/>
              </a:cxn>
              <a:cxn ang="0">
                <a:pos x="connsiteX93424" y="connsiteY93424"/>
              </a:cxn>
              <a:cxn ang="0">
                <a:pos x="connsiteX93425" y="connsiteY93425"/>
              </a:cxn>
              <a:cxn ang="0">
                <a:pos x="connsiteX93426" y="connsiteY93426"/>
              </a:cxn>
              <a:cxn ang="0">
                <a:pos x="connsiteX93427" y="connsiteY93427"/>
              </a:cxn>
              <a:cxn ang="0">
                <a:pos x="connsiteX93428" y="connsiteY93428"/>
              </a:cxn>
              <a:cxn ang="0">
                <a:pos x="connsiteX93429" y="connsiteY93429"/>
              </a:cxn>
              <a:cxn ang="0">
                <a:pos x="connsiteX93430" y="connsiteY93430"/>
              </a:cxn>
              <a:cxn ang="0">
                <a:pos x="connsiteX93431" y="connsiteY93431"/>
              </a:cxn>
              <a:cxn ang="0">
                <a:pos x="connsiteX93432" y="connsiteY93432"/>
              </a:cxn>
              <a:cxn ang="0">
                <a:pos x="connsiteX93433" y="connsiteY93433"/>
              </a:cxn>
              <a:cxn ang="0">
                <a:pos x="connsiteX93434" y="connsiteY93434"/>
              </a:cxn>
              <a:cxn ang="0">
                <a:pos x="connsiteX93435" y="connsiteY93435"/>
              </a:cxn>
              <a:cxn ang="0">
                <a:pos x="connsiteX93436" y="connsiteY93436"/>
              </a:cxn>
              <a:cxn ang="0">
                <a:pos x="connsiteX93437" y="connsiteY93437"/>
              </a:cxn>
              <a:cxn ang="0">
                <a:pos x="connsiteX93438" y="connsiteY93438"/>
              </a:cxn>
              <a:cxn ang="0">
                <a:pos x="connsiteX93439" y="connsiteY93439"/>
              </a:cxn>
              <a:cxn ang="0">
                <a:pos x="connsiteX93440" y="connsiteY93440"/>
              </a:cxn>
              <a:cxn ang="0">
                <a:pos x="connsiteX93441" y="connsiteY93441"/>
              </a:cxn>
              <a:cxn ang="0">
                <a:pos x="connsiteX93442" y="connsiteY93442"/>
              </a:cxn>
              <a:cxn ang="0">
                <a:pos x="connsiteX93443" y="connsiteY93443"/>
              </a:cxn>
              <a:cxn ang="0">
                <a:pos x="connsiteX93444" y="connsiteY93444"/>
              </a:cxn>
              <a:cxn ang="0">
                <a:pos x="connsiteX93445" y="connsiteY93445"/>
              </a:cxn>
              <a:cxn ang="0">
                <a:pos x="connsiteX93446" y="connsiteY93446"/>
              </a:cxn>
              <a:cxn ang="0">
                <a:pos x="connsiteX93447" y="connsiteY93447"/>
              </a:cxn>
              <a:cxn ang="0">
                <a:pos x="connsiteX93448" y="connsiteY93448"/>
              </a:cxn>
              <a:cxn ang="0">
                <a:pos x="connsiteX93449" y="connsiteY93449"/>
              </a:cxn>
              <a:cxn ang="0">
                <a:pos x="connsiteX93450" y="connsiteY93450"/>
              </a:cxn>
              <a:cxn ang="0">
                <a:pos x="connsiteX93451" y="connsiteY93451"/>
              </a:cxn>
              <a:cxn ang="0">
                <a:pos x="connsiteX93452" y="connsiteY93452"/>
              </a:cxn>
              <a:cxn ang="0">
                <a:pos x="connsiteX93453" y="connsiteY93453"/>
              </a:cxn>
              <a:cxn ang="0">
                <a:pos x="connsiteX93454" y="connsiteY93454"/>
              </a:cxn>
              <a:cxn ang="0">
                <a:pos x="connsiteX93455" y="connsiteY93455"/>
              </a:cxn>
              <a:cxn ang="0">
                <a:pos x="connsiteX93456" y="connsiteY93456"/>
              </a:cxn>
              <a:cxn ang="0">
                <a:pos x="connsiteX93457" y="connsiteY93457"/>
              </a:cxn>
              <a:cxn ang="0">
                <a:pos x="connsiteX93458" y="connsiteY93458"/>
              </a:cxn>
              <a:cxn ang="0">
                <a:pos x="connsiteX93459" y="connsiteY93459"/>
              </a:cxn>
              <a:cxn ang="0">
                <a:pos x="connsiteX93460" y="connsiteY93460"/>
              </a:cxn>
              <a:cxn ang="0">
                <a:pos x="connsiteX93461" y="connsiteY93461"/>
              </a:cxn>
              <a:cxn ang="0">
                <a:pos x="connsiteX93462" y="connsiteY93462"/>
              </a:cxn>
              <a:cxn ang="0">
                <a:pos x="connsiteX93463" y="connsiteY93463"/>
              </a:cxn>
              <a:cxn ang="0">
                <a:pos x="connsiteX93464" y="connsiteY93464"/>
              </a:cxn>
              <a:cxn ang="0">
                <a:pos x="connsiteX93465" y="connsiteY93465"/>
              </a:cxn>
              <a:cxn ang="0">
                <a:pos x="connsiteX93466" y="connsiteY93466"/>
              </a:cxn>
              <a:cxn ang="0">
                <a:pos x="connsiteX93467" y="connsiteY93467"/>
              </a:cxn>
              <a:cxn ang="0">
                <a:pos x="connsiteX93468" y="connsiteY93468"/>
              </a:cxn>
              <a:cxn ang="0">
                <a:pos x="connsiteX93469" y="connsiteY93469"/>
              </a:cxn>
              <a:cxn ang="0">
                <a:pos x="connsiteX93470" y="connsiteY93470"/>
              </a:cxn>
              <a:cxn ang="0">
                <a:pos x="connsiteX93471" y="connsiteY93471"/>
              </a:cxn>
              <a:cxn ang="0">
                <a:pos x="connsiteX93472" y="connsiteY93472"/>
              </a:cxn>
              <a:cxn ang="0">
                <a:pos x="connsiteX93473" y="connsiteY93473"/>
              </a:cxn>
              <a:cxn ang="0">
                <a:pos x="connsiteX93474" y="connsiteY93474"/>
              </a:cxn>
              <a:cxn ang="0">
                <a:pos x="connsiteX93475" y="connsiteY93475"/>
              </a:cxn>
              <a:cxn ang="0">
                <a:pos x="connsiteX93476" y="connsiteY93476"/>
              </a:cxn>
              <a:cxn ang="0">
                <a:pos x="connsiteX93477" y="connsiteY93477"/>
              </a:cxn>
              <a:cxn ang="0">
                <a:pos x="connsiteX93478" y="connsiteY93478"/>
              </a:cxn>
              <a:cxn ang="0">
                <a:pos x="connsiteX93479" y="connsiteY93479"/>
              </a:cxn>
              <a:cxn ang="0">
                <a:pos x="connsiteX93480" y="connsiteY93480"/>
              </a:cxn>
              <a:cxn ang="0">
                <a:pos x="connsiteX93481" y="connsiteY93481"/>
              </a:cxn>
              <a:cxn ang="0">
                <a:pos x="connsiteX93482" y="connsiteY93482"/>
              </a:cxn>
              <a:cxn ang="0">
                <a:pos x="connsiteX93483" y="connsiteY93483"/>
              </a:cxn>
              <a:cxn ang="0">
                <a:pos x="connsiteX93484" y="connsiteY93484"/>
              </a:cxn>
              <a:cxn ang="0">
                <a:pos x="connsiteX93485" y="connsiteY93485"/>
              </a:cxn>
              <a:cxn ang="0">
                <a:pos x="connsiteX93486" y="connsiteY93486"/>
              </a:cxn>
              <a:cxn ang="0">
                <a:pos x="connsiteX93487" y="connsiteY93487"/>
              </a:cxn>
              <a:cxn ang="0">
                <a:pos x="connsiteX93488" y="connsiteY93488"/>
              </a:cxn>
              <a:cxn ang="0">
                <a:pos x="connsiteX93489" y="connsiteY93489"/>
              </a:cxn>
              <a:cxn ang="0">
                <a:pos x="connsiteX93490" y="connsiteY93490"/>
              </a:cxn>
              <a:cxn ang="0">
                <a:pos x="connsiteX93491" y="connsiteY93491"/>
              </a:cxn>
              <a:cxn ang="0">
                <a:pos x="connsiteX93492" y="connsiteY93492"/>
              </a:cxn>
              <a:cxn ang="0">
                <a:pos x="connsiteX93493" y="connsiteY93493"/>
              </a:cxn>
              <a:cxn ang="0">
                <a:pos x="connsiteX93494" y="connsiteY93494"/>
              </a:cxn>
              <a:cxn ang="0">
                <a:pos x="connsiteX93495" y="connsiteY93495"/>
              </a:cxn>
              <a:cxn ang="0">
                <a:pos x="connsiteX93496" y="connsiteY93496"/>
              </a:cxn>
              <a:cxn ang="0">
                <a:pos x="connsiteX93497" y="connsiteY93497"/>
              </a:cxn>
              <a:cxn ang="0">
                <a:pos x="connsiteX93498" y="connsiteY93498"/>
              </a:cxn>
              <a:cxn ang="0">
                <a:pos x="connsiteX93499" y="connsiteY93499"/>
              </a:cxn>
              <a:cxn ang="0">
                <a:pos x="connsiteX93500" y="connsiteY93500"/>
              </a:cxn>
              <a:cxn ang="0">
                <a:pos x="connsiteX93501" y="connsiteY93501"/>
              </a:cxn>
              <a:cxn ang="0">
                <a:pos x="connsiteX93502" y="connsiteY93502"/>
              </a:cxn>
              <a:cxn ang="0">
                <a:pos x="connsiteX93503" y="connsiteY93503"/>
              </a:cxn>
              <a:cxn ang="0">
                <a:pos x="connsiteX93504" y="connsiteY93504"/>
              </a:cxn>
              <a:cxn ang="0">
                <a:pos x="connsiteX93505" y="connsiteY93505"/>
              </a:cxn>
              <a:cxn ang="0">
                <a:pos x="connsiteX93506" y="connsiteY93506"/>
              </a:cxn>
              <a:cxn ang="0">
                <a:pos x="connsiteX93507" y="connsiteY93507"/>
              </a:cxn>
              <a:cxn ang="0">
                <a:pos x="connsiteX93508" y="connsiteY93508"/>
              </a:cxn>
              <a:cxn ang="0">
                <a:pos x="connsiteX93509" y="connsiteY93509"/>
              </a:cxn>
              <a:cxn ang="0">
                <a:pos x="connsiteX93510" y="connsiteY93510"/>
              </a:cxn>
              <a:cxn ang="0">
                <a:pos x="connsiteX93511" y="connsiteY93511"/>
              </a:cxn>
              <a:cxn ang="0">
                <a:pos x="connsiteX93512" y="connsiteY93512"/>
              </a:cxn>
              <a:cxn ang="0">
                <a:pos x="connsiteX93513" y="connsiteY93513"/>
              </a:cxn>
              <a:cxn ang="0">
                <a:pos x="connsiteX93514" y="connsiteY93514"/>
              </a:cxn>
              <a:cxn ang="0">
                <a:pos x="connsiteX93515" y="connsiteY93515"/>
              </a:cxn>
              <a:cxn ang="0">
                <a:pos x="connsiteX93516" y="connsiteY93516"/>
              </a:cxn>
              <a:cxn ang="0">
                <a:pos x="connsiteX93517" y="connsiteY93517"/>
              </a:cxn>
              <a:cxn ang="0">
                <a:pos x="connsiteX93518" y="connsiteY93518"/>
              </a:cxn>
              <a:cxn ang="0">
                <a:pos x="connsiteX93519" y="connsiteY93519"/>
              </a:cxn>
              <a:cxn ang="0">
                <a:pos x="connsiteX93520" y="connsiteY93520"/>
              </a:cxn>
              <a:cxn ang="0">
                <a:pos x="connsiteX93521" y="connsiteY93521"/>
              </a:cxn>
              <a:cxn ang="0">
                <a:pos x="connsiteX93522" y="connsiteY93522"/>
              </a:cxn>
              <a:cxn ang="0">
                <a:pos x="connsiteX93523" y="connsiteY93523"/>
              </a:cxn>
              <a:cxn ang="0">
                <a:pos x="connsiteX93524" y="connsiteY93524"/>
              </a:cxn>
              <a:cxn ang="0">
                <a:pos x="connsiteX93525" y="connsiteY93525"/>
              </a:cxn>
              <a:cxn ang="0">
                <a:pos x="connsiteX93526" y="connsiteY93526"/>
              </a:cxn>
              <a:cxn ang="0">
                <a:pos x="connsiteX93527" y="connsiteY93527"/>
              </a:cxn>
              <a:cxn ang="0">
                <a:pos x="connsiteX93528" y="connsiteY93528"/>
              </a:cxn>
              <a:cxn ang="0">
                <a:pos x="connsiteX93529" y="connsiteY93529"/>
              </a:cxn>
              <a:cxn ang="0">
                <a:pos x="connsiteX93530" y="connsiteY93530"/>
              </a:cxn>
              <a:cxn ang="0">
                <a:pos x="connsiteX93531" y="connsiteY93531"/>
              </a:cxn>
              <a:cxn ang="0">
                <a:pos x="connsiteX93532" y="connsiteY93532"/>
              </a:cxn>
              <a:cxn ang="0">
                <a:pos x="connsiteX93533" y="connsiteY93533"/>
              </a:cxn>
              <a:cxn ang="0">
                <a:pos x="connsiteX93534" y="connsiteY93534"/>
              </a:cxn>
              <a:cxn ang="0">
                <a:pos x="connsiteX93535" y="connsiteY93535"/>
              </a:cxn>
              <a:cxn ang="0">
                <a:pos x="connsiteX93536" y="connsiteY93536"/>
              </a:cxn>
              <a:cxn ang="0">
                <a:pos x="connsiteX93537" y="connsiteY93537"/>
              </a:cxn>
              <a:cxn ang="0">
                <a:pos x="connsiteX93538" y="connsiteY93538"/>
              </a:cxn>
              <a:cxn ang="0">
                <a:pos x="connsiteX93539" y="connsiteY93539"/>
              </a:cxn>
              <a:cxn ang="0">
                <a:pos x="connsiteX93540" y="connsiteY93540"/>
              </a:cxn>
              <a:cxn ang="0">
                <a:pos x="connsiteX93541" y="connsiteY93541"/>
              </a:cxn>
              <a:cxn ang="0">
                <a:pos x="connsiteX93542" y="connsiteY93542"/>
              </a:cxn>
              <a:cxn ang="0">
                <a:pos x="connsiteX93543" y="connsiteY93543"/>
              </a:cxn>
              <a:cxn ang="0">
                <a:pos x="connsiteX93544" y="connsiteY93544"/>
              </a:cxn>
              <a:cxn ang="0">
                <a:pos x="connsiteX93545" y="connsiteY93545"/>
              </a:cxn>
              <a:cxn ang="0">
                <a:pos x="connsiteX93546" y="connsiteY93546"/>
              </a:cxn>
              <a:cxn ang="0">
                <a:pos x="connsiteX93547" y="connsiteY93547"/>
              </a:cxn>
              <a:cxn ang="0">
                <a:pos x="connsiteX93548" y="connsiteY93548"/>
              </a:cxn>
              <a:cxn ang="0">
                <a:pos x="connsiteX93549" y="connsiteY93549"/>
              </a:cxn>
              <a:cxn ang="0">
                <a:pos x="connsiteX93550" y="connsiteY93550"/>
              </a:cxn>
              <a:cxn ang="0">
                <a:pos x="connsiteX93551" y="connsiteY93551"/>
              </a:cxn>
              <a:cxn ang="0">
                <a:pos x="connsiteX93552" y="connsiteY93552"/>
              </a:cxn>
              <a:cxn ang="0">
                <a:pos x="connsiteX93553" y="connsiteY93553"/>
              </a:cxn>
              <a:cxn ang="0">
                <a:pos x="connsiteX93554" y="connsiteY93554"/>
              </a:cxn>
              <a:cxn ang="0">
                <a:pos x="connsiteX93555" y="connsiteY93555"/>
              </a:cxn>
              <a:cxn ang="0">
                <a:pos x="connsiteX93556" y="connsiteY93556"/>
              </a:cxn>
              <a:cxn ang="0">
                <a:pos x="connsiteX93557" y="connsiteY93557"/>
              </a:cxn>
              <a:cxn ang="0">
                <a:pos x="connsiteX93558" y="connsiteY93558"/>
              </a:cxn>
              <a:cxn ang="0">
                <a:pos x="connsiteX93559" y="connsiteY93559"/>
              </a:cxn>
              <a:cxn ang="0">
                <a:pos x="connsiteX93560" y="connsiteY93560"/>
              </a:cxn>
              <a:cxn ang="0">
                <a:pos x="connsiteX93561" y="connsiteY93561"/>
              </a:cxn>
              <a:cxn ang="0">
                <a:pos x="connsiteX93562" y="connsiteY93562"/>
              </a:cxn>
              <a:cxn ang="0">
                <a:pos x="connsiteX93563" y="connsiteY93563"/>
              </a:cxn>
              <a:cxn ang="0">
                <a:pos x="connsiteX93564" y="connsiteY93564"/>
              </a:cxn>
              <a:cxn ang="0">
                <a:pos x="connsiteX93565" y="connsiteY93565"/>
              </a:cxn>
              <a:cxn ang="0">
                <a:pos x="connsiteX93566" y="connsiteY93566"/>
              </a:cxn>
              <a:cxn ang="0">
                <a:pos x="connsiteX93567" y="connsiteY93567"/>
              </a:cxn>
              <a:cxn ang="0">
                <a:pos x="connsiteX93568" y="connsiteY93568"/>
              </a:cxn>
              <a:cxn ang="0">
                <a:pos x="connsiteX93569" y="connsiteY93569"/>
              </a:cxn>
              <a:cxn ang="0">
                <a:pos x="connsiteX93570" y="connsiteY93570"/>
              </a:cxn>
              <a:cxn ang="0">
                <a:pos x="connsiteX93571" y="connsiteY93571"/>
              </a:cxn>
              <a:cxn ang="0">
                <a:pos x="connsiteX93572" y="connsiteY93572"/>
              </a:cxn>
              <a:cxn ang="0">
                <a:pos x="connsiteX93573" y="connsiteY93573"/>
              </a:cxn>
              <a:cxn ang="0">
                <a:pos x="connsiteX93574" y="connsiteY93574"/>
              </a:cxn>
              <a:cxn ang="0">
                <a:pos x="connsiteX93575" y="connsiteY93575"/>
              </a:cxn>
              <a:cxn ang="0">
                <a:pos x="connsiteX93576" y="connsiteY93576"/>
              </a:cxn>
              <a:cxn ang="0">
                <a:pos x="connsiteX93577" y="connsiteY93577"/>
              </a:cxn>
              <a:cxn ang="0">
                <a:pos x="connsiteX93578" y="connsiteY93578"/>
              </a:cxn>
              <a:cxn ang="0">
                <a:pos x="connsiteX93579" y="connsiteY93579"/>
              </a:cxn>
              <a:cxn ang="0">
                <a:pos x="connsiteX93580" y="connsiteY93580"/>
              </a:cxn>
              <a:cxn ang="0">
                <a:pos x="connsiteX93581" y="connsiteY93581"/>
              </a:cxn>
              <a:cxn ang="0">
                <a:pos x="connsiteX93582" y="connsiteY93582"/>
              </a:cxn>
              <a:cxn ang="0">
                <a:pos x="connsiteX93583" y="connsiteY93583"/>
              </a:cxn>
              <a:cxn ang="0">
                <a:pos x="connsiteX93584" y="connsiteY93584"/>
              </a:cxn>
              <a:cxn ang="0">
                <a:pos x="connsiteX93585" y="connsiteY93585"/>
              </a:cxn>
              <a:cxn ang="0">
                <a:pos x="connsiteX93586" y="connsiteY93586"/>
              </a:cxn>
              <a:cxn ang="0">
                <a:pos x="connsiteX93587" y="connsiteY93587"/>
              </a:cxn>
              <a:cxn ang="0">
                <a:pos x="connsiteX93588" y="connsiteY93588"/>
              </a:cxn>
              <a:cxn ang="0">
                <a:pos x="connsiteX93589" y="connsiteY93589"/>
              </a:cxn>
              <a:cxn ang="0">
                <a:pos x="connsiteX93590" y="connsiteY93590"/>
              </a:cxn>
              <a:cxn ang="0">
                <a:pos x="connsiteX93591" y="connsiteY93591"/>
              </a:cxn>
              <a:cxn ang="0">
                <a:pos x="connsiteX93592" y="connsiteY93592"/>
              </a:cxn>
              <a:cxn ang="0">
                <a:pos x="connsiteX93593" y="connsiteY93593"/>
              </a:cxn>
              <a:cxn ang="0">
                <a:pos x="connsiteX93594" y="connsiteY93594"/>
              </a:cxn>
              <a:cxn ang="0">
                <a:pos x="connsiteX93595" y="connsiteY93595"/>
              </a:cxn>
              <a:cxn ang="0">
                <a:pos x="connsiteX93596" y="connsiteY93596"/>
              </a:cxn>
              <a:cxn ang="0">
                <a:pos x="connsiteX93597" y="connsiteY93597"/>
              </a:cxn>
              <a:cxn ang="0">
                <a:pos x="connsiteX93598" y="connsiteY93598"/>
              </a:cxn>
              <a:cxn ang="0">
                <a:pos x="connsiteX93599" y="connsiteY93599"/>
              </a:cxn>
              <a:cxn ang="0">
                <a:pos x="connsiteX93600" y="connsiteY93600"/>
              </a:cxn>
              <a:cxn ang="0">
                <a:pos x="connsiteX93601" y="connsiteY93601"/>
              </a:cxn>
              <a:cxn ang="0">
                <a:pos x="connsiteX93602" y="connsiteY93602"/>
              </a:cxn>
              <a:cxn ang="0">
                <a:pos x="connsiteX93603" y="connsiteY93603"/>
              </a:cxn>
              <a:cxn ang="0">
                <a:pos x="connsiteX93604" y="connsiteY93604"/>
              </a:cxn>
              <a:cxn ang="0">
                <a:pos x="connsiteX93605" y="connsiteY93605"/>
              </a:cxn>
              <a:cxn ang="0">
                <a:pos x="connsiteX93606" y="connsiteY93606"/>
              </a:cxn>
              <a:cxn ang="0">
                <a:pos x="connsiteX93607" y="connsiteY93607"/>
              </a:cxn>
              <a:cxn ang="0">
                <a:pos x="connsiteX93608" y="connsiteY93608"/>
              </a:cxn>
              <a:cxn ang="0">
                <a:pos x="connsiteX93609" y="connsiteY93609"/>
              </a:cxn>
              <a:cxn ang="0">
                <a:pos x="connsiteX93610" y="connsiteY93610"/>
              </a:cxn>
              <a:cxn ang="0">
                <a:pos x="connsiteX93611" y="connsiteY93611"/>
              </a:cxn>
              <a:cxn ang="0">
                <a:pos x="connsiteX93612" y="connsiteY93612"/>
              </a:cxn>
              <a:cxn ang="0">
                <a:pos x="connsiteX93613" y="connsiteY93613"/>
              </a:cxn>
              <a:cxn ang="0">
                <a:pos x="connsiteX93614" y="connsiteY93614"/>
              </a:cxn>
              <a:cxn ang="0">
                <a:pos x="connsiteX93615" y="connsiteY93615"/>
              </a:cxn>
              <a:cxn ang="0">
                <a:pos x="connsiteX93616" y="connsiteY93616"/>
              </a:cxn>
              <a:cxn ang="0">
                <a:pos x="connsiteX93617" y="connsiteY93617"/>
              </a:cxn>
              <a:cxn ang="0">
                <a:pos x="connsiteX93618" y="connsiteY93618"/>
              </a:cxn>
              <a:cxn ang="0">
                <a:pos x="connsiteX93619" y="connsiteY93619"/>
              </a:cxn>
              <a:cxn ang="0">
                <a:pos x="connsiteX93620" y="connsiteY93620"/>
              </a:cxn>
              <a:cxn ang="0">
                <a:pos x="connsiteX93621" y="connsiteY93621"/>
              </a:cxn>
              <a:cxn ang="0">
                <a:pos x="connsiteX93622" y="connsiteY93622"/>
              </a:cxn>
              <a:cxn ang="0">
                <a:pos x="connsiteX93623" y="connsiteY93623"/>
              </a:cxn>
              <a:cxn ang="0">
                <a:pos x="connsiteX93624" y="connsiteY93624"/>
              </a:cxn>
              <a:cxn ang="0">
                <a:pos x="connsiteX93625" y="connsiteY93625"/>
              </a:cxn>
              <a:cxn ang="0">
                <a:pos x="connsiteX93626" y="connsiteY93626"/>
              </a:cxn>
              <a:cxn ang="0">
                <a:pos x="connsiteX93627" y="connsiteY93627"/>
              </a:cxn>
              <a:cxn ang="0">
                <a:pos x="connsiteX93628" y="connsiteY93628"/>
              </a:cxn>
              <a:cxn ang="0">
                <a:pos x="connsiteX93629" y="connsiteY93629"/>
              </a:cxn>
              <a:cxn ang="0">
                <a:pos x="connsiteX93630" y="connsiteY93630"/>
              </a:cxn>
              <a:cxn ang="0">
                <a:pos x="connsiteX93631" y="connsiteY93631"/>
              </a:cxn>
              <a:cxn ang="0">
                <a:pos x="connsiteX93632" y="connsiteY93632"/>
              </a:cxn>
              <a:cxn ang="0">
                <a:pos x="connsiteX93633" y="connsiteY93633"/>
              </a:cxn>
              <a:cxn ang="0">
                <a:pos x="connsiteX93634" y="connsiteY93634"/>
              </a:cxn>
              <a:cxn ang="0">
                <a:pos x="connsiteX93635" y="connsiteY93635"/>
              </a:cxn>
              <a:cxn ang="0">
                <a:pos x="connsiteX93636" y="connsiteY93636"/>
              </a:cxn>
              <a:cxn ang="0">
                <a:pos x="connsiteX93637" y="connsiteY93637"/>
              </a:cxn>
              <a:cxn ang="0">
                <a:pos x="connsiteX93638" y="connsiteY93638"/>
              </a:cxn>
              <a:cxn ang="0">
                <a:pos x="connsiteX93639" y="connsiteY93639"/>
              </a:cxn>
              <a:cxn ang="0">
                <a:pos x="connsiteX93640" y="connsiteY93640"/>
              </a:cxn>
              <a:cxn ang="0">
                <a:pos x="connsiteX93641" y="connsiteY93641"/>
              </a:cxn>
              <a:cxn ang="0">
                <a:pos x="connsiteX93642" y="connsiteY93642"/>
              </a:cxn>
              <a:cxn ang="0">
                <a:pos x="connsiteX93643" y="connsiteY93643"/>
              </a:cxn>
              <a:cxn ang="0">
                <a:pos x="connsiteX93644" y="connsiteY93644"/>
              </a:cxn>
              <a:cxn ang="0">
                <a:pos x="connsiteX93645" y="connsiteY93645"/>
              </a:cxn>
              <a:cxn ang="0">
                <a:pos x="connsiteX93646" y="connsiteY93646"/>
              </a:cxn>
              <a:cxn ang="0">
                <a:pos x="connsiteX93647" y="connsiteY93647"/>
              </a:cxn>
              <a:cxn ang="0">
                <a:pos x="connsiteX93648" y="connsiteY93648"/>
              </a:cxn>
              <a:cxn ang="0">
                <a:pos x="connsiteX93649" y="connsiteY93649"/>
              </a:cxn>
              <a:cxn ang="0">
                <a:pos x="connsiteX93650" y="connsiteY93650"/>
              </a:cxn>
              <a:cxn ang="0">
                <a:pos x="connsiteX93651" y="connsiteY93651"/>
              </a:cxn>
              <a:cxn ang="0">
                <a:pos x="connsiteX93652" y="connsiteY93652"/>
              </a:cxn>
              <a:cxn ang="0">
                <a:pos x="connsiteX93653" y="connsiteY93653"/>
              </a:cxn>
              <a:cxn ang="0">
                <a:pos x="connsiteX93654" y="connsiteY93654"/>
              </a:cxn>
              <a:cxn ang="0">
                <a:pos x="connsiteX93655" y="connsiteY93655"/>
              </a:cxn>
              <a:cxn ang="0">
                <a:pos x="connsiteX93656" y="connsiteY93656"/>
              </a:cxn>
              <a:cxn ang="0">
                <a:pos x="connsiteX93657" y="connsiteY93657"/>
              </a:cxn>
              <a:cxn ang="0">
                <a:pos x="connsiteX93658" y="connsiteY93658"/>
              </a:cxn>
              <a:cxn ang="0">
                <a:pos x="connsiteX93659" y="connsiteY93659"/>
              </a:cxn>
              <a:cxn ang="0">
                <a:pos x="connsiteX93660" y="connsiteY93660"/>
              </a:cxn>
              <a:cxn ang="0">
                <a:pos x="connsiteX93661" y="connsiteY93661"/>
              </a:cxn>
              <a:cxn ang="0">
                <a:pos x="connsiteX93662" y="connsiteY93662"/>
              </a:cxn>
              <a:cxn ang="0">
                <a:pos x="connsiteX93663" y="connsiteY93663"/>
              </a:cxn>
              <a:cxn ang="0">
                <a:pos x="connsiteX93664" y="connsiteY93664"/>
              </a:cxn>
              <a:cxn ang="0">
                <a:pos x="connsiteX93665" y="connsiteY93665"/>
              </a:cxn>
              <a:cxn ang="0">
                <a:pos x="connsiteX93666" y="connsiteY93666"/>
              </a:cxn>
              <a:cxn ang="0">
                <a:pos x="connsiteX93667" y="connsiteY93667"/>
              </a:cxn>
              <a:cxn ang="0">
                <a:pos x="connsiteX93668" y="connsiteY93668"/>
              </a:cxn>
              <a:cxn ang="0">
                <a:pos x="connsiteX93669" y="connsiteY93669"/>
              </a:cxn>
              <a:cxn ang="0">
                <a:pos x="connsiteX93670" y="connsiteY93670"/>
              </a:cxn>
              <a:cxn ang="0">
                <a:pos x="connsiteX93671" y="connsiteY93671"/>
              </a:cxn>
              <a:cxn ang="0">
                <a:pos x="connsiteX93672" y="connsiteY93672"/>
              </a:cxn>
              <a:cxn ang="0">
                <a:pos x="connsiteX93673" y="connsiteY93673"/>
              </a:cxn>
              <a:cxn ang="0">
                <a:pos x="connsiteX93674" y="connsiteY93674"/>
              </a:cxn>
              <a:cxn ang="0">
                <a:pos x="connsiteX93675" y="connsiteY93675"/>
              </a:cxn>
              <a:cxn ang="0">
                <a:pos x="connsiteX93676" y="connsiteY93676"/>
              </a:cxn>
              <a:cxn ang="0">
                <a:pos x="connsiteX93677" y="connsiteY93677"/>
              </a:cxn>
              <a:cxn ang="0">
                <a:pos x="connsiteX93678" y="connsiteY93678"/>
              </a:cxn>
              <a:cxn ang="0">
                <a:pos x="connsiteX93679" y="connsiteY93679"/>
              </a:cxn>
              <a:cxn ang="0">
                <a:pos x="connsiteX93680" y="connsiteY93680"/>
              </a:cxn>
              <a:cxn ang="0">
                <a:pos x="connsiteX93681" y="connsiteY93681"/>
              </a:cxn>
              <a:cxn ang="0">
                <a:pos x="connsiteX93682" y="connsiteY93682"/>
              </a:cxn>
              <a:cxn ang="0">
                <a:pos x="connsiteX93683" y="connsiteY93683"/>
              </a:cxn>
              <a:cxn ang="0">
                <a:pos x="connsiteX93684" y="connsiteY93684"/>
              </a:cxn>
              <a:cxn ang="0">
                <a:pos x="connsiteX93685" y="connsiteY93685"/>
              </a:cxn>
              <a:cxn ang="0">
                <a:pos x="connsiteX93686" y="connsiteY93686"/>
              </a:cxn>
              <a:cxn ang="0">
                <a:pos x="connsiteX93687" y="connsiteY93687"/>
              </a:cxn>
              <a:cxn ang="0">
                <a:pos x="connsiteX93688" y="connsiteY93688"/>
              </a:cxn>
              <a:cxn ang="0">
                <a:pos x="connsiteX93689" y="connsiteY93689"/>
              </a:cxn>
              <a:cxn ang="0">
                <a:pos x="connsiteX93690" y="connsiteY93690"/>
              </a:cxn>
              <a:cxn ang="0">
                <a:pos x="connsiteX93691" y="connsiteY93691"/>
              </a:cxn>
              <a:cxn ang="0">
                <a:pos x="connsiteX93692" y="connsiteY93692"/>
              </a:cxn>
              <a:cxn ang="0">
                <a:pos x="connsiteX93693" y="connsiteY93693"/>
              </a:cxn>
              <a:cxn ang="0">
                <a:pos x="connsiteX93694" y="connsiteY93694"/>
              </a:cxn>
              <a:cxn ang="0">
                <a:pos x="connsiteX93695" y="connsiteY93695"/>
              </a:cxn>
              <a:cxn ang="0">
                <a:pos x="connsiteX93696" y="connsiteY93696"/>
              </a:cxn>
              <a:cxn ang="0">
                <a:pos x="connsiteX93697" y="connsiteY93697"/>
              </a:cxn>
              <a:cxn ang="0">
                <a:pos x="connsiteX93698" y="connsiteY93698"/>
              </a:cxn>
              <a:cxn ang="0">
                <a:pos x="connsiteX93699" y="connsiteY93699"/>
              </a:cxn>
              <a:cxn ang="0">
                <a:pos x="connsiteX93700" y="connsiteY93700"/>
              </a:cxn>
              <a:cxn ang="0">
                <a:pos x="connsiteX93701" y="connsiteY93701"/>
              </a:cxn>
              <a:cxn ang="0">
                <a:pos x="connsiteX93702" y="connsiteY93702"/>
              </a:cxn>
              <a:cxn ang="0">
                <a:pos x="connsiteX93703" y="connsiteY93703"/>
              </a:cxn>
              <a:cxn ang="0">
                <a:pos x="connsiteX93704" y="connsiteY93704"/>
              </a:cxn>
              <a:cxn ang="0">
                <a:pos x="connsiteX93705" y="connsiteY93705"/>
              </a:cxn>
              <a:cxn ang="0">
                <a:pos x="connsiteX93706" y="connsiteY93706"/>
              </a:cxn>
              <a:cxn ang="0">
                <a:pos x="connsiteX93707" y="connsiteY93707"/>
              </a:cxn>
              <a:cxn ang="0">
                <a:pos x="connsiteX93708" y="connsiteY93708"/>
              </a:cxn>
              <a:cxn ang="0">
                <a:pos x="connsiteX93709" y="connsiteY93709"/>
              </a:cxn>
              <a:cxn ang="0">
                <a:pos x="connsiteX93710" y="connsiteY93710"/>
              </a:cxn>
              <a:cxn ang="0">
                <a:pos x="connsiteX93711" y="connsiteY93711"/>
              </a:cxn>
              <a:cxn ang="0">
                <a:pos x="connsiteX93712" y="connsiteY93712"/>
              </a:cxn>
              <a:cxn ang="0">
                <a:pos x="connsiteX93713" y="connsiteY93713"/>
              </a:cxn>
              <a:cxn ang="0">
                <a:pos x="connsiteX93714" y="connsiteY93714"/>
              </a:cxn>
              <a:cxn ang="0">
                <a:pos x="connsiteX93715" y="connsiteY93715"/>
              </a:cxn>
              <a:cxn ang="0">
                <a:pos x="connsiteX93716" y="connsiteY93716"/>
              </a:cxn>
              <a:cxn ang="0">
                <a:pos x="connsiteX93717" y="connsiteY93717"/>
              </a:cxn>
              <a:cxn ang="0">
                <a:pos x="connsiteX93718" y="connsiteY93718"/>
              </a:cxn>
              <a:cxn ang="0">
                <a:pos x="connsiteX93719" y="connsiteY93719"/>
              </a:cxn>
              <a:cxn ang="0">
                <a:pos x="connsiteX93720" y="connsiteY93720"/>
              </a:cxn>
              <a:cxn ang="0">
                <a:pos x="connsiteX93721" y="connsiteY93721"/>
              </a:cxn>
              <a:cxn ang="0">
                <a:pos x="connsiteX93722" y="connsiteY93722"/>
              </a:cxn>
              <a:cxn ang="0">
                <a:pos x="connsiteX93723" y="connsiteY93723"/>
              </a:cxn>
              <a:cxn ang="0">
                <a:pos x="connsiteX93724" y="connsiteY93724"/>
              </a:cxn>
              <a:cxn ang="0">
                <a:pos x="connsiteX93725" y="connsiteY93725"/>
              </a:cxn>
              <a:cxn ang="0">
                <a:pos x="connsiteX93726" y="connsiteY93726"/>
              </a:cxn>
              <a:cxn ang="0">
                <a:pos x="connsiteX93727" y="connsiteY93727"/>
              </a:cxn>
              <a:cxn ang="0">
                <a:pos x="connsiteX93728" y="connsiteY93728"/>
              </a:cxn>
              <a:cxn ang="0">
                <a:pos x="connsiteX93729" y="connsiteY93729"/>
              </a:cxn>
              <a:cxn ang="0">
                <a:pos x="connsiteX93730" y="connsiteY93730"/>
              </a:cxn>
              <a:cxn ang="0">
                <a:pos x="connsiteX93731" y="connsiteY93731"/>
              </a:cxn>
              <a:cxn ang="0">
                <a:pos x="connsiteX93732" y="connsiteY93732"/>
              </a:cxn>
              <a:cxn ang="0">
                <a:pos x="connsiteX93733" y="connsiteY93733"/>
              </a:cxn>
              <a:cxn ang="0">
                <a:pos x="connsiteX93734" y="connsiteY93734"/>
              </a:cxn>
              <a:cxn ang="0">
                <a:pos x="connsiteX93735" y="connsiteY93735"/>
              </a:cxn>
              <a:cxn ang="0">
                <a:pos x="connsiteX93736" y="connsiteY93736"/>
              </a:cxn>
              <a:cxn ang="0">
                <a:pos x="connsiteX93737" y="connsiteY93737"/>
              </a:cxn>
              <a:cxn ang="0">
                <a:pos x="connsiteX93738" y="connsiteY93738"/>
              </a:cxn>
              <a:cxn ang="0">
                <a:pos x="connsiteX93739" y="connsiteY93739"/>
              </a:cxn>
              <a:cxn ang="0">
                <a:pos x="connsiteX93740" y="connsiteY93740"/>
              </a:cxn>
              <a:cxn ang="0">
                <a:pos x="connsiteX93741" y="connsiteY93741"/>
              </a:cxn>
              <a:cxn ang="0">
                <a:pos x="connsiteX93742" y="connsiteY93742"/>
              </a:cxn>
              <a:cxn ang="0">
                <a:pos x="connsiteX93743" y="connsiteY93743"/>
              </a:cxn>
              <a:cxn ang="0">
                <a:pos x="connsiteX93744" y="connsiteY93744"/>
              </a:cxn>
              <a:cxn ang="0">
                <a:pos x="connsiteX93745" y="connsiteY93745"/>
              </a:cxn>
              <a:cxn ang="0">
                <a:pos x="connsiteX93746" y="connsiteY93746"/>
              </a:cxn>
              <a:cxn ang="0">
                <a:pos x="connsiteX93747" y="connsiteY93747"/>
              </a:cxn>
              <a:cxn ang="0">
                <a:pos x="connsiteX93748" y="connsiteY93748"/>
              </a:cxn>
              <a:cxn ang="0">
                <a:pos x="connsiteX93749" y="connsiteY93749"/>
              </a:cxn>
              <a:cxn ang="0">
                <a:pos x="connsiteX93750" y="connsiteY93750"/>
              </a:cxn>
              <a:cxn ang="0">
                <a:pos x="connsiteX93751" y="connsiteY93751"/>
              </a:cxn>
              <a:cxn ang="0">
                <a:pos x="connsiteX93752" y="connsiteY93752"/>
              </a:cxn>
              <a:cxn ang="0">
                <a:pos x="connsiteX93753" y="connsiteY93753"/>
              </a:cxn>
              <a:cxn ang="0">
                <a:pos x="connsiteX93754" y="connsiteY93754"/>
              </a:cxn>
              <a:cxn ang="0">
                <a:pos x="connsiteX93755" y="connsiteY93755"/>
              </a:cxn>
              <a:cxn ang="0">
                <a:pos x="connsiteX93756" y="connsiteY93756"/>
              </a:cxn>
              <a:cxn ang="0">
                <a:pos x="connsiteX93757" y="connsiteY93757"/>
              </a:cxn>
              <a:cxn ang="0">
                <a:pos x="connsiteX93758" y="connsiteY93758"/>
              </a:cxn>
              <a:cxn ang="0">
                <a:pos x="connsiteX93759" y="connsiteY93759"/>
              </a:cxn>
              <a:cxn ang="0">
                <a:pos x="connsiteX93760" y="connsiteY93760"/>
              </a:cxn>
              <a:cxn ang="0">
                <a:pos x="connsiteX93761" y="connsiteY93761"/>
              </a:cxn>
              <a:cxn ang="0">
                <a:pos x="connsiteX93762" y="connsiteY93762"/>
              </a:cxn>
              <a:cxn ang="0">
                <a:pos x="connsiteX93763" y="connsiteY93763"/>
              </a:cxn>
              <a:cxn ang="0">
                <a:pos x="connsiteX93764" y="connsiteY93764"/>
              </a:cxn>
              <a:cxn ang="0">
                <a:pos x="connsiteX93765" y="connsiteY93765"/>
              </a:cxn>
              <a:cxn ang="0">
                <a:pos x="connsiteX93766" y="connsiteY93766"/>
              </a:cxn>
              <a:cxn ang="0">
                <a:pos x="connsiteX93767" y="connsiteY93767"/>
              </a:cxn>
              <a:cxn ang="0">
                <a:pos x="connsiteX93768" y="connsiteY93768"/>
              </a:cxn>
              <a:cxn ang="0">
                <a:pos x="connsiteX93769" y="connsiteY93769"/>
              </a:cxn>
              <a:cxn ang="0">
                <a:pos x="connsiteX93770" y="connsiteY93770"/>
              </a:cxn>
              <a:cxn ang="0">
                <a:pos x="connsiteX93771" y="connsiteY93771"/>
              </a:cxn>
              <a:cxn ang="0">
                <a:pos x="connsiteX93772" y="connsiteY93772"/>
              </a:cxn>
              <a:cxn ang="0">
                <a:pos x="connsiteX93773" y="connsiteY93773"/>
              </a:cxn>
              <a:cxn ang="0">
                <a:pos x="connsiteX93774" y="connsiteY93774"/>
              </a:cxn>
              <a:cxn ang="0">
                <a:pos x="connsiteX93775" y="connsiteY93775"/>
              </a:cxn>
              <a:cxn ang="0">
                <a:pos x="connsiteX93776" y="connsiteY93776"/>
              </a:cxn>
              <a:cxn ang="0">
                <a:pos x="connsiteX93777" y="connsiteY93777"/>
              </a:cxn>
              <a:cxn ang="0">
                <a:pos x="connsiteX93778" y="connsiteY93778"/>
              </a:cxn>
              <a:cxn ang="0">
                <a:pos x="connsiteX93779" y="connsiteY93779"/>
              </a:cxn>
              <a:cxn ang="0">
                <a:pos x="connsiteX93780" y="connsiteY93780"/>
              </a:cxn>
              <a:cxn ang="0">
                <a:pos x="connsiteX93781" y="connsiteY93781"/>
              </a:cxn>
              <a:cxn ang="0">
                <a:pos x="connsiteX93782" y="connsiteY93782"/>
              </a:cxn>
              <a:cxn ang="0">
                <a:pos x="connsiteX93783" y="connsiteY93783"/>
              </a:cxn>
              <a:cxn ang="0">
                <a:pos x="connsiteX93784" y="connsiteY93784"/>
              </a:cxn>
              <a:cxn ang="0">
                <a:pos x="connsiteX93785" y="connsiteY93785"/>
              </a:cxn>
              <a:cxn ang="0">
                <a:pos x="connsiteX93786" y="connsiteY93786"/>
              </a:cxn>
              <a:cxn ang="0">
                <a:pos x="connsiteX93787" y="connsiteY93787"/>
              </a:cxn>
              <a:cxn ang="0">
                <a:pos x="connsiteX93788" y="connsiteY93788"/>
              </a:cxn>
              <a:cxn ang="0">
                <a:pos x="connsiteX93789" y="connsiteY93789"/>
              </a:cxn>
              <a:cxn ang="0">
                <a:pos x="connsiteX93790" y="connsiteY93790"/>
              </a:cxn>
              <a:cxn ang="0">
                <a:pos x="connsiteX93791" y="connsiteY93791"/>
              </a:cxn>
              <a:cxn ang="0">
                <a:pos x="connsiteX93792" y="connsiteY93792"/>
              </a:cxn>
              <a:cxn ang="0">
                <a:pos x="connsiteX93793" y="connsiteY93793"/>
              </a:cxn>
              <a:cxn ang="0">
                <a:pos x="connsiteX93794" y="connsiteY93794"/>
              </a:cxn>
              <a:cxn ang="0">
                <a:pos x="connsiteX93795" y="connsiteY93795"/>
              </a:cxn>
              <a:cxn ang="0">
                <a:pos x="connsiteX93796" y="connsiteY93796"/>
              </a:cxn>
              <a:cxn ang="0">
                <a:pos x="connsiteX93797" y="connsiteY93797"/>
              </a:cxn>
              <a:cxn ang="0">
                <a:pos x="connsiteX93798" y="connsiteY93798"/>
              </a:cxn>
              <a:cxn ang="0">
                <a:pos x="connsiteX93799" y="connsiteY93799"/>
              </a:cxn>
              <a:cxn ang="0">
                <a:pos x="connsiteX93800" y="connsiteY93800"/>
              </a:cxn>
              <a:cxn ang="0">
                <a:pos x="connsiteX93801" y="connsiteY93801"/>
              </a:cxn>
              <a:cxn ang="0">
                <a:pos x="connsiteX93802" y="connsiteY93802"/>
              </a:cxn>
              <a:cxn ang="0">
                <a:pos x="connsiteX93803" y="connsiteY93803"/>
              </a:cxn>
              <a:cxn ang="0">
                <a:pos x="connsiteX93804" y="connsiteY93804"/>
              </a:cxn>
              <a:cxn ang="0">
                <a:pos x="connsiteX93805" y="connsiteY93805"/>
              </a:cxn>
              <a:cxn ang="0">
                <a:pos x="connsiteX93806" y="connsiteY93806"/>
              </a:cxn>
              <a:cxn ang="0">
                <a:pos x="connsiteX93807" y="connsiteY93807"/>
              </a:cxn>
              <a:cxn ang="0">
                <a:pos x="connsiteX93808" y="connsiteY93808"/>
              </a:cxn>
              <a:cxn ang="0">
                <a:pos x="connsiteX93809" y="connsiteY93809"/>
              </a:cxn>
              <a:cxn ang="0">
                <a:pos x="connsiteX93810" y="connsiteY93810"/>
              </a:cxn>
              <a:cxn ang="0">
                <a:pos x="connsiteX93811" y="connsiteY93811"/>
              </a:cxn>
              <a:cxn ang="0">
                <a:pos x="connsiteX93812" y="connsiteY93812"/>
              </a:cxn>
              <a:cxn ang="0">
                <a:pos x="connsiteX93813" y="connsiteY93813"/>
              </a:cxn>
              <a:cxn ang="0">
                <a:pos x="connsiteX93814" y="connsiteY93814"/>
              </a:cxn>
              <a:cxn ang="0">
                <a:pos x="connsiteX93815" y="connsiteY93815"/>
              </a:cxn>
              <a:cxn ang="0">
                <a:pos x="connsiteX93816" y="connsiteY93816"/>
              </a:cxn>
              <a:cxn ang="0">
                <a:pos x="connsiteX93817" y="connsiteY93817"/>
              </a:cxn>
              <a:cxn ang="0">
                <a:pos x="connsiteX93818" y="connsiteY93818"/>
              </a:cxn>
              <a:cxn ang="0">
                <a:pos x="connsiteX93819" y="connsiteY93819"/>
              </a:cxn>
              <a:cxn ang="0">
                <a:pos x="connsiteX93820" y="connsiteY93820"/>
              </a:cxn>
              <a:cxn ang="0">
                <a:pos x="connsiteX93821" y="connsiteY93821"/>
              </a:cxn>
              <a:cxn ang="0">
                <a:pos x="connsiteX93822" y="connsiteY93822"/>
              </a:cxn>
              <a:cxn ang="0">
                <a:pos x="connsiteX93823" y="connsiteY93823"/>
              </a:cxn>
              <a:cxn ang="0">
                <a:pos x="connsiteX93824" y="connsiteY93824"/>
              </a:cxn>
              <a:cxn ang="0">
                <a:pos x="connsiteX93825" y="connsiteY93825"/>
              </a:cxn>
              <a:cxn ang="0">
                <a:pos x="connsiteX93826" y="connsiteY93826"/>
              </a:cxn>
              <a:cxn ang="0">
                <a:pos x="connsiteX93827" y="connsiteY93827"/>
              </a:cxn>
              <a:cxn ang="0">
                <a:pos x="connsiteX93828" y="connsiteY93828"/>
              </a:cxn>
              <a:cxn ang="0">
                <a:pos x="connsiteX93829" y="connsiteY93829"/>
              </a:cxn>
              <a:cxn ang="0">
                <a:pos x="connsiteX93830" y="connsiteY93830"/>
              </a:cxn>
              <a:cxn ang="0">
                <a:pos x="connsiteX93831" y="connsiteY93831"/>
              </a:cxn>
              <a:cxn ang="0">
                <a:pos x="connsiteX93832" y="connsiteY93832"/>
              </a:cxn>
              <a:cxn ang="0">
                <a:pos x="connsiteX93833" y="connsiteY93833"/>
              </a:cxn>
              <a:cxn ang="0">
                <a:pos x="connsiteX93834" y="connsiteY93834"/>
              </a:cxn>
              <a:cxn ang="0">
                <a:pos x="connsiteX93835" y="connsiteY93835"/>
              </a:cxn>
              <a:cxn ang="0">
                <a:pos x="connsiteX93836" y="connsiteY93836"/>
              </a:cxn>
              <a:cxn ang="0">
                <a:pos x="connsiteX93837" y="connsiteY93837"/>
              </a:cxn>
              <a:cxn ang="0">
                <a:pos x="connsiteX93838" y="connsiteY93838"/>
              </a:cxn>
              <a:cxn ang="0">
                <a:pos x="connsiteX93839" y="connsiteY93839"/>
              </a:cxn>
              <a:cxn ang="0">
                <a:pos x="connsiteX93840" y="connsiteY93840"/>
              </a:cxn>
              <a:cxn ang="0">
                <a:pos x="connsiteX93841" y="connsiteY93841"/>
              </a:cxn>
              <a:cxn ang="0">
                <a:pos x="connsiteX93842" y="connsiteY93842"/>
              </a:cxn>
              <a:cxn ang="0">
                <a:pos x="connsiteX93843" y="connsiteY93843"/>
              </a:cxn>
              <a:cxn ang="0">
                <a:pos x="connsiteX93844" y="connsiteY93844"/>
              </a:cxn>
              <a:cxn ang="0">
                <a:pos x="connsiteX93845" y="connsiteY93845"/>
              </a:cxn>
              <a:cxn ang="0">
                <a:pos x="connsiteX93846" y="connsiteY93846"/>
              </a:cxn>
              <a:cxn ang="0">
                <a:pos x="connsiteX93847" y="connsiteY93847"/>
              </a:cxn>
              <a:cxn ang="0">
                <a:pos x="connsiteX93848" y="connsiteY93848"/>
              </a:cxn>
              <a:cxn ang="0">
                <a:pos x="connsiteX93849" y="connsiteY93849"/>
              </a:cxn>
              <a:cxn ang="0">
                <a:pos x="connsiteX93850" y="connsiteY93850"/>
              </a:cxn>
              <a:cxn ang="0">
                <a:pos x="connsiteX93851" y="connsiteY93851"/>
              </a:cxn>
              <a:cxn ang="0">
                <a:pos x="connsiteX93852" y="connsiteY93852"/>
              </a:cxn>
              <a:cxn ang="0">
                <a:pos x="connsiteX93853" y="connsiteY93853"/>
              </a:cxn>
              <a:cxn ang="0">
                <a:pos x="connsiteX93854" y="connsiteY93854"/>
              </a:cxn>
              <a:cxn ang="0">
                <a:pos x="connsiteX93855" y="connsiteY93855"/>
              </a:cxn>
              <a:cxn ang="0">
                <a:pos x="connsiteX93856" y="connsiteY93856"/>
              </a:cxn>
              <a:cxn ang="0">
                <a:pos x="connsiteX93857" y="connsiteY93857"/>
              </a:cxn>
              <a:cxn ang="0">
                <a:pos x="connsiteX93858" y="connsiteY93858"/>
              </a:cxn>
              <a:cxn ang="0">
                <a:pos x="connsiteX93859" y="connsiteY93859"/>
              </a:cxn>
              <a:cxn ang="0">
                <a:pos x="connsiteX93860" y="connsiteY93860"/>
              </a:cxn>
              <a:cxn ang="0">
                <a:pos x="connsiteX93861" y="connsiteY93861"/>
              </a:cxn>
              <a:cxn ang="0">
                <a:pos x="connsiteX93862" y="connsiteY93862"/>
              </a:cxn>
              <a:cxn ang="0">
                <a:pos x="connsiteX93863" y="connsiteY93863"/>
              </a:cxn>
              <a:cxn ang="0">
                <a:pos x="connsiteX93864" y="connsiteY93864"/>
              </a:cxn>
              <a:cxn ang="0">
                <a:pos x="connsiteX93865" y="connsiteY93865"/>
              </a:cxn>
              <a:cxn ang="0">
                <a:pos x="connsiteX93866" y="connsiteY93866"/>
              </a:cxn>
              <a:cxn ang="0">
                <a:pos x="connsiteX93867" y="connsiteY93867"/>
              </a:cxn>
              <a:cxn ang="0">
                <a:pos x="connsiteX93868" y="connsiteY93868"/>
              </a:cxn>
              <a:cxn ang="0">
                <a:pos x="connsiteX93869" y="connsiteY93869"/>
              </a:cxn>
              <a:cxn ang="0">
                <a:pos x="connsiteX93870" y="connsiteY93870"/>
              </a:cxn>
              <a:cxn ang="0">
                <a:pos x="connsiteX93871" y="connsiteY93871"/>
              </a:cxn>
              <a:cxn ang="0">
                <a:pos x="connsiteX93872" y="connsiteY93872"/>
              </a:cxn>
              <a:cxn ang="0">
                <a:pos x="connsiteX93873" y="connsiteY93873"/>
              </a:cxn>
              <a:cxn ang="0">
                <a:pos x="connsiteX93874" y="connsiteY93874"/>
              </a:cxn>
              <a:cxn ang="0">
                <a:pos x="connsiteX93875" y="connsiteY93875"/>
              </a:cxn>
              <a:cxn ang="0">
                <a:pos x="connsiteX93876" y="connsiteY93876"/>
              </a:cxn>
              <a:cxn ang="0">
                <a:pos x="connsiteX93877" y="connsiteY93877"/>
              </a:cxn>
              <a:cxn ang="0">
                <a:pos x="connsiteX93878" y="connsiteY93878"/>
              </a:cxn>
              <a:cxn ang="0">
                <a:pos x="connsiteX93879" y="connsiteY93879"/>
              </a:cxn>
              <a:cxn ang="0">
                <a:pos x="connsiteX93880" y="connsiteY93880"/>
              </a:cxn>
              <a:cxn ang="0">
                <a:pos x="connsiteX93881" y="connsiteY93881"/>
              </a:cxn>
              <a:cxn ang="0">
                <a:pos x="connsiteX93882" y="connsiteY93882"/>
              </a:cxn>
              <a:cxn ang="0">
                <a:pos x="connsiteX93883" y="connsiteY93883"/>
              </a:cxn>
              <a:cxn ang="0">
                <a:pos x="connsiteX93884" y="connsiteY93884"/>
              </a:cxn>
              <a:cxn ang="0">
                <a:pos x="connsiteX93885" y="connsiteY93885"/>
              </a:cxn>
              <a:cxn ang="0">
                <a:pos x="connsiteX93886" y="connsiteY93886"/>
              </a:cxn>
              <a:cxn ang="0">
                <a:pos x="connsiteX93887" y="connsiteY93887"/>
              </a:cxn>
              <a:cxn ang="0">
                <a:pos x="connsiteX93888" y="connsiteY93888"/>
              </a:cxn>
              <a:cxn ang="0">
                <a:pos x="connsiteX93889" y="connsiteY93889"/>
              </a:cxn>
              <a:cxn ang="0">
                <a:pos x="connsiteX93890" y="connsiteY93890"/>
              </a:cxn>
              <a:cxn ang="0">
                <a:pos x="connsiteX93891" y="connsiteY93891"/>
              </a:cxn>
              <a:cxn ang="0">
                <a:pos x="connsiteX93892" y="connsiteY93892"/>
              </a:cxn>
              <a:cxn ang="0">
                <a:pos x="connsiteX93893" y="connsiteY93893"/>
              </a:cxn>
              <a:cxn ang="0">
                <a:pos x="connsiteX93894" y="connsiteY93894"/>
              </a:cxn>
              <a:cxn ang="0">
                <a:pos x="connsiteX93895" y="connsiteY93895"/>
              </a:cxn>
              <a:cxn ang="0">
                <a:pos x="connsiteX93896" y="connsiteY93896"/>
              </a:cxn>
              <a:cxn ang="0">
                <a:pos x="connsiteX93897" y="connsiteY93897"/>
              </a:cxn>
              <a:cxn ang="0">
                <a:pos x="connsiteX93898" y="connsiteY93898"/>
              </a:cxn>
              <a:cxn ang="0">
                <a:pos x="connsiteX93899" y="connsiteY93899"/>
              </a:cxn>
              <a:cxn ang="0">
                <a:pos x="connsiteX93900" y="connsiteY93900"/>
              </a:cxn>
              <a:cxn ang="0">
                <a:pos x="connsiteX93901" y="connsiteY93901"/>
              </a:cxn>
              <a:cxn ang="0">
                <a:pos x="connsiteX93902" y="connsiteY93902"/>
              </a:cxn>
              <a:cxn ang="0">
                <a:pos x="connsiteX93903" y="connsiteY93903"/>
              </a:cxn>
              <a:cxn ang="0">
                <a:pos x="connsiteX93904" y="connsiteY93904"/>
              </a:cxn>
              <a:cxn ang="0">
                <a:pos x="connsiteX93905" y="connsiteY93905"/>
              </a:cxn>
              <a:cxn ang="0">
                <a:pos x="connsiteX93906" y="connsiteY93906"/>
              </a:cxn>
              <a:cxn ang="0">
                <a:pos x="connsiteX93907" y="connsiteY93907"/>
              </a:cxn>
              <a:cxn ang="0">
                <a:pos x="connsiteX93908" y="connsiteY93908"/>
              </a:cxn>
              <a:cxn ang="0">
                <a:pos x="connsiteX93909" y="connsiteY93909"/>
              </a:cxn>
              <a:cxn ang="0">
                <a:pos x="connsiteX93910" y="connsiteY93910"/>
              </a:cxn>
              <a:cxn ang="0">
                <a:pos x="connsiteX93911" y="connsiteY93911"/>
              </a:cxn>
              <a:cxn ang="0">
                <a:pos x="connsiteX93912" y="connsiteY93912"/>
              </a:cxn>
              <a:cxn ang="0">
                <a:pos x="connsiteX93913" y="connsiteY93913"/>
              </a:cxn>
              <a:cxn ang="0">
                <a:pos x="connsiteX93914" y="connsiteY93914"/>
              </a:cxn>
              <a:cxn ang="0">
                <a:pos x="connsiteX93915" y="connsiteY93915"/>
              </a:cxn>
              <a:cxn ang="0">
                <a:pos x="connsiteX93916" y="connsiteY93916"/>
              </a:cxn>
              <a:cxn ang="0">
                <a:pos x="connsiteX93917" y="connsiteY93917"/>
              </a:cxn>
              <a:cxn ang="0">
                <a:pos x="connsiteX93918" y="connsiteY93918"/>
              </a:cxn>
              <a:cxn ang="0">
                <a:pos x="connsiteX93919" y="connsiteY93919"/>
              </a:cxn>
              <a:cxn ang="0">
                <a:pos x="connsiteX93920" y="connsiteY93920"/>
              </a:cxn>
              <a:cxn ang="0">
                <a:pos x="connsiteX93921" y="connsiteY93921"/>
              </a:cxn>
              <a:cxn ang="0">
                <a:pos x="connsiteX93922" y="connsiteY93922"/>
              </a:cxn>
              <a:cxn ang="0">
                <a:pos x="connsiteX93923" y="connsiteY93923"/>
              </a:cxn>
              <a:cxn ang="0">
                <a:pos x="connsiteX93924" y="connsiteY93924"/>
              </a:cxn>
              <a:cxn ang="0">
                <a:pos x="connsiteX93925" y="connsiteY93925"/>
              </a:cxn>
              <a:cxn ang="0">
                <a:pos x="connsiteX93926" y="connsiteY93926"/>
              </a:cxn>
              <a:cxn ang="0">
                <a:pos x="connsiteX93927" y="connsiteY93927"/>
              </a:cxn>
              <a:cxn ang="0">
                <a:pos x="connsiteX93928" y="connsiteY93928"/>
              </a:cxn>
              <a:cxn ang="0">
                <a:pos x="connsiteX93929" y="connsiteY93929"/>
              </a:cxn>
              <a:cxn ang="0">
                <a:pos x="connsiteX93930" y="connsiteY93930"/>
              </a:cxn>
              <a:cxn ang="0">
                <a:pos x="connsiteX93931" y="connsiteY93931"/>
              </a:cxn>
              <a:cxn ang="0">
                <a:pos x="connsiteX93932" y="connsiteY93932"/>
              </a:cxn>
              <a:cxn ang="0">
                <a:pos x="connsiteX93933" y="connsiteY93933"/>
              </a:cxn>
              <a:cxn ang="0">
                <a:pos x="connsiteX93934" y="connsiteY93934"/>
              </a:cxn>
              <a:cxn ang="0">
                <a:pos x="connsiteX93935" y="connsiteY93935"/>
              </a:cxn>
              <a:cxn ang="0">
                <a:pos x="connsiteX93936" y="connsiteY93936"/>
              </a:cxn>
              <a:cxn ang="0">
                <a:pos x="connsiteX93937" y="connsiteY93937"/>
              </a:cxn>
              <a:cxn ang="0">
                <a:pos x="connsiteX93938" y="connsiteY93938"/>
              </a:cxn>
              <a:cxn ang="0">
                <a:pos x="connsiteX93939" y="connsiteY93939"/>
              </a:cxn>
              <a:cxn ang="0">
                <a:pos x="connsiteX93940" y="connsiteY93940"/>
              </a:cxn>
              <a:cxn ang="0">
                <a:pos x="connsiteX93941" y="connsiteY93941"/>
              </a:cxn>
              <a:cxn ang="0">
                <a:pos x="connsiteX93942" y="connsiteY93942"/>
              </a:cxn>
              <a:cxn ang="0">
                <a:pos x="connsiteX93943" y="connsiteY93943"/>
              </a:cxn>
              <a:cxn ang="0">
                <a:pos x="connsiteX93944" y="connsiteY93944"/>
              </a:cxn>
              <a:cxn ang="0">
                <a:pos x="connsiteX93945" y="connsiteY93945"/>
              </a:cxn>
              <a:cxn ang="0">
                <a:pos x="connsiteX93946" y="connsiteY93946"/>
              </a:cxn>
              <a:cxn ang="0">
                <a:pos x="connsiteX93947" y="connsiteY93947"/>
              </a:cxn>
              <a:cxn ang="0">
                <a:pos x="connsiteX93948" y="connsiteY93948"/>
              </a:cxn>
              <a:cxn ang="0">
                <a:pos x="connsiteX93949" y="connsiteY93949"/>
              </a:cxn>
              <a:cxn ang="0">
                <a:pos x="connsiteX93950" y="connsiteY93950"/>
              </a:cxn>
              <a:cxn ang="0">
                <a:pos x="connsiteX93951" y="connsiteY93951"/>
              </a:cxn>
              <a:cxn ang="0">
                <a:pos x="connsiteX93952" y="connsiteY93952"/>
              </a:cxn>
              <a:cxn ang="0">
                <a:pos x="connsiteX93953" y="connsiteY93953"/>
              </a:cxn>
              <a:cxn ang="0">
                <a:pos x="connsiteX93954" y="connsiteY93954"/>
              </a:cxn>
              <a:cxn ang="0">
                <a:pos x="connsiteX93955" y="connsiteY93955"/>
              </a:cxn>
              <a:cxn ang="0">
                <a:pos x="connsiteX93956" y="connsiteY93956"/>
              </a:cxn>
              <a:cxn ang="0">
                <a:pos x="connsiteX93957" y="connsiteY93957"/>
              </a:cxn>
              <a:cxn ang="0">
                <a:pos x="connsiteX93958" y="connsiteY93958"/>
              </a:cxn>
              <a:cxn ang="0">
                <a:pos x="connsiteX93959" y="connsiteY93959"/>
              </a:cxn>
              <a:cxn ang="0">
                <a:pos x="connsiteX93960" y="connsiteY93960"/>
              </a:cxn>
              <a:cxn ang="0">
                <a:pos x="connsiteX93961" y="connsiteY93961"/>
              </a:cxn>
              <a:cxn ang="0">
                <a:pos x="connsiteX93962" y="connsiteY93962"/>
              </a:cxn>
              <a:cxn ang="0">
                <a:pos x="connsiteX93963" y="connsiteY93963"/>
              </a:cxn>
              <a:cxn ang="0">
                <a:pos x="connsiteX93964" y="connsiteY93964"/>
              </a:cxn>
              <a:cxn ang="0">
                <a:pos x="connsiteX93965" y="connsiteY93965"/>
              </a:cxn>
              <a:cxn ang="0">
                <a:pos x="connsiteX93966" y="connsiteY93966"/>
              </a:cxn>
              <a:cxn ang="0">
                <a:pos x="connsiteX93967" y="connsiteY93967"/>
              </a:cxn>
              <a:cxn ang="0">
                <a:pos x="connsiteX93968" y="connsiteY93968"/>
              </a:cxn>
              <a:cxn ang="0">
                <a:pos x="connsiteX93969" y="connsiteY93969"/>
              </a:cxn>
              <a:cxn ang="0">
                <a:pos x="connsiteX93970" y="connsiteY93970"/>
              </a:cxn>
              <a:cxn ang="0">
                <a:pos x="connsiteX93971" y="connsiteY93971"/>
              </a:cxn>
              <a:cxn ang="0">
                <a:pos x="connsiteX93972" y="connsiteY93972"/>
              </a:cxn>
              <a:cxn ang="0">
                <a:pos x="connsiteX93973" y="connsiteY93973"/>
              </a:cxn>
              <a:cxn ang="0">
                <a:pos x="connsiteX93974" y="connsiteY93974"/>
              </a:cxn>
              <a:cxn ang="0">
                <a:pos x="connsiteX93975" y="connsiteY93975"/>
              </a:cxn>
              <a:cxn ang="0">
                <a:pos x="connsiteX93976" y="connsiteY93976"/>
              </a:cxn>
              <a:cxn ang="0">
                <a:pos x="connsiteX93977" y="connsiteY93977"/>
              </a:cxn>
              <a:cxn ang="0">
                <a:pos x="connsiteX93978" y="connsiteY93978"/>
              </a:cxn>
              <a:cxn ang="0">
                <a:pos x="connsiteX93979" y="connsiteY93979"/>
              </a:cxn>
              <a:cxn ang="0">
                <a:pos x="connsiteX93980" y="connsiteY93980"/>
              </a:cxn>
              <a:cxn ang="0">
                <a:pos x="connsiteX93981" y="connsiteY93981"/>
              </a:cxn>
              <a:cxn ang="0">
                <a:pos x="connsiteX93982" y="connsiteY93982"/>
              </a:cxn>
              <a:cxn ang="0">
                <a:pos x="connsiteX93983" y="connsiteY93983"/>
              </a:cxn>
              <a:cxn ang="0">
                <a:pos x="connsiteX93984" y="connsiteY93984"/>
              </a:cxn>
              <a:cxn ang="0">
                <a:pos x="connsiteX93985" y="connsiteY93985"/>
              </a:cxn>
              <a:cxn ang="0">
                <a:pos x="connsiteX93986" y="connsiteY93986"/>
              </a:cxn>
              <a:cxn ang="0">
                <a:pos x="connsiteX93987" y="connsiteY93987"/>
              </a:cxn>
              <a:cxn ang="0">
                <a:pos x="connsiteX93988" y="connsiteY93988"/>
              </a:cxn>
              <a:cxn ang="0">
                <a:pos x="connsiteX93989" y="connsiteY93989"/>
              </a:cxn>
              <a:cxn ang="0">
                <a:pos x="connsiteX93990" y="connsiteY93990"/>
              </a:cxn>
              <a:cxn ang="0">
                <a:pos x="connsiteX93991" y="connsiteY93991"/>
              </a:cxn>
              <a:cxn ang="0">
                <a:pos x="connsiteX93992" y="connsiteY93992"/>
              </a:cxn>
              <a:cxn ang="0">
                <a:pos x="connsiteX93993" y="connsiteY93993"/>
              </a:cxn>
              <a:cxn ang="0">
                <a:pos x="connsiteX93994" y="connsiteY93994"/>
              </a:cxn>
              <a:cxn ang="0">
                <a:pos x="connsiteX93995" y="connsiteY93995"/>
              </a:cxn>
              <a:cxn ang="0">
                <a:pos x="connsiteX93996" y="connsiteY93996"/>
              </a:cxn>
              <a:cxn ang="0">
                <a:pos x="connsiteX93997" y="connsiteY93997"/>
              </a:cxn>
              <a:cxn ang="0">
                <a:pos x="connsiteX93998" y="connsiteY93998"/>
              </a:cxn>
              <a:cxn ang="0">
                <a:pos x="connsiteX93999" y="connsiteY93999"/>
              </a:cxn>
              <a:cxn ang="0">
                <a:pos x="connsiteX94000" y="connsiteY94000"/>
              </a:cxn>
              <a:cxn ang="0">
                <a:pos x="connsiteX94001" y="connsiteY94001"/>
              </a:cxn>
              <a:cxn ang="0">
                <a:pos x="connsiteX94002" y="connsiteY94002"/>
              </a:cxn>
              <a:cxn ang="0">
                <a:pos x="connsiteX94003" y="connsiteY94003"/>
              </a:cxn>
              <a:cxn ang="0">
                <a:pos x="connsiteX94004" y="connsiteY94004"/>
              </a:cxn>
              <a:cxn ang="0">
                <a:pos x="connsiteX94005" y="connsiteY94005"/>
              </a:cxn>
              <a:cxn ang="0">
                <a:pos x="connsiteX94006" y="connsiteY94006"/>
              </a:cxn>
              <a:cxn ang="0">
                <a:pos x="connsiteX94007" y="connsiteY94007"/>
              </a:cxn>
              <a:cxn ang="0">
                <a:pos x="connsiteX94008" y="connsiteY94008"/>
              </a:cxn>
              <a:cxn ang="0">
                <a:pos x="connsiteX94009" y="connsiteY94009"/>
              </a:cxn>
              <a:cxn ang="0">
                <a:pos x="connsiteX94010" y="connsiteY94010"/>
              </a:cxn>
              <a:cxn ang="0">
                <a:pos x="connsiteX94011" y="connsiteY94011"/>
              </a:cxn>
              <a:cxn ang="0">
                <a:pos x="connsiteX94012" y="connsiteY94012"/>
              </a:cxn>
              <a:cxn ang="0">
                <a:pos x="connsiteX94013" y="connsiteY94013"/>
              </a:cxn>
              <a:cxn ang="0">
                <a:pos x="connsiteX94014" y="connsiteY94014"/>
              </a:cxn>
              <a:cxn ang="0">
                <a:pos x="connsiteX94015" y="connsiteY94015"/>
              </a:cxn>
              <a:cxn ang="0">
                <a:pos x="connsiteX94016" y="connsiteY94016"/>
              </a:cxn>
              <a:cxn ang="0">
                <a:pos x="connsiteX94017" y="connsiteY94017"/>
              </a:cxn>
              <a:cxn ang="0">
                <a:pos x="connsiteX94018" y="connsiteY94018"/>
              </a:cxn>
              <a:cxn ang="0">
                <a:pos x="connsiteX94019" y="connsiteY94019"/>
              </a:cxn>
              <a:cxn ang="0">
                <a:pos x="connsiteX94020" y="connsiteY94020"/>
              </a:cxn>
              <a:cxn ang="0">
                <a:pos x="connsiteX94021" y="connsiteY94021"/>
              </a:cxn>
              <a:cxn ang="0">
                <a:pos x="connsiteX94022" y="connsiteY94022"/>
              </a:cxn>
              <a:cxn ang="0">
                <a:pos x="connsiteX94023" y="connsiteY94023"/>
              </a:cxn>
              <a:cxn ang="0">
                <a:pos x="connsiteX94024" y="connsiteY94024"/>
              </a:cxn>
              <a:cxn ang="0">
                <a:pos x="connsiteX94025" y="connsiteY94025"/>
              </a:cxn>
              <a:cxn ang="0">
                <a:pos x="connsiteX94026" y="connsiteY94026"/>
              </a:cxn>
              <a:cxn ang="0">
                <a:pos x="connsiteX94027" y="connsiteY94027"/>
              </a:cxn>
              <a:cxn ang="0">
                <a:pos x="connsiteX94028" y="connsiteY94028"/>
              </a:cxn>
              <a:cxn ang="0">
                <a:pos x="connsiteX94029" y="connsiteY94029"/>
              </a:cxn>
              <a:cxn ang="0">
                <a:pos x="connsiteX94030" y="connsiteY94030"/>
              </a:cxn>
              <a:cxn ang="0">
                <a:pos x="connsiteX94031" y="connsiteY94031"/>
              </a:cxn>
              <a:cxn ang="0">
                <a:pos x="connsiteX94032" y="connsiteY94032"/>
              </a:cxn>
              <a:cxn ang="0">
                <a:pos x="connsiteX94033" y="connsiteY94033"/>
              </a:cxn>
              <a:cxn ang="0">
                <a:pos x="connsiteX94034" y="connsiteY94034"/>
              </a:cxn>
              <a:cxn ang="0">
                <a:pos x="connsiteX94035" y="connsiteY94035"/>
              </a:cxn>
              <a:cxn ang="0">
                <a:pos x="connsiteX94036" y="connsiteY94036"/>
              </a:cxn>
              <a:cxn ang="0">
                <a:pos x="connsiteX94037" y="connsiteY94037"/>
              </a:cxn>
              <a:cxn ang="0">
                <a:pos x="connsiteX94038" y="connsiteY94038"/>
              </a:cxn>
              <a:cxn ang="0">
                <a:pos x="connsiteX94039" y="connsiteY94039"/>
              </a:cxn>
              <a:cxn ang="0">
                <a:pos x="connsiteX94040" y="connsiteY94040"/>
              </a:cxn>
              <a:cxn ang="0">
                <a:pos x="connsiteX94041" y="connsiteY94041"/>
              </a:cxn>
              <a:cxn ang="0">
                <a:pos x="connsiteX94042" y="connsiteY94042"/>
              </a:cxn>
              <a:cxn ang="0">
                <a:pos x="connsiteX94043" y="connsiteY94043"/>
              </a:cxn>
              <a:cxn ang="0">
                <a:pos x="connsiteX94044" y="connsiteY94044"/>
              </a:cxn>
              <a:cxn ang="0">
                <a:pos x="connsiteX94045" y="connsiteY94045"/>
              </a:cxn>
              <a:cxn ang="0">
                <a:pos x="connsiteX94046" y="connsiteY94046"/>
              </a:cxn>
              <a:cxn ang="0">
                <a:pos x="connsiteX94047" y="connsiteY94047"/>
              </a:cxn>
              <a:cxn ang="0">
                <a:pos x="connsiteX94048" y="connsiteY94048"/>
              </a:cxn>
              <a:cxn ang="0">
                <a:pos x="connsiteX94049" y="connsiteY94049"/>
              </a:cxn>
              <a:cxn ang="0">
                <a:pos x="connsiteX94050" y="connsiteY94050"/>
              </a:cxn>
              <a:cxn ang="0">
                <a:pos x="connsiteX94051" y="connsiteY94051"/>
              </a:cxn>
              <a:cxn ang="0">
                <a:pos x="connsiteX94052" y="connsiteY94052"/>
              </a:cxn>
              <a:cxn ang="0">
                <a:pos x="connsiteX94053" y="connsiteY94053"/>
              </a:cxn>
              <a:cxn ang="0">
                <a:pos x="connsiteX94054" y="connsiteY94054"/>
              </a:cxn>
              <a:cxn ang="0">
                <a:pos x="connsiteX94055" y="connsiteY94055"/>
              </a:cxn>
              <a:cxn ang="0">
                <a:pos x="connsiteX94056" y="connsiteY94056"/>
              </a:cxn>
              <a:cxn ang="0">
                <a:pos x="connsiteX94057" y="connsiteY94057"/>
              </a:cxn>
              <a:cxn ang="0">
                <a:pos x="connsiteX94058" y="connsiteY94058"/>
              </a:cxn>
              <a:cxn ang="0">
                <a:pos x="connsiteX94059" y="connsiteY94059"/>
              </a:cxn>
              <a:cxn ang="0">
                <a:pos x="connsiteX94060" y="connsiteY94060"/>
              </a:cxn>
              <a:cxn ang="0">
                <a:pos x="connsiteX94061" y="connsiteY94061"/>
              </a:cxn>
              <a:cxn ang="0">
                <a:pos x="connsiteX94062" y="connsiteY94062"/>
              </a:cxn>
              <a:cxn ang="0">
                <a:pos x="connsiteX94063" y="connsiteY94063"/>
              </a:cxn>
              <a:cxn ang="0">
                <a:pos x="connsiteX94064" y="connsiteY94064"/>
              </a:cxn>
              <a:cxn ang="0">
                <a:pos x="connsiteX94065" y="connsiteY94065"/>
              </a:cxn>
              <a:cxn ang="0">
                <a:pos x="connsiteX94066" y="connsiteY94066"/>
              </a:cxn>
              <a:cxn ang="0">
                <a:pos x="connsiteX94067" y="connsiteY94067"/>
              </a:cxn>
              <a:cxn ang="0">
                <a:pos x="connsiteX94068" y="connsiteY94068"/>
              </a:cxn>
              <a:cxn ang="0">
                <a:pos x="connsiteX94069" y="connsiteY94069"/>
              </a:cxn>
              <a:cxn ang="0">
                <a:pos x="connsiteX94070" y="connsiteY94070"/>
              </a:cxn>
              <a:cxn ang="0">
                <a:pos x="connsiteX94071" y="connsiteY94071"/>
              </a:cxn>
              <a:cxn ang="0">
                <a:pos x="connsiteX94072" y="connsiteY94072"/>
              </a:cxn>
              <a:cxn ang="0">
                <a:pos x="connsiteX94073" y="connsiteY94073"/>
              </a:cxn>
              <a:cxn ang="0">
                <a:pos x="connsiteX94074" y="connsiteY94074"/>
              </a:cxn>
              <a:cxn ang="0">
                <a:pos x="connsiteX94075" y="connsiteY94075"/>
              </a:cxn>
              <a:cxn ang="0">
                <a:pos x="connsiteX94076" y="connsiteY94076"/>
              </a:cxn>
              <a:cxn ang="0">
                <a:pos x="connsiteX94077" y="connsiteY94077"/>
              </a:cxn>
              <a:cxn ang="0">
                <a:pos x="connsiteX94078" y="connsiteY94078"/>
              </a:cxn>
              <a:cxn ang="0">
                <a:pos x="connsiteX94079" y="connsiteY94079"/>
              </a:cxn>
              <a:cxn ang="0">
                <a:pos x="connsiteX94080" y="connsiteY94080"/>
              </a:cxn>
              <a:cxn ang="0">
                <a:pos x="connsiteX94081" y="connsiteY94081"/>
              </a:cxn>
              <a:cxn ang="0">
                <a:pos x="connsiteX94082" y="connsiteY94082"/>
              </a:cxn>
              <a:cxn ang="0">
                <a:pos x="connsiteX94083" y="connsiteY94083"/>
              </a:cxn>
              <a:cxn ang="0">
                <a:pos x="connsiteX94084" y="connsiteY94084"/>
              </a:cxn>
              <a:cxn ang="0">
                <a:pos x="connsiteX94085" y="connsiteY94085"/>
              </a:cxn>
              <a:cxn ang="0">
                <a:pos x="connsiteX94086" y="connsiteY94086"/>
              </a:cxn>
              <a:cxn ang="0">
                <a:pos x="connsiteX94087" y="connsiteY94087"/>
              </a:cxn>
              <a:cxn ang="0">
                <a:pos x="connsiteX94088" y="connsiteY94088"/>
              </a:cxn>
              <a:cxn ang="0">
                <a:pos x="connsiteX94089" y="connsiteY94089"/>
              </a:cxn>
              <a:cxn ang="0">
                <a:pos x="connsiteX94090" y="connsiteY94090"/>
              </a:cxn>
              <a:cxn ang="0">
                <a:pos x="connsiteX94091" y="connsiteY94091"/>
              </a:cxn>
              <a:cxn ang="0">
                <a:pos x="connsiteX94092" y="connsiteY94092"/>
              </a:cxn>
              <a:cxn ang="0">
                <a:pos x="connsiteX94093" y="connsiteY94093"/>
              </a:cxn>
              <a:cxn ang="0">
                <a:pos x="connsiteX94094" y="connsiteY94094"/>
              </a:cxn>
              <a:cxn ang="0">
                <a:pos x="connsiteX94095" y="connsiteY94095"/>
              </a:cxn>
              <a:cxn ang="0">
                <a:pos x="connsiteX94096" y="connsiteY94096"/>
              </a:cxn>
              <a:cxn ang="0">
                <a:pos x="connsiteX94097" y="connsiteY94097"/>
              </a:cxn>
              <a:cxn ang="0">
                <a:pos x="connsiteX94098" y="connsiteY94098"/>
              </a:cxn>
              <a:cxn ang="0">
                <a:pos x="connsiteX94099" y="connsiteY94099"/>
              </a:cxn>
              <a:cxn ang="0">
                <a:pos x="connsiteX94100" y="connsiteY94100"/>
              </a:cxn>
              <a:cxn ang="0">
                <a:pos x="connsiteX94101" y="connsiteY94101"/>
              </a:cxn>
              <a:cxn ang="0">
                <a:pos x="connsiteX94102" y="connsiteY94102"/>
              </a:cxn>
              <a:cxn ang="0">
                <a:pos x="connsiteX94103" y="connsiteY94103"/>
              </a:cxn>
              <a:cxn ang="0">
                <a:pos x="connsiteX94104" y="connsiteY94104"/>
              </a:cxn>
              <a:cxn ang="0">
                <a:pos x="connsiteX94105" y="connsiteY94105"/>
              </a:cxn>
              <a:cxn ang="0">
                <a:pos x="connsiteX94106" y="connsiteY94106"/>
              </a:cxn>
              <a:cxn ang="0">
                <a:pos x="connsiteX94107" y="connsiteY94107"/>
              </a:cxn>
              <a:cxn ang="0">
                <a:pos x="connsiteX94108" y="connsiteY94108"/>
              </a:cxn>
              <a:cxn ang="0">
                <a:pos x="connsiteX94109" y="connsiteY94109"/>
              </a:cxn>
              <a:cxn ang="0">
                <a:pos x="connsiteX94110" y="connsiteY94110"/>
              </a:cxn>
              <a:cxn ang="0">
                <a:pos x="connsiteX94111" y="connsiteY94111"/>
              </a:cxn>
              <a:cxn ang="0">
                <a:pos x="connsiteX94112" y="connsiteY94112"/>
              </a:cxn>
              <a:cxn ang="0">
                <a:pos x="connsiteX94113" y="connsiteY94113"/>
              </a:cxn>
              <a:cxn ang="0">
                <a:pos x="connsiteX94114" y="connsiteY94114"/>
              </a:cxn>
              <a:cxn ang="0">
                <a:pos x="connsiteX94115" y="connsiteY94115"/>
              </a:cxn>
              <a:cxn ang="0">
                <a:pos x="connsiteX94116" y="connsiteY94116"/>
              </a:cxn>
              <a:cxn ang="0">
                <a:pos x="connsiteX94117" y="connsiteY94117"/>
              </a:cxn>
              <a:cxn ang="0">
                <a:pos x="connsiteX94118" y="connsiteY94118"/>
              </a:cxn>
              <a:cxn ang="0">
                <a:pos x="connsiteX94119" y="connsiteY94119"/>
              </a:cxn>
              <a:cxn ang="0">
                <a:pos x="connsiteX94120" y="connsiteY94120"/>
              </a:cxn>
              <a:cxn ang="0">
                <a:pos x="connsiteX94121" y="connsiteY94121"/>
              </a:cxn>
              <a:cxn ang="0">
                <a:pos x="connsiteX94122" y="connsiteY94122"/>
              </a:cxn>
              <a:cxn ang="0">
                <a:pos x="connsiteX94123" y="connsiteY94123"/>
              </a:cxn>
              <a:cxn ang="0">
                <a:pos x="connsiteX94124" y="connsiteY94124"/>
              </a:cxn>
              <a:cxn ang="0">
                <a:pos x="connsiteX94125" y="connsiteY94125"/>
              </a:cxn>
              <a:cxn ang="0">
                <a:pos x="connsiteX94126" y="connsiteY94126"/>
              </a:cxn>
              <a:cxn ang="0">
                <a:pos x="connsiteX94127" y="connsiteY94127"/>
              </a:cxn>
              <a:cxn ang="0">
                <a:pos x="connsiteX94128" y="connsiteY94128"/>
              </a:cxn>
              <a:cxn ang="0">
                <a:pos x="connsiteX94129" y="connsiteY94129"/>
              </a:cxn>
              <a:cxn ang="0">
                <a:pos x="connsiteX94130" y="connsiteY94130"/>
              </a:cxn>
              <a:cxn ang="0">
                <a:pos x="connsiteX94131" y="connsiteY94131"/>
              </a:cxn>
              <a:cxn ang="0">
                <a:pos x="connsiteX94132" y="connsiteY94132"/>
              </a:cxn>
              <a:cxn ang="0">
                <a:pos x="connsiteX94133" y="connsiteY94133"/>
              </a:cxn>
              <a:cxn ang="0">
                <a:pos x="connsiteX94134" y="connsiteY94134"/>
              </a:cxn>
              <a:cxn ang="0">
                <a:pos x="connsiteX94135" y="connsiteY94135"/>
              </a:cxn>
              <a:cxn ang="0">
                <a:pos x="connsiteX94136" y="connsiteY94136"/>
              </a:cxn>
              <a:cxn ang="0">
                <a:pos x="connsiteX94137" y="connsiteY94137"/>
              </a:cxn>
              <a:cxn ang="0">
                <a:pos x="connsiteX94138" y="connsiteY94138"/>
              </a:cxn>
              <a:cxn ang="0">
                <a:pos x="connsiteX94139" y="connsiteY94139"/>
              </a:cxn>
              <a:cxn ang="0">
                <a:pos x="connsiteX94140" y="connsiteY94140"/>
              </a:cxn>
              <a:cxn ang="0">
                <a:pos x="connsiteX94141" y="connsiteY94141"/>
              </a:cxn>
              <a:cxn ang="0">
                <a:pos x="connsiteX94142" y="connsiteY94142"/>
              </a:cxn>
              <a:cxn ang="0">
                <a:pos x="connsiteX94143" y="connsiteY94143"/>
              </a:cxn>
              <a:cxn ang="0">
                <a:pos x="connsiteX94144" y="connsiteY94144"/>
              </a:cxn>
              <a:cxn ang="0">
                <a:pos x="connsiteX94145" y="connsiteY94145"/>
              </a:cxn>
              <a:cxn ang="0">
                <a:pos x="connsiteX94146" y="connsiteY94146"/>
              </a:cxn>
              <a:cxn ang="0">
                <a:pos x="connsiteX94147" y="connsiteY94147"/>
              </a:cxn>
              <a:cxn ang="0">
                <a:pos x="connsiteX94148" y="connsiteY94148"/>
              </a:cxn>
              <a:cxn ang="0">
                <a:pos x="connsiteX94149" y="connsiteY94149"/>
              </a:cxn>
              <a:cxn ang="0">
                <a:pos x="connsiteX94150" y="connsiteY94150"/>
              </a:cxn>
              <a:cxn ang="0">
                <a:pos x="connsiteX94151" y="connsiteY94151"/>
              </a:cxn>
              <a:cxn ang="0">
                <a:pos x="connsiteX94152" y="connsiteY94152"/>
              </a:cxn>
              <a:cxn ang="0">
                <a:pos x="connsiteX94153" y="connsiteY94153"/>
              </a:cxn>
              <a:cxn ang="0">
                <a:pos x="connsiteX94154" y="connsiteY94154"/>
              </a:cxn>
              <a:cxn ang="0">
                <a:pos x="connsiteX94155" y="connsiteY94155"/>
              </a:cxn>
              <a:cxn ang="0">
                <a:pos x="connsiteX94156" y="connsiteY94156"/>
              </a:cxn>
              <a:cxn ang="0">
                <a:pos x="connsiteX94157" y="connsiteY94157"/>
              </a:cxn>
              <a:cxn ang="0">
                <a:pos x="connsiteX94158" y="connsiteY94158"/>
              </a:cxn>
              <a:cxn ang="0">
                <a:pos x="connsiteX94159" y="connsiteY94159"/>
              </a:cxn>
              <a:cxn ang="0">
                <a:pos x="connsiteX94160" y="connsiteY94160"/>
              </a:cxn>
              <a:cxn ang="0">
                <a:pos x="connsiteX94161" y="connsiteY94161"/>
              </a:cxn>
              <a:cxn ang="0">
                <a:pos x="connsiteX94162" y="connsiteY94162"/>
              </a:cxn>
              <a:cxn ang="0">
                <a:pos x="connsiteX94163" y="connsiteY94163"/>
              </a:cxn>
              <a:cxn ang="0">
                <a:pos x="connsiteX94164" y="connsiteY94164"/>
              </a:cxn>
              <a:cxn ang="0">
                <a:pos x="connsiteX94165" y="connsiteY94165"/>
              </a:cxn>
              <a:cxn ang="0">
                <a:pos x="connsiteX94166" y="connsiteY94166"/>
              </a:cxn>
              <a:cxn ang="0">
                <a:pos x="connsiteX94167" y="connsiteY94167"/>
              </a:cxn>
              <a:cxn ang="0">
                <a:pos x="connsiteX94168" y="connsiteY94168"/>
              </a:cxn>
              <a:cxn ang="0">
                <a:pos x="connsiteX94169" y="connsiteY94169"/>
              </a:cxn>
              <a:cxn ang="0">
                <a:pos x="connsiteX94170" y="connsiteY94170"/>
              </a:cxn>
              <a:cxn ang="0">
                <a:pos x="connsiteX94171" y="connsiteY94171"/>
              </a:cxn>
              <a:cxn ang="0">
                <a:pos x="connsiteX94172" y="connsiteY94172"/>
              </a:cxn>
              <a:cxn ang="0">
                <a:pos x="connsiteX94173" y="connsiteY94173"/>
              </a:cxn>
              <a:cxn ang="0">
                <a:pos x="connsiteX94174" y="connsiteY94174"/>
              </a:cxn>
              <a:cxn ang="0">
                <a:pos x="connsiteX94175" y="connsiteY94175"/>
              </a:cxn>
              <a:cxn ang="0">
                <a:pos x="connsiteX94176" y="connsiteY94176"/>
              </a:cxn>
              <a:cxn ang="0">
                <a:pos x="connsiteX94177" y="connsiteY94177"/>
              </a:cxn>
              <a:cxn ang="0">
                <a:pos x="connsiteX94178" y="connsiteY94178"/>
              </a:cxn>
              <a:cxn ang="0">
                <a:pos x="connsiteX94179" y="connsiteY94179"/>
              </a:cxn>
              <a:cxn ang="0">
                <a:pos x="connsiteX94180" y="connsiteY94180"/>
              </a:cxn>
              <a:cxn ang="0">
                <a:pos x="connsiteX94181" y="connsiteY94181"/>
              </a:cxn>
              <a:cxn ang="0">
                <a:pos x="connsiteX94182" y="connsiteY94182"/>
              </a:cxn>
              <a:cxn ang="0">
                <a:pos x="connsiteX94183" y="connsiteY94183"/>
              </a:cxn>
              <a:cxn ang="0">
                <a:pos x="connsiteX94184" y="connsiteY94184"/>
              </a:cxn>
              <a:cxn ang="0">
                <a:pos x="connsiteX94185" y="connsiteY94185"/>
              </a:cxn>
              <a:cxn ang="0">
                <a:pos x="connsiteX94186" y="connsiteY94186"/>
              </a:cxn>
              <a:cxn ang="0">
                <a:pos x="connsiteX94187" y="connsiteY94187"/>
              </a:cxn>
              <a:cxn ang="0">
                <a:pos x="connsiteX94188" y="connsiteY94188"/>
              </a:cxn>
              <a:cxn ang="0">
                <a:pos x="connsiteX94189" y="connsiteY94189"/>
              </a:cxn>
              <a:cxn ang="0">
                <a:pos x="connsiteX94190" y="connsiteY94190"/>
              </a:cxn>
              <a:cxn ang="0">
                <a:pos x="connsiteX94191" y="connsiteY94191"/>
              </a:cxn>
              <a:cxn ang="0">
                <a:pos x="connsiteX94192" y="connsiteY94192"/>
              </a:cxn>
              <a:cxn ang="0">
                <a:pos x="connsiteX94193" y="connsiteY94193"/>
              </a:cxn>
              <a:cxn ang="0">
                <a:pos x="connsiteX94194" y="connsiteY94194"/>
              </a:cxn>
              <a:cxn ang="0">
                <a:pos x="connsiteX94195" y="connsiteY94195"/>
              </a:cxn>
              <a:cxn ang="0">
                <a:pos x="connsiteX94196" y="connsiteY94196"/>
              </a:cxn>
              <a:cxn ang="0">
                <a:pos x="connsiteX94197" y="connsiteY94197"/>
              </a:cxn>
              <a:cxn ang="0">
                <a:pos x="connsiteX94198" y="connsiteY94198"/>
              </a:cxn>
              <a:cxn ang="0">
                <a:pos x="connsiteX94199" y="connsiteY94199"/>
              </a:cxn>
              <a:cxn ang="0">
                <a:pos x="connsiteX94200" y="connsiteY94200"/>
              </a:cxn>
              <a:cxn ang="0">
                <a:pos x="connsiteX94201" y="connsiteY94201"/>
              </a:cxn>
              <a:cxn ang="0">
                <a:pos x="connsiteX94202" y="connsiteY94202"/>
              </a:cxn>
              <a:cxn ang="0">
                <a:pos x="connsiteX94203" y="connsiteY94203"/>
              </a:cxn>
              <a:cxn ang="0">
                <a:pos x="connsiteX94204" y="connsiteY94204"/>
              </a:cxn>
              <a:cxn ang="0">
                <a:pos x="connsiteX94205" y="connsiteY94205"/>
              </a:cxn>
              <a:cxn ang="0">
                <a:pos x="connsiteX94206" y="connsiteY94206"/>
              </a:cxn>
              <a:cxn ang="0">
                <a:pos x="connsiteX94207" y="connsiteY94207"/>
              </a:cxn>
              <a:cxn ang="0">
                <a:pos x="connsiteX94208" y="connsiteY94208"/>
              </a:cxn>
              <a:cxn ang="0">
                <a:pos x="connsiteX94209" y="connsiteY94209"/>
              </a:cxn>
              <a:cxn ang="0">
                <a:pos x="connsiteX94210" y="connsiteY94210"/>
              </a:cxn>
              <a:cxn ang="0">
                <a:pos x="connsiteX94211" y="connsiteY94211"/>
              </a:cxn>
              <a:cxn ang="0">
                <a:pos x="connsiteX94212" y="connsiteY94212"/>
              </a:cxn>
              <a:cxn ang="0">
                <a:pos x="connsiteX94213" y="connsiteY94213"/>
              </a:cxn>
              <a:cxn ang="0">
                <a:pos x="connsiteX94214" y="connsiteY94214"/>
              </a:cxn>
              <a:cxn ang="0">
                <a:pos x="connsiteX94215" y="connsiteY94215"/>
              </a:cxn>
              <a:cxn ang="0">
                <a:pos x="connsiteX94216" y="connsiteY94216"/>
              </a:cxn>
              <a:cxn ang="0">
                <a:pos x="connsiteX94217" y="connsiteY94217"/>
              </a:cxn>
              <a:cxn ang="0">
                <a:pos x="connsiteX94218" y="connsiteY94218"/>
              </a:cxn>
              <a:cxn ang="0">
                <a:pos x="connsiteX94219" y="connsiteY94219"/>
              </a:cxn>
              <a:cxn ang="0">
                <a:pos x="connsiteX94220" y="connsiteY94220"/>
              </a:cxn>
              <a:cxn ang="0">
                <a:pos x="connsiteX94221" y="connsiteY94221"/>
              </a:cxn>
              <a:cxn ang="0">
                <a:pos x="connsiteX94222" y="connsiteY94222"/>
              </a:cxn>
              <a:cxn ang="0">
                <a:pos x="connsiteX94223" y="connsiteY94223"/>
              </a:cxn>
              <a:cxn ang="0">
                <a:pos x="connsiteX94224" y="connsiteY94224"/>
              </a:cxn>
              <a:cxn ang="0">
                <a:pos x="connsiteX94225" y="connsiteY94225"/>
              </a:cxn>
              <a:cxn ang="0">
                <a:pos x="connsiteX94226" y="connsiteY94226"/>
              </a:cxn>
              <a:cxn ang="0">
                <a:pos x="connsiteX94227" y="connsiteY94227"/>
              </a:cxn>
              <a:cxn ang="0">
                <a:pos x="connsiteX94228" y="connsiteY94228"/>
              </a:cxn>
              <a:cxn ang="0">
                <a:pos x="connsiteX94229" y="connsiteY94229"/>
              </a:cxn>
              <a:cxn ang="0">
                <a:pos x="connsiteX94230" y="connsiteY94230"/>
              </a:cxn>
              <a:cxn ang="0">
                <a:pos x="connsiteX94231" y="connsiteY94231"/>
              </a:cxn>
              <a:cxn ang="0">
                <a:pos x="connsiteX94232" y="connsiteY94232"/>
              </a:cxn>
              <a:cxn ang="0">
                <a:pos x="connsiteX94233" y="connsiteY94233"/>
              </a:cxn>
              <a:cxn ang="0">
                <a:pos x="connsiteX94234" y="connsiteY94234"/>
              </a:cxn>
              <a:cxn ang="0">
                <a:pos x="connsiteX94235" y="connsiteY94235"/>
              </a:cxn>
              <a:cxn ang="0">
                <a:pos x="connsiteX94236" y="connsiteY94236"/>
              </a:cxn>
              <a:cxn ang="0">
                <a:pos x="connsiteX94237" y="connsiteY94237"/>
              </a:cxn>
              <a:cxn ang="0">
                <a:pos x="connsiteX94238" y="connsiteY94238"/>
              </a:cxn>
              <a:cxn ang="0">
                <a:pos x="connsiteX94239" y="connsiteY94239"/>
              </a:cxn>
              <a:cxn ang="0">
                <a:pos x="connsiteX94240" y="connsiteY94240"/>
              </a:cxn>
              <a:cxn ang="0">
                <a:pos x="connsiteX94241" y="connsiteY94241"/>
              </a:cxn>
              <a:cxn ang="0">
                <a:pos x="connsiteX94242" y="connsiteY94242"/>
              </a:cxn>
              <a:cxn ang="0">
                <a:pos x="connsiteX94243" y="connsiteY94243"/>
              </a:cxn>
              <a:cxn ang="0">
                <a:pos x="connsiteX94244" y="connsiteY94244"/>
              </a:cxn>
              <a:cxn ang="0">
                <a:pos x="connsiteX94245" y="connsiteY94245"/>
              </a:cxn>
              <a:cxn ang="0">
                <a:pos x="connsiteX94246" y="connsiteY94246"/>
              </a:cxn>
              <a:cxn ang="0">
                <a:pos x="connsiteX94247" y="connsiteY94247"/>
              </a:cxn>
              <a:cxn ang="0">
                <a:pos x="connsiteX94248" y="connsiteY94248"/>
              </a:cxn>
              <a:cxn ang="0">
                <a:pos x="connsiteX94249" y="connsiteY94249"/>
              </a:cxn>
              <a:cxn ang="0">
                <a:pos x="connsiteX94250" y="connsiteY94250"/>
              </a:cxn>
              <a:cxn ang="0">
                <a:pos x="connsiteX94251" y="connsiteY94251"/>
              </a:cxn>
              <a:cxn ang="0">
                <a:pos x="connsiteX94252" y="connsiteY94252"/>
              </a:cxn>
              <a:cxn ang="0">
                <a:pos x="connsiteX94253" y="connsiteY94253"/>
              </a:cxn>
              <a:cxn ang="0">
                <a:pos x="connsiteX94254" y="connsiteY94254"/>
              </a:cxn>
              <a:cxn ang="0">
                <a:pos x="connsiteX94255" y="connsiteY94255"/>
              </a:cxn>
              <a:cxn ang="0">
                <a:pos x="connsiteX94256" y="connsiteY94256"/>
              </a:cxn>
              <a:cxn ang="0">
                <a:pos x="connsiteX94257" y="connsiteY94257"/>
              </a:cxn>
              <a:cxn ang="0">
                <a:pos x="connsiteX94258" y="connsiteY94258"/>
              </a:cxn>
              <a:cxn ang="0">
                <a:pos x="connsiteX94259" y="connsiteY94259"/>
              </a:cxn>
              <a:cxn ang="0">
                <a:pos x="connsiteX94260" y="connsiteY94260"/>
              </a:cxn>
              <a:cxn ang="0">
                <a:pos x="connsiteX94261" y="connsiteY94261"/>
              </a:cxn>
              <a:cxn ang="0">
                <a:pos x="connsiteX94262" y="connsiteY94262"/>
              </a:cxn>
              <a:cxn ang="0">
                <a:pos x="connsiteX94263" y="connsiteY94263"/>
              </a:cxn>
              <a:cxn ang="0">
                <a:pos x="connsiteX94264" y="connsiteY94264"/>
              </a:cxn>
              <a:cxn ang="0">
                <a:pos x="connsiteX94265" y="connsiteY94265"/>
              </a:cxn>
              <a:cxn ang="0">
                <a:pos x="connsiteX94266" y="connsiteY94266"/>
              </a:cxn>
              <a:cxn ang="0">
                <a:pos x="connsiteX94267" y="connsiteY94267"/>
              </a:cxn>
              <a:cxn ang="0">
                <a:pos x="connsiteX94268" y="connsiteY94268"/>
              </a:cxn>
              <a:cxn ang="0">
                <a:pos x="connsiteX94269" y="connsiteY94269"/>
              </a:cxn>
              <a:cxn ang="0">
                <a:pos x="connsiteX94270" y="connsiteY94270"/>
              </a:cxn>
              <a:cxn ang="0">
                <a:pos x="connsiteX94271" y="connsiteY94271"/>
              </a:cxn>
              <a:cxn ang="0">
                <a:pos x="connsiteX94272" y="connsiteY94272"/>
              </a:cxn>
              <a:cxn ang="0">
                <a:pos x="connsiteX94273" y="connsiteY94273"/>
              </a:cxn>
              <a:cxn ang="0">
                <a:pos x="connsiteX94274" y="connsiteY94274"/>
              </a:cxn>
              <a:cxn ang="0">
                <a:pos x="connsiteX94275" y="connsiteY94275"/>
              </a:cxn>
              <a:cxn ang="0">
                <a:pos x="connsiteX94276" y="connsiteY94276"/>
              </a:cxn>
              <a:cxn ang="0">
                <a:pos x="connsiteX94277" y="connsiteY94277"/>
              </a:cxn>
              <a:cxn ang="0">
                <a:pos x="connsiteX94278" y="connsiteY94278"/>
              </a:cxn>
              <a:cxn ang="0">
                <a:pos x="connsiteX94279" y="connsiteY94279"/>
              </a:cxn>
              <a:cxn ang="0">
                <a:pos x="connsiteX94280" y="connsiteY94280"/>
              </a:cxn>
              <a:cxn ang="0">
                <a:pos x="connsiteX94281" y="connsiteY94281"/>
              </a:cxn>
              <a:cxn ang="0">
                <a:pos x="connsiteX94282" y="connsiteY94282"/>
              </a:cxn>
              <a:cxn ang="0">
                <a:pos x="connsiteX94283" y="connsiteY94283"/>
              </a:cxn>
              <a:cxn ang="0">
                <a:pos x="connsiteX94284" y="connsiteY94284"/>
              </a:cxn>
              <a:cxn ang="0">
                <a:pos x="connsiteX94285" y="connsiteY94285"/>
              </a:cxn>
              <a:cxn ang="0">
                <a:pos x="connsiteX94286" y="connsiteY94286"/>
              </a:cxn>
              <a:cxn ang="0">
                <a:pos x="connsiteX94287" y="connsiteY94287"/>
              </a:cxn>
              <a:cxn ang="0">
                <a:pos x="connsiteX94288" y="connsiteY94288"/>
              </a:cxn>
              <a:cxn ang="0">
                <a:pos x="connsiteX94289" y="connsiteY94289"/>
              </a:cxn>
              <a:cxn ang="0">
                <a:pos x="connsiteX94290" y="connsiteY94290"/>
              </a:cxn>
              <a:cxn ang="0">
                <a:pos x="connsiteX94291" y="connsiteY94291"/>
              </a:cxn>
              <a:cxn ang="0">
                <a:pos x="connsiteX94292" y="connsiteY94292"/>
              </a:cxn>
              <a:cxn ang="0">
                <a:pos x="connsiteX94293" y="connsiteY94293"/>
              </a:cxn>
              <a:cxn ang="0">
                <a:pos x="connsiteX94294" y="connsiteY94294"/>
              </a:cxn>
              <a:cxn ang="0">
                <a:pos x="connsiteX94295" y="connsiteY94295"/>
              </a:cxn>
              <a:cxn ang="0">
                <a:pos x="connsiteX94296" y="connsiteY94296"/>
              </a:cxn>
              <a:cxn ang="0">
                <a:pos x="connsiteX94297" y="connsiteY94297"/>
              </a:cxn>
              <a:cxn ang="0">
                <a:pos x="connsiteX94298" y="connsiteY94298"/>
              </a:cxn>
              <a:cxn ang="0">
                <a:pos x="connsiteX94299" y="connsiteY94299"/>
              </a:cxn>
              <a:cxn ang="0">
                <a:pos x="connsiteX94300" y="connsiteY94300"/>
              </a:cxn>
              <a:cxn ang="0">
                <a:pos x="connsiteX94301" y="connsiteY94301"/>
              </a:cxn>
              <a:cxn ang="0">
                <a:pos x="connsiteX94302" y="connsiteY94302"/>
              </a:cxn>
              <a:cxn ang="0">
                <a:pos x="connsiteX94303" y="connsiteY94303"/>
              </a:cxn>
              <a:cxn ang="0">
                <a:pos x="connsiteX94304" y="connsiteY94304"/>
              </a:cxn>
              <a:cxn ang="0">
                <a:pos x="connsiteX94305" y="connsiteY94305"/>
              </a:cxn>
              <a:cxn ang="0">
                <a:pos x="connsiteX94306" y="connsiteY94306"/>
              </a:cxn>
              <a:cxn ang="0">
                <a:pos x="connsiteX94307" y="connsiteY94307"/>
              </a:cxn>
              <a:cxn ang="0">
                <a:pos x="connsiteX94308" y="connsiteY94308"/>
              </a:cxn>
              <a:cxn ang="0">
                <a:pos x="connsiteX94309" y="connsiteY94309"/>
              </a:cxn>
              <a:cxn ang="0">
                <a:pos x="connsiteX94310" y="connsiteY94310"/>
              </a:cxn>
              <a:cxn ang="0">
                <a:pos x="connsiteX94311" y="connsiteY94311"/>
              </a:cxn>
              <a:cxn ang="0">
                <a:pos x="connsiteX94312" y="connsiteY94312"/>
              </a:cxn>
              <a:cxn ang="0">
                <a:pos x="connsiteX94313" y="connsiteY94313"/>
              </a:cxn>
              <a:cxn ang="0">
                <a:pos x="connsiteX94314" y="connsiteY94314"/>
              </a:cxn>
              <a:cxn ang="0">
                <a:pos x="connsiteX94315" y="connsiteY94315"/>
              </a:cxn>
              <a:cxn ang="0">
                <a:pos x="connsiteX94316" y="connsiteY94316"/>
              </a:cxn>
              <a:cxn ang="0">
                <a:pos x="connsiteX94317" y="connsiteY94317"/>
              </a:cxn>
              <a:cxn ang="0">
                <a:pos x="connsiteX94318" y="connsiteY94318"/>
              </a:cxn>
              <a:cxn ang="0">
                <a:pos x="connsiteX94319" y="connsiteY94319"/>
              </a:cxn>
              <a:cxn ang="0">
                <a:pos x="connsiteX94320" y="connsiteY94320"/>
              </a:cxn>
              <a:cxn ang="0">
                <a:pos x="connsiteX94321" y="connsiteY94321"/>
              </a:cxn>
              <a:cxn ang="0">
                <a:pos x="connsiteX94322" y="connsiteY94322"/>
              </a:cxn>
              <a:cxn ang="0">
                <a:pos x="connsiteX94323" y="connsiteY94323"/>
              </a:cxn>
              <a:cxn ang="0">
                <a:pos x="connsiteX94324" y="connsiteY94324"/>
              </a:cxn>
              <a:cxn ang="0">
                <a:pos x="connsiteX94325" y="connsiteY94325"/>
              </a:cxn>
              <a:cxn ang="0">
                <a:pos x="connsiteX94326" y="connsiteY94326"/>
              </a:cxn>
              <a:cxn ang="0">
                <a:pos x="connsiteX94327" y="connsiteY94327"/>
              </a:cxn>
              <a:cxn ang="0">
                <a:pos x="connsiteX94328" y="connsiteY94328"/>
              </a:cxn>
              <a:cxn ang="0">
                <a:pos x="connsiteX94329" y="connsiteY94329"/>
              </a:cxn>
              <a:cxn ang="0">
                <a:pos x="connsiteX94330" y="connsiteY94330"/>
              </a:cxn>
              <a:cxn ang="0">
                <a:pos x="connsiteX94331" y="connsiteY94331"/>
              </a:cxn>
              <a:cxn ang="0">
                <a:pos x="connsiteX94332" y="connsiteY94332"/>
              </a:cxn>
              <a:cxn ang="0">
                <a:pos x="connsiteX94333" y="connsiteY94333"/>
              </a:cxn>
              <a:cxn ang="0">
                <a:pos x="connsiteX94334" y="connsiteY94334"/>
              </a:cxn>
              <a:cxn ang="0">
                <a:pos x="connsiteX94335" y="connsiteY94335"/>
              </a:cxn>
              <a:cxn ang="0">
                <a:pos x="connsiteX94336" y="connsiteY94336"/>
              </a:cxn>
              <a:cxn ang="0">
                <a:pos x="connsiteX94337" y="connsiteY94337"/>
              </a:cxn>
              <a:cxn ang="0">
                <a:pos x="connsiteX94338" y="connsiteY94338"/>
              </a:cxn>
              <a:cxn ang="0">
                <a:pos x="connsiteX94339" y="connsiteY94339"/>
              </a:cxn>
              <a:cxn ang="0">
                <a:pos x="connsiteX94340" y="connsiteY94340"/>
              </a:cxn>
              <a:cxn ang="0">
                <a:pos x="connsiteX94341" y="connsiteY94341"/>
              </a:cxn>
              <a:cxn ang="0">
                <a:pos x="connsiteX94342" y="connsiteY94342"/>
              </a:cxn>
              <a:cxn ang="0">
                <a:pos x="connsiteX94343" y="connsiteY94343"/>
              </a:cxn>
              <a:cxn ang="0">
                <a:pos x="connsiteX94344" y="connsiteY94344"/>
              </a:cxn>
              <a:cxn ang="0">
                <a:pos x="connsiteX94345" y="connsiteY94345"/>
              </a:cxn>
              <a:cxn ang="0">
                <a:pos x="connsiteX94346" y="connsiteY94346"/>
              </a:cxn>
              <a:cxn ang="0">
                <a:pos x="connsiteX94347" y="connsiteY94347"/>
              </a:cxn>
              <a:cxn ang="0">
                <a:pos x="connsiteX94348" y="connsiteY94348"/>
              </a:cxn>
              <a:cxn ang="0">
                <a:pos x="connsiteX94349" y="connsiteY94349"/>
              </a:cxn>
              <a:cxn ang="0">
                <a:pos x="connsiteX94350" y="connsiteY94350"/>
              </a:cxn>
              <a:cxn ang="0">
                <a:pos x="connsiteX94351" y="connsiteY94351"/>
              </a:cxn>
              <a:cxn ang="0">
                <a:pos x="connsiteX94352" y="connsiteY94352"/>
              </a:cxn>
              <a:cxn ang="0">
                <a:pos x="connsiteX94353" y="connsiteY94353"/>
              </a:cxn>
              <a:cxn ang="0">
                <a:pos x="connsiteX94354" y="connsiteY94354"/>
              </a:cxn>
              <a:cxn ang="0">
                <a:pos x="connsiteX94355" y="connsiteY94355"/>
              </a:cxn>
              <a:cxn ang="0">
                <a:pos x="connsiteX94356" y="connsiteY94356"/>
              </a:cxn>
              <a:cxn ang="0">
                <a:pos x="connsiteX94357" y="connsiteY94357"/>
              </a:cxn>
              <a:cxn ang="0">
                <a:pos x="connsiteX94358" y="connsiteY94358"/>
              </a:cxn>
              <a:cxn ang="0">
                <a:pos x="connsiteX94359" y="connsiteY94359"/>
              </a:cxn>
              <a:cxn ang="0">
                <a:pos x="connsiteX94360" y="connsiteY94360"/>
              </a:cxn>
              <a:cxn ang="0">
                <a:pos x="connsiteX94361" y="connsiteY94361"/>
              </a:cxn>
              <a:cxn ang="0">
                <a:pos x="connsiteX94362" y="connsiteY94362"/>
              </a:cxn>
              <a:cxn ang="0">
                <a:pos x="connsiteX94363" y="connsiteY94363"/>
              </a:cxn>
              <a:cxn ang="0">
                <a:pos x="connsiteX94364" y="connsiteY94364"/>
              </a:cxn>
              <a:cxn ang="0">
                <a:pos x="connsiteX94365" y="connsiteY94365"/>
              </a:cxn>
              <a:cxn ang="0">
                <a:pos x="connsiteX94366" y="connsiteY94366"/>
              </a:cxn>
              <a:cxn ang="0">
                <a:pos x="connsiteX94367" y="connsiteY94367"/>
              </a:cxn>
              <a:cxn ang="0">
                <a:pos x="connsiteX94368" y="connsiteY94368"/>
              </a:cxn>
              <a:cxn ang="0">
                <a:pos x="connsiteX94369" y="connsiteY94369"/>
              </a:cxn>
              <a:cxn ang="0">
                <a:pos x="connsiteX94370" y="connsiteY94370"/>
              </a:cxn>
              <a:cxn ang="0">
                <a:pos x="connsiteX94371" y="connsiteY94371"/>
              </a:cxn>
              <a:cxn ang="0">
                <a:pos x="connsiteX94372" y="connsiteY94372"/>
              </a:cxn>
              <a:cxn ang="0">
                <a:pos x="connsiteX94373" y="connsiteY94373"/>
              </a:cxn>
              <a:cxn ang="0">
                <a:pos x="connsiteX94374" y="connsiteY94374"/>
              </a:cxn>
              <a:cxn ang="0">
                <a:pos x="connsiteX94375" y="connsiteY94375"/>
              </a:cxn>
              <a:cxn ang="0">
                <a:pos x="connsiteX94376" y="connsiteY94376"/>
              </a:cxn>
              <a:cxn ang="0">
                <a:pos x="connsiteX94377" y="connsiteY94377"/>
              </a:cxn>
              <a:cxn ang="0">
                <a:pos x="connsiteX94378" y="connsiteY94378"/>
              </a:cxn>
              <a:cxn ang="0">
                <a:pos x="connsiteX94379" y="connsiteY94379"/>
              </a:cxn>
              <a:cxn ang="0">
                <a:pos x="connsiteX94380" y="connsiteY94380"/>
              </a:cxn>
              <a:cxn ang="0">
                <a:pos x="connsiteX94381" y="connsiteY94381"/>
              </a:cxn>
              <a:cxn ang="0">
                <a:pos x="connsiteX94382" y="connsiteY94382"/>
              </a:cxn>
              <a:cxn ang="0">
                <a:pos x="connsiteX94383" y="connsiteY94383"/>
              </a:cxn>
              <a:cxn ang="0">
                <a:pos x="connsiteX94384" y="connsiteY94384"/>
              </a:cxn>
              <a:cxn ang="0">
                <a:pos x="connsiteX94385" y="connsiteY94385"/>
              </a:cxn>
              <a:cxn ang="0">
                <a:pos x="connsiteX94386" y="connsiteY94386"/>
              </a:cxn>
              <a:cxn ang="0">
                <a:pos x="connsiteX94387" y="connsiteY94387"/>
              </a:cxn>
              <a:cxn ang="0">
                <a:pos x="connsiteX94388" y="connsiteY94388"/>
              </a:cxn>
              <a:cxn ang="0">
                <a:pos x="connsiteX94389" y="connsiteY94389"/>
              </a:cxn>
              <a:cxn ang="0">
                <a:pos x="connsiteX94390" y="connsiteY94390"/>
              </a:cxn>
              <a:cxn ang="0">
                <a:pos x="connsiteX94391" y="connsiteY94391"/>
              </a:cxn>
              <a:cxn ang="0">
                <a:pos x="connsiteX94392" y="connsiteY94392"/>
              </a:cxn>
              <a:cxn ang="0">
                <a:pos x="connsiteX94393" y="connsiteY94393"/>
              </a:cxn>
              <a:cxn ang="0">
                <a:pos x="connsiteX94394" y="connsiteY94394"/>
              </a:cxn>
              <a:cxn ang="0">
                <a:pos x="connsiteX94395" y="connsiteY94395"/>
              </a:cxn>
              <a:cxn ang="0">
                <a:pos x="connsiteX94396" y="connsiteY94396"/>
              </a:cxn>
              <a:cxn ang="0">
                <a:pos x="connsiteX94397" y="connsiteY94397"/>
              </a:cxn>
              <a:cxn ang="0">
                <a:pos x="connsiteX94398" y="connsiteY94398"/>
              </a:cxn>
              <a:cxn ang="0">
                <a:pos x="connsiteX94399" y="connsiteY94399"/>
              </a:cxn>
              <a:cxn ang="0">
                <a:pos x="connsiteX94400" y="connsiteY94400"/>
              </a:cxn>
              <a:cxn ang="0">
                <a:pos x="connsiteX94401" y="connsiteY94401"/>
              </a:cxn>
              <a:cxn ang="0">
                <a:pos x="connsiteX94402" y="connsiteY94402"/>
              </a:cxn>
              <a:cxn ang="0">
                <a:pos x="connsiteX94403" y="connsiteY94403"/>
              </a:cxn>
              <a:cxn ang="0">
                <a:pos x="connsiteX94404" y="connsiteY94404"/>
              </a:cxn>
              <a:cxn ang="0">
                <a:pos x="connsiteX94405" y="connsiteY94405"/>
              </a:cxn>
              <a:cxn ang="0">
                <a:pos x="connsiteX94406" y="connsiteY94406"/>
              </a:cxn>
              <a:cxn ang="0">
                <a:pos x="connsiteX94407" y="connsiteY94407"/>
              </a:cxn>
              <a:cxn ang="0">
                <a:pos x="connsiteX94408" y="connsiteY94408"/>
              </a:cxn>
              <a:cxn ang="0">
                <a:pos x="connsiteX94409" y="connsiteY94409"/>
              </a:cxn>
              <a:cxn ang="0">
                <a:pos x="connsiteX94410" y="connsiteY94410"/>
              </a:cxn>
              <a:cxn ang="0">
                <a:pos x="connsiteX94411" y="connsiteY94411"/>
              </a:cxn>
              <a:cxn ang="0">
                <a:pos x="connsiteX94412" y="connsiteY94412"/>
              </a:cxn>
              <a:cxn ang="0">
                <a:pos x="connsiteX94413" y="connsiteY94413"/>
              </a:cxn>
              <a:cxn ang="0">
                <a:pos x="connsiteX94414" y="connsiteY94414"/>
              </a:cxn>
              <a:cxn ang="0">
                <a:pos x="connsiteX94415" y="connsiteY94415"/>
              </a:cxn>
              <a:cxn ang="0">
                <a:pos x="connsiteX94416" y="connsiteY94416"/>
              </a:cxn>
              <a:cxn ang="0">
                <a:pos x="connsiteX94417" y="connsiteY94417"/>
              </a:cxn>
              <a:cxn ang="0">
                <a:pos x="connsiteX94418" y="connsiteY94418"/>
              </a:cxn>
              <a:cxn ang="0">
                <a:pos x="connsiteX94419" y="connsiteY94419"/>
              </a:cxn>
              <a:cxn ang="0">
                <a:pos x="connsiteX94420" y="connsiteY94420"/>
              </a:cxn>
              <a:cxn ang="0">
                <a:pos x="connsiteX94421" y="connsiteY94421"/>
              </a:cxn>
              <a:cxn ang="0">
                <a:pos x="connsiteX94422" y="connsiteY94422"/>
              </a:cxn>
              <a:cxn ang="0">
                <a:pos x="connsiteX94423" y="connsiteY94423"/>
              </a:cxn>
              <a:cxn ang="0">
                <a:pos x="connsiteX94424" y="connsiteY94424"/>
              </a:cxn>
              <a:cxn ang="0">
                <a:pos x="connsiteX94425" y="connsiteY94425"/>
              </a:cxn>
              <a:cxn ang="0">
                <a:pos x="connsiteX94426" y="connsiteY94426"/>
              </a:cxn>
              <a:cxn ang="0">
                <a:pos x="connsiteX94427" y="connsiteY94427"/>
              </a:cxn>
              <a:cxn ang="0">
                <a:pos x="connsiteX94428" y="connsiteY94428"/>
              </a:cxn>
              <a:cxn ang="0">
                <a:pos x="connsiteX94429" y="connsiteY94429"/>
              </a:cxn>
              <a:cxn ang="0">
                <a:pos x="connsiteX94430" y="connsiteY94430"/>
              </a:cxn>
              <a:cxn ang="0">
                <a:pos x="connsiteX94431" y="connsiteY94431"/>
              </a:cxn>
              <a:cxn ang="0">
                <a:pos x="connsiteX94432" y="connsiteY94432"/>
              </a:cxn>
              <a:cxn ang="0">
                <a:pos x="connsiteX94433" y="connsiteY94433"/>
              </a:cxn>
              <a:cxn ang="0">
                <a:pos x="connsiteX94434" y="connsiteY94434"/>
              </a:cxn>
              <a:cxn ang="0">
                <a:pos x="connsiteX94435" y="connsiteY94435"/>
              </a:cxn>
              <a:cxn ang="0">
                <a:pos x="connsiteX94436" y="connsiteY94436"/>
              </a:cxn>
              <a:cxn ang="0">
                <a:pos x="connsiteX94437" y="connsiteY94437"/>
              </a:cxn>
              <a:cxn ang="0">
                <a:pos x="connsiteX94438" y="connsiteY94438"/>
              </a:cxn>
              <a:cxn ang="0">
                <a:pos x="connsiteX94439" y="connsiteY94439"/>
              </a:cxn>
              <a:cxn ang="0">
                <a:pos x="connsiteX94440" y="connsiteY94440"/>
              </a:cxn>
              <a:cxn ang="0">
                <a:pos x="connsiteX94441" y="connsiteY94441"/>
              </a:cxn>
              <a:cxn ang="0">
                <a:pos x="connsiteX94442" y="connsiteY94442"/>
              </a:cxn>
              <a:cxn ang="0">
                <a:pos x="connsiteX94443" y="connsiteY94443"/>
              </a:cxn>
              <a:cxn ang="0">
                <a:pos x="connsiteX94444" y="connsiteY94444"/>
              </a:cxn>
              <a:cxn ang="0">
                <a:pos x="connsiteX94445" y="connsiteY94445"/>
              </a:cxn>
              <a:cxn ang="0">
                <a:pos x="connsiteX94446" y="connsiteY94446"/>
              </a:cxn>
              <a:cxn ang="0">
                <a:pos x="connsiteX94447" y="connsiteY94447"/>
              </a:cxn>
              <a:cxn ang="0">
                <a:pos x="connsiteX94448" y="connsiteY94448"/>
              </a:cxn>
              <a:cxn ang="0">
                <a:pos x="connsiteX94449" y="connsiteY94449"/>
              </a:cxn>
              <a:cxn ang="0">
                <a:pos x="connsiteX94450" y="connsiteY94450"/>
              </a:cxn>
              <a:cxn ang="0">
                <a:pos x="connsiteX94451" y="connsiteY94451"/>
              </a:cxn>
              <a:cxn ang="0">
                <a:pos x="connsiteX94452" y="connsiteY94452"/>
              </a:cxn>
              <a:cxn ang="0">
                <a:pos x="connsiteX94453" y="connsiteY94453"/>
              </a:cxn>
              <a:cxn ang="0">
                <a:pos x="connsiteX94454" y="connsiteY94454"/>
              </a:cxn>
              <a:cxn ang="0">
                <a:pos x="connsiteX94455" y="connsiteY94455"/>
              </a:cxn>
              <a:cxn ang="0">
                <a:pos x="connsiteX94456" y="connsiteY94456"/>
              </a:cxn>
              <a:cxn ang="0">
                <a:pos x="connsiteX94457" y="connsiteY94457"/>
              </a:cxn>
              <a:cxn ang="0">
                <a:pos x="connsiteX94458" y="connsiteY94458"/>
              </a:cxn>
              <a:cxn ang="0">
                <a:pos x="connsiteX94459" y="connsiteY94459"/>
              </a:cxn>
              <a:cxn ang="0">
                <a:pos x="connsiteX94460" y="connsiteY94460"/>
              </a:cxn>
              <a:cxn ang="0">
                <a:pos x="connsiteX94461" y="connsiteY94461"/>
              </a:cxn>
              <a:cxn ang="0">
                <a:pos x="connsiteX94462" y="connsiteY94462"/>
              </a:cxn>
              <a:cxn ang="0">
                <a:pos x="connsiteX94463" y="connsiteY94463"/>
              </a:cxn>
              <a:cxn ang="0">
                <a:pos x="connsiteX94464" y="connsiteY94464"/>
              </a:cxn>
              <a:cxn ang="0">
                <a:pos x="connsiteX94465" y="connsiteY94465"/>
              </a:cxn>
              <a:cxn ang="0">
                <a:pos x="connsiteX94466" y="connsiteY94466"/>
              </a:cxn>
              <a:cxn ang="0">
                <a:pos x="connsiteX94467" y="connsiteY94467"/>
              </a:cxn>
              <a:cxn ang="0">
                <a:pos x="connsiteX94468" y="connsiteY94468"/>
              </a:cxn>
              <a:cxn ang="0">
                <a:pos x="connsiteX94469" y="connsiteY94469"/>
              </a:cxn>
              <a:cxn ang="0">
                <a:pos x="connsiteX94470" y="connsiteY94470"/>
              </a:cxn>
              <a:cxn ang="0">
                <a:pos x="connsiteX94471" y="connsiteY94471"/>
              </a:cxn>
              <a:cxn ang="0">
                <a:pos x="connsiteX94472" y="connsiteY94472"/>
              </a:cxn>
              <a:cxn ang="0">
                <a:pos x="connsiteX94473" y="connsiteY94473"/>
              </a:cxn>
              <a:cxn ang="0">
                <a:pos x="connsiteX94474" y="connsiteY94474"/>
              </a:cxn>
              <a:cxn ang="0">
                <a:pos x="connsiteX94475" y="connsiteY94475"/>
              </a:cxn>
              <a:cxn ang="0">
                <a:pos x="connsiteX94476" y="connsiteY94476"/>
              </a:cxn>
              <a:cxn ang="0">
                <a:pos x="connsiteX94477" y="connsiteY94477"/>
              </a:cxn>
              <a:cxn ang="0">
                <a:pos x="connsiteX94478" y="connsiteY94478"/>
              </a:cxn>
              <a:cxn ang="0">
                <a:pos x="connsiteX94479" y="connsiteY94479"/>
              </a:cxn>
              <a:cxn ang="0">
                <a:pos x="connsiteX94480" y="connsiteY94480"/>
              </a:cxn>
              <a:cxn ang="0">
                <a:pos x="connsiteX94481" y="connsiteY94481"/>
              </a:cxn>
              <a:cxn ang="0">
                <a:pos x="connsiteX94482" y="connsiteY94482"/>
              </a:cxn>
              <a:cxn ang="0">
                <a:pos x="connsiteX94483" y="connsiteY94483"/>
              </a:cxn>
              <a:cxn ang="0">
                <a:pos x="connsiteX94484" y="connsiteY94484"/>
              </a:cxn>
              <a:cxn ang="0">
                <a:pos x="connsiteX94485" y="connsiteY94485"/>
              </a:cxn>
              <a:cxn ang="0">
                <a:pos x="connsiteX94486" y="connsiteY94486"/>
              </a:cxn>
              <a:cxn ang="0">
                <a:pos x="connsiteX94487" y="connsiteY94487"/>
              </a:cxn>
              <a:cxn ang="0">
                <a:pos x="connsiteX94488" y="connsiteY94488"/>
              </a:cxn>
              <a:cxn ang="0">
                <a:pos x="connsiteX94489" y="connsiteY94489"/>
              </a:cxn>
              <a:cxn ang="0">
                <a:pos x="connsiteX94490" y="connsiteY94490"/>
              </a:cxn>
              <a:cxn ang="0">
                <a:pos x="connsiteX94491" y="connsiteY94491"/>
              </a:cxn>
              <a:cxn ang="0">
                <a:pos x="connsiteX94492" y="connsiteY94492"/>
              </a:cxn>
              <a:cxn ang="0">
                <a:pos x="connsiteX94493" y="connsiteY94493"/>
              </a:cxn>
              <a:cxn ang="0">
                <a:pos x="connsiteX94494" y="connsiteY94494"/>
              </a:cxn>
              <a:cxn ang="0">
                <a:pos x="connsiteX94495" y="connsiteY94495"/>
              </a:cxn>
              <a:cxn ang="0">
                <a:pos x="connsiteX94496" y="connsiteY94496"/>
              </a:cxn>
              <a:cxn ang="0">
                <a:pos x="connsiteX94497" y="connsiteY94497"/>
              </a:cxn>
              <a:cxn ang="0">
                <a:pos x="connsiteX94498" y="connsiteY94498"/>
              </a:cxn>
              <a:cxn ang="0">
                <a:pos x="connsiteX94499" y="connsiteY94499"/>
              </a:cxn>
              <a:cxn ang="0">
                <a:pos x="connsiteX94500" y="connsiteY94500"/>
              </a:cxn>
              <a:cxn ang="0">
                <a:pos x="connsiteX94501" y="connsiteY94501"/>
              </a:cxn>
              <a:cxn ang="0">
                <a:pos x="connsiteX94502" y="connsiteY94502"/>
              </a:cxn>
              <a:cxn ang="0">
                <a:pos x="connsiteX94503" y="connsiteY94503"/>
              </a:cxn>
              <a:cxn ang="0">
                <a:pos x="connsiteX94504" y="connsiteY94504"/>
              </a:cxn>
              <a:cxn ang="0">
                <a:pos x="connsiteX94505" y="connsiteY94505"/>
              </a:cxn>
              <a:cxn ang="0">
                <a:pos x="connsiteX94506" y="connsiteY94506"/>
              </a:cxn>
              <a:cxn ang="0">
                <a:pos x="connsiteX94507" y="connsiteY94507"/>
              </a:cxn>
              <a:cxn ang="0">
                <a:pos x="connsiteX94508" y="connsiteY94508"/>
              </a:cxn>
              <a:cxn ang="0">
                <a:pos x="connsiteX94509" y="connsiteY94509"/>
              </a:cxn>
              <a:cxn ang="0">
                <a:pos x="connsiteX94510" y="connsiteY94510"/>
              </a:cxn>
              <a:cxn ang="0">
                <a:pos x="connsiteX94511" y="connsiteY94511"/>
              </a:cxn>
              <a:cxn ang="0">
                <a:pos x="connsiteX94512" y="connsiteY94512"/>
              </a:cxn>
              <a:cxn ang="0">
                <a:pos x="connsiteX94513" y="connsiteY94513"/>
              </a:cxn>
              <a:cxn ang="0">
                <a:pos x="connsiteX94514" y="connsiteY94514"/>
              </a:cxn>
              <a:cxn ang="0">
                <a:pos x="connsiteX94515" y="connsiteY94515"/>
              </a:cxn>
              <a:cxn ang="0">
                <a:pos x="connsiteX94516" y="connsiteY94516"/>
              </a:cxn>
              <a:cxn ang="0">
                <a:pos x="connsiteX94517" y="connsiteY94517"/>
              </a:cxn>
              <a:cxn ang="0">
                <a:pos x="connsiteX94518" y="connsiteY94518"/>
              </a:cxn>
              <a:cxn ang="0">
                <a:pos x="connsiteX94519" y="connsiteY94519"/>
              </a:cxn>
              <a:cxn ang="0">
                <a:pos x="connsiteX94520" y="connsiteY94520"/>
              </a:cxn>
              <a:cxn ang="0">
                <a:pos x="connsiteX94521" y="connsiteY94521"/>
              </a:cxn>
              <a:cxn ang="0">
                <a:pos x="connsiteX94522" y="connsiteY94522"/>
              </a:cxn>
              <a:cxn ang="0">
                <a:pos x="connsiteX94523" y="connsiteY94523"/>
              </a:cxn>
              <a:cxn ang="0">
                <a:pos x="connsiteX94524" y="connsiteY94524"/>
              </a:cxn>
              <a:cxn ang="0">
                <a:pos x="connsiteX94525" y="connsiteY94525"/>
              </a:cxn>
              <a:cxn ang="0">
                <a:pos x="connsiteX94526" y="connsiteY94526"/>
              </a:cxn>
              <a:cxn ang="0">
                <a:pos x="connsiteX94527" y="connsiteY94527"/>
              </a:cxn>
              <a:cxn ang="0">
                <a:pos x="connsiteX94528" y="connsiteY94528"/>
              </a:cxn>
              <a:cxn ang="0">
                <a:pos x="connsiteX94529" y="connsiteY94529"/>
              </a:cxn>
              <a:cxn ang="0">
                <a:pos x="connsiteX94530" y="connsiteY94530"/>
              </a:cxn>
              <a:cxn ang="0">
                <a:pos x="connsiteX94531" y="connsiteY94531"/>
              </a:cxn>
              <a:cxn ang="0">
                <a:pos x="connsiteX94532" y="connsiteY94532"/>
              </a:cxn>
              <a:cxn ang="0">
                <a:pos x="connsiteX94533" y="connsiteY94533"/>
              </a:cxn>
              <a:cxn ang="0">
                <a:pos x="connsiteX94534" y="connsiteY94534"/>
              </a:cxn>
              <a:cxn ang="0">
                <a:pos x="connsiteX94535" y="connsiteY94535"/>
              </a:cxn>
              <a:cxn ang="0">
                <a:pos x="connsiteX94536" y="connsiteY94536"/>
              </a:cxn>
              <a:cxn ang="0">
                <a:pos x="connsiteX94537" y="connsiteY94537"/>
              </a:cxn>
              <a:cxn ang="0">
                <a:pos x="connsiteX94538" y="connsiteY94538"/>
              </a:cxn>
              <a:cxn ang="0">
                <a:pos x="connsiteX94539" y="connsiteY94539"/>
              </a:cxn>
              <a:cxn ang="0">
                <a:pos x="connsiteX94540" y="connsiteY94540"/>
              </a:cxn>
              <a:cxn ang="0">
                <a:pos x="connsiteX94541" y="connsiteY94541"/>
              </a:cxn>
              <a:cxn ang="0">
                <a:pos x="connsiteX94542" y="connsiteY94542"/>
              </a:cxn>
              <a:cxn ang="0">
                <a:pos x="connsiteX94543" y="connsiteY94543"/>
              </a:cxn>
              <a:cxn ang="0">
                <a:pos x="connsiteX94544" y="connsiteY94544"/>
              </a:cxn>
              <a:cxn ang="0">
                <a:pos x="connsiteX94545" y="connsiteY94545"/>
              </a:cxn>
              <a:cxn ang="0">
                <a:pos x="connsiteX94546" y="connsiteY94546"/>
              </a:cxn>
              <a:cxn ang="0">
                <a:pos x="connsiteX94547" y="connsiteY94547"/>
              </a:cxn>
              <a:cxn ang="0">
                <a:pos x="connsiteX94548" y="connsiteY94548"/>
              </a:cxn>
              <a:cxn ang="0">
                <a:pos x="connsiteX94549" y="connsiteY94549"/>
              </a:cxn>
              <a:cxn ang="0">
                <a:pos x="connsiteX94550" y="connsiteY94550"/>
              </a:cxn>
              <a:cxn ang="0">
                <a:pos x="connsiteX94551" y="connsiteY94551"/>
              </a:cxn>
              <a:cxn ang="0">
                <a:pos x="connsiteX94552" y="connsiteY94552"/>
              </a:cxn>
              <a:cxn ang="0">
                <a:pos x="connsiteX94553" y="connsiteY94553"/>
              </a:cxn>
              <a:cxn ang="0">
                <a:pos x="connsiteX94554" y="connsiteY94554"/>
              </a:cxn>
              <a:cxn ang="0">
                <a:pos x="connsiteX94555" y="connsiteY94555"/>
              </a:cxn>
              <a:cxn ang="0">
                <a:pos x="connsiteX94556" y="connsiteY94556"/>
              </a:cxn>
              <a:cxn ang="0">
                <a:pos x="connsiteX94557" y="connsiteY94557"/>
              </a:cxn>
              <a:cxn ang="0">
                <a:pos x="connsiteX94558" y="connsiteY94558"/>
              </a:cxn>
              <a:cxn ang="0">
                <a:pos x="connsiteX94559" y="connsiteY94559"/>
              </a:cxn>
              <a:cxn ang="0">
                <a:pos x="connsiteX94560" y="connsiteY94560"/>
              </a:cxn>
              <a:cxn ang="0">
                <a:pos x="connsiteX94561" y="connsiteY94561"/>
              </a:cxn>
              <a:cxn ang="0">
                <a:pos x="connsiteX94562" y="connsiteY94562"/>
              </a:cxn>
              <a:cxn ang="0">
                <a:pos x="connsiteX94563" y="connsiteY94563"/>
              </a:cxn>
              <a:cxn ang="0">
                <a:pos x="connsiteX94564" y="connsiteY94564"/>
              </a:cxn>
              <a:cxn ang="0">
                <a:pos x="connsiteX94565" y="connsiteY94565"/>
              </a:cxn>
              <a:cxn ang="0">
                <a:pos x="connsiteX94566" y="connsiteY94566"/>
              </a:cxn>
              <a:cxn ang="0">
                <a:pos x="connsiteX94567" y="connsiteY94567"/>
              </a:cxn>
              <a:cxn ang="0">
                <a:pos x="connsiteX94568" y="connsiteY94568"/>
              </a:cxn>
              <a:cxn ang="0">
                <a:pos x="connsiteX94569" y="connsiteY94569"/>
              </a:cxn>
              <a:cxn ang="0">
                <a:pos x="connsiteX94570" y="connsiteY94570"/>
              </a:cxn>
              <a:cxn ang="0">
                <a:pos x="connsiteX94571" y="connsiteY94571"/>
              </a:cxn>
              <a:cxn ang="0">
                <a:pos x="connsiteX94572" y="connsiteY94572"/>
              </a:cxn>
              <a:cxn ang="0">
                <a:pos x="connsiteX94573" y="connsiteY94573"/>
              </a:cxn>
              <a:cxn ang="0">
                <a:pos x="connsiteX94574" y="connsiteY94574"/>
              </a:cxn>
              <a:cxn ang="0">
                <a:pos x="connsiteX94575" y="connsiteY94575"/>
              </a:cxn>
              <a:cxn ang="0">
                <a:pos x="connsiteX94576" y="connsiteY94576"/>
              </a:cxn>
              <a:cxn ang="0">
                <a:pos x="connsiteX94577" y="connsiteY94577"/>
              </a:cxn>
              <a:cxn ang="0">
                <a:pos x="connsiteX94578" y="connsiteY94578"/>
              </a:cxn>
              <a:cxn ang="0">
                <a:pos x="connsiteX94579" y="connsiteY94579"/>
              </a:cxn>
              <a:cxn ang="0">
                <a:pos x="connsiteX94580" y="connsiteY94580"/>
              </a:cxn>
              <a:cxn ang="0">
                <a:pos x="connsiteX94581" y="connsiteY94581"/>
              </a:cxn>
              <a:cxn ang="0">
                <a:pos x="connsiteX94582" y="connsiteY94582"/>
              </a:cxn>
              <a:cxn ang="0">
                <a:pos x="connsiteX94583" y="connsiteY94583"/>
              </a:cxn>
              <a:cxn ang="0">
                <a:pos x="connsiteX94584" y="connsiteY94584"/>
              </a:cxn>
              <a:cxn ang="0">
                <a:pos x="connsiteX94585" y="connsiteY94585"/>
              </a:cxn>
              <a:cxn ang="0">
                <a:pos x="connsiteX94586" y="connsiteY94586"/>
              </a:cxn>
              <a:cxn ang="0">
                <a:pos x="connsiteX94587" y="connsiteY94587"/>
              </a:cxn>
              <a:cxn ang="0">
                <a:pos x="connsiteX94588" y="connsiteY94588"/>
              </a:cxn>
              <a:cxn ang="0">
                <a:pos x="connsiteX94589" y="connsiteY94589"/>
              </a:cxn>
              <a:cxn ang="0">
                <a:pos x="connsiteX94590" y="connsiteY94590"/>
              </a:cxn>
              <a:cxn ang="0">
                <a:pos x="connsiteX94591" y="connsiteY94591"/>
              </a:cxn>
              <a:cxn ang="0">
                <a:pos x="connsiteX94592" y="connsiteY94592"/>
              </a:cxn>
              <a:cxn ang="0">
                <a:pos x="connsiteX94593" y="connsiteY94593"/>
              </a:cxn>
              <a:cxn ang="0">
                <a:pos x="connsiteX94594" y="connsiteY94594"/>
              </a:cxn>
              <a:cxn ang="0">
                <a:pos x="connsiteX94595" y="connsiteY94595"/>
              </a:cxn>
              <a:cxn ang="0">
                <a:pos x="connsiteX94596" y="connsiteY94596"/>
              </a:cxn>
              <a:cxn ang="0">
                <a:pos x="connsiteX94597" y="connsiteY94597"/>
              </a:cxn>
              <a:cxn ang="0">
                <a:pos x="connsiteX94598" y="connsiteY94598"/>
              </a:cxn>
              <a:cxn ang="0">
                <a:pos x="connsiteX94599" y="connsiteY94599"/>
              </a:cxn>
              <a:cxn ang="0">
                <a:pos x="connsiteX94600" y="connsiteY94600"/>
              </a:cxn>
              <a:cxn ang="0">
                <a:pos x="connsiteX94601" y="connsiteY94601"/>
              </a:cxn>
              <a:cxn ang="0">
                <a:pos x="connsiteX94602" y="connsiteY94602"/>
              </a:cxn>
              <a:cxn ang="0">
                <a:pos x="connsiteX94603" y="connsiteY94603"/>
              </a:cxn>
              <a:cxn ang="0">
                <a:pos x="connsiteX94604" y="connsiteY94604"/>
              </a:cxn>
              <a:cxn ang="0">
                <a:pos x="connsiteX94605" y="connsiteY94605"/>
              </a:cxn>
              <a:cxn ang="0">
                <a:pos x="connsiteX94606" y="connsiteY94606"/>
              </a:cxn>
              <a:cxn ang="0">
                <a:pos x="connsiteX94607" y="connsiteY94607"/>
              </a:cxn>
              <a:cxn ang="0">
                <a:pos x="connsiteX94608" y="connsiteY94608"/>
              </a:cxn>
              <a:cxn ang="0">
                <a:pos x="connsiteX94609" y="connsiteY94609"/>
              </a:cxn>
              <a:cxn ang="0">
                <a:pos x="connsiteX94610" y="connsiteY94610"/>
              </a:cxn>
              <a:cxn ang="0">
                <a:pos x="connsiteX94611" y="connsiteY94611"/>
              </a:cxn>
              <a:cxn ang="0">
                <a:pos x="connsiteX94612" y="connsiteY94612"/>
              </a:cxn>
              <a:cxn ang="0">
                <a:pos x="connsiteX94613" y="connsiteY94613"/>
              </a:cxn>
              <a:cxn ang="0">
                <a:pos x="connsiteX94614" y="connsiteY94614"/>
              </a:cxn>
              <a:cxn ang="0">
                <a:pos x="connsiteX94615" y="connsiteY94615"/>
              </a:cxn>
              <a:cxn ang="0">
                <a:pos x="connsiteX94616" y="connsiteY94616"/>
              </a:cxn>
              <a:cxn ang="0">
                <a:pos x="connsiteX94617" y="connsiteY94617"/>
              </a:cxn>
              <a:cxn ang="0">
                <a:pos x="connsiteX94618" y="connsiteY94618"/>
              </a:cxn>
              <a:cxn ang="0">
                <a:pos x="connsiteX94619" y="connsiteY94619"/>
              </a:cxn>
              <a:cxn ang="0">
                <a:pos x="connsiteX94620" y="connsiteY94620"/>
              </a:cxn>
              <a:cxn ang="0">
                <a:pos x="connsiteX94621" y="connsiteY94621"/>
              </a:cxn>
              <a:cxn ang="0">
                <a:pos x="connsiteX94622" y="connsiteY94622"/>
              </a:cxn>
              <a:cxn ang="0">
                <a:pos x="connsiteX94623" y="connsiteY94623"/>
              </a:cxn>
              <a:cxn ang="0">
                <a:pos x="connsiteX94624" y="connsiteY94624"/>
              </a:cxn>
              <a:cxn ang="0">
                <a:pos x="connsiteX94625" y="connsiteY94625"/>
              </a:cxn>
              <a:cxn ang="0">
                <a:pos x="connsiteX94626" y="connsiteY94626"/>
              </a:cxn>
              <a:cxn ang="0">
                <a:pos x="connsiteX94627" y="connsiteY94627"/>
              </a:cxn>
              <a:cxn ang="0">
                <a:pos x="connsiteX94628" y="connsiteY94628"/>
              </a:cxn>
              <a:cxn ang="0">
                <a:pos x="connsiteX94629" y="connsiteY94629"/>
              </a:cxn>
              <a:cxn ang="0">
                <a:pos x="connsiteX94630" y="connsiteY94630"/>
              </a:cxn>
              <a:cxn ang="0">
                <a:pos x="connsiteX94631" y="connsiteY94631"/>
              </a:cxn>
              <a:cxn ang="0">
                <a:pos x="connsiteX94632" y="connsiteY94632"/>
              </a:cxn>
              <a:cxn ang="0">
                <a:pos x="connsiteX94633" y="connsiteY94633"/>
              </a:cxn>
              <a:cxn ang="0">
                <a:pos x="connsiteX94634" y="connsiteY94634"/>
              </a:cxn>
              <a:cxn ang="0">
                <a:pos x="connsiteX94635" y="connsiteY94635"/>
              </a:cxn>
              <a:cxn ang="0">
                <a:pos x="connsiteX94636" y="connsiteY94636"/>
              </a:cxn>
              <a:cxn ang="0">
                <a:pos x="connsiteX94637" y="connsiteY94637"/>
              </a:cxn>
              <a:cxn ang="0">
                <a:pos x="connsiteX94638" y="connsiteY94638"/>
              </a:cxn>
              <a:cxn ang="0">
                <a:pos x="connsiteX94639" y="connsiteY94639"/>
              </a:cxn>
              <a:cxn ang="0">
                <a:pos x="connsiteX94640" y="connsiteY94640"/>
              </a:cxn>
              <a:cxn ang="0">
                <a:pos x="connsiteX94641" y="connsiteY94641"/>
              </a:cxn>
              <a:cxn ang="0">
                <a:pos x="connsiteX94642" y="connsiteY94642"/>
              </a:cxn>
              <a:cxn ang="0">
                <a:pos x="connsiteX94643" y="connsiteY94643"/>
              </a:cxn>
              <a:cxn ang="0">
                <a:pos x="connsiteX94644" y="connsiteY94644"/>
              </a:cxn>
              <a:cxn ang="0">
                <a:pos x="connsiteX94645" y="connsiteY94645"/>
              </a:cxn>
              <a:cxn ang="0">
                <a:pos x="connsiteX94646" y="connsiteY94646"/>
              </a:cxn>
              <a:cxn ang="0">
                <a:pos x="connsiteX94647" y="connsiteY94647"/>
              </a:cxn>
              <a:cxn ang="0">
                <a:pos x="connsiteX94648" y="connsiteY94648"/>
              </a:cxn>
              <a:cxn ang="0">
                <a:pos x="connsiteX94649" y="connsiteY94649"/>
              </a:cxn>
              <a:cxn ang="0">
                <a:pos x="connsiteX94650" y="connsiteY94650"/>
              </a:cxn>
              <a:cxn ang="0">
                <a:pos x="connsiteX94651" y="connsiteY94651"/>
              </a:cxn>
              <a:cxn ang="0">
                <a:pos x="connsiteX94652" y="connsiteY94652"/>
              </a:cxn>
              <a:cxn ang="0">
                <a:pos x="connsiteX94653" y="connsiteY94653"/>
              </a:cxn>
              <a:cxn ang="0">
                <a:pos x="connsiteX94654" y="connsiteY94654"/>
              </a:cxn>
              <a:cxn ang="0">
                <a:pos x="connsiteX94655" y="connsiteY94655"/>
              </a:cxn>
              <a:cxn ang="0">
                <a:pos x="connsiteX94656" y="connsiteY94656"/>
              </a:cxn>
              <a:cxn ang="0">
                <a:pos x="connsiteX94657" y="connsiteY94657"/>
              </a:cxn>
              <a:cxn ang="0">
                <a:pos x="connsiteX94658" y="connsiteY94658"/>
              </a:cxn>
              <a:cxn ang="0">
                <a:pos x="connsiteX94659" y="connsiteY94659"/>
              </a:cxn>
              <a:cxn ang="0">
                <a:pos x="connsiteX94660" y="connsiteY94660"/>
              </a:cxn>
              <a:cxn ang="0">
                <a:pos x="connsiteX94661" y="connsiteY94661"/>
              </a:cxn>
              <a:cxn ang="0">
                <a:pos x="connsiteX94662" y="connsiteY94662"/>
              </a:cxn>
              <a:cxn ang="0">
                <a:pos x="connsiteX94663" y="connsiteY94663"/>
              </a:cxn>
              <a:cxn ang="0">
                <a:pos x="connsiteX94664" y="connsiteY94664"/>
              </a:cxn>
              <a:cxn ang="0">
                <a:pos x="connsiteX94665" y="connsiteY94665"/>
              </a:cxn>
              <a:cxn ang="0">
                <a:pos x="connsiteX94666" y="connsiteY94666"/>
              </a:cxn>
              <a:cxn ang="0">
                <a:pos x="connsiteX94667" y="connsiteY94667"/>
              </a:cxn>
              <a:cxn ang="0">
                <a:pos x="connsiteX94668" y="connsiteY94668"/>
              </a:cxn>
              <a:cxn ang="0">
                <a:pos x="connsiteX94669" y="connsiteY94669"/>
              </a:cxn>
              <a:cxn ang="0">
                <a:pos x="connsiteX94670" y="connsiteY94670"/>
              </a:cxn>
              <a:cxn ang="0">
                <a:pos x="connsiteX94671" y="connsiteY94671"/>
              </a:cxn>
              <a:cxn ang="0">
                <a:pos x="connsiteX94672" y="connsiteY94672"/>
              </a:cxn>
              <a:cxn ang="0">
                <a:pos x="connsiteX94673" y="connsiteY94673"/>
              </a:cxn>
              <a:cxn ang="0">
                <a:pos x="connsiteX94674" y="connsiteY94674"/>
              </a:cxn>
              <a:cxn ang="0">
                <a:pos x="connsiteX94675" y="connsiteY94675"/>
              </a:cxn>
              <a:cxn ang="0">
                <a:pos x="connsiteX94676" y="connsiteY94676"/>
              </a:cxn>
              <a:cxn ang="0">
                <a:pos x="connsiteX94677" y="connsiteY94677"/>
              </a:cxn>
              <a:cxn ang="0">
                <a:pos x="connsiteX94678" y="connsiteY94678"/>
              </a:cxn>
              <a:cxn ang="0">
                <a:pos x="connsiteX94679" y="connsiteY94679"/>
              </a:cxn>
              <a:cxn ang="0">
                <a:pos x="connsiteX94680" y="connsiteY94680"/>
              </a:cxn>
              <a:cxn ang="0">
                <a:pos x="connsiteX94681" y="connsiteY94681"/>
              </a:cxn>
              <a:cxn ang="0">
                <a:pos x="connsiteX94682" y="connsiteY94682"/>
              </a:cxn>
              <a:cxn ang="0">
                <a:pos x="connsiteX94683" y="connsiteY94683"/>
              </a:cxn>
              <a:cxn ang="0">
                <a:pos x="connsiteX94684" y="connsiteY94684"/>
              </a:cxn>
              <a:cxn ang="0">
                <a:pos x="connsiteX94685" y="connsiteY94685"/>
              </a:cxn>
              <a:cxn ang="0">
                <a:pos x="connsiteX94686" y="connsiteY94686"/>
              </a:cxn>
              <a:cxn ang="0">
                <a:pos x="connsiteX94687" y="connsiteY94687"/>
              </a:cxn>
              <a:cxn ang="0">
                <a:pos x="connsiteX94688" y="connsiteY94688"/>
              </a:cxn>
              <a:cxn ang="0">
                <a:pos x="connsiteX94689" y="connsiteY94689"/>
              </a:cxn>
              <a:cxn ang="0">
                <a:pos x="connsiteX94690" y="connsiteY94690"/>
              </a:cxn>
              <a:cxn ang="0">
                <a:pos x="connsiteX94691" y="connsiteY94691"/>
              </a:cxn>
              <a:cxn ang="0">
                <a:pos x="connsiteX94692" y="connsiteY94692"/>
              </a:cxn>
              <a:cxn ang="0">
                <a:pos x="connsiteX94693" y="connsiteY94693"/>
              </a:cxn>
              <a:cxn ang="0">
                <a:pos x="connsiteX94694" y="connsiteY94694"/>
              </a:cxn>
              <a:cxn ang="0">
                <a:pos x="connsiteX94695" y="connsiteY94695"/>
              </a:cxn>
              <a:cxn ang="0">
                <a:pos x="connsiteX94696" y="connsiteY94696"/>
              </a:cxn>
              <a:cxn ang="0">
                <a:pos x="connsiteX94697" y="connsiteY94697"/>
              </a:cxn>
              <a:cxn ang="0">
                <a:pos x="connsiteX94698" y="connsiteY94698"/>
              </a:cxn>
              <a:cxn ang="0">
                <a:pos x="connsiteX94699" y="connsiteY94699"/>
              </a:cxn>
              <a:cxn ang="0">
                <a:pos x="connsiteX94700" y="connsiteY94700"/>
              </a:cxn>
              <a:cxn ang="0">
                <a:pos x="connsiteX94701" y="connsiteY94701"/>
              </a:cxn>
              <a:cxn ang="0">
                <a:pos x="connsiteX94702" y="connsiteY94702"/>
              </a:cxn>
              <a:cxn ang="0">
                <a:pos x="connsiteX94703" y="connsiteY94703"/>
              </a:cxn>
              <a:cxn ang="0">
                <a:pos x="connsiteX94704" y="connsiteY94704"/>
              </a:cxn>
              <a:cxn ang="0">
                <a:pos x="connsiteX94705" y="connsiteY94705"/>
              </a:cxn>
              <a:cxn ang="0">
                <a:pos x="connsiteX94706" y="connsiteY94706"/>
              </a:cxn>
              <a:cxn ang="0">
                <a:pos x="connsiteX94707" y="connsiteY94707"/>
              </a:cxn>
              <a:cxn ang="0">
                <a:pos x="connsiteX94708" y="connsiteY94708"/>
              </a:cxn>
              <a:cxn ang="0">
                <a:pos x="connsiteX94709" y="connsiteY94709"/>
              </a:cxn>
              <a:cxn ang="0">
                <a:pos x="connsiteX94710" y="connsiteY94710"/>
              </a:cxn>
              <a:cxn ang="0">
                <a:pos x="connsiteX94711" y="connsiteY94711"/>
              </a:cxn>
              <a:cxn ang="0">
                <a:pos x="connsiteX94712" y="connsiteY94712"/>
              </a:cxn>
              <a:cxn ang="0">
                <a:pos x="connsiteX94713" y="connsiteY94713"/>
              </a:cxn>
              <a:cxn ang="0">
                <a:pos x="connsiteX94714" y="connsiteY94714"/>
              </a:cxn>
              <a:cxn ang="0">
                <a:pos x="connsiteX94715" y="connsiteY94715"/>
              </a:cxn>
              <a:cxn ang="0">
                <a:pos x="connsiteX94716" y="connsiteY94716"/>
              </a:cxn>
              <a:cxn ang="0">
                <a:pos x="connsiteX94717" y="connsiteY94717"/>
              </a:cxn>
              <a:cxn ang="0">
                <a:pos x="connsiteX94718" y="connsiteY94718"/>
              </a:cxn>
              <a:cxn ang="0">
                <a:pos x="connsiteX94719" y="connsiteY94719"/>
              </a:cxn>
              <a:cxn ang="0">
                <a:pos x="connsiteX94720" y="connsiteY94720"/>
              </a:cxn>
              <a:cxn ang="0">
                <a:pos x="connsiteX94721" y="connsiteY94721"/>
              </a:cxn>
              <a:cxn ang="0">
                <a:pos x="connsiteX94722" y="connsiteY94722"/>
              </a:cxn>
              <a:cxn ang="0">
                <a:pos x="connsiteX94723" y="connsiteY94723"/>
              </a:cxn>
              <a:cxn ang="0">
                <a:pos x="connsiteX94724" y="connsiteY94724"/>
              </a:cxn>
              <a:cxn ang="0">
                <a:pos x="connsiteX94725" y="connsiteY94725"/>
              </a:cxn>
              <a:cxn ang="0">
                <a:pos x="connsiteX94726" y="connsiteY94726"/>
              </a:cxn>
              <a:cxn ang="0">
                <a:pos x="connsiteX94727" y="connsiteY94727"/>
              </a:cxn>
              <a:cxn ang="0">
                <a:pos x="connsiteX94728" y="connsiteY94728"/>
              </a:cxn>
              <a:cxn ang="0">
                <a:pos x="connsiteX94729" y="connsiteY94729"/>
              </a:cxn>
              <a:cxn ang="0">
                <a:pos x="connsiteX94730" y="connsiteY94730"/>
              </a:cxn>
              <a:cxn ang="0">
                <a:pos x="connsiteX94731" y="connsiteY94731"/>
              </a:cxn>
              <a:cxn ang="0">
                <a:pos x="connsiteX94732" y="connsiteY94732"/>
              </a:cxn>
              <a:cxn ang="0">
                <a:pos x="connsiteX94733" y="connsiteY94733"/>
              </a:cxn>
              <a:cxn ang="0">
                <a:pos x="connsiteX94734" y="connsiteY94734"/>
              </a:cxn>
              <a:cxn ang="0">
                <a:pos x="connsiteX94735" y="connsiteY94735"/>
              </a:cxn>
              <a:cxn ang="0">
                <a:pos x="connsiteX94736" y="connsiteY94736"/>
              </a:cxn>
              <a:cxn ang="0">
                <a:pos x="connsiteX94737" y="connsiteY94737"/>
              </a:cxn>
              <a:cxn ang="0">
                <a:pos x="connsiteX94738" y="connsiteY94738"/>
              </a:cxn>
              <a:cxn ang="0">
                <a:pos x="connsiteX94739" y="connsiteY94739"/>
              </a:cxn>
              <a:cxn ang="0">
                <a:pos x="connsiteX94740" y="connsiteY94740"/>
              </a:cxn>
              <a:cxn ang="0">
                <a:pos x="connsiteX94741" y="connsiteY94741"/>
              </a:cxn>
              <a:cxn ang="0">
                <a:pos x="connsiteX94742" y="connsiteY94742"/>
              </a:cxn>
              <a:cxn ang="0">
                <a:pos x="connsiteX94743" y="connsiteY94743"/>
              </a:cxn>
              <a:cxn ang="0">
                <a:pos x="connsiteX94744" y="connsiteY94744"/>
              </a:cxn>
              <a:cxn ang="0">
                <a:pos x="connsiteX94745" y="connsiteY94745"/>
              </a:cxn>
              <a:cxn ang="0">
                <a:pos x="connsiteX94746" y="connsiteY94746"/>
              </a:cxn>
              <a:cxn ang="0">
                <a:pos x="connsiteX94747" y="connsiteY94747"/>
              </a:cxn>
              <a:cxn ang="0">
                <a:pos x="connsiteX94748" y="connsiteY94748"/>
              </a:cxn>
              <a:cxn ang="0">
                <a:pos x="connsiteX94749" y="connsiteY94749"/>
              </a:cxn>
              <a:cxn ang="0">
                <a:pos x="connsiteX94750" y="connsiteY94750"/>
              </a:cxn>
              <a:cxn ang="0">
                <a:pos x="connsiteX94751" y="connsiteY94751"/>
              </a:cxn>
              <a:cxn ang="0">
                <a:pos x="connsiteX94752" y="connsiteY94752"/>
              </a:cxn>
              <a:cxn ang="0">
                <a:pos x="connsiteX94753" y="connsiteY94753"/>
              </a:cxn>
              <a:cxn ang="0">
                <a:pos x="connsiteX94754" y="connsiteY94754"/>
              </a:cxn>
              <a:cxn ang="0">
                <a:pos x="connsiteX94755" y="connsiteY94755"/>
              </a:cxn>
              <a:cxn ang="0">
                <a:pos x="connsiteX94756" y="connsiteY94756"/>
              </a:cxn>
              <a:cxn ang="0">
                <a:pos x="connsiteX94757" y="connsiteY94757"/>
              </a:cxn>
              <a:cxn ang="0">
                <a:pos x="connsiteX94758" y="connsiteY94758"/>
              </a:cxn>
              <a:cxn ang="0">
                <a:pos x="connsiteX94759" y="connsiteY94759"/>
              </a:cxn>
              <a:cxn ang="0">
                <a:pos x="connsiteX94760" y="connsiteY94760"/>
              </a:cxn>
              <a:cxn ang="0">
                <a:pos x="connsiteX94761" y="connsiteY94761"/>
              </a:cxn>
              <a:cxn ang="0">
                <a:pos x="connsiteX94762" y="connsiteY94762"/>
              </a:cxn>
              <a:cxn ang="0">
                <a:pos x="connsiteX94763" y="connsiteY94763"/>
              </a:cxn>
              <a:cxn ang="0">
                <a:pos x="connsiteX94764" y="connsiteY94764"/>
              </a:cxn>
              <a:cxn ang="0">
                <a:pos x="connsiteX94765" y="connsiteY94765"/>
              </a:cxn>
              <a:cxn ang="0">
                <a:pos x="connsiteX94766" y="connsiteY94766"/>
              </a:cxn>
              <a:cxn ang="0">
                <a:pos x="connsiteX94767" y="connsiteY94767"/>
              </a:cxn>
              <a:cxn ang="0">
                <a:pos x="connsiteX94768" y="connsiteY94768"/>
              </a:cxn>
              <a:cxn ang="0">
                <a:pos x="connsiteX94769" y="connsiteY94769"/>
              </a:cxn>
              <a:cxn ang="0">
                <a:pos x="connsiteX94770" y="connsiteY94770"/>
              </a:cxn>
              <a:cxn ang="0">
                <a:pos x="connsiteX94771" y="connsiteY94771"/>
              </a:cxn>
              <a:cxn ang="0">
                <a:pos x="connsiteX94772" y="connsiteY94772"/>
              </a:cxn>
              <a:cxn ang="0">
                <a:pos x="connsiteX94773" y="connsiteY94773"/>
              </a:cxn>
              <a:cxn ang="0">
                <a:pos x="connsiteX94774" y="connsiteY94774"/>
              </a:cxn>
              <a:cxn ang="0">
                <a:pos x="connsiteX94775" y="connsiteY94775"/>
              </a:cxn>
              <a:cxn ang="0">
                <a:pos x="connsiteX94776" y="connsiteY94776"/>
              </a:cxn>
              <a:cxn ang="0">
                <a:pos x="connsiteX94777" y="connsiteY94777"/>
              </a:cxn>
              <a:cxn ang="0">
                <a:pos x="connsiteX94778" y="connsiteY94778"/>
              </a:cxn>
              <a:cxn ang="0">
                <a:pos x="connsiteX94779" y="connsiteY94779"/>
              </a:cxn>
              <a:cxn ang="0">
                <a:pos x="connsiteX94780" y="connsiteY94780"/>
              </a:cxn>
              <a:cxn ang="0">
                <a:pos x="connsiteX94781" y="connsiteY94781"/>
              </a:cxn>
              <a:cxn ang="0">
                <a:pos x="connsiteX94782" y="connsiteY94782"/>
              </a:cxn>
              <a:cxn ang="0">
                <a:pos x="connsiteX94783" y="connsiteY94783"/>
              </a:cxn>
              <a:cxn ang="0">
                <a:pos x="connsiteX94784" y="connsiteY94784"/>
              </a:cxn>
              <a:cxn ang="0">
                <a:pos x="connsiteX94785" y="connsiteY94785"/>
              </a:cxn>
              <a:cxn ang="0">
                <a:pos x="connsiteX94786" y="connsiteY94786"/>
              </a:cxn>
              <a:cxn ang="0">
                <a:pos x="connsiteX94787" y="connsiteY94787"/>
              </a:cxn>
              <a:cxn ang="0">
                <a:pos x="connsiteX94788" y="connsiteY94788"/>
              </a:cxn>
              <a:cxn ang="0">
                <a:pos x="connsiteX94789" y="connsiteY94789"/>
              </a:cxn>
              <a:cxn ang="0">
                <a:pos x="connsiteX94790" y="connsiteY94790"/>
              </a:cxn>
              <a:cxn ang="0">
                <a:pos x="connsiteX94791" y="connsiteY94791"/>
              </a:cxn>
              <a:cxn ang="0">
                <a:pos x="connsiteX94792" y="connsiteY94792"/>
              </a:cxn>
              <a:cxn ang="0">
                <a:pos x="connsiteX94793" y="connsiteY94793"/>
              </a:cxn>
              <a:cxn ang="0">
                <a:pos x="connsiteX94794" y="connsiteY94794"/>
              </a:cxn>
              <a:cxn ang="0">
                <a:pos x="connsiteX94795" y="connsiteY94795"/>
              </a:cxn>
              <a:cxn ang="0">
                <a:pos x="connsiteX94796" y="connsiteY94796"/>
              </a:cxn>
              <a:cxn ang="0">
                <a:pos x="connsiteX94797" y="connsiteY94797"/>
              </a:cxn>
              <a:cxn ang="0">
                <a:pos x="connsiteX94798" y="connsiteY94798"/>
              </a:cxn>
              <a:cxn ang="0">
                <a:pos x="connsiteX94799" y="connsiteY94799"/>
              </a:cxn>
              <a:cxn ang="0">
                <a:pos x="connsiteX94800" y="connsiteY94800"/>
              </a:cxn>
              <a:cxn ang="0">
                <a:pos x="connsiteX94801" y="connsiteY94801"/>
              </a:cxn>
              <a:cxn ang="0">
                <a:pos x="connsiteX94802" y="connsiteY94802"/>
              </a:cxn>
              <a:cxn ang="0">
                <a:pos x="connsiteX94803" y="connsiteY94803"/>
              </a:cxn>
              <a:cxn ang="0">
                <a:pos x="connsiteX94804" y="connsiteY94804"/>
              </a:cxn>
              <a:cxn ang="0">
                <a:pos x="connsiteX94805" y="connsiteY94805"/>
              </a:cxn>
              <a:cxn ang="0">
                <a:pos x="connsiteX94806" y="connsiteY94806"/>
              </a:cxn>
              <a:cxn ang="0">
                <a:pos x="connsiteX94807" y="connsiteY94807"/>
              </a:cxn>
              <a:cxn ang="0">
                <a:pos x="connsiteX94808" y="connsiteY94808"/>
              </a:cxn>
              <a:cxn ang="0">
                <a:pos x="connsiteX94809" y="connsiteY94809"/>
              </a:cxn>
              <a:cxn ang="0">
                <a:pos x="connsiteX94810" y="connsiteY94810"/>
              </a:cxn>
              <a:cxn ang="0">
                <a:pos x="connsiteX94811" y="connsiteY94811"/>
              </a:cxn>
              <a:cxn ang="0">
                <a:pos x="connsiteX94812" y="connsiteY94812"/>
              </a:cxn>
              <a:cxn ang="0">
                <a:pos x="connsiteX94813" y="connsiteY94813"/>
              </a:cxn>
              <a:cxn ang="0">
                <a:pos x="connsiteX94814" y="connsiteY94814"/>
              </a:cxn>
              <a:cxn ang="0">
                <a:pos x="connsiteX94815" y="connsiteY94815"/>
              </a:cxn>
              <a:cxn ang="0">
                <a:pos x="connsiteX94816" y="connsiteY94816"/>
              </a:cxn>
              <a:cxn ang="0">
                <a:pos x="connsiteX94817" y="connsiteY94817"/>
              </a:cxn>
              <a:cxn ang="0">
                <a:pos x="connsiteX94818" y="connsiteY94818"/>
              </a:cxn>
              <a:cxn ang="0">
                <a:pos x="connsiteX94819" y="connsiteY94819"/>
              </a:cxn>
              <a:cxn ang="0">
                <a:pos x="connsiteX94820" y="connsiteY94820"/>
              </a:cxn>
              <a:cxn ang="0">
                <a:pos x="connsiteX94821" y="connsiteY94821"/>
              </a:cxn>
              <a:cxn ang="0">
                <a:pos x="connsiteX94822" y="connsiteY94822"/>
              </a:cxn>
              <a:cxn ang="0">
                <a:pos x="connsiteX94823" y="connsiteY94823"/>
              </a:cxn>
              <a:cxn ang="0">
                <a:pos x="connsiteX94824" y="connsiteY94824"/>
              </a:cxn>
              <a:cxn ang="0">
                <a:pos x="connsiteX94825" y="connsiteY94825"/>
              </a:cxn>
              <a:cxn ang="0">
                <a:pos x="connsiteX94826" y="connsiteY94826"/>
              </a:cxn>
              <a:cxn ang="0">
                <a:pos x="connsiteX94827" y="connsiteY94827"/>
              </a:cxn>
              <a:cxn ang="0">
                <a:pos x="connsiteX94828" y="connsiteY94828"/>
              </a:cxn>
              <a:cxn ang="0">
                <a:pos x="connsiteX94829" y="connsiteY94829"/>
              </a:cxn>
              <a:cxn ang="0">
                <a:pos x="connsiteX94830" y="connsiteY94830"/>
              </a:cxn>
              <a:cxn ang="0">
                <a:pos x="connsiteX94831" y="connsiteY94831"/>
              </a:cxn>
              <a:cxn ang="0">
                <a:pos x="connsiteX94832" y="connsiteY94832"/>
              </a:cxn>
              <a:cxn ang="0">
                <a:pos x="connsiteX94833" y="connsiteY94833"/>
              </a:cxn>
              <a:cxn ang="0">
                <a:pos x="connsiteX94834" y="connsiteY94834"/>
              </a:cxn>
              <a:cxn ang="0">
                <a:pos x="connsiteX94835" y="connsiteY94835"/>
              </a:cxn>
              <a:cxn ang="0">
                <a:pos x="connsiteX94836" y="connsiteY94836"/>
              </a:cxn>
              <a:cxn ang="0">
                <a:pos x="connsiteX94837" y="connsiteY94837"/>
              </a:cxn>
              <a:cxn ang="0">
                <a:pos x="connsiteX94838" y="connsiteY94838"/>
              </a:cxn>
              <a:cxn ang="0">
                <a:pos x="connsiteX94839" y="connsiteY94839"/>
              </a:cxn>
              <a:cxn ang="0">
                <a:pos x="connsiteX94840" y="connsiteY94840"/>
              </a:cxn>
              <a:cxn ang="0">
                <a:pos x="connsiteX94841" y="connsiteY94841"/>
              </a:cxn>
              <a:cxn ang="0">
                <a:pos x="connsiteX94842" y="connsiteY94842"/>
              </a:cxn>
              <a:cxn ang="0">
                <a:pos x="connsiteX94843" y="connsiteY94843"/>
              </a:cxn>
              <a:cxn ang="0">
                <a:pos x="connsiteX94844" y="connsiteY94844"/>
              </a:cxn>
              <a:cxn ang="0">
                <a:pos x="connsiteX94845" y="connsiteY94845"/>
              </a:cxn>
              <a:cxn ang="0">
                <a:pos x="connsiteX94846" y="connsiteY94846"/>
              </a:cxn>
              <a:cxn ang="0">
                <a:pos x="connsiteX94847" y="connsiteY94847"/>
              </a:cxn>
              <a:cxn ang="0">
                <a:pos x="connsiteX94848" y="connsiteY94848"/>
              </a:cxn>
              <a:cxn ang="0">
                <a:pos x="connsiteX94849" y="connsiteY94849"/>
              </a:cxn>
              <a:cxn ang="0">
                <a:pos x="connsiteX94850" y="connsiteY94850"/>
              </a:cxn>
              <a:cxn ang="0">
                <a:pos x="connsiteX94851" y="connsiteY94851"/>
              </a:cxn>
              <a:cxn ang="0">
                <a:pos x="connsiteX94852" y="connsiteY94852"/>
              </a:cxn>
              <a:cxn ang="0">
                <a:pos x="connsiteX94853" y="connsiteY94853"/>
              </a:cxn>
              <a:cxn ang="0">
                <a:pos x="connsiteX94854" y="connsiteY94854"/>
              </a:cxn>
              <a:cxn ang="0">
                <a:pos x="connsiteX94855" y="connsiteY94855"/>
              </a:cxn>
              <a:cxn ang="0">
                <a:pos x="connsiteX94856" y="connsiteY94856"/>
              </a:cxn>
              <a:cxn ang="0">
                <a:pos x="connsiteX94857" y="connsiteY94857"/>
              </a:cxn>
              <a:cxn ang="0">
                <a:pos x="connsiteX94858" y="connsiteY94858"/>
              </a:cxn>
              <a:cxn ang="0">
                <a:pos x="connsiteX94859" y="connsiteY94859"/>
              </a:cxn>
              <a:cxn ang="0">
                <a:pos x="connsiteX94860" y="connsiteY94860"/>
              </a:cxn>
              <a:cxn ang="0">
                <a:pos x="connsiteX94861" y="connsiteY94861"/>
              </a:cxn>
              <a:cxn ang="0">
                <a:pos x="connsiteX94862" y="connsiteY94862"/>
              </a:cxn>
              <a:cxn ang="0">
                <a:pos x="connsiteX94863" y="connsiteY94863"/>
              </a:cxn>
              <a:cxn ang="0">
                <a:pos x="connsiteX94864" y="connsiteY94864"/>
              </a:cxn>
              <a:cxn ang="0">
                <a:pos x="connsiteX94865" y="connsiteY94865"/>
              </a:cxn>
              <a:cxn ang="0">
                <a:pos x="connsiteX94866" y="connsiteY94866"/>
              </a:cxn>
              <a:cxn ang="0">
                <a:pos x="connsiteX94867" y="connsiteY94867"/>
              </a:cxn>
              <a:cxn ang="0">
                <a:pos x="connsiteX94868" y="connsiteY94868"/>
              </a:cxn>
              <a:cxn ang="0">
                <a:pos x="connsiteX94869" y="connsiteY94869"/>
              </a:cxn>
              <a:cxn ang="0">
                <a:pos x="connsiteX94870" y="connsiteY94870"/>
              </a:cxn>
              <a:cxn ang="0">
                <a:pos x="connsiteX94871" y="connsiteY94871"/>
              </a:cxn>
              <a:cxn ang="0">
                <a:pos x="connsiteX94872" y="connsiteY94872"/>
              </a:cxn>
              <a:cxn ang="0">
                <a:pos x="connsiteX94873" y="connsiteY94873"/>
              </a:cxn>
              <a:cxn ang="0">
                <a:pos x="connsiteX94874" y="connsiteY94874"/>
              </a:cxn>
              <a:cxn ang="0">
                <a:pos x="connsiteX94875" y="connsiteY94875"/>
              </a:cxn>
              <a:cxn ang="0">
                <a:pos x="connsiteX94876" y="connsiteY94876"/>
              </a:cxn>
              <a:cxn ang="0">
                <a:pos x="connsiteX94877" y="connsiteY94877"/>
              </a:cxn>
              <a:cxn ang="0">
                <a:pos x="connsiteX94878" y="connsiteY94878"/>
              </a:cxn>
              <a:cxn ang="0">
                <a:pos x="connsiteX94879" y="connsiteY94879"/>
              </a:cxn>
              <a:cxn ang="0">
                <a:pos x="connsiteX94880" y="connsiteY94880"/>
              </a:cxn>
              <a:cxn ang="0">
                <a:pos x="connsiteX94881" y="connsiteY94881"/>
              </a:cxn>
              <a:cxn ang="0">
                <a:pos x="connsiteX94882" y="connsiteY94882"/>
              </a:cxn>
              <a:cxn ang="0">
                <a:pos x="connsiteX94883" y="connsiteY94883"/>
              </a:cxn>
              <a:cxn ang="0">
                <a:pos x="connsiteX94884" y="connsiteY94884"/>
              </a:cxn>
              <a:cxn ang="0">
                <a:pos x="connsiteX94885" y="connsiteY94885"/>
              </a:cxn>
              <a:cxn ang="0">
                <a:pos x="connsiteX94886" y="connsiteY94886"/>
              </a:cxn>
              <a:cxn ang="0">
                <a:pos x="connsiteX94887" y="connsiteY94887"/>
              </a:cxn>
              <a:cxn ang="0">
                <a:pos x="connsiteX94888" y="connsiteY94888"/>
              </a:cxn>
              <a:cxn ang="0">
                <a:pos x="connsiteX94889" y="connsiteY94889"/>
              </a:cxn>
              <a:cxn ang="0">
                <a:pos x="connsiteX94890" y="connsiteY94890"/>
              </a:cxn>
              <a:cxn ang="0">
                <a:pos x="connsiteX94891" y="connsiteY94891"/>
              </a:cxn>
              <a:cxn ang="0">
                <a:pos x="connsiteX94892" y="connsiteY94892"/>
              </a:cxn>
              <a:cxn ang="0">
                <a:pos x="connsiteX94893" y="connsiteY94893"/>
              </a:cxn>
              <a:cxn ang="0">
                <a:pos x="connsiteX94894" y="connsiteY94894"/>
              </a:cxn>
              <a:cxn ang="0">
                <a:pos x="connsiteX94895" y="connsiteY94895"/>
              </a:cxn>
              <a:cxn ang="0">
                <a:pos x="connsiteX94896" y="connsiteY94896"/>
              </a:cxn>
              <a:cxn ang="0">
                <a:pos x="connsiteX94897" y="connsiteY94897"/>
              </a:cxn>
              <a:cxn ang="0">
                <a:pos x="connsiteX94898" y="connsiteY94898"/>
              </a:cxn>
              <a:cxn ang="0">
                <a:pos x="connsiteX94899" y="connsiteY94899"/>
              </a:cxn>
              <a:cxn ang="0">
                <a:pos x="connsiteX94900" y="connsiteY94900"/>
              </a:cxn>
              <a:cxn ang="0">
                <a:pos x="connsiteX94901" y="connsiteY94901"/>
              </a:cxn>
              <a:cxn ang="0">
                <a:pos x="connsiteX94902" y="connsiteY94902"/>
              </a:cxn>
              <a:cxn ang="0">
                <a:pos x="connsiteX94903" y="connsiteY94903"/>
              </a:cxn>
              <a:cxn ang="0">
                <a:pos x="connsiteX94904" y="connsiteY94904"/>
              </a:cxn>
              <a:cxn ang="0">
                <a:pos x="connsiteX94905" y="connsiteY94905"/>
              </a:cxn>
              <a:cxn ang="0">
                <a:pos x="connsiteX94906" y="connsiteY94906"/>
              </a:cxn>
              <a:cxn ang="0">
                <a:pos x="connsiteX94907" y="connsiteY94907"/>
              </a:cxn>
              <a:cxn ang="0">
                <a:pos x="connsiteX94908" y="connsiteY94908"/>
              </a:cxn>
              <a:cxn ang="0">
                <a:pos x="connsiteX94909" y="connsiteY94909"/>
              </a:cxn>
              <a:cxn ang="0">
                <a:pos x="connsiteX94910" y="connsiteY94910"/>
              </a:cxn>
              <a:cxn ang="0">
                <a:pos x="connsiteX94911" y="connsiteY94911"/>
              </a:cxn>
              <a:cxn ang="0">
                <a:pos x="connsiteX94912" y="connsiteY94912"/>
              </a:cxn>
              <a:cxn ang="0">
                <a:pos x="connsiteX94913" y="connsiteY94913"/>
              </a:cxn>
              <a:cxn ang="0">
                <a:pos x="connsiteX94914" y="connsiteY94914"/>
              </a:cxn>
              <a:cxn ang="0">
                <a:pos x="connsiteX94915" y="connsiteY94915"/>
              </a:cxn>
              <a:cxn ang="0">
                <a:pos x="connsiteX94916" y="connsiteY94916"/>
              </a:cxn>
              <a:cxn ang="0">
                <a:pos x="connsiteX94917" y="connsiteY94917"/>
              </a:cxn>
              <a:cxn ang="0">
                <a:pos x="connsiteX94918" y="connsiteY94918"/>
              </a:cxn>
              <a:cxn ang="0">
                <a:pos x="connsiteX94919" y="connsiteY94919"/>
              </a:cxn>
              <a:cxn ang="0">
                <a:pos x="connsiteX94920" y="connsiteY94920"/>
              </a:cxn>
              <a:cxn ang="0">
                <a:pos x="connsiteX94921" y="connsiteY94921"/>
              </a:cxn>
              <a:cxn ang="0">
                <a:pos x="connsiteX94922" y="connsiteY94922"/>
              </a:cxn>
              <a:cxn ang="0">
                <a:pos x="connsiteX94923" y="connsiteY94923"/>
              </a:cxn>
              <a:cxn ang="0">
                <a:pos x="connsiteX94924" y="connsiteY94924"/>
              </a:cxn>
              <a:cxn ang="0">
                <a:pos x="connsiteX94925" y="connsiteY94925"/>
              </a:cxn>
              <a:cxn ang="0">
                <a:pos x="connsiteX94926" y="connsiteY94926"/>
              </a:cxn>
              <a:cxn ang="0">
                <a:pos x="connsiteX94927" y="connsiteY94927"/>
              </a:cxn>
              <a:cxn ang="0">
                <a:pos x="connsiteX94928" y="connsiteY94928"/>
              </a:cxn>
              <a:cxn ang="0">
                <a:pos x="connsiteX94929" y="connsiteY94929"/>
              </a:cxn>
              <a:cxn ang="0">
                <a:pos x="connsiteX94930" y="connsiteY94930"/>
              </a:cxn>
              <a:cxn ang="0">
                <a:pos x="connsiteX94931" y="connsiteY94931"/>
              </a:cxn>
              <a:cxn ang="0">
                <a:pos x="connsiteX94932" y="connsiteY94932"/>
              </a:cxn>
              <a:cxn ang="0">
                <a:pos x="connsiteX94933" y="connsiteY94933"/>
              </a:cxn>
              <a:cxn ang="0">
                <a:pos x="connsiteX94934" y="connsiteY94934"/>
              </a:cxn>
              <a:cxn ang="0">
                <a:pos x="connsiteX94935" y="connsiteY94935"/>
              </a:cxn>
              <a:cxn ang="0">
                <a:pos x="connsiteX94936" y="connsiteY94936"/>
              </a:cxn>
              <a:cxn ang="0">
                <a:pos x="connsiteX94937" y="connsiteY94937"/>
              </a:cxn>
              <a:cxn ang="0">
                <a:pos x="connsiteX94938" y="connsiteY94938"/>
              </a:cxn>
              <a:cxn ang="0">
                <a:pos x="connsiteX94939" y="connsiteY94939"/>
              </a:cxn>
              <a:cxn ang="0">
                <a:pos x="connsiteX94940" y="connsiteY94940"/>
              </a:cxn>
              <a:cxn ang="0">
                <a:pos x="connsiteX94941" y="connsiteY94941"/>
              </a:cxn>
              <a:cxn ang="0">
                <a:pos x="connsiteX94942" y="connsiteY94942"/>
              </a:cxn>
              <a:cxn ang="0">
                <a:pos x="connsiteX94943" y="connsiteY94943"/>
              </a:cxn>
              <a:cxn ang="0">
                <a:pos x="connsiteX94944" y="connsiteY94944"/>
              </a:cxn>
              <a:cxn ang="0">
                <a:pos x="connsiteX94945" y="connsiteY94945"/>
              </a:cxn>
              <a:cxn ang="0">
                <a:pos x="connsiteX94946" y="connsiteY94946"/>
              </a:cxn>
              <a:cxn ang="0">
                <a:pos x="connsiteX94947" y="connsiteY94947"/>
              </a:cxn>
              <a:cxn ang="0">
                <a:pos x="connsiteX94948" y="connsiteY94948"/>
              </a:cxn>
              <a:cxn ang="0">
                <a:pos x="connsiteX94949" y="connsiteY94949"/>
              </a:cxn>
              <a:cxn ang="0">
                <a:pos x="connsiteX94950" y="connsiteY94950"/>
              </a:cxn>
              <a:cxn ang="0">
                <a:pos x="connsiteX94951" y="connsiteY94951"/>
              </a:cxn>
              <a:cxn ang="0">
                <a:pos x="connsiteX94952" y="connsiteY94952"/>
              </a:cxn>
              <a:cxn ang="0">
                <a:pos x="connsiteX94953" y="connsiteY94953"/>
              </a:cxn>
              <a:cxn ang="0">
                <a:pos x="connsiteX94954" y="connsiteY94954"/>
              </a:cxn>
              <a:cxn ang="0">
                <a:pos x="connsiteX94955" y="connsiteY94955"/>
              </a:cxn>
              <a:cxn ang="0">
                <a:pos x="connsiteX94956" y="connsiteY94956"/>
              </a:cxn>
              <a:cxn ang="0">
                <a:pos x="connsiteX94957" y="connsiteY94957"/>
              </a:cxn>
              <a:cxn ang="0">
                <a:pos x="connsiteX94958" y="connsiteY94958"/>
              </a:cxn>
              <a:cxn ang="0">
                <a:pos x="connsiteX94959" y="connsiteY94959"/>
              </a:cxn>
              <a:cxn ang="0">
                <a:pos x="connsiteX94960" y="connsiteY94960"/>
              </a:cxn>
              <a:cxn ang="0">
                <a:pos x="connsiteX94961" y="connsiteY94961"/>
              </a:cxn>
              <a:cxn ang="0">
                <a:pos x="connsiteX94962" y="connsiteY94962"/>
              </a:cxn>
              <a:cxn ang="0">
                <a:pos x="connsiteX94963" y="connsiteY94963"/>
              </a:cxn>
              <a:cxn ang="0">
                <a:pos x="connsiteX94964" y="connsiteY94964"/>
              </a:cxn>
              <a:cxn ang="0">
                <a:pos x="connsiteX94965" y="connsiteY94965"/>
              </a:cxn>
              <a:cxn ang="0">
                <a:pos x="connsiteX94966" y="connsiteY94966"/>
              </a:cxn>
              <a:cxn ang="0">
                <a:pos x="connsiteX94967" y="connsiteY94967"/>
              </a:cxn>
              <a:cxn ang="0">
                <a:pos x="connsiteX94968" y="connsiteY94968"/>
              </a:cxn>
              <a:cxn ang="0">
                <a:pos x="connsiteX94969" y="connsiteY94969"/>
              </a:cxn>
              <a:cxn ang="0">
                <a:pos x="connsiteX94970" y="connsiteY94970"/>
              </a:cxn>
              <a:cxn ang="0">
                <a:pos x="connsiteX94971" y="connsiteY94971"/>
              </a:cxn>
              <a:cxn ang="0">
                <a:pos x="connsiteX94972" y="connsiteY94972"/>
              </a:cxn>
              <a:cxn ang="0">
                <a:pos x="connsiteX94973" y="connsiteY94973"/>
              </a:cxn>
              <a:cxn ang="0">
                <a:pos x="connsiteX94974" y="connsiteY94974"/>
              </a:cxn>
              <a:cxn ang="0">
                <a:pos x="connsiteX94975" y="connsiteY94975"/>
              </a:cxn>
              <a:cxn ang="0">
                <a:pos x="connsiteX94976" y="connsiteY94976"/>
              </a:cxn>
              <a:cxn ang="0">
                <a:pos x="connsiteX94977" y="connsiteY94977"/>
              </a:cxn>
              <a:cxn ang="0">
                <a:pos x="connsiteX94978" y="connsiteY94978"/>
              </a:cxn>
              <a:cxn ang="0">
                <a:pos x="connsiteX94979" y="connsiteY94979"/>
              </a:cxn>
              <a:cxn ang="0">
                <a:pos x="connsiteX94980" y="connsiteY94980"/>
              </a:cxn>
              <a:cxn ang="0">
                <a:pos x="connsiteX94981" y="connsiteY94981"/>
              </a:cxn>
              <a:cxn ang="0">
                <a:pos x="connsiteX94982" y="connsiteY94982"/>
              </a:cxn>
              <a:cxn ang="0">
                <a:pos x="connsiteX94983" y="connsiteY94983"/>
              </a:cxn>
              <a:cxn ang="0">
                <a:pos x="connsiteX94984" y="connsiteY94984"/>
              </a:cxn>
              <a:cxn ang="0">
                <a:pos x="connsiteX94985" y="connsiteY94985"/>
              </a:cxn>
              <a:cxn ang="0">
                <a:pos x="connsiteX94986" y="connsiteY94986"/>
              </a:cxn>
              <a:cxn ang="0">
                <a:pos x="connsiteX94987" y="connsiteY94987"/>
              </a:cxn>
              <a:cxn ang="0">
                <a:pos x="connsiteX94988" y="connsiteY94988"/>
              </a:cxn>
              <a:cxn ang="0">
                <a:pos x="connsiteX94989" y="connsiteY94989"/>
              </a:cxn>
              <a:cxn ang="0">
                <a:pos x="connsiteX94990" y="connsiteY94990"/>
              </a:cxn>
              <a:cxn ang="0">
                <a:pos x="connsiteX94991" y="connsiteY94991"/>
              </a:cxn>
              <a:cxn ang="0">
                <a:pos x="connsiteX94992" y="connsiteY94992"/>
              </a:cxn>
              <a:cxn ang="0">
                <a:pos x="connsiteX94993" y="connsiteY94993"/>
              </a:cxn>
              <a:cxn ang="0">
                <a:pos x="connsiteX94994" y="connsiteY94994"/>
              </a:cxn>
              <a:cxn ang="0">
                <a:pos x="connsiteX94995" y="connsiteY94995"/>
              </a:cxn>
              <a:cxn ang="0">
                <a:pos x="connsiteX94996" y="connsiteY94996"/>
              </a:cxn>
              <a:cxn ang="0">
                <a:pos x="connsiteX94997" y="connsiteY94997"/>
              </a:cxn>
              <a:cxn ang="0">
                <a:pos x="connsiteX94998" y="connsiteY94998"/>
              </a:cxn>
              <a:cxn ang="0">
                <a:pos x="connsiteX94999" y="connsiteY94999"/>
              </a:cxn>
              <a:cxn ang="0">
                <a:pos x="connsiteX95000" y="connsiteY95000"/>
              </a:cxn>
              <a:cxn ang="0">
                <a:pos x="connsiteX95001" y="connsiteY95001"/>
              </a:cxn>
              <a:cxn ang="0">
                <a:pos x="connsiteX95002" y="connsiteY95002"/>
              </a:cxn>
              <a:cxn ang="0">
                <a:pos x="connsiteX95003" y="connsiteY95003"/>
              </a:cxn>
              <a:cxn ang="0">
                <a:pos x="connsiteX95004" y="connsiteY95004"/>
              </a:cxn>
              <a:cxn ang="0">
                <a:pos x="connsiteX95005" y="connsiteY95005"/>
              </a:cxn>
              <a:cxn ang="0">
                <a:pos x="connsiteX95006" y="connsiteY95006"/>
              </a:cxn>
              <a:cxn ang="0">
                <a:pos x="connsiteX95007" y="connsiteY95007"/>
              </a:cxn>
              <a:cxn ang="0">
                <a:pos x="connsiteX95008" y="connsiteY95008"/>
              </a:cxn>
              <a:cxn ang="0">
                <a:pos x="connsiteX95009" y="connsiteY95009"/>
              </a:cxn>
              <a:cxn ang="0">
                <a:pos x="connsiteX95010" y="connsiteY95010"/>
              </a:cxn>
              <a:cxn ang="0">
                <a:pos x="connsiteX95011" y="connsiteY95011"/>
              </a:cxn>
              <a:cxn ang="0">
                <a:pos x="connsiteX95012" y="connsiteY95012"/>
              </a:cxn>
              <a:cxn ang="0">
                <a:pos x="connsiteX95013" y="connsiteY95013"/>
              </a:cxn>
              <a:cxn ang="0">
                <a:pos x="connsiteX95014" y="connsiteY95014"/>
              </a:cxn>
              <a:cxn ang="0">
                <a:pos x="connsiteX95015" y="connsiteY95015"/>
              </a:cxn>
              <a:cxn ang="0">
                <a:pos x="connsiteX95016" y="connsiteY95016"/>
              </a:cxn>
              <a:cxn ang="0">
                <a:pos x="connsiteX95017" y="connsiteY95017"/>
              </a:cxn>
              <a:cxn ang="0">
                <a:pos x="connsiteX95018" y="connsiteY95018"/>
              </a:cxn>
              <a:cxn ang="0">
                <a:pos x="connsiteX95019" y="connsiteY95019"/>
              </a:cxn>
              <a:cxn ang="0">
                <a:pos x="connsiteX95020" y="connsiteY95020"/>
              </a:cxn>
              <a:cxn ang="0">
                <a:pos x="connsiteX95021" y="connsiteY95021"/>
              </a:cxn>
              <a:cxn ang="0">
                <a:pos x="connsiteX95022" y="connsiteY95022"/>
              </a:cxn>
              <a:cxn ang="0">
                <a:pos x="connsiteX95023" y="connsiteY95023"/>
              </a:cxn>
              <a:cxn ang="0">
                <a:pos x="connsiteX95024" y="connsiteY95024"/>
              </a:cxn>
              <a:cxn ang="0">
                <a:pos x="connsiteX95025" y="connsiteY95025"/>
              </a:cxn>
              <a:cxn ang="0">
                <a:pos x="connsiteX95026" y="connsiteY95026"/>
              </a:cxn>
              <a:cxn ang="0">
                <a:pos x="connsiteX95027" y="connsiteY95027"/>
              </a:cxn>
              <a:cxn ang="0">
                <a:pos x="connsiteX95028" y="connsiteY95028"/>
              </a:cxn>
              <a:cxn ang="0">
                <a:pos x="connsiteX95029" y="connsiteY95029"/>
              </a:cxn>
              <a:cxn ang="0">
                <a:pos x="connsiteX95030" y="connsiteY95030"/>
              </a:cxn>
              <a:cxn ang="0">
                <a:pos x="connsiteX95031" y="connsiteY95031"/>
              </a:cxn>
              <a:cxn ang="0">
                <a:pos x="connsiteX95032" y="connsiteY95032"/>
              </a:cxn>
              <a:cxn ang="0">
                <a:pos x="connsiteX95033" y="connsiteY95033"/>
              </a:cxn>
              <a:cxn ang="0">
                <a:pos x="connsiteX95034" y="connsiteY95034"/>
              </a:cxn>
              <a:cxn ang="0">
                <a:pos x="connsiteX95035" y="connsiteY95035"/>
              </a:cxn>
              <a:cxn ang="0">
                <a:pos x="connsiteX95036" y="connsiteY95036"/>
              </a:cxn>
              <a:cxn ang="0">
                <a:pos x="connsiteX95037" y="connsiteY95037"/>
              </a:cxn>
              <a:cxn ang="0">
                <a:pos x="connsiteX95038" y="connsiteY95038"/>
              </a:cxn>
              <a:cxn ang="0">
                <a:pos x="connsiteX95039" y="connsiteY95039"/>
              </a:cxn>
              <a:cxn ang="0">
                <a:pos x="connsiteX95040" y="connsiteY95040"/>
              </a:cxn>
              <a:cxn ang="0">
                <a:pos x="connsiteX95041" y="connsiteY95041"/>
              </a:cxn>
              <a:cxn ang="0">
                <a:pos x="connsiteX95042" y="connsiteY95042"/>
              </a:cxn>
              <a:cxn ang="0">
                <a:pos x="connsiteX95043" y="connsiteY95043"/>
              </a:cxn>
              <a:cxn ang="0">
                <a:pos x="connsiteX95044" y="connsiteY95044"/>
              </a:cxn>
              <a:cxn ang="0">
                <a:pos x="connsiteX95045" y="connsiteY95045"/>
              </a:cxn>
              <a:cxn ang="0">
                <a:pos x="connsiteX95046" y="connsiteY95046"/>
              </a:cxn>
              <a:cxn ang="0">
                <a:pos x="connsiteX95047" y="connsiteY95047"/>
              </a:cxn>
              <a:cxn ang="0">
                <a:pos x="connsiteX95048" y="connsiteY95048"/>
              </a:cxn>
              <a:cxn ang="0">
                <a:pos x="connsiteX95049" y="connsiteY95049"/>
              </a:cxn>
              <a:cxn ang="0">
                <a:pos x="connsiteX95050" y="connsiteY95050"/>
              </a:cxn>
              <a:cxn ang="0">
                <a:pos x="connsiteX95051" y="connsiteY95051"/>
              </a:cxn>
              <a:cxn ang="0">
                <a:pos x="connsiteX95052" y="connsiteY95052"/>
              </a:cxn>
              <a:cxn ang="0">
                <a:pos x="connsiteX95053" y="connsiteY95053"/>
              </a:cxn>
              <a:cxn ang="0">
                <a:pos x="connsiteX95054" y="connsiteY95054"/>
              </a:cxn>
              <a:cxn ang="0">
                <a:pos x="connsiteX95055" y="connsiteY95055"/>
              </a:cxn>
              <a:cxn ang="0">
                <a:pos x="connsiteX95056" y="connsiteY95056"/>
              </a:cxn>
              <a:cxn ang="0">
                <a:pos x="connsiteX95057" y="connsiteY95057"/>
              </a:cxn>
              <a:cxn ang="0">
                <a:pos x="connsiteX95058" y="connsiteY95058"/>
              </a:cxn>
              <a:cxn ang="0">
                <a:pos x="connsiteX95059" y="connsiteY95059"/>
              </a:cxn>
              <a:cxn ang="0">
                <a:pos x="connsiteX95060" y="connsiteY95060"/>
              </a:cxn>
              <a:cxn ang="0">
                <a:pos x="connsiteX95061" y="connsiteY95061"/>
              </a:cxn>
              <a:cxn ang="0">
                <a:pos x="connsiteX95062" y="connsiteY95062"/>
              </a:cxn>
              <a:cxn ang="0">
                <a:pos x="connsiteX95063" y="connsiteY95063"/>
              </a:cxn>
              <a:cxn ang="0">
                <a:pos x="connsiteX95064" y="connsiteY95064"/>
              </a:cxn>
              <a:cxn ang="0">
                <a:pos x="connsiteX95065" y="connsiteY95065"/>
              </a:cxn>
              <a:cxn ang="0">
                <a:pos x="connsiteX95066" y="connsiteY95066"/>
              </a:cxn>
              <a:cxn ang="0">
                <a:pos x="connsiteX95067" y="connsiteY95067"/>
              </a:cxn>
              <a:cxn ang="0">
                <a:pos x="connsiteX95068" y="connsiteY95068"/>
              </a:cxn>
              <a:cxn ang="0">
                <a:pos x="connsiteX95069" y="connsiteY95069"/>
              </a:cxn>
              <a:cxn ang="0">
                <a:pos x="connsiteX95070" y="connsiteY95070"/>
              </a:cxn>
              <a:cxn ang="0">
                <a:pos x="connsiteX95071" y="connsiteY95071"/>
              </a:cxn>
              <a:cxn ang="0">
                <a:pos x="connsiteX95072" y="connsiteY95072"/>
              </a:cxn>
              <a:cxn ang="0">
                <a:pos x="connsiteX95073" y="connsiteY95073"/>
              </a:cxn>
              <a:cxn ang="0">
                <a:pos x="connsiteX95074" y="connsiteY95074"/>
              </a:cxn>
              <a:cxn ang="0">
                <a:pos x="connsiteX95075" y="connsiteY95075"/>
              </a:cxn>
              <a:cxn ang="0">
                <a:pos x="connsiteX95076" y="connsiteY95076"/>
              </a:cxn>
              <a:cxn ang="0">
                <a:pos x="connsiteX95077" y="connsiteY95077"/>
              </a:cxn>
              <a:cxn ang="0">
                <a:pos x="connsiteX95078" y="connsiteY95078"/>
              </a:cxn>
              <a:cxn ang="0">
                <a:pos x="connsiteX95079" y="connsiteY95079"/>
              </a:cxn>
              <a:cxn ang="0">
                <a:pos x="connsiteX95080" y="connsiteY95080"/>
              </a:cxn>
              <a:cxn ang="0">
                <a:pos x="connsiteX95081" y="connsiteY95081"/>
              </a:cxn>
              <a:cxn ang="0">
                <a:pos x="connsiteX95082" y="connsiteY95082"/>
              </a:cxn>
              <a:cxn ang="0">
                <a:pos x="connsiteX95083" y="connsiteY95083"/>
              </a:cxn>
              <a:cxn ang="0">
                <a:pos x="connsiteX95084" y="connsiteY95084"/>
              </a:cxn>
              <a:cxn ang="0">
                <a:pos x="connsiteX95085" y="connsiteY95085"/>
              </a:cxn>
              <a:cxn ang="0">
                <a:pos x="connsiteX95086" y="connsiteY95086"/>
              </a:cxn>
              <a:cxn ang="0">
                <a:pos x="connsiteX95087" y="connsiteY95087"/>
              </a:cxn>
              <a:cxn ang="0">
                <a:pos x="connsiteX95088" y="connsiteY95088"/>
              </a:cxn>
              <a:cxn ang="0">
                <a:pos x="connsiteX95089" y="connsiteY95089"/>
              </a:cxn>
              <a:cxn ang="0">
                <a:pos x="connsiteX95090" y="connsiteY95090"/>
              </a:cxn>
              <a:cxn ang="0">
                <a:pos x="connsiteX95091" y="connsiteY95091"/>
              </a:cxn>
              <a:cxn ang="0">
                <a:pos x="connsiteX95092" y="connsiteY95092"/>
              </a:cxn>
              <a:cxn ang="0">
                <a:pos x="connsiteX95093" y="connsiteY95093"/>
              </a:cxn>
              <a:cxn ang="0">
                <a:pos x="connsiteX95094" y="connsiteY95094"/>
              </a:cxn>
              <a:cxn ang="0">
                <a:pos x="connsiteX95095" y="connsiteY95095"/>
              </a:cxn>
              <a:cxn ang="0">
                <a:pos x="connsiteX95096" y="connsiteY95096"/>
              </a:cxn>
              <a:cxn ang="0">
                <a:pos x="connsiteX95097" y="connsiteY95097"/>
              </a:cxn>
              <a:cxn ang="0">
                <a:pos x="connsiteX95098" y="connsiteY95098"/>
              </a:cxn>
              <a:cxn ang="0">
                <a:pos x="connsiteX95099" y="connsiteY95099"/>
              </a:cxn>
              <a:cxn ang="0">
                <a:pos x="connsiteX95100" y="connsiteY95100"/>
              </a:cxn>
              <a:cxn ang="0">
                <a:pos x="connsiteX95101" y="connsiteY95101"/>
              </a:cxn>
              <a:cxn ang="0">
                <a:pos x="connsiteX95102" y="connsiteY95102"/>
              </a:cxn>
              <a:cxn ang="0">
                <a:pos x="connsiteX95103" y="connsiteY95103"/>
              </a:cxn>
              <a:cxn ang="0">
                <a:pos x="connsiteX95104" y="connsiteY95104"/>
              </a:cxn>
              <a:cxn ang="0">
                <a:pos x="connsiteX95105" y="connsiteY95105"/>
              </a:cxn>
              <a:cxn ang="0">
                <a:pos x="connsiteX95106" y="connsiteY95106"/>
              </a:cxn>
              <a:cxn ang="0">
                <a:pos x="connsiteX95107" y="connsiteY95107"/>
              </a:cxn>
              <a:cxn ang="0">
                <a:pos x="connsiteX95108" y="connsiteY95108"/>
              </a:cxn>
              <a:cxn ang="0">
                <a:pos x="connsiteX95109" y="connsiteY95109"/>
              </a:cxn>
              <a:cxn ang="0">
                <a:pos x="connsiteX95110" y="connsiteY95110"/>
              </a:cxn>
              <a:cxn ang="0">
                <a:pos x="connsiteX95111" y="connsiteY95111"/>
              </a:cxn>
              <a:cxn ang="0">
                <a:pos x="connsiteX95112" y="connsiteY95112"/>
              </a:cxn>
              <a:cxn ang="0">
                <a:pos x="connsiteX95113" y="connsiteY95113"/>
              </a:cxn>
              <a:cxn ang="0">
                <a:pos x="connsiteX95114" y="connsiteY95114"/>
              </a:cxn>
              <a:cxn ang="0">
                <a:pos x="connsiteX95115" y="connsiteY95115"/>
              </a:cxn>
              <a:cxn ang="0">
                <a:pos x="connsiteX95116" y="connsiteY95116"/>
              </a:cxn>
              <a:cxn ang="0">
                <a:pos x="connsiteX95117" y="connsiteY95117"/>
              </a:cxn>
              <a:cxn ang="0">
                <a:pos x="connsiteX95118" y="connsiteY95118"/>
              </a:cxn>
              <a:cxn ang="0">
                <a:pos x="connsiteX95119" y="connsiteY95119"/>
              </a:cxn>
              <a:cxn ang="0">
                <a:pos x="connsiteX95120" y="connsiteY95120"/>
              </a:cxn>
              <a:cxn ang="0">
                <a:pos x="connsiteX95121" y="connsiteY95121"/>
              </a:cxn>
              <a:cxn ang="0">
                <a:pos x="connsiteX95122" y="connsiteY95122"/>
              </a:cxn>
              <a:cxn ang="0">
                <a:pos x="connsiteX95123" y="connsiteY95123"/>
              </a:cxn>
              <a:cxn ang="0">
                <a:pos x="connsiteX95124" y="connsiteY95124"/>
              </a:cxn>
              <a:cxn ang="0">
                <a:pos x="connsiteX95125" y="connsiteY95125"/>
              </a:cxn>
              <a:cxn ang="0">
                <a:pos x="connsiteX95126" y="connsiteY95126"/>
              </a:cxn>
              <a:cxn ang="0">
                <a:pos x="connsiteX95127" y="connsiteY95127"/>
              </a:cxn>
              <a:cxn ang="0">
                <a:pos x="connsiteX95128" y="connsiteY95128"/>
              </a:cxn>
              <a:cxn ang="0">
                <a:pos x="connsiteX95129" y="connsiteY95129"/>
              </a:cxn>
              <a:cxn ang="0">
                <a:pos x="connsiteX95130" y="connsiteY95130"/>
              </a:cxn>
              <a:cxn ang="0">
                <a:pos x="connsiteX95131" y="connsiteY95131"/>
              </a:cxn>
              <a:cxn ang="0">
                <a:pos x="connsiteX95132" y="connsiteY95132"/>
              </a:cxn>
              <a:cxn ang="0">
                <a:pos x="connsiteX95133" y="connsiteY95133"/>
              </a:cxn>
              <a:cxn ang="0">
                <a:pos x="connsiteX95134" y="connsiteY95134"/>
              </a:cxn>
              <a:cxn ang="0">
                <a:pos x="connsiteX95135" y="connsiteY95135"/>
              </a:cxn>
              <a:cxn ang="0">
                <a:pos x="connsiteX95136" y="connsiteY95136"/>
              </a:cxn>
              <a:cxn ang="0">
                <a:pos x="connsiteX95137" y="connsiteY95137"/>
              </a:cxn>
              <a:cxn ang="0">
                <a:pos x="connsiteX95138" y="connsiteY95138"/>
              </a:cxn>
              <a:cxn ang="0">
                <a:pos x="connsiteX95139" y="connsiteY95139"/>
              </a:cxn>
              <a:cxn ang="0">
                <a:pos x="connsiteX95140" y="connsiteY95140"/>
              </a:cxn>
              <a:cxn ang="0">
                <a:pos x="connsiteX95141" y="connsiteY95141"/>
              </a:cxn>
              <a:cxn ang="0">
                <a:pos x="connsiteX95142" y="connsiteY95142"/>
              </a:cxn>
              <a:cxn ang="0">
                <a:pos x="connsiteX95143" y="connsiteY95143"/>
              </a:cxn>
              <a:cxn ang="0">
                <a:pos x="connsiteX95144" y="connsiteY95144"/>
              </a:cxn>
              <a:cxn ang="0">
                <a:pos x="connsiteX95145" y="connsiteY95145"/>
              </a:cxn>
              <a:cxn ang="0">
                <a:pos x="connsiteX95146" y="connsiteY95146"/>
              </a:cxn>
              <a:cxn ang="0">
                <a:pos x="connsiteX95147" y="connsiteY95147"/>
              </a:cxn>
              <a:cxn ang="0">
                <a:pos x="connsiteX95148" y="connsiteY95148"/>
              </a:cxn>
              <a:cxn ang="0">
                <a:pos x="connsiteX95149" y="connsiteY95149"/>
              </a:cxn>
              <a:cxn ang="0">
                <a:pos x="connsiteX95150" y="connsiteY95150"/>
              </a:cxn>
              <a:cxn ang="0">
                <a:pos x="connsiteX95151" y="connsiteY95151"/>
              </a:cxn>
              <a:cxn ang="0">
                <a:pos x="connsiteX95152" y="connsiteY95152"/>
              </a:cxn>
              <a:cxn ang="0">
                <a:pos x="connsiteX95153" y="connsiteY95153"/>
              </a:cxn>
              <a:cxn ang="0">
                <a:pos x="connsiteX95154" y="connsiteY95154"/>
              </a:cxn>
              <a:cxn ang="0">
                <a:pos x="connsiteX95155" y="connsiteY95155"/>
              </a:cxn>
              <a:cxn ang="0">
                <a:pos x="connsiteX95156" y="connsiteY95156"/>
              </a:cxn>
              <a:cxn ang="0">
                <a:pos x="connsiteX95157" y="connsiteY95157"/>
              </a:cxn>
              <a:cxn ang="0">
                <a:pos x="connsiteX95158" y="connsiteY95158"/>
              </a:cxn>
              <a:cxn ang="0">
                <a:pos x="connsiteX95159" y="connsiteY95159"/>
              </a:cxn>
              <a:cxn ang="0">
                <a:pos x="connsiteX95160" y="connsiteY95160"/>
              </a:cxn>
              <a:cxn ang="0">
                <a:pos x="connsiteX95161" y="connsiteY95161"/>
              </a:cxn>
              <a:cxn ang="0">
                <a:pos x="connsiteX95162" y="connsiteY95162"/>
              </a:cxn>
              <a:cxn ang="0">
                <a:pos x="connsiteX95163" y="connsiteY95163"/>
              </a:cxn>
              <a:cxn ang="0">
                <a:pos x="connsiteX95164" y="connsiteY95164"/>
              </a:cxn>
              <a:cxn ang="0">
                <a:pos x="connsiteX95165" y="connsiteY95165"/>
              </a:cxn>
              <a:cxn ang="0">
                <a:pos x="connsiteX95166" y="connsiteY95166"/>
              </a:cxn>
              <a:cxn ang="0">
                <a:pos x="connsiteX95167" y="connsiteY95167"/>
              </a:cxn>
              <a:cxn ang="0">
                <a:pos x="connsiteX95168" y="connsiteY95168"/>
              </a:cxn>
              <a:cxn ang="0">
                <a:pos x="connsiteX95169" y="connsiteY95169"/>
              </a:cxn>
              <a:cxn ang="0">
                <a:pos x="connsiteX95170" y="connsiteY95170"/>
              </a:cxn>
              <a:cxn ang="0">
                <a:pos x="connsiteX95171" y="connsiteY95171"/>
              </a:cxn>
              <a:cxn ang="0">
                <a:pos x="connsiteX95172" y="connsiteY95172"/>
              </a:cxn>
              <a:cxn ang="0">
                <a:pos x="connsiteX95173" y="connsiteY95173"/>
              </a:cxn>
              <a:cxn ang="0">
                <a:pos x="connsiteX95174" y="connsiteY95174"/>
              </a:cxn>
              <a:cxn ang="0">
                <a:pos x="connsiteX95175" y="connsiteY95175"/>
              </a:cxn>
              <a:cxn ang="0">
                <a:pos x="connsiteX95176" y="connsiteY95176"/>
              </a:cxn>
              <a:cxn ang="0">
                <a:pos x="connsiteX95177" y="connsiteY95177"/>
              </a:cxn>
              <a:cxn ang="0">
                <a:pos x="connsiteX95178" y="connsiteY95178"/>
              </a:cxn>
              <a:cxn ang="0">
                <a:pos x="connsiteX95179" y="connsiteY95179"/>
              </a:cxn>
              <a:cxn ang="0">
                <a:pos x="connsiteX95180" y="connsiteY95180"/>
              </a:cxn>
              <a:cxn ang="0">
                <a:pos x="connsiteX95181" y="connsiteY95181"/>
              </a:cxn>
              <a:cxn ang="0">
                <a:pos x="connsiteX95182" y="connsiteY95182"/>
              </a:cxn>
              <a:cxn ang="0">
                <a:pos x="connsiteX95183" y="connsiteY95183"/>
              </a:cxn>
              <a:cxn ang="0">
                <a:pos x="connsiteX95184" y="connsiteY95184"/>
              </a:cxn>
              <a:cxn ang="0">
                <a:pos x="connsiteX95185" y="connsiteY95185"/>
              </a:cxn>
              <a:cxn ang="0">
                <a:pos x="connsiteX95186" y="connsiteY95186"/>
              </a:cxn>
              <a:cxn ang="0">
                <a:pos x="connsiteX95187" y="connsiteY95187"/>
              </a:cxn>
              <a:cxn ang="0">
                <a:pos x="connsiteX95188" y="connsiteY95188"/>
              </a:cxn>
              <a:cxn ang="0">
                <a:pos x="connsiteX95189" y="connsiteY95189"/>
              </a:cxn>
              <a:cxn ang="0">
                <a:pos x="connsiteX95190" y="connsiteY95190"/>
              </a:cxn>
              <a:cxn ang="0">
                <a:pos x="connsiteX95191" y="connsiteY95191"/>
              </a:cxn>
              <a:cxn ang="0">
                <a:pos x="connsiteX95192" y="connsiteY95192"/>
              </a:cxn>
              <a:cxn ang="0">
                <a:pos x="connsiteX95193" y="connsiteY95193"/>
              </a:cxn>
              <a:cxn ang="0">
                <a:pos x="connsiteX95194" y="connsiteY95194"/>
              </a:cxn>
              <a:cxn ang="0">
                <a:pos x="connsiteX95195" y="connsiteY95195"/>
              </a:cxn>
              <a:cxn ang="0">
                <a:pos x="connsiteX95196" y="connsiteY95196"/>
              </a:cxn>
              <a:cxn ang="0">
                <a:pos x="connsiteX95197" y="connsiteY95197"/>
              </a:cxn>
              <a:cxn ang="0">
                <a:pos x="connsiteX95198" y="connsiteY95198"/>
              </a:cxn>
              <a:cxn ang="0">
                <a:pos x="connsiteX95199" y="connsiteY95199"/>
              </a:cxn>
              <a:cxn ang="0">
                <a:pos x="connsiteX95200" y="connsiteY95200"/>
              </a:cxn>
              <a:cxn ang="0">
                <a:pos x="connsiteX95201" y="connsiteY95201"/>
              </a:cxn>
              <a:cxn ang="0">
                <a:pos x="connsiteX95202" y="connsiteY95202"/>
              </a:cxn>
              <a:cxn ang="0">
                <a:pos x="connsiteX95203" y="connsiteY95203"/>
              </a:cxn>
              <a:cxn ang="0">
                <a:pos x="connsiteX95204" y="connsiteY95204"/>
              </a:cxn>
              <a:cxn ang="0">
                <a:pos x="connsiteX95205" y="connsiteY95205"/>
              </a:cxn>
              <a:cxn ang="0">
                <a:pos x="connsiteX95206" y="connsiteY95206"/>
              </a:cxn>
              <a:cxn ang="0">
                <a:pos x="connsiteX95207" y="connsiteY95207"/>
              </a:cxn>
              <a:cxn ang="0">
                <a:pos x="connsiteX95208" y="connsiteY95208"/>
              </a:cxn>
              <a:cxn ang="0">
                <a:pos x="connsiteX95209" y="connsiteY95209"/>
              </a:cxn>
              <a:cxn ang="0">
                <a:pos x="connsiteX95210" y="connsiteY95210"/>
              </a:cxn>
              <a:cxn ang="0">
                <a:pos x="connsiteX95211" y="connsiteY95211"/>
              </a:cxn>
              <a:cxn ang="0">
                <a:pos x="connsiteX95212" y="connsiteY95212"/>
              </a:cxn>
              <a:cxn ang="0">
                <a:pos x="connsiteX95213" y="connsiteY95213"/>
              </a:cxn>
              <a:cxn ang="0">
                <a:pos x="connsiteX95214" y="connsiteY95214"/>
              </a:cxn>
              <a:cxn ang="0">
                <a:pos x="connsiteX95215" y="connsiteY95215"/>
              </a:cxn>
              <a:cxn ang="0">
                <a:pos x="connsiteX95216" y="connsiteY95216"/>
              </a:cxn>
              <a:cxn ang="0">
                <a:pos x="connsiteX95217" y="connsiteY95217"/>
              </a:cxn>
              <a:cxn ang="0">
                <a:pos x="connsiteX95218" y="connsiteY95218"/>
              </a:cxn>
              <a:cxn ang="0">
                <a:pos x="connsiteX95219" y="connsiteY95219"/>
              </a:cxn>
              <a:cxn ang="0">
                <a:pos x="connsiteX95220" y="connsiteY95220"/>
              </a:cxn>
              <a:cxn ang="0">
                <a:pos x="connsiteX95221" y="connsiteY95221"/>
              </a:cxn>
              <a:cxn ang="0">
                <a:pos x="connsiteX95222" y="connsiteY95222"/>
              </a:cxn>
              <a:cxn ang="0">
                <a:pos x="connsiteX95223" y="connsiteY95223"/>
              </a:cxn>
              <a:cxn ang="0">
                <a:pos x="connsiteX95224" y="connsiteY95224"/>
              </a:cxn>
              <a:cxn ang="0">
                <a:pos x="connsiteX95225" y="connsiteY95225"/>
              </a:cxn>
              <a:cxn ang="0">
                <a:pos x="connsiteX95226" y="connsiteY95226"/>
              </a:cxn>
              <a:cxn ang="0">
                <a:pos x="connsiteX95227" y="connsiteY95227"/>
              </a:cxn>
              <a:cxn ang="0">
                <a:pos x="connsiteX95228" y="connsiteY95228"/>
              </a:cxn>
              <a:cxn ang="0">
                <a:pos x="connsiteX95229" y="connsiteY95229"/>
              </a:cxn>
              <a:cxn ang="0">
                <a:pos x="connsiteX95230" y="connsiteY95230"/>
              </a:cxn>
              <a:cxn ang="0">
                <a:pos x="connsiteX95231" y="connsiteY95231"/>
              </a:cxn>
              <a:cxn ang="0">
                <a:pos x="connsiteX95232" y="connsiteY95232"/>
              </a:cxn>
              <a:cxn ang="0">
                <a:pos x="connsiteX95233" y="connsiteY95233"/>
              </a:cxn>
              <a:cxn ang="0">
                <a:pos x="connsiteX95234" y="connsiteY95234"/>
              </a:cxn>
              <a:cxn ang="0">
                <a:pos x="connsiteX95235" y="connsiteY95235"/>
              </a:cxn>
              <a:cxn ang="0">
                <a:pos x="connsiteX95236" y="connsiteY95236"/>
              </a:cxn>
              <a:cxn ang="0">
                <a:pos x="connsiteX95237" y="connsiteY95237"/>
              </a:cxn>
              <a:cxn ang="0">
                <a:pos x="connsiteX95238" y="connsiteY95238"/>
              </a:cxn>
              <a:cxn ang="0">
                <a:pos x="connsiteX95239" y="connsiteY95239"/>
              </a:cxn>
              <a:cxn ang="0">
                <a:pos x="connsiteX95240" y="connsiteY95240"/>
              </a:cxn>
              <a:cxn ang="0">
                <a:pos x="connsiteX95241" y="connsiteY95241"/>
              </a:cxn>
              <a:cxn ang="0">
                <a:pos x="connsiteX95242" y="connsiteY95242"/>
              </a:cxn>
              <a:cxn ang="0">
                <a:pos x="connsiteX95243" y="connsiteY95243"/>
              </a:cxn>
              <a:cxn ang="0">
                <a:pos x="connsiteX95244" y="connsiteY95244"/>
              </a:cxn>
              <a:cxn ang="0">
                <a:pos x="connsiteX95245" y="connsiteY95245"/>
              </a:cxn>
              <a:cxn ang="0">
                <a:pos x="connsiteX95246" y="connsiteY95246"/>
              </a:cxn>
              <a:cxn ang="0">
                <a:pos x="connsiteX95247" y="connsiteY95247"/>
              </a:cxn>
              <a:cxn ang="0">
                <a:pos x="connsiteX95248" y="connsiteY95248"/>
              </a:cxn>
              <a:cxn ang="0">
                <a:pos x="connsiteX95249" y="connsiteY95249"/>
              </a:cxn>
              <a:cxn ang="0">
                <a:pos x="connsiteX95250" y="connsiteY95250"/>
              </a:cxn>
              <a:cxn ang="0">
                <a:pos x="connsiteX95251" y="connsiteY95251"/>
              </a:cxn>
              <a:cxn ang="0">
                <a:pos x="connsiteX95252" y="connsiteY95252"/>
              </a:cxn>
              <a:cxn ang="0">
                <a:pos x="connsiteX95253" y="connsiteY95253"/>
              </a:cxn>
              <a:cxn ang="0">
                <a:pos x="connsiteX95254" y="connsiteY95254"/>
              </a:cxn>
              <a:cxn ang="0">
                <a:pos x="connsiteX95255" y="connsiteY95255"/>
              </a:cxn>
              <a:cxn ang="0">
                <a:pos x="connsiteX95256" y="connsiteY95256"/>
              </a:cxn>
              <a:cxn ang="0">
                <a:pos x="connsiteX95257" y="connsiteY95257"/>
              </a:cxn>
              <a:cxn ang="0">
                <a:pos x="connsiteX95258" y="connsiteY95258"/>
              </a:cxn>
              <a:cxn ang="0">
                <a:pos x="connsiteX95259" y="connsiteY95259"/>
              </a:cxn>
              <a:cxn ang="0">
                <a:pos x="connsiteX95260" y="connsiteY95260"/>
              </a:cxn>
              <a:cxn ang="0">
                <a:pos x="connsiteX95261" y="connsiteY95261"/>
              </a:cxn>
              <a:cxn ang="0">
                <a:pos x="connsiteX95262" y="connsiteY95262"/>
              </a:cxn>
              <a:cxn ang="0">
                <a:pos x="connsiteX95263" y="connsiteY95263"/>
              </a:cxn>
              <a:cxn ang="0">
                <a:pos x="connsiteX95264" y="connsiteY95264"/>
              </a:cxn>
              <a:cxn ang="0">
                <a:pos x="connsiteX95265" y="connsiteY95265"/>
              </a:cxn>
              <a:cxn ang="0">
                <a:pos x="connsiteX95266" y="connsiteY95266"/>
              </a:cxn>
              <a:cxn ang="0">
                <a:pos x="connsiteX95267" y="connsiteY95267"/>
              </a:cxn>
              <a:cxn ang="0">
                <a:pos x="connsiteX95268" y="connsiteY95268"/>
              </a:cxn>
              <a:cxn ang="0">
                <a:pos x="connsiteX95269" y="connsiteY95269"/>
              </a:cxn>
              <a:cxn ang="0">
                <a:pos x="connsiteX95270" y="connsiteY95270"/>
              </a:cxn>
              <a:cxn ang="0">
                <a:pos x="connsiteX95271" y="connsiteY95271"/>
              </a:cxn>
              <a:cxn ang="0">
                <a:pos x="connsiteX95272" y="connsiteY95272"/>
              </a:cxn>
              <a:cxn ang="0">
                <a:pos x="connsiteX95273" y="connsiteY95273"/>
              </a:cxn>
              <a:cxn ang="0">
                <a:pos x="connsiteX95274" y="connsiteY95274"/>
              </a:cxn>
              <a:cxn ang="0">
                <a:pos x="connsiteX95275" y="connsiteY95275"/>
              </a:cxn>
              <a:cxn ang="0">
                <a:pos x="connsiteX95276" y="connsiteY95276"/>
              </a:cxn>
              <a:cxn ang="0">
                <a:pos x="connsiteX95277" y="connsiteY95277"/>
              </a:cxn>
              <a:cxn ang="0">
                <a:pos x="connsiteX95278" y="connsiteY95278"/>
              </a:cxn>
              <a:cxn ang="0">
                <a:pos x="connsiteX95279" y="connsiteY95279"/>
              </a:cxn>
              <a:cxn ang="0">
                <a:pos x="connsiteX95280" y="connsiteY95280"/>
              </a:cxn>
              <a:cxn ang="0">
                <a:pos x="connsiteX95281" y="connsiteY95281"/>
              </a:cxn>
              <a:cxn ang="0">
                <a:pos x="connsiteX95282" y="connsiteY95282"/>
              </a:cxn>
              <a:cxn ang="0">
                <a:pos x="connsiteX95283" y="connsiteY95283"/>
              </a:cxn>
              <a:cxn ang="0">
                <a:pos x="connsiteX95284" y="connsiteY95284"/>
              </a:cxn>
              <a:cxn ang="0">
                <a:pos x="connsiteX95285" y="connsiteY95285"/>
              </a:cxn>
              <a:cxn ang="0">
                <a:pos x="connsiteX95286" y="connsiteY95286"/>
              </a:cxn>
              <a:cxn ang="0">
                <a:pos x="connsiteX95287" y="connsiteY95287"/>
              </a:cxn>
              <a:cxn ang="0">
                <a:pos x="connsiteX95288" y="connsiteY95288"/>
              </a:cxn>
              <a:cxn ang="0">
                <a:pos x="connsiteX95289" y="connsiteY95289"/>
              </a:cxn>
              <a:cxn ang="0">
                <a:pos x="connsiteX95290" y="connsiteY95290"/>
              </a:cxn>
              <a:cxn ang="0">
                <a:pos x="connsiteX95291" y="connsiteY95291"/>
              </a:cxn>
              <a:cxn ang="0">
                <a:pos x="connsiteX95292" y="connsiteY95292"/>
              </a:cxn>
              <a:cxn ang="0">
                <a:pos x="connsiteX95293" y="connsiteY95293"/>
              </a:cxn>
              <a:cxn ang="0">
                <a:pos x="connsiteX95294" y="connsiteY95294"/>
              </a:cxn>
              <a:cxn ang="0">
                <a:pos x="connsiteX95295" y="connsiteY95295"/>
              </a:cxn>
              <a:cxn ang="0">
                <a:pos x="connsiteX95296" y="connsiteY95296"/>
              </a:cxn>
              <a:cxn ang="0">
                <a:pos x="connsiteX95297" y="connsiteY95297"/>
              </a:cxn>
              <a:cxn ang="0">
                <a:pos x="connsiteX95298" y="connsiteY95298"/>
              </a:cxn>
              <a:cxn ang="0">
                <a:pos x="connsiteX95299" y="connsiteY95299"/>
              </a:cxn>
              <a:cxn ang="0">
                <a:pos x="connsiteX95300" y="connsiteY95300"/>
              </a:cxn>
              <a:cxn ang="0">
                <a:pos x="connsiteX95301" y="connsiteY95301"/>
              </a:cxn>
              <a:cxn ang="0">
                <a:pos x="connsiteX95302" y="connsiteY95302"/>
              </a:cxn>
              <a:cxn ang="0">
                <a:pos x="connsiteX95303" y="connsiteY95303"/>
              </a:cxn>
              <a:cxn ang="0">
                <a:pos x="connsiteX95304" y="connsiteY95304"/>
              </a:cxn>
              <a:cxn ang="0">
                <a:pos x="connsiteX95305" y="connsiteY95305"/>
              </a:cxn>
              <a:cxn ang="0">
                <a:pos x="connsiteX95306" y="connsiteY95306"/>
              </a:cxn>
              <a:cxn ang="0">
                <a:pos x="connsiteX95307" y="connsiteY95307"/>
              </a:cxn>
              <a:cxn ang="0">
                <a:pos x="connsiteX95308" y="connsiteY95308"/>
              </a:cxn>
              <a:cxn ang="0">
                <a:pos x="connsiteX95309" y="connsiteY95309"/>
              </a:cxn>
              <a:cxn ang="0">
                <a:pos x="connsiteX95310" y="connsiteY95310"/>
              </a:cxn>
              <a:cxn ang="0">
                <a:pos x="connsiteX95311" y="connsiteY95311"/>
              </a:cxn>
              <a:cxn ang="0">
                <a:pos x="connsiteX95312" y="connsiteY95312"/>
              </a:cxn>
              <a:cxn ang="0">
                <a:pos x="connsiteX95313" y="connsiteY95313"/>
              </a:cxn>
              <a:cxn ang="0">
                <a:pos x="connsiteX95314" y="connsiteY95314"/>
              </a:cxn>
              <a:cxn ang="0">
                <a:pos x="connsiteX95315" y="connsiteY95315"/>
              </a:cxn>
              <a:cxn ang="0">
                <a:pos x="connsiteX95316" y="connsiteY95316"/>
              </a:cxn>
              <a:cxn ang="0">
                <a:pos x="connsiteX95317" y="connsiteY95317"/>
              </a:cxn>
              <a:cxn ang="0">
                <a:pos x="connsiteX95318" y="connsiteY95318"/>
              </a:cxn>
              <a:cxn ang="0">
                <a:pos x="connsiteX95319" y="connsiteY95319"/>
              </a:cxn>
              <a:cxn ang="0">
                <a:pos x="connsiteX95320" y="connsiteY95320"/>
              </a:cxn>
              <a:cxn ang="0">
                <a:pos x="connsiteX95321" y="connsiteY95321"/>
              </a:cxn>
              <a:cxn ang="0">
                <a:pos x="connsiteX95322" y="connsiteY95322"/>
              </a:cxn>
              <a:cxn ang="0">
                <a:pos x="connsiteX95323" y="connsiteY95323"/>
              </a:cxn>
              <a:cxn ang="0">
                <a:pos x="connsiteX95324" y="connsiteY95324"/>
              </a:cxn>
              <a:cxn ang="0">
                <a:pos x="connsiteX95325" y="connsiteY95325"/>
              </a:cxn>
              <a:cxn ang="0">
                <a:pos x="connsiteX95326" y="connsiteY95326"/>
              </a:cxn>
              <a:cxn ang="0">
                <a:pos x="connsiteX95327" y="connsiteY95327"/>
              </a:cxn>
              <a:cxn ang="0">
                <a:pos x="connsiteX95328" y="connsiteY95328"/>
              </a:cxn>
              <a:cxn ang="0">
                <a:pos x="connsiteX95329" y="connsiteY95329"/>
              </a:cxn>
              <a:cxn ang="0">
                <a:pos x="connsiteX95330" y="connsiteY95330"/>
              </a:cxn>
              <a:cxn ang="0">
                <a:pos x="connsiteX95331" y="connsiteY95331"/>
              </a:cxn>
              <a:cxn ang="0">
                <a:pos x="connsiteX95332" y="connsiteY95332"/>
              </a:cxn>
              <a:cxn ang="0">
                <a:pos x="connsiteX95333" y="connsiteY95333"/>
              </a:cxn>
              <a:cxn ang="0">
                <a:pos x="connsiteX95334" y="connsiteY95334"/>
              </a:cxn>
              <a:cxn ang="0">
                <a:pos x="connsiteX95335" y="connsiteY95335"/>
              </a:cxn>
              <a:cxn ang="0">
                <a:pos x="connsiteX95336" y="connsiteY95336"/>
              </a:cxn>
              <a:cxn ang="0">
                <a:pos x="connsiteX95337" y="connsiteY95337"/>
              </a:cxn>
              <a:cxn ang="0">
                <a:pos x="connsiteX95338" y="connsiteY95338"/>
              </a:cxn>
              <a:cxn ang="0">
                <a:pos x="connsiteX95339" y="connsiteY95339"/>
              </a:cxn>
              <a:cxn ang="0">
                <a:pos x="connsiteX95340" y="connsiteY95340"/>
              </a:cxn>
              <a:cxn ang="0">
                <a:pos x="connsiteX95341" y="connsiteY95341"/>
              </a:cxn>
              <a:cxn ang="0">
                <a:pos x="connsiteX95342" y="connsiteY95342"/>
              </a:cxn>
              <a:cxn ang="0">
                <a:pos x="connsiteX95343" y="connsiteY95343"/>
              </a:cxn>
              <a:cxn ang="0">
                <a:pos x="connsiteX95344" y="connsiteY95344"/>
              </a:cxn>
              <a:cxn ang="0">
                <a:pos x="connsiteX95345" y="connsiteY95345"/>
              </a:cxn>
              <a:cxn ang="0">
                <a:pos x="connsiteX95346" y="connsiteY95346"/>
              </a:cxn>
              <a:cxn ang="0">
                <a:pos x="connsiteX95347" y="connsiteY95347"/>
              </a:cxn>
              <a:cxn ang="0">
                <a:pos x="connsiteX95348" y="connsiteY95348"/>
              </a:cxn>
              <a:cxn ang="0">
                <a:pos x="connsiteX95349" y="connsiteY95349"/>
              </a:cxn>
              <a:cxn ang="0">
                <a:pos x="connsiteX95350" y="connsiteY95350"/>
              </a:cxn>
              <a:cxn ang="0">
                <a:pos x="connsiteX95351" y="connsiteY95351"/>
              </a:cxn>
              <a:cxn ang="0">
                <a:pos x="connsiteX95352" y="connsiteY95352"/>
              </a:cxn>
              <a:cxn ang="0">
                <a:pos x="connsiteX95353" y="connsiteY95353"/>
              </a:cxn>
              <a:cxn ang="0">
                <a:pos x="connsiteX95354" y="connsiteY95354"/>
              </a:cxn>
              <a:cxn ang="0">
                <a:pos x="connsiteX95355" y="connsiteY95355"/>
              </a:cxn>
              <a:cxn ang="0">
                <a:pos x="connsiteX95356" y="connsiteY95356"/>
              </a:cxn>
              <a:cxn ang="0">
                <a:pos x="connsiteX95357" y="connsiteY95357"/>
              </a:cxn>
              <a:cxn ang="0">
                <a:pos x="connsiteX95358" y="connsiteY95358"/>
              </a:cxn>
              <a:cxn ang="0">
                <a:pos x="connsiteX95359" y="connsiteY95359"/>
              </a:cxn>
              <a:cxn ang="0">
                <a:pos x="connsiteX95360" y="connsiteY95360"/>
              </a:cxn>
              <a:cxn ang="0">
                <a:pos x="connsiteX95361" y="connsiteY95361"/>
              </a:cxn>
              <a:cxn ang="0">
                <a:pos x="connsiteX95362" y="connsiteY95362"/>
              </a:cxn>
              <a:cxn ang="0">
                <a:pos x="connsiteX95363" y="connsiteY95363"/>
              </a:cxn>
              <a:cxn ang="0">
                <a:pos x="connsiteX95364" y="connsiteY95364"/>
              </a:cxn>
              <a:cxn ang="0">
                <a:pos x="connsiteX95365" y="connsiteY95365"/>
              </a:cxn>
              <a:cxn ang="0">
                <a:pos x="connsiteX95366" y="connsiteY95366"/>
              </a:cxn>
              <a:cxn ang="0">
                <a:pos x="connsiteX95367" y="connsiteY95367"/>
              </a:cxn>
              <a:cxn ang="0">
                <a:pos x="connsiteX95368" y="connsiteY95368"/>
              </a:cxn>
              <a:cxn ang="0">
                <a:pos x="connsiteX95369" y="connsiteY95369"/>
              </a:cxn>
              <a:cxn ang="0">
                <a:pos x="connsiteX95370" y="connsiteY95370"/>
              </a:cxn>
              <a:cxn ang="0">
                <a:pos x="connsiteX95371" y="connsiteY95371"/>
              </a:cxn>
              <a:cxn ang="0">
                <a:pos x="connsiteX95372" y="connsiteY95372"/>
              </a:cxn>
              <a:cxn ang="0">
                <a:pos x="connsiteX95373" y="connsiteY95373"/>
              </a:cxn>
              <a:cxn ang="0">
                <a:pos x="connsiteX95374" y="connsiteY95374"/>
              </a:cxn>
              <a:cxn ang="0">
                <a:pos x="connsiteX95375" y="connsiteY95375"/>
              </a:cxn>
              <a:cxn ang="0">
                <a:pos x="connsiteX95376" y="connsiteY95376"/>
              </a:cxn>
              <a:cxn ang="0">
                <a:pos x="connsiteX95377" y="connsiteY95377"/>
              </a:cxn>
              <a:cxn ang="0">
                <a:pos x="connsiteX95378" y="connsiteY95378"/>
              </a:cxn>
              <a:cxn ang="0">
                <a:pos x="connsiteX95379" y="connsiteY95379"/>
              </a:cxn>
              <a:cxn ang="0">
                <a:pos x="connsiteX95380" y="connsiteY95380"/>
              </a:cxn>
              <a:cxn ang="0">
                <a:pos x="connsiteX95381" y="connsiteY95381"/>
              </a:cxn>
              <a:cxn ang="0">
                <a:pos x="connsiteX95382" y="connsiteY95382"/>
              </a:cxn>
              <a:cxn ang="0">
                <a:pos x="connsiteX95383" y="connsiteY95383"/>
              </a:cxn>
              <a:cxn ang="0">
                <a:pos x="connsiteX95384" y="connsiteY95384"/>
              </a:cxn>
              <a:cxn ang="0">
                <a:pos x="connsiteX95385" y="connsiteY95385"/>
              </a:cxn>
              <a:cxn ang="0">
                <a:pos x="connsiteX95386" y="connsiteY95386"/>
              </a:cxn>
              <a:cxn ang="0">
                <a:pos x="connsiteX95387" y="connsiteY95387"/>
              </a:cxn>
              <a:cxn ang="0">
                <a:pos x="connsiteX95388" y="connsiteY95388"/>
              </a:cxn>
              <a:cxn ang="0">
                <a:pos x="connsiteX95389" y="connsiteY95389"/>
              </a:cxn>
              <a:cxn ang="0">
                <a:pos x="connsiteX95390" y="connsiteY95390"/>
              </a:cxn>
              <a:cxn ang="0">
                <a:pos x="connsiteX95391" y="connsiteY95391"/>
              </a:cxn>
              <a:cxn ang="0">
                <a:pos x="connsiteX95392" y="connsiteY95392"/>
              </a:cxn>
              <a:cxn ang="0">
                <a:pos x="connsiteX95393" y="connsiteY95393"/>
              </a:cxn>
              <a:cxn ang="0">
                <a:pos x="connsiteX95394" y="connsiteY95394"/>
              </a:cxn>
              <a:cxn ang="0">
                <a:pos x="connsiteX95395" y="connsiteY95395"/>
              </a:cxn>
              <a:cxn ang="0">
                <a:pos x="connsiteX95396" y="connsiteY95396"/>
              </a:cxn>
              <a:cxn ang="0">
                <a:pos x="connsiteX95397" y="connsiteY95397"/>
              </a:cxn>
              <a:cxn ang="0">
                <a:pos x="connsiteX95398" y="connsiteY95398"/>
              </a:cxn>
              <a:cxn ang="0">
                <a:pos x="connsiteX95399" y="connsiteY95399"/>
              </a:cxn>
              <a:cxn ang="0">
                <a:pos x="connsiteX95400" y="connsiteY95400"/>
              </a:cxn>
              <a:cxn ang="0">
                <a:pos x="connsiteX95401" y="connsiteY95401"/>
              </a:cxn>
              <a:cxn ang="0">
                <a:pos x="connsiteX95402" y="connsiteY95402"/>
              </a:cxn>
              <a:cxn ang="0">
                <a:pos x="connsiteX95403" y="connsiteY95403"/>
              </a:cxn>
              <a:cxn ang="0">
                <a:pos x="connsiteX95404" y="connsiteY95404"/>
              </a:cxn>
              <a:cxn ang="0">
                <a:pos x="connsiteX95405" y="connsiteY95405"/>
              </a:cxn>
              <a:cxn ang="0">
                <a:pos x="connsiteX95406" y="connsiteY95406"/>
              </a:cxn>
              <a:cxn ang="0">
                <a:pos x="connsiteX95407" y="connsiteY95407"/>
              </a:cxn>
              <a:cxn ang="0">
                <a:pos x="connsiteX95408" y="connsiteY95408"/>
              </a:cxn>
              <a:cxn ang="0">
                <a:pos x="connsiteX95409" y="connsiteY95409"/>
              </a:cxn>
              <a:cxn ang="0">
                <a:pos x="connsiteX95410" y="connsiteY95410"/>
              </a:cxn>
              <a:cxn ang="0">
                <a:pos x="connsiteX95411" y="connsiteY95411"/>
              </a:cxn>
              <a:cxn ang="0">
                <a:pos x="connsiteX95412" y="connsiteY95412"/>
              </a:cxn>
              <a:cxn ang="0">
                <a:pos x="connsiteX95413" y="connsiteY95413"/>
              </a:cxn>
              <a:cxn ang="0">
                <a:pos x="connsiteX95414" y="connsiteY95414"/>
              </a:cxn>
              <a:cxn ang="0">
                <a:pos x="connsiteX95415" y="connsiteY95415"/>
              </a:cxn>
              <a:cxn ang="0">
                <a:pos x="connsiteX95416" y="connsiteY95416"/>
              </a:cxn>
              <a:cxn ang="0">
                <a:pos x="connsiteX95417" y="connsiteY95417"/>
              </a:cxn>
              <a:cxn ang="0">
                <a:pos x="connsiteX95418" y="connsiteY95418"/>
              </a:cxn>
              <a:cxn ang="0">
                <a:pos x="connsiteX95419" y="connsiteY95419"/>
              </a:cxn>
              <a:cxn ang="0">
                <a:pos x="connsiteX95420" y="connsiteY95420"/>
              </a:cxn>
              <a:cxn ang="0">
                <a:pos x="connsiteX95421" y="connsiteY95421"/>
              </a:cxn>
              <a:cxn ang="0">
                <a:pos x="connsiteX95422" y="connsiteY95422"/>
              </a:cxn>
              <a:cxn ang="0">
                <a:pos x="connsiteX95423" y="connsiteY95423"/>
              </a:cxn>
              <a:cxn ang="0">
                <a:pos x="connsiteX95424" y="connsiteY95424"/>
              </a:cxn>
              <a:cxn ang="0">
                <a:pos x="connsiteX95425" y="connsiteY95425"/>
              </a:cxn>
              <a:cxn ang="0">
                <a:pos x="connsiteX95426" y="connsiteY95426"/>
              </a:cxn>
              <a:cxn ang="0">
                <a:pos x="connsiteX95427" y="connsiteY95427"/>
              </a:cxn>
              <a:cxn ang="0">
                <a:pos x="connsiteX95428" y="connsiteY95428"/>
              </a:cxn>
              <a:cxn ang="0">
                <a:pos x="connsiteX95429" y="connsiteY95429"/>
              </a:cxn>
              <a:cxn ang="0">
                <a:pos x="connsiteX95430" y="connsiteY95430"/>
              </a:cxn>
              <a:cxn ang="0">
                <a:pos x="connsiteX95431" y="connsiteY95431"/>
              </a:cxn>
              <a:cxn ang="0">
                <a:pos x="connsiteX95432" y="connsiteY95432"/>
              </a:cxn>
              <a:cxn ang="0">
                <a:pos x="connsiteX95433" y="connsiteY95433"/>
              </a:cxn>
              <a:cxn ang="0">
                <a:pos x="connsiteX95434" y="connsiteY95434"/>
              </a:cxn>
              <a:cxn ang="0">
                <a:pos x="connsiteX95435" y="connsiteY95435"/>
              </a:cxn>
              <a:cxn ang="0">
                <a:pos x="connsiteX95436" y="connsiteY95436"/>
              </a:cxn>
              <a:cxn ang="0">
                <a:pos x="connsiteX95437" y="connsiteY95437"/>
              </a:cxn>
              <a:cxn ang="0">
                <a:pos x="connsiteX95438" y="connsiteY95438"/>
              </a:cxn>
              <a:cxn ang="0">
                <a:pos x="connsiteX95439" y="connsiteY95439"/>
              </a:cxn>
              <a:cxn ang="0">
                <a:pos x="connsiteX95440" y="connsiteY95440"/>
              </a:cxn>
              <a:cxn ang="0">
                <a:pos x="connsiteX95441" y="connsiteY95441"/>
              </a:cxn>
              <a:cxn ang="0">
                <a:pos x="connsiteX95442" y="connsiteY95442"/>
              </a:cxn>
              <a:cxn ang="0">
                <a:pos x="connsiteX95443" y="connsiteY95443"/>
              </a:cxn>
              <a:cxn ang="0">
                <a:pos x="connsiteX95444" y="connsiteY95444"/>
              </a:cxn>
              <a:cxn ang="0">
                <a:pos x="connsiteX95445" y="connsiteY95445"/>
              </a:cxn>
              <a:cxn ang="0">
                <a:pos x="connsiteX95446" y="connsiteY95446"/>
              </a:cxn>
              <a:cxn ang="0">
                <a:pos x="connsiteX95447" y="connsiteY95447"/>
              </a:cxn>
              <a:cxn ang="0">
                <a:pos x="connsiteX95448" y="connsiteY95448"/>
              </a:cxn>
              <a:cxn ang="0">
                <a:pos x="connsiteX95449" y="connsiteY95449"/>
              </a:cxn>
              <a:cxn ang="0">
                <a:pos x="connsiteX95450" y="connsiteY95450"/>
              </a:cxn>
              <a:cxn ang="0">
                <a:pos x="connsiteX95451" y="connsiteY95451"/>
              </a:cxn>
              <a:cxn ang="0">
                <a:pos x="connsiteX95452" y="connsiteY95452"/>
              </a:cxn>
              <a:cxn ang="0">
                <a:pos x="connsiteX95453" y="connsiteY95453"/>
              </a:cxn>
              <a:cxn ang="0">
                <a:pos x="connsiteX95454" y="connsiteY95454"/>
              </a:cxn>
              <a:cxn ang="0">
                <a:pos x="connsiteX95455" y="connsiteY95455"/>
              </a:cxn>
              <a:cxn ang="0">
                <a:pos x="connsiteX95456" y="connsiteY95456"/>
              </a:cxn>
              <a:cxn ang="0">
                <a:pos x="connsiteX95457" y="connsiteY95457"/>
              </a:cxn>
              <a:cxn ang="0">
                <a:pos x="connsiteX95458" y="connsiteY95458"/>
              </a:cxn>
              <a:cxn ang="0">
                <a:pos x="connsiteX95459" y="connsiteY95459"/>
              </a:cxn>
              <a:cxn ang="0">
                <a:pos x="connsiteX95460" y="connsiteY95460"/>
              </a:cxn>
              <a:cxn ang="0">
                <a:pos x="connsiteX95461" y="connsiteY95461"/>
              </a:cxn>
              <a:cxn ang="0">
                <a:pos x="connsiteX95462" y="connsiteY95462"/>
              </a:cxn>
              <a:cxn ang="0">
                <a:pos x="connsiteX95463" y="connsiteY95463"/>
              </a:cxn>
              <a:cxn ang="0">
                <a:pos x="connsiteX95464" y="connsiteY95464"/>
              </a:cxn>
              <a:cxn ang="0">
                <a:pos x="connsiteX95465" y="connsiteY95465"/>
              </a:cxn>
              <a:cxn ang="0">
                <a:pos x="connsiteX95466" y="connsiteY95466"/>
              </a:cxn>
              <a:cxn ang="0">
                <a:pos x="connsiteX95467" y="connsiteY95467"/>
              </a:cxn>
              <a:cxn ang="0">
                <a:pos x="connsiteX95468" y="connsiteY95468"/>
              </a:cxn>
              <a:cxn ang="0">
                <a:pos x="connsiteX95469" y="connsiteY95469"/>
              </a:cxn>
              <a:cxn ang="0">
                <a:pos x="connsiteX95470" y="connsiteY95470"/>
              </a:cxn>
              <a:cxn ang="0">
                <a:pos x="connsiteX95471" y="connsiteY95471"/>
              </a:cxn>
              <a:cxn ang="0">
                <a:pos x="connsiteX95472" y="connsiteY95472"/>
              </a:cxn>
              <a:cxn ang="0">
                <a:pos x="connsiteX95473" y="connsiteY95473"/>
              </a:cxn>
              <a:cxn ang="0">
                <a:pos x="connsiteX95474" y="connsiteY95474"/>
              </a:cxn>
              <a:cxn ang="0">
                <a:pos x="connsiteX95475" y="connsiteY95475"/>
              </a:cxn>
              <a:cxn ang="0">
                <a:pos x="connsiteX95476" y="connsiteY95476"/>
              </a:cxn>
              <a:cxn ang="0">
                <a:pos x="connsiteX95477" y="connsiteY95477"/>
              </a:cxn>
              <a:cxn ang="0">
                <a:pos x="connsiteX95478" y="connsiteY95478"/>
              </a:cxn>
              <a:cxn ang="0">
                <a:pos x="connsiteX95479" y="connsiteY95479"/>
              </a:cxn>
              <a:cxn ang="0">
                <a:pos x="connsiteX95480" y="connsiteY95480"/>
              </a:cxn>
              <a:cxn ang="0">
                <a:pos x="connsiteX95481" y="connsiteY95481"/>
              </a:cxn>
              <a:cxn ang="0">
                <a:pos x="connsiteX95482" y="connsiteY95482"/>
              </a:cxn>
              <a:cxn ang="0">
                <a:pos x="connsiteX95483" y="connsiteY95483"/>
              </a:cxn>
              <a:cxn ang="0">
                <a:pos x="connsiteX95484" y="connsiteY95484"/>
              </a:cxn>
              <a:cxn ang="0">
                <a:pos x="connsiteX95485" y="connsiteY95485"/>
              </a:cxn>
              <a:cxn ang="0">
                <a:pos x="connsiteX95486" y="connsiteY95486"/>
              </a:cxn>
              <a:cxn ang="0">
                <a:pos x="connsiteX95487" y="connsiteY95487"/>
              </a:cxn>
              <a:cxn ang="0">
                <a:pos x="connsiteX95488" y="connsiteY95488"/>
              </a:cxn>
              <a:cxn ang="0">
                <a:pos x="connsiteX95489" y="connsiteY95489"/>
              </a:cxn>
              <a:cxn ang="0">
                <a:pos x="connsiteX95490" y="connsiteY95490"/>
              </a:cxn>
              <a:cxn ang="0">
                <a:pos x="connsiteX95491" y="connsiteY95491"/>
              </a:cxn>
              <a:cxn ang="0">
                <a:pos x="connsiteX95492" y="connsiteY95492"/>
              </a:cxn>
              <a:cxn ang="0">
                <a:pos x="connsiteX95493" y="connsiteY95493"/>
              </a:cxn>
              <a:cxn ang="0">
                <a:pos x="connsiteX95494" y="connsiteY95494"/>
              </a:cxn>
              <a:cxn ang="0">
                <a:pos x="connsiteX95495" y="connsiteY95495"/>
              </a:cxn>
              <a:cxn ang="0">
                <a:pos x="connsiteX95496" y="connsiteY95496"/>
              </a:cxn>
              <a:cxn ang="0">
                <a:pos x="connsiteX95497" y="connsiteY95497"/>
              </a:cxn>
              <a:cxn ang="0">
                <a:pos x="connsiteX95498" y="connsiteY95498"/>
              </a:cxn>
              <a:cxn ang="0">
                <a:pos x="connsiteX95499" y="connsiteY95499"/>
              </a:cxn>
              <a:cxn ang="0">
                <a:pos x="connsiteX95500" y="connsiteY95500"/>
              </a:cxn>
              <a:cxn ang="0">
                <a:pos x="connsiteX95501" y="connsiteY95501"/>
              </a:cxn>
              <a:cxn ang="0">
                <a:pos x="connsiteX95502" y="connsiteY95502"/>
              </a:cxn>
              <a:cxn ang="0">
                <a:pos x="connsiteX95503" y="connsiteY95503"/>
              </a:cxn>
              <a:cxn ang="0">
                <a:pos x="connsiteX95504" y="connsiteY95504"/>
              </a:cxn>
              <a:cxn ang="0">
                <a:pos x="connsiteX95505" y="connsiteY95505"/>
              </a:cxn>
              <a:cxn ang="0">
                <a:pos x="connsiteX95506" y="connsiteY95506"/>
              </a:cxn>
              <a:cxn ang="0">
                <a:pos x="connsiteX95507" y="connsiteY95507"/>
              </a:cxn>
              <a:cxn ang="0">
                <a:pos x="connsiteX95508" y="connsiteY95508"/>
              </a:cxn>
              <a:cxn ang="0">
                <a:pos x="connsiteX95509" y="connsiteY95509"/>
              </a:cxn>
              <a:cxn ang="0">
                <a:pos x="connsiteX95510" y="connsiteY95510"/>
              </a:cxn>
              <a:cxn ang="0">
                <a:pos x="connsiteX95511" y="connsiteY95511"/>
              </a:cxn>
              <a:cxn ang="0">
                <a:pos x="connsiteX95512" y="connsiteY95512"/>
              </a:cxn>
              <a:cxn ang="0">
                <a:pos x="connsiteX95513" y="connsiteY95513"/>
              </a:cxn>
              <a:cxn ang="0">
                <a:pos x="connsiteX95514" y="connsiteY95514"/>
              </a:cxn>
              <a:cxn ang="0">
                <a:pos x="connsiteX95515" y="connsiteY95515"/>
              </a:cxn>
              <a:cxn ang="0">
                <a:pos x="connsiteX95516" y="connsiteY95516"/>
              </a:cxn>
              <a:cxn ang="0">
                <a:pos x="connsiteX95517" y="connsiteY95517"/>
              </a:cxn>
              <a:cxn ang="0">
                <a:pos x="connsiteX95518" y="connsiteY95518"/>
              </a:cxn>
              <a:cxn ang="0">
                <a:pos x="connsiteX95519" y="connsiteY95519"/>
              </a:cxn>
              <a:cxn ang="0">
                <a:pos x="connsiteX95520" y="connsiteY95520"/>
              </a:cxn>
              <a:cxn ang="0">
                <a:pos x="connsiteX95521" y="connsiteY95521"/>
              </a:cxn>
              <a:cxn ang="0">
                <a:pos x="connsiteX95522" y="connsiteY95522"/>
              </a:cxn>
              <a:cxn ang="0">
                <a:pos x="connsiteX95523" y="connsiteY95523"/>
              </a:cxn>
              <a:cxn ang="0">
                <a:pos x="connsiteX95524" y="connsiteY95524"/>
              </a:cxn>
              <a:cxn ang="0">
                <a:pos x="connsiteX95525" y="connsiteY95525"/>
              </a:cxn>
              <a:cxn ang="0">
                <a:pos x="connsiteX95526" y="connsiteY95526"/>
              </a:cxn>
              <a:cxn ang="0">
                <a:pos x="connsiteX95527" y="connsiteY95527"/>
              </a:cxn>
              <a:cxn ang="0">
                <a:pos x="connsiteX95528" y="connsiteY95528"/>
              </a:cxn>
              <a:cxn ang="0">
                <a:pos x="connsiteX95529" y="connsiteY95529"/>
              </a:cxn>
              <a:cxn ang="0">
                <a:pos x="connsiteX95530" y="connsiteY95530"/>
              </a:cxn>
              <a:cxn ang="0">
                <a:pos x="connsiteX95531" y="connsiteY95531"/>
              </a:cxn>
              <a:cxn ang="0">
                <a:pos x="connsiteX95532" y="connsiteY95532"/>
              </a:cxn>
              <a:cxn ang="0">
                <a:pos x="connsiteX95533" y="connsiteY95533"/>
              </a:cxn>
              <a:cxn ang="0">
                <a:pos x="connsiteX95534" y="connsiteY95534"/>
              </a:cxn>
              <a:cxn ang="0">
                <a:pos x="connsiteX95535" y="connsiteY95535"/>
              </a:cxn>
              <a:cxn ang="0">
                <a:pos x="connsiteX95536" y="connsiteY95536"/>
              </a:cxn>
              <a:cxn ang="0">
                <a:pos x="connsiteX95537" y="connsiteY95537"/>
              </a:cxn>
              <a:cxn ang="0">
                <a:pos x="connsiteX95538" y="connsiteY95538"/>
              </a:cxn>
              <a:cxn ang="0">
                <a:pos x="connsiteX95539" y="connsiteY95539"/>
              </a:cxn>
              <a:cxn ang="0">
                <a:pos x="connsiteX95540" y="connsiteY95540"/>
              </a:cxn>
              <a:cxn ang="0">
                <a:pos x="connsiteX95541" y="connsiteY95541"/>
              </a:cxn>
              <a:cxn ang="0">
                <a:pos x="connsiteX95542" y="connsiteY95542"/>
              </a:cxn>
              <a:cxn ang="0">
                <a:pos x="connsiteX95543" y="connsiteY95543"/>
              </a:cxn>
              <a:cxn ang="0">
                <a:pos x="connsiteX95544" y="connsiteY95544"/>
              </a:cxn>
              <a:cxn ang="0">
                <a:pos x="connsiteX95545" y="connsiteY95545"/>
              </a:cxn>
              <a:cxn ang="0">
                <a:pos x="connsiteX95546" y="connsiteY95546"/>
              </a:cxn>
              <a:cxn ang="0">
                <a:pos x="connsiteX95547" y="connsiteY95547"/>
              </a:cxn>
              <a:cxn ang="0">
                <a:pos x="connsiteX95548" y="connsiteY95548"/>
              </a:cxn>
              <a:cxn ang="0">
                <a:pos x="connsiteX95549" y="connsiteY95549"/>
              </a:cxn>
              <a:cxn ang="0">
                <a:pos x="connsiteX95550" y="connsiteY95550"/>
              </a:cxn>
              <a:cxn ang="0">
                <a:pos x="connsiteX95551" y="connsiteY95551"/>
              </a:cxn>
              <a:cxn ang="0">
                <a:pos x="connsiteX95552" y="connsiteY95552"/>
              </a:cxn>
              <a:cxn ang="0">
                <a:pos x="connsiteX95553" y="connsiteY95553"/>
              </a:cxn>
              <a:cxn ang="0">
                <a:pos x="connsiteX95554" y="connsiteY95554"/>
              </a:cxn>
              <a:cxn ang="0">
                <a:pos x="connsiteX95555" y="connsiteY95555"/>
              </a:cxn>
              <a:cxn ang="0">
                <a:pos x="connsiteX95556" y="connsiteY95556"/>
              </a:cxn>
              <a:cxn ang="0">
                <a:pos x="connsiteX95557" y="connsiteY95557"/>
              </a:cxn>
              <a:cxn ang="0">
                <a:pos x="connsiteX95558" y="connsiteY95558"/>
              </a:cxn>
              <a:cxn ang="0">
                <a:pos x="connsiteX95559" y="connsiteY95559"/>
              </a:cxn>
              <a:cxn ang="0">
                <a:pos x="connsiteX95560" y="connsiteY95560"/>
              </a:cxn>
              <a:cxn ang="0">
                <a:pos x="connsiteX95561" y="connsiteY95561"/>
              </a:cxn>
              <a:cxn ang="0">
                <a:pos x="connsiteX95562" y="connsiteY95562"/>
              </a:cxn>
              <a:cxn ang="0">
                <a:pos x="connsiteX95563" y="connsiteY95563"/>
              </a:cxn>
              <a:cxn ang="0">
                <a:pos x="connsiteX95564" y="connsiteY95564"/>
              </a:cxn>
              <a:cxn ang="0">
                <a:pos x="connsiteX95565" y="connsiteY95565"/>
              </a:cxn>
              <a:cxn ang="0">
                <a:pos x="connsiteX95566" y="connsiteY95566"/>
              </a:cxn>
              <a:cxn ang="0">
                <a:pos x="connsiteX95567" y="connsiteY95567"/>
              </a:cxn>
              <a:cxn ang="0">
                <a:pos x="connsiteX95568" y="connsiteY95568"/>
              </a:cxn>
              <a:cxn ang="0">
                <a:pos x="connsiteX95569" y="connsiteY95569"/>
              </a:cxn>
              <a:cxn ang="0">
                <a:pos x="connsiteX95570" y="connsiteY95570"/>
              </a:cxn>
              <a:cxn ang="0">
                <a:pos x="connsiteX95571" y="connsiteY95571"/>
              </a:cxn>
              <a:cxn ang="0">
                <a:pos x="connsiteX95572" y="connsiteY95572"/>
              </a:cxn>
              <a:cxn ang="0">
                <a:pos x="connsiteX95573" y="connsiteY95573"/>
              </a:cxn>
              <a:cxn ang="0">
                <a:pos x="connsiteX95574" y="connsiteY95574"/>
              </a:cxn>
              <a:cxn ang="0">
                <a:pos x="connsiteX95575" y="connsiteY95575"/>
              </a:cxn>
              <a:cxn ang="0">
                <a:pos x="connsiteX95576" y="connsiteY95576"/>
              </a:cxn>
              <a:cxn ang="0">
                <a:pos x="connsiteX95577" y="connsiteY95577"/>
              </a:cxn>
              <a:cxn ang="0">
                <a:pos x="connsiteX95578" y="connsiteY95578"/>
              </a:cxn>
              <a:cxn ang="0">
                <a:pos x="connsiteX95579" y="connsiteY95579"/>
              </a:cxn>
              <a:cxn ang="0">
                <a:pos x="connsiteX95580" y="connsiteY95580"/>
              </a:cxn>
              <a:cxn ang="0">
                <a:pos x="connsiteX95581" y="connsiteY95581"/>
              </a:cxn>
              <a:cxn ang="0">
                <a:pos x="connsiteX95582" y="connsiteY95582"/>
              </a:cxn>
              <a:cxn ang="0">
                <a:pos x="connsiteX95583" y="connsiteY95583"/>
              </a:cxn>
              <a:cxn ang="0">
                <a:pos x="connsiteX95584" y="connsiteY95584"/>
              </a:cxn>
              <a:cxn ang="0">
                <a:pos x="connsiteX95585" y="connsiteY95585"/>
              </a:cxn>
              <a:cxn ang="0">
                <a:pos x="connsiteX95586" y="connsiteY95586"/>
              </a:cxn>
              <a:cxn ang="0">
                <a:pos x="connsiteX95587" y="connsiteY95587"/>
              </a:cxn>
              <a:cxn ang="0">
                <a:pos x="connsiteX95588" y="connsiteY95588"/>
              </a:cxn>
              <a:cxn ang="0">
                <a:pos x="connsiteX95589" y="connsiteY95589"/>
              </a:cxn>
              <a:cxn ang="0">
                <a:pos x="connsiteX95590" y="connsiteY95590"/>
              </a:cxn>
              <a:cxn ang="0">
                <a:pos x="connsiteX95591" y="connsiteY95591"/>
              </a:cxn>
              <a:cxn ang="0">
                <a:pos x="connsiteX95592" y="connsiteY95592"/>
              </a:cxn>
              <a:cxn ang="0">
                <a:pos x="connsiteX95593" y="connsiteY95593"/>
              </a:cxn>
              <a:cxn ang="0">
                <a:pos x="connsiteX95594" y="connsiteY95594"/>
              </a:cxn>
              <a:cxn ang="0">
                <a:pos x="connsiteX95595" y="connsiteY95595"/>
              </a:cxn>
              <a:cxn ang="0">
                <a:pos x="connsiteX95596" y="connsiteY95596"/>
              </a:cxn>
              <a:cxn ang="0">
                <a:pos x="connsiteX95597" y="connsiteY95597"/>
              </a:cxn>
              <a:cxn ang="0">
                <a:pos x="connsiteX95598" y="connsiteY95598"/>
              </a:cxn>
              <a:cxn ang="0">
                <a:pos x="connsiteX95599" y="connsiteY95599"/>
              </a:cxn>
              <a:cxn ang="0">
                <a:pos x="connsiteX95600" y="connsiteY95600"/>
              </a:cxn>
              <a:cxn ang="0">
                <a:pos x="connsiteX95601" y="connsiteY95601"/>
              </a:cxn>
              <a:cxn ang="0">
                <a:pos x="connsiteX95602" y="connsiteY95602"/>
              </a:cxn>
              <a:cxn ang="0">
                <a:pos x="connsiteX95603" y="connsiteY95603"/>
              </a:cxn>
              <a:cxn ang="0">
                <a:pos x="connsiteX95604" y="connsiteY95604"/>
              </a:cxn>
              <a:cxn ang="0">
                <a:pos x="connsiteX95605" y="connsiteY95605"/>
              </a:cxn>
              <a:cxn ang="0">
                <a:pos x="connsiteX95606" y="connsiteY95606"/>
              </a:cxn>
              <a:cxn ang="0">
                <a:pos x="connsiteX95607" y="connsiteY95607"/>
              </a:cxn>
              <a:cxn ang="0">
                <a:pos x="connsiteX95608" y="connsiteY95608"/>
              </a:cxn>
              <a:cxn ang="0">
                <a:pos x="connsiteX95609" y="connsiteY95609"/>
              </a:cxn>
              <a:cxn ang="0">
                <a:pos x="connsiteX95610" y="connsiteY95610"/>
              </a:cxn>
              <a:cxn ang="0">
                <a:pos x="connsiteX95611" y="connsiteY95611"/>
              </a:cxn>
              <a:cxn ang="0">
                <a:pos x="connsiteX95612" y="connsiteY95612"/>
              </a:cxn>
              <a:cxn ang="0">
                <a:pos x="connsiteX95613" y="connsiteY95613"/>
              </a:cxn>
              <a:cxn ang="0">
                <a:pos x="connsiteX95614" y="connsiteY95614"/>
              </a:cxn>
              <a:cxn ang="0">
                <a:pos x="connsiteX95615" y="connsiteY95615"/>
              </a:cxn>
              <a:cxn ang="0">
                <a:pos x="connsiteX95616" y="connsiteY95616"/>
              </a:cxn>
              <a:cxn ang="0">
                <a:pos x="connsiteX95617" y="connsiteY95617"/>
              </a:cxn>
              <a:cxn ang="0">
                <a:pos x="connsiteX95618" y="connsiteY95618"/>
              </a:cxn>
              <a:cxn ang="0">
                <a:pos x="connsiteX95619" y="connsiteY95619"/>
              </a:cxn>
              <a:cxn ang="0">
                <a:pos x="connsiteX95620" y="connsiteY95620"/>
              </a:cxn>
              <a:cxn ang="0">
                <a:pos x="connsiteX95621" y="connsiteY95621"/>
              </a:cxn>
              <a:cxn ang="0">
                <a:pos x="connsiteX95622" y="connsiteY95622"/>
              </a:cxn>
              <a:cxn ang="0">
                <a:pos x="connsiteX95623" y="connsiteY95623"/>
              </a:cxn>
              <a:cxn ang="0">
                <a:pos x="connsiteX95624" y="connsiteY95624"/>
              </a:cxn>
              <a:cxn ang="0">
                <a:pos x="connsiteX95625" y="connsiteY95625"/>
              </a:cxn>
              <a:cxn ang="0">
                <a:pos x="connsiteX95626" y="connsiteY95626"/>
              </a:cxn>
              <a:cxn ang="0">
                <a:pos x="connsiteX95627" y="connsiteY95627"/>
              </a:cxn>
              <a:cxn ang="0">
                <a:pos x="connsiteX95628" y="connsiteY95628"/>
              </a:cxn>
              <a:cxn ang="0">
                <a:pos x="connsiteX95629" y="connsiteY95629"/>
              </a:cxn>
              <a:cxn ang="0">
                <a:pos x="connsiteX95630" y="connsiteY95630"/>
              </a:cxn>
              <a:cxn ang="0">
                <a:pos x="connsiteX95631" y="connsiteY95631"/>
              </a:cxn>
              <a:cxn ang="0">
                <a:pos x="connsiteX95632" y="connsiteY95632"/>
              </a:cxn>
              <a:cxn ang="0">
                <a:pos x="connsiteX95633" y="connsiteY95633"/>
              </a:cxn>
              <a:cxn ang="0">
                <a:pos x="connsiteX95634" y="connsiteY95634"/>
              </a:cxn>
              <a:cxn ang="0">
                <a:pos x="connsiteX95635" y="connsiteY95635"/>
              </a:cxn>
              <a:cxn ang="0">
                <a:pos x="connsiteX95636" y="connsiteY95636"/>
              </a:cxn>
              <a:cxn ang="0">
                <a:pos x="connsiteX95637" y="connsiteY95637"/>
              </a:cxn>
              <a:cxn ang="0">
                <a:pos x="connsiteX95638" y="connsiteY95638"/>
              </a:cxn>
              <a:cxn ang="0">
                <a:pos x="connsiteX95639" y="connsiteY95639"/>
              </a:cxn>
              <a:cxn ang="0">
                <a:pos x="connsiteX95640" y="connsiteY95640"/>
              </a:cxn>
              <a:cxn ang="0">
                <a:pos x="connsiteX95641" y="connsiteY95641"/>
              </a:cxn>
              <a:cxn ang="0">
                <a:pos x="connsiteX95642" y="connsiteY95642"/>
              </a:cxn>
              <a:cxn ang="0">
                <a:pos x="connsiteX95643" y="connsiteY95643"/>
              </a:cxn>
              <a:cxn ang="0">
                <a:pos x="connsiteX95644" y="connsiteY95644"/>
              </a:cxn>
              <a:cxn ang="0">
                <a:pos x="connsiteX95645" y="connsiteY95645"/>
              </a:cxn>
              <a:cxn ang="0">
                <a:pos x="connsiteX95646" y="connsiteY95646"/>
              </a:cxn>
              <a:cxn ang="0">
                <a:pos x="connsiteX95647" y="connsiteY95647"/>
              </a:cxn>
              <a:cxn ang="0">
                <a:pos x="connsiteX95648" y="connsiteY95648"/>
              </a:cxn>
              <a:cxn ang="0">
                <a:pos x="connsiteX95649" y="connsiteY95649"/>
              </a:cxn>
              <a:cxn ang="0">
                <a:pos x="connsiteX95650" y="connsiteY95650"/>
              </a:cxn>
              <a:cxn ang="0">
                <a:pos x="connsiteX95651" y="connsiteY95651"/>
              </a:cxn>
              <a:cxn ang="0">
                <a:pos x="connsiteX95652" y="connsiteY95652"/>
              </a:cxn>
              <a:cxn ang="0">
                <a:pos x="connsiteX95653" y="connsiteY95653"/>
              </a:cxn>
              <a:cxn ang="0">
                <a:pos x="connsiteX95654" y="connsiteY95654"/>
              </a:cxn>
              <a:cxn ang="0">
                <a:pos x="connsiteX95655" y="connsiteY95655"/>
              </a:cxn>
              <a:cxn ang="0">
                <a:pos x="connsiteX95656" y="connsiteY95656"/>
              </a:cxn>
              <a:cxn ang="0">
                <a:pos x="connsiteX95657" y="connsiteY95657"/>
              </a:cxn>
              <a:cxn ang="0">
                <a:pos x="connsiteX95658" y="connsiteY95658"/>
              </a:cxn>
              <a:cxn ang="0">
                <a:pos x="connsiteX95659" y="connsiteY95659"/>
              </a:cxn>
              <a:cxn ang="0">
                <a:pos x="connsiteX95660" y="connsiteY95660"/>
              </a:cxn>
              <a:cxn ang="0">
                <a:pos x="connsiteX95661" y="connsiteY95661"/>
              </a:cxn>
              <a:cxn ang="0">
                <a:pos x="connsiteX95662" y="connsiteY95662"/>
              </a:cxn>
              <a:cxn ang="0">
                <a:pos x="connsiteX95663" y="connsiteY95663"/>
              </a:cxn>
              <a:cxn ang="0">
                <a:pos x="connsiteX95664" y="connsiteY95664"/>
              </a:cxn>
              <a:cxn ang="0">
                <a:pos x="connsiteX95665" y="connsiteY95665"/>
              </a:cxn>
              <a:cxn ang="0">
                <a:pos x="connsiteX95666" y="connsiteY95666"/>
              </a:cxn>
              <a:cxn ang="0">
                <a:pos x="connsiteX95667" y="connsiteY95667"/>
              </a:cxn>
              <a:cxn ang="0">
                <a:pos x="connsiteX95668" y="connsiteY95668"/>
              </a:cxn>
              <a:cxn ang="0">
                <a:pos x="connsiteX95669" y="connsiteY95669"/>
              </a:cxn>
              <a:cxn ang="0">
                <a:pos x="connsiteX95670" y="connsiteY95670"/>
              </a:cxn>
              <a:cxn ang="0">
                <a:pos x="connsiteX95671" y="connsiteY95671"/>
              </a:cxn>
              <a:cxn ang="0">
                <a:pos x="connsiteX95672" y="connsiteY95672"/>
              </a:cxn>
              <a:cxn ang="0">
                <a:pos x="connsiteX95673" y="connsiteY95673"/>
              </a:cxn>
              <a:cxn ang="0">
                <a:pos x="connsiteX95674" y="connsiteY95674"/>
              </a:cxn>
              <a:cxn ang="0">
                <a:pos x="connsiteX95675" y="connsiteY95675"/>
              </a:cxn>
              <a:cxn ang="0">
                <a:pos x="connsiteX95676" y="connsiteY95676"/>
              </a:cxn>
              <a:cxn ang="0">
                <a:pos x="connsiteX95677" y="connsiteY95677"/>
              </a:cxn>
              <a:cxn ang="0">
                <a:pos x="connsiteX95678" y="connsiteY95678"/>
              </a:cxn>
              <a:cxn ang="0">
                <a:pos x="connsiteX95679" y="connsiteY95679"/>
              </a:cxn>
              <a:cxn ang="0">
                <a:pos x="connsiteX95680" y="connsiteY95680"/>
              </a:cxn>
              <a:cxn ang="0">
                <a:pos x="connsiteX95681" y="connsiteY95681"/>
              </a:cxn>
              <a:cxn ang="0">
                <a:pos x="connsiteX95682" y="connsiteY95682"/>
              </a:cxn>
              <a:cxn ang="0">
                <a:pos x="connsiteX95683" y="connsiteY95683"/>
              </a:cxn>
              <a:cxn ang="0">
                <a:pos x="connsiteX95684" y="connsiteY95684"/>
              </a:cxn>
              <a:cxn ang="0">
                <a:pos x="connsiteX95685" y="connsiteY95685"/>
              </a:cxn>
              <a:cxn ang="0">
                <a:pos x="connsiteX95686" y="connsiteY95686"/>
              </a:cxn>
              <a:cxn ang="0">
                <a:pos x="connsiteX95687" y="connsiteY95687"/>
              </a:cxn>
              <a:cxn ang="0">
                <a:pos x="connsiteX95688" y="connsiteY95688"/>
              </a:cxn>
              <a:cxn ang="0">
                <a:pos x="connsiteX95689" y="connsiteY95689"/>
              </a:cxn>
              <a:cxn ang="0">
                <a:pos x="connsiteX95690" y="connsiteY95690"/>
              </a:cxn>
              <a:cxn ang="0">
                <a:pos x="connsiteX95691" y="connsiteY95691"/>
              </a:cxn>
              <a:cxn ang="0">
                <a:pos x="connsiteX95692" y="connsiteY95692"/>
              </a:cxn>
              <a:cxn ang="0">
                <a:pos x="connsiteX95693" y="connsiteY95693"/>
              </a:cxn>
              <a:cxn ang="0">
                <a:pos x="connsiteX95694" y="connsiteY95694"/>
              </a:cxn>
              <a:cxn ang="0">
                <a:pos x="connsiteX95695" y="connsiteY95695"/>
              </a:cxn>
              <a:cxn ang="0">
                <a:pos x="connsiteX95696" y="connsiteY95696"/>
              </a:cxn>
              <a:cxn ang="0">
                <a:pos x="connsiteX95697" y="connsiteY95697"/>
              </a:cxn>
              <a:cxn ang="0">
                <a:pos x="connsiteX95698" y="connsiteY95698"/>
              </a:cxn>
              <a:cxn ang="0">
                <a:pos x="connsiteX95699" y="connsiteY95699"/>
              </a:cxn>
              <a:cxn ang="0">
                <a:pos x="connsiteX95700" y="connsiteY95700"/>
              </a:cxn>
              <a:cxn ang="0">
                <a:pos x="connsiteX95701" y="connsiteY95701"/>
              </a:cxn>
              <a:cxn ang="0">
                <a:pos x="connsiteX95702" y="connsiteY95702"/>
              </a:cxn>
              <a:cxn ang="0">
                <a:pos x="connsiteX95703" y="connsiteY95703"/>
              </a:cxn>
              <a:cxn ang="0">
                <a:pos x="connsiteX95704" y="connsiteY95704"/>
              </a:cxn>
              <a:cxn ang="0">
                <a:pos x="connsiteX95705" y="connsiteY95705"/>
              </a:cxn>
              <a:cxn ang="0">
                <a:pos x="connsiteX95706" y="connsiteY95706"/>
              </a:cxn>
              <a:cxn ang="0">
                <a:pos x="connsiteX95707" y="connsiteY95707"/>
              </a:cxn>
              <a:cxn ang="0">
                <a:pos x="connsiteX95708" y="connsiteY95708"/>
              </a:cxn>
              <a:cxn ang="0">
                <a:pos x="connsiteX95709" y="connsiteY95709"/>
              </a:cxn>
              <a:cxn ang="0">
                <a:pos x="connsiteX95710" y="connsiteY95710"/>
              </a:cxn>
              <a:cxn ang="0">
                <a:pos x="connsiteX95711" y="connsiteY95711"/>
              </a:cxn>
              <a:cxn ang="0">
                <a:pos x="connsiteX95712" y="connsiteY95712"/>
              </a:cxn>
              <a:cxn ang="0">
                <a:pos x="connsiteX95713" y="connsiteY95713"/>
              </a:cxn>
              <a:cxn ang="0">
                <a:pos x="connsiteX95714" y="connsiteY95714"/>
              </a:cxn>
              <a:cxn ang="0">
                <a:pos x="connsiteX95715" y="connsiteY95715"/>
              </a:cxn>
              <a:cxn ang="0">
                <a:pos x="connsiteX95716" y="connsiteY95716"/>
              </a:cxn>
              <a:cxn ang="0">
                <a:pos x="connsiteX95717" y="connsiteY95717"/>
              </a:cxn>
              <a:cxn ang="0">
                <a:pos x="connsiteX95718" y="connsiteY95718"/>
              </a:cxn>
              <a:cxn ang="0">
                <a:pos x="connsiteX95719" y="connsiteY95719"/>
              </a:cxn>
              <a:cxn ang="0">
                <a:pos x="connsiteX95720" y="connsiteY95720"/>
              </a:cxn>
              <a:cxn ang="0">
                <a:pos x="connsiteX95721" y="connsiteY95721"/>
              </a:cxn>
              <a:cxn ang="0">
                <a:pos x="connsiteX95722" y="connsiteY95722"/>
              </a:cxn>
              <a:cxn ang="0">
                <a:pos x="connsiteX95723" y="connsiteY95723"/>
              </a:cxn>
              <a:cxn ang="0">
                <a:pos x="connsiteX95724" y="connsiteY95724"/>
              </a:cxn>
              <a:cxn ang="0">
                <a:pos x="connsiteX95725" y="connsiteY95725"/>
              </a:cxn>
              <a:cxn ang="0">
                <a:pos x="connsiteX95726" y="connsiteY95726"/>
              </a:cxn>
              <a:cxn ang="0">
                <a:pos x="connsiteX95727" y="connsiteY95727"/>
              </a:cxn>
              <a:cxn ang="0">
                <a:pos x="connsiteX95728" y="connsiteY95728"/>
              </a:cxn>
              <a:cxn ang="0">
                <a:pos x="connsiteX95729" y="connsiteY95729"/>
              </a:cxn>
              <a:cxn ang="0">
                <a:pos x="connsiteX95730" y="connsiteY95730"/>
              </a:cxn>
              <a:cxn ang="0">
                <a:pos x="connsiteX95731" y="connsiteY95731"/>
              </a:cxn>
              <a:cxn ang="0">
                <a:pos x="connsiteX95732" y="connsiteY95732"/>
              </a:cxn>
              <a:cxn ang="0">
                <a:pos x="connsiteX95733" y="connsiteY95733"/>
              </a:cxn>
              <a:cxn ang="0">
                <a:pos x="connsiteX95734" y="connsiteY95734"/>
              </a:cxn>
              <a:cxn ang="0">
                <a:pos x="connsiteX95735" y="connsiteY95735"/>
              </a:cxn>
              <a:cxn ang="0">
                <a:pos x="connsiteX95736" y="connsiteY95736"/>
              </a:cxn>
              <a:cxn ang="0">
                <a:pos x="connsiteX95737" y="connsiteY95737"/>
              </a:cxn>
              <a:cxn ang="0">
                <a:pos x="connsiteX95738" y="connsiteY95738"/>
              </a:cxn>
              <a:cxn ang="0">
                <a:pos x="connsiteX95739" y="connsiteY95739"/>
              </a:cxn>
              <a:cxn ang="0">
                <a:pos x="connsiteX95740" y="connsiteY95740"/>
              </a:cxn>
              <a:cxn ang="0">
                <a:pos x="connsiteX95741" y="connsiteY95741"/>
              </a:cxn>
              <a:cxn ang="0">
                <a:pos x="connsiteX95742" y="connsiteY95742"/>
              </a:cxn>
              <a:cxn ang="0">
                <a:pos x="connsiteX95743" y="connsiteY95743"/>
              </a:cxn>
              <a:cxn ang="0">
                <a:pos x="connsiteX95744" y="connsiteY95744"/>
              </a:cxn>
              <a:cxn ang="0">
                <a:pos x="connsiteX95745" y="connsiteY95745"/>
              </a:cxn>
              <a:cxn ang="0">
                <a:pos x="connsiteX95746" y="connsiteY95746"/>
              </a:cxn>
              <a:cxn ang="0">
                <a:pos x="connsiteX95747" y="connsiteY95747"/>
              </a:cxn>
              <a:cxn ang="0">
                <a:pos x="connsiteX95748" y="connsiteY95748"/>
              </a:cxn>
              <a:cxn ang="0">
                <a:pos x="connsiteX95749" y="connsiteY95749"/>
              </a:cxn>
              <a:cxn ang="0">
                <a:pos x="connsiteX95750" y="connsiteY95750"/>
              </a:cxn>
              <a:cxn ang="0">
                <a:pos x="connsiteX95751" y="connsiteY95751"/>
              </a:cxn>
              <a:cxn ang="0">
                <a:pos x="connsiteX95752" y="connsiteY95752"/>
              </a:cxn>
              <a:cxn ang="0">
                <a:pos x="connsiteX95753" y="connsiteY95753"/>
              </a:cxn>
              <a:cxn ang="0">
                <a:pos x="connsiteX95754" y="connsiteY95754"/>
              </a:cxn>
              <a:cxn ang="0">
                <a:pos x="connsiteX95755" y="connsiteY95755"/>
              </a:cxn>
              <a:cxn ang="0">
                <a:pos x="connsiteX95756" y="connsiteY95756"/>
              </a:cxn>
              <a:cxn ang="0">
                <a:pos x="connsiteX95757" y="connsiteY95757"/>
              </a:cxn>
              <a:cxn ang="0">
                <a:pos x="connsiteX95758" y="connsiteY95758"/>
              </a:cxn>
              <a:cxn ang="0">
                <a:pos x="connsiteX95759" y="connsiteY95759"/>
              </a:cxn>
              <a:cxn ang="0">
                <a:pos x="connsiteX95760" y="connsiteY95760"/>
              </a:cxn>
              <a:cxn ang="0">
                <a:pos x="connsiteX95761" y="connsiteY95761"/>
              </a:cxn>
              <a:cxn ang="0">
                <a:pos x="connsiteX95762" y="connsiteY95762"/>
              </a:cxn>
              <a:cxn ang="0">
                <a:pos x="connsiteX95763" y="connsiteY95763"/>
              </a:cxn>
              <a:cxn ang="0">
                <a:pos x="connsiteX95764" y="connsiteY95764"/>
              </a:cxn>
              <a:cxn ang="0">
                <a:pos x="connsiteX95765" y="connsiteY95765"/>
              </a:cxn>
              <a:cxn ang="0">
                <a:pos x="connsiteX95766" y="connsiteY95766"/>
              </a:cxn>
              <a:cxn ang="0">
                <a:pos x="connsiteX95767" y="connsiteY95767"/>
              </a:cxn>
              <a:cxn ang="0">
                <a:pos x="connsiteX95768" y="connsiteY95768"/>
              </a:cxn>
              <a:cxn ang="0">
                <a:pos x="connsiteX95769" y="connsiteY95769"/>
              </a:cxn>
              <a:cxn ang="0">
                <a:pos x="connsiteX95770" y="connsiteY95770"/>
              </a:cxn>
              <a:cxn ang="0">
                <a:pos x="connsiteX95771" y="connsiteY95771"/>
              </a:cxn>
              <a:cxn ang="0">
                <a:pos x="connsiteX95772" y="connsiteY95772"/>
              </a:cxn>
              <a:cxn ang="0">
                <a:pos x="connsiteX95773" y="connsiteY95773"/>
              </a:cxn>
              <a:cxn ang="0">
                <a:pos x="connsiteX95774" y="connsiteY95774"/>
              </a:cxn>
              <a:cxn ang="0">
                <a:pos x="connsiteX95775" y="connsiteY95775"/>
              </a:cxn>
              <a:cxn ang="0">
                <a:pos x="connsiteX95776" y="connsiteY95776"/>
              </a:cxn>
              <a:cxn ang="0">
                <a:pos x="connsiteX95777" y="connsiteY95777"/>
              </a:cxn>
              <a:cxn ang="0">
                <a:pos x="connsiteX95778" y="connsiteY95778"/>
              </a:cxn>
              <a:cxn ang="0">
                <a:pos x="connsiteX95779" y="connsiteY95779"/>
              </a:cxn>
              <a:cxn ang="0">
                <a:pos x="connsiteX95780" y="connsiteY95780"/>
              </a:cxn>
              <a:cxn ang="0">
                <a:pos x="connsiteX95781" y="connsiteY95781"/>
              </a:cxn>
              <a:cxn ang="0">
                <a:pos x="connsiteX95782" y="connsiteY95782"/>
              </a:cxn>
              <a:cxn ang="0">
                <a:pos x="connsiteX95783" y="connsiteY95783"/>
              </a:cxn>
              <a:cxn ang="0">
                <a:pos x="connsiteX95784" y="connsiteY95784"/>
              </a:cxn>
              <a:cxn ang="0">
                <a:pos x="connsiteX95785" y="connsiteY95785"/>
              </a:cxn>
              <a:cxn ang="0">
                <a:pos x="connsiteX95786" y="connsiteY95786"/>
              </a:cxn>
              <a:cxn ang="0">
                <a:pos x="connsiteX95787" y="connsiteY95787"/>
              </a:cxn>
              <a:cxn ang="0">
                <a:pos x="connsiteX95788" y="connsiteY95788"/>
              </a:cxn>
              <a:cxn ang="0">
                <a:pos x="connsiteX95789" y="connsiteY95789"/>
              </a:cxn>
              <a:cxn ang="0">
                <a:pos x="connsiteX95790" y="connsiteY95790"/>
              </a:cxn>
              <a:cxn ang="0">
                <a:pos x="connsiteX95791" y="connsiteY95791"/>
              </a:cxn>
              <a:cxn ang="0">
                <a:pos x="connsiteX95792" y="connsiteY95792"/>
              </a:cxn>
              <a:cxn ang="0">
                <a:pos x="connsiteX95793" y="connsiteY95793"/>
              </a:cxn>
              <a:cxn ang="0">
                <a:pos x="connsiteX95794" y="connsiteY95794"/>
              </a:cxn>
              <a:cxn ang="0">
                <a:pos x="connsiteX95795" y="connsiteY95795"/>
              </a:cxn>
              <a:cxn ang="0">
                <a:pos x="connsiteX95796" y="connsiteY95796"/>
              </a:cxn>
              <a:cxn ang="0">
                <a:pos x="connsiteX95797" y="connsiteY95797"/>
              </a:cxn>
              <a:cxn ang="0">
                <a:pos x="connsiteX95798" y="connsiteY95798"/>
              </a:cxn>
              <a:cxn ang="0">
                <a:pos x="connsiteX95799" y="connsiteY95799"/>
              </a:cxn>
              <a:cxn ang="0">
                <a:pos x="connsiteX95800" y="connsiteY95800"/>
              </a:cxn>
              <a:cxn ang="0">
                <a:pos x="connsiteX95801" y="connsiteY95801"/>
              </a:cxn>
              <a:cxn ang="0">
                <a:pos x="connsiteX95802" y="connsiteY95802"/>
              </a:cxn>
              <a:cxn ang="0">
                <a:pos x="connsiteX95803" y="connsiteY95803"/>
              </a:cxn>
              <a:cxn ang="0">
                <a:pos x="connsiteX95804" y="connsiteY95804"/>
              </a:cxn>
              <a:cxn ang="0">
                <a:pos x="connsiteX95805" y="connsiteY95805"/>
              </a:cxn>
              <a:cxn ang="0">
                <a:pos x="connsiteX95806" y="connsiteY95806"/>
              </a:cxn>
              <a:cxn ang="0">
                <a:pos x="connsiteX95807" y="connsiteY95807"/>
              </a:cxn>
              <a:cxn ang="0">
                <a:pos x="connsiteX95808" y="connsiteY95808"/>
              </a:cxn>
              <a:cxn ang="0">
                <a:pos x="connsiteX95809" y="connsiteY95809"/>
              </a:cxn>
              <a:cxn ang="0">
                <a:pos x="connsiteX95810" y="connsiteY95810"/>
              </a:cxn>
              <a:cxn ang="0">
                <a:pos x="connsiteX95811" y="connsiteY95811"/>
              </a:cxn>
              <a:cxn ang="0">
                <a:pos x="connsiteX95812" y="connsiteY95812"/>
              </a:cxn>
              <a:cxn ang="0">
                <a:pos x="connsiteX95813" y="connsiteY95813"/>
              </a:cxn>
              <a:cxn ang="0">
                <a:pos x="connsiteX95814" y="connsiteY95814"/>
              </a:cxn>
              <a:cxn ang="0">
                <a:pos x="connsiteX95815" y="connsiteY95815"/>
              </a:cxn>
              <a:cxn ang="0">
                <a:pos x="connsiteX95816" y="connsiteY95816"/>
              </a:cxn>
              <a:cxn ang="0">
                <a:pos x="connsiteX95817" y="connsiteY95817"/>
              </a:cxn>
              <a:cxn ang="0">
                <a:pos x="connsiteX95818" y="connsiteY95818"/>
              </a:cxn>
              <a:cxn ang="0">
                <a:pos x="connsiteX95819" y="connsiteY95819"/>
              </a:cxn>
              <a:cxn ang="0">
                <a:pos x="connsiteX95820" y="connsiteY95820"/>
              </a:cxn>
              <a:cxn ang="0">
                <a:pos x="connsiteX95821" y="connsiteY95821"/>
              </a:cxn>
              <a:cxn ang="0">
                <a:pos x="connsiteX95822" y="connsiteY95822"/>
              </a:cxn>
              <a:cxn ang="0">
                <a:pos x="connsiteX95823" y="connsiteY95823"/>
              </a:cxn>
              <a:cxn ang="0">
                <a:pos x="connsiteX95824" y="connsiteY95824"/>
              </a:cxn>
              <a:cxn ang="0">
                <a:pos x="connsiteX95825" y="connsiteY95825"/>
              </a:cxn>
              <a:cxn ang="0">
                <a:pos x="connsiteX95826" y="connsiteY95826"/>
              </a:cxn>
              <a:cxn ang="0">
                <a:pos x="connsiteX95827" y="connsiteY95827"/>
              </a:cxn>
              <a:cxn ang="0">
                <a:pos x="connsiteX95828" y="connsiteY95828"/>
              </a:cxn>
              <a:cxn ang="0">
                <a:pos x="connsiteX95829" y="connsiteY95829"/>
              </a:cxn>
              <a:cxn ang="0">
                <a:pos x="connsiteX95830" y="connsiteY95830"/>
              </a:cxn>
              <a:cxn ang="0">
                <a:pos x="connsiteX95831" y="connsiteY95831"/>
              </a:cxn>
              <a:cxn ang="0">
                <a:pos x="connsiteX95832" y="connsiteY95832"/>
              </a:cxn>
              <a:cxn ang="0">
                <a:pos x="connsiteX95833" y="connsiteY95833"/>
              </a:cxn>
              <a:cxn ang="0">
                <a:pos x="connsiteX95834" y="connsiteY95834"/>
              </a:cxn>
              <a:cxn ang="0">
                <a:pos x="connsiteX95835" y="connsiteY95835"/>
              </a:cxn>
              <a:cxn ang="0">
                <a:pos x="connsiteX95836" y="connsiteY95836"/>
              </a:cxn>
              <a:cxn ang="0">
                <a:pos x="connsiteX95837" y="connsiteY95837"/>
              </a:cxn>
              <a:cxn ang="0">
                <a:pos x="connsiteX95838" y="connsiteY95838"/>
              </a:cxn>
              <a:cxn ang="0">
                <a:pos x="connsiteX95839" y="connsiteY95839"/>
              </a:cxn>
              <a:cxn ang="0">
                <a:pos x="connsiteX95840" y="connsiteY95840"/>
              </a:cxn>
              <a:cxn ang="0">
                <a:pos x="connsiteX95841" y="connsiteY95841"/>
              </a:cxn>
              <a:cxn ang="0">
                <a:pos x="connsiteX95842" y="connsiteY95842"/>
              </a:cxn>
              <a:cxn ang="0">
                <a:pos x="connsiteX95843" y="connsiteY95843"/>
              </a:cxn>
              <a:cxn ang="0">
                <a:pos x="connsiteX95844" y="connsiteY95844"/>
              </a:cxn>
              <a:cxn ang="0">
                <a:pos x="connsiteX95845" y="connsiteY95845"/>
              </a:cxn>
              <a:cxn ang="0">
                <a:pos x="connsiteX95846" y="connsiteY95846"/>
              </a:cxn>
              <a:cxn ang="0">
                <a:pos x="connsiteX95847" y="connsiteY95847"/>
              </a:cxn>
              <a:cxn ang="0">
                <a:pos x="connsiteX95848" y="connsiteY95848"/>
              </a:cxn>
              <a:cxn ang="0">
                <a:pos x="connsiteX95849" y="connsiteY95849"/>
              </a:cxn>
              <a:cxn ang="0">
                <a:pos x="connsiteX95850" y="connsiteY95850"/>
              </a:cxn>
              <a:cxn ang="0">
                <a:pos x="connsiteX95851" y="connsiteY95851"/>
              </a:cxn>
              <a:cxn ang="0">
                <a:pos x="connsiteX95852" y="connsiteY95852"/>
              </a:cxn>
              <a:cxn ang="0">
                <a:pos x="connsiteX95853" y="connsiteY95853"/>
              </a:cxn>
              <a:cxn ang="0">
                <a:pos x="connsiteX95854" y="connsiteY95854"/>
              </a:cxn>
              <a:cxn ang="0">
                <a:pos x="connsiteX95855" y="connsiteY95855"/>
              </a:cxn>
              <a:cxn ang="0">
                <a:pos x="connsiteX95856" y="connsiteY95856"/>
              </a:cxn>
              <a:cxn ang="0">
                <a:pos x="connsiteX95857" y="connsiteY95857"/>
              </a:cxn>
              <a:cxn ang="0">
                <a:pos x="connsiteX95858" y="connsiteY95858"/>
              </a:cxn>
              <a:cxn ang="0">
                <a:pos x="connsiteX95859" y="connsiteY95859"/>
              </a:cxn>
              <a:cxn ang="0">
                <a:pos x="connsiteX95860" y="connsiteY95860"/>
              </a:cxn>
              <a:cxn ang="0">
                <a:pos x="connsiteX95861" y="connsiteY95861"/>
              </a:cxn>
              <a:cxn ang="0">
                <a:pos x="connsiteX95862" y="connsiteY95862"/>
              </a:cxn>
              <a:cxn ang="0">
                <a:pos x="connsiteX95863" y="connsiteY95863"/>
              </a:cxn>
              <a:cxn ang="0">
                <a:pos x="connsiteX95864" y="connsiteY95864"/>
              </a:cxn>
              <a:cxn ang="0">
                <a:pos x="connsiteX95865" y="connsiteY95865"/>
              </a:cxn>
              <a:cxn ang="0">
                <a:pos x="connsiteX95866" y="connsiteY95866"/>
              </a:cxn>
              <a:cxn ang="0">
                <a:pos x="connsiteX95867" y="connsiteY95867"/>
              </a:cxn>
              <a:cxn ang="0">
                <a:pos x="connsiteX95868" y="connsiteY95868"/>
              </a:cxn>
              <a:cxn ang="0">
                <a:pos x="connsiteX95869" y="connsiteY95869"/>
              </a:cxn>
              <a:cxn ang="0">
                <a:pos x="connsiteX95870" y="connsiteY95870"/>
              </a:cxn>
              <a:cxn ang="0">
                <a:pos x="connsiteX95871" y="connsiteY95871"/>
              </a:cxn>
              <a:cxn ang="0">
                <a:pos x="connsiteX95872" y="connsiteY95872"/>
              </a:cxn>
              <a:cxn ang="0">
                <a:pos x="connsiteX95873" y="connsiteY95873"/>
              </a:cxn>
              <a:cxn ang="0">
                <a:pos x="connsiteX95874" y="connsiteY95874"/>
              </a:cxn>
              <a:cxn ang="0">
                <a:pos x="connsiteX95875" y="connsiteY95875"/>
              </a:cxn>
              <a:cxn ang="0">
                <a:pos x="connsiteX95876" y="connsiteY95876"/>
              </a:cxn>
              <a:cxn ang="0">
                <a:pos x="connsiteX95877" y="connsiteY95877"/>
              </a:cxn>
              <a:cxn ang="0">
                <a:pos x="connsiteX95878" y="connsiteY95878"/>
              </a:cxn>
              <a:cxn ang="0">
                <a:pos x="connsiteX95879" y="connsiteY95879"/>
              </a:cxn>
              <a:cxn ang="0">
                <a:pos x="connsiteX95880" y="connsiteY95880"/>
              </a:cxn>
              <a:cxn ang="0">
                <a:pos x="connsiteX95881" y="connsiteY95881"/>
              </a:cxn>
              <a:cxn ang="0">
                <a:pos x="connsiteX95882" y="connsiteY95882"/>
              </a:cxn>
              <a:cxn ang="0">
                <a:pos x="connsiteX95883" y="connsiteY95883"/>
              </a:cxn>
              <a:cxn ang="0">
                <a:pos x="connsiteX95884" y="connsiteY95884"/>
              </a:cxn>
              <a:cxn ang="0">
                <a:pos x="connsiteX95885" y="connsiteY95885"/>
              </a:cxn>
              <a:cxn ang="0">
                <a:pos x="connsiteX95886" y="connsiteY95886"/>
              </a:cxn>
              <a:cxn ang="0">
                <a:pos x="connsiteX95887" y="connsiteY95887"/>
              </a:cxn>
              <a:cxn ang="0">
                <a:pos x="connsiteX95888" y="connsiteY95888"/>
              </a:cxn>
              <a:cxn ang="0">
                <a:pos x="connsiteX95889" y="connsiteY95889"/>
              </a:cxn>
              <a:cxn ang="0">
                <a:pos x="connsiteX95890" y="connsiteY95890"/>
              </a:cxn>
              <a:cxn ang="0">
                <a:pos x="connsiteX95891" y="connsiteY95891"/>
              </a:cxn>
              <a:cxn ang="0">
                <a:pos x="connsiteX95892" y="connsiteY95892"/>
              </a:cxn>
              <a:cxn ang="0">
                <a:pos x="connsiteX95893" y="connsiteY95893"/>
              </a:cxn>
              <a:cxn ang="0">
                <a:pos x="connsiteX95894" y="connsiteY95894"/>
              </a:cxn>
              <a:cxn ang="0">
                <a:pos x="connsiteX95895" y="connsiteY95895"/>
              </a:cxn>
              <a:cxn ang="0">
                <a:pos x="connsiteX95896" y="connsiteY95896"/>
              </a:cxn>
              <a:cxn ang="0">
                <a:pos x="connsiteX95897" y="connsiteY95897"/>
              </a:cxn>
              <a:cxn ang="0">
                <a:pos x="connsiteX95898" y="connsiteY95898"/>
              </a:cxn>
              <a:cxn ang="0">
                <a:pos x="connsiteX95899" y="connsiteY95899"/>
              </a:cxn>
              <a:cxn ang="0">
                <a:pos x="connsiteX95900" y="connsiteY95900"/>
              </a:cxn>
              <a:cxn ang="0">
                <a:pos x="connsiteX95901" y="connsiteY95901"/>
              </a:cxn>
              <a:cxn ang="0">
                <a:pos x="connsiteX95902" y="connsiteY95902"/>
              </a:cxn>
              <a:cxn ang="0">
                <a:pos x="connsiteX95903" y="connsiteY95903"/>
              </a:cxn>
              <a:cxn ang="0">
                <a:pos x="connsiteX95904" y="connsiteY95904"/>
              </a:cxn>
              <a:cxn ang="0">
                <a:pos x="connsiteX95905" y="connsiteY95905"/>
              </a:cxn>
              <a:cxn ang="0">
                <a:pos x="connsiteX95906" y="connsiteY95906"/>
              </a:cxn>
              <a:cxn ang="0">
                <a:pos x="connsiteX95907" y="connsiteY95907"/>
              </a:cxn>
              <a:cxn ang="0">
                <a:pos x="connsiteX95908" y="connsiteY95908"/>
              </a:cxn>
              <a:cxn ang="0">
                <a:pos x="connsiteX95909" y="connsiteY95909"/>
              </a:cxn>
              <a:cxn ang="0">
                <a:pos x="connsiteX95910" y="connsiteY95910"/>
              </a:cxn>
              <a:cxn ang="0">
                <a:pos x="connsiteX95911" y="connsiteY95911"/>
              </a:cxn>
              <a:cxn ang="0">
                <a:pos x="connsiteX95912" y="connsiteY95912"/>
              </a:cxn>
              <a:cxn ang="0">
                <a:pos x="connsiteX95913" y="connsiteY95913"/>
              </a:cxn>
              <a:cxn ang="0">
                <a:pos x="connsiteX95914" y="connsiteY95914"/>
              </a:cxn>
              <a:cxn ang="0">
                <a:pos x="connsiteX95915" y="connsiteY95915"/>
              </a:cxn>
              <a:cxn ang="0">
                <a:pos x="connsiteX95916" y="connsiteY95916"/>
              </a:cxn>
              <a:cxn ang="0">
                <a:pos x="connsiteX95917" y="connsiteY95917"/>
              </a:cxn>
              <a:cxn ang="0">
                <a:pos x="connsiteX95918" y="connsiteY95918"/>
              </a:cxn>
              <a:cxn ang="0">
                <a:pos x="connsiteX95919" y="connsiteY95919"/>
              </a:cxn>
              <a:cxn ang="0">
                <a:pos x="connsiteX95920" y="connsiteY95920"/>
              </a:cxn>
              <a:cxn ang="0">
                <a:pos x="connsiteX95921" y="connsiteY95921"/>
              </a:cxn>
              <a:cxn ang="0">
                <a:pos x="connsiteX95922" y="connsiteY95922"/>
              </a:cxn>
              <a:cxn ang="0">
                <a:pos x="connsiteX95923" y="connsiteY95923"/>
              </a:cxn>
              <a:cxn ang="0">
                <a:pos x="connsiteX95924" y="connsiteY95924"/>
              </a:cxn>
              <a:cxn ang="0">
                <a:pos x="connsiteX95925" y="connsiteY95925"/>
              </a:cxn>
              <a:cxn ang="0">
                <a:pos x="connsiteX95926" y="connsiteY95926"/>
              </a:cxn>
              <a:cxn ang="0">
                <a:pos x="connsiteX95927" y="connsiteY95927"/>
              </a:cxn>
              <a:cxn ang="0">
                <a:pos x="connsiteX95928" y="connsiteY95928"/>
              </a:cxn>
              <a:cxn ang="0">
                <a:pos x="connsiteX95929" y="connsiteY95929"/>
              </a:cxn>
              <a:cxn ang="0">
                <a:pos x="connsiteX95930" y="connsiteY95930"/>
              </a:cxn>
              <a:cxn ang="0">
                <a:pos x="connsiteX95931" y="connsiteY95931"/>
              </a:cxn>
              <a:cxn ang="0">
                <a:pos x="connsiteX95932" y="connsiteY95932"/>
              </a:cxn>
              <a:cxn ang="0">
                <a:pos x="connsiteX95933" y="connsiteY95933"/>
              </a:cxn>
              <a:cxn ang="0">
                <a:pos x="connsiteX95934" y="connsiteY95934"/>
              </a:cxn>
              <a:cxn ang="0">
                <a:pos x="connsiteX95935" y="connsiteY95935"/>
              </a:cxn>
              <a:cxn ang="0">
                <a:pos x="connsiteX95936" y="connsiteY95936"/>
              </a:cxn>
              <a:cxn ang="0">
                <a:pos x="connsiteX95937" y="connsiteY95937"/>
              </a:cxn>
              <a:cxn ang="0">
                <a:pos x="connsiteX95938" y="connsiteY95938"/>
              </a:cxn>
              <a:cxn ang="0">
                <a:pos x="connsiteX95939" y="connsiteY95939"/>
              </a:cxn>
              <a:cxn ang="0">
                <a:pos x="connsiteX95940" y="connsiteY95940"/>
              </a:cxn>
              <a:cxn ang="0">
                <a:pos x="connsiteX95941" y="connsiteY95941"/>
              </a:cxn>
              <a:cxn ang="0">
                <a:pos x="connsiteX95942" y="connsiteY95942"/>
              </a:cxn>
              <a:cxn ang="0">
                <a:pos x="connsiteX95943" y="connsiteY95943"/>
              </a:cxn>
              <a:cxn ang="0">
                <a:pos x="connsiteX95944" y="connsiteY95944"/>
              </a:cxn>
              <a:cxn ang="0">
                <a:pos x="connsiteX95945" y="connsiteY95945"/>
              </a:cxn>
              <a:cxn ang="0">
                <a:pos x="connsiteX95946" y="connsiteY95946"/>
              </a:cxn>
              <a:cxn ang="0">
                <a:pos x="connsiteX95947" y="connsiteY95947"/>
              </a:cxn>
              <a:cxn ang="0">
                <a:pos x="connsiteX95948" y="connsiteY95948"/>
              </a:cxn>
              <a:cxn ang="0">
                <a:pos x="connsiteX95949" y="connsiteY95949"/>
              </a:cxn>
              <a:cxn ang="0">
                <a:pos x="connsiteX95950" y="connsiteY95950"/>
              </a:cxn>
              <a:cxn ang="0">
                <a:pos x="connsiteX95951" y="connsiteY95951"/>
              </a:cxn>
              <a:cxn ang="0">
                <a:pos x="connsiteX95952" y="connsiteY95952"/>
              </a:cxn>
              <a:cxn ang="0">
                <a:pos x="connsiteX95953" y="connsiteY95953"/>
              </a:cxn>
              <a:cxn ang="0">
                <a:pos x="connsiteX95954" y="connsiteY95954"/>
              </a:cxn>
              <a:cxn ang="0">
                <a:pos x="connsiteX95955" y="connsiteY95955"/>
              </a:cxn>
              <a:cxn ang="0">
                <a:pos x="connsiteX95956" y="connsiteY95956"/>
              </a:cxn>
              <a:cxn ang="0">
                <a:pos x="connsiteX95957" y="connsiteY95957"/>
              </a:cxn>
              <a:cxn ang="0">
                <a:pos x="connsiteX95958" y="connsiteY95958"/>
              </a:cxn>
              <a:cxn ang="0">
                <a:pos x="connsiteX95959" y="connsiteY95959"/>
              </a:cxn>
              <a:cxn ang="0">
                <a:pos x="connsiteX95960" y="connsiteY95960"/>
              </a:cxn>
              <a:cxn ang="0">
                <a:pos x="connsiteX95961" y="connsiteY95961"/>
              </a:cxn>
              <a:cxn ang="0">
                <a:pos x="connsiteX95962" y="connsiteY95962"/>
              </a:cxn>
              <a:cxn ang="0">
                <a:pos x="connsiteX95963" y="connsiteY95963"/>
              </a:cxn>
              <a:cxn ang="0">
                <a:pos x="connsiteX95964" y="connsiteY95964"/>
              </a:cxn>
              <a:cxn ang="0">
                <a:pos x="connsiteX95965" y="connsiteY95965"/>
              </a:cxn>
              <a:cxn ang="0">
                <a:pos x="connsiteX95966" y="connsiteY95966"/>
              </a:cxn>
              <a:cxn ang="0">
                <a:pos x="connsiteX95967" y="connsiteY95967"/>
              </a:cxn>
              <a:cxn ang="0">
                <a:pos x="connsiteX95968" y="connsiteY95968"/>
              </a:cxn>
              <a:cxn ang="0">
                <a:pos x="connsiteX95969" y="connsiteY95969"/>
              </a:cxn>
              <a:cxn ang="0">
                <a:pos x="connsiteX95970" y="connsiteY95970"/>
              </a:cxn>
              <a:cxn ang="0">
                <a:pos x="connsiteX95971" y="connsiteY95971"/>
              </a:cxn>
              <a:cxn ang="0">
                <a:pos x="connsiteX95972" y="connsiteY95972"/>
              </a:cxn>
              <a:cxn ang="0">
                <a:pos x="connsiteX95973" y="connsiteY95973"/>
              </a:cxn>
              <a:cxn ang="0">
                <a:pos x="connsiteX95974" y="connsiteY95974"/>
              </a:cxn>
              <a:cxn ang="0">
                <a:pos x="connsiteX95975" y="connsiteY95975"/>
              </a:cxn>
              <a:cxn ang="0">
                <a:pos x="connsiteX95976" y="connsiteY95976"/>
              </a:cxn>
              <a:cxn ang="0">
                <a:pos x="connsiteX95977" y="connsiteY95977"/>
              </a:cxn>
              <a:cxn ang="0">
                <a:pos x="connsiteX95978" y="connsiteY95978"/>
              </a:cxn>
              <a:cxn ang="0">
                <a:pos x="connsiteX95979" y="connsiteY95979"/>
              </a:cxn>
              <a:cxn ang="0">
                <a:pos x="connsiteX95980" y="connsiteY95980"/>
              </a:cxn>
              <a:cxn ang="0">
                <a:pos x="connsiteX95981" y="connsiteY95981"/>
              </a:cxn>
              <a:cxn ang="0">
                <a:pos x="connsiteX95982" y="connsiteY95982"/>
              </a:cxn>
              <a:cxn ang="0">
                <a:pos x="connsiteX95983" y="connsiteY95983"/>
              </a:cxn>
              <a:cxn ang="0">
                <a:pos x="connsiteX95984" y="connsiteY95984"/>
              </a:cxn>
              <a:cxn ang="0">
                <a:pos x="connsiteX95985" y="connsiteY95985"/>
              </a:cxn>
              <a:cxn ang="0">
                <a:pos x="connsiteX95986" y="connsiteY95986"/>
              </a:cxn>
              <a:cxn ang="0">
                <a:pos x="connsiteX95987" y="connsiteY95987"/>
              </a:cxn>
              <a:cxn ang="0">
                <a:pos x="connsiteX95988" y="connsiteY95988"/>
              </a:cxn>
              <a:cxn ang="0">
                <a:pos x="connsiteX95989" y="connsiteY95989"/>
              </a:cxn>
              <a:cxn ang="0">
                <a:pos x="connsiteX95990" y="connsiteY95990"/>
              </a:cxn>
              <a:cxn ang="0">
                <a:pos x="connsiteX95991" y="connsiteY95991"/>
              </a:cxn>
              <a:cxn ang="0">
                <a:pos x="connsiteX95992" y="connsiteY95992"/>
              </a:cxn>
              <a:cxn ang="0">
                <a:pos x="connsiteX95993" y="connsiteY95993"/>
              </a:cxn>
              <a:cxn ang="0">
                <a:pos x="connsiteX95994" y="connsiteY95994"/>
              </a:cxn>
              <a:cxn ang="0">
                <a:pos x="connsiteX95995" y="connsiteY95995"/>
              </a:cxn>
              <a:cxn ang="0">
                <a:pos x="connsiteX95996" y="connsiteY95996"/>
              </a:cxn>
              <a:cxn ang="0">
                <a:pos x="connsiteX95997" y="connsiteY95997"/>
              </a:cxn>
              <a:cxn ang="0">
                <a:pos x="connsiteX95998" y="connsiteY95998"/>
              </a:cxn>
              <a:cxn ang="0">
                <a:pos x="connsiteX95999" y="connsiteY95999"/>
              </a:cxn>
              <a:cxn ang="0">
                <a:pos x="connsiteX96000" y="connsiteY96000"/>
              </a:cxn>
              <a:cxn ang="0">
                <a:pos x="connsiteX96001" y="connsiteY96001"/>
              </a:cxn>
              <a:cxn ang="0">
                <a:pos x="connsiteX96002" y="connsiteY96002"/>
              </a:cxn>
              <a:cxn ang="0">
                <a:pos x="connsiteX96003" y="connsiteY96003"/>
              </a:cxn>
              <a:cxn ang="0">
                <a:pos x="connsiteX96004" y="connsiteY96004"/>
              </a:cxn>
              <a:cxn ang="0">
                <a:pos x="connsiteX96005" y="connsiteY96005"/>
              </a:cxn>
              <a:cxn ang="0">
                <a:pos x="connsiteX96006" y="connsiteY96006"/>
              </a:cxn>
              <a:cxn ang="0">
                <a:pos x="connsiteX96007" y="connsiteY96007"/>
              </a:cxn>
              <a:cxn ang="0">
                <a:pos x="connsiteX96008" y="connsiteY96008"/>
              </a:cxn>
              <a:cxn ang="0">
                <a:pos x="connsiteX96009" y="connsiteY96009"/>
              </a:cxn>
              <a:cxn ang="0">
                <a:pos x="connsiteX96010" y="connsiteY96010"/>
              </a:cxn>
              <a:cxn ang="0">
                <a:pos x="connsiteX96011" y="connsiteY96011"/>
              </a:cxn>
              <a:cxn ang="0">
                <a:pos x="connsiteX96012" y="connsiteY96012"/>
              </a:cxn>
              <a:cxn ang="0">
                <a:pos x="connsiteX96013" y="connsiteY96013"/>
              </a:cxn>
              <a:cxn ang="0">
                <a:pos x="connsiteX96014" y="connsiteY96014"/>
              </a:cxn>
              <a:cxn ang="0">
                <a:pos x="connsiteX96015" y="connsiteY96015"/>
              </a:cxn>
              <a:cxn ang="0">
                <a:pos x="connsiteX96016" y="connsiteY96016"/>
              </a:cxn>
              <a:cxn ang="0">
                <a:pos x="connsiteX96017" y="connsiteY96017"/>
              </a:cxn>
              <a:cxn ang="0">
                <a:pos x="connsiteX96018" y="connsiteY96018"/>
              </a:cxn>
              <a:cxn ang="0">
                <a:pos x="connsiteX96019" y="connsiteY96019"/>
              </a:cxn>
              <a:cxn ang="0">
                <a:pos x="connsiteX96020" y="connsiteY96020"/>
              </a:cxn>
              <a:cxn ang="0">
                <a:pos x="connsiteX96021" y="connsiteY96021"/>
              </a:cxn>
              <a:cxn ang="0">
                <a:pos x="connsiteX96022" y="connsiteY96022"/>
              </a:cxn>
              <a:cxn ang="0">
                <a:pos x="connsiteX96023" y="connsiteY96023"/>
              </a:cxn>
              <a:cxn ang="0">
                <a:pos x="connsiteX96024" y="connsiteY96024"/>
              </a:cxn>
              <a:cxn ang="0">
                <a:pos x="connsiteX96025" y="connsiteY96025"/>
              </a:cxn>
              <a:cxn ang="0">
                <a:pos x="connsiteX96026" y="connsiteY96026"/>
              </a:cxn>
              <a:cxn ang="0">
                <a:pos x="connsiteX96027" y="connsiteY96027"/>
              </a:cxn>
              <a:cxn ang="0">
                <a:pos x="connsiteX96028" y="connsiteY96028"/>
              </a:cxn>
              <a:cxn ang="0">
                <a:pos x="connsiteX96029" y="connsiteY96029"/>
              </a:cxn>
              <a:cxn ang="0">
                <a:pos x="connsiteX96030" y="connsiteY96030"/>
              </a:cxn>
              <a:cxn ang="0">
                <a:pos x="connsiteX96031" y="connsiteY96031"/>
              </a:cxn>
              <a:cxn ang="0">
                <a:pos x="connsiteX96032" y="connsiteY96032"/>
              </a:cxn>
              <a:cxn ang="0">
                <a:pos x="connsiteX96033" y="connsiteY96033"/>
              </a:cxn>
              <a:cxn ang="0">
                <a:pos x="connsiteX96034" y="connsiteY96034"/>
              </a:cxn>
              <a:cxn ang="0">
                <a:pos x="connsiteX96035" y="connsiteY96035"/>
              </a:cxn>
              <a:cxn ang="0">
                <a:pos x="connsiteX96036" y="connsiteY96036"/>
              </a:cxn>
              <a:cxn ang="0">
                <a:pos x="connsiteX96037" y="connsiteY96037"/>
              </a:cxn>
              <a:cxn ang="0">
                <a:pos x="connsiteX96038" y="connsiteY96038"/>
              </a:cxn>
              <a:cxn ang="0">
                <a:pos x="connsiteX96039" y="connsiteY96039"/>
              </a:cxn>
              <a:cxn ang="0">
                <a:pos x="connsiteX96040" y="connsiteY96040"/>
              </a:cxn>
              <a:cxn ang="0">
                <a:pos x="connsiteX96041" y="connsiteY96041"/>
              </a:cxn>
              <a:cxn ang="0">
                <a:pos x="connsiteX96042" y="connsiteY96042"/>
              </a:cxn>
              <a:cxn ang="0">
                <a:pos x="connsiteX96043" y="connsiteY96043"/>
              </a:cxn>
              <a:cxn ang="0">
                <a:pos x="connsiteX96044" y="connsiteY96044"/>
              </a:cxn>
              <a:cxn ang="0">
                <a:pos x="connsiteX96045" y="connsiteY96045"/>
              </a:cxn>
              <a:cxn ang="0">
                <a:pos x="connsiteX96046" y="connsiteY96046"/>
              </a:cxn>
              <a:cxn ang="0">
                <a:pos x="connsiteX96047" y="connsiteY96047"/>
              </a:cxn>
              <a:cxn ang="0">
                <a:pos x="connsiteX96048" y="connsiteY96048"/>
              </a:cxn>
              <a:cxn ang="0">
                <a:pos x="connsiteX96049" y="connsiteY96049"/>
              </a:cxn>
              <a:cxn ang="0">
                <a:pos x="connsiteX96050" y="connsiteY96050"/>
              </a:cxn>
              <a:cxn ang="0">
                <a:pos x="connsiteX96051" y="connsiteY96051"/>
              </a:cxn>
              <a:cxn ang="0">
                <a:pos x="connsiteX96052" y="connsiteY96052"/>
              </a:cxn>
              <a:cxn ang="0">
                <a:pos x="connsiteX96053" y="connsiteY96053"/>
              </a:cxn>
              <a:cxn ang="0">
                <a:pos x="connsiteX96054" y="connsiteY96054"/>
              </a:cxn>
              <a:cxn ang="0">
                <a:pos x="connsiteX96055" y="connsiteY96055"/>
              </a:cxn>
              <a:cxn ang="0">
                <a:pos x="connsiteX96056" y="connsiteY96056"/>
              </a:cxn>
              <a:cxn ang="0">
                <a:pos x="connsiteX96057" y="connsiteY96057"/>
              </a:cxn>
              <a:cxn ang="0">
                <a:pos x="connsiteX96058" y="connsiteY96058"/>
              </a:cxn>
              <a:cxn ang="0">
                <a:pos x="connsiteX96059" y="connsiteY96059"/>
              </a:cxn>
              <a:cxn ang="0">
                <a:pos x="connsiteX96060" y="connsiteY96060"/>
              </a:cxn>
              <a:cxn ang="0">
                <a:pos x="connsiteX96061" y="connsiteY96061"/>
              </a:cxn>
              <a:cxn ang="0">
                <a:pos x="connsiteX96062" y="connsiteY96062"/>
              </a:cxn>
              <a:cxn ang="0">
                <a:pos x="connsiteX96063" y="connsiteY96063"/>
              </a:cxn>
              <a:cxn ang="0">
                <a:pos x="connsiteX96064" y="connsiteY96064"/>
              </a:cxn>
              <a:cxn ang="0">
                <a:pos x="connsiteX96065" y="connsiteY96065"/>
              </a:cxn>
              <a:cxn ang="0">
                <a:pos x="connsiteX96066" y="connsiteY96066"/>
              </a:cxn>
              <a:cxn ang="0">
                <a:pos x="connsiteX96067" y="connsiteY96067"/>
              </a:cxn>
              <a:cxn ang="0">
                <a:pos x="connsiteX96068" y="connsiteY96068"/>
              </a:cxn>
              <a:cxn ang="0">
                <a:pos x="connsiteX96069" y="connsiteY96069"/>
              </a:cxn>
              <a:cxn ang="0">
                <a:pos x="connsiteX96070" y="connsiteY96070"/>
              </a:cxn>
              <a:cxn ang="0">
                <a:pos x="connsiteX96071" y="connsiteY96071"/>
              </a:cxn>
              <a:cxn ang="0">
                <a:pos x="connsiteX96072" y="connsiteY96072"/>
              </a:cxn>
              <a:cxn ang="0">
                <a:pos x="connsiteX96073" y="connsiteY96073"/>
              </a:cxn>
              <a:cxn ang="0">
                <a:pos x="connsiteX96074" y="connsiteY96074"/>
              </a:cxn>
              <a:cxn ang="0">
                <a:pos x="connsiteX96075" y="connsiteY96075"/>
              </a:cxn>
              <a:cxn ang="0">
                <a:pos x="connsiteX96076" y="connsiteY96076"/>
              </a:cxn>
              <a:cxn ang="0">
                <a:pos x="connsiteX96077" y="connsiteY96077"/>
              </a:cxn>
              <a:cxn ang="0">
                <a:pos x="connsiteX96078" y="connsiteY96078"/>
              </a:cxn>
              <a:cxn ang="0">
                <a:pos x="connsiteX96079" y="connsiteY96079"/>
              </a:cxn>
              <a:cxn ang="0">
                <a:pos x="connsiteX96080" y="connsiteY96080"/>
              </a:cxn>
              <a:cxn ang="0">
                <a:pos x="connsiteX96081" y="connsiteY96081"/>
              </a:cxn>
              <a:cxn ang="0">
                <a:pos x="connsiteX96082" y="connsiteY96082"/>
              </a:cxn>
              <a:cxn ang="0">
                <a:pos x="connsiteX96083" y="connsiteY96083"/>
              </a:cxn>
              <a:cxn ang="0">
                <a:pos x="connsiteX96084" y="connsiteY96084"/>
              </a:cxn>
              <a:cxn ang="0">
                <a:pos x="connsiteX96085" y="connsiteY96085"/>
              </a:cxn>
              <a:cxn ang="0">
                <a:pos x="connsiteX96086" y="connsiteY96086"/>
              </a:cxn>
              <a:cxn ang="0">
                <a:pos x="connsiteX96087" y="connsiteY96087"/>
              </a:cxn>
              <a:cxn ang="0">
                <a:pos x="connsiteX96088" y="connsiteY96088"/>
              </a:cxn>
              <a:cxn ang="0">
                <a:pos x="connsiteX96089" y="connsiteY96089"/>
              </a:cxn>
              <a:cxn ang="0">
                <a:pos x="connsiteX96090" y="connsiteY96090"/>
              </a:cxn>
              <a:cxn ang="0">
                <a:pos x="connsiteX96091" y="connsiteY96091"/>
              </a:cxn>
              <a:cxn ang="0">
                <a:pos x="connsiteX96092" y="connsiteY96092"/>
              </a:cxn>
              <a:cxn ang="0">
                <a:pos x="connsiteX96093" y="connsiteY96093"/>
              </a:cxn>
              <a:cxn ang="0">
                <a:pos x="connsiteX96094" y="connsiteY96094"/>
              </a:cxn>
              <a:cxn ang="0">
                <a:pos x="connsiteX96095" y="connsiteY96095"/>
              </a:cxn>
              <a:cxn ang="0">
                <a:pos x="connsiteX96096" y="connsiteY96096"/>
              </a:cxn>
              <a:cxn ang="0">
                <a:pos x="connsiteX96097" y="connsiteY96097"/>
              </a:cxn>
              <a:cxn ang="0">
                <a:pos x="connsiteX96098" y="connsiteY96098"/>
              </a:cxn>
              <a:cxn ang="0">
                <a:pos x="connsiteX96099" y="connsiteY96099"/>
              </a:cxn>
              <a:cxn ang="0">
                <a:pos x="connsiteX96100" y="connsiteY96100"/>
              </a:cxn>
              <a:cxn ang="0">
                <a:pos x="connsiteX96101" y="connsiteY96101"/>
              </a:cxn>
              <a:cxn ang="0">
                <a:pos x="connsiteX96102" y="connsiteY96102"/>
              </a:cxn>
              <a:cxn ang="0">
                <a:pos x="connsiteX96103" y="connsiteY96103"/>
              </a:cxn>
              <a:cxn ang="0">
                <a:pos x="connsiteX96104" y="connsiteY96104"/>
              </a:cxn>
              <a:cxn ang="0">
                <a:pos x="connsiteX96105" y="connsiteY96105"/>
              </a:cxn>
              <a:cxn ang="0">
                <a:pos x="connsiteX96106" y="connsiteY96106"/>
              </a:cxn>
              <a:cxn ang="0">
                <a:pos x="connsiteX96107" y="connsiteY96107"/>
              </a:cxn>
              <a:cxn ang="0">
                <a:pos x="connsiteX96108" y="connsiteY96108"/>
              </a:cxn>
              <a:cxn ang="0">
                <a:pos x="connsiteX96109" y="connsiteY96109"/>
              </a:cxn>
              <a:cxn ang="0">
                <a:pos x="connsiteX96110" y="connsiteY96110"/>
              </a:cxn>
              <a:cxn ang="0">
                <a:pos x="connsiteX96111" y="connsiteY96111"/>
              </a:cxn>
              <a:cxn ang="0">
                <a:pos x="connsiteX96112" y="connsiteY96112"/>
              </a:cxn>
              <a:cxn ang="0">
                <a:pos x="connsiteX96113" y="connsiteY96113"/>
              </a:cxn>
              <a:cxn ang="0">
                <a:pos x="connsiteX96114" y="connsiteY96114"/>
              </a:cxn>
              <a:cxn ang="0">
                <a:pos x="connsiteX96115" y="connsiteY96115"/>
              </a:cxn>
              <a:cxn ang="0">
                <a:pos x="connsiteX96116" y="connsiteY96116"/>
              </a:cxn>
              <a:cxn ang="0">
                <a:pos x="connsiteX96117" y="connsiteY96117"/>
              </a:cxn>
              <a:cxn ang="0">
                <a:pos x="connsiteX96118" y="connsiteY96118"/>
              </a:cxn>
              <a:cxn ang="0">
                <a:pos x="connsiteX96119" y="connsiteY96119"/>
              </a:cxn>
              <a:cxn ang="0">
                <a:pos x="connsiteX96120" y="connsiteY96120"/>
              </a:cxn>
              <a:cxn ang="0">
                <a:pos x="connsiteX96121" y="connsiteY96121"/>
              </a:cxn>
              <a:cxn ang="0">
                <a:pos x="connsiteX96122" y="connsiteY96122"/>
              </a:cxn>
              <a:cxn ang="0">
                <a:pos x="connsiteX96123" y="connsiteY96123"/>
              </a:cxn>
              <a:cxn ang="0">
                <a:pos x="connsiteX96124" y="connsiteY96124"/>
              </a:cxn>
              <a:cxn ang="0">
                <a:pos x="connsiteX96125" y="connsiteY96125"/>
              </a:cxn>
              <a:cxn ang="0">
                <a:pos x="connsiteX96126" y="connsiteY96126"/>
              </a:cxn>
              <a:cxn ang="0">
                <a:pos x="connsiteX96127" y="connsiteY96127"/>
              </a:cxn>
              <a:cxn ang="0">
                <a:pos x="connsiteX96128" y="connsiteY96128"/>
              </a:cxn>
              <a:cxn ang="0">
                <a:pos x="connsiteX96129" y="connsiteY96129"/>
              </a:cxn>
              <a:cxn ang="0">
                <a:pos x="connsiteX96130" y="connsiteY96130"/>
              </a:cxn>
              <a:cxn ang="0">
                <a:pos x="connsiteX96131" y="connsiteY96131"/>
              </a:cxn>
              <a:cxn ang="0">
                <a:pos x="connsiteX96132" y="connsiteY96132"/>
              </a:cxn>
              <a:cxn ang="0">
                <a:pos x="connsiteX96133" y="connsiteY96133"/>
              </a:cxn>
              <a:cxn ang="0">
                <a:pos x="connsiteX96134" y="connsiteY96134"/>
              </a:cxn>
              <a:cxn ang="0">
                <a:pos x="connsiteX96135" y="connsiteY96135"/>
              </a:cxn>
              <a:cxn ang="0">
                <a:pos x="connsiteX96136" y="connsiteY96136"/>
              </a:cxn>
              <a:cxn ang="0">
                <a:pos x="connsiteX96137" y="connsiteY96137"/>
              </a:cxn>
              <a:cxn ang="0">
                <a:pos x="connsiteX96138" y="connsiteY96138"/>
              </a:cxn>
              <a:cxn ang="0">
                <a:pos x="connsiteX96139" y="connsiteY96139"/>
              </a:cxn>
              <a:cxn ang="0">
                <a:pos x="connsiteX96140" y="connsiteY96140"/>
              </a:cxn>
              <a:cxn ang="0">
                <a:pos x="connsiteX96141" y="connsiteY96141"/>
              </a:cxn>
              <a:cxn ang="0">
                <a:pos x="connsiteX96142" y="connsiteY96142"/>
              </a:cxn>
              <a:cxn ang="0">
                <a:pos x="connsiteX96143" y="connsiteY96143"/>
              </a:cxn>
              <a:cxn ang="0">
                <a:pos x="connsiteX96144" y="connsiteY96144"/>
              </a:cxn>
              <a:cxn ang="0">
                <a:pos x="connsiteX96145" y="connsiteY96145"/>
              </a:cxn>
              <a:cxn ang="0">
                <a:pos x="connsiteX96146" y="connsiteY96146"/>
              </a:cxn>
              <a:cxn ang="0">
                <a:pos x="connsiteX96147" y="connsiteY96147"/>
              </a:cxn>
              <a:cxn ang="0">
                <a:pos x="connsiteX96148" y="connsiteY96148"/>
              </a:cxn>
              <a:cxn ang="0">
                <a:pos x="connsiteX96149" y="connsiteY96149"/>
              </a:cxn>
              <a:cxn ang="0">
                <a:pos x="connsiteX96150" y="connsiteY96150"/>
              </a:cxn>
              <a:cxn ang="0">
                <a:pos x="connsiteX96151" y="connsiteY96151"/>
              </a:cxn>
              <a:cxn ang="0">
                <a:pos x="connsiteX96152" y="connsiteY96152"/>
              </a:cxn>
              <a:cxn ang="0">
                <a:pos x="connsiteX96153" y="connsiteY96153"/>
              </a:cxn>
              <a:cxn ang="0">
                <a:pos x="connsiteX96154" y="connsiteY96154"/>
              </a:cxn>
              <a:cxn ang="0">
                <a:pos x="connsiteX96155" y="connsiteY96155"/>
              </a:cxn>
              <a:cxn ang="0">
                <a:pos x="connsiteX96156" y="connsiteY96156"/>
              </a:cxn>
              <a:cxn ang="0">
                <a:pos x="connsiteX96157" y="connsiteY96157"/>
              </a:cxn>
              <a:cxn ang="0">
                <a:pos x="connsiteX96158" y="connsiteY96158"/>
              </a:cxn>
              <a:cxn ang="0">
                <a:pos x="connsiteX96159" y="connsiteY96159"/>
              </a:cxn>
              <a:cxn ang="0">
                <a:pos x="connsiteX96160" y="connsiteY96160"/>
              </a:cxn>
              <a:cxn ang="0">
                <a:pos x="connsiteX96161" y="connsiteY96161"/>
              </a:cxn>
              <a:cxn ang="0">
                <a:pos x="connsiteX96162" y="connsiteY96162"/>
              </a:cxn>
              <a:cxn ang="0">
                <a:pos x="connsiteX96163" y="connsiteY96163"/>
              </a:cxn>
              <a:cxn ang="0">
                <a:pos x="connsiteX96164" y="connsiteY96164"/>
              </a:cxn>
              <a:cxn ang="0">
                <a:pos x="connsiteX96165" y="connsiteY96165"/>
              </a:cxn>
              <a:cxn ang="0">
                <a:pos x="connsiteX96166" y="connsiteY96166"/>
              </a:cxn>
              <a:cxn ang="0">
                <a:pos x="connsiteX96167" y="connsiteY96167"/>
              </a:cxn>
              <a:cxn ang="0">
                <a:pos x="connsiteX96168" y="connsiteY96168"/>
              </a:cxn>
              <a:cxn ang="0">
                <a:pos x="connsiteX96169" y="connsiteY96169"/>
              </a:cxn>
              <a:cxn ang="0">
                <a:pos x="connsiteX96170" y="connsiteY96170"/>
              </a:cxn>
              <a:cxn ang="0">
                <a:pos x="connsiteX96171" y="connsiteY96171"/>
              </a:cxn>
              <a:cxn ang="0">
                <a:pos x="connsiteX96172" y="connsiteY96172"/>
              </a:cxn>
              <a:cxn ang="0">
                <a:pos x="connsiteX96173" y="connsiteY96173"/>
              </a:cxn>
              <a:cxn ang="0">
                <a:pos x="connsiteX96174" y="connsiteY96174"/>
              </a:cxn>
              <a:cxn ang="0">
                <a:pos x="connsiteX96175" y="connsiteY96175"/>
              </a:cxn>
              <a:cxn ang="0">
                <a:pos x="connsiteX96176" y="connsiteY96176"/>
              </a:cxn>
              <a:cxn ang="0">
                <a:pos x="connsiteX96177" y="connsiteY96177"/>
              </a:cxn>
              <a:cxn ang="0">
                <a:pos x="connsiteX96178" y="connsiteY96178"/>
              </a:cxn>
              <a:cxn ang="0">
                <a:pos x="connsiteX96179" y="connsiteY96179"/>
              </a:cxn>
              <a:cxn ang="0">
                <a:pos x="connsiteX96180" y="connsiteY96180"/>
              </a:cxn>
              <a:cxn ang="0">
                <a:pos x="connsiteX96181" y="connsiteY96181"/>
              </a:cxn>
              <a:cxn ang="0">
                <a:pos x="connsiteX96182" y="connsiteY96182"/>
              </a:cxn>
              <a:cxn ang="0">
                <a:pos x="connsiteX96183" y="connsiteY96183"/>
              </a:cxn>
              <a:cxn ang="0">
                <a:pos x="connsiteX96184" y="connsiteY96184"/>
              </a:cxn>
              <a:cxn ang="0">
                <a:pos x="connsiteX96185" y="connsiteY96185"/>
              </a:cxn>
              <a:cxn ang="0">
                <a:pos x="connsiteX96186" y="connsiteY96186"/>
              </a:cxn>
              <a:cxn ang="0">
                <a:pos x="connsiteX96187" y="connsiteY96187"/>
              </a:cxn>
              <a:cxn ang="0">
                <a:pos x="connsiteX96188" y="connsiteY96188"/>
              </a:cxn>
              <a:cxn ang="0">
                <a:pos x="connsiteX96189" y="connsiteY96189"/>
              </a:cxn>
              <a:cxn ang="0">
                <a:pos x="connsiteX96190" y="connsiteY96190"/>
              </a:cxn>
              <a:cxn ang="0">
                <a:pos x="connsiteX96191" y="connsiteY96191"/>
              </a:cxn>
              <a:cxn ang="0">
                <a:pos x="connsiteX96192" y="connsiteY96192"/>
              </a:cxn>
              <a:cxn ang="0">
                <a:pos x="connsiteX96193" y="connsiteY96193"/>
              </a:cxn>
              <a:cxn ang="0">
                <a:pos x="connsiteX96194" y="connsiteY96194"/>
              </a:cxn>
              <a:cxn ang="0">
                <a:pos x="connsiteX96195" y="connsiteY96195"/>
              </a:cxn>
              <a:cxn ang="0">
                <a:pos x="connsiteX96196" y="connsiteY96196"/>
              </a:cxn>
              <a:cxn ang="0">
                <a:pos x="connsiteX96197" y="connsiteY96197"/>
              </a:cxn>
              <a:cxn ang="0">
                <a:pos x="connsiteX96198" y="connsiteY96198"/>
              </a:cxn>
              <a:cxn ang="0">
                <a:pos x="connsiteX96199" y="connsiteY96199"/>
              </a:cxn>
              <a:cxn ang="0">
                <a:pos x="connsiteX96200" y="connsiteY96200"/>
              </a:cxn>
              <a:cxn ang="0">
                <a:pos x="connsiteX96201" y="connsiteY96201"/>
              </a:cxn>
              <a:cxn ang="0">
                <a:pos x="connsiteX96202" y="connsiteY96202"/>
              </a:cxn>
              <a:cxn ang="0">
                <a:pos x="connsiteX96203" y="connsiteY96203"/>
              </a:cxn>
              <a:cxn ang="0">
                <a:pos x="connsiteX96204" y="connsiteY96204"/>
              </a:cxn>
              <a:cxn ang="0">
                <a:pos x="connsiteX96205" y="connsiteY96205"/>
              </a:cxn>
              <a:cxn ang="0">
                <a:pos x="connsiteX96206" y="connsiteY96206"/>
              </a:cxn>
              <a:cxn ang="0">
                <a:pos x="connsiteX96207" y="connsiteY96207"/>
              </a:cxn>
              <a:cxn ang="0">
                <a:pos x="connsiteX96208" y="connsiteY96208"/>
              </a:cxn>
              <a:cxn ang="0">
                <a:pos x="connsiteX96209" y="connsiteY96209"/>
              </a:cxn>
              <a:cxn ang="0">
                <a:pos x="connsiteX96210" y="connsiteY96210"/>
              </a:cxn>
              <a:cxn ang="0">
                <a:pos x="connsiteX96211" y="connsiteY96211"/>
              </a:cxn>
              <a:cxn ang="0">
                <a:pos x="connsiteX96212" y="connsiteY96212"/>
              </a:cxn>
              <a:cxn ang="0">
                <a:pos x="connsiteX96213" y="connsiteY96213"/>
              </a:cxn>
              <a:cxn ang="0">
                <a:pos x="connsiteX96214" y="connsiteY96214"/>
              </a:cxn>
              <a:cxn ang="0">
                <a:pos x="connsiteX96215" y="connsiteY96215"/>
              </a:cxn>
              <a:cxn ang="0">
                <a:pos x="connsiteX96216" y="connsiteY96216"/>
              </a:cxn>
              <a:cxn ang="0">
                <a:pos x="connsiteX96217" y="connsiteY96217"/>
              </a:cxn>
              <a:cxn ang="0">
                <a:pos x="connsiteX96218" y="connsiteY96218"/>
              </a:cxn>
              <a:cxn ang="0">
                <a:pos x="connsiteX96219" y="connsiteY96219"/>
              </a:cxn>
              <a:cxn ang="0">
                <a:pos x="connsiteX96220" y="connsiteY96220"/>
              </a:cxn>
              <a:cxn ang="0">
                <a:pos x="connsiteX96221" y="connsiteY96221"/>
              </a:cxn>
              <a:cxn ang="0">
                <a:pos x="connsiteX96222" y="connsiteY96222"/>
              </a:cxn>
              <a:cxn ang="0">
                <a:pos x="connsiteX96223" y="connsiteY96223"/>
              </a:cxn>
              <a:cxn ang="0">
                <a:pos x="connsiteX96224" y="connsiteY96224"/>
              </a:cxn>
              <a:cxn ang="0">
                <a:pos x="connsiteX96225" y="connsiteY96225"/>
              </a:cxn>
              <a:cxn ang="0">
                <a:pos x="connsiteX96226" y="connsiteY96226"/>
              </a:cxn>
              <a:cxn ang="0">
                <a:pos x="connsiteX96227" y="connsiteY96227"/>
              </a:cxn>
              <a:cxn ang="0">
                <a:pos x="connsiteX96228" y="connsiteY96228"/>
              </a:cxn>
              <a:cxn ang="0">
                <a:pos x="connsiteX96229" y="connsiteY96229"/>
              </a:cxn>
              <a:cxn ang="0">
                <a:pos x="connsiteX96230" y="connsiteY96230"/>
              </a:cxn>
              <a:cxn ang="0">
                <a:pos x="connsiteX96231" y="connsiteY96231"/>
              </a:cxn>
              <a:cxn ang="0">
                <a:pos x="connsiteX96232" y="connsiteY96232"/>
              </a:cxn>
              <a:cxn ang="0">
                <a:pos x="connsiteX96233" y="connsiteY96233"/>
              </a:cxn>
              <a:cxn ang="0">
                <a:pos x="connsiteX96234" y="connsiteY96234"/>
              </a:cxn>
              <a:cxn ang="0">
                <a:pos x="connsiteX96235" y="connsiteY96235"/>
              </a:cxn>
              <a:cxn ang="0">
                <a:pos x="connsiteX96236" y="connsiteY96236"/>
              </a:cxn>
              <a:cxn ang="0">
                <a:pos x="connsiteX96237" y="connsiteY96237"/>
              </a:cxn>
              <a:cxn ang="0">
                <a:pos x="connsiteX96238" y="connsiteY96238"/>
              </a:cxn>
              <a:cxn ang="0">
                <a:pos x="connsiteX96239" y="connsiteY96239"/>
              </a:cxn>
              <a:cxn ang="0">
                <a:pos x="connsiteX96240" y="connsiteY96240"/>
              </a:cxn>
              <a:cxn ang="0">
                <a:pos x="connsiteX96241" y="connsiteY96241"/>
              </a:cxn>
              <a:cxn ang="0">
                <a:pos x="connsiteX96242" y="connsiteY96242"/>
              </a:cxn>
              <a:cxn ang="0">
                <a:pos x="connsiteX96243" y="connsiteY96243"/>
              </a:cxn>
              <a:cxn ang="0">
                <a:pos x="connsiteX96244" y="connsiteY96244"/>
              </a:cxn>
              <a:cxn ang="0">
                <a:pos x="connsiteX96245" y="connsiteY96245"/>
              </a:cxn>
              <a:cxn ang="0">
                <a:pos x="connsiteX96246" y="connsiteY96246"/>
              </a:cxn>
              <a:cxn ang="0">
                <a:pos x="connsiteX96247" y="connsiteY96247"/>
              </a:cxn>
              <a:cxn ang="0">
                <a:pos x="connsiteX96248" y="connsiteY96248"/>
              </a:cxn>
              <a:cxn ang="0">
                <a:pos x="connsiteX96249" y="connsiteY96249"/>
              </a:cxn>
              <a:cxn ang="0">
                <a:pos x="connsiteX96250" y="connsiteY96250"/>
              </a:cxn>
              <a:cxn ang="0">
                <a:pos x="connsiteX96251" y="connsiteY96251"/>
              </a:cxn>
              <a:cxn ang="0">
                <a:pos x="connsiteX96252" y="connsiteY96252"/>
              </a:cxn>
              <a:cxn ang="0">
                <a:pos x="connsiteX96253" y="connsiteY96253"/>
              </a:cxn>
              <a:cxn ang="0">
                <a:pos x="connsiteX96254" y="connsiteY96254"/>
              </a:cxn>
              <a:cxn ang="0">
                <a:pos x="connsiteX96255" y="connsiteY96255"/>
              </a:cxn>
              <a:cxn ang="0">
                <a:pos x="connsiteX96256" y="connsiteY96256"/>
              </a:cxn>
              <a:cxn ang="0">
                <a:pos x="connsiteX96257" y="connsiteY96257"/>
              </a:cxn>
              <a:cxn ang="0">
                <a:pos x="connsiteX96258" y="connsiteY96258"/>
              </a:cxn>
              <a:cxn ang="0">
                <a:pos x="connsiteX96259" y="connsiteY96259"/>
              </a:cxn>
              <a:cxn ang="0">
                <a:pos x="connsiteX96260" y="connsiteY96260"/>
              </a:cxn>
              <a:cxn ang="0">
                <a:pos x="connsiteX96261" y="connsiteY96261"/>
              </a:cxn>
              <a:cxn ang="0">
                <a:pos x="connsiteX96262" y="connsiteY96262"/>
              </a:cxn>
              <a:cxn ang="0">
                <a:pos x="connsiteX96263" y="connsiteY96263"/>
              </a:cxn>
              <a:cxn ang="0">
                <a:pos x="connsiteX96264" y="connsiteY96264"/>
              </a:cxn>
              <a:cxn ang="0">
                <a:pos x="connsiteX96265" y="connsiteY96265"/>
              </a:cxn>
              <a:cxn ang="0">
                <a:pos x="connsiteX96266" y="connsiteY96266"/>
              </a:cxn>
              <a:cxn ang="0">
                <a:pos x="connsiteX96267" y="connsiteY96267"/>
              </a:cxn>
              <a:cxn ang="0">
                <a:pos x="connsiteX96268" y="connsiteY96268"/>
              </a:cxn>
              <a:cxn ang="0">
                <a:pos x="connsiteX96269" y="connsiteY96269"/>
              </a:cxn>
              <a:cxn ang="0">
                <a:pos x="connsiteX96270" y="connsiteY96270"/>
              </a:cxn>
              <a:cxn ang="0">
                <a:pos x="connsiteX96271" y="connsiteY96271"/>
              </a:cxn>
              <a:cxn ang="0">
                <a:pos x="connsiteX96272" y="connsiteY96272"/>
              </a:cxn>
              <a:cxn ang="0">
                <a:pos x="connsiteX96273" y="connsiteY96273"/>
              </a:cxn>
              <a:cxn ang="0">
                <a:pos x="connsiteX96274" y="connsiteY96274"/>
              </a:cxn>
              <a:cxn ang="0">
                <a:pos x="connsiteX96275" y="connsiteY96275"/>
              </a:cxn>
              <a:cxn ang="0">
                <a:pos x="connsiteX96276" y="connsiteY96276"/>
              </a:cxn>
              <a:cxn ang="0">
                <a:pos x="connsiteX96277" y="connsiteY96277"/>
              </a:cxn>
              <a:cxn ang="0">
                <a:pos x="connsiteX96278" y="connsiteY96278"/>
              </a:cxn>
              <a:cxn ang="0">
                <a:pos x="connsiteX96279" y="connsiteY96279"/>
              </a:cxn>
              <a:cxn ang="0">
                <a:pos x="connsiteX96280" y="connsiteY96280"/>
              </a:cxn>
              <a:cxn ang="0">
                <a:pos x="connsiteX96281" y="connsiteY96281"/>
              </a:cxn>
              <a:cxn ang="0">
                <a:pos x="connsiteX96282" y="connsiteY96282"/>
              </a:cxn>
              <a:cxn ang="0">
                <a:pos x="connsiteX96283" y="connsiteY96283"/>
              </a:cxn>
              <a:cxn ang="0">
                <a:pos x="connsiteX96284" y="connsiteY96284"/>
              </a:cxn>
              <a:cxn ang="0">
                <a:pos x="connsiteX96285" y="connsiteY96285"/>
              </a:cxn>
              <a:cxn ang="0">
                <a:pos x="connsiteX96286" y="connsiteY96286"/>
              </a:cxn>
              <a:cxn ang="0">
                <a:pos x="connsiteX96287" y="connsiteY96287"/>
              </a:cxn>
              <a:cxn ang="0">
                <a:pos x="connsiteX96288" y="connsiteY96288"/>
              </a:cxn>
              <a:cxn ang="0">
                <a:pos x="connsiteX96289" y="connsiteY96289"/>
              </a:cxn>
              <a:cxn ang="0">
                <a:pos x="connsiteX96290" y="connsiteY96290"/>
              </a:cxn>
              <a:cxn ang="0">
                <a:pos x="connsiteX96291" y="connsiteY96291"/>
              </a:cxn>
              <a:cxn ang="0">
                <a:pos x="connsiteX96292" y="connsiteY96292"/>
              </a:cxn>
              <a:cxn ang="0">
                <a:pos x="connsiteX96293" y="connsiteY96293"/>
              </a:cxn>
              <a:cxn ang="0">
                <a:pos x="connsiteX96294" y="connsiteY96294"/>
              </a:cxn>
              <a:cxn ang="0">
                <a:pos x="connsiteX96295" y="connsiteY96295"/>
              </a:cxn>
              <a:cxn ang="0">
                <a:pos x="connsiteX96296" y="connsiteY96296"/>
              </a:cxn>
              <a:cxn ang="0">
                <a:pos x="connsiteX96297" y="connsiteY96297"/>
              </a:cxn>
              <a:cxn ang="0">
                <a:pos x="connsiteX96298" y="connsiteY96298"/>
              </a:cxn>
              <a:cxn ang="0">
                <a:pos x="connsiteX96299" y="connsiteY96299"/>
              </a:cxn>
              <a:cxn ang="0">
                <a:pos x="connsiteX96300" y="connsiteY96300"/>
              </a:cxn>
              <a:cxn ang="0">
                <a:pos x="connsiteX96301" y="connsiteY96301"/>
              </a:cxn>
              <a:cxn ang="0">
                <a:pos x="connsiteX96302" y="connsiteY96302"/>
              </a:cxn>
              <a:cxn ang="0">
                <a:pos x="connsiteX96303" y="connsiteY96303"/>
              </a:cxn>
              <a:cxn ang="0">
                <a:pos x="connsiteX96304" y="connsiteY96304"/>
              </a:cxn>
              <a:cxn ang="0">
                <a:pos x="connsiteX96305" y="connsiteY96305"/>
              </a:cxn>
              <a:cxn ang="0">
                <a:pos x="connsiteX96306" y="connsiteY96306"/>
              </a:cxn>
              <a:cxn ang="0">
                <a:pos x="connsiteX96307" y="connsiteY96307"/>
              </a:cxn>
              <a:cxn ang="0">
                <a:pos x="connsiteX96308" y="connsiteY96308"/>
              </a:cxn>
              <a:cxn ang="0">
                <a:pos x="connsiteX96309" y="connsiteY96309"/>
              </a:cxn>
              <a:cxn ang="0">
                <a:pos x="connsiteX96310" y="connsiteY96310"/>
              </a:cxn>
              <a:cxn ang="0">
                <a:pos x="connsiteX96311" y="connsiteY96311"/>
              </a:cxn>
              <a:cxn ang="0">
                <a:pos x="connsiteX96312" y="connsiteY96312"/>
              </a:cxn>
              <a:cxn ang="0">
                <a:pos x="connsiteX96313" y="connsiteY96313"/>
              </a:cxn>
              <a:cxn ang="0">
                <a:pos x="connsiteX96314" y="connsiteY96314"/>
              </a:cxn>
              <a:cxn ang="0">
                <a:pos x="connsiteX96315" y="connsiteY96315"/>
              </a:cxn>
              <a:cxn ang="0">
                <a:pos x="connsiteX96316" y="connsiteY96316"/>
              </a:cxn>
              <a:cxn ang="0">
                <a:pos x="connsiteX96317" y="connsiteY96317"/>
              </a:cxn>
              <a:cxn ang="0">
                <a:pos x="connsiteX96318" y="connsiteY96318"/>
              </a:cxn>
              <a:cxn ang="0">
                <a:pos x="connsiteX96319" y="connsiteY96319"/>
              </a:cxn>
              <a:cxn ang="0">
                <a:pos x="connsiteX96320" y="connsiteY96320"/>
              </a:cxn>
              <a:cxn ang="0">
                <a:pos x="connsiteX96321" y="connsiteY96321"/>
              </a:cxn>
              <a:cxn ang="0">
                <a:pos x="connsiteX96322" y="connsiteY96322"/>
              </a:cxn>
              <a:cxn ang="0">
                <a:pos x="connsiteX96323" y="connsiteY96323"/>
              </a:cxn>
              <a:cxn ang="0">
                <a:pos x="connsiteX96324" y="connsiteY96324"/>
              </a:cxn>
              <a:cxn ang="0">
                <a:pos x="connsiteX96325" y="connsiteY96325"/>
              </a:cxn>
              <a:cxn ang="0">
                <a:pos x="connsiteX96326" y="connsiteY96326"/>
              </a:cxn>
              <a:cxn ang="0">
                <a:pos x="connsiteX96327" y="connsiteY96327"/>
              </a:cxn>
              <a:cxn ang="0">
                <a:pos x="connsiteX96328" y="connsiteY96328"/>
              </a:cxn>
              <a:cxn ang="0">
                <a:pos x="connsiteX96329" y="connsiteY96329"/>
              </a:cxn>
              <a:cxn ang="0">
                <a:pos x="connsiteX96330" y="connsiteY96330"/>
              </a:cxn>
              <a:cxn ang="0">
                <a:pos x="connsiteX96331" y="connsiteY96331"/>
              </a:cxn>
              <a:cxn ang="0">
                <a:pos x="connsiteX96332" y="connsiteY96332"/>
              </a:cxn>
              <a:cxn ang="0">
                <a:pos x="connsiteX96333" y="connsiteY96333"/>
              </a:cxn>
              <a:cxn ang="0">
                <a:pos x="connsiteX96334" y="connsiteY96334"/>
              </a:cxn>
              <a:cxn ang="0">
                <a:pos x="connsiteX96335" y="connsiteY96335"/>
              </a:cxn>
              <a:cxn ang="0">
                <a:pos x="connsiteX96336" y="connsiteY96336"/>
              </a:cxn>
              <a:cxn ang="0">
                <a:pos x="connsiteX96337" y="connsiteY96337"/>
              </a:cxn>
              <a:cxn ang="0">
                <a:pos x="connsiteX96338" y="connsiteY96338"/>
              </a:cxn>
              <a:cxn ang="0">
                <a:pos x="connsiteX96339" y="connsiteY96339"/>
              </a:cxn>
              <a:cxn ang="0">
                <a:pos x="connsiteX96340" y="connsiteY96340"/>
              </a:cxn>
              <a:cxn ang="0">
                <a:pos x="connsiteX96341" y="connsiteY96341"/>
              </a:cxn>
              <a:cxn ang="0">
                <a:pos x="connsiteX96342" y="connsiteY96342"/>
              </a:cxn>
              <a:cxn ang="0">
                <a:pos x="connsiteX96343" y="connsiteY96343"/>
              </a:cxn>
              <a:cxn ang="0">
                <a:pos x="connsiteX96344" y="connsiteY96344"/>
              </a:cxn>
              <a:cxn ang="0">
                <a:pos x="connsiteX96345" y="connsiteY96345"/>
              </a:cxn>
              <a:cxn ang="0">
                <a:pos x="connsiteX96346" y="connsiteY96346"/>
              </a:cxn>
              <a:cxn ang="0">
                <a:pos x="connsiteX96347" y="connsiteY96347"/>
              </a:cxn>
              <a:cxn ang="0">
                <a:pos x="connsiteX96348" y="connsiteY96348"/>
              </a:cxn>
              <a:cxn ang="0">
                <a:pos x="connsiteX96349" y="connsiteY96349"/>
              </a:cxn>
              <a:cxn ang="0">
                <a:pos x="connsiteX96350" y="connsiteY96350"/>
              </a:cxn>
              <a:cxn ang="0">
                <a:pos x="connsiteX96351" y="connsiteY96351"/>
              </a:cxn>
              <a:cxn ang="0">
                <a:pos x="connsiteX96352" y="connsiteY96352"/>
              </a:cxn>
              <a:cxn ang="0">
                <a:pos x="connsiteX96353" y="connsiteY96353"/>
              </a:cxn>
              <a:cxn ang="0">
                <a:pos x="connsiteX96354" y="connsiteY96354"/>
              </a:cxn>
              <a:cxn ang="0">
                <a:pos x="connsiteX96355" y="connsiteY96355"/>
              </a:cxn>
              <a:cxn ang="0">
                <a:pos x="connsiteX96356" y="connsiteY96356"/>
              </a:cxn>
              <a:cxn ang="0">
                <a:pos x="connsiteX96357" y="connsiteY96357"/>
              </a:cxn>
              <a:cxn ang="0">
                <a:pos x="connsiteX96358" y="connsiteY96358"/>
              </a:cxn>
              <a:cxn ang="0">
                <a:pos x="connsiteX96359" y="connsiteY96359"/>
              </a:cxn>
              <a:cxn ang="0">
                <a:pos x="connsiteX96360" y="connsiteY96360"/>
              </a:cxn>
              <a:cxn ang="0">
                <a:pos x="connsiteX96361" y="connsiteY96361"/>
              </a:cxn>
              <a:cxn ang="0">
                <a:pos x="connsiteX96362" y="connsiteY96362"/>
              </a:cxn>
              <a:cxn ang="0">
                <a:pos x="connsiteX96363" y="connsiteY96363"/>
              </a:cxn>
              <a:cxn ang="0">
                <a:pos x="connsiteX96364" y="connsiteY96364"/>
              </a:cxn>
              <a:cxn ang="0">
                <a:pos x="connsiteX96365" y="connsiteY96365"/>
              </a:cxn>
              <a:cxn ang="0">
                <a:pos x="connsiteX96366" y="connsiteY96366"/>
              </a:cxn>
              <a:cxn ang="0">
                <a:pos x="connsiteX96367" y="connsiteY96367"/>
              </a:cxn>
              <a:cxn ang="0">
                <a:pos x="connsiteX96368" y="connsiteY96368"/>
              </a:cxn>
              <a:cxn ang="0">
                <a:pos x="connsiteX96369" y="connsiteY96369"/>
              </a:cxn>
              <a:cxn ang="0">
                <a:pos x="connsiteX96370" y="connsiteY96370"/>
              </a:cxn>
              <a:cxn ang="0">
                <a:pos x="connsiteX96371" y="connsiteY96371"/>
              </a:cxn>
              <a:cxn ang="0">
                <a:pos x="connsiteX96372" y="connsiteY96372"/>
              </a:cxn>
              <a:cxn ang="0">
                <a:pos x="connsiteX96373" y="connsiteY96373"/>
              </a:cxn>
              <a:cxn ang="0">
                <a:pos x="connsiteX96374" y="connsiteY96374"/>
              </a:cxn>
              <a:cxn ang="0">
                <a:pos x="connsiteX96375" y="connsiteY96375"/>
              </a:cxn>
              <a:cxn ang="0">
                <a:pos x="connsiteX96376" y="connsiteY96376"/>
              </a:cxn>
              <a:cxn ang="0">
                <a:pos x="connsiteX96377" y="connsiteY96377"/>
              </a:cxn>
              <a:cxn ang="0">
                <a:pos x="connsiteX96378" y="connsiteY96378"/>
              </a:cxn>
              <a:cxn ang="0">
                <a:pos x="connsiteX96379" y="connsiteY96379"/>
              </a:cxn>
              <a:cxn ang="0">
                <a:pos x="connsiteX96380" y="connsiteY96380"/>
              </a:cxn>
              <a:cxn ang="0">
                <a:pos x="connsiteX96381" y="connsiteY96381"/>
              </a:cxn>
              <a:cxn ang="0">
                <a:pos x="connsiteX96382" y="connsiteY96382"/>
              </a:cxn>
              <a:cxn ang="0">
                <a:pos x="connsiteX96383" y="connsiteY96383"/>
              </a:cxn>
              <a:cxn ang="0">
                <a:pos x="connsiteX96384" y="connsiteY96384"/>
              </a:cxn>
              <a:cxn ang="0">
                <a:pos x="connsiteX96385" y="connsiteY96385"/>
              </a:cxn>
              <a:cxn ang="0">
                <a:pos x="connsiteX96386" y="connsiteY96386"/>
              </a:cxn>
              <a:cxn ang="0">
                <a:pos x="connsiteX96387" y="connsiteY96387"/>
              </a:cxn>
              <a:cxn ang="0">
                <a:pos x="connsiteX96388" y="connsiteY96388"/>
              </a:cxn>
              <a:cxn ang="0">
                <a:pos x="connsiteX96389" y="connsiteY96389"/>
              </a:cxn>
              <a:cxn ang="0">
                <a:pos x="connsiteX96390" y="connsiteY96390"/>
              </a:cxn>
              <a:cxn ang="0">
                <a:pos x="connsiteX96391" y="connsiteY96391"/>
              </a:cxn>
              <a:cxn ang="0">
                <a:pos x="connsiteX96392" y="connsiteY96392"/>
              </a:cxn>
              <a:cxn ang="0">
                <a:pos x="connsiteX96393" y="connsiteY96393"/>
              </a:cxn>
              <a:cxn ang="0">
                <a:pos x="connsiteX96394" y="connsiteY96394"/>
              </a:cxn>
              <a:cxn ang="0">
                <a:pos x="connsiteX96395" y="connsiteY96395"/>
              </a:cxn>
              <a:cxn ang="0">
                <a:pos x="connsiteX96396" y="connsiteY96396"/>
              </a:cxn>
              <a:cxn ang="0">
                <a:pos x="connsiteX96397" y="connsiteY96397"/>
              </a:cxn>
              <a:cxn ang="0">
                <a:pos x="connsiteX96398" y="connsiteY96398"/>
              </a:cxn>
              <a:cxn ang="0">
                <a:pos x="connsiteX96399" y="connsiteY96399"/>
              </a:cxn>
              <a:cxn ang="0">
                <a:pos x="connsiteX96400" y="connsiteY96400"/>
              </a:cxn>
              <a:cxn ang="0">
                <a:pos x="connsiteX96401" y="connsiteY96401"/>
              </a:cxn>
              <a:cxn ang="0">
                <a:pos x="connsiteX96402" y="connsiteY96402"/>
              </a:cxn>
              <a:cxn ang="0">
                <a:pos x="connsiteX96403" y="connsiteY96403"/>
              </a:cxn>
              <a:cxn ang="0">
                <a:pos x="connsiteX96404" y="connsiteY96404"/>
              </a:cxn>
              <a:cxn ang="0">
                <a:pos x="connsiteX96405" y="connsiteY96405"/>
              </a:cxn>
              <a:cxn ang="0">
                <a:pos x="connsiteX96406" y="connsiteY96406"/>
              </a:cxn>
              <a:cxn ang="0">
                <a:pos x="connsiteX96407" y="connsiteY96407"/>
              </a:cxn>
              <a:cxn ang="0">
                <a:pos x="connsiteX96408" y="connsiteY96408"/>
              </a:cxn>
              <a:cxn ang="0">
                <a:pos x="connsiteX96409" y="connsiteY96409"/>
              </a:cxn>
              <a:cxn ang="0">
                <a:pos x="connsiteX96410" y="connsiteY96410"/>
              </a:cxn>
              <a:cxn ang="0">
                <a:pos x="connsiteX96411" y="connsiteY96411"/>
              </a:cxn>
              <a:cxn ang="0">
                <a:pos x="connsiteX96412" y="connsiteY96412"/>
              </a:cxn>
              <a:cxn ang="0">
                <a:pos x="connsiteX96413" y="connsiteY96413"/>
              </a:cxn>
              <a:cxn ang="0">
                <a:pos x="connsiteX96414" y="connsiteY96414"/>
              </a:cxn>
              <a:cxn ang="0">
                <a:pos x="connsiteX96415" y="connsiteY96415"/>
              </a:cxn>
              <a:cxn ang="0">
                <a:pos x="connsiteX96416" y="connsiteY96416"/>
              </a:cxn>
              <a:cxn ang="0">
                <a:pos x="connsiteX96417" y="connsiteY96417"/>
              </a:cxn>
              <a:cxn ang="0">
                <a:pos x="connsiteX96418" y="connsiteY96418"/>
              </a:cxn>
              <a:cxn ang="0">
                <a:pos x="connsiteX96419" y="connsiteY96419"/>
              </a:cxn>
              <a:cxn ang="0">
                <a:pos x="connsiteX96420" y="connsiteY96420"/>
              </a:cxn>
              <a:cxn ang="0">
                <a:pos x="connsiteX96421" y="connsiteY96421"/>
              </a:cxn>
              <a:cxn ang="0">
                <a:pos x="connsiteX96422" y="connsiteY96422"/>
              </a:cxn>
              <a:cxn ang="0">
                <a:pos x="connsiteX96423" y="connsiteY96423"/>
              </a:cxn>
              <a:cxn ang="0">
                <a:pos x="connsiteX96424" y="connsiteY96424"/>
              </a:cxn>
              <a:cxn ang="0">
                <a:pos x="connsiteX96425" y="connsiteY96425"/>
              </a:cxn>
              <a:cxn ang="0">
                <a:pos x="connsiteX96426" y="connsiteY96426"/>
              </a:cxn>
              <a:cxn ang="0">
                <a:pos x="connsiteX96427" y="connsiteY96427"/>
              </a:cxn>
              <a:cxn ang="0">
                <a:pos x="connsiteX96428" y="connsiteY96428"/>
              </a:cxn>
              <a:cxn ang="0">
                <a:pos x="connsiteX96429" y="connsiteY96429"/>
              </a:cxn>
              <a:cxn ang="0">
                <a:pos x="connsiteX96430" y="connsiteY96430"/>
              </a:cxn>
              <a:cxn ang="0">
                <a:pos x="connsiteX96431" y="connsiteY96431"/>
              </a:cxn>
              <a:cxn ang="0">
                <a:pos x="connsiteX96432" y="connsiteY96432"/>
              </a:cxn>
              <a:cxn ang="0">
                <a:pos x="connsiteX96433" y="connsiteY96433"/>
              </a:cxn>
              <a:cxn ang="0">
                <a:pos x="connsiteX96434" y="connsiteY96434"/>
              </a:cxn>
              <a:cxn ang="0">
                <a:pos x="connsiteX96435" y="connsiteY96435"/>
              </a:cxn>
              <a:cxn ang="0">
                <a:pos x="connsiteX96436" y="connsiteY96436"/>
              </a:cxn>
              <a:cxn ang="0">
                <a:pos x="connsiteX96437" y="connsiteY96437"/>
              </a:cxn>
              <a:cxn ang="0">
                <a:pos x="connsiteX96438" y="connsiteY96438"/>
              </a:cxn>
              <a:cxn ang="0">
                <a:pos x="connsiteX96439" y="connsiteY96439"/>
              </a:cxn>
              <a:cxn ang="0">
                <a:pos x="connsiteX96440" y="connsiteY96440"/>
              </a:cxn>
              <a:cxn ang="0">
                <a:pos x="connsiteX96441" y="connsiteY96441"/>
              </a:cxn>
              <a:cxn ang="0">
                <a:pos x="connsiteX96442" y="connsiteY96442"/>
              </a:cxn>
              <a:cxn ang="0">
                <a:pos x="connsiteX96443" y="connsiteY96443"/>
              </a:cxn>
              <a:cxn ang="0">
                <a:pos x="connsiteX96444" y="connsiteY96444"/>
              </a:cxn>
              <a:cxn ang="0">
                <a:pos x="connsiteX96445" y="connsiteY96445"/>
              </a:cxn>
              <a:cxn ang="0">
                <a:pos x="connsiteX96446" y="connsiteY96446"/>
              </a:cxn>
              <a:cxn ang="0">
                <a:pos x="connsiteX96447" y="connsiteY96447"/>
              </a:cxn>
              <a:cxn ang="0">
                <a:pos x="connsiteX96448" y="connsiteY96448"/>
              </a:cxn>
              <a:cxn ang="0">
                <a:pos x="connsiteX96449" y="connsiteY96449"/>
              </a:cxn>
              <a:cxn ang="0">
                <a:pos x="connsiteX96450" y="connsiteY96450"/>
              </a:cxn>
              <a:cxn ang="0">
                <a:pos x="connsiteX96451" y="connsiteY96451"/>
              </a:cxn>
              <a:cxn ang="0">
                <a:pos x="connsiteX96452" y="connsiteY96452"/>
              </a:cxn>
              <a:cxn ang="0">
                <a:pos x="connsiteX96453" y="connsiteY96453"/>
              </a:cxn>
              <a:cxn ang="0">
                <a:pos x="connsiteX96454" y="connsiteY96454"/>
              </a:cxn>
              <a:cxn ang="0">
                <a:pos x="connsiteX96455" y="connsiteY96455"/>
              </a:cxn>
              <a:cxn ang="0">
                <a:pos x="connsiteX96456" y="connsiteY96456"/>
              </a:cxn>
              <a:cxn ang="0">
                <a:pos x="connsiteX96457" y="connsiteY96457"/>
              </a:cxn>
              <a:cxn ang="0">
                <a:pos x="connsiteX96458" y="connsiteY96458"/>
              </a:cxn>
              <a:cxn ang="0">
                <a:pos x="connsiteX96459" y="connsiteY96459"/>
              </a:cxn>
              <a:cxn ang="0">
                <a:pos x="connsiteX96460" y="connsiteY96460"/>
              </a:cxn>
              <a:cxn ang="0">
                <a:pos x="connsiteX96461" y="connsiteY96461"/>
              </a:cxn>
              <a:cxn ang="0">
                <a:pos x="connsiteX96462" y="connsiteY96462"/>
              </a:cxn>
              <a:cxn ang="0">
                <a:pos x="connsiteX96463" y="connsiteY96463"/>
              </a:cxn>
              <a:cxn ang="0">
                <a:pos x="connsiteX96464" y="connsiteY96464"/>
              </a:cxn>
              <a:cxn ang="0">
                <a:pos x="connsiteX96465" y="connsiteY96465"/>
              </a:cxn>
              <a:cxn ang="0">
                <a:pos x="connsiteX96466" y="connsiteY96466"/>
              </a:cxn>
              <a:cxn ang="0">
                <a:pos x="connsiteX96467" y="connsiteY96467"/>
              </a:cxn>
              <a:cxn ang="0">
                <a:pos x="connsiteX96468" y="connsiteY96468"/>
              </a:cxn>
              <a:cxn ang="0">
                <a:pos x="connsiteX96469" y="connsiteY96469"/>
              </a:cxn>
              <a:cxn ang="0">
                <a:pos x="connsiteX96470" y="connsiteY96470"/>
              </a:cxn>
              <a:cxn ang="0">
                <a:pos x="connsiteX96471" y="connsiteY96471"/>
              </a:cxn>
              <a:cxn ang="0">
                <a:pos x="connsiteX96472" y="connsiteY96472"/>
              </a:cxn>
              <a:cxn ang="0">
                <a:pos x="connsiteX96473" y="connsiteY96473"/>
              </a:cxn>
              <a:cxn ang="0">
                <a:pos x="connsiteX96474" y="connsiteY96474"/>
              </a:cxn>
              <a:cxn ang="0">
                <a:pos x="connsiteX96475" y="connsiteY96475"/>
              </a:cxn>
              <a:cxn ang="0">
                <a:pos x="connsiteX96476" y="connsiteY96476"/>
              </a:cxn>
              <a:cxn ang="0">
                <a:pos x="connsiteX96477" y="connsiteY96477"/>
              </a:cxn>
              <a:cxn ang="0">
                <a:pos x="connsiteX96478" y="connsiteY96478"/>
              </a:cxn>
              <a:cxn ang="0">
                <a:pos x="connsiteX96479" y="connsiteY96479"/>
              </a:cxn>
              <a:cxn ang="0">
                <a:pos x="connsiteX96480" y="connsiteY96480"/>
              </a:cxn>
              <a:cxn ang="0">
                <a:pos x="connsiteX96481" y="connsiteY96481"/>
              </a:cxn>
              <a:cxn ang="0">
                <a:pos x="connsiteX96482" y="connsiteY96482"/>
              </a:cxn>
              <a:cxn ang="0">
                <a:pos x="connsiteX96483" y="connsiteY96483"/>
              </a:cxn>
              <a:cxn ang="0">
                <a:pos x="connsiteX96484" y="connsiteY96484"/>
              </a:cxn>
              <a:cxn ang="0">
                <a:pos x="connsiteX96485" y="connsiteY96485"/>
              </a:cxn>
              <a:cxn ang="0">
                <a:pos x="connsiteX96486" y="connsiteY96486"/>
              </a:cxn>
              <a:cxn ang="0">
                <a:pos x="connsiteX96487" y="connsiteY96487"/>
              </a:cxn>
              <a:cxn ang="0">
                <a:pos x="connsiteX96488" y="connsiteY96488"/>
              </a:cxn>
              <a:cxn ang="0">
                <a:pos x="connsiteX96489" y="connsiteY96489"/>
              </a:cxn>
              <a:cxn ang="0">
                <a:pos x="connsiteX96490" y="connsiteY96490"/>
              </a:cxn>
              <a:cxn ang="0">
                <a:pos x="connsiteX96491" y="connsiteY96491"/>
              </a:cxn>
              <a:cxn ang="0">
                <a:pos x="connsiteX96492" y="connsiteY96492"/>
              </a:cxn>
              <a:cxn ang="0">
                <a:pos x="connsiteX96493" y="connsiteY96493"/>
              </a:cxn>
              <a:cxn ang="0">
                <a:pos x="connsiteX96494" y="connsiteY96494"/>
              </a:cxn>
              <a:cxn ang="0">
                <a:pos x="connsiteX96495" y="connsiteY96495"/>
              </a:cxn>
              <a:cxn ang="0">
                <a:pos x="connsiteX96496" y="connsiteY96496"/>
              </a:cxn>
              <a:cxn ang="0">
                <a:pos x="connsiteX96497" y="connsiteY96497"/>
              </a:cxn>
              <a:cxn ang="0">
                <a:pos x="connsiteX96498" y="connsiteY96498"/>
              </a:cxn>
              <a:cxn ang="0">
                <a:pos x="connsiteX96499" y="connsiteY96499"/>
              </a:cxn>
              <a:cxn ang="0">
                <a:pos x="connsiteX96500" y="connsiteY96500"/>
              </a:cxn>
              <a:cxn ang="0">
                <a:pos x="connsiteX96501" y="connsiteY96501"/>
              </a:cxn>
              <a:cxn ang="0">
                <a:pos x="connsiteX96502" y="connsiteY96502"/>
              </a:cxn>
              <a:cxn ang="0">
                <a:pos x="connsiteX96503" y="connsiteY96503"/>
              </a:cxn>
              <a:cxn ang="0">
                <a:pos x="connsiteX96504" y="connsiteY96504"/>
              </a:cxn>
              <a:cxn ang="0">
                <a:pos x="connsiteX96505" y="connsiteY96505"/>
              </a:cxn>
              <a:cxn ang="0">
                <a:pos x="connsiteX96506" y="connsiteY96506"/>
              </a:cxn>
              <a:cxn ang="0">
                <a:pos x="connsiteX96507" y="connsiteY96507"/>
              </a:cxn>
              <a:cxn ang="0">
                <a:pos x="connsiteX96508" y="connsiteY96508"/>
              </a:cxn>
              <a:cxn ang="0">
                <a:pos x="connsiteX96509" y="connsiteY96509"/>
              </a:cxn>
              <a:cxn ang="0">
                <a:pos x="connsiteX96510" y="connsiteY96510"/>
              </a:cxn>
              <a:cxn ang="0">
                <a:pos x="connsiteX96511" y="connsiteY96511"/>
              </a:cxn>
              <a:cxn ang="0">
                <a:pos x="connsiteX96512" y="connsiteY96512"/>
              </a:cxn>
              <a:cxn ang="0">
                <a:pos x="connsiteX96513" y="connsiteY96513"/>
              </a:cxn>
              <a:cxn ang="0">
                <a:pos x="connsiteX96514" y="connsiteY96514"/>
              </a:cxn>
              <a:cxn ang="0">
                <a:pos x="connsiteX96515" y="connsiteY96515"/>
              </a:cxn>
              <a:cxn ang="0">
                <a:pos x="connsiteX96516" y="connsiteY96516"/>
              </a:cxn>
              <a:cxn ang="0">
                <a:pos x="connsiteX96517" y="connsiteY96517"/>
              </a:cxn>
              <a:cxn ang="0">
                <a:pos x="connsiteX96518" y="connsiteY96518"/>
              </a:cxn>
              <a:cxn ang="0">
                <a:pos x="connsiteX96519" y="connsiteY96519"/>
              </a:cxn>
              <a:cxn ang="0">
                <a:pos x="connsiteX96520" y="connsiteY96520"/>
              </a:cxn>
              <a:cxn ang="0">
                <a:pos x="connsiteX96521" y="connsiteY96521"/>
              </a:cxn>
              <a:cxn ang="0">
                <a:pos x="connsiteX96522" y="connsiteY96522"/>
              </a:cxn>
              <a:cxn ang="0">
                <a:pos x="connsiteX96523" y="connsiteY96523"/>
              </a:cxn>
              <a:cxn ang="0">
                <a:pos x="connsiteX96524" y="connsiteY96524"/>
              </a:cxn>
              <a:cxn ang="0">
                <a:pos x="connsiteX96525" y="connsiteY96525"/>
              </a:cxn>
              <a:cxn ang="0">
                <a:pos x="connsiteX96526" y="connsiteY96526"/>
              </a:cxn>
              <a:cxn ang="0">
                <a:pos x="connsiteX96527" y="connsiteY96527"/>
              </a:cxn>
              <a:cxn ang="0">
                <a:pos x="connsiteX96528" y="connsiteY96528"/>
              </a:cxn>
              <a:cxn ang="0">
                <a:pos x="connsiteX96529" y="connsiteY96529"/>
              </a:cxn>
              <a:cxn ang="0">
                <a:pos x="connsiteX96530" y="connsiteY96530"/>
              </a:cxn>
              <a:cxn ang="0">
                <a:pos x="connsiteX96531" y="connsiteY96531"/>
              </a:cxn>
              <a:cxn ang="0">
                <a:pos x="connsiteX96532" y="connsiteY96532"/>
              </a:cxn>
              <a:cxn ang="0">
                <a:pos x="connsiteX96533" y="connsiteY96533"/>
              </a:cxn>
              <a:cxn ang="0">
                <a:pos x="connsiteX96534" y="connsiteY96534"/>
              </a:cxn>
              <a:cxn ang="0">
                <a:pos x="connsiteX96535" y="connsiteY96535"/>
              </a:cxn>
              <a:cxn ang="0">
                <a:pos x="connsiteX96536" y="connsiteY96536"/>
              </a:cxn>
              <a:cxn ang="0">
                <a:pos x="connsiteX96537" y="connsiteY96537"/>
              </a:cxn>
              <a:cxn ang="0">
                <a:pos x="connsiteX96538" y="connsiteY96538"/>
              </a:cxn>
              <a:cxn ang="0">
                <a:pos x="connsiteX96539" y="connsiteY96539"/>
              </a:cxn>
              <a:cxn ang="0">
                <a:pos x="connsiteX96540" y="connsiteY96540"/>
              </a:cxn>
              <a:cxn ang="0">
                <a:pos x="connsiteX96541" y="connsiteY96541"/>
              </a:cxn>
              <a:cxn ang="0">
                <a:pos x="connsiteX96542" y="connsiteY96542"/>
              </a:cxn>
              <a:cxn ang="0">
                <a:pos x="connsiteX96543" y="connsiteY96543"/>
              </a:cxn>
              <a:cxn ang="0">
                <a:pos x="connsiteX96544" y="connsiteY96544"/>
              </a:cxn>
              <a:cxn ang="0">
                <a:pos x="connsiteX96545" y="connsiteY96545"/>
              </a:cxn>
              <a:cxn ang="0">
                <a:pos x="connsiteX96546" y="connsiteY96546"/>
              </a:cxn>
              <a:cxn ang="0">
                <a:pos x="connsiteX96547" y="connsiteY96547"/>
              </a:cxn>
              <a:cxn ang="0">
                <a:pos x="connsiteX96548" y="connsiteY96548"/>
              </a:cxn>
              <a:cxn ang="0">
                <a:pos x="connsiteX96549" y="connsiteY96549"/>
              </a:cxn>
              <a:cxn ang="0">
                <a:pos x="connsiteX96550" y="connsiteY96550"/>
              </a:cxn>
              <a:cxn ang="0">
                <a:pos x="connsiteX96551" y="connsiteY96551"/>
              </a:cxn>
              <a:cxn ang="0">
                <a:pos x="connsiteX96552" y="connsiteY96552"/>
              </a:cxn>
              <a:cxn ang="0">
                <a:pos x="connsiteX96553" y="connsiteY96553"/>
              </a:cxn>
              <a:cxn ang="0">
                <a:pos x="connsiteX96554" y="connsiteY96554"/>
              </a:cxn>
              <a:cxn ang="0">
                <a:pos x="connsiteX96555" y="connsiteY96555"/>
              </a:cxn>
              <a:cxn ang="0">
                <a:pos x="connsiteX96556" y="connsiteY96556"/>
              </a:cxn>
              <a:cxn ang="0">
                <a:pos x="connsiteX96557" y="connsiteY96557"/>
              </a:cxn>
              <a:cxn ang="0">
                <a:pos x="connsiteX96558" y="connsiteY96558"/>
              </a:cxn>
              <a:cxn ang="0">
                <a:pos x="connsiteX96559" y="connsiteY96559"/>
              </a:cxn>
              <a:cxn ang="0">
                <a:pos x="connsiteX96560" y="connsiteY96560"/>
              </a:cxn>
              <a:cxn ang="0">
                <a:pos x="connsiteX96561" y="connsiteY96561"/>
              </a:cxn>
              <a:cxn ang="0">
                <a:pos x="connsiteX96562" y="connsiteY96562"/>
              </a:cxn>
              <a:cxn ang="0">
                <a:pos x="connsiteX96563" y="connsiteY96563"/>
              </a:cxn>
              <a:cxn ang="0">
                <a:pos x="connsiteX96564" y="connsiteY96564"/>
              </a:cxn>
              <a:cxn ang="0">
                <a:pos x="connsiteX96565" y="connsiteY96565"/>
              </a:cxn>
              <a:cxn ang="0">
                <a:pos x="connsiteX96566" y="connsiteY96566"/>
              </a:cxn>
              <a:cxn ang="0">
                <a:pos x="connsiteX96567" y="connsiteY96567"/>
              </a:cxn>
              <a:cxn ang="0">
                <a:pos x="connsiteX96568" y="connsiteY96568"/>
              </a:cxn>
              <a:cxn ang="0">
                <a:pos x="connsiteX96569" y="connsiteY96569"/>
              </a:cxn>
              <a:cxn ang="0">
                <a:pos x="connsiteX96570" y="connsiteY96570"/>
              </a:cxn>
              <a:cxn ang="0">
                <a:pos x="connsiteX96571" y="connsiteY96571"/>
              </a:cxn>
              <a:cxn ang="0">
                <a:pos x="connsiteX96572" y="connsiteY96572"/>
              </a:cxn>
              <a:cxn ang="0">
                <a:pos x="connsiteX96573" y="connsiteY96573"/>
              </a:cxn>
              <a:cxn ang="0">
                <a:pos x="connsiteX96574" y="connsiteY96574"/>
              </a:cxn>
              <a:cxn ang="0">
                <a:pos x="connsiteX96575" y="connsiteY96575"/>
              </a:cxn>
              <a:cxn ang="0">
                <a:pos x="connsiteX96576" y="connsiteY96576"/>
              </a:cxn>
              <a:cxn ang="0">
                <a:pos x="connsiteX96577" y="connsiteY96577"/>
              </a:cxn>
              <a:cxn ang="0">
                <a:pos x="connsiteX96578" y="connsiteY96578"/>
              </a:cxn>
              <a:cxn ang="0">
                <a:pos x="connsiteX96579" y="connsiteY96579"/>
              </a:cxn>
              <a:cxn ang="0">
                <a:pos x="connsiteX96580" y="connsiteY96580"/>
              </a:cxn>
              <a:cxn ang="0">
                <a:pos x="connsiteX96581" y="connsiteY96581"/>
              </a:cxn>
              <a:cxn ang="0">
                <a:pos x="connsiteX96582" y="connsiteY96582"/>
              </a:cxn>
              <a:cxn ang="0">
                <a:pos x="connsiteX96583" y="connsiteY96583"/>
              </a:cxn>
              <a:cxn ang="0">
                <a:pos x="connsiteX96584" y="connsiteY96584"/>
              </a:cxn>
              <a:cxn ang="0">
                <a:pos x="connsiteX96585" y="connsiteY96585"/>
              </a:cxn>
              <a:cxn ang="0">
                <a:pos x="connsiteX96586" y="connsiteY96586"/>
              </a:cxn>
              <a:cxn ang="0">
                <a:pos x="connsiteX96587" y="connsiteY96587"/>
              </a:cxn>
              <a:cxn ang="0">
                <a:pos x="connsiteX96588" y="connsiteY96588"/>
              </a:cxn>
              <a:cxn ang="0">
                <a:pos x="connsiteX96589" y="connsiteY96589"/>
              </a:cxn>
              <a:cxn ang="0">
                <a:pos x="connsiteX96590" y="connsiteY96590"/>
              </a:cxn>
              <a:cxn ang="0">
                <a:pos x="connsiteX96591" y="connsiteY96591"/>
              </a:cxn>
              <a:cxn ang="0">
                <a:pos x="connsiteX96592" y="connsiteY96592"/>
              </a:cxn>
              <a:cxn ang="0">
                <a:pos x="connsiteX96593" y="connsiteY96593"/>
              </a:cxn>
              <a:cxn ang="0">
                <a:pos x="connsiteX96594" y="connsiteY96594"/>
              </a:cxn>
              <a:cxn ang="0">
                <a:pos x="connsiteX96595" y="connsiteY96595"/>
              </a:cxn>
              <a:cxn ang="0">
                <a:pos x="connsiteX96596" y="connsiteY96596"/>
              </a:cxn>
              <a:cxn ang="0">
                <a:pos x="connsiteX96597" y="connsiteY96597"/>
              </a:cxn>
              <a:cxn ang="0">
                <a:pos x="connsiteX96598" y="connsiteY96598"/>
              </a:cxn>
              <a:cxn ang="0">
                <a:pos x="connsiteX96599" y="connsiteY96599"/>
              </a:cxn>
              <a:cxn ang="0">
                <a:pos x="connsiteX96600" y="connsiteY96600"/>
              </a:cxn>
              <a:cxn ang="0">
                <a:pos x="connsiteX96601" y="connsiteY96601"/>
              </a:cxn>
              <a:cxn ang="0">
                <a:pos x="connsiteX96602" y="connsiteY96602"/>
              </a:cxn>
              <a:cxn ang="0">
                <a:pos x="connsiteX96603" y="connsiteY96603"/>
              </a:cxn>
              <a:cxn ang="0">
                <a:pos x="connsiteX96604" y="connsiteY96604"/>
              </a:cxn>
              <a:cxn ang="0">
                <a:pos x="connsiteX96605" y="connsiteY96605"/>
              </a:cxn>
              <a:cxn ang="0">
                <a:pos x="connsiteX96606" y="connsiteY96606"/>
              </a:cxn>
              <a:cxn ang="0">
                <a:pos x="connsiteX96607" y="connsiteY96607"/>
              </a:cxn>
              <a:cxn ang="0">
                <a:pos x="connsiteX96608" y="connsiteY96608"/>
              </a:cxn>
              <a:cxn ang="0">
                <a:pos x="connsiteX96609" y="connsiteY96609"/>
              </a:cxn>
              <a:cxn ang="0">
                <a:pos x="connsiteX96610" y="connsiteY96610"/>
              </a:cxn>
              <a:cxn ang="0">
                <a:pos x="connsiteX96611" y="connsiteY96611"/>
              </a:cxn>
              <a:cxn ang="0">
                <a:pos x="connsiteX96612" y="connsiteY96612"/>
              </a:cxn>
              <a:cxn ang="0">
                <a:pos x="connsiteX96613" y="connsiteY96613"/>
              </a:cxn>
              <a:cxn ang="0">
                <a:pos x="connsiteX96614" y="connsiteY96614"/>
              </a:cxn>
              <a:cxn ang="0">
                <a:pos x="connsiteX96615" y="connsiteY96615"/>
              </a:cxn>
              <a:cxn ang="0">
                <a:pos x="connsiteX96616" y="connsiteY96616"/>
              </a:cxn>
              <a:cxn ang="0">
                <a:pos x="connsiteX96617" y="connsiteY96617"/>
              </a:cxn>
              <a:cxn ang="0">
                <a:pos x="connsiteX96618" y="connsiteY96618"/>
              </a:cxn>
              <a:cxn ang="0">
                <a:pos x="connsiteX96619" y="connsiteY96619"/>
              </a:cxn>
              <a:cxn ang="0">
                <a:pos x="connsiteX96620" y="connsiteY96620"/>
              </a:cxn>
              <a:cxn ang="0">
                <a:pos x="connsiteX96621" y="connsiteY96621"/>
              </a:cxn>
              <a:cxn ang="0">
                <a:pos x="connsiteX96622" y="connsiteY96622"/>
              </a:cxn>
              <a:cxn ang="0">
                <a:pos x="connsiteX96623" y="connsiteY96623"/>
              </a:cxn>
              <a:cxn ang="0">
                <a:pos x="connsiteX96624" y="connsiteY96624"/>
              </a:cxn>
              <a:cxn ang="0">
                <a:pos x="connsiteX96625" y="connsiteY96625"/>
              </a:cxn>
              <a:cxn ang="0">
                <a:pos x="connsiteX96626" y="connsiteY96626"/>
              </a:cxn>
              <a:cxn ang="0">
                <a:pos x="connsiteX96627" y="connsiteY96627"/>
              </a:cxn>
              <a:cxn ang="0">
                <a:pos x="connsiteX96628" y="connsiteY96628"/>
              </a:cxn>
              <a:cxn ang="0">
                <a:pos x="connsiteX96629" y="connsiteY96629"/>
              </a:cxn>
              <a:cxn ang="0">
                <a:pos x="connsiteX96630" y="connsiteY96630"/>
              </a:cxn>
              <a:cxn ang="0">
                <a:pos x="connsiteX96631" y="connsiteY96631"/>
              </a:cxn>
              <a:cxn ang="0">
                <a:pos x="connsiteX96632" y="connsiteY96632"/>
              </a:cxn>
              <a:cxn ang="0">
                <a:pos x="connsiteX96633" y="connsiteY96633"/>
              </a:cxn>
              <a:cxn ang="0">
                <a:pos x="connsiteX96634" y="connsiteY96634"/>
              </a:cxn>
              <a:cxn ang="0">
                <a:pos x="connsiteX96635" y="connsiteY96635"/>
              </a:cxn>
              <a:cxn ang="0">
                <a:pos x="connsiteX96636" y="connsiteY96636"/>
              </a:cxn>
              <a:cxn ang="0">
                <a:pos x="connsiteX96637" y="connsiteY96637"/>
              </a:cxn>
              <a:cxn ang="0">
                <a:pos x="connsiteX96638" y="connsiteY96638"/>
              </a:cxn>
              <a:cxn ang="0">
                <a:pos x="connsiteX96639" y="connsiteY96639"/>
              </a:cxn>
              <a:cxn ang="0">
                <a:pos x="connsiteX96640" y="connsiteY96640"/>
              </a:cxn>
              <a:cxn ang="0">
                <a:pos x="connsiteX96641" y="connsiteY96641"/>
              </a:cxn>
              <a:cxn ang="0">
                <a:pos x="connsiteX96642" y="connsiteY96642"/>
              </a:cxn>
              <a:cxn ang="0">
                <a:pos x="connsiteX96643" y="connsiteY96643"/>
              </a:cxn>
              <a:cxn ang="0">
                <a:pos x="connsiteX96644" y="connsiteY96644"/>
              </a:cxn>
              <a:cxn ang="0">
                <a:pos x="connsiteX96645" y="connsiteY96645"/>
              </a:cxn>
              <a:cxn ang="0">
                <a:pos x="connsiteX96646" y="connsiteY96646"/>
              </a:cxn>
              <a:cxn ang="0">
                <a:pos x="connsiteX96647" y="connsiteY96647"/>
              </a:cxn>
              <a:cxn ang="0">
                <a:pos x="connsiteX96648" y="connsiteY96648"/>
              </a:cxn>
              <a:cxn ang="0">
                <a:pos x="connsiteX96649" y="connsiteY96649"/>
              </a:cxn>
              <a:cxn ang="0">
                <a:pos x="connsiteX96650" y="connsiteY96650"/>
              </a:cxn>
              <a:cxn ang="0">
                <a:pos x="connsiteX96651" y="connsiteY96651"/>
              </a:cxn>
              <a:cxn ang="0">
                <a:pos x="connsiteX96652" y="connsiteY96652"/>
              </a:cxn>
              <a:cxn ang="0">
                <a:pos x="connsiteX96653" y="connsiteY96653"/>
              </a:cxn>
              <a:cxn ang="0">
                <a:pos x="connsiteX96654" y="connsiteY96654"/>
              </a:cxn>
              <a:cxn ang="0">
                <a:pos x="connsiteX96655" y="connsiteY96655"/>
              </a:cxn>
              <a:cxn ang="0">
                <a:pos x="connsiteX96656" y="connsiteY96656"/>
              </a:cxn>
              <a:cxn ang="0">
                <a:pos x="connsiteX96657" y="connsiteY96657"/>
              </a:cxn>
              <a:cxn ang="0">
                <a:pos x="connsiteX96658" y="connsiteY96658"/>
              </a:cxn>
              <a:cxn ang="0">
                <a:pos x="connsiteX96659" y="connsiteY96659"/>
              </a:cxn>
              <a:cxn ang="0">
                <a:pos x="connsiteX96660" y="connsiteY96660"/>
              </a:cxn>
              <a:cxn ang="0">
                <a:pos x="connsiteX96661" y="connsiteY96661"/>
              </a:cxn>
              <a:cxn ang="0">
                <a:pos x="connsiteX96662" y="connsiteY96662"/>
              </a:cxn>
              <a:cxn ang="0">
                <a:pos x="connsiteX96663" y="connsiteY96663"/>
              </a:cxn>
              <a:cxn ang="0">
                <a:pos x="connsiteX96664" y="connsiteY96664"/>
              </a:cxn>
              <a:cxn ang="0">
                <a:pos x="connsiteX96665" y="connsiteY96665"/>
              </a:cxn>
              <a:cxn ang="0">
                <a:pos x="connsiteX96666" y="connsiteY96666"/>
              </a:cxn>
              <a:cxn ang="0">
                <a:pos x="connsiteX96667" y="connsiteY96667"/>
              </a:cxn>
              <a:cxn ang="0">
                <a:pos x="connsiteX96668" y="connsiteY96668"/>
              </a:cxn>
              <a:cxn ang="0">
                <a:pos x="connsiteX96669" y="connsiteY96669"/>
              </a:cxn>
              <a:cxn ang="0">
                <a:pos x="connsiteX96670" y="connsiteY96670"/>
              </a:cxn>
              <a:cxn ang="0">
                <a:pos x="connsiteX96671" y="connsiteY96671"/>
              </a:cxn>
              <a:cxn ang="0">
                <a:pos x="connsiteX96672" y="connsiteY96672"/>
              </a:cxn>
              <a:cxn ang="0">
                <a:pos x="connsiteX96673" y="connsiteY96673"/>
              </a:cxn>
              <a:cxn ang="0">
                <a:pos x="connsiteX96674" y="connsiteY96674"/>
              </a:cxn>
              <a:cxn ang="0">
                <a:pos x="connsiteX96675" y="connsiteY96675"/>
              </a:cxn>
              <a:cxn ang="0">
                <a:pos x="connsiteX96676" y="connsiteY96676"/>
              </a:cxn>
              <a:cxn ang="0">
                <a:pos x="connsiteX96677" y="connsiteY96677"/>
              </a:cxn>
              <a:cxn ang="0">
                <a:pos x="connsiteX96678" y="connsiteY96678"/>
              </a:cxn>
              <a:cxn ang="0">
                <a:pos x="connsiteX96679" y="connsiteY96679"/>
              </a:cxn>
              <a:cxn ang="0">
                <a:pos x="connsiteX96680" y="connsiteY96680"/>
              </a:cxn>
              <a:cxn ang="0">
                <a:pos x="connsiteX96681" y="connsiteY96681"/>
              </a:cxn>
              <a:cxn ang="0">
                <a:pos x="connsiteX96682" y="connsiteY96682"/>
              </a:cxn>
              <a:cxn ang="0">
                <a:pos x="connsiteX96683" y="connsiteY96683"/>
              </a:cxn>
              <a:cxn ang="0">
                <a:pos x="connsiteX96684" y="connsiteY96684"/>
              </a:cxn>
              <a:cxn ang="0">
                <a:pos x="connsiteX96685" y="connsiteY96685"/>
              </a:cxn>
              <a:cxn ang="0">
                <a:pos x="connsiteX96686" y="connsiteY96686"/>
              </a:cxn>
              <a:cxn ang="0">
                <a:pos x="connsiteX96687" y="connsiteY96687"/>
              </a:cxn>
              <a:cxn ang="0">
                <a:pos x="connsiteX96688" y="connsiteY96688"/>
              </a:cxn>
              <a:cxn ang="0">
                <a:pos x="connsiteX96689" y="connsiteY96689"/>
              </a:cxn>
              <a:cxn ang="0">
                <a:pos x="connsiteX96690" y="connsiteY96690"/>
              </a:cxn>
              <a:cxn ang="0">
                <a:pos x="connsiteX96691" y="connsiteY96691"/>
              </a:cxn>
              <a:cxn ang="0">
                <a:pos x="connsiteX96692" y="connsiteY96692"/>
              </a:cxn>
              <a:cxn ang="0">
                <a:pos x="connsiteX96693" y="connsiteY96693"/>
              </a:cxn>
              <a:cxn ang="0">
                <a:pos x="connsiteX96694" y="connsiteY96694"/>
              </a:cxn>
              <a:cxn ang="0">
                <a:pos x="connsiteX96695" y="connsiteY96695"/>
              </a:cxn>
              <a:cxn ang="0">
                <a:pos x="connsiteX96696" y="connsiteY96696"/>
              </a:cxn>
              <a:cxn ang="0">
                <a:pos x="connsiteX96697" y="connsiteY96697"/>
              </a:cxn>
              <a:cxn ang="0">
                <a:pos x="connsiteX96698" y="connsiteY96698"/>
              </a:cxn>
              <a:cxn ang="0">
                <a:pos x="connsiteX96699" y="connsiteY96699"/>
              </a:cxn>
              <a:cxn ang="0">
                <a:pos x="connsiteX96700" y="connsiteY96700"/>
              </a:cxn>
              <a:cxn ang="0">
                <a:pos x="connsiteX96701" y="connsiteY96701"/>
              </a:cxn>
              <a:cxn ang="0">
                <a:pos x="connsiteX96702" y="connsiteY96702"/>
              </a:cxn>
              <a:cxn ang="0">
                <a:pos x="connsiteX96703" y="connsiteY96703"/>
              </a:cxn>
              <a:cxn ang="0">
                <a:pos x="connsiteX96704" y="connsiteY96704"/>
              </a:cxn>
              <a:cxn ang="0">
                <a:pos x="connsiteX96705" y="connsiteY96705"/>
              </a:cxn>
              <a:cxn ang="0">
                <a:pos x="connsiteX96706" y="connsiteY96706"/>
              </a:cxn>
              <a:cxn ang="0">
                <a:pos x="connsiteX96707" y="connsiteY96707"/>
              </a:cxn>
              <a:cxn ang="0">
                <a:pos x="connsiteX96708" y="connsiteY96708"/>
              </a:cxn>
              <a:cxn ang="0">
                <a:pos x="connsiteX96709" y="connsiteY96709"/>
              </a:cxn>
              <a:cxn ang="0">
                <a:pos x="connsiteX96710" y="connsiteY96710"/>
              </a:cxn>
              <a:cxn ang="0">
                <a:pos x="connsiteX96711" y="connsiteY96711"/>
              </a:cxn>
              <a:cxn ang="0">
                <a:pos x="connsiteX96712" y="connsiteY96712"/>
              </a:cxn>
              <a:cxn ang="0">
                <a:pos x="connsiteX96713" y="connsiteY96713"/>
              </a:cxn>
              <a:cxn ang="0">
                <a:pos x="connsiteX96714" y="connsiteY96714"/>
              </a:cxn>
              <a:cxn ang="0">
                <a:pos x="connsiteX96715" y="connsiteY96715"/>
              </a:cxn>
              <a:cxn ang="0">
                <a:pos x="connsiteX96716" y="connsiteY96716"/>
              </a:cxn>
              <a:cxn ang="0">
                <a:pos x="connsiteX96717" y="connsiteY96717"/>
              </a:cxn>
              <a:cxn ang="0">
                <a:pos x="connsiteX96718" y="connsiteY96718"/>
              </a:cxn>
              <a:cxn ang="0">
                <a:pos x="connsiteX96719" y="connsiteY96719"/>
              </a:cxn>
              <a:cxn ang="0">
                <a:pos x="connsiteX96720" y="connsiteY96720"/>
              </a:cxn>
              <a:cxn ang="0">
                <a:pos x="connsiteX96721" y="connsiteY96721"/>
              </a:cxn>
              <a:cxn ang="0">
                <a:pos x="connsiteX96722" y="connsiteY96722"/>
              </a:cxn>
              <a:cxn ang="0">
                <a:pos x="connsiteX96723" y="connsiteY96723"/>
              </a:cxn>
              <a:cxn ang="0">
                <a:pos x="connsiteX96724" y="connsiteY96724"/>
              </a:cxn>
              <a:cxn ang="0">
                <a:pos x="connsiteX96725" y="connsiteY96725"/>
              </a:cxn>
              <a:cxn ang="0">
                <a:pos x="connsiteX96726" y="connsiteY96726"/>
              </a:cxn>
              <a:cxn ang="0">
                <a:pos x="connsiteX96727" y="connsiteY96727"/>
              </a:cxn>
              <a:cxn ang="0">
                <a:pos x="connsiteX96728" y="connsiteY96728"/>
              </a:cxn>
              <a:cxn ang="0">
                <a:pos x="connsiteX96729" y="connsiteY96729"/>
              </a:cxn>
              <a:cxn ang="0">
                <a:pos x="connsiteX96730" y="connsiteY96730"/>
              </a:cxn>
              <a:cxn ang="0">
                <a:pos x="connsiteX96731" y="connsiteY96731"/>
              </a:cxn>
              <a:cxn ang="0">
                <a:pos x="connsiteX96732" y="connsiteY96732"/>
              </a:cxn>
              <a:cxn ang="0">
                <a:pos x="connsiteX96733" y="connsiteY96733"/>
              </a:cxn>
              <a:cxn ang="0">
                <a:pos x="connsiteX96734" y="connsiteY96734"/>
              </a:cxn>
              <a:cxn ang="0">
                <a:pos x="connsiteX96735" y="connsiteY96735"/>
              </a:cxn>
              <a:cxn ang="0">
                <a:pos x="connsiteX96736" y="connsiteY96736"/>
              </a:cxn>
              <a:cxn ang="0">
                <a:pos x="connsiteX96737" y="connsiteY96737"/>
              </a:cxn>
              <a:cxn ang="0">
                <a:pos x="connsiteX96738" y="connsiteY96738"/>
              </a:cxn>
              <a:cxn ang="0">
                <a:pos x="connsiteX96739" y="connsiteY96739"/>
              </a:cxn>
              <a:cxn ang="0">
                <a:pos x="connsiteX96740" y="connsiteY96740"/>
              </a:cxn>
              <a:cxn ang="0">
                <a:pos x="connsiteX96741" y="connsiteY96741"/>
              </a:cxn>
              <a:cxn ang="0">
                <a:pos x="connsiteX96742" y="connsiteY96742"/>
              </a:cxn>
              <a:cxn ang="0">
                <a:pos x="connsiteX96743" y="connsiteY96743"/>
              </a:cxn>
              <a:cxn ang="0">
                <a:pos x="connsiteX96744" y="connsiteY96744"/>
              </a:cxn>
              <a:cxn ang="0">
                <a:pos x="connsiteX96745" y="connsiteY96745"/>
              </a:cxn>
              <a:cxn ang="0">
                <a:pos x="connsiteX96746" y="connsiteY96746"/>
              </a:cxn>
              <a:cxn ang="0">
                <a:pos x="connsiteX96747" y="connsiteY96747"/>
              </a:cxn>
              <a:cxn ang="0">
                <a:pos x="connsiteX96748" y="connsiteY96748"/>
              </a:cxn>
              <a:cxn ang="0">
                <a:pos x="connsiteX96749" y="connsiteY96749"/>
              </a:cxn>
              <a:cxn ang="0">
                <a:pos x="connsiteX96750" y="connsiteY96750"/>
              </a:cxn>
              <a:cxn ang="0">
                <a:pos x="connsiteX96751" y="connsiteY96751"/>
              </a:cxn>
              <a:cxn ang="0">
                <a:pos x="connsiteX96752" y="connsiteY96752"/>
              </a:cxn>
              <a:cxn ang="0">
                <a:pos x="connsiteX96753" y="connsiteY96753"/>
              </a:cxn>
              <a:cxn ang="0">
                <a:pos x="connsiteX96754" y="connsiteY96754"/>
              </a:cxn>
              <a:cxn ang="0">
                <a:pos x="connsiteX96755" y="connsiteY96755"/>
              </a:cxn>
              <a:cxn ang="0">
                <a:pos x="connsiteX96756" y="connsiteY96756"/>
              </a:cxn>
              <a:cxn ang="0">
                <a:pos x="connsiteX96757" y="connsiteY96757"/>
              </a:cxn>
              <a:cxn ang="0">
                <a:pos x="connsiteX96758" y="connsiteY96758"/>
              </a:cxn>
              <a:cxn ang="0">
                <a:pos x="connsiteX96759" y="connsiteY96759"/>
              </a:cxn>
              <a:cxn ang="0">
                <a:pos x="connsiteX96760" y="connsiteY96760"/>
              </a:cxn>
              <a:cxn ang="0">
                <a:pos x="connsiteX96761" y="connsiteY96761"/>
              </a:cxn>
              <a:cxn ang="0">
                <a:pos x="connsiteX96762" y="connsiteY96762"/>
              </a:cxn>
              <a:cxn ang="0">
                <a:pos x="connsiteX96763" y="connsiteY96763"/>
              </a:cxn>
              <a:cxn ang="0">
                <a:pos x="connsiteX96764" y="connsiteY96764"/>
              </a:cxn>
              <a:cxn ang="0">
                <a:pos x="connsiteX96765" y="connsiteY96765"/>
              </a:cxn>
              <a:cxn ang="0">
                <a:pos x="connsiteX96766" y="connsiteY96766"/>
              </a:cxn>
              <a:cxn ang="0">
                <a:pos x="connsiteX96767" y="connsiteY96767"/>
              </a:cxn>
              <a:cxn ang="0">
                <a:pos x="connsiteX96768" y="connsiteY96768"/>
              </a:cxn>
              <a:cxn ang="0">
                <a:pos x="connsiteX96769" y="connsiteY96769"/>
              </a:cxn>
              <a:cxn ang="0">
                <a:pos x="connsiteX96770" y="connsiteY96770"/>
              </a:cxn>
              <a:cxn ang="0">
                <a:pos x="connsiteX96771" y="connsiteY96771"/>
              </a:cxn>
              <a:cxn ang="0">
                <a:pos x="connsiteX96772" y="connsiteY96772"/>
              </a:cxn>
              <a:cxn ang="0">
                <a:pos x="connsiteX96773" y="connsiteY96773"/>
              </a:cxn>
              <a:cxn ang="0">
                <a:pos x="connsiteX96774" y="connsiteY96774"/>
              </a:cxn>
              <a:cxn ang="0">
                <a:pos x="connsiteX96775" y="connsiteY96775"/>
              </a:cxn>
              <a:cxn ang="0">
                <a:pos x="connsiteX96776" y="connsiteY96776"/>
              </a:cxn>
              <a:cxn ang="0">
                <a:pos x="connsiteX96777" y="connsiteY96777"/>
              </a:cxn>
              <a:cxn ang="0">
                <a:pos x="connsiteX96778" y="connsiteY96778"/>
              </a:cxn>
              <a:cxn ang="0">
                <a:pos x="connsiteX96779" y="connsiteY96779"/>
              </a:cxn>
              <a:cxn ang="0">
                <a:pos x="connsiteX96780" y="connsiteY96780"/>
              </a:cxn>
              <a:cxn ang="0">
                <a:pos x="connsiteX96781" y="connsiteY96781"/>
              </a:cxn>
              <a:cxn ang="0">
                <a:pos x="connsiteX96782" y="connsiteY96782"/>
              </a:cxn>
              <a:cxn ang="0">
                <a:pos x="connsiteX96783" y="connsiteY96783"/>
              </a:cxn>
              <a:cxn ang="0">
                <a:pos x="connsiteX96784" y="connsiteY96784"/>
              </a:cxn>
              <a:cxn ang="0">
                <a:pos x="connsiteX96785" y="connsiteY96785"/>
              </a:cxn>
              <a:cxn ang="0">
                <a:pos x="connsiteX96786" y="connsiteY96786"/>
              </a:cxn>
              <a:cxn ang="0">
                <a:pos x="connsiteX96787" y="connsiteY96787"/>
              </a:cxn>
              <a:cxn ang="0">
                <a:pos x="connsiteX96788" y="connsiteY96788"/>
              </a:cxn>
              <a:cxn ang="0">
                <a:pos x="connsiteX96789" y="connsiteY96789"/>
              </a:cxn>
              <a:cxn ang="0">
                <a:pos x="connsiteX96790" y="connsiteY96790"/>
              </a:cxn>
              <a:cxn ang="0">
                <a:pos x="connsiteX96791" y="connsiteY96791"/>
              </a:cxn>
              <a:cxn ang="0">
                <a:pos x="connsiteX96792" y="connsiteY96792"/>
              </a:cxn>
              <a:cxn ang="0">
                <a:pos x="connsiteX96793" y="connsiteY96793"/>
              </a:cxn>
              <a:cxn ang="0">
                <a:pos x="connsiteX96794" y="connsiteY96794"/>
              </a:cxn>
              <a:cxn ang="0">
                <a:pos x="connsiteX96795" y="connsiteY96795"/>
              </a:cxn>
              <a:cxn ang="0">
                <a:pos x="connsiteX96796" y="connsiteY96796"/>
              </a:cxn>
              <a:cxn ang="0">
                <a:pos x="connsiteX96797" y="connsiteY96797"/>
              </a:cxn>
              <a:cxn ang="0">
                <a:pos x="connsiteX96798" y="connsiteY96798"/>
              </a:cxn>
              <a:cxn ang="0">
                <a:pos x="connsiteX96799" y="connsiteY96799"/>
              </a:cxn>
              <a:cxn ang="0">
                <a:pos x="connsiteX96800" y="connsiteY96800"/>
              </a:cxn>
              <a:cxn ang="0">
                <a:pos x="connsiteX96801" y="connsiteY96801"/>
              </a:cxn>
              <a:cxn ang="0">
                <a:pos x="connsiteX96802" y="connsiteY96802"/>
              </a:cxn>
              <a:cxn ang="0">
                <a:pos x="connsiteX96803" y="connsiteY96803"/>
              </a:cxn>
              <a:cxn ang="0">
                <a:pos x="connsiteX96804" y="connsiteY96804"/>
              </a:cxn>
              <a:cxn ang="0">
                <a:pos x="connsiteX96805" y="connsiteY96805"/>
              </a:cxn>
              <a:cxn ang="0">
                <a:pos x="connsiteX96806" y="connsiteY96806"/>
              </a:cxn>
              <a:cxn ang="0">
                <a:pos x="connsiteX96807" y="connsiteY96807"/>
              </a:cxn>
              <a:cxn ang="0">
                <a:pos x="connsiteX96808" y="connsiteY96808"/>
              </a:cxn>
              <a:cxn ang="0">
                <a:pos x="connsiteX96809" y="connsiteY96809"/>
              </a:cxn>
              <a:cxn ang="0">
                <a:pos x="connsiteX96810" y="connsiteY96810"/>
              </a:cxn>
              <a:cxn ang="0">
                <a:pos x="connsiteX96811" y="connsiteY96811"/>
              </a:cxn>
              <a:cxn ang="0">
                <a:pos x="connsiteX96812" y="connsiteY96812"/>
              </a:cxn>
              <a:cxn ang="0">
                <a:pos x="connsiteX96813" y="connsiteY96813"/>
              </a:cxn>
              <a:cxn ang="0">
                <a:pos x="connsiteX96814" y="connsiteY96814"/>
              </a:cxn>
              <a:cxn ang="0">
                <a:pos x="connsiteX96815" y="connsiteY96815"/>
              </a:cxn>
              <a:cxn ang="0">
                <a:pos x="connsiteX96816" y="connsiteY96816"/>
              </a:cxn>
              <a:cxn ang="0">
                <a:pos x="connsiteX96817" y="connsiteY96817"/>
              </a:cxn>
              <a:cxn ang="0">
                <a:pos x="connsiteX96818" y="connsiteY96818"/>
              </a:cxn>
              <a:cxn ang="0">
                <a:pos x="connsiteX96819" y="connsiteY96819"/>
              </a:cxn>
              <a:cxn ang="0">
                <a:pos x="connsiteX96820" y="connsiteY96820"/>
              </a:cxn>
              <a:cxn ang="0">
                <a:pos x="connsiteX96821" y="connsiteY96821"/>
              </a:cxn>
              <a:cxn ang="0">
                <a:pos x="connsiteX96822" y="connsiteY96822"/>
              </a:cxn>
              <a:cxn ang="0">
                <a:pos x="connsiteX96823" y="connsiteY96823"/>
              </a:cxn>
              <a:cxn ang="0">
                <a:pos x="connsiteX96824" y="connsiteY96824"/>
              </a:cxn>
              <a:cxn ang="0">
                <a:pos x="connsiteX96825" y="connsiteY96825"/>
              </a:cxn>
              <a:cxn ang="0">
                <a:pos x="connsiteX96826" y="connsiteY96826"/>
              </a:cxn>
              <a:cxn ang="0">
                <a:pos x="connsiteX96827" y="connsiteY96827"/>
              </a:cxn>
              <a:cxn ang="0">
                <a:pos x="connsiteX96828" y="connsiteY96828"/>
              </a:cxn>
              <a:cxn ang="0">
                <a:pos x="connsiteX96829" y="connsiteY96829"/>
              </a:cxn>
              <a:cxn ang="0">
                <a:pos x="connsiteX96830" y="connsiteY96830"/>
              </a:cxn>
              <a:cxn ang="0">
                <a:pos x="connsiteX96831" y="connsiteY96831"/>
              </a:cxn>
              <a:cxn ang="0">
                <a:pos x="connsiteX96832" y="connsiteY96832"/>
              </a:cxn>
              <a:cxn ang="0">
                <a:pos x="connsiteX96833" y="connsiteY96833"/>
              </a:cxn>
              <a:cxn ang="0">
                <a:pos x="connsiteX96834" y="connsiteY96834"/>
              </a:cxn>
              <a:cxn ang="0">
                <a:pos x="connsiteX96835" y="connsiteY96835"/>
              </a:cxn>
              <a:cxn ang="0">
                <a:pos x="connsiteX96836" y="connsiteY96836"/>
              </a:cxn>
              <a:cxn ang="0">
                <a:pos x="connsiteX96837" y="connsiteY96837"/>
              </a:cxn>
              <a:cxn ang="0">
                <a:pos x="connsiteX96838" y="connsiteY96838"/>
              </a:cxn>
              <a:cxn ang="0">
                <a:pos x="connsiteX96839" y="connsiteY96839"/>
              </a:cxn>
              <a:cxn ang="0">
                <a:pos x="connsiteX96840" y="connsiteY96840"/>
              </a:cxn>
              <a:cxn ang="0">
                <a:pos x="connsiteX96841" y="connsiteY96841"/>
              </a:cxn>
              <a:cxn ang="0">
                <a:pos x="connsiteX96842" y="connsiteY96842"/>
              </a:cxn>
              <a:cxn ang="0">
                <a:pos x="connsiteX96843" y="connsiteY96843"/>
              </a:cxn>
              <a:cxn ang="0">
                <a:pos x="connsiteX96844" y="connsiteY96844"/>
              </a:cxn>
              <a:cxn ang="0">
                <a:pos x="connsiteX96845" y="connsiteY96845"/>
              </a:cxn>
              <a:cxn ang="0">
                <a:pos x="connsiteX96846" y="connsiteY96846"/>
              </a:cxn>
              <a:cxn ang="0">
                <a:pos x="connsiteX96847" y="connsiteY96847"/>
              </a:cxn>
              <a:cxn ang="0">
                <a:pos x="connsiteX96848" y="connsiteY96848"/>
              </a:cxn>
              <a:cxn ang="0">
                <a:pos x="connsiteX96849" y="connsiteY96849"/>
              </a:cxn>
              <a:cxn ang="0">
                <a:pos x="connsiteX96850" y="connsiteY96850"/>
              </a:cxn>
              <a:cxn ang="0">
                <a:pos x="connsiteX96851" y="connsiteY96851"/>
              </a:cxn>
              <a:cxn ang="0">
                <a:pos x="connsiteX96852" y="connsiteY96852"/>
              </a:cxn>
              <a:cxn ang="0">
                <a:pos x="connsiteX96853" y="connsiteY96853"/>
              </a:cxn>
              <a:cxn ang="0">
                <a:pos x="connsiteX96854" y="connsiteY96854"/>
              </a:cxn>
              <a:cxn ang="0">
                <a:pos x="connsiteX96855" y="connsiteY96855"/>
              </a:cxn>
              <a:cxn ang="0">
                <a:pos x="connsiteX96856" y="connsiteY96856"/>
              </a:cxn>
              <a:cxn ang="0">
                <a:pos x="connsiteX96857" y="connsiteY96857"/>
              </a:cxn>
              <a:cxn ang="0">
                <a:pos x="connsiteX96858" y="connsiteY96858"/>
              </a:cxn>
              <a:cxn ang="0">
                <a:pos x="connsiteX96859" y="connsiteY96859"/>
              </a:cxn>
              <a:cxn ang="0">
                <a:pos x="connsiteX96860" y="connsiteY96860"/>
              </a:cxn>
              <a:cxn ang="0">
                <a:pos x="connsiteX96861" y="connsiteY96861"/>
              </a:cxn>
              <a:cxn ang="0">
                <a:pos x="connsiteX96862" y="connsiteY96862"/>
              </a:cxn>
              <a:cxn ang="0">
                <a:pos x="connsiteX96863" y="connsiteY96863"/>
              </a:cxn>
              <a:cxn ang="0">
                <a:pos x="connsiteX96864" y="connsiteY96864"/>
              </a:cxn>
              <a:cxn ang="0">
                <a:pos x="connsiteX96865" y="connsiteY96865"/>
              </a:cxn>
              <a:cxn ang="0">
                <a:pos x="connsiteX96866" y="connsiteY96866"/>
              </a:cxn>
              <a:cxn ang="0">
                <a:pos x="connsiteX96867" y="connsiteY96867"/>
              </a:cxn>
              <a:cxn ang="0">
                <a:pos x="connsiteX96868" y="connsiteY96868"/>
              </a:cxn>
              <a:cxn ang="0">
                <a:pos x="connsiteX96869" y="connsiteY96869"/>
              </a:cxn>
              <a:cxn ang="0">
                <a:pos x="connsiteX96870" y="connsiteY96870"/>
              </a:cxn>
              <a:cxn ang="0">
                <a:pos x="connsiteX96871" y="connsiteY96871"/>
              </a:cxn>
              <a:cxn ang="0">
                <a:pos x="connsiteX96872" y="connsiteY96872"/>
              </a:cxn>
              <a:cxn ang="0">
                <a:pos x="connsiteX96873" y="connsiteY96873"/>
              </a:cxn>
              <a:cxn ang="0">
                <a:pos x="connsiteX96874" y="connsiteY96874"/>
              </a:cxn>
              <a:cxn ang="0">
                <a:pos x="connsiteX96875" y="connsiteY96875"/>
              </a:cxn>
              <a:cxn ang="0">
                <a:pos x="connsiteX96876" y="connsiteY96876"/>
              </a:cxn>
              <a:cxn ang="0">
                <a:pos x="connsiteX96877" y="connsiteY96877"/>
              </a:cxn>
              <a:cxn ang="0">
                <a:pos x="connsiteX96878" y="connsiteY96878"/>
              </a:cxn>
              <a:cxn ang="0">
                <a:pos x="connsiteX96879" y="connsiteY96879"/>
              </a:cxn>
              <a:cxn ang="0">
                <a:pos x="connsiteX96880" y="connsiteY96880"/>
              </a:cxn>
              <a:cxn ang="0">
                <a:pos x="connsiteX96881" y="connsiteY96881"/>
              </a:cxn>
              <a:cxn ang="0">
                <a:pos x="connsiteX96882" y="connsiteY96882"/>
              </a:cxn>
              <a:cxn ang="0">
                <a:pos x="connsiteX96883" y="connsiteY96883"/>
              </a:cxn>
              <a:cxn ang="0">
                <a:pos x="connsiteX96884" y="connsiteY96884"/>
              </a:cxn>
              <a:cxn ang="0">
                <a:pos x="connsiteX96885" y="connsiteY96885"/>
              </a:cxn>
              <a:cxn ang="0">
                <a:pos x="connsiteX96886" y="connsiteY96886"/>
              </a:cxn>
              <a:cxn ang="0">
                <a:pos x="connsiteX96887" y="connsiteY96887"/>
              </a:cxn>
              <a:cxn ang="0">
                <a:pos x="connsiteX96888" y="connsiteY96888"/>
              </a:cxn>
              <a:cxn ang="0">
                <a:pos x="connsiteX96889" y="connsiteY96889"/>
              </a:cxn>
              <a:cxn ang="0">
                <a:pos x="connsiteX96890" y="connsiteY96890"/>
              </a:cxn>
              <a:cxn ang="0">
                <a:pos x="connsiteX96891" y="connsiteY96891"/>
              </a:cxn>
              <a:cxn ang="0">
                <a:pos x="connsiteX96892" y="connsiteY96892"/>
              </a:cxn>
              <a:cxn ang="0">
                <a:pos x="connsiteX96893" y="connsiteY96893"/>
              </a:cxn>
              <a:cxn ang="0">
                <a:pos x="connsiteX96894" y="connsiteY96894"/>
              </a:cxn>
              <a:cxn ang="0">
                <a:pos x="connsiteX96895" y="connsiteY96895"/>
              </a:cxn>
              <a:cxn ang="0">
                <a:pos x="connsiteX96896" y="connsiteY96896"/>
              </a:cxn>
              <a:cxn ang="0">
                <a:pos x="connsiteX96897" y="connsiteY96897"/>
              </a:cxn>
              <a:cxn ang="0">
                <a:pos x="connsiteX96898" y="connsiteY96898"/>
              </a:cxn>
              <a:cxn ang="0">
                <a:pos x="connsiteX96899" y="connsiteY96899"/>
              </a:cxn>
              <a:cxn ang="0">
                <a:pos x="connsiteX96900" y="connsiteY96900"/>
              </a:cxn>
              <a:cxn ang="0">
                <a:pos x="connsiteX96901" y="connsiteY96901"/>
              </a:cxn>
              <a:cxn ang="0">
                <a:pos x="connsiteX96902" y="connsiteY96902"/>
              </a:cxn>
              <a:cxn ang="0">
                <a:pos x="connsiteX96903" y="connsiteY96903"/>
              </a:cxn>
              <a:cxn ang="0">
                <a:pos x="connsiteX96904" y="connsiteY96904"/>
              </a:cxn>
              <a:cxn ang="0">
                <a:pos x="connsiteX96905" y="connsiteY96905"/>
              </a:cxn>
              <a:cxn ang="0">
                <a:pos x="connsiteX96906" y="connsiteY96906"/>
              </a:cxn>
              <a:cxn ang="0">
                <a:pos x="connsiteX96907" y="connsiteY96907"/>
              </a:cxn>
              <a:cxn ang="0">
                <a:pos x="connsiteX96908" y="connsiteY96908"/>
              </a:cxn>
              <a:cxn ang="0">
                <a:pos x="connsiteX96909" y="connsiteY96909"/>
              </a:cxn>
              <a:cxn ang="0">
                <a:pos x="connsiteX96910" y="connsiteY96910"/>
              </a:cxn>
              <a:cxn ang="0">
                <a:pos x="connsiteX96911" y="connsiteY96911"/>
              </a:cxn>
              <a:cxn ang="0">
                <a:pos x="connsiteX96912" y="connsiteY96912"/>
              </a:cxn>
              <a:cxn ang="0">
                <a:pos x="connsiteX96913" y="connsiteY96913"/>
              </a:cxn>
              <a:cxn ang="0">
                <a:pos x="connsiteX96914" y="connsiteY96914"/>
              </a:cxn>
              <a:cxn ang="0">
                <a:pos x="connsiteX96915" y="connsiteY96915"/>
              </a:cxn>
              <a:cxn ang="0">
                <a:pos x="connsiteX96916" y="connsiteY96916"/>
              </a:cxn>
              <a:cxn ang="0">
                <a:pos x="connsiteX96917" y="connsiteY96917"/>
              </a:cxn>
              <a:cxn ang="0">
                <a:pos x="connsiteX96918" y="connsiteY96918"/>
              </a:cxn>
              <a:cxn ang="0">
                <a:pos x="connsiteX96919" y="connsiteY96919"/>
              </a:cxn>
              <a:cxn ang="0">
                <a:pos x="connsiteX96920" y="connsiteY96920"/>
              </a:cxn>
              <a:cxn ang="0">
                <a:pos x="connsiteX96921" y="connsiteY96921"/>
              </a:cxn>
              <a:cxn ang="0">
                <a:pos x="connsiteX96922" y="connsiteY96922"/>
              </a:cxn>
              <a:cxn ang="0">
                <a:pos x="connsiteX96923" y="connsiteY96923"/>
              </a:cxn>
              <a:cxn ang="0">
                <a:pos x="connsiteX96924" y="connsiteY96924"/>
              </a:cxn>
              <a:cxn ang="0">
                <a:pos x="connsiteX96925" y="connsiteY96925"/>
              </a:cxn>
              <a:cxn ang="0">
                <a:pos x="connsiteX96926" y="connsiteY96926"/>
              </a:cxn>
              <a:cxn ang="0">
                <a:pos x="connsiteX96927" y="connsiteY96927"/>
              </a:cxn>
              <a:cxn ang="0">
                <a:pos x="connsiteX96928" y="connsiteY96928"/>
              </a:cxn>
              <a:cxn ang="0">
                <a:pos x="connsiteX96929" y="connsiteY96929"/>
              </a:cxn>
              <a:cxn ang="0">
                <a:pos x="connsiteX96930" y="connsiteY96930"/>
              </a:cxn>
              <a:cxn ang="0">
                <a:pos x="connsiteX96931" y="connsiteY96931"/>
              </a:cxn>
              <a:cxn ang="0">
                <a:pos x="connsiteX96932" y="connsiteY96932"/>
              </a:cxn>
              <a:cxn ang="0">
                <a:pos x="connsiteX96933" y="connsiteY96933"/>
              </a:cxn>
              <a:cxn ang="0">
                <a:pos x="connsiteX96934" y="connsiteY96934"/>
              </a:cxn>
              <a:cxn ang="0">
                <a:pos x="connsiteX96935" y="connsiteY96935"/>
              </a:cxn>
              <a:cxn ang="0">
                <a:pos x="connsiteX96936" y="connsiteY96936"/>
              </a:cxn>
              <a:cxn ang="0">
                <a:pos x="connsiteX96937" y="connsiteY96937"/>
              </a:cxn>
              <a:cxn ang="0">
                <a:pos x="connsiteX96938" y="connsiteY96938"/>
              </a:cxn>
              <a:cxn ang="0">
                <a:pos x="connsiteX96939" y="connsiteY96939"/>
              </a:cxn>
              <a:cxn ang="0">
                <a:pos x="connsiteX96940" y="connsiteY96940"/>
              </a:cxn>
              <a:cxn ang="0">
                <a:pos x="connsiteX96941" y="connsiteY96941"/>
              </a:cxn>
              <a:cxn ang="0">
                <a:pos x="connsiteX96942" y="connsiteY96942"/>
              </a:cxn>
              <a:cxn ang="0">
                <a:pos x="connsiteX96943" y="connsiteY96943"/>
              </a:cxn>
              <a:cxn ang="0">
                <a:pos x="connsiteX96944" y="connsiteY96944"/>
              </a:cxn>
              <a:cxn ang="0">
                <a:pos x="connsiteX96945" y="connsiteY96945"/>
              </a:cxn>
              <a:cxn ang="0">
                <a:pos x="connsiteX96946" y="connsiteY96946"/>
              </a:cxn>
              <a:cxn ang="0">
                <a:pos x="connsiteX96947" y="connsiteY96947"/>
              </a:cxn>
              <a:cxn ang="0">
                <a:pos x="connsiteX96948" y="connsiteY96948"/>
              </a:cxn>
              <a:cxn ang="0">
                <a:pos x="connsiteX96949" y="connsiteY96949"/>
              </a:cxn>
              <a:cxn ang="0">
                <a:pos x="connsiteX96950" y="connsiteY96950"/>
              </a:cxn>
              <a:cxn ang="0">
                <a:pos x="connsiteX96951" y="connsiteY96951"/>
              </a:cxn>
              <a:cxn ang="0">
                <a:pos x="connsiteX96952" y="connsiteY96952"/>
              </a:cxn>
              <a:cxn ang="0">
                <a:pos x="connsiteX96953" y="connsiteY96953"/>
              </a:cxn>
              <a:cxn ang="0">
                <a:pos x="connsiteX96954" y="connsiteY96954"/>
              </a:cxn>
              <a:cxn ang="0">
                <a:pos x="connsiteX96955" y="connsiteY96955"/>
              </a:cxn>
              <a:cxn ang="0">
                <a:pos x="connsiteX96956" y="connsiteY96956"/>
              </a:cxn>
              <a:cxn ang="0">
                <a:pos x="connsiteX96957" y="connsiteY96957"/>
              </a:cxn>
              <a:cxn ang="0">
                <a:pos x="connsiteX96958" y="connsiteY96958"/>
              </a:cxn>
              <a:cxn ang="0">
                <a:pos x="connsiteX96959" y="connsiteY96959"/>
              </a:cxn>
              <a:cxn ang="0">
                <a:pos x="connsiteX96960" y="connsiteY96960"/>
              </a:cxn>
              <a:cxn ang="0">
                <a:pos x="connsiteX96961" y="connsiteY96961"/>
              </a:cxn>
              <a:cxn ang="0">
                <a:pos x="connsiteX96962" y="connsiteY96962"/>
              </a:cxn>
              <a:cxn ang="0">
                <a:pos x="connsiteX96963" y="connsiteY96963"/>
              </a:cxn>
              <a:cxn ang="0">
                <a:pos x="connsiteX96964" y="connsiteY96964"/>
              </a:cxn>
              <a:cxn ang="0">
                <a:pos x="connsiteX96965" y="connsiteY96965"/>
              </a:cxn>
              <a:cxn ang="0">
                <a:pos x="connsiteX96966" y="connsiteY96966"/>
              </a:cxn>
              <a:cxn ang="0">
                <a:pos x="connsiteX96967" y="connsiteY96967"/>
              </a:cxn>
              <a:cxn ang="0">
                <a:pos x="connsiteX96968" y="connsiteY96968"/>
              </a:cxn>
              <a:cxn ang="0">
                <a:pos x="connsiteX96969" y="connsiteY96969"/>
              </a:cxn>
              <a:cxn ang="0">
                <a:pos x="connsiteX96970" y="connsiteY96970"/>
              </a:cxn>
              <a:cxn ang="0">
                <a:pos x="connsiteX96971" y="connsiteY96971"/>
              </a:cxn>
              <a:cxn ang="0">
                <a:pos x="connsiteX96972" y="connsiteY96972"/>
              </a:cxn>
              <a:cxn ang="0">
                <a:pos x="connsiteX96973" y="connsiteY96973"/>
              </a:cxn>
              <a:cxn ang="0">
                <a:pos x="connsiteX96974" y="connsiteY96974"/>
              </a:cxn>
              <a:cxn ang="0">
                <a:pos x="connsiteX96975" y="connsiteY96975"/>
              </a:cxn>
              <a:cxn ang="0">
                <a:pos x="connsiteX96976" y="connsiteY96976"/>
              </a:cxn>
              <a:cxn ang="0">
                <a:pos x="connsiteX96977" y="connsiteY96977"/>
              </a:cxn>
              <a:cxn ang="0">
                <a:pos x="connsiteX96978" y="connsiteY96978"/>
              </a:cxn>
              <a:cxn ang="0">
                <a:pos x="connsiteX96979" y="connsiteY96979"/>
              </a:cxn>
              <a:cxn ang="0">
                <a:pos x="connsiteX96980" y="connsiteY96980"/>
              </a:cxn>
              <a:cxn ang="0">
                <a:pos x="connsiteX96981" y="connsiteY96981"/>
              </a:cxn>
              <a:cxn ang="0">
                <a:pos x="connsiteX96982" y="connsiteY96982"/>
              </a:cxn>
              <a:cxn ang="0">
                <a:pos x="connsiteX96983" y="connsiteY96983"/>
              </a:cxn>
              <a:cxn ang="0">
                <a:pos x="connsiteX96984" y="connsiteY96984"/>
              </a:cxn>
              <a:cxn ang="0">
                <a:pos x="connsiteX96985" y="connsiteY96985"/>
              </a:cxn>
              <a:cxn ang="0">
                <a:pos x="connsiteX96986" y="connsiteY96986"/>
              </a:cxn>
              <a:cxn ang="0">
                <a:pos x="connsiteX96987" y="connsiteY96987"/>
              </a:cxn>
              <a:cxn ang="0">
                <a:pos x="connsiteX96988" y="connsiteY96988"/>
              </a:cxn>
              <a:cxn ang="0">
                <a:pos x="connsiteX96989" y="connsiteY96989"/>
              </a:cxn>
              <a:cxn ang="0">
                <a:pos x="connsiteX96990" y="connsiteY96990"/>
              </a:cxn>
              <a:cxn ang="0">
                <a:pos x="connsiteX96991" y="connsiteY96991"/>
              </a:cxn>
              <a:cxn ang="0">
                <a:pos x="connsiteX96992" y="connsiteY96992"/>
              </a:cxn>
              <a:cxn ang="0">
                <a:pos x="connsiteX96993" y="connsiteY96993"/>
              </a:cxn>
              <a:cxn ang="0">
                <a:pos x="connsiteX96994" y="connsiteY96994"/>
              </a:cxn>
              <a:cxn ang="0">
                <a:pos x="connsiteX96995" y="connsiteY96995"/>
              </a:cxn>
              <a:cxn ang="0">
                <a:pos x="connsiteX96996" y="connsiteY96996"/>
              </a:cxn>
              <a:cxn ang="0">
                <a:pos x="connsiteX96997" y="connsiteY96997"/>
              </a:cxn>
              <a:cxn ang="0">
                <a:pos x="connsiteX96998" y="connsiteY96998"/>
              </a:cxn>
              <a:cxn ang="0">
                <a:pos x="connsiteX96999" y="connsiteY96999"/>
              </a:cxn>
              <a:cxn ang="0">
                <a:pos x="connsiteX97000" y="connsiteY97000"/>
              </a:cxn>
              <a:cxn ang="0">
                <a:pos x="connsiteX97001" y="connsiteY97001"/>
              </a:cxn>
              <a:cxn ang="0">
                <a:pos x="connsiteX97002" y="connsiteY97002"/>
              </a:cxn>
              <a:cxn ang="0">
                <a:pos x="connsiteX97003" y="connsiteY97003"/>
              </a:cxn>
              <a:cxn ang="0">
                <a:pos x="connsiteX97004" y="connsiteY97004"/>
              </a:cxn>
              <a:cxn ang="0">
                <a:pos x="connsiteX97005" y="connsiteY97005"/>
              </a:cxn>
              <a:cxn ang="0">
                <a:pos x="connsiteX97006" y="connsiteY97006"/>
              </a:cxn>
              <a:cxn ang="0">
                <a:pos x="connsiteX97007" y="connsiteY97007"/>
              </a:cxn>
              <a:cxn ang="0">
                <a:pos x="connsiteX97008" y="connsiteY97008"/>
              </a:cxn>
              <a:cxn ang="0">
                <a:pos x="connsiteX97009" y="connsiteY97009"/>
              </a:cxn>
              <a:cxn ang="0">
                <a:pos x="connsiteX97010" y="connsiteY97010"/>
              </a:cxn>
              <a:cxn ang="0">
                <a:pos x="connsiteX97011" y="connsiteY97011"/>
              </a:cxn>
              <a:cxn ang="0">
                <a:pos x="connsiteX97012" y="connsiteY97012"/>
              </a:cxn>
              <a:cxn ang="0">
                <a:pos x="connsiteX97013" y="connsiteY97013"/>
              </a:cxn>
              <a:cxn ang="0">
                <a:pos x="connsiteX97014" y="connsiteY97014"/>
              </a:cxn>
              <a:cxn ang="0">
                <a:pos x="connsiteX97015" y="connsiteY97015"/>
              </a:cxn>
              <a:cxn ang="0">
                <a:pos x="connsiteX97016" y="connsiteY97016"/>
              </a:cxn>
              <a:cxn ang="0">
                <a:pos x="connsiteX97017" y="connsiteY97017"/>
              </a:cxn>
              <a:cxn ang="0">
                <a:pos x="connsiteX97018" y="connsiteY97018"/>
              </a:cxn>
              <a:cxn ang="0">
                <a:pos x="connsiteX97019" y="connsiteY97019"/>
              </a:cxn>
              <a:cxn ang="0">
                <a:pos x="connsiteX97020" y="connsiteY97020"/>
              </a:cxn>
              <a:cxn ang="0">
                <a:pos x="connsiteX97021" y="connsiteY97021"/>
              </a:cxn>
              <a:cxn ang="0">
                <a:pos x="connsiteX97022" y="connsiteY97022"/>
              </a:cxn>
              <a:cxn ang="0">
                <a:pos x="connsiteX97023" y="connsiteY97023"/>
              </a:cxn>
              <a:cxn ang="0">
                <a:pos x="connsiteX97024" y="connsiteY97024"/>
              </a:cxn>
              <a:cxn ang="0">
                <a:pos x="connsiteX97025" y="connsiteY97025"/>
              </a:cxn>
              <a:cxn ang="0">
                <a:pos x="connsiteX97026" y="connsiteY97026"/>
              </a:cxn>
              <a:cxn ang="0">
                <a:pos x="connsiteX97027" y="connsiteY97027"/>
              </a:cxn>
              <a:cxn ang="0">
                <a:pos x="connsiteX97028" y="connsiteY97028"/>
              </a:cxn>
              <a:cxn ang="0">
                <a:pos x="connsiteX97029" y="connsiteY97029"/>
              </a:cxn>
              <a:cxn ang="0">
                <a:pos x="connsiteX97030" y="connsiteY97030"/>
              </a:cxn>
              <a:cxn ang="0">
                <a:pos x="connsiteX97031" y="connsiteY97031"/>
              </a:cxn>
              <a:cxn ang="0">
                <a:pos x="connsiteX97032" y="connsiteY97032"/>
              </a:cxn>
              <a:cxn ang="0">
                <a:pos x="connsiteX97033" y="connsiteY97033"/>
              </a:cxn>
              <a:cxn ang="0">
                <a:pos x="connsiteX97034" y="connsiteY97034"/>
              </a:cxn>
              <a:cxn ang="0">
                <a:pos x="connsiteX97035" y="connsiteY97035"/>
              </a:cxn>
              <a:cxn ang="0">
                <a:pos x="connsiteX97036" y="connsiteY97036"/>
              </a:cxn>
              <a:cxn ang="0">
                <a:pos x="connsiteX97037" y="connsiteY97037"/>
              </a:cxn>
              <a:cxn ang="0">
                <a:pos x="connsiteX97038" y="connsiteY97038"/>
              </a:cxn>
              <a:cxn ang="0">
                <a:pos x="connsiteX97039" y="connsiteY97039"/>
              </a:cxn>
              <a:cxn ang="0">
                <a:pos x="connsiteX97040" y="connsiteY97040"/>
              </a:cxn>
              <a:cxn ang="0">
                <a:pos x="connsiteX97041" y="connsiteY97041"/>
              </a:cxn>
              <a:cxn ang="0">
                <a:pos x="connsiteX97042" y="connsiteY97042"/>
              </a:cxn>
              <a:cxn ang="0">
                <a:pos x="connsiteX97043" y="connsiteY97043"/>
              </a:cxn>
              <a:cxn ang="0">
                <a:pos x="connsiteX97044" y="connsiteY97044"/>
              </a:cxn>
              <a:cxn ang="0">
                <a:pos x="connsiteX97045" y="connsiteY97045"/>
              </a:cxn>
              <a:cxn ang="0">
                <a:pos x="connsiteX97046" y="connsiteY97046"/>
              </a:cxn>
              <a:cxn ang="0">
                <a:pos x="connsiteX97047" y="connsiteY97047"/>
              </a:cxn>
              <a:cxn ang="0">
                <a:pos x="connsiteX97048" y="connsiteY97048"/>
              </a:cxn>
              <a:cxn ang="0">
                <a:pos x="connsiteX97049" y="connsiteY97049"/>
              </a:cxn>
              <a:cxn ang="0">
                <a:pos x="connsiteX97050" y="connsiteY97050"/>
              </a:cxn>
              <a:cxn ang="0">
                <a:pos x="connsiteX97051" y="connsiteY97051"/>
              </a:cxn>
              <a:cxn ang="0">
                <a:pos x="connsiteX97052" y="connsiteY97052"/>
              </a:cxn>
              <a:cxn ang="0">
                <a:pos x="connsiteX97053" y="connsiteY97053"/>
              </a:cxn>
              <a:cxn ang="0">
                <a:pos x="connsiteX97054" y="connsiteY97054"/>
              </a:cxn>
              <a:cxn ang="0">
                <a:pos x="connsiteX97055" y="connsiteY97055"/>
              </a:cxn>
              <a:cxn ang="0">
                <a:pos x="connsiteX97056" y="connsiteY97056"/>
              </a:cxn>
              <a:cxn ang="0">
                <a:pos x="connsiteX97057" y="connsiteY97057"/>
              </a:cxn>
              <a:cxn ang="0">
                <a:pos x="connsiteX97058" y="connsiteY97058"/>
              </a:cxn>
              <a:cxn ang="0">
                <a:pos x="connsiteX97059" y="connsiteY97059"/>
              </a:cxn>
              <a:cxn ang="0">
                <a:pos x="connsiteX97060" y="connsiteY97060"/>
              </a:cxn>
              <a:cxn ang="0">
                <a:pos x="connsiteX97061" y="connsiteY97061"/>
              </a:cxn>
              <a:cxn ang="0">
                <a:pos x="connsiteX97062" y="connsiteY97062"/>
              </a:cxn>
              <a:cxn ang="0">
                <a:pos x="connsiteX97063" y="connsiteY97063"/>
              </a:cxn>
              <a:cxn ang="0">
                <a:pos x="connsiteX97064" y="connsiteY97064"/>
              </a:cxn>
              <a:cxn ang="0">
                <a:pos x="connsiteX97065" y="connsiteY97065"/>
              </a:cxn>
              <a:cxn ang="0">
                <a:pos x="connsiteX97066" y="connsiteY97066"/>
              </a:cxn>
              <a:cxn ang="0">
                <a:pos x="connsiteX97067" y="connsiteY97067"/>
              </a:cxn>
              <a:cxn ang="0">
                <a:pos x="connsiteX97068" y="connsiteY97068"/>
              </a:cxn>
              <a:cxn ang="0">
                <a:pos x="connsiteX97069" y="connsiteY97069"/>
              </a:cxn>
              <a:cxn ang="0">
                <a:pos x="connsiteX97070" y="connsiteY97070"/>
              </a:cxn>
              <a:cxn ang="0">
                <a:pos x="connsiteX97071" y="connsiteY97071"/>
              </a:cxn>
              <a:cxn ang="0">
                <a:pos x="connsiteX97072" y="connsiteY97072"/>
              </a:cxn>
              <a:cxn ang="0">
                <a:pos x="connsiteX97073" y="connsiteY97073"/>
              </a:cxn>
              <a:cxn ang="0">
                <a:pos x="connsiteX97074" y="connsiteY97074"/>
              </a:cxn>
              <a:cxn ang="0">
                <a:pos x="connsiteX97075" y="connsiteY97075"/>
              </a:cxn>
              <a:cxn ang="0">
                <a:pos x="connsiteX97076" y="connsiteY97076"/>
              </a:cxn>
              <a:cxn ang="0">
                <a:pos x="connsiteX97077" y="connsiteY97077"/>
              </a:cxn>
              <a:cxn ang="0">
                <a:pos x="connsiteX97078" y="connsiteY97078"/>
              </a:cxn>
              <a:cxn ang="0">
                <a:pos x="connsiteX97079" y="connsiteY97079"/>
              </a:cxn>
              <a:cxn ang="0">
                <a:pos x="connsiteX97080" y="connsiteY97080"/>
              </a:cxn>
              <a:cxn ang="0">
                <a:pos x="connsiteX97081" y="connsiteY97081"/>
              </a:cxn>
              <a:cxn ang="0">
                <a:pos x="connsiteX97082" y="connsiteY97082"/>
              </a:cxn>
              <a:cxn ang="0">
                <a:pos x="connsiteX97083" y="connsiteY97083"/>
              </a:cxn>
              <a:cxn ang="0">
                <a:pos x="connsiteX97084" y="connsiteY97084"/>
              </a:cxn>
              <a:cxn ang="0">
                <a:pos x="connsiteX97085" y="connsiteY97085"/>
              </a:cxn>
              <a:cxn ang="0">
                <a:pos x="connsiteX97086" y="connsiteY97086"/>
              </a:cxn>
              <a:cxn ang="0">
                <a:pos x="connsiteX97087" y="connsiteY97087"/>
              </a:cxn>
              <a:cxn ang="0">
                <a:pos x="connsiteX97088" y="connsiteY97088"/>
              </a:cxn>
              <a:cxn ang="0">
                <a:pos x="connsiteX97089" y="connsiteY97089"/>
              </a:cxn>
              <a:cxn ang="0">
                <a:pos x="connsiteX97090" y="connsiteY97090"/>
              </a:cxn>
              <a:cxn ang="0">
                <a:pos x="connsiteX97091" y="connsiteY97091"/>
              </a:cxn>
              <a:cxn ang="0">
                <a:pos x="connsiteX97092" y="connsiteY97092"/>
              </a:cxn>
              <a:cxn ang="0">
                <a:pos x="connsiteX97093" y="connsiteY97093"/>
              </a:cxn>
              <a:cxn ang="0">
                <a:pos x="connsiteX97094" y="connsiteY97094"/>
              </a:cxn>
              <a:cxn ang="0">
                <a:pos x="connsiteX97095" y="connsiteY97095"/>
              </a:cxn>
              <a:cxn ang="0">
                <a:pos x="connsiteX97096" y="connsiteY97096"/>
              </a:cxn>
              <a:cxn ang="0">
                <a:pos x="connsiteX97097" y="connsiteY97097"/>
              </a:cxn>
              <a:cxn ang="0">
                <a:pos x="connsiteX97098" y="connsiteY97098"/>
              </a:cxn>
              <a:cxn ang="0">
                <a:pos x="connsiteX97099" y="connsiteY97099"/>
              </a:cxn>
              <a:cxn ang="0">
                <a:pos x="connsiteX97100" y="connsiteY97100"/>
              </a:cxn>
              <a:cxn ang="0">
                <a:pos x="connsiteX97101" y="connsiteY97101"/>
              </a:cxn>
              <a:cxn ang="0">
                <a:pos x="connsiteX97102" y="connsiteY97102"/>
              </a:cxn>
              <a:cxn ang="0">
                <a:pos x="connsiteX97103" y="connsiteY97103"/>
              </a:cxn>
              <a:cxn ang="0">
                <a:pos x="connsiteX97104" y="connsiteY97104"/>
              </a:cxn>
              <a:cxn ang="0">
                <a:pos x="connsiteX97105" y="connsiteY97105"/>
              </a:cxn>
              <a:cxn ang="0">
                <a:pos x="connsiteX97106" y="connsiteY97106"/>
              </a:cxn>
              <a:cxn ang="0">
                <a:pos x="connsiteX97107" y="connsiteY97107"/>
              </a:cxn>
              <a:cxn ang="0">
                <a:pos x="connsiteX97108" y="connsiteY97108"/>
              </a:cxn>
              <a:cxn ang="0">
                <a:pos x="connsiteX97109" y="connsiteY97109"/>
              </a:cxn>
              <a:cxn ang="0">
                <a:pos x="connsiteX97110" y="connsiteY97110"/>
              </a:cxn>
              <a:cxn ang="0">
                <a:pos x="connsiteX97111" y="connsiteY97111"/>
              </a:cxn>
              <a:cxn ang="0">
                <a:pos x="connsiteX97112" y="connsiteY97112"/>
              </a:cxn>
              <a:cxn ang="0">
                <a:pos x="connsiteX97113" y="connsiteY97113"/>
              </a:cxn>
              <a:cxn ang="0">
                <a:pos x="connsiteX97114" y="connsiteY97114"/>
              </a:cxn>
              <a:cxn ang="0">
                <a:pos x="connsiteX97115" y="connsiteY97115"/>
              </a:cxn>
              <a:cxn ang="0">
                <a:pos x="connsiteX97116" y="connsiteY97116"/>
              </a:cxn>
              <a:cxn ang="0">
                <a:pos x="connsiteX97117" y="connsiteY97117"/>
              </a:cxn>
              <a:cxn ang="0">
                <a:pos x="connsiteX97118" y="connsiteY97118"/>
              </a:cxn>
              <a:cxn ang="0">
                <a:pos x="connsiteX97119" y="connsiteY97119"/>
              </a:cxn>
              <a:cxn ang="0">
                <a:pos x="connsiteX97120" y="connsiteY97120"/>
              </a:cxn>
              <a:cxn ang="0">
                <a:pos x="connsiteX97121" y="connsiteY97121"/>
              </a:cxn>
              <a:cxn ang="0">
                <a:pos x="connsiteX97122" y="connsiteY97122"/>
              </a:cxn>
              <a:cxn ang="0">
                <a:pos x="connsiteX97123" y="connsiteY97123"/>
              </a:cxn>
              <a:cxn ang="0">
                <a:pos x="connsiteX97124" y="connsiteY97124"/>
              </a:cxn>
              <a:cxn ang="0">
                <a:pos x="connsiteX97125" y="connsiteY97125"/>
              </a:cxn>
              <a:cxn ang="0">
                <a:pos x="connsiteX97126" y="connsiteY97126"/>
              </a:cxn>
              <a:cxn ang="0">
                <a:pos x="connsiteX97127" y="connsiteY97127"/>
              </a:cxn>
              <a:cxn ang="0">
                <a:pos x="connsiteX97128" y="connsiteY97128"/>
              </a:cxn>
              <a:cxn ang="0">
                <a:pos x="connsiteX97129" y="connsiteY97129"/>
              </a:cxn>
              <a:cxn ang="0">
                <a:pos x="connsiteX97130" y="connsiteY97130"/>
              </a:cxn>
              <a:cxn ang="0">
                <a:pos x="connsiteX97131" y="connsiteY97131"/>
              </a:cxn>
              <a:cxn ang="0">
                <a:pos x="connsiteX97132" y="connsiteY97132"/>
              </a:cxn>
              <a:cxn ang="0">
                <a:pos x="connsiteX97133" y="connsiteY97133"/>
              </a:cxn>
              <a:cxn ang="0">
                <a:pos x="connsiteX97134" y="connsiteY97134"/>
              </a:cxn>
              <a:cxn ang="0">
                <a:pos x="connsiteX97135" y="connsiteY97135"/>
              </a:cxn>
              <a:cxn ang="0">
                <a:pos x="connsiteX97136" y="connsiteY97136"/>
              </a:cxn>
              <a:cxn ang="0">
                <a:pos x="connsiteX97137" y="connsiteY97137"/>
              </a:cxn>
              <a:cxn ang="0">
                <a:pos x="connsiteX97138" y="connsiteY97138"/>
              </a:cxn>
              <a:cxn ang="0">
                <a:pos x="connsiteX97139" y="connsiteY97139"/>
              </a:cxn>
              <a:cxn ang="0">
                <a:pos x="connsiteX97140" y="connsiteY97140"/>
              </a:cxn>
              <a:cxn ang="0">
                <a:pos x="connsiteX97141" y="connsiteY97141"/>
              </a:cxn>
              <a:cxn ang="0">
                <a:pos x="connsiteX97142" y="connsiteY97142"/>
              </a:cxn>
              <a:cxn ang="0">
                <a:pos x="connsiteX97143" y="connsiteY97143"/>
              </a:cxn>
              <a:cxn ang="0">
                <a:pos x="connsiteX97144" y="connsiteY97144"/>
              </a:cxn>
              <a:cxn ang="0">
                <a:pos x="connsiteX97145" y="connsiteY97145"/>
              </a:cxn>
              <a:cxn ang="0">
                <a:pos x="connsiteX97146" y="connsiteY97146"/>
              </a:cxn>
              <a:cxn ang="0">
                <a:pos x="connsiteX97147" y="connsiteY97147"/>
              </a:cxn>
              <a:cxn ang="0">
                <a:pos x="connsiteX97148" y="connsiteY97148"/>
              </a:cxn>
              <a:cxn ang="0">
                <a:pos x="connsiteX97149" y="connsiteY97149"/>
              </a:cxn>
              <a:cxn ang="0">
                <a:pos x="connsiteX97150" y="connsiteY97150"/>
              </a:cxn>
              <a:cxn ang="0">
                <a:pos x="connsiteX97151" y="connsiteY97151"/>
              </a:cxn>
              <a:cxn ang="0">
                <a:pos x="connsiteX97152" y="connsiteY97152"/>
              </a:cxn>
              <a:cxn ang="0">
                <a:pos x="connsiteX97153" y="connsiteY97153"/>
              </a:cxn>
              <a:cxn ang="0">
                <a:pos x="connsiteX97154" y="connsiteY97154"/>
              </a:cxn>
              <a:cxn ang="0">
                <a:pos x="connsiteX97155" y="connsiteY97155"/>
              </a:cxn>
              <a:cxn ang="0">
                <a:pos x="connsiteX97156" y="connsiteY97156"/>
              </a:cxn>
              <a:cxn ang="0">
                <a:pos x="connsiteX97157" y="connsiteY97157"/>
              </a:cxn>
              <a:cxn ang="0">
                <a:pos x="connsiteX97158" y="connsiteY97158"/>
              </a:cxn>
              <a:cxn ang="0">
                <a:pos x="connsiteX97159" y="connsiteY97159"/>
              </a:cxn>
              <a:cxn ang="0">
                <a:pos x="connsiteX97160" y="connsiteY97160"/>
              </a:cxn>
              <a:cxn ang="0">
                <a:pos x="connsiteX97161" y="connsiteY97161"/>
              </a:cxn>
              <a:cxn ang="0">
                <a:pos x="connsiteX97162" y="connsiteY97162"/>
              </a:cxn>
              <a:cxn ang="0">
                <a:pos x="connsiteX97163" y="connsiteY97163"/>
              </a:cxn>
              <a:cxn ang="0">
                <a:pos x="connsiteX97164" y="connsiteY97164"/>
              </a:cxn>
              <a:cxn ang="0">
                <a:pos x="connsiteX97165" y="connsiteY97165"/>
              </a:cxn>
              <a:cxn ang="0">
                <a:pos x="connsiteX97166" y="connsiteY97166"/>
              </a:cxn>
              <a:cxn ang="0">
                <a:pos x="connsiteX97167" y="connsiteY97167"/>
              </a:cxn>
              <a:cxn ang="0">
                <a:pos x="connsiteX97168" y="connsiteY97168"/>
              </a:cxn>
              <a:cxn ang="0">
                <a:pos x="connsiteX97169" y="connsiteY97169"/>
              </a:cxn>
              <a:cxn ang="0">
                <a:pos x="connsiteX97170" y="connsiteY97170"/>
              </a:cxn>
              <a:cxn ang="0">
                <a:pos x="connsiteX97171" y="connsiteY97171"/>
              </a:cxn>
              <a:cxn ang="0">
                <a:pos x="connsiteX97172" y="connsiteY97172"/>
              </a:cxn>
              <a:cxn ang="0">
                <a:pos x="connsiteX97173" y="connsiteY97173"/>
              </a:cxn>
              <a:cxn ang="0">
                <a:pos x="connsiteX97174" y="connsiteY97174"/>
              </a:cxn>
              <a:cxn ang="0">
                <a:pos x="connsiteX97175" y="connsiteY97175"/>
              </a:cxn>
              <a:cxn ang="0">
                <a:pos x="connsiteX97176" y="connsiteY97176"/>
              </a:cxn>
              <a:cxn ang="0">
                <a:pos x="connsiteX97177" y="connsiteY97177"/>
              </a:cxn>
              <a:cxn ang="0">
                <a:pos x="connsiteX97178" y="connsiteY97178"/>
              </a:cxn>
              <a:cxn ang="0">
                <a:pos x="connsiteX97179" y="connsiteY97179"/>
              </a:cxn>
              <a:cxn ang="0">
                <a:pos x="connsiteX97180" y="connsiteY97180"/>
              </a:cxn>
              <a:cxn ang="0">
                <a:pos x="connsiteX97181" y="connsiteY97181"/>
              </a:cxn>
              <a:cxn ang="0">
                <a:pos x="connsiteX97182" y="connsiteY97182"/>
              </a:cxn>
              <a:cxn ang="0">
                <a:pos x="connsiteX97183" y="connsiteY97183"/>
              </a:cxn>
              <a:cxn ang="0">
                <a:pos x="connsiteX97184" y="connsiteY97184"/>
              </a:cxn>
              <a:cxn ang="0">
                <a:pos x="connsiteX97185" y="connsiteY97185"/>
              </a:cxn>
              <a:cxn ang="0">
                <a:pos x="connsiteX97186" y="connsiteY97186"/>
              </a:cxn>
              <a:cxn ang="0">
                <a:pos x="connsiteX97187" y="connsiteY97187"/>
              </a:cxn>
              <a:cxn ang="0">
                <a:pos x="connsiteX97188" y="connsiteY97188"/>
              </a:cxn>
              <a:cxn ang="0">
                <a:pos x="connsiteX97189" y="connsiteY97189"/>
              </a:cxn>
              <a:cxn ang="0">
                <a:pos x="connsiteX97190" y="connsiteY97190"/>
              </a:cxn>
              <a:cxn ang="0">
                <a:pos x="connsiteX97191" y="connsiteY97191"/>
              </a:cxn>
              <a:cxn ang="0">
                <a:pos x="connsiteX97192" y="connsiteY97192"/>
              </a:cxn>
              <a:cxn ang="0">
                <a:pos x="connsiteX97193" y="connsiteY97193"/>
              </a:cxn>
              <a:cxn ang="0">
                <a:pos x="connsiteX97194" y="connsiteY97194"/>
              </a:cxn>
              <a:cxn ang="0">
                <a:pos x="connsiteX97195" y="connsiteY97195"/>
              </a:cxn>
              <a:cxn ang="0">
                <a:pos x="connsiteX97196" y="connsiteY97196"/>
              </a:cxn>
              <a:cxn ang="0">
                <a:pos x="connsiteX97197" y="connsiteY97197"/>
              </a:cxn>
              <a:cxn ang="0">
                <a:pos x="connsiteX97198" y="connsiteY97198"/>
              </a:cxn>
              <a:cxn ang="0">
                <a:pos x="connsiteX97199" y="connsiteY97199"/>
              </a:cxn>
              <a:cxn ang="0">
                <a:pos x="connsiteX97200" y="connsiteY97200"/>
              </a:cxn>
              <a:cxn ang="0">
                <a:pos x="connsiteX97201" y="connsiteY97201"/>
              </a:cxn>
              <a:cxn ang="0">
                <a:pos x="connsiteX97202" y="connsiteY97202"/>
              </a:cxn>
              <a:cxn ang="0">
                <a:pos x="connsiteX97203" y="connsiteY97203"/>
              </a:cxn>
              <a:cxn ang="0">
                <a:pos x="connsiteX97204" y="connsiteY97204"/>
              </a:cxn>
              <a:cxn ang="0">
                <a:pos x="connsiteX97205" y="connsiteY97205"/>
              </a:cxn>
              <a:cxn ang="0">
                <a:pos x="connsiteX97206" y="connsiteY97206"/>
              </a:cxn>
              <a:cxn ang="0">
                <a:pos x="connsiteX97207" y="connsiteY97207"/>
              </a:cxn>
              <a:cxn ang="0">
                <a:pos x="connsiteX97208" y="connsiteY97208"/>
              </a:cxn>
              <a:cxn ang="0">
                <a:pos x="connsiteX97209" y="connsiteY97209"/>
              </a:cxn>
              <a:cxn ang="0">
                <a:pos x="connsiteX97210" y="connsiteY97210"/>
              </a:cxn>
              <a:cxn ang="0">
                <a:pos x="connsiteX97211" y="connsiteY97211"/>
              </a:cxn>
              <a:cxn ang="0">
                <a:pos x="connsiteX97212" y="connsiteY97212"/>
              </a:cxn>
              <a:cxn ang="0">
                <a:pos x="connsiteX97213" y="connsiteY97213"/>
              </a:cxn>
              <a:cxn ang="0">
                <a:pos x="connsiteX97214" y="connsiteY97214"/>
              </a:cxn>
              <a:cxn ang="0">
                <a:pos x="connsiteX97215" y="connsiteY97215"/>
              </a:cxn>
              <a:cxn ang="0">
                <a:pos x="connsiteX97216" y="connsiteY97216"/>
              </a:cxn>
              <a:cxn ang="0">
                <a:pos x="connsiteX97217" y="connsiteY97217"/>
              </a:cxn>
              <a:cxn ang="0">
                <a:pos x="connsiteX97218" y="connsiteY97218"/>
              </a:cxn>
              <a:cxn ang="0">
                <a:pos x="connsiteX97219" y="connsiteY97219"/>
              </a:cxn>
              <a:cxn ang="0">
                <a:pos x="connsiteX97220" y="connsiteY97220"/>
              </a:cxn>
              <a:cxn ang="0">
                <a:pos x="connsiteX97221" y="connsiteY97221"/>
              </a:cxn>
              <a:cxn ang="0">
                <a:pos x="connsiteX97222" y="connsiteY97222"/>
              </a:cxn>
              <a:cxn ang="0">
                <a:pos x="connsiteX97223" y="connsiteY97223"/>
              </a:cxn>
              <a:cxn ang="0">
                <a:pos x="connsiteX97224" y="connsiteY97224"/>
              </a:cxn>
              <a:cxn ang="0">
                <a:pos x="connsiteX97225" y="connsiteY97225"/>
              </a:cxn>
              <a:cxn ang="0">
                <a:pos x="connsiteX97226" y="connsiteY97226"/>
              </a:cxn>
              <a:cxn ang="0">
                <a:pos x="connsiteX97227" y="connsiteY97227"/>
              </a:cxn>
              <a:cxn ang="0">
                <a:pos x="connsiteX97228" y="connsiteY97228"/>
              </a:cxn>
              <a:cxn ang="0">
                <a:pos x="connsiteX97229" y="connsiteY97229"/>
              </a:cxn>
              <a:cxn ang="0">
                <a:pos x="connsiteX97230" y="connsiteY97230"/>
              </a:cxn>
              <a:cxn ang="0">
                <a:pos x="connsiteX97231" y="connsiteY97231"/>
              </a:cxn>
              <a:cxn ang="0">
                <a:pos x="connsiteX97232" y="connsiteY97232"/>
              </a:cxn>
              <a:cxn ang="0">
                <a:pos x="connsiteX97233" y="connsiteY97233"/>
              </a:cxn>
              <a:cxn ang="0">
                <a:pos x="connsiteX97234" y="connsiteY97234"/>
              </a:cxn>
              <a:cxn ang="0">
                <a:pos x="connsiteX97235" y="connsiteY97235"/>
              </a:cxn>
              <a:cxn ang="0">
                <a:pos x="connsiteX97236" y="connsiteY97236"/>
              </a:cxn>
              <a:cxn ang="0">
                <a:pos x="connsiteX97237" y="connsiteY97237"/>
              </a:cxn>
              <a:cxn ang="0">
                <a:pos x="connsiteX97238" y="connsiteY97238"/>
              </a:cxn>
              <a:cxn ang="0">
                <a:pos x="connsiteX97239" y="connsiteY97239"/>
              </a:cxn>
              <a:cxn ang="0">
                <a:pos x="connsiteX97240" y="connsiteY97240"/>
              </a:cxn>
              <a:cxn ang="0">
                <a:pos x="connsiteX97241" y="connsiteY97241"/>
              </a:cxn>
              <a:cxn ang="0">
                <a:pos x="connsiteX97242" y="connsiteY97242"/>
              </a:cxn>
              <a:cxn ang="0">
                <a:pos x="connsiteX97243" y="connsiteY97243"/>
              </a:cxn>
              <a:cxn ang="0">
                <a:pos x="connsiteX97244" y="connsiteY97244"/>
              </a:cxn>
              <a:cxn ang="0">
                <a:pos x="connsiteX97245" y="connsiteY97245"/>
              </a:cxn>
              <a:cxn ang="0">
                <a:pos x="connsiteX97246" y="connsiteY97246"/>
              </a:cxn>
              <a:cxn ang="0">
                <a:pos x="connsiteX97247" y="connsiteY97247"/>
              </a:cxn>
              <a:cxn ang="0">
                <a:pos x="connsiteX97248" y="connsiteY97248"/>
              </a:cxn>
              <a:cxn ang="0">
                <a:pos x="connsiteX97249" y="connsiteY97249"/>
              </a:cxn>
              <a:cxn ang="0">
                <a:pos x="connsiteX97250" y="connsiteY97250"/>
              </a:cxn>
              <a:cxn ang="0">
                <a:pos x="connsiteX97251" y="connsiteY97251"/>
              </a:cxn>
              <a:cxn ang="0">
                <a:pos x="connsiteX97252" y="connsiteY97252"/>
              </a:cxn>
              <a:cxn ang="0">
                <a:pos x="connsiteX97253" y="connsiteY97253"/>
              </a:cxn>
              <a:cxn ang="0">
                <a:pos x="connsiteX97254" y="connsiteY97254"/>
              </a:cxn>
              <a:cxn ang="0">
                <a:pos x="connsiteX97255" y="connsiteY97255"/>
              </a:cxn>
              <a:cxn ang="0">
                <a:pos x="connsiteX97256" y="connsiteY97256"/>
              </a:cxn>
              <a:cxn ang="0">
                <a:pos x="connsiteX97257" y="connsiteY97257"/>
              </a:cxn>
              <a:cxn ang="0">
                <a:pos x="connsiteX97258" y="connsiteY97258"/>
              </a:cxn>
              <a:cxn ang="0">
                <a:pos x="connsiteX97259" y="connsiteY97259"/>
              </a:cxn>
              <a:cxn ang="0">
                <a:pos x="connsiteX97260" y="connsiteY97260"/>
              </a:cxn>
              <a:cxn ang="0">
                <a:pos x="connsiteX97261" y="connsiteY97261"/>
              </a:cxn>
              <a:cxn ang="0">
                <a:pos x="connsiteX97262" y="connsiteY97262"/>
              </a:cxn>
              <a:cxn ang="0">
                <a:pos x="connsiteX97263" y="connsiteY97263"/>
              </a:cxn>
              <a:cxn ang="0">
                <a:pos x="connsiteX97264" y="connsiteY97264"/>
              </a:cxn>
              <a:cxn ang="0">
                <a:pos x="connsiteX97265" y="connsiteY97265"/>
              </a:cxn>
              <a:cxn ang="0">
                <a:pos x="connsiteX97266" y="connsiteY97266"/>
              </a:cxn>
              <a:cxn ang="0">
                <a:pos x="connsiteX97267" y="connsiteY97267"/>
              </a:cxn>
              <a:cxn ang="0">
                <a:pos x="connsiteX97268" y="connsiteY97268"/>
              </a:cxn>
              <a:cxn ang="0">
                <a:pos x="connsiteX97269" y="connsiteY97269"/>
              </a:cxn>
              <a:cxn ang="0">
                <a:pos x="connsiteX97270" y="connsiteY97270"/>
              </a:cxn>
              <a:cxn ang="0">
                <a:pos x="connsiteX97271" y="connsiteY97271"/>
              </a:cxn>
              <a:cxn ang="0">
                <a:pos x="connsiteX97272" y="connsiteY97272"/>
              </a:cxn>
              <a:cxn ang="0">
                <a:pos x="connsiteX97273" y="connsiteY97273"/>
              </a:cxn>
              <a:cxn ang="0">
                <a:pos x="connsiteX97274" y="connsiteY97274"/>
              </a:cxn>
              <a:cxn ang="0">
                <a:pos x="connsiteX97275" y="connsiteY97275"/>
              </a:cxn>
              <a:cxn ang="0">
                <a:pos x="connsiteX97276" y="connsiteY97276"/>
              </a:cxn>
              <a:cxn ang="0">
                <a:pos x="connsiteX97277" y="connsiteY97277"/>
              </a:cxn>
              <a:cxn ang="0">
                <a:pos x="connsiteX97278" y="connsiteY97278"/>
              </a:cxn>
              <a:cxn ang="0">
                <a:pos x="connsiteX97279" y="connsiteY97279"/>
              </a:cxn>
              <a:cxn ang="0">
                <a:pos x="connsiteX97280" y="connsiteY97280"/>
              </a:cxn>
              <a:cxn ang="0">
                <a:pos x="connsiteX97281" y="connsiteY97281"/>
              </a:cxn>
              <a:cxn ang="0">
                <a:pos x="connsiteX97282" y="connsiteY97282"/>
              </a:cxn>
              <a:cxn ang="0">
                <a:pos x="connsiteX97283" y="connsiteY97283"/>
              </a:cxn>
              <a:cxn ang="0">
                <a:pos x="connsiteX97284" y="connsiteY97284"/>
              </a:cxn>
              <a:cxn ang="0">
                <a:pos x="connsiteX97285" y="connsiteY97285"/>
              </a:cxn>
              <a:cxn ang="0">
                <a:pos x="connsiteX97286" y="connsiteY97286"/>
              </a:cxn>
              <a:cxn ang="0">
                <a:pos x="connsiteX97287" y="connsiteY97287"/>
              </a:cxn>
              <a:cxn ang="0">
                <a:pos x="connsiteX97288" y="connsiteY97288"/>
              </a:cxn>
              <a:cxn ang="0">
                <a:pos x="connsiteX97289" y="connsiteY97289"/>
              </a:cxn>
              <a:cxn ang="0">
                <a:pos x="connsiteX97290" y="connsiteY97290"/>
              </a:cxn>
              <a:cxn ang="0">
                <a:pos x="connsiteX97291" y="connsiteY97291"/>
              </a:cxn>
              <a:cxn ang="0">
                <a:pos x="connsiteX97292" y="connsiteY97292"/>
              </a:cxn>
              <a:cxn ang="0">
                <a:pos x="connsiteX97293" y="connsiteY97293"/>
              </a:cxn>
              <a:cxn ang="0">
                <a:pos x="connsiteX97294" y="connsiteY97294"/>
              </a:cxn>
              <a:cxn ang="0">
                <a:pos x="connsiteX97295" y="connsiteY97295"/>
              </a:cxn>
              <a:cxn ang="0">
                <a:pos x="connsiteX97296" y="connsiteY97296"/>
              </a:cxn>
              <a:cxn ang="0">
                <a:pos x="connsiteX97297" y="connsiteY97297"/>
              </a:cxn>
              <a:cxn ang="0">
                <a:pos x="connsiteX97298" y="connsiteY97298"/>
              </a:cxn>
              <a:cxn ang="0">
                <a:pos x="connsiteX97299" y="connsiteY97299"/>
              </a:cxn>
              <a:cxn ang="0">
                <a:pos x="connsiteX97300" y="connsiteY97300"/>
              </a:cxn>
              <a:cxn ang="0">
                <a:pos x="connsiteX97301" y="connsiteY97301"/>
              </a:cxn>
              <a:cxn ang="0">
                <a:pos x="connsiteX97302" y="connsiteY97302"/>
              </a:cxn>
              <a:cxn ang="0">
                <a:pos x="connsiteX97303" y="connsiteY97303"/>
              </a:cxn>
              <a:cxn ang="0">
                <a:pos x="connsiteX97304" y="connsiteY97304"/>
              </a:cxn>
              <a:cxn ang="0">
                <a:pos x="connsiteX97305" y="connsiteY97305"/>
              </a:cxn>
              <a:cxn ang="0">
                <a:pos x="connsiteX97306" y="connsiteY97306"/>
              </a:cxn>
              <a:cxn ang="0">
                <a:pos x="connsiteX97307" y="connsiteY97307"/>
              </a:cxn>
              <a:cxn ang="0">
                <a:pos x="connsiteX97308" y="connsiteY97308"/>
              </a:cxn>
              <a:cxn ang="0">
                <a:pos x="connsiteX97309" y="connsiteY97309"/>
              </a:cxn>
              <a:cxn ang="0">
                <a:pos x="connsiteX97310" y="connsiteY97310"/>
              </a:cxn>
              <a:cxn ang="0">
                <a:pos x="connsiteX97311" y="connsiteY97311"/>
              </a:cxn>
              <a:cxn ang="0">
                <a:pos x="connsiteX97312" y="connsiteY97312"/>
              </a:cxn>
              <a:cxn ang="0">
                <a:pos x="connsiteX97313" y="connsiteY97313"/>
              </a:cxn>
              <a:cxn ang="0">
                <a:pos x="connsiteX97314" y="connsiteY97314"/>
              </a:cxn>
              <a:cxn ang="0">
                <a:pos x="connsiteX97315" y="connsiteY97315"/>
              </a:cxn>
              <a:cxn ang="0">
                <a:pos x="connsiteX97316" y="connsiteY97316"/>
              </a:cxn>
              <a:cxn ang="0">
                <a:pos x="connsiteX97317" y="connsiteY97317"/>
              </a:cxn>
              <a:cxn ang="0">
                <a:pos x="connsiteX97318" y="connsiteY97318"/>
              </a:cxn>
              <a:cxn ang="0">
                <a:pos x="connsiteX97319" y="connsiteY97319"/>
              </a:cxn>
              <a:cxn ang="0">
                <a:pos x="connsiteX97320" y="connsiteY97320"/>
              </a:cxn>
              <a:cxn ang="0">
                <a:pos x="connsiteX97321" y="connsiteY97321"/>
              </a:cxn>
              <a:cxn ang="0">
                <a:pos x="connsiteX97322" y="connsiteY97322"/>
              </a:cxn>
              <a:cxn ang="0">
                <a:pos x="connsiteX97323" y="connsiteY97323"/>
              </a:cxn>
              <a:cxn ang="0">
                <a:pos x="connsiteX97324" y="connsiteY97324"/>
              </a:cxn>
              <a:cxn ang="0">
                <a:pos x="connsiteX97325" y="connsiteY97325"/>
              </a:cxn>
              <a:cxn ang="0">
                <a:pos x="connsiteX97326" y="connsiteY97326"/>
              </a:cxn>
              <a:cxn ang="0">
                <a:pos x="connsiteX97327" y="connsiteY97327"/>
              </a:cxn>
              <a:cxn ang="0">
                <a:pos x="connsiteX97328" y="connsiteY97328"/>
              </a:cxn>
              <a:cxn ang="0">
                <a:pos x="connsiteX97329" y="connsiteY97329"/>
              </a:cxn>
              <a:cxn ang="0">
                <a:pos x="connsiteX97330" y="connsiteY97330"/>
              </a:cxn>
              <a:cxn ang="0">
                <a:pos x="connsiteX97331" y="connsiteY97331"/>
              </a:cxn>
              <a:cxn ang="0">
                <a:pos x="connsiteX97332" y="connsiteY97332"/>
              </a:cxn>
              <a:cxn ang="0">
                <a:pos x="connsiteX97333" y="connsiteY97333"/>
              </a:cxn>
              <a:cxn ang="0">
                <a:pos x="connsiteX97334" y="connsiteY97334"/>
              </a:cxn>
              <a:cxn ang="0">
                <a:pos x="connsiteX97335" y="connsiteY97335"/>
              </a:cxn>
              <a:cxn ang="0">
                <a:pos x="connsiteX97336" y="connsiteY97336"/>
              </a:cxn>
              <a:cxn ang="0">
                <a:pos x="connsiteX97337" y="connsiteY97337"/>
              </a:cxn>
              <a:cxn ang="0">
                <a:pos x="connsiteX97338" y="connsiteY97338"/>
              </a:cxn>
              <a:cxn ang="0">
                <a:pos x="connsiteX97339" y="connsiteY97339"/>
              </a:cxn>
              <a:cxn ang="0">
                <a:pos x="connsiteX97340" y="connsiteY97340"/>
              </a:cxn>
              <a:cxn ang="0">
                <a:pos x="connsiteX97341" y="connsiteY97341"/>
              </a:cxn>
              <a:cxn ang="0">
                <a:pos x="connsiteX97342" y="connsiteY97342"/>
              </a:cxn>
              <a:cxn ang="0">
                <a:pos x="connsiteX97343" y="connsiteY97343"/>
              </a:cxn>
              <a:cxn ang="0">
                <a:pos x="connsiteX97344" y="connsiteY97344"/>
              </a:cxn>
              <a:cxn ang="0">
                <a:pos x="connsiteX97345" y="connsiteY97345"/>
              </a:cxn>
              <a:cxn ang="0">
                <a:pos x="connsiteX97346" y="connsiteY97346"/>
              </a:cxn>
              <a:cxn ang="0">
                <a:pos x="connsiteX97347" y="connsiteY97347"/>
              </a:cxn>
              <a:cxn ang="0">
                <a:pos x="connsiteX97348" y="connsiteY97348"/>
              </a:cxn>
              <a:cxn ang="0">
                <a:pos x="connsiteX97349" y="connsiteY97349"/>
              </a:cxn>
              <a:cxn ang="0">
                <a:pos x="connsiteX97350" y="connsiteY97350"/>
              </a:cxn>
              <a:cxn ang="0">
                <a:pos x="connsiteX97351" y="connsiteY97351"/>
              </a:cxn>
              <a:cxn ang="0">
                <a:pos x="connsiteX97352" y="connsiteY97352"/>
              </a:cxn>
              <a:cxn ang="0">
                <a:pos x="connsiteX97353" y="connsiteY97353"/>
              </a:cxn>
              <a:cxn ang="0">
                <a:pos x="connsiteX97354" y="connsiteY97354"/>
              </a:cxn>
              <a:cxn ang="0">
                <a:pos x="connsiteX97355" y="connsiteY97355"/>
              </a:cxn>
              <a:cxn ang="0">
                <a:pos x="connsiteX97356" y="connsiteY97356"/>
              </a:cxn>
              <a:cxn ang="0">
                <a:pos x="connsiteX97357" y="connsiteY97357"/>
              </a:cxn>
              <a:cxn ang="0">
                <a:pos x="connsiteX97358" y="connsiteY97358"/>
              </a:cxn>
              <a:cxn ang="0">
                <a:pos x="connsiteX97359" y="connsiteY97359"/>
              </a:cxn>
              <a:cxn ang="0">
                <a:pos x="connsiteX97360" y="connsiteY97360"/>
              </a:cxn>
              <a:cxn ang="0">
                <a:pos x="connsiteX97361" y="connsiteY97361"/>
              </a:cxn>
              <a:cxn ang="0">
                <a:pos x="connsiteX97362" y="connsiteY97362"/>
              </a:cxn>
              <a:cxn ang="0">
                <a:pos x="connsiteX97363" y="connsiteY97363"/>
              </a:cxn>
              <a:cxn ang="0">
                <a:pos x="connsiteX97364" y="connsiteY97364"/>
              </a:cxn>
              <a:cxn ang="0">
                <a:pos x="connsiteX97365" y="connsiteY97365"/>
              </a:cxn>
              <a:cxn ang="0">
                <a:pos x="connsiteX97366" y="connsiteY97366"/>
              </a:cxn>
              <a:cxn ang="0">
                <a:pos x="connsiteX97367" y="connsiteY97367"/>
              </a:cxn>
              <a:cxn ang="0">
                <a:pos x="connsiteX97368" y="connsiteY97368"/>
              </a:cxn>
              <a:cxn ang="0">
                <a:pos x="connsiteX97369" y="connsiteY97369"/>
              </a:cxn>
              <a:cxn ang="0">
                <a:pos x="connsiteX97370" y="connsiteY97370"/>
              </a:cxn>
              <a:cxn ang="0">
                <a:pos x="connsiteX97371" y="connsiteY97371"/>
              </a:cxn>
              <a:cxn ang="0">
                <a:pos x="connsiteX97372" y="connsiteY97372"/>
              </a:cxn>
              <a:cxn ang="0">
                <a:pos x="connsiteX97373" y="connsiteY97373"/>
              </a:cxn>
              <a:cxn ang="0">
                <a:pos x="connsiteX97374" y="connsiteY97374"/>
              </a:cxn>
              <a:cxn ang="0">
                <a:pos x="connsiteX97375" y="connsiteY97375"/>
              </a:cxn>
              <a:cxn ang="0">
                <a:pos x="connsiteX97376" y="connsiteY97376"/>
              </a:cxn>
              <a:cxn ang="0">
                <a:pos x="connsiteX97377" y="connsiteY97377"/>
              </a:cxn>
              <a:cxn ang="0">
                <a:pos x="connsiteX97378" y="connsiteY97378"/>
              </a:cxn>
              <a:cxn ang="0">
                <a:pos x="connsiteX97379" y="connsiteY97379"/>
              </a:cxn>
              <a:cxn ang="0">
                <a:pos x="connsiteX97380" y="connsiteY97380"/>
              </a:cxn>
              <a:cxn ang="0">
                <a:pos x="connsiteX97381" y="connsiteY97381"/>
              </a:cxn>
              <a:cxn ang="0">
                <a:pos x="connsiteX97382" y="connsiteY97382"/>
              </a:cxn>
              <a:cxn ang="0">
                <a:pos x="connsiteX97383" y="connsiteY97383"/>
              </a:cxn>
              <a:cxn ang="0">
                <a:pos x="connsiteX97384" y="connsiteY97384"/>
              </a:cxn>
              <a:cxn ang="0">
                <a:pos x="connsiteX97385" y="connsiteY97385"/>
              </a:cxn>
              <a:cxn ang="0">
                <a:pos x="connsiteX97386" y="connsiteY97386"/>
              </a:cxn>
              <a:cxn ang="0">
                <a:pos x="connsiteX97387" y="connsiteY97387"/>
              </a:cxn>
              <a:cxn ang="0">
                <a:pos x="connsiteX97388" y="connsiteY97388"/>
              </a:cxn>
              <a:cxn ang="0">
                <a:pos x="connsiteX97389" y="connsiteY97389"/>
              </a:cxn>
              <a:cxn ang="0">
                <a:pos x="connsiteX97390" y="connsiteY97390"/>
              </a:cxn>
              <a:cxn ang="0">
                <a:pos x="connsiteX97391" y="connsiteY97391"/>
              </a:cxn>
              <a:cxn ang="0">
                <a:pos x="connsiteX97392" y="connsiteY97392"/>
              </a:cxn>
              <a:cxn ang="0">
                <a:pos x="connsiteX97393" y="connsiteY97393"/>
              </a:cxn>
              <a:cxn ang="0">
                <a:pos x="connsiteX97394" y="connsiteY97394"/>
              </a:cxn>
              <a:cxn ang="0">
                <a:pos x="connsiteX97395" y="connsiteY97395"/>
              </a:cxn>
              <a:cxn ang="0">
                <a:pos x="connsiteX97396" y="connsiteY97396"/>
              </a:cxn>
              <a:cxn ang="0">
                <a:pos x="connsiteX97397" y="connsiteY97397"/>
              </a:cxn>
              <a:cxn ang="0">
                <a:pos x="connsiteX97398" y="connsiteY97398"/>
              </a:cxn>
              <a:cxn ang="0">
                <a:pos x="connsiteX97399" y="connsiteY97399"/>
              </a:cxn>
              <a:cxn ang="0">
                <a:pos x="connsiteX97400" y="connsiteY97400"/>
              </a:cxn>
              <a:cxn ang="0">
                <a:pos x="connsiteX97401" y="connsiteY97401"/>
              </a:cxn>
              <a:cxn ang="0">
                <a:pos x="connsiteX97402" y="connsiteY97402"/>
              </a:cxn>
              <a:cxn ang="0">
                <a:pos x="connsiteX97403" y="connsiteY97403"/>
              </a:cxn>
              <a:cxn ang="0">
                <a:pos x="connsiteX97404" y="connsiteY97404"/>
              </a:cxn>
              <a:cxn ang="0">
                <a:pos x="connsiteX97405" y="connsiteY97405"/>
              </a:cxn>
              <a:cxn ang="0">
                <a:pos x="connsiteX97406" y="connsiteY97406"/>
              </a:cxn>
              <a:cxn ang="0">
                <a:pos x="connsiteX97407" y="connsiteY97407"/>
              </a:cxn>
              <a:cxn ang="0">
                <a:pos x="connsiteX97408" y="connsiteY97408"/>
              </a:cxn>
              <a:cxn ang="0">
                <a:pos x="connsiteX97409" y="connsiteY97409"/>
              </a:cxn>
              <a:cxn ang="0">
                <a:pos x="connsiteX97410" y="connsiteY97410"/>
              </a:cxn>
              <a:cxn ang="0">
                <a:pos x="connsiteX97411" y="connsiteY97411"/>
              </a:cxn>
              <a:cxn ang="0">
                <a:pos x="connsiteX97412" y="connsiteY97412"/>
              </a:cxn>
              <a:cxn ang="0">
                <a:pos x="connsiteX97413" y="connsiteY97413"/>
              </a:cxn>
              <a:cxn ang="0">
                <a:pos x="connsiteX97414" y="connsiteY97414"/>
              </a:cxn>
              <a:cxn ang="0">
                <a:pos x="connsiteX97415" y="connsiteY97415"/>
              </a:cxn>
              <a:cxn ang="0">
                <a:pos x="connsiteX97416" y="connsiteY97416"/>
              </a:cxn>
              <a:cxn ang="0">
                <a:pos x="connsiteX97417" y="connsiteY97417"/>
              </a:cxn>
              <a:cxn ang="0">
                <a:pos x="connsiteX97418" y="connsiteY97418"/>
              </a:cxn>
              <a:cxn ang="0">
                <a:pos x="connsiteX97419" y="connsiteY97419"/>
              </a:cxn>
              <a:cxn ang="0">
                <a:pos x="connsiteX97420" y="connsiteY97420"/>
              </a:cxn>
              <a:cxn ang="0">
                <a:pos x="connsiteX97421" y="connsiteY97421"/>
              </a:cxn>
              <a:cxn ang="0">
                <a:pos x="connsiteX97422" y="connsiteY97422"/>
              </a:cxn>
              <a:cxn ang="0">
                <a:pos x="connsiteX97423" y="connsiteY97423"/>
              </a:cxn>
              <a:cxn ang="0">
                <a:pos x="connsiteX97424" y="connsiteY97424"/>
              </a:cxn>
              <a:cxn ang="0">
                <a:pos x="connsiteX97425" y="connsiteY97425"/>
              </a:cxn>
              <a:cxn ang="0">
                <a:pos x="connsiteX97426" y="connsiteY97426"/>
              </a:cxn>
              <a:cxn ang="0">
                <a:pos x="connsiteX97427" y="connsiteY97427"/>
              </a:cxn>
              <a:cxn ang="0">
                <a:pos x="connsiteX97428" y="connsiteY97428"/>
              </a:cxn>
              <a:cxn ang="0">
                <a:pos x="connsiteX97429" y="connsiteY97429"/>
              </a:cxn>
              <a:cxn ang="0">
                <a:pos x="connsiteX97430" y="connsiteY97430"/>
              </a:cxn>
              <a:cxn ang="0">
                <a:pos x="connsiteX97431" y="connsiteY97431"/>
              </a:cxn>
              <a:cxn ang="0">
                <a:pos x="connsiteX97432" y="connsiteY97432"/>
              </a:cxn>
              <a:cxn ang="0">
                <a:pos x="connsiteX97433" y="connsiteY97433"/>
              </a:cxn>
              <a:cxn ang="0">
                <a:pos x="connsiteX97434" y="connsiteY97434"/>
              </a:cxn>
              <a:cxn ang="0">
                <a:pos x="connsiteX97435" y="connsiteY97435"/>
              </a:cxn>
              <a:cxn ang="0">
                <a:pos x="connsiteX97436" y="connsiteY97436"/>
              </a:cxn>
              <a:cxn ang="0">
                <a:pos x="connsiteX97437" y="connsiteY97437"/>
              </a:cxn>
              <a:cxn ang="0">
                <a:pos x="connsiteX97438" y="connsiteY97438"/>
              </a:cxn>
              <a:cxn ang="0">
                <a:pos x="connsiteX97439" y="connsiteY97439"/>
              </a:cxn>
              <a:cxn ang="0">
                <a:pos x="connsiteX97440" y="connsiteY97440"/>
              </a:cxn>
              <a:cxn ang="0">
                <a:pos x="connsiteX97441" y="connsiteY97441"/>
              </a:cxn>
              <a:cxn ang="0">
                <a:pos x="connsiteX97442" y="connsiteY97442"/>
              </a:cxn>
              <a:cxn ang="0">
                <a:pos x="connsiteX97443" y="connsiteY97443"/>
              </a:cxn>
              <a:cxn ang="0">
                <a:pos x="connsiteX97444" y="connsiteY97444"/>
              </a:cxn>
              <a:cxn ang="0">
                <a:pos x="connsiteX97445" y="connsiteY97445"/>
              </a:cxn>
              <a:cxn ang="0">
                <a:pos x="connsiteX97446" y="connsiteY97446"/>
              </a:cxn>
              <a:cxn ang="0">
                <a:pos x="connsiteX97447" y="connsiteY97447"/>
              </a:cxn>
              <a:cxn ang="0">
                <a:pos x="connsiteX97448" y="connsiteY97448"/>
              </a:cxn>
              <a:cxn ang="0">
                <a:pos x="connsiteX97449" y="connsiteY97449"/>
              </a:cxn>
              <a:cxn ang="0">
                <a:pos x="connsiteX97450" y="connsiteY97450"/>
              </a:cxn>
              <a:cxn ang="0">
                <a:pos x="connsiteX97451" y="connsiteY97451"/>
              </a:cxn>
              <a:cxn ang="0">
                <a:pos x="connsiteX97452" y="connsiteY97452"/>
              </a:cxn>
              <a:cxn ang="0">
                <a:pos x="connsiteX97453" y="connsiteY97453"/>
              </a:cxn>
              <a:cxn ang="0">
                <a:pos x="connsiteX97454" y="connsiteY97454"/>
              </a:cxn>
              <a:cxn ang="0">
                <a:pos x="connsiteX97455" y="connsiteY97455"/>
              </a:cxn>
              <a:cxn ang="0">
                <a:pos x="connsiteX97456" y="connsiteY97456"/>
              </a:cxn>
              <a:cxn ang="0">
                <a:pos x="connsiteX97457" y="connsiteY97457"/>
              </a:cxn>
              <a:cxn ang="0">
                <a:pos x="connsiteX97458" y="connsiteY97458"/>
              </a:cxn>
              <a:cxn ang="0">
                <a:pos x="connsiteX97459" y="connsiteY97459"/>
              </a:cxn>
              <a:cxn ang="0">
                <a:pos x="connsiteX97460" y="connsiteY97460"/>
              </a:cxn>
              <a:cxn ang="0">
                <a:pos x="connsiteX97461" y="connsiteY97461"/>
              </a:cxn>
              <a:cxn ang="0">
                <a:pos x="connsiteX97462" y="connsiteY97462"/>
              </a:cxn>
              <a:cxn ang="0">
                <a:pos x="connsiteX97463" y="connsiteY97463"/>
              </a:cxn>
              <a:cxn ang="0">
                <a:pos x="connsiteX97464" y="connsiteY97464"/>
              </a:cxn>
              <a:cxn ang="0">
                <a:pos x="connsiteX97465" y="connsiteY97465"/>
              </a:cxn>
              <a:cxn ang="0">
                <a:pos x="connsiteX97466" y="connsiteY97466"/>
              </a:cxn>
              <a:cxn ang="0">
                <a:pos x="connsiteX97467" y="connsiteY97467"/>
              </a:cxn>
              <a:cxn ang="0">
                <a:pos x="connsiteX97468" y="connsiteY97468"/>
              </a:cxn>
              <a:cxn ang="0">
                <a:pos x="connsiteX97469" y="connsiteY97469"/>
              </a:cxn>
              <a:cxn ang="0">
                <a:pos x="connsiteX97470" y="connsiteY97470"/>
              </a:cxn>
              <a:cxn ang="0">
                <a:pos x="connsiteX97471" y="connsiteY97471"/>
              </a:cxn>
              <a:cxn ang="0">
                <a:pos x="connsiteX97472" y="connsiteY97472"/>
              </a:cxn>
              <a:cxn ang="0">
                <a:pos x="connsiteX97473" y="connsiteY97473"/>
              </a:cxn>
              <a:cxn ang="0">
                <a:pos x="connsiteX97474" y="connsiteY97474"/>
              </a:cxn>
              <a:cxn ang="0">
                <a:pos x="connsiteX97475" y="connsiteY97475"/>
              </a:cxn>
              <a:cxn ang="0">
                <a:pos x="connsiteX97476" y="connsiteY97476"/>
              </a:cxn>
              <a:cxn ang="0">
                <a:pos x="connsiteX97477" y="connsiteY97477"/>
              </a:cxn>
              <a:cxn ang="0">
                <a:pos x="connsiteX97478" y="connsiteY97478"/>
              </a:cxn>
              <a:cxn ang="0">
                <a:pos x="connsiteX97479" y="connsiteY97479"/>
              </a:cxn>
              <a:cxn ang="0">
                <a:pos x="connsiteX97480" y="connsiteY97480"/>
              </a:cxn>
              <a:cxn ang="0">
                <a:pos x="connsiteX97481" y="connsiteY97481"/>
              </a:cxn>
              <a:cxn ang="0">
                <a:pos x="connsiteX97482" y="connsiteY97482"/>
              </a:cxn>
              <a:cxn ang="0">
                <a:pos x="connsiteX97483" y="connsiteY97483"/>
              </a:cxn>
              <a:cxn ang="0">
                <a:pos x="connsiteX97484" y="connsiteY97484"/>
              </a:cxn>
              <a:cxn ang="0">
                <a:pos x="connsiteX97485" y="connsiteY97485"/>
              </a:cxn>
              <a:cxn ang="0">
                <a:pos x="connsiteX97486" y="connsiteY97486"/>
              </a:cxn>
              <a:cxn ang="0">
                <a:pos x="connsiteX97487" y="connsiteY97487"/>
              </a:cxn>
              <a:cxn ang="0">
                <a:pos x="connsiteX97488" y="connsiteY97488"/>
              </a:cxn>
              <a:cxn ang="0">
                <a:pos x="connsiteX97489" y="connsiteY97489"/>
              </a:cxn>
              <a:cxn ang="0">
                <a:pos x="connsiteX97490" y="connsiteY97490"/>
              </a:cxn>
              <a:cxn ang="0">
                <a:pos x="connsiteX97491" y="connsiteY97491"/>
              </a:cxn>
              <a:cxn ang="0">
                <a:pos x="connsiteX97492" y="connsiteY97492"/>
              </a:cxn>
              <a:cxn ang="0">
                <a:pos x="connsiteX97493" y="connsiteY97493"/>
              </a:cxn>
              <a:cxn ang="0">
                <a:pos x="connsiteX97494" y="connsiteY97494"/>
              </a:cxn>
              <a:cxn ang="0">
                <a:pos x="connsiteX97495" y="connsiteY97495"/>
              </a:cxn>
              <a:cxn ang="0">
                <a:pos x="connsiteX97496" y="connsiteY97496"/>
              </a:cxn>
              <a:cxn ang="0">
                <a:pos x="connsiteX97497" y="connsiteY97497"/>
              </a:cxn>
              <a:cxn ang="0">
                <a:pos x="connsiteX97498" y="connsiteY97498"/>
              </a:cxn>
              <a:cxn ang="0">
                <a:pos x="connsiteX97499" y="connsiteY97499"/>
              </a:cxn>
              <a:cxn ang="0">
                <a:pos x="connsiteX97500" y="connsiteY97500"/>
              </a:cxn>
              <a:cxn ang="0">
                <a:pos x="connsiteX97501" y="connsiteY97501"/>
              </a:cxn>
              <a:cxn ang="0">
                <a:pos x="connsiteX97502" y="connsiteY97502"/>
              </a:cxn>
              <a:cxn ang="0">
                <a:pos x="connsiteX97503" y="connsiteY97503"/>
              </a:cxn>
              <a:cxn ang="0">
                <a:pos x="connsiteX97504" y="connsiteY97504"/>
              </a:cxn>
              <a:cxn ang="0">
                <a:pos x="connsiteX97505" y="connsiteY97505"/>
              </a:cxn>
              <a:cxn ang="0">
                <a:pos x="connsiteX97506" y="connsiteY97506"/>
              </a:cxn>
              <a:cxn ang="0">
                <a:pos x="connsiteX97507" y="connsiteY97507"/>
              </a:cxn>
              <a:cxn ang="0">
                <a:pos x="connsiteX97508" y="connsiteY97508"/>
              </a:cxn>
              <a:cxn ang="0">
                <a:pos x="connsiteX97509" y="connsiteY97509"/>
              </a:cxn>
              <a:cxn ang="0">
                <a:pos x="connsiteX97510" y="connsiteY97510"/>
              </a:cxn>
              <a:cxn ang="0">
                <a:pos x="connsiteX97511" y="connsiteY97511"/>
              </a:cxn>
              <a:cxn ang="0">
                <a:pos x="connsiteX97512" y="connsiteY97512"/>
              </a:cxn>
              <a:cxn ang="0">
                <a:pos x="connsiteX97513" y="connsiteY97513"/>
              </a:cxn>
              <a:cxn ang="0">
                <a:pos x="connsiteX97514" y="connsiteY97514"/>
              </a:cxn>
              <a:cxn ang="0">
                <a:pos x="connsiteX97515" y="connsiteY97515"/>
              </a:cxn>
              <a:cxn ang="0">
                <a:pos x="connsiteX97516" y="connsiteY97516"/>
              </a:cxn>
              <a:cxn ang="0">
                <a:pos x="connsiteX97517" y="connsiteY97517"/>
              </a:cxn>
              <a:cxn ang="0">
                <a:pos x="connsiteX97518" y="connsiteY97518"/>
              </a:cxn>
              <a:cxn ang="0">
                <a:pos x="connsiteX97519" y="connsiteY97519"/>
              </a:cxn>
              <a:cxn ang="0">
                <a:pos x="connsiteX97520" y="connsiteY97520"/>
              </a:cxn>
              <a:cxn ang="0">
                <a:pos x="connsiteX97521" y="connsiteY97521"/>
              </a:cxn>
              <a:cxn ang="0">
                <a:pos x="connsiteX97522" y="connsiteY97522"/>
              </a:cxn>
              <a:cxn ang="0">
                <a:pos x="connsiteX97523" y="connsiteY97523"/>
              </a:cxn>
              <a:cxn ang="0">
                <a:pos x="connsiteX97524" y="connsiteY97524"/>
              </a:cxn>
              <a:cxn ang="0">
                <a:pos x="connsiteX97525" y="connsiteY97525"/>
              </a:cxn>
              <a:cxn ang="0">
                <a:pos x="connsiteX97526" y="connsiteY97526"/>
              </a:cxn>
              <a:cxn ang="0">
                <a:pos x="connsiteX97527" y="connsiteY97527"/>
              </a:cxn>
              <a:cxn ang="0">
                <a:pos x="connsiteX97528" y="connsiteY97528"/>
              </a:cxn>
              <a:cxn ang="0">
                <a:pos x="connsiteX97529" y="connsiteY97529"/>
              </a:cxn>
              <a:cxn ang="0">
                <a:pos x="connsiteX97530" y="connsiteY97530"/>
              </a:cxn>
              <a:cxn ang="0">
                <a:pos x="connsiteX97531" y="connsiteY97531"/>
              </a:cxn>
              <a:cxn ang="0">
                <a:pos x="connsiteX97532" y="connsiteY97532"/>
              </a:cxn>
              <a:cxn ang="0">
                <a:pos x="connsiteX97533" y="connsiteY97533"/>
              </a:cxn>
              <a:cxn ang="0">
                <a:pos x="connsiteX97534" y="connsiteY97534"/>
              </a:cxn>
              <a:cxn ang="0">
                <a:pos x="connsiteX97535" y="connsiteY97535"/>
              </a:cxn>
              <a:cxn ang="0">
                <a:pos x="connsiteX97536" y="connsiteY97536"/>
              </a:cxn>
              <a:cxn ang="0">
                <a:pos x="connsiteX97537" y="connsiteY97537"/>
              </a:cxn>
              <a:cxn ang="0">
                <a:pos x="connsiteX97538" y="connsiteY97538"/>
              </a:cxn>
              <a:cxn ang="0">
                <a:pos x="connsiteX97539" y="connsiteY97539"/>
              </a:cxn>
              <a:cxn ang="0">
                <a:pos x="connsiteX97540" y="connsiteY97540"/>
              </a:cxn>
              <a:cxn ang="0">
                <a:pos x="connsiteX97541" y="connsiteY97541"/>
              </a:cxn>
              <a:cxn ang="0">
                <a:pos x="connsiteX97542" y="connsiteY97542"/>
              </a:cxn>
              <a:cxn ang="0">
                <a:pos x="connsiteX97543" y="connsiteY97543"/>
              </a:cxn>
              <a:cxn ang="0">
                <a:pos x="connsiteX97544" y="connsiteY97544"/>
              </a:cxn>
              <a:cxn ang="0">
                <a:pos x="connsiteX97545" y="connsiteY97545"/>
              </a:cxn>
              <a:cxn ang="0">
                <a:pos x="connsiteX97546" y="connsiteY97546"/>
              </a:cxn>
              <a:cxn ang="0">
                <a:pos x="connsiteX97547" y="connsiteY97547"/>
              </a:cxn>
              <a:cxn ang="0">
                <a:pos x="connsiteX97548" y="connsiteY97548"/>
              </a:cxn>
              <a:cxn ang="0">
                <a:pos x="connsiteX97549" y="connsiteY97549"/>
              </a:cxn>
              <a:cxn ang="0">
                <a:pos x="connsiteX97550" y="connsiteY97550"/>
              </a:cxn>
              <a:cxn ang="0">
                <a:pos x="connsiteX97551" y="connsiteY97551"/>
              </a:cxn>
              <a:cxn ang="0">
                <a:pos x="connsiteX97552" y="connsiteY97552"/>
              </a:cxn>
              <a:cxn ang="0">
                <a:pos x="connsiteX97553" y="connsiteY97553"/>
              </a:cxn>
              <a:cxn ang="0">
                <a:pos x="connsiteX97554" y="connsiteY97554"/>
              </a:cxn>
              <a:cxn ang="0">
                <a:pos x="connsiteX97555" y="connsiteY97555"/>
              </a:cxn>
              <a:cxn ang="0">
                <a:pos x="connsiteX97556" y="connsiteY97556"/>
              </a:cxn>
              <a:cxn ang="0">
                <a:pos x="connsiteX97557" y="connsiteY97557"/>
              </a:cxn>
              <a:cxn ang="0">
                <a:pos x="connsiteX97558" y="connsiteY97558"/>
              </a:cxn>
              <a:cxn ang="0">
                <a:pos x="connsiteX97559" y="connsiteY97559"/>
              </a:cxn>
              <a:cxn ang="0">
                <a:pos x="connsiteX97560" y="connsiteY97560"/>
              </a:cxn>
              <a:cxn ang="0">
                <a:pos x="connsiteX97561" y="connsiteY97561"/>
              </a:cxn>
              <a:cxn ang="0">
                <a:pos x="connsiteX97562" y="connsiteY97562"/>
              </a:cxn>
              <a:cxn ang="0">
                <a:pos x="connsiteX97563" y="connsiteY97563"/>
              </a:cxn>
              <a:cxn ang="0">
                <a:pos x="connsiteX97564" y="connsiteY97564"/>
              </a:cxn>
              <a:cxn ang="0">
                <a:pos x="connsiteX97565" y="connsiteY97565"/>
              </a:cxn>
              <a:cxn ang="0">
                <a:pos x="connsiteX97566" y="connsiteY97566"/>
              </a:cxn>
              <a:cxn ang="0">
                <a:pos x="connsiteX97567" y="connsiteY97567"/>
              </a:cxn>
              <a:cxn ang="0">
                <a:pos x="connsiteX97568" y="connsiteY97568"/>
              </a:cxn>
              <a:cxn ang="0">
                <a:pos x="connsiteX97569" y="connsiteY97569"/>
              </a:cxn>
              <a:cxn ang="0">
                <a:pos x="connsiteX97570" y="connsiteY97570"/>
              </a:cxn>
              <a:cxn ang="0">
                <a:pos x="connsiteX97571" y="connsiteY97571"/>
              </a:cxn>
              <a:cxn ang="0">
                <a:pos x="connsiteX97572" y="connsiteY97572"/>
              </a:cxn>
              <a:cxn ang="0">
                <a:pos x="connsiteX97573" y="connsiteY97573"/>
              </a:cxn>
              <a:cxn ang="0">
                <a:pos x="connsiteX97574" y="connsiteY97574"/>
              </a:cxn>
              <a:cxn ang="0">
                <a:pos x="connsiteX97575" y="connsiteY97575"/>
              </a:cxn>
              <a:cxn ang="0">
                <a:pos x="connsiteX97576" y="connsiteY97576"/>
              </a:cxn>
              <a:cxn ang="0">
                <a:pos x="connsiteX97577" y="connsiteY97577"/>
              </a:cxn>
              <a:cxn ang="0">
                <a:pos x="connsiteX97578" y="connsiteY97578"/>
              </a:cxn>
              <a:cxn ang="0">
                <a:pos x="connsiteX97579" y="connsiteY97579"/>
              </a:cxn>
              <a:cxn ang="0">
                <a:pos x="connsiteX97580" y="connsiteY97580"/>
              </a:cxn>
              <a:cxn ang="0">
                <a:pos x="connsiteX97581" y="connsiteY97581"/>
              </a:cxn>
              <a:cxn ang="0">
                <a:pos x="connsiteX97582" y="connsiteY97582"/>
              </a:cxn>
              <a:cxn ang="0">
                <a:pos x="connsiteX97583" y="connsiteY97583"/>
              </a:cxn>
              <a:cxn ang="0">
                <a:pos x="connsiteX97584" y="connsiteY97584"/>
              </a:cxn>
              <a:cxn ang="0">
                <a:pos x="connsiteX97585" y="connsiteY97585"/>
              </a:cxn>
              <a:cxn ang="0">
                <a:pos x="connsiteX97586" y="connsiteY97586"/>
              </a:cxn>
              <a:cxn ang="0">
                <a:pos x="connsiteX97587" y="connsiteY97587"/>
              </a:cxn>
              <a:cxn ang="0">
                <a:pos x="connsiteX97588" y="connsiteY97588"/>
              </a:cxn>
              <a:cxn ang="0">
                <a:pos x="connsiteX97589" y="connsiteY97589"/>
              </a:cxn>
              <a:cxn ang="0">
                <a:pos x="connsiteX97590" y="connsiteY97590"/>
              </a:cxn>
              <a:cxn ang="0">
                <a:pos x="connsiteX97591" y="connsiteY97591"/>
              </a:cxn>
              <a:cxn ang="0">
                <a:pos x="connsiteX97592" y="connsiteY97592"/>
              </a:cxn>
              <a:cxn ang="0">
                <a:pos x="connsiteX97593" y="connsiteY97593"/>
              </a:cxn>
              <a:cxn ang="0">
                <a:pos x="connsiteX97594" y="connsiteY97594"/>
              </a:cxn>
              <a:cxn ang="0">
                <a:pos x="connsiteX97595" y="connsiteY97595"/>
              </a:cxn>
              <a:cxn ang="0">
                <a:pos x="connsiteX97596" y="connsiteY97596"/>
              </a:cxn>
              <a:cxn ang="0">
                <a:pos x="connsiteX97597" y="connsiteY97597"/>
              </a:cxn>
              <a:cxn ang="0">
                <a:pos x="connsiteX97598" y="connsiteY97598"/>
              </a:cxn>
              <a:cxn ang="0">
                <a:pos x="connsiteX97599" y="connsiteY97599"/>
              </a:cxn>
              <a:cxn ang="0">
                <a:pos x="connsiteX97600" y="connsiteY97600"/>
              </a:cxn>
              <a:cxn ang="0">
                <a:pos x="connsiteX97601" y="connsiteY97601"/>
              </a:cxn>
              <a:cxn ang="0">
                <a:pos x="connsiteX97602" y="connsiteY97602"/>
              </a:cxn>
              <a:cxn ang="0">
                <a:pos x="connsiteX97603" y="connsiteY97603"/>
              </a:cxn>
              <a:cxn ang="0">
                <a:pos x="connsiteX97604" y="connsiteY97604"/>
              </a:cxn>
              <a:cxn ang="0">
                <a:pos x="connsiteX97605" y="connsiteY97605"/>
              </a:cxn>
              <a:cxn ang="0">
                <a:pos x="connsiteX97606" y="connsiteY97606"/>
              </a:cxn>
              <a:cxn ang="0">
                <a:pos x="connsiteX97607" y="connsiteY97607"/>
              </a:cxn>
              <a:cxn ang="0">
                <a:pos x="connsiteX97608" y="connsiteY97608"/>
              </a:cxn>
              <a:cxn ang="0">
                <a:pos x="connsiteX97609" y="connsiteY97609"/>
              </a:cxn>
              <a:cxn ang="0">
                <a:pos x="connsiteX97610" y="connsiteY97610"/>
              </a:cxn>
              <a:cxn ang="0">
                <a:pos x="connsiteX97611" y="connsiteY97611"/>
              </a:cxn>
              <a:cxn ang="0">
                <a:pos x="connsiteX97612" y="connsiteY97612"/>
              </a:cxn>
              <a:cxn ang="0">
                <a:pos x="connsiteX97613" y="connsiteY97613"/>
              </a:cxn>
              <a:cxn ang="0">
                <a:pos x="connsiteX97614" y="connsiteY97614"/>
              </a:cxn>
              <a:cxn ang="0">
                <a:pos x="connsiteX97615" y="connsiteY97615"/>
              </a:cxn>
              <a:cxn ang="0">
                <a:pos x="connsiteX97616" y="connsiteY97616"/>
              </a:cxn>
              <a:cxn ang="0">
                <a:pos x="connsiteX97617" y="connsiteY97617"/>
              </a:cxn>
              <a:cxn ang="0">
                <a:pos x="connsiteX97618" y="connsiteY97618"/>
              </a:cxn>
              <a:cxn ang="0">
                <a:pos x="connsiteX97619" y="connsiteY97619"/>
              </a:cxn>
              <a:cxn ang="0">
                <a:pos x="connsiteX97620" y="connsiteY97620"/>
              </a:cxn>
              <a:cxn ang="0">
                <a:pos x="connsiteX97621" y="connsiteY97621"/>
              </a:cxn>
              <a:cxn ang="0">
                <a:pos x="connsiteX97622" y="connsiteY97622"/>
              </a:cxn>
              <a:cxn ang="0">
                <a:pos x="connsiteX97623" y="connsiteY97623"/>
              </a:cxn>
              <a:cxn ang="0">
                <a:pos x="connsiteX97624" y="connsiteY97624"/>
              </a:cxn>
              <a:cxn ang="0">
                <a:pos x="connsiteX97625" y="connsiteY97625"/>
              </a:cxn>
              <a:cxn ang="0">
                <a:pos x="connsiteX97626" y="connsiteY97626"/>
              </a:cxn>
              <a:cxn ang="0">
                <a:pos x="connsiteX97627" y="connsiteY97627"/>
              </a:cxn>
              <a:cxn ang="0">
                <a:pos x="connsiteX97628" y="connsiteY97628"/>
              </a:cxn>
              <a:cxn ang="0">
                <a:pos x="connsiteX97629" y="connsiteY97629"/>
              </a:cxn>
              <a:cxn ang="0">
                <a:pos x="connsiteX97630" y="connsiteY97630"/>
              </a:cxn>
              <a:cxn ang="0">
                <a:pos x="connsiteX97631" y="connsiteY97631"/>
              </a:cxn>
              <a:cxn ang="0">
                <a:pos x="connsiteX97632" y="connsiteY97632"/>
              </a:cxn>
              <a:cxn ang="0">
                <a:pos x="connsiteX97633" y="connsiteY97633"/>
              </a:cxn>
              <a:cxn ang="0">
                <a:pos x="connsiteX97634" y="connsiteY97634"/>
              </a:cxn>
              <a:cxn ang="0">
                <a:pos x="connsiteX97635" y="connsiteY97635"/>
              </a:cxn>
              <a:cxn ang="0">
                <a:pos x="connsiteX97636" y="connsiteY97636"/>
              </a:cxn>
              <a:cxn ang="0">
                <a:pos x="connsiteX97637" y="connsiteY97637"/>
              </a:cxn>
              <a:cxn ang="0">
                <a:pos x="connsiteX97638" y="connsiteY97638"/>
              </a:cxn>
              <a:cxn ang="0">
                <a:pos x="connsiteX97639" y="connsiteY97639"/>
              </a:cxn>
              <a:cxn ang="0">
                <a:pos x="connsiteX97640" y="connsiteY97640"/>
              </a:cxn>
              <a:cxn ang="0">
                <a:pos x="connsiteX97641" y="connsiteY97641"/>
              </a:cxn>
              <a:cxn ang="0">
                <a:pos x="connsiteX97642" y="connsiteY97642"/>
              </a:cxn>
              <a:cxn ang="0">
                <a:pos x="connsiteX97643" y="connsiteY97643"/>
              </a:cxn>
              <a:cxn ang="0">
                <a:pos x="connsiteX97644" y="connsiteY97644"/>
              </a:cxn>
              <a:cxn ang="0">
                <a:pos x="connsiteX97645" y="connsiteY97645"/>
              </a:cxn>
              <a:cxn ang="0">
                <a:pos x="connsiteX97646" y="connsiteY97646"/>
              </a:cxn>
              <a:cxn ang="0">
                <a:pos x="connsiteX97647" y="connsiteY97647"/>
              </a:cxn>
              <a:cxn ang="0">
                <a:pos x="connsiteX97648" y="connsiteY97648"/>
              </a:cxn>
              <a:cxn ang="0">
                <a:pos x="connsiteX97649" y="connsiteY97649"/>
              </a:cxn>
              <a:cxn ang="0">
                <a:pos x="connsiteX97650" y="connsiteY97650"/>
              </a:cxn>
              <a:cxn ang="0">
                <a:pos x="connsiteX97651" y="connsiteY97651"/>
              </a:cxn>
              <a:cxn ang="0">
                <a:pos x="connsiteX97652" y="connsiteY97652"/>
              </a:cxn>
              <a:cxn ang="0">
                <a:pos x="connsiteX97653" y="connsiteY97653"/>
              </a:cxn>
              <a:cxn ang="0">
                <a:pos x="connsiteX97654" y="connsiteY97654"/>
              </a:cxn>
              <a:cxn ang="0">
                <a:pos x="connsiteX97655" y="connsiteY97655"/>
              </a:cxn>
              <a:cxn ang="0">
                <a:pos x="connsiteX97656" y="connsiteY97656"/>
              </a:cxn>
              <a:cxn ang="0">
                <a:pos x="connsiteX97657" y="connsiteY97657"/>
              </a:cxn>
              <a:cxn ang="0">
                <a:pos x="connsiteX97658" y="connsiteY97658"/>
              </a:cxn>
              <a:cxn ang="0">
                <a:pos x="connsiteX97659" y="connsiteY97659"/>
              </a:cxn>
              <a:cxn ang="0">
                <a:pos x="connsiteX97660" y="connsiteY97660"/>
              </a:cxn>
              <a:cxn ang="0">
                <a:pos x="connsiteX97661" y="connsiteY97661"/>
              </a:cxn>
              <a:cxn ang="0">
                <a:pos x="connsiteX97662" y="connsiteY97662"/>
              </a:cxn>
              <a:cxn ang="0">
                <a:pos x="connsiteX97663" y="connsiteY97663"/>
              </a:cxn>
              <a:cxn ang="0">
                <a:pos x="connsiteX97664" y="connsiteY97664"/>
              </a:cxn>
              <a:cxn ang="0">
                <a:pos x="connsiteX97665" y="connsiteY97665"/>
              </a:cxn>
              <a:cxn ang="0">
                <a:pos x="connsiteX97666" y="connsiteY97666"/>
              </a:cxn>
              <a:cxn ang="0">
                <a:pos x="connsiteX97667" y="connsiteY97667"/>
              </a:cxn>
              <a:cxn ang="0">
                <a:pos x="connsiteX97668" y="connsiteY97668"/>
              </a:cxn>
              <a:cxn ang="0">
                <a:pos x="connsiteX97669" y="connsiteY97669"/>
              </a:cxn>
              <a:cxn ang="0">
                <a:pos x="connsiteX97670" y="connsiteY97670"/>
              </a:cxn>
              <a:cxn ang="0">
                <a:pos x="connsiteX97671" y="connsiteY97671"/>
              </a:cxn>
              <a:cxn ang="0">
                <a:pos x="connsiteX97672" y="connsiteY97672"/>
              </a:cxn>
              <a:cxn ang="0">
                <a:pos x="connsiteX97673" y="connsiteY97673"/>
              </a:cxn>
              <a:cxn ang="0">
                <a:pos x="connsiteX97674" y="connsiteY97674"/>
              </a:cxn>
              <a:cxn ang="0">
                <a:pos x="connsiteX97675" y="connsiteY97675"/>
              </a:cxn>
              <a:cxn ang="0">
                <a:pos x="connsiteX97676" y="connsiteY97676"/>
              </a:cxn>
              <a:cxn ang="0">
                <a:pos x="connsiteX97677" y="connsiteY97677"/>
              </a:cxn>
              <a:cxn ang="0">
                <a:pos x="connsiteX97678" y="connsiteY97678"/>
              </a:cxn>
              <a:cxn ang="0">
                <a:pos x="connsiteX97679" y="connsiteY97679"/>
              </a:cxn>
              <a:cxn ang="0">
                <a:pos x="connsiteX97680" y="connsiteY97680"/>
              </a:cxn>
              <a:cxn ang="0">
                <a:pos x="connsiteX97681" y="connsiteY97681"/>
              </a:cxn>
              <a:cxn ang="0">
                <a:pos x="connsiteX97682" y="connsiteY97682"/>
              </a:cxn>
              <a:cxn ang="0">
                <a:pos x="connsiteX97683" y="connsiteY97683"/>
              </a:cxn>
              <a:cxn ang="0">
                <a:pos x="connsiteX97684" y="connsiteY97684"/>
              </a:cxn>
              <a:cxn ang="0">
                <a:pos x="connsiteX97685" y="connsiteY97685"/>
              </a:cxn>
              <a:cxn ang="0">
                <a:pos x="connsiteX97686" y="connsiteY97686"/>
              </a:cxn>
              <a:cxn ang="0">
                <a:pos x="connsiteX97687" y="connsiteY97687"/>
              </a:cxn>
              <a:cxn ang="0">
                <a:pos x="connsiteX97688" y="connsiteY97688"/>
              </a:cxn>
              <a:cxn ang="0">
                <a:pos x="connsiteX97689" y="connsiteY97689"/>
              </a:cxn>
              <a:cxn ang="0">
                <a:pos x="connsiteX97690" y="connsiteY97690"/>
              </a:cxn>
              <a:cxn ang="0">
                <a:pos x="connsiteX97691" y="connsiteY97691"/>
              </a:cxn>
              <a:cxn ang="0">
                <a:pos x="connsiteX97692" y="connsiteY97692"/>
              </a:cxn>
              <a:cxn ang="0">
                <a:pos x="connsiteX97693" y="connsiteY97693"/>
              </a:cxn>
              <a:cxn ang="0">
                <a:pos x="connsiteX97694" y="connsiteY97694"/>
              </a:cxn>
              <a:cxn ang="0">
                <a:pos x="connsiteX97695" y="connsiteY97695"/>
              </a:cxn>
              <a:cxn ang="0">
                <a:pos x="connsiteX97696" y="connsiteY97696"/>
              </a:cxn>
              <a:cxn ang="0">
                <a:pos x="connsiteX97697" y="connsiteY97697"/>
              </a:cxn>
              <a:cxn ang="0">
                <a:pos x="connsiteX97698" y="connsiteY97698"/>
              </a:cxn>
              <a:cxn ang="0">
                <a:pos x="connsiteX97699" y="connsiteY97699"/>
              </a:cxn>
              <a:cxn ang="0">
                <a:pos x="connsiteX97700" y="connsiteY97700"/>
              </a:cxn>
              <a:cxn ang="0">
                <a:pos x="connsiteX97701" y="connsiteY97701"/>
              </a:cxn>
              <a:cxn ang="0">
                <a:pos x="connsiteX97702" y="connsiteY97702"/>
              </a:cxn>
              <a:cxn ang="0">
                <a:pos x="connsiteX97703" y="connsiteY97703"/>
              </a:cxn>
              <a:cxn ang="0">
                <a:pos x="connsiteX97704" y="connsiteY97704"/>
              </a:cxn>
              <a:cxn ang="0">
                <a:pos x="connsiteX97705" y="connsiteY97705"/>
              </a:cxn>
              <a:cxn ang="0">
                <a:pos x="connsiteX97706" y="connsiteY97706"/>
              </a:cxn>
              <a:cxn ang="0">
                <a:pos x="connsiteX97707" y="connsiteY97707"/>
              </a:cxn>
              <a:cxn ang="0">
                <a:pos x="connsiteX97708" y="connsiteY97708"/>
              </a:cxn>
              <a:cxn ang="0">
                <a:pos x="connsiteX97709" y="connsiteY97709"/>
              </a:cxn>
              <a:cxn ang="0">
                <a:pos x="connsiteX97710" y="connsiteY97710"/>
              </a:cxn>
              <a:cxn ang="0">
                <a:pos x="connsiteX97711" y="connsiteY97711"/>
              </a:cxn>
              <a:cxn ang="0">
                <a:pos x="connsiteX97712" y="connsiteY97712"/>
              </a:cxn>
              <a:cxn ang="0">
                <a:pos x="connsiteX97713" y="connsiteY97713"/>
              </a:cxn>
              <a:cxn ang="0">
                <a:pos x="connsiteX97714" y="connsiteY97714"/>
              </a:cxn>
              <a:cxn ang="0">
                <a:pos x="connsiteX97715" y="connsiteY97715"/>
              </a:cxn>
              <a:cxn ang="0">
                <a:pos x="connsiteX97716" y="connsiteY97716"/>
              </a:cxn>
              <a:cxn ang="0">
                <a:pos x="connsiteX97717" y="connsiteY97717"/>
              </a:cxn>
              <a:cxn ang="0">
                <a:pos x="connsiteX97718" y="connsiteY97718"/>
              </a:cxn>
              <a:cxn ang="0">
                <a:pos x="connsiteX97719" y="connsiteY97719"/>
              </a:cxn>
              <a:cxn ang="0">
                <a:pos x="connsiteX97720" y="connsiteY97720"/>
              </a:cxn>
              <a:cxn ang="0">
                <a:pos x="connsiteX97721" y="connsiteY97721"/>
              </a:cxn>
              <a:cxn ang="0">
                <a:pos x="connsiteX97722" y="connsiteY97722"/>
              </a:cxn>
              <a:cxn ang="0">
                <a:pos x="connsiteX97723" y="connsiteY97723"/>
              </a:cxn>
              <a:cxn ang="0">
                <a:pos x="connsiteX97724" y="connsiteY97724"/>
              </a:cxn>
              <a:cxn ang="0">
                <a:pos x="connsiteX97725" y="connsiteY97725"/>
              </a:cxn>
              <a:cxn ang="0">
                <a:pos x="connsiteX97726" y="connsiteY97726"/>
              </a:cxn>
              <a:cxn ang="0">
                <a:pos x="connsiteX97727" y="connsiteY97727"/>
              </a:cxn>
              <a:cxn ang="0">
                <a:pos x="connsiteX97728" y="connsiteY97728"/>
              </a:cxn>
              <a:cxn ang="0">
                <a:pos x="connsiteX97729" y="connsiteY97729"/>
              </a:cxn>
              <a:cxn ang="0">
                <a:pos x="connsiteX97730" y="connsiteY97730"/>
              </a:cxn>
              <a:cxn ang="0">
                <a:pos x="connsiteX97731" y="connsiteY97731"/>
              </a:cxn>
              <a:cxn ang="0">
                <a:pos x="connsiteX97732" y="connsiteY97732"/>
              </a:cxn>
              <a:cxn ang="0">
                <a:pos x="connsiteX97733" y="connsiteY97733"/>
              </a:cxn>
              <a:cxn ang="0">
                <a:pos x="connsiteX97734" y="connsiteY97734"/>
              </a:cxn>
              <a:cxn ang="0">
                <a:pos x="connsiteX97735" y="connsiteY97735"/>
              </a:cxn>
              <a:cxn ang="0">
                <a:pos x="connsiteX97736" y="connsiteY97736"/>
              </a:cxn>
              <a:cxn ang="0">
                <a:pos x="connsiteX97737" y="connsiteY97737"/>
              </a:cxn>
              <a:cxn ang="0">
                <a:pos x="connsiteX97738" y="connsiteY97738"/>
              </a:cxn>
              <a:cxn ang="0">
                <a:pos x="connsiteX97739" y="connsiteY97739"/>
              </a:cxn>
              <a:cxn ang="0">
                <a:pos x="connsiteX97740" y="connsiteY97740"/>
              </a:cxn>
              <a:cxn ang="0">
                <a:pos x="connsiteX97741" y="connsiteY97741"/>
              </a:cxn>
              <a:cxn ang="0">
                <a:pos x="connsiteX97742" y="connsiteY97742"/>
              </a:cxn>
              <a:cxn ang="0">
                <a:pos x="connsiteX97743" y="connsiteY97743"/>
              </a:cxn>
              <a:cxn ang="0">
                <a:pos x="connsiteX97744" y="connsiteY97744"/>
              </a:cxn>
              <a:cxn ang="0">
                <a:pos x="connsiteX97745" y="connsiteY97745"/>
              </a:cxn>
              <a:cxn ang="0">
                <a:pos x="connsiteX97746" y="connsiteY97746"/>
              </a:cxn>
              <a:cxn ang="0">
                <a:pos x="connsiteX97747" y="connsiteY97747"/>
              </a:cxn>
              <a:cxn ang="0">
                <a:pos x="connsiteX97748" y="connsiteY97748"/>
              </a:cxn>
              <a:cxn ang="0">
                <a:pos x="connsiteX97749" y="connsiteY97749"/>
              </a:cxn>
              <a:cxn ang="0">
                <a:pos x="connsiteX97750" y="connsiteY97750"/>
              </a:cxn>
              <a:cxn ang="0">
                <a:pos x="connsiteX97751" y="connsiteY97751"/>
              </a:cxn>
              <a:cxn ang="0">
                <a:pos x="connsiteX97752" y="connsiteY97752"/>
              </a:cxn>
              <a:cxn ang="0">
                <a:pos x="connsiteX97753" y="connsiteY97753"/>
              </a:cxn>
              <a:cxn ang="0">
                <a:pos x="connsiteX97754" y="connsiteY97754"/>
              </a:cxn>
              <a:cxn ang="0">
                <a:pos x="connsiteX97755" y="connsiteY97755"/>
              </a:cxn>
              <a:cxn ang="0">
                <a:pos x="connsiteX97756" y="connsiteY97756"/>
              </a:cxn>
              <a:cxn ang="0">
                <a:pos x="connsiteX97757" y="connsiteY97757"/>
              </a:cxn>
              <a:cxn ang="0">
                <a:pos x="connsiteX97758" y="connsiteY97758"/>
              </a:cxn>
              <a:cxn ang="0">
                <a:pos x="connsiteX97759" y="connsiteY97759"/>
              </a:cxn>
              <a:cxn ang="0">
                <a:pos x="connsiteX97760" y="connsiteY97760"/>
              </a:cxn>
              <a:cxn ang="0">
                <a:pos x="connsiteX97761" y="connsiteY97761"/>
              </a:cxn>
              <a:cxn ang="0">
                <a:pos x="connsiteX97762" y="connsiteY97762"/>
              </a:cxn>
              <a:cxn ang="0">
                <a:pos x="connsiteX97763" y="connsiteY97763"/>
              </a:cxn>
              <a:cxn ang="0">
                <a:pos x="connsiteX97764" y="connsiteY97764"/>
              </a:cxn>
              <a:cxn ang="0">
                <a:pos x="connsiteX97765" y="connsiteY97765"/>
              </a:cxn>
              <a:cxn ang="0">
                <a:pos x="connsiteX97766" y="connsiteY97766"/>
              </a:cxn>
              <a:cxn ang="0">
                <a:pos x="connsiteX97767" y="connsiteY97767"/>
              </a:cxn>
              <a:cxn ang="0">
                <a:pos x="connsiteX97768" y="connsiteY97768"/>
              </a:cxn>
              <a:cxn ang="0">
                <a:pos x="connsiteX97769" y="connsiteY97769"/>
              </a:cxn>
              <a:cxn ang="0">
                <a:pos x="connsiteX97770" y="connsiteY97770"/>
              </a:cxn>
              <a:cxn ang="0">
                <a:pos x="connsiteX97771" y="connsiteY97771"/>
              </a:cxn>
              <a:cxn ang="0">
                <a:pos x="connsiteX97772" y="connsiteY97772"/>
              </a:cxn>
              <a:cxn ang="0">
                <a:pos x="connsiteX97773" y="connsiteY97773"/>
              </a:cxn>
              <a:cxn ang="0">
                <a:pos x="connsiteX97774" y="connsiteY97774"/>
              </a:cxn>
              <a:cxn ang="0">
                <a:pos x="connsiteX97775" y="connsiteY97775"/>
              </a:cxn>
              <a:cxn ang="0">
                <a:pos x="connsiteX97776" y="connsiteY97776"/>
              </a:cxn>
              <a:cxn ang="0">
                <a:pos x="connsiteX97777" y="connsiteY97777"/>
              </a:cxn>
              <a:cxn ang="0">
                <a:pos x="connsiteX97778" y="connsiteY97778"/>
              </a:cxn>
              <a:cxn ang="0">
                <a:pos x="connsiteX97779" y="connsiteY97779"/>
              </a:cxn>
              <a:cxn ang="0">
                <a:pos x="connsiteX97780" y="connsiteY97780"/>
              </a:cxn>
              <a:cxn ang="0">
                <a:pos x="connsiteX97781" y="connsiteY97781"/>
              </a:cxn>
              <a:cxn ang="0">
                <a:pos x="connsiteX97782" y="connsiteY97782"/>
              </a:cxn>
              <a:cxn ang="0">
                <a:pos x="connsiteX97783" y="connsiteY97783"/>
              </a:cxn>
              <a:cxn ang="0">
                <a:pos x="connsiteX97784" y="connsiteY97784"/>
              </a:cxn>
              <a:cxn ang="0">
                <a:pos x="connsiteX97785" y="connsiteY97785"/>
              </a:cxn>
              <a:cxn ang="0">
                <a:pos x="connsiteX97786" y="connsiteY97786"/>
              </a:cxn>
              <a:cxn ang="0">
                <a:pos x="connsiteX97787" y="connsiteY97787"/>
              </a:cxn>
              <a:cxn ang="0">
                <a:pos x="connsiteX97788" y="connsiteY97788"/>
              </a:cxn>
              <a:cxn ang="0">
                <a:pos x="connsiteX97789" y="connsiteY97789"/>
              </a:cxn>
              <a:cxn ang="0">
                <a:pos x="connsiteX97790" y="connsiteY97790"/>
              </a:cxn>
              <a:cxn ang="0">
                <a:pos x="connsiteX97791" y="connsiteY97791"/>
              </a:cxn>
              <a:cxn ang="0">
                <a:pos x="connsiteX97792" y="connsiteY97792"/>
              </a:cxn>
              <a:cxn ang="0">
                <a:pos x="connsiteX97793" y="connsiteY97793"/>
              </a:cxn>
              <a:cxn ang="0">
                <a:pos x="connsiteX97794" y="connsiteY97794"/>
              </a:cxn>
              <a:cxn ang="0">
                <a:pos x="connsiteX97795" y="connsiteY97795"/>
              </a:cxn>
              <a:cxn ang="0">
                <a:pos x="connsiteX97796" y="connsiteY97796"/>
              </a:cxn>
              <a:cxn ang="0">
                <a:pos x="connsiteX97797" y="connsiteY97797"/>
              </a:cxn>
              <a:cxn ang="0">
                <a:pos x="connsiteX97798" y="connsiteY97798"/>
              </a:cxn>
              <a:cxn ang="0">
                <a:pos x="connsiteX97799" y="connsiteY97799"/>
              </a:cxn>
              <a:cxn ang="0">
                <a:pos x="connsiteX97800" y="connsiteY97800"/>
              </a:cxn>
              <a:cxn ang="0">
                <a:pos x="connsiteX97801" y="connsiteY97801"/>
              </a:cxn>
              <a:cxn ang="0">
                <a:pos x="connsiteX97802" y="connsiteY97802"/>
              </a:cxn>
              <a:cxn ang="0">
                <a:pos x="connsiteX97803" y="connsiteY97803"/>
              </a:cxn>
              <a:cxn ang="0">
                <a:pos x="connsiteX97804" y="connsiteY97804"/>
              </a:cxn>
              <a:cxn ang="0">
                <a:pos x="connsiteX97805" y="connsiteY97805"/>
              </a:cxn>
              <a:cxn ang="0">
                <a:pos x="connsiteX97806" y="connsiteY97806"/>
              </a:cxn>
              <a:cxn ang="0">
                <a:pos x="connsiteX97807" y="connsiteY97807"/>
              </a:cxn>
              <a:cxn ang="0">
                <a:pos x="connsiteX97808" y="connsiteY97808"/>
              </a:cxn>
              <a:cxn ang="0">
                <a:pos x="connsiteX97809" y="connsiteY97809"/>
              </a:cxn>
              <a:cxn ang="0">
                <a:pos x="connsiteX97810" y="connsiteY97810"/>
              </a:cxn>
              <a:cxn ang="0">
                <a:pos x="connsiteX97811" y="connsiteY97811"/>
              </a:cxn>
              <a:cxn ang="0">
                <a:pos x="connsiteX97812" y="connsiteY97812"/>
              </a:cxn>
              <a:cxn ang="0">
                <a:pos x="connsiteX97813" y="connsiteY97813"/>
              </a:cxn>
              <a:cxn ang="0">
                <a:pos x="connsiteX97814" y="connsiteY97814"/>
              </a:cxn>
              <a:cxn ang="0">
                <a:pos x="connsiteX97815" y="connsiteY97815"/>
              </a:cxn>
              <a:cxn ang="0">
                <a:pos x="connsiteX97816" y="connsiteY97816"/>
              </a:cxn>
              <a:cxn ang="0">
                <a:pos x="connsiteX97817" y="connsiteY97817"/>
              </a:cxn>
              <a:cxn ang="0">
                <a:pos x="connsiteX97818" y="connsiteY97818"/>
              </a:cxn>
              <a:cxn ang="0">
                <a:pos x="connsiteX97819" y="connsiteY97819"/>
              </a:cxn>
              <a:cxn ang="0">
                <a:pos x="connsiteX97820" y="connsiteY97820"/>
              </a:cxn>
              <a:cxn ang="0">
                <a:pos x="connsiteX97821" y="connsiteY97821"/>
              </a:cxn>
              <a:cxn ang="0">
                <a:pos x="connsiteX97822" y="connsiteY97822"/>
              </a:cxn>
              <a:cxn ang="0">
                <a:pos x="connsiteX97823" y="connsiteY97823"/>
              </a:cxn>
              <a:cxn ang="0">
                <a:pos x="connsiteX97824" y="connsiteY97824"/>
              </a:cxn>
              <a:cxn ang="0">
                <a:pos x="connsiteX97825" y="connsiteY97825"/>
              </a:cxn>
              <a:cxn ang="0">
                <a:pos x="connsiteX97826" y="connsiteY97826"/>
              </a:cxn>
              <a:cxn ang="0">
                <a:pos x="connsiteX97827" y="connsiteY97827"/>
              </a:cxn>
              <a:cxn ang="0">
                <a:pos x="connsiteX97828" y="connsiteY97828"/>
              </a:cxn>
              <a:cxn ang="0">
                <a:pos x="connsiteX97829" y="connsiteY97829"/>
              </a:cxn>
              <a:cxn ang="0">
                <a:pos x="connsiteX97830" y="connsiteY97830"/>
              </a:cxn>
              <a:cxn ang="0">
                <a:pos x="connsiteX97831" y="connsiteY97831"/>
              </a:cxn>
              <a:cxn ang="0">
                <a:pos x="connsiteX97832" y="connsiteY97832"/>
              </a:cxn>
              <a:cxn ang="0">
                <a:pos x="connsiteX97833" y="connsiteY97833"/>
              </a:cxn>
              <a:cxn ang="0">
                <a:pos x="connsiteX97834" y="connsiteY97834"/>
              </a:cxn>
              <a:cxn ang="0">
                <a:pos x="connsiteX97835" y="connsiteY97835"/>
              </a:cxn>
              <a:cxn ang="0">
                <a:pos x="connsiteX97836" y="connsiteY97836"/>
              </a:cxn>
              <a:cxn ang="0">
                <a:pos x="connsiteX97837" y="connsiteY97837"/>
              </a:cxn>
              <a:cxn ang="0">
                <a:pos x="connsiteX97838" y="connsiteY97838"/>
              </a:cxn>
              <a:cxn ang="0">
                <a:pos x="connsiteX97839" y="connsiteY97839"/>
              </a:cxn>
              <a:cxn ang="0">
                <a:pos x="connsiteX97840" y="connsiteY97840"/>
              </a:cxn>
              <a:cxn ang="0">
                <a:pos x="connsiteX97841" y="connsiteY97841"/>
              </a:cxn>
              <a:cxn ang="0">
                <a:pos x="connsiteX97842" y="connsiteY97842"/>
              </a:cxn>
              <a:cxn ang="0">
                <a:pos x="connsiteX97843" y="connsiteY97843"/>
              </a:cxn>
              <a:cxn ang="0">
                <a:pos x="connsiteX97844" y="connsiteY97844"/>
              </a:cxn>
              <a:cxn ang="0">
                <a:pos x="connsiteX97845" y="connsiteY97845"/>
              </a:cxn>
              <a:cxn ang="0">
                <a:pos x="connsiteX97846" y="connsiteY97846"/>
              </a:cxn>
              <a:cxn ang="0">
                <a:pos x="connsiteX97847" y="connsiteY97847"/>
              </a:cxn>
              <a:cxn ang="0">
                <a:pos x="connsiteX97848" y="connsiteY97848"/>
              </a:cxn>
              <a:cxn ang="0">
                <a:pos x="connsiteX97849" y="connsiteY97849"/>
              </a:cxn>
              <a:cxn ang="0">
                <a:pos x="connsiteX97850" y="connsiteY97850"/>
              </a:cxn>
              <a:cxn ang="0">
                <a:pos x="connsiteX97851" y="connsiteY97851"/>
              </a:cxn>
              <a:cxn ang="0">
                <a:pos x="connsiteX97852" y="connsiteY97852"/>
              </a:cxn>
              <a:cxn ang="0">
                <a:pos x="connsiteX97853" y="connsiteY97853"/>
              </a:cxn>
              <a:cxn ang="0">
                <a:pos x="connsiteX97854" y="connsiteY97854"/>
              </a:cxn>
              <a:cxn ang="0">
                <a:pos x="connsiteX97855" y="connsiteY97855"/>
              </a:cxn>
              <a:cxn ang="0">
                <a:pos x="connsiteX97856" y="connsiteY97856"/>
              </a:cxn>
              <a:cxn ang="0">
                <a:pos x="connsiteX97857" y="connsiteY97857"/>
              </a:cxn>
              <a:cxn ang="0">
                <a:pos x="connsiteX97858" y="connsiteY97858"/>
              </a:cxn>
              <a:cxn ang="0">
                <a:pos x="connsiteX97859" y="connsiteY97859"/>
              </a:cxn>
              <a:cxn ang="0">
                <a:pos x="connsiteX97860" y="connsiteY97860"/>
              </a:cxn>
              <a:cxn ang="0">
                <a:pos x="connsiteX97861" y="connsiteY97861"/>
              </a:cxn>
              <a:cxn ang="0">
                <a:pos x="connsiteX97862" y="connsiteY97862"/>
              </a:cxn>
              <a:cxn ang="0">
                <a:pos x="connsiteX97863" y="connsiteY97863"/>
              </a:cxn>
              <a:cxn ang="0">
                <a:pos x="connsiteX97864" y="connsiteY97864"/>
              </a:cxn>
              <a:cxn ang="0">
                <a:pos x="connsiteX97865" y="connsiteY97865"/>
              </a:cxn>
              <a:cxn ang="0">
                <a:pos x="connsiteX97866" y="connsiteY97866"/>
              </a:cxn>
              <a:cxn ang="0">
                <a:pos x="connsiteX97867" y="connsiteY97867"/>
              </a:cxn>
              <a:cxn ang="0">
                <a:pos x="connsiteX97868" y="connsiteY97868"/>
              </a:cxn>
              <a:cxn ang="0">
                <a:pos x="connsiteX97869" y="connsiteY97869"/>
              </a:cxn>
              <a:cxn ang="0">
                <a:pos x="connsiteX97870" y="connsiteY97870"/>
              </a:cxn>
              <a:cxn ang="0">
                <a:pos x="connsiteX97871" y="connsiteY97871"/>
              </a:cxn>
              <a:cxn ang="0">
                <a:pos x="connsiteX97872" y="connsiteY97872"/>
              </a:cxn>
              <a:cxn ang="0">
                <a:pos x="connsiteX97873" y="connsiteY97873"/>
              </a:cxn>
              <a:cxn ang="0">
                <a:pos x="connsiteX97874" y="connsiteY97874"/>
              </a:cxn>
              <a:cxn ang="0">
                <a:pos x="connsiteX97875" y="connsiteY97875"/>
              </a:cxn>
              <a:cxn ang="0">
                <a:pos x="connsiteX97876" y="connsiteY97876"/>
              </a:cxn>
              <a:cxn ang="0">
                <a:pos x="connsiteX97877" y="connsiteY97877"/>
              </a:cxn>
              <a:cxn ang="0">
                <a:pos x="connsiteX97878" y="connsiteY97878"/>
              </a:cxn>
              <a:cxn ang="0">
                <a:pos x="connsiteX97879" y="connsiteY97879"/>
              </a:cxn>
              <a:cxn ang="0">
                <a:pos x="connsiteX97880" y="connsiteY97880"/>
              </a:cxn>
              <a:cxn ang="0">
                <a:pos x="connsiteX97881" y="connsiteY97881"/>
              </a:cxn>
              <a:cxn ang="0">
                <a:pos x="connsiteX97882" y="connsiteY97882"/>
              </a:cxn>
              <a:cxn ang="0">
                <a:pos x="connsiteX97883" y="connsiteY97883"/>
              </a:cxn>
              <a:cxn ang="0">
                <a:pos x="connsiteX97884" y="connsiteY97884"/>
              </a:cxn>
              <a:cxn ang="0">
                <a:pos x="connsiteX97885" y="connsiteY97885"/>
              </a:cxn>
              <a:cxn ang="0">
                <a:pos x="connsiteX97886" y="connsiteY97886"/>
              </a:cxn>
              <a:cxn ang="0">
                <a:pos x="connsiteX97887" y="connsiteY97887"/>
              </a:cxn>
              <a:cxn ang="0">
                <a:pos x="connsiteX97888" y="connsiteY97888"/>
              </a:cxn>
              <a:cxn ang="0">
                <a:pos x="connsiteX97889" y="connsiteY97889"/>
              </a:cxn>
              <a:cxn ang="0">
                <a:pos x="connsiteX97890" y="connsiteY97890"/>
              </a:cxn>
              <a:cxn ang="0">
                <a:pos x="connsiteX97891" y="connsiteY97891"/>
              </a:cxn>
              <a:cxn ang="0">
                <a:pos x="connsiteX97892" y="connsiteY97892"/>
              </a:cxn>
              <a:cxn ang="0">
                <a:pos x="connsiteX97893" y="connsiteY97893"/>
              </a:cxn>
              <a:cxn ang="0">
                <a:pos x="connsiteX97894" y="connsiteY97894"/>
              </a:cxn>
              <a:cxn ang="0">
                <a:pos x="connsiteX97895" y="connsiteY97895"/>
              </a:cxn>
              <a:cxn ang="0">
                <a:pos x="connsiteX97896" y="connsiteY97896"/>
              </a:cxn>
              <a:cxn ang="0">
                <a:pos x="connsiteX97897" y="connsiteY97897"/>
              </a:cxn>
              <a:cxn ang="0">
                <a:pos x="connsiteX97898" y="connsiteY97898"/>
              </a:cxn>
              <a:cxn ang="0">
                <a:pos x="connsiteX97899" y="connsiteY97899"/>
              </a:cxn>
              <a:cxn ang="0">
                <a:pos x="connsiteX97900" y="connsiteY97900"/>
              </a:cxn>
              <a:cxn ang="0">
                <a:pos x="connsiteX97901" y="connsiteY97901"/>
              </a:cxn>
              <a:cxn ang="0">
                <a:pos x="connsiteX97902" y="connsiteY97902"/>
              </a:cxn>
              <a:cxn ang="0">
                <a:pos x="connsiteX97903" y="connsiteY97903"/>
              </a:cxn>
              <a:cxn ang="0">
                <a:pos x="connsiteX97904" y="connsiteY97904"/>
              </a:cxn>
              <a:cxn ang="0">
                <a:pos x="connsiteX97905" y="connsiteY97905"/>
              </a:cxn>
              <a:cxn ang="0">
                <a:pos x="connsiteX97906" y="connsiteY97906"/>
              </a:cxn>
              <a:cxn ang="0">
                <a:pos x="connsiteX97907" y="connsiteY97907"/>
              </a:cxn>
              <a:cxn ang="0">
                <a:pos x="connsiteX97908" y="connsiteY97908"/>
              </a:cxn>
              <a:cxn ang="0">
                <a:pos x="connsiteX97909" y="connsiteY97909"/>
              </a:cxn>
              <a:cxn ang="0">
                <a:pos x="connsiteX97910" y="connsiteY97910"/>
              </a:cxn>
              <a:cxn ang="0">
                <a:pos x="connsiteX97911" y="connsiteY97911"/>
              </a:cxn>
              <a:cxn ang="0">
                <a:pos x="connsiteX97912" y="connsiteY97912"/>
              </a:cxn>
              <a:cxn ang="0">
                <a:pos x="connsiteX97913" y="connsiteY97913"/>
              </a:cxn>
              <a:cxn ang="0">
                <a:pos x="connsiteX97914" y="connsiteY97914"/>
              </a:cxn>
              <a:cxn ang="0">
                <a:pos x="connsiteX97915" y="connsiteY97915"/>
              </a:cxn>
              <a:cxn ang="0">
                <a:pos x="connsiteX97916" y="connsiteY97916"/>
              </a:cxn>
              <a:cxn ang="0">
                <a:pos x="connsiteX97917" y="connsiteY97917"/>
              </a:cxn>
              <a:cxn ang="0">
                <a:pos x="connsiteX97918" y="connsiteY97918"/>
              </a:cxn>
              <a:cxn ang="0">
                <a:pos x="connsiteX97919" y="connsiteY97919"/>
              </a:cxn>
              <a:cxn ang="0">
                <a:pos x="connsiteX97920" y="connsiteY97920"/>
              </a:cxn>
              <a:cxn ang="0">
                <a:pos x="connsiteX97921" y="connsiteY97921"/>
              </a:cxn>
              <a:cxn ang="0">
                <a:pos x="connsiteX97922" y="connsiteY97922"/>
              </a:cxn>
              <a:cxn ang="0">
                <a:pos x="connsiteX97923" y="connsiteY97923"/>
              </a:cxn>
              <a:cxn ang="0">
                <a:pos x="connsiteX97924" y="connsiteY97924"/>
              </a:cxn>
              <a:cxn ang="0">
                <a:pos x="connsiteX97925" y="connsiteY97925"/>
              </a:cxn>
              <a:cxn ang="0">
                <a:pos x="connsiteX97926" y="connsiteY97926"/>
              </a:cxn>
              <a:cxn ang="0">
                <a:pos x="connsiteX97927" y="connsiteY97927"/>
              </a:cxn>
              <a:cxn ang="0">
                <a:pos x="connsiteX97928" y="connsiteY97928"/>
              </a:cxn>
              <a:cxn ang="0">
                <a:pos x="connsiteX97929" y="connsiteY97929"/>
              </a:cxn>
              <a:cxn ang="0">
                <a:pos x="connsiteX97930" y="connsiteY97930"/>
              </a:cxn>
              <a:cxn ang="0">
                <a:pos x="connsiteX97931" y="connsiteY97931"/>
              </a:cxn>
              <a:cxn ang="0">
                <a:pos x="connsiteX97932" y="connsiteY97932"/>
              </a:cxn>
              <a:cxn ang="0">
                <a:pos x="connsiteX97933" y="connsiteY97933"/>
              </a:cxn>
              <a:cxn ang="0">
                <a:pos x="connsiteX97934" y="connsiteY97934"/>
              </a:cxn>
              <a:cxn ang="0">
                <a:pos x="connsiteX97935" y="connsiteY97935"/>
              </a:cxn>
              <a:cxn ang="0">
                <a:pos x="connsiteX97936" y="connsiteY97936"/>
              </a:cxn>
              <a:cxn ang="0">
                <a:pos x="connsiteX97937" y="connsiteY97937"/>
              </a:cxn>
              <a:cxn ang="0">
                <a:pos x="connsiteX97938" y="connsiteY97938"/>
              </a:cxn>
              <a:cxn ang="0">
                <a:pos x="connsiteX97939" y="connsiteY97939"/>
              </a:cxn>
              <a:cxn ang="0">
                <a:pos x="connsiteX97940" y="connsiteY97940"/>
              </a:cxn>
              <a:cxn ang="0">
                <a:pos x="connsiteX97941" y="connsiteY97941"/>
              </a:cxn>
              <a:cxn ang="0">
                <a:pos x="connsiteX97942" y="connsiteY97942"/>
              </a:cxn>
              <a:cxn ang="0">
                <a:pos x="connsiteX97943" y="connsiteY97943"/>
              </a:cxn>
              <a:cxn ang="0">
                <a:pos x="connsiteX97944" y="connsiteY97944"/>
              </a:cxn>
              <a:cxn ang="0">
                <a:pos x="connsiteX97945" y="connsiteY97945"/>
              </a:cxn>
              <a:cxn ang="0">
                <a:pos x="connsiteX97946" y="connsiteY97946"/>
              </a:cxn>
              <a:cxn ang="0">
                <a:pos x="connsiteX97947" y="connsiteY97947"/>
              </a:cxn>
              <a:cxn ang="0">
                <a:pos x="connsiteX97948" y="connsiteY97948"/>
              </a:cxn>
              <a:cxn ang="0">
                <a:pos x="connsiteX97949" y="connsiteY97949"/>
              </a:cxn>
              <a:cxn ang="0">
                <a:pos x="connsiteX97950" y="connsiteY97950"/>
              </a:cxn>
              <a:cxn ang="0">
                <a:pos x="connsiteX97951" y="connsiteY97951"/>
              </a:cxn>
              <a:cxn ang="0">
                <a:pos x="connsiteX97952" y="connsiteY97952"/>
              </a:cxn>
              <a:cxn ang="0">
                <a:pos x="connsiteX97953" y="connsiteY97953"/>
              </a:cxn>
              <a:cxn ang="0">
                <a:pos x="connsiteX97954" y="connsiteY97954"/>
              </a:cxn>
              <a:cxn ang="0">
                <a:pos x="connsiteX97955" y="connsiteY97955"/>
              </a:cxn>
              <a:cxn ang="0">
                <a:pos x="connsiteX97956" y="connsiteY97956"/>
              </a:cxn>
              <a:cxn ang="0">
                <a:pos x="connsiteX97957" y="connsiteY97957"/>
              </a:cxn>
              <a:cxn ang="0">
                <a:pos x="connsiteX97958" y="connsiteY97958"/>
              </a:cxn>
              <a:cxn ang="0">
                <a:pos x="connsiteX97959" y="connsiteY97959"/>
              </a:cxn>
              <a:cxn ang="0">
                <a:pos x="connsiteX97960" y="connsiteY97960"/>
              </a:cxn>
              <a:cxn ang="0">
                <a:pos x="connsiteX97961" y="connsiteY97961"/>
              </a:cxn>
              <a:cxn ang="0">
                <a:pos x="connsiteX97962" y="connsiteY97962"/>
              </a:cxn>
              <a:cxn ang="0">
                <a:pos x="connsiteX97963" y="connsiteY97963"/>
              </a:cxn>
              <a:cxn ang="0">
                <a:pos x="connsiteX97964" y="connsiteY97964"/>
              </a:cxn>
              <a:cxn ang="0">
                <a:pos x="connsiteX97965" y="connsiteY97965"/>
              </a:cxn>
              <a:cxn ang="0">
                <a:pos x="connsiteX97966" y="connsiteY97966"/>
              </a:cxn>
              <a:cxn ang="0">
                <a:pos x="connsiteX97967" y="connsiteY97967"/>
              </a:cxn>
              <a:cxn ang="0">
                <a:pos x="connsiteX97968" y="connsiteY97968"/>
              </a:cxn>
              <a:cxn ang="0">
                <a:pos x="connsiteX97969" y="connsiteY97969"/>
              </a:cxn>
              <a:cxn ang="0">
                <a:pos x="connsiteX97970" y="connsiteY97970"/>
              </a:cxn>
              <a:cxn ang="0">
                <a:pos x="connsiteX97971" y="connsiteY97971"/>
              </a:cxn>
              <a:cxn ang="0">
                <a:pos x="connsiteX97972" y="connsiteY97972"/>
              </a:cxn>
              <a:cxn ang="0">
                <a:pos x="connsiteX97973" y="connsiteY97973"/>
              </a:cxn>
              <a:cxn ang="0">
                <a:pos x="connsiteX97974" y="connsiteY97974"/>
              </a:cxn>
              <a:cxn ang="0">
                <a:pos x="connsiteX97975" y="connsiteY97975"/>
              </a:cxn>
              <a:cxn ang="0">
                <a:pos x="connsiteX97976" y="connsiteY97976"/>
              </a:cxn>
              <a:cxn ang="0">
                <a:pos x="connsiteX97977" y="connsiteY97977"/>
              </a:cxn>
              <a:cxn ang="0">
                <a:pos x="connsiteX97978" y="connsiteY97978"/>
              </a:cxn>
              <a:cxn ang="0">
                <a:pos x="connsiteX97979" y="connsiteY97979"/>
              </a:cxn>
              <a:cxn ang="0">
                <a:pos x="connsiteX97980" y="connsiteY97980"/>
              </a:cxn>
              <a:cxn ang="0">
                <a:pos x="connsiteX97981" y="connsiteY97981"/>
              </a:cxn>
              <a:cxn ang="0">
                <a:pos x="connsiteX97982" y="connsiteY97982"/>
              </a:cxn>
              <a:cxn ang="0">
                <a:pos x="connsiteX97983" y="connsiteY97983"/>
              </a:cxn>
              <a:cxn ang="0">
                <a:pos x="connsiteX97984" y="connsiteY97984"/>
              </a:cxn>
              <a:cxn ang="0">
                <a:pos x="connsiteX97985" y="connsiteY97985"/>
              </a:cxn>
              <a:cxn ang="0">
                <a:pos x="connsiteX97986" y="connsiteY97986"/>
              </a:cxn>
              <a:cxn ang="0">
                <a:pos x="connsiteX97987" y="connsiteY97987"/>
              </a:cxn>
              <a:cxn ang="0">
                <a:pos x="connsiteX97988" y="connsiteY97988"/>
              </a:cxn>
              <a:cxn ang="0">
                <a:pos x="connsiteX97989" y="connsiteY97989"/>
              </a:cxn>
              <a:cxn ang="0">
                <a:pos x="connsiteX97990" y="connsiteY97990"/>
              </a:cxn>
              <a:cxn ang="0">
                <a:pos x="connsiteX97991" y="connsiteY97991"/>
              </a:cxn>
              <a:cxn ang="0">
                <a:pos x="connsiteX97992" y="connsiteY97992"/>
              </a:cxn>
              <a:cxn ang="0">
                <a:pos x="connsiteX97993" y="connsiteY97993"/>
              </a:cxn>
              <a:cxn ang="0">
                <a:pos x="connsiteX97994" y="connsiteY97994"/>
              </a:cxn>
              <a:cxn ang="0">
                <a:pos x="connsiteX97995" y="connsiteY97995"/>
              </a:cxn>
              <a:cxn ang="0">
                <a:pos x="connsiteX97996" y="connsiteY97996"/>
              </a:cxn>
              <a:cxn ang="0">
                <a:pos x="connsiteX97997" y="connsiteY97997"/>
              </a:cxn>
              <a:cxn ang="0">
                <a:pos x="connsiteX97998" y="connsiteY97998"/>
              </a:cxn>
              <a:cxn ang="0">
                <a:pos x="connsiteX97999" y="connsiteY97999"/>
              </a:cxn>
              <a:cxn ang="0">
                <a:pos x="connsiteX98000" y="connsiteY98000"/>
              </a:cxn>
              <a:cxn ang="0">
                <a:pos x="connsiteX98001" y="connsiteY98001"/>
              </a:cxn>
              <a:cxn ang="0">
                <a:pos x="connsiteX98002" y="connsiteY98002"/>
              </a:cxn>
              <a:cxn ang="0">
                <a:pos x="connsiteX98003" y="connsiteY98003"/>
              </a:cxn>
              <a:cxn ang="0">
                <a:pos x="connsiteX98004" y="connsiteY98004"/>
              </a:cxn>
              <a:cxn ang="0">
                <a:pos x="connsiteX98005" y="connsiteY98005"/>
              </a:cxn>
              <a:cxn ang="0">
                <a:pos x="connsiteX98006" y="connsiteY98006"/>
              </a:cxn>
              <a:cxn ang="0">
                <a:pos x="connsiteX98007" y="connsiteY98007"/>
              </a:cxn>
              <a:cxn ang="0">
                <a:pos x="connsiteX98008" y="connsiteY98008"/>
              </a:cxn>
              <a:cxn ang="0">
                <a:pos x="connsiteX98009" y="connsiteY98009"/>
              </a:cxn>
              <a:cxn ang="0">
                <a:pos x="connsiteX98010" y="connsiteY98010"/>
              </a:cxn>
              <a:cxn ang="0">
                <a:pos x="connsiteX98011" y="connsiteY98011"/>
              </a:cxn>
              <a:cxn ang="0">
                <a:pos x="connsiteX98012" y="connsiteY98012"/>
              </a:cxn>
              <a:cxn ang="0">
                <a:pos x="connsiteX98013" y="connsiteY98013"/>
              </a:cxn>
              <a:cxn ang="0">
                <a:pos x="connsiteX98014" y="connsiteY98014"/>
              </a:cxn>
              <a:cxn ang="0">
                <a:pos x="connsiteX98015" y="connsiteY98015"/>
              </a:cxn>
              <a:cxn ang="0">
                <a:pos x="connsiteX98016" y="connsiteY98016"/>
              </a:cxn>
              <a:cxn ang="0">
                <a:pos x="connsiteX98017" y="connsiteY98017"/>
              </a:cxn>
              <a:cxn ang="0">
                <a:pos x="connsiteX98018" y="connsiteY98018"/>
              </a:cxn>
              <a:cxn ang="0">
                <a:pos x="connsiteX98019" y="connsiteY98019"/>
              </a:cxn>
              <a:cxn ang="0">
                <a:pos x="connsiteX98020" y="connsiteY98020"/>
              </a:cxn>
              <a:cxn ang="0">
                <a:pos x="connsiteX98021" y="connsiteY98021"/>
              </a:cxn>
              <a:cxn ang="0">
                <a:pos x="connsiteX98022" y="connsiteY98022"/>
              </a:cxn>
              <a:cxn ang="0">
                <a:pos x="connsiteX98023" y="connsiteY98023"/>
              </a:cxn>
              <a:cxn ang="0">
                <a:pos x="connsiteX98024" y="connsiteY98024"/>
              </a:cxn>
              <a:cxn ang="0">
                <a:pos x="connsiteX98025" y="connsiteY98025"/>
              </a:cxn>
              <a:cxn ang="0">
                <a:pos x="connsiteX98026" y="connsiteY98026"/>
              </a:cxn>
              <a:cxn ang="0">
                <a:pos x="connsiteX98027" y="connsiteY98027"/>
              </a:cxn>
              <a:cxn ang="0">
                <a:pos x="connsiteX98028" y="connsiteY98028"/>
              </a:cxn>
              <a:cxn ang="0">
                <a:pos x="connsiteX98029" y="connsiteY98029"/>
              </a:cxn>
              <a:cxn ang="0">
                <a:pos x="connsiteX98030" y="connsiteY98030"/>
              </a:cxn>
              <a:cxn ang="0">
                <a:pos x="connsiteX98031" y="connsiteY98031"/>
              </a:cxn>
              <a:cxn ang="0">
                <a:pos x="connsiteX98032" y="connsiteY98032"/>
              </a:cxn>
              <a:cxn ang="0">
                <a:pos x="connsiteX98033" y="connsiteY98033"/>
              </a:cxn>
              <a:cxn ang="0">
                <a:pos x="connsiteX98034" y="connsiteY98034"/>
              </a:cxn>
              <a:cxn ang="0">
                <a:pos x="connsiteX98035" y="connsiteY98035"/>
              </a:cxn>
              <a:cxn ang="0">
                <a:pos x="connsiteX98036" y="connsiteY98036"/>
              </a:cxn>
              <a:cxn ang="0">
                <a:pos x="connsiteX98037" y="connsiteY98037"/>
              </a:cxn>
              <a:cxn ang="0">
                <a:pos x="connsiteX98038" y="connsiteY98038"/>
              </a:cxn>
              <a:cxn ang="0">
                <a:pos x="connsiteX98039" y="connsiteY98039"/>
              </a:cxn>
              <a:cxn ang="0">
                <a:pos x="connsiteX98040" y="connsiteY98040"/>
              </a:cxn>
              <a:cxn ang="0">
                <a:pos x="connsiteX98041" y="connsiteY98041"/>
              </a:cxn>
              <a:cxn ang="0">
                <a:pos x="connsiteX98042" y="connsiteY98042"/>
              </a:cxn>
              <a:cxn ang="0">
                <a:pos x="connsiteX98043" y="connsiteY98043"/>
              </a:cxn>
              <a:cxn ang="0">
                <a:pos x="connsiteX98044" y="connsiteY98044"/>
              </a:cxn>
              <a:cxn ang="0">
                <a:pos x="connsiteX98045" y="connsiteY98045"/>
              </a:cxn>
              <a:cxn ang="0">
                <a:pos x="connsiteX98046" y="connsiteY98046"/>
              </a:cxn>
              <a:cxn ang="0">
                <a:pos x="connsiteX98047" y="connsiteY98047"/>
              </a:cxn>
              <a:cxn ang="0">
                <a:pos x="connsiteX98048" y="connsiteY98048"/>
              </a:cxn>
              <a:cxn ang="0">
                <a:pos x="connsiteX98049" y="connsiteY98049"/>
              </a:cxn>
              <a:cxn ang="0">
                <a:pos x="connsiteX98050" y="connsiteY98050"/>
              </a:cxn>
              <a:cxn ang="0">
                <a:pos x="connsiteX98051" y="connsiteY98051"/>
              </a:cxn>
              <a:cxn ang="0">
                <a:pos x="connsiteX98052" y="connsiteY98052"/>
              </a:cxn>
              <a:cxn ang="0">
                <a:pos x="connsiteX98053" y="connsiteY98053"/>
              </a:cxn>
              <a:cxn ang="0">
                <a:pos x="connsiteX98054" y="connsiteY98054"/>
              </a:cxn>
              <a:cxn ang="0">
                <a:pos x="connsiteX98055" y="connsiteY98055"/>
              </a:cxn>
              <a:cxn ang="0">
                <a:pos x="connsiteX98056" y="connsiteY98056"/>
              </a:cxn>
              <a:cxn ang="0">
                <a:pos x="connsiteX98057" y="connsiteY98057"/>
              </a:cxn>
              <a:cxn ang="0">
                <a:pos x="connsiteX98058" y="connsiteY98058"/>
              </a:cxn>
              <a:cxn ang="0">
                <a:pos x="connsiteX98059" y="connsiteY98059"/>
              </a:cxn>
              <a:cxn ang="0">
                <a:pos x="connsiteX98060" y="connsiteY98060"/>
              </a:cxn>
              <a:cxn ang="0">
                <a:pos x="connsiteX98061" y="connsiteY98061"/>
              </a:cxn>
              <a:cxn ang="0">
                <a:pos x="connsiteX98062" y="connsiteY98062"/>
              </a:cxn>
              <a:cxn ang="0">
                <a:pos x="connsiteX98063" y="connsiteY98063"/>
              </a:cxn>
              <a:cxn ang="0">
                <a:pos x="connsiteX98064" y="connsiteY98064"/>
              </a:cxn>
              <a:cxn ang="0">
                <a:pos x="connsiteX98065" y="connsiteY98065"/>
              </a:cxn>
              <a:cxn ang="0">
                <a:pos x="connsiteX98066" y="connsiteY98066"/>
              </a:cxn>
              <a:cxn ang="0">
                <a:pos x="connsiteX98067" y="connsiteY98067"/>
              </a:cxn>
              <a:cxn ang="0">
                <a:pos x="connsiteX98068" y="connsiteY98068"/>
              </a:cxn>
              <a:cxn ang="0">
                <a:pos x="connsiteX98069" y="connsiteY98069"/>
              </a:cxn>
              <a:cxn ang="0">
                <a:pos x="connsiteX98070" y="connsiteY98070"/>
              </a:cxn>
              <a:cxn ang="0">
                <a:pos x="connsiteX98071" y="connsiteY98071"/>
              </a:cxn>
              <a:cxn ang="0">
                <a:pos x="connsiteX98072" y="connsiteY98072"/>
              </a:cxn>
              <a:cxn ang="0">
                <a:pos x="connsiteX98073" y="connsiteY98073"/>
              </a:cxn>
              <a:cxn ang="0">
                <a:pos x="connsiteX98074" y="connsiteY98074"/>
              </a:cxn>
              <a:cxn ang="0">
                <a:pos x="connsiteX98075" y="connsiteY98075"/>
              </a:cxn>
              <a:cxn ang="0">
                <a:pos x="connsiteX98076" y="connsiteY98076"/>
              </a:cxn>
              <a:cxn ang="0">
                <a:pos x="connsiteX98077" y="connsiteY98077"/>
              </a:cxn>
              <a:cxn ang="0">
                <a:pos x="connsiteX98078" y="connsiteY98078"/>
              </a:cxn>
              <a:cxn ang="0">
                <a:pos x="connsiteX98079" y="connsiteY98079"/>
              </a:cxn>
              <a:cxn ang="0">
                <a:pos x="connsiteX98080" y="connsiteY98080"/>
              </a:cxn>
              <a:cxn ang="0">
                <a:pos x="connsiteX98081" y="connsiteY98081"/>
              </a:cxn>
              <a:cxn ang="0">
                <a:pos x="connsiteX98082" y="connsiteY98082"/>
              </a:cxn>
              <a:cxn ang="0">
                <a:pos x="connsiteX98083" y="connsiteY98083"/>
              </a:cxn>
              <a:cxn ang="0">
                <a:pos x="connsiteX98084" y="connsiteY98084"/>
              </a:cxn>
              <a:cxn ang="0">
                <a:pos x="connsiteX98085" y="connsiteY98085"/>
              </a:cxn>
              <a:cxn ang="0">
                <a:pos x="connsiteX98086" y="connsiteY98086"/>
              </a:cxn>
              <a:cxn ang="0">
                <a:pos x="connsiteX98087" y="connsiteY98087"/>
              </a:cxn>
              <a:cxn ang="0">
                <a:pos x="connsiteX98088" y="connsiteY98088"/>
              </a:cxn>
              <a:cxn ang="0">
                <a:pos x="connsiteX98089" y="connsiteY98089"/>
              </a:cxn>
              <a:cxn ang="0">
                <a:pos x="connsiteX98090" y="connsiteY98090"/>
              </a:cxn>
              <a:cxn ang="0">
                <a:pos x="connsiteX98091" y="connsiteY98091"/>
              </a:cxn>
              <a:cxn ang="0">
                <a:pos x="connsiteX98092" y="connsiteY98092"/>
              </a:cxn>
              <a:cxn ang="0">
                <a:pos x="connsiteX98093" y="connsiteY98093"/>
              </a:cxn>
              <a:cxn ang="0">
                <a:pos x="connsiteX98094" y="connsiteY98094"/>
              </a:cxn>
              <a:cxn ang="0">
                <a:pos x="connsiteX98095" y="connsiteY98095"/>
              </a:cxn>
              <a:cxn ang="0">
                <a:pos x="connsiteX98096" y="connsiteY98096"/>
              </a:cxn>
              <a:cxn ang="0">
                <a:pos x="connsiteX98097" y="connsiteY98097"/>
              </a:cxn>
              <a:cxn ang="0">
                <a:pos x="connsiteX98098" y="connsiteY98098"/>
              </a:cxn>
              <a:cxn ang="0">
                <a:pos x="connsiteX98099" y="connsiteY98099"/>
              </a:cxn>
              <a:cxn ang="0">
                <a:pos x="connsiteX98100" y="connsiteY98100"/>
              </a:cxn>
              <a:cxn ang="0">
                <a:pos x="connsiteX98101" y="connsiteY98101"/>
              </a:cxn>
              <a:cxn ang="0">
                <a:pos x="connsiteX98102" y="connsiteY98102"/>
              </a:cxn>
              <a:cxn ang="0">
                <a:pos x="connsiteX98103" y="connsiteY98103"/>
              </a:cxn>
              <a:cxn ang="0">
                <a:pos x="connsiteX98104" y="connsiteY98104"/>
              </a:cxn>
              <a:cxn ang="0">
                <a:pos x="connsiteX98105" y="connsiteY98105"/>
              </a:cxn>
              <a:cxn ang="0">
                <a:pos x="connsiteX98106" y="connsiteY98106"/>
              </a:cxn>
              <a:cxn ang="0">
                <a:pos x="connsiteX98107" y="connsiteY98107"/>
              </a:cxn>
              <a:cxn ang="0">
                <a:pos x="connsiteX98108" y="connsiteY98108"/>
              </a:cxn>
              <a:cxn ang="0">
                <a:pos x="connsiteX98109" y="connsiteY98109"/>
              </a:cxn>
              <a:cxn ang="0">
                <a:pos x="connsiteX98110" y="connsiteY98110"/>
              </a:cxn>
              <a:cxn ang="0">
                <a:pos x="connsiteX98111" y="connsiteY98111"/>
              </a:cxn>
              <a:cxn ang="0">
                <a:pos x="connsiteX98112" y="connsiteY98112"/>
              </a:cxn>
              <a:cxn ang="0">
                <a:pos x="connsiteX98113" y="connsiteY98113"/>
              </a:cxn>
              <a:cxn ang="0">
                <a:pos x="connsiteX98114" y="connsiteY98114"/>
              </a:cxn>
              <a:cxn ang="0">
                <a:pos x="connsiteX98115" y="connsiteY98115"/>
              </a:cxn>
              <a:cxn ang="0">
                <a:pos x="connsiteX98116" y="connsiteY98116"/>
              </a:cxn>
              <a:cxn ang="0">
                <a:pos x="connsiteX98117" y="connsiteY98117"/>
              </a:cxn>
              <a:cxn ang="0">
                <a:pos x="connsiteX98118" y="connsiteY98118"/>
              </a:cxn>
              <a:cxn ang="0">
                <a:pos x="connsiteX98119" y="connsiteY98119"/>
              </a:cxn>
              <a:cxn ang="0">
                <a:pos x="connsiteX98120" y="connsiteY98120"/>
              </a:cxn>
              <a:cxn ang="0">
                <a:pos x="connsiteX98121" y="connsiteY98121"/>
              </a:cxn>
              <a:cxn ang="0">
                <a:pos x="connsiteX98122" y="connsiteY98122"/>
              </a:cxn>
              <a:cxn ang="0">
                <a:pos x="connsiteX98123" y="connsiteY98123"/>
              </a:cxn>
              <a:cxn ang="0">
                <a:pos x="connsiteX98124" y="connsiteY98124"/>
              </a:cxn>
              <a:cxn ang="0">
                <a:pos x="connsiteX98125" y="connsiteY98125"/>
              </a:cxn>
              <a:cxn ang="0">
                <a:pos x="connsiteX98126" y="connsiteY98126"/>
              </a:cxn>
              <a:cxn ang="0">
                <a:pos x="connsiteX98127" y="connsiteY98127"/>
              </a:cxn>
              <a:cxn ang="0">
                <a:pos x="connsiteX98128" y="connsiteY98128"/>
              </a:cxn>
              <a:cxn ang="0">
                <a:pos x="connsiteX98129" y="connsiteY98129"/>
              </a:cxn>
              <a:cxn ang="0">
                <a:pos x="connsiteX98130" y="connsiteY98130"/>
              </a:cxn>
              <a:cxn ang="0">
                <a:pos x="connsiteX98131" y="connsiteY98131"/>
              </a:cxn>
              <a:cxn ang="0">
                <a:pos x="connsiteX98132" y="connsiteY98132"/>
              </a:cxn>
              <a:cxn ang="0">
                <a:pos x="connsiteX98133" y="connsiteY98133"/>
              </a:cxn>
              <a:cxn ang="0">
                <a:pos x="connsiteX98134" y="connsiteY98134"/>
              </a:cxn>
              <a:cxn ang="0">
                <a:pos x="connsiteX98135" y="connsiteY98135"/>
              </a:cxn>
              <a:cxn ang="0">
                <a:pos x="connsiteX98136" y="connsiteY98136"/>
              </a:cxn>
              <a:cxn ang="0">
                <a:pos x="connsiteX98137" y="connsiteY98137"/>
              </a:cxn>
              <a:cxn ang="0">
                <a:pos x="connsiteX98138" y="connsiteY98138"/>
              </a:cxn>
              <a:cxn ang="0">
                <a:pos x="connsiteX98139" y="connsiteY98139"/>
              </a:cxn>
              <a:cxn ang="0">
                <a:pos x="connsiteX98140" y="connsiteY98140"/>
              </a:cxn>
              <a:cxn ang="0">
                <a:pos x="connsiteX98141" y="connsiteY98141"/>
              </a:cxn>
              <a:cxn ang="0">
                <a:pos x="connsiteX98142" y="connsiteY98142"/>
              </a:cxn>
              <a:cxn ang="0">
                <a:pos x="connsiteX98143" y="connsiteY98143"/>
              </a:cxn>
              <a:cxn ang="0">
                <a:pos x="connsiteX98144" y="connsiteY98144"/>
              </a:cxn>
              <a:cxn ang="0">
                <a:pos x="connsiteX98145" y="connsiteY98145"/>
              </a:cxn>
              <a:cxn ang="0">
                <a:pos x="connsiteX98146" y="connsiteY98146"/>
              </a:cxn>
              <a:cxn ang="0">
                <a:pos x="connsiteX98147" y="connsiteY98147"/>
              </a:cxn>
              <a:cxn ang="0">
                <a:pos x="connsiteX98148" y="connsiteY98148"/>
              </a:cxn>
              <a:cxn ang="0">
                <a:pos x="connsiteX98149" y="connsiteY98149"/>
              </a:cxn>
              <a:cxn ang="0">
                <a:pos x="connsiteX98150" y="connsiteY98150"/>
              </a:cxn>
              <a:cxn ang="0">
                <a:pos x="connsiteX98151" y="connsiteY98151"/>
              </a:cxn>
              <a:cxn ang="0">
                <a:pos x="connsiteX98152" y="connsiteY98152"/>
              </a:cxn>
              <a:cxn ang="0">
                <a:pos x="connsiteX98153" y="connsiteY98153"/>
              </a:cxn>
              <a:cxn ang="0">
                <a:pos x="connsiteX98154" y="connsiteY98154"/>
              </a:cxn>
              <a:cxn ang="0">
                <a:pos x="connsiteX98155" y="connsiteY98155"/>
              </a:cxn>
              <a:cxn ang="0">
                <a:pos x="connsiteX98156" y="connsiteY98156"/>
              </a:cxn>
              <a:cxn ang="0">
                <a:pos x="connsiteX98157" y="connsiteY98157"/>
              </a:cxn>
              <a:cxn ang="0">
                <a:pos x="connsiteX98158" y="connsiteY98158"/>
              </a:cxn>
              <a:cxn ang="0">
                <a:pos x="connsiteX98159" y="connsiteY98159"/>
              </a:cxn>
              <a:cxn ang="0">
                <a:pos x="connsiteX98160" y="connsiteY98160"/>
              </a:cxn>
              <a:cxn ang="0">
                <a:pos x="connsiteX98161" y="connsiteY98161"/>
              </a:cxn>
              <a:cxn ang="0">
                <a:pos x="connsiteX98162" y="connsiteY98162"/>
              </a:cxn>
              <a:cxn ang="0">
                <a:pos x="connsiteX98163" y="connsiteY98163"/>
              </a:cxn>
              <a:cxn ang="0">
                <a:pos x="connsiteX98164" y="connsiteY98164"/>
              </a:cxn>
              <a:cxn ang="0">
                <a:pos x="connsiteX98165" y="connsiteY98165"/>
              </a:cxn>
              <a:cxn ang="0">
                <a:pos x="connsiteX98166" y="connsiteY98166"/>
              </a:cxn>
              <a:cxn ang="0">
                <a:pos x="connsiteX98167" y="connsiteY98167"/>
              </a:cxn>
              <a:cxn ang="0">
                <a:pos x="connsiteX98168" y="connsiteY98168"/>
              </a:cxn>
              <a:cxn ang="0">
                <a:pos x="connsiteX98169" y="connsiteY98169"/>
              </a:cxn>
              <a:cxn ang="0">
                <a:pos x="connsiteX98170" y="connsiteY98170"/>
              </a:cxn>
              <a:cxn ang="0">
                <a:pos x="connsiteX98171" y="connsiteY98171"/>
              </a:cxn>
              <a:cxn ang="0">
                <a:pos x="connsiteX98172" y="connsiteY98172"/>
              </a:cxn>
              <a:cxn ang="0">
                <a:pos x="connsiteX98173" y="connsiteY98173"/>
              </a:cxn>
              <a:cxn ang="0">
                <a:pos x="connsiteX98174" y="connsiteY98174"/>
              </a:cxn>
              <a:cxn ang="0">
                <a:pos x="connsiteX98175" y="connsiteY98175"/>
              </a:cxn>
              <a:cxn ang="0">
                <a:pos x="connsiteX98176" y="connsiteY98176"/>
              </a:cxn>
              <a:cxn ang="0">
                <a:pos x="connsiteX98177" y="connsiteY98177"/>
              </a:cxn>
              <a:cxn ang="0">
                <a:pos x="connsiteX98178" y="connsiteY98178"/>
              </a:cxn>
              <a:cxn ang="0">
                <a:pos x="connsiteX98179" y="connsiteY98179"/>
              </a:cxn>
              <a:cxn ang="0">
                <a:pos x="connsiteX98180" y="connsiteY98180"/>
              </a:cxn>
              <a:cxn ang="0">
                <a:pos x="connsiteX98181" y="connsiteY98181"/>
              </a:cxn>
              <a:cxn ang="0">
                <a:pos x="connsiteX98182" y="connsiteY98182"/>
              </a:cxn>
              <a:cxn ang="0">
                <a:pos x="connsiteX98183" y="connsiteY98183"/>
              </a:cxn>
              <a:cxn ang="0">
                <a:pos x="connsiteX98184" y="connsiteY98184"/>
              </a:cxn>
              <a:cxn ang="0">
                <a:pos x="connsiteX98185" y="connsiteY98185"/>
              </a:cxn>
              <a:cxn ang="0">
                <a:pos x="connsiteX98186" y="connsiteY98186"/>
              </a:cxn>
              <a:cxn ang="0">
                <a:pos x="connsiteX98187" y="connsiteY98187"/>
              </a:cxn>
              <a:cxn ang="0">
                <a:pos x="connsiteX98188" y="connsiteY98188"/>
              </a:cxn>
              <a:cxn ang="0">
                <a:pos x="connsiteX98189" y="connsiteY98189"/>
              </a:cxn>
              <a:cxn ang="0">
                <a:pos x="connsiteX98190" y="connsiteY98190"/>
              </a:cxn>
              <a:cxn ang="0">
                <a:pos x="connsiteX98191" y="connsiteY98191"/>
              </a:cxn>
              <a:cxn ang="0">
                <a:pos x="connsiteX98192" y="connsiteY98192"/>
              </a:cxn>
              <a:cxn ang="0">
                <a:pos x="connsiteX98193" y="connsiteY98193"/>
              </a:cxn>
              <a:cxn ang="0">
                <a:pos x="connsiteX98194" y="connsiteY98194"/>
              </a:cxn>
              <a:cxn ang="0">
                <a:pos x="connsiteX98195" y="connsiteY98195"/>
              </a:cxn>
              <a:cxn ang="0">
                <a:pos x="connsiteX98196" y="connsiteY98196"/>
              </a:cxn>
              <a:cxn ang="0">
                <a:pos x="connsiteX98197" y="connsiteY98197"/>
              </a:cxn>
              <a:cxn ang="0">
                <a:pos x="connsiteX98198" y="connsiteY98198"/>
              </a:cxn>
              <a:cxn ang="0">
                <a:pos x="connsiteX98199" y="connsiteY98199"/>
              </a:cxn>
              <a:cxn ang="0">
                <a:pos x="connsiteX98200" y="connsiteY98200"/>
              </a:cxn>
              <a:cxn ang="0">
                <a:pos x="connsiteX98201" y="connsiteY98201"/>
              </a:cxn>
              <a:cxn ang="0">
                <a:pos x="connsiteX98202" y="connsiteY98202"/>
              </a:cxn>
              <a:cxn ang="0">
                <a:pos x="connsiteX98203" y="connsiteY98203"/>
              </a:cxn>
              <a:cxn ang="0">
                <a:pos x="connsiteX98204" y="connsiteY98204"/>
              </a:cxn>
              <a:cxn ang="0">
                <a:pos x="connsiteX98205" y="connsiteY98205"/>
              </a:cxn>
              <a:cxn ang="0">
                <a:pos x="connsiteX98206" y="connsiteY98206"/>
              </a:cxn>
              <a:cxn ang="0">
                <a:pos x="connsiteX98207" y="connsiteY98207"/>
              </a:cxn>
              <a:cxn ang="0">
                <a:pos x="connsiteX98208" y="connsiteY98208"/>
              </a:cxn>
              <a:cxn ang="0">
                <a:pos x="connsiteX98209" y="connsiteY98209"/>
              </a:cxn>
              <a:cxn ang="0">
                <a:pos x="connsiteX98210" y="connsiteY98210"/>
              </a:cxn>
              <a:cxn ang="0">
                <a:pos x="connsiteX98211" y="connsiteY98211"/>
              </a:cxn>
              <a:cxn ang="0">
                <a:pos x="connsiteX98212" y="connsiteY98212"/>
              </a:cxn>
              <a:cxn ang="0">
                <a:pos x="connsiteX98213" y="connsiteY98213"/>
              </a:cxn>
              <a:cxn ang="0">
                <a:pos x="connsiteX98214" y="connsiteY98214"/>
              </a:cxn>
              <a:cxn ang="0">
                <a:pos x="connsiteX98215" y="connsiteY98215"/>
              </a:cxn>
              <a:cxn ang="0">
                <a:pos x="connsiteX98216" y="connsiteY98216"/>
              </a:cxn>
              <a:cxn ang="0">
                <a:pos x="connsiteX98217" y="connsiteY98217"/>
              </a:cxn>
              <a:cxn ang="0">
                <a:pos x="connsiteX98218" y="connsiteY98218"/>
              </a:cxn>
              <a:cxn ang="0">
                <a:pos x="connsiteX98219" y="connsiteY98219"/>
              </a:cxn>
              <a:cxn ang="0">
                <a:pos x="connsiteX98220" y="connsiteY98220"/>
              </a:cxn>
              <a:cxn ang="0">
                <a:pos x="connsiteX98221" y="connsiteY98221"/>
              </a:cxn>
              <a:cxn ang="0">
                <a:pos x="connsiteX98222" y="connsiteY98222"/>
              </a:cxn>
              <a:cxn ang="0">
                <a:pos x="connsiteX98223" y="connsiteY98223"/>
              </a:cxn>
              <a:cxn ang="0">
                <a:pos x="connsiteX98224" y="connsiteY98224"/>
              </a:cxn>
              <a:cxn ang="0">
                <a:pos x="connsiteX98225" y="connsiteY98225"/>
              </a:cxn>
              <a:cxn ang="0">
                <a:pos x="connsiteX98226" y="connsiteY98226"/>
              </a:cxn>
              <a:cxn ang="0">
                <a:pos x="connsiteX98227" y="connsiteY98227"/>
              </a:cxn>
              <a:cxn ang="0">
                <a:pos x="connsiteX98228" y="connsiteY98228"/>
              </a:cxn>
              <a:cxn ang="0">
                <a:pos x="connsiteX98229" y="connsiteY98229"/>
              </a:cxn>
              <a:cxn ang="0">
                <a:pos x="connsiteX98230" y="connsiteY98230"/>
              </a:cxn>
              <a:cxn ang="0">
                <a:pos x="connsiteX98231" y="connsiteY98231"/>
              </a:cxn>
              <a:cxn ang="0">
                <a:pos x="connsiteX98232" y="connsiteY98232"/>
              </a:cxn>
              <a:cxn ang="0">
                <a:pos x="connsiteX98233" y="connsiteY98233"/>
              </a:cxn>
              <a:cxn ang="0">
                <a:pos x="connsiteX98234" y="connsiteY98234"/>
              </a:cxn>
              <a:cxn ang="0">
                <a:pos x="connsiteX98235" y="connsiteY98235"/>
              </a:cxn>
              <a:cxn ang="0">
                <a:pos x="connsiteX98236" y="connsiteY98236"/>
              </a:cxn>
              <a:cxn ang="0">
                <a:pos x="connsiteX98237" y="connsiteY98237"/>
              </a:cxn>
              <a:cxn ang="0">
                <a:pos x="connsiteX98238" y="connsiteY98238"/>
              </a:cxn>
              <a:cxn ang="0">
                <a:pos x="connsiteX98239" y="connsiteY98239"/>
              </a:cxn>
              <a:cxn ang="0">
                <a:pos x="connsiteX98240" y="connsiteY98240"/>
              </a:cxn>
              <a:cxn ang="0">
                <a:pos x="connsiteX98241" y="connsiteY98241"/>
              </a:cxn>
              <a:cxn ang="0">
                <a:pos x="connsiteX98242" y="connsiteY98242"/>
              </a:cxn>
              <a:cxn ang="0">
                <a:pos x="connsiteX98243" y="connsiteY98243"/>
              </a:cxn>
              <a:cxn ang="0">
                <a:pos x="connsiteX98244" y="connsiteY98244"/>
              </a:cxn>
              <a:cxn ang="0">
                <a:pos x="connsiteX98245" y="connsiteY98245"/>
              </a:cxn>
              <a:cxn ang="0">
                <a:pos x="connsiteX98246" y="connsiteY98246"/>
              </a:cxn>
              <a:cxn ang="0">
                <a:pos x="connsiteX98247" y="connsiteY98247"/>
              </a:cxn>
              <a:cxn ang="0">
                <a:pos x="connsiteX98248" y="connsiteY98248"/>
              </a:cxn>
              <a:cxn ang="0">
                <a:pos x="connsiteX98249" y="connsiteY98249"/>
              </a:cxn>
              <a:cxn ang="0">
                <a:pos x="connsiteX98250" y="connsiteY98250"/>
              </a:cxn>
              <a:cxn ang="0">
                <a:pos x="connsiteX98251" y="connsiteY98251"/>
              </a:cxn>
              <a:cxn ang="0">
                <a:pos x="connsiteX98252" y="connsiteY98252"/>
              </a:cxn>
              <a:cxn ang="0">
                <a:pos x="connsiteX98253" y="connsiteY98253"/>
              </a:cxn>
              <a:cxn ang="0">
                <a:pos x="connsiteX98254" y="connsiteY98254"/>
              </a:cxn>
              <a:cxn ang="0">
                <a:pos x="connsiteX98255" y="connsiteY98255"/>
              </a:cxn>
              <a:cxn ang="0">
                <a:pos x="connsiteX98256" y="connsiteY98256"/>
              </a:cxn>
              <a:cxn ang="0">
                <a:pos x="connsiteX98257" y="connsiteY98257"/>
              </a:cxn>
              <a:cxn ang="0">
                <a:pos x="connsiteX98258" y="connsiteY98258"/>
              </a:cxn>
              <a:cxn ang="0">
                <a:pos x="connsiteX98259" y="connsiteY98259"/>
              </a:cxn>
              <a:cxn ang="0">
                <a:pos x="connsiteX98260" y="connsiteY98260"/>
              </a:cxn>
              <a:cxn ang="0">
                <a:pos x="connsiteX98261" y="connsiteY98261"/>
              </a:cxn>
              <a:cxn ang="0">
                <a:pos x="connsiteX98262" y="connsiteY98262"/>
              </a:cxn>
              <a:cxn ang="0">
                <a:pos x="connsiteX98263" y="connsiteY98263"/>
              </a:cxn>
              <a:cxn ang="0">
                <a:pos x="connsiteX98264" y="connsiteY98264"/>
              </a:cxn>
              <a:cxn ang="0">
                <a:pos x="connsiteX98265" y="connsiteY98265"/>
              </a:cxn>
              <a:cxn ang="0">
                <a:pos x="connsiteX98266" y="connsiteY98266"/>
              </a:cxn>
              <a:cxn ang="0">
                <a:pos x="connsiteX98267" y="connsiteY98267"/>
              </a:cxn>
              <a:cxn ang="0">
                <a:pos x="connsiteX98268" y="connsiteY98268"/>
              </a:cxn>
              <a:cxn ang="0">
                <a:pos x="connsiteX98269" y="connsiteY98269"/>
              </a:cxn>
              <a:cxn ang="0">
                <a:pos x="connsiteX98270" y="connsiteY98270"/>
              </a:cxn>
              <a:cxn ang="0">
                <a:pos x="connsiteX98271" y="connsiteY98271"/>
              </a:cxn>
              <a:cxn ang="0">
                <a:pos x="connsiteX98272" y="connsiteY98272"/>
              </a:cxn>
              <a:cxn ang="0">
                <a:pos x="connsiteX98273" y="connsiteY98273"/>
              </a:cxn>
              <a:cxn ang="0">
                <a:pos x="connsiteX98274" y="connsiteY98274"/>
              </a:cxn>
              <a:cxn ang="0">
                <a:pos x="connsiteX98275" y="connsiteY98275"/>
              </a:cxn>
              <a:cxn ang="0">
                <a:pos x="connsiteX98276" y="connsiteY98276"/>
              </a:cxn>
              <a:cxn ang="0">
                <a:pos x="connsiteX98277" y="connsiteY98277"/>
              </a:cxn>
              <a:cxn ang="0">
                <a:pos x="connsiteX98278" y="connsiteY98278"/>
              </a:cxn>
              <a:cxn ang="0">
                <a:pos x="connsiteX98279" y="connsiteY98279"/>
              </a:cxn>
              <a:cxn ang="0">
                <a:pos x="connsiteX98280" y="connsiteY98280"/>
              </a:cxn>
              <a:cxn ang="0">
                <a:pos x="connsiteX98281" y="connsiteY98281"/>
              </a:cxn>
              <a:cxn ang="0">
                <a:pos x="connsiteX98282" y="connsiteY98282"/>
              </a:cxn>
              <a:cxn ang="0">
                <a:pos x="connsiteX98283" y="connsiteY98283"/>
              </a:cxn>
              <a:cxn ang="0">
                <a:pos x="connsiteX98284" y="connsiteY98284"/>
              </a:cxn>
              <a:cxn ang="0">
                <a:pos x="connsiteX98285" y="connsiteY98285"/>
              </a:cxn>
              <a:cxn ang="0">
                <a:pos x="connsiteX98286" y="connsiteY98286"/>
              </a:cxn>
              <a:cxn ang="0">
                <a:pos x="connsiteX98287" y="connsiteY98287"/>
              </a:cxn>
              <a:cxn ang="0">
                <a:pos x="connsiteX98288" y="connsiteY98288"/>
              </a:cxn>
              <a:cxn ang="0">
                <a:pos x="connsiteX98289" y="connsiteY98289"/>
              </a:cxn>
              <a:cxn ang="0">
                <a:pos x="connsiteX98290" y="connsiteY98290"/>
              </a:cxn>
              <a:cxn ang="0">
                <a:pos x="connsiteX98291" y="connsiteY98291"/>
              </a:cxn>
              <a:cxn ang="0">
                <a:pos x="connsiteX98292" y="connsiteY98292"/>
              </a:cxn>
              <a:cxn ang="0">
                <a:pos x="connsiteX98293" y="connsiteY98293"/>
              </a:cxn>
              <a:cxn ang="0">
                <a:pos x="connsiteX98294" y="connsiteY98294"/>
              </a:cxn>
              <a:cxn ang="0">
                <a:pos x="connsiteX98295" y="connsiteY98295"/>
              </a:cxn>
              <a:cxn ang="0">
                <a:pos x="connsiteX98296" y="connsiteY98296"/>
              </a:cxn>
              <a:cxn ang="0">
                <a:pos x="connsiteX98297" y="connsiteY98297"/>
              </a:cxn>
              <a:cxn ang="0">
                <a:pos x="connsiteX98298" y="connsiteY98298"/>
              </a:cxn>
              <a:cxn ang="0">
                <a:pos x="connsiteX98299" y="connsiteY98299"/>
              </a:cxn>
              <a:cxn ang="0">
                <a:pos x="connsiteX98300" y="connsiteY98300"/>
              </a:cxn>
              <a:cxn ang="0">
                <a:pos x="connsiteX98301" y="connsiteY98301"/>
              </a:cxn>
              <a:cxn ang="0">
                <a:pos x="connsiteX98302" y="connsiteY98302"/>
              </a:cxn>
              <a:cxn ang="0">
                <a:pos x="connsiteX98303" y="connsiteY98303"/>
              </a:cxn>
              <a:cxn ang="0">
                <a:pos x="connsiteX98304" y="connsiteY98304"/>
              </a:cxn>
              <a:cxn ang="0">
                <a:pos x="connsiteX98305" y="connsiteY98305"/>
              </a:cxn>
              <a:cxn ang="0">
                <a:pos x="connsiteX98306" y="connsiteY98306"/>
              </a:cxn>
              <a:cxn ang="0">
                <a:pos x="connsiteX98307" y="connsiteY98307"/>
              </a:cxn>
              <a:cxn ang="0">
                <a:pos x="connsiteX98308" y="connsiteY98308"/>
              </a:cxn>
              <a:cxn ang="0">
                <a:pos x="connsiteX98309" y="connsiteY98309"/>
              </a:cxn>
              <a:cxn ang="0">
                <a:pos x="connsiteX98310" y="connsiteY98310"/>
              </a:cxn>
              <a:cxn ang="0">
                <a:pos x="connsiteX98311" y="connsiteY98311"/>
              </a:cxn>
              <a:cxn ang="0">
                <a:pos x="connsiteX98312" y="connsiteY98312"/>
              </a:cxn>
              <a:cxn ang="0">
                <a:pos x="connsiteX98313" y="connsiteY98313"/>
              </a:cxn>
              <a:cxn ang="0">
                <a:pos x="connsiteX98314" y="connsiteY98314"/>
              </a:cxn>
              <a:cxn ang="0">
                <a:pos x="connsiteX98315" y="connsiteY98315"/>
              </a:cxn>
              <a:cxn ang="0">
                <a:pos x="connsiteX98316" y="connsiteY98316"/>
              </a:cxn>
              <a:cxn ang="0">
                <a:pos x="connsiteX98317" y="connsiteY98317"/>
              </a:cxn>
              <a:cxn ang="0">
                <a:pos x="connsiteX98318" y="connsiteY98318"/>
              </a:cxn>
              <a:cxn ang="0">
                <a:pos x="connsiteX98319" y="connsiteY98319"/>
              </a:cxn>
              <a:cxn ang="0">
                <a:pos x="connsiteX98320" y="connsiteY98320"/>
              </a:cxn>
              <a:cxn ang="0">
                <a:pos x="connsiteX98321" y="connsiteY98321"/>
              </a:cxn>
              <a:cxn ang="0">
                <a:pos x="connsiteX98322" y="connsiteY98322"/>
              </a:cxn>
              <a:cxn ang="0">
                <a:pos x="connsiteX98323" y="connsiteY98323"/>
              </a:cxn>
              <a:cxn ang="0">
                <a:pos x="connsiteX98324" y="connsiteY98324"/>
              </a:cxn>
              <a:cxn ang="0">
                <a:pos x="connsiteX98325" y="connsiteY98325"/>
              </a:cxn>
              <a:cxn ang="0">
                <a:pos x="connsiteX98326" y="connsiteY98326"/>
              </a:cxn>
              <a:cxn ang="0">
                <a:pos x="connsiteX98327" y="connsiteY98327"/>
              </a:cxn>
              <a:cxn ang="0">
                <a:pos x="connsiteX98328" y="connsiteY98328"/>
              </a:cxn>
              <a:cxn ang="0">
                <a:pos x="connsiteX98329" y="connsiteY98329"/>
              </a:cxn>
              <a:cxn ang="0">
                <a:pos x="connsiteX98330" y="connsiteY98330"/>
              </a:cxn>
              <a:cxn ang="0">
                <a:pos x="connsiteX98331" y="connsiteY98331"/>
              </a:cxn>
              <a:cxn ang="0">
                <a:pos x="connsiteX98332" y="connsiteY98332"/>
              </a:cxn>
              <a:cxn ang="0">
                <a:pos x="connsiteX98333" y="connsiteY98333"/>
              </a:cxn>
              <a:cxn ang="0">
                <a:pos x="connsiteX98334" y="connsiteY98334"/>
              </a:cxn>
              <a:cxn ang="0">
                <a:pos x="connsiteX98335" y="connsiteY98335"/>
              </a:cxn>
              <a:cxn ang="0">
                <a:pos x="connsiteX98336" y="connsiteY98336"/>
              </a:cxn>
              <a:cxn ang="0">
                <a:pos x="connsiteX98337" y="connsiteY98337"/>
              </a:cxn>
              <a:cxn ang="0">
                <a:pos x="connsiteX98338" y="connsiteY98338"/>
              </a:cxn>
              <a:cxn ang="0">
                <a:pos x="connsiteX98339" y="connsiteY98339"/>
              </a:cxn>
              <a:cxn ang="0">
                <a:pos x="connsiteX98340" y="connsiteY98340"/>
              </a:cxn>
              <a:cxn ang="0">
                <a:pos x="connsiteX98341" y="connsiteY98341"/>
              </a:cxn>
              <a:cxn ang="0">
                <a:pos x="connsiteX98342" y="connsiteY98342"/>
              </a:cxn>
              <a:cxn ang="0">
                <a:pos x="connsiteX98343" y="connsiteY98343"/>
              </a:cxn>
              <a:cxn ang="0">
                <a:pos x="connsiteX98344" y="connsiteY98344"/>
              </a:cxn>
              <a:cxn ang="0">
                <a:pos x="connsiteX98345" y="connsiteY98345"/>
              </a:cxn>
              <a:cxn ang="0">
                <a:pos x="connsiteX98346" y="connsiteY98346"/>
              </a:cxn>
              <a:cxn ang="0">
                <a:pos x="connsiteX98347" y="connsiteY98347"/>
              </a:cxn>
              <a:cxn ang="0">
                <a:pos x="connsiteX98348" y="connsiteY98348"/>
              </a:cxn>
              <a:cxn ang="0">
                <a:pos x="connsiteX98349" y="connsiteY98349"/>
              </a:cxn>
              <a:cxn ang="0">
                <a:pos x="connsiteX98350" y="connsiteY98350"/>
              </a:cxn>
              <a:cxn ang="0">
                <a:pos x="connsiteX98351" y="connsiteY98351"/>
              </a:cxn>
              <a:cxn ang="0">
                <a:pos x="connsiteX98352" y="connsiteY98352"/>
              </a:cxn>
              <a:cxn ang="0">
                <a:pos x="connsiteX98353" y="connsiteY98353"/>
              </a:cxn>
              <a:cxn ang="0">
                <a:pos x="connsiteX98354" y="connsiteY98354"/>
              </a:cxn>
              <a:cxn ang="0">
                <a:pos x="connsiteX98355" y="connsiteY98355"/>
              </a:cxn>
              <a:cxn ang="0">
                <a:pos x="connsiteX98356" y="connsiteY98356"/>
              </a:cxn>
              <a:cxn ang="0">
                <a:pos x="connsiteX98357" y="connsiteY98357"/>
              </a:cxn>
              <a:cxn ang="0">
                <a:pos x="connsiteX98358" y="connsiteY98358"/>
              </a:cxn>
              <a:cxn ang="0">
                <a:pos x="connsiteX98359" y="connsiteY98359"/>
              </a:cxn>
              <a:cxn ang="0">
                <a:pos x="connsiteX98360" y="connsiteY98360"/>
              </a:cxn>
              <a:cxn ang="0">
                <a:pos x="connsiteX98361" y="connsiteY98361"/>
              </a:cxn>
              <a:cxn ang="0">
                <a:pos x="connsiteX98362" y="connsiteY98362"/>
              </a:cxn>
              <a:cxn ang="0">
                <a:pos x="connsiteX98363" y="connsiteY98363"/>
              </a:cxn>
              <a:cxn ang="0">
                <a:pos x="connsiteX98364" y="connsiteY98364"/>
              </a:cxn>
              <a:cxn ang="0">
                <a:pos x="connsiteX98365" y="connsiteY98365"/>
              </a:cxn>
              <a:cxn ang="0">
                <a:pos x="connsiteX98366" y="connsiteY98366"/>
              </a:cxn>
              <a:cxn ang="0">
                <a:pos x="connsiteX98367" y="connsiteY98367"/>
              </a:cxn>
              <a:cxn ang="0">
                <a:pos x="connsiteX98368" y="connsiteY98368"/>
              </a:cxn>
              <a:cxn ang="0">
                <a:pos x="connsiteX98369" y="connsiteY98369"/>
              </a:cxn>
              <a:cxn ang="0">
                <a:pos x="connsiteX98370" y="connsiteY98370"/>
              </a:cxn>
              <a:cxn ang="0">
                <a:pos x="connsiteX98371" y="connsiteY98371"/>
              </a:cxn>
              <a:cxn ang="0">
                <a:pos x="connsiteX98372" y="connsiteY98372"/>
              </a:cxn>
              <a:cxn ang="0">
                <a:pos x="connsiteX98373" y="connsiteY98373"/>
              </a:cxn>
              <a:cxn ang="0">
                <a:pos x="connsiteX98374" y="connsiteY98374"/>
              </a:cxn>
              <a:cxn ang="0">
                <a:pos x="connsiteX98375" y="connsiteY98375"/>
              </a:cxn>
              <a:cxn ang="0">
                <a:pos x="connsiteX98376" y="connsiteY98376"/>
              </a:cxn>
              <a:cxn ang="0">
                <a:pos x="connsiteX98377" y="connsiteY98377"/>
              </a:cxn>
              <a:cxn ang="0">
                <a:pos x="connsiteX98378" y="connsiteY98378"/>
              </a:cxn>
              <a:cxn ang="0">
                <a:pos x="connsiteX98379" y="connsiteY98379"/>
              </a:cxn>
              <a:cxn ang="0">
                <a:pos x="connsiteX98380" y="connsiteY98380"/>
              </a:cxn>
              <a:cxn ang="0">
                <a:pos x="connsiteX98381" y="connsiteY98381"/>
              </a:cxn>
              <a:cxn ang="0">
                <a:pos x="connsiteX98382" y="connsiteY98382"/>
              </a:cxn>
              <a:cxn ang="0">
                <a:pos x="connsiteX98383" y="connsiteY98383"/>
              </a:cxn>
              <a:cxn ang="0">
                <a:pos x="connsiteX98384" y="connsiteY98384"/>
              </a:cxn>
              <a:cxn ang="0">
                <a:pos x="connsiteX98385" y="connsiteY98385"/>
              </a:cxn>
              <a:cxn ang="0">
                <a:pos x="connsiteX98386" y="connsiteY98386"/>
              </a:cxn>
              <a:cxn ang="0">
                <a:pos x="connsiteX98387" y="connsiteY98387"/>
              </a:cxn>
              <a:cxn ang="0">
                <a:pos x="connsiteX98388" y="connsiteY98388"/>
              </a:cxn>
              <a:cxn ang="0">
                <a:pos x="connsiteX98389" y="connsiteY98389"/>
              </a:cxn>
              <a:cxn ang="0">
                <a:pos x="connsiteX98390" y="connsiteY98390"/>
              </a:cxn>
              <a:cxn ang="0">
                <a:pos x="connsiteX98391" y="connsiteY98391"/>
              </a:cxn>
              <a:cxn ang="0">
                <a:pos x="connsiteX98392" y="connsiteY98392"/>
              </a:cxn>
              <a:cxn ang="0">
                <a:pos x="connsiteX98393" y="connsiteY98393"/>
              </a:cxn>
              <a:cxn ang="0">
                <a:pos x="connsiteX98394" y="connsiteY98394"/>
              </a:cxn>
              <a:cxn ang="0">
                <a:pos x="connsiteX98395" y="connsiteY98395"/>
              </a:cxn>
              <a:cxn ang="0">
                <a:pos x="connsiteX98396" y="connsiteY98396"/>
              </a:cxn>
              <a:cxn ang="0">
                <a:pos x="connsiteX98397" y="connsiteY98397"/>
              </a:cxn>
              <a:cxn ang="0">
                <a:pos x="connsiteX98398" y="connsiteY98398"/>
              </a:cxn>
              <a:cxn ang="0">
                <a:pos x="connsiteX98399" y="connsiteY98399"/>
              </a:cxn>
              <a:cxn ang="0">
                <a:pos x="connsiteX98400" y="connsiteY98400"/>
              </a:cxn>
              <a:cxn ang="0">
                <a:pos x="connsiteX98401" y="connsiteY98401"/>
              </a:cxn>
              <a:cxn ang="0">
                <a:pos x="connsiteX98402" y="connsiteY98402"/>
              </a:cxn>
              <a:cxn ang="0">
                <a:pos x="connsiteX98403" y="connsiteY98403"/>
              </a:cxn>
              <a:cxn ang="0">
                <a:pos x="connsiteX98404" y="connsiteY98404"/>
              </a:cxn>
              <a:cxn ang="0">
                <a:pos x="connsiteX98405" y="connsiteY98405"/>
              </a:cxn>
              <a:cxn ang="0">
                <a:pos x="connsiteX98406" y="connsiteY98406"/>
              </a:cxn>
              <a:cxn ang="0">
                <a:pos x="connsiteX98407" y="connsiteY98407"/>
              </a:cxn>
              <a:cxn ang="0">
                <a:pos x="connsiteX98408" y="connsiteY98408"/>
              </a:cxn>
              <a:cxn ang="0">
                <a:pos x="connsiteX98409" y="connsiteY98409"/>
              </a:cxn>
              <a:cxn ang="0">
                <a:pos x="connsiteX98410" y="connsiteY98410"/>
              </a:cxn>
              <a:cxn ang="0">
                <a:pos x="connsiteX98411" y="connsiteY98411"/>
              </a:cxn>
              <a:cxn ang="0">
                <a:pos x="connsiteX98412" y="connsiteY98412"/>
              </a:cxn>
              <a:cxn ang="0">
                <a:pos x="connsiteX98413" y="connsiteY98413"/>
              </a:cxn>
              <a:cxn ang="0">
                <a:pos x="connsiteX98414" y="connsiteY98414"/>
              </a:cxn>
              <a:cxn ang="0">
                <a:pos x="connsiteX98415" y="connsiteY98415"/>
              </a:cxn>
              <a:cxn ang="0">
                <a:pos x="connsiteX98416" y="connsiteY98416"/>
              </a:cxn>
              <a:cxn ang="0">
                <a:pos x="connsiteX98417" y="connsiteY98417"/>
              </a:cxn>
              <a:cxn ang="0">
                <a:pos x="connsiteX98418" y="connsiteY98418"/>
              </a:cxn>
              <a:cxn ang="0">
                <a:pos x="connsiteX98419" y="connsiteY98419"/>
              </a:cxn>
              <a:cxn ang="0">
                <a:pos x="connsiteX98420" y="connsiteY98420"/>
              </a:cxn>
              <a:cxn ang="0">
                <a:pos x="connsiteX98421" y="connsiteY98421"/>
              </a:cxn>
              <a:cxn ang="0">
                <a:pos x="connsiteX98422" y="connsiteY98422"/>
              </a:cxn>
              <a:cxn ang="0">
                <a:pos x="connsiteX98423" y="connsiteY98423"/>
              </a:cxn>
              <a:cxn ang="0">
                <a:pos x="connsiteX98424" y="connsiteY98424"/>
              </a:cxn>
              <a:cxn ang="0">
                <a:pos x="connsiteX98425" y="connsiteY98425"/>
              </a:cxn>
              <a:cxn ang="0">
                <a:pos x="connsiteX98426" y="connsiteY98426"/>
              </a:cxn>
              <a:cxn ang="0">
                <a:pos x="connsiteX98427" y="connsiteY98427"/>
              </a:cxn>
              <a:cxn ang="0">
                <a:pos x="connsiteX98428" y="connsiteY98428"/>
              </a:cxn>
              <a:cxn ang="0">
                <a:pos x="connsiteX98429" y="connsiteY98429"/>
              </a:cxn>
              <a:cxn ang="0">
                <a:pos x="connsiteX98430" y="connsiteY98430"/>
              </a:cxn>
              <a:cxn ang="0">
                <a:pos x="connsiteX98431" y="connsiteY98431"/>
              </a:cxn>
              <a:cxn ang="0">
                <a:pos x="connsiteX98432" y="connsiteY98432"/>
              </a:cxn>
              <a:cxn ang="0">
                <a:pos x="connsiteX98433" y="connsiteY98433"/>
              </a:cxn>
              <a:cxn ang="0">
                <a:pos x="connsiteX98434" y="connsiteY98434"/>
              </a:cxn>
              <a:cxn ang="0">
                <a:pos x="connsiteX98435" y="connsiteY98435"/>
              </a:cxn>
              <a:cxn ang="0">
                <a:pos x="connsiteX98436" y="connsiteY98436"/>
              </a:cxn>
              <a:cxn ang="0">
                <a:pos x="connsiteX98437" y="connsiteY98437"/>
              </a:cxn>
              <a:cxn ang="0">
                <a:pos x="connsiteX98438" y="connsiteY98438"/>
              </a:cxn>
              <a:cxn ang="0">
                <a:pos x="connsiteX98439" y="connsiteY98439"/>
              </a:cxn>
              <a:cxn ang="0">
                <a:pos x="connsiteX98440" y="connsiteY98440"/>
              </a:cxn>
              <a:cxn ang="0">
                <a:pos x="connsiteX98441" y="connsiteY98441"/>
              </a:cxn>
              <a:cxn ang="0">
                <a:pos x="connsiteX98442" y="connsiteY98442"/>
              </a:cxn>
              <a:cxn ang="0">
                <a:pos x="connsiteX98443" y="connsiteY98443"/>
              </a:cxn>
              <a:cxn ang="0">
                <a:pos x="connsiteX98444" y="connsiteY98444"/>
              </a:cxn>
              <a:cxn ang="0">
                <a:pos x="connsiteX98445" y="connsiteY98445"/>
              </a:cxn>
              <a:cxn ang="0">
                <a:pos x="connsiteX98446" y="connsiteY98446"/>
              </a:cxn>
              <a:cxn ang="0">
                <a:pos x="connsiteX98447" y="connsiteY98447"/>
              </a:cxn>
              <a:cxn ang="0">
                <a:pos x="connsiteX98448" y="connsiteY98448"/>
              </a:cxn>
              <a:cxn ang="0">
                <a:pos x="connsiteX98449" y="connsiteY98449"/>
              </a:cxn>
              <a:cxn ang="0">
                <a:pos x="connsiteX98450" y="connsiteY98450"/>
              </a:cxn>
              <a:cxn ang="0">
                <a:pos x="connsiteX98451" y="connsiteY98451"/>
              </a:cxn>
              <a:cxn ang="0">
                <a:pos x="connsiteX98452" y="connsiteY98452"/>
              </a:cxn>
              <a:cxn ang="0">
                <a:pos x="connsiteX98453" y="connsiteY98453"/>
              </a:cxn>
              <a:cxn ang="0">
                <a:pos x="connsiteX98454" y="connsiteY98454"/>
              </a:cxn>
              <a:cxn ang="0">
                <a:pos x="connsiteX98455" y="connsiteY98455"/>
              </a:cxn>
              <a:cxn ang="0">
                <a:pos x="connsiteX98456" y="connsiteY98456"/>
              </a:cxn>
              <a:cxn ang="0">
                <a:pos x="connsiteX98457" y="connsiteY98457"/>
              </a:cxn>
              <a:cxn ang="0">
                <a:pos x="connsiteX98458" y="connsiteY98458"/>
              </a:cxn>
              <a:cxn ang="0">
                <a:pos x="connsiteX98459" y="connsiteY98459"/>
              </a:cxn>
              <a:cxn ang="0">
                <a:pos x="connsiteX98460" y="connsiteY98460"/>
              </a:cxn>
              <a:cxn ang="0">
                <a:pos x="connsiteX98461" y="connsiteY98461"/>
              </a:cxn>
              <a:cxn ang="0">
                <a:pos x="connsiteX98462" y="connsiteY98462"/>
              </a:cxn>
              <a:cxn ang="0">
                <a:pos x="connsiteX98463" y="connsiteY98463"/>
              </a:cxn>
              <a:cxn ang="0">
                <a:pos x="connsiteX98464" y="connsiteY98464"/>
              </a:cxn>
              <a:cxn ang="0">
                <a:pos x="connsiteX98465" y="connsiteY98465"/>
              </a:cxn>
              <a:cxn ang="0">
                <a:pos x="connsiteX98466" y="connsiteY98466"/>
              </a:cxn>
              <a:cxn ang="0">
                <a:pos x="connsiteX98467" y="connsiteY98467"/>
              </a:cxn>
              <a:cxn ang="0">
                <a:pos x="connsiteX98468" y="connsiteY98468"/>
              </a:cxn>
              <a:cxn ang="0">
                <a:pos x="connsiteX98469" y="connsiteY98469"/>
              </a:cxn>
              <a:cxn ang="0">
                <a:pos x="connsiteX98470" y="connsiteY98470"/>
              </a:cxn>
              <a:cxn ang="0">
                <a:pos x="connsiteX98471" y="connsiteY98471"/>
              </a:cxn>
              <a:cxn ang="0">
                <a:pos x="connsiteX98472" y="connsiteY98472"/>
              </a:cxn>
              <a:cxn ang="0">
                <a:pos x="connsiteX98473" y="connsiteY98473"/>
              </a:cxn>
              <a:cxn ang="0">
                <a:pos x="connsiteX98474" y="connsiteY98474"/>
              </a:cxn>
              <a:cxn ang="0">
                <a:pos x="connsiteX98475" y="connsiteY98475"/>
              </a:cxn>
              <a:cxn ang="0">
                <a:pos x="connsiteX98476" y="connsiteY98476"/>
              </a:cxn>
              <a:cxn ang="0">
                <a:pos x="connsiteX98477" y="connsiteY98477"/>
              </a:cxn>
              <a:cxn ang="0">
                <a:pos x="connsiteX98478" y="connsiteY98478"/>
              </a:cxn>
              <a:cxn ang="0">
                <a:pos x="connsiteX98479" y="connsiteY98479"/>
              </a:cxn>
              <a:cxn ang="0">
                <a:pos x="connsiteX98480" y="connsiteY98480"/>
              </a:cxn>
              <a:cxn ang="0">
                <a:pos x="connsiteX98481" y="connsiteY98481"/>
              </a:cxn>
              <a:cxn ang="0">
                <a:pos x="connsiteX98482" y="connsiteY98482"/>
              </a:cxn>
              <a:cxn ang="0">
                <a:pos x="connsiteX98483" y="connsiteY98483"/>
              </a:cxn>
              <a:cxn ang="0">
                <a:pos x="connsiteX98484" y="connsiteY98484"/>
              </a:cxn>
              <a:cxn ang="0">
                <a:pos x="connsiteX98485" y="connsiteY98485"/>
              </a:cxn>
              <a:cxn ang="0">
                <a:pos x="connsiteX98486" y="connsiteY98486"/>
              </a:cxn>
              <a:cxn ang="0">
                <a:pos x="connsiteX98487" y="connsiteY98487"/>
              </a:cxn>
              <a:cxn ang="0">
                <a:pos x="connsiteX98488" y="connsiteY98488"/>
              </a:cxn>
              <a:cxn ang="0">
                <a:pos x="connsiteX98489" y="connsiteY98489"/>
              </a:cxn>
              <a:cxn ang="0">
                <a:pos x="connsiteX98490" y="connsiteY98490"/>
              </a:cxn>
              <a:cxn ang="0">
                <a:pos x="connsiteX98491" y="connsiteY98491"/>
              </a:cxn>
              <a:cxn ang="0">
                <a:pos x="connsiteX98492" y="connsiteY98492"/>
              </a:cxn>
              <a:cxn ang="0">
                <a:pos x="connsiteX98493" y="connsiteY98493"/>
              </a:cxn>
              <a:cxn ang="0">
                <a:pos x="connsiteX98494" y="connsiteY98494"/>
              </a:cxn>
              <a:cxn ang="0">
                <a:pos x="connsiteX98495" y="connsiteY98495"/>
              </a:cxn>
              <a:cxn ang="0">
                <a:pos x="connsiteX98496" y="connsiteY98496"/>
              </a:cxn>
              <a:cxn ang="0">
                <a:pos x="connsiteX98497" y="connsiteY98497"/>
              </a:cxn>
              <a:cxn ang="0">
                <a:pos x="connsiteX98498" y="connsiteY98498"/>
              </a:cxn>
              <a:cxn ang="0">
                <a:pos x="connsiteX98499" y="connsiteY98499"/>
              </a:cxn>
              <a:cxn ang="0">
                <a:pos x="connsiteX98500" y="connsiteY98500"/>
              </a:cxn>
              <a:cxn ang="0">
                <a:pos x="connsiteX98501" y="connsiteY98501"/>
              </a:cxn>
              <a:cxn ang="0">
                <a:pos x="connsiteX98502" y="connsiteY98502"/>
              </a:cxn>
              <a:cxn ang="0">
                <a:pos x="connsiteX98503" y="connsiteY98503"/>
              </a:cxn>
              <a:cxn ang="0">
                <a:pos x="connsiteX98504" y="connsiteY98504"/>
              </a:cxn>
              <a:cxn ang="0">
                <a:pos x="connsiteX98505" y="connsiteY98505"/>
              </a:cxn>
              <a:cxn ang="0">
                <a:pos x="connsiteX98506" y="connsiteY98506"/>
              </a:cxn>
              <a:cxn ang="0">
                <a:pos x="connsiteX98507" y="connsiteY98507"/>
              </a:cxn>
              <a:cxn ang="0">
                <a:pos x="connsiteX98508" y="connsiteY98508"/>
              </a:cxn>
              <a:cxn ang="0">
                <a:pos x="connsiteX98509" y="connsiteY98509"/>
              </a:cxn>
              <a:cxn ang="0">
                <a:pos x="connsiteX98510" y="connsiteY98510"/>
              </a:cxn>
              <a:cxn ang="0">
                <a:pos x="connsiteX98511" y="connsiteY98511"/>
              </a:cxn>
              <a:cxn ang="0">
                <a:pos x="connsiteX98512" y="connsiteY98512"/>
              </a:cxn>
              <a:cxn ang="0">
                <a:pos x="connsiteX98513" y="connsiteY98513"/>
              </a:cxn>
              <a:cxn ang="0">
                <a:pos x="connsiteX98514" y="connsiteY98514"/>
              </a:cxn>
              <a:cxn ang="0">
                <a:pos x="connsiteX98515" y="connsiteY98515"/>
              </a:cxn>
              <a:cxn ang="0">
                <a:pos x="connsiteX98516" y="connsiteY98516"/>
              </a:cxn>
              <a:cxn ang="0">
                <a:pos x="connsiteX98517" y="connsiteY98517"/>
              </a:cxn>
              <a:cxn ang="0">
                <a:pos x="connsiteX98518" y="connsiteY98518"/>
              </a:cxn>
              <a:cxn ang="0">
                <a:pos x="connsiteX98519" y="connsiteY98519"/>
              </a:cxn>
              <a:cxn ang="0">
                <a:pos x="connsiteX98520" y="connsiteY98520"/>
              </a:cxn>
              <a:cxn ang="0">
                <a:pos x="connsiteX98521" y="connsiteY98521"/>
              </a:cxn>
              <a:cxn ang="0">
                <a:pos x="connsiteX98522" y="connsiteY98522"/>
              </a:cxn>
              <a:cxn ang="0">
                <a:pos x="connsiteX98523" y="connsiteY98523"/>
              </a:cxn>
              <a:cxn ang="0">
                <a:pos x="connsiteX98524" y="connsiteY98524"/>
              </a:cxn>
              <a:cxn ang="0">
                <a:pos x="connsiteX98525" y="connsiteY98525"/>
              </a:cxn>
              <a:cxn ang="0">
                <a:pos x="connsiteX98526" y="connsiteY98526"/>
              </a:cxn>
              <a:cxn ang="0">
                <a:pos x="connsiteX98527" y="connsiteY98527"/>
              </a:cxn>
              <a:cxn ang="0">
                <a:pos x="connsiteX98528" y="connsiteY98528"/>
              </a:cxn>
              <a:cxn ang="0">
                <a:pos x="connsiteX98529" y="connsiteY98529"/>
              </a:cxn>
              <a:cxn ang="0">
                <a:pos x="connsiteX98530" y="connsiteY98530"/>
              </a:cxn>
              <a:cxn ang="0">
                <a:pos x="connsiteX98531" y="connsiteY98531"/>
              </a:cxn>
              <a:cxn ang="0">
                <a:pos x="connsiteX98532" y="connsiteY98532"/>
              </a:cxn>
              <a:cxn ang="0">
                <a:pos x="connsiteX98533" y="connsiteY98533"/>
              </a:cxn>
              <a:cxn ang="0">
                <a:pos x="connsiteX98534" y="connsiteY98534"/>
              </a:cxn>
              <a:cxn ang="0">
                <a:pos x="connsiteX98535" y="connsiteY98535"/>
              </a:cxn>
              <a:cxn ang="0">
                <a:pos x="connsiteX98536" y="connsiteY98536"/>
              </a:cxn>
              <a:cxn ang="0">
                <a:pos x="connsiteX98537" y="connsiteY98537"/>
              </a:cxn>
              <a:cxn ang="0">
                <a:pos x="connsiteX98538" y="connsiteY98538"/>
              </a:cxn>
              <a:cxn ang="0">
                <a:pos x="connsiteX98539" y="connsiteY98539"/>
              </a:cxn>
              <a:cxn ang="0">
                <a:pos x="connsiteX98540" y="connsiteY98540"/>
              </a:cxn>
              <a:cxn ang="0">
                <a:pos x="connsiteX98541" y="connsiteY98541"/>
              </a:cxn>
              <a:cxn ang="0">
                <a:pos x="connsiteX98542" y="connsiteY98542"/>
              </a:cxn>
              <a:cxn ang="0">
                <a:pos x="connsiteX98543" y="connsiteY98543"/>
              </a:cxn>
              <a:cxn ang="0">
                <a:pos x="connsiteX98544" y="connsiteY98544"/>
              </a:cxn>
              <a:cxn ang="0">
                <a:pos x="connsiteX98545" y="connsiteY98545"/>
              </a:cxn>
              <a:cxn ang="0">
                <a:pos x="connsiteX98546" y="connsiteY98546"/>
              </a:cxn>
              <a:cxn ang="0">
                <a:pos x="connsiteX98547" y="connsiteY98547"/>
              </a:cxn>
              <a:cxn ang="0">
                <a:pos x="connsiteX98548" y="connsiteY98548"/>
              </a:cxn>
              <a:cxn ang="0">
                <a:pos x="connsiteX98549" y="connsiteY98549"/>
              </a:cxn>
              <a:cxn ang="0">
                <a:pos x="connsiteX98550" y="connsiteY98550"/>
              </a:cxn>
              <a:cxn ang="0">
                <a:pos x="connsiteX98551" y="connsiteY98551"/>
              </a:cxn>
              <a:cxn ang="0">
                <a:pos x="connsiteX98552" y="connsiteY98552"/>
              </a:cxn>
              <a:cxn ang="0">
                <a:pos x="connsiteX98553" y="connsiteY98553"/>
              </a:cxn>
              <a:cxn ang="0">
                <a:pos x="connsiteX98554" y="connsiteY98554"/>
              </a:cxn>
              <a:cxn ang="0">
                <a:pos x="connsiteX98555" y="connsiteY98555"/>
              </a:cxn>
              <a:cxn ang="0">
                <a:pos x="connsiteX98556" y="connsiteY98556"/>
              </a:cxn>
              <a:cxn ang="0">
                <a:pos x="connsiteX98557" y="connsiteY98557"/>
              </a:cxn>
              <a:cxn ang="0">
                <a:pos x="connsiteX98558" y="connsiteY98558"/>
              </a:cxn>
              <a:cxn ang="0">
                <a:pos x="connsiteX98559" y="connsiteY98559"/>
              </a:cxn>
              <a:cxn ang="0">
                <a:pos x="connsiteX98560" y="connsiteY98560"/>
              </a:cxn>
              <a:cxn ang="0">
                <a:pos x="connsiteX98561" y="connsiteY98561"/>
              </a:cxn>
              <a:cxn ang="0">
                <a:pos x="connsiteX98562" y="connsiteY98562"/>
              </a:cxn>
              <a:cxn ang="0">
                <a:pos x="connsiteX98563" y="connsiteY98563"/>
              </a:cxn>
              <a:cxn ang="0">
                <a:pos x="connsiteX98564" y="connsiteY98564"/>
              </a:cxn>
              <a:cxn ang="0">
                <a:pos x="connsiteX98565" y="connsiteY98565"/>
              </a:cxn>
              <a:cxn ang="0">
                <a:pos x="connsiteX98566" y="connsiteY98566"/>
              </a:cxn>
              <a:cxn ang="0">
                <a:pos x="connsiteX98567" y="connsiteY98567"/>
              </a:cxn>
              <a:cxn ang="0">
                <a:pos x="connsiteX98568" y="connsiteY98568"/>
              </a:cxn>
              <a:cxn ang="0">
                <a:pos x="connsiteX98569" y="connsiteY98569"/>
              </a:cxn>
              <a:cxn ang="0">
                <a:pos x="connsiteX98570" y="connsiteY98570"/>
              </a:cxn>
              <a:cxn ang="0">
                <a:pos x="connsiteX98571" y="connsiteY98571"/>
              </a:cxn>
              <a:cxn ang="0">
                <a:pos x="connsiteX98572" y="connsiteY98572"/>
              </a:cxn>
              <a:cxn ang="0">
                <a:pos x="connsiteX98573" y="connsiteY98573"/>
              </a:cxn>
              <a:cxn ang="0">
                <a:pos x="connsiteX98574" y="connsiteY98574"/>
              </a:cxn>
              <a:cxn ang="0">
                <a:pos x="connsiteX98575" y="connsiteY98575"/>
              </a:cxn>
              <a:cxn ang="0">
                <a:pos x="connsiteX98576" y="connsiteY98576"/>
              </a:cxn>
              <a:cxn ang="0">
                <a:pos x="connsiteX98577" y="connsiteY98577"/>
              </a:cxn>
              <a:cxn ang="0">
                <a:pos x="connsiteX98578" y="connsiteY98578"/>
              </a:cxn>
              <a:cxn ang="0">
                <a:pos x="connsiteX98579" y="connsiteY98579"/>
              </a:cxn>
              <a:cxn ang="0">
                <a:pos x="connsiteX98580" y="connsiteY98580"/>
              </a:cxn>
              <a:cxn ang="0">
                <a:pos x="connsiteX98581" y="connsiteY98581"/>
              </a:cxn>
              <a:cxn ang="0">
                <a:pos x="connsiteX98582" y="connsiteY98582"/>
              </a:cxn>
              <a:cxn ang="0">
                <a:pos x="connsiteX98583" y="connsiteY98583"/>
              </a:cxn>
              <a:cxn ang="0">
                <a:pos x="connsiteX98584" y="connsiteY98584"/>
              </a:cxn>
              <a:cxn ang="0">
                <a:pos x="connsiteX98585" y="connsiteY98585"/>
              </a:cxn>
              <a:cxn ang="0">
                <a:pos x="connsiteX98586" y="connsiteY98586"/>
              </a:cxn>
              <a:cxn ang="0">
                <a:pos x="connsiteX98587" y="connsiteY98587"/>
              </a:cxn>
              <a:cxn ang="0">
                <a:pos x="connsiteX98588" y="connsiteY98588"/>
              </a:cxn>
              <a:cxn ang="0">
                <a:pos x="connsiteX98589" y="connsiteY98589"/>
              </a:cxn>
              <a:cxn ang="0">
                <a:pos x="connsiteX98590" y="connsiteY98590"/>
              </a:cxn>
              <a:cxn ang="0">
                <a:pos x="connsiteX98591" y="connsiteY98591"/>
              </a:cxn>
              <a:cxn ang="0">
                <a:pos x="connsiteX98592" y="connsiteY98592"/>
              </a:cxn>
              <a:cxn ang="0">
                <a:pos x="connsiteX98593" y="connsiteY98593"/>
              </a:cxn>
              <a:cxn ang="0">
                <a:pos x="connsiteX98594" y="connsiteY98594"/>
              </a:cxn>
              <a:cxn ang="0">
                <a:pos x="connsiteX98595" y="connsiteY98595"/>
              </a:cxn>
              <a:cxn ang="0">
                <a:pos x="connsiteX98596" y="connsiteY98596"/>
              </a:cxn>
              <a:cxn ang="0">
                <a:pos x="connsiteX98597" y="connsiteY98597"/>
              </a:cxn>
              <a:cxn ang="0">
                <a:pos x="connsiteX98598" y="connsiteY98598"/>
              </a:cxn>
              <a:cxn ang="0">
                <a:pos x="connsiteX98599" y="connsiteY98599"/>
              </a:cxn>
              <a:cxn ang="0">
                <a:pos x="connsiteX98600" y="connsiteY98600"/>
              </a:cxn>
              <a:cxn ang="0">
                <a:pos x="connsiteX98601" y="connsiteY98601"/>
              </a:cxn>
              <a:cxn ang="0">
                <a:pos x="connsiteX98602" y="connsiteY98602"/>
              </a:cxn>
              <a:cxn ang="0">
                <a:pos x="connsiteX98603" y="connsiteY98603"/>
              </a:cxn>
              <a:cxn ang="0">
                <a:pos x="connsiteX98604" y="connsiteY98604"/>
              </a:cxn>
              <a:cxn ang="0">
                <a:pos x="connsiteX98605" y="connsiteY98605"/>
              </a:cxn>
              <a:cxn ang="0">
                <a:pos x="connsiteX98606" y="connsiteY98606"/>
              </a:cxn>
              <a:cxn ang="0">
                <a:pos x="connsiteX98607" y="connsiteY98607"/>
              </a:cxn>
              <a:cxn ang="0">
                <a:pos x="connsiteX98608" y="connsiteY98608"/>
              </a:cxn>
              <a:cxn ang="0">
                <a:pos x="connsiteX98609" y="connsiteY98609"/>
              </a:cxn>
              <a:cxn ang="0">
                <a:pos x="connsiteX98610" y="connsiteY98610"/>
              </a:cxn>
              <a:cxn ang="0">
                <a:pos x="connsiteX98611" y="connsiteY98611"/>
              </a:cxn>
              <a:cxn ang="0">
                <a:pos x="connsiteX98612" y="connsiteY98612"/>
              </a:cxn>
              <a:cxn ang="0">
                <a:pos x="connsiteX98613" y="connsiteY98613"/>
              </a:cxn>
              <a:cxn ang="0">
                <a:pos x="connsiteX98614" y="connsiteY98614"/>
              </a:cxn>
              <a:cxn ang="0">
                <a:pos x="connsiteX98615" y="connsiteY98615"/>
              </a:cxn>
              <a:cxn ang="0">
                <a:pos x="connsiteX98616" y="connsiteY98616"/>
              </a:cxn>
              <a:cxn ang="0">
                <a:pos x="connsiteX98617" y="connsiteY98617"/>
              </a:cxn>
              <a:cxn ang="0">
                <a:pos x="connsiteX98618" y="connsiteY98618"/>
              </a:cxn>
              <a:cxn ang="0">
                <a:pos x="connsiteX98619" y="connsiteY98619"/>
              </a:cxn>
              <a:cxn ang="0">
                <a:pos x="connsiteX98620" y="connsiteY98620"/>
              </a:cxn>
              <a:cxn ang="0">
                <a:pos x="connsiteX98621" y="connsiteY98621"/>
              </a:cxn>
              <a:cxn ang="0">
                <a:pos x="connsiteX98622" y="connsiteY98622"/>
              </a:cxn>
              <a:cxn ang="0">
                <a:pos x="connsiteX98623" y="connsiteY98623"/>
              </a:cxn>
              <a:cxn ang="0">
                <a:pos x="connsiteX98624" y="connsiteY98624"/>
              </a:cxn>
              <a:cxn ang="0">
                <a:pos x="connsiteX98625" y="connsiteY98625"/>
              </a:cxn>
              <a:cxn ang="0">
                <a:pos x="connsiteX98626" y="connsiteY98626"/>
              </a:cxn>
              <a:cxn ang="0">
                <a:pos x="connsiteX98627" y="connsiteY98627"/>
              </a:cxn>
              <a:cxn ang="0">
                <a:pos x="connsiteX98628" y="connsiteY98628"/>
              </a:cxn>
              <a:cxn ang="0">
                <a:pos x="connsiteX98629" y="connsiteY98629"/>
              </a:cxn>
              <a:cxn ang="0">
                <a:pos x="connsiteX98630" y="connsiteY98630"/>
              </a:cxn>
              <a:cxn ang="0">
                <a:pos x="connsiteX98631" y="connsiteY98631"/>
              </a:cxn>
              <a:cxn ang="0">
                <a:pos x="connsiteX98632" y="connsiteY98632"/>
              </a:cxn>
              <a:cxn ang="0">
                <a:pos x="connsiteX98633" y="connsiteY98633"/>
              </a:cxn>
              <a:cxn ang="0">
                <a:pos x="connsiteX98634" y="connsiteY98634"/>
              </a:cxn>
              <a:cxn ang="0">
                <a:pos x="connsiteX98635" y="connsiteY98635"/>
              </a:cxn>
              <a:cxn ang="0">
                <a:pos x="connsiteX98636" y="connsiteY98636"/>
              </a:cxn>
              <a:cxn ang="0">
                <a:pos x="connsiteX98637" y="connsiteY98637"/>
              </a:cxn>
              <a:cxn ang="0">
                <a:pos x="connsiteX98638" y="connsiteY98638"/>
              </a:cxn>
              <a:cxn ang="0">
                <a:pos x="connsiteX98639" y="connsiteY98639"/>
              </a:cxn>
              <a:cxn ang="0">
                <a:pos x="connsiteX98640" y="connsiteY98640"/>
              </a:cxn>
              <a:cxn ang="0">
                <a:pos x="connsiteX98641" y="connsiteY98641"/>
              </a:cxn>
              <a:cxn ang="0">
                <a:pos x="connsiteX98642" y="connsiteY98642"/>
              </a:cxn>
              <a:cxn ang="0">
                <a:pos x="connsiteX98643" y="connsiteY98643"/>
              </a:cxn>
              <a:cxn ang="0">
                <a:pos x="connsiteX98644" y="connsiteY98644"/>
              </a:cxn>
              <a:cxn ang="0">
                <a:pos x="connsiteX98645" y="connsiteY98645"/>
              </a:cxn>
              <a:cxn ang="0">
                <a:pos x="connsiteX98646" y="connsiteY98646"/>
              </a:cxn>
              <a:cxn ang="0">
                <a:pos x="connsiteX98647" y="connsiteY98647"/>
              </a:cxn>
              <a:cxn ang="0">
                <a:pos x="connsiteX98648" y="connsiteY98648"/>
              </a:cxn>
              <a:cxn ang="0">
                <a:pos x="connsiteX98649" y="connsiteY98649"/>
              </a:cxn>
              <a:cxn ang="0">
                <a:pos x="connsiteX98650" y="connsiteY98650"/>
              </a:cxn>
              <a:cxn ang="0">
                <a:pos x="connsiteX98651" y="connsiteY98651"/>
              </a:cxn>
              <a:cxn ang="0">
                <a:pos x="connsiteX98652" y="connsiteY98652"/>
              </a:cxn>
              <a:cxn ang="0">
                <a:pos x="connsiteX98653" y="connsiteY98653"/>
              </a:cxn>
              <a:cxn ang="0">
                <a:pos x="connsiteX98654" y="connsiteY98654"/>
              </a:cxn>
              <a:cxn ang="0">
                <a:pos x="connsiteX98655" y="connsiteY98655"/>
              </a:cxn>
              <a:cxn ang="0">
                <a:pos x="connsiteX98656" y="connsiteY98656"/>
              </a:cxn>
              <a:cxn ang="0">
                <a:pos x="connsiteX98657" y="connsiteY98657"/>
              </a:cxn>
              <a:cxn ang="0">
                <a:pos x="connsiteX98658" y="connsiteY98658"/>
              </a:cxn>
              <a:cxn ang="0">
                <a:pos x="connsiteX98659" y="connsiteY98659"/>
              </a:cxn>
              <a:cxn ang="0">
                <a:pos x="connsiteX98660" y="connsiteY98660"/>
              </a:cxn>
              <a:cxn ang="0">
                <a:pos x="connsiteX98661" y="connsiteY98661"/>
              </a:cxn>
              <a:cxn ang="0">
                <a:pos x="connsiteX98662" y="connsiteY98662"/>
              </a:cxn>
              <a:cxn ang="0">
                <a:pos x="connsiteX98663" y="connsiteY98663"/>
              </a:cxn>
              <a:cxn ang="0">
                <a:pos x="connsiteX98664" y="connsiteY98664"/>
              </a:cxn>
              <a:cxn ang="0">
                <a:pos x="connsiteX98665" y="connsiteY98665"/>
              </a:cxn>
              <a:cxn ang="0">
                <a:pos x="connsiteX98666" y="connsiteY98666"/>
              </a:cxn>
              <a:cxn ang="0">
                <a:pos x="connsiteX98667" y="connsiteY98667"/>
              </a:cxn>
              <a:cxn ang="0">
                <a:pos x="connsiteX98668" y="connsiteY98668"/>
              </a:cxn>
              <a:cxn ang="0">
                <a:pos x="connsiteX98669" y="connsiteY98669"/>
              </a:cxn>
              <a:cxn ang="0">
                <a:pos x="connsiteX98670" y="connsiteY98670"/>
              </a:cxn>
              <a:cxn ang="0">
                <a:pos x="connsiteX98671" y="connsiteY98671"/>
              </a:cxn>
              <a:cxn ang="0">
                <a:pos x="connsiteX98672" y="connsiteY98672"/>
              </a:cxn>
              <a:cxn ang="0">
                <a:pos x="connsiteX98673" y="connsiteY98673"/>
              </a:cxn>
              <a:cxn ang="0">
                <a:pos x="connsiteX98674" y="connsiteY98674"/>
              </a:cxn>
              <a:cxn ang="0">
                <a:pos x="connsiteX98675" y="connsiteY98675"/>
              </a:cxn>
              <a:cxn ang="0">
                <a:pos x="connsiteX98676" y="connsiteY98676"/>
              </a:cxn>
              <a:cxn ang="0">
                <a:pos x="connsiteX98677" y="connsiteY98677"/>
              </a:cxn>
              <a:cxn ang="0">
                <a:pos x="connsiteX98678" y="connsiteY98678"/>
              </a:cxn>
              <a:cxn ang="0">
                <a:pos x="connsiteX98679" y="connsiteY98679"/>
              </a:cxn>
              <a:cxn ang="0">
                <a:pos x="connsiteX98680" y="connsiteY98680"/>
              </a:cxn>
              <a:cxn ang="0">
                <a:pos x="connsiteX98681" y="connsiteY98681"/>
              </a:cxn>
              <a:cxn ang="0">
                <a:pos x="connsiteX98682" y="connsiteY98682"/>
              </a:cxn>
              <a:cxn ang="0">
                <a:pos x="connsiteX98683" y="connsiteY98683"/>
              </a:cxn>
              <a:cxn ang="0">
                <a:pos x="connsiteX98684" y="connsiteY98684"/>
              </a:cxn>
              <a:cxn ang="0">
                <a:pos x="connsiteX98685" y="connsiteY98685"/>
              </a:cxn>
              <a:cxn ang="0">
                <a:pos x="connsiteX98686" y="connsiteY98686"/>
              </a:cxn>
              <a:cxn ang="0">
                <a:pos x="connsiteX98687" y="connsiteY98687"/>
              </a:cxn>
              <a:cxn ang="0">
                <a:pos x="connsiteX98688" y="connsiteY98688"/>
              </a:cxn>
              <a:cxn ang="0">
                <a:pos x="connsiteX98689" y="connsiteY98689"/>
              </a:cxn>
              <a:cxn ang="0">
                <a:pos x="connsiteX98690" y="connsiteY98690"/>
              </a:cxn>
              <a:cxn ang="0">
                <a:pos x="connsiteX98691" y="connsiteY98691"/>
              </a:cxn>
              <a:cxn ang="0">
                <a:pos x="connsiteX98692" y="connsiteY98692"/>
              </a:cxn>
              <a:cxn ang="0">
                <a:pos x="connsiteX98693" y="connsiteY98693"/>
              </a:cxn>
              <a:cxn ang="0">
                <a:pos x="connsiteX98694" y="connsiteY98694"/>
              </a:cxn>
              <a:cxn ang="0">
                <a:pos x="connsiteX98695" y="connsiteY98695"/>
              </a:cxn>
              <a:cxn ang="0">
                <a:pos x="connsiteX98696" y="connsiteY98696"/>
              </a:cxn>
              <a:cxn ang="0">
                <a:pos x="connsiteX98697" y="connsiteY98697"/>
              </a:cxn>
              <a:cxn ang="0">
                <a:pos x="connsiteX98698" y="connsiteY98698"/>
              </a:cxn>
              <a:cxn ang="0">
                <a:pos x="connsiteX98699" y="connsiteY98699"/>
              </a:cxn>
              <a:cxn ang="0">
                <a:pos x="connsiteX98700" y="connsiteY98700"/>
              </a:cxn>
              <a:cxn ang="0">
                <a:pos x="connsiteX98701" y="connsiteY98701"/>
              </a:cxn>
              <a:cxn ang="0">
                <a:pos x="connsiteX98702" y="connsiteY98702"/>
              </a:cxn>
              <a:cxn ang="0">
                <a:pos x="connsiteX98703" y="connsiteY98703"/>
              </a:cxn>
              <a:cxn ang="0">
                <a:pos x="connsiteX98704" y="connsiteY98704"/>
              </a:cxn>
              <a:cxn ang="0">
                <a:pos x="connsiteX98705" y="connsiteY98705"/>
              </a:cxn>
              <a:cxn ang="0">
                <a:pos x="connsiteX98706" y="connsiteY98706"/>
              </a:cxn>
              <a:cxn ang="0">
                <a:pos x="connsiteX98707" y="connsiteY98707"/>
              </a:cxn>
              <a:cxn ang="0">
                <a:pos x="connsiteX98708" y="connsiteY98708"/>
              </a:cxn>
              <a:cxn ang="0">
                <a:pos x="connsiteX98709" y="connsiteY98709"/>
              </a:cxn>
              <a:cxn ang="0">
                <a:pos x="connsiteX98710" y="connsiteY98710"/>
              </a:cxn>
              <a:cxn ang="0">
                <a:pos x="connsiteX98711" y="connsiteY98711"/>
              </a:cxn>
              <a:cxn ang="0">
                <a:pos x="connsiteX98712" y="connsiteY98712"/>
              </a:cxn>
              <a:cxn ang="0">
                <a:pos x="connsiteX98713" y="connsiteY98713"/>
              </a:cxn>
              <a:cxn ang="0">
                <a:pos x="connsiteX98714" y="connsiteY98714"/>
              </a:cxn>
              <a:cxn ang="0">
                <a:pos x="connsiteX98715" y="connsiteY98715"/>
              </a:cxn>
              <a:cxn ang="0">
                <a:pos x="connsiteX98716" y="connsiteY98716"/>
              </a:cxn>
              <a:cxn ang="0">
                <a:pos x="connsiteX98717" y="connsiteY98717"/>
              </a:cxn>
              <a:cxn ang="0">
                <a:pos x="connsiteX98718" y="connsiteY98718"/>
              </a:cxn>
              <a:cxn ang="0">
                <a:pos x="connsiteX98719" y="connsiteY98719"/>
              </a:cxn>
              <a:cxn ang="0">
                <a:pos x="connsiteX98720" y="connsiteY98720"/>
              </a:cxn>
              <a:cxn ang="0">
                <a:pos x="connsiteX98721" y="connsiteY98721"/>
              </a:cxn>
              <a:cxn ang="0">
                <a:pos x="connsiteX98722" y="connsiteY98722"/>
              </a:cxn>
              <a:cxn ang="0">
                <a:pos x="connsiteX98723" y="connsiteY98723"/>
              </a:cxn>
              <a:cxn ang="0">
                <a:pos x="connsiteX98724" y="connsiteY98724"/>
              </a:cxn>
              <a:cxn ang="0">
                <a:pos x="connsiteX98725" y="connsiteY98725"/>
              </a:cxn>
              <a:cxn ang="0">
                <a:pos x="connsiteX98726" y="connsiteY98726"/>
              </a:cxn>
              <a:cxn ang="0">
                <a:pos x="connsiteX98727" y="connsiteY98727"/>
              </a:cxn>
              <a:cxn ang="0">
                <a:pos x="connsiteX98728" y="connsiteY98728"/>
              </a:cxn>
              <a:cxn ang="0">
                <a:pos x="connsiteX98729" y="connsiteY98729"/>
              </a:cxn>
              <a:cxn ang="0">
                <a:pos x="connsiteX98730" y="connsiteY98730"/>
              </a:cxn>
              <a:cxn ang="0">
                <a:pos x="connsiteX98731" y="connsiteY98731"/>
              </a:cxn>
              <a:cxn ang="0">
                <a:pos x="connsiteX98732" y="connsiteY98732"/>
              </a:cxn>
              <a:cxn ang="0">
                <a:pos x="connsiteX98733" y="connsiteY98733"/>
              </a:cxn>
              <a:cxn ang="0">
                <a:pos x="connsiteX98734" y="connsiteY98734"/>
              </a:cxn>
              <a:cxn ang="0">
                <a:pos x="connsiteX98735" y="connsiteY98735"/>
              </a:cxn>
              <a:cxn ang="0">
                <a:pos x="connsiteX98736" y="connsiteY98736"/>
              </a:cxn>
              <a:cxn ang="0">
                <a:pos x="connsiteX98737" y="connsiteY98737"/>
              </a:cxn>
              <a:cxn ang="0">
                <a:pos x="connsiteX98738" y="connsiteY98738"/>
              </a:cxn>
              <a:cxn ang="0">
                <a:pos x="connsiteX98739" y="connsiteY98739"/>
              </a:cxn>
              <a:cxn ang="0">
                <a:pos x="connsiteX98740" y="connsiteY98740"/>
              </a:cxn>
              <a:cxn ang="0">
                <a:pos x="connsiteX98741" y="connsiteY98741"/>
              </a:cxn>
              <a:cxn ang="0">
                <a:pos x="connsiteX98742" y="connsiteY98742"/>
              </a:cxn>
              <a:cxn ang="0">
                <a:pos x="connsiteX98743" y="connsiteY98743"/>
              </a:cxn>
              <a:cxn ang="0">
                <a:pos x="connsiteX98744" y="connsiteY98744"/>
              </a:cxn>
              <a:cxn ang="0">
                <a:pos x="connsiteX98745" y="connsiteY98745"/>
              </a:cxn>
              <a:cxn ang="0">
                <a:pos x="connsiteX98746" y="connsiteY98746"/>
              </a:cxn>
              <a:cxn ang="0">
                <a:pos x="connsiteX98747" y="connsiteY98747"/>
              </a:cxn>
              <a:cxn ang="0">
                <a:pos x="connsiteX98748" y="connsiteY98748"/>
              </a:cxn>
              <a:cxn ang="0">
                <a:pos x="connsiteX98749" y="connsiteY98749"/>
              </a:cxn>
              <a:cxn ang="0">
                <a:pos x="connsiteX98750" y="connsiteY98750"/>
              </a:cxn>
              <a:cxn ang="0">
                <a:pos x="connsiteX98751" y="connsiteY98751"/>
              </a:cxn>
              <a:cxn ang="0">
                <a:pos x="connsiteX98752" y="connsiteY98752"/>
              </a:cxn>
              <a:cxn ang="0">
                <a:pos x="connsiteX98753" y="connsiteY98753"/>
              </a:cxn>
              <a:cxn ang="0">
                <a:pos x="connsiteX98754" y="connsiteY98754"/>
              </a:cxn>
              <a:cxn ang="0">
                <a:pos x="connsiteX98755" y="connsiteY98755"/>
              </a:cxn>
              <a:cxn ang="0">
                <a:pos x="connsiteX98756" y="connsiteY98756"/>
              </a:cxn>
              <a:cxn ang="0">
                <a:pos x="connsiteX98757" y="connsiteY98757"/>
              </a:cxn>
              <a:cxn ang="0">
                <a:pos x="connsiteX98758" y="connsiteY98758"/>
              </a:cxn>
              <a:cxn ang="0">
                <a:pos x="connsiteX98759" y="connsiteY98759"/>
              </a:cxn>
              <a:cxn ang="0">
                <a:pos x="connsiteX98760" y="connsiteY98760"/>
              </a:cxn>
              <a:cxn ang="0">
                <a:pos x="connsiteX98761" y="connsiteY98761"/>
              </a:cxn>
              <a:cxn ang="0">
                <a:pos x="connsiteX98762" y="connsiteY98762"/>
              </a:cxn>
              <a:cxn ang="0">
                <a:pos x="connsiteX98763" y="connsiteY98763"/>
              </a:cxn>
              <a:cxn ang="0">
                <a:pos x="connsiteX98764" y="connsiteY98764"/>
              </a:cxn>
              <a:cxn ang="0">
                <a:pos x="connsiteX98765" y="connsiteY98765"/>
              </a:cxn>
              <a:cxn ang="0">
                <a:pos x="connsiteX98766" y="connsiteY98766"/>
              </a:cxn>
              <a:cxn ang="0">
                <a:pos x="connsiteX98767" y="connsiteY98767"/>
              </a:cxn>
              <a:cxn ang="0">
                <a:pos x="connsiteX98768" y="connsiteY98768"/>
              </a:cxn>
              <a:cxn ang="0">
                <a:pos x="connsiteX98769" y="connsiteY98769"/>
              </a:cxn>
              <a:cxn ang="0">
                <a:pos x="connsiteX98770" y="connsiteY98770"/>
              </a:cxn>
              <a:cxn ang="0">
                <a:pos x="connsiteX98771" y="connsiteY98771"/>
              </a:cxn>
              <a:cxn ang="0">
                <a:pos x="connsiteX98772" y="connsiteY98772"/>
              </a:cxn>
              <a:cxn ang="0">
                <a:pos x="connsiteX98773" y="connsiteY98773"/>
              </a:cxn>
              <a:cxn ang="0">
                <a:pos x="connsiteX98774" y="connsiteY98774"/>
              </a:cxn>
              <a:cxn ang="0">
                <a:pos x="connsiteX98775" y="connsiteY98775"/>
              </a:cxn>
              <a:cxn ang="0">
                <a:pos x="connsiteX98776" y="connsiteY98776"/>
              </a:cxn>
              <a:cxn ang="0">
                <a:pos x="connsiteX98777" y="connsiteY98777"/>
              </a:cxn>
              <a:cxn ang="0">
                <a:pos x="connsiteX98778" y="connsiteY98778"/>
              </a:cxn>
              <a:cxn ang="0">
                <a:pos x="connsiteX98779" y="connsiteY98779"/>
              </a:cxn>
              <a:cxn ang="0">
                <a:pos x="connsiteX98780" y="connsiteY98780"/>
              </a:cxn>
              <a:cxn ang="0">
                <a:pos x="connsiteX98781" y="connsiteY98781"/>
              </a:cxn>
              <a:cxn ang="0">
                <a:pos x="connsiteX98782" y="connsiteY98782"/>
              </a:cxn>
              <a:cxn ang="0">
                <a:pos x="connsiteX98783" y="connsiteY98783"/>
              </a:cxn>
              <a:cxn ang="0">
                <a:pos x="connsiteX98784" y="connsiteY98784"/>
              </a:cxn>
              <a:cxn ang="0">
                <a:pos x="connsiteX98785" y="connsiteY98785"/>
              </a:cxn>
              <a:cxn ang="0">
                <a:pos x="connsiteX98786" y="connsiteY98786"/>
              </a:cxn>
              <a:cxn ang="0">
                <a:pos x="connsiteX98787" y="connsiteY98787"/>
              </a:cxn>
              <a:cxn ang="0">
                <a:pos x="connsiteX98788" y="connsiteY98788"/>
              </a:cxn>
              <a:cxn ang="0">
                <a:pos x="connsiteX98789" y="connsiteY98789"/>
              </a:cxn>
              <a:cxn ang="0">
                <a:pos x="connsiteX98790" y="connsiteY98790"/>
              </a:cxn>
              <a:cxn ang="0">
                <a:pos x="connsiteX98791" y="connsiteY98791"/>
              </a:cxn>
              <a:cxn ang="0">
                <a:pos x="connsiteX98792" y="connsiteY98792"/>
              </a:cxn>
              <a:cxn ang="0">
                <a:pos x="connsiteX98793" y="connsiteY98793"/>
              </a:cxn>
              <a:cxn ang="0">
                <a:pos x="connsiteX98794" y="connsiteY98794"/>
              </a:cxn>
              <a:cxn ang="0">
                <a:pos x="connsiteX98795" y="connsiteY98795"/>
              </a:cxn>
              <a:cxn ang="0">
                <a:pos x="connsiteX98796" y="connsiteY98796"/>
              </a:cxn>
              <a:cxn ang="0">
                <a:pos x="connsiteX98797" y="connsiteY98797"/>
              </a:cxn>
              <a:cxn ang="0">
                <a:pos x="connsiteX98798" y="connsiteY98798"/>
              </a:cxn>
              <a:cxn ang="0">
                <a:pos x="connsiteX98799" y="connsiteY98799"/>
              </a:cxn>
              <a:cxn ang="0">
                <a:pos x="connsiteX98800" y="connsiteY98800"/>
              </a:cxn>
              <a:cxn ang="0">
                <a:pos x="connsiteX98801" y="connsiteY98801"/>
              </a:cxn>
              <a:cxn ang="0">
                <a:pos x="connsiteX98802" y="connsiteY98802"/>
              </a:cxn>
              <a:cxn ang="0">
                <a:pos x="connsiteX98803" y="connsiteY98803"/>
              </a:cxn>
              <a:cxn ang="0">
                <a:pos x="connsiteX98804" y="connsiteY98804"/>
              </a:cxn>
              <a:cxn ang="0">
                <a:pos x="connsiteX98805" y="connsiteY98805"/>
              </a:cxn>
              <a:cxn ang="0">
                <a:pos x="connsiteX98806" y="connsiteY98806"/>
              </a:cxn>
              <a:cxn ang="0">
                <a:pos x="connsiteX98807" y="connsiteY98807"/>
              </a:cxn>
              <a:cxn ang="0">
                <a:pos x="connsiteX98808" y="connsiteY98808"/>
              </a:cxn>
              <a:cxn ang="0">
                <a:pos x="connsiteX98809" y="connsiteY98809"/>
              </a:cxn>
              <a:cxn ang="0">
                <a:pos x="connsiteX98810" y="connsiteY98810"/>
              </a:cxn>
              <a:cxn ang="0">
                <a:pos x="connsiteX98811" y="connsiteY98811"/>
              </a:cxn>
              <a:cxn ang="0">
                <a:pos x="connsiteX98812" y="connsiteY98812"/>
              </a:cxn>
              <a:cxn ang="0">
                <a:pos x="connsiteX98813" y="connsiteY98813"/>
              </a:cxn>
              <a:cxn ang="0">
                <a:pos x="connsiteX98814" y="connsiteY98814"/>
              </a:cxn>
              <a:cxn ang="0">
                <a:pos x="connsiteX98815" y="connsiteY98815"/>
              </a:cxn>
              <a:cxn ang="0">
                <a:pos x="connsiteX98816" y="connsiteY98816"/>
              </a:cxn>
              <a:cxn ang="0">
                <a:pos x="connsiteX98817" y="connsiteY98817"/>
              </a:cxn>
              <a:cxn ang="0">
                <a:pos x="connsiteX98818" y="connsiteY98818"/>
              </a:cxn>
              <a:cxn ang="0">
                <a:pos x="connsiteX98819" y="connsiteY98819"/>
              </a:cxn>
              <a:cxn ang="0">
                <a:pos x="connsiteX98820" y="connsiteY98820"/>
              </a:cxn>
              <a:cxn ang="0">
                <a:pos x="connsiteX98821" y="connsiteY98821"/>
              </a:cxn>
              <a:cxn ang="0">
                <a:pos x="connsiteX98822" y="connsiteY98822"/>
              </a:cxn>
              <a:cxn ang="0">
                <a:pos x="connsiteX98823" y="connsiteY98823"/>
              </a:cxn>
              <a:cxn ang="0">
                <a:pos x="connsiteX98824" y="connsiteY98824"/>
              </a:cxn>
              <a:cxn ang="0">
                <a:pos x="connsiteX98825" y="connsiteY98825"/>
              </a:cxn>
              <a:cxn ang="0">
                <a:pos x="connsiteX98826" y="connsiteY98826"/>
              </a:cxn>
              <a:cxn ang="0">
                <a:pos x="connsiteX98827" y="connsiteY98827"/>
              </a:cxn>
              <a:cxn ang="0">
                <a:pos x="connsiteX98828" y="connsiteY98828"/>
              </a:cxn>
              <a:cxn ang="0">
                <a:pos x="connsiteX98829" y="connsiteY98829"/>
              </a:cxn>
              <a:cxn ang="0">
                <a:pos x="connsiteX98830" y="connsiteY98830"/>
              </a:cxn>
              <a:cxn ang="0">
                <a:pos x="connsiteX98831" y="connsiteY98831"/>
              </a:cxn>
              <a:cxn ang="0">
                <a:pos x="connsiteX98832" y="connsiteY98832"/>
              </a:cxn>
              <a:cxn ang="0">
                <a:pos x="connsiteX98833" y="connsiteY98833"/>
              </a:cxn>
              <a:cxn ang="0">
                <a:pos x="connsiteX98834" y="connsiteY98834"/>
              </a:cxn>
              <a:cxn ang="0">
                <a:pos x="connsiteX98835" y="connsiteY98835"/>
              </a:cxn>
              <a:cxn ang="0">
                <a:pos x="connsiteX98836" y="connsiteY98836"/>
              </a:cxn>
              <a:cxn ang="0">
                <a:pos x="connsiteX98837" y="connsiteY98837"/>
              </a:cxn>
              <a:cxn ang="0">
                <a:pos x="connsiteX98838" y="connsiteY98838"/>
              </a:cxn>
              <a:cxn ang="0">
                <a:pos x="connsiteX98839" y="connsiteY98839"/>
              </a:cxn>
              <a:cxn ang="0">
                <a:pos x="connsiteX98840" y="connsiteY98840"/>
              </a:cxn>
              <a:cxn ang="0">
                <a:pos x="connsiteX98841" y="connsiteY98841"/>
              </a:cxn>
              <a:cxn ang="0">
                <a:pos x="connsiteX98842" y="connsiteY98842"/>
              </a:cxn>
              <a:cxn ang="0">
                <a:pos x="connsiteX98843" y="connsiteY98843"/>
              </a:cxn>
              <a:cxn ang="0">
                <a:pos x="connsiteX98844" y="connsiteY98844"/>
              </a:cxn>
              <a:cxn ang="0">
                <a:pos x="connsiteX98845" y="connsiteY98845"/>
              </a:cxn>
              <a:cxn ang="0">
                <a:pos x="connsiteX98846" y="connsiteY98846"/>
              </a:cxn>
              <a:cxn ang="0">
                <a:pos x="connsiteX98847" y="connsiteY98847"/>
              </a:cxn>
              <a:cxn ang="0">
                <a:pos x="connsiteX98848" y="connsiteY98848"/>
              </a:cxn>
              <a:cxn ang="0">
                <a:pos x="connsiteX98849" y="connsiteY98849"/>
              </a:cxn>
              <a:cxn ang="0">
                <a:pos x="connsiteX98850" y="connsiteY98850"/>
              </a:cxn>
              <a:cxn ang="0">
                <a:pos x="connsiteX98851" y="connsiteY98851"/>
              </a:cxn>
              <a:cxn ang="0">
                <a:pos x="connsiteX98852" y="connsiteY98852"/>
              </a:cxn>
              <a:cxn ang="0">
                <a:pos x="connsiteX98853" y="connsiteY98853"/>
              </a:cxn>
              <a:cxn ang="0">
                <a:pos x="connsiteX98854" y="connsiteY98854"/>
              </a:cxn>
              <a:cxn ang="0">
                <a:pos x="connsiteX98855" y="connsiteY98855"/>
              </a:cxn>
              <a:cxn ang="0">
                <a:pos x="connsiteX98856" y="connsiteY98856"/>
              </a:cxn>
              <a:cxn ang="0">
                <a:pos x="connsiteX98857" y="connsiteY98857"/>
              </a:cxn>
              <a:cxn ang="0">
                <a:pos x="connsiteX98858" y="connsiteY98858"/>
              </a:cxn>
              <a:cxn ang="0">
                <a:pos x="connsiteX98859" y="connsiteY98859"/>
              </a:cxn>
              <a:cxn ang="0">
                <a:pos x="connsiteX98860" y="connsiteY98860"/>
              </a:cxn>
              <a:cxn ang="0">
                <a:pos x="connsiteX98861" y="connsiteY98861"/>
              </a:cxn>
              <a:cxn ang="0">
                <a:pos x="connsiteX98862" y="connsiteY98862"/>
              </a:cxn>
              <a:cxn ang="0">
                <a:pos x="connsiteX98863" y="connsiteY98863"/>
              </a:cxn>
              <a:cxn ang="0">
                <a:pos x="connsiteX98864" y="connsiteY98864"/>
              </a:cxn>
              <a:cxn ang="0">
                <a:pos x="connsiteX98865" y="connsiteY98865"/>
              </a:cxn>
              <a:cxn ang="0">
                <a:pos x="connsiteX98866" y="connsiteY98866"/>
              </a:cxn>
              <a:cxn ang="0">
                <a:pos x="connsiteX98867" y="connsiteY98867"/>
              </a:cxn>
              <a:cxn ang="0">
                <a:pos x="connsiteX98868" y="connsiteY98868"/>
              </a:cxn>
              <a:cxn ang="0">
                <a:pos x="connsiteX98869" y="connsiteY98869"/>
              </a:cxn>
              <a:cxn ang="0">
                <a:pos x="connsiteX98870" y="connsiteY98870"/>
              </a:cxn>
              <a:cxn ang="0">
                <a:pos x="connsiteX98871" y="connsiteY98871"/>
              </a:cxn>
              <a:cxn ang="0">
                <a:pos x="connsiteX98872" y="connsiteY98872"/>
              </a:cxn>
              <a:cxn ang="0">
                <a:pos x="connsiteX98873" y="connsiteY98873"/>
              </a:cxn>
              <a:cxn ang="0">
                <a:pos x="connsiteX98874" y="connsiteY98874"/>
              </a:cxn>
              <a:cxn ang="0">
                <a:pos x="connsiteX98875" y="connsiteY98875"/>
              </a:cxn>
              <a:cxn ang="0">
                <a:pos x="connsiteX98876" y="connsiteY98876"/>
              </a:cxn>
              <a:cxn ang="0">
                <a:pos x="connsiteX98877" y="connsiteY98877"/>
              </a:cxn>
              <a:cxn ang="0">
                <a:pos x="connsiteX98878" y="connsiteY98878"/>
              </a:cxn>
              <a:cxn ang="0">
                <a:pos x="connsiteX98879" y="connsiteY98879"/>
              </a:cxn>
              <a:cxn ang="0">
                <a:pos x="connsiteX98880" y="connsiteY98880"/>
              </a:cxn>
              <a:cxn ang="0">
                <a:pos x="connsiteX98881" y="connsiteY98881"/>
              </a:cxn>
              <a:cxn ang="0">
                <a:pos x="connsiteX98882" y="connsiteY98882"/>
              </a:cxn>
              <a:cxn ang="0">
                <a:pos x="connsiteX98883" y="connsiteY98883"/>
              </a:cxn>
              <a:cxn ang="0">
                <a:pos x="connsiteX98884" y="connsiteY98884"/>
              </a:cxn>
              <a:cxn ang="0">
                <a:pos x="connsiteX98885" y="connsiteY98885"/>
              </a:cxn>
              <a:cxn ang="0">
                <a:pos x="connsiteX98886" y="connsiteY98886"/>
              </a:cxn>
              <a:cxn ang="0">
                <a:pos x="connsiteX98887" y="connsiteY98887"/>
              </a:cxn>
              <a:cxn ang="0">
                <a:pos x="connsiteX98888" y="connsiteY98888"/>
              </a:cxn>
              <a:cxn ang="0">
                <a:pos x="connsiteX98889" y="connsiteY98889"/>
              </a:cxn>
              <a:cxn ang="0">
                <a:pos x="connsiteX98890" y="connsiteY98890"/>
              </a:cxn>
              <a:cxn ang="0">
                <a:pos x="connsiteX98891" y="connsiteY98891"/>
              </a:cxn>
              <a:cxn ang="0">
                <a:pos x="connsiteX98892" y="connsiteY98892"/>
              </a:cxn>
              <a:cxn ang="0">
                <a:pos x="connsiteX98893" y="connsiteY98893"/>
              </a:cxn>
              <a:cxn ang="0">
                <a:pos x="connsiteX98894" y="connsiteY98894"/>
              </a:cxn>
              <a:cxn ang="0">
                <a:pos x="connsiteX98895" y="connsiteY98895"/>
              </a:cxn>
              <a:cxn ang="0">
                <a:pos x="connsiteX98896" y="connsiteY98896"/>
              </a:cxn>
              <a:cxn ang="0">
                <a:pos x="connsiteX98897" y="connsiteY98897"/>
              </a:cxn>
              <a:cxn ang="0">
                <a:pos x="connsiteX98898" y="connsiteY98898"/>
              </a:cxn>
              <a:cxn ang="0">
                <a:pos x="connsiteX98899" y="connsiteY98899"/>
              </a:cxn>
              <a:cxn ang="0">
                <a:pos x="connsiteX98900" y="connsiteY98900"/>
              </a:cxn>
              <a:cxn ang="0">
                <a:pos x="connsiteX98901" y="connsiteY98901"/>
              </a:cxn>
              <a:cxn ang="0">
                <a:pos x="connsiteX98902" y="connsiteY98902"/>
              </a:cxn>
              <a:cxn ang="0">
                <a:pos x="connsiteX98903" y="connsiteY98903"/>
              </a:cxn>
              <a:cxn ang="0">
                <a:pos x="connsiteX98904" y="connsiteY98904"/>
              </a:cxn>
              <a:cxn ang="0">
                <a:pos x="connsiteX98905" y="connsiteY98905"/>
              </a:cxn>
              <a:cxn ang="0">
                <a:pos x="connsiteX98906" y="connsiteY98906"/>
              </a:cxn>
              <a:cxn ang="0">
                <a:pos x="connsiteX98907" y="connsiteY98907"/>
              </a:cxn>
              <a:cxn ang="0">
                <a:pos x="connsiteX98908" y="connsiteY98908"/>
              </a:cxn>
              <a:cxn ang="0">
                <a:pos x="connsiteX98909" y="connsiteY98909"/>
              </a:cxn>
              <a:cxn ang="0">
                <a:pos x="connsiteX98910" y="connsiteY98910"/>
              </a:cxn>
              <a:cxn ang="0">
                <a:pos x="connsiteX98911" y="connsiteY98911"/>
              </a:cxn>
              <a:cxn ang="0">
                <a:pos x="connsiteX98912" y="connsiteY98912"/>
              </a:cxn>
              <a:cxn ang="0">
                <a:pos x="connsiteX98913" y="connsiteY98913"/>
              </a:cxn>
              <a:cxn ang="0">
                <a:pos x="connsiteX98914" y="connsiteY98914"/>
              </a:cxn>
              <a:cxn ang="0">
                <a:pos x="connsiteX98915" y="connsiteY98915"/>
              </a:cxn>
              <a:cxn ang="0">
                <a:pos x="connsiteX98916" y="connsiteY98916"/>
              </a:cxn>
              <a:cxn ang="0">
                <a:pos x="connsiteX98917" y="connsiteY98917"/>
              </a:cxn>
              <a:cxn ang="0">
                <a:pos x="connsiteX98918" y="connsiteY98918"/>
              </a:cxn>
              <a:cxn ang="0">
                <a:pos x="connsiteX98919" y="connsiteY98919"/>
              </a:cxn>
              <a:cxn ang="0">
                <a:pos x="connsiteX98920" y="connsiteY98920"/>
              </a:cxn>
              <a:cxn ang="0">
                <a:pos x="connsiteX98921" y="connsiteY98921"/>
              </a:cxn>
              <a:cxn ang="0">
                <a:pos x="connsiteX98922" y="connsiteY98922"/>
              </a:cxn>
              <a:cxn ang="0">
                <a:pos x="connsiteX98923" y="connsiteY98923"/>
              </a:cxn>
              <a:cxn ang="0">
                <a:pos x="connsiteX98924" y="connsiteY98924"/>
              </a:cxn>
              <a:cxn ang="0">
                <a:pos x="connsiteX98925" y="connsiteY98925"/>
              </a:cxn>
              <a:cxn ang="0">
                <a:pos x="connsiteX98926" y="connsiteY98926"/>
              </a:cxn>
              <a:cxn ang="0">
                <a:pos x="connsiteX98927" y="connsiteY98927"/>
              </a:cxn>
              <a:cxn ang="0">
                <a:pos x="connsiteX98928" y="connsiteY98928"/>
              </a:cxn>
              <a:cxn ang="0">
                <a:pos x="connsiteX98929" y="connsiteY98929"/>
              </a:cxn>
              <a:cxn ang="0">
                <a:pos x="connsiteX98930" y="connsiteY98930"/>
              </a:cxn>
              <a:cxn ang="0">
                <a:pos x="connsiteX98931" y="connsiteY98931"/>
              </a:cxn>
              <a:cxn ang="0">
                <a:pos x="connsiteX98932" y="connsiteY98932"/>
              </a:cxn>
              <a:cxn ang="0">
                <a:pos x="connsiteX98933" y="connsiteY98933"/>
              </a:cxn>
              <a:cxn ang="0">
                <a:pos x="connsiteX98934" y="connsiteY98934"/>
              </a:cxn>
              <a:cxn ang="0">
                <a:pos x="connsiteX98935" y="connsiteY98935"/>
              </a:cxn>
              <a:cxn ang="0">
                <a:pos x="connsiteX98936" y="connsiteY98936"/>
              </a:cxn>
              <a:cxn ang="0">
                <a:pos x="connsiteX98937" y="connsiteY98937"/>
              </a:cxn>
              <a:cxn ang="0">
                <a:pos x="connsiteX98938" y="connsiteY98938"/>
              </a:cxn>
              <a:cxn ang="0">
                <a:pos x="connsiteX98939" y="connsiteY98939"/>
              </a:cxn>
              <a:cxn ang="0">
                <a:pos x="connsiteX98940" y="connsiteY98940"/>
              </a:cxn>
              <a:cxn ang="0">
                <a:pos x="connsiteX98941" y="connsiteY98941"/>
              </a:cxn>
              <a:cxn ang="0">
                <a:pos x="connsiteX98942" y="connsiteY98942"/>
              </a:cxn>
              <a:cxn ang="0">
                <a:pos x="connsiteX98943" y="connsiteY98943"/>
              </a:cxn>
              <a:cxn ang="0">
                <a:pos x="connsiteX98944" y="connsiteY98944"/>
              </a:cxn>
              <a:cxn ang="0">
                <a:pos x="connsiteX98945" y="connsiteY98945"/>
              </a:cxn>
              <a:cxn ang="0">
                <a:pos x="connsiteX98946" y="connsiteY98946"/>
              </a:cxn>
              <a:cxn ang="0">
                <a:pos x="connsiteX98947" y="connsiteY98947"/>
              </a:cxn>
              <a:cxn ang="0">
                <a:pos x="connsiteX98948" y="connsiteY98948"/>
              </a:cxn>
              <a:cxn ang="0">
                <a:pos x="connsiteX98949" y="connsiteY98949"/>
              </a:cxn>
              <a:cxn ang="0">
                <a:pos x="connsiteX98950" y="connsiteY98950"/>
              </a:cxn>
              <a:cxn ang="0">
                <a:pos x="connsiteX98951" y="connsiteY98951"/>
              </a:cxn>
              <a:cxn ang="0">
                <a:pos x="connsiteX98952" y="connsiteY98952"/>
              </a:cxn>
              <a:cxn ang="0">
                <a:pos x="connsiteX98953" y="connsiteY98953"/>
              </a:cxn>
              <a:cxn ang="0">
                <a:pos x="connsiteX98954" y="connsiteY98954"/>
              </a:cxn>
              <a:cxn ang="0">
                <a:pos x="connsiteX98955" y="connsiteY98955"/>
              </a:cxn>
              <a:cxn ang="0">
                <a:pos x="connsiteX98956" y="connsiteY98956"/>
              </a:cxn>
              <a:cxn ang="0">
                <a:pos x="connsiteX98957" y="connsiteY98957"/>
              </a:cxn>
              <a:cxn ang="0">
                <a:pos x="connsiteX98958" y="connsiteY98958"/>
              </a:cxn>
              <a:cxn ang="0">
                <a:pos x="connsiteX98959" y="connsiteY98959"/>
              </a:cxn>
              <a:cxn ang="0">
                <a:pos x="connsiteX98960" y="connsiteY98960"/>
              </a:cxn>
              <a:cxn ang="0">
                <a:pos x="connsiteX98961" y="connsiteY98961"/>
              </a:cxn>
              <a:cxn ang="0">
                <a:pos x="connsiteX98962" y="connsiteY98962"/>
              </a:cxn>
              <a:cxn ang="0">
                <a:pos x="connsiteX98963" y="connsiteY98963"/>
              </a:cxn>
              <a:cxn ang="0">
                <a:pos x="connsiteX98964" y="connsiteY98964"/>
              </a:cxn>
              <a:cxn ang="0">
                <a:pos x="connsiteX98965" y="connsiteY98965"/>
              </a:cxn>
              <a:cxn ang="0">
                <a:pos x="connsiteX98966" y="connsiteY98966"/>
              </a:cxn>
              <a:cxn ang="0">
                <a:pos x="connsiteX98967" y="connsiteY98967"/>
              </a:cxn>
              <a:cxn ang="0">
                <a:pos x="connsiteX98968" y="connsiteY98968"/>
              </a:cxn>
              <a:cxn ang="0">
                <a:pos x="connsiteX98969" y="connsiteY98969"/>
              </a:cxn>
              <a:cxn ang="0">
                <a:pos x="connsiteX98970" y="connsiteY98970"/>
              </a:cxn>
              <a:cxn ang="0">
                <a:pos x="connsiteX98971" y="connsiteY98971"/>
              </a:cxn>
              <a:cxn ang="0">
                <a:pos x="connsiteX98972" y="connsiteY98972"/>
              </a:cxn>
              <a:cxn ang="0">
                <a:pos x="connsiteX98973" y="connsiteY98973"/>
              </a:cxn>
              <a:cxn ang="0">
                <a:pos x="connsiteX98974" y="connsiteY98974"/>
              </a:cxn>
              <a:cxn ang="0">
                <a:pos x="connsiteX98975" y="connsiteY98975"/>
              </a:cxn>
              <a:cxn ang="0">
                <a:pos x="connsiteX98976" y="connsiteY98976"/>
              </a:cxn>
              <a:cxn ang="0">
                <a:pos x="connsiteX98977" y="connsiteY98977"/>
              </a:cxn>
              <a:cxn ang="0">
                <a:pos x="connsiteX98978" y="connsiteY98978"/>
              </a:cxn>
              <a:cxn ang="0">
                <a:pos x="connsiteX98979" y="connsiteY98979"/>
              </a:cxn>
              <a:cxn ang="0">
                <a:pos x="connsiteX98980" y="connsiteY98980"/>
              </a:cxn>
              <a:cxn ang="0">
                <a:pos x="connsiteX98981" y="connsiteY98981"/>
              </a:cxn>
              <a:cxn ang="0">
                <a:pos x="connsiteX98982" y="connsiteY98982"/>
              </a:cxn>
              <a:cxn ang="0">
                <a:pos x="connsiteX98983" y="connsiteY98983"/>
              </a:cxn>
              <a:cxn ang="0">
                <a:pos x="connsiteX98984" y="connsiteY98984"/>
              </a:cxn>
              <a:cxn ang="0">
                <a:pos x="connsiteX98985" y="connsiteY98985"/>
              </a:cxn>
              <a:cxn ang="0">
                <a:pos x="connsiteX98986" y="connsiteY98986"/>
              </a:cxn>
              <a:cxn ang="0">
                <a:pos x="connsiteX98987" y="connsiteY98987"/>
              </a:cxn>
              <a:cxn ang="0">
                <a:pos x="connsiteX98988" y="connsiteY98988"/>
              </a:cxn>
              <a:cxn ang="0">
                <a:pos x="connsiteX98989" y="connsiteY98989"/>
              </a:cxn>
              <a:cxn ang="0">
                <a:pos x="connsiteX98990" y="connsiteY98990"/>
              </a:cxn>
              <a:cxn ang="0">
                <a:pos x="connsiteX98991" y="connsiteY98991"/>
              </a:cxn>
              <a:cxn ang="0">
                <a:pos x="connsiteX98992" y="connsiteY98992"/>
              </a:cxn>
              <a:cxn ang="0">
                <a:pos x="connsiteX98993" y="connsiteY98993"/>
              </a:cxn>
              <a:cxn ang="0">
                <a:pos x="connsiteX98994" y="connsiteY98994"/>
              </a:cxn>
              <a:cxn ang="0">
                <a:pos x="connsiteX98995" y="connsiteY98995"/>
              </a:cxn>
              <a:cxn ang="0">
                <a:pos x="connsiteX98996" y="connsiteY98996"/>
              </a:cxn>
              <a:cxn ang="0">
                <a:pos x="connsiteX98997" y="connsiteY98997"/>
              </a:cxn>
              <a:cxn ang="0">
                <a:pos x="connsiteX98998" y="connsiteY98998"/>
              </a:cxn>
              <a:cxn ang="0">
                <a:pos x="connsiteX98999" y="connsiteY98999"/>
              </a:cxn>
              <a:cxn ang="0">
                <a:pos x="connsiteX99000" y="connsiteY99000"/>
              </a:cxn>
              <a:cxn ang="0">
                <a:pos x="connsiteX99001" y="connsiteY99001"/>
              </a:cxn>
              <a:cxn ang="0">
                <a:pos x="connsiteX99002" y="connsiteY99002"/>
              </a:cxn>
              <a:cxn ang="0">
                <a:pos x="connsiteX99003" y="connsiteY99003"/>
              </a:cxn>
              <a:cxn ang="0">
                <a:pos x="connsiteX99004" y="connsiteY99004"/>
              </a:cxn>
              <a:cxn ang="0">
                <a:pos x="connsiteX99005" y="connsiteY99005"/>
              </a:cxn>
              <a:cxn ang="0">
                <a:pos x="connsiteX99006" y="connsiteY99006"/>
              </a:cxn>
              <a:cxn ang="0">
                <a:pos x="connsiteX99007" y="connsiteY99007"/>
              </a:cxn>
              <a:cxn ang="0">
                <a:pos x="connsiteX99008" y="connsiteY99008"/>
              </a:cxn>
              <a:cxn ang="0">
                <a:pos x="connsiteX99009" y="connsiteY99009"/>
              </a:cxn>
              <a:cxn ang="0">
                <a:pos x="connsiteX99010" y="connsiteY99010"/>
              </a:cxn>
              <a:cxn ang="0">
                <a:pos x="connsiteX99011" y="connsiteY99011"/>
              </a:cxn>
              <a:cxn ang="0">
                <a:pos x="connsiteX99012" y="connsiteY99012"/>
              </a:cxn>
              <a:cxn ang="0">
                <a:pos x="connsiteX99013" y="connsiteY99013"/>
              </a:cxn>
              <a:cxn ang="0">
                <a:pos x="connsiteX99014" y="connsiteY99014"/>
              </a:cxn>
              <a:cxn ang="0">
                <a:pos x="connsiteX99015" y="connsiteY99015"/>
              </a:cxn>
              <a:cxn ang="0">
                <a:pos x="connsiteX99016" y="connsiteY99016"/>
              </a:cxn>
              <a:cxn ang="0">
                <a:pos x="connsiteX99017" y="connsiteY99017"/>
              </a:cxn>
              <a:cxn ang="0">
                <a:pos x="connsiteX99018" y="connsiteY99018"/>
              </a:cxn>
              <a:cxn ang="0">
                <a:pos x="connsiteX99019" y="connsiteY99019"/>
              </a:cxn>
              <a:cxn ang="0">
                <a:pos x="connsiteX99020" y="connsiteY99020"/>
              </a:cxn>
              <a:cxn ang="0">
                <a:pos x="connsiteX99021" y="connsiteY99021"/>
              </a:cxn>
              <a:cxn ang="0">
                <a:pos x="connsiteX99022" y="connsiteY99022"/>
              </a:cxn>
              <a:cxn ang="0">
                <a:pos x="connsiteX99023" y="connsiteY99023"/>
              </a:cxn>
              <a:cxn ang="0">
                <a:pos x="connsiteX99024" y="connsiteY99024"/>
              </a:cxn>
              <a:cxn ang="0">
                <a:pos x="connsiteX99025" y="connsiteY99025"/>
              </a:cxn>
              <a:cxn ang="0">
                <a:pos x="connsiteX99026" y="connsiteY99026"/>
              </a:cxn>
              <a:cxn ang="0">
                <a:pos x="connsiteX99027" y="connsiteY99027"/>
              </a:cxn>
              <a:cxn ang="0">
                <a:pos x="connsiteX99028" y="connsiteY99028"/>
              </a:cxn>
              <a:cxn ang="0">
                <a:pos x="connsiteX99029" y="connsiteY99029"/>
              </a:cxn>
              <a:cxn ang="0">
                <a:pos x="connsiteX99030" y="connsiteY99030"/>
              </a:cxn>
              <a:cxn ang="0">
                <a:pos x="connsiteX99031" y="connsiteY99031"/>
              </a:cxn>
              <a:cxn ang="0">
                <a:pos x="connsiteX99032" y="connsiteY99032"/>
              </a:cxn>
              <a:cxn ang="0">
                <a:pos x="connsiteX99033" y="connsiteY99033"/>
              </a:cxn>
              <a:cxn ang="0">
                <a:pos x="connsiteX99034" y="connsiteY99034"/>
              </a:cxn>
              <a:cxn ang="0">
                <a:pos x="connsiteX99035" y="connsiteY99035"/>
              </a:cxn>
              <a:cxn ang="0">
                <a:pos x="connsiteX99036" y="connsiteY99036"/>
              </a:cxn>
              <a:cxn ang="0">
                <a:pos x="connsiteX99037" y="connsiteY99037"/>
              </a:cxn>
              <a:cxn ang="0">
                <a:pos x="connsiteX99038" y="connsiteY99038"/>
              </a:cxn>
              <a:cxn ang="0">
                <a:pos x="connsiteX99039" y="connsiteY99039"/>
              </a:cxn>
              <a:cxn ang="0">
                <a:pos x="connsiteX99040" y="connsiteY99040"/>
              </a:cxn>
              <a:cxn ang="0">
                <a:pos x="connsiteX99041" y="connsiteY99041"/>
              </a:cxn>
              <a:cxn ang="0">
                <a:pos x="connsiteX99042" y="connsiteY99042"/>
              </a:cxn>
              <a:cxn ang="0">
                <a:pos x="connsiteX99043" y="connsiteY99043"/>
              </a:cxn>
              <a:cxn ang="0">
                <a:pos x="connsiteX99044" y="connsiteY99044"/>
              </a:cxn>
              <a:cxn ang="0">
                <a:pos x="connsiteX99045" y="connsiteY99045"/>
              </a:cxn>
              <a:cxn ang="0">
                <a:pos x="connsiteX99046" y="connsiteY99046"/>
              </a:cxn>
              <a:cxn ang="0">
                <a:pos x="connsiteX99047" y="connsiteY99047"/>
              </a:cxn>
              <a:cxn ang="0">
                <a:pos x="connsiteX99048" y="connsiteY99048"/>
              </a:cxn>
              <a:cxn ang="0">
                <a:pos x="connsiteX99049" y="connsiteY99049"/>
              </a:cxn>
              <a:cxn ang="0">
                <a:pos x="connsiteX99050" y="connsiteY99050"/>
              </a:cxn>
              <a:cxn ang="0">
                <a:pos x="connsiteX99051" y="connsiteY99051"/>
              </a:cxn>
              <a:cxn ang="0">
                <a:pos x="connsiteX99052" y="connsiteY99052"/>
              </a:cxn>
              <a:cxn ang="0">
                <a:pos x="connsiteX99053" y="connsiteY99053"/>
              </a:cxn>
              <a:cxn ang="0">
                <a:pos x="connsiteX99054" y="connsiteY99054"/>
              </a:cxn>
              <a:cxn ang="0">
                <a:pos x="connsiteX99055" y="connsiteY99055"/>
              </a:cxn>
              <a:cxn ang="0">
                <a:pos x="connsiteX99056" y="connsiteY99056"/>
              </a:cxn>
              <a:cxn ang="0">
                <a:pos x="connsiteX99057" y="connsiteY99057"/>
              </a:cxn>
              <a:cxn ang="0">
                <a:pos x="connsiteX99058" y="connsiteY99058"/>
              </a:cxn>
              <a:cxn ang="0">
                <a:pos x="connsiteX99059" y="connsiteY99059"/>
              </a:cxn>
              <a:cxn ang="0">
                <a:pos x="connsiteX99060" y="connsiteY99060"/>
              </a:cxn>
              <a:cxn ang="0">
                <a:pos x="connsiteX99061" y="connsiteY99061"/>
              </a:cxn>
              <a:cxn ang="0">
                <a:pos x="connsiteX99062" y="connsiteY99062"/>
              </a:cxn>
              <a:cxn ang="0">
                <a:pos x="connsiteX99063" y="connsiteY99063"/>
              </a:cxn>
              <a:cxn ang="0">
                <a:pos x="connsiteX99064" y="connsiteY99064"/>
              </a:cxn>
              <a:cxn ang="0">
                <a:pos x="connsiteX99065" y="connsiteY99065"/>
              </a:cxn>
              <a:cxn ang="0">
                <a:pos x="connsiteX99066" y="connsiteY99066"/>
              </a:cxn>
              <a:cxn ang="0">
                <a:pos x="connsiteX99067" y="connsiteY99067"/>
              </a:cxn>
              <a:cxn ang="0">
                <a:pos x="connsiteX99068" y="connsiteY99068"/>
              </a:cxn>
              <a:cxn ang="0">
                <a:pos x="connsiteX99069" y="connsiteY99069"/>
              </a:cxn>
              <a:cxn ang="0">
                <a:pos x="connsiteX99070" y="connsiteY99070"/>
              </a:cxn>
              <a:cxn ang="0">
                <a:pos x="connsiteX99071" y="connsiteY99071"/>
              </a:cxn>
              <a:cxn ang="0">
                <a:pos x="connsiteX99072" y="connsiteY99072"/>
              </a:cxn>
              <a:cxn ang="0">
                <a:pos x="connsiteX99073" y="connsiteY99073"/>
              </a:cxn>
              <a:cxn ang="0">
                <a:pos x="connsiteX99074" y="connsiteY99074"/>
              </a:cxn>
              <a:cxn ang="0">
                <a:pos x="connsiteX99075" y="connsiteY99075"/>
              </a:cxn>
              <a:cxn ang="0">
                <a:pos x="connsiteX99076" y="connsiteY99076"/>
              </a:cxn>
              <a:cxn ang="0">
                <a:pos x="connsiteX99077" y="connsiteY99077"/>
              </a:cxn>
              <a:cxn ang="0">
                <a:pos x="connsiteX99078" y="connsiteY99078"/>
              </a:cxn>
              <a:cxn ang="0">
                <a:pos x="connsiteX99079" y="connsiteY99079"/>
              </a:cxn>
              <a:cxn ang="0">
                <a:pos x="connsiteX99080" y="connsiteY99080"/>
              </a:cxn>
              <a:cxn ang="0">
                <a:pos x="connsiteX99081" y="connsiteY99081"/>
              </a:cxn>
              <a:cxn ang="0">
                <a:pos x="connsiteX99082" y="connsiteY99082"/>
              </a:cxn>
              <a:cxn ang="0">
                <a:pos x="connsiteX99083" y="connsiteY99083"/>
              </a:cxn>
              <a:cxn ang="0">
                <a:pos x="connsiteX99084" y="connsiteY99084"/>
              </a:cxn>
              <a:cxn ang="0">
                <a:pos x="connsiteX99085" y="connsiteY99085"/>
              </a:cxn>
              <a:cxn ang="0">
                <a:pos x="connsiteX99086" y="connsiteY99086"/>
              </a:cxn>
              <a:cxn ang="0">
                <a:pos x="connsiteX99087" y="connsiteY99087"/>
              </a:cxn>
              <a:cxn ang="0">
                <a:pos x="connsiteX99088" y="connsiteY99088"/>
              </a:cxn>
              <a:cxn ang="0">
                <a:pos x="connsiteX99089" y="connsiteY99089"/>
              </a:cxn>
              <a:cxn ang="0">
                <a:pos x="connsiteX99090" y="connsiteY99090"/>
              </a:cxn>
              <a:cxn ang="0">
                <a:pos x="connsiteX99091" y="connsiteY99091"/>
              </a:cxn>
              <a:cxn ang="0">
                <a:pos x="connsiteX99092" y="connsiteY99092"/>
              </a:cxn>
              <a:cxn ang="0">
                <a:pos x="connsiteX99093" y="connsiteY99093"/>
              </a:cxn>
              <a:cxn ang="0">
                <a:pos x="connsiteX99094" y="connsiteY99094"/>
              </a:cxn>
              <a:cxn ang="0">
                <a:pos x="connsiteX99095" y="connsiteY99095"/>
              </a:cxn>
              <a:cxn ang="0">
                <a:pos x="connsiteX99096" y="connsiteY99096"/>
              </a:cxn>
              <a:cxn ang="0">
                <a:pos x="connsiteX99097" y="connsiteY99097"/>
              </a:cxn>
              <a:cxn ang="0">
                <a:pos x="connsiteX99098" y="connsiteY99098"/>
              </a:cxn>
              <a:cxn ang="0">
                <a:pos x="connsiteX99099" y="connsiteY99099"/>
              </a:cxn>
              <a:cxn ang="0">
                <a:pos x="connsiteX99100" y="connsiteY99100"/>
              </a:cxn>
              <a:cxn ang="0">
                <a:pos x="connsiteX99101" y="connsiteY99101"/>
              </a:cxn>
              <a:cxn ang="0">
                <a:pos x="connsiteX99102" y="connsiteY99102"/>
              </a:cxn>
              <a:cxn ang="0">
                <a:pos x="connsiteX99103" y="connsiteY99103"/>
              </a:cxn>
              <a:cxn ang="0">
                <a:pos x="connsiteX99104" y="connsiteY99104"/>
              </a:cxn>
              <a:cxn ang="0">
                <a:pos x="connsiteX99105" y="connsiteY99105"/>
              </a:cxn>
              <a:cxn ang="0">
                <a:pos x="connsiteX99106" y="connsiteY99106"/>
              </a:cxn>
              <a:cxn ang="0">
                <a:pos x="connsiteX99107" y="connsiteY99107"/>
              </a:cxn>
              <a:cxn ang="0">
                <a:pos x="connsiteX99108" y="connsiteY99108"/>
              </a:cxn>
              <a:cxn ang="0">
                <a:pos x="connsiteX99109" y="connsiteY99109"/>
              </a:cxn>
              <a:cxn ang="0">
                <a:pos x="connsiteX99110" y="connsiteY99110"/>
              </a:cxn>
              <a:cxn ang="0">
                <a:pos x="connsiteX99111" y="connsiteY99111"/>
              </a:cxn>
              <a:cxn ang="0">
                <a:pos x="connsiteX99112" y="connsiteY99112"/>
              </a:cxn>
              <a:cxn ang="0">
                <a:pos x="connsiteX99113" y="connsiteY99113"/>
              </a:cxn>
              <a:cxn ang="0">
                <a:pos x="connsiteX99114" y="connsiteY99114"/>
              </a:cxn>
              <a:cxn ang="0">
                <a:pos x="connsiteX99115" y="connsiteY99115"/>
              </a:cxn>
              <a:cxn ang="0">
                <a:pos x="connsiteX99116" y="connsiteY99116"/>
              </a:cxn>
              <a:cxn ang="0">
                <a:pos x="connsiteX99117" y="connsiteY99117"/>
              </a:cxn>
              <a:cxn ang="0">
                <a:pos x="connsiteX99118" y="connsiteY99118"/>
              </a:cxn>
              <a:cxn ang="0">
                <a:pos x="connsiteX99119" y="connsiteY99119"/>
              </a:cxn>
              <a:cxn ang="0">
                <a:pos x="connsiteX99120" y="connsiteY99120"/>
              </a:cxn>
              <a:cxn ang="0">
                <a:pos x="connsiteX99121" y="connsiteY99121"/>
              </a:cxn>
              <a:cxn ang="0">
                <a:pos x="connsiteX99122" y="connsiteY99122"/>
              </a:cxn>
              <a:cxn ang="0">
                <a:pos x="connsiteX99123" y="connsiteY99123"/>
              </a:cxn>
              <a:cxn ang="0">
                <a:pos x="connsiteX99124" y="connsiteY99124"/>
              </a:cxn>
              <a:cxn ang="0">
                <a:pos x="connsiteX99125" y="connsiteY99125"/>
              </a:cxn>
              <a:cxn ang="0">
                <a:pos x="connsiteX99126" y="connsiteY99126"/>
              </a:cxn>
              <a:cxn ang="0">
                <a:pos x="connsiteX99127" y="connsiteY99127"/>
              </a:cxn>
              <a:cxn ang="0">
                <a:pos x="connsiteX99128" y="connsiteY99128"/>
              </a:cxn>
              <a:cxn ang="0">
                <a:pos x="connsiteX99129" y="connsiteY99129"/>
              </a:cxn>
              <a:cxn ang="0">
                <a:pos x="connsiteX99130" y="connsiteY99130"/>
              </a:cxn>
              <a:cxn ang="0">
                <a:pos x="connsiteX99131" y="connsiteY99131"/>
              </a:cxn>
              <a:cxn ang="0">
                <a:pos x="connsiteX99132" y="connsiteY99132"/>
              </a:cxn>
              <a:cxn ang="0">
                <a:pos x="connsiteX99133" y="connsiteY99133"/>
              </a:cxn>
              <a:cxn ang="0">
                <a:pos x="connsiteX99134" y="connsiteY99134"/>
              </a:cxn>
              <a:cxn ang="0">
                <a:pos x="connsiteX99135" y="connsiteY99135"/>
              </a:cxn>
              <a:cxn ang="0">
                <a:pos x="connsiteX99136" y="connsiteY99136"/>
              </a:cxn>
              <a:cxn ang="0">
                <a:pos x="connsiteX99137" y="connsiteY99137"/>
              </a:cxn>
              <a:cxn ang="0">
                <a:pos x="connsiteX99138" y="connsiteY99138"/>
              </a:cxn>
              <a:cxn ang="0">
                <a:pos x="connsiteX99139" y="connsiteY99139"/>
              </a:cxn>
              <a:cxn ang="0">
                <a:pos x="connsiteX99140" y="connsiteY99140"/>
              </a:cxn>
              <a:cxn ang="0">
                <a:pos x="connsiteX99141" y="connsiteY99141"/>
              </a:cxn>
              <a:cxn ang="0">
                <a:pos x="connsiteX99142" y="connsiteY99142"/>
              </a:cxn>
              <a:cxn ang="0">
                <a:pos x="connsiteX99143" y="connsiteY99143"/>
              </a:cxn>
              <a:cxn ang="0">
                <a:pos x="connsiteX99144" y="connsiteY99144"/>
              </a:cxn>
              <a:cxn ang="0">
                <a:pos x="connsiteX99145" y="connsiteY99145"/>
              </a:cxn>
              <a:cxn ang="0">
                <a:pos x="connsiteX99146" y="connsiteY99146"/>
              </a:cxn>
              <a:cxn ang="0">
                <a:pos x="connsiteX99147" y="connsiteY99147"/>
              </a:cxn>
              <a:cxn ang="0">
                <a:pos x="connsiteX99148" y="connsiteY99148"/>
              </a:cxn>
              <a:cxn ang="0">
                <a:pos x="connsiteX99149" y="connsiteY99149"/>
              </a:cxn>
              <a:cxn ang="0">
                <a:pos x="connsiteX99150" y="connsiteY99150"/>
              </a:cxn>
              <a:cxn ang="0">
                <a:pos x="connsiteX99151" y="connsiteY99151"/>
              </a:cxn>
              <a:cxn ang="0">
                <a:pos x="connsiteX99152" y="connsiteY99152"/>
              </a:cxn>
              <a:cxn ang="0">
                <a:pos x="connsiteX99153" y="connsiteY99153"/>
              </a:cxn>
              <a:cxn ang="0">
                <a:pos x="connsiteX99154" y="connsiteY99154"/>
              </a:cxn>
              <a:cxn ang="0">
                <a:pos x="connsiteX99155" y="connsiteY99155"/>
              </a:cxn>
              <a:cxn ang="0">
                <a:pos x="connsiteX99156" y="connsiteY99156"/>
              </a:cxn>
              <a:cxn ang="0">
                <a:pos x="connsiteX99157" y="connsiteY99157"/>
              </a:cxn>
              <a:cxn ang="0">
                <a:pos x="connsiteX99158" y="connsiteY99158"/>
              </a:cxn>
              <a:cxn ang="0">
                <a:pos x="connsiteX99159" y="connsiteY99159"/>
              </a:cxn>
              <a:cxn ang="0">
                <a:pos x="connsiteX99160" y="connsiteY99160"/>
              </a:cxn>
              <a:cxn ang="0">
                <a:pos x="connsiteX99161" y="connsiteY99161"/>
              </a:cxn>
              <a:cxn ang="0">
                <a:pos x="connsiteX99162" y="connsiteY99162"/>
              </a:cxn>
              <a:cxn ang="0">
                <a:pos x="connsiteX99163" y="connsiteY99163"/>
              </a:cxn>
              <a:cxn ang="0">
                <a:pos x="connsiteX99164" y="connsiteY99164"/>
              </a:cxn>
              <a:cxn ang="0">
                <a:pos x="connsiteX99165" y="connsiteY99165"/>
              </a:cxn>
              <a:cxn ang="0">
                <a:pos x="connsiteX99166" y="connsiteY99166"/>
              </a:cxn>
              <a:cxn ang="0">
                <a:pos x="connsiteX99167" y="connsiteY99167"/>
              </a:cxn>
              <a:cxn ang="0">
                <a:pos x="connsiteX99168" y="connsiteY99168"/>
              </a:cxn>
              <a:cxn ang="0">
                <a:pos x="connsiteX99169" y="connsiteY99169"/>
              </a:cxn>
              <a:cxn ang="0">
                <a:pos x="connsiteX99170" y="connsiteY99170"/>
              </a:cxn>
              <a:cxn ang="0">
                <a:pos x="connsiteX99171" y="connsiteY99171"/>
              </a:cxn>
              <a:cxn ang="0">
                <a:pos x="connsiteX99172" y="connsiteY99172"/>
              </a:cxn>
              <a:cxn ang="0">
                <a:pos x="connsiteX99173" y="connsiteY99173"/>
              </a:cxn>
              <a:cxn ang="0">
                <a:pos x="connsiteX99174" y="connsiteY99174"/>
              </a:cxn>
              <a:cxn ang="0">
                <a:pos x="connsiteX99175" y="connsiteY99175"/>
              </a:cxn>
              <a:cxn ang="0">
                <a:pos x="connsiteX99176" y="connsiteY99176"/>
              </a:cxn>
              <a:cxn ang="0">
                <a:pos x="connsiteX99177" y="connsiteY99177"/>
              </a:cxn>
              <a:cxn ang="0">
                <a:pos x="connsiteX99178" y="connsiteY99178"/>
              </a:cxn>
              <a:cxn ang="0">
                <a:pos x="connsiteX99179" y="connsiteY99179"/>
              </a:cxn>
              <a:cxn ang="0">
                <a:pos x="connsiteX99180" y="connsiteY99180"/>
              </a:cxn>
              <a:cxn ang="0">
                <a:pos x="connsiteX99181" y="connsiteY99181"/>
              </a:cxn>
              <a:cxn ang="0">
                <a:pos x="connsiteX99182" y="connsiteY99182"/>
              </a:cxn>
              <a:cxn ang="0">
                <a:pos x="connsiteX99183" y="connsiteY99183"/>
              </a:cxn>
              <a:cxn ang="0">
                <a:pos x="connsiteX99184" y="connsiteY99184"/>
              </a:cxn>
              <a:cxn ang="0">
                <a:pos x="connsiteX99185" y="connsiteY99185"/>
              </a:cxn>
              <a:cxn ang="0">
                <a:pos x="connsiteX99186" y="connsiteY99186"/>
              </a:cxn>
              <a:cxn ang="0">
                <a:pos x="connsiteX99187" y="connsiteY99187"/>
              </a:cxn>
              <a:cxn ang="0">
                <a:pos x="connsiteX99188" y="connsiteY99188"/>
              </a:cxn>
              <a:cxn ang="0">
                <a:pos x="connsiteX99189" y="connsiteY99189"/>
              </a:cxn>
              <a:cxn ang="0">
                <a:pos x="connsiteX99190" y="connsiteY99190"/>
              </a:cxn>
              <a:cxn ang="0">
                <a:pos x="connsiteX99191" y="connsiteY99191"/>
              </a:cxn>
              <a:cxn ang="0">
                <a:pos x="connsiteX99192" y="connsiteY99192"/>
              </a:cxn>
              <a:cxn ang="0">
                <a:pos x="connsiteX99193" y="connsiteY99193"/>
              </a:cxn>
              <a:cxn ang="0">
                <a:pos x="connsiteX99194" y="connsiteY99194"/>
              </a:cxn>
              <a:cxn ang="0">
                <a:pos x="connsiteX99195" y="connsiteY99195"/>
              </a:cxn>
              <a:cxn ang="0">
                <a:pos x="connsiteX99196" y="connsiteY99196"/>
              </a:cxn>
              <a:cxn ang="0">
                <a:pos x="connsiteX99197" y="connsiteY99197"/>
              </a:cxn>
              <a:cxn ang="0">
                <a:pos x="connsiteX99198" y="connsiteY99198"/>
              </a:cxn>
              <a:cxn ang="0">
                <a:pos x="connsiteX99199" y="connsiteY99199"/>
              </a:cxn>
              <a:cxn ang="0">
                <a:pos x="connsiteX99200" y="connsiteY99200"/>
              </a:cxn>
              <a:cxn ang="0">
                <a:pos x="connsiteX99201" y="connsiteY99201"/>
              </a:cxn>
              <a:cxn ang="0">
                <a:pos x="connsiteX99202" y="connsiteY99202"/>
              </a:cxn>
              <a:cxn ang="0">
                <a:pos x="connsiteX99203" y="connsiteY99203"/>
              </a:cxn>
              <a:cxn ang="0">
                <a:pos x="connsiteX99204" y="connsiteY99204"/>
              </a:cxn>
              <a:cxn ang="0">
                <a:pos x="connsiteX99205" y="connsiteY99205"/>
              </a:cxn>
              <a:cxn ang="0">
                <a:pos x="connsiteX99206" y="connsiteY99206"/>
              </a:cxn>
              <a:cxn ang="0">
                <a:pos x="connsiteX99207" y="connsiteY99207"/>
              </a:cxn>
              <a:cxn ang="0">
                <a:pos x="connsiteX99208" y="connsiteY99208"/>
              </a:cxn>
              <a:cxn ang="0">
                <a:pos x="connsiteX99209" y="connsiteY99209"/>
              </a:cxn>
              <a:cxn ang="0">
                <a:pos x="connsiteX99210" y="connsiteY99210"/>
              </a:cxn>
              <a:cxn ang="0">
                <a:pos x="connsiteX99211" y="connsiteY99211"/>
              </a:cxn>
              <a:cxn ang="0">
                <a:pos x="connsiteX99212" y="connsiteY99212"/>
              </a:cxn>
              <a:cxn ang="0">
                <a:pos x="connsiteX99213" y="connsiteY99213"/>
              </a:cxn>
              <a:cxn ang="0">
                <a:pos x="connsiteX99214" y="connsiteY99214"/>
              </a:cxn>
              <a:cxn ang="0">
                <a:pos x="connsiteX99215" y="connsiteY99215"/>
              </a:cxn>
              <a:cxn ang="0">
                <a:pos x="connsiteX99216" y="connsiteY99216"/>
              </a:cxn>
              <a:cxn ang="0">
                <a:pos x="connsiteX99217" y="connsiteY99217"/>
              </a:cxn>
              <a:cxn ang="0">
                <a:pos x="connsiteX99218" y="connsiteY99218"/>
              </a:cxn>
              <a:cxn ang="0">
                <a:pos x="connsiteX99219" y="connsiteY99219"/>
              </a:cxn>
              <a:cxn ang="0">
                <a:pos x="connsiteX99220" y="connsiteY99220"/>
              </a:cxn>
              <a:cxn ang="0">
                <a:pos x="connsiteX99221" y="connsiteY99221"/>
              </a:cxn>
              <a:cxn ang="0">
                <a:pos x="connsiteX99222" y="connsiteY99222"/>
              </a:cxn>
              <a:cxn ang="0">
                <a:pos x="connsiteX99223" y="connsiteY99223"/>
              </a:cxn>
              <a:cxn ang="0">
                <a:pos x="connsiteX99224" y="connsiteY99224"/>
              </a:cxn>
              <a:cxn ang="0">
                <a:pos x="connsiteX99225" y="connsiteY99225"/>
              </a:cxn>
              <a:cxn ang="0">
                <a:pos x="connsiteX99226" y="connsiteY99226"/>
              </a:cxn>
              <a:cxn ang="0">
                <a:pos x="connsiteX99227" y="connsiteY99227"/>
              </a:cxn>
              <a:cxn ang="0">
                <a:pos x="connsiteX99228" y="connsiteY99228"/>
              </a:cxn>
              <a:cxn ang="0">
                <a:pos x="connsiteX99229" y="connsiteY99229"/>
              </a:cxn>
              <a:cxn ang="0">
                <a:pos x="connsiteX99230" y="connsiteY99230"/>
              </a:cxn>
              <a:cxn ang="0">
                <a:pos x="connsiteX99231" y="connsiteY99231"/>
              </a:cxn>
              <a:cxn ang="0">
                <a:pos x="connsiteX99232" y="connsiteY99232"/>
              </a:cxn>
              <a:cxn ang="0">
                <a:pos x="connsiteX99233" y="connsiteY99233"/>
              </a:cxn>
              <a:cxn ang="0">
                <a:pos x="connsiteX99234" y="connsiteY99234"/>
              </a:cxn>
              <a:cxn ang="0">
                <a:pos x="connsiteX99235" y="connsiteY99235"/>
              </a:cxn>
              <a:cxn ang="0">
                <a:pos x="connsiteX99236" y="connsiteY99236"/>
              </a:cxn>
              <a:cxn ang="0">
                <a:pos x="connsiteX99237" y="connsiteY99237"/>
              </a:cxn>
              <a:cxn ang="0">
                <a:pos x="connsiteX99238" y="connsiteY99238"/>
              </a:cxn>
              <a:cxn ang="0">
                <a:pos x="connsiteX99239" y="connsiteY99239"/>
              </a:cxn>
              <a:cxn ang="0">
                <a:pos x="connsiteX99240" y="connsiteY99240"/>
              </a:cxn>
              <a:cxn ang="0">
                <a:pos x="connsiteX99241" y="connsiteY99241"/>
              </a:cxn>
              <a:cxn ang="0">
                <a:pos x="connsiteX99242" y="connsiteY99242"/>
              </a:cxn>
              <a:cxn ang="0">
                <a:pos x="connsiteX99243" y="connsiteY99243"/>
              </a:cxn>
              <a:cxn ang="0">
                <a:pos x="connsiteX99244" y="connsiteY99244"/>
              </a:cxn>
              <a:cxn ang="0">
                <a:pos x="connsiteX99245" y="connsiteY99245"/>
              </a:cxn>
              <a:cxn ang="0">
                <a:pos x="connsiteX99246" y="connsiteY99246"/>
              </a:cxn>
              <a:cxn ang="0">
                <a:pos x="connsiteX99247" y="connsiteY99247"/>
              </a:cxn>
              <a:cxn ang="0">
                <a:pos x="connsiteX99248" y="connsiteY99248"/>
              </a:cxn>
              <a:cxn ang="0">
                <a:pos x="connsiteX99249" y="connsiteY99249"/>
              </a:cxn>
              <a:cxn ang="0">
                <a:pos x="connsiteX99250" y="connsiteY99250"/>
              </a:cxn>
              <a:cxn ang="0">
                <a:pos x="connsiteX99251" y="connsiteY99251"/>
              </a:cxn>
              <a:cxn ang="0">
                <a:pos x="connsiteX99252" y="connsiteY99252"/>
              </a:cxn>
              <a:cxn ang="0">
                <a:pos x="connsiteX99253" y="connsiteY99253"/>
              </a:cxn>
              <a:cxn ang="0">
                <a:pos x="connsiteX99254" y="connsiteY99254"/>
              </a:cxn>
              <a:cxn ang="0">
                <a:pos x="connsiteX99255" y="connsiteY99255"/>
              </a:cxn>
              <a:cxn ang="0">
                <a:pos x="connsiteX99256" y="connsiteY99256"/>
              </a:cxn>
              <a:cxn ang="0">
                <a:pos x="connsiteX99257" y="connsiteY99257"/>
              </a:cxn>
              <a:cxn ang="0">
                <a:pos x="connsiteX99258" y="connsiteY99258"/>
              </a:cxn>
              <a:cxn ang="0">
                <a:pos x="connsiteX99259" y="connsiteY99259"/>
              </a:cxn>
              <a:cxn ang="0">
                <a:pos x="connsiteX99260" y="connsiteY99260"/>
              </a:cxn>
              <a:cxn ang="0">
                <a:pos x="connsiteX99261" y="connsiteY99261"/>
              </a:cxn>
              <a:cxn ang="0">
                <a:pos x="connsiteX99262" y="connsiteY99262"/>
              </a:cxn>
              <a:cxn ang="0">
                <a:pos x="connsiteX99263" y="connsiteY99263"/>
              </a:cxn>
              <a:cxn ang="0">
                <a:pos x="connsiteX99264" y="connsiteY99264"/>
              </a:cxn>
              <a:cxn ang="0">
                <a:pos x="connsiteX99265" y="connsiteY99265"/>
              </a:cxn>
              <a:cxn ang="0">
                <a:pos x="connsiteX99266" y="connsiteY99266"/>
              </a:cxn>
              <a:cxn ang="0">
                <a:pos x="connsiteX99267" y="connsiteY99267"/>
              </a:cxn>
              <a:cxn ang="0">
                <a:pos x="connsiteX99268" y="connsiteY99268"/>
              </a:cxn>
              <a:cxn ang="0">
                <a:pos x="connsiteX99269" y="connsiteY99269"/>
              </a:cxn>
              <a:cxn ang="0">
                <a:pos x="connsiteX99270" y="connsiteY99270"/>
              </a:cxn>
              <a:cxn ang="0">
                <a:pos x="connsiteX99271" y="connsiteY99271"/>
              </a:cxn>
              <a:cxn ang="0">
                <a:pos x="connsiteX99272" y="connsiteY99272"/>
              </a:cxn>
              <a:cxn ang="0">
                <a:pos x="connsiteX99273" y="connsiteY99273"/>
              </a:cxn>
              <a:cxn ang="0">
                <a:pos x="connsiteX99274" y="connsiteY99274"/>
              </a:cxn>
              <a:cxn ang="0">
                <a:pos x="connsiteX99275" y="connsiteY99275"/>
              </a:cxn>
              <a:cxn ang="0">
                <a:pos x="connsiteX99276" y="connsiteY99276"/>
              </a:cxn>
              <a:cxn ang="0">
                <a:pos x="connsiteX99277" y="connsiteY99277"/>
              </a:cxn>
              <a:cxn ang="0">
                <a:pos x="connsiteX99278" y="connsiteY99278"/>
              </a:cxn>
              <a:cxn ang="0">
                <a:pos x="connsiteX99279" y="connsiteY99279"/>
              </a:cxn>
              <a:cxn ang="0">
                <a:pos x="connsiteX99280" y="connsiteY99280"/>
              </a:cxn>
              <a:cxn ang="0">
                <a:pos x="connsiteX99281" y="connsiteY99281"/>
              </a:cxn>
              <a:cxn ang="0">
                <a:pos x="connsiteX99282" y="connsiteY99282"/>
              </a:cxn>
              <a:cxn ang="0">
                <a:pos x="connsiteX99283" y="connsiteY99283"/>
              </a:cxn>
              <a:cxn ang="0">
                <a:pos x="connsiteX99284" y="connsiteY99284"/>
              </a:cxn>
              <a:cxn ang="0">
                <a:pos x="connsiteX99285" y="connsiteY99285"/>
              </a:cxn>
              <a:cxn ang="0">
                <a:pos x="connsiteX99286" y="connsiteY99286"/>
              </a:cxn>
              <a:cxn ang="0">
                <a:pos x="connsiteX99287" y="connsiteY99287"/>
              </a:cxn>
              <a:cxn ang="0">
                <a:pos x="connsiteX99288" y="connsiteY99288"/>
              </a:cxn>
              <a:cxn ang="0">
                <a:pos x="connsiteX99289" y="connsiteY99289"/>
              </a:cxn>
              <a:cxn ang="0">
                <a:pos x="connsiteX99290" y="connsiteY99290"/>
              </a:cxn>
              <a:cxn ang="0">
                <a:pos x="connsiteX99291" y="connsiteY99291"/>
              </a:cxn>
              <a:cxn ang="0">
                <a:pos x="connsiteX99292" y="connsiteY99292"/>
              </a:cxn>
              <a:cxn ang="0">
                <a:pos x="connsiteX99293" y="connsiteY99293"/>
              </a:cxn>
              <a:cxn ang="0">
                <a:pos x="connsiteX99294" y="connsiteY99294"/>
              </a:cxn>
              <a:cxn ang="0">
                <a:pos x="connsiteX99295" y="connsiteY99295"/>
              </a:cxn>
              <a:cxn ang="0">
                <a:pos x="connsiteX99296" y="connsiteY99296"/>
              </a:cxn>
              <a:cxn ang="0">
                <a:pos x="connsiteX99297" y="connsiteY99297"/>
              </a:cxn>
              <a:cxn ang="0">
                <a:pos x="connsiteX99298" y="connsiteY99298"/>
              </a:cxn>
              <a:cxn ang="0">
                <a:pos x="connsiteX99299" y="connsiteY99299"/>
              </a:cxn>
              <a:cxn ang="0">
                <a:pos x="connsiteX99300" y="connsiteY99300"/>
              </a:cxn>
              <a:cxn ang="0">
                <a:pos x="connsiteX99301" y="connsiteY99301"/>
              </a:cxn>
              <a:cxn ang="0">
                <a:pos x="connsiteX99302" y="connsiteY99302"/>
              </a:cxn>
              <a:cxn ang="0">
                <a:pos x="connsiteX99303" y="connsiteY99303"/>
              </a:cxn>
              <a:cxn ang="0">
                <a:pos x="connsiteX99304" y="connsiteY99304"/>
              </a:cxn>
              <a:cxn ang="0">
                <a:pos x="connsiteX99305" y="connsiteY99305"/>
              </a:cxn>
              <a:cxn ang="0">
                <a:pos x="connsiteX99306" y="connsiteY99306"/>
              </a:cxn>
              <a:cxn ang="0">
                <a:pos x="connsiteX99307" y="connsiteY99307"/>
              </a:cxn>
              <a:cxn ang="0">
                <a:pos x="connsiteX99308" y="connsiteY99308"/>
              </a:cxn>
              <a:cxn ang="0">
                <a:pos x="connsiteX99309" y="connsiteY99309"/>
              </a:cxn>
              <a:cxn ang="0">
                <a:pos x="connsiteX99310" y="connsiteY99310"/>
              </a:cxn>
              <a:cxn ang="0">
                <a:pos x="connsiteX99311" y="connsiteY99311"/>
              </a:cxn>
              <a:cxn ang="0">
                <a:pos x="connsiteX99312" y="connsiteY99312"/>
              </a:cxn>
              <a:cxn ang="0">
                <a:pos x="connsiteX99313" y="connsiteY99313"/>
              </a:cxn>
              <a:cxn ang="0">
                <a:pos x="connsiteX99314" y="connsiteY99314"/>
              </a:cxn>
              <a:cxn ang="0">
                <a:pos x="connsiteX99315" y="connsiteY99315"/>
              </a:cxn>
              <a:cxn ang="0">
                <a:pos x="connsiteX99316" y="connsiteY99316"/>
              </a:cxn>
              <a:cxn ang="0">
                <a:pos x="connsiteX99317" y="connsiteY99317"/>
              </a:cxn>
              <a:cxn ang="0">
                <a:pos x="connsiteX99318" y="connsiteY99318"/>
              </a:cxn>
              <a:cxn ang="0">
                <a:pos x="connsiteX99319" y="connsiteY99319"/>
              </a:cxn>
              <a:cxn ang="0">
                <a:pos x="connsiteX99320" y="connsiteY99320"/>
              </a:cxn>
              <a:cxn ang="0">
                <a:pos x="connsiteX99321" y="connsiteY99321"/>
              </a:cxn>
              <a:cxn ang="0">
                <a:pos x="connsiteX99322" y="connsiteY99322"/>
              </a:cxn>
              <a:cxn ang="0">
                <a:pos x="connsiteX99323" y="connsiteY99323"/>
              </a:cxn>
              <a:cxn ang="0">
                <a:pos x="connsiteX99324" y="connsiteY99324"/>
              </a:cxn>
              <a:cxn ang="0">
                <a:pos x="connsiteX99325" y="connsiteY99325"/>
              </a:cxn>
              <a:cxn ang="0">
                <a:pos x="connsiteX99326" y="connsiteY99326"/>
              </a:cxn>
              <a:cxn ang="0">
                <a:pos x="connsiteX99327" y="connsiteY99327"/>
              </a:cxn>
              <a:cxn ang="0">
                <a:pos x="connsiteX99328" y="connsiteY99328"/>
              </a:cxn>
              <a:cxn ang="0">
                <a:pos x="connsiteX99329" y="connsiteY99329"/>
              </a:cxn>
              <a:cxn ang="0">
                <a:pos x="connsiteX99330" y="connsiteY99330"/>
              </a:cxn>
              <a:cxn ang="0">
                <a:pos x="connsiteX99331" y="connsiteY99331"/>
              </a:cxn>
              <a:cxn ang="0">
                <a:pos x="connsiteX99332" y="connsiteY99332"/>
              </a:cxn>
              <a:cxn ang="0">
                <a:pos x="connsiteX99333" y="connsiteY99333"/>
              </a:cxn>
              <a:cxn ang="0">
                <a:pos x="connsiteX99334" y="connsiteY99334"/>
              </a:cxn>
              <a:cxn ang="0">
                <a:pos x="connsiteX99335" y="connsiteY99335"/>
              </a:cxn>
              <a:cxn ang="0">
                <a:pos x="connsiteX99336" y="connsiteY99336"/>
              </a:cxn>
              <a:cxn ang="0">
                <a:pos x="connsiteX99337" y="connsiteY99337"/>
              </a:cxn>
              <a:cxn ang="0">
                <a:pos x="connsiteX99338" y="connsiteY99338"/>
              </a:cxn>
              <a:cxn ang="0">
                <a:pos x="connsiteX99339" y="connsiteY99339"/>
              </a:cxn>
              <a:cxn ang="0">
                <a:pos x="connsiteX99340" y="connsiteY99340"/>
              </a:cxn>
              <a:cxn ang="0">
                <a:pos x="connsiteX99341" y="connsiteY99341"/>
              </a:cxn>
              <a:cxn ang="0">
                <a:pos x="connsiteX99342" y="connsiteY99342"/>
              </a:cxn>
              <a:cxn ang="0">
                <a:pos x="connsiteX99343" y="connsiteY99343"/>
              </a:cxn>
              <a:cxn ang="0">
                <a:pos x="connsiteX99344" y="connsiteY99344"/>
              </a:cxn>
              <a:cxn ang="0">
                <a:pos x="connsiteX99345" y="connsiteY99345"/>
              </a:cxn>
              <a:cxn ang="0">
                <a:pos x="connsiteX99346" y="connsiteY99346"/>
              </a:cxn>
              <a:cxn ang="0">
                <a:pos x="connsiteX99347" y="connsiteY99347"/>
              </a:cxn>
              <a:cxn ang="0">
                <a:pos x="connsiteX99348" y="connsiteY99348"/>
              </a:cxn>
              <a:cxn ang="0">
                <a:pos x="connsiteX99349" y="connsiteY99349"/>
              </a:cxn>
              <a:cxn ang="0">
                <a:pos x="connsiteX99350" y="connsiteY99350"/>
              </a:cxn>
              <a:cxn ang="0">
                <a:pos x="connsiteX99351" y="connsiteY99351"/>
              </a:cxn>
              <a:cxn ang="0">
                <a:pos x="connsiteX99352" y="connsiteY99352"/>
              </a:cxn>
              <a:cxn ang="0">
                <a:pos x="connsiteX99353" y="connsiteY99353"/>
              </a:cxn>
              <a:cxn ang="0">
                <a:pos x="connsiteX99354" y="connsiteY99354"/>
              </a:cxn>
              <a:cxn ang="0">
                <a:pos x="connsiteX99355" y="connsiteY99355"/>
              </a:cxn>
              <a:cxn ang="0">
                <a:pos x="connsiteX99356" y="connsiteY99356"/>
              </a:cxn>
              <a:cxn ang="0">
                <a:pos x="connsiteX99357" y="connsiteY99357"/>
              </a:cxn>
              <a:cxn ang="0">
                <a:pos x="connsiteX99358" y="connsiteY99358"/>
              </a:cxn>
              <a:cxn ang="0">
                <a:pos x="connsiteX99359" y="connsiteY99359"/>
              </a:cxn>
              <a:cxn ang="0">
                <a:pos x="connsiteX99360" y="connsiteY99360"/>
              </a:cxn>
              <a:cxn ang="0">
                <a:pos x="connsiteX99361" y="connsiteY99361"/>
              </a:cxn>
              <a:cxn ang="0">
                <a:pos x="connsiteX99362" y="connsiteY99362"/>
              </a:cxn>
              <a:cxn ang="0">
                <a:pos x="connsiteX99363" y="connsiteY99363"/>
              </a:cxn>
              <a:cxn ang="0">
                <a:pos x="connsiteX99364" y="connsiteY99364"/>
              </a:cxn>
              <a:cxn ang="0">
                <a:pos x="connsiteX99365" y="connsiteY99365"/>
              </a:cxn>
              <a:cxn ang="0">
                <a:pos x="connsiteX99366" y="connsiteY99366"/>
              </a:cxn>
              <a:cxn ang="0">
                <a:pos x="connsiteX99367" y="connsiteY99367"/>
              </a:cxn>
              <a:cxn ang="0">
                <a:pos x="connsiteX99368" y="connsiteY99368"/>
              </a:cxn>
              <a:cxn ang="0">
                <a:pos x="connsiteX99369" y="connsiteY99369"/>
              </a:cxn>
              <a:cxn ang="0">
                <a:pos x="connsiteX99370" y="connsiteY99370"/>
              </a:cxn>
              <a:cxn ang="0">
                <a:pos x="connsiteX99371" y="connsiteY99371"/>
              </a:cxn>
              <a:cxn ang="0">
                <a:pos x="connsiteX99372" y="connsiteY99372"/>
              </a:cxn>
              <a:cxn ang="0">
                <a:pos x="connsiteX99373" y="connsiteY99373"/>
              </a:cxn>
              <a:cxn ang="0">
                <a:pos x="connsiteX99374" y="connsiteY99374"/>
              </a:cxn>
              <a:cxn ang="0">
                <a:pos x="connsiteX99375" y="connsiteY99375"/>
              </a:cxn>
              <a:cxn ang="0">
                <a:pos x="connsiteX99376" y="connsiteY99376"/>
              </a:cxn>
              <a:cxn ang="0">
                <a:pos x="connsiteX99377" y="connsiteY99377"/>
              </a:cxn>
              <a:cxn ang="0">
                <a:pos x="connsiteX99378" y="connsiteY99378"/>
              </a:cxn>
              <a:cxn ang="0">
                <a:pos x="connsiteX99379" y="connsiteY99379"/>
              </a:cxn>
              <a:cxn ang="0">
                <a:pos x="connsiteX99380" y="connsiteY99380"/>
              </a:cxn>
              <a:cxn ang="0">
                <a:pos x="connsiteX99381" y="connsiteY99381"/>
              </a:cxn>
              <a:cxn ang="0">
                <a:pos x="connsiteX99382" y="connsiteY99382"/>
              </a:cxn>
              <a:cxn ang="0">
                <a:pos x="connsiteX99383" y="connsiteY99383"/>
              </a:cxn>
              <a:cxn ang="0">
                <a:pos x="connsiteX99384" y="connsiteY99384"/>
              </a:cxn>
              <a:cxn ang="0">
                <a:pos x="connsiteX99385" y="connsiteY99385"/>
              </a:cxn>
              <a:cxn ang="0">
                <a:pos x="connsiteX99386" y="connsiteY99386"/>
              </a:cxn>
              <a:cxn ang="0">
                <a:pos x="connsiteX99387" y="connsiteY99387"/>
              </a:cxn>
              <a:cxn ang="0">
                <a:pos x="connsiteX99388" y="connsiteY99388"/>
              </a:cxn>
              <a:cxn ang="0">
                <a:pos x="connsiteX99389" y="connsiteY99389"/>
              </a:cxn>
              <a:cxn ang="0">
                <a:pos x="connsiteX99390" y="connsiteY99390"/>
              </a:cxn>
              <a:cxn ang="0">
                <a:pos x="connsiteX99391" y="connsiteY99391"/>
              </a:cxn>
              <a:cxn ang="0">
                <a:pos x="connsiteX99392" y="connsiteY99392"/>
              </a:cxn>
              <a:cxn ang="0">
                <a:pos x="connsiteX99393" y="connsiteY99393"/>
              </a:cxn>
              <a:cxn ang="0">
                <a:pos x="connsiteX99394" y="connsiteY99394"/>
              </a:cxn>
              <a:cxn ang="0">
                <a:pos x="connsiteX99395" y="connsiteY99395"/>
              </a:cxn>
              <a:cxn ang="0">
                <a:pos x="connsiteX99396" y="connsiteY99396"/>
              </a:cxn>
              <a:cxn ang="0">
                <a:pos x="connsiteX99397" y="connsiteY99397"/>
              </a:cxn>
              <a:cxn ang="0">
                <a:pos x="connsiteX99398" y="connsiteY99398"/>
              </a:cxn>
              <a:cxn ang="0">
                <a:pos x="connsiteX99399" y="connsiteY99399"/>
              </a:cxn>
              <a:cxn ang="0">
                <a:pos x="connsiteX99400" y="connsiteY99400"/>
              </a:cxn>
              <a:cxn ang="0">
                <a:pos x="connsiteX99401" y="connsiteY99401"/>
              </a:cxn>
              <a:cxn ang="0">
                <a:pos x="connsiteX99402" y="connsiteY99402"/>
              </a:cxn>
              <a:cxn ang="0">
                <a:pos x="connsiteX99403" y="connsiteY99403"/>
              </a:cxn>
              <a:cxn ang="0">
                <a:pos x="connsiteX99404" y="connsiteY99404"/>
              </a:cxn>
              <a:cxn ang="0">
                <a:pos x="connsiteX99405" y="connsiteY99405"/>
              </a:cxn>
              <a:cxn ang="0">
                <a:pos x="connsiteX99406" y="connsiteY99406"/>
              </a:cxn>
              <a:cxn ang="0">
                <a:pos x="connsiteX99407" y="connsiteY99407"/>
              </a:cxn>
              <a:cxn ang="0">
                <a:pos x="connsiteX99408" y="connsiteY99408"/>
              </a:cxn>
              <a:cxn ang="0">
                <a:pos x="connsiteX99409" y="connsiteY99409"/>
              </a:cxn>
              <a:cxn ang="0">
                <a:pos x="connsiteX99410" y="connsiteY99410"/>
              </a:cxn>
              <a:cxn ang="0">
                <a:pos x="connsiteX99411" y="connsiteY99411"/>
              </a:cxn>
              <a:cxn ang="0">
                <a:pos x="connsiteX99412" y="connsiteY99412"/>
              </a:cxn>
              <a:cxn ang="0">
                <a:pos x="connsiteX99413" y="connsiteY99413"/>
              </a:cxn>
              <a:cxn ang="0">
                <a:pos x="connsiteX99414" y="connsiteY99414"/>
              </a:cxn>
              <a:cxn ang="0">
                <a:pos x="connsiteX99415" y="connsiteY99415"/>
              </a:cxn>
              <a:cxn ang="0">
                <a:pos x="connsiteX99416" y="connsiteY99416"/>
              </a:cxn>
              <a:cxn ang="0">
                <a:pos x="connsiteX99417" y="connsiteY99417"/>
              </a:cxn>
              <a:cxn ang="0">
                <a:pos x="connsiteX99418" y="connsiteY99418"/>
              </a:cxn>
              <a:cxn ang="0">
                <a:pos x="connsiteX99419" y="connsiteY99419"/>
              </a:cxn>
              <a:cxn ang="0">
                <a:pos x="connsiteX99420" y="connsiteY99420"/>
              </a:cxn>
              <a:cxn ang="0">
                <a:pos x="connsiteX99421" y="connsiteY99421"/>
              </a:cxn>
              <a:cxn ang="0">
                <a:pos x="connsiteX99422" y="connsiteY99422"/>
              </a:cxn>
              <a:cxn ang="0">
                <a:pos x="connsiteX99423" y="connsiteY99423"/>
              </a:cxn>
              <a:cxn ang="0">
                <a:pos x="connsiteX99424" y="connsiteY99424"/>
              </a:cxn>
              <a:cxn ang="0">
                <a:pos x="connsiteX99425" y="connsiteY99425"/>
              </a:cxn>
              <a:cxn ang="0">
                <a:pos x="connsiteX99426" y="connsiteY99426"/>
              </a:cxn>
              <a:cxn ang="0">
                <a:pos x="connsiteX99427" y="connsiteY99427"/>
              </a:cxn>
              <a:cxn ang="0">
                <a:pos x="connsiteX99428" y="connsiteY99428"/>
              </a:cxn>
              <a:cxn ang="0">
                <a:pos x="connsiteX99429" y="connsiteY99429"/>
              </a:cxn>
              <a:cxn ang="0">
                <a:pos x="connsiteX99430" y="connsiteY99430"/>
              </a:cxn>
              <a:cxn ang="0">
                <a:pos x="connsiteX99431" y="connsiteY99431"/>
              </a:cxn>
              <a:cxn ang="0">
                <a:pos x="connsiteX99432" y="connsiteY99432"/>
              </a:cxn>
              <a:cxn ang="0">
                <a:pos x="connsiteX99433" y="connsiteY99433"/>
              </a:cxn>
              <a:cxn ang="0">
                <a:pos x="connsiteX99434" y="connsiteY99434"/>
              </a:cxn>
              <a:cxn ang="0">
                <a:pos x="connsiteX99435" y="connsiteY99435"/>
              </a:cxn>
              <a:cxn ang="0">
                <a:pos x="connsiteX99436" y="connsiteY99436"/>
              </a:cxn>
              <a:cxn ang="0">
                <a:pos x="connsiteX99437" y="connsiteY99437"/>
              </a:cxn>
              <a:cxn ang="0">
                <a:pos x="connsiteX99438" y="connsiteY99438"/>
              </a:cxn>
              <a:cxn ang="0">
                <a:pos x="connsiteX99439" y="connsiteY99439"/>
              </a:cxn>
              <a:cxn ang="0">
                <a:pos x="connsiteX99440" y="connsiteY99440"/>
              </a:cxn>
              <a:cxn ang="0">
                <a:pos x="connsiteX99441" y="connsiteY99441"/>
              </a:cxn>
              <a:cxn ang="0">
                <a:pos x="connsiteX99442" y="connsiteY99442"/>
              </a:cxn>
              <a:cxn ang="0">
                <a:pos x="connsiteX99443" y="connsiteY99443"/>
              </a:cxn>
              <a:cxn ang="0">
                <a:pos x="connsiteX99444" y="connsiteY99444"/>
              </a:cxn>
              <a:cxn ang="0">
                <a:pos x="connsiteX99445" y="connsiteY99445"/>
              </a:cxn>
              <a:cxn ang="0">
                <a:pos x="connsiteX99446" y="connsiteY99446"/>
              </a:cxn>
              <a:cxn ang="0">
                <a:pos x="connsiteX99447" y="connsiteY99447"/>
              </a:cxn>
              <a:cxn ang="0">
                <a:pos x="connsiteX99448" y="connsiteY99448"/>
              </a:cxn>
              <a:cxn ang="0">
                <a:pos x="connsiteX99449" y="connsiteY99449"/>
              </a:cxn>
              <a:cxn ang="0">
                <a:pos x="connsiteX99450" y="connsiteY99450"/>
              </a:cxn>
              <a:cxn ang="0">
                <a:pos x="connsiteX99451" y="connsiteY99451"/>
              </a:cxn>
              <a:cxn ang="0">
                <a:pos x="connsiteX99452" y="connsiteY99452"/>
              </a:cxn>
              <a:cxn ang="0">
                <a:pos x="connsiteX99453" y="connsiteY99453"/>
              </a:cxn>
              <a:cxn ang="0">
                <a:pos x="connsiteX99454" y="connsiteY99454"/>
              </a:cxn>
              <a:cxn ang="0">
                <a:pos x="connsiteX99455" y="connsiteY99455"/>
              </a:cxn>
              <a:cxn ang="0">
                <a:pos x="connsiteX99456" y="connsiteY99456"/>
              </a:cxn>
              <a:cxn ang="0">
                <a:pos x="connsiteX99457" y="connsiteY99457"/>
              </a:cxn>
              <a:cxn ang="0">
                <a:pos x="connsiteX99458" y="connsiteY99458"/>
              </a:cxn>
              <a:cxn ang="0">
                <a:pos x="connsiteX99459" y="connsiteY99459"/>
              </a:cxn>
              <a:cxn ang="0">
                <a:pos x="connsiteX99460" y="connsiteY99460"/>
              </a:cxn>
              <a:cxn ang="0">
                <a:pos x="connsiteX99461" y="connsiteY99461"/>
              </a:cxn>
              <a:cxn ang="0">
                <a:pos x="connsiteX99462" y="connsiteY99462"/>
              </a:cxn>
              <a:cxn ang="0">
                <a:pos x="connsiteX99463" y="connsiteY99463"/>
              </a:cxn>
              <a:cxn ang="0">
                <a:pos x="connsiteX99464" y="connsiteY99464"/>
              </a:cxn>
              <a:cxn ang="0">
                <a:pos x="connsiteX99465" y="connsiteY99465"/>
              </a:cxn>
              <a:cxn ang="0">
                <a:pos x="connsiteX99466" y="connsiteY99466"/>
              </a:cxn>
              <a:cxn ang="0">
                <a:pos x="connsiteX99467" y="connsiteY99467"/>
              </a:cxn>
              <a:cxn ang="0">
                <a:pos x="connsiteX99468" y="connsiteY99468"/>
              </a:cxn>
              <a:cxn ang="0">
                <a:pos x="connsiteX99469" y="connsiteY99469"/>
              </a:cxn>
              <a:cxn ang="0">
                <a:pos x="connsiteX99470" y="connsiteY99470"/>
              </a:cxn>
              <a:cxn ang="0">
                <a:pos x="connsiteX99471" y="connsiteY99471"/>
              </a:cxn>
              <a:cxn ang="0">
                <a:pos x="connsiteX99472" y="connsiteY99472"/>
              </a:cxn>
              <a:cxn ang="0">
                <a:pos x="connsiteX99473" y="connsiteY99473"/>
              </a:cxn>
              <a:cxn ang="0">
                <a:pos x="connsiteX99474" y="connsiteY99474"/>
              </a:cxn>
              <a:cxn ang="0">
                <a:pos x="connsiteX99475" y="connsiteY99475"/>
              </a:cxn>
              <a:cxn ang="0">
                <a:pos x="connsiteX99476" y="connsiteY99476"/>
              </a:cxn>
              <a:cxn ang="0">
                <a:pos x="connsiteX99477" y="connsiteY99477"/>
              </a:cxn>
              <a:cxn ang="0">
                <a:pos x="connsiteX99478" y="connsiteY99478"/>
              </a:cxn>
              <a:cxn ang="0">
                <a:pos x="connsiteX99479" y="connsiteY99479"/>
              </a:cxn>
              <a:cxn ang="0">
                <a:pos x="connsiteX99480" y="connsiteY99480"/>
              </a:cxn>
              <a:cxn ang="0">
                <a:pos x="connsiteX99481" y="connsiteY99481"/>
              </a:cxn>
              <a:cxn ang="0">
                <a:pos x="connsiteX99482" y="connsiteY99482"/>
              </a:cxn>
              <a:cxn ang="0">
                <a:pos x="connsiteX99483" y="connsiteY99483"/>
              </a:cxn>
              <a:cxn ang="0">
                <a:pos x="connsiteX99484" y="connsiteY99484"/>
              </a:cxn>
              <a:cxn ang="0">
                <a:pos x="connsiteX99485" y="connsiteY99485"/>
              </a:cxn>
              <a:cxn ang="0">
                <a:pos x="connsiteX99486" y="connsiteY99486"/>
              </a:cxn>
              <a:cxn ang="0">
                <a:pos x="connsiteX99487" y="connsiteY99487"/>
              </a:cxn>
              <a:cxn ang="0">
                <a:pos x="connsiteX99488" y="connsiteY99488"/>
              </a:cxn>
              <a:cxn ang="0">
                <a:pos x="connsiteX99489" y="connsiteY99489"/>
              </a:cxn>
              <a:cxn ang="0">
                <a:pos x="connsiteX99490" y="connsiteY99490"/>
              </a:cxn>
              <a:cxn ang="0">
                <a:pos x="connsiteX99491" y="connsiteY99491"/>
              </a:cxn>
              <a:cxn ang="0">
                <a:pos x="connsiteX99492" y="connsiteY99492"/>
              </a:cxn>
              <a:cxn ang="0">
                <a:pos x="connsiteX99493" y="connsiteY99493"/>
              </a:cxn>
              <a:cxn ang="0">
                <a:pos x="connsiteX99494" y="connsiteY99494"/>
              </a:cxn>
              <a:cxn ang="0">
                <a:pos x="connsiteX99495" y="connsiteY99495"/>
              </a:cxn>
              <a:cxn ang="0">
                <a:pos x="connsiteX99496" y="connsiteY99496"/>
              </a:cxn>
              <a:cxn ang="0">
                <a:pos x="connsiteX99497" y="connsiteY99497"/>
              </a:cxn>
              <a:cxn ang="0">
                <a:pos x="connsiteX99498" y="connsiteY99498"/>
              </a:cxn>
              <a:cxn ang="0">
                <a:pos x="connsiteX99499" y="connsiteY99499"/>
              </a:cxn>
              <a:cxn ang="0">
                <a:pos x="connsiteX99500" y="connsiteY99500"/>
              </a:cxn>
              <a:cxn ang="0">
                <a:pos x="connsiteX99501" y="connsiteY99501"/>
              </a:cxn>
              <a:cxn ang="0">
                <a:pos x="connsiteX99502" y="connsiteY99502"/>
              </a:cxn>
              <a:cxn ang="0">
                <a:pos x="connsiteX99503" y="connsiteY99503"/>
              </a:cxn>
              <a:cxn ang="0">
                <a:pos x="connsiteX99504" y="connsiteY99504"/>
              </a:cxn>
              <a:cxn ang="0">
                <a:pos x="connsiteX99505" y="connsiteY99505"/>
              </a:cxn>
              <a:cxn ang="0">
                <a:pos x="connsiteX99506" y="connsiteY99506"/>
              </a:cxn>
              <a:cxn ang="0">
                <a:pos x="connsiteX99507" y="connsiteY99507"/>
              </a:cxn>
              <a:cxn ang="0">
                <a:pos x="connsiteX99508" y="connsiteY99508"/>
              </a:cxn>
              <a:cxn ang="0">
                <a:pos x="connsiteX99509" y="connsiteY99509"/>
              </a:cxn>
              <a:cxn ang="0">
                <a:pos x="connsiteX99510" y="connsiteY99510"/>
              </a:cxn>
              <a:cxn ang="0">
                <a:pos x="connsiteX99511" y="connsiteY99511"/>
              </a:cxn>
              <a:cxn ang="0">
                <a:pos x="connsiteX99512" y="connsiteY99512"/>
              </a:cxn>
              <a:cxn ang="0">
                <a:pos x="connsiteX99513" y="connsiteY99513"/>
              </a:cxn>
              <a:cxn ang="0">
                <a:pos x="connsiteX99514" y="connsiteY99514"/>
              </a:cxn>
              <a:cxn ang="0">
                <a:pos x="connsiteX99515" y="connsiteY99515"/>
              </a:cxn>
              <a:cxn ang="0">
                <a:pos x="connsiteX99516" y="connsiteY99516"/>
              </a:cxn>
              <a:cxn ang="0">
                <a:pos x="connsiteX99517" y="connsiteY99517"/>
              </a:cxn>
              <a:cxn ang="0">
                <a:pos x="connsiteX99518" y="connsiteY99518"/>
              </a:cxn>
              <a:cxn ang="0">
                <a:pos x="connsiteX99519" y="connsiteY99519"/>
              </a:cxn>
              <a:cxn ang="0">
                <a:pos x="connsiteX99520" y="connsiteY99520"/>
              </a:cxn>
              <a:cxn ang="0">
                <a:pos x="connsiteX99521" y="connsiteY99521"/>
              </a:cxn>
              <a:cxn ang="0">
                <a:pos x="connsiteX99522" y="connsiteY99522"/>
              </a:cxn>
              <a:cxn ang="0">
                <a:pos x="connsiteX99523" y="connsiteY99523"/>
              </a:cxn>
              <a:cxn ang="0">
                <a:pos x="connsiteX99524" y="connsiteY99524"/>
              </a:cxn>
              <a:cxn ang="0">
                <a:pos x="connsiteX99525" y="connsiteY99525"/>
              </a:cxn>
              <a:cxn ang="0">
                <a:pos x="connsiteX99526" y="connsiteY99526"/>
              </a:cxn>
              <a:cxn ang="0">
                <a:pos x="connsiteX99527" y="connsiteY99527"/>
              </a:cxn>
              <a:cxn ang="0">
                <a:pos x="connsiteX99528" y="connsiteY99528"/>
              </a:cxn>
              <a:cxn ang="0">
                <a:pos x="connsiteX99529" y="connsiteY99529"/>
              </a:cxn>
              <a:cxn ang="0">
                <a:pos x="connsiteX99530" y="connsiteY99530"/>
              </a:cxn>
              <a:cxn ang="0">
                <a:pos x="connsiteX99531" y="connsiteY99531"/>
              </a:cxn>
              <a:cxn ang="0">
                <a:pos x="connsiteX99532" y="connsiteY99532"/>
              </a:cxn>
              <a:cxn ang="0">
                <a:pos x="connsiteX99533" y="connsiteY99533"/>
              </a:cxn>
              <a:cxn ang="0">
                <a:pos x="connsiteX99534" y="connsiteY99534"/>
              </a:cxn>
              <a:cxn ang="0">
                <a:pos x="connsiteX99535" y="connsiteY99535"/>
              </a:cxn>
              <a:cxn ang="0">
                <a:pos x="connsiteX99536" y="connsiteY99536"/>
              </a:cxn>
              <a:cxn ang="0">
                <a:pos x="connsiteX99537" y="connsiteY99537"/>
              </a:cxn>
              <a:cxn ang="0">
                <a:pos x="connsiteX99538" y="connsiteY99538"/>
              </a:cxn>
              <a:cxn ang="0">
                <a:pos x="connsiteX99539" y="connsiteY99539"/>
              </a:cxn>
              <a:cxn ang="0">
                <a:pos x="connsiteX99540" y="connsiteY99540"/>
              </a:cxn>
              <a:cxn ang="0">
                <a:pos x="connsiteX99541" y="connsiteY99541"/>
              </a:cxn>
              <a:cxn ang="0">
                <a:pos x="connsiteX99542" y="connsiteY99542"/>
              </a:cxn>
              <a:cxn ang="0">
                <a:pos x="connsiteX99543" y="connsiteY99543"/>
              </a:cxn>
              <a:cxn ang="0">
                <a:pos x="connsiteX99544" y="connsiteY99544"/>
              </a:cxn>
              <a:cxn ang="0">
                <a:pos x="connsiteX99545" y="connsiteY99545"/>
              </a:cxn>
              <a:cxn ang="0">
                <a:pos x="connsiteX99546" y="connsiteY99546"/>
              </a:cxn>
              <a:cxn ang="0">
                <a:pos x="connsiteX99547" y="connsiteY99547"/>
              </a:cxn>
              <a:cxn ang="0">
                <a:pos x="connsiteX99548" y="connsiteY99548"/>
              </a:cxn>
              <a:cxn ang="0">
                <a:pos x="connsiteX99549" y="connsiteY99549"/>
              </a:cxn>
              <a:cxn ang="0">
                <a:pos x="connsiteX99550" y="connsiteY99550"/>
              </a:cxn>
              <a:cxn ang="0">
                <a:pos x="connsiteX99551" y="connsiteY99551"/>
              </a:cxn>
              <a:cxn ang="0">
                <a:pos x="connsiteX99552" y="connsiteY99552"/>
              </a:cxn>
              <a:cxn ang="0">
                <a:pos x="connsiteX99553" y="connsiteY99553"/>
              </a:cxn>
              <a:cxn ang="0">
                <a:pos x="connsiteX99554" y="connsiteY99554"/>
              </a:cxn>
              <a:cxn ang="0">
                <a:pos x="connsiteX99555" y="connsiteY99555"/>
              </a:cxn>
              <a:cxn ang="0">
                <a:pos x="connsiteX99556" y="connsiteY99556"/>
              </a:cxn>
              <a:cxn ang="0">
                <a:pos x="connsiteX99557" y="connsiteY99557"/>
              </a:cxn>
              <a:cxn ang="0">
                <a:pos x="connsiteX99558" y="connsiteY99558"/>
              </a:cxn>
              <a:cxn ang="0">
                <a:pos x="connsiteX99559" y="connsiteY99559"/>
              </a:cxn>
              <a:cxn ang="0">
                <a:pos x="connsiteX99560" y="connsiteY99560"/>
              </a:cxn>
              <a:cxn ang="0">
                <a:pos x="connsiteX99561" y="connsiteY99561"/>
              </a:cxn>
              <a:cxn ang="0">
                <a:pos x="connsiteX99562" y="connsiteY99562"/>
              </a:cxn>
              <a:cxn ang="0">
                <a:pos x="connsiteX99563" y="connsiteY99563"/>
              </a:cxn>
              <a:cxn ang="0">
                <a:pos x="connsiteX99564" y="connsiteY99564"/>
              </a:cxn>
              <a:cxn ang="0">
                <a:pos x="connsiteX99565" y="connsiteY99565"/>
              </a:cxn>
              <a:cxn ang="0">
                <a:pos x="connsiteX99566" y="connsiteY99566"/>
              </a:cxn>
              <a:cxn ang="0">
                <a:pos x="connsiteX99567" y="connsiteY99567"/>
              </a:cxn>
              <a:cxn ang="0">
                <a:pos x="connsiteX99568" y="connsiteY99568"/>
              </a:cxn>
              <a:cxn ang="0">
                <a:pos x="connsiteX99569" y="connsiteY99569"/>
              </a:cxn>
              <a:cxn ang="0">
                <a:pos x="connsiteX99570" y="connsiteY99570"/>
              </a:cxn>
              <a:cxn ang="0">
                <a:pos x="connsiteX99571" y="connsiteY99571"/>
              </a:cxn>
              <a:cxn ang="0">
                <a:pos x="connsiteX99572" y="connsiteY99572"/>
              </a:cxn>
              <a:cxn ang="0">
                <a:pos x="connsiteX99573" y="connsiteY99573"/>
              </a:cxn>
              <a:cxn ang="0">
                <a:pos x="connsiteX99574" y="connsiteY99574"/>
              </a:cxn>
              <a:cxn ang="0">
                <a:pos x="connsiteX99575" y="connsiteY99575"/>
              </a:cxn>
              <a:cxn ang="0">
                <a:pos x="connsiteX99576" y="connsiteY99576"/>
              </a:cxn>
              <a:cxn ang="0">
                <a:pos x="connsiteX99577" y="connsiteY99577"/>
              </a:cxn>
              <a:cxn ang="0">
                <a:pos x="connsiteX99578" y="connsiteY99578"/>
              </a:cxn>
              <a:cxn ang="0">
                <a:pos x="connsiteX99579" y="connsiteY99579"/>
              </a:cxn>
              <a:cxn ang="0">
                <a:pos x="connsiteX99580" y="connsiteY99580"/>
              </a:cxn>
              <a:cxn ang="0">
                <a:pos x="connsiteX99581" y="connsiteY99581"/>
              </a:cxn>
              <a:cxn ang="0">
                <a:pos x="connsiteX99582" y="connsiteY99582"/>
              </a:cxn>
              <a:cxn ang="0">
                <a:pos x="connsiteX99583" y="connsiteY99583"/>
              </a:cxn>
              <a:cxn ang="0">
                <a:pos x="connsiteX99584" y="connsiteY99584"/>
              </a:cxn>
              <a:cxn ang="0">
                <a:pos x="connsiteX99585" y="connsiteY99585"/>
              </a:cxn>
              <a:cxn ang="0">
                <a:pos x="connsiteX99586" y="connsiteY99586"/>
              </a:cxn>
              <a:cxn ang="0">
                <a:pos x="connsiteX99587" y="connsiteY99587"/>
              </a:cxn>
              <a:cxn ang="0">
                <a:pos x="connsiteX99588" y="connsiteY99588"/>
              </a:cxn>
              <a:cxn ang="0">
                <a:pos x="connsiteX99589" y="connsiteY99589"/>
              </a:cxn>
              <a:cxn ang="0">
                <a:pos x="connsiteX99590" y="connsiteY99590"/>
              </a:cxn>
              <a:cxn ang="0">
                <a:pos x="connsiteX99591" y="connsiteY99591"/>
              </a:cxn>
              <a:cxn ang="0">
                <a:pos x="connsiteX99592" y="connsiteY99592"/>
              </a:cxn>
              <a:cxn ang="0">
                <a:pos x="connsiteX99593" y="connsiteY99593"/>
              </a:cxn>
              <a:cxn ang="0">
                <a:pos x="connsiteX99594" y="connsiteY99594"/>
              </a:cxn>
              <a:cxn ang="0">
                <a:pos x="connsiteX99595" y="connsiteY99595"/>
              </a:cxn>
              <a:cxn ang="0">
                <a:pos x="connsiteX99596" y="connsiteY99596"/>
              </a:cxn>
              <a:cxn ang="0">
                <a:pos x="connsiteX99597" y="connsiteY99597"/>
              </a:cxn>
              <a:cxn ang="0">
                <a:pos x="connsiteX99598" y="connsiteY99598"/>
              </a:cxn>
              <a:cxn ang="0">
                <a:pos x="connsiteX99599" y="connsiteY99599"/>
              </a:cxn>
              <a:cxn ang="0">
                <a:pos x="connsiteX99600" y="connsiteY99600"/>
              </a:cxn>
              <a:cxn ang="0">
                <a:pos x="connsiteX99601" y="connsiteY99601"/>
              </a:cxn>
              <a:cxn ang="0">
                <a:pos x="connsiteX99602" y="connsiteY99602"/>
              </a:cxn>
              <a:cxn ang="0">
                <a:pos x="connsiteX99603" y="connsiteY99603"/>
              </a:cxn>
              <a:cxn ang="0">
                <a:pos x="connsiteX99604" y="connsiteY99604"/>
              </a:cxn>
              <a:cxn ang="0">
                <a:pos x="connsiteX99605" y="connsiteY99605"/>
              </a:cxn>
              <a:cxn ang="0">
                <a:pos x="connsiteX99606" y="connsiteY99606"/>
              </a:cxn>
              <a:cxn ang="0">
                <a:pos x="connsiteX99607" y="connsiteY99607"/>
              </a:cxn>
              <a:cxn ang="0">
                <a:pos x="connsiteX99608" y="connsiteY99608"/>
              </a:cxn>
              <a:cxn ang="0">
                <a:pos x="connsiteX99609" y="connsiteY99609"/>
              </a:cxn>
              <a:cxn ang="0">
                <a:pos x="connsiteX99610" y="connsiteY99610"/>
              </a:cxn>
              <a:cxn ang="0">
                <a:pos x="connsiteX99611" y="connsiteY99611"/>
              </a:cxn>
              <a:cxn ang="0">
                <a:pos x="connsiteX99612" y="connsiteY99612"/>
              </a:cxn>
              <a:cxn ang="0">
                <a:pos x="connsiteX99613" y="connsiteY99613"/>
              </a:cxn>
              <a:cxn ang="0">
                <a:pos x="connsiteX99614" y="connsiteY99614"/>
              </a:cxn>
              <a:cxn ang="0">
                <a:pos x="connsiteX99615" y="connsiteY99615"/>
              </a:cxn>
              <a:cxn ang="0">
                <a:pos x="connsiteX99616" y="connsiteY99616"/>
              </a:cxn>
              <a:cxn ang="0">
                <a:pos x="connsiteX99617" y="connsiteY99617"/>
              </a:cxn>
              <a:cxn ang="0">
                <a:pos x="connsiteX99618" y="connsiteY99618"/>
              </a:cxn>
              <a:cxn ang="0">
                <a:pos x="connsiteX99619" y="connsiteY99619"/>
              </a:cxn>
              <a:cxn ang="0">
                <a:pos x="connsiteX99620" y="connsiteY99620"/>
              </a:cxn>
              <a:cxn ang="0">
                <a:pos x="connsiteX99621" y="connsiteY99621"/>
              </a:cxn>
              <a:cxn ang="0">
                <a:pos x="connsiteX99622" y="connsiteY99622"/>
              </a:cxn>
              <a:cxn ang="0">
                <a:pos x="connsiteX99623" y="connsiteY99623"/>
              </a:cxn>
              <a:cxn ang="0">
                <a:pos x="connsiteX99624" y="connsiteY99624"/>
              </a:cxn>
              <a:cxn ang="0">
                <a:pos x="connsiteX99625" y="connsiteY99625"/>
              </a:cxn>
              <a:cxn ang="0">
                <a:pos x="connsiteX99626" y="connsiteY99626"/>
              </a:cxn>
              <a:cxn ang="0">
                <a:pos x="connsiteX99627" y="connsiteY99627"/>
              </a:cxn>
              <a:cxn ang="0">
                <a:pos x="connsiteX99628" y="connsiteY99628"/>
              </a:cxn>
              <a:cxn ang="0">
                <a:pos x="connsiteX99629" y="connsiteY99629"/>
              </a:cxn>
              <a:cxn ang="0">
                <a:pos x="connsiteX99630" y="connsiteY99630"/>
              </a:cxn>
              <a:cxn ang="0">
                <a:pos x="connsiteX99631" y="connsiteY99631"/>
              </a:cxn>
              <a:cxn ang="0">
                <a:pos x="connsiteX99632" y="connsiteY99632"/>
              </a:cxn>
              <a:cxn ang="0">
                <a:pos x="connsiteX99633" y="connsiteY99633"/>
              </a:cxn>
              <a:cxn ang="0">
                <a:pos x="connsiteX99634" y="connsiteY99634"/>
              </a:cxn>
              <a:cxn ang="0">
                <a:pos x="connsiteX99635" y="connsiteY99635"/>
              </a:cxn>
              <a:cxn ang="0">
                <a:pos x="connsiteX99636" y="connsiteY99636"/>
              </a:cxn>
              <a:cxn ang="0">
                <a:pos x="connsiteX99637" y="connsiteY99637"/>
              </a:cxn>
              <a:cxn ang="0">
                <a:pos x="connsiteX99638" y="connsiteY99638"/>
              </a:cxn>
              <a:cxn ang="0">
                <a:pos x="connsiteX99639" y="connsiteY99639"/>
              </a:cxn>
              <a:cxn ang="0">
                <a:pos x="connsiteX99640" y="connsiteY99640"/>
              </a:cxn>
              <a:cxn ang="0">
                <a:pos x="connsiteX99641" y="connsiteY99641"/>
              </a:cxn>
              <a:cxn ang="0">
                <a:pos x="connsiteX99642" y="connsiteY99642"/>
              </a:cxn>
              <a:cxn ang="0">
                <a:pos x="connsiteX99643" y="connsiteY99643"/>
              </a:cxn>
              <a:cxn ang="0">
                <a:pos x="connsiteX99644" y="connsiteY99644"/>
              </a:cxn>
              <a:cxn ang="0">
                <a:pos x="connsiteX99645" y="connsiteY99645"/>
              </a:cxn>
              <a:cxn ang="0">
                <a:pos x="connsiteX99646" y="connsiteY99646"/>
              </a:cxn>
              <a:cxn ang="0">
                <a:pos x="connsiteX99647" y="connsiteY99647"/>
              </a:cxn>
              <a:cxn ang="0">
                <a:pos x="connsiteX99648" y="connsiteY99648"/>
              </a:cxn>
              <a:cxn ang="0">
                <a:pos x="connsiteX99649" y="connsiteY99649"/>
              </a:cxn>
              <a:cxn ang="0">
                <a:pos x="connsiteX99650" y="connsiteY99650"/>
              </a:cxn>
              <a:cxn ang="0">
                <a:pos x="connsiteX99651" y="connsiteY99651"/>
              </a:cxn>
              <a:cxn ang="0">
                <a:pos x="connsiteX99652" y="connsiteY99652"/>
              </a:cxn>
              <a:cxn ang="0">
                <a:pos x="connsiteX99653" y="connsiteY99653"/>
              </a:cxn>
              <a:cxn ang="0">
                <a:pos x="connsiteX99654" y="connsiteY99654"/>
              </a:cxn>
              <a:cxn ang="0">
                <a:pos x="connsiteX99655" y="connsiteY99655"/>
              </a:cxn>
              <a:cxn ang="0">
                <a:pos x="connsiteX99656" y="connsiteY99656"/>
              </a:cxn>
              <a:cxn ang="0">
                <a:pos x="connsiteX99657" y="connsiteY99657"/>
              </a:cxn>
              <a:cxn ang="0">
                <a:pos x="connsiteX99658" y="connsiteY99658"/>
              </a:cxn>
              <a:cxn ang="0">
                <a:pos x="connsiteX99659" y="connsiteY99659"/>
              </a:cxn>
              <a:cxn ang="0">
                <a:pos x="connsiteX99660" y="connsiteY99660"/>
              </a:cxn>
              <a:cxn ang="0">
                <a:pos x="connsiteX99661" y="connsiteY99661"/>
              </a:cxn>
              <a:cxn ang="0">
                <a:pos x="connsiteX99662" y="connsiteY99662"/>
              </a:cxn>
              <a:cxn ang="0">
                <a:pos x="connsiteX99663" y="connsiteY99663"/>
              </a:cxn>
              <a:cxn ang="0">
                <a:pos x="connsiteX99664" y="connsiteY99664"/>
              </a:cxn>
              <a:cxn ang="0">
                <a:pos x="connsiteX99665" y="connsiteY99665"/>
              </a:cxn>
              <a:cxn ang="0">
                <a:pos x="connsiteX99666" y="connsiteY99666"/>
              </a:cxn>
              <a:cxn ang="0">
                <a:pos x="connsiteX99667" y="connsiteY99667"/>
              </a:cxn>
              <a:cxn ang="0">
                <a:pos x="connsiteX99668" y="connsiteY99668"/>
              </a:cxn>
              <a:cxn ang="0">
                <a:pos x="connsiteX99669" y="connsiteY99669"/>
              </a:cxn>
              <a:cxn ang="0">
                <a:pos x="connsiteX99670" y="connsiteY99670"/>
              </a:cxn>
              <a:cxn ang="0">
                <a:pos x="connsiteX99671" y="connsiteY99671"/>
              </a:cxn>
              <a:cxn ang="0">
                <a:pos x="connsiteX99672" y="connsiteY99672"/>
              </a:cxn>
              <a:cxn ang="0">
                <a:pos x="connsiteX99673" y="connsiteY99673"/>
              </a:cxn>
              <a:cxn ang="0">
                <a:pos x="connsiteX99674" y="connsiteY99674"/>
              </a:cxn>
              <a:cxn ang="0">
                <a:pos x="connsiteX99675" y="connsiteY99675"/>
              </a:cxn>
              <a:cxn ang="0">
                <a:pos x="connsiteX99676" y="connsiteY99676"/>
              </a:cxn>
              <a:cxn ang="0">
                <a:pos x="connsiteX99677" y="connsiteY99677"/>
              </a:cxn>
              <a:cxn ang="0">
                <a:pos x="connsiteX99678" y="connsiteY99678"/>
              </a:cxn>
              <a:cxn ang="0">
                <a:pos x="connsiteX99679" y="connsiteY99679"/>
              </a:cxn>
              <a:cxn ang="0">
                <a:pos x="connsiteX99680" y="connsiteY99680"/>
              </a:cxn>
              <a:cxn ang="0">
                <a:pos x="connsiteX99681" y="connsiteY99681"/>
              </a:cxn>
              <a:cxn ang="0">
                <a:pos x="connsiteX99682" y="connsiteY99682"/>
              </a:cxn>
              <a:cxn ang="0">
                <a:pos x="connsiteX99683" y="connsiteY99683"/>
              </a:cxn>
              <a:cxn ang="0">
                <a:pos x="connsiteX99684" y="connsiteY99684"/>
              </a:cxn>
              <a:cxn ang="0">
                <a:pos x="connsiteX99685" y="connsiteY99685"/>
              </a:cxn>
              <a:cxn ang="0">
                <a:pos x="connsiteX99686" y="connsiteY99686"/>
              </a:cxn>
              <a:cxn ang="0">
                <a:pos x="connsiteX99687" y="connsiteY99687"/>
              </a:cxn>
              <a:cxn ang="0">
                <a:pos x="connsiteX99688" y="connsiteY99688"/>
              </a:cxn>
              <a:cxn ang="0">
                <a:pos x="connsiteX99689" y="connsiteY99689"/>
              </a:cxn>
              <a:cxn ang="0">
                <a:pos x="connsiteX99690" y="connsiteY99690"/>
              </a:cxn>
              <a:cxn ang="0">
                <a:pos x="connsiteX99691" y="connsiteY99691"/>
              </a:cxn>
              <a:cxn ang="0">
                <a:pos x="connsiteX99692" y="connsiteY99692"/>
              </a:cxn>
              <a:cxn ang="0">
                <a:pos x="connsiteX99693" y="connsiteY99693"/>
              </a:cxn>
              <a:cxn ang="0">
                <a:pos x="connsiteX99694" y="connsiteY99694"/>
              </a:cxn>
              <a:cxn ang="0">
                <a:pos x="connsiteX99695" y="connsiteY99695"/>
              </a:cxn>
              <a:cxn ang="0">
                <a:pos x="connsiteX99696" y="connsiteY99696"/>
              </a:cxn>
              <a:cxn ang="0">
                <a:pos x="connsiteX99697" y="connsiteY99697"/>
              </a:cxn>
              <a:cxn ang="0">
                <a:pos x="connsiteX99698" y="connsiteY99698"/>
              </a:cxn>
              <a:cxn ang="0">
                <a:pos x="connsiteX99699" y="connsiteY99699"/>
              </a:cxn>
              <a:cxn ang="0">
                <a:pos x="connsiteX99700" y="connsiteY99700"/>
              </a:cxn>
              <a:cxn ang="0">
                <a:pos x="connsiteX99701" y="connsiteY99701"/>
              </a:cxn>
              <a:cxn ang="0">
                <a:pos x="connsiteX99702" y="connsiteY99702"/>
              </a:cxn>
              <a:cxn ang="0">
                <a:pos x="connsiteX99703" y="connsiteY99703"/>
              </a:cxn>
              <a:cxn ang="0">
                <a:pos x="connsiteX99704" y="connsiteY99704"/>
              </a:cxn>
              <a:cxn ang="0">
                <a:pos x="connsiteX99705" y="connsiteY99705"/>
              </a:cxn>
              <a:cxn ang="0">
                <a:pos x="connsiteX99706" y="connsiteY99706"/>
              </a:cxn>
              <a:cxn ang="0">
                <a:pos x="connsiteX99707" y="connsiteY99707"/>
              </a:cxn>
              <a:cxn ang="0">
                <a:pos x="connsiteX99708" y="connsiteY99708"/>
              </a:cxn>
              <a:cxn ang="0">
                <a:pos x="connsiteX99709" y="connsiteY99709"/>
              </a:cxn>
              <a:cxn ang="0">
                <a:pos x="connsiteX99710" y="connsiteY99710"/>
              </a:cxn>
              <a:cxn ang="0">
                <a:pos x="connsiteX99711" y="connsiteY99711"/>
              </a:cxn>
              <a:cxn ang="0">
                <a:pos x="connsiteX99712" y="connsiteY99712"/>
              </a:cxn>
              <a:cxn ang="0">
                <a:pos x="connsiteX99713" y="connsiteY99713"/>
              </a:cxn>
              <a:cxn ang="0">
                <a:pos x="connsiteX99714" y="connsiteY99714"/>
              </a:cxn>
              <a:cxn ang="0">
                <a:pos x="connsiteX99715" y="connsiteY99715"/>
              </a:cxn>
              <a:cxn ang="0">
                <a:pos x="connsiteX99716" y="connsiteY99716"/>
              </a:cxn>
              <a:cxn ang="0">
                <a:pos x="connsiteX99717" y="connsiteY99717"/>
              </a:cxn>
              <a:cxn ang="0">
                <a:pos x="connsiteX99718" y="connsiteY99718"/>
              </a:cxn>
              <a:cxn ang="0">
                <a:pos x="connsiteX99719" y="connsiteY99719"/>
              </a:cxn>
              <a:cxn ang="0">
                <a:pos x="connsiteX99720" y="connsiteY99720"/>
              </a:cxn>
              <a:cxn ang="0">
                <a:pos x="connsiteX99721" y="connsiteY99721"/>
              </a:cxn>
              <a:cxn ang="0">
                <a:pos x="connsiteX99722" y="connsiteY99722"/>
              </a:cxn>
              <a:cxn ang="0">
                <a:pos x="connsiteX99723" y="connsiteY99723"/>
              </a:cxn>
              <a:cxn ang="0">
                <a:pos x="connsiteX99724" y="connsiteY99724"/>
              </a:cxn>
              <a:cxn ang="0">
                <a:pos x="connsiteX99725" y="connsiteY99725"/>
              </a:cxn>
              <a:cxn ang="0">
                <a:pos x="connsiteX99726" y="connsiteY99726"/>
              </a:cxn>
              <a:cxn ang="0">
                <a:pos x="connsiteX99727" y="connsiteY99727"/>
              </a:cxn>
              <a:cxn ang="0">
                <a:pos x="connsiteX99728" y="connsiteY99728"/>
              </a:cxn>
              <a:cxn ang="0">
                <a:pos x="connsiteX99729" y="connsiteY99729"/>
              </a:cxn>
              <a:cxn ang="0">
                <a:pos x="connsiteX99730" y="connsiteY99730"/>
              </a:cxn>
              <a:cxn ang="0">
                <a:pos x="connsiteX99731" y="connsiteY99731"/>
              </a:cxn>
              <a:cxn ang="0">
                <a:pos x="connsiteX99732" y="connsiteY99732"/>
              </a:cxn>
              <a:cxn ang="0">
                <a:pos x="connsiteX99733" y="connsiteY99733"/>
              </a:cxn>
              <a:cxn ang="0">
                <a:pos x="connsiteX99734" y="connsiteY99734"/>
              </a:cxn>
              <a:cxn ang="0">
                <a:pos x="connsiteX99735" y="connsiteY99735"/>
              </a:cxn>
              <a:cxn ang="0">
                <a:pos x="connsiteX99736" y="connsiteY99736"/>
              </a:cxn>
              <a:cxn ang="0">
                <a:pos x="connsiteX99737" y="connsiteY99737"/>
              </a:cxn>
              <a:cxn ang="0">
                <a:pos x="connsiteX99738" y="connsiteY99738"/>
              </a:cxn>
              <a:cxn ang="0">
                <a:pos x="connsiteX99739" y="connsiteY99739"/>
              </a:cxn>
              <a:cxn ang="0">
                <a:pos x="connsiteX99740" y="connsiteY99740"/>
              </a:cxn>
              <a:cxn ang="0">
                <a:pos x="connsiteX99741" y="connsiteY99741"/>
              </a:cxn>
              <a:cxn ang="0">
                <a:pos x="connsiteX99742" y="connsiteY99742"/>
              </a:cxn>
              <a:cxn ang="0">
                <a:pos x="connsiteX99743" y="connsiteY99743"/>
              </a:cxn>
              <a:cxn ang="0">
                <a:pos x="connsiteX99744" y="connsiteY99744"/>
              </a:cxn>
              <a:cxn ang="0">
                <a:pos x="connsiteX99745" y="connsiteY99745"/>
              </a:cxn>
              <a:cxn ang="0">
                <a:pos x="connsiteX99746" y="connsiteY99746"/>
              </a:cxn>
              <a:cxn ang="0">
                <a:pos x="connsiteX99747" y="connsiteY99747"/>
              </a:cxn>
              <a:cxn ang="0">
                <a:pos x="connsiteX99748" y="connsiteY99748"/>
              </a:cxn>
              <a:cxn ang="0">
                <a:pos x="connsiteX99749" y="connsiteY99749"/>
              </a:cxn>
              <a:cxn ang="0">
                <a:pos x="connsiteX99750" y="connsiteY99750"/>
              </a:cxn>
              <a:cxn ang="0">
                <a:pos x="connsiteX99751" y="connsiteY99751"/>
              </a:cxn>
              <a:cxn ang="0">
                <a:pos x="connsiteX99752" y="connsiteY99752"/>
              </a:cxn>
              <a:cxn ang="0">
                <a:pos x="connsiteX99753" y="connsiteY99753"/>
              </a:cxn>
              <a:cxn ang="0">
                <a:pos x="connsiteX99754" y="connsiteY99754"/>
              </a:cxn>
              <a:cxn ang="0">
                <a:pos x="connsiteX99755" y="connsiteY99755"/>
              </a:cxn>
              <a:cxn ang="0">
                <a:pos x="connsiteX99756" y="connsiteY99756"/>
              </a:cxn>
              <a:cxn ang="0">
                <a:pos x="connsiteX99757" y="connsiteY99757"/>
              </a:cxn>
              <a:cxn ang="0">
                <a:pos x="connsiteX99758" y="connsiteY99758"/>
              </a:cxn>
              <a:cxn ang="0">
                <a:pos x="connsiteX99759" y="connsiteY99759"/>
              </a:cxn>
              <a:cxn ang="0">
                <a:pos x="connsiteX99760" y="connsiteY99760"/>
              </a:cxn>
              <a:cxn ang="0">
                <a:pos x="connsiteX99761" y="connsiteY99761"/>
              </a:cxn>
              <a:cxn ang="0">
                <a:pos x="connsiteX99762" y="connsiteY99762"/>
              </a:cxn>
              <a:cxn ang="0">
                <a:pos x="connsiteX99763" y="connsiteY99763"/>
              </a:cxn>
              <a:cxn ang="0">
                <a:pos x="connsiteX99764" y="connsiteY99764"/>
              </a:cxn>
              <a:cxn ang="0">
                <a:pos x="connsiteX99765" y="connsiteY99765"/>
              </a:cxn>
              <a:cxn ang="0">
                <a:pos x="connsiteX99766" y="connsiteY99766"/>
              </a:cxn>
              <a:cxn ang="0">
                <a:pos x="connsiteX99767" y="connsiteY99767"/>
              </a:cxn>
              <a:cxn ang="0">
                <a:pos x="connsiteX99768" y="connsiteY99768"/>
              </a:cxn>
              <a:cxn ang="0">
                <a:pos x="connsiteX99769" y="connsiteY99769"/>
              </a:cxn>
              <a:cxn ang="0">
                <a:pos x="connsiteX99770" y="connsiteY99770"/>
              </a:cxn>
              <a:cxn ang="0">
                <a:pos x="connsiteX99771" y="connsiteY99771"/>
              </a:cxn>
              <a:cxn ang="0">
                <a:pos x="connsiteX99772" y="connsiteY99772"/>
              </a:cxn>
              <a:cxn ang="0">
                <a:pos x="connsiteX99773" y="connsiteY99773"/>
              </a:cxn>
              <a:cxn ang="0">
                <a:pos x="connsiteX99774" y="connsiteY99774"/>
              </a:cxn>
              <a:cxn ang="0">
                <a:pos x="connsiteX99775" y="connsiteY99775"/>
              </a:cxn>
              <a:cxn ang="0">
                <a:pos x="connsiteX99776" y="connsiteY99776"/>
              </a:cxn>
              <a:cxn ang="0">
                <a:pos x="connsiteX99777" y="connsiteY99777"/>
              </a:cxn>
              <a:cxn ang="0">
                <a:pos x="connsiteX99778" y="connsiteY99778"/>
              </a:cxn>
              <a:cxn ang="0">
                <a:pos x="connsiteX99779" y="connsiteY99779"/>
              </a:cxn>
              <a:cxn ang="0">
                <a:pos x="connsiteX99780" y="connsiteY99780"/>
              </a:cxn>
              <a:cxn ang="0">
                <a:pos x="connsiteX99781" y="connsiteY99781"/>
              </a:cxn>
              <a:cxn ang="0">
                <a:pos x="connsiteX99782" y="connsiteY99782"/>
              </a:cxn>
              <a:cxn ang="0">
                <a:pos x="connsiteX99783" y="connsiteY99783"/>
              </a:cxn>
              <a:cxn ang="0">
                <a:pos x="connsiteX99784" y="connsiteY99784"/>
              </a:cxn>
              <a:cxn ang="0">
                <a:pos x="connsiteX99785" y="connsiteY99785"/>
              </a:cxn>
              <a:cxn ang="0">
                <a:pos x="connsiteX99786" y="connsiteY99786"/>
              </a:cxn>
              <a:cxn ang="0">
                <a:pos x="connsiteX99787" y="connsiteY99787"/>
              </a:cxn>
              <a:cxn ang="0">
                <a:pos x="connsiteX99788" y="connsiteY99788"/>
              </a:cxn>
              <a:cxn ang="0">
                <a:pos x="connsiteX99789" y="connsiteY99789"/>
              </a:cxn>
              <a:cxn ang="0">
                <a:pos x="connsiteX99790" y="connsiteY99790"/>
              </a:cxn>
              <a:cxn ang="0">
                <a:pos x="connsiteX99791" y="connsiteY99791"/>
              </a:cxn>
              <a:cxn ang="0">
                <a:pos x="connsiteX99792" y="connsiteY99792"/>
              </a:cxn>
              <a:cxn ang="0">
                <a:pos x="connsiteX99793" y="connsiteY99793"/>
              </a:cxn>
              <a:cxn ang="0">
                <a:pos x="connsiteX99794" y="connsiteY99794"/>
              </a:cxn>
              <a:cxn ang="0">
                <a:pos x="connsiteX99795" y="connsiteY99795"/>
              </a:cxn>
              <a:cxn ang="0">
                <a:pos x="connsiteX99796" y="connsiteY99796"/>
              </a:cxn>
              <a:cxn ang="0">
                <a:pos x="connsiteX99797" y="connsiteY99797"/>
              </a:cxn>
              <a:cxn ang="0">
                <a:pos x="connsiteX99798" y="connsiteY99798"/>
              </a:cxn>
              <a:cxn ang="0">
                <a:pos x="connsiteX99799" y="connsiteY99799"/>
              </a:cxn>
              <a:cxn ang="0">
                <a:pos x="connsiteX99800" y="connsiteY99800"/>
              </a:cxn>
              <a:cxn ang="0">
                <a:pos x="connsiteX99801" y="connsiteY99801"/>
              </a:cxn>
              <a:cxn ang="0">
                <a:pos x="connsiteX99802" y="connsiteY99802"/>
              </a:cxn>
              <a:cxn ang="0">
                <a:pos x="connsiteX99803" y="connsiteY99803"/>
              </a:cxn>
              <a:cxn ang="0">
                <a:pos x="connsiteX99804" y="connsiteY99804"/>
              </a:cxn>
              <a:cxn ang="0">
                <a:pos x="connsiteX99805" y="connsiteY99805"/>
              </a:cxn>
              <a:cxn ang="0">
                <a:pos x="connsiteX99806" y="connsiteY99806"/>
              </a:cxn>
              <a:cxn ang="0">
                <a:pos x="connsiteX99807" y="connsiteY99807"/>
              </a:cxn>
              <a:cxn ang="0">
                <a:pos x="connsiteX99808" y="connsiteY99808"/>
              </a:cxn>
              <a:cxn ang="0">
                <a:pos x="connsiteX99809" y="connsiteY99809"/>
              </a:cxn>
              <a:cxn ang="0">
                <a:pos x="connsiteX99810" y="connsiteY99810"/>
              </a:cxn>
              <a:cxn ang="0">
                <a:pos x="connsiteX99811" y="connsiteY99811"/>
              </a:cxn>
              <a:cxn ang="0">
                <a:pos x="connsiteX99812" y="connsiteY99812"/>
              </a:cxn>
              <a:cxn ang="0">
                <a:pos x="connsiteX99813" y="connsiteY99813"/>
              </a:cxn>
              <a:cxn ang="0">
                <a:pos x="connsiteX99814" y="connsiteY99814"/>
              </a:cxn>
              <a:cxn ang="0">
                <a:pos x="connsiteX99815" y="connsiteY99815"/>
              </a:cxn>
              <a:cxn ang="0">
                <a:pos x="connsiteX99816" y="connsiteY99816"/>
              </a:cxn>
              <a:cxn ang="0">
                <a:pos x="connsiteX99817" y="connsiteY99817"/>
              </a:cxn>
              <a:cxn ang="0">
                <a:pos x="connsiteX99818" y="connsiteY99818"/>
              </a:cxn>
              <a:cxn ang="0">
                <a:pos x="connsiteX99819" y="connsiteY99819"/>
              </a:cxn>
              <a:cxn ang="0">
                <a:pos x="connsiteX99820" y="connsiteY99820"/>
              </a:cxn>
              <a:cxn ang="0">
                <a:pos x="connsiteX99821" y="connsiteY99821"/>
              </a:cxn>
              <a:cxn ang="0">
                <a:pos x="connsiteX99822" y="connsiteY99822"/>
              </a:cxn>
              <a:cxn ang="0">
                <a:pos x="connsiteX99823" y="connsiteY99823"/>
              </a:cxn>
              <a:cxn ang="0">
                <a:pos x="connsiteX99824" y="connsiteY99824"/>
              </a:cxn>
              <a:cxn ang="0">
                <a:pos x="connsiteX99825" y="connsiteY99825"/>
              </a:cxn>
              <a:cxn ang="0">
                <a:pos x="connsiteX99826" y="connsiteY99826"/>
              </a:cxn>
              <a:cxn ang="0">
                <a:pos x="connsiteX99827" y="connsiteY99827"/>
              </a:cxn>
              <a:cxn ang="0">
                <a:pos x="connsiteX99828" y="connsiteY99828"/>
              </a:cxn>
              <a:cxn ang="0">
                <a:pos x="connsiteX99829" y="connsiteY99829"/>
              </a:cxn>
              <a:cxn ang="0">
                <a:pos x="connsiteX99830" y="connsiteY99830"/>
              </a:cxn>
              <a:cxn ang="0">
                <a:pos x="connsiteX99831" y="connsiteY99831"/>
              </a:cxn>
              <a:cxn ang="0">
                <a:pos x="connsiteX99832" y="connsiteY99832"/>
              </a:cxn>
              <a:cxn ang="0">
                <a:pos x="connsiteX99833" y="connsiteY99833"/>
              </a:cxn>
              <a:cxn ang="0">
                <a:pos x="connsiteX99834" y="connsiteY99834"/>
              </a:cxn>
              <a:cxn ang="0">
                <a:pos x="connsiteX99835" y="connsiteY99835"/>
              </a:cxn>
              <a:cxn ang="0">
                <a:pos x="connsiteX99836" y="connsiteY99836"/>
              </a:cxn>
              <a:cxn ang="0">
                <a:pos x="connsiteX99837" y="connsiteY99837"/>
              </a:cxn>
              <a:cxn ang="0">
                <a:pos x="connsiteX99838" y="connsiteY99838"/>
              </a:cxn>
              <a:cxn ang="0">
                <a:pos x="connsiteX99839" y="connsiteY99839"/>
              </a:cxn>
              <a:cxn ang="0">
                <a:pos x="connsiteX99840" y="connsiteY99840"/>
              </a:cxn>
              <a:cxn ang="0">
                <a:pos x="connsiteX99841" y="connsiteY99841"/>
              </a:cxn>
              <a:cxn ang="0">
                <a:pos x="connsiteX99842" y="connsiteY99842"/>
              </a:cxn>
              <a:cxn ang="0">
                <a:pos x="connsiteX99843" y="connsiteY99843"/>
              </a:cxn>
              <a:cxn ang="0">
                <a:pos x="connsiteX99844" y="connsiteY99844"/>
              </a:cxn>
              <a:cxn ang="0">
                <a:pos x="connsiteX99845" y="connsiteY99845"/>
              </a:cxn>
              <a:cxn ang="0">
                <a:pos x="connsiteX99846" y="connsiteY99846"/>
              </a:cxn>
              <a:cxn ang="0">
                <a:pos x="connsiteX99847" y="connsiteY99847"/>
              </a:cxn>
              <a:cxn ang="0">
                <a:pos x="connsiteX99848" y="connsiteY99848"/>
              </a:cxn>
              <a:cxn ang="0">
                <a:pos x="connsiteX99849" y="connsiteY99849"/>
              </a:cxn>
              <a:cxn ang="0">
                <a:pos x="connsiteX99850" y="connsiteY99850"/>
              </a:cxn>
              <a:cxn ang="0">
                <a:pos x="connsiteX99851" y="connsiteY99851"/>
              </a:cxn>
              <a:cxn ang="0">
                <a:pos x="connsiteX99852" y="connsiteY99852"/>
              </a:cxn>
              <a:cxn ang="0">
                <a:pos x="connsiteX99853" y="connsiteY99853"/>
              </a:cxn>
              <a:cxn ang="0">
                <a:pos x="connsiteX99854" y="connsiteY99854"/>
              </a:cxn>
              <a:cxn ang="0">
                <a:pos x="connsiteX99855" y="connsiteY99855"/>
              </a:cxn>
              <a:cxn ang="0">
                <a:pos x="connsiteX99856" y="connsiteY99856"/>
              </a:cxn>
              <a:cxn ang="0">
                <a:pos x="connsiteX99857" y="connsiteY99857"/>
              </a:cxn>
              <a:cxn ang="0">
                <a:pos x="connsiteX99858" y="connsiteY99858"/>
              </a:cxn>
              <a:cxn ang="0">
                <a:pos x="connsiteX99859" y="connsiteY99859"/>
              </a:cxn>
              <a:cxn ang="0">
                <a:pos x="connsiteX99860" y="connsiteY99860"/>
              </a:cxn>
              <a:cxn ang="0">
                <a:pos x="connsiteX99861" y="connsiteY99861"/>
              </a:cxn>
              <a:cxn ang="0">
                <a:pos x="connsiteX99862" y="connsiteY99862"/>
              </a:cxn>
              <a:cxn ang="0">
                <a:pos x="connsiteX99863" y="connsiteY99863"/>
              </a:cxn>
              <a:cxn ang="0">
                <a:pos x="connsiteX99864" y="connsiteY99864"/>
              </a:cxn>
              <a:cxn ang="0">
                <a:pos x="connsiteX99865" y="connsiteY99865"/>
              </a:cxn>
              <a:cxn ang="0">
                <a:pos x="connsiteX99866" y="connsiteY99866"/>
              </a:cxn>
              <a:cxn ang="0">
                <a:pos x="connsiteX99867" y="connsiteY99867"/>
              </a:cxn>
              <a:cxn ang="0">
                <a:pos x="connsiteX99868" y="connsiteY99868"/>
              </a:cxn>
              <a:cxn ang="0">
                <a:pos x="connsiteX99869" y="connsiteY99869"/>
              </a:cxn>
              <a:cxn ang="0">
                <a:pos x="connsiteX99870" y="connsiteY99870"/>
              </a:cxn>
              <a:cxn ang="0">
                <a:pos x="connsiteX99871" y="connsiteY99871"/>
              </a:cxn>
              <a:cxn ang="0">
                <a:pos x="connsiteX99872" y="connsiteY99872"/>
              </a:cxn>
              <a:cxn ang="0">
                <a:pos x="connsiteX99873" y="connsiteY99873"/>
              </a:cxn>
              <a:cxn ang="0">
                <a:pos x="connsiteX99874" y="connsiteY99874"/>
              </a:cxn>
              <a:cxn ang="0">
                <a:pos x="connsiteX99875" y="connsiteY99875"/>
              </a:cxn>
              <a:cxn ang="0">
                <a:pos x="connsiteX99876" y="connsiteY99876"/>
              </a:cxn>
              <a:cxn ang="0">
                <a:pos x="connsiteX99877" y="connsiteY99877"/>
              </a:cxn>
              <a:cxn ang="0">
                <a:pos x="connsiteX99878" y="connsiteY99878"/>
              </a:cxn>
              <a:cxn ang="0">
                <a:pos x="connsiteX99879" y="connsiteY99879"/>
              </a:cxn>
              <a:cxn ang="0">
                <a:pos x="connsiteX99880" y="connsiteY99880"/>
              </a:cxn>
              <a:cxn ang="0">
                <a:pos x="connsiteX99881" y="connsiteY99881"/>
              </a:cxn>
              <a:cxn ang="0">
                <a:pos x="connsiteX99882" y="connsiteY99882"/>
              </a:cxn>
              <a:cxn ang="0">
                <a:pos x="connsiteX99883" y="connsiteY99883"/>
              </a:cxn>
              <a:cxn ang="0">
                <a:pos x="connsiteX99884" y="connsiteY99884"/>
              </a:cxn>
              <a:cxn ang="0">
                <a:pos x="connsiteX99885" y="connsiteY99885"/>
              </a:cxn>
              <a:cxn ang="0">
                <a:pos x="connsiteX99886" y="connsiteY99886"/>
              </a:cxn>
              <a:cxn ang="0">
                <a:pos x="connsiteX99887" y="connsiteY99887"/>
              </a:cxn>
              <a:cxn ang="0">
                <a:pos x="connsiteX99888" y="connsiteY99888"/>
              </a:cxn>
              <a:cxn ang="0">
                <a:pos x="connsiteX99889" y="connsiteY99889"/>
              </a:cxn>
              <a:cxn ang="0">
                <a:pos x="connsiteX99890" y="connsiteY99890"/>
              </a:cxn>
              <a:cxn ang="0">
                <a:pos x="connsiteX99891" y="connsiteY99891"/>
              </a:cxn>
              <a:cxn ang="0">
                <a:pos x="connsiteX99892" y="connsiteY99892"/>
              </a:cxn>
              <a:cxn ang="0">
                <a:pos x="connsiteX99893" y="connsiteY99893"/>
              </a:cxn>
              <a:cxn ang="0">
                <a:pos x="connsiteX99894" y="connsiteY99894"/>
              </a:cxn>
              <a:cxn ang="0">
                <a:pos x="connsiteX99895" y="connsiteY99895"/>
              </a:cxn>
              <a:cxn ang="0">
                <a:pos x="connsiteX99896" y="connsiteY99896"/>
              </a:cxn>
              <a:cxn ang="0">
                <a:pos x="connsiteX99897" y="connsiteY99897"/>
              </a:cxn>
              <a:cxn ang="0">
                <a:pos x="connsiteX99898" y="connsiteY99898"/>
              </a:cxn>
              <a:cxn ang="0">
                <a:pos x="connsiteX99899" y="connsiteY99899"/>
              </a:cxn>
              <a:cxn ang="0">
                <a:pos x="connsiteX99900" y="connsiteY99900"/>
              </a:cxn>
              <a:cxn ang="0">
                <a:pos x="connsiteX99901" y="connsiteY99901"/>
              </a:cxn>
              <a:cxn ang="0">
                <a:pos x="connsiteX99902" y="connsiteY99902"/>
              </a:cxn>
              <a:cxn ang="0">
                <a:pos x="connsiteX99903" y="connsiteY99903"/>
              </a:cxn>
              <a:cxn ang="0">
                <a:pos x="connsiteX99904" y="connsiteY99904"/>
              </a:cxn>
              <a:cxn ang="0">
                <a:pos x="connsiteX99905" y="connsiteY99905"/>
              </a:cxn>
              <a:cxn ang="0">
                <a:pos x="connsiteX99906" y="connsiteY99906"/>
              </a:cxn>
              <a:cxn ang="0">
                <a:pos x="connsiteX99907" y="connsiteY99907"/>
              </a:cxn>
              <a:cxn ang="0">
                <a:pos x="connsiteX99908" y="connsiteY99908"/>
              </a:cxn>
              <a:cxn ang="0">
                <a:pos x="connsiteX99909" y="connsiteY99909"/>
              </a:cxn>
              <a:cxn ang="0">
                <a:pos x="connsiteX99910" y="connsiteY99910"/>
              </a:cxn>
              <a:cxn ang="0">
                <a:pos x="connsiteX99911" y="connsiteY99911"/>
              </a:cxn>
              <a:cxn ang="0">
                <a:pos x="connsiteX99912" y="connsiteY99912"/>
              </a:cxn>
              <a:cxn ang="0">
                <a:pos x="connsiteX99913" y="connsiteY99913"/>
              </a:cxn>
              <a:cxn ang="0">
                <a:pos x="connsiteX99914" y="connsiteY99914"/>
              </a:cxn>
              <a:cxn ang="0">
                <a:pos x="connsiteX99915" y="connsiteY99915"/>
              </a:cxn>
              <a:cxn ang="0">
                <a:pos x="connsiteX99916" y="connsiteY99916"/>
              </a:cxn>
              <a:cxn ang="0">
                <a:pos x="connsiteX99917" y="connsiteY99917"/>
              </a:cxn>
              <a:cxn ang="0">
                <a:pos x="connsiteX99918" y="connsiteY99918"/>
              </a:cxn>
              <a:cxn ang="0">
                <a:pos x="connsiteX99919" y="connsiteY99919"/>
              </a:cxn>
              <a:cxn ang="0">
                <a:pos x="connsiteX99920" y="connsiteY99920"/>
              </a:cxn>
              <a:cxn ang="0">
                <a:pos x="connsiteX99921" y="connsiteY99921"/>
              </a:cxn>
              <a:cxn ang="0">
                <a:pos x="connsiteX99922" y="connsiteY99922"/>
              </a:cxn>
              <a:cxn ang="0">
                <a:pos x="connsiteX99923" y="connsiteY99923"/>
              </a:cxn>
              <a:cxn ang="0">
                <a:pos x="connsiteX99924" y="connsiteY99924"/>
              </a:cxn>
              <a:cxn ang="0">
                <a:pos x="connsiteX99925" y="connsiteY99925"/>
              </a:cxn>
              <a:cxn ang="0">
                <a:pos x="connsiteX99926" y="connsiteY99926"/>
              </a:cxn>
              <a:cxn ang="0">
                <a:pos x="connsiteX99927" y="connsiteY99927"/>
              </a:cxn>
              <a:cxn ang="0">
                <a:pos x="connsiteX99928" y="connsiteY99928"/>
              </a:cxn>
              <a:cxn ang="0">
                <a:pos x="connsiteX99929" y="connsiteY99929"/>
              </a:cxn>
              <a:cxn ang="0">
                <a:pos x="connsiteX99930" y="connsiteY99930"/>
              </a:cxn>
              <a:cxn ang="0">
                <a:pos x="connsiteX99931" y="connsiteY99931"/>
              </a:cxn>
              <a:cxn ang="0">
                <a:pos x="connsiteX99932" y="connsiteY99932"/>
              </a:cxn>
              <a:cxn ang="0">
                <a:pos x="connsiteX99933" y="connsiteY99933"/>
              </a:cxn>
              <a:cxn ang="0">
                <a:pos x="connsiteX99934" y="connsiteY99934"/>
              </a:cxn>
              <a:cxn ang="0">
                <a:pos x="connsiteX99935" y="connsiteY99935"/>
              </a:cxn>
              <a:cxn ang="0">
                <a:pos x="connsiteX99936" y="connsiteY99936"/>
              </a:cxn>
              <a:cxn ang="0">
                <a:pos x="connsiteX99937" y="connsiteY99937"/>
              </a:cxn>
              <a:cxn ang="0">
                <a:pos x="connsiteX99938" y="connsiteY99938"/>
              </a:cxn>
              <a:cxn ang="0">
                <a:pos x="connsiteX99939" y="connsiteY99939"/>
              </a:cxn>
              <a:cxn ang="0">
                <a:pos x="connsiteX99940" y="connsiteY99940"/>
              </a:cxn>
              <a:cxn ang="0">
                <a:pos x="connsiteX99941" y="connsiteY99941"/>
              </a:cxn>
              <a:cxn ang="0">
                <a:pos x="connsiteX99942" y="connsiteY99942"/>
              </a:cxn>
              <a:cxn ang="0">
                <a:pos x="connsiteX99943" y="connsiteY99943"/>
              </a:cxn>
              <a:cxn ang="0">
                <a:pos x="connsiteX99944" y="connsiteY99944"/>
              </a:cxn>
              <a:cxn ang="0">
                <a:pos x="connsiteX99945" y="connsiteY99945"/>
              </a:cxn>
              <a:cxn ang="0">
                <a:pos x="connsiteX99946" y="connsiteY99946"/>
              </a:cxn>
              <a:cxn ang="0">
                <a:pos x="connsiteX99947" y="connsiteY99947"/>
              </a:cxn>
              <a:cxn ang="0">
                <a:pos x="connsiteX99948" y="connsiteY99948"/>
              </a:cxn>
              <a:cxn ang="0">
                <a:pos x="connsiteX99949" y="connsiteY99949"/>
              </a:cxn>
              <a:cxn ang="0">
                <a:pos x="connsiteX99950" y="connsiteY99950"/>
              </a:cxn>
              <a:cxn ang="0">
                <a:pos x="connsiteX99951" y="connsiteY99951"/>
              </a:cxn>
              <a:cxn ang="0">
                <a:pos x="connsiteX99952" y="connsiteY99952"/>
              </a:cxn>
              <a:cxn ang="0">
                <a:pos x="connsiteX99953" y="connsiteY99953"/>
              </a:cxn>
              <a:cxn ang="0">
                <a:pos x="connsiteX99954" y="connsiteY99954"/>
              </a:cxn>
              <a:cxn ang="0">
                <a:pos x="connsiteX99955" y="connsiteY99955"/>
              </a:cxn>
              <a:cxn ang="0">
                <a:pos x="connsiteX99956" y="connsiteY99956"/>
              </a:cxn>
              <a:cxn ang="0">
                <a:pos x="connsiteX99957" y="connsiteY99957"/>
              </a:cxn>
              <a:cxn ang="0">
                <a:pos x="connsiteX99958" y="connsiteY99958"/>
              </a:cxn>
              <a:cxn ang="0">
                <a:pos x="connsiteX99959" y="connsiteY99959"/>
              </a:cxn>
              <a:cxn ang="0">
                <a:pos x="connsiteX99960" y="connsiteY99960"/>
              </a:cxn>
              <a:cxn ang="0">
                <a:pos x="connsiteX99961" y="connsiteY99961"/>
              </a:cxn>
              <a:cxn ang="0">
                <a:pos x="connsiteX99962" y="connsiteY99962"/>
              </a:cxn>
              <a:cxn ang="0">
                <a:pos x="connsiteX99963" y="connsiteY99963"/>
              </a:cxn>
              <a:cxn ang="0">
                <a:pos x="connsiteX99964" y="connsiteY99964"/>
              </a:cxn>
              <a:cxn ang="0">
                <a:pos x="connsiteX99965" y="connsiteY99965"/>
              </a:cxn>
              <a:cxn ang="0">
                <a:pos x="connsiteX99966" y="connsiteY99966"/>
              </a:cxn>
              <a:cxn ang="0">
                <a:pos x="connsiteX99967" y="connsiteY99967"/>
              </a:cxn>
              <a:cxn ang="0">
                <a:pos x="connsiteX99968" y="connsiteY99968"/>
              </a:cxn>
              <a:cxn ang="0">
                <a:pos x="connsiteX99969" y="connsiteY99969"/>
              </a:cxn>
              <a:cxn ang="0">
                <a:pos x="connsiteX99970" y="connsiteY99970"/>
              </a:cxn>
              <a:cxn ang="0">
                <a:pos x="connsiteX99971" y="connsiteY99971"/>
              </a:cxn>
              <a:cxn ang="0">
                <a:pos x="connsiteX99972" y="connsiteY99972"/>
              </a:cxn>
              <a:cxn ang="0">
                <a:pos x="connsiteX99973" y="connsiteY99973"/>
              </a:cxn>
              <a:cxn ang="0">
                <a:pos x="connsiteX99974" y="connsiteY99974"/>
              </a:cxn>
              <a:cxn ang="0">
                <a:pos x="connsiteX99975" y="connsiteY99975"/>
              </a:cxn>
              <a:cxn ang="0">
                <a:pos x="connsiteX99976" y="connsiteY99976"/>
              </a:cxn>
              <a:cxn ang="0">
                <a:pos x="connsiteX99977" y="connsiteY99977"/>
              </a:cxn>
              <a:cxn ang="0">
                <a:pos x="connsiteX99978" y="connsiteY99978"/>
              </a:cxn>
              <a:cxn ang="0">
                <a:pos x="connsiteX99979" y="connsiteY99979"/>
              </a:cxn>
              <a:cxn ang="0">
                <a:pos x="connsiteX99980" y="connsiteY99980"/>
              </a:cxn>
              <a:cxn ang="0">
                <a:pos x="connsiteX99981" y="connsiteY99981"/>
              </a:cxn>
              <a:cxn ang="0">
                <a:pos x="connsiteX99982" y="connsiteY99982"/>
              </a:cxn>
              <a:cxn ang="0">
                <a:pos x="connsiteX99983" y="connsiteY99983"/>
              </a:cxn>
              <a:cxn ang="0">
                <a:pos x="connsiteX99984" y="connsiteY99984"/>
              </a:cxn>
              <a:cxn ang="0">
                <a:pos x="connsiteX99985" y="connsiteY99985"/>
              </a:cxn>
              <a:cxn ang="0">
                <a:pos x="connsiteX99986" y="connsiteY99986"/>
              </a:cxn>
              <a:cxn ang="0">
                <a:pos x="connsiteX99987" y="connsiteY99987"/>
              </a:cxn>
              <a:cxn ang="0">
                <a:pos x="connsiteX99988" y="connsiteY99988"/>
              </a:cxn>
              <a:cxn ang="0">
                <a:pos x="connsiteX99989" y="connsiteY99989"/>
              </a:cxn>
              <a:cxn ang="0">
                <a:pos x="connsiteX99990" y="connsiteY99990"/>
              </a:cxn>
              <a:cxn ang="0">
                <a:pos x="connsiteX99991" y="connsiteY99991"/>
              </a:cxn>
              <a:cxn ang="0">
                <a:pos x="connsiteX99992" y="connsiteY99992"/>
              </a:cxn>
              <a:cxn ang="0">
                <a:pos x="connsiteX99993" y="connsiteY99993"/>
              </a:cxn>
              <a:cxn ang="0">
                <a:pos x="connsiteX99994" y="connsiteY99994"/>
              </a:cxn>
              <a:cxn ang="0">
                <a:pos x="connsiteX99995" y="connsiteY99995"/>
              </a:cxn>
              <a:cxn ang="0">
                <a:pos x="connsiteX99996" y="connsiteY99996"/>
              </a:cxn>
              <a:cxn ang="0">
                <a:pos x="connsiteX99997" y="connsiteY99997"/>
              </a:cxn>
              <a:cxn ang="0">
                <a:pos x="connsiteX99998" y="connsiteY99998"/>
              </a:cxn>
              <a:cxn ang="0">
                <a:pos x="connsiteX99999" y="connsiteY99999"/>
              </a:cxn>
              <a:cxn ang="0">
                <a:pos x="connsiteX100000" y="connsiteY100000"/>
              </a:cxn>
              <a:cxn ang="0">
                <a:pos x="connsiteX100001" y="connsiteY100001"/>
              </a:cxn>
              <a:cxn ang="0">
                <a:pos x="connsiteX100002" y="connsiteY100002"/>
              </a:cxn>
              <a:cxn ang="0">
                <a:pos x="connsiteX100003" y="connsiteY100003"/>
              </a:cxn>
              <a:cxn ang="0">
                <a:pos x="connsiteX100004" y="connsiteY100004"/>
              </a:cxn>
              <a:cxn ang="0">
                <a:pos x="connsiteX100005" y="connsiteY100005"/>
              </a:cxn>
              <a:cxn ang="0">
                <a:pos x="connsiteX100006" y="connsiteY100006"/>
              </a:cxn>
              <a:cxn ang="0">
                <a:pos x="connsiteX100007" y="connsiteY100007"/>
              </a:cxn>
              <a:cxn ang="0">
                <a:pos x="connsiteX100008" y="connsiteY100008"/>
              </a:cxn>
              <a:cxn ang="0">
                <a:pos x="connsiteX100009" y="connsiteY100009"/>
              </a:cxn>
              <a:cxn ang="0">
                <a:pos x="connsiteX100010" y="connsiteY100010"/>
              </a:cxn>
              <a:cxn ang="0">
                <a:pos x="connsiteX100011" y="connsiteY100011"/>
              </a:cxn>
              <a:cxn ang="0">
                <a:pos x="connsiteX100012" y="connsiteY100012"/>
              </a:cxn>
              <a:cxn ang="0">
                <a:pos x="connsiteX100013" y="connsiteY100013"/>
              </a:cxn>
              <a:cxn ang="0">
                <a:pos x="connsiteX100014" y="connsiteY100014"/>
              </a:cxn>
              <a:cxn ang="0">
                <a:pos x="connsiteX100015" y="connsiteY100015"/>
              </a:cxn>
              <a:cxn ang="0">
                <a:pos x="connsiteX100016" y="connsiteY100016"/>
              </a:cxn>
              <a:cxn ang="0">
                <a:pos x="connsiteX100017" y="connsiteY100017"/>
              </a:cxn>
              <a:cxn ang="0">
                <a:pos x="connsiteX100018" y="connsiteY100018"/>
              </a:cxn>
              <a:cxn ang="0">
                <a:pos x="connsiteX100019" y="connsiteY100019"/>
              </a:cxn>
              <a:cxn ang="0">
                <a:pos x="connsiteX100020" y="connsiteY100020"/>
              </a:cxn>
              <a:cxn ang="0">
                <a:pos x="connsiteX100021" y="connsiteY100021"/>
              </a:cxn>
              <a:cxn ang="0">
                <a:pos x="connsiteX100022" y="connsiteY100022"/>
              </a:cxn>
              <a:cxn ang="0">
                <a:pos x="connsiteX100023" y="connsiteY100023"/>
              </a:cxn>
              <a:cxn ang="0">
                <a:pos x="connsiteX100024" y="connsiteY100024"/>
              </a:cxn>
              <a:cxn ang="0">
                <a:pos x="connsiteX100025" y="connsiteY100025"/>
              </a:cxn>
              <a:cxn ang="0">
                <a:pos x="connsiteX100026" y="connsiteY100026"/>
              </a:cxn>
              <a:cxn ang="0">
                <a:pos x="connsiteX100027" y="connsiteY100027"/>
              </a:cxn>
              <a:cxn ang="0">
                <a:pos x="connsiteX100028" y="connsiteY100028"/>
              </a:cxn>
              <a:cxn ang="0">
                <a:pos x="connsiteX100029" y="connsiteY100029"/>
              </a:cxn>
              <a:cxn ang="0">
                <a:pos x="connsiteX100030" y="connsiteY100030"/>
              </a:cxn>
              <a:cxn ang="0">
                <a:pos x="connsiteX100031" y="connsiteY100031"/>
              </a:cxn>
              <a:cxn ang="0">
                <a:pos x="connsiteX100032" y="connsiteY100032"/>
              </a:cxn>
              <a:cxn ang="0">
                <a:pos x="connsiteX100033" y="connsiteY100033"/>
              </a:cxn>
              <a:cxn ang="0">
                <a:pos x="connsiteX100034" y="connsiteY100034"/>
              </a:cxn>
              <a:cxn ang="0">
                <a:pos x="connsiteX100035" y="connsiteY100035"/>
              </a:cxn>
              <a:cxn ang="0">
                <a:pos x="connsiteX100036" y="connsiteY100036"/>
              </a:cxn>
              <a:cxn ang="0">
                <a:pos x="connsiteX100037" y="connsiteY100037"/>
              </a:cxn>
              <a:cxn ang="0">
                <a:pos x="connsiteX100038" y="connsiteY100038"/>
              </a:cxn>
              <a:cxn ang="0">
                <a:pos x="connsiteX100039" y="connsiteY100039"/>
              </a:cxn>
              <a:cxn ang="0">
                <a:pos x="connsiteX100040" y="connsiteY100040"/>
              </a:cxn>
              <a:cxn ang="0">
                <a:pos x="connsiteX100041" y="connsiteY100041"/>
              </a:cxn>
              <a:cxn ang="0">
                <a:pos x="connsiteX100042" y="connsiteY100042"/>
              </a:cxn>
              <a:cxn ang="0">
                <a:pos x="connsiteX100043" y="connsiteY100043"/>
              </a:cxn>
              <a:cxn ang="0">
                <a:pos x="connsiteX100044" y="connsiteY100044"/>
              </a:cxn>
              <a:cxn ang="0">
                <a:pos x="connsiteX100045" y="connsiteY100045"/>
              </a:cxn>
              <a:cxn ang="0">
                <a:pos x="connsiteX100046" y="connsiteY100046"/>
              </a:cxn>
              <a:cxn ang="0">
                <a:pos x="connsiteX100047" y="connsiteY100047"/>
              </a:cxn>
              <a:cxn ang="0">
                <a:pos x="connsiteX100048" y="connsiteY100048"/>
              </a:cxn>
              <a:cxn ang="0">
                <a:pos x="connsiteX100049" y="connsiteY100049"/>
              </a:cxn>
              <a:cxn ang="0">
                <a:pos x="connsiteX100050" y="connsiteY100050"/>
              </a:cxn>
              <a:cxn ang="0">
                <a:pos x="connsiteX100051" y="connsiteY100051"/>
              </a:cxn>
              <a:cxn ang="0">
                <a:pos x="connsiteX100052" y="connsiteY100052"/>
              </a:cxn>
              <a:cxn ang="0">
                <a:pos x="connsiteX100053" y="connsiteY100053"/>
              </a:cxn>
              <a:cxn ang="0">
                <a:pos x="connsiteX100054" y="connsiteY100054"/>
              </a:cxn>
              <a:cxn ang="0">
                <a:pos x="connsiteX100055" y="connsiteY100055"/>
              </a:cxn>
              <a:cxn ang="0">
                <a:pos x="connsiteX100056" y="connsiteY100056"/>
              </a:cxn>
              <a:cxn ang="0">
                <a:pos x="connsiteX100057" y="connsiteY100057"/>
              </a:cxn>
              <a:cxn ang="0">
                <a:pos x="connsiteX100058" y="connsiteY100058"/>
              </a:cxn>
              <a:cxn ang="0">
                <a:pos x="connsiteX100059" y="connsiteY100059"/>
              </a:cxn>
              <a:cxn ang="0">
                <a:pos x="connsiteX100060" y="connsiteY100060"/>
              </a:cxn>
              <a:cxn ang="0">
                <a:pos x="connsiteX100061" y="connsiteY100061"/>
              </a:cxn>
              <a:cxn ang="0">
                <a:pos x="connsiteX100062" y="connsiteY100062"/>
              </a:cxn>
              <a:cxn ang="0">
                <a:pos x="connsiteX100063" y="connsiteY100063"/>
              </a:cxn>
              <a:cxn ang="0">
                <a:pos x="connsiteX100064" y="connsiteY100064"/>
              </a:cxn>
              <a:cxn ang="0">
                <a:pos x="connsiteX100065" y="connsiteY100065"/>
              </a:cxn>
              <a:cxn ang="0">
                <a:pos x="connsiteX100066" y="connsiteY100066"/>
              </a:cxn>
              <a:cxn ang="0">
                <a:pos x="connsiteX100067" y="connsiteY100067"/>
              </a:cxn>
              <a:cxn ang="0">
                <a:pos x="connsiteX100068" y="connsiteY100068"/>
              </a:cxn>
              <a:cxn ang="0">
                <a:pos x="connsiteX100069" y="connsiteY100069"/>
              </a:cxn>
              <a:cxn ang="0">
                <a:pos x="connsiteX100070" y="connsiteY100070"/>
              </a:cxn>
              <a:cxn ang="0">
                <a:pos x="connsiteX100071" y="connsiteY100071"/>
              </a:cxn>
              <a:cxn ang="0">
                <a:pos x="connsiteX100072" y="connsiteY100072"/>
              </a:cxn>
              <a:cxn ang="0">
                <a:pos x="connsiteX100073" y="connsiteY100073"/>
              </a:cxn>
              <a:cxn ang="0">
                <a:pos x="connsiteX100074" y="connsiteY100074"/>
              </a:cxn>
              <a:cxn ang="0">
                <a:pos x="connsiteX100075" y="connsiteY100075"/>
              </a:cxn>
              <a:cxn ang="0">
                <a:pos x="connsiteX100076" y="connsiteY100076"/>
              </a:cxn>
              <a:cxn ang="0">
                <a:pos x="connsiteX100077" y="connsiteY100077"/>
              </a:cxn>
              <a:cxn ang="0">
                <a:pos x="connsiteX100078" y="connsiteY100078"/>
              </a:cxn>
              <a:cxn ang="0">
                <a:pos x="connsiteX100079" y="connsiteY100079"/>
              </a:cxn>
              <a:cxn ang="0">
                <a:pos x="connsiteX100080" y="connsiteY100080"/>
              </a:cxn>
              <a:cxn ang="0">
                <a:pos x="connsiteX100081" y="connsiteY100081"/>
              </a:cxn>
              <a:cxn ang="0">
                <a:pos x="connsiteX100082" y="connsiteY100082"/>
              </a:cxn>
              <a:cxn ang="0">
                <a:pos x="connsiteX100083" y="connsiteY100083"/>
              </a:cxn>
              <a:cxn ang="0">
                <a:pos x="connsiteX100084" y="connsiteY100084"/>
              </a:cxn>
              <a:cxn ang="0">
                <a:pos x="connsiteX100085" y="connsiteY100085"/>
              </a:cxn>
              <a:cxn ang="0">
                <a:pos x="connsiteX100086" y="connsiteY100086"/>
              </a:cxn>
              <a:cxn ang="0">
                <a:pos x="connsiteX100087" y="connsiteY100087"/>
              </a:cxn>
              <a:cxn ang="0">
                <a:pos x="connsiteX100088" y="connsiteY100088"/>
              </a:cxn>
              <a:cxn ang="0">
                <a:pos x="connsiteX100089" y="connsiteY100089"/>
              </a:cxn>
              <a:cxn ang="0">
                <a:pos x="connsiteX100090" y="connsiteY100090"/>
              </a:cxn>
              <a:cxn ang="0">
                <a:pos x="connsiteX100091" y="connsiteY100091"/>
              </a:cxn>
              <a:cxn ang="0">
                <a:pos x="connsiteX100092" y="connsiteY100092"/>
              </a:cxn>
              <a:cxn ang="0">
                <a:pos x="connsiteX100093" y="connsiteY100093"/>
              </a:cxn>
              <a:cxn ang="0">
                <a:pos x="connsiteX100094" y="connsiteY100094"/>
              </a:cxn>
              <a:cxn ang="0">
                <a:pos x="connsiteX100095" y="connsiteY100095"/>
              </a:cxn>
              <a:cxn ang="0">
                <a:pos x="connsiteX100096" y="connsiteY100096"/>
              </a:cxn>
              <a:cxn ang="0">
                <a:pos x="connsiteX100097" y="connsiteY100097"/>
              </a:cxn>
              <a:cxn ang="0">
                <a:pos x="connsiteX100098" y="connsiteY100098"/>
              </a:cxn>
              <a:cxn ang="0">
                <a:pos x="connsiteX100099" y="connsiteY100099"/>
              </a:cxn>
              <a:cxn ang="0">
                <a:pos x="connsiteX100100" y="connsiteY100100"/>
              </a:cxn>
              <a:cxn ang="0">
                <a:pos x="connsiteX100101" y="connsiteY100101"/>
              </a:cxn>
              <a:cxn ang="0">
                <a:pos x="connsiteX100102" y="connsiteY100102"/>
              </a:cxn>
              <a:cxn ang="0">
                <a:pos x="connsiteX100103" y="connsiteY100103"/>
              </a:cxn>
              <a:cxn ang="0">
                <a:pos x="connsiteX100104" y="connsiteY100104"/>
              </a:cxn>
              <a:cxn ang="0">
                <a:pos x="connsiteX100105" y="connsiteY100105"/>
              </a:cxn>
              <a:cxn ang="0">
                <a:pos x="connsiteX100106" y="connsiteY100106"/>
              </a:cxn>
              <a:cxn ang="0">
                <a:pos x="connsiteX100107" y="connsiteY100107"/>
              </a:cxn>
              <a:cxn ang="0">
                <a:pos x="connsiteX100108" y="connsiteY100108"/>
              </a:cxn>
              <a:cxn ang="0">
                <a:pos x="connsiteX100109" y="connsiteY100109"/>
              </a:cxn>
              <a:cxn ang="0">
                <a:pos x="connsiteX100110" y="connsiteY100110"/>
              </a:cxn>
              <a:cxn ang="0">
                <a:pos x="connsiteX100111" y="connsiteY100111"/>
              </a:cxn>
              <a:cxn ang="0">
                <a:pos x="connsiteX100112" y="connsiteY100112"/>
              </a:cxn>
              <a:cxn ang="0">
                <a:pos x="connsiteX100113" y="connsiteY100113"/>
              </a:cxn>
              <a:cxn ang="0">
                <a:pos x="connsiteX100114" y="connsiteY100114"/>
              </a:cxn>
              <a:cxn ang="0">
                <a:pos x="connsiteX100115" y="connsiteY100115"/>
              </a:cxn>
              <a:cxn ang="0">
                <a:pos x="connsiteX100116" y="connsiteY100116"/>
              </a:cxn>
              <a:cxn ang="0">
                <a:pos x="connsiteX100117" y="connsiteY100117"/>
              </a:cxn>
              <a:cxn ang="0">
                <a:pos x="connsiteX100118" y="connsiteY100118"/>
              </a:cxn>
              <a:cxn ang="0">
                <a:pos x="connsiteX100119" y="connsiteY100119"/>
              </a:cxn>
              <a:cxn ang="0">
                <a:pos x="connsiteX100120" y="connsiteY100120"/>
              </a:cxn>
              <a:cxn ang="0">
                <a:pos x="connsiteX100121" y="connsiteY100121"/>
              </a:cxn>
              <a:cxn ang="0">
                <a:pos x="connsiteX100122" y="connsiteY100122"/>
              </a:cxn>
              <a:cxn ang="0">
                <a:pos x="connsiteX100123" y="connsiteY100123"/>
              </a:cxn>
              <a:cxn ang="0">
                <a:pos x="connsiteX100124" y="connsiteY100124"/>
              </a:cxn>
              <a:cxn ang="0">
                <a:pos x="connsiteX100125" y="connsiteY100125"/>
              </a:cxn>
              <a:cxn ang="0">
                <a:pos x="connsiteX100126" y="connsiteY100126"/>
              </a:cxn>
              <a:cxn ang="0">
                <a:pos x="connsiteX100127" y="connsiteY100127"/>
              </a:cxn>
              <a:cxn ang="0">
                <a:pos x="connsiteX100128" y="connsiteY100128"/>
              </a:cxn>
              <a:cxn ang="0">
                <a:pos x="connsiteX100129" y="connsiteY100129"/>
              </a:cxn>
              <a:cxn ang="0">
                <a:pos x="connsiteX100130" y="connsiteY100130"/>
              </a:cxn>
              <a:cxn ang="0">
                <a:pos x="connsiteX100131" y="connsiteY100131"/>
              </a:cxn>
              <a:cxn ang="0">
                <a:pos x="connsiteX100132" y="connsiteY100132"/>
              </a:cxn>
              <a:cxn ang="0">
                <a:pos x="connsiteX100133" y="connsiteY100133"/>
              </a:cxn>
              <a:cxn ang="0">
                <a:pos x="connsiteX100134" y="connsiteY100134"/>
              </a:cxn>
              <a:cxn ang="0">
                <a:pos x="connsiteX100135" y="connsiteY100135"/>
              </a:cxn>
              <a:cxn ang="0">
                <a:pos x="connsiteX100136" y="connsiteY100136"/>
              </a:cxn>
              <a:cxn ang="0">
                <a:pos x="connsiteX100137" y="connsiteY100137"/>
              </a:cxn>
              <a:cxn ang="0">
                <a:pos x="connsiteX100138" y="connsiteY100138"/>
              </a:cxn>
              <a:cxn ang="0">
                <a:pos x="connsiteX100139" y="connsiteY100139"/>
              </a:cxn>
              <a:cxn ang="0">
                <a:pos x="connsiteX100140" y="connsiteY100140"/>
              </a:cxn>
              <a:cxn ang="0">
                <a:pos x="connsiteX100141" y="connsiteY100141"/>
              </a:cxn>
              <a:cxn ang="0">
                <a:pos x="connsiteX100142" y="connsiteY100142"/>
              </a:cxn>
              <a:cxn ang="0">
                <a:pos x="connsiteX100143" y="connsiteY100143"/>
              </a:cxn>
              <a:cxn ang="0">
                <a:pos x="connsiteX100144" y="connsiteY100144"/>
              </a:cxn>
              <a:cxn ang="0">
                <a:pos x="connsiteX100145" y="connsiteY100145"/>
              </a:cxn>
              <a:cxn ang="0">
                <a:pos x="connsiteX100146" y="connsiteY100146"/>
              </a:cxn>
              <a:cxn ang="0">
                <a:pos x="connsiteX100147" y="connsiteY100147"/>
              </a:cxn>
              <a:cxn ang="0">
                <a:pos x="connsiteX100148" y="connsiteY100148"/>
              </a:cxn>
              <a:cxn ang="0">
                <a:pos x="connsiteX100149" y="connsiteY100149"/>
              </a:cxn>
              <a:cxn ang="0">
                <a:pos x="connsiteX100150" y="connsiteY100150"/>
              </a:cxn>
              <a:cxn ang="0">
                <a:pos x="connsiteX100151" y="connsiteY100151"/>
              </a:cxn>
              <a:cxn ang="0">
                <a:pos x="connsiteX100152" y="connsiteY100152"/>
              </a:cxn>
              <a:cxn ang="0">
                <a:pos x="connsiteX100153" y="connsiteY100153"/>
              </a:cxn>
              <a:cxn ang="0">
                <a:pos x="connsiteX100154" y="connsiteY100154"/>
              </a:cxn>
              <a:cxn ang="0">
                <a:pos x="connsiteX100155" y="connsiteY100155"/>
              </a:cxn>
              <a:cxn ang="0">
                <a:pos x="connsiteX100156" y="connsiteY100156"/>
              </a:cxn>
              <a:cxn ang="0">
                <a:pos x="connsiteX100157" y="connsiteY100157"/>
              </a:cxn>
              <a:cxn ang="0">
                <a:pos x="connsiteX100158" y="connsiteY100158"/>
              </a:cxn>
              <a:cxn ang="0">
                <a:pos x="connsiteX100159" y="connsiteY100159"/>
              </a:cxn>
              <a:cxn ang="0">
                <a:pos x="connsiteX100160" y="connsiteY100160"/>
              </a:cxn>
              <a:cxn ang="0">
                <a:pos x="connsiteX100161" y="connsiteY100161"/>
              </a:cxn>
              <a:cxn ang="0">
                <a:pos x="connsiteX100162" y="connsiteY100162"/>
              </a:cxn>
              <a:cxn ang="0">
                <a:pos x="connsiteX100163" y="connsiteY100163"/>
              </a:cxn>
              <a:cxn ang="0">
                <a:pos x="connsiteX100164" y="connsiteY100164"/>
              </a:cxn>
              <a:cxn ang="0">
                <a:pos x="connsiteX100165" y="connsiteY100165"/>
              </a:cxn>
              <a:cxn ang="0">
                <a:pos x="connsiteX100166" y="connsiteY100166"/>
              </a:cxn>
              <a:cxn ang="0">
                <a:pos x="connsiteX100167" y="connsiteY100167"/>
              </a:cxn>
              <a:cxn ang="0">
                <a:pos x="connsiteX100168" y="connsiteY100168"/>
              </a:cxn>
              <a:cxn ang="0">
                <a:pos x="connsiteX100169" y="connsiteY100169"/>
              </a:cxn>
              <a:cxn ang="0">
                <a:pos x="connsiteX100170" y="connsiteY100170"/>
              </a:cxn>
              <a:cxn ang="0">
                <a:pos x="connsiteX100171" y="connsiteY100171"/>
              </a:cxn>
              <a:cxn ang="0">
                <a:pos x="connsiteX100172" y="connsiteY100172"/>
              </a:cxn>
              <a:cxn ang="0">
                <a:pos x="connsiteX100173" y="connsiteY100173"/>
              </a:cxn>
              <a:cxn ang="0">
                <a:pos x="connsiteX100174" y="connsiteY100174"/>
              </a:cxn>
              <a:cxn ang="0">
                <a:pos x="connsiteX100175" y="connsiteY100175"/>
              </a:cxn>
              <a:cxn ang="0">
                <a:pos x="connsiteX100176" y="connsiteY100176"/>
              </a:cxn>
              <a:cxn ang="0">
                <a:pos x="connsiteX100177" y="connsiteY100177"/>
              </a:cxn>
              <a:cxn ang="0">
                <a:pos x="connsiteX100178" y="connsiteY100178"/>
              </a:cxn>
              <a:cxn ang="0">
                <a:pos x="connsiteX100179" y="connsiteY100179"/>
              </a:cxn>
              <a:cxn ang="0">
                <a:pos x="connsiteX100180" y="connsiteY100180"/>
              </a:cxn>
              <a:cxn ang="0">
                <a:pos x="connsiteX100181" y="connsiteY100181"/>
              </a:cxn>
              <a:cxn ang="0">
                <a:pos x="connsiteX100182" y="connsiteY100182"/>
              </a:cxn>
              <a:cxn ang="0">
                <a:pos x="connsiteX100183" y="connsiteY100183"/>
              </a:cxn>
              <a:cxn ang="0">
                <a:pos x="connsiteX100184" y="connsiteY100184"/>
              </a:cxn>
              <a:cxn ang="0">
                <a:pos x="connsiteX100185" y="connsiteY100185"/>
              </a:cxn>
              <a:cxn ang="0">
                <a:pos x="connsiteX100186" y="connsiteY100186"/>
              </a:cxn>
              <a:cxn ang="0">
                <a:pos x="connsiteX100187" y="connsiteY100187"/>
              </a:cxn>
              <a:cxn ang="0">
                <a:pos x="connsiteX100188" y="connsiteY100188"/>
              </a:cxn>
              <a:cxn ang="0">
                <a:pos x="connsiteX100189" y="connsiteY100189"/>
              </a:cxn>
              <a:cxn ang="0">
                <a:pos x="connsiteX100190" y="connsiteY100190"/>
              </a:cxn>
              <a:cxn ang="0">
                <a:pos x="connsiteX100191" y="connsiteY100191"/>
              </a:cxn>
              <a:cxn ang="0">
                <a:pos x="connsiteX100192" y="connsiteY100192"/>
              </a:cxn>
              <a:cxn ang="0">
                <a:pos x="connsiteX100193" y="connsiteY100193"/>
              </a:cxn>
              <a:cxn ang="0">
                <a:pos x="connsiteX100194" y="connsiteY100194"/>
              </a:cxn>
              <a:cxn ang="0">
                <a:pos x="connsiteX100195" y="connsiteY100195"/>
              </a:cxn>
              <a:cxn ang="0">
                <a:pos x="connsiteX100196" y="connsiteY100196"/>
              </a:cxn>
              <a:cxn ang="0">
                <a:pos x="connsiteX100197" y="connsiteY100197"/>
              </a:cxn>
              <a:cxn ang="0">
                <a:pos x="connsiteX100198" y="connsiteY100198"/>
              </a:cxn>
              <a:cxn ang="0">
                <a:pos x="connsiteX100199" y="connsiteY100199"/>
              </a:cxn>
              <a:cxn ang="0">
                <a:pos x="connsiteX100200" y="connsiteY100200"/>
              </a:cxn>
              <a:cxn ang="0">
                <a:pos x="connsiteX100201" y="connsiteY100201"/>
              </a:cxn>
              <a:cxn ang="0">
                <a:pos x="connsiteX100202" y="connsiteY100202"/>
              </a:cxn>
              <a:cxn ang="0">
                <a:pos x="connsiteX100203" y="connsiteY100203"/>
              </a:cxn>
              <a:cxn ang="0">
                <a:pos x="connsiteX100204" y="connsiteY100204"/>
              </a:cxn>
              <a:cxn ang="0">
                <a:pos x="connsiteX100205" y="connsiteY100205"/>
              </a:cxn>
              <a:cxn ang="0">
                <a:pos x="connsiteX100206" y="connsiteY100206"/>
              </a:cxn>
              <a:cxn ang="0">
                <a:pos x="connsiteX100207" y="connsiteY100207"/>
              </a:cxn>
              <a:cxn ang="0">
                <a:pos x="connsiteX100208" y="connsiteY100208"/>
              </a:cxn>
              <a:cxn ang="0">
                <a:pos x="connsiteX100209" y="connsiteY100209"/>
              </a:cxn>
              <a:cxn ang="0">
                <a:pos x="connsiteX100210" y="connsiteY100210"/>
              </a:cxn>
              <a:cxn ang="0">
                <a:pos x="connsiteX100211" y="connsiteY100211"/>
              </a:cxn>
              <a:cxn ang="0">
                <a:pos x="connsiteX100212" y="connsiteY100212"/>
              </a:cxn>
              <a:cxn ang="0">
                <a:pos x="connsiteX100213" y="connsiteY100213"/>
              </a:cxn>
              <a:cxn ang="0">
                <a:pos x="connsiteX100214" y="connsiteY100214"/>
              </a:cxn>
              <a:cxn ang="0">
                <a:pos x="connsiteX100215" y="connsiteY100215"/>
              </a:cxn>
              <a:cxn ang="0">
                <a:pos x="connsiteX100216" y="connsiteY100216"/>
              </a:cxn>
              <a:cxn ang="0">
                <a:pos x="connsiteX100217" y="connsiteY100217"/>
              </a:cxn>
              <a:cxn ang="0">
                <a:pos x="connsiteX100218" y="connsiteY100218"/>
              </a:cxn>
              <a:cxn ang="0">
                <a:pos x="connsiteX100219" y="connsiteY100219"/>
              </a:cxn>
              <a:cxn ang="0">
                <a:pos x="connsiteX100220" y="connsiteY100220"/>
              </a:cxn>
              <a:cxn ang="0">
                <a:pos x="connsiteX100221" y="connsiteY100221"/>
              </a:cxn>
              <a:cxn ang="0">
                <a:pos x="connsiteX100222" y="connsiteY100222"/>
              </a:cxn>
              <a:cxn ang="0">
                <a:pos x="connsiteX100223" y="connsiteY100223"/>
              </a:cxn>
              <a:cxn ang="0">
                <a:pos x="connsiteX100224" y="connsiteY100224"/>
              </a:cxn>
              <a:cxn ang="0">
                <a:pos x="connsiteX100225" y="connsiteY100225"/>
              </a:cxn>
              <a:cxn ang="0">
                <a:pos x="connsiteX100226" y="connsiteY100226"/>
              </a:cxn>
              <a:cxn ang="0">
                <a:pos x="connsiteX100227" y="connsiteY100227"/>
              </a:cxn>
              <a:cxn ang="0">
                <a:pos x="connsiteX100228" y="connsiteY100228"/>
              </a:cxn>
              <a:cxn ang="0">
                <a:pos x="connsiteX100229" y="connsiteY100229"/>
              </a:cxn>
              <a:cxn ang="0">
                <a:pos x="connsiteX100230" y="connsiteY100230"/>
              </a:cxn>
              <a:cxn ang="0">
                <a:pos x="connsiteX100231" y="connsiteY100231"/>
              </a:cxn>
              <a:cxn ang="0">
                <a:pos x="connsiteX100232" y="connsiteY100232"/>
              </a:cxn>
              <a:cxn ang="0">
                <a:pos x="connsiteX100233" y="connsiteY100233"/>
              </a:cxn>
              <a:cxn ang="0">
                <a:pos x="connsiteX100234" y="connsiteY100234"/>
              </a:cxn>
              <a:cxn ang="0">
                <a:pos x="connsiteX100235" y="connsiteY100235"/>
              </a:cxn>
              <a:cxn ang="0">
                <a:pos x="connsiteX100236" y="connsiteY100236"/>
              </a:cxn>
              <a:cxn ang="0">
                <a:pos x="connsiteX100237" y="connsiteY100237"/>
              </a:cxn>
              <a:cxn ang="0">
                <a:pos x="connsiteX100238" y="connsiteY100238"/>
              </a:cxn>
              <a:cxn ang="0">
                <a:pos x="connsiteX100239" y="connsiteY100239"/>
              </a:cxn>
              <a:cxn ang="0">
                <a:pos x="connsiteX100240" y="connsiteY100240"/>
              </a:cxn>
              <a:cxn ang="0">
                <a:pos x="connsiteX100241" y="connsiteY100241"/>
              </a:cxn>
              <a:cxn ang="0">
                <a:pos x="connsiteX100242" y="connsiteY100242"/>
              </a:cxn>
              <a:cxn ang="0">
                <a:pos x="connsiteX100243" y="connsiteY100243"/>
              </a:cxn>
              <a:cxn ang="0">
                <a:pos x="connsiteX100244" y="connsiteY100244"/>
              </a:cxn>
              <a:cxn ang="0">
                <a:pos x="connsiteX100245" y="connsiteY100245"/>
              </a:cxn>
              <a:cxn ang="0">
                <a:pos x="connsiteX100246" y="connsiteY100246"/>
              </a:cxn>
              <a:cxn ang="0">
                <a:pos x="connsiteX100247" y="connsiteY100247"/>
              </a:cxn>
              <a:cxn ang="0">
                <a:pos x="connsiteX100248" y="connsiteY100248"/>
              </a:cxn>
              <a:cxn ang="0">
                <a:pos x="connsiteX100249" y="connsiteY100249"/>
              </a:cxn>
              <a:cxn ang="0">
                <a:pos x="connsiteX100250" y="connsiteY100250"/>
              </a:cxn>
              <a:cxn ang="0">
                <a:pos x="connsiteX100251" y="connsiteY100251"/>
              </a:cxn>
              <a:cxn ang="0">
                <a:pos x="connsiteX100252" y="connsiteY100252"/>
              </a:cxn>
              <a:cxn ang="0">
                <a:pos x="connsiteX100253" y="connsiteY100253"/>
              </a:cxn>
              <a:cxn ang="0">
                <a:pos x="connsiteX100254" y="connsiteY100254"/>
              </a:cxn>
              <a:cxn ang="0">
                <a:pos x="connsiteX100255" y="connsiteY100255"/>
              </a:cxn>
              <a:cxn ang="0">
                <a:pos x="connsiteX100256" y="connsiteY100256"/>
              </a:cxn>
              <a:cxn ang="0">
                <a:pos x="connsiteX100257" y="connsiteY100257"/>
              </a:cxn>
              <a:cxn ang="0">
                <a:pos x="connsiteX100258" y="connsiteY100258"/>
              </a:cxn>
              <a:cxn ang="0">
                <a:pos x="connsiteX100259" y="connsiteY100259"/>
              </a:cxn>
              <a:cxn ang="0">
                <a:pos x="connsiteX100260" y="connsiteY100260"/>
              </a:cxn>
              <a:cxn ang="0">
                <a:pos x="connsiteX100261" y="connsiteY100261"/>
              </a:cxn>
              <a:cxn ang="0">
                <a:pos x="connsiteX100262" y="connsiteY100262"/>
              </a:cxn>
              <a:cxn ang="0">
                <a:pos x="connsiteX100263" y="connsiteY100263"/>
              </a:cxn>
              <a:cxn ang="0">
                <a:pos x="connsiteX100264" y="connsiteY100264"/>
              </a:cxn>
              <a:cxn ang="0">
                <a:pos x="connsiteX100265" y="connsiteY100265"/>
              </a:cxn>
              <a:cxn ang="0">
                <a:pos x="connsiteX100266" y="connsiteY100266"/>
              </a:cxn>
              <a:cxn ang="0">
                <a:pos x="connsiteX100267" y="connsiteY100267"/>
              </a:cxn>
              <a:cxn ang="0">
                <a:pos x="connsiteX100268" y="connsiteY100268"/>
              </a:cxn>
              <a:cxn ang="0">
                <a:pos x="connsiteX100269" y="connsiteY100269"/>
              </a:cxn>
              <a:cxn ang="0">
                <a:pos x="connsiteX100270" y="connsiteY100270"/>
              </a:cxn>
              <a:cxn ang="0">
                <a:pos x="connsiteX100271" y="connsiteY100271"/>
              </a:cxn>
              <a:cxn ang="0">
                <a:pos x="connsiteX100272" y="connsiteY100272"/>
              </a:cxn>
              <a:cxn ang="0">
                <a:pos x="connsiteX100273" y="connsiteY100273"/>
              </a:cxn>
              <a:cxn ang="0">
                <a:pos x="connsiteX100274" y="connsiteY100274"/>
              </a:cxn>
              <a:cxn ang="0">
                <a:pos x="connsiteX100275" y="connsiteY100275"/>
              </a:cxn>
              <a:cxn ang="0">
                <a:pos x="connsiteX100276" y="connsiteY100276"/>
              </a:cxn>
              <a:cxn ang="0">
                <a:pos x="connsiteX100277" y="connsiteY100277"/>
              </a:cxn>
              <a:cxn ang="0">
                <a:pos x="connsiteX100278" y="connsiteY100278"/>
              </a:cxn>
              <a:cxn ang="0">
                <a:pos x="connsiteX100279" y="connsiteY100279"/>
              </a:cxn>
              <a:cxn ang="0">
                <a:pos x="connsiteX100280" y="connsiteY100280"/>
              </a:cxn>
              <a:cxn ang="0">
                <a:pos x="connsiteX100281" y="connsiteY100281"/>
              </a:cxn>
              <a:cxn ang="0">
                <a:pos x="connsiteX100282" y="connsiteY100282"/>
              </a:cxn>
              <a:cxn ang="0">
                <a:pos x="connsiteX100283" y="connsiteY100283"/>
              </a:cxn>
              <a:cxn ang="0">
                <a:pos x="connsiteX100284" y="connsiteY100284"/>
              </a:cxn>
              <a:cxn ang="0">
                <a:pos x="connsiteX100285" y="connsiteY100285"/>
              </a:cxn>
              <a:cxn ang="0">
                <a:pos x="connsiteX100286" y="connsiteY100286"/>
              </a:cxn>
              <a:cxn ang="0">
                <a:pos x="connsiteX100287" y="connsiteY100287"/>
              </a:cxn>
              <a:cxn ang="0">
                <a:pos x="connsiteX100288" y="connsiteY100288"/>
              </a:cxn>
              <a:cxn ang="0">
                <a:pos x="connsiteX100289" y="connsiteY100289"/>
              </a:cxn>
              <a:cxn ang="0">
                <a:pos x="connsiteX100290" y="connsiteY100290"/>
              </a:cxn>
              <a:cxn ang="0">
                <a:pos x="connsiteX100291" y="connsiteY100291"/>
              </a:cxn>
              <a:cxn ang="0">
                <a:pos x="connsiteX100292" y="connsiteY100292"/>
              </a:cxn>
              <a:cxn ang="0">
                <a:pos x="connsiteX100293" y="connsiteY100293"/>
              </a:cxn>
              <a:cxn ang="0">
                <a:pos x="connsiteX100294" y="connsiteY100294"/>
              </a:cxn>
              <a:cxn ang="0">
                <a:pos x="connsiteX100295" y="connsiteY100295"/>
              </a:cxn>
              <a:cxn ang="0">
                <a:pos x="connsiteX100296" y="connsiteY100296"/>
              </a:cxn>
              <a:cxn ang="0">
                <a:pos x="connsiteX100297" y="connsiteY100297"/>
              </a:cxn>
              <a:cxn ang="0">
                <a:pos x="connsiteX100298" y="connsiteY100298"/>
              </a:cxn>
              <a:cxn ang="0">
                <a:pos x="connsiteX100299" y="connsiteY100299"/>
              </a:cxn>
              <a:cxn ang="0">
                <a:pos x="connsiteX100300" y="connsiteY100300"/>
              </a:cxn>
              <a:cxn ang="0">
                <a:pos x="connsiteX100301" y="connsiteY100301"/>
              </a:cxn>
              <a:cxn ang="0">
                <a:pos x="connsiteX100302" y="connsiteY100302"/>
              </a:cxn>
              <a:cxn ang="0">
                <a:pos x="connsiteX100303" y="connsiteY100303"/>
              </a:cxn>
              <a:cxn ang="0">
                <a:pos x="connsiteX100304" y="connsiteY100304"/>
              </a:cxn>
              <a:cxn ang="0">
                <a:pos x="connsiteX100305" y="connsiteY100305"/>
              </a:cxn>
              <a:cxn ang="0">
                <a:pos x="connsiteX100306" y="connsiteY100306"/>
              </a:cxn>
              <a:cxn ang="0">
                <a:pos x="connsiteX100307" y="connsiteY100307"/>
              </a:cxn>
              <a:cxn ang="0">
                <a:pos x="connsiteX100308" y="connsiteY100308"/>
              </a:cxn>
              <a:cxn ang="0">
                <a:pos x="connsiteX100309" y="connsiteY100309"/>
              </a:cxn>
              <a:cxn ang="0">
                <a:pos x="connsiteX100310" y="connsiteY100310"/>
              </a:cxn>
              <a:cxn ang="0">
                <a:pos x="connsiteX100311" y="connsiteY100311"/>
              </a:cxn>
              <a:cxn ang="0">
                <a:pos x="connsiteX100312" y="connsiteY100312"/>
              </a:cxn>
              <a:cxn ang="0">
                <a:pos x="connsiteX100313" y="connsiteY100313"/>
              </a:cxn>
              <a:cxn ang="0">
                <a:pos x="connsiteX100314" y="connsiteY100314"/>
              </a:cxn>
              <a:cxn ang="0">
                <a:pos x="connsiteX100315" y="connsiteY100315"/>
              </a:cxn>
              <a:cxn ang="0">
                <a:pos x="connsiteX100316" y="connsiteY100316"/>
              </a:cxn>
              <a:cxn ang="0">
                <a:pos x="connsiteX100317" y="connsiteY100317"/>
              </a:cxn>
              <a:cxn ang="0">
                <a:pos x="connsiteX100318" y="connsiteY100318"/>
              </a:cxn>
              <a:cxn ang="0">
                <a:pos x="connsiteX100319" y="connsiteY100319"/>
              </a:cxn>
              <a:cxn ang="0">
                <a:pos x="connsiteX100320" y="connsiteY100320"/>
              </a:cxn>
              <a:cxn ang="0">
                <a:pos x="connsiteX100321" y="connsiteY100321"/>
              </a:cxn>
              <a:cxn ang="0">
                <a:pos x="connsiteX100322" y="connsiteY100322"/>
              </a:cxn>
              <a:cxn ang="0">
                <a:pos x="connsiteX100323" y="connsiteY100323"/>
              </a:cxn>
              <a:cxn ang="0">
                <a:pos x="connsiteX100324" y="connsiteY100324"/>
              </a:cxn>
              <a:cxn ang="0">
                <a:pos x="connsiteX100325" y="connsiteY100325"/>
              </a:cxn>
              <a:cxn ang="0">
                <a:pos x="connsiteX100326" y="connsiteY100326"/>
              </a:cxn>
              <a:cxn ang="0">
                <a:pos x="connsiteX100327" y="connsiteY100327"/>
              </a:cxn>
              <a:cxn ang="0">
                <a:pos x="connsiteX100328" y="connsiteY100328"/>
              </a:cxn>
              <a:cxn ang="0">
                <a:pos x="connsiteX100329" y="connsiteY100329"/>
              </a:cxn>
              <a:cxn ang="0">
                <a:pos x="connsiteX100330" y="connsiteY100330"/>
              </a:cxn>
              <a:cxn ang="0">
                <a:pos x="connsiteX100331" y="connsiteY100331"/>
              </a:cxn>
              <a:cxn ang="0">
                <a:pos x="connsiteX100332" y="connsiteY100332"/>
              </a:cxn>
              <a:cxn ang="0">
                <a:pos x="connsiteX100333" y="connsiteY100333"/>
              </a:cxn>
              <a:cxn ang="0">
                <a:pos x="connsiteX100334" y="connsiteY100334"/>
              </a:cxn>
              <a:cxn ang="0">
                <a:pos x="connsiteX100335" y="connsiteY100335"/>
              </a:cxn>
              <a:cxn ang="0">
                <a:pos x="connsiteX100336" y="connsiteY100336"/>
              </a:cxn>
              <a:cxn ang="0">
                <a:pos x="connsiteX100337" y="connsiteY100337"/>
              </a:cxn>
              <a:cxn ang="0">
                <a:pos x="connsiteX100338" y="connsiteY100338"/>
              </a:cxn>
              <a:cxn ang="0">
                <a:pos x="connsiteX100339" y="connsiteY100339"/>
              </a:cxn>
              <a:cxn ang="0">
                <a:pos x="connsiteX100340" y="connsiteY100340"/>
              </a:cxn>
              <a:cxn ang="0">
                <a:pos x="connsiteX100341" y="connsiteY100341"/>
              </a:cxn>
              <a:cxn ang="0">
                <a:pos x="connsiteX100342" y="connsiteY100342"/>
              </a:cxn>
              <a:cxn ang="0">
                <a:pos x="connsiteX100343" y="connsiteY100343"/>
              </a:cxn>
              <a:cxn ang="0">
                <a:pos x="connsiteX100344" y="connsiteY100344"/>
              </a:cxn>
              <a:cxn ang="0">
                <a:pos x="connsiteX100345" y="connsiteY100345"/>
              </a:cxn>
              <a:cxn ang="0">
                <a:pos x="connsiteX100346" y="connsiteY100346"/>
              </a:cxn>
              <a:cxn ang="0">
                <a:pos x="connsiteX100347" y="connsiteY100347"/>
              </a:cxn>
              <a:cxn ang="0">
                <a:pos x="connsiteX100348" y="connsiteY100348"/>
              </a:cxn>
              <a:cxn ang="0">
                <a:pos x="connsiteX100349" y="connsiteY100349"/>
              </a:cxn>
              <a:cxn ang="0">
                <a:pos x="connsiteX100350" y="connsiteY100350"/>
              </a:cxn>
              <a:cxn ang="0">
                <a:pos x="connsiteX100351" y="connsiteY100351"/>
              </a:cxn>
              <a:cxn ang="0">
                <a:pos x="connsiteX100352" y="connsiteY100352"/>
              </a:cxn>
              <a:cxn ang="0">
                <a:pos x="connsiteX100353" y="connsiteY100353"/>
              </a:cxn>
              <a:cxn ang="0">
                <a:pos x="connsiteX100354" y="connsiteY100354"/>
              </a:cxn>
              <a:cxn ang="0">
                <a:pos x="connsiteX100355" y="connsiteY100355"/>
              </a:cxn>
              <a:cxn ang="0">
                <a:pos x="connsiteX100356" y="connsiteY100356"/>
              </a:cxn>
              <a:cxn ang="0">
                <a:pos x="connsiteX100357" y="connsiteY100357"/>
              </a:cxn>
              <a:cxn ang="0">
                <a:pos x="connsiteX100358" y="connsiteY100358"/>
              </a:cxn>
              <a:cxn ang="0">
                <a:pos x="connsiteX100359" y="connsiteY100359"/>
              </a:cxn>
              <a:cxn ang="0">
                <a:pos x="connsiteX100360" y="connsiteY100360"/>
              </a:cxn>
              <a:cxn ang="0">
                <a:pos x="connsiteX100361" y="connsiteY100361"/>
              </a:cxn>
              <a:cxn ang="0">
                <a:pos x="connsiteX100362" y="connsiteY100362"/>
              </a:cxn>
              <a:cxn ang="0">
                <a:pos x="connsiteX100363" y="connsiteY100363"/>
              </a:cxn>
              <a:cxn ang="0">
                <a:pos x="connsiteX100364" y="connsiteY100364"/>
              </a:cxn>
              <a:cxn ang="0">
                <a:pos x="connsiteX100365" y="connsiteY100365"/>
              </a:cxn>
              <a:cxn ang="0">
                <a:pos x="connsiteX100366" y="connsiteY100366"/>
              </a:cxn>
              <a:cxn ang="0">
                <a:pos x="connsiteX100367" y="connsiteY100367"/>
              </a:cxn>
              <a:cxn ang="0">
                <a:pos x="connsiteX100368" y="connsiteY100368"/>
              </a:cxn>
              <a:cxn ang="0">
                <a:pos x="connsiteX100369" y="connsiteY100369"/>
              </a:cxn>
              <a:cxn ang="0">
                <a:pos x="connsiteX100370" y="connsiteY100370"/>
              </a:cxn>
              <a:cxn ang="0">
                <a:pos x="connsiteX100371" y="connsiteY100371"/>
              </a:cxn>
              <a:cxn ang="0">
                <a:pos x="connsiteX100372" y="connsiteY100372"/>
              </a:cxn>
              <a:cxn ang="0">
                <a:pos x="connsiteX100373" y="connsiteY100373"/>
              </a:cxn>
              <a:cxn ang="0">
                <a:pos x="connsiteX100374" y="connsiteY100374"/>
              </a:cxn>
              <a:cxn ang="0">
                <a:pos x="connsiteX100375" y="connsiteY100375"/>
              </a:cxn>
              <a:cxn ang="0">
                <a:pos x="connsiteX100376" y="connsiteY100376"/>
              </a:cxn>
              <a:cxn ang="0">
                <a:pos x="connsiteX100377" y="connsiteY100377"/>
              </a:cxn>
              <a:cxn ang="0">
                <a:pos x="connsiteX100378" y="connsiteY100378"/>
              </a:cxn>
              <a:cxn ang="0">
                <a:pos x="connsiteX100379" y="connsiteY100379"/>
              </a:cxn>
              <a:cxn ang="0">
                <a:pos x="connsiteX100380" y="connsiteY100380"/>
              </a:cxn>
              <a:cxn ang="0">
                <a:pos x="connsiteX100381" y="connsiteY100381"/>
              </a:cxn>
              <a:cxn ang="0">
                <a:pos x="connsiteX100382" y="connsiteY100382"/>
              </a:cxn>
              <a:cxn ang="0">
                <a:pos x="connsiteX100383" y="connsiteY100383"/>
              </a:cxn>
              <a:cxn ang="0">
                <a:pos x="connsiteX100384" y="connsiteY100384"/>
              </a:cxn>
              <a:cxn ang="0">
                <a:pos x="connsiteX100385" y="connsiteY100385"/>
              </a:cxn>
              <a:cxn ang="0">
                <a:pos x="connsiteX100386" y="connsiteY100386"/>
              </a:cxn>
              <a:cxn ang="0">
                <a:pos x="connsiteX100387" y="connsiteY100387"/>
              </a:cxn>
              <a:cxn ang="0">
                <a:pos x="connsiteX100388" y="connsiteY100388"/>
              </a:cxn>
              <a:cxn ang="0">
                <a:pos x="connsiteX100389" y="connsiteY100389"/>
              </a:cxn>
              <a:cxn ang="0">
                <a:pos x="connsiteX100390" y="connsiteY100390"/>
              </a:cxn>
              <a:cxn ang="0">
                <a:pos x="connsiteX100391" y="connsiteY100391"/>
              </a:cxn>
              <a:cxn ang="0">
                <a:pos x="connsiteX100392" y="connsiteY100392"/>
              </a:cxn>
              <a:cxn ang="0">
                <a:pos x="connsiteX100393" y="connsiteY100393"/>
              </a:cxn>
              <a:cxn ang="0">
                <a:pos x="connsiteX100394" y="connsiteY100394"/>
              </a:cxn>
              <a:cxn ang="0">
                <a:pos x="connsiteX100395" y="connsiteY100395"/>
              </a:cxn>
              <a:cxn ang="0">
                <a:pos x="connsiteX100396" y="connsiteY100396"/>
              </a:cxn>
              <a:cxn ang="0">
                <a:pos x="connsiteX100397" y="connsiteY100397"/>
              </a:cxn>
              <a:cxn ang="0">
                <a:pos x="connsiteX100398" y="connsiteY100398"/>
              </a:cxn>
              <a:cxn ang="0">
                <a:pos x="connsiteX100399" y="connsiteY100399"/>
              </a:cxn>
              <a:cxn ang="0">
                <a:pos x="connsiteX100400" y="connsiteY100400"/>
              </a:cxn>
              <a:cxn ang="0">
                <a:pos x="connsiteX100401" y="connsiteY100401"/>
              </a:cxn>
              <a:cxn ang="0">
                <a:pos x="connsiteX100402" y="connsiteY100402"/>
              </a:cxn>
              <a:cxn ang="0">
                <a:pos x="connsiteX100403" y="connsiteY100403"/>
              </a:cxn>
              <a:cxn ang="0">
                <a:pos x="connsiteX100404" y="connsiteY100404"/>
              </a:cxn>
              <a:cxn ang="0">
                <a:pos x="connsiteX100405" y="connsiteY100405"/>
              </a:cxn>
              <a:cxn ang="0">
                <a:pos x="connsiteX100406" y="connsiteY100406"/>
              </a:cxn>
              <a:cxn ang="0">
                <a:pos x="connsiteX100407" y="connsiteY100407"/>
              </a:cxn>
              <a:cxn ang="0">
                <a:pos x="connsiteX100408" y="connsiteY100408"/>
              </a:cxn>
              <a:cxn ang="0">
                <a:pos x="connsiteX100409" y="connsiteY100409"/>
              </a:cxn>
              <a:cxn ang="0">
                <a:pos x="connsiteX100410" y="connsiteY100410"/>
              </a:cxn>
              <a:cxn ang="0">
                <a:pos x="connsiteX100411" y="connsiteY100411"/>
              </a:cxn>
              <a:cxn ang="0">
                <a:pos x="connsiteX100412" y="connsiteY100412"/>
              </a:cxn>
              <a:cxn ang="0">
                <a:pos x="connsiteX100413" y="connsiteY100413"/>
              </a:cxn>
              <a:cxn ang="0">
                <a:pos x="connsiteX100414" y="connsiteY100414"/>
              </a:cxn>
              <a:cxn ang="0">
                <a:pos x="connsiteX100415" y="connsiteY100415"/>
              </a:cxn>
              <a:cxn ang="0">
                <a:pos x="connsiteX100416" y="connsiteY100416"/>
              </a:cxn>
              <a:cxn ang="0">
                <a:pos x="connsiteX100417" y="connsiteY100417"/>
              </a:cxn>
              <a:cxn ang="0">
                <a:pos x="connsiteX100418" y="connsiteY100418"/>
              </a:cxn>
              <a:cxn ang="0">
                <a:pos x="connsiteX100419" y="connsiteY100419"/>
              </a:cxn>
              <a:cxn ang="0">
                <a:pos x="connsiteX100420" y="connsiteY100420"/>
              </a:cxn>
              <a:cxn ang="0">
                <a:pos x="connsiteX100421" y="connsiteY100421"/>
              </a:cxn>
              <a:cxn ang="0">
                <a:pos x="connsiteX100422" y="connsiteY100422"/>
              </a:cxn>
              <a:cxn ang="0">
                <a:pos x="connsiteX100423" y="connsiteY100423"/>
              </a:cxn>
              <a:cxn ang="0">
                <a:pos x="connsiteX100424" y="connsiteY100424"/>
              </a:cxn>
              <a:cxn ang="0">
                <a:pos x="connsiteX100425" y="connsiteY100425"/>
              </a:cxn>
              <a:cxn ang="0">
                <a:pos x="connsiteX100426" y="connsiteY100426"/>
              </a:cxn>
              <a:cxn ang="0">
                <a:pos x="connsiteX100427" y="connsiteY100427"/>
              </a:cxn>
              <a:cxn ang="0">
                <a:pos x="connsiteX100428" y="connsiteY100428"/>
              </a:cxn>
              <a:cxn ang="0">
                <a:pos x="connsiteX100429" y="connsiteY100429"/>
              </a:cxn>
              <a:cxn ang="0">
                <a:pos x="connsiteX100430" y="connsiteY100430"/>
              </a:cxn>
              <a:cxn ang="0">
                <a:pos x="connsiteX100431" y="connsiteY100431"/>
              </a:cxn>
              <a:cxn ang="0">
                <a:pos x="connsiteX100432" y="connsiteY100432"/>
              </a:cxn>
              <a:cxn ang="0">
                <a:pos x="connsiteX100433" y="connsiteY100433"/>
              </a:cxn>
              <a:cxn ang="0">
                <a:pos x="connsiteX100434" y="connsiteY100434"/>
              </a:cxn>
              <a:cxn ang="0">
                <a:pos x="connsiteX100435" y="connsiteY100435"/>
              </a:cxn>
              <a:cxn ang="0">
                <a:pos x="connsiteX100436" y="connsiteY100436"/>
              </a:cxn>
              <a:cxn ang="0">
                <a:pos x="connsiteX100437" y="connsiteY100437"/>
              </a:cxn>
              <a:cxn ang="0">
                <a:pos x="connsiteX100438" y="connsiteY100438"/>
              </a:cxn>
              <a:cxn ang="0">
                <a:pos x="connsiteX100439" y="connsiteY100439"/>
              </a:cxn>
              <a:cxn ang="0">
                <a:pos x="connsiteX100440" y="connsiteY100440"/>
              </a:cxn>
              <a:cxn ang="0">
                <a:pos x="connsiteX100441" y="connsiteY100441"/>
              </a:cxn>
              <a:cxn ang="0">
                <a:pos x="connsiteX100442" y="connsiteY100442"/>
              </a:cxn>
              <a:cxn ang="0">
                <a:pos x="connsiteX100443" y="connsiteY100443"/>
              </a:cxn>
              <a:cxn ang="0">
                <a:pos x="connsiteX100444" y="connsiteY100444"/>
              </a:cxn>
              <a:cxn ang="0">
                <a:pos x="connsiteX100445" y="connsiteY100445"/>
              </a:cxn>
              <a:cxn ang="0">
                <a:pos x="connsiteX100446" y="connsiteY100446"/>
              </a:cxn>
              <a:cxn ang="0">
                <a:pos x="connsiteX100447" y="connsiteY100447"/>
              </a:cxn>
              <a:cxn ang="0">
                <a:pos x="connsiteX100448" y="connsiteY100448"/>
              </a:cxn>
              <a:cxn ang="0">
                <a:pos x="connsiteX100449" y="connsiteY100449"/>
              </a:cxn>
              <a:cxn ang="0">
                <a:pos x="connsiteX100450" y="connsiteY100450"/>
              </a:cxn>
              <a:cxn ang="0">
                <a:pos x="connsiteX100451" y="connsiteY100451"/>
              </a:cxn>
              <a:cxn ang="0">
                <a:pos x="connsiteX100452" y="connsiteY100452"/>
              </a:cxn>
              <a:cxn ang="0">
                <a:pos x="connsiteX100453" y="connsiteY100453"/>
              </a:cxn>
              <a:cxn ang="0">
                <a:pos x="connsiteX100454" y="connsiteY100454"/>
              </a:cxn>
              <a:cxn ang="0">
                <a:pos x="connsiteX100455" y="connsiteY100455"/>
              </a:cxn>
              <a:cxn ang="0">
                <a:pos x="connsiteX100456" y="connsiteY100456"/>
              </a:cxn>
              <a:cxn ang="0">
                <a:pos x="connsiteX100457" y="connsiteY100457"/>
              </a:cxn>
              <a:cxn ang="0">
                <a:pos x="connsiteX100458" y="connsiteY100458"/>
              </a:cxn>
              <a:cxn ang="0">
                <a:pos x="connsiteX100459" y="connsiteY100459"/>
              </a:cxn>
              <a:cxn ang="0">
                <a:pos x="connsiteX100460" y="connsiteY100460"/>
              </a:cxn>
              <a:cxn ang="0">
                <a:pos x="connsiteX100461" y="connsiteY100461"/>
              </a:cxn>
              <a:cxn ang="0">
                <a:pos x="connsiteX100462" y="connsiteY100462"/>
              </a:cxn>
              <a:cxn ang="0">
                <a:pos x="connsiteX100463" y="connsiteY100463"/>
              </a:cxn>
              <a:cxn ang="0">
                <a:pos x="connsiteX100464" y="connsiteY100464"/>
              </a:cxn>
              <a:cxn ang="0">
                <a:pos x="connsiteX100465" y="connsiteY100465"/>
              </a:cxn>
              <a:cxn ang="0">
                <a:pos x="connsiteX100466" y="connsiteY100466"/>
              </a:cxn>
              <a:cxn ang="0">
                <a:pos x="connsiteX100467" y="connsiteY100467"/>
              </a:cxn>
              <a:cxn ang="0">
                <a:pos x="connsiteX100468" y="connsiteY100468"/>
              </a:cxn>
              <a:cxn ang="0">
                <a:pos x="connsiteX100469" y="connsiteY100469"/>
              </a:cxn>
              <a:cxn ang="0">
                <a:pos x="connsiteX100470" y="connsiteY100470"/>
              </a:cxn>
              <a:cxn ang="0">
                <a:pos x="connsiteX100471" y="connsiteY100471"/>
              </a:cxn>
              <a:cxn ang="0">
                <a:pos x="connsiteX100472" y="connsiteY100472"/>
              </a:cxn>
              <a:cxn ang="0">
                <a:pos x="connsiteX100473" y="connsiteY100473"/>
              </a:cxn>
              <a:cxn ang="0">
                <a:pos x="connsiteX100474" y="connsiteY100474"/>
              </a:cxn>
              <a:cxn ang="0">
                <a:pos x="connsiteX100475" y="connsiteY100475"/>
              </a:cxn>
              <a:cxn ang="0">
                <a:pos x="connsiteX100476" y="connsiteY100476"/>
              </a:cxn>
              <a:cxn ang="0">
                <a:pos x="connsiteX100477" y="connsiteY100477"/>
              </a:cxn>
              <a:cxn ang="0">
                <a:pos x="connsiteX100478" y="connsiteY100478"/>
              </a:cxn>
              <a:cxn ang="0">
                <a:pos x="connsiteX100479" y="connsiteY100479"/>
              </a:cxn>
              <a:cxn ang="0">
                <a:pos x="connsiteX100480" y="connsiteY100480"/>
              </a:cxn>
              <a:cxn ang="0">
                <a:pos x="connsiteX100481" y="connsiteY100481"/>
              </a:cxn>
              <a:cxn ang="0">
                <a:pos x="connsiteX100482" y="connsiteY100482"/>
              </a:cxn>
              <a:cxn ang="0">
                <a:pos x="connsiteX100483" y="connsiteY100483"/>
              </a:cxn>
              <a:cxn ang="0">
                <a:pos x="connsiteX100484" y="connsiteY100484"/>
              </a:cxn>
              <a:cxn ang="0">
                <a:pos x="connsiteX100485" y="connsiteY100485"/>
              </a:cxn>
              <a:cxn ang="0">
                <a:pos x="connsiteX100486" y="connsiteY100486"/>
              </a:cxn>
              <a:cxn ang="0">
                <a:pos x="connsiteX100487" y="connsiteY100487"/>
              </a:cxn>
              <a:cxn ang="0">
                <a:pos x="connsiteX100488" y="connsiteY100488"/>
              </a:cxn>
              <a:cxn ang="0">
                <a:pos x="connsiteX100489" y="connsiteY100489"/>
              </a:cxn>
              <a:cxn ang="0">
                <a:pos x="connsiteX100490" y="connsiteY100490"/>
              </a:cxn>
              <a:cxn ang="0">
                <a:pos x="connsiteX100491" y="connsiteY100491"/>
              </a:cxn>
              <a:cxn ang="0">
                <a:pos x="connsiteX100492" y="connsiteY100492"/>
              </a:cxn>
              <a:cxn ang="0">
                <a:pos x="connsiteX100493" y="connsiteY100493"/>
              </a:cxn>
              <a:cxn ang="0">
                <a:pos x="connsiteX100494" y="connsiteY100494"/>
              </a:cxn>
              <a:cxn ang="0">
                <a:pos x="connsiteX100495" y="connsiteY100495"/>
              </a:cxn>
              <a:cxn ang="0">
                <a:pos x="connsiteX100496" y="connsiteY100496"/>
              </a:cxn>
              <a:cxn ang="0">
                <a:pos x="connsiteX100497" y="connsiteY100497"/>
              </a:cxn>
              <a:cxn ang="0">
                <a:pos x="connsiteX100498" y="connsiteY100498"/>
              </a:cxn>
              <a:cxn ang="0">
                <a:pos x="connsiteX100499" y="connsiteY100499"/>
              </a:cxn>
              <a:cxn ang="0">
                <a:pos x="connsiteX100500" y="connsiteY100500"/>
              </a:cxn>
              <a:cxn ang="0">
                <a:pos x="connsiteX100501" y="connsiteY100501"/>
              </a:cxn>
              <a:cxn ang="0">
                <a:pos x="connsiteX100502" y="connsiteY100502"/>
              </a:cxn>
              <a:cxn ang="0">
                <a:pos x="connsiteX100503" y="connsiteY100503"/>
              </a:cxn>
              <a:cxn ang="0">
                <a:pos x="connsiteX100504" y="connsiteY100504"/>
              </a:cxn>
              <a:cxn ang="0">
                <a:pos x="connsiteX100505" y="connsiteY100505"/>
              </a:cxn>
              <a:cxn ang="0">
                <a:pos x="connsiteX100506" y="connsiteY100506"/>
              </a:cxn>
              <a:cxn ang="0">
                <a:pos x="connsiteX100507" y="connsiteY100507"/>
              </a:cxn>
              <a:cxn ang="0">
                <a:pos x="connsiteX100508" y="connsiteY100508"/>
              </a:cxn>
              <a:cxn ang="0">
                <a:pos x="connsiteX100509" y="connsiteY100509"/>
              </a:cxn>
              <a:cxn ang="0">
                <a:pos x="connsiteX100510" y="connsiteY100510"/>
              </a:cxn>
              <a:cxn ang="0">
                <a:pos x="connsiteX100511" y="connsiteY100511"/>
              </a:cxn>
              <a:cxn ang="0">
                <a:pos x="connsiteX100512" y="connsiteY100512"/>
              </a:cxn>
              <a:cxn ang="0">
                <a:pos x="connsiteX100513" y="connsiteY100513"/>
              </a:cxn>
              <a:cxn ang="0">
                <a:pos x="connsiteX100514" y="connsiteY100514"/>
              </a:cxn>
              <a:cxn ang="0">
                <a:pos x="connsiteX100515" y="connsiteY100515"/>
              </a:cxn>
              <a:cxn ang="0">
                <a:pos x="connsiteX100516" y="connsiteY100516"/>
              </a:cxn>
              <a:cxn ang="0">
                <a:pos x="connsiteX100517" y="connsiteY100517"/>
              </a:cxn>
              <a:cxn ang="0">
                <a:pos x="connsiteX100518" y="connsiteY100518"/>
              </a:cxn>
              <a:cxn ang="0">
                <a:pos x="connsiteX100519" y="connsiteY100519"/>
              </a:cxn>
              <a:cxn ang="0">
                <a:pos x="connsiteX100520" y="connsiteY100520"/>
              </a:cxn>
              <a:cxn ang="0">
                <a:pos x="connsiteX100521" y="connsiteY100521"/>
              </a:cxn>
              <a:cxn ang="0">
                <a:pos x="connsiteX100522" y="connsiteY100522"/>
              </a:cxn>
              <a:cxn ang="0">
                <a:pos x="connsiteX100523" y="connsiteY100523"/>
              </a:cxn>
              <a:cxn ang="0">
                <a:pos x="connsiteX100524" y="connsiteY100524"/>
              </a:cxn>
              <a:cxn ang="0">
                <a:pos x="connsiteX100525" y="connsiteY100525"/>
              </a:cxn>
              <a:cxn ang="0">
                <a:pos x="connsiteX100526" y="connsiteY100526"/>
              </a:cxn>
              <a:cxn ang="0">
                <a:pos x="connsiteX100527" y="connsiteY100527"/>
              </a:cxn>
              <a:cxn ang="0">
                <a:pos x="connsiteX100528" y="connsiteY100528"/>
              </a:cxn>
              <a:cxn ang="0">
                <a:pos x="connsiteX100529" y="connsiteY100529"/>
              </a:cxn>
              <a:cxn ang="0">
                <a:pos x="connsiteX100530" y="connsiteY100530"/>
              </a:cxn>
              <a:cxn ang="0">
                <a:pos x="connsiteX100531" y="connsiteY100531"/>
              </a:cxn>
              <a:cxn ang="0">
                <a:pos x="connsiteX100532" y="connsiteY100532"/>
              </a:cxn>
              <a:cxn ang="0">
                <a:pos x="connsiteX100533" y="connsiteY100533"/>
              </a:cxn>
              <a:cxn ang="0">
                <a:pos x="connsiteX100534" y="connsiteY100534"/>
              </a:cxn>
              <a:cxn ang="0">
                <a:pos x="connsiteX100535" y="connsiteY100535"/>
              </a:cxn>
              <a:cxn ang="0">
                <a:pos x="connsiteX100536" y="connsiteY100536"/>
              </a:cxn>
              <a:cxn ang="0">
                <a:pos x="connsiteX100537" y="connsiteY100537"/>
              </a:cxn>
              <a:cxn ang="0">
                <a:pos x="connsiteX100538" y="connsiteY100538"/>
              </a:cxn>
              <a:cxn ang="0">
                <a:pos x="connsiteX100539" y="connsiteY100539"/>
              </a:cxn>
              <a:cxn ang="0">
                <a:pos x="connsiteX100540" y="connsiteY100540"/>
              </a:cxn>
              <a:cxn ang="0">
                <a:pos x="connsiteX100541" y="connsiteY100541"/>
              </a:cxn>
              <a:cxn ang="0">
                <a:pos x="connsiteX100542" y="connsiteY100542"/>
              </a:cxn>
              <a:cxn ang="0">
                <a:pos x="connsiteX100543" y="connsiteY100543"/>
              </a:cxn>
              <a:cxn ang="0">
                <a:pos x="connsiteX100544" y="connsiteY100544"/>
              </a:cxn>
              <a:cxn ang="0">
                <a:pos x="connsiteX100545" y="connsiteY100545"/>
              </a:cxn>
              <a:cxn ang="0">
                <a:pos x="connsiteX100546" y="connsiteY100546"/>
              </a:cxn>
              <a:cxn ang="0">
                <a:pos x="connsiteX100547" y="connsiteY100547"/>
              </a:cxn>
              <a:cxn ang="0">
                <a:pos x="connsiteX100548" y="connsiteY100548"/>
              </a:cxn>
              <a:cxn ang="0">
                <a:pos x="connsiteX100549" y="connsiteY100549"/>
              </a:cxn>
              <a:cxn ang="0">
                <a:pos x="connsiteX100550" y="connsiteY100550"/>
              </a:cxn>
              <a:cxn ang="0">
                <a:pos x="connsiteX100551" y="connsiteY100551"/>
              </a:cxn>
              <a:cxn ang="0">
                <a:pos x="connsiteX100552" y="connsiteY100552"/>
              </a:cxn>
              <a:cxn ang="0">
                <a:pos x="connsiteX100553" y="connsiteY100553"/>
              </a:cxn>
              <a:cxn ang="0">
                <a:pos x="connsiteX100554" y="connsiteY100554"/>
              </a:cxn>
              <a:cxn ang="0">
                <a:pos x="connsiteX100555" y="connsiteY100555"/>
              </a:cxn>
              <a:cxn ang="0">
                <a:pos x="connsiteX100556" y="connsiteY100556"/>
              </a:cxn>
              <a:cxn ang="0">
                <a:pos x="connsiteX100557" y="connsiteY100557"/>
              </a:cxn>
              <a:cxn ang="0">
                <a:pos x="connsiteX100558" y="connsiteY100558"/>
              </a:cxn>
              <a:cxn ang="0">
                <a:pos x="connsiteX100559" y="connsiteY100559"/>
              </a:cxn>
              <a:cxn ang="0">
                <a:pos x="connsiteX100560" y="connsiteY100560"/>
              </a:cxn>
              <a:cxn ang="0">
                <a:pos x="connsiteX100561" y="connsiteY100561"/>
              </a:cxn>
              <a:cxn ang="0">
                <a:pos x="connsiteX100562" y="connsiteY100562"/>
              </a:cxn>
              <a:cxn ang="0">
                <a:pos x="connsiteX100563" y="connsiteY100563"/>
              </a:cxn>
              <a:cxn ang="0">
                <a:pos x="connsiteX100564" y="connsiteY100564"/>
              </a:cxn>
              <a:cxn ang="0">
                <a:pos x="connsiteX100565" y="connsiteY100565"/>
              </a:cxn>
              <a:cxn ang="0">
                <a:pos x="connsiteX100566" y="connsiteY100566"/>
              </a:cxn>
              <a:cxn ang="0">
                <a:pos x="connsiteX100567" y="connsiteY100567"/>
              </a:cxn>
              <a:cxn ang="0">
                <a:pos x="connsiteX100568" y="connsiteY100568"/>
              </a:cxn>
              <a:cxn ang="0">
                <a:pos x="connsiteX100569" y="connsiteY100569"/>
              </a:cxn>
              <a:cxn ang="0">
                <a:pos x="connsiteX100570" y="connsiteY100570"/>
              </a:cxn>
              <a:cxn ang="0">
                <a:pos x="connsiteX100571" y="connsiteY100571"/>
              </a:cxn>
              <a:cxn ang="0">
                <a:pos x="connsiteX100572" y="connsiteY100572"/>
              </a:cxn>
              <a:cxn ang="0">
                <a:pos x="connsiteX100573" y="connsiteY100573"/>
              </a:cxn>
              <a:cxn ang="0">
                <a:pos x="connsiteX100574" y="connsiteY100574"/>
              </a:cxn>
              <a:cxn ang="0">
                <a:pos x="connsiteX100575" y="connsiteY100575"/>
              </a:cxn>
              <a:cxn ang="0">
                <a:pos x="connsiteX100576" y="connsiteY100576"/>
              </a:cxn>
              <a:cxn ang="0">
                <a:pos x="connsiteX100577" y="connsiteY100577"/>
              </a:cxn>
              <a:cxn ang="0">
                <a:pos x="connsiteX100578" y="connsiteY100578"/>
              </a:cxn>
              <a:cxn ang="0">
                <a:pos x="connsiteX100579" y="connsiteY100579"/>
              </a:cxn>
              <a:cxn ang="0">
                <a:pos x="connsiteX100580" y="connsiteY100580"/>
              </a:cxn>
              <a:cxn ang="0">
                <a:pos x="connsiteX100581" y="connsiteY100581"/>
              </a:cxn>
              <a:cxn ang="0">
                <a:pos x="connsiteX100582" y="connsiteY100582"/>
              </a:cxn>
              <a:cxn ang="0">
                <a:pos x="connsiteX100583" y="connsiteY100583"/>
              </a:cxn>
              <a:cxn ang="0">
                <a:pos x="connsiteX100584" y="connsiteY100584"/>
              </a:cxn>
              <a:cxn ang="0">
                <a:pos x="connsiteX100585" y="connsiteY100585"/>
              </a:cxn>
              <a:cxn ang="0">
                <a:pos x="connsiteX100586" y="connsiteY100586"/>
              </a:cxn>
              <a:cxn ang="0">
                <a:pos x="connsiteX100587" y="connsiteY100587"/>
              </a:cxn>
              <a:cxn ang="0">
                <a:pos x="connsiteX100588" y="connsiteY100588"/>
              </a:cxn>
              <a:cxn ang="0">
                <a:pos x="connsiteX100589" y="connsiteY100589"/>
              </a:cxn>
              <a:cxn ang="0">
                <a:pos x="connsiteX100590" y="connsiteY100590"/>
              </a:cxn>
              <a:cxn ang="0">
                <a:pos x="connsiteX100591" y="connsiteY100591"/>
              </a:cxn>
              <a:cxn ang="0">
                <a:pos x="connsiteX100592" y="connsiteY100592"/>
              </a:cxn>
              <a:cxn ang="0">
                <a:pos x="connsiteX100593" y="connsiteY100593"/>
              </a:cxn>
              <a:cxn ang="0">
                <a:pos x="connsiteX100594" y="connsiteY100594"/>
              </a:cxn>
              <a:cxn ang="0">
                <a:pos x="connsiteX100595" y="connsiteY100595"/>
              </a:cxn>
              <a:cxn ang="0">
                <a:pos x="connsiteX100596" y="connsiteY100596"/>
              </a:cxn>
              <a:cxn ang="0">
                <a:pos x="connsiteX100597" y="connsiteY100597"/>
              </a:cxn>
              <a:cxn ang="0">
                <a:pos x="connsiteX100598" y="connsiteY100598"/>
              </a:cxn>
              <a:cxn ang="0">
                <a:pos x="connsiteX100599" y="connsiteY100599"/>
              </a:cxn>
              <a:cxn ang="0">
                <a:pos x="connsiteX100600" y="connsiteY100600"/>
              </a:cxn>
              <a:cxn ang="0">
                <a:pos x="connsiteX100601" y="connsiteY100601"/>
              </a:cxn>
              <a:cxn ang="0">
                <a:pos x="connsiteX100602" y="connsiteY100602"/>
              </a:cxn>
              <a:cxn ang="0">
                <a:pos x="connsiteX100603" y="connsiteY100603"/>
              </a:cxn>
              <a:cxn ang="0">
                <a:pos x="connsiteX100604" y="connsiteY100604"/>
              </a:cxn>
              <a:cxn ang="0">
                <a:pos x="connsiteX100605" y="connsiteY100605"/>
              </a:cxn>
              <a:cxn ang="0">
                <a:pos x="connsiteX100606" y="connsiteY100606"/>
              </a:cxn>
              <a:cxn ang="0">
                <a:pos x="connsiteX100607" y="connsiteY100607"/>
              </a:cxn>
              <a:cxn ang="0">
                <a:pos x="connsiteX100608" y="connsiteY100608"/>
              </a:cxn>
              <a:cxn ang="0">
                <a:pos x="connsiteX100609" y="connsiteY100609"/>
              </a:cxn>
              <a:cxn ang="0">
                <a:pos x="connsiteX100610" y="connsiteY100610"/>
              </a:cxn>
              <a:cxn ang="0">
                <a:pos x="connsiteX100611" y="connsiteY100611"/>
              </a:cxn>
              <a:cxn ang="0">
                <a:pos x="connsiteX100612" y="connsiteY100612"/>
              </a:cxn>
              <a:cxn ang="0">
                <a:pos x="connsiteX100613" y="connsiteY100613"/>
              </a:cxn>
              <a:cxn ang="0">
                <a:pos x="connsiteX100614" y="connsiteY100614"/>
              </a:cxn>
              <a:cxn ang="0">
                <a:pos x="connsiteX100615" y="connsiteY100615"/>
              </a:cxn>
              <a:cxn ang="0">
                <a:pos x="connsiteX100616" y="connsiteY100616"/>
              </a:cxn>
              <a:cxn ang="0">
                <a:pos x="connsiteX100617" y="connsiteY100617"/>
              </a:cxn>
              <a:cxn ang="0">
                <a:pos x="connsiteX100618" y="connsiteY100618"/>
              </a:cxn>
              <a:cxn ang="0">
                <a:pos x="connsiteX100619" y="connsiteY100619"/>
              </a:cxn>
              <a:cxn ang="0">
                <a:pos x="connsiteX100620" y="connsiteY100620"/>
              </a:cxn>
              <a:cxn ang="0">
                <a:pos x="connsiteX100621" y="connsiteY100621"/>
              </a:cxn>
              <a:cxn ang="0">
                <a:pos x="connsiteX100622" y="connsiteY100622"/>
              </a:cxn>
              <a:cxn ang="0">
                <a:pos x="connsiteX100623" y="connsiteY100623"/>
              </a:cxn>
              <a:cxn ang="0">
                <a:pos x="connsiteX100624" y="connsiteY100624"/>
              </a:cxn>
              <a:cxn ang="0">
                <a:pos x="connsiteX100625" y="connsiteY100625"/>
              </a:cxn>
              <a:cxn ang="0">
                <a:pos x="connsiteX100626" y="connsiteY100626"/>
              </a:cxn>
              <a:cxn ang="0">
                <a:pos x="connsiteX100627" y="connsiteY100627"/>
              </a:cxn>
              <a:cxn ang="0">
                <a:pos x="connsiteX100628" y="connsiteY100628"/>
              </a:cxn>
              <a:cxn ang="0">
                <a:pos x="connsiteX100629" y="connsiteY100629"/>
              </a:cxn>
              <a:cxn ang="0">
                <a:pos x="connsiteX100630" y="connsiteY100630"/>
              </a:cxn>
              <a:cxn ang="0">
                <a:pos x="connsiteX100631" y="connsiteY100631"/>
              </a:cxn>
              <a:cxn ang="0">
                <a:pos x="connsiteX100632" y="connsiteY100632"/>
              </a:cxn>
              <a:cxn ang="0">
                <a:pos x="connsiteX100633" y="connsiteY100633"/>
              </a:cxn>
              <a:cxn ang="0">
                <a:pos x="connsiteX100634" y="connsiteY100634"/>
              </a:cxn>
              <a:cxn ang="0">
                <a:pos x="connsiteX100635" y="connsiteY100635"/>
              </a:cxn>
              <a:cxn ang="0">
                <a:pos x="connsiteX100636" y="connsiteY100636"/>
              </a:cxn>
              <a:cxn ang="0">
                <a:pos x="connsiteX100637" y="connsiteY100637"/>
              </a:cxn>
              <a:cxn ang="0">
                <a:pos x="connsiteX100638" y="connsiteY100638"/>
              </a:cxn>
              <a:cxn ang="0">
                <a:pos x="connsiteX100639" y="connsiteY100639"/>
              </a:cxn>
              <a:cxn ang="0">
                <a:pos x="connsiteX100640" y="connsiteY100640"/>
              </a:cxn>
              <a:cxn ang="0">
                <a:pos x="connsiteX100641" y="connsiteY100641"/>
              </a:cxn>
              <a:cxn ang="0">
                <a:pos x="connsiteX100642" y="connsiteY100642"/>
              </a:cxn>
              <a:cxn ang="0">
                <a:pos x="connsiteX100643" y="connsiteY100643"/>
              </a:cxn>
              <a:cxn ang="0">
                <a:pos x="connsiteX100644" y="connsiteY100644"/>
              </a:cxn>
              <a:cxn ang="0">
                <a:pos x="connsiteX100645" y="connsiteY100645"/>
              </a:cxn>
              <a:cxn ang="0">
                <a:pos x="connsiteX100646" y="connsiteY100646"/>
              </a:cxn>
              <a:cxn ang="0">
                <a:pos x="connsiteX100647" y="connsiteY100647"/>
              </a:cxn>
              <a:cxn ang="0">
                <a:pos x="connsiteX100648" y="connsiteY100648"/>
              </a:cxn>
              <a:cxn ang="0">
                <a:pos x="connsiteX100649" y="connsiteY100649"/>
              </a:cxn>
              <a:cxn ang="0">
                <a:pos x="connsiteX100650" y="connsiteY100650"/>
              </a:cxn>
              <a:cxn ang="0">
                <a:pos x="connsiteX100651" y="connsiteY100651"/>
              </a:cxn>
              <a:cxn ang="0">
                <a:pos x="connsiteX100652" y="connsiteY100652"/>
              </a:cxn>
              <a:cxn ang="0">
                <a:pos x="connsiteX100653" y="connsiteY100653"/>
              </a:cxn>
              <a:cxn ang="0">
                <a:pos x="connsiteX100654" y="connsiteY100654"/>
              </a:cxn>
              <a:cxn ang="0">
                <a:pos x="connsiteX100655" y="connsiteY100655"/>
              </a:cxn>
              <a:cxn ang="0">
                <a:pos x="connsiteX100656" y="connsiteY100656"/>
              </a:cxn>
              <a:cxn ang="0">
                <a:pos x="connsiteX100657" y="connsiteY100657"/>
              </a:cxn>
              <a:cxn ang="0">
                <a:pos x="connsiteX100658" y="connsiteY100658"/>
              </a:cxn>
              <a:cxn ang="0">
                <a:pos x="connsiteX100659" y="connsiteY100659"/>
              </a:cxn>
              <a:cxn ang="0">
                <a:pos x="connsiteX100660" y="connsiteY100660"/>
              </a:cxn>
              <a:cxn ang="0">
                <a:pos x="connsiteX100661" y="connsiteY100661"/>
              </a:cxn>
              <a:cxn ang="0">
                <a:pos x="connsiteX100662" y="connsiteY100662"/>
              </a:cxn>
              <a:cxn ang="0">
                <a:pos x="connsiteX100663" y="connsiteY100663"/>
              </a:cxn>
              <a:cxn ang="0">
                <a:pos x="connsiteX100664" y="connsiteY100664"/>
              </a:cxn>
              <a:cxn ang="0">
                <a:pos x="connsiteX100665" y="connsiteY100665"/>
              </a:cxn>
              <a:cxn ang="0">
                <a:pos x="connsiteX100666" y="connsiteY100666"/>
              </a:cxn>
              <a:cxn ang="0">
                <a:pos x="connsiteX100667" y="connsiteY100667"/>
              </a:cxn>
              <a:cxn ang="0">
                <a:pos x="connsiteX100668" y="connsiteY100668"/>
              </a:cxn>
              <a:cxn ang="0">
                <a:pos x="connsiteX100669" y="connsiteY100669"/>
              </a:cxn>
              <a:cxn ang="0">
                <a:pos x="connsiteX100670" y="connsiteY100670"/>
              </a:cxn>
              <a:cxn ang="0">
                <a:pos x="connsiteX100671" y="connsiteY100671"/>
              </a:cxn>
              <a:cxn ang="0">
                <a:pos x="connsiteX100672" y="connsiteY100672"/>
              </a:cxn>
              <a:cxn ang="0">
                <a:pos x="connsiteX100673" y="connsiteY100673"/>
              </a:cxn>
              <a:cxn ang="0">
                <a:pos x="connsiteX100674" y="connsiteY100674"/>
              </a:cxn>
              <a:cxn ang="0">
                <a:pos x="connsiteX100675" y="connsiteY100675"/>
              </a:cxn>
              <a:cxn ang="0">
                <a:pos x="connsiteX100676" y="connsiteY100676"/>
              </a:cxn>
              <a:cxn ang="0">
                <a:pos x="connsiteX100677" y="connsiteY100677"/>
              </a:cxn>
              <a:cxn ang="0">
                <a:pos x="connsiteX100678" y="connsiteY100678"/>
              </a:cxn>
              <a:cxn ang="0">
                <a:pos x="connsiteX100679" y="connsiteY100679"/>
              </a:cxn>
              <a:cxn ang="0">
                <a:pos x="connsiteX100680" y="connsiteY100680"/>
              </a:cxn>
              <a:cxn ang="0">
                <a:pos x="connsiteX100681" y="connsiteY100681"/>
              </a:cxn>
              <a:cxn ang="0">
                <a:pos x="connsiteX100682" y="connsiteY100682"/>
              </a:cxn>
              <a:cxn ang="0">
                <a:pos x="connsiteX100683" y="connsiteY100683"/>
              </a:cxn>
              <a:cxn ang="0">
                <a:pos x="connsiteX100684" y="connsiteY100684"/>
              </a:cxn>
              <a:cxn ang="0">
                <a:pos x="connsiteX100685" y="connsiteY100685"/>
              </a:cxn>
              <a:cxn ang="0">
                <a:pos x="connsiteX100686" y="connsiteY100686"/>
              </a:cxn>
              <a:cxn ang="0">
                <a:pos x="connsiteX100687" y="connsiteY100687"/>
              </a:cxn>
              <a:cxn ang="0">
                <a:pos x="connsiteX100688" y="connsiteY100688"/>
              </a:cxn>
              <a:cxn ang="0">
                <a:pos x="connsiteX100689" y="connsiteY100689"/>
              </a:cxn>
              <a:cxn ang="0">
                <a:pos x="connsiteX100690" y="connsiteY100690"/>
              </a:cxn>
              <a:cxn ang="0">
                <a:pos x="connsiteX100691" y="connsiteY100691"/>
              </a:cxn>
              <a:cxn ang="0">
                <a:pos x="connsiteX100692" y="connsiteY100692"/>
              </a:cxn>
              <a:cxn ang="0">
                <a:pos x="connsiteX100693" y="connsiteY100693"/>
              </a:cxn>
              <a:cxn ang="0">
                <a:pos x="connsiteX100694" y="connsiteY100694"/>
              </a:cxn>
              <a:cxn ang="0">
                <a:pos x="connsiteX100695" y="connsiteY100695"/>
              </a:cxn>
              <a:cxn ang="0">
                <a:pos x="connsiteX100696" y="connsiteY100696"/>
              </a:cxn>
              <a:cxn ang="0">
                <a:pos x="connsiteX100697" y="connsiteY100697"/>
              </a:cxn>
              <a:cxn ang="0">
                <a:pos x="connsiteX100698" y="connsiteY100698"/>
              </a:cxn>
              <a:cxn ang="0">
                <a:pos x="connsiteX100699" y="connsiteY100699"/>
              </a:cxn>
              <a:cxn ang="0">
                <a:pos x="connsiteX100700" y="connsiteY100700"/>
              </a:cxn>
              <a:cxn ang="0">
                <a:pos x="connsiteX100701" y="connsiteY100701"/>
              </a:cxn>
              <a:cxn ang="0">
                <a:pos x="connsiteX100702" y="connsiteY100702"/>
              </a:cxn>
              <a:cxn ang="0">
                <a:pos x="connsiteX100703" y="connsiteY100703"/>
              </a:cxn>
              <a:cxn ang="0">
                <a:pos x="connsiteX100704" y="connsiteY100704"/>
              </a:cxn>
              <a:cxn ang="0">
                <a:pos x="connsiteX100705" y="connsiteY100705"/>
              </a:cxn>
              <a:cxn ang="0">
                <a:pos x="connsiteX100706" y="connsiteY100706"/>
              </a:cxn>
              <a:cxn ang="0">
                <a:pos x="connsiteX100707" y="connsiteY100707"/>
              </a:cxn>
              <a:cxn ang="0">
                <a:pos x="connsiteX100708" y="connsiteY100708"/>
              </a:cxn>
              <a:cxn ang="0">
                <a:pos x="connsiteX100709" y="connsiteY100709"/>
              </a:cxn>
              <a:cxn ang="0">
                <a:pos x="connsiteX100710" y="connsiteY100710"/>
              </a:cxn>
              <a:cxn ang="0">
                <a:pos x="connsiteX100711" y="connsiteY100711"/>
              </a:cxn>
              <a:cxn ang="0">
                <a:pos x="connsiteX100712" y="connsiteY100712"/>
              </a:cxn>
              <a:cxn ang="0">
                <a:pos x="connsiteX100713" y="connsiteY100713"/>
              </a:cxn>
              <a:cxn ang="0">
                <a:pos x="connsiteX100714" y="connsiteY100714"/>
              </a:cxn>
              <a:cxn ang="0">
                <a:pos x="connsiteX100715" y="connsiteY100715"/>
              </a:cxn>
              <a:cxn ang="0">
                <a:pos x="connsiteX100716" y="connsiteY100716"/>
              </a:cxn>
              <a:cxn ang="0">
                <a:pos x="connsiteX100717" y="connsiteY100717"/>
              </a:cxn>
              <a:cxn ang="0">
                <a:pos x="connsiteX100718" y="connsiteY100718"/>
              </a:cxn>
              <a:cxn ang="0">
                <a:pos x="connsiteX100719" y="connsiteY100719"/>
              </a:cxn>
              <a:cxn ang="0">
                <a:pos x="connsiteX100720" y="connsiteY100720"/>
              </a:cxn>
              <a:cxn ang="0">
                <a:pos x="connsiteX100721" y="connsiteY100721"/>
              </a:cxn>
              <a:cxn ang="0">
                <a:pos x="connsiteX100722" y="connsiteY100722"/>
              </a:cxn>
              <a:cxn ang="0">
                <a:pos x="connsiteX100723" y="connsiteY100723"/>
              </a:cxn>
              <a:cxn ang="0">
                <a:pos x="connsiteX100724" y="connsiteY100724"/>
              </a:cxn>
              <a:cxn ang="0">
                <a:pos x="connsiteX100725" y="connsiteY100725"/>
              </a:cxn>
              <a:cxn ang="0">
                <a:pos x="connsiteX100726" y="connsiteY100726"/>
              </a:cxn>
              <a:cxn ang="0">
                <a:pos x="connsiteX100727" y="connsiteY100727"/>
              </a:cxn>
              <a:cxn ang="0">
                <a:pos x="connsiteX100728" y="connsiteY100728"/>
              </a:cxn>
              <a:cxn ang="0">
                <a:pos x="connsiteX100729" y="connsiteY100729"/>
              </a:cxn>
              <a:cxn ang="0">
                <a:pos x="connsiteX100730" y="connsiteY100730"/>
              </a:cxn>
              <a:cxn ang="0">
                <a:pos x="connsiteX100731" y="connsiteY100731"/>
              </a:cxn>
              <a:cxn ang="0">
                <a:pos x="connsiteX100732" y="connsiteY100732"/>
              </a:cxn>
              <a:cxn ang="0">
                <a:pos x="connsiteX100733" y="connsiteY100733"/>
              </a:cxn>
              <a:cxn ang="0">
                <a:pos x="connsiteX100734" y="connsiteY100734"/>
              </a:cxn>
              <a:cxn ang="0">
                <a:pos x="connsiteX100735" y="connsiteY100735"/>
              </a:cxn>
              <a:cxn ang="0">
                <a:pos x="connsiteX100736" y="connsiteY100736"/>
              </a:cxn>
              <a:cxn ang="0">
                <a:pos x="connsiteX100737" y="connsiteY100737"/>
              </a:cxn>
              <a:cxn ang="0">
                <a:pos x="connsiteX100738" y="connsiteY100738"/>
              </a:cxn>
              <a:cxn ang="0">
                <a:pos x="connsiteX100739" y="connsiteY100739"/>
              </a:cxn>
              <a:cxn ang="0">
                <a:pos x="connsiteX100740" y="connsiteY100740"/>
              </a:cxn>
              <a:cxn ang="0">
                <a:pos x="connsiteX100741" y="connsiteY100741"/>
              </a:cxn>
              <a:cxn ang="0">
                <a:pos x="connsiteX100742" y="connsiteY100742"/>
              </a:cxn>
              <a:cxn ang="0">
                <a:pos x="connsiteX100743" y="connsiteY100743"/>
              </a:cxn>
              <a:cxn ang="0">
                <a:pos x="connsiteX100744" y="connsiteY100744"/>
              </a:cxn>
              <a:cxn ang="0">
                <a:pos x="connsiteX100745" y="connsiteY100745"/>
              </a:cxn>
              <a:cxn ang="0">
                <a:pos x="connsiteX100746" y="connsiteY100746"/>
              </a:cxn>
              <a:cxn ang="0">
                <a:pos x="connsiteX100747" y="connsiteY100747"/>
              </a:cxn>
              <a:cxn ang="0">
                <a:pos x="connsiteX100748" y="connsiteY100748"/>
              </a:cxn>
              <a:cxn ang="0">
                <a:pos x="connsiteX100749" y="connsiteY100749"/>
              </a:cxn>
              <a:cxn ang="0">
                <a:pos x="connsiteX100750" y="connsiteY100750"/>
              </a:cxn>
              <a:cxn ang="0">
                <a:pos x="connsiteX100751" y="connsiteY100751"/>
              </a:cxn>
              <a:cxn ang="0">
                <a:pos x="connsiteX100752" y="connsiteY100752"/>
              </a:cxn>
              <a:cxn ang="0">
                <a:pos x="connsiteX100753" y="connsiteY100753"/>
              </a:cxn>
              <a:cxn ang="0">
                <a:pos x="connsiteX100754" y="connsiteY100754"/>
              </a:cxn>
              <a:cxn ang="0">
                <a:pos x="connsiteX100755" y="connsiteY100755"/>
              </a:cxn>
              <a:cxn ang="0">
                <a:pos x="connsiteX100756" y="connsiteY100756"/>
              </a:cxn>
              <a:cxn ang="0">
                <a:pos x="connsiteX100757" y="connsiteY100757"/>
              </a:cxn>
              <a:cxn ang="0">
                <a:pos x="connsiteX100758" y="connsiteY100758"/>
              </a:cxn>
              <a:cxn ang="0">
                <a:pos x="connsiteX100759" y="connsiteY100759"/>
              </a:cxn>
              <a:cxn ang="0">
                <a:pos x="connsiteX100760" y="connsiteY100760"/>
              </a:cxn>
              <a:cxn ang="0">
                <a:pos x="connsiteX100761" y="connsiteY100761"/>
              </a:cxn>
              <a:cxn ang="0">
                <a:pos x="connsiteX100762" y="connsiteY100762"/>
              </a:cxn>
              <a:cxn ang="0">
                <a:pos x="connsiteX100763" y="connsiteY100763"/>
              </a:cxn>
              <a:cxn ang="0">
                <a:pos x="connsiteX100764" y="connsiteY100764"/>
              </a:cxn>
              <a:cxn ang="0">
                <a:pos x="connsiteX100765" y="connsiteY100765"/>
              </a:cxn>
              <a:cxn ang="0">
                <a:pos x="connsiteX100766" y="connsiteY100766"/>
              </a:cxn>
              <a:cxn ang="0">
                <a:pos x="connsiteX100767" y="connsiteY100767"/>
              </a:cxn>
              <a:cxn ang="0">
                <a:pos x="connsiteX100768" y="connsiteY100768"/>
              </a:cxn>
              <a:cxn ang="0">
                <a:pos x="connsiteX100769" y="connsiteY100769"/>
              </a:cxn>
              <a:cxn ang="0">
                <a:pos x="connsiteX100770" y="connsiteY100770"/>
              </a:cxn>
              <a:cxn ang="0">
                <a:pos x="connsiteX100771" y="connsiteY100771"/>
              </a:cxn>
              <a:cxn ang="0">
                <a:pos x="connsiteX100772" y="connsiteY100772"/>
              </a:cxn>
              <a:cxn ang="0">
                <a:pos x="connsiteX100773" y="connsiteY100773"/>
              </a:cxn>
              <a:cxn ang="0">
                <a:pos x="connsiteX100774" y="connsiteY100774"/>
              </a:cxn>
              <a:cxn ang="0">
                <a:pos x="connsiteX100775" y="connsiteY100775"/>
              </a:cxn>
              <a:cxn ang="0">
                <a:pos x="connsiteX100776" y="connsiteY100776"/>
              </a:cxn>
              <a:cxn ang="0">
                <a:pos x="connsiteX100777" y="connsiteY100777"/>
              </a:cxn>
              <a:cxn ang="0">
                <a:pos x="connsiteX100778" y="connsiteY100778"/>
              </a:cxn>
              <a:cxn ang="0">
                <a:pos x="connsiteX100779" y="connsiteY100779"/>
              </a:cxn>
              <a:cxn ang="0">
                <a:pos x="connsiteX100780" y="connsiteY100780"/>
              </a:cxn>
              <a:cxn ang="0">
                <a:pos x="connsiteX100781" y="connsiteY100781"/>
              </a:cxn>
              <a:cxn ang="0">
                <a:pos x="connsiteX100782" y="connsiteY100782"/>
              </a:cxn>
              <a:cxn ang="0">
                <a:pos x="connsiteX100783" y="connsiteY100783"/>
              </a:cxn>
              <a:cxn ang="0">
                <a:pos x="connsiteX100784" y="connsiteY100784"/>
              </a:cxn>
              <a:cxn ang="0">
                <a:pos x="connsiteX100785" y="connsiteY100785"/>
              </a:cxn>
              <a:cxn ang="0">
                <a:pos x="connsiteX100786" y="connsiteY100786"/>
              </a:cxn>
              <a:cxn ang="0">
                <a:pos x="connsiteX100787" y="connsiteY100787"/>
              </a:cxn>
              <a:cxn ang="0">
                <a:pos x="connsiteX100788" y="connsiteY100788"/>
              </a:cxn>
              <a:cxn ang="0">
                <a:pos x="connsiteX100789" y="connsiteY100789"/>
              </a:cxn>
              <a:cxn ang="0">
                <a:pos x="connsiteX100790" y="connsiteY100790"/>
              </a:cxn>
              <a:cxn ang="0">
                <a:pos x="connsiteX100791" y="connsiteY100791"/>
              </a:cxn>
              <a:cxn ang="0">
                <a:pos x="connsiteX100792" y="connsiteY100792"/>
              </a:cxn>
              <a:cxn ang="0">
                <a:pos x="connsiteX100793" y="connsiteY100793"/>
              </a:cxn>
              <a:cxn ang="0">
                <a:pos x="connsiteX100794" y="connsiteY100794"/>
              </a:cxn>
              <a:cxn ang="0">
                <a:pos x="connsiteX100795" y="connsiteY100795"/>
              </a:cxn>
              <a:cxn ang="0">
                <a:pos x="connsiteX100796" y="connsiteY100796"/>
              </a:cxn>
              <a:cxn ang="0">
                <a:pos x="connsiteX100797" y="connsiteY100797"/>
              </a:cxn>
              <a:cxn ang="0">
                <a:pos x="connsiteX100798" y="connsiteY100798"/>
              </a:cxn>
              <a:cxn ang="0">
                <a:pos x="connsiteX100799" y="connsiteY100799"/>
              </a:cxn>
              <a:cxn ang="0">
                <a:pos x="connsiteX100800" y="connsiteY100800"/>
              </a:cxn>
              <a:cxn ang="0">
                <a:pos x="connsiteX100801" y="connsiteY100801"/>
              </a:cxn>
              <a:cxn ang="0">
                <a:pos x="connsiteX100802" y="connsiteY100802"/>
              </a:cxn>
              <a:cxn ang="0">
                <a:pos x="connsiteX100803" y="connsiteY100803"/>
              </a:cxn>
              <a:cxn ang="0">
                <a:pos x="connsiteX100804" y="connsiteY100804"/>
              </a:cxn>
              <a:cxn ang="0">
                <a:pos x="connsiteX100805" y="connsiteY100805"/>
              </a:cxn>
              <a:cxn ang="0">
                <a:pos x="connsiteX100806" y="connsiteY100806"/>
              </a:cxn>
              <a:cxn ang="0">
                <a:pos x="connsiteX100807" y="connsiteY100807"/>
              </a:cxn>
              <a:cxn ang="0">
                <a:pos x="connsiteX100808" y="connsiteY100808"/>
              </a:cxn>
              <a:cxn ang="0">
                <a:pos x="connsiteX100809" y="connsiteY100809"/>
              </a:cxn>
              <a:cxn ang="0">
                <a:pos x="connsiteX100810" y="connsiteY100810"/>
              </a:cxn>
              <a:cxn ang="0">
                <a:pos x="connsiteX100811" y="connsiteY100811"/>
              </a:cxn>
              <a:cxn ang="0">
                <a:pos x="connsiteX100812" y="connsiteY100812"/>
              </a:cxn>
              <a:cxn ang="0">
                <a:pos x="connsiteX100813" y="connsiteY100813"/>
              </a:cxn>
              <a:cxn ang="0">
                <a:pos x="connsiteX100814" y="connsiteY100814"/>
              </a:cxn>
              <a:cxn ang="0">
                <a:pos x="connsiteX100815" y="connsiteY100815"/>
              </a:cxn>
              <a:cxn ang="0">
                <a:pos x="connsiteX100816" y="connsiteY100816"/>
              </a:cxn>
              <a:cxn ang="0">
                <a:pos x="connsiteX100817" y="connsiteY100817"/>
              </a:cxn>
              <a:cxn ang="0">
                <a:pos x="connsiteX100818" y="connsiteY100818"/>
              </a:cxn>
              <a:cxn ang="0">
                <a:pos x="connsiteX100819" y="connsiteY100819"/>
              </a:cxn>
              <a:cxn ang="0">
                <a:pos x="connsiteX100820" y="connsiteY100820"/>
              </a:cxn>
              <a:cxn ang="0">
                <a:pos x="connsiteX100821" y="connsiteY100821"/>
              </a:cxn>
              <a:cxn ang="0">
                <a:pos x="connsiteX100822" y="connsiteY100822"/>
              </a:cxn>
              <a:cxn ang="0">
                <a:pos x="connsiteX100823" y="connsiteY100823"/>
              </a:cxn>
              <a:cxn ang="0">
                <a:pos x="connsiteX100824" y="connsiteY100824"/>
              </a:cxn>
              <a:cxn ang="0">
                <a:pos x="connsiteX100825" y="connsiteY100825"/>
              </a:cxn>
              <a:cxn ang="0">
                <a:pos x="connsiteX100826" y="connsiteY100826"/>
              </a:cxn>
              <a:cxn ang="0">
                <a:pos x="connsiteX100827" y="connsiteY100827"/>
              </a:cxn>
              <a:cxn ang="0">
                <a:pos x="connsiteX100828" y="connsiteY100828"/>
              </a:cxn>
              <a:cxn ang="0">
                <a:pos x="connsiteX100829" y="connsiteY100829"/>
              </a:cxn>
              <a:cxn ang="0">
                <a:pos x="connsiteX100830" y="connsiteY100830"/>
              </a:cxn>
              <a:cxn ang="0">
                <a:pos x="connsiteX100831" y="connsiteY100831"/>
              </a:cxn>
              <a:cxn ang="0">
                <a:pos x="connsiteX100832" y="connsiteY100832"/>
              </a:cxn>
              <a:cxn ang="0">
                <a:pos x="connsiteX100833" y="connsiteY100833"/>
              </a:cxn>
              <a:cxn ang="0">
                <a:pos x="connsiteX100834" y="connsiteY100834"/>
              </a:cxn>
              <a:cxn ang="0">
                <a:pos x="connsiteX100835" y="connsiteY100835"/>
              </a:cxn>
              <a:cxn ang="0">
                <a:pos x="connsiteX100836" y="connsiteY100836"/>
              </a:cxn>
              <a:cxn ang="0">
                <a:pos x="connsiteX100837" y="connsiteY100837"/>
              </a:cxn>
              <a:cxn ang="0">
                <a:pos x="connsiteX100838" y="connsiteY100838"/>
              </a:cxn>
              <a:cxn ang="0">
                <a:pos x="connsiteX100839" y="connsiteY100839"/>
              </a:cxn>
              <a:cxn ang="0">
                <a:pos x="connsiteX100840" y="connsiteY100840"/>
              </a:cxn>
              <a:cxn ang="0">
                <a:pos x="connsiteX100841" y="connsiteY100841"/>
              </a:cxn>
              <a:cxn ang="0">
                <a:pos x="connsiteX100842" y="connsiteY100842"/>
              </a:cxn>
              <a:cxn ang="0">
                <a:pos x="connsiteX100843" y="connsiteY100843"/>
              </a:cxn>
              <a:cxn ang="0">
                <a:pos x="connsiteX100844" y="connsiteY100844"/>
              </a:cxn>
              <a:cxn ang="0">
                <a:pos x="connsiteX100845" y="connsiteY100845"/>
              </a:cxn>
              <a:cxn ang="0">
                <a:pos x="connsiteX100846" y="connsiteY100846"/>
              </a:cxn>
              <a:cxn ang="0">
                <a:pos x="connsiteX100847" y="connsiteY100847"/>
              </a:cxn>
              <a:cxn ang="0">
                <a:pos x="connsiteX100848" y="connsiteY100848"/>
              </a:cxn>
              <a:cxn ang="0">
                <a:pos x="connsiteX100849" y="connsiteY100849"/>
              </a:cxn>
              <a:cxn ang="0">
                <a:pos x="connsiteX100850" y="connsiteY100850"/>
              </a:cxn>
              <a:cxn ang="0">
                <a:pos x="connsiteX100851" y="connsiteY100851"/>
              </a:cxn>
              <a:cxn ang="0">
                <a:pos x="connsiteX100852" y="connsiteY100852"/>
              </a:cxn>
              <a:cxn ang="0">
                <a:pos x="connsiteX100853" y="connsiteY100853"/>
              </a:cxn>
              <a:cxn ang="0">
                <a:pos x="connsiteX100854" y="connsiteY100854"/>
              </a:cxn>
              <a:cxn ang="0">
                <a:pos x="connsiteX100855" y="connsiteY100855"/>
              </a:cxn>
              <a:cxn ang="0">
                <a:pos x="connsiteX100856" y="connsiteY100856"/>
              </a:cxn>
              <a:cxn ang="0">
                <a:pos x="connsiteX100857" y="connsiteY100857"/>
              </a:cxn>
              <a:cxn ang="0">
                <a:pos x="connsiteX100858" y="connsiteY100858"/>
              </a:cxn>
              <a:cxn ang="0">
                <a:pos x="connsiteX100859" y="connsiteY100859"/>
              </a:cxn>
              <a:cxn ang="0">
                <a:pos x="connsiteX100860" y="connsiteY100860"/>
              </a:cxn>
              <a:cxn ang="0">
                <a:pos x="connsiteX100861" y="connsiteY100861"/>
              </a:cxn>
              <a:cxn ang="0">
                <a:pos x="connsiteX100862" y="connsiteY100862"/>
              </a:cxn>
              <a:cxn ang="0">
                <a:pos x="connsiteX100863" y="connsiteY100863"/>
              </a:cxn>
              <a:cxn ang="0">
                <a:pos x="connsiteX100864" y="connsiteY100864"/>
              </a:cxn>
              <a:cxn ang="0">
                <a:pos x="connsiteX100865" y="connsiteY100865"/>
              </a:cxn>
              <a:cxn ang="0">
                <a:pos x="connsiteX100866" y="connsiteY100866"/>
              </a:cxn>
              <a:cxn ang="0">
                <a:pos x="connsiteX100867" y="connsiteY100867"/>
              </a:cxn>
              <a:cxn ang="0">
                <a:pos x="connsiteX100868" y="connsiteY100868"/>
              </a:cxn>
              <a:cxn ang="0">
                <a:pos x="connsiteX100869" y="connsiteY100869"/>
              </a:cxn>
              <a:cxn ang="0">
                <a:pos x="connsiteX100870" y="connsiteY100870"/>
              </a:cxn>
              <a:cxn ang="0">
                <a:pos x="connsiteX100871" y="connsiteY100871"/>
              </a:cxn>
              <a:cxn ang="0">
                <a:pos x="connsiteX100872" y="connsiteY100872"/>
              </a:cxn>
              <a:cxn ang="0">
                <a:pos x="connsiteX100873" y="connsiteY100873"/>
              </a:cxn>
              <a:cxn ang="0">
                <a:pos x="connsiteX100874" y="connsiteY100874"/>
              </a:cxn>
              <a:cxn ang="0">
                <a:pos x="connsiteX100875" y="connsiteY100875"/>
              </a:cxn>
              <a:cxn ang="0">
                <a:pos x="connsiteX100876" y="connsiteY100876"/>
              </a:cxn>
              <a:cxn ang="0">
                <a:pos x="connsiteX100877" y="connsiteY100877"/>
              </a:cxn>
              <a:cxn ang="0">
                <a:pos x="connsiteX100878" y="connsiteY100878"/>
              </a:cxn>
              <a:cxn ang="0">
                <a:pos x="connsiteX100879" y="connsiteY100879"/>
              </a:cxn>
              <a:cxn ang="0">
                <a:pos x="connsiteX100880" y="connsiteY100880"/>
              </a:cxn>
              <a:cxn ang="0">
                <a:pos x="connsiteX100881" y="connsiteY100881"/>
              </a:cxn>
              <a:cxn ang="0">
                <a:pos x="connsiteX100882" y="connsiteY100882"/>
              </a:cxn>
              <a:cxn ang="0">
                <a:pos x="connsiteX100883" y="connsiteY100883"/>
              </a:cxn>
              <a:cxn ang="0">
                <a:pos x="connsiteX100884" y="connsiteY100884"/>
              </a:cxn>
              <a:cxn ang="0">
                <a:pos x="connsiteX100885" y="connsiteY100885"/>
              </a:cxn>
              <a:cxn ang="0">
                <a:pos x="connsiteX100886" y="connsiteY100886"/>
              </a:cxn>
              <a:cxn ang="0">
                <a:pos x="connsiteX100887" y="connsiteY100887"/>
              </a:cxn>
              <a:cxn ang="0">
                <a:pos x="connsiteX100888" y="connsiteY100888"/>
              </a:cxn>
              <a:cxn ang="0">
                <a:pos x="connsiteX100889" y="connsiteY100889"/>
              </a:cxn>
              <a:cxn ang="0">
                <a:pos x="connsiteX100890" y="connsiteY100890"/>
              </a:cxn>
              <a:cxn ang="0">
                <a:pos x="connsiteX100891" y="connsiteY100891"/>
              </a:cxn>
              <a:cxn ang="0">
                <a:pos x="connsiteX100892" y="connsiteY100892"/>
              </a:cxn>
              <a:cxn ang="0">
                <a:pos x="connsiteX100893" y="connsiteY100893"/>
              </a:cxn>
              <a:cxn ang="0">
                <a:pos x="connsiteX100894" y="connsiteY100894"/>
              </a:cxn>
              <a:cxn ang="0">
                <a:pos x="connsiteX100895" y="connsiteY100895"/>
              </a:cxn>
              <a:cxn ang="0">
                <a:pos x="connsiteX100896" y="connsiteY100896"/>
              </a:cxn>
              <a:cxn ang="0">
                <a:pos x="connsiteX100897" y="connsiteY100897"/>
              </a:cxn>
              <a:cxn ang="0">
                <a:pos x="connsiteX100898" y="connsiteY100898"/>
              </a:cxn>
              <a:cxn ang="0">
                <a:pos x="connsiteX100899" y="connsiteY100899"/>
              </a:cxn>
              <a:cxn ang="0">
                <a:pos x="connsiteX100900" y="connsiteY100900"/>
              </a:cxn>
              <a:cxn ang="0">
                <a:pos x="connsiteX100901" y="connsiteY100901"/>
              </a:cxn>
              <a:cxn ang="0">
                <a:pos x="connsiteX100902" y="connsiteY100902"/>
              </a:cxn>
              <a:cxn ang="0">
                <a:pos x="connsiteX100903" y="connsiteY100903"/>
              </a:cxn>
              <a:cxn ang="0">
                <a:pos x="connsiteX100904" y="connsiteY100904"/>
              </a:cxn>
              <a:cxn ang="0">
                <a:pos x="connsiteX100905" y="connsiteY100905"/>
              </a:cxn>
              <a:cxn ang="0">
                <a:pos x="connsiteX100906" y="connsiteY100906"/>
              </a:cxn>
              <a:cxn ang="0">
                <a:pos x="connsiteX100907" y="connsiteY100907"/>
              </a:cxn>
              <a:cxn ang="0">
                <a:pos x="connsiteX100908" y="connsiteY100908"/>
              </a:cxn>
              <a:cxn ang="0">
                <a:pos x="connsiteX100909" y="connsiteY100909"/>
              </a:cxn>
              <a:cxn ang="0">
                <a:pos x="connsiteX100910" y="connsiteY100910"/>
              </a:cxn>
              <a:cxn ang="0">
                <a:pos x="connsiteX100911" y="connsiteY100911"/>
              </a:cxn>
              <a:cxn ang="0">
                <a:pos x="connsiteX100912" y="connsiteY100912"/>
              </a:cxn>
              <a:cxn ang="0">
                <a:pos x="connsiteX100913" y="connsiteY100913"/>
              </a:cxn>
              <a:cxn ang="0">
                <a:pos x="connsiteX100914" y="connsiteY100914"/>
              </a:cxn>
              <a:cxn ang="0">
                <a:pos x="connsiteX100915" y="connsiteY100915"/>
              </a:cxn>
              <a:cxn ang="0">
                <a:pos x="connsiteX100916" y="connsiteY100916"/>
              </a:cxn>
              <a:cxn ang="0">
                <a:pos x="connsiteX100917" y="connsiteY100917"/>
              </a:cxn>
              <a:cxn ang="0">
                <a:pos x="connsiteX100918" y="connsiteY100918"/>
              </a:cxn>
              <a:cxn ang="0">
                <a:pos x="connsiteX100919" y="connsiteY100919"/>
              </a:cxn>
              <a:cxn ang="0">
                <a:pos x="connsiteX100920" y="connsiteY100920"/>
              </a:cxn>
              <a:cxn ang="0">
                <a:pos x="connsiteX100921" y="connsiteY100921"/>
              </a:cxn>
              <a:cxn ang="0">
                <a:pos x="connsiteX100922" y="connsiteY100922"/>
              </a:cxn>
              <a:cxn ang="0">
                <a:pos x="connsiteX100923" y="connsiteY100923"/>
              </a:cxn>
              <a:cxn ang="0">
                <a:pos x="connsiteX100924" y="connsiteY100924"/>
              </a:cxn>
              <a:cxn ang="0">
                <a:pos x="connsiteX100925" y="connsiteY100925"/>
              </a:cxn>
              <a:cxn ang="0">
                <a:pos x="connsiteX100926" y="connsiteY100926"/>
              </a:cxn>
              <a:cxn ang="0">
                <a:pos x="connsiteX100927" y="connsiteY100927"/>
              </a:cxn>
              <a:cxn ang="0">
                <a:pos x="connsiteX100928" y="connsiteY100928"/>
              </a:cxn>
              <a:cxn ang="0">
                <a:pos x="connsiteX100929" y="connsiteY100929"/>
              </a:cxn>
              <a:cxn ang="0">
                <a:pos x="connsiteX100930" y="connsiteY100930"/>
              </a:cxn>
              <a:cxn ang="0">
                <a:pos x="connsiteX100931" y="connsiteY100931"/>
              </a:cxn>
              <a:cxn ang="0">
                <a:pos x="connsiteX100932" y="connsiteY100932"/>
              </a:cxn>
              <a:cxn ang="0">
                <a:pos x="connsiteX100933" y="connsiteY100933"/>
              </a:cxn>
              <a:cxn ang="0">
                <a:pos x="connsiteX100934" y="connsiteY100934"/>
              </a:cxn>
              <a:cxn ang="0">
                <a:pos x="connsiteX100935" y="connsiteY100935"/>
              </a:cxn>
              <a:cxn ang="0">
                <a:pos x="connsiteX100936" y="connsiteY100936"/>
              </a:cxn>
              <a:cxn ang="0">
                <a:pos x="connsiteX100937" y="connsiteY100937"/>
              </a:cxn>
              <a:cxn ang="0">
                <a:pos x="connsiteX100938" y="connsiteY100938"/>
              </a:cxn>
              <a:cxn ang="0">
                <a:pos x="connsiteX100939" y="connsiteY100939"/>
              </a:cxn>
              <a:cxn ang="0">
                <a:pos x="connsiteX100940" y="connsiteY100940"/>
              </a:cxn>
              <a:cxn ang="0">
                <a:pos x="connsiteX100941" y="connsiteY100941"/>
              </a:cxn>
              <a:cxn ang="0">
                <a:pos x="connsiteX100942" y="connsiteY100942"/>
              </a:cxn>
              <a:cxn ang="0">
                <a:pos x="connsiteX100943" y="connsiteY100943"/>
              </a:cxn>
              <a:cxn ang="0">
                <a:pos x="connsiteX100944" y="connsiteY100944"/>
              </a:cxn>
              <a:cxn ang="0">
                <a:pos x="connsiteX100945" y="connsiteY100945"/>
              </a:cxn>
              <a:cxn ang="0">
                <a:pos x="connsiteX100946" y="connsiteY100946"/>
              </a:cxn>
              <a:cxn ang="0">
                <a:pos x="connsiteX100947" y="connsiteY100947"/>
              </a:cxn>
              <a:cxn ang="0">
                <a:pos x="connsiteX100948" y="connsiteY100948"/>
              </a:cxn>
              <a:cxn ang="0">
                <a:pos x="connsiteX100949" y="connsiteY100949"/>
              </a:cxn>
              <a:cxn ang="0">
                <a:pos x="connsiteX100950" y="connsiteY100950"/>
              </a:cxn>
              <a:cxn ang="0">
                <a:pos x="connsiteX100951" y="connsiteY100951"/>
              </a:cxn>
              <a:cxn ang="0">
                <a:pos x="connsiteX100952" y="connsiteY100952"/>
              </a:cxn>
              <a:cxn ang="0">
                <a:pos x="connsiteX100953" y="connsiteY100953"/>
              </a:cxn>
              <a:cxn ang="0">
                <a:pos x="connsiteX100954" y="connsiteY100954"/>
              </a:cxn>
              <a:cxn ang="0">
                <a:pos x="connsiteX100955" y="connsiteY100955"/>
              </a:cxn>
              <a:cxn ang="0">
                <a:pos x="connsiteX100956" y="connsiteY100956"/>
              </a:cxn>
              <a:cxn ang="0">
                <a:pos x="connsiteX100957" y="connsiteY100957"/>
              </a:cxn>
              <a:cxn ang="0">
                <a:pos x="connsiteX100958" y="connsiteY100958"/>
              </a:cxn>
              <a:cxn ang="0">
                <a:pos x="connsiteX100959" y="connsiteY100959"/>
              </a:cxn>
              <a:cxn ang="0">
                <a:pos x="connsiteX100960" y="connsiteY100960"/>
              </a:cxn>
              <a:cxn ang="0">
                <a:pos x="connsiteX100961" y="connsiteY100961"/>
              </a:cxn>
              <a:cxn ang="0">
                <a:pos x="connsiteX100962" y="connsiteY100962"/>
              </a:cxn>
              <a:cxn ang="0">
                <a:pos x="connsiteX100963" y="connsiteY100963"/>
              </a:cxn>
              <a:cxn ang="0">
                <a:pos x="connsiteX100964" y="connsiteY100964"/>
              </a:cxn>
              <a:cxn ang="0">
                <a:pos x="connsiteX100965" y="connsiteY100965"/>
              </a:cxn>
              <a:cxn ang="0">
                <a:pos x="connsiteX100966" y="connsiteY100966"/>
              </a:cxn>
              <a:cxn ang="0">
                <a:pos x="connsiteX100967" y="connsiteY100967"/>
              </a:cxn>
              <a:cxn ang="0">
                <a:pos x="connsiteX100968" y="connsiteY100968"/>
              </a:cxn>
              <a:cxn ang="0">
                <a:pos x="connsiteX100969" y="connsiteY100969"/>
              </a:cxn>
              <a:cxn ang="0">
                <a:pos x="connsiteX100970" y="connsiteY100970"/>
              </a:cxn>
              <a:cxn ang="0">
                <a:pos x="connsiteX100971" y="connsiteY100971"/>
              </a:cxn>
              <a:cxn ang="0">
                <a:pos x="connsiteX100972" y="connsiteY100972"/>
              </a:cxn>
              <a:cxn ang="0">
                <a:pos x="connsiteX100973" y="connsiteY100973"/>
              </a:cxn>
              <a:cxn ang="0">
                <a:pos x="connsiteX100974" y="connsiteY100974"/>
              </a:cxn>
              <a:cxn ang="0">
                <a:pos x="connsiteX100975" y="connsiteY100975"/>
              </a:cxn>
              <a:cxn ang="0">
                <a:pos x="connsiteX100976" y="connsiteY100976"/>
              </a:cxn>
              <a:cxn ang="0">
                <a:pos x="connsiteX100977" y="connsiteY100977"/>
              </a:cxn>
              <a:cxn ang="0">
                <a:pos x="connsiteX100978" y="connsiteY100978"/>
              </a:cxn>
              <a:cxn ang="0">
                <a:pos x="connsiteX100979" y="connsiteY100979"/>
              </a:cxn>
              <a:cxn ang="0">
                <a:pos x="connsiteX100980" y="connsiteY100980"/>
              </a:cxn>
              <a:cxn ang="0">
                <a:pos x="connsiteX100981" y="connsiteY100981"/>
              </a:cxn>
              <a:cxn ang="0">
                <a:pos x="connsiteX100982" y="connsiteY100982"/>
              </a:cxn>
              <a:cxn ang="0">
                <a:pos x="connsiteX100983" y="connsiteY100983"/>
              </a:cxn>
              <a:cxn ang="0">
                <a:pos x="connsiteX100984" y="connsiteY100984"/>
              </a:cxn>
              <a:cxn ang="0">
                <a:pos x="connsiteX100985" y="connsiteY100985"/>
              </a:cxn>
              <a:cxn ang="0">
                <a:pos x="connsiteX100986" y="connsiteY100986"/>
              </a:cxn>
              <a:cxn ang="0">
                <a:pos x="connsiteX100987" y="connsiteY100987"/>
              </a:cxn>
              <a:cxn ang="0">
                <a:pos x="connsiteX100988" y="connsiteY100988"/>
              </a:cxn>
              <a:cxn ang="0">
                <a:pos x="connsiteX100989" y="connsiteY100989"/>
              </a:cxn>
              <a:cxn ang="0">
                <a:pos x="connsiteX100990" y="connsiteY100990"/>
              </a:cxn>
              <a:cxn ang="0">
                <a:pos x="connsiteX100991" y="connsiteY100991"/>
              </a:cxn>
              <a:cxn ang="0">
                <a:pos x="connsiteX100992" y="connsiteY100992"/>
              </a:cxn>
              <a:cxn ang="0">
                <a:pos x="connsiteX100993" y="connsiteY100993"/>
              </a:cxn>
              <a:cxn ang="0">
                <a:pos x="connsiteX100994" y="connsiteY100994"/>
              </a:cxn>
              <a:cxn ang="0">
                <a:pos x="connsiteX100995" y="connsiteY100995"/>
              </a:cxn>
              <a:cxn ang="0">
                <a:pos x="connsiteX100996" y="connsiteY100996"/>
              </a:cxn>
              <a:cxn ang="0">
                <a:pos x="connsiteX100997" y="connsiteY100997"/>
              </a:cxn>
              <a:cxn ang="0">
                <a:pos x="connsiteX100998" y="connsiteY100998"/>
              </a:cxn>
              <a:cxn ang="0">
                <a:pos x="connsiteX100999" y="connsiteY100999"/>
              </a:cxn>
              <a:cxn ang="0">
                <a:pos x="connsiteX101000" y="connsiteY101000"/>
              </a:cxn>
              <a:cxn ang="0">
                <a:pos x="connsiteX101001" y="connsiteY101001"/>
              </a:cxn>
              <a:cxn ang="0">
                <a:pos x="connsiteX101002" y="connsiteY101002"/>
              </a:cxn>
              <a:cxn ang="0">
                <a:pos x="connsiteX101003" y="connsiteY101003"/>
              </a:cxn>
              <a:cxn ang="0">
                <a:pos x="connsiteX101004" y="connsiteY101004"/>
              </a:cxn>
              <a:cxn ang="0">
                <a:pos x="connsiteX101005" y="connsiteY101005"/>
              </a:cxn>
              <a:cxn ang="0">
                <a:pos x="connsiteX101006" y="connsiteY101006"/>
              </a:cxn>
              <a:cxn ang="0">
                <a:pos x="connsiteX101007" y="connsiteY101007"/>
              </a:cxn>
              <a:cxn ang="0">
                <a:pos x="connsiteX101008" y="connsiteY101008"/>
              </a:cxn>
              <a:cxn ang="0">
                <a:pos x="connsiteX101009" y="connsiteY101009"/>
              </a:cxn>
              <a:cxn ang="0">
                <a:pos x="connsiteX101010" y="connsiteY101010"/>
              </a:cxn>
              <a:cxn ang="0">
                <a:pos x="connsiteX101011" y="connsiteY101011"/>
              </a:cxn>
              <a:cxn ang="0">
                <a:pos x="connsiteX101012" y="connsiteY101012"/>
              </a:cxn>
              <a:cxn ang="0">
                <a:pos x="connsiteX101013" y="connsiteY101013"/>
              </a:cxn>
              <a:cxn ang="0">
                <a:pos x="connsiteX101014" y="connsiteY101014"/>
              </a:cxn>
              <a:cxn ang="0">
                <a:pos x="connsiteX101015" y="connsiteY101015"/>
              </a:cxn>
              <a:cxn ang="0">
                <a:pos x="connsiteX101016" y="connsiteY101016"/>
              </a:cxn>
              <a:cxn ang="0">
                <a:pos x="connsiteX101017" y="connsiteY101017"/>
              </a:cxn>
              <a:cxn ang="0">
                <a:pos x="connsiteX101018" y="connsiteY101018"/>
              </a:cxn>
              <a:cxn ang="0">
                <a:pos x="connsiteX101019" y="connsiteY101019"/>
              </a:cxn>
              <a:cxn ang="0">
                <a:pos x="connsiteX101020" y="connsiteY101020"/>
              </a:cxn>
              <a:cxn ang="0">
                <a:pos x="connsiteX101021" y="connsiteY101021"/>
              </a:cxn>
              <a:cxn ang="0">
                <a:pos x="connsiteX101022" y="connsiteY101022"/>
              </a:cxn>
              <a:cxn ang="0">
                <a:pos x="connsiteX101023" y="connsiteY101023"/>
              </a:cxn>
              <a:cxn ang="0">
                <a:pos x="connsiteX101024" y="connsiteY101024"/>
              </a:cxn>
              <a:cxn ang="0">
                <a:pos x="connsiteX101025" y="connsiteY101025"/>
              </a:cxn>
              <a:cxn ang="0">
                <a:pos x="connsiteX101026" y="connsiteY101026"/>
              </a:cxn>
              <a:cxn ang="0">
                <a:pos x="connsiteX101027" y="connsiteY101027"/>
              </a:cxn>
              <a:cxn ang="0">
                <a:pos x="connsiteX101028" y="connsiteY101028"/>
              </a:cxn>
              <a:cxn ang="0">
                <a:pos x="connsiteX101029" y="connsiteY101029"/>
              </a:cxn>
              <a:cxn ang="0">
                <a:pos x="connsiteX101030" y="connsiteY101030"/>
              </a:cxn>
              <a:cxn ang="0">
                <a:pos x="connsiteX101031" y="connsiteY101031"/>
              </a:cxn>
              <a:cxn ang="0">
                <a:pos x="connsiteX101032" y="connsiteY101032"/>
              </a:cxn>
              <a:cxn ang="0">
                <a:pos x="connsiteX101033" y="connsiteY101033"/>
              </a:cxn>
              <a:cxn ang="0">
                <a:pos x="connsiteX101034" y="connsiteY101034"/>
              </a:cxn>
              <a:cxn ang="0">
                <a:pos x="connsiteX101035" y="connsiteY101035"/>
              </a:cxn>
              <a:cxn ang="0">
                <a:pos x="connsiteX101036" y="connsiteY101036"/>
              </a:cxn>
              <a:cxn ang="0">
                <a:pos x="connsiteX101037" y="connsiteY101037"/>
              </a:cxn>
              <a:cxn ang="0">
                <a:pos x="connsiteX101038" y="connsiteY101038"/>
              </a:cxn>
              <a:cxn ang="0">
                <a:pos x="connsiteX101039" y="connsiteY101039"/>
              </a:cxn>
              <a:cxn ang="0">
                <a:pos x="connsiteX101040" y="connsiteY101040"/>
              </a:cxn>
              <a:cxn ang="0">
                <a:pos x="connsiteX101041" y="connsiteY101041"/>
              </a:cxn>
              <a:cxn ang="0">
                <a:pos x="connsiteX101042" y="connsiteY101042"/>
              </a:cxn>
              <a:cxn ang="0">
                <a:pos x="connsiteX101043" y="connsiteY101043"/>
              </a:cxn>
              <a:cxn ang="0">
                <a:pos x="connsiteX101044" y="connsiteY101044"/>
              </a:cxn>
              <a:cxn ang="0">
                <a:pos x="connsiteX101045" y="connsiteY101045"/>
              </a:cxn>
              <a:cxn ang="0">
                <a:pos x="connsiteX101046" y="connsiteY101046"/>
              </a:cxn>
              <a:cxn ang="0">
                <a:pos x="connsiteX101047" y="connsiteY101047"/>
              </a:cxn>
              <a:cxn ang="0">
                <a:pos x="connsiteX101048" y="connsiteY101048"/>
              </a:cxn>
              <a:cxn ang="0">
                <a:pos x="connsiteX101049" y="connsiteY101049"/>
              </a:cxn>
              <a:cxn ang="0">
                <a:pos x="connsiteX101050" y="connsiteY101050"/>
              </a:cxn>
              <a:cxn ang="0">
                <a:pos x="connsiteX101051" y="connsiteY101051"/>
              </a:cxn>
              <a:cxn ang="0">
                <a:pos x="connsiteX101052" y="connsiteY101052"/>
              </a:cxn>
              <a:cxn ang="0">
                <a:pos x="connsiteX101053" y="connsiteY101053"/>
              </a:cxn>
              <a:cxn ang="0">
                <a:pos x="connsiteX101054" y="connsiteY101054"/>
              </a:cxn>
              <a:cxn ang="0">
                <a:pos x="connsiteX101055" y="connsiteY101055"/>
              </a:cxn>
              <a:cxn ang="0">
                <a:pos x="connsiteX101056" y="connsiteY101056"/>
              </a:cxn>
              <a:cxn ang="0">
                <a:pos x="connsiteX101057" y="connsiteY101057"/>
              </a:cxn>
              <a:cxn ang="0">
                <a:pos x="connsiteX101058" y="connsiteY101058"/>
              </a:cxn>
              <a:cxn ang="0">
                <a:pos x="connsiteX101059" y="connsiteY101059"/>
              </a:cxn>
              <a:cxn ang="0">
                <a:pos x="connsiteX101060" y="connsiteY101060"/>
              </a:cxn>
              <a:cxn ang="0">
                <a:pos x="connsiteX101061" y="connsiteY101061"/>
              </a:cxn>
              <a:cxn ang="0">
                <a:pos x="connsiteX101062" y="connsiteY101062"/>
              </a:cxn>
              <a:cxn ang="0">
                <a:pos x="connsiteX101063" y="connsiteY101063"/>
              </a:cxn>
              <a:cxn ang="0">
                <a:pos x="connsiteX101064" y="connsiteY101064"/>
              </a:cxn>
              <a:cxn ang="0">
                <a:pos x="connsiteX101065" y="connsiteY101065"/>
              </a:cxn>
              <a:cxn ang="0">
                <a:pos x="connsiteX101066" y="connsiteY101066"/>
              </a:cxn>
              <a:cxn ang="0">
                <a:pos x="connsiteX101067" y="connsiteY101067"/>
              </a:cxn>
              <a:cxn ang="0">
                <a:pos x="connsiteX101068" y="connsiteY101068"/>
              </a:cxn>
              <a:cxn ang="0">
                <a:pos x="connsiteX101069" y="connsiteY101069"/>
              </a:cxn>
              <a:cxn ang="0">
                <a:pos x="connsiteX101070" y="connsiteY101070"/>
              </a:cxn>
              <a:cxn ang="0">
                <a:pos x="connsiteX101071" y="connsiteY101071"/>
              </a:cxn>
              <a:cxn ang="0">
                <a:pos x="connsiteX101072" y="connsiteY101072"/>
              </a:cxn>
              <a:cxn ang="0">
                <a:pos x="connsiteX101073" y="connsiteY101073"/>
              </a:cxn>
              <a:cxn ang="0">
                <a:pos x="connsiteX101074" y="connsiteY101074"/>
              </a:cxn>
              <a:cxn ang="0">
                <a:pos x="connsiteX101075" y="connsiteY101075"/>
              </a:cxn>
              <a:cxn ang="0">
                <a:pos x="connsiteX101076" y="connsiteY101076"/>
              </a:cxn>
              <a:cxn ang="0">
                <a:pos x="connsiteX101077" y="connsiteY101077"/>
              </a:cxn>
              <a:cxn ang="0">
                <a:pos x="connsiteX101078" y="connsiteY101078"/>
              </a:cxn>
              <a:cxn ang="0">
                <a:pos x="connsiteX101079" y="connsiteY101079"/>
              </a:cxn>
              <a:cxn ang="0">
                <a:pos x="connsiteX101080" y="connsiteY101080"/>
              </a:cxn>
              <a:cxn ang="0">
                <a:pos x="connsiteX101081" y="connsiteY101081"/>
              </a:cxn>
              <a:cxn ang="0">
                <a:pos x="connsiteX101082" y="connsiteY101082"/>
              </a:cxn>
              <a:cxn ang="0">
                <a:pos x="connsiteX101083" y="connsiteY101083"/>
              </a:cxn>
              <a:cxn ang="0">
                <a:pos x="connsiteX101084" y="connsiteY101084"/>
              </a:cxn>
              <a:cxn ang="0">
                <a:pos x="connsiteX101085" y="connsiteY101085"/>
              </a:cxn>
              <a:cxn ang="0">
                <a:pos x="connsiteX101086" y="connsiteY101086"/>
              </a:cxn>
              <a:cxn ang="0">
                <a:pos x="connsiteX101087" y="connsiteY101087"/>
              </a:cxn>
              <a:cxn ang="0">
                <a:pos x="connsiteX101088" y="connsiteY101088"/>
              </a:cxn>
              <a:cxn ang="0">
                <a:pos x="connsiteX101089" y="connsiteY101089"/>
              </a:cxn>
              <a:cxn ang="0">
                <a:pos x="connsiteX101090" y="connsiteY101090"/>
              </a:cxn>
              <a:cxn ang="0">
                <a:pos x="connsiteX101091" y="connsiteY101091"/>
              </a:cxn>
              <a:cxn ang="0">
                <a:pos x="connsiteX101092" y="connsiteY101092"/>
              </a:cxn>
              <a:cxn ang="0">
                <a:pos x="connsiteX101093" y="connsiteY101093"/>
              </a:cxn>
              <a:cxn ang="0">
                <a:pos x="connsiteX101094" y="connsiteY101094"/>
              </a:cxn>
              <a:cxn ang="0">
                <a:pos x="connsiteX101095" y="connsiteY101095"/>
              </a:cxn>
              <a:cxn ang="0">
                <a:pos x="connsiteX101096" y="connsiteY101096"/>
              </a:cxn>
              <a:cxn ang="0">
                <a:pos x="connsiteX101097" y="connsiteY101097"/>
              </a:cxn>
              <a:cxn ang="0">
                <a:pos x="connsiteX101098" y="connsiteY101098"/>
              </a:cxn>
              <a:cxn ang="0">
                <a:pos x="connsiteX101099" y="connsiteY101099"/>
              </a:cxn>
              <a:cxn ang="0">
                <a:pos x="connsiteX101100" y="connsiteY101100"/>
              </a:cxn>
              <a:cxn ang="0">
                <a:pos x="connsiteX101101" y="connsiteY101101"/>
              </a:cxn>
              <a:cxn ang="0">
                <a:pos x="connsiteX101102" y="connsiteY101102"/>
              </a:cxn>
              <a:cxn ang="0">
                <a:pos x="connsiteX101103" y="connsiteY101103"/>
              </a:cxn>
              <a:cxn ang="0">
                <a:pos x="connsiteX101104" y="connsiteY101104"/>
              </a:cxn>
              <a:cxn ang="0">
                <a:pos x="connsiteX101105" y="connsiteY101105"/>
              </a:cxn>
              <a:cxn ang="0">
                <a:pos x="connsiteX101106" y="connsiteY101106"/>
              </a:cxn>
              <a:cxn ang="0">
                <a:pos x="connsiteX101107" y="connsiteY101107"/>
              </a:cxn>
              <a:cxn ang="0">
                <a:pos x="connsiteX101108" y="connsiteY101108"/>
              </a:cxn>
              <a:cxn ang="0">
                <a:pos x="connsiteX101109" y="connsiteY101109"/>
              </a:cxn>
              <a:cxn ang="0">
                <a:pos x="connsiteX101110" y="connsiteY101110"/>
              </a:cxn>
              <a:cxn ang="0">
                <a:pos x="connsiteX101111" y="connsiteY101111"/>
              </a:cxn>
              <a:cxn ang="0">
                <a:pos x="connsiteX101112" y="connsiteY101112"/>
              </a:cxn>
              <a:cxn ang="0">
                <a:pos x="connsiteX101113" y="connsiteY101113"/>
              </a:cxn>
              <a:cxn ang="0">
                <a:pos x="connsiteX101114" y="connsiteY101114"/>
              </a:cxn>
              <a:cxn ang="0">
                <a:pos x="connsiteX101115" y="connsiteY101115"/>
              </a:cxn>
              <a:cxn ang="0">
                <a:pos x="connsiteX101116" y="connsiteY101116"/>
              </a:cxn>
              <a:cxn ang="0">
                <a:pos x="connsiteX101117" y="connsiteY101117"/>
              </a:cxn>
              <a:cxn ang="0">
                <a:pos x="connsiteX101118" y="connsiteY101118"/>
              </a:cxn>
              <a:cxn ang="0">
                <a:pos x="connsiteX101119" y="connsiteY101119"/>
              </a:cxn>
              <a:cxn ang="0">
                <a:pos x="connsiteX101120" y="connsiteY101120"/>
              </a:cxn>
              <a:cxn ang="0">
                <a:pos x="connsiteX101121" y="connsiteY101121"/>
              </a:cxn>
              <a:cxn ang="0">
                <a:pos x="connsiteX101122" y="connsiteY101122"/>
              </a:cxn>
              <a:cxn ang="0">
                <a:pos x="connsiteX101123" y="connsiteY101123"/>
              </a:cxn>
              <a:cxn ang="0">
                <a:pos x="connsiteX101124" y="connsiteY101124"/>
              </a:cxn>
              <a:cxn ang="0">
                <a:pos x="connsiteX101125" y="connsiteY101125"/>
              </a:cxn>
              <a:cxn ang="0">
                <a:pos x="connsiteX101126" y="connsiteY101126"/>
              </a:cxn>
              <a:cxn ang="0">
                <a:pos x="connsiteX101127" y="connsiteY101127"/>
              </a:cxn>
              <a:cxn ang="0">
                <a:pos x="connsiteX101128" y="connsiteY101128"/>
              </a:cxn>
              <a:cxn ang="0">
                <a:pos x="connsiteX101129" y="connsiteY101129"/>
              </a:cxn>
              <a:cxn ang="0">
                <a:pos x="connsiteX101130" y="connsiteY101130"/>
              </a:cxn>
              <a:cxn ang="0">
                <a:pos x="connsiteX101131" y="connsiteY101131"/>
              </a:cxn>
              <a:cxn ang="0">
                <a:pos x="connsiteX101132" y="connsiteY101132"/>
              </a:cxn>
              <a:cxn ang="0">
                <a:pos x="connsiteX101133" y="connsiteY101133"/>
              </a:cxn>
              <a:cxn ang="0">
                <a:pos x="connsiteX101134" y="connsiteY101134"/>
              </a:cxn>
              <a:cxn ang="0">
                <a:pos x="connsiteX101135" y="connsiteY101135"/>
              </a:cxn>
              <a:cxn ang="0">
                <a:pos x="connsiteX101136" y="connsiteY101136"/>
              </a:cxn>
              <a:cxn ang="0">
                <a:pos x="connsiteX101137" y="connsiteY101137"/>
              </a:cxn>
              <a:cxn ang="0">
                <a:pos x="connsiteX101138" y="connsiteY101138"/>
              </a:cxn>
              <a:cxn ang="0">
                <a:pos x="connsiteX101139" y="connsiteY101139"/>
              </a:cxn>
              <a:cxn ang="0">
                <a:pos x="connsiteX101140" y="connsiteY101140"/>
              </a:cxn>
              <a:cxn ang="0">
                <a:pos x="connsiteX101141" y="connsiteY101141"/>
              </a:cxn>
              <a:cxn ang="0">
                <a:pos x="connsiteX101142" y="connsiteY101142"/>
              </a:cxn>
              <a:cxn ang="0">
                <a:pos x="connsiteX101143" y="connsiteY101143"/>
              </a:cxn>
              <a:cxn ang="0">
                <a:pos x="connsiteX101144" y="connsiteY101144"/>
              </a:cxn>
              <a:cxn ang="0">
                <a:pos x="connsiteX101145" y="connsiteY101145"/>
              </a:cxn>
              <a:cxn ang="0">
                <a:pos x="connsiteX101146" y="connsiteY101146"/>
              </a:cxn>
              <a:cxn ang="0">
                <a:pos x="connsiteX101147" y="connsiteY101147"/>
              </a:cxn>
              <a:cxn ang="0">
                <a:pos x="connsiteX101148" y="connsiteY101148"/>
              </a:cxn>
              <a:cxn ang="0">
                <a:pos x="connsiteX101149" y="connsiteY101149"/>
              </a:cxn>
              <a:cxn ang="0">
                <a:pos x="connsiteX101150" y="connsiteY101150"/>
              </a:cxn>
              <a:cxn ang="0">
                <a:pos x="connsiteX101151" y="connsiteY101151"/>
              </a:cxn>
              <a:cxn ang="0">
                <a:pos x="connsiteX101152" y="connsiteY101152"/>
              </a:cxn>
              <a:cxn ang="0">
                <a:pos x="connsiteX101153" y="connsiteY101153"/>
              </a:cxn>
              <a:cxn ang="0">
                <a:pos x="connsiteX101154" y="connsiteY101154"/>
              </a:cxn>
              <a:cxn ang="0">
                <a:pos x="connsiteX101155" y="connsiteY101155"/>
              </a:cxn>
              <a:cxn ang="0">
                <a:pos x="connsiteX101156" y="connsiteY101156"/>
              </a:cxn>
              <a:cxn ang="0">
                <a:pos x="connsiteX101157" y="connsiteY101157"/>
              </a:cxn>
              <a:cxn ang="0">
                <a:pos x="connsiteX101158" y="connsiteY101158"/>
              </a:cxn>
              <a:cxn ang="0">
                <a:pos x="connsiteX101159" y="connsiteY101159"/>
              </a:cxn>
              <a:cxn ang="0">
                <a:pos x="connsiteX101160" y="connsiteY101160"/>
              </a:cxn>
              <a:cxn ang="0">
                <a:pos x="connsiteX101161" y="connsiteY101161"/>
              </a:cxn>
              <a:cxn ang="0">
                <a:pos x="connsiteX101162" y="connsiteY101162"/>
              </a:cxn>
              <a:cxn ang="0">
                <a:pos x="connsiteX101163" y="connsiteY101163"/>
              </a:cxn>
              <a:cxn ang="0">
                <a:pos x="connsiteX101164" y="connsiteY101164"/>
              </a:cxn>
              <a:cxn ang="0">
                <a:pos x="connsiteX101165" y="connsiteY101165"/>
              </a:cxn>
              <a:cxn ang="0">
                <a:pos x="connsiteX101166" y="connsiteY101166"/>
              </a:cxn>
              <a:cxn ang="0">
                <a:pos x="connsiteX101167" y="connsiteY101167"/>
              </a:cxn>
              <a:cxn ang="0">
                <a:pos x="connsiteX101168" y="connsiteY101168"/>
              </a:cxn>
              <a:cxn ang="0">
                <a:pos x="connsiteX101169" y="connsiteY101169"/>
              </a:cxn>
              <a:cxn ang="0">
                <a:pos x="connsiteX101170" y="connsiteY101170"/>
              </a:cxn>
              <a:cxn ang="0">
                <a:pos x="connsiteX101171" y="connsiteY101171"/>
              </a:cxn>
              <a:cxn ang="0">
                <a:pos x="connsiteX101172" y="connsiteY101172"/>
              </a:cxn>
              <a:cxn ang="0">
                <a:pos x="connsiteX101173" y="connsiteY101173"/>
              </a:cxn>
              <a:cxn ang="0">
                <a:pos x="connsiteX101174" y="connsiteY101174"/>
              </a:cxn>
              <a:cxn ang="0">
                <a:pos x="connsiteX101175" y="connsiteY101175"/>
              </a:cxn>
              <a:cxn ang="0">
                <a:pos x="connsiteX101176" y="connsiteY101176"/>
              </a:cxn>
              <a:cxn ang="0">
                <a:pos x="connsiteX101177" y="connsiteY101177"/>
              </a:cxn>
              <a:cxn ang="0">
                <a:pos x="connsiteX101178" y="connsiteY101178"/>
              </a:cxn>
              <a:cxn ang="0">
                <a:pos x="connsiteX101179" y="connsiteY101179"/>
              </a:cxn>
              <a:cxn ang="0">
                <a:pos x="connsiteX101180" y="connsiteY101180"/>
              </a:cxn>
              <a:cxn ang="0">
                <a:pos x="connsiteX101181" y="connsiteY101181"/>
              </a:cxn>
              <a:cxn ang="0">
                <a:pos x="connsiteX101182" y="connsiteY101182"/>
              </a:cxn>
              <a:cxn ang="0">
                <a:pos x="connsiteX101183" y="connsiteY101183"/>
              </a:cxn>
              <a:cxn ang="0">
                <a:pos x="connsiteX101184" y="connsiteY101184"/>
              </a:cxn>
              <a:cxn ang="0">
                <a:pos x="connsiteX101185" y="connsiteY101185"/>
              </a:cxn>
              <a:cxn ang="0">
                <a:pos x="connsiteX101186" y="connsiteY101186"/>
              </a:cxn>
              <a:cxn ang="0">
                <a:pos x="connsiteX101187" y="connsiteY101187"/>
              </a:cxn>
              <a:cxn ang="0">
                <a:pos x="connsiteX101188" y="connsiteY101188"/>
              </a:cxn>
              <a:cxn ang="0">
                <a:pos x="connsiteX101189" y="connsiteY101189"/>
              </a:cxn>
              <a:cxn ang="0">
                <a:pos x="connsiteX101190" y="connsiteY101190"/>
              </a:cxn>
              <a:cxn ang="0">
                <a:pos x="connsiteX101191" y="connsiteY101191"/>
              </a:cxn>
              <a:cxn ang="0">
                <a:pos x="connsiteX101192" y="connsiteY101192"/>
              </a:cxn>
              <a:cxn ang="0">
                <a:pos x="connsiteX101193" y="connsiteY101193"/>
              </a:cxn>
              <a:cxn ang="0">
                <a:pos x="connsiteX101194" y="connsiteY101194"/>
              </a:cxn>
              <a:cxn ang="0">
                <a:pos x="connsiteX101195" y="connsiteY101195"/>
              </a:cxn>
              <a:cxn ang="0">
                <a:pos x="connsiteX101196" y="connsiteY101196"/>
              </a:cxn>
              <a:cxn ang="0">
                <a:pos x="connsiteX101197" y="connsiteY101197"/>
              </a:cxn>
              <a:cxn ang="0">
                <a:pos x="connsiteX101198" y="connsiteY101198"/>
              </a:cxn>
              <a:cxn ang="0">
                <a:pos x="connsiteX101199" y="connsiteY101199"/>
              </a:cxn>
              <a:cxn ang="0">
                <a:pos x="connsiteX101200" y="connsiteY101200"/>
              </a:cxn>
              <a:cxn ang="0">
                <a:pos x="connsiteX101201" y="connsiteY101201"/>
              </a:cxn>
              <a:cxn ang="0">
                <a:pos x="connsiteX101202" y="connsiteY101202"/>
              </a:cxn>
              <a:cxn ang="0">
                <a:pos x="connsiteX101203" y="connsiteY101203"/>
              </a:cxn>
              <a:cxn ang="0">
                <a:pos x="connsiteX101204" y="connsiteY101204"/>
              </a:cxn>
              <a:cxn ang="0">
                <a:pos x="connsiteX101205" y="connsiteY101205"/>
              </a:cxn>
              <a:cxn ang="0">
                <a:pos x="connsiteX101206" y="connsiteY101206"/>
              </a:cxn>
              <a:cxn ang="0">
                <a:pos x="connsiteX101207" y="connsiteY101207"/>
              </a:cxn>
              <a:cxn ang="0">
                <a:pos x="connsiteX101208" y="connsiteY101208"/>
              </a:cxn>
              <a:cxn ang="0">
                <a:pos x="connsiteX101209" y="connsiteY101209"/>
              </a:cxn>
              <a:cxn ang="0">
                <a:pos x="connsiteX101210" y="connsiteY101210"/>
              </a:cxn>
              <a:cxn ang="0">
                <a:pos x="connsiteX101211" y="connsiteY101211"/>
              </a:cxn>
              <a:cxn ang="0">
                <a:pos x="connsiteX101212" y="connsiteY101212"/>
              </a:cxn>
              <a:cxn ang="0">
                <a:pos x="connsiteX101213" y="connsiteY101213"/>
              </a:cxn>
              <a:cxn ang="0">
                <a:pos x="connsiteX101214" y="connsiteY101214"/>
              </a:cxn>
              <a:cxn ang="0">
                <a:pos x="connsiteX101215" y="connsiteY101215"/>
              </a:cxn>
              <a:cxn ang="0">
                <a:pos x="connsiteX101216" y="connsiteY101216"/>
              </a:cxn>
              <a:cxn ang="0">
                <a:pos x="connsiteX101217" y="connsiteY101217"/>
              </a:cxn>
              <a:cxn ang="0">
                <a:pos x="connsiteX101218" y="connsiteY101218"/>
              </a:cxn>
              <a:cxn ang="0">
                <a:pos x="connsiteX101219" y="connsiteY101219"/>
              </a:cxn>
              <a:cxn ang="0">
                <a:pos x="connsiteX101220" y="connsiteY101220"/>
              </a:cxn>
              <a:cxn ang="0">
                <a:pos x="connsiteX101221" y="connsiteY101221"/>
              </a:cxn>
              <a:cxn ang="0">
                <a:pos x="connsiteX101222" y="connsiteY101222"/>
              </a:cxn>
              <a:cxn ang="0">
                <a:pos x="connsiteX101223" y="connsiteY101223"/>
              </a:cxn>
              <a:cxn ang="0">
                <a:pos x="connsiteX101224" y="connsiteY101224"/>
              </a:cxn>
              <a:cxn ang="0">
                <a:pos x="connsiteX101225" y="connsiteY101225"/>
              </a:cxn>
              <a:cxn ang="0">
                <a:pos x="connsiteX101226" y="connsiteY101226"/>
              </a:cxn>
              <a:cxn ang="0">
                <a:pos x="connsiteX101227" y="connsiteY101227"/>
              </a:cxn>
              <a:cxn ang="0">
                <a:pos x="connsiteX101228" y="connsiteY101228"/>
              </a:cxn>
              <a:cxn ang="0">
                <a:pos x="connsiteX101229" y="connsiteY101229"/>
              </a:cxn>
              <a:cxn ang="0">
                <a:pos x="connsiteX101230" y="connsiteY101230"/>
              </a:cxn>
              <a:cxn ang="0">
                <a:pos x="connsiteX101231" y="connsiteY101231"/>
              </a:cxn>
              <a:cxn ang="0">
                <a:pos x="connsiteX101232" y="connsiteY101232"/>
              </a:cxn>
              <a:cxn ang="0">
                <a:pos x="connsiteX101233" y="connsiteY101233"/>
              </a:cxn>
              <a:cxn ang="0">
                <a:pos x="connsiteX101234" y="connsiteY101234"/>
              </a:cxn>
              <a:cxn ang="0">
                <a:pos x="connsiteX101235" y="connsiteY101235"/>
              </a:cxn>
              <a:cxn ang="0">
                <a:pos x="connsiteX101236" y="connsiteY101236"/>
              </a:cxn>
              <a:cxn ang="0">
                <a:pos x="connsiteX101237" y="connsiteY101237"/>
              </a:cxn>
              <a:cxn ang="0">
                <a:pos x="connsiteX101238" y="connsiteY101238"/>
              </a:cxn>
              <a:cxn ang="0">
                <a:pos x="connsiteX101239" y="connsiteY101239"/>
              </a:cxn>
              <a:cxn ang="0">
                <a:pos x="connsiteX101240" y="connsiteY101240"/>
              </a:cxn>
              <a:cxn ang="0">
                <a:pos x="connsiteX101241" y="connsiteY101241"/>
              </a:cxn>
              <a:cxn ang="0">
                <a:pos x="connsiteX101242" y="connsiteY101242"/>
              </a:cxn>
              <a:cxn ang="0">
                <a:pos x="connsiteX101243" y="connsiteY101243"/>
              </a:cxn>
              <a:cxn ang="0">
                <a:pos x="connsiteX101244" y="connsiteY101244"/>
              </a:cxn>
              <a:cxn ang="0">
                <a:pos x="connsiteX101245" y="connsiteY101245"/>
              </a:cxn>
              <a:cxn ang="0">
                <a:pos x="connsiteX101246" y="connsiteY101246"/>
              </a:cxn>
              <a:cxn ang="0">
                <a:pos x="connsiteX101247" y="connsiteY101247"/>
              </a:cxn>
              <a:cxn ang="0">
                <a:pos x="connsiteX101248" y="connsiteY101248"/>
              </a:cxn>
              <a:cxn ang="0">
                <a:pos x="connsiteX101249" y="connsiteY101249"/>
              </a:cxn>
              <a:cxn ang="0">
                <a:pos x="connsiteX101250" y="connsiteY101250"/>
              </a:cxn>
              <a:cxn ang="0">
                <a:pos x="connsiteX101251" y="connsiteY101251"/>
              </a:cxn>
              <a:cxn ang="0">
                <a:pos x="connsiteX101252" y="connsiteY101252"/>
              </a:cxn>
              <a:cxn ang="0">
                <a:pos x="connsiteX101253" y="connsiteY101253"/>
              </a:cxn>
              <a:cxn ang="0">
                <a:pos x="connsiteX101254" y="connsiteY101254"/>
              </a:cxn>
              <a:cxn ang="0">
                <a:pos x="connsiteX101255" y="connsiteY101255"/>
              </a:cxn>
              <a:cxn ang="0">
                <a:pos x="connsiteX101256" y="connsiteY101256"/>
              </a:cxn>
              <a:cxn ang="0">
                <a:pos x="connsiteX101257" y="connsiteY101257"/>
              </a:cxn>
              <a:cxn ang="0">
                <a:pos x="connsiteX101258" y="connsiteY101258"/>
              </a:cxn>
              <a:cxn ang="0">
                <a:pos x="connsiteX101259" y="connsiteY101259"/>
              </a:cxn>
              <a:cxn ang="0">
                <a:pos x="connsiteX101260" y="connsiteY101260"/>
              </a:cxn>
              <a:cxn ang="0">
                <a:pos x="connsiteX101261" y="connsiteY101261"/>
              </a:cxn>
              <a:cxn ang="0">
                <a:pos x="connsiteX101262" y="connsiteY101262"/>
              </a:cxn>
              <a:cxn ang="0">
                <a:pos x="connsiteX101263" y="connsiteY101263"/>
              </a:cxn>
              <a:cxn ang="0">
                <a:pos x="connsiteX101264" y="connsiteY101264"/>
              </a:cxn>
              <a:cxn ang="0">
                <a:pos x="connsiteX101265" y="connsiteY101265"/>
              </a:cxn>
              <a:cxn ang="0">
                <a:pos x="connsiteX101266" y="connsiteY101266"/>
              </a:cxn>
              <a:cxn ang="0">
                <a:pos x="connsiteX101267" y="connsiteY101267"/>
              </a:cxn>
              <a:cxn ang="0">
                <a:pos x="connsiteX101268" y="connsiteY101268"/>
              </a:cxn>
              <a:cxn ang="0">
                <a:pos x="connsiteX101269" y="connsiteY101269"/>
              </a:cxn>
              <a:cxn ang="0">
                <a:pos x="connsiteX101270" y="connsiteY101270"/>
              </a:cxn>
              <a:cxn ang="0">
                <a:pos x="connsiteX101271" y="connsiteY101271"/>
              </a:cxn>
              <a:cxn ang="0">
                <a:pos x="connsiteX101272" y="connsiteY101272"/>
              </a:cxn>
              <a:cxn ang="0">
                <a:pos x="connsiteX101273" y="connsiteY101273"/>
              </a:cxn>
              <a:cxn ang="0">
                <a:pos x="connsiteX101274" y="connsiteY101274"/>
              </a:cxn>
              <a:cxn ang="0">
                <a:pos x="connsiteX101275" y="connsiteY101275"/>
              </a:cxn>
              <a:cxn ang="0">
                <a:pos x="connsiteX101276" y="connsiteY101276"/>
              </a:cxn>
              <a:cxn ang="0">
                <a:pos x="connsiteX101277" y="connsiteY101277"/>
              </a:cxn>
              <a:cxn ang="0">
                <a:pos x="connsiteX101278" y="connsiteY101278"/>
              </a:cxn>
              <a:cxn ang="0">
                <a:pos x="connsiteX101279" y="connsiteY101279"/>
              </a:cxn>
              <a:cxn ang="0">
                <a:pos x="connsiteX101280" y="connsiteY101280"/>
              </a:cxn>
              <a:cxn ang="0">
                <a:pos x="connsiteX101281" y="connsiteY101281"/>
              </a:cxn>
              <a:cxn ang="0">
                <a:pos x="connsiteX101282" y="connsiteY101282"/>
              </a:cxn>
              <a:cxn ang="0">
                <a:pos x="connsiteX101283" y="connsiteY101283"/>
              </a:cxn>
              <a:cxn ang="0">
                <a:pos x="connsiteX101284" y="connsiteY101284"/>
              </a:cxn>
              <a:cxn ang="0">
                <a:pos x="connsiteX101285" y="connsiteY101285"/>
              </a:cxn>
              <a:cxn ang="0">
                <a:pos x="connsiteX101286" y="connsiteY101286"/>
              </a:cxn>
              <a:cxn ang="0">
                <a:pos x="connsiteX101287" y="connsiteY101287"/>
              </a:cxn>
              <a:cxn ang="0">
                <a:pos x="connsiteX101288" y="connsiteY101288"/>
              </a:cxn>
              <a:cxn ang="0">
                <a:pos x="connsiteX101289" y="connsiteY101289"/>
              </a:cxn>
              <a:cxn ang="0">
                <a:pos x="connsiteX101290" y="connsiteY101290"/>
              </a:cxn>
              <a:cxn ang="0">
                <a:pos x="connsiteX101291" y="connsiteY101291"/>
              </a:cxn>
              <a:cxn ang="0">
                <a:pos x="connsiteX101292" y="connsiteY101292"/>
              </a:cxn>
              <a:cxn ang="0">
                <a:pos x="connsiteX101293" y="connsiteY101293"/>
              </a:cxn>
              <a:cxn ang="0">
                <a:pos x="connsiteX101294" y="connsiteY101294"/>
              </a:cxn>
              <a:cxn ang="0">
                <a:pos x="connsiteX101295" y="connsiteY101295"/>
              </a:cxn>
              <a:cxn ang="0">
                <a:pos x="connsiteX101296" y="connsiteY101296"/>
              </a:cxn>
              <a:cxn ang="0">
                <a:pos x="connsiteX101297" y="connsiteY101297"/>
              </a:cxn>
              <a:cxn ang="0">
                <a:pos x="connsiteX101298" y="connsiteY101298"/>
              </a:cxn>
              <a:cxn ang="0">
                <a:pos x="connsiteX101299" y="connsiteY101299"/>
              </a:cxn>
              <a:cxn ang="0">
                <a:pos x="connsiteX101300" y="connsiteY101300"/>
              </a:cxn>
              <a:cxn ang="0">
                <a:pos x="connsiteX101301" y="connsiteY101301"/>
              </a:cxn>
              <a:cxn ang="0">
                <a:pos x="connsiteX101302" y="connsiteY101302"/>
              </a:cxn>
              <a:cxn ang="0">
                <a:pos x="connsiteX101303" y="connsiteY101303"/>
              </a:cxn>
              <a:cxn ang="0">
                <a:pos x="connsiteX101304" y="connsiteY101304"/>
              </a:cxn>
              <a:cxn ang="0">
                <a:pos x="connsiteX101305" y="connsiteY101305"/>
              </a:cxn>
              <a:cxn ang="0">
                <a:pos x="connsiteX101306" y="connsiteY101306"/>
              </a:cxn>
              <a:cxn ang="0">
                <a:pos x="connsiteX101307" y="connsiteY101307"/>
              </a:cxn>
              <a:cxn ang="0">
                <a:pos x="connsiteX101308" y="connsiteY101308"/>
              </a:cxn>
              <a:cxn ang="0">
                <a:pos x="connsiteX101309" y="connsiteY101309"/>
              </a:cxn>
              <a:cxn ang="0">
                <a:pos x="connsiteX101310" y="connsiteY101310"/>
              </a:cxn>
              <a:cxn ang="0">
                <a:pos x="connsiteX101311" y="connsiteY101311"/>
              </a:cxn>
              <a:cxn ang="0">
                <a:pos x="connsiteX101312" y="connsiteY101312"/>
              </a:cxn>
              <a:cxn ang="0">
                <a:pos x="connsiteX101313" y="connsiteY101313"/>
              </a:cxn>
              <a:cxn ang="0">
                <a:pos x="connsiteX101314" y="connsiteY101314"/>
              </a:cxn>
              <a:cxn ang="0">
                <a:pos x="connsiteX101315" y="connsiteY101315"/>
              </a:cxn>
              <a:cxn ang="0">
                <a:pos x="connsiteX101316" y="connsiteY101316"/>
              </a:cxn>
              <a:cxn ang="0">
                <a:pos x="connsiteX101317" y="connsiteY101317"/>
              </a:cxn>
              <a:cxn ang="0">
                <a:pos x="connsiteX101318" y="connsiteY101318"/>
              </a:cxn>
              <a:cxn ang="0">
                <a:pos x="connsiteX101319" y="connsiteY101319"/>
              </a:cxn>
              <a:cxn ang="0">
                <a:pos x="connsiteX101320" y="connsiteY101320"/>
              </a:cxn>
              <a:cxn ang="0">
                <a:pos x="connsiteX101321" y="connsiteY101321"/>
              </a:cxn>
              <a:cxn ang="0">
                <a:pos x="connsiteX101322" y="connsiteY101322"/>
              </a:cxn>
              <a:cxn ang="0">
                <a:pos x="connsiteX101323" y="connsiteY101323"/>
              </a:cxn>
              <a:cxn ang="0">
                <a:pos x="connsiteX101324" y="connsiteY101324"/>
              </a:cxn>
              <a:cxn ang="0">
                <a:pos x="connsiteX101325" y="connsiteY101325"/>
              </a:cxn>
              <a:cxn ang="0">
                <a:pos x="connsiteX101326" y="connsiteY101326"/>
              </a:cxn>
              <a:cxn ang="0">
                <a:pos x="connsiteX101327" y="connsiteY101327"/>
              </a:cxn>
              <a:cxn ang="0">
                <a:pos x="connsiteX101328" y="connsiteY101328"/>
              </a:cxn>
              <a:cxn ang="0">
                <a:pos x="connsiteX101329" y="connsiteY101329"/>
              </a:cxn>
              <a:cxn ang="0">
                <a:pos x="connsiteX101330" y="connsiteY101330"/>
              </a:cxn>
              <a:cxn ang="0">
                <a:pos x="connsiteX101331" y="connsiteY101331"/>
              </a:cxn>
              <a:cxn ang="0">
                <a:pos x="connsiteX101332" y="connsiteY101332"/>
              </a:cxn>
              <a:cxn ang="0">
                <a:pos x="connsiteX101333" y="connsiteY101333"/>
              </a:cxn>
              <a:cxn ang="0">
                <a:pos x="connsiteX101334" y="connsiteY101334"/>
              </a:cxn>
              <a:cxn ang="0">
                <a:pos x="connsiteX101335" y="connsiteY101335"/>
              </a:cxn>
              <a:cxn ang="0">
                <a:pos x="connsiteX101336" y="connsiteY101336"/>
              </a:cxn>
              <a:cxn ang="0">
                <a:pos x="connsiteX101337" y="connsiteY101337"/>
              </a:cxn>
              <a:cxn ang="0">
                <a:pos x="connsiteX101338" y="connsiteY101338"/>
              </a:cxn>
              <a:cxn ang="0">
                <a:pos x="connsiteX101339" y="connsiteY101339"/>
              </a:cxn>
              <a:cxn ang="0">
                <a:pos x="connsiteX101340" y="connsiteY101340"/>
              </a:cxn>
              <a:cxn ang="0">
                <a:pos x="connsiteX101341" y="connsiteY101341"/>
              </a:cxn>
              <a:cxn ang="0">
                <a:pos x="connsiteX101342" y="connsiteY101342"/>
              </a:cxn>
              <a:cxn ang="0">
                <a:pos x="connsiteX101343" y="connsiteY101343"/>
              </a:cxn>
              <a:cxn ang="0">
                <a:pos x="connsiteX101344" y="connsiteY101344"/>
              </a:cxn>
              <a:cxn ang="0">
                <a:pos x="connsiteX101345" y="connsiteY101345"/>
              </a:cxn>
              <a:cxn ang="0">
                <a:pos x="connsiteX101346" y="connsiteY101346"/>
              </a:cxn>
              <a:cxn ang="0">
                <a:pos x="connsiteX101347" y="connsiteY101347"/>
              </a:cxn>
              <a:cxn ang="0">
                <a:pos x="connsiteX101348" y="connsiteY101348"/>
              </a:cxn>
              <a:cxn ang="0">
                <a:pos x="connsiteX101349" y="connsiteY101349"/>
              </a:cxn>
              <a:cxn ang="0">
                <a:pos x="connsiteX101350" y="connsiteY101350"/>
              </a:cxn>
              <a:cxn ang="0">
                <a:pos x="connsiteX101351" y="connsiteY101351"/>
              </a:cxn>
              <a:cxn ang="0">
                <a:pos x="connsiteX101352" y="connsiteY101352"/>
              </a:cxn>
              <a:cxn ang="0">
                <a:pos x="connsiteX101353" y="connsiteY101353"/>
              </a:cxn>
              <a:cxn ang="0">
                <a:pos x="connsiteX101354" y="connsiteY101354"/>
              </a:cxn>
              <a:cxn ang="0">
                <a:pos x="connsiteX101355" y="connsiteY101355"/>
              </a:cxn>
              <a:cxn ang="0">
                <a:pos x="connsiteX101356" y="connsiteY101356"/>
              </a:cxn>
              <a:cxn ang="0">
                <a:pos x="connsiteX101357" y="connsiteY101357"/>
              </a:cxn>
              <a:cxn ang="0">
                <a:pos x="connsiteX101358" y="connsiteY101358"/>
              </a:cxn>
              <a:cxn ang="0">
                <a:pos x="connsiteX101359" y="connsiteY101359"/>
              </a:cxn>
              <a:cxn ang="0">
                <a:pos x="connsiteX101360" y="connsiteY101360"/>
              </a:cxn>
              <a:cxn ang="0">
                <a:pos x="connsiteX101361" y="connsiteY101361"/>
              </a:cxn>
              <a:cxn ang="0">
                <a:pos x="connsiteX101362" y="connsiteY101362"/>
              </a:cxn>
              <a:cxn ang="0">
                <a:pos x="connsiteX101363" y="connsiteY101363"/>
              </a:cxn>
              <a:cxn ang="0">
                <a:pos x="connsiteX101364" y="connsiteY101364"/>
              </a:cxn>
              <a:cxn ang="0">
                <a:pos x="connsiteX101365" y="connsiteY101365"/>
              </a:cxn>
              <a:cxn ang="0">
                <a:pos x="connsiteX101366" y="connsiteY101366"/>
              </a:cxn>
              <a:cxn ang="0">
                <a:pos x="connsiteX101367" y="connsiteY101367"/>
              </a:cxn>
              <a:cxn ang="0">
                <a:pos x="connsiteX101368" y="connsiteY101368"/>
              </a:cxn>
              <a:cxn ang="0">
                <a:pos x="connsiteX101369" y="connsiteY101369"/>
              </a:cxn>
              <a:cxn ang="0">
                <a:pos x="connsiteX101370" y="connsiteY101370"/>
              </a:cxn>
              <a:cxn ang="0">
                <a:pos x="connsiteX101371" y="connsiteY101371"/>
              </a:cxn>
              <a:cxn ang="0">
                <a:pos x="connsiteX101372" y="connsiteY101372"/>
              </a:cxn>
              <a:cxn ang="0">
                <a:pos x="connsiteX101373" y="connsiteY101373"/>
              </a:cxn>
              <a:cxn ang="0">
                <a:pos x="connsiteX101374" y="connsiteY101374"/>
              </a:cxn>
              <a:cxn ang="0">
                <a:pos x="connsiteX101375" y="connsiteY101375"/>
              </a:cxn>
              <a:cxn ang="0">
                <a:pos x="connsiteX101376" y="connsiteY101376"/>
              </a:cxn>
              <a:cxn ang="0">
                <a:pos x="connsiteX101377" y="connsiteY101377"/>
              </a:cxn>
              <a:cxn ang="0">
                <a:pos x="connsiteX101378" y="connsiteY101378"/>
              </a:cxn>
              <a:cxn ang="0">
                <a:pos x="connsiteX101379" y="connsiteY101379"/>
              </a:cxn>
              <a:cxn ang="0">
                <a:pos x="connsiteX101380" y="connsiteY101380"/>
              </a:cxn>
              <a:cxn ang="0">
                <a:pos x="connsiteX101381" y="connsiteY101381"/>
              </a:cxn>
              <a:cxn ang="0">
                <a:pos x="connsiteX101382" y="connsiteY101382"/>
              </a:cxn>
              <a:cxn ang="0">
                <a:pos x="connsiteX101383" y="connsiteY101383"/>
              </a:cxn>
              <a:cxn ang="0">
                <a:pos x="connsiteX101384" y="connsiteY101384"/>
              </a:cxn>
              <a:cxn ang="0">
                <a:pos x="connsiteX101385" y="connsiteY101385"/>
              </a:cxn>
              <a:cxn ang="0">
                <a:pos x="connsiteX101386" y="connsiteY101386"/>
              </a:cxn>
              <a:cxn ang="0">
                <a:pos x="connsiteX101387" y="connsiteY101387"/>
              </a:cxn>
              <a:cxn ang="0">
                <a:pos x="connsiteX101388" y="connsiteY101388"/>
              </a:cxn>
              <a:cxn ang="0">
                <a:pos x="connsiteX101389" y="connsiteY101389"/>
              </a:cxn>
              <a:cxn ang="0">
                <a:pos x="connsiteX101390" y="connsiteY101390"/>
              </a:cxn>
              <a:cxn ang="0">
                <a:pos x="connsiteX101391" y="connsiteY101391"/>
              </a:cxn>
              <a:cxn ang="0">
                <a:pos x="connsiteX101392" y="connsiteY101392"/>
              </a:cxn>
              <a:cxn ang="0">
                <a:pos x="connsiteX101393" y="connsiteY101393"/>
              </a:cxn>
              <a:cxn ang="0">
                <a:pos x="connsiteX101394" y="connsiteY101394"/>
              </a:cxn>
              <a:cxn ang="0">
                <a:pos x="connsiteX101395" y="connsiteY101395"/>
              </a:cxn>
              <a:cxn ang="0">
                <a:pos x="connsiteX101396" y="connsiteY101396"/>
              </a:cxn>
              <a:cxn ang="0">
                <a:pos x="connsiteX101397" y="connsiteY101397"/>
              </a:cxn>
              <a:cxn ang="0">
                <a:pos x="connsiteX101398" y="connsiteY101398"/>
              </a:cxn>
              <a:cxn ang="0">
                <a:pos x="connsiteX101399" y="connsiteY101399"/>
              </a:cxn>
              <a:cxn ang="0">
                <a:pos x="connsiteX101400" y="connsiteY101400"/>
              </a:cxn>
              <a:cxn ang="0">
                <a:pos x="connsiteX101401" y="connsiteY101401"/>
              </a:cxn>
              <a:cxn ang="0">
                <a:pos x="connsiteX101402" y="connsiteY101402"/>
              </a:cxn>
              <a:cxn ang="0">
                <a:pos x="connsiteX101403" y="connsiteY101403"/>
              </a:cxn>
              <a:cxn ang="0">
                <a:pos x="connsiteX101404" y="connsiteY101404"/>
              </a:cxn>
              <a:cxn ang="0">
                <a:pos x="connsiteX101405" y="connsiteY101405"/>
              </a:cxn>
              <a:cxn ang="0">
                <a:pos x="connsiteX101406" y="connsiteY101406"/>
              </a:cxn>
              <a:cxn ang="0">
                <a:pos x="connsiteX101407" y="connsiteY101407"/>
              </a:cxn>
              <a:cxn ang="0">
                <a:pos x="connsiteX101408" y="connsiteY101408"/>
              </a:cxn>
              <a:cxn ang="0">
                <a:pos x="connsiteX101409" y="connsiteY101409"/>
              </a:cxn>
              <a:cxn ang="0">
                <a:pos x="connsiteX101410" y="connsiteY101410"/>
              </a:cxn>
              <a:cxn ang="0">
                <a:pos x="connsiteX101411" y="connsiteY101411"/>
              </a:cxn>
              <a:cxn ang="0">
                <a:pos x="connsiteX101412" y="connsiteY101412"/>
              </a:cxn>
              <a:cxn ang="0">
                <a:pos x="connsiteX101413" y="connsiteY101413"/>
              </a:cxn>
              <a:cxn ang="0">
                <a:pos x="connsiteX101414" y="connsiteY101414"/>
              </a:cxn>
              <a:cxn ang="0">
                <a:pos x="connsiteX101415" y="connsiteY101415"/>
              </a:cxn>
              <a:cxn ang="0">
                <a:pos x="connsiteX101416" y="connsiteY101416"/>
              </a:cxn>
              <a:cxn ang="0">
                <a:pos x="connsiteX101417" y="connsiteY101417"/>
              </a:cxn>
              <a:cxn ang="0">
                <a:pos x="connsiteX101418" y="connsiteY101418"/>
              </a:cxn>
              <a:cxn ang="0">
                <a:pos x="connsiteX101419" y="connsiteY101419"/>
              </a:cxn>
              <a:cxn ang="0">
                <a:pos x="connsiteX101420" y="connsiteY101420"/>
              </a:cxn>
              <a:cxn ang="0">
                <a:pos x="connsiteX101421" y="connsiteY101421"/>
              </a:cxn>
              <a:cxn ang="0">
                <a:pos x="connsiteX101422" y="connsiteY101422"/>
              </a:cxn>
              <a:cxn ang="0">
                <a:pos x="connsiteX101423" y="connsiteY101423"/>
              </a:cxn>
              <a:cxn ang="0">
                <a:pos x="connsiteX101424" y="connsiteY101424"/>
              </a:cxn>
              <a:cxn ang="0">
                <a:pos x="connsiteX101425" y="connsiteY101425"/>
              </a:cxn>
              <a:cxn ang="0">
                <a:pos x="connsiteX101426" y="connsiteY101426"/>
              </a:cxn>
              <a:cxn ang="0">
                <a:pos x="connsiteX101427" y="connsiteY101427"/>
              </a:cxn>
              <a:cxn ang="0">
                <a:pos x="connsiteX101428" y="connsiteY101428"/>
              </a:cxn>
              <a:cxn ang="0">
                <a:pos x="connsiteX101429" y="connsiteY101429"/>
              </a:cxn>
              <a:cxn ang="0">
                <a:pos x="connsiteX101430" y="connsiteY101430"/>
              </a:cxn>
              <a:cxn ang="0">
                <a:pos x="connsiteX101431" y="connsiteY101431"/>
              </a:cxn>
              <a:cxn ang="0">
                <a:pos x="connsiteX101432" y="connsiteY101432"/>
              </a:cxn>
              <a:cxn ang="0">
                <a:pos x="connsiteX101433" y="connsiteY101433"/>
              </a:cxn>
              <a:cxn ang="0">
                <a:pos x="connsiteX101434" y="connsiteY101434"/>
              </a:cxn>
              <a:cxn ang="0">
                <a:pos x="connsiteX101435" y="connsiteY101435"/>
              </a:cxn>
              <a:cxn ang="0">
                <a:pos x="connsiteX101436" y="connsiteY101436"/>
              </a:cxn>
              <a:cxn ang="0">
                <a:pos x="connsiteX101437" y="connsiteY101437"/>
              </a:cxn>
              <a:cxn ang="0">
                <a:pos x="connsiteX101438" y="connsiteY101438"/>
              </a:cxn>
              <a:cxn ang="0">
                <a:pos x="connsiteX101439" y="connsiteY101439"/>
              </a:cxn>
              <a:cxn ang="0">
                <a:pos x="connsiteX101440" y="connsiteY101440"/>
              </a:cxn>
              <a:cxn ang="0">
                <a:pos x="connsiteX101441" y="connsiteY101441"/>
              </a:cxn>
              <a:cxn ang="0">
                <a:pos x="connsiteX101442" y="connsiteY101442"/>
              </a:cxn>
              <a:cxn ang="0">
                <a:pos x="connsiteX101443" y="connsiteY101443"/>
              </a:cxn>
              <a:cxn ang="0">
                <a:pos x="connsiteX101444" y="connsiteY101444"/>
              </a:cxn>
              <a:cxn ang="0">
                <a:pos x="connsiteX101445" y="connsiteY101445"/>
              </a:cxn>
              <a:cxn ang="0">
                <a:pos x="connsiteX101446" y="connsiteY101446"/>
              </a:cxn>
              <a:cxn ang="0">
                <a:pos x="connsiteX101447" y="connsiteY101447"/>
              </a:cxn>
              <a:cxn ang="0">
                <a:pos x="connsiteX101448" y="connsiteY101448"/>
              </a:cxn>
              <a:cxn ang="0">
                <a:pos x="connsiteX101449" y="connsiteY101449"/>
              </a:cxn>
              <a:cxn ang="0">
                <a:pos x="connsiteX101450" y="connsiteY101450"/>
              </a:cxn>
              <a:cxn ang="0">
                <a:pos x="connsiteX101451" y="connsiteY101451"/>
              </a:cxn>
              <a:cxn ang="0">
                <a:pos x="connsiteX101452" y="connsiteY101452"/>
              </a:cxn>
              <a:cxn ang="0">
                <a:pos x="connsiteX101453" y="connsiteY101453"/>
              </a:cxn>
              <a:cxn ang="0">
                <a:pos x="connsiteX101454" y="connsiteY101454"/>
              </a:cxn>
              <a:cxn ang="0">
                <a:pos x="connsiteX101455" y="connsiteY101455"/>
              </a:cxn>
              <a:cxn ang="0">
                <a:pos x="connsiteX101456" y="connsiteY101456"/>
              </a:cxn>
              <a:cxn ang="0">
                <a:pos x="connsiteX101457" y="connsiteY101457"/>
              </a:cxn>
              <a:cxn ang="0">
                <a:pos x="connsiteX101458" y="connsiteY101458"/>
              </a:cxn>
              <a:cxn ang="0">
                <a:pos x="connsiteX101459" y="connsiteY101459"/>
              </a:cxn>
              <a:cxn ang="0">
                <a:pos x="connsiteX101460" y="connsiteY101460"/>
              </a:cxn>
              <a:cxn ang="0">
                <a:pos x="connsiteX101461" y="connsiteY101461"/>
              </a:cxn>
              <a:cxn ang="0">
                <a:pos x="connsiteX101462" y="connsiteY101462"/>
              </a:cxn>
              <a:cxn ang="0">
                <a:pos x="connsiteX101463" y="connsiteY101463"/>
              </a:cxn>
              <a:cxn ang="0">
                <a:pos x="connsiteX101464" y="connsiteY101464"/>
              </a:cxn>
              <a:cxn ang="0">
                <a:pos x="connsiteX101465" y="connsiteY101465"/>
              </a:cxn>
              <a:cxn ang="0">
                <a:pos x="connsiteX101466" y="connsiteY101466"/>
              </a:cxn>
              <a:cxn ang="0">
                <a:pos x="connsiteX101467" y="connsiteY101467"/>
              </a:cxn>
              <a:cxn ang="0">
                <a:pos x="connsiteX101468" y="connsiteY101468"/>
              </a:cxn>
              <a:cxn ang="0">
                <a:pos x="connsiteX101469" y="connsiteY101469"/>
              </a:cxn>
              <a:cxn ang="0">
                <a:pos x="connsiteX101470" y="connsiteY101470"/>
              </a:cxn>
              <a:cxn ang="0">
                <a:pos x="connsiteX101471" y="connsiteY101471"/>
              </a:cxn>
              <a:cxn ang="0">
                <a:pos x="connsiteX101472" y="connsiteY101472"/>
              </a:cxn>
              <a:cxn ang="0">
                <a:pos x="connsiteX101473" y="connsiteY101473"/>
              </a:cxn>
              <a:cxn ang="0">
                <a:pos x="connsiteX101474" y="connsiteY101474"/>
              </a:cxn>
              <a:cxn ang="0">
                <a:pos x="connsiteX101475" y="connsiteY101475"/>
              </a:cxn>
              <a:cxn ang="0">
                <a:pos x="connsiteX101476" y="connsiteY101476"/>
              </a:cxn>
              <a:cxn ang="0">
                <a:pos x="connsiteX101477" y="connsiteY101477"/>
              </a:cxn>
              <a:cxn ang="0">
                <a:pos x="connsiteX101478" y="connsiteY101478"/>
              </a:cxn>
              <a:cxn ang="0">
                <a:pos x="connsiteX101479" y="connsiteY101479"/>
              </a:cxn>
              <a:cxn ang="0">
                <a:pos x="connsiteX101480" y="connsiteY101480"/>
              </a:cxn>
              <a:cxn ang="0">
                <a:pos x="connsiteX101481" y="connsiteY101481"/>
              </a:cxn>
              <a:cxn ang="0">
                <a:pos x="connsiteX101482" y="connsiteY101482"/>
              </a:cxn>
              <a:cxn ang="0">
                <a:pos x="connsiteX101483" y="connsiteY101483"/>
              </a:cxn>
              <a:cxn ang="0">
                <a:pos x="connsiteX101484" y="connsiteY101484"/>
              </a:cxn>
              <a:cxn ang="0">
                <a:pos x="connsiteX101485" y="connsiteY101485"/>
              </a:cxn>
              <a:cxn ang="0">
                <a:pos x="connsiteX101486" y="connsiteY101486"/>
              </a:cxn>
              <a:cxn ang="0">
                <a:pos x="connsiteX101487" y="connsiteY101487"/>
              </a:cxn>
              <a:cxn ang="0">
                <a:pos x="connsiteX101488" y="connsiteY101488"/>
              </a:cxn>
              <a:cxn ang="0">
                <a:pos x="connsiteX101489" y="connsiteY101489"/>
              </a:cxn>
              <a:cxn ang="0">
                <a:pos x="connsiteX101490" y="connsiteY101490"/>
              </a:cxn>
              <a:cxn ang="0">
                <a:pos x="connsiteX101491" y="connsiteY101491"/>
              </a:cxn>
              <a:cxn ang="0">
                <a:pos x="connsiteX101492" y="connsiteY101492"/>
              </a:cxn>
              <a:cxn ang="0">
                <a:pos x="connsiteX101493" y="connsiteY101493"/>
              </a:cxn>
              <a:cxn ang="0">
                <a:pos x="connsiteX101494" y="connsiteY101494"/>
              </a:cxn>
              <a:cxn ang="0">
                <a:pos x="connsiteX101495" y="connsiteY101495"/>
              </a:cxn>
              <a:cxn ang="0">
                <a:pos x="connsiteX101496" y="connsiteY101496"/>
              </a:cxn>
              <a:cxn ang="0">
                <a:pos x="connsiteX101497" y="connsiteY101497"/>
              </a:cxn>
              <a:cxn ang="0">
                <a:pos x="connsiteX101498" y="connsiteY101498"/>
              </a:cxn>
              <a:cxn ang="0">
                <a:pos x="connsiteX101499" y="connsiteY101499"/>
              </a:cxn>
              <a:cxn ang="0">
                <a:pos x="connsiteX101500" y="connsiteY101500"/>
              </a:cxn>
              <a:cxn ang="0">
                <a:pos x="connsiteX101501" y="connsiteY101501"/>
              </a:cxn>
              <a:cxn ang="0">
                <a:pos x="connsiteX101502" y="connsiteY101502"/>
              </a:cxn>
              <a:cxn ang="0">
                <a:pos x="connsiteX101503" y="connsiteY101503"/>
              </a:cxn>
              <a:cxn ang="0">
                <a:pos x="connsiteX101504" y="connsiteY101504"/>
              </a:cxn>
              <a:cxn ang="0">
                <a:pos x="connsiteX101505" y="connsiteY101505"/>
              </a:cxn>
              <a:cxn ang="0">
                <a:pos x="connsiteX101506" y="connsiteY101506"/>
              </a:cxn>
              <a:cxn ang="0">
                <a:pos x="connsiteX101507" y="connsiteY101507"/>
              </a:cxn>
              <a:cxn ang="0">
                <a:pos x="connsiteX101508" y="connsiteY101508"/>
              </a:cxn>
              <a:cxn ang="0">
                <a:pos x="connsiteX101509" y="connsiteY101509"/>
              </a:cxn>
              <a:cxn ang="0">
                <a:pos x="connsiteX101510" y="connsiteY101510"/>
              </a:cxn>
              <a:cxn ang="0">
                <a:pos x="connsiteX101511" y="connsiteY101511"/>
              </a:cxn>
              <a:cxn ang="0">
                <a:pos x="connsiteX101512" y="connsiteY101512"/>
              </a:cxn>
              <a:cxn ang="0">
                <a:pos x="connsiteX101513" y="connsiteY101513"/>
              </a:cxn>
              <a:cxn ang="0">
                <a:pos x="connsiteX101514" y="connsiteY101514"/>
              </a:cxn>
              <a:cxn ang="0">
                <a:pos x="connsiteX101515" y="connsiteY101515"/>
              </a:cxn>
              <a:cxn ang="0">
                <a:pos x="connsiteX101516" y="connsiteY101516"/>
              </a:cxn>
              <a:cxn ang="0">
                <a:pos x="connsiteX101517" y="connsiteY101517"/>
              </a:cxn>
              <a:cxn ang="0">
                <a:pos x="connsiteX101518" y="connsiteY101518"/>
              </a:cxn>
              <a:cxn ang="0">
                <a:pos x="connsiteX101519" y="connsiteY101519"/>
              </a:cxn>
              <a:cxn ang="0">
                <a:pos x="connsiteX101520" y="connsiteY101520"/>
              </a:cxn>
              <a:cxn ang="0">
                <a:pos x="connsiteX101521" y="connsiteY101521"/>
              </a:cxn>
              <a:cxn ang="0">
                <a:pos x="connsiteX101522" y="connsiteY101522"/>
              </a:cxn>
              <a:cxn ang="0">
                <a:pos x="connsiteX101523" y="connsiteY101523"/>
              </a:cxn>
              <a:cxn ang="0">
                <a:pos x="connsiteX101524" y="connsiteY101524"/>
              </a:cxn>
              <a:cxn ang="0">
                <a:pos x="connsiteX101525" y="connsiteY101525"/>
              </a:cxn>
              <a:cxn ang="0">
                <a:pos x="connsiteX101526" y="connsiteY101526"/>
              </a:cxn>
              <a:cxn ang="0">
                <a:pos x="connsiteX101527" y="connsiteY101527"/>
              </a:cxn>
              <a:cxn ang="0">
                <a:pos x="connsiteX101528" y="connsiteY101528"/>
              </a:cxn>
              <a:cxn ang="0">
                <a:pos x="connsiteX101529" y="connsiteY101529"/>
              </a:cxn>
              <a:cxn ang="0">
                <a:pos x="connsiteX101530" y="connsiteY101530"/>
              </a:cxn>
              <a:cxn ang="0">
                <a:pos x="connsiteX101531" y="connsiteY101531"/>
              </a:cxn>
              <a:cxn ang="0">
                <a:pos x="connsiteX101532" y="connsiteY101532"/>
              </a:cxn>
              <a:cxn ang="0">
                <a:pos x="connsiteX101533" y="connsiteY101533"/>
              </a:cxn>
              <a:cxn ang="0">
                <a:pos x="connsiteX101534" y="connsiteY101534"/>
              </a:cxn>
              <a:cxn ang="0">
                <a:pos x="connsiteX101535" y="connsiteY101535"/>
              </a:cxn>
              <a:cxn ang="0">
                <a:pos x="connsiteX101536" y="connsiteY101536"/>
              </a:cxn>
              <a:cxn ang="0">
                <a:pos x="connsiteX101537" y="connsiteY101537"/>
              </a:cxn>
              <a:cxn ang="0">
                <a:pos x="connsiteX101538" y="connsiteY101538"/>
              </a:cxn>
              <a:cxn ang="0">
                <a:pos x="connsiteX101539" y="connsiteY101539"/>
              </a:cxn>
              <a:cxn ang="0">
                <a:pos x="connsiteX101540" y="connsiteY101540"/>
              </a:cxn>
              <a:cxn ang="0">
                <a:pos x="connsiteX101541" y="connsiteY101541"/>
              </a:cxn>
              <a:cxn ang="0">
                <a:pos x="connsiteX101542" y="connsiteY101542"/>
              </a:cxn>
              <a:cxn ang="0">
                <a:pos x="connsiteX101543" y="connsiteY101543"/>
              </a:cxn>
              <a:cxn ang="0">
                <a:pos x="connsiteX101544" y="connsiteY101544"/>
              </a:cxn>
              <a:cxn ang="0">
                <a:pos x="connsiteX101545" y="connsiteY101545"/>
              </a:cxn>
              <a:cxn ang="0">
                <a:pos x="connsiteX101546" y="connsiteY101546"/>
              </a:cxn>
              <a:cxn ang="0">
                <a:pos x="connsiteX101547" y="connsiteY101547"/>
              </a:cxn>
              <a:cxn ang="0">
                <a:pos x="connsiteX101548" y="connsiteY101548"/>
              </a:cxn>
              <a:cxn ang="0">
                <a:pos x="connsiteX101549" y="connsiteY101549"/>
              </a:cxn>
              <a:cxn ang="0">
                <a:pos x="connsiteX101550" y="connsiteY101550"/>
              </a:cxn>
              <a:cxn ang="0">
                <a:pos x="connsiteX101551" y="connsiteY101551"/>
              </a:cxn>
              <a:cxn ang="0">
                <a:pos x="connsiteX101552" y="connsiteY101552"/>
              </a:cxn>
              <a:cxn ang="0">
                <a:pos x="connsiteX101553" y="connsiteY101553"/>
              </a:cxn>
              <a:cxn ang="0">
                <a:pos x="connsiteX101554" y="connsiteY101554"/>
              </a:cxn>
              <a:cxn ang="0">
                <a:pos x="connsiteX101555" y="connsiteY101555"/>
              </a:cxn>
              <a:cxn ang="0">
                <a:pos x="connsiteX101556" y="connsiteY101556"/>
              </a:cxn>
              <a:cxn ang="0">
                <a:pos x="connsiteX101557" y="connsiteY101557"/>
              </a:cxn>
              <a:cxn ang="0">
                <a:pos x="connsiteX101558" y="connsiteY101558"/>
              </a:cxn>
              <a:cxn ang="0">
                <a:pos x="connsiteX101559" y="connsiteY101559"/>
              </a:cxn>
              <a:cxn ang="0">
                <a:pos x="connsiteX101560" y="connsiteY101560"/>
              </a:cxn>
              <a:cxn ang="0">
                <a:pos x="connsiteX101561" y="connsiteY101561"/>
              </a:cxn>
              <a:cxn ang="0">
                <a:pos x="connsiteX101562" y="connsiteY101562"/>
              </a:cxn>
              <a:cxn ang="0">
                <a:pos x="connsiteX101563" y="connsiteY101563"/>
              </a:cxn>
              <a:cxn ang="0">
                <a:pos x="connsiteX101564" y="connsiteY101564"/>
              </a:cxn>
              <a:cxn ang="0">
                <a:pos x="connsiteX101565" y="connsiteY101565"/>
              </a:cxn>
              <a:cxn ang="0">
                <a:pos x="connsiteX101566" y="connsiteY101566"/>
              </a:cxn>
              <a:cxn ang="0">
                <a:pos x="connsiteX101567" y="connsiteY101567"/>
              </a:cxn>
              <a:cxn ang="0">
                <a:pos x="connsiteX101568" y="connsiteY101568"/>
              </a:cxn>
              <a:cxn ang="0">
                <a:pos x="connsiteX101569" y="connsiteY101569"/>
              </a:cxn>
              <a:cxn ang="0">
                <a:pos x="connsiteX101570" y="connsiteY101570"/>
              </a:cxn>
              <a:cxn ang="0">
                <a:pos x="connsiteX101571" y="connsiteY101571"/>
              </a:cxn>
              <a:cxn ang="0">
                <a:pos x="connsiteX101572" y="connsiteY101572"/>
              </a:cxn>
              <a:cxn ang="0">
                <a:pos x="connsiteX101573" y="connsiteY101573"/>
              </a:cxn>
              <a:cxn ang="0">
                <a:pos x="connsiteX101574" y="connsiteY101574"/>
              </a:cxn>
              <a:cxn ang="0">
                <a:pos x="connsiteX101575" y="connsiteY101575"/>
              </a:cxn>
              <a:cxn ang="0">
                <a:pos x="connsiteX101576" y="connsiteY101576"/>
              </a:cxn>
              <a:cxn ang="0">
                <a:pos x="connsiteX101577" y="connsiteY101577"/>
              </a:cxn>
              <a:cxn ang="0">
                <a:pos x="connsiteX101578" y="connsiteY101578"/>
              </a:cxn>
              <a:cxn ang="0">
                <a:pos x="connsiteX101579" y="connsiteY101579"/>
              </a:cxn>
              <a:cxn ang="0">
                <a:pos x="connsiteX101580" y="connsiteY101580"/>
              </a:cxn>
              <a:cxn ang="0">
                <a:pos x="connsiteX101581" y="connsiteY101581"/>
              </a:cxn>
              <a:cxn ang="0">
                <a:pos x="connsiteX101582" y="connsiteY101582"/>
              </a:cxn>
              <a:cxn ang="0">
                <a:pos x="connsiteX101583" y="connsiteY101583"/>
              </a:cxn>
              <a:cxn ang="0">
                <a:pos x="connsiteX101584" y="connsiteY101584"/>
              </a:cxn>
              <a:cxn ang="0">
                <a:pos x="connsiteX101585" y="connsiteY101585"/>
              </a:cxn>
              <a:cxn ang="0">
                <a:pos x="connsiteX101586" y="connsiteY101586"/>
              </a:cxn>
              <a:cxn ang="0">
                <a:pos x="connsiteX101587" y="connsiteY101587"/>
              </a:cxn>
              <a:cxn ang="0">
                <a:pos x="connsiteX101588" y="connsiteY101588"/>
              </a:cxn>
              <a:cxn ang="0">
                <a:pos x="connsiteX101589" y="connsiteY101589"/>
              </a:cxn>
              <a:cxn ang="0">
                <a:pos x="connsiteX101590" y="connsiteY101590"/>
              </a:cxn>
              <a:cxn ang="0">
                <a:pos x="connsiteX101591" y="connsiteY101591"/>
              </a:cxn>
              <a:cxn ang="0">
                <a:pos x="connsiteX101592" y="connsiteY101592"/>
              </a:cxn>
              <a:cxn ang="0">
                <a:pos x="connsiteX101593" y="connsiteY101593"/>
              </a:cxn>
              <a:cxn ang="0">
                <a:pos x="connsiteX101594" y="connsiteY101594"/>
              </a:cxn>
              <a:cxn ang="0">
                <a:pos x="connsiteX101595" y="connsiteY101595"/>
              </a:cxn>
              <a:cxn ang="0">
                <a:pos x="connsiteX101596" y="connsiteY101596"/>
              </a:cxn>
              <a:cxn ang="0">
                <a:pos x="connsiteX101597" y="connsiteY101597"/>
              </a:cxn>
              <a:cxn ang="0">
                <a:pos x="connsiteX101598" y="connsiteY101598"/>
              </a:cxn>
              <a:cxn ang="0">
                <a:pos x="connsiteX101599" y="connsiteY101599"/>
              </a:cxn>
              <a:cxn ang="0">
                <a:pos x="connsiteX101600" y="connsiteY101600"/>
              </a:cxn>
              <a:cxn ang="0">
                <a:pos x="connsiteX101601" y="connsiteY101601"/>
              </a:cxn>
              <a:cxn ang="0">
                <a:pos x="connsiteX101602" y="connsiteY101602"/>
              </a:cxn>
              <a:cxn ang="0">
                <a:pos x="connsiteX101603" y="connsiteY101603"/>
              </a:cxn>
              <a:cxn ang="0">
                <a:pos x="connsiteX101604" y="connsiteY101604"/>
              </a:cxn>
              <a:cxn ang="0">
                <a:pos x="connsiteX101605" y="connsiteY101605"/>
              </a:cxn>
              <a:cxn ang="0">
                <a:pos x="connsiteX101606" y="connsiteY101606"/>
              </a:cxn>
              <a:cxn ang="0">
                <a:pos x="connsiteX101607" y="connsiteY101607"/>
              </a:cxn>
              <a:cxn ang="0">
                <a:pos x="connsiteX101608" y="connsiteY101608"/>
              </a:cxn>
              <a:cxn ang="0">
                <a:pos x="connsiteX101609" y="connsiteY101609"/>
              </a:cxn>
              <a:cxn ang="0">
                <a:pos x="connsiteX101610" y="connsiteY101610"/>
              </a:cxn>
              <a:cxn ang="0">
                <a:pos x="connsiteX101611" y="connsiteY101611"/>
              </a:cxn>
              <a:cxn ang="0">
                <a:pos x="connsiteX101612" y="connsiteY101612"/>
              </a:cxn>
              <a:cxn ang="0">
                <a:pos x="connsiteX101613" y="connsiteY101613"/>
              </a:cxn>
              <a:cxn ang="0">
                <a:pos x="connsiteX101614" y="connsiteY101614"/>
              </a:cxn>
              <a:cxn ang="0">
                <a:pos x="connsiteX101615" y="connsiteY101615"/>
              </a:cxn>
              <a:cxn ang="0">
                <a:pos x="connsiteX101616" y="connsiteY101616"/>
              </a:cxn>
              <a:cxn ang="0">
                <a:pos x="connsiteX101617" y="connsiteY101617"/>
              </a:cxn>
              <a:cxn ang="0">
                <a:pos x="connsiteX101618" y="connsiteY101618"/>
              </a:cxn>
              <a:cxn ang="0">
                <a:pos x="connsiteX101619" y="connsiteY101619"/>
              </a:cxn>
              <a:cxn ang="0">
                <a:pos x="connsiteX101620" y="connsiteY101620"/>
              </a:cxn>
              <a:cxn ang="0">
                <a:pos x="connsiteX101621" y="connsiteY101621"/>
              </a:cxn>
              <a:cxn ang="0">
                <a:pos x="connsiteX101622" y="connsiteY101622"/>
              </a:cxn>
              <a:cxn ang="0">
                <a:pos x="connsiteX101623" y="connsiteY101623"/>
              </a:cxn>
              <a:cxn ang="0">
                <a:pos x="connsiteX101624" y="connsiteY101624"/>
              </a:cxn>
              <a:cxn ang="0">
                <a:pos x="connsiteX101625" y="connsiteY101625"/>
              </a:cxn>
              <a:cxn ang="0">
                <a:pos x="connsiteX101626" y="connsiteY101626"/>
              </a:cxn>
              <a:cxn ang="0">
                <a:pos x="connsiteX101627" y="connsiteY101627"/>
              </a:cxn>
              <a:cxn ang="0">
                <a:pos x="connsiteX101628" y="connsiteY101628"/>
              </a:cxn>
              <a:cxn ang="0">
                <a:pos x="connsiteX101629" y="connsiteY101629"/>
              </a:cxn>
              <a:cxn ang="0">
                <a:pos x="connsiteX101630" y="connsiteY101630"/>
              </a:cxn>
              <a:cxn ang="0">
                <a:pos x="connsiteX101631" y="connsiteY101631"/>
              </a:cxn>
              <a:cxn ang="0">
                <a:pos x="connsiteX101632" y="connsiteY101632"/>
              </a:cxn>
              <a:cxn ang="0">
                <a:pos x="connsiteX101633" y="connsiteY101633"/>
              </a:cxn>
              <a:cxn ang="0">
                <a:pos x="connsiteX101634" y="connsiteY101634"/>
              </a:cxn>
              <a:cxn ang="0">
                <a:pos x="connsiteX101635" y="connsiteY101635"/>
              </a:cxn>
              <a:cxn ang="0">
                <a:pos x="connsiteX101636" y="connsiteY101636"/>
              </a:cxn>
              <a:cxn ang="0">
                <a:pos x="connsiteX101637" y="connsiteY101637"/>
              </a:cxn>
              <a:cxn ang="0">
                <a:pos x="connsiteX101638" y="connsiteY101638"/>
              </a:cxn>
              <a:cxn ang="0">
                <a:pos x="connsiteX101639" y="connsiteY101639"/>
              </a:cxn>
              <a:cxn ang="0">
                <a:pos x="connsiteX101640" y="connsiteY101640"/>
              </a:cxn>
              <a:cxn ang="0">
                <a:pos x="connsiteX101641" y="connsiteY101641"/>
              </a:cxn>
              <a:cxn ang="0">
                <a:pos x="connsiteX101642" y="connsiteY101642"/>
              </a:cxn>
              <a:cxn ang="0">
                <a:pos x="connsiteX101643" y="connsiteY101643"/>
              </a:cxn>
              <a:cxn ang="0">
                <a:pos x="connsiteX101644" y="connsiteY101644"/>
              </a:cxn>
              <a:cxn ang="0">
                <a:pos x="connsiteX101645" y="connsiteY101645"/>
              </a:cxn>
              <a:cxn ang="0">
                <a:pos x="connsiteX101646" y="connsiteY101646"/>
              </a:cxn>
              <a:cxn ang="0">
                <a:pos x="connsiteX101647" y="connsiteY101647"/>
              </a:cxn>
              <a:cxn ang="0">
                <a:pos x="connsiteX101648" y="connsiteY101648"/>
              </a:cxn>
              <a:cxn ang="0">
                <a:pos x="connsiteX101649" y="connsiteY101649"/>
              </a:cxn>
              <a:cxn ang="0">
                <a:pos x="connsiteX101650" y="connsiteY101650"/>
              </a:cxn>
              <a:cxn ang="0">
                <a:pos x="connsiteX101651" y="connsiteY101651"/>
              </a:cxn>
              <a:cxn ang="0">
                <a:pos x="connsiteX101652" y="connsiteY101652"/>
              </a:cxn>
              <a:cxn ang="0">
                <a:pos x="connsiteX101653" y="connsiteY101653"/>
              </a:cxn>
              <a:cxn ang="0">
                <a:pos x="connsiteX101654" y="connsiteY101654"/>
              </a:cxn>
              <a:cxn ang="0">
                <a:pos x="connsiteX101655" y="connsiteY101655"/>
              </a:cxn>
              <a:cxn ang="0">
                <a:pos x="connsiteX101656" y="connsiteY101656"/>
              </a:cxn>
              <a:cxn ang="0">
                <a:pos x="connsiteX101657" y="connsiteY101657"/>
              </a:cxn>
              <a:cxn ang="0">
                <a:pos x="connsiteX101658" y="connsiteY101658"/>
              </a:cxn>
              <a:cxn ang="0">
                <a:pos x="connsiteX101659" y="connsiteY101659"/>
              </a:cxn>
              <a:cxn ang="0">
                <a:pos x="connsiteX101660" y="connsiteY101660"/>
              </a:cxn>
              <a:cxn ang="0">
                <a:pos x="connsiteX101661" y="connsiteY101661"/>
              </a:cxn>
              <a:cxn ang="0">
                <a:pos x="connsiteX101662" y="connsiteY101662"/>
              </a:cxn>
              <a:cxn ang="0">
                <a:pos x="connsiteX101663" y="connsiteY101663"/>
              </a:cxn>
              <a:cxn ang="0">
                <a:pos x="connsiteX101664" y="connsiteY101664"/>
              </a:cxn>
              <a:cxn ang="0">
                <a:pos x="connsiteX101665" y="connsiteY101665"/>
              </a:cxn>
              <a:cxn ang="0">
                <a:pos x="connsiteX101666" y="connsiteY101666"/>
              </a:cxn>
              <a:cxn ang="0">
                <a:pos x="connsiteX101667" y="connsiteY101667"/>
              </a:cxn>
              <a:cxn ang="0">
                <a:pos x="connsiteX101668" y="connsiteY101668"/>
              </a:cxn>
              <a:cxn ang="0">
                <a:pos x="connsiteX101669" y="connsiteY101669"/>
              </a:cxn>
              <a:cxn ang="0">
                <a:pos x="connsiteX101670" y="connsiteY101670"/>
              </a:cxn>
              <a:cxn ang="0">
                <a:pos x="connsiteX101671" y="connsiteY101671"/>
              </a:cxn>
              <a:cxn ang="0">
                <a:pos x="connsiteX101672" y="connsiteY101672"/>
              </a:cxn>
              <a:cxn ang="0">
                <a:pos x="connsiteX101673" y="connsiteY101673"/>
              </a:cxn>
              <a:cxn ang="0">
                <a:pos x="connsiteX101674" y="connsiteY101674"/>
              </a:cxn>
              <a:cxn ang="0">
                <a:pos x="connsiteX101675" y="connsiteY101675"/>
              </a:cxn>
              <a:cxn ang="0">
                <a:pos x="connsiteX101676" y="connsiteY101676"/>
              </a:cxn>
              <a:cxn ang="0">
                <a:pos x="connsiteX101677" y="connsiteY101677"/>
              </a:cxn>
              <a:cxn ang="0">
                <a:pos x="connsiteX101678" y="connsiteY101678"/>
              </a:cxn>
              <a:cxn ang="0">
                <a:pos x="connsiteX101679" y="connsiteY101679"/>
              </a:cxn>
              <a:cxn ang="0">
                <a:pos x="connsiteX101680" y="connsiteY101680"/>
              </a:cxn>
              <a:cxn ang="0">
                <a:pos x="connsiteX101681" y="connsiteY101681"/>
              </a:cxn>
              <a:cxn ang="0">
                <a:pos x="connsiteX101682" y="connsiteY101682"/>
              </a:cxn>
              <a:cxn ang="0">
                <a:pos x="connsiteX101683" y="connsiteY101683"/>
              </a:cxn>
              <a:cxn ang="0">
                <a:pos x="connsiteX101684" y="connsiteY101684"/>
              </a:cxn>
              <a:cxn ang="0">
                <a:pos x="connsiteX101685" y="connsiteY101685"/>
              </a:cxn>
              <a:cxn ang="0">
                <a:pos x="connsiteX101686" y="connsiteY101686"/>
              </a:cxn>
              <a:cxn ang="0">
                <a:pos x="connsiteX101687" y="connsiteY101687"/>
              </a:cxn>
              <a:cxn ang="0">
                <a:pos x="connsiteX101688" y="connsiteY101688"/>
              </a:cxn>
              <a:cxn ang="0">
                <a:pos x="connsiteX101689" y="connsiteY101689"/>
              </a:cxn>
              <a:cxn ang="0">
                <a:pos x="connsiteX101690" y="connsiteY101690"/>
              </a:cxn>
              <a:cxn ang="0">
                <a:pos x="connsiteX101691" y="connsiteY101691"/>
              </a:cxn>
              <a:cxn ang="0">
                <a:pos x="connsiteX101692" y="connsiteY101692"/>
              </a:cxn>
              <a:cxn ang="0">
                <a:pos x="connsiteX101693" y="connsiteY101693"/>
              </a:cxn>
              <a:cxn ang="0">
                <a:pos x="connsiteX101694" y="connsiteY101694"/>
              </a:cxn>
              <a:cxn ang="0">
                <a:pos x="connsiteX101695" y="connsiteY101695"/>
              </a:cxn>
              <a:cxn ang="0">
                <a:pos x="connsiteX101696" y="connsiteY101696"/>
              </a:cxn>
              <a:cxn ang="0">
                <a:pos x="connsiteX101697" y="connsiteY101697"/>
              </a:cxn>
              <a:cxn ang="0">
                <a:pos x="connsiteX101698" y="connsiteY101698"/>
              </a:cxn>
              <a:cxn ang="0">
                <a:pos x="connsiteX101699" y="connsiteY101699"/>
              </a:cxn>
              <a:cxn ang="0">
                <a:pos x="connsiteX101700" y="connsiteY101700"/>
              </a:cxn>
              <a:cxn ang="0">
                <a:pos x="connsiteX101701" y="connsiteY101701"/>
              </a:cxn>
              <a:cxn ang="0">
                <a:pos x="connsiteX101702" y="connsiteY101702"/>
              </a:cxn>
              <a:cxn ang="0">
                <a:pos x="connsiteX101703" y="connsiteY101703"/>
              </a:cxn>
              <a:cxn ang="0">
                <a:pos x="connsiteX101704" y="connsiteY101704"/>
              </a:cxn>
              <a:cxn ang="0">
                <a:pos x="connsiteX101705" y="connsiteY101705"/>
              </a:cxn>
              <a:cxn ang="0">
                <a:pos x="connsiteX101706" y="connsiteY101706"/>
              </a:cxn>
              <a:cxn ang="0">
                <a:pos x="connsiteX101707" y="connsiteY101707"/>
              </a:cxn>
              <a:cxn ang="0">
                <a:pos x="connsiteX101708" y="connsiteY101708"/>
              </a:cxn>
              <a:cxn ang="0">
                <a:pos x="connsiteX101709" y="connsiteY101709"/>
              </a:cxn>
              <a:cxn ang="0">
                <a:pos x="connsiteX101710" y="connsiteY101710"/>
              </a:cxn>
              <a:cxn ang="0">
                <a:pos x="connsiteX101711" y="connsiteY101711"/>
              </a:cxn>
              <a:cxn ang="0">
                <a:pos x="connsiteX101712" y="connsiteY101712"/>
              </a:cxn>
              <a:cxn ang="0">
                <a:pos x="connsiteX101713" y="connsiteY101713"/>
              </a:cxn>
              <a:cxn ang="0">
                <a:pos x="connsiteX101714" y="connsiteY101714"/>
              </a:cxn>
              <a:cxn ang="0">
                <a:pos x="connsiteX101715" y="connsiteY101715"/>
              </a:cxn>
              <a:cxn ang="0">
                <a:pos x="connsiteX101716" y="connsiteY101716"/>
              </a:cxn>
              <a:cxn ang="0">
                <a:pos x="connsiteX101717" y="connsiteY101717"/>
              </a:cxn>
              <a:cxn ang="0">
                <a:pos x="connsiteX101718" y="connsiteY101718"/>
              </a:cxn>
              <a:cxn ang="0">
                <a:pos x="connsiteX101719" y="connsiteY101719"/>
              </a:cxn>
              <a:cxn ang="0">
                <a:pos x="connsiteX101720" y="connsiteY101720"/>
              </a:cxn>
              <a:cxn ang="0">
                <a:pos x="connsiteX101721" y="connsiteY101721"/>
              </a:cxn>
              <a:cxn ang="0">
                <a:pos x="connsiteX101722" y="connsiteY101722"/>
              </a:cxn>
              <a:cxn ang="0">
                <a:pos x="connsiteX101723" y="connsiteY101723"/>
              </a:cxn>
              <a:cxn ang="0">
                <a:pos x="connsiteX101724" y="connsiteY101724"/>
              </a:cxn>
              <a:cxn ang="0">
                <a:pos x="connsiteX101725" y="connsiteY101725"/>
              </a:cxn>
              <a:cxn ang="0">
                <a:pos x="connsiteX101726" y="connsiteY101726"/>
              </a:cxn>
              <a:cxn ang="0">
                <a:pos x="connsiteX101727" y="connsiteY101727"/>
              </a:cxn>
              <a:cxn ang="0">
                <a:pos x="connsiteX101728" y="connsiteY101728"/>
              </a:cxn>
              <a:cxn ang="0">
                <a:pos x="connsiteX101729" y="connsiteY101729"/>
              </a:cxn>
              <a:cxn ang="0">
                <a:pos x="connsiteX101730" y="connsiteY101730"/>
              </a:cxn>
              <a:cxn ang="0">
                <a:pos x="connsiteX101731" y="connsiteY101731"/>
              </a:cxn>
              <a:cxn ang="0">
                <a:pos x="connsiteX101732" y="connsiteY101732"/>
              </a:cxn>
              <a:cxn ang="0">
                <a:pos x="connsiteX101733" y="connsiteY101733"/>
              </a:cxn>
              <a:cxn ang="0">
                <a:pos x="connsiteX101734" y="connsiteY101734"/>
              </a:cxn>
              <a:cxn ang="0">
                <a:pos x="connsiteX101735" y="connsiteY101735"/>
              </a:cxn>
              <a:cxn ang="0">
                <a:pos x="connsiteX101736" y="connsiteY101736"/>
              </a:cxn>
              <a:cxn ang="0">
                <a:pos x="connsiteX101737" y="connsiteY101737"/>
              </a:cxn>
              <a:cxn ang="0">
                <a:pos x="connsiteX101738" y="connsiteY101738"/>
              </a:cxn>
              <a:cxn ang="0">
                <a:pos x="connsiteX101739" y="connsiteY101739"/>
              </a:cxn>
              <a:cxn ang="0">
                <a:pos x="connsiteX101740" y="connsiteY101740"/>
              </a:cxn>
              <a:cxn ang="0">
                <a:pos x="connsiteX101741" y="connsiteY101741"/>
              </a:cxn>
              <a:cxn ang="0">
                <a:pos x="connsiteX101742" y="connsiteY101742"/>
              </a:cxn>
              <a:cxn ang="0">
                <a:pos x="connsiteX101743" y="connsiteY101743"/>
              </a:cxn>
              <a:cxn ang="0">
                <a:pos x="connsiteX101744" y="connsiteY101744"/>
              </a:cxn>
              <a:cxn ang="0">
                <a:pos x="connsiteX101745" y="connsiteY101745"/>
              </a:cxn>
              <a:cxn ang="0">
                <a:pos x="connsiteX101746" y="connsiteY101746"/>
              </a:cxn>
              <a:cxn ang="0">
                <a:pos x="connsiteX101747" y="connsiteY101747"/>
              </a:cxn>
              <a:cxn ang="0">
                <a:pos x="connsiteX101748" y="connsiteY101748"/>
              </a:cxn>
              <a:cxn ang="0">
                <a:pos x="connsiteX101749" y="connsiteY101749"/>
              </a:cxn>
              <a:cxn ang="0">
                <a:pos x="connsiteX101750" y="connsiteY101750"/>
              </a:cxn>
              <a:cxn ang="0">
                <a:pos x="connsiteX101751" y="connsiteY101751"/>
              </a:cxn>
              <a:cxn ang="0">
                <a:pos x="connsiteX101752" y="connsiteY101752"/>
              </a:cxn>
              <a:cxn ang="0">
                <a:pos x="connsiteX101753" y="connsiteY101753"/>
              </a:cxn>
              <a:cxn ang="0">
                <a:pos x="connsiteX101754" y="connsiteY101754"/>
              </a:cxn>
              <a:cxn ang="0">
                <a:pos x="connsiteX101755" y="connsiteY101755"/>
              </a:cxn>
              <a:cxn ang="0">
                <a:pos x="connsiteX101756" y="connsiteY101756"/>
              </a:cxn>
              <a:cxn ang="0">
                <a:pos x="connsiteX101757" y="connsiteY101757"/>
              </a:cxn>
              <a:cxn ang="0">
                <a:pos x="connsiteX101758" y="connsiteY101758"/>
              </a:cxn>
              <a:cxn ang="0">
                <a:pos x="connsiteX101759" y="connsiteY101759"/>
              </a:cxn>
              <a:cxn ang="0">
                <a:pos x="connsiteX101760" y="connsiteY101760"/>
              </a:cxn>
              <a:cxn ang="0">
                <a:pos x="connsiteX101761" y="connsiteY101761"/>
              </a:cxn>
              <a:cxn ang="0">
                <a:pos x="connsiteX101762" y="connsiteY101762"/>
              </a:cxn>
              <a:cxn ang="0">
                <a:pos x="connsiteX101763" y="connsiteY101763"/>
              </a:cxn>
              <a:cxn ang="0">
                <a:pos x="connsiteX101764" y="connsiteY101764"/>
              </a:cxn>
              <a:cxn ang="0">
                <a:pos x="connsiteX101765" y="connsiteY101765"/>
              </a:cxn>
              <a:cxn ang="0">
                <a:pos x="connsiteX101766" y="connsiteY101766"/>
              </a:cxn>
              <a:cxn ang="0">
                <a:pos x="connsiteX101767" y="connsiteY101767"/>
              </a:cxn>
              <a:cxn ang="0">
                <a:pos x="connsiteX101768" y="connsiteY101768"/>
              </a:cxn>
              <a:cxn ang="0">
                <a:pos x="connsiteX101769" y="connsiteY101769"/>
              </a:cxn>
              <a:cxn ang="0">
                <a:pos x="connsiteX101770" y="connsiteY101770"/>
              </a:cxn>
              <a:cxn ang="0">
                <a:pos x="connsiteX101771" y="connsiteY101771"/>
              </a:cxn>
              <a:cxn ang="0">
                <a:pos x="connsiteX101772" y="connsiteY101772"/>
              </a:cxn>
              <a:cxn ang="0">
                <a:pos x="connsiteX101773" y="connsiteY101773"/>
              </a:cxn>
              <a:cxn ang="0">
                <a:pos x="connsiteX101774" y="connsiteY101774"/>
              </a:cxn>
              <a:cxn ang="0">
                <a:pos x="connsiteX101775" y="connsiteY101775"/>
              </a:cxn>
              <a:cxn ang="0">
                <a:pos x="connsiteX101776" y="connsiteY101776"/>
              </a:cxn>
              <a:cxn ang="0">
                <a:pos x="connsiteX101777" y="connsiteY101777"/>
              </a:cxn>
              <a:cxn ang="0">
                <a:pos x="connsiteX101778" y="connsiteY101778"/>
              </a:cxn>
              <a:cxn ang="0">
                <a:pos x="connsiteX101779" y="connsiteY101779"/>
              </a:cxn>
              <a:cxn ang="0">
                <a:pos x="connsiteX101780" y="connsiteY101780"/>
              </a:cxn>
              <a:cxn ang="0">
                <a:pos x="connsiteX101781" y="connsiteY101781"/>
              </a:cxn>
              <a:cxn ang="0">
                <a:pos x="connsiteX101782" y="connsiteY101782"/>
              </a:cxn>
              <a:cxn ang="0">
                <a:pos x="connsiteX101783" y="connsiteY101783"/>
              </a:cxn>
              <a:cxn ang="0">
                <a:pos x="connsiteX101784" y="connsiteY101784"/>
              </a:cxn>
              <a:cxn ang="0">
                <a:pos x="connsiteX101785" y="connsiteY101785"/>
              </a:cxn>
              <a:cxn ang="0">
                <a:pos x="connsiteX101786" y="connsiteY101786"/>
              </a:cxn>
              <a:cxn ang="0">
                <a:pos x="connsiteX101787" y="connsiteY101787"/>
              </a:cxn>
              <a:cxn ang="0">
                <a:pos x="connsiteX101788" y="connsiteY101788"/>
              </a:cxn>
              <a:cxn ang="0">
                <a:pos x="connsiteX101789" y="connsiteY101789"/>
              </a:cxn>
              <a:cxn ang="0">
                <a:pos x="connsiteX101790" y="connsiteY101790"/>
              </a:cxn>
              <a:cxn ang="0">
                <a:pos x="connsiteX101791" y="connsiteY101791"/>
              </a:cxn>
              <a:cxn ang="0">
                <a:pos x="connsiteX101792" y="connsiteY101792"/>
              </a:cxn>
              <a:cxn ang="0">
                <a:pos x="connsiteX101793" y="connsiteY101793"/>
              </a:cxn>
              <a:cxn ang="0">
                <a:pos x="connsiteX101794" y="connsiteY101794"/>
              </a:cxn>
              <a:cxn ang="0">
                <a:pos x="connsiteX101795" y="connsiteY101795"/>
              </a:cxn>
              <a:cxn ang="0">
                <a:pos x="connsiteX101796" y="connsiteY101796"/>
              </a:cxn>
              <a:cxn ang="0">
                <a:pos x="connsiteX101797" y="connsiteY101797"/>
              </a:cxn>
              <a:cxn ang="0">
                <a:pos x="connsiteX101798" y="connsiteY101798"/>
              </a:cxn>
              <a:cxn ang="0">
                <a:pos x="connsiteX101799" y="connsiteY101799"/>
              </a:cxn>
              <a:cxn ang="0">
                <a:pos x="connsiteX101800" y="connsiteY101800"/>
              </a:cxn>
              <a:cxn ang="0">
                <a:pos x="connsiteX101801" y="connsiteY101801"/>
              </a:cxn>
              <a:cxn ang="0">
                <a:pos x="connsiteX101802" y="connsiteY101802"/>
              </a:cxn>
              <a:cxn ang="0">
                <a:pos x="connsiteX101803" y="connsiteY101803"/>
              </a:cxn>
              <a:cxn ang="0">
                <a:pos x="connsiteX101804" y="connsiteY101804"/>
              </a:cxn>
              <a:cxn ang="0">
                <a:pos x="connsiteX101805" y="connsiteY101805"/>
              </a:cxn>
              <a:cxn ang="0">
                <a:pos x="connsiteX101806" y="connsiteY101806"/>
              </a:cxn>
              <a:cxn ang="0">
                <a:pos x="connsiteX101807" y="connsiteY101807"/>
              </a:cxn>
              <a:cxn ang="0">
                <a:pos x="connsiteX101808" y="connsiteY101808"/>
              </a:cxn>
              <a:cxn ang="0">
                <a:pos x="connsiteX101809" y="connsiteY101809"/>
              </a:cxn>
              <a:cxn ang="0">
                <a:pos x="connsiteX101810" y="connsiteY101810"/>
              </a:cxn>
              <a:cxn ang="0">
                <a:pos x="connsiteX101811" y="connsiteY101811"/>
              </a:cxn>
              <a:cxn ang="0">
                <a:pos x="connsiteX101812" y="connsiteY101812"/>
              </a:cxn>
              <a:cxn ang="0">
                <a:pos x="connsiteX101813" y="connsiteY101813"/>
              </a:cxn>
              <a:cxn ang="0">
                <a:pos x="connsiteX101814" y="connsiteY101814"/>
              </a:cxn>
              <a:cxn ang="0">
                <a:pos x="connsiteX101815" y="connsiteY101815"/>
              </a:cxn>
              <a:cxn ang="0">
                <a:pos x="connsiteX101816" y="connsiteY101816"/>
              </a:cxn>
              <a:cxn ang="0">
                <a:pos x="connsiteX101817" y="connsiteY101817"/>
              </a:cxn>
              <a:cxn ang="0">
                <a:pos x="connsiteX101818" y="connsiteY101818"/>
              </a:cxn>
              <a:cxn ang="0">
                <a:pos x="connsiteX101819" y="connsiteY101819"/>
              </a:cxn>
              <a:cxn ang="0">
                <a:pos x="connsiteX101820" y="connsiteY101820"/>
              </a:cxn>
              <a:cxn ang="0">
                <a:pos x="connsiteX101821" y="connsiteY101821"/>
              </a:cxn>
              <a:cxn ang="0">
                <a:pos x="connsiteX101822" y="connsiteY101822"/>
              </a:cxn>
              <a:cxn ang="0">
                <a:pos x="connsiteX101823" y="connsiteY101823"/>
              </a:cxn>
              <a:cxn ang="0">
                <a:pos x="connsiteX101824" y="connsiteY101824"/>
              </a:cxn>
              <a:cxn ang="0">
                <a:pos x="connsiteX101825" y="connsiteY101825"/>
              </a:cxn>
              <a:cxn ang="0">
                <a:pos x="connsiteX101826" y="connsiteY101826"/>
              </a:cxn>
              <a:cxn ang="0">
                <a:pos x="connsiteX101827" y="connsiteY101827"/>
              </a:cxn>
              <a:cxn ang="0">
                <a:pos x="connsiteX101828" y="connsiteY101828"/>
              </a:cxn>
              <a:cxn ang="0">
                <a:pos x="connsiteX101829" y="connsiteY101829"/>
              </a:cxn>
              <a:cxn ang="0">
                <a:pos x="connsiteX101830" y="connsiteY101830"/>
              </a:cxn>
              <a:cxn ang="0">
                <a:pos x="connsiteX101831" y="connsiteY101831"/>
              </a:cxn>
              <a:cxn ang="0">
                <a:pos x="connsiteX101832" y="connsiteY101832"/>
              </a:cxn>
              <a:cxn ang="0">
                <a:pos x="connsiteX101833" y="connsiteY101833"/>
              </a:cxn>
              <a:cxn ang="0">
                <a:pos x="connsiteX101834" y="connsiteY101834"/>
              </a:cxn>
              <a:cxn ang="0">
                <a:pos x="connsiteX101835" y="connsiteY101835"/>
              </a:cxn>
              <a:cxn ang="0">
                <a:pos x="connsiteX101836" y="connsiteY101836"/>
              </a:cxn>
              <a:cxn ang="0">
                <a:pos x="connsiteX101837" y="connsiteY101837"/>
              </a:cxn>
              <a:cxn ang="0">
                <a:pos x="connsiteX101838" y="connsiteY101838"/>
              </a:cxn>
              <a:cxn ang="0">
                <a:pos x="connsiteX101839" y="connsiteY101839"/>
              </a:cxn>
              <a:cxn ang="0">
                <a:pos x="connsiteX101840" y="connsiteY101840"/>
              </a:cxn>
              <a:cxn ang="0">
                <a:pos x="connsiteX101841" y="connsiteY101841"/>
              </a:cxn>
              <a:cxn ang="0">
                <a:pos x="connsiteX101842" y="connsiteY101842"/>
              </a:cxn>
              <a:cxn ang="0">
                <a:pos x="connsiteX101843" y="connsiteY101843"/>
              </a:cxn>
              <a:cxn ang="0">
                <a:pos x="connsiteX101844" y="connsiteY101844"/>
              </a:cxn>
              <a:cxn ang="0">
                <a:pos x="connsiteX101845" y="connsiteY101845"/>
              </a:cxn>
              <a:cxn ang="0">
                <a:pos x="connsiteX101846" y="connsiteY101846"/>
              </a:cxn>
              <a:cxn ang="0">
                <a:pos x="connsiteX101847" y="connsiteY101847"/>
              </a:cxn>
              <a:cxn ang="0">
                <a:pos x="connsiteX101848" y="connsiteY101848"/>
              </a:cxn>
              <a:cxn ang="0">
                <a:pos x="connsiteX101849" y="connsiteY101849"/>
              </a:cxn>
              <a:cxn ang="0">
                <a:pos x="connsiteX101850" y="connsiteY101850"/>
              </a:cxn>
              <a:cxn ang="0">
                <a:pos x="connsiteX101851" y="connsiteY101851"/>
              </a:cxn>
              <a:cxn ang="0">
                <a:pos x="connsiteX101852" y="connsiteY101852"/>
              </a:cxn>
              <a:cxn ang="0">
                <a:pos x="connsiteX101853" y="connsiteY101853"/>
              </a:cxn>
              <a:cxn ang="0">
                <a:pos x="connsiteX101854" y="connsiteY101854"/>
              </a:cxn>
              <a:cxn ang="0">
                <a:pos x="connsiteX101855" y="connsiteY101855"/>
              </a:cxn>
              <a:cxn ang="0">
                <a:pos x="connsiteX101856" y="connsiteY101856"/>
              </a:cxn>
              <a:cxn ang="0">
                <a:pos x="connsiteX101857" y="connsiteY101857"/>
              </a:cxn>
              <a:cxn ang="0">
                <a:pos x="connsiteX101858" y="connsiteY101858"/>
              </a:cxn>
              <a:cxn ang="0">
                <a:pos x="connsiteX101859" y="connsiteY101859"/>
              </a:cxn>
              <a:cxn ang="0">
                <a:pos x="connsiteX101860" y="connsiteY101860"/>
              </a:cxn>
              <a:cxn ang="0">
                <a:pos x="connsiteX101861" y="connsiteY101861"/>
              </a:cxn>
              <a:cxn ang="0">
                <a:pos x="connsiteX101862" y="connsiteY101862"/>
              </a:cxn>
              <a:cxn ang="0">
                <a:pos x="connsiteX101863" y="connsiteY101863"/>
              </a:cxn>
              <a:cxn ang="0">
                <a:pos x="connsiteX101864" y="connsiteY101864"/>
              </a:cxn>
              <a:cxn ang="0">
                <a:pos x="connsiteX101865" y="connsiteY101865"/>
              </a:cxn>
              <a:cxn ang="0">
                <a:pos x="connsiteX101866" y="connsiteY101866"/>
              </a:cxn>
              <a:cxn ang="0">
                <a:pos x="connsiteX101867" y="connsiteY101867"/>
              </a:cxn>
              <a:cxn ang="0">
                <a:pos x="connsiteX101868" y="connsiteY101868"/>
              </a:cxn>
              <a:cxn ang="0">
                <a:pos x="connsiteX101869" y="connsiteY101869"/>
              </a:cxn>
              <a:cxn ang="0">
                <a:pos x="connsiteX101870" y="connsiteY101870"/>
              </a:cxn>
              <a:cxn ang="0">
                <a:pos x="connsiteX101871" y="connsiteY101871"/>
              </a:cxn>
              <a:cxn ang="0">
                <a:pos x="connsiteX101872" y="connsiteY101872"/>
              </a:cxn>
              <a:cxn ang="0">
                <a:pos x="connsiteX101873" y="connsiteY101873"/>
              </a:cxn>
              <a:cxn ang="0">
                <a:pos x="connsiteX101874" y="connsiteY101874"/>
              </a:cxn>
              <a:cxn ang="0">
                <a:pos x="connsiteX101875" y="connsiteY101875"/>
              </a:cxn>
              <a:cxn ang="0">
                <a:pos x="connsiteX101876" y="connsiteY101876"/>
              </a:cxn>
              <a:cxn ang="0">
                <a:pos x="connsiteX101877" y="connsiteY101877"/>
              </a:cxn>
              <a:cxn ang="0">
                <a:pos x="connsiteX101878" y="connsiteY101878"/>
              </a:cxn>
              <a:cxn ang="0">
                <a:pos x="connsiteX101879" y="connsiteY101879"/>
              </a:cxn>
              <a:cxn ang="0">
                <a:pos x="connsiteX101880" y="connsiteY101880"/>
              </a:cxn>
              <a:cxn ang="0">
                <a:pos x="connsiteX101881" y="connsiteY101881"/>
              </a:cxn>
              <a:cxn ang="0">
                <a:pos x="connsiteX101882" y="connsiteY101882"/>
              </a:cxn>
              <a:cxn ang="0">
                <a:pos x="connsiteX101883" y="connsiteY101883"/>
              </a:cxn>
              <a:cxn ang="0">
                <a:pos x="connsiteX101884" y="connsiteY101884"/>
              </a:cxn>
              <a:cxn ang="0">
                <a:pos x="connsiteX101885" y="connsiteY101885"/>
              </a:cxn>
              <a:cxn ang="0">
                <a:pos x="connsiteX101886" y="connsiteY101886"/>
              </a:cxn>
              <a:cxn ang="0">
                <a:pos x="connsiteX101887" y="connsiteY101887"/>
              </a:cxn>
              <a:cxn ang="0">
                <a:pos x="connsiteX101888" y="connsiteY101888"/>
              </a:cxn>
              <a:cxn ang="0">
                <a:pos x="connsiteX101889" y="connsiteY101889"/>
              </a:cxn>
              <a:cxn ang="0">
                <a:pos x="connsiteX101890" y="connsiteY101890"/>
              </a:cxn>
              <a:cxn ang="0">
                <a:pos x="connsiteX101891" y="connsiteY101891"/>
              </a:cxn>
              <a:cxn ang="0">
                <a:pos x="connsiteX101892" y="connsiteY101892"/>
              </a:cxn>
              <a:cxn ang="0">
                <a:pos x="connsiteX101893" y="connsiteY101893"/>
              </a:cxn>
              <a:cxn ang="0">
                <a:pos x="connsiteX101894" y="connsiteY101894"/>
              </a:cxn>
              <a:cxn ang="0">
                <a:pos x="connsiteX101895" y="connsiteY101895"/>
              </a:cxn>
              <a:cxn ang="0">
                <a:pos x="connsiteX101896" y="connsiteY101896"/>
              </a:cxn>
              <a:cxn ang="0">
                <a:pos x="connsiteX101897" y="connsiteY101897"/>
              </a:cxn>
              <a:cxn ang="0">
                <a:pos x="connsiteX101898" y="connsiteY101898"/>
              </a:cxn>
              <a:cxn ang="0">
                <a:pos x="connsiteX101899" y="connsiteY101899"/>
              </a:cxn>
              <a:cxn ang="0">
                <a:pos x="connsiteX101900" y="connsiteY101900"/>
              </a:cxn>
              <a:cxn ang="0">
                <a:pos x="connsiteX101901" y="connsiteY101901"/>
              </a:cxn>
              <a:cxn ang="0">
                <a:pos x="connsiteX101902" y="connsiteY101902"/>
              </a:cxn>
              <a:cxn ang="0">
                <a:pos x="connsiteX101903" y="connsiteY101903"/>
              </a:cxn>
              <a:cxn ang="0">
                <a:pos x="connsiteX101904" y="connsiteY101904"/>
              </a:cxn>
              <a:cxn ang="0">
                <a:pos x="connsiteX101905" y="connsiteY101905"/>
              </a:cxn>
              <a:cxn ang="0">
                <a:pos x="connsiteX101906" y="connsiteY101906"/>
              </a:cxn>
              <a:cxn ang="0">
                <a:pos x="connsiteX101907" y="connsiteY101907"/>
              </a:cxn>
              <a:cxn ang="0">
                <a:pos x="connsiteX101908" y="connsiteY101908"/>
              </a:cxn>
              <a:cxn ang="0">
                <a:pos x="connsiteX101909" y="connsiteY101909"/>
              </a:cxn>
              <a:cxn ang="0">
                <a:pos x="connsiteX101910" y="connsiteY101910"/>
              </a:cxn>
              <a:cxn ang="0">
                <a:pos x="connsiteX101911" y="connsiteY101911"/>
              </a:cxn>
              <a:cxn ang="0">
                <a:pos x="connsiteX101912" y="connsiteY101912"/>
              </a:cxn>
              <a:cxn ang="0">
                <a:pos x="connsiteX101913" y="connsiteY101913"/>
              </a:cxn>
              <a:cxn ang="0">
                <a:pos x="connsiteX101914" y="connsiteY101914"/>
              </a:cxn>
              <a:cxn ang="0">
                <a:pos x="connsiteX101915" y="connsiteY101915"/>
              </a:cxn>
              <a:cxn ang="0">
                <a:pos x="connsiteX101916" y="connsiteY101916"/>
              </a:cxn>
              <a:cxn ang="0">
                <a:pos x="connsiteX101917" y="connsiteY101917"/>
              </a:cxn>
              <a:cxn ang="0">
                <a:pos x="connsiteX101918" y="connsiteY101918"/>
              </a:cxn>
              <a:cxn ang="0">
                <a:pos x="connsiteX101919" y="connsiteY101919"/>
              </a:cxn>
              <a:cxn ang="0">
                <a:pos x="connsiteX101920" y="connsiteY101920"/>
              </a:cxn>
              <a:cxn ang="0">
                <a:pos x="connsiteX101921" y="connsiteY101921"/>
              </a:cxn>
              <a:cxn ang="0">
                <a:pos x="connsiteX101922" y="connsiteY101922"/>
              </a:cxn>
              <a:cxn ang="0">
                <a:pos x="connsiteX101923" y="connsiteY101923"/>
              </a:cxn>
              <a:cxn ang="0">
                <a:pos x="connsiteX101924" y="connsiteY101924"/>
              </a:cxn>
              <a:cxn ang="0">
                <a:pos x="connsiteX101925" y="connsiteY101925"/>
              </a:cxn>
              <a:cxn ang="0">
                <a:pos x="connsiteX101926" y="connsiteY101926"/>
              </a:cxn>
              <a:cxn ang="0">
                <a:pos x="connsiteX101927" y="connsiteY101927"/>
              </a:cxn>
              <a:cxn ang="0">
                <a:pos x="connsiteX101928" y="connsiteY101928"/>
              </a:cxn>
              <a:cxn ang="0">
                <a:pos x="connsiteX101929" y="connsiteY101929"/>
              </a:cxn>
              <a:cxn ang="0">
                <a:pos x="connsiteX101930" y="connsiteY101930"/>
              </a:cxn>
              <a:cxn ang="0">
                <a:pos x="connsiteX101931" y="connsiteY101931"/>
              </a:cxn>
              <a:cxn ang="0">
                <a:pos x="connsiteX101932" y="connsiteY101932"/>
              </a:cxn>
              <a:cxn ang="0">
                <a:pos x="connsiteX101933" y="connsiteY101933"/>
              </a:cxn>
              <a:cxn ang="0">
                <a:pos x="connsiteX101934" y="connsiteY101934"/>
              </a:cxn>
              <a:cxn ang="0">
                <a:pos x="connsiteX101935" y="connsiteY101935"/>
              </a:cxn>
              <a:cxn ang="0">
                <a:pos x="connsiteX101936" y="connsiteY101936"/>
              </a:cxn>
              <a:cxn ang="0">
                <a:pos x="connsiteX101937" y="connsiteY101937"/>
              </a:cxn>
              <a:cxn ang="0">
                <a:pos x="connsiteX101938" y="connsiteY101938"/>
              </a:cxn>
              <a:cxn ang="0">
                <a:pos x="connsiteX101939" y="connsiteY101939"/>
              </a:cxn>
              <a:cxn ang="0">
                <a:pos x="connsiteX101940" y="connsiteY101940"/>
              </a:cxn>
              <a:cxn ang="0">
                <a:pos x="connsiteX101941" y="connsiteY101941"/>
              </a:cxn>
              <a:cxn ang="0">
                <a:pos x="connsiteX101942" y="connsiteY101942"/>
              </a:cxn>
              <a:cxn ang="0">
                <a:pos x="connsiteX101943" y="connsiteY101943"/>
              </a:cxn>
              <a:cxn ang="0">
                <a:pos x="connsiteX101944" y="connsiteY101944"/>
              </a:cxn>
              <a:cxn ang="0">
                <a:pos x="connsiteX101945" y="connsiteY101945"/>
              </a:cxn>
              <a:cxn ang="0">
                <a:pos x="connsiteX101946" y="connsiteY101946"/>
              </a:cxn>
              <a:cxn ang="0">
                <a:pos x="connsiteX101947" y="connsiteY101947"/>
              </a:cxn>
              <a:cxn ang="0">
                <a:pos x="connsiteX101948" y="connsiteY101948"/>
              </a:cxn>
              <a:cxn ang="0">
                <a:pos x="connsiteX101949" y="connsiteY101949"/>
              </a:cxn>
              <a:cxn ang="0">
                <a:pos x="connsiteX101950" y="connsiteY101950"/>
              </a:cxn>
              <a:cxn ang="0">
                <a:pos x="connsiteX101951" y="connsiteY101951"/>
              </a:cxn>
              <a:cxn ang="0">
                <a:pos x="connsiteX101952" y="connsiteY101952"/>
              </a:cxn>
              <a:cxn ang="0">
                <a:pos x="connsiteX101953" y="connsiteY101953"/>
              </a:cxn>
              <a:cxn ang="0">
                <a:pos x="connsiteX101954" y="connsiteY101954"/>
              </a:cxn>
              <a:cxn ang="0">
                <a:pos x="connsiteX101955" y="connsiteY101955"/>
              </a:cxn>
              <a:cxn ang="0">
                <a:pos x="connsiteX101956" y="connsiteY101956"/>
              </a:cxn>
              <a:cxn ang="0">
                <a:pos x="connsiteX101957" y="connsiteY101957"/>
              </a:cxn>
              <a:cxn ang="0">
                <a:pos x="connsiteX101958" y="connsiteY101958"/>
              </a:cxn>
              <a:cxn ang="0">
                <a:pos x="connsiteX101959" y="connsiteY101959"/>
              </a:cxn>
              <a:cxn ang="0">
                <a:pos x="connsiteX101960" y="connsiteY101960"/>
              </a:cxn>
              <a:cxn ang="0">
                <a:pos x="connsiteX101961" y="connsiteY101961"/>
              </a:cxn>
              <a:cxn ang="0">
                <a:pos x="connsiteX101962" y="connsiteY101962"/>
              </a:cxn>
              <a:cxn ang="0">
                <a:pos x="connsiteX101963" y="connsiteY101963"/>
              </a:cxn>
              <a:cxn ang="0">
                <a:pos x="connsiteX101964" y="connsiteY101964"/>
              </a:cxn>
              <a:cxn ang="0">
                <a:pos x="connsiteX101965" y="connsiteY101965"/>
              </a:cxn>
              <a:cxn ang="0">
                <a:pos x="connsiteX101966" y="connsiteY101966"/>
              </a:cxn>
              <a:cxn ang="0">
                <a:pos x="connsiteX101967" y="connsiteY101967"/>
              </a:cxn>
              <a:cxn ang="0">
                <a:pos x="connsiteX101968" y="connsiteY101968"/>
              </a:cxn>
              <a:cxn ang="0">
                <a:pos x="connsiteX101969" y="connsiteY101969"/>
              </a:cxn>
              <a:cxn ang="0">
                <a:pos x="connsiteX101970" y="connsiteY101970"/>
              </a:cxn>
              <a:cxn ang="0">
                <a:pos x="connsiteX101971" y="connsiteY101971"/>
              </a:cxn>
              <a:cxn ang="0">
                <a:pos x="connsiteX101972" y="connsiteY101972"/>
              </a:cxn>
              <a:cxn ang="0">
                <a:pos x="connsiteX101973" y="connsiteY101973"/>
              </a:cxn>
              <a:cxn ang="0">
                <a:pos x="connsiteX101974" y="connsiteY101974"/>
              </a:cxn>
              <a:cxn ang="0">
                <a:pos x="connsiteX101975" y="connsiteY101975"/>
              </a:cxn>
              <a:cxn ang="0">
                <a:pos x="connsiteX101976" y="connsiteY101976"/>
              </a:cxn>
              <a:cxn ang="0">
                <a:pos x="connsiteX101977" y="connsiteY101977"/>
              </a:cxn>
              <a:cxn ang="0">
                <a:pos x="connsiteX101978" y="connsiteY101978"/>
              </a:cxn>
              <a:cxn ang="0">
                <a:pos x="connsiteX101979" y="connsiteY101979"/>
              </a:cxn>
              <a:cxn ang="0">
                <a:pos x="connsiteX101980" y="connsiteY101980"/>
              </a:cxn>
              <a:cxn ang="0">
                <a:pos x="connsiteX101981" y="connsiteY101981"/>
              </a:cxn>
              <a:cxn ang="0">
                <a:pos x="connsiteX101982" y="connsiteY101982"/>
              </a:cxn>
              <a:cxn ang="0">
                <a:pos x="connsiteX101983" y="connsiteY101983"/>
              </a:cxn>
              <a:cxn ang="0">
                <a:pos x="connsiteX101984" y="connsiteY101984"/>
              </a:cxn>
              <a:cxn ang="0">
                <a:pos x="connsiteX101985" y="connsiteY101985"/>
              </a:cxn>
              <a:cxn ang="0">
                <a:pos x="connsiteX101986" y="connsiteY101986"/>
              </a:cxn>
              <a:cxn ang="0">
                <a:pos x="connsiteX101987" y="connsiteY101987"/>
              </a:cxn>
              <a:cxn ang="0">
                <a:pos x="connsiteX101988" y="connsiteY101988"/>
              </a:cxn>
              <a:cxn ang="0">
                <a:pos x="connsiteX101989" y="connsiteY101989"/>
              </a:cxn>
              <a:cxn ang="0">
                <a:pos x="connsiteX101990" y="connsiteY101990"/>
              </a:cxn>
              <a:cxn ang="0">
                <a:pos x="connsiteX101991" y="connsiteY101991"/>
              </a:cxn>
              <a:cxn ang="0">
                <a:pos x="connsiteX101992" y="connsiteY101992"/>
              </a:cxn>
              <a:cxn ang="0">
                <a:pos x="connsiteX101993" y="connsiteY101993"/>
              </a:cxn>
              <a:cxn ang="0">
                <a:pos x="connsiteX101994" y="connsiteY101994"/>
              </a:cxn>
              <a:cxn ang="0">
                <a:pos x="connsiteX101995" y="connsiteY101995"/>
              </a:cxn>
              <a:cxn ang="0">
                <a:pos x="connsiteX101996" y="connsiteY101996"/>
              </a:cxn>
              <a:cxn ang="0">
                <a:pos x="connsiteX101997" y="connsiteY101997"/>
              </a:cxn>
              <a:cxn ang="0">
                <a:pos x="connsiteX101998" y="connsiteY101998"/>
              </a:cxn>
              <a:cxn ang="0">
                <a:pos x="connsiteX101999" y="connsiteY101999"/>
              </a:cxn>
              <a:cxn ang="0">
                <a:pos x="connsiteX102000" y="connsiteY102000"/>
              </a:cxn>
              <a:cxn ang="0">
                <a:pos x="connsiteX102001" y="connsiteY102001"/>
              </a:cxn>
              <a:cxn ang="0">
                <a:pos x="connsiteX102002" y="connsiteY102002"/>
              </a:cxn>
              <a:cxn ang="0">
                <a:pos x="connsiteX102003" y="connsiteY102003"/>
              </a:cxn>
              <a:cxn ang="0">
                <a:pos x="connsiteX102004" y="connsiteY102004"/>
              </a:cxn>
              <a:cxn ang="0">
                <a:pos x="connsiteX102005" y="connsiteY102005"/>
              </a:cxn>
              <a:cxn ang="0">
                <a:pos x="connsiteX102006" y="connsiteY102006"/>
              </a:cxn>
              <a:cxn ang="0">
                <a:pos x="connsiteX102007" y="connsiteY102007"/>
              </a:cxn>
              <a:cxn ang="0">
                <a:pos x="connsiteX102008" y="connsiteY102008"/>
              </a:cxn>
              <a:cxn ang="0">
                <a:pos x="connsiteX102009" y="connsiteY102009"/>
              </a:cxn>
              <a:cxn ang="0">
                <a:pos x="connsiteX102010" y="connsiteY102010"/>
              </a:cxn>
              <a:cxn ang="0">
                <a:pos x="connsiteX102011" y="connsiteY102011"/>
              </a:cxn>
              <a:cxn ang="0">
                <a:pos x="connsiteX102012" y="connsiteY102012"/>
              </a:cxn>
              <a:cxn ang="0">
                <a:pos x="connsiteX102013" y="connsiteY102013"/>
              </a:cxn>
              <a:cxn ang="0">
                <a:pos x="connsiteX102014" y="connsiteY102014"/>
              </a:cxn>
              <a:cxn ang="0">
                <a:pos x="connsiteX102015" y="connsiteY102015"/>
              </a:cxn>
              <a:cxn ang="0">
                <a:pos x="connsiteX102016" y="connsiteY102016"/>
              </a:cxn>
              <a:cxn ang="0">
                <a:pos x="connsiteX102017" y="connsiteY102017"/>
              </a:cxn>
              <a:cxn ang="0">
                <a:pos x="connsiteX102018" y="connsiteY102018"/>
              </a:cxn>
              <a:cxn ang="0">
                <a:pos x="connsiteX102019" y="connsiteY102019"/>
              </a:cxn>
              <a:cxn ang="0">
                <a:pos x="connsiteX102020" y="connsiteY102020"/>
              </a:cxn>
              <a:cxn ang="0">
                <a:pos x="connsiteX102021" y="connsiteY102021"/>
              </a:cxn>
              <a:cxn ang="0">
                <a:pos x="connsiteX102022" y="connsiteY102022"/>
              </a:cxn>
              <a:cxn ang="0">
                <a:pos x="connsiteX102023" y="connsiteY102023"/>
              </a:cxn>
              <a:cxn ang="0">
                <a:pos x="connsiteX102024" y="connsiteY102024"/>
              </a:cxn>
              <a:cxn ang="0">
                <a:pos x="connsiteX102025" y="connsiteY102025"/>
              </a:cxn>
              <a:cxn ang="0">
                <a:pos x="connsiteX102026" y="connsiteY102026"/>
              </a:cxn>
              <a:cxn ang="0">
                <a:pos x="connsiteX102027" y="connsiteY102027"/>
              </a:cxn>
              <a:cxn ang="0">
                <a:pos x="connsiteX102028" y="connsiteY102028"/>
              </a:cxn>
              <a:cxn ang="0">
                <a:pos x="connsiteX102029" y="connsiteY102029"/>
              </a:cxn>
              <a:cxn ang="0">
                <a:pos x="connsiteX102030" y="connsiteY102030"/>
              </a:cxn>
              <a:cxn ang="0">
                <a:pos x="connsiteX102031" y="connsiteY102031"/>
              </a:cxn>
              <a:cxn ang="0">
                <a:pos x="connsiteX102032" y="connsiteY102032"/>
              </a:cxn>
              <a:cxn ang="0">
                <a:pos x="connsiteX102033" y="connsiteY102033"/>
              </a:cxn>
              <a:cxn ang="0">
                <a:pos x="connsiteX102034" y="connsiteY102034"/>
              </a:cxn>
              <a:cxn ang="0">
                <a:pos x="connsiteX102035" y="connsiteY102035"/>
              </a:cxn>
              <a:cxn ang="0">
                <a:pos x="connsiteX102036" y="connsiteY102036"/>
              </a:cxn>
              <a:cxn ang="0">
                <a:pos x="connsiteX102037" y="connsiteY102037"/>
              </a:cxn>
              <a:cxn ang="0">
                <a:pos x="connsiteX102038" y="connsiteY102038"/>
              </a:cxn>
              <a:cxn ang="0">
                <a:pos x="connsiteX102039" y="connsiteY102039"/>
              </a:cxn>
              <a:cxn ang="0">
                <a:pos x="connsiteX102040" y="connsiteY102040"/>
              </a:cxn>
              <a:cxn ang="0">
                <a:pos x="connsiteX102041" y="connsiteY102041"/>
              </a:cxn>
              <a:cxn ang="0">
                <a:pos x="connsiteX102042" y="connsiteY102042"/>
              </a:cxn>
              <a:cxn ang="0">
                <a:pos x="connsiteX102043" y="connsiteY102043"/>
              </a:cxn>
              <a:cxn ang="0">
                <a:pos x="connsiteX102044" y="connsiteY102044"/>
              </a:cxn>
              <a:cxn ang="0">
                <a:pos x="connsiteX102045" y="connsiteY102045"/>
              </a:cxn>
              <a:cxn ang="0">
                <a:pos x="connsiteX102046" y="connsiteY102046"/>
              </a:cxn>
              <a:cxn ang="0">
                <a:pos x="connsiteX102047" y="connsiteY102047"/>
              </a:cxn>
              <a:cxn ang="0">
                <a:pos x="connsiteX102048" y="connsiteY102048"/>
              </a:cxn>
              <a:cxn ang="0">
                <a:pos x="connsiteX102049" y="connsiteY102049"/>
              </a:cxn>
              <a:cxn ang="0">
                <a:pos x="connsiteX102050" y="connsiteY102050"/>
              </a:cxn>
              <a:cxn ang="0">
                <a:pos x="connsiteX102051" y="connsiteY102051"/>
              </a:cxn>
              <a:cxn ang="0">
                <a:pos x="connsiteX102052" y="connsiteY102052"/>
              </a:cxn>
              <a:cxn ang="0">
                <a:pos x="connsiteX102053" y="connsiteY102053"/>
              </a:cxn>
              <a:cxn ang="0">
                <a:pos x="connsiteX102054" y="connsiteY102054"/>
              </a:cxn>
              <a:cxn ang="0">
                <a:pos x="connsiteX102055" y="connsiteY102055"/>
              </a:cxn>
              <a:cxn ang="0">
                <a:pos x="connsiteX102056" y="connsiteY102056"/>
              </a:cxn>
              <a:cxn ang="0">
                <a:pos x="connsiteX102057" y="connsiteY102057"/>
              </a:cxn>
              <a:cxn ang="0">
                <a:pos x="connsiteX102058" y="connsiteY102058"/>
              </a:cxn>
              <a:cxn ang="0">
                <a:pos x="connsiteX102059" y="connsiteY102059"/>
              </a:cxn>
              <a:cxn ang="0">
                <a:pos x="connsiteX102060" y="connsiteY102060"/>
              </a:cxn>
              <a:cxn ang="0">
                <a:pos x="connsiteX102061" y="connsiteY102061"/>
              </a:cxn>
              <a:cxn ang="0">
                <a:pos x="connsiteX102062" y="connsiteY102062"/>
              </a:cxn>
              <a:cxn ang="0">
                <a:pos x="connsiteX102063" y="connsiteY102063"/>
              </a:cxn>
              <a:cxn ang="0">
                <a:pos x="connsiteX102064" y="connsiteY102064"/>
              </a:cxn>
              <a:cxn ang="0">
                <a:pos x="connsiteX102065" y="connsiteY102065"/>
              </a:cxn>
              <a:cxn ang="0">
                <a:pos x="connsiteX102066" y="connsiteY102066"/>
              </a:cxn>
              <a:cxn ang="0">
                <a:pos x="connsiteX102067" y="connsiteY102067"/>
              </a:cxn>
              <a:cxn ang="0">
                <a:pos x="connsiteX102068" y="connsiteY102068"/>
              </a:cxn>
              <a:cxn ang="0">
                <a:pos x="connsiteX102069" y="connsiteY102069"/>
              </a:cxn>
              <a:cxn ang="0">
                <a:pos x="connsiteX102070" y="connsiteY102070"/>
              </a:cxn>
              <a:cxn ang="0">
                <a:pos x="connsiteX102071" y="connsiteY102071"/>
              </a:cxn>
              <a:cxn ang="0">
                <a:pos x="connsiteX102072" y="connsiteY102072"/>
              </a:cxn>
              <a:cxn ang="0">
                <a:pos x="connsiteX102073" y="connsiteY102073"/>
              </a:cxn>
              <a:cxn ang="0">
                <a:pos x="connsiteX102074" y="connsiteY102074"/>
              </a:cxn>
              <a:cxn ang="0">
                <a:pos x="connsiteX102075" y="connsiteY102075"/>
              </a:cxn>
              <a:cxn ang="0">
                <a:pos x="connsiteX102076" y="connsiteY102076"/>
              </a:cxn>
              <a:cxn ang="0">
                <a:pos x="connsiteX102077" y="connsiteY102077"/>
              </a:cxn>
              <a:cxn ang="0">
                <a:pos x="connsiteX102078" y="connsiteY102078"/>
              </a:cxn>
              <a:cxn ang="0">
                <a:pos x="connsiteX102079" y="connsiteY102079"/>
              </a:cxn>
              <a:cxn ang="0">
                <a:pos x="connsiteX102080" y="connsiteY102080"/>
              </a:cxn>
              <a:cxn ang="0">
                <a:pos x="connsiteX102081" y="connsiteY102081"/>
              </a:cxn>
              <a:cxn ang="0">
                <a:pos x="connsiteX102082" y="connsiteY102082"/>
              </a:cxn>
              <a:cxn ang="0">
                <a:pos x="connsiteX102083" y="connsiteY102083"/>
              </a:cxn>
              <a:cxn ang="0">
                <a:pos x="connsiteX102084" y="connsiteY102084"/>
              </a:cxn>
              <a:cxn ang="0">
                <a:pos x="connsiteX102085" y="connsiteY102085"/>
              </a:cxn>
              <a:cxn ang="0">
                <a:pos x="connsiteX102086" y="connsiteY102086"/>
              </a:cxn>
              <a:cxn ang="0">
                <a:pos x="connsiteX102087" y="connsiteY102087"/>
              </a:cxn>
              <a:cxn ang="0">
                <a:pos x="connsiteX102088" y="connsiteY102088"/>
              </a:cxn>
              <a:cxn ang="0">
                <a:pos x="connsiteX102089" y="connsiteY102089"/>
              </a:cxn>
              <a:cxn ang="0">
                <a:pos x="connsiteX102090" y="connsiteY102090"/>
              </a:cxn>
              <a:cxn ang="0">
                <a:pos x="connsiteX102091" y="connsiteY102091"/>
              </a:cxn>
              <a:cxn ang="0">
                <a:pos x="connsiteX102092" y="connsiteY102092"/>
              </a:cxn>
              <a:cxn ang="0">
                <a:pos x="connsiteX102093" y="connsiteY102093"/>
              </a:cxn>
              <a:cxn ang="0">
                <a:pos x="connsiteX102094" y="connsiteY102094"/>
              </a:cxn>
              <a:cxn ang="0">
                <a:pos x="connsiteX102095" y="connsiteY102095"/>
              </a:cxn>
              <a:cxn ang="0">
                <a:pos x="connsiteX102096" y="connsiteY102096"/>
              </a:cxn>
              <a:cxn ang="0">
                <a:pos x="connsiteX102097" y="connsiteY102097"/>
              </a:cxn>
              <a:cxn ang="0">
                <a:pos x="connsiteX102098" y="connsiteY102098"/>
              </a:cxn>
              <a:cxn ang="0">
                <a:pos x="connsiteX102099" y="connsiteY102099"/>
              </a:cxn>
              <a:cxn ang="0">
                <a:pos x="connsiteX102100" y="connsiteY102100"/>
              </a:cxn>
              <a:cxn ang="0">
                <a:pos x="connsiteX102101" y="connsiteY102101"/>
              </a:cxn>
              <a:cxn ang="0">
                <a:pos x="connsiteX102102" y="connsiteY102102"/>
              </a:cxn>
              <a:cxn ang="0">
                <a:pos x="connsiteX102103" y="connsiteY102103"/>
              </a:cxn>
              <a:cxn ang="0">
                <a:pos x="connsiteX102104" y="connsiteY102104"/>
              </a:cxn>
              <a:cxn ang="0">
                <a:pos x="connsiteX102105" y="connsiteY102105"/>
              </a:cxn>
              <a:cxn ang="0">
                <a:pos x="connsiteX102106" y="connsiteY102106"/>
              </a:cxn>
              <a:cxn ang="0">
                <a:pos x="connsiteX102107" y="connsiteY102107"/>
              </a:cxn>
              <a:cxn ang="0">
                <a:pos x="connsiteX102108" y="connsiteY102108"/>
              </a:cxn>
              <a:cxn ang="0">
                <a:pos x="connsiteX102109" y="connsiteY102109"/>
              </a:cxn>
              <a:cxn ang="0">
                <a:pos x="connsiteX102110" y="connsiteY102110"/>
              </a:cxn>
              <a:cxn ang="0">
                <a:pos x="connsiteX102111" y="connsiteY102111"/>
              </a:cxn>
              <a:cxn ang="0">
                <a:pos x="connsiteX102112" y="connsiteY102112"/>
              </a:cxn>
              <a:cxn ang="0">
                <a:pos x="connsiteX102113" y="connsiteY102113"/>
              </a:cxn>
              <a:cxn ang="0">
                <a:pos x="connsiteX102114" y="connsiteY102114"/>
              </a:cxn>
              <a:cxn ang="0">
                <a:pos x="connsiteX102115" y="connsiteY102115"/>
              </a:cxn>
              <a:cxn ang="0">
                <a:pos x="connsiteX102116" y="connsiteY102116"/>
              </a:cxn>
              <a:cxn ang="0">
                <a:pos x="connsiteX102117" y="connsiteY102117"/>
              </a:cxn>
              <a:cxn ang="0">
                <a:pos x="connsiteX102118" y="connsiteY102118"/>
              </a:cxn>
              <a:cxn ang="0">
                <a:pos x="connsiteX102119" y="connsiteY102119"/>
              </a:cxn>
              <a:cxn ang="0">
                <a:pos x="connsiteX102120" y="connsiteY102120"/>
              </a:cxn>
              <a:cxn ang="0">
                <a:pos x="connsiteX102121" y="connsiteY102121"/>
              </a:cxn>
              <a:cxn ang="0">
                <a:pos x="connsiteX102122" y="connsiteY102122"/>
              </a:cxn>
              <a:cxn ang="0">
                <a:pos x="connsiteX102123" y="connsiteY102123"/>
              </a:cxn>
              <a:cxn ang="0">
                <a:pos x="connsiteX102124" y="connsiteY102124"/>
              </a:cxn>
              <a:cxn ang="0">
                <a:pos x="connsiteX102125" y="connsiteY102125"/>
              </a:cxn>
              <a:cxn ang="0">
                <a:pos x="connsiteX102126" y="connsiteY102126"/>
              </a:cxn>
              <a:cxn ang="0">
                <a:pos x="connsiteX102127" y="connsiteY102127"/>
              </a:cxn>
              <a:cxn ang="0">
                <a:pos x="connsiteX102128" y="connsiteY102128"/>
              </a:cxn>
              <a:cxn ang="0">
                <a:pos x="connsiteX102129" y="connsiteY102129"/>
              </a:cxn>
              <a:cxn ang="0">
                <a:pos x="connsiteX102130" y="connsiteY102130"/>
              </a:cxn>
              <a:cxn ang="0">
                <a:pos x="connsiteX102131" y="connsiteY102131"/>
              </a:cxn>
              <a:cxn ang="0">
                <a:pos x="connsiteX102132" y="connsiteY102132"/>
              </a:cxn>
              <a:cxn ang="0">
                <a:pos x="connsiteX102133" y="connsiteY102133"/>
              </a:cxn>
              <a:cxn ang="0">
                <a:pos x="connsiteX102134" y="connsiteY102134"/>
              </a:cxn>
              <a:cxn ang="0">
                <a:pos x="connsiteX102135" y="connsiteY102135"/>
              </a:cxn>
              <a:cxn ang="0">
                <a:pos x="connsiteX102136" y="connsiteY102136"/>
              </a:cxn>
              <a:cxn ang="0">
                <a:pos x="connsiteX102137" y="connsiteY102137"/>
              </a:cxn>
              <a:cxn ang="0">
                <a:pos x="connsiteX102138" y="connsiteY102138"/>
              </a:cxn>
              <a:cxn ang="0">
                <a:pos x="connsiteX102139" y="connsiteY102139"/>
              </a:cxn>
              <a:cxn ang="0">
                <a:pos x="connsiteX102140" y="connsiteY102140"/>
              </a:cxn>
              <a:cxn ang="0">
                <a:pos x="connsiteX102141" y="connsiteY102141"/>
              </a:cxn>
              <a:cxn ang="0">
                <a:pos x="connsiteX102142" y="connsiteY102142"/>
              </a:cxn>
              <a:cxn ang="0">
                <a:pos x="connsiteX102143" y="connsiteY102143"/>
              </a:cxn>
              <a:cxn ang="0">
                <a:pos x="connsiteX102144" y="connsiteY102144"/>
              </a:cxn>
              <a:cxn ang="0">
                <a:pos x="connsiteX102145" y="connsiteY102145"/>
              </a:cxn>
              <a:cxn ang="0">
                <a:pos x="connsiteX102146" y="connsiteY102146"/>
              </a:cxn>
              <a:cxn ang="0">
                <a:pos x="connsiteX102147" y="connsiteY102147"/>
              </a:cxn>
              <a:cxn ang="0">
                <a:pos x="connsiteX102148" y="connsiteY102148"/>
              </a:cxn>
              <a:cxn ang="0">
                <a:pos x="connsiteX102149" y="connsiteY102149"/>
              </a:cxn>
              <a:cxn ang="0">
                <a:pos x="connsiteX102150" y="connsiteY102150"/>
              </a:cxn>
              <a:cxn ang="0">
                <a:pos x="connsiteX102151" y="connsiteY102151"/>
              </a:cxn>
              <a:cxn ang="0">
                <a:pos x="connsiteX102152" y="connsiteY102152"/>
              </a:cxn>
              <a:cxn ang="0">
                <a:pos x="connsiteX102153" y="connsiteY102153"/>
              </a:cxn>
              <a:cxn ang="0">
                <a:pos x="connsiteX102154" y="connsiteY102154"/>
              </a:cxn>
              <a:cxn ang="0">
                <a:pos x="connsiteX102155" y="connsiteY102155"/>
              </a:cxn>
              <a:cxn ang="0">
                <a:pos x="connsiteX102156" y="connsiteY102156"/>
              </a:cxn>
              <a:cxn ang="0">
                <a:pos x="connsiteX102157" y="connsiteY102157"/>
              </a:cxn>
              <a:cxn ang="0">
                <a:pos x="connsiteX102158" y="connsiteY102158"/>
              </a:cxn>
              <a:cxn ang="0">
                <a:pos x="connsiteX102159" y="connsiteY102159"/>
              </a:cxn>
              <a:cxn ang="0">
                <a:pos x="connsiteX102160" y="connsiteY102160"/>
              </a:cxn>
              <a:cxn ang="0">
                <a:pos x="connsiteX102161" y="connsiteY102161"/>
              </a:cxn>
              <a:cxn ang="0">
                <a:pos x="connsiteX102162" y="connsiteY102162"/>
              </a:cxn>
              <a:cxn ang="0">
                <a:pos x="connsiteX102163" y="connsiteY102163"/>
              </a:cxn>
              <a:cxn ang="0">
                <a:pos x="connsiteX102164" y="connsiteY102164"/>
              </a:cxn>
              <a:cxn ang="0">
                <a:pos x="connsiteX102165" y="connsiteY102165"/>
              </a:cxn>
              <a:cxn ang="0">
                <a:pos x="connsiteX102166" y="connsiteY102166"/>
              </a:cxn>
              <a:cxn ang="0">
                <a:pos x="connsiteX102167" y="connsiteY102167"/>
              </a:cxn>
              <a:cxn ang="0">
                <a:pos x="connsiteX102168" y="connsiteY102168"/>
              </a:cxn>
              <a:cxn ang="0">
                <a:pos x="connsiteX102169" y="connsiteY102169"/>
              </a:cxn>
              <a:cxn ang="0">
                <a:pos x="connsiteX102170" y="connsiteY102170"/>
              </a:cxn>
              <a:cxn ang="0">
                <a:pos x="connsiteX102171" y="connsiteY102171"/>
              </a:cxn>
              <a:cxn ang="0">
                <a:pos x="connsiteX102172" y="connsiteY102172"/>
              </a:cxn>
              <a:cxn ang="0">
                <a:pos x="connsiteX102173" y="connsiteY102173"/>
              </a:cxn>
              <a:cxn ang="0">
                <a:pos x="connsiteX102174" y="connsiteY102174"/>
              </a:cxn>
              <a:cxn ang="0">
                <a:pos x="connsiteX102175" y="connsiteY102175"/>
              </a:cxn>
              <a:cxn ang="0">
                <a:pos x="connsiteX102176" y="connsiteY102176"/>
              </a:cxn>
              <a:cxn ang="0">
                <a:pos x="connsiteX102177" y="connsiteY102177"/>
              </a:cxn>
              <a:cxn ang="0">
                <a:pos x="connsiteX102178" y="connsiteY102178"/>
              </a:cxn>
              <a:cxn ang="0">
                <a:pos x="connsiteX102179" y="connsiteY102179"/>
              </a:cxn>
              <a:cxn ang="0">
                <a:pos x="connsiteX102180" y="connsiteY102180"/>
              </a:cxn>
              <a:cxn ang="0">
                <a:pos x="connsiteX102181" y="connsiteY102181"/>
              </a:cxn>
              <a:cxn ang="0">
                <a:pos x="connsiteX102182" y="connsiteY102182"/>
              </a:cxn>
              <a:cxn ang="0">
                <a:pos x="connsiteX102183" y="connsiteY102183"/>
              </a:cxn>
              <a:cxn ang="0">
                <a:pos x="connsiteX102184" y="connsiteY102184"/>
              </a:cxn>
              <a:cxn ang="0">
                <a:pos x="connsiteX102185" y="connsiteY102185"/>
              </a:cxn>
              <a:cxn ang="0">
                <a:pos x="connsiteX102186" y="connsiteY102186"/>
              </a:cxn>
              <a:cxn ang="0">
                <a:pos x="connsiteX102187" y="connsiteY102187"/>
              </a:cxn>
              <a:cxn ang="0">
                <a:pos x="connsiteX102188" y="connsiteY102188"/>
              </a:cxn>
              <a:cxn ang="0">
                <a:pos x="connsiteX102189" y="connsiteY102189"/>
              </a:cxn>
              <a:cxn ang="0">
                <a:pos x="connsiteX102190" y="connsiteY102190"/>
              </a:cxn>
              <a:cxn ang="0">
                <a:pos x="connsiteX102191" y="connsiteY102191"/>
              </a:cxn>
              <a:cxn ang="0">
                <a:pos x="connsiteX102192" y="connsiteY102192"/>
              </a:cxn>
              <a:cxn ang="0">
                <a:pos x="connsiteX102193" y="connsiteY102193"/>
              </a:cxn>
              <a:cxn ang="0">
                <a:pos x="connsiteX102194" y="connsiteY102194"/>
              </a:cxn>
              <a:cxn ang="0">
                <a:pos x="connsiteX102195" y="connsiteY102195"/>
              </a:cxn>
              <a:cxn ang="0">
                <a:pos x="connsiteX102196" y="connsiteY102196"/>
              </a:cxn>
              <a:cxn ang="0">
                <a:pos x="connsiteX102197" y="connsiteY102197"/>
              </a:cxn>
              <a:cxn ang="0">
                <a:pos x="connsiteX102198" y="connsiteY102198"/>
              </a:cxn>
              <a:cxn ang="0">
                <a:pos x="connsiteX102199" y="connsiteY102199"/>
              </a:cxn>
              <a:cxn ang="0">
                <a:pos x="connsiteX102200" y="connsiteY102200"/>
              </a:cxn>
              <a:cxn ang="0">
                <a:pos x="connsiteX102201" y="connsiteY102201"/>
              </a:cxn>
              <a:cxn ang="0">
                <a:pos x="connsiteX102202" y="connsiteY102202"/>
              </a:cxn>
              <a:cxn ang="0">
                <a:pos x="connsiteX102203" y="connsiteY102203"/>
              </a:cxn>
              <a:cxn ang="0">
                <a:pos x="connsiteX102204" y="connsiteY102204"/>
              </a:cxn>
              <a:cxn ang="0">
                <a:pos x="connsiteX102205" y="connsiteY102205"/>
              </a:cxn>
              <a:cxn ang="0">
                <a:pos x="connsiteX102206" y="connsiteY102206"/>
              </a:cxn>
              <a:cxn ang="0">
                <a:pos x="connsiteX102207" y="connsiteY102207"/>
              </a:cxn>
              <a:cxn ang="0">
                <a:pos x="connsiteX102208" y="connsiteY102208"/>
              </a:cxn>
              <a:cxn ang="0">
                <a:pos x="connsiteX102209" y="connsiteY102209"/>
              </a:cxn>
              <a:cxn ang="0">
                <a:pos x="connsiteX102210" y="connsiteY102210"/>
              </a:cxn>
              <a:cxn ang="0">
                <a:pos x="connsiteX102211" y="connsiteY102211"/>
              </a:cxn>
              <a:cxn ang="0">
                <a:pos x="connsiteX102212" y="connsiteY102212"/>
              </a:cxn>
              <a:cxn ang="0">
                <a:pos x="connsiteX102213" y="connsiteY102213"/>
              </a:cxn>
              <a:cxn ang="0">
                <a:pos x="connsiteX102214" y="connsiteY102214"/>
              </a:cxn>
              <a:cxn ang="0">
                <a:pos x="connsiteX102215" y="connsiteY102215"/>
              </a:cxn>
              <a:cxn ang="0">
                <a:pos x="connsiteX102216" y="connsiteY102216"/>
              </a:cxn>
              <a:cxn ang="0">
                <a:pos x="connsiteX102217" y="connsiteY102217"/>
              </a:cxn>
              <a:cxn ang="0">
                <a:pos x="connsiteX102218" y="connsiteY102218"/>
              </a:cxn>
              <a:cxn ang="0">
                <a:pos x="connsiteX102219" y="connsiteY102219"/>
              </a:cxn>
              <a:cxn ang="0">
                <a:pos x="connsiteX102220" y="connsiteY102220"/>
              </a:cxn>
              <a:cxn ang="0">
                <a:pos x="connsiteX102221" y="connsiteY102221"/>
              </a:cxn>
              <a:cxn ang="0">
                <a:pos x="connsiteX102222" y="connsiteY102222"/>
              </a:cxn>
              <a:cxn ang="0">
                <a:pos x="connsiteX102223" y="connsiteY102223"/>
              </a:cxn>
              <a:cxn ang="0">
                <a:pos x="connsiteX102224" y="connsiteY102224"/>
              </a:cxn>
              <a:cxn ang="0">
                <a:pos x="connsiteX102225" y="connsiteY102225"/>
              </a:cxn>
              <a:cxn ang="0">
                <a:pos x="connsiteX102226" y="connsiteY102226"/>
              </a:cxn>
              <a:cxn ang="0">
                <a:pos x="connsiteX102227" y="connsiteY102227"/>
              </a:cxn>
              <a:cxn ang="0">
                <a:pos x="connsiteX102228" y="connsiteY102228"/>
              </a:cxn>
              <a:cxn ang="0">
                <a:pos x="connsiteX102229" y="connsiteY102229"/>
              </a:cxn>
              <a:cxn ang="0">
                <a:pos x="connsiteX102230" y="connsiteY102230"/>
              </a:cxn>
              <a:cxn ang="0">
                <a:pos x="connsiteX102231" y="connsiteY102231"/>
              </a:cxn>
              <a:cxn ang="0">
                <a:pos x="connsiteX102232" y="connsiteY102232"/>
              </a:cxn>
              <a:cxn ang="0">
                <a:pos x="connsiteX102233" y="connsiteY102233"/>
              </a:cxn>
              <a:cxn ang="0">
                <a:pos x="connsiteX102234" y="connsiteY102234"/>
              </a:cxn>
              <a:cxn ang="0">
                <a:pos x="connsiteX102235" y="connsiteY102235"/>
              </a:cxn>
              <a:cxn ang="0">
                <a:pos x="connsiteX102236" y="connsiteY102236"/>
              </a:cxn>
              <a:cxn ang="0">
                <a:pos x="connsiteX102237" y="connsiteY102237"/>
              </a:cxn>
              <a:cxn ang="0">
                <a:pos x="connsiteX102238" y="connsiteY102238"/>
              </a:cxn>
              <a:cxn ang="0">
                <a:pos x="connsiteX102239" y="connsiteY102239"/>
              </a:cxn>
              <a:cxn ang="0">
                <a:pos x="connsiteX102240" y="connsiteY102240"/>
              </a:cxn>
              <a:cxn ang="0">
                <a:pos x="connsiteX102241" y="connsiteY102241"/>
              </a:cxn>
              <a:cxn ang="0">
                <a:pos x="connsiteX102242" y="connsiteY102242"/>
              </a:cxn>
              <a:cxn ang="0">
                <a:pos x="connsiteX102243" y="connsiteY102243"/>
              </a:cxn>
              <a:cxn ang="0">
                <a:pos x="connsiteX102244" y="connsiteY102244"/>
              </a:cxn>
              <a:cxn ang="0">
                <a:pos x="connsiteX102245" y="connsiteY102245"/>
              </a:cxn>
              <a:cxn ang="0">
                <a:pos x="connsiteX102246" y="connsiteY102246"/>
              </a:cxn>
              <a:cxn ang="0">
                <a:pos x="connsiteX102247" y="connsiteY102247"/>
              </a:cxn>
              <a:cxn ang="0">
                <a:pos x="connsiteX102248" y="connsiteY102248"/>
              </a:cxn>
              <a:cxn ang="0">
                <a:pos x="connsiteX102249" y="connsiteY102249"/>
              </a:cxn>
              <a:cxn ang="0">
                <a:pos x="connsiteX102250" y="connsiteY102250"/>
              </a:cxn>
              <a:cxn ang="0">
                <a:pos x="connsiteX102251" y="connsiteY102251"/>
              </a:cxn>
              <a:cxn ang="0">
                <a:pos x="connsiteX102252" y="connsiteY102252"/>
              </a:cxn>
              <a:cxn ang="0">
                <a:pos x="connsiteX102253" y="connsiteY102253"/>
              </a:cxn>
              <a:cxn ang="0">
                <a:pos x="connsiteX102254" y="connsiteY102254"/>
              </a:cxn>
              <a:cxn ang="0">
                <a:pos x="connsiteX102255" y="connsiteY102255"/>
              </a:cxn>
              <a:cxn ang="0">
                <a:pos x="connsiteX102256" y="connsiteY102256"/>
              </a:cxn>
              <a:cxn ang="0">
                <a:pos x="connsiteX102257" y="connsiteY102257"/>
              </a:cxn>
              <a:cxn ang="0">
                <a:pos x="connsiteX102258" y="connsiteY102258"/>
              </a:cxn>
              <a:cxn ang="0">
                <a:pos x="connsiteX102259" y="connsiteY102259"/>
              </a:cxn>
              <a:cxn ang="0">
                <a:pos x="connsiteX102260" y="connsiteY102260"/>
              </a:cxn>
              <a:cxn ang="0">
                <a:pos x="connsiteX102261" y="connsiteY102261"/>
              </a:cxn>
              <a:cxn ang="0">
                <a:pos x="connsiteX102262" y="connsiteY102262"/>
              </a:cxn>
              <a:cxn ang="0">
                <a:pos x="connsiteX102263" y="connsiteY102263"/>
              </a:cxn>
              <a:cxn ang="0">
                <a:pos x="connsiteX102264" y="connsiteY102264"/>
              </a:cxn>
              <a:cxn ang="0">
                <a:pos x="connsiteX102265" y="connsiteY102265"/>
              </a:cxn>
              <a:cxn ang="0">
                <a:pos x="connsiteX102266" y="connsiteY102266"/>
              </a:cxn>
              <a:cxn ang="0">
                <a:pos x="connsiteX102267" y="connsiteY102267"/>
              </a:cxn>
              <a:cxn ang="0">
                <a:pos x="connsiteX102268" y="connsiteY102268"/>
              </a:cxn>
              <a:cxn ang="0">
                <a:pos x="connsiteX102269" y="connsiteY102269"/>
              </a:cxn>
              <a:cxn ang="0">
                <a:pos x="connsiteX102270" y="connsiteY102270"/>
              </a:cxn>
              <a:cxn ang="0">
                <a:pos x="connsiteX102271" y="connsiteY102271"/>
              </a:cxn>
              <a:cxn ang="0">
                <a:pos x="connsiteX102272" y="connsiteY102272"/>
              </a:cxn>
              <a:cxn ang="0">
                <a:pos x="connsiteX102273" y="connsiteY102273"/>
              </a:cxn>
              <a:cxn ang="0">
                <a:pos x="connsiteX102274" y="connsiteY102274"/>
              </a:cxn>
              <a:cxn ang="0">
                <a:pos x="connsiteX102275" y="connsiteY102275"/>
              </a:cxn>
              <a:cxn ang="0">
                <a:pos x="connsiteX102276" y="connsiteY102276"/>
              </a:cxn>
              <a:cxn ang="0">
                <a:pos x="connsiteX102277" y="connsiteY102277"/>
              </a:cxn>
              <a:cxn ang="0">
                <a:pos x="connsiteX102278" y="connsiteY102278"/>
              </a:cxn>
              <a:cxn ang="0">
                <a:pos x="connsiteX102279" y="connsiteY102279"/>
              </a:cxn>
              <a:cxn ang="0">
                <a:pos x="connsiteX102280" y="connsiteY102280"/>
              </a:cxn>
              <a:cxn ang="0">
                <a:pos x="connsiteX102281" y="connsiteY102281"/>
              </a:cxn>
              <a:cxn ang="0">
                <a:pos x="connsiteX102282" y="connsiteY102282"/>
              </a:cxn>
              <a:cxn ang="0">
                <a:pos x="connsiteX102283" y="connsiteY102283"/>
              </a:cxn>
              <a:cxn ang="0">
                <a:pos x="connsiteX102284" y="connsiteY102284"/>
              </a:cxn>
              <a:cxn ang="0">
                <a:pos x="connsiteX102285" y="connsiteY102285"/>
              </a:cxn>
              <a:cxn ang="0">
                <a:pos x="connsiteX102286" y="connsiteY102286"/>
              </a:cxn>
              <a:cxn ang="0">
                <a:pos x="connsiteX102287" y="connsiteY102287"/>
              </a:cxn>
              <a:cxn ang="0">
                <a:pos x="connsiteX102288" y="connsiteY102288"/>
              </a:cxn>
              <a:cxn ang="0">
                <a:pos x="connsiteX102289" y="connsiteY102289"/>
              </a:cxn>
              <a:cxn ang="0">
                <a:pos x="connsiteX102290" y="connsiteY102290"/>
              </a:cxn>
              <a:cxn ang="0">
                <a:pos x="connsiteX102291" y="connsiteY102291"/>
              </a:cxn>
              <a:cxn ang="0">
                <a:pos x="connsiteX102292" y="connsiteY102292"/>
              </a:cxn>
              <a:cxn ang="0">
                <a:pos x="connsiteX102293" y="connsiteY102293"/>
              </a:cxn>
              <a:cxn ang="0">
                <a:pos x="connsiteX102294" y="connsiteY102294"/>
              </a:cxn>
              <a:cxn ang="0">
                <a:pos x="connsiteX102295" y="connsiteY102295"/>
              </a:cxn>
              <a:cxn ang="0">
                <a:pos x="connsiteX102296" y="connsiteY102296"/>
              </a:cxn>
              <a:cxn ang="0">
                <a:pos x="connsiteX102297" y="connsiteY102297"/>
              </a:cxn>
              <a:cxn ang="0">
                <a:pos x="connsiteX102298" y="connsiteY102298"/>
              </a:cxn>
              <a:cxn ang="0">
                <a:pos x="connsiteX102299" y="connsiteY102299"/>
              </a:cxn>
              <a:cxn ang="0">
                <a:pos x="connsiteX102300" y="connsiteY102300"/>
              </a:cxn>
              <a:cxn ang="0">
                <a:pos x="connsiteX102301" y="connsiteY102301"/>
              </a:cxn>
              <a:cxn ang="0">
                <a:pos x="connsiteX102302" y="connsiteY102302"/>
              </a:cxn>
              <a:cxn ang="0">
                <a:pos x="connsiteX102303" y="connsiteY102303"/>
              </a:cxn>
              <a:cxn ang="0">
                <a:pos x="connsiteX102304" y="connsiteY102304"/>
              </a:cxn>
              <a:cxn ang="0">
                <a:pos x="connsiteX102305" y="connsiteY102305"/>
              </a:cxn>
              <a:cxn ang="0">
                <a:pos x="connsiteX102306" y="connsiteY102306"/>
              </a:cxn>
              <a:cxn ang="0">
                <a:pos x="connsiteX102307" y="connsiteY102307"/>
              </a:cxn>
              <a:cxn ang="0">
                <a:pos x="connsiteX102308" y="connsiteY102308"/>
              </a:cxn>
              <a:cxn ang="0">
                <a:pos x="connsiteX102309" y="connsiteY102309"/>
              </a:cxn>
              <a:cxn ang="0">
                <a:pos x="connsiteX102310" y="connsiteY102310"/>
              </a:cxn>
              <a:cxn ang="0">
                <a:pos x="connsiteX102311" y="connsiteY102311"/>
              </a:cxn>
              <a:cxn ang="0">
                <a:pos x="connsiteX102312" y="connsiteY102312"/>
              </a:cxn>
              <a:cxn ang="0">
                <a:pos x="connsiteX102313" y="connsiteY102313"/>
              </a:cxn>
              <a:cxn ang="0">
                <a:pos x="connsiteX102314" y="connsiteY102314"/>
              </a:cxn>
              <a:cxn ang="0">
                <a:pos x="connsiteX102315" y="connsiteY102315"/>
              </a:cxn>
              <a:cxn ang="0">
                <a:pos x="connsiteX102316" y="connsiteY102316"/>
              </a:cxn>
              <a:cxn ang="0">
                <a:pos x="connsiteX102317" y="connsiteY102317"/>
              </a:cxn>
              <a:cxn ang="0">
                <a:pos x="connsiteX102318" y="connsiteY102318"/>
              </a:cxn>
              <a:cxn ang="0">
                <a:pos x="connsiteX102319" y="connsiteY102319"/>
              </a:cxn>
              <a:cxn ang="0">
                <a:pos x="connsiteX102320" y="connsiteY102320"/>
              </a:cxn>
              <a:cxn ang="0">
                <a:pos x="connsiteX102321" y="connsiteY102321"/>
              </a:cxn>
              <a:cxn ang="0">
                <a:pos x="connsiteX102322" y="connsiteY102322"/>
              </a:cxn>
              <a:cxn ang="0">
                <a:pos x="connsiteX102323" y="connsiteY102323"/>
              </a:cxn>
              <a:cxn ang="0">
                <a:pos x="connsiteX102324" y="connsiteY102324"/>
              </a:cxn>
              <a:cxn ang="0">
                <a:pos x="connsiteX102325" y="connsiteY102325"/>
              </a:cxn>
              <a:cxn ang="0">
                <a:pos x="connsiteX102326" y="connsiteY102326"/>
              </a:cxn>
              <a:cxn ang="0">
                <a:pos x="connsiteX102327" y="connsiteY102327"/>
              </a:cxn>
              <a:cxn ang="0">
                <a:pos x="connsiteX102328" y="connsiteY102328"/>
              </a:cxn>
              <a:cxn ang="0">
                <a:pos x="connsiteX102329" y="connsiteY102329"/>
              </a:cxn>
              <a:cxn ang="0">
                <a:pos x="connsiteX102330" y="connsiteY102330"/>
              </a:cxn>
              <a:cxn ang="0">
                <a:pos x="connsiteX102331" y="connsiteY102331"/>
              </a:cxn>
              <a:cxn ang="0">
                <a:pos x="connsiteX102332" y="connsiteY102332"/>
              </a:cxn>
              <a:cxn ang="0">
                <a:pos x="connsiteX102333" y="connsiteY102333"/>
              </a:cxn>
              <a:cxn ang="0">
                <a:pos x="connsiteX102334" y="connsiteY102334"/>
              </a:cxn>
              <a:cxn ang="0">
                <a:pos x="connsiteX102335" y="connsiteY102335"/>
              </a:cxn>
              <a:cxn ang="0">
                <a:pos x="connsiteX102336" y="connsiteY102336"/>
              </a:cxn>
              <a:cxn ang="0">
                <a:pos x="connsiteX102337" y="connsiteY102337"/>
              </a:cxn>
              <a:cxn ang="0">
                <a:pos x="connsiteX102338" y="connsiteY102338"/>
              </a:cxn>
              <a:cxn ang="0">
                <a:pos x="connsiteX102339" y="connsiteY102339"/>
              </a:cxn>
              <a:cxn ang="0">
                <a:pos x="connsiteX102340" y="connsiteY102340"/>
              </a:cxn>
              <a:cxn ang="0">
                <a:pos x="connsiteX102341" y="connsiteY102341"/>
              </a:cxn>
              <a:cxn ang="0">
                <a:pos x="connsiteX102342" y="connsiteY102342"/>
              </a:cxn>
              <a:cxn ang="0">
                <a:pos x="connsiteX102343" y="connsiteY102343"/>
              </a:cxn>
              <a:cxn ang="0">
                <a:pos x="connsiteX102344" y="connsiteY102344"/>
              </a:cxn>
              <a:cxn ang="0">
                <a:pos x="connsiteX102345" y="connsiteY102345"/>
              </a:cxn>
              <a:cxn ang="0">
                <a:pos x="connsiteX102346" y="connsiteY102346"/>
              </a:cxn>
              <a:cxn ang="0">
                <a:pos x="connsiteX102347" y="connsiteY102347"/>
              </a:cxn>
              <a:cxn ang="0">
                <a:pos x="connsiteX102348" y="connsiteY102348"/>
              </a:cxn>
              <a:cxn ang="0">
                <a:pos x="connsiteX102349" y="connsiteY102349"/>
              </a:cxn>
              <a:cxn ang="0">
                <a:pos x="connsiteX102350" y="connsiteY102350"/>
              </a:cxn>
              <a:cxn ang="0">
                <a:pos x="connsiteX102351" y="connsiteY102351"/>
              </a:cxn>
              <a:cxn ang="0">
                <a:pos x="connsiteX102352" y="connsiteY102352"/>
              </a:cxn>
              <a:cxn ang="0">
                <a:pos x="connsiteX102353" y="connsiteY102353"/>
              </a:cxn>
              <a:cxn ang="0">
                <a:pos x="connsiteX102354" y="connsiteY102354"/>
              </a:cxn>
              <a:cxn ang="0">
                <a:pos x="connsiteX102355" y="connsiteY102355"/>
              </a:cxn>
              <a:cxn ang="0">
                <a:pos x="connsiteX102356" y="connsiteY102356"/>
              </a:cxn>
              <a:cxn ang="0">
                <a:pos x="connsiteX102357" y="connsiteY102357"/>
              </a:cxn>
              <a:cxn ang="0">
                <a:pos x="connsiteX102358" y="connsiteY102358"/>
              </a:cxn>
              <a:cxn ang="0">
                <a:pos x="connsiteX102359" y="connsiteY102359"/>
              </a:cxn>
              <a:cxn ang="0">
                <a:pos x="connsiteX102360" y="connsiteY102360"/>
              </a:cxn>
              <a:cxn ang="0">
                <a:pos x="connsiteX102361" y="connsiteY102361"/>
              </a:cxn>
              <a:cxn ang="0">
                <a:pos x="connsiteX102362" y="connsiteY102362"/>
              </a:cxn>
              <a:cxn ang="0">
                <a:pos x="connsiteX102363" y="connsiteY102363"/>
              </a:cxn>
              <a:cxn ang="0">
                <a:pos x="connsiteX102364" y="connsiteY102364"/>
              </a:cxn>
              <a:cxn ang="0">
                <a:pos x="connsiteX102365" y="connsiteY102365"/>
              </a:cxn>
              <a:cxn ang="0">
                <a:pos x="connsiteX102366" y="connsiteY102366"/>
              </a:cxn>
              <a:cxn ang="0">
                <a:pos x="connsiteX102367" y="connsiteY102367"/>
              </a:cxn>
              <a:cxn ang="0">
                <a:pos x="connsiteX102368" y="connsiteY102368"/>
              </a:cxn>
              <a:cxn ang="0">
                <a:pos x="connsiteX102369" y="connsiteY102369"/>
              </a:cxn>
              <a:cxn ang="0">
                <a:pos x="connsiteX102370" y="connsiteY102370"/>
              </a:cxn>
              <a:cxn ang="0">
                <a:pos x="connsiteX102371" y="connsiteY102371"/>
              </a:cxn>
              <a:cxn ang="0">
                <a:pos x="connsiteX102372" y="connsiteY102372"/>
              </a:cxn>
              <a:cxn ang="0">
                <a:pos x="connsiteX102373" y="connsiteY102373"/>
              </a:cxn>
              <a:cxn ang="0">
                <a:pos x="connsiteX102374" y="connsiteY102374"/>
              </a:cxn>
              <a:cxn ang="0">
                <a:pos x="connsiteX102375" y="connsiteY102375"/>
              </a:cxn>
              <a:cxn ang="0">
                <a:pos x="connsiteX102376" y="connsiteY102376"/>
              </a:cxn>
              <a:cxn ang="0">
                <a:pos x="connsiteX102377" y="connsiteY102377"/>
              </a:cxn>
              <a:cxn ang="0">
                <a:pos x="connsiteX102378" y="connsiteY102378"/>
              </a:cxn>
              <a:cxn ang="0">
                <a:pos x="connsiteX102379" y="connsiteY102379"/>
              </a:cxn>
              <a:cxn ang="0">
                <a:pos x="connsiteX102380" y="connsiteY102380"/>
              </a:cxn>
              <a:cxn ang="0">
                <a:pos x="connsiteX102381" y="connsiteY102381"/>
              </a:cxn>
              <a:cxn ang="0">
                <a:pos x="connsiteX102382" y="connsiteY102382"/>
              </a:cxn>
              <a:cxn ang="0">
                <a:pos x="connsiteX102383" y="connsiteY102383"/>
              </a:cxn>
              <a:cxn ang="0">
                <a:pos x="connsiteX102384" y="connsiteY102384"/>
              </a:cxn>
              <a:cxn ang="0">
                <a:pos x="connsiteX102385" y="connsiteY102385"/>
              </a:cxn>
              <a:cxn ang="0">
                <a:pos x="connsiteX102386" y="connsiteY102386"/>
              </a:cxn>
              <a:cxn ang="0">
                <a:pos x="connsiteX102387" y="connsiteY102387"/>
              </a:cxn>
              <a:cxn ang="0">
                <a:pos x="connsiteX102388" y="connsiteY102388"/>
              </a:cxn>
              <a:cxn ang="0">
                <a:pos x="connsiteX102389" y="connsiteY102389"/>
              </a:cxn>
              <a:cxn ang="0">
                <a:pos x="connsiteX102390" y="connsiteY102390"/>
              </a:cxn>
              <a:cxn ang="0">
                <a:pos x="connsiteX102391" y="connsiteY102391"/>
              </a:cxn>
              <a:cxn ang="0">
                <a:pos x="connsiteX102392" y="connsiteY102392"/>
              </a:cxn>
              <a:cxn ang="0">
                <a:pos x="connsiteX102393" y="connsiteY102393"/>
              </a:cxn>
              <a:cxn ang="0">
                <a:pos x="connsiteX102394" y="connsiteY102394"/>
              </a:cxn>
              <a:cxn ang="0">
                <a:pos x="connsiteX102395" y="connsiteY102395"/>
              </a:cxn>
              <a:cxn ang="0">
                <a:pos x="connsiteX102396" y="connsiteY102396"/>
              </a:cxn>
              <a:cxn ang="0">
                <a:pos x="connsiteX102397" y="connsiteY102397"/>
              </a:cxn>
              <a:cxn ang="0">
                <a:pos x="connsiteX102398" y="connsiteY102398"/>
              </a:cxn>
              <a:cxn ang="0">
                <a:pos x="connsiteX102399" y="connsiteY102399"/>
              </a:cxn>
              <a:cxn ang="0">
                <a:pos x="connsiteX102400" y="connsiteY102400"/>
              </a:cxn>
              <a:cxn ang="0">
                <a:pos x="connsiteX102401" y="connsiteY102401"/>
              </a:cxn>
              <a:cxn ang="0">
                <a:pos x="connsiteX102402" y="connsiteY102402"/>
              </a:cxn>
              <a:cxn ang="0">
                <a:pos x="connsiteX102403" y="connsiteY102403"/>
              </a:cxn>
              <a:cxn ang="0">
                <a:pos x="connsiteX102404" y="connsiteY102404"/>
              </a:cxn>
              <a:cxn ang="0">
                <a:pos x="connsiteX102405" y="connsiteY102405"/>
              </a:cxn>
              <a:cxn ang="0">
                <a:pos x="connsiteX102406" y="connsiteY102406"/>
              </a:cxn>
              <a:cxn ang="0">
                <a:pos x="connsiteX102407" y="connsiteY102407"/>
              </a:cxn>
              <a:cxn ang="0">
                <a:pos x="connsiteX102408" y="connsiteY102408"/>
              </a:cxn>
              <a:cxn ang="0">
                <a:pos x="connsiteX102409" y="connsiteY102409"/>
              </a:cxn>
              <a:cxn ang="0">
                <a:pos x="connsiteX102410" y="connsiteY102410"/>
              </a:cxn>
              <a:cxn ang="0">
                <a:pos x="connsiteX102411" y="connsiteY102411"/>
              </a:cxn>
              <a:cxn ang="0">
                <a:pos x="connsiteX102412" y="connsiteY102412"/>
              </a:cxn>
              <a:cxn ang="0">
                <a:pos x="connsiteX102413" y="connsiteY102413"/>
              </a:cxn>
              <a:cxn ang="0">
                <a:pos x="connsiteX102414" y="connsiteY102414"/>
              </a:cxn>
              <a:cxn ang="0">
                <a:pos x="connsiteX102415" y="connsiteY102415"/>
              </a:cxn>
              <a:cxn ang="0">
                <a:pos x="connsiteX102416" y="connsiteY102416"/>
              </a:cxn>
              <a:cxn ang="0">
                <a:pos x="connsiteX102417" y="connsiteY102417"/>
              </a:cxn>
              <a:cxn ang="0">
                <a:pos x="connsiteX102418" y="connsiteY102418"/>
              </a:cxn>
              <a:cxn ang="0">
                <a:pos x="connsiteX102419" y="connsiteY102419"/>
              </a:cxn>
              <a:cxn ang="0">
                <a:pos x="connsiteX102420" y="connsiteY102420"/>
              </a:cxn>
              <a:cxn ang="0">
                <a:pos x="connsiteX102421" y="connsiteY102421"/>
              </a:cxn>
              <a:cxn ang="0">
                <a:pos x="connsiteX102422" y="connsiteY102422"/>
              </a:cxn>
              <a:cxn ang="0">
                <a:pos x="connsiteX102423" y="connsiteY102423"/>
              </a:cxn>
              <a:cxn ang="0">
                <a:pos x="connsiteX102424" y="connsiteY102424"/>
              </a:cxn>
              <a:cxn ang="0">
                <a:pos x="connsiteX102425" y="connsiteY102425"/>
              </a:cxn>
              <a:cxn ang="0">
                <a:pos x="connsiteX102426" y="connsiteY102426"/>
              </a:cxn>
              <a:cxn ang="0">
                <a:pos x="connsiteX102427" y="connsiteY102427"/>
              </a:cxn>
              <a:cxn ang="0">
                <a:pos x="connsiteX102428" y="connsiteY102428"/>
              </a:cxn>
              <a:cxn ang="0">
                <a:pos x="connsiteX102429" y="connsiteY102429"/>
              </a:cxn>
              <a:cxn ang="0">
                <a:pos x="connsiteX102430" y="connsiteY102430"/>
              </a:cxn>
              <a:cxn ang="0">
                <a:pos x="connsiteX102431" y="connsiteY102431"/>
              </a:cxn>
              <a:cxn ang="0">
                <a:pos x="connsiteX102432" y="connsiteY102432"/>
              </a:cxn>
              <a:cxn ang="0">
                <a:pos x="connsiteX102433" y="connsiteY102433"/>
              </a:cxn>
              <a:cxn ang="0">
                <a:pos x="connsiteX102434" y="connsiteY102434"/>
              </a:cxn>
              <a:cxn ang="0">
                <a:pos x="connsiteX102435" y="connsiteY102435"/>
              </a:cxn>
              <a:cxn ang="0">
                <a:pos x="connsiteX102436" y="connsiteY102436"/>
              </a:cxn>
              <a:cxn ang="0">
                <a:pos x="connsiteX102437" y="connsiteY102437"/>
              </a:cxn>
              <a:cxn ang="0">
                <a:pos x="connsiteX102438" y="connsiteY102438"/>
              </a:cxn>
              <a:cxn ang="0">
                <a:pos x="connsiteX102439" y="connsiteY102439"/>
              </a:cxn>
              <a:cxn ang="0">
                <a:pos x="connsiteX102440" y="connsiteY102440"/>
              </a:cxn>
              <a:cxn ang="0">
                <a:pos x="connsiteX102441" y="connsiteY102441"/>
              </a:cxn>
              <a:cxn ang="0">
                <a:pos x="connsiteX102442" y="connsiteY102442"/>
              </a:cxn>
              <a:cxn ang="0">
                <a:pos x="connsiteX102443" y="connsiteY102443"/>
              </a:cxn>
              <a:cxn ang="0">
                <a:pos x="connsiteX102444" y="connsiteY102444"/>
              </a:cxn>
              <a:cxn ang="0">
                <a:pos x="connsiteX102445" y="connsiteY102445"/>
              </a:cxn>
              <a:cxn ang="0">
                <a:pos x="connsiteX102446" y="connsiteY102446"/>
              </a:cxn>
              <a:cxn ang="0">
                <a:pos x="connsiteX102447" y="connsiteY102447"/>
              </a:cxn>
              <a:cxn ang="0">
                <a:pos x="connsiteX102448" y="connsiteY102448"/>
              </a:cxn>
              <a:cxn ang="0">
                <a:pos x="connsiteX102449" y="connsiteY102449"/>
              </a:cxn>
              <a:cxn ang="0">
                <a:pos x="connsiteX102450" y="connsiteY102450"/>
              </a:cxn>
              <a:cxn ang="0">
                <a:pos x="connsiteX102451" y="connsiteY102451"/>
              </a:cxn>
              <a:cxn ang="0">
                <a:pos x="connsiteX102452" y="connsiteY102452"/>
              </a:cxn>
              <a:cxn ang="0">
                <a:pos x="connsiteX102453" y="connsiteY102453"/>
              </a:cxn>
              <a:cxn ang="0">
                <a:pos x="connsiteX102454" y="connsiteY102454"/>
              </a:cxn>
              <a:cxn ang="0">
                <a:pos x="connsiteX102455" y="connsiteY102455"/>
              </a:cxn>
              <a:cxn ang="0">
                <a:pos x="connsiteX102456" y="connsiteY102456"/>
              </a:cxn>
              <a:cxn ang="0">
                <a:pos x="connsiteX102457" y="connsiteY102457"/>
              </a:cxn>
              <a:cxn ang="0">
                <a:pos x="connsiteX102458" y="connsiteY102458"/>
              </a:cxn>
              <a:cxn ang="0">
                <a:pos x="connsiteX102459" y="connsiteY102459"/>
              </a:cxn>
              <a:cxn ang="0">
                <a:pos x="connsiteX102460" y="connsiteY102460"/>
              </a:cxn>
              <a:cxn ang="0">
                <a:pos x="connsiteX102461" y="connsiteY102461"/>
              </a:cxn>
              <a:cxn ang="0">
                <a:pos x="connsiteX102462" y="connsiteY102462"/>
              </a:cxn>
              <a:cxn ang="0">
                <a:pos x="connsiteX102463" y="connsiteY102463"/>
              </a:cxn>
              <a:cxn ang="0">
                <a:pos x="connsiteX102464" y="connsiteY102464"/>
              </a:cxn>
              <a:cxn ang="0">
                <a:pos x="connsiteX102465" y="connsiteY102465"/>
              </a:cxn>
              <a:cxn ang="0">
                <a:pos x="connsiteX102466" y="connsiteY102466"/>
              </a:cxn>
              <a:cxn ang="0">
                <a:pos x="connsiteX102467" y="connsiteY102467"/>
              </a:cxn>
              <a:cxn ang="0">
                <a:pos x="connsiteX102468" y="connsiteY102468"/>
              </a:cxn>
              <a:cxn ang="0">
                <a:pos x="connsiteX102469" y="connsiteY102469"/>
              </a:cxn>
              <a:cxn ang="0">
                <a:pos x="connsiteX102470" y="connsiteY102470"/>
              </a:cxn>
              <a:cxn ang="0">
                <a:pos x="connsiteX102471" y="connsiteY102471"/>
              </a:cxn>
              <a:cxn ang="0">
                <a:pos x="connsiteX102472" y="connsiteY102472"/>
              </a:cxn>
              <a:cxn ang="0">
                <a:pos x="connsiteX102473" y="connsiteY102473"/>
              </a:cxn>
              <a:cxn ang="0">
                <a:pos x="connsiteX102474" y="connsiteY102474"/>
              </a:cxn>
              <a:cxn ang="0">
                <a:pos x="connsiteX102475" y="connsiteY102475"/>
              </a:cxn>
              <a:cxn ang="0">
                <a:pos x="connsiteX102476" y="connsiteY102476"/>
              </a:cxn>
              <a:cxn ang="0">
                <a:pos x="connsiteX102477" y="connsiteY102477"/>
              </a:cxn>
              <a:cxn ang="0">
                <a:pos x="connsiteX102478" y="connsiteY102478"/>
              </a:cxn>
              <a:cxn ang="0">
                <a:pos x="connsiteX102479" y="connsiteY102479"/>
              </a:cxn>
              <a:cxn ang="0">
                <a:pos x="connsiteX102480" y="connsiteY102480"/>
              </a:cxn>
              <a:cxn ang="0">
                <a:pos x="connsiteX102481" y="connsiteY102481"/>
              </a:cxn>
              <a:cxn ang="0">
                <a:pos x="connsiteX102482" y="connsiteY102482"/>
              </a:cxn>
              <a:cxn ang="0">
                <a:pos x="connsiteX102483" y="connsiteY102483"/>
              </a:cxn>
              <a:cxn ang="0">
                <a:pos x="connsiteX102484" y="connsiteY102484"/>
              </a:cxn>
              <a:cxn ang="0">
                <a:pos x="connsiteX102485" y="connsiteY102485"/>
              </a:cxn>
              <a:cxn ang="0">
                <a:pos x="connsiteX102486" y="connsiteY102486"/>
              </a:cxn>
              <a:cxn ang="0">
                <a:pos x="connsiteX102487" y="connsiteY102487"/>
              </a:cxn>
              <a:cxn ang="0">
                <a:pos x="connsiteX102488" y="connsiteY102488"/>
              </a:cxn>
              <a:cxn ang="0">
                <a:pos x="connsiteX102489" y="connsiteY102489"/>
              </a:cxn>
              <a:cxn ang="0">
                <a:pos x="connsiteX102490" y="connsiteY102490"/>
              </a:cxn>
              <a:cxn ang="0">
                <a:pos x="connsiteX102491" y="connsiteY102491"/>
              </a:cxn>
              <a:cxn ang="0">
                <a:pos x="connsiteX102492" y="connsiteY102492"/>
              </a:cxn>
              <a:cxn ang="0">
                <a:pos x="connsiteX102493" y="connsiteY102493"/>
              </a:cxn>
              <a:cxn ang="0">
                <a:pos x="connsiteX102494" y="connsiteY102494"/>
              </a:cxn>
              <a:cxn ang="0">
                <a:pos x="connsiteX102495" y="connsiteY102495"/>
              </a:cxn>
              <a:cxn ang="0">
                <a:pos x="connsiteX102496" y="connsiteY102496"/>
              </a:cxn>
              <a:cxn ang="0">
                <a:pos x="connsiteX102497" y="connsiteY102497"/>
              </a:cxn>
              <a:cxn ang="0">
                <a:pos x="connsiteX102498" y="connsiteY102498"/>
              </a:cxn>
              <a:cxn ang="0">
                <a:pos x="connsiteX102499" y="connsiteY102499"/>
              </a:cxn>
              <a:cxn ang="0">
                <a:pos x="connsiteX102500" y="connsiteY102500"/>
              </a:cxn>
              <a:cxn ang="0">
                <a:pos x="connsiteX102501" y="connsiteY102501"/>
              </a:cxn>
              <a:cxn ang="0">
                <a:pos x="connsiteX102502" y="connsiteY102502"/>
              </a:cxn>
              <a:cxn ang="0">
                <a:pos x="connsiteX102503" y="connsiteY102503"/>
              </a:cxn>
              <a:cxn ang="0">
                <a:pos x="connsiteX102504" y="connsiteY102504"/>
              </a:cxn>
              <a:cxn ang="0">
                <a:pos x="connsiteX102505" y="connsiteY102505"/>
              </a:cxn>
              <a:cxn ang="0">
                <a:pos x="connsiteX102506" y="connsiteY102506"/>
              </a:cxn>
              <a:cxn ang="0">
                <a:pos x="connsiteX102507" y="connsiteY102507"/>
              </a:cxn>
              <a:cxn ang="0">
                <a:pos x="connsiteX102508" y="connsiteY102508"/>
              </a:cxn>
              <a:cxn ang="0">
                <a:pos x="connsiteX102509" y="connsiteY102509"/>
              </a:cxn>
              <a:cxn ang="0">
                <a:pos x="connsiteX102510" y="connsiteY102510"/>
              </a:cxn>
              <a:cxn ang="0">
                <a:pos x="connsiteX102511" y="connsiteY102511"/>
              </a:cxn>
              <a:cxn ang="0">
                <a:pos x="connsiteX102512" y="connsiteY102512"/>
              </a:cxn>
              <a:cxn ang="0">
                <a:pos x="connsiteX102513" y="connsiteY102513"/>
              </a:cxn>
              <a:cxn ang="0">
                <a:pos x="connsiteX102514" y="connsiteY102514"/>
              </a:cxn>
              <a:cxn ang="0">
                <a:pos x="connsiteX102515" y="connsiteY102515"/>
              </a:cxn>
              <a:cxn ang="0">
                <a:pos x="connsiteX102516" y="connsiteY102516"/>
              </a:cxn>
              <a:cxn ang="0">
                <a:pos x="connsiteX102517" y="connsiteY102517"/>
              </a:cxn>
              <a:cxn ang="0">
                <a:pos x="connsiteX102518" y="connsiteY102518"/>
              </a:cxn>
              <a:cxn ang="0">
                <a:pos x="connsiteX102519" y="connsiteY102519"/>
              </a:cxn>
              <a:cxn ang="0">
                <a:pos x="connsiteX102520" y="connsiteY102520"/>
              </a:cxn>
              <a:cxn ang="0">
                <a:pos x="connsiteX102521" y="connsiteY102521"/>
              </a:cxn>
              <a:cxn ang="0">
                <a:pos x="connsiteX102522" y="connsiteY102522"/>
              </a:cxn>
              <a:cxn ang="0">
                <a:pos x="connsiteX102523" y="connsiteY102523"/>
              </a:cxn>
              <a:cxn ang="0">
                <a:pos x="connsiteX102524" y="connsiteY102524"/>
              </a:cxn>
              <a:cxn ang="0">
                <a:pos x="connsiteX102525" y="connsiteY102525"/>
              </a:cxn>
              <a:cxn ang="0">
                <a:pos x="connsiteX102526" y="connsiteY102526"/>
              </a:cxn>
              <a:cxn ang="0">
                <a:pos x="connsiteX102527" y="connsiteY102527"/>
              </a:cxn>
              <a:cxn ang="0">
                <a:pos x="connsiteX102528" y="connsiteY102528"/>
              </a:cxn>
              <a:cxn ang="0">
                <a:pos x="connsiteX102529" y="connsiteY102529"/>
              </a:cxn>
              <a:cxn ang="0">
                <a:pos x="connsiteX102530" y="connsiteY102530"/>
              </a:cxn>
              <a:cxn ang="0">
                <a:pos x="connsiteX102531" y="connsiteY102531"/>
              </a:cxn>
              <a:cxn ang="0">
                <a:pos x="connsiteX102532" y="connsiteY102532"/>
              </a:cxn>
              <a:cxn ang="0">
                <a:pos x="connsiteX102533" y="connsiteY102533"/>
              </a:cxn>
              <a:cxn ang="0">
                <a:pos x="connsiteX102534" y="connsiteY102534"/>
              </a:cxn>
              <a:cxn ang="0">
                <a:pos x="connsiteX102535" y="connsiteY102535"/>
              </a:cxn>
              <a:cxn ang="0">
                <a:pos x="connsiteX102536" y="connsiteY102536"/>
              </a:cxn>
              <a:cxn ang="0">
                <a:pos x="connsiteX102537" y="connsiteY102537"/>
              </a:cxn>
              <a:cxn ang="0">
                <a:pos x="connsiteX102538" y="connsiteY102538"/>
              </a:cxn>
              <a:cxn ang="0">
                <a:pos x="connsiteX102539" y="connsiteY102539"/>
              </a:cxn>
              <a:cxn ang="0">
                <a:pos x="connsiteX102540" y="connsiteY102540"/>
              </a:cxn>
              <a:cxn ang="0">
                <a:pos x="connsiteX102541" y="connsiteY102541"/>
              </a:cxn>
              <a:cxn ang="0">
                <a:pos x="connsiteX102542" y="connsiteY102542"/>
              </a:cxn>
              <a:cxn ang="0">
                <a:pos x="connsiteX102543" y="connsiteY102543"/>
              </a:cxn>
              <a:cxn ang="0">
                <a:pos x="connsiteX102544" y="connsiteY102544"/>
              </a:cxn>
              <a:cxn ang="0">
                <a:pos x="connsiteX102545" y="connsiteY102545"/>
              </a:cxn>
              <a:cxn ang="0">
                <a:pos x="connsiteX102546" y="connsiteY102546"/>
              </a:cxn>
              <a:cxn ang="0">
                <a:pos x="connsiteX102547" y="connsiteY102547"/>
              </a:cxn>
              <a:cxn ang="0">
                <a:pos x="connsiteX102548" y="connsiteY102548"/>
              </a:cxn>
              <a:cxn ang="0">
                <a:pos x="connsiteX102549" y="connsiteY102549"/>
              </a:cxn>
              <a:cxn ang="0">
                <a:pos x="connsiteX102550" y="connsiteY102550"/>
              </a:cxn>
              <a:cxn ang="0">
                <a:pos x="connsiteX102551" y="connsiteY102551"/>
              </a:cxn>
              <a:cxn ang="0">
                <a:pos x="connsiteX102552" y="connsiteY102552"/>
              </a:cxn>
              <a:cxn ang="0">
                <a:pos x="connsiteX102553" y="connsiteY102553"/>
              </a:cxn>
              <a:cxn ang="0">
                <a:pos x="connsiteX102554" y="connsiteY102554"/>
              </a:cxn>
              <a:cxn ang="0">
                <a:pos x="connsiteX102555" y="connsiteY102555"/>
              </a:cxn>
              <a:cxn ang="0">
                <a:pos x="connsiteX102556" y="connsiteY102556"/>
              </a:cxn>
              <a:cxn ang="0">
                <a:pos x="connsiteX102557" y="connsiteY102557"/>
              </a:cxn>
              <a:cxn ang="0">
                <a:pos x="connsiteX102558" y="connsiteY102558"/>
              </a:cxn>
              <a:cxn ang="0">
                <a:pos x="connsiteX102559" y="connsiteY102559"/>
              </a:cxn>
              <a:cxn ang="0">
                <a:pos x="connsiteX102560" y="connsiteY102560"/>
              </a:cxn>
              <a:cxn ang="0">
                <a:pos x="connsiteX102561" y="connsiteY102561"/>
              </a:cxn>
              <a:cxn ang="0">
                <a:pos x="connsiteX102562" y="connsiteY102562"/>
              </a:cxn>
              <a:cxn ang="0">
                <a:pos x="connsiteX102563" y="connsiteY102563"/>
              </a:cxn>
              <a:cxn ang="0">
                <a:pos x="connsiteX102564" y="connsiteY102564"/>
              </a:cxn>
              <a:cxn ang="0">
                <a:pos x="connsiteX102565" y="connsiteY102565"/>
              </a:cxn>
              <a:cxn ang="0">
                <a:pos x="connsiteX102566" y="connsiteY102566"/>
              </a:cxn>
              <a:cxn ang="0">
                <a:pos x="connsiteX102567" y="connsiteY102567"/>
              </a:cxn>
              <a:cxn ang="0">
                <a:pos x="connsiteX102568" y="connsiteY102568"/>
              </a:cxn>
              <a:cxn ang="0">
                <a:pos x="connsiteX102569" y="connsiteY102569"/>
              </a:cxn>
              <a:cxn ang="0">
                <a:pos x="connsiteX102570" y="connsiteY102570"/>
              </a:cxn>
              <a:cxn ang="0">
                <a:pos x="connsiteX102571" y="connsiteY102571"/>
              </a:cxn>
              <a:cxn ang="0">
                <a:pos x="connsiteX102572" y="connsiteY102572"/>
              </a:cxn>
              <a:cxn ang="0">
                <a:pos x="connsiteX102573" y="connsiteY102573"/>
              </a:cxn>
              <a:cxn ang="0">
                <a:pos x="connsiteX102574" y="connsiteY102574"/>
              </a:cxn>
              <a:cxn ang="0">
                <a:pos x="connsiteX102575" y="connsiteY102575"/>
              </a:cxn>
              <a:cxn ang="0">
                <a:pos x="connsiteX102576" y="connsiteY102576"/>
              </a:cxn>
              <a:cxn ang="0">
                <a:pos x="connsiteX102577" y="connsiteY102577"/>
              </a:cxn>
              <a:cxn ang="0">
                <a:pos x="connsiteX102578" y="connsiteY102578"/>
              </a:cxn>
              <a:cxn ang="0">
                <a:pos x="connsiteX102579" y="connsiteY102579"/>
              </a:cxn>
              <a:cxn ang="0">
                <a:pos x="connsiteX102580" y="connsiteY102580"/>
              </a:cxn>
              <a:cxn ang="0">
                <a:pos x="connsiteX102581" y="connsiteY102581"/>
              </a:cxn>
              <a:cxn ang="0">
                <a:pos x="connsiteX102582" y="connsiteY102582"/>
              </a:cxn>
              <a:cxn ang="0">
                <a:pos x="connsiteX102583" y="connsiteY102583"/>
              </a:cxn>
              <a:cxn ang="0">
                <a:pos x="connsiteX102584" y="connsiteY102584"/>
              </a:cxn>
              <a:cxn ang="0">
                <a:pos x="connsiteX102585" y="connsiteY102585"/>
              </a:cxn>
              <a:cxn ang="0">
                <a:pos x="connsiteX102586" y="connsiteY102586"/>
              </a:cxn>
              <a:cxn ang="0">
                <a:pos x="connsiteX102587" y="connsiteY102587"/>
              </a:cxn>
              <a:cxn ang="0">
                <a:pos x="connsiteX102588" y="connsiteY102588"/>
              </a:cxn>
              <a:cxn ang="0">
                <a:pos x="connsiteX102589" y="connsiteY102589"/>
              </a:cxn>
              <a:cxn ang="0">
                <a:pos x="connsiteX102590" y="connsiteY102590"/>
              </a:cxn>
              <a:cxn ang="0">
                <a:pos x="connsiteX102591" y="connsiteY102591"/>
              </a:cxn>
              <a:cxn ang="0">
                <a:pos x="connsiteX102592" y="connsiteY102592"/>
              </a:cxn>
              <a:cxn ang="0">
                <a:pos x="connsiteX102593" y="connsiteY102593"/>
              </a:cxn>
              <a:cxn ang="0">
                <a:pos x="connsiteX102594" y="connsiteY102594"/>
              </a:cxn>
              <a:cxn ang="0">
                <a:pos x="connsiteX102595" y="connsiteY102595"/>
              </a:cxn>
              <a:cxn ang="0">
                <a:pos x="connsiteX102596" y="connsiteY102596"/>
              </a:cxn>
              <a:cxn ang="0">
                <a:pos x="connsiteX102597" y="connsiteY102597"/>
              </a:cxn>
              <a:cxn ang="0">
                <a:pos x="connsiteX102598" y="connsiteY102598"/>
              </a:cxn>
              <a:cxn ang="0">
                <a:pos x="connsiteX102599" y="connsiteY102599"/>
              </a:cxn>
              <a:cxn ang="0">
                <a:pos x="connsiteX102600" y="connsiteY102600"/>
              </a:cxn>
              <a:cxn ang="0">
                <a:pos x="connsiteX102601" y="connsiteY102601"/>
              </a:cxn>
              <a:cxn ang="0">
                <a:pos x="connsiteX102602" y="connsiteY102602"/>
              </a:cxn>
              <a:cxn ang="0">
                <a:pos x="connsiteX102603" y="connsiteY102603"/>
              </a:cxn>
              <a:cxn ang="0">
                <a:pos x="connsiteX102604" y="connsiteY102604"/>
              </a:cxn>
              <a:cxn ang="0">
                <a:pos x="connsiteX102605" y="connsiteY102605"/>
              </a:cxn>
              <a:cxn ang="0">
                <a:pos x="connsiteX102606" y="connsiteY102606"/>
              </a:cxn>
              <a:cxn ang="0">
                <a:pos x="connsiteX102607" y="connsiteY102607"/>
              </a:cxn>
              <a:cxn ang="0">
                <a:pos x="connsiteX102608" y="connsiteY102608"/>
              </a:cxn>
              <a:cxn ang="0">
                <a:pos x="connsiteX102609" y="connsiteY102609"/>
              </a:cxn>
              <a:cxn ang="0">
                <a:pos x="connsiteX102610" y="connsiteY102610"/>
              </a:cxn>
              <a:cxn ang="0">
                <a:pos x="connsiteX102611" y="connsiteY102611"/>
              </a:cxn>
              <a:cxn ang="0">
                <a:pos x="connsiteX102612" y="connsiteY102612"/>
              </a:cxn>
              <a:cxn ang="0">
                <a:pos x="connsiteX102613" y="connsiteY102613"/>
              </a:cxn>
              <a:cxn ang="0">
                <a:pos x="connsiteX102614" y="connsiteY102614"/>
              </a:cxn>
              <a:cxn ang="0">
                <a:pos x="connsiteX102615" y="connsiteY102615"/>
              </a:cxn>
              <a:cxn ang="0">
                <a:pos x="connsiteX102616" y="connsiteY102616"/>
              </a:cxn>
              <a:cxn ang="0">
                <a:pos x="connsiteX102617" y="connsiteY102617"/>
              </a:cxn>
              <a:cxn ang="0">
                <a:pos x="connsiteX102618" y="connsiteY102618"/>
              </a:cxn>
              <a:cxn ang="0">
                <a:pos x="connsiteX102619" y="connsiteY102619"/>
              </a:cxn>
              <a:cxn ang="0">
                <a:pos x="connsiteX102620" y="connsiteY102620"/>
              </a:cxn>
              <a:cxn ang="0">
                <a:pos x="connsiteX102621" y="connsiteY102621"/>
              </a:cxn>
              <a:cxn ang="0">
                <a:pos x="connsiteX102622" y="connsiteY102622"/>
              </a:cxn>
              <a:cxn ang="0">
                <a:pos x="connsiteX102623" y="connsiteY102623"/>
              </a:cxn>
              <a:cxn ang="0">
                <a:pos x="connsiteX102624" y="connsiteY102624"/>
              </a:cxn>
              <a:cxn ang="0">
                <a:pos x="connsiteX102625" y="connsiteY102625"/>
              </a:cxn>
              <a:cxn ang="0">
                <a:pos x="connsiteX102626" y="connsiteY102626"/>
              </a:cxn>
              <a:cxn ang="0">
                <a:pos x="connsiteX102627" y="connsiteY102627"/>
              </a:cxn>
              <a:cxn ang="0">
                <a:pos x="connsiteX102628" y="connsiteY102628"/>
              </a:cxn>
              <a:cxn ang="0">
                <a:pos x="connsiteX102629" y="connsiteY102629"/>
              </a:cxn>
              <a:cxn ang="0">
                <a:pos x="connsiteX102630" y="connsiteY102630"/>
              </a:cxn>
              <a:cxn ang="0">
                <a:pos x="connsiteX102631" y="connsiteY102631"/>
              </a:cxn>
              <a:cxn ang="0">
                <a:pos x="connsiteX102632" y="connsiteY102632"/>
              </a:cxn>
              <a:cxn ang="0">
                <a:pos x="connsiteX102633" y="connsiteY102633"/>
              </a:cxn>
              <a:cxn ang="0">
                <a:pos x="connsiteX102634" y="connsiteY102634"/>
              </a:cxn>
              <a:cxn ang="0">
                <a:pos x="connsiteX102635" y="connsiteY102635"/>
              </a:cxn>
              <a:cxn ang="0">
                <a:pos x="connsiteX102636" y="connsiteY102636"/>
              </a:cxn>
              <a:cxn ang="0">
                <a:pos x="connsiteX102637" y="connsiteY102637"/>
              </a:cxn>
              <a:cxn ang="0">
                <a:pos x="connsiteX102638" y="connsiteY102638"/>
              </a:cxn>
              <a:cxn ang="0">
                <a:pos x="connsiteX102639" y="connsiteY102639"/>
              </a:cxn>
              <a:cxn ang="0">
                <a:pos x="connsiteX102640" y="connsiteY102640"/>
              </a:cxn>
              <a:cxn ang="0">
                <a:pos x="connsiteX102641" y="connsiteY102641"/>
              </a:cxn>
              <a:cxn ang="0">
                <a:pos x="connsiteX102642" y="connsiteY102642"/>
              </a:cxn>
              <a:cxn ang="0">
                <a:pos x="connsiteX102643" y="connsiteY102643"/>
              </a:cxn>
              <a:cxn ang="0">
                <a:pos x="connsiteX102644" y="connsiteY102644"/>
              </a:cxn>
              <a:cxn ang="0">
                <a:pos x="connsiteX102645" y="connsiteY102645"/>
              </a:cxn>
              <a:cxn ang="0">
                <a:pos x="connsiteX102646" y="connsiteY102646"/>
              </a:cxn>
              <a:cxn ang="0">
                <a:pos x="connsiteX102647" y="connsiteY102647"/>
              </a:cxn>
              <a:cxn ang="0">
                <a:pos x="connsiteX102648" y="connsiteY102648"/>
              </a:cxn>
              <a:cxn ang="0">
                <a:pos x="connsiteX102649" y="connsiteY102649"/>
              </a:cxn>
              <a:cxn ang="0">
                <a:pos x="connsiteX102650" y="connsiteY102650"/>
              </a:cxn>
              <a:cxn ang="0">
                <a:pos x="connsiteX102651" y="connsiteY102651"/>
              </a:cxn>
              <a:cxn ang="0">
                <a:pos x="connsiteX102652" y="connsiteY102652"/>
              </a:cxn>
              <a:cxn ang="0">
                <a:pos x="connsiteX102653" y="connsiteY102653"/>
              </a:cxn>
              <a:cxn ang="0">
                <a:pos x="connsiteX102654" y="connsiteY102654"/>
              </a:cxn>
              <a:cxn ang="0">
                <a:pos x="connsiteX102655" y="connsiteY102655"/>
              </a:cxn>
              <a:cxn ang="0">
                <a:pos x="connsiteX102656" y="connsiteY102656"/>
              </a:cxn>
              <a:cxn ang="0">
                <a:pos x="connsiteX102657" y="connsiteY102657"/>
              </a:cxn>
              <a:cxn ang="0">
                <a:pos x="connsiteX102658" y="connsiteY102658"/>
              </a:cxn>
              <a:cxn ang="0">
                <a:pos x="connsiteX102659" y="connsiteY102659"/>
              </a:cxn>
              <a:cxn ang="0">
                <a:pos x="connsiteX102660" y="connsiteY102660"/>
              </a:cxn>
              <a:cxn ang="0">
                <a:pos x="connsiteX102661" y="connsiteY102661"/>
              </a:cxn>
              <a:cxn ang="0">
                <a:pos x="connsiteX102662" y="connsiteY102662"/>
              </a:cxn>
              <a:cxn ang="0">
                <a:pos x="connsiteX102663" y="connsiteY102663"/>
              </a:cxn>
              <a:cxn ang="0">
                <a:pos x="connsiteX102664" y="connsiteY102664"/>
              </a:cxn>
              <a:cxn ang="0">
                <a:pos x="connsiteX102665" y="connsiteY102665"/>
              </a:cxn>
              <a:cxn ang="0">
                <a:pos x="connsiteX102666" y="connsiteY102666"/>
              </a:cxn>
              <a:cxn ang="0">
                <a:pos x="connsiteX102667" y="connsiteY102667"/>
              </a:cxn>
              <a:cxn ang="0">
                <a:pos x="connsiteX102668" y="connsiteY102668"/>
              </a:cxn>
              <a:cxn ang="0">
                <a:pos x="connsiteX102669" y="connsiteY102669"/>
              </a:cxn>
              <a:cxn ang="0">
                <a:pos x="connsiteX102670" y="connsiteY102670"/>
              </a:cxn>
              <a:cxn ang="0">
                <a:pos x="connsiteX102671" y="connsiteY102671"/>
              </a:cxn>
              <a:cxn ang="0">
                <a:pos x="connsiteX102672" y="connsiteY102672"/>
              </a:cxn>
              <a:cxn ang="0">
                <a:pos x="connsiteX102673" y="connsiteY102673"/>
              </a:cxn>
              <a:cxn ang="0">
                <a:pos x="connsiteX102674" y="connsiteY102674"/>
              </a:cxn>
              <a:cxn ang="0">
                <a:pos x="connsiteX102675" y="connsiteY102675"/>
              </a:cxn>
              <a:cxn ang="0">
                <a:pos x="connsiteX102676" y="connsiteY102676"/>
              </a:cxn>
              <a:cxn ang="0">
                <a:pos x="connsiteX102677" y="connsiteY102677"/>
              </a:cxn>
              <a:cxn ang="0">
                <a:pos x="connsiteX102678" y="connsiteY102678"/>
              </a:cxn>
              <a:cxn ang="0">
                <a:pos x="connsiteX102679" y="connsiteY102679"/>
              </a:cxn>
              <a:cxn ang="0">
                <a:pos x="connsiteX102680" y="connsiteY102680"/>
              </a:cxn>
              <a:cxn ang="0">
                <a:pos x="connsiteX102681" y="connsiteY102681"/>
              </a:cxn>
              <a:cxn ang="0">
                <a:pos x="connsiteX102682" y="connsiteY102682"/>
              </a:cxn>
              <a:cxn ang="0">
                <a:pos x="connsiteX102683" y="connsiteY102683"/>
              </a:cxn>
              <a:cxn ang="0">
                <a:pos x="connsiteX102684" y="connsiteY102684"/>
              </a:cxn>
              <a:cxn ang="0">
                <a:pos x="connsiteX102685" y="connsiteY102685"/>
              </a:cxn>
              <a:cxn ang="0">
                <a:pos x="connsiteX102686" y="connsiteY102686"/>
              </a:cxn>
              <a:cxn ang="0">
                <a:pos x="connsiteX102687" y="connsiteY102687"/>
              </a:cxn>
              <a:cxn ang="0">
                <a:pos x="connsiteX102688" y="connsiteY102688"/>
              </a:cxn>
              <a:cxn ang="0">
                <a:pos x="connsiteX102689" y="connsiteY102689"/>
              </a:cxn>
              <a:cxn ang="0">
                <a:pos x="connsiteX102690" y="connsiteY102690"/>
              </a:cxn>
              <a:cxn ang="0">
                <a:pos x="connsiteX102691" y="connsiteY102691"/>
              </a:cxn>
              <a:cxn ang="0">
                <a:pos x="connsiteX102692" y="connsiteY102692"/>
              </a:cxn>
              <a:cxn ang="0">
                <a:pos x="connsiteX102693" y="connsiteY102693"/>
              </a:cxn>
              <a:cxn ang="0">
                <a:pos x="connsiteX102694" y="connsiteY102694"/>
              </a:cxn>
              <a:cxn ang="0">
                <a:pos x="connsiteX102695" y="connsiteY102695"/>
              </a:cxn>
              <a:cxn ang="0">
                <a:pos x="connsiteX102696" y="connsiteY102696"/>
              </a:cxn>
              <a:cxn ang="0">
                <a:pos x="connsiteX102697" y="connsiteY102697"/>
              </a:cxn>
              <a:cxn ang="0">
                <a:pos x="connsiteX102698" y="connsiteY102698"/>
              </a:cxn>
              <a:cxn ang="0">
                <a:pos x="connsiteX102699" y="connsiteY102699"/>
              </a:cxn>
              <a:cxn ang="0">
                <a:pos x="connsiteX102700" y="connsiteY102700"/>
              </a:cxn>
              <a:cxn ang="0">
                <a:pos x="connsiteX102701" y="connsiteY102701"/>
              </a:cxn>
              <a:cxn ang="0">
                <a:pos x="connsiteX102702" y="connsiteY102702"/>
              </a:cxn>
              <a:cxn ang="0">
                <a:pos x="connsiteX102703" y="connsiteY102703"/>
              </a:cxn>
              <a:cxn ang="0">
                <a:pos x="connsiteX102704" y="connsiteY102704"/>
              </a:cxn>
              <a:cxn ang="0">
                <a:pos x="connsiteX102705" y="connsiteY102705"/>
              </a:cxn>
              <a:cxn ang="0">
                <a:pos x="connsiteX102706" y="connsiteY102706"/>
              </a:cxn>
              <a:cxn ang="0">
                <a:pos x="connsiteX102707" y="connsiteY102707"/>
              </a:cxn>
              <a:cxn ang="0">
                <a:pos x="connsiteX102708" y="connsiteY102708"/>
              </a:cxn>
              <a:cxn ang="0">
                <a:pos x="connsiteX102709" y="connsiteY102709"/>
              </a:cxn>
              <a:cxn ang="0">
                <a:pos x="connsiteX102710" y="connsiteY102710"/>
              </a:cxn>
              <a:cxn ang="0">
                <a:pos x="connsiteX102711" y="connsiteY102711"/>
              </a:cxn>
              <a:cxn ang="0">
                <a:pos x="connsiteX102712" y="connsiteY102712"/>
              </a:cxn>
              <a:cxn ang="0">
                <a:pos x="connsiteX102713" y="connsiteY102713"/>
              </a:cxn>
              <a:cxn ang="0">
                <a:pos x="connsiteX102714" y="connsiteY102714"/>
              </a:cxn>
              <a:cxn ang="0">
                <a:pos x="connsiteX102715" y="connsiteY102715"/>
              </a:cxn>
              <a:cxn ang="0">
                <a:pos x="connsiteX102716" y="connsiteY102716"/>
              </a:cxn>
              <a:cxn ang="0">
                <a:pos x="connsiteX102717" y="connsiteY102717"/>
              </a:cxn>
              <a:cxn ang="0">
                <a:pos x="connsiteX102718" y="connsiteY102718"/>
              </a:cxn>
              <a:cxn ang="0">
                <a:pos x="connsiteX102719" y="connsiteY102719"/>
              </a:cxn>
              <a:cxn ang="0">
                <a:pos x="connsiteX102720" y="connsiteY102720"/>
              </a:cxn>
              <a:cxn ang="0">
                <a:pos x="connsiteX102721" y="connsiteY102721"/>
              </a:cxn>
              <a:cxn ang="0">
                <a:pos x="connsiteX102722" y="connsiteY102722"/>
              </a:cxn>
              <a:cxn ang="0">
                <a:pos x="connsiteX102723" y="connsiteY102723"/>
              </a:cxn>
              <a:cxn ang="0">
                <a:pos x="connsiteX102724" y="connsiteY102724"/>
              </a:cxn>
              <a:cxn ang="0">
                <a:pos x="connsiteX102725" y="connsiteY102725"/>
              </a:cxn>
              <a:cxn ang="0">
                <a:pos x="connsiteX102726" y="connsiteY102726"/>
              </a:cxn>
              <a:cxn ang="0">
                <a:pos x="connsiteX102727" y="connsiteY102727"/>
              </a:cxn>
              <a:cxn ang="0">
                <a:pos x="connsiteX102728" y="connsiteY102728"/>
              </a:cxn>
              <a:cxn ang="0">
                <a:pos x="connsiteX102729" y="connsiteY102729"/>
              </a:cxn>
              <a:cxn ang="0">
                <a:pos x="connsiteX102730" y="connsiteY102730"/>
              </a:cxn>
              <a:cxn ang="0">
                <a:pos x="connsiteX102731" y="connsiteY102731"/>
              </a:cxn>
              <a:cxn ang="0">
                <a:pos x="connsiteX102732" y="connsiteY102732"/>
              </a:cxn>
              <a:cxn ang="0">
                <a:pos x="connsiteX102733" y="connsiteY102733"/>
              </a:cxn>
              <a:cxn ang="0">
                <a:pos x="connsiteX102734" y="connsiteY102734"/>
              </a:cxn>
              <a:cxn ang="0">
                <a:pos x="connsiteX102735" y="connsiteY102735"/>
              </a:cxn>
              <a:cxn ang="0">
                <a:pos x="connsiteX102736" y="connsiteY102736"/>
              </a:cxn>
              <a:cxn ang="0">
                <a:pos x="connsiteX102737" y="connsiteY102737"/>
              </a:cxn>
              <a:cxn ang="0">
                <a:pos x="connsiteX102738" y="connsiteY102738"/>
              </a:cxn>
              <a:cxn ang="0">
                <a:pos x="connsiteX102739" y="connsiteY102739"/>
              </a:cxn>
              <a:cxn ang="0">
                <a:pos x="connsiteX102740" y="connsiteY102740"/>
              </a:cxn>
              <a:cxn ang="0">
                <a:pos x="connsiteX102741" y="connsiteY102741"/>
              </a:cxn>
              <a:cxn ang="0">
                <a:pos x="connsiteX102742" y="connsiteY102742"/>
              </a:cxn>
              <a:cxn ang="0">
                <a:pos x="connsiteX102743" y="connsiteY102743"/>
              </a:cxn>
              <a:cxn ang="0">
                <a:pos x="connsiteX102744" y="connsiteY102744"/>
              </a:cxn>
              <a:cxn ang="0">
                <a:pos x="connsiteX102745" y="connsiteY102745"/>
              </a:cxn>
              <a:cxn ang="0">
                <a:pos x="connsiteX102746" y="connsiteY102746"/>
              </a:cxn>
              <a:cxn ang="0">
                <a:pos x="connsiteX102747" y="connsiteY102747"/>
              </a:cxn>
              <a:cxn ang="0">
                <a:pos x="connsiteX102748" y="connsiteY102748"/>
              </a:cxn>
              <a:cxn ang="0">
                <a:pos x="connsiteX102749" y="connsiteY102749"/>
              </a:cxn>
              <a:cxn ang="0">
                <a:pos x="connsiteX102750" y="connsiteY102750"/>
              </a:cxn>
              <a:cxn ang="0">
                <a:pos x="connsiteX102751" y="connsiteY102751"/>
              </a:cxn>
              <a:cxn ang="0">
                <a:pos x="connsiteX102752" y="connsiteY102752"/>
              </a:cxn>
              <a:cxn ang="0">
                <a:pos x="connsiteX102753" y="connsiteY102753"/>
              </a:cxn>
              <a:cxn ang="0">
                <a:pos x="connsiteX102754" y="connsiteY102754"/>
              </a:cxn>
              <a:cxn ang="0">
                <a:pos x="connsiteX102755" y="connsiteY102755"/>
              </a:cxn>
              <a:cxn ang="0">
                <a:pos x="connsiteX102756" y="connsiteY102756"/>
              </a:cxn>
              <a:cxn ang="0">
                <a:pos x="connsiteX102757" y="connsiteY102757"/>
              </a:cxn>
              <a:cxn ang="0">
                <a:pos x="connsiteX102758" y="connsiteY102758"/>
              </a:cxn>
              <a:cxn ang="0">
                <a:pos x="connsiteX102759" y="connsiteY102759"/>
              </a:cxn>
              <a:cxn ang="0">
                <a:pos x="connsiteX102760" y="connsiteY102760"/>
              </a:cxn>
              <a:cxn ang="0">
                <a:pos x="connsiteX102761" y="connsiteY102761"/>
              </a:cxn>
              <a:cxn ang="0">
                <a:pos x="connsiteX102762" y="connsiteY102762"/>
              </a:cxn>
              <a:cxn ang="0">
                <a:pos x="connsiteX102763" y="connsiteY102763"/>
              </a:cxn>
              <a:cxn ang="0">
                <a:pos x="connsiteX102764" y="connsiteY102764"/>
              </a:cxn>
              <a:cxn ang="0">
                <a:pos x="connsiteX102765" y="connsiteY102765"/>
              </a:cxn>
              <a:cxn ang="0">
                <a:pos x="connsiteX102766" y="connsiteY102766"/>
              </a:cxn>
              <a:cxn ang="0">
                <a:pos x="connsiteX102767" y="connsiteY102767"/>
              </a:cxn>
              <a:cxn ang="0">
                <a:pos x="connsiteX102768" y="connsiteY102768"/>
              </a:cxn>
              <a:cxn ang="0">
                <a:pos x="connsiteX102769" y="connsiteY102769"/>
              </a:cxn>
              <a:cxn ang="0">
                <a:pos x="connsiteX102770" y="connsiteY102770"/>
              </a:cxn>
              <a:cxn ang="0">
                <a:pos x="connsiteX102771" y="connsiteY102771"/>
              </a:cxn>
              <a:cxn ang="0">
                <a:pos x="connsiteX102772" y="connsiteY102772"/>
              </a:cxn>
              <a:cxn ang="0">
                <a:pos x="connsiteX102773" y="connsiteY102773"/>
              </a:cxn>
              <a:cxn ang="0">
                <a:pos x="connsiteX102774" y="connsiteY102774"/>
              </a:cxn>
              <a:cxn ang="0">
                <a:pos x="connsiteX102775" y="connsiteY102775"/>
              </a:cxn>
              <a:cxn ang="0">
                <a:pos x="connsiteX102776" y="connsiteY102776"/>
              </a:cxn>
              <a:cxn ang="0">
                <a:pos x="connsiteX102777" y="connsiteY102777"/>
              </a:cxn>
              <a:cxn ang="0">
                <a:pos x="connsiteX102778" y="connsiteY102778"/>
              </a:cxn>
              <a:cxn ang="0">
                <a:pos x="connsiteX102779" y="connsiteY102779"/>
              </a:cxn>
              <a:cxn ang="0">
                <a:pos x="connsiteX102780" y="connsiteY102780"/>
              </a:cxn>
              <a:cxn ang="0">
                <a:pos x="connsiteX102781" y="connsiteY102781"/>
              </a:cxn>
              <a:cxn ang="0">
                <a:pos x="connsiteX102782" y="connsiteY102782"/>
              </a:cxn>
              <a:cxn ang="0">
                <a:pos x="connsiteX102783" y="connsiteY102783"/>
              </a:cxn>
              <a:cxn ang="0">
                <a:pos x="connsiteX102784" y="connsiteY102784"/>
              </a:cxn>
              <a:cxn ang="0">
                <a:pos x="connsiteX102785" y="connsiteY102785"/>
              </a:cxn>
              <a:cxn ang="0">
                <a:pos x="connsiteX102786" y="connsiteY102786"/>
              </a:cxn>
              <a:cxn ang="0">
                <a:pos x="connsiteX102787" y="connsiteY102787"/>
              </a:cxn>
              <a:cxn ang="0">
                <a:pos x="connsiteX102788" y="connsiteY102788"/>
              </a:cxn>
              <a:cxn ang="0">
                <a:pos x="connsiteX102789" y="connsiteY102789"/>
              </a:cxn>
              <a:cxn ang="0">
                <a:pos x="connsiteX102790" y="connsiteY102790"/>
              </a:cxn>
              <a:cxn ang="0">
                <a:pos x="connsiteX102791" y="connsiteY102791"/>
              </a:cxn>
              <a:cxn ang="0">
                <a:pos x="connsiteX102792" y="connsiteY102792"/>
              </a:cxn>
              <a:cxn ang="0">
                <a:pos x="connsiteX102793" y="connsiteY102793"/>
              </a:cxn>
              <a:cxn ang="0">
                <a:pos x="connsiteX102794" y="connsiteY102794"/>
              </a:cxn>
              <a:cxn ang="0">
                <a:pos x="connsiteX102795" y="connsiteY102795"/>
              </a:cxn>
              <a:cxn ang="0">
                <a:pos x="connsiteX102796" y="connsiteY102796"/>
              </a:cxn>
              <a:cxn ang="0">
                <a:pos x="connsiteX102797" y="connsiteY102797"/>
              </a:cxn>
              <a:cxn ang="0">
                <a:pos x="connsiteX102798" y="connsiteY102798"/>
              </a:cxn>
              <a:cxn ang="0">
                <a:pos x="connsiteX102799" y="connsiteY102799"/>
              </a:cxn>
              <a:cxn ang="0">
                <a:pos x="connsiteX102800" y="connsiteY102800"/>
              </a:cxn>
              <a:cxn ang="0">
                <a:pos x="connsiteX102801" y="connsiteY102801"/>
              </a:cxn>
              <a:cxn ang="0">
                <a:pos x="connsiteX102802" y="connsiteY102802"/>
              </a:cxn>
              <a:cxn ang="0">
                <a:pos x="connsiteX102803" y="connsiteY102803"/>
              </a:cxn>
              <a:cxn ang="0">
                <a:pos x="connsiteX102804" y="connsiteY102804"/>
              </a:cxn>
              <a:cxn ang="0">
                <a:pos x="connsiteX102805" y="connsiteY102805"/>
              </a:cxn>
              <a:cxn ang="0">
                <a:pos x="connsiteX102806" y="connsiteY102806"/>
              </a:cxn>
              <a:cxn ang="0">
                <a:pos x="connsiteX102807" y="connsiteY102807"/>
              </a:cxn>
              <a:cxn ang="0">
                <a:pos x="connsiteX102808" y="connsiteY102808"/>
              </a:cxn>
              <a:cxn ang="0">
                <a:pos x="connsiteX102809" y="connsiteY102809"/>
              </a:cxn>
              <a:cxn ang="0">
                <a:pos x="connsiteX102810" y="connsiteY102810"/>
              </a:cxn>
              <a:cxn ang="0">
                <a:pos x="connsiteX102811" y="connsiteY102811"/>
              </a:cxn>
              <a:cxn ang="0">
                <a:pos x="connsiteX102812" y="connsiteY102812"/>
              </a:cxn>
              <a:cxn ang="0">
                <a:pos x="connsiteX102813" y="connsiteY102813"/>
              </a:cxn>
              <a:cxn ang="0">
                <a:pos x="connsiteX102814" y="connsiteY102814"/>
              </a:cxn>
              <a:cxn ang="0">
                <a:pos x="connsiteX102815" y="connsiteY102815"/>
              </a:cxn>
              <a:cxn ang="0">
                <a:pos x="connsiteX102816" y="connsiteY102816"/>
              </a:cxn>
              <a:cxn ang="0">
                <a:pos x="connsiteX102817" y="connsiteY102817"/>
              </a:cxn>
              <a:cxn ang="0">
                <a:pos x="connsiteX102818" y="connsiteY102818"/>
              </a:cxn>
              <a:cxn ang="0">
                <a:pos x="connsiteX102819" y="connsiteY102819"/>
              </a:cxn>
              <a:cxn ang="0">
                <a:pos x="connsiteX102820" y="connsiteY102820"/>
              </a:cxn>
              <a:cxn ang="0">
                <a:pos x="connsiteX102821" y="connsiteY102821"/>
              </a:cxn>
              <a:cxn ang="0">
                <a:pos x="connsiteX102822" y="connsiteY102822"/>
              </a:cxn>
              <a:cxn ang="0">
                <a:pos x="connsiteX102823" y="connsiteY102823"/>
              </a:cxn>
              <a:cxn ang="0">
                <a:pos x="connsiteX102824" y="connsiteY102824"/>
              </a:cxn>
              <a:cxn ang="0">
                <a:pos x="connsiteX102825" y="connsiteY102825"/>
              </a:cxn>
              <a:cxn ang="0">
                <a:pos x="connsiteX102826" y="connsiteY102826"/>
              </a:cxn>
              <a:cxn ang="0">
                <a:pos x="connsiteX102827" y="connsiteY102827"/>
              </a:cxn>
              <a:cxn ang="0">
                <a:pos x="connsiteX102828" y="connsiteY102828"/>
              </a:cxn>
              <a:cxn ang="0">
                <a:pos x="connsiteX102829" y="connsiteY102829"/>
              </a:cxn>
              <a:cxn ang="0">
                <a:pos x="connsiteX102830" y="connsiteY102830"/>
              </a:cxn>
              <a:cxn ang="0">
                <a:pos x="connsiteX102831" y="connsiteY102831"/>
              </a:cxn>
              <a:cxn ang="0">
                <a:pos x="connsiteX102832" y="connsiteY102832"/>
              </a:cxn>
              <a:cxn ang="0">
                <a:pos x="connsiteX102833" y="connsiteY102833"/>
              </a:cxn>
              <a:cxn ang="0">
                <a:pos x="connsiteX102834" y="connsiteY102834"/>
              </a:cxn>
              <a:cxn ang="0">
                <a:pos x="connsiteX102835" y="connsiteY102835"/>
              </a:cxn>
              <a:cxn ang="0">
                <a:pos x="connsiteX102836" y="connsiteY102836"/>
              </a:cxn>
              <a:cxn ang="0">
                <a:pos x="connsiteX102837" y="connsiteY102837"/>
              </a:cxn>
              <a:cxn ang="0">
                <a:pos x="connsiteX102838" y="connsiteY102838"/>
              </a:cxn>
              <a:cxn ang="0">
                <a:pos x="connsiteX102839" y="connsiteY102839"/>
              </a:cxn>
              <a:cxn ang="0">
                <a:pos x="connsiteX102840" y="connsiteY102840"/>
              </a:cxn>
              <a:cxn ang="0">
                <a:pos x="connsiteX102841" y="connsiteY102841"/>
              </a:cxn>
              <a:cxn ang="0">
                <a:pos x="connsiteX102842" y="connsiteY102842"/>
              </a:cxn>
              <a:cxn ang="0">
                <a:pos x="connsiteX102843" y="connsiteY102843"/>
              </a:cxn>
              <a:cxn ang="0">
                <a:pos x="connsiteX102844" y="connsiteY102844"/>
              </a:cxn>
              <a:cxn ang="0">
                <a:pos x="connsiteX102845" y="connsiteY102845"/>
              </a:cxn>
              <a:cxn ang="0">
                <a:pos x="connsiteX102846" y="connsiteY102846"/>
              </a:cxn>
              <a:cxn ang="0">
                <a:pos x="connsiteX102847" y="connsiteY102847"/>
              </a:cxn>
              <a:cxn ang="0">
                <a:pos x="connsiteX102848" y="connsiteY102848"/>
              </a:cxn>
              <a:cxn ang="0">
                <a:pos x="connsiteX102849" y="connsiteY102849"/>
              </a:cxn>
              <a:cxn ang="0">
                <a:pos x="connsiteX102850" y="connsiteY102850"/>
              </a:cxn>
              <a:cxn ang="0">
                <a:pos x="connsiteX102851" y="connsiteY102851"/>
              </a:cxn>
              <a:cxn ang="0">
                <a:pos x="connsiteX102852" y="connsiteY102852"/>
              </a:cxn>
              <a:cxn ang="0">
                <a:pos x="connsiteX102853" y="connsiteY102853"/>
              </a:cxn>
              <a:cxn ang="0">
                <a:pos x="connsiteX102854" y="connsiteY102854"/>
              </a:cxn>
              <a:cxn ang="0">
                <a:pos x="connsiteX102855" y="connsiteY102855"/>
              </a:cxn>
              <a:cxn ang="0">
                <a:pos x="connsiteX102856" y="connsiteY102856"/>
              </a:cxn>
              <a:cxn ang="0">
                <a:pos x="connsiteX102857" y="connsiteY102857"/>
              </a:cxn>
              <a:cxn ang="0">
                <a:pos x="connsiteX102858" y="connsiteY102858"/>
              </a:cxn>
              <a:cxn ang="0">
                <a:pos x="connsiteX102859" y="connsiteY102859"/>
              </a:cxn>
              <a:cxn ang="0">
                <a:pos x="connsiteX102860" y="connsiteY102860"/>
              </a:cxn>
              <a:cxn ang="0">
                <a:pos x="connsiteX102861" y="connsiteY102861"/>
              </a:cxn>
              <a:cxn ang="0">
                <a:pos x="connsiteX102862" y="connsiteY102862"/>
              </a:cxn>
              <a:cxn ang="0">
                <a:pos x="connsiteX102863" y="connsiteY102863"/>
              </a:cxn>
              <a:cxn ang="0">
                <a:pos x="connsiteX102864" y="connsiteY102864"/>
              </a:cxn>
              <a:cxn ang="0">
                <a:pos x="connsiteX102865" y="connsiteY102865"/>
              </a:cxn>
              <a:cxn ang="0">
                <a:pos x="connsiteX102866" y="connsiteY102866"/>
              </a:cxn>
              <a:cxn ang="0">
                <a:pos x="connsiteX102867" y="connsiteY102867"/>
              </a:cxn>
              <a:cxn ang="0">
                <a:pos x="connsiteX102868" y="connsiteY102868"/>
              </a:cxn>
              <a:cxn ang="0">
                <a:pos x="connsiteX102869" y="connsiteY102869"/>
              </a:cxn>
              <a:cxn ang="0">
                <a:pos x="connsiteX102870" y="connsiteY102870"/>
              </a:cxn>
              <a:cxn ang="0">
                <a:pos x="connsiteX102871" y="connsiteY102871"/>
              </a:cxn>
              <a:cxn ang="0">
                <a:pos x="connsiteX102872" y="connsiteY102872"/>
              </a:cxn>
              <a:cxn ang="0">
                <a:pos x="connsiteX102873" y="connsiteY102873"/>
              </a:cxn>
              <a:cxn ang="0">
                <a:pos x="connsiteX102874" y="connsiteY102874"/>
              </a:cxn>
              <a:cxn ang="0">
                <a:pos x="connsiteX102875" y="connsiteY102875"/>
              </a:cxn>
              <a:cxn ang="0">
                <a:pos x="connsiteX102876" y="connsiteY102876"/>
              </a:cxn>
              <a:cxn ang="0">
                <a:pos x="connsiteX102877" y="connsiteY102877"/>
              </a:cxn>
              <a:cxn ang="0">
                <a:pos x="connsiteX102878" y="connsiteY102878"/>
              </a:cxn>
              <a:cxn ang="0">
                <a:pos x="connsiteX102879" y="connsiteY102879"/>
              </a:cxn>
              <a:cxn ang="0">
                <a:pos x="connsiteX102880" y="connsiteY102880"/>
              </a:cxn>
              <a:cxn ang="0">
                <a:pos x="connsiteX102881" y="connsiteY102881"/>
              </a:cxn>
              <a:cxn ang="0">
                <a:pos x="connsiteX102882" y="connsiteY102882"/>
              </a:cxn>
              <a:cxn ang="0">
                <a:pos x="connsiteX102883" y="connsiteY102883"/>
              </a:cxn>
              <a:cxn ang="0">
                <a:pos x="connsiteX102884" y="connsiteY102884"/>
              </a:cxn>
              <a:cxn ang="0">
                <a:pos x="connsiteX102885" y="connsiteY102885"/>
              </a:cxn>
              <a:cxn ang="0">
                <a:pos x="connsiteX102886" y="connsiteY102886"/>
              </a:cxn>
              <a:cxn ang="0">
                <a:pos x="connsiteX102887" y="connsiteY102887"/>
              </a:cxn>
              <a:cxn ang="0">
                <a:pos x="connsiteX102888" y="connsiteY102888"/>
              </a:cxn>
              <a:cxn ang="0">
                <a:pos x="connsiteX102889" y="connsiteY102889"/>
              </a:cxn>
              <a:cxn ang="0">
                <a:pos x="connsiteX102890" y="connsiteY102890"/>
              </a:cxn>
              <a:cxn ang="0">
                <a:pos x="connsiteX102891" y="connsiteY102891"/>
              </a:cxn>
              <a:cxn ang="0">
                <a:pos x="connsiteX102892" y="connsiteY102892"/>
              </a:cxn>
              <a:cxn ang="0">
                <a:pos x="connsiteX102893" y="connsiteY102893"/>
              </a:cxn>
              <a:cxn ang="0">
                <a:pos x="connsiteX102894" y="connsiteY102894"/>
              </a:cxn>
              <a:cxn ang="0">
                <a:pos x="connsiteX102895" y="connsiteY102895"/>
              </a:cxn>
              <a:cxn ang="0">
                <a:pos x="connsiteX102896" y="connsiteY102896"/>
              </a:cxn>
              <a:cxn ang="0">
                <a:pos x="connsiteX102897" y="connsiteY102897"/>
              </a:cxn>
              <a:cxn ang="0">
                <a:pos x="connsiteX102898" y="connsiteY102898"/>
              </a:cxn>
              <a:cxn ang="0">
                <a:pos x="connsiteX102899" y="connsiteY102899"/>
              </a:cxn>
              <a:cxn ang="0">
                <a:pos x="connsiteX102900" y="connsiteY102900"/>
              </a:cxn>
              <a:cxn ang="0">
                <a:pos x="connsiteX102901" y="connsiteY102901"/>
              </a:cxn>
              <a:cxn ang="0">
                <a:pos x="connsiteX102902" y="connsiteY102902"/>
              </a:cxn>
              <a:cxn ang="0">
                <a:pos x="connsiteX102903" y="connsiteY102903"/>
              </a:cxn>
              <a:cxn ang="0">
                <a:pos x="connsiteX102904" y="connsiteY102904"/>
              </a:cxn>
              <a:cxn ang="0">
                <a:pos x="connsiteX102905" y="connsiteY102905"/>
              </a:cxn>
              <a:cxn ang="0">
                <a:pos x="connsiteX102906" y="connsiteY102906"/>
              </a:cxn>
              <a:cxn ang="0">
                <a:pos x="connsiteX102907" y="connsiteY102907"/>
              </a:cxn>
              <a:cxn ang="0">
                <a:pos x="connsiteX102908" y="connsiteY102908"/>
              </a:cxn>
              <a:cxn ang="0">
                <a:pos x="connsiteX102909" y="connsiteY102909"/>
              </a:cxn>
              <a:cxn ang="0">
                <a:pos x="connsiteX102910" y="connsiteY102910"/>
              </a:cxn>
              <a:cxn ang="0">
                <a:pos x="connsiteX102911" y="connsiteY102911"/>
              </a:cxn>
              <a:cxn ang="0">
                <a:pos x="connsiteX102912" y="connsiteY102912"/>
              </a:cxn>
              <a:cxn ang="0">
                <a:pos x="connsiteX102913" y="connsiteY102913"/>
              </a:cxn>
              <a:cxn ang="0">
                <a:pos x="connsiteX102914" y="connsiteY102914"/>
              </a:cxn>
              <a:cxn ang="0">
                <a:pos x="connsiteX102915" y="connsiteY102915"/>
              </a:cxn>
              <a:cxn ang="0">
                <a:pos x="connsiteX102916" y="connsiteY102916"/>
              </a:cxn>
              <a:cxn ang="0">
                <a:pos x="connsiteX102917" y="connsiteY102917"/>
              </a:cxn>
              <a:cxn ang="0">
                <a:pos x="connsiteX102918" y="connsiteY102918"/>
              </a:cxn>
              <a:cxn ang="0">
                <a:pos x="connsiteX102919" y="connsiteY102919"/>
              </a:cxn>
              <a:cxn ang="0">
                <a:pos x="connsiteX102920" y="connsiteY102920"/>
              </a:cxn>
              <a:cxn ang="0">
                <a:pos x="connsiteX102921" y="connsiteY102921"/>
              </a:cxn>
              <a:cxn ang="0">
                <a:pos x="connsiteX102922" y="connsiteY102922"/>
              </a:cxn>
              <a:cxn ang="0">
                <a:pos x="connsiteX102923" y="connsiteY102923"/>
              </a:cxn>
              <a:cxn ang="0">
                <a:pos x="connsiteX102924" y="connsiteY102924"/>
              </a:cxn>
              <a:cxn ang="0">
                <a:pos x="connsiteX102925" y="connsiteY102925"/>
              </a:cxn>
              <a:cxn ang="0">
                <a:pos x="connsiteX102926" y="connsiteY102926"/>
              </a:cxn>
              <a:cxn ang="0">
                <a:pos x="connsiteX102927" y="connsiteY102927"/>
              </a:cxn>
              <a:cxn ang="0">
                <a:pos x="connsiteX102928" y="connsiteY102928"/>
              </a:cxn>
              <a:cxn ang="0">
                <a:pos x="connsiteX102929" y="connsiteY102929"/>
              </a:cxn>
              <a:cxn ang="0">
                <a:pos x="connsiteX102930" y="connsiteY102930"/>
              </a:cxn>
              <a:cxn ang="0">
                <a:pos x="connsiteX102931" y="connsiteY102931"/>
              </a:cxn>
              <a:cxn ang="0">
                <a:pos x="connsiteX102932" y="connsiteY102932"/>
              </a:cxn>
              <a:cxn ang="0">
                <a:pos x="connsiteX102933" y="connsiteY102933"/>
              </a:cxn>
              <a:cxn ang="0">
                <a:pos x="connsiteX102934" y="connsiteY102934"/>
              </a:cxn>
              <a:cxn ang="0">
                <a:pos x="connsiteX102935" y="connsiteY102935"/>
              </a:cxn>
              <a:cxn ang="0">
                <a:pos x="connsiteX102936" y="connsiteY102936"/>
              </a:cxn>
              <a:cxn ang="0">
                <a:pos x="connsiteX102937" y="connsiteY102937"/>
              </a:cxn>
              <a:cxn ang="0">
                <a:pos x="connsiteX102938" y="connsiteY102938"/>
              </a:cxn>
              <a:cxn ang="0">
                <a:pos x="connsiteX102939" y="connsiteY102939"/>
              </a:cxn>
              <a:cxn ang="0">
                <a:pos x="connsiteX102940" y="connsiteY102940"/>
              </a:cxn>
              <a:cxn ang="0">
                <a:pos x="connsiteX102941" y="connsiteY102941"/>
              </a:cxn>
              <a:cxn ang="0">
                <a:pos x="connsiteX102942" y="connsiteY102942"/>
              </a:cxn>
              <a:cxn ang="0">
                <a:pos x="connsiteX102943" y="connsiteY102943"/>
              </a:cxn>
              <a:cxn ang="0">
                <a:pos x="connsiteX102944" y="connsiteY102944"/>
              </a:cxn>
              <a:cxn ang="0">
                <a:pos x="connsiteX102945" y="connsiteY102945"/>
              </a:cxn>
              <a:cxn ang="0">
                <a:pos x="connsiteX102946" y="connsiteY102946"/>
              </a:cxn>
              <a:cxn ang="0">
                <a:pos x="connsiteX102947" y="connsiteY102947"/>
              </a:cxn>
              <a:cxn ang="0">
                <a:pos x="connsiteX102948" y="connsiteY102948"/>
              </a:cxn>
              <a:cxn ang="0">
                <a:pos x="connsiteX102949" y="connsiteY102949"/>
              </a:cxn>
              <a:cxn ang="0">
                <a:pos x="connsiteX102950" y="connsiteY102950"/>
              </a:cxn>
              <a:cxn ang="0">
                <a:pos x="connsiteX102951" y="connsiteY102951"/>
              </a:cxn>
              <a:cxn ang="0">
                <a:pos x="connsiteX102952" y="connsiteY102952"/>
              </a:cxn>
              <a:cxn ang="0">
                <a:pos x="connsiteX102953" y="connsiteY102953"/>
              </a:cxn>
              <a:cxn ang="0">
                <a:pos x="connsiteX102954" y="connsiteY102954"/>
              </a:cxn>
              <a:cxn ang="0">
                <a:pos x="connsiteX102955" y="connsiteY102955"/>
              </a:cxn>
              <a:cxn ang="0">
                <a:pos x="connsiteX102956" y="connsiteY102956"/>
              </a:cxn>
              <a:cxn ang="0">
                <a:pos x="connsiteX102957" y="connsiteY102957"/>
              </a:cxn>
              <a:cxn ang="0">
                <a:pos x="connsiteX102958" y="connsiteY102958"/>
              </a:cxn>
              <a:cxn ang="0">
                <a:pos x="connsiteX102959" y="connsiteY102959"/>
              </a:cxn>
              <a:cxn ang="0">
                <a:pos x="connsiteX102960" y="connsiteY102960"/>
              </a:cxn>
              <a:cxn ang="0">
                <a:pos x="connsiteX102961" y="connsiteY102961"/>
              </a:cxn>
              <a:cxn ang="0">
                <a:pos x="connsiteX102962" y="connsiteY102962"/>
              </a:cxn>
              <a:cxn ang="0">
                <a:pos x="connsiteX102963" y="connsiteY102963"/>
              </a:cxn>
              <a:cxn ang="0">
                <a:pos x="connsiteX102964" y="connsiteY102964"/>
              </a:cxn>
              <a:cxn ang="0">
                <a:pos x="connsiteX102965" y="connsiteY102965"/>
              </a:cxn>
              <a:cxn ang="0">
                <a:pos x="connsiteX102966" y="connsiteY102966"/>
              </a:cxn>
              <a:cxn ang="0">
                <a:pos x="connsiteX102967" y="connsiteY102967"/>
              </a:cxn>
              <a:cxn ang="0">
                <a:pos x="connsiteX102968" y="connsiteY102968"/>
              </a:cxn>
              <a:cxn ang="0">
                <a:pos x="connsiteX102969" y="connsiteY102969"/>
              </a:cxn>
              <a:cxn ang="0">
                <a:pos x="connsiteX102970" y="connsiteY102970"/>
              </a:cxn>
              <a:cxn ang="0">
                <a:pos x="connsiteX102971" y="connsiteY102971"/>
              </a:cxn>
              <a:cxn ang="0">
                <a:pos x="connsiteX102972" y="connsiteY102972"/>
              </a:cxn>
              <a:cxn ang="0">
                <a:pos x="connsiteX102973" y="connsiteY102973"/>
              </a:cxn>
              <a:cxn ang="0">
                <a:pos x="connsiteX102974" y="connsiteY102974"/>
              </a:cxn>
              <a:cxn ang="0">
                <a:pos x="connsiteX102975" y="connsiteY102975"/>
              </a:cxn>
              <a:cxn ang="0">
                <a:pos x="connsiteX102976" y="connsiteY102976"/>
              </a:cxn>
              <a:cxn ang="0">
                <a:pos x="connsiteX102977" y="connsiteY102977"/>
              </a:cxn>
              <a:cxn ang="0">
                <a:pos x="connsiteX102978" y="connsiteY102978"/>
              </a:cxn>
              <a:cxn ang="0">
                <a:pos x="connsiteX102979" y="connsiteY102979"/>
              </a:cxn>
              <a:cxn ang="0">
                <a:pos x="connsiteX102980" y="connsiteY102980"/>
              </a:cxn>
              <a:cxn ang="0">
                <a:pos x="connsiteX102981" y="connsiteY102981"/>
              </a:cxn>
              <a:cxn ang="0">
                <a:pos x="connsiteX102982" y="connsiteY102982"/>
              </a:cxn>
              <a:cxn ang="0">
                <a:pos x="connsiteX102983" y="connsiteY102983"/>
              </a:cxn>
              <a:cxn ang="0">
                <a:pos x="connsiteX102984" y="connsiteY102984"/>
              </a:cxn>
              <a:cxn ang="0">
                <a:pos x="connsiteX102985" y="connsiteY102985"/>
              </a:cxn>
              <a:cxn ang="0">
                <a:pos x="connsiteX102986" y="connsiteY102986"/>
              </a:cxn>
              <a:cxn ang="0">
                <a:pos x="connsiteX102987" y="connsiteY102987"/>
              </a:cxn>
              <a:cxn ang="0">
                <a:pos x="connsiteX102988" y="connsiteY102988"/>
              </a:cxn>
              <a:cxn ang="0">
                <a:pos x="connsiteX102989" y="connsiteY102989"/>
              </a:cxn>
              <a:cxn ang="0">
                <a:pos x="connsiteX102990" y="connsiteY102990"/>
              </a:cxn>
              <a:cxn ang="0">
                <a:pos x="connsiteX102991" y="connsiteY102991"/>
              </a:cxn>
              <a:cxn ang="0">
                <a:pos x="connsiteX102992" y="connsiteY102992"/>
              </a:cxn>
              <a:cxn ang="0">
                <a:pos x="connsiteX102993" y="connsiteY102993"/>
              </a:cxn>
              <a:cxn ang="0">
                <a:pos x="connsiteX102994" y="connsiteY102994"/>
              </a:cxn>
              <a:cxn ang="0">
                <a:pos x="connsiteX102995" y="connsiteY102995"/>
              </a:cxn>
              <a:cxn ang="0">
                <a:pos x="connsiteX102996" y="connsiteY102996"/>
              </a:cxn>
              <a:cxn ang="0">
                <a:pos x="connsiteX102997" y="connsiteY102997"/>
              </a:cxn>
              <a:cxn ang="0">
                <a:pos x="connsiteX102998" y="connsiteY102998"/>
              </a:cxn>
              <a:cxn ang="0">
                <a:pos x="connsiteX102999" y="connsiteY102999"/>
              </a:cxn>
              <a:cxn ang="0">
                <a:pos x="connsiteX103000" y="connsiteY103000"/>
              </a:cxn>
              <a:cxn ang="0">
                <a:pos x="connsiteX103001" y="connsiteY103001"/>
              </a:cxn>
              <a:cxn ang="0">
                <a:pos x="connsiteX103002" y="connsiteY103002"/>
              </a:cxn>
              <a:cxn ang="0">
                <a:pos x="connsiteX103003" y="connsiteY103003"/>
              </a:cxn>
              <a:cxn ang="0">
                <a:pos x="connsiteX103004" y="connsiteY103004"/>
              </a:cxn>
              <a:cxn ang="0">
                <a:pos x="connsiteX103005" y="connsiteY103005"/>
              </a:cxn>
              <a:cxn ang="0">
                <a:pos x="connsiteX103006" y="connsiteY103006"/>
              </a:cxn>
              <a:cxn ang="0">
                <a:pos x="connsiteX103007" y="connsiteY103007"/>
              </a:cxn>
              <a:cxn ang="0">
                <a:pos x="connsiteX103008" y="connsiteY103008"/>
              </a:cxn>
              <a:cxn ang="0">
                <a:pos x="connsiteX103009" y="connsiteY103009"/>
              </a:cxn>
              <a:cxn ang="0">
                <a:pos x="connsiteX103010" y="connsiteY103010"/>
              </a:cxn>
              <a:cxn ang="0">
                <a:pos x="connsiteX103011" y="connsiteY103011"/>
              </a:cxn>
              <a:cxn ang="0">
                <a:pos x="connsiteX103012" y="connsiteY103012"/>
              </a:cxn>
              <a:cxn ang="0">
                <a:pos x="connsiteX103013" y="connsiteY103013"/>
              </a:cxn>
              <a:cxn ang="0">
                <a:pos x="connsiteX103014" y="connsiteY103014"/>
              </a:cxn>
              <a:cxn ang="0">
                <a:pos x="connsiteX103015" y="connsiteY103015"/>
              </a:cxn>
              <a:cxn ang="0">
                <a:pos x="connsiteX103016" y="connsiteY103016"/>
              </a:cxn>
              <a:cxn ang="0">
                <a:pos x="connsiteX103017" y="connsiteY103017"/>
              </a:cxn>
              <a:cxn ang="0">
                <a:pos x="connsiteX103018" y="connsiteY103018"/>
              </a:cxn>
              <a:cxn ang="0">
                <a:pos x="connsiteX103019" y="connsiteY103019"/>
              </a:cxn>
              <a:cxn ang="0">
                <a:pos x="connsiteX103020" y="connsiteY103020"/>
              </a:cxn>
              <a:cxn ang="0">
                <a:pos x="connsiteX103021" y="connsiteY103021"/>
              </a:cxn>
              <a:cxn ang="0">
                <a:pos x="connsiteX103022" y="connsiteY103022"/>
              </a:cxn>
              <a:cxn ang="0">
                <a:pos x="connsiteX103023" y="connsiteY103023"/>
              </a:cxn>
              <a:cxn ang="0">
                <a:pos x="connsiteX103024" y="connsiteY103024"/>
              </a:cxn>
              <a:cxn ang="0">
                <a:pos x="connsiteX103025" y="connsiteY103025"/>
              </a:cxn>
              <a:cxn ang="0">
                <a:pos x="connsiteX103026" y="connsiteY103026"/>
              </a:cxn>
              <a:cxn ang="0">
                <a:pos x="connsiteX103027" y="connsiteY103027"/>
              </a:cxn>
              <a:cxn ang="0">
                <a:pos x="connsiteX103028" y="connsiteY103028"/>
              </a:cxn>
              <a:cxn ang="0">
                <a:pos x="connsiteX103029" y="connsiteY103029"/>
              </a:cxn>
              <a:cxn ang="0">
                <a:pos x="connsiteX103030" y="connsiteY103030"/>
              </a:cxn>
              <a:cxn ang="0">
                <a:pos x="connsiteX103031" y="connsiteY103031"/>
              </a:cxn>
              <a:cxn ang="0">
                <a:pos x="connsiteX103032" y="connsiteY103032"/>
              </a:cxn>
              <a:cxn ang="0">
                <a:pos x="connsiteX103033" y="connsiteY103033"/>
              </a:cxn>
              <a:cxn ang="0">
                <a:pos x="connsiteX103034" y="connsiteY103034"/>
              </a:cxn>
              <a:cxn ang="0">
                <a:pos x="connsiteX103035" y="connsiteY103035"/>
              </a:cxn>
              <a:cxn ang="0">
                <a:pos x="connsiteX103036" y="connsiteY103036"/>
              </a:cxn>
              <a:cxn ang="0">
                <a:pos x="connsiteX103037" y="connsiteY103037"/>
              </a:cxn>
              <a:cxn ang="0">
                <a:pos x="connsiteX103038" y="connsiteY103038"/>
              </a:cxn>
              <a:cxn ang="0">
                <a:pos x="connsiteX103039" y="connsiteY103039"/>
              </a:cxn>
              <a:cxn ang="0">
                <a:pos x="connsiteX103040" y="connsiteY103040"/>
              </a:cxn>
              <a:cxn ang="0">
                <a:pos x="connsiteX103041" y="connsiteY103041"/>
              </a:cxn>
              <a:cxn ang="0">
                <a:pos x="connsiteX103042" y="connsiteY103042"/>
              </a:cxn>
              <a:cxn ang="0">
                <a:pos x="connsiteX103043" y="connsiteY103043"/>
              </a:cxn>
              <a:cxn ang="0">
                <a:pos x="connsiteX103044" y="connsiteY103044"/>
              </a:cxn>
              <a:cxn ang="0">
                <a:pos x="connsiteX103045" y="connsiteY103045"/>
              </a:cxn>
              <a:cxn ang="0">
                <a:pos x="connsiteX103046" y="connsiteY103046"/>
              </a:cxn>
              <a:cxn ang="0">
                <a:pos x="connsiteX103047" y="connsiteY103047"/>
              </a:cxn>
              <a:cxn ang="0">
                <a:pos x="connsiteX103048" y="connsiteY103048"/>
              </a:cxn>
              <a:cxn ang="0">
                <a:pos x="connsiteX103049" y="connsiteY103049"/>
              </a:cxn>
              <a:cxn ang="0">
                <a:pos x="connsiteX103050" y="connsiteY103050"/>
              </a:cxn>
              <a:cxn ang="0">
                <a:pos x="connsiteX103051" y="connsiteY103051"/>
              </a:cxn>
              <a:cxn ang="0">
                <a:pos x="connsiteX103052" y="connsiteY103052"/>
              </a:cxn>
              <a:cxn ang="0">
                <a:pos x="connsiteX103053" y="connsiteY103053"/>
              </a:cxn>
              <a:cxn ang="0">
                <a:pos x="connsiteX103054" y="connsiteY103054"/>
              </a:cxn>
              <a:cxn ang="0">
                <a:pos x="connsiteX103055" y="connsiteY103055"/>
              </a:cxn>
              <a:cxn ang="0">
                <a:pos x="connsiteX103056" y="connsiteY103056"/>
              </a:cxn>
              <a:cxn ang="0">
                <a:pos x="connsiteX103057" y="connsiteY103057"/>
              </a:cxn>
              <a:cxn ang="0">
                <a:pos x="connsiteX103058" y="connsiteY103058"/>
              </a:cxn>
              <a:cxn ang="0">
                <a:pos x="connsiteX103059" y="connsiteY103059"/>
              </a:cxn>
              <a:cxn ang="0">
                <a:pos x="connsiteX103060" y="connsiteY103060"/>
              </a:cxn>
              <a:cxn ang="0">
                <a:pos x="connsiteX103061" y="connsiteY103061"/>
              </a:cxn>
              <a:cxn ang="0">
                <a:pos x="connsiteX103062" y="connsiteY103062"/>
              </a:cxn>
              <a:cxn ang="0">
                <a:pos x="connsiteX103063" y="connsiteY103063"/>
              </a:cxn>
              <a:cxn ang="0">
                <a:pos x="connsiteX103064" y="connsiteY103064"/>
              </a:cxn>
              <a:cxn ang="0">
                <a:pos x="connsiteX103065" y="connsiteY103065"/>
              </a:cxn>
              <a:cxn ang="0">
                <a:pos x="connsiteX103066" y="connsiteY103066"/>
              </a:cxn>
              <a:cxn ang="0">
                <a:pos x="connsiteX103067" y="connsiteY103067"/>
              </a:cxn>
              <a:cxn ang="0">
                <a:pos x="connsiteX103068" y="connsiteY103068"/>
              </a:cxn>
              <a:cxn ang="0">
                <a:pos x="connsiteX103069" y="connsiteY103069"/>
              </a:cxn>
              <a:cxn ang="0">
                <a:pos x="connsiteX103070" y="connsiteY103070"/>
              </a:cxn>
              <a:cxn ang="0">
                <a:pos x="connsiteX103071" y="connsiteY103071"/>
              </a:cxn>
              <a:cxn ang="0">
                <a:pos x="connsiteX103072" y="connsiteY103072"/>
              </a:cxn>
              <a:cxn ang="0">
                <a:pos x="connsiteX103073" y="connsiteY103073"/>
              </a:cxn>
              <a:cxn ang="0">
                <a:pos x="connsiteX103074" y="connsiteY103074"/>
              </a:cxn>
              <a:cxn ang="0">
                <a:pos x="connsiteX103075" y="connsiteY103075"/>
              </a:cxn>
              <a:cxn ang="0">
                <a:pos x="connsiteX103076" y="connsiteY103076"/>
              </a:cxn>
              <a:cxn ang="0">
                <a:pos x="connsiteX103077" y="connsiteY103077"/>
              </a:cxn>
              <a:cxn ang="0">
                <a:pos x="connsiteX103078" y="connsiteY103078"/>
              </a:cxn>
              <a:cxn ang="0">
                <a:pos x="connsiteX103079" y="connsiteY103079"/>
              </a:cxn>
              <a:cxn ang="0">
                <a:pos x="connsiteX103080" y="connsiteY103080"/>
              </a:cxn>
              <a:cxn ang="0">
                <a:pos x="connsiteX103081" y="connsiteY103081"/>
              </a:cxn>
              <a:cxn ang="0">
                <a:pos x="connsiteX103082" y="connsiteY103082"/>
              </a:cxn>
              <a:cxn ang="0">
                <a:pos x="connsiteX103083" y="connsiteY103083"/>
              </a:cxn>
              <a:cxn ang="0">
                <a:pos x="connsiteX103084" y="connsiteY103084"/>
              </a:cxn>
              <a:cxn ang="0">
                <a:pos x="connsiteX103085" y="connsiteY103085"/>
              </a:cxn>
              <a:cxn ang="0">
                <a:pos x="connsiteX103086" y="connsiteY103086"/>
              </a:cxn>
              <a:cxn ang="0">
                <a:pos x="connsiteX103087" y="connsiteY103087"/>
              </a:cxn>
              <a:cxn ang="0">
                <a:pos x="connsiteX103088" y="connsiteY103088"/>
              </a:cxn>
              <a:cxn ang="0">
                <a:pos x="connsiteX103089" y="connsiteY103089"/>
              </a:cxn>
              <a:cxn ang="0">
                <a:pos x="connsiteX103090" y="connsiteY103090"/>
              </a:cxn>
              <a:cxn ang="0">
                <a:pos x="connsiteX103091" y="connsiteY103091"/>
              </a:cxn>
              <a:cxn ang="0">
                <a:pos x="connsiteX103092" y="connsiteY103092"/>
              </a:cxn>
              <a:cxn ang="0">
                <a:pos x="connsiteX103093" y="connsiteY103093"/>
              </a:cxn>
              <a:cxn ang="0">
                <a:pos x="connsiteX103094" y="connsiteY103094"/>
              </a:cxn>
              <a:cxn ang="0">
                <a:pos x="connsiteX103095" y="connsiteY103095"/>
              </a:cxn>
              <a:cxn ang="0">
                <a:pos x="connsiteX103096" y="connsiteY103096"/>
              </a:cxn>
              <a:cxn ang="0">
                <a:pos x="connsiteX103097" y="connsiteY103097"/>
              </a:cxn>
              <a:cxn ang="0">
                <a:pos x="connsiteX103098" y="connsiteY103098"/>
              </a:cxn>
              <a:cxn ang="0">
                <a:pos x="connsiteX103099" y="connsiteY103099"/>
              </a:cxn>
              <a:cxn ang="0">
                <a:pos x="connsiteX103100" y="connsiteY103100"/>
              </a:cxn>
              <a:cxn ang="0">
                <a:pos x="connsiteX103101" y="connsiteY103101"/>
              </a:cxn>
              <a:cxn ang="0">
                <a:pos x="connsiteX103102" y="connsiteY103102"/>
              </a:cxn>
              <a:cxn ang="0">
                <a:pos x="connsiteX103103" y="connsiteY103103"/>
              </a:cxn>
              <a:cxn ang="0">
                <a:pos x="connsiteX103104" y="connsiteY103104"/>
              </a:cxn>
              <a:cxn ang="0">
                <a:pos x="connsiteX103105" y="connsiteY103105"/>
              </a:cxn>
              <a:cxn ang="0">
                <a:pos x="connsiteX103106" y="connsiteY103106"/>
              </a:cxn>
              <a:cxn ang="0">
                <a:pos x="connsiteX103107" y="connsiteY103107"/>
              </a:cxn>
              <a:cxn ang="0">
                <a:pos x="connsiteX103108" y="connsiteY103108"/>
              </a:cxn>
              <a:cxn ang="0">
                <a:pos x="connsiteX103109" y="connsiteY103109"/>
              </a:cxn>
              <a:cxn ang="0">
                <a:pos x="connsiteX103110" y="connsiteY103110"/>
              </a:cxn>
              <a:cxn ang="0">
                <a:pos x="connsiteX103111" y="connsiteY103111"/>
              </a:cxn>
              <a:cxn ang="0">
                <a:pos x="connsiteX103112" y="connsiteY103112"/>
              </a:cxn>
              <a:cxn ang="0">
                <a:pos x="connsiteX103113" y="connsiteY103113"/>
              </a:cxn>
              <a:cxn ang="0">
                <a:pos x="connsiteX103114" y="connsiteY103114"/>
              </a:cxn>
              <a:cxn ang="0">
                <a:pos x="connsiteX103115" y="connsiteY103115"/>
              </a:cxn>
              <a:cxn ang="0">
                <a:pos x="connsiteX103116" y="connsiteY103116"/>
              </a:cxn>
              <a:cxn ang="0">
                <a:pos x="connsiteX103117" y="connsiteY103117"/>
              </a:cxn>
              <a:cxn ang="0">
                <a:pos x="connsiteX103118" y="connsiteY103118"/>
              </a:cxn>
              <a:cxn ang="0">
                <a:pos x="connsiteX103119" y="connsiteY103119"/>
              </a:cxn>
              <a:cxn ang="0">
                <a:pos x="connsiteX103120" y="connsiteY103120"/>
              </a:cxn>
              <a:cxn ang="0">
                <a:pos x="connsiteX103121" y="connsiteY103121"/>
              </a:cxn>
              <a:cxn ang="0">
                <a:pos x="connsiteX103122" y="connsiteY103122"/>
              </a:cxn>
              <a:cxn ang="0">
                <a:pos x="connsiteX103123" y="connsiteY103123"/>
              </a:cxn>
              <a:cxn ang="0">
                <a:pos x="connsiteX103124" y="connsiteY103124"/>
              </a:cxn>
              <a:cxn ang="0">
                <a:pos x="connsiteX103125" y="connsiteY103125"/>
              </a:cxn>
              <a:cxn ang="0">
                <a:pos x="connsiteX103126" y="connsiteY103126"/>
              </a:cxn>
              <a:cxn ang="0">
                <a:pos x="connsiteX103127" y="connsiteY103127"/>
              </a:cxn>
              <a:cxn ang="0">
                <a:pos x="connsiteX103128" y="connsiteY103128"/>
              </a:cxn>
              <a:cxn ang="0">
                <a:pos x="connsiteX103129" y="connsiteY103129"/>
              </a:cxn>
              <a:cxn ang="0">
                <a:pos x="connsiteX103130" y="connsiteY103130"/>
              </a:cxn>
              <a:cxn ang="0">
                <a:pos x="connsiteX103131" y="connsiteY103131"/>
              </a:cxn>
              <a:cxn ang="0">
                <a:pos x="connsiteX103132" y="connsiteY103132"/>
              </a:cxn>
              <a:cxn ang="0">
                <a:pos x="connsiteX103133" y="connsiteY103133"/>
              </a:cxn>
              <a:cxn ang="0">
                <a:pos x="connsiteX103134" y="connsiteY103134"/>
              </a:cxn>
              <a:cxn ang="0">
                <a:pos x="connsiteX103135" y="connsiteY103135"/>
              </a:cxn>
              <a:cxn ang="0">
                <a:pos x="connsiteX103136" y="connsiteY103136"/>
              </a:cxn>
              <a:cxn ang="0">
                <a:pos x="connsiteX103137" y="connsiteY103137"/>
              </a:cxn>
              <a:cxn ang="0">
                <a:pos x="connsiteX103138" y="connsiteY103138"/>
              </a:cxn>
              <a:cxn ang="0">
                <a:pos x="connsiteX103139" y="connsiteY103139"/>
              </a:cxn>
              <a:cxn ang="0">
                <a:pos x="connsiteX103140" y="connsiteY103140"/>
              </a:cxn>
              <a:cxn ang="0">
                <a:pos x="connsiteX103141" y="connsiteY103141"/>
              </a:cxn>
              <a:cxn ang="0">
                <a:pos x="connsiteX103142" y="connsiteY103142"/>
              </a:cxn>
              <a:cxn ang="0">
                <a:pos x="connsiteX103143" y="connsiteY103143"/>
              </a:cxn>
              <a:cxn ang="0">
                <a:pos x="connsiteX103144" y="connsiteY103144"/>
              </a:cxn>
              <a:cxn ang="0">
                <a:pos x="connsiteX103145" y="connsiteY103145"/>
              </a:cxn>
              <a:cxn ang="0">
                <a:pos x="connsiteX103146" y="connsiteY103146"/>
              </a:cxn>
              <a:cxn ang="0">
                <a:pos x="connsiteX103147" y="connsiteY103147"/>
              </a:cxn>
              <a:cxn ang="0">
                <a:pos x="connsiteX103148" y="connsiteY103148"/>
              </a:cxn>
              <a:cxn ang="0">
                <a:pos x="connsiteX103149" y="connsiteY103149"/>
              </a:cxn>
              <a:cxn ang="0">
                <a:pos x="connsiteX103150" y="connsiteY103150"/>
              </a:cxn>
              <a:cxn ang="0">
                <a:pos x="connsiteX103151" y="connsiteY103151"/>
              </a:cxn>
              <a:cxn ang="0">
                <a:pos x="connsiteX103152" y="connsiteY103152"/>
              </a:cxn>
              <a:cxn ang="0">
                <a:pos x="connsiteX103153" y="connsiteY103153"/>
              </a:cxn>
              <a:cxn ang="0">
                <a:pos x="connsiteX103154" y="connsiteY103154"/>
              </a:cxn>
              <a:cxn ang="0">
                <a:pos x="connsiteX103155" y="connsiteY103155"/>
              </a:cxn>
              <a:cxn ang="0">
                <a:pos x="connsiteX103156" y="connsiteY103156"/>
              </a:cxn>
              <a:cxn ang="0">
                <a:pos x="connsiteX103157" y="connsiteY103157"/>
              </a:cxn>
              <a:cxn ang="0">
                <a:pos x="connsiteX103158" y="connsiteY103158"/>
              </a:cxn>
              <a:cxn ang="0">
                <a:pos x="connsiteX103159" y="connsiteY103159"/>
              </a:cxn>
              <a:cxn ang="0">
                <a:pos x="connsiteX103160" y="connsiteY103160"/>
              </a:cxn>
              <a:cxn ang="0">
                <a:pos x="connsiteX103161" y="connsiteY103161"/>
              </a:cxn>
              <a:cxn ang="0">
                <a:pos x="connsiteX103162" y="connsiteY103162"/>
              </a:cxn>
              <a:cxn ang="0">
                <a:pos x="connsiteX103163" y="connsiteY103163"/>
              </a:cxn>
              <a:cxn ang="0">
                <a:pos x="connsiteX103164" y="connsiteY103164"/>
              </a:cxn>
              <a:cxn ang="0">
                <a:pos x="connsiteX103165" y="connsiteY103165"/>
              </a:cxn>
              <a:cxn ang="0">
                <a:pos x="connsiteX103166" y="connsiteY103166"/>
              </a:cxn>
              <a:cxn ang="0">
                <a:pos x="connsiteX103167" y="connsiteY103167"/>
              </a:cxn>
              <a:cxn ang="0">
                <a:pos x="connsiteX103168" y="connsiteY103168"/>
              </a:cxn>
              <a:cxn ang="0">
                <a:pos x="connsiteX103169" y="connsiteY103169"/>
              </a:cxn>
              <a:cxn ang="0">
                <a:pos x="connsiteX103170" y="connsiteY103170"/>
              </a:cxn>
              <a:cxn ang="0">
                <a:pos x="connsiteX103171" y="connsiteY103171"/>
              </a:cxn>
              <a:cxn ang="0">
                <a:pos x="connsiteX103172" y="connsiteY103172"/>
              </a:cxn>
              <a:cxn ang="0">
                <a:pos x="connsiteX103173" y="connsiteY103173"/>
              </a:cxn>
              <a:cxn ang="0">
                <a:pos x="connsiteX103174" y="connsiteY103174"/>
              </a:cxn>
              <a:cxn ang="0">
                <a:pos x="connsiteX103175" y="connsiteY103175"/>
              </a:cxn>
              <a:cxn ang="0">
                <a:pos x="connsiteX103176" y="connsiteY103176"/>
              </a:cxn>
              <a:cxn ang="0">
                <a:pos x="connsiteX103177" y="connsiteY103177"/>
              </a:cxn>
              <a:cxn ang="0">
                <a:pos x="connsiteX103178" y="connsiteY103178"/>
              </a:cxn>
              <a:cxn ang="0">
                <a:pos x="connsiteX103179" y="connsiteY103179"/>
              </a:cxn>
              <a:cxn ang="0">
                <a:pos x="connsiteX103180" y="connsiteY103180"/>
              </a:cxn>
              <a:cxn ang="0">
                <a:pos x="connsiteX103181" y="connsiteY103181"/>
              </a:cxn>
              <a:cxn ang="0">
                <a:pos x="connsiteX103182" y="connsiteY103182"/>
              </a:cxn>
              <a:cxn ang="0">
                <a:pos x="connsiteX103183" y="connsiteY103183"/>
              </a:cxn>
              <a:cxn ang="0">
                <a:pos x="connsiteX103184" y="connsiteY103184"/>
              </a:cxn>
              <a:cxn ang="0">
                <a:pos x="connsiteX103185" y="connsiteY103185"/>
              </a:cxn>
              <a:cxn ang="0">
                <a:pos x="connsiteX103186" y="connsiteY103186"/>
              </a:cxn>
              <a:cxn ang="0">
                <a:pos x="connsiteX103187" y="connsiteY103187"/>
              </a:cxn>
              <a:cxn ang="0">
                <a:pos x="connsiteX103188" y="connsiteY103188"/>
              </a:cxn>
              <a:cxn ang="0">
                <a:pos x="connsiteX103189" y="connsiteY103189"/>
              </a:cxn>
              <a:cxn ang="0">
                <a:pos x="connsiteX103190" y="connsiteY103190"/>
              </a:cxn>
              <a:cxn ang="0">
                <a:pos x="connsiteX103191" y="connsiteY103191"/>
              </a:cxn>
              <a:cxn ang="0">
                <a:pos x="connsiteX103192" y="connsiteY103192"/>
              </a:cxn>
              <a:cxn ang="0">
                <a:pos x="connsiteX103193" y="connsiteY103193"/>
              </a:cxn>
              <a:cxn ang="0">
                <a:pos x="connsiteX103194" y="connsiteY103194"/>
              </a:cxn>
              <a:cxn ang="0">
                <a:pos x="connsiteX103195" y="connsiteY103195"/>
              </a:cxn>
              <a:cxn ang="0">
                <a:pos x="connsiteX103196" y="connsiteY103196"/>
              </a:cxn>
              <a:cxn ang="0">
                <a:pos x="connsiteX103197" y="connsiteY103197"/>
              </a:cxn>
              <a:cxn ang="0">
                <a:pos x="connsiteX103198" y="connsiteY103198"/>
              </a:cxn>
              <a:cxn ang="0">
                <a:pos x="connsiteX103199" y="connsiteY103199"/>
              </a:cxn>
              <a:cxn ang="0">
                <a:pos x="connsiteX103200" y="connsiteY103200"/>
              </a:cxn>
              <a:cxn ang="0">
                <a:pos x="connsiteX103201" y="connsiteY103201"/>
              </a:cxn>
              <a:cxn ang="0">
                <a:pos x="connsiteX103202" y="connsiteY103202"/>
              </a:cxn>
              <a:cxn ang="0">
                <a:pos x="connsiteX103203" y="connsiteY103203"/>
              </a:cxn>
              <a:cxn ang="0">
                <a:pos x="connsiteX103204" y="connsiteY103204"/>
              </a:cxn>
              <a:cxn ang="0">
                <a:pos x="connsiteX103205" y="connsiteY103205"/>
              </a:cxn>
              <a:cxn ang="0">
                <a:pos x="connsiteX103206" y="connsiteY103206"/>
              </a:cxn>
              <a:cxn ang="0">
                <a:pos x="connsiteX103207" y="connsiteY103207"/>
              </a:cxn>
              <a:cxn ang="0">
                <a:pos x="connsiteX103208" y="connsiteY103208"/>
              </a:cxn>
              <a:cxn ang="0">
                <a:pos x="connsiteX103209" y="connsiteY103209"/>
              </a:cxn>
              <a:cxn ang="0">
                <a:pos x="connsiteX103210" y="connsiteY103210"/>
              </a:cxn>
              <a:cxn ang="0">
                <a:pos x="connsiteX103211" y="connsiteY103211"/>
              </a:cxn>
              <a:cxn ang="0">
                <a:pos x="connsiteX103212" y="connsiteY103212"/>
              </a:cxn>
              <a:cxn ang="0">
                <a:pos x="connsiteX103213" y="connsiteY103213"/>
              </a:cxn>
              <a:cxn ang="0">
                <a:pos x="connsiteX103214" y="connsiteY103214"/>
              </a:cxn>
              <a:cxn ang="0">
                <a:pos x="connsiteX103215" y="connsiteY103215"/>
              </a:cxn>
              <a:cxn ang="0">
                <a:pos x="connsiteX103216" y="connsiteY103216"/>
              </a:cxn>
              <a:cxn ang="0">
                <a:pos x="connsiteX103217" y="connsiteY103217"/>
              </a:cxn>
              <a:cxn ang="0">
                <a:pos x="connsiteX103218" y="connsiteY103218"/>
              </a:cxn>
              <a:cxn ang="0">
                <a:pos x="connsiteX103219" y="connsiteY103219"/>
              </a:cxn>
              <a:cxn ang="0">
                <a:pos x="connsiteX103220" y="connsiteY103220"/>
              </a:cxn>
              <a:cxn ang="0">
                <a:pos x="connsiteX103221" y="connsiteY103221"/>
              </a:cxn>
              <a:cxn ang="0">
                <a:pos x="connsiteX103222" y="connsiteY103222"/>
              </a:cxn>
              <a:cxn ang="0">
                <a:pos x="connsiteX103223" y="connsiteY103223"/>
              </a:cxn>
              <a:cxn ang="0">
                <a:pos x="connsiteX103224" y="connsiteY103224"/>
              </a:cxn>
              <a:cxn ang="0">
                <a:pos x="connsiteX103225" y="connsiteY103225"/>
              </a:cxn>
              <a:cxn ang="0">
                <a:pos x="connsiteX103226" y="connsiteY103226"/>
              </a:cxn>
              <a:cxn ang="0">
                <a:pos x="connsiteX103227" y="connsiteY103227"/>
              </a:cxn>
              <a:cxn ang="0">
                <a:pos x="connsiteX103228" y="connsiteY103228"/>
              </a:cxn>
              <a:cxn ang="0">
                <a:pos x="connsiteX103229" y="connsiteY103229"/>
              </a:cxn>
              <a:cxn ang="0">
                <a:pos x="connsiteX103230" y="connsiteY103230"/>
              </a:cxn>
              <a:cxn ang="0">
                <a:pos x="connsiteX103231" y="connsiteY103231"/>
              </a:cxn>
              <a:cxn ang="0">
                <a:pos x="connsiteX103232" y="connsiteY103232"/>
              </a:cxn>
              <a:cxn ang="0">
                <a:pos x="connsiteX103233" y="connsiteY103233"/>
              </a:cxn>
              <a:cxn ang="0">
                <a:pos x="connsiteX103234" y="connsiteY103234"/>
              </a:cxn>
              <a:cxn ang="0">
                <a:pos x="connsiteX103235" y="connsiteY103235"/>
              </a:cxn>
              <a:cxn ang="0">
                <a:pos x="connsiteX103236" y="connsiteY103236"/>
              </a:cxn>
              <a:cxn ang="0">
                <a:pos x="connsiteX103237" y="connsiteY103237"/>
              </a:cxn>
              <a:cxn ang="0">
                <a:pos x="connsiteX103238" y="connsiteY103238"/>
              </a:cxn>
              <a:cxn ang="0">
                <a:pos x="connsiteX103239" y="connsiteY103239"/>
              </a:cxn>
              <a:cxn ang="0">
                <a:pos x="connsiteX103240" y="connsiteY103240"/>
              </a:cxn>
              <a:cxn ang="0">
                <a:pos x="connsiteX103241" y="connsiteY103241"/>
              </a:cxn>
              <a:cxn ang="0">
                <a:pos x="connsiteX103242" y="connsiteY103242"/>
              </a:cxn>
              <a:cxn ang="0">
                <a:pos x="connsiteX103243" y="connsiteY103243"/>
              </a:cxn>
              <a:cxn ang="0">
                <a:pos x="connsiteX103244" y="connsiteY103244"/>
              </a:cxn>
              <a:cxn ang="0">
                <a:pos x="connsiteX103245" y="connsiteY103245"/>
              </a:cxn>
              <a:cxn ang="0">
                <a:pos x="connsiteX103246" y="connsiteY103246"/>
              </a:cxn>
              <a:cxn ang="0">
                <a:pos x="connsiteX103247" y="connsiteY103247"/>
              </a:cxn>
              <a:cxn ang="0">
                <a:pos x="connsiteX103248" y="connsiteY103248"/>
              </a:cxn>
              <a:cxn ang="0">
                <a:pos x="connsiteX103249" y="connsiteY103249"/>
              </a:cxn>
              <a:cxn ang="0">
                <a:pos x="connsiteX103250" y="connsiteY103250"/>
              </a:cxn>
              <a:cxn ang="0">
                <a:pos x="connsiteX103251" y="connsiteY103251"/>
              </a:cxn>
              <a:cxn ang="0">
                <a:pos x="connsiteX103252" y="connsiteY103252"/>
              </a:cxn>
              <a:cxn ang="0">
                <a:pos x="connsiteX103253" y="connsiteY103253"/>
              </a:cxn>
              <a:cxn ang="0">
                <a:pos x="connsiteX103254" y="connsiteY103254"/>
              </a:cxn>
              <a:cxn ang="0">
                <a:pos x="connsiteX103255" y="connsiteY103255"/>
              </a:cxn>
              <a:cxn ang="0">
                <a:pos x="connsiteX103256" y="connsiteY103256"/>
              </a:cxn>
              <a:cxn ang="0">
                <a:pos x="connsiteX103257" y="connsiteY103257"/>
              </a:cxn>
              <a:cxn ang="0">
                <a:pos x="connsiteX103258" y="connsiteY103258"/>
              </a:cxn>
              <a:cxn ang="0">
                <a:pos x="connsiteX103259" y="connsiteY103259"/>
              </a:cxn>
              <a:cxn ang="0">
                <a:pos x="connsiteX103260" y="connsiteY103260"/>
              </a:cxn>
              <a:cxn ang="0">
                <a:pos x="connsiteX103261" y="connsiteY103261"/>
              </a:cxn>
              <a:cxn ang="0">
                <a:pos x="connsiteX103262" y="connsiteY103262"/>
              </a:cxn>
              <a:cxn ang="0">
                <a:pos x="connsiteX103263" y="connsiteY103263"/>
              </a:cxn>
              <a:cxn ang="0">
                <a:pos x="connsiteX103264" y="connsiteY103264"/>
              </a:cxn>
              <a:cxn ang="0">
                <a:pos x="connsiteX103265" y="connsiteY103265"/>
              </a:cxn>
              <a:cxn ang="0">
                <a:pos x="connsiteX103266" y="connsiteY103266"/>
              </a:cxn>
              <a:cxn ang="0">
                <a:pos x="connsiteX103267" y="connsiteY103267"/>
              </a:cxn>
              <a:cxn ang="0">
                <a:pos x="connsiteX103268" y="connsiteY103268"/>
              </a:cxn>
              <a:cxn ang="0">
                <a:pos x="connsiteX103269" y="connsiteY103269"/>
              </a:cxn>
              <a:cxn ang="0">
                <a:pos x="connsiteX103270" y="connsiteY103270"/>
              </a:cxn>
              <a:cxn ang="0">
                <a:pos x="connsiteX103271" y="connsiteY103271"/>
              </a:cxn>
              <a:cxn ang="0">
                <a:pos x="connsiteX103272" y="connsiteY103272"/>
              </a:cxn>
              <a:cxn ang="0">
                <a:pos x="connsiteX103273" y="connsiteY103273"/>
              </a:cxn>
              <a:cxn ang="0">
                <a:pos x="connsiteX103274" y="connsiteY103274"/>
              </a:cxn>
              <a:cxn ang="0">
                <a:pos x="connsiteX103275" y="connsiteY103275"/>
              </a:cxn>
              <a:cxn ang="0">
                <a:pos x="connsiteX103276" y="connsiteY103276"/>
              </a:cxn>
              <a:cxn ang="0">
                <a:pos x="connsiteX103277" y="connsiteY103277"/>
              </a:cxn>
              <a:cxn ang="0">
                <a:pos x="connsiteX103278" y="connsiteY103278"/>
              </a:cxn>
              <a:cxn ang="0">
                <a:pos x="connsiteX103279" y="connsiteY103279"/>
              </a:cxn>
              <a:cxn ang="0">
                <a:pos x="connsiteX103280" y="connsiteY103280"/>
              </a:cxn>
              <a:cxn ang="0">
                <a:pos x="connsiteX103281" y="connsiteY103281"/>
              </a:cxn>
              <a:cxn ang="0">
                <a:pos x="connsiteX103282" y="connsiteY103282"/>
              </a:cxn>
              <a:cxn ang="0">
                <a:pos x="connsiteX103283" y="connsiteY103283"/>
              </a:cxn>
              <a:cxn ang="0">
                <a:pos x="connsiteX103284" y="connsiteY103284"/>
              </a:cxn>
              <a:cxn ang="0">
                <a:pos x="connsiteX103285" y="connsiteY103285"/>
              </a:cxn>
              <a:cxn ang="0">
                <a:pos x="connsiteX103286" y="connsiteY103286"/>
              </a:cxn>
              <a:cxn ang="0">
                <a:pos x="connsiteX103287" y="connsiteY103287"/>
              </a:cxn>
              <a:cxn ang="0">
                <a:pos x="connsiteX103288" y="connsiteY103288"/>
              </a:cxn>
              <a:cxn ang="0">
                <a:pos x="connsiteX103289" y="connsiteY103289"/>
              </a:cxn>
              <a:cxn ang="0">
                <a:pos x="connsiteX103290" y="connsiteY103290"/>
              </a:cxn>
              <a:cxn ang="0">
                <a:pos x="connsiteX103291" y="connsiteY103291"/>
              </a:cxn>
              <a:cxn ang="0">
                <a:pos x="connsiteX103292" y="connsiteY103292"/>
              </a:cxn>
              <a:cxn ang="0">
                <a:pos x="connsiteX103293" y="connsiteY103293"/>
              </a:cxn>
              <a:cxn ang="0">
                <a:pos x="connsiteX103294" y="connsiteY103294"/>
              </a:cxn>
              <a:cxn ang="0">
                <a:pos x="connsiteX103295" y="connsiteY103295"/>
              </a:cxn>
              <a:cxn ang="0">
                <a:pos x="connsiteX103296" y="connsiteY103296"/>
              </a:cxn>
              <a:cxn ang="0">
                <a:pos x="connsiteX103297" y="connsiteY103297"/>
              </a:cxn>
              <a:cxn ang="0">
                <a:pos x="connsiteX103298" y="connsiteY103298"/>
              </a:cxn>
              <a:cxn ang="0">
                <a:pos x="connsiteX103299" y="connsiteY103299"/>
              </a:cxn>
              <a:cxn ang="0">
                <a:pos x="connsiteX103300" y="connsiteY103300"/>
              </a:cxn>
              <a:cxn ang="0">
                <a:pos x="connsiteX103301" y="connsiteY103301"/>
              </a:cxn>
              <a:cxn ang="0">
                <a:pos x="connsiteX103302" y="connsiteY103302"/>
              </a:cxn>
              <a:cxn ang="0">
                <a:pos x="connsiteX103303" y="connsiteY103303"/>
              </a:cxn>
              <a:cxn ang="0">
                <a:pos x="connsiteX103304" y="connsiteY103304"/>
              </a:cxn>
              <a:cxn ang="0">
                <a:pos x="connsiteX103305" y="connsiteY103305"/>
              </a:cxn>
              <a:cxn ang="0">
                <a:pos x="connsiteX103306" y="connsiteY103306"/>
              </a:cxn>
              <a:cxn ang="0">
                <a:pos x="connsiteX103307" y="connsiteY103307"/>
              </a:cxn>
              <a:cxn ang="0">
                <a:pos x="connsiteX103308" y="connsiteY103308"/>
              </a:cxn>
              <a:cxn ang="0">
                <a:pos x="connsiteX103309" y="connsiteY103309"/>
              </a:cxn>
              <a:cxn ang="0">
                <a:pos x="connsiteX103310" y="connsiteY103310"/>
              </a:cxn>
              <a:cxn ang="0">
                <a:pos x="connsiteX103311" y="connsiteY103311"/>
              </a:cxn>
              <a:cxn ang="0">
                <a:pos x="connsiteX103312" y="connsiteY103312"/>
              </a:cxn>
              <a:cxn ang="0">
                <a:pos x="connsiteX103313" y="connsiteY103313"/>
              </a:cxn>
              <a:cxn ang="0">
                <a:pos x="connsiteX103314" y="connsiteY103314"/>
              </a:cxn>
              <a:cxn ang="0">
                <a:pos x="connsiteX103315" y="connsiteY103315"/>
              </a:cxn>
              <a:cxn ang="0">
                <a:pos x="connsiteX103316" y="connsiteY103316"/>
              </a:cxn>
              <a:cxn ang="0">
                <a:pos x="connsiteX103317" y="connsiteY103317"/>
              </a:cxn>
              <a:cxn ang="0">
                <a:pos x="connsiteX103318" y="connsiteY103318"/>
              </a:cxn>
              <a:cxn ang="0">
                <a:pos x="connsiteX103319" y="connsiteY103319"/>
              </a:cxn>
              <a:cxn ang="0">
                <a:pos x="connsiteX103320" y="connsiteY103320"/>
              </a:cxn>
              <a:cxn ang="0">
                <a:pos x="connsiteX103321" y="connsiteY103321"/>
              </a:cxn>
              <a:cxn ang="0">
                <a:pos x="connsiteX103322" y="connsiteY103322"/>
              </a:cxn>
              <a:cxn ang="0">
                <a:pos x="connsiteX103323" y="connsiteY103323"/>
              </a:cxn>
              <a:cxn ang="0">
                <a:pos x="connsiteX103324" y="connsiteY103324"/>
              </a:cxn>
              <a:cxn ang="0">
                <a:pos x="connsiteX103325" y="connsiteY103325"/>
              </a:cxn>
              <a:cxn ang="0">
                <a:pos x="connsiteX103326" y="connsiteY103326"/>
              </a:cxn>
              <a:cxn ang="0">
                <a:pos x="connsiteX103327" y="connsiteY103327"/>
              </a:cxn>
              <a:cxn ang="0">
                <a:pos x="connsiteX103328" y="connsiteY103328"/>
              </a:cxn>
              <a:cxn ang="0">
                <a:pos x="connsiteX103329" y="connsiteY103329"/>
              </a:cxn>
              <a:cxn ang="0">
                <a:pos x="connsiteX103330" y="connsiteY103330"/>
              </a:cxn>
              <a:cxn ang="0">
                <a:pos x="connsiteX103331" y="connsiteY103331"/>
              </a:cxn>
              <a:cxn ang="0">
                <a:pos x="connsiteX103332" y="connsiteY103332"/>
              </a:cxn>
              <a:cxn ang="0">
                <a:pos x="connsiteX103333" y="connsiteY103333"/>
              </a:cxn>
              <a:cxn ang="0">
                <a:pos x="connsiteX103334" y="connsiteY103334"/>
              </a:cxn>
              <a:cxn ang="0">
                <a:pos x="connsiteX103335" y="connsiteY103335"/>
              </a:cxn>
              <a:cxn ang="0">
                <a:pos x="connsiteX103336" y="connsiteY103336"/>
              </a:cxn>
              <a:cxn ang="0">
                <a:pos x="connsiteX103337" y="connsiteY103337"/>
              </a:cxn>
              <a:cxn ang="0">
                <a:pos x="connsiteX103338" y="connsiteY103338"/>
              </a:cxn>
              <a:cxn ang="0">
                <a:pos x="connsiteX103339" y="connsiteY103339"/>
              </a:cxn>
              <a:cxn ang="0">
                <a:pos x="connsiteX103340" y="connsiteY103340"/>
              </a:cxn>
              <a:cxn ang="0">
                <a:pos x="connsiteX103341" y="connsiteY103341"/>
              </a:cxn>
              <a:cxn ang="0">
                <a:pos x="connsiteX103342" y="connsiteY103342"/>
              </a:cxn>
              <a:cxn ang="0">
                <a:pos x="connsiteX103343" y="connsiteY103343"/>
              </a:cxn>
              <a:cxn ang="0">
                <a:pos x="connsiteX103344" y="connsiteY103344"/>
              </a:cxn>
              <a:cxn ang="0">
                <a:pos x="connsiteX103345" y="connsiteY103345"/>
              </a:cxn>
              <a:cxn ang="0">
                <a:pos x="connsiteX103346" y="connsiteY103346"/>
              </a:cxn>
              <a:cxn ang="0">
                <a:pos x="connsiteX103347" y="connsiteY103347"/>
              </a:cxn>
              <a:cxn ang="0">
                <a:pos x="connsiteX103348" y="connsiteY103348"/>
              </a:cxn>
              <a:cxn ang="0">
                <a:pos x="connsiteX103349" y="connsiteY103349"/>
              </a:cxn>
              <a:cxn ang="0">
                <a:pos x="connsiteX103350" y="connsiteY103350"/>
              </a:cxn>
              <a:cxn ang="0">
                <a:pos x="connsiteX103351" y="connsiteY103351"/>
              </a:cxn>
              <a:cxn ang="0">
                <a:pos x="connsiteX103352" y="connsiteY103352"/>
              </a:cxn>
              <a:cxn ang="0">
                <a:pos x="connsiteX103353" y="connsiteY103353"/>
              </a:cxn>
              <a:cxn ang="0">
                <a:pos x="connsiteX103354" y="connsiteY103354"/>
              </a:cxn>
              <a:cxn ang="0">
                <a:pos x="connsiteX103355" y="connsiteY103355"/>
              </a:cxn>
              <a:cxn ang="0">
                <a:pos x="connsiteX103356" y="connsiteY103356"/>
              </a:cxn>
              <a:cxn ang="0">
                <a:pos x="connsiteX103357" y="connsiteY103357"/>
              </a:cxn>
              <a:cxn ang="0">
                <a:pos x="connsiteX103358" y="connsiteY103358"/>
              </a:cxn>
              <a:cxn ang="0">
                <a:pos x="connsiteX103359" y="connsiteY103359"/>
              </a:cxn>
              <a:cxn ang="0">
                <a:pos x="connsiteX103360" y="connsiteY103360"/>
              </a:cxn>
              <a:cxn ang="0">
                <a:pos x="connsiteX103361" y="connsiteY103361"/>
              </a:cxn>
              <a:cxn ang="0">
                <a:pos x="connsiteX103362" y="connsiteY103362"/>
              </a:cxn>
              <a:cxn ang="0">
                <a:pos x="connsiteX103363" y="connsiteY103363"/>
              </a:cxn>
              <a:cxn ang="0">
                <a:pos x="connsiteX103364" y="connsiteY103364"/>
              </a:cxn>
              <a:cxn ang="0">
                <a:pos x="connsiteX103365" y="connsiteY103365"/>
              </a:cxn>
              <a:cxn ang="0">
                <a:pos x="connsiteX103366" y="connsiteY103366"/>
              </a:cxn>
              <a:cxn ang="0">
                <a:pos x="connsiteX103367" y="connsiteY103367"/>
              </a:cxn>
              <a:cxn ang="0">
                <a:pos x="connsiteX103368" y="connsiteY103368"/>
              </a:cxn>
              <a:cxn ang="0">
                <a:pos x="connsiteX103369" y="connsiteY103369"/>
              </a:cxn>
              <a:cxn ang="0">
                <a:pos x="connsiteX103370" y="connsiteY103370"/>
              </a:cxn>
              <a:cxn ang="0">
                <a:pos x="connsiteX103371" y="connsiteY103371"/>
              </a:cxn>
              <a:cxn ang="0">
                <a:pos x="connsiteX103372" y="connsiteY103372"/>
              </a:cxn>
              <a:cxn ang="0">
                <a:pos x="connsiteX103373" y="connsiteY103373"/>
              </a:cxn>
              <a:cxn ang="0">
                <a:pos x="connsiteX103374" y="connsiteY103374"/>
              </a:cxn>
              <a:cxn ang="0">
                <a:pos x="connsiteX103375" y="connsiteY103375"/>
              </a:cxn>
              <a:cxn ang="0">
                <a:pos x="connsiteX103376" y="connsiteY103376"/>
              </a:cxn>
              <a:cxn ang="0">
                <a:pos x="connsiteX103377" y="connsiteY103377"/>
              </a:cxn>
              <a:cxn ang="0">
                <a:pos x="connsiteX103378" y="connsiteY103378"/>
              </a:cxn>
              <a:cxn ang="0">
                <a:pos x="connsiteX103379" y="connsiteY103379"/>
              </a:cxn>
              <a:cxn ang="0">
                <a:pos x="connsiteX103380" y="connsiteY103380"/>
              </a:cxn>
              <a:cxn ang="0">
                <a:pos x="connsiteX103381" y="connsiteY103381"/>
              </a:cxn>
              <a:cxn ang="0">
                <a:pos x="connsiteX103382" y="connsiteY103382"/>
              </a:cxn>
              <a:cxn ang="0">
                <a:pos x="connsiteX103383" y="connsiteY103383"/>
              </a:cxn>
              <a:cxn ang="0">
                <a:pos x="connsiteX103384" y="connsiteY103384"/>
              </a:cxn>
              <a:cxn ang="0">
                <a:pos x="connsiteX103385" y="connsiteY103385"/>
              </a:cxn>
              <a:cxn ang="0">
                <a:pos x="connsiteX103386" y="connsiteY103386"/>
              </a:cxn>
              <a:cxn ang="0">
                <a:pos x="connsiteX103387" y="connsiteY103387"/>
              </a:cxn>
              <a:cxn ang="0">
                <a:pos x="connsiteX103388" y="connsiteY103388"/>
              </a:cxn>
              <a:cxn ang="0">
                <a:pos x="connsiteX103389" y="connsiteY103389"/>
              </a:cxn>
              <a:cxn ang="0">
                <a:pos x="connsiteX103390" y="connsiteY103390"/>
              </a:cxn>
              <a:cxn ang="0">
                <a:pos x="connsiteX103391" y="connsiteY103391"/>
              </a:cxn>
              <a:cxn ang="0">
                <a:pos x="connsiteX103392" y="connsiteY103392"/>
              </a:cxn>
              <a:cxn ang="0">
                <a:pos x="connsiteX103393" y="connsiteY103393"/>
              </a:cxn>
              <a:cxn ang="0">
                <a:pos x="connsiteX103394" y="connsiteY103394"/>
              </a:cxn>
              <a:cxn ang="0">
                <a:pos x="connsiteX103395" y="connsiteY103395"/>
              </a:cxn>
              <a:cxn ang="0">
                <a:pos x="connsiteX103396" y="connsiteY103396"/>
              </a:cxn>
              <a:cxn ang="0">
                <a:pos x="connsiteX103397" y="connsiteY103397"/>
              </a:cxn>
              <a:cxn ang="0">
                <a:pos x="connsiteX103398" y="connsiteY103398"/>
              </a:cxn>
              <a:cxn ang="0">
                <a:pos x="connsiteX103399" y="connsiteY103399"/>
              </a:cxn>
              <a:cxn ang="0">
                <a:pos x="connsiteX103400" y="connsiteY103400"/>
              </a:cxn>
              <a:cxn ang="0">
                <a:pos x="connsiteX103401" y="connsiteY103401"/>
              </a:cxn>
              <a:cxn ang="0">
                <a:pos x="connsiteX103402" y="connsiteY103402"/>
              </a:cxn>
              <a:cxn ang="0">
                <a:pos x="connsiteX103403" y="connsiteY103403"/>
              </a:cxn>
              <a:cxn ang="0">
                <a:pos x="connsiteX103404" y="connsiteY103404"/>
              </a:cxn>
              <a:cxn ang="0">
                <a:pos x="connsiteX103405" y="connsiteY103405"/>
              </a:cxn>
              <a:cxn ang="0">
                <a:pos x="connsiteX103406" y="connsiteY103406"/>
              </a:cxn>
              <a:cxn ang="0">
                <a:pos x="connsiteX103407" y="connsiteY103407"/>
              </a:cxn>
              <a:cxn ang="0">
                <a:pos x="connsiteX103408" y="connsiteY103408"/>
              </a:cxn>
              <a:cxn ang="0">
                <a:pos x="connsiteX103409" y="connsiteY103409"/>
              </a:cxn>
              <a:cxn ang="0">
                <a:pos x="connsiteX103410" y="connsiteY103410"/>
              </a:cxn>
              <a:cxn ang="0">
                <a:pos x="connsiteX103411" y="connsiteY103411"/>
              </a:cxn>
              <a:cxn ang="0">
                <a:pos x="connsiteX103412" y="connsiteY103412"/>
              </a:cxn>
              <a:cxn ang="0">
                <a:pos x="connsiteX103413" y="connsiteY103413"/>
              </a:cxn>
              <a:cxn ang="0">
                <a:pos x="connsiteX103414" y="connsiteY103414"/>
              </a:cxn>
              <a:cxn ang="0">
                <a:pos x="connsiteX103415" y="connsiteY103415"/>
              </a:cxn>
              <a:cxn ang="0">
                <a:pos x="connsiteX103416" y="connsiteY103416"/>
              </a:cxn>
              <a:cxn ang="0">
                <a:pos x="connsiteX103417" y="connsiteY103417"/>
              </a:cxn>
              <a:cxn ang="0">
                <a:pos x="connsiteX103418" y="connsiteY103418"/>
              </a:cxn>
              <a:cxn ang="0">
                <a:pos x="connsiteX103419" y="connsiteY103419"/>
              </a:cxn>
              <a:cxn ang="0">
                <a:pos x="connsiteX103420" y="connsiteY103420"/>
              </a:cxn>
              <a:cxn ang="0">
                <a:pos x="connsiteX103421" y="connsiteY103421"/>
              </a:cxn>
              <a:cxn ang="0">
                <a:pos x="connsiteX103422" y="connsiteY103422"/>
              </a:cxn>
              <a:cxn ang="0">
                <a:pos x="connsiteX103423" y="connsiteY103423"/>
              </a:cxn>
              <a:cxn ang="0">
                <a:pos x="connsiteX103424" y="connsiteY103424"/>
              </a:cxn>
              <a:cxn ang="0">
                <a:pos x="connsiteX103425" y="connsiteY103425"/>
              </a:cxn>
              <a:cxn ang="0">
                <a:pos x="connsiteX103426" y="connsiteY103426"/>
              </a:cxn>
              <a:cxn ang="0">
                <a:pos x="connsiteX103427" y="connsiteY103427"/>
              </a:cxn>
              <a:cxn ang="0">
                <a:pos x="connsiteX103428" y="connsiteY103428"/>
              </a:cxn>
              <a:cxn ang="0">
                <a:pos x="connsiteX103429" y="connsiteY103429"/>
              </a:cxn>
              <a:cxn ang="0">
                <a:pos x="connsiteX103430" y="connsiteY103430"/>
              </a:cxn>
              <a:cxn ang="0">
                <a:pos x="connsiteX103431" y="connsiteY103431"/>
              </a:cxn>
              <a:cxn ang="0">
                <a:pos x="connsiteX103432" y="connsiteY103432"/>
              </a:cxn>
              <a:cxn ang="0">
                <a:pos x="connsiteX103433" y="connsiteY103433"/>
              </a:cxn>
              <a:cxn ang="0">
                <a:pos x="connsiteX103434" y="connsiteY103434"/>
              </a:cxn>
              <a:cxn ang="0">
                <a:pos x="connsiteX103435" y="connsiteY103435"/>
              </a:cxn>
              <a:cxn ang="0">
                <a:pos x="connsiteX103436" y="connsiteY103436"/>
              </a:cxn>
              <a:cxn ang="0">
                <a:pos x="connsiteX103437" y="connsiteY103437"/>
              </a:cxn>
              <a:cxn ang="0">
                <a:pos x="connsiteX103438" y="connsiteY103438"/>
              </a:cxn>
              <a:cxn ang="0">
                <a:pos x="connsiteX103439" y="connsiteY103439"/>
              </a:cxn>
              <a:cxn ang="0">
                <a:pos x="connsiteX103440" y="connsiteY103440"/>
              </a:cxn>
              <a:cxn ang="0">
                <a:pos x="connsiteX103441" y="connsiteY103441"/>
              </a:cxn>
              <a:cxn ang="0">
                <a:pos x="connsiteX103442" y="connsiteY103442"/>
              </a:cxn>
              <a:cxn ang="0">
                <a:pos x="connsiteX103443" y="connsiteY103443"/>
              </a:cxn>
              <a:cxn ang="0">
                <a:pos x="connsiteX103444" y="connsiteY103444"/>
              </a:cxn>
              <a:cxn ang="0">
                <a:pos x="connsiteX103445" y="connsiteY103445"/>
              </a:cxn>
              <a:cxn ang="0">
                <a:pos x="connsiteX103446" y="connsiteY103446"/>
              </a:cxn>
              <a:cxn ang="0">
                <a:pos x="connsiteX103447" y="connsiteY103447"/>
              </a:cxn>
              <a:cxn ang="0">
                <a:pos x="connsiteX103448" y="connsiteY103448"/>
              </a:cxn>
              <a:cxn ang="0">
                <a:pos x="connsiteX103449" y="connsiteY103449"/>
              </a:cxn>
              <a:cxn ang="0">
                <a:pos x="connsiteX103450" y="connsiteY103450"/>
              </a:cxn>
              <a:cxn ang="0">
                <a:pos x="connsiteX103451" y="connsiteY103451"/>
              </a:cxn>
              <a:cxn ang="0">
                <a:pos x="connsiteX103452" y="connsiteY103452"/>
              </a:cxn>
              <a:cxn ang="0">
                <a:pos x="connsiteX103453" y="connsiteY103453"/>
              </a:cxn>
              <a:cxn ang="0">
                <a:pos x="connsiteX103454" y="connsiteY103454"/>
              </a:cxn>
              <a:cxn ang="0">
                <a:pos x="connsiteX103455" y="connsiteY103455"/>
              </a:cxn>
              <a:cxn ang="0">
                <a:pos x="connsiteX103456" y="connsiteY103456"/>
              </a:cxn>
              <a:cxn ang="0">
                <a:pos x="connsiteX103457" y="connsiteY103457"/>
              </a:cxn>
              <a:cxn ang="0">
                <a:pos x="connsiteX103458" y="connsiteY103458"/>
              </a:cxn>
              <a:cxn ang="0">
                <a:pos x="connsiteX103459" y="connsiteY103459"/>
              </a:cxn>
              <a:cxn ang="0">
                <a:pos x="connsiteX103460" y="connsiteY103460"/>
              </a:cxn>
              <a:cxn ang="0">
                <a:pos x="connsiteX103461" y="connsiteY103461"/>
              </a:cxn>
              <a:cxn ang="0">
                <a:pos x="connsiteX103462" y="connsiteY103462"/>
              </a:cxn>
              <a:cxn ang="0">
                <a:pos x="connsiteX103463" y="connsiteY103463"/>
              </a:cxn>
              <a:cxn ang="0">
                <a:pos x="connsiteX103464" y="connsiteY103464"/>
              </a:cxn>
              <a:cxn ang="0">
                <a:pos x="connsiteX103465" y="connsiteY103465"/>
              </a:cxn>
              <a:cxn ang="0">
                <a:pos x="connsiteX103466" y="connsiteY103466"/>
              </a:cxn>
              <a:cxn ang="0">
                <a:pos x="connsiteX103467" y="connsiteY103467"/>
              </a:cxn>
              <a:cxn ang="0">
                <a:pos x="connsiteX103468" y="connsiteY103468"/>
              </a:cxn>
              <a:cxn ang="0">
                <a:pos x="connsiteX103469" y="connsiteY103469"/>
              </a:cxn>
              <a:cxn ang="0">
                <a:pos x="connsiteX103470" y="connsiteY103470"/>
              </a:cxn>
              <a:cxn ang="0">
                <a:pos x="connsiteX103471" y="connsiteY103471"/>
              </a:cxn>
              <a:cxn ang="0">
                <a:pos x="connsiteX103472" y="connsiteY103472"/>
              </a:cxn>
              <a:cxn ang="0">
                <a:pos x="connsiteX103473" y="connsiteY103473"/>
              </a:cxn>
              <a:cxn ang="0">
                <a:pos x="connsiteX103474" y="connsiteY103474"/>
              </a:cxn>
              <a:cxn ang="0">
                <a:pos x="connsiteX103475" y="connsiteY103475"/>
              </a:cxn>
              <a:cxn ang="0">
                <a:pos x="connsiteX103476" y="connsiteY103476"/>
              </a:cxn>
              <a:cxn ang="0">
                <a:pos x="connsiteX103477" y="connsiteY103477"/>
              </a:cxn>
              <a:cxn ang="0">
                <a:pos x="connsiteX103478" y="connsiteY103478"/>
              </a:cxn>
              <a:cxn ang="0">
                <a:pos x="connsiteX103479" y="connsiteY103479"/>
              </a:cxn>
              <a:cxn ang="0">
                <a:pos x="connsiteX103480" y="connsiteY103480"/>
              </a:cxn>
              <a:cxn ang="0">
                <a:pos x="connsiteX103481" y="connsiteY103481"/>
              </a:cxn>
              <a:cxn ang="0">
                <a:pos x="connsiteX103482" y="connsiteY103482"/>
              </a:cxn>
              <a:cxn ang="0">
                <a:pos x="connsiteX103483" y="connsiteY103483"/>
              </a:cxn>
              <a:cxn ang="0">
                <a:pos x="connsiteX103484" y="connsiteY103484"/>
              </a:cxn>
              <a:cxn ang="0">
                <a:pos x="connsiteX103485" y="connsiteY103485"/>
              </a:cxn>
              <a:cxn ang="0">
                <a:pos x="connsiteX103486" y="connsiteY103486"/>
              </a:cxn>
              <a:cxn ang="0">
                <a:pos x="connsiteX103487" y="connsiteY103487"/>
              </a:cxn>
              <a:cxn ang="0">
                <a:pos x="connsiteX103488" y="connsiteY103488"/>
              </a:cxn>
              <a:cxn ang="0">
                <a:pos x="connsiteX103489" y="connsiteY103489"/>
              </a:cxn>
              <a:cxn ang="0">
                <a:pos x="connsiteX103490" y="connsiteY103490"/>
              </a:cxn>
              <a:cxn ang="0">
                <a:pos x="connsiteX103491" y="connsiteY103491"/>
              </a:cxn>
              <a:cxn ang="0">
                <a:pos x="connsiteX103492" y="connsiteY103492"/>
              </a:cxn>
              <a:cxn ang="0">
                <a:pos x="connsiteX103493" y="connsiteY103493"/>
              </a:cxn>
              <a:cxn ang="0">
                <a:pos x="connsiteX103494" y="connsiteY103494"/>
              </a:cxn>
              <a:cxn ang="0">
                <a:pos x="connsiteX103495" y="connsiteY103495"/>
              </a:cxn>
              <a:cxn ang="0">
                <a:pos x="connsiteX103496" y="connsiteY103496"/>
              </a:cxn>
              <a:cxn ang="0">
                <a:pos x="connsiteX103497" y="connsiteY103497"/>
              </a:cxn>
              <a:cxn ang="0">
                <a:pos x="connsiteX103498" y="connsiteY103498"/>
              </a:cxn>
              <a:cxn ang="0">
                <a:pos x="connsiteX103499" y="connsiteY103499"/>
              </a:cxn>
              <a:cxn ang="0">
                <a:pos x="connsiteX103500" y="connsiteY103500"/>
              </a:cxn>
              <a:cxn ang="0">
                <a:pos x="connsiteX103501" y="connsiteY103501"/>
              </a:cxn>
              <a:cxn ang="0">
                <a:pos x="connsiteX103502" y="connsiteY103502"/>
              </a:cxn>
              <a:cxn ang="0">
                <a:pos x="connsiteX103503" y="connsiteY103503"/>
              </a:cxn>
              <a:cxn ang="0">
                <a:pos x="connsiteX103504" y="connsiteY103504"/>
              </a:cxn>
              <a:cxn ang="0">
                <a:pos x="connsiteX103505" y="connsiteY103505"/>
              </a:cxn>
              <a:cxn ang="0">
                <a:pos x="connsiteX103506" y="connsiteY103506"/>
              </a:cxn>
              <a:cxn ang="0">
                <a:pos x="connsiteX103507" y="connsiteY103507"/>
              </a:cxn>
              <a:cxn ang="0">
                <a:pos x="connsiteX103508" y="connsiteY103508"/>
              </a:cxn>
              <a:cxn ang="0">
                <a:pos x="connsiteX103509" y="connsiteY103509"/>
              </a:cxn>
              <a:cxn ang="0">
                <a:pos x="connsiteX103510" y="connsiteY103510"/>
              </a:cxn>
              <a:cxn ang="0">
                <a:pos x="connsiteX103511" y="connsiteY103511"/>
              </a:cxn>
              <a:cxn ang="0">
                <a:pos x="connsiteX103512" y="connsiteY103512"/>
              </a:cxn>
              <a:cxn ang="0">
                <a:pos x="connsiteX103513" y="connsiteY103513"/>
              </a:cxn>
              <a:cxn ang="0">
                <a:pos x="connsiteX103514" y="connsiteY103514"/>
              </a:cxn>
              <a:cxn ang="0">
                <a:pos x="connsiteX103515" y="connsiteY103515"/>
              </a:cxn>
              <a:cxn ang="0">
                <a:pos x="connsiteX103516" y="connsiteY103516"/>
              </a:cxn>
              <a:cxn ang="0">
                <a:pos x="connsiteX103517" y="connsiteY103517"/>
              </a:cxn>
              <a:cxn ang="0">
                <a:pos x="connsiteX103518" y="connsiteY103518"/>
              </a:cxn>
              <a:cxn ang="0">
                <a:pos x="connsiteX103519" y="connsiteY103519"/>
              </a:cxn>
              <a:cxn ang="0">
                <a:pos x="connsiteX103520" y="connsiteY103520"/>
              </a:cxn>
              <a:cxn ang="0">
                <a:pos x="connsiteX103521" y="connsiteY103521"/>
              </a:cxn>
              <a:cxn ang="0">
                <a:pos x="connsiteX103522" y="connsiteY103522"/>
              </a:cxn>
              <a:cxn ang="0">
                <a:pos x="connsiteX103523" y="connsiteY103523"/>
              </a:cxn>
              <a:cxn ang="0">
                <a:pos x="connsiteX103524" y="connsiteY103524"/>
              </a:cxn>
              <a:cxn ang="0">
                <a:pos x="connsiteX103525" y="connsiteY103525"/>
              </a:cxn>
              <a:cxn ang="0">
                <a:pos x="connsiteX103526" y="connsiteY103526"/>
              </a:cxn>
              <a:cxn ang="0">
                <a:pos x="connsiteX103527" y="connsiteY103527"/>
              </a:cxn>
              <a:cxn ang="0">
                <a:pos x="connsiteX103528" y="connsiteY103528"/>
              </a:cxn>
              <a:cxn ang="0">
                <a:pos x="connsiteX103529" y="connsiteY103529"/>
              </a:cxn>
              <a:cxn ang="0">
                <a:pos x="connsiteX103530" y="connsiteY103530"/>
              </a:cxn>
              <a:cxn ang="0">
                <a:pos x="connsiteX103531" y="connsiteY103531"/>
              </a:cxn>
              <a:cxn ang="0">
                <a:pos x="connsiteX103532" y="connsiteY103532"/>
              </a:cxn>
              <a:cxn ang="0">
                <a:pos x="connsiteX103533" y="connsiteY103533"/>
              </a:cxn>
              <a:cxn ang="0">
                <a:pos x="connsiteX103534" y="connsiteY103534"/>
              </a:cxn>
              <a:cxn ang="0">
                <a:pos x="connsiteX103535" y="connsiteY103535"/>
              </a:cxn>
              <a:cxn ang="0">
                <a:pos x="connsiteX103536" y="connsiteY103536"/>
              </a:cxn>
              <a:cxn ang="0">
                <a:pos x="connsiteX103537" y="connsiteY103537"/>
              </a:cxn>
              <a:cxn ang="0">
                <a:pos x="connsiteX103538" y="connsiteY103538"/>
              </a:cxn>
              <a:cxn ang="0">
                <a:pos x="connsiteX103539" y="connsiteY103539"/>
              </a:cxn>
              <a:cxn ang="0">
                <a:pos x="connsiteX103540" y="connsiteY103540"/>
              </a:cxn>
              <a:cxn ang="0">
                <a:pos x="connsiteX103541" y="connsiteY103541"/>
              </a:cxn>
              <a:cxn ang="0">
                <a:pos x="connsiteX103542" y="connsiteY103542"/>
              </a:cxn>
              <a:cxn ang="0">
                <a:pos x="connsiteX103543" y="connsiteY103543"/>
              </a:cxn>
              <a:cxn ang="0">
                <a:pos x="connsiteX103544" y="connsiteY103544"/>
              </a:cxn>
              <a:cxn ang="0">
                <a:pos x="connsiteX103545" y="connsiteY103545"/>
              </a:cxn>
              <a:cxn ang="0">
                <a:pos x="connsiteX103546" y="connsiteY103546"/>
              </a:cxn>
              <a:cxn ang="0">
                <a:pos x="connsiteX103547" y="connsiteY103547"/>
              </a:cxn>
              <a:cxn ang="0">
                <a:pos x="connsiteX103548" y="connsiteY103548"/>
              </a:cxn>
              <a:cxn ang="0">
                <a:pos x="connsiteX103549" y="connsiteY103549"/>
              </a:cxn>
              <a:cxn ang="0">
                <a:pos x="connsiteX103550" y="connsiteY103550"/>
              </a:cxn>
              <a:cxn ang="0">
                <a:pos x="connsiteX103551" y="connsiteY103551"/>
              </a:cxn>
              <a:cxn ang="0">
                <a:pos x="connsiteX103552" y="connsiteY103552"/>
              </a:cxn>
              <a:cxn ang="0">
                <a:pos x="connsiteX103553" y="connsiteY103553"/>
              </a:cxn>
              <a:cxn ang="0">
                <a:pos x="connsiteX103554" y="connsiteY103554"/>
              </a:cxn>
              <a:cxn ang="0">
                <a:pos x="connsiteX103555" y="connsiteY103555"/>
              </a:cxn>
              <a:cxn ang="0">
                <a:pos x="connsiteX103556" y="connsiteY103556"/>
              </a:cxn>
              <a:cxn ang="0">
                <a:pos x="connsiteX103557" y="connsiteY103557"/>
              </a:cxn>
              <a:cxn ang="0">
                <a:pos x="connsiteX103558" y="connsiteY103558"/>
              </a:cxn>
              <a:cxn ang="0">
                <a:pos x="connsiteX103559" y="connsiteY103559"/>
              </a:cxn>
              <a:cxn ang="0">
                <a:pos x="connsiteX103560" y="connsiteY103560"/>
              </a:cxn>
              <a:cxn ang="0">
                <a:pos x="connsiteX103561" y="connsiteY103561"/>
              </a:cxn>
              <a:cxn ang="0">
                <a:pos x="connsiteX103562" y="connsiteY103562"/>
              </a:cxn>
              <a:cxn ang="0">
                <a:pos x="connsiteX103563" y="connsiteY103563"/>
              </a:cxn>
              <a:cxn ang="0">
                <a:pos x="connsiteX103564" y="connsiteY103564"/>
              </a:cxn>
              <a:cxn ang="0">
                <a:pos x="connsiteX103565" y="connsiteY103565"/>
              </a:cxn>
              <a:cxn ang="0">
                <a:pos x="connsiteX103566" y="connsiteY103566"/>
              </a:cxn>
              <a:cxn ang="0">
                <a:pos x="connsiteX103567" y="connsiteY103567"/>
              </a:cxn>
              <a:cxn ang="0">
                <a:pos x="connsiteX103568" y="connsiteY103568"/>
              </a:cxn>
              <a:cxn ang="0">
                <a:pos x="connsiteX103569" y="connsiteY103569"/>
              </a:cxn>
              <a:cxn ang="0">
                <a:pos x="connsiteX103570" y="connsiteY103570"/>
              </a:cxn>
              <a:cxn ang="0">
                <a:pos x="connsiteX103571" y="connsiteY103571"/>
              </a:cxn>
              <a:cxn ang="0">
                <a:pos x="connsiteX103572" y="connsiteY103572"/>
              </a:cxn>
              <a:cxn ang="0">
                <a:pos x="connsiteX103573" y="connsiteY103573"/>
              </a:cxn>
              <a:cxn ang="0">
                <a:pos x="connsiteX103574" y="connsiteY103574"/>
              </a:cxn>
              <a:cxn ang="0">
                <a:pos x="connsiteX103575" y="connsiteY103575"/>
              </a:cxn>
              <a:cxn ang="0">
                <a:pos x="connsiteX103576" y="connsiteY103576"/>
              </a:cxn>
              <a:cxn ang="0">
                <a:pos x="connsiteX103577" y="connsiteY103577"/>
              </a:cxn>
              <a:cxn ang="0">
                <a:pos x="connsiteX103578" y="connsiteY103578"/>
              </a:cxn>
              <a:cxn ang="0">
                <a:pos x="connsiteX103579" y="connsiteY103579"/>
              </a:cxn>
              <a:cxn ang="0">
                <a:pos x="connsiteX103580" y="connsiteY103580"/>
              </a:cxn>
              <a:cxn ang="0">
                <a:pos x="connsiteX103581" y="connsiteY103581"/>
              </a:cxn>
              <a:cxn ang="0">
                <a:pos x="connsiteX103582" y="connsiteY103582"/>
              </a:cxn>
              <a:cxn ang="0">
                <a:pos x="connsiteX103583" y="connsiteY103583"/>
              </a:cxn>
              <a:cxn ang="0">
                <a:pos x="connsiteX103584" y="connsiteY103584"/>
              </a:cxn>
              <a:cxn ang="0">
                <a:pos x="connsiteX103585" y="connsiteY103585"/>
              </a:cxn>
              <a:cxn ang="0">
                <a:pos x="connsiteX103586" y="connsiteY103586"/>
              </a:cxn>
              <a:cxn ang="0">
                <a:pos x="connsiteX103587" y="connsiteY103587"/>
              </a:cxn>
              <a:cxn ang="0">
                <a:pos x="connsiteX103588" y="connsiteY103588"/>
              </a:cxn>
              <a:cxn ang="0">
                <a:pos x="connsiteX103589" y="connsiteY103589"/>
              </a:cxn>
              <a:cxn ang="0">
                <a:pos x="connsiteX103590" y="connsiteY103590"/>
              </a:cxn>
              <a:cxn ang="0">
                <a:pos x="connsiteX103591" y="connsiteY103591"/>
              </a:cxn>
              <a:cxn ang="0">
                <a:pos x="connsiteX103592" y="connsiteY103592"/>
              </a:cxn>
              <a:cxn ang="0">
                <a:pos x="connsiteX103593" y="connsiteY103593"/>
              </a:cxn>
              <a:cxn ang="0">
                <a:pos x="connsiteX103594" y="connsiteY103594"/>
              </a:cxn>
              <a:cxn ang="0">
                <a:pos x="connsiteX103595" y="connsiteY103595"/>
              </a:cxn>
              <a:cxn ang="0">
                <a:pos x="connsiteX103596" y="connsiteY103596"/>
              </a:cxn>
              <a:cxn ang="0">
                <a:pos x="connsiteX103597" y="connsiteY103597"/>
              </a:cxn>
              <a:cxn ang="0">
                <a:pos x="connsiteX103598" y="connsiteY103598"/>
              </a:cxn>
              <a:cxn ang="0">
                <a:pos x="connsiteX103599" y="connsiteY103599"/>
              </a:cxn>
              <a:cxn ang="0">
                <a:pos x="connsiteX103600" y="connsiteY103600"/>
              </a:cxn>
              <a:cxn ang="0">
                <a:pos x="connsiteX103601" y="connsiteY103601"/>
              </a:cxn>
              <a:cxn ang="0">
                <a:pos x="connsiteX103602" y="connsiteY103602"/>
              </a:cxn>
              <a:cxn ang="0">
                <a:pos x="connsiteX103603" y="connsiteY103603"/>
              </a:cxn>
              <a:cxn ang="0">
                <a:pos x="connsiteX103604" y="connsiteY103604"/>
              </a:cxn>
              <a:cxn ang="0">
                <a:pos x="connsiteX103605" y="connsiteY103605"/>
              </a:cxn>
              <a:cxn ang="0">
                <a:pos x="connsiteX103606" y="connsiteY103606"/>
              </a:cxn>
              <a:cxn ang="0">
                <a:pos x="connsiteX103607" y="connsiteY103607"/>
              </a:cxn>
              <a:cxn ang="0">
                <a:pos x="connsiteX103608" y="connsiteY103608"/>
              </a:cxn>
              <a:cxn ang="0">
                <a:pos x="connsiteX103609" y="connsiteY103609"/>
              </a:cxn>
              <a:cxn ang="0">
                <a:pos x="connsiteX103610" y="connsiteY103610"/>
              </a:cxn>
              <a:cxn ang="0">
                <a:pos x="connsiteX103611" y="connsiteY103611"/>
              </a:cxn>
              <a:cxn ang="0">
                <a:pos x="connsiteX103612" y="connsiteY103612"/>
              </a:cxn>
              <a:cxn ang="0">
                <a:pos x="connsiteX103613" y="connsiteY103613"/>
              </a:cxn>
              <a:cxn ang="0">
                <a:pos x="connsiteX103614" y="connsiteY103614"/>
              </a:cxn>
              <a:cxn ang="0">
                <a:pos x="connsiteX103615" y="connsiteY103615"/>
              </a:cxn>
              <a:cxn ang="0">
                <a:pos x="connsiteX103616" y="connsiteY103616"/>
              </a:cxn>
              <a:cxn ang="0">
                <a:pos x="connsiteX103617" y="connsiteY103617"/>
              </a:cxn>
              <a:cxn ang="0">
                <a:pos x="connsiteX103618" y="connsiteY103618"/>
              </a:cxn>
              <a:cxn ang="0">
                <a:pos x="connsiteX103619" y="connsiteY103619"/>
              </a:cxn>
              <a:cxn ang="0">
                <a:pos x="connsiteX103620" y="connsiteY103620"/>
              </a:cxn>
              <a:cxn ang="0">
                <a:pos x="connsiteX103621" y="connsiteY103621"/>
              </a:cxn>
              <a:cxn ang="0">
                <a:pos x="connsiteX103622" y="connsiteY103622"/>
              </a:cxn>
              <a:cxn ang="0">
                <a:pos x="connsiteX103623" y="connsiteY103623"/>
              </a:cxn>
              <a:cxn ang="0">
                <a:pos x="connsiteX103624" y="connsiteY103624"/>
              </a:cxn>
              <a:cxn ang="0">
                <a:pos x="connsiteX103625" y="connsiteY103625"/>
              </a:cxn>
              <a:cxn ang="0">
                <a:pos x="connsiteX103626" y="connsiteY103626"/>
              </a:cxn>
              <a:cxn ang="0">
                <a:pos x="connsiteX103627" y="connsiteY103627"/>
              </a:cxn>
              <a:cxn ang="0">
                <a:pos x="connsiteX103628" y="connsiteY103628"/>
              </a:cxn>
              <a:cxn ang="0">
                <a:pos x="connsiteX103629" y="connsiteY103629"/>
              </a:cxn>
              <a:cxn ang="0">
                <a:pos x="connsiteX103630" y="connsiteY103630"/>
              </a:cxn>
              <a:cxn ang="0">
                <a:pos x="connsiteX103631" y="connsiteY103631"/>
              </a:cxn>
              <a:cxn ang="0">
                <a:pos x="connsiteX103632" y="connsiteY103632"/>
              </a:cxn>
              <a:cxn ang="0">
                <a:pos x="connsiteX103633" y="connsiteY103633"/>
              </a:cxn>
              <a:cxn ang="0">
                <a:pos x="connsiteX103634" y="connsiteY103634"/>
              </a:cxn>
              <a:cxn ang="0">
                <a:pos x="connsiteX103635" y="connsiteY103635"/>
              </a:cxn>
              <a:cxn ang="0">
                <a:pos x="connsiteX103636" y="connsiteY103636"/>
              </a:cxn>
              <a:cxn ang="0">
                <a:pos x="connsiteX103637" y="connsiteY103637"/>
              </a:cxn>
              <a:cxn ang="0">
                <a:pos x="connsiteX103638" y="connsiteY103638"/>
              </a:cxn>
              <a:cxn ang="0">
                <a:pos x="connsiteX103639" y="connsiteY103639"/>
              </a:cxn>
              <a:cxn ang="0">
                <a:pos x="connsiteX103640" y="connsiteY103640"/>
              </a:cxn>
              <a:cxn ang="0">
                <a:pos x="connsiteX103641" y="connsiteY103641"/>
              </a:cxn>
              <a:cxn ang="0">
                <a:pos x="connsiteX103642" y="connsiteY103642"/>
              </a:cxn>
              <a:cxn ang="0">
                <a:pos x="connsiteX103643" y="connsiteY103643"/>
              </a:cxn>
              <a:cxn ang="0">
                <a:pos x="connsiteX103644" y="connsiteY103644"/>
              </a:cxn>
              <a:cxn ang="0">
                <a:pos x="connsiteX103645" y="connsiteY103645"/>
              </a:cxn>
              <a:cxn ang="0">
                <a:pos x="connsiteX103646" y="connsiteY103646"/>
              </a:cxn>
              <a:cxn ang="0">
                <a:pos x="connsiteX103647" y="connsiteY103647"/>
              </a:cxn>
              <a:cxn ang="0">
                <a:pos x="connsiteX103648" y="connsiteY103648"/>
              </a:cxn>
              <a:cxn ang="0">
                <a:pos x="connsiteX103649" y="connsiteY103649"/>
              </a:cxn>
              <a:cxn ang="0">
                <a:pos x="connsiteX103650" y="connsiteY103650"/>
              </a:cxn>
              <a:cxn ang="0">
                <a:pos x="connsiteX103651" y="connsiteY103651"/>
              </a:cxn>
              <a:cxn ang="0">
                <a:pos x="connsiteX103652" y="connsiteY103652"/>
              </a:cxn>
              <a:cxn ang="0">
                <a:pos x="connsiteX103653" y="connsiteY103653"/>
              </a:cxn>
              <a:cxn ang="0">
                <a:pos x="connsiteX103654" y="connsiteY103654"/>
              </a:cxn>
              <a:cxn ang="0">
                <a:pos x="connsiteX103655" y="connsiteY103655"/>
              </a:cxn>
              <a:cxn ang="0">
                <a:pos x="connsiteX103656" y="connsiteY103656"/>
              </a:cxn>
              <a:cxn ang="0">
                <a:pos x="connsiteX103657" y="connsiteY103657"/>
              </a:cxn>
              <a:cxn ang="0">
                <a:pos x="connsiteX103658" y="connsiteY103658"/>
              </a:cxn>
              <a:cxn ang="0">
                <a:pos x="connsiteX103659" y="connsiteY103659"/>
              </a:cxn>
              <a:cxn ang="0">
                <a:pos x="connsiteX103660" y="connsiteY103660"/>
              </a:cxn>
              <a:cxn ang="0">
                <a:pos x="connsiteX103661" y="connsiteY103661"/>
              </a:cxn>
              <a:cxn ang="0">
                <a:pos x="connsiteX103662" y="connsiteY103662"/>
              </a:cxn>
              <a:cxn ang="0">
                <a:pos x="connsiteX103663" y="connsiteY103663"/>
              </a:cxn>
              <a:cxn ang="0">
                <a:pos x="connsiteX103664" y="connsiteY103664"/>
              </a:cxn>
              <a:cxn ang="0">
                <a:pos x="connsiteX103665" y="connsiteY103665"/>
              </a:cxn>
              <a:cxn ang="0">
                <a:pos x="connsiteX103666" y="connsiteY103666"/>
              </a:cxn>
              <a:cxn ang="0">
                <a:pos x="connsiteX103667" y="connsiteY103667"/>
              </a:cxn>
              <a:cxn ang="0">
                <a:pos x="connsiteX103668" y="connsiteY103668"/>
              </a:cxn>
              <a:cxn ang="0">
                <a:pos x="connsiteX103669" y="connsiteY103669"/>
              </a:cxn>
              <a:cxn ang="0">
                <a:pos x="connsiteX103670" y="connsiteY103670"/>
              </a:cxn>
              <a:cxn ang="0">
                <a:pos x="connsiteX103671" y="connsiteY103671"/>
              </a:cxn>
              <a:cxn ang="0">
                <a:pos x="connsiteX103672" y="connsiteY103672"/>
              </a:cxn>
              <a:cxn ang="0">
                <a:pos x="connsiteX103673" y="connsiteY103673"/>
              </a:cxn>
              <a:cxn ang="0">
                <a:pos x="connsiteX103674" y="connsiteY103674"/>
              </a:cxn>
              <a:cxn ang="0">
                <a:pos x="connsiteX103675" y="connsiteY103675"/>
              </a:cxn>
              <a:cxn ang="0">
                <a:pos x="connsiteX103676" y="connsiteY103676"/>
              </a:cxn>
              <a:cxn ang="0">
                <a:pos x="connsiteX103677" y="connsiteY103677"/>
              </a:cxn>
              <a:cxn ang="0">
                <a:pos x="connsiteX103678" y="connsiteY103678"/>
              </a:cxn>
              <a:cxn ang="0">
                <a:pos x="connsiteX103679" y="connsiteY103679"/>
              </a:cxn>
              <a:cxn ang="0">
                <a:pos x="connsiteX103680" y="connsiteY103680"/>
              </a:cxn>
              <a:cxn ang="0">
                <a:pos x="connsiteX103681" y="connsiteY103681"/>
              </a:cxn>
              <a:cxn ang="0">
                <a:pos x="connsiteX103682" y="connsiteY103682"/>
              </a:cxn>
              <a:cxn ang="0">
                <a:pos x="connsiteX103683" y="connsiteY103683"/>
              </a:cxn>
              <a:cxn ang="0">
                <a:pos x="connsiteX103684" y="connsiteY103684"/>
              </a:cxn>
              <a:cxn ang="0">
                <a:pos x="connsiteX103685" y="connsiteY103685"/>
              </a:cxn>
              <a:cxn ang="0">
                <a:pos x="connsiteX103686" y="connsiteY103686"/>
              </a:cxn>
              <a:cxn ang="0">
                <a:pos x="connsiteX103687" y="connsiteY103687"/>
              </a:cxn>
              <a:cxn ang="0">
                <a:pos x="connsiteX103688" y="connsiteY103688"/>
              </a:cxn>
              <a:cxn ang="0">
                <a:pos x="connsiteX103689" y="connsiteY103689"/>
              </a:cxn>
              <a:cxn ang="0">
                <a:pos x="connsiteX103690" y="connsiteY103690"/>
              </a:cxn>
              <a:cxn ang="0">
                <a:pos x="connsiteX103691" y="connsiteY103691"/>
              </a:cxn>
              <a:cxn ang="0">
                <a:pos x="connsiteX103692" y="connsiteY103692"/>
              </a:cxn>
              <a:cxn ang="0">
                <a:pos x="connsiteX103693" y="connsiteY103693"/>
              </a:cxn>
              <a:cxn ang="0">
                <a:pos x="connsiteX103694" y="connsiteY103694"/>
              </a:cxn>
              <a:cxn ang="0">
                <a:pos x="connsiteX103695" y="connsiteY103695"/>
              </a:cxn>
              <a:cxn ang="0">
                <a:pos x="connsiteX103696" y="connsiteY103696"/>
              </a:cxn>
              <a:cxn ang="0">
                <a:pos x="connsiteX103697" y="connsiteY103697"/>
              </a:cxn>
              <a:cxn ang="0">
                <a:pos x="connsiteX103698" y="connsiteY103698"/>
              </a:cxn>
              <a:cxn ang="0">
                <a:pos x="connsiteX103699" y="connsiteY103699"/>
              </a:cxn>
              <a:cxn ang="0">
                <a:pos x="connsiteX103700" y="connsiteY103700"/>
              </a:cxn>
              <a:cxn ang="0">
                <a:pos x="connsiteX103701" y="connsiteY103701"/>
              </a:cxn>
              <a:cxn ang="0">
                <a:pos x="connsiteX103702" y="connsiteY103702"/>
              </a:cxn>
              <a:cxn ang="0">
                <a:pos x="connsiteX103703" y="connsiteY103703"/>
              </a:cxn>
              <a:cxn ang="0">
                <a:pos x="connsiteX103704" y="connsiteY103704"/>
              </a:cxn>
              <a:cxn ang="0">
                <a:pos x="connsiteX103705" y="connsiteY103705"/>
              </a:cxn>
              <a:cxn ang="0">
                <a:pos x="connsiteX103706" y="connsiteY103706"/>
              </a:cxn>
              <a:cxn ang="0">
                <a:pos x="connsiteX103707" y="connsiteY103707"/>
              </a:cxn>
              <a:cxn ang="0">
                <a:pos x="connsiteX103708" y="connsiteY103708"/>
              </a:cxn>
              <a:cxn ang="0">
                <a:pos x="connsiteX103709" y="connsiteY103709"/>
              </a:cxn>
              <a:cxn ang="0">
                <a:pos x="connsiteX103710" y="connsiteY103710"/>
              </a:cxn>
              <a:cxn ang="0">
                <a:pos x="connsiteX103711" y="connsiteY103711"/>
              </a:cxn>
              <a:cxn ang="0">
                <a:pos x="connsiteX103712" y="connsiteY103712"/>
              </a:cxn>
              <a:cxn ang="0">
                <a:pos x="connsiteX103713" y="connsiteY103713"/>
              </a:cxn>
              <a:cxn ang="0">
                <a:pos x="connsiteX103714" y="connsiteY103714"/>
              </a:cxn>
              <a:cxn ang="0">
                <a:pos x="connsiteX103715" y="connsiteY103715"/>
              </a:cxn>
              <a:cxn ang="0">
                <a:pos x="connsiteX103716" y="connsiteY103716"/>
              </a:cxn>
              <a:cxn ang="0">
                <a:pos x="connsiteX103717" y="connsiteY103717"/>
              </a:cxn>
              <a:cxn ang="0">
                <a:pos x="connsiteX103718" y="connsiteY103718"/>
              </a:cxn>
              <a:cxn ang="0">
                <a:pos x="connsiteX103719" y="connsiteY103719"/>
              </a:cxn>
              <a:cxn ang="0">
                <a:pos x="connsiteX103720" y="connsiteY103720"/>
              </a:cxn>
              <a:cxn ang="0">
                <a:pos x="connsiteX103721" y="connsiteY103721"/>
              </a:cxn>
              <a:cxn ang="0">
                <a:pos x="connsiteX103722" y="connsiteY103722"/>
              </a:cxn>
              <a:cxn ang="0">
                <a:pos x="connsiteX103723" y="connsiteY103723"/>
              </a:cxn>
              <a:cxn ang="0">
                <a:pos x="connsiteX103724" y="connsiteY103724"/>
              </a:cxn>
              <a:cxn ang="0">
                <a:pos x="connsiteX103725" y="connsiteY103725"/>
              </a:cxn>
              <a:cxn ang="0">
                <a:pos x="connsiteX103726" y="connsiteY103726"/>
              </a:cxn>
              <a:cxn ang="0">
                <a:pos x="connsiteX103727" y="connsiteY103727"/>
              </a:cxn>
              <a:cxn ang="0">
                <a:pos x="connsiteX103728" y="connsiteY103728"/>
              </a:cxn>
              <a:cxn ang="0">
                <a:pos x="connsiteX103729" y="connsiteY103729"/>
              </a:cxn>
              <a:cxn ang="0">
                <a:pos x="connsiteX103730" y="connsiteY103730"/>
              </a:cxn>
              <a:cxn ang="0">
                <a:pos x="connsiteX103731" y="connsiteY103731"/>
              </a:cxn>
              <a:cxn ang="0">
                <a:pos x="connsiteX103732" y="connsiteY103732"/>
              </a:cxn>
              <a:cxn ang="0">
                <a:pos x="connsiteX103733" y="connsiteY103733"/>
              </a:cxn>
              <a:cxn ang="0">
                <a:pos x="connsiteX103734" y="connsiteY103734"/>
              </a:cxn>
              <a:cxn ang="0">
                <a:pos x="connsiteX103735" y="connsiteY103735"/>
              </a:cxn>
              <a:cxn ang="0">
                <a:pos x="connsiteX103736" y="connsiteY103736"/>
              </a:cxn>
              <a:cxn ang="0">
                <a:pos x="connsiteX103737" y="connsiteY103737"/>
              </a:cxn>
              <a:cxn ang="0">
                <a:pos x="connsiteX103738" y="connsiteY103738"/>
              </a:cxn>
              <a:cxn ang="0">
                <a:pos x="connsiteX103739" y="connsiteY103739"/>
              </a:cxn>
              <a:cxn ang="0">
                <a:pos x="connsiteX103740" y="connsiteY103740"/>
              </a:cxn>
              <a:cxn ang="0">
                <a:pos x="connsiteX103741" y="connsiteY103741"/>
              </a:cxn>
              <a:cxn ang="0">
                <a:pos x="connsiteX103742" y="connsiteY103742"/>
              </a:cxn>
              <a:cxn ang="0">
                <a:pos x="connsiteX103743" y="connsiteY103743"/>
              </a:cxn>
              <a:cxn ang="0">
                <a:pos x="connsiteX103744" y="connsiteY103744"/>
              </a:cxn>
              <a:cxn ang="0">
                <a:pos x="connsiteX103745" y="connsiteY103745"/>
              </a:cxn>
              <a:cxn ang="0">
                <a:pos x="connsiteX103746" y="connsiteY103746"/>
              </a:cxn>
              <a:cxn ang="0">
                <a:pos x="connsiteX103747" y="connsiteY103747"/>
              </a:cxn>
              <a:cxn ang="0">
                <a:pos x="connsiteX103748" y="connsiteY103748"/>
              </a:cxn>
              <a:cxn ang="0">
                <a:pos x="connsiteX103749" y="connsiteY103749"/>
              </a:cxn>
              <a:cxn ang="0">
                <a:pos x="connsiteX103750" y="connsiteY103750"/>
              </a:cxn>
              <a:cxn ang="0">
                <a:pos x="connsiteX103751" y="connsiteY103751"/>
              </a:cxn>
              <a:cxn ang="0">
                <a:pos x="connsiteX103752" y="connsiteY103752"/>
              </a:cxn>
              <a:cxn ang="0">
                <a:pos x="connsiteX103753" y="connsiteY103753"/>
              </a:cxn>
              <a:cxn ang="0">
                <a:pos x="connsiteX103754" y="connsiteY103754"/>
              </a:cxn>
              <a:cxn ang="0">
                <a:pos x="connsiteX103755" y="connsiteY103755"/>
              </a:cxn>
              <a:cxn ang="0">
                <a:pos x="connsiteX103756" y="connsiteY103756"/>
              </a:cxn>
              <a:cxn ang="0">
                <a:pos x="connsiteX103757" y="connsiteY103757"/>
              </a:cxn>
              <a:cxn ang="0">
                <a:pos x="connsiteX103758" y="connsiteY103758"/>
              </a:cxn>
              <a:cxn ang="0">
                <a:pos x="connsiteX103759" y="connsiteY103759"/>
              </a:cxn>
              <a:cxn ang="0">
                <a:pos x="connsiteX103760" y="connsiteY103760"/>
              </a:cxn>
              <a:cxn ang="0">
                <a:pos x="connsiteX103761" y="connsiteY103761"/>
              </a:cxn>
              <a:cxn ang="0">
                <a:pos x="connsiteX103762" y="connsiteY103762"/>
              </a:cxn>
              <a:cxn ang="0">
                <a:pos x="connsiteX103763" y="connsiteY103763"/>
              </a:cxn>
              <a:cxn ang="0">
                <a:pos x="connsiteX103764" y="connsiteY103764"/>
              </a:cxn>
              <a:cxn ang="0">
                <a:pos x="connsiteX103765" y="connsiteY103765"/>
              </a:cxn>
              <a:cxn ang="0">
                <a:pos x="connsiteX103766" y="connsiteY103766"/>
              </a:cxn>
              <a:cxn ang="0">
                <a:pos x="connsiteX103767" y="connsiteY103767"/>
              </a:cxn>
              <a:cxn ang="0">
                <a:pos x="connsiteX103768" y="connsiteY103768"/>
              </a:cxn>
              <a:cxn ang="0">
                <a:pos x="connsiteX103769" y="connsiteY103769"/>
              </a:cxn>
              <a:cxn ang="0">
                <a:pos x="connsiteX103770" y="connsiteY103770"/>
              </a:cxn>
              <a:cxn ang="0">
                <a:pos x="connsiteX103771" y="connsiteY103771"/>
              </a:cxn>
              <a:cxn ang="0">
                <a:pos x="connsiteX103772" y="connsiteY103772"/>
              </a:cxn>
              <a:cxn ang="0">
                <a:pos x="connsiteX103773" y="connsiteY103773"/>
              </a:cxn>
              <a:cxn ang="0">
                <a:pos x="connsiteX103774" y="connsiteY103774"/>
              </a:cxn>
              <a:cxn ang="0">
                <a:pos x="connsiteX103775" y="connsiteY103775"/>
              </a:cxn>
              <a:cxn ang="0">
                <a:pos x="connsiteX103776" y="connsiteY103776"/>
              </a:cxn>
              <a:cxn ang="0">
                <a:pos x="connsiteX103777" y="connsiteY103777"/>
              </a:cxn>
              <a:cxn ang="0">
                <a:pos x="connsiteX103778" y="connsiteY103778"/>
              </a:cxn>
              <a:cxn ang="0">
                <a:pos x="connsiteX103779" y="connsiteY103779"/>
              </a:cxn>
              <a:cxn ang="0">
                <a:pos x="connsiteX103780" y="connsiteY103780"/>
              </a:cxn>
              <a:cxn ang="0">
                <a:pos x="connsiteX103781" y="connsiteY103781"/>
              </a:cxn>
              <a:cxn ang="0">
                <a:pos x="connsiteX103782" y="connsiteY103782"/>
              </a:cxn>
              <a:cxn ang="0">
                <a:pos x="connsiteX103783" y="connsiteY103783"/>
              </a:cxn>
              <a:cxn ang="0">
                <a:pos x="connsiteX103784" y="connsiteY103784"/>
              </a:cxn>
              <a:cxn ang="0">
                <a:pos x="connsiteX103785" y="connsiteY103785"/>
              </a:cxn>
              <a:cxn ang="0">
                <a:pos x="connsiteX103786" y="connsiteY103786"/>
              </a:cxn>
              <a:cxn ang="0">
                <a:pos x="connsiteX103787" y="connsiteY103787"/>
              </a:cxn>
              <a:cxn ang="0">
                <a:pos x="connsiteX103788" y="connsiteY103788"/>
              </a:cxn>
              <a:cxn ang="0">
                <a:pos x="connsiteX103789" y="connsiteY103789"/>
              </a:cxn>
              <a:cxn ang="0">
                <a:pos x="connsiteX103790" y="connsiteY103790"/>
              </a:cxn>
              <a:cxn ang="0">
                <a:pos x="connsiteX103791" y="connsiteY103791"/>
              </a:cxn>
              <a:cxn ang="0">
                <a:pos x="connsiteX103792" y="connsiteY103792"/>
              </a:cxn>
              <a:cxn ang="0">
                <a:pos x="connsiteX103793" y="connsiteY103793"/>
              </a:cxn>
              <a:cxn ang="0">
                <a:pos x="connsiteX103794" y="connsiteY103794"/>
              </a:cxn>
              <a:cxn ang="0">
                <a:pos x="connsiteX103795" y="connsiteY103795"/>
              </a:cxn>
              <a:cxn ang="0">
                <a:pos x="connsiteX103796" y="connsiteY103796"/>
              </a:cxn>
              <a:cxn ang="0">
                <a:pos x="connsiteX103797" y="connsiteY103797"/>
              </a:cxn>
              <a:cxn ang="0">
                <a:pos x="connsiteX103798" y="connsiteY103798"/>
              </a:cxn>
              <a:cxn ang="0">
                <a:pos x="connsiteX103799" y="connsiteY103799"/>
              </a:cxn>
              <a:cxn ang="0">
                <a:pos x="connsiteX103800" y="connsiteY103800"/>
              </a:cxn>
              <a:cxn ang="0">
                <a:pos x="connsiteX103801" y="connsiteY103801"/>
              </a:cxn>
              <a:cxn ang="0">
                <a:pos x="connsiteX103802" y="connsiteY103802"/>
              </a:cxn>
              <a:cxn ang="0">
                <a:pos x="connsiteX103803" y="connsiteY103803"/>
              </a:cxn>
              <a:cxn ang="0">
                <a:pos x="connsiteX103804" y="connsiteY103804"/>
              </a:cxn>
              <a:cxn ang="0">
                <a:pos x="connsiteX103805" y="connsiteY103805"/>
              </a:cxn>
              <a:cxn ang="0">
                <a:pos x="connsiteX103806" y="connsiteY103806"/>
              </a:cxn>
              <a:cxn ang="0">
                <a:pos x="connsiteX103807" y="connsiteY103807"/>
              </a:cxn>
              <a:cxn ang="0">
                <a:pos x="connsiteX103808" y="connsiteY103808"/>
              </a:cxn>
              <a:cxn ang="0">
                <a:pos x="connsiteX103809" y="connsiteY103809"/>
              </a:cxn>
              <a:cxn ang="0">
                <a:pos x="connsiteX103810" y="connsiteY103810"/>
              </a:cxn>
              <a:cxn ang="0">
                <a:pos x="connsiteX103811" y="connsiteY103811"/>
              </a:cxn>
              <a:cxn ang="0">
                <a:pos x="connsiteX103812" y="connsiteY103812"/>
              </a:cxn>
              <a:cxn ang="0">
                <a:pos x="connsiteX103813" y="connsiteY103813"/>
              </a:cxn>
              <a:cxn ang="0">
                <a:pos x="connsiteX103814" y="connsiteY103814"/>
              </a:cxn>
              <a:cxn ang="0">
                <a:pos x="connsiteX103815" y="connsiteY103815"/>
              </a:cxn>
              <a:cxn ang="0">
                <a:pos x="connsiteX103816" y="connsiteY103816"/>
              </a:cxn>
              <a:cxn ang="0">
                <a:pos x="connsiteX103817" y="connsiteY103817"/>
              </a:cxn>
              <a:cxn ang="0">
                <a:pos x="connsiteX103818" y="connsiteY103818"/>
              </a:cxn>
              <a:cxn ang="0">
                <a:pos x="connsiteX103819" y="connsiteY103819"/>
              </a:cxn>
              <a:cxn ang="0">
                <a:pos x="connsiteX103820" y="connsiteY103820"/>
              </a:cxn>
              <a:cxn ang="0">
                <a:pos x="connsiteX103821" y="connsiteY103821"/>
              </a:cxn>
              <a:cxn ang="0">
                <a:pos x="connsiteX103822" y="connsiteY103822"/>
              </a:cxn>
              <a:cxn ang="0">
                <a:pos x="connsiteX103823" y="connsiteY103823"/>
              </a:cxn>
              <a:cxn ang="0">
                <a:pos x="connsiteX103824" y="connsiteY103824"/>
              </a:cxn>
              <a:cxn ang="0">
                <a:pos x="connsiteX103825" y="connsiteY103825"/>
              </a:cxn>
              <a:cxn ang="0">
                <a:pos x="connsiteX103826" y="connsiteY103826"/>
              </a:cxn>
              <a:cxn ang="0">
                <a:pos x="connsiteX103827" y="connsiteY103827"/>
              </a:cxn>
              <a:cxn ang="0">
                <a:pos x="connsiteX103828" y="connsiteY103828"/>
              </a:cxn>
              <a:cxn ang="0">
                <a:pos x="connsiteX103829" y="connsiteY103829"/>
              </a:cxn>
              <a:cxn ang="0">
                <a:pos x="connsiteX103830" y="connsiteY103830"/>
              </a:cxn>
              <a:cxn ang="0">
                <a:pos x="connsiteX103831" y="connsiteY103831"/>
              </a:cxn>
              <a:cxn ang="0">
                <a:pos x="connsiteX103832" y="connsiteY103832"/>
              </a:cxn>
              <a:cxn ang="0">
                <a:pos x="connsiteX103833" y="connsiteY103833"/>
              </a:cxn>
              <a:cxn ang="0">
                <a:pos x="connsiteX103834" y="connsiteY103834"/>
              </a:cxn>
              <a:cxn ang="0">
                <a:pos x="connsiteX103835" y="connsiteY103835"/>
              </a:cxn>
              <a:cxn ang="0">
                <a:pos x="connsiteX103836" y="connsiteY103836"/>
              </a:cxn>
              <a:cxn ang="0">
                <a:pos x="connsiteX103837" y="connsiteY103837"/>
              </a:cxn>
              <a:cxn ang="0">
                <a:pos x="connsiteX103838" y="connsiteY103838"/>
              </a:cxn>
              <a:cxn ang="0">
                <a:pos x="connsiteX103839" y="connsiteY103839"/>
              </a:cxn>
              <a:cxn ang="0">
                <a:pos x="connsiteX103840" y="connsiteY103840"/>
              </a:cxn>
              <a:cxn ang="0">
                <a:pos x="connsiteX103841" y="connsiteY103841"/>
              </a:cxn>
              <a:cxn ang="0">
                <a:pos x="connsiteX103842" y="connsiteY103842"/>
              </a:cxn>
              <a:cxn ang="0">
                <a:pos x="connsiteX103843" y="connsiteY103843"/>
              </a:cxn>
              <a:cxn ang="0">
                <a:pos x="connsiteX103844" y="connsiteY103844"/>
              </a:cxn>
              <a:cxn ang="0">
                <a:pos x="connsiteX103845" y="connsiteY103845"/>
              </a:cxn>
              <a:cxn ang="0">
                <a:pos x="connsiteX103846" y="connsiteY103846"/>
              </a:cxn>
              <a:cxn ang="0">
                <a:pos x="connsiteX103847" y="connsiteY103847"/>
              </a:cxn>
              <a:cxn ang="0">
                <a:pos x="connsiteX103848" y="connsiteY103848"/>
              </a:cxn>
              <a:cxn ang="0">
                <a:pos x="connsiteX103849" y="connsiteY103849"/>
              </a:cxn>
              <a:cxn ang="0">
                <a:pos x="connsiteX103850" y="connsiteY103850"/>
              </a:cxn>
              <a:cxn ang="0">
                <a:pos x="connsiteX103851" y="connsiteY103851"/>
              </a:cxn>
              <a:cxn ang="0">
                <a:pos x="connsiteX103852" y="connsiteY103852"/>
              </a:cxn>
              <a:cxn ang="0">
                <a:pos x="connsiteX103853" y="connsiteY103853"/>
              </a:cxn>
              <a:cxn ang="0">
                <a:pos x="connsiteX103854" y="connsiteY103854"/>
              </a:cxn>
              <a:cxn ang="0">
                <a:pos x="connsiteX103855" y="connsiteY103855"/>
              </a:cxn>
              <a:cxn ang="0">
                <a:pos x="connsiteX103856" y="connsiteY103856"/>
              </a:cxn>
              <a:cxn ang="0">
                <a:pos x="connsiteX103857" y="connsiteY103857"/>
              </a:cxn>
              <a:cxn ang="0">
                <a:pos x="connsiteX103858" y="connsiteY103858"/>
              </a:cxn>
              <a:cxn ang="0">
                <a:pos x="connsiteX103859" y="connsiteY103859"/>
              </a:cxn>
              <a:cxn ang="0">
                <a:pos x="connsiteX103860" y="connsiteY103860"/>
              </a:cxn>
              <a:cxn ang="0">
                <a:pos x="connsiteX103861" y="connsiteY103861"/>
              </a:cxn>
              <a:cxn ang="0">
                <a:pos x="connsiteX103862" y="connsiteY103862"/>
              </a:cxn>
              <a:cxn ang="0">
                <a:pos x="connsiteX103863" y="connsiteY103863"/>
              </a:cxn>
              <a:cxn ang="0">
                <a:pos x="connsiteX103864" y="connsiteY103864"/>
              </a:cxn>
              <a:cxn ang="0">
                <a:pos x="connsiteX103865" y="connsiteY103865"/>
              </a:cxn>
              <a:cxn ang="0">
                <a:pos x="connsiteX103866" y="connsiteY103866"/>
              </a:cxn>
              <a:cxn ang="0">
                <a:pos x="connsiteX103867" y="connsiteY103867"/>
              </a:cxn>
              <a:cxn ang="0">
                <a:pos x="connsiteX103868" y="connsiteY103868"/>
              </a:cxn>
              <a:cxn ang="0">
                <a:pos x="connsiteX103869" y="connsiteY103869"/>
              </a:cxn>
              <a:cxn ang="0">
                <a:pos x="connsiteX103870" y="connsiteY103870"/>
              </a:cxn>
              <a:cxn ang="0">
                <a:pos x="connsiteX103871" y="connsiteY103871"/>
              </a:cxn>
              <a:cxn ang="0">
                <a:pos x="connsiteX103872" y="connsiteY103872"/>
              </a:cxn>
              <a:cxn ang="0">
                <a:pos x="connsiteX103873" y="connsiteY103873"/>
              </a:cxn>
              <a:cxn ang="0">
                <a:pos x="connsiteX103874" y="connsiteY103874"/>
              </a:cxn>
              <a:cxn ang="0">
                <a:pos x="connsiteX103875" y="connsiteY103875"/>
              </a:cxn>
              <a:cxn ang="0">
                <a:pos x="connsiteX103876" y="connsiteY103876"/>
              </a:cxn>
              <a:cxn ang="0">
                <a:pos x="connsiteX103877" y="connsiteY103877"/>
              </a:cxn>
              <a:cxn ang="0">
                <a:pos x="connsiteX103878" y="connsiteY103878"/>
              </a:cxn>
              <a:cxn ang="0">
                <a:pos x="connsiteX103879" y="connsiteY103879"/>
              </a:cxn>
              <a:cxn ang="0">
                <a:pos x="connsiteX103880" y="connsiteY103880"/>
              </a:cxn>
              <a:cxn ang="0">
                <a:pos x="connsiteX103881" y="connsiteY103881"/>
              </a:cxn>
              <a:cxn ang="0">
                <a:pos x="connsiteX103882" y="connsiteY103882"/>
              </a:cxn>
              <a:cxn ang="0">
                <a:pos x="connsiteX103883" y="connsiteY103883"/>
              </a:cxn>
              <a:cxn ang="0">
                <a:pos x="connsiteX103884" y="connsiteY103884"/>
              </a:cxn>
              <a:cxn ang="0">
                <a:pos x="connsiteX103885" y="connsiteY103885"/>
              </a:cxn>
              <a:cxn ang="0">
                <a:pos x="connsiteX103886" y="connsiteY103886"/>
              </a:cxn>
              <a:cxn ang="0">
                <a:pos x="connsiteX103887" y="connsiteY103887"/>
              </a:cxn>
              <a:cxn ang="0">
                <a:pos x="connsiteX103888" y="connsiteY103888"/>
              </a:cxn>
              <a:cxn ang="0">
                <a:pos x="connsiteX103889" y="connsiteY103889"/>
              </a:cxn>
              <a:cxn ang="0">
                <a:pos x="connsiteX103890" y="connsiteY103890"/>
              </a:cxn>
              <a:cxn ang="0">
                <a:pos x="connsiteX103891" y="connsiteY103891"/>
              </a:cxn>
              <a:cxn ang="0">
                <a:pos x="connsiteX103892" y="connsiteY103892"/>
              </a:cxn>
              <a:cxn ang="0">
                <a:pos x="connsiteX103893" y="connsiteY103893"/>
              </a:cxn>
              <a:cxn ang="0">
                <a:pos x="connsiteX103894" y="connsiteY103894"/>
              </a:cxn>
              <a:cxn ang="0">
                <a:pos x="connsiteX103895" y="connsiteY103895"/>
              </a:cxn>
              <a:cxn ang="0">
                <a:pos x="connsiteX103896" y="connsiteY103896"/>
              </a:cxn>
              <a:cxn ang="0">
                <a:pos x="connsiteX103897" y="connsiteY103897"/>
              </a:cxn>
              <a:cxn ang="0">
                <a:pos x="connsiteX103898" y="connsiteY103898"/>
              </a:cxn>
              <a:cxn ang="0">
                <a:pos x="connsiteX103899" y="connsiteY103899"/>
              </a:cxn>
              <a:cxn ang="0">
                <a:pos x="connsiteX103900" y="connsiteY103900"/>
              </a:cxn>
              <a:cxn ang="0">
                <a:pos x="connsiteX103901" y="connsiteY103901"/>
              </a:cxn>
              <a:cxn ang="0">
                <a:pos x="connsiteX103902" y="connsiteY103902"/>
              </a:cxn>
              <a:cxn ang="0">
                <a:pos x="connsiteX103903" y="connsiteY103903"/>
              </a:cxn>
              <a:cxn ang="0">
                <a:pos x="connsiteX103904" y="connsiteY103904"/>
              </a:cxn>
              <a:cxn ang="0">
                <a:pos x="connsiteX103905" y="connsiteY103905"/>
              </a:cxn>
              <a:cxn ang="0">
                <a:pos x="connsiteX103906" y="connsiteY103906"/>
              </a:cxn>
              <a:cxn ang="0">
                <a:pos x="connsiteX103907" y="connsiteY103907"/>
              </a:cxn>
              <a:cxn ang="0">
                <a:pos x="connsiteX103908" y="connsiteY103908"/>
              </a:cxn>
              <a:cxn ang="0">
                <a:pos x="connsiteX103909" y="connsiteY103909"/>
              </a:cxn>
              <a:cxn ang="0">
                <a:pos x="connsiteX103910" y="connsiteY103910"/>
              </a:cxn>
              <a:cxn ang="0">
                <a:pos x="connsiteX103911" y="connsiteY103911"/>
              </a:cxn>
              <a:cxn ang="0">
                <a:pos x="connsiteX103912" y="connsiteY103912"/>
              </a:cxn>
              <a:cxn ang="0">
                <a:pos x="connsiteX103913" y="connsiteY103913"/>
              </a:cxn>
              <a:cxn ang="0">
                <a:pos x="connsiteX103914" y="connsiteY103914"/>
              </a:cxn>
              <a:cxn ang="0">
                <a:pos x="connsiteX103915" y="connsiteY103915"/>
              </a:cxn>
              <a:cxn ang="0">
                <a:pos x="connsiteX103916" y="connsiteY103916"/>
              </a:cxn>
              <a:cxn ang="0">
                <a:pos x="connsiteX103917" y="connsiteY103917"/>
              </a:cxn>
              <a:cxn ang="0">
                <a:pos x="connsiteX103918" y="connsiteY103918"/>
              </a:cxn>
              <a:cxn ang="0">
                <a:pos x="connsiteX103919" y="connsiteY103919"/>
              </a:cxn>
              <a:cxn ang="0">
                <a:pos x="connsiteX103920" y="connsiteY103920"/>
              </a:cxn>
              <a:cxn ang="0">
                <a:pos x="connsiteX103921" y="connsiteY103921"/>
              </a:cxn>
              <a:cxn ang="0">
                <a:pos x="connsiteX103922" y="connsiteY103922"/>
              </a:cxn>
              <a:cxn ang="0">
                <a:pos x="connsiteX103923" y="connsiteY103923"/>
              </a:cxn>
              <a:cxn ang="0">
                <a:pos x="connsiteX103924" y="connsiteY103924"/>
              </a:cxn>
              <a:cxn ang="0">
                <a:pos x="connsiteX103925" y="connsiteY103925"/>
              </a:cxn>
              <a:cxn ang="0">
                <a:pos x="connsiteX103926" y="connsiteY103926"/>
              </a:cxn>
              <a:cxn ang="0">
                <a:pos x="connsiteX103927" y="connsiteY103927"/>
              </a:cxn>
              <a:cxn ang="0">
                <a:pos x="connsiteX103928" y="connsiteY103928"/>
              </a:cxn>
              <a:cxn ang="0">
                <a:pos x="connsiteX103929" y="connsiteY103929"/>
              </a:cxn>
              <a:cxn ang="0">
                <a:pos x="connsiteX103930" y="connsiteY103930"/>
              </a:cxn>
              <a:cxn ang="0">
                <a:pos x="connsiteX103931" y="connsiteY103931"/>
              </a:cxn>
              <a:cxn ang="0">
                <a:pos x="connsiteX103932" y="connsiteY103932"/>
              </a:cxn>
              <a:cxn ang="0">
                <a:pos x="connsiteX103933" y="connsiteY103933"/>
              </a:cxn>
              <a:cxn ang="0">
                <a:pos x="connsiteX103934" y="connsiteY103934"/>
              </a:cxn>
              <a:cxn ang="0">
                <a:pos x="connsiteX103935" y="connsiteY103935"/>
              </a:cxn>
              <a:cxn ang="0">
                <a:pos x="connsiteX103936" y="connsiteY103936"/>
              </a:cxn>
              <a:cxn ang="0">
                <a:pos x="connsiteX103937" y="connsiteY103937"/>
              </a:cxn>
              <a:cxn ang="0">
                <a:pos x="connsiteX103938" y="connsiteY103938"/>
              </a:cxn>
              <a:cxn ang="0">
                <a:pos x="connsiteX103939" y="connsiteY103939"/>
              </a:cxn>
              <a:cxn ang="0">
                <a:pos x="connsiteX103940" y="connsiteY103940"/>
              </a:cxn>
              <a:cxn ang="0">
                <a:pos x="connsiteX103941" y="connsiteY103941"/>
              </a:cxn>
              <a:cxn ang="0">
                <a:pos x="connsiteX103942" y="connsiteY103942"/>
              </a:cxn>
              <a:cxn ang="0">
                <a:pos x="connsiteX103943" y="connsiteY103943"/>
              </a:cxn>
              <a:cxn ang="0">
                <a:pos x="connsiteX103944" y="connsiteY103944"/>
              </a:cxn>
              <a:cxn ang="0">
                <a:pos x="connsiteX103945" y="connsiteY103945"/>
              </a:cxn>
              <a:cxn ang="0">
                <a:pos x="connsiteX103946" y="connsiteY103946"/>
              </a:cxn>
              <a:cxn ang="0">
                <a:pos x="connsiteX103947" y="connsiteY103947"/>
              </a:cxn>
              <a:cxn ang="0">
                <a:pos x="connsiteX103948" y="connsiteY103948"/>
              </a:cxn>
              <a:cxn ang="0">
                <a:pos x="connsiteX103949" y="connsiteY103949"/>
              </a:cxn>
              <a:cxn ang="0">
                <a:pos x="connsiteX103950" y="connsiteY103950"/>
              </a:cxn>
              <a:cxn ang="0">
                <a:pos x="connsiteX103951" y="connsiteY103951"/>
              </a:cxn>
              <a:cxn ang="0">
                <a:pos x="connsiteX103952" y="connsiteY103952"/>
              </a:cxn>
              <a:cxn ang="0">
                <a:pos x="connsiteX103953" y="connsiteY103953"/>
              </a:cxn>
              <a:cxn ang="0">
                <a:pos x="connsiteX103954" y="connsiteY103954"/>
              </a:cxn>
              <a:cxn ang="0">
                <a:pos x="connsiteX103955" y="connsiteY103955"/>
              </a:cxn>
              <a:cxn ang="0">
                <a:pos x="connsiteX103956" y="connsiteY103956"/>
              </a:cxn>
              <a:cxn ang="0">
                <a:pos x="connsiteX103957" y="connsiteY103957"/>
              </a:cxn>
              <a:cxn ang="0">
                <a:pos x="connsiteX103958" y="connsiteY103958"/>
              </a:cxn>
              <a:cxn ang="0">
                <a:pos x="connsiteX103959" y="connsiteY103959"/>
              </a:cxn>
              <a:cxn ang="0">
                <a:pos x="connsiteX103960" y="connsiteY103960"/>
              </a:cxn>
              <a:cxn ang="0">
                <a:pos x="connsiteX103961" y="connsiteY103961"/>
              </a:cxn>
              <a:cxn ang="0">
                <a:pos x="connsiteX103962" y="connsiteY103962"/>
              </a:cxn>
              <a:cxn ang="0">
                <a:pos x="connsiteX103963" y="connsiteY103963"/>
              </a:cxn>
              <a:cxn ang="0">
                <a:pos x="connsiteX103964" y="connsiteY103964"/>
              </a:cxn>
              <a:cxn ang="0">
                <a:pos x="connsiteX103965" y="connsiteY103965"/>
              </a:cxn>
              <a:cxn ang="0">
                <a:pos x="connsiteX103966" y="connsiteY103966"/>
              </a:cxn>
              <a:cxn ang="0">
                <a:pos x="connsiteX103967" y="connsiteY103967"/>
              </a:cxn>
              <a:cxn ang="0">
                <a:pos x="connsiteX103968" y="connsiteY103968"/>
              </a:cxn>
              <a:cxn ang="0">
                <a:pos x="connsiteX103969" y="connsiteY103969"/>
              </a:cxn>
              <a:cxn ang="0">
                <a:pos x="connsiteX103970" y="connsiteY103970"/>
              </a:cxn>
              <a:cxn ang="0">
                <a:pos x="connsiteX103971" y="connsiteY103971"/>
              </a:cxn>
              <a:cxn ang="0">
                <a:pos x="connsiteX103972" y="connsiteY103972"/>
              </a:cxn>
              <a:cxn ang="0">
                <a:pos x="connsiteX103973" y="connsiteY103973"/>
              </a:cxn>
              <a:cxn ang="0">
                <a:pos x="connsiteX103974" y="connsiteY103974"/>
              </a:cxn>
              <a:cxn ang="0">
                <a:pos x="connsiteX103975" y="connsiteY103975"/>
              </a:cxn>
              <a:cxn ang="0">
                <a:pos x="connsiteX103976" y="connsiteY103976"/>
              </a:cxn>
              <a:cxn ang="0">
                <a:pos x="connsiteX103977" y="connsiteY103977"/>
              </a:cxn>
              <a:cxn ang="0">
                <a:pos x="connsiteX103978" y="connsiteY103978"/>
              </a:cxn>
              <a:cxn ang="0">
                <a:pos x="connsiteX103979" y="connsiteY103979"/>
              </a:cxn>
              <a:cxn ang="0">
                <a:pos x="connsiteX103980" y="connsiteY103980"/>
              </a:cxn>
              <a:cxn ang="0">
                <a:pos x="connsiteX103981" y="connsiteY103981"/>
              </a:cxn>
              <a:cxn ang="0">
                <a:pos x="connsiteX103982" y="connsiteY103982"/>
              </a:cxn>
              <a:cxn ang="0">
                <a:pos x="connsiteX103983" y="connsiteY103983"/>
              </a:cxn>
              <a:cxn ang="0">
                <a:pos x="connsiteX103984" y="connsiteY103984"/>
              </a:cxn>
              <a:cxn ang="0">
                <a:pos x="connsiteX103985" y="connsiteY103985"/>
              </a:cxn>
              <a:cxn ang="0">
                <a:pos x="connsiteX103986" y="connsiteY103986"/>
              </a:cxn>
              <a:cxn ang="0">
                <a:pos x="connsiteX103987" y="connsiteY103987"/>
              </a:cxn>
              <a:cxn ang="0">
                <a:pos x="connsiteX103988" y="connsiteY103988"/>
              </a:cxn>
              <a:cxn ang="0">
                <a:pos x="connsiteX103989" y="connsiteY103989"/>
              </a:cxn>
              <a:cxn ang="0">
                <a:pos x="connsiteX103990" y="connsiteY103990"/>
              </a:cxn>
              <a:cxn ang="0">
                <a:pos x="connsiteX103991" y="connsiteY103991"/>
              </a:cxn>
              <a:cxn ang="0">
                <a:pos x="connsiteX103992" y="connsiteY103992"/>
              </a:cxn>
              <a:cxn ang="0">
                <a:pos x="connsiteX103993" y="connsiteY103993"/>
              </a:cxn>
              <a:cxn ang="0">
                <a:pos x="connsiteX103994" y="connsiteY103994"/>
              </a:cxn>
              <a:cxn ang="0">
                <a:pos x="connsiteX103995" y="connsiteY103995"/>
              </a:cxn>
              <a:cxn ang="0">
                <a:pos x="connsiteX103996" y="connsiteY103996"/>
              </a:cxn>
              <a:cxn ang="0">
                <a:pos x="connsiteX103997" y="connsiteY103997"/>
              </a:cxn>
              <a:cxn ang="0">
                <a:pos x="connsiteX103998" y="connsiteY103998"/>
              </a:cxn>
              <a:cxn ang="0">
                <a:pos x="connsiteX103999" y="connsiteY103999"/>
              </a:cxn>
              <a:cxn ang="0">
                <a:pos x="connsiteX104000" y="connsiteY104000"/>
              </a:cxn>
              <a:cxn ang="0">
                <a:pos x="connsiteX104001" y="connsiteY104001"/>
              </a:cxn>
              <a:cxn ang="0">
                <a:pos x="connsiteX104002" y="connsiteY104002"/>
              </a:cxn>
              <a:cxn ang="0">
                <a:pos x="connsiteX104003" y="connsiteY104003"/>
              </a:cxn>
              <a:cxn ang="0">
                <a:pos x="connsiteX104004" y="connsiteY104004"/>
              </a:cxn>
              <a:cxn ang="0">
                <a:pos x="connsiteX104005" y="connsiteY104005"/>
              </a:cxn>
              <a:cxn ang="0">
                <a:pos x="connsiteX104006" y="connsiteY104006"/>
              </a:cxn>
              <a:cxn ang="0">
                <a:pos x="connsiteX104007" y="connsiteY104007"/>
              </a:cxn>
              <a:cxn ang="0">
                <a:pos x="connsiteX104008" y="connsiteY104008"/>
              </a:cxn>
              <a:cxn ang="0">
                <a:pos x="connsiteX104009" y="connsiteY104009"/>
              </a:cxn>
              <a:cxn ang="0">
                <a:pos x="connsiteX104010" y="connsiteY104010"/>
              </a:cxn>
              <a:cxn ang="0">
                <a:pos x="connsiteX104011" y="connsiteY104011"/>
              </a:cxn>
              <a:cxn ang="0">
                <a:pos x="connsiteX104012" y="connsiteY104012"/>
              </a:cxn>
              <a:cxn ang="0">
                <a:pos x="connsiteX104013" y="connsiteY104013"/>
              </a:cxn>
              <a:cxn ang="0">
                <a:pos x="connsiteX104014" y="connsiteY104014"/>
              </a:cxn>
              <a:cxn ang="0">
                <a:pos x="connsiteX104015" y="connsiteY104015"/>
              </a:cxn>
              <a:cxn ang="0">
                <a:pos x="connsiteX104016" y="connsiteY104016"/>
              </a:cxn>
              <a:cxn ang="0">
                <a:pos x="connsiteX104017" y="connsiteY104017"/>
              </a:cxn>
              <a:cxn ang="0">
                <a:pos x="connsiteX104018" y="connsiteY104018"/>
              </a:cxn>
              <a:cxn ang="0">
                <a:pos x="connsiteX104019" y="connsiteY104019"/>
              </a:cxn>
              <a:cxn ang="0">
                <a:pos x="connsiteX104020" y="connsiteY104020"/>
              </a:cxn>
              <a:cxn ang="0">
                <a:pos x="connsiteX104021" y="connsiteY104021"/>
              </a:cxn>
              <a:cxn ang="0">
                <a:pos x="connsiteX104022" y="connsiteY104022"/>
              </a:cxn>
              <a:cxn ang="0">
                <a:pos x="connsiteX104023" y="connsiteY104023"/>
              </a:cxn>
              <a:cxn ang="0">
                <a:pos x="connsiteX104024" y="connsiteY104024"/>
              </a:cxn>
              <a:cxn ang="0">
                <a:pos x="connsiteX104025" y="connsiteY104025"/>
              </a:cxn>
              <a:cxn ang="0">
                <a:pos x="connsiteX104026" y="connsiteY104026"/>
              </a:cxn>
              <a:cxn ang="0">
                <a:pos x="connsiteX104027" y="connsiteY104027"/>
              </a:cxn>
              <a:cxn ang="0">
                <a:pos x="connsiteX104028" y="connsiteY104028"/>
              </a:cxn>
              <a:cxn ang="0">
                <a:pos x="connsiteX104029" y="connsiteY104029"/>
              </a:cxn>
              <a:cxn ang="0">
                <a:pos x="connsiteX104030" y="connsiteY104030"/>
              </a:cxn>
              <a:cxn ang="0">
                <a:pos x="connsiteX104031" y="connsiteY104031"/>
              </a:cxn>
              <a:cxn ang="0">
                <a:pos x="connsiteX104032" y="connsiteY104032"/>
              </a:cxn>
              <a:cxn ang="0">
                <a:pos x="connsiteX104033" y="connsiteY104033"/>
              </a:cxn>
              <a:cxn ang="0">
                <a:pos x="connsiteX104034" y="connsiteY104034"/>
              </a:cxn>
              <a:cxn ang="0">
                <a:pos x="connsiteX104035" y="connsiteY104035"/>
              </a:cxn>
              <a:cxn ang="0">
                <a:pos x="connsiteX104036" y="connsiteY104036"/>
              </a:cxn>
              <a:cxn ang="0">
                <a:pos x="connsiteX104037" y="connsiteY104037"/>
              </a:cxn>
              <a:cxn ang="0">
                <a:pos x="connsiteX104038" y="connsiteY104038"/>
              </a:cxn>
              <a:cxn ang="0">
                <a:pos x="connsiteX104039" y="connsiteY104039"/>
              </a:cxn>
              <a:cxn ang="0">
                <a:pos x="connsiteX104040" y="connsiteY104040"/>
              </a:cxn>
              <a:cxn ang="0">
                <a:pos x="connsiteX104041" y="connsiteY104041"/>
              </a:cxn>
              <a:cxn ang="0">
                <a:pos x="connsiteX104042" y="connsiteY104042"/>
              </a:cxn>
              <a:cxn ang="0">
                <a:pos x="connsiteX104043" y="connsiteY104043"/>
              </a:cxn>
              <a:cxn ang="0">
                <a:pos x="connsiteX104044" y="connsiteY104044"/>
              </a:cxn>
              <a:cxn ang="0">
                <a:pos x="connsiteX104045" y="connsiteY104045"/>
              </a:cxn>
              <a:cxn ang="0">
                <a:pos x="connsiteX104046" y="connsiteY104046"/>
              </a:cxn>
              <a:cxn ang="0">
                <a:pos x="connsiteX104047" y="connsiteY104047"/>
              </a:cxn>
              <a:cxn ang="0">
                <a:pos x="connsiteX104048" y="connsiteY104048"/>
              </a:cxn>
              <a:cxn ang="0">
                <a:pos x="connsiteX104049" y="connsiteY104049"/>
              </a:cxn>
              <a:cxn ang="0">
                <a:pos x="connsiteX104050" y="connsiteY104050"/>
              </a:cxn>
              <a:cxn ang="0">
                <a:pos x="connsiteX104051" y="connsiteY104051"/>
              </a:cxn>
              <a:cxn ang="0">
                <a:pos x="connsiteX104052" y="connsiteY104052"/>
              </a:cxn>
              <a:cxn ang="0">
                <a:pos x="connsiteX104053" y="connsiteY104053"/>
              </a:cxn>
              <a:cxn ang="0">
                <a:pos x="connsiteX104054" y="connsiteY104054"/>
              </a:cxn>
              <a:cxn ang="0">
                <a:pos x="connsiteX104055" y="connsiteY104055"/>
              </a:cxn>
              <a:cxn ang="0">
                <a:pos x="connsiteX104056" y="connsiteY104056"/>
              </a:cxn>
              <a:cxn ang="0">
                <a:pos x="connsiteX104057" y="connsiteY104057"/>
              </a:cxn>
              <a:cxn ang="0">
                <a:pos x="connsiteX104058" y="connsiteY104058"/>
              </a:cxn>
              <a:cxn ang="0">
                <a:pos x="connsiteX104059" y="connsiteY104059"/>
              </a:cxn>
              <a:cxn ang="0">
                <a:pos x="connsiteX104060" y="connsiteY104060"/>
              </a:cxn>
              <a:cxn ang="0">
                <a:pos x="connsiteX104061" y="connsiteY104061"/>
              </a:cxn>
              <a:cxn ang="0">
                <a:pos x="connsiteX104062" y="connsiteY104062"/>
              </a:cxn>
              <a:cxn ang="0">
                <a:pos x="connsiteX104063" y="connsiteY104063"/>
              </a:cxn>
              <a:cxn ang="0">
                <a:pos x="connsiteX104064" y="connsiteY104064"/>
              </a:cxn>
              <a:cxn ang="0">
                <a:pos x="connsiteX104065" y="connsiteY104065"/>
              </a:cxn>
              <a:cxn ang="0">
                <a:pos x="connsiteX104066" y="connsiteY104066"/>
              </a:cxn>
              <a:cxn ang="0">
                <a:pos x="connsiteX104067" y="connsiteY104067"/>
              </a:cxn>
              <a:cxn ang="0">
                <a:pos x="connsiteX104068" y="connsiteY104068"/>
              </a:cxn>
              <a:cxn ang="0">
                <a:pos x="connsiteX104069" y="connsiteY104069"/>
              </a:cxn>
              <a:cxn ang="0">
                <a:pos x="connsiteX104070" y="connsiteY104070"/>
              </a:cxn>
              <a:cxn ang="0">
                <a:pos x="connsiteX104071" y="connsiteY104071"/>
              </a:cxn>
              <a:cxn ang="0">
                <a:pos x="connsiteX104072" y="connsiteY104072"/>
              </a:cxn>
              <a:cxn ang="0">
                <a:pos x="connsiteX104073" y="connsiteY104073"/>
              </a:cxn>
              <a:cxn ang="0">
                <a:pos x="connsiteX104074" y="connsiteY104074"/>
              </a:cxn>
              <a:cxn ang="0">
                <a:pos x="connsiteX104075" y="connsiteY104075"/>
              </a:cxn>
              <a:cxn ang="0">
                <a:pos x="connsiteX104076" y="connsiteY104076"/>
              </a:cxn>
              <a:cxn ang="0">
                <a:pos x="connsiteX104077" y="connsiteY104077"/>
              </a:cxn>
              <a:cxn ang="0">
                <a:pos x="connsiteX104078" y="connsiteY104078"/>
              </a:cxn>
              <a:cxn ang="0">
                <a:pos x="connsiteX104079" y="connsiteY104079"/>
              </a:cxn>
              <a:cxn ang="0">
                <a:pos x="connsiteX104080" y="connsiteY104080"/>
              </a:cxn>
              <a:cxn ang="0">
                <a:pos x="connsiteX104081" y="connsiteY104081"/>
              </a:cxn>
              <a:cxn ang="0">
                <a:pos x="connsiteX104082" y="connsiteY104082"/>
              </a:cxn>
              <a:cxn ang="0">
                <a:pos x="connsiteX104083" y="connsiteY104083"/>
              </a:cxn>
              <a:cxn ang="0">
                <a:pos x="connsiteX104084" y="connsiteY104084"/>
              </a:cxn>
              <a:cxn ang="0">
                <a:pos x="connsiteX104085" y="connsiteY104085"/>
              </a:cxn>
              <a:cxn ang="0">
                <a:pos x="connsiteX104086" y="connsiteY104086"/>
              </a:cxn>
              <a:cxn ang="0">
                <a:pos x="connsiteX104087" y="connsiteY104087"/>
              </a:cxn>
              <a:cxn ang="0">
                <a:pos x="connsiteX104088" y="connsiteY104088"/>
              </a:cxn>
              <a:cxn ang="0">
                <a:pos x="connsiteX104089" y="connsiteY104089"/>
              </a:cxn>
              <a:cxn ang="0">
                <a:pos x="connsiteX104090" y="connsiteY104090"/>
              </a:cxn>
              <a:cxn ang="0">
                <a:pos x="connsiteX104091" y="connsiteY104091"/>
              </a:cxn>
              <a:cxn ang="0">
                <a:pos x="connsiteX104092" y="connsiteY104092"/>
              </a:cxn>
              <a:cxn ang="0">
                <a:pos x="connsiteX104093" y="connsiteY104093"/>
              </a:cxn>
              <a:cxn ang="0">
                <a:pos x="connsiteX104094" y="connsiteY104094"/>
              </a:cxn>
              <a:cxn ang="0">
                <a:pos x="connsiteX104095" y="connsiteY104095"/>
              </a:cxn>
              <a:cxn ang="0">
                <a:pos x="connsiteX104096" y="connsiteY104096"/>
              </a:cxn>
              <a:cxn ang="0">
                <a:pos x="connsiteX104097" y="connsiteY104097"/>
              </a:cxn>
              <a:cxn ang="0">
                <a:pos x="connsiteX104098" y="connsiteY104098"/>
              </a:cxn>
              <a:cxn ang="0">
                <a:pos x="connsiteX104099" y="connsiteY104099"/>
              </a:cxn>
              <a:cxn ang="0">
                <a:pos x="connsiteX104100" y="connsiteY104100"/>
              </a:cxn>
              <a:cxn ang="0">
                <a:pos x="connsiteX104101" y="connsiteY104101"/>
              </a:cxn>
              <a:cxn ang="0">
                <a:pos x="connsiteX104102" y="connsiteY104102"/>
              </a:cxn>
              <a:cxn ang="0">
                <a:pos x="connsiteX104103" y="connsiteY104103"/>
              </a:cxn>
              <a:cxn ang="0">
                <a:pos x="connsiteX104104" y="connsiteY104104"/>
              </a:cxn>
              <a:cxn ang="0">
                <a:pos x="connsiteX104105" y="connsiteY104105"/>
              </a:cxn>
              <a:cxn ang="0">
                <a:pos x="connsiteX104106" y="connsiteY104106"/>
              </a:cxn>
              <a:cxn ang="0">
                <a:pos x="connsiteX104107" y="connsiteY104107"/>
              </a:cxn>
              <a:cxn ang="0">
                <a:pos x="connsiteX104108" y="connsiteY104108"/>
              </a:cxn>
              <a:cxn ang="0">
                <a:pos x="connsiteX104109" y="connsiteY104109"/>
              </a:cxn>
              <a:cxn ang="0">
                <a:pos x="connsiteX104110" y="connsiteY104110"/>
              </a:cxn>
              <a:cxn ang="0">
                <a:pos x="connsiteX104111" y="connsiteY104111"/>
              </a:cxn>
              <a:cxn ang="0">
                <a:pos x="connsiteX104112" y="connsiteY104112"/>
              </a:cxn>
              <a:cxn ang="0">
                <a:pos x="connsiteX104113" y="connsiteY104113"/>
              </a:cxn>
              <a:cxn ang="0">
                <a:pos x="connsiteX104114" y="connsiteY104114"/>
              </a:cxn>
              <a:cxn ang="0">
                <a:pos x="connsiteX104115" y="connsiteY104115"/>
              </a:cxn>
              <a:cxn ang="0">
                <a:pos x="connsiteX104116" y="connsiteY104116"/>
              </a:cxn>
              <a:cxn ang="0">
                <a:pos x="connsiteX104117" y="connsiteY104117"/>
              </a:cxn>
              <a:cxn ang="0">
                <a:pos x="connsiteX104118" y="connsiteY104118"/>
              </a:cxn>
              <a:cxn ang="0">
                <a:pos x="connsiteX104119" y="connsiteY104119"/>
              </a:cxn>
              <a:cxn ang="0">
                <a:pos x="connsiteX104120" y="connsiteY104120"/>
              </a:cxn>
              <a:cxn ang="0">
                <a:pos x="connsiteX104121" y="connsiteY104121"/>
              </a:cxn>
              <a:cxn ang="0">
                <a:pos x="connsiteX104122" y="connsiteY104122"/>
              </a:cxn>
              <a:cxn ang="0">
                <a:pos x="connsiteX104123" y="connsiteY104123"/>
              </a:cxn>
              <a:cxn ang="0">
                <a:pos x="connsiteX104124" y="connsiteY104124"/>
              </a:cxn>
              <a:cxn ang="0">
                <a:pos x="connsiteX104125" y="connsiteY104125"/>
              </a:cxn>
              <a:cxn ang="0">
                <a:pos x="connsiteX104126" y="connsiteY104126"/>
              </a:cxn>
              <a:cxn ang="0">
                <a:pos x="connsiteX104127" y="connsiteY104127"/>
              </a:cxn>
              <a:cxn ang="0">
                <a:pos x="connsiteX104128" y="connsiteY104128"/>
              </a:cxn>
              <a:cxn ang="0">
                <a:pos x="connsiteX104129" y="connsiteY104129"/>
              </a:cxn>
              <a:cxn ang="0">
                <a:pos x="connsiteX104130" y="connsiteY104130"/>
              </a:cxn>
              <a:cxn ang="0">
                <a:pos x="connsiteX104131" y="connsiteY104131"/>
              </a:cxn>
              <a:cxn ang="0">
                <a:pos x="connsiteX104132" y="connsiteY104132"/>
              </a:cxn>
              <a:cxn ang="0">
                <a:pos x="connsiteX104133" y="connsiteY104133"/>
              </a:cxn>
              <a:cxn ang="0">
                <a:pos x="connsiteX104134" y="connsiteY104134"/>
              </a:cxn>
              <a:cxn ang="0">
                <a:pos x="connsiteX104135" y="connsiteY104135"/>
              </a:cxn>
              <a:cxn ang="0">
                <a:pos x="connsiteX104136" y="connsiteY104136"/>
              </a:cxn>
              <a:cxn ang="0">
                <a:pos x="connsiteX104137" y="connsiteY104137"/>
              </a:cxn>
              <a:cxn ang="0">
                <a:pos x="connsiteX104138" y="connsiteY104138"/>
              </a:cxn>
              <a:cxn ang="0">
                <a:pos x="connsiteX104139" y="connsiteY104139"/>
              </a:cxn>
              <a:cxn ang="0">
                <a:pos x="connsiteX104140" y="connsiteY104140"/>
              </a:cxn>
              <a:cxn ang="0">
                <a:pos x="connsiteX104141" y="connsiteY104141"/>
              </a:cxn>
              <a:cxn ang="0">
                <a:pos x="connsiteX104142" y="connsiteY104142"/>
              </a:cxn>
              <a:cxn ang="0">
                <a:pos x="connsiteX104143" y="connsiteY104143"/>
              </a:cxn>
              <a:cxn ang="0">
                <a:pos x="connsiteX104144" y="connsiteY104144"/>
              </a:cxn>
              <a:cxn ang="0">
                <a:pos x="connsiteX104145" y="connsiteY104145"/>
              </a:cxn>
              <a:cxn ang="0">
                <a:pos x="connsiteX104146" y="connsiteY104146"/>
              </a:cxn>
              <a:cxn ang="0">
                <a:pos x="connsiteX104147" y="connsiteY104147"/>
              </a:cxn>
              <a:cxn ang="0">
                <a:pos x="connsiteX104148" y="connsiteY104148"/>
              </a:cxn>
              <a:cxn ang="0">
                <a:pos x="connsiteX104149" y="connsiteY104149"/>
              </a:cxn>
              <a:cxn ang="0">
                <a:pos x="connsiteX104150" y="connsiteY104150"/>
              </a:cxn>
              <a:cxn ang="0">
                <a:pos x="connsiteX104151" y="connsiteY104151"/>
              </a:cxn>
              <a:cxn ang="0">
                <a:pos x="connsiteX104152" y="connsiteY104152"/>
              </a:cxn>
              <a:cxn ang="0">
                <a:pos x="connsiteX104153" y="connsiteY104153"/>
              </a:cxn>
              <a:cxn ang="0">
                <a:pos x="connsiteX104154" y="connsiteY104154"/>
              </a:cxn>
              <a:cxn ang="0">
                <a:pos x="connsiteX104155" y="connsiteY104155"/>
              </a:cxn>
              <a:cxn ang="0">
                <a:pos x="connsiteX104156" y="connsiteY104156"/>
              </a:cxn>
              <a:cxn ang="0">
                <a:pos x="connsiteX104157" y="connsiteY104157"/>
              </a:cxn>
              <a:cxn ang="0">
                <a:pos x="connsiteX104158" y="connsiteY104158"/>
              </a:cxn>
              <a:cxn ang="0">
                <a:pos x="connsiteX104159" y="connsiteY104159"/>
              </a:cxn>
              <a:cxn ang="0">
                <a:pos x="connsiteX104160" y="connsiteY104160"/>
              </a:cxn>
              <a:cxn ang="0">
                <a:pos x="connsiteX104161" y="connsiteY104161"/>
              </a:cxn>
              <a:cxn ang="0">
                <a:pos x="connsiteX104162" y="connsiteY104162"/>
              </a:cxn>
              <a:cxn ang="0">
                <a:pos x="connsiteX104163" y="connsiteY104163"/>
              </a:cxn>
              <a:cxn ang="0">
                <a:pos x="connsiteX104164" y="connsiteY104164"/>
              </a:cxn>
              <a:cxn ang="0">
                <a:pos x="connsiteX104165" y="connsiteY104165"/>
              </a:cxn>
              <a:cxn ang="0">
                <a:pos x="connsiteX104166" y="connsiteY104166"/>
              </a:cxn>
              <a:cxn ang="0">
                <a:pos x="connsiteX104167" y="connsiteY104167"/>
              </a:cxn>
              <a:cxn ang="0">
                <a:pos x="connsiteX104168" y="connsiteY104168"/>
              </a:cxn>
              <a:cxn ang="0">
                <a:pos x="connsiteX104169" y="connsiteY104169"/>
              </a:cxn>
              <a:cxn ang="0">
                <a:pos x="connsiteX104170" y="connsiteY104170"/>
              </a:cxn>
              <a:cxn ang="0">
                <a:pos x="connsiteX104171" y="connsiteY104171"/>
              </a:cxn>
              <a:cxn ang="0">
                <a:pos x="connsiteX104172" y="connsiteY104172"/>
              </a:cxn>
              <a:cxn ang="0">
                <a:pos x="connsiteX104173" y="connsiteY104173"/>
              </a:cxn>
              <a:cxn ang="0">
                <a:pos x="connsiteX104174" y="connsiteY104174"/>
              </a:cxn>
              <a:cxn ang="0">
                <a:pos x="connsiteX104175" y="connsiteY104175"/>
              </a:cxn>
              <a:cxn ang="0">
                <a:pos x="connsiteX104176" y="connsiteY104176"/>
              </a:cxn>
              <a:cxn ang="0">
                <a:pos x="connsiteX104177" y="connsiteY104177"/>
              </a:cxn>
              <a:cxn ang="0">
                <a:pos x="connsiteX104178" y="connsiteY104178"/>
              </a:cxn>
              <a:cxn ang="0">
                <a:pos x="connsiteX104179" y="connsiteY104179"/>
              </a:cxn>
              <a:cxn ang="0">
                <a:pos x="connsiteX104180" y="connsiteY104180"/>
              </a:cxn>
              <a:cxn ang="0">
                <a:pos x="connsiteX104181" y="connsiteY104181"/>
              </a:cxn>
              <a:cxn ang="0">
                <a:pos x="connsiteX104182" y="connsiteY104182"/>
              </a:cxn>
              <a:cxn ang="0">
                <a:pos x="connsiteX104183" y="connsiteY104183"/>
              </a:cxn>
              <a:cxn ang="0">
                <a:pos x="connsiteX104184" y="connsiteY104184"/>
              </a:cxn>
              <a:cxn ang="0">
                <a:pos x="connsiteX104185" y="connsiteY104185"/>
              </a:cxn>
              <a:cxn ang="0">
                <a:pos x="connsiteX104186" y="connsiteY104186"/>
              </a:cxn>
              <a:cxn ang="0">
                <a:pos x="connsiteX104187" y="connsiteY104187"/>
              </a:cxn>
              <a:cxn ang="0">
                <a:pos x="connsiteX104188" y="connsiteY104188"/>
              </a:cxn>
              <a:cxn ang="0">
                <a:pos x="connsiteX104189" y="connsiteY104189"/>
              </a:cxn>
              <a:cxn ang="0">
                <a:pos x="connsiteX104190" y="connsiteY104190"/>
              </a:cxn>
              <a:cxn ang="0">
                <a:pos x="connsiteX104191" y="connsiteY104191"/>
              </a:cxn>
              <a:cxn ang="0">
                <a:pos x="connsiteX104192" y="connsiteY104192"/>
              </a:cxn>
              <a:cxn ang="0">
                <a:pos x="connsiteX104193" y="connsiteY104193"/>
              </a:cxn>
              <a:cxn ang="0">
                <a:pos x="connsiteX104194" y="connsiteY104194"/>
              </a:cxn>
              <a:cxn ang="0">
                <a:pos x="connsiteX104195" y="connsiteY104195"/>
              </a:cxn>
              <a:cxn ang="0">
                <a:pos x="connsiteX104196" y="connsiteY104196"/>
              </a:cxn>
              <a:cxn ang="0">
                <a:pos x="connsiteX104197" y="connsiteY104197"/>
              </a:cxn>
              <a:cxn ang="0">
                <a:pos x="connsiteX104198" y="connsiteY104198"/>
              </a:cxn>
              <a:cxn ang="0">
                <a:pos x="connsiteX104199" y="connsiteY104199"/>
              </a:cxn>
              <a:cxn ang="0">
                <a:pos x="connsiteX104200" y="connsiteY104200"/>
              </a:cxn>
              <a:cxn ang="0">
                <a:pos x="connsiteX104201" y="connsiteY104201"/>
              </a:cxn>
              <a:cxn ang="0">
                <a:pos x="connsiteX104202" y="connsiteY104202"/>
              </a:cxn>
              <a:cxn ang="0">
                <a:pos x="connsiteX104203" y="connsiteY104203"/>
              </a:cxn>
              <a:cxn ang="0">
                <a:pos x="connsiteX104204" y="connsiteY104204"/>
              </a:cxn>
              <a:cxn ang="0">
                <a:pos x="connsiteX104205" y="connsiteY104205"/>
              </a:cxn>
              <a:cxn ang="0">
                <a:pos x="connsiteX104206" y="connsiteY104206"/>
              </a:cxn>
              <a:cxn ang="0">
                <a:pos x="connsiteX104207" y="connsiteY104207"/>
              </a:cxn>
              <a:cxn ang="0">
                <a:pos x="connsiteX104208" y="connsiteY104208"/>
              </a:cxn>
              <a:cxn ang="0">
                <a:pos x="connsiteX104209" y="connsiteY104209"/>
              </a:cxn>
              <a:cxn ang="0">
                <a:pos x="connsiteX104210" y="connsiteY104210"/>
              </a:cxn>
              <a:cxn ang="0">
                <a:pos x="connsiteX104211" y="connsiteY104211"/>
              </a:cxn>
              <a:cxn ang="0">
                <a:pos x="connsiteX104212" y="connsiteY104212"/>
              </a:cxn>
              <a:cxn ang="0">
                <a:pos x="connsiteX104213" y="connsiteY104213"/>
              </a:cxn>
              <a:cxn ang="0">
                <a:pos x="connsiteX104214" y="connsiteY104214"/>
              </a:cxn>
              <a:cxn ang="0">
                <a:pos x="connsiteX104215" y="connsiteY104215"/>
              </a:cxn>
              <a:cxn ang="0">
                <a:pos x="connsiteX104216" y="connsiteY104216"/>
              </a:cxn>
              <a:cxn ang="0">
                <a:pos x="connsiteX104217" y="connsiteY104217"/>
              </a:cxn>
              <a:cxn ang="0">
                <a:pos x="connsiteX104218" y="connsiteY104218"/>
              </a:cxn>
              <a:cxn ang="0">
                <a:pos x="connsiteX104219" y="connsiteY104219"/>
              </a:cxn>
              <a:cxn ang="0">
                <a:pos x="connsiteX104220" y="connsiteY104220"/>
              </a:cxn>
              <a:cxn ang="0">
                <a:pos x="connsiteX104221" y="connsiteY104221"/>
              </a:cxn>
              <a:cxn ang="0">
                <a:pos x="connsiteX104222" y="connsiteY104222"/>
              </a:cxn>
              <a:cxn ang="0">
                <a:pos x="connsiteX104223" y="connsiteY104223"/>
              </a:cxn>
              <a:cxn ang="0">
                <a:pos x="connsiteX104224" y="connsiteY104224"/>
              </a:cxn>
              <a:cxn ang="0">
                <a:pos x="connsiteX104225" y="connsiteY104225"/>
              </a:cxn>
              <a:cxn ang="0">
                <a:pos x="connsiteX104226" y="connsiteY104226"/>
              </a:cxn>
              <a:cxn ang="0">
                <a:pos x="connsiteX104227" y="connsiteY104227"/>
              </a:cxn>
              <a:cxn ang="0">
                <a:pos x="connsiteX104228" y="connsiteY104228"/>
              </a:cxn>
              <a:cxn ang="0">
                <a:pos x="connsiteX104229" y="connsiteY104229"/>
              </a:cxn>
              <a:cxn ang="0">
                <a:pos x="connsiteX104230" y="connsiteY104230"/>
              </a:cxn>
              <a:cxn ang="0">
                <a:pos x="connsiteX104231" y="connsiteY104231"/>
              </a:cxn>
              <a:cxn ang="0">
                <a:pos x="connsiteX104232" y="connsiteY104232"/>
              </a:cxn>
              <a:cxn ang="0">
                <a:pos x="connsiteX104233" y="connsiteY104233"/>
              </a:cxn>
              <a:cxn ang="0">
                <a:pos x="connsiteX104234" y="connsiteY104234"/>
              </a:cxn>
              <a:cxn ang="0">
                <a:pos x="connsiteX104235" y="connsiteY104235"/>
              </a:cxn>
              <a:cxn ang="0">
                <a:pos x="connsiteX104236" y="connsiteY104236"/>
              </a:cxn>
              <a:cxn ang="0">
                <a:pos x="connsiteX104237" y="connsiteY104237"/>
              </a:cxn>
              <a:cxn ang="0">
                <a:pos x="connsiteX104238" y="connsiteY104238"/>
              </a:cxn>
              <a:cxn ang="0">
                <a:pos x="connsiteX104239" y="connsiteY104239"/>
              </a:cxn>
              <a:cxn ang="0">
                <a:pos x="connsiteX104240" y="connsiteY104240"/>
              </a:cxn>
              <a:cxn ang="0">
                <a:pos x="connsiteX104241" y="connsiteY104241"/>
              </a:cxn>
              <a:cxn ang="0">
                <a:pos x="connsiteX104242" y="connsiteY104242"/>
              </a:cxn>
              <a:cxn ang="0">
                <a:pos x="connsiteX104243" y="connsiteY104243"/>
              </a:cxn>
              <a:cxn ang="0">
                <a:pos x="connsiteX104244" y="connsiteY104244"/>
              </a:cxn>
              <a:cxn ang="0">
                <a:pos x="connsiteX104245" y="connsiteY104245"/>
              </a:cxn>
              <a:cxn ang="0">
                <a:pos x="connsiteX104246" y="connsiteY104246"/>
              </a:cxn>
              <a:cxn ang="0">
                <a:pos x="connsiteX104247" y="connsiteY104247"/>
              </a:cxn>
              <a:cxn ang="0">
                <a:pos x="connsiteX104248" y="connsiteY104248"/>
              </a:cxn>
              <a:cxn ang="0">
                <a:pos x="connsiteX104249" y="connsiteY104249"/>
              </a:cxn>
              <a:cxn ang="0">
                <a:pos x="connsiteX104250" y="connsiteY104250"/>
              </a:cxn>
              <a:cxn ang="0">
                <a:pos x="connsiteX104251" y="connsiteY104251"/>
              </a:cxn>
              <a:cxn ang="0">
                <a:pos x="connsiteX104252" y="connsiteY104252"/>
              </a:cxn>
              <a:cxn ang="0">
                <a:pos x="connsiteX104253" y="connsiteY104253"/>
              </a:cxn>
              <a:cxn ang="0">
                <a:pos x="connsiteX104254" y="connsiteY104254"/>
              </a:cxn>
              <a:cxn ang="0">
                <a:pos x="connsiteX104255" y="connsiteY104255"/>
              </a:cxn>
              <a:cxn ang="0">
                <a:pos x="connsiteX104256" y="connsiteY104256"/>
              </a:cxn>
              <a:cxn ang="0">
                <a:pos x="connsiteX104257" y="connsiteY104257"/>
              </a:cxn>
              <a:cxn ang="0">
                <a:pos x="connsiteX104258" y="connsiteY104258"/>
              </a:cxn>
              <a:cxn ang="0">
                <a:pos x="connsiteX104259" y="connsiteY104259"/>
              </a:cxn>
              <a:cxn ang="0">
                <a:pos x="connsiteX104260" y="connsiteY104260"/>
              </a:cxn>
              <a:cxn ang="0">
                <a:pos x="connsiteX104261" y="connsiteY104261"/>
              </a:cxn>
              <a:cxn ang="0">
                <a:pos x="connsiteX104262" y="connsiteY104262"/>
              </a:cxn>
              <a:cxn ang="0">
                <a:pos x="connsiteX104263" y="connsiteY104263"/>
              </a:cxn>
              <a:cxn ang="0">
                <a:pos x="connsiteX104264" y="connsiteY104264"/>
              </a:cxn>
              <a:cxn ang="0">
                <a:pos x="connsiteX104265" y="connsiteY104265"/>
              </a:cxn>
              <a:cxn ang="0">
                <a:pos x="connsiteX104266" y="connsiteY104266"/>
              </a:cxn>
              <a:cxn ang="0">
                <a:pos x="connsiteX104267" y="connsiteY104267"/>
              </a:cxn>
              <a:cxn ang="0">
                <a:pos x="connsiteX104268" y="connsiteY104268"/>
              </a:cxn>
              <a:cxn ang="0">
                <a:pos x="connsiteX104269" y="connsiteY104269"/>
              </a:cxn>
              <a:cxn ang="0">
                <a:pos x="connsiteX104270" y="connsiteY104270"/>
              </a:cxn>
              <a:cxn ang="0">
                <a:pos x="connsiteX104271" y="connsiteY104271"/>
              </a:cxn>
              <a:cxn ang="0">
                <a:pos x="connsiteX104272" y="connsiteY104272"/>
              </a:cxn>
              <a:cxn ang="0">
                <a:pos x="connsiteX104273" y="connsiteY104273"/>
              </a:cxn>
              <a:cxn ang="0">
                <a:pos x="connsiteX104274" y="connsiteY104274"/>
              </a:cxn>
              <a:cxn ang="0">
                <a:pos x="connsiteX104275" y="connsiteY104275"/>
              </a:cxn>
              <a:cxn ang="0">
                <a:pos x="connsiteX104276" y="connsiteY104276"/>
              </a:cxn>
              <a:cxn ang="0">
                <a:pos x="connsiteX104277" y="connsiteY104277"/>
              </a:cxn>
              <a:cxn ang="0">
                <a:pos x="connsiteX104278" y="connsiteY104278"/>
              </a:cxn>
              <a:cxn ang="0">
                <a:pos x="connsiteX104279" y="connsiteY104279"/>
              </a:cxn>
              <a:cxn ang="0">
                <a:pos x="connsiteX104280" y="connsiteY104280"/>
              </a:cxn>
              <a:cxn ang="0">
                <a:pos x="connsiteX104281" y="connsiteY104281"/>
              </a:cxn>
              <a:cxn ang="0">
                <a:pos x="connsiteX104282" y="connsiteY104282"/>
              </a:cxn>
              <a:cxn ang="0">
                <a:pos x="connsiteX104283" y="connsiteY104283"/>
              </a:cxn>
              <a:cxn ang="0">
                <a:pos x="connsiteX104284" y="connsiteY104284"/>
              </a:cxn>
              <a:cxn ang="0">
                <a:pos x="connsiteX104285" y="connsiteY104285"/>
              </a:cxn>
              <a:cxn ang="0">
                <a:pos x="connsiteX104286" y="connsiteY104286"/>
              </a:cxn>
              <a:cxn ang="0">
                <a:pos x="connsiteX104287" y="connsiteY104287"/>
              </a:cxn>
              <a:cxn ang="0">
                <a:pos x="connsiteX104288" y="connsiteY104288"/>
              </a:cxn>
              <a:cxn ang="0">
                <a:pos x="connsiteX104289" y="connsiteY104289"/>
              </a:cxn>
              <a:cxn ang="0">
                <a:pos x="connsiteX104290" y="connsiteY104290"/>
              </a:cxn>
              <a:cxn ang="0">
                <a:pos x="connsiteX104291" y="connsiteY104291"/>
              </a:cxn>
              <a:cxn ang="0">
                <a:pos x="connsiteX104292" y="connsiteY104292"/>
              </a:cxn>
              <a:cxn ang="0">
                <a:pos x="connsiteX104293" y="connsiteY104293"/>
              </a:cxn>
              <a:cxn ang="0">
                <a:pos x="connsiteX104294" y="connsiteY104294"/>
              </a:cxn>
              <a:cxn ang="0">
                <a:pos x="connsiteX104295" y="connsiteY104295"/>
              </a:cxn>
              <a:cxn ang="0">
                <a:pos x="connsiteX104296" y="connsiteY104296"/>
              </a:cxn>
              <a:cxn ang="0">
                <a:pos x="connsiteX104297" y="connsiteY104297"/>
              </a:cxn>
              <a:cxn ang="0">
                <a:pos x="connsiteX104298" y="connsiteY104298"/>
              </a:cxn>
              <a:cxn ang="0">
                <a:pos x="connsiteX104299" y="connsiteY104299"/>
              </a:cxn>
              <a:cxn ang="0">
                <a:pos x="connsiteX104300" y="connsiteY104300"/>
              </a:cxn>
              <a:cxn ang="0">
                <a:pos x="connsiteX104301" y="connsiteY104301"/>
              </a:cxn>
              <a:cxn ang="0">
                <a:pos x="connsiteX104302" y="connsiteY104302"/>
              </a:cxn>
              <a:cxn ang="0">
                <a:pos x="connsiteX104303" y="connsiteY104303"/>
              </a:cxn>
              <a:cxn ang="0">
                <a:pos x="connsiteX104304" y="connsiteY104304"/>
              </a:cxn>
              <a:cxn ang="0">
                <a:pos x="connsiteX104305" y="connsiteY104305"/>
              </a:cxn>
              <a:cxn ang="0">
                <a:pos x="connsiteX104306" y="connsiteY104306"/>
              </a:cxn>
              <a:cxn ang="0">
                <a:pos x="connsiteX104307" y="connsiteY104307"/>
              </a:cxn>
              <a:cxn ang="0">
                <a:pos x="connsiteX104308" y="connsiteY104308"/>
              </a:cxn>
              <a:cxn ang="0">
                <a:pos x="connsiteX104309" y="connsiteY104309"/>
              </a:cxn>
              <a:cxn ang="0">
                <a:pos x="connsiteX104310" y="connsiteY104310"/>
              </a:cxn>
              <a:cxn ang="0">
                <a:pos x="connsiteX104311" y="connsiteY104311"/>
              </a:cxn>
              <a:cxn ang="0">
                <a:pos x="connsiteX104312" y="connsiteY104312"/>
              </a:cxn>
              <a:cxn ang="0">
                <a:pos x="connsiteX104313" y="connsiteY104313"/>
              </a:cxn>
              <a:cxn ang="0">
                <a:pos x="connsiteX104314" y="connsiteY104314"/>
              </a:cxn>
              <a:cxn ang="0">
                <a:pos x="connsiteX104315" y="connsiteY104315"/>
              </a:cxn>
              <a:cxn ang="0">
                <a:pos x="connsiteX104316" y="connsiteY104316"/>
              </a:cxn>
              <a:cxn ang="0">
                <a:pos x="connsiteX104317" y="connsiteY104317"/>
              </a:cxn>
              <a:cxn ang="0">
                <a:pos x="connsiteX104318" y="connsiteY104318"/>
              </a:cxn>
              <a:cxn ang="0">
                <a:pos x="connsiteX104319" y="connsiteY104319"/>
              </a:cxn>
              <a:cxn ang="0">
                <a:pos x="connsiteX104320" y="connsiteY104320"/>
              </a:cxn>
              <a:cxn ang="0">
                <a:pos x="connsiteX104321" y="connsiteY104321"/>
              </a:cxn>
              <a:cxn ang="0">
                <a:pos x="connsiteX104322" y="connsiteY104322"/>
              </a:cxn>
              <a:cxn ang="0">
                <a:pos x="connsiteX104323" y="connsiteY104323"/>
              </a:cxn>
              <a:cxn ang="0">
                <a:pos x="connsiteX104324" y="connsiteY104324"/>
              </a:cxn>
              <a:cxn ang="0">
                <a:pos x="connsiteX104325" y="connsiteY104325"/>
              </a:cxn>
              <a:cxn ang="0">
                <a:pos x="connsiteX104326" y="connsiteY104326"/>
              </a:cxn>
              <a:cxn ang="0">
                <a:pos x="connsiteX104327" y="connsiteY104327"/>
              </a:cxn>
              <a:cxn ang="0">
                <a:pos x="connsiteX104328" y="connsiteY104328"/>
              </a:cxn>
              <a:cxn ang="0">
                <a:pos x="connsiteX104329" y="connsiteY104329"/>
              </a:cxn>
              <a:cxn ang="0">
                <a:pos x="connsiteX104330" y="connsiteY104330"/>
              </a:cxn>
              <a:cxn ang="0">
                <a:pos x="connsiteX104331" y="connsiteY104331"/>
              </a:cxn>
              <a:cxn ang="0">
                <a:pos x="connsiteX104332" y="connsiteY104332"/>
              </a:cxn>
              <a:cxn ang="0">
                <a:pos x="connsiteX104333" y="connsiteY104333"/>
              </a:cxn>
              <a:cxn ang="0">
                <a:pos x="connsiteX104334" y="connsiteY104334"/>
              </a:cxn>
              <a:cxn ang="0">
                <a:pos x="connsiteX104335" y="connsiteY104335"/>
              </a:cxn>
              <a:cxn ang="0">
                <a:pos x="connsiteX104336" y="connsiteY104336"/>
              </a:cxn>
              <a:cxn ang="0">
                <a:pos x="connsiteX104337" y="connsiteY104337"/>
              </a:cxn>
              <a:cxn ang="0">
                <a:pos x="connsiteX104338" y="connsiteY104338"/>
              </a:cxn>
              <a:cxn ang="0">
                <a:pos x="connsiteX104339" y="connsiteY104339"/>
              </a:cxn>
              <a:cxn ang="0">
                <a:pos x="connsiteX104340" y="connsiteY104340"/>
              </a:cxn>
              <a:cxn ang="0">
                <a:pos x="connsiteX104341" y="connsiteY104341"/>
              </a:cxn>
              <a:cxn ang="0">
                <a:pos x="connsiteX104342" y="connsiteY104342"/>
              </a:cxn>
              <a:cxn ang="0">
                <a:pos x="connsiteX104343" y="connsiteY104343"/>
              </a:cxn>
              <a:cxn ang="0">
                <a:pos x="connsiteX104344" y="connsiteY104344"/>
              </a:cxn>
              <a:cxn ang="0">
                <a:pos x="connsiteX104345" y="connsiteY104345"/>
              </a:cxn>
              <a:cxn ang="0">
                <a:pos x="connsiteX104346" y="connsiteY104346"/>
              </a:cxn>
              <a:cxn ang="0">
                <a:pos x="connsiteX104347" y="connsiteY104347"/>
              </a:cxn>
              <a:cxn ang="0">
                <a:pos x="connsiteX104348" y="connsiteY104348"/>
              </a:cxn>
              <a:cxn ang="0">
                <a:pos x="connsiteX104349" y="connsiteY104349"/>
              </a:cxn>
              <a:cxn ang="0">
                <a:pos x="connsiteX104350" y="connsiteY104350"/>
              </a:cxn>
              <a:cxn ang="0">
                <a:pos x="connsiteX104351" y="connsiteY104351"/>
              </a:cxn>
              <a:cxn ang="0">
                <a:pos x="connsiteX104352" y="connsiteY104352"/>
              </a:cxn>
              <a:cxn ang="0">
                <a:pos x="connsiteX104353" y="connsiteY104353"/>
              </a:cxn>
              <a:cxn ang="0">
                <a:pos x="connsiteX104354" y="connsiteY104354"/>
              </a:cxn>
              <a:cxn ang="0">
                <a:pos x="connsiteX104355" y="connsiteY104355"/>
              </a:cxn>
              <a:cxn ang="0">
                <a:pos x="connsiteX104356" y="connsiteY104356"/>
              </a:cxn>
              <a:cxn ang="0">
                <a:pos x="connsiteX104357" y="connsiteY104357"/>
              </a:cxn>
              <a:cxn ang="0">
                <a:pos x="connsiteX104358" y="connsiteY104358"/>
              </a:cxn>
              <a:cxn ang="0">
                <a:pos x="connsiteX104359" y="connsiteY104359"/>
              </a:cxn>
              <a:cxn ang="0">
                <a:pos x="connsiteX104360" y="connsiteY104360"/>
              </a:cxn>
              <a:cxn ang="0">
                <a:pos x="connsiteX104361" y="connsiteY104361"/>
              </a:cxn>
              <a:cxn ang="0">
                <a:pos x="connsiteX104362" y="connsiteY104362"/>
              </a:cxn>
              <a:cxn ang="0">
                <a:pos x="connsiteX104363" y="connsiteY104363"/>
              </a:cxn>
              <a:cxn ang="0">
                <a:pos x="connsiteX104364" y="connsiteY104364"/>
              </a:cxn>
              <a:cxn ang="0">
                <a:pos x="connsiteX104365" y="connsiteY104365"/>
              </a:cxn>
              <a:cxn ang="0">
                <a:pos x="connsiteX104366" y="connsiteY104366"/>
              </a:cxn>
              <a:cxn ang="0">
                <a:pos x="connsiteX104367" y="connsiteY104367"/>
              </a:cxn>
              <a:cxn ang="0">
                <a:pos x="connsiteX104368" y="connsiteY104368"/>
              </a:cxn>
              <a:cxn ang="0">
                <a:pos x="connsiteX104369" y="connsiteY104369"/>
              </a:cxn>
              <a:cxn ang="0">
                <a:pos x="connsiteX104370" y="connsiteY104370"/>
              </a:cxn>
              <a:cxn ang="0">
                <a:pos x="connsiteX104371" y="connsiteY104371"/>
              </a:cxn>
              <a:cxn ang="0">
                <a:pos x="connsiteX104372" y="connsiteY104372"/>
              </a:cxn>
              <a:cxn ang="0">
                <a:pos x="connsiteX104373" y="connsiteY104373"/>
              </a:cxn>
              <a:cxn ang="0">
                <a:pos x="connsiteX104374" y="connsiteY104374"/>
              </a:cxn>
              <a:cxn ang="0">
                <a:pos x="connsiteX104375" y="connsiteY104375"/>
              </a:cxn>
              <a:cxn ang="0">
                <a:pos x="connsiteX104376" y="connsiteY104376"/>
              </a:cxn>
              <a:cxn ang="0">
                <a:pos x="connsiteX104377" y="connsiteY104377"/>
              </a:cxn>
              <a:cxn ang="0">
                <a:pos x="connsiteX104378" y="connsiteY104378"/>
              </a:cxn>
              <a:cxn ang="0">
                <a:pos x="connsiteX104379" y="connsiteY104379"/>
              </a:cxn>
              <a:cxn ang="0">
                <a:pos x="connsiteX104380" y="connsiteY104380"/>
              </a:cxn>
              <a:cxn ang="0">
                <a:pos x="connsiteX104381" y="connsiteY104381"/>
              </a:cxn>
              <a:cxn ang="0">
                <a:pos x="connsiteX104382" y="connsiteY104382"/>
              </a:cxn>
              <a:cxn ang="0">
                <a:pos x="connsiteX104383" y="connsiteY104383"/>
              </a:cxn>
              <a:cxn ang="0">
                <a:pos x="connsiteX104384" y="connsiteY104384"/>
              </a:cxn>
              <a:cxn ang="0">
                <a:pos x="connsiteX104385" y="connsiteY104385"/>
              </a:cxn>
              <a:cxn ang="0">
                <a:pos x="connsiteX104386" y="connsiteY104386"/>
              </a:cxn>
              <a:cxn ang="0">
                <a:pos x="connsiteX104387" y="connsiteY104387"/>
              </a:cxn>
              <a:cxn ang="0">
                <a:pos x="connsiteX104388" y="connsiteY104388"/>
              </a:cxn>
              <a:cxn ang="0">
                <a:pos x="connsiteX104389" y="connsiteY104389"/>
              </a:cxn>
              <a:cxn ang="0">
                <a:pos x="connsiteX104390" y="connsiteY104390"/>
              </a:cxn>
              <a:cxn ang="0">
                <a:pos x="connsiteX104391" y="connsiteY104391"/>
              </a:cxn>
              <a:cxn ang="0">
                <a:pos x="connsiteX104392" y="connsiteY104392"/>
              </a:cxn>
              <a:cxn ang="0">
                <a:pos x="connsiteX104393" y="connsiteY104393"/>
              </a:cxn>
              <a:cxn ang="0">
                <a:pos x="connsiteX104394" y="connsiteY104394"/>
              </a:cxn>
              <a:cxn ang="0">
                <a:pos x="connsiteX104395" y="connsiteY104395"/>
              </a:cxn>
              <a:cxn ang="0">
                <a:pos x="connsiteX104396" y="connsiteY104396"/>
              </a:cxn>
              <a:cxn ang="0">
                <a:pos x="connsiteX104397" y="connsiteY104397"/>
              </a:cxn>
              <a:cxn ang="0">
                <a:pos x="connsiteX104398" y="connsiteY104398"/>
              </a:cxn>
              <a:cxn ang="0">
                <a:pos x="connsiteX104399" y="connsiteY104399"/>
              </a:cxn>
              <a:cxn ang="0">
                <a:pos x="connsiteX104400" y="connsiteY104400"/>
              </a:cxn>
              <a:cxn ang="0">
                <a:pos x="connsiteX104401" y="connsiteY104401"/>
              </a:cxn>
              <a:cxn ang="0">
                <a:pos x="connsiteX104402" y="connsiteY104402"/>
              </a:cxn>
              <a:cxn ang="0">
                <a:pos x="connsiteX104403" y="connsiteY104403"/>
              </a:cxn>
              <a:cxn ang="0">
                <a:pos x="connsiteX104404" y="connsiteY104404"/>
              </a:cxn>
              <a:cxn ang="0">
                <a:pos x="connsiteX104405" y="connsiteY104405"/>
              </a:cxn>
              <a:cxn ang="0">
                <a:pos x="connsiteX104406" y="connsiteY104406"/>
              </a:cxn>
              <a:cxn ang="0">
                <a:pos x="connsiteX104407" y="connsiteY104407"/>
              </a:cxn>
              <a:cxn ang="0">
                <a:pos x="connsiteX104408" y="connsiteY104408"/>
              </a:cxn>
              <a:cxn ang="0">
                <a:pos x="connsiteX104409" y="connsiteY104409"/>
              </a:cxn>
              <a:cxn ang="0">
                <a:pos x="connsiteX104410" y="connsiteY104410"/>
              </a:cxn>
              <a:cxn ang="0">
                <a:pos x="connsiteX104411" y="connsiteY104411"/>
              </a:cxn>
              <a:cxn ang="0">
                <a:pos x="connsiteX104412" y="connsiteY104412"/>
              </a:cxn>
              <a:cxn ang="0">
                <a:pos x="connsiteX104413" y="connsiteY104413"/>
              </a:cxn>
              <a:cxn ang="0">
                <a:pos x="connsiteX104414" y="connsiteY104414"/>
              </a:cxn>
              <a:cxn ang="0">
                <a:pos x="connsiteX104415" y="connsiteY104415"/>
              </a:cxn>
              <a:cxn ang="0">
                <a:pos x="connsiteX104416" y="connsiteY104416"/>
              </a:cxn>
              <a:cxn ang="0">
                <a:pos x="connsiteX104417" y="connsiteY104417"/>
              </a:cxn>
              <a:cxn ang="0">
                <a:pos x="connsiteX104418" y="connsiteY104418"/>
              </a:cxn>
              <a:cxn ang="0">
                <a:pos x="connsiteX104419" y="connsiteY104419"/>
              </a:cxn>
              <a:cxn ang="0">
                <a:pos x="connsiteX104420" y="connsiteY104420"/>
              </a:cxn>
              <a:cxn ang="0">
                <a:pos x="connsiteX104421" y="connsiteY104421"/>
              </a:cxn>
              <a:cxn ang="0">
                <a:pos x="connsiteX104422" y="connsiteY104422"/>
              </a:cxn>
              <a:cxn ang="0">
                <a:pos x="connsiteX104423" y="connsiteY104423"/>
              </a:cxn>
              <a:cxn ang="0">
                <a:pos x="connsiteX104424" y="connsiteY104424"/>
              </a:cxn>
              <a:cxn ang="0">
                <a:pos x="connsiteX104425" y="connsiteY104425"/>
              </a:cxn>
              <a:cxn ang="0">
                <a:pos x="connsiteX104426" y="connsiteY104426"/>
              </a:cxn>
              <a:cxn ang="0">
                <a:pos x="connsiteX104427" y="connsiteY104427"/>
              </a:cxn>
              <a:cxn ang="0">
                <a:pos x="connsiteX104428" y="connsiteY104428"/>
              </a:cxn>
              <a:cxn ang="0">
                <a:pos x="connsiteX104429" y="connsiteY104429"/>
              </a:cxn>
              <a:cxn ang="0">
                <a:pos x="connsiteX104430" y="connsiteY104430"/>
              </a:cxn>
              <a:cxn ang="0">
                <a:pos x="connsiteX104431" y="connsiteY104431"/>
              </a:cxn>
              <a:cxn ang="0">
                <a:pos x="connsiteX104432" y="connsiteY104432"/>
              </a:cxn>
              <a:cxn ang="0">
                <a:pos x="connsiteX104433" y="connsiteY104433"/>
              </a:cxn>
              <a:cxn ang="0">
                <a:pos x="connsiteX104434" y="connsiteY104434"/>
              </a:cxn>
              <a:cxn ang="0">
                <a:pos x="connsiteX104435" y="connsiteY104435"/>
              </a:cxn>
              <a:cxn ang="0">
                <a:pos x="connsiteX104436" y="connsiteY104436"/>
              </a:cxn>
              <a:cxn ang="0">
                <a:pos x="connsiteX104437" y="connsiteY104437"/>
              </a:cxn>
              <a:cxn ang="0">
                <a:pos x="connsiteX104438" y="connsiteY104438"/>
              </a:cxn>
              <a:cxn ang="0">
                <a:pos x="connsiteX104439" y="connsiteY104439"/>
              </a:cxn>
              <a:cxn ang="0">
                <a:pos x="connsiteX104440" y="connsiteY104440"/>
              </a:cxn>
              <a:cxn ang="0">
                <a:pos x="connsiteX104441" y="connsiteY104441"/>
              </a:cxn>
              <a:cxn ang="0">
                <a:pos x="connsiteX104442" y="connsiteY104442"/>
              </a:cxn>
              <a:cxn ang="0">
                <a:pos x="connsiteX104443" y="connsiteY104443"/>
              </a:cxn>
              <a:cxn ang="0">
                <a:pos x="connsiteX104444" y="connsiteY104444"/>
              </a:cxn>
              <a:cxn ang="0">
                <a:pos x="connsiteX104445" y="connsiteY104445"/>
              </a:cxn>
              <a:cxn ang="0">
                <a:pos x="connsiteX104446" y="connsiteY104446"/>
              </a:cxn>
              <a:cxn ang="0">
                <a:pos x="connsiteX104447" y="connsiteY104447"/>
              </a:cxn>
              <a:cxn ang="0">
                <a:pos x="connsiteX104448" y="connsiteY104448"/>
              </a:cxn>
              <a:cxn ang="0">
                <a:pos x="connsiteX104449" y="connsiteY104449"/>
              </a:cxn>
              <a:cxn ang="0">
                <a:pos x="connsiteX104450" y="connsiteY104450"/>
              </a:cxn>
              <a:cxn ang="0">
                <a:pos x="connsiteX104451" y="connsiteY104451"/>
              </a:cxn>
              <a:cxn ang="0">
                <a:pos x="connsiteX104452" y="connsiteY104452"/>
              </a:cxn>
              <a:cxn ang="0">
                <a:pos x="connsiteX104453" y="connsiteY104453"/>
              </a:cxn>
              <a:cxn ang="0">
                <a:pos x="connsiteX104454" y="connsiteY104454"/>
              </a:cxn>
              <a:cxn ang="0">
                <a:pos x="connsiteX104455" y="connsiteY104455"/>
              </a:cxn>
              <a:cxn ang="0">
                <a:pos x="connsiteX104456" y="connsiteY104456"/>
              </a:cxn>
              <a:cxn ang="0">
                <a:pos x="connsiteX104457" y="connsiteY104457"/>
              </a:cxn>
              <a:cxn ang="0">
                <a:pos x="connsiteX104458" y="connsiteY104458"/>
              </a:cxn>
              <a:cxn ang="0">
                <a:pos x="connsiteX104459" y="connsiteY104459"/>
              </a:cxn>
              <a:cxn ang="0">
                <a:pos x="connsiteX104460" y="connsiteY104460"/>
              </a:cxn>
              <a:cxn ang="0">
                <a:pos x="connsiteX104461" y="connsiteY104461"/>
              </a:cxn>
              <a:cxn ang="0">
                <a:pos x="connsiteX104462" y="connsiteY104462"/>
              </a:cxn>
              <a:cxn ang="0">
                <a:pos x="connsiteX104463" y="connsiteY104463"/>
              </a:cxn>
              <a:cxn ang="0">
                <a:pos x="connsiteX104464" y="connsiteY104464"/>
              </a:cxn>
              <a:cxn ang="0">
                <a:pos x="connsiteX104465" y="connsiteY104465"/>
              </a:cxn>
              <a:cxn ang="0">
                <a:pos x="connsiteX104466" y="connsiteY104466"/>
              </a:cxn>
              <a:cxn ang="0">
                <a:pos x="connsiteX104467" y="connsiteY104467"/>
              </a:cxn>
              <a:cxn ang="0">
                <a:pos x="connsiteX104468" y="connsiteY104468"/>
              </a:cxn>
              <a:cxn ang="0">
                <a:pos x="connsiteX104469" y="connsiteY104469"/>
              </a:cxn>
              <a:cxn ang="0">
                <a:pos x="connsiteX104470" y="connsiteY104470"/>
              </a:cxn>
              <a:cxn ang="0">
                <a:pos x="connsiteX104471" y="connsiteY104471"/>
              </a:cxn>
              <a:cxn ang="0">
                <a:pos x="connsiteX104472" y="connsiteY104472"/>
              </a:cxn>
              <a:cxn ang="0">
                <a:pos x="connsiteX104473" y="connsiteY104473"/>
              </a:cxn>
              <a:cxn ang="0">
                <a:pos x="connsiteX104474" y="connsiteY104474"/>
              </a:cxn>
              <a:cxn ang="0">
                <a:pos x="connsiteX104475" y="connsiteY104475"/>
              </a:cxn>
              <a:cxn ang="0">
                <a:pos x="connsiteX104476" y="connsiteY104476"/>
              </a:cxn>
              <a:cxn ang="0">
                <a:pos x="connsiteX104477" y="connsiteY104477"/>
              </a:cxn>
              <a:cxn ang="0">
                <a:pos x="connsiteX104478" y="connsiteY104478"/>
              </a:cxn>
              <a:cxn ang="0">
                <a:pos x="connsiteX104479" y="connsiteY104479"/>
              </a:cxn>
              <a:cxn ang="0">
                <a:pos x="connsiteX104480" y="connsiteY104480"/>
              </a:cxn>
              <a:cxn ang="0">
                <a:pos x="connsiteX104481" y="connsiteY104481"/>
              </a:cxn>
              <a:cxn ang="0">
                <a:pos x="connsiteX104482" y="connsiteY104482"/>
              </a:cxn>
              <a:cxn ang="0">
                <a:pos x="connsiteX104483" y="connsiteY104483"/>
              </a:cxn>
              <a:cxn ang="0">
                <a:pos x="connsiteX104484" y="connsiteY104484"/>
              </a:cxn>
              <a:cxn ang="0">
                <a:pos x="connsiteX104485" y="connsiteY104485"/>
              </a:cxn>
              <a:cxn ang="0">
                <a:pos x="connsiteX104486" y="connsiteY104486"/>
              </a:cxn>
              <a:cxn ang="0">
                <a:pos x="connsiteX104487" y="connsiteY104487"/>
              </a:cxn>
              <a:cxn ang="0">
                <a:pos x="connsiteX104488" y="connsiteY104488"/>
              </a:cxn>
              <a:cxn ang="0">
                <a:pos x="connsiteX104489" y="connsiteY104489"/>
              </a:cxn>
              <a:cxn ang="0">
                <a:pos x="connsiteX104490" y="connsiteY104490"/>
              </a:cxn>
              <a:cxn ang="0">
                <a:pos x="connsiteX104491" y="connsiteY104491"/>
              </a:cxn>
              <a:cxn ang="0">
                <a:pos x="connsiteX104492" y="connsiteY104492"/>
              </a:cxn>
              <a:cxn ang="0">
                <a:pos x="connsiteX104493" y="connsiteY104493"/>
              </a:cxn>
              <a:cxn ang="0">
                <a:pos x="connsiteX104494" y="connsiteY104494"/>
              </a:cxn>
              <a:cxn ang="0">
                <a:pos x="connsiteX104495" y="connsiteY104495"/>
              </a:cxn>
              <a:cxn ang="0">
                <a:pos x="connsiteX104496" y="connsiteY104496"/>
              </a:cxn>
              <a:cxn ang="0">
                <a:pos x="connsiteX104497" y="connsiteY104497"/>
              </a:cxn>
              <a:cxn ang="0">
                <a:pos x="connsiteX104498" y="connsiteY104498"/>
              </a:cxn>
              <a:cxn ang="0">
                <a:pos x="connsiteX104499" y="connsiteY104499"/>
              </a:cxn>
              <a:cxn ang="0">
                <a:pos x="connsiteX104500" y="connsiteY104500"/>
              </a:cxn>
              <a:cxn ang="0">
                <a:pos x="connsiteX104501" y="connsiteY104501"/>
              </a:cxn>
              <a:cxn ang="0">
                <a:pos x="connsiteX104502" y="connsiteY104502"/>
              </a:cxn>
              <a:cxn ang="0">
                <a:pos x="connsiteX104503" y="connsiteY104503"/>
              </a:cxn>
              <a:cxn ang="0">
                <a:pos x="connsiteX104504" y="connsiteY104504"/>
              </a:cxn>
              <a:cxn ang="0">
                <a:pos x="connsiteX104505" y="connsiteY104505"/>
              </a:cxn>
              <a:cxn ang="0">
                <a:pos x="connsiteX104506" y="connsiteY104506"/>
              </a:cxn>
              <a:cxn ang="0">
                <a:pos x="connsiteX104507" y="connsiteY104507"/>
              </a:cxn>
              <a:cxn ang="0">
                <a:pos x="connsiteX104508" y="connsiteY104508"/>
              </a:cxn>
              <a:cxn ang="0">
                <a:pos x="connsiteX104509" y="connsiteY104509"/>
              </a:cxn>
              <a:cxn ang="0">
                <a:pos x="connsiteX104510" y="connsiteY104510"/>
              </a:cxn>
              <a:cxn ang="0">
                <a:pos x="connsiteX104511" y="connsiteY104511"/>
              </a:cxn>
              <a:cxn ang="0">
                <a:pos x="connsiteX104512" y="connsiteY104512"/>
              </a:cxn>
              <a:cxn ang="0">
                <a:pos x="connsiteX104513" y="connsiteY104513"/>
              </a:cxn>
              <a:cxn ang="0">
                <a:pos x="connsiteX104514" y="connsiteY104514"/>
              </a:cxn>
              <a:cxn ang="0">
                <a:pos x="connsiteX104515" y="connsiteY104515"/>
              </a:cxn>
              <a:cxn ang="0">
                <a:pos x="connsiteX104516" y="connsiteY104516"/>
              </a:cxn>
              <a:cxn ang="0">
                <a:pos x="connsiteX104517" y="connsiteY104517"/>
              </a:cxn>
              <a:cxn ang="0">
                <a:pos x="connsiteX104518" y="connsiteY104518"/>
              </a:cxn>
              <a:cxn ang="0">
                <a:pos x="connsiteX104519" y="connsiteY104519"/>
              </a:cxn>
              <a:cxn ang="0">
                <a:pos x="connsiteX104520" y="connsiteY104520"/>
              </a:cxn>
              <a:cxn ang="0">
                <a:pos x="connsiteX104521" y="connsiteY104521"/>
              </a:cxn>
              <a:cxn ang="0">
                <a:pos x="connsiteX104522" y="connsiteY104522"/>
              </a:cxn>
              <a:cxn ang="0">
                <a:pos x="connsiteX104523" y="connsiteY104523"/>
              </a:cxn>
              <a:cxn ang="0">
                <a:pos x="connsiteX104524" y="connsiteY104524"/>
              </a:cxn>
              <a:cxn ang="0">
                <a:pos x="connsiteX104525" y="connsiteY104525"/>
              </a:cxn>
              <a:cxn ang="0">
                <a:pos x="connsiteX104526" y="connsiteY104526"/>
              </a:cxn>
              <a:cxn ang="0">
                <a:pos x="connsiteX104527" y="connsiteY104527"/>
              </a:cxn>
              <a:cxn ang="0">
                <a:pos x="connsiteX104528" y="connsiteY104528"/>
              </a:cxn>
              <a:cxn ang="0">
                <a:pos x="connsiteX104529" y="connsiteY104529"/>
              </a:cxn>
              <a:cxn ang="0">
                <a:pos x="connsiteX104530" y="connsiteY104530"/>
              </a:cxn>
              <a:cxn ang="0">
                <a:pos x="connsiteX104531" y="connsiteY104531"/>
              </a:cxn>
              <a:cxn ang="0">
                <a:pos x="connsiteX104532" y="connsiteY104532"/>
              </a:cxn>
              <a:cxn ang="0">
                <a:pos x="connsiteX104533" y="connsiteY104533"/>
              </a:cxn>
              <a:cxn ang="0">
                <a:pos x="connsiteX104534" y="connsiteY104534"/>
              </a:cxn>
              <a:cxn ang="0">
                <a:pos x="connsiteX104535" y="connsiteY104535"/>
              </a:cxn>
              <a:cxn ang="0">
                <a:pos x="connsiteX104536" y="connsiteY104536"/>
              </a:cxn>
              <a:cxn ang="0">
                <a:pos x="connsiteX104537" y="connsiteY104537"/>
              </a:cxn>
              <a:cxn ang="0">
                <a:pos x="connsiteX104538" y="connsiteY104538"/>
              </a:cxn>
              <a:cxn ang="0">
                <a:pos x="connsiteX104539" y="connsiteY104539"/>
              </a:cxn>
              <a:cxn ang="0">
                <a:pos x="connsiteX104540" y="connsiteY104540"/>
              </a:cxn>
              <a:cxn ang="0">
                <a:pos x="connsiteX104541" y="connsiteY104541"/>
              </a:cxn>
              <a:cxn ang="0">
                <a:pos x="connsiteX104542" y="connsiteY104542"/>
              </a:cxn>
              <a:cxn ang="0">
                <a:pos x="connsiteX104543" y="connsiteY104543"/>
              </a:cxn>
              <a:cxn ang="0">
                <a:pos x="connsiteX104544" y="connsiteY104544"/>
              </a:cxn>
              <a:cxn ang="0">
                <a:pos x="connsiteX104545" y="connsiteY104545"/>
              </a:cxn>
              <a:cxn ang="0">
                <a:pos x="connsiteX104546" y="connsiteY104546"/>
              </a:cxn>
              <a:cxn ang="0">
                <a:pos x="connsiteX104547" y="connsiteY104547"/>
              </a:cxn>
              <a:cxn ang="0">
                <a:pos x="connsiteX104548" y="connsiteY104548"/>
              </a:cxn>
              <a:cxn ang="0">
                <a:pos x="connsiteX104549" y="connsiteY104549"/>
              </a:cxn>
              <a:cxn ang="0">
                <a:pos x="connsiteX104550" y="connsiteY104550"/>
              </a:cxn>
              <a:cxn ang="0">
                <a:pos x="connsiteX104551" y="connsiteY104551"/>
              </a:cxn>
              <a:cxn ang="0">
                <a:pos x="connsiteX104552" y="connsiteY104552"/>
              </a:cxn>
              <a:cxn ang="0">
                <a:pos x="connsiteX104553" y="connsiteY104553"/>
              </a:cxn>
              <a:cxn ang="0">
                <a:pos x="connsiteX104554" y="connsiteY104554"/>
              </a:cxn>
              <a:cxn ang="0">
                <a:pos x="connsiteX104555" y="connsiteY104555"/>
              </a:cxn>
              <a:cxn ang="0">
                <a:pos x="connsiteX104556" y="connsiteY104556"/>
              </a:cxn>
              <a:cxn ang="0">
                <a:pos x="connsiteX104557" y="connsiteY104557"/>
              </a:cxn>
              <a:cxn ang="0">
                <a:pos x="connsiteX104558" y="connsiteY104558"/>
              </a:cxn>
              <a:cxn ang="0">
                <a:pos x="connsiteX104559" y="connsiteY104559"/>
              </a:cxn>
              <a:cxn ang="0">
                <a:pos x="connsiteX104560" y="connsiteY104560"/>
              </a:cxn>
              <a:cxn ang="0">
                <a:pos x="connsiteX104561" y="connsiteY104561"/>
              </a:cxn>
              <a:cxn ang="0">
                <a:pos x="connsiteX104562" y="connsiteY104562"/>
              </a:cxn>
              <a:cxn ang="0">
                <a:pos x="connsiteX104563" y="connsiteY104563"/>
              </a:cxn>
              <a:cxn ang="0">
                <a:pos x="connsiteX104564" y="connsiteY104564"/>
              </a:cxn>
              <a:cxn ang="0">
                <a:pos x="connsiteX104565" y="connsiteY104565"/>
              </a:cxn>
              <a:cxn ang="0">
                <a:pos x="connsiteX104566" y="connsiteY104566"/>
              </a:cxn>
              <a:cxn ang="0">
                <a:pos x="connsiteX104567" y="connsiteY104567"/>
              </a:cxn>
              <a:cxn ang="0">
                <a:pos x="connsiteX104568" y="connsiteY104568"/>
              </a:cxn>
              <a:cxn ang="0">
                <a:pos x="connsiteX104569" y="connsiteY104569"/>
              </a:cxn>
              <a:cxn ang="0">
                <a:pos x="connsiteX104570" y="connsiteY104570"/>
              </a:cxn>
              <a:cxn ang="0">
                <a:pos x="connsiteX104571" y="connsiteY104571"/>
              </a:cxn>
              <a:cxn ang="0">
                <a:pos x="connsiteX104572" y="connsiteY104572"/>
              </a:cxn>
              <a:cxn ang="0">
                <a:pos x="connsiteX104573" y="connsiteY104573"/>
              </a:cxn>
              <a:cxn ang="0">
                <a:pos x="connsiteX104574" y="connsiteY104574"/>
              </a:cxn>
              <a:cxn ang="0">
                <a:pos x="connsiteX104575" y="connsiteY104575"/>
              </a:cxn>
              <a:cxn ang="0">
                <a:pos x="connsiteX104576" y="connsiteY104576"/>
              </a:cxn>
              <a:cxn ang="0">
                <a:pos x="connsiteX104577" y="connsiteY104577"/>
              </a:cxn>
              <a:cxn ang="0">
                <a:pos x="connsiteX104578" y="connsiteY104578"/>
              </a:cxn>
              <a:cxn ang="0">
                <a:pos x="connsiteX104579" y="connsiteY104579"/>
              </a:cxn>
              <a:cxn ang="0">
                <a:pos x="connsiteX104580" y="connsiteY104580"/>
              </a:cxn>
              <a:cxn ang="0">
                <a:pos x="connsiteX104581" y="connsiteY104581"/>
              </a:cxn>
              <a:cxn ang="0">
                <a:pos x="connsiteX104582" y="connsiteY104582"/>
              </a:cxn>
              <a:cxn ang="0">
                <a:pos x="connsiteX104583" y="connsiteY104583"/>
              </a:cxn>
              <a:cxn ang="0">
                <a:pos x="connsiteX104584" y="connsiteY104584"/>
              </a:cxn>
              <a:cxn ang="0">
                <a:pos x="connsiteX104585" y="connsiteY104585"/>
              </a:cxn>
              <a:cxn ang="0">
                <a:pos x="connsiteX104586" y="connsiteY104586"/>
              </a:cxn>
              <a:cxn ang="0">
                <a:pos x="connsiteX104587" y="connsiteY104587"/>
              </a:cxn>
              <a:cxn ang="0">
                <a:pos x="connsiteX104588" y="connsiteY104588"/>
              </a:cxn>
              <a:cxn ang="0">
                <a:pos x="connsiteX104589" y="connsiteY104589"/>
              </a:cxn>
              <a:cxn ang="0">
                <a:pos x="connsiteX104590" y="connsiteY104590"/>
              </a:cxn>
              <a:cxn ang="0">
                <a:pos x="connsiteX104591" y="connsiteY104591"/>
              </a:cxn>
              <a:cxn ang="0">
                <a:pos x="connsiteX104592" y="connsiteY104592"/>
              </a:cxn>
              <a:cxn ang="0">
                <a:pos x="connsiteX104593" y="connsiteY104593"/>
              </a:cxn>
              <a:cxn ang="0">
                <a:pos x="connsiteX104594" y="connsiteY104594"/>
              </a:cxn>
              <a:cxn ang="0">
                <a:pos x="connsiteX104595" y="connsiteY104595"/>
              </a:cxn>
              <a:cxn ang="0">
                <a:pos x="connsiteX104596" y="connsiteY104596"/>
              </a:cxn>
              <a:cxn ang="0">
                <a:pos x="connsiteX104597" y="connsiteY104597"/>
              </a:cxn>
              <a:cxn ang="0">
                <a:pos x="connsiteX104598" y="connsiteY104598"/>
              </a:cxn>
              <a:cxn ang="0">
                <a:pos x="connsiteX104599" y="connsiteY104599"/>
              </a:cxn>
              <a:cxn ang="0">
                <a:pos x="connsiteX104600" y="connsiteY104600"/>
              </a:cxn>
              <a:cxn ang="0">
                <a:pos x="connsiteX104601" y="connsiteY104601"/>
              </a:cxn>
              <a:cxn ang="0">
                <a:pos x="connsiteX104602" y="connsiteY104602"/>
              </a:cxn>
              <a:cxn ang="0">
                <a:pos x="connsiteX104603" y="connsiteY104603"/>
              </a:cxn>
              <a:cxn ang="0">
                <a:pos x="connsiteX104604" y="connsiteY104604"/>
              </a:cxn>
              <a:cxn ang="0">
                <a:pos x="connsiteX104605" y="connsiteY104605"/>
              </a:cxn>
              <a:cxn ang="0">
                <a:pos x="connsiteX104606" y="connsiteY104606"/>
              </a:cxn>
              <a:cxn ang="0">
                <a:pos x="connsiteX104607" y="connsiteY104607"/>
              </a:cxn>
              <a:cxn ang="0">
                <a:pos x="connsiteX104608" y="connsiteY104608"/>
              </a:cxn>
              <a:cxn ang="0">
                <a:pos x="connsiteX104609" y="connsiteY104609"/>
              </a:cxn>
              <a:cxn ang="0">
                <a:pos x="connsiteX104610" y="connsiteY104610"/>
              </a:cxn>
              <a:cxn ang="0">
                <a:pos x="connsiteX104611" y="connsiteY104611"/>
              </a:cxn>
              <a:cxn ang="0">
                <a:pos x="connsiteX104612" y="connsiteY104612"/>
              </a:cxn>
              <a:cxn ang="0">
                <a:pos x="connsiteX104613" y="connsiteY104613"/>
              </a:cxn>
              <a:cxn ang="0">
                <a:pos x="connsiteX104614" y="connsiteY104614"/>
              </a:cxn>
              <a:cxn ang="0">
                <a:pos x="connsiteX104615" y="connsiteY104615"/>
              </a:cxn>
              <a:cxn ang="0">
                <a:pos x="connsiteX104616" y="connsiteY104616"/>
              </a:cxn>
              <a:cxn ang="0">
                <a:pos x="connsiteX104617" y="connsiteY104617"/>
              </a:cxn>
              <a:cxn ang="0">
                <a:pos x="connsiteX104618" y="connsiteY104618"/>
              </a:cxn>
              <a:cxn ang="0">
                <a:pos x="connsiteX104619" y="connsiteY104619"/>
              </a:cxn>
              <a:cxn ang="0">
                <a:pos x="connsiteX104620" y="connsiteY104620"/>
              </a:cxn>
              <a:cxn ang="0">
                <a:pos x="connsiteX104621" y="connsiteY104621"/>
              </a:cxn>
              <a:cxn ang="0">
                <a:pos x="connsiteX104622" y="connsiteY104622"/>
              </a:cxn>
              <a:cxn ang="0">
                <a:pos x="connsiteX104623" y="connsiteY104623"/>
              </a:cxn>
              <a:cxn ang="0">
                <a:pos x="connsiteX104624" y="connsiteY104624"/>
              </a:cxn>
              <a:cxn ang="0">
                <a:pos x="connsiteX104625" y="connsiteY104625"/>
              </a:cxn>
              <a:cxn ang="0">
                <a:pos x="connsiteX104626" y="connsiteY104626"/>
              </a:cxn>
              <a:cxn ang="0">
                <a:pos x="connsiteX104627" y="connsiteY104627"/>
              </a:cxn>
              <a:cxn ang="0">
                <a:pos x="connsiteX104628" y="connsiteY104628"/>
              </a:cxn>
              <a:cxn ang="0">
                <a:pos x="connsiteX104629" y="connsiteY104629"/>
              </a:cxn>
              <a:cxn ang="0">
                <a:pos x="connsiteX104630" y="connsiteY104630"/>
              </a:cxn>
              <a:cxn ang="0">
                <a:pos x="connsiteX104631" y="connsiteY104631"/>
              </a:cxn>
              <a:cxn ang="0">
                <a:pos x="connsiteX104632" y="connsiteY104632"/>
              </a:cxn>
              <a:cxn ang="0">
                <a:pos x="connsiteX104633" y="connsiteY104633"/>
              </a:cxn>
              <a:cxn ang="0">
                <a:pos x="connsiteX104634" y="connsiteY104634"/>
              </a:cxn>
              <a:cxn ang="0">
                <a:pos x="connsiteX104635" y="connsiteY104635"/>
              </a:cxn>
              <a:cxn ang="0">
                <a:pos x="connsiteX104636" y="connsiteY104636"/>
              </a:cxn>
              <a:cxn ang="0">
                <a:pos x="connsiteX104637" y="connsiteY104637"/>
              </a:cxn>
              <a:cxn ang="0">
                <a:pos x="connsiteX104638" y="connsiteY104638"/>
              </a:cxn>
              <a:cxn ang="0">
                <a:pos x="connsiteX104639" y="connsiteY104639"/>
              </a:cxn>
              <a:cxn ang="0">
                <a:pos x="connsiteX104640" y="connsiteY104640"/>
              </a:cxn>
              <a:cxn ang="0">
                <a:pos x="connsiteX104641" y="connsiteY104641"/>
              </a:cxn>
              <a:cxn ang="0">
                <a:pos x="connsiteX104642" y="connsiteY104642"/>
              </a:cxn>
              <a:cxn ang="0">
                <a:pos x="connsiteX104643" y="connsiteY104643"/>
              </a:cxn>
              <a:cxn ang="0">
                <a:pos x="connsiteX104644" y="connsiteY104644"/>
              </a:cxn>
              <a:cxn ang="0">
                <a:pos x="connsiteX104645" y="connsiteY104645"/>
              </a:cxn>
              <a:cxn ang="0">
                <a:pos x="connsiteX104646" y="connsiteY104646"/>
              </a:cxn>
              <a:cxn ang="0">
                <a:pos x="connsiteX104647" y="connsiteY104647"/>
              </a:cxn>
              <a:cxn ang="0">
                <a:pos x="connsiteX104648" y="connsiteY104648"/>
              </a:cxn>
              <a:cxn ang="0">
                <a:pos x="connsiteX104649" y="connsiteY104649"/>
              </a:cxn>
              <a:cxn ang="0">
                <a:pos x="connsiteX104650" y="connsiteY104650"/>
              </a:cxn>
              <a:cxn ang="0">
                <a:pos x="connsiteX104651" y="connsiteY104651"/>
              </a:cxn>
              <a:cxn ang="0">
                <a:pos x="connsiteX104652" y="connsiteY104652"/>
              </a:cxn>
              <a:cxn ang="0">
                <a:pos x="connsiteX104653" y="connsiteY104653"/>
              </a:cxn>
              <a:cxn ang="0">
                <a:pos x="connsiteX104654" y="connsiteY104654"/>
              </a:cxn>
              <a:cxn ang="0">
                <a:pos x="connsiteX104655" y="connsiteY104655"/>
              </a:cxn>
              <a:cxn ang="0">
                <a:pos x="connsiteX104656" y="connsiteY104656"/>
              </a:cxn>
              <a:cxn ang="0">
                <a:pos x="connsiteX104657" y="connsiteY104657"/>
              </a:cxn>
              <a:cxn ang="0">
                <a:pos x="connsiteX104658" y="connsiteY104658"/>
              </a:cxn>
              <a:cxn ang="0">
                <a:pos x="connsiteX104659" y="connsiteY104659"/>
              </a:cxn>
              <a:cxn ang="0">
                <a:pos x="connsiteX104660" y="connsiteY104660"/>
              </a:cxn>
              <a:cxn ang="0">
                <a:pos x="connsiteX104661" y="connsiteY104661"/>
              </a:cxn>
              <a:cxn ang="0">
                <a:pos x="connsiteX104662" y="connsiteY104662"/>
              </a:cxn>
              <a:cxn ang="0">
                <a:pos x="connsiteX104663" y="connsiteY104663"/>
              </a:cxn>
              <a:cxn ang="0">
                <a:pos x="connsiteX104664" y="connsiteY104664"/>
              </a:cxn>
              <a:cxn ang="0">
                <a:pos x="connsiteX104665" y="connsiteY104665"/>
              </a:cxn>
              <a:cxn ang="0">
                <a:pos x="connsiteX104666" y="connsiteY104666"/>
              </a:cxn>
              <a:cxn ang="0">
                <a:pos x="connsiteX104667" y="connsiteY104667"/>
              </a:cxn>
              <a:cxn ang="0">
                <a:pos x="connsiteX104668" y="connsiteY104668"/>
              </a:cxn>
              <a:cxn ang="0">
                <a:pos x="connsiteX104669" y="connsiteY104669"/>
              </a:cxn>
              <a:cxn ang="0">
                <a:pos x="connsiteX104670" y="connsiteY104670"/>
              </a:cxn>
              <a:cxn ang="0">
                <a:pos x="connsiteX104671" y="connsiteY104671"/>
              </a:cxn>
              <a:cxn ang="0">
                <a:pos x="connsiteX104672" y="connsiteY104672"/>
              </a:cxn>
              <a:cxn ang="0">
                <a:pos x="connsiteX104673" y="connsiteY104673"/>
              </a:cxn>
              <a:cxn ang="0">
                <a:pos x="connsiteX104674" y="connsiteY104674"/>
              </a:cxn>
              <a:cxn ang="0">
                <a:pos x="connsiteX104675" y="connsiteY104675"/>
              </a:cxn>
              <a:cxn ang="0">
                <a:pos x="connsiteX104676" y="connsiteY104676"/>
              </a:cxn>
              <a:cxn ang="0">
                <a:pos x="connsiteX104677" y="connsiteY104677"/>
              </a:cxn>
              <a:cxn ang="0">
                <a:pos x="connsiteX104678" y="connsiteY104678"/>
              </a:cxn>
              <a:cxn ang="0">
                <a:pos x="connsiteX104679" y="connsiteY104679"/>
              </a:cxn>
              <a:cxn ang="0">
                <a:pos x="connsiteX104680" y="connsiteY104680"/>
              </a:cxn>
              <a:cxn ang="0">
                <a:pos x="connsiteX104681" y="connsiteY104681"/>
              </a:cxn>
              <a:cxn ang="0">
                <a:pos x="connsiteX104682" y="connsiteY104682"/>
              </a:cxn>
              <a:cxn ang="0">
                <a:pos x="connsiteX104683" y="connsiteY104683"/>
              </a:cxn>
              <a:cxn ang="0">
                <a:pos x="connsiteX104684" y="connsiteY104684"/>
              </a:cxn>
              <a:cxn ang="0">
                <a:pos x="connsiteX104685" y="connsiteY104685"/>
              </a:cxn>
              <a:cxn ang="0">
                <a:pos x="connsiteX104686" y="connsiteY104686"/>
              </a:cxn>
              <a:cxn ang="0">
                <a:pos x="connsiteX104687" y="connsiteY104687"/>
              </a:cxn>
              <a:cxn ang="0">
                <a:pos x="connsiteX104688" y="connsiteY104688"/>
              </a:cxn>
              <a:cxn ang="0">
                <a:pos x="connsiteX104689" y="connsiteY104689"/>
              </a:cxn>
              <a:cxn ang="0">
                <a:pos x="connsiteX104690" y="connsiteY104690"/>
              </a:cxn>
              <a:cxn ang="0">
                <a:pos x="connsiteX104691" y="connsiteY104691"/>
              </a:cxn>
              <a:cxn ang="0">
                <a:pos x="connsiteX104692" y="connsiteY104692"/>
              </a:cxn>
              <a:cxn ang="0">
                <a:pos x="connsiteX104693" y="connsiteY104693"/>
              </a:cxn>
              <a:cxn ang="0">
                <a:pos x="connsiteX104694" y="connsiteY104694"/>
              </a:cxn>
              <a:cxn ang="0">
                <a:pos x="connsiteX104695" y="connsiteY104695"/>
              </a:cxn>
              <a:cxn ang="0">
                <a:pos x="connsiteX104696" y="connsiteY104696"/>
              </a:cxn>
              <a:cxn ang="0">
                <a:pos x="connsiteX104697" y="connsiteY104697"/>
              </a:cxn>
              <a:cxn ang="0">
                <a:pos x="connsiteX104698" y="connsiteY104698"/>
              </a:cxn>
              <a:cxn ang="0">
                <a:pos x="connsiteX104699" y="connsiteY104699"/>
              </a:cxn>
              <a:cxn ang="0">
                <a:pos x="connsiteX104700" y="connsiteY104700"/>
              </a:cxn>
              <a:cxn ang="0">
                <a:pos x="connsiteX104701" y="connsiteY104701"/>
              </a:cxn>
              <a:cxn ang="0">
                <a:pos x="connsiteX104702" y="connsiteY104702"/>
              </a:cxn>
              <a:cxn ang="0">
                <a:pos x="connsiteX104703" y="connsiteY104703"/>
              </a:cxn>
              <a:cxn ang="0">
                <a:pos x="connsiteX104704" y="connsiteY104704"/>
              </a:cxn>
              <a:cxn ang="0">
                <a:pos x="connsiteX104705" y="connsiteY104705"/>
              </a:cxn>
              <a:cxn ang="0">
                <a:pos x="connsiteX104706" y="connsiteY104706"/>
              </a:cxn>
              <a:cxn ang="0">
                <a:pos x="connsiteX104707" y="connsiteY104707"/>
              </a:cxn>
              <a:cxn ang="0">
                <a:pos x="connsiteX104708" y="connsiteY104708"/>
              </a:cxn>
              <a:cxn ang="0">
                <a:pos x="connsiteX104709" y="connsiteY104709"/>
              </a:cxn>
              <a:cxn ang="0">
                <a:pos x="connsiteX104710" y="connsiteY104710"/>
              </a:cxn>
              <a:cxn ang="0">
                <a:pos x="connsiteX104711" y="connsiteY104711"/>
              </a:cxn>
              <a:cxn ang="0">
                <a:pos x="connsiteX104712" y="connsiteY104712"/>
              </a:cxn>
              <a:cxn ang="0">
                <a:pos x="connsiteX104713" y="connsiteY104713"/>
              </a:cxn>
              <a:cxn ang="0">
                <a:pos x="connsiteX104714" y="connsiteY104714"/>
              </a:cxn>
              <a:cxn ang="0">
                <a:pos x="connsiteX104715" y="connsiteY104715"/>
              </a:cxn>
              <a:cxn ang="0">
                <a:pos x="connsiteX104716" y="connsiteY104716"/>
              </a:cxn>
              <a:cxn ang="0">
                <a:pos x="connsiteX104717" y="connsiteY104717"/>
              </a:cxn>
              <a:cxn ang="0">
                <a:pos x="connsiteX104718" y="connsiteY104718"/>
              </a:cxn>
              <a:cxn ang="0">
                <a:pos x="connsiteX104719" y="connsiteY104719"/>
              </a:cxn>
              <a:cxn ang="0">
                <a:pos x="connsiteX104720" y="connsiteY104720"/>
              </a:cxn>
              <a:cxn ang="0">
                <a:pos x="connsiteX104721" y="connsiteY104721"/>
              </a:cxn>
              <a:cxn ang="0">
                <a:pos x="connsiteX104722" y="connsiteY104722"/>
              </a:cxn>
              <a:cxn ang="0">
                <a:pos x="connsiteX104723" y="connsiteY104723"/>
              </a:cxn>
              <a:cxn ang="0">
                <a:pos x="connsiteX104724" y="connsiteY104724"/>
              </a:cxn>
              <a:cxn ang="0">
                <a:pos x="connsiteX104725" y="connsiteY104725"/>
              </a:cxn>
              <a:cxn ang="0">
                <a:pos x="connsiteX104726" y="connsiteY104726"/>
              </a:cxn>
              <a:cxn ang="0">
                <a:pos x="connsiteX104727" y="connsiteY104727"/>
              </a:cxn>
              <a:cxn ang="0">
                <a:pos x="connsiteX104728" y="connsiteY104728"/>
              </a:cxn>
              <a:cxn ang="0">
                <a:pos x="connsiteX104729" y="connsiteY104729"/>
              </a:cxn>
              <a:cxn ang="0">
                <a:pos x="connsiteX104730" y="connsiteY104730"/>
              </a:cxn>
              <a:cxn ang="0">
                <a:pos x="connsiteX104731" y="connsiteY104731"/>
              </a:cxn>
              <a:cxn ang="0">
                <a:pos x="connsiteX104732" y="connsiteY104732"/>
              </a:cxn>
              <a:cxn ang="0">
                <a:pos x="connsiteX104733" y="connsiteY104733"/>
              </a:cxn>
              <a:cxn ang="0">
                <a:pos x="connsiteX104734" y="connsiteY104734"/>
              </a:cxn>
              <a:cxn ang="0">
                <a:pos x="connsiteX104735" y="connsiteY104735"/>
              </a:cxn>
              <a:cxn ang="0">
                <a:pos x="connsiteX104736" y="connsiteY104736"/>
              </a:cxn>
              <a:cxn ang="0">
                <a:pos x="connsiteX104737" y="connsiteY104737"/>
              </a:cxn>
              <a:cxn ang="0">
                <a:pos x="connsiteX104738" y="connsiteY104738"/>
              </a:cxn>
              <a:cxn ang="0">
                <a:pos x="connsiteX104739" y="connsiteY104739"/>
              </a:cxn>
              <a:cxn ang="0">
                <a:pos x="connsiteX104740" y="connsiteY104740"/>
              </a:cxn>
              <a:cxn ang="0">
                <a:pos x="connsiteX104741" y="connsiteY104741"/>
              </a:cxn>
              <a:cxn ang="0">
                <a:pos x="connsiteX104742" y="connsiteY104742"/>
              </a:cxn>
              <a:cxn ang="0">
                <a:pos x="connsiteX104743" y="connsiteY104743"/>
              </a:cxn>
              <a:cxn ang="0">
                <a:pos x="connsiteX104744" y="connsiteY104744"/>
              </a:cxn>
              <a:cxn ang="0">
                <a:pos x="connsiteX104745" y="connsiteY104745"/>
              </a:cxn>
              <a:cxn ang="0">
                <a:pos x="connsiteX104746" y="connsiteY104746"/>
              </a:cxn>
              <a:cxn ang="0">
                <a:pos x="connsiteX104747" y="connsiteY104747"/>
              </a:cxn>
              <a:cxn ang="0">
                <a:pos x="connsiteX104748" y="connsiteY104748"/>
              </a:cxn>
              <a:cxn ang="0">
                <a:pos x="connsiteX104749" y="connsiteY104749"/>
              </a:cxn>
              <a:cxn ang="0">
                <a:pos x="connsiteX104750" y="connsiteY104750"/>
              </a:cxn>
              <a:cxn ang="0">
                <a:pos x="connsiteX104751" y="connsiteY104751"/>
              </a:cxn>
              <a:cxn ang="0">
                <a:pos x="connsiteX104752" y="connsiteY104752"/>
              </a:cxn>
              <a:cxn ang="0">
                <a:pos x="connsiteX104753" y="connsiteY104753"/>
              </a:cxn>
              <a:cxn ang="0">
                <a:pos x="connsiteX104754" y="connsiteY104754"/>
              </a:cxn>
              <a:cxn ang="0">
                <a:pos x="connsiteX104755" y="connsiteY104755"/>
              </a:cxn>
              <a:cxn ang="0">
                <a:pos x="connsiteX104756" y="connsiteY104756"/>
              </a:cxn>
              <a:cxn ang="0">
                <a:pos x="connsiteX104757" y="connsiteY104757"/>
              </a:cxn>
              <a:cxn ang="0">
                <a:pos x="connsiteX104758" y="connsiteY104758"/>
              </a:cxn>
              <a:cxn ang="0">
                <a:pos x="connsiteX104759" y="connsiteY104759"/>
              </a:cxn>
              <a:cxn ang="0">
                <a:pos x="connsiteX104760" y="connsiteY104760"/>
              </a:cxn>
              <a:cxn ang="0">
                <a:pos x="connsiteX104761" y="connsiteY104761"/>
              </a:cxn>
              <a:cxn ang="0">
                <a:pos x="connsiteX104762" y="connsiteY104762"/>
              </a:cxn>
              <a:cxn ang="0">
                <a:pos x="connsiteX104763" y="connsiteY104763"/>
              </a:cxn>
              <a:cxn ang="0">
                <a:pos x="connsiteX104764" y="connsiteY104764"/>
              </a:cxn>
              <a:cxn ang="0">
                <a:pos x="connsiteX104765" y="connsiteY104765"/>
              </a:cxn>
              <a:cxn ang="0">
                <a:pos x="connsiteX104766" y="connsiteY104766"/>
              </a:cxn>
              <a:cxn ang="0">
                <a:pos x="connsiteX104767" y="connsiteY104767"/>
              </a:cxn>
              <a:cxn ang="0">
                <a:pos x="connsiteX104768" y="connsiteY104768"/>
              </a:cxn>
              <a:cxn ang="0">
                <a:pos x="connsiteX104769" y="connsiteY104769"/>
              </a:cxn>
              <a:cxn ang="0">
                <a:pos x="connsiteX104770" y="connsiteY104770"/>
              </a:cxn>
              <a:cxn ang="0">
                <a:pos x="connsiteX104771" y="connsiteY104771"/>
              </a:cxn>
              <a:cxn ang="0">
                <a:pos x="connsiteX104772" y="connsiteY104772"/>
              </a:cxn>
              <a:cxn ang="0">
                <a:pos x="connsiteX104773" y="connsiteY104773"/>
              </a:cxn>
              <a:cxn ang="0">
                <a:pos x="connsiteX104774" y="connsiteY104774"/>
              </a:cxn>
              <a:cxn ang="0">
                <a:pos x="connsiteX104775" y="connsiteY104775"/>
              </a:cxn>
              <a:cxn ang="0">
                <a:pos x="connsiteX104776" y="connsiteY104776"/>
              </a:cxn>
              <a:cxn ang="0">
                <a:pos x="connsiteX104777" y="connsiteY104777"/>
              </a:cxn>
              <a:cxn ang="0">
                <a:pos x="connsiteX104778" y="connsiteY104778"/>
              </a:cxn>
              <a:cxn ang="0">
                <a:pos x="connsiteX104779" y="connsiteY104779"/>
              </a:cxn>
              <a:cxn ang="0">
                <a:pos x="connsiteX104780" y="connsiteY104780"/>
              </a:cxn>
              <a:cxn ang="0">
                <a:pos x="connsiteX104781" y="connsiteY104781"/>
              </a:cxn>
              <a:cxn ang="0">
                <a:pos x="connsiteX104782" y="connsiteY104782"/>
              </a:cxn>
              <a:cxn ang="0">
                <a:pos x="connsiteX104783" y="connsiteY104783"/>
              </a:cxn>
              <a:cxn ang="0">
                <a:pos x="connsiteX104784" y="connsiteY104784"/>
              </a:cxn>
              <a:cxn ang="0">
                <a:pos x="connsiteX104785" y="connsiteY104785"/>
              </a:cxn>
              <a:cxn ang="0">
                <a:pos x="connsiteX104786" y="connsiteY104786"/>
              </a:cxn>
              <a:cxn ang="0">
                <a:pos x="connsiteX104787" y="connsiteY104787"/>
              </a:cxn>
              <a:cxn ang="0">
                <a:pos x="connsiteX104788" y="connsiteY104788"/>
              </a:cxn>
              <a:cxn ang="0">
                <a:pos x="connsiteX104789" y="connsiteY104789"/>
              </a:cxn>
              <a:cxn ang="0">
                <a:pos x="connsiteX104790" y="connsiteY104790"/>
              </a:cxn>
              <a:cxn ang="0">
                <a:pos x="connsiteX104791" y="connsiteY104791"/>
              </a:cxn>
              <a:cxn ang="0">
                <a:pos x="connsiteX104792" y="connsiteY104792"/>
              </a:cxn>
              <a:cxn ang="0">
                <a:pos x="connsiteX104793" y="connsiteY104793"/>
              </a:cxn>
              <a:cxn ang="0">
                <a:pos x="connsiteX104794" y="connsiteY104794"/>
              </a:cxn>
              <a:cxn ang="0">
                <a:pos x="connsiteX104795" y="connsiteY104795"/>
              </a:cxn>
              <a:cxn ang="0">
                <a:pos x="connsiteX104796" y="connsiteY104796"/>
              </a:cxn>
              <a:cxn ang="0">
                <a:pos x="connsiteX104797" y="connsiteY104797"/>
              </a:cxn>
              <a:cxn ang="0">
                <a:pos x="connsiteX104798" y="connsiteY104798"/>
              </a:cxn>
              <a:cxn ang="0">
                <a:pos x="connsiteX104799" y="connsiteY104799"/>
              </a:cxn>
              <a:cxn ang="0">
                <a:pos x="connsiteX104800" y="connsiteY104800"/>
              </a:cxn>
              <a:cxn ang="0">
                <a:pos x="connsiteX104801" y="connsiteY104801"/>
              </a:cxn>
              <a:cxn ang="0">
                <a:pos x="connsiteX104802" y="connsiteY104802"/>
              </a:cxn>
              <a:cxn ang="0">
                <a:pos x="connsiteX104803" y="connsiteY104803"/>
              </a:cxn>
              <a:cxn ang="0">
                <a:pos x="connsiteX104804" y="connsiteY104804"/>
              </a:cxn>
              <a:cxn ang="0">
                <a:pos x="connsiteX104805" y="connsiteY104805"/>
              </a:cxn>
              <a:cxn ang="0">
                <a:pos x="connsiteX104806" y="connsiteY104806"/>
              </a:cxn>
              <a:cxn ang="0">
                <a:pos x="connsiteX104807" y="connsiteY104807"/>
              </a:cxn>
              <a:cxn ang="0">
                <a:pos x="connsiteX104808" y="connsiteY104808"/>
              </a:cxn>
              <a:cxn ang="0">
                <a:pos x="connsiteX104809" y="connsiteY104809"/>
              </a:cxn>
              <a:cxn ang="0">
                <a:pos x="connsiteX104810" y="connsiteY104810"/>
              </a:cxn>
              <a:cxn ang="0">
                <a:pos x="connsiteX104811" y="connsiteY104811"/>
              </a:cxn>
              <a:cxn ang="0">
                <a:pos x="connsiteX104812" y="connsiteY104812"/>
              </a:cxn>
              <a:cxn ang="0">
                <a:pos x="connsiteX104813" y="connsiteY104813"/>
              </a:cxn>
              <a:cxn ang="0">
                <a:pos x="connsiteX104814" y="connsiteY104814"/>
              </a:cxn>
              <a:cxn ang="0">
                <a:pos x="connsiteX104815" y="connsiteY104815"/>
              </a:cxn>
              <a:cxn ang="0">
                <a:pos x="connsiteX104816" y="connsiteY104816"/>
              </a:cxn>
              <a:cxn ang="0">
                <a:pos x="connsiteX104817" y="connsiteY104817"/>
              </a:cxn>
              <a:cxn ang="0">
                <a:pos x="connsiteX104818" y="connsiteY104818"/>
              </a:cxn>
              <a:cxn ang="0">
                <a:pos x="connsiteX104819" y="connsiteY104819"/>
              </a:cxn>
              <a:cxn ang="0">
                <a:pos x="connsiteX104820" y="connsiteY104820"/>
              </a:cxn>
              <a:cxn ang="0">
                <a:pos x="connsiteX104821" y="connsiteY104821"/>
              </a:cxn>
              <a:cxn ang="0">
                <a:pos x="connsiteX104822" y="connsiteY104822"/>
              </a:cxn>
              <a:cxn ang="0">
                <a:pos x="connsiteX104823" y="connsiteY104823"/>
              </a:cxn>
              <a:cxn ang="0">
                <a:pos x="connsiteX104824" y="connsiteY104824"/>
              </a:cxn>
              <a:cxn ang="0">
                <a:pos x="connsiteX104825" y="connsiteY104825"/>
              </a:cxn>
              <a:cxn ang="0">
                <a:pos x="connsiteX104826" y="connsiteY104826"/>
              </a:cxn>
              <a:cxn ang="0">
                <a:pos x="connsiteX104827" y="connsiteY104827"/>
              </a:cxn>
              <a:cxn ang="0">
                <a:pos x="connsiteX104828" y="connsiteY104828"/>
              </a:cxn>
              <a:cxn ang="0">
                <a:pos x="connsiteX104829" y="connsiteY104829"/>
              </a:cxn>
              <a:cxn ang="0">
                <a:pos x="connsiteX104830" y="connsiteY104830"/>
              </a:cxn>
              <a:cxn ang="0">
                <a:pos x="connsiteX104831" y="connsiteY104831"/>
              </a:cxn>
              <a:cxn ang="0">
                <a:pos x="connsiteX104832" y="connsiteY104832"/>
              </a:cxn>
              <a:cxn ang="0">
                <a:pos x="connsiteX104833" y="connsiteY104833"/>
              </a:cxn>
              <a:cxn ang="0">
                <a:pos x="connsiteX104834" y="connsiteY104834"/>
              </a:cxn>
              <a:cxn ang="0">
                <a:pos x="connsiteX104835" y="connsiteY104835"/>
              </a:cxn>
              <a:cxn ang="0">
                <a:pos x="connsiteX104836" y="connsiteY104836"/>
              </a:cxn>
              <a:cxn ang="0">
                <a:pos x="connsiteX104837" y="connsiteY104837"/>
              </a:cxn>
              <a:cxn ang="0">
                <a:pos x="connsiteX104838" y="connsiteY104838"/>
              </a:cxn>
              <a:cxn ang="0">
                <a:pos x="connsiteX104839" y="connsiteY104839"/>
              </a:cxn>
              <a:cxn ang="0">
                <a:pos x="connsiteX104840" y="connsiteY104840"/>
              </a:cxn>
              <a:cxn ang="0">
                <a:pos x="connsiteX104841" y="connsiteY104841"/>
              </a:cxn>
              <a:cxn ang="0">
                <a:pos x="connsiteX104842" y="connsiteY104842"/>
              </a:cxn>
              <a:cxn ang="0">
                <a:pos x="connsiteX104843" y="connsiteY104843"/>
              </a:cxn>
              <a:cxn ang="0">
                <a:pos x="connsiteX104844" y="connsiteY104844"/>
              </a:cxn>
              <a:cxn ang="0">
                <a:pos x="connsiteX104845" y="connsiteY104845"/>
              </a:cxn>
              <a:cxn ang="0">
                <a:pos x="connsiteX104846" y="connsiteY104846"/>
              </a:cxn>
              <a:cxn ang="0">
                <a:pos x="connsiteX104847" y="connsiteY104847"/>
              </a:cxn>
              <a:cxn ang="0">
                <a:pos x="connsiteX104848" y="connsiteY104848"/>
              </a:cxn>
              <a:cxn ang="0">
                <a:pos x="connsiteX104849" y="connsiteY104849"/>
              </a:cxn>
              <a:cxn ang="0">
                <a:pos x="connsiteX104850" y="connsiteY104850"/>
              </a:cxn>
              <a:cxn ang="0">
                <a:pos x="connsiteX104851" y="connsiteY104851"/>
              </a:cxn>
              <a:cxn ang="0">
                <a:pos x="connsiteX104852" y="connsiteY104852"/>
              </a:cxn>
              <a:cxn ang="0">
                <a:pos x="connsiteX104853" y="connsiteY104853"/>
              </a:cxn>
              <a:cxn ang="0">
                <a:pos x="connsiteX104854" y="connsiteY104854"/>
              </a:cxn>
              <a:cxn ang="0">
                <a:pos x="connsiteX104855" y="connsiteY104855"/>
              </a:cxn>
              <a:cxn ang="0">
                <a:pos x="connsiteX104856" y="connsiteY104856"/>
              </a:cxn>
              <a:cxn ang="0">
                <a:pos x="connsiteX104857" y="connsiteY104857"/>
              </a:cxn>
              <a:cxn ang="0">
                <a:pos x="connsiteX104858" y="connsiteY104858"/>
              </a:cxn>
              <a:cxn ang="0">
                <a:pos x="connsiteX104859" y="connsiteY104859"/>
              </a:cxn>
              <a:cxn ang="0">
                <a:pos x="connsiteX104860" y="connsiteY104860"/>
              </a:cxn>
              <a:cxn ang="0">
                <a:pos x="connsiteX104861" y="connsiteY104861"/>
              </a:cxn>
              <a:cxn ang="0">
                <a:pos x="connsiteX104862" y="connsiteY104862"/>
              </a:cxn>
              <a:cxn ang="0">
                <a:pos x="connsiteX104863" y="connsiteY104863"/>
              </a:cxn>
              <a:cxn ang="0">
                <a:pos x="connsiteX104864" y="connsiteY104864"/>
              </a:cxn>
              <a:cxn ang="0">
                <a:pos x="connsiteX104865" y="connsiteY104865"/>
              </a:cxn>
              <a:cxn ang="0">
                <a:pos x="connsiteX104866" y="connsiteY104866"/>
              </a:cxn>
              <a:cxn ang="0">
                <a:pos x="connsiteX104867" y="connsiteY104867"/>
              </a:cxn>
              <a:cxn ang="0">
                <a:pos x="connsiteX104868" y="connsiteY104868"/>
              </a:cxn>
              <a:cxn ang="0">
                <a:pos x="connsiteX104869" y="connsiteY104869"/>
              </a:cxn>
              <a:cxn ang="0">
                <a:pos x="connsiteX104870" y="connsiteY104870"/>
              </a:cxn>
              <a:cxn ang="0">
                <a:pos x="connsiteX104871" y="connsiteY104871"/>
              </a:cxn>
              <a:cxn ang="0">
                <a:pos x="connsiteX104872" y="connsiteY104872"/>
              </a:cxn>
              <a:cxn ang="0">
                <a:pos x="connsiteX104873" y="connsiteY104873"/>
              </a:cxn>
              <a:cxn ang="0">
                <a:pos x="connsiteX104874" y="connsiteY104874"/>
              </a:cxn>
              <a:cxn ang="0">
                <a:pos x="connsiteX104875" y="connsiteY104875"/>
              </a:cxn>
              <a:cxn ang="0">
                <a:pos x="connsiteX104876" y="connsiteY104876"/>
              </a:cxn>
              <a:cxn ang="0">
                <a:pos x="connsiteX104877" y="connsiteY104877"/>
              </a:cxn>
              <a:cxn ang="0">
                <a:pos x="connsiteX104878" y="connsiteY104878"/>
              </a:cxn>
              <a:cxn ang="0">
                <a:pos x="connsiteX104879" y="connsiteY104879"/>
              </a:cxn>
              <a:cxn ang="0">
                <a:pos x="connsiteX104880" y="connsiteY104880"/>
              </a:cxn>
              <a:cxn ang="0">
                <a:pos x="connsiteX104881" y="connsiteY104881"/>
              </a:cxn>
              <a:cxn ang="0">
                <a:pos x="connsiteX104882" y="connsiteY104882"/>
              </a:cxn>
              <a:cxn ang="0">
                <a:pos x="connsiteX104883" y="connsiteY104883"/>
              </a:cxn>
              <a:cxn ang="0">
                <a:pos x="connsiteX104884" y="connsiteY104884"/>
              </a:cxn>
              <a:cxn ang="0">
                <a:pos x="connsiteX104885" y="connsiteY104885"/>
              </a:cxn>
              <a:cxn ang="0">
                <a:pos x="connsiteX104886" y="connsiteY104886"/>
              </a:cxn>
              <a:cxn ang="0">
                <a:pos x="connsiteX104887" y="connsiteY104887"/>
              </a:cxn>
              <a:cxn ang="0">
                <a:pos x="connsiteX104888" y="connsiteY104888"/>
              </a:cxn>
              <a:cxn ang="0">
                <a:pos x="connsiteX104889" y="connsiteY104889"/>
              </a:cxn>
              <a:cxn ang="0">
                <a:pos x="connsiteX104890" y="connsiteY104890"/>
              </a:cxn>
              <a:cxn ang="0">
                <a:pos x="connsiteX104891" y="connsiteY104891"/>
              </a:cxn>
              <a:cxn ang="0">
                <a:pos x="connsiteX104892" y="connsiteY104892"/>
              </a:cxn>
              <a:cxn ang="0">
                <a:pos x="connsiteX104893" y="connsiteY104893"/>
              </a:cxn>
              <a:cxn ang="0">
                <a:pos x="connsiteX104894" y="connsiteY104894"/>
              </a:cxn>
              <a:cxn ang="0">
                <a:pos x="connsiteX104895" y="connsiteY104895"/>
              </a:cxn>
              <a:cxn ang="0">
                <a:pos x="connsiteX104896" y="connsiteY104896"/>
              </a:cxn>
              <a:cxn ang="0">
                <a:pos x="connsiteX104897" y="connsiteY104897"/>
              </a:cxn>
              <a:cxn ang="0">
                <a:pos x="connsiteX104898" y="connsiteY104898"/>
              </a:cxn>
              <a:cxn ang="0">
                <a:pos x="connsiteX104899" y="connsiteY104899"/>
              </a:cxn>
              <a:cxn ang="0">
                <a:pos x="connsiteX104900" y="connsiteY104900"/>
              </a:cxn>
              <a:cxn ang="0">
                <a:pos x="connsiteX104901" y="connsiteY104901"/>
              </a:cxn>
              <a:cxn ang="0">
                <a:pos x="connsiteX104902" y="connsiteY104902"/>
              </a:cxn>
              <a:cxn ang="0">
                <a:pos x="connsiteX104903" y="connsiteY104903"/>
              </a:cxn>
              <a:cxn ang="0">
                <a:pos x="connsiteX104904" y="connsiteY104904"/>
              </a:cxn>
              <a:cxn ang="0">
                <a:pos x="connsiteX104905" y="connsiteY104905"/>
              </a:cxn>
              <a:cxn ang="0">
                <a:pos x="connsiteX104906" y="connsiteY104906"/>
              </a:cxn>
              <a:cxn ang="0">
                <a:pos x="connsiteX104907" y="connsiteY104907"/>
              </a:cxn>
              <a:cxn ang="0">
                <a:pos x="connsiteX104908" y="connsiteY104908"/>
              </a:cxn>
              <a:cxn ang="0">
                <a:pos x="connsiteX104909" y="connsiteY104909"/>
              </a:cxn>
              <a:cxn ang="0">
                <a:pos x="connsiteX104910" y="connsiteY104910"/>
              </a:cxn>
              <a:cxn ang="0">
                <a:pos x="connsiteX104911" y="connsiteY104911"/>
              </a:cxn>
              <a:cxn ang="0">
                <a:pos x="connsiteX104912" y="connsiteY104912"/>
              </a:cxn>
              <a:cxn ang="0">
                <a:pos x="connsiteX104913" y="connsiteY104913"/>
              </a:cxn>
              <a:cxn ang="0">
                <a:pos x="connsiteX104914" y="connsiteY104914"/>
              </a:cxn>
              <a:cxn ang="0">
                <a:pos x="connsiteX104915" y="connsiteY104915"/>
              </a:cxn>
              <a:cxn ang="0">
                <a:pos x="connsiteX104916" y="connsiteY104916"/>
              </a:cxn>
              <a:cxn ang="0">
                <a:pos x="connsiteX104917" y="connsiteY104917"/>
              </a:cxn>
              <a:cxn ang="0">
                <a:pos x="connsiteX104918" y="connsiteY104918"/>
              </a:cxn>
              <a:cxn ang="0">
                <a:pos x="connsiteX104919" y="connsiteY104919"/>
              </a:cxn>
              <a:cxn ang="0">
                <a:pos x="connsiteX104920" y="connsiteY104920"/>
              </a:cxn>
              <a:cxn ang="0">
                <a:pos x="connsiteX104921" y="connsiteY104921"/>
              </a:cxn>
              <a:cxn ang="0">
                <a:pos x="connsiteX104922" y="connsiteY104922"/>
              </a:cxn>
              <a:cxn ang="0">
                <a:pos x="connsiteX104923" y="connsiteY104923"/>
              </a:cxn>
              <a:cxn ang="0">
                <a:pos x="connsiteX104924" y="connsiteY104924"/>
              </a:cxn>
              <a:cxn ang="0">
                <a:pos x="connsiteX104925" y="connsiteY104925"/>
              </a:cxn>
              <a:cxn ang="0">
                <a:pos x="connsiteX104926" y="connsiteY104926"/>
              </a:cxn>
              <a:cxn ang="0">
                <a:pos x="connsiteX104927" y="connsiteY104927"/>
              </a:cxn>
              <a:cxn ang="0">
                <a:pos x="connsiteX104928" y="connsiteY104928"/>
              </a:cxn>
              <a:cxn ang="0">
                <a:pos x="connsiteX104929" y="connsiteY104929"/>
              </a:cxn>
              <a:cxn ang="0">
                <a:pos x="connsiteX104930" y="connsiteY104930"/>
              </a:cxn>
              <a:cxn ang="0">
                <a:pos x="connsiteX104931" y="connsiteY104931"/>
              </a:cxn>
              <a:cxn ang="0">
                <a:pos x="connsiteX104932" y="connsiteY104932"/>
              </a:cxn>
              <a:cxn ang="0">
                <a:pos x="connsiteX104933" y="connsiteY104933"/>
              </a:cxn>
              <a:cxn ang="0">
                <a:pos x="connsiteX104934" y="connsiteY104934"/>
              </a:cxn>
              <a:cxn ang="0">
                <a:pos x="connsiteX104935" y="connsiteY104935"/>
              </a:cxn>
              <a:cxn ang="0">
                <a:pos x="connsiteX104936" y="connsiteY104936"/>
              </a:cxn>
              <a:cxn ang="0">
                <a:pos x="connsiteX104937" y="connsiteY104937"/>
              </a:cxn>
              <a:cxn ang="0">
                <a:pos x="connsiteX104938" y="connsiteY104938"/>
              </a:cxn>
              <a:cxn ang="0">
                <a:pos x="connsiteX104939" y="connsiteY104939"/>
              </a:cxn>
              <a:cxn ang="0">
                <a:pos x="connsiteX104940" y="connsiteY104940"/>
              </a:cxn>
              <a:cxn ang="0">
                <a:pos x="connsiteX104941" y="connsiteY104941"/>
              </a:cxn>
              <a:cxn ang="0">
                <a:pos x="connsiteX104942" y="connsiteY104942"/>
              </a:cxn>
              <a:cxn ang="0">
                <a:pos x="connsiteX104943" y="connsiteY104943"/>
              </a:cxn>
              <a:cxn ang="0">
                <a:pos x="connsiteX104944" y="connsiteY104944"/>
              </a:cxn>
              <a:cxn ang="0">
                <a:pos x="connsiteX104945" y="connsiteY104945"/>
              </a:cxn>
              <a:cxn ang="0">
                <a:pos x="connsiteX104946" y="connsiteY104946"/>
              </a:cxn>
              <a:cxn ang="0">
                <a:pos x="connsiteX104947" y="connsiteY104947"/>
              </a:cxn>
              <a:cxn ang="0">
                <a:pos x="connsiteX104948" y="connsiteY104948"/>
              </a:cxn>
              <a:cxn ang="0">
                <a:pos x="connsiteX104949" y="connsiteY104949"/>
              </a:cxn>
              <a:cxn ang="0">
                <a:pos x="connsiteX104950" y="connsiteY104950"/>
              </a:cxn>
              <a:cxn ang="0">
                <a:pos x="connsiteX104951" y="connsiteY104951"/>
              </a:cxn>
              <a:cxn ang="0">
                <a:pos x="connsiteX104952" y="connsiteY104952"/>
              </a:cxn>
              <a:cxn ang="0">
                <a:pos x="connsiteX104953" y="connsiteY104953"/>
              </a:cxn>
              <a:cxn ang="0">
                <a:pos x="connsiteX104954" y="connsiteY104954"/>
              </a:cxn>
              <a:cxn ang="0">
                <a:pos x="connsiteX104955" y="connsiteY104955"/>
              </a:cxn>
              <a:cxn ang="0">
                <a:pos x="connsiteX104956" y="connsiteY104956"/>
              </a:cxn>
              <a:cxn ang="0">
                <a:pos x="connsiteX104957" y="connsiteY104957"/>
              </a:cxn>
              <a:cxn ang="0">
                <a:pos x="connsiteX104958" y="connsiteY104958"/>
              </a:cxn>
              <a:cxn ang="0">
                <a:pos x="connsiteX104959" y="connsiteY104959"/>
              </a:cxn>
              <a:cxn ang="0">
                <a:pos x="connsiteX104960" y="connsiteY104960"/>
              </a:cxn>
              <a:cxn ang="0">
                <a:pos x="connsiteX104961" y="connsiteY104961"/>
              </a:cxn>
              <a:cxn ang="0">
                <a:pos x="connsiteX104962" y="connsiteY104962"/>
              </a:cxn>
              <a:cxn ang="0">
                <a:pos x="connsiteX104963" y="connsiteY104963"/>
              </a:cxn>
              <a:cxn ang="0">
                <a:pos x="connsiteX104964" y="connsiteY104964"/>
              </a:cxn>
              <a:cxn ang="0">
                <a:pos x="connsiteX104965" y="connsiteY104965"/>
              </a:cxn>
              <a:cxn ang="0">
                <a:pos x="connsiteX104966" y="connsiteY104966"/>
              </a:cxn>
              <a:cxn ang="0">
                <a:pos x="connsiteX104967" y="connsiteY104967"/>
              </a:cxn>
              <a:cxn ang="0">
                <a:pos x="connsiteX104968" y="connsiteY104968"/>
              </a:cxn>
              <a:cxn ang="0">
                <a:pos x="connsiteX104969" y="connsiteY104969"/>
              </a:cxn>
              <a:cxn ang="0">
                <a:pos x="connsiteX104970" y="connsiteY104970"/>
              </a:cxn>
              <a:cxn ang="0">
                <a:pos x="connsiteX104971" y="connsiteY104971"/>
              </a:cxn>
              <a:cxn ang="0">
                <a:pos x="connsiteX104972" y="connsiteY104972"/>
              </a:cxn>
              <a:cxn ang="0">
                <a:pos x="connsiteX104973" y="connsiteY104973"/>
              </a:cxn>
              <a:cxn ang="0">
                <a:pos x="connsiteX104974" y="connsiteY104974"/>
              </a:cxn>
              <a:cxn ang="0">
                <a:pos x="connsiteX104975" y="connsiteY104975"/>
              </a:cxn>
              <a:cxn ang="0">
                <a:pos x="connsiteX104976" y="connsiteY104976"/>
              </a:cxn>
              <a:cxn ang="0">
                <a:pos x="connsiteX104977" y="connsiteY104977"/>
              </a:cxn>
              <a:cxn ang="0">
                <a:pos x="connsiteX104978" y="connsiteY104978"/>
              </a:cxn>
              <a:cxn ang="0">
                <a:pos x="connsiteX104979" y="connsiteY104979"/>
              </a:cxn>
              <a:cxn ang="0">
                <a:pos x="connsiteX104980" y="connsiteY104980"/>
              </a:cxn>
              <a:cxn ang="0">
                <a:pos x="connsiteX104981" y="connsiteY104981"/>
              </a:cxn>
              <a:cxn ang="0">
                <a:pos x="connsiteX104982" y="connsiteY104982"/>
              </a:cxn>
              <a:cxn ang="0">
                <a:pos x="connsiteX104983" y="connsiteY104983"/>
              </a:cxn>
              <a:cxn ang="0">
                <a:pos x="connsiteX104984" y="connsiteY104984"/>
              </a:cxn>
              <a:cxn ang="0">
                <a:pos x="connsiteX104985" y="connsiteY104985"/>
              </a:cxn>
              <a:cxn ang="0">
                <a:pos x="connsiteX104986" y="connsiteY104986"/>
              </a:cxn>
              <a:cxn ang="0">
                <a:pos x="connsiteX104987" y="connsiteY104987"/>
              </a:cxn>
              <a:cxn ang="0">
                <a:pos x="connsiteX104988" y="connsiteY104988"/>
              </a:cxn>
              <a:cxn ang="0">
                <a:pos x="connsiteX104989" y="connsiteY104989"/>
              </a:cxn>
              <a:cxn ang="0">
                <a:pos x="connsiteX104990" y="connsiteY104990"/>
              </a:cxn>
              <a:cxn ang="0">
                <a:pos x="connsiteX104991" y="connsiteY104991"/>
              </a:cxn>
              <a:cxn ang="0">
                <a:pos x="connsiteX104992" y="connsiteY104992"/>
              </a:cxn>
              <a:cxn ang="0">
                <a:pos x="connsiteX104993" y="connsiteY104993"/>
              </a:cxn>
              <a:cxn ang="0">
                <a:pos x="connsiteX104994" y="connsiteY104994"/>
              </a:cxn>
              <a:cxn ang="0">
                <a:pos x="connsiteX104995" y="connsiteY104995"/>
              </a:cxn>
              <a:cxn ang="0">
                <a:pos x="connsiteX104996" y="connsiteY104996"/>
              </a:cxn>
              <a:cxn ang="0">
                <a:pos x="connsiteX104997" y="connsiteY104997"/>
              </a:cxn>
              <a:cxn ang="0">
                <a:pos x="connsiteX104998" y="connsiteY104998"/>
              </a:cxn>
              <a:cxn ang="0">
                <a:pos x="connsiteX104999" y="connsiteY104999"/>
              </a:cxn>
              <a:cxn ang="0">
                <a:pos x="connsiteX105000" y="connsiteY105000"/>
              </a:cxn>
              <a:cxn ang="0">
                <a:pos x="connsiteX105001" y="connsiteY105001"/>
              </a:cxn>
              <a:cxn ang="0">
                <a:pos x="connsiteX105002" y="connsiteY105002"/>
              </a:cxn>
              <a:cxn ang="0">
                <a:pos x="connsiteX105003" y="connsiteY105003"/>
              </a:cxn>
              <a:cxn ang="0">
                <a:pos x="connsiteX105004" y="connsiteY105004"/>
              </a:cxn>
              <a:cxn ang="0">
                <a:pos x="connsiteX105005" y="connsiteY105005"/>
              </a:cxn>
              <a:cxn ang="0">
                <a:pos x="connsiteX105006" y="connsiteY105006"/>
              </a:cxn>
              <a:cxn ang="0">
                <a:pos x="connsiteX105007" y="connsiteY105007"/>
              </a:cxn>
              <a:cxn ang="0">
                <a:pos x="connsiteX105008" y="connsiteY105008"/>
              </a:cxn>
              <a:cxn ang="0">
                <a:pos x="connsiteX105009" y="connsiteY105009"/>
              </a:cxn>
              <a:cxn ang="0">
                <a:pos x="connsiteX105010" y="connsiteY105010"/>
              </a:cxn>
              <a:cxn ang="0">
                <a:pos x="connsiteX105011" y="connsiteY105011"/>
              </a:cxn>
              <a:cxn ang="0">
                <a:pos x="connsiteX105012" y="connsiteY105012"/>
              </a:cxn>
              <a:cxn ang="0">
                <a:pos x="connsiteX105013" y="connsiteY105013"/>
              </a:cxn>
              <a:cxn ang="0">
                <a:pos x="connsiteX105014" y="connsiteY105014"/>
              </a:cxn>
              <a:cxn ang="0">
                <a:pos x="connsiteX105015" y="connsiteY105015"/>
              </a:cxn>
              <a:cxn ang="0">
                <a:pos x="connsiteX105016" y="connsiteY105016"/>
              </a:cxn>
              <a:cxn ang="0">
                <a:pos x="connsiteX105017" y="connsiteY105017"/>
              </a:cxn>
              <a:cxn ang="0">
                <a:pos x="connsiteX105018" y="connsiteY105018"/>
              </a:cxn>
              <a:cxn ang="0">
                <a:pos x="connsiteX105019" y="connsiteY105019"/>
              </a:cxn>
              <a:cxn ang="0">
                <a:pos x="connsiteX105020" y="connsiteY105020"/>
              </a:cxn>
              <a:cxn ang="0">
                <a:pos x="connsiteX105021" y="connsiteY105021"/>
              </a:cxn>
              <a:cxn ang="0">
                <a:pos x="connsiteX105022" y="connsiteY105022"/>
              </a:cxn>
              <a:cxn ang="0">
                <a:pos x="connsiteX105023" y="connsiteY105023"/>
              </a:cxn>
              <a:cxn ang="0">
                <a:pos x="connsiteX105024" y="connsiteY105024"/>
              </a:cxn>
              <a:cxn ang="0">
                <a:pos x="connsiteX105025" y="connsiteY105025"/>
              </a:cxn>
              <a:cxn ang="0">
                <a:pos x="connsiteX105026" y="connsiteY105026"/>
              </a:cxn>
              <a:cxn ang="0">
                <a:pos x="connsiteX105027" y="connsiteY105027"/>
              </a:cxn>
              <a:cxn ang="0">
                <a:pos x="connsiteX105028" y="connsiteY105028"/>
              </a:cxn>
              <a:cxn ang="0">
                <a:pos x="connsiteX105029" y="connsiteY105029"/>
              </a:cxn>
              <a:cxn ang="0">
                <a:pos x="connsiteX105030" y="connsiteY105030"/>
              </a:cxn>
              <a:cxn ang="0">
                <a:pos x="connsiteX105031" y="connsiteY105031"/>
              </a:cxn>
              <a:cxn ang="0">
                <a:pos x="connsiteX105032" y="connsiteY105032"/>
              </a:cxn>
              <a:cxn ang="0">
                <a:pos x="connsiteX105033" y="connsiteY105033"/>
              </a:cxn>
              <a:cxn ang="0">
                <a:pos x="connsiteX105034" y="connsiteY105034"/>
              </a:cxn>
              <a:cxn ang="0">
                <a:pos x="connsiteX105035" y="connsiteY105035"/>
              </a:cxn>
              <a:cxn ang="0">
                <a:pos x="connsiteX105036" y="connsiteY105036"/>
              </a:cxn>
              <a:cxn ang="0">
                <a:pos x="connsiteX105037" y="connsiteY105037"/>
              </a:cxn>
              <a:cxn ang="0">
                <a:pos x="connsiteX105038" y="connsiteY105038"/>
              </a:cxn>
              <a:cxn ang="0">
                <a:pos x="connsiteX105039" y="connsiteY105039"/>
              </a:cxn>
              <a:cxn ang="0">
                <a:pos x="connsiteX105040" y="connsiteY105040"/>
              </a:cxn>
              <a:cxn ang="0">
                <a:pos x="connsiteX105041" y="connsiteY105041"/>
              </a:cxn>
              <a:cxn ang="0">
                <a:pos x="connsiteX105042" y="connsiteY105042"/>
              </a:cxn>
              <a:cxn ang="0">
                <a:pos x="connsiteX105043" y="connsiteY105043"/>
              </a:cxn>
              <a:cxn ang="0">
                <a:pos x="connsiteX105044" y="connsiteY105044"/>
              </a:cxn>
              <a:cxn ang="0">
                <a:pos x="connsiteX105045" y="connsiteY105045"/>
              </a:cxn>
              <a:cxn ang="0">
                <a:pos x="connsiteX105046" y="connsiteY105046"/>
              </a:cxn>
              <a:cxn ang="0">
                <a:pos x="connsiteX105047" y="connsiteY105047"/>
              </a:cxn>
              <a:cxn ang="0">
                <a:pos x="connsiteX105048" y="connsiteY105048"/>
              </a:cxn>
              <a:cxn ang="0">
                <a:pos x="connsiteX105049" y="connsiteY105049"/>
              </a:cxn>
              <a:cxn ang="0">
                <a:pos x="connsiteX105050" y="connsiteY105050"/>
              </a:cxn>
              <a:cxn ang="0">
                <a:pos x="connsiteX105051" y="connsiteY105051"/>
              </a:cxn>
              <a:cxn ang="0">
                <a:pos x="connsiteX105052" y="connsiteY105052"/>
              </a:cxn>
              <a:cxn ang="0">
                <a:pos x="connsiteX105053" y="connsiteY105053"/>
              </a:cxn>
              <a:cxn ang="0">
                <a:pos x="connsiteX105054" y="connsiteY105054"/>
              </a:cxn>
              <a:cxn ang="0">
                <a:pos x="connsiteX105055" y="connsiteY105055"/>
              </a:cxn>
              <a:cxn ang="0">
                <a:pos x="connsiteX105056" y="connsiteY105056"/>
              </a:cxn>
              <a:cxn ang="0">
                <a:pos x="connsiteX105057" y="connsiteY105057"/>
              </a:cxn>
              <a:cxn ang="0">
                <a:pos x="connsiteX105058" y="connsiteY105058"/>
              </a:cxn>
              <a:cxn ang="0">
                <a:pos x="connsiteX105059" y="connsiteY105059"/>
              </a:cxn>
              <a:cxn ang="0">
                <a:pos x="connsiteX105060" y="connsiteY105060"/>
              </a:cxn>
              <a:cxn ang="0">
                <a:pos x="connsiteX105061" y="connsiteY105061"/>
              </a:cxn>
              <a:cxn ang="0">
                <a:pos x="connsiteX105062" y="connsiteY105062"/>
              </a:cxn>
              <a:cxn ang="0">
                <a:pos x="connsiteX105063" y="connsiteY105063"/>
              </a:cxn>
              <a:cxn ang="0">
                <a:pos x="connsiteX105064" y="connsiteY105064"/>
              </a:cxn>
              <a:cxn ang="0">
                <a:pos x="connsiteX105065" y="connsiteY105065"/>
              </a:cxn>
              <a:cxn ang="0">
                <a:pos x="connsiteX105066" y="connsiteY105066"/>
              </a:cxn>
              <a:cxn ang="0">
                <a:pos x="connsiteX105067" y="connsiteY105067"/>
              </a:cxn>
              <a:cxn ang="0">
                <a:pos x="connsiteX105068" y="connsiteY105068"/>
              </a:cxn>
              <a:cxn ang="0">
                <a:pos x="connsiteX105069" y="connsiteY105069"/>
              </a:cxn>
              <a:cxn ang="0">
                <a:pos x="connsiteX105070" y="connsiteY105070"/>
              </a:cxn>
              <a:cxn ang="0">
                <a:pos x="connsiteX105071" y="connsiteY105071"/>
              </a:cxn>
              <a:cxn ang="0">
                <a:pos x="connsiteX105072" y="connsiteY105072"/>
              </a:cxn>
              <a:cxn ang="0">
                <a:pos x="connsiteX105073" y="connsiteY105073"/>
              </a:cxn>
              <a:cxn ang="0">
                <a:pos x="connsiteX105074" y="connsiteY105074"/>
              </a:cxn>
              <a:cxn ang="0">
                <a:pos x="connsiteX105075" y="connsiteY105075"/>
              </a:cxn>
              <a:cxn ang="0">
                <a:pos x="connsiteX105076" y="connsiteY105076"/>
              </a:cxn>
              <a:cxn ang="0">
                <a:pos x="connsiteX105077" y="connsiteY105077"/>
              </a:cxn>
              <a:cxn ang="0">
                <a:pos x="connsiteX105078" y="connsiteY105078"/>
              </a:cxn>
              <a:cxn ang="0">
                <a:pos x="connsiteX105079" y="connsiteY105079"/>
              </a:cxn>
              <a:cxn ang="0">
                <a:pos x="connsiteX105080" y="connsiteY105080"/>
              </a:cxn>
              <a:cxn ang="0">
                <a:pos x="connsiteX105081" y="connsiteY105081"/>
              </a:cxn>
              <a:cxn ang="0">
                <a:pos x="connsiteX105082" y="connsiteY105082"/>
              </a:cxn>
              <a:cxn ang="0">
                <a:pos x="connsiteX105083" y="connsiteY105083"/>
              </a:cxn>
              <a:cxn ang="0">
                <a:pos x="connsiteX105084" y="connsiteY105084"/>
              </a:cxn>
              <a:cxn ang="0">
                <a:pos x="connsiteX105085" y="connsiteY105085"/>
              </a:cxn>
              <a:cxn ang="0">
                <a:pos x="connsiteX105086" y="connsiteY105086"/>
              </a:cxn>
              <a:cxn ang="0">
                <a:pos x="connsiteX105087" y="connsiteY105087"/>
              </a:cxn>
              <a:cxn ang="0">
                <a:pos x="connsiteX105088" y="connsiteY105088"/>
              </a:cxn>
              <a:cxn ang="0">
                <a:pos x="connsiteX105089" y="connsiteY105089"/>
              </a:cxn>
              <a:cxn ang="0">
                <a:pos x="connsiteX105090" y="connsiteY105090"/>
              </a:cxn>
              <a:cxn ang="0">
                <a:pos x="connsiteX105091" y="connsiteY105091"/>
              </a:cxn>
              <a:cxn ang="0">
                <a:pos x="connsiteX105092" y="connsiteY105092"/>
              </a:cxn>
              <a:cxn ang="0">
                <a:pos x="connsiteX105093" y="connsiteY105093"/>
              </a:cxn>
              <a:cxn ang="0">
                <a:pos x="connsiteX105094" y="connsiteY105094"/>
              </a:cxn>
              <a:cxn ang="0">
                <a:pos x="connsiteX105095" y="connsiteY105095"/>
              </a:cxn>
              <a:cxn ang="0">
                <a:pos x="connsiteX105096" y="connsiteY105096"/>
              </a:cxn>
              <a:cxn ang="0">
                <a:pos x="connsiteX105097" y="connsiteY105097"/>
              </a:cxn>
              <a:cxn ang="0">
                <a:pos x="connsiteX105098" y="connsiteY105098"/>
              </a:cxn>
              <a:cxn ang="0">
                <a:pos x="connsiteX105099" y="connsiteY105099"/>
              </a:cxn>
              <a:cxn ang="0">
                <a:pos x="connsiteX105100" y="connsiteY105100"/>
              </a:cxn>
              <a:cxn ang="0">
                <a:pos x="connsiteX105101" y="connsiteY105101"/>
              </a:cxn>
              <a:cxn ang="0">
                <a:pos x="connsiteX105102" y="connsiteY105102"/>
              </a:cxn>
              <a:cxn ang="0">
                <a:pos x="connsiteX105103" y="connsiteY105103"/>
              </a:cxn>
              <a:cxn ang="0">
                <a:pos x="connsiteX105104" y="connsiteY105104"/>
              </a:cxn>
              <a:cxn ang="0">
                <a:pos x="connsiteX105105" y="connsiteY105105"/>
              </a:cxn>
              <a:cxn ang="0">
                <a:pos x="connsiteX105106" y="connsiteY105106"/>
              </a:cxn>
              <a:cxn ang="0">
                <a:pos x="connsiteX105107" y="connsiteY105107"/>
              </a:cxn>
              <a:cxn ang="0">
                <a:pos x="connsiteX105108" y="connsiteY105108"/>
              </a:cxn>
              <a:cxn ang="0">
                <a:pos x="connsiteX105109" y="connsiteY105109"/>
              </a:cxn>
              <a:cxn ang="0">
                <a:pos x="connsiteX105110" y="connsiteY105110"/>
              </a:cxn>
              <a:cxn ang="0">
                <a:pos x="connsiteX105111" y="connsiteY105111"/>
              </a:cxn>
              <a:cxn ang="0">
                <a:pos x="connsiteX105112" y="connsiteY105112"/>
              </a:cxn>
              <a:cxn ang="0">
                <a:pos x="connsiteX105113" y="connsiteY105113"/>
              </a:cxn>
              <a:cxn ang="0">
                <a:pos x="connsiteX105114" y="connsiteY105114"/>
              </a:cxn>
              <a:cxn ang="0">
                <a:pos x="connsiteX105115" y="connsiteY105115"/>
              </a:cxn>
              <a:cxn ang="0">
                <a:pos x="connsiteX105116" y="connsiteY105116"/>
              </a:cxn>
              <a:cxn ang="0">
                <a:pos x="connsiteX105117" y="connsiteY105117"/>
              </a:cxn>
              <a:cxn ang="0">
                <a:pos x="connsiteX105118" y="connsiteY105118"/>
              </a:cxn>
              <a:cxn ang="0">
                <a:pos x="connsiteX105119" y="connsiteY105119"/>
              </a:cxn>
              <a:cxn ang="0">
                <a:pos x="connsiteX105120" y="connsiteY105120"/>
              </a:cxn>
              <a:cxn ang="0">
                <a:pos x="connsiteX105121" y="connsiteY105121"/>
              </a:cxn>
              <a:cxn ang="0">
                <a:pos x="connsiteX105122" y="connsiteY105122"/>
              </a:cxn>
              <a:cxn ang="0">
                <a:pos x="connsiteX105123" y="connsiteY105123"/>
              </a:cxn>
              <a:cxn ang="0">
                <a:pos x="connsiteX105124" y="connsiteY105124"/>
              </a:cxn>
              <a:cxn ang="0">
                <a:pos x="connsiteX105125" y="connsiteY105125"/>
              </a:cxn>
              <a:cxn ang="0">
                <a:pos x="connsiteX105126" y="connsiteY105126"/>
              </a:cxn>
              <a:cxn ang="0">
                <a:pos x="connsiteX105127" y="connsiteY105127"/>
              </a:cxn>
              <a:cxn ang="0">
                <a:pos x="connsiteX105128" y="connsiteY105128"/>
              </a:cxn>
              <a:cxn ang="0">
                <a:pos x="connsiteX105129" y="connsiteY105129"/>
              </a:cxn>
              <a:cxn ang="0">
                <a:pos x="connsiteX105130" y="connsiteY105130"/>
              </a:cxn>
              <a:cxn ang="0">
                <a:pos x="connsiteX105131" y="connsiteY105131"/>
              </a:cxn>
              <a:cxn ang="0">
                <a:pos x="connsiteX105132" y="connsiteY105132"/>
              </a:cxn>
              <a:cxn ang="0">
                <a:pos x="connsiteX105133" y="connsiteY105133"/>
              </a:cxn>
              <a:cxn ang="0">
                <a:pos x="connsiteX105134" y="connsiteY105134"/>
              </a:cxn>
              <a:cxn ang="0">
                <a:pos x="connsiteX105135" y="connsiteY105135"/>
              </a:cxn>
              <a:cxn ang="0">
                <a:pos x="connsiteX105136" y="connsiteY105136"/>
              </a:cxn>
              <a:cxn ang="0">
                <a:pos x="connsiteX105137" y="connsiteY105137"/>
              </a:cxn>
              <a:cxn ang="0">
                <a:pos x="connsiteX105138" y="connsiteY105138"/>
              </a:cxn>
              <a:cxn ang="0">
                <a:pos x="connsiteX105139" y="connsiteY105139"/>
              </a:cxn>
              <a:cxn ang="0">
                <a:pos x="connsiteX105140" y="connsiteY105140"/>
              </a:cxn>
              <a:cxn ang="0">
                <a:pos x="connsiteX105141" y="connsiteY105141"/>
              </a:cxn>
              <a:cxn ang="0">
                <a:pos x="connsiteX105142" y="connsiteY105142"/>
              </a:cxn>
              <a:cxn ang="0">
                <a:pos x="connsiteX105143" y="connsiteY105143"/>
              </a:cxn>
              <a:cxn ang="0">
                <a:pos x="connsiteX105144" y="connsiteY105144"/>
              </a:cxn>
              <a:cxn ang="0">
                <a:pos x="connsiteX105145" y="connsiteY105145"/>
              </a:cxn>
              <a:cxn ang="0">
                <a:pos x="connsiteX105146" y="connsiteY105146"/>
              </a:cxn>
              <a:cxn ang="0">
                <a:pos x="connsiteX105147" y="connsiteY105147"/>
              </a:cxn>
              <a:cxn ang="0">
                <a:pos x="connsiteX105148" y="connsiteY105148"/>
              </a:cxn>
              <a:cxn ang="0">
                <a:pos x="connsiteX105149" y="connsiteY105149"/>
              </a:cxn>
              <a:cxn ang="0">
                <a:pos x="connsiteX105150" y="connsiteY105150"/>
              </a:cxn>
              <a:cxn ang="0">
                <a:pos x="connsiteX105151" y="connsiteY105151"/>
              </a:cxn>
              <a:cxn ang="0">
                <a:pos x="connsiteX105152" y="connsiteY105152"/>
              </a:cxn>
              <a:cxn ang="0">
                <a:pos x="connsiteX105153" y="connsiteY105153"/>
              </a:cxn>
              <a:cxn ang="0">
                <a:pos x="connsiteX105154" y="connsiteY105154"/>
              </a:cxn>
              <a:cxn ang="0">
                <a:pos x="connsiteX105155" y="connsiteY105155"/>
              </a:cxn>
              <a:cxn ang="0">
                <a:pos x="connsiteX105156" y="connsiteY105156"/>
              </a:cxn>
              <a:cxn ang="0">
                <a:pos x="connsiteX105157" y="connsiteY105157"/>
              </a:cxn>
              <a:cxn ang="0">
                <a:pos x="connsiteX105158" y="connsiteY105158"/>
              </a:cxn>
              <a:cxn ang="0">
                <a:pos x="connsiteX105159" y="connsiteY105159"/>
              </a:cxn>
              <a:cxn ang="0">
                <a:pos x="connsiteX105160" y="connsiteY105160"/>
              </a:cxn>
              <a:cxn ang="0">
                <a:pos x="connsiteX105161" y="connsiteY105161"/>
              </a:cxn>
              <a:cxn ang="0">
                <a:pos x="connsiteX105162" y="connsiteY105162"/>
              </a:cxn>
              <a:cxn ang="0">
                <a:pos x="connsiteX105163" y="connsiteY105163"/>
              </a:cxn>
              <a:cxn ang="0">
                <a:pos x="connsiteX105164" y="connsiteY105164"/>
              </a:cxn>
              <a:cxn ang="0">
                <a:pos x="connsiteX105165" y="connsiteY105165"/>
              </a:cxn>
              <a:cxn ang="0">
                <a:pos x="connsiteX105166" y="connsiteY105166"/>
              </a:cxn>
              <a:cxn ang="0">
                <a:pos x="connsiteX105167" y="connsiteY105167"/>
              </a:cxn>
              <a:cxn ang="0">
                <a:pos x="connsiteX105168" y="connsiteY105168"/>
              </a:cxn>
              <a:cxn ang="0">
                <a:pos x="connsiteX105169" y="connsiteY105169"/>
              </a:cxn>
              <a:cxn ang="0">
                <a:pos x="connsiteX105170" y="connsiteY105170"/>
              </a:cxn>
              <a:cxn ang="0">
                <a:pos x="connsiteX105171" y="connsiteY105171"/>
              </a:cxn>
              <a:cxn ang="0">
                <a:pos x="connsiteX105172" y="connsiteY105172"/>
              </a:cxn>
              <a:cxn ang="0">
                <a:pos x="connsiteX105173" y="connsiteY105173"/>
              </a:cxn>
              <a:cxn ang="0">
                <a:pos x="connsiteX105174" y="connsiteY105174"/>
              </a:cxn>
              <a:cxn ang="0">
                <a:pos x="connsiteX105175" y="connsiteY105175"/>
              </a:cxn>
              <a:cxn ang="0">
                <a:pos x="connsiteX105176" y="connsiteY105176"/>
              </a:cxn>
              <a:cxn ang="0">
                <a:pos x="connsiteX105177" y="connsiteY105177"/>
              </a:cxn>
              <a:cxn ang="0">
                <a:pos x="connsiteX105178" y="connsiteY105178"/>
              </a:cxn>
              <a:cxn ang="0">
                <a:pos x="connsiteX105179" y="connsiteY105179"/>
              </a:cxn>
              <a:cxn ang="0">
                <a:pos x="connsiteX105180" y="connsiteY105180"/>
              </a:cxn>
              <a:cxn ang="0">
                <a:pos x="connsiteX105181" y="connsiteY105181"/>
              </a:cxn>
              <a:cxn ang="0">
                <a:pos x="connsiteX105182" y="connsiteY105182"/>
              </a:cxn>
              <a:cxn ang="0">
                <a:pos x="connsiteX105183" y="connsiteY105183"/>
              </a:cxn>
              <a:cxn ang="0">
                <a:pos x="connsiteX105184" y="connsiteY105184"/>
              </a:cxn>
              <a:cxn ang="0">
                <a:pos x="connsiteX105185" y="connsiteY105185"/>
              </a:cxn>
              <a:cxn ang="0">
                <a:pos x="connsiteX105186" y="connsiteY105186"/>
              </a:cxn>
              <a:cxn ang="0">
                <a:pos x="connsiteX105187" y="connsiteY105187"/>
              </a:cxn>
              <a:cxn ang="0">
                <a:pos x="connsiteX105188" y="connsiteY105188"/>
              </a:cxn>
              <a:cxn ang="0">
                <a:pos x="connsiteX105189" y="connsiteY105189"/>
              </a:cxn>
              <a:cxn ang="0">
                <a:pos x="connsiteX105190" y="connsiteY105190"/>
              </a:cxn>
              <a:cxn ang="0">
                <a:pos x="connsiteX105191" y="connsiteY105191"/>
              </a:cxn>
              <a:cxn ang="0">
                <a:pos x="connsiteX105192" y="connsiteY105192"/>
              </a:cxn>
              <a:cxn ang="0">
                <a:pos x="connsiteX105193" y="connsiteY105193"/>
              </a:cxn>
              <a:cxn ang="0">
                <a:pos x="connsiteX105194" y="connsiteY105194"/>
              </a:cxn>
              <a:cxn ang="0">
                <a:pos x="connsiteX105195" y="connsiteY105195"/>
              </a:cxn>
              <a:cxn ang="0">
                <a:pos x="connsiteX105196" y="connsiteY105196"/>
              </a:cxn>
              <a:cxn ang="0">
                <a:pos x="connsiteX105197" y="connsiteY105197"/>
              </a:cxn>
              <a:cxn ang="0">
                <a:pos x="connsiteX105198" y="connsiteY105198"/>
              </a:cxn>
              <a:cxn ang="0">
                <a:pos x="connsiteX105199" y="connsiteY105199"/>
              </a:cxn>
              <a:cxn ang="0">
                <a:pos x="connsiteX105200" y="connsiteY105200"/>
              </a:cxn>
              <a:cxn ang="0">
                <a:pos x="connsiteX105201" y="connsiteY105201"/>
              </a:cxn>
              <a:cxn ang="0">
                <a:pos x="connsiteX105202" y="connsiteY105202"/>
              </a:cxn>
              <a:cxn ang="0">
                <a:pos x="connsiteX105203" y="connsiteY105203"/>
              </a:cxn>
              <a:cxn ang="0">
                <a:pos x="connsiteX105204" y="connsiteY105204"/>
              </a:cxn>
              <a:cxn ang="0">
                <a:pos x="connsiteX105205" y="connsiteY105205"/>
              </a:cxn>
              <a:cxn ang="0">
                <a:pos x="connsiteX105206" y="connsiteY105206"/>
              </a:cxn>
              <a:cxn ang="0">
                <a:pos x="connsiteX105207" y="connsiteY105207"/>
              </a:cxn>
              <a:cxn ang="0">
                <a:pos x="connsiteX105208" y="connsiteY105208"/>
              </a:cxn>
              <a:cxn ang="0">
                <a:pos x="connsiteX105209" y="connsiteY105209"/>
              </a:cxn>
              <a:cxn ang="0">
                <a:pos x="connsiteX105210" y="connsiteY105210"/>
              </a:cxn>
              <a:cxn ang="0">
                <a:pos x="connsiteX105211" y="connsiteY105211"/>
              </a:cxn>
              <a:cxn ang="0">
                <a:pos x="connsiteX105212" y="connsiteY105212"/>
              </a:cxn>
              <a:cxn ang="0">
                <a:pos x="connsiteX105213" y="connsiteY105213"/>
              </a:cxn>
              <a:cxn ang="0">
                <a:pos x="connsiteX105214" y="connsiteY105214"/>
              </a:cxn>
              <a:cxn ang="0">
                <a:pos x="connsiteX105215" y="connsiteY105215"/>
              </a:cxn>
              <a:cxn ang="0">
                <a:pos x="connsiteX105216" y="connsiteY105216"/>
              </a:cxn>
              <a:cxn ang="0">
                <a:pos x="connsiteX105217" y="connsiteY105217"/>
              </a:cxn>
              <a:cxn ang="0">
                <a:pos x="connsiteX105218" y="connsiteY105218"/>
              </a:cxn>
              <a:cxn ang="0">
                <a:pos x="connsiteX105219" y="connsiteY105219"/>
              </a:cxn>
              <a:cxn ang="0">
                <a:pos x="connsiteX105220" y="connsiteY105220"/>
              </a:cxn>
              <a:cxn ang="0">
                <a:pos x="connsiteX105221" y="connsiteY105221"/>
              </a:cxn>
              <a:cxn ang="0">
                <a:pos x="connsiteX105222" y="connsiteY105222"/>
              </a:cxn>
              <a:cxn ang="0">
                <a:pos x="connsiteX105223" y="connsiteY105223"/>
              </a:cxn>
              <a:cxn ang="0">
                <a:pos x="connsiteX105224" y="connsiteY105224"/>
              </a:cxn>
              <a:cxn ang="0">
                <a:pos x="connsiteX105225" y="connsiteY105225"/>
              </a:cxn>
              <a:cxn ang="0">
                <a:pos x="connsiteX105226" y="connsiteY105226"/>
              </a:cxn>
              <a:cxn ang="0">
                <a:pos x="connsiteX105227" y="connsiteY105227"/>
              </a:cxn>
              <a:cxn ang="0">
                <a:pos x="connsiteX105228" y="connsiteY105228"/>
              </a:cxn>
              <a:cxn ang="0">
                <a:pos x="connsiteX105229" y="connsiteY105229"/>
              </a:cxn>
              <a:cxn ang="0">
                <a:pos x="connsiteX105230" y="connsiteY105230"/>
              </a:cxn>
              <a:cxn ang="0">
                <a:pos x="connsiteX105231" y="connsiteY105231"/>
              </a:cxn>
              <a:cxn ang="0">
                <a:pos x="connsiteX105232" y="connsiteY105232"/>
              </a:cxn>
              <a:cxn ang="0">
                <a:pos x="connsiteX105233" y="connsiteY105233"/>
              </a:cxn>
              <a:cxn ang="0">
                <a:pos x="connsiteX105234" y="connsiteY105234"/>
              </a:cxn>
              <a:cxn ang="0">
                <a:pos x="connsiteX105235" y="connsiteY105235"/>
              </a:cxn>
              <a:cxn ang="0">
                <a:pos x="connsiteX105236" y="connsiteY105236"/>
              </a:cxn>
              <a:cxn ang="0">
                <a:pos x="connsiteX105237" y="connsiteY105237"/>
              </a:cxn>
              <a:cxn ang="0">
                <a:pos x="connsiteX105238" y="connsiteY105238"/>
              </a:cxn>
              <a:cxn ang="0">
                <a:pos x="connsiteX105239" y="connsiteY105239"/>
              </a:cxn>
              <a:cxn ang="0">
                <a:pos x="connsiteX105240" y="connsiteY105240"/>
              </a:cxn>
              <a:cxn ang="0">
                <a:pos x="connsiteX105241" y="connsiteY105241"/>
              </a:cxn>
              <a:cxn ang="0">
                <a:pos x="connsiteX105242" y="connsiteY105242"/>
              </a:cxn>
              <a:cxn ang="0">
                <a:pos x="connsiteX105243" y="connsiteY105243"/>
              </a:cxn>
              <a:cxn ang="0">
                <a:pos x="connsiteX105244" y="connsiteY105244"/>
              </a:cxn>
              <a:cxn ang="0">
                <a:pos x="connsiteX105245" y="connsiteY105245"/>
              </a:cxn>
              <a:cxn ang="0">
                <a:pos x="connsiteX105246" y="connsiteY105246"/>
              </a:cxn>
              <a:cxn ang="0">
                <a:pos x="connsiteX105247" y="connsiteY105247"/>
              </a:cxn>
              <a:cxn ang="0">
                <a:pos x="connsiteX105248" y="connsiteY105248"/>
              </a:cxn>
              <a:cxn ang="0">
                <a:pos x="connsiteX105249" y="connsiteY105249"/>
              </a:cxn>
              <a:cxn ang="0">
                <a:pos x="connsiteX105250" y="connsiteY105250"/>
              </a:cxn>
              <a:cxn ang="0">
                <a:pos x="connsiteX105251" y="connsiteY105251"/>
              </a:cxn>
              <a:cxn ang="0">
                <a:pos x="connsiteX105252" y="connsiteY105252"/>
              </a:cxn>
              <a:cxn ang="0">
                <a:pos x="connsiteX105253" y="connsiteY105253"/>
              </a:cxn>
              <a:cxn ang="0">
                <a:pos x="connsiteX105254" y="connsiteY105254"/>
              </a:cxn>
              <a:cxn ang="0">
                <a:pos x="connsiteX105255" y="connsiteY105255"/>
              </a:cxn>
              <a:cxn ang="0">
                <a:pos x="connsiteX105256" y="connsiteY105256"/>
              </a:cxn>
              <a:cxn ang="0">
                <a:pos x="connsiteX105257" y="connsiteY105257"/>
              </a:cxn>
              <a:cxn ang="0">
                <a:pos x="connsiteX105258" y="connsiteY105258"/>
              </a:cxn>
              <a:cxn ang="0">
                <a:pos x="connsiteX105259" y="connsiteY105259"/>
              </a:cxn>
              <a:cxn ang="0">
                <a:pos x="connsiteX105260" y="connsiteY105260"/>
              </a:cxn>
              <a:cxn ang="0">
                <a:pos x="connsiteX105261" y="connsiteY105261"/>
              </a:cxn>
              <a:cxn ang="0">
                <a:pos x="connsiteX105262" y="connsiteY105262"/>
              </a:cxn>
              <a:cxn ang="0">
                <a:pos x="connsiteX105263" y="connsiteY105263"/>
              </a:cxn>
              <a:cxn ang="0">
                <a:pos x="connsiteX105264" y="connsiteY105264"/>
              </a:cxn>
              <a:cxn ang="0">
                <a:pos x="connsiteX105265" y="connsiteY105265"/>
              </a:cxn>
              <a:cxn ang="0">
                <a:pos x="connsiteX105266" y="connsiteY105266"/>
              </a:cxn>
              <a:cxn ang="0">
                <a:pos x="connsiteX105267" y="connsiteY105267"/>
              </a:cxn>
              <a:cxn ang="0">
                <a:pos x="connsiteX105268" y="connsiteY105268"/>
              </a:cxn>
              <a:cxn ang="0">
                <a:pos x="connsiteX105269" y="connsiteY105269"/>
              </a:cxn>
              <a:cxn ang="0">
                <a:pos x="connsiteX105270" y="connsiteY105270"/>
              </a:cxn>
              <a:cxn ang="0">
                <a:pos x="connsiteX105271" y="connsiteY105271"/>
              </a:cxn>
              <a:cxn ang="0">
                <a:pos x="connsiteX105272" y="connsiteY105272"/>
              </a:cxn>
              <a:cxn ang="0">
                <a:pos x="connsiteX105273" y="connsiteY105273"/>
              </a:cxn>
              <a:cxn ang="0">
                <a:pos x="connsiteX105274" y="connsiteY105274"/>
              </a:cxn>
              <a:cxn ang="0">
                <a:pos x="connsiteX105275" y="connsiteY105275"/>
              </a:cxn>
              <a:cxn ang="0">
                <a:pos x="connsiteX105276" y="connsiteY105276"/>
              </a:cxn>
              <a:cxn ang="0">
                <a:pos x="connsiteX105277" y="connsiteY105277"/>
              </a:cxn>
              <a:cxn ang="0">
                <a:pos x="connsiteX105278" y="connsiteY105278"/>
              </a:cxn>
              <a:cxn ang="0">
                <a:pos x="connsiteX105279" y="connsiteY105279"/>
              </a:cxn>
              <a:cxn ang="0">
                <a:pos x="connsiteX105280" y="connsiteY105280"/>
              </a:cxn>
              <a:cxn ang="0">
                <a:pos x="connsiteX105281" y="connsiteY105281"/>
              </a:cxn>
              <a:cxn ang="0">
                <a:pos x="connsiteX105282" y="connsiteY105282"/>
              </a:cxn>
              <a:cxn ang="0">
                <a:pos x="connsiteX105283" y="connsiteY105283"/>
              </a:cxn>
              <a:cxn ang="0">
                <a:pos x="connsiteX105284" y="connsiteY105284"/>
              </a:cxn>
              <a:cxn ang="0">
                <a:pos x="connsiteX105285" y="connsiteY105285"/>
              </a:cxn>
              <a:cxn ang="0">
                <a:pos x="connsiteX105286" y="connsiteY105286"/>
              </a:cxn>
              <a:cxn ang="0">
                <a:pos x="connsiteX105287" y="connsiteY105287"/>
              </a:cxn>
              <a:cxn ang="0">
                <a:pos x="connsiteX105288" y="connsiteY105288"/>
              </a:cxn>
              <a:cxn ang="0">
                <a:pos x="connsiteX105289" y="connsiteY105289"/>
              </a:cxn>
              <a:cxn ang="0">
                <a:pos x="connsiteX105290" y="connsiteY105290"/>
              </a:cxn>
              <a:cxn ang="0">
                <a:pos x="connsiteX105291" y="connsiteY105291"/>
              </a:cxn>
              <a:cxn ang="0">
                <a:pos x="connsiteX105292" y="connsiteY105292"/>
              </a:cxn>
              <a:cxn ang="0">
                <a:pos x="connsiteX105293" y="connsiteY105293"/>
              </a:cxn>
              <a:cxn ang="0">
                <a:pos x="connsiteX105294" y="connsiteY105294"/>
              </a:cxn>
              <a:cxn ang="0">
                <a:pos x="connsiteX105295" y="connsiteY105295"/>
              </a:cxn>
              <a:cxn ang="0">
                <a:pos x="connsiteX105296" y="connsiteY105296"/>
              </a:cxn>
              <a:cxn ang="0">
                <a:pos x="connsiteX105297" y="connsiteY105297"/>
              </a:cxn>
              <a:cxn ang="0">
                <a:pos x="connsiteX105298" y="connsiteY105298"/>
              </a:cxn>
              <a:cxn ang="0">
                <a:pos x="connsiteX105299" y="connsiteY105299"/>
              </a:cxn>
              <a:cxn ang="0">
                <a:pos x="connsiteX105300" y="connsiteY105300"/>
              </a:cxn>
              <a:cxn ang="0">
                <a:pos x="connsiteX105301" y="connsiteY105301"/>
              </a:cxn>
              <a:cxn ang="0">
                <a:pos x="connsiteX105302" y="connsiteY105302"/>
              </a:cxn>
              <a:cxn ang="0">
                <a:pos x="connsiteX105303" y="connsiteY105303"/>
              </a:cxn>
              <a:cxn ang="0">
                <a:pos x="connsiteX105304" y="connsiteY105304"/>
              </a:cxn>
              <a:cxn ang="0">
                <a:pos x="connsiteX105305" y="connsiteY105305"/>
              </a:cxn>
              <a:cxn ang="0">
                <a:pos x="connsiteX105306" y="connsiteY105306"/>
              </a:cxn>
              <a:cxn ang="0">
                <a:pos x="connsiteX105307" y="connsiteY105307"/>
              </a:cxn>
              <a:cxn ang="0">
                <a:pos x="connsiteX105308" y="connsiteY105308"/>
              </a:cxn>
              <a:cxn ang="0">
                <a:pos x="connsiteX105309" y="connsiteY105309"/>
              </a:cxn>
              <a:cxn ang="0">
                <a:pos x="connsiteX105310" y="connsiteY105310"/>
              </a:cxn>
              <a:cxn ang="0">
                <a:pos x="connsiteX105311" y="connsiteY105311"/>
              </a:cxn>
              <a:cxn ang="0">
                <a:pos x="connsiteX105312" y="connsiteY105312"/>
              </a:cxn>
              <a:cxn ang="0">
                <a:pos x="connsiteX105313" y="connsiteY105313"/>
              </a:cxn>
              <a:cxn ang="0">
                <a:pos x="connsiteX105314" y="connsiteY105314"/>
              </a:cxn>
              <a:cxn ang="0">
                <a:pos x="connsiteX105315" y="connsiteY105315"/>
              </a:cxn>
              <a:cxn ang="0">
                <a:pos x="connsiteX105316" y="connsiteY105316"/>
              </a:cxn>
              <a:cxn ang="0">
                <a:pos x="connsiteX105317" y="connsiteY105317"/>
              </a:cxn>
              <a:cxn ang="0">
                <a:pos x="connsiteX105318" y="connsiteY105318"/>
              </a:cxn>
              <a:cxn ang="0">
                <a:pos x="connsiteX105319" y="connsiteY105319"/>
              </a:cxn>
              <a:cxn ang="0">
                <a:pos x="connsiteX105320" y="connsiteY105320"/>
              </a:cxn>
              <a:cxn ang="0">
                <a:pos x="connsiteX105321" y="connsiteY105321"/>
              </a:cxn>
              <a:cxn ang="0">
                <a:pos x="connsiteX105322" y="connsiteY105322"/>
              </a:cxn>
              <a:cxn ang="0">
                <a:pos x="connsiteX105323" y="connsiteY105323"/>
              </a:cxn>
              <a:cxn ang="0">
                <a:pos x="connsiteX105324" y="connsiteY105324"/>
              </a:cxn>
              <a:cxn ang="0">
                <a:pos x="connsiteX105325" y="connsiteY105325"/>
              </a:cxn>
              <a:cxn ang="0">
                <a:pos x="connsiteX105326" y="connsiteY105326"/>
              </a:cxn>
              <a:cxn ang="0">
                <a:pos x="connsiteX105327" y="connsiteY105327"/>
              </a:cxn>
              <a:cxn ang="0">
                <a:pos x="connsiteX105328" y="connsiteY105328"/>
              </a:cxn>
              <a:cxn ang="0">
                <a:pos x="connsiteX105329" y="connsiteY105329"/>
              </a:cxn>
              <a:cxn ang="0">
                <a:pos x="connsiteX105330" y="connsiteY105330"/>
              </a:cxn>
              <a:cxn ang="0">
                <a:pos x="connsiteX105331" y="connsiteY105331"/>
              </a:cxn>
              <a:cxn ang="0">
                <a:pos x="connsiteX105332" y="connsiteY105332"/>
              </a:cxn>
              <a:cxn ang="0">
                <a:pos x="connsiteX105333" y="connsiteY105333"/>
              </a:cxn>
              <a:cxn ang="0">
                <a:pos x="connsiteX105334" y="connsiteY105334"/>
              </a:cxn>
              <a:cxn ang="0">
                <a:pos x="connsiteX105335" y="connsiteY105335"/>
              </a:cxn>
              <a:cxn ang="0">
                <a:pos x="connsiteX105336" y="connsiteY105336"/>
              </a:cxn>
              <a:cxn ang="0">
                <a:pos x="connsiteX105337" y="connsiteY105337"/>
              </a:cxn>
              <a:cxn ang="0">
                <a:pos x="connsiteX105338" y="connsiteY105338"/>
              </a:cxn>
              <a:cxn ang="0">
                <a:pos x="connsiteX105339" y="connsiteY105339"/>
              </a:cxn>
              <a:cxn ang="0">
                <a:pos x="connsiteX105340" y="connsiteY105340"/>
              </a:cxn>
              <a:cxn ang="0">
                <a:pos x="connsiteX105341" y="connsiteY105341"/>
              </a:cxn>
              <a:cxn ang="0">
                <a:pos x="connsiteX105342" y="connsiteY105342"/>
              </a:cxn>
              <a:cxn ang="0">
                <a:pos x="connsiteX105343" y="connsiteY105343"/>
              </a:cxn>
              <a:cxn ang="0">
                <a:pos x="connsiteX105344" y="connsiteY105344"/>
              </a:cxn>
              <a:cxn ang="0">
                <a:pos x="connsiteX105345" y="connsiteY105345"/>
              </a:cxn>
              <a:cxn ang="0">
                <a:pos x="connsiteX105346" y="connsiteY105346"/>
              </a:cxn>
              <a:cxn ang="0">
                <a:pos x="connsiteX105347" y="connsiteY105347"/>
              </a:cxn>
              <a:cxn ang="0">
                <a:pos x="connsiteX105348" y="connsiteY105348"/>
              </a:cxn>
              <a:cxn ang="0">
                <a:pos x="connsiteX105349" y="connsiteY105349"/>
              </a:cxn>
              <a:cxn ang="0">
                <a:pos x="connsiteX105350" y="connsiteY105350"/>
              </a:cxn>
              <a:cxn ang="0">
                <a:pos x="connsiteX105351" y="connsiteY105351"/>
              </a:cxn>
              <a:cxn ang="0">
                <a:pos x="connsiteX105352" y="connsiteY105352"/>
              </a:cxn>
              <a:cxn ang="0">
                <a:pos x="connsiteX105353" y="connsiteY105353"/>
              </a:cxn>
              <a:cxn ang="0">
                <a:pos x="connsiteX105354" y="connsiteY105354"/>
              </a:cxn>
              <a:cxn ang="0">
                <a:pos x="connsiteX105355" y="connsiteY105355"/>
              </a:cxn>
              <a:cxn ang="0">
                <a:pos x="connsiteX105356" y="connsiteY105356"/>
              </a:cxn>
              <a:cxn ang="0">
                <a:pos x="connsiteX105357" y="connsiteY105357"/>
              </a:cxn>
              <a:cxn ang="0">
                <a:pos x="connsiteX105358" y="connsiteY105358"/>
              </a:cxn>
              <a:cxn ang="0">
                <a:pos x="connsiteX105359" y="connsiteY105359"/>
              </a:cxn>
              <a:cxn ang="0">
                <a:pos x="connsiteX105360" y="connsiteY105360"/>
              </a:cxn>
              <a:cxn ang="0">
                <a:pos x="connsiteX105361" y="connsiteY105361"/>
              </a:cxn>
              <a:cxn ang="0">
                <a:pos x="connsiteX105362" y="connsiteY105362"/>
              </a:cxn>
              <a:cxn ang="0">
                <a:pos x="connsiteX105363" y="connsiteY105363"/>
              </a:cxn>
              <a:cxn ang="0">
                <a:pos x="connsiteX105364" y="connsiteY105364"/>
              </a:cxn>
              <a:cxn ang="0">
                <a:pos x="connsiteX105365" y="connsiteY105365"/>
              </a:cxn>
              <a:cxn ang="0">
                <a:pos x="connsiteX105366" y="connsiteY105366"/>
              </a:cxn>
              <a:cxn ang="0">
                <a:pos x="connsiteX105367" y="connsiteY105367"/>
              </a:cxn>
              <a:cxn ang="0">
                <a:pos x="connsiteX105368" y="connsiteY105368"/>
              </a:cxn>
              <a:cxn ang="0">
                <a:pos x="connsiteX105369" y="connsiteY105369"/>
              </a:cxn>
              <a:cxn ang="0">
                <a:pos x="connsiteX105370" y="connsiteY105370"/>
              </a:cxn>
              <a:cxn ang="0">
                <a:pos x="connsiteX105371" y="connsiteY105371"/>
              </a:cxn>
              <a:cxn ang="0">
                <a:pos x="connsiteX105372" y="connsiteY105372"/>
              </a:cxn>
              <a:cxn ang="0">
                <a:pos x="connsiteX105373" y="connsiteY105373"/>
              </a:cxn>
              <a:cxn ang="0">
                <a:pos x="connsiteX105374" y="connsiteY105374"/>
              </a:cxn>
              <a:cxn ang="0">
                <a:pos x="connsiteX105375" y="connsiteY105375"/>
              </a:cxn>
              <a:cxn ang="0">
                <a:pos x="connsiteX105376" y="connsiteY105376"/>
              </a:cxn>
              <a:cxn ang="0">
                <a:pos x="connsiteX105377" y="connsiteY105377"/>
              </a:cxn>
              <a:cxn ang="0">
                <a:pos x="connsiteX105378" y="connsiteY105378"/>
              </a:cxn>
              <a:cxn ang="0">
                <a:pos x="connsiteX105379" y="connsiteY105379"/>
              </a:cxn>
              <a:cxn ang="0">
                <a:pos x="connsiteX105380" y="connsiteY105380"/>
              </a:cxn>
              <a:cxn ang="0">
                <a:pos x="connsiteX105381" y="connsiteY105381"/>
              </a:cxn>
              <a:cxn ang="0">
                <a:pos x="connsiteX105382" y="connsiteY105382"/>
              </a:cxn>
              <a:cxn ang="0">
                <a:pos x="connsiteX105383" y="connsiteY105383"/>
              </a:cxn>
              <a:cxn ang="0">
                <a:pos x="connsiteX105384" y="connsiteY105384"/>
              </a:cxn>
              <a:cxn ang="0">
                <a:pos x="connsiteX105385" y="connsiteY105385"/>
              </a:cxn>
              <a:cxn ang="0">
                <a:pos x="connsiteX105386" y="connsiteY105386"/>
              </a:cxn>
              <a:cxn ang="0">
                <a:pos x="connsiteX105387" y="connsiteY105387"/>
              </a:cxn>
              <a:cxn ang="0">
                <a:pos x="connsiteX105388" y="connsiteY105388"/>
              </a:cxn>
              <a:cxn ang="0">
                <a:pos x="connsiteX105389" y="connsiteY105389"/>
              </a:cxn>
              <a:cxn ang="0">
                <a:pos x="connsiteX105390" y="connsiteY105390"/>
              </a:cxn>
              <a:cxn ang="0">
                <a:pos x="connsiteX105391" y="connsiteY105391"/>
              </a:cxn>
              <a:cxn ang="0">
                <a:pos x="connsiteX105392" y="connsiteY105392"/>
              </a:cxn>
              <a:cxn ang="0">
                <a:pos x="connsiteX105393" y="connsiteY105393"/>
              </a:cxn>
              <a:cxn ang="0">
                <a:pos x="connsiteX105394" y="connsiteY105394"/>
              </a:cxn>
              <a:cxn ang="0">
                <a:pos x="connsiteX105395" y="connsiteY105395"/>
              </a:cxn>
              <a:cxn ang="0">
                <a:pos x="connsiteX105396" y="connsiteY105396"/>
              </a:cxn>
              <a:cxn ang="0">
                <a:pos x="connsiteX105397" y="connsiteY105397"/>
              </a:cxn>
              <a:cxn ang="0">
                <a:pos x="connsiteX105398" y="connsiteY105398"/>
              </a:cxn>
              <a:cxn ang="0">
                <a:pos x="connsiteX105399" y="connsiteY105399"/>
              </a:cxn>
              <a:cxn ang="0">
                <a:pos x="connsiteX105400" y="connsiteY105400"/>
              </a:cxn>
              <a:cxn ang="0">
                <a:pos x="connsiteX105401" y="connsiteY105401"/>
              </a:cxn>
              <a:cxn ang="0">
                <a:pos x="connsiteX105402" y="connsiteY105402"/>
              </a:cxn>
              <a:cxn ang="0">
                <a:pos x="connsiteX105403" y="connsiteY105403"/>
              </a:cxn>
              <a:cxn ang="0">
                <a:pos x="connsiteX105404" y="connsiteY105404"/>
              </a:cxn>
              <a:cxn ang="0">
                <a:pos x="connsiteX105405" y="connsiteY105405"/>
              </a:cxn>
              <a:cxn ang="0">
                <a:pos x="connsiteX105406" y="connsiteY105406"/>
              </a:cxn>
              <a:cxn ang="0">
                <a:pos x="connsiteX105407" y="connsiteY105407"/>
              </a:cxn>
              <a:cxn ang="0">
                <a:pos x="connsiteX105408" y="connsiteY105408"/>
              </a:cxn>
              <a:cxn ang="0">
                <a:pos x="connsiteX105409" y="connsiteY105409"/>
              </a:cxn>
              <a:cxn ang="0">
                <a:pos x="connsiteX105410" y="connsiteY105410"/>
              </a:cxn>
              <a:cxn ang="0">
                <a:pos x="connsiteX105411" y="connsiteY105411"/>
              </a:cxn>
              <a:cxn ang="0">
                <a:pos x="connsiteX105412" y="connsiteY105412"/>
              </a:cxn>
              <a:cxn ang="0">
                <a:pos x="connsiteX105413" y="connsiteY105413"/>
              </a:cxn>
              <a:cxn ang="0">
                <a:pos x="connsiteX105414" y="connsiteY105414"/>
              </a:cxn>
              <a:cxn ang="0">
                <a:pos x="connsiteX105415" y="connsiteY105415"/>
              </a:cxn>
              <a:cxn ang="0">
                <a:pos x="connsiteX105416" y="connsiteY105416"/>
              </a:cxn>
              <a:cxn ang="0">
                <a:pos x="connsiteX105417" y="connsiteY105417"/>
              </a:cxn>
              <a:cxn ang="0">
                <a:pos x="connsiteX105418" y="connsiteY105418"/>
              </a:cxn>
              <a:cxn ang="0">
                <a:pos x="connsiteX105419" y="connsiteY105419"/>
              </a:cxn>
              <a:cxn ang="0">
                <a:pos x="connsiteX105420" y="connsiteY105420"/>
              </a:cxn>
              <a:cxn ang="0">
                <a:pos x="connsiteX105421" y="connsiteY105421"/>
              </a:cxn>
              <a:cxn ang="0">
                <a:pos x="connsiteX105422" y="connsiteY105422"/>
              </a:cxn>
              <a:cxn ang="0">
                <a:pos x="connsiteX105423" y="connsiteY105423"/>
              </a:cxn>
              <a:cxn ang="0">
                <a:pos x="connsiteX105424" y="connsiteY105424"/>
              </a:cxn>
              <a:cxn ang="0">
                <a:pos x="connsiteX105425" y="connsiteY105425"/>
              </a:cxn>
              <a:cxn ang="0">
                <a:pos x="connsiteX105426" y="connsiteY105426"/>
              </a:cxn>
              <a:cxn ang="0">
                <a:pos x="connsiteX105427" y="connsiteY105427"/>
              </a:cxn>
              <a:cxn ang="0">
                <a:pos x="connsiteX105428" y="connsiteY105428"/>
              </a:cxn>
              <a:cxn ang="0">
                <a:pos x="connsiteX105429" y="connsiteY105429"/>
              </a:cxn>
              <a:cxn ang="0">
                <a:pos x="connsiteX105430" y="connsiteY105430"/>
              </a:cxn>
              <a:cxn ang="0">
                <a:pos x="connsiteX105431" y="connsiteY105431"/>
              </a:cxn>
              <a:cxn ang="0">
                <a:pos x="connsiteX105432" y="connsiteY105432"/>
              </a:cxn>
              <a:cxn ang="0">
                <a:pos x="connsiteX105433" y="connsiteY105433"/>
              </a:cxn>
              <a:cxn ang="0">
                <a:pos x="connsiteX105434" y="connsiteY105434"/>
              </a:cxn>
              <a:cxn ang="0">
                <a:pos x="connsiteX105435" y="connsiteY105435"/>
              </a:cxn>
              <a:cxn ang="0">
                <a:pos x="connsiteX105436" y="connsiteY105436"/>
              </a:cxn>
              <a:cxn ang="0">
                <a:pos x="connsiteX105437" y="connsiteY105437"/>
              </a:cxn>
              <a:cxn ang="0">
                <a:pos x="connsiteX105438" y="connsiteY105438"/>
              </a:cxn>
              <a:cxn ang="0">
                <a:pos x="connsiteX105439" y="connsiteY105439"/>
              </a:cxn>
              <a:cxn ang="0">
                <a:pos x="connsiteX105440" y="connsiteY105440"/>
              </a:cxn>
              <a:cxn ang="0">
                <a:pos x="connsiteX105441" y="connsiteY105441"/>
              </a:cxn>
              <a:cxn ang="0">
                <a:pos x="connsiteX105442" y="connsiteY105442"/>
              </a:cxn>
              <a:cxn ang="0">
                <a:pos x="connsiteX105443" y="connsiteY105443"/>
              </a:cxn>
              <a:cxn ang="0">
                <a:pos x="connsiteX105444" y="connsiteY105444"/>
              </a:cxn>
              <a:cxn ang="0">
                <a:pos x="connsiteX105445" y="connsiteY105445"/>
              </a:cxn>
              <a:cxn ang="0">
                <a:pos x="connsiteX105446" y="connsiteY105446"/>
              </a:cxn>
              <a:cxn ang="0">
                <a:pos x="connsiteX105447" y="connsiteY105447"/>
              </a:cxn>
              <a:cxn ang="0">
                <a:pos x="connsiteX105448" y="connsiteY105448"/>
              </a:cxn>
              <a:cxn ang="0">
                <a:pos x="connsiteX105449" y="connsiteY105449"/>
              </a:cxn>
              <a:cxn ang="0">
                <a:pos x="connsiteX105450" y="connsiteY105450"/>
              </a:cxn>
              <a:cxn ang="0">
                <a:pos x="connsiteX105451" y="connsiteY105451"/>
              </a:cxn>
              <a:cxn ang="0">
                <a:pos x="connsiteX105452" y="connsiteY105452"/>
              </a:cxn>
              <a:cxn ang="0">
                <a:pos x="connsiteX105453" y="connsiteY105453"/>
              </a:cxn>
              <a:cxn ang="0">
                <a:pos x="connsiteX105454" y="connsiteY105454"/>
              </a:cxn>
              <a:cxn ang="0">
                <a:pos x="connsiteX105455" y="connsiteY105455"/>
              </a:cxn>
              <a:cxn ang="0">
                <a:pos x="connsiteX105456" y="connsiteY105456"/>
              </a:cxn>
              <a:cxn ang="0">
                <a:pos x="connsiteX105457" y="connsiteY105457"/>
              </a:cxn>
              <a:cxn ang="0">
                <a:pos x="connsiteX105458" y="connsiteY105458"/>
              </a:cxn>
              <a:cxn ang="0">
                <a:pos x="connsiteX105459" y="connsiteY105459"/>
              </a:cxn>
              <a:cxn ang="0">
                <a:pos x="connsiteX105460" y="connsiteY105460"/>
              </a:cxn>
              <a:cxn ang="0">
                <a:pos x="connsiteX105461" y="connsiteY105461"/>
              </a:cxn>
              <a:cxn ang="0">
                <a:pos x="connsiteX105462" y="connsiteY105462"/>
              </a:cxn>
              <a:cxn ang="0">
                <a:pos x="connsiteX105463" y="connsiteY105463"/>
              </a:cxn>
              <a:cxn ang="0">
                <a:pos x="connsiteX105464" y="connsiteY105464"/>
              </a:cxn>
              <a:cxn ang="0">
                <a:pos x="connsiteX105465" y="connsiteY105465"/>
              </a:cxn>
              <a:cxn ang="0">
                <a:pos x="connsiteX105466" y="connsiteY105466"/>
              </a:cxn>
              <a:cxn ang="0">
                <a:pos x="connsiteX105467" y="connsiteY105467"/>
              </a:cxn>
              <a:cxn ang="0">
                <a:pos x="connsiteX105468" y="connsiteY105468"/>
              </a:cxn>
              <a:cxn ang="0">
                <a:pos x="connsiteX105469" y="connsiteY105469"/>
              </a:cxn>
              <a:cxn ang="0">
                <a:pos x="connsiteX105470" y="connsiteY105470"/>
              </a:cxn>
              <a:cxn ang="0">
                <a:pos x="connsiteX105471" y="connsiteY105471"/>
              </a:cxn>
              <a:cxn ang="0">
                <a:pos x="connsiteX105472" y="connsiteY105472"/>
              </a:cxn>
              <a:cxn ang="0">
                <a:pos x="connsiteX105473" y="connsiteY105473"/>
              </a:cxn>
              <a:cxn ang="0">
                <a:pos x="connsiteX105474" y="connsiteY105474"/>
              </a:cxn>
              <a:cxn ang="0">
                <a:pos x="connsiteX105475" y="connsiteY105475"/>
              </a:cxn>
              <a:cxn ang="0">
                <a:pos x="connsiteX105476" y="connsiteY105476"/>
              </a:cxn>
              <a:cxn ang="0">
                <a:pos x="connsiteX105477" y="connsiteY105477"/>
              </a:cxn>
              <a:cxn ang="0">
                <a:pos x="connsiteX105478" y="connsiteY105478"/>
              </a:cxn>
              <a:cxn ang="0">
                <a:pos x="connsiteX105479" y="connsiteY105479"/>
              </a:cxn>
              <a:cxn ang="0">
                <a:pos x="connsiteX105480" y="connsiteY105480"/>
              </a:cxn>
              <a:cxn ang="0">
                <a:pos x="connsiteX105481" y="connsiteY105481"/>
              </a:cxn>
              <a:cxn ang="0">
                <a:pos x="connsiteX105482" y="connsiteY105482"/>
              </a:cxn>
              <a:cxn ang="0">
                <a:pos x="connsiteX105483" y="connsiteY105483"/>
              </a:cxn>
              <a:cxn ang="0">
                <a:pos x="connsiteX105484" y="connsiteY105484"/>
              </a:cxn>
              <a:cxn ang="0">
                <a:pos x="connsiteX105485" y="connsiteY105485"/>
              </a:cxn>
              <a:cxn ang="0">
                <a:pos x="connsiteX105486" y="connsiteY105486"/>
              </a:cxn>
              <a:cxn ang="0">
                <a:pos x="connsiteX105487" y="connsiteY105487"/>
              </a:cxn>
              <a:cxn ang="0">
                <a:pos x="connsiteX105488" y="connsiteY105488"/>
              </a:cxn>
              <a:cxn ang="0">
                <a:pos x="connsiteX105489" y="connsiteY105489"/>
              </a:cxn>
              <a:cxn ang="0">
                <a:pos x="connsiteX105490" y="connsiteY105490"/>
              </a:cxn>
              <a:cxn ang="0">
                <a:pos x="connsiteX105491" y="connsiteY105491"/>
              </a:cxn>
              <a:cxn ang="0">
                <a:pos x="connsiteX105492" y="connsiteY105492"/>
              </a:cxn>
              <a:cxn ang="0">
                <a:pos x="connsiteX105493" y="connsiteY105493"/>
              </a:cxn>
              <a:cxn ang="0">
                <a:pos x="connsiteX105494" y="connsiteY105494"/>
              </a:cxn>
              <a:cxn ang="0">
                <a:pos x="connsiteX105495" y="connsiteY105495"/>
              </a:cxn>
              <a:cxn ang="0">
                <a:pos x="connsiteX105496" y="connsiteY105496"/>
              </a:cxn>
              <a:cxn ang="0">
                <a:pos x="connsiteX105497" y="connsiteY105497"/>
              </a:cxn>
              <a:cxn ang="0">
                <a:pos x="connsiteX105498" y="connsiteY105498"/>
              </a:cxn>
              <a:cxn ang="0">
                <a:pos x="connsiteX105499" y="connsiteY105499"/>
              </a:cxn>
              <a:cxn ang="0">
                <a:pos x="connsiteX105500" y="connsiteY105500"/>
              </a:cxn>
              <a:cxn ang="0">
                <a:pos x="connsiteX105501" y="connsiteY105501"/>
              </a:cxn>
              <a:cxn ang="0">
                <a:pos x="connsiteX105502" y="connsiteY105502"/>
              </a:cxn>
              <a:cxn ang="0">
                <a:pos x="connsiteX105503" y="connsiteY105503"/>
              </a:cxn>
              <a:cxn ang="0">
                <a:pos x="connsiteX105504" y="connsiteY105504"/>
              </a:cxn>
              <a:cxn ang="0">
                <a:pos x="connsiteX105505" y="connsiteY105505"/>
              </a:cxn>
              <a:cxn ang="0">
                <a:pos x="connsiteX105506" y="connsiteY105506"/>
              </a:cxn>
              <a:cxn ang="0">
                <a:pos x="connsiteX105507" y="connsiteY105507"/>
              </a:cxn>
              <a:cxn ang="0">
                <a:pos x="connsiteX105508" y="connsiteY105508"/>
              </a:cxn>
              <a:cxn ang="0">
                <a:pos x="connsiteX105509" y="connsiteY105509"/>
              </a:cxn>
              <a:cxn ang="0">
                <a:pos x="connsiteX105510" y="connsiteY105510"/>
              </a:cxn>
              <a:cxn ang="0">
                <a:pos x="connsiteX105511" y="connsiteY105511"/>
              </a:cxn>
              <a:cxn ang="0">
                <a:pos x="connsiteX105512" y="connsiteY105512"/>
              </a:cxn>
              <a:cxn ang="0">
                <a:pos x="connsiteX105513" y="connsiteY105513"/>
              </a:cxn>
              <a:cxn ang="0">
                <a:pos x="connsiteX105514" y="connsiteY105514"/>
              </a:cxn>
              <a:cxn ang="0">
                <a:pos x="connsiteX105515" y="connsiteY105515"/>
              </a:cxn>
              <a:cxn ang="0">
                <a:pos x="connsiteX105516" y="connsiteY105516"/>
              </a:cxn>
              <a:cxn ang="0">
                <a:pos x="connsiteX105517" y="connsiteY105517"/>
              </a:cxn>
              <a:cxn ang="0">
                <a:pos x="connsiteX105518" y="connsiteY105518"/>
              </a:cxn>
              <a:cxn ang="0">
                <a:pos x="connsiteX105519" y="connsiteY105519"/>
              </a:cxn>
              <a:cxn ang="0">
                <a:pos x="connsiteX105520" y="connsiteY105520"/>
              </a:cxn>
              <a:cxn ang="0">
                <a:pos x="connsiteX105521" y="connsiteY105521"/>
              </a:cxn>
              <a:cxn ang="0">
                <a:pos x="connsiteX105522" y="connsiteY105522"/>
              </a:cxn>
              <a:cxn ang="0">
                <a:pos x="connsiteX105523" y="connsiteY105523"/>
              </a:cxn>
              <a:cxn ang="0">
                <a:pos x="connsiteX105524" y="connsiteY105524"/>
              </a:cxn>
              <a:cxn ang="0">
                <a:pos x="connsiteX105525" y="connsiteY105525"/>
              </a:cxn>
              <a:cxn ang="0">
                <a:pos x="connsiteX105526" y="connsiteY105526"/>
              </a:cxn>
              <a:cxn ang="0">
                <a:pos x="connsiteX105527" y="connsiteY105527"/>
              </a:cxn>
              <a:cxn ang="0">
                <a:pos x="connsiteX105528" y="connsiteY105528"/>
              </a:cxn>
              <a:cxn ang="0">
                <a:pos x="connsiteX105529" y="connsiteY105529"/>
              </a:cxn>
              <a:cxn ang="0">
                <a:pos x="connsiteX105530" y="connsiteY105530"/>
              </a:cxn>
              <a:cxn ang="0">
                <a:pos x="connsiteX105531" y="connsiteY105531"/>
              </a:cxn>
              <a:cxn ang="0">
                <a:pos x="connsiteX105532" y="connsiteY105532"/>
              </a:cxn>
              <a:cxn ang="0">
                <a:pos x="connsiteX105533" y="connsiteY105533"/>
              </a:cxn>
              <a:cxn ang="0">
                <a:pos x="connsiteX105534" y="connsiteY105534"/>
              </a:cxn>
              <a:cxn ang="0">
                <a:pos x="connsiteX105535" y="connsiteY105535"/>
              </a:cxn>
              <a:cxn ang="0">
                <a:pos x="connsiteX105536" y="connsiteY105536"/>
              </a:cxn>
              <a:cxn ang="0">
                <a:pos x="connsiteX105537" y="connsiteY105537"/>
              </a:cxn>
              <a:cxn ang="0">
                <a:pos x="connsiteX105538" y="connsiteY105538"/>
              </a:cxn>
              <a:cxn ang="0">
                <a:pos x="connsiteX105539" y="connsiteY105539"/>
              </a:cxn>
              <a:cxn ang="0">
                <a:pos x="connsiteX105540" y="connsiteY105540"/>
              </a:cxn>
              <a:cxn ang="0">
                <a:pos x="connsiteX105541" y="connsiteY105541"/>
              </a:cxn>
              <a:cxn ang="0">
                <a:pos x="connsiteX105542" y="connsiteY105542"/>
              </a:cxn>
              <a:cxn ang="0">
                <a:pos x="connsiteX105543" y="connsiteY105543"/>
              </a:cxn>
              <a:cxn ang="0">
                <a:pos x="connsiteX105544" y="connsiteY105544"/>
              </a:cxn>
              <a:cxn ang="0">
                <a:pos x="connsiteX105545" y="connsiteY105545"/>
              </a:cxn>
              <a:cxn ang="0">
                <a:pos x="connsiteX105546" y="connsiteY105546"/>
              </a:cxn>
              <a:cxn ang="0">
                <a:pos x="connsiteX105547" y="connsiteY105547"/>
              </a:cxn>
              <a:cxn ang="0">
                <a:pos x="connsiteX105548" y="connsiteY105548"/>
              </a:cxn>
              <a:cxn ang="0">
                <a:pos x="connsiteX105549" y="connsiteY105549"/>
              </a:cxn>
              <a:cxn ang="0">
                <a:pos x="connsiteX105550" y="connsiteY105550"/>
              </a:cxn>
              <a:cxn ang="0">
                <a:pos x="connsiteX105551" y="connsiteY105551"/>
              </a:cxn>
              <a:cxn ang="0">
                <a:pos x="connsiteX105552" y="connsiteY105552"/>
              </a:cxn>
              <a:cxn ang="0">
                <a:pos x="connsiteX105553" y="connsiteY105553"/>
              </a:cxn>
              <a:cxn ang="0">
                <a:pos x="connsiteX105554" y="connsiteY105554"/>
              </a:cxn>
              <a:cxn ang="0">
                <a:pos x="connsiteX105555" y="connsiteY105555"/>
              </a:cxn>
              <a:cxn ang="0">
                <a:pos x="connsiteX105556" y="connsiteY105556"/>
              </a:cxn>
              <a:cxn ang="0">
                <a:pos x="connsiteX105557" y="connsiteY105557"/>
              </a:cxn>
              <a:cxn ang="0">
                <a:pos x="connsiteX105558" y="connsiteY105558"/>
              </a:cxn>
              <a:cxn ang="0">
                <a:pos x="connsiteX105559" y="connsiteY105559"/>
              </a:cxn>
              <a:cxn ang="0">
                <a:pos x="connsiteX105560" y="connsiteY105560"/>
              </a:cxn>
              <a:cxn ang="0">
                <a:pos x="connsiteX105561" y="connsiteY105561"/>
              </a:cxn>
              <a:cxn ang="0">
                <a:pos x="connsiteX105562" y="connsiteY105562"/>
              </a:cxn>
              <a:cxn ang="0">
                <a:pos x="connsiteX105563" y="connsiteY105563"/>
              </a:cxn>
              <a:cxn ang="0">
                <a:pos x="connsiteX105564" y="connsiteY105564"/>
              </a:cxn>
              <a:cxn ang="0">
                <a:pos x="connsiteX105565" y="connsiteY105565"/>
              </a:cxn>
              <a:cxn ang="0">
                <a:pos x="connsiteX105566" y="connsiteY105566"/>
              </a:cxn>
              <a:cxn ang="0">
                <a:pos x="connsiteX105567" y="connsiteY105567"/>
              </a:cxn>
              <a:cxn ang="0">
                <a:pos x="connsiteX105568" y="connsiteY105568"/>
              </a:cxn>
              <a:cxn ang="0">
                <a:pos x="connsiteX105569" y="connsiteY105569"/>
              </a:cxn>
              <a:cxn ang="0">
                <a:pos x="connsiteX105570" y="connsiteY105570"/>
              </a:cxn>
              <a:cxn ang="0">
                <a:pos x="connsiteX105571" y="connsiteY105571"/>
              </a:cxn>
              <a:cxn ang="0">
                <a:pos x="connsiteX105572" y="connsiteY105572"/>
              </a:cxn>
              <a:cxn ang="0">
                <a:pos x="connsiteX105573" y="connsiteY105573"/>
              </a:cxn>
              <a:cxn ang="0">
                <a:pos x="connsiteX105574" y="connsiteY105574"/>
              </a:cxn>
              <a:cxn ang="0">
                <a:pos x="connsiteX105575" y="connsiteY105575"/>
              </a:cxn>
              <a:cxn ang="0">
                <a:pos x="connsiteX105576" y="connsiteY105576"/>
              </a:cxn>
              <a:cxn ang="0">
                <a:pos x="connsiteX105577" y="connsiteY105577"/>
              </a:cxn>
              <a:cxn ang="0">
                <a:pos x="connsiteX105578" y="connsiteY105578"/>
              </a:cxn>
              <a:cxn ang="0">
                <a:pos x="connsiteX105579" y="connsiteY105579"/>
              </a:cxn>
              <a:cxn ang="0">
                <a:pos x="connsiteX105580" y="connsiteY105580"/>
              </a:cxn>
              <a:cxn ang="0">
                <a:pos x="connsiteX105581" y="connsiteY105581"/>
              </a:cxn>
              <a:cxn ang="0">
                <a:pos x="connsiteX105582" y="connsiteY105582"/>
              </a:cxn>
              <a:cxn ang="0">
                <a:pos x="connsiteX105583" y="connsiteY105583"/>
              </a:cxn>
              <a:cxn ang="0">
                <a:pos x="connsiteX105584" y="connsiteY105584"/>
              </a:cxn>
              <a:cxn ang="0">
                <a:pos x="connsiteX105585" y="connsiteY105585"/>
              </a:cxn>
              <a:cxn ang="0">
                <a:pos x="connsiteX105586" y="connsiteY105586"/>
              </a:cxn>
              <a:cxn ang="0">
                <a:pos x="connsiteX105587" y="connsiteY105587"/>
              </a:cxn>
              <a:cxn ang="0">
                <a:pos x="connsiteX105588" y="connsiteY105588"/>
              </a:cxn>
              <a:cxn ang="0">
                <a:pos x="connsiteX105589" y="connsiteY105589"/>
              </a:cxn>
              <a:cxn ang="0">
                <a:pos x="connsiteX105590" y="connsiteY105590"/>
              </a:cxn>
              <a:cxn ang="0">
                <a:pos x="connsiteX105591" y="connsiteY105591"/>
              </a:cxn>
              <a:cxn ang="0">
                <a:pos x="connsiteX105592" y="connsiteY105592"/>
              </a:cxn>
              <a:cxn ang="0">
                <a:pos x="connsiteX105593" y="connsiteY105593"/>
              </a:cxn>
              <a:cxn ang="0">
                <a:pos x="connsiteX105594" y="connsiteY105594"/>
              </a:cxn>
              <a:cxn ang="0">
                <a:pos x="connsiteX105595" y="connsiteY105595"/>
              </a:cxn>
              <a:cxn ang="0">
                <a:pos x="connsiteX105596" y="connsiteY105596"/>
              </a:cxn>
              <a:cxn ang="0">
                <a:pos x="connsiteX105597" y="connsiteY105597"/>
              </a:cxn>
              <a:cxn ang="0">
                <a:pos x="connsiteX105598" y="connsiteY105598"/>
              </a:cxn>
              <a:cxn ang="0">
                <a:pos x="connsiteX105599" y="connsiteY105599"/>
              </a:cxn>
              <a:cxn ang="0">
                <a:pos x="connsiteX105600" y="connsiteY105600"/>
              </a:cxn>
              <a:cxn ang="0">
                <a:pos x="connsiteX105601" y="connsiteY105601"/>
              </a:cxn>
              <a:cxn ang="0">
                <a:pos x="connsiteX105602" y="connsiteY105602"/>
              </a:cxn>
              <a:cxn ang="0">
                <a:pos x="connsiteX105603" y="connsiteY105603"/>
              </a:cxn>
              <a:cxn ang="0">
                <a:pos x="connsiteX105604" y="connsiteY105604"/>
              </a:cxn>
              <a:cxn ang="0">
                <a:pos x="connsiteX105605" y="connsiteY105605"/>
              </a:cxn>
              <a:cxn ang="0">
                <a:pos x="connsiteX105606" y="connsiteY105606"/>
              </a:cxn>
              <a:cxn ang="0">
                <a:pos x="connsiteX105607" y="connsiteY105607"/>
              </a:cxn>
              <a:cxn ang="0">
                <a:pos x="connsiteX105608" y="connsiteY105608"/>
              </a:cxn>
              <a:cxn ang="0">
                <a:pos x="connsiteX105609" y="connsiteY105609"/>
              </a:cxn>
              <a:cxn ang="0">
                <a:pos x="connsiteX105610" y="connsiteY105610"/>
              </a:cxn>
              <a:cxn ang="0">
                <a:pos x="connsiteX105611" y="connsiteY105611"/>
              </a:cxn>
              <a:cxn ang="0">
                <a:pos x="connsiteX105612" y="connsiteY105612"/>
              </a:cxn>
              <a:cxn ang="0">
                <a:pos x="connsiteX105613" y="connsiteY105613"/>
              </a:cxn>
              <a:cxn ang="0">
                <a:pos x="connsiteX105614" y="connsiteY105614"/>
              </a:cxn>
              <a:cxn ang="0">
                <a:pos x="connsiteX105615" y="connsiteY105615"/>
              </a:cxn>
              <a:cxn ang="0">
                <a:pos x="connsiteX105616" y="connsiteY105616"/>
              </a:cxn>
              <a:cxn ang="0">
                <a:pos x="connsiteX105617" y="connsiteY105617"/>
              </a:cxn>
              <a:cxn ang="0">
                <a:pos x="connsiteX105618" y="connsiteY105618"/>
              </a:cxn>
              <a:cxn ang="0">
                <a:pos x="connsiteX105619" y="connsiteY105619"/>
              </a:cxn>
              <a:cxn ang="0">
                <a:pos x="connsiteX105620" y="connsiteY105620"/>
              </a:cxn>
              <a:cxn ang="0">
                <a:pos x="connsiteX105621" y="connsiteY105621"/>
              </a:cxn>
              <a:cxn ang="0">
                <a:pos x="connsiteX105622" y="connsiteY105622"/>
              </a:cxn>
              <a:cxn ang="0">
                <a:pos x="connsiteX105623" y="connsiteY105623"/>
              </a:cxn>
              <a:cxn ang="0">
                <a:pos x="connsiteX105624" y="connsiteY105624"/>
              </a:cxn>
              <a:cxn ang="0">
                <a:pos x="connsiteX105625" y="connsiteY105625"/>
              </a:cxn>
              <a:cxn ang="0">
                <a:pos x="connsiteX105626" y="connsiteY105626"/>
              </a:cxn>
              <a:cxn ang="0">
                <a:pos x="connsiteX105627" y="connsiteY105627"/>
              </a:cxn>
              <a:cxn ang="0">
                <a:pos x="connsiteX105628" y="connsiteY105628"/>
              </a:cxn>
              <a:cxn ang="0">
                <a:pos x="connsiteX105629" y="connsiteY105629"/>
              </a:cxn>
              <a:cxn ang="0">
                <a:pos x="connsiteX105630" y="connsiteY105630"/>
              </a:cxn>
              <a:cxn ang="0">
                <a:pos x="connsiteX105631" y="connsiteY105631"/>
              </a:cxn>
              <a:cxn ang="0">
                <a:pos x="connsiteX105632" y="connsiteY105632"/>
              </a:cxn>
              <a:cxn ang="0">
                <a:pos x="connsiteX105633" y="connsiteY105633"/>
              </a:cxn>
              <a:cxn ang="0">
                <a:pos x="connsiteX105634" y="connsiteY105634"/>
              </a:cxn>
              <a:cxn ang="0">
                <a:pos x="connsiteX105635" y="connsiteY105635"/>
              </a:cxn>
              <a:cxn ang="0">
                <a:pos x="connsiteX105636" y="connsiteY105636"/>
              </a:cxn>
              <a:cxn ang="0">
                <a:pos x="connsiteX105637" y="connsiteY105637"/>
              </a:cxn>
              <a:cxn ang="0">
                <a:pos x="connsiteX105638" y="connsiteY105638"/>
              </a:cxn>
              <a:cxn ang="0">
                <a:pos x="connsiteX105639" y="connsiteY105639"/>
              </a:cxn>
              <a:cxn ang="0">
                <a:pos x="connsiteX105640" y="connsiteY105640"/>
              </a:cxn>
              <a:cxn ang="0">
                <a:pos x="connsiteX105641" y="connsiteY105641"/>
              </a:cxn>
              <a:cxn ang="0">
                <a:pos x="connsiteX105642" y="connsiteY105642"/>
              </a:cxn>
              <a:cxn ang="0">
                <a:pos x="connsiteX105643" y="connsiteY105643"/>
              </a:cxn>
              <a:cxn ang="0">
                <a:pos x="connsiteX105644" y="connsiteY105644"/>
              </a:cxn>
              <a:cxn ang="0">
                <a:pos x="connsiteX105645" y="connsiteY105645"/>
              </a:cxn>
              <a:cxn ang="0">
                <a:pos x="connsiteX105646" y="connsiteY105646"/>
              </a:cxn>
              <a:cxn ang="0">
                <a:pos x="connsiteX105647" y="connsiteY105647"/>
              </a:cxn>
              <a:cxn ang="0">
                <a:pos x="connsiteX105648" y="connsiteY105648"/>
              </a:cxn>
              <a:cxn ang="0">
                <a:pos x="connsiteX105649" y="connsiteY105649"/>
              </a:cxn>
              <a:cxn ang="0">
                <a:pos x="connsiteX105650" y="connsiteY105650"/>
              </a:cxn>
              <a:cxn ang="0">
                <a:pos x="connsiteX105651" y="connsiteY105651"/>
              </a:cxn>
              <a:cxn ang="0">
                <a:pos x="connsiteX105652" y="connsiteY105652"/>
              </a:cxn>
              <a:cxn ang="0">
                <a:pos x="connsiteX105653" y="connsiteY105653"/>
              </a:cxn>
              <a:cxn ang="0">
                <a:pos x="connsiteX105654" y="connsiteY105654"/>
              </a:cxn>
              <a:cxn ang="0">
                <a:pos x="connsiteX105655" y="connsiteY105655"/>
              </a:cxn>
              <a:cxn ang="0">
                <a:pos x="connsiteX105656" y="connsiteY105656"/>
              </a:cxn>
              <a:cxn ang="0">
                <a:pos x="connsiteX105657" y="connsiteY105657"/>
              </a:cxn>
              <a:cxn ang="0">
                <a:pos x="connsiteX105658" y="connsiteY105658"/>
              </a:cxn>
              <a:cxn ang="0">
                <a:pos x="connsiteX105659" y="connsiteY105659"/>
              </a:cxn>
              <a:cxn ang="0">
                <a:pos x="connsiteX105660" y="connsiteY105660"/>
              </a:cxn>
              <a:cxn ang="0">
                <a:pos x="connsiteX105661" y="connsiteY105661"/>
              </a:cxn>
              <a:cxn ang="0">
                <a:pos x="connsiteX105662" y="connsiteY105662"/>
              </a:cxn>
              <a:cxn ang="0">
                <a:pos x="connsiteX105663" y="connsiteY105663"/>
              </a:cxn>
              <a:cxn ang="0">
                <a:pos x="connsiteX105664" y="connsiteY105664"/>
              </a:cxn>
              <a:cxn ang="0">
                <a:pos x="connsiteX105665" y="connsiteY105665"/>
              </a:cxn>
              <a:cxn ang="0">
                <a:pos x="connsiteX105666" y="connsiteY105666"/>
              </a:cxn>
              <a:cxn ang="0">
                <a:pos x="connsiteX105667" y="connsiteY105667"/>
              </a:cxn>
              <a:cxn ang="0">
                <a:pos x="connsiteX105668" y="connsiteY105668"/>
              </a:cxn>
              <a:cxn ang="0">
                <a:pos x="connsiteX105669" y="connsiteY105669"/>
              </a:cxn>
              <a:cxn ang="0">
                <a:pos x="connsiteX105670" y="connsiteY105670"/>
              </a:cxn>
              <a:cxn ang="0">
                <a:pos x="connsiteX105671" y="connsiteY105671"/>
              </a:cxn>
              <a:cxn ang="0">
                <a:pos x="connsiteX105672" y="connsiteY105672"/>
              </a:cxn>
              <a:cxn ang="0">
                <a:pos x="connsiteX105673" y="connsiteY105673"/>
              </a:cxn>
              <a:cxn ang="0">
                <a:pos x="connsiteX105674" y="connsiteY105674"/>
              </a:cxn>
              <a:cxn ang="0">
                <a:pos x="connsiteX105675" y="connsiteY105675"/>
              </a:cxn>
              <a:cxn ang="0">
                <a:pos x="connsiteX105676" y="connsiteY105676"/>
              </a:cxn>
              <a:cxn ang="0">
                <a:pos x="connsiteX105677" y="connsiteY105677"/>
              </a:cxn>
              <a:cxn ang="0">
                <a:pos x="connsiteX105678" y="connsiteY105678"/>
              </a:cxn>
              <a:cxn ang="0">
                <a:pos x="connsiteX105679" y="connsiteY105679"/>
              </a:cxn>
              <a:cxn ang="0">
                <a:pos x="connsiteX105680" y="connsiteY105680"/>
              </a:cxn>
              <a:cxn ang="0">
                <a:pos x="connsiteX105681" y="connsiteY105681"/>
              </a:cxn>
              <a:cxn ang="0">
                <a:pos x="connsiteX105682" y="connsiteY105682"/>
              </a:cxn>
              <a:cxn ang="0">
                <a:pos x="connsiteX105683" y="connsiteY105683"/>
              </a:cxn>
              <a:cxn ang="0">
                <a:pos x="connsiteX105684" y="connsiteY105684"/>
              </a:cxn>
              <a:cxn ang="0">
                <a:pos x="connsiteX105685" y="connsiteY105685"/>
              </a:cxn>
              <a:cxn ang="0">
                <a:pos x="connsiteX105686" y="connsiteY105686"/>
              </a:cxn>
              <a:cxn ang="0">
                <a:pos x="connsiteX105687" y="connsiteY105687"/>
              </a:cxn>
              <a:cxn ang="0">
                <a:pos x="connsiteX105688" y="connsiteY105688"/>
              </a:cxn>
              <a:cxn ang="0">
                <a:pos x="connsiteX105689" y="connsiteY105689"/>
              </a:cxn>
              <a:cxn ang="0">
                <a:pos x="connsiteX105690" y="connsiteY105690"/>
              </a:cxn>
              <a:cxn ang="0">
                <a:pos x="connsiteX105691" y="connsiteY105691"/>
              </a:cxn>
              <a:cxn ang="0">
                <a:pos x="connsiteX105692" y="connsiteY105692"/>
              </a:cxn>
              <a:cxn ang="0">
                <a:pos x="connsiteX105693" y="connsiteY105693"/>
              </a:cxn>
              <a:cxn ang="0">
                <a:pos x="connsiteX105694" y="connsiteY105694"/>
              </a:cxn>
              <a:cxn ang="0">
                <a:pos x="connsiteX105695" y="connsiteY105695"/>
              </a:cxn>
              <a:cxn ang="0">
                <a:pos x="connsiteX105696" y="connsiteY105696"/>
              </a:cxn>
              <a:cxn ang="0">
                <a:pos x="connsiteX105697" y="connsiteY105697"/>
              </a:cxn>
              <a:cxn ang="0">
                <a:pos x="connsiteX105698" y="connsiteY105698"/>
              </a:cxn>
              <a:cxn ang="0">
                <a:pos x="connsiteX105699" y="connsiteY105699"/>
              </a:cxn>
              <a:cxn ang="0">
                <a:pos x="connsiteX105700" y="connsiteY105700"/>
              </a:cxn>
              <a:cxn ang="0">
                <a:pos x="connsiteX105701" y="connsiteY105701"/>
              </a:cxn>
              <a:cxn ang="0">
                <a:pos x="connsiteX105702" y="connsiteY105702"/>
              </a:cxn>
              <a:cxn ang="0">
                <a:pos x="connsiteX105703" y="connsiteY105703"/>
              </a:cxn>
              <a:cxn ang="0">
                <a:pos x="connsiteX105704" y="connsiteY105704"/>
              </a:cxn>
              <a:cxn ang="0">
                <a:pos x="connsiteX105705" y="connsiteY105705"/>
              </a:cxn>
              <a:cxn ang="0">
                <a:pos x="connsiteX105706" y="connsiteY105706"/>
              </a:cxn>
              <a:cxn ang="0">
                <a:pos x="connsiteX105707" y="connsiteY105707"/>
              </a:cxn>
              <a:cxn ang="0">
                <a:pos x="connsiteX105708" y="connsiteY105708"/>
              </a:cxn>
              <a:cxn ang="0">
                <a:pos x="connsiteX105709" y="connsiteY105709"/>
              </a:cxn>
              <a:cxn ang="0">
                <a:pos x="connsiteX105710" y="connsiteY105710"/>
              </a:cxn>
              <a:cxn ang="0">
                <a:pos x="connsiteX105711" y="connsiteY105711"/>
              </a:cxn>
              <a:cxn ang="0">
                <a:pos x="connsiteX105712" y="connsiteY105712"/>
              </a:cxn>
              <a:cxn ang="0">
                <a:pos x="connsiteX105713" y="connsiteY105713"/>
              </a:cxn>
              <a:cxn ang="0">
                <a:pos x="connsiteX105714" y="connsiteY105714"/>
              </a:cxn>
              <a:cxn ang="0">
                <a:pos x="connsiteX105715" y="connsiteY105715"/>
              </a:cxn>
              <a:cxn ang="0">
                <a:pos x="connsiteX105716" y="connsiteY105716"/>
              </a:cxn>
              <a:cxn ang="0">
                <a:pos x="connsiteX105717" y="connsiteY105717"/>
              </a:cxn>
              <a:cxn ang="0">
                <a:pos x="connsiteX105718" y="connsiteY105718"/>
              </a:cxn>
              <a:cxn ang="0">
                <a:pos x="connsiteX105719" y="connsiteY105719"/>
              </a:cxn>
              <a:cxn ang="0">
                <a:pos x="connsiteX105720" y="connsiteY105720"/>
              </a:cxn>
              <a:cxn ang="0">
                <a:pos x="connsiteX105721" y="connsiteY105721"/>
              </a:cxn>
              <a:cxn ang="0">
                <a:pos x="connsiteX105722" y="connsiteY105722"/>
              </a:cxn>
              <a:cxn ang="0">
                <a:pos x="connsiteX105723" y="connsiteY105723"/>
              </a:cxn>
              <a:cxn ang="0">
                <a:pos x="connsiteX105724" y="connsiteY105724"/>
              </a:cxn>
              <a:cxn ang="0">
                <a:pos x="connsiteX105725" y="connsiteY105725"/>
              </a:cxn>
              <a:cxn ang="0">
                <a:pos x="connsiteX105726" y="connsiteY105726"/>
              </a:cxn>
              <a:cxn ang="0">
                <a:pos x="connsiteX105727" y="connsiteY105727"/>
              </a:cxn>
              <a:cxn ang="0">
                <a:pos x="connsiteX105728" y="connsiteY105728"/>
              </a:cxn>
              <a:cxn ang="0">
                <a:pos x="connsiteX105729" y="connsiteY105729"/>
              </a:cxn>
              <a:cxn ang="0">
                <a:pos x="connsiteX105730" y="connsiteY105730"/>
              </a:cxn>
              <a:cxn ang="0">
                <a:pos x="connsiteX105731" y="connsiteY105731"/>
              </a:cxn>
              <a:cxn ang="0">
                <a:pos x="connsiteX105732" y="connsiteY105732"/>
              </a:cxn>
              <a:cxn ang="0">
                <a:pos x="connsiteX105733" y="connsiteY105733"/>
              </a:cxn>
              <a:cxn ang="0">
                <a:pos x="connsiteX105734" y="connsiteY105734"/>
              </a:cxn>
              <a:cxn ang="0">
                <a:pos x="connsiteX105735" y="connsiteY105735"/>
              </a:cxn>
              <a:cxn ang="0">
                <a:pos x="connsiteX105736" y="connsiteY105736"/>
              </a:cxn>
              <a:cxn ang="0">
                <a:pos x="connsiteX105737" y="connsiteY105737"/>
              </a:cxn>
              <a:cxn ang="0">
                <a:pos x="connsiteX105738" y="connsiteY105738"/>
              </a:cxn>
              <a:cxn ang="0">
                <a:pos x="connsiteX105739" y="connsiteY105739"/>
              </a:cxn>
              <a:cxn ang="0">
                <a:pos x="connsiteX105740" y="connsiteY105740"/>
              </a:cxn>
              <a:cxn ang="0">
                <a:pos x="connsiteX105741" y="connsiteY105741"/>
              </a:cxn>
              <a:cxn ang="0">
                <a:pos x="connsiteX105742" y="connsiteY105742"/>
              </a:cxn>
              <a:cxn ang="0">
                <a:pos x="connsiteX105743" y="connsiteY105743"/>
              </a:cxn>
              <a:cxn ang="0">
                <a:pos x="connsiteX105744" y="connsiteY105744"/>
              </a:cxn>
              <a:cxn ang="0">
                <a:pos x="connsiteX105745" y="connsiteY105745"/>
              </a:cxn>
              <a:cxn ang="0">
                <a:pos x="connsiteX105746" y="connsiteY105746"/>
              </a:cxn>
              <a:cxn ang="0">
                <a:pos x="connsiteX105747" y="connsiteY105747"/>
              </a:cxn>
              <a:cxn ang="0">
                <a:pos x="connsiteX105748" y="connsiteY105748"/>
              </a:cxn>
              <a:cxn ang="0">
                <a:pos x="connsiteX105749" y="connsiteY105749"/>
              </a:cxn>
              <a:cxn ang="0">
                <a:pos x="connsiteX105750" y="connsiteY105750"/>
              </a:cxn>
              <a:cxn ang="0">
                <a:pos x="connsiteX105751" y="connsiteY105751"/>
              </a:cxn>
              <a:cxn ang="0">
                <a:pos x="connsiteX105752" y="connsiteY105752"/>
              </a:cxn>
              <a:cxn ang="0">
                <a:pos x="connsiteX105753" y="connsiteY105753"/>
              </a:cxn>
              <a:cxn ang="0">
                <a:pos x="connsiteX105754" y="connsiteY105754"/>
              </a:cxn>
              <a:cxn ang="0">
                <a:pos x="connsiteX105755" y="connsiteY105755"/>
              </a:cxn>
              <a:cxn ang="0">
                <a:pos x="connsiteX105756" y="connsiteY105756"/>
              </a:cxn>
              <a:cxn ang="0">
                <a:pos x="connsiteX105757" y="connsiteY105757"/>
              </a:cxn>
              <a:cxn ang="0">
                <a:pos x="connsiteX105758" y="connsiteY105758"/>
              </a:cxn>
              <a:cxn ang="0">
                <a:pos x="connsiteX105759" y="connsiteY105759"/>
              </a:cxn>
              <a:cxn ang="0">
                <a:pos x="connsiteX105760" y="connsiteY105760"/>
              </a:cxn>
              <a:cxn ang="0">
                <a:pos x="connsiteX105761" y="connsiteY105761"/>
              </a:cxn>
              <a:cxn ang="0">
                <a:pos x="connsiteX105762" y="connsiteY105762"/>
              </a:cxn>
              <a:cxn ang="0">
                <a:pos x="connsiteX105763" y="connsiteY105763"/>
              </a:cxn>
              <a:cxn ang="0">
                <a:pos x="connsiteX105764" y="connsiteY105764"/>
              </a:cxn>
              <a:cxn ang="0">
                <a:pos x="connsiteX105765" y="connsiteY105765"/>
              </a:cxn>
              <a:cxn ang="0">
                <a:pos x="connsiteX105766" y="connsiteY105766"/>
              </a:cxn>
              <a:cxn ang="0">
                <a:pos x="connsiteX105767" y="connsiteY105767"/>
              </a:cxn>
              <a:cxn ang="0">
                <a:pos x="connsiteX105768" y="connsiteY105768"/>
              </a:cxn>
              <a:cxn ang="0">
                <a:pos x="connsiteX105769" y="connsiteY105769"/>
              </a:cxn>
              <a:cxn ang="0">
                <a:pos x="connsiteX105770" y="connsiteY105770"/>
              </a:cxn>
              <a:cxn ang="0">
                <a:pos x="connsiteX105771" y="connsiteY105771"/>
              </a:cxn>
              <a:cxn ang="0">
                <a:pos x="connsiteX105772" y="connsiteY105772"/>
              </a:cxn>
              <a:cxn ang="0">
                <a:pos x="connsiteX105773" y="connsiteY105773"/>
              </a:cxn>
              <a:cxn ang="0">
                <a:pos x="connsiteX105774" y="connsiteY105774"/>
              </a:cxn>
              <a:cxn ang="0">
                <a:pos x="connsiteX105775" y="connsiteY105775"/>
              </a:cxn>
              <a:cxn ang="0">
                <a:pos x="connsiteX105776" y="connsiteY105776"/>
              </a:cxn>
              <a:cxn ang="0">
                <a:pos x="connsiteX105777" y="connsiteY105777"/>
              </a:cxn>
              <a:cxn ang="0">
                <a:pos x="connsiteX105778" y="connsiteY105778"/>
              </a:cxn>
              <a:cxn ang="0">
                <a:pos x="connsiteX105779" y="connsiteY105779"/>
              </a:cxn>
              <a:cxn ang="0">
                <a:pos x="connsiteX105780" y="connsiteY105780"/>
              </a:cxn>
              <a:cxn ang="0">
                <a:pos x="connsiteX105781" y="connsiteY105781"/>
              </a:cxn>
              <a:cxn ang="0">
                <a:pos x="connsiteX105782" y="connsiteY105782"/>
              </a:cxn>
              <a:cxn ang="0">
                <a:pos x="connsiteX105783" y="connsiteY105783"/>
              </a:cxn>
              <a:cxn ang="0">
                <a:pos x="connsiteX105784" y="connsiteY105784"/>
              </a:cxn>
              <a:cxn ang="0">
                <a:pos x="connsiteX105785" y="connsiteY105785"/>
              </a:cxn>
              <a:cxn ang="0">
                <a:pos x="connsiteX105786" y="connsiteY105786"/>
              </a:cxn>
              <a:cxn ang="0">
                <a:pos x="connsiteX105787" y="connsiteY105787"/>
              </a:cxn>
              <a:cxn ang="0">
                <a:pos x="connsiteX105788" y="connsiteY105788"/>
              </a:cxn>
              <a:cxn ang="0">
                <a:pos x="connsiteX105789" y="connsiteY105789"/>
              </a:cxn>
              <a:cxn ang="0">
                <a:pos x="connsiteX105790" y="connsiteY105790"/>
              </a:cxn>
              <a:cxn ang="0">
                <a:pos x="connsiteX105791" y="connsiteY105791"/>
              </a:cxn>
              <a:cxn ang="0">
                <a:pos x="connsiteX105792" y="connsiteY105792"/>
              </a:cxn>
              <a:cxn ang="0">
                <a:pos x="connsiteX105793" y="connsiteY105793"/>
              </a:cxn>
              <a:cxn ang="0">
                <a:pos x="connsiteX105794" y="connsiteY105794"/>
              </a:cxn>
              <a:cxn ang="0">
                <a:pos x="connsiteX105795" y="connsiteY105795"/>
              </a:cxn>
              <a:cxn ang="0">
                <a:pos x="connsiteX105796" y="connsiteY105796"/>
              </a:cxn>
              <a:cxn ang="0">
                <a:pos x="connsiteX105797" y="connsiteY105797"/>
              </a:cxn>
              <a:cxn ang="0">
                <a:pos x="connsiteX105798" y="connsiteY105798"/>
              </a:cxn>
              <a:cxn ang="0">
                <a:pos x="connsiteX105799" y="connsiteY105799"/>
              </a:cxn>
              <a:cxn ang="0">
                <a:pos x="connsiteX105800" y="connsiteY105800"/>
              </a:cxn>
              <a:cxn ang="0">
                <a:pos x="connsiteX105801" y="connsiteY105801"/>
              </a:cxn>
              <a:cxn ang="0">
                <a:pos x="connsiteX105802" y="connsiteY105802"/>
              </a:cxn>
              <a:cxn ang="0">
                <a:pos x="connsiteX105803" y="connsiteY105803"/>
              </a:cxn>
              <a:cxn ang="0">
                <a:pos x="connsiteX105804" y="connsiteY105804"/>
              </a:cxn>
              <a:cxn ang="0">
                <a:pos x="connsiteX105805" y="connsiteY105805"/>
              </a:cxn>
              <a:cxn ang="0">
                <a:pos x="connsiteX105806" y="connsiteY105806"/>
              </a:cxn>
              <a:cxn ang="0">
                <a:pos x="connsiteX105807" y="connsiteY105807"/>
              </a:cxn>
              <a:cxn ang="0">
                <a:pos x="connsiteX105808" y="connsiteY105808"/>
              </a:cxn>
              <a:cxn ang="0">
                <a:pos x="connsiteX105809" y="connsiteY105809"/>
              </a:cxn>
              <a:cxn ang="0">
                <a:pos x="connsiteX105810" y="connsiteY105810"/>
              </a:cxn>
              <a:cxn ang="0">
                <a:pos x="connsiteX105811" y="connsiteY105811"/>
              </a:cxn>
              <a:cxn ang="0">
                <a:pos x="connsiteX105812" y="connsiteY105812"/>
              </a:cxn>
              <a:cxn ang="0">
                <a:pos x="connsiteX105813" y="connsiteY105813"/>
              </a:cxn>
              <a:cxn ang="0">
                <a:pos x="connsiteX105814" y="connsiteY105814"/>
              </a:cxn>
              <a:cxn ang="0">
                <a:pos x="connsiteX105815" y="connsiteY105815"/>
              </a:cxn>
              <a:cxn ang="0">
                <a:pos x="connsiteX105816" y="connsiteY105816"/>
              </a:cxn>
              <a:cxn ang="0">
                <a:pos x="connsiteX105817" y="connsiteY105817"/>
              </a:cxn>
              <a:cxn ang="0">
                <a:pos x="connsiteX105818" y="connsiteY105818"/>
              </a:cxn>
              <a:cxn ang="0">
                <a:pos x="connsiteX105819" y="connsiteY105819"/>
              </a:cxn>
              <a:cxn ang="0">
                <a:pos x="connsiteX105820" y="connsiteY105820"/>
              </a:cxn>
              <a:cxn ang="0">
                <a:pos x="connsiteX105821" y="connsiteY105821"/>
              </a:cxn>
              <a:cxn ang="0">
                <a:pos x="connsiteX105822" y="connsiteY105822"/>
              </a:cxn>
              <a:cxn ang="0">
                <a:pos x="connsiteX105823" y="connsiteY105823"/>
              </a:cxn>
              <a:cxn ang="0">
                <a:pos x="connsiteX105824" y="connsiteY105824"/>
              </a:cxn>
              <a:cxn ang="0">
                <a:pos x="connsiteX105825" y="connsiteY105825"/>
              </a:cxn>
              <a:cxn ang="0">
                <a:pos x="connsiteX105826" y="connsiteY105826"/>
              </a:cxn>
              <a:cxn ang="0">
                <a:pos x="connsiteX105827" y="connsiteY105827"/>
              </a:cxn>
              <a:cxn ang="0">
                <a:pos x="connsiteX105828" y="connsiteY105828"/>
              </a:cxn>
              <a:cxn ang="0">
                <a:pos x="connsiteX105829" y="connsiteY105829"/>
              </a:cxn>
              <a:cxn ang="0">
                <a:pos x="connsiteX105830" y="connsiteY105830"/>
              </a:cxn>
              <a:cxn ang="0">
                <a:pos x="connsiteX105831" y="connsiteY105831"/>
              </a:cxn>
              <a:cxn ang="0">
                <a:pos x="connsiteX105832" y="connsiteY105832"/>
              </a:cxn>
              <a:cxn ang="0">
                <a:pos x="connsiteX105833" y="connsiteY105833"/>
              </a:cxn>
              <a:cxn ang="0">
                <a:pos x="connsiteX105834" y="connsiteY105834"/>
              </a:cxn>
              <a:cxn ang="0">
                <a:pos x="connsiteX105835" y="connsiteY105835"/>
              </a:cxn>
              <a:cxn ang="0">
                <a:pos x="connsiteX105836" y="connsiteY105836"/>
              </a:cxn>
              <a:cxn ang="0">
                <a:pos x="connsiteX105837" y="connsiteY105837"/>
              </a:cxn>
              <a:cxn ang="0">
                <a:pos x="connsiteX105838" y="connsiteY105838"/>
              </a:cxn>
              <a:cxn ang="0">
                <a:pos x="connsiteX105839" y="connsiteY105839"/>
              </a:cxn>
              <a:cxn ang="0">
                <a:pos x="connsiteX105840" y="connsiteY105840"/>
              </a:cxn>
              <a:cxn ang="0">
                <a:pos x="connsiteX105841" y="connsiteY105841"/>
              </a:cxn>
              <a:cxn ang="0">
                <a:pos x="connsiteX105842" y="connsiteY105842"/>
              </a:cxn>
              <a:cxn ang="0">
                <a:pos x="connsiteX105843" y="connsiteY105843"/>
              </a:cxn>
              <a:cxn ang="0">
                <a:pos x="connsiteX105844" y="connsiteY105844"/>
              </a:cxn>
              <a:cxn ang="0">
                <a:pos x="connsiteX105845" y="connsiteY105845"/>
              </a:cxn>
              <a:cxn ang="0">
                <a:pos x="connsiteX105846" y="connsiteY105846"/>
              </a:cxn>
              <a:cxn ang="0">
                <a:pos x="connsiteX105847" y="connsiteY105847"/>
              </a:cxn>
              <a:cxn ang="0">
                <a:pos x="connsiteX105848" y="connsiteY105848"/>
              </a:cxn>
              <a:cxn ang="0">
                <a:pos x="connsiteX105849" y="connsiteY105849"/>
              </a:cxn>
              <a:cxn ang="0">
                <a:pos x="connsiteX105850" y="connsiteY105850"/>
              </a:cxn>
              <a:cxn ang="0">
                <a:pos x="connsiteX105851" y="connsiteY105851"/>
              </a:cxn>
              <a:cxn ang="0">
                <a:pos x="connsiteX105852" y="connsiteY105852"/>
              </a:cxn>
              <a:cxn ang="0">
                <a:pos x="connsiteX105853" y="connsiteY105853"/>
              </a:cxn>
              <a:cxn ang="0">
                <a:pos x="connsiteX105854" y="connsiteY105854"/>
              </a:cxn>
              <a:cxn ang="0">
                <a:pos x="connsiteX105855" y="connsiteY105855"/>
              </a:cxn>
              <a:cxn ang="0">
                <a:pos x="connsiteX105856" y="connsiteY105856"/>
              </a:cxn>
              <a:cxn ang="0">
                <a:pos x="connsiteX105857" y="connsiteY105857"/>
              </a:cxn>
              <a:cxn ang="0">
                <a:pos x="connsiteX105858" y="connsiteY105858"/>
              </a:cxn>
              <a:cxn ang="0">
                <a:pos x="connsiteX105859" y="connsiteY105859"/>
              </a:cxn>
              <a:cxn ang="0">
                <a:pos x="connsiteX105860" y="connsiteY105860"/>
              </a:cxn>
              <a:cxn ang="0">
                <a:pos x="connsiteX105861" y="connsiteY105861"/>
              </a:cxn>
              <a:cxn ang="0">
                <a:pos x="connsiteX105862" y="connsiteY105862"/>
              </a:cxn>
              <a:cxn ang="0">
                <a:pos x="connsiteX105863" y="connsiteY105863"/>
              </a:cxn>
              <a:cxn ang="0">
                <a:pos x="connsiteX105864" y="connsiteY105864"/>
              </a:cxn>
              <a:cxn ang="0">
                <a:pos x="connsiteX105865" y="connsiteY105865"/>
              </a:cxn>
              <a:cxn ang="0">
                <a:pos x="connsiteX105866" y="connsiteY105866"/>
              </a:cxn>
              <a:cxn ang="0">
                <a:pos x="connsiteX105867" y="connsiteY105867"/>
              </a:cxn>
              <a:cxn ang="0">
                <a:pos x="connsiteX105868" y="connsiteY105868"/>
              </a:cxn>
              <a:cxn ang="0">
                <a:pos x="connsiteX105869" y="connsiteY105869"/>
              </a:cxn>
              <a:cxn ang="0">
                <a:pos x="connsiteX105870" y="connsiteY105870"/>
              </a:cxn>
              <a:cxn ang="0">
                <a:pos x="connsiteX105871" y="connsiteY105871"/>
              </a:cxn>
              <a:cxn ang="0">
                <a:pos x="connsiteX105872" y="connsiteY105872"/>
              </a:cxn>
              <a:cxn ang="0">
                <a:pos x="connsiteX105873" y="connsiteY105873"/>
              </a:cxn>
              <a:cxn ang="0">
                <a:pos x="connsiteX105874" y="connsiteY105874"/>
              </a:cxn>
              <a:cxn ang="0">
                <a:pos x="connsiteX105875" y="connsiteY105875"/>
              </a:cxn>
              <a:cxn ang="0">
                <a:pos x="connsiteX105876" y="connsiteY105876"/>
              </a:cxn>
              <a:cxn ang="0">
                <a:pos x="connsiteX105877" y="connsiteY105877"/>
              </a:cxn>
              <a:cxn ang="0">
                <a:pos x="connsiteX105878" y="connsiteY105878"/>
              </a:cxn>
              <a:cxn ang="0">
                <a:pos x="connsiteX105879" y="connsiteY105879"/>
              </a:cxn>
              <a:cxn ang="0">
                <a:pos x="connsiteX105880" y="connsiteY105880"/>
              </a:cxn>
              <a:cxn ang="0">
                <a:pos x="connsiteX105881" y="connsiteY105881"/>
              </a:cxn>
              <a:cxn ang="0">
                <a:pos x="connsiteX105882" y="connsiteY105882"/>
              </a:cxn>
              <a:cxn ang="0">
                <a:pos x="connsiteX105883" y="connsiteY105883"/>
              </a:cxn>
              <a:cxn ang="0">
                <a:pos x="connsiteX105884" y="connsiteY105884"/>
              </a:cxn>
              <a:cxn ang="0">
                <a:pos x="connsiteX105885" y="connsiteY105885"/>
              </a:cxn>
              <a:cxn ang="0">
                <a:pos x="connsiteX105886" y="connsiteY105886"/>
              </a:cxn>
              <a:cxn ang="0">
                <a:pos x="connsiteX105887" y="connsiteY105887"/>
              </a:cxn>
              <a:cxn ang="0">
                <a:pos x="connsiteX105888" y="connsiteY105888"/>
              </a:cxn>
              <a:cxn ang="0">
                <a:pos x="connsiteX105889" y="connsiteY105889"/>
              </a:cxn>
              <a:cxn ang="0">
                <a:pos x="connsiteX105890" y="connsiteY105890"/>
              </a:cxn>
              <a:cxn ang="0">
                <a:pos x="connsiteX105891" y="connsiteY105891"/>
              </a:cxn>
              <a:cxn ang="0">
                <a:pos x="connsiteX105892" y="connsiteY105892"/>
              </a:cxn>
              <a:cxn ang="0">
                <a:pos x="connsiteX105893" y="connsiteY105893"/>
              </a:cxn>
              <a:cxn ang="0">
                <a:pos x="connsiteX105894" y="connsiteY105894"/>
              </a:cxn>
              <a:cxn ang="0">
                <a:pos x="connsiteX105895" y="connsiteY105895"/>
              </a:cxn>
              <a:cxn ang="0">
                <a:pos x="connsiteX105896" y="connsiteY105896"/>
              </a:cxn>
              <a:cxn ang="0">
                <a:pos x="connsiteX105897" y="connsiteY105897"/>
              </a:cxn>
              <a:cxn ang="0">
                <a:pos x="connsiteX105898" y="connsiteY105898"/>
              </a:cxn>
              <a:cxn ang="0">
                <a:pos x="connsiteX105899" y="connsiteY105899"/>
              </a:cxn>
              <a:cxn ang="0">
                <a:pos x="connsiteX105900" y="connsiteY105900"/>
              </a:cxn>
              <a:cxn ang="0">
                <a:pos x="connsiteX105901" y="connsiteY105901"/>
              </a:cxn>
              <a:cxn ang="0">
                <a:pos x="connsiteX105902" y="connsiteY105902"/>
              </a:cxn>
              <a:cxn ang="0">
                <a:pos x="connsiteX105903" y="connsiteY105903"/>
              </a:cxn>
              <a:cxn ang="0">
                <a:pos x="connsiteX105904" y="connsiteY105904"/>
              </a:cxn>
              <a:cxn ang="0">
                <a:pos x="connsiteX105905" y="connsiteY105905"/>
              </a:cxn>
              <a:cxn ang="0">
                <a:pos x="connsiteX105906" y="connsiteY105906"/>
              </a:cxn>
              <a:cxn ang="0">
                <a:pos x="connsiteX105907" y="connsiteY105907"/>
              </a:cxn>
              <a:cxn ang="0">
                <a:pos x="connsiteX105908" y="connsiteY105908"/>
              </a:cxn>
              <a:cxn ang="0">
                <a:pos x="connsiteX105909" y="connsiteY105909"/>
              </a:cxn>
              <a:cxn ang="0">
                <a:pos x="connsiteX105910" y="connsiteY105910"/>
              </a:cxn>
              <a:cxn ang="0">
                <a:pos x="connsiteX105911" y="connsiteY105911"/>
              </a:cxn>
              <a:cxn ang="0">
                <a:pos x="connsiteX105912" y="connsiteY105912"/>
              </a:cxn>
              <a:cxn ang="0">
                <a:pos x="connsiteX105913" y="connsiteY105913"/>
              </a:cxn>
              <a:cxn ang="0">
                <a:pos x="connsiteX105914" y="connsiteY105914"/>
              </a:cxn>
              <a:cxn ang="0">
                <a:pos x="connsiteX105915" y="connsiteY105915"/>
              </a:cxn>
              <a:cxn ang="0">
                <a:pos x="connsiteX105916" y="connsiteY105916"/>
              </a:cxn>
              <a:cxn ang="0">
                <a:pos x="connsiteX105917" y="connsiteY105917"/>
              </a:cxn>
              <a:cxn ang="0">
                <a:pos x="connsiteX105918" y="connsiteY105918"/>
              </a:cxn>
              <a:cxn ang="0">
                <a:pos x="connsiteX105919" y="connsiteY105919"/>
              </a:cxn>
              <a:cxn ang="0">
                <a:pos x="connsiteX105920" y="connsiteY105920"/>
              </a:cxn>
              <a:cxn ang="0">
                <a:pos x="connsiteX105921" y="connsiteY105921"/>
              </a:cxn>
              <a:cxn ang="0">
                <a:pos x="connsiteX105922" y="connsiteY105922"/>
              </a:cxn>
              <a:cxn ang="0">
                <a:pos x="connsiteX105923" y="connsiteY105923"/>
              </a:cxn>
              <a:cxn ang="0">
                <a:pos x="connsiteX105924" y="connsiteY105924"/>
              </a:cxn>
              <a:cxn ang="0">
                <a:pos x="connsiteX105925" y="connsiteY105925"/>
              </a:cxn>
              <a:cxn ang="0">
                <a:pos x="connsiteX105926" y="connsiteY105926"/>
              </a:cxn>
              <a:cxn ang="0">
                <a:pos x="connsiteX105927" y="connsiteY105927"/>
              </a:cxn>
              <a:cxn ang="0">
                <a:pos x="connsiteX105928" y="connsiteY105928"/>
              </a:cxn>
              <a:cxn ang="0">
                <a:pos x="connsiteX105929" y="connsiteY105929"/>
              </a:cxn>
              <a:cxn ang="0">
                <a:pos x="connsiteX105930" y="connsiteY105930"/>
              </a:cxn>
              <a:cxn ang="0">
                <a:pos x="connsiteX105931" y="connsiteY105931"/>
              </a:cxn>
              <a:cxn ang="0">
                <a:pos x="connsiteX105932" y="connsiteY105932"/>
              </a:cxn>
              <a:cxn ang="0">
                <a:pos x="connsiteX105933" y="connsiteY105933"/>
              </a:cxn>
              <a:cxn ang="0">
                <a:pos x="connsiteX105934" y="connsiteY105934"/>
              </a:cxn>
              <a:cxn ang="0">
                <a:pos x="connsiteX105935" y="connsiteY105935"/>
              </a:cxn>
              <a:cxn ang="0">
                <a:pos x="connsiteX105936" y="connsiteY105936"/>
              </a:cxn>
              <a:cxn ang="0">
                <a:pos x="connsiteX105937" y="connsiteY105937"/>
              </a:cxn>
              <a:cxn ang="0">
                <a:pos x="connsiteX105938" y="connsiteY105938"/>
              </a:cxn>
              <a:cxn ang="0">
                <a:pos x="connsiteX105939" y="connsiteY105939"/>
              </a:cxn>
              <a:cxn ang="0">
                <a:pos x="connsiteX105940" y="connsiteY105940"/>
              </a:cxn>
              <a:cxn ang="0">
                <a:pos x="connsiteX105941" y="connsiteY105941"/>
              </a:cxn>
              <a:cxn ang="0">
                <a:pos x="connsiteX105942" y="connsiteY105942"/>
              </a:cxn>
              <a:cxn ang="0">
                <a:pos x="connsiteX105943" y="connsiteY105943"/>
              </a:cxn>
              <a:cxn ang="0">
                <a:pos x="connsiteX105944" y="connsiteY105944"/>
              </a:cxn>
              <a:cxn ang="0">
                <a:pos x="connsiteX105945" y="connsiteY105945"/>
              </a:cxn>
              <a:cxn ang="0">
                <a:pos x="connsiteX105946" y="connsiteY105946"/>
              </a:cxn>
              <a:cxn ang="0">
                <a:pos x="connsiteX105947" y="connsiteY105947"/>
              </a:cxn>
              <a:cxn ang="0">
                <a:pos x="connsiteX105948" y="connsiteY105948"/>
              </a:cxn>
              <a:cxn ang="0">
                <a:pos x="connsiteX105949" y="connsiteY105949"/>
              </a:cxn>
              <a:cxn ang="0">
                <a:pos x="connsiteX105950" y="connsiteY105950"/>
              </a:cxn>
              <a:cxn ang="0">
                <a:pos x="connsiteX105951" y="connsiteY105951"/>
              </a:cxn>
              <a:cxn ang="0">
                <a:pos x="connsiteX105952" y="connsiteY105952"/>
              </a:cxn>
              <a:cxn ang="0">
                <a:pos x="connsiteX105953" y="connsiteY105953"/>
              </a:cxn>
              <a:cxn ang="0">
                <a:pos x="connsiteX105954" y="connsiteY105954"/>
              </a:cxn>
              <a:cxn ang="0">
                <a:pos x="connsiteX105955" y="connsiteY105955"/>
              </a:cxn>
              <a:cxn ang="0">
                <a:pos x="connsiteX105956" y="connsiteY105956"/>
              </a:cxn>
              <a:cxn ang="0">
                <a:pos x="connsiteX105957" y="connsiteY105957"/>
              </a:cxn>
              <a:cxn ang="0">
                <a:pos x="connsiteX105958" y="connsiteY105958"/>
              </a:cxn>
              <a:cxn ang="0">
                <a:pos x="connsiteX105959" y="connsiteY105959"/>
              </a:cxn>
              <a:cxn ang="0">
                <a:pos x="connsiteX105960" y="connsiteY105960"/>
              </a:cxn>
              <a:cxn ang="0">
                <a:pos x="connsiteX105961" y="connsiteY105961"/>
              </a:cxn>
              <a:cxn ang="0">
                <a:pos x="connsiteX105962" y="connsiteY105962"/>
              </a:cxn>
              <a:cxn ang="0">
                <a:pos x="connsiteX105963" y="connsiteY105963"/>
              </a:cxn>
              <a:cxn ang="0">
                <a:pos x="connsiteX105964" y="connsiteY105964"/>
              </a:cxn>
              <a:cxn ang="0">
                <a:pos x="connsiteX105965" y="connsiteY105965"/>
              </a:cxn>
              <a:cxn ang="0">
                <a:pos x="connsiteX105966" y="connsiteY105966"/>
              </a:cxn>
              <a:cxn ang="0">
                <a:pos x="connsiteX105967" y="connsiteY105967"/>
              </a:cxn>
              <a:cxn ang="0">
                <a:pos x="connsiteX105968" y="connsiteY105968"/>
              </a:cxn>
              <a:cxn ang="0">
                <a:pos x="connsiteX105969" y="connsiteY105969"/>
              </a:cxn>
              <a:cxn ang="0">
                <a:pos x="connsiteX105970" y="connsiteY105970"/>
              </a:cxn>
              <a:cxn ang="0">
                <a:pos x="connsiteX105971" y="connsiteY105971"/>
              </a:cxn>
              <a:cxn ang="0">
                <a:pos x="connsiteX105972" y="connsiteY105972"/>
              </a:cxn>
              <a:cxn ang="0">
                <a:pos x="connsiteX105973" y="connsiteY105973"/>
              </a:cxn>
              <a:cxn ang="0">
                <a:pos x="connsiteX105974" y="connsiteY105974"/>
              </a:cxn>
              <a:cxn ang="0">
                <a:pos x="connsiteX105975" y="connsiteY105975"/>
              </a:cxn>
              <a:cxn ang="0">
                <a:pos x="connsiteX105976" y="connsiteY105976"/>
              </a:cxn>
              <a:cxn ang="0">
                <a:pos x="connsiteX105977" y="connsiteY105977"/>
              </a:cxn>
              <a:cxn ang="0">
                <a:pos x="connsiteX105978" y="connsiteY105978"/>
              </a:cxn>
              <a:cxn ang="0">
                <a:pos x="connsiteX105979" y="connsiteY105979"/>
              </a:cxn>
              <a:cxn ang="0">
                <a:pos x="connsiteX105980" y="connsiteY105980"/>
              </a:cxn>
              <a:cxn ang="0">
                <a:pos x="connsiteX105981" y="connsiteY105981"/>
              </a:cxn>
              <a:cxn ang="0">
                <a:pos x="connsiteX105982" y="connsiteY105982"/>
              </a:cxn>
              <a:cxn ang="0">
                <a:pos x="connsiteX105983" y="connsiteY105983"/>
              </a:cxn>
              <a:cxn ang="0">
                <a:pos x="connsiteX105984" y="connsiteY105984"/>
              </a:cxn>
              <a:cxn ang="0">
                <a:pos x="connsiteX105985" y="connsiteY105985"/>
              </a:cxn>
              <a:cxn ang="0">
                <a:pos x="connsiteX105986" y="connsiteY105986"/>
              </a:cxn>
              <a:cxn ang="0">
                <a:pos x="connsiteX105987" y="connsiteY105987"/>
              </a:cxn>
              <a:cxn ang="0">
                <a:pos x="connsiteX105988" y="connsiteY105988"/>
              </a:cxn>
              <a:cxn ang="0">
                <a:pos x="connsiteX105989" y="connsiteY105989"/>
              </a:cxn>
              <a:cxn ang="0">
                <a:pos x="connsiteX105990" y="connsiteY105990"/>
              </a:cxn>
              <a:cxn ang="0">
                <a:pos x="connsiteX105991" y="connsiteY105991"/>
              </a:cxn>
              <a:cxn ang="0">
                <a:pos x="connsiteX105992" y="connsiteY105992"/>
              </a:cxn>
              <a:cxn ang="0">
                <a:pos x="connsiteX105993" y="connsiteY105993"/>
              </a:cxn>
              <a:cxn ang="0">
                <a:pos x="connsiteX105994" y="connsiteY105994"/>
              </a:cxn>
              <a:cxn ang="0">
                <a:pos x="connsiteX105995" y="connsiteY105995"/>
              </a:cxn>
              <a:cxn ang="0">
                <a:pos x="connsiteX105996" y="connsiteY105996"/>
              </a:cxn>
              <a:cxn ang="0">
                <a:pos x="connsiteX105997" y="connsiteY105997"/>
              </a:cxn>
              <a:cxn ang="0">
                <a:pos x="connsiteX105998" y="connsiteY105998"/>
              </a:cxn>
              <a:cxn ang="0">
                <a:pos x="connsiteX105999" y="connsiteY105999"/>
              </a:cxn>
              <a:cxn ang="0">
                <a:pos x="connsiteX106000" y="connsiteY106000"/>
              </a:cxn>
              <a:cxn ang="0">
                <a:pos x="connsiteX106001" y="connsiteY106001"/>
              </a:cxn>
              <a:cxn ang="0">
                <a:pos x="connsiteX106002" y="connsiteY106002"/>
              </a:cxn>
              <a:cxn ang="0">
                <a:pos x="connsiteX106003" y="connsiteY106003"/>
              </a:cxn>
              <a:cxn ang="0">
                <a:pos x="connsiteX106004" y="connsiteY106004"/>
              </a:cxn>
              <a:cxn ang="0">
                <a:pos x="connsiteX106005" y="connsiteY106005"/>
              </a:cxn>
              <a:cxn ang="0">
                <a:pos x="connsiteX106006" y="connsiteY106006"/>
              </a:cxn>
              <a:cxn ang="0">
                <a:pos x="connsiteX106007" y="connsiteY106007"/>
              </a:cxn>
              <a:cxn ang="0">
                <a:pos x="connsiteX106008" y="connsiteY106008"/>
              </a:cxn>
              <a:cxn ang="0">
                <a:pos x="connsiteX106009" y="connsiteY106009"/>
              </a:cxn>
              <a:cxn ang="0">
                <a:pos x="connsiteX106010" y="connsiteY106010"/>
              </a:cxn>
              <a:cxn ang="0">
                <a:pos x="connsiteX106011" y="connsiteY106011"/>
              </a:cxn>
              <a:cxn ang="0">
                <a:pos x="connsiteX106012" y="connsiteY106012"/>
              </a:cxn>
              <a:cxn ang="0">
                <a:pos x="connsiteX106013" y="connsiteY106013"/>
              </a:cxn>
              <a:cxn ang="0">
                <a:pos x="connsiteX106014" y="connsiteY106014"/>
              </a:cxn>
              <a:cxn ang="0">
                <a:pos x="connsiteX106015" y="connsiteY106015"/>
              </a:cxn>
              <a:cxn ang="0">
                <a:pos x="connsiteX106016" y="connsiteY106016"/>
              </a:cxn>
              <a:cxn ang="0">
                <a:pos x="connsiteX106017" y="connsiteY106017"/>
              </a:cxn>
              <a:cxn ang="0">
                <a:pos x="connsiteX106018" y="connsiteY106018"/>
              </a:cxn>
              <a:cxn ang="0">
                <a:pos x="connsiteX106019" y="connsiteY106019"/>
              </a:cxn>
              <a:cxn ang="0">
                <a:pos x="connsiteX106020" y="connsiteY106020"/>
              </a:cxn>
              <a:cxn ang="0">
                <a:pos x="connsiteX106021" y="connsiteY106021"/>
              </a:cxn>
              <a:cxn ang="0">
                <a:pos x="connsiteX106022" y="connsiteY106022"/>
              </a:cxn>
              <a:cxn ang="0">
                <a:pos x="connsiteX106023" y="connsiteY106023"/>
              </a:cxn>
              <a:cxn ang="0">
                <a:pos x="connsiteX106024" y="connsiteY106024"/>
              </a:cxn>
              <a:cxn ang="0">
                <a:pos x="connsiteX106025" y="connsiteY106025"/>
              </a:cxn>
              <a:cxn ang="0">
                <a:pos x="connsiteX106026" y="connsiteY106026"/>
              </a:cxn>
              <a:cxn ang="0">
                <a:pos x="connsiteX106027" y="connsiteY106027"/>
              </a:cxn>
              <a:cxn ang="0">
                <a:pos x="connsiteX106028" y="connsiteY106028"/>
              </a:cxn>
              <a:cxn ang="0">
                <a:pos x="connsiteX106029" y="connsiteY106029"/>
              </a:cxn>
              <a:cxn ang="0">
                <a:pos x="connsiteX106030" y="connsiteY106030"/>
              </a:cxn>
              <a:cxn ang="0">
                <a:pos x="connsiteX106031" y="connsiteY106031"/>
              </a:cxn>
              <a:cxn ang="0">
                <a:pos x="connsiteX106032" y="connsiteY106032"/>
              </a:cxn>
              <a:cxn ang="0">
                <a:pos x="connsiteX106033" y="connsiteY106033"/>
              </a:cxn>
              <a:cxn ang="0">
                <a:pos x="connsiteX106034" y="connsiteY106034"/>
              </a:cxn>
              <a:cxn ang="0">
                <a:pos x="connsiteX106035" y="connsiteY106035"/>
              </a:cxn>
              <a:cxn ang="0">
                <a:pos x="connsiteX106036" y="connsiteY106036"/>
              </a:cxn>
              <a:cxn ang="0">
                <a:pos x="connsiteX106037" y="connsiteY106037"/>
              </a:cxn>
              <a:cxn ang="0">
                <a:pos x="connsiteX106038" y="connsiteY106038"/>
              </a:cxn>
              <a:cxn ang="0">
                <a:pos x="connsiteX106039" y="connsiteY106039"/>
              </a:cxn>
              <a:cxn ang="0">
                <a:pos x="connsiteX106040" y="connsiteY106040"/>
              </a:cxn>
              <a:cxn ang="0">
                <a:pos x="connsiteX106041" y="connsiteY106041"/>
              </a:cxn>
              <a:cxn ang="0">
                <a:pos x="connsiteX106042" y="connsiteY106042"/>
              </a:cxn>
              <a:cxn ang="0">
                <a:pos x="connsiteX106043" y="connsiteY106043"/>
              </a:cxn>
              <a:cxn ang="0">
                <a:pos x="connsiteX106044" y="connsiteY106044"/>
              </a:cxn>
              <a:cxn ang="0">
                <a:pos x="connsiteX106045" y="connsiteY106045"/>
              </a:cxn>
              <a:cxn ang="0">
                <a:pos x="connsiteX106046" y="connsiteY106046"/>
              </a:cxn>
              <a:cxn ang="0">
                <a:pos x="connsiteX106047" y="connsiteY106047"/>
              </a:cxn>
              <a:cxn ang="0">
                <a:pos x="connsiteX106048" y="connsiteY106048"/>
              </a:cxn>
              <a:cxn ang="0">
                <a:pos x="connsiteX106049" y="connsiteY106049"/>
              </a:cxn>
              <a:cxn ang="0">
                <a:pos x="connsiteX106050" y="connsiteY106050"/>
              </a:cxn>
              <a:cxn ang="0">
                <a:pos x="connsiteX106051" y="connsiteY106051"/>
              </a:cxn>
              <a:cxn ang="0">
                <a:pos x="connsiteX106052" y="connsiteY106052"/>
              </a:cxn>
              <a:cxn ang="0">
                <a:pos x="connsiteX106053" y="connsiteY106053"/>
              </a:cxn>
              <a:cxn ang="0">
                <a:pos x="connsiteX106054" y="connsiteY106054"/>
              </a:cxn>
              <a:cxn ang="0">
                <a:pos x="connsiteX106055" y="connsiteY106055"/>
              </a:cxn>
              <a:cxn ang="0">
                <a:pos x="connsiteX106056" y="connsiteY106056"/>
              </a:cxn>
              <a:cxn ang="0">
                <a:pos x="connsiteX106057" y="connsiteY106057"/>
              </a:cxn>
              <a:cxn ang="0">
                <a:pos x="connsiteX106058" y="connsiteY106058"/>
              </a:cxn>
              <a:cxn ang="0">
                <a:pos x="connsiteX106059" y="connsiteY106059"/>
              </a:cxn>
              <a:cxn ang="0">
                <a:pos x="connsiteX106060" y="connsiteY106060"/>
              </a:cxn>
              <a:cxn ang="0">
                <a:pos x="connsiteX106061" y="connsiteY106061"/>
              </a:cxn>
              <a:cxn ang="0">
                <a:pos x="connsiteX106062" y="connsiteY106062"/>
              </a:cxn>
              <a:cxn ang="0">
                <a:pos x="connsiteX106063" y="connsiteY106063"/>
              </a:cxn>
              <a:cxn ang="0">
                <a:pos x="connsiteX106064" y="connsiteY106064"/>
              </a:cxn>
              <a:cxn ang="0">
                <a:pos x="connsiteX106065" y="connsiteY106065"/>
              </a:cxn>
              <a:cxn ang="0">
                <a:pos x="connsiteX106066" y="connsiteY106066"/>
              </a:cxn>
              <a:cxn ang="0">
                <a:pos x="connsiteX106067" y="connsiteY106067"/>
              </a:cxn>
              <a:cxn ang="0">
                <a:pos x="connsiteX106068" y="connsiteY106068"/>
              </a:cxn>
              <a:cxn ang="0">
                <a:pos x="connsiteX106069" y="connsiteY106069"/>
              </a:cxn>
              <a:cxn ang="0">
                <a:pos x="connsiteX106070" y="connsiteY106070"/>
              </a:cxn>
              <a:cxn ang="0">
                <a:pos x="connsiteX106071" y="connsiteY106071"/>
              </a:cxn>
              <a:cxn ang="0">
                <a:pos x="connsiteX106072" y="connsiteY106072"/>
              </a:cxn>
              <a:cxn ang="0">
                <a:pos x="connsiteX106073" y="connsiteY106073"/>
              </a:cxn>
              <a:cxn ang="0">
                <a:pos x="connsiteX106074" y="connsiteY106074"/>
              </a:cxn>
              <a:cxn ang="0">
                <a:pos x="connsiteX106075" y="connsiteY106075"/>
              </a:cxn>
              <a:cxn ang="0">
                <a:pos x="connsiteX106076" y="connsiteY106076"/>
              </a:cxn>
              <a:cxn ang="0">
                <a:pos x="connsiteX106077" y="connsiteY106077"/>
              </a:cxn>
              <a:cxn ang="0">
                <a:pos x="connsiteX106078" y="connsiteY106078"/>
              </a:cxn>
              <a:cxn ang="0">
                <a:pos x="connsiteX106079" y="connsiteY106079"/>
              </a:cxn>
              <a:cxn ang="0">
                <a:pos x="connsiteX106080" y="connsiteY106080"/>
              </a:cxn>
              <a:cxn ang="0">
                <a:pos x="connsiteX106081" y="connsiteY106081"/>
              </a:cxn>
              <a:cxn ang="0">
                <a:pos x="connsiteX106082" y="connsiteY106082"/>
              </a:cxn>
              <a:cxn ang="0">
                <a:pos x="connsiteX106083" y="connsiteY106083"/>
              </a:cxn>
              <a:cxn ang="0">
                <a:pos x="connsiteX106084" y="connsiteY106084"/>
              </a:cxn>
              <a:cxn ang="0">
                <a:pos x="connsiteX106085" y="connsiteY106085"/>
              </a:cxn>
              <a:cxn ang="0">
                <a:pos x="connsiteX106086" y="connsiteY106086"/>
              </a:cxn>
              <a:cxn ang="0">
                <a:pos x="connsiteX106087" y="connsiteY106087"/>
              </a:cxn>
              <a:cxn ang="0">
                <a:pos x="connsiteX106088" y="connsiteY106088"/>
              </a:cxn>
              <a:cxn ang="0">
                <a:pos x="connsiteX106089" y="connsiteY106089"/>
              </a:cxn>
              <a:cxn ang="0">
                <a:pos x="connsiteX106090" y="connsiteY106090"/>
              </a:cxn>
              <a:cxn ang="0">
                <a:pos x="connsiteX106091" y="connsiteY106091"/>
              </a:cxn>
              <a:cxn ang="0">
                <a:pos x="connsiteX106092" y="connsiteY106092"/>
              </a:cxn>
              <a:cxn ang="0">
                <a:pos x="connsiteX106093" y="connsiteY106093"/>
              </a:cxn>
              <a:cxn ang="0">
                <a:pos x="connsiteX106094" y="connsiteY106094"/>
              </a:cxn>
              <a:cxn ang="0">
                <a:pos x="connsiteX106095" y="connsiteY106095"/>
              </a:cxn>
              <a:cxn ang="0">
                <a:pos x="connsiteX106096" y="connsiteY106096"/>
              </a:cxn>
              <a:cxn ang="0">
                <a:pos x="connsiteX106097" y="connsiteY106097"/>
              </a:cxn>
              <a:cxn ang="0">
                <a:pos x="connsiteX106098" y="connsiteY106098"/>
              </a:cxn>
              <a:cxn ang="0">
                <a:pos x="connsiteX106099" y="connsiteY106099"/>
              </a:cxn>
              <a:cxn ang="0">
                <a:pos x="connsiteX106100" y="connsiteY106100"/>
              </a:cxn>
              <a:cxn ang="0">
                <a:pos x="connsiteX106101" y="connsiteY106101"/>
              </a:cxn>
              <a:cxn ang="0">
                <a:pos x="connsiteX106102" y="connsiteY106102"/>
              </a:cxn>
              <a:cxn ang="0">
                <a:pos x="connsiteX106103" y="connsiteY106103"/>
              </a:cxn>
              <a:cxn ang="0">
                <a:pos x="connsiteX106104" y="connsiteY106104"/>
              </a:cxn>
              <a:cxn ang="0">
                <a:pos x="connsiteX106105" y="connsiteY106105"/>
              </a:cxn>
              <a:cxn ang="0">
                <a:pos x="connsiteX106106" y="connsiteY106106"/>
              </a:cxn>
              <a:cxn ang="0">
                <a:pos x="connsiteX106107" y="connsiteY106107"/>
              </a:cxn>
              <a:cxn ang="0">
                <a:pos x="connsiteX106108" y="connsiteY106108"/>
              </a:cxn>
              <a:cxn ang="0">
                <a:pos x="connsiteX106109" y="connsiteY106109"/>
              </a:cxn>
              <a:cxn ang="0">
                <a:pos x="connsiteX106110" y="connsiteY106110"/>
              </a:cxn>
              <a:cxn ang="0">
                <a:pos x="connsiteX106111" y="connsiteY106111"/>
              </a:cxn>
              <a:cxn ang="0">
                <a:pos x="connsiteX106112" y="connsiteY106112"/>
              </a:cxn>
              <a:cxn ang="0">
                <a:pos x="connsiteX106113" y="connsiteY106113"/>
              </a:cxn>
              <a:cxn ang="0">
                <a:pos x="connsiteX106114" y="connsiteY106114"/>
              </a:cxn>
              <a:cxn ang="0">
                <a:pos x="connsiteX106115" y="connsiteY106115"/>
              </a:cxn>
              <a:cxn ang="0">
                <a:pos x="connsiteX106116" y="connsiteY106116"/>
              </a:cxn>
              <a:cxn ang="0">
                <a:pos x="connsiteX106117" y="connsiteY106117"/>
              </a:cxn>
              <a:cxn ang="0">
                <a:pos x="connsiteX106118" y="connsiteY106118"/>
              </a:cxn>
              <a:cxn ang="0">
                <a:pos x="connsiteX106119" y="connsiteY106119"/>
              </a:cxn>
              <a:cxn ang="0">
                <a:pos x="connsiteX106120" y="connsiteY106120"/>
              </a:cxn>
              <a:cxn ang="0">
                <a:pos x="connsiteX106121" y="connsiteY106121"/>
              </a:cxn>
              <a:cxn ang="0">
                <a:pos x="connsiteX106122" y="connsiteY106122"/>
              </a:cxn>
              <a:cxn ang="0">
                <a:pos x="connsiteX106123" y="connsiteY106123"/>
              </a:cxn>
              <a:cxn ang="0">
                <a:pos x="connsiteX106124" y="connsiteY106124"/>
              </a:cxn>
              <a:cxn ang="0">
                <a:pos x="connsiteX106125" y="connsiteY106125"/>
              </a:cxn>
              <a:cxn ang="0">
                <a:pos x="connsiteX106126" y="connsiteY106126"/>
              </a:cxn>
              <a:cxn ang="0">
                <a:pos x="connsiteX106127" y="connsiteY106127"/>
              </a:cxn>
              <a:cxn ang="0">
                <a:pos x="connsiteX106128" y="connsiteY106128"/>
              </a:cxn>
              <a:cxn ang="0">
                <a:pos x="connsiteX106129" y="connsiteY106129"/>
              </a:cxn>
              <a:cxn ang="0">
                <a:pos x="connsiteX106130" y="connsiteY106130"/>
              </a:cxn>
              <a:cxn ang="0">
                <a:pos x="connsiteX106131" y="connsiteY106131"/>
              </a:cxn>
              <a:cxn ang="0">
                <a:pos x="connsiteX106132" y="connsiteY106132"/>
              </a:cxn>
              <a:cxn ang="0">
                <a:pos x="connsiteX106133" y="connsiteY106133"/>
              </a:cxn>
              <a:cxn ang="0">
                <a:pos x="connsiteX106134" y="connsiteY106134"/>
              </a:cxn>
              <a:cxn ang="0">
                <a:pos x="connsiteX106135" y="connsiteY106135"/>
              </a:cxn>
              <a:cxn ang="0">
                <a:pos x="connsiteX106136" y="connsiteY106136"/>
              </a:cxn>
              <a:cxn ang="0">
                <a:pos x="connsiteX106137" y="connsiteY106137"/>
              </a:cxn>
              <a:cxn ang="0">
                <a:pos x="connsiteX106138" y="connsiteY106138"/>
              </a:cxn>
              <a:cxn ang="0">
                <a:pos x="connsiteX106139" y="connsiteY106139"/>
              </a:cxn>
              <a:cxn ang="0">
                <a:pos x="connsiteX106140" y="connsiteY106140"/>
              </a:cxn>
              <a:cxn ang="0">
                <a:pos x="connsiteX106141" y="connsiteY106141"/>
              </a:cxn>
              <a:cxn ang="0">
                <a:pos x="connsiteX106142" y="connsiteY106142"/>
              </a:cxn>
              <a:cxn ang="0">
                <a:pos x="connsiteX106143" y="connsiteY106143"/>
              </a:cxn>
              <a:cxn ang="0">
                <a:pos x="connsiteX106144" y="connsiteY106144"/>
              </a:cxn>
              <a:cxn ang="0">
                <a:pos x="connsiteX106145" y="connsiteY106145"/>
              </a:cxn>
              <a:cxn ang="0">
                <a:pos x="connsiteX106146" y="connsiteY106146"/>
              </a:cxn>
              <a:cxn ang="0">
                <a:pos x="connsiteX106147" y="connsiteY106147"/>
              </a:cxn>
              <a:cxn ang="0">
                <a:pos x="connsiteX106148" y="connsiteY106148"/>
              </a:cxn>
              <a:cxn ang="0">
                <a:pos x="connsiteX106149" y="connsiteY106149"/>
              </a:cxn>
              <a:cxn ang="0">
                <a:pos x="connsiteX106150" y="connsiteY106150"/>
              </a:cxn>
              <a:cxn ang="0">
                <a:pos x="connsiteX106151" y="connsiteY106151"/>
              </a:cxn>
              <a:cxn ang="0">
                <a:pos x="connsiteX106152" y="connsiteY106152"/>
              </a:cxn>
              <a:cxn ang="0">
                <a:pos x="connsiteX106153" y="connsiteY106153"/>
              </a:cxn>
              <a:cxn ang="0">
                <a:pos x="connsiteX106154" y="connsiteY106154"/>
              </a:cxn>
              <a:cxn ang="0">
                <a:pos x="connsiteX106155" y="connsiteY106155"/>
              </a:cxn>
              <a:cxn ang="0">
                <a:pos x="connsiteX106156" y="connsiteY106156"/>
              </a:cxn>
              <a:cxn ang="0">
                <a:pos x="connsiteX106157" y="connsiteY106157"/>
              </a:cxn>
              <a:cxn ang="0">
                <a:pos x="connsiteX106158" y="connsiteY106158"/>
              </a:cxn>
              <a:cxn ang="0">
                <a:pos x="connsiteX106159" y="connsiteY106159"/>
              </a:cxn>
              <a:cxn ang="0">
                <a:pos x="connsiteX106160" y="connsiteY106160"/>
              </a:cxn>
              <a:cxn ang="0">
                <a:pos x="connsiteX106161" y="connsiteY106161"/>
              </a:cxn>
              <a:cxn ang="0">
                <a:pos x="connsiteX106162" y="connsiteY106162"/>
              </a:cxn>
              <a:cxn ang="0">
                <a:pos x="connsiteX106163" y="connsiteY106163"/>
              </a:cxn>
              <a:cxn ang="0">
                <a:pos x="connsiteX106164" y="connsiteY106164"/>
              </a:cxn>
              <a:cxn ang="0">
                <a:pos x="connsiteX106165" y="connsiteY106165"/>
              </a:cxn>
              <a:cxn ang="0">
                <a:pos x="connsiteX106166" y="connsiteY106166"/>
              </a:cxn>
              <a:cxn ang="0">
                <a:pos x="connsiteX106167" y="connsiteY106167"/>
              </a:cxn>
              <a:cxn ang="0">
                <a:pos x="connsiteX106168" y="connsiteY106168"/>
              </a:cxn>
              <a:cxn ang="0">
                <a:pos x="connsiteX106169" y="connsiteY106169"/>
              </a:cxn>
              <a:cxn ang="0">
                <a:pos x="connsiteX106170" y="connsiteY106170"/>
              </a:cxn>
              <a:cxn ang="0">
                <a:pos x="connsiteX106171" y="connsiteY106171"/>
              </a:cxn>
              <a:cxn ang="0">
                <a:pos x="connsiteX106172" y="connsiteY106172"/>
              </a:cxn>
              <a:cxn ang="0">
                <a:pos x="connsiteX106173" y="connsiteY106173"/>
              </a:cxn>
              <a:cxn ang="0">
                <a:pos x="connsiteX106174" y="connsiteY106174"/>
              </a:cxn>
              <a:cxn ang="0">
                <a:pos x="connsiteX106175" y="connsiteY106175"/>
              </a:cxn>
              <a:cxn ang="0">
                <a:pos x="connsiteX106176" y="connsiteY106176"/>
              </a:cxn>
              <a:cxn ang="0">
                <a:pos x="connsiteX106177" y="connsiteY106177"/>
              </a:cxn>
              <a:cxn ang="0">
                <a:pos x="connsiteX106178" y="connsiteY106178"/>
              </a:cxn>
              <a:cxn ang="0">
                <a:pos x="connsiteX106179" y="connsiteY106179"/>
              </a:cxn>
              <a:cxn ang="0">
                <a:pos x="connsiteX106180" y="connsiteY106180"/>
              </a:cxn>
              <a:cxn ang="0">
                <a:pos x="connsiteX106181" y="connsiteY106181"/>
              </a:cxn>
              <a:cxn ang="0">
                <a:pos x="connsiteX106182" y="connsiteY106182"/>
              </a:cxn>
              <a:cxn ang="0">
                <a:pos x="connsiteX106183" y="connsiteY106183"/>
              </a:cxn>
              <a:cxn ang="0">
                <a:pos x="connsiteX106184" y="connsiteY106184"/>
              </a:cxn>
              <a:cxn ang="0">
                <a:pos x="connsiteX106185" y="connsiteY106185"/>
              </a:cxn>
              <a:cxn ang="0">
                <a:pos x="connsiteX106186" y="connsiteY106186"/>
              </a:cxn>
              <a:cxn ang="0">
                <a:pos x="connsiteX106187" y="connsiteY106187"/>
              </a:cxn>
              <a:cxn ang="0">
                <a:pos x="connsiteX106188" y="connsiteY106188"/>
              </a:cxn>
              <a:cxn ang="0">
                <a:pos x="connsiteX106189" y="connsiteY106189"/>
              </a:cxn>
              <a:cxn ang="0">
                <a:pos x="connsiteX106190" y="connsiteY106190"/>
              </a:cxn>
              <a:cxn ang="0">
                <a:pos x="connsiteX106191" y="connsiteY106191"/>
              </a:cxn>
              <a:cxn ang="0">
                <a:pos x="connsiteX106192" y="connsiteY106192"/>
              </a:cxn>
              <a:cxn ang="0">
                <a:pos x="connsiteX106193" y="connsiteY106193"/>
              </a:cxn>
              <a:cxn ang="0">
                <a:pos x="connsiteX106194" y="connsiteY106194"/>
              </a:cxn>
              <a:cxn ang="0">
                <a:pos x="connsiteX106195" y="connsiteY106195"/>
              </a:cxn>
              <a:cxn ang="0">
                <a:pos x="connsiteX106196" y="connsiteY106196"/>
              </a:cxn>
              <a:cxn ang="0">
                <a:pos x="connsiteX106197" y="connsiteY106197"/>
              </a:cxn>
              <a:cxn ang="0">
                <a:pos x="connsiteX106198" y="connsiteY106198"/>
              </a:cxn>
              <a:cxn ang="0">
                <a:pos x="connsiteX106199" y="connsiteY106199"/>
              </a:cxn>
              <a:cxn ang="0">
                <a:pos x="connsiteX106200" y="connsiteY106200"/>
              </a:cxn>
              <a:cxn ang="0">
                <a:pos x="connsiteX106201" y="connsiteY106201"/>
              </a:cxn>
              <a:cxn ang="0">
                <a:pos x="connsiteX106202" y="connsiteY106202"/>
              </a:cxn>
              <a:cxn ang="0">
                <a:pos x="connsiteX106203" y="connsiteY106203"/>
              </a:cxn>
              <a:cxn ang="0">
                <a:pos x="connsiteX106204" y="connsiteY106204"/>
              </a:cxn>
              <a:cxn ang="0">
                <a:pos x="connsiteX106205" y="connsiteY106205"/>
              </a:cxn>
              <a:cxn ang="0">
                <a:pos x="connsiteX106206" y="connsiteY106206"/>
              </a:cxn>
              <a:cxn ang="0">
                <a:pos x="connsiteX106207" y="connsiteY106207"/>
              </a:cxn>
              <a:cxn ang="0">
                <a:pos x="connsiteX106208" y="connsiteY106208"/>
              </a:cxn>
              <a:cxn ang="0">
                <a:pos x="connsiteX106209" y="connsiteY106209"/>
              </a:cxn>
              <a:cxn ang="0">
                <a:pos x="connsiteX106210" y="connsiteY106210"/>
              </a:cxn>
              <a:cxn ang="0">
                <a:pos x="connsiteX106211" y="connsiteY106211"/>
              </a:cxn>
              <a:cxn ang="0">
                <a:pos x="connsiteX106212" y="connsiteY106212"/>
              </a:cxn>
              <a:cxn ang="0">
                <a:pos x="connsiteX106213" y="connsiteY106213"/>
              </a:cxn>
              <a:cxn ang="0">
                <a:pos x="connsiteX106214" y="connsiteY106214"/>
              </a:cxn>
              <a:cxn ang="0">
                <a:pos x="connsiteX106215" y="connsiteY106215"/>
              </a:cxn>
              <a:cxn ang="0">
                <a:pos x="connsiteX106216" y="connsiteY106216"/>
              </a:cxn>
              <a:cxn ang="0">
                <a:pos x="connsiteX106217" y="connsiteY106217"/>
              </a:cxn>
              <a:cxn ang="0">
                <a:pos x="connsiteX106218" y="connsiteY106218"/>
              </a:cxn>
              <a:cxn ang="0">
                <a:pos x="connsiteX106219" y="connsiteY106219"/>
              </a:cxn>
              <a:cxn ang="0">
                <a:pos x="connsiteX106220" y="connsiteY106220"/>
              </a:cxn>
              <a:cxn ang="0">
                <a:pos x="connsiteX106221" y="connsiteY106221"/>
              </a:cxn>
              <a:cxn ang="0">
                <a:pos x="connsiteX106222" y="connsiteY106222"/>
              </a:cxn>
              <a:cxn ang="0">
                <a:pos x="connsiteX106223" y="connsiteY106223"/>
              </a:cxn>
              <a:cxn ang="0">
                <a:pos x="connsiteX106224" y="connsiteY106224"/>
              </a:cxn>
              <a:cxn ang="0">
                <a:pos x="connsiteX106225" y="connsiteY106225"/>
              </a:cxn>
              <a:cxn ang="0">
                <a:pos x="connsiteX106226" y="connsiteY106226"/>
              </a:cxn>
              <a:cxn ang="0">
                <a:pos x="connsiteX106227" y="connsiteY106227"/>
              </a:cxn>
              <a:cxn ang="0">
                <a:pos x="connsiteX106228" y="connsiteY106228"/>
              </a:cxn>
              <a:cxn ang="0">
                <a:pos x="connsiteX106229" y="connsiteY106229"/>
              </a:cxn>
              <a:cxn ang="0">
                <a:pos x="connsiteX106230" y="connsiteY106230"/>
              </a:cxn>
              <a:cxn ang="0">
                <a:pos x="connsiteX106231" y="connsiteY106231"/>
              </a:cxn>
              <a:cxn ang="0">
                <a:pos x="connsiteX106232" y="connsiteY106232"/>
              </a:cxn>
              <a:cxn ang="0">
                <a:pos x="connsiteX106233" y="connsiteY106233"/>
              </a:cxn>
              <a:cxn ang="0">
                <a:pos x="connsiteX106234" y="connsiteY106234"/>
              </a:cxn>
              <a:cxn ang="0">
                <a:pos x="connsiteX106235" y="connsiteY106235"/>
              </a:cxn>
              <a:cxn ang="0">
                <a:pos x="connsiteX106236" y="connsiteY106236"/>
              </a:cxn>
              <a:cxn ang="0">
                <a:pos x="connsiteX106237" y="connsiteY106237"/>
              </a:cxn>
              <a:cxn ang="0">
                <a:pos x="connsiteX106238" y="connsiteY106238"/>
              </a:cxn>
              <a:cxn ang="0">
                <a:pos x="connsiteX106239" y="connsiteY106239"/>
              </a:cxn>
              <a:cxn ang="0">
                <a:pos x="connsiteX106240" y="connsiteY106240"/>
              </a:cxn>
              <a:cxn ang="0">
                <a:pos x="connsiteX106241" y="connsiteY106241"/>
              </a:cxn>
              <a:cxn ang="0">
                <a:pos x="connsiteX106242" y="connsiteY106242"/>
              </a:cxn>
              <a:cxn ang="0">
                <a:pos x="connsiteX106243" y="connsiteY106243"/>
              </a:cxn>
              <a:cxn ang="0">
                <a:pos x="connsiteX106244" y="connsiteY106244"/>
              </a:cxn>
              <a:cxn ang="0">
                <a:pos x="connsiteX106245" y="connsiteY106245"/>
              </a:cxn>
              <a:cxn ang="0">
                <a:pos x="connsiteX106246" y="connsiteY106246"/>
              </a:cxn>
              <a:cxn ang="0">
                <a:pos x="connsiteX106247" y="connsiteY106247"/>
              </a:cxn>
              <a:cxn ang="0">
                <a:pos x="connsiteX106248" y="connsiteY106248"/>
              </a:cxn>
              <a:cxn ang="0">
                <a:pos x="connsiteX106249" y="connsiteY106249"/>
              </a:cxn>
              <a:cxn ang="0">
                <a:pos x="connsiteX106250" y="connsiteY106250"/>
              </a:cxn>
              <a:cxn ang="0">
                <a:pos x="connsiteX106251" y="connsiteY106251"/>
              </a:cxn>
              <a:cxn ang="0">
                <a:pos x="connsiteX106252" y="connsiteY106252"/>
              </a:cxn>
              <a:cxn ang="0">
                <a:pos x="connsiteX106253" y="connsiteY106253"/>
              </a:cxn>
              <a:cxn ang="0">
                <a:pos x="connsiteX106254" y="connsiteY106254"/>
              </a:cxn>
              <a:cxn ang="0">
                <a:pos x="connsiteX106255" y="connsiteY106255"/>
              </a:cxn>
              <a:cxn ang="0">
                <a:pos x="connsiteX106256" y="connsiteY106256"/>
              </a:cxn>
              <a:cxn ang="0">
                <a:pos x="connsiteX106257" y="connsiteY106257"/>
              </a:cxn>
              <a:cxn ang="0">
                <a:pos x="connsiteX106258" y="connsiteY106258"/>
              </a:cxn>
              <a:cxn ang="0">
                <a:pos x="connsiteX106259" y="connsiteY106259"/>
              </a:cxn>
              <a:cxn ang="0">
                <a:pos x="connsiteX106260" y="connsiteY106260"/>
              </a:cxn>
              <a:cxn ang="0">
                <a:pos x="connsiteX106261" y="connsiteY106261"/>
              </a:cxn>
              <a:cxn ang="0">
                <a:pos x="connsiteX106262" y="connsiteY106262"/>
              </a:cxn>
              <a:cxn ang="0">
                <a:pos x="connsiteX106263" y="connsiteY106263"/>
              </a:cxn>
              <a:cxn ang="0">
                <a:pos x="connsiteX106264" y="connsiteY106264"/>
              </a:cxn>
              <a:cxn ang="0">
                <a:pos x="connsiteX106265" y="connsiteY106265"/>
              </a:cxn>
              <a:cxn ang="0">
                <a:pos x="connsiteX106266" y="connsiteY106266"/>
              </a:cxn>
              <a:cxn ang="0">
                <a:pos x="connsiteX106267" y="connsiteY106267"/>
              </a:cxn>
              <a:cxn ang="0">
                <a:pos x="connsiteX106268" y="connsiteY106268"/>
              </a:cxn>
              <a:cxn ang="0">
                <a:pos x="connsiteX106269" y="connsiteY106269"/>
              </a:cxn>
              <a:cxn ang="0">
                <a:pos x="connsiteX106270" y="connsiteY106270"/>
              </a:cxn>
              <a:cxn ang="0">
                <a:pos x="connsiteX106271" y="connsiteY106271"/>
              </a:cxn>
              <a:cxn ang="0">
                <a:pos x="connsiteX106272" y="connsiteY106272"/>
              </a:cxn>
              <a:cxn ang="0">
                <a:pos x="connsiteX106273" y="connsiteY106273"/>
              </a:cxn>
              <a:cxn ang="0">
                <a:pos x="connsiteX106274" y="connsiteY106274"/>
              </a:cxn>
              <a:cxn ang="0">
                <a:pos x="connsiteX106275" y="connsiteY106275"/>
              </a:cxn>
              <a:cxn ang="0">
                <a:pos x="connsiteX106276" y="connsiteY106276"/>
              </a:cxn>
              <a:cxn ang="0">
                <a:pos x="connsiteX106277" y="connsiteY106277"/>
              </a:cxn>
              <a:cxn ang="0">
                <a:pos x="connsiteX106278" y="connsiteY106278"/>
              </a:cxn>
              <a:cxn ang="0">
                <a:pos x="connsiteX106279" y="connsiteY106279"/>
              </a:cxn>
              <a:cxn ang="0">
                <a:pos x="connsiteX106280" y="connsiteY106280"/>
              </a:cxn>
              <a:cxn ang="0">
                <a:pos x="connsiteX106281" y="connsiteY106281"/>
              </a:cxn>
              <a:cxn ang="0">
                <a:pos x="connsiteX106282" y="connsiteY106282"/>
              </a:cxn>
              <a:cxn ang="0">
                <a:pos x="connsiteX106283" y="connsiteY106283"/>
              </a:cxn>
              <a:cxn ang="0">
                <a:pos x="connsiteX106284" y="connsiteY106284"/>
              </a:cxn>
              <a:cxn ang="0">
                <a:pos x="connsiteX106285" y="connsiteY106285"/>
              </a:cxn>
              <a:cxn ang="0">
                <a:pos x="connsiteX106286" y="connsiteY106286"/>
              </a:cxn>
              <a:cxn ang="0">
                <a:pos x="connsiteX106287" y="connsiteY106287"/>
              </a:cxn>
              <a:cxn ang="0">
                <a:pos x="connsiteX106288" y="connsiteY106288"/>
              </a:cxn>
              <a:cxn ang="0">
                <a:pos x="connsiteX106289" y="connsiteY106289"/>
              </a:cxn>
              <a:cxn ang="0">
                <a:pos x="connsiteX106290" y="connsiteY106290"/>
              </a:cxn>
              <a:cxn ang="0">
                <a:pos x="connsiteX106291" y="connsiteY106291"/>
              </a:cxn>
              <a:cxn ang="0">
                <a:pos x="connsiteX106292" y="connsiteY106292"/>
              </a:cxn>
              <a:cxn ang="0">
                <a:pos x="connsiteX106293" y="connsiteY106293"/>
              </a:cxn>
              <a:cxn ang="0">
                <a:pos x="connsiteX106294" y="connsiteY106294"/>
              </a:cxn>
              <a:cxn ang="0">
                <a:pos x="connsiteX106295" y="connsiteY106295"/>
              </a:cxn>
              <a:cxn ang="0">
                <a:pos x="connsiteX106296" y="connsiteY106296"/>
              </a:cxn>
              <a:cxn ang="0">
                <a:pos x="connsiteX106297" y="connsiteY106297"/>
              </a:cxn>
              <a:cxn ang="0">
                <a:pos x="connsiteX106298" y="connsiteY106298"/>
              </a:cxn>
              <a:cxn ang="0">
                <a:pos x="connsiteX106299" y="connsiteY106299"/>
              </a:cxn>
              <a:cxn ang="0">
                <a:pos x="connsiteX106300" y="connsiteY106300"/>
              </a:cxn>
              <a:cxn ang="0">
                <a:pos x="connsiteX106301" y="connsiteY106301"/>
              </a:cxn>
              <a:cxn ang="0">
                <a:pos x="connsiteX106302" y="connsiteY106302"/>
              </a:cxn>
              <a:cxn ang="0">
                <a:pos x="connsiteX106303" y="connsiteY106303"/>
              </a:cxn>
              <a:cxn ang="0">
                <a:pos x="connsiteX106304" y="connsiteY106304"/>
              </a:cxn>
              <a:cxn ang="0">
                <a:pos x="connsiteX106305" y="connsiteY106305"/>
              </a:cxn>
              <a:cxn ang="0">
                <a:pos x="connsiteX106306" y="connsiteY106306"/>
              </a:cxn>
              <a:cxn ang="0">
                <a:pos x="connsiteX106307" y="connsiteY106307"/>
              </a:cxn>
              <a:cxn ang="0">
                <a:pos x="connsiteX106308" y="connsiteY106308"/>
              </a:cxn>
              <a:cxn ang="0">
                <a:pos x="connsiteX106309" y="connsiteY106309"/>
              </a:cxn>
              <a:cxn ang="0">
                <a:pos x="connsiteX106310" y="connsiteY106310"/>
              </a:cxn>
              <a:cxn ang="0">
                <a:pos x="connsiteX106311" y="connsiteY106311"/>
              </a:cxn>
              <a:cxn ang="0">
                <a:pos x="connsiteX106312" y="connsiteY106312"/>
              </a:cxn>
              <a:cxn ang="0">
                <a:pos x="connsiteX106313" y="connsiteY106313"/>
              </a:cxn>
              <a:cxn ang="0">
                <a:pos x="connsiteX106314" y="connsiteY106314"/>
              </a:cxn>
              <a:cxn ang="0">
                <a:pos x="connsiteX106315" y="connsiteY106315"/>
              </a:cxn>
              <a:cxn ang="0">
                <a:pos x="connsiteX106316" y="connsiteY106316"/>
              </a:cxn>
              <a:cxn ang="0">
                <a:pos x="connsiteX106317" y="connsiteY106317"/>
              </a:cxn>
              <a:cxn ang="0">
                <a:pos x="connsiteX106318" y="connsiteY106318"/>
              </a:cxn>
              <a:cxn ang="0">
                <a:pos x="connsiteX106319" y="connsiteY106319"/>
              </a:cxn>
              <a:cxn ang="0">
                <a:pos x="connsiteX106320" y="connsiteY106320"/>
              </a:cxn>
              <a:cxn ang="0">
                <a:pos x="connsiteX106321" y="connsiteY106321"/>
              </a:cxn>
              <a:cxn ang="0">
                <a:pos x="connsiteX106322" y="connsiteY106322"/>
              </a:cxn>
              <a:cxn ang="0">
                <a:pos x="connsiteX106323" y="connsiteY106323"/>
              </a:cxn>
              <a:cxn ang="0">
                <a:pos x="connsiteX106324" y="connsiteY106324"/>
              </a:cxn>
              <a:cxn ang="0">
                <a:pos x="connsiteX106325" y="connsiteY106325"/>
              </a:cxn>
              <a:cxn ang="0">
                <a:pos x="connsiteX106326" y="connsiteY106326"/>
              </a:cxn>
              <a:cxn ang="0">
                <a:pos x="connsiteX106327" y="connsiteY106327"/>
              </a:cxn>
              <a:cxn ang="0">
                <a:pos x="connsiteX106328" y="connsiteY106328"/>
              </a:cxn>
              <a:cxn ang="0">
                <a:pos x="connsiteX106329" y="connsiteY106329"/>
              </a:cxn>
              <a:cxn ang="0">
                <a:pos x="connsiteX106330" y="connsiteY106330"/>
              </a:cxn>
              <a:cxn ang="0">
                <a:pos x="connsiteX106331" y="connsiteY106331"/>
              </a:cxn>
              <a:cxn ang="0">
                <a:pos x="connsiteX106332" y="connsiteY106332"/>
              </a:cxn>
              <a:cxn ang="0">
                <a:pos x="connsiteX106333" y="connsiteY106333"/>
              </a:cxn>
              <a:cxn ang="0">
                <a:pos x="connsiteX106334" y="connsiteY106334"/>
              </a:cxn>
              <a:cxn ang="0">
                <a:pos x="connsiteX106335" y="connsiteY106335"/>
              </a:cxn>
              <a:cxn ang="0">
                <a:pos x="connsiteX106336" y="connsiteY106336"/>
              </a:cxn>
              <a:cxn ang="0">
                <a:pos x="connsiteX106337" y="connsiteY106337"/>
              </a:cxn>
              <a:cxn ang="0">
                <a:pos x="connsiteX106338" y="connsiteY106338"/>
              </a:cxn>
              <a:cxn ang="0">
                <a:pos x="connsiteX106339" y="connsiteY106339"/>
              </a:cxn>
              <a:cxn ang="0">
                <a:pos x="connsiteX106340" y="connsiteY106340"/>
              </a:cxn>
              <a:cxn ang="0">
                <a:pos x="connsiteX106341" y="connsiteY106341"/>
              </a:cxn>
              <a:cxn ang="0">
                <a:pos x="connsiteX106342" y="connsiteY106342"/>
              </a:cxn>
              <a:cxn ang="0">
                <a:pos x="connsiteX106343" y="connsiteY106343"/>
              </a:cxn>
              <a:cxn ang="0">
                <a:pos x="connsiteX106344" y="connsiteY106344"/>
              </a:cxn>
              <a:cxn ang="0">
                <a:pos x="connsiteX106345" y="connsiteY106345"/>
              </a:cxn>
              <a:cxn ang="0">
                <a:pos x="connsiteX106346" y="connsiteY106346"/>
              </a:cxn>
              <a:cxn ang="0">
                <a:pos x="connsiteX106347" y="connsiteY106347"/>
              </a:cxn>
              <a:cxn ang="0">
                <a:pos x="connsiteX106348" y="connsiteY106348"/>
              </a:cxn>
              <a:cxn ang="0">
                <a:pos x="connsiteX106349" y="connsiteY106349"/>
              </a:cxn>
              <a:cxn ang="0">
                <a:pos x="connsiteX106350" y="connsiteY106350"/>
              </a:cxn>
              <a:cxn ang="0">
                <a:pos x="connsiteX106351" y="connsiteY106351"/>
              </a:cxn>
              <a:cxn ang="0">
                <a:pos x="connsiteX106352" y="connsiteY106352"/>
              </a:cxn>
              <a:cxn ang="0">
                <a:pos x="connsiteX106353" y="connsiteY106353"/>
              </a:cxn>
              <a:cxn ang="0">
                <a:pos x="connsiteX106354" y="connsiteY106354"/>
              </a:cxn>
              <a:cxn ang="0">
                <a:pos x="connsiteX106355" y="connsiteY106355"/>
              </a:cxn>
              <a:cxn ang="0">
                <a:pos x="connsiteX106356" y="connsiteY106356"/>
              </a:cxn>
              <a:cxn ang="0">
                <a:pos x="connsiteX106357" y="connsiteY106357"/>
              </a:cxn>
              <a:cxn ang="0">
                <a:pos x="connsiteX106358" y="connsiteY106358"/>
              </a:cxn>
              <a:cxn ang="0">
                <a:pos x="connsiteX106359" y="connsiteY106359"/>
              </a:cxn>
              <a:cxn ang="0">
                <a:pos x="connsiteX106360" y="connsiteY106360"/>
              </a:cxn>
              <a:cxn ang="0">
                <a:pos x="connsiteX106361" y="connsiteY106361"/>
              </a:cxn>
              <a:cxn ang="0">
                <a:pos x="connsiteX106362" y="connsiteY106362"/>
              </a:cxn>
              <a:cxn ang="0">
                <a:pos x="connsiteX106363" y="connsiteY106363"/>
              </a:cxn>
              <a:cxn ang="0">
                <a:pos x="connsiteX106364" y="connsiteY106364"/>
              </a:cxn>
              <a:cxn ang="0">
                <a:pos x="connsiteX106365" y="connsiteY106365"/>
              </a:cxn>
              <a:cxn ang="0">
                <a:pos x="connsiteX106366" y="connsiteY106366"/>
              </a:cxn>
              <a:cxn ang="0">
                <a:pos x="connsiteX106367" y="connsiteY106367"/>
              </a:cxn>
              <a:cxn ang="0">
                <a:pos x="connsiteX106368" y="connsiteY106368"/>
              </a:cxn>
              <a:cxn ang="0">
                <a:pos x="connsiteX106369" y="connsiteY106369"/>
              </a:cxn>
              <a:cxn ang="0">
                <a:pos x="connsiteX106370" y="connsiteY106370"/>
              </a:cxn>
              <a:cxn ang="0">
                <a:pos x="connsiteX106371" y="connsiteY106371"/>
              </a:cxn>
              <a:cxn ang="0">
                <a:pos x="connsiteX106372" y="connsiteY106372"/>
              </a:cxn>
              <a:cxn ang="0">
                <a:pos x="connsiteX106373" y="connsiteY106373"/>
              </a:cxn>
              <a:cxn ang="0">
                <a:pos x="connsiteX106374" y="connsiteY106374"/>
              </a:cxn>
              <a:cxn ang="0">
                <a:pos x="connsiteX106375" y="connsiteY106375"/>
              </a:cxn>
              <a:cxn ang="0">
                <a:pos x="connsiteX106376" y="connsiteY106376"/>
              </a:cxn>
              <a:cxn ang="0">
                <a:pos x="connsiteX106377" y="connsiteY106377"/>
              </a:cxn>
              <a:cxn ang="0">
                <a:pos x="connsiteX106378" y="connsiteY106378"/>
              </a:cxn>
              <a:cxn ang="0">
                <a:pos x="connsiteX106379" y="connsiteY106379"/>
              </a:cxn>
              <a:cxn ang="0">
                <a:pos x="connsiteX106380" y="connsiteY106380"/>
              </a:cxn>
              <a:cxn ang="0">
                <a:pos x="connsiteX106381" y="connsiteY106381"/>
              </a:cxn>
              <a:cxn ang="0">
                <a:pos x="connsiteX106382" y="connsiteY106382"/>
              </a:cxn>
              <a:cxn ang="0">
                <a:pos x="connsiteX106383" y="connsiteY106383"/>
              </a:cxn>
              <a:cxn ang="0">
                <a:pos x="connsiteX106384" y="connsiteY106384"/>
              </a:cxn>
              <a:cxn ang="0">
                <a:pos x="connsiteX106385" y="connsiteY106385"/>
              </a:cxn>
              <a:cxn ang="0">
                <a:pos x="connsiteX106386" y="connsiteY106386"/>
              </a:cxn>
              <a:cxn ang="0">
                <a:pos x="connsiteX106387" y="connsiteY106387"/>
              </a:cxn>
              <a:cxn ang="0">
                <a:pos x="connsiteX106388" y="connsiteY106388"/>
              </a:cxn>
              <a:cxn ang="0">
                <a:pos x="connsiteX106389" y="connsiteY106389"/>
              </a:cxn>
              <a:cxn ang="0">
                <a:pos x="connsiteX106390" y="connsiteY106390"/>
              </a:cxn>
              <a:cxn ang="0">
                <a:pos x="connsiteX106391" y="connsiteY106391"/>
              </a:cxn>
              <a:cxn ang="0">
                <a:pos x="connsiteX106392" y="connsiteY106392"/>
              </a:cxn>
              <a:cxn ang="0">
                <a:pos x="connsiteX106393" y="connsiteY106393"/>
              </a:cxn>
              <a:cxn ang="0">
                <a:pos x="connsiteX106394" y="connsiteY106394"/>
              </a:cxn>
              <a:cxn ang="0">
                <a:pos x="connsiteX106395" y="connsiteY106395"/>
              </a:cxn>
              <a:cxn ang="0">
                <a:pos x="connsiteX106396" y="connsiteY106396"/>
              </a:cxn>
              <a:cxn ang="0">
                <a:pos x="connsiteX106397" y="connsiteY106397"/>
              </a:cxn>
              <a:cxn ang="0">
                <a:pos x="connsiteX106398" y="connsiteY106398"/>
              </a:cxn>
              <a:cxn ang="0">
                <a:pos x="connsiteX106399" y="connsiteY106399"/>
              </a:cxn>
              <a:cxn ang="0">
                <a:pos x="connsiteX106400" y="connsiteY106400"/>
              </a:cxn>
              <a:cxn ang="0">
                <a:pos x="connsiteX106401" y="connsiteY106401"/>
              </a:cxn>
              <a:cxn ang="0">
                <a:pos x="connsiteX106402" y="connsiteY106402"/>
              </a:cxn>
              <a:cxn ang="0">
                <a:pos x="connsiteX106403" y="connsiteY106403"/>
              </a:cxn>
              <a:cxn ang="0">
                <a:pos x="connsiteX106404" y="connsiteY106404"/>
              </a:cxn>
              <a:cxn ang="0">
                <a:pos x="connsiteX106405" y="connsiteY106405"/>
              </a:cxn>
              <a:cxn ang="0">
                <a:pos x="connsiteX106406" y="connsiteY106406"/>
              </a:cxn>
              <a:cxn ang="0">
                <a:pos x="connsiteX106407" y="connsiteY106407"/>
              </a:cxn>
              <a:cxn ang="0">
                <a:pos x="connsiteX106408" y="connsiteY106408"/>
              </a:cxn>
              <a:cxn ang="0">
                <a:pos x="connsiteX106409" y="connsiteY106409"/>
              </a:cxn>
              <a:cxn ang="0">
                <a:pos x="connsiteX106410" y="connsiteY106410"/>
              </a:cxn>
              <a:cxn ang="0">
                <a:pos x="connsiteX106411" y="connsiteY106411"/>
              </a:cxn>
              <a:cxn ang="0">
                <a:pos x="connsiteX106412" y="connsiteY106412"/>
              </a:cxn>
              <a:cxn ang="0">
                <a:pos x="connsiteX106413" y="connsiteY106413"/>
              </a:cxn>
              <a:cxn ang="0">
                <a:pos x="connsiteX106414" y="connsiteY106414"/>
              </a:cxn>
              <a:cxn ang="0">
                <a:pos x="connsiteX106415" y="connsiteY106415"/>
              </a:cxn>
              <a:cxn ang="0">
                <a:pos x="connsiteX106416" y="connsiteY106416"/>
              </a:cxn>
              <a:cxn ang="0">
                <a:pos x="connsiteX106417" y="connsiteY106417"/>
              </a:cxn>
              <a:cxn ang="0">
                <a:pos x="connsiteX106418" y="connsiteY106418"/>
              </a:cxn>
              <a:cxn ang="0">
                <a:pos x="connsiteX106419" y="connsiteY106419"/>
              </a:cxn>
              <a:cxn ang="0">
                <a:pos x="connsiteX106420" y="connsiteY106420"/>
              </a:cxn>
              <a:cxn ang="0">
                <a:pos x="connsiteX106421" y="connsiteY106421"/>
              </a:cxn>
              <a:cxn ang="0">
                <a:pos x="connsiteX106422" y="connsiteY106422"/>
              </a:cxn>
              <a:cxn ang="0">
                <a:pos x="connsiteX106423" y="connsiteY106423"/>
              </a:cxn>
              <a:cxn ang="0">
                <a:pos x="connsiteX106424" y="connsiteY106424"/>
              </a:cxn>
              <a:cxn ang="0">
                <a:pos x="connsiteX106425" y="connsiteY106425"/>
              </a:cxn>
              <a:cxn ang="0">
                <a:pos x="connsiteX106426" y="connsiteY106426"/>
              </a:cxn>
              <a:cxn ang="0">
                <a:pos x="connsiteX106427" y="connsiteY106427"/>
              </a:cxn>
              <a:cxn ang="0">
                <a:pos x="connsiteX106428" y="connsiteY106428"/>
              </a:cxn>
              <a:cxn ang="0">
                <a:pos x="connsiteX106429" y="connsiteY106429"/>
              </a:cxn>
              <a:cxn ang="0">
                <a:pos x="connsiteX106430" y="connsiteY106430"/>
              </a:cxn>
              <a:cxn ang="0">
                <a:pos x="connsiteX106431" y="connsiteY106431"/>
              </a:cxn>
              <a:cxn ang="0">
                <a:pos x="connsiteX106432" y="connsiteY106432"/>
              </a:cxn>
              <a:cxn ang="0">
                <a:pos x="connsiteX106433" y="connsiteY106433"/>
              </a:cxn>
              <a:cxn ang="0">
                <a:pos x="connsiteX106434" y="connsiteY106434"/>
              </a:cxn>
              <a:cxn ang="0">
                <a:pos x="connsiteX106435" y="connsiteY106435"/>
              </a:cxn>
              <a:cxn ang="0">
                <a:pos x="connsiteX106436" y="connsiteY106436"/>
              </a:cxn>
              <a:cxn ang="0">
                <a:pos x="connsiteX106437" y="connsiteY106437"/>
              </a:cxn>
              <a:cxn ang="0">
                <a:pos x="connsiteX106438" y="connsiteY106438"/>
              </a:cxn>
              <a:cxn ang="0">
                <a:pos x="connsiteX106439" y="connsiteY106439"/>
              </a:cxn>
              <a:cxn ang="0">
                <a:pos x="connsiteX106440" y="connsiteY106440"/>
              </a:cxn>
              <a:cxn ang="0">
                <a:pos x="connsiteX106441" y="connsiteY106441"/>
              </a:cxn>
              <a:cxn ang="0">
                <a:pos x="connsiteX106442" y="connsiteY106442"/>
              </a:cxn>
              <a:cxn ang="0">
                <a:pos x="connsiteX106443" y="connsiteY106443"/>
              </a:cxn>
              <a:cxn ang="0">
                <a:pos x="connsiteX106444" y="connsiteY106444"/>
              </a:cxn>
              <a:cxn ang="0">
                <a:pos x="connsiteX106445" y="connsiteY106445"/>
              </a:cxn>
              <a:cxn ang="0">
                <a:pos x="connsiteX106446" y="connsiteY106446"/>
              </a:cxn>
              <a:cxn ang="0">
                <a:pos x="connsiteX106447" y="connsiteY106447"/>
              </a:cxn>
              <a:cxn ang="0">
                <a:pos x="connsiteX106448" y="connsiteY106448"/>
              </a:cxn>
              <a:cxn ang="0">
                <a:pos x="connsiteX106449" y="connsiteY106449"/>
              </a:cxn>
              <a:cxn ang="0">
                <a:pos x="connsiteX106450" y="connsiteY106450"/>
              </a:cxn>
              <a:cxn ang="0">
                <a:pos x="connsiteX106451" y="connsiteY106451"/>
              </a:cxn>
              <a:cxn ang="0">
                <a:pos x="connsiteX106452" y="connsiteY106452"/>
              </a:cxn>
              <a:cxn ang="0">
                <a:pos x="connsiteX106453" y="connsiteY106453"/>
              </a:cxn>
              <a:cxn ang="0">
                <a:pos x="connsiteX106454" y="connsiteY106454"/>
              </a:cxn>
              <a:cxn ang="0">
                <a:pos x="connsiteX106455" y="connsiteY106455"/>
              </a:cxn>
              <a:cxn ang="0">
                <a:pos x="connsiteX106456" y="connsiteY106456"/>
              </a:cxn>
              <a:cxn ang="0">
                <a:pos x="connsiteX106457" y="connsiteY106457"/>
              </a:cxn>
              <a:cxn ang="0">
                <a:pos x="connsiteX106458" y="connsiteY106458"/>
              </a:cxn>
              <a:cxn ang="0">
                <a:pos x="connsiteX106459" y="connsiteY106459"/>
              </a:cxn>
              <a:cxn ang="0">
                <a:pos x="connsiteX106460" y="connsiteY106460"/>
              </a:cxn>
              <a:cxn ang="0">
                <a:pos x="connsiteX106461" y="connsiteY106461"/>
              </a:cxn>
              <a:cxn ang="0">
                <a:pos x="connsiteX106462" y="connsiteY106462"/>
              </a:cxn>
              <a:cxn ang="0">
                <a:pos x="connsiteX106463" y="connsiteY106463"/>
              </a:cxn>
              <a:cxn ang="0">
                <a:pos x="connsiteX106464" y="connsiteY106464"/>
              </a:cxn>
              <a:cxn ang="0">
                <a:pos x="connsiteX106465" y="connsiteY106465"/>
              </a:cxn>
              <a:cxn ang="0">
                <a:pos x="connsiteX106466" y="connsiteY106466"/>
              </a:cxn>
              <a:cxn ang="0">
                <a:pos x="connsiteX106467" y="connsiteY106467"/>
              </a:cxn>
              <a:cxn ang="0">
                <a:pos x="connsiteX106468" y="connsiteY106468"/>
              </a:cxn>
              <a:cxn ang="0">
                <a:pos x="connsiteX106469" y="connsiteY106469"/>
              </a:cxn>
              <a:cxn ang="0">
                <a:pos x="connsiteX106470" y="connsiteY106470"/>
              </a:cxn>
              <a:cxn ang="0">
                <a:pos x="connsiteX106471" y="connsiteY106471"/>
              </a:cxn>
              <a:cxn ang="0">
                <a:pos x="connsiteX106472" y="connsiteY106472"/>
              </a:cxn>
              <a:cxn ang="0">
                <a:pos x="connsiteX106473" y="connsiteY106473"/>
              </a:cxn>
              <a:cxn ang="0">
                <a:pos x="connsiteX106474" y="connsiteY106474"/>
              </a:cxn>
              <a:cxn ang="0">
                <a:pos x="connsiteX106475" y="connsiteY106475"/>
              </a:cxn>
              <a:cxn ang="0">
                <a:pos x="connsiteX106476" y="connsiteY106476"/>
              </a:cxn>
              <a:cxn ang="0">
                <a:pos x="connsiteX106477" y="connsiteY106477"/>
              </a:cxn>
              <a:cxn ang="0">
                <a:pos x="connsiteX106478" y="connsiteY106478"/>
              </a:cxn>
              <a:cxn ang="0">
                <a:pos x="connsiteX106479" y="connsiteY106479"/>
              </a:cxn>
              <a:cxn ang="0">
                <a:pos x="connsiteX106480" y="connsiteY106480"/>
              </a:cxn>
              <a:cxn ang="0">
                <a:pos x="connsiteX106481" y="connsiteY106481"/>
              </a:cxn>
              <a:cxn ang="0">
                <a:pos x="connsiteX106482" y="connsiteY106482"/>
              </a:cxn>
              <a:cxn ang="0">
                <a:pos x="connsiteX106483" y="connsiteY106483"/>
              </a:cxn>
              <a:cxn ang="0">
                <a:pos x="connsiteX106484" y="connsiteY106484"/>
              </a:cxn>
              <a:cxn ang="0">
                <a:pos x="connsiteX106485" y="connsiteY106485"/>
              </a:cxn>
              <a:cxn ang="0">
                <a:pos x="connsiteX106486" y="connsiteY106486"/>
              </a:cxn>
              <a:cxn ang="0">
                <a:pos x="connsiteX106487" y="connsiteY106487"/>
              </a:cxn>
              <a:cxn ang="0">
                <a:pos x="connsiteX106488" y="connsiteY106488"/>
              </a:cxn>
              <a:cxn ang="0">
                <a:pos x="connsiteX106489" y="connsiteY106489"/>
              </a:cxn>
              <a:cxn ang="0">
                <a:pos x="connsiteX106490" y="connsiteY106490"/>
              </a:cxn>
              <a:cxn ang="0">
                <a:pos x="connsiteX106491" y="connsiteY106491"/>
              </a:cxn>
              <a:cxn ang="0">
                <a:pos x="connsiteX106492" y="connsiteY106492"/>
              </a:cxn>
              <a:cxn ang="0">
                <a:pos x="connsiteX106493" y="connsiteY106493"/>
              </a:cxn>
              <a:cxn ang="0">
                <a:pos x="connsiteX106494" y="connsiteY106494"/>
              </a:cxn>
              <a:cxn ang="0">
                <a:pos x="connsiteX106495" y="connsiteY106495"/>
              </a:cxn>
              <a:cxn ang="0">
                <a:pos x="connsiteX106496" y="connsiteY106496"/>
              </a:cxn>
              <a:cxn ang="0">
                <a:pos x="connsiteX106497" y="connsiteY106497"/>
              </a:cxn>
              <a:cxn ang="0">
                <a:pos x="connsiteX106498" y="connsiteY106498"/>
              </a:cxn>
              <a:cxn ang="0">
                <a:pos x="connsiteX106499" y="connsiteY106499"/>
              </a:cxn>
              <a:cxn ang="0">
                <a:pos x="connsiteX106500" y="connsiteY106500"/>
              </a:cxn>
              <a:cxn ang="0">
                <a:pos x="connsiteX106501" y="connsiteY106501"/>
              </a:cxn>
              <a:cxn ang="0">
                <a:pos x="connsiteX106502" y="connsiteY106502"/>
              </a:cxn>
              <a:cxn ang="0">
                <a:pos x="connsiteX106503" y="connsiteY106503"/>
              </a:cxn>
              <a:cxn ang="0">
                <a:pos x="connsiteX106504" y="connsiteY106504"/>
              </a:cxn>
              <a:cxn ang="0">
                <a:pos x="connsiteX106505" y="connsiteY106505"/>
              </a:cxn>
              <a:cxn ang="0">
                <a:pos x="connsiteX106506" y="connsiteY106506"/>
              </a:cxn>
              <a:cxn ang="0">
                <a:pos x="connsiteX106507" y="connsiteY106507"/>
              </a:cxn>
              <a:cxn ang="0">
                <a:pos x="connsiteX106508" y="connsiteY106508"/>
              </a:cxn>
              <a:cxn ang="0">
                <a:pos x="connsiteX106509" y="connsiteY106509"/>
              </a:cxn>
              <a:cxn ang="0">
                <a:pos x="connsiteX106510" y="connsiteY106510"/>
              </a:cxn>
              <a:cxn ang="0">
                <a:pos x="connsiteX106511" y="connsiteY106511"/>
              </a:cxn>
              <a:cxn ang="0">
                <a:pos x="connsiteX106512" y="connsiteY106512"/>
              </a:cxn>
              <a:cxn ang="0">
                <a:pos x="connsiteX106513" y="connsiteY106513"/>
              </a:cxn>
              <a:cxn ang="0">
                <a:pos x="connsiteX106514" y="connsiteY106514"/>
              </a:cxn>
              <a:cxn ang="0">
                <a:pos x="connsiteX106515" y="connsiteY106515"/>
              </a:cxn>
              <a:cxn ang="0">
                <a:pos x="connsiteX106516" y="connsiteY106516"/>
              </a:cxn>
              <a:cxn ang="0">
                <a:pos x="connsiteX106517" y="connsiteY106517"/>
              </a:cxn>
              <a:cxn ang="0">
                <a:pos x="connsiteX106518" y="connsiteY106518"/>
              </a:cxn>
              <a:cxn ang="0">
                <a:pos x="connsiteX106519" y="connsiteY106519"/>
              </a:cxn>
              <a:cxn ang="0">
                <a:pos x="connsiteX106520" y="connsiteY106520"/>
              </a:cxn>
              <a:cxn ang="0">
                <a:pos x="connsiteX106521" y="connsiteY106521"/>
              </a:cxn>
              <a:cxn ang="0">
                <a:pos x="connsiteX106522" y="connsiteY106522"/>
              </a:cxn>
              <a:cxn ang="0">
                <a:pos x="connsiteX106523" y="connsiteY106523"/>
              </a:cxn>
              <a:cxn ang="0">
                <a:pos x="connsiteX106524" y="connsiteY106524"/>
              </a:cxn>
              <a:cxn ang="0">
                <a:pos x="connsiteX106525" y="connsiteY106525"/>
              </a:cxn>
              <a:cxn ang="0">
                <a:pos x="connsiteX106526" y="connsiteY106526"/>
              </a:cxn>
              <a:cxn ang="0">
                <a:pos x="connsiteX106527" y="connsiteY106527"/>
              </a:cxn>
              <a:cxn ang="0">
                <a:pos x="connsiteX106528" y="connsiteY106528"/>
              </a:cxn>
              <a:cxn ang="0">
                <a:pos x="connsiteX106529" y="connsiteY106529"/>
              </a:cxn>
              <a:cxn ang="0">
                <a:pos x="connsiteX106530" y="connsiteY106530"/>
              </a:cxn>
              <a:cxn ang="0">
                <a:pos x="connsiteX106531" y="connsiteY106531"/>
              </a:cxn>
              <a:cxn ang="0">
                <a:pos x="connsiteX106532" y="connsiteY106532"/>
              </a:cxn>
              <a:cxn ang="0">
                <a:pos x="connsiteX106533" y="connsiteY106533"/>
              </a:cxn>
              <a:cxn ang="0">
                <a:pos x="connsiteX106534" y="connsiteY106534"/>
              </a:cxn>
              <a:cxn ang="0">
                <a:pos x="connsiteX106535" y="connsiteY106535"/>
              </a:cxn>
              <a:cxn ang="0">
                <a:pos x="connsiteX106536" y="connsiteY106536"/>
              </a:cxn>
              <a:cxn ang="0">
                <a:pos x="connsiteX106537" y="connsiteY106537"/>
              </a:cxn>
              <a:cxn ang="0">
                <a:pos x="connsiteX106538" y="connsiteY106538"/>
              </a:cxn>
              <a:cxn ang="0">
                <a:pos x="connsiteX106539" y="connsiteY106539"/>
              </a:cxn>
              <a:cxn ang="0">
                <a:pos x="connsiteX106540" y="connsiteY106540"/>
              </a:cxn>
              <a:cxn ang="0">
                <a:pos x="connsiteX106541" y="connsiteY106541"/>
              </a:cxn>
              <a:cxn ang="0">
                <a:pos x="connsiteX106542" y="connsiteY106542"/>
              </a:cxn>
              <a:cxn ang="0">
                <a:pos x="connsiteX106543" y="connsiteY106543"/>
              </a:cxn>
              <a:cxn ang="0">
                <a:pos x="connsiteX106544" y="connsiteY106544"/>
              </a:cxn>
              <a:cxn ang="0">
                <a:pos x="connsiteX106545" y="connsiteY106545"/>
              </a:cxn>
              <a:cxn ang="0">
                <a:pos x="connsiteX106546" y="connsiteY106546"/>
              </a:cxn>
              <a:cxn ang="0">
                <a:pos x="connsiteX106547" y="connsiteY106547"/>
              </a:cxn>
              <a:cxn ang="0">
                <a:pos x="connsiteX106548" y="connsiteY106548"/>
              </a:cxn>
              <a:cxn ang="0">
                <a:pos x="connsiteX106549" y="connsiteY106549"/>
              </a:cxn>
              <a:cxn ang="0">
                <a:pos x="connsiteX106550" y="connsiteY106550"/>
              </a:cxn>
              <a:cxn ang="0">
                <a:pos x="connsiteX106551" y="connsiteY106551"/>
              </a:cxn>
              <a:cxn ang="0">
                <a:pos x="connsiteX106552" y="connsiteY106552"/>
              </a:cxn>
              <a:cxn ang="0">
                <a:pos x="connsiteX106553" y="connsiteY106553"/>
              </a:cxn>
              <a:cxn ang="0">
                <a:pos x="connsiteX106554" y="connsiteY106554"/>
              </a:cxn>
              <a:cxn ang="0">
                <a:pos x="connsiteX106555" y="connsiteY106555"/>
              </a:cxn>
              <a:cxn ang="0">
                <a:pos x="connsiteX106556" y="connsiteY106556"/>
              </a:cxn>
              <a:cxn ang="0">
                <a:pos x="connsiteX106557" y="connsiteY106557"/>
              </a:cxn>
              <a:cxn ang="0">
                <a:pos x="connsiteX106558" y="connsiteY106558"/>
              </a:cxn>
              <a:cxn ang="0">
                <a:pos x="connsiteX106559" y="connsiteY106559"/>
              </a:cxn>
              <a:cxn ang="0">
                <a:pos x="connsiteX106560" y="connsiteY106560"/>
              </a:cxn>
              <a:cxn ang="0">
                <a:pos x="connsiteX106561" y="connsiteY106561"/>
              </a:cxn>
              <a:cxn ang="0">
                <a:pos x="connsiteX106562" y="connsiteY106562"/>
              </a:cxn>
              <a:cxn ang="0">
                <a:pos x="connsiteX106563" y="connsiteY106563"/>
              </a:cxn>
              <a:cxn ang="0">
                <a:pos x="connsiteX106564" y="connsiteY106564"/>
              </a:cxn>
              <a:cxn ang="0">
                <a:pos x="connsiteX106565" y="connsiteY106565"/>
              </a:cxn>
              <a:cxn ang="0">
                <a:pos x="connsiteX106566" y="connsiteY106566"/>
              </a:cxn>
              <a:cxn ang="0">
                <a:pos x="connsiteX106567" y="connsiteY106567"/>
              </a:cxn>
              <a:cxn ang="0">
                <a:pos x="connsiteX106568" y="connsiteY106568"/>
              </a:cxn>
              <a:cxn ang="0">
                <a:pos x="connsiteX106569" y="connsiteY106569"/>
              </a:cxn>
              <a:cxn ang="0">
                <a:pos x="connsiteX106570" y="connsiteY106570"/>
              </a:cxn>
              <a:cxn ang="0">
                <a:pos x="connsiteX106571" y="connsiteY106571"/>
              </a:cxn>
              <a:cxn ang="0">
                <a:pos x="connsiteX106572" y="connsiteY106572"/>
              </a:cxn>
              <a:cxn ang="0">
                <a:pos x="connsiteX106573" y="connsiteY106573"/>
              </a:cxn>
              <a:cxn ang="0">
                <a:pos x="connsiteX106574" y="connsiteY106574"/>
              </a:cxn>
              <a:cxn ang="0">
                <a:pos x="connsiteX106575" y="connsiteY106575"/>
              </a:cxn>
              <a:cxn ang="0">
                <a:pos x="connsiteX106576" y="connsiteY106576"/>
              </a:cxn>
              <a:cxn ang="0">
                <a:pos x="connsiteX106577" y="connsiteY106577"/>
              </a:cxn>
              <a:cxn ang="0">
                <a:pos x="connsiteX106578" y="connsiteY106578"/>
              </a:cxn>
              <a:cxn ang="0">
                <a:pos x="connsiteX106579" y="connsiteY106579"/>
              </a:cxn>
              <a:cxn ang="0">
                <a:pos x="connsiteX106580" y="connsiteY106580"/>
              </a:cxn>
              <a:cxn ang="0">
                <a:pos x="connsiteX106581" y="connsiteY106581"/>
              </a:cxn>
              <a:cxn ang="0">
                <a:pos x="connsiteX106582" y="connsiteY106582"/>
              </a:cxn>
              <a:cxn ang="0">
                <a:pos x="connsiteX106583" y="connsiteY106583"/>
              </a:cxn>
              <a:cxn ang="0">
                <a:pos x="connsiteX106584" y="connsiteY106584"/>
              </a:cxn>
              <a:cxn ang="0">
                <a:pos x="connsiteX106585" y="connsiteY106585"/>
              </a:cxn>
              <a:cxn ang="0">
                <a:pos x="connsiteX106586" y="connsiteY106586"/>
              </a:cxn>
              <a:cxn ang="0">
                <a:pos x="connsiteX106587" y="connsiteY106587"/>
              </a:cxn>
              <a:cxn ang="0">
                <a:pos x="connsiteX106588" y="connsiteY106588"/>
              </a:cxn>
              <a:cxn ang="0">
                <a:pos x="connsiteX106589" y="connsiteY106589"/>
              </a:cxn>
              <a:cxn ang="0">
                <a:pos x="connsiteX106590" y="connsiteY106590"/>
              </a:cxn>
              <a:cxn ang="0">
                <a:pos x="connsiteX106591" y="connsiteY106591"/>
              </a:cxn>
              <a:cxn ang="0">
                <a:pos x="connsiteX106592" y="connsiteY106592"/>
              </a:cxn>
              <a:cxn ang="0">
                <a:pos x="connsiteX106593" y="connsiteY106593"/>
              </a:cxn>
              <a:cxn ang="0">
                <a:pos x="connsiteX106594" y="connsiteY106594"/>
              </a:cxn>
              <a:cxn ang="0">
                <a:pos x="connsiteX106595" y="connsiteY106595"/>
              </a:cxn>
              <a:cxn ang="0">
                <a:pos x="connsiteX106596" y="connsiteY106596"/>
              </a:cxn>
              <a:cxn ang="0">
                <a:pos x="connsiteX106597" y="connsiteY106597"/>
              </a:cxn>
              <a:cxn ang="0">
                <a:pos x="connsiteX106598" y="connsiteY106598"/>
              </a:cxn>
              <a:cxn ang="0">
                <a:pos x="connsiteX106599" y="connsiteY106599"/>
              </a:cxn>
              <a:cxn ang="0">
                <a:pos x="connsiteX106600" y="connsiteY106600"/>
              </a:cxn>
              <a:cxn ang="0">
                <a:pos x="connsiteX106601" y="connsiteY106601"/>
              </a:cxn>
              <a:cxn ang="0">
                <a:pos x="connsiteX106602" y="connsiteY106602"/>
              </a:cxn>
              <a:cxn ang="0">
                <a:pos x="connsiteX106603" y="connsiteY106603"/>
              </a:cxn>
              <a:cxn ang="0">
                <a:pos x="connsiteX106604" y="connsiteY106604"/>
              </a:cxn>
              <a:cxn ang="0">
                <a:pos x="connsiteX106605" y="connsiteY106605"/>
              </a:cxn>
              <a:cxn ang="0">
                <a:pos x="connsiteX106606" y="connsiteY106606"/>
              </a:cxn>
              <a:cxn ang="0">
                <a:pos x="connsiteX106607" y="connsiteY106607"/>
              </a:cxn>
              <a:cxn ang="0">
                <a:pos x="connsiteX106608" y="connsiteY106608"/>
              </a:cxn>
              <a:cxn ang="0">
                <a:pos x="connsiteX106609" y="connsiteY106609"/>
              </a:cxn>
              <a:cxn ang="0">
                <a:pos x="connsiteX106610" y="connsiteY106610"/>
              </a:cxn>
              <a:cxn ang="0">
                <a:pos x="connsiteX106611" y="connsiteY106611"/>
              </a:cxn>
              <a:cxn ang="0">
                <a:pos x="connsiteX106612" y="connsiteY106612"/>
              </a:cxn>
              <a:cxn ang="0">
                <a:pos x="connsiteX106613" y="connsiteY106613"/>
              </a:cxn>
              <a:cxn ang="0">
                <a:pos x="connsiteX106614" y="connsiteY106614"/>
              </a:cxn>
              <a:cxn ang="0">
                <a:pos x="connsiteX106615" y="connsiteY106615"/>
              </a:cxn>
              <a:cxn ang="0">
                <a:pos x="connsiteX106616" y="connsiteY106616"/>
              </a:cxn>
              <a:cxn ang="0">
                <a:pos x="connsiteX106617" y="connsiteY106617"/>
              </a:cxn>
              <a:cxn ang="0">
                <a:pos x="connsiteX106618" y="connsiteY106618"/>
              </a:cxn>
              <a:cxn ang="0">
                <a:pos x="connsiteX106619" y="connsiteY106619"/>
              </a:cxn>
              <a:cxn ang="0">
                <a:pos x="connsiteX106620" y="connsiteY106620"/>
              </a:cxn>
              <a:cxn ang="0">
                <a:pos x="connsiteX106621" y="connsiteY106621"/>
              </a:cxn>
              <a:cxn ang="0">
                <a:pos x="connsiteX106622" y="connsiteY106622"/>
              </a:cxn>
              <a:cxn ang="0">
                <a:pos x="connsiteX106623" y="connsiteY106623"/>
              </a:cxn>
              <a:cxn ang="0">
                <a:pos x="connsiteX106624" y="connsiteY106624"/>
              </a:cxn>
              <a:cxn ang="0">
                <a:pos x="connsiteX106625" y="connsiteY106625"/>
              </a:cxn>
              <a:cxn ang="0">
                <a:pos x="connsiteX106626" y="connsiteY106626"/>
              </a:cxn>
              <a:cxn ang="0">
                <a:pos x="connsiteX106627" y="connsiteY106627"/>
              </a:cxn>
              <a:cxn ang="0">
                <a:pos x="connsiteX106628" y="connsiteY106628"/>
              </a:cxn>
              <a:cxn ang="0">
                <a:pos x="connsiteX106629" y="connsiteY106629"/>
              </a:cxn>
              <a:cxn ang="0">
                <a:pos x="connsiteX106630" y="connsiteY106630"/>
              </a:cxn>
              <a:cxn ang="0">
                <a:pos x="connsiteX106631" y="connsiteY106631"/>
              </a:cxn>
              <a:cxn ang="0">
                <a:pos x="connsiteX106632" y="connsiteY106632"/>
              </a:cxn>
              <a:cxn ang="0">
                <a:pos x="connsiteX106633" y="connsiteY106633"/>
              </a:cxn>
              <a:cxn ang="0">
                <a:pos x="connsiteX106634" y="connsiteY106634"/>
              </a:cxn>
              <a:cxn ang="0">
                <a:pos x="connsiteX106635" y="connsiteY106635"/>
              </a:cxn>
              <a:cxn ang="0">
                <a:pos x="connsiteX106636" y="connsiteY106636"/>
              </a:cxn>
              <a:cxn ang="0">
                <a:pos x="connsiteX106637" y="connsiteY106637"/>
              </a:cxn>
              <a:cxn ang="0">
                <a:pos x="connsiteX106638" y="connsiteY106638"/>
              </a:cxn>
              <a:cxn ang="0">
                <a:pos x="connsiteX106639" y="connsiteY106639"/>
              </a:cxn>
              <a:cxn ang="0">
                <a:pos x="connsiteX106640" y="connsiteY106640"/>
              </a:cxn>
              <a:cxn ang="0">
                <a:pos x="connsiteX106641" y="connsiteY106641"/>
              </a:cxn>
              <a:cxn ang="0">
                <a:pos x="connsiteX106642" y="connsiteY106642"/>
              </a:cxn>
              <a:cxn ang="0">
                <a:pos x="connsiteX106643" y="connsiteY106643"/>
              </a:cxn>
              <a:cxn ang="0">
                <a:pos x="connsiteX106644" y="connsiteY106644"/>
              </a:cxn>
              <a:cxn ang="0">
                <a:pos x="connsiteX106645" y="connsiteY106645"/>
              </a:cxn>
              <a:cxn ang="0">
                <a:pos x="connsiteX106646" y="connsiteY106646"/>
              </a:cxn>
              <a:cxn ang="0">
                <a:pos x="connsiteX106647" y="connsiteY106647"/>
              </a:cxn>
              <a:cxn ang="0">
                <a:pos x="connsiteX106648" y="connsiteY106648"/>
              </a:cxn>
              <a:cxn ang="0">
                <a:pos x="connsiteX106649" y="connsiteY106649"/>
              </a:cxn>
              <a:cxn ang="0">
                <a:pos x="connsiteX106650" y="connsiteY106650"/>
              </a:cxn>
              <a:cxn ang="0">
                <a:pos x="connsiteX106651" y="connsiteY106651"/>
              </a:cxn>
              <a:cxn ang="0">
                <a:pos x="connsiteX106652" y="connsiteY106652"/>
              </a:cxn>
              <a:cxn ang="0">
                <a:pos x="connsiteX106653" y="connsiteY106653"/>
              </a:cxn>
              <a:cxn ang="0">
                <a:pos x="connsiteX106654" y="connsiteY106654"/>
              </a:cxn>
              <a:cxn ang="0">
                <a:pos x="connsiteX106655" y="connsiteY106655"/>
              </a:cxn>
              <a:cxn ang="0">
                <a:pos x="connsiteX106656" y="connsiteY106656"/>
              </a:cxn>
              <a:cxn ang="0">
                <a:pos x="connsiteX106657" y="connsiteY106657"/>
              </a:cxn>
              <a:cxn ang="0">
                <a:pos x="connsiteX106658" y="connsiteY106658"/>
              </a:cxn>
              <a:cxn ang="0">
                <a:pos x="connsiteX106659" y="connsiteY106659"/>
              </a:cxn>
              <a:cxn ang="0">
                <a:pos x="connsiteX106660" y="connsiteY106660"/>
              </a:cxn>
              <a:cxn ang="0">
                <a:pos x="connsiteX106661" y="connsiteY106661"/>
              </a:cxn>
              <a:cxn ang="0">
                <a:pos x="connsiteX106662" y="connsiteY106662"/>
              </a:cxn>
              <a:cxn ang="0">
                <a:pos x="connsiteX106663" y="connsiteY106663"/>
              </a:cxn>
              <a:cxn ang="0">
                <a:pos x="connsiteX106664" y="connsiteY106664"/>
              </a:cxn>
              <a:cxn ang="0">
                <a:pos x="connsiteX106665" y="connsiteY106665"/>
              </a:cxn>
              <a:cxn ang="0">
                <a:pos x="connsiteX106666" y="connsiteY106666"/>
              </a:cxn>
              <a:cxn ang="0">
                <a:pos x="connsiteX106667" y="connsiteY106667"/>
              </a:cxn>
              <a:cxn ang="0">
                <a:pos x="connsiteX106668" y="connsiteY106668"/>
              </a:cxn>
              <a:cxn ang="0">
                <a:pos x="connsiteX106669" y="connsiteY106669"/>
              </a:cxn>
              <a:cxn ang="0">
                <a:pos x="connsiteX106670" y="connsiteY106670"/>
              </a:cxn>
              <a:cxn ang="0">
                <a:pos x="connsiteX106671" y="connsiteY106671"/>
              </a:cxn>
              <a:cxn ang="0">
                <a:pos x="connsiteX106672" y="connsiteY106672"/>
              </a:cxn>
              <a:cxn ang="0">
                <a:pos x="connsiteX106673" y="connsiteY106673"/>
              </a:cxn>
              <a:cxn ang="0">
                <a:pos x="connsiteX106674" y="connsiteY106674"/>
              </a:cxn>
              <a:cxn ang="0">
                <a:pos x="connsiteX106675" y="connsiteY106675"/>
              </a:cxn>
              <a:cxn ang="0">
                <a:pos x="connsiteX106676" y="connsiteY106676"/>
              </a:cxn>
              <a:cxn ang="0">
                <a:pos x="connsiteX106677" y="connsiteY106677"/>
              </a:cxn>
              <a:cxn ang="0">
                <a:pos x="connsiteX106678" y="connsiteY106678"/>
              </a:cxn>
              <a:cxn ang="0">
                <a:pos x="connsiteX106679" y="connsiteY106679"/>
              </a:cxn>
              <a:cxn ang="0">
                <a:pos x="connsiteX106680" y="connsiteY106680"/>
              </a:cxn>
              <a:cxn ang="0">
                <a:pos x="connsiteX106681" y="connsiteY106681"/>
              </a:cxn>
              <a:cxn ang="0">
                <a:pos x="connsiteX106682" y="connsiteY106682"/>
              </a:cxn>
              <a:cxn ang="0">
                <a:pos x="connsiteX106683" y="connsiteY106683"/>
              </a:cxn>
              <a:cxn ang="0">
                <a:pos x="connsiteX106684" y="connsiteY106684"/>
              </a:cxn>
              <a:cxn ang="0">
                <a:pos x="connsiteX106685" y="connsiteY106685"/>
              </a:cxn>
              <a:cxn ang="0">
                <a:pos x="connsiteX106686" y="connsiteY106686"/>
              </a:cxn>
              <a:cxn ang="0">
                <a:pos x="connsiteX106687" y="connsiteY106687"/>
              </a:cxn>
              <a:cxn ang="0">
                <a:pos x="connsiteX106688" y="connsiteY106688"/>
              </a:cxn>
              <a:cxn ang="0">
                <a:pos x="connsiteX106689" y="connsiteY106689"/>
              </a:cxn>
              <a:cxn ang="0">
                <a:pos x="connsiteX106690" y="connsiteY106690"/>
              </a:cxn>
              <a:cxn ang="0">
                <a:pos x="connsiteX106691" y="connsiteY106691"/>
              </a:cxn>
              <a:cxn ang="0">
                <a:pos x="connsiteX106692" y="connsiteY106692"/>
              </a:cxn>
              <a:cxn ang="0">
                <a:pos x="connsiteX106693" y="connsiteY106693"/>
              </a:cxn>
              <a:cxn ang="0">
                <a:pos x="connsiteX106694" y="connsiteY106694"/>
              </a:cxn>
              <a:cxn ang="0">
                <a:pos x="connsiteX106695" y="connsiteY106695"/>
              </a:cxn>
              <a:cxn ang="0">
                <a:pos x="connsiteX106696" y="connsiteY106696"/>
              </a:cxn>
              <a:cxn ang="0">
                <a:pos x="connsiteX106697" y="connsiteY106697"/>
              </a:cxn>
              <a:cxn ang="0">
                <a:pos x="connsiteX106698" y="connsiteY106698"/>
              </a:cxn>
              <a:cxn ang="0">
                <a:pos x="connsiteX106699" y="connsiteY106699"/>
              </a:cxn>
              <a:cxn ang="0">
                <a:pos x="connsiteX106700" y="connsiteY106700"/>
              </a:cxn>
              <a:cxn ang="0">
                <a:pos x="connsiteX106701" y="connsiteY106701"/>
              </a:cxn>
              <a:cxn ang="0">
                <a:pos x="connsiteX106702" y="connsiteY106702"/>
              </a:cxn>
              <a:cxn ang="0">
                <a:pos x="connsiteX106703" y="connsiteY106703"/>
              </a:cxn>
              <a:cxn ang="0">
                <a:pos x="connsiteX106704" y="connsiteY106704"/>
              </a:cxn>
              <a:cxn ang="0">
                <a:pos x="connsiteX106705" y="connsiteY106705"/>
              </a:cxn>
              <a:cxn ang="0">
                <a:pos x="connsiteX106706" y="connsiteY106706"/>
              </a:cxn>
              <a:cxn ang="0">
                <a:pos x="connsiteX106707" y="connsiteY106707"/>
              </a:cxn>
              <a:cxn ang="0">
                <a:pos x="connsiteX106708" y="connsiteY106708"/>
              </a:cxn>
              <a:cxn ang="0">
                <a:pos x="connsiteX106709" y="connsiteY106709"/>
              </a:cxn>
              <a:cxn ang="0">
                <a:pos x="connsiteX106710" y="connsiteY106710"/>
              </a:cxn>
              <a:cxn ang="0">
                <a:pos x="connsiteX106711" y="connsiteY106711"/>
              </a:cxn>
              <a:cxn ang="0">
                <a:pos x="connsiteX106712" y="connsiteY106712"/>
              </a:cxn>
              <a:cxn ang="0">
                <a:pos x="connsiteX106713" y="connsiteY106713"/>
              </a:cxn>
              <a:cxn ang="0">
                <a:pos x="connsiteX106714" y="connsiteY106714"/>
              </a:cxn>
              <a:cxn ang="0">
                <a:pos x="connsiteX106715" y="connsiteY106715"/>
              </a:cxn>
              <a:cxn ang="0">
                <a:pos x="connsiteX106716" y="connsiteY106716"/>
              </a:cxn>
              <a:cxn ang="0">
                <a:pos x="connsiteX106717" y="connsiteY106717"/>
              </a:cxn>
              <a:cxn ang="0">
                <a:pos x="connsiteX106718" y="connsiteY106718"/>
              </a:cxn>
              <a:cxn ang="0">
                <a:pos x="connsiteX106719" y="connsiteY106719"/>
              </a:cxn>
              <a:cxn ang="0">
                <a:pos x="connsiteX106720" y="connsiteY106720"/>
              </a:cxn>
              <a:cxn ang="0">
                <a:pos x="connsiteX106721" y="connsiteY106721"/>
              </a:cxn>
              <a:cxn ang="0">
                <a:pos x="connsiteX106722" y="connsiteY106722"/>
              </a:cxn>
              <a:cxn ang="0">
                <a:pos x="connsiteX106723" y="connsiteY106723"/>
              </a:cxn>
              <a:cxn ang="0">
                <a:pos x="connsiteX106724" y="connsiteY106724"/>
              </a:cxn>
              <a:cxn ang="0">
                <a:pos x="connsiteX106725" y="connsiteY106725"/>
              </a:cxn>
              <a:cxn ang="0">
                <a:pos x="connsiteX106726" y="connsiteY106726"/>
              </a:cxn>
              <a:cxn ang="0">
                <a:pos x="connsiteX106727" y="connsiteY106727"/>
              </a:cxn>
              <a:cxn ang="0">
                <a:pos x="connsiteX106728" y="connsiteY106728"/>
              </a:cxn>
              <a:cxn ang="0">
                <a:pos x="connsiteX106729" y="connsiteY106729"/>
              </a:cxn>
              <a:cxn ang="0">
                <a:pos x="connsiteX106730" y="connsiteY106730"/>
              </a:cxn>
              <a:cxn ang="0">
                <a:pos x="connsiteX106731" y="connsiteY106731"/>
              </a:cxn>
              <a:cxn ang="0">
                <a:pos x="connsiteX106732" y="connsiteY106732"/>
              </a:cxn>
              <a:cxn ang="0">
                <a:pos x="connsiteX106733" y="connsiteY106733"/>
              </a:cxn>
              <a:cxn ang="0">
                <a:pos x="connsiteX106734" y="connsiteY106734"/>
              </a:cxn>
              <a:cxn ang="0">
                <a:pos x="connsiteX106735" y="connsiteY106735"/>
              </a:cxn>
              <a:cxn ang="0">
                <a:pos x="connsiteX106736" y="connsiteY106736"/>
              </a:cxn>
              <a:cxn ang="0">
                <a:pos x="connsiteX106737" y="connsiteY106737"/>
              </a:cxn>
              <a:cxn ang="0">
                <a:pos x="connsiteX106738" y="connsiteY106738"/>
              </a:cxn>
              <a:cxn ang="0">
                <a:pos x="connsiteX106739" y="connsiteY106739"/>
              </a:cxn>
              <a:cxn ang="0">
                <a:pos x="connsiteX106740" y="connsiteY106740"/>
              </a:cxn>
              <a:cxn ang="0">
                <a:pos x="connsiteX106741" y="connsiteY106741"/>
              </a:cxn>
              <a:cxn ang="0">
                <a:pos x="connsiteX106742" y="connsiteY106742"/>
              </a:cxn>
              <a:cxn ang="0">
                <a:pos x="connsiteX106743" y="connsiteY106743"/>
              </a:cxn>
              <a:cxn ang="0">
                <a:pos x="connsiteX106744" y="connsiteY106744"/>
              </a:cxn>
              <a:cxn ang="0">
                <a:pos x="connsiteX106745" y="connsiteY106745"/>
              </a:cxn>
              <a:cxn ang="0">
                <a:pos x="connsiteX106746" y="connsiteY106746"/>
              </a:cxn>
              <a:cxn ang="0">
                <a:pos x="connsiteX106747" y="connsiteY106747"/>
              </a:cxn>
              <a:cxn ang="0">
                <a:pos x="connsiteX106748" y="connsiteY106748"/>
              </a:cxn>
              <a:cxn ang="0">
                <a:pos x="connsiteX106749" y="connsiteY106749"/>
              </a:cxn>
              <a:cxn ang="0">
                <a:pos x="connsiteX106750" y="connsiteY106750"/>
              </a:cxn>
              <a:cxn ang="0">
                <a:pos x="connsiteX106751" y="connsiteY106751"/>
              </a:cxn>
              <a:cxn ang="0">
                <a:pos x="connsiteX106752" y="connsiteY106752"/>
              </a:cxn>
              <a:cxn ang="0">
                <a:pos x="connsiteX106753" y="connsiteY106753"/>
              </a:cxn>
              <a:cxn ang="0">
                <a:pos x="connsiteX106754" y="connsiteY106754"/>
              </a:cxn>
              <a:cxn ang="0">
                <a:pos x="connsiteX106755" y="connsiteY106755"/>
              </a:cxn>
              <a:cxn ang="0">
                <a:pos x="connsiteX106756" y="connsiteY106756"/>
              </a:cxn>
              <a:cxn ang="0">
                <a:pos x="connsiteX106757" y="connsiteY106757"/>
              </a:cxn>
              <a:cxn ang="0">
                <a:pos x="connsiteX106758" y="connsiteY106758"/>
              </a:cxn>
              <a:cxn ang="0">
                <a:pos x="connsiteX106759" y="connsiteY106759"/>
              </a:cxn>
              <a:cxn ang="0">
                <a:pos x="connsiteX106760" y="connsiteY106760"/>
              </a:cxn>
              <a:cxn ang="0">
                <a:pos x="connsiteX106761" y="connsiteY106761"/>
              </a:cxn>
              <a:cxn ang="0">
                <a:pos x="connsiteX106762" y="connsiteY106762"/>
              </a:cxn>
              <a:cxn ang="0">
                <a:pos x="connsiteX106763" y="connsiteY106763"/>
              </a:cxn>
              <a:cxn ang="0">
                <a:pos x="connsiteX106764" y="connsiteY106764"/>
              </a:cxn>
              <a:cxn ang="0">
                <a:pos x="connsiteX106765" y="connsiteY106765"/>
              </a:cxn>
              <a:cxn ang="0">
                <a:pos x="connsiteX106766" y="connsiteY106766"/>
              </a:cxn>
              <a:cxn ang="0">
                <a:pos x="connsiteX106767" y="connsiteY106767"/>
              </a:cxn>
              <a:cxn ang="0">
                <a:pos x="connsiteX106768" y="connsiteY106768"/>
              </a:cxn>
              <a:cxn ang="0">
                <a:pos x="connsiteX106769" y="connsiteY106769"/>
              </a:cxn>
              <a:cxn ang="0">
                <a:pos x="connsiteX106770" y="connsiteY106770"/>
              </a:cxn>
              <a:cxn ang="0">
                <a:pos x="connsiteX106771" y="connsiteY106771"/>
              </a:cxn>
              <a:cxn ang="0">
                <a:pos x="connsiteX106772" y="connsiteY106772"/>
              </a:cxn>
              <a:cxn ang="0">
                <a:pos x="connsiteX106773" y="connsiteY106773"/>
              </a:cxn>
              <a:cxn ang="0">
                <a:pos x="connsiteX106774" y="connsiteY106774"/>
              </a:cxn>
              <a:cxn ang="0">
                <a:pos x="connsiteX106775" y="connsiteY106775"/>
              </a:cxn>
              <a:cxn ang="0">
                <a:pos x="connsiteX106776" y="connsiteY106776"/>
              </a:cxn>
              <a:cxn ang="0">
                <a:pos x="connsiteX106777" y="connsiteY106777"/>
              </a:cxn>
              <a:cxn ang="0">
                <a:pos x="connsiteX106778" y="connsiteY106778"/>
              </a:cxn>
              <a:cxn ang="0">
                <a:pos x="connsiteX106779" y="connsiteY106779"/>
              </a:cxn>
              <a:cxn ang="0">
                <a:pos x="connsiteX106780" y="connsiteY106780"/>
              </a:cxn>
              <a:cxn ang="0">
                <a:pos x="connsiteX106781" y="connsiteY106781"/>
              </a:cxn>
              <a:cxn ang="0">
                <a:pos x="connsiteX106782" y="connsiteY106782"/>
              </a:cxn>
              <a:cxn ang="0">
                <a:pos x="connsiteX106783" y="connsiteY106783"/>
              </a:cxn>
              <a:cxn ang="0">
                <a:pos x="connsiteX106784" y="connsiteY106784"/>
              </a:cxn>
              <a:cxn ang="0">
                <a:pos x="connsiteX106785" y="connsiteY106785"/>
              </a:cxn>
              <a:cxn ang="0">
                <a:pos x="connsiteX106786" y="connsiteY106786"/>
              </a:cxn>
              <a:cxn ang="0">
                <a:pos x="connsiteX106787" y="connsiteY106787"/>
              </a:cxn>
              <a:cxn ang="0">
                <a:pos x="connsiteX106788" y="connsiteY106788"/>
              </a:cxn>
              <a:cxn ang="0">
                <a:pos x="connsiteX106789" y="connsiteY106789"/>
              </a:cxn>
              <a:cxn ang="0">
                <a:pos x="connsiteX106790" y="connsiteY106790"/>
              </a:cxn>
              <a:cxn ang="0">
                <a:pos x="connsiteX106791" y="connsiteY106791"/>
              </a:cxn>
              <a:cxn ang="0">
                <a:pos x="connsiteX106792" y="connsiteY106792"/>
              </a:cxn>
              <a:cxn ang="0">
                <a:pos x="connsiteX106793" y="connsiteY106793"/>
              </a:cxn>
              <a:cxn ang="0">
                <a:pos x="connsiteX106794" y="connsiteY106794"/>
              </a:cxn>
              <a:cxn ang="0">
                <a:pos x="connsiteX106795" y="connsiteY106795"/>
              </a:cxn>
              <a:cxn ang="0">
                <a:pos x="connsiteX106796" y="connsiteY106796"/>
              </a:cxn>
              <a:cxn ang="0">
                <a:pos x="connsiteX106797" y="connsiteY106797"/>
              </a:cxn>
              <a:cxn ang="0">
                <a:pos x="connsiteX106798" y="connsiteY106798"/>
              </a:cxn>
              <a:cxn ang="0">
                <a:pos x="connsiteX106799" y="connsiteY106799"/>
              </a:cxn>
              <a:cxn ang="0">
                <a:pos x="connsiteX106800" y="connsiteY106800"/>
              </a:cxn>
              <a:cxn ang="0">
                <a:pos x="connsiteX106801" y="connsiteY106801"/>
              </a:cxn>
              <a:cxn ang="0">
                <a:pos x="connsiteX106802" y="connsiteY106802"/>
              </a:cxn>
              <a:cxn ang="0">
                <a:pos x="connsiteX106803" y="connsiteY106803"/>
              </a:cxn>
              <a:cxn ang="0">
                <a:pos x="connsiteX106804" y="connsiteY106804"/>
              </a:cxn>
              <a:cxn ang="0">
                <a:pos x="connsiteX106805" y="connsiteY106805"/>
              </a:cxn>
              <a:cxn ang="0">
                <a:pos x="connsiteX106806" y="connsiteY106806"/>
              </a:cxn>
              <a:cxn ang="0">
                <a:pos x="connsiteX106807" y="connsiteY106807"/>
              </a:cxn>
              <a:cxn ang="0">
                <a:pos x="connsiteX106808" y="connsiteY106808"/>
              </a:cxn>
              <a:cxn ang="0">
                <a:pos x="connsiteX106809" y="connsiteY106809"/>
              </a:cxn>
              <a:cxn ang="0">
                <a:pos x="connsiteX106810" y="connsiteY106810"/>
              </a:cxn>
              <a:cxn ang="0">
                <a:pos x="connsiteX106811" y="connsiteY106811"/>
              </a:cxn>
              <a:cxn ang="0">
                <a:pos x="connsiteX106812" y="connsiteY106812"/>
              </a:cxn>
              <a:cxn ang="0">
                <a:pos x="connsiteX106813" y="connsiteY106813"/>
              </a:cxn>
              <a:cxn ang="0">
                <a:pos x="connsiteX106814" y="connsiteY106814"/>
              </a:cxn>
              <a:cxn ang="0">
                <a:pos x="connsiteX106815" y="connsiteY106815"/>
              </a:cxn>
              <a:cxn ang="0">
                <a:pos x="connsiteX106816" y="connsiteY106816"/>
              </a:cxn>
              <a:cxn ang="0">
                <a:pos x="connsiteX106817" y="connsiteY106817"/>
              </a:cxn>
              <a:cxn ang="0">
                <a:pos x="connsiteX106818" y="connsiteY106818"/>
              </a:cxn>
              <a:cxn ang="0">
                <a:pos x="connsiteX106819" y="connsiteY106819"/>
              </a:cxn>
              <a:cxn ang="0">
                <a:pos x="connsiteX106820" y="connsiteY106820"/>
              </a:cxn>
              <a:cxn ang="0">
                <a:pos x="connsiteX106821" y="connsiteY106821"/>
              </a:cxn>
              <a:cxn ang="0">
                <a:pos x="connsiteX106822" y="connsiteY106822"/>
              </a:cxn>
              <a:cxn ang="0">
                <a:pos x="connsiteX106823" y="connsiteY106823"/>
              </a:cxn>
              <a:cxn ang="0">
                <a:pos x="connsiteX106824" y="connsiteY106824"/>
              </a:cxn>
              <a:cxn ang="0">
                <a:pos x="connsiteX106825" y="connsiteY106825"/>
              </a:cxn>
              <a:cxn ang="0">
                <a:pos x="connsiteX106826" y="connsiteY106826"/>
              </a:cxn>
              <a:cxn ang="0">
                <a:pos x="connsiteX106827" y="connsiteY106827"/>
              </a:cxn>
              <a:cxn ang="0">
                <a:pos x="connsiteX106828" y="connsiteY106828"/>
              </a:cxn>
              <a:cxn ang="0">
                <a:pos x="connsiteX106829" y="connsiteY106829"/>
              </a:cxn>
              <a:cxn ang="0">
                <a:pos x="connsiteX106830" y="connsiteY106830"/>
              </a:cxn>
              <a:cxn ang="0">
                <a:pos x="connsiteX106831" y="connsiteY106831"/>
              </a:cxn>
              <a:cxn ang="0">
                <a:pos x="connsiteX106832" y="connsiteY106832"/>
              </a:cxn>
              <a:cxn ang="0">
                <a:pos x="connsiteX106833" y="connsiteY106833"/>
              </a:cxn>
              <a:cxn ang="0">
                <a:pos x="connsiteX106834" y="connsiteY106834"/>
              </a:cxn>
              <a:cxn ang="0">
                <a:pos x="connsiteX106835" y="connsiteY106835"/>
              </a:cxn>
              <a:cxn ang="0">
                <a:pos x="connsiteX106836" y="connsiteY106836"/>
              </a:cxn>
              <a:cxn ang="0">
                <a:pos x="connsiteX106837" y="connsiteY106837"/>
              </a:cxn>
              <a:cxn ang="0">
                <a:pos x="connsiteX106838" y="connsiteY106838"/>
              </a:cxn>
              <a:cxn ang="0">
                <a:pos x="connsiteX106839" y="connsiteY106839"/>
              </a:cxn>
              <a:cxn ang="0">
                <a:pos x="connsiteX106840" y="connsiteY106840"/>
              </a:cxn>
              <a:cxn ang="0">
                <a:pos x="connsiteX106841" y="connsiteY106841"/>
              </a:cxn>
              <a:cxn ang="0">
                <a:pos x="connsiteX106842" y="connsiteY106842"/>
              </a:cxn>
              <a:cxn ang="0">
                <a:pos x="connsiteX106843" y="connsiteY106843"/>
              </a:cxn>
              <a:cxn ang="0">
                <a:pos x="connsiteX106844" y="connsiteY106844"/>
              </a:cxn>
              <a:cxn ang="0">
                <a:pos x="connsiteX106845" y="connsiteY106845"/>
              </a:cxn>
              <a:cxn ang="0">
                <a:pos x="connsiteX106846" y="connsiteY106846"/>
              </a:cxn>
              <a:cxn ang="0">
                <a:pos x="connsiteX106847" y="connsiteY106847"/>
              </a:cxn>
              <a:cxn ang="0">
                <a:pos x="connsiteX106848" y="connsiteY106848"/>
              </a:cxn>
              <a:cxn ang="0">
                <a:pos x="connsiteX106849" y="connsiteY106849"/>
              </a:cxn>
              <a:cxn ang="0">
                <a:pos x="connsiteX106850" y="connsiteY106850"/>
              </a:cxn>
              <a:cxn ang="0">
                <a:pos x="connsiteX106851" y="connsiteY106851"/>
              </a:cxn>
              <a:cxn ang="0">
                <a:pos x="connsiteX106852" y="connsiteY106852"/>
              </a:cxn>
              <a:cxn ang="0">
                <a:pos x="connsiteX106853" y="connsiteY106853"/>
              </a:cxn>
              <a:cxn ang="0">
                <a:pos x="connsiteX106854" y="connsiteY106854"/>
              </a:cxn>
              <a:cxn ang="0">
                <a:pos x="connsiteX106855" y="connsiteY106855"/>
              </a:cxn>
              <a:cxn ang="0">
                <a:pos x="connsiteX106856" y="connsiteY106856"/>
              </a:cxn>
              <a:cxn ang="0">
                <a:pos x="connsiteX106857" y="connsiteY106857"/>
              </a:cxn>
              <a:cxn ang="0">
                <a:pos x="connsiteX106858" y="connsiteY106858"/>
              </a:cxn>
              <a:cxn ang="0">
                <a:pos x="connsiteX106859" y="connsiteY106859"/>
              </a:cxn>
              <a:cxn ang="0">
                <a:pos x="connsiteX106860" y="connsiteY106860"/>
              </a:cxn>
              <a:cxn ang="0">
                <a:pos x="connsiteX106861" y="connsiteY106861"/>
              </a:cxn>
              <a:cxn ang="0">
                <a:pos x="connsiteX106862" y="connsiteY106862"/>
              </a:cxn>
              <a:cxn ang="0">
                <a:pos x="connsiteX106863" y="connsiteY106863"/>
              </a:cxn>
              <a:cxn ang="0">
                <a:pos x="connsiteX106864" y="connsiteY106864"/>
              </a:cxn>
              <a:cxn ang="0">
                <a:pos x="connsiteX106865" y="connsiteY106865"/>
              </a:cxn>
              <a:cxn ang="0">
                <a:pos x="connsiteX106866" y="connsiteY106866"/>
              </a:cxn>
              <a:cxn ang="0">
                <a:pos x="connsiteX106867" y="connsiteY106867"/>
              </a:cxn>
              <a:cxn ang="0">
                <a:pos x="connsiteX106868" y="connsiteY106868"/>
              </a:cxn>
              <a:cxn ang="0">
                <a:pos x="connsiteX106869" y="connsiteY106869"/>
              </a:cxn>
              <a:cxn ang="0">
                <a:pos x="connsiteX106870" y="connsiteY106870"/>
              </a:cxn>
              <a:cxn ang="0">
                <a:pos x="connsiteX106871" y="connsiteY106871"/>
              </a:cxn>
              <a:cxn ang="0">
                <a:pos x="connsiteX106872" y="connsiteY106872"/>
              </a:cxn>
              <a:cxn ang="0">
                <a:pos x="connsiteX106873" y="connsiteY106873"/>
              </a:cxn>
              <a:cxn ang="0">
                <a:pos x="connsiteX106874" y="connsiteY106874"/>
              </a:cxn>
              <a:cxn ang="0">
                <a:pos x="connsiteX106875" y="connsiteY106875"/>
              </a:cxn>
              <a:cxn ang="0">
                <a:pos x="connsiteX106876" y="connsiteY106876"/>
              </a:cxn>
              <a:cxn ang="0">
                <a:pos x="connsiteX106877" y="connsiteY106877"/>
              </a:cxn>
              <a:cxn ang="0">
                <a:pos x="connsiteX106878" y="connsiteY106878"/>
              </a:cxn>
              <a:cxn ang="0">
                <a:pos x="connsiteX106879" y="connsiteY106879"/>
              </a:cxn>
              <a:cxn ang="0">
                <a:pos x="connsiteX106880" y="connsiteY106880"/>
              </a:cxn>
              <a:cxn ang="0">
                <a:pos x="connsiteX106881" y="connsiteY106881"/>
              </a:cxn>
              <a:cxn ang="0">
                <a:pos x="connsiteX106882" y="connsiteY106882"/>
              </a:cxn>
              <a:cxn ang="0">
                <a:pos x="connsiteX106883" y="connsiteY106883"/>
              </a:cxn>
              <a:cxn ang="0">
                <a:pos x="connsiteX106884" y="connsiteY106884"/>
              </a:cxn>
              <a:cxn ang="0">
                <a:pos x="connsiteX106885" y="connsiteY106885"/>
              </a:cxn>
              <a:cxn ang="0">
                <a:pos x="connsiteX106886" y="connsiteY106886"/>
              </a:cxn>
              <a:cxn ang="0">
                <a:pos x="connsiteX106887" y="connsiteY106887"/>
              </a:cxn>
              <a:cxn ang="0">
                <a:pos x="connsiteX106888" y="connsiteY106888"/>
              </a:cxn>
              <a:cxn ang="0">
                <a:pos x="connsiteX106889" y="connsiteY106889"/>
              </a:cxn>
              <a:cxn ang="0">
                <a:pos x="connsiteX106890" y="connsiteY106890"/>
              </a:cxn>
              <a:cxn ang="0">
                <a:pos x="connsiteX106891" y="connsiteY106891"/>
              </a:cxn>
              <a:cxn ang="0">
                <a:pos x="connsiteX106892" y="connsiteY106892"/>
              </a:cxn>
              <a:cxn ang="0">
                <a:pos x="connsiteX106893" y="connsiteY106893"/>
              </a:cxn>
              <a:cxn ang="0">
                <a:pos x="connsiteX106894" y="connsiteY106894"/>
              </a:cxn>
              <a:cxn ang="0">
                <a:pos x="connsiteX106895" y="connsiteY106895"/>
              </a:cxn>
              <a:cxn ang="0">
                <a:pos x="connsiteX106896" y="connsiteY106896"/>
              </a:cxn>
              <a:cxn ang="0">
                <a:pos x="connsiteX106897" y="connsiteY106897"/>
              </a:cxn>
              <a:cxn ang="0">
                <a:pos x="connsiteX106898" y="connsiteY106898"/>
              </a:cxn>
              <a:cxn ang="0">
                <a:pos x="connsiteX106899" y="connsiteY106899"/>
              </a:cxn>
              <a:cxn ang="0">
                <a:pos x="connsiteX106900" y="connsiteY106900"/>
              </a:cxn>
              <a:cxn ang="0">
                <a:pos x="connsiteX106901" y="connsiteY106901"/>
              </a:cxn>
              <a:cxn ang="0">
                <a:pos x="connsiteX106902" y="connsiteY106902"/>
              </a:cxn>
              <a:cxn ang="0">
                <a:pos x="connsiteX106903" y="connsiteY106903"/>
              </a:cxn>
              <a:cxn ang="0">
                <a:pos x="connsiteX106904" y="connsiteY106904"/>
              </a:cxn>
              <a:cxn ang="0">
                <a:pos x="connsiteX106905" y="connsiteY106905"/>
              </a:cxn>
              <a:cxn ang="0">
                <a:pos x="connsiteX106906" y="connsiteY106906"/>
              </a:cxn>
              <a:cxn ang="0">
                <a:pos x="connsiteX106907" y="connsiteY106907"/>
              </a:cxn>
              <a:cxn ang="0">
                <a:pos x="connsiteX106908" y="connsiteY106908"/>
              </a:cxn>
              <a:cxn ang="0">
                <a:pos x="connsiteX106909" y="connsiteY106909"/>
              </a:cxn>
              <a:cxn ang="0">
                <a:pos x="connsiteX106910" y="connsiteY106910"/>
              </a:cxn>
              <a:cxn ang="0">
                <a:pos x="connsiteX106911" y="connsiteY106911"/>
              </a:cxn>
              <a:cxn ang="0">
                <a:pos x="connsiteX106912" y="connsiteY106912"/>
              </a:cxn>
              <a:cxn ang="0">
                <a:pos x="connsiteX106913" y="connsiteY106913"/>
              </a:cxn>
              <a:cxn ang="0">
                <a:pos x="connsiteX106914" y="connsiteY106914"/>
              </a:cxn>
              <a:cxn ang="0">
                <a:pos x="connsiteX106915" y="connsiteY106915"/>
              </a:cxn>
              <a:cxn ang="0">
                <a:pos x="connsiteX106916" y="connsiteY106916"/>
              </a:cxn>
              <a:cxn ang="0">
                <a:pos x="connsiteX106917" y="connsiteY106917"/>
              </a:cxn>
              <a:cxn ang="0">
                <a:pos x="connsiteX106918" y="connsiteY106918"/>
              </a:cxn>
              <a:cxn ang="0">
                <a:pos x="connsiteX106919" y="connsiteY106919"/>
              </a:cxn>
              <a:cxn ang="0">
                <a:pos x="connsiteX106920" y="connsiteY106920"/>
              </a:cxn>
              <a:cxn ang="0">
                <a:pos x="connsiteX106921" y="connsiteY106921"/>
              </a:cxn>
              <a:cxn ang="0">
                <a:pos x="connsiteX106922" y="connsiteY106922"/>
              </a:cxn>
              <a:cxn ang="0">
                <a:pos x="connsiteX106923" y="connsiteY106923"/>
              </a:cxn>
              <a:cxn ang="0">
                <a:pos x="connsiteX106924" y="connsiteY106924"/>
              </a:cxn>
              <a:cxn ang="0">
                <a:pos x="connsiteX106925" y="connsiteY106925"/>
              </a:cxn>
              <a:cxn ang="0">
                <a:pos x="connsiteX106926" y="connsiteY106926"/>
              </a:cxn>
              <a:cxn ang="0">
                <a:pos x="connsiteX106927" y="connsiteY106927"/>
              </a:cxn>
              <a:cxn ang="0">
                <a:pos x="connsiteX106928" y="connsiteY106928"/>
              </a:cxn>
              <a:cxn ang="0">
                <a:pos x="connsiteX106929" y="connsiteY106929"/>
              </a:cxn>
              <a:cxn ang="0">
                <a:pos x="connsiteX106930" y="connsiteY106930"/>
              </a:cxn>
              <a:cxn ang="0">
                <a:pos x="connsiteX106931" y="connsiteY106931"/>
              </a:cxn>
              <a:cxn ang="0">
                <a:pos x="connsiteX106932" y="connsiteY106932"/>
              </a:cxn>
              <a:cxn ang="0">
                <a:pos x="connsiteX106933" y="connsiteY106933"/>
              </a:cxn>
              <a:cxn ang="0">
                <a:pos x="connsiteX106934" y="connsiteY106934"/>
              </a:cxn>
              <a:cxn ang="0">
                <a:pos x="connsiteX106935" y="connsiteY106935"/>
              </a:cxn>
              <a:cxn ang="0">
                <a:pos x="connsiteX106936" y="connsiteY106936"/>
              </a:cxn>
              <a:cxn ang="0">
                <a:pos x="connsiteX106937" y="connsiteY106937"/>
              </a:cxn>
              <a:cxn ang="0">
                <a:pos x="connsiteX106938" y="connsiteY106938"/>
              </a:cxn>
              <a:cxn ang="0">
                <a:pos x="connsiteX106939" y="connsiteY106939"/>
              </a:cxn>
              <a:cxn ang="0">
                <a:pos x="connsiteX106940" y="connsiteY106940"/>
              </a:cxn>
              <a:cxn ang="0">
                <a:pos x="connsiteX106941" y="connsiteY106941"/>
              </a:cxn>
              <a:cxn ang="0">
                <a:pos x="connsiteX106942" y="connsiteY106942"/>
              </a:cxn>
              <a:cxn ang="0">
                <a:pos x="connsiteX106943" y="connsiteY106943"/>
              </a:cxn>
              <a:cxn ang="0">
                <a:pos x="connsiteX106944" y="connsiteY106944"/>
              </a:cxn>
              <a:cxn ang="0">
                <a:pos x="connsiteX106945" y="connsiteY106945"/>
              </a:cxn>
              <a:cxn ang="0">
                <a:pos x="connsiteX106946" y="connsiteY106946"/>
              </a:cxn>
              <a:cxn ang="0">
                <a:pos x="connsiteX106947" y="connsiteY106947"/>
              </a:cxn>
              <a:cxn ang="0">
                <a:pos x="connsiteX106948" y="connsiteY106948"/>
              </a:cxn>
              <a:cxn ang="0">
                <a:pos x="connsiteX106949" y="connsiteY106949"/>
              </a:cxn>
              <a:cxn ang="0">
                <a:pos x="connsiteX106950" y="connsiteY106950"/>
              </a:cxn>
              <a:cxn ang="0">
                <a:pos x="connsiteX106951" y="connsiteY106951"/>
              </a:cxn>
              <a:cxn ang="0">
                <a:pos x="connsiteX106952" y="connsiteY106952"/>
              </a:cxn>
              <a:cxn ang="0">
                <a:pos x="connsiteX106953" y="connsiteY106953"/>
              </a:cxn>
              <a:cxn ang="0">
                <a:pos x="connsiteX106954" y="connsiteY106954"/>
              </a:cxn>
              <a:cxn ang="0">
                <a:pos x="connsiteX106955" y="connsiteY106955"/>
              </a:cxn>
              <a:cxn ang="0">
                <a:pos x="connsiteX106956" y="connsiteY106956"/>
              </a:cxn>
              <a:cxn ang="0">
                <a:pos x="connsiteX106957" y="connsiteY106957"/>
              </a:cxn>
              <a:cxn ang="0">
                <a:pos x="connsiteX106958" y="connsiteY106958"/>
              </a:cxn>
              <a:cxn ang="0">
                <a:pos x="connsiteX106959" y="connsiteY106959"/>
              </a:cxn>
              <a:cxn ang="0">
                <a:pos x="connsiteX106960" y="connsiteY106960"/>
              </a:cxn>
              <a:cxn ang="0">
                <a:pos x="connsiteX106961" y="connsiteY106961"/>
              </a:cxn>
              <a:cxn ang="0">
                <a:pos x="connsiteX106962" y="connsiteY106962"/>
              </a:cxn>
              <a:cxn ang="0">
                <a:pos x="connsiteX106963" y="connsiteY106963"/>
              </a:cxn>
              <a:cxn ang="0">
                <a:pos x="connsiteX106964" y="connsiteY106964"/>
              </a:cxn>
              <a:cxn ang="0">
                <a:pos x="connsiteX106965" y="connsiteY106965"/>
              </a:cxn>
              <a:cxn ang="0">
                <a:pos x="connsiteX106966" y="connsiteY106966"/>
              </a:cxn>
              <a:cxn ang="0">
                <a:pos x="connsiteX106967" y="connsiteY106967"/>
              </a:cxn>
              <a:cxn ang="0">
                <a:pos x="connsiteX106968" y="connsiteY106968"/>
              </a:cxn>
              <a:cxn ang="0">
                <a:pos x="connsiteX106969" y="connsiteY106969"/>
              </a:cxn>
              <a:cxn ang="0">
                <a:pos x="connsiteX106970" y="connsiteY106970"/>
              </a:cxn>
              <a:cxn ang="0">
                <a:pos x="connsiteX106971" y="connsiteY106971"/>
              </a:cxn>
              <a:cxn ang="0">
                <a:pos x="connsiteX106972" y="connsiteY106972"/>
              </a:cxn>
              <a:cxn ang="0">
                <a:pos x="connsiteX106973" y="connsiteY106973"/>
              </a:cxn>
              <a:cxn ang="0">
                <a:pos x="connsiteX106974" y="connsiteY106974"/>
              </a:cxn>
              <a:cxn ang="0">
                <a:pos x="connsiteX106975" y="connsiteY106975"/>
              </a:cxn>
              <a:cxn ang="0">
                <a:pos x="connsiteX106976" y="connsiteY106976"/>
              </a:cxn>
              <a:cxn ang="0">
                <a:pos x="connsiteX106977" y="connsiteY106977"/>
              </a:cxn>
              <a:cxn ang="0">
                <a:pos x="connsiteX106978" y="connsiteY106978"/>
              </a:cxn>
              <a:cxn ang="0">
                <a:pos x="connsiteX106979" y="connsiteY106979"/>
              </a:cxn>
              <a:cxn ang="0">
                <a:pos x="connsiteX106980" y="connsiteY106980"/>
              </a:cxn>
              <a:cxn ang="0">
                <a:pos x="connsiteX106981" y="connsiteY106981"/>
              </a:cxn>
              <a:cxn ang="0">
                <a:pos x="connsiteX106982" y="connsiteY106982"/>
              </a:cxn>
              <a:cxn ang="0">
                <a:pos x="connsiteX106983" y="connsiteY106983"/>
              </a:cxn>
              <a:cxn ang="0">
                <a:pos x="connsiteX106984" y="connsiteY106984"/>
              </a:cxn>
              <a:cxn ang="0">
                <a:pos x="connsiteX106985" y="connsiteY106985"/>
              </a:cxn>
              <a:cxn ang="0">
                <a:pos x="connsiteX106986" y="connsiteY106986"/>
              </a:cxn>
              <a:cxn ang="0">
                <a:pos x="connsiteX106987" y="connsiteY106987"/>
              </a:cxn>
              <a:cxn ang="0">
                <a:pos x="connsiteX106988" y="connsiteY106988"/>
              </a:cxn>
              <a:cxn ang="0">
                <a:pos x="connsiteX106989" y="connsiteY106989"/>
              </a:cxn>
              <a:cxn ang="0">
                <a:pos x="connsiteX106990" y="connsiteY106990"/>
              </a:cxn>
              <a:cxn ang="0">
                <a:pos x="connsiteX106991" y="connsiteY106991"/>
              </a:cxn>
              <a:cxn ang="0">
                <a:pos x="connsiteX106992" y="connsiteY106992"/>
              </a:cxn>
              <a:cxn ang="0">
                <a:pos x="connsiteX106993" y="connsiteY106993"/>
              </a:cxn>
              <a:cxn ang="0">
                <a:pos x="connsiteX106994" y="connsiteY106994"/>
              </a:cxn>
              <a:cxn ang="0">
                <a:pos x="connsiteX106995" y="connsiteY106995"/>
              </a:cxn>
              <a:cxn ang="0">
                <a:pos x="connsiteX106996" y="connsiteY106996"/>
              </a:cxn>
              <a:cxn ang="0">
                <a:pos x="connsiteX106997" y="connsiteY106997"/>
              </a:cxn>
              <a:cxn ang="0">
                <a:pos x="connsiteX106998" y="connsiteY106998"/>
              </a:cxn>
              <a:cxn ang="0">
                <a:pos x="connsiteX106999" y="connsiteY106999"/>
              </a:cxn>
              <a:cxn ang="0">
                <a:pos x="connsiteX107000" y="connsiteY107000"/>
              </a:cxn>
              <a:cxn ang="0">
                <a:pos x="connsiteX107001" y="connsiteY107001"/>
              </a:cxn>
              <a:cxn ang="0">
                <a:pos x="connsiteX107002" y="connsiteY107002"/>
              </a:cxn>
              <a:cxn ang="0">
                <a:pos x="connsiteX107003" y="connsiteY107003"/>
              </a:cxn>
              <a:cxn ang="0">
                <a:pos x="connsiteX107004" y="connsiteY107004"/>
              </a:cxn>
              <a:cxn ang="0">
                <a:pos x="connsiteX107005" y="connsiteY107005"/>
              </a:cxn>
              <a:cxn ang="0">
                <a:pos x="connsiteX107006" y="connsiteY107006"/>
              </a:cxn>
              <a:cxn ang="0">
                <a:pos x="connsiteX107007" y="connsiteY107007"/>
              </a:cxn>
              <a:cxn ang="0">
                <a:pos x="connsiteX107008" y="connsiteY107008"/>
              </a:cxn>
              <a:cxn ang="0">
                <a:pos x="connsiteX107009" y="connsiteY107009"/>
              </a:cxn>
              <a:cxn ang="0">
                <a:pos x="connsiteX107010" y="connsiteY107010"/>
              </a:cxn>
              <a:cxn ang="0">
                <a:pos x="connsiteX107011" y="connsiteY107011"/>
              </a:cxn>
              <a:cxn ang="0">
                <a:pos x="connsiteX107012" y="connsiteY107012"/>
              </a:cxn>
              <a:cxn ang="0">
                <a:pos x="connsiteX107013" y="connsiteY107013"/>
              </a:cxn>
              <a:cxn ang="0">
                <a:pos x="connsiteX107014" y="connsiteY107014"/>
              </a:cxn>
              <a:cxn ang="0">
                <a:pos x="connsiteX107015" y="connsiteY107015"/>
              </a:cxn>
              <a:cxn ang="0">
                <a:pos x="connsiteX107016" y="connsiteY107016"/>
              </a:cxn>
              <a:cxn ang="0">
                <a:pos x="connsiteX107017" y="connsiteY107017"/>
              </a:cxn>
              <a:cxn ang="0">
                <a:pos x="connsiteX107018" y="connsiteY107018"/>
              </a:cxn>
              <a:cxn ang="0">
                <a:pos x="connsiteX107019" y="connsiteY107019"/>
              </a:cxn>
              <a:cxn ang="0">
                <a:pos x="connsiteX107020" y="connsiteY107020"/>
              </a:cxn>
              <a:cxn ang="0">
                <a:pos x="connsiteX107021" y="connsiteY107021"/>
              </a:cxn>
              <a:cxn ang="0">
                <a:pos x="connsiteX107022" y="connsiteY107022"/>
              </a:cxn>
              <a:cxn ang="0">
                <a:pos x="connsiteX107023" y="connsiteY107023"/>
              </a:cxn>
              <a:cxn ang="0">
                <a:pos x="connsiteX107024" y="connsiteY107024"/>
              </a:cxn>
              <a:cxn ang="0">
                <a:pos x="connsiteX107025" y="connsiteY107025"/>
              </a:cxn>
              <a:cxn ang="0">
                <a:pos x="connsiteX107026" y="connsiteY107026"/>
              </a:cxn>
              <a:cxn ang="0">
                <a:pos x="connsiteX107027" y="connsiteY107027"/>
              </a:cxn>
              <a:cxn ang="0">
                <a:pos x="connsiteX107028" y="connsiteY107028"/>
              </a:cxn>
              <a:cxn ang="0">
                <a:pos x="connsiteX107029" y="connsiteY107029"/>
              </a:cxn>
              <a:cxn ang="0">
                <a:pos x="connsiteX107030" y="connsiteY107030"/>
              </a:cxn>
              <a:cxn ang="0">
                <a:pos x="connsiteX107031" y="connsiteY107031"/>
              </a:cxn>
              <a:cxn ang="0">
                <a:pos x="connsiteX107032" y="connsiteY107032"/>
              </a:cxn>
              <a:cxn ang="0">
                <a:pos x="connsiteX107033" y="connsiteY107033"/>
              </a:cxn>
              <a:cxn ang="0">
                <a:pos x="connsiteX107034" y="connsiteY107034"/>
              </a:cxn>
              <a:cxn ang="0">
                <a:pos x="connsiteX107035" y="connsiteY107035"/>
              </a:cxn>
              <a:cxn ang="0">
                <a:pos x="connsiteX107036" y="connsiteY107036"/>
              </a:cxn>
              <a:cxn ang="0">
                <a:pos x="connsiteX107037" y="connsiteY107037"/>
              </a:cxn>
              <a:cxn ang="0">
                <a:pos x="connsiteX107038" y="connsiteY107038"/>
              </a:cxn>
              <a:cxn ang="0">
                <a:pos x="connsiteX107039" y="connsiteY107039"/>
              </a:cxn>
              <a:cxn ang="0">
                <a:pos x="connsiteX107040" y="connsiteY107040"/>
              </a:cxn>
              <a:cxn ang="0">
                <a:pos x="connsiteX107041" y="connsiteY107041"/>
              </a:cxn>
              <a:cxn ang="0">
                <a:pos x="connsiteX107042" y="connsiteY107042"/>
              </a:cxn>
              <a:cxn ang="0">
                <a:pos x="connsiteX107043" y="connsiteY107043"/>
              </a:cxn>
              <a:cxn ang="0">
                <a:pos x="connsiteX107044" y="connsiteY107044"/>
              </a:cxn>
              <a:cxn ang="0">
                <a:pos x="connsiteX107045" y="connsiteY107045"/>
              </a:cxn>
              <a:cxn ang="0">
                <a:pos x="connsiteX107046" y="connsiteY107046"/>
              </a:cxn>
              <a:cxn ang="0">
                <a:pos x="connsiteX107047" y="connsiteY107047"/>
              </a:cxn>
              <a:cxn ang="0">
                <a:pos x="connsiteX107048" y="connsiteY107048"/>
              </a:cxn>
              <a:cxn ang="0">
                <a:pos x="connsiteX107049" y="connsiteY107049"/>
              </a:cxn>
              <a:cxn ang="0">
                <a:pos x="connsiteX107050" y="connsiteY107050"/>
              </a:cxn>
              <a:cxn ang="0">
                <a:pos x="connsiteX107051" y="connsiteY107051"/>
              </a:cxn>
              <a:cxn ang="0">
                <a:pos x="connsiteX107052" y="connsiteY107052"/>
              </a:cxn>
              <a:cxn ang="0">
                <a:pos x="connsiteX107053" y="connsiteY107053"/>
              </a:cxn>
              <a:cxn ang="0">
                <a:pos x="connsiteX107054" y="connsiteY107054"/>
              </a:cxn>
              <a:cxn ang="0">
                <a:pos x="connsiteX107055" y="connsiteY107055"/>
              </a:cxn>
              <a:cxn ang="0">
                <a:pos x="connsiteX107056" y="connsiteY107056"/>
              </a:cxn>
              <a:cxn ang="0">
                <a:pos x="connsiteX107057" y="connsiteY107057"/>
              </a:cxn>
              <a:cxn ang="0">
                <a:pos x="connsiteX107058" y="connsiteY107058"/>
              </a:cxn>
              <a:cxn ang="0">
                <a:pos x="connsiteX107059" y="connsiteY107059"/>
              </a:cxn>
              <a:cxn ang="0">
                <a:pos x="connsiteX107060" y="connsiteY107060"/>
              </a:cxn>
              <a:cxn ang="0">
                <a:pos x="connsiteX107061" y="connsiteY107061"/>
              </a:cxn>
              <a:cxn ang="0">
                <a:pos x="connsiteX107062" y="connsiteY107062"/>
              </a:cxn>
              <a:cxn ang="0">
                <a:pos x="connsiteX107063" y="connsiteY107063"/>
              </a:cxn>
              <a:cxn ang="0">
                <a:pos x="connsiteX107064" y="connsiteY107064"/>
              </a:cxn>
              <a:cxn ang="0">
                <a:pos x="connsiteX107065" y="connsiteY107065"/>
              </a:cxn>
              <a:cxn ang="0">
                <a:pos x="connsiteX107066" y="connsiteY107066"/>
              </a:cxn>
              <a:cxn ang="0">
                <a:pos x="connsiteX107067" y="connsiteY107067"/>
              </a:cxn>
              <a:cxn ang="0">
                <a:pos x="connsiteX107068" y="connsiteY107068"/>
              </a:cxn>
              <a:cxn ang="0">
                <a:pos x="connsiteX107069" y="connsiteY107069"/>
              </a:cxn>
              <a:cxn ang="0">
                <a:pos x="connsiteX107070" y="connsiteY107070"/>
              </a:cxn>
              <a:cxn ang="0">
                <a:pos x="connsiteX107071" y="connsiteY107071"/>
              </a:cxn>
              <a:cxn ang="0">
                <a:pos x="connsiteX107072" y="connsiteY107072"/>
              </a:cxn>
              <a:cxn ang="0">
                <a:pos x="connsiteX107073" y="connsiteY107073"/>
              </a:cxn>
              <a:cxn ang="0">
                <a:pos x="connsiteX107074" y="connsiteY107074"/>
              </a:cxn>
              <a:cxn ang="0">
                <a:pos x="connsiteX107075" y="connsiteY107075"/>
              </a:cxn>
              <a:cxn ang="0">
                <a:pos x="connsiteX107076" y="connsiteY107076"/>
              </a:cxn>
              <a:cxn ang="0">
                <a:pos x="connsiteX107077" y="connsiteY107077"/>
              </a:cxn>
              <a:cxn ang="0">
                <a:pos x="connsiteX107078" y="connsiteY107078"/>
              </a:cxn>
              <a:cxn ang="0">
                <a:pos x="connsiteX107079" y="connsiteY107079"/>
              </a:cxn>
              <a:cxn ang="0">
                <a:pos x="connsiteX107080" y="connsiteY107080"/>
              </a:cxn>
              <a:cxn ang="0">
                <a:pos x="connsiteX107081" y="connsiteY107081"/>
              </a:cxn>
              <a:cxn ang="0">
                <a:pos x="connsiteX107082" y="connsiteY107082"/>
              </a:cxn>
              <a:cxn ang="0">
                <a:pos x="connsiteX107083" y="connsiteY107083"/>
              </a:cxn>
              <a:cxn ang="0">
                <a:pos x="connsiteX107084" y="connsiteY107084"/>
              </a:cxn>
              <a:cxn ang="0">
                <a:pos x="connsiteX107085" y="connsiteY107085"/>
              </a:cxn>
              <a:cxn ang="0">
                <a:pos x="connsiteX107086" y="connsiteY107086"/>
              </a:cxn>
              <a:cxn ang="0">
                <a:pos x="connsiteX107087" y="connsiteY107087"/>
              </a:cxn>
              <a:cxn ang="0">
                <a:pos x="connsiteX107088" y="connsiteY107088"/>
              </a:cxn>
              <a:cxn ang="0">
                <a:pos x="connsiteX107089" y="connsiteY107089"/>
              </a:cxn>
              <a:cxn ang="0">
                <a:pos x="connsiteX107090" y="connsiteY107090"/>
              </a:cxn>
              <a:cxn ang="0">
                <a:pos x="connsiteX107091" y="connsiteY107091"/>
              </a:cxn>
              <a:cxn ang="0">
                <a:pos x="connsiteX107092" y="connsiteY107092"/>
              </a:cxn>
              <a:cxn ang="0">
                <a:pos x="connsiteX107093" y="connsiteY107093"/>
              </a:cxn>
              <a:cxn ang="0">
                <a:pos x="connsiteX107094" y="connsiteY107094"/>
              </a:cxn>
              <a:cxn ang="0">
                <a:pos x="connsiteX107095" y="connsiteY107095"/>
              </a:cxn>
              <a:cxn ang="0">
                <a:pos x="connsiteX107096" y="connsiteY107096"/>
              </a:cxn>
              <a:cxn ang="0">
                <a:pos x="connsiteX107097" y="connsiteY107097"/>
              </a:cxn>
              <a:cxn ang="0">
                <a:pos x="connsiteX107098" y="connsiteY107098"/>
              </a:cxn>
              <a:cxn ang="0">
                <a:pos x="connsiteX107099" y="connsiteY107099"/>
              </a:cxn>
              <a:cxn ang="0">
                <a:pos x="connsiteX107100" y="connsiteY107100"/>
              </a:cxn>
              <a:cxn ang="0">
                <a:pos x="connsiteX107101" y="connsiteY107101"/>
              </a:cxn>
              <a:cxn ang="0">
                <a:pos x="connsiteX107102" y="connsiteY107102"/>
              </a:cxn>
              <a:cxn ang="0">
                <a:pos x="connsiteX107103" y="connsiteY107103"/>
              </a:cxn>
              <a:cxn ang="0">
                <a:pos x="connsiteX107104" y="connsiteY107104"/>
              </a:cxn>
              <a:cxn ang="0">
                <a:pos x="connsiteX107105" y="connsiteY107105"/>
              </a:cxn>
              <a:cxn ang="0">
                <a:pos x="connsiteX107106" y="connsiteY107106"/>
              </a:cxn>
              <a:cxn ang="0">
                <a:pos x="connsiteX107107" y="connsiteY107107"/>
              </a:cxn>
              <a:cxn ang="0">
                <a:pos x="connsiteX107108" y="connsiteY107108"/>
              </a:cxn>
              <a:cxn ang="0">
                <a:pos x="connsiteX107109" y="connsiteY107109"/>
              </a:cxn>
              <a:cxn ang="0">
                <a:pos x="connsiteX107110" y="connsiteY107110"/>
              </a:cxn>
              <a:cxn ang="0">
                <a:pos x="connsiteX107111" y="connsiteY107111"/>
              </a:cxn>
              <a:cxn ang="0">
                <a:pos x="connsiteX107112" y="connsiteY107112"/>
              </a:cxn>
              <a:cxn ang="0">
                <a:pos x="connsiteX107113" y="connsiteY107113"/>
              </a:cxn>
              <a:cxn ang="0">
                <a:pos x="connsiteX107114" y="connsiteY107114"/>
              </a:cxn>
              <a:cxn ang="0">
                <a:pos x="connsiteX107115" y="connsiteY107115"/>
              </a:cxn>
              <a:cxn ang="0">
                <a:pos x="connsiteX107116" y="connsiteY107116"/>
              </a:cxn>
              <a:cxn ang="0">
                <a:pos x="connsiteX107117" y="connsiteY107117"/>
              </a:cxn>
              <a:cxn ang="0">
                <a:pos x="connsiteX107118" y="connsiteY107118"/>
              </a:cxn>
              <a:cxn ang="0">
                <a:pos x="connsiteX107119" y="connsiteY107119"/>
              </a:cxn>
              <a:cxn ang="0">
                <a:pos x="connsiteX107120" y="connsiteY107120"/>
              </a:cxn>
              <a:cxn ang="0">
                <a:pos x="connsiteX107121" y="connsiteY107121"/>
              </a:cxn>
              <a:cxn ang="0">
                <a:pos x="connsiteX107122" y="connsiteY107122"/>
              </a:cxn>
              <a:cxn ang="0">
                <a:pos x="connsiteX107123" y="connsiteY107123"/>
              </a:cxn>
              <a:cxn ang="0">
                <a:pos x="connsiteX107124" y="connsiteY107124"/>
              </a:cxn>
              <a:cxn ang="0">
                <a:pos x="connsiteX107125" y="connsiteY107125"/>
              </a:cxn>
              <a:cxn ang="0">
                <a:pos x="connsiteX107126" y="connsiteY107126"/>
              </a:cxn>
              <a:cxn ang="0">
                <a:pos x="connsiteX107127" y="connsiteY107127"/>
              </a:cxn>
              <a:cxn ang="0">
                <a:pos x="connsiteX107128" y="connsiteY107128"/>
              </a:cxn>
              <a:cxn ang="0">
                <a:pos x="connsiteX107129" y="connsiteY107129"/>
              </a:cxn>
              <a:cxn ang="0">
                <a:pos x="connsiteX107130" y="connsiteY107130"/>
              </a:cxn>
              <a:cxn ang="0">
                <a:pos x="connsiteX107131" y="connsiteY107131"/>
              </a:cxn>
              <a:cxn ang="0">
                <a:pos x="connsiteX107132" y="connsiteY107132"/>
              </a:cxn>
              <a:cxn ang="0">
                <a:pos x="connsiteX107133" y="connsiteY107133"/>
              </a:cxn>
              <a:cxn ang="0">
                <a:pos x="connsiteX107134" y="connsiteY107134"/>
              </a:cxn>
              <a:cxn ang="0">
                <a:pos x="connsiteX107135" y="connsiteY107135"/>
              </a:cxn>
              <a:cxn ang="0">
                <a:pos x="connsiteX107136" y="connsiteY107136"/>
              </a:cxn>
              <a:cxn ang="0">
                <a:pos x="connsiteX107137" y="connsiteY107137"/>
              </a:cxn>
              <a:cxn ang="0">
                <a:pos x="connsiteX107138" y="connsiteY107138"/>
              </a:cxn>
              <a:cxn ang="0">
                <a:pos x="connsiteX107139" y="connsiteY107139"/>
              </a:cxn>
              <a:cxn ang="0">
                <a:pos x="connsiteX107140" y="connsiteY107140"/>
              </a:cxn>
              <a:cxn ang="0">
                <a:pos x="connsiteX107141" y="connsiteY107141"/>
              </a:cxn>
              <a:cxn ang="0">
                <a:pos x="connsiteX107142" y="connsiteY107142"/>
              </a:cxn>
              <a:cxn ang="0">
                <a:pos x="connsiteX107143" y="connsiteY107143"/>
              </a:cxn>
              <a:cxn ang="0">
                <a:pos x="connsiteX107144" y="connsiteY107144"/>
              </a:cxn>
              <a:cxn ang="0">
                <a:pos x="connsiteX107145" y="connsiteY107145"/>
              </a:cxn>
              <a:cxn ang="0">
                <a:pos x="connsiteX107146" y="connsiteY107146"/>
              </a:cxn>
              <a:cxn ang="0">
                <a:pos x="connsiteX107147" y="connsiteY107147"/>
              </a:cxn>
              <a:cxn ang="0">
                <a:pos x="connsiteX107148" y="connsiteY107148"/>
              </a:cxn>
              <a:cxn ang="0">
                <a:pos x="connsiteX107149" y="connsiteY107149"/>
              </a:cxn>
              <a:cxn ang="0">
                <a:pos x="connsiteX107150" y="connsiteY107150"/>
              </a:cxn>
              <a:cxn ang="0">
                <a:pos x="connsiteX107151" y="connsiteY107151"/>
              </a:cxn>
              <a:cxn ang="0">
                <a:pos x="connsiteX107152" y="connsiteY107152"/>
              </a:cxn>
              <a:cxn ang="0">
                <a:pos x="connsiteX107153" y="connsiteY107153"/>
              </a:cxn>
              <a:cxn ang="0">
                <a:pos x="connsiteX107154" y="connsiteY107154"/>
              </a:cxn>
              <a:cxn ang="0">
                <a:pos x="connsiteX107155" y="connsiteY107155"/>
              </a:cxn>
              <a:cxn ang="0">
                <a:pos x="connsiteX107156" y="connsiteY107156"/>
              </a:cxn>
              <a:cxn ang="0">
                <a:pos x="connsiteX107157" y="connsiteY107157"/>
              </a:cxn>
              <a:cxn ang="0">
                <a:pos x="connsiteX107158" y="connsiteY107158"/>
              </a:cxn>
              <a:cxn ang="0">
                <a:pos x="connsiteX107159" y="connsiteY107159"/>
              </a:cxn>
              <a:cxn ang="0">
                <a:pos x="connsiteX107160" y="connsiteY107160"/>
              </a:cxn>
              <a:cxn ang="0">
                <a:pos x="connsiteX107161" y="connsiteY107161"/>
              </a:cxn>
              <a:cxn ang="0">
                <a:pos x="connsiteX107162" y="connsiteY107162"/>
              </a:cxn>
              <a:cxn ang="0">
                <a:pos x="connsiteX107163" y="connsiteY107163"/>
              </a:cxn>
              <a:cxn ang="0">
                <a:pos x="connsiteX107164" y="connsiteY107164"/>
              </a:cxn>
              <a:cxn ang="0">
                <a:pos x="connsiteX107165" y="connsiteY107165"/>
              </a:cxn>
              <a:cxn ang="0">
                <a:pos x="connsiteX107166" y="connsiteY107166"/>
              </a:cxn>
              <a:cxn ang="0">
                <a:pos x="connsiteX107167" y="connsiteY107167"/>
              </a:cxn>
              <a:cxn ang="0">
                <a:pos x="connsiteX107168" y="connsiteY107168"/>
              </a:cxn>
              <a:cxn ang="0">
                <a:pos x="connsiteX107169" y="connsiteY107169"/>
              </a:cxn>
              <a:cxn ang="0">
                <a:pos x="connsiteX107170" y="connsiteY107170"/>
              </a:cxn>
              <a:cxn ang="0">
                <a:pos x="connsiteX107171" y="connsiteY107171"/>
              </a:cxn>
              <a:cxn ang="0">
                <a:pos x="connsiteX107172" y="connsiteY107172"/>
              </a:cxn>
              <a:cxn ang="0">
                <a:pos x="connsiteX107173" y="connsiteY107173"/>
              </a:cxn>
              <a:cxn ang="0">
                <a:pos x="connsiteX107174" y="connsiteY107174"/>
              </a:cxn>
              <a:cxn ang="0">
                <a:pos x="connsiteX107175" y="connsiteY107175"/>
              </a:cxn>
              <a:cxn ang="0">
                <a:pos x="connsiteX107176" y="connsiteY107176"/>
              </a:cxn>
              <a:cxn ang="0">
                <a:pos x="connsiteX107177" y="connsiteY107177"/>
              </a:cxn>
              <a:cxn ang="0">
                <a:pos x="connsiteX107178" y="connsiteY107178"/>
              </a:cxn>
              <a:cxn ang="0">
                <a:pos x="connsiteX107179" y="connsiteY107179"/>
              </a:cxn>
              <a:cxn ang="0">
                <a:pos x="connsiteX107180" y="connsiteY107180"/>
              </a:cxn>
              <a:cxn ang="0">
                <a:pos x="connsiteX107181" y="connsiteY107181"/>
              </a:cxn>
              <a:cxn ang="0">
                <a:pos x="connsiteX107182" y="connsiteY107182"/>
              </a:cxn>
              <a:cxn ang="0">
                <a:pos x="connsiteX107183" y="connsiteY107183"/>
              </a:cxn>
              <a:cxn ang="0">
                <a:pos x="connsiteX107184" y="connsiteY107184"/>
              </a:cxn>
              <a:cxn ang="0">
                <a:pos x="connsiteX107185" y="connsiteY107185"/>
              </a:cxn>
              <a:cxn ang="0">
                <a:pos x="connsiteX107186" y="connsiteY107186"/>
              </a:cxn>
              <a:cxn ang="0">
                <a:pos x="connsiteX107187" y="connsiteY107187"/>
              </a:cxn>
              <a:cxn ang="0">
                <a:pos x="connsiteX107188" y="connsiteY107188"/>
              </a:cxn>
              <a:cxn ang="0">
                <a:pos x="connsiteX107189" y="connsiteY107189"/>
              </a:cxn>
              <a:cxn ang="0">
                <a:pos x="connsiteX107190" y="connsiteY107190"/>
              </a:cxn>
              <a:cxn ang="0">
                <a:pos x="connsiteX107191" y="connsiteY107191"/>
              </a:cxn>
              <a:cxn ang="0">
                <a:pos x="connsiteX107192" y="connsiteY107192"/>
              </a:cxn>
              <a:cxn ang="0">
                <a:pos x="connsiteX107193" y="connsiteY107193"/>
              </a:cxn>
              <a:cxn ang="0">
                <a:pos x="connsiteX107194" y="connsiteY107194"/>
              </a:cxn>
              <a:cxn ang="0">
                <a:pos x="connsiteX107195" y="connsiteY107195"/>
              </a:cxn>
              <a:cxn ang="0">
                <a:pos x="connsiteX107196" y="connsiteY107196"/>
              </a:cxn>
              <a:cxn ang="0">
                <a:pos x="connsiteX107197" y="connsiteY107197"/>
              </a:cxn>
              <a:cxn ang="0">
                <a:pos x="connsiteX107198" y="connsiteY107198"/>
              </a:cxn>
              <a:cxn ang="0">
                <a:pos x="connsiteX107199" y="connsiteY107199"/>
              </a:cxn>
              <a:cxn ang="0">
                <a:pos x="connsiteX107200" y="connsiteY107200"/>
              </a:cxn>
              <a:cxn ang="0">
                <a:pos x="connsiteX107201" y="connsiteY107201"/>
              </a:cxn>
              <a:cxn ang="0">
                <a:pos x="connsiteX107202" y="connsiteY107202"/>
              </a:cxn>
              <a:cxn ang="0">
                <a:pos x="connsiteX107203" y="connsiteY107203"/>
              </a:cxn>
              <a:cxn ang="0">
                <a:pos x="connsiteX107204" y="connsiteY107204"/>
              </a:cxn>
              <a:cxn ang="0">
                <a:pos x="connsiteX107205" y="connsiteY107205"/>
              </a:cxn>
              <a:cxn ang="0">
                <a:pos x="connsiteX107206" y="connsiteY107206"/>
              </a:cxn>
              <a:cxn ang="0">
                <a:pos x="connsiteX107207" y="connsiteY107207"/>
              </a:cxn>
              <a:cxn ang="0">
                <a:pos x="connsiteX107208" y="connsiteY107208"/>
              </a:cxn>
              <a:cxn ang="0">
                <a:pos x="connsiteX107209" y="connsiteY107209"/>
              </a:cxn>
              <a:cxn ang="0">
                <a:pos x="connsiteX107210" y="connsiteY107210"/>
              </a:cxn>
              <a:cxn ang="0">
                <a:pos x="connsiteX107211" y="connsiteY107211"/>
              </a:cxn>
              <a:cxn ang="0">
                <a:pos x="connsiteX107212" y="connsiteY107212"/>
              </a:cxn>
              <a:cxn ang="0">
                <a:pos x="connsiteX107213" y="connsiteY107213"/>
              </a:cxn>
              <a:cxn ang="0">
                <a:pos x="connsiteX107214" y="connsiteY107214"/>
              </a:cxn>
              <a:cxn ang="0">
                <a:pos x="connsiteX107215" y="connsiteY107215"/>
              </a:cxn>
              <a:cxn ang="0">
                <a:pos x="connsiteX107216" y="connsiteY107216"/>
              </a:cxn>
              <a:cxn ang="0">
                <a:pos x="connsiteX107217" y="connsiteY107217"/>
              </a:cxn>
              <a:cxn ang="0">
                <a:pos x="connsiteX107218" y="connsiteY107218"/>
              </a:cxn>
              <a:cxn ang="0">
                <a:pos x="connsiteX107219" y="connsiteY107219"/>
              </a:cxn>
              <a:cxn ang="0">
                <a:pos x="connsiteX107220" y="connsiteY107220"/>
              </a:cxn>
              <a:cxn ang="0">
                <a:pos x="connsiteX107221" y="connsiteY107221"/>
              </a:cxn>
              <a:cxn ang="0">
                <a:pos x="connsiteX107222" y="connsiteY107222"/>
              </a:cxn>
              <a:cxn ang="0">
                <a:pos x="connsiteX107223" y="connsiteY107223"/>
              </a:cxn>
              <a:cxn ang="0">
                <a:pos x="connsiteX107224" y="connsiteY107224"/>
              </a:cxn>
              <a:cxn ang="0">
                <a:pos x="connsiteX107225" y="connsiteY107225"/>
              </a:cxn>
              <a:cxn ang="0">
                <a:pos x="connsiteX107226" y="connsiteY107226"/>
              </a:cxn>
              <a:cxn ang="0">
                <a:pos x="connsiteX107227" y="connsiteY107227"/>
              </a:cxn>
              <a:cxn ang="0">
                <a:pos x="connsiteX107228" y="connsiteY107228"/>
              </a:cxn>
              <a:cxn ang="0">
                <a:pos x="connsiteX107229" y="connsiteY107229"/>
              </a:cxn>
              <a:cxn ang="0">
                <a:pos x="connsiteX107230" y="connsiteY107230"/>
              </a:cxn>
              <a:cxn ang="0">
                <a:pos x="connsiteX107231" y="connsiteY107231"/>
              </a:cxn>
              <a:cxn ang="0">
                <a:pos x="connsiteX107232" y="connsiteY107232"/>
              </a:cxn>
              <a:cxn ang="0">
                <a:pos x="connsiteX107233" y="connsiteY107233"/>
              </a:cxn>
              <a:cxn ang="0">
                <a:pos x="connsiteX107234" y="connsiteY107234"/>
              </a:cxn>
              <a:cxn ang="0">
                <a:pos x="connsiteX107235" y="connsiteY107235"/>
              </a:cxn>
              <a:cxn ang="0">
                <a:pos x="connsiteX107236" y="connsiteY107236"/>
              </a:cxn>
              <a:cxn ang="0">
                <a:pos x="connsiteX107237" y="connsiteY107237"/>
              </a:cxn>
              <a:cxn ang="0">
                <a:pos x="connsiteX107238" y="connsiteY107238"/>
              </a:cxn>
              <a:cxn ang="0">
                <a:pos x="connsiteX107239" y="connsiteY107239"/>
              </a:cxn>
              <a:cxn ang="0">
                <a:pos x="connsiteX107240" y="connsiteY107240"/>
              </a:cxn>
              <a:cxn ang="0">
                <a:pos x="connsiteX107241" y="connsiteY107241"/>
              </a:cxn>
              <a:cxn ang="0">
                <a:pos x="connsiteX107242" y="connsiteY107242"/>
              </a:cxn>
              <a:cxn ang="0">
                <a:pos x="connsiteX107243" y="connsiteY107243"/>
              </a:cxn>
              <a:cxn ang="0">
                <a:pos x="connsiteX107244" y="connsiteY107244"/>
              </a:cxn>
              <a:cxn ang="0">
                <a:pos x="connsiteX107245" y="connsiteY107245"/>
              </a:cxn>
              <a:cxn ang="0">
                <a:pos x="connsiteX107246" y="connsiteY107246"/>
              </a:cxn>
              <a:cxn ang="0">
                <a:pos x="connsiteX107247" y="connsiteY107247"/>
              </a:cxn>
              <a:cxn ang="0">
                <a:pos x="connsiteX107248" y="connsiteY107248"/>
              </a:cxn>
              <a:cxn ang="0">
                <a:pos x="connsiteX107249" y="connsiteY107249"/>
              </a:cxn>
              <a:cxn ang="0">
                <a:pos x="connsiteX107250" y="connsiteY107250"/>
              </a:cxn>
              <a:cxn ang="0">
                <a:pos x="connsiteX107251" y="connsiteY107251"/>
              </a:cxn>
              <a:cxn ang="0">
                <a:pos x="connsiteX107252" y="connsiteY107252"/>
              </a:cxn>
              <a:cxn ang="0">
                <a:pos x="connsiteX107253" y="connsiteY107253"/>
              </a:cxn>
              <a:cxn ang="0">
                <a:pos x="connsiteX107254" y="connsiteY107254"/>
              </a:cxn>
              <a:cxn ang="0">
                <a:pos x="connsiteX107255" y="connsiteY107255"/>
              </a:cxn>
              <a:cxn ang="0">
                <a:pos x="connsiteX107256" y="connsiteY107256"/>
              </a:cxn>
              <a:cxn ang="0">
                <a:pos x="connsiteX107257" y="connsiteY107257"/>
              </a:cxn>
              <a:cxn ang="0">
                <a:pos x="connsiteX107258" y="connsiteY107258"/>
              </a:cxn>
              <a:cxn ang="0">
                <a:pos x="connsiteX107259" y="connsiteY107259"/>
              </a:cxn>
              <a:cxn ang="0">
                <a:pos x="connsiteX107260" y="connsiteY107260"/>
              </a:cxn>
              <a:cxn ang="0">
                <a:pos x="connsiteX107261" y="connsiteY107261"/>
              </a:cxn>
              <a:cxn ang="0">
                <a:pos x="connsiteX107262" y="connsiteY107262"/>
              </a:cxn>
              <a:cxn ang="0">
                <a:pos x="connsiteX107263" y="connsiteY107263"/>
              </a:cxn>
              <a:cxn ang="0">
                <a:pos x="connsiteX107264" y="connsiteY107264"/>
              </a:cxn>
              <a:cxn ang="0">
                <a:pos x="connsiteX107265" y="connsiteY107265"/>
              </a:cxn>
              <a:cxn ang="0">
                <a:pos x="connsiteX107266" y="connsiteY107266"/>
              </a:cxn>
              <a:cxn ang="0">
                <a:pos x="connsiteX107267" y="connsiteY107267"/>
              </a:cxn>
              <a:cxn ang="0">
                <a:pos x="connsiteX107268" y="connsiteY107268"/>
              </a:cxn>
              <a:cxn ang="0">
                <a:pos x="connsiteX107269" y="connsiteY107269"/>
              </a:cxn>
              <a:cxn ang="0">
                <a:pos x="connsiteX107270" y="connsiteY107270"/>
              </a:cxn>
              <a:cxn ang="0">
                <a:pos x="connsiteX107271" y="connsiteY107271"/>
              </a:cxn>
              <a:cxn ang="0">
                <a:pos x="connsiteX107272" y="connsiteY107272"/>
              </a:cxn>
              <a:cxn ang="0">
                <a:pos x="connsiteX107273" y="connsiteY107273"/>
              </a:cxn>
              <a:cxn ang="0">
                <a:pos x="connsiteX107274" y="connsiteY107274"/>
              </a:cxn>
              <a:cxn ang="0">
                <a:pos x="connsiteX107275" y="connsiteY107275"/>
              </a:cxn>
              <a:cxn ang="0">
                <a:pos x="connsiteX107276" y="connsiteY107276"/>
              </a:cxn>
              <a:cxn ang="0">
                <a:pos x="connsiteX107277" y="connsiteY107277"/>
              </a:cxn>
              <a:cxn ang="0">
                <a:pos x="connsiteX107278" y="connsiteY107278"/>
              </a:cxn>
              <a:cxn ang="0">
                <a:pos x="connsiteX107279" y="connsiteY107279"/>
              </a:cxn>
              <a:cxn ang="0">
                <a:pos x="connsiteX107280" y="connsiteY107280"/>
              </a:cxn>
              <a:cxn ang="0">
                <a:pos x="connsiteX107281" y="connsiteY107281"/>
              </a:cxn>
              <a:cxn ang="0">
                <a:pos x="connsiteX107282" y="connsiteY107282"/>
              </a:cxn>
              <a:cxn ang="0">
                <a:pos x="connsiteX107283" y="connsiteY107283"/>
              </a:cxn>
              <a:cxn ang="0">
                <a:pos x="connsiteX107284" y="connsiteY107284"/>
              </a:cxn>
              <a:cxn ang="0">
                <a:pos x="connsiteX107285" y="connsiteY107285"/>
              </a:cxn>
              <a:cxn ang="0">
                <a:pos x="connsiteX107286" y="connsiteY107286"/>
              </a:cxn>
              <a:cxn ang="0">
                <a:pos x="connsiteX107287" y="connsiteY107287"/>
              </a:cxn>
              <a:cxn ang="0">
                <a:pos x="connsiteX107288" y="connsiteY107288"/>
              </a:cxn>
              <a:cxn ang="0">
                <a:pos x="connsiteX107289" y="connsiteY107289"/>
              </a:cxn>
              <a:cxn ang="0">
                <a:pos x="connsiteX107290" y="connsiteY107290"/>
              </a:cxn>
              <a:cxn ang="0">
                <a:pos x="connsiteX107291" y="connsiteY107291"/>
              </a:cxn>
              <a:cxn ang="0">
                <a:pos x="connsiteX107292" y="connsiteY107292"/>
              </a:cxn>
              <a:cxn ang="0">
                <a:pos x="connsiteX107293" y="connsiteY107293"/>
              </a:cxn>
              <a:cxn ang="0">
                <a:pos x="connsiteX107294" y="connsiteY107294"/>
              </a:cxn>
              <a:cxn ang="0">
                <a:pos x="connsiteX107295" y="connsiteY107295"/>
              </a:cxn>
              <a:cxn ang="0">
                <a:pos x="connsiteX107296" y="connsiteY107296"/>
              </a:cxn>
              <a:cxn ang="0">
                <a:pos x="connsiteX107297" y="connsiteY107297"/>
              </a:cxn>
              <a:cxn ang="0">
                <a:pos x="connsiteX107298" y="connsiteY107298"/>
              </a:cxn>
              <a:cxn ang="0">
                <a:pos x="connsiteX107299" y="connsiteY107299"/>
              </a:cxn>
              <a:cxn ang="0">
                <a:pos x="connsiteX107300" y="connsiteY107300"/>
              </a:cxn>
              <a:cxn ang="0">
                <a:pos x="connsiteX107301" y="connsiteY107301"/>
              </a:cxn>
              <a:cxn ang="0">
                <a:pos x="connsiteX107302" y="connsiteY107302"/>
              </a:cxn>
              <a:cxn ang="0">
                <a:pos x="connsiteX107303" y="connsiteY107303"/>
              </a:cxn>
              <a:cxn ang="0">
                <a:pos x="connsiteX107304" y="connsiteY107304"/>
              </a:cxn>
              <a:cxn ang="0">
                <a:pos x="connsiteX107305" y="connsiteY107305"/>
              </a:cxn>
              <a:cxn ang="0">
                <a:pos x="connsiteX107306" y="connsiteY107306"/>
              </a:cxn>
              <a:cxn ang="0">
                <a:pos x="connsiteX107307" y="connsiteY107307"/>
              </a:cxn>
              <a:cxn ang="0">
                <a:pos x="connsiteX107308" y="connsiteY107308"/>
              </a:cxn>
              <a:cxn ang="0">
                <a:pos x="connsiteX107309" y="connsiteY107309"/>
              </a:cxn>
              <a:cxn ang="0">
                <a:pos x="connsiteX107310" y="connsiteY107310"/>
              </a:cxn>
              <a:cxn ang="0">
                <a:pos x="connsiteX107311" y="connsiteY107311"/>
              </a:cxn>
              <a:cxn ang="0">
                <a:pos x="connsiteX107312" y="connsiteY107312"/>
              </a:cxn>
              <a:cxn ang="0">
                <a:pos x="connsiteX107313" y="connsiteY107313"/>
              </a:cxn>
              <a:cxn ang="0">
                <a:pos x="connsiteX107314" y="connsiteY107314"/>
              </a:cxn>
              <a:cxn ang="0">
                <a:pos x="connsiteX107315" y="connsiteY107315"/>
              </a:cxn>
              <a:cxn ang="0">
                <a:pos x="connsiteX107316" y="connsiteY107316"/>
              </a:cxn>
              <a:cxn ang="0">
                <a:pos x="connsiteX107317" y="connsiteY107317"/>
              </a:cxn>
              <a:cxn ang="0">
                <a:pos x="connsiteX107318" y="connsiteY107318"/>
              </a:cxn>
              <a:cxn ang="0">
                <a:pos x="connsiteX107319" y="connsiteY107319"/>
              </a:cxn>
              <a:cxn ang="0">
                <a:pos x="connsiteX107320" y="connsiteY107320"/>
              </a:cxn>
              <a:cxn ang="0">
                <a:pos x="connsiteX107321" y="connsiteY107321"/>
              </a:cxn>
              <a:cxn ang="0">
                <a:pos x="connsiteX107322" y="connsiteY107322"/>
              </a:cxn>
              <a:cxn ang="0">
                <a:pos x="connsiteX107323" y="connsiteY107323"/>
              </a:cxn>
              <a:cxn ang="0">
                <a:pos x="connsiteX107324" y="connsiteY107324"/>
              </a:cxn>
              <a:cxn ang="0">
                <a:pos x="connsiteX107325" y="connsiteY107325"/>
              </a:cxn>
              <a:cxn ang="0">
                <a:pos x="connsiteX107326" y="connsiteY107326"/>
              </a:cxn>
              <a:cxn ang="0">
                <a:pos x="connsiteX107327" y="connsiteY107327"/>
              </a:cxn>
              <a:cxn ang="0">
                <a:pos x="connsiteX107328" y="connsiteY107328"/>
              </a:cxn>
              <a:cxn ang="0">
                <a:pos x="connsiteX107329" y="connsiteY107329"/>
              </a:cxn>
              <a:cxn ang="0">
                <a:pos x="connsiteX107330" y="connsiteY107330"/>
              </a:cxn>
              <a:cxn ang="0">
                <a:pos x="connsiteX107331" y="connsiteY107331"/>
              </a:cxn>
              <a:cxn ang="0">
                <a:pos x="connsiteX107332" y="connsiteY107332"/>
              </a:cxn>
              <a:cxn ang="0">
                <a:pos x="connsiteX107333" y="connsiteY107333"/>
              </a:cxn>
              <a:cxn ang="0">
                <a:pos x="connsiteX107334" y="connsiteY107334"/>
              </a:cxn>
              <a:cxn ang="0">
                <a:pos x="connsiteX107335" y="connsiteY107335"/>
              </a:cxn>
              <a:cxn ang="0">
                <a:pos x="connsiteX107336" y="connsiteY107336"/>
              </a:cxn>
              <a:cxn ang="0">
                <a:pos x="connsiteX107337" y="connsiteY107337"/>
              </a:cxn>
              <a:cxn ang="0">
                <a:pos x="connsiteX107338" y="connsiteY107338"/>
              </a:cxn>
              <a:cxn ang="0">
                <a:pos x="connsiteX107339" y="connsiteY107339"/>
              </a:cxn>
              <a:cxn ang="0">
                <a:pos x="connsiteX107340" y="connsiteY107340"/>
              </a:cxn>
              <a:cxn ang="0">
                <a:pos x="connsiteX107341" y="connsiteY107341"/>
              </a:cxn>
              <a:cxn ang="0">
                <a:pos x="connsiteX107342" y="connsiteY107342"/>
              </a:cxn>
              <a:cxn ang="0">
                <a:pos x="connsiteX107343" y="connsiteY107343"/>
              </a:cxn>
              <a:cxn ang="0">
                <a:pos x="connsiteX107344" y="connsiteY107344"/>
              </a:cxn>
              <a:cxn ang="0">
                <a:pos x="connsiteX107345" y="connsiteY107345"/>
              </a:cxn>
              <a:cxn ang="0">
                <a:pos x="connsiteX107346" y="connsiteY107346"/>
              </a:cxn>
              <a:cxn ang="0">
                <a:pos x="connsiteX107347" y="connsiteY107347"/>
              </a:cxn>
              <a:cxn ang="0">
                <a:pos x="connsiteX107348" y="connsiteY107348"/>
              </a:cxn>
              <a:cxn ang="0">
                <a:pos x="connsiteX107349" y="connsiteY107349"/>
              </a:cxn>
              <a:cxn ang="0">
                <a:pos x="connsiteX107350" y="connsiteY107350"/>
              </a:cxn>
              <a:cxn ang="0">
                <a:pos x="connsiteX107351" y="connsiteY107351"/>
              </a:cxn>
              <a:cxn ang="0">
                <a:pos x="connsiteX107352" y="connsiteY107352"/>
              </a:cxn>
              <a:cxn ang="0">
                <a:pos x="connsiteX107353" y="connsiteY107353"/>
              </a:cxn>
              <a:cxn ang="0">
                <a:pos x="connsiteX107354" y="connsiteY107354"/>
              </a:cxn>
              <a:cxn ang="0">
                <a:pos x="connsiteX107355" y="connsiteY107355"/>
              </a:cxn>
              <a:cxn ang="0">
                <a:pos x="connsiteX107356" y="connsiteY107356"/>
              </a:cxn>
              <a:cxn ang="0">
                <a:pos x="connsiteX107357" y="connsiteY107357"/>
              </a:cxn>
              <a:cxn ang="0">
                <a:pos x="connsiteX107358" y="connsiteY107358"/>
              </a:cxn>
              <a:cxn ang="0">
                <a:pos x="connsiteX107359" y="connsiteY107359"/>
              </a:cxn>
              <a:cxn ang="0">
                <a:pos x="connsiteX107360" y="connsiteY107360"/>
              </a:cxn>
              <a:cxn ang="0">
                <a:pos x="connsiteX107361" y="connsiteY107361"/>
              </a:cxn>
              <a:cxn ang="0">
                <a:pos x="connsiteX107362" y="connsiteY107362"/>
              </a:cxn>
              <a:cxn ang="0">
                <a:pos x="connsiteX107363" y="connsiteY107363"/>
              </a:cxn>
              <a:cxn ang="0">
                <a:pos x="connsiteX107364" y="connsiteY107364"/>
              </a:cxn>
              <a:cxn ang="0">
                <a:pos x="connsiteX107365" y="connsiteY107365"/>
              </a:cxn>
              <a:cxn ang="0">
                <a:pos x="connsiteX107366" y="connsiteY107366"/>
              </a:cxn>
              <a:cxn ang="0">
                <a:pos x="connsiteX107367" y="connsiteY107367"/>
              </a:cxn>
              <a:cxn ang="0">
                <a:pos x="connsiteX107368" y="connsiteY107368"/>
              </a:cxn>
              <a:cxn ang="0">
                <a:pos x="connsiteX107369" y="connsiteY107369"/>
              </a:cxn>
              <a:cxn ang="0">
                <a:pos x="connsiteX107370" y="connsiteY107370"/>
              </a:cxn>
              <a:cxn ang="0">
                <a:pos x="connsiteX107371" y="connsiteY107371"/>
              </a:cxn>
              <a:cxn ang="0">
                <a:pos x="connsiteX107372" y="connsiteY107372"/>
              </a:cxn>
              <a:cxn ang="0">
                <a:pos x="connsiteX107373" y="connsiteY107373"/>
              </a:cxn>
              <a:cxn ang="0">
                <a:pos x="connsiteX107374" y="connsiteY107374"/>
              </a:cxn>
              <a:cxn ang="0">
                <a:pos x="connsiteX107375" y="connsiteY107375"/>
              </a:cxn>
              <a:cxn ang="0">
                <a:pos x="connsiteX107376" y="connsiteY107376"/>
              </a:cxn>
              <a:cxn ang="0">
                <a:pos x="connsiteX107377" y="connsiteY107377"/>
              </a:cxn>
              <a:cxn ang="0">
                <a:pos x="connsiteX107378" y="connsiteY107378"/>
              </a:cxn>
              <a:cxn ang="0">
                <a:pos x="connsiteX107379" y="connsiteY107379"/>
              </a:cxn>
              <a:cxn ang="0">
                <a:pos x="connsiteX107380" y="connsiteY107380"/>
              </a:cxn>
              <a:cxn ang="0">
                <a:pos x="connsiteX107381" y="connsiteY107381"/>
              </a:cxn>
              <a:cxn ang="0">
                <a:pos x="connsiteX107382" y="connsiteY107382"/>
              </a:cxn>
              <a:cxn ang="0">
                <a:pos x="connsiteX107383" y="connsiteY107383"/>
              </a:cxn>
              <a:cxn ang="0">
                <a:pos x="connsiteX107384" y="connsiteY107384"/>
              </a:cxn>
              <a:cxn ang="0">
                <a:pos x="connsiteX107385" y="connsiteY107385"/>
              </a:cxn>
              <a:cxn ang="0">
                <a:pos x="connsiteX107386" y="connsiteY107386"/>
              </a:cxn>
              <a:cxn ang="0">
                <a:pos x="connsiteX107387" y="connsiteY107387"/>
              </a:cxn>
              <a:cxn ang="0">
                <a:pos x="connsiteX107388" y="connsiteY107388"/>
              </a:cxn>
              <a:cxn ang="0">
                <a:pos x="connsiteX107389" y="connsiteY107389"/>
              </a:cxn>
              <a:cxn ang="0">
                <a:pos x="connsiteX107390" y="connsiteY107390"/>
              </a:cxn>
              <a:cxn ang="0">
                <a:pos x="connsiteX107391" y="connsiteY107391"/>
              </a:cxn>
              <a:cxn ang="0">
                <a:pos x="connsiteX107392" y="connsiteY107392"/>
              </a:cxn>
              <a:cxn ang="0">
                <a:pos x="connsiteX107393" y="connsiteY107393"/>
              </a:cxn>
              <a:cxn ang="0">
                <a:pos x="connsiteX107394" y="connsiteY107394"/>
              </a:cxn>
              <a:cxn ang="0">
                <a:pos x="connsiteX107395" y="connsiteY107395"/>
              </a:cxn>
              <a:cxn ang="0">
                <a:pos x="connsiteX107396" y="connsiteY107396"/>
              </a:cxn>
              <a:cxn ang="0">
                <a:pos x="connsiteX107397" y="connsiteY107397"/>
              </a:cxn>
              <a:cxn ang="0">
                <a:pos x="connsiteX107398" y="connsiteY107398"/>
              </a:cxn>
              <a:cxn ang="0">
                <a:pos x="connsiteX107399" y="connsiteY107399"/>
              </a:cxn>
              <a:cxn ang="0">
                <a:pos x="connsiteX107400" y="connsiteY107400"/>
              </a:cxn>
              <a:cxn ang="0">
                <a:pos x="connsiteX107401" y="connsiteY107401"/>
              </a:cxn>
              <a:cxn ang="0">
                <a:pos x="connsiteX107402" y="connsiteY107402"/>
              </a:cxn>
              <a:cxn ang="0">
                <a:pos x="connsiteX107403" y="connsiteY107403"/>
              </a:cxn>
              <a:cxn ang="0">
                <a:pos x="connsiteX107404" y="connsiteY107404"/>
              </a:cxn>
              <a:cxn ang="0">
                <a:pos x="connsiteX107405" y="connsiteY107405"/>
              </a:cxn>
              <a:cxn ang="0">
                <a:pos x="connsiteX107406" y="connsiteY107406"/>
              </a:cxn>
              <a:cxn ang="0">
                <a:pos x="connsiteX107407" y="connsiteY107407"/>
              </a:cxn>
              <a:cxn ang="0">
                <a:pos x="connsiteX107408" y="connsiteY107408"/>
              </a:cxn>
              <a:cxn ang="0">
                <a:pos x="connsiteX107409" y="connsiteY107409"/>
              </a:cxn>
              <a:cxn ang="0">
                <a:pos x="connsiteX107410" y="connsiteY107410"/>
              </a:cxn>
              <a:cxn ang="0">
                <a:pos x="connsiteX107411" y="connsiteY107411"/>
              </a:cxn>
              <a:cxn ang="0">
                <a:pos x="connsiteX107412" y="connsiteY107412"/>
              </a:cxn>
              <a:cxn ang="0">
                <a:pos x="connsiteX107413" y="connsiteY107413"/>
              </a:cxn>
              <a:cxn ang="0">
                <a:pos x="connsiteX107414" y="connsiteY107414"/>
              </a:cxn>
              <a:cxn ang="0">
                <a:pos x="connsiteX107415" y="connsiteY107415"/>
              </a:cxn>
              <a:cxn ang="0">
                <a:pos x="connsiteX107416" y="connsiteY107416"/>
              </a:cxn>
              <a:cxn ang="0">
                <a:pos x="connsiteX107417" y="connsiteY107417"/>
              </a:cxn>
              <a:cxn ang="0">
                <a:pos x="connsiteX107418" y="connsiteY107418"/>
              </a:cxn>
              <a:cxn ang="0">
                <a:pos x="connsiteX107419" y="connsiteY107419"/>
              </a:cxn>
              <a:cxn ang="0">
                <a:pos x="connsiteX107420" y="connsiteY107420"/>
              </a:cxn>
              <a:cxn ang="0">
                <a:pos x="connsiteX107421" y="connsiteY107421"/>
              </a:cxn>
              <a:cxn ang="0">
                <a:pos x="connsiteX107422" y="connsiteY107422"/>
              </a:cxn>
              <a:cxn ang="0">
                <a:pos x="connsiteX107423" y="connsiteY107423"/>
              </a:cxn>
              <a:cxn ang="0">
                <a:pos x="connsiteX107424" y="connsiteY107424"/>
              </a:cxn>
              <a:cxn ang="0">
                <a:pos x="connsiteX107425" y="connsiteY107425"/>
              </a:cxn>
              <a:cxn ang="0">
                <a:pos x="connsiteX107426" y="connsiteY107426"/>
              </a:cxn>
              <a:cxn ang="0">
                <a:pos x="connsiteX107427" y="connsiteY107427"/>
              </a:cxn>
              <a:cxn ang="0">
                <a:pos x="connsiteX107428" y="connsiteY107428"/>
              </a:cxn>
              <a:cxn ang="0">
                <a:pos x="connsiteX107429" y="connsiteY107429"/>
              </a:cxn>
              <a:cxn ang="0">
                <a:pos x="connsiteX107430" y="connsiteY107430"/>
              </a:cxn>
              <a:cxn ang="0">
                <a:pos x="connsiteX107431" y="connsiteY107431"/>
              </a:cxn>
              <a:cxn ang="0">
                <a:pos x="connsiteX107432" y="connsiteY107432"/>
              </a:cxn>
              <a:cxn ang="0">
                <a:pos x="connsiteX107433" y="connsiteY107433"/>
              </a:cxn>
              <a:cxn ang="0">
                <a:pos x="connsiteX107434" y="connsiteY107434"/>
              </a:cxn>
              <a:cxn ang="0">
                <a:pos x="connsiteX107435" y="connsiteY107435"/>
              </a:cxn>
              <a:cxn ang="0">
                <a:pos x="connsiteX107436" y="connsiteY107436"/>
              </a:cxn>
              <a:cxn ang="0">
                <a:pos x="connsiteX107437" y="connsiteY107437"/>
              </a:cxn>
              <a:cxn ang="0">
                <a:pos x="connsiteX107438" y="connsiteY107438"/>
              </a:cxn>
              <a:cxn ang="0">
                <a:pos x="connsiteX107439" y="connsiteY107439"/>
              </a:cxn>
              <a:cxn ang="0">
                <a:pos x="connsiteX107440" y="connsiteY107440"/>
              </a:cxn>
              <a:cxn ang="0">
                <a:pos x="connsiteX107441" y="connsiteY107441"/>
              </a:cxn>
              <a:cxn ang="0">
                <a:pos x="connsiteX107442" y="connsiteY107442"/>
              </a:cxn>
              <a:cxn ang="0">
                <a:pos x="connsiteX107443" y="connsiteY107443"/>
              </a:cxn>
              <a:cxn ang="0">
                <a:pos x="connsiteX107444" y="connsiteY107444"/>
              </a:cxn>
              <a:cxn ang="0">
                <a:pos x="connsiteX107445" y="connsiteY107445"/>
              </a:cxn>
              <a:cxn ang="0">
                <a:pos x="connsiteX107446" y="connsiteY107446"/>
              </a:cxn>
              <a:cxn ang="0">
                <a:pos x="connsiteX107447" y="connsiteY107447"/>
              </a:cxn>
              <a:cxn ang="0">
                <a:pos x="connsiteX107448" y="connsiteY107448"/>
              </a:cxn>
              <a:cxn ang="0">
                <a:pos x="connsiteX107449" y="connsiteY107449"/>
              </a:cxn>
              <a:cxn ang="0">
                <a:pos x="connsiteX107450" y="connsiteY107450"/>
              </a:cxn>
              <a:cxn ang="0">
                <a:pos x="connsiteX107451" y="connsiteY107451"/>
              </a:cxn>
              <a:cxn ang="0">
                <a:pos x="connsiteX107452" y="connsiteY107452"/>
              </a:cxn>
              <a:cxn ang="0">
                <a:pos x="connsiteX107453" y="connsiteY107453"/>
              </a:cxn>
              <a:cxn ang="0">
                <a:pos x="connsiteX107454" y="connsiteY107454"/>
              </a:cxn>
              <a:cxn ang="0">
                <a:pos x="connsiteX107455" y="connsiteY107455"/>
              </a:cxn>
              <a:cxn ang="0">
                <a:pos x="connsiteX107456" y="connsiteY107456"/>
              </a:cxn>
              <a:cxn ang="0">
                <a:pos x="connsiteX107457" y="connsiteY107457"/>
              </a:cxn>
              <a:cxn ang="0">
                <a:pos x="connsiteX107458" y="connsiteY107458"/>
              </a:cxn>
              <a:cxn ang="0">
                <a:pos x="connsiteX107459" y="connsiteY107459"/>
              </a:cxn>
              <a:cxn ang="0">
                <a:pos x="connsiteX107460" y="connsiteY107460"/>
              </a:cxn>
              <a:cxn ang="0">
                <a:pos x="connsiteX107461" y="connsiteY107461"/>
              </a:cxn>
              <a:cxn ang="0">
                <a:pos x="connsiteX107462" y="connsiteY107462"/>
              </a:cxn>
              <a:cxn ang="0">
                <a:pos x="connsiteX107463" y="connsiteY107463"/>
              </a:cxn>
              <a:cxn ang="0">
                <a:pos x="connsiteX107464" y="connsiteY107464"/>
              </a:cxn>
              <a:cxn ang="0">
                <a:pos x="connsiteX107465" y="connsiteY107465"/>
              </a:cxn>
              <a:cxn ang="0">
                <a:pos x="connsiteX107466" y="connsiteY107466"/>
              </a:cxn>
              <a:cxn ang="0">
                <a:pos x="connsiteX107467" y="connsiteY107467"/>
              </a:cxn>
              <a:cxn ang="0">
                <a:pos x="connsiteX107468" y="connsiteY107468"/>
              </a:cxn>
              <a:cxn ang="0">
                <a:pos x="connsiteX107469" y="connsiteY107469"/>
              </a:cxn>
              <a:cxn ang="0">
                <a:pos x="connsiteX107470" y="connsiteY107470"/>
              </a:cxn>
              <a:cxn ang="0">
                <a:pos x="connsiteX107471" y="connsiteY107471"/>
              </a:cxn>
              <a:cxn ang="0">
                <a:pos x="connsiteX107472" y="connsiteY107472"/>
              </a:cxn>
              <a:cxn ang="0">
                <a:pos x="connsiteX107473" y="connsiteY107473"/>
              </a:cxn>
              <a:cxn ang="0">
                <a:pos x="connsiteX107474" y="connsiteY107474"/>
              </a:cxn>
              <a:cxn ang="0">
                <a:pos x="connsiteX107475" y="connsiteY107475"/>
              </a:cxn>
              <a:cxn ang="0">
                <a:pos x="connsiteX107476" y="connsiteY107476"/>
              </a:cxn>
              <a:cxn ang="0">
                <a:pos x="connsiteX107477" y="connsiteY107477"/>
              </a:cxn>
              <a:cxn ang="0">
                <a:pos x="connsiteX107478" y="connsiteY107478"/>
              </a:cxn>
              <a:cxn ang="0">
                <a:pos x="connsiteX107479" y="connsiteY107479"/>
              </a:cxn>
              <a:cxn ang="0">
                <a:pos x="connsiteX107480" y="connsiteY107480"/>
              </a:cxn>
              <a:cxn ang="0">
                <a:pos x="connsiteX107481" y="connsiteY107481"/>
              </a:cxn>
              <a:cxn ang="0">
                <a:pos x="connsiteX107482" y="connsiteY107482"/>
              </a:cxn>
              <a:cxn ang="0">
                <a:pos x="connsiteX107483" y="connsiteY107483"/>
              </a:cxn>
              <a:cxn ang="0">
                <a:pos x="connsiteX107484" y="connsiteY107484"/>
              </a:cxn>
              <a:cxn ang="0">
                <a:pos x="connsiteX107485" y="connsiteY107485"/>
              </a:cxn>
              <a:cxn ang="0">
                <a:pos x="connsiteX107486" y="connsiteY107486"/>
              </a:cxn>
              <a:cxn ang="0">
                <a:pos x="connsiteX107487" y="connsiteY107487"/>
              </a:cxn>
              <a:cxn ang="0">
                <a:pos x="connsiteX107488" y="connsiteY107488"/>
              </a:cxn>
              <a:cxn ang="0">
                <a:pos x="connsiteX107489" y="connsiteY107489"/>
              </a:cxn>
              <a:cxn ang="0">
                <a:pos x="connsiteX107490" y="connsiteY107490"/>
              </a:cxn>
              <a:cxn ang="0">
                <a:pos x="connsiteX107491" y="connsiteY107491"/>
              </a:cxn>
              <a:cxn ang="0">
                <a:pos x="connsiteX107492" y="connsiteY107492"/>
              </a:cxn>
              <a:cxn ang="0">
                <a:pos x="connsiteX107493" y="connsiteY107493"/>
              </a:cxn>
              <a:cxn ang="0">
                <a:pos x="connsiteX107494" y="connsiteY107494"/>
              </a:cxn>
              <a:cxn ang="0">
                <a:pos x="connsiteX107495" y="connsiteY107495"/>
              </a:cxn>
              <a:cxn ang="0">
                <a:pos x="connsiteX107496" y="connsiteY107496"/>
              </a:cxn>
              <a:cxn ang="0">
                <a:pos x="connsiteX107497" y="connsiteY107497"/>
              </a:cxn>
              <a:cxn ang="0">
                <a:pos x="connsiteX107498" y="connsiteY107498"/>
              </a:cxn>
              <a:cxn ang="0">
                <a:pos x="connsiteX107499" y="connsiteY107499"/>
              </a:cxn>
              <a:cxn ang="0">
                <a:pos x="connsiteX107500" y="connsiteY107500"/>
              </a:cxn>
              <a:cxn ang="0">
                <a:pos x="connsiteX107501" y="connsiteY107501"/>
              </a:cxn>
              <a:cxn ang="0">
                <a:pos x="connsiteX107502" y="connsiteY107502"/>
              </a:cxn>
              <a:cxn ang="0">
                <a:pos x="connsiteX107503" y="connsiteY107503"/>
              </a:cxn>
              <a:cxn ang="0">
                <a:pos x="connsiteX107504" y="connsiteY107504"/>
              </a:cxn>
              <a:cxn ang="0">
                <a:pos x="connsiteX107505" y="connsiteY107505"/>
              </a:cxn>
              <a:cxn ang="0">
                <a:pos x="connsiteX107506" y="connsiteY107506"/>
              </a:cxn>
              <a:cxn ang="0">
                <a:pos x="connsiteX107507" y="connsiteY107507"/>
              </a:cxn>
              <a:cxn ang="0">
                <a:pos x="connsiteX107508" y="connsiteY107508"/>
              </a:cxn>
              <a:cxn ang="0">
                <a:pos x="connsiteX107509" y="connsiteY107509"/>
              </a:cxn>
              <a:cxn ang="0">
                <a:pos x="connsiteX107510" y="connsiteY107510"/>
              </a:cxn>
              <a:cxn ang="0">
                <a:pos x="connsiteX107511" y="connsiteY107511"/>
              </a:cxn>
              <a:cxn ang="0">
                <a:pos x="connsiteX107512" y="connsiteY107512"/>
              </a:cxn>
              <a:cxn ang="0">
                <a:pos x="connsiteX107513" y="connsiteY107513"/>
              </a:cxn>
              <a:cxn ang="0">
                <a:pos x="connsiteX107514" y="connsiteY107514"/>
              </a:cxn>
              <a:cxn ang="0">
                <a:pos x="connsiteX107515" y="connsiteY107515"/>
              </a:cxn>
              <a:cxn ang="0">
                <a:pos x="connsiteX107516" y="connsiteY107516"/>
              </a:cxn>
              <a:cxn ang="0">
                <a:pos x="connsiteX107517" y="connsiteY107517"/>
              </a:cxn>
              <a:cxn ang="0">
                <a:pos x="connsiteX107518" y="connsiteY107518"/>
              </a:cxn>
              <a:cxn ang="0">
                <a:pos x="connsiteX107519" y="connsiteY107519"/>
              </a:cxn>
              <a:cxn ang="0">
                <a:pos x="connsiteX107520" y="connsiteY107520"/>
              </a:cxn>
              <a:cxn ang="0">
                <a:pos x="connsiteX107521" y="connsiteY107521"/>
              </a:cxn>
              <a:cxn ang="0">
                <a:pos x="connsiteX107522" y="connsiteY107522"/>
              </a:cxn>
              <a:cxn ang="0">
                <a:pos x="connsiteX107523" y="connsiteY107523"/>
              </a:cxn>
              <a:cxn ang="0">
                <a:pos x="connsiteX107524" y="connsiteY107524"/>
              </a:cxn>
              <a:cxn ang="0">
                <a:pos x="connsiteX107525" y="connsiteY107525"/>
              </a:cxn>
              <a:cxn ang="0">
                <a:pos x="connsiteX107526" y="connsiteY107526"/>
              </a:cxn>
              <a:cxn ang="0">
                <a:pos x="connsiteX107527" y="connsiteY107527"/>
              </a:cxn>
              <a:cxn ang="0">
                <a:pos x="connsiteX107528" y="connsiteY107528"/>
              </a:cxn>
              <a:cxn ang="0">
                <a:pos x="connsiteX107529" y="connsiteY107529"/>
              </a:cxn>
              <a:cxn ang="0">
                <a:pos x="connsiteX107530" y="connsiteY107530"/>
              </a:cxn>
              <a:cxn ang="0">
                <a:pos x="connsiteX107531" y="connsiteY107531"/>
              </a:cxn>
              <a:cxn ang="0">
                <a:pos x="connsiteX107532" y="connsiteY107532"/>
              </a:cxn>
              <a:cxn ang="0">
                <a:pos x="connsiteX107533" y="connsiteY107533"/>
              </a:cxn>
              <a:cxn ang="0">
                <a:pos x="connsiteX107534" y="connsiteY107534"/>
              </a:cxn>
              <a:cxn ang="0">
                <a:pos x="connsiteX107535" y="connsiteY107535"/>
              </a:cxn>
              <a:cxn ang="0">
                <a:pos x="connsiteX107536" y="connsiteY107536"/>
              </a:cxn>
              <a:cxn ang="0">
                <a:pos x="connsiteX107537" y="connsiteY107537"/>
              </a:cxn>
              <a:cxn ang="0">
                <a:pos x="connsiteX107538" y="connsiteY107538"/>
              </a:cxn>
              <a:cxn ang="0">
                <a:pos x="connsiteX107539" y="connsiteY107539"/>
              </a:cxn>
              <a:cxn ang="0">
                <a:pos x="connsiteX107540" y="connsiteY107540"/>
              </a:cxn>
              <a:cxn ang="0">
                <a:pos x="connsiteX107541" y="connsiteY107541"/>
              </a:cxn>
              <a:cxn ang="0">
                <a:pos x="connsiteX107542" y="connsiteY107542"/>
              </a:cxn>
              <a:cxn ang="0">
                <a:pos x="connsiteX107543" y="connsiteY107543"/>
              </a:cxn>
              <a:cxn ang="0">
                <a:pos x="connsiteX107544" y="connsiteY107544"/>
              </a:cxn>
              <a:cxn ang="0">
                <a:pos x="connsiteX107545" y="connsiteY107545"/>
              </a:cxn>
              <a:cxn ang="0">
                <a:pos x="connsiteX107546" y="connsiteY107546"/>
              </a:cxn>
              <a:cxn ang="0">
                <a:pos x="connsiteX107547" y="connsiteY107547"/>
              </a:cxn>
              <a:cxn ang="0">
                <a:pos x="connsiteX107548" y="connsiteY107548"/>
              </a:cxn>
              <a:cxn ang="0">
                <a:pos x="connsiteX107549" y="connsiteY107549"/>
              </a:cxn>
              <a:cxn ang="0">
                <a:pos x="connsiteX107550" y="connsiteY107550"/>
              </a:cxn>
              <a:cxn ang="0">
                <a:pos x="connsiteX107551" y="connsiteY107551"/>
              </a:cxn>
              <a:cxn ang="0">
                <a:pos x="connsiteX107552" y="connsiteY107552"/>
              </a:cxn>
              <a:cxn ang="0">
                <a:pos x="connsiteX107553" y="connsiteY107553"/>
              </a:cxn>
              <a:cxn ang="0">
                <a:pos x="connsiteX107554" y="connsiteY107554"/>
              </a:cxn>
              <a:cxn ang="0">
                <a:pos x="connsiteX107555" y="connsiteY107555"/>
              </a:cxn>
              <a:cxn ang="0">
                <a:pos x="connsiteX107556" y="connsiteY107556"/>
              </a:cxn>
              <a:cxn ang="0">
                <a:pos x="connsiteX107557" y="connsiteY107557"/>
              </a:cxn>
              <a:cxn ang="0">
                <a:pos x="connsiteX107558" y="connsiteY107558"/>
              </a:cxn>
              <a:cxn ang="0">
                <a:pos x="connsiteX107559" y="connsiteY107559"/>
              </a:cxn>
              <a:cxn ang="0">
                <a:pos x="connsiteX107560" y="connsiteY107560"/>
              </a:cxn>
              <a:cxn ang="0">
                <a:pos x="connsiteX107561" y="connsiteY107561"/>
              </a:cxn>
              <a:cxn ang="0">
                <a:pos x="connsiteX107562" y="connsiteY107562"/>
              </a:cxn>
              <a:cxn ang="0">
                <a:pos x="connsiteX107563" y="connsiteY107563"/>
              </a:cxn>
              <a:cxn ang="0">
                <a:pos x="connsiteX107564" y="connsiteY107564"/>
              </a:cxn>
              <a:cxn ang="0">
                <a:pos x="connsiteX107565" y="connsiteY107565"/>
              </a:cxn>
              <a:cxn ang="0">
                <a:pos x="connsiteX107566" y="connsiteY107566"/>
              </a:cxn>
              <a:cxn ang="0">
                <a:pos x="connsiteX107567" y="connsiteY107567"/>
              </a:cxn>
              <a:cxn ang="0">
                <a:pos x="connsiteX107568" y="connsiteY107568"/>
              </a:cxn>
              <a:cxn ang="0">
                <a:pos x="connsiteX107569" y="connsiteY107569"/>
              </a:cxn>
              <a:cxn ang="0">
                <a:pos x="connsiteX107570" y="connsiteY107570"/>
              </a:cxn>
              <a:cxn ang="0">
                <a:pos x="connsiteX107571" y="connsiteY107571"/>
              </a:cxn>
              <a:cxn ang="0">
                <a:pos x="connsiteX107572" y="connsiteY107572"/>
              </a:cxn>
              <a:cxn ang="0">
                <a:pos x="connsiteX107573" y="connsiteY107573"/>
              </a:cxn>
              <a:cxn ang="0">
                <a:pos x="connsiteX107574" y="connsiteY107574"/>
              </a:cxn>
              <a:cxn ang="0">
                <a:pos x="connsiteX107575" y="connsiteY107575"/>
              </a:cxn>
              <a:cxn ang="0">
                <a:pos x="connsiteX107576" y="connsiteY107576"/>
              </a:cxn>
              <a:cxn ang="0">
                <a:pos x="connsiteX107577" y="connsiteY107577"/>
              </a:cxn>
              <a:cxn ang="0">
                <a:pos x="connsiteX107578" y="connsiteY107578"/>
              </a:cxn>
              <a:cxn ang="0">
                <a:pos x="connsiteX107579" y="connsiteY107579"/>
              </a:cxn>
              <a:cxn ang="0">
                <a:pos x="connsiteX107580" y="connsiteY107580"/>
              </a:cxn>
              <a:cxn ang="0">
                <a:pos x="connsiteX107581" y="connsiteY107581"/>
              </a:cxn>
              <a:cxn ang="0">
                <a:pos x="connsiteX107582" y="connsiteY107582"/>
              </a:cxn>
              <a:cxn ang="0">
                <a:pos x="connsiteX107583" y="connsiteY107583"/>
              </a:cxn>
              <a:cxn ang="0">
                <a:pos x="connsiteX107584" y="connsiteY107584"/>
              </a:cxn>
              <a:cxn ang="0">
                <a:pos x="connsiteX107585" y="connsiteY107585"/>
              </a:cxn>
              <a:cxn ang="0">
                <a:pos x="connsiteX107586" y="connsiteY107586"/>
              </a:cxn>
              <a:cxn ang="0">
                <a:pos x="connsiteX107587" y="connsiteY107587"/>
              </a:cxn>
              <a:cxn ang="0">
                <a:pos x="connsiteX107588" y="connsiteY107588"/>
              </a:cxn>
              <a:cxn ang="0">
                <a:pos x="connsiteX107589" y="connsiteY107589"/>
              </a:cxn>
              <a:cxn ang="0">
                <a:pos x="connsiteX107590" y="connsiteY107590"/>
              </a:cxn>
              <a:cxn ang="0">
                <a:pos x="connsiteX107591" y="connsiteY107591"/>
              </a:cxn>
              <a:cxn ang="0">
                <a:pos x="connsiteX107592" y="connsiteY107592"/>
              </a:cxn>
              <a:cxn ang="0">
                <a:pos x="connsiteX107593" y="connsiteY107593"/>
              </a:cxn>
              <a:cxn ang="0">
                <a:pos x="connsiteX107594" y="connsiteY107594"/>
              </a:cxn>
              <a:cxn ang="0">
                <a:pos x="connsiteX107595" y="connsiteY107595"/>
              </a:cxn>
              <a:cxn ang="0">
                <a:pos x="connsiteX107596" y="connsiteY107596"/>
              </a:cxn>
              <a:cxn ang="0">
                <a:pos x="connsiteX107597" y="connsiteY107597"/>
              </a:cxn>
              <a:cxn ang="0">
                <a:pos x="connsiteX107598" y="connsiteY107598"/>
              </a:cxn>
              <a:cxn ang="0">
                <a:pos x="connsiteX107599" y="connsiteY107599"/>
              </a:cxn>
              <a:cxn ang="0">
                <a:pos x="connsiteX107600" y="connsiteY107600"/>
              </a:cxn>
              <a:cxn ang="0">
                <a:pos x="connsiteX107601" y="connsiteY107601"/>
              </a:cxn>
              <a:cxn ang="0">
                <a:pos x="connsiteX107602" y="connsiteY107602"/>
              </a:cxn>
              <a:cxn ang="0">
                <a:pos x="connsiteX107603" y="connsiteY107603"/>
              </a:cxn>
              <a:cxn ang="0">
                <a:pos x="connsiteX107604" y="connsiteY107604"/>
              </a:cxn>
              <a:cxn ang="0">
                <a:pos x="connsiteX107605" y="connsiteY107605"/>
              </a:cxn>
              <a:cxn ang="0">
                <a:pos x="connsiteX107606" y="connsiteY107606"/>
              </a:cxn>
              <a:cxn ang="0">
                <a:pos x="connsiteX107607" y="connsiteY107607"/>
              </a:cxn>
              <a:cxn ang="0">
                <a:pos x="connsiteX107608" y="connsiteY107608"/>
              </a:cxn>
              <a:cxn ang="0">
                <a:pos x="connsiteX107609" y="connsiteY107609"/>
              </a:cxn>
              <a:cxn ang="0">
                <a:pos x="connsiteX107610" y="connsiteY107610"/>
              </a:cxn>
              <a:cxn ang="0">
                <a:pos x="connsiteX107611" y="connsiteY107611"/>
              </a:cxn>
              <a:cxn ang="0">
                <a:pos x="connsiteX107612" y="connsiteY107612"/>
              </a:cxn>
              <a:cxn ang="0">
                <a:pos x="connsiteX107613" y="connsiteY107613"/>
              </a:cxn>
              <a:cxn ang="0">
                <a:pos x="connsiteX107614" y="connsiteY107614"/>
              </a:cxn>
              <a:cxn ang="0">
                <a:pos x="connsiteX107615" y="connsiteY107615"/>
              </a:cxn>
              <a:cxn ang="0">
                <a:pos x="connsiteX107616" y="connsiteY107616"/>
              </a:cxn>
              <a:cxn ang="0">
                <a:pos x="connsiteX107617" y="connsiteY107617"/>
              </a:cxn>
              <a:cxn ang="0">
                <a:pos x="connsiteX107618" y="connsiteY107618"/>
              </a:cxn>
              <a:cxn ang="0">
                <a:pos x="connsiteX107619" y="connsiteY107619"/>
              </a:cxn>
              <a:cxn ang="0">
                <a:pos x="connsiteX107620" y="connsiteY107620"/>
              </a:cxn>
              <a:cxn ang="0">
                <a:pos x="connsiteX107621" y="connsiteY107621"/>
              </a:cxn>
              <a:cxn ang="0">
                <a:pos x="connsiteX107622" y="connsiteY107622"/>
              </a:cxn>
              <a:cxn ang="0">
                <a:pos x="connsiteX107623" y="connsiteY107623"/>
              </a:cxn>
              <a:cxn ang="0">
                <a:pos x="connsiteX107624" y="connsiteY107624"/>
              </a:cxn>
              <a:cxn ang="0">
                <a:pos x="connsiteX107625" y="connsiteY107625"/>
              </a:cxn>
              <a:cxn ang="0">
                <a:pos x="connsiteX107626" y="connsiteY107626"/>
              </a:cxn>
              <a:cxn ang="0">
                <a:pos x="connsiteX107627" y="connsiteY107627"/>
              </a:cxn>
              <a:cxn ang="0">
                <a:pos x="connsiteX107628" y="connsiteY107628"/>
              </a:cxn>
              <a:cxn ang="0">
                <a:pos x="connsiteX107629" y="connsiteY107629"/>
              </a:cxn>
              <a:cxn ang="0">
                <a:pos x="connsiteX107630" y="connsiteY107630"/>
              </a:cxn>
              <a:cxn ang="0">
                <a:pos x="connsiteX107631" y="connsiteY107631"/>
              </a:cxn>
              <a:cxn ang="0">
                <a:pos x="connsiteX107632" y="connsiteY107632"/>
              </a:cxn>
              <a:cxn ang="0">
                <a:pos x="connsiteX107633" y="connsiteY107633"/>
              </a:cxn>
              <a:cxn ang="0">
                <a:pos x="connsiteX107634" y="connsiteY107634"/>
              </a:cxn>
              <a:cxn ang="0">
                <a:pos x="connsiteX107635" y="connsiteY107635"/>
              </a:cxn>
              <a:cxn ang="0">
                <a:pos x="connsiteX107636" y="connsiteY107636"/>
              </a:cxn>
              <a:cxn ang="0">
                <a:pos x="connsiteX107637" y="connsiteY107637"/>
              </a:cxn>
              <a:cxn ang="0">
                <a:pos x="connsiteX107638" y="connsiteY107638"/>
              </a:cxn>
              <a:cxn ang="0">
                <a:pos x="connsiteX107639" y="connsiteY107639"/>
              </a:cxn>
              <a:cxn ang="0">
                <a:pos x="connsiteX107640" y="connsiteY107640"/>
              </a:cxn>
              <a:cxn ang="0">
                <a:pos x="connsiteX107641" y="connsiteY107641"/>
              </a:cxn>
              <a:cxn ang="0">
                <a:pos x="connsiteX107642" y="connsiteY107642"/>
              </a:cxn>
              <a:cxn ang="0">
                <a:pos x="connsiteX107643" y="connsiteY107643"/>
              </a:cxn>
              <a:cxn ang="0">
                <a:pos x="connsiteX107644" y="connsiteY107644"/>
              </a:cxn>
              <a:cxn ang="0">
                <a:pos x="connsiteX107645" y="connsiteY107645"/>
              </a:cxn>
              <a:cxn ang="0">
                <a:pos x="connsiteX107646" y="connsiteY107646"/>
              </a:cxn>
              <a:cxn ang="0">
                <a:pos x="connsiteX107647" y="connsiteY107647"/>
              </a:cxn>
              <a:cxn ang="0">
                <a:pos x="connsiteX107648" y="connsiteY107648"/>
              </a:cxn>
              <a:cxn ang="0">
                <a:pos x="connsiteX107649" y="connsiteY107649"/>
              </a:cxn>
              <a:cxn ang="0">
                <a:pos x="connsiteX107650" y="connsiteY107650"/>
              </a:cxn>
              <a:cxn ang="0">
                <a:pos x="connsiteX107651" y="connsiteY107651"/>
              </a:cxn>
              <a:cxn ang="0">
                <a:pos x="connsiteX107652" y="connsiteY107652"/>
              </a:cxn>
              <a:cxn ang="0">
                <a:pos x="connsiteX107653" y="connsiteY107653"/>
              </a:cxn>
              <a:cxn ang="0">
                <a:pos x="connsiteX107654" y="connsiteY107654"/>
              </a:cxn>
              <a:cxn ang="0">
                <a:pos x="connsiteX107655" y="connsiteY107655"/>
              </a:cxn>
              <a:cxn ang="0">
                <a:pos x="connsiteX107656" y="connsiteY107656"/>
              </a:cxn>
              <a:cxn ang="0">
                <a:pos x="connsiteX107657" y="connsiteY107657"/>
              </a:cxn>
              <a:cxn ang="0">
                <a:pos x="connsiteX107658" y="connsiteY107658"/>
              </a:cxn>
              <a:cxn ang="0">
                <a:pos x="connsiteX107659" y="connsiteY107659"/>
              </a:cxn>
              <a:cxn ang="0">
                <a:pos x="connsiteX107660" y="connsiteY107660"/>
              </a:cxn>
              <a:cxn ang="0">
                <a:pos x="connsiteX107661" y="connsiteY107661"/>
              </a:cxn>
              <a:cxn ang="0">
                <a:pos x="connsiteX107662" y="connsiteY107662"/>
              </a:cxn>
              <a:cxn ang="0">
                <a:pos x="connsiteX107663" y="connsiteY107663"/>
              </a:cxn>
              <a:cxn ang="0">
                <a:pos x="connsiteX107664" y="connsiteY107664"/>
              </a:cxn>
              <a:cxn ang="0">
                <a:pos x="connsiteX107665" y="connsiteY107665"/>
              </a:cxn>
              <a:cxn ang="0">
                <a:pos x="connsiteX107666" y="connsiteY107666"/>
              </a:cxn>
              <a:cxn ang="0">
                <a:pos x="connsiteX107667" y="connsiteY107667"/>
              </a:cxn>
              <a:cxn ang="0">
                <a:pos x="connsiteX107668" y="connsiteY107668"/>
              </a:cxn>
              <a:cxn ang="0">
                <a:pos x="connsiteX107669" y="connsiteY107669"/>
              </a:cxn>
              <a:cxn ang="0">
                <a:pos x="connsiteX107670" y="connsiteY107670"/>
              </a:cxn>
              <a:cxn ang="0">
                <a:pos x="connsiteX107671" y="connsiteY107671"/>
              </a:cxn>
              <a:cxn ang="0">
                <a:pos x="connsiteX107672" y="connsiteY107672"/>
              </a:cxn>
              <a:cxn ang="0">
                <a:pos x="connsiteX107673" y="connsiteY107673"/>
              </a:cxn>
              <a:cxn ang="0">
                <a:pos x="connsiteX107674" y="connsiteY107674"/>
              </a:cxn>
              <a:cxn ang="0">
                <a:pos x="connsiteX107675" y="connsiteY107675"/>
              </a:cxn>
              <a:cxn ang="0">
                <a:pos x="connsiteX107676" y="connsiteY107676"/>
              </a:cxn>
              <a:cxn ang="0">
                <a:pos x="connsiteX107677" y="connsiteY107677"/>
              </a:cxn>
              <a:cxn ang="0">
                <a:pos x="connsiteX107678" y="connsiteY107678"/>
              </a:cxn>
              <a:cxn ang="0">
                <a:pos x="connsiteX107679" y="connsiteY107679"/>
              </a:cxn>
              <a:cxn ang="0">
                <a:pos x="connsiteX107680" y="connsiteY107680"/>
              </a:cxn>
              <a:cxn ang="0">
                <a:pos x="connsiteX107681" y="connsiteY107681"/>
              </a:cxn>
              <a:cxn ang="0">
                <a:pos x="connsiteX107682" y="connsiteY107682"/>
              </a:cxn>
              <a:cxn ang="0">
                <a:pos x="connsiteX107683" y="connsiteY107683"/>
              </a:cxn>
              <a:cxn ang="0">
                <a:pos x="connsiteX107684" y="connsiteY107684"/>
              </a:cxn>
              <a:cxn ang="0">
                <a:pos x="connsiteX107685" y="connsiteY107685"/>
              </a:cxn>
              <a:cxn ang="0">
                <a:pos x="connsiteX107686" y="connsiteY107686"/>
              </a:cxn>
              <a:cxn ang="0">
                <a:pos x="connsiteX107687" y="connsiteY107687"/>
              </a:cxn>
              <a:cxn ang="0">
                <a:pos x="connsiteX107688" y="connsiteY107688"/>
              </a:cxn>
              <a:cxn ang="0">
                <a:pos x="connsiteX107689" y="connsiteY107689"/>
              </a:cxn>
              <a:cxn ang="0">
                <a:pos x="connsiteX107690" y="connsiteY107690"/>
              </a:cxn>
              <a:cxn ang="0">
                <a:pos x="connsiteX107691" y="connsiteY107691"/>
              </a:cxn>
              <a:cxn ang="0">
                <a:pos x="connsiteX107692" y="connsiteY107692"/>
              </a:cxn>
              <a:cxn ang="0">
                <a:pos x="connsiteX107693" y="connsiteY107693"/>
              </a:cxn>
              <a:cxn ang="0">
                <a:pos x="connsiteX107694" y="connsiteY107694"/>
              </a:cxn>
              <a:cxn ang="0">
                <a:pos x="connsiteX107695" y="connsiteY107695"/>
              </a:cxn>
              <a:cxn ang="0">
                <a:pos x="connsiteX107696" y="connsiteY107696"/>
              </a:cxn>
              <a:cxn ang="0">
                <a:pos x="connsiteX107697" y="connsiteY107697"/>
              </a:cxn>
              <a:cxn ang="0">
                <a:pos x="connsiteX107698" y="connsiteY107698"/>
              </a:cxn>
              <a:cxn ang="0">
                <a:pos x="connsiteX107699" y="connsiteY107699"/>
              </a:cxn>
              <a:cxn ang="0">
                <a:pos x="connsiteX107700" y="connsiteY107700"/>
              </a:cxn>
              <a:cxn ang="0">
                <a:pos x="connsiteX107701" y="connsiteY107701"/>
              </a:cxn>
              <a:cxn ang="0">
                <a:pos x="connsiteX107702" y="connsiteY107702"/>
              </a:cxn>
              <a:cxn ang="0">
                <a:pos x="connsiteX107703" y="connsiteY107703"/>
              </a:cxn>
              <a:cxn ang="0">
                <a:pos x="connsiteX107704" y="connsiteY107704"/>
              </a:cxn>
              <a:cxn ang="0">
                <a:pos x="connsiteX107705" y="connsiteY107705"/>
              </a:cxn>
              <a:cxn ang="0">
                <a:pos x="connsiteX107706" y="connsiteY107706"/>
              </a:cxn>
              <a:cxn ang="0">
                <a:pos x="connsiteX107707" y="connsiteY107707"/>
              </a:cxn>
              <a:cxn ang="0">
                <a:pos x="connsiteX107708" y="connsiteY107708"/>
              </a:cxn>
              <a:cxn ang="0">
                <a:pos x="connsiteX107709" y="connsiteY107709"/>
              </a:cxn>
              <a:cxn ang="0">
                <a:pos x="connsiteX107710" y="connsiteY107710"/>
              </a:cxn>
              <a:cxn ang="0">
                <a:pos x="connsiteX107711" y="connsiteY107711"/>
              </a:cxn>
              <a:cxn ang="0">
                <a:pos x="connsiteX107712" y="connsiteY107712"/>
              </a:cxn>
              <a:cxn ang="0">
                <a:pos x="connsiteX107713" y="connsiteY107713"/>
              </a:cxn>
              <a:cxn ang="0">
                <a:pos x="connsiteX107714" y="connsiteY107714"/>
              </a:cxn>
              <a:cxn ang="0">
                <a:pos x="connsiteX107715" y="connsiteY107715"/>
              </a:cxn>
              <a:cxn ang="0">
                <a:pos x="connsiteX107716" y="connsiteY107716"/>
              </a:cxn>
              <a:cxn ang="0">
                <a:pos x="connsiteX107717" y="connsiteY107717"/>
              </a:cxn>
              <a:cxn ang="0">
                <a:pos x="connsiteX107718" y="connsiteY107718"/>
              </a:cxn>
              <a:cxn ang="0">
                <a:pos x="connsiteX107719" y="connsiteY107719"/>
              </a:cxn>
              <a:cxn ang="0">
                <a:pos x="connsiteX107720" y="connsiteY107720"/>
              </a:cxn>
              <a:cxn ang="0">
                <a:pos x="connsiteX107721" y="connsiteY107721"/>
              </a:cxn>
              <a:cxn ang="0">
                <a:pos x="connsiteX107722" y="connsiteY107722"/>
              </a:cxn>
              <a:cxn ang="0">
                <a:pos x="connsiteX107723" y="connsiteY107723"/>
              </a:cxn>
              <a:cxn ang="0">
                <a:pos x="connsiteX107724" y="connsiteY107724"/>
              </a:cxn>
              <a:cxn ang="0">
                <a:pos x="connsiteX107725" y="connsiteY107725"/>
              </a:cxn>
              <a:cxn ang="0">
                <a:pos x="connsiteX107726" y="connsiteY107726"/>
              </a:cxn>
              <a:cxn ang="0">
                <a:pos x="connsiteX107727" y="connsiteY107727"/>
              </a:cxn>
              <a:cxn ang="0">
                <a:pos x="connsiteX107728" y="connsiteY107728"/>
              </a:cxn>
              <a:cxn ang="0">
                <a:pos x="connsiteX107729" y="connsiteY107729"/>
              </a:cxn>
              <a:cxn ang="0">
                <a:pos x="connsiteX107730" y="connsiteY107730"/>
              </a:cxn>
              <a:cxn ang="0">
                <a:pos x="connsiteX107731" y="connsiteY107731"/>
              </a:cxn>
              <a:cxn ang="0">
                <a:pos x="connsiteX107732" y="connsiteY107732"/>
              </a:cxn>
              <a:cxn ang="0">
                <a:pos x="connsiteX107733" y="connsiteY107733"/>
              </a:cxn>
              <a:cxn ang="0">
                <a:pos x="connsiteX107734" y="connsiteY107734"/>
              </a:cxn>
              <a:cxn ang="0">
                <a:pos x="connsiteX107735" y="connsiteY107735"/>
              </a:cxn>
              <a:cxn ang="0">
                <a:pos x="connsiteX107736" y="connsiteY107736"/>
              </a:cxn>
              <a:cxn ang="0">
                <a:pos x="connsiteX107737" y="connsiteY107737"/>
              </a:cxn>
              <a:cxn ang="0">
                <a:pos x="connsiteX107738" y="connsiteY107738"/>
              </a:cxn>
              <a:cxn ang="0">
                <a:pos x="connsiteX107739" y="connsiteY107739"/>
              </a:cxn>
              <a:cxn ang="0">
                <a:pos x="connsiteX107740" y="connsiteY107740"/>
              </a:cxn>
              <a:cxn ang="0">
                <a:pos x="connsiteX107741" y="connsiteY107741"/>
              </a:cxn>
              <a:cxn ang="0">
                <a:pos x="connsiteX107742" y="connsiteY107742"/>
              </a:cxn>
              <a:cxn ang="0">
                <a:pos x="connsiteX107743" y="connsiteY107743"/>
              </a:cxn>
              <a:cxn ang="0">
                <a:pos x="connsiteX107744" y="connsiteY107744"/>
              </a:cxn>
              <a:cxn ang="0">
                <a:pos x="connsiteX107745" y="connsiteY107745"/>
              </a:cxn>
              <a:cxn ang="0">
                <a:pos x="connsiteX107746" y="connsiteY107746"/>
              </a:cxn>
              <a:cxn ang="0">
                <a:pos x="connsiteX107747" y="connsiteY107747"/>
              </a:cxn>
              <a:cxn ang="0">
                <a:pos x="connsiteX107748" y="connsiteY107748"/>
              </a:cxn>
              <a:cxn ang="0">
                <a:pos x="connsiteX107749" y="connsiteY107749"/>
              </a:cxn>
              <a:cxn ang="0">
                <a:pos x="connsiteX107750" y="connsiteY107750"/>
              </a:cxn>
              <a:cxn ang="0">
                <a:pos x="connsiteX107751" y="connsiteY107751"/>
              </a:cxn>
              <a:cxn ang="0">
                <a:pos x="connsiteX107752" y="connsiteY107752"/>
              </a:cxn>
              <a:cxn ang="0">
                <a:pos x="connsiteX107753" y="connsiteY107753"/>
              </a:cxn>
              <a:cxn ang="0">
                <a:pos x="connsiteX107754" y="connsiteY107754"/>
              </a:cxn>
              <a:cxn ang="0">
                <a:pos x="connsiteX107755" y="connsiteY107755"/>
              </a:cxn>
              <a:cxn ang="0">
                <a:pos x="connsiteX107756" y="connsiteY107756"/>
              </a:cxn>
              <a:cxn ang="0">
                <a:pos x="connsiteX107757" y="connsiteY107757"/>
              </a:cxn>
              <a:cxn ang="0">
                <a:pos x="connsiteX107758" y="connsiteY107758"/>
              </a:cxn>
              <a:cxn ang="0">
                <a:pos x="connsiteX107759" y="connsiteY107759"/>
              </a:cxn>
              <a:cxn ang="0">
                <a:pos x="connsiteX107760" y="connsiteY107760"/>
              </a:cxn>
              <a:cxn ang="0">
                <a:pos x="connsiteX107761" y="connsiteY107761"/>
              </a:cxn>
              <a:cxn ang="0">
                <a:pos x="connsiteX107762" y="connsiteY107762"/>
              </a:cxn>
              <a:cxn ang="0">
                <a:pos x="connsiteX107763" y="connsiteY107763"/>
              </a:cxn>
              <a:cxn ang="0">
                <a:pos x="connsiteX107764" y="connsiteY107764"/>
              </a:cxn>
              <a:cxn ang="0">
                <a:pos x="connsiteX107765" y="connsiteY107765"/>
              </a:cxn>
              <a:cxn ang="0">
                <a:pos x="connsiteX107766" y="connsiteY107766"/>
              </a:cxn>
              <a:cxn ang="0">
                <a:pos x="connsiteX107767" y="connsiteY107767"/>
              </a:cxn>
              <a:cxn ang="0">
                <a:pos x="connsiteX107768" y="connsiteY107768"/>
              </a:cxn>
              <a:cxn ang="0">
                <a:pos x="connsiteX107769" y="connsiteY107769"/>
              </a:cxn>
              <a:cxn ang="0">
                <a:pos x="connsiteX107770" y="connsiteY107770"/>
              </a:cxn>
              <a:cxn ang="0">
                <a:pos x="connsiteX107771" y="connsiteY107771"/>
              </a:cxn>
              <a:cxn ang="0">
                <a:pos x="connsiteX107772" y="connsiteY107772"/>
              </a:cxn>
              <a:cxn ang="0">
                <a:pos x="connsiteX107773" y="connsiteY107773"/>
              </a:cxn>
              <a:cxn ang="0">
                <a:pos x="connsiteX107774" y="connsiteY107774"/>
              </a:cxn>
              <a:cxn ang="0">
                <a:pos x="connsiteX107775" y="connsiteY107775"/>
              </a:cxn>
              <a:cxn ang="0">
                <a:pos x="connsiteX107776" y="connsiteY107776"/>
              </a:cxn>
              <a:cxn ang="0">
                <a:pos x="connsiteX107777" y="connsiteY107777"/>
              </a:cxn>
              <a:cxn ang="0">
                <a:pos x="connsiteX107778" y="connsiteY107778"/>
              </a:cxn>
              <a:cxn ang="0">
                <a:pos x="connsiteX107779" y="connsiteY107779"/>
              </a:cxn>
              <a:cxn ang="0">
                <a:pos x="connsiteX107780" y="connsiteY107780"/>
              </a:cxn>
              <a:cxn ang="0">
                <a:pos x="connsiteX107781" y="connsiteY107781"/>
              </a:cxn>
              <a:cxn ang="0">
                <a:pos x="connsiteX107782" y="connsiteY107782"/>
              </a:cxn>
              <a:cxn ang="0">
                <a:pos x="connsiteX107783" y="connsiteY107783"/>
              </a:cxn>
              <a:cxn ang="0">
                <a:pos x="connsiteX107784" y="connsiteY107784"/>
              </a:cxn>
              <a:cxn ang="0">
                <a:pos x="connsiteX107785" y="connsiteY107785"/>
              </a:cxn>
              <a:cxn ang="0">
                <a:pos x="connsiteX107786" y="connsiteY107786"/>
              </a:cxn>
              <a:cxn ang="0">
                <a:pos x="connsiteX107787" y="connsiteY107787"/>
              </a:cxn>
              <a:cxn ang="0">
                <a:pos x="connsiteX107788" y="connsiteY107788"/>
              </a:cxn>
              <a:cxn ang="0">
                <a:pos x="connsiteX107789" y="connsiteY107789"/>
              </a:cxn>
              <a:cxn ang="0">
                <a:pos x="connsiteX107790" y="connsiteY107790"/>
              </a:cxn>
              <a:cxn ang="0">
                <a:pos x="connsiteX107791" y="connsiteY107791"/>
              </a:cxn>
              <a:cxn ang="0">
                <a:pos x="connsiteX107792" y="connsiteY107792"/>
              </a:cxn>
              <a:cxn ang="0">
                <a:pos x="connsiteX107793" y="connsiteY107793"/>
              </a:cxn>
              <a:cxn ang="0">
                <a:pos x="connsiteX107794" y="connsiteY107794"/>
              </a:cxn>
              <a:cxn ang="0">
                <a:pos x="connsiteX107795" y="connsiteY107795"/>
              </a:cxn>
              <a:cxn ang="0">
                <a:pos x="connsiteX107796" y="connsiteY107796"/>
              </a:cxn>
              <a:cxn ang="0">
                <a:pos x="connsiteX107797" y="connsiteY107797"/>
              </a:cxn>
              <a:cxn ang="0">
                <a:pos x="connsiteX107798" y="connsiteY107798"/>
              </a:cxn>
              <a:cxn ang="0">
                <a:pos x="connsiteX107799" y="connsiteY107799"/>
              </a:cxn>
              <a:cxn ang="0">
                <a:pos x="connsiteX107800" y="connsiteY107800"/>
              </a:cxn>
              <a:cxn ang="0">
                <a:pos x="connsiteX107801" y="connsiteY107801"/>
              </a:cxn>
              <a:cxn ang="0">
                <a:pos x="connsiteX107802" y="connsiteY107802"/>
              </a:cxn>
              <a:cxn ang="0">
                <a:pos x="connsiteX107803" y="connsiteY107803"/>
              </a:cxn>
              <a:cxn ang="0">
                <a:pos x="connsiteX107804" y="connsiteY107804"/>
              </a:cxn>
              <a:cxn ang="0">
                <a:pos x="connsiteX107805" y="connsiteY107805"/>
              </a:cxn>
              <a:cxn ang="0">
                <a:pos x="connsiteX107806" y="connsiteY107806"/>
              </a:cxn>
              <a:cxn ang="0">
                <a:pos x="connsiteX107807" y="connsiteY107807"/>
              </a:cxn>
              <a:cxn ang="0">
                <a:pos x="connsiteX107808" y="connsiteY107808"/>
              </a:cxn>
              <a:cxn ang="0">
                <a:pos x="connsiteX107809" y="connsiteY107809"/>
              </a:cxn>
              <a:cxn ang="0">
                <a:pos x="connsiteX107810" y="connsiteY107810"/>
              </a:cxn>
              <a:cxn ang="0">
                <a:pos x="connsiteX107811" y="connsiteY107811"/>
              </a:cxn>
              <a:cxn ang="0">
                <a:pos x="connsiteX107812" y="connsiteY107812"/>
              </a:cxn>
              <a:cxn ang="0">
                <a:pos x="connsiteX107813" y="connsiteY107813"/>
              </a:cxn>
              <a:cxn ang="0">
                <a:pos x="connsiteX107814" y="connsiteY107814"/>
              </a:cxn>
              <a:cxn ang="0">
                <a:pos x="connsiteX107815" y="connsiteY107815"/>
              </a:cxn>
              <a:cxn ang="0">
                <a:pos x="connsiteX107816" y="connsiteY107816"/>
              </a:cxn>
              <a:cxn ang="0">
                <a:pos x="connsiteX107817" y="connsiteY107817"/>
              </a:cxn>
              <a:cxn ang="0">
                <a:pos x="connsiteX107818" y="connsiteY107818"/>
              </a:cxn>
              <a:cxn ang="0">
                <a:pos x="connsiteX107819" y="connsiteY107819"/>
              </a:cxn>
              <a:cxn ang="0">
                <a:pos x="connsiteX107820" y="connsiteY107820"/>
              </a:cxn>
              <a:cxn ang="0">
                <a:pos x="connsiteX107821" y="connsiteY107821"/>
              </a:cxn>
              <a:cxn ang="0">
                <a:pos x="connsiteX107822" y="connsiteY107822"/>
              </a:cxn>
              <a:cxn ang="0">
                <a:pos x="connsiteX107823" y="connsiteY107823"/>
              </a:cxn>
              <a:cxn ang="0">
                <a:pos x="connsiteX107824" y="connsiteY107824"/>
              </a:cxn>
              <a:cxn ang="0">
                <a:pos x="connsiteX107825" y="connsiteY107825"/>
              </a:cxn>
              <a:cxn ang="0">
                <a:pos x="connsiteX107826" y="connsiteY107826"/>
              </a:cxn>
              <a:cxn ang="0">
                <a:pos x="connsiteX107827" y="connsiteY107827"/>
              </a:cxn>
              <a:cxn ang="0">
                <a:pos x="connsiteX107828" y="connsiteY107828"/>
              </a:cxn>
              <a:cxn ang="0">
                <a:pos x="connsiteX107829" y="connsiteY107829"/>
              </a:cxn>
              <a:cxn ang="0">
                <a:pos x="connsiteX107830" y="connsiteY107830"/>
              </a:cxn>
              <a:cxn ang="0">
                <a:pos x="connsiteX107831" y="connsiteY107831"/>
              </a:cxn>
              <a:cxn ang="0">
                <a:pos x="connsiteX107832" y="connsiteY107832"/>
              </a:cxn>
              <a:cxn ang="0">
                <a:pos x="connsiteX107833" y="connsiteY107833"/>
              </a:cxn>
              <a:cxn ang="0">
                <a:pos x="connsiteX107834" y="connsiteY107834"/>
              </a:cxn>
              <a:cxn ang="0">
                <a:pos x="connsiteX107835" y="connsiteY107835"/>
              </a:cxn>
              <a:cxn ang="0">
                <a:pos x="connsiteX107836" y="connsiteY107836"/>
              </a:cxn>
              <a:cxn ang="0">
                <a:pos x="connsiteX107837" y="connsiteY107837"/>
              </a:cxn>
              <a:cxn ang="0">
                <a:pos x="connsiteX107838" y="connsiteY107838"/>
              </a:cxn>
              <a:cxn ang="0">
                <a:pos x="connsiteX107839" y="connsiteY107839"/>
              </a:cxn>
              <a:cxn ang="0">
                <a:pos x="connsiteX107840" y="connsiteY107840"/>
              </a:cxn>
              <a:cxn ang="0">
                <a:pos x="connsiteX107841" y="connsiteY107841"/>
              </a:cxn>
              <a:cxn ang="0">
                <a:pos x="connsiteX107842" y="connsiteY107842"/>
              </a:cxn>
              <a:cxn ang="0">
                <a:pos x="connsiteX107843" y="connsiteY107843"/>
              </a:cxn>
              <a:cxn ang="0">
                <a:pos x="connsiteX107844" y="connsiteY107844"/>
              </a:cxn>
              <a:cxn ang="0">
                <a:pos x="connsiteX107845" y="connsiteY107845"/>
              </a:cxn>
              <a:cxn ang="0">
                <a:pos x="connsiteX107846" y="connsiteY107846"/>
              </a:cxn>
              <a:cxn ang="0">
                <a:pos x="connsiteX107847" y="connsiteY107847"/>
              </a:cxn>
              <a:cxn ang="0">
                <a:pos x="connsiteX107848" y="connsiteY107848"/>
              </a:cxn>
              <a:cxn ang="0">
                <a:pos x="connsiteX107849" y="connsiteY107849"/>
              </a:cxn>
              <a:cxn ang="0">
                <a:pos x="connsiteX107850" y="connsiteY107850"/>
              </a:cxn>
              <a:cxn ang="0">
                <a:pos x="connsiteX107851" y="connsiteY107851"/>
              </a:cxn>
              <a:cxn ang="0">
                <a:pos x="connsiteX107852" y="connsiteY107852"/>
              </a:cxn>
              <a:cxn ang="0">
                <a:pos x="connsiteX107853" y="connsiteY107853"/>
              </a:cxn>
              <a:cxn ang="0">
                <a:pos x="connsiteX107854" y="connsiteY107854"/>
              </a:cxn>
              <a:cxn ang="0">
                <a:pos x="connsiteX107855" y="connsiteY107855"/>
              </a:cxn>
              <a:cxn ang="0">
                <a:pos x="connsiteX107856" y="connsiteY107856"/>
              </a:cxn>
              <a:cxn ang="0">
                <a:pos x="connsiteX107857" y="connsiteY107857"/>
              </a:cxn>
              <a:cxn ang="0">
                <a:pos x="connsiteX107858" y="connsiteY107858"/>
              </a:cxn>
              <a:cxn ang="0">
                <a:pos x="connsiteX107859" y="connsiteY107859"/>
              </a:cxn>
              <a:cxn ang="0">
                <a:pos x="connsiteX107860" y="connsiteY107860"/>
              </a:cxn>
              <a:cxn ang="0">
                <a:pos x="connsiteX107861" y="connsiteY107861"/>
              </a:cxn>
              <a:cxn ang="0">
                <a:pos x="connsiteX107862" y="connsiteY107862"/>
              </a:cxn>
              <a:cxn ang="0">
                <a:pos x="connsiteX107863" y="connsiteY107863"/>
              </a:cxn>
              <a:cxn ang="0">
                <a:pos x="connsiteX107864" y="connsiteY107864"/>
              </a:cxn>
              <a:cxn ang="0">
                <a:pos x="connsiteX107865" y="connsiteY107865"/>
              </a:cxn>
              <a:cxn ang="0">
                <a:pos x="connsiteX107866" y="connsiteY107866"/>
              </a:cxn>
              <a:cxn ang="0">
                <a:pos x="connsiteX107867" y="connsiteY107867"/>
              </a:cxn>
              <a:cxn ang="0">
                <a:pos x="connsiteX107868" y="connsiteY107868"/>
              </a:cxn>
              <a:cxn ang="0">
                <a:pos x="connsiteX107869" y="connsiteY107869"/>
              </a:cxn>
              <a:cxn ang="0">
                <a:pos x="connsiteX107870" y="connsiteY107870"/>
              </a:cxn>
              <a:cxn ang="0">
                <a:pos x="connsiteX107871" y="connsiteY107871"/>
              </a:cxn>
              <a:cxn ang="0">
                <a:pos x="connsiteX107872" y="connsiteY107872"/>
              </a:cxn>
              <a:cxn ang="0">
                <a:pos x="connsiteX107873" y="connsiteY107873"/>
              </a:cxn>
              <a:cxn ang="0">
                <a:pos x="connsiteX107874" y="connsiteY107874"/>
              </a:cxn>
              <a:cxn ang="0">
                <a:pos x="connsiteX107875" y="connsiteY107875"/>
              </a:cxn>
              <a:cxn ang="0">
                <a:pos x="connsiteX107876" y="connsiteY107876"/>
              </a:cxn>
              <a:cxn ang="0">
                <a:pos x="connsiteX107877" y="connsiteY107877"/>
              </a:cxn>
              <a:cxn ang="0">
                <a:pos x="connsiteX107878" y="connsiteY107878"/>
              </a:cxn>
              <a:cxn ang="0">
                <a:pos x="connsiteX107879" y="connsiteY107879"/>
              </a:cxn>
              <a:cxn ang="0">
                <a:pos x="connsiteX107880" y="connsiteY107880"/>
              </a:cxn>
              <a:cxn ang="0">
                <a:pos x="connsiteX107881" y="connsiteY107881"/>
              </a:cxn>
              <a:cxn ang="0">
                <a:pos x="connsiteX107882" y="connsiteY107882"/>
              </a:cxn>
              <a:cxn ang="0">
                <a:pos x="connsiteX107883" y="connsiteY107883"/>
              </a:cxn>
              <a:cxn ang="0">
                <a:pos x="connsiteX107884" y="connsiteY107884"/>
              </a:cxn>
              <a:cxn ang="0">
                <a:pos x="connsiteX107885" y="connsiteY107885"/>
              </a:cxn>
              <a:cxn ang="0">
                <a:pos x="connsiteX107886" y="connsiteY107886"/>
              </a:cxn>
              <a:cxn ang="0">
                <a:pos x="connsiteX107887" y="connsiteY107887"/>
              </a:cxn>
              <a:cxn ang="0">
                <a:pos x="connsiteX107888" y="connsiteY107888"/>
              </a:cxn>
              <a:cxn ang="0">
                <a:pos x="connsiteX107889" y="connsiteY107889"/>
              </a:cxn>
              <a:cxn ang="0">
                <a:pos x="connsiteX107890" y="connsiteY107890"/>
              </a:cxn>
              <a:cxn ang="0">
                <a:pos x="connsiteX107891" y="connsiteY107891"/>
              </a:cxn>
              <a:cxn ang="0">
                <a:pos x="connsiteX107892" y="connsiteY107892"/>
              </a:cxn>
              <a:cxn ang="0">
                <a:pos x="connsiteX107893" y="connsiteY107893"/>
              </a:cxn>
              <a:cxn ang="0">
                <a:pos x="connsiteX107894" y="connsiteY107894"/>
              </a:cxn>
              <a:cxn ang="0">
                <a:pos x="connsiteX107895" y="connsiteY107895"/>
              </a:cxn>
              <a:cxn ang="0">
                <a:pos x="connsiteX107896" y="connsiteY107896"/>
              </a:cxn>
              <a:cxn ang="0">
                <a:pos x="connsiteX107897" y="connsiteY107897"/>
              </a:cxn>
              <a:cxn ang="0">
                <a:pos x="connsiteX107898" y="connsiteY107898"/>
              </a:cxn>
              <a:cxn ang="0">
                <a:pos x="connsiteX107899" y="connsiteY107899"/>
              </a:cxn>
              <a:cxn ang="0">
                <a:pos x="connsiteX107900" y="connsiteY107900"/>
              </a:cxn>
              <a:cxn ang="0">
                <a:pos x="connsiteX107901" y="connsiteY107901"/>
              </a:cxn>
              <a:cxn ang="0">
                <a:pos x="connsiteX107902" y="connsiteY107902"/>
              </a:cxn>
              <a:cxn ang="0">
                <a:pos x="connsiteX107903" y="connsiteY107903"/>
              </a:cxn>
              <a:cxn ang="0">
                <a:pos x="connsiteX107904" y="connsiteY107904"/>
              </a:cxn>
              <a:cxn ang="0">
                <a:pos x="connsiteX107905" y="connsiteY107905"/>
              </a:cxn>
              <a:cxn ang="0">
                <a:pos x="connsiteX107906" y="connsiteY107906"/>
              </a:cxn>
              <a:cxn ang="0">
                <a:pos x="connsiteX107907" y="connsiteY107907"/>
              </a:cxn>
              <a:cxn ang="0">
                <a:pos x="connsiteX107908" y="connsiteY107908"/>
              </a:cxn>
              <a:cxn ang="0">
                <a:pos x="connsiteX107909" y="connsiteY107909"/>
              </a:cxn>
              <a:cxn ang="0">
                <a:pos x="connsiteX107910" y="connsiteY107910"/>
              </a:cxn>
              <a:cxn ang="0">
                <a:pos x="connsiteX107911" y="connsiteY107911"/>
              </a:cxn>
              <a:cxn ang="0">
                <a:pos x="connsiteX107912" y="connsiteY107912"/>
              </a:cxn>
              <a:cxn ang="0">
                <a:pos x="connsiteX107913" y="connsiteY107913"/>
              </a:cxn>
              <a:cxn ang="0">
                <a:pos x="connsiteX107914" y="connsiteY107914"/>
              </a:cxn>
              <a:cxn ang="0">
                <a:pos x="connsiteX107915" y="connsiteY107915"/>
              </a:cxn>
              <a:cxn ang="0">
                <a:pos x="connsiteX107916" y="connsiteY107916"/>
              </a:cxn>
              <a:cxn ang="0">
                <a:pos x="connsiteX107917" y="connsiteY107917"/>
              </a:cxn>
              <a:cxn ang="0">
                <a:pos x="connsiteX107918" y="connsiteY107918"/>
              </a:cxn>
              <a:cxn ang="0">
                <a:pos x="connsiteX107919" y="connsiteY107919"/>
              </a:cxn>
              <a:cxn ang="0">
                <a:pos x="connsiteX107920" y="connsiteY107920"/>
              </a:cxn>
              <a:cxn ang="0">
                <a:pos x="connsiteX107921" y="connsiteY107921"/>
              </a:cxn>
              <a:cxn ang="0">
                <a:pos x="connsiteX107922" y="connsiteY107922"/>
              </a:cxn>
              <a:cxn ang="0">
                <a:pos x="connsiteX107923" y="connsiteY107923"/>
              </a:cxn>
              <a:cxn ang="0">
                <a:pos x="connsiteX107924" y="connsiteY107924"/>
              </a:cxn>
              <a:cxn ang="0">
                <a:pos x="connsiteX107925" y="connsiteY107925"/>
              </a:cxn>
              <a:cxn ang="0">
                <a:pos x="connsiteX107926" y="connsiteY107926"/>
              </a:cxn>
              <a:cxn ang="0">
                <a:pos x="connsiteX107927" y="connsiteY107927"/>
              </a:cxn>
              <a:cxn ang="0">
                <a:pos x="connsiteX107928" y="connsiteY107928"/>
              </a:cxn>
              <a:cxn ang="0">
                <a:pos x="connsiteX107929" y="connsiteY107929"/>
              </a:cxn>
              <a:cxn ang="0">
                <a:pos x="connsiteX107930" y="connsiteY107930"/>
              </a:cxn>
              <a:cxn ang="0">
                <a:pos x="connsiteX107931" y="connsiteY107931"/>
              </a:cxn>
              <a:cxn ang="0">
                <a:pos x="connsiteX107932" y="connsiteY107932"/>
              </a:cxn>
              <a:cxn ang="0">
                <a:pos x="connsiteX107933" y="connsiteY107933"/>
              </a:cxn>
              <a:cxn ang="0">
                <a:pos x="connsiteX107934" y="connsiteY107934"/>
              </a:cxn>
              <a:cxn ang="0">
                <a:pos x="connsiteX107935" y="connsiteY107935"/>
              </a:cxn>
              <a:cxn ang="0">
                <a:pos x="connsiteX107936" y="connsiteY107936"/>
              </a:cxn>
              <a:cxn ang="0">
                <a:pos x="connsiteX107937" y="connsiteY107937"/>
              </a:cxn>
              <a:cxn ang="0">
                <a:pos x="connsiteX107938" y="connsiteY107938"/>
              </a:cxn>
              <a:cxn ang="0">
                <a:pos x="connsiteX107939" y="connsiteY107939"/>
              </a:cxn>
              <a:cxn ang="0">
                <a:pos x="connsiteX107940" y="connsiteY107940"/>
              </a:cxn>
              <a:cxn ang="0">
                <a:pos x="connsiteX107941" y="connsiteY107941"/>
              </a:cxn>
              <a:cxn ang="0">
                <a:pos x="connsiteX107942" y="connsiteY107942"/>
              </a:cxn>
              <a:cxn ang="0">
                <a:pos x="connsiteX107943" y="connsiteY107943"/>
              </a:cxn>
              <a:cxn ang="0">
                <a:pos x="connsiteX107944" y="connsiteY107944"/>
              </a:cxn>
              <a:cxn ang="0">
                <a:pos x="connsiteX107945" y="connsiteY107945"/>
              </a:cxn>
              <a:cxn ang="0">
                <a:pos x="connsiteX107946" y="connsiteY107946"/>
              </a:cxn>
              <a:cxn ang="0">
                <a:pos x="connsiteX107947" y="connsiteY107947"/>
              </a:cxn>
              <a:cxn ang="0">
                <a:pos x="connsiteX107948" y="connsiteY107948"/>
              </a:cxn>
              <a:cxn ang="0">
                <a:pos x="connsiteX107949" y="connsiteY107949"/>
              </a:cxn>
              <a:cxn ang="0">
                <a:pos x="connsiteX107950" y="connsiteY107950"/>
              </a:cxn>
              <a:cxn ang="0">
                <a:pos x="connsiteX107951" y="connsiteY107951"/>
              </a:cxn>
              <a:cxn ang="0">
                <a:pos x="connsiteX107952" y="connsiteY107952"/>
              </a:cxn>
              <a:cxn ang="0">
                <a:pos x="connsiteX107953" y="connsiteY107953"/>
              </a:cxn>
              <a:cxn ang="0">
                <a:pos x="connsiteX107954" y="connsiteY107954"/>
              </a:cxn>
              <a:cxn ang="0">
                <a:pos x="connsiteX107955" y="connsiteY107955"/>
              </a:cxn>
              <a:cxn ang="0">
                <a:pos x="connsiteX107956" y="connsiteY107956"/>
              </a:cxn>
              <a:cxn ang="0">
                <a:pos x="connsiteX107957" y="connsiteY107957"/>
              </a:cxn>
              <a:cxn ang="0">
                <a:pos x="connsiteX107958" y="connsiteY107958"/>
              </a:cxn>
              <a:cxn ang="0">
                <a:pos x="connsiteX107959" y="connsiteY107959"/>
              </a:cxn>
              <a:cxn ang="0">
                <a:pos x="connsiteX107960" y="connsiteY107960"/>
              </a:cxn>
              <a:cxn ang="0">
                <a:pos x="connsiteX107961" y="connsiteY107961"/>
              </a:cxn>
              <a:cxn ang="0">
                <a:pos x="connsiteX107962" y="connsiteY107962"/>
              </a:cxn>
              <a:cxn ang="0">
                <a:pos x="connsiteX107963" y="connsiteY107963"/>
              </a:cxn>
              <a:cxn ang="0">
                <a:pos x="connsiteX107964" y="connsiteY107964"/>
              </a:cxn>
              <a:cxn ang="0">
                <a:pos x="connsiteX107965" y="connsiteY107965"/>
              </a:cxn>
              <a:cxn ang="0">
                <a:pos x="connsiteX107966" y="connsiteY107966"/>
              </a:cxn>
              <a:cxn ang="0">
                <a:pos x="connsiteX107967" y="connsiteY107967"/>
              </a:cxn>
              <a:cxn ang="0">
                <a:pos x="connsiteX107968" y="connsiteY107968"/>
              </a:cxn>
              <a:cxn ang="0">
                <a:pos x="connsiteX107969" y="connsiteY107969"/>
              </a:cxn>
              <a:cxn ang="0">
                <a:pos x="connsiteX107970" y="connsiteY107970"/>
              </a:cxn>
              <a:cxn ang="0">
                <a:pos x="connsiteX107971" y="connsiteY107971"/>
              </a:cxn>
              <a:cxn ang="0">
                <a:pos x="connsiteX107972" y="connsiteY107972"/>
              </a:cxn>
              <a:cxn ang="0">
                <a:pos x="connsiteX107973" y="connsiteY107973"/>
              </a:cxn>
              <a:cxn ang="0">
                <a:pos x="connsiteX107974" y="connsiteY107974"/>
              </a:cxn>
              <a:cxn ang="0">
                <a:pos x="connsiteX107975" y="connsiteY107975"/>
              </a:cxn>
              <a:cxn ang="0">
                <a:pos x="connsiteX107976" y="connsiteY107976"/>
              </a:cxn>
              <a:cxn ang="0">
                <a:pos x="connsiteX107977" y="connsiteY107977"/>
              </a:cxn>
              <a:cxn ang="0">
                <a:pos x="connsiteX107978" y="connsiteY107978"/>
              </a:cxn>
              <a:cxn ang="0">
                <a:pos x="connsiteX107979" y="connsiteY107979"/>
              </a:cxn>
              <a:cxn ang="0">
                <a:pos x="connsiteX107980" y="connsiteY107980"/>
              </a:cxn>
              <a:cxn ang="0">
                <a:pos x="connsiteX107981" y="connsiteY107981"/>
              </a:cxn>
              <a:cxn ang="0">
                <a:pos x="connsiteX107982" y="connsiteY107982"/>
              </a:cxn>
              <a:cxn ang="0">
                <a:pos x="connsiteX107983" y="connsiteY107983"/>
              </a:cxn>
              <a:cxn ang="0">
                <a:pos x="connsiteX107984" y="connsiteY107984"/>
              </a:cxn>
              <a:cxn ang="0">
                <a:pos x="connsiteX107985" y="connsiteY107985"/>
              </a:cxn>
              <a:cxn ang="0">
                <a:pos x="connsiteX107986" y="connsiteY107986"/>
              </a:cxn>
              <a:cxn ang="0">
                <a:pos x="connsiteX107987" y="connsiteY107987"/>
              </a:cxn>
              <a:cxn ang="0">
                <a:pos x="connsiteX107988" y="connsiteY107988"/>
              </a:cxn>
              <a:cxn ang="0">
                <a:pos x="connsiteX107989" y="connsiteY107989"/>
              </a:cxn>
              <a:cxn ang="0">
                <a:pos x="connsiteX107990" y="connsiteY107990"/>
              </a:cxn>
              <a:cxn ang="0">
                <a:pos x="connsiteX107991" y="connsiteY107991"/>
              </a:cxn>
              <a:cxn ang="0">
                <a:pos x="connsiteX107992" y="connsiteY107992"/>
              </a:cxn>
              <a:cxn ang="0">
                <a:pos x="connsiteX107993" y="connsiteY107993"/>
              </a:cxn>
              <a:cxn ang="0">
                <a:pos x="connsiteX107994" y="connsiteY107994"/>
              </a:cxn>
              <a:cxn ang="0">
                <a:pos x="connsiteX107995" y="connsiteY107995"/>
              </a:cxn>
              <a:cxn ang="0">
                <a:pos x="connsiteX107996" y="connsiteY107996"/>
              </a:cxn>
              <a:cxn ang="0">
                <a:pos x="connsiteX107997" y="connsiteY107997"/>
              </a:cxn>
              <a:cxn ang="0">
                <a:pos x="connsiteX107998" y="connsiteY107998"/>
              </a:cxn>
              <a:cxn ang="0">
                <a:pos x="connsiteX107999" y="connsiteY107999"/>
              </a:cxn>
              <a:cxn ang="0">
                <a:pos x="connsiteX108000" y="connsiteY108000"/>
              </a:cxn>
              <a:cxn ang="0">
                <a:pos x="connsiteX108001" y="connsiteY108001"/>
              </a:cxn>
              <a:cxn ang="0">
                <a:pos x="connsiteX108002" y="connsiteY108002"/>
              </a:cxn>
              <a:cxn ang="0">
                <a:pos x="connsiteX108003" y="connsiteY108003"/>
              </a:cxn>
              <a:cxn ang="0">
                <a:pos x="connsiteX108004" y="connsiteY108004"/>
              </a:cxn>
              <a:cxn ang="0">
                <a:pos x="connsiteX108005" y="connsiteY108005"/>
              </a:cxn>
              <a:cxn ang="0">
                <a:pos x="connsiteX108006" y="connsiteY108006"/>
              </a:cxn>
              <a:cxn ang="0">
                <a:pos x="connsiteX108007" y="connsiteY108007"/>
              </a:cxn>
              <a:cxn ang="0">
                <a:pos x="connsiteX108008" y="connsiteY108008"/>
              </a:cxn>
              <a:cxn ang="0">
                <a:pos x="connsiteX108009" y="connsiteY108009"/>
              </a:cxn>
              <a:cxn ang="0">
                <a:pos x="connsiteX108010" y="connsiteY108010"/>
              </a:cxn>
              <a:cxn ang="0">
                <a:pos x="connsiteX108011" y="connsiteY108011"/>
              </a:cxn>
              <a:cxn ang="0">
                <a:pos x="connsiteX108012" y="connsiteY108012"/>
              </a:cxn>
              <a:cxn ang="0">
                <a:pos x="connsiteX108013" y="connsiteY108013"/>
              </a:cxn>
              <a:cxn ang="0">
                <a:pos x="connsiteX108014" y="connsiteY108014"/>
              </a:cxn>
              <a:cxn ang="0">
                <a:pos x="connsiteX108015" y="connsiteY108015"/>
              </a:cxn>
              <a:cxn ang="0">
                <a:pos x="connsiteX108016" y="connsiteY108016"/>
              </a:cxn>
              <a:cxn ang="0">
                <a:pos x="connsiteX108017" y="connsiteY108017"/>
              </a:cxn>
              <a:cxn ang="0">
                <a:pos x="connsiteX108018" y="connsiteY108018"/>
              </a:cxn>
              <a:cxn ang="0">
                <a:pos x="connsiteX108019" y="connsiteY108019"/>
              </a:cxn>
              <a:cxn ang="0">
                <a:pos x="connsiteX108020" y="connsiteY108020"/>
              </a:cxn>
              <a:cxn ang="0">
                <a:pos x="connsiteX108021" y="connsiteY108021"/>
              </a:cxn>
              <a:cxn ang="0">
                <a:pos x="connsiteX108022" y="connsiteY108022"/>
              </a:cxn>
              <a:cxn ang="0">
                <a:pos x="connsiteX108023" y="connsiteY108023"/>
              </a:cxn>
              <a:cxn ang="0">
                <a:pos x="connsiteX108024" y="connsiteY108024"/>
              </a:cxn>
              <a:cxn ang="0">
                <a:pos x="connsiteX108025" y="connsiteY108025"/>
              </a:cxn>
              <a:cxn ang="0">
                <a:pos x="connsiteX108026" y="connsiteY108026"/>
              </a:cxn>
              <a:cxn ang="0">
                <a:pos x="connsiteX108027" y="connsiteY108027"/>
              </a:cxn>
              <a:cxn ang="0">
                <a:pos x="connsiteX108028" y="connsiteY108028"/>
              </a:cxn>
              <a:cxn ang="0">
                <a:pos x="connsiteX108029" y="connsiteY108029"/>
              </a:cxn>
              <a:cxn ang="0">
                <a:pos x="connsiteX108030" y="connsiteY108030"/>
              </a:cxn>
              <a:cxn ang="0">
                <a:pos x="connsiteX108031" y="connsiteY108031"/>
              </a:cxn>
              <a:cxn ang="0">
                <a:pos x="connsiteX108032" y="connsiteY108032"/>
              </a:cxn>
              <a:cxn ang="0">
                <a:pos x="connsiteX108033" y="connsiteY108033"/>
              </a:cxn>
              <a:cxn ang="0">
                <a:pos x="connsiteX108034" y="connsiteY108034"/>
              </a:cxn>
              <a:cxn ang="0">
                <a:pos x="connsiteX108035" y="connsiteY108035"/>
              </a:cxn>
              <a:cxn ang="0">
                <a:pos x="connsiteX108036" y="connsiteY108036"/>
              </a:cxn>
              <a:cxn ang="0">
                <a:pos x="connsiteX108037" y="connsiteY108037"/>
              </a:cxn>
              <a:cxn ang="0">
                <a:pos x="connsiteX108038" y="connsiteY108038"/>
              </a:cxn>
              <a:cxn ang="0">
                <a:pos x="connsiteX108039" y="connsiteY108039"/>
              </a:cxn>
              <a:cxn ang="0">
                <a:pos x="connsiteX108040" y="connsiteY108040"/>
              </a:cxn>
              <a:cxn ang="0">
                <a:pos x="connsiteX108041" y="connsiteY108041"/>
              </a:cxn>
              <a:cxn ang="0">
                <a:pos x="connsiteX108042" y="connsiteY108042"/>
              </a:cxn>
              <a:cxn ang="0">
                <a:pos x="connsiteX108043" y="connsiteY108043"/>
              </a:cxn>
              <a:cxn ang="0">
                <a:pos x="connsiteX108044" y="connsiteY108044"/>
              </a:cxn>
              <a:cxn ang="0">
                <a:pos x="connsiteX108045" y="connsiteY108045"/>
              </a:cxn>
              <a:cxn ang="0">
                <a:pos x="connsiteX108046" y="connsiteY108046"/>
              </a:cxn>
              <a:cxn ang="0">
                <a:pos x="connsiteX108047" y="connsiteY108047"/>
              </a:cxn>
              <a:cxn ang="0">
                <a:pos x="connsiteX108048" y="connsiteY108048"/>
              </a:cxn>
              <a:cxn ang="0">
                <a:pos x="connsiteX108049" y="connsiteY108049"/>
              </a:cxn>
              <a:cxn ang="0">
                <a:pos x="connsiteX108050" y="connsiteY108050"/>
              </a:cxn>
              <a:cxn ang="0">
                <a:pos x="connsiteX108051" y="connsiteY108051"/>
              </a:cxn>
              <a:cxn ang="0">
                <a:pos x="connsiteX108052" y="connsiteY108052"/>
              </a:cxn>
              <a:cxn ang="0">
                <a:pos x="connsiteX108053" y="connsiteY108053"/>
              </a:cxn>
              <a:cxn ang="0">
                <a:pos x="connsiteX108054" y="connsiteY108054"/>
              </a:cxn>
              <a:cxn ang="0">
                <a:pos x="connsiteX108055" y="connsiteY108055"/>
              </a:cxn>
              <a:cxn ang="0">
                <a:pos x="connsiteX108056" y="connsiteY108056"/>
              </a:cxn>
              <a:cxn ang="0">
                <a:pos x="connsiteX108057" y="connsiteY108057"/>
              </a:cxn>
              <a:cxn ang="0">
                <a:pos x="connsiteX108058" y="connsiteY108058"/>
              </a:cxn>
              <a:cxn ang="0">
                <a:pos x="connsiteX108059" y="connsiteY108059"/>
              </a:cxn>
              <a:cxn ang="0">
                <a:pos x="connsiteX108060" y="connsiteY108060"/>
              </a:cxn>
              <a:cxn ang="0">
                <a:pos x="connsiteX108061" y="connsiteY108061"/>
              </a:cxn>
              <a:cxn ang="0">
                <a:pos x="connsiteX108062" y="connsiteY108062"/>
              </a:cxn>
              <a:cxn ang="0">
                <a:pos x="connsiteX108063" y="connsiteY108063"/>
              </a:cxn>
              <a:cxn ang="0">
                <a:pos x="connsiteX108064" y="connsiteY108064"/>
              </a:cxn>
              <a:cxn ang="0">
                <a:pos x="connsiteX108065" y="connsiteY108065"/>
              </a:cxn>
              <a:cxn ang="0">
                <a:pos x="connsiteX108066" y="connsiteY108066"/>
              </a:cxn>
              <a:cxn ang="0">
                <a:pos x="connsiteX108067" y="connsiteY108067"/>
              </a:cxn>
              <a:cxn ang="0">
                <a:pos x="connsiteX108068" y="connsiteY108068"/>
              </a:cxn>
              <a:cxn ang="0">
                <a:pos x="connsiteX108069" y="connsiteY108069"/>
              </a:cxn>
              <a:cxn ang="0">
                <a:pos x="connsiteX108070" y="connsiteY108070"/>
              </a:cxn>
              <a:cxn ang="0">
                <a:pos x="connsiteX108071" y="connsiteY108071"/>
              </a:cxn>
              <a:cxn ang="0">
                <a:pos x="connsiteX108072" y="connsiteY108072"/>
              </a:cxn>
              <a:cxn ang="0">
                <a:pos x="connsiteX108073" y="connsiteY108073"/>
              </a:cxn>
              <a:cxn ang="0">
                <a:pos x="connsiteX108074" y="connsiteY108074"/>
              </a:cxn>
              <a:cxn ang="0">
                <a:pos x="connsiteX108075" y="connsiteY108075"/>
              </a:cxn>
              <a:cxn ang="0">
                <a:pos x="connsiteX108076" y="connsiteY108076"/>
              </a:cxn>
              <a:cxn ang="0">
                <a:pos x="connsiteX108077" y="connsiteY108077"/>
              </a:cxn>
              <a:cxn ang="0">
                <a:pos x="connsiteX108078" y="connsiteY108078"/>
              </a:cxn>
              <a:cxn ang="0">
                <a:pos x="connsiteX108079" y="connsiteY108079"/>
              </a:cxn>
              <a:cxn ang="0">
                <a:pos x="connsiteX108080" y="connsiteY108080"/>
              </a:cxn>
              <a:cxn ang="0">
                <a:pos x="connsiteX108081" y="connsiteY108081"/>
              </a:cxn>
              <a:cxn ang="0">
                <a:pos x="connsiteX108082" y="connsiteY108082"/>
              </a:cxn>
              <a:cxn ang="0">
                <a:pos x="connsiteX108083" y="connsiteY108083"/>
              </a:cxn>
              <a:cxn ang="0">
                <a:pos x="connsiteX108084" y="connsiteY108084"/>
              </a:cxn>
              <a:cxn ang="0">
                <a:pos x="connsiteX108085" y="connsiteY108085"/>
              </a:cxn>
              <a:cxn ang="0">
                <a:pos x="connsiteX108086" y="connsiteY108086"/>
              </a:cxn>
              <a:cxn ang="0">
                <a:pos x="connsiteX108087" y="connsiteY108087"/>
              </a:cxn>
              <a:cxn ang="0">
                <a:pos x="connsiteX108088" y="connsiteY108088"/>
              </a:cxn>
              <a:cxn ang="0">
                <a:pos x="connsiteX108089" y="connsiteY108089"/>
              </a:cxn>
              <a:cxn ang="0">
                <a:pos x="connsiteX108090" y="connsiteY108090"/>
              </a:cxn>
              <a:cxn ang="0">
                <a:pos x="connsiteX108091" y="connsiteY108091"/>
              </a:cxn>
              <a:cxn ang="0">
                <a:pos x="connsiteX108092" y="connsiteY108092"/>
              </a:cxn>
              <a:cxn ang="0">
                <a:pos x="connsiteX108093" y="connsiteY108093"/>
              </a:cxn>
              <a:cxn ang="0">
                <a:pos x="connsiteX108094" y="connsiteY108094"/>
              </a:cxn>
              <a:cxn ang="0">
                <a:pos x="connsiteX108095" y="connsiteY108095"/>
              </a:cxn>
              <a:cxn ang="0">
                <a:pos x="connsiteX108096" y="connsiteY108096"/>
              </a:cxn>
              <a:cxn ang="0">
                <a:pos x="connsiteX108097" y="connsiteY108097"/>
              </a:cxn>
              <a:cxn ang="0">
                <a:pos x="connsiteX108098" y="connsiteY108098"/>
              </a:cxn>
              <a:cxn ang="0">
                <a:pos x="connsiteX108099" y="connsiteY108099"/>
              </a:cxn>
              <a:cxn ang="0">
                <a:pos x="connsiteX108100" y="connsiteY108100"/>
              </a:cxn>
              <a:cxn ang="0">
                <a:pos x="connsiteX108101" y="connsiteY108101"/>
              </a:cxn>
              <a:cxn ang="0">
                <a:pos x="connsiteX108102" y="connsiteY108102"/>
              </a:cxn>
              <a:cxn ang="0">
                <a:pos x="connsiteX108103" y="connsiteY108103"/>
              </a:cxn>
              <a:cxn ang="0">
                <a:pos x="connsiteX108104" y="connsiteY108104"/>
              </a:cxn>
              <a:cxn ang="0">
                <a:pos x="connsiteX108105" y="connsiteY108105"/>
              </a:cxn>
              <a:cxn ang="0">
                <a:pos x="connsiteX108106" y="connsiteY108106"/>
              </a:cxn>
              <a:cxn ang="0">
                <a:pos x="connsiteX108107" y="connsiteY108107"/>
              </a:cxn>
              <a:cxn ang="0">
                <a:pos x="connsiteX108108" y="connsiteY108108"/>
              </a:cxn>
              <a:cxn ang="0">
                <a:pos x="connsiteX108109" y="connsiteY108109"/>
              </a:cxn>
              <a:cxn ang="0">
                <a:pos x="connsiteX108110" y="connsiteY108110"/>
              </a:cxn>
              <a:cxn ang="0">
                <a:pos x="connsiteX108111" y="connsiteY108111"/>
              </a:cxn>
              <a:cxn ang="0">
                <a:pos x="connsiteX108112" y="connsiteY108112"/>
              </a:cxn>
              <a:cxn ang="0">
                <a:pos x="connsiteX108113" y="connsiteY108113"/>
              </a:cxn>
              <a:cxn ang="0">
                <a:pos x="connsiteX108114" y="connsiteY108114"/>
              </a:cxn>
              <a:cxn ang="0">
                <a:pos x="connsiteX108115" y="connsiteY108115"/>
              </a:cxn>
              <a:cxn ang="0">
                <a:pos x="connsiteX108116" y="connsiteY108116"/>
              </a:cxn>
              <a:cxn ang="0">
                <a:pos x="connsiteX108117" y="connsiteY108117"/>
              </a:cxn>
              <a:cxn ang="0">
                <a:pos x="connsiteX108118" y="connsiteY108118"/>
              </a:cxn>
              <a:cxn ang="0">
                <a:pos x="connsiteX108119" y="connsiteY108119"/>
              </a:cxn>
              <a:cxn ang="0">
                <a:pos x="connsiteX108120" y="connsiteY108120"/>
              </a:cxn>
              <a:cxn ang="0">
                <a:pos x="connsiteX108121" y="connsiteY108121"/>
              </a:cxn>
              <a:cxn ang="0">
                <a:pos x="connsiteX108122" y="connsiteY108122"/>
              </a:cxn>
              <a:cxn ang="0">
                <a:pos x="connsiteX108123" y="connsiteY108123"/>
              </a:cxn>
              <a:cxn ang="0">
                <a:pos x="connsiteX108124" y="connsiteY108124"/>
              </a:cxn>
              <a:cxn ang="0">
                <a:pos x="connsiteX108125" y="connsiteY108125"/>
              </a:cxn>
              <a:cxn ang="0">
                <a:pos x="connsiteX108126" y="connsiteY108126"/>
              </a:cxn>
              <a:cxn ang="0">
                <a:pos x="connsiteX108127" y="connsiteY108127"/>
              </a:cxn>
              <a:cxn ang="0">
                <a:pos x="connsiteX108128" y="connsiteY108128"/>
              </a:cxn>
              <a:cxn ang="0">
                <a:pos x="connsiteX108129" y="connsiteY108129"/>
              </a:cxn>
              <a:cxn ang="0">
                <a:pos x="connsiteX108130" y="connsiteY108130"/>
              </a:cxn>
              <a:cxn ang="0">
                <a:pos x="connsiteX108131" y="connsiteY108131"/>
              </a:cxn>
              <a:cxn ang="0">
                <a:pos x="connsiteX108132" y="connsiteY108132"/>
              </a:cxn>
              <a:cxn ang="0">
                <a:pos x="connsiteX108133" y="connsiteY108133"/>
              </a:cxn>
              <a:cxn ang="0">
                <a:pos x="connsiteX108134" y="connsiteY108134"/>
              </a:cxn>
              <a:cxn ang="0">
                <a:pos x="connsiteX108135" y="connsiteY108135"/>
              </a:cxn>
              <a:cxn ang="0">
                <a:pos x="connsiteX108136" y="connsiteY108136"/>
              </a:cxn>
              <a:cxn ang="0">
                <a:pos x="connsiteX108137" y="connsiteY108137"/>
              </a:cxn>
              <a:cxn ang="0">
                <a:pos x="connsiteX108138" y="connsiteY108138"/>
              </a:cxn>
              <a:cxn ang="0">
                <a:pos x="connsiteX108139" y="connsiteY108139"/>
              </a:cxn>
              <a:cxn ang="0">
                <a:pos x="connsiteX108140" y="connsiteY108140"/>
              </a:cxn>
              <a:cxn ang="0">
                <a:pos x="connsiteX108141" y="connsiteY108141"/>
              </a:cxn>
              <a:cxn ang="0">
                <a:pos x="connsiteX108142" y="connsiteY108142"/>
              </a:cxn>
              <a:cxn ang="0">
                <a:pos x="connsiteX108143" y="connsiteY108143"/>
              </a:cxn>
              <a:cxn ang="0">
                <a:pos x="connsiteX108144" y="connsiteY108144"/>
              </a:cxn>
              <a:cxn ang="0">
                <a:pos x="connsiteX108145" y="connsiteY108145"/>
              </a:cxn>
              <a:cxn ang="0">
                <a:pos x="connsiteX108146" y="connsiteY108146"/>
              </a:cxn>
              <a:cxn ang="0">
                <a:pos x="connsiteX108147" y="connsiteY108147"/>
              </a:cxn>
              <a:cxn ang="0">
                <a:pos x="connsiteX108148" y="connsiteY108148"/>
              </a:cxn>
              <a:cxn ang="0">
                <a:pos x="connsiteX108149" y="connsiteY108149"/>
              </a:cxn>
              <a:cxn ang="0">
                <a:pos x="connsiteX108150" y="connsiteY108150"/>
              </a:cxn>
              <a:cxn ang="0">
                <a:pos x="connsiteX108151" y="connsiteY108151"/>
              </a:cxn>
              <a:cxn ang="0">
                <a:pos x="connsiteX108152" y="connsiteY108152"/>
              </a:cxn>
              <a:cxn ang="0">
                <a:pos x="connsiteX108153" y="connsiteY108153"/>
              </a:cxn>
              <a:cxn ang="0">
                <a:pos x="connsiteX108154" y="connsiteY108154"/>
              </a:cxn>
              <a:cxn ang="0">
                <a:pos x="connsiteX108155" y="connsiteY108155"/>
              </a:cxn>
              <a:cxn ang="0">
                <a:pos x="connsiteX108156" y="connsiteY108156"/>
              </a:cxn>
              <a:cxn ang="0">
                <a:pos x="connsiteX108157" y="connsiteY108157"/>
              </a:cxn>
              <a:cxn ang="0">
                <a:pos x="connsiteX108158" y="connsiteY108158"/>
              </a:cxn>
              <a:cxn ang="0">
                <a:pos x="connsiteX108159" y="connsiteY108159"/>
              </a:cxn>
              <a:cxn ang="0">
                <a:pos x="connsiteX108160" y="connsiteY108160"/>
              </a:cxn>
              <a:cxn ang="0">
                <a:pos x="connsiteX108161" y="connsiteY108161"/>
              </a:cxn>
              <a:cxn ang="0">
                <a:pos x="connsiteX108162" y="connsiteY108162"/>
              </a:cxn>
              <a:cxn ang="0">
                <a:pos x="connsiteX108163" y="connsiteY108163"/>
              </a:cxn>
              <a:cxn ang="0">
                <a:pos x="connsiteX108164" y="connsiteY108164"/>
              </a:cxn>
              <a:cxn ang="0">
                <a:pos x="connsiteX108165" y="connsiteY108165"/>
              </a:cxn>
              <a:cxn ang="0">
                <a:pos x="connsiteX108166" y="connsiteY108166"/>
              </a:cxn>
              <a:cxn ang="0">
                <a:pos x="connsiteX108167" y="connsiteY108167"/>
              </a:cxn>
              <a:cxn ang="0">
                <a:pos x="connsiteX108168" y="connsiteY108168"/>
              </a:cxn>
              <a:cxn ang="0">
                <a:pos x="connsiteX108169" y="connsiteY108169"/>
              </a:cxn>
              <a:cxn ang="0">
                <a:pos x="connsiteX108170" y="connsiteY108170"/>
              </a:cxn>
              <a:cxn ang="0">
                <a:pos x="connsiteX108171" y="connsiteY108171"/>
              </a:cxn>
              <a:cxn ang="0">
                <a:pos x="connsiteX108172" y="connsiteY108172"/>
              </a:cxn>
              <a:cxn ang="0">
                <a:pos x="connsiteX108173" y="connsiteY108173"/>
              </a:cxn>
              <a:cxn ang="0">
                <a:pos x="connsiteX108174" y="connsiteY108174"/>
              </a:cxn>
              <a:cxn ang="0">
                <a:pos x="connsiteX108175" y="connsiteY108175"/>
              </a:cxn>
              <a:cxn ang="0">
                <a:pos x="connsiteX108176" y="connsiteY108176"/>
              </a:cxn>
              <a:cxn ang="0">
                <a:pos x="connsiteX108177" y="connsiteY108177"/>
              </a:cxn>
              <a:cxn ang="0">
                <a:pos x="connsiteX108178" y="connsiteY108178"/>
              </a:cxn>
              <a:cxn ang="0">
                <a:pos x="connsiteX108179" y="connsiteY108179"/>
              </a:cxn>
              <a:cxn ang="0">
                <a:pos x="connsiteX108180" y="connsiteY108180"/>
              </a:cxn>
              <a:cxn ang="0">
                <a:pos x="connsiteX108181" y="connsiteY108181"/>
              </a:cxn>
              <a:cxn ang="0">
                <a:pos x="connsiteX108182" y="connsiteY108182"/>
              </a:cxn>
              <a:cxn ang="0">
                <a:pos x="connsiteX108183" y="connsiteY108183"/>
              </a:cxn>
              <a:cxn ang="0">
                <a:pos x="connsiteX108184" y="connsiteY108184"/>
              </a:cxn>
              <a:cxn ang="0">
                <a:pos x="connsiteX108185" y="connsiteY108185"/>
              </a:cxn>
              <a:cxn ang="0">
                <a:pos x="connsiteX108186" y="connsiteY108186"/>
              </a:cxn>
              <a:cxn ang="0">
                <a:pos x="connsiteX108187" y="connsiteY108187"/>
              </a:cxn>
              <a:cxn ang="0">
                <a:pos x="connsiteX108188" y="connsiteY108188"/>
              </a:cxn>
              <a:cxn ang="0">
                <a:pos x="connsiteX108189" y="connsiteY108189"/>
              </a:cxn>
              <a:cxn ang="0">
                <a:pos x="connsiteX108190" y="connsiteY108190"/>
              </a:cxn>
              <a:cxn ang="0">
                <a:pos x="connsiteX108191" y="connsiteY108191"/>
              </a:cxn>
              <a:cxn ang="0">
                <a:pos x="connsiteX108192" y="connsiteY108192"/>
              </a:cxn>
              <a:cxn ang="0">
                <a:pos x="connsiteX108193" y="connsiteY108193"/>
              </a:cxn>
              <a:cxn ang="0">
                <a:pos x="connsiteX108194" y="connsiteY108194"/>
              </a:cxn>
              <a:cxn ang="0">
                <a:pos x="connsiteX108195" y="connsiteY108195"/>
              </a:cxn>
              <a:cxn ang="0">
                <a:pos x="connsiteX108196" y="connsiteY108196"/>
              </a:cxn>
              <a:cxn ang="0">
                <a:pos x="connsiteX108197" y="connsiteY108197"/>
              </a:cxn>
              <a:cxn ang="0">
                <a:pos x="connsiteX108198" y="connsiteY108198"/>
              </a:cxn>
              <a:cxn ang="0">
                <a:pos x="connsiteX108199" y="connsiteY108199"/>
              </a:cxn>
              <a:cxn ang="0">
                <a:pos x="connsiteX108200" y="connsiteY108200"/>
              </a:cxn>
              <a:cxn ang="0">
                <a:pos x="connsiteX108201" y="connsiteY108201"/>
              </a:cxn>
              <a:cxn ang="0">
                <a:pos x="connsiteX108202" y="connsiteY108202"/>
              </a:cxn>
              <a:cxn ang="0">
                <a:pos x="connsiteX108203" y="connsiteY108203"/>
              </a:cxn>
              <a:cxn ang="0">
                <a:pos x="connsiteX108204" y="connsiteY108204"/>
              </a:cxn>
              <a:cxn ang="0">
                <a:pos x="connsiteX108205" y="connsiteY108205"/>
              </a:cxn>
              <a:cxn ang="0">
                <a:pos x="connsiteX108206" y="connsiteY108206"/>
              </a:cxn>
              <a:cxn ang="0">
                <a:pos x="connsiteX108207" y="connsiteY108207"/>
              </a:cxn>
              <a:cxn ang="0">
                <a:pos x="connsiteX108208" y="connsiteY108208"/>
              </a:cxn>
              <a:cxn ang="0">
                <a:pos x="connsiteX108209" y="connsiteY108209"/>
              </a:cxn>
              <a:cxn ang="0">
                <a:pos x="connsiteX108210" y="connsiteY108210"/>
              </a:cxn>
              <a:cxn ang="0">
                <a:pos x="connsiteX108211" y="connsiteY108211"/>
              </a:cxn>
              <a:cxn ang="0">
                <a:pos x="connsiteX108212" y="connsiteY108212"/>
              </a:cxn>
              <a:cxn ang="0">
                <a:pos x="connsiteX108213" y="connsiteY108213"/>
              </a:cxn>
              <a:cxn ang="0">
                <a:pos x="connsiteX108214" y="connsiteY108214"/>
              </a:cxn>
              <a:cxn ang="0">
                <a:pos x="connsiteX108215" y="connsiteY108215"/>
              </a:cxn>
              <a:cxn ang="0">
                <a:pos x="connsiteX108216" y="connsiteY108216"/>
              </a:cxn>
              <a:cxn ang="0">
                <a:pos x="connsiteX108217" y="connsiteY108217"/>
              </a:cxn>
              <a:cxn ang="0">
                <a:pos x="connsiteX108218" y="connsiteY108218"/>
              </a:cxn>
              <a:cxn ang="0">
                <a:pos x="connsiteX108219" y="connsiteY108219"/>
              </a:cxn>
              <a:cxn ang="0">
                <a:pos x="connsiteX108220" y="connsiteY108220"/>
              </a:cxn>
              <a:cxn ang="0">
                <a:pos x="connsiteX108221" y="connsiteY108221"/>
              </a:cxn>
              <a:cxn ang="0">
                <a:pos x="connsiteX108222" y="connsiteY108222"/>
              </a:cxn>
              <a:cxn ang="0">
                <a:pos x="connsiteX108223" y="connsiteY108223"/>
              </a:cxn>
              <a:cxn ang="0">
                <a:pos x="connsiteX108224" y="connsiteY108224"/>
              </a:cxn>
              <a:cxn ang="0">
                <a:pos x="connsiteX108225" y="connsiteY108225"/>
              </a:cxn>
              <a:cxn ang="0">
                <a:pos x="connsiteX108226" y="connsiteY108226"/>
              </a:cxn>
              <a:cxn ang="0">
                <a:pos x="connsiteX108227" y="connsiteY108227"/>
              </a:cxn>
              <a:cxn ang="0">
                <a:pos x="connsiteX108228" y="connsiteY108228"/>
              </a:cxn>
              <a:cxn ang="0">
                <a:pos x="connsiteX108229" y="connsiteY108229"/>
              </a:cxn>
              <a:cxn ang="0">
                <a:pos x="connsiteX108230" y="connsiteY108230"/>
              </a:cxn>
              <a:cxn ang="0">
                <a:pos x="connsiteX108231" y="connsiteY108231"/>
              </a:cxn>
              <a:cxn ang="0">
                <a:pos x="connsiteX108232" y="connsiteY108232"/>
              </a:cxn>
              <a:cxn ang="0">
                <a:pos x="connsiteX108233" y="connsiteY108233"/>
              </a:cxn>
              <a:cxn ang="0">
                <a:pos x="connsiteX108234" y="connsiteY108234"/>
              </a:cxn>
              <a:cxn ang="0">
                <a:pos x="connsiteX108235" y="connsiteY108235"/>
              </a:cxn>
              <a:cxn ang="0">
                <a:pos x="connsiteX108236" y="connsiteY108236"/>
              </a:cxn>
              <a:cxn ang="0">
                <a:pos x="connsiteX108237" y="connsiteY108237"/>
              </a:cxn>
              <a:cxn ang="0">
                <a:pos x="connsiteX108238" y="connsiteY108238"/>
              </a:cxn>
              <a:cxn ang="0">
                <a:pos x="connsiteX108239" y="connsiteY108239"/>
              </a:cxn>
              <a:cxn ang="0">
                <a:pos x="connsiteX108240" y="connsiteY108240"/>
              </a:cxn>
              <a:cxn ang="0">
                <a:pos x="connsiteX108241" y="connsiteY108241"/>
              </a:cxn>
              <a:cxn ang="0">
                <a:pos x="connsiteX108242" y="connsiteY108242"/>
              </a:cxn>
              <a:cxn ang="0">
                <a:pos x="connsiteX108243" y="connsiteY108243"/>
              </a:cxn>
              <a:cxn ang="0">
                <a:pos x="connsiteX108244" y="connsiteY108244"/>
              </a:cxn>
              <a:cxn ang="0">
                <a:pos x="connsiteX108245" y="connsiteY108245"/>
              </a:cxn>
              <a:cxn ang="0">
                <a:pos x="connsiteX108246" y="connsiteY108246"/>
              </a:cxn>
              <a:cxn ang="0">
                <a:pos x="connsiteX108247" y="connsiteY108247"/>
              </a:cxn>
              <a:cxn ang="0">
                <a:pos x="connsiteX108248" y="connsiteY108248"/>
              </a:cxn>
              <a:cxn ang="0">
                <a:pos x="connsiteX108249" y="connsiteY108249"/>
              </a:cxn>
              <a:cxn ang="0">
                <a:pos x="connsiteX108250" y="connsiteY108250"/>
              </a:cxn>
              <a:cxn ang="0">
                <a:pos x="connsiteX108251" y="connsiteY108251"/>
              </a:cxn>
              <a:cxn ang="0">
                <a:pos x="connsiteX108252" y="connsiteY108252"/>
              </a:cxn>
              <a:cxn ang="0">
                <a:pos x="connsiteX108253" y="connsiteY108253"/>
              </a:cxn>
              <a:cxn ang="0">
                <a:pos x="connsiteX108254" y="connsiteY108254"/>
              </a:cxn>
              <a:cxn ang="0">
                <a:pos x="connsiteX108255" y="connsiteY108255"/>
              </a:cxn>
              <a:cxn ang="0">
                <a:pos x="connsiteX108256" y="connsiteY108256"/>
              </a:cxn>
              <a:cxn ang="0">
                <a:pos x="connsiteX108257" y="connsiteY108257"/>
              </a:cxn>
              <a:cxn ang="0">
                <a:pos x="connsiteX108258" y="connsiteY108258"/>
              </a:cxn>
              <a:cxn ang="0">
                <a:pos x="connsiteX108259" y="connsiteY108259"/>
              </a:cxn>
              <a:cxn ang="0">
                <a:pos x="connsiteX108260" y="connsiteY108260"/>
              </a:cxn>
              <a:cxn ang="0">
                <a:pos x="connsiteX108261" y="connsiteY108261"/>
              </a:cxn>
              <a:cxn ang="0">
                <a:pos x="connsiteX108262" y="connsiteY108262"/>
              </a:cxn>
              <a:cxn ang="0">
                <a:pos x="connsiteX108263" y="connsiteY108263"/>
              </a:cxn>
              <a:cxn ang="0">
                <a:pos x="connsiteX108264" y="connsiteY108264"/>
              </a:cxn>
              <a:cxn ang="0">
                <a:pos x="connsiteX108265" y="connsiteY108265"/>
              </a:cxn>
              <a:cxn ang="0">
                <a:pos x="connsiteX108266" y="connsiteY108266"/>
              </a:cxn>
              <a:cxn ang="0">
                <a:pos x="connsiteX108267" y="connsiteY108267"/>
              </a:cxn>
              <a:cxn ang="0">
                <a:pos x="connsiteX108268" y="connsiteY108268"/>
              </a:cxn>
              <a:cxn ang="0">
                <a:pos x="connsiteX108269" y="connsiteY108269"/>
              </a:cxn>
              <a:cxn ang="0">
                <a:pos x="connsiteX108270" y="connsiteY108270"/>
              </a:cxn>
              <a:cxn ang="0">
                <a:pos x="connsiteX108271" y="connsiteY108271"/>
              </a:cxn>
              <a:cxn ang="0">
                <a:pos x="connsiteX108272" y="connsiteY108272"/>
              </a:cxn>
              <a:cxn ang="0">
                <a:pos x="connsiteX108273" y="connsiteY108273"/>
              </a:cxn>
              <a:cxn ang="0">
                <a:pos x="connsiteX108274" y="connsiteY108274"/>
              </a:cxn>
              <a:cxn ang="0">
                <a:pos x="connsiteX108275" y="connsiteY108275"/>
              </a:cxn>
              <a:cxn ang="0">
                <a:pos x="connsiteX108276" y="connsiteY108276"/>
              </a:cxn>
              <a:cxn ang="0">
                <a:pos x="connsiteX108277" y="connsiteY108277"/>
              </a:cxn>
              <a:cxn ang="0">
                <a:pos x="connsiteX108278" y="connsiteY108278"/>
              </a:cxn>
              <a:cxn ang="0">
                <a:pos x="connsiteX108279" y="connsiteY108279"/>
              </a:cxn>
              <a:cxn ang="0">
                <a:pos x="connsiteX108280" y="connsiteY108280"/>
              </a:cxn>
              <a:cxn ang="0">
                <a:pos x="connsiteX108281" y="connsiteY108281"/>
              </a:cxn>
              <a:cxn ang="0">
                <a:pos x="connsiteX108282" y="connsiteY108282"/>
              </a:cxn>
              <a:cxn ang="0">
                <a:pos x="connsiteX108283" y="connsiteY108283"/>
              </a:cxn>
              <a:cxn ang="0">
                <a:pos x="connsiteX108284" y="connsiteY108284"/>
              </a:cxn>
              <a:cxn ang="0">
                <a:pos x="connsiteX108285" y="connsiteY108285"/>
              </a:cxn>
              <a:cxn ang="0">
                <a:pos x="connsiteX108286" y="connsiteY108286"/>
              </a:cxn>
              <a:cxn ang="0">
                <a:pos x="connsiteX108287" y="connsiteY108287"/>
              </a:cxn>
              <a:cxn ang="0">
                <a:pos x="connsiteX108288" y="connsiteY108288"/>
              </a:cxn>
              <a:cxn ang="0">
                <a:pos x="connsiteX108289" y="connsiteY108289"/>
              </a:cxn>
              <a:cxn ang="0">
                <a:pos x="connsiteX108290" y="connsiteY108290"/>
              </a:cxn>
              <a:cxn ang="0">
                <a:pos x="connsiteX108291" y="connsiteY108291"/>
              </a:cxn>
              <a:cxn ang="0">
                <a:pos x="connsiteX108292" y="connsiteY108292"/>
              </a:cxn>
              <a:cxn ang="0">
                <a:pos x="connsiteX108293" y="connsiteY108293"/>
              </a:cxn>
              <a:cxn ang="0">
                <a:pos x="connsiteX108294" y="connsiteY108294"/>
              </a:cxn>
              <a:cxn ang="0">
                <a:pos x="connsiteX108295" y="connsiteY108295"/>
              </a:cxn>
              <a:cxn ang="0">
                <a:pos x="connsiteX108296" y="connsiteY108296"/>
              </a:cxn>
              <a:cxn ang="0">
                <a:pos x="connsiteX108297" y="connsiteY108297"/>
              </a:cxn>
              <a:cxn ang="0">
                <a:pos x="connsiteX108298" y="connsiteY108298"/>
              </a:cxn>
              <a:cxn ang="0">
                <a:pos x="connsiteX108299" y="connsiteY108299"/>
              </a:cxn>
              <a:cxn ang="0">
                <a:pos x="connsiteX108300" y="connsiteY108300"/>
              </a:cxn>
              <a:cxn ang="0">
                <a:pos x="connsiteX108301" y="connsiteY108301"/>
              </a:cxn>
              <a:cxn ang="0">
                <a:pos x="connsiteX108302" y="connsiteY108302"/>
              </a:cxn>
              <a:cxn ang="0">
                <a:pos x="connsiteX108303" y="connsiteY108303"/>
              </a:cxn>
              <a:cxn ang="0">
                <a:pos x="connsiteX108304" y="connsiteY108304"/>
              </a:cxn>
              <a:cxn ang="0">
                <a:pos x="connsiteX108305" y="connsiteY108305"/>
              </a:cxn>
              <a:cxn ang="0">
                <a:pos x="connsiteX108306" y="connsiteY108306"/>
              </a:cxn>
              <a:cxn ang="0">
                <a:pos x="connsiteX108307" y="connsiteY108307"/>
              </a:cxn>
              <a:cxn ang="0">
                <a:pos x="connsiteX108308" y="connsiteY108308"/>
              </a:cxn>
              <a:cxn ang="0">
                <a:pos x="connsiteX108309" y="connsiteY108309"/>
              </a:cxn>
              <a:cxn ang="0">
                <a:pos x="connsiteX108310" y="connsiteY108310"/>
              </a:cxn>
              <a:cxn ang="0">
                <a:pos x="connsiteX108311" y="connsiteY108311"/>
              </a:cxn>
              <a:cxn ang="0">
                <a:pos x="connsiteX108312" y="connsiteY108312"/>
              </a:cxn>
              <a:cxn ang="0">
                <a:pos x="connsiteX108313" y="connsiteY108313"/>
              </a:cxn>
              <a:cxn ang="0">
                <a:pos x="connsiteX108314" y="connsiteY108314"/>
              </a:cxn>
              <a:cxn ang="0">
                <a:pos x="connsiteX108315" y="connsiteY108315"/>
              </a:cxn>
              <a:cxn ang="0">
                <a:pos x="connsiteX108316" y="connsiteY108316"/>
              </a:cxn>
              <a:cxn ang="0">
                <a:pos x="connsiteX108317" y="connsiteY108317"/>
              </a:cxn>
              <a:cxn ang="0">
                <a:pos x="connsiteX108318" y="connsiteY108318"/>
              </a:cxn>
              <a:cxn ang="0">
                <a:pos x="connsiteX108319" y="connsiteY108319"/>
              </a:cxn>
              <a:cxn ang="0">
                <a:pos x="connsiteX108320" y="connsiteY108320"/>
              </a:cxn>
              <a:cxn ang="0">
                <a:pos x="connsiteX108321" y="connsiteY108321"/>
              </a:cxn>
              <a:cxn ang="0">
                <a:pos x="connsiteX108322" y="connsiteY108322"/>
              </a:cxn>
              <a:cxn ang="0">
                <a:pos x="connsiteX108323" y="connsiteY108323"/>
              </a:cxn>
              <a:cxn ang="0">
                <a:pos x="connsiteX108324" y="connsiteY108324"/>
              </a:cxn>
              <a:cxn ang="0">
                <a:pos x="connsiteX108325" y="connsiteY108325"/>
              </a:cxn>
              <a:cxn ang="0">
                <a:pos x="connsiteX108326" y="connsiteY108326"/>
              </a:cxn>
              <a:cxn ang="0">
                <a:pos x="connsiteX108327" y="connsiteY108327"/>
              </a:cxn>
              <a:cxn ang="0">
                <a:pos x="connsiteX108328" y="connsiteY108328"/>
              </a:cxn>
              <a:cxn ang="0">
                <a:pos x="connsiteX108329" y="connsiteY108329"/>
              </a:cxn>
              <a:cxn ang="0">
                <a:pos x="connsiteX108330" y="connsiteY108330"/>
              </a:cxn>
              <a:cxn ang="0">
                <a:pos x="connsiteX108331" y="connsiteY108331"/>
              </a:cxn>
              <a:cxn ang="0">
                <a:pos x="connsiteX108332" y="connsiteY108332"/>
              </a:cxn>
              <a:cxn ang="0">
                <a:pos x="connsiteX108333" y="connsiteY108333"/>
              </a:cxn>
              <a:cxn ang="0">
                <a:pos x="connsiteX108334" y="connsiteY108334"/>
              </a:cxn>
              <a:cxn ang="0">
                <a:pos x="connsiteX108335" y="connsiteY108335"/>
              </a:cxn>
              <a:cxn ang="0">
                <a:pos x="connsiteX108336" y="connsiteY108336"/>
              </a:cxn>
              <a:cxn ang="0">
                <a:pos x="connsiteX108337" y="connsiteY108337"/>
              </a:cxn>
              <a:cxn ang="0">
                <a:pos x="connsiteX108338" y="connsiteY108338"/>
              </a:cxn>
              <a:cxn ang="0">
                <a:pos x="connsiteX108339" y="connsiteY108339"/>
              </a:cxn>
              <a:cxn ang="0">
                <a:pos x="connsiteX108340" y="connsiteY108340"/>
              </a:cxn>
              <a:cxn ang="0">
                <a:pos x="connsiteX108341" y="connsiteY108341"/>
              </a:cxn>
              <a:cxn ang="0">
                <a:pos x="connsiteX108342" y="connsiteY108342"/>
              </a:cxn>
              <a:cxn ang="0">
                <a:pos x="connsiteX108343" y="connsiteY108343"/>
              </a:cxn>
              <a:cxn ang="0">
                <a:pos x="connsiteX108344" y="connsiteY108344"/>
              </a:cxn>
              <a:cxn ang="0">
                <a:pos x="connsiteX108345" y="connsiteY108345"/>
              </a:cxn>
              <a:cxn ang="0">
                <a:pos x="connsiteX108346" y="connsiteY108346"/>
              </a:cxn>
              <a:cxn ang="0">
                <a:pos x="connsiteX108347" y="connsiteY108347"/>
              </a:cxn>
              <a:cxn ang="0">
                <a:pos x="connsiteX108348" y="connsiteY108348"/>
              </a:cxn>
              <a:cxn ang="0">
                <a:pos x="connsiteX108349" y="connsiteY108349"/>
              </a:cxn>
              <a:cxn ang="0">
                <a:pos x="connsiteX108350" y="connsiteY108350"/>
              </a:cxn>
              <a:cxn ang="0">
                <a:pos x="connsiteX108351" y="connsiteY108351"/>
              </a:cxn>
              <a:cxn ang="0">
                <a:pos x="connsiteX108352" y="connsiteY108352"/>
              </a:cxn>
              <a:cxn ang="0">
                <a:pos x="connsiteX108353" y="connsiteY108353"/>
              </a:cxn>
              <a:cxn ang="0">
                <a:pos x="connsiteX108354" y="connsiteY108354"/>
              </a:cxn>
              <a:cxn ang="0">
                <a:pos x="connsiteX108355" y="connsiteY108355"/>
              </a:cxn>
              <a:cxn ang="0">
                <a:pos x="connsiteX108356" y="connsiteY108356"/>
              </a:cxn>
              <a:cxn ang="0">
                <a:pos x="connsiteX108357" y="connsiteY108357"/>
              </a:cxn>
              <a:cxn ang="0">
                <a:pos x="connsiteX108358" y="connsiteY108358"/>
              </a:cxn>
              <a:cxn ang="0">
                <a:pos x="connsiteX108359" y="connsiteY108359"/>
              </a:cxn>
              <a:cxn ang="0">
                <a:pos x="connsiteX108360" y="connsiteY108360"/>
              </a:cxn>
              <a:cxn ang="0">
                <a:pos x="connsiteX108361" y="connsiteY108361"/>
              </a:cxn>
              <a:cxn ang="0">
                <a:pos x="connsiteX108362" y="connsiteY108362"/>
              </a:cxn>
              <a:cxn ang="0">
                <a:pos x="connsiteX108363" y="connsiteY108363"/>
              </a:cxn>
              <a:cxn ang="0">
                <a:pos x="connsiteX108364" y="connsiteY108364"/>
              </a:cxn>
              <a:cxn ang="0">
                <a:pos x="connsiteX108365" y="connsiteY108365"/>
              </a:cxn>
              <a:cxn ang="0">
                <a:pos x="connsiteX108366" y="connsiteY108366"/>
              </a:cxn>
              <a:cxn ang="0">
                <a:pos x="connsiteX108367" y="connsiteY108367"/>
              </a:cxn>
              <a:cxn ang="0">
                <a:pos x="connsiteX108368" y="connsiteY108368"/>
              </a:cxn>
              <a:cxn ang="0">
                <a:pos x="connsiteX108369" y="connsiteY108369"/>
              </a:cxn>
              <a:cxn ang="0">
                <a:pos x="connsiteX108370" y="connsiteY108370"/>
              </a:cxn>
              <a:cxn ang="0">
                <a:pos x="connsiteX108371" y="connsiteY108371"/>
              </a:cxn>
              <a:cxn ang="0">
                <a:pos x="connsiteX108372" y="connsiteY108372"/>
              </a:cxn>
              <a:cxn ang="0">
                <a:pos x="connsiteX108373" y="connsiteY108373"/>
              </a:cxn>
              <a:cxn ang="0">
                <a:pos x="connsiteX108374" y="connsiteY108374"/>
              </a:cxn>
              <a:cxn ang="0">
                <a:pos x="connsiteX108375" y="connsiteY108375"/>
              </a:cxn>
              <a:cxn ang="0">
                <a:pos x="connsiteX108376" y="connsiteY108376"/>
              </a:cxn>
              <a:cxn ang="0">
                <a:pos x="connsiteX108377" y="connsiteY108377"/>
              </a:cxn>
              <a:cxn ang="0">
                <a:pos x="connsiteX108378" y="connsiteY108378"/>
              </a:cxn>
              <a:cxn ang="0">
                <a:pos x="connsiteX108379" y="connsiteY108379"/>
              </a:cxn>
              <a:cxn ang="0">
                <a:pos x="connsiteX108380" y="connsiteY108380"/>
              </a:cxn>
              <a:cxn ang="0">
                <a:pos x="connsiteX108381" y="connsiteY108381"/>
              </a:cxn>
              <a:cxn ang="0">
                <a:pos x="connsiteX108382" y="connsiteY108382"/>
              </a:cxn>
              <a:cxn ang="0">
                <a:pos x="connsiteX108383" y="connsiteY108383"/>
              </a:cxn>
              <a:cxn ang="0">
                <a:pos x="connsiteX108384" y="connsiteY108384"/>
              </a:cxn>
              <a:cxn ang="0">
                <a:pos x="connsiteX108385" y="connsiteY108385"/>
              </a:cxn>
              <a:cxn ang="0">
                <a:pos x="connsiteX108386" y="connsiteY108386"/>
              </a:cxn>
              <a:cxn ang="0">
                <a:pos x="connsiteX108387" y="connsiteY108387"/>
              </a:cxn>
              <a:cxn ang="0">
                <a:pos x="connsiteX108388" y="connsiteY108388"/>
              </a:cxn>
              <a:cxn ang="0">
                <a:pos x="connsiteX108389" y="connsiteY108389"/>
              </a:cxn>
              <a:cxn ang="0">
                <a:pos x="connsiteX108390" y="connsiteY108390"/>
              </a:cxn>
              <a:cxn ang="0">
                <a:pos x="connsiteX108391" y="connsiteY108391"/>
              </a:cxn>
              <a:cxn ang="0">
                <a:pos x="connsiteX108392" y="connsiteY108392"/>
              </a:cxn>
              <a:cxn ang="0">
                <a:pos x="connsiteX108393" y="connsiteY108393"/>
              </a:cxn>
              <a:cxn ang="0">
                <a:pos x="connsiteX108394" y="connsiteY108394"/>
              </a:cxn>
              <a:cxn ang="0">
                <a:pos x="connsiteX108395" y="connsiteY108395"/>
              </a:cxn>
              <a:cxn ang="0">
                <a:pos x="connsiteX108396" y="connsiteY108396"/>
              </a:cxn>
              <a:cxn ang="0">
                <a:pos x="connsiteX108397" y="connsiteY108397"/>
              </a:cxn>
              <a:cxn ang="0">
                <a:pos x="connsiteX108398" y="connsiteY108398"/>
              </a:cxn>
              <a:cxn ang="0">
                <a:pos x="connsiteX108399" y="connsiteY108399"/>
              </a:cxn>
              <a:cxn ang="0">
                <a:pos x="connsiteX108400" y="connsiteY108400"/>
              </a:cxn>
              <a:cxn ang="0">
                <a:pos x="connsiteX108401" y="connsiteY108401"/>
              </a:cxn>
              <a:cxn ang="0">
                <a:pos x="connsiteX108402" y="connsiteY108402"/>
              </a:cxn>
              <a:cxn ang="0">
                <a:pos x="connsiteX108403" y="connsiteY108403"/>
              </a:cxn>
              <a:cxn ang="0">
                <a:pos x="connsiteX108404" y="connsiteY108404"/>
              </a:cxn>
              <a:cxn ang="0">
                <a:pos x="connsiteX108405" y="connsiteY108405"/>
              </a:cxn>
              <a:cxn ang="0">
                <a:pos x="connsiteX108406" y="connsiteY108406"/>
              </a:cxn>
              <a:cxn ang="0">
                <a:pos x="connsiteX108407" y="connsiteY108407"/>
              </a:cxn>
              <a:cxn ang="0">
                <a:pos x="connsiteX108408" y="connsiteY108408"/>
              </a:cxn>
              <a:cxn ang="0">
                <a:pos x="connsiteX108409" y="connsiteY108409"/>
              </a:cxn>
              <a:cxn ang="0">
                <a:pos x="connsiteX108410" y="connsiteY108410"/>
              </a:cxn>
              <a:cxn ang="0">
                <a:pos x="connsiteX108411" y="connsiteY108411"/>
              </a:cxn>
              <a:cxn ang="0">
                <a:pos x="connsiteX108412" y="connsiteY108412"/>
              </a:cxn>
              <a:cxn ang="0">
                <a:pos x="connsiteX108413" y="connsiteY108413"/>
              </a:cxn>
              <a:cxn ang="0">
                <a:pos x="connsiteX108414" y="connsiteY108414"/>
              </a:cxn>
              <a:cxn ang="0">
                <a:pos x="connsiteX108415" y="connsiteY108415"/>
              </a:cxn>
              <a:cxn ang="0">
                <a:pos x="connsiteX108416" y="connsiteY108416"/>
              </a:cxn>
              <a:cxn ang="0">
                <a:pos x="connsiteX108417" y="connsiteY108417"/>
              </a:cxn>
              <a:cxn ang="0">
                <a:pos x="connsiteX108418" y="connsiteY108418"/>
              </a:cxn>
              <a:cxn ang="0">
                <a:pos x="connsiteX108419" y="connsiteY108419"/>
              </a:cxn>
              <a:cxn ang="0">
                <a:pos x="connsiteX108420" y="connsiteY108420"/>
              </a:cxn>
              <a:cxn ang="0">
                <a:pos x="connsiteX108421" y="connsiteY108421"/>
              </a:cxn>
              <a:cxn ang="0">
                <a:pos x="connsiteX108422" y="connsiteY108422"/>
              </a:cxn>
              <a:cxn ang="0">
                <a:pos x="connsiteX108423" y="connsiteY108423"/>
              </a:cxn>
              <a:cxn ang="0">
                <a:pos x="connsiteX108424" y="connsiteY108424"/>
              </a:cxn>
              <a:cxn ang="0">
                <a:pos x="connsiteX108425" y="connsiteY108425"/>
              </a:cxn>
              <a:cxn ang="0">
                <a:pos x="connsiteX108426" y="connsiteY108426"/>
              </a:cxn>
              <a:cxn ang="0">
                <a:pos x="connsiteX108427" y="connsiteY108427"/>
              </a:cxn>
              <a:cxn ang="0">
                <a:pos x="connsiteX108428" y="connsiteY108428"/>
              </a:cxn>
              <a:cxn ang="0">
                <a:pos x="connsiteX108429" y="connsiteY108429"/>
              </a:cxn>
              <a:cxn ang="0">
                <a:pos x="connsiteX108430" y="connsiteY108430"/>
              </a:cxn>
              <a:cxn ang="0">
                <a:pos x="connsiteX108431" y="connsiteY108431"/>
              </a:cxn>
              <a:cxn ang="0">
                <a:pos x="connsiteX108432" y="connsiteY108432"/>
              </a:cxn>
              <a:cxn ang="0">
                <a:pos x="connsiteX108433" y="connsiteY108433"/>
              </a:cxn>
              <a:cxn ang="0">
                <a:pos x="connsiteX108434" y="connsiteY108434"/>
              </a:cxn>
              <a:cxn ang="0">
                <a:pos x="connsiteX108435" y="connsiteY108435"/>
              </a:cxn>
              <a:cxn ang="0">
                <a:pos x="connsiteX108436" y="connsiteY108436"/>
              </a:cxn>
              <a:cxn ang="0">
                <a:pos x="connsiteX108437" y="connsiteY108437"/>
              </a:cxn>
              <a:cxn ang="0">
                <a:pos x="connsiteX108438" y="connsiteY108438"/>
              </a:cxn>
              <a:cxn ang="0">
                <a:pos x="connsiteX108439" y="connsiteY108439"/>
              </a:cxn>
              <a:cxn ang="0">
                <a:pos x="connsiteX108440" y="connsiteY108440"/>
              </a:cxn>
              <a:cxn ang="0">
                <a:pos x="connsiteX108441" y="connsiteY108441"/>
              </a:cxn>
              <a:cxn ang="0">
                <a:pos x="connsiteX108442" y="connsiteY108442"/>
              </a:cxn>
              <a:cxn ang="0">
                <a:pos x="connsiteX108443" y="connsiteY108443"/>
              </a:cxn>
              <a:cxn ang="0">
                <a:pos x="connsiteX108444" y="connsiteY108444"/>
              </a:cxn>
              <a:cxn ang="0">
                <a:pos x="connsiteX108445" y="connsiteY108445"/>
              </a:cxn>
              <a:cxn ang="0">
                <a:pos x="connsiteX108446" y="connsiteY108446"/>
              </a:cxn>
              <a:cxn ang="0">
                <a:pos x="connsiteX108447" y="connsiteY108447"/>
              </a:cxn>
              <a:cxn ang="0">
                <a:pos x="connsiteX108448" y="connsiteY108448"/>
              </a:cxn>
              <a:cxn ang="0">
                <a:pos x="connsiteX108449" y="connsiteY108449"/>
              </a:cxn>
              <a:cxn ang="0">
                <a:pos x="connsiteX108450" y="connsiteY108450"/>
              </a:cxn>
              <a:cxn ang="0">
                <a:pos x="connsiteX108451" y="connsiteY108451"/>
              </a:cxn>
              <a:cxn ang="0">
                <a:pos x="connsiteX108452" y="connsiteY108452"/>
              </a:cxn>
              <a:cxn ang="0">
                <a:pos x="connsiteX108453" y="connsiteY108453"/>
              </a:cxn>
              <a:cxn ang="0">
                <a:pos x="connsiteX108454" y="connsiteY108454"/>
              </a:cxn>
              <a:cxn ang="0">
                <a:pos x="connsiteX108455" y="connsiteY108455"/>
              </a:cxn>
              <a:cxn ang="0">
                <a:pos x="connsiteX108456" y="connsiteY108456"/>
              </a:cxn>
              <a:cxn ang="0">
                <a:pos x="connsiteX108457" y="connsiteY108457"/>
              </a:cxn>
              <a:cxn ang="0">
                <a:pos x="connsiteX108458" y="connsiteY108458"/>
              </a:cxn>
              <a:cxn ang="0">
                <a:pos x="connsiteX108459" y="connsiteY108459"/>
              </a:cxn>
              <a:cxn ang="0">
                <a:pos x="connsiteX108460" y="connsiteY108460"/>
              </a:cxn>
              <a:cxn ang="0">
                <a:pos x="connsiteX108461" y="connsiteY108461"/>
              </a:cxn>
              <a:cxn ang="0">
                <a:pos x="connsiteX108462" y="connsiteY108462"/>
              </a:cxn>
              <a:cxn ang="0">
                <a:pos x="connsiteX108463" y="connsiteY108463"/>
              </a:cxn>
              <a:cxn ang="0">
                <a:pos x="connsiteX108464" y="connsiteY108464"/>
              </a:cxn>
              <a:cxn ang="0">
                <a:pos x="connsiteX108465" y="connsiteY108465"/>
              </a:cxn>
              <a:cxn ang="0">
                <a:pos x="connsiteX108466" y="connsiteY108466"/>
              </a:cxn>
              <a:cxn ang="0">
                <a:pos x="connsiteX108467" y="connsiteY108467"/>
              </a:cxn>
              <a:cxn ang="0">
                <a:pos x="connsiteX108468" y="connsiteY108468"/>
              </a:cxn>
              <a:cxn ang="0">
                <a:pos x="connsiteX108469" y="connsiteY108469"/>
              </a:cxn>
              <a:cxn ang="0">
                <a:pos x="connsiteX108470" y="connsiteY108470"/>
              </a:cxn>
              <a:cxn ang="0">
                <a:pos x="connsiteX108471" y="connsiteY108471"/>
              </a:cxn>
              <a:cxn ang="0">
                <a:pos x="connsiteX108472" y="connsiteY108472"/>
              </a:cxn>
              <a:cxn ang="0">
                <a:pos x="connsiteX108473" y="connsiteY108473"/>
              </a:cxn>
              <a:cxn ang="0">
                <a:pos x="connsiteX108474" y="connsiteY108474"/>
              </a:cxn>
              <a:cxn ang="0">
                <a:pos x="connsiteX108475" y="connsiteY108475"/>
              </a:cxn>
              <a:cxn ang="0">
                <a:pos x="connsiteX108476" y="connsiteY108476"/>
              </a:cxn>
              <a:cxn ang="0">
                <a:pos x="connsiteX108477" y="connsiteY108477"/>
              </a:cxn>
              <a:cxn ang="0">
                <a:pos x="connsiteX108478" y="connsiteY108478"/>
              </a:cxn>
              <a:cxn ang="0">
                <a:pos x="connsiteX108479" y="connsiteY108479"/>
              </a:cxn>
              <a:cxn ang="0">
                <a:pos x="connsiteX108480" y="connsiteY108480"/>
              </a:cxn>
              <a:cxn ang="0">
                <a:pos x="connsiteX108481" y="connsiteY108481"/>
              </a:cxn>
              <a:cxn ang="0">
                <a:pos x="connsiteX108482" y="connsiteY108482"/>
              </a:cxn>
              <a:cxn ang="0">
                <a:pos x="connsiteX108483" y="connsiteY108483"/>
              </a:cxn>
              <a:cxn ang="0">
                <a:pos x="connsiteX108484" y="connsiteY108484"/>
              </a:cxn>
              <a:cxn ang="0">
                <a:pos x="connsiteX108485" y="connsiteY108485"/>
              </a:cxn>
              <a:cxn ang="0">
                <a:pos x="connsiteX108486" y="connsiteY108486"/>
              </a:cxn>
              <a:cxn ang="0">
                <a:pos x="connsiteX108487" y="connsiteY108487"/>
              </a:cxn>
              <a:cxn ang="0">
                <a:pos x="connsiteX108488" y="connsiteY108488"/>
              </a:cxn>
              <a:cxn ang="0">
                <a:pos x="connsiteX108489" y="connsiteY108489"/>
              </a:cxn>
              <a:cxn ang="0">
                <a:pos x="connsiteX108490" y="connsiteY108490"/>
              </a:cxn>
              <a:cxn ang="0">
                <a:pos x="connsiteX108491" y="connsiteY108491"/>
              </a:cxn>
              <a:cxn ang="0">
                <a:pos x="connsiteX108492" y="connsiteY108492"/>
              </a:cxn>
              <a:cxn ang="0">
                <a:pos x="connsiteX108493" y="connsiteY108493"/>
              </a:cxn>
              <a:cxn ang="0">
                <a:pos x="connsiteX108494" y="connsiteY108494"/>
              </a:cxn>
              <a:cxn ang="0">
                <a:pos x="connsiteX108495" y="connsiteY108495"/>
              </a:cxn>
              <a:cxn ang="0">
                <a:pos x="connsiteX108496" y="connsiteY108496"/>
              </a:cxn>
              <a:cxn ang="0">
                <a:pos x="connsiteX108497" y="connsiteY108497"/>
              </a:cxn>
              <a:cxn ang="0">
                <a:pos x="connsiteX108498" y="connsiteY108498"/>
              </a:cxn>
              <a:cxn ang="0">
                <a:pos x="connsiteX108499" y="connsiteY108499"/>
              </a:cxn>
              <a:cxn ang="0">
                <a:pos x="connsiteX108500" y="connsiteY108500"/>
              </a:cxn>
              <a:cxn ang="0">
                <a:pos x="connsiteX108501" y="connsiteY108501"/>
              </a:cxn>
              <a:cxn ang="0">
                <a:pos x="connsiteX108502" y="connsiteY108502"/>
              </a:cxn>
              <a:cxn ang="0">
                <a:pos x="connsiteX108503" y="connsiteY108503"/>
              </a:cxn>
              <a:cxn ang="0">
                <a:pos x="connsiteX108504" y="connsiteY108504"/>
              </a:cxn>
              <a:cxn ang="0">
                <a:pos x="connsiteX108505" y="connsiteY108505"/>
              </a:cxn>
              <a:cxn ang="0">
                <a:pos x="connsiteX108506" y="connsiteY108506"/>
              </a:cxn>
              <a:cxn ang="0">
                <a:pos x="connsiteX108507" y="connsiteY108507"/>
              </a:cxn>
              <a:cxn ang="0">
                <a:pos x="connsiteX108508" y="connsiteY108508"/>
              </a:cxn>
              <a:cxn ang="0">
                <a:pos x="connsiteX108509" y="connsiteY108509"/>
              </a:cxn>
              <a:cxn ang="0">
                <a:pos x="connsiteX108510" y="connsiteY108510"/>
              </a:cxn>
              <a:cxn ang="0">
                <a:pos x="connsiteX108511" y="connsiteY108511"/>
              </a:cxn>
              <a:cxn ang="0">
                <a:pos x="connsiteX108512" y="connsiteY108512"/>
              </a:cxn>
              <a:cxn ang="0">
                <a:pos x="connsiteX108513" y="connsiteY108513"/>
              </a:cxn>
              <a:cxn ang="0">
                <a:pos x="connsiteX108514" y="connsiteY108514"/>
              </a:cxn>
              <a:cxn ang="0">
                <a:pos x="connsiteX108515" y="connsiteY108515"/>
              </a:cxn>
              <a:cxn ang="0">
                <a:pos x="connsiteX108516" y="connsiteY108516"/>
              </a:cxn>
              <a:cxn ang="0">
                <a:pos x="connsiteX108517" y="connsiteY108517"/>
              </a:cxn>
              <a:cxn ang="0">
                <a:pos x="connsiteX108518" y="connsiteY108518"/>
              </a:cxn>
              <a:cxn ang="0">
                <a:pos x="connsiteX108519" y="connsiteY108519"/>
              </a:cxn>
              <a:cxn ang="0">
                <a:pos x="connsiteX108520" y="connsiteY108520"/>
              </a:cxn>
              <a:cxn ang="0">
                <a:pos x="connsiteX108521" y="connsiteY108521"/>
              </a:cxn>
              <a:cxn ang="0">
                <a:pos x="connsiteX108522" y="connsiteY108522"/>
              </a:cxn>
              <a:cxn ang="0">
                <a:pos x="connsiteX108523" y="connsiteY108523"/>
              </a:cxn>
              <a:cxn ang="0">
                <a:pos x="connsiteX108524" y="connsiteY108524"/>
              </a:cxn>
              <a:cxn ang="0">
                <a:pos x="connsiteX108525" y="connsiteY108525"/>
              </a:cxn>
              <a:cxn ang="0">
                <a:pos x="connsiteX108526" y="connsiteY108526"/>
              </a:cxn>
              <a:cxn ang="0">
                <a:pos x="connsiteX108527" y="connsiteY108527"/>
              </a:cxn>
              <a:cxn ang="0">
                <a:pos x="connsiteX108528" y="connsiteY108528"/>
              </a:cxn>
              <a:cxn ang="0">
                <a:pos x="connsiteX108529" y="connsiteY108529"/>
              </a:cxn>
              <a:cxn ang="0">
                <a:pos x="connsiteX108530" y="connsiteY108530"/>
              </a:cxn>
              <a:cxn ang="0">
                <a:pos x="connsiteX108531" y="connsiteY108531"/>
              </a:cxn>
              <a:cxn ang="0">
                <a:pos x="connsiteX108532" y="connsiteY108532"/>
              </a:cxn>
              <a:cxn ang="0">
                <a:pos x="connsiteX108533" y="connsiteY108533"/>
              </a:cxn>
              <a:cxn ang="0">
                <a:pos x="connsiteX108534" y="connsiteY108534"/>
              </a:cxn>
              <a:cxn ang="0">
                <a:pos x="connsiteX108535" y="connsiteY108535"/>
              </a:cxn>
              <a:cxn ang="0">
                <a:pos x="connsiteX108536" y="connsiteY108536"/>
              </a:cxn>
              <a:cxn ang="0">
                <a:pos x="connsiteX108537" y="connsiteY108537"/>
              </a:cxn>
              <a:cxn ang="0">
                <a:pos x="connsiteX108538" y="connsiteY108538"/>
              </a:cxn>
              <a:cxn ang="0">
                <a:pos x="connsiteX108539" y="connsiteY108539"/>
              </a:cxn>
              <a:cxn ang="0">
                <a:pos x="connsiteX108540" y="connsiteY108540"/>
              </a:cxn>
              <a:cxn ang="0">
                <a:pos x="connsiteX108541" y="connsiteY108541"/>
              </a:cxn>
              <a:cxn ang="0">
                <a:pos x="connsiteX108542" y="connsiteY108542"/>
              </a:cxn>
              <a:cxn ang="0">
                <a:pos x="connsiteX108543" y="connsiteY108543"/>
              </a:cxn>
              <a:cxn ang="0">
                <a:pos x="connsiteX108544" y="connsiteY108544"/>
              </a:cxn>
              <a:cxn ang="0">
                <a:pos x="connsiteX108545" y="connsiteY108545"/>
              </a:cxn>
              <a:cxn ang="0">
                <a:pos x="connsiteX108546" y="connsiteY108546"/>
              </a:cxn>
              <a:cxn ang="0">
                <a:pos x="connsiteX108547" y="connsiteY108547"/>
              </a:cxn>
              <a:cxn ang="0">
                <a:pos x="connsiteX108548" y="connsiteY108548"/>
              </a:cxn>
              <a:cxn ang="0">
                <a:pos x="connsiteX108549" y="connsiteY108549"/>
              </a:cxn>
              <a:cxn ang="0">
                <a:pos x="connsiteX108550" y="connsiteY108550"/>
              </a:cxn>
              <a:cxn ang="0">
                <a:pos x="connsiteX108551" y="connsiteY108551"/>
              </a:cxn>
              <a:cxn ang="0">
                <a:pos x="connsiteX108552" y="connsiteY108552"/>
              </a:cxn>
              <a:cxn ang="0">
                <a:pos x="connsiteX108553" y="connsiteY108553"/>
              </a:cxn>
              <a:cxn ang="0">
                <a:pos x="connsiteX108554" y="connsiteY108554"/>
              </a:cxn>
              <a:cxn ang="0">
                <a:pos x="connsiteX108555" y="connsiteY108555"/>
              </a:cxn>
              <a:cxn ang="0">
                <a:pos x="connsiteX108556" y="connsiteY108556"/>
              </a:cxn>
              <a:cxn ang="0">
                <a:pos x="connsiteX108557" y="connsiteY108557"/>
              </a:cxn>
              <a:cxn ang="0">
                <a:pos x="connsiteX108558" y="connsiteY108558"/>
              </a:cxn>
              <a:cxn ang="0">
                <a:pos x="connsiteX108559" y="connsiteY108559"/>
              </a:cxn>
              <a:cxn ang="0">
                <a:pos x="connsiteX108560" y="connsiteY108560"/>
              </a:cxn>
              <a:cxn ang="0">
                <a:pos x="connsiteX108561" y="connsiteY108561"/>
              </a:cxn>
              <a:cxn ang="0">
                <a:pos x="connsiteX108562" y="connsiteY108562"/>
              </a:cxn>
              <a:cxn ang="0">
                <a:pos x="connsiteX108563" y="connsiteY108563"/>
              </a:cxn>
              <a:cxn ang="0">
                <a:pos x="connsiteX108564" y="connsiteY108564"/>
              </a:cxn>
              <a:cxn ang="0">
                <a:pos x="connsiteX108565" y="connsiteY108565"/>
              </a:cxn>
              <a:cxn ang="0">
                <a:pos x="connsiteX108566" y="connsiteY108566"/>
              </a:cxn>
              <a:cxn ang="0">
                <a:pos x="connsiteX108567" y="connsiteY108567"/>
              </a:cxn>
              <a:cxn ang="0">
                <a:pos x="connsiteX108568" y="connsiteY108568"/>
              </a:cxn>
              <a:cxn ang="0">
                <a:pos x="connsiteX108569" y="connsiteY108569"/>
              </a:cxn>
              <a:cxn ang="0">
                <a:pos x="connsiteX108570" y="connsiteY108570"/>
              </a:cxn>
              <a:cxn ang="0">
                <a:pos x="connsiteX108571" y="connsiteY108571"/>
              </a:cxn>
              <a:cxn ang="0">
                <a:pos x="connsiteX108572" y="connsiteY108572"/>
              </a:cxn>
              <a:cxn ang="0">
                <a:pos x="connsiteX108573" y="connsiteY108573"/>
              </a:cxn>
              <a:cxn ang="0">
                <a:pos x="connsiteX108574" y="connsiteY108574"/>
              </a:cxn>
              <a:cxn ang="0">
                <a:pos x="connsiteX108575" y="connsiteY108575"/>
              </a:cxn>
              <a:cxn ang="0">
                <a:pos x="connsiteX108576" y="connsiteY108576"/>
              </a:cxn>
              <a:cxn ang="0">
                <a:pos x="connsiteX108577" y="connsiteY108577"/>
              </a:cxn>
              <a:cxn ang="0">
                <a:pos x="connsiteX108578" y="connsiteY108578"/>
              </a:cxn>
              <a:cxn ang="0">
                <a:pos x="connsiteX108579" y="connsiteY108579"/>
              </a:cxn>
              <a:cxn ang="0">
                <a:pos x="connsiteX108580" y="connsiteY108580"/>
              </a:cxn>
              <a:cxn ang="0">
                <a:pos x="connsiteX108581" y="connsiteY108581"/>
              </a:cxn>
              <a:cxn ang="0">
                <a:pos x="connsiteX108582" y="connsiteY108582"/>
              </a:cxn>
              <a:cxn ang="0">
                <a:pos x="connsiteX108583" y="connsiteY108583"/>
              </a:cxn>
              <a:cxn ang="0">
                <a:pos x="connsiteX108584" y="connsiteY108584"/>
              </a:cxn>
              <a:cxn ang="0">
                <a:pos x="connsiteX108585" y="connsiteY108585"/>
              </a:cxn>
              <a:cxn ang="0">
                <a:pos x="connsiteX108586" y="connsiteY108586"/>
              </a:cxn>
              <a:cxn ang="0">
                <a:pos x="connsiteX108587" y="connsiteY108587"/>
              </a:cxn>
              <a:cxn ang="0">
                <a:pos x="connsiteX108588" y="connsiteY108588"/>
              </a:cxn>
              <a:cxn ang="0">
                <a:pos x="connsiteX108589" y="connsiteY108589"/>
              </a:cxn>
              <a:cxn ang="0">
                <a:pos x="connsiteX108590" y="connsiteY108590"/>
              </a:cxn>
              <a:cxn ang="0">
                <a:pos x="connsiteX108591" y="connsiteY108591"/>
              </a:cxn>
              <a:cxn ang="0">
                <a:pos x="connsiteX108592" y="connsiteY108592"/>
              </a:cxn>
              <a:cxn ang="0">
                <a:pos x="connsiteX108593" y="connsiteY108593"/>
              </a:cxn>
              <a:cxn ang="0">
                <a:pos x="connsiteX108594" y="connsiteY108594"/>
              </a:cxn>
              <a:cxn ang="0">
                <a:pos x="connsiteX108595" y="connsiteY108595"/>
              </a:cxn>
              <a:cxn ang="0">
                <a:pos x="connsiteX108596" y="connsiteY108596"/>
              </a:cxn>
              <a:cxn ang="0">
                <a:pos x="connsiteX108597" y="connsiteY108597"/>
              </a:cxn>
              <a:cxn ang="0">
                <a:pos x="connsiteX108598" y="connsiteY108598"/>
              </a:cxn>
              <a:cxn ang="0">
                <a:pos x="connsiteX108599" y="connsiteY108599"/>
              </a:cxn>
              <a:cxn ang="0">
                <a:pos x="connsiteX108600" y="connsiteY108600"/>
              </a:cxn>
              <a:cxn ang="0">
                <a:pos x="connsiteX108601" y="connsiteY108601"/>
              </a:cxn>
              <a:cxn ang="0">
                <a:pos x="connsiteX108602" y="connsiteY108602"/>
              </a:cxn>
              <a:cxn ang="0">
                <a:pos x="connsiteX108603" y="connsiteY108603"/>
              </a:cxn>
              <a:cxn ang="0">
                <a:pos x="connsiteX108604" y="connsiteY108604"/>
              </a:cxn>
              <a:cxn ang="0">
                <a:pos x="connsiteX108605" y="connsiteY108605"/>
              </a:cxn>
              <a:cxn ang="0">
                <a:pos x="connsiteX108606" y="connsiteY108606"/>
              </a:cxn>
              <a:cxn ang="0">
                <a:pos x="connsiteX108607" y="connsiteY108607"/>
              </a:cxn>
              <a:cxn ang="0">
                <a:pos x="connsiteX108608" y="connsiteY108608"/>
              </a:cxn>
              <a:cxn ang="0">
                <a:pos x="connsiteX108609" y="connsiteY108609"/>
              </a:cxn>
              <a:cxn ang="0">
                <a:pos x="connsiteX108610" y="connsiteY108610"/>
              </a:cxn>
              <a:cxn ang="0">
                <a:pos x="connsiteX108611" y="connsiteY108611"/>
              </a:cxn>
              <a:cxn ang="0">
                <a:pos x="connsiteX108612" y="connsiteY108612"/>
              </a:cxn>
              <a:cxn ang="0">
                <a:pos x="connsiteX108613" y="connsiteY108613"/>
              </a:cxn>
              <a:cxn ang="0">
                <a:pos x="connsiteX108614" y="connsiteY108614"/>
              </a:cxn>
              <a:cxn ang="0">
                <a:pos x="connsiteX108615" y="connsiteY108615"/>
              </a:cxn>
              <a:cxn ang="0">
                <a:pos x="connsiteX108616" y="connsiteY108616"/>
              </a:cxn>
              <a:cxn ang="0">
                <a:pos x="connsiteX108617" y="connsiteY108617"/>
              </a:cxn>
              <a:cxn ang="0">
                <a:pos x="connsiteX108618" y="connsiteY108618"/>
              </a:cxn>
              <a:cxn ang="0">
                <a:pos x="connsiteX108619" y="connsiteY108619"/>
              </a:cxn>
              <a:cxn ang="0">
                <a:pos x="connsiteX108620" y="connsiteY108620"/>
              </a:cxn>
              <a:cxn ang="0">
                <a:pos x="connsiteX108621" y="connsiteY108621"/>
              </a:cxn>
              <a:cxn ang="0">
                <a:pos x="connsiteX108622" y="connsiteY108622"/>
              </a:cxn>
              <a:cxn ang="0">
                <a:pos x="connsiteX108623" y="connsiteY108623"/>
              </a:cxn>
              <a:cxn ang="0">
                <a:pos x="connsiteX108624" y="connsiteY108624"/>
              </a:cxn>
              <a:cxn ang="0">
                <a:pos x="connsiteX108625" y="connsiteY108625"/>
              </a:cxn>
              <a:cxn ang="0">
                <a:pos x="connsiteX108626" y="connsiteY108626"/>
              </a:cxn>
              <a:cxn ang="0">
                <a:pos x="connsiteX108627" y="connsiteY108627"/>
              </a:cxn>
              <a:cxn ang="0">
                <a:pos x="connsiteX108628" y="connsiteY108628"/>
              </a:cxn>
              <a:cxn ang="0">
                <a:pos x="connsiteX108629" y="connsiteY108629"/>
              </a:cxn>
              <a:cxn ang="0">
                <a:pos x="connsiteX108630" y="connsiteY108630"/>
              </a:cxn>
              <a:cxn ang="0">
                <a:pos x="connsiteX108631" y="connsiteY108631"/>
              </a:cxn>
              <a:cxn ang="0">
                <a:pos x="connsiteX108632" y="connsiteY108632"/>
              </a:cxn>
              <a:cxn ang="0">
                <a:pos x="connsiteX108633" y="connsiteY108633"/>
              </a:cxn>
              <a:cxn ang="0">
                <a:pos x="connsiteX108634" y="connsiteY108634"/>
              </a:cxn>
              <a:cxn ang="0">
                <a:pos x="connsiteX108635" y="connsiteY108635"/>
              </a:cxn>
              <a:cxn ang="0">
                <a:pos x="connsiteX108636" y="connsiteY108636"/>
              </a:cxn>
              <a:cxn ang="0">
                <a:pos x="connsiteX108637" y="connsiteY108637"/>
              </a:cxn>
              <a:cxn ang="0">
                <a:pos x="connsiteX108638" y="connsiteY108638"/>
              </a:cxn>
              <a:cxn ang="0">
                <a:pos x="connsiteX108639" y="connsiteY108639"/>
              </a:cxn>
              <a:cxn ang="0">
                <a:pos x="connsiteX108640" y="connsiteY108640"/>
              </a:cxn>
              <a:cxn ang="0">
                <a:pos x="connsiteX108641" y="connsiteY108641"/>
              </a:cxn>
              <a:cxn ang="0">
                <a:pos x="connsiteX108642" y="connsiteY108642"/>
              </a:cxn>
              <a:cxn ang="0">
                <a:pos x="connsiteX108643" y="connsiteY108643"/>
              </a:cxn>
              <a:cxn ang="0">
                <a:pos x="connsiteX108644" y="connsiteY108644"/>
              </a:cxn>
              <a:cxn ang="0">
                <a:pos x="connsiteX108645" y="connsiteY108645"/>
              </a:cxn>
              <a:cxn ang="0">
                <a:pos x="connsiteX108646" y="connsiteY108646"/>
              </a:cxn>
              <a:cxn ang="0">
                <a:pos x="connsiteX108647" y="connsiteY108647"/>
              </a:cxn>
              <a:cxn ang="0">
                <a:pos x="connsiteX108648" y="connsiteY108648"/>
              </a:cxn>
              <a:cxn ang="0">
                <a:pos x="connsiteX108649" y="connsiteY108649"/>
              </a:cxn>
              <a:cxn ang="0">
                <a:pos x="connsiteX108650" y="connsiteY108650"/>
              </a:cxn>
              <a:cxn ang="0">
                <a:pos x="connsiteX108651" y="connsiteY108651"/>
              </a:cxn>
              <a:cxn ang="0">
                <a:pos x="connsiteX108652" y="connsiteY108652"/>
              </a:cxn>
              <a:cxn ang="0">
                <a:pos x="connsiteX108653" y="connsiteY108653"/>
              </a:cxn>
              <a:cxn ang="0">
                <a:pos x="connsiteX108654" y="connsiteY108654"/>
              </a:cxn>
              <a:cxn ang="0">
                <a:pos x="connsiteX108655" y="connsiteY108655"/>
              </a:cxn>
              <a:cxn ang="0">
                <a:pos x="connsiteX108656" y="connsiteY108656"/>
              </a:cxn>
              <a:cxn ang="0">
                <a:pos x="connsiteX108657" y="connsiteY108657"/>
              </a:cxn>
              <a:cxn ang="0">
                <a:pos x="connsiteX108658" y="connsiteY108658"/>
              </a:cxn>
              <a:cxn ang="0">
                <a:pos x="connsiteX108659" y="connsiteY108659"/>
              </a:cxn>
              <a:cxn ang="0">
                <a:pos x="connsiteX108660" y="connsiteY108660"/>
              </a:cxn>
              <a:cxn ang="0">
                <a:pos x="connsiteX108661" y="connsiteY108661"/>
              </a:cxn>
              <a:cxn ang="0">
                <a:pos x="connsiteX108662" y="connsiteY108662"/>
              </a:cxn>
              <a:cxn ang="0">
                <a:pos x="connsiteX108663" y="connsiteY108663"/>
              </a:cxn>
              <a:cxn ang="0">
                <a:pos x="connsiteX108664" y="connsiteY108664"/>
              </a:cxn>
              <a:cxn ang="0">
                <a:pos x="connsiteX108665" y="connsiteY108665"/>
              </a:cxn>
              <a:cxn ang="0">
                <a:pos x="connsiteX108666" y="connsiteY108666"/>
              </a:cxn>
              <a:cxn ang="0">
                <a:pos x="connsiteX108667" y="connsiteY108667"/>
              </a:cxn>
              <a:cxn ang="0">
                <a:pos x="connsiteX108668" y="connsiteY108668"/>
              </a:cxn>
              <a:cxn ang="0">
                <a:pos x="connsiteX108669" y="connsiteY108669"/>
              </a:cxn>
              <a:cxn ang="0">
                <a:pos x="connsiteX108670" y="connsiteY108670"/>
              </a:cxn>
              <a:cxn ang="0">
                <a:pos x="connsiteX108671" y="connsiteY108671"/>
              </a:cxn>
              <a:cxn ang="0">
                <a:pos x="connsiteX108672" y="connsiteY108672"/>
              </a:cxn>
              <a:cxn ang="0">
                <a:pos x="connsiteX108673" y="connsiteY108673"/>
              </a:cxn>
              <a:cxn ang="0">
                <a:pos x="connsiteX108674" y="connsiteY108674"/>
              </a:cxn>
              <a:cxn ang="0">
                <a:pos x="connsiteX108675" y="connsiteY108675"/>
              </a:cxn>
              <a:cxn ang="0">
                <a:pos x="connsiteX108676" y="connsiteY108676"/>
              </a:cxn>
              <a:cxn ang="0">
                <a:pos x="connsiteX108677" y="connsiteY108677"/>
              </a:cxn>
              <a:cxn ang="0">
                <a:pos x="connsiteX108678" y="connsiteY108678"/>
              </a:cxn>
              <a:cxn ang="0">
                <a:pos x="connsiteX108679" y="connsiteY108679"/>
              </a:cxn>
              <a:cxn ang="0">
                <a:pos x="connsiteX108680" y="connsiteY108680"/>
              </a:cxn>
              <a:cxn ang="0">
                <a:pos x="connsiteX108681" y="connsiteY108681"/>
              </a:cxn>
              <a:cxn ang="0">
                <a:pos x="connsiteX108682" y="connsiteY108682"/>
              </a:cxn>
              <a:cxn ang="0">
                <a:pos x="connsiteX108683" y="connsiteY108683"/>
              </a:cxn>
              <a:cxn ang="0">
                <a:pos x="connsiteX108684" y="connsiteY108684"/>
              </a:cxn>
              <a:cxn ang="0">
                <a:pos x="connsiteX108685" y="connsiteY108685"/>
              </a:cxn>
              <a:cxn ang="0">
                <a:pos x="connsiteX108686" y="connsiteY108686"/>
              </a:cxn>
              <a:cxn ang="0">
                <a:pos x="connsiteX108687" y="connsiteY108687"/>
              </a:cxn>
              <a:cxn ang="0">
                <a:pos x="connsiteX108688" y="connsiteY108688"/>
              </a:cxn>
              <a:cxn ang="0">
                <a:pos x="connsiteX108689" y="connsiteY108689"/>
              </a:cxn>
              <a:cxn ang="0">
                <a:pos x="connsiteX108690" y="connsiteY108690"/>
              </a:cxn>
              <a:cxn ang="0">
                <a:pos x="connsiteX108691" y="connsiteY108691"/>
              </a:cxn>
              <a:cxn ang="0">
                <a:pos x="connsiteX108692" y="connsiteY108692"/>
              </a:cxn>
              <a:cxn ang="0">
                <a:pos x="connsiteX108693" y="connsiteY108693"/>
              </a:cxn>
              <a:cxn ang="0">
                <a:pos x="connsiteX108694" y="connsiteY108694"/>
              </a:cxn>
              <a:cxn ang="0">
                <a:pos x="connsiteX108695" y="connsiteY108695"/>
              </a:cxn>
              <a:cxn ang="0">
                <a:pos x="connsiteX108696" y="connsiteY108696"/>
              </a:cxn>
              <a:cxn ang="0">
                <a:pos x="connsiteX108697" y="connsiteY108697"/>
              </a:cxn>
              <a:cxn ang="0">
                <a:pos x="connsiteX108698" y="connsiteY108698"/>
              </a:cxn>
              <a:cxn ang="0">
                <a:pos x="connsiteX108699" y="connsiteY108699"/>
              </a:cxn>
              <a:cxn ang="0">
                <a:pos x="connsiteX108700" y="connsiteY108700"/>
              </a:cxn>
              <a:cxn ang="0">
                <a:pos x="connsiteX108701" y="connsiteY108701"/>
              </a:cxn>
              <a:cxn ang="0">
                <a:pos x="connsiteX108702" y="connsiteY108702"/>
              </a:cxn>
              <a:cxn ang="0">
                <a:pos x="connsiteX108703" y="connsiteY108703"/>
              </a:cxn>
              <a:cxn ang="0">
                <a:pos x="connsiteX108704" y="connsiteY108704"/>
              </a:cxn>
              <a:cxn ang="0">
                <a:pos x="connsiteX108705" y="connsiteY108705"/>
              </a:cxn>
              <a:cxn ang="0">
                <a:pos x="connsiteX108706" y="connsiteY108706"/>
              </a:cxn>
              <a:cxn ang="0">
                <a:pos x="connsiteX108707" y="connsiteY108707"/>
              </a:cxn>
              <a:cxn ang="0">
                <a:pos x="connsiteX108708" y="connsiteY108708"/>
              </a:cxn>
              <a:cxn ang="0">
                <a:pos x="connsiteX108709" y="connsiteY108709"/>
              </a:cxn>
              <a:cxn ang="0">
                <a:pos x="connsiteX108710" y="connsiteY108710"/>
              </a:cxn>
              <a:cxn ang="0">
                <a:pos x="connsiteX108711" y="connsiteY108711"/>
              </a:cxn>
              <a:cxn ang="0">
                <a:pos x="connsiteX108712" y="connsiteY108712"/>
              </a:cxn>
              <a:cxn ang="0">
                <a:pos x="connsiteX108713" y="connsiteY108713"/>
              </a:cxn>
              <a:cxn ang="0">
                <a:pos x="connsiteX108714" y="connsiteY108714"/>
              </a:cxn>
              <a:cxn ang="0">
                <a:pos x="connsiteX108715" y="connsiteY108715"/>
              </a:cxn>
              <a:cxn ang="0">
                <a:pos x="connsiteX108716" y="connsiteY108716"/>
              </a:cxn>
              <a:cxn ang="0">
                <a:pos x="connsiteX108717" y="connsiteY108717"/>
              </a:cxn>
              <a:cxn ang="0">
                <a:pos x="connsiteX108718" y="connsiteY108718"/>
              </a:cxn>
              <a:cxn ang="0">
                <a:pos x="connsiteX108719" y="connsiteY108719"/>
              </a:cxn>
              <a:cxn ang="0">
                <a:pos x="connsiteX108720" y="connsiteY108720"/>
              </a:cxn>
              <a:cxn ang="0">
                <a:pos x="connsiteX108721" y="connsiteY108721"/>
              </a:cxn>
              <a:cxn ang="0">
                <a:pos x="connsiteX108722" y="connsiteY108722"/>
              </a:cxn>
              <a:cxn ang="0">
                <a:pos x="connsiteX108723" y="connsiteY108723"/>
              </a:cxn>
              <a:cxn ang="0">
                <a:pos x="connsiteX108724" y="connsiteY108724"/>
              </a:cxn>
              <a:cxn ang="0">
                <a:pos x="connsiteX108725" y="connsiteY108725"/>
              </a:cxn>
              <a:cxn ang="0">
                <a:pos x="connsiteX108726" y="connsiteY108726"/>
              </a:cxn>
              <a:cxn ang="0">
                <a:pos x="connsiteX108727" y="connsiteY108727"/>
              </a:cxn>
              <a:cxn ang="0">
                <a:pos x="connsiteX108728" y="connsiteY108728"/>
              </a:cxn>
              <a:cxn ang="0">
                <a:pos x="connsiteX108729" y="connsiteY108729"/>
              </a:cxn>
              <a:cxn ang="0">
                <a:pos x="connsiteX108730" y="connsiteY108730"/>
              </a:cxn>
              <a:cxn ang="0">
                <a:pos x="connsiteX108731" y="connsiteY108731"/>
              </a:cxn>
              <a:cxn ang="0">
                <a:pos x="connsiteX108732" y="connsiteY108732"/>
              </a:cxn>
              <a:cxn ang="0">
                <a:pos x="connsiteX108733" y="connsiteY108733"/>
              </a:cxn>
              <a:cxn ang="0">
                <a:pos x="connsiteX108734" y="connsiteY108734"/>
              </a:cxn>
              <a:cxn ang="0">
                <a:pos x="connsiteX108735" y="connsiteY108735"/>
              </a:cxn>
              <a:cxn ang="0">
                <a:pos x="connsiteX108736" y="connsiteY108736"/>
              </a:cxn>
              <a:cxn ang="0">
                <a:pos x="connsiteX108737" y="connsiteY108737"/>
              </a:cxn>
              <a:cxn ang="0">
                <a:pos x="connsiteX108738" y="connsiteY108738"/>
              </a:cxn>
              <a:cxn ang="0">
                <a:pos x="connsiteX108739" y="connsiteY108739"/>
              </a:cxn>
              <a:cxn ang="0">
                <a:pos x="connsiteX108740" y="connsiteY108740"/>
              </a:cxn>
              <a:cxn ang="0">
                <a:pos x="connsiteX108741" y="connsiteY108741"/>
              </a:cxn>
              <a:cxn ang="0">
                <a:pos x="connsiteX108742" y="connsiteY108742"/>
              </a:cxn>
              <a:cxn ang="0">
                <a:pos x="connsiteX108743" y="connsiteY108743"/>
              </a:cxn>
              <a:cxn ang="0">
                <a:pos x="connsiteX108744" y="connsiteY108744"/>
              </a:cxn>
              <a:cxn ang="0">
                <a:pos x="connsiteX108745" y="connsiteY108745"/>
              </a:cxn>
              <a:cxn ang="0">
                <a:pos x="connsiteX108746" y="connsiteY108746"/>
              </a:cxn>
              <a:cxn ang="0">
                <a:pos x="connsiteX108747" y="connsiteY108747"/>
              </a:cxn>
              <a:cxn ang="0">
                <a:pos x="connsiteX108748" y="connsiteY108748"/>
              </a:cxn>
              <a:cxn ang="0">
                <a:pos x="connsiteX108749" y="connsiteY108749"/>
              </a:cxn>
              <a:cxn ang="0">
                <a:pos x="connsiteX108750" y="connsiteY108750"/>
              </a:cxn>
              <a:cxn ang="0">
                <a:pos x="connsiteX108751" y="connsiteY108751"/>
              </a:cxn>
              <a:cxn ang="0">
                <a:pos x="connsiteX108752" y="connsiteY108752"/>
              </a:cxn>
              <a:cxn ang="0">
                <a:pos x="connsiteX108753" y="connsiteY108753"/>
              </a:cxn>
              <a:cxn ang="0">
                <a:pos x="connsiteX108754" y="connsiteY108754"/>
              </a:cxn>
              <a:cxn ang="0">
                <a:pos x="connsiteX108755" y="connsiteY108755"/>
              </a:cxn>
              <a:cxn ang="0">
                <a:pos x="connsiteX108756" y="connsiteY108756"/>
              </a:cxn>
              <a:cxn ang="0">
                <a:pos x="connsiteX108757" y="connsiteY108757"/>
              </a:cxn>
              <a:cxn ang="0">
                <a:pos x="connsiteX108758" y="connsiteY108758"/>
              </a:cxn>
              <a:cxn ang="0">
                <a:pos x="connsiteX108759" y="connsiteY108759"/>
              </a:cxn>
              <a:cxn ang="0">
                <a:pos x="connsiteX108760" y="connsiteY108760"/>
              </a:cxn>
              <a:cxn ang="0">
                <a:pos x="connsiteX108761" y="connsiteY108761"/>
              </a:cxn>
              <a:cxn ang="0">
                <a:pos x="connsiteX108762" y="connsiteY108762"/>
              </a:cxn>
              <a:cxn ang="0">
                <a:pos x="connsiteX108763" y="connsiteY108763"/>
              </a:cxn>
              <a:cxn ang="0">
                <a:pos x="connsiteX108764" y="connsiteY108764"/>
              </a:cxn>
              <a:cxn ang="0">
                <a:pos x="connsiteX108765" y="connsiteY108765"/>
              </a:cxn>
              <a:cxn ang="0">
                <a:pos x="connsiteX108766" y="connsiteY108766"/>
              </a:cxn>
              <a:cxn ang="0">
                <a:pos x="connsiteX108767" y="connsiteY108767"/>
              </a:cxn>
              <a:cxn ang="0">
                <a:pos x="connsiteX108768" y="connsiteY108768"/>
              </a:cxn>
              <a:cxn ang="0">
                <a:pos x="connsiteX108769" y="connsiteY108769"/>
              </a:cxn>
              <a:cxn ang="0">
                <a:pos x="connsiteX108770" y="connsiteY108770"/>
              </a:cxn>
              <a:cxn ang="0">
                <a:pos x="connsiteX108771" y="connsiteY108771"/>
              </a:cxn>
              <a:cxn ang="0">
                <a:pos x="connsiteX108772" y="connsiteY108772"/>
              </a:cxn>
              <a:cxn ang="0">
                <a:pos x="connsiteX108773" y="connsiteY108773"/>
              </a:cxn>
              <a:cxn ang="0">
                <a:pos x="connsiteX108774" y="connsiteY108774"/>
              </a:cxn>
              <a:cxn ang="0">
                <a:pos x="connsiteX108775" y="connsiteY108775"/>
              </a:cxn>
              <a:cxn ang="0">
                <a:pos x="connsiteX108776" y="connsiteY108776"/>
              </a:cxn>
              <a:cxn ang="0">
                <a:pos x="connsiteX108777" y="connsiteY108777"/>
              </a:cxn>
              <a:cxn ang="0">
                <a:pos x="connsiteX108778" y="connsiteY108778"/>
              </a:cxn>
              <a:cxn ang="0">
                <a:pos x="connsiteX108779" y="connsiteY108779"/>
              </a:cxn>
              <a:cxn ang="0">
                <a:pos x="connsiteX108780" y="connsiteY108780"/>
              </a:cxn>
              <a:cxn ang="0">
                <a:pos x="connsiteX108781" y="connsiteY108781"/>
              </a:cxn>
              <a:cxn ang="0">
                <a:pos x="connsiteX108782" y="connsiteY108782"/>
              </a:cxn>
              <a:cxn ang="0">
                <a:pos x="connsiteX108783" y="connsiteY108783"/>
              </a:cxn>
              <a:cxn ang="0">
                <a:pos x="connsiteX108784" y="connsiteY108784"/>
              </a:cxn>
              <a:cxn ang="0">
                <a:pos x="connsiteX108785" y="connsiteY108785"/>
              </a:cxn>
              <a:cxn ang="0">
                <a:pos x="connsiteX108786" y="connsiteY108786"/>
              </a:cxn>
              <a:cxn ang="0">
                <a:pos x="connsiteX108787" y="connsiteY108787"/>
              </a:cxn>
              <a:cxn ang="0">
                <a:pos x="connsiteX108788" y="connsiteY108788"/>
              </a:cxn>
              <a:cxn ang="0">
                <a:pos x="connsiteX108789" y="connsiteY108789"/>
              </a:cxn>
              <a:cxn ang="0">
                <a:pos x="connsiteX108790" y="connsiteY108790"/>
              </a:cxn>
              <a:cxn ang="0">
                <a:pos x="connsiteX108791" y="connsiteY108791"/>
              </a:cxn>
              <a:cxn ang="0">
                <a:pos x="connsiteX108792" y="connsiteY108792"/>
              </a:cxn>
              <a:cxn ang="0">
                <a:pos x="connsiteX108793" y="connsiteY108793"/>
              </a:cxn>
              <a:cxn ang="0">
                <a:pos x="connsiteX108794" y="connsiteY108794"/>
              </a:cxn>
              <a:cxn ang="0">
                <a:pos x="connsiteX108795" y="connsiteY108795"/>
              </a:cxn>
              <a:cxn ang="0">
                <a:pos x="connsiteX108796" y="connsiteY108796"/>
              </a:cxn>
              <a:cxn ang="0">
                <a:pos x="connsiteX108797" y="connsiteY108797"/>
              </a:cxn>
              <a:cxn ang="0">
                <a:pos x="connsiteX108798" y="connsiteY108798"/>
              </a:cxn>
              <a:cxn ang="0">
                <a:pos x="connsiteX108799" y="connsiteY108799"/>
              </a:cxn>
              <a:cxn ang="0">
                <a:pos x="connsiteX108800" y="connsiteY108800"/>
              </a:cxn>
              <a:cxn ang="0">
                <a:pos x="connsiteX108801" y="connsiteY108801"/>
              </a:cxn>
              <a:cxn ang="0">
                <a:pos x="connsiteX108802" y="connsiteY108802"/>
              </a:cxn>
              <a:cxn ang="0">
                <a:pos x="connsiteX108803" y="connsiteY108803"/>
              </a:cxn>
              <a:cxn ang="0">
                <a:pos x="connsiteX108804" y="connsiteY108804"/>
              </a:cxn>
              <a:cxn ang="0">
                <a:pos x="connsiteX108805" y="connsiteY108805"/>
              </a:cxn>
              <a:cxn ang="0">
                <a:pos x="connsiteX108806" y="connsiteY108806"/>
              </a:cxn>
              <a:cxn ang="0">
                <a:pos x="connsiteX108807" y="connsiteY108807"/>
              </a:cxn>
              <a:cxn ang="0">
                <a:pos x="connsiteX108808" y="connsiteY108808"/>
              </a:cxn>
              <a:cxn ang="0">
                <a:pos x="connsiteX108809" y="connsiteY108809"/>
              </a:cxn>
              <a:cxn ang="0">
                <a:pos x="connsiteX108810" y="connsiteY108810"/>
              </a:cxn>
              <a:cxn ang="0">
                <a:pos x="connsiteX108811" y="connsiteY108811"/>
              </a:cxn>
              <a:cxn ang="0">
                <a:pos x="connsiteX108812" y="connsiteY108812"/>
              </a:cxn>
              <a:cxn ang="0">
                <a:pos x="connsiteX108813" y="connsiteY108813"/>
              </a:cxn>
              <a:cxn ang="0">
                <a:pos x="connsiteX108814" y="connsiteY108814"/>
              </a:cxn>
              <a:cxn ang="0">
                <a:pos x="connsiteX108815" y="connsiteY108815"/>
              </a:cxn>
              <a:cxn ang="0">
                <a:pos x="connsiteX108816" y="connsiteY108816"/>
              </a:cxn>
              <a:cxn ang="0">
                <a:pos x="connsiteX108817" y="connsiteY108817"/>
              </a:cxn>
              <a:cxn ang="0">
                <a:pos x="connsiteX108818" y="connsiteY108818"/>
              </a:cxn>
              <a:cxn ang="0">
                <a:pos x="connsiteX108819" y="connsiteY108819"/>
              </a:cxn>
              <a:cxn ang="0">
                <a:pos x="connsiteX108820" y="connsiteY108820"/>
              </a:cxn>
              <a:cxn ang="0">
                <a:pos x="connsiteX108821" y="connsiteY108821"/>
              </a:cxn>
              <a:cxn ang="0">
                <a:pos x="connsiteX108822" y="connsiteY108822"/>
              </a:cxn>
              <a:cxn ang="0">
                <a:pos x="connsiteX108823" y="connsiteY108823"/>
              </a:cxn>
              <a:cxn ang="0">
                <a:pos x="connsiteX108824" y="connsiteY108824"/>
              </a:cxn>
              <a:cxn ang="0">
                <a:pos x="connsiteX108825" y="connsiteY108825"/>
              </a:cxn>
              <a:cxn ang="0">
                <a:pos x="connsiteX108826" y="connsiteY108826"/>
              </a:cxn>
              <a:cxn ang="0">
                <a:pos x="connsiteX108827" y="connsiteY108827"/>
              </a:cxn>
              <a:cxn ang="0">
                <a:pos x="connsiteX108828" y="connsiteY108828"/>
              </a:cxn>
              <a:cxn ang="0">
                <a:pos x="connsiteX108829" y="connsiteY108829"/>
              </a:cxn>
              <a:cxn ang="0">
                <a:pos x="connsiteX108830" y="connsiteY108830"/>
              </a:cxn>
              <a:cxn ang="0">
                <a:pos x="connsiteX108831" y="connsiteY108831"/>
              </a:cxn>
              <a:cxn ang="0">
                <a:pos x="connsiteX108832" y="connsiteY108832"/>
              </a:cxn>
              <a:cxn ang="0">
                <a:pos x="connsiteX108833" y="connsiteY108833"/>
              </a:cxn>
              <a:cxn ang="0">
                <a:pos x="connsiteX108834" y="connsiteY108834"/>
              </a:cxn>
              <a:cxn ang="0">
                <a:pos x="connsiteX108835" y="connsiteY108835"/>
              </a:cxn>
              <a:cxn ang="0">
                <a:pos x="connsiteX108836" y="connsiteY108836"/>
              </a:cxn>
              <a:cxn ang="0">
                <a:pos x="connsiteX108837" y="connsiteY108837"/>
              </a:cxn>
              <a:cxn ang="0">
                <a:pos x="connsiteX108838" y="connsiteY108838"/>
              </a:cxn>
              <a:cxn ang="0">
                <a:pos x="connsiteX108839" y="connsiteY108839"/>
              </a:cxn>
              <a:cxn ang="0">
                <a:pos x="connsiteX108840" y="connsiteY108840"/>
              </a:cxn>
              <a:cxn ang="0">
                <a:pos x="connsiteX108841" y="connsiteY108841"/>
              </a:cxn>
              <a:cxn ang="0">
                <a:pos x="connsiteX108842" y="connsiteY108842"/>
              </a:cxn>
              <a:cxn ang="0">
                <a:pos x="connsiteX108843" y="connsiteY108843"/>
              </a:cxn>
              <a:cxn ang="0">
                <a:pos x="connsiteX108844" y="connsiteY108844"/>
              </a:cxn>
              <a:cxn ang="0">
                <a:pos x="connsiteX108845" y="connsiteY108845"/>
              </a:cxn>
              <a:cxn ang="0">
                <a:pos x="connsiteX108846" y="connsiteY108846"/>
              </a:cxn>
              <a:cxn ang="0">
                <a:pos x="connsiteX108847" y="connsiteY108847"/>
              </a:cxn>
              <a:cxn ang="0">
                <a:pos x="connsiteX108848" y="connsiteY108848"/>
              </a:cxn>
              <a:cxn ang="0">
                <a:pos x="connsiteX108849" y="connsiteY108849"/>
              </a:cxn>
              <a:cxn ang="0">
                <a:pos x="connsiteX108850" y="connsiteY108850"/>
              </a:cxn>
              <a:cxn ang="0">
                <a:pos x="connsiteX108851" y="connsiteY108851"/>
              </a:cxn>
              <a:cxn ang="0">
                <a:pos x="connsiteX108852" y="connsiteY108852"/>
              </a:cxn>
              <a:cxn ang="0">
                <a:pos x="connsiteX108853" y="connsiteY108853"/>
              </a:cxn>
              <a:cxn ang="0">
                <a:pos x="connsiteX108854" y="connsiteY108854"/>
              </a:cxn>
              <a:cxn ang="0">
                <a:pos x="connsiteX108855" y="connsiteY108855"/>
              </a:cxn>
              <a:cxn ang="0">
                <a:pos x="connsiteX108856" y="connsiteY108856"/>
              </a:cxn>
              <a:cxn ang="0">
                <a:pos x="connsiteX108857" y="connsiteY108857"/>
              </a:cxn>
              <a:cxn ang="0">
                <a:pos x="connsiteX108858" y="connsiteY108858"/>
              </a:cxn>
              <a:cxn ang="0">
                <a:pos x="connsiteX108859" y="connsiteY108859"/>
              </a:cxn>
              <a:cxn ang="0">
                <a:pos x="connsiteX108860" y="connsiteY108860"/>
              </a:cxn>
              <a:cxn ang="0">
                <a:pos x="connsiteX108861" y="connsiteY108861"/>
              </a:cxn>
              <a:cxn ang="0">
                <a:pos x="connsiteX108862" y="connsiteY108862"/>
              </a:cxn>
              <a:cxn ang="0">
                <a:pos x="connsiteX108863" y="connsiteY108863"/>
              </a:cxn>
              <a:cxn ang="0">
                <a:pos x="connsiteX108864" y="connsiteY108864"/>
              </a:cxn>
              <a:cxn ang="0">
                <a:pos x="connsiteX108865" y="connsiteY108865"/>
              </a:cxn>
              <a:cxn ang="0">
                <a:pos x="connsiteX108866" y="connsiteY108866"/>
              </a:cxn>
              <a:cxn ang="0">
                <a:pos x="connsiteX108867" y="connsiteY108867"/>
              </a:cxn>
              <a:cxn ang="0">
                <a:pos x="connsiteX108868" y="connsiteY108868"/>
              </a:cxn>
              <a:cxn ang="0">
                <a:pos x="connsiteX108869" y="connsiteY108869"/>
              </a:cxn>
              <a:cxn ang="0">
                <a:pos x="connsiteX108870" y="connsiteY108870"/>
              </a:cxn>
              <a:cxn ang="0">
                <a:pos x="connsiteX108871" y="connsiteY108871"/>
              </a:cxn>
              <a:cxn ang="0">
                <a:pos x="connsiteX108872" y="connsiteY108872"/>
              </a:cxn>
              <a:cxn ang="0">
                <a:pos x="connsiteX108873" y="connsiteY108873"/>
              </a:cxn>
              <a:cxn ang="0">
                <a:pos x="connsiteX108874" y="connsiteY108874"/>
              </a:cxn>
              <a:cxn ang="0">
                <a:pos x="connsiteX108875" y="connsiteY108875"/>
              </a:cxn>
              <a:cxn ang="0">
                <a:pos x="connsiteX108876" y="connsiteY108876"/>
              </a:cxn>
              <a:cxn ang="0">
                <a:pos x="connsiteX108877" y="connsiteY108877"/>
              </a:cxn>
              <a:cxn ang="0">
                <a:pos x="connsiteX108878" y="connsiteY108878"/>
              </a:cxn>
              <a:cxn ang="0">
                <a:pos x="connsiteX108879" y="connsiteY108879"/>
              </a:cxn>
              <a:cxn ang="0">
                <a:pos x="connsiteX108880" y="connsiteY108880"/>
              </a:cxn>
              <a:cxn ang="0">
                <a:pos x="connsiteX108881" y="connsiteY108881"/>
              </a:cxn>
              <a:cxn ang="0">
                <a:pos x="connsiteX108882" y="connsiteY108882"/>
              </a:cxn>
              <a:cxn ang="0">
                <a:pos x="connsiteX108883" y="connsiteY108883"/>
              </a:cxn>
              <a:cxn ang="0">
                <a:pos x="connsiteX108884" y="connsiteY108884"/>
              </a:cxn>
              <a:cxn ang="0">
                <a:pos x="connsiteX108885" y="connsiteY108885"/>
              </a:cxn>
              <a:cxn ang="0">
                <a:pos x="connsiteX108886" y="connsiteY108886"/>
              </a:cxn>
              <a:cxn ang="0">
                <a:pos x="connsiteX108887" y="connsiteY108887"/>
              </a:cxn>
              <a:cxn ang="0">
                <a:pos x="connsiteX108888" y="connsiteY108888"/>
              </a:cxn>
              <a:cxn ang="0">
                <a:pos x="connsiteX108889" y="connsiteY108889"/>
              </a:cxn>
              <a:cxn ang="0">
                <a:pos x="connsiteX108890" y="connsiteY108890"/>
              </a:cxn>
              <a:cxn ang="0">
                <a:pos x="connsiteX108891" y="connsiteY108891"/>
              </a:cxn>
              <a:cxn ang="0">
                <a:pos x="connsiteX108892" y="connsiteY108892"/>
              </a:cxn>
              <a:cxn ang="0">
                <a:pos x="connsiteX108893" y="connsiteY108893"/>
              </a:cxn>
              <a:cxn ang="0">
                <a:pos x="connsiteX108894" y="connsiteY108894"/>
              </a:cxn>
              <a:cxn ang="0">
                <a:pos x="connsiteX108895" y="connsiteY108895"/>
              </a:cxn>
              <a:cxn ang="0">
                <a:pos x="connsiteX108896" y="connsiteY108896"/>
              </a:cxn>
              <a:cxn ang="0">
                <a:pos x="connsiteX108897" y="connsiteY108897"/>
              </a:cxn>
              <a:cxn ang="0">
                <a:pos x="connsiteX108898" y="connsiteY108898"/>
              </a:cxn>
              <a:cxn ang="0">
                <a:pos x="connsiteX108899" y="connsiteY108899"/>
              </a:cxn>
              <a:cxn ang="0">
                <a:pos x="connsiteX108900" y="connsiteY108900"/>
              </a:cxn>
              <a:cxn ang="0">
                <a:pos x="connsiteX108901" y="connsiteY108901"/>
              </a:cxn>
              <a:cxn ang="0">
                <a:pos x="connsiteX108902" y="connsiteY108902"/>
              </a:cxn>
              <a:cxn ang="0">
                <a:pos x="connsiteX108903" y="connsiteY108903"/>
              </a:cxn>
              <a:cxn ang="0">
                <a:pos x="connsiteX108904" y="connsiteY108904"/>
              </a:cxn>
              <a:cxn ang="0">
                <a:pos x="connsiteX108905" y="connsiteY108905"/>
              </a:cxn>
              <a:cxn ang="0">
                <a:pos x="connsiteX108906" y="connsiteY108906"/>
              </a:cxn>
              <a:cxn ang="0">
                <a:pos x="connsiteX108907" y="connsiteY108907"/>
              </a:cxn>
              <a:cxn ang="0">
                <a:pos x="connsiteX108908" y="connsiteY108908"/>
              </a:cxn>
              <a:cxn ang="0">
                <a:pos x="connsiteX108909" y="connsiteY108909"/>
              </a:cxn>
              <a:cxn ang="0">
                <a:pos x="connsiteX108910" y="connsiteY108910"/>
              </a:cxn>
              <a:cxn ang="0">
                <a:pos x="connsiteX108911" y="connsiteY108911"/>
              </a:cxn>
              <a:cxn ang="0">
                <a:pos x="connsiteX108912" y="connsiteY108912"/>
              </a:cxn>
              <a:cxn ang="0">
                <a:pos x="connsiteX108913" y="connsiteY108913"/>
              </a:cxn>
              <a:cxn ang="0">
                <a:pos x="connsiteX108914" y="connsiteY108914"/>
              </a:cxn>
              <a:cxn ang="0">
                <a:pos x="connsiteX108915" y="connsiteY108915"/>
              </a:cxn>
              <a:cxn ang="0">
                <a:pos x="connsiteX108916" y="connsiteY108916"/>
              </a:cxn>
              <a:cxn ang="0">
                <a:pos x="connsiteX108917" y="connsiteY108917"/>
              </a:cxn>
              <a:cxn ang="0">
                <a:pos x="connsiteX108918" y="connsiteY108918"/>
              </a:cxn>
              <a:cxn ang="0">
                <a:pos x="connsiteX108919" y="connsiteY108919"/>
              </a:cxn>
              <a:cxn ang="0">
                <a:pos x="connsiteX108920" y="connsiteY108920"/>
              </a:cxn>
              <a:cxn ang="0">
                <a:pos x="connsiteX108921" y="connsiteY108921"/>
              </a:cxn>
              <a:cxn ang="0">
                <a:pos x="connsiteX108922" y="connsiteY108922"/>
              </a:cxn>
              <a:cxn ang="0">
                <a:pos x="connsiteX108923" y="connsiteY108923"/>
              </a:cxn>
              <a:cxn ang="0">
                <a:pos x="connsiteX108924" y="connsiteY108924"/>
              </a:cxn>
              <a:cxn ang="0">
                <a:pos x="connsiteX108925" y="connsiteY108925"/>
              </a:cxn>
              <a:cxn ang="0">
                <a:pos x="connsiteX108926" y="connsiteY108926"/>
              </a:cxn>
              <a:cxn ang="0">
                <a:pos x="connsiteX108927" y="connsiteY108927"/>
              </a:cxn>
              <a:cxn ang="0">
                <a:pos x="connsiteX108928" y="connsiteY108928"/>
              </a:cxn>
              <a:cxn ang="0">
                <a:pos x="connsiteX108929" y="connsiteY108929"/>
              </a:cxn>
              <a:cxn ang="0">
                <a:pos x="connsiteX108930" y="connsiteY108930"/>
              </a:cxn>
              <a:cxn ang="0">
                <a:pos x="connsiteX108931" y="connsiteY108931"/>
              </a:cxn>
              <a:cxn ang="0">
                <a:pos x="connsiteX108932" y="connsiteY108932"/>
              </a:cxn>
              <a:cxn ang="0">
                <a:pos x="connsiteX108933" y="connsiteY108933"/>
              </a:cxn>
              <a:cxn ang="0">
                <a:pos x="connsiteX108934" y="connsiteY108934"/>
              </a:cxn>
              <a:cxn ang="0">
                <a:pos x="connsiteX108935" y="connsiteY108935"/>
              </a:cxn>
              <a:cxn ang="0">
                <a:pos x="connsiteX108936" y="connsiteY108936"/>
              </a:cxn>
              <a:cxn ang="0">
                <a:pos x="connsiteX108937" y="connsiteY108937"/>
              </a:cxn>
              <a:cxn ang="0">
                <a:pos x="connsiteX108938" y="connsiteY108938"/>
              </a:cxn>
              <a:cxn ang="0">
                <a:pos x="connsiteX108939" y="connsiteY108939"/>
              </a:cxn>
              <a:cxn ang="0">
                <a:pos x="connsiteX108940" y="connsiteY108940"/>
              </a:cxn>
              <a:cxn ang="0">
                <a:pos x="connsiteX108941" y="connsiteY108941"/>
              </a:cxn>
              <a:cxn ang="0">
                <a:pos x="connsiteX108942" y="connsiteY108942"/>
              </a:cxn>
              <a:cxn ang="0">
                <a:pos x="connsiteX108943" y="connsiteY108943"/>
              </a:cxn>
              <a:cxn ang="0">
                <a:pos x="connsiteX108944" y="connsiteY108944"/>
              </a:cxn>
              <a:cxn ang="0">
                <a:pos x="connsiteX108945" y="connsiteY108945"/>
              </a:cxn>
              <a:cxn ang="0">
                <a:pos x="connsiteX108946" y="connsiteY108946"/>
              </a:cxn>
              <a:cxn ang="0">
                <a:pos x="connsiteX108947" y="connsiteY108947"/>
              </a:cxn>
              <a:cxn ang="0">
                <a:pos x="connsiteX108948" y="connsiteY108948"/>
              </a:cxn>
              <a:cxn ang="0">
                <a:pos x="connsiteX108949" y="connsiteY108949"/>
              </a:cxn>
              <a:cxn ang="0">
                <a:pos x="connsiteX108950" y="connsiteY108950"/>
              </a:cxn>
              <a:cxn ang="0">
                <a:pos x="connsiteX108951" y="connsiteY108951"/>
              </a:cxn>
              <a:cxn ang="0">
                <a:pos x="connsiteX108952" y="connsiteY108952"/>
              </a:cxn>
              <a:cxn ang="0">
                <a:pos x="connsiteX108953" y="connsiteY108953"/>
              </a:cxn>
              <a:cxn ang="0">
                <a:pos x="connsiteX108954" y="connsiteY108954"/>
              </a:cxn>
              <a:cxn ang="0">
                <a:pos x="connsiteX108955" y="connsiteY108955"/>
              </a:cxn>
              <a:cxn ang="0">
                <a:pos x="connsiteX108956" y="connsiteY108956"/>
              </a:cxn>
              <a:cxn ang="0">
                <a:pos x="connsiteX108957" y="connsiteY108957"/>
              </a:cxn>
              <a:cxn ang="0">
                <a:pos x="connsiteX108958" y="connsiteY108958"/>
              </a:cxn>
              <a:cxn ang="0">
                <a:pos x="connsiteX108959" y="connsiteY108959"/>
              </a:cxn>
              <a:cxn ang="0">
                <a:pos x="connsiteX108960" y="connsiteY108960"/>
              </a:cxn>
              <a:cxn ang="0">
                <a:pos x="connsiteX108961" y="connsiteY108961"/>
              </a:cxn>
              <a:cxn ang="0">
                <a:pos x="connsiteX108962" y="connsiteY108962"/>
              </a:cxn>
              <a:cxn ang="0">
                <a:pos x="connsiteX108963" y="connsiteY108963"/>
              </a:cxn>
              <a:cxn ang="0">
                <a:pos x="connsiteX108964" y="connsiteY108964"/>
              </a:cxn>
              <a:cxn ang="0">
                <a:pos x="connsiteX108965" y="connsiteY108965"/>
              </a:cxn>
              <a:cxn ang="0">
                <a:pos x="connsiteX108966" y="connsiteY108966"/>
              </a:cxn>
              <a:cxn ang="0">
                <a:pos x="connsiteX108967" y="connsiteY108967"/>
              </a:cxn>
              <a:cxn ang="0">
                <a:pos x="connsiteX108968" y="connsiteY108968"/>
              </a:cxn>
              <a:cxn ang="0">
                <a:pos x="connsiteX108969" y="connsiteY108969"/>
              </a:cxn>
              <a:cxn ang="0">
                <a:pos x="connsiteX108970" y="connsiteY108970"/>
              </a:cxn>
              <a:cxn ang="0">
                <a:pos x="connsiteX108971" y="connsiteY108971"/>
              </a:cxn>
              <a:cxn ang="0">
                <a:pos x="connsiteX108972" y="connsiteY108972"/>
              </a:cxn>
              <a:cxn ang="0">
                <a:pos x="connsiteX108973" y="connsiteY108973"/>
              </a:cxn>
              <a:cxn ang="0">
                <a:pos x="connsiteX108974" y="connsiteY108974"/>
              </a:cxn>
              <a:cxn ang="0">
                <a:pos x="connsiteX108975" y="connsiteY108975"/>
              </a:cxn>
              <a:cxn ang="0">
                <a:pos x="connsiteX108976" y="connsiteY108976"/>
              </a:cxn>
              <a:cxn ang="0">
                <a:pos x="connsiteX108977" y="connsiteY108977"/>
              </a:cxn>
              <a:cxn ang="0">
                <a:pos x="connsiteX108978" y="connsiteY108978"/>
              </a:cxn>
              <a:cxn ang="0">
                <a:pos x="connsiteX108979" y="connsiteY108979"/>
              </a:cxn>
              <a:cxn ang="0">
                <a:pos x="connsiteX108980" y="connsiteY108980"/>
              </a:cxn>
              <a:cxn ang="0">
                <a:pos x="connsiteX108981" y="connsiteY108981"/>
              </a:cxn>
              <a:cxn ang="0">
                <a:pos x="connsiteX108982" y="connsiteY108982"/>
              </a:cxn>
              <a:cxn ang="0">
                <a:pos x="connsiteX108983" y="connsiteY108983"/>
              </a:cxn>
              <a:cxn ang="0">
                <a:pos x="connsiteX108984" y="connsiteY108984"/>
              </a:cxn>
              <a:cxn ang="0">
                <a:pos x="connsiteX108985" y="connsiteY108985"/>
              </a:cxn>
              <a:cxn ang="0">
                <a:pos x="connsiteX108986" y="connsiteY108986"/>
              </a:cxn>
              <a:cxn ang="0">
                <a:pos x="connsiteX108987" y="connsiteY108987"/>
              </a:cxn>
              <a:cxn ang="0">
                <a:pos x="connsiteX108988" y="connsiteY108988"/>
              </a:cxn>
              <a:cxn ang="0">
                <a:pos x="connsiteX108989" y="connsiteY108989"/>
              </a:cxn>
              <a:cxn ang="0">
                <a:pos x="connsiteX108990" y="connsiteY108990"/>
              </a:cxn>
              <a:cxn ang="0">
                <a:pos x="connsiteX108991" y="connsiteY108991"/>
              </a:cxn>
              <a:cxn ang="0">
                <a:pos x="connsiteX108992" y="connsiteY108992"/>
              </a:cxn>
              <a:cxn ang="0">
                <a:pos x="connsiteX108993" y="connsiteY108993"/>
              </a:cxn>
              <a:cxn ang="0">
                <a:pos x="connsiteX108994" y="connsiteY108994"/>
              </a:cxn>
              <a:cxn ang="0">
                <a:pos x="connsiteX108995" y="connsiteY108995"/>
              </a:cxn>
              <a:cxn ang="0">
                <a:pos x="connsiteX108996" y="connsiteY108996"/>
              </a:cxn>
              <a:cxn ang="0">
                <a:pos x="connsiteX108997" y="connsiteY108997"/>
              </a:cxn>
              <a:cxn ang="0">
                <a:pos x="connsiteX108998" y="connsiteY108998"/>
              </a:cxn>
              <a:cxn ang="0">
                <a:pos x="connsiteX108999" y="connsiteY108999"/>
              </a:cxn>
              <a:cxn ang="0">
                <a:pos x="connsiteX109000" y="connsiteY109000"/>
              </a:cxn>
              <a:cxn ang="0">
                <a:pos x="connsiteX109001" y="connsiteY109001"/>
              </a:cxn>
              <a:cxn ang="0">
                <a:pos x="connsiteX109002" y="connsiteY109002"/>
              </a:cxn>
              <a:cxn ang="0">
                <a:pos x="connsiteX109003" y="connsiteY109003"/>
              </a:cxn>
              <a:cxn ang="0">
                <a:pos x="connsiteX109004" y="connsiteY109004"/>
              </a:cxn>
              <a:cxn ang="0">
                <a:pos x="connsiteX109005" y="connsiteY109005"/>
              </a:cxn>
              <a:cxn ang="0">
                <a:pos x="connsiteX109006" y="connsiteY109006"/>
              </a:cxn>
              <a:cxn ang="0">
                <a:pos x="connsiteX109007" y="connsiteY109007"/>
              </a:cxn>
              <a:cxn ang="0">
                <a:pos x="connsiteX109008" y="connsiteY109008"/>
              </a:cxn>
              <a:cxn ang="0">
                <a:pos x="connsiteX109009" y="connsiteY109009"/>
              </a:cxn>
              <a:cxn ang="0">
                <a:pos x="connsiteX109010" y="connsiteY109010"/>
              </a:cxn>
              <a:cxn ang="0">
                <a:pos x="connsiteX109011" y="connsiteY109011"/>
              </a:cxn>
              <a:cxn ang="0">
                <a:pos x="connsiteX109012" y="connsiteY109012"/>
              </a:cxn>
              <a:cxn ang="0">
                <a:pos x="connsiteX109013" y="connsiteY109013"/>
              </a:cxn>
              <a:cxn ang="0">
                <a:pos x="connsiteX109014" y="connsiteY109014"/>
              </a:cxn>
              <a:cxn ang="0">
                <a:pos x="connsiteX109015" y="connsiteY109015"/>
              </a:cxn>
              <a:cxn ang="0">
                <a:pos x="connsiteX109016" y="connsiteY109016"/>
              </a:cxn>
              <a:cxn ang="0">
                <a:pos x="connsiteX109017" y="connsiteY109017"/>
              </a:cxn>
              <a:cxn ang="0">
                <a:pos x="connsiteX109018" y="connsiteY109018"/>
              </a:cxn>
              <a:cxn ang="0">
                <a:pos x="connsiteX109019" y="connsiteY109019"/>
              </a:cxn>
              <a:cxn ang="0">
                <a:pos x="connsiteX109020" y="connsiteY109020"/>
              </a:cxn>
              <a:cxn ang="0">
                <a:pos x="connsiteX109021" y="connsiteY109021"/>
              </a:cxn>
              <a:cxn ang="0">
                <a:pos x="connsiteX109022" y="connsiteY109022"/>
              </a:cxn>
              <a:cxn ang="0">
                <a:pos x="connsiteX109023" y="connsiteY109023"/>
              </a:cxn>
              <a:cxn ang="0">
                <a:pos x="connsiteX109024" y="connsiteY109024"/>
              </a:cxn>
              <a:cxn ang="0">
                <a:pos x="connsiteX109025" y="connsiteY109025"/>
              </a:cxn>
              <a:cxn ang="0">
                <a:pos x="connsiteX109026" y="connsiteY109026"/>
              </a:cxn>
              <a:cxn ang="0">
                <a:pos x="connsiteX109027" y="connsiteY109027"/>
              </a:cxn>
              <a:cxn ang="0">
                <a:pos x="connsiteX109028" y="connsiteY109028"/>
              </a:cxn>
              <a:cxn ang="0">
                <a:pos x="connsiteX109029" y="connsiteY109029"/>
              </a:cxn>
              <a:cxn ang="0">
                <a:pos x="connsiteX109030" y="connsiteY109030"/>
              </a:cxn>
              <a:cxn ang="0">
                <a:pos x="connsiteX109031" y="connsiteY109031"/>
              </a:cxn>
              <a:cxn ang="0">
                <a:pos x="connsiteX109032" y="connsiteY109032"/>
              </a:cxn>
              <a:cxn ang="0">
                <a:pos x="connsiteX109033" y="connsiteY109033"/>
              </a:cxn>
              <a:cxn ang="0">
                <a:pos x="connsiteX109034" y="connsiteY109034"/>
              </a:cxn>
              <a:cxn ang="0">
                <a:pos x="connsiteX109035" y="connsiteY109035"/>
              </a:cxn>
              <a:cxn ang="0">
                <a:pos x="connsiteX109036" y="connsiteY109036"/>
              </a:cxn>
              <a:cxn ang="0">
                <a:pos x="connsiteX109037" y="connsiteY109037"/>
              </a:cxn>
              <a:cxn ang="0">
                <a:pos x="connsiteX109038" y="connsiteY109038"/>
              </a:cxn>
              <a:cxn ang="0">
                <a:pos x="connsiteX109039" y="connsiteY109039"/>
              </a:cxn>
              <a:cxn ang="0">
                <a:pos x="connsiteX109040" y="connsiteY109040"/>
              </a:cxn>
              <a:cxn ang="0">
                <a:pos x="connsiteX109041" y="connsiteY109041"/>
              </a:cxn>
              <a:cxn ang="0">
                <a:pos x="connsiteX109042" y="connsiteY109042"/>
              </a:cxn>
              <a:cxn ang="0">
                <a:pos x="connsiteX109043" y="connsiteY109043"/>
              </a:cxn>
              <a:cxn ang="0">
                <a:pos x="connsiteX109044" y="connsiteY109044"/>
              </a:cxn>
              <a:cxn ang="0">
                <a:pos x="connsiteX109045" y="connsiteY109045"/>
              </a:cxn>
              <a:cxn ang="0">
                <a:pos x="connsiteX109046" y="connsiteY109046"/>
              </a:cxn>
              <a:cxn ang="0">
                <a:pos x="connsiteX109047" y="connsiteY109047"/>
              </a:cxn>
              <a:cxn ang="0">
                <a:pos x="connsiteX109048" y="connsiteY109048"/>
              </a:cxn>
              <a:cxn ang="0">
                <a:pos x="connsiteX109049" y="connsiteY109049"/>
              </a:cxn>
              <a:cxn ang="0">
                <a:pos x="connsiteX109050" y="connsiteY109050"/>
              </a:cxn>
              <a:cxn ang="0">
                <a:pos x="connsiteX109051" y="connsiteY109051"/>
              </a:cxn>
              <a:cxn ang="0">
                <a:pos x="connsiteX109052" y="connsiteY109052"/>
              </a:cxn>
              <a:cxn ang="0">
                <a:pos x="connsiteX109053" y="connsiteY109053"/>
              </a:cxn>
              <a:cxn ang="0">
                <a:pos x="connsiteX109054" y="connsiteY109054"/>
              </a:cxn>
              <a:cxn ang="0">
                <a:pos x="connsiteX109055" y="connsiteY109055"/>
              </a:cxn>
              <a:cxn ang="0">
                <a:pos x="connsiteX109056" y="connsiteY109056"/>
              </a:cxn>
              <a:cxn ang="0">
                <a:pos x="connsiteX109057" y="connsiteY109057"/>
              </a:cxn>
              <a:cxn ang="0">
                <a:pos x="connsiteX109058" y="connsiteY109058"/>
              </a:cxn>
              <a:cxn ang="0">
                <a:pos x="connsiteX109059" y="connsiteY109059"/>
              </a:cxn>
              <a:cxn ang="0">
                <a:pos x="connsiteX109060" y="connsiteY109060"/>
              </a:cxn>
              <a:cxn ang="0">
                <a:pos x="connsiteX109061" y="connsiteY109061"/>
              </a:cxn>
              <a:cxn ang="0">
                <a:pos x="connsiteX109062" y="connsiteY109062"/>
              </a:cxn>
              <a:cxn ang="0">
                <a:pos x="connsiteX109063" y="connsiteY109063"/>
              </a:cxn>
              <a:cxn ang="0">
                <a:pos x="connsiteX109064" y="connsiteY109064"/>
              </a:cxn>
              <a:cxn ang="0">
                <a:pos x="connsiteX109065" y="connsiteY109065"/>
              </a:cxn>
              <a:cxn ang="0">
                <a:pos x="connsiteX109066" y="connsiteY109066"/>
              </a:cxn>
              <a:cxn ang="0">
                <a:pos x="connsiteX109067" y="connsiteY109067"/>
              </a:cxn>
              <a:cxn ang="0">
                <a:pos x="connsiteX109068" y="connsiteY109068"/>
              </a:cxn>
              <a:cxn ang="0">
                <a:pos x="connsiteX109069" y="connsiteY109069"/>
              </a:cxn>
              <a:cxn ang="0">
                <a:pos x="connsiteX109070" y="connsiteY109070"/>
              </a:cxn>
              <a:cxn ang="0">
                <a:pos x="connsiteX109071" y="connsiteY109071"/>
              </a:cxn>
              <a:cxn ang="0">
                <a:pos x="connsiteX109072" y="connsiteY109072"/>
              </a:cxn>
              <a:cxn ang="0">
                <a:pos x="connsiteX109073" y="connsiteY109073"/>
              </a:cxn>
              <a:cxn ang="0">
                <a:pos x="connsiteX109074" y="connsiteY109074"/>
              </a:cxn>
              <a:cxn ang="0">
                <a:pos x="connsiteX109075" y="connsiteY109075"/>
              </a:cxn>
              <a:cxn ang="0">
                <a:pos x="connsiteX109076" y="connsiteY109076"/>
              </a:cxn>
              <a:cxn ang="0">
                <a:pos x="connsiteX109077" y="connsiteY109077"/>
              </a:cxn>
              <a:cxn ang="0">
                <a:pos x="connsiteX109078" y="connsiteY109078"/>
              </a:cxn>
              <a:cxn ang="0">
                <a:pos x="connsiteX109079" y="connsiteY109079"/>
              </a:cxn>
              <a:cxn ang="0">
                <a:pos x="connsiteX109080" y="connsiteY109080"/>
              </a:cxn>
              <a:cxn ang="0">
                <a:pos x="connsiteX109081" y="connsiteY109081"/>
              </a:cxn>
              <a:cxn ang="0">
                <a:pos x="connsiteX109082" y="connsiteY109082"/>
              </a:cxn>
              <a:cxn ang="0">
                <a:pos x="connsiteX109083" y="connsiteY109083"/>
              </a:cxn>
              <a:cxn ang="0">
                <a:pos x="connsiteX109084" y="connsiteY109084"/>
              </a:cxn>
              <a:cxn ang="0">
                <a:pos x="connsiteX109085" y="connsiteY109085"/>
              </a:cxn>
              <a:cxn ang="0">
                <a:pos x="connsiteX109086" y="connsiteY109086"/>
              </a:cxn>
              <a:cxn ang="0">
                <a:pos x="connsiteX109087" y="connsiteY109087"/>
              </a:cxn>
              <a:cxn ang="0">
                <a:pos x="connsiteX109088" y="connsiteY109088"/>
              </a:cxn>
              <a:cxn ang="0">
                <a:pos x="connsiteX109089" y="connsiteY109089"/>
              </a:cxn>
              <a:cxn ang="0">
                <a:pos x="connsiteX109090" y="connsiteY109090"/>
              </a:cxn>
              <a:cxn ang="0">
                <a:pos x="connsiteX109091" y="connsiteY109091"/>
              </a:cxn>
              <a:cxn ang="0">
                <a:pos x="connsiteX109092" y="connsiteY109092"/>
              </a:cxn>
              <a:cxn ang="0">
                <a:pos x="connsiteX109093" y="connsiteY109093"/>
              </a:cxn>
              <a:cxn ang="0">
                <a:pos x="connsiteX109094" y="connsiteY109094"/>
              </a:cxn>
              <a:cxn ang="0">
                <a:pos x="connsiteX109095" y="connsiteY109095"/>
              </a:cxn>
              <a:cxn ang="0">
                <a:pos x="connsiteX109096" y="connsiteY109096"/>
              </a:cxn>
              <a:cxn ang="0">
                <a:pos x="connsiteX109097" y="connsiteY109097"/>
              </a:cxn>
              <a:cxn ang="0">
                <a:pos x="connsiteX109098" y="connsiteY109098"/>
              </a:cxn>
              <a:cxn ang="0">
                <a:pos x="connsiteX109099" y="connsiteY109099"/>
              </a:cxn>
              <a:cxn ang="0">
                <a:pos x="connsiteX109100" y="connsiteY109100"/>
              </a:cxn>
              <a:cxn ang="0">
                <a:pos x="connsiteX109101" y="connsiteY109101"/>
              </a:cxn>
              <a:cxn ang="0">
                <a:pos x="connsiteX109102" y="connsiteY109102"/>
              </a:cxn>
              <a:cxn ang="0">
                <a:pos x="connsiteX109103" y="connsiteY109103"/>
              </a:cxn>
              <a:cxn ang="0">
                <a:pos x="connsiteX109104" y="connsiteY109104"/>
              </a:cxn>
              <a:cxn ang="0">
                <a:pos x="connsiteX109105" y="connsiteY109105"/>
              </a:cxn>
              <a:cxn ang="0">
                <a:pos x="connsiteX109106" y="connsiteY109106"/>
              </a:cxn>
              <a:cxn ang="0">
                <a:pos x="connsiteX109107" y="connsiteY109107"/>
              </a:cxn>
              <a:cxn ang="0">
                <a:pos x="connsiteX109108" y="connsiteY109108"/>
              </a:cxn>
              <a:cxn ang="0">
                <a:pos x="connsiteX109109" y="connsiteY109109"/>
              </a:cxn>
              <a:cxn ang="0">
                <a:pos x="connsiteX109110" y="connsiteY109110"/>
              </a:cxn>
              <a:cxn ang="0">
                <a:pos x="connsiteX109111" y="connsiteY109111"/>
              </a:cxn>
              <a:cxn ang="0">
                <a:pos x="connsiteX109112" y="connsiteY109112"/>
              </a:cxn>
              <a:cxn ang="0">
                <a:pos x="connsiteX109113" y="connsiteY109113"/>
              </a:cxn>
              <a:cxn ang="0">
                <a:pos x="connsiteX109114" y="connsiteY109114"/>
              </a:cxn>
              <a:cxn ang="0">
                <a:pos x="connsiteX109115" y="connsiteY109115"/>
              </a:cxn>
              <a:cxn ang="0">
                <a:pos x="connsiteX109116" y="connsiteY109116"/>
              </a:cxn>
              <a:cxn ang="0">
                <a:pos x="connsiteX109117" y="connsiteY109117"/>
              </a:cxn>
              <a:cxn ang="0">
                <a:pos x="connsiteX109118" y="connsiteY109118"/>
              </a:cxn>
              <a:cxn ang="0">
                <a:pos x="connsiteX109119" y="connsiteY109119"/>
              </a:cxn>
              <a:cxn ang="0">
                <a:pos x="connsiteX109120" y="connsiteY109120"/>
              </a:cxn>
              <a:cxn ang="0">
                <a:pos x="connsiteX109121" y="connsiteY109121"/>
              </a:cxn>
              <a:cxn ang="0">
                <a:pos x="connsiteX109122" y="connsiteY109122"/>
              </a:cxn>
              <a:cxn ang="0">
                <a:pos x="connsiteX109123" y="connsiteY109123"/>
              </a:cxn>
              <a:cxn ang="0">
                <a:pos x="connsiteX109124" y="connsiteY109124"/>
              </a:cxn>
              <a:cxn ang="0">
                <a:pos x="connsiteX109125" y="connsiteY109125"/>
              </a:cxn>
              <a:cxn ang="0">
                <a:pos x="connsiteX109126" y="connsiteY109126"/>
              </a:cxn>
              <a:cxn ang="0">
                <a:pos x="connsiteX109127" y="connsiteY109127"/>
              </a:cxn>
              <a:cxn ang="0">
                <a:pos x="connsiteX109128" y="connsiteY109128"/>
              </a:cxn>
              <a:cxn ang="0">
                <a:pos x="connsiteX109129" y="connsiteY109129"/>
              </a:cxn>
              <a:cxn ang="0">
                <a:pos x="connsiteX109130" y="connsiteY109130"/>
              </a:cxn>
              <a:cxn ang="0">
                <a:pos x="connsiteX109131" y="connsiteY109131"/>
              </a:cxn>
              <a:cxn ang="0">
                <a:pos x="connsiteX109132" y="connsiteY109132"/>
              </a:cxn>
              <a:cxn ang="0">
                <a:pos x="connsiteX109133" y="connsiteY109133"/>
              </a:cxn>
              <a:cxn ang="0">
                <a:pos x="connsiteX109134" y="connsiteY109134"/>
              </a:cxn>
              <a:cxn ang="0">
                <a:pos x="connsiteX109135" y="connsiteY109135"/>
              </a:cxn>
              <a:cxn ang="0">
                <a:pos x="connsiteX109136" y="connsiteY109136"/>
              </a:cxn>
              <a:cxn ang="0">
                <a:pos x="connsiteX109137" y="connsiteY109137"/>
              </a:cxn>
              <a:cxn ang="0">
                <a:pos x="connsiteX109138" y="connsiteY109138"/>
              </a:cxn>
              <a:cxn ang="0">
                <a:pos x="connsiteX109139" y="connsiteY109139"/>
              </a:cxn>
              <a:cxn ang="0">
                <a:pos x="connsiteX109140" y="connsiteY109140"/>
              </a:cxn>
              <a:cxn ang="0">
                <a:pos x="connsiteX109141" y="connsiteY109141"/>
              </a:cxn>
              <a:cxn ang="0">
                <a:pos x="connsiteX109142" y="connsiteY109142"/>
              </a:cxn>
              <a:cxn ang="0">
                <a:pos x="connsiteX109143" y="connsiteY109143"/>
              </a:cxn>
              <a:cxn ang="0">
                <a:pos x="connsiteX109144" y="connsiteY109144"/>
              </a:cxn>
              <a:cxn ang="0">
                <a:pos x="connsiteX109145" y="connsiteY109145"/>
              </a:cxn>
              <a:cxn ang="0">
                <a:pos x="connsiteX109146" y="connsiteY109146"/>
              </a:cxn>
              <a:cxn ang="0">
                <a:pos x="connsiteX109147" y="connsiteY109147"/>
              </a:cxn>
              <a:cxn ang="0">
                <a:pos x="connsiteX109148" y="connsiteY109148"/>
              </a:cxn>
              <a:cxn ang="0">
                <a:pos x="connsiteX109149" y="connsiteY109149"/>
              </a:cxn>
              <a:cxn ang="0">
                <a:pos x="connsiteX109150" y="connsiteY109150"/>
              </a:cxn>
              <a:cxn ang="0">
                <a:pos x="connsiteX109151" y="connsiteY109151"/>
              </a:cxn>
              <a:cxn ang="0">
                <a:pos x="connsiteX109152" y="connsiteY109152"/>
              </a:cxn>
              <a:cxn ang="0">
                <a:pos x="connsiteX109153" y="connsiteY109153"/>
              </a:cxn>
              <a:cxn ang="0">
                <a:pos x="connsiteX109154" y="connsiteY109154"/>
              </a:cxn>
              <a:cxn ang="0">
                <a:pos x="connsiteX109155" y="connsiteY109155"/>
              </a:cxn>
              <a:cxn ang="0">
                <a:pos x="connsiteX109156" y="connsiteY109156"/>
              </a:cxn>
              <a:cxn ang="0">
                <a:pos x="connsiteX109157" y="connsiteY109157"/>
              </a:cxn>
              <a:cxn ang="0">
                <a:pos x="connsiteX109158" y="connsiteY109158"/>
              </a:cxn>
              <a:cxn ang="0">
                <a:pos x="connsiteX109159" y="connsiteY109159"/>
              </a:cxn>
              <a:cxn ang="0">
                <a:pos x="connsiteX109160" y="connsiteY109160"/>
              </a:cxn>
              <a:cxn ang="0">
                <a:pos x="connsiteX109161" y="connsiteY109161"/>
              </a:cxn>
              <a:cxn ang="0">
                <a:pos x="connsiteX109162" y="connsiteY109162"/>
              </a:cxn>
              <a:cxn ang="0">
                <a:pos x="connsiteX109163" y="connsiteY109163"/>
              </a:cxn>
              <a:cxn ang="0">
                <a:pos x="connsiteX109164" y="connsiteY109164"/>
              </a:cxn>
              <a:cxn ang="0">
                <a:pos x="connsiteX109165" y="connsiteY109165"/>
              </a:cxn>
              <a:cxn ang="0">
                <a:pos x="connsiteX109166" y="connsiteY109166"/>
              </a:cxn>
              <a:cxn ang="0">
                <a:pos x="connsiteX109167" y="connsiteY109167"/>
              </a:cxn>
              <a:cxn ang="0">
                <a:pos x="connsiteX109168" y="connsiteY109168"/>
              </a:cxn>
              <a:cxn ang="0">
                <a:pos x="connsiteX109169" y="connsiteY109169"/>
              </a:cxn>
              <a:cxn ang="0">
                <a:pos x="connsiteX109170" y="connsiteY109170"/>
              </a:cxn>
              <a:cxn ang="0">
                <a:pos x="connsiteX109171" y="connsiteY109171"/>
              </a:cxn>
              <a:cxn ang="0">
                <a:pos x="connsiteX109172" y="connsiteY109172"/>
              </a:cxn>
              <a:cxn ang="0">
                <a:pos x="connsiteX109173" y="connsiteY109173"/>
              </a:cxn>
              <a:cxn ang="0">
                <a:pos x="connsiteX109174" y="connsiteY109174"/>
              </a:cxn>
              <a:cxn ang="0">
                <a:pos x="connsiteX109175" y="connsiteY109175"/>
              </a:cxn>
              <a:cxn ang="0">
                <a:pos x="connsiteX109176" y="connsiteY109176"/>
              </a:cxn>
              <a:cxn ang="0">
                <a:pos x="connsiteX109177" y="connsiteY109177"/>
              </a:cxn>
              <a:cxn ang="0">
                <a:pos x="connsiteX109178" y="connsiteY109178"/>
              </a:cxn>
              <a:cxn ang="0">
                <a:pos x="connsiteX109179" y="connsiteY109179"/>
              </a:cxn>
              <a:cxn ang="0">
                <a:pos x="connsiteX109180" y="connsiteY109180"/>
              </a:cxn>
              <a:cxn ang="0">
                <a:pos x="connsiteX109181" y="connsiteY109181"/>
              </a:cxn>
              <a:cxn ang="0">
                <a:pos x="connsiteX109182" y="connsiteY109182"/>
              </a:cxn>
              <a:cxn ang="0">
                <a:pos x="connsiteX109183" y="connsiteY109183"/>
              </a:cxn>
              <a:cxn ang="0">
                <a:pos x="connsiteX109184" y="connsiteY109184"/>
              </a:cxn>
              <a:cxn ang="0">
                <a:pos x="connsiteX109185" y="connsiteY109185"/>
              </a:cxn>
              <a:cxn ang="0">
                <a:pos x="connsiteX109186" y="connsiteY109186"/>
              </a:cxn>
              <a:cxn ang="0">
                <a:pos x="connsiteX109187" y="connsiteY109187"/>
              </a:cxn>
              <a:cxn ang="0">
                <a:pos x="connsiteX109188" y="connsiteY109188"/>
              </a:cxn>
              <a:cxn ang="0">
                <a:pos x="connsiteX109189" y="connsiteY109189"/>
              </a:cxn>
              <a:cxn ang="0">
                <a:pos x="connsiteX109190" y="connsiteY109190"/>
              </a:cxn>
              <a:cxn ang="0">
                <a:pos x="connsiteX109191" y="connsiteY109191"/>
              </a:cxn>
              <a:cxn ang="0">
                <a:pos x="connsiteX109192" y="connsiteY109192"/>
              </a:cxn>
              <a:cxn ang="0">
                <a:pos x="connsiteX109193" y="connsiteY109193"/>
              </a:cxn>
              <a:cxn ang="0">
                <a:pos x="connsiteX109194" y="connsiteY109194"/>
              </a:cxn>
              <a:cxn ang="0">
                <a:pos x="connsiteX109195" y="connsiteY109195"/>
              </a:cxn>
              <a:cxn ang="0">
                <a:pos x="connsiteX109196" y="connsiteY109196"/>
              </a:cxn>
              <a:cxn ang="0">
                <a:pos x="connsiteX109197" y="connsiteY109197"/>
              </a:cxn>
              <a:cxn ang="0">
                <a:pos x="connsiteX109198" y="connsiteY109198"/>
              </a:cxn>
              <a:cxn ang="0">
                <a:pos x="connsiteX109199" y="connsiteY109199"/>
              </a:cxn>
              <a:cxn ang="0">
                <a:pos x="connsiteX109200" y="connsiteY109200"/>
              </a:cxn>
              <a:cxn ang="0">
                <a:pos x="connsiteX109201" y="connsiteY109201"/>
              </a:cxn>
              <a:cxn ang="0">
                <a:pos x="connsiteX109202" y="connsiteY109202"/>
              </a:cxn>
              <a:cxn ang="0">
                <a:pos x="connsiteX109203" y="connsiteY109203"/>
              </a:cxn>
              <a:cxn ang="0">
                <a:pos x="connsiteX109204" y="connsiteY109204"/>
              </a:cxn>
              <a:cxn ang="0">
                <a:pos x="connsiteX109205" y="connsiteY109205"/>
              </a:cxn>
              <a:cxn ang="0">
                <a:pos x="connsiteX109206" y="connsiteY109206"/>
              </a:cxn>
              <a:cxn ang="0">
                <a:pos x="connsiteX109207" y="connsiteY109207"/>
              </a:cxn>
              <a:cxn ang="0">
                <a:pos x="connsiteX109208" y="connsiteY109208"/>
              </a:cxn>
              <a:cxn ang="0">
                <a:pos x="connsiteX109209" y="connsiteY109209"/>
              </a:cxn>
              <a:cxn ang="0">
                <a:pos x="connsiteX109210" y="connsiteY109210"/>
              </a:cxn>
              <a:cxn ang="0">
                <a:pos x="connsiteX109211" y="connsiteY109211"/>
              </a:cxn>
              <a:cxn ang="0">
                <a:pos x="connsiteX109212" y="connsiteY109212"/>
              </a:cxn>
              <a:cxn ang="0">
                <a:pos x="connsiteX109213" y="connsiteY109213"/>
              </a:cxn>
              <a:cxn ang="0">
                <a:pos x="connsiteX109214" y="connsiteY109214"/>
              </a:cxn>
              <a:cxn ang="0">
                <a:pos x="connsiteX109215" y="connsiteY109215"/>
              </a:cxn>
              <a:cxn ang="0">
                <a:pos x="connsiteX109216" y="connsiteY109216"/>
              </a:cxn>
              <a:cxn ang="0">
                <a:pos x="connsiteX109217" y="connsiteY109217"/>
              </a:cxn>
              <a:cxn ang="0">
                <a:pos x="connsiteX109218" y="connsiteY109218"/>
              </a:cxn>
              <a:cxn ang="0">
                <a:pos x="connsiteX109219" y="connsiteY109219"/>
              </a:cxn>
              <a:cxn ang="0">
                <a:pos x="connsiteX109220" y="connsiteY109220"/>
              </a:cxn>
              <a:cxn ang="0">
                <a:pos x="connsiteX109221" y="connsiteY109221"/>
              </a:cxn>
              <a:cxn ang="0">
                <a:pos x="connsiteX109222" y="connsiteY109222"/>
              </a:cxn>
              <a:cxn ang="0">
                <a:pos x="connsiteX109223" y="connsiteY109223"/>
              </a:cxn>
              <a:cxn ang="0">
                <a:pos x="connsiteX109224" y="connsiteY109224"/>
              </a:cxn>
              <a:cxn ang="0">
                <a:pos x="connsiteX109225" y="connsiteY109225"/>
              </a:cxn>
              <a:cxn ang="0">
                <a:pos x="connsiteX109226" y="connsiteY109226"/>
              </a:cxn>
              <a:cxn ang="0">
                <a:pos x="connsiteX109227" y="connsiteY109227"/>
              </a:cxn>
              <a:cxn ang="0">
                <a:pos x="connsiteX109228" y="connsiteY109228"/>
              </a:cxn>
              <a:cxn ang="0">
                <a:pos x="connsiteX109229" y="connsiteY109229"/>
              </a:cxn>
              <a:cxn ang="0">
                <a:pos x="connsiteX109230" y="connsiteY109230"/>
              </a:cxn>
              <a:cxn ang="0">
                <a:pos x="connsiteX109231" y="connsiteY109231"/>
              </a:cxn>
              <a:cxn ang="0">
                <a:pos x="connsiteX109232" y="connsiteY109232"/>
              </a:cxn>
              <a:cxn ang="0">
                <a:pos x="connsiteX109233" y="connsiteY109233"/>
              </a:cxn>
              <a:cxn ang="0">
                <a:pos x="connsiteX109234" y="connsiteY109234"/>
              </a:cxn>
              <a:cxn ang="0">
                <a:pos x="connsiteX109235" y="connsiteY109235"/>
              </a:cxn>
              <a:cxn ang="0">
                <a:pos x="connsiteX109236" y="connsiteY109236"/>
              </a:cxn>
              <a:cxn ang="0">
                <a:pos x="connsiteX109237" y="connsiteY109237"/>
              </a:cxn>
              <a:cxn ang="0">
                <a:pos x="connsiteX109238" y="connsiteY109238"/>
              </a:cxn>
              <a:cxn ang="0">
                <a:pos x="connsiteX109239" y="connsiteY109239"/>
              </a:cxn>
              <a:cxn ang="0">
                <a:pos x="connsiteX109240" y="connsiteY109240"/>
              </a:cxn>
              <a:cxn ang="0">
                <a:pos x="connsiteX109241" y="connsiteY109241"/>
              </a:cxn>
              <a:cxn ang="0">
                <a:pos x="connsiteX109242" y="connsiteY109242"/>
              </a:cxn>
              <a:cxn ang="0">
                <a:pos x="connsiteX109243" y="connsiteY109243"/>
              </a:cxn>
              <a:cxn ang="0">
                <a:pos x="connsiteX109244" y="connsiteY109244"/>
              </a:cxn>
              <a:cxn ang="0">
                <a:pos x="connsiteX109245" y="connsiteY109245"/>
              </a:cxn>
              <a:cxn ang="0">
                <a:pos x="connsiteX109246" y="connsiteY109246"/>
              </a:cxn>
              <a:cxn ang="0">
                <a:pos x="connsiteX109247" y="connsiteY109247"/>
              </a:cxn>
              <a:cxn ang="0">
                <a:pos x="connsiteX109248" y="connsiteY109248"/>
              </a:cxn>
              <a:cxn ang="0">
                <a:pos x="connsiteX109249" y="connsiteY109249"/>
              </a:cxn>
              <a:cxn ang="0">
                <a:pos x="connsiteX109250" y="connsiteY109250"/>
              </a:cxn>
              <a:cxn ang="0">
                <a:pos x="connsiteX109251" y="connsiteY109251"/>
              </a:cxn>
              <a:cxn ang="0">
                <a:pos x="connsiteX109252" y="connsiteY109252"/>
              </a:cxn>
              <a:cxn ang="0">
                <a:pos x="connsiteX109253" y="connsiteY109253"/>
              </a:cxn>
              <a:cxn ang="0">
                <a:pos x="connsiteX109254" y="connsiteY109254"/>
              </a:cxn>
              <a:cxn ang="0">
                <a:pos x="connsiteX109255" y="connsiteY109255"/>
              </a:cxn>
              <a:cxn ang="0">
                <a:pos x="connsiteX109256" y="connsiteY109256"/>
              </a:cxn>
              <a:cxn ang="0">
                <a:pos x="connsiteX109257" y="connsiteY109257"/>
              </a:cxn>
              <a:cxn ang="0">
                <a:pos x="connsiteX109258" y="connsiteY109258"/>
              </a:cxn>
              <a:cxn ang="0">
                <a:pos x="connsiteX109259" y="connsiteY109259"/>
              </a:cxn>
              <a:cxn ang="0">
                <a:pos x="connsiteX109260" y="connsiteY109260"/>
              </a:cxn>
              <a:cxn ang="0">
                <a:pos x="connsiteX109261" y="connsiteY109261"/>
              </a:cxn>
              <a:cxn ang="0">
                <a:pos x="connsiteX109262" y="connsiteY109262"/>
              </a:cxn>
              <a:cxn ang="0">
                <a:pos x="connsiteX109263" y="connsiteY109263"/>
              </a:cxn>
              <a:cxn ang="0">
                <a:pos x="connsiteX109264" y="connsiteY109264"/>
              </a:cxn>
              <a:cxn ang="0">
                <a:pos x="connsiteX109265" y="connsiteY109265"/>
              </a:cxn>
              <a:cxn ang="0">
                <a:pos x="connsiteX109266" y="connsiteY109266"/>
              </a:cxn>
              <a:cxn ang="0">
                <a:pos x="connsiteX109267" y="connsiteY109267"/>
              </a:cxn>
              <a:cxn ang="0">
                <a:pos x="connsiteX109268" y="connsiteY109268"/>
              </a:cxn>
              <a:cxn ang="0">
                <a:pos x="connsiteX109269" y="connsiteY109269"/>
              </a:cxn>
              <a:cxn ang="0">
                <a:pos x="connsiteX109270" y="connsiteY109270"/>
              </a:cxn>
              <a:cxn ang="0">
                <a:pos x="connsiteX109271" y="connsiteY109271"/>
              </a:cxn>
              <a:cxn ang="0">
                <a:pos x="connsiteX109272" y="connsiteY109272"/>
              </a:cxn>
              <a:cxn ang="0">
                <a:pos x="connsiteX109273" y="connsiteY109273"/>
              </a:cxn>
              <a:cxn ang="0">
                <a:pos x="connsiteX109274" y="connsiteY109274"/>
              </a:cxn>
              <a:cxn ang="0">
                <a:pos x="connsiteX109275" y="connsiteY109275"/>
              </a:cxn>
              <a:cxn ang="0">
                <a:pos x="connsiteX109276" y="connsiteY109276"/>
              </a:cxn>
              <a:cxn ang="0">
                <a:pos x="connsiteX109277" y="connsiteY109277"/>
              </a:cxn>
              <a:cxn ang="0">
                <a:pos x="connsiteX109278" y="connsiteY109278"/>
              </a:cxn>
              <a:cxn ang="0">
                <a:pos x="connsiteX109279" y="connsiteY109279"/>
              </a:cxn>
              <a:cxn ang="0">
                <a:pos x="connsiteX109280" y="connsiteY109280"/>
              </a:cxn>
              <a:cxn ang="0">
                <a:pos x="connsiteX109281" y="connsiteY109281"/>
              </a:cxn>
              <a:cxn ang="0">
                <a:pos x="connsiteX109282" y="connsiteY109282"/>
              </a:cxn>
              <a:cxn ang="0">
                <a:pos x="connsiteX109283" y="connsiteY109283"/>
              </a:cxn>
              <a:cxn ang="0">
                <a:pos x="connsiteX109284" y="connsiteY109284"/>
              </a:cxn>
              <a:cxn ang="0">
                <a:pos x="connsiteX109285" y="connsiteY109285"/>
              </a:cxn>
              <a:cxn ang="0">
                <a:pos x="connsiteX109286" y="connsiteY109286"/>
              </a:cxn>
              <a:cxn ang="0">
                <a:pos x="connsiteX109287" y="connsiteY109287"/>
              </a:cxn>
              <a:cxn ang="0">
                <a:pos x="connsiteX109288" y="connsiteY109288"/>
              </a:cxn>
              <a:cxn ang="0">
                <a:pos x="connsiteX109289" y="connsiteY109289"/>
              </a:cxn>
              <a:cxn ang="0">
                <a:pos x="connsiteX109290" y="connsiteY109290"/>
              </a:cxn>
              <a:cxn ang="0">
                <a:pos x="connsiteX109291" y="connsiteY109291"/>
              </a:cxn>
              <a:cxn ang="0">
                <a:pos x="connsiteX109292" y="connsiteY109292"/>
              </a:cxn>
              <a:cxn ang="0">
                <a:pos x="connsiteX109293" y="connsiteY109293"/>
              </a:cxn>
              <a:cxn ang="0">
                <a:pos x="connsiteX109294" y="connsiteY109294"/>
              </a:cxn>
              <a:cxn ang="0">
                <a:pos x="connsiteX109295" y="connsiteY109295"/>
              </a:cxn>
              <a:cxn ang="0">
                <a:pos x="connsiteX109296" y="connsiteY109296"/>
              </a:cxn>
              <a:cxn ang="0">
                <a:pos x="connsiteX109297" y="connsiteY109297"/>
              </a:cxn>
              <a:cxn ang="0">
                <a:pos x="connsiteX109298" y="connsiteY109298"/>
              </a:cxn>
              <a:cxn ang="0">
                <a:pos x="connsiteX109299" y="connsiteY109299"/>
              </a:cxn>
              <a:cxn ang="0">
                <a:pos x="connsiteX109300" y="connsiteY109300"/>
              </a:cxn>
              <a:cxn ang="0">
                <a:pos x="connsiteX109301" y="connsiteY109301"/>
              </a:cxn>
              <a:cxn ang="0">
                <a:pos x="connsiteX109302" y="connsiteY109302"/>
              </a:cxn>
              <a:cxn ang="0">
                <a:pos x="connsiteX109303" y="connsiteY109303"/>
              </a:cxn>
              <a:cxn ang="0">
                <a:pos x="connsiteX109304" y="connsiteY109304"/>
              </a:cxn>
              <a:cxn ang="0">
                <a:pos x="connsiteX109305" y="connsiteY109305"/>
              </a:cxn>
              <a:cxn ang="0">
                <a:pos x="connsiteX109306" y="connsiteY109306"/>
              </a:cxn>
              <a:cxn ang="0">
                <a:pos x="connsiteX109307" y="connsiteY109307"/>
              </a:cxn>
              <a:cxn ang="0">
                <a:pos x="connsiteX109308" y="connsiteY109308"/>
              </a:cxn>
              <a:cxn ang="0">
                <a:pos x="connsiteX109309" y="connsiteY109309"/>
              </a:cxn>
              <a:cxn ang="0">
                <a:pos x="connsiteX109310" y="connsiteY109310"/>
              </a:cxn>
              <a:cxn ang="0">
                <a:pos x="connsiteX109311" y="connsiteY109311"/>
              </a:cxn>
              <a:cxn ang="0">
                <a:pos x="connsiteX109312" y="connsiteY109312"/>
              </a:cxn>
              <a:cxn ang="0">
                <a:pos x="connsiteX109313" y="connsiteY109313"/>
              </a:cxn>
              <a:cxn ang="0">
                <a:pos x="connsiteX109314" y="connsiteY109314"/>
              </a:cxn>
              <a:cxn ang="0">
                <a:pos x="connsiteX109315" y="connsiteY109315"/>
              </a:cxn>
              <a:cxn ang="0">
                <a:pos x="connsiteX109316" y="connsiteY109316"/>
              </a:cxn>
              <a:cxn ang="0">
                <a:pos x="connsiteX109317" y="connsiteY109317"/>
              </a:cxn>
              <a:cxn ang="0">
                <a:pos x="connsiteX109318" y="connsiteY109318"/>
              </a:cxn>
              <a:cxn ang="0">
                <a:pos x="connsiteX109319" y="connsiteY109319"/>
              </a:cxn>
              <a:cxn ang="0">
                <a:pos x="connsiteX109320" y="connsiteY109320"/>
              </a:cxn>
              <a:cxn ang="0">
                <a:pos x="connsiteX109321" y="connsiteY109321"/>
              </a:cxn>
              <a:cxn ang="0">
                <a:pos x="connsiteX109322" y="connsiteY109322"/>
              </a:cxn>
              <a:cxn ang="0">
                <a:pos x="connsiteX109323" y="connsiteY109323"/>
              </a:cxn>
              <a:cxn ang="0">
                <a:pos x="connsiteX109324" y="connsiteY109324"/>
              </a:cxn>
              <a:cxn ang="0">
                <a:pos x="connsiteX109325" y="connsiteY109325"/>
              </a:cxn>
              <a:cxn ang="0">
                <a:pos x="connsiteX109326" y="connsiteY109326"/>
              </a:cxn>
              <a:cxn ang="0">
                <a:pos x="connsiteX109327" y="connsiteY109327"/>
              </a:cxn>
              <a:cxn ang="0">
                <a:pos x="connsiteX109328" y="connsiteY109328"/>
              </a:cxn>
              <a:cxn ang="0">
                <a:pos x="connsiteX109329" y="connsiteY109329"/>
              </a:cxn>
              <a:cxn ang="0">
                <a:pos x="connsiteX109330" y="connsiteY109330"/>
              </a:cxn>
              <a:cxn ang="0">
                <a:pos x="connsiteX109331" y="connsiteY109331"/>
              </a:cxn>
              <a:cxn ang="0">
                <a:pos x="connsiteX109332" y="connsiteY109332"/>
              </a:cxn>
              <a:cxn ang="0">
                <a:pos x="connsiteX109333" y="connsiteY109333"/>
              </a:cxn>
              <a:cxn ang="0">
                <a:pos x="connsiteX109334" y="connsiteY109334"/>
              </a:cxn>
              <a:cxn ang="0">
                <a:pos x="connsiteX109335" y="connsiteY109335"/>
              </a:cxn>
              <a:cxn ang="0">
                <a:pos x="connsiteX109336" y="connsiteY109336"/>
              </a:cxn>
              <a:cxn ang="0">
                <a:pos x="connsiteX109337" y="connsiteY109337"/>
              </a:cxn>
              <a:cxn ang="0">
                <a:pos x="connsiteX109338" y="connsiteY109338"/>
              </a:cxn>
              <a:cxn ang="0">
                <a:pos x="connsiteX109339" y="connsiteY109339"/>
              </a:cxn>
              <a:cxn ang="0">
                <a:pos x="connsiteX109340" y="connsiteY109340"/>
              </a:cxn>
              <a:cxn ang="0">
                <a:pos x="connsiteX109341" y="connsiteY109341"/>
              </a:cxn>
              <a:cxn ang="0">
                <a:pos x="connsiteX109342" y="connsiteY109342"/>
              </a:cxn>
              <a:cxn ang="0">
                <a:pos x="connsiteX109343" y="connsiteY109343"/>
              </a:cxn>
              <a:cxn ang="0">
                <a:pos x="connsiteX109344" y="connsiteY109344"/>
              </a:cxn>
              <a:cxn ang="0">
                <a:pos x="connsiteX109345" y="connsiteY109345"/>
              </a:cxn>
              <a:cxn ang="0">
                <a:pos x="connsiteX109346" y="connsiteY109346"/>
              </a:cxn>
              <a:cxn ang="0">
                <a:pos x="connsiteX109347" y="connsiteY109347"/>
              </a:cxn>
              <a:cxn ang="0">
                <a:pos x="connsiteX109348" y="connsiteY109348"/>
              </a:cxn>
              <a:cxn ang="0">
                <a:pos x="connsiteX109349" y="connsiteY109349"/>
              </a:cxn>
              <a:cxn ang="0">
                <a:pos x="connsiteX109350" y="connsiteY109350"/>
              </a:cxn>
              <a:cxn ang="0">
                <a:pos x="connsiteX109351" y="connsiteY109351"/>
              </a:cxn>
              <a:cxn ang="0">
                <a:pos x="connsiteX109352" y="connsiteY109352"/>
              </a:cxn>
              <a:cxn ang="0">
                <a:pos x="connsiteX109353" y="connsiteY109353"/>
              </a:cxn>
              <a:cxn ang="0">
                <a:pos x="connsiteX109354" y="connsiteY109354"/>
              </a:cxn>
              <a:cxn ang="0">
                <a:pos x="connsiteX109355" y="connsiteY109355"/>
              </a:cxn>
              <a:cxn ang="0">
                <a:pos x="connsiteX109356" y="connsiteY109356"/>
              </a:cxn>
              <a:cxn ang="0">
                <a:pos x="connsiteX109357" y="connsiteY109357"/>
              </a:cxn>
              <a:cxn ang="0">
                <a:pos x="connsiteX109358" y="connsiteY109358"/>
              </a:cxn>
              <a:cxn ang="0">
                <a:pos x="connsiteX109359" y="connsiteY109359"/>
              </a:cxn>
              <a:cxn ang="0">
                <a:pos x="connsiteX109360" y="connsiteY109360"/>
              </a:cxn>
              <a:cxn ang="0">
                <a:pos x="connsiteX109361" y="connsiteY109361"/>
              </a:cxn>
              <a:cxn ang="0">
                <a:pos x="connsiteX109362" y="connsiteY109362"/>
              </a:cxn>
              <a:cxn ang="0">
                <a:pos x="connsiteX109363" y="connsiteY109363"/>
              </a:cxn>
              <a:cxn ang="0">
                <a:pos x="connsiteX109364" y="connsiteY109364"/>
              </a:cxn>
              <a:cxn ang="0">
                <a:pos x="connsiteX109365" y="connsiteY109365"/>
              </a:cxn>
              <a:cxn ang="0">
                <a:pos x="connsiteX109366" y="connsiteY109366"/>
              </a:cxn>
              <a:cxn ang="0">
                <a:pos x="connsiteX109367" y="connsiteY109367"/>
              </a:cxn>
              <a:cxn ang="0">
                <a:pos x="connsiteX109368" y="connsiteY109368"/>
              </a:cxn>
              <a:cxn ang="0">
                <a:pos x="connsiteX109369" y="connsiteY109369"/>
              </a:cxn>
              <a:cxn ang="0">
                <a:pos x="connsiteX109370" y="connsiteY109370"/>
              </a:cxn>
              <a:cxn ang="0">
                <a:pos x="connsiteX109371" y="connsiteY109371"/>
              </a:cxn>
              <a:cxn ang="0">
                <a:pos x="connsiteX109372" y="connsiteY109372"/>
              </a:cxn>
              <a:cxn ang="0">
                <a:pos x="connsiteX109373" y="connsiteY109373"/>
              </a:cxn>
              <a:cxn ang="0">
                <a:pos x="connsiteX109374" y="connsiteY109374"/>
              </a:cxn>
              <a:cxn ang="0">
                <a:pos x="connsiteX109375" y="connsiteY109375"/>
              </a:cxn>
              <a:cxn ang="0">
                <a:pos x="connsiteX109376" y="connsiteY109376"/>
              </a:cxn>
              <a:cxn ang="0">
                <a:pos x="connsiteX109377" y="connsiteY109377"/>
              </a:cxn>
              <a:cxn ang="0">
                <a:pos x="connsiteX109378" y="connsiteY109378"/>
              </a:cxn>
              <a:cxn ang="0">
                <a:pos x="connsiteX109379" y="connsiteY109379"/>
              </a:cxn>
              <a:cxn ang="0">
                <a:pos x="connsiteX109380" y="connsiteY109380"/>
              </a:cxn>
              <a:cxn ang="0">
                <a:pos x="connsiteX109381" y="connsiteY109381"/>
              </a:cxn>
              <a:cxn ang="0">
                <a:pos x="connsiteX109382" y="connsiteY109382"/>
              </a:cxn>
              <a:cxn ang="0">
                <a:pos x="connsiteX109383" y="connsiteY109383"/>
              </a:cxn>
              <a:cxn ang="0">
                <a:pos x="connsiteX109384" y="connsiteY109384"/>
              </a:cxn>
              <a:cxn ang="0">
                <a:pos x="connsiteX109385" y="connsiteY109385"/>
              </a:cxn>
              <a:cxn ang="0">
                <a:pos x="connsiteX109386" y="connsiteY109386"/>
              </a:cxn>
              <a:cxn ang="0">
                <a:pos x="connsiteX109387" y="connsiteY109387"/>
              </a:cxn>
              <a:cxn ang="0">
                <a:pos x="connsiteX109388" y="connsiteY109388"/>
              </a:cxn>
              <a:cxn ang="0">
                <a:pos x="connsiteX109389" y="connsiteY109389"/>
              </a:cxn>
              <a:cxn ang="0">
                <a:pos x="connsiteX109390" y="connsiteY109390"/>
              </a:cxn>
              <a:cxn ang="0">
                <a:pos x="connsiteX109391" y="connsiteY109391"/>
              </a:cxn>
              <a:cxn ang="0">
                <a:pos x="connsiteX109392" y="connsiteY109392"/>
              </a:cxn>
              <a:cxn ang="0">
                <a:pos x="connsiteX109393" y="connsiteY109393"/>
              </a:cxn>
              <a:cxn ang="0">
                <a:pos x="connsiteX109394" y="connsiteY109394"/>
              </a:cxn>
              <a:cxn ang="0">
                <a:pos x="connsiteX109395" y="connsiteY109395"/>
              </a:cxn>
              <a:cxn ang="0">
                <a:pos x="connsiteX109396" y="connsiteY109396"/>
              </a:cxn>
              <a:cxn ang="0">
                <a:pos x="connsiteX109397" y="connsiteY109397"/>
              </a:cxn>
              <a:cxn ang="0">
                <a:pos x="connsiteX109398" y="connsiteY109398"/>
              </a:cxn>
              <a:cxn ang="0">
                <a:pos x="connsiteX109399" y="connsiteY109399"/>
              </a:cxn>
              <a:cxn ang="0">
                <a:pos x="connsiteX109400" y="connsiteY109400"/>
              </a:cxn>
              <a:cxn ang="0">
                <a:pos x="connsiteX109401" y="connsiteY109401"/>
              </a:cxn>
              <a:cxn ang="0">
                <a:pos x="connsiteX109402" y="connsiteY109402"/>
              </a:cxn>
              <a:cxn ang="0">
                <a:pos x="connsiteX109403" y="connsiteY109403"/>
              </a:cxn>
              <a:cxn ang="0">
                <a:pos x="connsiteX109404" y="connsiteY109404"/>
              </a:cxn>
              <a:cxn ang="0">
                <a:pos x="connsiteX109405" y="connsiteY109405"/>
              </a:cxn>
              <a:cxn ang="0">
                <a:pos x="connsiteX109406" y="connsiteY109406"/>
              </a:cxn>
              <a:cxn ang="0">
                <a:pos x="connsiteX109407" y="connsiteY109407"/>
              </a:cxn>
              <a:cxn ang="0">
                <a:pos x="connsiteX109408" y="connsiteY109408"/>
              </a:cxn>
              <a:cxn ang="0">
                <a:pos x="connsiteX109409" y="connsiteY109409"/>
              </a:cxn>
              <a:cxn ang="0">
                <a:pos x="connsiteX109410" y="connsiteY109410"/>
              </a:cxn>
              <a:cxn ang="0">
                <a:pos x="connsiteX109411" y="connsiteY109411"/>
              </a:cxn>
              <a:cxn ang="0">
                <a:pos x="connsiteX109412" y="connsiteY109412"/>
              </a:cxn>
              <a:cxn ang="0">
                <a:pos x="connsiteX109413" y="connsiteY109413"/>
              </a:cxn>
              <a:cxn ang="0">
                <a:pos x="connsiteX109414" y="connsiteY109414"/>
              </a:cxn>
              <a:cxn ang="0">
                <a:pos x="connsiteX109415" y="connsiteY109415"/>
              </a:cxn>
              <a:cxn ang="0">
                <a:pos x="connsiteX109416" y="connsiteY109416"/>
              </a:cxn>
              <a:cxn ang="0">
                <a:pos x="connsiteX109417" y="connsiteY109417"/>
              </a:cxn>
              <a:cxn ang="0">
                <a:pos x="connsiteX109418" y="connsiteY109418"/>
              </a:cxn>
              <a:cxn ang="0">
                <a:pos x="connsiteX109419" y="connsiteY109419"/>
              </a:cxn>
              <a:cxn ang="0">
                <a:pos x="connsiteX109420" y="connsiteY109420"/>
              </a:cxn>
              <a:cxn ang="0">
                <a:pos x="connsiteX109421" y="connsiteY109421"/>
              </a:cxn>
              <a:cxn ang="0">
                <a:pos x="connsiteX109422" y="connsiteY109422"/>
              </a:cxn>
              <a:cxn ang="0">
                <a:pos x="connsiteX109423" y="connsiteY109423"/>
              </a:cxn>
              <a:cxn ang="0">
                <a:pos x="connsiteX109424" y="connsiteY109424"/>
              </a:cxn>
              <a:cxn ang="0">
                <a:pos x="connsiteX109425" y="connsiteY109425"/>
              </a:cxn>
              <a:cxn ang="0">
                <a:pos x="connsiteX109426" y="connsiteY109426"/>
              </a:cxn>
              <a:cxn ang="0">
                <a:pos x="connsiteX109427" y="connsiteY109427"/>
              </a:cxn>
              <a:cxn ang="0">
                <a:pos x="connsiteX109428" y="connsiteY109428"/>
              </a:cxn>
              <a:cxn ang="0">
                <a:pos x="connsiteX109429" y="connsiteY109429"/>
              </a:cxn>
              <a:cxn ang="0">
                <a:pos x="connsiteX109430" y="connsiteY109430"/>
              </a:cxn>
              <a:cxn ang="0">
                <a:pos x="connsiteX109431" y="connsiteY109431"/>
              </a:cxn>
              <a:cxn ang="0">
                <a:pos x="connsiteX109432" y="connsiteY109432"/>
              </a:cxn>
              <a:cxn ang="0">
                <a:pos x="connsiteX109433" y="connsiteY109433"/>
              </a:cxn>
              <a:cxn ang="0">
                <a:pos x="connsiteX109434" y="connsiteY109434"/>
              </a:cxn>
              <a:cxn ang="0">
                <a:pos x="connsiteX109435" y="connsiteY109435"/>
              </a:cxn>
              <a:cxn ang="0">
                <a:pos x="connsiteX109436" y="connsiteY109436"/>
              </a:cxn>
              <a:cxn ang="0">
                <a:pos x="connsiteX109437" y="connsiteY109437"/>
              </a:cxn>
              <a:cxn ang="0">
                <a:pos x="connsiteX109438" y="connsiteY109438"/>
              </a:cxn>
              <a:cxn ang="0">
                <a:pos x="connsiteX109439" y="connsiteY109439"/>
              </a:cxn>
              <a:cxn ang="0">
                <a:pos x="connsiteX109440" y="connsiteY109440"/>
              </a:cxn>
              <a:cxn ang="0">
                <a:pos x="connsiteX109441" y="connsiteY109441"/>
              </a:cxn>
              <a:cxn ang="0">
                <a:pos x="connsiteX109442" y="connsiteY109442"/>
              </a:cxn>
              <a:cxn ang="0">
                <a:pos x="connsiteX109443" y="connsiteY109443"/>
              </a:cxn>
              <a:cxn ang="0">
                <a:pos x="connsiteX109444" y="connsiteY109444"/>
              </a:cxn>
              <a:cxn ang="0">
                <a:pos x="connsiteX109445" y="connsiteY109445"/>
              </a:cxn>
              <a:cxn ang="0">
                <a:pos x="connsiteX109446" y="connsiteY109446"/>
              </a:cxn>
              <a:cxn ang="0">
                <a:pos x="connsiteX109447" y="connsiteY109447"/>
              </a:cxn>
              <a:cxn ang="0">
                <a:pos x="connsiteX109448" y="connsiteY109448"/>
              </a:cxn>
              <a:cxn ang="0">
                <a:pos x="connsiteX109449" y="connsiteY109449"/>
              </a:cxn>
              <a:cxn ang="0">
                <a:pos x="connsiteX109450" y="connsiteY109450"/>
              </a:cxn>
              <a:cxn ang="0">
                <a:pos x="connsiteX109451" y="connsiteY109451"/>
              </a:cxn>
              <a:cxn ang="0">
                <a:pos x="connsiteX109452" y="connsiteY109452"/>
              </a:cxn>
              <a:cxn ang="0">
                <a:pos x="connsiteX109453" y="connsiteY109453"/>
              </a:cxn>
              <a:cxn ang="0">
                <a:pos x="connsiteX109454" y="connsiteY109454"/>
              </a:cxn>
              <a:cxn ang="0">
                <a:pos x="connsiteX109455" y="connsiteY109455"/>
              </a:cxn>
              <a:cxn ang="0">
                <a:pos x="connsiteX109456" y="connsiteY109456"/>
              </a:cxn>
              <a:cxn ang="0">
                <a:pos x="connsiteX109457" y="connsiteY109457"/>
              </a:cxn>
              <a:cxn ang="0">
                <a:pos x="connsiteX109458" y="connsiteY109458"/>
              </a:cxn>
              <a:cxn ang="0">
                <a:pos x="connsiteX109459" y="connsiteY109459"/>
              </a:cxn>
              <a:cxn ang="0">
                <a:pos x="connsiteX109460" y="connsiteY109460"/>
              </a:cxn>
              <a:cxn ang="0">
                <a:pos x="connsiteX109461" y="connsiteY109461"/>
              </a:cxn>
              <a:cxn ang="0">
                <a:pos x="connsiteX109462" y="connsiteY109462"/>
              </a:cxn>
              <a:cxn ang="0">
                <a:pos x="connsiteX109463" y="connsiteY109463"/>
              </a:cxn>
              <a:cxn ang="0">
                <a:pos x="connsiteX109464" y="connsiteY109464"/>
              </a:cxn>
              <a:cxn ang="0">
                <a:pos x="connsiteX109465" y="connsiteY109465"/>
              </a:cxn>
              <a:cxn ang="0">
                <a:pos x="connsiteX109466" y="connsiteY109466"/>
              </a:cxn>
              <a:cxn ang="0">
                <a:pos x="connsiteX109467" y="connsiteY109467"/>
              </a:cxn>
              <a:cxn ang="0">
                <a:pos x="connsiteX109468" y="connsiteY109468"/>
              </a:cxn>
              <a:cxn ang="0">
                <a:pos x="connsiteX109469" y="connsiteY109469"/>
              </a:cxn>
              <a:cxn ang="0">
                <a:pos x="connsiteX109470" y="connsiteY109470"/>
              </a:cxn>
              <a:cxn ang="0">
                <a:pos x="connsiteX109471" y="connsiteY109471"/>
              </a:cxn>
              <a:cxn ang="0">
                <a:pos x="connsiteX109472" y="connsiteY109472"/>
              </a:cxn>
              <a:cxn ang="0">
                <a:pos x="connsiteX109473" y="connsiteY109473"/>
              </a:cxn>
              <a:cxn ang="0">
                <a:pos x="connsiteX109474" y="connsiteY109474"/>
              </a:cxn>
              <a:cxn ang="0">
                <a:pos x="connsiteX109475" y="connsiteY109475"/>
              </a:cxn>
              <a:cxn ang="0">
                <a:pos x="connsiteX109476" y="connsiteY109476"/>
              </a:cxn>
              <a:cxn ang="0">
                <a:pos x="connsiteX109477" y="connsiteY109477"/>
              </a:cxn>
              <a:cxn ang="0">
                <a:pos x="connsiteX109478" y="connsiteY109478"/>
              </a:cxn>
              <a:cxn ang="0">
                <a:pos x="connsiteX109479" y="connsiteY109479"/>
              </a:cxn>
              <a:cxn ang="0">
                <a:pos x="connsiteX109480" y="connsiteY109480"/>
              </a:cxn>
              <a:cxn ang="0">
                <a:pos x="connsiteX109481" y="connsiteY109481"/>
              </a:cxn>
              <a:cxn ang="0">
                <a:pos x="connsiteX109482" y="connsiteY109482"/>
              </a:cxn>
              <a:cxn ang="0">
                <a:pos x="connsiteX109483" y="connsiteY109483"/>
              </a:cxn>
              <a:cxn ang="0">
                <a:pos x="connsiteX109484" y="connsiteY109484"/>
              </a:cxn>
              <a:cxn ang="0">
                <a:pos x="connsiteX109485" y="connsiteY109485"/>
              </a:cxn>
              <a:cxn ang="0">
                <a:pos x="connsiteX109486" y="connsiteY109486"/>
              </a:cxn>
              <a:cxn ang="0">
                <a:pos x="connsiteX109487" y="connsiteY109487"/>
              </a:cxn>
              <a:cxn ang="0">
                <a:pos x="connsiteX109488" y="connsiteY109488"/>
              </a:cxn>
              <a:cxn ang="0">
                <a:pos x="connsiteX109489" y="connsiteY109489"/>
              </a:cxn>
              <a:cxn ang="0">
                <a:pos x="connsiteX109490" y="connsiteY109490"/>
              </a:cxn>
              <a:cxn ang="0">
                <a:pos x="connsiteX109491" y="connsiteY109491"/>
              </a:cxn>
              <a:cxn ang="0">
                <a:pos x="connsiteX109492" y="connsiteY109492"/>
              </a:cxn>
              <a:cxn ang="0">
                <a:pos x="connsiteX109493" y="connsiteY109493"/>
              </a:cxn>
              <a:cxn ang="0">
                <a:pos x="connsiteX109494" y="connsiteY109494"/>
              </a:cxn>
              <a:cxn ang="0">
                <a:pos x="connsiteX109495" y="connsiteY109495"/>
              </a:cxn>
              <a:cxn ang="0">
                <a:pos x="connsiteX109496" y="connsiteY109496"/>
              </a:cxn>
              <a:cxn ang="0">
                <a:pos x="connsiteX109497" y="connsiteY109497"/>
              </a:cxn>
              <a:cxn ang="0">
                <a:pos x="connsiteX109498" y="connsiteY109498"/>
              </a:cxn>
              <a:cxn ang="0">
                <a:pos x="connsiteX109499" y="connsiteY109499"/>
              </a:cxn>
              <a:cxn ang="0">
                <a:pos x="connsiteX109500" y="connsiteY109500"/>
              </a:cxn>
              <a:cxn ang="0">
                <a:pos x="connsiteX109501" y="connsiteY109501"/>
              </a:cxn>
              <a:cxn ang="0">
                <a:pos x="connsiteX109502" y="connsiteY109502"/>
              </a:cxn>
              <a:cxn ang="0">
                <a:pos x="connsiteX109503" y="connsiteY109503"/>
              </a:cxn>
              <a:cxn ang="0">
                <a:pos x="connsiteX109504" y="connsiteY109504"/>
              </a:cxn>
              <a:cxn ang="0">
                <a:pos x="connsiteX109505" y="connsiteY109505"/>
              </a:cxn>
              <a:cxn ang="0">
                <a:pos x="connsiteX109506" y="connsiteY109506"/>
              </a:cxn>
              <a:cxn ang="0">
                <a:pos x="connsiteX109507" y="connsiteY109507"/>
              </a:cxn>
              <a:cxn ang="0">
                <a:pos x="connsiteX109508" y="connsiteY109508"/>
              </a:cxn>
              <a:cxn ang="0">
                <a:pos x="connsiteX109509" y="connsiteY109509"/>
              </a:cxn>
              <a:cxn ang="0">
                <a:pos x="connsiteX109510" y="connsiteY109510"/>
              </a:cxn>
              <a:cxn ang="0">
                <a:pos x="connsiteX109511" y="connsiteY109511"/>
              </a:cxn>
              <a:cxn ang="0">
                <a:pos x="connsiteX109512" y="connsiteY109512"/>
              </a:cxn>
              <a:cxn ang="0">
                <a:pos x="connsiteX109513" y="connsiteY109513"/>
              </a:cxn>
              <a:cxn ang="0">
                <a:pos x="connsiteX109514" y="connsiteY109514"/>
              </a:cxn>
              <a:cxn ang="0">
                <a:pos x="connsiteX109515" y="connsiteY109515"/>
              </a:cxn>
              <a:cxn ang="0">
                <a:pos x="connsiteX109516" y="connsiteY109516"/>
              </a:cxn>
              <a:cxn ang="0">
                <a:pos x="connsiteX109517" y="connsiteY109517"/>
              </a:cxn>
              <a:cxn ang="0">
                <a:pos x="connsiteX109518" y="connsiteY109518"/>
              </a:cxn>
              <a:cxn ang="0">
                <a:pos x="connsiteX109519" y="connsiteY109519"/>
              </a:cxn>
              <a:cxn ang="0">
                <a:pos x="connsiteX109520" y="connsiteY109520"/>
              </a:cxn>
              <a:cxn ang="0">
                <a:pos x="connsiteX109521" y="connsiteY109521"/>
              </a:cxn>
              <a:cxn ang="0">
                <a:pos x="connsiteX109522" y="connsiteY109522"/>
              </a:cxn>
              <a:cxn ang="0">
                <a:pos x="connsiteX109523" y="connsiteY109523"/>
              </a:cxn>
              <a:cxn ang="0">
                <a:pos x="connsiteX109524" y="connsiteY109524"/>
              </a:cxn>
              <a:cxn ang="0">
                <a:pos x="connsiteX109525" y="connsiteY109525"/>
              </a:cxn>
              <a:cxn ang="0">
                <a:pos x="connsiteX109526" y="connsiteY109526"/>
              </a:cxn>
              <a:cxn ang="0">
                <a:pos x="connsiteX109527" y="connsiteY109527"/>
              </a:cxn>
              <a:cxn ang="0">
                <a:pos x="connsiteX109528" y="connsiteY109528"/>
              </a:cxn>
              <a:cxn ang="0">
                <a:pos x="connsiteX109529" y="connsiteY109529"/>
              </a:cxn>
              <a:cxn ang="0">
                <a:pos x="connsiteX109530" y="connsiteY109530"/>
              </a:cxn>
              <a:cxn ang="0">
                <a:pos x="connsiteX109531" y="connsiteY109531"/>
              </a:cxn>
              <a:cxn ang="0">
                <a:pos x="connsiteX109532" y="connsiteY109532"/>
              </a:cxn>
              <a:cxn ang="0">
                <a:pos x="connsiteX109533" y="connsiteY109533"/>
              </a:cxn>
              <a:cxn ang="0">
                <a:pos x="connsiteX109534" y="connsiteY109534"/>
              </a:cxn>
              <a:cxn ang="0">
                <a:pos x="connsiteX109535" y="connsiteY109535"/>
              </a:cxn>
              <a:cxn ang="0">
                <a:pos x="connsiteX109536" y="connsiteY109536"/>
              </a:cxn>
              <a:cxn ang="0">
                <a:pos x="connsiteX109537" y="connsiteY109537"/>
              </a:cxn>
              <a:cxn ang="0">
                <a:pos x="connsiteX109538" y="connsiteY109538"/>
              </a:cxn>
              <a:cxn ang="0">
                <a:pos x="connsiteX109539" y="connsiteY109539"/>
              </a:cxn>
              <a:cxn ang="0">
                <a:pos x="connsiteX109540" y="connsiteY109540"/>
              </a:cxn>
              <a:cxn ang="0">
                <a:pos x="connsiteX109541" y="connsiteY109541"/>
              </a:cxn>
              <a:cxn ang="0">
                <a:pos x="connsiteX109542" y="connsiteY109542"/>
              </a:cxn>
              <a:cxn ang="0">
                <a:pos x="connsiteX109543" y="connsiteY109543"/>
              </a:cxn>
              <a:cxn ang="0">
                <a:pos x="connsiteX109544" y="connsiteY109544"/>
              </a:cxn>
              <a:cxn ang="0">
                <a:pos x="connsiteX109545" y="connsiteY109545"/>
              </a:cxn>
              <a:cxn ang="0">
                <a:pos x="connsiteX109546" y="connsiteY109546"/>
              </a:cxn>
              <a:cxn ang="0">
                <a:pos x="connsiteX109547" y="connsiteY109547"/>
              </a:cxn>
              <a:cxn ang="0">
                <a:pos x="connsiteX109548" y="connsiteY109548"/>
              </a:cxn>
              <a:cxn ang="0">
                <a:pos x="connsiteX109549" y="connsiteY109549"/>
              </a:cxn>
              <a:cxn ang="0">
                <a:pos x="connsiteX109550" y="connsiteY109550"/>
              </a:cxn>
              <a:cxn ang="0">
                <a:pos x="connsiteX109551" y="connsiteY109551"/>
              </a:cxn>
              <a:cxn ang="0">
                <a:pos x="connsiteX109552" y="connsiteY109552"/>
              </a:cxn>
              <a:cxn ang="0">
                <a:pos x="connsiteX109553" y="connsiteY109553"/>
              </a:cxn>
              <a:cxn ang="0">
                <a:pos x="connsiteX109554" y="connsiteY109554"/>
              </a:cxn>
              <a:cxn ang="0">
                <a:pos x="connsiteX109555" y="connsiteY109555"/>
              </a:cxn>
              <a:cxn ang="0">
                <a:pos x="connsiteX109556" y="connsiteY109556"/>
              </a:cxn>
              <a:cxn ang="0">
                <a:pos x="connsiteX109557" y="connsiteY109557"/>
              </a:cxn>
              <a:cxn ang="0">
                <a:pos x="connsiteX109558" y="connsiteY109558"/>
              </a:cxn>
              <a:cxn ang="0">
                <a:pos x="connsiteX109559" y="connsiteY109559"/>
              </a:cxn>
              <a:cxn ang="0">
                <a:pos x="connsiteX109560" y="connsiteY109560"/>
              </a:cxn>
              <a:cxn ang="0">
                <a:pos x="connsiteX109561" y="connsiteY109561"/>
              </a:cxn>
              <a:cxn ang="0">
                <a:pos x="connsiteX109562" y="connsiteY109562"/>
              </a:cxn>
              <a:cxn ang="0">
                <a:pos x="connsiteX109563" y="connsiteY109563"/>
              </a:cxn>
              <a:cxn ang="0">
                <a:pos x="connsiteX109564" y="connsiteY109564"/>
              </a:cxn>
              <a:cxn ang="0">
                <a:pos x="connsiteX109565" y="connsiteY109565"/>
              </a:cxn>
              <a:cxn ang="0">
                <a:pos x="connsiteX109566" y="connsiteY109566"/>
              </a:cxn>
              <a:cxn ang="0">
                <a:pos x="connsiteX109567" y="connsiteY109567"/>
              </a:cxn>
              <a:cxn ang="0">
                <a:pos x="connsiteX109568" y="connsiteY109568"/>
              </a:cxn>
              <a:cxn ang="0">
                <a:pos x="connsiteX109569" y="connsiteY109569"/>
              </a:cxn>
              <a:cxn ang="0">
                <a:pos x="connsiteX109570" y="connsiteY109570"/>
              </a:cxn>
              <a:cxn ang="0">
                <a:pos x="connsiteX109571" y="connsiteY109571"/>
              </a:cxn>
              <a:cxn ang="0">
                <a:pos x="connsiteX109572" y="connsiteY109572"/>
              </a:cxn>
              <a:cxn ang="0">
                <a:pos x="connsiteX109573" y="connsiteY109573"/>
              </a:cxn>
              <a:cxn ang="0">
                <a:pos x="connsiteX109574" y="connsiteY109574"/>
              </a:cxn>
              <a:cxn ang="0">
                <a:pos x="connsiteX109575" y="connsiteY109575"/>
              </a:cxn>
              <a:cxn ang="0">
                <a:pos x="connsiteX109576" y="connsiteY109576"/>
              </a:cxn>
              <a:cxn ang="0">
                <a:pos x="connsiteX109577" y="connsiteY109577"/>
              </a:cxn>
              <a:cxn ang="0">
                <a:pos x="connsiteX109578" y="connsiteY109578"/>
              </a:cxn>
              <a:cxn ang="0">
                <a:pos x="connsiteX109579" y="connsiteY109579"/>
              </a:cxn>
              <a:cxn ang="0">
                <a:pos x="connsiteX109580" y="connsiteY109580"/>
              </a:cxn>
              <a:cxn ang="0">
                <a:pos x="connsiteX109581" y="connsiteY109581"/>
              </a:cxn>
              <a:cxn ang="0">
                <a:pos x="connsiteX109582" y="connsiteY109582"/>
              </a:cxn>
              <a:cxn ang="0">
                <a:pos x="connsiteX109583" y="connsiteY109583"/>
              </a:cxn>
              <a:cxn ang="0">
                <a:pos x="connsiteX109584" y="connsiteY109584"/>
              </a:cxn>
              <a:cxn ang="0">
                <a:pos x="connsiteX109585" y="connsiteY109585"/>
              </a:cxn>
              <a:cxn ang="0">
                <a:pos x="connsiteX109586" y="connsiteY109586"/>
              </a:cxn>
              <a:cxn ang="0">
                <a:pos x="connsiteX109587" y="connsiteY109587"/>
              </a:cxn>
              <a:cxn ang="0">
                <a:pos x="connsiteX109588" y="connsiteY109588"/>
              </a:cxn>
              <a:cxn ang="0">
                <a:pos x="connsiteX109589" y="connsiteY109589"/>
              </a:cxn>
              <a:cxn ang="0">
                <a:pos x="connsiteX109590" y="connsiteY109590"/>
              </a:cxn>
              <a:cxn ang="0">
                <a:pos x="connsiteX109591" y="connsiteY109591"/>
              </a:cxn>
              <a:cxn ang="0">
                <a:pos x="connsiteX109592" y="connsiteY109592"/>
              </a:cxn>
              <a:cxn ang="0">
                <a:pos x="connsiteX109593" y="connsiteY109593"/>
              </a:cxn>
              <a:cxn ang="0">
                <a:pos x="connsiteX109594" y="connsiteY109594"/>
              </a:cxn>
              <a:cxn ang="0">
                <a:pos x="connsiteX109595" y="connsiteY109595"/>
              </a:cxn>
              <a:cxn ang="0">
                <a:pos x="connsiteX109596" y="connsiteY109596"/>
              </a:cxn>
              <a:cxn ang="0">
                <a:pos x="connsiteX109597" y="connsiteY109597"/>
              </a:cxn>
              <a:cxn ang="0">
                <a:pos x="connsiteX109598" y="connsiteY109598"/>
              </a:cxn>
              <a:cxn ang="0">
                <a:pos x="connsiteX109599" y="connsiteY109599"/>
              </a:cxn>
              <a:cxn ang="0">
                <a:pos x="connsiteX109600" y="connsiteY109600"/>
              </a:cxn>
              <a:cxn ang="0">
                <a:pos x="connsiteX109601" y="connsiteY109601"/>
              </a:cxn>
              <a:cxn ang="0">
                <a:pos x="connsiteX109602" y="connsiteY109602"/>
              </a:cxn>
              <a:cxn ang="0">
                <a:pos x="connsiteX109603" y="connsiteY109603"/>
              </a:cxn>
              <a:cxn ang="0">
                <a:pos x="connsiteX109604" y="connsiteY109604"/>
              </a:cxn>
              <a:cxn ang="0">
                <a:pos x="connsiteX109605" y="connsiteY109605"/>
              </a:cxn>
              <a:cxn ang="0">
                <a:pos x="connsiteX109606" y="connsiteY109606"/>
              </a:cxn>
              <a:cxn ang="0">
                <a:pos x="connsiteX109607" y="connsiteY109607"/>
              </a:cxn>
              <a:cxn ang="0">
                <a:pos x="connsiteX109608" y="connsiteY109608"/>
              </a:cxn>
              <a:cxn ang="0">
                <a:pos x="connsiteX109609" y="connsiteY109609"/>
              </a:cxn>
              <a:cxn ang="0">
                <a:pos x="connsiteX109610" y="connsiteY109610"/>
              </a:cxn>
              <a:cxn ang="0">
                <a:pos x="connsiteX109611" y="connsiteY109611"/>
              </a:cxn>
              <a:cxn ang="0">
                <a:pos x="connsiteX109612" y="connsiteY109612"/>
              </a:cxn>
              <a:cxn ang="0">
                <a:pos x="connsiteX109613" y="connsiteY109613"/>
              </a:cxn>
              <a:cxn ang="0">
                <a:pos x="connsiteX109614" y="connsiteY109614"/>
              </a:cxn>
              <a:cxn ang="0">
                <a:pos x="connsiteX109615" y="connsiteY109615"/>
              </a:cxn>
              <a:cxn ang="0">
                <a:pos x="connsiteX109616" y="connsiteY109616"/>
              </a:cxn>
              <a:cxn ang="0">
                <a:pos x="connsiteX109617" y="connsiteY109617"/>
              </a:cxn>
              <a:cxn ang="0">
                <a:pos x="connsiteX109618" y="connsiteY109618"/>
              </a:cxn>
              <a:cxn ang="0">
                <a:pos x="connsiteX109619" y="connsiteY109619"/>
              </a:cxn>
              <a:cxn ang="0">
                <a:pos x="connsiteX109620" y="connsiteY109620"/>
              </a:cxn>
              <a:cxn ang="0">
                <a:pos x="connsiteX109621" y="connsiteY109621"/>
              </a:cxn>
              <a:cxn ang="0">
                <a:pos x="connsiteX109622" y="connsiteY109622"/>
              </a:cxn>
              <a:cxn ang="0">
                <a:pos x="connsiteX109623" y="connsiteY109623"/>
              </a:cxn>
              <a:cxn ang="0">
                <a:pos x="connsiteX109624" y="connsiteY109624"/>
              </a:cxn>
              <a:cxn ang="0">
                <a:pos x="connsiteX109625" y="connsiteY109625"/>
              </a:cxn>
              <a:cxn ang="0">
                <a:pos x="connsiteX109626" y="connsiteY109626"/>
              </a:cxn>
              <a:cxn ang="0">
                <a:pos x="connsiteX109627" y="connsiteY109627"/>
              </a:cxn>
              <a:cxn ang="0">
                <a:pos x="connsiteX109628" y="connsiteY109628"/>
              </a:cxn>
              <a:cxn ang="0">
                <a:pos x="connsiteX109629" y="connsiteY109629"/>
              </a:cxn>
              <a:cxn ang="0">
                <a:pos x="connsiteX109630" y="connsiteY109630"/>
              </a:cxn>
              <a:cxn ang="0">
                <a:pos x="connsiteX109631" y="connsiteY109631"/>
              </a:cxn>
              <a:cxn ang="0">
                <a:pos x="connsiteX109632" y="connsiteY109632"/>
              </a:cxn>
              <a:cxn ang="0">
                <a:pos x="connsiteX109633" y="connsiteY109633"/>
              </a:cxn>
              <a:cxn ang="0">
                <a:pos x="connsiteX109634" y="connsiteY109634"/>
              </a:cxn>
              <a:cxn ang="0">
                <a:pos x="connsiteX109635" y="connsiteY109635"/>
              </a:cxn>
              <a:cxn ang="0">
                <a:pos x="connsiteX109636" y="connsiteY109636"/>
              </a:cxn>
              <a:cxn ang="0">
                <a:pos x="connsiteX109637" y="connsiteY109637"/>
              </a:cxn>
              <a:cxn ang="0">
                <a:pos x="connsiteX109638" y="connsiteY109638"/>
              </a:cxn>
              <a:cxn ang="0">
                <a:pos x="connsiteX109639" y="connsiteY109639"/>
              </a:cxn>
              <a:cxn ang="0">
                <a:pos x="connsiteX109640" y="connsiteY109640"/>
              </a:cxn>
              <a:cxn ang="0">
                <a:pos x="connsiteX109641" y="connsiteY109641"/>
              </a:cxn>
              <a:cxn ang="0">
                <a:pos x="connsiteX109642" y="connsiteY109642"/>
              </a:cxn>
              <a:cxn ang="0">
                <a:pos x="connsiteX109643" y="connsiteY109643"/>
              </a:cxn>
              <a:cxn ang="0">
                <a:pos x="connsiteX109644" y="connsiteY109644"/>
              </a:cxn>
              <a:cxn ang="0">
                <a:pos x="connsiteX109645" y="connsiteY109645"/>
              </a:cxn>
              <a:cxn ang="0">
                <a:pos x="connsiteX109646" y="connsiteY109646"/>
              </a:cxn>
              <a:cxn ang="0">
                <a:pos x="connsiteX109647" y="connsiteY109647"/>
              </a:cxn>
              <a:cxn ang="0">
                <a:pos x="connsiteX109648" y="connsiteY109648"/>
              </a:cxn>
              <a:cxn ang="0">
                <a:pos x="connsiteX109649" y="connsiteY109649"/>
              </a:cxn>
              <a:cxn ang="0">
                <a:pos x="connsiteX109650" y="connsiteY109650"/>
              </a:cxn>
              <a:cxn ang="0">
                <a:pos x="connsiteX109651" y="connsiteY109651"/>
              </a:cxn>
              <a:cxn ang="0">
                <a:pos x="connsiteX109652" y="connsiteY109652"/>
              </a:cxn>
              <a:cxn ang="0">
                <a:pos x="connsiteX109653" y="connsiteY109653"/>
              </a:cxn>
              <a:cxn ang="0">
                <a:pos x="connsiteX109654" y="connsiteY109654"/>
              </a:cxn>
              <a:cxn ang="0">
                <a:pos x="connsiteX109655" y="connsiteY109655"/>
              </a:cxn>
              <a:cxn ang="0">
                <a:pos x="connsiteX109656" y="connsiteY109656"/>
              </a:cxn>
              <a:cxn ang="0">
                <a:pos x="connsiteX109657" y="connsiteY109657"/>
              </a:cxn>
              <a:cxn ang="0">
                <a:pos x="connsiteX109658" y="connsiteY109658"/>
              </a:cxn>
              <a:cxn ang="0">
                <a:pos x="connsiteX109659" y="connsiteY109659"/>
              </a:cxn>
              <a:cxn ang="0">
                <a:pos x="connsiteX109660" y="connsiteY109660"/>
              </a:cxn>
              <a:cxn ang="0">
                <a:pos x="connsiteX109661" y="connsiteY109661"/>
              </a:cxn>
              <a:cxn ang="0">
                <a:pos x="connsiteX109662" y="connsiteY109662"/>
              </a:cxn>
              <a:cxn ang="0">
                <a:pos x="connsiteX109663" y="connsiteY109663"/>
              </a:cxn>
              <a:cxn ang="0">
                <a:pos x="connsiteX109664" y="connsiteY109664"/>
              </a:cxn>
              <a:cxn ang="0">
                <a:pos x="connsiteX109665" y="connsiteY109665"/>
              </a:cxn>
              <a:cxn ang="0">
                <a:pos x="connsiteX109666" y="connsiteY109666"/>
              </a:cxn>
              <a:cxn ang="0">
                <a:pos x="connsiteX109667" y="connsiteY109667"/>
              </a:cxn>
              <a:cxn ang="0">
                <a:pos x="connsiteX109668" y="connsiteY109668"/>
              </a:cxn>
              <a:cxn ang="0">
                <a:pos x="connsiteX109669" y="connsiteY109669"/>
              </a:cxn>
              <a:cxn ang="0">
                <a:pos x="connsiteX109670" y="connsiteY109670"/>
              </a:cxn>
              <a:cxn ang="0">
                <a:pos x="connsiteX109671" y="connsiteY109671"/>
              </a:cxn>
              <a:cxn ang="0">
                <a:pos x="connsiteX109672" y="connsiteY109672"/>
              </a:cxn>
              <a:cxn ang="0">
                <a:pos x="connsiteX109673" y="connsiteY109673"/>
              </a:cxn>
              <a:cxn ang="0">
                <a:pos x="connsiteX109674" y="connsiteY109674"/>
              </a:cxn>
              <a:cxn ang="0">
                <a:pos x="connsiteX109675" y="connsiteY109675"/>
              </a:cxn>
              <a:cxn ang="0">
                <a:pos x="connsiteX109676" y="connsiteY109676"/>
              </a:cxn>
              <a:cxn ang="0">
                <a:pos x="connsiteX109677" y="connsiteY109677"/>
              </a:cxn>
              <a:cxn ang="0">
                <a:pos x="connsiteX109678" y="connsiteY109678"/>
              </a:cxn>
              <a:cxn ang="0">
                <a:pos x="connsiteX109679" y="connsiteY109679"/>
              </a:cxn>
              <a:cxn ang="0">
                <a:pos x="connsiteX109680" y="connsiteY109680"/>
              </a:cxn>
              <a:cxn ang="0">
                <a:pos x="connsiteX109681" y="connsiteY109681"/>
              </a:cxn>
              <a:cxn ang="0">
                <a:pos x="connsiteX109682" y="connsiteY109682"/>
              </a:cxn>
              <a:cxn ang="0">
                <a:pos x="connsiteX109683" y="connsiteY109683"/>
              </a:cxn>
              <a:cxn ang="0">
                <a:pos x="connsiteX109684" y="connsiteY109684"/>
              </a:cxn>
              <a:cxn ang="0">
                <a:pos x="connsiteX109685" y="connsiteY109685"/>
              </a:cxn>
              <a:cxn ang="0">
                <a:pos x="connsiteX109686" y="connsiteY109686"/>
              </a:cxn>
              <a:cxn ang="0">
                <a:pos x="connsiteX109687" y="connsiteY109687"/>
              </a:cxn>
              <a:cxn ang="0">
                <a:pos x="connsiteX109688" y="connsiteY109688"/>
              </a:cxn>
              <a:cxn ang="0">
                <a:pos x="connsiteX109689" y="connsiteY109689"/>
              </a:cxn>
              <a:cxn ang="0">
                <a:pos x="connsiteX109690" y="connsiteY109690"/>
              </a:cxn>
              <a:cxn ang="0">
                <a:pos x="connsiteX109691" y="connsiteY109691"/>
              </a:cxn>
              <a:cxn ang="0">
                <a:pos x="connsiteX109692" y="connsiteY109692"/>
              </a:cxn>
              <a:cxn ang="0">
                <a:pos x="connsiteX109693" y="connsiteY109693"/>
              </a:cxn>
              <a:cxn ang="0">
                <a:pos x="connsiteX109694" y="connsiteY109694"/>
              </a:cxn>
              <a:cxn ang="0">
                <a:pos x="connsiteX109695" y="connsiteY109695"/>
              </a:cxn>
              <a:cxn ang="0">
                <a:pos x="connsiteX109696" y="connsiteY109696"/>
              </a:cxn>
              <a:cxn ang="0">
                <a:pos x="connsiteX109697" y="connsiteY109697"/>
              </a:cxn>
              <a:cxn ang="0">
                <a:pos x="connsiteX109698" y="connsiteY109698"/>
              </a:cxn>
              <a:cxn ang="0">
                <a:pos x="connsiteX109699" y="connsiteY109699"/>
              </a:cxn>
              <a:cxn ang="0">
                <a:pos x="connsiteX109700" y="connsiteY109700"/>
              </a:cxn>
              <a:cxn ang="0">
                <a:pos x="connsiteX109701" y="connsiteY109701"/>
              </a:cxn>
              <a:cxn ang="0">
                <a:pos x="connsiteX109702" y="connsiteY109702"/>
              </a:cxn>
              <a:cxn ang="0">
                <a:pos x="connsiteX109703" y="connsiteY109703"/>
              </a:cxn>
              <a:cxn ang="0">
                <a:pos x="connsiteX109704" y="connsiteY109704"/>
              </a:cxn>
              <a:cxn ang="0">
                <a:pos x="connsiteX109705" y="connsiteY109705"/>
              </a:cxn>
              <a:cxn ang="0">
                <a:pos x="connsiteX109706" y="connsiteY109706"/>
              </a:cxn>
              <a:cxn ang="0">
                <a:pos x="connsiteX109707" y="connsiteY109707"/>
              </a:cxn>
              <a:cxn ang="0">
                <a:pos x="connsiteX109708" y="connsiteY109708"/>
              </a:cxn>
              <a:cxn ang="0">
                <a:pos x="connsiteX109709" y="connsiteY109709"/>
              </a:cxn>
              <a:cxn ang="0">
                <a:pos x="connsiteX109710" y="connsiteY109710"/>
              </a:cxn>
              <a:cxn ang="0">
                <a:pos x="connsiteX109711" y="connsiteY109711"/>
              </a:cxn>
              <a:cxn ang="0">
                <a:pos x="connsiteX109712" y="connsiteY109712"/>
              </a:cxn>
              <a:cxn ang="0">
                <a:pos x="connsiteX109713" y="connsiteY109713"/>
              </a:cxn>
              <a:cxn ang="0">
                <a:pos x="connsiteX109714" y="connsiteY109714"/>
              </a:cxn>
              <a:cxn ang="0">
                <a:pos x="connsiteX109715" y="connsiteY109715"/>
              </a:cxn>
              <a:cxn ang="0">
                <a:pos x="connsiteX109716" y="connsiteY109716"/>
              </a:cxn>
              <a:cxn ang="0">
                <a:pos x="connsiteX109717" y="connsiteY109717"/>
              </a:cxn>
              <a:cxn ang="0">
                <a:pos x="connsiteX109718" y="connsiteY109718"/>
              </a:cxn>
              <a:cxn ang="0">
                <a:pos x="connsiteX109719" y="connsiteY109719"/>
              </a:cxn>
              <a:cxn ang="0">
                <a:pos x="connsiteX109720" y="connsiteY109720"/>
              </a:cxn>
              <a:cxn ang="0">
                <a:pos x="connsiteX109721" y="connsiteY109721"/>
              </a:cxn>
              <a:cxn ang="0">
                <a:pos x="connsiteX109722" y="connsiteY109722"/>
              </a:cxn>
              <a:cxn ang="0">
                <a:pos x="connsiteX109723" y="connsiteY109723"/>
              </a:cxn>
              <a:cxn ang="0">
                <a:pos x="connsiteX109724" y="connsiteY109724"/>
              </a:cxn>
              <a:cxn ang="0">
                <a:pos x="connsiteX109725" y="connsiteY109725"/>
              </a:cxn>
              <a:cxn ang="0">
                <a:pos x="connsiteX109726" y="connsiteY109726"/>
              </a:cxn>
              <a:cxn ang="0">
                <a:pos x="connsiteX109727" y="connsiteY109727"/>
              </a:cxn>
              <a:cxn ang="0">
                <a:pos x="connsiteX109728" y="connsiteY109728"/>
              </a:cxn>
              <a:cxn ang="0">
                <a:pos x="connsiteX109729" y="connsiteY109729"/>
              </a:cxn>
              <a:cxn ang="0">
                <a:pos x="connsiteX109730" y="connsiteY109730"/>
              </a:cxn>
              <a:cxn ang="0">
                <a:pos x="connsiteX109731" y="connsiteY109731"/>
              </a:cxn>
              <a:cxn ang="0">
                <a:pos x="connsiteX109732" y="connsiteY109732"/>
              </a:cxn>
              <a:cxn ang="0">
                <a:pos x="connsiteX109733" y="connsiteY109733"/>
              </a:cxn>
              <a:cxn ang="0">
                <a:pos x="connsiteX109734" y="connsiteY109734"/>
              </a:cxn>
              <a:cxn ang="0">
                <a:pos x="connsiteX109735" y="connsiteY109735"/>
              </a:cxn>
              <a:cxn ang="0">
                <a:pos x="connsiteX109736" y="connsiteY109736"/>
              </a:cxn>
              <a:cxn ang="0">
                <a:pos x="connsiteX109737" y="connsiteY109737"/>
              </a:cxn>
              <a:cxn ang="0">
                <a:pos x="connsiteX109738" y="connsiteY109738"/>
              </a:cxn>
              <a:cxn ang="0">
                <a:pos x="connsiteX109739" y="connsiteY109739"/>
              </a:cxn>
              <a:cxn ang="0">
                <a:pos x="connsiteX109740" y="connsiteY109740"/>
              </a:cxn>
              <a:cxn ang="0">
                <a:pos x="connsiteX109741" y="connsiteY109741"/>
              </a:cxn>
              <a:cxn ang="0">
                <a:pos x="connsiteX109742" y="connsiteY109742"/>
              </a:cxn>
              <a:cxn ang="0">
                <a:pos x="connsiteX109743" y="connsiteY109743"/>
              </a:cxn>
              <a:cxn ang="0">
                <a:pos x="connsiteX109744" y="connsiteY109744"/>
              </a:cxn>
              <a:cxn ang="0">
                <a:pos x="connsiteX109745" y="connsiteY109745"/>
              </a:cxn>
              <a:cxn ang="0">
                <a:pos x="connsiteX109746" y="connsiteY109746"/>
              </a:cxn>
              <a:cxn ang="0">
                <a:pos x="connsiteX109747" y="connsiteY109747"/>
              </a:cxn>
              <a:cxn ang="0">
                <a:pos x="connsiteX109748" y="connsiteY109748"/>
              </a:cxn>
              <a:cxn ang="0">
                <a:pos x="connsiteX109749" y="connsiteY109749"/>
              </a:cxn>
              <a:cxn ang="0">
                <a:pos x="connsiteX109750" y="connsiteY109750"/>
              </a:cxn>
              <a:cxn ang="0">
                <a:pos x="connsiteX109751" y="connsiteY109751"/>
              </a:cxn>
              <a:cxn ang="0">
                <a:pos x="connsiteX109752" y="connsiteY109752"/>
              </a:cxn>
              <a:cxn ang="0">
                <a:pos x="connsiteX109753" y="connsiteY109753"/>
              </a:cxn>
              <a:cxn ang="0">
                <a:pos x="connsiteX109754" y="connsiteY109754"/>
              </a:cxn>
              <a:cxn ang="0">
                <a:pos x="connsiteX109755" y="connsiteY109755"/>
              </a:cxn>
              <a:cxn ang="0">
                <a:pos x="connsiteX109756" y="connsiteY109756"/>
              </a:cxn>
              <a:cxn ang="0">
                <a:pos x="connsiteX109757" y="connsiteY109757"/>
              </a:cxn>
              <a:cxn ang="0">
                <a:pos x="connsiteX109758" y="connsiteY109758"/>
              </a:cxn>
              <a:cxn ang="0">
                <a:pos x="connsiteX109759" y="connsiteY109759"/>
              </a:cxn>
              <a:cxn ang="0">
                <a:pos x="connsiteX109760" y="connsiteY109760"/>
              </a:cxn>
              <a:cxn ang="0">
                <a:pos x="connsiteX109761" y="connsiteY109761"/>
              </a:cxn>
              <a:cxn ang="0">
                <a:pos x="connsiteX109762" y="connsiteY109762"/>
              </a:cxn>
              <a:cxn ang="0">
                <a:pos x="connsiteX109763" y="connsiteY109763"/>
              </a:cxn>
              <a:cxn ang="0">
                <a:pos x="connsiteX109764" y="connsiteY109764"/>
              </a:cxn>
              <a:cxn ang="0">
                <a:pos x="connsiteX109765" y="connsiteY109765"/>
              </a:cxn>
              <a:cxn ang="0">
                <a:pos x="connsiteX109766" y="connsiteY109766"/>
              </a:cxn>
              <a:cxn ang="0">
                <a:pos x="connsiteX109767" y="connsiteY109767"/>
              </a:cxn>
              <a:cxn ang="0">
                <a:pos x="connsiteX109768" y="connsiteY109768"/>
              </a:cxn>
              <a:cxn ang="0">
                <a:pos x="connsiteX109769" y="connsiteY109769"/>
              </a:cxn>
              <a:cxn ang="0">
                <a:pos x="connsiteX109770" y="connsiteY109770"/>
              </a:cxn>
              <a:cxn ang="0">
                <a:pos x="connsiteX109771" y="connsiteY109771"/>
              </a:cxn>
              <a:cxn ang="0">
                <a:pos x="connsiteX109772" y="connsiteY109772"/>
              </a:cxn>
              <a:cxn ang="0">
                <a:pos x="connsiteX109773" y="connsiteY109773"/>
              </a:cxn>
              <a:cxn ang="0">
                <a:pos x="connsiteX109774" y="connsiteY109774"/>
              </a:cxn>
              <a:cxn ang="0">
                <a:pos x="connsiteX109775" y="connsiteY109775"/>
              </a:cxn>
              <a:cxn ang="0">
                <a:pos x="connsiteX109776" y="connsiteY109776"/>
              </a:cxn>
              <a:cxn ang="0">
                <a:pos x="connsiteX109777" y="connsiteY109777"/>
              </a:cxn>
              <a:cxn ang="0">
                <a:pos x="connsiteX109778" y="connsiteY109778"/>
              </a:cxn>
              <a:cxn ang="0">
                <a:pos x="connsiteX109779" y="connsiteY109779"/>
              </a:cxn>
              <a:cxn ang="0">
                <a:pos x="connsiteX109780" y="connsiteY109780"/>
              </a:cxn>
              <a:cxn ang="0">
                <a:pos x="connsiteX109781" y="connsiteY109781"/>
              </a:cxn>
              <a:cxn ang="0">
                <a:pos x="connsiteX109782" y="connsiteY109782"/>
              </a:cxn>
              <a:cxn ang="0">
                <a:pos x="connsiteX109783" y="connsiteY109783"/>
              </a:cxn>
              <a:cxn ang="0">
                <a:pos x="connsiteX109784" y="connsiteY109784"/>
              </a:cxn>
              <a:cxn ang="0">
                <a:pos x="connsiteX109785" y="connsiteY109785"/>
              </a:cxn>
              <a:cxn ang="0">
                <a:pos x="connsiteX109786" y="connsiteY109786"/>
              </a:cxn>
              <a:cxn ang="0">
                <a:pos x="connsiteX109787" y="connsiteY109787"/>
              </a:cxn>
              <a:cxn ang="0">
                <a:pos x="connsiteX109788" y="connsiteY109788"/>
              </a:cxn>
              <a:cxn ang="0">
                <a:pos x="connsiteX109789" y="connsiteY109789"/>
              </a:cxn>
              <a:cxn ang="0">
                <a:pos x="connsiteX109790" y="connsiteY109790"/>
              </a:cxn>
              <a:cxn ang="0">
                <a:pos x="connsiteX109791" y="connsiteY109791"/>
              </a:cxn>
              <a:cxn ang="0">
                <a:pos x="connsiteX109792" y="connsiteY109792"/>
              </a:cxn>
              <a:cxn ang="0">
                <a:pos x="connsiteX109793" y="connsiteY109793"/>
              </a:cxn>
              <a:cxn ang="0">
                <a:pos x="connsiteX109794" y="connsiteY109794"/>
              </a:cxn>
              <a:cxn ang="0">
                <a:pos x="connsiteX109795" y="connsiteY109795"/>
              </a:cxn>
              <a:cxn ang="0">
                <a:pos x="connsiteX109796" y="connsiteY109796"/>
              </a:cxn>
              <a:cxn ang="0">
                <a:pos x="connsiteX109797" y="connsiteY109797"/>
              </a:cxn>
              <a:cxn ang="0">
                <a:pos x="connsiteX109798" y="connsiteY109798"/>
              </a:cxn>
              <a:cxn ang="0">
                <a:pos x="connsiteX109799" y="connsiteY109799"/>
              </a:cxn>
              <a:cxn ang="0">
                <a:pos x="connsiteX109800" y="connsiteY109800"/>
              </a:cxn>
              <a:cxn ang="0">
                <a:pos x="connsiteX109801" y="connsiteY109801"/>
              </a:cxn>
              <a:cxn ang="0">
                <a:pos x="connsiteX109802" y="connsiteY109802"/>
              </a:cxn>
              <a:cxn ang="0">
                <a:pos x="connsiteX109803" y="connsiteY109803"/>
              </a:cxn>
              <a:cxn ang="0">
                <a:pos x="connsiteX109804" y="connsiteY109804"/>
              </a:cxn>
              <a:cxn ang="0">
                <a:pos x="connsiteX109805" y="connsiteY109805"/>
              </a:cxn>
              <a:cxn ang="0">
                <a:pos x="connsiteX109806" y="connsiteY109806"/>
              </a:cxn>
              <a:cxn ang="0">
                <a:pos x="connsiteX109807" y="connsiteY109807"/>
              </a:cxn>
              <a:cxn ang="0">
                <a:pos x="connsiteX109808" y="connsiteY109808"/>
              </a:cxn>
              <a:cxn ang="0">
                <a:pos x="connsiteX109809" y="connsiteY109809"/>
              </a:cxn>
              <a:cxn ang="0">
                <a:pos x="connsiteX109810" y="connsiteY109810"/>
              </a:cxn>
              <a:cxn ang="0">
                <a:pos x="connsiteX109811" y="connsiteY109811"/>
              </a:cxn>
              <a:cxn ang="0">
                <a:pos x="connsiteX109812" y="connsiteY109812"/>
              </a:cxn>
              <a:cxn ang="0">
                <a:pos x="connsiteX109813" y="connsiteY109813"/>
              </a:cxn>
              <a:cxn ang="0">
                <a:pos x="connsiteX109814" y="connsiteY109814"/>
              </a:cxn>
              <a:cxn ang="0">
                <a:pos x="connsiteX109815" y="connsiteY109815"/>
              </a:cxn>
              <a:cxn ang="0">
                <a:pos x="connsiteX109816" y="connsiteY109816"/>
              </a:cxn>
              <a:cxn ang="0">
                <a:pos x="connsiteX109817" y="connsiteY109817"/>
              </a:cxn>
              <a:cxn ang="0">
                <a:pos x="connsiteX109818" y="connsiteY109818"/>
              </a:cxn>
              <a:cxn ang="0">
                <a:pos x="connsiteX109819" y="connsiteY109819"/>
              </a:cxn>
              <a:cxn ang="0">
                <a:pos x="connsiteX109820" y="connsiteY109820"/>
              </a:cxn>
              <a:cxn ang="0">
                <a:pos x="connsiteX109821" y="connsiteY109821"/>
              </a:cxn>
              <a:cxn ang="0">
                <a:pos x="connsiteX109822" y="connsiteY109822"/>
              </a:cxn>
              <a:cxn ang="0">
                <a:pos x="connsiteX109823" y="connsiteY109823"/>
              </a:cxn>
              <a:cxn ang="0">
                <a:pos x="connsiteX109824" y="connsiteY109824"/>
              </a:cxn>
              <a:cxn ang="0">
                <a:pos x="connsiteX109825" y="connsiteY109825"/>
              </a:cxn>
              <a:cxn ang="0">
                <a:pos x="connsiteX109826" y="connsiteY109826"/>
              </a:cxn>
              <a:cxn ang="0">
                <a:pos x="connsiteX109827" y="connsiteY109827"/>
              </a:cxn>
              <a:cxn ang="0">
                <a:pos x="connsiteX109828" y="connsiteY109828"/>
              </a:cxn>
              <a:cxn ang="0">
                <a:pos x="connsiteX109829" y="connsiteY109829"/>
              </a:cxn>
              <a:cxn ang="0">
                <a:pos x="connsiteX109830" y="connsiteY109830"/>
              </a:cxn>
              <a:cxn ang="0">
                <a:pos x="connsiteX109831" y="connsiteY109831"/>
              </a:cxn>
              <a:cxn ang="0">
                <a:pos x="connsiteX109832" y="connsiteY109832"/>
              </a:cxn>
              <a:cxn ang="0">
                <a:pos x="connsiteX109833" y="connsiteY109833"/>
              </a:cxn>
              <a:cxn ang="0">
                <a:pos x="connsiteX109834" y="connsiteY109834"/>
              </a:cxn>
              <a:cxn ang="0">
                <a:pos x="connsiteX109835" y="connsiteY109835"/>
              </a:cxn>
              <a:cxn ang="0">
                <a:pos x="connsiteX109836" y="connsiteY109836"/>
              </a:cxn>
              <a:cxn ang="0">
                <a:pos x="connsiteX109837" y="connsiteY109837"/>
              </a:cxn>
              <a:cxn ang="0">
                <a:pos x="connsiteX109838" y="connsiteY109838"/>
              </a:cxn>
              <a:cxn ang="0">
                <a:pos x="connsiteX109839" y="connsiteY109839"/>
              </a:cxn>
              <a:cxn ang="0">
                <a:pos x="connsiteX109840" y="connsiteY109840"/>
              </a:cxn>
              <a:cxn ang="0">
                <a:pos x="connsiteX109841" y="connsiteY109841"/>
              </a:cxn>
              <a:cxn ang="0">
                <a:pos x="connsiteX109842" y="connsiteY109842"/>
              </a:cxn>
              <a:cxn ang="0">
                <a:pos x="connsiteX109843" y="connsiteY109843"/>
              </a:cxn>
              <a:cxn ang="0">
                <a:pos x="connsiteX109844" y="connsiteY109844"/>
              </a:cxn>
              <a:cxn ang="0">
                <a:pos x="connsiteX109845" y="connsiteY109845"/>
              </a:cxn>
              <a:cxn ang="0">
                <a:pos x="connsiteX109846" y="connsiteY109846"/>
              </a:cxn>
              <a:cxn ang="0">
                <a:pos x="connsiteX109847" y="connsiteY109847"/>
              </a:cxn>
              <a:cxn ang="0">
                <a:pos x="connsiteX109848" y="connsiteY109848"/>
              </a:cxn>
              <a:cxn ang="0">
                <a:pos x="connsiteX109849" y="connsiteY109849"/>
              </a:cxn>
              <a:cxn ang="0">
                <a:pos x="connsiteX109850" y="connsiteY109850"/>
              </a:cxn>
              <a:cxn ang="0">
                <a:pos x="connsiteX109851" y="connsiteY109851"/>
              </a:cxn>
              <a:cxn ang="0">
                <a:pos x="connsiteX109852" y="connsiteY109852"/>
              </a:cxn>
              <a:cxn ang="0">
                <a:pos x="connsiteX109853" y="connsiteY109853"/>
              </a:cxn>
              <a:cxn ang="0">
                <a:pos x="connsiteX109854" y="connsiteY109854"/>
              </a:cxn>
              <a:cxn ang="0">
                <a:pos x="connsiteX109855" y="connsiteY109855"/>
              </a:cxn>
              <a:cxn ang="0">
                <a:pos x="connsiteX109856" y="connsiteY109856"/>
              </a:cxn>
              <a:cxn ang="0">
                <a:pos x="connsiteX109857" y="connsiteY109857"/>
              </a:cxn>
              <a:cxn ang="0">
                <a:pos x="connsiteX109858" y="connsiteY109858"/>
              </a:cxn>
              <a:cxn ang="0">
                <a:pos x="connsiteX109859" y="connsiteY109859"/>
              </a:cxn>
              <a:cxn ang="0">
                <a:pos x="connsiteX109860" y="connsiteY109860"/>
              </a:cxn>
              <a:cxn ang="0">
                <a:pos x="connsiteX109861" y="connsiteY109861"/>
              </a:cxn>
              <a:cxn ang="0">
                <a:pos x="connsiteX109862" y="connsiteY109862"/>
              </a:cxn>
              <a:cxn ang="0">
                <a:pos x="connsiteX109863" y="connsiteY109863"/>
              </a:cxn>
              <a:cxn ang="0">
                <a:pos x="connsiteX109864" y="connsiteY109864"/>
              </a:cxn>
              <a:cxn ang="0">
                <a:pos x="connsiteX109865" y="connsiteY109865"/>
              </a:cxn>
              <a:cxn ang="0">
                <a:pos x="connsiteX109866" y="connsiteY109866"/>
              </a:cxn>
              <a:cxn ang="0">
                <a:pos x="connsiteX109867" y="connsiteY109867"/>
              </a:cxn>
              <a:cxn ang="0">
                <a:pos x="connsiteX109868" y="connsiteY109868"/>
              </a:cxn>
              <a:cxn ang="0">
                <a:pos x="connsiteX109869" y="connsiteY109869"/>
              </a:cxn>
              <a:cxn ang="0">
                <a:pos x="connsiteX109870" y="connsiteY109870"/>
              </a:cxn>
              <a:cxn ang="0">
                <a:pos x="connsiteX109871" y="connsiteY109871"/>
              </a:cxn>
              <a:cxn ang="0">
                <a:pos x="connsiteX109872" y="connsiteY109872"/>
              </a:cxn>
              <a:cxn ang="0">
                <a:pos x="connsiteX109873" y="connsiteY109873"/>
              </a:cxn>
              <a:cxn ang="0">
                <a:pos x="connsiteX109874" y="connsiteY109874"/>
              </a:cxn>
              <a:cxn ang="0">
                <a:pos x="connsiteX109875" y="connsiteY109875"/>
              </a:cxn>
              <a:cxn ang="0">
                <a:pos x="connsiteX109876" y="connsiteY109876"/>
              </a:cxn>
              <a:cxn ang="0">
                <a:pos x="connsiteX109877" y="connsiteY109877"/>
              </a:cxn>
              <a:cxn ang="0">
                <a:pos x="connsiteX109878" y="connsiteY109878"/>
              </a:cxn>
              <a:cxn ang="0">
                <a:pos x="connsiteX109879" y="connsiteY109879"/>
              </a:cxn>
              <a:cxn ang="0">
                <a:pos x="connsiteX109880" y="connsiteY109880"/>
              </a:cxn>
              <a:cxn ang="0">
                <a:pos x="connsiteX109881" y="connsiteY109881"/>
              </a:cxn>
              <a:cxn ang="0">
                <a:pos x="connsiteX109882" y="connsiteY109882"/>
              </a:cxn>
              <a:cxn ang="0">
                <a:pos x="connsiteX109883" y="connsiteY109883"/>
              </a:cxn>
              <a:cxn ang="0">
                <a:pos x="connsiteX109884" y="connsiteY109884"/>
              </a:cxn>
              <a:cxn ang="0">
                <a:pos x="connsiteX109885" y="connsiteY109885"/>
              </a:cxn>
              <a:cxn ang="0">
                <a:pos x="connsiteX109886" y="connsiteY109886"/>
              </a:cxn>
              <a:cxn ang="0">
                <a:pos x="connsiteX109887" y="connsiteY109887"/>
              </a:cxn>
              <a:cxn ang="0">
                <a:pos x="connsiteX109888" y="connsiteY109888"/>
              </a:cxn>
              <a:cxn ang="0">
                <a:pos x="connsiteX109889" y="connsiteY109889"/>
              </a:cxn>
              <a:cxn ang="0">
                <a:pos x="connsiteX109890" y="connsiteY109890"/>
              </a:cxn>
              <a:cxn ang="0">
                <a:pos x="connsiteX109891" y="connsiteY109891"/>
              </a:cxn>
              <a:cxn ang="0">
                <a:pos x="connsiteX109892" y="connsiteY109892"/>
              </a:cxn>
              <a:cxn ang="0">
                <a:pos x="connsiteX109893" y="connsiteY109893"/>
              </a:cxn>
              <a:cxn ang="0">
                <a:pos x="connsiteX109894" y="connsiteY109894"/>
              </a:cxn>
              <a:cxn ang="0">
                <a:pos x="connsiteX109895" y="connsiteY109895"/>
              </a:cxn>
              <a:cxn ang="0">
                <a:pos x="connsiteX109896" y="connsiteY109896"/>
              </a:cxn>
              <a:cxn ang="0">
                <a:pos x="connsiteX109897" y="connsiteY109897"/>
              </a:cxn>
              <a:cxn ang="0">
                <a:pos x="connsiteX109898" y="connsiteY109898"/>
              </a:cxn>
              <a:cxn ang="0">
                <a:pos x="connsiteX109899" y="connsiteY109899"/>
              </a:cxn>
              <a:cxn ang="0">
                <a:pos x="connsiteX109900" y="connsiteY109900"/>
              </a:cxn>
              <a:cxn ang="0">
                <a:pos x="connsiteX109901" y="connsiteY109901"/>
              </a:cxn>
              <a:cxn ang="0">
                <a:pos x="connsiteX109902" y="connsiteY109902"/>
              </a:cxn>
              <a:cxn ang="0">
                <a:pos x="connsiteX109903" y="connsiteY109903"/>
              </a:cxn>
              <a:cxn ang="0">
                <a:pos x="connsiteX109904" y="connsiteY109904"/>
              </a:cxn>
              <a:cxn ang="0">
                <a:pos x="connsiteX109905" y="connsiteY109905"/>
              </a:cxn>
              <a:cxn ang="0">
                <a:pos x="connsiteX109906" y="connsiteY109906"/>
              </a:cxn>
              <a:cxn ang="0">
                <a:pos x="connsiteX109907" y="connsiteY109907"/>
              </a:cxn>
              <a:cxn ang="0">
                <a:pos x="connsiteX109908" y="connsiteY109908"/>
              </a:cxn>
              <a:cxn ang="0">
                <a:pos x="connsiteX109909" y="connsiteY109909"/>
              </a:cxn>
              <a:cxn ang="0">
                <a:pos x="connsiteX109910" y="connsiteY109910"/>
              </a:cxn>
              <a:cxn ang="0">
                <a:pos x="connsiteX109911" y="connsiteY109911"/>
              </a:cxn>
              <a:cxn ang="0">
                <a:pos x="connsiteX109912" y="connsiteY109912"/>
              </a:cxn>
              <a:cxn ang="0">
                <a:pos x="connsiteX109913" y="connsiteY109913"/>
              </a:cxn>
              <a:cxn ang="0">
                <a:pos x="connsiteX109914" y="connsiteY109914"/>
              </a:cxn>
              <a:cxn ang="0">
                <a:pos x="connsiteX109915" y="connsiteY109915"/>
              </a:cxn>
              <a:cxn ang="0">
                <a:pos x="connsiteX109916" y="connsiteY109916"/>
              </a:cxn>
              <a:cxn ang="0">
                <a:pos x="connsiteX109917" y="connsiteY109917"/>
              </a:cxn>
              <a:cxn ang="0">
                <a:pos x="connsiteX109918" y="connsiteY109918"/>
              </a:cxn>
              <a:cxn ang="0">
                <a:pos x="connsiteX109919" y="connsiteY109919"/>
              </a:cxn>
              <a:cxn ang="0">
                <a:pos x="connsiteX109920" y="connsiteY109920"/>
              </a:cxn>
              <a:cxn ang="0">
                <a:pos x="connsiteX109921" y="connsiteY109921"/>
              </a:cxn>
              <a:cxn ang="0">
                <a:pos x="connsiteX109922" y="connsiteY109922"/>
              </a:cxn>
              <a:cxn ang="0">
                <a:pos x="connsiteX109923" y="connsiteY109923"/>
              </a:cxn>
              <a:cxn ang="0">
                <a:pos x="connsiteX109924" y="connsiteY109924"/>
              </a:cxn>
              <a:cxn ang="0">
                <a:pos x="connsiteX109925" y="connsiteY109925"/>
              </a:cxn>
              <a:cxn ang="0">
                <a:pos x="connsiteX109926" y="connsiteY109926"/>
              </a:cxn>
              <a:cxn ang="0">
                <a:pos x="connsiteX109927" y="connsiteY109927"/>
              </a:cxn>
              <a:cxn ang="0">
                <a:pos x="connsiteX109928" y="connsiteY109928"/>
              </a:cxn>
              <a:cxn ang="0">
                <a:pos x="connsiteX109929" y="connsiteY109929"/>
              </a:cxn>
              <a:cxn ang="0">
                <a:pos x="connsiteX109930" y="connsiteY109930"/>
              </a:cxn>
              <a:cxn ang="0">
                <a:pos x="connsiteX109931" y="connsiteY109931"/>
              </a:cxn>
              <a:cxn ang="0">
                <a:pos x="connsiteX109932" y="connsiteY109932"/>
              </a:cxn>
              <a:cxn ang="0">
                <a:pos x="connsiteX109933" y="connsiteY109933"/>
              </a:cxn>
              <a:cxn ang="0">
                <a:pos x="connsiteX109934" y="connsiteY109934"/>
              </a:cxn>
              <a:cxn ang="0">
                <a:pos x="connsiteX109935" y="connsiteY109935"/>
              </a:cxn>
              <a:cxn ang="0">
                <a:pos x="connsiteX109936" y="connsiteY109936"/>
              </a:cxn>
              <a:cxn ang="0">
                <a:pos x="connsiteX109937" y="connsiteY109937"/>
              </a:cxn>
              <a:cxn ang="0">
                <a:pos x="connsiteX109938" y="connsiteY109938"/>
              </a:cxn>
              <a:cxn ang="0">
                <a:pos x="connsiteX109939" y="connsiteY109939"/>
              </a:cxn>
              <a:cxn ang="0">
                <a:pos x="connsiteX109940" y="connsiteY109940"/>
              </a:cxn>
              <a:cxn ang="0">
                <a:pos x="connsiteX109941" y="connsiteY109941"/>
              </a:cxn>
              <a:cxn ang="0">
                <a:pos x="connsiteX109942" y="connsiteY109942"/>
              </a:cxn>
              <a:cxn ang="0">
                <a:pos x="connsiteX109943" y="connsiteY109943"/>
              </a:cxn>
              <a:cxn ang="0">
                <a:pos x="connsiteX109944" y="connsiteY109944"/>
              </a:cxn>
              <a:cxn ang="0">
                <a:pos x="connsiteX109945" y="connsiteY109945"/>
              </a:cxn>
              <a:cxn ang="0">
                <a:pos x="connsiteX109946" y="connsiteY109946"/>
              </a:cxn>
              <a:cxn ang="0">
                <a:pos x="connsiteX109947" y="connsiteY109947"/>
              </a:cxn>
              <a:cxn ang="0">
                <a:pos x="connsiteX109948" y="connsiteY109948"/>
              </a:cxn>
              <a:cxn ang="0">
                <a:pos x="connsiteX109949" y="connsiteY109949"/>
              </a:cxn>
              <a:cxn ang="0">
                <a:pos x="connsiteX109950" y="connsiteY109950"/>
              </a:cxn>
              <a:cxn ang="0">
                <a:pos x="connsiteX109951" y="connsiteY109951"/>
              </a:cxn>
              <a:cxn ang="0">
                <a:pos x="connsiteX109952" y="connsiteY109952"/>
              </a:cxn>
              <a:cxn ang="0">
                <a:pos x="connsiteX109953" y="connsiteY109953"/>
              </a:cxn>
              <a:cxn ang="0">
                <a:pos x="connsiteX109954" y="connsiteY109954"/>
              </a:cxn>
              <a:cxn ang="0">
                <a:pos x="connsiteX109955" y="connsiteY109955"/>
              </a:cxn>
              <a:cxn ang="0">
                <a:pos x="connsiteX109956" y="connsiteY109956"/>
              </a:cxn>
              <a:cxn ang="0">
                <a:pos x="connsiteX109957" y="connsiteY109957"/>
              </a:cxn>
              <a:cxn ang="0">
                <a:pos x="connsiteX109958" y="connsiteY109958"/>
              </a:cxn>
              <a:cxn ang="0">
                <a:pos x="connsiteX109959" y="connsiteY109959"/>
              </a:cxn>
              <a:cxn ang="0">
                <a:pos x="connsiteX109960" y="connsiteY109960"/>
              </a:cxn>
              <a:cxn ang="0">
                <a:pos x="connsiteX109961" y="connsiteY109961"/>
              </a:cxn>
              <a:cxn ang="0">
                <a:pos x="connsiteX109962" y="connsiteY109962"/>
              </a:cxn>
              <a:cxn ang="0">
                <a:pos x="connsiteX109963" y="connsiteY109963"/>
              </a:cxn>
              <a:cxn ang="0">
                <a:pos x="connsiteX109964" y="connsiteY109964"/>
              </a:cxn>
              <a:cxn ang="0">
                <a:pos x="connsiteX109965" y="connsiteY109965"/>
              </a:cxn>
              <a:cxn ang="0">
                <a:pos x="connsiteX109966" y="connsiteY109966"/>
              </a:cxn>
              <a:cxn ang="0">
                <a:pos x="connsiteX109967" y="connsiteY109967"/>
              </a:cxn>
              <a:cxn ang="0">
                <a:pos x="connsiteX109968" y="connsiteY109968"/>
              </a:cxn>
              <a:cxn ang="0">
                <a:pos x="connsiteX109969" y="connsiteY109969"/>
              </a:cxn>
              <a:cxn ang="0">
                <a:pos x="connsiteX109970" y="connsiteY109970"/>
              </a:cxn>
              <a:cxn ang="0">
                <a:pos x="connsiteX109971" y="connsiteY109971"/>
              </a:cxn>
              <a:cxn ang="0">
                <a:pos x="connsiteX109972" y="connsiteY109972"/>
              </a:cxn>
              <a:cxn ang="0">
                <a:pos x="connsiteX109973" y="connsiteY109973"/>
              </a:cxn>
              <a:cxn ang="0">
                <a:pos x="connsiteX109974" y="connsiteY109974"/>
              </a:cxn>
              <a:cxn ang="0">
                <a:pos x="connsiteX109975" y="connsiteY109975"/>
              </a:cxn>
              <a:cxn ang="0">
                <a:pos x="connsiteX109976" y="connsiteY109976"/>
              </a:cxn>
              <a:cxn ang="0">
                <a:pos x="connsiteX109977" y="connsiteY109977"/>
              </a:cxn>
              <a:cxn ang="0">
                <a:pos x="connsiteX109978" y="connsiteY109978"/>
              </a:cxn>
              <a:cxn ang="0">
                <a:pos x="connsiteX109979" y="connsiteY109979"/>
              </a:cxn>
              <a:cxn ang="0">
                <a:pos x="connsiteX109980" y="connsiteY109980"/>
              </a:cxn>
              <a:cxn ang="0">
                <a:pos x="connsiteX109981" y="connsiteY109981"/>
              </a:cxn>
              <a:cxn ang="0">
                <a:pos x="connsiteX109982" y="connsiteY109982"/>
              </a:cxn>
              <a:cxn ang="0">
                <a:pos x="connsiteX109983" y="connsiteY109983"/>
              </a:cxn>
              <a:cxn ang="0">
                <a:pos x="connsiteX109984" y="connsiteY109984"/>
              </a:cxn>
              <a:cxn ang="0">
                <a:pos x="connsiteX109985" y="connsiteY109985"/>
              </a:cxn>
              <a:cxn ang="0">
                <a:pos x="connsiteX109986" y="connsiteY109986"/>
              </a:cxn>
              <a:cxn ang="0">
                <a:pos x="connsiteX109987" y="connsiteY109987"/>
              </a:cxn>
              <a:cxn ang="0">
                <a:pos x="connsiteX109988" y="connsiteY109988"/>
              </a:cxn>
              <a:cxn ang="0">
                <a:pos x="connsiteX109989" y="connsiteY109989"/>
              </a:cxn>
              <a:cxn ang="0">
                <a:pos x="connsiteX109990" y="connsiteY109990"/>
              </a:cxn>
              <a:cxn ang="0">
                <a:pos x="connsiteX109991" y="connsiteY109991"/>
              </a:cxn>
              <a:cxn ang="0">
                <a:pos x="connsiteX109992" y="connsiteY109992"/>
              </a:cxn>
              <a:cxn ang="0">
                <a:pos x="connsiteX109993" y="connsiteY109993"/>
              </a:cxn>
              <a:cxn ang="0">
                <a:pos x="connsiteX109994" y="connsiteY109994"/>
              </a:cxn>
              <a:cxn ang="0">
                <a:pos x="connsiteX109995" y="connsiteY109995"/>
              </a:cxn>
              <a:cxn ang="0">
                <a:pos x="connsiteX109996" y="connsiteY109996"/>
              </a:cxn>
              <a:cxn ang="0">
                <a:pos x="connsiteX109997" y="connsiteY109997"/>
              </a:cxn>
              <a:cxn ang="0">
                <a:pos x="connsiteX109998" y="connsiteY109998"/>
              </a:cxn>
              <a:cxn ang="0">
                <a:pos x="connsiteX109999" y="connsiteY109999"/>
              </a:cxn>
              <a:cxn ang="0">
                <a:pos x="connsiteX110000" y="connsiteY110000"/>
              </a:cxn>
              <a:cxn ang="0">
                <a:pos x="connsiteX110001" y="connsiteY110001"/>
              </a:cxn>
              <a:cxn ang="0">
                <a:pos x="connsiteX110002" y="connsiteY110002"/>
              </a:cxn>
              <a:cxn ang="0">
                <a:pos x="connsiteX110003" y="connsiteY110003"/>
              </a:cxn>
              <a:cxn ang="0">
                <a:pos x="connsiteX110004" y="connsiteY110004"/>
              </a:cxn>
              <a:cxn ang="0">
                <a:pos x="connsiteX110005" y="connsiteY110005"/>
              </a:cxn>
              <a:cxn ang="0">
                <a:pos x="connsiteX110006" y="connsiteY110006"/>
              </a:cxn>
              <a:cxn ang="0">
                <a:pos x="connsiteX110007" y="connsiteY110007"/>
              </a:cxn>
              <a:cxn ang="0">
                <a:pos x="connsiteX110008" y="connsiteY110008"/>
              </a:cxn>
              <a:cxn ang="0">
                <a:pos x="connsiteX110009" y="connsiteY110009"/>
              </a:cxn>
              <a:cxn ang="0">
                <a:pos x="connsiteX110010" y="connsiteY110010"/>
              </a:cxn>
              <a:cxn ang="0">
                <a:pos x="connsiteX110011" y="connsiteY110011"/>
              </a:cxn>
              <a:cxn ang="0">
                <a:pos x="connsiteX110012" y="connsiteY110012"/>
              </a:cxn>
              <a:cxn ang="0">
                <a:pos x="connsiteX110013" y="connsiteY110013"/>
              </a:cxn>
              <a:cxn ang="0">
                <a:pos x="connsiteX110014" y="connsiteY110014"/>
              </a:cxn>
              <a:cxn ang="0">
                <a:pos x="connsiteX110015" y="connsiteY110015"/>
              </a:cxn>
              <a:cxn ang="0">
                <a:pos x="connsiteX110016" y="connsiteY110016"/>
              </a:cxn>
              <a:cxn ang="0">
                <a:pos x="connsiteX110017" y="connsiteY110017"/>
              </a:cxn>
              <a:cxn ang="0">
                <a:pos x="connsiteX110018" y="connsiteY110018"/>
              </a:cxn>
              <a:cxn ang="0">
                <a:pos x="connsiteX110019" y="connsiteY110019"/>
              </a:cxn>
              <a:cxn ang="0">
                <a:pos x="connsiteX110020" y="connsiteY110020"/>
              </a:cxn>
              <a:cxn ang="0">
                <a:pos x="connsiteX110021" y="connsiteY110021"/>
              </a:cxn>
              <a:cxn ang="0">
                <a:pos x="connsiteX110022" y="connsiteY110022"/>
              </a:cxn>
              <a:cxn ang="0">
                <a:pos x="connsiteX110023" y="connsiteY110023"/>
              </a:cxn>
              <a:cxn ang="0">
                <a:pos x="connsiteX110024" y="connsiteY110024"/>
              </a:cxn>
              <a:cxn ang="0">
                <a:pos x="connsiteX110025" y="connsiteY110025"/>
              </a:cxn>
              <a:cxn ang="0">
                <a:pos x="connsiteX110026" y="connsiteY110026"/>
              </a:cxn>
              <a:cxn ang="0">
                <a:pos x="connsiteX110027" y="connsiteY110027"/>
              </a:cxn>
              <a:cxn ang="0">
                <a:pos x="connsiteX110028" y="connsiteY110028"/>
              </a:cxn>
              <a:cxn ang="0">
                <a:pos x="connsiteX110029" y="connsiteY110029"/>
              </a:cxn>
              <a:cxn ang="0">
                <a:pos x="connsiteX110030" y="connsiteY110030"/>
              </a:cxn>
              <a:cxn ang="0">
                <a:pos x="connsiteX110031" y="connsiteY110031"/>
              </a:cxn>
              <a:cxn ang="0">
                <a:pos x="connsiteX110032" y="connsiteY110032"/>
              </a:cxn>
              <a:cxn ang="0">
                <a:pos x="connsiteX110033" y="connsiteY110033"/>
              </a:cxn>
              <a:cxn ang="0">
                <a:pos x="connsiteX110034" y="connsiteY110034"/>
              </a:cxn>
              <a:cxn ang="0">
                <a:pos x="connsiteX110035" y="connsiteY110035"/>
              </a:cxn>
              <a:cxn ang="0">
                <a:pos x="connsiteX110036" y="connsiteY110036"/>
              </a:cxn>
              <a:cxn ang="0">
                <a:pos x="connsiteX110037" y="connsiteY110037"/>
              </a:cxn>
              <a:cxn ang="0">
                <a:pos x="connsiteX110038" y="connsiteY110038"/>
              </a:cxn>
              <a:cxn ang="0">
                <a:pos x="connsiteX110039" y="connsiteY110039"/>
              </a:cxn>
              <a:cxn ang="0">
                <a:pos x="connsiteX110040" y="connsiteY110040"/>
              </a:cxn>
              <a:cxn ang="0">
                <a:pos x="connsiteX110041" y="connsiteY110041"/>
              </a:cxn>
              <a:cxn ang="0">
                <a:pos x="connsiteX110042" y="connsiteY110042"/>
              </a:cxn>
              <a:cxn ang="0">
                <a:pos x="connsiteX110043" y="connsiteY110043"/>
              </a:cxn>
              <a:cxn ang="0">
                <a:pos x="connsiteX110044" y="connsiteY110044"/>
              </a:cxn>
              <a:cxn ang="0">
                <a:pos x="connsiteX110045" y="connsiteY110045"/>
              </a:cxn>
              <a:cxn ang="0">
                <a:pos x="connsiteX110046" y="connsiteY110046"/>
              </a:cxn>
              <a:cxn ang="0">
                <a:pos x="connsiteX110047" y="connsiteY110047"/>
              </a:cxn>
              <a:cxn ang="0">
                <a:pos x="connsiteX110048" y="connsiteY110048"/>
              </a:cxn>
              <a:cxn ang="0">
                <a:pos x="connsiteX110049" y="connsiteY110049"/>
              </a:cxn>
              <a:cxn ang="0">
                <a:pos x="connsiteX110050" y="connsiteY110050"/>
              </a:cxn>
              <a:cxn ang="0">
                <a:pos x="connsiteX110051" y="connsiteY110051"/>
              </a:cxn>
              <a:cxn ang="0">
                <a:pos x="connsiteX110052" y="connsiteY110052"/>
              </a:cxn>
              <a:cxn ang="0">
                <a:pos x="connsiteX110053" y="connsiteY110053"/>
              </a:cxn>
              <a:cxn ang="0">
                <a:pos x="connsiteX110054" y="connsiteY110054"/>
              </a:cxn>
              <a:cxn ang="0">
                <a:pos x="connsiteX110055" y="connsiteY110055"/>
              </a:cxn>
              <a:cxn ang="0">
                <a:pos x="connsiteX110056" y="connsiteY110056"/>
              </a:cxn>
              <a:cxn ang="0">
                <a:pos x="connsiteX110057" y="connsiteY110057"/>
              </a:cxn>
              <a:cxn ang="0">
                <a:pos x="connsiteX110058" y="connsiteY110058"/>
              </a:cxn>
              <a:cxn ang="0">
                <a:pos x="connsiteX110059" y="connsiteY110059"/>
              </a:cxn>
              <a:cxn ang="0">
                <a:pos x="connsiteX110060" y="connsiteY110060"/>
              </a:cxn>
              <a:cxn ang="0">
                <a:pos x="connsiteX110061" y="connsiteY110061"/>
              </a:cxn>
              <a:cxn ang="0">
                <a:pos x="connsiteX110062" y="connsiteY110062"/>
              </a:cxn>
              <a:cxn ang="0">
                <a:pos x="connsiteX110063" y="connsiteY110063"/>
              </a:cxn>
              <a:cxn ang="0">
                <a:pos x="connsiteX110064" y="connsiteY110064"/>
              </a:cxn>
              <a:cxn ang="0">
                <a:pos x="connsiteX110065" y="connsiteY110065"/>
              </a:cxn>
              <a:cxn ang="0">
                <a:pos x="connsiteX110066" y="connsiteY110066"/>
              </a:cxn>
              <a:cxn ang="0">
                <a:pos x="connsiteX110067" y="connsiteY110067"/>
              </a:cxn>
              <a:cxn ang="0">
                <a:pos x="connsiteX110068" y="connsiteY110068"/>
              </a:cxn>
              <a:cxn ang="0">
                <a:pos x="connsiteX110069" y="connsiteY110069"/>
              </a:cxn>
              <a:cxn ang="0">
                <a:pos x="connsiteX110070" y="connsiteY110070"/>
              </a:cxn>
              <a:cxn ang="0">
                <a:pos x="connsiteX110071" y="connsiteY110071"/>
              </a:cxn>
              <a:cxn ang="0">
                <a:pos x="connsiteX110072" y="connsiteY110072"/>
              </a:cxn>
              <a:cxn ang="0">
                <a:pos x="connsiteX110073" y="connsiteY110073"/>
              </a:cxn>
              <a:cxn ang="0">
                <a:pos x="connsiteX110074" y="connsiteY110074"/>
              </a:cxn>
              <a:cxn ang="0">
                <a:pos x="connsiteX110075" y="connsiteY110075"/>
              </a:cxn>
              <a:cxn ang="0">
                <a:pos x="connsiteX110076" y="connsiteY110076"/>
              </a:cxn>
              <a:cxn ang="0">
                <a:pos x="connsiteX110077" y="connsiteY110077"/>
              </a:cxn>
              <a:cxn ang="0">
                <a:pos x="connsiteX110078" y="connsiteY110078"/>
              </a:cxn>
              <a:cxn ang="0">
                <a:pos x="connsiteX110079" y="connsiteY110079"/>
              </a:cxn>
              <a:cxn ang="0">
                <a:pos x="connsiteX110080" y="connsiteY110080"/>
              </a:cxn>
              <a:cxn ang="0">
                <a:pos x="connsiteX110081" y="connsiteY110081"/>
              </a:cxn>
              <a:cxn ang="0">
                <a:pos x="connsiteX110082" y="connsiteY110082"/>
              </a:cxn>
              <a:cxn ang="0">
                <a:pos x="connsiteX110083" y="connsiteY110083"/>
              </a:cxn>
              <a:cxn ang="0">
                <a:pos x="connsiteX110084" y="connsiteY110084"/>
              </a:cxn>
              <a:cxn ang="0">
                <a:pos x="connsiteX110085" y="connsiteY110085"/>
              </a:cxn>
              <a:cxn ang="0">
                <a:pos x="connsiteX110086" y="connsiteY110086"/>
              </a:cxn>
              <a:cxn ang="0">
                <a:pos x="connsiteX110087" y="connsiteY110087"/>
              </a:cxn>
              <a:cxn ang="0">
                <a:pos x="connsiteX110088" y="connsiteY110088"/>
              </a:cxn>
              <a:cxn ang="0">
                <a:pos x="connsiteX110089" y="connsiteY110089"/>
              </a:cxn>
              <a:cxn ang="0">
                <a:pos x="connsiteX110090" y="connsiteY110090"/>
              </a:cxn>
              <a:cxn ang="0">
                <a:pos x="connsiteX110091" y="connsiteY110091"/>
              </a:cxn>
              <a:cxn ang="0">
                <a:pos x="connsiteX110092" y="connsiteY110092"/>
              </a:cxn>
              <a:cxn ang="0">
                <a:pos x="connsiteX110093" y="connsiteY110093"/>
              </a:cxn>
              <a:cxn ang="0">
                <a:pos x="connsiteX110094" y="connsiteY110094"/>
              </a:cxn>
              <a:cxn ang="0">
                <a:pos x="connsiteX110095" y="connsiteY110095"/>
              </a:cxn>
              <a:cxn ang="0">
                <a:pos x="connsiteX110096" y="connsiteY110096"/>
              </a:cxn>
              <a:cxn ang="0">
                <a:pos x="connsiteX110097" y="connsiteY110097"/>
              </a:cxn>
              <a:cxn ang="0">
                <a:pos x="connsiteX110098" y="connsiteY110098"/>
              </a:cxn>
              <a:cxn ang="0">
                <a:pos x="connsiteX110099" y="connsiteY110099"/>
              </a:cxn>
              <a:cxn ang="0">
                <a:pos x="connsiteX110100" y="connsiteY110100"/>
              </a:cxn>
              <a:cxn ang="0">
                <a:pos x="connsiteX110101" y="connsiteY110101"/>
              </a:cxn>
              <a:cxn ang="0">
                <a:pos x="connsiteX110102" y="connsiteY110102"/>
              </a:cxn>
              <a:cxn ang="0">
                <a:pos x="connsiteX110103" y="connsiteY110103"/>
              </a:cxn>
              <a:cxn ang="0">
                <a:pos x="connsiteX110104" y="connsiteY110104"/>
              </a:cxn>
              <a:cxn ang="0">
                <a:pos x="connsiteX110105" y="connsiteY110105"/>
              </a:cxn>
              <a:cxn ang="0">
                <a:pos x="connsiteX110106" y="connsiteY110106"/>
              </a:cxn>
              <a:cxn ang="0">
                <a:pos x="connsiteX110107" y="connsiteY110107"/>
              </a:cxn>
              <a:cxn ang="0">
                <a:pos x="connsiteX110108" y="connsiteY110108"/>
              </a:cxn>
              <a:cxn ang="0">
                <a:pos x="connsiteX110109" y="connsiteY110109"/>
              </a:cxn>
              <a:cxn ang="0">
                <a:pos x="connsiteX110110" y="connsiteY110110"/>
              </a:cxn>
              <a:cxn ang="0">
                <a:pos x="connsiteX110111" y="connsiteY110111"/>
              </a:cxn>
              <a:cxn ang="0">
                <a:pos x="connsiteX110112" y="connsiteY110112"/>
              </a:cxn>
              <a:cxn ang="0">
                <a:pos x="connsiteX110113" y="connsiteY110113"/>
              </a:cxn>
              <a:cxn ang="0">
                <a:pos x="connsiteX110114" y="connsiteY110114"/>
              </a:cxn>
              <a:cxn ang="0">
                <a:pos x="connsiteX110115" y="connsiteY110115"/>
              </a:cxn>
              <a:cxn ang="0">
                <a:pos x="connsiteX110116" y="connsiteY110116"/>
              </a:cxn>
              <a:cxn ang="0">
                <a:pos x="connsiteX110117" y="connsiteY110117"/>
              </a:cxn>
              <a:cxn ang="0">
                <a:pos x="connsiteX110118" y="connsiteY110118"/>
              </a:cxn>
              <a:cxn ang="0">
                <a:pos x="connsiteX110119" y="connsiteY110119"/>
              </a:cxn>
              <a:cxn ang="0">
                <a:pos x="connsiteX110120" y="connsiteY110120"/>
              </a:cxn>
              <a:cxn ang="0">
                <a:pos x="connsiteX110121" y="connsiteY110121"/>
              </a:cxn>
              <a:cxn ang="0">
                <a:pos x="connsiteX110122" y="connsiteY110122"/>
              </a:cxn>
              <a:cxn ang="0">
                <a:pos x="connsiteX110123" y="connsiteY110123"/>
              </a:cxn>
              <a:cxn ang="0">
                <a:pos x="connsiteX110124" y="connsiteY110124"/>
              </a:cxn>
              <a:cxn ang="0">
                <a:pos x="connsiteX110125" y="connsiteY110125"/>
              </a:cxn>
              <a:cxn ang="0">
                <a:pos x="connsiteX110126" y="connsiteY110126"/>
              </a:cxn>
              <a:cxn ang="0">
                <a:pos x="connsiteX110127" y="connsiteY110127"/>
              </a:cxn>
              <a:cxn ang="0">
                <a:pos x="connsiteX110128" y="connsiteY110128"/>
              </a:cxn>
              <a:cxn ang="0">
                <a:pos x="connsiteX110129" y="connsiteY110129"/>
              </a:cxn>
              <a:cxn ang="0">
                <a:pos x="connsiteX110130" y="connsiteY110130"/>
              </a:cxn>
              <a:cxn ang="0">
                <a:pos x="connsiteX110131" y="connsiteY110131"/>
              </a:cxn>
              <a:cxn ang="0">
                <a:pos x="connsiteX110132" y="connsiteY110132"/>
              </a:cxn>
              <a:cxn ang="0">
                <a:pos x="connsiteX110133" y="connsiteY110133"/>
              </a:cxn>
              <a:cxn ang="0">
                <a:pos x="connsiteX110134" y="connsiteY110134"/>
              </a:cxn>
              <a:cxn ang="0">
                <a:pos x="connsiteX110135" y="connsiteY110135"/>
              </a:cxn>
              <a:cxn ang="0">
                <a:pos x="connsiteX110136" y="connsiteY110136"/>
              </a:cxn>
              <a:cxn ang="0">
                <a:pos x="connsiteX110137" y="connsiteY110137"/>
              </a:cxn>
              <a:cxn ang="0">
                <a:pos x="connsiteX110138" y="connsiteY110138"/>
              </a:cxn>
              <a:cxn ang="0">
                <a:pos x="connsiteX110139" y="connsiteY110139"/>
              </a:cxn>
              <a:cxn ang="0">
                <a:pos x="connsiteX110140" y="connsiteY110140"/>
              </a:cxn>
              <a:cxn ang="0">
                <a:pos x="connsiteX110141" y="connsiteY110141"/>
              </a:cxn>
              <a:cxn ang="0">
                <a:pos x="connsiteX110142" y="connsiteY110142"/>
              </a:cxn>
              <a:cxn ang="0">
                <a:pos x="connsiteX110143" y="connsiteY110143"/>
              </a:cxn>
              <a:cxn ang="0">
                <a:pos x="connsiteX110144" y="connsiteY110144"/>
              </a:cxn>
              <a:cxn ang="0">
                <a:pos x="connsiteX110145" y="connsiteY110145"/>
              </a:cxn>
              <a:cxn ang="0">
                <a:pos x="connsiteX110146" y="connsiteY110146"/>
              </a:cxn>
              <a:cxn ang="0">
                <a:pos x="connsiteX110147" y="connsiteY110147"/>
              </a:cxn>
              <a:cxn ang="0">
                <a:pos x="connsiteX110148" y="connsiteY110148"/>
              </a:cxn>
              <a:cxn ang="0">
                <a:pos x="connsiteX110149" y="connsiteY110149"/>
              </a:cxn>
              <a:cxn ang="0">
                <a:pos x="connsiteX110150" y="connsiteY110150"/>
              </a:cxn>
              <a:cxn ang="0">
                <a:pos x="connsiteX110151" y="connsiteY110151"/>
              </a:cxn>
              <a:cxn ang="0">
                <a:pos x="connsiteX110152" y="connsiteY110152"/>
              </a:cxn>
              <a:cxn ang="0">
                <a:pos x="connsiteX110153" y="connsiteY110153"/>
              </a:cxn>
              <a:cxn ang="0">
                <a:pos x="connsiteX110154" y="connsiteY110154"/>
              </a:cxn>
              <a:cxn ang="0">
                <a:pos x="connsiteX110155" y="connsiteY110155"/>
              </a:cxn>
              <a:cxn ang="0">
                <a:pos x="connsiteX110156" y="connsiteY110156"/>
              </a:cxn>
              <a:cxn ang="0">
                <a:pos x="connsiteX110157" y="connsiteY110157"/>
              </a:cxn>
              <a:cxn ang="0">
                <a:pos x="connsiteX110158" y="connsiteY110158"/>
              </a:cxn>
              <a:cxn ang="0">
                <a:pos x="connsiteX110159" y="connsiteY110159"/>
              </a:cxn>
              <a:cxn ang="0">
                <a:pos x="connsiteX110160" y="connsiteY110160"/>
              </a:cxn>
              <a:cxn ang="0">
                <a:pos x="connsiteX110161" y="connsiteY110161"/>
              </a:cxn>
              <a:cxn ang="0">
                <a:pos x="connsiteX110162" y="connsiteY110162"/>
              </a:cxn>
              <a:cxn ang="0">
                <a:pos x="connsiteX110163" y="connsiteY110163"/>
              </a:cxn>
              <a:cxn ang="0">
                <a:pos x="connsiteX110164" y="connsiteY110164"/>
              </a:cxn>
              <a:cxn ang="0">
                <a:pos x="connsiteX110165" y="connsiteY110165"/>
              </a:cxn>
              <a:cxn ang="0">
                <a:pos x="connsiteX110166" y="connsiteY110166"/>
              </a:cxn>
              <a:cxn ang="0">
                <a:pos x="connsiteX110167" y="connsiteY110167"/>
              </a:cxn>
              <a:cxn ang="0">
                <a:pos x="connsiteX110168" y="connsiteY110168"/>
              </a:cxn>
              <a:cxn ang="0">
                <a:pos x="connsiteX110169" y="connsiteY110169"/>
              </a:cxn>
              <a:cxn ang="0">
                <a:pos x="connsiteX110170" y="connsiteY110170"/>
              </a:cxn>
              <a:cxn ang="0">
                <a:pos x="connsiteX110171" y="connsiteY110171"/>
              </a:cxn>
              <a:cxn ang="0">
                <a:pos x="connsiteX110172" y="connsiteY110172"/>
              </a:cxn>
              <a:cxn ang="0">
                <a:pos x="connsiteX110173" y="connsiteY110173"/>
              </a:cxn>
              <a:cxn ang="0">
                <a:pos x="connsiteX110174" y="connsiteY110174"/>
              </a:cxn>
              <a:cxn ang="0">
                <a:pos x="connsiteX110175" y="connsiteY110175"/>
              </a:cxn>
              <a:cxn ang="0">
                <a:pos x="connsiteX110176" y="connsiteY110176"/>
              </a:cxn>
              <a:cxn ang="0">
                <a:pos x="connsiteX110177" y="connsiteY110177"/>
              </a:cxn>
              <a:cxn ang="0">
                <a:pos x="connsiteX110178" y="connsiteY110178"/>
              </a:cxn>
              <a:cxn ang="0">
                <a:pos x="connsiteX110179" y="connsiteY110179"/>
              </a:cxn>
              <a:cxn ang="0">
                <a:pos x="connsiteX110180" y="connsiteY110180"/>
              </a:cxn>
              <a:cxn ang="0">
                <a:pos x="connsiteX110181" y="connsiteY110181"/>
              </a:cxn>
              <a:cxn ang="0">
                <a:pos x="connsiteX110182" y="connsiteY110182"/>
              </a:cxn>
              <a:cxn ang="0">
                <a:pos x="connsiteX110183" y="connsiteY110183"/>
              </a:cxn>
              <a:cxn ang="0">
                <a:pos x="connsiteX110184" y="connsiteY110184"/>
              </a:cxn>
              <a:cxn ang="0">
                <a:pos x="connsiteX110185" y="connsiteY110185"/>
              </a:cxn>
              <a:cxn ang="0">
                <a:pos x="connsiteX110186" y="connsiteY110186"/>
              </a:cxn>
              <a:cxn ang="0">
                <a:pos x="connsiteX110187" y="connsiteY110187"/>
              </a:cxn>
              <a:cxn ang="0">
                <a:pos x="connsiteX110188" y="connsiteY110188"/>
              </a:cxn>
              <a:cxn ang="0">
                <a:pos x="connsiteX110189" y="connsiteY110189"/>
              </a:cxn>
              <a:cxn ang="0">
                <a:pos x="connsiteX110190" y="connsiteY110190"/>
              </a:cxn>
              <a:cxn ang="0">
                <a:pos x="connsiteX110191" y="connsiteY110191"/>
              </a:cxn>
              <a:cxn ang="0">
                <a:pos x="connsiteX110192" y="connsiteY110192"/>
              </a:cxn>
              <a:cxn ang="0">
                <a:pos x="connsiteX110193" y="connsiteY110193"/>
              </a:cxn>
              <a:cxn ang="0">
                <a:pos x="connsiteX110194" y="connsiteY110194"/>
              </a:cxn>
              <a:cxn ang="0">
                <a:pos x="connsiteX110195" y="connsiteY110195"/>
              </a:cxn>
              <a:cxn ang="0">
                <a:pos x="connsiteX110196" y="connsiteY110196"/>
              </a:cxn>
              <a:cxn ang="0">
                <a:pos x="connsiteX110197" y="connsiteY110197"/>
              </a:cxn>
              <a:cxn ang="0">
                <a:pos x="connsiteX110198" y="connsiteY110198"/>
              </a:cxn>
              <a:cxn ang="0">
                <a:pos x="connsiteX110199" y="connsiteY110199"/>
              </a:cxn>
              <a:cxn ang="0">
                <a:pos x="connsiteX110200" y="connsiteY110200"/>
              </a:cxn>
              <a:cxn ang="0">
                <a:pos x="connsiteX110201" y="connsiteY110201"/>
              </a:cxn>
              <a:cxn ang="0">
                <a:pos x="connsiteX110202" y="connsiteY110202"/>
              </a:cxn>
              <a:cxn ang="0">
                <a:pos x="connsiteX110203" y="connsiteY110203"/>
              </a:cxn>
              <a:cxn ang="0">
                <a:pos x="connsiteX110204" y="connsiteY110204"/>
              </a:cxn>
              <a:cxn ang="0">
                <a:pos x="connsiteX110205" y="connsiteY110205"/>
              </a:cxn>
              <a:cxn ang="0">
                <a:pos x="connsiteX110206" y="connsiteY110206"/>
              </a:cxn>
              <a:cxn ang="0">
                <a:pos x="connsiteX110207" y="connsiteY110207"/>
              </a:cxn>
              <a:cxn ang="0">
                <a:pos x="connsiteX110208" y="connsiteY110208"/>
              </a:cxn>
              <a:cxn ang="0">
                <a:pos x="connsiteX110209" y="connsiteY110209"/>
              </a:cxn>
              <a:cxn ang="0">
                <a:pos x="connsiteX110210" y="connsiteY110210"/>
              </a:cxn>
              <a:cxn ang="0">
                <a:pos x="connsiteX110211" y="connsiteY110211"/>
              </a:cxn>
              <a:cxn ang="0">
                <a:pos x="connsiteX110212" y="connsiteY110212"/>
              </a:cxn>
              <a:cxn ang="0">
                <a:pos x="connsiteX110213" y="connsiteY110213"/>
              </a:cxn>
              <a:cxn ang="0">
                <a:pos x="connsiteX110214" y="connsiteY110214"/>
              </a:cxn>
              <a:cxn ang="0">
                <a:pos x="connsiteX110215" y="connsiteY110215"/>
              </a:cxn>
              <a:cxn ang="0">
                <a:pos x="connsiteX110216" y="connsiteY110216"/>
              </a:cxn>
              <a:cxn ang="0">
                <a:pos x="connsiteX110217" y="connsiteY110217"/>
              </a:cxn>
              <a:cxn ang="0">
                <a:pos x="connsiteX110218" y="connsiteY110218"/>
              </a:cxn>
              <a:cxn ang="0">
                <a:pos x="connsiteX110219" y="connsiteY110219"/>
              </a:cxn>
              <a:cxn ang="0">
                <a:pos x="connsiteX110220" y="connsiteY110220"/>
              </a:cxn>
              <a:cxn ang="0">
                <a:pos x="connsiteX110221" y="connsiteY110221"/>
              </a:cxn>
              <a:cxn ang="0">
                <a:pos x="connsiteX110222" y="connsiteY110222"/>
              </a:cxn>
              <a:cxn ang="0">
                <a:pos x="connsiteX110223" y="connsiteY110223"/>
              </a:cxn>
              <a:cxn ang="0">
                <a:pos x="connsiteX110224" y="connsiteY110224"/>
              </a:cxn>
              <a:cxn ang="0">
                <a:pos x="connsiteX110225" y="connsiteY110225"/>
              </a:cxn>
              <a:cxn ang="0">
                <a:pos x="connsiteX110226" y="connsiteY110226"/>
              </a:cxn>
              <a:cxn ang="0">
                <a:pos x="connsiteX110227" y="connsiteY110227"/>
              </a:cxn>
              <a:cxn ang="0">
                <a:pos x="connsiteX110228" y="connsiteY110228"/>
              </a:cxn>
              <a:cxn ang="0">
                <a:pos x="connsiteX110229" y="connsiteY110229"/>
              </a:cxn>
              <a:cxn ang="0">
                <a:pos x="connsiteX110230" y="connsiteY110230"/>
              </a:cxn>
              <a:cxn ang="0">
                <a:pos x="connsiteX110231" y="connsiteY110231"/>
              </a:cxn>
              <a:cxn ang="0">
                <a:pos x="connsiteX110232" y="connsiteY110232"/>
              </a:cxn>
              <a:cxn ang="0">
                <a:pos x="connsiteX110233" y="connsiteY110233"/>
              </a:cxn>
              <a:cxn ang="0">
                <a:pos x="connsiteX110234" y="connsiteY110234"/>
              </a:cxn>
              <a:cxn ang="0">
                <a:pos x="connsiteX110235" y="connsiteY110235"/>
              </a:cxn>
              <a:cxn ang="0">
                <a:pos x="connsiteX110236" y="connsiteY110236"/>
              </a:cxn>
              <a:cxn ang="0">
                <a:pos x="connsiteX110237" y="connsiteY110237"/>
              </a:cxn>
              <a:cxn ang="0">
                <a:pos x="connsiteX110238" y="connsiteY110238"/>
              </a:cxn>
              <a:cxn ang="0">
                <a:pos x="connsiteX110239" y="connsiteY110239"/>
              </a:cxn>
              <a:cxn ang="0">
                <a:pos x="connsiteX110240" y="connsiteY110240"/>
              </a:cxn>
              <a:cxn ang="0">
                <a:pos x="connsiteX110241" y="connsiteY110241"/>
              </a:cxn>
              <a:cxn ang="0">
                <a:pos x="connsiteX110242" y="connsiteY110242"/>
              </a:cxn>
              <a:cxn ang="0">
                <a:pos x="connsiteX110243" y="connsiteY110243"/>
              </a:cxn>
              <a:cxn ang="0">
                <a:pos x="connsiteX110244" y="connsiteY110244"/>
              </a:cxn>
              <a:cxn ang="0">
                <a:pos x="connsiteX110245" y="connsiteY110245"/>
              </a:cxn>
              <a:cxn ang="0">
                <a:pos x="connsiteX110246" y="connsiteY110246"/>
              </a:cxn>
              <a:cxn ang="0">
                <a:pos x="connsiteX110247" y="connsiteY110247"/>
              </a:cxn>
              <a:cxn ang="0">
                <a:pos x="connsiteX110248" y="connsiteY110248"/>
              </a:cxn>
              <a:cxn ang="0">
                <a:pos x="connsiteX110249" y="connsiteY110249"/>
              </a:cxn>
              <a:cxn ang="0">
                <a:pos x="connsiteX110250" y="connsiteY110250"/>
              </a:cxn>
              <a:cxn ang="0">
                <a:pos x="connsiteX110251" y="connsiteY110251"/>
              </a:cxn>
              <a:cxn ang="0">
                <a:pos x="connsiteX110252" y="connsiteY110252"/>
              </a:cxn>
              <a:cxn ang="0">
                <a:pos x="connsiteX110253" y="connsiteY110253"/>
              </a:cxn>
              <a:cxn ang="0">
                <a:pos x="connsiteX110254" y="connsiteY110254"/>
              </a:cxn>
              <a:cxn ang="0">
                <a:pos x="connsiteX110255" y="connsiteY110255"/>
              </a:cxn>
              <a:cxn ang="0">
                <a:pos x="connsiteX110256" y="connsiteY110256"/>
              </a:cxn>
              <a:cxn ang="0">
                <a:pos x="connsiteX110257" y="connsiteY110257"/>
              </a:cxn>
              <a:cxn ang="0">
                <a:pos x="connsiteX110258" y="connsiteY110258"/>
              </a:cxn>
              <a:cxn ang="0">
                <a:pos x="connsiteX110259" y="connsiteY110259"/>
              </a:cxn>
              <a:cxn ang="0">
                <a:pos x="connsiteX110260" y="connsiteY110260"/>
              </a:cxn>
              <a:cxn ang="0">
                <a:pos x="connsiteX110261" y="connsiteY110261"/>
              </a:cxn>
              <a:cxn ang="0">
                <a:pos x="connsiteX110262" y="connsiteY110262"/>
              </a:cxn>
              <a:cxn ang="0">
                <a:pos x="connsiteX110263" y="connsiteY110263"/>
              </a:cxn>
              <a:cxn ang="0">
                <a:pos x="connsiteX110264" y="connsiteY110264"/>
              </a:cxn>
              <a:cxn ang="0">
                <a:pos x="connsiteX110265" y="connsiteY110265"/>
              </a:cxn>
              <a:cxn ang="0">
                <a:pos x="connsiteX110266" y="connsiteY110266"/>
              </a:cxn>
              <a:cxn ang="0">
                <a:pos x="connsiteX110267" y="connsiteY110267"/>
              </a:cxn>
              <a:cxn ang="0">
                <a:pos x="connsiteX110268" y="connsiteY110268"/>
              </a:cxn>
              <a:cxn ang="0">
                <a:pos x="connsiteX110269" y="connsiteY110269"/>
              </a:cxn>
              <a:cxn ang="0">
                <a:pos x="connsiteX110270" y="connsiteY110270"/>
              </a:cxn>
              <a:cxn ang="0">
                <a:pos x="connsiteX110271" y="connsiteY110271"/>
              </a:cxn>
              <a:cxn ang="0">
                <a:pos x="connsiteX110272" y="connsiteY110272"/>
              </a:cxn>
              <a:cxn ang="0">
                <a:pos x="connsiteX110273" y="connsiteY110273"/>
              </a:cxn>
              <a:cxn ang="0">
                <a:pos x="connsiteX110274" y="connsiteY110274"/>
              </a:cxn>
              <a:cxn ang="0">
                <a:pos x="connsiteX110275" y="connsiteY110275"/>
              </a:cxn>
              <a:cxn ang="0">
                <a:pos x="connsiteX110276" y="connsiteY110276"/>
              </a:cxn>
              <a:cxn ang="0">
                <a:pos x="connsiteX110277" y="connsiteY110277"/>
              </a:cxn>
              <a:cxn ang="0">
                <a:pos x="connsiteX110278" y="connsiteY110278"/>
              </a:cxn>
              <a:cxn ang="0">
                <a:pos x="connsiteX110279" y="connsiteY110279"/>
              </a:cxn>
              <a:cxn ang="0">
                <a:pos x="connsiteX110280" y="connsiteY110280"/>
              </a:cxn>
              <a:cxn ang="0">
                <a:pos x="connsiteX110281" y="connsiteY110281"/>
              </a:cxn>
              <a:cxn ang="0">
                <a:pos x="connsiteX110282" y="connsiteY110282"/>
              </a:cxn>
              <a:cxn ang="0">
                <a:pos x="connsiteX110283" y="connsiteY110283"/>
              </a:cxn>
              <a:cxn ang="0">
                <a:pos x="connsiteX110284" y="connsiteY110284"/>
              </a:cxn>
              <a:cxn ang="0">
                <a:pos x="connsiteX110285" y="connsiteY110285"/>
              </a:cxn>
              <a:cxn ang="0">
                <a:pos x="connsiteX110286" y="connsiteY110286"/>
              </a:cxn>
              <a:cxn ang="0">
                <a:pos x="connsiteX110287" y="connsiteY110287"/>
              </a:cxn>
              <a:cxn ang="0">
                <a:pos x="connsiteX110288" y="connsiteY110288"/>
              </a:cxn>
              <a:cxn ang="0">
                <a:pos x="connsiteX110289" y="connsiteY110289"/>
              </a:cxn>
              <a:cxn ang="0">
                <a:pos x="connsiteX110290" y="connsiteY110290"/>
              </a:cxn>
              <a:cxn ang="0">
                <a:pos x="connsiteX110291" y="connsiteY110291"/>
              </a:cxn>
              <a:cxn ang="0">
                <a:pos x="connsiteX110292" y="connsiteY110292"/>
              </a:cxn>
              <a:cxn ang="0">
                <a:pos x="connsiteX110293" y="connsiteY110293"/>
              </a:cxn>
              <a:cxn ang="0">
                <a:pos x="connsiteX110294" y="connsiteY110294"/>
              </a:cxn>
              <a:cxn ang="0">
                <a:pos x="connsiteX110295" y="connsiteY110295"/>
              </a:cxn>
              <a:cxn ang="0">
                <a:pos x="connsiteX110296" y="connsiteY110296"/>
              </a:cxn>
              <a:cxn ang="0">
                <a:pos x="connsiteX110297" y="connsiteY110297"/>
              </a:cxn>
              <a:cxn ang="0">
                <a:pos x="connsiteX110298" y="connsiteY110298"/>
              </a:cxn>
              <a:cxn ang="0">
                <a:pos x="connsiteX110299" y="connsiteY110299"/>
              </a:cxn>
              <a:cxn ang="0">
                <a:pos x="connsiteX110300" y="connsiteY110300"/>
              </a:cxn>
              <a:cxn ang="0">
                <a:pos x="connsiteX110301" y="connsiteY110301"/>
              </a:cxn>
              <a:cxn ang="0">
                <a:pos x="connsiteX110302" y="connsiteY110302"/>
              </a:cxn>
              <a:cxn ang="0">
                <a:pos x="connsiteX110303" y="connsiteY110303"/>
              </a:cxn>
              <a:cxn ang="0">
                <a:pos x="connsiteX110304" y="connsiteY110304"/>
              </a:cxn>
              <a:cxn ang="0">
                <a:pos x="connsiteX110305" y="connsiteY110305"/>
              </a:cxn>
              <a:cxn ang="0">
                <a:pos x="connsiteX110306" y="connsiteY110306"/>
              </a:cxn>
              <a:cxn ang="0">
                <a:pos x="connsiteX110307" y="connsiteY110307"/>
              </a:cxn>
              <a:cxn ang="0">
                <a:pos x="connsiteX110308" y="connsiteY110308"/>
              </a:cxn>
              <a:cxn ang="0">
                <a:pos x="connsiteX110309" y="connsiteY110309"/>
              </a:cxn>
              <a:cxn ang="0">
                <a:pos x="connsiteX110310" y="connsiteY110310"/>
              </a:cxn>
              <a:cxn ang="0">
                <a:pos x="connsiteX110311" y="connsiteY110311"/>
              </a:cxn>
              <a:cxn ang="0">
                <a:pos x="connsiteX110312" y="connsiteY110312"/>
              </a:cxn>
              <a:cxn ang="0">
                <a:pos x="connsiteX110313" y="connsiteY110313"/>
              </a:cxn>
              <a:cxn ang="0">
                <a:pos x="connsiteX110314" y="connsiteY110314"/>
              </a:cxn>
              <a:cxn ang="0">
                <a:pos x="connsiteX110315" y="connsiteY110315"/>
              </a:cxn>
              <a:cxn ang="0">
                <a:pos x="connsiteX110316" y="connsiteY110316"/>
              </a:cxn>
              <a:cxn ang="0">
                <a:pos x="connsiteX110317" y="connsiteY110317"/>
              </a:cxn>
              <a:cxn ang="0">
                <a:pos x="connsiteX110318" y="connsiteY110318"/>
              </a:cxn>
              <a:cxn ang="0">
                <a:pos x="connsiteX110319" y="connsiteY110319"/>
              </a:cxn>
              <a:cxn ang="0">
                <a:pos x="connsiteX110320" y="connsiteY110320"/>
              </a:cxn>
              <a:cxn ang="0">
                <a:pos x="connsiteX110321" y="connsiteY110321"/>
              </a:cxn>
              <a:cxn ang="0">
                <a:pos x="connsiteX110322" y="connsiteY110322"/>
              </a:cxn>
              <a:cxn ang="0">
                <a:pos x="connsiteX110323" y="connsiteY110323"/>
              </a:cxn>
              <a:cxn ang="0">
                <a:pos x="connsiteX110324" y="connsiteY110324"/>
              </a:cxn>
              <a:cxn ang="0">
                <a:pos x="connsiteX110325" y="connsiteY110325"/>
              </a:cxn>
              <a:cxn ang="0">
                <a:pos x="connsiteX110326" y="connsiteY110326"/>
              </a:cxn>
              <a:cxn ang="0">
                <a:pos x="connsiteX110327" y="connsiteY110327"/>
              </a:cxn>
              <a:cxn ang="0">
                <a:pos x="connsiteX110328" y="connsiteY110328"/>
              </a:cxn>
              <a:cxn ang="0">
                <a:pos x="connsiteX110329" y="connsiteY110329"/>
              </a:cxn>
              <a:cxn ang="0">
                <a:pos x="connsiteX110330" y="connsiteY110330"/>
              </a:cxn>
              <a:cxn ang="0">
                <a:pos x="connsiteX110331" y="connsiteY110331"/>
              </a:cxn>
              <a:cxn ang="0">
                <a:pos x="connsiteX110332" y="connsiteY110332"/>
              </a:cxn>
              <a:cxn ang="0">
                <a:pos x="connsiteX110333" y="connsiteY110333"/>
              </a:cxn>
              <a:cxn ang="0">
                <a:pos x="connsiteX110334" y="connsiteY110334"/>
              </a:cxn>
              <a:cxn ang="0">
                <a:pos x="connsiteX110335" y="connsiteY110335"/>
              </a:cxn>
              <a:cxn ang="0">
                <a:pos x="connsiteX110336" y="connsiteY110336"/>
              </a:cxn>
              <a:cxn ang="0">
                <a:pos x="connsiteX110337" y="connsiteY110337"/>
              </a:cxn>
              <a:cxn ang="0">
                <a:pos x="connsiteX110338" y="connsiteY110338"/>
              </a:cxn>
              <a:cxn ang="0">
                <a:pos x="connsiteX110339" y="connsiteY110339"/>
              </a:cxn>
              <a:cxn ang="0">
                <a:pos x="connsiteX110340" y="connsiteY110340"/>
              </a:cxn>
              <a:cxn ang="0">
                <a:pos x="connsiteX110341" y="connsiteY110341"/>
              </a:cxn>
              <a:cxn ang="0">
                <a:pos x="connsiteX110342" y="connsiteY110342"/>
              </a:cxn>
              <a:cxn ang="0">
                <a:pos x="connsiteX110343" y="connsiteY110343"/>
              </a:cxn>
              <a:cxn ang="0">
                <a:pos x="connsiteX110344" y="connsiteY110344"/>
              </a:cxn>
              <a:cxn ang="0">
                <a:pos x="connsiteX110345" y="connsiteY110345"/>
              </a:cxn>
              <a:cxn ang="0">
                <a:pos x="connsiteX110346" y="connsiteY110346"/>
              </a:cxn>
              <a:cxn ang="0">
                <a:pos x="connsiteX110347" y="connsiteY110347"/>
              </a:cxn>
              <a:cxn ang="0">
                <a:pos x="connsiteX110348" y="connsiteY110348"/>
              </a:cxn>
              <a:cxn ang="0">
                <a:pos x="connsiteX110349" y="connsiteY110349"/>
              </a:cxn>
              <a:cxn ang="0">
                <a:pos x="connsiteX110350" y="connsiteY110350"/>
              </a:cxn>
              <a:cxn ang="0">
                <a:pos x="connsiteX110351" y="connsiteY110351"/>
              </a:cxn>
              <a:cxn ang="0">
                <a:pos x="connsiteX110352" y="connsiteY110352"/>
              </a:cxn>
              <a:cxn ang="0">
                <a:pos x="connsiteX110353" y="connsiteY110353"/>
              </a:cxn>
              <a:cxn ang="0">
                <a:pos x="connsiteX110354" y="connsiteY110354"/>
              </a:cxn>
              <a:cxn ang="0">
                <a:pos x="connsiteX110355" y="connsiteY110355"/>
              </a:cxn>
              <a:cxn ang="0">
                <a:pos x="connsiteX110356" y="connsiteY110356"/>
              </a:cxn>
              <a:cxn ang="0">
                <a:pos x="connsiteX110357" y="connsiteY110357"/>
              </a:cxn>
              <a:cxn ang="0">
                <a:pos x="connsiteX110358" y="connsiteY110358"/>
              </a:cxn>
              <a:cxn ang="0">
                <a:pos x="connsiteX110359" y="connsiteY110359"/>
              </a:cxn>
              <a:cxn ang="0">
                <a:pos x="connsiteX110360" y="connsiteY110360"/>
              </a:cxn>
              <a:cxn ang="0">
                <a:pos x="connsiteX110361" y="connsiteY110361"/>
              </a:cxn>
              <a:cxn ang="0">
                <a:pos x="connsiteX110362" y="connsiteY110362"/>
              </a:cxn>
              <a:cxn ang="0">
                <a:pos x="connsiteX110363" y="connsiteY110363"/>
              </a:cxn>
              <a:cxn ang="0">
                <a:pos x="connsiteX110364" y="connsiteY110364"/>
              </a:cxn>
              <a:cxn ang="0">
                <a:pos x="connsiteX110365" y="connsiteY110365"/>
              </a:cxn>
              <a:cxn ang="0">
                <a:pos x="connsiteX110366" y="connsiteY110366"/>
              </a:cxn>
              <a:cxn ang="0">
                <a:pos x="connsiteX110367" y="connsiteY110367"/>
              </a:cxn>
              <a:cxn ang="0">
                <a:pos x="connsiteX110368" y="connsiteY110368"/>
              </a:cxn>
              <a:cxn ang="0">
                <a:pos x="connsiteX110369" y="connsiteY110369"/>
              </a:cxn>
              <a:cxn ang="0">
                <a:pos x="connsiteX110370" y="connsiteY110370"/>
              </a:cxn>
              <a:cxn ang="0">
                <a:pos x="connsiteX110371" y="connsiteY110371"/>
              </a:cxn>
              <a:cxn ang="0">
                <a:pos x="connsiteX110372" y="connsiteY110372"/>
              </a:cxn>
              <a:cxn ang="0">
                <a:pos x="connsiteX110373" y="connsiteY110373"/>
              </a:cxn>
              <a:cxn ang="0">
                <a:pos x="connsiteX110374" y="connsiteY110374"/>
              </a:cxn>
              <a:cxn ang="0">
                <a:pos x="connsiteX110375" y="connsiteY110375"/>
              </a:cxn>
              <a:cxn ang="0">
                <a:pos x="connsiteX110376" y="connsiteY110376"/>
              </a:cxn>
              <a:cxn ang="0">
                <a:pos x="connsiteX110377" y="connsiteY110377"/>
              </a:cxn>
              <a:cxn ang="0">
                <a:pos x="connsiteX110378" y="connsiteY110378"/>
              </a:cxn>
              <a:cxn ang="0">
                <a:pos x="connsiteX110379" y="connsiteY110379"/>
              </a:cxn>
              <a:cxn ang="0">
                <a:pos x="connsiteX110380" y="connsiteY110380"/>
              </a:cxn>
              <a:cxn ang="0">
                <a:pos x="connsiteX110381" y="connsiteY110381"/>
              </a:cxn>
              <a:cxn ang="0">
                <a:pos x="connsiteX110382" y="connsiteY110382"/>
              </a:cxn>
              <a:cxn ang="0">
                <a:pos x="connsiteX110383" y="connsiteY110383"/>
              </a:cxn>
              <a:cxn ang="0">
                <a:pos x="connsiteX110384" y="connsiteY110384"/>
              </a:cxn>
              <a:cxn ang="0">
                <a:pos x="connsiteX110385" y="connsiteY110385"/>
              </a:cxn>
              <a:cxn ang="0">
                <a:pos x="connsiteX110386" y="connsiteY110386"/>
              </a:cxn>
              <a:cxn ang="0">
                <a:pos x="connsiteX110387" y="connsiteY110387"/>
              </a:cxn>
              <a:cxn ang="0">
                <a:pos x="connsiteX110388" y="connsiteY110388"/>
              </a:cxn>
              <a:cxn ang="0">
                <a:pos x="connsiteX110389" y="connsiteY110389"/>
              </a:cxn>
              <a:cxn ang="0">
                <a:pos x="connsiteX110390" y="connsiteY110390"/>
              </a:cxn>
              <a:cxn ang="0">
                <a:pos x="connsiteX110391" y="connsiteY110391"/>
              </a:cxn>
              <a:cxn ang="0">
                <a:pos x="connsiteX110392" y="connsiteY110392"/>
              </a:cxn>
              <a:cxn ang="0">
                <a:pos x="connsiteX110393" y="connsiteY110393"/>
              </a:cxn>
              <a:cxn ang="0">
                <a:pos x="connsiteX110394" y="connsiteY110394"/>
              </a:cxn>
              <a:cxn ang="0">
                <a:pos x="connsiteX110395" y="connsiteY110395"/>
              </a:cxn>
              <a:cxn ang="0">
                <a:pos x="connsiteX110396" y="connsiteY110396"/>
              </a:cxn>
              <a:cxn ang="0">
                <a:pos x="connsiteX110397" y="connsiteY110397"/>
              </a:cxn>
              <a:cxn ang="0">
                <a:pos x="connsiteX110398" y="connsiteY110398"/>
              </a:cxn>
              <a:cxn ang="0">
                <a:pos x="connsiteX110399" y="connsiteY110399"/>
              </a:cxn>
              <a:cxn ang="0">
                <a:pos x="connsiteX110400" y="connsiteY110400"/>
              </a:cxn>
              <a:cxn ang="0">
                <a:pos x="connsiteX110401" y="connsiteY110401"/>
              </a:cxn>
              <a:cxn ang="0">
                <a:pos x="connsiteX110402" y="connsiteY110402"/>
              </a:cxn>
              <a:cxn ang="0">
                <a:pos x="connsiteX110403" y="connsiteY110403"/>
              </a:cxn>
              <a:cxn ang="0">
                <a:pos x="connsiteX110404" y="connsiteY110404"/>
              </a:cxn>
              <a:cxn ang="0">
                <a:pos x="connsiteX110405" y="connsiteY110405"/>
              </a:cxn>
              <a:cxn ang="0">
                <a:pos x="connsiteX110406" y="connsiteY110406"/>
              </a:cxn>
              <a:cxn ang="0">
                <a:pos x="connsiteX110407" y="connsiteY110407"/>
              </a:cxn>
              <a:cxn ang="0">
                <a:pos x="connsiteX110408" y="connsiteY110408"/>
              </a:cxn>
              <a:cxn ang="0">
                <a:pos x="connsiteX110409" y="connsiteY110409"/>
              </a:cxn>
              <a:cxn ang="0">
                <a:pos x="connsiteX110410" y="connsiteY110410"/>
              </a:cxn>
              <a:cxn ang="0">
                <a:pos x="connsiteX110411" y="connsiteY110411"/>
              </a:cxn>
              <a:cxn ang="0">
                <a:pos x="connsiteX110412" y="connsiteY110412"/>
              </a:cxn>
              <a:cxn ang="0">
                <a:pos x="connsiteX110413" y="connsiteY110413"/>
              </a:cxn>
              <a:cxn ang="0">
                <a:pos x="connsiteX110414" y="connsiteY110414"/>
              </a:cxn>
              <a:cxn ang="0">
                <a:pos x="connsiteX110415" y="connsiteY110415"/>
              </a:cxn>
              <a:cxn ang="0">
                <a:pos x="connsiteX110416" y="connsiteY110416"/>
              </a:cxn>
              <a:cxn ang="0">
                <a:pos x="connsiteX110417" y="connsiteY110417"/>
              </a:cxn>
              <a:cxn ang="0">
                <a:pos x="connsiteX110418" y="connsiteY110418"/>
              </a:cxn>
              <a:cxn ang="0">
                <a:pos x="connsiteX110419" y="connsiteY110419"/>
              </a:cxn>
              <a:cxn ang="0">
                <a:pos x="connsiteX110420" y="connsiteY110420"/>
              </a:cxn>
              <a:cxn ang="0">
                <a:pos x="connsiteX110421" y="connsiteY110421"/>
              </a:cxn>
              <a:cxn ang="0">
                <a:pos x="connsiteX110422" y="connsiteY110422"/>
              </a:cxn>
              <a:cxn ang="0">
                <a:pos x="connsiteX110423" y="connsiteY110423"/>
              </a:cxn>
              <a:cxn ang="0">
                <a:pos x="connsiteX110424" y="connsiteY110424"/>
              </a:cxn>
              <a:cxn ang="0">
                <a:pos x="connsiteX110425" y="connsiteY110425"/>
              </a:cxn>
              <a:cxn ang="0">
                <a:pos x="connsiteX110426" y="connsiteY110426"/>
              </a:cxn>
              <a:cxn ang="0">
                <a:pos x="connsiteX110427" y="connsiteY110427"/>
              </a:cxn>
              <a:cxn ang="0">
                <a:pos x="connsiteX110428" y="connsiteY110428"/>
              </a:cxn>
              <a:cxn ang="0">
                <a:pos x="connsiteX110429" y="connsiteY110429"/>
              </a:cxn>
              <a:cxn ang="0">
                <a:pos x="connsiteX110430" y="connsiteY110430"/>
              </a:cxn>
              <a:cxn ang="0">
                <a:pos x="connsiteX110431" y="connsiteY110431"/>
              </a:cxn>
              <a:cxn ang="0">
                <a:pos x="connsiteX110432" y="connsiteY110432"/>
              </a:cxn>
              <a:cxn ang="0">
                <a:pos x="connsiteX110433" y="connsiteY110433"/>
              </a:cxn>
              <a:cxn ang="0">
                <a:pos x="connsiteX110434" y="connsiteY110434"/>
              </a:cxn>
              <a:cxn ang="0">
                <a:pos x="connsiteX110435" y="connsiteY110435"/>
              </a:cxn>
              <a:cxn ang="0">
                <a:pos x="connsiteX110436" y="connsiteY110436"/>
              </a:cxn>
              <a:cxn ang="0">
                <a:pos x="connsiteX110437" y="connsiteY110437"/>
              </a:cxn>
              <a:cxn ang="0">
                <a:pos x="connsiteX110438" y="connsiteY110438"/>
              </a:cxn>
              <a:cxn ang="0">
                <a:pos x="connsiteX110439" y="connsiteY110439"/>
              </a:cxn>
              <a:cxn ang="0">
                <a:pos x="connsiteX110440" y="connsiteY110440"/>
              </a:cxn>
              <a:cxn ang="0">
                <a:pos x="connsiteX110441" y="connsiteY110441"/>
              </a:cxn>
              <a:cxn ang="0">
                <a:pos x="connsiteX110442" y="connsiteY110442"/>
              </a:cxn>
              <a:cxn ang="0">
                <a:pos x="connsiteX110443" y="connsiteY110443"/>
              </a:cxn>
              <a:cxn ang="0">
                <a:pos x="connsiteX110444" y="connsiteY110444"/>
              </a:cxn>
              <a:cxn ang="0">
                <a:pos x="connsiteX110445" y="connsiteY110445"/>
              </a:cxn>
              <a:cxn ang="0">
                <a:pos x="connsiteX110446" y="connsiteY110446"/>
              </a:cxn>
              <a:cxn ang="0">
                <a:pos x="connsiteX110447" y="connsiteY110447"/>
              </a:cxn>
              <a:cxn ang="0">
                <a:pos x="connsiteX110448" y="connsiteY110448"/>
              </a:cxn>
              <a:cxn ang="0">
                <a:pos x="connsiteX110449" y="connsiteY110449"/>
              </a:cxn>
              <a:cxn ang="0">
                <a:pos x="connsiteX110450" y="connsiteY110450"/>
              </a:cxn>
              <a:cxn ang="0">
                <a:pos x="connsiteX110451" y="connsiteY110451"/>
              </a:cxn>
              <a:cxn ang="0">
                <a:pos x="connsiteX110452" y="connsiteY110452"/>
              </a:cxn>
              <a:cxn ang="0">
                <a:pos x="connsiteX110453" y="connsiteY110453"/>
              </a:cxn>
              <a:cxn ang="0">
                <a:pos x="connsiteX110454" y="connsiteY110454"/>
              </a:cxn>
              <a:cxn ang="0">
                <a:pos x="connsiteX110455" y="connsiteY110455"/>
              </a:cxn>
              <a:cxn ang="0">
                <a:pos x="connsiteX110456" y="connsiteY110456"/>
              </a:cxn>
              <a:cxn ang="0">
                <a:pos x="connsiteX110457" y="connsiteY110457"/>
              </a:cxn>
              <a:cxn ang="0">
                <a:pos x="connsiteX110458" y="connsiteY110458"/>
              </a:cxn>
              <a:cxn ang="0">
                <a:pos x="connsiteX110459" y="connsiteY110459"/>
              </a:cxn>
              <a:cxn ang="0">
                <a:pos x="connsiteX110460" y="connsiteY110460"/>
              </a:cxn>
              <a:cxn ang="0">
                <a:pos x="connsiteX110461" y="connsiteY110461"/>
              </a:cxn>
              <a:cxn ang="0">
                <a:pos x="connsiteX110462" y="connsiteY110462"/>
              </a:cxn>
              <a:cxn ang="0">
                <a:pos x="connsiteX110463" y="connsiteY110463"/>
              </a:cxn>
              <a:cxn ang="0">
                <a:pos x="connsiteX110464" y="connsiteY110464"/>
              </a:cxn>
              <a:cxn ang="0">
                <a:pos x="connsiteX110465" y="connsiteY110465"/>
              </a:cxn>
              <a:cxn ang="0">
                <a:pos x="connsiteX110466" y="connsiteY110466"/>
              </a:cxn>
              <a:cxn ang="0">
                <a:pos x="connsiteX110467" y="connsiteY110467"/>
              </a:cxn>
              <a:cxn ang="0">
                <a:pos x="connsiteX110468" y="connsiteY110468"/>
              </a:cxn>
              <a:cxn ang="0">
                <a:pos x="connsiteX110469" y="connsiteY110469"/>
              </a:cxn>
              <a:cxn ang="0">
                <a:pos x="connsiteX110470" y="connsiteY110470"/>
              </a:cxn>
              <a:cxn ang="0">
                <a:pos x="connsiteX110471" y="connsiteY110471"/>
              </a:cxn>
              <a:cxn ang="0">
                <a:pos x="connsiteX110472" y="connsiteY110472"/>
              </a:cxn>
              <a:cxn ang="0">
                <a:pos x="connsiteX110473" y="connsiteY110473"/>
              </a:cxn>
              <a:cxn ang="0">
                <a:pos x="connsiteX110474" y="connsiteY110474"/>
              </a:cxn>
              <a:cxn ang="0">
                <a:pos x="connsiteX110475" y="connsiteY110475"/>
              </a:cxn>
              <a:cxn ang="0">
                <a:pos x="connsiteX110476" y="connsiteY110476"/>
              </a:cxn>
              <a:cxn ang="0">
                <a:pos x="connsiteX110477" y="connsiteY110477"/>
              </a:cxn>
              <a:cxn ang="0">
                <a:pos x="connsiteX110478" y="connsiteY110478"/>
              </a:cxn>
              <a:cxn ang="0">
                <a:pos x="connsiteX110479" y="connsiteY110479"/>
              </a:cxn>
              <a:cxn ang="0">
                <a:pos x="connsiteX110480" y="connsiteY110480"/>
              </a:cxn>
              <a:cxn ang="0">
                <a:pos x="connsiteX110481" y="connsiteY110481"/>
              </a:cxn>
              <a:cxn ang="0">
                <a:pos x="connsiteX110482" y="connsiteY110482"/>
              </a:cxn>
              <a:cxn ang="0">
                <a:pos x="connsiteX110483" y="connsiteY110483"/>
              </a:cxn>
              <a:cxn ang="0">
                <a:pos x="connsiteX110484" y="connsiteY110484"/>
              </a:cxn>
              <a:cxn ang="0">
                <a:pos x="connsiteX110485" y="connsiteY110485"/>
              </a:cxn>
              <a:cxn ang="0">
                <a:pos x="connsiteX110486" y="connsiteY110486"/>
              </a:cxn>
              <a:cxn ang="0">
                <a:pos x="connsiteX110487" y="connsiteY110487"/>
              </a:cxn>
              <a:cxn ang="0">
                <a:pos x="connsiteX110488" y="connsiteY110488"/>
              </a:cxn>
              <a:cxn ang="0">
                <a:pos x="connsiteX110489" y="connsiteY110489"/>
              </a:cxn>
              <a:cxn ang="0">
                <a:pos x="connsiteX110490" y="connsiteY110490"/>
              </a:cxn>
              <a:cxn ang="0">
                <a:pos x="connsiteX110491" y="connsiteY110491"/>
              </a:cxn>
              <a:cxn ang="0">
                <a:pos x="connsiteX110492" y="connsiteY110492"/>
              </a:cxn>
              <a:cxn ang="0">
                <a:pos x="connsiteX110493" y="connsiteY110493"/>
              </a:cxn>
              <a:cxn ang="0">
                <a:pos x="connsiteX110494" y="connsiteY110494"/>
              </a:cxn>
              <a:cxn ang="0">
                <a:pos x="connsiteX110495" y="connsiteY110495"/>
              </a:cxn>
              <a:cxn ang="0">
                <a:pos x="connsiteX110496" y="connsiteY110496"/>
              </a:cxn>
              <a:cxn ang="0">
                <a:pos x="connsiteX110497" y="connsiteY110497"/>
              </a:cxn>
              <a:cxn ang="0">
                <a:pos x="connsiteX110498" y="connsiteY110498"/>
              </a:cxn>
              <a:cxn ang="0">
                <a:pos x="connsiteX110499" y="connsiteY110499"/>
              </a:cxn>
              <a:cxn ang="0">
                <a:pos x="connsiteX110500" y="connsiteY110500"/>
              </a:cxn>
              <a:cxn ang="0">
                <a:pos x="connsiteX110501" y="connsiteY110501"/>
              </a:cxn>
              <a:cxn ang="0">
                <a:pos x="connsiteX110502" y="connsiteY110502"/>
              </a:cxn>
              <a:cxn ang="0">
                <a:pos x="connsiteX110503" y="connsiteY110503"/>
              </a:cxn>
              <a:cxn ang="0">
                <a:pos x="connsiteX110504" y="connsiteY110504"/>
              </a:cxn>
              <a:cxn ang="0">
                <a:pos x="connsiteX110505" y="connsiteY110505"/>
              </a:cxn>
              <a:cxn ang="0">
                <a:pos x="connsiteX110506" y="connsiteY110506"/>
              </a:cxn>
              <a:cxn ang="0">
                <a:pos x="connsiteX110507" y="connsiteY110507"/>
              </a:cxn>
              <a:cxn ang="0">
                <a:pos x="connsiteX110508" y="connsiteY110508"/>
              </a:cxn>
              <a:cxn ang="0">
                <a:pos x="connsiteX110509" y="connsiteY110509"/>
              </a:cxn>
              <a:cxn ang="0">
                <a:pos x="connsiteX110510" y="connsiteY110510"/>
              </a:cxn>
              <a:cxn ang="0">
                <a:pos x="connsiteX110511" y="connsiteY110511"/>
              </a:cxn>
              <a:cxn ang="0">
                <a:pos x="connsiteX110512" y="connsiteY110512"/>
              </a:cxn>
              <a:cxn ang="0">
                <a:pos x="connsiteX110513" y="connsiteY110513"/>
              </a:cxn>
              <a:cxn ang="0">
                <a:pos x="connsiteX110514" y="connsiteY110514"/>
              </a:cxn>
              <a:cxn ang="0">
                <a:pos x="connsiteX110515" y="connsiteY110515"/>
              </a:cxn>
              <a:cxn ang="0">
                <a:pos x="connsiteX110516" y="connsiteY110516"/>
              </a:cxn>
              <a:cxn ang="0">
                <a:pos x="connsiteX110517" y="connsiteY110517"/>
              </a:cxn>
              <a:cxn ang="0">
                <a:pos x="connsiteX110518" y="connsiteY110518"/>
              </a:cxn>
              <a:cxn ang="0">
                <a:pos x="connsiteX110519" y="connsiteY110519"/>
              </a:cxn>
              <a:cxn ang="0">
                <a:pos x="connsiteX110520" y="connsiteY110520"/>
              </a:cxn>
              <a:cxn ang="0">
                <a:pos x="connsiteX110521" y="connsiteY110521"/>
              </a:cxn>
              <a:cxn ang="0">
                <a:pos x="connsiteX110522" y="connsiteY110522"/>
              </a:cxn>
              <a:cxn ang="0">
                <a:pos x="connsiteX110523" y="connsiteY110523"/>
              </a:cxn>
              <a:cxn ang="0">
                <a:pos x="connsiteX110524" y="connsiteY110524"/>
              </a:cxn>
              <a:cxn ang="0">
                <a:pos x="connsiteX110525" y="connsiteY110525"/>
              </a:cxn>
              <a:cxn ang="0">
                <a:pos x="connsiteX110526" y="connsiteY110526"/>
              </a:cxn>
              <a:cxn ang="0">
                <a:pos x="connsiteX110527" y="connsiteY110527"/>
              </a:cxn>
              <a:cxn ang="0">
                <a:pos x="connsiteX110528" y="connsiteY110528"/>
              </a:cxn>
              <a:cxn ang="0">
                <a:pos x="connsiteX110529" y="connsiteY110529"/>
              </a:cxn>
              <a:cxn ang="0">
                <a:pos x="connsiteX110530" y="connsiteY110530"/>
              </a:cxn>
              <a:cxn ang="0">
                <a:pos x="connsiteX110531" y="connsiteY110531"/>
              </a:cxn>
              <a:cxn ang="0">
                <a:pos x="connsiteX110532" y="connsiteY110532"/>
              </a:cxn>
              <a:cxn ang="0">
                <a:pos x="connsiteX110533" y="connsiteY110533"/>
              </a:cxn>
              <a:cxn ang="0">
                <a:pos x="connsiteX110534" y="connsiteY110534"/>
              </a:cxn>
              <a:cxn ang="0">
                <a:pos x="connsiteX110535" y="connsiteY110535"/>
              </a:cxn>
              <a:cxn ang="0">
                <a:pos x="connsiteX110536" y="connsiteY110536"/>
              </a:cxn>
              <a:cxn ang="0">
                <a:pos x="connsiteX110537" y="connsiteY110537"/>
              </a:cxn>
              <a:cxn ang="0">
                <a:pos x="connsiteX110538" y="connsiteY110538"/>
              </a:cxn>
              <a:cxn ang="0">
                <a:pos x="connsiteX110539" y="connsiteY110539"/>
              </a:cxn>
              <a:cxn ang="0">
                <a:pos x="connsiteX110540" y="connsiteY110540"/>
              </a:cxn>
              <a:cxn ang="0">
                <a:pos x="connsiteX110541" y="connsiteY110541"/>
              </a:cxn>
              <a:cxn ang="0">
                <a:pos x="connsiteX110542" y="connsiteY110542"/>
              </a:cxn>
              <a:cxn ang="0">
                <a:pos x="connsiteX110543" y="connsiteY110543"/>
              </a:cxn>
              <a:cxn ang="0">
                <a:pos x="connsiteX110544" y="connsiteY110544"/>
              </a:cxn>
              <a:cxn ang="0">
                <a:pos x="connsiteX110545" y="connsiteY110545"/>
              </a:cxn>
              <a:cxn ang="0">
                <a:pos x="connsiteX110546" y="connsiteY110546"/>
              </a:cxn>
              <a:cxn ang="0">
                <a:pos x="connsiteX110547" y="connsiteY110547"/>
              </a:cxn>
              <a:cxn ang="0">
                <a:pos x="connsiteX110548" y="connsiteY110548"/>
              </a:cxn>
              <a:cxn ang="0">
                <a:pos x="connsiteX110549" y="connsiteY110549"/>
              </a:cxn>
              <a:cxn ang="0">
                <a:pos x="connsiteX110550" y="connsiteY110550"/>
              </a:cxn>
              <a:cxn ang="0">
                <a:pos x="connsiteX110551" y="connsiteY110551"/>
              </a:cxn>
              <a:cxn ang="0">
                <a:pos x="connsiteX110552" y="connsiteY110552"/>
              </a:cxn>
              <a:cxn ang="0">
                <a:pos x="connsiteX110553" y="connsiteY110553"/>
              </a:cxn>
              <a:cxn ang="0">
                <a:pos x="connsiteX110554" y="connsiteY110554"/>
              </a:cxn>
              <a:cxn ang="0">
                <a:pos x="connsiteX110555" y="connsiteY110555"/>
              </a:cxn>
              <a:cxn ang="0">
                <a:pos x="connsiteX110556" y="connsiteY110556"/>
              </a:cxn>
              <a:cxn ang="0">
                <a:pos x="connsiteX110557" y="connsiteY110557"/>
              </a:cxn>
              <a:cxn ang="0">
                <a:pos x="connsiteX110558" y="connsiteY110558"/>
              </a:cxn>
              <a:cxn ang="0">
                <a:pos x="connsiteX110559" y="connsiteY110559"/>
              </a:cxn>
              <a:cxn ang="0">
                <a:pos x="connsiteX110560" y="connsiteY110560"/>
              </a:cxn>
              <a:cxn ang="0">
                <a:pos x="connsiteX110561" y="connsiteY110561"/>
              </a:cxn>
              <a:cxn ang="0">
                <a:pos x="connsiteX110562" y="connsiteY110562"/>
              </a:cxn>
              <a:cxn ang="0">
                <a:pos x="connsiteX110563" y="connsiteY110563"/>
              </a:cxn>
              <a:cxn ang="0">
                <a:pos x="connsiteX110564" y="connsiteY110564"/>
              </a:cxn>
              <a:cxn ang="0">
                <a:pos x="connsiteX110565" y="connsiteY110565"/>
              </a:cxn>
              <a:cxn ang="0">
                <a:pos x="connsiteX110566" y="connsiteY110566"/>
              </a:cxn>
              <a:cxn ang="0">
                <a:pos x="connsiteX110567" y="connsiteY110567"/>
              </a:cxn>
              <a:cxn ang="0">
                <a:pos x="connsiteX110568" y="connsiteY110568"/>
              </a:cxn>
              <a:cxn ang="0">
                <a:pos x="connsiteX110569" y="connsiteY110569"/>
              </a:cxn>
              <a:cxn ang="0">
                <a:pos x="connsiteX110570" y="connsiteY110570"/>
              </a:cxn>
              <a:cxn ang="0">
                <a:pos x="connsiteX110571" y="connsiteY110571"/>
              </a:cxn>
              <a:cxn ang="0">
                <a:pos x="connsiteX110572" y="connsiteY110572"/>
              </a:cxn>
              <a:cxn ang="0">
                <a:pos x="connsiteX110573" y="connsiteY110573"/>
              </a:cxn>
              <a:cxn ang="0">
                <a:pos x="connsiteX110574" y="connsiteY110574"/>
              </a:cxn>
              <a:cxn ang="0">
                <a:pos x="connsiteX110575" y="connsiteY110575"/>
              </a:cxn>
              <a:cxn ang="0">
                <a:pos x="connsiteX110576" y="connsiteY110576"/>
              </a:cxn>
              <a:cxn ang="0">
                <a:pos x="connsiteX110577" y="connsiteY110577"/>
              </a:cxn>
              <a:cxn ang="0">
                <a:pos x="connsiteX110578" y="connsiteY110578"/>
              </a:cxn>
              <a:cxn ang="0">
                <a:pos x="connsiteX110579" y="connsiteY110579"/>
              </a:cxn>
              <a:cxn ang="0">
                <a:pos x="connsiteX110580" y="connsiteY110580"/>
              </a:cxn>
              <a:cxn ang="0">
                <a:pos x="connsiteX110581" y="connsiteY110581"/>
              </a:cxn>
              <a:cxn ang="0">
                <a:pos x="connsiteX110582" y="connsiteY110582"/>
              </a:cxn>
              <a:cxn ang="0">
                <a:pos x="connsiteX110583" y="connsiteY110583"/>
              </a:cxn>
              <a:cxn ang="0">
                <a:pos x="connsiteX110584" y="connsiteY110584"/>
              </a:cxn>
              <a:cxn ang="0">
                <a:pos x="connsiteX110585" y="connsiteY110585"/>
              </a:cxn>
              <a:cxn ang="0">
                <a:pos x="connsiteX110586" y="connsiteY110586"/>
              </a:cxn>
              <a:cxn ang="0">
                <a:pos x="connsiteX110587" y="connsiteY110587"/>
              </a:cxn>
              <a:cxn ang="0">
                <a:pos x="connsiteX110588" y="connsiteY110588"/>
              </a:cxn>
              <a:cxn ang="0">
                <a:pos x="connsiteX110589" y="connsiteY110589"/>
              </a:cxn>
              <a:cxn ang="0">
                <a:pos x="connsiteX110590" y="connsiteY110590"/>
              </a:cxn>
              <a:cxn ang="0">
                <a:pos x="connsiteX110591" y="connsiteY110591"/>
              </a:cxn>
              <a:cxn ang="0">
                <a:pos x="connsiteX110592" y="connsiteY110592"/>
              </a:cxn>
              <a:cxn ang="0">
                <a:pos x="connsiteX110593" y="connsiteY110593"/>
              </a:cxn>
              <a:cxn ang="0">
                <a:pos x="connsiteX110594" y="connsiteY110594"/>
              </a:cxn>
              <a:cxn ang="0">
                <a:pos x="connsiteX110595" y="connsiteY110595"/>
              </a:cxn>
              <a:cxn ang="0">
                <a:pos x="connsiteX110596" y="connsiteY110596"/>
              </a:cxn>
              <a:cxn ang="0">
                <a:pos x="connsiteX110597" y="connsiteY110597"/>
              </a:cxn>
              <a:cxn ang="0">
                <a:pos x="connsiteX110598" y="connsiteY110598"/>
              </a:cxn>
              <a:cxn ang="0">
                <a:pos x="connsiteX110599" y="connsiteY110599"/>
              </a:cxn>
              <a:cxn ang="0">
                <a:pos x="connsiteX110600" y="connsiteY110600"/>
              </a:cxn>
              <a:cxn ang="0">
                <a:pos x="connsiteX110601" y="connsiteY110601"/>
              </a:cxn>
              <a:cxn ang="0">
                <a:pos x="connsiteX110602" y="connsiteY110602"/>
              </a:cxn>
              <a:cxn ang="0">
                <a:pos x="connsiteX110603" y="connsiteY110603"/>
              </a:cxn>
              <a:cxn ang="0">
                <a:pos x="connsiteX110604" y="connsiteY110604"/>
              </a:cxn>
              <a:cxn ang="0">
                <a:pos x="connsiteX110605" y="connsiteY110605"/>
              </a:cxn>
              <a:cxn ang="0">
                <a:pos x="connsiteX110606" y="connsiteY110606"/>
              </a:cxn>
              <a:cxn ang="0">
                <a:pos x="connsiteX110607" y="connsiteY110607"/>
              </a:cxn>
              <a:cxn ang="0">
                <a:pos x="connsiteX110608" y="connsiteY110608"/>
              </a:cxn>
              <a:cxn ang="0">
                <a:pos x="connsiteX110609" y="connsiteY110609"/>
              </a:cxn>
              <a:cxn ang="0">
                <a:pos x="connsiteX110610" y="connsiteY110610"/>
              </a:cxn>
              <a:cxn ang="0">
                <a:pos x="connsiteX110611" y="connsiteY110611"/>
              </a:cxn>
              <a:cxn ang="0">
                <a:pos x="connsiteX110612" y="connsiteY110612"/>
              </a:cxn>
              <a:cxn ang="0">
                <a:pos x="connsiteX110613" y="connsiteY110613"/>
              </a:cxn>
              <a:cxn ang="0">
                <a:pos x="connsiteX110614" y="connsiteY110614"/>
              </a:cxn>
              <a:cxn ang="0">
                <a:pos x="connsiteX110615" y="connsiteY110615"/>
              </a:cxn>
              <a:cxn ang="0">
                <a:pos x="connsiteX110616" y="connsiteY110616"/>
              </a:cxn>
              <a:cxn ang="0">
                <a:pos x="connsiteX110617" y="connsiteY110617"/>
              </a:cxn>
              <a:cxn ang="0">
                <a:pos x="connsiteX110618" y="connsiteY110618"/>
              </a:cxn>
              <a:cxn ang="0">
                <a:pos x="connsiteX110619" y="connsiteY110619"/>
              </a:cxn>
              <a:cxn ang="0">
                <a:pos x="connsiteX110620" y="connsiteY110620"/>
              </a:cxn>
              <a:cxn ang="0">
                <a:pos x="connsiteX110621" y="connsiteY110621"/>
              </a:cxn>
              <a:cxn ang="0">
                <a:pos x="connsiteX110622" y="connsiteY110622"/>
              </a:cxn>
              <a:cxn ang="0">
                <a:pos x="connsiteX110623" y="connsiteY110623"/>
              </a:cxn>
              <a:cxn ang="0">
                <a:pos x="connsiteX110624" y="connsiteY110624"/>
              </a:cxn>
              <a:cxn ang="0">
                <a:pos x="connsiteX110625" y="connsiteY110625"/>
              </a:cxn>
              <a:cxn ang="0">
                <a:pos x="connsiteX110626" y="connsiteY110626"/>
              </a:cxn>
              <a:cxn ang="0">
                <a:pos x="connsiteX110627" y="connsiteY110627"/>
              </a:cxn>
              <a:cxn ang="0">
                <a:pos x="connsiteX110628" y="connsiteY110628"/>
              </a:cxn>
              <a:cxn ang="0">
                <a:pos x="connsiteX110629" y="connsiteY110629"/>
              </a:cxn>
              <a:cxn ang="0">
                <a:pos x="connsiteX110630" y="connsiteY110630"/>
              </a:cxn>
              <a:cxn ang="0">
                <a:pos x="connsiteX110631" y="connsiteY110631"/>
              </a:cxn>
              <a:cxn ang="0">
                <a:pos x="connsiteX110632" y="connsiteY110632"/>
              </a:cxn>
              <a:cxn ang="0">
                <a:pos x="connsiteX110633" y="connsiteY110633"/>
              </a:cxn>
              <a:cxn ang="0">
                <a:pos x="connsiteX110634" y="connsiteY110634"/>
              </a:cxn>
              <a:cxn ang="0">
                <a:pos x="connsiteX110635" y="connsiteY110635"/>
              </a:cxn>
              <a:cxn ang="0">
                <a:pos x="connsiteX110636" y="connsiteY110636"/>
              </a:cxn>
              <a:cxn ang="0">
                <a:pos x="connsiteX110637" y="connsiteY110637"/>
              </a:cxn>
              <a:cxn ang="0">
                <a:pos x="connsiteX110638" y="connsiteY110638"/>
              </a:cxn>
              <a:cxn ang="0">
                <a:pos x="connsiteX110639" y="connsiteY110639"/>
              </a:cxn>
              <a:cxn ang="0">
                <a:pos x="connsiteX110640" y="connsiteY110640"/>
              </a:cxn>
              <a:cxn ang="0">
                <a:pos x="connsiteX110641" y="connsiteY110641"/>
              </a:cxn>
              <a:cxn ang="0">
                <a:pos x="connsiteX110642" y="connsiteY110642"/>
              </a:cxn>
              <a:cxn ang="0">
                <a:pos x="connsiteX110643" y="connsiteY110643"/>
              </a:cxn>
              <a:cxn ang="0">
                <a:pos x="connsiteX110644" y="connsiteY110644"/>
              </a:cxn>
              <a:cxn ang="0">
                <a:pos x="connsiteX110645" y="connsiteY110645"/>
              </a:cxn>
              <a:cxn ang="0">
                <a:pos x="connsiteX110646" y="connsiteY110646"/>
              </a:cxn>
              <a:cxn ang="0">
                <a:pos x="connsiteX110647" y="connsiteY110647"/>
              </a:cxn>
              <a:cxn ang="0">
                <a:pos x="connsiteX110648" y="connsiteY110648"/>
              </a:cxn>
              <a:cxn ang="0">
                <a:pos x="connsiteX110649" y="connsiteY110649"/>
              </a:cxn>
              <a:cxn ang="0">
                <a:pos x="connsiteX110650" y="connsiteY110650"/>
              </a:cxn>
              <a:cxn ang="0">
                <a:pos x="connsiteX110651" y="connsiteY110651"/>
              </a:cxn>
              <a:cxn ang="0">
                <a:pos x="connsiteX110652" y="connsiteY110652"/>
              </a:cxn>
              <a:cxn ang="0">
                <a:pos x="connsiteX110653" y="connsiteY110653"/>
              </a:cxn>
              <a:cxn ang="0">
                <a:pos x="connsiteX110654" y="connsiteY110654"/>
              </a:cxn>
              <a:cxn ang="0">
                <a:pos x="connsiteX110655" y="connsiteY110655"/>
              </a:cxn>
              <a:cxn ang="0">
                <a:pos x="connsiteX110656" y="connsiteY110656"/>
              </a:cxn>
              <a:cxn ang="0">
                <a:pos x="connsiteX110657" y="connsiteY110657"/>
              </a:cxn>
              <a:cxn ang="0">
                <a:pos x="connsiteX110658" y="connsiteY110658"/>
              </a:cxn>
              <a:cxn ang="0">
                <a:pos x="connsiteX110659" y="connsiteY110659"/>
              </a:cxn>
              <a:cxn ang="0">
                <a:pos x="connsiteX110660" y="connsiteY110660"/>
              </a:cxn>
              <a:cxn ang="0">
                <a:pos x="connsiteX110661" y="connsiteY110661"/>
              </a:cxn>
              <a:cxn ang="0">
                <a:pos x="connsiteX110662" y="connsiteY110662"/>
              </a:cxn>
              <a:cxn ang="0">
                <a:pos x="connsiteX110663" y="connsiteY110663"/>
              </a:cxn>
              <a:cxn ang="0">
                <a:pos x="connsiteX110664" y="connsiteY110664"/>
              </a:cxn>
              <a:cxn ang="0">
                <a:pos x="connsiteX110665" y="connsiteY110665"/>
              </a:cxn>
              <a:cxn ang="0">
                <a:pos x="connsiteX110666" y="connsiteY110666"/>
              </a:cxn>
              <a:cxn ang="0">
                <a:pos x="connsiteX110667" y="connsiteY110667"/>
              </a:cxn>
              <a:cxn ang="0">
                <a:pos x="connsiteX110668" y="connsiteY110668"/>
              </a:cxn>
              <a:cxn ang="0">
                <a:pos x="connsiteX110669" y="connsiteY110669"/>
              </a:cxn>
              <a:cxn ang="0">
                <a:pos x="connsiteX110670" y="connsiteY110670"/>
              </a:cxn>
              <a:cxn ang="0">
                <a:pos x="connsiteX110671" y="connsiteY110671"/>
              </a:cxn>
              <a:cxn ang="0">
                <a:pos x="connsiteX110672" y="connsiteY110672"/>
              </a:cxn>
              <a:cxn ang="0">
                <a:pos x="connsiteX110673" y="connsiteY110673"/>
              </a:cxn>
              <a:cxn ang="0">
                <a:pos x="connsiteX110674" y="connsiteY110674"/>
              </a:cxn>
              <a:cxn ang="0">
                <a:pos x="connsiteX110675" y="connsiteY110675"/>
              </a:cxn>
              <a:cxn ang="0">
                <a:pos x="connsiteX110676" y="connsiteY110676"/>
              </a:cxn>
              <a:cxn ang="0">
                <a:pos x="connsiteX110677" y="connsiteY110677"/>
              </a:cxn>
              <a:cxn ang="0">
                <a:pos x="connsiteX110678" y="connsiteY110678"/>
              </a:cxn>
              <a:cxn ang="0">
                <a:pos x="connsiteX110679" y="connsiteY110679"/>
              </a:cxn>
              <a:cxn ang="0">
                <a:pos x="connsiteX110680" y="connsiteY110680"/>
              </a:cxn>
              <a:cxn ang="0">
                <a:pos x="connsiteX110681" y="connsiteY110681"/>
              </a:cxn>
              <a:cxn ang="0">
                <a:pos x="connsiteX110682" y="connsiteY110682"/>
              </a:cxn>
              <a:cxn ang="0">
                <a:pos x="connsiteX110683" y="connsiteY110683"/>
              </a:cxn>
              <a:cxn ang="0">
                <a:pos x="connsiteX110684" y="connsiteY110684"/>
              </a:cxn>
              <a:cxn ang="0">
                <a:pos x="connsiteX110685" y="connsiteY110685"/>
              </a:cxn>
              <a:cxn ang="0">
                <a:pos x="connsiteX110686" y="connsiteY110686"/>
              </a:cxn>
              <a:cxn ang="0">
                <a:pos x="connsiteX110687" y="connsiteY110687"/>
              </a:cxn>
              <a:cxn ang="0">
                <a:pos x="connsiteX110688" y="connsiteY110688"/>
              </a:cxn>
              <a:cxn ang="0">
                <a:pos x="connsiteX110689" y="connsiteY110689"/>
              </a:cxn>
              <a:cxn ang="0">
                <a:pos x="connsiteX110690" y="connsiteY110690"/>
              </a:cxn>
              <a:cxn ang="0">
                <a:pos x="connsiteX110691" y="connsiteY110691"/>
              </a:cxn>
              <a:cxn ang="0">
                <a:pos x="connsiteX110692" y="connsiteY110692"/>
              </a:cxn>
              <a:cxn ang="0">
                <a:pos x="connsiteX110693" y="connsiteY110693"/>
              </a:cxn>
              <a:cxn ang="0">
                <a:pos x="connsiteX110694" y="connsiteY110694"/>
              </a:cxn>
              <a:cxn ang="0">
                <a:pos x="connsiteX110695" y="connsiteY110695"/>
              </a:cxn>
              <a:cxn ang="0">
                <a:pos x="connsiteX110696" y="connsiteY110696"/>
              </a:cxn>
              <a:cxn ang="0">
                <a:pos x="connsiteX110697" y="connsiteY110697"/>
              </a:cxn>
              <a:cxn ang="0">
                <a:pos x="connsiteX110698" y="connsiteY110698"/>
              </a:cxn>
              <a:cxn ang="0">
                <a:pos x="connsiteX110699" y="connsiteY110699"/>
              </a:cxn>
              <a:cxn ang="0">
                <a:pos x="connsiteX110700" y="connsiteY110700"/>
              </a:cxn>
              <a:cxn ang="0">
                <a:pos x="connsiteX110701" y="connsiteY110701"/>
              </a:cxn>
              <a:cxn ang="0">
                <a:pos x="connsiteX110702" y="connsiteY110702"/>
              </a:cxn>
              <a:cxn ang="0">
                <a:pos x="connsiteX110703" y="connsiteY110703"/>
              </a:cxn>
              <a:cxn ang="0">
                <a:pos x="connsiteX110704" y="connsiteY110704"/>
              </a:cxn>
              <a:cxn ang="0">
                <a:pos x="connsiteX110705" y="connsiteY110705"/>
              </a:cxn>
              <a:cxn ang="0">
                <a:pos x="connsiteX110706" y="connsiteY110706"/>
              </a:cxn>
              <a:cxn ang="0">
                <a:pos x="connsiteX110707" y="connsiteY110707"/>
              </a:cxn>
              <a:cxn ang="0">
                <a:pos x="connsiteX110708" y="connsiteY110708"/>
              </a:cxn>
              <a:cxn ang="0">
                <a:pos x="connsiteX110709" y="connsiteY110709"/>
              </a:cxn>
              <a:cxn ang="0">
                <a:pos x="connsiteX110710" y="connsiteY110710"/>
              </a:cxn>
              <a:cxn ang="0">
                <a:pos x="connsiteX110711" y="connsiteY110711"/>
              </a:cxn>
              <a:cxn ang="0">
                <a:pos x="connsiteX110712" y="connsiteY110712"/>
              </a:cxn>
              <a:cxn ang="0">
                <a:pos x="connsiteX110713" y="connsiteY110713"/>
              </a:cxn>
              <a:cxn ang="0">
                <a:pos x="connsiteX110714" y="connsiteY110714"/>
              </a:cxn>
              <a:cxn ang="0">
                <a:pos x="connsiteX110715" y="connsiteY110715"/>
              </a:cxn>
              <a:cxn ang="0">
                <a:pos x="connsiteX110716" y="connsiteY110716"/>
              </a:cxn>
              <a:cxn ang="0">
                <a:pos x="connsiteX110717" y="connsiteY110717"/>
              </a:cxn>
              <a:cxn ang="0">
                <a:pos x="connsiteX110718" y="connsiteY110718"/>
              </a:cxn>
              <a:cxn ang="0">
                <a:pos x="connsiteX110719" y="connsiteY110719"/>
              </a:cxn>
              <a:cxn ang="0">
                <a:pos x="connsiteX110720" y="connsiteY110720"/>
              </a:cxn>
              <a:cxn ang="0">
                <a:pos x="connsiteX110721" y="connsiteY110721"/>
              </a:cxn>
              <a:cxn ang="0">
                <a:pos x="connsiteX110722" y="connsiteY110722"/>
              </a:cxn>
              <a:cxn ang="0">
                <a:pos x="connsiteX110723" y="connsiteY110723"/>
              </a:cxn>
              <a:cxn ang="0">
                <a:pos x="connsiteX110724" y="connsiteY110724"/>
              </a:cxn>
              <a:cxn ang="0">
                <a:pos x="connsiteX110725" y="connsiteY110725"/>
              </a:cxn>
              <a:cxn ang="0">
                <a:pos x="connsiteX110726" y="connsiteY110726"/>
              </a:cxn>
              <a:cxn ang="0">
                <a:pos x="connsiteX110727" y="connsiteY110727"/>
              </a:cxn>
              <a:cxn ang="0">
                <a:pos x="connsiteX110728" y="connsiteY110728"/>
              </a:cxn>
              <a:cxn ang="0">
                <a:pos x="connsiteX110729" y="connsiteY110729"/>
              </a:cxn>
              <a:cxn ang="0">
                <a:pos x="connsiteX110730" y="connsiteY110730"/>
              </a:cxn>
              <a:cxn ang="0">
                <a:pos x="connsiteX110731" y="connsiteY110731"/>
              </a:cxn>
              <a:cxn ang="0">
                <a:pos x="connsiteX110732" y="connsiteY110732"/>
              </a:cxn>
              <a:cxn ang="0">
                <a:pos x="connsiteX110733" y="connsiteY110733"/>
              </a:cxn>
              <a:cxn ang="0">
                <a:pos x="connsiteX110734" y="connsiteY110734"/>
              </a:cxn>
              <a:cxn ang="0">
                <a:pos x="connsiteX110735" y="connsiteY110735"/>
              </a:cxn>
              <a:cxn ang="0">
                <a:pos x="connsiteX110736" y="connsiteY110736"/>
              </a:cxn>
              <a:cxn ang="0">
                <a:pos x="connsiteX110737" y="connsiteY110737"/>
              </a:cxn>
              <a:cxn ang="0">
                <a:pos x="connsiteX110738" y="connsiteY110738"/>
              </a:cxn>
              <a:cxn ang="0">
                <a:pos x="connsiteX110739" y="connsiteY110739"/>
              </a:cxn>
              <a:cxn ang="0">
                <a:pos x="connsiteX110740" y="connsiteY110740"/>
              </a:cxn>
              <a:cxn ang="0">
                <a:pos x="connsiteX110741" y="connsiteY110741"/>
              </a:cxn>
              <a:cxn ang="0">
                <a:pos x="connsiteX110742" y="connsiteY110742"/>
              </a:cxn>
              <a:cxn ang="0">
                <a:pos x="connsiteX110743" y="connsiteY110743"/>
              </a:cxn>
              <a:cxn ang="0">
                <a:pos x="connsiteX110744" y="connsiteY110744"/>
              </a:cxn>
              <a:cxn ang="0">
                <a:pos x="connsiteX110745" y="connsiteY110745"/>
              </a:cxn>
              <a:cxn ang="0">
                <a:pos x="connsiteX110746" y="connsiteY110746"/>
              </a:cxn>
              <a:cxn ang="0">
                <a:pos x="connsiteX110747" y="connsiteY110747"/>
              </a:cxn>
              <a:cxn ang="0">
                <a:pos x="connsiteX110748" y="connsiteY110748"/>
              </a:cxn>
              <a:cxn ang="0">
                <a:pos x="connsiteX110749" y="connsiteY110749"/>
              </a:cxn>
              <a:cxn ang="0">
                <a:pos x="connsiteX110750" y="connsiteY110750"/>
              </a:cxn>
              <a:cxn ang="0">
                <a:pos x="connsiteX110751" y="connsiteY110751"/>
              </a:cxn>
              <a:cxn ang="0">
                <a:pos x="connsiteX110752" y="connsiteY110752"/>
              </a:cxn>
              <a:cxn ang="0">
                <a:pos x="connsiteX110753" y="connsiteY110753"/>
              </a:cxn>
              <a:cxn ang="0">
                <a:pos x="connsiteX110754" y="connsiteY110754"/>
              </a:cxn>
              <a:cxn ang="0">
                <a:pos x="connsiteX110755" y="connsiteY110755"/>
              </a:cxn>
              <a:cxn ang="0">
                <a:pos x="connsiteX110756" y="connsiteY110756"/>
              </a:cxn>
              <a:cxn ang="0">
                <a:pos x="connsiteX110757" y="connsiteY110757"/>
              </a:cxn>
              <a:cxn ang="0">
                <a:pos x="connsiteX110758" y="connsiteY110758"/>
              </a:cxn>
              <a:cxn ang="0">
                <a:pos x="connsiteX110759" y="connsiteY110759"/>
              </a:cxn>
              <a:cxn ang="0">
                <a:pos x="connsiteX110760" y="connsiteY110760"/>
              </a:cxn>
              <a:cxn ang="0">
                <a:pos x="connsiteX110761" y="connsiteY110761"/>
              </a:cxn>
              <a:cxn ang="0">
                <a:pos x="connsiteX110762" y="connsiteY110762"/>
              </a:cxn>
              <a:cxn ang="0">
                <a:pos x="connsiteX110763" y="connsiteY110763"/>
              </a:cxn>
              <a:cxn ang="0">
                <a:pos x="connsiteX110764" y="connsiteY110764"/>
              </a:cxn>
              <a:cxn ang="0">
                <a:pos x="connsiteX110765" y="connsiteY110765"/>
              </a:cxn>
              <a:cxn ang="0">
                <a:pos x="connsiteX110766" y="connsiteY110766"/>
              </a:cxn>
              <a:cxn ang="0">
                <a:pos x="connsiteX110767" y="connsiteY110767"/>
              </a:cxn>
              <a:cxn ang="0">
                <a:pos x="connsiteX110768" y="connsiteY110768"/>
              </a:cxn>
              <a:cxn ang="0">
                <a:pos x="connsiteX110769" y="connsiteY110769"/>
              </a:cxn>
              <a:cxn ang="0">
                <a:pos x="connsiteX110770" y="connsiteY110770"/>
              </a:cxn>
              <a:cxn ang="0">
                <a:pos x="connsiteX110771" y="connsiteY110771"/>
              </a:cxn>
              <a:cxn ang="0">
                <a:pos x="connsiteX110772" y="connsiteY110772"/>
              </a:cxn>
              <a:cxn ang="0">
                <a:pos x="connsiteX110773" y="connsiteY110773"/>
              </a:cxn>
              <a:cxn ang="0">
                <a:pos x="connsiteX110774" y="connsiteY110774"/>
              </a:cxn>
              <a:cxn ang="0">
                <a:pos x="connsiteX110775" y="connsiteY110775"/>
              </a:cxn>
              <a:cxn ang="0">
                <a:pos x="connsiteX110776" y="connsiteY110776"/>
              </a:cxn>
              <a:cxn ang="0">
                <a:pos x="connsiteX110777" y="connsiteY110777"/>
              </a:cxn>
              <a:cxn ang="0">
                <a:pos x="connsiteX110778" y="connsiteY110778"/>
              </a:cxn>
              <a:cxn ang="0">
                <a:pos x="connsiteX110779" y="connsiteY110779"/>
              </a:cxn>
              <a:cxn ang="0">
                <a:pos x="connsiteX110780" y="connsiteY110780"/>
              </a:cxn>
              <a:cxn ang="0">
                <a:pos x="connsiteX110781" y="connsiteY110781"/>
              </a:cxn>
              <a:cxn ang="0">
                <a:pos x="connsiteX110782" y="connsiteY110782"/>
              </a:cxn>
              <a:cxn ang="0">
                <a:pos x="connsiteX110783" y="connsiteY110783"/>
              </a:cxn>
              <a:cxn ang="0">
                <a:pos x="connsiteX110784" y="connsiteY110784"/>
              </a:cxn>
              <a:cxn ang="0">
                <a:pos x="connsiteX110785" y="connsiteY110785"/>
              </a:cxn>
              <a:cxn ang="0">
                <a:pos x="connsiteX110786" y="connsiteY110786"/>
              </a:cxn>
              <a:cxn ang="0">
                <a:pos x="connsiteX110787" y="connsiteY110787"/>
              </a:cxn>
              <a:cxn ang="0">
                <a:pos x="connsiteX110788" y="connsiteY110788"/>
              </a:cxn>
              <a:cxn ang="0">
                <a:pos x="connsiteX110789" y="connsiteY110789"/>
              </a:cxn>
              <a:cxn ang="0">
                <a:pos x="connsiteX110790" y="connsiteY110790"/>
              </a:cxn>
              <a:cxn ang="0">
                <a:pos x="connsiteX110791" y="connsiteY110791"/>
              </a:cxn>
              <a:cxn ang="0">
                <a:pos x="connsiteX110792" y="connsiteY110792"/>
              </a:cxn>
              <a:cxn ang="0">
                <a:pos x="connsiteX110793" y="connsiteY110793"/>
              </a:cxn>
              <a:cxn ang="0">
                <a:pos x="connsiteX110794" y="connsiteY110794"/>
              </a:cxn>
              <a:cxn ang="0">
                <a:pos x="connsiteX110795" y="connsiteY110795"/>
              </a:cxn>
              <a:cxn ang="0">
                <a:pos x="connsiteX110796" y="connsiteY110796"/>
              </a:cxn>
              <a:cxn ang="0">
                <a:pos x="connsiteX110797" y="connsiteY110797"/>
              </a:cxn>
              <a:cxn ang="0">
                <a:pos x="connsiteX110798" y="connsiteY110798"/>
              </a:cxn>
              <a:cxn ang="0">
                <a:pos x="connsiteX110799" y="connsiteY110799"/>
              </a:cxn>
              <a:cxn ang="0">
                <a:pos x="connsiteX110800" y="connsiteY110800"/>
              </a:cxn>
              <a:cxn ang="0">
                <a:pos x="connsiteX110801" y="connsiteY110801"/>
              </a:cxn>
              <a:cxn ang="0">
                <a:pos x="connsiteX110802" y="connsiteY110802"/>
              </a:cxn>
              <a:cxn ang="0">
                <a:pos x="connsiteX110803" y="connsiteY110803"/>
              </a:cxn>
              <a:cxn ang="0">
                <a:pos x="connsiteX110804" y="connsiteY110804"/>
              </a:cxn>
              <a:cxn ang="0">
                <a:pos x="connsiteX110805" y="connsiteY110805"/>
              </a:cxn>
              <a:cxn ang="0">
                <a:pos x="connsiteX110806" y="connsiteY110806"/>
              </a:cxn>
              <a:cxn ang="0">
                <a:pos x="connsiteX110807" y="connsiteY110807"/>
              </a:cxn>
              <a:cxn ang="0">
                <a:pos x="connsiteX110808" y="connsiteY110808"/>
              </a:cxn>
              <a:cxn ang="0">
                <a:pos x="connsiteX110809" y="connsiteY110809"/>
              </a:cxn>
              <a:cxn ang="0">
                <a:pos x="connsiteX110810" y="connsiteY110810"/>
              </a:cxn>
              <a:cxn ang="0">
                <a:pos x="connsiteX110811" y="connsiteY110811"/>
              </a:cxn>
              <a:cxn ang="0">
                <a:pos x="connsiteX110812" y="connsiteY110812"/>
              </a:cxn>
              <a:cxn ang="0">
                <a:pos x="connsiteX110813" y="connsiteY110813"/>
              </a:cxn>
              <a:cxn ang="0">
                <a:pos x="connsiteX110814" y="connsiteY110814"/>
              </a:cxn>
              <a:cxn ang="0">
                <a:pos x="connsiteX110815" y="connsiteY110815"/>
              </a:cxn>
              <a:cxn ang="0">
                <a:pos x="connsiteX110816" y="connsiteY110816"/>
              </a:cxn>
              <a:cxn ang="0">
                <a:pos x="connsiteX110817" y="connsiteY110817"/>
              </a:cxn>
              <a:cxn ang="0">
                <a:pos x="connsiteX110818" y="connsiteY110818"/>
              </a:cxn>
              <a:cxn ang="0">
                <a:pos x="connsiteX110819" y="connsiteY110819"/>
              </a:cxn>
              <a:cxn ang="0">
                <a:pos x="connsiteX110820" y="connsiteY110820"/>
              </a:cxn>
              <a:cxn ang="0">
                <a:pos x="connsiteX110821" y="connsiteY110821"/>
              </a:cxn>
              <a:cxn ang="0">
                <a:pos x="connsiteX110822" y="connsiteY110822"/>
              </a:cxn>
              <a:cxn ang="0">
                <a:pos x="connsiteX110823" y="connsiteY110823"/>
              </a:cxn>
              <a:cxn ang="0">
                <a:pos x="connsiteX110824" y="connsiteY110824"/>
              </a:cxn>
              <a:cxn ang="0">
                <a:pos x="connsiteX110825" y="connsiteY110825"/>
              </a:cxn>
              <a:cxn ang="0">
                <a:pos x="connsiteX110826" y="connsiteY110826"/>
              </a:cxn>
              <a:cxn ang="0">
                <a:pos x="connsiteX110827" y="connsiteY110827"/>
              </a:cxn>
              <a:cxn ang="0">
                <a:pos x="connsiteX110828" y="connsiteY110828"/>
              </a:cxn>
              <a:cxn ang="0">
                <a:pos x="connsiteX110829" y="connsiteY110829"/>
              </a:cxn>
              <a:cxn ang="0">
                <a:pos x="connsiteX110830" y="connsiteY110830"/>
              </a:cxn>
              <a:cxn ang="0">
                <a:pos x="connsiteX110831" y="connsiteY110831"/>
              </a:cxn>
              <a:cxn ang="0">
                <a:pos x="connsiteX110832" y="connsiteY110832"/>
              </a:cxn>
              <a:cxn ang="0">
                <a:pos x="connsiteX110833" y="connsiteY110833"/>
              </a:cxn>
              <a:cxn ang="0">
                <a:pos x="connsiteX110834" y="connsiteY110834"/>
              </a:cxn>
              <a:cxn ang="0">
                <a:pos x="connsiteX110835" y="connsiteY110835"/>
              </a:cxn>
              <a:cxn ang="0">
                <a:pos x="connsiteX110836" y="connsiteY110836"/>
              </a:cxn>
              <a:cxn ang="0">
                <a:pos x="connsiteX110837" y="connsiteY110837"/>
              </a:cxn>
              <a:cxn ang="0">
                <a:pos x="connsiteX110838" y="connsiteY110838"/>
              </a:cxn>
              <a:cxn ang="0">
                <a:pos x="connsiteX110839" y="connsiteY110839"/>
              </a:cxn>
              <a:cxn ang="0">
                <a:pos x="connsiteX110840" y="connsiteY110840"/>
              </a:cxn>
              <a:cxn ang="0">
                <a:pos x="connsiteX110841" y="connsiteY110841"/>
              </a:cxn>
              <a:cxn ang="0">
                <a:pos x="connsiteX110842" y="connsiteY110842"/>
              </a:cxn>
              <a:cxn ang="0">
                <a:pos x="connsiteX110843" y="connsiteY110843"/>
              </a:cxn>
              <a:cxn ang="0">
                <a:pos x="connsiteX110844" y="connsiteY110844"/>
              </a:cxn>
              <a:cxn ang="0">
                <a:pos x="connsiteX110845" y="connsiteY110845"/>
              </a:cxn>
              <a:cxn ang="0">
                <a:pos x="connsiteX110846" y="connsiteY110846"/>
              </a:cxn>
              <a:cxn ang="0">
                <a:pos x="connsiteX110847" y="connsiteY110847"/>
              </a:cxn>
              <a:cxn ang="0">
                <a:pos x="connsiteX110848" y="connsiteY110848"/>
              </a:cxn>
              <a:cxn ang="0">
                <a:pos x="connsiteX110849" y="connsiteY110849"/>
              </a:cxn>
              <a:cxn ang="0">
                <a:pos x="connsiteX110850" y="connsiteY110850"/>
              </a:cxn>
              <a:cxn ang="0">
                <a:pos x="connsiteX110851" y="connsiteY110851"/>
              </a:cxn>
              <a:cxn ang="0">
                <a:pos x="connsiteX110852" y="connsiteY110852"/>
              </a:cxn>
              <a:cxn ang="0">
                <a:pos x="connsiteX110853" y="connsiteY110853"/>
              </a:cxn>
              <a:cxn ang="0">
                <a:pos x="connsiteX110854" y="connsiteY110854"/>
              </a:cxn>
              <a:cxn ang="0">
                <a:pos x="connsiteX110855" y="connsiteY110855"/>
              </a:cxn>
              <a:cxn ang="0">
                <a:pos x="connsiteX110856" y="connsiteY110856"/>
              </a:cxn>
              <a:cxn ang="0">
                <a:pos x="connsiteX110857" y="connsiteY110857"/>
              </a:cxn>
              <a:cxn ang="0">
                <a:pos x="connsiteX110858" y="connsiteY110858"/>
              </a:cxn>
              <a:cxn ang="0">
                <a:pos x="connsiteX110859" y="connsiteY110859"/>
              </a:cxn>
              <a:cxn ang="0">
                <a:pos x="connsiteX110860" y="connsiteY110860"/>
              </a:cxn>
              <a:cxn ang="0">
                <a:pos x="connsiteX110861" y="connsiteY110861"/>
              </a:cxn>
              <a:cxn ang="0">
                <a:pos x="connsiteX110862" y="connsiteY110862"/>
              </a:cxn>
              <a:cxn ang="0">
                <a:pos x="connsiteX110863" y="connsiteY110863"/>
              </a:cxn>
              <a:cxn ang="0">
                <a:pos x="connsiteX110864" y="connsiteY110864"/>
              </a:cxn>
              <a:cxn ang="0">
                <a:pos x="connsiteX110865" y="connsiteY110865"/>
              </a:cxn>
              <a:cxn ang="0">
                <a:pos x="connsiteX110866" y="connsiteY110866"/>
              </a:cxn>
              <a:cxn ang="0">
                <a:pos x="connsiteX110867" y="connsiteY110867"/>
              </a:cxn>
              <a:cxn ang="0">
                <a:pos x="connsiteX110868" y="connsiteY110868"/>
              </a:cxn>
              <a:cxn ang="0">
                <a:pos x="connsiteX110869" y="connsiteY110869"/>
              </a:cxn>
              <a:cxn ang="0">
                <a:pos x="connsiteX110870" y="connsiteY110870"/>
              </a:cxn>
              <a:cxn ang="0">
                <a:pos x="connsiteX110871" y="connsiteY110871"/>
              </a:cxn>
              <a:cxn ang="0">
                <a:pos x="connsiteX110872" y="connsiteY110872"/>
              </a:cxn>
              <a:cxn ang="0">
                <a:pos x="connsiteX110873" y="connsiteY110873"/>
              </a:cxn>
              <a:cxn ang="0">
                <a:pos x="connsiteX110874" y="connsiteY110874"/>
              </a:cxn>
              <a:cxn ang="0">
                <a:pos x="connsiteX110875" y="connsiteY110875"/>
              </a:cxn>
              <a:cxn ang="0">
                <a:pos x="connsiteX110876" y="connsiteY110876"/>
              </a:cxn>
              <a:cxn ang="0">
                <a:pos x="connsiteX110877" y="connsiteY110877"/>
              </a:cxn>
              <a:cxn ang="0">
                <a:pos x="connsiteX110878" y="connsiteY110878"/>
              </a:cxn>
              <a:cxn ang="0">
                <a:pos x="connsiteX110879" y="connsiteY110879"/>
              </a:cxn>
              <a:cxn ang="0">
                <a:pos x="connsiteX110880" y="connsiteY110880"/>
              </a:cxn>
              <a:cxn ang="0">
                <a:pos x="connsiteX110881" y="connsiteY110881"/>
              </a:cxn>
              <a:cxn ang="0">
                <a:pos x="connsiteX110882" y="connsiteY110882"/>
              </a:cxn>
              <a:cxn ang="0">
                <a:pos x="connsiteX110883" y="connsiteY110883"/>
              </a:cxn>
              <a:cxn ang="0">
                <a:pos x="connsiteX110884" y="connsiteY110884"/>
              </a:cxn>
              <a:cxn ang="0">
                <a:pos x="connsiteX110885" y="connsiteY110885"/>
              </a:cxn>
              <a:cxn ang="0">
                <a:pos x="connsiteX110886" y="connsiteY110886"/>
              </a:cxn>
              <a:cxn ang="0">
                <a:pos x="connsiteX110887" y="connsiteY110887"/>
              </a:cxn>
              <a:cxn ang="0">
                <a:pos x="connsiteX110888" y="connsiteY110888"/>
              </a:cxn>
              <a:cxn ang="0">
                <a:pos x="connsiteX110889" y="connsiteY110889"/>
              </a:cxn>
              <a:cxn ang="0">
                <a:pos x="connsiteX110890" y="connsiteY110890"/>
              </a:cxn>
              <a:cxn ang="0">
                <a:pos x="connsiteX110891" y="connsiteY110891"/>
              </a:cxn>
              <a:cxn ang="0">
                <a:pos x="connsiteX110892" y="connsiteY110892"/>
              </a:cxn>
              <a:cxn ang="0">
                <a:pos x="connsiteX110893" y="connsiteY110893"/>
              </a:cxn>
              <a:cxn ang="0">
                <a:pos x="connsiteX110894" y="connsiteY110894"/>
              </a:cxn>
              <a:cxn ang="0">
                <a:pos x="connsiteX110895" y="connsiteY110895"/>
              </a:cxn>
              <a:cxn ang="0">
                <a:pos x="connsiteX110896" y="connsiteY110896"/>
              </a:cxn>
              <a:cxn ang="0">
                <a:pos x="connsiteX110897" y="connsiteY110897"/>
              </a:cxn>
              <a:cxn ang="0">
                <a:pos x="connsiteX110898" y="connsiteY110898"/>
              </a:cxn>
              <a:cxn ang="0">
                <a:pos x="connsiteX110899" y="connsiteY110899"/>
              </a:cxn>
              <a:cxn ang="0">
                <a:pos x="connsiteX110900" y="connsiteY110900"/>
              </a:cxn>
              <a:cxn ang="0">
                <a:pos x="connsiteX110901" y="connsiteY110901"/>
              </a:cxn>
              <a:cxn ang="0">
                <a:pos x="connsiteX110902" y="connsiteY110902"/>
              </a:cxn>
              <a:cxn ang="0">
                <a:pos x="connsiteX110903" y="connsiteY110903"/>
              </a:cxn>
              <a:cxn ang="0">
                <a:pos x="connsiteX110904" y="connsiteY110904"/>
              </a:cxn>
              <a:cxn ang="0">
                <a:pos x="connsiteX110905" y="connsiteY110905"/>
              </a:cxn>
              <a:cxn ang="0">
                <a:pos x="connsiteX110906" y="connsiteY110906"/>
              </a:cxn>
              <a:cxn ang="0">
                <a:pos x="connsiteX110907" y="connsiteY110907"/>
              </a:cxn>
              <a:cxn ang="0">
                <a:pos x="connsiteX110908" y="connsiteY110908"/>
              </a:cxn>
              <a:cxn ang="0">
                <a:pos x="connsiteX110909" y="connsiteY110909"/>
              </a:cxn>
              <a:cxn ang="0">
                <a:pos x="connsiteX110910" y="connsiteY110910"/>
              </a:cxn>
              <a:cxn ang="0">
                <a:pos x="connsiteX110911" y="connsiteY110911"/>
              </a:cxn>
              <a:cxn ang="0">
                <a:pos x="connsiteX110912" y="connsiteY110912"/>
              </a:cxn>
              <a:cxn ang="0">
                <a:pos x="connsiteX110913" y="connsiteY110913"/>
              </a:cxn>
              <a:cxn ang="0">
                <a:pos x="connsiteX110914" y="connsiteY110914"/>
              </a:cxn>
              <a:cxn ang="0">
                <a:pos x="connsiteX110915" y="connsiteY110915"/>
              </a:cxn>
              <a:cxn ang="0">
                <a:pos x="connsiteX110916" y="connsiteY110916"/>
              </a:cxn>
              <a:cxn ang="0">
                <a:pos x="connsiteX110917" y="connsiteY110917"/>
              </a:cxn>
              <a:cxn ang="0">
                <a:pos x="connsiteX110918" y="connsiteY110918"/>
              </a:cxn>
              <a:cxn ang="0">
                <a:pos x="connsiteX110919" y="connsiteY110919"/>
              </a:cxn>
              <a:cxn ang="0">
                <a:pos x="connsiteX110920" y="connsiteY110920"/>
              </a:cxn>
              <a:cxn ang="0">
                <a:pos x="connsiteX110921" y="connsiteY110921"/>
              </a:cxn>
              <a:cxn ang="0">
                <a:pos x="connsiteX110922" y="connsiteY110922"/>
              </a:cxn>
              <a:cxn ang="0">
                <a:pos x="connsiteX110923" y="connsiteY110923"/>
              </a:cxn>
              <a:cxn ang="0">
                <a:pos x="connsiteX110924" y="connsiteY110924"/>
              </a:cxn>
              <a:cxn ang="0">
                <a:pos x="connsiteX110925" y="connsiteY110925"/>
              </a:cxn>
              <a:cxn ang="0">
                <a:pos x="connsiteX110926" y="connsiteY110926"/>
              </a:cxn>
              <a:cxn ang="0">
                <a:pos x="connsiteX110927" y="connsiteY110927"/>
              </a:cxn>
              <a:cxn ang="0">
                <a:pos x="connsiteX110928" y="connsiteY110928"/>
              </a:cxn>
              <a:cxn ang="0">
                <a:pos x="connsiteX110929" y="connsiteY110929"/>
              </a:cxn>
              <a:cxn ang="0">
                <a:pos x="connsiteX110930" y="connsiteY110930"/>
              </a:cxn>
              <a:cxn ang="0">
                <a:pos x="connsiteX110931" y="connsiteY110931"/>
              </a:cxn>
              <a:cxn ang="0">
                <a:pos x="connsiteX110932" y="connsiteY110932"/>
              </a:cxn>
              <a:cxn ang="0">
                <a:pos x="connsiteX110933" y="connsiteY110933"/>
              </a:cxn>
              <a:cxn ang="0">
                <a:pos x="connsiteX110934" y="connsiteY110934"/>
              </a:cxn>
              <a:cxn ang="0">
                <a:pos x="connsiteX110935" y="connsiteY110935"/>
              </a:cxn>
              <a:cxn ang="0">
                <a:pos x="connsiteX110936" y="connsiteY110936"/>
              </a:cxn>
              <a:cxn ang="0">
                <a:pos x="connsiteX110937" y="connsiteY110937"/>
              </a:cxn>
              <a:cxn ang="0">
                <a:pos x="connsiteX110938" y="connsiteY110938"/>
              </a:cxn>
              <a:cxn ang="0">
                <a:pos x="connsiteX110939" y="connsiteY110939"/>
              </a:cxn>
              <a:cxn ang="0">
                <a:pos x="connsiteX110940" y="connsiteY110940"/>
              </a:cxn>
              <a:cxn ang="0">
                <a:pos x="connsiteX110941" y="connsiteY110941"/>
              </a:cxn>
              <a:cxn ang="0">
                <a:pos x="connsiteX110942" y="connsiteY110942"/>
              </a:cxn>
              <a:cxn ang="0">
                <a:pos x="connsiteX110943" y="connsiteY110943"/>
              </a:cxn>
              <a:cxn ang="0">
                <a:pos x="connsiteX110944" y="connsiteY110944"/>
              </a:cxn>
              <a:cxn ang="0">
                <a:pos x="connsiteX110945" y="connsiteY110945"/>
              </a:cxn>
              <a:cxn ang="0">
                <a:pos x="connsiteX110946" y="connsiteY110946"/>
              </a:cxn>
              <a:cxn ang="0">
                <a:pos x="connsiteX110947" y="connsiteY110947"/>
              </a:cxn>
              <a:cxn ang="0">
                <a:pos x="connsiteX110948" y="connsiteY110948"/>
              </a:cxn>
              <a:cxn ang="0">
                <a:pos x="connsiteX110949" y="connsiteY110949"/>
              </a:cxn>
              <a:cxn ang="0">
                <a:pos x="connsiteX110950" y="connsiteY110950"/>
              </a:cxn>
              <a:cxn ang="0">
                <a:pos x="connsiteX110951" y="connsiteY110951"/>
              </a:cxn>
              <a:cxn ang="0">
                <a:pos x="connsiteX110952" y="connsiteY110952"/>
              </a:cxn>
              <a:cxn ang="0">
                <a:pos x="connsiteX110953" y="connsiteY110953"/>
              </a:cxn>
              <a:cxn ang="0">
                <a:pos x="connsiteX110954" y="connsiteY110954"/>
              </a:cxn>
              <a:cxn ang="0">
                <a:pos x="connsiteX110955" y="connsiteY110955"/>
              </a:cxn>
              <a:cxn ang="0">
                <a:pos x="connsiteX110956" y="connsiteY110956"/>
              </a:cxn>
              <a:cxn ang="0">
                <a:pos x="connsiteX110957" y="connsiteY110957"/>
              </a:cxn>
              <a:cxn ang="0">
                <a:pos x="connsiteX110958" y="connsiteY110958"/>
              </a:cxn>
              <a:cxn ang="0">
                <a:pos x="connsiteX110959" y="connsiteY110959"/>
              </a:cxn>
              <a:cxn ang="0">
                <a:pos x="connsiteX110960" y="connsiteY110960"/>
              </a:cxn>
              <a:cxn ang="0">
                <a:pos x="connsiteX110961" y="connsiteY110961"/>
              </a:cxn>
              <a:cxn ang="0">
                <a:pos x="connsiteX110962" y="connsiteY110962"/>
              </a:cxn>
              <a:cxn ang="0">
                <a:pos x="connsiteX110963" y="connsiteY110963"/>
              </a:cxn>
              <a:cxn ang="0">
                <a:pos x="connsiteX110964" y="connsiteY110964"/>
              </a:cxn>
              <a:cxn ang="0">
                <a:pos x="connsiteX110965" y="connsiteY110965"/>
              </a:cxn>
              <a:cxn ang="0">
                <a:pos x="connsiteX110966" y="connsiteY110966"/>
              </a:cxn>
              <a:cxn ang="0">
                <a:pos x="connsiteX110967" y="connsiteY110967"/>
              </a:cxn>
              <a:cxn ang="0">
                <a:pos x="connsiteX110968" y="connsiteY110968"/>
              </a:cxn>
              <a:cxn ang="0">
                <a:pos x="connsiteX110969" y="connsiteY110969"/>
              </a:cxn>
              <a:cxn ang="0">
                <a:pos x="connsiteX110970" y="connsiteY110970"/>
              </a:cxn>
              <a:cxn ang="0">
                <a:pos x="connsiteX110971" y="connsiteY110971"/>
              </a:cxn>
              <a:cxn ang="0">
                <a:pos x="connsiteX110972" y="connsiteY110972"/>
              </a:cxn>
              <a:cxn ang="0">
                <a:pos x="connsiteX110973" y="connsiteY110973"/>
              </a:cxn>
              <a:cxn ang="0">
                <a:pos x="connsiteX110974" y="connsiteY110974"/>
              </a:cxn>
              <a:cxn ang="0">
                <a:pos x="connsiteX110975" y="connsiteY110975"/>
              </a:cxn>
              <a:cxn ang="0">
                <a:pos x="connsiteX110976" y="connsiteY110976"/>
              </a:cxn>
              <a:cxn ang="0">
                <a:pos x="connsiteX110977" y="connsiteY110977"/>
              </a:cxn>
              <a:cxn ang="0">
                <a:pos x="connsiteX110978" y="connsiteY110978"/>
              </a:cxn>
              <a:cxn ang="0">
                <a:pos x="connsiteX110979" y="connsiteY110979"/>
              </a:cxn>
              <a:cxn ang="0">
                <a:pos x="connsiteX110980" y="connsiteY110980"/>
              </a:cxn>
              <a:cxn ang="0">
                <a:pos x="connsiteX110981" y="connsiteY110981"/>
              </a:cxn>
              <a:cxn ang="0">
                <a:pos x="connsiteX110982" y="connsiteY110982"/>
              </a:cxn>
              <a:cxn ang="0">
                <a:pos x="connsiteX110983" y="connsiteY110983"/>
              </a:cxn>
              <a:cxn ang="0">
                <a:pos x="connsiteX110984" y="connsiteY110984"/>
              </a:cxn>
              <a:cxn ang="0">
                <a:pos x="connsiteX110985" y="connsiteY110985"/>
              </a:cxn>
              <a:cxn ang="0">
                <a:pos x="connsiteX110986" y="connsiteY110986"/>
              </a:cxn>
              <a:cxn ang="0">
                <a:pos x="connsiteX110987" y="connsiteY110987"/>
              </a:cxn>
              <a:cxn ang="0">
                <a:pos x="connsiteX110988" y="connsiteY110988"/>
              </a:cxn>
              <a:cxn ang="0">
                <a:pos x="connsiteX110989" y="connsiteY110989"/>
              </a:cxn>
              <a:cxn ang="0">
                <a:pos x="connsiteX110990" y="connsiteY110990"/>
              </a:cxn>
              <a:cxn ang="0">
                <a:pos x="connsiteX110991" y="connsiteY110991"/>
              </a:cxn>
              <a:cxn ang="0">
                <a:pos x="connsiteX110992" y="connsiteY110992"/>
              </a:cxn>
              <a:cxn ang="0">
                <a:pos x="connsiteX110993" y="connsiteY110993"/>
              </a:cxn>
              <a:cxn ang="0">
                <a:pos x="connsiteX110994" y="connsiteY110994"/>
              </a:cxn>
              <a:cxn ang="0">
                <a:pos x="connsiteX110995" y="connsiteY110995"/>
              </a:cxn>
              <a:cxn ang="0">
                <a:pos x="connsiteX110996" y="connsiteY110996"/>
              </a:cxn>
              <a:cxn ang="0">
                <a:pos x="connsiteX110997" y="connsiteY110997"/>
              </a:cxn>
              <a:cxn ang="0">
                <a:pos x="connsiteX110998" y="connsiteY110998"/>
              </a:cxn>
              <a:cxn ang="0">
                <a:pos x="connsiteX110999" y="connsiteY110999"/>
              </a:cxn>
              <a:cxn ang="0">
                <a:pos x="connsiteX111000" y="connsiteY111000"/>
              </a:cxn>
              <a:cxn ang="0">
                <a:pos x="connsiteX111001" y="connsiteY111001"/>
              </a:cxn>
              <a:cxn ang="0">
                <a:pos x="connsiteX111002" y="connsiteY111002"/>
              </a:cxn>
              <a:cxn ang="0">
                <a:pos x="connsiteX111003" y="connsiteY111003"/>
              </a:cxn>
              <a:cxn ang="0">
                <a:pos x="connsiteX111004" y="connsiteY111004"/>
              </a:cxn>
              <a:cxn ang="0">
                <a:pos x="connsiteX111005" y="connsiteY111005"/>
              </a:cxn>
              <a:cxn ang="0">
                <a:pos x="connsiteX111006" y="connsiteY111006"/>
              </a:cxn>
              <a:cxn ang="0">
                <a:pos x="connsiteX111007" y="connsiteY111007"/>
              </a:cxn>
              <a:cxn ang="0">
                <a:pos x="connsiteX111008" y="connsiteY111008"/>
              </a:cxn>
              <a:cxn ang="0">
                <a:pos x="connsiteX111009" y="connsiteY111009"/>
              </a:cxn>
              <a:cxn ang="0">
                <a:pos x="connsiteX111010" y="connsiteY111010"/>
              </a:cxn>
              <a:cxn ang="0">
                <a:pos x="connsiteX111011" y="connsiteY111011"/>
              </a:cxn>
              <a:cxn ang="0">
                <a:pos x="connsiteX111012" y="connsiteY111012"/>
              </a:cxn>
              <a:cxn ang="0">
                <a:pos x="connsiteX111013" y="connsiteY111013"/>
              </a:cxn>
              <a:cxn ang="0">
                <a:pos x="connsiteX111014" y="connsiteY111014"/>
              </a:cxn>
              <a:cxn ang="0">
                <a:pos x="connsiteX111015" y="connsiteY111015"/>
              </a:cxn>
              <a:cxn ang="0">
                <a:pos x="connsiteX111016" y="connsiteY111016"/>
              </a:cxn>
              <a:cxn ang="0">
                <a:pos x="connsiteX111017" y="connsiteY111017"/>
              </a:cxn>
              <a:cxn ang="0">
                <a:pos x="connsiteX111018" y="connsiteY111018"/>
              </a:cxn>
              <a:cxn ang="0">
                <a:pos x="connsiteX111019" y="connsiteY111019"/>
              </a:cxn>
              <a:cxn ang="0">
                <a:pos x="connsiteX111020" y="connsiteY111020"/>
              </a:cxn>
              <a:cxn ang="0">
                <a:pos x="connsiteX111021" y="connsiteY111021"/>
              </a:cxn>
              <a:cxn ang="0">
                <a:pos x="connsiteX111022" y="connsiteY111022"/>
              </a:cxn>
              <a:cxn ang="0">
                <a:pos x="connsiteX111023" y="connsiteY111023"/>
              </a:cxn>
              <a:cxn ang="0">
                <a:pos x="connsiteX111024" y="connsiteY111024"/>
              </a:cxn>
              <a:cxn ang="0">
                <a:pos x="connsiteX111025" y="connsiteY111025"/>
              </a:cxn>
              <a:cxn ang="0">
                <a:pos x="connsiteX111026" y="connsiteY111026"/>
              </a:cxn>
              <a:cxn ang="0">
                <a:pos x="connsiteX111027" y="connsiteY111027"/>
              </a:cxn>
              <a:cxn ang="0">
                <a:pos x="connsiteX111028" y="connsiteY111028"/>
              </a:cxn>
              <a:cxn ang="0">
                <a:pos x="connsiteX111029" y="connsiteY111029"/>
              </a:cxn>
              <a:cxn ang="0">
                <a:pos x="connsiteX111030" y="connsiteY111030"/>
              </a:cxn>
              <a:cxn ang="0">
                <a:pos x="connsiteX111031" y="connsiteY111031"/>
              </a:cxn>
              <a:cxn ang="0">
                <a:pos x="connsiteX111032" y="connsiteY111032"/>
              </a:cxn>
              <a:cxn ang="0">
                <a:pos x="connsiteX111033" y="connsiteY111033"/>
              </a:cxn>
              <a:cxn ang="0">
                <a:pos x="connsiteX111034" y="connsiteY111034"/>
              </a:cxn>
              <a:cxn ang="0">
                <a:pos x="connsiteX111035" y="connsiteY111035"/>
              </a:cxn>
              <a:cxn ang="0">
                <a:pos x="connsiteX111036" y="connsiteY111036"/>
              </a:cxn>
              <a:cxn ang="0">
                <a:pos x="connsiteX111037" y="connsiteY111037"/>
              </a:cxn>
              <a:cxn ang="0">
                <a:pos x="connsiteX111038" y="connsiteY111038"/>
              </a:cxn>
              <a:cxn ang="0">
                <a:pos x="connsiteX111039" y="connsiteY111039"/>
              </a:cxn>
              <a:cxn ang="0">
                <a:pos x="connsiteX111040" y="connsiteY111040"/>
              </a:cxn>
              <a:cxn ang="0">
                <a:pos x="connsiteX111041" y="connsiteY111041"/>
              </a:cxn>
              <a:cxn ang="0">
                <a:pos x="connsiteX111042" y="connsiteY111042"/>
              </a:cxn>
              <a:cxn ang="0">
                <a:pos x="connsiteX111043" y="connsiteY111043"/>
              </a:cxn>
              <a:cxn ang="0">
                <a:pos x="connsiteX111044" y="connsiteY111044"/>
              </a:cxn>
              <a:cxn ang="0">
                <a:pos x="connsiteX111045" y="connsiteY111045"/>
              </a:cxn>
              <a:cxn ang="0">
                <a:pos x="connsiteX111046" y="connsiteY111046"/>
              </a:cxn>
              <a:cxn ang="0">
                <a:pos x="connsiteX111047" y="connsiteY111047"/>
              </a:cxn>
              <a:cxn ang="0">
                <a:pos x="connsiteX111048" y="connsiteY111048"/>
              </a:cxn>
              <a:cxn ang="0">
                <a:pos x="connsiteX111049" y="connsiteY111049"/>
              </a:cxn>
              <a:cxn ang="0">
                <a:pos x="connsiteX111050" y="connsiteY111050"/>
              </a:cxn>
              <a:cxn ang="0">
                <a:pos x="connsiteX111051" y="connsiteY111051"/>
              </a:cxn>
              <a:cxn ang="0">
                <a:pos x="connsiteX111052" y="connsiteY111052"/>
              </a:cxn>
              <a:cxn ang="0">
                <a:pos x="connsiteX111053" y="connsiteY111053"/>
              </a:cxn>
              <a:cxn ang="0">
                <a:pos x="connsiteX111054" y="connsiteY111054"/>
              </a:cxn>
              <a:cxn ang="0">
                <a:pos x="connsiteX111055" y="connsiteY111055"/>
              </a:cxn>
              <a:cxn ang="0">
                <a:pos x="connsiteX111056" y="connsiteY111056"/>
              </a:cxn>
              <a:cxn ang="0">
                <a:pos x="connsiteX111057" y="connsiteY111057"/>
              </a:cxn>
              <a:cxn ang="0">
                <a:pos x="connsiteX111058" y="connsiteY111058"/>
              </a:cxn>
              <a:cxn ang="0">
                <a:pos x="connsiteX111059" y="connsiteY111059"/>
              </a:cxn>
              <a:cxn ang="0">
                <a:pos x="connsiteX111060" y="connsiteY111060"/>
              </a:cxn>
              <a:cxn ang="0">
                <a:pos x="connsiteX111061" y="connsiteY111061"/>
              </a:cxn>
              <a:cxn ang="0">
                <a:pos x="connsiteX111062" y="connsiteY111062"/>
              </a:cxn>
              <a:cxn ang="0">
                <a:pos x="connsiteX111063" y="connsiteY111063"/>
              </a:cxn>
              <a:cxn ang="0">
                <a:pos x="connsiteX111064" y="connsiteY111064"/>
              </a:cxn>
              <a:cxn ang="0">
                <a:pos x="connsiteX111065" y="connsiteY111065"/>
              </a:cxn>
              <a:cxn ang="0">
                <a:pos x="connsiteX111066" y="connsiteY111066"/>
              </a:cxn>
              <a:cxn ang="0">
                <a:pos x="connsiteX111067" y="connsiteY111067"/>
              </a:cxn>
              <a:cxn ang="0">
                <a:pos x="connsiteX111068" y="connsiteY111068"/>
              </a:cxn>
              <a:cxn ang="0">
                <a:pos x="connsiteX111069" y="connsiteY111069"/>
              </a:cxn>
              <a:cxn ang="0">
                <a:pos x="connsiteX111070" y="connsiteY111070"/>
              </a:cxn>
              <a:cxn ang="0">
                <a:pos x="connsiteX111071" y="connsiteY111071"/>
              </a:cxn>
              <a:cxn ang="0">
                <a:pos x="connsiteX111072" y="connsiteY111072"/>
              </a:cxn>
              <a:cxn ang="0">
                <a:pos x="connsiteX111073" y="connsiteY111073"/>
              </a:cxn>
              <a:cxn ang="0">
                <a:pos x="connsiteX111074" y="connsiteY111074"/>
              </a:cxn>
              <a:cxn ang="0">
                <a:pos x="connsiteX111075" y="connsiteY111075"/>
              </a:cxn>
              <a:cxn ang="0">
                <a:pos x="connsiteX111076" y="connsiteY111076"/>
              </a:cxn>
              <a:cxn ang="0">
                <a:pos x="connsiteX111077" y="connsiteY111077"/>
              </a:cxn>
              <a:cxn ang="0">
                <a:pos x="connsiteX111078" y="connsiteY111078"/>
              </a:cxn>
              <a:cxn ang="0">
                <a:pos x="connsiteX111079" y="connsiteY111079"/>
              </a:cxn>
              <a:cxn ang="0">
                <a:pos x="connsiteX111080" y="connsiteY111080"/>
              </a:cxn>
              <a:cxn ang="0">
                <a:pos x="connsiteX111081" y="connsiteY111081"/>
              </a:cxn>
              <a:cxn ang="0">
                <a:pos x="connsiteX111082" y="connsiteY111082"/>
              </a:cxn>
              <a:cxn ang="0">
                <a:pos x="connsiteX111083" y="connsiteY111083"/>
              </a:cxn>
              <a:cxn ang="0">
                <a:pos x="connsiteX111084" y="connsiteY111084"/>
              </a:cxn>
              <a:cxn ang="0">
                <a:pos x="connsiteX111085" y="connsiteY111085"/>
              </a:cxn>
              <a:cxn ang="0">
                <a:pos x="connsiteX111086" y="connsiteY111086"/>
              </a:cxn>
              <a:cxn ang="0">
                <a:pos x="connsiteX111087" y="connsiteY111087"/>
              </a:cxn>
              <a:cxn ang="0">
                <a:pos x="connsiteX111088" y="connsiteY111088"/>
              </a:cxn>
              <a:cxn ang="0">
                <a:pos x="connsiteX111089" y="connsiteY111089"/>
              </a:cxn>
              <a:cxn ang="0">
                <a:pos x="connsiteX111090" y="connsiteY111090"/>
              </a:cxn>
              <a:cxn ang="0">
                <a:pos x="connsiteX111091" y="connsiteY111091"/>
              </a:cxn>
              <a:cxn ang="0">
                <a:pos x="connsiteX111092" y="connsiteY111092"/>
              </a:cxn>
              <a:cxn ang="0">
                <a:pos x="connsiteX111093" y="connsiteY111093"/>
              </a:cxn>
              <a:cxn ang="0">
                <a:pos x="connsiteX111094" y="connsiteY111094"/>
              </a:cxn>
              <a:cxn ang="0">
                <a:pos x="connsiteX111095" y="connsiteY111095"/>
              </a:cxn>
              <a:cxn ang="0">
                <a:pos x="connsiteX111096" y="connsiteY111096"/>
              </a:cxn>
              <a:cxn ang="0">
                <a:pos x="connsiteX111097" y="connsiteY111097"/>
              </a:cxn>
              <a:cxn ang="0">
                <a:pos x="connsiteX111098" y="connsiteY111098"/>
              </a:cxn>
              <a:cxn ang="0">
                <a:pos x="connsiteX111099" y="connsiteY111099"/>
              </a:cxn>
              <a:cxn ang="0">
                <a:pos x="connsiteX111100" y="connsiteY111100"/>
              </a:cxn>
              <a:cxn ang="0">
                <a:pos x="connsiteX111101" y="connsiteY111101"/>
              </a:cxn>
              <a:cxn ang="0">
                <a:pos x="connsiteX111102" y="connsiteY111102"/>
              </a:cxn>
              <a:cxn ang="0">
                <a:pos x="connsiteX111103" y="connsiteY111103"/>
              </a:cxn>
              <a:cxn ang="0">
                <a:pos x="connsiteX111104" y="connsiteY111104"/>
              </a:cxn>
              <a:cxn ang="0">
                <a:pos x="connsiteX111105" y="connsiteY111105"/>
              </a:cxn>
              <a:cxn ang="0">
                <a:pos x="connsiteX111106" y="connsiteY111106"/>
              </a:cxn>
              <a:cxn ang="0">
                <a:pos x="connsiteX111107" y="connsiteY111107"/>
              </a:cxn>
              <a:cxn ang="0">
                <a:pos x="connsiteX111108" y="connsiteY111108"/>
              </a:cxn>
              <a:cxn ang="0">
                <a:pos x="connsiteX111109" y="connsiteY111109"/>
              </a:cxn>
              <a:cxn ang="0">
                <a:pos x="connsiteX111110" y="connsiteY111110"/>
              </a:cxn>
              <a:cxn ang="0">
                <a:pos x="connsiteX111111" y="connsiteY111111"/>
              </a:cxn>
              <a:cxn ang="0">
                <a:pos x="connsiteX111112" y="connsiteY111112"/>
              </a:cxn>
              <a:cxn ang="0">
                <a:pos x="connsiteX111113" y="connsiteY111113"/>
              </a:cxn>
              <a:cxn ang="0">
                <a:pos x="connsiteX111114" y="connsiteY111114"/>
              </a:cxn>
              <a:cxn ang="0">
                <a:pos x="connsiteX111115" y="connsiteY111115"/>
              </a:cxn>
              <a:cxn ang="0">
                <a:pos x="connsiteX111116" y="connsiteY111116"/>
              </a:cxn>
              <a:cxn ang="0">
                <a:pos x="connsiteX111117" y="connsiteY111117"/>
              </a:cxn>
              <a:cxn ang="0">
                <a:pos x="connsiteX111118" y="connsiteY111118"/>
              </a:cxn>
              <a:cxn ang="0">
                <a:pos x="connsiteX111119" y="connsiteY111119"/>
              </a:cxn>
              <a:cxn ang="0">
                <a:pos x="connsiteX111120" y="connsiteY111120"/>
              </a:cxn>
              <a:cxn ang="0">
                <a:pos x="connsiteX111121" y="connsiteY111121"/>
              </a:cxn>
              <a:cxn ang="0">
                <a:pos x="connsiteX111122" y="connsiteY111122"/>
              </a:cxn>
              <a:cxn ang="0">
                <a:pos x="connsiteX111123" y="connsiteY111123"/>
              </a:cxn>
              <a:cxn ang="0">
                <a:pos x="connsiteX111124" y="connsiteY111124"/>
              </a:cxn>
              <a:cxn ang="0">
                <a:pos x="connsiteX111125" y="connsiteY111125"/>
              </a:cxn>
              <a:cxn ang="0">
                <a:pos x="connsiteX111126" y="connsiteY111126"/>
              </a:cxn>
              <a:cxn ang="0">
                <a:pos x="connsiteX111127" y="connsiteY111127"/>
              </a:cxn>
              <a:cxn ang="0">
                <a:pos x="connsiteX111128" y="connsiteY111128"/>
              </a:cxn>
              <a:cxn ang="0">
                <a:pos x="connsiteX111129" y="connsiteY111129"/>
              </a:cxn>
              <a:cxn ang="0">
                <a:pos x="connsiteX111130" y="connsiteY111130"/>
              </a:cxn>
              <a:cxn ang="0">
                <a:pos x="connsiteX111131" y="connsiteY111131"/>
              </a:cxn>
              <a:cxn ang="0">
                <a:pos x="connsiteX111132" y="connsiteY111132"/>
              </a:cxn>
              <a:cxn ang="0">
                <a:pos x="connsiteX111133" y="connsiteY111133"/>
              </a:cxn>
              <a:cxn ang="0">
                <a:pos x="connsiteX111134" y="connsiteY111134"/>
              </a:cxn>
              <a:cxn ang="0">
                <a:pos x="connsiteX111135" y="connsiteY111135"/>
              </a:cxn>
              <a:cxn ang="0">
                <a:pos x="connsiteX111136" y="connsiteY111136"/>
              </a:cxn>
              <a:cxn ang="0">
                <a:pos x="connsiteX111137" y="connsiteY111137"/>
              </a:cxn>
              <a:cxn ang="0">
                <a:pos x="connsiteX111138" y="connsiteY111138"/>
              </a:cxn>
              <a:cxn ang="0">
                <a:pos x="connsiteX111139" y="connsiteY111139"/>
              </a:cxn>
              <a:cxn ang="0">
                <a:pos x="connsiteX111140" y="connsiteY111140"/>
              </a:cxn>
              <a:cxn ang="0">
                <a:pos x="connsiteX111141" y="connsiteY111141"/>
              </a:cxn>
              <a:cxn ang="0">
                <a:pos x="connsiteX111142" y="connsiteY111142"/>
              </a:cxn>
              <a:cxn ang="0">
                <a:pos x="connsiteX111143" y="connsiteY111143"/>
              </a:cxn>
              <a:cxn ang="0">
                <a:pos x="connsiteX111144" y="connsiteY111144"/>
              </a:cxn>
              <a:cxn ang="0">
                <a:pos x="connsiteX111145" y="connsiteY111145"/>
              </a:cxn>
              <a:cxn ang="0">
                <a:pos x="connsiteX111146" y="connsiteY111146"/>
              </a:cxn>
              <a:cxn ang="0">
                <a:pos x="connsiteX111147" y="connsiteY111147"/>
              </a:cxn>
              <a:cxn ang="0">
                <a:pos x="connsiteX111148" y="connsiteY111148"/>
              </a:cxn>
              <a:cxn ang="0">
                <a:pos x="connsiteX111149" y="connsiteY111149"/>
              </a:cxn>
              <a:cxn ang="0">
                <a:pos x="connsiteX111150" y="connsiteY111150"/>
              </a:cxn>
              <a:cxn ang="0">
                <a:pos x="connsiteX111151" y="connsiteY111151"/>
              </a:cxn>
              <a:cxn ang="0">
                <a:pos x="connsiteX111152" y="connsiteY111152"/>
              </a:cxn>
              <a:cxn ang="0">
                <a:pos x="connsiteX111153" y="connsiteY111153"/>
              </a:cxn>
              <a:cxn ang="0">
                <a:pos x="connsiteX111154" y="connsiteY111154"/>
              </a:cxn>
              <a:cxn ang="0">
                <a:pos x="connsiteX111155" y="connsiteY111155"/>
              </a:cxn>
              <a:cxn ang="0">
                <a:pos x="connsiteX111156" y="connsiteY111156"/>
              </a:cxn>
              <a:cxn ang="0">
                <a:pos x="connsiteX111157" y="connsiteY111157"/>
              </a:cxn>
              <a:cxn ang="0">
                <a:pos x="connsiteX111158" y="connsiteY111158"/>
              </a:cxn>
              <a:cxn ang="0">
                <a:pos x="connsiteX111159" y="connsiteY111159"/>
              </a:cxn>
              <a:cxn ang="0">
                <a:pos x="connsiteX111160" y="connsiteY111160"/>
              </a:cxn>
              <a:cxn ang="0">
                <a:pos x="connsiteX111161" y="connsiteY111161"/>
              </a:cxn>
              <a:cxn ang="0">
                <a:pos x="connsiteX111162" y="connsiteY111162"/>
              </a:cxn>
              <a:cxn ang="0">
                <a:pos x="connsiteX111163" y="connsiteY111163"/>
              </a:cxn>
              <a:cxn ang="0">
                <a:pos x="connsiteX111164" y="connsiteY111164"/>
              </a:cxn>
              <a:cxn ang="0">
                <a:pos x="connsiteX111165" y="connsiteY111165"/>
              </a:cxn>
              <a:cxn ang="0">
                <a:pos x="connsiteX111166" y="connsiteY111166"/>
              </a:cxn>
              <a:cxn ang="0">
                <a:pos x="connsiteX111167" y="connsiteY111167"/>
              </a:cxn>
              <a:cxn ang="0">
                <a:pos x="connsiteX111168" y="connsiteY111168"/>
              </a:cxn>
              <a:cxn ang="0">
                <a:pos x="connsiteX111169" y="connsiteY111169"/>
              </a:cxn>
              <a:cxn ang="0">
                <a:pos x="connsiteX111170" y="connsiteY111170"/>
              </a:cxn>
              <a:cxn ang="0">
                <a:pos x="connsiteX111171" y="connsiteY111171"/>
              </a:cxn>
              <a:cxn ang="0">
                <a:pos x="connsiteX111172" y="connsiteY111172"/>
              </a:cxn>
              <a:cxn ang="0">
                <a:pos x="connsiteX111173" y="connsiteY111173"/>
              </a:cxn>
              <a:cxn ang="0">
                <a:pos x="connsiteX111174" y="connsiteY111174"/>
              </a:cxn>
              <a:cxn ang="0">
                <a:pos x="connsiteX111175" y="connsiteY111175"/>
              </a:cxn>
              <a:cxn ang="0">
                <a:pos x="connsiteX111176" y="connsiteY111176"/>
              </a:cxn>
              <a:cxn ang="0">
                <a:pos x="connsiteX111177" y="connsiteY111177"/>
              </a:cxn>
              <a:cxn ang="0">
                <a:pos x="connsiteX111178" y="connsiteY111178"/>
              </a:cxn>
              <a:cxn ang="0">
                <a:pos x="connsiteX111179" y="connsiteY111179"/>
              </a:cxn>
              <a:cxn ang="0">
                <a:pos x="connsiteX111180" y="connsiteY111180"/>
              </a:cxn>
              <a:cxn ang="0">
                <a:pos x="connsiteX111181" y="connsiteY111181"/>
              </a:cxn>
              <a:cxn ang="0">
                <a:pos x="connsiteX111182" y="connsiteY111182"/>
              </a:cxn>
              <a:cxn ang="0">
                <a:pos x="connsiteX111183" y="connsiteY111183"/>
              </a:cxn>
              <a:cxn ang="0">
                <a:pos x="connsiteX111184" y="connsiteY111184"/>
              </a:cxn>
              <a:cxn ang="0">
                <a:pos x="connsiteX111185" y="connsiteY111185"/>
              </a:cxn>
              <a:cxn ang="0">
                <a:pos x="connsiteX111186" y="connsiteY111186"/>
              </a:cxn>
              <a:cxn ang="0">
                <a:pos x="connsiteX111187" y="connsiteY111187"/>
              </a:cxn>
              <a:cxn ang="0">
                <a:pos x="connsiteX111188" y="connsiteY111188"/>
              </a:cxn>
              <a:cxn ang="0">
                <a:pos x="connsiteX111189" y="connsiteY111189"/>
              </a:cxn>
              <a:cxn ang="0">
                <a:pos x="connsiteX111190" y="connsiteY111190"/>
              </a:cxn>
              <a:cxn ang="0">
                <a:pos x="connsiteX111191" y="connsiteY111191"/>
              </a:cxn>
              <a:cxn ang="0">
                <a:pos x="connsiteX111192" y="connsiteY111192"/>
              </a:cxn>
              <a:cxn ang="0">
                <a:pos x="connsiteX111193" y="connsiteY111193"/>
              </a:cxn>
              <a:cxn ang="0">
                <a:pos x="connsiteX111194" y="connsiteY111194"/>
              </a:cxn>
              <a:cxn ang="0">
                <a:pos x="connsiteX111195" y="connsiteY111195"/>
              </a:cxn>
              <a:cxn ang="0">
                <a:pos x="connsiteX111196" y="connsiteY111196"/>
              </a:cxn>
              <a:cxn ang="0">
                <a:pos x="connsiteX111197" y="connsiteY111197"/>
              </a:cxn>
              <a:cxn ang="0">
                <a:pos x="connsiteX111198" y="connsiteY111198"/>
              </a:cxn>
              <a:cxn ang="0">
                <a:pos x="connsiteX111199" y="connsiteY111199"/>
              </a:cxn>
              <a:cxn ang="0">
                <a:pos x="connsiteX111200" y="connsiteY111200"/>
              </a:cxn>
              <a:cxn ang="0">
                <a:pos x="connsiteX111201" y="connsiteY111201"/>
              </a:cxn>
              <a:cxn ang="0">
                <a:pos x="connsiteX111202" y="connsiteY111202"/>
              </a:cxn>
              <a:cxn ang="0">
                <a:pos x="connsiteX111203" y="connsiteY111203"/>
              </a:cxn>
              <a:cxn ang="0">
                <a:pos x="connsiteX111204" y="connsiteY111204"/>
              </a:cxn>
              <a:cxn ang="0">
                <a:pos x="connsiteX111205" y="connsiteY111205"/>
              </a:cxn>
              <a:cxn ang="0">
                <a:pos x="connsiteX111206" y="connsiteY111206"/>
              </a:cxn>
              <a:cxn ang="0">
                <a:pos x="connsiteX111207" y="connsiteY111207"/>
              </a:cxn>
              <a:cxn ang="0">
                <a:pos x="connsiteX111208" y="connsiteY111208"/>
              </a:cxn>
              <a:cxn ang="0">
                <a:pos x="connsiteX111209" y="connsiteY111209"/>
              </a:cxn>
              <a:cxn ang="0">
                <a:pos x="connsiteX111210" y="connsiteY111210"/>
              </a:cxn>
              <a:cxn ang="0">
                <a:pos x="connsiteX111211" y="connsiteY111211"/>
              </a:cxn>
              <a:cxn ang="0">
                <a:pos x="connsiteX111212" y="connsiteY111212"/>
              </a:cxn>
              <a:cxn ang="0">
                <a:pos x="connsiteX111213" y="connsiteY111213"/>
              </a:cxn>
              <a:cxn ang="0">
                <a:pos x="connsiteX111214" y="connsiteY111214"/>
              </a:cxn>
              <a:cxn ang="0">
                <a:pos x="connsiteX111215" y="connsiteY111215"/>
              </a:cxn>
              <a:cxn ang="0">
                <a:pos x="connsiteX111216" y="connsiteY111216"/>
              </a:cxn>
              <a:cxn ang="0">
                <a:pos x="connsiteX111217" y="connsiteY111217"/>
              </a:cxn>
              <a:cxn ang="0">
                <a:pos x="connsiteX111218" y="connsiteY111218"/>
              </a:cxn>
              <a:cxn ang="0">
                <a:pos x="connsiteX111219" y="connsiteY111219"/>
              </a:cxn>
              <a:cxn ang="0">
                <a:pos x="connsiteX111220" y="connsiteY111220"/>
              </a:cxn>
              <a:cxn ang="0">
                <a:pos x="connsiteX111221" y="connsiteY111221"/>
              </a:cxn>
              <a:cxn ang="0">
                <a:pos x="connsiteX111222" y="connsiteY111222"/>
              </a:cxn>
              <a:cxn ang="0">
                <a:pos x="connsiteX111223" y="connsiteY111223"/>
              </a:cxn>
              <a:cxn ang="0">
                <a:pos x="connsiteX111224" y="connsiteY111224"/>
              </a:cxn>
              <a:cxn ang="0">
                <a:pos x="connsiteX111225" y="connsiteY111225"/>
              </a:cxn>
              <a:cxn ang="0">
                <a:pos x="connsiteX111226" y="connsiteY111226"/>
              </a:cxn>
              <a:cxn ang="0">
                <a:pos x="connsiteX111227" y="connsiteY111227"/>
              </a:cxn>
              <a:cxn ang="0">
                <a:pos x="connsiteX111228" y="connsiteY111228"/>
              </a:cxn>
              <a:cxn ang="0">
                <a:pos x="connsiteX111229" y="connsiteY111229"/>
              </a:cxn>
              <a:cxn ang="0">
                <a:pos x="connsiteX111230" y="connsiteY111230"/>
              </a:cxn>
              <a:cxn ang="0">
                <a:pos x="connsiteX111231" y="connsiteY111231"/>
              </a:cxn>
              <a:cxn ang="0">
                <a:pos x="connsiteX111232" y="connsiteY111232"/>
              </a:cxn>
              <a:cxn ang="0">
                <a:pos x="connsiteX111233" y="connsiteY111233"/>
              </a:cxn>
              <a:cxn ang="0">
                <a:pos x="connsiteX111234" y="connsiteY111234"/>
              </a:cxn>
              <a:cxn ang="0">
                <a:pos x="connsiteX111235" y="connsiteY111235"/>
              </a:cxn>
              <a:cxn ang="0">
                <a:pos x="connsiteX111236" y="connsiteY111236"/>
              </a:cxn>
              <a:cxn ang="0">
                <a:pos x="connsiteX111237" y="connsiteY111237"/>
              </a:cxn>
              <a:cxn ang="0">
                <a:pos x="connsiteX111238" y="connsiteY111238"/>
              </a:cxn>
              <a:cxn ang="0">
                <a:pos x="connsiteX111239" y="connsiteY111239"/>
              </a:cxn>
              <a:cxn ang="0">
                <a:pos x="connsiteX111240" y="connsiteY111240"/>
              </a:cxn>
              <a:cxn ang="0">
                <a:pos x="connsiteX111241" y="connsiteY111241"/>
              </a:cxn>
              <a:cxn ang="0">
                <a:pos x="connsiteX111242" y="connsiteY111242"/>
              </a:cxn>
              <a:cxn ang="0">
                <a:pos x="connsiteX111243" y="connsiteY111243"/>
              </a:cxn>
              <a:cxn ang="0">
                <a:pos x="connsiteX111244" y="connsiteY111244"/>
              </a:cxn>
              <a:cxn ang="0">
                <a:pos x="connsiteX111245" y="connsiteY111245"/>
              </a:cxn>
              <a:cxn ang="0">
                <a:pos x="connsiteX111246" y="connsiteY111246"/>
              </a:cxn>
              <a:cxn ang="0">
                <a:pos x="connsiteX111247" y="connsiteY111247"/>
              </a:cxn>
              <a:cxn ang="0">
                <a:pos x="connsiteX111248" y="connsiteY111248"/>
              </a:cxn>
              <a:cxn ang="0">
                <a:pos x="connsiteX111249" y="connsiteY111249"/>
              </a:cxn>
              <a:cxn ang="0">
                <a:pos x="connsiteX111250" y="connsiteY111250"/>
              </a:cxn>
              <a:cxn ang="0">
                <a:pos x="connsiteX111251" y="connsiteY111251"/>
              </a:cxn>
              <a:cxn ang="0">
                <a:pos x="connsiteX111252" y="connsiteY111252"/>
              </a:cxn>
              <a:cxn ang="0">
                <a:pos x="connsiteX111253" y="connsiteY111253"/>
              </a:cxn>
              <a:cxn ang="0">
                <a:pos x="connsiteX111254" y="connsiteY111254"/>
              </a:cxn>
              <a:cxn ang="0">
                <a:pos x="connsiteX111255" y="connsiteY111255"/>
              </a:cxn>
              <a:cxn ang="0">
                <a:pos x="connsiteX111256" y="connsiteY111256"/>
              </a:cxn>
              <a:cxn ang="0">
                <a:pos x="connsiteX111257" y="connsiteY111257"/>
              </a:cxn>
              <a:cxn ang="0">
                <a:pos x="connsiteX111258" y="connsiteY111258"/>
              </a:cxn>
              <a:cxn ang="0">
                <a:pos x="connsiteX111259" y="connsiteY111259"/>
              </a:cxn>
              <a:cxn ang="0">
                <a:pos x="connsiteX111260" y="connsiteY111260"/>
              </a:cxn>
              <a:cxn ang="0">
                <a:pos x="connsiteX111261" y="connsiteY111261"/>
              </a:cxn>
              <a:cxn ang="0">
                <a:pos x="connsiteX111262" y="connsiteY111262"/>
              </a:cxn>
              <a:cxn ang="0">
                <a:pos x="connsiteX111263" y="connsiteY111263"/>
              </a:cxn>
              <a:cxn ang="0">
                <a:pos x="connsiteX111264" y="connsiteY111264"/>
              </a:cxn>
              <a:cxn ang="0">
                <a:pos x="connsiteX111265" y="connsiteY111265"/>
              </a:cxn>
              <a:cxn ang="0">
                <a:pos x="connsiteX111266" y="connsiteY111266"/>
              </a:cxn>
              <a:cxn ang="0">
                <a:pos x="connsiteX111267" y="connsiteY111267"/>
              </a:cxn>
              <a:cxn ang="0">
                <a:pos x="connsiteX111268" y="connsiteY111268"/>
              </a:cxn>
              <a:cxn ang="0">
                <a:pos x="connsiteX111269" y="connsiteY111269"/>
              </a:cxn>
              <a:cxn ang="0">
                <a:pos x="connsiteX111270" y="connsiteY111270"/>
              </a:cxn>
              <a:cxn ang="0">
                <a:pos x="connsiteX111271" y="connsiteY111271"/>
              </a:cxn>
              <a:cxn ang="0">
                <a:pos x="connsiteX111272" y="connsiteY111272"/>
              </a:cxn>
              <a:cxn ang="0">
                <a:pos x="connsiteX111273" y="connsiteY111273"/>
              </a:cxn>
              <a:cxn ang="0">
                <a:pos x="connsiteX111274" y="connsiteY111274"/>
              </a:cxn>
              <a:cxn ang="0">
                <a:pos x="connsiteX111275" y="connsiteY111275"/>
              </a:cxn>
              <a:cxn ang="0">
                <a:pos x="connsiteX111276" y="connsiteY111276"/>
              </a:cxn>
              <a:cxn ang="0">
                <a:pos x="connsiteX111277" y="connsiteY111277"/>
              </a:cxn>
              <a:cxn ang="0">
                <a:pos x="connsiteX111278" y="connsiteY111278"/>
              </a:cxn>
              <a:cxn ang="0">
                <a:pos x="connsiteX111279" y="connsiteY111279"/>
              </a:cxn>
              <a:cxn ang="0">
                <a:pos x="connsiteX111280" y="connsiteY111280"/>
              </a:cxn>
              <a:cxn ang="0">
                <a:pos x="connsiteX111281" y="connsiteY111281"/>
              </a:cxn>
              <a:cxn ang="0">
                <a:pos x="connsiteX111282" y="connsiteY111282"/>
              </a:cxn>
              <a:cxn ang="0">
                <a:pos x="connsiteX111283" y="connsiteY111283"/>
              </a:cxn>
              <a:cxn ang="0">
                <a:pos x="connsiteX111284" y="connsiteY111284"/>
              </a:cxn>
              <a:cxn ang="0">
                <a:pos x="connsiteX111285" y="connsiteY111285"/>
              </a:cxn>
              <a:cxn ang="0">
                <a:pos x="connsiteX111286" y="connsiteY111286"/>
              </a:cxn>
              <a:cxn ang="0">
                <a:pos x="connsiteX111287" y="connsiteY111287"/>
              </a:cxn>
              <a:cxn ang="0">
                <a:pos x="connsiteX111288" y="connsiteY111288"/>
              </a:cxn>
              <a:cxn ang="0">
                <a:pos x="connsiteX111289" y="connsiteY111289"/>
              </a:cxn>
              <a:cxn ang="0">
                <a:pos x="connsiteX111290" y="connsiteY111290"/>
              </a:cxn>
              <a:cxn ang="0">
                <a:pos x="connsiteX111291" y="connsiteY111291"/>
              </a:cxn>
              <a:cxn ang="0">
                <a:pos x="connsiteX111292" y="connsiteY111292"/>
              </a:cxn>
              <a:cxn ang="0">
                <a:pos x="connsiteX111293" y="connsiteY111293"/>
              </a:cxn>
              <a:cxn ang="0">
                <a:pos x="connsiteX111294" y="connsiteY111294"/>
              </a:cxn>
              <a:cxn ang="0">
                <a:pos x="connsiteX111295" y="connsiteY111295"/>
              </a:cxn>
              <a:cxn ang="0">
                <a:pos x="connsiteX111296" y="connsiteY111296"/>
              </a:cxn>
              <a:cxn ang="0">
                <a:pos x="connsiteX111297" y="connsiteY111297"/>
              </a:cxn>
              <a:cxn ang="0">
                <a:pos x="connsiteX111298" y="connsiteY111298"/>
              </a:cxn>
              <a:cxn ang="0">
                <a:pos x="connsiteX111299" y="connsiteY111299"/>
              </a:cxn>
              <a:cxn ang="0">
                <a:pos x="connsiteX111300" y="connsiteY111300"/>
              </a:cxn>
              <a:cxn ang="0">
                <a:pos x="connsiteX111301" y="connsiteY111301"/>
              </a:cxn>
              <a:cxn ang="0">
                <a:pos x="connsiteX111302" y="connsiteY111302"/>
              </a:cxn>
              <a:cxn ang="0">
                <a:pos x="connsiteX111303" y="connsiteY111303"/>
              </a:cxn>
              <a:cxn ang="0">
                <a:pos x="connsiteX111304" y="connsiteY111304"/>
              </a:cxn>
              <a:cxn ang="0">
                <a:pos x="connsiteX111305" y="connsiteY111305"/>
              </a:cxn>
              <a:cxn ang="0">
                <a:pos x="connsiteX111306" y="connsiteY111306"/>
              </a:cxn>
              <a:cxn ang="0">
                <a:pos x="connsiteX111307" y="connsiteY111307"/>
              </a:cxn>
              <a:cxn ang="0">
                <a:pos x="connsiteX111308" y="connsiteY111308"/>
              </a:cxn>
              <a:cxn ang="0">
                <a:pos x="connsiteX111309" y="connsiteY111309"/>
              </a:cxn>
              <a:cxn ang="0">
                <a:pos x="connsiteX111310" y="connsiteY111310"/>
              </a:cxn>
              <a:cxn ang="0">
                <a:pos x="connsiteX111311" y="connsiteY111311"/>
              </a:cxn>
              <a:cxn ang="0">
                <a:pos x="connsiteX111312" y="connsiteY111312"/>
              </a:cxn>
              <a:cxn ang="0">
                <a:pos x="connsiteX111313" y="connsiteY111313"/>
              </a:cxn>
              <a:cxn ang="0">
                <a:pos x="connsiteX111314" y="connsiteY111314"/>
              </a:cxn>
              <a:cxn ang="0">
                <a:pos x="connsiteX111315" y="connsiteY111315"/>
              </a:cxn>
              <a:cxn ang="0">
                <a:pos x="connsiteX111316" y="connsiteY111316"/>
              </a:cxn>
              <a:cxn ang="0">
                <a:pos x="connsiteX111317" y="connsiteY111317"/>
              </a:cxn>
              <a:cxn ang="0">
                <a:pos x="connsiteX111318" y="connsiteY111318"/>
              </a:cxn>
              <a:cxn ang="0">
                <a:pos x="connsiteX111319" y="connsiteY111319"/>
              </a:cxn>
              <a:cxn ang="0">
                <a:pos x="connsiteX111320" y="connsiteY111320"/>
              </a:cxn>
              <a:cxn ang="0">
                <a:pos x="connsiteX111321" y="connsiteY111321"/>
              </a:cxn>
              <a:cxn ang="0">
                <a:pos x="connsiteX111322" y="connsiteY111322"/>
              </a:cxn>
              <a:cxn ang="0">
                <a:pos x="connsiteX111323" y="connsiteY111323"/>
              </a:cxn>
              <a:cxn ang="0">
                <a:pos x="connsiteX111324" y="connsiteY111324"/>
              </a:cxn>
              <a:cxn ang="0">
                <a:pos x="connsiteX111325" y="connsiteY111325"/>
              </a:cxn>
              <a:cxn ang="0">
                <a:pos x="connsiteX111326" y="connsiteY111326"/>
              </a:cxn>
              <a:cxn ang="0">
                <a:pos x="connsiteX111327" y="connsiteY111327"/>
              </a:cxn>
              <a:cxn ang="0">
                <a:pos x="connsiteX111328" y="connsiteY111328"/>
              </a:cxn>
              <a:cxn ang="0">
                <a:pos x="connsiteX111329" y="connsiteY111329"/>
              </a:cxn>
              <a:cxn ang="0">
                <a:pos x="connsiteX111330" y="connsiteY111330"/>
              </a:cxn>
              <a:cxn ang="0">
                <a:pos x="connsiteX111331" y="connsiteY111331"/>
              </a:cxn>
              <a:cxn ang="0">
                <a:pos x="connsiteX111332" y="connsiteY111332"/>
              </a:cxn>
              <a:cxn ang="0">
                <a:pos x="connsiteX111333" y="connsiteY111333"/>
              </a:cxn>
              <a:cxn ang="0">
                <a:pos x="connsiteX111334" y="connsiteY111334"/>
              </a:cxn>
              <a:cxn ang="0">
                <a:pos x="connsiteX111335" y="connsiteY111335"/>
              </a:cxn>
              <a:cxn ang="0">
                <a:pos x="connsiteX111336" y="connsiteY111336"/>
              </a:cxn>
              <a:cxn ang="0">
                <a:pos x="connsiteX111337" y="connsiteY111337"/>
              </a:cxn>
              <a:cxn ang="0">
                <a:pos x="connsiteX111338" y="connsiteY111338"/>
              </a:cxn>
              <a:cxn ang="0">
                <a:pos x="connsiteX111339" y="connsiteY111339"/>
              </a:cxn>
              <a:cxn ang="0">
                <a:pos x="connsiteX111340" y="connsiteY111340"/>
              </a:cxn>
              <a:cxn ang="0">
                <a:pos x="connsiteX111341" y="connsiteY111341"/>
              </a:cxn>
              <a:cxn ang="0">
                <a:pos x="connsiteX111342" y="connsiteY111342"/>
              </a:cxn>
              <a:cxn ang="0">
                <a:pos x="connsiteX111343" y="connsiteY111343"/>
              </a:cxn>
              <a:cxn ang="0">
                <a:pos x="connsiteX111344" y="connsiteY111344"/>
              </a:cxn>
              <a:cxn ang="0">
                <a:pos x="connsiteX111345" y="connsiteY111345"/>
              </a:cxn>
              <a:cxn ang="0">
                <a:pos x="connsiteX111346" y="connsiteY111346"/>
              </a:cxn>
              <a:cxn ang="0">
                <a:pos x="connsiteX111347" y="connsiteY111347"/>
              </a:cxn>
              <a:cxn ang="0">
                <a:pos x="connsiteX111348" y="connsiteY111348"/>
              </a:cxn>
              <a:cxn ang="0">
                <a:pos x="connsiteX111349" y="connsiteY111349"/>
              </a:cxn>
              <a:cxn ang="0">
                <a:pos x="connsiteX111350" y="connsiteY111350"/>
              </a:cxn>
              <a:cxn ang="0">
                <a:pos x="connsiteX111351" y="connsiteY111351"/>
              </a:cxn>
              <a:cxn ang="0">
                <a:pos x="connsiteX111352" y="connsiteY111352"/>
              </a:cxn>
              <a:cxn ang="0">
                <a:pos x="connsiteX111353" y="connsiteY111353"/>
              </a:cxn>
              <a:cxn ang="0">
                <a:pos x="connsiteX111354" y="connsiteY111354"/>
              </a:cxn>
              <a:cxn ang="0">
                <a:pos x="connsiteX111355" y="connsiteY111355"/>
              </a:cxn>
              <a:cxn ang="0">
                <a:pos x="connsiteX111356" y="connsiteY111356"/>
              </a:cxn>
              <a:cxn ang="0">
                <a:pos x="connsiteX111357" y="connsiteY111357"/>
              </a:cxn>
              <a:cxn ang="0">
                <a:pos x="connsiteX111358" y="connsiteY111358"/>
              </a:cxn>
              <a:cxn ang="0">
                <a:pos x="connsiteX111359" y="connsiteY111359"/>
              </a:cxn>
              <a:cxn ang="0">
                <a:pos x="connsiteX111360" y="connsiteY111360"/>
              </a:cxn>
              <a:cxn ang="0">
                <a:pos x="connsiteX111361" y="connsiteY111361"/>
              </a:cxn>
              <a:cxn ang="0">
                <a:pos x="connsiteX111362" y="connsiteY111362"/>
              </a:cxn>
              <a:cxn ang="0">
                <a:pos x="connsiteX111363" y="connsiteY111363"/>
              </a:cxn>
              <a:cxn ang="0">
                <a:pos x="connsiteX111364" y="connsiteY111364"/>
              </a:cxn>
              <a:cxn ang="0">
                <a:pos x="connsiteX111365" y="connsiteY111365"/>
              </a:cxn>
              <a:cxn ang="0">
                <a:pos x="connsiteX111366" y="connsiteY111366"/>
              </a:cxn>
              <a:cxn ang="0">
                <a:pos x="connsiteX111367" y="connsiteY111367"/>
              </a:cxn>
              <a:cxn ang="0">
                <a:pos x="connsiteX111368" y="connsiteY111368"/>
              </a:cxn>
              <a:cxn ang="0">
                <a:pos x="connsiteX111369" y="connsiteY111369"/>
              </a:cxn>
              <a:cxn ang="0">
                <a:pos x="connsiteX111370" y="connsiteY111370"/>
              </a:cxn>
              <a:cxn ang="0">
                <a:pos x="connsiteX111371" y="connsiteY111371"/>
              </a:cxn>
              <a:cxn ang="0">
                <a:pos x="connsiteX111372" y="connsiteY111372"/>
              </a:cxn>
              <a:cxn ang="0">
                <a:pos x="connsiteX111373" y="connsiteY111373"/>
              </a:cxn>
              <a:cxn ang="0">
                <a:pos x="connsiteX111374" y="connsiteY111374"/>
              </a:cxn>
              <a:cxn ang="0">
                <a:pos x="connsiteX111375" y="connsiteY111375"/>
              </a:cxn>
              <a:cxn ang="0">
                <a:pos x="connsiteX111376" y="connsiteY111376"/>
              </a:cxn>
              <a:cxn ang="0">
                <a:pos x="connsiteX111377" y="connsiteY111377"/>
              </a:cxn>
              <a:cxn ang="0">
                <a:pos x="connsiteX111378" y="connsiteY111378"/>
              </a:cxn>
              <a:cxn ang="0">
                <a:pos x="connsiteX111379" y="connsiteY111379"/>
              </a:cxn>
              <a:cxn ang="0">
                <a:pos x="connsiteX111380" y="connsiteY111380"/>
              </a:cxn>
              <a:cxn ang="0">
                <a:pos x="connsiteX111381" y="connsiteY111381"/>
              </a:cxn>
              <a:cxn ang="0">
                <a:pos x="connsiteX111382" y="connsiteY111382"/>
              </a:cxn>
              <a:cxn ang="0">
                <a:pos x="connsiteX111383" y="connsiteY111383"/>
              </a:cxn>
              <a:cxn ang="0">
                <a:pos x="connsiteX111384" y="connsiteY111384"/>
              </a:cxn>
              <a:cxn ang="0">
                <a:pos x="connsiteX111385" y="connsiteY111385"/>
              </a:cxn>
              <a:cxn ang="0">
                <a:pos x="connsiteX111386" y="connsiteY111386"/>
              </a:cxn>
              <a:cxn ang="0">
                <a:pos x="connsiteX111387" y="connsiteY111387"/>
              </a:cxn>
              <a:cxn ang="0">
                <a:pos x="connsiteX111388" y="connsiteY111388"/>
              </a:cxn>
              <a:cxn ang="0">
                <a:pos x="connsiteX111389" y="connsiteY111389"/>
              </a:cxn>
              <a:cxn ang="0">
                <a:pos x="connsiteX111390" y="connsiteY111390"/>
              </a:cxn>
              <a:cxn ang="0">
                <a:pos x="connsiteX111391" y="connsiteY111391"/>
              </a:cxn>
              <a:cxn ang="0">
                <a:pos x="connsiteX111392" y="connsiteY111392"/>
              </a:cxn>
              <a:cxn ang="0">
                <a:pos x="connsiteX111393" y="connsiteY111393"/>
              </a:cxn>
              <a:cxn ang="0">
                <a:pos x="connsiteX111394" y="connsiteY111394"/>
              </a:cxn>
              <a:cxn ang="0">
                <a:pos x="connsiteX111395" y="connsiteY111395"/>
              </a:cxn>
              <a:cxn ang="0">
                <a:pos x="connsiteX111396" y="connsiteY111396"/>
              </a:cxn>
              <a:cxn ang="0">
                <a:pos x="connsiteX111397" y="connsiteY111397"/>
              </a:cxn>
              <a:cxn ang="0">
                <a:pos x="connsiteX111398" y="connsiteY111398"/>
              </a:cxn>
              <a:cxn ang="0">
                <a:pos x="connsiteX111399" y="connsiteY111399"/>
              </a:cxn>
              <a:cxn ang="0">
                <a:pos x="connsiteX111400" y="connsiteY111400"/>
              </a:cxn>
              <a:cxn ang="0">
                <a:pos x="connsiteX111401" y="connsiteY111401"/>
              </a:cxn>
              <a:cxn ang="0">
                <a:pos x="connsiteX111402" y="connsiteY111402"/>
              </a:cxn>
              <a:cxn ang="0">
                <a:pos x="connsiteX111403" y="connsiteY111403"/>
              </a:cxn>
              <a:cxn ang="0">
                <a:pos x="connsiteX111404" y="connsiteY111404"/>
              </a:cxn>
              <a:cxn ang="0">
                <a:pos x="connsiteX111405" y="connsiteY111405"/>
              </a:cxn>
              <a:cxn ang="0">
                <a:pos x="connsiteX111406" y="connsiteY111406"/>
              </a:cxn>
              <a:cxn ang="0">
                <a:pos x="connsiteX111407" y="connsiteY111407"/>
              </a:cxn>
              <a:cxn ang="0">
                <a:pos x="connsiteX111408" y="connsiteY111408"/>
              </a:cxn>
              <a:cxn ang="0">
                <a:pos x="connsiteX111409" y="connsiteY111409"/>
              </a:cxn>
              <a:cxn ang="0">
                <a:pos x="connsiteX111410" y="connsiteY111410"/>
              </a:cxn>
              <a:cxn ang="0">
                <a:pos x="connsiteX111411" y="connsiteY111411"/>
              </a:cxn>
              <a:cxn ang="0">
                <a:pos x="connsiteX111412" y="connsiteY111412"/>
              </a:cxn>
              <a:cxn ang="0">
                <a:pos x="connsiteX111413" y="connsiteY111413"/>
              </a:cxn>
              <a:cxn ang="0">
                <a:pos x="connsiteX111414" y="connsiteY111414"/>
              </a:cxn>
              <a:cxn ang="0">
                <a:pos x="connsiteX111415" y="connsiteY111415"/>
              </a:cxn>
              <a:cxn ang="0">
                <a:pos x="connsiteX111416" y="connsiteY111416"/>
              </a:cxn>
              <a:cxn ang="0">
                <a:pos x="connsiteX111417" y="connsiteY111417"/>
              </a:cxn>
              <a:cxn ang="0">
                <a:pos x="connsiteX111418" y="connsiteY111418"/>
              </a:cxn>
              <a:cxn ang="0">
                <a:pos x="connsiteX111419" y="connsiteY111419"/>
              </a:cxn>
              <a:cxn ang="0">
                <a:pos x="connsiteX111420" y="connsiteY111420"/>
              </a:cxn>
              <a:cxn ang="0">
                <a:pos x="connsiteX111421" y="connsiteY111421"/>
              </a:cxn>
              <a:cxn ang="0">
                <a:pos x="connsiteX111422" y="connsiteY111422"/>
              </a:cxn>
              <a:cxn ang="0">
                <a:pos x="connsiteX111423" y="connsiteY111423"/>
              </a:cxn>
              <a:cxn ang="0">
                <a:pos x="connsiteX111424" y="connsiteY111424"/>
              </a:cxn>
              <a:cxn ang="0">
                <a:pos x="connsiteX111425" y="connsiteY111425"/>
              </a:cxn>
              <a:cxn ang="0">
                <a:pos x="connsiteX111426" y="connsiteY111426"/>
              </a:cxn>
              <a:cxn ang="0">
                <a:pos x="connsiteX111427" y="connsiteY111427"/>
              </a:cxn>
              <a:cxn ang="0">
                <a:pos x="connsiteX111428" y="connsiteY111428"/>
              </a:cxn>
              <a:cxn ang="0">
                <a:pos x="connsiteX111429" y="connsiteY111429"/>
              </a:cxn>
              <a:cxn ang="0">
                <a:pos x="connsiteX111430" y="connsiteY111430"/>
              </a:cxn>
              <a:cxn ang="0">
                <a:pos x="connsiteX111431" y="connsiteY111431"/>
              </a:cxn>
              <a:cxn ang="0">
                <a:pos x="connsiteX111432" y="connsiteY111432"/>
              </a:cxn>
              <a:cxn ang="0">
                <a:pos x="connsiteX111433" y="connsiteY111433"/>
              </a:cxn>
              <a:cxn ang="0">
                <a:pos x="connsiteX111434" y="connsiteY111434"/>
              </a:cxn>
              <a:cxn ang="0">
                <a:pos x="connsiteX111435" y="connsiteY111435"/>
              </a:cxn>
              <a:cxn ang="0">
                <a:pos x="connsiteX111436" y="connsiteY111436"/>
              </a:cxn>
              <a:cxn ang="0">
                <a:pos x="connsiteX111437" y="connsiteY111437"/>
              </a:cxn>
              <a:cxn ang="0">
                <a:pos x="connsiteX111438" y="connsiteY111438"/>
              </a:cxn>
              <a:cxn ang="0">
                <a:pos x="connsiteX111439" y="connsiteY111439"/>
              </a:cxn>
              <a:cxn ang="0">
                <a:pos x="connsiteX111440" y="connsiteY111440"/>
              </a:cxn>
              <a:cxn ang="0">
                <a:pos x="connsiteX111441" y="connsiteY111441"/>
              </a:cxn>
              <a:cxn ang="0">
                <a:pos x="connsiteX111442" y="connsiteY111442"/>
              </a:cxn>
              <a:cxn ang="0">
                <a:pos x="connsiteX111443" y="connsiteY111443"/>
              </a:cxn>
              <a:cxn ang="0">
                <a:pos x="connsiteX111444" y="connsiteY111444"/>
              </a:cxn>
              <a:cxn ang="0">
                <a:pos x="connsiteX111445" y="connsiteY111445"/>
              </a:cxn>
              <a:cxn ang="0">
                <a:pos x="connsiteX111446" y="connsiteY111446"/>
              </a:cxn>
              <a:cxn ang="0">
                <a:pos x="connsiteX111447" y="connsiteY111447"/>
              </a:cxn>
              <a:cxn ang="0">
                <a:pos x="connsiteX111448" y="connsiteY111448"/>
              </a:cxn>
              <a:cxn ang="0">
                <a:pos x="connsiteX111449" y="connsiteY111449"/>
              </a:cxn>
              <a:cxn ang="0">
                <a:pos x="connsiteX111450" y="connsiteY111450"/>
              </a:cxn>
              <a:cxn ang="0">
                <a:pos x="connsiteX111451" y="connsiteY111451"/>
              </a:cxn>
              <a:cxn ang="0">
                <a:pos x="connsiteX111452" y="connsiteY111452"/>
              </a:cxn>
              <a:cxn ang="0">
                <a:pos x="connsiteX111453" y="connsiteY111453"/>
              </a:cxn>
              <a:cxn ang="0">
                <a:pos x="connsiteX111454" y="connsiteY111454"/>
              </a:cxn>
              <a:cxn ang="0">
                <a:pos x="connsiteX111455" y="connsiteY111455"/>
              </a:cxn>
              <a:cxn ang="0">
                <a:pos x="connsiteX111456" y="connsiteY111456"/>
              </a:cxn>
              <a:cxn ang="0">
                <a:pos x="connsiteX111457" y="connsiteY111457"/>
              </a:cxn>
              <a:cxn ang="0">
                <a:pos x="connsiteX111458" y="connsiteY111458"/>
              </a:cxn>
              <a:cxn ang="0">
                <a:pos x="connsiteX111459" y="connsiteY111459"/>
              </a:cxn>
              <a:cxn ang="0">
                <a:pos x="connsiteX111460" y="connsiteY111460"/>
              </a:cxn>
              <a:cxn ang="0">
                <a:pos x="connsiteX111461" y="connsiteY111461"/>
              </a:cxn>
              <a:cxn ang="0">
                <a:pos x="connsiteX111462" y="connsiteY111462"/>
              </a:cxn>
              <a:cxn ang="0">
                <a:pos x="connsiteX111463" y="connsiteY111463"/>
              </a:cxn>
              <a:cxn ang="0">
                <a:pos x="connsiteX111464" y="connsiteY111464"/>
              </a:cxn>
              <a:cxn ang="0">
                <a:pos x="connsiteX111465" y="connsiteY111465"/>
              </a:cxn>
              <a:cxn ang="0">
                <a:pos x="connsiteX111466" y="connsiteY111466"/>
              </a:cxn>
              <a:cxn ang="0">
                <a:pos x="connsiteX111467" y="connsiteY111467"/>
              </a:cxn>
              <a:cxn ang="0">
                <a:pos x="connsiteX111468" y="connsiteY111468"/>
              </a:cxn>
              <a:cxn ang="0">
                <a:pos x="connsiteX111469" y="connsiteY111469"/>
              </a:cxn>
              <a:cxn ang="0">
                <a:pos x="connsiteX111470" y="connsiteY111470"/>
              </a:cxn>
              <a:cxn ang="0">
                <a:pos x="connsiteX111471" y="connsiteY111471"/>
              </a:cxn>
              <a:cxn ang="0">
                <a:pos x="connsiteX111472" y="connsiteY111472"/>
              </a:cxn>
              <a:cxn ang="0">
                <a:pos x="connsiteX111473" y="connsiteY111473"/>
              </a:cxn>
              <a:cxn ang="0">
                <a:pos x="connsiteX111474" y="connsiteY111474"/>
              </a:cxn>
              <a:cxn ang="0">
                <a:pos x="connsiteX111475" y="connsiteY111475"/>
              </a:cxn>
              <a:cxn ang="0">
                <a:pos x="connsiteX111476" y="connsiteY111476"/>
              </a:cxn>
              <a:cxn ang="0">
                <a:pos x="connsiteX111477" y="connsiteY111477"/>
              </a:cxn>
              <a:cxn ang="0">
                <a:pos x="connsiteX111478" y="connsiteY111478"/>
              </a:cxn>
              <a:cxn ang="0">
                <a:pos x="connsiteX111479" y="connsiteY111479"/>
              </a:cxn>
              <a:cxn ang="0">
                <a:pos x="connsiteX111480" y="connsiteY111480"/>
              </a:cxn>
              <a:cxn ang="0">
                <a:pos x="connsiteX111481" y="connsiteY111481"/>
              </a:cxn>
              <a:cxn ang="0">
                <a:pos x="connsiteX111482" y="connsiteY111482"/>
              </a:cxn>
              <a:cxn ang="0">
                <a:pos x="connsiteX111483" y="connsiteY111483"/>
              </a:cxn>
              <a:cxn ang="0">
                <a:pos x="connsiteX111484" y="connsiteY111484"/>
              </a:cxn>
              <a:cxn ang="0">
                <a:pos x="connsiteX111485" y="connsiteY111485"/>
              </a:cxn>
              <a:cxn ang="0">
                <a:pos x="connsiteX111486" y="connsiteY111486"/>
              </a:cxn>
              <a:cxn ang="0">
                <a:pos x="connsiteX111487" y="connsiteY111487"/>
              </a:cxn>
              <a:cxn ang="0">
                <a:pos x="connsiteX111488" y="connsiteY111488"/>
              </a:cxn>
              <a:cxn ang="0">
                <a:pos x="connsiteX111489" y="connsiteY111489"/>
              </a:cxn>
              <a:cxn ang="0">
                <a:pos x="connsiteX111490" y="connsiteY111490"/>
              </a:cxn>
              <a:cxn ang="0">
                <a:pos x="connsiteX111491" y="connsiteY111491"/>
              </a:cxn>
              <a:cxn ang="0">
                <a:pos x="connsiteX111492" y="connsiteY111492"/>
              </a:cxn>
              <a:cxn ang="0">
                <a:pos x="connsiteX111493" y="connsiteY111493"/>
              </a:cxn>
              <a:cxn ang="0">
                <a:pos x="connsiteX111494" y="connsiteY111494"/>
              </a:cxn>
              <a:cxn ang="0">
                <a:pos x="connsiteX111495" y="connsiteY111495"/>
              </a:cxn>
              <a:cxn ang="0">
                <a:pos x="connsiteX111496" y="connsiteY111496"/>
              </a:cxn>
              <a:cxn ang="0">
                <a:pos x="connsiteX111497" y="connsiteY111497"/>
              </a:cxn>
              <a:cxn ang="0">
                <a:pos x="connsiteX111498" y="connsiteY111498"/>
              </a:cxn>
              <a:cxn ang="0">
                <a:pos x="connsiteX111499" y="connsiteY111499"/>
              </a:cxn>
              <a:cxn ang="0">
                <a:pos x="connsiteX111500" y="connsiteY111500"/>
              </a:cxn>
              <a:cxn ang="0">
                <a:pos x="connsiteX111501" y="connsiteY111501"/>
              </a:cxn>
              <a:cxn ang="0">
                <a:pos x="connsiteX111502" y="connsiteY111502"/>
              </a:cxn>
              <a:cxn ang="0">
                <a:pos x="connsiteX111503" y="connsiteY111503"/>
              </a:cxn>
              <a:cxn ang="0">
                <a:pos x="connsiteX111504" y="connsiteY111504"/>
              </a:cxn>
              <a:cxn ang="0">
                <a:pos x="connsiteX111505" y="connsiteY111505"/>
              </a:cxn>
              <a:cxn ang="0">
                <a:pos x="connsiteX111506" y="connsiteY111506"/>
              </a:cxn>
              <a:cxn ang="0">
                <a:pos x="connsiteX111507" y="connsiteY111507"/>
              </a:cxn>
              <a:cxn ang="0">
                <a:pos x="connsiteX111508" y="connsiteY111508"/>
              </a:cxn>
              <a:cxn ang="0">
                <a:pos x="connsiteX111509" y="connsiteY111509"/>
              </a:cxn>
              <a:cxn ang="0">
                <a:pos x="connsiteX111510" y="connsiteY111510"/>
              </a:cxn>
              <a:cxn ang="0">
                <a:pos x="connsiteX111511" y="connsiteY111511"/>
              </a:cxn>
              <a:cxn ang="0">
                <a:pos x="connsiteX111512" y="connsiteY111512"/>
              </a:cxn>
              <a:cxn ang="0">
                <a:pos x="connsiteX111513" y="connsiteY111513"/>
              </a:cxn>
              <a:cxn ang="0">
                <a:pos x="connsiteX111514" y="connsiteY111514"/>
              </a:cxn>
              <a:cxn ang="0">
                <a:pos x="connsiteX111515" y="connsiteY111515"/>
              </a:cxn>
              <a:cxn ang="0">
                <a:pos x="connsiteX111516" y="connsiteY111516"/>
              </a:cxn>
              <a:cxn ang="0">
                <a:pos x="connsiteX111517" y="connsiteY111517"/>
              </a:cxn>
              <a:cxn ang="0">
                <a:pos x="connsiteX111518" y="connsiteY111518"/>
              </a:cxn>
              <a:cxn ang="0">
                <a:pos x="connsiteX111519" y="connsiteY111519"/>
              </a:cxn>
              <a:cxn ang="0">
                <a:pos x="connsiteX111520" y="connsiteY111520"/>
              </a:cxn>
              <a:cxn ang="0">
                <a:pos x="connsiteX111521" y="connsiteY111521"/>
              </a:cxn>
              <a:cxn ang="0">
                <a:pos x="connsiteX111522" y="connsiteY111522"/>
              </a:cxn>
              <a:cxn ang="0">
                <a:pos x="connsiteX111523" y="connsiteY111523"/>
              </a:cxn>
              <a:cxn ang="0">
                <a:pos x="connsiteX111524" y="connsiteY111524"/>
              </a:cxn>
              <a:cxn ang="0">
                <a:pos x="connsiteX111525" y="connsiteY111525"/>
              </a:cxn>
              <a:cxn ang="0">
                <a:pos x="connsiteX111526" y="connsiteY111526"/>
              </a:cxn>
              <a:cxn ang="0">
                <a:pos x="connsiteX111527" y="connsiteY111527"/>
              </a:cxn>
              <a:cxn ang="0">
                <a:pos x="connsiteX111528" y="connsiteY111528"/>
              </a:cxn>
              <a:cxn ang="0">
                <a:pos x="connsiteX111529" y="connsiteY111529"/>
              </a:cxn>
              <a:cxn ang="0">
                <a:pos x="connsiteX111530" y="connsiteY111530"/>
              </a:cxn>
              <a:cxn ang="0">
                <a:pos x="connsiteX111531" y="connsiteY111531"/>
              </a:cxn>
              <a:cxn ang="0">
                <a:pos x="connsiteX111532" y="connsiteY111532"/>
              </a:cxn>
              <a:cxn ang="0">
                <a:pos x="connsiteX111533" y="connsiteY111533"/>
              </a:cxn>
              <a:cxn ang="0">
                <a:pos x="connsiteX111534" y="connsiteY111534"/>
              </a:cxn>
              <a:cxn ang="0">
                <a:pos x="connsiteX111535" y="connsiteY111535"/>
              </a:cxn>
              <a:cxn ang="0">
                <a:pos x="connsiteX111536" y="connsiteY111536"/>
              </a:cxn>
              <a:cxn ang="0">
                <a:pos x="connsiteX111537" y="connsiteY111537"/>
              </a:cxn>
              <a:cxn ang="0">
                <a:pos x="connsiteX111538" y="connsiteY111538"/>
              </a:cxn>
              <a:cxn ang="0">
                <a:pos x="connsiteX111539" y="connsiteY111539"/>
              </a:cxn>
              <a:cxn ang="0">
                <a:pos x="connsiteX111540" y="connsiteY111540"/>
              </a:cxn>
              <a:cxn ang="0">
                <a:pos x="connsiteX111541" y="connsiteY111541"/>
              </a:cxn>
              <a:cxn ang="0">
                <a:pos x="connsiteX111542" y="connsiteY111542"/>
              </a:cxn>
              <a:cxn ang="0">
                <a:pos x="connsiteX111543" y="connsiteY111543"/>
              </a:cxn>
              <a:cxn ang="0">
                <a:pos x="connsiteX111544" y="connsiteY111544"/>
              </a:cxn>
              <a:cxn ang="0">
                <a:pos x="connsiteX111545" y="connsiteY111545"/>
              </a:cxn>
              <a:cxn ang="0">
                <a:pos x="connsiteX111546" y="connsiteY111546"/>
              </a:cxn>
              <a:cxn ang="0">
                <a:pos x="connsiteX111547" y="connsiteY111547"/>
              </a:cxn>
              <a:cxn ang="0">
                <a:pos x="connsiteX111548" y="connsiteY111548"/>
              </a:cxn>
              <a:cxn ang="0">
                <a:pos x="connsiteX111549" y="connsiteY111549"/>
              </a:cxn>
              <a:cxn ang="0">
                <a:pos x="connsiteX111550" y="connsiteY111550"/>
              </a:cxn>
              <a:cxn ang="0">
                <a:pos x="connsiteX111551" y="connsiteY111551"/>
              </a:cxn>
              <a:cxn ang="0">
                <a:pos x="connsiteX111552" y="connsiteY111552"/>
              </a:cxn>
              <a:cxn ang="0">
                <a:pos x="connsiteX111553" y="connsiteY111553"/>
              </a:cxn>
              <a:cxn ang="0">
                <a:pos x="connsiteX111554" y="connsiteY111554"/>
              </a:cxn>
              <a:cxn ang="0">
                <a:pos x="connsiteX111555" y="connsiteY111555"/>
              </a:cxn>
              <a:cxn ang="0">
                <a:pos x="connsiteX111556" y="connsiteY111556"/>
              </a:cxn>
              <a:cxn ang="0">
                <a:pos x="connsiteX111557" y="connsiteY111557"/>
              </a:cxn>
              <a:cxn ang="0">
                <a:pos x="connsiteX111558" y="connsiteY111558"/>
              </a:cxn>
              <a:cxn ang="0">
                <a:pos x="connsiteX111559" y="connsiteY111559"/>
              </a:cxn>
              <a:cxn ang="0">
                <a:pos x="connsiteX111560" y="connsiteY111560"/>
              </a:cxn>
              <a:cxn ang="0">
                <a:pos x="connsiteX111561" y="connsiteY111561"/>
              </a:cxn>
              <a:cxn ang="0">
                <a:pos x="connsiteX111562" y="connsiteY111562"/>
              </a:cxn>
              <a:cxn ang="0">
                <a:pos x="connsiteX111563" y="connsiteY111563"/>
              </a:cxn>
              <a:cxn ang="0">
                <a:pos x="connsiteX111564" y="connsiteY111564"/>
              </a:cxn>
              <a:cxn ang="0">
                <a:pos x="connsiteX111565" y="connsiteY111565"/>
              </a:cxn>
              <a:cxn ang="0">
                <a:pos x="connsiteX111566" y="connsiteY111566"/>
              </a:cxn>
              <a:cxn ang="0">
                <a:pos x="connsiteX111567" y="connsiteY111567"/>
              </a:cxn>
              <a:cxn ang="0">
                <a:pos x="connsiteX111568" y="connsiteY111568"/>
              </a:cxn>
              <a:cxn ang="0">
                <a:pos x="connsiteX111569" y="connsiteY111569"/>
              </a:cxn>
              <a:cxn ang="0">
                <a:pos x="connsiteX111570" y="connsiteY111570"/>
              </a:cxn>
              <a:cxn ang="0">
                <a:pos x="connsiteX111571" y="connsiteY111571"/>
              </a:cxn>
              <a:cxn ang="0">
                <a:pos x="connsiteX111572" y="connsiteY111572"/>
              </a:cxn>
              <a:cxn ang="0">
                <a:pos x="connsiteX111573" y="connsiteY111573"/>
              </a:cxn>
              <a:cxn ang="0">
                <a:pos x="connsiteX111574" y="connsiteY111574"/>
              </a:cxn>
              <a:cxn ang="0">
                <a:pos x="connsiteX111575" y="connsiteY111575"/>
              </a:cxn>
              <a:cxn ang="0">
                <a:pos x="connsiteX111576" y="connsiteY111576"/>
              </a:cxn>
              <a:cxn ang="0">
                <a:pos x="connsiteX111577" y="connsiteY111577"/>
              </a:cxn>
              <a:cxn ang="0">
                <a:pos x="connsiteX111578" y="connsiteY111578"/>
              </a:cxn>
              <a:cxn ang="0">
                <a:pos x="connsiteX111579" y="connsiteY111579"/>
              </a:cxn>
              <a:cxn ang="0">
                <a:pos x="connsiteX111580" y="connsiteY111580"/>
              </a:cxn>
              <a:cxn ang="0">
                <a:pos x="connsiteX111581" y="connsiteY111581"/>
              </a:cxn>
              <a:cxn ang="0">
                <a:pos x="connsiteX111582" y="connsiteY111582"/>
              </a:cxn>
              <a:cxn ang="0">
                <a:pos x="connsiteX111583" y="connsiteY111583"/>
              </a:cxn>
              <a:cxn ang="0">
                <a:pos x="connsiteX111584" y="connsiteY111584"/>
              </a:cxn>
              <a:cxn ang="0">
                <a:pos x="connsiteX111585" y="connsiteY111585"/>
              </a:cxn>
              <a:cxn ang="0">
                <a:pos x="connsiteX111586" y="connsiteY111586"/>
              </a:cxn>
              <a:cxn ang="0">
                <a:pos x="connsiteX111587" y="connsiteY111587"/>
              </a:cxn>
              <a:cxn ang="0">
                <a:pos x="connsiteX111588" y="connsiteY111588"/>
              </a:cxn>
              <a:cxn ang="0">
                <a:pos x="connsiteX111589" y="connsiteY111589"/>
              </a:cxn>
              <a:cxn ang="0">
                <a:pos x="connsiteX111590" y="connsiteY111590"/>
              </a:cxn>
              <a:cxn ang="0">
                <a:pos x="connsiteX111591" y="connsiteY111591"/>
              </a:cxn>
              <a:cxn ang="0">
                <a:pos x="connsiteX111592" y="connsiteY111592"/>
              </a:cxn>
              <a:cxn ang="0">
                <a:pos x="connsiteX111593" y="connsiteY111593"/>
              </a:cxn>
              <a:cxn ang="0">
                <a:pos x="connsiteX111594" y="connsiteY111594"/>
              </a:cxn>
              <a:cxn ang="0">
                <a:pos x="connsiteX111595" y="connsiteY111595"/>
              </a:cxn>
              <a:cxn ang="0">
                <a:pos x="connsiteX111596" y="connsiteY111596"/>
              </a:cxn>
              <a:cxn ang="0">
                <a:pos x="connsiteX111597" y="connsiteY111597"/>
              </a:cxn>
              <a:cxn ang="0">
                <a:pos x="connsiteX111598" y="connsiteY111598"/>
              </a:cxn>
              <a:cxn ang="0">
                <a:pos x="connsiteX111599" y="connsiteY111599"/>
              </a:cxn>
              <a:cxn ang="0">
                <a:pos x="connsiteX111600" y="connsiteY111600"/>
              </a:cxn>
              <a:cxn ang="0">
                <a:pos x="connsiteX111601" y="connsiteY111601"/>
              </a:cxn>
              <a:cxn ang="0">
                <a:pos x="connsiteX111602" y="connsiteY111602"/>
              </a:cxn>
              <a:cxn ang="0">
                <a:pos x="connsiteX111603" y="connsiteY111603"/>
              </a:cxn>
              <a:cxn ang="0">
                <a:pos x="connsiteX111604" y="connsiteY111604"/>
              </a:cxn>
              <a:cxn ang="0">
                <a:pos x="connsiteX111605" y="connsiteY111605"/>
              </a:cxn>
              <a:cxn ang="0">
                <a:pos x="connsiteX111606" y="connsiteY111606"/>
              </a:cxn>
              <a:cxn ang="0">
                <a:pos x="connsiteX111607" y="connsiteY111607"/>
              </a:cxn>
              <a:cxn ang="0">
                <a:pos x="connsiteX111608" y="connsiteY111608"/>
              </a:cxn>
              <a:cxn ang="0">
                <a:pos x="connsiteX111609" y="connsiteY111609"/>
              </a:cxn>
              <a:cxn ang="0">
                <a:pos x="connsiteX111610" y="connsiteY111610"/>
              </a:cxn>
              <a:cxn ang="0">
                <a:pos x="connsiteX111611" y="connsiteY111611"/>
              </a:cxn>
              <a:cxn ang="0">
                <a:pos x="connsiteX111612" y="connsiteY111612"/>
              </a:cxn>
              <a:cxn ang="0">
                <a:pos x="connsiteX111613" y="connsiteY111613"/>
              </a:cxn>
              <a:cxn ang="0">
                <a:pos x="connsiteX111614" y="connsiteY111614"/>
              </a:cxn>
              <a:cxn ang="0">
                <a:pos x="connsiteX111615" y="connsiteY111615"/>
              </a:cxn>
              <a:cxn ang="0">
                <a:pos x="connsiteX111616" y="connsiteY111616"/>
              </a:cxn>
              <a:cxn ang="0">
                <a:pos x="connsiteX111617" y="connsiteY111617"/>
              </a:cxn>
              <a:cxn ang="0">
                <a:pos x="connsiteX111618" y="connsiteY111618"/>
              </a:cxn>
              <a:cxn ang="0">
                <a:pos x="connsiteX111619" y="connsiteY111619"/>
              </a:cxn>
              <a:cxn ang="0">
                <a:pos x="connsiteX111620" y="connsiteY111620"/>
              </a:cxn>
              <a:cxn ang="0">
                <a:pos x="connsiteX111621" y="connsiteY111621"/>
              </a:cxn>
              <a:cxn ang="0">
                <a:pos x="connsiteX111622" y="connsiteY111622"/>
              </a:cxn>
              <a:cxn ang="0">
                <a:pos x="connsiteX111623" y="connsiteY111623"/>
              </a:cxn>
              <a:cxn ang="0">
                <a:pos x="connsiteX111624" y="connsiteY111624"/>
              </a:cxn>
              <a:cxn ang="0">
                <a:pos x="connsiteX111625" y="connsiteY111625"/>
              </a:cxn>
              <a:cxn ang="0">
                <a:pos x="connsiteX111626" y="connsiteY111626"/>
              </a:cxn>
              <a:cxn ang="0">
                <a:pos x="connsiteX111627" y="connsiteY111627"/>
              </a:cxn>
              <a:cxn ang="0">
                <a:pos x="connsiteX111628" y="connsiteY111628"/>
              </a:cxn>
              <a:cxn ang="0">
                <a:pos x="connsiteX111629" y="connsiteY111629"/>
              </a:cxn>
              <a:cxn ang="0">
                <a:pos x="connsiteX111630" y="connsiteY111630"/>
              </a:cxn>
              <a:cxn ang="0">
                <a:pos x="connsiteX111631" y="connsiteY111631"/>
              </a:cxn>
              <a:cxn ang="0">
                <a:pos x="connsiteX111632" y="connsiteY111632"/>
              </a:cxn>
              <a:cxn ang="0">
                <a:pos x="connsiteX111633" y="connsiteY111633"/>
              </a:cxn>
              <a:cxn ang="0">
                <a:pos x="connsiteX111634" y="connsiteY111634"/>
              </a:cxn>
              <a:cxn ang="0">
                <a:pos x="connsiteX111635" y="connsiteY111635"/>
              </a:cxn>
              <a:cxn ang="0">
                <a:pos x="connsiteX111636" y="connsiteY111636"/>
              </a:cxn>
              <a:cxn ang="0">
                <a:pos x="connsiteX111637" y="connsiteY111637"/>
              </a:cxn>
              <a:cxn ang="0">
                <a:pos x="connsiteX111638" y="connsiteY111638"/>
              </a:cxn>
              <a:cxn ang="0">
                <a:pos x="connsiteX111639" y="connsiteY111639"/>
              </a:cxn>
              <a:cxn ang="0">
                <a:pos x="connsiteX111640" y="connsiteY111640"/>
              </a:cxn>
              <a:cxn ang="0">
                <a:pos x="connsiteX111641" y="connsiteY111641"/>
              </a:cxn>
              <a:cxn ang="0">
                <a:pos x="connsiteX111642" y="connsiteY111642"/>
              </a:cxn>
              <a:cxn ang="0">
                <a:pos x="connsiteX111643" y="connsiteY111643"/>
              </a:cxn>
              <a:cxn ang="0">
                <a:pos x="connsiteX111644" y="connsiteY111644"/>
              </a:cxn>
              <a:cxn ang="0">
                <a:pos x="connsiteX111645" y="connsiteY111645"/>
              </a:cxn>
              <a:cxn ang="0">
                <a:pos x="connsiteX111646" y="connsiteY111646"/>
              </a:cxn>
              <a:cxn ang="0">
                <a:pos x="connsiteX111647" y="connsiteY111647"/>
              </a:cxn>
              <a:cxn ang="0">
                <a:pos x="connsiteX111648" y="connsiteY111648"/>
              </a:cxn>
              <a:cxn ang="0">
                <a:pos x="connsiteX111649" y="connsiteY111649"/>
              </a:cxn>
              <a:cxn ang="0">
                <a:pos x="connsiteX111650" y="connsiteY111650"/>
              </a:cxn>
              <a:cxn ang="0">
                <a:pos x="connsiteX111651" y="connsiteY111651"/>
              </a:cxn>
              <a:cxn ang="0">
                <a:pos x="connsiteX111652" y="connsiteY111652"/>
              </a:cxn>
              <a:cxn ang="0">
                <a:pos x="connsiteX111653" y="connsiteY111653"/>
              </a:cxn>
              <a:cxn ang="0">
                <a:pos x="connsiteX111654" y="connsiteY111654"/>
              </a:cxn>
              <a:cxn ang="0">
                <a:pos x="connsiteX111655" y="connsiteY111655"/>
              </a:cxn>
              <a:cxn ang="0">
                <a:pos x="connsiteX111656" y="connsiteY111656"/>
              </a:cxn>
              <a:cxn ang="0">
                <a:pos x="connsiteX111657" y="connsiteY111657"/>
              </a:cxn>
              <a:cxn ang="0">
                <a:pos x="connsiteX111658" y="connsiteY111658"/>
              </a:cxn>
              <a:cxn ang="0">
                <a:pos x="connsiteX111659" y="connsiteY111659"/>
              </a:cxn>
              <a:cxn ang="0">
                <a:pos x="connsiteX111660" y="connsiteY111660"/>
              </a:cxn>
              <a:cxn ang="0">
                <a:pos x="connsiteX111661" y="connsiteY111661"/>
              </a:cxn>
              <a:cxn ang="0">
                <a:pos x="connsiteX111662" y="connsiteY111662"/>
              </a:cxn>
              <a:cxn ang="0">
                <a:pos x="connsiteX111663" y="connsiteY111663"/>
              </a:cxn>
              <a:cxn ang="0">
                <a:pos x="connsiteX111664" y="connsiteY111664"/>
              </a:cxn>
              <a:cxn ang="0">
                <a:pos x="connsiteX111665" y="connsiteY111665"/>
              </a:cxn>
              <a:cxn ang="0">
                <a:pos x="connsiteX111666" y="connsiteY111666"/>
              </a:cxn>
              <a:cxn ang="0">
                <a:pos x="connsiteX111667" y="connsiteY111667"/>
              </a:cxn>
              <a:cxn ang="0">
                <a:pos x="connsiteX111668" y="connsiteY111668"/>
              </a:cxn>
              <a:cxn ang="0">
                <a:pos x="connsiteX111669" y="connsiteY111669"/>
              </a:cxn>
              <a:cxn ang="0">
                <a:pos x="connsiteX111670" y="connsiteY111670"/>
              </a:cxn>
              <a:cxn ang="0">
                <a:pos x="connsiteX111671" y="connsiteY111671"/>
              </a:cxn>
              <a:cxn ang="0">
                <a:pos x="connsiteX111672" y="connsiteY111672"/>
              </a:cxn>
              <a:cxn ang="0">
                <a:pos x="connsiteX111673" y="connsiteY111673"/>
              </a:cxn>
              <a:cxn ang="0">
                <a:pos x="connsiteX111674" y="connsiteY111674"/>
              </a:cxn>
              <a:cxn ang="0">
                <a:pos x="connsiteX111675" y="connsiteY111675"/>
              </a:cxn>
              <a:cxn ang="0">
                <a:pos x="connsiteX111676" y="connsiteY111676"/>
              </a:cxn>
              <a:cxn ang="0">
                <a:pos x="connsiteX111677" y="connsiteY111677"/>
              </a:cxn>
              <a:cxn ang="0">
                <a:pos x="connsiteX111678" y="connsiteY111678"/>
              </a:cxn>
              <a:cxn ang="0">
                <a:pos x="connsiteX111679" y="connsiteY111679"/>
              </a:cxn>
              <a:cxn ang="0">
                <a:pos x="connsiteX111680" y="connsiteY111680"/>
              </a:cxn>
              <a:cxn ang="0">
                <a:pos x="connsiteX111681" y="connsiteY111681"/>
              </a:cxn>
              <a:cxn ang="0">
                <a:pos x="connsiteX111682" y="connsiteY111682"/>
              </a:cxn>
              <a:cxn ang="0">
                <a:pos x="connsiteX111683" y="connsiteY111683"/>
              </a:cxn>
              <a:cxn ang="0">
                <a:pos x="connsiteX111684" y="connsiteY111684"/>
              </a:cxn>
              <a:cxn ang="0">
                <a:pos x="connsiteX111685" y="connsiteY111685"/>
              </a:cxn>
              <a:cxn ang="0">
                <a:pos x="connsiteX111686" y="connsiteY111686"/>
              </a:cxn>
              <a:cxn ang="0">
                <a:pos x="connsiteX111687" y="connsiteY111687"/>
              </a:cxn>
              <a:cxn ang="0">
                <a:pos x="connsiteX111688" y="connsiteY111688"/>
              </a:cxn>
              <a:cxn ang="0">
                <a:pos x="connsiteX111689" y="connsiteY111689"/>
              </a:cxn>
              <a:cxn ang="0">
                <a:pos x="connsiteX111690" y="connsiteY111690"/>
              </a:cxn>
              <a:cxn ang="0">
                <a:pos x="connsiteX111691" y="connsiteY111691"/>
              </a:cxn>
              <a:cxn ang="0">
                <a:pos x="connsiteX111692" y="connsiteY111692"/>
              </a:cxn>
              <a:cxn ang="0">
                <a:pos x="connsiteX111693" y="connsiteY111693"/>
              </a:cxn>
              <a:cxn ang="0">
                <a:pos x="connsiteX111694" y="connsiteY111694"/>
              </a:cxn>
              <a:cxn ang="0">
                <a:pos x="connsiteX111695" y="connsiteY111695"/>
              </a:cxn>
              <a:cxn ang="0">
                <a:pos x="connsiteX111696" y="connsiteY111696"/>
              </a:cxn>
              <a:cxn ang="0">
                <a:pos x="connsiteX111697" y="connsiteY111697"/>
              </a:cxn>
              <a:cxn ang="0">
                <a:pos x="connsiteX111698" y="connsiteY111698"/>
              </a:cxn>
              <a:cxn ang="0">
                <a:pos x="connsiteX111699" y="connsiteY111699"/>
              </a:cxn>
              <a:cxn ang="0">
                <a:pos x="connsiteX111700" y="connsiteY111700"/>
              </a:cxn>
              <a:cxn ang="0">
                <a:pos x="connsiteX111701" y="connsiteY111701"/>
              </a:cxn>
              <a:cxn ang="0">
                <a:pos x="connsiteX111702" y="connsiteY111702"/>
              </a:cxn>
              <a:cxn ang="0">
                <a:pos x="connsiteX111703" y="connsiteY111703"/>
              </a:cxn>
              <a:cxn ang="0">
                <a:pos x="connsiteX111704" y="connsiteY111704"/>
              </a:cxn>
              <a:cxn ang="0">
                <a:pos x="connsiteX111705" y="connsiteY111705"/>
              </a:cxn>
              <a:cxn ang="0">
                <a:pos x="connsiteX111706" y="connsiteY111706"/>
              </a:cxn>
              <a:cxn ang="0">
                <a:pos x="connsiteX111707" y="connsiteY111707"/>
              </a:cxn>
              <a:cxn ang="0">
                <a:pos x="connsiteX111708" y="connsiteY111708"/>
              </a:cxn>
              <a:cxn ang="0">
                <a:pos x="connsiteX111709" y="connsiteY111709"/>
              </a:cxn>
              <a:cxn ang="0">
                <a:pos x="connsiteX111710" y="connsiteY111710"/>
              </a:cxn>
              <a:cxn ang="0">
                <a:pos x="connsiteX111711" y="connsiteY111711"/>
              </a:cxn>
              <a:cxn ang="0">
                <a:pos x="connsiteX111712" y="connsiteY111712"/>
              </a:cxn>
              <a:cxn ang="0">
                <a:pos x="connsiteX111713" y="connsiteY111713"/>
              </a:cxn>
              <a:cxn ang="0">
                <a:pos x="connsiteX111714" y="connsiteY111714"/>
              </a:cxn>
              <a:cxn ang="0">
                <a:pos x="connsiteX111715" y="connsiteY111715"/>
              </a:cxn>
              <a:cxn ang="0">
                <a:pos x="connsiteX111716" y="connsiteY111716"/>
              </a:cxn>
              <a:cxn ang="0">
                <a:pos x="connsiteX111717" y="connsiteY111717"/>
              </a:cxn>
              <a:cxn ang="0">
                <a:pos x="connsiteX111718" y="connsiteY111718"/>
              </a:cxn>
              <a:cxn ang="0">
                <a:pos x="connsiteX111719" y="connsiteY111719"/>
              </a:cxn>
              <a:cxn ang="0">
                <a:pos x="connsiteX111720" y="connsiteY111720"/>
              </a:cxn>
              <a:cxn ang="0">
                <a:pos x="connsiteX111721" y="connsiteY111721"/>
              </a:cxn>
              <a:cxn ang="0">
                <a:pos x="connsiteX111722" y="connsiteY111722"/>
              </a:cxn>
              <a:cxn ang="0">
                <a:pos x="connsiteX111723" y="connsiteY111723"/>
              </a:cxn>
              <a:cxn ang="0">
                <a:pos x="connsiteX111724" y="connsiteY111724"/>
              </a:cxn>
              <a:cxn ang="0">
                <a:pos x="connsiteX111725" y="connsiteY111725"/>
              </a:cxn>
              <a:cxn ang="0">
                <a:pos x="connsiteX111726" y="connsiteY111726"/>
              </a:cxn>
              <a:cxn ang="0">
                <a:pos x="connsiteX111727" y="connsiteY111727"/>
              </a:cxn>
              <a:cxn ang="0">
                <a:pos x="connsiteX111728" y="connsiteY111728"/>
              </a:cxn>
              <a:cxn ang="0">
                <a:pos x="connsiteX111729" y="connsiteY111729"/>
              </a:cxn>
              <a:cxn ang="0">
                <a:pos x="connsiteX111730" y="connsiteY111730"/>
              </a:cxn>
              <a:cxn ang="0">
                <a:pos x="connsiteX111731" y="connsiteY111731"/>
              </a:cxn>
              <a:cxn ang="0">
                <a:pos x="connsiteX111732" y="connsiteY111732"/>
              </a:cxn>
              <a:cxn ang="0">
                <a:pos x="connsiteX111733" y="connsiteY111733"/>
              </a:cxn>
              <a:cxn ang="0">
                <a:pos x="connsiteX111734" y="connsiteY111734"/>
              </a:cxn>
              <a:cxn ang="0">
                <a:pos x="connsiteX111735" y="connsiteY111735"/>
              </a:cxn>
              <a:cxn ang="0">
                <a:pos x="connsiteX111736" y="connsiteY111736"/>
              </a:cxn>
              <a:cxn ang="0">
                <a:pos x="connsiteX111737" y="connsiteY111737"/>
              </a:cxn>
              <a:cxn ang="0">
                <a:pos x="connsiteX111738" y="connsiteY111738"/>
              </a:cxn>
              <a:cxn ang="0">
                <a:pos x="connsiteX111739" y="connsiteY111739"/>
              </a:cxn>
              <a:cxn ang="0">
                <a:pos x="connsiteX111740" y="connsiteY111740"/>
              </a:cxn>
              <a:cxn ang="0">
                <a:pos x="connsiteX111741" y="connsiteY111741"/>
              </a:cxn>
              <a:cxn ang="0">
                <a:pos x="connsiteX111742" y="connsiteY111742"/>
              </a:cxn>
              <a:cxn ang="0">
                <a:pos x="connsiteX111743" y="connsiteY111743"/>
              </a:cxn>
              <a:cxn ang="0">
                <a:pos x="connsiteX111744" y="connsiteY111744"/>
              </a:cxn>
              <a:cxn ang="0">
                <a:pos x="connsiteX111745" y="connsiteY111745"/>
              </a:cxn>
              <a:cxn ang="0">
                <a:pos x="connsiteX111746" y="connsiteY111746"/>
              </a:cxn>
              <a:cxn ang="0">
                <a:pos x="connsiteX111747" y="connsiteY111747"/>
              </a:cxn>
              <a:cxn ang="0">
                <a:pos x="connsiteX111748" y="connsiteY111748"/>
              </a:cxn>
              <a:cxn ang="0">
                <a:pos x="connsiteX111749" y="connsiteY111749"/>
              </a:cxn>
              <a:cxn ang="0">
                <a:pos x="connsiteX111750" y="connsiteY111750"/>
              </a:cxn>
              <a:cxn ang="0">
                <a:pos x="connsiteX111751" y="connsiteY111751"/>
              </a:cxn>
              <a:cxn ang="0">
                <a:pos x="connsiteX111752" y="connsiteY111752"/>
              </a:cxn>
              <a:cxn ang="0">
                <a:pos x="connsiteX111753" y="connsiteY111753"/>
              </a:cxn>
              <a:cxn ang="0">
                <a:pos x="connsiteX111754" y="connsiteY111754"/>
              </a:cxn>
              <a:cxn ang="0">
                <a:pos x="connsiteX111755" y="connsiteY111755"/>
              </a:cxn>
              <a:cxn ang="0">
                <a:pos x="connsiteX111756" y="connsiteY111756"/>
              </a:cxn>
              <a:cxn ang="0">
                <a:pos x="connsiteX111757" y="connsiteY111757"/>
              </a:cxn>
              <a:cxn ang="0">
                <a:pos x="connsiteX111758" y="connsiteY111758"/>
              </a:cxn>
              <a:cxn ang="0">
                <a:pos x="connsiteX111759" y="connsiteY111759"/>
              </a:cxn>
              <a:cxn ang="0">
                <a:pos x="connsiteX111760" y="connsiteY111760"/>
              </a:cxn>
              <a:cxn ang="0">
                <a:pos x="connsiteX111761" y="connsiteY111761"/>
              </a:cxn>
              <a:cxn ang="0">
                <a:pos x="connsiteX111762" y="connsiteY111762"/>
              </a:cxn>
              <a:cxn ang="0">
                <a:pos x="connsiteX111763" y="connsiteY111763"/>
              </a:cxn>
              <a:cxn ang="0">
                <a:pos x="connsiteX111764" y="connsiteY111764"/>
              </a:cxn>
              <a:cxn ang="0">
                <a:pos x="connsiteX111765" y="connsiteY111765"/>
              </a:cxn>
              <a:cxn ang="0">
                <a:pos x="connsiteX111766" y="connsiteY111766"/>
              </a:cxn>
              <a:cxn ang="0">
                <a:pos x="connsiteX111767" y="connsiteY111767"/>
              </a:cxn>
              <a:cxn ang="0">
                <a:pos x="connsiteX111768" y="connsiteY111768"/>
              </a:cxn>
              <a:cxn ang="0">
                <a:pos x="connsiteX111769" y="connsiteY111769"/>
              </a:cxn>
              <a:cxn ang="0">
                <a:pos x="connsiteX111770" y="connsiteY111770"/>
              </a:cxn>
              <a:cxn ang="0">
                <a:pos x="connsiteX111771" y="connsiteY111771"/>
              </a:cxn>
              <a:cxn ang="0">
                <a:pos x="connsiteX111772" y="connsiteY111772"/>
              </a:cxn>
              <a:cxn ang="0">
                <a:pos x="connsiteX111773" y="connsiteY111773"/>
              </a:cxn>
              <a:cxn ang="0">
                <a:pos x="connsiteX111774" y="connsiteY111774"/>
              </a:cxn>
              <a:cxn ang="0">
                <a:pos x="connsiteX111775" y="connsiteY111775"/>
              </a:cxn>
              <a:cxn ang="0">
                <a:pos x="connsiteX111776" y="connsiteY111776"/>
              </a:cxn>
              <a:cxn ang="0">
                <a:pos x="connsiteX111777" y="connsiteY111777"/>
              </a:cxn>
              <a:cxn ang="0">
                <a:pos x="connsiteX111778" y="connsiteY111778"/>
              </a:cxn>
              <a:cxn ang="0">
                <a:pos x="connsiteX111779" y="connsiteY111779"/>
              </a:cxn>
              <a:cxn ang="0">
                <a:pos x="connsiteX111780" y="connsiteY111780"/>
              </a:cxn>
              <a:cxn ang="0">
                <a:pos x="connsiteX111781" y="connsiteY111781"/>
              </a:cxn>
              <a:cxn ang="0">
                <a:pos x="connsiteX111782" y="connsiteY111782"/>
              </a:cxn>
              <a:cxn ang="0">
                <a:pos x="connsiteX111783" y="connsiteY111783"/>
              </a:cxn>
              <a:cxn ang="0">
                <a:pos x="connsiteX111784" y="connsiteY111784"/>
              </a:cxn>
              <a:cxn ang="0">
                <a:pos x="connsiteX111785" y="connsiteY111785"/>
              </a:cxn>
              <a:cxn ang="0">
                <a:pos x="connsiteX111786" y="connsiteY111786"/>
              </a:cxn>
              <a:cxn ang="0">
                <a:pos x="connsiteX111787" y="connsiteY111787"/>
              </a:cxn>
              <a:cxn ang="0">
                <a:pos x="connsiteX111788" y="connsiteY111788"/>
              </a:cxn>
              <a:cxn ang="0">
                <a:pos x="connsiteX111789" y="connsiteY111789"/>
              </a:cxn>
              <a:cxn ang="0">
                <a:pos x="connsiteX111790" y="connsiteY111790"/>
              </a:cxn>
              <a:cxn ang="0">
                <a:pos x="connsiteX111791" y="connsiteY111791"/>
              </a:cxn>
              <a:cxn ang="0">
                <a:pos x="connsiteX111792" y="connsiteY111792"/>
              </a:cxn>
              <a:cxn ang="0">
                <a:pos x="connsiteX111793" y="connsiteY111793"/>
              </a:cxn>
              <a:cxn ang="0">
                <a:pos x="connsiteX111794" y="connsiteY111794"/>
              </a:cxn>
              <a:cxn ang="0">
                <a:pos x="connsiteX111795" y="connsiteY111795"/>
              </a:cxn>
              <a:cxn ang="0">
                <a:pos x="connsiteX111796" y="connsiteY111796"/>
              </a:cxn>
              <a:cxn ang="0">
                <a:pos x="connsiteX111797" y="connsiteY111797"/>
              </a:cxn>
              <a:cxn ang="0">
                <a:pos x="connsiteX111798" y="connsiteY111798"/>
              </a:cxn>
              <a:cxn ang="0">
                <a:pos x="connsiteX111799" y="connsiteY111799"/>
              </a:cxn>
              <a:cxn ang="0">
                <a:pos x="connsiteX111800" y="connsiteY111800"/>
              </a:cxn>
              <a:cxn ang="0">
                <a:pos x="connsiteX111801" y="connsiteY111801"/>
              </a:cxn>
              <a:cxn ang="0">
                <a:pos x="connsiteX111802" y="connsiteY111802"/>
              </a:cxn>
              <a:cxn ang="0">
                <a:pos x="connsiteX111803" y="connsiteY111803"/>
              </a:cxn>
              <a:cxn ang="0">
                <a:pos x="connsiteX111804" y="connsiteY111804"/>
              </a:cxn>
              <a:cxn ang="0">
                <a:pos x="connsiteX111805" y="connsiteY111805"/>
              </a:cxn>
              <a:cxn ang="0">
                <a:pos x="connsiteX111806" y="connsiteY111806"/>
              </a:cxn>
              <a:cxn ang="0">
                <a:pos x="connsiteX111807" y="connsiteY111807"/>
              </a:cxn>
              <a:cxn ang="0">
                <a:pos x="connsiteX111808" y="connsiteY111808"/>
              </a:cxn>
              <a:cxn ang="0">
                <a:pos x="connsiteX111809" y="connsiteY111809"/>
              </a:cxn>
              <a:cxn ang="0">
                <a:pos x="connsiteX111810" y="connsiteY111810"/>
              </a:cxn>
              <a:cxn ang="0">
                <a:pos x="connsiteX111811" y="connsiteY111811"/>
              </a:cxn>
              <a:cxn ang="0">
                <a:pos x="connsiteX111812" y="connsiteY111812"/>
              </a:cxn>
              <a:cxn ang="0">
                <a:pos x="connsiteX111813" y="connsiteY111813"/>
              </a:cxn>
              <a:cxn ang="0">
                <a:pos x="connsiteX111814" y="connsiteY111814"/>
              </a:cxn>
              <a:cxn ang="0">
                <a:pos x="connsiteX111815" y="connsiteY111815"/>
              </a:cxn>
              <a:cxn ang="0">
                <a:pos x="connsiteX111816" y="connsiteY111816"/>
              </a:cxn>
              <a:cxn ang="0">
                <a:pos x="connsiteX111817" y="connsiteY111817"/>
              </a:cxn>
              <a:cxn ang="0">
                <a:pos x="connsiteX111818" y="connsiteY111818"/>
              </a:cxn>
              <a:cxn ang="0">
                <a:pos x="connsiteX111819" y="connsiteY111819"/>
              </a:cxn>
              <a:cxn ang="0">
                <a:pos x="connsiteX111820" y="connsiteY111820"/>
              </a:cxn>
              <a:cxn ang="0">
                <a:pos x="connsiteX111821" y="connsiteY111821"/>
              </a:cxn>
              <a:cxn ang="0">
                <a:pos x="connsiteX111822" y="connsiteY111822"/>
              </a:cxn>
              <a:cxn ang="0">
                <a:pos x="connsiteX111823" y="connsiteY111823"/>
              </a:cxn>
              <a:cxn ang="0">
                <a:pos x="connsiteX111824" y="connsiteY111824"/>
              </a:cxn>
              <a:cxn ang="0">
                <a:pos x="connsiteX111825" y="connsiteY111825"/>
              </a:cxn>
              <a:cxn ang="0">
                <a:pos x="connsiteX111826" y="connsiteY111826"/>
              </a:cxn>
              <a:cxn ang="0">
                <a:pos x="connsiteX111827" y="connsiteY111827"/>
              </a:cxn>
              <a:cxn ang="0">
                <a:pos x="connsiteX111828" y="connsiteY111828"/>
              </a:cxn>
              <a:cxn ang="0">
                <a:pos x="connsiteX111829" y="connsiteY111829"/>
              </a:cxn>
              <a:cxn ang="0">
                <a:pos x="connsiteX111830" y="connsiteY111830"/>
              </a:cxn>
              <a:cxn ang="0">
                <a:pos x="connsiteX111831" y="connsiteY111831"/>
              </a:cxn>
              <a:cxn ang="0">
                <a:pos x="connsiteX111832" y="connsiteY111832"/>
              </a:cxn>
              <a:cxn ang="0">
                <a:pos x="connsiteX111833" y="connsiteY111833"/>
              </a:cxn>
              <a:cxn ang="0">
                <a:pos x="connsiteX111834" y="connsiteY111834"/>
              </a:cxn>
              <a:cxn ang="0">
                <a:pos x="connsiteX111835" y="connsiteY111835"/>
              </a:cxn>
              <a:cxn ang="0">
                <a:pos x="connsiteX111836" y="connsiteY111836"/>
              </a:cxn>
              <a:cxn ang="0">
                <a:pos x="connsiteX111837" y="connsiteY111837"/>
              </a:cxn>
              <a:cxn ang="0">
                <a:pos x="connsiteX111838" y="connsiteY111838"/>
              </a:cxn>
              <a:cxn ang="0">
                <a:pos x="connsiteX111839" y="connsiteY111839"/>
              </a:cxn>
              <a:cxn ang="0">
                <a:pos x="connsiteX111840" y="connsiteY111840"/>
              </a:cxn>
              <a:cxn ang="0">
                <a:pos x="connsiteX111841" y="connsiteY111841"/>
              </a:cxn>
              <a:cxn ang="0">
                <a:pos x="connsiteX111842" y="connsiteY111842"/>
              </a:cxn>
              <a:cxn ang="0">
                <a:pos x="connsiteX111843" y="connsiteY111843"/>
              </a:cxn>
              <a:cxn ang="0">
                <a:pos x="connsiteX111844" y="connsiteY111844"/>
              </a:cxn>
              <a:cxn ang="0">
                <a:pos x="connsiteX111845" y="connsiteY111845"/>
              </a:cxn>
              <a:cxn ang="0">
                <a:pos x="connsiteX111846" y="connsiteY111846"/>
              </a:cxn>
              <a:cxn ang="0">
                <a:pos x="connsiteX111847" y="connsiteY111847"/>
              </a:cxn>
              <a:cxn ang="0">
                <a:pos x="connsiteX111848" y="connsiteY111848"/>
              </a:cxn>
              <a:cxn ang="0">
                <a:pos x="connsiteX111849" y="connsiteY111849"/>
              </a:cxn>
              <a:cxn ang="0">
                <a:pos x="connsiteX111850" y="connsiteY111850"/>
              </a:cxn>
              <a:cxn ang="0">
                <a:pos x="connsiteX111851" y="connsiteY111851"/>
              </a:cxn>
              <a:cxn ang="0">
                <a:pos x="connsiteX111852" y="connsiteY111852"/>
              </a:cxn>
              <a:cxn ang="0">
                <a:pos x="connsiteX111853" y="connsiteY111853"/>
              </a:cxn>
              <a:cxn ang="0">
                <a:pos x="connsiteX111854" y="connsiteY111854"/>
              </a:cxn>
              <a:cxn ang="0">
                <a:pos x="connsiteX111855" y="connsiteY111855"/>
              </a:cxn>
              <a:cxn ang="0">
                <a:pos x="connsiteX111856" y="connsiteY111856"/>
              </a:cxn>
              <a:cxn ang="0">
                <a:pos x="connsiteX111857" y="connsiteY111857"/>
              </a:cxn>
              <a:cxn ang="0">
                <a:pos x="connsiteX111858" y="connsiteY111858"/>
              </a:cxn>
              <a:cxn ang="0">
                <a:pos x="connsiteX111859" y="connsiteY111859"/>
              </a:cxn>
              <a:cxn ang="0">
                <a:pos x="connsiteX111860" y="connsiteY111860"/>
              </a:cxn>
              <a:cxn ang="0">
                <a:pos x="connsiteX111861" y="connsiteY111861"/>
              </a:cxn>
              <a:cxn ang="0">
                <a:pos x="connsiteX111862" y="connsiteY111862"/>
              </a:cxn>
              <a:cxn ang="0">
                <a:pos x="connsiteX111863" y="connsiteY111863"/>
              </a:cxn>
              <a:cxn ang="0">
                <a:pos x="connsiteX111864" y="connsiteY111864"/>
              </a:cxn>
              <a:cxn ang="0">
                <a:pos x="connsiteX111865" y="connsiteY111865"/>
              </a:cxn>
              <a:cxn ang="0">
                <a:pos x="connsiteX111866" y="connsiteY111866"/>
              </a:cxn>
              <a:cxn ang="0">
                <a:pos x="connsiteX111867" y="connsiteY111867"/>
              </a:cxn>
              <a:cxn ang="0">
                <a:pos x="connsiteX111868" y="connsiteY111868"/>
              </a:cxn>
              <a:cxn ang="0">
                <a:pos x="connsiteX111869" y="connsiteY111869"/>
              </a:cxn>
              <a:cxn ang="0">
                <a:pos x="connsiteX111870" y="connsiteY111870"/>
              </a:cxn>
              <a:cxn ang="0">
                <a:pos x="connsiteX111871" y="connsiteY111871"/>
              </a:cxn>
              <a:cxn ang="0">
                <a:pos x="connsiteX111872" y="connsiteY111872"/>
              </a:cxn>
              <a:cxn ang="0">
                <a:pos x="connsiteX111873" y="connsiteY111873"/>
              </a:cxn>
              <a:cxn ang="0">
                <a:pos x="connsiteX111874" y="connsiteY111874"/>
              </a:cxn>
              <a:cxn ang="0">
                <a:pos x="connsiteX111875" y="connsiteY111875"/>
              </a:cxn>
              <a:cxn ang="0">
                <a:pos x="connsiteX111876" y="connsiteY111876"/>
              </a:cxn>
              <a:cxn ang="0">
                <a:pos x="connsiteX111877" y="connsiteY111877"/>
              </a:cxn>
              <a:cxn ang="0">
                <a:pos x="connsiteX111878" y="connsiteY111878"/>
              </a:cxn>
              <a:cxn ang="0">
                <a:pos x="connsiteX111879" y="connsiteY111879"/>
              </a:cxn>
              <a:cxn ang="0">
                <a:pos x="connsiteX111880" y="connsiteY111880"/>
              </a:cxn>
              <a:cxn ang="0">
                <a:pos x="connsiteX111881" y="connsiteY111881"/>
              </a:cxn>
              <a:cxn ang="0">
                <a:pos x="connsiteX111882" y="connsiteY111882"/>
              </a:cxn>
              <a:cxn ang="0">
                <a:pos x="connsiteX111883" y="connsiteY111883"/>
              </a:cxn>
              <a:cxn ang="0">
                <a:pos x="connsiteX111884" y="connsiteY111884"/>
              </a:cxn>
              <a:cxn ang="0">
                <a:pos x="connsiteX111885" y="connsiteY111885"/>
              </a:cxn>
              <a:cxn ang="0">
                <a:pos x="connsiteX111886" y="connsiteY111886"/>
              </a:cxn>
              <a:cxn ang="0">
                <a:pos x="connsiteX111887" y="connsiteY111887"/>
              </a:cxn>
              <a:cxn ang="0">
                <a:pos x="connsiteX111888" y="connsiteY111888"/>
              </a:cxn>
              <a:cxn ang="0">
                <a:pos x="connsiteX111889" y="connsiteY111889"/>
              </a:cxn>
              <a:cxn ang="0">
                <a:pos x="connsiteX111890" y="connsiteY111890"/>
              </a:cxn>
              <a:cxn ang="0">
                <a:pos x="connsiteX111891" y="connsiteY111891"/>
              </a:cxn>
              <a:cxn ang="0">
                <a:pos x="connsiteX111892" y="connsiteY111892"/>
              </a:cxn>
              <a:cxn ang="0">
                <a:pos x="connsiteX111893" y="connsiteY111893"/>
              </a:cxn>
              <a:cxn ang="0">
                <a:pos x="connsiteX111894" y="connsiteY111894"/>
              </a:cxn>
              <a:cxn ang="0">
                <a:pos x="connsiteX111895" y="connsiteY111895"/>
              </a:cxn>
              <a:cxn ang="0">
                <a:pos x="connsiteX111896" y="connsiteY111896"/>
              </a:cxn>
              <a:cxn ang="0">
                <a:pos x="connsiteX111897" y="connsiteY111897"/>
              </a:cxn>
              <a:cxn ang="0">
                <a:pos x="connsiteX111898" y="connsiteY111898"/>
              </a:cxn>
              <a:cxn ang="0">
                <a:pos x="connsiteX111899" y="connsiteY111899"/>
              </a:cxn>
              <a:cxn ang="0">
                <a:pos x="connsiteX111900" y="connsiteY111900"/>
              </a:cxn>
              <a:cxn ang="0">
                <a:pos x="connsiteX111901" y="connsiteY111901"/>
              </a:cxn>
              <a:cxn ang="0">
                <a:pos x="connsiteX111902" y="connsiteY111902"/>
              </a:cxn>
              <a:cxn ang="0">
                <a:pos x="connsiteX111903" y="connsiteY111903"/>
              </a:cxn>
              <a:cxn ang="0">
                <a:pos x="connsiteX111904" y="connsiteY111904"/>
              </a:cxn>
              <a:cxn ang="0">
                <a:pos x="connsiteX111905" y="connsiteY111905"/>
              </a:cxn>
              <a:cxn ang="0">
                <a:pos x="connsiteX111906" y="connsiteY111906"/>
              </a:cxn>
              <a:cxn ang="0">
                <a:pos x="connsiteX111907" y="connsiteY111907"/>
              </a:cxn>
              <a:cxn ang="0">
                <a:pos x="connsiteX111908" y="connsiteY111908"/>
              </a:cxn>
              <a:cxn ang="0">
                <a:pos x="connsiteX111909" y="connsiteY111909"/>
              </a:cxn>
              <a:cxn ang="0">
                <a:pos x="connsiteX111910" y="connsiteY111910"/>
              </a:cxn>
              <a:cxn ang="0">
                <a:pos x="connsiteX111911" y="connsiteY111911"/>
              </a:cxn>
              <a:cxn ang="0">
                <a:pos x="connsiteX111912" y="connsiteY111912"/>
              </a:cxn>
              <a:cxn ang="0">
                <a:pos x="connsiteX111913" y="connsiteY111913"/>
              </a:cxn>
              <a:cxn ang="0">
                <a:pos x="connsiteX111914" y="connsiteY111914"/>
              </a:cxn>
              <a:cxn ang="0">
                <a:pos x="connsiteX111915" y="connsiteY111915"/>
              </a:cxn>
              <a:cxn ang="0">
                <a:pos x="connsiteX111916" y="connsiteY111916"/>
              </a:cxn>
              <a:cxn ang="0">
                <a:pos x="connsiteX111917" y="connsiteY111917"/>
              </a:cxn>
              <a:cxn ang="0">
                <a:pos x="connsiteX111918" y="connsiteY111918"/>
              </a:cxn>
              <a:cxn ang="0">
                <a:pos x="connsiteX111919" y="connsiteY111919"/>
              </a:cxn>
              <a:cxn ang="0">
                <a:pos x="connsiteX111920" y="connsiteY111920"/>
              </a:cxn>
              <a:cxn ang="0">
                <a:pos x="connsiteX111921" y="connsiteY111921"/>
              </a:cxn>
              <a:cxn ang="0">
                <a:pos x="connsiteX111922" y="connsiteY111922"/>
              </a:cxn>
              <a:cxn ang="0">
                <a:pos x="connsiteX111923" y="connsiteY111923"/>
              </a:cxn>
              <a:cxn ang="0">
                <a:pos x="connsiteX111924" y="connsiteY111924"/>
              </a:cxn>
              <a:cxn ang="0">
                <a:pos x="connsiteX111925" y="connsiteY111925"/>
              </a:cxn>
              <a:cxn ang="0">
                <a:pos x="connsiteX111926" y="connsiteY111926"/>
              </a:cxn>
              <a:cxn ang="0">
                <a:pos x="connsiteX111927" y="connsiteY111927"/>
              </a:cxn>
              <a:cxn ang="0">
                <a:pos x="connsiteX111928" y="connsiteY111928"/>
              </a:cxn>
              <a:cxn ang="0">
                <a:pos x="connsiteX111929" y="connsiteY111929"/>
              </a:cxn>
              <a:cxn ang="0">
                <a:pos x="connsiteX111930" y="connsiteY111930"/>
              </a:cxn>
              <a:cxn ang="0">
                <a:pos x="connsiteX111931" y="connsiteY111931"/>
              </a:cxn>
              <a:cxn ang="0">
                <a:pos x="connsiteX111932" y="connsiteY111932"/>
              </a:cxn>
              <a:cxn ang="0">
                <a:pos x="connsiteX111933" y="connsiteY111933"/>
              </a:cxn>
              <a:cxn ang="0">
                <a:pos x="connsiteX111934" y="connsiteY111934"/>
              </a:cxn>
              <a:cxn ang="0">
                <a:pos x="connsiteX111935" y="connsiteY111935"/>
              </a:cxn>
              <a:cxn ang="0">
                <a:pos x="connsiteX111936" y="connsiteY111936"/>
              </a:cxn>
              <a:cxn ang="0">
                <a:pos x="connsiteX111937" y="connsiteY111937"/>
              </a:cxn>
              <a:cxn ang="0">
                <a:pos x="connsiteX111938" y="connsiteY111938"/>
              </a:cxn>
              <a:cxn ang="0">
                <a:pos x="connsiteX111939" y="connsiteY111939"/>
              </a:cxn>
              <a:cxn ang="0">
                <a:pos x="connsiteX111940" y="connsiteY111940"/>
              </a:cxn>
              <a:cxn ang="0">
                <a:pos x="connsiteX111941" y="connsiteY111941"/>
              </a:cxn>
              <a:cxn ang="0">
                <a:pos x="connsiteX111942" y="connsiteY111942"/>
              </a:cxn>
              <a:cxn ang="0">
                <a:pos x="connsiteX111943" y="connsiteY111943"/>
              </a:cxn>
              <a:cxn ang="0">
                <a:pos x="connsiteX111944" y="connsiteY111944"/>
              </a:cxn>
              <a:cxn ang="0">
                <a:pos x="connsiteX111945" y="connsiteY111945"/>
              </a:cxn>
              <a:cxn ang="0">
                <a:pos x="connsiteX111946" y="connsiteY111946"/>
              </a:cxn>
              <a:cxn ang="0">
                <a:pos x="connsiteX111947" y="connsiteY111947"/>
              </a:cxn>
              <a:cxn ang="0">
                <a:pos x="connsiteX111948" y="connsiteY111948"/>
              </a:cxn>
              <a:cxn ang="0">
                <a:pos x="connsiteX111949" y="connsiteY111949"/>
              </a:cxn>
              <a:cxn ang="0">
                <a:pos x="connsiteX111950" y="connsiteY111950"/>
              </a:cxn>
              <a:cxn ang="0">
                <a:pos x="connsiteX111951" y="connsiteY111951"/>
              </a:cxn>
              <a:cxn ang="0">
                <a:pos x="connsiteX111952" y="connsiteY111952"/>
              </a:cxn>
              <a:cxn ang="0">
                <a:pos x="connsiteX111953" y="connsiteY111953"/>
              </a:cxn>
              <a:cxn ang="0">
                <a:pos x="connsiteX111954" y="connsiteY111954"/>
              </a:cxn>
              <a:cxn ang="0">
                <a:pos x="connsiteX111955" y="connsiteY111955"/>
              </a:cxn>
              <a:cxn ang="0">
                <a:pos x="connsiteX111956" y="connsiteY111956"/>
              </a:cxn>
              <a:cxn ang="0">
                <a:pos x="connsiteX111957" y="connsiteY111957"/>
              </a:cxn>
              <a:cxn ang="0">
                <a:pos x="connsiteX111958" y="connsiteY111958"/>
              </a:cxn>
              <a:cxn ang="0">
                <a:pos x="connsiteX111959" y="connsiteY111959"/>
              </a:cxn>
              <a:cxn ang="0">
                <a:pos x="connsiteX111960" y="connsiteY111960"/>
              </a:cxn>
              <a:cxn ang="0">
                <a:pos x="connsiteX111961" y="connsiteY111961"/>
              </a:cxn>
              <a:cxn ang="0">
                <a:pos x="connsiteX111962" y="connsiteY111962"/>
              </a:cxn>
              <a:cxn ang="0">
                <a:pos x="connsiteX111963" y="connsiteY111963"/>
              </a:cxn>
              <a:cxn ang="0">
                <a:pos x="connsiteX111964" y="connsiteY111964"/>
              </a:cxn>
              <a:cxn ang="0">
                <a:pos x="connsiteX111965" y="connsiteY111965"/>
              </a:cxn>
              <a:cxn ang="0">
                <a:pos x="connsiteX111966" y="connsiteY111966"/>
              </a:cxn>
              <a:cxn ang="0">
                <a:pos x="connsiteX111967" y="connsiteY111967"/>
              </a:cxn>
              <a:cxn ang="0">
                <a:pos x="connsiteX111968" y="connsiteY111968"/>
              </a:cxn>
              <a:cxn ang="0">
                <a:pos x="connsiteX111969" y="connsiteY111969"/>
              </a:cxn>
              <a:cxn ang="0">
                <a:pos x="connsiteX111970" y="connsiteY111970"/>
              </a:cxn>
              <a:cxn ang="0">
                <a:pos x="connsiteX111971" y="connsiteY111971"/>
              </a:cxn>
              <a:cxn ang="0">
                <a:pos x="connsiteX111972" y="connsiteY111972"/>
              </a:cxn>
              <a:cxn ang="0">
                <a:pos x="connsiteX111973" y="connsiteY111973"/>
              </a:cxn>
              <a:cxn ang="0">
                <a:pos x="connsiteX111974" y="connsiteY111974"/>
              </a:cxn>
              <a:cxn ang="0">
                <a:pos x="connsiteX111975" y="connsiteY111975"/>
              </a:cxn>
              <a:cxn ang="0">
                <a:pos x="connsiteX111976" y="connsiteY111976"/>
              </a:cxn>
              <a:cxn ang="0">
                <a:pos x="connsiteX111977" y="connsiteY111977"/>
              </a:cxn>
              <a:cxn ang="0">
                <a:pos x="connsiteX111978" y="connsiteY111978"/>
              </a:cxn>
              <a:cxn ang="0">
                <a:pos x="connsiteX111979" y="connsiteY111979"/>
              </a:cxn>
              <a:cxn ang="0">
                <a:pos x="connsiteX111980" y="connsiteY111980"/>
              </a:cxn>
              <a:cxn ang="0">
                <a:pos x="connsiteX111981" y="connsiteY111981"/>
              </a:cxn>
              <a:cxn ang="0">
                <a:pos x="connsiteX111982" y="connsiteY111982"/>
              </a:cxn>
              <a:cxn ang="0">
                <a:pos x="connsiteX111983" y="connsiteY111983"/>
              </a:cxn>
              <a:cxn ang="0">
                <a:pos x="connsiteX111984" y="connsiteY111984"/>
              </a:cxn>
              <a:cxn ang="0">
                <a:pos x="connsiteX111985" y="connsiteY111985"/>
              </a:cxn>
              <a:cxn ang="0">
                <a:pos x="connsiteX111986" y="connsiteY111986"/>
              </a:cxn>
              <a:cxn ang="0">
                <a:pos x="connsiteX111987" y="connsiteY111987"/>
              </a:cxn>
              <a:cxn ang="0">
                <a:pos x="connsiteX111988" y="connsiteY111988"/>
              </a:cxn>
              <a:cxn ang="0">
                <a:pos x="connsiteX111989" y="connsiteY111989"/>
              </a:cxn>
              <a:cxn ang="0">
                <a:pos x="connsiteX111990" y="connsiteY111990"/>
              </a:cxn>
              <a:cxn ang="0">
                <a:pos x="connsiteX111991" y="connsiteY111991"/>
              </a:cxn>
              <a:cxn ang="0">
                <a:pos x="connsiteX111992" y="connsiteY111992"/>
              </a:cxn>
              <a:cxn ang="0">
                <a:pos x="connsiteX111993" y="connsiteY111993"/>
              </a:cxn>
              <a:cxn ang="0">
                <a:pos x="connsiteX111994" y="connsiteY111994"/>
              </a:cxn>
              <a:cxn ang="0">
                <a:pos x="connsiteX111995" y="connsiteY111995"/>
              </a:cxn>
              <a:cxn ang="0">
                <a:pos x="connsiteX111996" y="connsiteY111996"/>
              </a:cxn>
              <a:cxn ang="0">
                <a:pos x="connsiteX111997" y="connsiteY111997"/>
              </a:cxn>
              <a:cxn ang="0">
                <a:pos x="connsiteX111998" y="connsiteY111998"/>
              </a:cxn>
              <a:cxn ang="0">
                <a:pos x="connsiteX111999" y="connsiteY111999"/>
              </a:cxn>
              <a:cxn ang="0">
                <a:pos x="connsiteX112000" y="connsiteY112000"/>
              </a:cxn>
              <a:cxn ang="0">
                <a:pos x="connsiteX112001" y="connsiteY112001"/>
              </a:cxn>
              <a:cxn ang="0">
                <a:pos x="connsiteX112002" y="connsiteY112002"/>
              </a:cxn>
              <a:cxn ang="0">
                <a:pos x="connsiteX112003" y="connsiteY112003"/>
              </a:cxn>
              <a:cxn ang="0">
                <a:pos x="connsiteX112004" y="connsiteY112004"/>
              </a:cxn>
              <a:cxn ang="0">
                <a:pos x="connsiteX112005" y="connsiteY112005"/>
              </a:cxn>
              <a:cxn ang="0">
                <a:pos x="connsiteX112006" y="connsiteY112006"/>
              </a:cxn>
              <a:cxn ang="0">
                <a:pos x="connsiteX112007" y="connsiteY112007"/>
              </a:cxn>
              <a:cxn ang="0">
                <a:pos x="connsiteX112008" y="connsiteY112008"/>
              </a:cxn>
              <a:cxn ang="0">
                <a:pos x="connsiteX112009" y="connsiteY112009"/>
              </a:cxn>
              <a:cxn ang="0">
                <a:pos x="connsiteX112010" y="connsiteY112010"/>
              </a:cxn>
              <a:cxn ang="0">
                <a:pos x="connsiteX112011" y="connsiteY112011"/>
              </a:cxn>
              <a:cxn ang="0">
                <a:pos x="connsiteX112012" y="connsiteY112012"/>
              </a:cxn>
              <a:cxn ang="0">
                <a:pos x="connsiteX112013" y="connsiteY112013"/>
              </a:cxn>
              <a:cxn ang="0">
                <a:pos x="connsiteX112014" y="connsiteY112014"/>
              </a:cxn>
              <a:cxn ang="0">
                <a:pos x="connsiteX112015" y="connsiteY112015"/>
              </a:cxn>
              <a:cxn ang="0">
                <a:pos x="connsiteX112016" y="connsiteY112016"/>
              </a:cxn>
              <a:cxn ang="0">
                <a:pos x="connsiteX112017" y="connsiteY112017"/>
              </a:cxn>
              <a:cxn ang="0">
                <a:pos x="connsiteX112018" y="connsiteY112018"/>
              </a:cxn>
              <a:cxn ang="0">
                <a:pos x="connsiteX112019" y="connsiteY112019"/>
              </a:cxn>
              <a:cxn ang="0">
                <a:pos x="connsiteX112020" y="connsiteY112020"/>
              </a:cxn>
              <a:cxn ang="0">
                <a:pos x="connsiteX112021" y="connsiteY112021"/>
              </a:cxn>
              <a:cxn ang="0">
                <a:pos x="connsiteX112022" y="connsiteY112022"/>
              </a:cxn>
              <a:cxn ang="0">
                <a:pos x="connsiteX112023" y="connsiteY112023"/>
              </a:cxn>
              <a:cxn ang="0">
                <a:pos x="connsiteX112024" y="connsiteY112024"/>
              </a:cxn>
              <a:cxn ang="0">
                <a:pos x="connsiteX112025" y="connsiteY112025"/>
              </a:cxn>
              <a:cxn ang="0">
                <a:pos x="connsiteX112026" y="connsiteY112026"/>
              </a:cxn>
              <a:cxn ang="0">
                <a:pos x="connsiteX112027" y="connsiteY112027"/>
              </a:cxn>
              <a:cxn ang="0">
                <a:pos x="connsiteX112028" y="connsiteY112028"/>
              </a:cxn>
              <a:cxn ang="0">
                <a:pos x="connsiteX112029" y="connsiteY112029"/>
              </a:cxn>
              <a:cxn ang="0">
                <a:pos x="connsiteX112030" y="connsiteY112030"/>
              </a:cxn>
              <a:cxn ang="0">
                <a:pos x="connsiteX112031" y="connsiteY112031"/>
              </a:cxn>
              <a:cxn ang="0">
                <a:pos x="connsiteX112032" y="connsiteY112032"/>
              </a:cxn>
              <a:cxn ang="0">
                <a:pos x="connsiteX112033" y="connsiteY112033"/>
              </a:cxn>
              <a:cxn ang="0">
                <a:pos x="connsiteX112034" y="connsiteY112034"/>
              </a:cxn>
              <a:cxn ang="0">
                <a:pos x="connsiteX112035" y="connsiteY112035"/>
              </a:cxn>
              <a:cxn ang="0">
                <a:pos x="connsiteX112036" y="connsiteY112036"/>
              </a:cxn>
              <a:cxn ang="0">
                <a:pos x="connsiteX112037" y="connsiteY112037"/>
              </a:cxn>
              <a:cxn ang="0">
                <a:pos x="connsiteX112038" y="connsiteY112038"/>
              </a:cxn>
              <a:cxn ang="0">
                <a:pos x="connsiteX112039" y="connsiteY112039"/>
              </a:cxn>
              <a:cxn ang="0">
                <a:pos x="connsiteX112040" y="connsiteY112040"/>
              </a:cxn>
              <a:cxn ang="0">
                <a:pos x="connsiteX112041" y="connsiteY112041"/>
              </a:cxn>
              <a:cxn ang="0">
                <a:pos x="connsiteX112042" y="connsiteY112042"/>
              </a:cxn>
              <a:cxn ang="0">
                <a:pos x="connsiteX112043" y="connsiteY112043"/>
              </a:cxn>
              <a:cxn ang="0">
                <a:pos x="connsiteX112044" y="connsiteY112044"/>
              </a:cxn>
              <a:cxn ang="0">
                <a:pos x="connsiteX112045" y="connsiteY112045"/>
              </a:cxn>
              <a:cxn ang="0">
                <a:pos x="connsiteX112046" y="connsiteY112046"/>
              </a:cxn>
              <a:cxn ang="0">
                <a:pos x="connsiteX112047" y="connsiteY112047"/>
              </a:cxn>
              <a:cxn ang="0">
                <a:pos x="connsiteX112048" y="connsiteY112048"/>
              </a:cxn>
              <a:cxn ang="0">
                <a:pos x="connsiteX112049" y="connsiteY112049"/>
              </a:cxn>
              <a:cxn ang="0">
                <a:pos x="connsiteX112050" y="connsiteY112050"/>
              </a:cxn>
              <a:cxn ang="0">
                <a:pos x="connsiteX112051" y="connsiteY112051"/>
              </a:cxn>
              <a:cxn ang="0">
                <a:pos x="connsiteX112052" y="connsiteY112052"/>
              </a:cxn>
              <a:cxn ang="0">
                <a:pos x="connsiteX112053" y="connsiteY112053"/>
              </a:cxn>
              <a:cxn ang="0">
                <a:pos x="connsiteX112054" y="connsiteY112054"/>
              </a:cxn>
              <a:cxn ang="0">
                <a:pos x="connsiteX112055" y="connsiteY112055"/>
              </a:cxn>
              <a:cxn ang="0">
                <a:pos x="connsiteX112056" y="connsiteY112056"/>
              </a:cxn>
              <a:cxn ang="0">
                <a:pos x="connsiteX112057" y="connsiteY112057"/>
              </a:cxn>
              <a:cxn ang="0">
                <a:pos x="connsiteX112058" y="connsiteY112058"/>
              </a:cxn>
              <a:cxn ang="0">
                <a:pos x="connsiteX112059" y="connsiteY112059"/>
              </a:cxn>
              <a:cxn ang="0">
                <a:pos x="connsiteX112060" y="connsiteY112060"/>
              </a:cxn>
              <a:cxn ang="0">
                <a:pos x="connsiteX112061" y="connsiteY112061"/>
              </a:cxn>
              <a:cxn ang="0">
                <a:pos x="connsiteX112062" y="connsiteY112062"/>
              </a:cxn>
              <a:cxn ang="0">
                <a:pos x="connsiteX112063" y="connsiteY112063"/>
              </a:cxn>
              <a:cxn ang="0">
                <a:pos x="connsiteX112064" y="connsiteY112064"/>
              </a:cxn>
              <a:cxn ang="0">
                <a:pos x="connsiteX112065" y="connsiteY112065"/>
              </a:cxn>
              <a:cxn ang="0">
                <a:pos x="connsiteX112066" y="connsiteY112066"/>
              </a:cxn>
              <a:cxn ang="0">
                <a:pos x="connsiteX112067" y="connsiteY112067"/>
              </a:cxn>
              <a:cxn ang="0">
                <a:pos x="connsiteX112068" y="connsiteY112068"/>
              </a:cxn>
              <a:cxn ang="0">
                <a:pos x="connsiteX112069" y="connsiteY112069"/>
              </a:cxn>
              <a:cxn ang="0">
                <a:pos x="connsiteX112070" y="connsiteY112070"/>
              </a:cxn>
              <a:cxn ang="0">
                <a:pos x="connsiteX112071" y="connsiteY112071"/>
              </a:cxn>
              <a:cxn ang="0">
                <a:pos x="connsiteX112072" y="connsiteY112072"/>
              </a:cxn>
              <a:cxn ang="0">
                <a:pos x="connsiteX112073" y="connsiteY112073"/>
              </a:cxn>
              <a:cxn ang="0">
                <a:pos x="connsiteX112074" y="connsiteY112074"/>
              </a:cxn>
              <a:cxn ang="0">
                <a:pos x="connsiteX112075" y="connsiteY112075"/>
              </a:cxn>
              <a:cxn ang="0">
                <a:pos x="connsiteX112076" y="connsiteY112076"/>
              </a:cxn>
              <a:cxn ang="0">
                <a:pos x="connsiteX112077" y="connsiteY112077"/>
              </a:cxn>
              <a:cxn ang="0">
                <a:pos x="connsiteX112078" y="connsiteY112078"/>
              </a:cxn>
              <a:cxn ang="0">
                <a:pos x="connsiteX112079" y="connsiteY112079"/>
              </a:cxn>
              <a:cxn ang="0">
                <a:pos x="connsiteX112080" y="connsiteY112080"/>
              </a:cxn>
              <a:cxn ang="0">
                <a:pos x="connsiteX112081" y="connsiteY112081"/>
              </a:cxn>
              <a:cxn ang="0">
                <a:pos x="connsiteX112082" y="connsiteY112082"/>
              </a:cxn>
              <a:cxn ang="0">
                <a:pos x="connsiteX112083" y="connsiteY112083"/>
              </a:cxn>
              <a:cxn ang="0">
                <a:pos x="connsiteX112084" y="connsiteY112084"/>
              </a:cxn>
              <a:cxn ang="0">
                <a:pos x="connsiteX112085" y="connsiteY112085"/>
              </a:cxn>
              <a:cxn ang="0">
                <a:pos x="connsiteX112086" y="connsiteY112086"/>
              </a:cxn>
              <a:cxn ang="0">
                <a:pos x="connsiteX112087" y="connsiteY112087"/>
              </a:cxn>
              <a:cxn ang="0">
                <a:pos x="connsiteX112088" y="connsiteY112088"/>
              </a:cxn>
              <a:cxn ang="0">
                <a:pos x="connsiteX112089" y="connsiteY112089"/>
              </a:cxn>
              <a:cxn ang="0">
                <a:pos x="connsiteX112090" y="connsiteY112090"/>
              </a:cxn>
              <a:cxn ang="0">
                <a:pos x="connsiteX112091" y="connsiteY112091"/>
              </a:cxn>
              <a:cxn ang="0">
                <a:pos x="connsiteX112092" y="connsiteY112092"/>
              </a:cxn>
              <a:cxn ang="0">
                <a:pos x="connsiteX112093" y="connsiteY112093"/>
              </a:cxn>
              <a:cxn ang="0">
                <a:pos x="connsiteX112094" y="connsiteY112094"/>
              </a:cxn>
              <a:cxn ang="0">
                <a:pos x="connsiteX112095" y="connsiteY112095"/>
              </a:cxn>
              <a:cxn ang="0">
                <a:pos x="connsiteX112096" y="connsiteY112096"/>
              </a:cxn>
              <a:cxn ang="0">
                <a:pos x="connsiteX112097" y="connsiteY112097"/>
              </a:cxn>
              <a:cxn ang="0">
                <a:pos x="connsiteX112098" y="connsiteY112098"/>
              </a:cxn>
              <a:cxn ang="0">
                <a:pos x="connsiteX112099" y="connsiteY112099"/>
              </a:cxn>
              <a:cxn ang="0">
                <a:pos x="connsiteX112100" y="connsiteY112100"/>
              </a:cxn>
              <a:cxn ang="0">
                <a:pos x="connsiteX112101" y="connsiteY112101"/>
              </a:cxn>
              <a:cxn ang="0">
                <a:pos x="connsiteX112102" y="connsiteY112102"/>
              </a:cxn>
              <a:cxn ang="0">
                <a:pos x="connsiteX112103" y="connsiteY112103"/>
              </a:cxn>
              <a:cxn ang="0">
                <a:pos x="connsiteX112104" y="connsiteY112104"/>
              </a:cxn>
              <a:cxn ang="0">
                <a:pos x="connsiteX112105" y="connsiteY112105"/>
              </a:cxn>
              <a:cxn ang="0">
                <a:pos x="connsiteX112106" y="connsiteY112106"/>
              </a:cxn>
              <a:cxn ang="0">
                <a:pos x="connsiteX112107" y="connsiteY112107"/>
              </a:cxn>
              <a:cxn ang="0">
                <a:pos x="connsiteX112108" y="connsiteY112108"/>
              </a:cxn>
              <a:cxn ang="0">
                <a:pos x="connsiteX112109" y="connsiteY112109"/>
              </a:cxn>
              <a:cxn ang="0">
                <a:pos x="connsiteX112110" y="connsiteY112110"/>
              </a:cxn>
              <a:cxn ang="0">
                <a:pos x="connsiteX112111" y="connsiteY112111"/>
              </a:cxn>
              <a:cxn ang="0">
                <a:pos x="connsiteX112112" y="connsiteY112112"/>
              </a:cxn>
              <a:cxn ang="0">
                <a:pos x="connsiteX112113" y="connsiteY112113"/>
              </a:cxn>
              <a:cxn ang="0">
                <a:pos x="connsiteX112114" y="connsiteY112114"/>
              </a:cxn>
              <a:cxn ang="0">
                <a:pos x="connsiteX112115" y="connsiteY112115"/>
              </a:cxn>
              <a:cxn ang="0">
                <a:pos x="connsiteX112116" y="connsiteY112116"/>
              </a:cxn>
              <a:cxn ang="0">
                <a:pos x="connsiteX112117" y="connsiteY112117"/>
              </a:cxn>
              <a:cxn ang="0">
                <a:pos x="connsiteX112118" y="connsiteY112118"/>
              </a:cxn>
              <a:cxn ang="0">
                <a:pos x="connsiteX112119" y="connsiteY112119"/>
              </a:cxn>
              <a:cxn ang="0">
                <a:pos x="connsiteX112120" y="connsiteY112120"/>
              </a:cxn>
              <a:cxn ang="0">
                <a:pos x="connsiteX112121" y="connsiteY112121"/>
              </a:cxn>
              <a:cxn ang="0">
                <a:pos x="connsiteX112122" y="connsiteY112122"/>
              </a:cxn>
              <a:cxn ang="0">
                <a:pos x="connsiteX112123" y="connsiteY112123"/>
              </a:cxn>
              <a:cxn ang="0">
                <a:pos x="connsiteX112124" y="connsiteY112124"/>
              </a:cxn>
              <a:cxn ang="0">
                <a:pos x="connsiteX112125" y="connsiteY112125"/>
              </a:cxn>
              <a:cxn ang="0">
                <a:pos x="connsiteX112126" y="connsiteY112126"/>
              </a:cxn>
              <a:cxn ang="0">
                <a:pos x="connsiteX112127" y="connsiteY112127"/>
              </a:cxn>
              <a:cxn ang="0">
                <a:pos x="connsiteX112128" y="connsiteY112128"/>
              </a:cxn>
              <a:cxn ang="0">
                <a:pos x="connsiteX112129" y="connsiteY112129"/>
              </a:cxn>
              <a:cxn ang="0">
                <a:pos x="connsiteX112130" y="connsiteY112130"/>
              </a:cxn>
              <a:cxn ang="0">
                <a:pos x="connsiteX112131" y="connsiteY112131"/>
              </a:cxn>
              <a:cxn ang="0">
                <a:pos x="connsiteX112132" y="connsiteY112132"/>
              </a:cxn>
              <a:cxn ang="0">
                <a:pos x="connsiteX112133" y="connsiteY112133"/>
              </a:cxn>
              <a:cxn ang="0">
                <a:pos x="connsiteX112134" y="connsiteY112134"/>
              </a:cxn>
              <a:cxn ang="0">
                <a:pos x="connsiteX112135" y="connsiteY112135"/>
              </a:cxn>
              <a:cxn ang="0">
                <a:pos x="connsiteX112136" y="connsiteY112136"/>
              </a:cxn>
              <a:cxn ang="0">
                <a:pos x="connsiteX112137" y="connsiteY112137"/>
              </a:cxn>
              <a:cxn ang="0">
                <a:pos x="connsiteX112138" y="connsiteY112138"/>
              </a:cxn>
              <a:cxn ang="0">
                <a:pos x="connsiteX112139" y="connsiteY112139"/>
              </a:cxn>
              <a:cxn ang="0">
                <a:pos x="connsiteX112140" y="connsiteY112140"/>
              </a:cxn>
              <a:cxn ang="0">
                <a:pos x="connsiteX112141" y="connsiteY112141"/>
              </a:cxn>
              <a:cxn ang="0">
                <a:pos x="connsiteX112142" y="connsiteY112142"/>
              </a:cxn>
              <a:cxn ang="0">
                <a:pos x="connsiteX112143" y="connsiteY112143"/>
              </a:cxn>
              <a:cxn ang="0">
                <a:pos x="connsiteX112144" y="connsiteY112144"/>
              </a:cxn>
              <a:cxn ang="0">
                <a:pos x="connsiteX112145" y="connsiteY112145"/>
              </a:cxn>
              <a:cxn ang="0">
                <a:pos x="connsiteX112146" y="connsiteY112146"/>
              </a:cxn>
              <a:cxn ang="0">
                <a:pos x="connsiteX112147" y="connsiteY112147"/>
              </a:cxn>
              <a:cxn ang="0">
                <a:pos x="connsiteX112148" y="connsiteY112148"/>
              </a:cxn>
              <a:cxn ang="0">
                <a:pos x="connsiteX112149" y="connsiteY112149"/>
              </a:cxn>
              <a:cxn ang="0">
                <a:pos x="connsiteX112150" y="connsiteY112150"/>
              </a:cxn>
              <a:cxn ang="0">
                <a:pos x="connsiteX112151" y="connsiteY112151"/>
              </a:cxn>
              <a:cxn ang="0">
                <a:pos x="connsiteX112152" y="connsiteY112152"/>
              </a:cxn>
              <a:cxn ang="0">
                <a:pos x="connsiteX112153" y="connsiteY112153"/>
              </a:cxn>
              <a:cxn ang="0">
                <a:pos x="connsiteX112154" y="connsiteY112154"/>
              </a:cxn>
              <a:cxn ang="0">
                <a:pos x="connsiteX112155" y="connsiteY112155"/>
              </a:cxn>
              <a:cxn ang="0">
                <a:pos x="connsiteX112156" y="connsiteY112156"/>
              </a:cxn>
              <a:cxn ang="0">
                <a:pos x="connsiteX112157" y="connsiteY112157"/>
              </a:cxn>
              <a:cxn ang="0">
                <a:pos x="connsiteX112158" y="connsiteY112158"/>
              </a:cxn>
              <a:cxn ang="0">
                <a:pos x="connsiteX112159" y="connsiteY112159"/>
              </a:cxn>
              <a:cxn ang="0">
                <a:pos x="connsiteX112160" y="connsiteY112160"/>
              </a:cxn>
              <a:cxn ang="0">
                <a:pos x="connsiteX112161" y="connsiteY112161"/>
              </a:cxn>
              <a:cxn ang="0">
                <a:pos x="connsiteX112162" y="connsiteY112162"/>
              </a:cxn>
              <a:cxn ang="0">
                <a:pos x="connsiteX112163" y="connsiteY112163"/>
              </a:cxn>
              <a:cxn ang="0">
                <a:pos x="connsiteX112164" y="connsiteY112164"/>
              </a:cxn>
              <a:cxn ang="0">
                <a:pos x="connsiteX112165" y="connsiteY112165"/>
              </a:cxn>
              <a:cxn ang="0">
                <a:pos x="connsiteX112166" y="connsiteY112166"/>
              </a:cxn>
              <a:cxn ang="0">
                <a:pos x="connsiteX112167" y="connsiteY112167"/>
              </a:cxn>
              <a:cxn ang="0">
                <a:pos x="connsiteX112168" y="connsiteY112168"/>
              </a:cxn>
              <a:cxn ang="0">
                <a:pos x="connsiteX112169" y="connsiteY112169"/>
              </a:cxn>
              <a:cxn ang="0">
                <a:pos x="connsiteX112170" y="connsiteY112170"/>
              </a:cxn>
              <a:cxn ang="0">
                <a:pos x="connsiteX112171" y="connsiteY112171"/>
              </a:cxn>
              <a:cxn ang="0">
                <a:pos x="connsiteX112172" y="connsiteY112172"/>
              </a:cxn>
              <a:cxn ang="0">
                <a:pos x="connsiteX112173" y="connsiteY112173"/>
              </a:cxn>
              <a:cxn ang="0">
                <a:pos x="connsiteX112174" y="connsiteY112174"/>
              </a:cxn>
              <a:cxn ang="0">
                <a:pos x="connsiteX112175" y="connsiteY112175"/>
              </a:cxn>
              <a:cxn ang="0">
                <a:pos x="connsiteX112176" y="connsiteY112176"/>
              </a:cxn>
              <a:cxn ang="0">
                <a:pos x="connsiteX112177" y="connsiteY112177"/>
              </a:cxn>
              <a:cxn ang="0">
                <a:pos x="connsiteX112178" y="connsiteY112178"/>
              </a:cxn>
              <a:cxn ang="0">
                <a:pos x="connsiteX112179" y="connsiteY112179"/>
              </a:cxn>
              <a:cxn ang="0">
                <a:pos x="connsiteX112180" y="connsiteY112180"/>
              </a:cxn>
              <a:cxn ang="0">
                <a:pos x="connsiteX112181" y="connsiteY112181"/>
              </a:cxn>
              <a:cxn ang="0">
                <a:pos x="connsiteX112182" y="connsiteY112182"/>
              </a:cxn>
              <a:cxn ang="0">
                <a:pos x="connsiteX112183" y="connsiteY112183"/>
              </a:cxn>
              <a:cxn ang="0">
                <a:pos x="connsiteX112184" y="connsiteY112184"/>
              </a:cxn>
              <a:cxn ang="0">
                <a:pos x="connsiteX112185" y="connsiteY112185"/>
              </a:cxn>
              <a:cxn ang="0">
                <a:pos x="connsiteX112186" y="connsiteY112186"/>
              </a:cxn>
              <a:cxn ang="0">
                <a:pos x="connsiteX112187" y="connsiteY112187"/>
              </a:cxn>
              <a:cxn ang="0">
                <a:pos x="connsiteX112188" y="connsiteY112188"/>
              </a:cxn>
              <a:cxn ang="0">
                <a:pos x="connsiteX112189" y="connsiteY112189"/>
              </a:cxn>
              <a:cxn ang="0">
                <a:pos x="connsiteX112190" y="connsiteY112190"/>
              </a:cxn>
              <a:cxn ang="0">
                <a:pos x="connsiteX112191" y="connsiteY112191"/>
              </a:cxn>
              <a:cxn ang="0">
                <a:pos x="connsiteX112192" y="connsiteY112192"/>
              </a:cxn>
              <a:cxn ang="0">
                <a:pos x="connsiteX112193" y="connsiteY112193"/>
              </a:cxn>
              <a:cxn ang="0">
                <a:pos x="connsiteX112194" y="connsiteY112194"/>
              </a:cxn>
              <a:cxn ang="0">
                <a:pos x="connsiteX112195" y="connsiteY112195"/>
              </a:cxn>
              <a:cxn ang="0">
                <a:pos x="connsiteX112196" y="connsiteY112196"/>
              </a:cxn>
              <a:cxn ang="0">
                <a:pos x="connsiteX112197" y="connsiteY112197"/>
              </a:cxn>
              <a:cxn ang="0">
                <a:pos x="connsiteX112198" y="connsiteY112198"/>
              </a:cxn>
              <a:cxn ang="0">
                <a:pos x="connsiteX112199" y="connsiteY112199"/>
              </a:cxn>
              <a:cxn ang="0">
                <a:pos x="connsiteX112200" y="connsiteY112200"/>
              </a:cxn>
              <a:cxn ang="0">
                <a:pos x="connsiteX112201" y="connsiteY112201"/>
              </a:cxn>
              <a:cxn ang="0">
                <a:pos x="connsiteX112202" y="connsiteY112202"/>
              </a:cxn>
              <a:cxn ang="0">
                <a:pos x="connsiteX112203" y="connsiteY112203"/>
              </a:cxn>
              <a:cxn ang="0">
                <a:pos x="connsiteX112204" y="connsiteY112204"/>
              </a:cxn>
              <a:cxn ang="0">
                <a:pos x="connsiteX112205" y="connsiteY112205"/>
              </a:cxn>
              <a:cxn ang="0">
                <a:pos x="connsiteX112206" y="connsiteY112206"/>
              </a:cxn>
              <a:cxn ang="0">
                <a:pos x="connsiteX112207" y="connsiteY112207"/>
              </a:cxn>
              <a:cxn ang="0">
                <a:pos x="connsiteX112208" y="connsiteY112208"/>
              </a:cxn>
              <a:cxn ang="0">
                <a:pos x="connsiteX112209" y="connsiteY112209"/>
              </a:cxn>
              <a:cxn ang="0">
                <a:pos x="connsiteX112210" y="connsiteY112210"/>
              </a:cxn>
              <a:cxn ang="0">
                <a:pos x="connsiteX112211" y="connsiteY112211"/>
              </a:cxn>
              <a:cxn ang="0">
                <a:pos x="connsiteX112212" y="connsiteY112212"/>
              </a:cxn>
              <a:cxn ang="0">
                <a:pos x="connsiteX112213" y="connsiteY112213"/>
              </a:cxn>
              <a:cxn ang="0">
                <a:pos x="connsiteX112214" y="connsiteY112214"/>
              </a:cxn>
              <a:cxn ang="0">
                <a:pos x="connsiteX112215" y="connsiteY112215"/>
              </a:cxn>
              <a:cxn ang="0">
                <a:pos x="connsiteX112216" y="connsiteY112216"/>
              </a:cxn>
              <a:cxn ang="0">
                <a:pos x="connsiteX112217" y="connsiteY112217"/>
              </a:cxn>
              <a:cxn ang="0">
                <a:pos x="connsiteX112218" y="connsiteY112218"/>
              </a:cxn>
              <a:cxn ang="0">
                <a:pos x="connsiteX112219" y="connsiteY112219"/>
              </a:cxn>
              <a:cxn ang="0">
                <a:pos x="connsiteX112220" y="connsiteY112220"/>
              </a:cxn>
              <a:cxn ang="0">
                <a:pos x="connsiteX112221" y="connsiteY112221"/>
              </a:cxn>
              <a:cxn ang="0">
                <a:pos x="connsiteX112222" y="connsiteY112222"/>
              </a:cxn>
              <a:cxn ang="0">
                <a:pos x="connsiteX112223" y="connsiteY112223"/>
              </a:cxn>
              <a:cxn ang="0">
                <a:pos x="connsiteX112224" y="connsiteY112224"/>
              </a:cxn>
              <a:cxn ang="0">
                <a:pos x="connsiteX112225" y="connsiteY112225"/>
              </a:cxn>
              <a:cxn ang="0">
                <a:pos x="connsiteX112226" y="connsiteY112226"/>
              </a:cxn>
              <a:cxn ang="0">
                <a:pos x="connsiteX112227" y="connsiteY112227"/>
              </a:cxn>
              <a:cxn ang="0">
                <a:pos x="connsiteX112228" y="connsiteY112228"/>
              </a:cxn>
              <a:cxn ang="0">
                <a:pos x="connsiteX112229" y="connsiteY112229"/>
              </a:cxn>
              <a:cxn ang="0">
                <a:pos x="connsiteX112230" y="connsiteY112230"/>
              </a:cxn>
              <a:cxn ang="0">
                <a:pos x="connsiteX112231" y="connsiteY112231"/>
              </a:cxn>
              <a:cxn ang="0">
                <a:pos x="connsiteX112232" y="connsiteY112232"/>
              </a:cxn>
              <a:cxn ang="0">
                <a:pos x="connsiteX112233" y="connsiteY112233"/>
              </a:cxn>
              <a:cxn ang="0">
                <a:pos x="connsiteX112234" y="connsiteY112234"/>
              </a:cxn>
              <a:cxn ang="0">
                <a:pos x="connsiteX112235" y="connsiteY112235"/>
              </a:cxn>
              <a:cxn ang="0">
                <a:pos x="connsiteX112236" y="connsiteY112236"/>
              </a:cxn>
              <a:cxn ang="0">
                <a:pos x="connsiteX112237" y="connsiteY112237"/>
              </a:cxn>
              <a:cxn ang="0">
                <a:pos x="connsiteX112238" y="connsiteY112238"/>
              </a:cxn>
              <a:cxn ang="0">
                <a:pos x="connsiteX112239" y="connsiteY112239"/>
              </a:cxn>
              <a:cxn ang="0">
                <a:pos x="connsiteX112240" y="connsiteY112240"/>
              </a:cxn>
              <a:cxn ang="0">
                <a:pos x="connsiteX112241" y="connsiteY112241"/>
              </a:cxn>
              <a:cxn ang="0">
                <a:pos x="connsiteX112242" y="connsiteY112242"/>
              </a:cxn>
              <a:cxn ang="0">
                <a:pos x="connsiteX112243" y="connsiteY112243"/>
              </a:cxn>
              <a:cxn ang="0">
                <a:pos x="connsiteX112244" y="connsiteY112244"/>
              </a:cxn>
              <a:cxn ang="0">
                <a:pos x="connsiteX112245" y="connsiteY112245"/>
              </a:cxn>
              <a:cxn ang="0">
                <a:pos x="connsiteX112246" y="connsiteY112246"/>
              </a:cxn>
              <a:cxn ang="0">
                <a:pos x="connsiteX112247" y="connsiteY112247"/>
              </a:cxn>
              <a:cxn ang="0">
                <a:pos x="connsiteX112248" y="connsiteY112248"/>
              </a:cxn>
              <a:cxn ang="0">
                <a:pos x="connsiteX112249" y="connsiteY112249"/>
              </a:cxn>
              <a:cxn ang="0">
                <a:pos x="connsiteX112250" y="connsiteY112250"/>
              </a:cxn>
              <a:cxn ang="0">
                <a:pos x="connsiteX112251" y="connsiteY112251"/>
              </a:cxn>
              <a:cxn ang="0">
                <a:pos x="connsiteX112252" y="connsiteY112252"/>
              </a:cxn>
              <a:cxn ang="0">
                <a:pos x="connsiteX112253" y="connsiteY112253"/>
              </a:cxn>
              <a:cxn ang="0">
                <a:pos x="connsiteX112254" y="connsiteY112254"/>
              </a:cxn>
              <a:cxn ang="0">
                <a:pos x="connsiteX112255" y="connsiteY112255"/>
              </a:cxn>
              <a:cxn ang="0">
                <a:pos x="connsiteX112256" y="connsiteY112256"/>
              </a:cxn>
              <a:cxn ang="0">
                <a:pos x="connsiteX112257" y="connsiteY112257"/>
              </a:cxn>
              <a:cxn ang="0">
                <a:pos x="connsiteX112258" y="connsiteY112258"/>
              </a:cxn>
              <a:cxn ang="0">
                <a:pos x="connsiteX112259" y="connsiteY112259"/>
              </a:cxn>
              <a:cxn ang="0">
                <a:pos x="connsiteX112260" y="connsiteY112260"/>
              </a:cxn>
              <a:cxn ang="0">
                <a:pos x="connsiteX112261" y="connsiteY112261"/>
              </a:cxn>
              <a:cxn ang="0">
                <a:pos x="connsiteX112262" y="connsiteY112262"/>
              </a:cxn>
              <a:cxn ang="0">
                <a:pos x="connsiteX112263" y="connsiteY112263"/>
              </a:cxn>
              <a:cxn ang="0">
                <a:pos x="connsiteX112264" y="connsiteY112264"/>
              </a:cxn>
              <a:cxn ang="0">
                <a:pos x="connsiteX112265" y="connsiteY112265"/>
              </a:cxn>
              <a:cxn ang="0">
                <a:pos x="connsiteX112266" y="connsiteY112266"/>
              </a:cxn>
              <a:cxn ang="0">
                <a:pos x="connsiteX112267" y="connsiteY112267"/>
              </a:cxn>
              <a:cxn ang="0">
                <a:pos x="connsiteX112268" y="connsiteY112268"/>
              </a:cxn>
              <a:cxn ang="0">
                <a:pos x="connsiteX112269" y="connsiteY112269"/>
              </a:cxn>
              <a:cxn ang="0">
                <a:pos x="connsiteX112270" y="connsiteY112270"/>
              </a:cxn>
              <a:cxn ang="0">
                <a:pos x="connsiteX112271" y="connsiteY112271"/>
              </a:cxn>
              <a:cxn ang="0">
                <a:pos x="connsiteX112272" y="connsiteY112272"/>
              </a:cxn>
              <a:cxn ang="0">
                <a:pos x="connsiteX112273" y="connsiteY112273"/>
              </a:cxn>
              <a:cxn ang="0">
                <a:pos x="connsiteX112274" y="connsiteY112274"/>
              </a:cxn>
              <a:cxn ang="0">
                <a:pos x="connsiteX112275" y="connsiteY112275"/>
              </a:cxn>
              <a:cxn ang="0">
                <a:pos x="connsiteX112276" y="connsiteY112276"/>
              </a:cxn>
              <a:cxn ang="0">
                <a:pos x="connsiteX112277" y="connsiteY112277"/>
              </a:cxn>
              <a:cxn ang="0">
                <a:pos x="connsiteX112278" y="connsiteY112278"/>
              </a:cxn>
              <a:cxn ang="0">
                <a:pos x="connsiteX112279" y="connsiteY112279"/>
              </a:cxn>
              <a:cxn ang="0">
                <a:pos x="connsiteX112280" y="connsiteY112280"/>
              </a:cxn>
              <a:cxn ang="0">
                <a:pos x="connsiteX112281" y="connsiteY112281"/>
              </a:cxn>
              <a:cxn ang="0">
                <a:pos x="connsiteX112282" y="connsiteY112282"/>
              </a:cxn>
              <a:cxn ang="0">
                <a:pos x="connsiteX112283" y="connsiteY112283"/>
              </a:cxn>
              <a:cxn ang="0">
                <a:pos x="connsiteX112284" y="connsiteY112284"/>
              </a:cxn>
              <a:cxn ang="0">
                <a:pos x="connsiteX112285" y="connsiteY112285"/>
              </a:cxn>
              <a:cxn ang="0">
                <a:pos x="connsiteX112286" y="connsiteY112286"/>
              </a:cxn>
              <a:cxn ang="0">
                <a:pos x="connsiteX112287" y="connsiteY112287"/>
              </a:cxn>
              <a:cxn ang="0">
                <a:pos x="connsiteX112288" y="connsiteY112288"/>
              </a:cxn>
              <a:cxn ang="0">
                <a:pos x="connsiteX112289" y="connsiteY112289"/>
              </a:cxn>
              <a:cxn ang="0">
                <a:pos x="connsiteX112290" y="connsiteY112290"/>
              </a:cxn>
              <a:cxn ang="0">
                <a:pos x="connsiteX112291" y="connsiteY112291"/>
              </a:cxn>
              <a:cxn ang="0">
                <a:pos x="connsiteX112292" y="connsiteY112292"/>
              </a:cxn>
              <a:cxn ang="0">
                <a:pos x="connsiteX112293" y="connsiteY112293"/>
              </a:cxn>
              <a:cxn ang="0">
                <a:pos x="connsiteX112294" y="connsiteY112294"/>
              </a:cxn>
              <a:cxn ang="0">
                <a:pos x="connsiteX112295" y="connsiteY112295"/>
              </a:cxn>
              <a:cxn ang="0">
                <a:pos x="connsiteX112296" y="connsiteY112296"/>
              </a:cxn>
              <a:cxn ang="0">
                <a:pos x="connsiteX112297" y="connsiteY112297"/>
              </a:cxn>
              <a:cxn ang="0">
                <a:pos x="connsiteX112298" y="connsiteY112298"/>
              </a:cxn>
              <a:cxn ang="0">
                <a:pos x="connsiteX112299" y="connsiteY112299"/>
              </a:cxn>
              <a:cxn ang="0">
                <a:pos x="connsiteX112300" y="connsiteY112300"/>
              </a:cxn>
              <a:cxn ang="0">
                <a:pos x="connsiteX112301" y="connsiteY112301"/>
              </a:cxn>
              <a:cxn ang="0">
                <a:pos x="connsiteX112302" y="connsiteY112302"/>
              </a:cxn>
              <a:cxn ang="0">
                <a:pos x="connsiteX112303" y="connsiteY112303"/>
              </a:cxn>
              <a:cxn ang="0">
                <a:pos x="connsiteX112304" y="connsiteY112304"/>
              </a:cxn>
              <a:cxn ang="0">
                <a:pos x="connsiteX112305" y="connsiteY112305"/>
              </a:cxn>
              <a:cxn ang="0">
                <a:pos x="connsiteX112306" y="connsiteY112306"/>
              </a:cxn>
              <a:cxn ang="0">
                <a:pos x="connsiteX112307" y="connsiteY112307"/>
              </a:cxn>
              <a:cxn ang="0">
                <a:pos x="connsiteX112308" y="connsiteY112308"/>
              </a:cxn>
              <a:cxn ang="0">
                <a:pos x="connsiteX112309" y="connsiteY112309"/>
              </a:cxn>
              <a:cxn ang="0">
                <a:pos x="connsiteX112310" y="connsiteY112310"/>
              </a:cxn>
              <a:cxn ang="0">
                <a:pos x="connsiteX112311" y="connsiteY112311"/>
              </a:cxn>
              <a:cxn ang="0">
                <a:pos x="connsiteX112312" y="connsiteY112312"/>
              </a:cxn>
              <a:cxn ang="0">
                <a:pos x="connsiteX112313" y="connsiteY112313"/>
              </a:cxn>
              <a:cxn ang="0">
                <a:pos x="connsiteX112314" y="connsiteY112314"/>
              </a:cxn>
              <a:cxn ang="0">
                <a:pos x="connsiteX112315" y="connsiteY112315"/>
              </a:cxn>
              <a:cxn ang="0">
                <a:pos x="connsiteX112316" y="connsiteY112316"/>
              </a:cxn>
              <a:cxn ang="0">
                <a:pos x="connsiteX112317" y="connsiteY112317"/>
              </a:cxn>
              <a:cxn ang="0">
                <a:pos x="connsiteX112318" y="connsiteY112318"/>
              </a:cxn>
              <a:cxn ang="0">
                <a:pos x="connsiteX112319" y="connsiteY112319"/>
              </a:cxn>
              <a:cxn ang="0">
                <a:pos x="connsiteX112320" y="connsiteY112320"/>
              </a:cxn>
              <a:cxn ang="0">
                <a:pos x="connsiteX112321" y="connsiteY112321"/>
              </a:cxn>
              <a:cxn ang="0">
                <a:pos x="connsiteX112322" y="connsiteY112322"/>
              </a:cxn>
              <a:cxn ang="0">
                <a:pos x="connsiteX112323" y="connsiteY112323"/>
              </a:cxn>
              <a:cxn ang="0">
                <a:pos x="connsiteX112324" y="connsiteY112324"/>
              </a:cxn>
              <a:cxn ang="0">
                <a:pos x="connsiteX112325" y="connsiteY112325"/>
              </a:cxn>
              <a:cxn ang="0">
                <a:pos x="connsiteX112326" y="connsiteY112326"/>
              </a:cxn>
              <a:cxn ang="0">
                <a:pos x="connsiteX112327" y="connsiteY112327"/>
              </a:cxn>
              <a:cxn ang="0">
                <a:pos x="connsiteX112328" y="connsiteY112328"/>
              </a:cxn>
              <a:cxn ang="0">
                <a:pos x="connsiteX112329" y="connsiteY112329"/>
              </a:cxn>
              <a:cxn ang="0">
                <a:pos x="connsiteX112330" y="connsiteY112330"/>
              </a:cxn>
              <a:cxn ang="0">
                <a:pos x="connsiteX112331" y="connsiteY112331"/>
              </a:cxn>
              <a:cxn ang="0">
                <a:pos x="connsiteX112332" y="connsiteY112332"/>
              </a:cxn>
              <a:cxn ang="0">
                <a:pos x="connsiteX112333" y="connsiteY112333"/>
              </a:cxn>
              <a:cxn ang="0">
                <a:pos x="connsiteX112334" y="connsiteY112334"/>
              </a:cxn>
              <a:cxn ang="0">
                <a:pos x="connsiteX112335" y="connsiteY112335"/>
              </a:cxn>
              <a:cxn ang="0">
                <a:pos x="connsiteX112336" y="connsiteY112336"/>
              </a:cxn>
              <a:cxn ang="0">
                <a:pos x="connsiteX112337" y="connsiteY112337"/>
              </a:cxn>
              <a:cxn ang="0">
                <a:pos x="connsiteX112338" y="connsiteY112338"/>
              </a:cxn>
              <a:cxn ang="0">
                <a:pos x="connsiteX112339" y="connsiteY112339"/>
              </a:cxn>
              <a:cxn ang="0">
                <a:pos x="connsiteX112340" y="connsiteY112340"/>
              </a:cxn>
              <a:cxn ang="0">
                <a:pos x="connsiteX112341" y="connsiteY112341"/>
              </a:cxn>
              <a:cxn ang="0">
                <a:pos x="connsiteX112342" y="connsiteY112342"/>
              </a:cxn>
              <a:cxn ang="0">
                <a:pos x="connsiteX112343" y="connsiteY112343"/>
              </a:cxn>
              <a:cxn ang="0">
                <a:pos x="connsiteX112344" y="connsiteY112344"/>
              </a:cxn>
              <a:cxn ang="0">
                <a:pos x="connsiteX112345" y="connsiteY112345"/>
              </a:cxn>
              <a:cxn ang="0">
                <a:pos x="connsiteX112346" y="connsiteY112346"/>
              </a:cxn>
              <a:cxn ang="0">
                <a:pos x="connsiteX112347" y="connsiteY112347"/>
              </a:cxn>
              <a:cxn ang="0">
                <a:pos x="connsiteX112348" y="connsiteY112348"/>
              </a:cxn>
              <a:cxn ang="0">
                <a:pos x="connsiteX112349" y="connsiteY112349"/>
              </a:cxn>
              <a:cxn ang="0">
                <a:pos x="connsiteX112350" y="connsiteY112350"/>
              </a:cxn>
              <a:cxn ang="0">
                <a:pos x="connsiteX112351" y="connsiteY112351"/>
              </a:cxn>
              <a:cxn ang="0">
                <a:pos x="connsiteX112352" y="connsiteY112352"/>
              </a:cxn>
              <a:cxn ang="0">
                <a:pos x="connsiteX112353" y="connsiteY112353"/>
              </a:cxn>
              <a:cxn ang="0">
                <a:pos x="connsiteX112354" y="connsiteY112354"/>
              </a:cxn>
              <a:cxn ang="0">
                <a:pos x="connsiteX112355" y="connsiteY112355"/>
              </a:cxn>
              <a:cxn ang="0">
                <a:pos x="connsiteX112356" y="connsiteY112356"/>
              </a:cxn>
              <a:cxn ang="0">
                <a:pos x="connsiteX112357" y="connsiteY112357"/>
              </a:cxn>
              <a:cxn ang="0">
                <a:pos x="connsiteX112358" y="connsiteY112358"/>
              </a:cxn>
              <a:cxn ang="0">
                <a:pos x="connsiteX112359" y="connsiteY112359"/>
              </a:cxn>
              <a:cxn ang="0">
                <a:pos x="connsiteX112360" y="connsiteY112360"/>
              </a:cxn>
              <a:cxn ang="0">
                <a:pos x="connsiteX112361" y="connsiteY112361"/>
              </a:cxn>
              <a:cxn ang="0">
                <a:pos x="connsiteX112362" y="connsiteY112362"/>
              </a:cxn>
              <a:cxn ang="0">
                <a:pos x="connsiteX112363" y="connsiteY112363"/>
              </a:cxn>
              <a:cxn ang="0">
                <a:pos x="connsiteX112364" y="connsiteY112364"/>
              </a:cxn>
              <a:cxn ang="0">
                <a:pos x="connsiteX112365" y="connsiteY112365"/>
              </a:cxn>
              <a:cxn ang="0">
                <a:pos x="connsiteX112366" y="connsiteY112366"/>
              </a:cxn>
              <a:cxn ang="0">
                <a:pos x="connsiteX112367" y="connsiteY112367"/>
              </a:cxn>
              <a:cxn ang="0">
                <a:pos x="connsiteX112368" y="connsiteY112368"/>
              </a:cxn>
              <a:cxn ang="0">
                <a:pos x="connsiteX112369" y="connsiteY112369"/>
              </a:cxn>
              <a:cxn ang="0">
                <a:pos x="connsiteX112370" y="connsiteY112370"/>
              </a:cxn>
              <a:cxn ang="0">
                <a:pos x="connsiteX112371" y="connsiteY112371"/>
              </a:cxn>
              <a:cxn ang="0">
                <a:pos x="connsiteX112372" y="connsiteY112372"/>
              </a:cxn>
              <a:cxn ang="0">
                <a:pos x="connsiteX112373" y="connsiteY112373"/>
              </a:cxn>
              <a:cxn ang="0">
                <a:pos x="connsiteX112374" y="connsiteY112374"/>
              </a:cxn>
              <a:cxn ang="0">
                <a:pos x="connsiteX112375" y="connsiteY112375"/>
              </a:cxn>
              <a:cxn ang="0">
                <a:pos x="connsiteX112376" y="connsiteY112376"/>
              </a:cxn>
              <a:cxn ang="0">
                <a:pos x="connsiteX112377" y="connsiteY112377"/>
              </a:cxn>
              <a:cxn ang="0">
                <a:pos x="connsiteX112378" y="connsiteY112378"/>
              </a:cxn>
              <a:cxn ang="0">
                <a:pos x="connsiteX112379" y="connsiteY112379"/>
              </a:cxn>
              <a:cxn ang="0">
                <a:pos x="connsiteX112380" y="connsiteY112380"/>
              </a:cxn>
              <a:cxn ang="0">
                <a:pos x="connsiteX112381" y="connsiteY112381"/>
              </a:cxn>
              <a:cxn ang="0">
                <a:pos x="connsiteX112382" y="connsiteY112382"/>
              </a:cxn>
              <a:cxn ang="0">
                <a:pos x="connsiteX112383" y="connsiteY112383"/>
              </a:cxn>
              <a:cxn ang="0">
                <a:pos x="connsiteX112384" y="connsiteY112384"/>
              </a:cxn>
              <a:cxn ang="0">
                <a:pos x="connsiteX112385" y="connsiteY112385"/>
              </a:cxn>
              <a:cxn ang="0">
                <a:pos x="connsiteX112386" y="connsiteY112386"/>
              </a:cxn>
              <a:cxn ang="0">
                <a:pos x="connsiteX112387" y="connsiteY112387"/>
              </a:cxn>
              <a:cxn ang="0">
                <a:pos x="connsiteX112388" y="connsiteY112388"/>
              </a:cxn>
              <a:cxn ang="0">
                <a:pos x="connsiteX112389" y="connsiteY112389"/>
              </a:cxn>
              <a:cxn ang="0">
                <a:pos x="connsiteX112390" y="connsiteY112390"/>
              </a:cxn>
              <a:cxn ang="0">
                <a:pos x="connsiteX112391" y="connsiteY112391"/>
              </a:cxn>
              <a:cxn ang="0">
                <a:pos x="connsiteX112392" y="connsiteY112392"/>
              </a:cxn>
              <a:cxn ang="0">
                <a:pos x="connsiteX112393" y="connsiteY112393"/>
              </a:cxn>
              <a:cxn ang="0">
                <a:pos x="connsiteX112394" y="connsiteY112394"/>
              </a:cxn>
              <a:cxn ang="0">
                <a:pos x="connsiteX112395" y="connsiteY112395"/>
              </a:cxn>
              <a:cxn ang="0">
                <a:pos x="connsiteX112396" y="connsiteY112396"/>
              </a:cxn>
              <a:cxn ang="0">
                <a:pos x="connsiteX112397" y="connsiteY112397"/>
              </a:cxn>
              <a:cxn ang="0">
                <a:pos x="connsiteX112398" y="connsiteY112398"/>
              </a:cxn>
              <a:cxn ang="0">
                <a:pos x="connsiteX112399" y="connsiteY112399"/>
              </a:cxn>
              <a:cxn ang="0">
                <a:pos x="connsiteX112400" y="connsiteY112400"/>
              </a:cxn>
              <a:cxn ang="0">
                <a:pos x="connsiteX112401" y="connsiteY112401"/>
              </a:cxn>
              <a:cxn ang="0">
                <a:pos x="connsiteX112402" y="connsiteY112402"/>
              </a:cxn>
              <a:cxn ang="0">
                <a:pos x="connsiteX112403" y="connsiteY112403"/>
              </a:cxn>
              <a:cxn ang="0">
                <a:pos x="connsiteX112404" y="connsiteY112404"/>
              </a:cxn>
              <a:cxn ang="0">
                <a:pos x="connsiteX112405" y="connsiteY112405"/>
              </a:cxn>
              <a:cxn ang="0">
                <a:pos x="connsiteX112406" y="connsiteY112406"/>
              </a:cxn>
              <a:cxn ang="0">
                <a:pos x="connsiteX112407" y="connsiteY112407"/>
              </a:cxn>
              <a:cxn ang="0">
                <a:pos x="connsiteX112408" y="connsiteY112408"/>
              </a:cxn>
              <a:cxn ang="0">
                <a:pos x="connsiteX112409" y="connsiteY112409"/>
              </a:cxn>
              <a:cxn ang="0">
                <a:pos x="connsiteX112410" y="connsiteY112410"/>
              </a:cxn>
              <a:cxn ang="0">
                <a:pos x="connsiteX112411" y="connsiteY112411"/>
              </a:cxn>
              <a:cxn ang="0">
                <a:pos x="connsiteX112412" y="connsiteY112412"/>
              </a:cxn>
              <a:cxn ang="0">
                <a:pos x="connsiteX112413" y="connsiteY112413"/>
              </a:cxn>
              <a:cxn ang="0">
                <a:pos x="connsiteX112414" y="connsiteY112414"/>
              </a:cxn>
              <a:cxn ang="0">
                <a:pos x="connsiteX112415" y="connsiteY112415"/>
              </a:cxn>
              <a:cxn ang="0">
                <a:pos x="connsiteX112416" y="connsiteY112416"/>
              </a:cxn>
              <a:cxn ang="0">
                <a:pos x="connsiteX112417" y="connsiteY112417"/>
              </a:cxn>
              <a:cxn ang="0">
                <a:pos x="connsiteX112418" y="connsiteY112418"/>
              </a:cxn>
              <a:cxn ang="0">
                <a:pos x="connsiteX112419" y="connsiteY112419"/>
              </a:cxn>
              <a:cxn ang="0">
                <a:pos x="connsiteX112420" y="connsiteY112420"/>
              </a:cxn>
              <a:cxn ang="0">
                <a:pos x="connsiteX112421" y="connsiteY112421"/>
              </a:cxn>
              <a:cxn ang="0">
                <a:pos x="connsiteX112422" y="connsiteY112422"/>
              </a:cxn>
              <a:cxn ang="0">
                <a:pos x="connsiteX112423" y="connsiteY112423"/>
              </a:cxn>
              <a:cxn ang="0">
                <a:pos x="connsiteX112424" y="connsiteY112424"/>
              </a:cxn>
              <a:cxn ang="0">
                <a:pos x="connsiteX112425" y="connsiteY112425"/>
              </a:cxn>
              <a:cxn ang="0">
                <a:pos x="connsiteX112426" y="connsiteY112426"/>
              </a:cxn>
              <a:cxn ang="0">
                <a:pos x="connsiteX112427" y="connsiteY112427"/>
              </a:cxn>
              <a:cxn ang="0">
                <a:pos x="connsiteX112428" y="connsiteY112428"/>
              </a:cxn>
              <a:cxn ang="0">
                <a:pos x="connsiteX112429" y="connsiteY112429"/>
              </a:cxn>
              <a:cxn ang="0">
                <a:pos x="connsiteX112430" y="connsiteY112430"/>
              </a:cxn>
              <a:cxn ang="0">
                <a:pos x="connsiteX112431" y="connsiteY112431"/>
              </a:cxn>
              <a:cxn ang="0">
                <a:pos x="connsiteX112432" y="connsiteY112432"/>
              </a:cxn>
              <a:cxn ang="0">
                <a:pos x="connsiteX112433" y="connsiteY112433"/>
              </a:cxn>
              <a:cxn ang="0">
                <a:pos x="connsiteX112434" y="connsiteY112434"/>
              </a:cxn>
              <a:cxn ang="0">
                <a:pos x="connsiteX112435" y="connsiteY112435"/>
              </a:cxn>
              <a:cxn ang="0">
                <a:pos x="connsiteX112436" y="connsiteY112436"/>
              </a:cxn>
              <a:cxn ang="0">
                <a:pos x="connsiteX112437" y="connsiteY112437"/>
              </a:cxn>
              <a:cxn ang="0">
                <a:pos x="connsiteX112438" y="connsiteY112438"/>
              </a:cxn>
              <a:cxn ang="0">
                <a:pos x="connsiteX112439" y="connsiteY112439"/>
              </a:cxn>
              <a:cxn ang="0">
                <a:pos x="connsiteX112440" y="connsiteY112440"/>
              </a:cxn>
              <a:cxn ang="0">
                <a:pos x="connsiteX112441" y="connsiteY112441"/>
              </a:cxn>
              <a:cxn ang="0">
                <a:pos x="connsiteX112442" y="connsiteY112442"/>
              </a:cxn>
              <a:cxn ang="0">
                <a:pos x="connsiteX112443" y="connsiteY112443"/>
              </a:cxn>
              <a:cxn ang="0">
                <a:pos x="connsiteX112444" y="connsiteY112444"/>
              </a:cxn>
              <a:cxn ang="0">
                <a:pos x="connsiteX112445" y="connsiteY112445"/>
              </a:cxn>
              <a:cxn ang="0">
                <a:pos x="connsiteX112446" y="connsiteY112446"/>
              </a:cxn>
              <a:cxn ang="0">
                <a:pos x="connsiteX112447" y="connsiteY112447"/>
              </a:cxn>
              <a:cxn ang="0">
                <a:pos x="connsiteX112448" y="connsiteY112448"/>
              </a:cxn>
              <a:cxn ang="0">
                <a:pos x="connsiteX112449" y="connsiteY112449"/>
              </a:cxn>
              <a:cxn ang="0">
                <a:pos x="connsiteX112450" y="connsiteY112450"/>
              </a:cxn>
              <a:cxn ang="0">
                <a:pos x="connsiteX112451" y="connsiteY112451"/>
              </a:cxn>
              <a:cxn ang="0">
                <a:pos x="connsiteX112452" y="connsiteY112452"/>
              </a:cxn>
              <a:cxn ang="0">
                <a:pos x="connsiteX112453" y="connsiteY112453"/>
              </a:cxn>
              <a:cxn ang="0">
                <a:pos x="connsiteX112454" y="connsiteY112454"/>
              </a:cxn>
              <a:cxn ang="0">
                <a:pos x="connsiteX112455" y="connsiteY112455"/>
              </a:cxn>
              <a:cxn ang="0">
                <a:pos x="connsiteX112456" y="connsiteY112456"/>
              </a:cxn>
              <a:cxn ang="0">
                <a:pos x="connsiteX112457" y="connsiteY112457"/>
              </a:cxn>
              <a:cxn ang="0">
                <a:pos x="connsiteX112458" y="connsiteY112458"/>
              </a:cxn>
              <a:cxn ang="0">
                <a:pos x="connsiteX112459" y="connsiteY112459"/>
              </a:cxn>
              <a:cxn ang="0">
                <a:pos x="connsiteX112460" y="connsiteY112460"/>
              </a:cxn>
              <a:cxn ang="0">
                <a:pos x="connsiteX112461" y="connsiteY112461"/>
              </a:cxn>
              <a:cxn ang="0">
                <a:pos x="connsiteX112462" y="connsiteY112462"/>
              </a:cxn>
              <a:cxn ang="0">
                <a:pos x="connsiteX112463" y="connsiteY112463"/>
              </a:cxn>
              <a:cxn ang="0">
                <a:pos x="connsiteX112464" y="connsiteY112464"/>
              </a:cxn>
              <a:cxn ang="0">
                <a:pos x="connsiteX112465" y="connsiteY112465"/>
              </a:cxn>
              <a:cxn ang="0">
                <a:pos x="connsiteX112466" y="connsiteY112466"/>
              </a:cxn>
              <a:cxn ang="0">
                <a:pos x="connsiteX112467" y="connsiteY112467"/>
              </a:cxn>
              <a:cxn ang="0">
                <a:pos x="connsiteX112468" y="connsiteY112468"/>
              </a:cxn>
              <a:cxn ang="0">
                <a:pos x="connsiteX112469" y="connsiteY112469"/>
              </a:cxn>
              <a:cxn ang="0">
                <a:pos x="connsiteX112470" y="connsiteY112470"/>
              </a:cxn>
              <a:cxn ang="0">
                <a:pos x="connsiteX112471" y="connsiteY112471"/>
              </a:cxn>
              <a:cxn ang="0">
                <a:pos x="connsiteX112472" y="connsiteY112472"/>
              </a:cxn>
              <a:cxn ang="0">
                <a:pos x="connsiteX112473" y="connsiteY112473"/>
              </a:cxn>
              <a:cxn ang="0">
                <a:pos x="connsiteX112474" y="connsiteY112474"/>
              </a:cxn>
              <a:cxn ang="0">
                <a:pos x="connsiteX112475" y="connsiteY112475"/>
              </a:cxn>
              <a:cxn ang="0">
                <a:pos x="connsiteX112476" y="connsiteY112476"/>
              </a:cxn>
              <a:cxn ang="0">
                <a:pos x="connsiteX112477" y="connsiteY112477"/>
              </a:cxn>
              <a:cxn ang="0">
                <a:pos x="connsiteX112478" y="connsiteY112478"/>
              </a:cxn>
              <a:cxn ang="0">
                <a:pos x="connsiteX112479" y="connsiteY112479"/>
              </a:cxn>
              <a:cxn ang="0">
                <a:pos x="connsiteX112480" y="connsiteY112480"/>
              </a:cxn>
              <a:cxn ang="0">
                <a:pos x="connsiteX112481" y="connsiteY112481"/>
              </a:cxn>
              <a:cxn ang="0">
                <a:pos x="connsiteX112482" y="connsiteY112482"/>
              </a:cxn>
              <a:cxn ang="0">
                <a:pos x="connsiteX112483" y="connsiteY112483"/>
              </a:cxn>
              <a:cxn ang="0">
                <a:pos x="connsiteX112484" y="connsiteY112484"/>
              </a:cxn>
              <a:cxn ang="0">
                <a:pos x="connsiteX112485" y="connsiteY112485"/>
              </a:cxn>
              <a:cxn ang="0">
                <a:pos x="connsiteX112486" y="connsiteY112486"/>
              </a:cxn>
              <a:cxn ang="0">
                <a:pos x="connsiteX112487" y="connsiteY112487"/>
              </a:cxn>
              <a:cxn ang="0">
                <a:pos x="connsiteX112488" y="connsiteY112488"/>
              </a:cxn>
              <a:cxn ang="0">
                <a:pos x="connsiteX112489" y="connsiteY112489"/>
              </a:cxn>
              <a:cxn ang="0">
                <a:pos x="connsiteX112490" y="connsiteY112490"/>
              </a:cxn>
              <a:cxn ang="0">
                <a:pos x="connsiteX112491" y="connsiteY112491"/>
              </a:cxn>
              <a:cxn ang="0">
                <a:pos x="connsiteX112492" y="connsiteY112492"/>
              </a:cxn>
              <a:cxn ang="0">
                <a:pos x="connsiteX112493" y="connsiteY112493"/>
              </a:cxn>
              <a:cxn ang="0">
                <a:pos x="connsiteX112494" y="connsiteY112494"/>
              </a:cxn>
              <a:cxn ang="0">
                <a:pos x="connsiteX112495" y="connsiteY112495"/>
              </a:cxn>
              <a:cxn ang="0">
                <a:pos x="connsiteX112496" y="connsiteY112496"/>
              </a:cxn>
              <a:cxn ang="0">
                <a:pos x="connsiteX112497" y="connsiteY112497"/>
              </a:cxn>
              <a:cxn ang="0">
                <a:pos x="connsiteX112498" y="connsiteY112498"/>
              </a:cxn>
              <a:cxn ang="0">
                <a:pos x="connsiteX112499" y="connsiteY112499"/>
              </a:cxn>
              <a:cxn ang="0">
                <a:pos x="connsiteX112500" y="connsiteY112500"/>
              </a:cxn>
              <a:cxn ang="0">
                <a:pos x="connsiteX112501" y="connsiteY112501"/>
              </a:cxn>
              <a:cxn ang="0">
                <a:pos x="connsiteX112502" y="connsiteY112502"/>
              </a:cxn>
              <a:cxn ang="0">
                <a:pos x="connsiteX112503" y="connsiteY112503"/>
              </a:cxn>
              <a:cxn ang="0">
                <a:pos x="connsiteX112504" y="connsiteY112504"/>
              </a:cxn>
              <a:cxn ang="0">
                <a:pos x="connsiteX112505" y="connsiteY112505"/>
              </a:cxn>
              <a:cxn ang="0">
                <a:pos x="connsiteX112506" y="connsiteY112506"/>
              </a:cxn>
              <a:cxn ang="0">
                <a:pos x="connsiteX112507" y="connsiteY112507"/>
              </a:cxn>
              <a:cxn ang="0">
                <a:pos x="connsiteX112508" y="connsiteY112508"/>
              </a:cxn>
              <a:cxn ang="0">
                <a:pos x="connsiteX112509" y="connsiteY112509"/>
              </a:cxn>
              <a:cxn ang="0">
                <a:pos x="connsiteX112510" y="connsiteY112510"/>
              </a:cxn>
              <a:cxn ang="0">
                <a:pos x="connsiteX112511" y="connsiteY112511"/>
              </a:cxn>
              <a:cxn ang="0">
                <a:pos x="connsiteX112512" y="connsiteY112512"/>
              </a:cxn>
              <a:cxn ang="0">
                <a:pos x="connsiteX112513" y="connsiteY112513"/>
              </a:cxn>
              <a:cxn ang="0">
                <a:pos x="connsiteX112514" y="connsiteY112514"/>
              </a:cxn>
              <a:cxn ang="0">
                <a:pos x="connsiteX112515" y="connsiteY112515"/>
              </a:cxn>
              <a:cxn ang="0">
                <a:pos x="connsiteX112516" y="connsiteY112516"/>
              </a:cxn>
              <a:cxn ang="0">
                <a:pos x="connsiteX112517" y="connsiteY112517"/>
              </a:cxn>
              <a:cxn ang="0">
                <a:pos x="connsiteX112518" y="connsiteY112518"/>
              </a:cxn>
              <a:cxn ang="0">
                <a:pos x="connsiteX112519" y="connsiteY112519"/>
              </a:cxn>
              <a:cxn ang="0">
                <a:pos x="connsiteX112520" y="connsiteY112520"/>
              </a:cxn>
              <a:cxn ang="0">
                <a:pos x="connsiteX112521" y="connsiteY112521"/>
              </a:cxn>
              <a:cxn ang="0">
                <a:pos x="connsiteX112522" y="connsiteY112522"/>
              </a:cxn>
              <a:cxn ang="0">
                <a:pos x="connsiteX112523" y="connsiteY112523"/>
              </a:cxn>
              <a:cxn ang="0">
                <a:pos x="connsiteX112524" y="connsiteY112524"/>
              </a:cxn>
              <a:cxn ang="0">
                <a:pos x="connsiteX112525" y="connsiteY112525"/>
              </a:cxn>
              <a:cxn ang="0">
                <a:pos x="connsiteX112526" y="connsiteY112526"/>
              </a:cxn>
              <a:cxn ang="0">
                <a:pos x="connsiteX112527" y="connsiteY112527"/>
              </a:cxn>
              <a:cxn ang="0">
                <a:pos x="connsiteX112528" y="connsiteY112528"/>
              </a:cxn>
              <a:cxn ang="0">
                <a:pos x="connsiteX112529" y="connsiteY112529"/>
              </a:cxn>
              <a:cxn ang="0">
                <a:pos x="connsiteX112530" y="connsiteY112530"/>
              </a:cxn>
              <a:cxn ang="0">
                <a:pos x="connsiteX112531" y="connsiteY112531"/>
              </a:cxn>
              <a:cxn ang="0">
                <a:pos x="connsiteX112532" y="connsiteY112532"/>
              </a:cxn>
              <a:cxn ang="0">
                <a:pos x="connsiteX112533" y="connsiteY112533"/>
              </a:cxn>
              <a:cxn ang="0">
                <a:pos x="connsiteX112534" y="connsiteY112534"/>
              </a:cxn>
              <a:cxn ang="0">
                <a:pos x="connsiteX112535" y="connsiteY112535"/>
              </a:cxn>
              <a:cxn ang="0">
                <a:pos x="connsiteX112536" y="connsiteY112536"/>
              </a:cxn>
              <a:cxn ang="0">
                <a:pos x="connsiteX112537" y="connsiteY112537"/>
              </a:cxn>
              <a:cxn ang="0">
                <a:pos x="connsiteX112538" y="connsiteY112538"/>
              </a:cxn>
              <a:cxn ang="0">
                <a:pos x="connsiteX112539" y="connsiteY112539"/>
              </a:cxn>
              <a:cxn ang="0">
                <a:pos x="connsiteX112540" y="connsiteY112540"/>
              </a:cxn>
              <a:cxn ang="0">
                <a:pos x="connsiteX112541" y="connsiteY112541"/>
              </a:cxn>
              <a:cxn ang="0">
                <a:pos x="connsiteX112542" y="connsiteY112542"/>
              </a:cxn>
              <a:cxn ang="0">
                <a:pos x="connsiteX112543" y="connsiteY112543"/>
              </a:cxn>
              <a:cxn ang="0">
                <a:pos x="connsiteX112544" y="connsiteY112544"/>
              </a:cxn>
              <a:cxn ang="0">
                <a:pos x="connsiteX112545" y="connsiteY112545"/>
              </a:cxn>
              <a:cxn ang="0">
                <a:pos x="connsiteX112546" y="connsiteY112546"/>
              </a:cxn>
              <a:cxn ang="0">
                <a:pos x="connsiteX112547" y="connsiteY112547"/>
              </a:cxn>
              <a:cxn ang="0">
                <a:pos x="connsiteX112548" y="connsiteY112548"/>
              </a:cxn>
              <a:cxn ang="0">
                <a:pos x="connsiteX112549" y="connsiteY112549"/>
              </a:cxn>
              <a:cxn ang="0">
                <a:pos x="connsiteX112550" y="connsiteY112550"/>
              </a:cxn>
              <a:cxn ang="0">
                <a:pos x="connsiteX112551" y="connsiteY112551"/>
              </a:cxn>
              <a:cxn ang="0">
                <a:pos x="connsiteX112552" y="connsiteY112552"/>
              </a:cxn>
              <a:cxn ang="0">
                <a:pos x="connsiteX112553" y="connsiteY112553"/>
              </a:cxn>
              <a:cxn ang="0">
                <a:pos x="connsiteX112554" y="connsiteY112554"/>
              </a:cxn>
              <a:cxn ang="0">
                <a:pos x="connsiteX112555" y="connsiteY112555"/>
              </a:cxn>
              <a:cxn ang="0">
                <a:pos x="connsiteX112556" y="connsiteY112556"/>
              </a:cxn>
              <a:cxn ang="0">
                <a:pos x="connsiteX112557" y="connsiteY112557"/>
              </a:cxn>
              <a:cxn ang="0">
                <a:pos x="connsiteX112558" y="connsiteY112558"/>
              </a:cxn>
              <a:cxn ang="0">
                <a:pos x="connsiteX112559" y="connsiteY112559"/>
              </a:cxn>
              <a:cxn ang="0">
                <a:pos x="connsiteX112560" y="connsiteY112560"/>
              </a:cxn>
              <a:cxn ang="0">
                <a:pos x="connsiteX112561" y="connsiteY112561"/>
              </a:cxn>
              <a:cxn ang="0">
                <a:pos x="connsiteX112562" y="connsiteY112562"/>
              </a:cxn>
              <a:cxn ang="0">
                <a:pos x="connsiteX112563" y="connsiteY112563"/>
              </a:cxn>
              <a:cxn ang="0">
                <a:pos x="connsiteX112564" y="connsiteY112564"/>
              </a:cxn>
              <a:cxn ang="0">
                <a:pos x="connsiteX112565" y="connsiteY112565"/>
              </a:cxn>
              <a:cxn ang="0">
                <a:pos x="connsiteX112566" y="connsiteY112566"/>
              </a:cxn>
              <a:cxn ang="0">
                <a:pos x="connsiteX112567" y="connsiteY112567"/>
              </a:cxn>
              <a:cxn ang="0">
                <a:pos x="connsiteX112568" y="connsiteY112568"/>
              </a:cxn>
              <a:cxn ang="0">
                <a:pos x="connsiteX112569" y="connsiteY112569"/>
              </a:cxn>
              <a:cxn ang="0">
                <a:pos x="connsiteX112570" y="connsiteY112570"/>
              </a:cxn>
              <a:cxn ang="0">
                <a:pos x="connsiteX112571" y="connsiteY112571"/>
              </a:cxn>
              <a:cxn ang="0">
                <a:pos x="connsiteX112572" y="connsiteY112572"/>
              </a:cxn>
              <a:cxn ang="0">
                <a:pos x="connsiteX112573" y="connsiteY112573"/>
              </a:cxn>
              <a:cxn ang="0">
                <a:pos x="connsiteX112574" y="connsiteY112574"/>
              </a:cxn>
              <a:cxn ang="0">
                <a:pos x="connsiteX112575" y="connsiteY112575"/>
              </a:cxn>
              <a:cxn ang="0">
                <a:pos x="connsiteX112576" y="connsiteY112576"/>
              </a:cxn>
              <a:cxn ang="0">
                <a:pos x="connsiteX112577" y="connsiteY112577"/>
              </a:cxn>
              <a:cxn ang="0">
                <a:pos x="connsiteX112578" y="connsiteY112578"/>
              </a:cxn>
              <a:cxn ang="0">
                <a:pos x="connsiteX112579" y="connsiteY112579"/>
              </a:cxn>
              <a:cxn ang="0">
                <a:pos x="connsiteX112580" y="connsiteY112580"/>
              </a:cxn>
              <a:cxn ang="0">
                <a:pos x="connsiteX112581" y="connsiteY112581"/>
              </a:cxn>
              <a:cxn ang="0">
                <a:pos x="connsiteX112582" y="connsiteY112582"/>
              </a:cxn>
              <a:cxn ang="0">
                <a:pos x="connsiteX112583" y="connsiteY112583"/>
              </a:cxn>
              <a:cxn ang="0">
                <a:pos x="connsiteX112584" y="connsiteY112584"/>
              </a:cxn>
              <a:cxn ang="0">
                <a:pos x="connsiteX112585" y="connsiteY112585"/>
              </a:cxn>
              <a:cxn ang="0">
                <a:pos x="connsiteX112586" y="connsiteY112586"/>
              </a:cxn>
              <a:cxn ang="0">
                <a:pos x="connsiteX112587" y="connsiteY112587"/>
              </a:cxn>
              <a:cxn ang="0">
                <a:pos x="connsiteX112588" y="connsiteY112588"/>
              </a:cxn>
              <a:cxn ang="0">
                <a:pos x="connsiteX112589" y="connsiteY112589"/>
              </a:cxn>
              <a:cxn ang="0">
                <a:pos x="connsiteX112590" y="connsiteY112590"/>
              </a:cxn>
              <a:cxn ang="0">
                <a:pos x="connsiteX112591" y="connsiteY112591"/>
              </a:cxn>
              <a:cxn ang="0">
                <a:pos x="connsiteX112592" y="connsiteY112592"/>
              </a:cxn>
              <a:cxn ang="0">
                <a:pos x="connsiteX112593" y="connsiteY112593"/>
              </a:cxn>
              <a:cxn ang="0">
                <a:pos x="connsiteX112594" y="connsiteY112594"/>
              </a:cxn>
              <a:cxn ang="0">
                <a:pos x="connsiteX112595" y="connsiteY112595"/>
              </a:cxn>
              <a:cxn ang="0">
                <a:pos x="connsiteX112596" y="connsiteY112596"/>
              </a:cxn>
              <a:cxn ang="0">
                <a:pos x="connsiteX112597" y="connsiteY112597"/>
              </a:cxn>
              <a:cxn ang="0">
                <a:pos x="connsiteX112598" y="connsiteY112598"/>
              </a:cxn>
              <a:cxn ang="0">
                <a:pos x="connsiteX112599" y="connsiteY112599"/>
              </a:cxn>
              <a:cxn ang="0">
                <a:pos x="connsiteX112600" y="connsiteY112600"/>
              </a:cxn>
              <a:cxn ang="0">
                <a:pos x="connsiteX112601" y="connsiteY112601"/>
              </a:cxn>
              <a:cxn ang="0">
                <a:pos x="connsiteX112602" y="connsiteY112602"/>
              </a:cxn>
              <a:cxn ang="0">
                <a:pos x="connsiteX112603" y="connsiteY112603"/>
              </a:cxn>
              <a:cxn ang="0">
                <a:pos x="connsiteX112604" y="connsiteY112604"/>
              </a:cxn>
              <a:cxn ang="0">
                <a:pos x="connsiteX112605" y="connsiteY112605"/>
              </a:cxn>
              <a:cxn ang="0">
                <a:pos x="connsiteX112606" y="connsiteY112606"/>
              </a:cxn>
              <a:cxn ang="0">
                <a:pos x="connsiteX112607" y="connsiteY112607"/>
              </a:cxn>
              <a:cxn ang="0">
                <a:pos x="connsiteX112608" y="connsiteY112608"/>
              </a:cxn>
              <a:cxn ang="0">
                <a:pos x="connsiteX112609" y="connsiteY112609"/>
              </a:cxn>
              <a:cxn ang="0">
                <a:pos x="connsiteX112610" y="connsiteY112610"/>
              </a:cxn>
              <a:cxn ang="0">
                <a:pos x="connsiteX112611" y="connsiteY112611"/>
              </a:cxn>
              <a:cxn ang="0">
                <a:pos x="connsiteX112612" y="connsiteY112612"/>
              </a:cxn>
              <a:cxn ang="0">
                <a:pos x="connsiteX112613" y="connsiteY112613"/>
              </a:cxn>
              <a:cxn ang="0">
                <a:pos x="connsiteX112614" y="connsiteY112614"/>
              </a:cxn>
              <a:cxn ang="0">
                <a:pos x="connsiteX112615" y="connsiteY112615"/>
              </a:cxn>
              <a:cxn ang="0">
                <a:pos x="connsiteX112616" y="connsiteY112616"/>
              </a:cxn>
              <a:cxn ang="0">
                <a:pos x="connsiteX112617" y="connsiteY112617"/>
              </a:cxn>
              <a:cxn ang="0">
                <a:pos x="connsiteX112618" y="connsiteY112618"/>
              </a:cxn>
              <a:cxn ang="0">
                <a:pos x="connsiteX112619" y="connsiteY112619"/>
              </a:cxn>
              <a:cxn ang="0">
                <a:pos x="connsiteX112620" y="connsiteY112620"/>
              </a:cxn>
              <a:cxn ang="0">
                <a:pos x="connsiteX112621" y="connsiteY112621"/>
              </a:cxn>
              <a:cxn ang="0">
                <a:pos x="connsiteX112622" y="connsiteY112622"/>
              </a:cxn>
              <a:cxn ang="0">
                <a:pos x="connsiteX112623" y="connsiteY112623"/>
              </a:cxn>
              <a:cxn ang="0">
                <a:pos x="connsiteX112624" y="connsiteY112624"/>
              </a:cxn>
              <a:cxn ang="0">
                <a:pos x="connsiteX112625" y="connsiteY112625"/>
              </a:cxn>
              <a:cxn ang="0">
                <a:pos x="connsiteX112626" y="connsiteY112626"/>
              </a:cxn>
              <a:cxn ang="0">
                <a:pos x="connsiteX112627" y="connsiteY112627"/>
              </a:cxn>
              <a:cxn ang="0">
                <a:pos x="connsiteX112628" y="connsiteY112628"/>
              </a:cxn>
              <a:cxn ang="0">
                <a:pos x="connsiteX112629" y="connsiteY112629"/>
              </a:cxn>
              <a:cxn ang="0">
                <a:pos x="connsiteX112630" y="connsiteY112630"/>
              </a:cxn>
              <a:cxn ang="0">
                <a:pos x="connsiteX112631" y="connsiteY112631"/>
              </a:cxn>
              <a:cxn ang="0">
                <a:pos x="connsiteX112632" y="connsiteY112632"/>
              </a:cxn>
              <a:cxn ang="0">
                <a:pos x="connsiteX112633" y="connsiteY112633"/>
              </a:cxn>
              <a:cxn ang="0">
                <a:pos x="connsiteX112634" y="connsiteY112634"/>
              </a:cxn>
              <a:cxn ang="0">
                <a:pos x="connsiteX112635" y="connsiteY112635"/>
              </a:cxn>
              <a:cxn ang="0">
                <a:pos x="connsiteX112636" y="connsiteY112636"/>
              </a:cxn>
              <a:cxn ang="0">
                <a:pos x="connsiteX112637" y="connsiteY112637"/>
              </a:cxn>
              <a:cxn ang="0">
                <a:pos x="connsiteX112638" y="connsiteY112638"/>
              </a:cxn>
              <a:cxn ang="0">
                <a:pos x="connsiteX112639" y="connsiteY112639"/>
              </a:cxn>
              <a:cxn ang="0">
                <a:pos x="connsiteX112640" y="connsiteY112640"/>
              </a:cxn>
              <a:cxn ang="0">
                <a:pos x="connsiteX112641" y="connsiteY112641"/>
              </a:cxn>
              <a:cxn ang="0">
                <a:pos x="connsiteX112642" y="connsiteY112642"/>
              </a:cxn>
              <a:cxn ang="0">
                <a:pos x="connsiteX112643" y="connsiteY112643"/>
              </a:cxn>
              <a:cxn ang="0">
                <a:pos x="connsiteX112644" y="connsiteY112644"/>
              </a:cxn>
              <a:cxn ang="0">
                <a:pos x="connsiteX112645" y="connsiteY112645"/>
              </a:cxn>
              <a:cxn ang="0">
                <a:pos x="connsiteX112646" y="connsiteY112646"/>
              </a:cxn>
              <a:cxn ang="0">
                <a:pos x="connsiteX112647" y="connsiteY112647"/>
              </a:cxn>
              <a:cxn ang="0">
                <a:pos x="connsiteX112648" y="connsiteY112648"/>
              </a:cxn>
              <a:cxn ang="0">
                <a:pos x="connsiteX112649" y="connsiteY112649"/>
              </a:cxn>
              <a:cxn ang="0">
                <a:pos x="connsiteX112650" y="connsiteY112650"/>
              </a:cxn>
              <a:cxn ang="0">
                <a:pos x="connsiteX112651" y="connsiteY112651"/>
              </a:cxn>
              <a:cxn ang="0">
                <a:pos x="connsiteX112652" y="connsiteY112652"/>
              </a:cxn>
              <a:cxn ang="0">
                <a:pos x="connsiteX112653" y="connsiteY112653"/>
              </a:cxn>
              <a:cxn ang="0">
                <a:pos x="connsiteX112654" y="connsiteY112654"/>
              </a:cxn>
              <a:cxn ang="0">
                <a:pos x="connsiteX112655" y="connsiteY112655"/>
              </a:cxn>
              <a:cxn ang="0">
                <a:pos x="connsiteX112656" y="connsiteY112656"/>
              </a:cxn>
              <a:cxn ang="0">
                <a:pos x="connsiteX112657" y="connsiteY112657"/>
              </a:cxn>
              <a:cxn ang="0">
                <a:pos x="connsiteX112658" y="connsiteY112658"/>
              </a:cxn>
              <a:cxn ang="0">
                <a:pos x="connsiteX112659" y="connsiteY112659"/>
              </a:cxn>
              <a:cxn ang="0">
                <a:pos x="connsiteX112660" y="connsiteY112660"/>
              </a:cxn>
              <a:cxn ang="0">
                <a:pos x="connsiteX112661" y="connsiteY112661"/>
              </a:cxn>
              <a:cxn ang="0">
                <a:pos x="connsiteX112662" y="connsiteY112662"/>
              </a:cxn>
              <a:cxn ang="0">
                <a:pos x="connsiteX112663" y="connsiteY112663"/>
              </a:cxn>
              <a:cxn ang="0">
                <a:pos x="connsiteX112664" y="connsiteY112664"/>
              </a:cxn>
              <a:cxn ang="0">
                <a:pos x="connsiteX112665" y="connsiteY112665"/>
              </a:cxn>
              <a:cxn ang="0">
                <a:pos x="connsiteX112666" y="connsiteY112666"/>
              </a:cxn>
              <a:cxn ang="0">
                <a:pos x="connsiteX112667" y="connsiteY112667"/>
              </a:cxn>
              <a:cxn ang="0">
                <a:pos x="connsiteX112668" y="connsiteY112668"/>
              </a:cxn>
              <a:cxn ang="0">
                <a:pos x="connsiteX112669" y="connsiteY112669"/>
              </a:cxn>
              <a:cxn ang="0">
                <a:pos x="connsiteX112670" y="connsiteY112670"/>
              </a:cxn>
              <a:cxn ang="0">
                <a:pos x="connsiteX112671" y="connsiteY112671"/>
              </a:cxn>
              <a:cxn ang="0">
                <a:pos x="connsiteX112672" y="connsiteY112672"/>
              </a:cxn>
              <a:cxn ang="0">
                <a:pos x="connsiteX112673" y="connsiteY112673"/>
              </a:cxn>
              <a:cxn ang="0">
                <a:pos x="connsiteX112674" y="connsiteY112674"/>
              </a:cxn>
              <a:cxn ang="0">
                <a:pos x="connsiteX112675" y="connsiteY112675"/>
              </a:cxn>
              <a:cxn ang="0">
                <a:pos x="connsiteX112676" y="connsiteY112676"/>
              </a:cxn>
              <a:cxn ang="0">
                <a:pos x="connsiteX112677" y="connsiteY112677"/>
              </a:cxn>
              <a:cxn ang="0">
                <a:pos x="connsiteX112678" y="connsiteY112678"/>
              </a:cxn>
              <a:cxn ang="0">
                <a:pos x="connsiteX112679" y="connsiteY112679"/>
              </a:cxn>
              <a:cxn ang="0">
                <a:pos x="connsiteX112680" y="connsiteY112680"/>
              </a:cxn>
              <a:cxn ang="0">
                <a:pos x="connsiteX112681" y="connsiteY112681"/>
              </a:cxn>
              <a:cxn ang="0">
                <a:pos x="connsiteX112682" y="connsiteY112682"/>
              </a:cxn>
              <a:cxn ang="0">
                <a:pos x="connsiteX112683" y="connsiteY112683"/>
              </a:cxn>
              <a:cxn ang="0">
                <a:pos x="connsiteX112684" y="connsiteY112684"/>
              </a:cxn>
              <a:cxn ang="0">
                <a:pos x="connsiteX112685" y="connsiteY112685"/>
              </a:cxn>
              <a:cxn ang="0">
                <a:pos x="connsiteX112686" y="connsiteY112686"/>
              </a:cxn>
              <a:cxn ang="0">
                <a:pos x="connsiteX112687" y="connsiteY112687"/>
              </a:cxn>
              <a:cxn ang="0">
                <a:pos x="connsiteX112688" y="connsiteY112688"/>
              </a:cxn>
              <a:cxn ang="0">
                <a:pos x="connsiteX112689" y="connsiteY112689"/>
              </a:cxn>
              <a:cxn ang="0">
                <a:pos x="connsiteX112690" y="connsiteY112690"/>
              </a:cxn>
              <a:cxn ang="0">
                <a:pos x="connsiteX112691" y="connsiteY112691"/>
              </a:cxn>
              <a:cxn ang="0">
                <a:pos x="connsiteX112692" y="connsiteY112692"/>
              </a:cxn>
              <a:cxn ang="0">
                <a:pos x="connsiteX112693" y="connsiteY112693"/>
              </a:cxn>
              <a:cxn ang="0">
                <a:pos x="connsiteX112694" y="connsiteY112694"/>
              </a:cxn>
              <a:cxn ang="0">
                <a:pos x="connsiteX112695" y="connsiteY112695"/>
              </a:cxn>
              <a:cxn ang="0">
                <a:pos x="connsiteX112696" y="connsiteY112696"/>
              </a:cxn>
              <a:cxn ang="0">
                <a:pos x="connsiteX112697" y="connsiteY112697"/>
              </a:cxn>
              <a:cxn ang="0">
                <a:pos x="connsiteX112698" y="connsiteY112698"/>
              </a:cxn>
              <a:cxn ang="0">
                <a:pos x="connsiteX112699" y="connsiteY112699"/>
              </a:cxn>
              <a:cxn ang="0">
                <a:pos x="connsiteX112700" y="connsiteY112700"/>
              </a:cxn>
              <a:cxn ang="0">
                <a:pos x="connsiteX112701" y="connsiteY112701"/>
              </a:cxn>
              <a:cxn ang="0">
                <a:pos x="connsiteX112702" y="connsiteY112702"/>
              </a:cxn>
              <a:cxn ang="0">
                <a:pos x="connsiteX112703" y="connsiteY112703"/>
              </a:cxn>
              <a:cxn ang="0">
                <a:pos x="connsiteX112704" y="connsiteY112704"/>
              </a:cxn>
              <a:cxn ang="0">
                <a:pos x="connsiteX112705" y="connsiteY112705"/>
              </a:cxn>
              <a:cxn ang="0">
                <a:pos x="connsiteX112706" y="connsiteY112706"/>
              </a:cxn>
              <a:cxn ang="0">
                <a:pos x="connsiteX112707" y="connsiteY112707"/>
              </a:cxn>
              <a:cxn ang="0">
                <a:pos x="connsiteX112708" y="connsiteY112708"/>
              </a:cxn>
              <a:cxn ang="0">
                <a:pos x="connsiteX112709" y="connsiteY112709"/>
              </a:cxn>
              <a:cxn ang="0">
                <a:pos x="connsiteX112710" y="connsiteY112710"/>
              </a:cxn>
              <a:cxn ang="0">
                <a:pos x="connsiteX112711" y="connsiteY112711"/>
              </a:cxn>
              <a:cxn ang="0">
                <a:pos x="connsiteX112712" y="connsiteY112712"/>
              </a:cxn>
              <a:cxn ang="0">
                <a:pos x="connsiteX112713" y="connsiteY112713"/>
              </a:cxn>
              <a:cxn ang="0">
                <a:pos x="connsiteX112714" y="connsiteY112714"/>
              </a:cxn>
              <a:cxn ang="0">
                <a:pos x="connsiteX112715" y="connsiteY112715"/>
              </a:cxn>
              <a:cxn ang="0">
                <a:pos x="connsiteX112716" y="connsiteY112716"/>
              </a:cxn>
              <a:cxn ang="0">
                <a:pos x="connsiteX112717" y="connsiteY112717"/>
              </a:cxn>
              <a:cxn ang="0">
                <a:pos x="connsiteX112718" y="connsiteY112718"/>
              </a:cxn>
              <a:cxn ang="0">
                <a:pos x="connsiteX112719" y="connsiteY112719"/>
              </a:cxn>
              <a:cxn ang="0">
                <a:pos x="connsiteX112720" y="connsiteY112720"/>
              </a:cxn>
              <a:cxn ang="0">
                <a:pos x="connsiteX112721" y="connsiteY112721"/>
              </a:cxn>
              <a:cxn ang="0">
                <a:pos x="connsiteX112722" y="connsiteY112722"/>
              </a:cxn>
              <a:cxn ang="0">
                <a:pos x="connsiteX112723" y="connsiteY112723"/>
              </a:cxn>
              <a:cxn ang="0">
                <a:pos x="connsiteX112724" y="connsiteY112724"/>
              </a:cxn>
              <a:cxn ang="0">
                <a:pos x="connsiteX112725" y="connsiteY112725"/>
              </a:cxn>
              <a:cxn ang="0">
                <a:pos x="connsiteX112726" y="connsiteY112726"/>
              </a:cxn>
              <a:cxn ang="0">
                <a:pos x="connsiteX112727" y="connsiteY112727"/>
              </a:cxn>
              <a:cxn ang="0">
                <a:pos x="connsiteX112728" y="connsiteY112728"/>
              </a:cxn>
              <a:cxn ang="0">
                <a:pos x="connsiteX112729" y="connsiteY112729"/>
              </a:cxn>
              <a:cxn ang="0">
                <a:pos x="connsiteX112730" y="connsiteY112730"/>
              </a:cxn>
              <a:cxn ang="0">
                <a:pos x="connsiteX112731" y="connsiteY112731"/>
              </a:cxn>
              <a:cxn ang="0">
                <a:pos x="connsiteX112732" y="connsiteY112732"/>
              </a:cxn>
              <a:cxn ang="0">
                <a:pos x="connsiteX112733" y="connsiteY112733"/>
              </a:cxn>
              <a:cxn ang="0">
                <a:pos x="connsiteX112734" y="connsiteY112734"/>
              </a:cxn>
              <a:cxn ang="0">
                <a:pos x="connsiteX112735" y="connsiteY112735"/>
              </a:cxn>
              <a:cxn ang="0">
                <a:pos x="connsiteX112736" y="connsiteY112736"/>
              </a:cxn>
              <a:cxn ang="0">
                <a:pos x="connsiteX112737" y="connsiteY112737"/>
              </a:cxn>
              <a:cxn ang="0">
                <a:pos x="connsiteX112738" y="connsiteY112738"/>
              </a:cxn>
              <a:cxn ang="0">
                <a:pos x="connsiteX112739" y="connsiteY112739"/>
              </a:cxn>
              <a:cxn ang="0">
                <a:pos x="connsiteX112740" y="connsiteY112740"/>
              </a:cxn>
              <a:cxn ang="0">
                <a:pos x="connsiteX112741" y="connsiteY112741"/>
              </a:cxn>
              <a:cxn ang="0">
                <a:pos x="connsiteX112742" y="connsiteY112742"/>
              </a:cxn>
              <a:cxn ang="0">
                <a:pos x="connsiteX112743" y="connsiteY112743"/>
              </a:cxn>
              <a:cxn ang="0">
                <a:pos x="connsiteX112744" y="connsiteY112744"/>
              </a:cxn>
              <a:cxn ang="0">
                <a:pos x="connsiteX112745" y="connsiteY112745"/>
              </a:cxn>
              <a:cxn ang="0">
                <a:pos x="connsiteX112746" y="connsiteY112746"/>
              </a:cxn>
              <a:cxn ang="0">
                <a:pos x="connsiteX112747" y="connsiteY112747"/>
              </a:cxn>
              <a:cxn ang="0">
                <a:pos x="connsiteX112748" y="connsiteY112748"/>
              </a:cxn>
              <a:cxn ang="0">
                <a:pos x="connsiteX112749" y="connsiteY112749"/>
              </a:cxn>
              <a:cxn ang="0">
                <a:pos x="connsiteX112750" y="connsiteY112750"/>
              </a:cxn>
              <a:cxn ang="0">
                <a:pos x="connsiteX112751" y="connsiteY112751"/>
              </a:cxn>
              <a:cxn ang="0">
                <a:pos x="connsiteX112752" y="connsiteY112752"/>
              </a:cxn>
              <a:cxn ang="0">
                <a:pos x="connsiteX112753" y="connsiteY112753"/>
              </a:cxn>
              <a:cxn ang="0">
                <a:pos x="connsiteX112754" y="connsiteY112754"/>
              </a:cxn>
              <a:cxn ang="0">
                <a:pos x="connsiteX112755" y="connsiteY112755"/>
              </a:cxn>
              <a:cxn ang="0">
                <a:pos x="connsiteX112756" y="connsiteY112756"/>
              </a:cxn>
              <a:cxn ang="0">
                <a:pos x="connsiteX112757" y="connsiteY112757"/>
              </a:cxn>
              <a:cxn ang="0">
                <a:pos x="connsiteX112758" y="connsiteY112758"/>
              </a:cxn>
              <a:cxn ang="0">
                <a:pos x="connsiteX112759" y="connsiteY112759"/>
              </a:cxn>
              <a:cxn ang="0">
                <a:pos x="connsiteX112760" y="connsiteY112760"/>
              </a:cxn>
              <a:cxn ang="0">
                <a:pos x="connsiteX112761" y="connsiteY112761"/>
              </a:cxn>
              <a:cxn ang="0">
                <a:pos x="connsiteX112762" y="connsiteY112762"/>
              </a:cxn>
              <a:cxn ang="0">
                <a:pos x="connsiteX112763" y="connsiteY112763"/>
              </a:cxn>
              <a:cxn ang="0">
                <a:pos x="connsiteX112764" y="connsiteY112764"/>
              </a:cxn>
              <a:cxn ang="0">
                <a:pos x="connsiteX112765" y="connsiteY112765"/>
              </a:cxn>
              <a:cxn ang="0">
                <a:pos x="connsiteX112766" y="connsiteY112766"/>
              </a:cxn>
              <a:cxn ang="0">
                <a:pos x="connsiteX112767" y="connsiteY112767"/>
              </a:cxn>
              <a:cxn ang="0">
                <a:pos x="connsiteX112768" y="connsiteY112768"/>
              </a:cxn>
              <a:cxn ang="0">
                <a:pos x="connsiteX112769" y="connsiteY112769"/>
              </a:cxn>
              <a:cxn ang="0">
                <a:pos x="connsiteX112770" y="connsiteY112770"/>
              </a:cxn>
              <a:cxn ang="0">
                <a:pos x="connsiteX112771" y="connsiteY112771"/>
              </a:cxn>
              <a:cxn ang="0">
                <a:pos x="connsiteX112772" y="connsiteY112772"/>
              </a:cxn>
              <a:cxn ang="0">
                <a:pos x="connsiteX112773" y="connsiteY112773"/>
              </a:cxn>
              <a:cxn ang="0">
                <a:pos x="connsiteX112774" y="connsiteY112774"/>
              </a:cxn>
              <a:cxn ang="0">
                <a:pos x="connsiteX112775" y="connsiteY112775"/>
              </a:cxn>
              <a:cxn ang="0">
                <a:pos x="connsiteX112776" y="connsiteY112776"/>
              </a:cxn>
              <a:cxn ang="0">
                <a:pos x="connsiteX112777" y="connsiteY112777"/>
              </a:cxn>
              <a:cxn ang="0">
                <a:pos x="connsiteX112778" y="connsiteY112778"/>
              </a:cxn>
              <a:cxn ang="0">
                <a:pos x="connsiteX112779" y="connsiteY112779"/>
              </a:cxn>
              <a:cxn ang="0">
                <a:pos x="connsiteX112780" y="connsiteY112780"/>
              </a:cxn>
              <a:cxn ang="0">
                <a:pos x="connsiteX112781" y="connsiteY112781"/>
              </a:cxn>
              <a:cxn ang="0">
                <a:pos x="connsiteX112782" y="connsiteY112782"/>
              </a:cxn>
              <a:cxn ang="0">
                <a:pos x="connsiteX112783" y="connsiteY112783"/>
              </a:cxn>
              <a:cxn ang="0">
                <a:pos x="connsiteX112784" y="connsiteY112784"/>
              </a:cxn>
              <a:cxn ang="0">
                <a:pos x="connsiteX112785" y="connsiteY112785"/>
              </a:cxn>
              <a:cxn ang="0">
                <a:pos x="connsiteX112786" y="connsiteY112786"/>
              </a:cxn>
              <a:cxn ang="0">
                <a:pos x="connsiteX112787" y="connsiteY112787"/>
              </a:cxn>
              <a:cxn ang="0">
                <a:pos x="connsiteX112788" y="connsiteY112788"/>
              </a:cxn>
              <a:cxn ang="0">
                <a:pos x="connsiteX112789" y="connsiteY112789"/>
              </a:cxn>
              <a:cxn ang="0">
                <a:pos x="connsiteX112790" y="connsiteY112790"/>
              </a:cxn>
              <a:cxn ang="0">
                <a:pos x="connsiteX112791" y="connsiteY112791"/>
              </a:cxn>
              <a:cxn ang="0">
                <a:pos x="connsiteX112792" y="connsiteY112792"/>
              </a:cxn>
              <a:cxn ang="0">
                <a:pos x="connsiteX112793" y="connsiteY112793"/>
              </a:cxn>
              <a:cxn ang="0">
                <a:pos x="connsiteX112794" y="connsiteY112794"/>
              </a:cxn>
              <a:cxn ang="0">
                <a:pos x="connsiteX112795" y="connsiteY112795"/>
              </a:cxn>
              <a:cxn ang="0">
                <a:pos x="connsiteX112796" y="connsiteY112796"/>
              </a:cxn>
              <a:cxn ang="0">
                <a:pos x="connsiteX112797" y="connsiteY112797"/>
              </a:cxn>
              <a:cxn ang="0">
                <a:pos x="connsiteX112798" y="connsiteY112798"/>
              </a:cxn>
              <a:cxn ang="0">
                <a:pos x="connsiteX112799" y="connsiteY112799"/>
              </a:cxn>
              <a:cxn ang="0">
                <a:pos x="connsiteX112800" y="connsiteY112800"/>
              </a:cxn>
              <a:cxn ang="0">
                <a:pos x="connsiteX112801" y="connsiteY112801"/>
              </a:cxn>
              <a:cxn ang="0">
                <a:pos x="connsiteX112802" y="connsiteY112802"/>
              </a:cxn>
              <a:cxn ang="0">
                <a:pos x="connsiteX112803" y="connsiteY112803"/>
              </a:cxn>
              <a:cxn ang="0">
                <a:pos x="connsiteX112804" y="connsiteY112804"/>
              </a:cxn>
              <a:cxn ang="0">
                <a:pos x="connsiteX112805" y="connsiteY112805"/>
              </a:cxn>
              <a:cxn ang="0">
                <a:pos x="connsiteX112806" y="connsiteY112806"/>
              </a:cxn>
              <a:cxn ang="0">
                <a:pos x="connsiteX112807" y="connsiteY112807"/>
              </a:cxn>
              <a:cxn ang="0">
                <a:pos x="connsiteX112808" y="connsiteY112808"/>
              </a:cxn>
              <a:cxn ang="0">
                <a:pos x="connsiteX112809" y="connsiteY112809"/>
              </a:cxn>
              <a:cxn ang="0">
                <a:pos x="connsiteX112810" y="connsiteY112810"/>
              </a:cxn>
              <a:cxn ang="0">
                <a:pos x="connsiteX112811" y="connsiteY112811"/>
              </a:cxn>
              <a:cxn ang="0">
                <a:pos x="connsiteX112812" y="connsiteY112812"/>
              </a:cxn>
              <a:cxn ang="0">
                <a:pos x="connsiteX112813" y="connsiteY112813"/>
              </a:cxn>
              <a:cxn ang="0">
                <a:pos x="connsiteX112814" y="connsiteY112814"/>
              </a:cxn>
              <a:cxn ang="0">
                <a:pos x="connsiteX112815" y="connsiteY112815"/>
              </a:cxn>
              <a:cxn ang="0">
                <a:pos x="connsiteX112816" y="connsiteY112816"/>
              </a:cxn>
              <a:cxn ang="0">
                <a:pos x="connsiteX112817" y="connsiteY112817"/>
              </a:cxn>
              <a:cxn ang="0">
                <a:pos x="connsiteX112818" y="connsiteY112818"/>
              </a:cxn>
              <a:cxn ang="0">
                <a:pos x="connsiteX112819" y="connsiteY112819"/>
              </a:cxn>
              <a:cxn ang="0">
                <a:pos x="connsiteX112820" y="connsiteY112820"/>
              </a:cxn>
              <a:cxn ang="0">
                <a:pos x="connsiteX112821" y="connsiteY112821"/>
              </a:cxn>
              <a:cxn ang="0">
                <a:pos x="connsiteX112822" y="connsiteY112822"/>
              </a:cxn>
              <a:cxn ang="0">
                <a:pos x="connsiteX112823" y="connsiteY112823"/>
              </a:cxn>
              <a:cxn ang="0">
                <a:pos x="connsiteX112824" y="connsiteY112824"/>
              </a:cxn>
              <a:cxn ang="0">
                <a:pos x="connsiteX112825" y="connsiteY112825"/>
              </a:cxn>
              <a:cxn ang="0">
                <a:pos x="connsiteX112826" y="connsiteY112826"/>
              </a:cxn>
              <a:cxn ang="0">
                <a:pos x="connsiteX112827" y="connsiteY112827"/>
              </a:cxn>
              <a:cxn ang="0">
                <a:pos x="connsiteX112828" y="connsiteY112828"/>
              </a:cxn>
              <a:cxn ang="0">
                <a:pos x="connsiteX112829" y="connsiteY112829"/>
              </a:cxn>
              <a:cxn ang="0">
                <a:pos x="connsiteX112830" y="connsiteY112830"/>
              </a:cxn>
              <a:cxn ang="0">
                <a:pos x="connsiteX112831" y="connsiteY112831"/>
              </a:cxn>
              <a:cxn ang="0">
                <a:pos x="connsiteX112832" y="connsiteY112832"/>
              </a:cxn>
              <a:cxn ang="0">
                <a:pos x="connsiteX112833" y="connsiteY112833"/>
              </a:cxn>
              <a:cxn ang="0">
                <a:pos x="connsiteX112834" y="connsiteY112834"/>
              </a:cxn>
              <a:cxn ang="0">
                <a:pos x="connsiteX112835" y="connsiteY112835"/>
              </a:cxn>
              <a:cxn ang="0">
                <a:pos x="connsiteX112836" y="connsiteY112836"/>
              </a:cxn>
              <a:cxn ang="0">
                <a:pos x="connsiteX112837" y="connsiteY112837"/>
              </a:cxn>
              <a:cxn ang="0">
                <a:pos x="connsiteX112838" y="connsiteY112838"/>
              </a:cxn>
              <a:cxn ang="0">
                <a:pos x="connsiteX112839" y="connsiteY112839"/>
              </a:cxn>
              <a:cxn ang="0">
                <a:pos x="connsiteX112840" y="connsiteY112840"/>
              </a:cxn>
              <a:cxn ang="0">
                <a:pos x="connsiteX112841" y="connsiteY112841"/>
              </a:cxn>
              <a:cxn ang="0">
                <a:pos x="connsiteX112842" y="connsiteY112842"/>
              </a:cxn>
              <a:cxn ang="0">
                <a:pos x="connsiteX112843" y="connsiteY112843"/>
              </a:cxn>
              <a:cxn ang="0">
                <a:pos x="connsiteX112844" y="connsiteY112844"/>
              </a:cxn>
              <a:cxn ang="0">
                <a:pos x="connsiteX112845" y="connsiteY112845"/>
              </a:cxn>
              <a:cxn ang="0">
                <a:pos x="connsiteX112846" y="connsiteY112846"/>
              </a:cxn>
              <a:cxn ang="0">
                <a:pos x="connsiteX112847" y="connsiteY112847"/>
              </a:cxn>
              <a:cxn ang="0">
                <a:pos x="connsiteX112848" y="connsiteY112848"/>
              </a:cxn>
              <a:cxn ang="0">
                <a:pos x="connsiteX112849" y="connsiteY112849"/>
              </a:cxn>
              <a:cxn ang="0">
                <a:pos x="connsiteX112850" y="connsiteY112850"/>
              </a:cxn>
              <a:cxn ang="0">
                <a:pos x="connsiteX112851" y="connsiteY112851"/>
              </a:cxn>
              <a:cxn ang="0">
                <a:pos x="connsiteX112852" y="connsiteY112852"/>
              </a:cxn>
              <a:cxn ang="0">
                <a:pos x="connsiteX112853" y="connsiteY112853"/>
              </a:cxn>
              <a:cxn ang="0">
                <a:pos x="connsiteX112854" y="connsiteY112854"/>
              </a:cxn>
              <a:cxn ang="0">
                <a:pos x="connsiteX112855" y="connsiteY112855"/>
              </a:cxn>
              <a:cxn ang="0">
                <a:pos x="connsiteX112856" y="connsiteY112856"/>
              </a:cxn>
              <a:cxn ang="0">
                <a:pos x="connsiteX112857" y="connsiteY112857"/>
              </a:cxn>
              <a:cxn ang="0">
                <a:pos x="connsiteX112858" y="connsiteY112858"/>
              </a:cxn>
              <a:cxn ang="0">
                <a:pos x="connsiteX112859" y="connsiteY112859"/>
              </a:cxn>
              <a:cxn ang="0">
                <a:pos x="connsiteX112860" y="connsiteY112860"/>
              </a:cxn>
              <a:cxn ang="0">
                <a:pos x="connsiteX112861" y="connsiteY112861"/>
              </a:cxn>
              <a:cxn ang="0">
                <a:pos x="connsiteX112862" y="connsiteY112862"/>
              </a:cxn>
              <a:cxn ang="0">
                <a:pos x="connsiteX112863" y="connsiteY112863"/>
              </a:cxn>
              <a:cxn ang="0">
                <a:pos x="connsiteX112864" y="connsiteY112864"/>
              </a:cxn>
              <a:cxn ang="0">
                <a:pos x="connsiteX112865" y="connsiteY112865"/>
              </a:cxn>
              <a:cxn ang="0">
                <a:pos x="connsiteX112866" y="connsiteY112866"/>
              </a:cxn>
              <a:cxn ang="0">
                <a:pos x="connsiteX112867" y="connsiteY112867"/>
              </a:cxn>
              <a:cxn ang="0">
                <a:pos x="connsiteX112868" y="connsiteY112868"/>
              </a:cxn>
              <a:cxn ang="0">
                <a:pos x="connsiteX112869" y="connsiteY112869"/>
              </a:cxn>
              <a:cxn ang="0">
                <a:pos x="connsiteX112870" y="connsiteY112870"/>
              </a:cxn>
              <a:cxn ang="0">
                <a:pos x="connsiteX112871" y="connsiteY112871"/>
              </a:cxn>
              <a:cxn ang="0">
                <a:pos x="connsiteX112872" y="connsiteY112872"/>
              </a:cxn>
              <a:cxn ang="0">
                <a:pos x="connsiteX112873" y="connsiteY112873"/>
              </a:cxn>
              <a:cxn ang="0">
                <a:pos x="connsiteX112874" y="connsiteY112874"/>
              </a:cxn>
              <a:cxn ang="0">
                <a:pos x="connsiteX112875" y="connsiteY112875"/>
              </a:cxn>
              <a:cxn ang="0">
                <a:pos x="connsiteX112876" y="connsiteY112876"/>
              </a:cxn>
              <a:cxn ang="0">
                <a:pos x="connsiteX112877" y="connsiteY112877"/>
              </a:cxn>
              <a:cxn ang="0">
                <a:pos x="connsiteX112878" y="connsiteY112878"/>
              </a:cxn>
              <a:cxn ang="0">
                <a:pos x="connsiteX112879" y="connsiteY112879"/>
              </a:cxn>
              <a:cxn ang="0">
                <a:pos x="connsiteX112880" y="connsiteY112880"/>
              </a:cxn>
              <a:cxn ang="0">
                <a:pos x="connsiteX112881" y="connsiteY112881"/>
              </a:cxn>
              <a:cxn ang="0">
                <a:pos x="connsiteX112882" y="connsiteY112882"/>
              </a:cxn>
              <a:cxn ang="0">
                <a:pos x="connsiteX112883" y="connsiteY112883"/>
              </a:cxn>
              <a:cxn ang="0">
                <a:pos x="connsiteX112884" y="connsiteY112884"/>
              </a:cxn>
              <a:cxn ang="0">
                <a:pos x="connsiteX112885" y="connsiteY112885"/>
              </a:cxn>
              <a:cxn ang="0">
                <a:pos x="connsiteX112886" y="connsiteY112886"/>
              </a:cxn>
              <a:cxn ang="0">
                <a:pos x="connsiteX112887" y="connsiteY112887"/>
              </a:cxn>
              <a:cxn ang="0">
                <a:pos x="connsiteX112888" y="connsiteY112888"/>
              </a:cxn>
              <a:cxn ang="0">
                <a:pos x="connsiteX112889" y="connsiteY112889"/>
              </a:cxn>
              <a:cxn ang="0">
                <a:pos x="connsiteX112890" y="connsiteY112890"/>
              </a:cxn>
              <a:cxn ang="0">
                <a:pos x="connsiteX112891" y="connsiteY112891"/>
              </a:cxn>
              <a:cxn ang="0">
                <a:pos x="connsiteX112892" y="connsiteY112892"/>
              </a:cxn>
              <a:cxn ang="0">
                <a:pos x="connsiteX112893" y="connsiteY112893"/>
              </a:cxn>
              <a:cxn ang="0">
                <a:pos x="connsiteX112894" y="connsiteY112894"/>
              </a:cxn>
              <a:cxn ang="0">
                <a:pos x="connsiteX112895" y="connsiteY112895"/>
              </a:cxn>
              <a:cxn ang="0">
                <a:pos x="connsiteX112896" y="connsiteY112896"/>
              </a:cxn>
              <a:cxn ang="0">
                <a:pos x="connsiteX112897" y="connsiteY112897"/>
              </a:cxn>
              <a:cxn ang="0">
                <a:pos x="connsiteX112898" y="connsiteY112898"/>
              </a:cxn>
              <a:cxn ang="0">
                <a:pos x="connsiteX112899" y="connsiteY112899"/>
              </a:cxn>
              <a:cxn ang="0">
                <a:pos x="connsiteX112900" y="connsiteY112900"/>
              </a:cxn>
              <a:cxn ang="0">
                <a:pos x="connsiteX112901" y="connsiteY112901"/>
              </a:cxn>
              <a:cxn ang="0">
                <a:pos x="connsiteX112902" y="connsiteY112902"/>
              </a:cxn>
              <a:cxn ang="0">
                <a:pos x="connsiteX112903" y="connsiteY112903"/>
              </a:cxn>
              <a:cxn ang="0">
                <a:pos x="connsiteX112904" y="connsiteY112904"/>
              </a:cxn>
              <a:cxn ang="0">
                <a:pos x="connsiteX112905" y="connsiteY112905"/>
              </a:cxn>
              <a:cxn ang="0">
                <a:pos x="connsiteX112906" y="connsiteY112906"/>
              </a:cxn>
              <a:cxn ang="0">
                <a:pos x="connsiteX112907" y="connsiteY112907"/>
              </a:cxn>
              <a:cxn ang="0">
                <a:pos x="connsiteX112908" y="connsiteY112908"/>
              </a:cxn>
              <a:cxn ang="0">
                <a:pos x="connsiteX112909" y="connsiteY112909"/>
              </a:cxn>
              <a:cxn ang="0">
                <a:pos x="connsiteX112910" y="connsiteY112910"/>
              </a:cxn>
              <a:cxn ang="0">
                <a:pos x="connsiteX112911" y="connsiteY112911"/>
              </a:cxn>
              <a:cxn ang="0">
                <a:pos x="connsiteX112912" y="connsiteY112912"/>
              </a:cxn>
              <a:cxn ang="0">
                <a:pos x="connsiteX112913" y="connsiteY112913"/>
              </a:cxn>
              <a:cxn ang="0">
                <a:pos x="connsiteX112914" y="connsiteY112914"/>
              </a:cxn>
              <a:cxn ang="0">
                <a:pos x="connsiteX112915" y="connsiteY112915"/>
              </a:cxn>
              <a:cxn ang="0">
                <a:pos x="connsiteX112916" y="connsiteY112916"/>
              </a:cxn>
              <a:cxn ang="0">
                <a:pos x="connsiteX112917" y="connsiteY112917"/>
              </a:cxn>
              <a:cxn ang="0">
                <a:pos x="connsiteX112918" y="connsiteY112918"/>
              </a:cxn>
              <a:cxn ang="0">
                <a:pos x="connsiteX112919" y="connsiteY112919"/>
              </a:cxn>
              <a:cxn ang="0">
                <a:pos x="connsiteX112920" y="connsiteY112920"/>
              </a:cxn>
              <a:cxn ang="0">
                <a:pos x="connsiteX112921" y="connsiteY112921"/>
              </a:cxn>
              <a:cxn ang="0">
                <a:pos x="connsiteX112922" y="connsiteY112922"/>
              </a:cxn>
              <a:cxn ang="0">
                <a:pos x="connsiteX112923" y="connsiteY112923"/>
              </a:cxn>
              <a:cxn ang="0">
                <a:pos x="connsiteX112924" y="connsiteY112924"/>
              </a:cxn>
              <a:cxn ang="0">
                <a:pos x="connsiteX112925" y="connsiteY112925"/>
              </a:cxn>
              <a:cxn ang="0">
                <a:pos x="connsiteX112926" y="connsiteY112926"/>
              </a:cxn>
              <a:cxn ang="0">
                <a:pos x="connsiteX112927" y="connsiteY112927"/>
              </a:cxn>
              <a:cxn ang="0">
                <a:pos x="connsiteX112928" y="connsiteY112928"/>
              </a:cxn>
              <a:cxn ang="0">
                <a:pos x="connsiteX112929" y="connsiteY112929"/>
              </a:cxn>
              <a:cxn ang="0">
                <a:pos x="connsiteX112930" y="connsiteY112930"/>
              </a:cxn>
              <a:cxn ang="0">
                <a:pos x="connsiteX112931" y="connsiteY112931"/>
              </a:cxn>
              <a:cxn ang="0">
                <a:pos x="connsiteX112932" y="connsiteY112932"/>
              </a:cxn>
              <a:cxn ang="0">
                <a:pos x="connsiteX112933" y="connsiteY112933"/>
              </a:cxn>
              <a:cxn ang="0">
                <a:pos x="connsiteX112934" y="connsiteY112934"/>
              </a:cxn>
              <a:cxn ang="0">
                <a:pos x="connsiteX112935" y="connsiteY112935"/>
              </a:cxn>
              <a:cxn ang="0">
                <a:pos x="connsiteX112936" y="connsiteY112936"/>
              </a:cxn>
              <a:cxn ang="0">
                <a:pos x="connsiteX112937" y="connsiteY112937"/>
              </a:cxn>
              <a:cxn ang="0">
                <a:pos x="connsiteX112938" y="connsiteY112938"/>
              </a:cxn>
              <a:cxn ang="0">
                <a:pos x="connsiteX112939" y="connsiteY112939"/>
              </a:cxn>
              <a:cxn ang="0">
                <a:pos x="connsiteX112940" y="connsiteY112940"/>
              </a:cxn>
              <a:cxn ang="0">
                <a:pos x="connsiteX112941" y="connsiteY112941"/>
              </a:cxn>
              <a:cxn ang="0">
                <a:pos x="connsiteX112942" y="connsiteY112942"/>
              </a:cxn>
              <a:cxn ang="0">
                <a:pos x="connsiteX112943" y="connsiteY112943"/>
              </a:cxn>
              <a:cxn ang="0">
                <a:pos x="connsiteX112944" y="connsiteY112944"/>
              </a:cxn>
              <a:cxn ang="0">
                <a:pos x="connsiteX112945" y="connsiteY112945"/>
              </a:cxn>
              <a:cxn ang="0">
                <a:pos x="connsiteX112946" y="connsiteY112946"/>
              </a:cxn>
              <a:cxn ang="0">
                <a:pos x="connsiteX112947" y="connsiteY112947"/>
              </a:cxn>
              <a:cxn ang="0">
                <a:pos x="connsiteX112948" y="connsiteY112948"/>
              </a:cxn>
              <a:cxn ang="0">
                <a:pos x="connsiteX112949" y="connsiteY112949"/>
              </a:cxn>
              <a:cxn ang="0">
                <a:pos x="connsiteX112950" y="connsiteY112950"/>
              </a:cxn>
              <a:cxn ang="0">
                <a:pos x="connsiteX112951" y="connsiteY112951"/>
              </a:cxn>
              <a:cxn ang="0">
                <a:pos x="connsiteX112952" y="connsiteY112952"/>
              </a:cxn>
              <a:cxn ang="0">
                <a:pos x="connsiteX112953" y="connsiteY112953"/>
              </a:cxn>
              <a:cxn ang="0">
                <a:pos x="connsiteX112954" y="connsiteY112954"/>
              </a:cxn>
              <a:cxn ang="0">
                <a:pos x="connsiteX112955" y="connsiteY112955"/>
              </a:cxn>
              <a:cxn ang="0">
                <a:pos x="connsiteX112956" y="connsiteY112956"/>
              </a:cxn>
              <a:cxn ang="0">
                <a:pos x="connsiteX112957" y="connsiteY112957"/>
              </a:cxn>
              <a:cxn ang="0">
                <a:pos x="connsiteX112958" y="connsiteY112958"/>
              </a:cxn>
              <a:cxn ang="0">
                <a:pos x="connsiteX112959" y="connsiteY112959"/>
              </a:cxn>
              <a:cxn ang="0">
                <a:pos x="connsiteX112960" y="connsiteY112960"/>
              </a:cxn>
              <a:cxn ang="0">
                <a:pos x="connsiteX112961" y="connsiteY112961"/>
              </a:cxn>
              <a:cxn ang="0">
                <a:pos x="connsiteX112962" y="connsiteY112962"/>
              </a:cxn>
              <a:cxn ang="0">
                <a:pos x="connsiteX112963" y="connsiteY112963"/>
              </a:cxn>
              <a:cxn ang="0">
                <a:pos x="connsiteX112964" y="connsiteY112964"/>
              </a:cxn>
              <a:cxn ang="0">
                <a:pos x="connsiteX112965" y="connsiteY112965"/>
              </a:cxn>
              <a:cxn ang="0">
                <a:pos x="connsiteX112966" y="connsiteY112966"/>
              </a:cxn>
              <a:cxn ang="0">
                <a:pos x="connsiteX112967" y="connsiteY112967"/>
              </a:cxn>
              <a:cxn ang="0">
                <a:pos x="connsiteX112968" y="connsiteY112968"/>
              </a:cxn>
              <a:cxn ang="0">
                <a:pos x="connsiteX112969" y="connsiteY112969"/>
              </a:cxn>
              <a:cxn ang="0">
                <a:pos x="connsiteX112970" y="connsiteY112970"/>
              </a:cxn>
              <a:cxn ang="0">
                <a:pos x="connsiteX112971" y="connsiteY112971"/>
              </a:cxn>
              <a:cxn ang="0">
                <a:pos x="connsiteX112972" y="connsiteY112972"/>
              </a:cxn>
              <a:cxn ang="0">
                <a:pos x="connsiteX112973" y="connsiteY112973"/>
              </a:cxn>
              <a:cxn ang="0">
                <a:pos x="connsiteX112974" y="connsiteY112974"/>
              </a:cxn>
              <a:cxn ang="0">
                <a:pos x="connsiteX112975" y="connsiteY112975"/>
              </a:cxn>
              <a:cxn ang="0">
                <a:pos x="connsiteX112976" y="connsiteY112976"/>
              </a:cxn>
              <a:cxn ang="0">
                <a:pos x="connsiteX112977" y="connsiteY112977"/>
              </a:cxn>
              <a:cxn ang="0">
                <a:pos x="connsiteX112978" y="connsiteY112978"/>
              </a:cxn>
              <a:cxn ang="0">
                <a:pos x="connsiteX112979" y="connsiteY112979"/>
              </a:cxn>
              <a:cxn ang="0">
                <a:pos x="connsiteX112980" y="connsiteY112980"/>
              </a:cxn>
              <a:cxn ang="0">
                <a:pos x="connsiteX112981" y="connsiteY112981"/>
              </a:cxn>
              <a:cxn ang="0">
                <a:pos x="connsiteX112982" y="connsiteY112982"/>
              </a:cxn>
              <a:cxn ang="0">
                <a:pos x="connsiteX112983" y="connsiteY112983"/>
              </a:cxn>
              <a:cxn ang="0">
                <a:pos x="connsiteX112984" y="connsiteY112984"/>
              </a:cxn>
              <a:cxn ang="0">
                <a:pos x="connsiteX112985" y="connsiteY112985"/>
              </a:cxn>
              <a:cxn ang="0">
                <a:pos x="connsiteX112986" y="connsiteY112986"/>
              </a:cxn>
              <a:cxn ang="0">
                <a:pos x="connsiteX112987" y="connsiteY112987"/>
              </a:cxn>
              <a:cxn ang="0">
                <a:pos x="connsiteX112988" y="connsiteY112988"/>
              </a:cxn>
              <a:cxn ang="0">
                <a:pos x="connsiteX112989" y="connsiteY112989"/>
              </a:cxn>
              <a:cxn ang="0">
                <a:pos x="connsiteX112990" y="connsiteY112990"/>
              </a:cxn>
              <a:cxn ang="0">
                <a:pos x="connsiteX112991" y="connsiteY112991"/>
              </a:cxn>
              <a:cxn ang="0">
                <a:pos x="connsiteX112992" y="connsiteY112992"/>
              </a:cxn>
              <a:cxn ang="0">
                <a:pos x="connsiteX112993" y="connsiteY112993"/>
              </a:cxn>
              <a:cxn ang="0">
                <a:pos x="connsiteX112994" y="connsiteY112994"/>
              </a:cxn>
              <a:cxn ang="0">
                <a:pos x="connsiteX112995" y="connsiteY112995"/>
              </a:cxn>
              <a:cxn ang="0">
                <a:pos x="connsiteX112996" y="connsiteY112996"/>
              </a:cxn>
              <a:cxn ang="0">
                <a:pos x="connsiteX112997" y="connsiteY112997"/>
              </a:cxn>
              <a:cxn ang="0">
                <a:pos x="connsiteX112998" y="connsiteY112998"/>
              </a:cxn>
              <a:cxn ang="0">
                <a:pos x="connsiteX112999" y="connsiteY112999"/>
              </a:cxn>
              <a:cxn ang="0">
                <a:pos x="connsiteX113000" y="connsiteY113000"/>
              </a:cxn>
              <a:cxn ang="0">
                <a:pos x="connsiteX113001" y="connsiteY113001"/>
              </a:cxn>
              <a:cxn ang="0">
                <a:pos x="connsiteX113002" y="connsiteY113002"/>
              </a:cxn>
              <a:cxn ang="0">
                <a:pos x="connsiteX113003" y="connsiteY113003"/>
              </a:cxn>
              <a:cxn ang="0">
                <a:pos x="connsiteX113004" y="connsiteY113004"/>
              </a:cxn>
              <a:cxn ang="0">
                <a:pos x="connsiteX113005" y="connsiteY113005"/>
              </a:cxn>
              <a:cxn ang="0">
                <a:pos x="connsiteX113006" y="connsiteY113006"/>
              </a:cxn>
              <a:cxn ang="0">
                <a:pos x="connsiteX113007" y="connsiteY113007"/>
              </a:cxn>
              <a:cxn ang="0">
                <a:pos x="connsiteX113008" y="connsiteY113008"/>
              </a:cxn>
              <a:cxn ang="0">
                <a:pos x="connsiteX113009" y="connsiteY113009"/>
              </a:cxn>
              <a:cxn ang="0">
                <a:pos x="connsiteX113010" y="connsiteY113010"/>
              </a:cxn>
              <a:cxn ang="0">
                <a:pos x="connsiteX113011" y="connsiteY113011"/>
              </a:cxn>
              <a:cxn ang="0">
                <a:pos x="connsiteX113012" y="connsiteY113012"/>
              </a:cxn>
              <a:cxn ang="0">
                <a:pos x="connsiteX113013" y="connsiteY113013"/>
              </a:cxn>
              <a:cxn ang="0">
                <a:pos x="connsiteX113014" y="connsiteY113014"/>
              </a:cxn>
              <a:cxn ang="0">
                <a:pos x="connsiteX113015" y="connsiteY113015"/>
              </a:cxn>
              <a:cxn ang="0">
                <a:pos x="connsiteX113016" y="connsiteY113016"/>
              </a:cxn>
              <a:cxn ang="0">
                <a:pos x="connsiteX113017" y="connsiteY113017"/>
              </a:cxn>
              <a:cxn ang="0">
                <a:pos x="connsiteX113018" y="connsiteY113018"/>
              </a:cxn>
              <a:cxn ang="0">
                <a:pos x="connsiteX113019" y="connsiteY113019"/>
              </a:cxn>
              <a:cxn ang="0">
                <a:pos x="connsiteX113020" y="connsiteY113020"/>
              </a:cxn>
              <a:cxn ang="0">
                <a:pos x="connsiteX113021" y="connsiteY113021"/>
              </a:cxn>
              <a:cxn ang="0">
                <a:pos x="connsiteX113022" y="connsiteY113022"/>
              </a:cxn>
              <a:cxn ang="0">
                <a:pos x="connsiteX113023" y="connsiteY113023"/>
              </a:cxn>
              <a:cxn ang="0">
                <a:pos x="connsiteX113024" y="connsiteY113024"/>
              </a:cxn>
              <a:cxn ang="0">
                <a:pos x="connsiteX113025" y="connsiteY113025"/>
              </a:cxn>
              <a:cxn ang="0">
                <a:pos x="connsiteX113026" y="connsiteY113026"/>
              </a:cxn>
              <a:cxn ang="0">
                <a:pos x="connsiteX113027" y="connsiteY113027"/>
              </a:cxn>
              <a:cxn ang="0">
                <a:pos x="connsiteX113028" y="connsiteY113028"/>
              </a:cxn>
              <a:cxn ang="0">
                <a:pos x="connsiteX113029" y="connsiteY113029"/>
              </a:cxn>
              <a:cxn ang="0">
                <a:pos x="connsiteX113030" y="connsiteY113030"/>
              </a:cxn>
              <a:cxn ang="0">
                <a:pos x="connsiteX113031" y="connsiteY113031"/>
              </a:cxn>
              <a:cxn ang="0">
                <a:pos x="connsiteX113032" y="connsiteY113032"/>
              </a:cxn>
              <a:cxn ang="0">
                <a:pos x="connsiteX113033" y="connsiteY113033"/>
              </a:cxn>
              <a:cxn ang="0">
                <a:pos x="connsiteX113034" y="connsiteY113034"/>
              </a:cxn>
              <a:cxn ang="0">
                <a:pos x="connsiteX113035" y="connsiteY113035"/>
              </a:cxn>
              <a:cxn ang="0">
                <a:pos x="connsiteX113036" y="connsiteY113036"/>
              </a:cxn>
              <a:cxn ang="0">
                <a:pos x="connsiteX113037" y="connsiteY113037"/>
              </a:cxn>
              <a:cxn ang="0">
                <a:pos x="connsiteX113038" y="connsiteY113038"/>
              </a:cxn>
              <a:cxn ang="0">
                <a:pos x="connsiteX113039" y="connsiteY113039"/>
              </a:cxn>
              <a:cxn ang="0">
                <a:pos x="connsiteX113040" y="connsiteY113040"/>
              </a:cxn>
              <a:cxn ang="0">
                <a:pos x="connsiteX113041" y="connsiteY113041"/>
              </a:cxn>
              <a:cxn ang="0">
                <a:pos x="connsiteX113042" y="connsiteY113042"/>
              </a:cxn>
              <a:cxn ang="0">
                <a:pos x="connsiteX113043" y="connsiteY113043"/>
              </a:cxn>
              <a:cxn ang="0">
                <a:pos x="connsiteX113044" y="connsiteY113044"/>
              </a:cxn>
              <a:cxn ang="0">
                <a:pos x="connsiteX113045" y="connsiteY113045"/>
              </a:cxn>
              <a:cxn ang="0">
                <a:pos x="connsiteX113046" y="connsiteY113046"/>
              </a:cxn>
              <a:cxn ang="0">
                <a:pos x="connsiteX113047" y="connsiteY113047"/>
              </a:cxn>
              <a:cxn ang="0">
                <a:pos x="connsiteX113048" y="connsiteY113048"/>
              </a:cxn>
              <a:cxn ang="0">
                <a:pos x="connsiteX113049" y="connsiteY113049"/>
              </a:cxn>
              <a:cxn ang="0">
                <a:pos x="connsiteX113050" y="connsiteY113050"/>
              </a:cxn>
              <a:cxn ang="0">
                <a:pos x="connsiteX113051" y="connsiteY113051"/>
              </a:cxn>
              <a:cxn ang="0">
                <a:pos x="connsiteX113052" y="connsiteY113052"/>
              </a:cxn>
              <a:cxn ang="0">
                <a:pos x="connsiteX113053" y="connsiteY113053"/>
              </a:cxn>
              <a:cxn ang="0">
                <a:pos x="connsiteX113054" y="connsiteY113054"/>
              </a:cxn>
              <a:cxn ang="0">
                <a:pos x="connsiteX113055" y="connsiteY113055"/>
              </a:cxn>
              <a:cxn ang="0">
                <a:pos x="connsiteX113056" y="connsiteY113056"/>
              </a:cxn>
              <a:cxn ang="0">
                <a:pos x="connsiteX113057" y="connsiteY113057"/>
              </a:cxn>
              <a:cxn ang="0">
                <a:pos x="connsiteX113058" y="connsiteY113058"/>
              </a:cxn>
              <a:cxn ang="0">
                <a:pos x="connsiteX113059" y="connsiteY113059"/>
              </a:cxn>
              <a:cxn ang="0">
                <a:pos x="connsiteX113060" y="connsiteY113060"/>
              </a:cxn>
              <a:cxn ang="0">
                <a:pos x="connsiteX113061" y="connsiteY113061"/>
              </a:cxn>
              <a:cxn ang="0">
                <a:pos x="connsiteX113062" y="connsiteY113062"/>
              </a:cxn>
              <a:cxn ang="0">
                <a:pos x="connsiteX113063" y="connsiteY113063"/>
              </a:cxn>
              <a:cxn ang="0">
                <a:pos x="connsiteX113064" y="connsiteY113064"/>
              </a:cxn>
              <a:cxn ang="0">
                <a:pos x="connsiteX113065" y="connsiteY113065"/>
              </a:cxn>
              <a:cxn ang="0">
                <a:pos x="connsiteX113066" y="connsiteY113066"/>
              </a:cxn>
              <a:cxn ang="0">
                <a:pos x="connsiteX113067" y="connsiteY113067"/>
              </a:cxn>
              <a:cxn ang="0">
                <a:pos x="connsiteX113068" y="connsiteY113068"/>
              </a:cxn>
              <a:cxn ang="0">
                <a:pos x="connsiteX113069" y="connsiteY113069"/>
              </a:cxn>
              <a:cxn ang="0">
                <a:pos x="connsiteX113070" y="connsiteY113070"/>
              </a:cxn>
              <a:cxn ang="0">
                <a:pos x="connsiteX113071" y="connsiteY113071"/>
              </a:cxn>
              <a:cxn ang="0">
                <a:pos x="connsiteX113072" y="connsiteY113072"/>
              </a:cxn>
              <a:cxn ang="0">
                <a:pos x="connsiteX113073" y="connsiteY113073"/>
              </a:cxn>
              <a:cxn ang="0">
                <a:pos x="connsiteX113074" y="connsiteY113074"/>
              </a:cxn>
              <a:cxn ang="0">
                <a:pos x="connsiteX113075" y="connsiteY113075"/>
              </a:cxn>
              <a:cxn ang="0">
                <a:pos x="connsiteX113076" y="connsiteY113076"/>
              </a:cxn>
              <a:cxn ang="0">
                <a:pos x="connsiteX113077" y="connsiteY113077"/>
              </a:cxn>
              <a:cxn ang="0">
                <a:pos x="connsiteX113078" y="connsiteY113078"/>
              </a:cxn>
              <a:cxn ang="0">
                <a:pos x="connsiteX113079" y="connsiteY113079"/>
              </a:cxn>
              <a:cxn ang="0">
                <a:pos x="connsiteX113080" y="connsiteY113080"/>
              </a:cxn>
              <a:cxn ang="0">
                <a:pos x="connsiteX113081" y="connsiteY113081"/>
              </a:cxn>
              <a:cxn ang="0">
                <a:pos x="connsiteX113082" y="connsiteY113082"/>
              </a:cxn>
              <a:cxn ang="0">
                <a:pos x="connsiteX113083" y="connsiteY113083"/>
              </a:cxn>
              <a:cxn ang="0">
                <a:pos x="connsiteX113084" y="connsiteY113084"/>
              </a:cxn>
              <a:cxn ang="0">
                <a:pos x="connsiteX113085" y="connsiteY113085"/>
              </a:cxn>
              <a:cxn ang="0">
                <a:pos x="connsiteX113086" y="connsiteY113086"/>
              </a:cxn>
              <a:cxn ang="0">
                <a:pos x="connsiteX113087" y="connsiteY113087"/>
              </a:cxn>
              <a:cxn ang="0">
                <a:pos x="connsiteX113088" y="connsiteY113088"/>
              </a:cxn>
              <a:cxn ang="0">
                <a:pos x="connsiteX113089" y="connsiteY113089"/>
              </a:cxn>
              <a:cxn ang="0">
                <a:pos x="connsiteX113090" y="connsiteY113090"/>
              </a:cxn>
              <a:cxn ang="0">
                <a:pos x="connsiteX113091" y="connsiteY113091"/>
              </a:cxn>
              <a:cxn ang="0">
                <a:pos x="connsiteX113092" y="connsiteY113092"/>
              </a:cxn>
              <a:cxn ang="0">
                <a:pos x="connsiteX113093" y="connsiteY113093"/>
              </a:cxn>
              <a:cxn ang="0">
                <a:pos x="connsiteX113094" y="connsiteY113094"/>
              </a:cxn>
              <a:cxn ang="0">
                <a:pos x="connsiteX113095" y="connsiteY113095"/>
              </a:cxn>
              <a:cxn ang="0">
                <a:pos x="connsiteX113096" y="connsiteY113096"/>
              </a:cxn>
              <a:cxn ang="0">
                <a:pos x="connsiteX113097" y="connsiteY113097"/>
              </a:cxn>
              <a:cxn ang="0">
                <a:pos x="connsiteX113098" y="connsiteY113098"/>
              </a:cxn>
              <a:cxn ang="0">
                <a:pos x="connsiteX113099" y="connsiteY113099"/>
              </a:cxn>
              <a:cxn ang="0">
                <a:pos x="connsiteX113100" y="connsiteY113100"/>
              </a:cxn>
              <a:cxn ang="0">
                <a:pos x="connsiteX113101" y="connsiteY113101"/>
              </a:cxn>
              <a:cxn ang="0">
                <a:pos x="connsiteX113102" y="connsiteY113102"/>
              </a:cxn>
              <a:cxn ang="0">
                <a:pos x="connsiteX113103" y="connsiteY113103"/>
              </a:cxn>
              <a:cxn ang="0">
                <a:pos x="connsiteX113104" y="connsiteY113104"/>
              </a:cxn>
              <a:cxn ang="0">
                <a:pos x="connsiteX113105" y="connsiteY113105"/>
              </a:cxn>
              <a:cxn ang="0">
                <a:pos x="connsiteX113106" y="connsiteY113106"/>
              </a:cxn>
              <a:cxn ang="0">
                <a:pos x="connsiteX113107" y="connsiteY113107"/>
              </a:cxn>
              <a:cxn ang="0">
                <a:pos x="connsiteX113108" y="connsiteY113108"/>
              </a:cxn>
              <a:cxn ang="0">
                <a:pos x="connsiteX113109" y="connsiteY113109"/>
              </a:cxn>
              <a:cxn ang="0">
                <a:pos x="connsiteX113110" y="connsiteY113110"/>
              </a:cxn>
              <a:cxn ang="0">
                <a:pos x="connsiteX113111" y="connsiteY113111"/>
              </a:cxn>
              <a:cxn ang="0">
                <a:pos x="connsiteX113112" y="connsiteY113112"/>
              </a:cxn>
              <a:cxn ang="0">
                <a:pos x="connsiteX113113" y="connsiteY113113"/>
              </a:cxn>
              <a:cxn ang="0">
                <a:pos x="connsiteX113114" y="connsiteY113114"/>
              </a:cxn>
              <a:cxn ang="0">
                <a:pos x="connsiteX113115" y="connsiteY113115"/>
              </a:cxn>
              <a:cxn ang="0">
                <a:pos x="connsiteX113116" y="connsiteY113116"/>
              </a:cxn>
              <a:cxn ang="0">
                <a:pos x="connsiteX113117" y="connsiteY113117"/>
              </a:cxn>
              <a:cxn ang="0">
                <a:pos x="connsiteX113118" y="connsiteY113118"/>
              </a:cxn>
              <a:cxn ang="0">
                <a:pos x="connsiteX113119" y="connsiteY113119"/>
              </a:cxn>
              <a:cxn ang="0">
                <a:pos x="connsiteX113120" y="connsiteY113120"/>
              </a:cxn>
              <a:cxn ang="0">
                <a:pos x="connsiteX113121" y="connsiteY113121"/>
              </a:cxn>
              <a:cxn ang="0">
                <a:pos x="connsiteX113122" y="connsiteY113122"/>
              </a:cxn>
              <a:cxn ang="0">
                <a:pos x="connsiteX113123" y="connsiteY113123"/>
              </a:cxn>
              <a:cxn ang="0">
                <a:pos x="connsiteX113124" y="connsiteY113124"/>
              </a:cxn>
              <a:cxn ang="0">
                <a:pos x="connsiteX113125" y="connsiteY113125"/>
              </a:cxn>
              <a:cxn ang="0">
                <a:pos x="connsiteX113126" y="connsiteY113126"/>
              </a:cxn>
              <a:cxn ang="0">
                <a:pos x="connsiteX113127" y="connsiteY113127"/>
              </a:cxn>
              <a:cxn ang="0">
                <a:pos x="connsiteX113128" y="connsiteY113128"/>
              </a:cxn>
              <a:cxn ang="0">
                <a:pos x="connsiteX113129" y="connsiteY113129"/>
              </a:cxn>
              <a:cxn ang="0">
                <a:pos x="connsiteX113130" y="connsiteY113130"/>
              </a:cxn>
              <a:cxn ang="0">
                <a:pos x="connsiteX113131" y="connsiteY113131"/>
              </a:cxn>
              <a:cxn ang="0">
                <a:pos x="connsiteX113132" y="connsiteY113132"/>
              </a:cxn>
              <a:cxn ang="0">
                <a:pos x="connsiteX113133" y="connsiteY113133"/>
              </a:cxn>
              <a:cxn ang="0">
                <a:pos x="connsiteX113134" y="connsiteY113134"/>
              </a:cxn>
              <a:cxn ang="0">
                <a:pos x="connsiteX113135" y="connsiteY113135"/>
              </a:cxn>
              <a:cxn ang="0">
                <a:pos x="connsiteX113136" y="connsiteY113136"/>
              </a:cxn>
              <a:cxn ang="0">
                <a:pos x="connsiteX113137" y="connsiteY113137"/>
              </a:cxn>
              <a:cxn ang="0">
                <a:pos x="connsiteX113138" y="connsiteY113138"/>
              </a:cxn>
              <a:cxn ang="0">
                <a:pos x="connsiteX113139" y="connsiteY113139"/>
              </a:cxn>
              <a:cxn ang="0">
                <a:pos x="connsiteX113140" y="connsiteY113140"/>
              </a:cxn>
              <a:cxn ang="0">
                <a:pos x="connsiteX113141" y="connsiteY113141"/>
              </a:cxn>
              <a:cxn ang="0">
                <a:pos x="connsiteX113142" y="connsiteY113142"/>
              </a:cxn>
              <a:cxn ang="0">
                <a:pos x="connsiteX113143" y="connsiteY113143"/>
              </a:cxn>
              <a:cxn ang="0">
                <a:pos x="connsiteX113144" y="connsiteY113144"/>
              </a:cxn>
              <a:cxn ang="0">
                <a:pos x="connsiteX113145" y="connsiteY113145"/>
              </a:cxn>
              <a:cxn ang="0">
                <a:pos x="connsiteX113146" y="connsiteY113146"/>
              </a:cxn>
              <a:cxn ang="0">
                <a:pos x="connsiteX113147" y="connsiteY113147"/>
              </a:cxn>
              <a:cxn ang="0">
                <a:pos x="connsiteX113148" y="connsiteY113148"/>
              </a:cxn>
              <a:cxn ang="0">
                <a:pos x="connsiteX113149" y="connsiteY113149"/>
              </a:cxn>
              <a:cxn ang="0">
                <a:pos x="connsiteX113150" y="connsiteY113150"/>
              </a:cxn>
              <a:cxn ang="0">
                <a:pos x="connsiteX113151" y="connsiteY113151"/>
              </a:cxn>
              <a:cxn ang="0">
                <a:pos x="connsiteX113152" y="connsiteY113152"/>
              </a:cxn>
              <a:cxn ang="0">
                <a:pos x="connsiteX113153" y="connsiteY113153"/>
              </a:cxn>
              <a:cxn ang="0">
                <a:pos x="connsiteX113154" y="connsiteY113154"/>
              </a:cxn>
              <a:cxn ang="0">
                <a:pos x="connsiteX113155" y="connsiteY113155"/>
              </a:cxn>
              <a:cxn ang="0">
                <a:pos x="connsiteX113156" y="connsiteY113156"/>
              </a:cxn>
              <a:cxn ang="0">
                <a:pos x="connsiteX113157" y="connsiteY113157"/>
              </a:cxn>
              <a:cxn ang="0">
                <a:pos x="connsiteX113158" y="connsiteY113158"/>
              </a:cxn>
              <a:cxn ang="0">
                <a:pos x="connsiteX113159" y="connsiteY113159"/>
              </a:cxn>
              <a:cxn ang="0">
                <a:pos x="connsiteX113160" y="connsiteY113160"/>
              </a:cxn>
              <a:cxn ang="0">
                <a:pos x="connsiteX113161" y="connsiteY113161"/>
              </a:cxn>
              <a:cxn ang="0">
                <a:pos x="connsiteX113162" y="connsiteY113162"/>
              </a:cxn>
              <a:cxn ang="0">
                <a:pos x="connsiteX113163" y="connsiteY113163"/>
              </a:cxn>
              <a:cxn ang="0">
                <a:pos x="connsiteX113164" y="connsiteY113164"/>
              </a:cxn>
              <a:cxn ang="0">
                <a:pos x="connsiteX113165" y="connsiteY113165"/>
              </a:cxn>
              <a:cxn ang="0">
                <a:pos x="connsiteX113166" y="connsiteY113166"/>
              </a:cxn>
              <a:cxn ang="0">
                <a:pos x="connsiteX113167" y="connsiteY113167"/>
              </a:cxn>
              <a:cxn ang="0">
                <a:pos x="connsiteX113168" y="connsiteY113168"/>
              </a:cxn>
              <a:cxn ang="0">
                <a:pos x="connsiteX113169" y="connsiteY113169"/>
              </a:cxn>
              <a:cxn ang="0">
                <a:pos x="connsiteX113170" y="connsiteY113170"/>
              </a:cxn>
              <a:cxn ang="0">
                <a:pos x="connsiteX113171" y="connsiteY113171"/>
              </a:cxn>
              <a:cxn ang="0">
                <a:pos x="connsiteX113172" y="connsiteY113172"/>
              </a:cxn>
              <a:cxn ang="0">
                <a:pos x="connsiteX113173" y="connsiteY113173"/>
              </a:cxn>
              <a:cxn ang="0">
                <a:pos x="connsiteX113174" y="connsiteY113174"/>
              </a:cxn>
              <a:cxn ang="0">
                <a:pos x="connsiteX113175" y="connsiteY113175"/>
              </a:cxn>
              <a:cxn ang="0">
                <a:pos x="connsiteX113176" y="connsiteY113176"/>
              </a:cxn>
              <a:cxn ang="0">
                <a:pos x="connsiteX113177" y="connsiteY113177"/>
              </a:cxn>
              <a:cxn ang="0">
                <a:pos x="connsiteX113178" y="connsiteY113178"/>
              </a:cxn>
              <a:cxn ang="0">
                <a:pos x="connsiteX113179" y="connsiteY113179"/>
              </a:cxn>
              <a:cxn ang="0">
                <a:pos x="connsiteX113180" y="connsiteY113180"/>
              </a:cxn>
              <a:cxn ang="0">
                <a:pos x="connsiteX113181" y="connsiteY113181"/>
              </a:cxn>
              <a:cxn ang="0">
                <a:pos x="connsiteX113182" y="connsiteY113182"/>
              </a:cxn>
              <a:cxn ang="0">
                <a:pos x="connsiteX113183" y="connsiteY113183"/>
              </a:cxn>
              <a:cxn ang="0">
                <a:pos x="connsiteX113184" y="connsiteY113184"/>
              </a:cxn>
              <a:cxn ang="0">
                <a:pos x="connsiteX113185" y="connsiteY113185"/>
              </a:cxn>
              <a:cxn ang="0">
                <a:pos x="connsiteX113186" y="connsiteY113186"/>
              </a:cxn>
              <a:cxn ang="0">
                <a:pos x="connsiteX113187" y="connsiteY113187"/>
              </a:cxn>
              <a:cxn ang="0">
                <a:pos x="connsiteX113188" y="connsiteY113188"/>
              </a:cxn>
              <a:cxn ang="0">
                <a:pos x="connsiteX113189" y="connsiteY113189"/>
              </a:cxn>
              <a:cxn ang="0">
                <a:pos x="connsiteX113190" y="connsiteY113190"/>
              </a:cxn>
              <a:cxn ang="0">
                <a:pos x="connsiteX113191" y="connsiteY113191"/>
              </a:cxn>
              <a:cxn ang="0">
                <a:pos x="connsiteX113192" y="connsiteY113192"/>
              </a:cxn>
              <a:cxn ang="0">
                <a:pos x="connsiteX113193" y="connsiteY113193"/>
              </a:cxn>
              <a:cxn ang="0">
                <a:pos x="connsiteX113194" y="connsiteY113194"/>
              </a:cxn>
              <a:cxn ang="0">
                <a:pos x="connsiteX113195" y="connsiteY113195"/>
              </a:cxn>
              <a:cxn ang="0">
                <a:pos x="connsiteX113196" y="connsiteY113196"/>
              </a:cxn>
              <a:cxn ang="0">
                <a:pos x="connsiteX113197" y="connsiteY113197"/>
              </a:cxn>
              <a:cxn ang="0">
                <a:pos x="connsiteX113198" y="connsiteY113198"/>
              </a:cxn>
              <a:cxn ang="0">
                <a:pos x="connsiteX113199" y="connsiteY113199"/>
              </a:cxn>
              <a:cxn ang="0">
                <a:pos x="connsiteX113200" y="connsiteY113200"/>
              </a:cxn>
              <a:cxn ang="0">
                <a:pos x="connsiteX113201" y="connsiteY113201"/>
              </a:cxn>
              <a:cxn ang="0">
                <a:pos x="connsiteX113202" y="connsiteY113202"/>
              </a:cxn>
              <a:cxn ang="0">
                <a:pos x="connsiteX113203" y="connsiteY113203"/>
              </a:cxn>
              <a:cxn ang="0">
                <a:pos x="connsiteX113204" y="connsiteY113204"/>
              </a:cxn>
              <a:cxn ang="0">
                <a:pos x="connsiteX113205" y="connsiteY113205"/>
              </a:cxn>
              <a:cxn ang="0">
                <a:pos x="connsiteX113206" y="connsiteY113206"/>
              </a:cxn>
              <a:cxn ang="0">
                <a:pos x="connsiteX113207" y="connsiteY113207"/>
              </a:cxn>
              <a:cxn ang="0">
                <a:pos x="connsiteX113208" y="connsiteY113208"/>
              </a:cxn>
              <a:cxn ang="0">
                <a:pos x="connsiteX113209" y="connsiteY113209"/>
              </a:cxn>
              <a:cxn ang="0">
                <a:pos x="connsiteX113210" y="connsiteY113210"/>
              </a:cxn>
              <a:cxn ang="0">
                <a:pos x="connsiteX113211" y="connsiteY113211"/>
              </a:cxn>
              <a:cxn ang="0">
                <a:pos x="connsiteX113212" y="connsiteY113212"/>
              </a:cxn>
              <a:cxn ang="0">
                <a:pos x="connsiteX113213" y="connsiteY113213"/>
              </a:cxn>
              <a:cxn ang="0">
                <a:pos x="connsiteX113214" y="connsiteY113214"/>
              </a:cxn>
              <a:cxn ang="0">
                <a:pos x="connsiteX113215" y="connsiteY113215"/>
              </a:cxn>
              <a:cxn ang="0">
                <a:pos x="connsiteX113216" y="connsiteY113216"/>
              </a:cxn>
              <a:cxn ang="0">
                <a:pos x="connsiteX113217" y="connsiteY113217"/>
              </a:cxn>
              <a:cxn ang="0">
                <a:pos x="connsiteX113218" y="connsiteY113218"/>
              </a:cxn>
              <a:cxn ang="0">
                <a:pos x="connsiteX113219" y="connsiteY113219"/>
              </a:cxn>
              <a:cxn ang="0">
                <a:pos x="connsiteX113220" y="connsiteY113220"/>
              </a:cxn>
              <a:cxn ang="0">
                <a:pos x="connsiteX113221" y="connsiteY113221"/>
              </a:cxn>
              <a:cxn ang="0">
                <a:pos x="connsiteX113222" y="connsiteY113222"/>
              </a:cxn>
              <a:cxn ang="0">
                <a:pos x="connsiteX113223" y="connsiteY113223"/>
              </a:cxn>
              <a:cxn ang="0">
                <a:pos x="connsiteX113224" y="connsiteY113224"/>
              </a:cxn>
              <a:cxn ang="0">
                <a:pos x="connsiteX113225" y="connsiteY113225"/>
              </a:cxn>
              <a:cxn ang="0">
                <a:pos x="connsiteX113226" y="connsiteY113226"/>
              </a:cxn>
              <a:cxn ang="0">
                <a:pos x="connsiteX113227" y="connsiteY113227"/>
              </a:cxn>
              <a:cxn ang="0">
                <a:pos x="connsiteX113228" y="connsiteY113228"/>
              </a:cxn>
              <a:cxn ang="0">
                <a:pos x="connsiteX113229" y="connsiteY113229"/>
              </a:cxn>
              <a:cxn ang="0">
                <a:pos x="connsiteX113230" y="connsiteY113230"/>
              </a:cxn>
              <a:cxn ang="0">
                <a:pos x="connsiteX113231" y="connsiteY113231"/>
              </a:cxn>
              <a:cxn ang="0">
                <a:pos x="connsiteX113232" y="connsiteY113232"/>
              </a:cxn>
              <a:cxn ang="0">
                <a:pos x="connsiteX113233" y="connsiteY113233"/>
              </a:cxn>
              <a:cxn ang="0">
                <a:pos x="connsiteX113234" y="connsiteY113234"/>
              </a:cxn>
              <a:cxn ang="0">
                <a:pos x="connsiteX113235" y="connsiteY113235"/>
              </a:cxn>
              <a:cxn ang="0">
                <a:pos x="connsiteX113236" y="connsiteY113236"/>
              </a:cxn>
              <a:cxn ang="0">
                <a:pos x="connsiteX113237" y="connsiteY113237"/>
              </a:cxn>
              <a:cxn ang="0">
                <a:pos x="connsiteX113238" y="connsiteY113238"/>
              </a:cxn>
              <a:cxn ang="0">
                <a:pos x="connsiteX113239" y="connsiteY113239"/>
              </a:cxn>
              <a:cxn ang="0">
                <a:pos x="connsiteX113240" y="connsiteY113240"/>
              </a:cxn>
              <a:cxn ang="0">
                <a:pos x="connsiteX113241" y="connsiteY113241"/>
              </a:cxn>
              <a:cxn ang="0">
                <a:pos x="connsiteX113242" y="connsiteY113242"/>
              </a:cxn>
              <a:cxn ang="0">
                <a:pos x="connsiteX113243" y="connsiteY113243"/>
              </a:cxn>
              <a:cxn ang="0">
                <a:pos x="connsiteX113244" y="connsiteY113244"/>
              </a:cxn>
              <a:cxn ang="0">
                <a:pos x="connsiteX113245" y="connsiteY113245"/>
              </a:cxn>
              <a:cxn ang="0">
                <a:pos x="connsiteX113246" y="connsiteY113246"/>
              </a:cxn>
              <a:cxn ang="0">
                <a:pos x="connsiteX113247" y="connsiteY113247"/>
              </a:cxn>
              <a:cxn ang="0">
                <a:pos x="connsiteX113248" y="connsiteY113248"/>
              </a:cxn>
              <a:cxn ang="0">
                <a:pos x="connsiteX113249" y="connsiteY113249"/>
              </a:cxn>
              <a:cxn ang="0">
                <a:pos x="connsiteX113250" y="connsiteY113250"/>
              </a:cxn>
              <a:cxn ang="0">
                <a:pos x="connsiteX113251" y="connsiteY113251"/>
              </a:cxn>
              <a:cxn ang="0">
                <a:pos x="connsiteX113252" y="connsiteY113252"/>
              </a:cxn>
              <a:cxn ang="0">
                <a:pos x="connsiteX113253" y="connsiteY113253"/>
              </a:cxn>
              <a:cxn ang="0">
                <a:pos x="connsiteX113254" y="connsiteY113254"/>
              </a:cxn>
              <a:cxn ang="0">
                <a:pos x="connsiteX113255" y="connsiteY113255"/>
              </a:cxn>
              <a:cxn ang="0">
                <a:pos x="connsiteX113256" y="connsiteY113256"/>
              </a:cxn>
              <a:cxn ang="0">
                <a:pos x="connsiteX113257" y="connsiteY113257"/>
              </a:cxn>
              <a:cxn ang="0">
                <a:pos x="connsiteX113258" y="connsiteY113258"/>
              </a:cxn>
              <a:cxn ang="0">
                <a:pos x="connsiteX113259" y="connsiteY113259"/>
              </a:cxn>
              <a:cxn ang="0">
                <a:pos x="connsiteX113260" y="connsiteY113260"/>
              </a:cxn>
              <a:cxn ang="0">
                <a:pos x="connsiteX113261" y="connsiteY113261"/>
              </a:cxn>
              <a:cxn ang="0">
                <a:pos x="connsiteX113262" y="connsiteY113262"/>
              </a:cxn>
              <a:cxn ang="0">
                <a:pos x="connsiteX113263" y="connsiteY113263"/>
              </a:cxn>
              <a:cxn ang="0">
                <a:pos x="connsiteX113264" y="connsiteY113264"/>
              </a:cxn>
              <a:cxn ang="0">
                <a:pos x="connsiteX113265" y="connsiteY113265"/>
              </a:cxn>
              <a:cxn ang="0">
                <a:pos x="connsiteX113266" y="connsiteY113266"/>
              </a:cxn>
              <a:cxn ang="0">
                <a:pos x="connsiteX113267" y="connsiteY113267"/>
              </a:cxn>
              <a:cxn ang="0">
                <a:pos x="connsiteX113268" y="connsiteY113268"/>
              </a:cxn>
              <a:cxn ang="0">
                <a:pos x="connsiteX113269" y="connsiteY113269"/>
              </a:cxn>
              <a:cxn ang="0">
                <a:pos x="connsiteX113270" y="connsiteY113270"/>
              </a:cxn>
              <a:cxn ang="0">
                <a:pos x="connsiteX113271" y="connsiteY113271"/>
              </a:cxn>
              <a:cxn ang="0">
                <a:pos x="connsiteX113272" y="connsiteY113272"/>
              </a:cxn>
              <a:cxn ang="0">
                <a:pos x="connsiteX113273" y="connsiteY113273"/>
              </a:cxn>
              <a:cxn ang="0">
                <a:pos x="connsiteX113274" y="connsiteY113274"/>
              </a:cxn>
              <a:cxn ang="0">
                <a:pos x="connsiteX113275" y="connsiteY113275"/>
              </a:cxn>
              <a:cxn ang="0">
                <a:pos x="connsiteX113276" y="connsiteY113276"/>
              </a:cxn>
              <a:cxn ang="0">
                <a:pos x="connsiteX113277" y="connsiteY113277"/>
              </a:cxn>
              <a:cxn ang="0">
                <a:pos x="connsiteX113278" y="connsiteY113278"/>
              </a:cxn>
              <a:cxn ang="0">
                <a:pos x="connsiteX113279" y="connsiteY113279"/>
              </a:cxn>
              <a:cxn ang="0">
                <a:pos x="connsiteX113280" y="connsiteY113280"/>
              </a:cxn>
              <a:cxn ang="0">
                <a:pos x="connsiteX113281" y="connsiteY113281"/>
              </a:cxn>
              <a:cxn ang="0">
                <a:pos x="connsiteX113282" y="connsiteY113282"/>
              </a:cxn>
              <a:cxn ang="0">
                <a:pos x="connsiteX113283" y="connsiteY113283"/>
              </a:cxn>
              <a:cxn ang="0">
                <a:pos x="connsiteX113284" y="connsiteY113284"/>
              </a:cxn>
              <a:cxn ang="0">
                <a:pos x="connsiteX113285" y="connsiteY113285"/>
              </a:cxn>
              <a:cxn ang="0">
                <a:pos x="connsiteX113286" y="connsiteY113286"/>
              </a:cxn>
              <a:cxn ang="0">
                <a:pos x="connsiteX113287" y="connsiteY113287"/>
              </a:cxn>
              <a:cxn ang="0">
                <a:pos x="connsiteX113288" y="connsiteY113288"/>
              </a:cxn>
              <a:cxn ang="0">
                <a:pos x="connsiteX113289" y="connsiteY113289"/>
              </a:cxn>
              <a:cxn ang="0">
                <a:pos x="connsiteX113290" y="connsiteY113290"/>
              </a:cxn>
              <a:cxn ang="0">
                <a:pos x="connsiteX113291" y="connsiteY113291"/>
              </a:cxn>
              <a:cxn ang="0">
                <a:pos x="connsiteX113292" y="connsiteY113292"/>
              </a:cxn>
              <a:cxn ang="0">
                <a:pos x="connsiteX113293" y="connsiteY113293"/>
              </a:cxn>
              <a:cxn ang="0">
                <a:pos x="connsiteX113294" y="connsiteY113294"/>
              </a:cxn>
              <a:cxn ang="0">
                <a:pos x="connsiteX113295" y="connsiteY113295"/>
              </a:cxn>
              <a:cxn ang="0">
                <a:pos x="connsiteX113296" y="connsiteY113296"/>
              </a:cxn>
              <a:cxn ang="0">
                <a:pos x="connsiteX113297" y="connsiteY113297"/>
              </a:cxn>
              <a:cxn ang="0">
                <a:pos x="connsiteX113298" y="connsiteY113298"/>
              </a:cxn>
              <a:cxn ang="0">
                <a:pos x="connsiteX113299" y="connsiteY113299"/>
              </a:cxn>
              <a:cxn ang="0">
                <a:pos x="connsiteX113300" y="connsiteY113300"/>
              </a:cxn>
              <a:cxn ang="0">
                <a:pos x="connsiteX113301" y="connsiteY113301"/>
              </a:cxn>
              <a:cxn ang="0">
                <a:pos x="connsiteX113302" y="connsiteY113302"/>
              </a:cxn>
              <a:cxn ang="0">
                <a:pos x="connsiteX113303" y="connsiteY113303"/>
              </a:cxn>
              <a:cxn ang="0">
                <a:pos x="connsiteX113304" y="connsiteY113304"/>
              </a:cxn>
              <a:cxn ang="0">
                <a:pos x="connsiteX113305" y="connsiteY113305"/>
              </a:cxn>
              <a:cxn ang="0">
                <a:pos x="connsiteX113306" y="connsiteY113306"/>
              </a:cxn>
              <a:cxn ang="0">
                <a:pos x="connsiteX113307" y="connsiteY113307"/>
              </a:cxn>
              <a:cxn ang="0">
                <a:pos x="connsiteX113308" y="connsiteY113308"/>
              </a:cxn>
              <a:cxn ang="0">
                <a:pos x="connsiteX113309" y="connsiteY113309"/>
              </a:cxn>
              <a:cxn ang="0">
                <a:pos x="connsiteX113310" y="connsiteY113310"/>
              </a:cxn>
              <a:cxn ang="0">
                <a:pos x="connsiteX113311" y="connsiteY113311"/>
              </a:cxn>
              <a:cxn ang="0">
                <a:pos x="connsiteX113312" y="connsiteY113312"/>
              </a:cxn>
              <a:cxn ang="0">
                <a:pos x="connsiteX113313" y="connsiteY113313"/>
              </a:cxn>
              <a:cxn ang="0">
                <a:pos x="connsiteX113314" y="connsiteY113314"/>
              </a:cxn>
              <a:cxn ang="0">
                <a:pos x="connsiteX113315" y="connsiteY113315"/>
              </a:cxn>
              <a:cxn ang="0">
                <a:pos x="connsiteX113316" y="connsiteY113316"/>
              </a:cxn>
              <a:cxn ang="0">
                <a:pos x="connsiteX113317" y="connsiteY113317"/>
              </a:cxn>
              <a:cxn ang="0">
                <a:pos x="connsiteX113318" y="connsiteY113318"/>
              </a:cxn>
              <a:cxn ang="0">
                <a:pos x="connsiteX113319" y="connsiteY113319"/>
              </a:cxn>
              <a:cxn ang="0">
                <a:pos x="connsiteX113320" y="connsiteY113320"/>
              </a:cxn>
              <a:cxn ang="0">
                <a:pos x="connsiteX113321" y="connsiteY113321"/>
              </a:cxn>
              <a:cxn ang="0">
                <a:pos x="connsiteX113322" y="connsiteY113322"/>
              </a:cxn>
              <a:cxn ang="0">
                <a:pos x="connsiteX113323" y="connsiteY113323"/>
              </a:cxn>
              <a:cxn ang="0">
                <a:pos x="connsiteX113324" y="connsiteY113324"/>
              </a:cxn>
              <a:cxn ang="0">
                <a:pos x="connsiteX113325" y="connsiteY113325"/>
              </a:cxn>
              <a:cxn ang="0">
                <a:pos x="connsiteX113326" y="connsiteY113326"/>
              </a:cxn>
              <a:cxn ang="0">
                <a:pos x="connsiteX113327" y="connsiteY113327"/>
              </a:cxn>
              <a:cxn ang="0">
                <a:pos x="connsiteX113328" y="connsiteY113328"/>
              </a:cxn>
              <a:cxn ang="0">
                <a:pos x="connsiteX113329" y="connsiteY113329"/>
              </a:cxn>
              <a:cxn ang="0">
                <a:pos x="connsiteX113330" y="connsiteY113330"/>
              </a:cxn>
              <a:cxn ang="0">
                <a:pos x="connsiteX113331" y="connsiteY113331"/>
              </a:cxn>
              <a:cxn ang="0">
                <a:pos x="connsiteX113332" y="connsiteY113332"/>
              </a:cxn>
              <a:cxn ang="0">
                <a:pos x="connsiteX113333" y="connsiteY113333"/>
              </a:cxn>
              <a:cxn ang="0">
                <a:pos x="connsiteX113334" y="connsiteY113334"/>
              </a:cxn>
              <a:cxn ang="0">
                <a:pos x="connsiteX113335" y="connsiteY113335"/>
              </a:cxn>
              <a:cxn ang="0">
                <a:pos x="connsiteX113336" y="connsiteY113336"/>
              </a:cxn>
              <a:cxn ang="0">
                <a:pos x="connsiteX113337" y="connsiteY113337"/>
              </a:cxn>
              <a:cxn ang="0">
                <a:pos x="connsiteX113338" y="connsiteY113338"/>
              </a:cxn>
              <a:cxn ang="0">
                <a:pos x="connsiteX113339" y="connsiteY113339"/>
              </a:cxn>
              <a:cxn ang="0">
                <a:pos x="connsiteX113340" y="connsiteY113340"/>
              </a:cxn>
              <a:cxn ang="0">
                <a:pos x="connsiteX113341" y="connsiteY113341"/>
              </a:cxn>
              <a:cxn ang="0">
                <a:pos x="connsiteX113342" y="connsiteY113342"/>
              </a:cxn>
              <a:cxn ang="0">
                <a:pos x="connsiteX113343" y="connsiteY113343"/>
              </a:cxn>
              <a:cxn ang="0">
                <a:pos x="connsiteX113344" y="connsiteY113344"/>
              </a:cxn>
              <a:cxn ang="0">
                <a:pos x="connsiteX113345" y="connsiteY113345"/>
              </a:cxn>
              <a:cxn ang="0">
                <a:pos x="connsiteX113346" y="connsiteY113346"/>
              </a:cxn>
              <a:cxn ang="0">
                <a:pos x="connsiteX113347" y="connsiteY113347"/>
              </a:cxn>
              <a:cxn ang="0">
                <a:pos x="connsiteX113348" y="connsiteY113348"/>
              </a:cxn>
              <a:cxn ang="0">
                <a:pos x="connsiteX113349" y="connsiteY113349"/>
              </a:cxn>
              <a:cxn ang="0">
                <a:pos x="connsiteX113350" y="connsiteY113350"/>
              </a:cxn>
              <a:cxn ang="0">
                <a:pos x="connsiteX113351" y="connsiteY113351"/>
              </a:cxn>
              <a:cxn ang="0">
                <a:pos x="connsiteX113352" y="connsiteY113352"/>
              </a:cxn>
              <a:cxn ang="0">
                <a:pos x="connsiteX113353" y="connsiteY113353"/>
              </a:cxn>
              <a:cxn ang="0">
                <a:pos x="connsiteX113354" y="connsiteY113354"/>
              </a:cxn>
              <a:cxn ang="0">
                <a:pos x="connsiteX113355" y="connsiteY113355"/>
              </a:cxn>
              <a:cxn ang="0">
                <a:pos x="connsiteX113356" y="connsiteY113356"/>
              </a:cxn>
              <a:cxn ang="0">
                <a:pos x="connsiteX113357" y="connsiteY113357"/>
              </a:cxn>
              <a:cxn ang="0">
                <a:pos x="connsiteX113358" y="connsiteY113358"/>
              </a:cxn>
              <a:cxn ang="0">
                <a:pos x="connsiteX113359" y="connsiteY113359"/>
              </a:cxn>
              <a:cxn ang="0">
                <a:pos x="connsiteX113360" y="connsiteY113360"/>
              </a:cxn>
              <a:cxn ang="0">
                <a:pos x="connsiteX113361" y="connsiteY113361"/>
              </a:cxn>
              <a:cxn ang="0">
                <a:pos x="connsiteX113362" y="connsiteY113362"/>
              </a:cxn>
              <a:cxn ang="0">
                <a:pos x="connsiteX113363" y="connsiteY113363"/>
              </a:cxn>
              <a:cxn ang="0">
                <a:pos x="connsiteX113364" y="connsiteY113364"/>
              </a:cxn>
              <a:cxn ang="0">
                <a:pos x="connsiteX113365" y="connsiteY113365"/>
              </a:cxn>
              <a:cxn ang="0">
                <a:pos x="connsiteX113366" y="connsiteY113366"/>
              </a:cxn>
              <a:cxn ang="0">
                <a:pos x="connsiteX113367" y="connsiteY113367"/>
              </a:cxn>
              <a:cxn ang="0">
                <a:pos x="connsiteX113368" y="connsiteY113368"/>
              </a:cxn>
              <a:cxn ang="0">
                <a:pos x="connsiteX113369" y="connsiteY113369"/>
              </a:cxn>
              <a:cxn ang="0">
                <a:pos x="connsiteX113370" y="connsiteY113370"/>
              </a:cxn>
              <a:cxn ang="0">
                <a:pos x="connsiteX113371" y="connsiteY113371"/>
              </a:cxn>
              <a:cxn ang="0">
                <a:pos x="connsiteX113372" y="connsiteY113372"/>
              </a:cxn>
              <a:cxn ang="0">
                <a:pos x="connsiteX113373" y="connsiteY113373"/>
              </a:cxn>
              <a:cxn ang="0">
                <a:pos x="connsiteX113374" y="connsiteY113374"/>
              </a:cxn>
              <a:cxn ang="0">
                <a:pos x="connsiteX113375" y="connsiteY113375"/>
              </a:cxn>
              <a:cxn ang="0">
                <a:pos x="connsiteX113376" y="connsiteY113376"/>
              </a:cxn>
              <a:cxn ang="0">
                <a:pos x="connsiteX113377" y="connsiteY113377"/>
              </a:cxn>
              <a:cxn ang="0">
                <a:pos x="connsiteX113378" y="connsiteY113378"/>
              </a:cxn>
              <a:cxn ang="0">
                <a:pos x="connsiteX113379" y="connsiteY113379"/>
              </a:cxn>
              <a:cxn ang="0">
                <a:pos x="connsiteX113380" y="connsiteY113380"/>
              </a:cxn>
              <a:cxn ang="0">
                <a:pos x="connsiteX113381" y="connsiteY113381"/>
              </a:cxn>
              <a:cxn ang="0">
                <a:pos x="connsiteX113382" y="connsiteY113382"/>
              </a:cxn>
              <a:cxn ang="0">
                <a:pos x="connsiteX113383" y="connsiteY113383"/>
              </a:cxn>
              <a:cxn ang="0">
                <a:pos x="connsiteX113384" y="connsiteY113384"/>
              </a:cxn>
              <a:cxn ang="0">
                <a:pos x="connsiteX113385" y="connsiteY113385"/>
              </a:cxn>
              <a:cxn ang="0">
                <a:pos x="connsiteX113386" y="connsiteY113386"/>
              </a:cxn>
              <a:cxn ang="0">
                <a:pos x="connsiteX113387" y="connsiteY113387"/>
              </a:cxn>
              <a:cxn ang="0">
                <a:pos x="connsiteX113388" y="connsiteY113388"/>
              </a:cxn>
              <a:cxn ang="0">
                <a:pos x="connsiteX113389" y="connsiteY113389"/>
              </a:cxn>
              <a:cxn ang="0">
                <a:pos x="connsiteX113390" y="connsiteY113390"/>
              </a:cxn>
              <a:cxn ang="0">
                <a:pos x="connsiteX113391" y="connsiteY113391"/>
              </a:cxn>
              <a:cxn ang="0">
                <a:pos x="connsiteX113392" y="connsiteY113392"/>
              </a:cxn>
              <a:cxn ang="0">
                <a:pos x="connsiteX113393" y="connsiteY113393"/>
              </a:cxn>
              <a:cxn ang="0">
                <a:pos x="connsiteX113394" y="connsiteY113394"/>
              </a:cxn>
              <a:cxn ang="0">
                <a:pos x="connsiteX113395" y="connsiteY113395"/>
              </a:cxn>
              <a:cxn ang="0">
                <a:pos x="connsiteX113396" y="connsiteY113396"/>
              </a:cxn>
              <a:cxn ang="0">
                <a:pos x="connsiteX113397" y="connsiteY113397"/>
              </a:cxn>
              <a:cxn ang="0">
                <a:pos x="connsiteX113398" y="connsiteY113398"/>
              </a:cxn>
              <a:cxn ang="0">
                <a:pos x="connsiteX113399" y="connsiteY113399"/>
              </a:cxn>
              <a:cxn ang="0">
                <a:pos x="connsiteX113400" y="connsiteY113400"/>
              </a:cxn>
              <a:cxn ang="0">
                <a:pos x="connsiteX113401" y="connsiteY113401"/>
              </a:cxn>
              <a:cxn ang="0">
                <a:pos x="connsiteX113402" y="connsiteY113402"/>
              </a:cxn>
              <a:cxn ang="0">
                <a:pos x="connsiteX113403" y="connsiteY113403"/>
              </a:cxn>
              <a:cxn ang="0">
                <a:pos x="connsiteX113404" y="connsiteY113404"/>
              </a:cxn>
              <a:cxn ang="0">
                <a:pos x="connsiteX113405" y="connsiteY113405"/>
              </a:cxn>
              <a:cxn ang="0">
                <a:pos x="connsiteX113406" y="connsiteY113406"/>
              </a:cxn>
              <a:cxn ang="0">
                <a:pos x="connsiteX113407" y="connsiteY113407"/>
              </a:cxn>
              <a:cxn ang="0">
                <a:pos x="connsiteX113408" y="connsiteY113408"/>
              </a:cxn>
              <a:cxn ang="0">
                <a:pos x="connsiteX113409" y="connsiteY113409"/>
              </a:cxn>
              <a:cxn ang="0">
                <a:pos x="connsiteX113410" y="connsiteY113410"/>
              </a:cxn>
              <a:cxn ang="0">
                <a:pos x="connsiteX113411" y="connsiteY113411"/>
              </a:cxn>
              <a:cxn ang="0">
                <a:pos x="connsiteX113412" y="connsiteY113412"/>
              </a:cxn>
              <a:cxn ang="0">
                <a:pos x="connsiteX113413" y="connsiteY113413"/>
              </a:cxn>
              <a:cxn ang="0">
                <a:pos x="connsiteX113414" y="connsiteY113414"/>
              </a:cxn>
              <a:cxn ang="0">
                <a:pos x="connsiteX113415" y="connsiteY113415"/>
              </a:cxn>
              <a:cxn ang="0">
                <a:pos x="connsiteX113416" y="connsiteY113416"/>
              </a:cxn>
              <a:cxn ang="0">
                <a:pos x="connsiteX113417" y="connsiteY113417"/>
              </a:cxn>
              <a:cxn ang="0">
                <a:pos x="connsiteX113418" y="connsiteY113418"/>
              </a:cxn>
              <a:cxn ang="0">
                <a:pos x="connsiteX113419" y="connsiteY113419"/>
              </a:cxn>
              <a:cxn ang="0">
                <a:pos x="connsiteX113420" y="connsiteY113420"/>
              </a:cxn>
              <a:cxn ang="0">
                <a:pos x="connsiteX113421" y="connsiteY113421"/>
              </a:cxn>
              <a:cxn ang="0">
                <a:pos x="connsiteX113422" y="connsiteY113422"/>
              </a:cxn>
              <a:cxn ang="0">
                <a:pos x="connsiteX113423" y="connsiteY113423"/>
              </a:cxn>
              <a:cxn ang="0">
                <a:pos x="connsiteX113424" y="connsiteY113424"/>
              </a:cxn>
              <a:cxn ang="0">
                <a:pos x="connsiteX113425" y="connsiteY113425"/>
              </a:cxn>
              <a:cxn ang="0">
                <a:pos x="connsiteX113426" y="connsiteY113426"/>
              </a:cxn>
              <a:cxn ang="0">
                <a:pos x="connsiteX113427" y="connsiteY113427"/>
              </a:cxn>
              <a:cxn ang="0">
                <a:pos x="connsiteX113428" y="connsiteY113428"/>
              </a:cxn>
              <a:cxn ang="0">
                <a:pos x="connsiteX113429" y="connsiteY113429"/>
              </a:cxn>
              <a:cxn ang="0">
                <a:pos x="connsiteX113430" y="connsiteY113430"/>
              </a:cxn>
              <a:cxn ang="0">
                <a:pos x="connsiteX113431" y="connsiteY113431"/>
              </a:cxn>
              <a:cxn ang="0">
                <a:pos x="connsiteX113432" y="connsiteY113432"/>
              </a:cxn>
              <a:cxn ang="0">
                <a:pos x="connsiteX113433" y="connsiteY113433"/>
              </a:cxn>
              <a:cxn ang="0">
                <a:pos x="connsiteX113434" y="connsiteY113434"/>
              </a:cxn>
              <a:cxn ang="0">
                <a:pos x="connsiteX113435" y="connsiteY113435"/>
              </a:cxn>
              <a:cxn ang="0">
                <a:pos x="connsiteX113436" y="connsiteY113436"/>
              </a:cxn>
              <a:cxn ang="0">
                <a:pos x="connsiteX113437" y="connsiteY113437"/>
              </a:cxn>
              <a:cxn ang="0">
                <a:pos x="connsiteX113438" y="connsiteY113438"/>
              </a:cxn>
              <a:cxn ang="0">
                <a:pos x="connsiteX113439" y="connsiteY113439"/>
              </a:cxn>
              <a:cxn ang="0">
                <a:pos x="connsiteX113440" y="connsiteY113440"/>
              </a:cxn>
              <a:cxn ang="0">
                <a:pos x="connsiteX113441" y="connsiteY113441"/>
              </a:cxn>
              <a:cxn ang="0">
                <a:pos x="connsiteX113442" y="connsiteY113442"/>
              </a:cxn>
              <a:cxn ang="0">
                <a:pos x="connsiteX113443" y="connsiteY113443"/>
              </a:cxn>
              <a:cxn ang="0">
                <a:pos x="connsiteX113444" y="connsiteY113444"/>
              </a:cxn>
              <a:cxn ang="0">
                <a:pos x="connsiteX113445" y="connsiteY113445"/>
              </a:cxn>
              <a:cxn ang="0">
                <a:pos x="connsiteX113446" y="connsiteY113446"/>
              </a:cxn>
              <a:cxn ang="0">
                <a:pos x="connsiteX113447" y="connsiteY113447"/>
              </a:cxn>
              <a:cxn ang="0">
                <a:pos x="connsiteX113448" y="connsiteY113448"/>
              </a:cxn>
              <a:cxn ang="0">
                <a:pos x="connsiteX113449" y="connsiteY113449"/>
              </a:cxn>
              <a:cxn ang="0">
                <a:pos x="connsiteX113450" y="connsiteY113450"/>
              </a:cxn>
              <a:cxn ang="0">
                <a:pos x="connsiteX113451" y="connsiteY113451"/>
              </a:cxn>
              <a:cxn ang="0">
                <a:pos x="connsiteX113452" y="connsiteY113452"/>
              </a:cxn>
              <a:cxn ang="0">
                <a:pos x="connsiteX113453" y="connsiteY113453"/>
              </a:cxn>
              <a:cxn ang="0">
                <a:pos x="connsiteX113454" y="connsiteY113454"/>
              </a:cxn>
              <a:cxn ang="0">
                <a:pos x="connsiteX113455" y="connsiteY113455"/>
              </a:cxn>
              <a:cxn ang="0">
                <a:pos x="connsiteX113456" y="connsiteY113456"/>
              </a:cxn>
              <a:cxn ang="0">
                <a:pos x="connsiteX113457" y="connsiteY113457"/>
              </a:cxn>
              <a:cxn ang="0">
                <a:pos x="connsiteX113458" y="connsiteY113458"/>
              </a:cxn>
              <a:cxn ang="0">
                <a:pos x="connsiteX113459" y="connsiteY113459"/>
              </a:cxn>
              <a:cxn ang="0">
                <a:pos x="connsiteX113460" y="connsiteY113460"/>
              </a:cxn>
              <a:cxn ang="0">
                <a:pos x="connsiteX113461" y="connsiteY113461"/>
              </a:cxn>
              <a:cxn ang="0">
                <a:pos x="connsiteX113462" y="connsiteY113462"/>
              </a:cxn>
              <a:cxn ang="0">
                <a:pos x="connsiteX113463" y="connsiteY113463"/>
              </a:cxn>
              <a:cxn ang="0">
                <a:pos x="connsiteX113464" y="connsiteY113464"/>
              </a:cxn>
              <a:cxn ang="0">
                <a:pos x="connsiteX113465" y="connsiteY113465"/>
              </a:cxn>
              <a:cxn ang="0">
                <a:pos x="connsiteX113466" y="connsiteY113466"/>
              </a:cxn>
              <a:cxn ang="0">
                <a:pos x="connsiteX113467" y="connsiteY113467"/>
              </a:cxn>
              <a:cxn ang="0">
                <a:pos x="connsiteX113468" y="connsiteY113468"/>
              </a:cxn>
              <a:cxn ang="0">
                <a:pos x="connsiteX113469" y="connsiteY113469"/>
              </a:cxn>
              <a:cxn ang="0">
                <a:pos x="connsiteX113470" y="connsiteY113470"/>
              </a:cxn>
              <a:cxn ang="0">
                <a:pos x="connsiteX113471" y="connsiteY113471"/>
              </a:cxn>
              <a:cxn ang="0">
                <a:pos x="connsiteX113472" y="connsiteY113472"/>
              </a:cxn>
              <a:cxn ang="0">
                <a:pos x="connsiteX113473" y="connsiteY113473"/>
              </a:cxn>
              <a:cxn ang="0">
                <a:pos x="connsiteX113474" y="connsiteY113474"/>
              </a:cxn>
              <a:cxn ang="0">
                <a:pos x="connsiteX113475" y="connsiteY113475"/>
              </a:cxn>
              <a:cxn ang="0">
                <a:pos x="connsiteX113476" y="connsiteY113476"/>
              </a:cxn>
              <a:cxn ang="0">
                <a:pos x="connsiteX113477" y="connsiteY113477"/>
              </a:cxn>
              <a:cxn ang="0">
                <a:pos x="connsiteX113478" y="connsiteY113478"/>
              </a:cxn>
              <a:cxn ang="0">
                <a:pos x="connsiteX113479" y="connsiteY113479"/>
              </a:cxn>
              <a:cxn ang="0">
                <a:pos x="connsiteX113480" y="connsiteY113480"/>
              </a:cxn>
              <a:cxn ang="0">
                <a:pos x="connsiteX113481" y="connsiteY113481"/>
              </a:cxn>
              <a:cxn ang="0">
                <a:pos x="connsiteX113482" y="connsiteY113482"/>
              </a:cxn>
              <a:cxn ang="0">
                <a:pos x="connsiteX113483" y="connsiteY113483"/>
              </a:cxn>
              <a:cxn ang="0">
                <a:pos x="connsiteX113484" y="connsiteY113484"/>
              </a:cxn>
              <a:cxn ang="0">
                <a:pos x="connsiteX113485" y="connsiteY113485"/>
              </a:cxn>
              <a:cxn ang="0">
                <a:pos x="connsiteX113486" y="connsiteY113486"/>
              </a:cxn>
              <a:cxn ang="0">
                <a:pos x="connsiteX113487" y="connsiteY113487"/>
              </a:cxn>
              <a:cxn ang="0">
                <a:pos x="connsiteX113488" y="connsiteY113488"/>
              </a:cxn>
              <a:cxn ang="0">
                <a:pos x="connsiteX113489" y="connsiteY113489"/>
              </a:cxn>
              <a:cxn ang="0">
                <a:pos x="connsiteX113490" y="connsiteY113490"/>
              </a:cxn>
              <a:cxn ang="0">
                <a:pos x="connsiteX113491" y="connsiteY113491"/>
              </a:cxn>
              <a:cxn ang="0">
                <a:pos x="connsiteX113492" y="connsiteY113492"/>
              </a:cxn>
              <a:cxn ang="0">
                <a:pos x="connsiteX113493" y="connsiteY113493"/>
              </a:cxn>
              <a:cxn ang="0">
                <a:pos x="connsiteX113494" y="connsiteY113494"/>
              </a:cxn>
              <a:cxn ang="0">
                <a:pos x="connsiteX113495" y="connsiteY113495"/>
              </a:cxn>
              <a:cxn ang="0">
                <a:pos x="connsiteX113496" y="connsiteY113496"/>
              </a:cxn>
              <a:cxn ang="0">
                <a:pos x="connsiteX113497" y="connsiteY113497"/>
              </a:cxn>
              <a:cxn ang="0">
                <a:pos x="connsiteX113498" y="connsiteY113498"/>
              </a:cxn>
              <a:cxn ang="0">
                <a:pos x="connsiteX113499" y="connsiteY113499"/>
              </a:cxn>
              <a:cxn ang="0">
                <a:pos x="connsiteX113500" y="connsiteY113500"/>
              </a:cxn>
              <a:cxn ang="0">
                <a:pos x="connsiteX113501" y="connsiteY113501"/>
              </a:cxn>
              <a:cxn ang="0">
                <a:pos x="connsiteX113502" y="connsiteY113502"/>
              </a:cxn>
              <a:cxn ang="0">
                <a:pos x="connsiteX113503" y="connsiteY113503"/>
              </a:cxn>
              <a:cxn ang="0">
                <a:pos x="connsiteX113504" y="connsiteY113504"/>
              </a:cxn>
              <a:cxn ang="0">
                <a:pos x="connsiteX113505" y="connsiteY113505"/>
              </a:cxn>
              <a:cxn ang="0">
                <a:pos x="connsiteX113506" y="connsiteY113506"/>
              </a:cxn>
              <a:cxn ang="0">
                <a:pos x="connsiteX113507" y="connsiteY113507"/>
              </a:cxn>
              <a:cxn ang="0">
                <a:pos x="connsiteX113508" y="connsiteY113508"/>
              </a:cxn>
              <a:cxn ang="0">
                <a:pos x="connsiteX113509" y="connsiteY113509"/>
              </a:cxn>
              <a:cxn ang="0">
                <a:pos x="connsiteX113510" y="connsiteY113510"/>
              </a:cxn>
              <a:cxn ang="0">
                <a:pos x="connsiteX113511" y="connsiteY113511"/>
              </a:cxn>
              <a:cxn ang="0">
                <a:pos x="connsiteX113512" y="connsiteY113512"/>
              </a:cxn>
              <a:cxn ang="0">
                <a:pos x="connsiteX113513" y="connsiteY113513"/>
              </a:cxn>
              <a:cxn ang="0">
                <a:pos x="connsiteX113514" y="connsiteY113514"/>
              </a:cxn>
              <a:cxn ang="0">
                <a:pos x="connsiteX113515" y="connsiteY113515"/>
              </a:cxn>
              <a:cxn ang="0">
                <a:pos x="connsiteX113516" y="connsiteY113516"/>
              </a:cxn>
              <a:cxn ang="0">
                <a:pos x="connsiteX113517" y="connsiteY113517"/>
              </a:cxn>
              <a:cxn ang="0">
                <a:pos x="connsiteX113518" y="connsiteY113518"/>
              </a:cxn>
              <a:cxn ang="0">
                <a:pos x="connsiteX113519" y="connsiteY113519"/>
              </a:cxn>
              <a:cxn ang="0">
                <a:pos x="connsiteX113520" y="connsiteY113520"/>
              </a:cxn>
              <a:cxn ang="0">
                <a:pos x="connsiteX113521" y="connsiteY113521"/>
              </a:cxn>
              <a:cxn ang="0">
                <a:pos x="connsiteX113522" y="connsiteY113522"/>
              </a:cxn>
              <a:cxn ang="0">
                <a:pos x="connsiteX113523" y="connsiteY113523"/>
              </a:cxn>
              <a:cxn ang="0">
                <a:pos x="connsiteX113524" y="connsiteY113524"/>
              </a:cxn>
              <a:cxn ang="0">
                <a:pos x="connsiteX113525" y="connsiteY113525"/>
              </a:cxn>
              <a:cxn ang="0">
                <a:pos x="connsiteX113526" y="connsiteY113526"/>
              </a:cxn>
              <a:cxn ang="0">
                <a:pos x="connsiteX113527" y="connsiteY113527"/>
              </a:cxn>
              <a:cxn ang="0">
                <a:pos x="connsiteX113528" y="connsiteY113528"/>
              </a:cxn>
              <a:cxn ang="0">
                <a:pos x="connsiteX113529" y="connsiteY113529"/>
              </a:cxn>
              <a:cxn ang="0">
                <a:pos x="connsiteX113530" y="connsiteY113530"/>
              </a:cxn>
              <a:cxn ang="0">
                <a:pos x="connsiteX113531" y="connsiteY113531"/>
              </a:cxn>
              <a:cxn ang="0">
                <a:pos x="connsiteX113532" y="connsiteY113532"/>
              </a:cxn>
              <a:cxn ang="0">
                <a:pos x="connsiteX113533" y="connsiteY113533"/>
              </a:cxn>
              <a:cxn ang="0">
                <a:pos x="connsiteX113534" y="connsiteY113534"/>
              </a:cxn>
              <a:cxn ang="0">
                <a:pos x="connsiteX113535" y="connsiteY113535"/>
              </a:cxn>
              <a:cxn ang="0">
                <a:pos x="connsiteX113536" y="connsiteY113536"/>
              </a:cxn>
              <a:cxn ang="0">
                <a:pos x="connsiteX113537" y="connsiteY113537"/>
              </a:cxn>
              <a:cxn ang="0">
                <a:pos x="connsiteX113538" y="connsiteY113538"/>
              </a:cxn>
              <a:cxn ang="0">
                <a:pos x="connsiteX113539" y="connsiteY113539"/>
              </a:cxn>
              <a:cxn ang="0">
                <a:pos x="connsiteX113540" y="connsiteY113540"/>
              </a:cxn>
              <a:cxn ang="0">
                <a:pos x="connsiteX113541" y="connsiteY113541"/>
              </a:cxn>
              <a:cxn ang="0">
                <a:pos x="connsiteX113542" y="connsiteY113542"/>
              </a:cxn>
              <a:cxn ang="0">
                <a:pos x="connsiteX113543" y="connsiteY113543"/>
              </a:cxn>
              <a:cxn ang="0">
                <a:pos x="connsiteX113544" y="connsiteY113544"/>
              </a:cxn>
              <a:cxn ang="0">
                <a:pos x="connsiteX113545" y="connsiteY113545"/>
              </a:cxn>
              <a:cxn ang="0">
                <a:pos x="connsiteX113546" y="connsiteY113546"/>
              </a:cxn>
              <a:cxn ang="0">
                <a:pos x="connsiteX113547" y="connsiteY113547"/>
              </a:cxn>
              <a:cxn ang="0">
                <a:pos x="connsiteX113548" y="connsiteY113548"/>
              </a:cxn>
              <a:cxn ang="0">
                <a:pos x="connsiteX113549" y="connsiteY113549"/>
              </a:cxn>
              <a:cxn ang="0">
                <a:pos x="connsiteX113550" y="connsiteY113550"/>
              </a:cxn>
              <a:cxn ang="0">
                <a:pos x="connsiteX113551" y="connsiteY113551"/>
              </a:cxn>
              <a:cxn ang="0">
                <a:pos x="connsiteX113552" y="connsiteY113552"/>
              </a:cxn>
              <a:cxn ang="0">
                <a:pos x="connsiteX113553" y="connsiteY113553"/>
              </a:cxn>
              <a:cxn ang="0">
                <a:pos x="connsiteX113554" y="connsiteY113554"/>
              </a:cxn>
              <a:cxn ang="0">
                <a:pos x="connsiteX113555" y="connsiteY113555"/>
              </a:cxn>
              <a:cxn ang="0">
                <a:pos x="connsiteX113556" y="connsiteY113556"/>
              </a:cxn>
              <a:cxn ang="0">
                <a:pos x="connsiteX113557" y="connsiteY113557"/>
              </a:cxn>
              <a:cxn ang="0">
                <a:pos x="connsiteX113558" y="connsiteY113558"/>
              </a:cxn>
              <a:cxn ang="0">
                <a:pos x="connsiteX113559" y="connsiteY113559"/>
              </a:cxn>
              <a:cxn ang="0">
                <a:pos x="connsiteX113560" y="connsiteY113560"/>
              </a:cxn>
              <a:cxn ang="0">
                <a:pos x="connsiteX113561" y="connsiteY113561"/>
              </a:cxn>
              <a:cxn ang="0">
                <a:pos x="connsiteX113562" y="connsiteY113562"/>
              </a:cxn>
              <a:cxn ang="0">
                <a:pos x="connsiteX113563" y="connsiteY113563"/>
              </a:cxn>
              <a:cxn ang="0">
                <a:pos x="connsiteX113564" y="connsiteY113564"/>
              </a:cxn>
              <a:cxn ang="0">
                <a:pos x="connsiteX113565" y="connsiteY113565"/>
              </a:cxn>
              <a:cxn ang="0">
                <a:pos x="connsiteX113566" y="connsiteY113566"/>
              </a:cxn>
              <a:cxn ang="0">
                <a:pos x="connsiteX113567" y="connsiteY113567"/>
              </a:cxn>
              <a:cxn ang="0">
                <a:pos x="connsiteX113568" y="connsiteY113568"/>
              </a:cxn>
              <a:cxn ang="0">
                <a:pos x="connsiteX113569" y="connsiteY113569"/>
              </a:cxn>
              <a:cxn ang="0">
                <a:pos x="connsiteX113570" y="connsiteY113570"/>
              </a:cxn>
              <a:cxn ang="0">
                <a:pos x="connsiteX113571" y="connsiteY113571"/>
              </a:cxn>
              <a:cxn ang="0">
                <a:pos x="connsiteX113572" y="connsiteY113572"/>
              </a:cxn>
              <a:cxn ang="0">
                <a:pos x="connsiteX113573" y="connsiteY113573"/>
              </a:cxn>
              <a:cxn ang="0">
                <a:pos x="connsiteX113574" y="connsiteY113574"/>
              </a:cxn>
              <a:cxn ang="0">
                <a:pos x="connsiteX113575" y="connsiteY113575"/>
              </a:cxn>
              <a:cxn ang="0">
                <a:pos x="connsiteX113576" y="connsiteY113576"/>
              </a:cxn>
              <a:cxn ang="0">
                <a:pos x="connsiteX113577" y="connsiteY113577"/>
              </a:cxn>
              <a:cxn ang="0">
                <a:pos x="connsiteX113578" y="connsiteY113578"/>
              </a:cxn>
              <a:cxn ang="0">
                <a:pos x="connsiteX113579" y="connsiteY113579"/>
              </a:cxn>
              <a:cxn ang="0">
                <a:pos x="connsiteX113580" y="connsiteY113580"/>
              </a:cxn>
              <a:cxn ang="0">
                <a:pos x="connsiteX113581" y="connsiteY113581"/>
              </a:cxn>
              <a:cxn ang="0">
                <a:pos x="connsiteX113582" y="connsiteY113582"/>
              </a:cxn>
              <a:cxn ang="0">
                <a:pos x="connsiteX113583" y="connsiteY113583"/>
              </a:cxn>
              <a:cxn ang="0">
                <a:pos x="connsiteX113584" y="connsiteY113584"/>
              </a:cxn>
              <a:cxn ang="0">
                <a:pos x="connsiteX113585" y="connsiteY113585"/>
              </a:cxn>
              <a:cxn ang="0">
                <a:pos x="connsiteX113586" y="connsiteY113586"/>
              </a:cxn>
              <a:cxn ang="0">
                <a:pos x="connsiteX113587" y="connsiteY113587"/>
              </a:cxn>
              <a:cxn ang="0">
                <a:pos x="connsiteX113588" y="connsiteY113588"/>
              </a:cxn>
              <a:cxn ang="0">
                <a:pos x="connsiteX113589" y="connsiteY113589"/>
              </a:cxn>
              <a:cxn ang="0">
                <a:pos x="connsiteX113590" y="connsiteY113590"/>
              </a:cxn>
              <a:cxn ang="0">
                <a:pos x="connsiteX113591" y="connsiteY113591"/>
              </a:cxn>
              <a:cxn ang="0">
                <a:pos x="connsiteX113592" y="connsiteY113592"/>
              </a:cxn>
              <a:cxn ang="0">
                <a:pos x="connsiteX113593" y="connsiteY113593"/>
              </a:cxn>
              <a:cxn ang="0">
                <a:pos x="connsiteX113594" y="connsiteY113594"/>
              </a:cxn>
              <a:cxn ang="0">
                <a:pos x="connsiteX113595" y="connsiteY113595"/>
              </a:cxn>
              <a:cxn ang="0">
                <a:pos x="connsiteX113596" y="connsiteY113596"/>
              </a:cxn>
              <a:cxn ang="0">
                <a:pos x="connsiteX113597" y="connsiteY113597"/>
              </a:cxn>
              <a:cxn ang="0">
                <a:pos x="connsiteX113598" y="connsiteY113598"/>
              </a:cxn>
              <a:cxn ang="0">
                <a:pos x="connsiteX113599" y="connsiteY113599"/>
              </a:cxn>
              <a:cxn ang="0">
                <a:pos x="connsiteX113600" y="connsiteY113600"/>
              </a:cxn>
              <a:cxn ang="0">
                <a:pos x="connsiteX113601" y="connsiteY113601"/>
              </a:cxn>
              <a:cxn ang="0">
                <a:pos x="connsiteX113602" y="connsiteY113602"/>
              </a:cxn>
              <a:cxn ang="0">
                <a:pos x="connsiteX113603" y="connsiteY113603"/>
              </a:cxn>
              <a:cxn ang="0">
                <a:pos x="connsiteX113604" y="connsiteY113604"/>
              </a:cxn>
              <a:cxn ang="0">
                <a:pos x="connsiteX113605" y="connsiteY113605"/>
              </a:cxn>
              <a:cxn ang="0">
                <a:pos x="connsiteX113606" y="connsiteY113606"/>
              </a:cxn>
              <a:cxn ang="0">
                <a:pos x="connsiteX113607" y="connsiteY113607"/>
              </a:cxn>
              <a:cxn ang="0">
                <a:pos x="connsiteX113608" y="connsiteY113608"/>
              </a:cxn>
              <a:cxn ang="0">
                <a:pos x="connsiteX113609" y="connsiteY113609"/>
              </a:cxn>
              <a:cxn ang="0">
                <a:pos x="connsiteX113610" y="connsiteY113610"/>
              </a:cxn>
              <a:cxn ang="0">
                <a:pos x="connsiteX113611" y="connsiteY113611"/>
              </a:cxn>
              <a:cxn ang="0">
                <a:pos x="connsiteX113612" y="connsiteY113612"/>
              </a:cxn>
              <a:cxn ang="0">
                <a:pos x="connsiteX113613" y="connsiteY113613"/>
              </a:cxn>
              <a:cxn ang="0">
                <a:pos x="connsiteX113614" y="connsiteY113614"/>
              </a:cxn>
              <a:cxn ang="0">
                <a:pos x="connsiteX113615" y="connsiteY113615"/>
              </a:cxn>
              <a:cxn ang="0">
                <a:pos x="connsiteX113616" y="connsiteY113616"/>
              </a:cxn>
              <a:cxn ang="0">
                <a:pos x="connsiteX113617" y="connsiteY113617"/>
              </a:cxn>
              <a:cxn ang="0">
                <a:pos x="connsiteX113618" y="connsiteY113618"/>
              </a:cxn>
              <a:cxn ang="0">
                <a:pos x="connsiteX113619" y="connsiteY113619"/>
              </a:cxn>
              <a:cxn ang="0">
                <a:pos x="connsiteX113620" y="connsiteY113620"/>
              </a:cxn>
              <a:cxn ang="0">
                <a:pos x="connsiteX113621" y="connsiteY113621"/>
              </a:cxn>
              <a:cxn ang="0">
                <a:pos x="connsiteX113622" y="connsiteY113622"/>
              </a:cxn>
              <a:cxn ang="0">
                <a:pos x="connsiteX113623" y="connsiteY113623"/>
              </a:cxn>
              <a:cxn ang="0">
                <a:pos x="connsiteX113624" y="connsiteY113624"/>
              </a:cxn>
              <a:cxn ang="0">
                <a:pos x="connsiteX113625" y="connsiteY113625"/>
              </a:cxn>
              <a:cxn ang="0">
                <a:pos x="connsiteX113626" y="connsiteY113626"/>
              </a:cxn>
              <a:cxn ang="0">
                <a:pos x="connsiteX113627" y="connsiteY113627"/>
              </a:cxn>
              <a:cxn ang="0">
                <a:pos x="connsiteX113628" y="connsiteY113628"/>
              </a:cxn>
              <a:cxn ang="0">
                <a:pos x="connsiteX113629" y="connsiteY113629"/>
              </a:cxn>
              <a:cxn ang="0">
                <a:pos x="connsiteX113630" y="connsiteY113630"/>
              </a:cxn>
              <a:cxn ang="0">
                <a:pos x="connsiteX113631" y="connsiteY113631"/>
              </a:cxn>
              <a:cxn ang="0">
                <a:pos x="connsiteX113632" y="connsiteY113632"/>
              </a:cxn>
              <a:cxn ang="0">
                <a:pos x="connsiteX113633" y="connsiteY113633"/>
              </a:cxn>
              <a:cxn ang="0">
                <a:pos x="connsiteX113634" y="connsiteY113634"/>
              </a:cxn>
              <a:cxn ang="0">
                <a:pos x="connsiteX113635" y="connsiteY113635"/>
              </a:cxn>
              <a:cxn ang="0">
                <a:pos x="connsiteX113636" y="connsiteY113636"/>
              </a:cxn>
              <a:cxn ang="0">
                <a:pos x="connsiteX113637" y="connsiteY113637"/>
              </a:cxn>
              <a:cxn ang="0">
                <a:pos x="connsiteX113638" y="connsiteY113638"/>
              </a:cxn>
              <a:cxn ang="0">
                <a:pos x="connsiteX113639" y="connsiteY113639"/>
              </a:cxn>
              <a:cxn ang="0">
                <a:pos x="connsiteX113640" y="connsiteY113640"/>
              </a:cxn>
              <a:cxn ang="0">
                <a:pos x="connsiteX113641" y="connsiteY113641"/>
              </a:cxn>
              <a:cxn ang="0">
                <a:pos x="connsiteX113642" y="connsiteY113642"/>
              </a:cxn>
              <a:cxn ang="0">
                <a:pos x="connsiteX113643" y="connsiteY113643"/>
              </a:cxn>
              <a:cxn ang="0">
                <a:pos x="connsiteX113644" y="connsiteY113644"/>
              </a:cxn>
              <a:cxn ang="0">
                <a:pos x="connsiteX113645" y="connsiteY113645"/>
              </a:cxn>
              <a:cxn ang="0">
                <a:pos x="connsiteX113646" y="connsiteY113646"/>
              </a:cxn>
              <a:cxn ang="0">
                <a:pos x="connsiteX113647" y="connsiteY113647"/>
              </a:cxn>
              <a:cxn ang="0">
                <a:pos x="connsiteX113648" y="connsiteY113648"/>
              </a:cxn>
              <a:cxn ang="0">
                <a:pos x="connsiteX113649" y="connsiteY113649"/>
              </a:cxn>
              <a:cxn ang="0">
                <a:pos x="connsiteX113650" y="connsiteY113650"/>
              </a:cxn>
              <a:cxn ang="0">
                <a:pos x="connsiteX113651" y="connsiteY113651"/>
              </a:cxn>
              <a:cxn ang="0">
                <a:pos x="connsiteX113652" y="connsiteY113652"/>
              </a:cxn>
              <a:cxn ang="0">
                <a:pos x="connsiteX113653" y="connsiteY113653"/>
              </a:cxn>
              <a:cxn ang="0">
                <a:pos x="connsiteX113654" y="connsiteY113654"/>
              </a:cxn>
              <a:cxn ang="0">
                <a:pos x="connsiteX113655" y="connsiteY113655"/>
              </a:cxn>
              <a:cxn ang="0">
                <a:pos x="connsiteX113656" y="connsiteY113656"/>
              </a:cxn>
              <a:cxn ang="0">
                <a:pos x="connsiteX113657" y="connsiteY113657"/>
              </a:cxn>
              <a:cxn ang="0">
                <a:pos x="connsiteX113658" y="connsiteY113658"/>
              </a:cxn>
              <a:cxn ang="0">
                <a:pos x="connsiteX113659" y="connsiteY113659"/>
              </a:cxn>
              <a:cxn ang="0">
                <a:pos x="connsiteX113660" y="connsiteY113660"/>
              </a:cxn>
              <a:cxn ang="0">
                <a:pos x="connsiteX113661" y="connsiteY113661"/>
              </a:cxn>
              <a:cxn ang="0">
                <a:pos x="connsiteX113662" y="connsiteY113662"/>
              </a:cxn>
              <a:cxn ang="0">
                <a:pos x="connsiteX113663" y="connsiteY113663"/>
              </a:cxn>
              <a:cxn ang="0">
                <a:pos x="connsiteX113664" y="connsiteY113664"/>
              </a:cxn>
              <a:cxn ang="0">
                <a:pos x="connsiteX113665" y="connsiteY113665"/>
              </a:cxn>
              <a:cxn ang="0">
                <a:pos x="connsiteX113666" y="connsiteY113666"/>
              </a:cxn>
              <a:cxn ang="0">
                <a:pos x="connsiteX113667" y="connsiteY113667"/>
              </a:cxn>
              <a:cxn ang="0">
                <a:pos x="connsiteX113668" y="connsiteY113668"/>
              </a:cxn>
              <a:cxn ang="0">
                <a:pos x="connsiteX113669" y="connsiteY113669"/>
              </a:cxn>
              <a:cxn ang="0">
                <a:pos x="connsiteX113670" y="connsiteY113670"/>
              </a:cxn>
              <a:cxn ang="0">
                <a:pos x="connsiteX113671" y="connsiteY113671"/>
              </a:cxn>
              <a:cxn ang="0">
                <a:pos x="connsiteX113672" y="connsiteY113672"/>
              </a:cxn>
              <a:cxn ang="0">
                <a:pos x="connsiteX113673" y="connsiteY113673"/>
              </a:cxn>
              <a:cxn ang="0">
                <a:pos x="connsiteX113674" y="connsiteY113674"/>
              </a:cxn>
              <a:cxn ang="0">
                <a:pos x="connsiteX113675" y="connsiteY113675"/>
              </a:cxn>
              <a:cxn ang="0">
                <a:pos x="connsiteX113676" y="connsiteY113676"/>
              </a:cxn>
              <a:cxn ang="0">
                <a:pos x="connsiteX113677" y="connsiteY113677"/>
              </a:cxn>
              <a:cxn ang="0">
                <a:pos x="connsiteX113678" y="connsiteY113678"/>
              </a:cxn>
              <a:cxn ang="0">
                <a:pos x="connsiteX113679" y="connsiteY113679"/>
              </a:cxn>
              <a:cxn ang="0">
                <a:pos x="connsiteX113680" y="connsiteY113680"/>
              </a:cxn>
              <a:cxn ang="0">
                <a:pos x="connsiteX113681" y="connsiteY113681"/>
              </a:cxn>
              <a:cxn ang="0">
                <a:pos x="connsiteX113682" y="connsiteY113682"/>
              </a:cxn>
              <a:cxn ang="0">
                <a:pos x="connsiteX113683" y="connsiteY113683"/>
              </a:cxn>
              <a:cxn ang="0">
                <a:pos x="connsiteX113684" y="connsiteY113684"/>
              </a:cxn>
              <a:cxn ang="0">
                <a:pos x="connsiteX113685" y="connsiteY113685"/>
              </a:cxn>
              <a:cxn ang="0">
                <a:pos x="connsiteX113686" y="connsiteY113686"/>
              </a:cxn>
              <a:cxn ang="0">
                <a:pos x="connsiteX113687" y="connsiteY113687"/>
              </a:cxn>
              <a:cxn ang="0">
                <a:pos x="connsiteX113688" y="connsiteY113688"/>
              </a:cxn>
              <a:cxn ang="0">
                <a:pos x="connsiteX113689" y="connsiteY113689"/>
              </a:cxn>
              <a:cxn ang="0">
                <a:pos x="connsiteX113690" y="connsiteY113690"/>
              </a:cxn>
              <a:cxn ang="0">
                <a:pos x="connsiteX113691" y="connsiteY113691"/>
              </a:cxn>
              <a:cxn ang="0">
                <a:pos x="connsiteX113692" y="connsiteY113692"/>
              </a:cxn>
              <a:cxn ang="0">
                <a:pos x="connsiteX113693" y="connsiteY113693"/>
              </a:cxn>
              <a:cxn ang="0">
                <a:pos x="connsiteX113694" y="connsiteY113694"/>
              </a:cxn>
              <a:cxn ang="0">
                <a:pos x="connsiteX113695" y="connsiteY113695"/>
              </a:cxn>
              <a:cxn ang="0">
                <a:pos x="connsiteX113696" y="connsiteY113696"/>
              </a:cxn>
              <a:cxn ang="0">
                <a:pos x="connsiteX113697" y="connsiteY113697"/>
              </a:cxn>
              <a:cxn ang="0">
                <a:pos x="connsiteX113698" y="connsiteY113698"/>
              </a:cxn>
              <a:cxn ang="0">
                <a:pos x="connsiteX113699" y="connsiteY113699"/>
              </a:cxn>
              <a:cxn ang="0">
                <a:pos x="connsiteX113700" y="connsiteY113700"/>
              </a:cxn>
              <a:cxn ang="0">
                <a:pos x="connsiteX113701" y="connsiteY113701"/>
              </a:cxn>
              <a:cxn ang="0">
                <a:pos x="connsiteX113702" y="connsiteY113702"/>
              </a:cxn>
              <a:cxn ang="0">
                <a:pos x="connsiteX113703" y="connsiteY113703"/>
              </a:cxn>
              <a:cxn ang="0">
                <a:pos x="connsiteX113704" y="connsiteY113704"/>
              </a:cxn>
              <a:cxn ang="0">
                <a:pos x="connsiteX113705" y="connsiteY113705"/>
              </a:cxn>
              <a:cxn ang="0">
                <a:pos x="connsiteX113706" y="connsiteY113706"/>
              </a:cxn>
              <a:cxn ang="0">
                <a:pos x="connsiteX113707" y="connsiteY113707"/>
              </a:cxn>
              <a:cxn ang="0">
                <a:pos x="connsiteX113708" y="connsiteY113708"/>
              </a:cxn>
              <a:cxn ang="0">
                <a:pos x="connsiteX113709" y="connsiteY113709"/>
              </a:cxn>
              <a:cxn ang="0">
                <a:pos x="connsiteX113710" y="connsiteY113710"/>
              </a:cxn>
              <a:cxn ang="0">
                <a:pos x="connsiteX113711" y="connsiteY113711"/>
              </a:cxn>
              <a:cxn ang="0">
                <a:pos x="connsiteX113712" y="connsiteY113712"/>
              </a:cxn>
              <a:cxn ang="0">
                <a:pos x="connsiteX113713" y="connsiteY113713"/>
              </a:cxn>
              <a:cxn ang="0">
                <a:pos x="connsiteX113714" y="connsiteY113714"/>
              </a:cxn>
              <a:cxn ang="0">
                <a:pos x="connsiteX113715" y="connsiteY113715"/>
              </a:cxn>
              <a:cxn ang="0">
                <a:pos x="connsiteX113716" y="connsiteY113716"/>
              </a:cxn>
              <a:cxn ang="0">
                <a:pos x="connsiteX113717" y="connsiteY113717"/>
              </a:cxn>
              <a:cxn ang="0">
                <a:pos x="connsiteX113718" y="connsiteY113718"/>
              </a:cxn>
              <a:cxn ang="0">
                <a:pos x="connsiteX113719" y="connsiteY113719"/>
              </a:cxn>
              <a:cxn ang="0">
                <a:pos x="connsiteX113720" y="connsiteY113720"/>
              </a:cxn>
              <a:cxn ang="0">
                <a:pos x="connsiteX113721" y="connsiteY113721"/>
              </a:cxn>
              <a:cxn ang="0">
                <a:pos x="connsiteX113722" y="connsiteY113722"/>
              </a:cxn>
              <a:cxn ang="0">
                <a:pos x="connsiteX113723" y="connsiteY113723"/>
              </a:cxn>
              <a:cxn ang="0">
                <a:pos x="connsiteX113724" y="connsiteY113724"/>
              </a:cxn>
              <a:cxn ang="0">
                <a:pos x="connsiteX113725" y="connsiteY113725"/>
              </a:cxn>
              <a:cxn ang="0">
                <a:pos x="connsiteX113726" y="connsiteY113726"/>
              </a:cxn>
              <a:cxn ang="0">
                <a:pos x="connsiteX113727" y="connsiteY113727"/>
              </a:cxn>
              <a:cxn ang="0">
                <a:pos x="connsiteX113728" y="connsiteY113728"/>
              </a:cxn>
              <a:cxn ang="0">
                <a:pos x="connsiteX113729" y="connsiteY113729"/>
              </a:cxn>
              <a:cxn ang="0">
                <a:pos x="connsiteX113730" y="connsiteY113730"/>
              </a:cxn>
              <a:cxn ang="0">
                <a:pos x="connsiteX113731" y="connsiteY113731"/>
              </a:cxn>
              <a:cxn ang="0">
                <a:pos x="connsiteX113732" y="connsiteY113732"/>
              </a:cxn>
              <a:cxn ang="0">
                <a:pos x="connsiteX113733" y="connsiteY113733"/>
              </a:cxn>
              <a:cxn ang="0">
                <a:pos x="connsiteX113734" y="connsiteY113734"/>
              </a:cxn>
              <a:cxn ang="0">
                <a:pos x="connsiteX113735" y="connsiteY113735"/>
              </a:cxn>
              <a:cxn ang="0">
                <a:pos x="connsiteX113736" y="connsiteY113736"/>
              </a:cxn>
              <a:cxn ang="0">
                <a:pos x="connsiteX113737" y="connsiteY113737"/>
              </a:cxn>
              <a:cxn ang="0">
                <a:pos x="connsiteX113738" y="connsiteY113738"/>
              </a:cxn>
              <a:cxn ang="0">
                <a:pos x="connsiteX113739" y="connsiteY113739"/>
              </a:cxn>
              <a:cxn ang="0">
                <a:pos x="connsiteX113740" y="connsiteY113740"/>
              </a:cxn>
              <a:cxn ang="0">
                <a:pos x="connsiteX113741" y="connsiteY113741"/>
              </a:cxn>
              <a:cxn ang="0">
                <a:pos x="connsiteX113742" y="connsiteY113742"/>
              </a:cxn>
              <a:cxn ang="0">
                <a:pos x="connsiteX113743" y="connsiteY113743"/>
              </a:cxn>
              <a:cxn ang="0">
                <a:pos x="connsiteX113744" y="connsiteY113744"/>
              </a:cxn>
              <a:cxn ang="0">
                <a:pos x="connsiteX113745" y="connsiteY113745"/>
              </a:cxn>
              <a:cxn ang="0">
                <a:pos x="connsiteX113746" y="connsiteY113746"/>
              </a:cxn>
              <a:cxn ang="0">
                <a:pos x="connsiteX113747" y="connsiteY113747"/>
              </a:cxn>
              <a:cxn ang="0">
                <a:pos x="connsiteX113748" y="connsiteY113748"/>
              </a:cxn>
              <a:cxn ang="0">
                <a:pos x="connsiteX113749" y="connsiteY113749"/>
              </a:cxn>
              <a:cxn ang="0">
                <a:pos x="connsiteX113750" y="connsiteY113750"/>
              </a:cxn>
              <a:cxn ang="0">
                <a:pos x="connsiteX113751" y="connsiteY113751"/>
              </a:cxn>
              <a:cxn ang="0">
                <a:pos x="connsiteX113752" y="connsiteY113752"/>
              </a:cxn>
              <a:cxn ang="0">
                <a:pos x="connsiteX113753" y="connsiteY113753"/>
              </a:cxn>
              <a:cxn ang="0">
                <a:pos x="connsiteX113754" y="connsiteY113754"/>
              </a:cxn>
              <a:cxn ang="0">
                <a:pos x="connsiteX113755" y="connsiteY113755"/>
              </a:cxn>
              <a:cxn ang="0">
                <a:pos x="connsiteX113756" y="connsiteY113756"/>
              </a:cxn>
              <a:cxn ang="0">
                <a:pos x="connsiteX113757" y="connsiteY113757"/>
              </a:cxn>
              <a:cxn ang="0">
                <a:pos x="connsiteX113758" y="connsiteY113758"/>
              </a:cxn>
              <a:cxn ang="0">
                <a:pos x="connsiteX113759" y="connsiteY113759"/>
              </a:cxn>
              <a:cxn ang="0">
                <a:pos x="connsiteX113760" y="connsiteY113760"/>
              </a:cxn>
              <a:cxn ang="0">
                <a:pos x="connsiteX113761" y="connsiteY113761"/>
              </a:cxn>
              <a:cxn ang="0">
                <a:pos x="connsiteX113762" y="connsiteY113762"/>
              </a:cxn>
              <a:cxn ang="0">
                <a:pos x="connsiteX113763" y="connsiteY113763"/>
              </a:cxn>
              <a:cxn ang="0">
                <a:pos x="connsiteX113764" y="connsiteY113764"/>
              </a:cxn>
              <a:cxn ang="0">
                <a:pos x="connsiteX113765" y="connsiteY113765"/>
              </a:cxn>
              <a:cxn ang="0">
                <a:pos x="connsiteX113766" y="connsiteY113766"/>
              </a:cxn>
              <a:cxn ang="0">
                <a:pos x="connsiteX113767" y="connsiteY113767"/>
              </a:cxn>
              <a:cxn ang="0">
                <a:pos x="connsiteX113768" y="connsiteY113768"/>
              </a:cxn>
              <a:cxn ang="0">
                <a:pos x="connsiteX113769" y="connsiteY113769"/>
              </a:cxn>
              <a:cxn ang="0">
                <a:pos x="connsiteX113770" y="connsiteY113770"/>
              </a:cxn>
              <a:cxn ang="0">
                <a:pos x="connsiteX113771" y="connsiteY113771"/>
              </a:cxn>
              <a:cxn ang="0">
                <a:pos x="connsiteX113772" y="connsiteY113772"/>
              </a:cxn>
              <a:cxn ang="0">
                <a:pos x="connsiteX113773" y="connsiteY113773"/>
              </a:cxn>
              <a:cxn ang="0">
                <a:pos x="connsiteX113774" y="connsiteY113774"/>
              </a:cxn>
              <a:cxn ang="0">
                <a:pos x="connsiteX113775" y="connsiteY113775"/>
              </a:cxn>
              <a:cxn ang="0">
                <a:pos x="connsiteX113776" y="connsiteY113776"/>
              </a:cxn>
              <a:cxn ang="0">
                <a:pos x="connsiteX113777" y="connsiteY113777"/>
              </a:cxn>
              <a:cxn ang="0">
                <a:pos x="connsiteX113778" y="connsiteY113778"/>
              </a:cxn>
              <a:cxn ang="0">
                <a:pos x="connsiteX113779" y="connsiteY113779"/>
              </a:cxn>
              <a:cxn ang="0">
                <a:pos x="connsiteX113780" y="connsiteY113780"/>
              </a:cxn>
              <a:cxn ang="0">
                <a:pos x="connsiteX113781" y="connsiteY113781"/>
              </a:cxn>
              <a:cxn ang="0">
                <a:pos x="connsiteX113782" y="connsiteY113782"/>
              </a:cxn>
              <a:cxn ang="0">
                <a:pos x="connsiteX113783" y="connsiteY113783"/>
              </a:cxn>
              <a:cxn ang="0">
                <a:pos x="connsiteX113784" y="connsiteY113784"/>
              </a:cxn>
              <a:cxn ang="0">
                <a:pos x="connsiteX113785" y="connsiteY113785"/>
              </a:cxn>
              <a:cxn ang="0">
                <a:pos x="connsiteX113786" y="connsiteY113786"/>
              </a:cxn>
              <a:cxn ang="0">
                <a:pos x="connsiteX113787" y="connsiteY113787"/>
              </a:cxn>
              <a:cxn ang="0">
                <a:pos x="connsiteX113788" y="connsiteY113788"/>
              </a:cxn>
              <a:cxn ang="0">
                <a:pos x="connsiteX113789" y="connsiteY113789"/>
              </a:cxn>
              <a:cxn ang="0">
                <a:pos x="connsiteX113790" y="connsiteY113790"/>
              </a:cxn>
              <a:cxn ang="0">
                <a:pos x="connsiteX113791" y="connsiteY113791"/>
              </a:cxn>
              <a:cxn ang="0">
                <a:pos x="connsiteX113792" y="connsiteY113792"/>
              </a:cxn>
              <a:cxn ang="0">
                <a:pos x="connsiteX113793" y="connsiteY113793"/>
              </a:cxn>
              <a:cxn ang="0">
                <a:pos x="connsiteX113794" y="connsiteY113794"/>
              </a:cxn>
              <a:cxn ang="0">
                <a:pos x="connsiteX113795" y="connsiteY113795"/>
              </a:cxn>
              <a:cxn ang="0">
                <a:pos x="connsiteX113796" y="connsiteY113796"/>
              </a:cxn>
              <a:cxn ang="0">
                <a:pos x="connsiteX113797" y="connsiteY113797"/>
              </a:cxn>
              <a:cxn ang="0">
                <a:pos x="connsiteX113798" y="connsiteY113798"/>
              </a:cxn>
              <a:cxn ang="0">
                <a:pos x="connsiteX113799" y="connsiteY113799"/>
              </a:cxn>
              <a:cxn ang="0">
                <a:pos x="connsiteX113800" y="connsiteY113800"/>
              </a:cxn>
              <a:cxn ang="0">
                <a:pos x="connsiteX113801" y="connsiteY113801"/>
              </a:cxn>
              <a:cxn ang="0">
                <a:pos x="connsiteX113802" y="connsiteY113802"/>
              </a:cxn>
              <a:cxn ang="0">
                <a:pos x="connsiteX113803" y="connsiteY113803"/>
              </a:cxn>
              <a:cxn ang="0">
                <a:pos x="connsiteX113804" y="connsiteY113804"/>
              </a:cxn>
              <a:cxn ang="0">
                <a:pos x="connsiteX113805" y="connsiteY113805"/>
              </a:cxn>
              <a:cxn ang="0">
                <a:pos x="connsiteX113806" y="connsiteY113806"/>
              </a:cxn>
              <a:cxn ang="0">
                <a:pos x="connsiteX113807" y="connsiteY113807"/>
              </a:cxn>
              <a:cxn ang="0">
                <a:pos x="connsiteX113808" y="connsiteY113808"/>
              </a:cxn>
              <a:cxn ang="0">
                <a:pos x="connsiteX113809" y="connsiteY113809"/>
              </a:cxn>
              <a:cxn ang="0">
                <a:pos x="connsiteX113810" y="connsiteY113810"/>
              </a:cxn>
              <a:cxn ang="0">
                <a:pos x="connsiteX113811" y="connsiteY113811"/>
              </a:cxn>
              <a:cxn ang="0">
                <a:pos x="connsiteX113812" y="connsiteY113812"/>
              </a:cxn>
              <a:cxn ang="0">
                <a:pos x="connsiteX113813" y="connsiteY113813"/>
              </a:cxn>
              <a:cxn ang="0">
                <a:pos x="connsiteX113814" y="connsiteY113814"/>
              </a:cxn>
              <a:cxn ang="0">
                <a:pos x="connsiteX113815" y="connsiteY113815"/>
              </a:cxn>
              <a:cxn ang="0">
                <a:pos x="connsiteX113816" y="connsiteY113816"/>
              </a:cxn>
              <a:cxn ang="0">
                <a:pos x="connsiteX113817" y="connsiteY113817"/>
              </a:cxn>
              <a:cxn ang="0">
                <a:pos x="connsiteX113818" y="connsiteY113818"/>
              </a:cxn>
              <a:cxn ang="0">
                <a:pos x="connsiteX113819" y="connsiteY113819"/>
              </a:cxn>
              <a:cxn ang="0">
                <a:pos x="connsiteX113820" y="connsiteY113820"/>
              </a:cxn>
              <a:cxn ang="0">
                <a:pos x="connsiteX113821" y="connsiteY113821"/>
              </a:cxn>
              <a:cxn ang="0">
                <a:pos x="connsiteX113822" y="connsiteY113822"/>
              </a:cxn>
              <a:cxn ang="0">
                <a:pos x="connsiteX113823" y="connsiteY113823"/>
              </a:cxn>
              <a:cxn ang="0">
                <a:pos x="connsiteX113824" y="connsiteY113824"/>
              </a:cxn>
              <a:cxn ang="0">
                <a:pos x="connsiteX113825" y="connsiteY113825"/>
              </a:cxn>
              <a:cxn ang="0">
                <a:pos x="connsiteX113826" y="connsiteY113826"/>
              </a:cxn>
              <a:cxn ang="0">
                <a:pos x="connsiteX113827" y="connsiteY113827"/>
              </a:cxn>
              <a:cxn ang="0">
                <a:pos x="connsiteX113828" y="connsiteY113828"/>
              </a:cxn>
              <a:cxn ang="0">
                <a:pos x="connsiteX113829" y="connsiteY113829"/>
              </a:cxn>
              <a:cxn ang="0">
                <a:pos x="connsiteX113830" y="connsiteY113830"/>
              </a:cxn>
              <a:cxn ang="0">
                <a:pos x="connsiteX113831" y="connsiteY113831"/>
              </a:cxn>
              <a:cxn ang="0">
                <a:pos x="connsiteX113832" y="connsiteY113832"/>
              </a:cxn>
              <a:cxn ang="0">
                <a:pos x="connsiteX113833" y="connsiteY113833"/>
              </a:cxn>
              <a:cxn ang="0">
                <a:pos x="connsiteX113834" y="connsiteY113834"/>
              </a:cxn>
              <a:cxn ang="0">
                <a:pos x="connsiteX113835" y="connsiteY113835"/>
              </a:cxn>
              <a:cxn ang="0">
                <a:pos x="connsiteX113836" y="connsiteY113836"/>
              </a:cxn>
              <a:cxn ang="0">
                <a:pos x="connsiteX113837" y="connsiteY113837"/>
              </a:cxn>
              <a:cxn ang="0">
                <a:pos x="connsiteX113838" y="connsiteY113838"/>
              </a:cxn>
              <a:cxn ang="0">
                <a:pos x="connsiteX113839" y="connsiteY113839"/>
              </a:cxn>
              <a:cxn ang="0">
                <a:pos x="connsiteX113840" y="connsiteY113840"/>
              </a:cxn>
              <a:cxn ang="0">
                <a:pos x="connsiteX113841" y="connsiteY113841"/>
              </a:cxn>
              <a:cxn ang="0">
                <a:pos x="connsiteX113842" y="connsiteY113842"/>
              </a:cxn>
              <a:cxn ang="0">
                <a:pos x="connsiteX113843" y="connsiteY113843"/>
              </a:cxn>
              <a:cxn ang="0">
                <a:pos x="connsiteX113844" y="connsiteY113844"/>
              </a:cxn>
              <a:cxn ang="0">
                <a:pos x="connsiteX113845" y="connsiteY113845"/>
              </a:cxn>
              <a:cxn ang="0">
                <a:pos x="connsiteX113846" y="connsiteY113846"/>
              </a:cxn>
              <a:cxn ang="0">
                <a:pos x="connsiteX113847" y="connsiteY113847"/>
              </a:cxn>
              <a:cxn ang="0">
                <a:pos x="connsiteX113848" y="connsiteY113848"/>
              </a:cxn>
              <a:cxn ang="0">
                <a:pos x="connsiteX113849" y="connsiteY113849"/>
              </a:cxn>
              <a:cxn ang="0">
                <a:pos x="connsiteX113850" y="connsiteY113850"/>
              </a:cxn>
              <a:cxn ang="0">
                <a:pos x="connsiteX113851" y="connsiteY113851"/>
              </a:cxn>
              <a:cxn ang="0">
                <a:pos x="connsiteX113852" y="connsiteY113852"/>
              </a:cxn>
              <a:cxn ang="0">
                <a:pos x="connsiteX113853" y="connsiteY113853"/>
              </a:cxn>
              <a:cxn ang="0">
                <a:pos x="connsiteX113854" y="connsiteY113854"/>
              </a:cxn>
              <a:cxn ang="0">
                <a:pos x="connsiteX113855" y="connsiteY113855"/>
              </a:cxn>
              <a:cxn ang="0">
                <a:pos x="connsiteX113856" y="connsiteY113856"/>
              </a:cxn>
              <a:cxn ang="0">
                <a:pos x="connsiteX113857" y="connsiteY113857"/>
              </a:cxn>
              <a:cxn ang="0">
                <a:pos x="connsiteX113858" y="connsiteY113858"/>
              </a:cxn>
              <a:cxn ang="0">
                <a:pos x="connsiteX113859" y="connsiteY113859"/>
              </a:cxn>
              <a:cxn ang="0">
                <a:pos x="connsiteX113860" y="connsiteY113860"/>
              </a:cxn>
              <a:cxn ang="0">
                <a:pos x="connsiteX113861" y="connsiteY113861"/>
              </a:cxn>
              <a:cxn ang="0">
                <a:pos x="connsiteX113862" y="connsiteY113862"/>
              </a:cxn>
              <a:cxn ang="0">
                <a:pos x="connsiteX113863" y="connsiteY113863"/>
              </a:cxn>
              <a:cxn ang="0">
                <a:pos x="connsiteX113864" y="connsiteY113864"/>
              </a:cxn>
              <a:cxn ang="0">
                <a:pos x="connsiteX113865" y="connsiteY113865"/>
              </a:cxn>
              <a:cxn ang="0">
                <a:pos x="connsiteX113866" y="connsiteY113866"/>
              </a:cxn>
              <a:cxn ang="0">
                <a:pos x="connsiteX113867" y="connsiteY113867"/>
              </a:cxn>
              <a:cxn ang="0">
                <a:pos x="connsiteX113868" y="connsiteY113868"/>
              </a:cxn>
              <a:cxn ang="0">
                <a:pos x="connsiteX113869" y="connsiteY113869"/>
              </a:cxn>
              <a:cxn ang="0">
                <a:pos x="connsiteX113870" y="connsiteY113870"/>
              </a:cxn>
              <a:cxn ang="0">
                <a:pos x="connsiteX113871" y="connsiteY113871"/>
              </a:cxn>
              <a:cxn ang="0">
                <a:pos x="connsiteX113872" y="connsiteY113872"/>
              </a:cxn>
              <a:cxn ang="0">
                <a:pos x="connsiteX113873" y="connsiteY113873"/>
              </a:cxn>
              <a:cxn ang="0">
                <a:pos x="connsiteX113874" y="connsiteY113874"/>
              </a:cxn>
              <a:cxn ang="0">
                <a:pos x="connsiteX113875" y="connsiteY113875"/>
              </a:cxn>
              <a:cxn ang="0">
                <a:pos x="connsiteX113876" y="connsiteY113876"/>
              </a:cxn>
              <a:cxn ang="0">
                <a:pos x="connsiteX113877" y="connsiteY113877"/>
              </a:cxn>
              <a:cxn ang="0">
                <a:pos x="connsiteX113878" y="connsiteY113878"/>
              </a:cxn>
              <a:cxn ang="0">
                <a:pos x="connsiteX113879" y="connsiteY113879"/>
              </a:cxn>
              <a:cxn ang="0">
                <a:pos x="connsiteX113880" y="connsiteY113880"/>
              </a:cxn>
              <a:cxn ang="0">
                <a:pos x="connsiteX113881" y="connsiteY113881"/>
              </a:cxn>
              <a:cxn ang="0">
                <a:pos x="connsiteX113882" y="connsiteY113882"/>
              </a:cxn>
              <a:cxn ang="0">
                <a:pos x="connsiteX113883" y="connsiteY113883"/>
              </a:cxn>
              <a:cxn ang="0">
                <a:pos x="connsiteX113884" y="connsiteY113884"/>
              </a:cxn>
              <a:cxn ang="0">
                <a:pos x="connsiteX113885" y="connsiteY113885"/>
              </a:cxn>
              <a:cxn ang="0">
                <a:pos x="connsiteX113886" y="connsiteY113886"/>
              </a:cxn>
              <a:cxn ang="0">
                <a:pos x="connsiteX113887" y="connsiteY113887"/>
              </a:cxn>
              <a:cxn ang="0">
                <a:pos x="connsiteX113888" y="connsiteY113888"/>
              </a:cxn>
              <a:cxn ang="0">
                <a:pos x="connsiteX113889" y="connsiteY113889"/>
              </a:cxn>
              <a:cxn ang="0">
                <a:pos x="connsiteX113890" y="connsiteY113890"/>
              </a:cxn>
              <a:cxn ang="0">
                <a:pos x="connsiteX113891" y="connsiteY113891"/>
              </a:cxn>
              <a:cxn ang="0">
                <a:pos x="connsiteX113892" y="connsiteY113892"/>
              </a:cxn>
              <a:cxn ang="0">
                <a:pos x="connsiteX113893" y="connsiteY113893"/>
              </a:cxn>
              <a:cxn ang="0">
                <a:pos x="connsiteX113894" y="connsiteY113894"/>
              </a:cxn>
              <a:cxn ang="0">
                <a:pos x="connsiteX113895" y="connsiteY113895"/>
              </a:cxn>
              <a:cxn ang="0">
                <a:pos x="connsiteX113896" y="connsiteY113896"/>
              </a:cxn>
              <a:cxn ang="0">
                <a:pos x="connsiteX113897" y="connsiteY113897"/>
              </a:cxn>
              <a:cxn ang="0">
                <a:pos x="connsiteX113898" y="connsiteY113898"/>
              </a:cxn>
              <a:cxn ang="0">
                <a:pos x="connsiteX113899" y="connsiteY113899"/>
              </a:cxn>
              <a:cxn ang="0">
                <a:pos x="connsiteX113900" y="connsiteY113900"/>
              </a:cxn>
              <a:cxn ang="0">
                <a:pos x="connsiteX113901" y="connsiteY113901"/>
              </a:cxn>
              <a:cxn ang="0">
                <a:pos x="connsiteX113902" y="connsiteY113902"/>
              </a:cxn>
              <a:cxn ang="0">
                <a:pos x="connsiteX113903" y="connsiteY113903"/>
              </a:cxn>
              <a:cxn ang="0">
                <a:pos x="connsiteX113904" y="connsiteY113904"/>
              </a:cxn>
              <a:cxn ang="0">
                <a:pos x="connsiteX113905" y="connsiteY113905"/>
              </a:cxn>
              <a:cxn ang="0">
                <a:pos x="connsiteX113906" y="connsiteY113906"/>
              </a:cxn>
              <a:cxn ang="0">
                <a:pos x="connsiteX113907" y="connsiteY113907"/>
              </a:cxn>
              <a:cxn ang="0">
                <a:pos x="connsiteX113908" y="connsiteY113908"/>
              </a:cxn>
              <a:cxn ang="0">
                <a:pos x="connsiteX113909" y="connsiteY113909"/>
              </a:cxn>
              <a:cxn ang="0">
                <a:pos x="connsiteX113910" y="connsiteY113910"/>
              </a:cxn>
              <a:cxn ang="0">
                <a:pos x="connsiteX113911" y="connsiteY113911"/>
              </a:cxn>
              <a:cxn ang="0">
                <a:pos x="connsiteX113912" y="connsiteY113912"/>
              </a:cxn>
              <a:cxn ang="0">
                <a:pos x="connsiteX113913" y="connsiteY113913"/>
              </a:cxn>
              <a:cxn ang="0">
                <a:pos x="connsiteX113914" y="connsiteY113914"/>
              </a:cxn>
              <a:cxn ang="0">
                <a:pos x="connsiteX113915" y="connsiteY113915"/>
              </a:cxn>
              <a:cxn ang="0">
                <a:pos x="connsiteX113916" y="connsiteY113916"/>
              </a:cxn>
              <a:cxn ang="0">
                <a:pos x="connsiteX113917" y="connsiteY113917"/>
              </a:cxn>
              <a:cxn ang="0">
                <a:pos x="connsiteX113918" y="connsiteY113918"/>
              </a:cxn>
              <a:cxn ang="0">
                <a:pos x="connsiteX113919" y="connsiteY113919"/>
              </a:cxn>
              <a:cxn ang="0">
                <a:pos x="connsiteX113920" y="connsiteY113920"/>
              </a:cxn>
              <a:cxn ang="0">
                <a:pos x="connsiteX113921" y="connsiteY113921"/>
              </a:cxn>
              <a:cxn ang="0">
                <a:pos x="connsiteX113922" y="connsiteY113922"/>
              </a:cxn>
              <a:cxn ang="0">
                <a:pos x="connsiteX113923" y="connsiteY113923"/>
              </a:cxn>
              <a:cxn ang="0">
                <a:pos x="connsiteX113924" y="connsiteY113924"/>
              </a:cxn>
              <a:cxn ang="0">
                <a:pos x="connsiteX113925" y="connsiteY113925"/>
              </a:cxn>
              <a:cxn ang="0">
                <a:pos x="connsiteX113926" y="connsiteY113926"/>
              </a:cxn>
              <a:cxn ang="0">
                <a:pos x="connsiteX113927" y="connsiteY113927"/>
              </a:cxn>
              <a:cxn ang="0">
                <a:pos x="connsiteX113928" y="connsiteY113928"/>
              </a:cxn>
              <a:cxn ang="0">
                <a:pos x="connsiteX113929" y="connsiteY113929"/>
              </a:cxn>
              <a:cxn ang="0">
                <a:pos x="connsiteX113930" y="connsiteY113930"/>
              </a:cxn>
              <a:cxn ang="0">
                <a:pos x="connsiteX113931" y="connsiteY113931"/>
              </a:cxn>
              <a:cxn ang="0">
                <a:pos x="connsiteX113932" y="connsiteY113932"/>
              </a:cxn>
              <a:cxn ang="0">
                <a:pos x="connsiteX113933" y="connsiteY113933"/>
              </a:cxn>
              <a:cxn ang="0">
                <a:pos x="connsiteX113934" y="connsiteY113934"/>
              </a:cxn>
              <a:cxn ang="0">
                <a:pos x="connsiteX113935" y="connsiteY113935"/>
              </a:cxn>
              <a:cxn ang="0">
                <a:pos x="connsiteX113936" y="connsiteY113936"/>
              </a:cxn>
              <a:cxn ang="0">
                <a:pos x="connsiteX113937" y="connsiteY113937"/>
              </a:cxn>
              <a:cxn ang="0">
                <a:pos x="connsiteX113938" y="connsiteY113938"/>
              </a:cxn>
              <a:cxn ang="0">
                <a:pos x="connsiteX113939" y="connsiteY113939"/>
              </a:cxn>
              <a:cxn ang="0">
                <a:pos x="connsiteX113940" y="connsiteY113940"/>
              </a:cxn>
              <a:cxn ang="0">
                <a:pos x="connsiteX113941" y="connsiteY113941"/>
              </a:cxn>
              <a:cxn ang="0">
                <a:pos x="connsiteX113942" y="connsiteY113942"/>
              </a:cxn>
              <a:cxn ang="0">
                <a:pos x="connsiteX113943" y="connsiteY113943"/>
              </a:cxn>
              <a:cxn ang="0">
                <a:pos x="connsiteX113944" y="connsiteY113944"/>
              </a:cxn>
              <a:cxn ang="0">
                <a:pos x="connsiteX113945" y="connsiteY113945"/>
              </a:cxn>
              <a:cxn ang="0">
                <a:pos x="connsiteX113946" y="connsiteY113946"/>
              </a:cxn>
              <a:cxn ang="0">
                <a:pos x="connsiteX113947" y="connsiteY113947"/>
              </a:cxn>
              <a:cxn ang="0">
                <a:pos x="connsiteX113948" y="connsiteY113948"/>
              </a:cxn>
              <a:cxn ang="0">
                <a:pos x="connsiteX113949" y="connsiteY113949"/>
              </a:cxn>
              <a:cxn ang="0">
                <a:pos x="connsiteX113950" y="connsiteY113950"/>
              </a:cxn>
              <a:cxn ang="0">
                <a:pos x="connsiteX113951" y="connsiteY113951"/>
              </a:cxn>
              <a:cxn ang="0">
                <a:pos x="connsiteX113952" y="connsiteY113952"/>
              </a:cxn>
              <a:cxn ang="0">
                <a:pos x="connsiteX113953" y="connsiteY113953"/>
              </a:cxn>
              <a:cxn ang="0">
                <a:pos x="connsiteX113954" y="connsiteY113954"/>
              </a:cxn>
              <a:cxn ang="0">
                <a:pos x="connsiteX113955" y="connsiteY113955"/>
              </a:cxn>
              <a:cxn ang="0">
                <a:pos x="connsiteX113956" y="connsiteY113956"/>
              </a:cxn>
              <a:cxn ang="0">
                <a:pos x="connsiteX113957" y="connsiteY113957"/>
              </a:cxn>
              <a:cxn ang="0">
                <a:pos x="connsiteX113958" y="connsiteY113958"/>
              </a:cxn>
              <a:cxn ang="0">
                <a:pos x="connsiteX113959" y="connsiteY113959"/>
              </a:cxn>
              <a:cxn ang="0">
                <a:pos x="connsiteX113960" y="connsiteY113960"/>
              </a:cxn>
              <a:cxn ang="0">
                <a:pos x="connsiteX113961" y="connsiteY113961"/>
              </a:cxn>
              <a:cxn ang="0">
                <a:pos x="connsiteX113962" y="connsiteY113962"/>
              </a:cxn>
              <a:cxn ang="0">
                <a:pos x="connsiteX113963" y="connsiteY113963"/>
              </a:cxn>
              <a:cxn ang="0">
                <a:pos x="connsiteX113964" y="connsiteY113964"/>
              </a:cxn>
              <a:cxn ang="0">
                <a:pos x="connsiteX113965" y="connsiteY113965"/>
              </a:cxn>
              <a:cxn ang="0">
                <a:pos x="connsiteX113966" y="connsiteY113966"/>
              </a:cxn>
              <a:cxn ang="0">
                <a:pos x="connsiteX113967" y="connsiteY113967"/>
              </a:cxn>
              <a:cxn ang="0">
                <a:pos x="connsiteX113968" y="connsiteY113968"/>
              </a:cxn>
              <a:cxn ang="0">
                <a:pos x="connsiteX113969" y="connsiteY113969"/>
              </a:cxn>
              <a:cxn ang="0">
                <a:pos x="connsiteX113970" y="connsiteY113970"/>
              </a:cxn>
              <a:cxn ang="0">
                <a:pos x="connsiteX113971" y="connsiteY113971"/>
              </a:cxn>
              <a:cxn ang="0">
                <a:pos x="connsiteX113972" y="connsiteY113972"/>
              </a:cxn>
              <a:cxn ang="0">
                <a:pos x="connsiteX113973" y="connsiteY113973"/>
              </a:cxn>
              <a:cxn ang="0">
                <a:pos x="connsiteX113974" y="connsiteY113974"/>
              </a:cxn>
              <a:cxn ang="0">
                <a:pos x="connsiteX113975" y="connsiteY113975"/>
              </a:cxn>
              <a:cxn ang="0">
                <a:pos x="connsiteX113976" y="connsiteY113976"/>
              </a:cxn>
              <a:cxn ang="0">
                <a:pos x="connsiteX113977" y="connsiteY113977"/>
              </a:cxn>
              <a:cxn ang="0">
                <a:pos x="connsiteX113978" y="connsiteY113978"/>
              </a:cxn>
              <a:cxn ang="0">
                <a:pos x="connsiteX113979" y="connsiteY113979"/>
              </a:cxn>
              <a:cxn ang="0">
                <a:pos x="connsiteX113980" y="connsiteY113980"/>
              </a:cxn>
              <a:cxn ang="0">
                <a:pos x="connsiteX113981" y="connsiteY113981"/>
              </a:cxn>
              <a:cxn ang="0">
                <a:pos x="connsiteX113982" y="connsiteY113982"/>
              </a:cxn>
              <a:cxn ang="0">
                <a:pos x="connsiteX113983" y="connsiteY113983"/>
              </a:cxn>
              <a:cxn ang="0">
                <a:pos x="connsiteX113984" y="connsiteY113984"/>
              </a:cxn>
              <a:cxn ang="0">
                <a:pos x="connsiteX113985" y="connsiteY113985"/>
              </a:cxn>
              <a:cxn ang="0">
                <a:pos x="connsiteX113986" y="connsiteY113986"/>
              </a:cxn>
              <a:cxn ang="0">
                <a:pos x="connsiteX113987" y="connsiteY113987"/>
              </a:cxn>
              <a:cxn ang="0">
                <a:pos x="connsiteX113988" y="connsiteY113988"/>
              </a:cxn>
              <a:cxn ang="0">
                <a:pos x="connsiteX113989" y="connsiteY113989"/>
              </a:cxn>
              <a:cxn ang="0">
                <a:pos x="connsiteX113990" y="connsiteY113990"/>
              </a:cxn>
              <a:cxn ang="0">
                <a:pos x="connsiteX113991" y="connsiteY113991"/>
              </a:cxn>
              <a:cxn ang="0">
                <a:pos x="connsiteX113992" y="connsiteY113992"/>
              </a:cxn>
              <a:cxn ang="0">
                <a:pos x="connsiteX113993" y="connsiteY113993"/>
              </a:cxn>
              <a:cxn ang="0">
                <a:pos x="connsiteX113994" y="connsiteY113994"/>
              </a:cxn>
              <a:cxn ang="0">
                <a:pos x="connsiteX113995" y="connsiteY113995"/>
              </a:cxn>
              <a:cxn ang="0">
                <a:pos x="connsiteX113996" y="connsiteY113996"/>
              </a:cxn>
              <a:cxn ang="0">
                <a:pos x="connsiteX113997" y="connsiteY113997"/>
              </a:cxn>
              <a:cxn ang="0">
                <a:pos x="connsiteX113998" y="connsiteY113998"/>
              </a:cxn>
              <a:cxn ang="0">
                <a:pos x="connsiteX113999" y="connsiteY113999"/>
              </a:cxn>
              <a:cxn ang="0">
                <a:pos x="connsiteX114000" y="connsiteY114000"/>
              </a:cxn>
              <a:cxn ang="0">
                <a:pos x="connsiteX114001" y="connsiteY114001"/>
              </a:cxn>
              <a:cxn ang="0">
                <a:pos x="connsiteX114002" y="connsiteY114002"/>
              </a:cxn>
              <a:cxn ang="0">
                <a:pos x="connsiteX114003" y="connsiteY114003"/>
              </a:cxn>
              <a:cxn ang="0">
                <a:pos x="connsiteX114004" y="connsiteY114004"/>
              </a:cxn>
              <a:cxn ang="0">
                <a:pos x="connsiteX114005" y="connsiteY114005"/>
              </a:cxn>
              <a:cxn ang="0">
                <a:pos x="connsiteX114006" y="connsiteY114006"/>
              </a:cxn>
              <a:cxn ang="0">
                <a:pos x="connsiteX114007" y="connsiteY114007"/>
              </a:cxn>
              <a:cxn ang="0">
                <a:pos x="connsiteX114008" y="connsiteY114008"/>
              </a:cxn>
              <a:cxn ang="0">
                <a:pos x="connsiteX114009" y="connsiteY114009"/>
              </a:cxn>
              <a:cxn ang="0">
                <a:pos x="connsiteX114010" y="connsiteY114010"/>
              </a:cxn>
              <a:cxn ang="0">
                <a:pos x="connsiteX114011" y="connsiteY114011"/>
              </a:cxn>
              <a:cxn ang="0">
                <a:pos x="connsiteX114012" y="connsiteY114012"/>
              </a:cxn>
              <a:cxn ang="0">
                <a:pos x="connsiteX114013" y="connsiteY114013"/>
              </a:cxn>
              <a:cxn ang="0">
                <a:pos x="connsiteX114014" y="connsiteY114014"/>
              </a:cxn>
              <a:cxn ang="0">
                <a:pos x="connsiteX114015" y="connsiteY114015"/>
              </a:cxn>
              <a:cxn ang="0">
                <a:pos x="connsiteX114016" y="connsiteY114016"/>
              </a:cxn>
              <a:cxn ang="0">
                <a:pos x="connsiteX114017" y="connsiteY114017"/>
              </a:cxn>
              <a:cxn ang="0">
                <a:pos x="connsiteX114018" y="connsiteY114018"/>
              </a:cxn>
              <a:cxn ang="0">
                <a:pos x="connsiteX114019" y="connsiteY114019"/>
              </a:cxn>
              <a:cxn ang="0">
                <a:pos x="connsiteX114020" y="connsiteY114020"/>
              </a:cxn>
              <a:cxn ang="0">
                <a:pos x="connsiteX114021" y="connsiteY114021"/>
              </a:cxn>
              <a:cxn ang="0">
                <a:pos x="connsiteX114022" y="connsiteY114022"/>
              </a:cxn>
              <a:cxn ang="0">
                <a:pos x="connsiteX114023" y="connsiteY114023"/>
              </a:cxn>
              <a:cxn ang="0">
                <a:pos x="connsiteX114024" y="connsiteY114024"/>
              </a:cxn>
              <a:cxn ang="0">
                <a:pos x="connsiteX114025" y="connsiteY114025"/>
              </a:cxn>
              <a:cxn ang="0">
                <a:pos x="connsiteX114026" y="connsiteY114026"/>
              </a:cxn>
              <a:cxn ang="0">
                <a:pos x="connsiteX114027" y="connsiteY114027"/>
              </a:cxn>
              <a:cxn ang="0">
                <a:pos x="connsiteX114028" y="connsiteY114028"/>
              </a:cxn>
              <a:cxn ang="0">
                <a:pos x="connsiteX114029" y="connsiteY114029"/>
              </a:cxn>
              <a:cxn ang="0">
                <a:pos x="connsiteX114030" y="connsiteY114030"/>
              </a:cxn>
              <a:cxn ang="0">
                <a:pos x="connsiteX114031" y="connsiteY114031"/>
              </a:cxn>
              <a:cxn ang="0">
                <a:pos x="connsiteX114032" y="connsiteY114032"/>
              </a:cxn>
              <a:cxn ang="0">
                <a:pos x="connsiteX114033" y="connsiteY114033"/>
              </a:cxn>
              <a:cxn ang="0">
                <a:pos x="connsiteX114034" y="connsiteY114034"/>
              </a:cxn>
              <a:cxn ang="0">
                <a:pos x="connsiteX114035" y="connsiteY114035"/>
              </a:cxn>
              <a:cxn ang="0">
                <a:pos x="connsiteX114036" y="connsiteY114036"/>
              </a:cxn>
              <a:cxn ang="0">
                <a:pos x="connsiteX114037" y="connsiteY114037"/>
              </a:cxn>
              <a:cxn ang="0">
                <a:pos x="connsiteX114038" y="connsiteY114038"/>
              </a:cxn>
              <a:cxn ang="0">
                <a:pos x="connsiteX114039" y="connsiteY114039"/>
              </a:cxn>
              <a:cxn ang="0">
                <a:pos x="connsiteX114040" y="connsiteY114040"/>
              </a:cxn>
              <a:cxn ang="0">
                <a:pos x="connsiteX114041" y="connsiteY114041"/>
              </a:cxn>
              <a:cxn ang="0">
                <a:pos x="connsiteX114042" y="connsiteY114042"/>
              </a:cxn>
              <a:cxn ang="0">
                <a:pos x="connsiteX114043" y="connsiteY114043"/>
              </a:cxn>
              <a:cxn ang="0">
                <a:pos x="connsiteX114044" y="connsiteY114044"/>
              </a:cxn>
              <a:cxn ang="0">
                <a:pos x="connsiteX114045" y="connsiteY114045"/>
              </a:cxn>
              <a:cxn ang="0">
                <a:pos x="connsiteX114046" y="connsiteY114046"/>
              </a:cxn>
              <a:cxn ang="0">
                <a:pos x="connsiteX114047" y="connsiteY114047"/>
              </a:cxn>
              <a:cxn ang="0">
                <a:pos x="connsiteX114048" y="connsiteY114048"/>
              </a:cxn>
              <a:cxn ang="0">
                <a:pos x="connsiteX114049" y="connsiteY114049"/>
              </a:cxn>
              <a:cxn ang="0">
                <a:pos x="connsiteX114050" y="connsiteY114050"/>
              </a:cxn>
              <a:cxn ang="0">
                <a:pos x="connsiteX114051" y="connsiteY114051"/>
              </a:cxn>
              <a:cxn ang="0">
                <a:pos x="connsiteX114052" y="connsiteY114052"/>
              </a:cxn>
              <a:cxn ang="0">
                <a:pos x="connsiteX114053" y="connsiteY114053"/>
              </a:cxn>
              <a:cxn ang="0">
                <a:pos x="connsiteX114054" y="connsiteY114054"/>
              </a:cxn>
              <a:cxn ang="0">
                <a:pos x="connsiteX114055" y="connsiteY114055"/>
              </a:cxn>
              <a:cxn ang="0">
                <a:pos x="connsiteX114056" y="connsiteY114056"/>
              </a:cxn>
              <a:cxn ang="0">
                <a:pos x="connsiteX114057" y="connsiteY114057"/>
              </a:cxn>
              <a:cxn ang="0">
                <a:pos x="connsiteX114058" y="connsiteY114058"/>
              </a:cxn>
              <a:cxn ang="0">
                <a:pos x="connsiteX114059" y="connsiteY114059"/>
              </a:cxn>
              <a:cxn ang="0">
                <a:pos x="connsiteX114060" y="connsiteY114060"/>
              </a:cxn>
              <a:cxn ang="0">
                <a:pos x="connsiteX114061" y="connsiteY114061"/>
              </a:cxn>
              <a:cxn ang="0">
                <a:pos x="connsiteX114062" y="connsiteY114062"/>
              </a:cxn>
              <a:cxn ang="0">
                <a:pos x="connsiteX114063" y="connsiteY114063"/>
              </a:cxn>
              <a:cxn ang="0">
                <a:pos x="connsiteX114064" y="connsiteY114064"/>
              </a:cxn>
              <a:cxn ang="0">
                <a:pos x="connsiteX114065" y="connsiteY114065"/>
              </a:cxn>
              <a:cxn ang="0">
                <a:pos x="connsiteX114066" y="connsiteY114066"/>
              </a:cxn>
              <a:cxn ang="0">
                <a:pos x="connsiteX114067" y="connsiteY114067"/>
              </a:cxn>
              <a:cxn ang="0">
                <a:pos x="connsiteX114068" y="connsiteY114068"/>
              </a:cxn>
              <a:cxn ang="0">
                <a:pos x="connsiteX114069" y="connsiteY114069"/>
              </a:cxn>
              <a:cxn ang="0">
                <a:pos x="connsiteX114070" y="connsiteY114070"/>
              </a:cxn>
              <a:cxn ang="0">
                <a:pos x="connsiteX114071" y="connsiteY114071"/>
              </a:cxn>
              <a:cxn ang="0">
                <a:pos x="connsiteX114072" y="connsiteY114072"/>
              </a:cxn>
              <a:cxn ang="0">
                <a:pos x="connsiteX114073" y="connsiteY114073"/>
              </a:cxn>
              <a:cxn ang="0">
                <a:pos x="connsiteX114074" y="connsiteY114074"/>
              </a:cxn>
              <a:cxn ang="0">
                <a:pos x="connsiteX114075" y="connsiteY114075"/>
              </a:cxn>
              <a:cxn ang="0">
                <a:pos x="connsiteX114076" y="connsiteY114076"/>
              </a:cxn>
              <a:cxn ang="0">
                <a:pos x="connsiteX114077" y="connsiteY114077"/>
              </a:cxn>
              <a:cxn ang="0">
                <a:pos x="connsiteX114078" y="connsiteY114078"/>
              </a:cxn>
              <a:cxn ang="0">
                <a:pos x="connsiteX114079" y="connsiteY114079"/>
              </a:cxn>
              <a:cxn ang="0">
                <a:pos x="connsiteX114080" y="connsiteY114080"/>
              </a:cxn>
              <a:cxn ang="0">
                <a:pos x="connsiteX114081" y="connsiteY114081"/>
              </a:cxn>
              <a:cxn ang="0">
                <a:pos x="connsiteX114082" y="connsiteY114082"/>
              </a:cxn>
              <a:cxn ang="0">
                <a:pos x="connsiteX114083" y="connsiteY114083"/>
              </a:cxn>
              <a:cxn ang="0">
                <a:pos x="connsiteX114084" y="connsiteY114084"/>
              </a:cxn>
              <a:cxn ang="0">
                <a:pos x="connsiteX114085" y="connsiteY114085"/>
              </a:cxn>
              <a:cxn ang="0">
                <a:pos x="connsiteX114086" y="connsiteY114086"/>
              </a:cxn>
              <a:cxn ang="0">
                <a:pos x="connsiteX114087" y="connsiteY114087"/>
              </a:cxn>
              <a:cxn ang="0">
                <a:pos x="connsiteX114088" y="connsiteY114088"/>
              </a:cxn>
              <a:cxn ang="0">
                <a:pos x="connsiteX114089" y="connsiteY114089"/>
              </a:cxn>
              <a:cxn ang="0">
                <a:pos x="connsiteX114090" y="connsiteY114090"/>
              </a:cxn>
              <a:cxn ang="0">
                <a:pos x="connsiteX114091" y="connsiteY114091"/>
              </a:cxn>
              <a:cxn ang="0">
                <a:pos x="connsiteX114092" y="connsiteY114092"/>
              </a:cxn>
              <a:cxn ang="0">
                <a:pos x="connsiteX114093" y="connsiteY114093"/>
              </a:cxn>
              <a:cxn ang="0">
                <a:pos x="connsiteX114094" y="connsiteY114094"/>
              </a:cxn>
              <a:cxn ang="0">
                <a:pos x="connsiteX114095" y="connsiteY114095"/>
              </a:cxn>
              <a:cxn ang="0">
                <a:pos x="connsiteX114096" y="connsiteY114096"/>
              </a:cxn>
              <a:cxn ang="0">
                <a:pos x="connsiteX114097" y="connsiteY114097"/>
              </a:cxn>
              <a:cxn ang="0">
                <a:pos x="connsiteX114098" y="connsiteY114098"/>
              </a:cxn>
              <a:cxn ang="0">
                <a:pos x="connsiteX114099" y="connsiteY114099"/>
              </a:cxn>
              <a:cxn ang="0">
                <a:pos x="connsiteX114100" y="connsiteY114100"/>
              </a:cxn>
              <a:cxn ang="0">
                <a:pos x="connsiteX114101" y="connsiteY114101"/>
              </a:cxn>
              <a:cxn ang="0">
                <a:pos x="connsiteX114102" y="connsiteY114102"/>
              </a:cxn>
              <a:cxn ang="0">
                <a:pos x="connsiteX114103" y="connsiteY114103"/>
              </a:cxn>
              <a:cxn ang="0">
                <a:pos x="connsiteX114104" y="connsiteY114104"/>
              </a:cxn>
              <a:cxn ang="0">
                <a:pos x="connsiteX114105" y="connsiteY114105"/>
              </a:cxn>
              <a:cxn ang="0">
                <a:pos x="connsiteX114106" y="connsiteY114106"/>
              </a:cxn>
              <a:cxn ang="0">
                <a:pos x="connsiteX114107" y="connsiteY114107"/>
              </a:cxn>
              <a:cxn ang="0">
                <a:pos x="connsiteX114108" y="connsiteY114108"/>
              </a:cxn>
              <a:cxn ang="0">
                <a:pos x="connsiteX114109" y="connsiteY114109"/>
              </a:cxn>
              <a:cxn ang="0">
                <a:pos x="connsiteX114110" y="connsiteY114110"/>
              </a:cxn>
              <a:cxn ang="0">
                <a:pos x="connsiteX114111" y="connsiteY114111"/>
              </a:cxn>
              <a:cxn ang="0">
                <a:pos x="connsiteX114112" y="connsiteY114112"/>
              </a:cxn>
              <a:cxn ang="0">
                <a:pos x="connsiteX114113" y="connsiteY114113"/>
              </a:cxn>
              <a:cxn ang="0">
                <a:pos x="connsiteX114114" y="connsiteY114114"/>
              </a:cxn>
              <a:cxn ang="0">
                <a:pos x="connsiteX114115" y="connsiteY114115"/>
              </a:cxn>
              <a:cxn ang="0">
                <a:pos x="connsiteX114116" y="connsiteY114116"/>
              </a:cxn>
              <a:cxn ang="0">
                <a:pos x="connsiteX114117" y="connsiteY114117"/>
              </a:cxn>
              <a:cxn ang="0">
                <a:pos x="connsiteX114118" y="connsiteY114118"/>
              </a:cxn>
              <a:cxn ang="0">
                <a:pos x="connsiteX114119" y="connsiteY114119"/>
              </a:cxn>
              <a:cxn ang="0">
                <a:pos x="connsiteX114120" y="connsiteY114120"/>
              </a:cxn>
              <a:cxn ang="0">
                <a:pos x="connsiteX114121" y="connsiteY114121"/>
              </a:cxn>
              <a:cxn ang="0">
                <a:pos x="connsiteX114122" y="connsiteY114122"/>
              </a:cxn>
              <a:cxn ang="0">
                <a:pos x="connsiteX114123" y="connsiteY114123"/>
              </a:cxn>
              <a:cxn ang="0">
                <a:pos x="connsiteX114124" y="connsiteY114124"/>
              </a:cxn>
              <a:cxn ang="0">
                <a:pos x="connsiteX114125" y="connsiteY114125"/>
              </a:cxn>
              <a:cxn ang="0">
                <a:pos x="connsiteX114126" y="connsiteY114126"/>
              </a:cxn>
              <a:cxn ang="0">
                <a:pos x="connsiteX114127" y="connsiteY114127"/>
              </a:cxn>
              <a:cxn ang="0">
                <a:pos x="connsiteX114128" y="connsiteY114128"/>
              </a:cxn>
              <a:cxn ang="0">
                <a:pos x="connsiteX114129" y="connsiteY114129"/>
              </a:cxn>
              <a:cxn ang="0">
                <a:pos x="connsiteX114130" y="connsiteY114130"/>
              </a:cxn>
              <a:cxn ang="0">
                <a:pos x="connsiteX114131" y="connsiteY114131"/>
              </a:cxn>
              <a:cxn ang="0">
                <a:pos x="connsiteX114132" y="connsiteY114132"/>
              </a:cxn>
              <a:cxn ang="0">
                <a:pos x="connsiteX114133" y="connsiteY114133"/>
              </a:cxn>
              <a:cxn ang="0">
                <a:pos x="connsiteX114134" y="connsiteY114134"/>
              </a:cxn>
              <a:cxn ang="0">
                <a:pos x="connsiteX114135" y="connsiteY114135"/>
              </a:cxn>
              <a:cxn ang="0">
                <a:pos x="connsiteX114136" y="connsiteY114136"/>
              </a:cxn>
              <a:cxn ang="0">
                <a:pos x="connsiteX114137" y="connsiteY114137"/>
              </a:cxn>
              <a:cxn ang="0">
                <a:pos x="connsiteX114138" y="connsiteY114138"/>
              </a:cxn>
              <a:cxn ang="0">
                <a:pos x="connsiteX114139" y="connsiteY114139"/>
              </a:cxn>
              <a:cxn ang="0">
                <a:pos x="connsiteX114140" y="connsiteY114140"/>
              </a:cxn>
              <a:cxn ang="0">
                <a:pos x="connsiteX114141" y="connsiteY114141"/>
              </a:cxn>
              <a:cxn ang="0">
                <a:pos x="connsiteX114142" y="connsiteY114142"/>
              </a:cxn>
              <a:cxn ang="0">
                <a:pos x="connsiteX114143" y="connsiteY114143"/>
              </a:cxn>
              <a:cxn ang="0">
                <a:pos x="connsiteX114144" y="connsiteY114144"/>
              </a:cxn>
              <a:cxn ang="0">
                <a:pos x="connsiteX114145" y="connsiteY114145"/>
              </a:cxn>
              <a:cxn ang="0">
                <a:pos x="connsiteX114146" y="connsiteY114146"/>
              </a:cxn>
              <a:cxn ang="0">
                <a:pos x="connsiteX114147" y="connsiteY114147"/>
              </a:cxn>
              <a:cxn ang="0">
                <a:pos x="connsiteX114148" y="connsiteY114148"/>
              </a:cxn>
              <a:cxn ang="0">
                <a:pos x="connsiteX114149" y="connsiteY114149"/>
              </a:cxn>
              <a:cxn ang="0">
                <a:pos x="connsiteX114150" y="connsiteY114150"/>
              </a:cxn>
              <a:cxn ang="0">
                <a:pos x="connsiteX114151" y="connsiteY114151"/>
              </a:cxn>
              <a:cxn ang="0">
                <a:pos x="connsiteX114152" y="connsiteY114152"/>
              </a:cxn>
              <a:cxn ang="0">
                <a:pos x="connsiteX114153" y="connsiteY114153"/>
              </a:cxn>
              <a:cxn ang="0">
                <a:pos x="connsiteX114154" y="connsiteY114154"/>
              </a:cxn>
              <a:cxn ang="0">
                <a:pos x="connsiteX114155" y="connsiteY114155"/>
              </a:cxn>
              <a:cxn ang="0">
                <a:pos x="connsiteX114156" y="connsiteY114156"/>
              </a:cxn>
              <a:cxn ang="0">
                <a:pos x="connsiteX114157" y="connsiteY114157"/>
              </a:cxn>
              <a:cxn ang="0">
                <a:pos x="connsiteX114158" y="connsiteY114158"/>
              </a:cxn>
              <a:cxn ang="0">
                <a:pos x="connsiteX114159" y="connsiteY114159"/>
              </a:cxn>
              <a:cxn ang="0">
                <a:pos x="connsiteX114160" y="connsiteY114160"/>
              </a:cxn>
              <a:cxn ang="0">
                <a:pos x="connsiteX114161" y="connsiteY114161"/>
              </a:cxn>
              <a:cxn ang="0">
                <a:pos x="connsiteX114162" y="connsiteY114162"/>
              </a:cxn>
              <a:cxn ang="0">
                <a:pos x="connsiteX114163" y="connsiteY114163"/>
              </a:cxn>
              <a:cxn ang="0">
                <a:pos x="connsiteX114164" y="connsiteY114164"/>
              </a:cxn>
              <a:cxn ang="0">
                <a:pos x="connsiteX114165" y="connsiteY114165"/>
              </a:cxn>
              <a:cxn ang="0">
                <a:pos x="connsiteX114166" y="connsiteY114166"/>
              </a:cxn>
              <a:cxn ang="0">
                <a:pos x="connsiteX114167" y="connsiteY114167"/>
              </a:cxn>
              <a:cxn ang="0">
                <a:pos x="connsiteX114168" y="connsiteY114168"/>
              </a:cxn>
              <a:cxn ang="0">
                <a:pos x="connsiteX114169" y="connsiteY114169"/>
              </a:cxn>
              <a:cxn ang="0">
                <a:pos x="connsiteX114170" y="connsiteY114170"/>
              </a:cxn>
              <a:cxn ang="0">
                <a:pos x="connsiteX114171" y="connsiteY114171"/>
              </a:cxn>
              <a:cxn ang="0">
                <a:pos x="connsiteX114172" y="connsiteY114172"/>
              </a:cxn>
              <a:cxn ang="0">
                <a:pos x="connsiteX114173" y="connsiteY114173"/>
              </a:cxn>
              <a:cxn ang="0">
                <a:pos x="connsiteX114174" y="connsiteY114174"/>
              </a:cxn>
              <a:cxn ang="0">
                <a:pos x="connsiteX114175" y="connsiteY114175"/>
              </a:cxn>
              <a:cxn ang="0">
                <a:pos x="connsiteX114176" y="connsiteY114176"/>
              </a:cxn>
              <a:cxn ang="0">
                <a:pos x="connsiteX114177" y="connsiteY114177"/>
              </a:cxn>
              <a:cxn ang="0">
                <a:pos x="connsiteX114178" y="connsiteY114178"/>
              </a:cxn>
              <a:cxn ang="0">
                <a:pos x="connsiteX114179" y="connsiteY114179"/>
              </a:cxn>
              <a:cxn ang="0">
                <a:pos x="connsiteX114180" y="connsiteY114180"/>
              </a:cxn>
              <a:cxn ang="0">
                <a:pos x="connsiteX114181" y="connsiteY114181"/>
              </a:cxn>
              <a:cxn ang="0">
                <a:pos x="connsiteX114182" y="connsiteY114182"/>
              </a:cxn>
              <a:cxn ang="0">
                <a:pos x="connsiteX114183" y="connsiteY114183"/>
              </a:cxn>
              <a:cxn ang="0">
                <a:pos x="connsiteX114184" y="connsiteY114184"/>
              </a:cxn>
              <a:cxn ang="0">
                <a:pos x="connsiteX114185" y="connsiteY114185"/>
              </a:cxn>
              <a:cxn ang="0">
                <a:pos x="connsiteX114186" y="connsiteY114186"/>
              </a:cxn>
              <a:cxn ang="0">
                <a:pos x="connsiteX114187" y="connsiteY114187"/>
              </a:cxn>
              <a:cxn ang="0">
                <a:pos x="connsiteX114188" y="connsiteY114188"/>
              </a:cxn>
              <a:cxn ang="0">
                <a:pos x="connsiteX114189" y="connsiteY114189"/>
              </a:cxn>
              <a:cxn ang="0">
                <a:pos x="connsiteX114190" y="connsiteY114190"/>
              </a:cxn>
              <a:cxn ang="0">
                <a:pos x="connsiteX114191" y="connsiteY114191"/>
              </a:cxn>
              <a:cxn ang="0">
                <a:pos x="connsiteX114192" y="connsiteY114192"/>
              </a:cxn>
              <a:cxn ang="0">
                <a:pos x="connsiteX114193" y="connsiteY114193"/>
              </a:cxn>
              <a:cxn ang="0">
                <a:pos x="connsiteX114194" y="connsiteY114194"/>
              </a:cxn>
              <a:cxn ang="0">
                <a:pos x="connsiteX114195" y="connsiteY114195"/>
              </a:cxn>
              <a:cxn ang="0">
                <a:pos x="connsiteX114196" y="connsiteY114196"/>
              </a:cxn>
              <a:cxn ang="0">
                <a:pos x="connsiteX114197" y="connsiteY114197"/>
              </a:cxn>
              <a:cxn ang="0">
                <a:pos x="connsiteX114198" y="connsiteY114198"/>
              </a:cxn>
              <a:cxn ang="0">
                <a:pos x="connsiteX114199" y="connsiteY114199"/>
              </a:cxn>
              <a:cxn ang="0">
                <a:pos x="connsiteX114200" y="connsiteY114200"/>
              </a:cxn>
              <a:cxn ang="0">
                <a:pos x="connsiteX114201" y="connsiteY114201"/>
              </a:cxn>
              <a:cxn ang="0">
                <a:pos x="connsiteX114202" y="connsiteY114202"/>
              </a:cxn>
              <a:cxn ang="0">
                <a:pos x="connsiteX114203" y="connsiteY114203"/>
              </a:cxn>
              <a:cxn ang="0">
                <a:pos x="connsiteX114204" y="connsiteY114204"/>
              </a:cxn>
              <a:cxn ang="0">
                <a:pos x="connsiteX114205" y="connsiteY114205"/>
              </a:cxn>
              <a:cxn ang="0">
                <a:pos x="connsiteX114206" y="connsiteY114206"/>
              </a:cxn>
              <a:cxn ang="0">
                <a:pos x="connsiteX114207" y="connsiteY114207"/>
              </a:cxn>
              <a:cxn ang="0">
                <a:pos x="connsiteX114208" y="connsiteY114208"/>
              </a:cxn>
              <a:cxn ang="0">
                <a:pos x="connsiteX114209" y="connsiteY114209"/>
              </a:cxn>
              <a:cxn ang="0">
                <a:pos x="connsiteX114210" y="connsiteY114210"/>
              </a:cxn>
              <a:cxn ang="0">
                <a:pos x="connsiteX114211" y="connsiteY114211"/>
              </a:cxn>
              <a:cxn ang="0">
                <a:pos x="connsiteX114212" y="connsiteY114212"/>
              </a:cxn>
              <a:cxn ang="0">
                <a:pos x="connsiteX114213" y="connsiteY114213"/>
              </a:cxn>
              <a:cxn ang="0">
                <a:pos x="connsiteX114214" y="connsiteY114214"/>
              </a:cxn>
              <a:cxn ang="0">
                <a:pos x="connsiteX114215" y="connsiteY114215"/>
              </a:cxn>
              <a:cxn ang="0">
                <a:pos x="connsiteX114216" y="connsiteY114216"/>
              </a:cxn>
              <a:cxn ang="0">
                <a:pos x="connsiteX114217" y="connsiteY114217"/>
              </a:cxn>
              <a:cxn ang="0">
                <a:pos x="connsiteX114218" y="connsiteY114218"/>
              </a:cxn>
              <a:cxn ang="0">
                <a:pos x="connsiteX114219" y="connsiteY114219"/>
              </a:cxn>
              <a:cxn ang="0">
                <a:pos x="connsiteX114220" y="connsiteY114220"/>
              </a:cxn>
              <a:cxn ang="0">
                <a:pos x="connsiteX114221" y="connsiteY114221"/>
              </a:cxn>
              <a:cxn ang="0">
                <a:pos x="connsiteX114222" y="connsiteY114222"/>
              </a:cxn>
              <a:cxn ang="0">
                <a:pos x="connsiteX114223" y="connsiteY114223"/>
              </a:cxn>
              <a:cxn ang="0">
                <a:pos x="connsiteX114224" y="connsiteY114224"/>
              </a:cxn>
              <a:cxn ang="0">
                <a:pos x="connsiteX114225" y="connsiteY114225"/>
              </a:cxn>
              <a:cxn ang="0">
                <a:pos x="connsiteX114226" y="connsiteY114226"/>
              </a:cxn>
              <a:cxn ang="0">
                <a:pos x="connsiteX114227" y="connsiteY114227"/>
              </a:cxn>
              <a:cxn ang="0">
                <a:pos x="connsiteX114228" y="connsiteY114228"/>
              </a:cxn>
              <a:cxn ang="0">
                <a:pos x="connsiteX114229" y="connsiteY114229"/>
              </a:cxn>
              <a:cxn ang="0">
                <a:pos x="connsiteX114230" y="connsiteY114230"/>
              </a:cxn>
              <a:cxn ang="0">
                <a:pos x="connsiteX114231" y="connsiteY114231"/>
              </a:cxn>
              <a:cxn ang="0">
                <a:pos x="connsiteX114232" y="connsiteY114232"/>
              </a:cxn>
              <a:cxn ang="0">
                <a:pos x="connsiteX114233" y="connsiteY114233"/>
              </a:cxn>
              <a:cxn ang="0">
                <a:pos x="connsiteX114234" y="connsiteY114234"/>
              </a:cxn>
              <a:cxn ang="0">
                <a:pos x="connsiteX114235" y="connsiteY114235"/>
              </a:cxn>
              <a:cxn ang="0">
                <a:pos x="connsiteX114236" y="connsiteY114236"/>
              </a:cxn>
              <a:cxn ang="0">
                <a:pos x="connsiteX114237" y="connsiteY114237"/>
              </a:cxn>
              <a:cxn ang="0">
                <a:pos x="connsiteX114238" y="connsiteY114238"/>
              </a:cxn>
              <a:cxn ang="0">
                <a:pos x="connsiteX114239" y="connsiteY114239"/>
              </a:cxn>
              <a:cxn ang="0">
                <a:pos x="connsiteX114240" y="connsiteY114240"/>
              </a:cxn>
              <a:cxn ang="0">
                <a:pos x="connsiteX114241" y="connsiteY114241"/>
              </a:cxn>
              <a:cxn ang="0">
                <a:pos x="connsiteX114242" y="connsiteY114242"/>
              </a:cxn>
              <a:cxn ang="0">
                <a:pos x="connsiteX114243" y="connsiteY114243"/>
              </a:cxn>
              <a:cxn ang="0">
                <a:pos x="connsiteX114244" y="connsiteY114244"/>
              </a:cxn>
              <a:cxn ang="0">
                <a:pos x="connsiteX114245" y="connsiteY114245"/>
              </a:cxn>
              <a:cxn ang="0">
                <a:pos x="connsiteX114246" y="connsiteY114246"/>
              </a:cxn>
              <a:cxn ang="0">
                <a:pos x="connsiteX114247" y="connsiteY114247"/>
              </a:cxn>
              <a:cxn ang="0">
                <a:pos x="connsiteX114248" y="connsiteY114248"/>
              </a:cxn>
              <a:cxn ang="0">
                <a:pos x="connsiteX114249" y="connsiteY114249"/>
              </a:cxn>
              <a:cxn ang="0">
                <a:pos x="connsiteX114250" y="connsiteY114250"/>
              </a:cxn>
              <a:cxn ang="0">
                <a:pos x="connsiteX114251" y="connsiteY114251"/>
              </a:cxn>
              <a:cxn ang="0">
                <a:pos x="connsiteX114252" y="connsiteY114252"/>
              </a:cxn>
              <a:cxn ang="0">
                <a:pos x="connsiteX114253" y="connsiteY114253"/>
              </a:cxn>
              <a:cxn ang="0">
                <a:pos x="connsiteX114254" y="connsiteY114254"/>
              </a:cxn>
              <a:cxn ang="0">
                <a:pos x="connsiteX114255" y="connsiteY114255"/>
              </a:cxn>
              <a:cxn ang="0">
                <a:pos x="connsiteX114256" y="connsiteY114256"/>
              </a:cxn>
              <a:cxn ang="0">
                <a:pos x="connsiteX114257" y="connsiteY114257"/>
              </a:cxn>
              <a:cxn ang="0">
                <a:pos x="connsiteX114258" y="connsiteY114258"/>
              </a:cxn>
              <a:cxn ang="0">
                <a:pos x="connsiteX114259" y="connsiteY114259"/>
              </a:cxn>
              <a:cxn ang="0">
                <a:pos x="connsiteX114260" y="connsiteY114260"/>
              </a:cxn>
              <a:cxn ang="0">
                <a:pos x="connsiteX114261" y="connsiteY114261"/>
              </a:cxn>
              <a:cxn ang="0">
                <a:pos x="connsiteX114262" y="connsiteY114262"/>
              </a:cxn>
              <a:cxn ang="0">
                <a:pos x="connsiteX114263" y="connsiteY114263"/>
              </a:cxn>
              <a:cxn ang="0">
                <a:pos x="connsiteX114264" y="connsiteY114264"/>
              </a:cxn>
              <a:cxn ang="0">
                <a:pos x="connsiteX114265" y="connsiteY114265"/>
              </a:cxn>
              <a:cxn ang="0">
                <a:pos x="connsiteX114266" y="connsiteY114266"/>
              </a:cxn>
              <a:cxn ang="0">
                <a:pos x="connsiteX114267" y="connsiteY114267"/>
              </a:cxn>
              <a:cxn ang="0">
                <a:pos x="connsiteX114268" y="connsiteY114268"/>
              </a:cxn>
              <a:cxn ang="0">
                <a:pos x="connsiteX114269" y="connsiteY114269"/>
              </a:cxn>
              <a:cxn ang="0">
                <a:pos x="connsiteX114270" y="connsiteY114270"/>
              </a:cxn>
              <a:cxn ang="0">
                <a:pos x="connsiteX114271" y="connsiteY114271"/>
              </a:cxn>
              <a:cxn ang="0">
                <a:pos x="connsiteX114272" y="connsiteY114272"/>
              </a:cxn>
              <a:cxn ang="0">
                <a:pos x="connsiteX114273" y="connsiteY114273"/>
              </a:cxn>
              <a:cxn ang="0">
                <a:pos x="connsiteX114274" y="connsiteY114274"/>
              </a:cxn>
              <a:cxn ang="0">
                <a:pos x="connsiteX114275" y="connsiteY114275"/>
              </a:cxn>
              <a:cxn ang="0">
                <a:pos x="connsiteX114276" y="connsiteY114276"/>
              </a:cxn>
              <a:cxn ang="0">
                <a:pos x="connsiteX114277" y="connsiteY114277"/>
              </a:cxn>
              <a:cxn ang="0">
                <a:pos x="connsiteX114278" y="connsiteY114278"/>
              </a:cxn>
              <a:cxn ang="0">
                <a:pos x="connsiteX114279" y="connsiteY114279"/>
              </a:cxn>
              <a:cxn ang="0">
                <a:pos x="connsiteX114280" y="connsiteY114280"/>
              </a:cxn>
              <a:cxn ang="0">
                <a:pos x="connsiteX114281" y="connsiteY114281"/>
              </a:cxn>
              <a:cxn ang="0">
                <a:pos x="connsiteX114282" y="connsiteY114282"/>
              </a:cxn>
              <a:cxn ang="0">
                <a:pos x="connsiteX114283" y="connsiteY114283"/>
              </a:cxn>
              <a:cxn ang="0">
                <a:pos x="connsiteX114284" y="connsiteY114284"/>
              </a:cxn>
              <a:cxn ang="0">
                <a:pos x="connsiteX114285" y="connsiteY114285"/>
              </a:cxn>
              <a:cxn ang="0">
                <a:pos x="connsiteX114286" y="connsiteY114286"/>
              </a:cxn>
              <a:cxn ang="0">
                <a:pos x="connsiteX114287" y="connsiteY114287"/>
              </a:cxn>
              <a:cxn ang="0">
                <a:pos x="connsiteX114288" y="connsiteY114288"/>
              </a:cxn>
              <a:cxn ang="0">
                <a:pos x="connsiteX114289" y="connsiteY114289"/>
              </a:cxn>
              <a:cxn ang="0">
                <a:pos x="connsiteX114290" y="connsiteY114290"/>
              </a:cxn>
              <a:cxn ang="0">
                <a:pos x="connsiteX114291" y="connsiteY114291"/>
              </a:cxn>
              <a:cxn ang="0">
                <a:pos x="connsiteX114292" y="connsiteY114292"/>
              </a:cxn>
              <a:cxn ang="0">
                <a:pos x="connsiteX114293" y="connsiteY114293"/>
              </a:cxn>
              <a:cxn ang="0">
                <a:pos x="connsiteX114294" y="connsiteY114294"/>
              </a:cxn>
              <a:cxn ang="0">
                <a:pos x="connsiteX114295" y="connsiteY114295"/>
              </a:cxn>
              <a:cxn ang="0">
                <a:pos x="connsiteX114296" y="connsiteY114296"/>
              </a:cxn>
              <a:cxn ang="0">
                <a:pos x="connsiteX114297" y="connsiteY114297"/>
              </a:cxn>
              <a:cxn ang="0">
                <a:pos x="connsiteX114298" y="connsiteY114298"/>
              </a:cxn>
              <a:cxn ang="0">
                <a:pos x="connsiteX114299" y="connsiteY114299"/>
              </a:cxn>
              <a:cxn ang="0">
                <a:pos x="connsiteX114300" y="connsiteY114300"/>
              </a:cxn>
              <a:cxn ang="0">
                <a:pos x="connsiteX114301" y="connsiteY114301"/>
              </a:cxn>
              <a:cxn ang="0">
                <a:pos x="connsiteX114302" y="connsiteY114302"/>
              </a:cxn>
              <a:cxn ang="0">
                <a:pos x="connsiteX114303" y="connsiteY114303"/>
              </a:cxn>
              <a:cxn ang="0">
                <a:pos x="connsiteX114304" y="connsiteY114304"/>
              </a:cxn>
              <a:cxn ang="0">
                <a:pos x="connsiteX114305" y="connsiteY114305"/>
              </a:cxn>
              <a:cxn ang="0">
                <a:pos x="connsiteX114306" y="connsiteY114306"/>
              </a:cxn>
              <a:cxn ang="0">
                <a:pos x="connsiteX114307" y="connsiteY114307"/>
              </a:cxn>
              <a:cxn ang="0">
                <a:pos x="connsiteX114308" y="connsiteY114308"/>
              </a:cxn>
              <a:cxn ang="0">
                <a:pos x="connsiteX114309" y="connsiteY114309"/>
              </a:cxn>
              <a:cxn ang="0">
                <a:pos x="connsiteX114310" y="connsiteY114310"/>
              </a:cxn>
              <a:cxn ang="0">
                <a:pos x="connsiteX114311" y="connsiteY114311"/>
              </a:cxn>
              <a:cxn ang="0">
                <a:pos x="connsiteX114312" y="connsiteY114312"/>
              </a:cxn>
              <a:cxn ang="0">
                <a:pos x="connsiteX114313" y="connsiteY114313"/>
              </a:cxn>
              <a:cxn ang="0">
                <a:pos x="connsiteX114314" y="connsiteY114314"/>
              </a:cxn>
              <a:cxn ang="0">
                <a:pos x="connsiteX114315" y="connsiteY114315"/>
              </a:cxn>
              <a:cxn ang="0">
                <a:pos x="connsiteX114316" y="connsiteY114316"/>
              </a:cxn>
              <a:cxn ang="0">
                <a:pos x="connsiteX114317" y="connsiteY114317"/>
              </a:cxn>
              <a:cxn ang="0">
                <a:pos x="connsiteX114318" y="connsiteY114318"/>
              </a:cxn>
              <a:cxn ang="0">
                <a:pos x="connsiteX114319" y="connsiteY114319"/>
              </a:cxn>
              <a:cxn ang="0">
                <a:pos x="connsiteX114320" y="connsiteY114320"/>
              </a:cxn>
              <a:cxn ang="0">
                <a:pos x="connsiteX114321" y="connsiteY114321"/>
              </a:cxn>
              <a:cxn ang="0">
                <a:pos x="connsiteX114322" y="connsiteY114322"/>
              </a:cxn>
              <a:cxn ang="0">
                <a:pos x="connsiteX114323" y="connsiteY114323"/>
              </a:cxn>
              <a:cxn ang="0">
                <a:pos x="connsiteX114324" y="connsiteY114324"/>
              </a:cxn>
              <a:cxn ang="0">
                <a:pos x="connsiteX114325" y="connsiteY114325"/>
              </a:cxn>
              <a:cxn ang="0">
                <a:pos x="connsiteX114326" y="connsiteY114326"/>
              </a:cxn>
              <a:cxn ang="0">
                <a:pos x="connsiteX114327" y="connsiteY114327"/>
              </a:cxn>
              <a:cxn ang="0">
                <a:pos x="connsiteX114328" y="connsiteY114328"/>
              </a:cxn>
              <a:cxn ang="0">
                <a:pos x="connsiteX114329" y="connsiteY114329"/>
              </a:cxn>
              <a:cxn ang="0">
                <a:pos x="connsiteX114330" y="connsiteY114330"/>
              </a:cxn>
              <a:cxn ang="0">
                <a:pos x="connsiteX114331" y="connsiteY114331"/>
              </a:cxn>
              <a:cxn ang="0">
                <a:pos x="connsiteX114332" y="connsiteY114332"/>
              </a:cxn>
              <a:cxn ang="0">
                <a:pos x="connsiteX114333" y="connsiteY114333"/>
              </a:cxn>
              <a:cxn ang="0">
                <a:pos x="connsiteX114334" y="connsiteY114334"/>
              </a:cxn>
              <a:cxn ang="0">
                <a:pos x="connsiteX114335" y="connsiteY114335"/>
              </a:cxn>
              <a:cxn ang="0">
                <a:pos x="connsiteX114336" y="connsiteY114336"/>
              </a:cxn>
              <a:cxn ang="0">
                <a:pos x="connsiteX114337" y="connsiteY114337"/>
              </a:cxn>
              <a:cxn ang="0">
                <a:pos x="connsiteX114338" y="connsiteY114338"/>
              </a:cxn>
              <a:cxn ang="0">
                <a:pos x="connsiteX114339" y="connsiteY114339"/>
              </a:cxn>
              <a:cxn ang="0">
                <a:pos x="connsiteX114340" y="connsiteY114340"/>
              </a:cxn>
              <a:cxn ang="0">
                <a:pos x="connsiteX114341" y="connsiteY114341"/>
              </a:cxn>
              <a:cxn ang="0">
                <a:pos x="connsiteX114342" y="connsiteY114342"/>
              </a:cxn>
              <a:cxn ang="0">
                <a:pos x="connsiteX114343" y="connsiteY114343"/>
              </a:cxn>
              <a:cxn ang="0">
                <a:pos x="connsiteX114344" y="connsiteY114344"/>
              </a:cxn>
              <a:cxn ang="0">
                <a:pos x="connsiteX114345" y="connsiteY114345"/>
              </a:cxn>
              <a:cxn ang="0">
                <a:pos x="connsiteX114346" y="connsiteY114346"/>
              </a:cxn>
              <a:cxn ang="0">
                <a:pos x="connsiteX114347" y="connsiteY114347"/>
              </a:cxn>
              <a:cxn ang="0">
                <a:pos x="connsiteX114348" y="connsiteY114348"/>
              </a:cxn>
              <a:cxn ang="0">
                <a:pos x="connsiteX114349" y="connsiteY114349"/>
              </a:cxn>
              <a:cxn ang="0">
                <a:pos x="connsiteX114350" y="connsiteY114350"/>
              </a:cxn>
              <a:cxn ang="0">
                <a:pos x="connsiteX114351" y="connsiteY114351"/>
              </a:cxn>
              <a:cxn ang="0">
                <a:pos x="connsiteX114352" y="connsiteY114352"/>
              </a:cxn>
              <a:cxn ang="0">
                <a:pos x="connsiteX114353" y="connsiteY114353"/>
              </a:cxn>
              <a:cxn ang="0">
                <a:pos x="connsiteX114354" y="connsiteY114354"/>
              </a:cxn>
              <a:cxn ang="0">
                <a:pos x="connsiteX114355" y="connsiteY114355"/>
              </a:cxn>
              <a:cxn ang="0">
                <a:pos x="connsiteX114356" y="connsiteY114356"/>
              </a:cxn>
              <a:cxn ang="0">
                <a:pos x="connsiteX114357" y="connsiteY114357"/>
              </a:cxn>
              <a:cxn ang="0">
                <a:pos x="connsiteX114358" y="connsiteY114358"/>
              </a:cxn>
              <a:cxn ang="0">
                <a:pos x="connsiteX114359" y="connsiteY114359"/>
              </a:cxn>
              <a:cxn ang="0">
                <a:pos x="connsiteX114360" y="connsiteY114360"/>
              </a:cxn>
              <a:cxn ang="0">
                <a:pos x="connsiteX114361" y="connsiteY114361"/>
              </a:cxn>
              <a:cxn ang="0">
                <a:pos x="connsiteX114362" y="connsiteY114362"/>
              </a:cxn>
              <a:cxn ang="0">
                <a:pos x="connsiteX114363" y="connsiteY114363"/>
              </a:cxn>
              <a:cxn ang="0">
                <a:pos x="connsiteX114364" y="connsiteY114364"/>
              </a:cxn>
              <a:cxn ang="0">
                <a:pos x="connsiteX114365" y="connsiteY114365"/>
              </a:cxn>
              <a:cxn ang="0">
                <a:pos x="connsiteX114366" y="connsiteY114366"/>
              </a:cxn>
              <a:cxn ang="0">
                <a:pos x="connsiteX114367" y="connsiteY114367"/>
              </a:cxn>
              <a:cxn ang="0">
                <a:pos x="connsiteX114368" y="connsiteY114368"/>
              </a:cxn>
              <a:cxn ang="0">
                <a:pos x="connsiteX114369" y="connsiteY114369"/>
              </a:cxn>
              <a:cxn ang="0">
                <a:pos x="connsiteX114370" y="connsiteY114370"/>
              </a:cxn>
              <a:cxn ang="0">
                <a:pos x="connsiteX114371" y="connsiteY114371"/>
              </a:cxn>
              <a:cxn ang="0">
                <a:pos x="connsiteX114372" y="connsiteY114372"/>
              </a:cxn>
              <a:cxn ang="0">
                <a:pos x="connsiteX114373" y="connsiteY114373"/>
              </a:cxn>
              <a:cxn ang="0">
                <a:pos x="connsiteX114374" y="connsiteY114374"/>
              </a:cxn>
              <a:cxn ang="0">
                <a:pos x="connsiteX114375" y="connsiteY114375"/>
              </a:cxn>
              <a:cxn ang="0">
                <a:pos x="connsiteX114376" y="connsiteY114376"/>
              </a:cxn>
              <a:cxn ang="0">
                <a:pos x="connsiteX114377" y="connsiteY114377"/>
              </a:cxn>
              <a:cxn ang="0">
                <a:pos x="connsiteX114378" y="connsiteY114378"/>
              </a:cxn>
              <a:cxn ang="0">
                <a:pos x="connsiteX114379" y="connsiteY114379"/>
              </a:cxn>
              <a:cxn ang="0">
                <a:pos x="connsiteX114380" y="connsiteY114380"/>
              </a:cxn>
              <a:cxn ang="0">
                <a:pos x="connsiteX114381" y="connsiteY114381"/>
              </a:cxn>
              <a:cxn ang="0">
                <a:pos x="connsiteX114382" y="connsiteY114382"/>
              </a:cxn>
              <a:cxn ang="0">
                <a:pos x="connsiteX114383" y="connsiteY114383"/>
              </a:cxn>
              <a:cxn ang="0">
                <a:pos x="connsiteX114384" y="connsiteY114384"/>
              </a:cxn>
              <a:cxn ang="0">
                <a:pos x="connsiteX114385" y="connsiteY114385"/>
              </a:cxn>
              <a:cxn ang="0">
                <a:pos x="connsiteX114386" y="connsiteY114386"/>
              </a:cxn>
              <a:cxn ang="0">
                <a:pos x="connsiteX114387" y="connsiteY114387"/>
              </a:cxn>
              <a:cxn ang="0">
                <a:pos x="connsiteX114388" y="connsiteY114388"/>
              </a:cxn>
              <a:cxn ang="0">
                <a:pos x="connsiteX114389" y="connsiteY114389"/>
              </a:cxn>
              <a:cxn ang="0">
                <a:pos x="connsiteX114390" y="connsiteY114390"/>
              </a:cxn>
              <a:cxn ang="0">
                <a:pos x="connsiteX114391" y="connsiteY114391"/>
              </a:cxn>
              <a:cxn ang="0">
                <a:pos x="connsiteX114392" y="connsiteY114392"/>
              </a:cxn>
              <a:cxn ang="0">
                <a:pos x="connsiteX114393" y="connsiteY114393"/>
              </a:cxn>
              <a:cxn ang="0">
                <a:pos x="connsiteX114394" y="connsiteY114394"/>
              </a:cxn>
              <a:cxn ang="0">
                <a:pos x="connsiteX114395" y="connsiteY114395"/>
              </a:cxn>
              <a:cxn ang="0">
                <a:pos x="connsiteX114396" y="connsiteY114396"/>
              </a:cxn>
              <a:cxn ang="0">
                <a:pos x="connsiteX114397" y="connsiteY114397"/>
              </a:cxn>
              <a:cxn ang="0">
                <a:pos x="connsiteX114398" y="connsiteY114398"/>
              </a:cxn>
              <a:cxn ang="0">
                <a:pos x="connsiteX114399" y="connsiteY114399"/>
              </a:cxn>
              <a:cxn ang="0">
                <a:pos x="connsiteX114400" y="connsiteY114400"/>
              </a:cxn>
              <a:cxn ang="0">
                <a:pos x="connsiteX114401" y="connsiteY114401"/>
              </a:cxn>
              <a:cxn ang="0">
                <a:pos x="connsiteX114402" y="connsiteY114402"/>
              </a:cxn>
              <a:cxn ang="0">
                <a:pos x="connsiteX114403" y="connsiteY114403"/>
              </a:cxn>
              <a:cxn ang="0">
                <a:pos x="connsiteX114404" y="connsiteY114404"/>
              </a:cxn>
              <a:cxn ang="0">
                <a:pos x="connsiteX114405" y="connsiteY114405"/>
              </a:cxn>
              <a:cxn ang="0">
                <a:pos x="connsiteX114406" y="connsiteY114406"/>
              </a:cxn>
              <a:cxn ang="0">
                <a:pos x="connsiteX114407" y="connsiteY114407"/>
              </a:cxn>
              <a:cxn ang="0">
                <a:pos x="connsiteX114408" y="connsiteY114408"/>
              </a:cxn>
              <a:cxn ang="0">
                <a:pos x="connsiteX114409" y="connsiteY114409"/>
              </a:cxn>
              <a:cxn ang="0">
                <a:pos x="connsiteX114410" y="connsiteY114410"/>
              </a:cxn>
              <a:cxn ang="0">
                <a:pos x="connsiteX114411" y="connsiteY114411"/>
              </a:cxn>
              <a:cxn ang="0">
                <a:pos x="connsiteX114412" y="connsiteY114412"/>
              </a:cxn>
              <a:cxn ang="0">
                <a:pos x="connsiteX114413" y="connsiteY114413"/>
              </a:cxn>
              <a:cxn ang="0">
                <a:pos x="connsiteX114414" y="connsiteY114414"/>
              </a:cxn>
              <a:cxn ang="0">
                <a:pos x="connsiteX114415" y="connsiteY114415"/>
              </a:cxn>
              <a:cxn ang="0">
                <a:pos x="connsiteX114416" y="connsiteY114416"/>
              </a:cxn>
              <a:cxn ang="0">
                <a:pos x="connsiteX114417" y="connsiteY114417"/>
              </a:cxn>
              <a:cxn ang="0">
                <a:pos x="connsiteX114418" y="connsiteY114418"/>
              </a:cxn>
              <a:cxn ang="0">
                <a:pos x="connsiteX114419" y="connsiteY114419"/>
              </a:cxn>
              <a:cxn ang="0">
                <a:pos x="connsiteX114420" y="connsiteY114420"/>
              </a:cxn>
              <a:cxn ang="0">
                <a:pos x="connsiteX114421" y="connsiteY114421"/>
              </a:cxn>
              <a:cxn ang="0">
                <a:pos x="connsiteX114422" y="connsiteY114422"/>
              </a:cxn>
              <a:cxn ang="0">
                <a:pos x="connsiteX114423" y="connsiteY114423"/>
              </a:cxn>
              <a:cxn ang="0">
                <a:pos x="connsiteX114424" y="connsiteY114424"/>
              </a:cxn>
              <a:cxn ang="0">
                <a:pos x="connsiteX114425" y="connsiteY114425"/>
              </a:cxn>
              <a:cxn ang="0">
                <a:pos x="connsiteX114426" y="connsiteY114426"/>
              </a:cxn>
              <a:cxn ang="0">
                <a:pos x="connsiteX114427" y="connsiteY114427"/>
              </a:cxn>
              <a:cxn ang="0">
                <a:pos x="connsiteX114428" y="connsiteY114428"/>
              </a:cxn>
              <a:cxn ang="0">
                <a:pos x="connsiteX114429" y="connsiteY114429"/>
              </a:cxn>
              <a:cxn ang="0">
                <a:pos x="connsiteX114430" y="connsiteY114430"/>
              </a:cxn>
              <a:cxn ang="0">
                <a:pos x="connsiteX114431" y="connsiteY114431"/>
              </a:cxn>
              <a:cxn ang="0">
                <a:pos x="connsiteX114432" y="connsiteY114432"/>
              </a:cxn>
              <a:cxn ang="0">
                <a:pos x="connsiteX114433" y="connsiteY114433"/>
              </a:cxn>
              <a:cxn ang="0">
                <a:pos x="connsiteX114434" y="connsiteY114434"/>
              </a:cxn>
              <a:cxn ang="0">
                <a:pos x="connsiteX114435" y="connsiteY114435"/>
              </a:cxn>
              <a:cxn ang="0">
                <a:pos x="connsiteX114436" y="connsiteY114436"/>
              </a:cxn>
              <a:cxn ang="0">
                <a:pos x="connsiteX114437" y="connsiteY114437"/>
              </a:cxn>
              <a:cxn ang="0">
                <a:pos x="connsiteX114438" y="connsiteY114438"/>
              </a:cxn>
              <a:cxn ang="0">
                <a:pos x="connsiteX114439" y="connsiteY114439"/>
              </a:cxn>
              <a:cxn ang="0">
                <a:pos x="connsiteX114440" y="connsiteY114440"/>
              </a:cxn>
              <a:cxn ang="0">
                <a:pos x="connsiteX114441" y="connsiteY114441"/>
              </a:cxn>
              <a:cxn ang="0">
                <a:pos x="connsiteX114442" y="connsiteY114442"/>
              </a:cxn>
              <a:cxn ang="0">
                <a:pos x="connsiteX114443" y="connsiteY114443"/>
              </a:cxn>
              <a:cxn ang="0">
                <a:pos x="connsiteX114444" y="connsiteY114444"/>
              </a:cxn>
              <a:cxn ang="0">
                <a:pos x="connsiteX114445" y="connsiteY114445"/>
              </a:cxn>
              <a:cxn ang="0">
                <a:pos x="connsiteX114446" y="connsiteY114446"/>
              </a:cxn>
              <a:cxn ang="0">
                <a:pos x="connsiteX114447" y="connsiteY114447"/>
              </a:cxn>
              <a:cxn ang="0">
                <a:pos x="connsiteX114448" y="connsiteY114448"/>
              </a:cxn>
              <a:cxn ang="0">
                <a:pos x="connsiteX114449" y="connsiteY114449"/>
              </a:cxn>
              <a:cxn ang="0">
                <a:pos x="connsiteX114450" y="connsiteY114450"/>
              </a:cxn>
              <a:cxn ang="0">
                <a:pos x="connsiteX114451" y="connsiteY114451"/>
              </a:cxn>
              <a:cxn ang="0">
                <a:pos x="connsiteX114452" y="connsiteY114452"/>
              </a:cxn>
              <a:cxn ang="0">
                <a:pos x="connsiteX114453" y="connsiteY114453"/>
              </a:cxn>
              <a:cxn ang="0">
                <a:pos x="connsiteX114454" y="connsiteY114454"/>
              </a:cxn>
              <a:cxn ang="0">
                <a:pos x="connsiteX114455" y="connsiteY114455"/>
              </a:cxn>
              <a:cxn ang="0">
                <a:pos x="connsiteX114456" y="connsiteY114456"/>
              </a:cxn>
              <a:cxn ang="0">
                <a:pos x="connsiteX114457" y="connsiteY114457"/>
              </a:cxn>
              <a:cxn ang="0">
                <a:pos x="connsiteX114458" y="connsiteY114458"/>
              </a:cxn>
              <a:cxn ang="0">
                <a:pos x="connsiteX114459" y="connsiteY114459"/>
              </a:cxn>
              <a:cxn ang="0">
                <a:pos x="connsiteX114460" y="connsiteY114460"/>
              </a:cxn>
              <a:cxn ang="0">
                <a:pos x="connsiteX114461" y="connsiteY114461"/>
              </a:cxn>
              <a:cxn ang="0">
                <a:pos x="connsiteX114462" y="connsiteY114462"/>
              </a:cxn>
              <a:cxn ang="0">
                <a:pos x="connsiteX114463" y="connsiteY114463"/>
              </a:cxn>
              <a:cxn ang="0">
                <a:pos x="connsiteX114464" y="connsiteY114464"/>
              </a:cxn>
              <a:cxn ang="0">
                <a:pos x="connsiteX114465" y="connsiteY114465"/>
              </a:cxn>
              <a:cxn ang="0">
                <a:pos x="connsiteX114466" y="connsiteY114466"/>
              </a:cxn>
              <a:cxn ang="0">
                <a:pos x="connsiteX114467" y="connsiteY114467"/>
              </a:cxn>
              <a:cxn ang="0">
                <a:pos x="connsiteX114468" y="connsiteY114468"/>
              </a:cxn>
              <a:cxn ang="0">
                <a:pos x="connsiteX114469" y="connsiteY114469"/>
              </a:cxn>
              <a:cxn ang="0">
                <a:pos x="connsiteX114470" y="connsiteY114470"/>
              </a:cxn>
              <a:cxn ang="0">
                <a:pos x="connsiteX114471" y="connsiteY114471"/>
              </a:cxn>
              <a:cxn ang="0">
                <a:pos x="connsiteX114472" y="connsiteY114472"/>
              </a:cxn>
              <a:cxn ang="0">
                <a:pos x="connsiteX114473" y="connsiteY114473"/>
              </a:cxn>
              <a:cxn ang="0">
                <a:pos x="connsiteX114474" y="connsiteY114474"/>
              </a:cxn>
              <a:cxn ang="0">
                <a:pos x="connsiteX114475" y="connsiteY114475"/>
              </a:cxn>
              <a:cxn ang="0">
                <a:pos x="connsiteX114476" y="connsiteY114476"/>
              </a:cxn>
              <a:cxn ang="0">
                <a:pos x="connsiteX114477" y="connsiteY114477"/>
              </a:cxn>
              <a:cxn ang="0">
                <a:pos x="connsiteX114478" y="connsiteY114478"/>
              </a:cxn>
              <a:cxn ang="0">
                <a:pos x="connsiteX114479" y="connsiteY114479"/>
              </a:cxn>
              <a:cxn ang="0">
                <a:pos x="connsiteX114480" y="connsiteY114480"/>
              </a:cxn>
              <a:cxn ang="0">
                <a:pos x="connsiteX114481" y="connsiteY114481"/>
              </a:cxn>
              <a:cxn ang="0">
                <a:pos x="connsiteX114482" y="connsiteY114482"/>
              </a:cxn>
              <a:cxn ang="0">
                <a:pos x="connsiteX114483" y="connsiteY114483"/>
              </a:cxn>
              <a:cxn ang="0">
                <a:pos x="connsiteX114484" y="connsiteY114484"/>
              </a:cxn>
              <a:cxn ang="0">
                <a:pos x="connsiteX114485" y="connsiteY114485"/>
              </a:cxn>
              <a:cxn ang="0">
                <a:pos x="connsiteX114486" y="connsiteY114486"/>
              </a:cxn>
              <a:cxn ang="0">
                <a:pos x="connsiteX114487" y="connsiteY114487"/>
              </a:cxn>
              <a:cxn ang="0">
                <a:pos x="connsiteX114488" y="connsiteY114488"/>
              </a:cxn>
              <a:cxn ang="0">
                <a:pos x="connsiteX114489" y="connsiteY114489"/>
              </a:cxn>
              <a:cxn ang="0">
                <a:pos x="connsiteX114490" y="connsiteY114490"/>
              </a:cxn>
              <a:cxn ang="0">
                <a:pos x="connsiteX114491" y="connsiteY114491"/>
              </a:cxn>
              <a:cxn ang="0">
                <a:pos x="connsiteX114492" y="connsiteY114492"/>
              </a:cxn>
              <a:cxn ang="0">
                <a:pos x="connsiteX114493" y="connsiteY114493"/>
              </a:cxn>
              <a:cxn ang="0">
                <a:pos x="connsiteX114494" y="connsiteY114494"/>
              </a:cxn>
              <a:cxn ang="0">
                <a:pos x="connsiteX114495" y="connsiteY114495"/>
              </a:cxn>
              <a:cxn ang="0">
                <a:pos x="connsiteX114496" y="connsiteY114496"/>
              </a:cxn>
              <a:cxn ang="0">
                <a:pos x="connsiteX114497" y="connsiteY114497"/>
              </a:cxn>
              <a:cxn ang="0">
                <a:pos x="connsiteX114498" y="connsiteY114498"/>
              </a:cxn>
              <a:cxn ang="0">
                <a:pos x="connsiteX114499" y="connsiteY114499"/>
              </a:cxn>
              <a:cxn ang="0">
                <a:pos x="connsiteX114500" y="connsiteY114500"/>
              </a:cxn>
              <a:cxn ang="0">
                <a:pos x="connsiteX114501" y="connsiteY114501"/>
              </a:cxn>
              <a:cxn ang="0">
                <a:pos x="connsiteX114502" y="connsiteY114502"/>
              </a:cxn>
              <a:cxn ang="0">
                <a:pos x="connsiteX114503" y="connsiteY114503"/>
              </a:cxn>
              <a:cxn ang="0">
                <a:pos x="connsiteX114504" y="connsiteY114504"/>
              </a:cxn>
              <a:cxn ang="0">
                <a:pos x="connsiteX114505" y="connsiteY114505"/>
              </a:cxn>
              <a:cxn ang="0">
                <a:pos x="connsiteX114506" y="connsiteY114506"/>
              </a:cxn>
              <a:cxn ang="0">
                <a:pos x="connsiteX114507" y="connsiteY114507"/>
              </a:cxn>
              <a:cxn ang="0">
                <a:pos x="connsiteX114508" y="connsiteY114508"/>
              </a:cxn>
              <a:cxn ang="0">
                <a:pos x="connsiteX114509" y="connsiteY114509"/>
              </a:cxn>
              <a:cxn ang="0">
                <a:pos x="connsiteX114510" y="connsiteY114510"/>
              </a:cxn>
              <a:cxn ang="0">
                <a:pos x="connsiteX114511" y="connsiteY114511"/>
              </a:cxn>
              <a:cxn ang="0">
                <a:pos x="connsiteX114512" y="connsiteY114512"/>
              </a:cxn>
              <a:cxn ang="0">
                <a:pos x="connsiteX114513" y="connsiteY114513"/>
              </a:cxn>
              <a:cxn ang="0">
                <a:pos x="connsiteX114514" y="connsiteY114514"/>
              </a:cxn>
              <a:cxn ang="0">
                <a:pos x="connsiteX114515" y="connsiteY114515"/>
              </a:cxn>
              <a:cxn ang="0">
                <a:pos x="connsiteX114516" y="connsiteY114516"/>
              </a:cxn>
              <a:cxn ang="0">
                <a:pos x="connsiteX114517" y="connsiteY114517"/>
              </a:cxn>
              <a:cxn ang="0">
                <a:pos x="connsiteX114518" y="connsiteY114518"/>
              </a:cxn>
              <a:cxn ang="0">
                <a:pos x="connsiteX114519" y="connsiteY114519"/>
              </a:cxn>
              <a:cxn ang="0">
                <a:pos x="connsiteX114520" y="connsiteY114520"/>
              </a:cxn>
              <a:cxn ang="0">
                <a:pos x="connsiteX114521" y="connsiteY114521"/>
              </a:cxn>
              <a:cxn ang="0">
                <a:pos x="connsiteX114522" y="connsiteY114522"/>
              </a:cxn>
              <a:cxn ang="0">
                <a:pos x="connsiteX114523" y="connsiteY114523"/>
              </a:cxn>
              <a:cxn ang="0">
                <a:pos x="connsiteX114524" y="connsiteY114524"/>
              </a:cxn>
              <a:cxn ang="0">
                <a:pos x="connsiteX114525" y="connsiteY114525"/>
              </a:cxn>
              <a:cxn ang="0">
                <a:pos x="connsiteX114526" y="connsiteY114526"/>
              </a:cxn>
              <a:cxn ang="0">
                <a:pos x="connsiteX114527" y="connsiteY114527"/>
              </a:cxn>
              <a:cxn ang="0">
                <a:pos x="connsiteX114528" y="connsiteY114528"/>
              </a:cxn>
              <a:cxn ang="0">
                <a:pos x="connsiteX114529" y="connsiteY114529"/>
              </a:cxn>
              <a:cxn ang="0">
                <a:pos x="connsiteX114530" y="connsiteY114530"/>
              </a:cxn>
              <a:cxn ang="0">
                <a:pos x="connsiteX114531" y="connsiteY114531"/>
              </a:cxn>
              <a:cxn ang="0">
                <a:pos x="connsiteX114532" y="connsiteY114532"/>
              </a:cxn>
              <a:cxn ang="0">
                <a:pos x="connsiteX114533" y="connsiteY114533"/>
              </a:cxn>
              <a:cxn ang="0">
                <a:pos x="connsiteX114534" y="connsiteY114534"/>
              </a:cxn>
              <a:cxn ang="0">
                <a:pos x="connsiteX114535" y="connsiteY114535"/>
              </a:cxn>
              <a:cxn ang="0">
                <a:pos x="connsiteX114536" y="connsiteY114536"/>
              </a:cxn>
              <a:cxn ang="0">
                <a:pos x="connsiteX114537" y="connsiteY114537"/>
              </a:cxn>
              <a:cxn ang="0">
                <a:pos x="connsiteX114538" y="connsiteY114538"/>
              </a:cxn>
              <a:cxn ang="0">
                <a:pos x="connsiteX114539" y="connsiteY114539"/>
              </a:cxn>
              <a:cxn ang="0">
                <a:pos x="connsiteX114540" y="connsiteY114540"/>
              </a:cxn>
              <a:cxn ang="0">
                <a:pos x="connsiteX114541" y="connsiteY114541"/>
              </a:cxn>
              <a:cxn ang="0">
                <a:pos x="connsiteX114542" y="connsiteY114542"/>
              </a:cxn>
              <a:cxn ang="0">
                <a:pos x="connsiteX114543" y="connsiteY114543"/>
              </a:cxn>
              <a:cxn ang="0">
                <a:pos x="connsiteX114544" y="connsiteY114544"/>
              </a:cxn>
              <a:cxn ang="0">
                <a:pos x="connsiteX114545" y="connsiteY114545"/>
              </a:cxn>
              <a:cxn ang="0">
                <a:pos x="connsiteX114546" y="connsiteY114546"/>
              </a:cxn>
              <a:cxn ang="0">
                <a:pos x="connsiteX114547" y="connsiteY114547"/>
              </a:cxn>
              <a:cxn ang="0">
                <a:pos x="connsiteX114548" y="connsiteY114548"/>
              </a:cxn>
              <a:cxn ang="0">
                <a:pos x="connsiteX114549" y="connsiteY114549"/>
              </a:cxn>
              <a:cxn ang="0">
                <a:pos x="connsiteX114550" y="connsiteY114550"/>
              </a:cxn>
              <a:cxn ang="0">
                <a:pos x="connsiteX114551" y="connsiteY114551"/>
              </a:cxn>
              <a:cxn ang="0">
                <a:pos x="connsiteX114552" y="connsiteY114552"/>
              </a:cxn>
              <a:cxn ang="0">
                <a:pos x="connsiteX114553" y="connsiteY114553"/>
              </a:cxn>
              <a:cxn ang="0">
                <a:pos x="connsiteX114554" y="connsiteY114554"/>
              </a:cxn>
              <a:cxn ang="0">
                <a:pos x="connsiteX114555" y="connsiteY114555"/>
              </a:cxn>
              <a:cxn ang="0">
                <a:pos x="connsiteX114556" y="connsiteY114556"/>
              </a:cxn>
              <a:cxn ang="0">
                <a:pos x="connsiteX114557" y="connsiteY114557"/>
              </a:cxn>
              <a:cxn ang="0">
                <a:pos x="connsiteX114558" y="connsiteY114558"/>
              </a:cxn>
              <a:cxn ang="0">
                <a:pos x="connsiteX114559" y="connsiteY114559"/>
              </a:cxn>
              <a:cxn ang="0">
                <a:pos x="connsiteX114560" y="connsiteY114560"/>
              </a:cxn>
              <a:cxn ang="0">
                <a:pos x="connsiteX114561" y="connsiteY114561"/>
              </a:cxn>
              <a:cxn ang="0">
                <a:pos x="connsiteX114562" y="connsiteY114562"/>
              </a:cxn>
              <a:cxn ang="0">
                <a:pos x="connsiteX114563" y="connsiteY114563"/>
              </a:cxn>
              <a:cxn ang="0">
                <a:pos x="connsiteX114564" y="connsiteY114564"/>
              </a:cxn>
              <a:cxn ang="0">
                <a:pos x="connsiteX114565" y="connsiteY114565"/>
              </a:cxn>
              <a:cxn ang="0">
                <a:pos x="connsiteX114566" y="connsiteY114566"/>
              </a:cxn>
              <a:cxn ang="0">
                <a:pos x="connsiteX114567" y="connsiteY114567"/>
              </a:cxn>
              <a:cxn ang="0">
                <a:pos x="connsiteX114568" y="connsiteY114568"/>
              </a:cxn>
              <a:cxn ang="0">
                <a:pos x="connsiteX114569" y="connsiteY114569"/>
              </a:cxn>
              <a:cxn ang="0">
                <a:pos x="connsiteX114570" y="connsiteY114570"/>
              </a:cxn>
              <a:cxn ang="0">
                <a:pos x="connsiteX114571" y="connsiteY114571"/>
              </a:cxn>
              <a:cxn ang="0">
                <a:pos x="connsiteX114572" y="connsiteY114572"/>
              </a:cxn>
              <a:cxn ang="0">
                <a:pos x="connsiteX114573" y="connsiteY114573"/>
              </a:cxn>
              <a:cxn ang="0">
                <a:pos x="connsiteX114574" y="connsiteY114574"/>
              </a:cxn>
              <a:cxn ang="0">
                <a:pos x="connsiteX114575" y="connsiteY114575"/>
              </a:cxn>
              <a:cxn ang="0">
                <a:pos x="connsiteX114576" y="connsiteY114576"/>
              </a:cxn>
              <a:cxn ang="0">
                <a:pos x="connsiteX114577" y="connsiteY114577"/>
              </a:cxn>
              <a:cxn ang="0">
                <a:pos x="connsiteX114578" y="connsiteY114578"/>
              </a:cxn>
              <a:cxn ang="0">
                <a:pos x="connsiteX114579" y="connsiteY114579"/>
              </a:cxn>
              <a:cxn ang="0">
                <a:pos x="connsiteX114580" y="connsiteY114580"/>
              </a:cxn>
              <a:cxn ang="0">
                <a:pos x="connsiteX114581" y="connsiteY114581"/>
              </a:cxn>
              <a:cxn ang="0">
                <a:pos x="connsiteX114582" y="connsiteY114582"/>
              </a:cxn>
              <a:cxn ang="0">
                <a:pos x="connsiteX114583" y="connsiteY114583"/>
              </a:cxn>
              <a:cxn ang="0">
                <a:pos x="connsiteX114584" y="connsiteY114584"/>
              </a:cxn>
              <a:cxn ang="0">
                <a:pos x="connsiteX114585" y="connsiteY114585"/>
              </a:cxn>
              <a:cxn ang="0">
                <a:pos x="connsiteX114586" y="connsiteY114586"/>
              </a:cxn>
              <a:cxn ang="0">
                <a:pos x="connsiteX114587" y="connsiteY114587"/>
              </a:cxn>
              <a:cxn ang="0">
                <a:pos x="connsiteX114588" y="connsiteY114588"/>
              </a:cxn>
              <a:cxn ang="0">
                <a:pos x="connsiteX114589" y="connsiteY114589"/>
              </a:cxn>
              <a:cxn ang="0">
                <a:pos x="connsiteX114590" y="connsiteY114590"/>
              </a:cxn>
              <a:cxn ang="0">
                <a:pos x="connsiteX114591" y="connsiteY114591"/>
              </a:cxn>
              <a:cxn ang="0">
                <a:pos x="connsiteX114592" y="connsiteY114592"/>
              </a:cxn>
              <a:cxn ang="0">
                <a:pos x="connsiteX114593" y="connsiteY114593"/>
              </a:cxn>
              <a:cxn ang="0">
                <a:pos x="connsiteX114594" y="connsiteY114594"/>
              </a:cxn>
              <a:cxn ang="0">
                <a:pos x="connsiteX114595" y="connsiteY114595"/>
              </a:cxn>
              <a:cxn ang="0">
                <a:pos x="connsiteX114596" y="connsiteY114596"/>
              </a:cxn>
              <a:cxn ang="0">
                <a:pos x="connsiteX114597" y="connsiteY114597"/>
              </a:cxn>
              <a:cxn ang="0">
                <a:pos x="connsiteX114598" y="connsiteY114598"/>
              </a:cxn>
              <a:cxn ang="0">
                <a:pos x="connsiteX114599" y="connsiteY114599"/>
              </a:cxn>
              <a:cxn ang="0">
                <a:pos x="connsiteX114600" y="connsiteY114600"/>
              </a:cxn>
              <a:cxn ang="0">
                <a:pos x="connsiteX114601" y="connsiteY114601"/>
              </a:cxn>
              <a:cxn ang="0">
                <a:pos x="connsiteX114602" y="connsiteY114602"/>
              </a:cxn>
              <a:cxn ang="0">
                <a:pos x="connsiteX114603" y="connsiteY114603"/>
              </a:cxn>
              <a:cxn ang="0">
                <a:pos x="connsiteX114604" y="connsiteY114604"/>
              </a:cxn>
              <a:cxn ang="0">
                <a:pos x="connsiteX114605" y="connsiteY114605"/>
              </a:cxn>
              <a:cxn ang="0">
                <a:pos x="connsiteX114606" y="connsiteY114606"/>
              </a:cxn>
              <a:cxn ang="0">
                <a:pos x="connsiteX114607" y="connsiteY114607"/>
              </a:cxn>
              <a:cxn ang="0">
                <a:pos x="connsiteX114608" y="connsiteY114608"/>
              </a:cxn>
              <a:cxn ang="0">
                <a:pos x="connsiteX114609" y="connsiteY114609"/>
              </a:cxn>
              <a:cxn ang="0">
                <a:pos x="connsiteX114610" y="connsiteY114610"/>
              </a:cxn>
              <a:cxn ang="0">
                <a:pos x="connsiteX114611" y="connsiteY114611"/>
              </a:cxn>
              <a:cxn ang="0">
                <a:pos x="connsiteX114612" y="connsiteY114612"/>
              </a:cxn>
              <a:cxn ang="0">
                <a:pos x="connsiteX114613" y="connsiteY114613"/>
              </a:cxn>
              <a:cxn ang="0">
                <a:pos x="connsiteX114614" y="connsiteY114614"/>
              </a:cxn>
              <a:cxn ang="0">
                <a:pos x="connsiteX114615" y="connsiteY114615"/>
              </a:cxn>
              <a:cxn ang="0">
                <a:pos x="connsiteX114616" y="connsiteY114616"/>
              </a:cxn>
              <a:cxn ang="0">
                <a:pos x="connsiteX114617" y="connsiteY114617"/>
              </a:cxn>
              <a:cxn ang="0">
                <a:pos x="connsiteX114618" y="connsiteY114618"/>
              </a:cxn>
              <a:cxn ang="0">
                <a:pos x="connsiteX114619" y="connsiteY114619"/>
              </a:cxn>
              <a:cxn ang="0">
                <a:pos x="connsiteX114620" y="connsiteY114620"/>
              </a:cxn>
              <a:cxn ang="0">
                <a:pos x="connsiteX114621" y="connsiteY114621"/>
              </a:cxn>
              <a:cxn ang="0">
                <a:pos x="connsiteX114622" y="connsiteY114622"/>
              </a:cxn>
              <a:cxn ang="0">
                <a:pos x="connsiteX114623" y="connsiteY114623"/>
              </a:cxn>
              <a:cxn ang="0">
                <a:pos x="connsiteX114624" y="connsiteY114624"/>
              </a:cxn>
              <a:cxn ang="0">
                <a:pos x="connsiteX114625" y="connsiteY114625"/>
              </a:cxn>
              <a:cxn ang="0">
                <a:pos x="connsiteX114626" y="connsiteY114626"/>
              </a:cxn>
              <a:cxn ang="0">
                <a:pos x="connsiteX114627" y="connsiteY114627"/>
              </a:cxn>
              <a:cxn ang="0">
                <a:pos x="connsiteX114628" y="connsiteY114628"/>
              </a:cxn>
              <a:cxn ang="0">
                <a:pos x="connsiteX114629" y="connsiteY114629"/>
              </a:cxn>
              <a:cxn ang="0">
                <a:pos x="connsiteX114630" y="connsiteY114630"/>
              </a:cxn>
              <a:cxn ang="0">
                <a:pos x="connsiteX114631" y="connsiteY114631"/>
              </a:cxn>
              <a:cxn ang="0">
                <a:pos x="connsiteX114632" y="connsiteY114632"/>
              </a:cxn>
              <a:cxn ang="0">
                <a:pos x="connsiteX114633" y="connsiteY114633"/>
              </a:cxn>
              <a:cxn ang="0">
                <a:pos x="connsiteX114634" y="connsiteY114634"/>
              </a:cxn>
              <a:cxn ang="0">
                <a:pos x="connsiteX114635" y="connsiteY114635"/>
              </a:cxn>
              <a:cxn ang="0">
                <a:pos x="connsiteX114636" y="connsiteY114636"/>
              </a:cxn>
              <a:cxn ang="0">
                <a:pos x="connsiteX114637" y="connsiteY114637"/>
              </a:cxn>
              <a:cxn ang="0">
                <a:pos x="connsiteX114638" y="connsiteY114638"/>
              </a:cxn>
              <a:cxn ang="0">
                <a:pos x="connsiteX114639" y="connsiteY114639"/>
              </a:cxn>
              <a:cxn ang="0">
                <a:pos x="connsiteX114640" y="connsiteY114640"/>
              </a:cxn>
              <a:cxn ang="0">
                <a:pos x="connsiteX114641" y="connsiteY114641"/>
              </a:cxn>
              <a:cxn ang="0">
                <a:pos x="connsiteX114642" y="connsiteY114642"/>
              </a:cxn>
              <a:cxn ang="0">
                <a:pos x="connsiteX114643" y="connsiteY114643"/>
              </a:cxn>
              <a:cxn ang="0">
                <a:pos x="connsiteX114644" y="connsiteY114644"/>
              </a:cxn>
              <a:cxn ang="0">
                <a:pos x="connsiteX114645" y="connsiteY114645"/>
              </a:cxn>
              <a:cxn ang="0">
                <a:pos x="connsiteX114646" y="connsiteY114646"/>
              </a:cxn>
              <a:cxn ang="0">
                <a:pos x="connsiteX114647" y="connsiteY114647"/>
              </a:cxn>
              <a:cxn ang="0">
                <a:pos x="connsiteX114648" y="connsiteY114648"/>
              </a:cxn>
              <a:cxn ang="0">
                <a:pos x="connsiteX114649" y="connsiteY114649"/>
              </a:cxn>
              <a:cxn ang="0">
                <a:pos x="connsiteX114650" y="connsiteY114650"/>
              </a:cxn>
              <a:cxn ang="0">
                <a:pos x="connsiteX114651" y="connsiteY114651"/>
              </a:cxn>
              <a:cxn ang="0">
                <a:pos x="connsiteX114652" y="connsiteY114652"/>
              </a:cxn>
              <a:cxn ang="0">
                <a:pos x="connsiteX114653" y="connsiteY114653"/>
              </a:cxn>
              <a:cxn ang="0">
                <a:pos x="connsiteX114654" y="connsiteY114654"/>
              </a:cxn>
              <a:cxn ang="0">
                <a:pos x="connsiteX114655" y="connsiteY114655"/>
              </a:cxn>
              <a:cxn ang="0">
                <a:pos x="connsiteX114656" y="connsiteY114656"/>
              </a:cxn>
              <a:cxn ang="0">
                <a:pos x="connsiteX114657" y="connsiteY114657"/>
              </a:cxn>
              <a:cxn ang="0">
                <a:pos x="connsiteX114658" y="connsiteY114658"/>
              </a:cxn>
              <a:cxn ang="0">
                <a:pos x="connsiteX114659" y="connsiteY114659"/>
              </a:cxn>
              <a:cxn ang="0">
                <a:pos x="connsiteX114660" y="connsiteY114660"/>
              </a:cxn>
              <a:cxn ang="0">
                <a:pos x="connsiteX114661" y="connsiteY114661"/>
              </a:cxn>
              <a:cxn ang="0">
                <a:pos x="connsiteX114662" y="connsiteY114662"/>
              </a:cxn>
              <a:cxn ang="0">
                <a:pos x="connsiteX114663" y="connsiteY114663"/>
              </a:cxn>
              <a:cxn ang="0">
                <a:pos x="connsiteX114664" y="connsiteY114664"/>
              </a:cxn>
              <a:cxn ang="0">
                <a:pos x="connsiteX114665" y="connsiteY114665"/>
              </a:cxn>
              <a:cxn ang="0">
                <a:pos x="connsiteX114666" y="connsiteY114666"/>
              </a:cxn>
              <a:cxn ang="0">
                <a:pos x="connsiteX114667" y="connsiteY114667"/>
              </a:cxn>
              <a:cxn ang="0">
                <a:pos x="connsiteX114668" y="connsiteY114668"/>
              </a:cxn>
              <a:cxn ang="0">
                <a:pos x="connsiteX114669" y="connsiteY114669"/>
              </a:cxn>
              <a:cxn ang="0">
                <a:pos x="connsiteX114670" y="connsiteY114670"/>
              </a:cxn>
              <a:cxn ang="0">
                <a:pos x="connsiteX114671" y="connsiteY114671"/>
              </a:cxn>
              <a:cxn ang="0">
                <a:pos x="connsiteX114672" y="connsiteY114672"/>
              </a:cxn>
              <a:cxn ang="0">
                <a:pos x="connsiteX114673" y="connsiteY114673"/>
              </a:cxn>
              <a:cxn ang="0">
                <a:pos x="connsiteX114674" y="connsiteY114674"/>
              </a:cxn>
              <a:cxn ang="0">
                <a:pos x="connsiteX114675" y="connsiteY114675"/>
              </a:cxn>
              <a:cxn ang="0">
                <a:pos x="connsiteX114676" y="connsiteY114676"/>
              </a:cxn>
              <a:cxn ang="0">
                <a:pos x="connsiteX114677" y="connsiteY114677"/>
              </a:cxn>
              <a:cxn ang="0">
                <a:pos x="connsiteX114678" y="connsiteY114678"/>
              </a:cxn>
              <a:cxn ang="0">
                <a:pos x="connsiteX114679" y="connsiteY114679"/>
              </a:cxn>
              <a:cxn ang="0">
                <a:pos x="connsiteX114680" y="connsiteY114680"/>
              </a:cxn>
              <a:cxn ang="0">
                <a:pos x="connsiteX114681" y="connsiteY114681"/>
              </a:cxn>
              <a:cxn ang="0">
                <a:pos x="connsiteX114682" y="connsiteY114682"/>
              </a:cxn>
              <a:cxn ang="0">
                <a:pos x="connsiteX114683" y="connsiteY114683"/>
              </a:cxn>
              <a:cxn ang="0">
                <a:pos x="connsiteX114684" y="connsiteY114684"/>
              </a:cxn>
              <a:cxn ang="0">
                <a:pos x="connsiteX114685" y="connsiteY114685"/>
              </a:cxn>
              <a:cxn ang="0">
                <a:pos x="connsiteX114686" y="connsiteY114686"/>
              </a:cxn>
              <a:cxn ang="0">
                <a:pos x="connsiteX114687" y="connsiteY114687"/>
              </a:cxn>
              <a:cxn ang="0">
                <a:pos x="connsiteX114688" y="connsiteY114688"/>
              </a:cxn>
              <a:cxn ang="0">
                <a:pos x="connsiteX114689" y="connsiteY114689"/>
              </a:cxn>
              <a:cxn ang="0">
                <a:pos x="connsiteX114690" y="connsiteY114690"/>
              </a:cxn>
              <a:cxn ang="0">
                <a:pos x="connsiteX114691" y="connsiteY114691"/>
              </a:cxn>
              <a:cxn ang="0">
                <a:pos x="connsiteX114692" y="connsiteY114692"/>
              </a:cxn>
              <a:cxn ang="0">
                <a:pos x="connsiteX114693" y="connsiteY114693"/>
              </a:cxn>
              <a:cxn ang="0">
                <a:pos x="connsiteX114694" y="connsiteY114694"/>
              </a:cxn>
              <a:cxn ang="0">
                <a:pos x="connsiteX114695" y="connsiteY114695"/>
              </a:cxn>
              <a:cxn ang="0">
                <a:pos x="connsiteX114696" y="connsiteY114696"/>
              </a:cxn>
              <a:cxn ang="0">
                <a:pos x="connsiteX114697" y="connsiteY114697"/>
              </a:cxn>
              <a:cxn ang="0">
                <a:pos x="connsiteX114698" y="connsiteY114698"/>
              </a:cxn>
              <a:cxn ang="0">
                <a:pos x="connsiteX114699" y="connsiteY114699"/>
              </a:cxn>
              <a:cxn ang="0">
                <a:pos x="connsiteX114700" y="connsiteY114700"/>
              </a:cxn>
              <a:cxn ang="0">
                <a:pos x="connsiteX114701" y="connsiteY114701"/>
              </a:cxn>
              <a:cxn ang="0">
                <a:pos x="connsiteX114702" y="connsiteY114702"/>
              </a:cxn>
              <a:cxn ang="0">
                <a:pos x="connsiteX114703" y="connsiteY114703"/>
              </a:cxn>
              <a:cxn ang="0">
                <a:pos x="connsiteX114704" y="connsiteY114704"/>
              </a:cxn>
              <a:cxn ang="0">
                <a:pos x="connsiteX114705" y="connsiteY114705"/>
              </a:cxn>
              <a:cxn ang="0">
                <a:pos x="connsiteX114706" y="connsiteY114706"/>
              </a:cxn>
              <a:cxn ang="0">
                <a:pos x="connsiteX114707" y="connsiteY114707"/>
              </a:cxn>
              <a:cxn ang="0">
                <a:pos x="connsiteX114708" y="connsiteY114708"/>
              </a:cxn>
              <a:cxn ang="0">
                <a:pos x="connsiteX114709" y="connsiteY114709"/>
              </a:cxn>
              <a:cxn ang="0">
                <a:pos x="connsiteX114710" y="connsiteY114710"/>
              </a:cxn>
              <a:cxn ang="0">
                <a:pos x="connsiteX114711" y="connsiteY114711"/>
              </a:cxn>
              <a:cxn ang="0">
                <a:pos x="connsiteX114712" y="connsiteY114712"/>
              </a:cxn>
              <a:cxn ang="0">
                <a:pos x="connsiteX114713" y="connsiteY114713"/>
              </a:cxn>
              <a:cxn ang="0">
                <a:pos x="connsiteX114714" y="connsiteY114714"/>
              </a:cxn>
              <a:cxn ang="0">
                <a:pos x="connsiteX114715" y="connsiteY114715"/>
              </a:cxn>
              <a:cxn ang="0">
                <a:pos x="connsiteX114716" y="connsiteY114716"/>
              </a:cxn>
              <a:cxn ang="0">
                <a:pos x="connsiteX114717" y="connsiteY114717"/>
              </a:cxn>
              <a:cxn ang="0">
                <a:pos x="connsiteX114718" y="connsiteY114718"/>
              </a:cxn>
              <a:cxn ang="0">
                <a:pos x="connsiteX114719" y="connsiteY114719"/>
              </a:cxn>
              <a:cxn ang="0">
                <a:pos x="connsiteX114720" y="connsiteY114720"/>
              </a:cxn>
              <a:cxn ang="0">
                <a:pos x="connsiteX114721" y="connsiteY114721"/>
              </a:cxn>
              <a:cxn ang="0">
                <a:pos x="connsiteX114722" y="connsiteY114722"/>
              </a:cxn>
              <a:cxn ang="0">
                <a:pos x="connsiteX114723" y="connsiteY114723"/>
              </a:cxn>
              <a:cxn ang="0">
                <a:pos x="connsiteX114724" y="connsiteY114724"/>
              </a:cxn>
              <a:cxn ang="0">
                <a:pos x="connsiteX114725" y="connsiteY114725"/>
              </a:cxn>
              <a:cxn ang="0">
                <a:pos x="connsiteX114726" y="connsiteY114726"/>
              </a:cxn>
              <a:cxn ang="0">
                <a:pos x="connsiteX114727" y="connsiteY114727"/>
              </a:cxn>
              <a:cxn ang="0">
                <a:pos x="connsiteX114728" y="connsiteY114728"/>
              </a:cxn>
              <a:cxn ang="0">
                <a:pos x="connsiteX114729" y="connsiteY114729"/>
              </a:cxn>
              <a:cxn ang="0">
                <a:pos x="connsiteX114730" y="connsiteY114730"/>
              </a:cxn>
              <a:cxn ang="0">
                <a:pos x="connsiteX114731" y="connsiteY114731"/>
              </a:cxn>
              <a:cxn ang="0">
                <a:pos x="connsiteX114732" y="connsiteY114732"/>
              </a:cxn>
              <a:cxn ang="0">
                <a:pos x="connsiteX114733" y="connsiteY114733"/>
              </a:cxn>
              <a:cxn ang="0">
                <a:pos x="connsiteX114734" y="connsiteY114734"/>
              </a:cxn>
              <a:cxn ang="0">
                <a:pos x="connsiteX114735" y="connsiteY114735"/>
              </a:cxn>
              <a:cxn ang="0">
                <a:pos x="connsiteX114736" y="connsiteY114736"/>
              </a:cxn>
              <a:cxn ang="0">
                <a:pos x="connsiteX114737" y="connsiteY114737"/>
              </a:cxn>
              <a:cxn ang="0">
                <a:pos x="connsiteX114738" y="connsiteY114738"/>
              </a:cxn>
              <a:cxn ang="0">
                <a:pos x="connsiteX114739" y="connsiteY114739"/>
              </a:cxn>
              <a:cxn ang="0">
                <a:pos x="connsiteX114740" y="connsiteY114740"/>
              </a:cxn>
              <a:cxn ang="0">
                <a:pos x="connsiteX114741" y="connsiteY114741"/>
              </a:cxn>
              <a:cxn ang="0">
                <a:pos x="connsiteX114742" y="connsiteY114742"/>
              </a:cxn>
              <a:cxn ang="0">
                <a:pos x="connsiteX114743" y="connsiteY114743"/>
              </a:cxn>
              <a:cxn ang="0">
                <a:pos x="connsiteX114744" y="connsiteY114744"/>
              </a:cxn>
              <a:cxn ang="0">
                <a:pos x="connsiteX114745" y="connsiteY114745"/>
              </a:cxn>
              <a:cxn ang="0">
                <a:pos x="connsiteX114746" y="connsiteY114746"/>
              </a:cxn>
              <a:cxn ang="0">
                <a:pos x="connsiteX114747" y="connsiteY114747"/>
              </a:cxn>
              <a:cxn ang="0">
                <a:pos x="connsiteX114748" y="connsiteY114748"/>
              </a:cxn>
              <a:cxn ang="0">
                <a:pos x="connsiteX114749" y="connsiteY114749"/>
              </a:cxn>
              <a:cxn ang="0">
                <a:pos x="connsiteX114750" y="connsiteY114750"/>
              </a:cxn>
              <a:cxn ang="0">
                <a:pos x="connsiteX114751" y="connsiteY114751"/>
              </a:cxn>
              <a:cxn ang="0">
                <a:pos x="connsiteX114752" y="connsiteY114752"/>
              </a:cxn>
              <a:cxn ang="0">
                <a:pos x="connsiteX114753" y="connsiteY114753"/>
              </a:cxn>
              <a:cxn ang="0">
                <a:pos x="connsiteX114754" y="connsiteY114754"/>
              </a:cxn>
              <a:cxn ang="0">
                <a:pos x="connsiteX114755" y="connsiteY114755"/>
              </a:cxn>
              <a:cxn ang="0">
                <a:pos x="connsiteX114756" y="connsiteY114756"/>
              </a:cxn>
              <a:cxn ang="0">
                <a:pos x="connsiteX114757" y="connsiteY114757"/>
              </a:cxn>
              <a:cxn ang="0">
                <a:pos x="connsiteX114758" y="connsiteY114758"/>
              </a:cxn>
              <a:cxn ang="0">
                <a:pos x="connsiteX114759" y="connsiteY114759"/>
              </a:cxn>
              <a:cxn ang="0">
                <a:pos x="connsiteX114760" y="connsiteY114760"/>
              </a:cxn>
              <a:cxn ang="0">
                <a:pos x="connsiteX114761" y="connsiteY114761"/>
              </a:cxn>
              <a:cxn ang="0">
                <a:pos x="connsiteX114762" y="connsiteY114762"/>
              </a:cxn>
              <a:cxn ang="0">
                <a:pos x="connsiteX114763" y="connsiteY114763"/>
              </a:cxn>
              <a:cxn ang="0">
                <a:pos x="connsiteX114764" y="connsiteY114764"/>
              </a:cxn>
              <a:cxn ang="0">
                <a:pos x="connsiteX114765" y="connsiteY114765"/>
              </a:cxn>
              <a:cxn ang="0">
                <a:pos x="connsiteX114766" y="connsiteY114766"/>
              </a:cxn>
              <a:cxn ang="0">
                <a:pos x="connsiteX114767" y="connsiteY114767"/>
              </a:cxn>
              <a:cxn ang="0">
                <a:pos x="connsiteX114768" y="connsiteY114768"/>
              </a:cxn>
              <a:cxn ang="0">
                <a:pos x="connsiteX114769" y="connsiteY114769"/>
              </a:cxn>
              <a:cxn ang="0">
                <a:pos x="connsiteX114770" y="connsiteY114770"/>
              </a:cxn>
              <a:cxn ang="0">
                <a:pos x="connsiteX114771" y="connsiteY114771"/>
              </a:cxn>
              <a:cxn ang="0">
                <a:pos x="connsiteX114772" y="connsiteY114772"/>
              </a:cxn>
              <a:cxn ang="0">
                <a:pos x="connsiteX114773" y="connsiteY114773"/>
              </a:cxn>
              <a:cxn ang="0">
                <a:pos x="connsiteX114774" y="connsiteY114774"/>
              </a:cxn>
              <a:cxn ang="0">
                <a:pos x="connsiteX114775" y="connsiteY114775"/>
              </a:cxn>
              <a:cxn ang="0">
                <a:pos x="connsiteX114776" y="connsiteY114776"/>
              </a:cxn>
              <a:cxn ang="0">
                <a:pos x="connsiteX114777" y="connsiteY114777"/>
              </a:cxn>
              <a:cxn ang="0">
                <a:pos x="connsiteX114778" y="connsiteY114778"/>
              </a:cxn>
              <a:cxn ang="0">
                <a:pos x="connsiteX114779" y="connsiteY114779"/>
              </a:cxn>
              <a:cxn ang="0">
                <a:pos x="connsiteX114780" y="connsiteY114780"/>
              </a:cxn>
              <a:cxn ang="0">
                <a:pos x="connsiteX114781" y="connsiteY114781"/>
              </a:cxn>
              <a:cxn ang="0">
                <a:pos x="connsiteX114782" y="connsiteY114782"/>
              </a:cxn>
              <a:cxn ang="0">
                <a:pos x="connsiteX114783" y="connsiteY114783"/>
              </a:cxn>
              <a:cxn ang="0">
                <a:pos x="connsiteX114784" y="connsiteY114784"/>
              </a:cxn>
              <a:cxn ang="0">
                <a:pos x="connsiteX114785" y="connsiteY114785"/>
              </a:cxn>
              <a:cxn ang="0">
                <a:pos x="connsiteX114786" y="connsiteY114786"/>
              </a:cxn>
              <a:cxn ang="0">
                <a:pos x="connsiteX114787" y="connsiteY114787"/>
              </a:cxn>
              <a:cxn ang="0">
                <a:pos x="connsiteX114788" y="connsiteY114788"/>
              </a:cxn>
              <a:cxn ang="0">
                <a:pos x="connsiteX114789" y="connsiteY114789"/>
              </a:cxn>
              <a:cxn ang="0">
                <a:pos x="connsiteX114790" y="connsiteY114790"/>
              </a:cxn>
              <a:cxn ang="0">
                <a:pos x="connsiteX114791" y="connsiteY114791"/>
              </a:cxn>
              <a:cxn ang="0">
                <a:pos x="connsiteX114792" y="connsiteY114792"/>
              </a:cxn>
              <a:cxn ang="0">
                <a:pos x="connsiteX114793" y="connsiteY114793"/>
              </a:cxn>
              <a:cxn ang="0">
                <a:pos x="connsiteX114794" y="connsiteY114794"/>
              </a:cxn>
              <a:cxn ang="0">
                <a:pos x="connsiteX114795" y="connsiteY114795"/>
              </a:cxn>
              <a:cxn ang="0">
                <a:pos x="connsiteX114796" y="connsiteY114796"/>
              </a:cxn>
              <a:cxn ang="0">
                <a:pos x="connsiteX114797" y="connsiteY114797"/>
              </a:cxn>
              <a:cxn ang="0">
                <a:pos x="connsiteX114798" y="connsiteY114798"/>
              </a:cxn>
              <a:cxn ang="0">
                <a:pos x="connsiteX114799" y="connsiteY114799"/>
              </a:cxn>
              <a:cxn ang="0">
                <a:pos x="connsiteX114800" y="connsiteY114800"/>
              </a:cxn>
              <a:cxn ang="0">
                <a:pos x="connsiteX114801" y="connsiteY114801"/>
              </a:cxn>
              <a:cxn ang="0">
                <a:pos x="connsiteX114802" y="connsiteY114802"/>
              </a:cxn>
              <a:cxn ang="0">
                <a:pos x="connsiteX114803" y="connsiteY114803"/>
              </a:cxn>
              <a:cxn ang="0">
                <a:pos x="connsiteX114804" y="connsiteY114804"/>
              </a:cxn>
              <a:cxn ang="0">
                <a:pos x="connsiteX114805" y="connsiteY114805"/>
              </a:cxn>
              <a:cxn ang="0">
                <a:pos x="connsiteX114806" y="connsiteY114806"/>
              </a:cxn>
              <a:cxn ang="0">
                <a:pos x="connsiteX114807" y="connsiteY114807"/>
              </a:cxn>
              <a:cxn ang="0">
                <a:pos x="connsiteX114808" y="connsiteY114808"/>
              </a:cxn>
              <a:cxn ang="0">
                <a:pos x="connsiteX114809" y="connsiteY114809"/>
              </a:cxn>
              <a:cxn ang="0">
                <a:pos x="connsiteX114810" y="connsiteY114810"/>
              </a:cxn>
              <a:cxn ang="0">
                <a:pos x="connsiteX114811" y="connsiteY114811"/>
              </a:cxn>
              <a:cxn ang="0">
                <a:pos x="connsiteX114812" y="connsiteY114812"/>
              </a:cxn>
              <a:cxn ang="0">
                <a:pos x="connsiteX114813" y="connsiteY114813"/>
              </a:cxn>
              <a:cxn ang="0">
                <a:pos x="connsiteX114814" y="connsiteY114814"/>
              </a:cxn>
              <a:cxn ang="0">
                <a:pos x="connsiteX114815" y="connsiteY114815"/>
              </a:cxn>
              <a:cxn ang="0">
                <a:pos x="connsiteX114816" y="connsiteY114816"/>
              </a:cxn>
              <a:cxn ang="0">
                <a:pos x="connsiteX114817" y="connsiteY114817"/>
              </a:cxn>
              <a:cxn ang="0">
                <a:pos x="connsiteX114818" y="connsiteY114818"/>
              </a:cxn>
              <a:cxn ang="0">
                <a:pos x="connsiteX114819" y="connsiteY114819"/>
              </a:cxn>
              <a:cxn ang="0">
                <a:pos x="connsiteX114820" y="connsiteY114820"/>
              </a:cxn>
              <a:cxn ang="0">
                <a:pos x="connsiteX114821" y="connsiteY114821"/>
              </a:cxn>
              <a:cxn ang="0">
                <a:pos x="connsiteX114822" y="connsiteY114822"/>
              </a:cxn>
              <a:cxn ang="0">
                <a:pos x="connsiteX114823" y="connsiteY114823"/>
              </a:cxn>
              <a:cxn ang="0">
                <a:pos x="connsiteX114824" y="connsiteY114824"/>
              </a:cxn>
              <a:cxn ang="0">
                <a:pos x="connsiteX114825" y="connsiteY114825"/>
              </a:cxn>
              <a:cxn ang="0">
                <a:pos x="connsiteX114826" y="connsiteY114826"/>
              </a:cxn>
              <a:cxn ang="0">
                <a:pos x="connsiteX114827" y="connsiteY114827"/>
              </a:cxn>
              <a:cxn ang="0">
                <a:pos x="connsiteX114828" y="connsiteY114828"/>
              </a:cxn>
              <a:cxn ang="0">
                <a:pos x="connsiteX114829" y="connsiteY114829"/>
              </a:cxn>
              <a:cxn ang="0">
                <a:pos x="connsiteX114830" y="connsiteY114830"/>
              </a:cxn>
              <a:cxn ang="0">
                <a:pos x="connsiteX114831" y="connsiteY114831"/>
              </a:cxn>
              <a:cxn ang="0">
                <a:pos x="connsiteX114832" y="connsiteY114832"/>
              </a:cxn>
              <a:cxn ang="0">
                <a:pos x="connsiteX114833" y="connsiteY114833"/>
              </a:cxn>
              <a:cxn ang="0">
                <a:pos x="connsiteX114834" y="connsiteY114834"/>
              </a:cxn>
              <a:cxn ang="0">
                <a:pos x="connsiteX114835" y="connsiteY114835"/>
              </a:cxn>
              <a:cxn ang="0">
                <a:pos x="connsiteX114836" y="connsiteY114836"/>
              </a:cxn>
              <a:cxn ang="0">
                <a:pos x="connsiteX114837" y="connsiteY114837"/>
              </a:cxn>
              <a:cxn ang="0">
                <a:pos x="connsiteX114838" y="connsiteY114838"/>
              </a:cxn>
              <a:cxn ang="0">
                <a:pos x="connsiteX114839" y="connsiteY114839"/>
              </a:cxn>
              <a:cxn ang="0">
                <a:pos x="connsiteX114840" y="connsiteY114840"/>
              </a:cxn>
              <a:cxn ang="0">
                <a:pos x="connsiteX114841" y="connsiteY114841"/>
              </a:cxn>
              <a:cxn ang="0">
                <a:pos x="connsiteX114842" y="connsiteY114842"/>
              </a:cxn>
              <a:cxn ang="0">
                <a:pos x="connsiteX114843" y="connsiteY114843"/>
              </a:cxn>
              <a:cxn ang="0">
                <a:pos x="connsiteX114844" y="connsiteY114844"/>
              </a:cxn>
              <a:cxn ang="0">
                <a:pos x="connsiteX114845" y="connsiteY114845"/>
              </a:cxn>
              <a:cxn ang="0">
                <a:pos x="connsiteX114846" y="connsiteY114846"/>
              </a:cxn>
              <a:cxn ang="0">
                <a:pos x="connsiteX114847" y="connsiteY114847"/>
              </a:cxn>
              <a:cxn ang="0">
                <a:pos x="connsiteX114848" y="connsiteY114848"/>
              </a:cxn>
              <a:cxn ang="0">
                <a:pos x="connsiteX114849" y="connsiteY114849"/>
              </a:cxn>
              <a:cxn ang="0">
                <a:pos x="connsiteX114850" y="connsiteY114850"/>
              </a:cxn>
              <a:cxn ang="0">
                <a:pos x="connsiteX114851" y="connsiteY114851"/>
              </a:cxn>
              <a:cxn ang="0">
                <a:pos x="connsiteX114852" y="connsiteY114852"/>
              </a:cxn>
              <a:cxn ang="0">
                <a:pos x="connsiteX114853" y="connsiteY114853"/>
              </a:cxn>
              <a:cxn ang="0">
                <a:pos x="connsiteX114854" y="connsiteY114854"/>
              </a:cxn>
              <a:cxn ang="0">
                <a:pos x="connsiteX114855" y="connsiteY114855"/>
              </a:cxn>
              <a:cxn ang="0">
                <a:pos x="connsiteX114856" y="connsiteY114856"/>
              </a:cxn>
              <a:cxn ang="0">
                <a:pos x="connsiteX114857" y="connsiteY114857"/>
              </a:cxn>
              <a:cxn ang="0">
                <a:pos x="connsiteX114858" y="connsiteY114858"/>
              </a:cxn>
              <a:cxn ang="0">
                <a:pos x="connsiteX114859" y="connsiteY114859"/>
              </a:cxn>
              <a:cxn ang="0">
                <a:pos x="connsiteX114860" y="connsiteY114860"/>
              </a:cxn>
              <a:cxn ang="0">
                <a:pos x="connsiteX114861" y="connsiteY114861"/>
              </a:cxn>
              <a:cxn ang="0">
                <a:pos x="connsiteX114862" y="connsiteY114862"/>
              </a:cxn>
              <a:cxn ang="0">
                <a:pos x="connsiteX114863" y="connsiteY114863"/>
              </a:cxn>
              <a:cxn ang="0">
                <a:pos x="connsiteX114864" y="connsiteY114864"/>
              </a:cxn>
              <a:cxn ang="0">
                <a:pos x="connsiteX114865" y="connsiteY114865"/>
              </a:cxn>
              <a:cxn ang="0">
                <a:pos x="connsiteX114866" y="connsiteY114866"/>
              </a:cxn>
              <a:cxn ang="0">
                <a:pos x="connsiteX114867" y="connsiteY114867"/>
              </a:cxn>
              <a:cxn ang="0">
                <a:pos x="connsiteX114868" y="connsiteY114868"/>
              </a:cxn>
              <a:cxn ang="0">
                <a:pos x="connsiteX114869" y="connsiteY114869"/>
              </a:cxn>
              <a:cxn ang="0">
                <a:pos x="connsiteX114870" y="connsiteY114870"/>
              </a:cxn>
              <a:cxn ang="0">
                <a:pos x="connsiteX114871" y="connsiteY114871"/>
              </a:cxn>
              <a:cxn ang="0">
                <a:pos x="connsiteX114872" y="connsiteY114872"/>
              </a:cxn>
              <a:cxn ang="0">
                <a:pos x="connsiteX114873" y="connsiteY114873"/>
              </a:cxn>
              <a:cxn ang="0">
                <a:pos x="connsiteX114874" y="connsiteY114874"/>
              </a:cxn>
              <a:cxn ang="0">
                <a:pos x="connsiteX114875" y="connsiteY114875"/>
              </a:cxn>
              <a:cxn ang="0">
                <a:pos x="connsiteX114876" y="connsiteY114876"/>
              </a:cxn>
              <a:cxn ang="0">
                <a:pos x="connsiteX114877" y="connsiteY114877"/>
              </a:cxn>
              <a:cxn ang="0">
                <a:pos x="connsiteX114878" y="connsiteY114878"/>
              </a:cxn>
              <a:cxn ang="0">
                <a:pos x="connsiteX114879" y="connsiteY114879"/>
              </a:cxn>
              <a:cxn ang="0">
                <a:pos x="connsiteX114880" y="connsiteY114880"/>
              </a:cxn>
              <a:cxn ang="0">
                <a:pos x="connsiteX114881" y="connsiteY114881"/>
              </a:cxn>
              <a:cxn ang="0">
                <a:pos x="connsiteX114882" y="connsiteY114882"/>
              </a:cxn>
              <a:cxn ang="0">
                <a:pos x="connsiteX114883" y="connsiteY114883"/>
              </a:cxn>
              <a:cxn ang="0">
                <a:pos x="connsiteX114884" y="connsiteY114884"/>
              </a:cxn>
              <a:cxn ang="0">
                <a:pos x="connsiteX114885" y="connsiteY114885"/>
              </a:cxn>
              <a:cxn ang="0">
                <a:pos x="connsiteX114886" y="connsiteY114886"/>
              </a:cxn>
              <a:cxn ang="0">
                <a:pos x="connsiteX114887" y="connsiteY114887"/>
              </a:cxn>
              <a:cxn ang="0">
                <a:pos x="connsiteX114888" y="connsiteY114888"/>
              </a:cxn>
              <a:cxn ang="0">
                <a:pos x="connsiteX114889" y="connsiteY114889"/>
              </a:cxn>
              <a:cxn ang="0">
                <a:pos x="connsiteX114890" y="connsiteY114890"/>
              </a:cxn>
              <a:cxn ang="0">
                <a:pos x="connsiteX114891" y="connsiteY114891"/>
              </a:cxn>
              <a:cxn ang="0">
                <a:pos x="connsiteX114892" y="connsiteY114892"/>
              </a:cxn>
              <a:cxn ang="0">
                <a:pos x="connsiteX114893" y="connsiteY114893"/>
              </a:cxn>
              <a:cxn ang="0">
                <a:pos x="connsiteX114894" y="connsiteY114894"/>
              </a:cxn>
              <a:cxn ang="0">
                <a:pos x="connsiteX114895" y="connsiteY114895"/>
              </a:cxn>
              <a:cxn ang="0">
                <a:pos x="connsiteX114896" y="connsiteY114896"/>
              </a:cxn>
              <a:cxn ang="0">
                <a:pos x="connsiteX114897" y="connsiteY114897"/>
              </a:cxn>
              <a:cxn ang="0">
                <a:pos x="connsiteX114898" y="connsiteY114898"/>
              </a:cxn>
              <a:cxn ang="0">
                <a:pos x="connsiteX114899" y="connsiteY114899"/>
              </a:cxn>
              <a:cxn ang="0">
                <a:pos x="connsiteX114900" y="connsiteY114900"/>
              </a:cxn>
              <a:cxn ang="0">
                <a:pos x="connsiteX114901" y="connsiteY114901"/>
              </a:cxn>
              <a:cxn ang="0">
                <a:pos x="connsiteX114902" y="connsiteY114902"/>
              </a:cxn>
              <a:cxn ang="0">
                <a:pos x="connsiteX114903" y="connsiteY114903"/>
              </a:cxn>
              <a:cxn ang="0">
                <a:pos x="connsiteX114904" y="connsiteY114904"/>
              </a:cxn>
              <a:cxn ang="0">
                <a:pos x="connsiteX114905" y="connsiteY114905"/>
              </a:cxn>
              <a:cxn ang="0">
                <a:pos x="connsiteX114906" y="connsiteY114906"/>
              </a:cxn>
              <a:cxn ang="0">
                <a:pos x="connsiteX114907" y="connsiteY114907"/>
              </a:cxn>
              <a:cxn ang="0">
                <a:pos x="connsiteX114908" y="connsiteY114908"/>
              </a:cxn>
              <a:cxn ang="0">
                <a:pos x="connsiteX114909" y="connsiteY114909"/>
              </a:cxn>
              <a:cxn ang="0">
                <a:pos x="connsiteX114910" y="connsiteY114910"/>
              </a:cxn>
              <a:cxn ang="0">
                <a:pos x="connsiteX114911" y="connsiteY114911"/>
              </a:cxn>
              <a:cxn ang="0">
                <a:pos x="connsiteX114912" y="connsiteY114912"/>
              </a:cxn>
              <a:cxn ang="0">
                <a:pos x="connsiteX114913" y="connsiteY114913"/>
              </a:cxn>
              <a:cxn ang="0">
                <a:pos x="connsiteX114914" y="connsiteY114914"/>
              </a:cxn>
              <a:cxn ang="0">
                <a:pos x="connsiteX114915" y="connsiteY114915"/>
              </a:cxn>
              <a:cxn ang="0">
                <a:pos x="connsiteX114916" y="connsiteY114916"/>
              </a:cxn>
              <a:cxn ang="0">
                <a:pos x="connsiteX114917" y="connsiteY114917"/>
              </a:cxn>
              <a:cxn ang="0">
                <a:pos x="connsiteX114918" y="connsiteY114918"/>
              </a:cxn>
              <a:cxn ang="0">
                <a:pos x="connsiteX114919" y="connsiteY114919"/>
              </a:cxn>
              <a:cxn ang="0">
                <a:pos x="connsiteX114920" y="connsiteY114920"/>
              </a:cxn>
              <a:cxn ang="0">
                <a:pos x="connsiteX114921" y="connsiteY114921"/>
              </a:cxn>
              <a:cxn ang="0">
                <a:pos x="connsiteX114922" y="connsiteY114922"/>
              </a:cxn>
              <a:cxn ang="0">
                <a:pos x="connsiteX114923" y="connsiteY114923"/>
              </a:cxn>
              <a:cxn ang="0">
                <a:pos x="connsiteX114924" y="connsiteY114924"/>
              </a:cxn>
              <a:cxn ang="0">
                <a:pos x="connsiteX114925" y="connsiteY114925"/>
              </a:cxn>
              <a:cxn ang="0">
                <a:pos x="connsiteX114926" y="connsiteY114926"/>
              </a:cxn>
              <a:cxn ang="0">
                <a:pos x="connsiteX114927" y="connsiteY114927"/>
              </a:cxn>
              <a:cxn ang="0">
                <a:pos x="connsiteX114928" y="connsiteY114928"/>
              </a:cxn>
              <a:cxn ang="0">
                <a:pos x="connsiteX114929" y="connsiteY114929"/>
              </a:cxn>
              <a:cxn ang="0">
                <a:pos x="connsiteX114930" y="connsiteY114930"/>
              </a:cxn>
              <a:cxn ang="0">
                <a:pos x="connsiteX114931" y="connsiteY114931"/>
              </a:cxn>
              <a:cxn ang="0">
                <a:pos x="connsiteX114932" y="connsiteY114932"/>
              </a:cxn>
              <a:cxn ang="0">
                <a:pos x="connsiteX114933" y="connsiteY114933"/>
              </a:cxn>
              <a:cxn ang="0">
                <a:pos x="connsiteX114934" y="connsiteY114934"/>
              </a:cxn>
              <a:cxn ang="0">
                <a:pos x="connsiteX114935" y="connsiteY114935"/>
              </a:cxn>
              <a:cxn ang="0">
                <a:pos x="connsiteX114936" y="connsiteY114936"/>
              </a:cxn>
              <a:cxn ang="0">
                <a:pos x="connsiteX114937" y="connsiteY114937"/>
              </a:cxn>
              <a:cxn ang="0">
                <a:pos x="connsiteX114938" y="connsiteY114938"/>
              </a:cxn>
              <a:cxn ang="0">
                <a:pos x="connsiteX114939" y="connsiteY114939"/>
              </a:cxn>
              <a:cxn ang="0">
                <a:pos x="connsiteX114940" y="connsiteY114940"/>
              </a:cxn>
              <a:cxn ang="0">
                <a:pos x="connsiteX114941" y="connsiteY114941"/>
              </a:cxn>
              <a:cxn ang="0">
                <a:pos x="connsiteX114942" y="connsiteY114942"/>
              </a:cxn>
              <a:cxn ang="0">
                <a:pos x="connsiteX114943" y="connsiteY114943"/>
              </a:cxn>
              <a:cxn ang="0">
                <a:pos x="connsiteX114944" y="connsiteY114944"/>
              </a:cxn>
              <a:cxn ang="0">
                <a:pos x="connsiteX114945" y="connsiteY114945"/>
              </a:cxn>
              <a:cxn ang="0">
                <a:pos x="connsiteX114946" y="connsiteY114946"/>
              </a:cxn>
              <a:cxn ang="0">
                <a:pos x="connsiteX114947" y="connsiteY114947"/>
              </a:cxn>
              <a:cxn ang="0">
                <a:pos x="connsiteX114948" y="connsiteY114948"/>
              </a:cxn>
              <a:cxn ang="0">
                <a:pos x="connsiteX114949" y="connsiteY114949"/>
              </a:cxn>
              <a:cxn ang="0">
                <a:pos x="connsiteX114950" y="connsiteY114950"/>
              </a:cxn>
              <a:cxn ang="0">
                <a:pos x="connsiteX114951" y="connsiteY114951"/>
              </a:cxn>
              <a:cxn ang="0">
                <a:pos x="connsiteX114952" y="connsiteY114952"/>
              </a:cxn>
              <a:cxn ang="0">
                <a:pos x="connsiteX114953" y="connsiteY114953"/>
              </a:cxn>
              <a:cxn ang="0">
                <a:pos x="connsiteX114954" y="connsiteY114954"/>
              </a:cxn>
              <a:cxn ang="0">
                <a:pos x="connsiteX114955" y="connsiteY114955"/>
              </a:cxn>
              <a:cxn ang="0">
                <a:pos x="connsiteX114956" y="connsiteY114956"/>
              </a:cxn>
              <a:cxn ang="0">
                <a:pos x="connsiteX114957" y="connsiteY114957"/>
              </a:cxn>
              <a:cxn ang="0">
                <a:pos x="connsiteX114958" y="connsiteY114958"/>
              </a:cxn>
              <a:cxn ang="0">
                <a:pos x="connsiteX114959" y="connsiteY114959"/>
              </a:cxn>
              <a:cxn ang="0">
                <a:pos x="connsiteX114960" y="connsiteY114960"/>
              </a:cxn>
              <a:cxn ang="0">
                <a:pos x="connsiteX114961" y="connsiteY114961"/>
              </a:cxn>
              <a:cxn ang="0">
                <a:pos x="connsiteX114962" y="connsiteY114962"/>
              </a:cxn>
              <a:cxn ang="0">
                <a:pos x="connsiteX114963" y="connsiteY114963"/>
              </a:cxn>
              <a:cxn ang="0">
                <a:pos x="connsiteX114964" y="connsiteY114964"/>
              </a:cxn>
              <a:cxn ang="0">
                <a:pos x="connsiteX114965" y="connsiteY114965"/>
              </a:cxn>
              <a:cxn ang="0">
                <a:pos x="connsiteX114966" y="connsiteY114966"/>
              </a:cxn>
              <a:cxn ang="0">
                <a:pos x="connsiteX114967" y="connsiteY114967"/>
              </a:cxn>
              <a:cxn ang="0">
                <a:pos x="connsiteX114968" y="connsiteY114968"/>
              </a:cxn>
              <a:cxn ang="0">
                <a:pos x="connsiteX114969" y="connsiteY114969"/>
              </a:cxn>
              <a:cxn ang="0">
                <a:pos x="connsiteX114970" y="connsiteY114970"/>
              </a:cxn>
              <a:cxn ang="0">
                <a:pos x="connsiteX114971" y="connsiteY114971"/>
              </a:cxn>
              <a:cxn ang="0">
                <a:pos x="connsiteX114972" y="connsiteY114972"/>
              </a:cxn>
              <a:cxn ang="0">
                <a:pos x="connsiteX114973" y="connsiteY114973"/>
              </a:cxn>
              <a:cxn ang="0">
                <a:pos x="connsiteX114974" y="connsiteY114974"/>
              </a:cxn>
              <a:cxn ang="0">
                <a:pos x="connsiteX114975" y="connsiteY114975"/>
              </a:cxn>
              <a:cxn ang="0">
                <a:pos x="connsiteX114976" y="connsiteY114976"/>
              </a:cxn>
              <a:cxn ang="0">
                <a:pos x="connsiteX114977" y="connsiteY114977"/>
              </a:cxn>
              <a:cxn ang="0">
                <a:pos x="connsiteX114978" y="connsiteY114978"/>
              </a:cxn>
              <a:cxn ang="0">
                <a:pos x="connsiteX114979" y="connsiteY114979"/>
              </a:cxn>
              <a:cxn ang="0">
                <a:pos x="connsiteX114980" y="connsiteY114980"/>
              </a:cxn>
              <a:cxn ang="0">
                <a:pos x="connsiteX114981" y="connsiteY114981"/>
              </a:cxn>
              <a:cxn ang="0">
                <a:pos x="connsiteX114982" y="connsiteY114982"/>
              </a:cxn>
              <a:cxn ang="0">
                <a:pos x="connsiteX114983" y="connsiteY114983"/>
              </a:cxn>
              <a:cxn ang="0">
                <a:pos x="connsiteX114984" y="connsiteY114984"/>
              </a:cxn>
              <a:cxn ang="0">
                <a:pos x="connsiteX114985" y="connsiteY114985"/>
              </a:cxn>
              <a:cxn ang="0">
                <a:pos x="connsiteX114986" y="connsiteY114986"/>
              </a:cxn>
              <a:cxn ang="0">
                <a:pos x="connsiteX114987" y="connsiteY114987"/>
              </a:cxn>
              <a:cxn ang="0">
                <a:pos x="connsiteX114988" y="connsiteY114988"/>
              </a:cxn>
              <a:cxn ang="0">
                <a:pos x="connsiteX114989" y="connsiteY114989"/>
              </a:cxn>
              <a:cxn ang="0">
                <a:pos x="connsiteX114990" y="connsiteY114990"/>
              </a:cxn>
              <a:cxn ang="0">
                <a:pos x="connsiteX114991" y="connsiteY114991"/>
              </a:cxn>
              <a:cxn ang="0">
                <a:pos x="connsiteX114992" y="connsiteY114992"/>
              </a:cxn>
              <a:cxn ang="0">
                <a:pos x="connsiteX114993" y="connsiteY114993"/>
              </a:cxn>
              <a:cxn ang="0">
                <a:pos x="connsiteX114994" y="connsiteY114994"/>
              </a:cxn>
              <a:cxn ang="0">
                <a:pos x="connsiteX114995" y="connsiteY114995"/>
              </a:cxn>
              <a:cxn ang="0">
                <a:pos x="connsiteX114996" y="connsiteY114996"/>
              </a:cxn>
              <a:cxn ang="0">
                <a:pos x="connsiteX114997" y="connsiteY114997"/>
              </a:cxn>
              <a:cxn ang="0">
                <a:pos x="connsiteX114998" y="connsiteY114998"/>
              </a:cxn>
              <a:cxn ang="0">
                <a:pos x="connsiteX114999" y="connsiteY114999"/>
              </a:cxn>
              <a:cxn ang="0">
                <a:pos x="connsiteX115000" y="connsiteY115000"/>
              </a:cxn>
              <a:cxn ang="0">
                <a:pos x="connsiteX115001" y="connsiteY115001"/>
              </a:cxn>
              <a:cxn ang="0">
                <a:pos x="connsiteX115002" y="connsiteY115002"/>
              </a:cxn>
              <a:cxn ang="0">
                <a:pos x="connsiteX115003" y="connsiteY115003"/>
              </a:cxn>
              <a:cxn ang="0">
                <a:pos x="connsiteX115004" y="connsiteY115004"/>
              </a:cxn>
              <a:cxn ang="0">
                <a:pos x="connsiteX115005" y="connsiteY115005"/>
              </a:cxn>
              <a:cxn ang="0">
                <a:pos x="connsiteX115006" y="connsiteY115006"/>
              </a:cxn>
              <a:cxn ang="0">
                <a:pos x="connsiteX115007" y="connsiteY115007"/>
              </a:cxn>
              <a:cxn ang="0">
                <a:pos x="connsiteX115008" y="connsiteY115008"/>
              </a:cxn>
              <a:cxn ang="0">
                <a:pos x="connsiteX115009" y="connsiteY115009"/>
              </a:cxn>
              <a:cxn ang="0">
                <a:pos x="connsiteX115010" y="connsiteY115010"/>
              </a:cxn>
              <a:cxn ang="0">
                <a:pos x="connsiteX115011" y="connsiteY115011"/>
              </a:cxn>
              <a:cxn ang="0">
                <a:pos x="connsiteX115012" y="connsiteY115012"/>
              </a:cxn>
              <a:cxn ang="0">
                <a:pos x="connsiteX115013" y="connsiteY115013"/>
              </a:cxn>
              <a:cxn ang="0">
                <a:pos x="connsiteX115014" y="connsiteY115014"/>
              </a:cxn>
              <a:cxn ang="0">
                <a:pos x="connsiteX115015" y="connsiteY115015"/>
              </a:cxn>
              <a:cxn ang="0">
                <a:pos x="connsiteX115016" y="connsiteY115016"/>
              </a:cxn>
              <a:cxn ang="0">
                <a:pos x="connsiteX115017" y="connsiteY115017"/>
              </a:cxn>
              <a:cxn ang="0">
                <a:pos x="connsiteX115018" y="connsiteY115018"/>
              </a:cxn>
              <a:cxn ang="0">
                <a:pos x="connsiteX115019" y="connsiteY115019"/>
              </a:cxn>
              <a:cxn ang="0">
                <a:pos x="connsiteX115020" y="connsiteY115020"/>
              </a:cxn>
              <a:cxn ang="0">
                <a:pos x="connsiteX115021" y="connsiteY115021"/>
              </a:cxn>
              <a:cxn ang="0">
                <a:pos x="connsiteX115022" y="connsiteY115022"/>
              </a:cxn>
              <a:cxn ang="0">
                <a:pos x="connsiteX115023" y="connsiteY115023"/>
              </a:cxn>
              <a:cxn ang="0">
                <a:pos x="connsiteX115024" y="connsiteY115024"/>
              </a:cxn>
              <a:cxn ang="0">
                <a:pos x="connsiteX115025" y="connsiteY115025"/>
              </a:cxn>
              <a:cxn ang="0">
                <a:pos x="connsiteX115026" y="connsiteY115026"/>
              </a:cxn>
              <a:cxn ang="0">
                <a:pos x="connsiteX115027" y="connsiteY115027"/>
              </a:cxn>
              <a:cxn ang="0">
                <a:pos x="connsiteX115028" y="connsiteY115028"/>
              </a:cxn>
              <a:cxn ang="0">
                <a:pos x="connsiteX115029" y="connsiteY115029"/>
              </a:cxn>
              <a:cxn ang="0">
                <a:pos x="connsiteX115030" y="connsiteY115030"/>
              </a:cxn>
              <a:cxn ang="0">
                <a:pos x="connsiteX115031" y="connsiteY115031"/>
              </a:cxn>
              <a:cxn ang="0">
                <a:pos x="connsiteX115032" y="connsiteY115032"/>
              </a:cxn>
              <a:cxn ang="0">
                <a:pos x="connsiteX115033" y="connsiteY115033"/>
              </a:cxn>
              <a:cxn ang="0">
                <a:pos x="connsiteX115034" y="connsiteY115034"/>
              </a:cxn>
              <a:cxn ang="0">
                <a:pos x="connsiteX115035" y="connsiteY115035"/>
              </a:cxn>
              <a:cxn ang="0">
                <a:pos x="connsiteX115036" y="connsiteY115036"/>
              </a:cxn>
              <a:cxn ang="0">
                <a:pos x="connsiteX115037" y="connsiteY115037"/>
              </a:cxn>
              <a:cxn ang="0">
                <a:pos x="connsiteX115038" y="connsiteY115038"/>
              </a:cxn>
              <a:cxn ang="0">
                <a:pos x="connsiteX115039" y="connsiteY115039"/>
              </a:cxn>
              <a:cxn ang="0">
                <a:pos x="connsiteX115040" y="connsiteY115040"/>
              </a:cxn>
              <a:cxn ang="0">
                <a:pos x="connsiteX115041" y="connsiteY115041"/>
              </a:cxn>
              <a:cxn ang="0">
                <a:pos x="connsiteX115042" y="connsiteY115042"/>
              </a:cxn>
              <a:cxn ang="0">
                <a:pos x="connsiteX115043" y="connsiteY115043"/>
              </a:cxn>
              <a:cxn ang="0">
                <a:pos x="connsiteX115044" y="connsiteY115044"/>
              </a:cxn>
              <a:cxn ang="0">
                <a:pos x="connsiteX115045" y="connsiteY115045"/>
              </a:cxn>
              <a:cxn ang="0">
                <a:pos x="connsiteX115046" y="connsiteY115046"/>
              </a:cxn>
              <a:cxn ang="0">
                <a:pos x="connsiteX115047" y="connsiteY115047"/>
              </a:cxn>
              <a:cxn ang="0">
                <a:pos x="connsiteX115048" y="connsiteY115048"/>
              </a:cxn>
              <a:cxn ang="0">
                <a:pos x="connsiteX115049" y="connsiteY115049"/>
              </a:cxn>
              <a:cxn ang="0">
                <a:pos x="connsiteX115050" y="connsiteY115050"/>
              </a:cxn>
              <a:cxn ang="0">
                <a:pos x="connsiteX115051" y="connsiteY115051"/>
              </a:cxn>
              <a:cxn ang="0">
                <a:pos x="connsiteX115052" y="connsiteY115052"/>
              </a:cxn>
              <a:cxn ang="0">
                <a:pos x="connsiteX115053" y="connsiteY115053"/>
              </a:cxn>
              <a:cxn ang="0">
                <a:pos x="connsiteX115054" y="connsiteY115054"/>
              </a:cxn>
              <a:cxn ang="0">
                <a:pos x="connsiteX115055" y="connsiteY115055"/>
              </a:cxn>
              <a:cxn ang="0">
                <a:pos x="connsiteX115056" y="connsiteY115056"/>
              </a:cxn>
              <a:cxn ang="0">
                <a:pos x="connsiteX115057" y="connsiteY115057"/>
              </a:cxn>
              <a:cxn ang="0">
                <a:pos x="connsiteX115058" y="connsiteY115058"/>
              </a:cxn>
              <a:cxn ang="0">
                <a:pos x="connsiteX115059" y="connsiteY115059"/>
              </a:cxn>
              <a:cxn ang="0">
                <a:pos x="connsiteX115060" y="connsiteY115060"/>
              </a:cxn>
              <a:cxn ang="0">
                <a:pos x="connsiteX115061" y="connsiteY115061"/>
              </a:cxn>
              <a:cxn ang="0">
                <a:pos x="connsiteX115062" y="connsiteY115062"/>
              </a:cxn>
              <a:cxn ang="0">
                <a:pos x="connsiteX115063" y="connsiteY115063"/>
              </a:cxn>
              <a:cxn ang="0">
                <a:pos x="connsiteX115064" y="connsiteY115064"/>
              </a:cxn>
              <a:cxn ang="0">
                <a:pos x="connsiteX115065" y="connsiteY115065"/>
              </a:cxn>
              <a:cxn ang="0">
                <a:pos x="connsiteX115066" y="connsiteY115066"/>
              </a:cxn>
              <a:cxn ang="0">
                <a:pos x="connsiteX115067" y="connsiteY115067"/>
              </a:cxn>
              <a:cxn ang="0">
                <a:pos x="connsiteX115068" y="connsiteY115068"/>
              </a:cxn>
              <a:cxn ang="0">
                <a:pos x="connsiteX115069" y="connsiteY115069"/>
              </a:cxn>
              <a:cxn ang="0">
                <a:pos x="connsiteX115070" y="connsiteY115070"/>
              </a:cxn>
              <a:cxn ang="0">
                <a:pos x="connsiteX115071" y="connsiteY115071"/>
              </a:cxn>
              <a:cxn ang="0">
                <a:pos x="connsiteX115072" y="connsiteY115072"/>
              </a:cxn>
              <a:cxn ang="0">
                <a:pos x="connsiteX115073" y="connsiteY115073"/>
              </a:cxn>
              <a:cxn ang="0">
                <a:pos x="connsiteX115074" y="connsiteY115074"/>
              </a:cxn>
              <a:cxn ang="0">
                <a:pos x="connsiteX115075" y="connsiteY115075"/>
              </a:cxn>
              <a:cxn ang="0">
                <a:pos x="connsiteX115076" y="connsiteY115076"/>
              </a:cxn>
              <a:cxn ang="0">
                <a:pos x="connsiteX115077" y="connsiteY115077"/>
              </a:cxn>
              <a:cxn ang="0">
                <a:pos x="connsiteX115078" y="connsiteY115078"/>
              </a:cxn>
              <a:cxn ang="0">
                <a:pos x="connsiteX115079" y="connsiteY115079"/>
              </a:cxn>
              <a:cxn ang="0">
                <a:pos x="connsiteX115080" y="connsiteY115080"/>
              </a:cxn>
              <a:cxn ang="0">
                <a:pos x="connsiteX115081" y="connsiteY115081"/>
              </a:cxn>
              <a:cxn ang="0">
                <a:pos x="connsiteX115082" y="connsiteY115082"/>
              </a:cxn>
              <a:cxn ang="0">
                <a:pos x="connsiteX115083" y="connsiteY115083"/>
              </a:cxn>
              <a:cxn ang="0">
                <a:pos x="connsiteX115084" y="connsiteY115084"/>
              </a:cxn>
              <a:cxn ang="0">
                <a:pos x="connsiteX115085" y="connsiteY115085"/>
              </a:cxn>
              <a:cxn ang="0">
                <a:pos x="connsiteX115086" y="connsiteY115086"/>
              </a:cxn>
              <a:cxn ang="0">
                <a:pos x="connsiteX115087" y="connsiteY115087"/>
              </a:cxn>
              <a:cxn ang="0">
                <a:pos x="connsiteX115088" y="connsiteY115088"/>
              </a:cxn>
              <a:cxn ang="0">
                <a:pos x="connsiteX115089" y="connsiteY115089"/>
              </a:cxn>
              <a:cxn ang="0">
                <a:pos x="connsiteX115090" y="connsiteY115090"/>
              </a:cxn>
              <a:cxn ang="0">
                <a:pos x="connsiteX115091" y="connsiteY115091"/>
              </a:cxn>
              <a:cxn ang="0">
                <a:pos x="connsiteX115092" y="connsiteY115092"/>
              </a:cxn>
              <a:cxn ang="0">
                <a:pos x="connsiteX115093" y="connsiteY115093"/>
              </a:cxn>
              <a:cxn ang="0">
                <a:pos x="connsiteX115094" y="connsiteY115094"/>
              </a:cxn>
              <a:cxn ang="0">
                <a:pos x="connsiteX115095" y="connsiteY115095"/>
              </a:cxn>
              <a:cxn ang="0">
                <a:pos x="connsiteX115096" y="connsiteY115096"/>
              </a:cxn>
              <a:cxn ang="0">
                <a:pos x="connsiteX115097" y="connsiteY115097"/>
              </a:cxn>
              <a:cxn ang="0">
                <a:pos x="connsiteX115098" y="connsiteY115098"/>
              </a:cxn>
              <a:cxn ang="0">
                <a:pos x="connsiteX115099" y="connsiteY115099"/>
              </a:cxn>
              <a:cxn ang="0">
                <a:pos x="connsiteX115100" y="connsiteY115100"/>
              </a:cxn>
              <a:cxn ang="0">
                <a:pos x="connsiteX115101" y="connsiteY115101"/>
              </a:cxn>
              <a:cxn ang="0">
                <a:pos x="connsiteX115102" y="connsiteY115102"/>
              </a:cxn>
              <a:cxn ang="0">
                <a:pos x="connsiteX115103" y="connsiteY115103"/>
              </a:cxn>
              <a:cxn ang="0">
                <a:pos x="connsiteX115104" y="connsiteY115104"/>
              </a:cxn>
              <a:cxn ang="0">
                <a:pos x="connsiteX115105" y="connsiteY115105"/>
              </a:cxn>
              <a:cxn ang="0">
                <a:pos x="connsiteX115106" y="connsiteY115106"/>
              </a:cxn>
              <a:cxn ang="0">
                <a:pos x="connsiteX115107" y="connsiteY115107"/>
              </a:cxn>
              <a:cxn ang="0">
                <a:pos x="connsiteX115108" y="connsiteY115108"/>
              </a:cxn>
              <a:cxn ang="0">
                <a:pos x="connsiteX115109" y="connsiteY115109"/>
              </a:cxn>
              <a:cxn ang="0">
                <a:pos x="connsiteX115110" y="connsiteY115110"/>
              </a:cxn>
              <a:cxn ang="0">
                <a:pos x="connsiteX115111" y="connsiteY115111"/>
              </a:cxn>
              <a:cxn ang="0">
                <a:pos x="connsiteX115112" y="connsiteY115112"/>
              </a:cxn>
              <a:cxn ang="0">
                <a:pos x="connsiteX115113" y="connsiteY115113"/>
              </a:cxn>
              <a:cxn ang="0">
                <a:pos x="connsiteX115114" y="connsiteY115114"/>
              </a:cxn>
              <a:cxn ang="0">
                <a:pos x="connsiteX115115" y="connsiteY115115"/>
              </a:cxn>
              <a:cxn ang="0">
                <a:pos x="connsiteX115116" y="connsiteY115116"/>
              </a:cxn>
              <a:cxn ang="0">
                <a:pos x="connsiteX115117" y="connsiteY115117"/>
              </a:cxn>
              <a:cxn ang="0">
                <a:pos x="connsiteX115118" y="connsiteY115118"/>
              </a:cxn>
              <a:cxn ang="0">
                <a:pos x="connsiteX115119" y="connsiteY115119"/>
              </a:cxn>
              <a:cxn ang="0">
                <a:pos x="connsiteX115120" y="connsiteY115120"/>
              </a:cxn>
              <a:cxn ang="0">
                <a:pos x="connsiteX115121" y="connsiteY115121"/>
              </a:cxn>
              <a:cxn ang="0">
                <a:pos x="connsiteX115122" y="connsiteY115122"/>
              </a:cxn>
              <a:cxn ang="0">
                <a:pos x="connsiteX115123" y="connsiteY115123"/>
              </a:cxn>
              <a:cxn ang="0">
                <a:pos x="connsiteX115124" y="connsiteY115124"/>
              </a:cxn>
              <a:cxn ang="0">
                <a:pos x="connsiteX115125" y="connsiteY115125"/>
              </a:cxn>
              <a:cxn ang="0">
                <a:pos x="connsiteX115126" y="connsiteY115126"/>
              </a:cxn>
              <a:cxn ang="0">
                <a:pos x="connsiteX115127" y="connsiteY115127"/>
              </a:cxn>
              <a:cxn ang="0">
                <a:pos x="connsiteX115128" y="connsiteY115128"/>
              </a:cxn>
              <a:cxn ang="0">
                <a:pos x="connsiteX115129" y="connsiteY115129"/>
              </a:cxn>
              <a:cxn ang="0">
                <a:pos x="connsiteX115130" y="connsiteY115130"/>
              </a:cxn>
              <a:cxn ang="0">
                <a:pos x="connsiteX115131" y="connsiteY115131"/>
              </a:cxn>
              <a:cxn ang="0">
                <a:pos x="connsiteX115132" y="connsiteY115132"/>
              </a:cxn>
              <a:cxn ang="0">
                <a:pos x="connsiteX115133" y="connsiteY115133"/>
              </a:cxn>
              <a:cxn ang="0">
                <a:pos x="connsiteX115134" y="connsiteY115134"/>
              </a:cxn>
              <a:cxn ang="0">
                <a:pos x="connsiteX115135" y="connsiteY115135"/>
              </a:cxn>
              <a:cxn ang="0">
                <a:pos x="connsiteX115136" y="connsiteY115136"/>
              </a:cxn>
              <a:cxn ang="0">
                <a:pos x="connsiteX115137" y="connsiteY115137"/>
              </a:cxn>
              <a:cxn ang="0">
                <a:pos x="connsiteX115138" y="connsiteY115138"/>
              </a:cxn>
              <a:cxn ang="0">
                <a:pos x="connsiteX115139" y="connsiteY115139"/>
              </a:cxn>
              <a:cxn ang="0">
                <a:pos x="connsiteX115140" y="connsiteY115140"/>
              </a:cxn>
              <a:cxn ang="0">
                <a:pos x="connsiteX115141" y="connsiteY115141"/>
              </a:cxn>
              <a:cxn ang="0">
                <a:pos x="connsiteX115142" y="connsiteY115142"/>
              </a:cxn>
              <a:cxn ang="0">
                <a:pos x="connsiteX115143" y="connsiteY115143"/>
              </a:cxn>
              <a:cxn ang="0">
                <a:pos x="connsiteX115144" y="connsiteY115144"/>
              </a:cxn>
              <a:cxn ang="0">
                <a:pos x="connsiteX115145" y="connsiteY115145"/>
              </a:cxn>
              <a:cxn ang="0">
                <a:pos x="connsiteX115146" y="connsiteY115146"/>
              </a:cxn>
              <a:cxn ang="0">
                <a:pos x="connsiteX115147" y="connsiteY115147"/>
              </a:cxn>
              <a:cxn ang="0">
                <a:pos x="connsiteX115148" y="connsiteY115148"/>
              </a:cxn>
              <a:cxn ang="0">
                <a:pos x="connsiteX115149" y="connsiteY115149"/>
              </a:cxn>
              <a:cxn ang="0">
                <a:pos x="connsiteX115150" y="connsiteY115150"/>
              </a:cxn>
              <a:cxn ang="0">
                <a:pos x="connsiteX115151" y="connsiteY115151"/>
              </a:cxn>
              <a:cxn ang="0">
                <a:pos x="connsiteX115152" y="connsiteY115152"/>
              </a:cxn>
              <a:cxn ang="0">
                <a:pos x="connsiteX115153" y="connsiteY115153"/>
              </a:cxn>
              <a:cxn ang="0">
                <a:pos x="connsiteX115154" y="connsiteY115154"/>
              </a:cxn>
              <a:cxn ang="0">
                <a:pos x="connsiteX115155" y="connsiteY115155"/>
              </a:cxn>
              <a:cxn ang="0">
                <a:pos x="connsiteX115156" y="connsiteY115156"/>
              </a:cxn>
              <a:cxn ang="0">
                <a:pos x="connsiteX115157" y="connsiteY115157"/>
              </a:cxn>
              <a:cxn ang="0">
                <a:pos x="connsiteX115158" y="connsiteY115158"/>
              </a:cxn>
              <a:cxn ang="0">
                <a:pos x="connsiteX115159" y="connsiteY115159"/>
              </a:cxn>
              <a:cxn ang="0">
                <a:pos x="connsiteX115160" y="connsiteY115160"/>
              </a:cxn>
              <a:cxn ang="0">
                <a:pos x="connsiteX115161" y="connsiteY115161"/>
              </a:cxn>
              <a:cxn ang="0">
                <a:pos x="connsiteX115162" y="connsiteY115162"/>
              </a:cxn>
              <a:cxn ang="0">
                <a:pos x="connsiteX115163" y="connsiteY115163"/>
              </a:cxn>
              <a:cxn ang="0">
                <a:pos x="connsiteX115164" y="connsiteY115164"/>
              </a:cxn>
              <a:cxn ang="0">
                <a:pos x="connsiteX115165" y="connsiteY115165"/>
              </a:cxn>
              <a:cxn ang="0">
                <a:pos x="connsiteX115166" y="connsiteY115166"/>
              </a:cxn>
              <a:cxn ang="0">
                <a:pos x="connsiteX115167" y="connsiteY115167"/>
              </a:cxn>
              <a:cxn ang="0">
                <a:pos x="connsiteX115168" y="connsiteY115168"/>
              </a:cxn>
              <a:cxn ang="0">
                <a:pos x="connsiteX115169" y="connsiteY115169"/>
              </a:cxn>
              <a:cxn ang="0">
                <a:pos x="connsiteX115170" y="connsiteY115170"/>
              </a:cxn>
              <a:cxn ang="0">
                <a:pos x="connsiteX115171" y="connsiteY115171"/>
              </a:cxn>
              <a:cxn ang="0">
                <a:pos x="connsiteX115172" y="connsiteY115172"/>
              </a:cxn>
              <a:cxn ang="0">
                <a:pos x="connsiteX115173" y="connsiteY115173"/>
              </a:cxn>
              <a:cxn ang="0">
                <a:pos x="connsiteX115174" y="connsiteY115174"/>
              </a:cxn>
              <a:cxn ang="0">
                <a:pos x="connsiteX115175" y="connsiteY115175"/>
              </a:cxn>
              <a:cxn ang="0">
                <a:pos x="connsiteX115176" y="connsiteY115176"/>
              </a:cxn>
              <a:cxn ang="0">
                <a:pos x="connsiteX115177" y="connsiteY115177"/>
              </a:cxn>
              <a:cxn ang="0">
                <a:pos x="connsiteX115178" y="connsiteY115178"/>
              </a:cxn>
              <a:cxn ang="0">
                <a:pos x="connsiteX115179" y="connsiteY115179"/>
              </a:cxn>
              <a:cxn ang="0">
                <a:pos x="connsiteX115180" y="connsiteY115180"/>
              </a:cxn>
              <a:cxn ang="0">
                <a:pos x="connsiteX115181" y="connsiteY115181"/>
              </a:cxn>
              <a:cxn ang="0">
                <a:pos x="connsiteX115182" y="connsiteY115182"/>
              </a:cxn>
              <a:cxn ang="0">
                <a:pos x="connsiteX115183" y="connsiteY115183"/>
              </a:cxn>
              <a:cxn ang="0">
                <a:pos x="connsiteX115184" y="connsiteY115184"/>
              </a:cxn>
              <a:cxn ang="0">
                <a:pos x="connsiteX115185" y="connsiteY115185"/>
              </a:cxn>
              <a:cxn ang="0">
                <a:pos x="connsiteX115186" y="connsiteY115186"/>
              </a:cxn>
              <a:cxn ang="0">
                <a:pos x="connsiteX115187" y="connsiteY115187"/>
              </a:cxn>
              <a:cxn ang="0">
                <a:pos x="connsiteX115188" y="connsiteY115188"/>
              </a:cxn>
              <a:cxn ang="0">
                <a:pos x="connsiteX115189" y="connsiteY115189"/>
              </a:cxn>
              <a:cxn ang="0">
                <a:pos x="connsiteX115190" y="connsiteY115190"/>
              </a:cxn>
              <a:cxn ang="0">
                <a:pos x="connsiteX115191" y="connsiteY115191"/>
              </a:cxn>
              <a:cxn ang="0">
                <a:pos x="connsiteX115192" y="connsiteY115192"/>
              </a:cxn>
              <a:cxn ang="0">
                <a:pos x="connsiteX115193" y="connsiteY115193"/>
              </a:cxn>
              <a:cxn ang="0">
                <a:pos x="connsiteX115194" y="connsiteY115194"/>
              </a:cxn>
              <a:cxn ang="0">
                <a:pos x="connsiteX115195" y="connsiteY115195"/>
              </a:cxn>
              <a:cxn ang="0">
                <a:pos x="connsiteX115196" y="connsiteY115196"/>
              </a:cxn>
              <a:cxn ang="0">
                <a:pos x="connsiteX115197" y="connsiteY115197"/>
              </a:cxn>
              <a:cxn ang="0">
                <a:pos x="connsiteX115198" y="connsiteY115198"/>
              </a:cxn>
              <a:cxn ang="0">
                <a:pos x="connsiteX115199" y="connsiteY115199"/>
              </a:cxn>
              <a:cxn ang="0">
                <a:pos x="connsiteX115200" y="connsiteY115200"/>
              </a:cxn>
              <a:cxn ang="0">
                <a:pos x="connsiteX115201" y="connsiteY115201"/>
              </a:cxn>
              <a:cxn ang="0">
                <a:pos x="connsiteX115202" y="connsiteY115202"/>
              </a:cxn>
              <a:cxn ang="0">
                <a:pos x="connsiteX115203" y="connsiteY115203"/>
              </a:cxn>
              <a:cxn ang="0">
                <a:pos x="connsiteX115204" y="connsiteY115204"/>
              </a:cxn>
              <a:cxn ang="0">
                <a:pos x="connsiteX115205" y="connsiteY115205"/>
              </a:cxn>
              <a:cxn ang="0">
                <a:pos x="connsiteX115206" y="connsiteY115206"/>
              </a:cxn>
              <a:cxn ang="0">
                <a:pos x="connsiteX115207" y="connsiteY115207"/>
              </a:cxn>
              <a:cxn ang="0">
                <a:pos x="connsiteX115208" y="connsiteY115208"/>
              </a:cxn>
              <a:cxn ang="0">
                <a:pos x="connsiteX115209" y="connsiteY115209"/>
              </a:cxn>
              <a:cxn ang="0">
                <a:pos x="connsiteX115210" y="connsiteY115210"/>
              </a:cxn>
              <a:cxn ang="0">
                <a:pos x="connsiteX115211" y="connsiteY115211"/>
              </a:cxn>
              <a:cxn ang="0">
                <a:pos x="connsiteX115212" y="connsiteY115212"/>
              </a:cxn>
              <a:cxn ang="0">
                <a:pos x="connsiteX115213" y="connsiteY115213"/>
              </a:cxn>
              <a:cxn ang="0">
                <a:pos x="connsiteX115214" y="connsiteY115214"/>
              </a:cxn>
              <a:cxn ang="0">
                <a:pos x="connsiteX115215" y="connsiteY115215"/>
              </a:cxn>
              <a:cxn ang="0">
                <a:pos x="connsiteX115216" y="connsiteY115216"/>
              </a:cxn>
              <a:cxn ang="0">
                <a:pos x="connsiteX115217" y="connsiteY115217"/>
              </a:cxn>
              <a:cxn ang="0">
                <a:pos x="connsiteX115218" y="connsiteY115218"/>
              </a:cxn>
              <a:cxn ang="0">
                <a:pos x="connsiteX115219" y="connsiteY115219"/>
              </a:cxn>
              <a:cxn ang="0">
                <a:pos x="connsiteX115220" y="connsiteY115220"/>
              </a:cxn>
              <a:cxn ang="0">
                <a:pos x="connsiteX115221" y="connsiteY115221"/>
              </a:cxn>
              <a:cxn ang="0">
                <a:pos x="connsiteX115222" y="connsiteY115222"/>
              </a:cxn>
              <a:cxn ang="0">
                <a:pos x="connsiteX115223" y="connsiteY115223"/>
              </a:cxn>
              <a:cxn ang="0">
                <a:pos x="connsiteX115224" y="connsiteY115224"/>
              </a:cxn>
              <a:cxn ang="0">
                <a:pos x="connsiteX115225" y="connsiteY115225"/>
              </a:cxn>
              <a:cxn ang="0">
                <a:pos x="connsiteX115226" y="connsiteY115226"/>
              </a:cxn>
              <a:cxn ang="0">
                <a:pos x="connsiteX115227" y="connsiteY115227"/>
              </a:cxn>
              <a:cxn ang="0">
                <a:pos x="connsiteX115228" y="connsiteY115228"/>
              </a:cxn>
              <a:cxn ang="0">
                <a:pos x="connsiteX115229" y="connsiteY115229"/>
              </a:cxn>
              <a:cxn ang="0">
                <a:pos x="connsiteX115230" y="connsiteY115230"/>
              </a:cxn>
              <a:cxn ang="0">
                <a:pos x="connsiteX115231" y="connsiteY115231"/>
              </a:cxn>
              <a:cxn ang="0">
                <a:pos x="connsiteX115232" y="connsiteY115232"/>
              </a:cxn>
              <a:cxn ang="0">
                <a:pos x="connsiteX115233" y="connsiteY115233"/>
              </a:cxn>
              <a:cxn ang="0">
                <a:pos x="connsiteX115234" y="connsiteY115234"/>
              </a:cxn>
              <a:cxn ang="0">
                <a:pos x="connsiteX115235" y="connsiteY115235"/>
              </a:cxn>
              <a:cxn ang="0">
                <a:pos x="connsiteX115236" y="connsiteY115236"/>
              </a:cxn>
              <a:cxn ang="0">
                <a:pos x="connsiteX115237" y="connsiteY115237"/>
              </a:cxn>
              <a:cxn ang="0">
                <a:pos x="connsiteX115238" y="connsiteY115238"/>
              </a:cxn>
              <a:cxn ang="0">
                <a:pos x="connsiteX115239" y="connsiteY115239"/>
              </a:cxn>
              <a:cxn ang="0">
                <a:pos x="connsiteX115240" y="connsiteY115240"/>
              </a:cxn>
              <a:cxn ang="0">
                <a:pos x="connsiteX115241" y="connsiteY115241"/>
              </a:cxn>
              <a:cxn ang="0">
                <a:pos x="connsiteX115242" y="connsiteY115242"/>
              </a:cxn>
              <a:cxn ang="0">
                <a:pos x="connsiteX115243" y="connsiteY115243"/>
              </a:cxn>
              <a:cxn ang="0">
                <a:pos x="connsiteX115244" y="connsiteY115244"/>
              </a:cxn>
              <a:cxn ang="0">
                <a:pos x="connsiteX115245" y="connsiteY115245"/>
              </a:cxn>
              <a:cxn ang="0">
                <a:pos x="connsiteX115246" y="connsiteY115246"/>
              </a:cxn>
              <a:cxn ang="0">
                <a:pos x="connsiteX115247" y="connsiteY115247"/>
              </a:cxn>
              <a:cxn ang="0">
                <a:pos x="connsiteX115248" y="connsiteY115248"/>
              </a:cxn>
              <a:cxn ang="0">
                <a:pos x="connsiteX115249" y="connsiteY115249"/>
              </a:cxn>
              <a:cxn ang="0">
                <a:pos x="connsiteX115250" y="connsiteY115250"/>
              </a:cxn>
              <a:cxn ang="0">
                <a:pos x="connsiteX115251" y="connsiteY115251"/>
              </a:cxn>
              <a:cxn ang="0">
                <a:pos x="connsiteX115252" y="connsiteY115252"/>
              </a:cxn>
              <a:cxn ang="0">
                <a:pos x="connsiteX115253" y="connsiteY115253"/>
              </a:cxn>
              <a:cxn ang="0">
                <a:pos x="connsiteX115254" y="connsiteY115254"/>
              </a:cxn>
              <a:cxn ang="0">
                <a:pos x="connsiteX115255" y="connsiteY115255"/>
              </a:cxn>
              <a:cxn ang="0">
                <a:pos x="connsiteX115256" y="connsiteY115256"/>
              </a:cxn>
              <a:cxn ang="0">
                <a:pos x="connsiteX115257" y="connsiteY115257"/>
              </a:cxn>
              <a:cxn ang="0">
                <a:pos x="connsiteX115258" y="connsiteY115258"/>
              </a:cxn>
              <a:cxn ang="0">
                <a:pos x="connsiteX115259" y="connsiteY115259"/>
              </a:cxn>
              <a:cxn ang="0">
                <a:pos x="connsiteX115260" y="connsiteY115260"/>
              </a:cxn>
              <a:cxn ang="0">
                <a:pos x="connsiteX115261" y="connsiteY115261"/>
              </a:cxn>
              <a:cxn ang="0">
                <a:pos x="connsiteX115262" y="connsiteY115262"/>
              </a:cxn>
              <a:cxn ang="0">
                <a:pos x="connsiteX115263" y="connsiteY115263"/>
              </a:cxn>
              <a:cxn ang="0">
                <a:pos x="connsiteX115264" y="connsiteY115264"/>
              </a:cxn>
              <a:cxn ang="0">
                <a:pos x="connsiteX115265" y="connsiteY115265"/>
              </a:cxn>
              <a:cxn ang="0">
                <a:pos x="connsiteX115266" y="connsiteY115266"/>
              </a:cxn>
              <a:cxn ang="0">
                <a:pos x="connsiteX115267" y="connsiteY115267"/>
              </a:cxn>
              <a:cxn ang="0">
                <a:pos x="connsiteX115268" y="connsiteY115268"/>
              </a:cxn>
              <a:cxn ang="0">
                <a:pos x="connsiteX115269" y="connsiteY115269"/>
              </a:cxn>
              <a:cxn ang="0">
                <a:pos x="connsiteX115270" y="connsiteY115270"/>
              </a:cxn>
              <a:cxn ang="0">
                <a:pos x="connsiteX115271" y="connsiteY115271"/>
              </a:cxn>
              <a:cxn ang="0">
                <a:pos x="connsiteX115272" y="connsiteY115272"/>
              </a:cxn>
              <a:cxn ang="0">
                <a:pos x="connsiteX115273" y="connsiteY115273"/>
              </a:cxn>
              <a:cxn ang="0">
                <a:pos x="connsiteX115274" y="connsiteY115274"/>
              </a:cxn>
              <a:cxn ang="0">
                <a:pos x="connsiteX115275" y="connsiteY115275"/>
              </a:cxn>
              <a:cxn ang="0">
                <a:pos x="connsiteX115276" y="connsiteY115276"/>
              </a:cxn>
              <a:cxn ang="0">
                <a:pos x="connsiteX115277" y="connsiteY115277"/>
              </a:cxn>
              <a:cxn ang="0">
                <a:pos x="connsiteX115278" y="connsiteY115278"/>
              </a:cxn>
              <a:cxn ang="0">
                <a:pos x="connsiteX115279" y="connsiteY115279"/>
              </a:cxn>
              <a:cxn ang="0">
                <a:pos x="connsiteX115280" y="connsiteY115280"/>
              </a:cxn>
              <a:cxn ang="0">
                <a:pos x="connsiteX115281" y="connsiteY115281"/>
              </a:cxn>
              <a:cxn ang="0">
                <a:pos x="connsiteX115282" y="connsiteY115282"/>
              </a:cxn>
              <a:cxn ang="0">
                <a:pos x="connsiteX115283" y="connsiteY115283"/>
              </a:cxn>
              <a:cxn ang="0">
                <a:pos x="connsiteX115284" y="connsiteY115284"/>
              </a:cxn>
              <a:cxn ang="0">
                <a:pos x="connsiteX115285" y="connsiteY115285"/>
              </a:cxn>
              <a:cxn ang="0">
                <a:pos x="connsiteX115286" y="connsiteY115286"/>
              </a:cxn>
              <a:cxn ang="0">
                <a:pos x="connsiteX115287" y="connsiteY115287"/>
              </a:cxn>
              <a:cxn ang="0">
                <a:pos x="connsiteX115288" y="connsiteY115288"/>
              </a:cxn>
              <a:cxn ang="0">
                <a:pos x="connsiteX115289" y="connsiteY115289"/>
              </a:cxn>
              <a:cxn ang="0">
                <a:pos x="connsiteX115290" y="connsiteY115290"/>
              </a:cxn>
              <a:cxn ang="0">
                <a:pos x="connsiteX115291" y="connsiteY115291"/>
              </a:cxn>
              <a:cxn ang="0">
                <a:pos x="connsiteX115292" y="connsiteY115292"/>
              </a:cxn>
              <a:cxn ang="0">
                <a:pos x="connsiteX115293" y="connsiteY115293"/>
              </a:cxn>
              <a:cxn ang="0">
                <a:pos x="connsiteX115294" y="connsiteY115294"/>
              </a:cxn>
              <a:cxn ang="0">
                <a:pos x="connsiteX115295" y="connsiteY115295"/>
              </a:cxn>
              <a:cxn ang="0">
                <a:pos x="connsiteX115296" y="connsiteY115296"/>
              </a:cxn>
              <a:cxn ang="0">
                <a:pos x="connsiteX115297" y="connsiteY115297"/>
              </a:cxn>
              <a:cxn ang="0">
                <a:pos x="connsiteX115298" y="connsiteY115298"/>
              </a:cxn>
              <a:cxn ang="0">
                <a:pos x="connsiteX115299" y="connsiteY115299"/>
              </a:cxn>
              <a:cxn ang="0">
                <a:pos x="connsiteX115300" y="connsiteY115300"/>
              </a:cxn>
              <a:cxn ang="0">
                <a:pos x="connsiteX115301" y="connsiteY115301"/>
              </a:cxn>
              <a:cxn ang="0">
                <a:pos x="connsiteX115302" y="connsiteY115302"/>
              </a:cxn>
              <a:cxn ang="0">
                <a:pos x="connsiteX115303" y="connsiteY115303"/>
              </a:cxn>
              <a:cxn ang="0">
                <a:pos x="connsiteX115304" y="connsiteY115304"/>
              </a:cxn>
              <a:cxn ang="0">
                <a:pos x="connsiteX115305" y="connsiteY115305"/>
              </a:cxn>
              <a:cxn ang="0">
                <a:pos x="connsiteX115306" y="connsiteY115306"/>
              </a:cxn>
              <a:cxn ang="0">
                <a:pos x="connsiteX115307" y="connsiteY115307"/>
              </a:cxn>
              <a:cxn ang="0">
                <a:pos x="connsiteX115308" y="connsiteY115308"/>
              </a:cxn>
              <a:cxn ang="0">
                <a:pos x="connsiteX115309" y="connsiteY115309"/>
              </a:cxn>
              <a:cxn ang="0">
                <a:pos x="connsiteX115310" y="connsiteY115310"/>
              </a:cxn>
              <a:cxn ang="0">
                <a:pos x="connsiteX115311" y="connsiteY115311"/>
              </a:cxn>
              <a:cxn ang="0">
                <a:pos x="connsiteX115312" y="connsiteY115312"/>
              </a:cxn>
              <a:cxn ang="0">
                <a:pos x="connsiteX115313" y="connsiteY115313"/>
              </a:cxn>
              <a:cxn ang="0">
                <a:pos x="connsiteX115314" y="connsiteY115314"/>
              </a:cxn>
              <a:cxn ang="0">
                <a:pos x="connsiteX115315" y="connsiteY115315"/>
              </a:cxn>
              <a:cxn ang="0">
                <a:pos x="connsiteX115316" y="connsiteY115316"/>
              </a:cxn>
              <a:cxn ang="0">
                <a:pos x="connsiteX115317" y="connsiteY115317"/>
              </a:cxn>
              <a:cxn ang="0">
                <a:pos x="connsiteX115318" y="connsiteY115318"/>
              </a:cxn>
              <a:cxn ang="0">
                <a:pos x="connsiteX115319" y="connsiteY115319"/>
              </a:cxn>
              <a:cxn ang="0">
                <a:pos x="connsiteX115320" y="connsiteY115320"/>
              </a:cxn>
              <a:cxn ang="0">
                <a:pos x="connsiteX115321" y="connsiteY115321"/>
              </a:cxn>
              <a:cxn ang="0">
                <a:pos x="connsiteX115322" y="connsiteY115322"/>
              </a:cxn>
              <a:cxn ang="0">
                <a:pos x="connsiteX115323" y="connsiteY115323"/>
              </a:cxn>
              <a:cxn ang="0">
                <a:pos x="connsiteX115324" y="connsiteY115324"/>
              </a:cxn>
              <a:cxn ang="0">
                <a:pos x="connsiteX115325" y="connsiteY115325"/>
              </a:cxn>
              <a:cxn ang="0">
                <a:pos x="connsiteX115326" y="connsiteY115326"/>
              </a:cxn>
              <a:cxn ang="0">
                <a:pos x="connsiteX115327" y="connsiteY115327"/>
              </a:cxn>
              <a:cxn ang="0">
                <a:pos x="connsiteX115328" y="connsiteY115328"/>
              </a:cxn>
              <a:cxn ang="0">
                <a:pos x="connsiteX115329" y="connsiteY115329"/>
              </a:cxn>
              <a:cxn ang="0">
                <a:pos x="connsiteX115330" y="connsiteY115330"/>
              </a:cxn>
              <a:cxn ang="0">
                <a:pos x="connsiteX115331" y="connsiteY115331"/>
              </a:cxn>
              <a:cxn ang="0">
                <a:pos x="connsiteX115332" y="connsiteY115332"/>
              </a:cxn>
              <a:cxn ang="0">
                <a:pos x="connsiteX115333" y="connsiteY115333"/>
              </a:cxn>
              <a:cxn ang="0">
                <a:pos x="connsiteX115334" y="connsiteY115334"/>
              </a:cxn>
              <a:cxn ang="0">
                <a:pos x="connsiteX115335" y="connsiteY115335"/>
              </a:cxn>
              <a:cxn ang="0">
                <a:pos x="connsiteX115336" y="connsiteY115336"/>
              </a:cxn>
              <a:cxn ang="0">
                <a:pos x="connsiteX115337" y="connsiteY115337"/>
              </a:cxn>
              <a:cxn ang="0">
                <a:pos x="connsiteX115338" y="connsiteY115338"/>
              </a:cxn>
              <a:cxn ang="0">
                <a:pos x="connsiteX115339" y="connsiteY115339"/>
              </a:cxn>
              <a:cxn ang="0">
                <a:pos x="connsiteX115340" y="connsiteY115340"/>
              </a:cxn>
              <a:cxn ang="0">
                <a:pos x="connsiteX115341" y="connsiteY115341"/>
              </a:cxn>
              <a:cxn ang="0">
                <a:pos x="connsiteX115342" y="connsiteY115342"/>
              </a:cxn>
              <a:cxn ang="0">
                <a:pos x="connsiteX115343" y="connsiteY115343"/>
              </a:cxn>
              <a:cxn ang="0">
                <a:pos x="connsiteX115344" y="connsiteY115344"/>
              </a:cxn>
              <a:cxn ang="0">
                <a:pos x="connsiteX115345" y="connsiteY115345"/>
              </a:cxn>
              <a:cxn ang="0">
                <a:pos x="connsiteX115346" y="connsiteY115346"/>
              </a:cxn>
              <a:cxn ang="0">
                <a:pos x="connsiteX115347" y="connsiteY115347"/>
              </a:cxn>
              <a:cxn ang="0">
                <a:pos x="connsiteX115348" y="connsiteY115348"/>
              </a:cxn>
              <a:cxn ang="0">
                <a:pos x="connsiteX115349" y="connsiteY115349"/>
              </a:cxn>
              <a:cxn ang="0">
                <a:pos x="connsiteX115350" y="connsiteY115350"/>
              </a:cxn>
              <a:cxn ang="0">
                <a:pos x="connsiteX115351" y="connsiteY115351"/>
              </a:cxn>
              <a:cxn ang="0">
                <a:pos x="connsiteX115352" y="connsiteY115352"/>
              </a:cxn>
              <a:cxn ang="0">
                <a:pos x="connsiteX115353" y="connsiteY115353"/>
              </a:cxn>
              <a:cxn ang="0">
                <a:pos x="connsiteX115354" y="connsiteY115354"/>
              </a:cxn>
              <a:cxn ang="0">
                <a:pos x="connsiteX115355" y="connsiteY115355"/>
              </a:cxn>
              <a:cxn ang="0">
                <a:pos x="connsiteX115356" y="connsiteY115356"/>
              </a:cxn>
              <a:cxn ang="0">
                <a:pos x="connsiteX115357" y="connsiteY115357"/>
              </a:cxn>
              <a:cxn ang="0">
                <a:pos x="connsiteX115358" y="connsiteY115358"/>
              </a:cxn>
              <a:cxn ang="0">
                <a:pos x="connsiteX115359" y="connsiteY115359"/>
              </a:cxn>
              <a:cxn ang="0">
                <a:pos x="connsiteX115360" y="connsiteY115360"/>
              </a:cxn>
              <a:cxn ang="0">
                <a:pos x="connsiteX115361" y="connsiteY115361"/>
              </a:cxn>
              <a:cxn ang="0">
                <a:pos x="connsiteX115362" y="connsiteY115362"/>
              </a:cxn>
              <a:cxn ang="0">
                <a:pos x="connsiteX115363" y="connsiteY115363"/>
              </a:cxn>
              <a:cxn ang="0">
                <a:pos x="connsiteX115364" y="connsiteY115364"/>
              </a:cxn>
              <a:cxn ang="0">
                <a:pos x="connsiteX115365" y="connsiteY115365"/>
              </a:cxn>
              <a:cxn ang="0">
                <a:pos x="connsiteX115366" y="connsiteY115366"/>
              </a:cxn>
              <a:cxn ang="0">
                <a:pos x="connsiteX115367" y="connsiteY115367"/>
              </a:cxn>
              <a:cxn ang="0">
                <a:pos x="connsiteX115368" y="connsiteY115368"/>
              </a:cxn>
              <a:cxn ang="0">
                <a:pos x="connsiteX115369" y="connsiteY115369"/>
              </a:cxn>
              <a:cxn ang="0">
                <a:pos x="connsiteX115370" y="connsiteY115370"/>
              </a:cxn>
              <a:cxn ang="0">
                <a:pos x="connsiteX115371" y="connsiteY115371"/>
              </a:cxn>
              <a:cxn ang="0">
                <a:pos x="connsiteX115372" y="connsiteY115372"/>
              </a:cxn>
              <a:cxn ang="0">
                <a:pos x="connsiteX115373" y="connsiteY115373"/>
              </a:cxn>
              <a:cxn ang="0">
                <a:pos x="connsiteX115374" y="connsiteY115374"/>
              </a:cxn>
              <a:cxn ang="0">
                <a:pos x="connsiteX115375" y="connsiteY115375"/>
              </a:cxn>
              <a:cxn ang="0">
                <a:pos x="connsiteX115376" y="connsiteY115376"/>
              </a:cxn>
              <a:cxn ang="0">
                <a:pos x="connsiteX115377" y="connsiteY115377"/>
              </a:cxn>
              <a:cxn ang="0">
                <a:pos x="connsiteX115378" y="connsiteY115378"/>
              </a:cxn>
              <a:cxn ang="0">
                <a:pos x="connsiteX115379" y="connsiteY115379"/>
              </a:cxn>
              <a:cxn ang="0">
                <a:pos x="connsiteX115380" y="connsiteY115380"/>
              </a:cxn>
              <a:cxn ang="0">
                <a:pos x="connsiteX115381" y="connsiteY115381"/>
              </a:cxn>
              <a:cxn ang="0">
                <a:pos x="connsiteX115382" y="connsiteY115382"/>
              </a:cxn>
              <a:cxn ang="0">
                <a:pos x="connsiteX115383" y="connsiteY115383"/>
              </a:cxn>
              <a:cxn ang="0">
                <a:pos x="connsiteX115384" y="connsiteY115384"/>
              </a:cxn>
              <a:cxn ang="0">
                <a:pos x="connsiteX115385" y="connsiteY115385"/>
              </a:cxn>
              <a:cxn ang="0">
                <a:pos x="connsiteX115386" y="connsiteY115386"/>
              </a:cxn>
              <a:cxn ang="0">
                <a:pos x="connsiteX115387" y="connsiteY115387"/>
              </a:cxn>
              <a:cxn ang="0">
                <a:pos x="connsiteX115388" y="connsiteY115388"/>
              </a:cxn>
              <a:cxn ang="0">
                <a:pos x="connsiteX115389" y="connsiteY115389"/>
              </a:cxn>
              <a:cxn ang="0">
                <a:pos x="connsiteX115390" y="connsiteY115390"/>
              </a:cxn>
              <a:cxn ang="0">
                <a:pos x="connsiteX115391" y="connsiteY115391"/>
              </a:cxn>
              <a:cxn ang="0">
                <a:pos x="connsiteX115392" y="connsiteY115392"/>
              </a:cxn>
              <a:cxn ang="0">
                <a:pos x="connsiteX115393" y="connsiteY115393"/>
              </a:cxn>
              <a:cxn ang="0">
                <a:pos x="connsiteX115394" y="connsiteY115394"/>
              </a:cxn>
              <a:cxn ang="0">
                <a:pos x="connsiteX115395" y="connsiteY115395"/>
              </a:cxn>
              <a:cxn ang="0">
                <a:pos x="connsiteX115396" y="connsiteY115396"/>
              </a:cxn>
              <a:cxn ang="0">
                <a:pos x="connsiteX115397" y="connsiteY115397"/>
              </a:cxn>
              <a:cxn ang="0">
                <a:pos x="connsiteX115398" y="connsiteY115398"/>
              </a:cxn>
              <a:cxn ang="0">
                <a:pos x="connsiteX115399" y="connsiteY115399"/>
              </a:cxn>
              <a:cxn ang="0">
                <a:pos x="connsiteX115400" y="connsiteY115400"/>
              </a:cxn>
              <a:cxn ang="0">
                <a:pos x="connsiteX115401" y="connsiteY115401"/>
              </a:cxn>
              <a:cxn ang="0">
                <a:pos x="connsiteX115402" y="connsiteY115402"/>
              </a:cxn>
              <a:cxn ang="0">
                <a:pos x="connsiteX115403" y="connsiteY115403"/>
              </a:cxn>
              <a:cxn ang="0">
                <a:pos x="connsiteX115404" y="connsiteY115404"/>
              </a:cxn>
              <a:cxn ang="0">
                <a:pos x="connsiteX115405" y="connsiteY115405"/>
              </a:cxn>
              <a:cxn ang="0">
                <a:pos x="connsiteX115406" y="connsiteY115406"/>
              </a:cxn>
              <a:cxn ang="0">
                <a:pos x="connsiteX115407" y="connsiteY115407"/>
              </a:cxn>
              <a:cxn ang="0">
                <a:pos x="connsiteX115408" y="connsiteY115408"/>
              </a:cxn>
              <a:cxn ang="0">
                <a:pos x="connsiteX115409" y="connsiteY115409"/>
              </a:cxn>
              <a:cxn ang="0">
                <a:pos x="connsiteX115410" y="connsiteY115410"/>
              </a:cxn>
              <a:cxn ang="0">
                <a:pos x="connsiteX115411" y="connsiteY115411"/>
              </a:cxn>
              <a:cxn ang="0">
                <a:pos x="connsiteX115412" y="connsiteY115412"/>
              </a:cxn>
              <a:cxn ang="0">
                <a:pos x="connsiteX115413" y="connsiteY115413"/>
              </a:cxn>
              <a:cxn ang="0">
                <a:pos x="connsiteX115414" y="connsiteY115414"/>
              </a:cxn>
              <a:cxn ang="0">
                <a:pos x="connsiteX115415" y="connsiteY115415"/>
              </a:cxn>
              <a:cxn ang="0">
                <a:pos x="connsiteX115416" y="connsiteY115416"/>
              </a:cxn>
              <a:cxn ang="0">
                <a:pos x="connsiteX115417" y="connsiteY115417"/>
              </a:cxn>
              <a:cxn ang="0">
                <a:pos x="connsiteX115418" y="connsiteY115418"/>
              </a:cxn>
              <a:cxn ang="0">
                <a:pos x="connsiteX115419" y="connsiteY115419"/>
              </a:cxn>
              <a:cxn ang="0">
                <a:pos x="connsiteX115420" y="connsiteY115420"/>
              </a:cxn>
              <a:cxn ang="0">
                <a:pos x="connsiteX115421" y="connsiteY115421"/>
              </a:cxn>
              <a:cxn ang="0">
                <a:pos x="connsiteX115422" y="connsiteY115422"/>
              </a:cxn>
              <a:cxn ang="0">
                <a:pos x="connsiteX115423" y="connsiteY115423"/>
              </a:cxn>
              <a:cxn ang="0">
                <a:pos x="connsiteX115424" y="connsiteY115424"/>
              </a:cxn>
              <a:cxn ang="0">
                <a:pos x="connsiteX115425" y="connsiteY115425"/>
              </a:cxn>
              <a:cxn ang="0">
                <a:pos x="connsiteX115426" y="connsiteY115426"/>
              </a:cxn>
              <a:cxn ang="0">
                <a:pos x="connsiteX115427" y="connsiteY115427"/>
              </a:cxn>
              <a:cxn ang="0">
                <a:pos x="connsiteX115428" y="connsiteY115428"/>
              </a:cxn>
              <a:cxn ang="0">
                <a:pos x="connsiteX115429" y="connsiteY115429"/>
              </a:cxn>
              <a:cxn ang="0">
                <a:pos x="connsiteX115430" y="connsiteY115430"/>
              </a:cxn>
              <a:cxn ang="0">
                <a:pos x="connsiteX115431" y="connsiteY115431"/>
              </a:cxn>
              <a:cxn ang="0">
                <a:pos x="connsiteX115432" y="connsiteY115432"/>
              </a:cxn>
              <a:cxn ang="0">
                <a:pos x="connsiteX115433" y="connsiteY115433"/>
              </a:cxn>
              <a:cxn ang="0">
                <a:pos x="connsiteX115434" y="connsiteY115434"/>
              </a:cxn>
              <a:cxn ang="0">
                <a:pos x="connsiteX115435" y="connsiteY115435"/>
              </a:cxn>
              <a:cxn ang="0">
                <a:pos x="connsiteX115436" y="connsiteY115436"/>
              </a:cxn>
              <a:cxn ang="0">
                <a:pos x="connsiteX115437" y="connsiteY115437"/>
              </a:cxn>
              <a:cxn ang="0">
                <a:pos x="connsiteX115438" y="connsiteY115438"/>
              </a:cxn>
              <a:cxn ang="0">
                <a:pos x="connsiteX115439" y="connsiteY115439"/>
              </a:cxn>
              <a:cxn ang="0">
                <a:pos x="connsiteX115440" y="connsiteY115440"/>
              </a:cxn>
              <a:cxn ang="0">
                <a:pos x="connsiteX115441" y="connsiteY115441"/>
              </a:cxn>
              <a:cxn ang="0">
                <a:pos x="connsiteX115442" y="connsiteY115442"/>
              </a:cxn>
              <a:cxn ang="0">
                <a:pos x="connsiteX115443" y="connsiteY115443"/>
              </a:cxn>
              <a:cxn ang="0">
                <a:pos x="connsiteX115444" y="connsiteY115444"/>
              </a:cxn>
              <a:cxn ang="0">
                <a:pos x="connsiteX115445" y="connsiteY115445"/>
              </a:cxn>
              <a:cxn ang="0">
                <a:pos x="connsiteX115446" y="connsiteY115446"/>
              </a:cxn>
              <a:cxn ang="0">
                <a:pos x="connsiteX115447" y="connsiteY115447"/>
              </a:cxn>
              <a:cxn ang="0">
                <a:pos x="connsiteX115448" y="connsiteY115448"/>
              </a:cxn>
              <a:cxn ang="0">
                <a:pos x="connsiteX115449" y="connsiteY115449"/>
              </a:cxn>
              <a:cxn ang="0">
                <a:pos x="connsiteX115450" y="connsiteY115450"/>
              </a:cxn>
              <a:cxn ang="0">
                <a:pos x="connsiteX115451" y="connsiteY115451"/>
              </a:cxn>
              <a:cxn ang="0">
                <a:pos x="connsiteX115452" y="connsiteY115452"/>
              </a:cxn>
              <a:cxn ang="0">
                <a:pos x="connsiteX115453" y="connsiteY115453"/>
              </a:cxn>
              <a:cxn ang="0">
                <a:pos x="connsiteX115454" y="connsiteY115454"/>
              </a:cxn>
              <a:cxn ang="0">
                <a:pos x="connsiteX115455" y="connsiteY115455"/>
              </a:cxn>
              <a:cxn ang="0">
                <a:pos x="connsiteX115456" y="connsiteY115456"/>
              </a:cxn>
              <a:cxn ang="0">
                <a:pos x="connsiteX115457" y="connsiteY115457"/>
              </a:cxn>
              <a:cxn ang="0">
                <a:pos x="connsiteX115458" y="connsiteY115458"/>
              </a:cxn>
              <a:cxn ang="0">
                <a:pos x="connsiteX115459" y="connsiteY115459"/>
              </a:cxn>
              <a:cxn ang="0">
                <a:pos x="connsiteX115460" y="connsiteY115460"/>
              </a:cxn>
              <a:cxn ang="0">
                <a:pos x="connsiteX115461" y="connsiteY115461"/>
              </a:cxn>
              <a:cxn ang="0">
                <a:pos x="connsiteX115462" y="connsiteY115462"/>
              </a:cxn>
              <a:cxn ang="0">
                <a:pos x="connsiteX115463" y="connsiteY115463"/>
              </a:cxn>
              <a:cxn ang="0">
                <a:pos x="connsiteX115464" y="connsiteY115464"/>
              </a:cxn>
              <a:cxn ang="0">
                <a:pos x="connsiteX115465" y="connsiteY115465"/>
              </a:cxn>
              <a:cxn ang="0">
                <a:pos x="connsiteX115466" y="connsiteY115466"/>
              </a:cxn>
              <a:cxn ang="0">
                <a:pos x="connsiteX115467" y="connsiteY115467"/>
              </a:cxn>
              <a:cxn ang="0">
                <a:pos x="connsiteX115468" y="connsiteY115468"/>
              </a:cxn>
              <a:cxn ang="0">
                <a:pos x="connsiteX115469" y="connsiteY115469"/>
              </a:cxn>
              <a:cxn ang="0">
                <a:pos x="connsiteX115470" y="connsiteY115470"/>
              </a:cxn>
              <a:cxn ang="0">
                <a:pos x="connsiteX115471" y="connsiteY115471"/>
              </a:cxn>
              <a:cxn ang="0">
                <a:pos x="connsiteX115472" y="connsiteY115472"/>
              </a:cxn>
              <a:cxn ang="0">
                <a:pos x="connsiteX115473" y="connsiteY115473"/>
              </a:cxn>
              <a:cxn ang="0">
                <a:pos x="connsiteX115474" y="connsiteY115474"/>
              </a:cxn>
              <a:cxn ang="0">
                <a:pos x="connsiteX115475" y="connsiteY115475"/>
              </a:cxn>
              <a:cxn ang="0">
                <a:pos x="connsiteX115476" y="connsiteY115476"/>
              </a:cxn>
              <a:cxn ang="0">
                <a:pos x="connsiteX115477" y="connsiteY115477"/>
              </a:cxn>
              <a:cxn ang="0">
                <a:pos x="connsiteX115478" y="connsiteY115478"/>
              </a:cxn>
              <a:cxn ang="0">
                <a:pos x="connsiteX115479" y="connsiteY115479"/>
              </a:cxn>
              <a:cxn ang="0">
                <a:pos x="connsiteX115480" y="connsiteY115480"/>
              </a:cxn>
              <a:cxn ang="0">
                <a:pos x="connsiteX115481" y="connsiteY115481"/>
              </a:cxn>
              <a:cxn ang="0">
                <a:pos x="connsiteX115482" y="connsiteY115482"/>
              </a:cxn>
              <a:cxn ang="0">
                <a:pos x="connsiteX115483" y="connsiteY115483"/>
              </a:cxn>
              <a:cxn ang="0">
                <a:pos x="connsiteX115484" y="connsiteY115484"/>
              </a:cxn>
              <a:cxn ang="0">
                <a:pos x="connsiteX115485" y="connsiteY115485"/>
              </a:cxn>
              <a:cxn ang="0">
                <a:pos x="connsiteX115486" y="connsiteY115486"/>
              </a:cxn>
              <a:cxn ang="0">
                <a:pos x="connsiteX115487" y="connsiteY115487"/>
              </a:cxn>
              <a:cxn ang="0">
                <a:pos x="connsiteX115488" y="connsiteY115488"/>
              </a:cxn>
              <a:cxn ang="0">
                <a:pos x="connsiteX115489" y="connsiteY115489"/>
              </a:cxn>
              <a:cxn ang="0">
                <a:pos x="connsiteX115490" y="connsiteY115490"/>
              </a:cxn>
              <a:cxn ang="0">
                <a:pos x="connsiteX115491" y="connsiteY115491"/>
              </a:cxn>
              <a:cxn ang="0">
                <a:pos x="connsiteX115492" y="connsiteY115492"/>
              </a:cxn>
              <a:cxn ang="0">
                <a:pos x="connsiteX115493" y="connsiteY115493"/>
              </a:cxn>
              <a:cxn ang="0">
                <a:pos x="connsiteX115494" y="connsiteY115494"/>
              </a:cxn>
              <a:cxn ang="0">
                <a:pos x="connsiteX115495" y="connsiteY115495"/>
              </a:cxn>
              <a:cxn ang="0">
                <a:pos x="connsiteX115496" y="connsiteY115496"/>
              </a:cxn>
              <a:cxn ang="0">
                <a:pos x="connsiteX115497" y="connsiteY115497"/>
              </a:cxn>
              <a:cxn ang="0">
                <a:pos x="connsiteX115498" y="connsiteY115498"/>
              </a:cxn>
              <a:cxn ang="0">
                <a:pos x="connsiteX115499" y="connsiteY115499"/>
              </a:cxn>
              <a:cxn ang="0">
                <a:pos x="connsiteX115500" y="connsiteY115500"/>
              </a:cxn>
              <a:cxn ang="0">
                <a:pos x="connsiteX115501" y="connsiteY115501"/>
              </a:cxn>
              <a:cxn ang="0">
                <a:pos x="connsiteX115502" y="connsiteY115502"/>
              </a:cxn>
              <a:cxn ang="0">
                <a:pos x="connsiteX115503" y="connsiteY115503"/>
              </a:cxn>
              <a:cxn ang="0">
                <a:pos x="connsiteX115504" y="connsiteY115504"/>
              </a:cxn>
              <a:cxn ang="0">
                <a:pos x="connsiteX115505" y="connsiteY115505"/>
              </a:cxn>
              <a:cxn ang="0">
                <a:pos x="connsiteX115506" y="connsiteY115506"/>
              </a:cxn>
              <a:cxn ang="0">
                <a:pos x="connsiteX115507" y="connsiteY115507"/>
              </a:cxn>
              <a:cxn ang="0">
                <a:pos x="connsiteX115508" y="connsiteY115508"/>
              </a:cxn>
              <a:cxn ang="0">
                <a:pos x="connsiteX115509" y="connsiteY115509"/>
              </a:cxn>
              <a:cxn ang="0">
                <a:pos x="connsiteX115510" y="connsiteY115510"/>
              </a:cxn>
              <a:cxn ang="0">
                <a:pos x="connsiteX115511" y="connsiteY115511"/>
              </a:cxn>
              <a:cxn ang="0">
                <a:pos x="connsiteX115512" y="connsiteY115512"/>
              </a:cxn>
              <a:cxn ang="0">
                <a:pos x="connsiteX115513" y="connsiteY115513"/>
              </a:cxn>
              <a:cxn ang="0">
                <a:pos x="connsiteX115514" y="connsiteY115514"/>
              </a:cxn>
              <a:cxn ang="0">
                <a:pos x="connsiteX115515" y="connsiteY115515"/>
              </a:cxn>
              <a:cxn ang="0">
                <a:pos x="connsiteX115516" y="connsiteY115516"/>
              </a:cxn>
              <a:cxn ang="0">
                <a:pos x="connsiteX115517" y="connsiteY115517"/>
              </a:cxn>
              <a:cxn ang="0">
                <a:pos x="connsiteX115518" y="connsiteY115518"/>
              </a:cxn>
              <a:cxn ang="0">
                <a:pos x="connsiteX115519" y="connsiteY115519"/>
              </a:cxn>
              <a:cxn ang="0">
                <a:pos x="connsiteX115520" y="connsiteY115520"/>
              </a:cxn>
              <a:cxn ang="0">
                <a:pos x="connsiteX115521" y="connsiteY115521"/>
              </a:cxn>
              <a:cxn ang="0">
                <a:pos x="connsiteX115522" y="connsiteY115522"/>
              </a:cxn>
              <a:cxn ang="0">
                <a:pos x="connsiteX115523" y="connsiteY115523"/>
              </a:cxn>
              <a:cxn ang="0">
                <a:pos x="connsiteX115524" y="connsiteY115524"/>
              </a:cxn>
              <a:cxn ang="0">
                <a:pos x="connsiteX115525" y="connsiteY115525"/>
              </a:cxn>
              <a:cxn ang="0">
                <a:pos x="connsiteX115526" y="connsiteY115526"/>
              </a:cxn>
              <a:cxn ang="0">
                <a:pos x="connsiteX115527" y="connsiteY115527"/>
              </a:cxn>
              <a:cxn ang="0">
                <a:pos x="connsiteX115528" y="connsiteY115528"/>
              </a:cxn>
              <a:cxn ang="0">
                <a:pos x="connsiteX115529" y="connsiteY115529"/>
              </a:cxn>
              <a:cxn ang="0">
                <a:pos x="connsiteX115530" y="connsiteY115530"/>
              </a:cxn>
              <a:cxn ang="0">
                <a:pos x="connsiteX115531" y="connsiteY115531"/>
              </a:cxn>
              <a:cxn ang="0">
                <a:pos x="connsiteX115532" y="connsiteY115532"/>
              </a:cxn>
              <a:cxn ang="0">
                <a:pos x="connsiteX115533" y="connsiteY115533"/>
              </a:cxn>
              <a:cxn ang="0">
                <a:pos x="connsiteX115534" y="connsiteY115534"/>
              </a:cxn>
              <a:cxn ang="0">
                <a:pos x="connsiteX115535" y="connsiteY115535"/>
              </a:cxn>
              <a:cxn ang="0">
                <a:pos x="connsiteX115536" y="connsiteY115536"/>
              </a:cxn>
              <a:cxn ang="0">
                <a:pos x="connsiteX115537" y="connsiteY115537"/>
              </a:cxn>
              <a:cxn ang="0">
                <a:pos x="connsiteX115538" y="connsiteY115538"/>
              </a:cxn>
              <a:cxn ang="0">
                <a:pos x="connsiteX115539" y="connsiteY115539"/>
              </a:cxn>
              <a:cxn ang="0">
                <a:pos x="connsiteX115540" y="connsiteY115540"/>
              </a:cxn>
              <a:cxn ang="0">
                <a:pos x="connsiteX115541" y="connsiteY115541"/>
              </a:cxn>
              <a:cxn ang="0">
                <a:pos x="connsiteX115542" y="connsiteY115542"/>
              </a:cxn>
              <a:cxn ang="0">
                <a:pos x="connsiteX115543" y="connsiteY115543"/>
              </a:cxn>
              <a:cxn ang="0">
                <a:pos x="connsiteX115544" y="connsiteY115544"/>
              </a:cxn>
              <a:cxn ang="0">
                <a:pos x="connsiteX115545" y="connsiteY115545"/>
              </a:cxn>
              <a:cxn ang="0">
                <a:pos x="connsiteX115546" y="connsiteY115546"/>
              </a:cxn>
              <a:cxn ang="0">
                <a:pos x="connsiteX115547" y="connsiteY115547"/>
              </a:cxn>
              <a:cxn ang="0">
                <a:pos x="connsiteX115548" y="connsiteY115548"/>
              </a:cxn>
              <a:cxn ang="0">
                <a:pos x="connsiteX115549" y="connsiteY115549"/>
              </a:cxn>
              <a:cxn ang="0">
                <a:pos x="connsiteX115550" y="connsiteY115550"/>
              </a:cxn>
              <a:cxn ang="0">
                <a:pos x="connsiteX115551" y="connsiteY115551"/>
              </a:cxn>
              <a:cxn ang="0">
                <a:pos x="connsiteX115552" y="connsiteY115552"/>
              </a:cxn>
              <a:cxn ang="0">
                <a:pos x="connsiteX115553" y="connsiteY115553"/>
              </a:cxn>
              <a:cxn ang="0">
                <a:pos x="connsiteX115554" y="connsiteY115554"/>
              </a:cxn>
              <a:cxn ang="0">
                <a:pos x="connsiteX115555" y="connsiteY115555"/>
              </a:cxn>
              <a:cxn ang="0">
                <a:pos x="connsiteX115556" y="connsiteY115556"/>
              </a:cxn>
              <a:cxn ang="0">
                <a:pos x="connsiteX115557" y="connsiteY115557"/>
              </a:cxn>
              <a:cxn ang="0">
                <a:pos x="connsiteX115558" y="connsiteY115558"/>
              </a:cxn>
              <a:cxn ang="0">
                <a:pos x="connsiteX115559" y="connsiteY115559"/>
              </a:cxn>
              <a:cxn ang="0">
                <a:pos x="connsiteX115560" y="connsiteY115560"/>
              </a:cxn>
              <a:cxn ang="0">
                <a:pos x="connsiteX115561" y="connsiteY115561"/>
              </a:cxn>
              <a:cxn ang="0">
                <a:pos x="connsiteX115562" y="connsiteY115562"/>
              </a:cxn>
              <a:cxn ang="0">
                <a:pos x="connsiteX115563" y="connsiteY115563"/>
              </a:cxn>
              <a:cxn ang="0">
                <a:pos x="connsiteX115564" y="connsiteY115564"/>
              </a:cxn>
              <a:cxn ang="0">
                <a:pos x="connsiteX115565" y="connsiteY115565"/>
              </a:cxn>
              <a:cxn ang="0">
                <a:pos x="connsiteX115566" y="connsiteY115566"/>
              </a:cxn>
              <a:cxn ang="0">
                <a:pos x="connsiteX115567" y="connsiteY115567"/>
              </a:cxn>
              <a:cxn ang="0">
                <a:pos x="connsiteX115568" y="connsiteY115568"/>
              </a:cxn>
              <a:cxn ang="0">
                <a:pos x="connsiteX115569" y="connsiteY115569"/>
              </a:cxn>
              <a:cxn ang="0">
                <a:pos x="connsiteX115570" y="connsiteY115570"/>
              </a:cxn>
              <a:cxn ang="0">
                <a:pos x="connsiteX115571" y="connsiteY115571"/>
              </a:cxn>
              <a:cxn ang="0">
                <a:pos x="connsiteX115572" y="connsiteY115572"/>
              </a:cxn>
              <a:cxn ang="0">
                <a:pos x="connsiteX115573" y="connsiteY115573"/>
              </a:cxn>
              <a:cxn ang="0">
                <a:pos x="connsiteX115574" y="connsiteY115574"/>
              </a:cxn>
              <a:cxn ang="0">
                <a:pos x="connsiteX115575" y="connsiteY115575"/>
              </a:cxn>
              <a:cxn ang="0">
                <a:pos x="connsiteX115576" y="connsiteY115576"/>
              </a:cxn>
              <a:cxn ang="0">
                <a:pos x="connsiteX115577" y="connsiteY115577"/>
              </a:cxn>
              <a:cxn ang="0">
                <a:pos x="connsiteX115578" y="connsiteY115578"/>
              </a:cxn>
              <a:cxn ang="0">
                <a:pos x="connsiteX115579" y="connsiteY115579"/>
              </a:cxn>
              <a:cxn ang="0">
                <a:pos x="connsiteX115580" y="connsiteY115580"/>
              </a:cxn>
              <a:cxn ang="0">
                <a:pos x="connsiteX115581" y="connsiteY115581"/>
              </a:cxn>
              <a:cxn ang="0">
                <a:pos x="connsiteX115582" y="connsiteY115582"/>
              </a:cxn>
              <a:cxn ang="0">
                <a:pos x="connsiteX115583" y="connsiteY115583"/>
              </a:cxn>
              <a:cxn ang="0">
                <a:pos x="connsiteX115584" y="connsiteY115584"/>
              </a:cxn>
              <a:cxn ang="0">
                <a:pos x="connsiteX115585" y="connsiteY115585"/>
              </a:cxn>
              <a:cxn ang="0">
                <a:pos x="connsiteX115586" y="connsiteY115586"/>
              </a:cxn>
              <a:cxn ang="0">
                <a:pos x="connsiteX115587" y="connsiteY115587"/>
              </a:cxn>
              <a:cxn ang="0">
                <a:pos x="connsiteX115588" y="connsiteY115588"/>
              </a:cxn>
              <a:cxn ang="0">
                <a:pos x="connsiteX115589" y="connsiteY115589"/>
              </a:cxn>
              <a:cxn ang="0">
                <a:pos x="connsiteX115590" y="connsiteY115590"/>
              </a:cxn>
              <a:cxn ang="0">
                <a:pos x="connsiteX115591" y="connsiteY115591"/>
              </a:cxn>
              <a:cxn ang="0">
                <a:pos x="connsiteX115592" y="connsiteY115592"/>
              </a:cxn>
              <a:cxn ang="0">
                <a:pos x="connsiteX115593" y="connsiteY115593"/>
              </a:cxn>
              <a:cxn ang="0">
                <a:pos x="connsiteX115594" y="connsiteY115594"/>
              </a:cxn>
              <a:cxn ang="0">
                <a:pos x="connsiteX115595" y="connsiteY115595"/>
              </a:cxn>
              <a:cxn ang="0">
                <a:pos x="connsiteX115596" y="connsiteY115596"/>
              </a:cxn>
              <a:cxn ang="0">
                <a:pos x="connsiteX115597" y="connsiteY115597"/>
              </a:cxn>
              <a:cxn ang="0">
                <a:pos x="connsiteX115598" y="connsiteY115598"/>
              </a:cxn>
              <a:cxn ang="0">
                <a:pos x="connsiteX115599" y="connsiteY115599"/>
              </a:cxn>
              <a:cxn ang="0">
                <a:pos x="connsiteX115600" y="connsiteY115600"/>
              </a:cxn>
              <a:cxn ang="0">
                <a:pos x="connsiteX115601" y="connsiteY115601"/>
              </a:cxn>
              <a:cxn ang="0">
                <a:pos x="connsiteX115602" y="connsiteY115602"/>
              </a:cxn>
              <a:cxn ang="0">
                <a:pos x="connsiteX115603" y="connsiteY115603"/>
              </a:cxn>
              <a:cxn ang="0">
                <a:pos x="connsiteX115604" y="connsiteY115604"/>
              </a:cxn>
              <a:cxn ang="0">
                <a:pos x="connsiteX115605" y="connsiteY115605"/>
              </a:cxn>
              <a:cxn ang="0">
                <a:pos x="connsiteX115606" y="connsiteY115606"/>
              </a:cxn>
              <a:cxn ang="0">
                <a:pos x="connsiteX115607" y="connsiteY115607"/>
              </a:cxn>
              <a:cxn ang="0">
                <a:pos x="connsiteX115608" y="connsiteY115608"/>
              </a:cxn>
              <a:cxn ang="0">
                <a:pos x="connsiteX115609" y="connsiteY115609"/>
              </a:cxn>
              <a:cxn ang="0">
                <a:pos x="connsiteX115610" y="connsiteY115610"/>
              </a:cxn>
              <a:cxn ang="0">
                <a:pos x="connsiteX115611" y="connsiteY115611"/>
              </a:cxn>
              <a:cxn ang="0">
                <a:pos x="connsiteX115612" y="connsiteY115612"/>
              </a:cxn>
              <a:cxn ang="0">
                <a:pos x="connsiteX115613" y="connsiteY115613"/>
              </a:cxn>
              <a:cxn ang="0">
                <a:pos x="connsiteX115614" y="connsiteY115614"/>
              </a:cxn>
              <a:cxn ang="0">
                <a:pos x="connsiteX115615" y="connsiteY115615"/>
              </a:cxn>
              <a:cxn ang="0">
                <a:pos x="connsiteX115616" y="connsiteY115616"/>
              </a:cxn>
              <a:cxn ang="0">
                <a:pos x="connsiteX115617" y="connsiteY115617"/>
              </a:cxn>
              <a:cxn ang="0">
                <a:pos x="connsiteX115618" y="connsiteY115618"/>
              </a:cxn>
              <a:cxn ang="0">
                <a:pos x="connsiteX115619" y="connsiteY115619"/>
              </a:cxn>
              <a:cxn ang="0">
                <a:pos x="connsiteX115620" y="connsiteY115620"/>
              </a:cxn>
              <a:cxn ang="0">
                <a:pos x="connsiteX115621" y="connsiteY115621"/>
              </a:cxn>
              <a:cxn ang="0">
                <a:pos x="connsiteX115622" y="connsiteY115622"/>
              </a:cxn>
              <a:cxn ang="0">
                <a:pos x="connsiteX115623" y="connsiteY115623"/>
              </a:cxn>
              <a:cxn ang="0">
                <a:pos x="connsiteX115624" y="connsiteY115624"/>
              </a:cxn>
              <a:cxn ang="0">
                <a:pos x="connsiteX115625" y="connsiteY115625"/>
              </a:cxn>
              <a:cxn ang="0">
                <a:pos x="connsiteX115626" y="connsiteY115626"/>
              </a:cxn>
              <a:cxn ang="0">
                <a:pos x="connsiteX115627" y="connsiteY115627"/>
              </a:cxn>
              <a:cxn ang="0">
                <a:pos x="connsiteX115628" y="connsiteY115628"/>
              </a:cxn>
              <a:cxn ang="0">
                <a:pos x="connsiteX115629" y="connsiteY115629"/>
              </a:cxn>
              <a:cxn ang="0">
                <a:pos x="connsiteX115630" y="connsiteY115630"/>
              </a:cxn>
              <a:cxn ang="0">
                <a:pos x="connsiteX115631" y="connsiteY115631"/>
              </a:cxn>
              <a:cxn ang="0">
                <a:pos x="connsiteX115632" y="connsiteY115632"/>
              </a:cxn>
              <a:cxn ang="0">
                <a:pos x="connsiteX115633" y="connsiteY115633"/>
              </a:cxn>
              <a:cxn ang="0">
                <a:pos x="connsiteX115634" y="connsiteY115634"/>
              </a:cxn>
              <a:cxn ang="0">
                <a:pos x="connsiteX115635" y="connsiteY115635"/>
              </a:cxn>
              <a:cxn ang="0">
                <a:pos x="connsiteX115636" y="connsiteY115636"/>
              </a:cxn>
              <a:cxn ang="0">
                <a:pos x="connsiteX115637" y="connsiteY115637"/>
              </a:cxn>
              <a:cxn ang="0">
                <a:pos x="connsiteX115638" y="connsiteY115638"/>
              </a:cxn>
              <a:cxn ang="0">
                <a:pos x="connsiteX115639" y="connsiteY115639"/>
              </a:cxn>
              <a:cxn ang="0">
                <a:pos x="connsiteX115640" y="connsiteY115640"/>
              </a:cxn>
              <a:cxn ang="0">
                <a:pos x="connsiteX115641" y="connsiteY115641"/>
              </a:cxn>
              <a:cxn ang="0">
                <a:pos x="connsiteX115642" y="connsiteY115642"/>
              </a:cxn>
              <a:cxn ang="0">
                <a:pos x="connsiteX115643" y="connsiteY115643"/>
              </a:cxn>
              <a:cxn ang="0">
                <a:pos x="connsiteX115644" y="connsiteY115644"/>
              </a:cxn>
              <a:cxn ang="0">
                <a:pos x="connsiteX115645" y="connsiteY115645"/>
              </a:cxn>
              <a:cxn ang="0">
                <a:pos x="connsiteX115646" y="connsiteY115646"/>
              </a:cxn>
              <a:cxn ang="0">
                <a:pos x="connsiteX115647" y="connsiteY115647"/>
              </a:cxn>
              <a:cxn ang="0">
                <a:pos x="connsiteX115648" y="connsiteY115648"/>
              </a:cxn>
              <a:cxn ang="0">
                <a:pos x="connsiteX115649" y="connsiteY115649"/>
              </a:cxn>
              <a:cxn ang="0">
                <a:pos x="connsiteX115650" y="connsiteY115650"/>
              </a:cxn>
              <a:cxn ang="0">
                <a:pos x="connsiteX115651" y="connsiteY115651"/>
              </a:cxn>
              <a:cxn ang="0">
                <a:pos x="connsiteX115652" y="connsiteY115652"/>
              </a:cxn>
              <a:cxn ang="0">
                <a:pos x="connsiteX115653" y="connsiteY115653"/>
              </a:cxn>
              <a:cxn ang="0">
                <a:pos x="connsiteX115654" y="connsiteY115654"/>
              </a:cxn>
              <a:cxn ang="0">
                <a:pos x="connsiteX115655" y="connsiteY115655"/>
              </a:cxn>
              <a:cxn ang="0">
                <a:pos x="connsiteX115656" y="connsiteY115656"/>
              </a:cxn>
              <a:cxn ang="0">
                <a:pos x="connsiteX115657" y="connsiteY115657"/>
              </a:cxn>
              <a:cxn ang="0">
                <a:pos x="connsiteX115658" y="connsiteY115658"/>
              </a:cxn>
              <a:cxn ang="0">
                <a:pos x="connsiteX115659" y="connsiteY115659"/>
              </a:cxn>
              <a:cxn ang="0">
                <a:pos x="connsiteX115660" y="connsiteY115660"/>
              </a:cxn>
              <a:cxn ang="0">
                <a:pos x="connsiteX115661" y="connsiteY115661"/>
              </a:cxn>
              <a:cxn ang="0">
                <a:pos x="connsiteX115662" y="connsiteY115662"/>
              </a:cxn>
              <a:cxn ang="0">
                <a:pos x="connsiteX115663" y="connsiteY115663"/>
              </a:cxn>
              <a:cxn ang="0">
                <a:pos x="connsiteX115664" y="connsiteY115664"/>
              </a:cxn>
              <a:cxn ang="0">
                <a:pos x="connsiteX115665" y="connsiteY115665"/>
              </a:cxn>
              <a:cxn ang="0">
                <a:pos x="connsiteX115666" y="connsiteY115666"/>
              </a:cxn>
              <a:cxn ang="0">
                <a:pos x="connsiteX115667" y="connsiteY115667"/>
              </a:cxn>
              <a:cxn ang="0">
                <a:pos x="connsiteX115668" y="connsiteY115668"/>
              </a:cxn>
              <a:cxn ang="0">
                <a:pos x="connsiteX115669" y="connsiteY115669"/>
              </a:cxn>
              <a:cxn ang="0">
                <a:pos x="connsiteX115670" y="connsiteY115670"/>
              </a:cxn>
              <a:cxn ang="0">
                <a:pos x="connsiteX115671" y="connsiteY115671"/>
              </a:cxn>
              <a:cxn ang="0">
                <a:pos x="connsiteX115672" y="connsiteY115672"/>
              </a:cxn>
              <a:cxn ang="0">
                <a:pos x="connsiteX115673" y="connsiteY115673"/>
              </a:cxn>
              <a:cxn ang="0">
                <a:pos x="connsiteX115674" y="connsiteY115674"/>
              </a:cxn>
              <a:cxn ang="0">
                <a:pos x="connsiteX115675" y="connsiteY115675"/>
              </a:cxn>
              <a:cxn ang="0">
                <a:pos x="connsiteX115676" y="connsiteY115676"/>
              </a:cxn>
              <a:cxn ang="0">
                <a:pos x="connsiteX115677" y="connsiteY115677"/>
              </a:cxn>
              <a:cxn ang="0">
                <a:pos x="connsiteX115678" y="connsiteY115678"/>
              </a:cxn>
              <a:cxn ang="0">
                <a:pos x="connsiteX115679" y="connsiteY115679"/>
              </a:cxn>
              <a:cxn ang="0">
                <a:pos x="connsiteX115680" y="connsiteY115680"/>
              </a:cxn>
              <a:cxn ang="0">
                <a:pos x="connsiteX115681" y="connsiteY115681"/>
              </a:cxn>
              <a:cxn ang="0">
                <a:pos x="connsiteX115682" y="connsiteY115682"/>
              </a:cxn>
              <a:cxn ang="0">
                <a:pos x="connsiteX115683" y="connsiteY115683"/>
              </a:cxn>
              <a:cxn ang="0">
                <a:pos x="connsiteX115684" y="connsiteY115684"/>
              </a:cxn>
              <a:cxn ang="0">
                <a:pos x="connsiteX115685" y="connsiteY115685"/>
              </a:cxn>
              <a:cxn ang="0">
                <a:pos x="connsiteX115686" y="connsiteY115686"/>
              </a:cxn>
              <a:cxn ang="0">
                <a:pos x="connsiteX115687" y="connsiteY115687"/>
              </a:cxn>
              <a:cxn ang="0">
                <a:pos x="connsiteX115688" y="connsiteY115688"/>
              </a:cxn>
              <a:cxn ang="0">
                <a:pos x="connsiteX115689" y="connsiteY115689"/>
              </a:cxn>
              <a:cxn ang="0">
                <a:pos x="connsiteX115690" y="connsiteY115690"/>
              </a:cxn>
              <a:cxn ang="0">
                <a:pos x="connsiteX115691" y="connsiteY115691"/>
              </a:cxn>
              <a:cxn ang="0">
                <a:pos x="connsiteX115692" y="connsiteY115692"/>
              </a:cxn>
              <a:cxn ang="0">
                <a:pos x="connsiteX115693" y="connsiteY115693"/>
              </a:cxn>
              <a:cxn ang="0">
                <a:pos x="connsiteX115694" y="connsiteY115694"/>
              </a:cxn>
              <a:cxn ang="0">
                <a:pos x="connsiteX115695" y="connsiteY115695"/>
              </a:cxn>
              <a:cxn ang="0">
                <a:pos x="connsiteX115696" y="connsiteY115696"/>
              </a:cxn>
              <a:cxn ang="0">
                <a:pos x="connsiteX115697" y="connsiteY115697"/>
              </a:cxn>
              <a:cxn ang="0">
                <a:pos x="connsiteX115698" y="connsiteY115698"/>
              </a:cxn>
              <a:cxn ang="0">
                <a:pos x="connsiteX115699" y="connsiteY115699"/>
              </a:cxn>
              <a:cxn ang="0">
                <a:pos x="connsiteX115700" y="connsiteY115700"/>
              </a:cxn>
              <a:cxn ang="0">
                <a:pos x="connsiteX115701" y="connsiteY115701"/>
              </a:cxn>
              <a:cxn ang="0">
                <a:pos x="connsiteX115702" y="connsiteY115702"/>
              </a:cxn>
              <a:cxn ang="0">
                <a:pos x="connsiteX115703" y="connsiteY115703"/>
              </a:cxn>
              <a:cxn ang="0">
                <a:pos x="connsiteX115704" y="connsiteY115704"/>
              </a:cxn>
              <a:cxn ang="0">
                <a:pos x="connsiteX115705" y="connsiteY115705"/>
              </a:cxn>
              <a:cxn ang="0">
                <a:pos x="connsiteX115706" y="connsiteY115706"/>
              </a:cxn>
              <a:cxn ang="0">
                <a:pos x="connsiteX115707" y="connsiteY115707"/>
              </a:cxn>
              <a:cxn ang="0">
                <a:pos x="connsiteX115708" y="connsiteY115708"/>
              </a:cxn>
              <a:cxn ang="0">
                <a:pos x="connsiteX115709" y="connsiteY115709"/>
              </a:cxn>
              <a:cxn ang="0">
                <a:pos x="connsiteX115710" y="connsiteY115710"/>
              </a:cxn>
              <a:cxn ang="0">
                <a:pos x="connsiteX115711" y="connsiteY115711"/>
              </a:cxn>
              <a:cxn ang="0">
                <a:pos x="connsiteX115712" y="connsiteY115712"/>
              </a:cxn>
              <a:cxn ang="0">
                <a:pos x="connsiteX115713" y="connsiteY115713"/>
              </a:cxn>
              <a:cxn ang="0">
                <a:pos x="connsiteX115714" y="connsiteY115714"/>
              </a:cxn>
              <a:cxn ang="0">
                <a:pos x="connsiteX115715" y="connsiteY115715"/>
              </a:cxn>
              <a:cxn ang="0">
                <a:pos x="connsiteX115716" y="connsiteY115716"/>
              </a:cxn>
              <a:cxn ang="0">
                <a:pos x="connsiteX115717" y="connsiteY115717"/>
              </a:cxn>
              <a:cxn ang="0">
                <a:pos x="connsiteX115718" y="connsiteY115718"/>
              </a:cxn>
              <a:cxn ang="0">
                <a:pos x="connsiteX115719" y="connsiteY115719"/>
              </a:cxn>
              <a:cxn ang="0">
                <a:pos x="connsiteX115720" y="connsiteY115720"/>
              </a:cxn>
              <a:cxn ang="0">
                <a:pos x="connsiteX115721" y="connsiteY115721"/>
              </a:cxn>
              <a:cxn ang="0">
                <a:pos x="connsiteX115722" y="connsiteY115722"/>
              </a:cxn>
              <a:cxn ang="0">
                <a:pos x="connsiteX115723" y="connsiteY115723"/>
              </a:cxn>
              <a:cxn ang="0">
                <a:pos x="connsiteX115724" y="connsiteY115724"/>
              </a:cxn>
              <a:cxn ang="0">
                <a:pos x="connsiteX115725" y="connsiteY115725"/>
              </a:cxn>
              <a:cxn ang="0">
                <a:pos x="connsiteX115726" y="connsiteY115726"/>
              </a:cxn>
              <a:cxn ang="0">
                <a:pos x="connsiteX115727" y="connsiteY115727"/>
              </a:cxn>
              <a:cxn ang="0">
                <a:pos x="connsiteX115728" y="connsiteY115728"/>
              </a:cxn>
              <a:cxn ang="0">
                <a:pos x="connsiteX115729" y="connsiteY115729"/>
              </a:cxn>
              <a:cxn ang="0">
                <a:pos x="connsiteX115730" y="connsiteY115730"/>
              </a:cxn>
              <a:cxn ang="0">
                <a:pos x="connsiteX115731" y="connsiteY115731"/>
              </a:cxn>
              <a:cxn ang="0">
                <a:pos x="connsiteX115732" y="connsiteY115732"/>
              </a:cxn>
              <a:cxn ang="0">
                <a:pos x="connsiteX115733" y="connsiteY115733"/>
              </a:cxn>
              <a:cxn ang="0">
                <a:pos x="connsiteX115734" y="connsiteY115734"/>
              </a:cxn>
              <a:cxn ang="0">
                <a:pos x="connsiteX115735" y="connsiteY115735"/>
              </a:cxn>
              <a:cxn ang="0">
                <a:pos x="connsiteX115736" y="connsiteY115736"/>
              </a:cxn>
              <a:cxn ang="0">
                <a:pos x="connsiteX115737" y="connsiteY115737"/>
              </a:cxn>
              <a:cxn ang="0">
                <a:pos x="connsiteX115738" y="connsiteY115738"/>
              </a:cxn>
              <a:cxn ang="0">
                <a:pos x="connsiteX115739" y="connsiteY115739"/>
              </a:cxn>
              <a:cxn ang="0">
                <a:pos x="connsiteX115740" y="connsiteY115740"/>
              </a:cxn>
              <a:cxn ang="0">
                <a:pos x="connsiteX115741" y="connsiteY115741"/>
              </a:cxn>
              <a:cxn ang="0">
                <a:pos x="connsiteX115742" y="connsiteY115742"/>
              </a:cxn>
              <a:cxn ang="0">
                <a:pos x="connsiteX115743" y="connsiteY115743"/>
              </a:cxn>
              <a:cxn ang="0">
                <a:pos x="connsiteX115744" y="connsiteY115744"/>
              </a:cxn>
              <a:cxn ang="0">
                <a:pos x="connsiteX115745" y="connsiteY115745"/>
              </a:cxn>
              <a:cxn ang="0">
                <a:pos x="connsiteX115746" y="connsiteY115746"/>
              </a:cxn>
              <a:cxn ang="0">
                <a:pos x="connsiteX115747" y="connsiteY115747"/>
              </a:cxn>
              <a:cxn ang="0">
                <a:pos x="connsiteX115748" y="connsiteY115748"/>
              </a:cxn>
              <a:cxn ang="0">
                <a:pos x="connsiteX115749" y="connsiteY115749"/>
              </a:cxn>
              <a:cxn ang="0">
                <a:pos x="connsiteX115750" y="connsiteY115750"/>
              </a:cxn>
              <a:cxn ang="0">
                <a:pos x="connsiteX115751" y="connsiteY115751"/>
              </a:cxn>
              <a:cxn ang="0">
                <a:pos x="connsiteX115752" y="connsiteY115752"/>
              </a:cxn>
              <a:cxn ang="0">
                <a:pos x="connsiteX115753" y="connsiteY115753"/>
              </a:cxn>
              <a:cxn ang="0">
                <a:pos x="connsiteX115754" y="connsiteY115754"/>
              </a:cxn>
              <a:cxn ang="0">
                <a:pos x="connsiteX115755" y="connsiteY115755"/>
              </a:cxn>
              <a:cxn ang="0">
                <a:pos x="connsiteX115756" y="connsiteY115756"/>
              </a:cxn>
              <a:cxn ang="0">
                <a:pos x="connsiteX115757" y="connsiteY115757"/>
              </a:cxn>
              <a:cxn ang="0">
                <a:pos x="connsiteX115758" y="connsiteY115758"/>
              </a:cxn>
              <a:cxn ang="0">
                <a:pos x="connsiteX115759" y="connsiteY115759"/>
              </a:cxn>
              <a:cxn ang="0">
                <a:pos x="connsiteX115760" y="connsiteY115760"/>
              </a:cxn>
              <a:cxn ang="0">
                <a:pos x="connsiteX115761" y="connsiteY115761"/>
              </a:cxn>
              <a:cxn ang="0">
                <a:pos x="connsiteX115762" y="connsiteY115762"/>
              </a:cxn>
              <a:cxn ang="0">
                <a:pos x="connsiteX115763" y="connsiteY115763"/>
              </a:cxn>
              <a:cxn ang="0">
                <a:pos x="connsiteX115764" y="connsiteY115764"/>
              </a:cxn>
              <a:cxn ang="0">
                <a:pos x="connsiteX115765" y="connsiteY115765"/>
              </a:cxn>
              <a:cxn ang="0">
                <a:pos x="connsiteX115766" y="connsiteY115766"/>
              </a:cxn>
              <a:cxn ang="0">
                <a:pos x="connsiteX115767" y="connsiteY115767"/>
              </a:cxn>
              <a:cxn ang="0">
                <a:pos x="connsiteX115768" y="connsiteY115768"/>
              </a:cxn>
              <a:cxn ang="0">
                <a:pos x="connsiteX115769" y="connsiteY115769"/>
              </a:cxn>
              <a:cxn ang="0">
                <a:pos x="connsiteX115770" y="connsiteY115770"/>
              </a:cxn>
              <a:cxn ang="0">
                <a:pos x="connsiteX115771" y="connsiteY115771"/>
              </a:cxn>
              <a:cxn ang="0">
                <a:pos x="connsiteX115772" y="connsiteY115772"/>
              </a:cxn>
              <a:cxn ang="0">
                <a:pos x="connsiteX115773" y="connsiteY115773"/>
              </a:cxn>
              <a:cxn ang="0">
                <a:pos x="connsiteX115774" y="connsiteY115774"/>
              </a:cxn>
              <a:cxn ang="0">
                <a:pos x="connsiteX115775" y="connsiteY115775"/>
              </a:cxn>
              <a:cxn ang="0">
                <a:pos x="connsiteX115776" y="connsiteY115776"/>
              </a:cxn>
              <a:cxn ang="0">
                <a:pos x="connsiteX115777" y="connsiteY115777"/>
              </a:cxn>
              <a:cxn ang="0">
                <a:pos x="connsiteX115778" y="connsiteY115778"/>
              </a:cxn>
              <a:cxn ang="0">
                <a:pos x="connsiteX115779" y="connsiteY115779"/>
              </a:cxn>
              <a:cxn ang="0">
                <a:pos x="connsiteX115780" y="connsiteY115780"/>
              </a:cxn>
              <a:cxn ang="0">
                <a:pos x="connsiteX115781" y="connsiteY115781"/>
              </a:cxn>
              <a:cxn ang="0">
                <a:pos x="connsiteX115782" y="connsiteY115782"/>
              </a:cxn>
              <a:cxn ang="0">
                <a:pos x="connsiteX115783" y="connsiteY115783"/>
              </a:cxn>
              <a:cxn ang="0">
                <a:pos x="connsiteX115784" y="connsiteY115784"/>
              </a:cxn>
              <a:cxn ang="0">
                <a:pos x="connsiteX115785" y="connsiteY115785"/>
              </a:cxn>
              <a:cxn ang="0">
                <a:pos x="connsiteX115786" y="connsiteY115786"/>
              </a:cxn>
              <a:cxn ang="0">
                <a:pos x="connsiteX115787" y="connsiteY115787"/>
              </a:cxn>
              <a:cxn ang="0">
                <a:pos x="connsiteX115788" y="connsiteY115788"/>
              </a:cxn>
              <a:cxn ang="0">
                <a:pos x="connsiteX115789" y="connsiteY115789"/>
              </a:cxn>
              <a:cxn ang="0">
                <a:pos x="connsiteX115790" y="connsiteY115790"/>
              </a:cxn>
              <a:cxn ang="0">
                <a:pos x="connsiteX115791" y="connsiteY115791"/>
              </a:cxn>
              <a:cxn ang="0">
                <a:pos x="connsiteX115792" y="connsiteY115792"/>
              </a:cxn>
              <a:cxn ang="0">
                <a:pos x="connsiteX115793" y="connsiteY115793"/>
              </a:cxn>
              <a:cxn ang="0">
                <a:pos x="connsiteX115794" y="connsiteY115794"/>
              </a:cxn>
              <a:cxn ang="0">
                <a:pos x="connsiteX115795" y="connsiteY115795"/>
              </a:cxn>
              <a:cxn ang="0">
                <a:pos x="connsiteX115796" y="connsiteY115796"/>
              </a:cxn>
              <a:cxn ang="0">
                <a:pos x="connsiteX115797" y="connsiteY115797"/>
              </a:cxn>
              <a:cxn ang="0">
                <a:pos x="connsiteX115798" y="connsiteY115798"/>
              </a:cxn>
              <a:cxn ang="0">
                <a:pos x="connsiteX115799" y="connsiteY115799"/>
              </a:cxn>
              <a:cxn ang="0">
                <a:pos x="connsiteX115800" y="connsiteY115800"/>
              </a:cxn>
              <a:cxn ang="0">
                <a:pos x="connsiteX115801" y="connsiteY115801"/>
              </a:cxn>
              <a:cxn ang="0">
                <a:pos x="connsiteX115802" y="connsiteY115802"/>
              </a:cxn>
              <a:cxn ang="0">
                <a:pos x="connsiteX115803" y="connsiteY115803"/>
              </a:cxn>
              <a:cxn ang="0">
                <a:pos x="connsiteX115804" y="connsiteY115804"/>
              </a:cxn>
              <a:cxn ang="0">
                <a:pos x="connsiteX115805" y="connsiteY115805"/>
              </a:cxn>
              <a:cxn ang="0">
                <a:pos x="connsiteX115806" y="connsiteY115806"/>
              </a:cxn>
              <a:cxn ang="0">
                <a:pos x="connsiteX115807" y="connsiteY115807"/>
              </a:cxn>
              <a:cxn ang="0">
                <a:pos x="connsiteX115808" y="connsiteY115808"/>
              </a:cxn>
              <a:cxn ang="0">
                <a:pos x="connsiteX115809" y="connsiteY115809"/>
              </a:cxn>
              <a:cxn ang="0">
                <a:pos x="connsiteX115810" y="connsiteY115810"/>
              </a:cxn>
              <a:cxn ang="0">
                <a:pos x="connsiteX115811" y="connsiteY115811"/>
              </a:cxn>
              <a:cxn ang="0">
                <a:pos x="connsiteX115812" y="connsiteY115812"/>
              </a:cxn>
              <a:cxn ang="0">
                <a:pos x="connsiteX115813" y="connsiteY115813"/>
              </a:cxn>
              <a:cxn ang="0">
                <a:pos x="connsiteX115814" y="connsiteY115814"/>
              </a:cxn>
              <a:cxn ang="0">
                <a:pos x="connsiteX115815" y="connsiteY115815"/>
              </a:cxn>
              <a:cxn ang="0">
                <a:pos x="connsiteX115816" y="connsiteY115816"/>
              </a:cxn>
              <a:cxn ang="0">
                <a:pos x="connsiteX115817" y="connsiteY115817"/>
              </a:cxn>
              <a:cxn ang="0">
                <a:pos x="connsiteX115818" y="connsiteY115818"/>
              </a:cxn>
              <a:cxn ang="0">
                <a:pos x="connsiteX115819" y="connsiteY115819"/>
              </a:cxn>
              <a:cxn ang="0">
                <a:pos x="connsiteX115820" y="connsiteY115820"/>
              </a:cxn>
              <a:cxn ang="0">
                <a:pos x="connsiteX115821" y="connsiteY115821"/>
              </a:cxn>
              <a:cxn ang="0">
                <a:pos x="connsiteX115822" y="connsiteY115822"/>
              </a:cxn>
              <a:cxn ang="0">
                <a:pos x="connsiteX115823" y="connsiteY115823"/>
              </a:cxn>
              <a:cxn ang="0">
                <a:pos x="connsiteX115824" y="connsiteY115824"/>
              </a:cxn>
              <a:cxn ang="0">
                <a:pos x="connsiteX115825" y="connsiteY115825"/>
              </a:cxn>
              <a:cxn ang="0">
                <a:pos x="connsiteX115826" y="connsiteY115826"/>
              </a:cxn>
              <a:cxn ang="0">
                <a:pos x="connsiteX115827" y="connsiteY115827"/>
              </a:cxn>
              <a:cxn ang="0">
                <a:pos x="connsiteX115828" y="connsiteY115828"/>
              </a:cxn>
              <a:cxn ang="0">
                <a:pos x="connsiteX115829" y="connsiteY115829"/>
              </a:cxn>
              <a:cxn ang="0">
                <a:pos x="connsiteX115830" y="connsiteY115830"/>
              </a:cxn>
              <a:cxn ang="0">
                <a:pos x="connsiteX115831" y="connsiteY115831"/>
              </a:cxn>
              <a:cxn ang="0">
                <a:pos x="connsiteX115832" y="connsiteY115832"/>
              </a:cxn>
              <a:cxn ang="0">
                <a:pos x="connsiteX115833" y="connsiteY115833"/>
              </a:cxn>
              <a:cxn ang="0">
                <a:pos x="connsiteX115834" y="connsiteY115834"/>
              </a:cxn>
              <a:cxn ang="0">
                <a:pos x="connsiteX115835" y="connsiteY115835"/>
              </a:cxn>
              <a:cxn ang="0">
                <a:pos x="connsiteX115836" y="connsiteY115836"/>
              </a:cxn>
              <a:cxn ang="0">
                <a:pos x="connsiteX115837" y="connsiteY115837"/>
              </a:cxn>
              <a:cxn ang="0">
                <a:pos x="connsiteX115838" y="connsiteY115838"/>
              </a:cxn>
              <a:cxn ang="0">
                <a:pos x="connsiteX115839" y="connsiteY115839"/>
              </a:cxn>
              <a:cxn ang="0">
                <a:pos x="connsiteX115840" y="connsiteY115840"/>
              </a:cxn>
              <a:cxn ang="0">
                <a:pos x="connsiteX115841" y="connsiteY115841"/>
              </a:cxn>
              <a:cxn ang="0">
                <a:pos x="connsiteX115842" y="connsiteY115842"/>
              </a:cxn>
              <a:cxn ang="0">
                <a:pos x="connsiteX115843" y="connsiteY115843"/>
              </a:cxn>
              <a:cxn ang="0">
                <a:pos x="connsiteX115844" y="connsiteY115844"/>
              </a:cxn>
              <a:cxn ang="0">
                <a:pos x="connsiteX115845" y="connsiteY115845"/>
              </a:cxn>
              <a:cxn ang="0">
                <a:pos x="connsiteX115846" y="connsiteY115846"/>
              </a:cxn>
              <a:cxn ang="0">
                <a:pos x="connsiteX115847" y="connsiteY115847"/>
              </a:cxn>
              <a:cxn ang="0">
                <a:pos x="connsiteX115848" y="connsiteY115848"/>
              </a:cxn>
              <a:cxn ang="0">
                <a:pos x="connsiteX115849" y="connsiteY115849"/>
              </a:cxn>
              <a:cxn ang="0">
                <a:pos x="connsiteX115850" y="connsiteY115850"/>
              </a:cxn>
              <a:cxn ang="0">
                <a:pos x="connsiteX115851" y="connsiteY115851"/>
              </a:cxn>
              <a:cxn ang="0">
                <a:pos x="connsiteX115852" y="connsiteY115852"/>
              </a:cxn>
              <a:cxn ang="0">
                <a:pos x="connsiteX115853" y="connsiteY115853"/>
              </a:cxn>
              <a:cxn ang="0">
                <a:pos x="connsiteX115854" y="connsiteY115854"/>
              </a:cxn>
              <a:cxn ang="0">
                <a:pos x="connsiteX115855" y="connsiteY115855"/>
              </a:cxn>
              <a:cxn ang="0">
                <a:pos x="connsiteX115856" y="connsiteY115856"/>
              </a:cxn>
              <a:cxn ang="0">
                <a:pos x="connsiteX115857" y="connsiteY115857"/>
              </a:cxn>
              <a:cxn ang="0">
                <a:pos x="connsiteX115858" y="connsiteY115858"/>
              </a:cxn>
              <a:cxn ang="0">
                <a:pos x="connsiteX115859" y="connsiteY115859"/>
              </a:cxn>
              <a:cxn ang="0">
                <a:pos x="connsiteX115860" y="connsiteY115860"/>
              </a:cxn>
              <a:cxn ang="0">
                <a:pos x="connsiteX115861" y="connsiteY115861"/>
              </a:cxn>
              <a:cxn ang="0">
                <a:pos x="connsiteX115862" y="connsiteY115862"/>
              </a:cxn>
              <a:cxn ang="0">
                <a:pos x="connsiteX115863" y="connsiteY115863"/>
              </a:cxn>
              <a:cxn ang="0">
                <a:pos x="connsiteX115864" y="connsiteY115864"/>
              </a:cxn>
              <a:cxn ang="0">
                <a:pos x="connsiteX115865" y="connsiteY115865"/>
              </a:cxn>
              <a:cxn ang="0">
                <a:pos x="connsiteX115866" y="connsiteY115866"/>
              </a:cxn>
              <a:cxn ang="0">
                <a:pos x="connsiteX115867" y="connsiteY115867"/>
              </a:cxn>
              <a:cxn ang="0">
                <a:pos x="connsiteX115868" y="connsiteY115868"/>
              </a:cxn>
              <a:cxn ang="0">
                <a:pos x="connsiteX115869" y="connsiteY115869"/>
              </a:cxn>
              <a:cxn ang="0">
                <a:pos x="connsiteX115870" y="connsiteY115870"/>
              </a:cxn>
              <a:cxn ang="0">
                <a:pos x="connsiteX115871" y="connsiteY115871"/>
              </a:cxn>
              <a:cxn ang="0">
                <a:pos x="connsiteX115872" y="connsiteY115872"/>
              </a:cxn>
              <a:cxn ang="0">
                <a:pos x="connsiteX115873" y="connsiteY115873"/>
              </a:cxn>
              <a:cxn ang="0">
                <a:pos x="connsiteX115874" y="connsiteY115874"/>
              </a:cxn>
              <a:cxn ang="0">
                <a:pos x="connsiteX115875" y="connsiteY115875"/>
              </a:cxn>
              <a:cxn ang="0">
                <a:pos x="connsiteX115876" y="connsiteY115876"/>
              </a:cxn>
              <a:cxn ang="0">
                <a:pos x="connsiteX115877" y="connsiteY115877"/>
              </a:cxn>
              <a:cxn ang="0">
                <a:pos x="connsiteX115878" y="connsiteY115878"/>
              </a:cxn>
              <a:cxn ang="0">
                <a:pos x="connsiteX115879" y="connsiteY115879"/>
              </a:cxn>
              <a:cxn ang="0">
                <a:pos x="connsiteX115880" y="connsiteY115880"/>
              </a:cxn>
              <a:cxn ang="0">
                <a:pos x="connsiteX115881" y="connsiteY115881"/>
              </a:cxn>
              <a:cxn ang="0">
                <a:pos x="connsiteX115882" y="connsiteY115882"/>
              </a:cxn>
              <a:cxn ang="0">
                <a:pos x="connsiteX115883" y="connsiteY115883"/>
              </a:cxn>
              <a:cxn ang="0">
                <a:pos x="connsiteX115884" y="connsiteY115884"/>
              </a:cxn>
              <a:cxn ang="0">
                <a:pos x="connsiteX115885" y="connsiteY115885"/>
              </a:cxn>
              <a:cxn ang="0">
                <a:pos x="connsiteX115886" y="connsiteY115886"/>
              </a:cxn>
              <a:cxn ang="0">
                <a:pos x="connsiteX115887" y="connsiteY115887"/>
              </a:cxn>
              <a:cxn ang="0">
                <a:pos x="connsiteX115888" y="connsiteY115888"/>
              </a:cxn>
              <a:cxn ang="0">
                <a:pos x="connsiteX115889" y="connsiteY115889"/>
              </a:cxn>
              <a:cxn ang="0">
                <a:pos x="connsiteX115890" y="connsiteY115890"/>
              </a:cxn>
              <a:cxn ang="0">
                <a:pos x="connsiteX115891" y="connsiteY115891"/>
              </a:cxn>
              <a:cxn ang="0">
                <a:pos x="connsiteX115892" y="connsiteY115892"/>
              </a:cxn>
              <a:cxn ang="0">
                <a:pos x="connsiteX115893" y="connsiteY115893"/>
              </a:cxn>
              <a:cxn ang="0">
                <a:pos x="connsiteX115894" y="connsiteY115894"/>
              </a:cxn>
              <a:cxn ang="0">
                <a:pos x="connsiteX115895" y="connsiteY115895"/>
              </a:cxn>
              <a:cxn ang="0">
                <a:pos x="connsiteX115896" y="connsiteY115896"/>
              </a:cxn>
              <a:cxn ang="0">
                <a:pos x="connsiteX115897" y="connsiteY115897"/>
              </a:cxn>
              <a:cxn ang="0">
                <a:pos x="connsiteX115898" y="connsiteY115898"/>
              </a:cxn>
              <a:cxn ang="0">
                <a:pos x="connsiteX115899" y="connsiteY115899"/>
              </a:cxn>
              <a:cxn ang="0">
                <a:pos x="connsiteX115900" y="connsiteY115900"/>
              </a:cxn>
              <a:cxn ang="0">
                <a:pos x="connsiteX115901" y="connsiteY115901"/>
              </a:cxn>
              <a:cxn ang="0">
                <a:pos x="connsiteX115902" y="connsiteY115902"/>
              </a:cxn>
              <a:cxn ang="0">
                <a:pos x="connsiteX115903" y="connsiteY115903"/>
              </a:cxn>
              <a:cxn ang="0">
                <a:pos x="connsiteX115904" y="connsiteY115904"/>
              </a:cxn>
              <a:cxn ang="0">
                <a:pos x="connsiteX115905" y="connsiteY115905"/>
              </a:cxn>
              <a:cxn ang="0">
                <a:pos x="connsiteX115906" y="connsiteY115906"/>
              </a:cxn>
              <a:cxn ang="0">
                <a:pos x="connsiteX115907" y="connsiteY115907"/>
              </a:cxn>
              <a:cxn ang="0">
                <a:pos x="connsiteX115908" y="connsiteY115908"/>
              </a:cxn>
              <a:cxn ang="0">
                <a:pos x="connsiteX115909" y="connsiteY115909"/>
              </a:cxn>
              <a:cxn ang="0">
                <a:pos x="connsiteX115910" y="connsiteY115910"/>
              </a:cxn>
              <a:cxn ang="0">
                <a:pos x="connsiteX115911" y="connsiteY115911"/>
              </a:cxn>
              <a:cxn ang="0">
                <a:pos x="connsiteX115912" y="connsiteY115912"/>
              </a:cxn>
              <a:cxn ang="0">
                <a:pos x="connsiteX115913" y="connsiteY115913"/>
              </a:cxn>
              <a:cxn ang="0">
                <a:pos x="connsiteX115914" y="connsiteY115914"/>
              </a:cxn>
              <a:cxn ang="0">
                <a:pos x="connsiteX115915" y="connsiteY115915"/>
              </a:cxn>
              <a:cxn ang="0">
                <a:pos x="connsiteX115916" y="connsiteY115916"/>
              </a:cxn>
              <a:cxn ang="0">
                <a:pos x="connsiteX115917" y="connsiteY115917"/>
              </a:cxn>
              <a:cxn ang="0">
                <a:pos x="connsiteX115918" y="connsiteY115918"/>
              </a:cxn>
              <a:cxn ang="0">
                <a:pos x="connsiteX115919" y="connsiteY115919"/>
              </a:cxn>
              <a:cxn ang="0">
                <a:pos x="connsiteX115920" y="connsiteY115920"/>
              </a:cxn>
              <a:cxn ang="0">
                <a:pos x="connsiteX115921" y="connsiteY115921"/>
              </a:cxn>
              <a:cxn ang="0">
                <a:pos x="connsiteX115922" y="connsiteY115922"/>
              </a:cxn>
              <a:cxn ang="0">
                <a:pos x="connsiteX115923" y="connsiteY115923"/>
              </a:cxn>
              <a:cxn ang="0">
                <a:pos x="connsiteX115924" y="connsiteY115924"/>
              </a:cxn>
              <a:cxn ang="0">
                <a:pos x="connsiteX115925" y="connsiteY115925"/>
              </a:cxn>
              <a:cxn ang="0">
                <a:pos x="connsiteX115926" y="connsiteY115926"/>
              </a:cxn>
              <a:cxn ang="0">
                <a:pos x="connsiteX115927" y="connsiteY115927"/>
              </a:cxn>
              <a:cxn ang="0">
                <a:pos x="connsiteX115928" y="connsiteY115928"/>
              </a:cxn>
              <a:cxn ang="0">
                <a:pos x="connsiteX115929" y="connsiteY115929"/>
              </a:cxn>
              <a:cxn ang="0">
                <a:pos x="connsiteX115930" y="connsiteY115930"/>
              </a:cxn>
              <a:cxn ang="0">
                <a:pos x="connsiteX115931" y="connsiteY115931"/>
              </a:cxn>
              <a:cxn ang="0">
                <a:pos x="connsiteX115932" y="connsiteY115932"/>
              </a:cxn>
              <a:cxn ang="0">
                <a:pos x="connsiteX115933" y="connsiteY115933"/>
              </a:cxn>
              <a:cxn ang="0">
                <a:pos x="connsiteX115934" y="connsiteY115934"/>
              </a:cxn>
              <a:cxn ang="0">
                <a:pos x="connsiteX115935" y="connsiteY115935"/>
              </a:cxn>
              <a:cxn ang="0">
                <a:pos x="connsiteX115936" y="connsiteY115936"/>
              </a:cxn>
              <a:cxn ang="0">
                <a:pos x="connsiteX115937" y="connsiteY115937"/>
              </a:cxn>
              <a:cxn ang="0">
                <a:pos x="connsiteX115938" y="connsiteY115938"/>
              </a:cxn>
              <a:cxn ang="0">
                <a:pos x="connsiteX115939" y="connsiteY115939"/>
              </a:cxn>
              <a:cxn ang="0">
                <a:pos x="connsiteX115940" y="connsiteY115940"/>
              </a:cxn>
              <a:cxn ang="0">
                <a:pos x="connsiteX115941" y="connsiteY115941"/>
              </a:cxn>
              <a:cxn ang="0">
                <a:pos x="connsiteX115942" y="connsiteY115942"/>
              </a:cxn>
              <a:cxn ang="0">
                <a:pos x="connsiteX115943" y="connsiteY115943"/>
              </a:cxn>
              <a:cxn ang="0">
                <a:pos x="connsiteX115944" y="connsiteY115944"/>
              </a:cxn>
              <a:cxn ang="0">
                <a:pos x="connsiteX115945" y="connsiteY115945"/>
              </a:cxn>
              <a:cxn ang="0">
                <a:pos x="connsiteX115946" y="connsiteY115946"/>
              </a:cxn>
              <a:cxn ang="0">
                <a:pos x="connsiteX115947" y="connsiteY115947"/>
              </a:cxn>
              <a:cxn ang="0">
                <a:pos x="connsiteX115948" y="connsiteY115948"/>
              </a:cxn>
              <a:cxn ang="0">
                <a:pos x="connsiteX115949" y="connsiteY115949"/>
              </a:cxn>
              <a:cxn ang="0">
                <a:pos x="connsiteX115950" y="connsiteY115950"/>
              </a:cxn>
              <a:cxn ang="0">
                <a:pos x="connsiteX115951" y="connsiteY115951"/>
              </a:cxn>
              <a:cxn ang="0">
                <a:pos x="connsiteX115952" y="connsiteY115952"/>
              </a:cxn>
              <a:cxn ang="0">
                <a:pos x="connsiteX115953" y="connsiteY115953"/>
              </a:cxn>
              <a:cxn ang="0">
                <a:pos x="connsiteX115954" y="connsiteY115954"/>
              </a:cxn>
              <a:cxn ang="0">
                <a:pos x="connsiteX115955" y="connsiteY115955"/>
              </a:cxn>
              <a:cxn ang="0">
                <a:pos x="connsiteX115956" y="connsiteY115956"/>
              </a:cxn>
              <a:cxn ang="0">
                <a:pos x="connsiteX115957" y="connsiteY115957"/>
              </a:cxn>
              <a:cxn ang="0">
                <a:pos x="connsiteX115958" y="connsiteY115958"/>
              </a:cxn>
              <a:cxn ang="0">
                <a:pos x="connsiteX115959" y="connsiteY115959"/>
              </a:cxn>
              <a:cxn ang="0">
                <a:pos x="connsiteX115960" y="connsiteY115960"/>
              </a:cxn>
              <a:cxn ang="0">
                <a:pos x="connsiteX115961" y="connsiteY115961"/>
              </a:cxn>
              <a:cxn ang="0">
                <a:pos x="connsiteX115962" y="connsiteY115962"/>
              </a:cxn>
              <a:cxn ang="0">
                <a:pos x="connsiteX115963" y="connsiteY115963"/>
              </a:cxn>
              <a:cxn ang="0">
                <a:pos x="connsiteX115964" y="connsiteY115964"/>
              </a:cxn>
              <a:cxn ang="0">
                <a:pos x="connsiteX115965" y="connsiteY115965"/>
              </a:cxn>
              <a:cxn ang="0">
                <a:pos x="connsiteX115966" y="connsiteY115966"/>
              </a:cxn>
              <a:cxn ang="0">
                <a:pos x="connsiteX115967" y="connsiteY115967"/>
              </a:cxn>
              <a:cxn ang="0">
                <a:pos x="connsiteX115968" y="connsiteY115968"/>
              </a:cxn>
              <a:cxn ang="0">
                <a:pos x="connsiteX115969" y="connsiteY115969"/>
              </a:cxn>
              <a:cxn ang="0">
                <a:pos x="connsiteX115970" y="connsiteY115970"/>
              </a:cxn>
              <a:cxn ang="0">
                <a:pos x="connsiteX115971" y="connsiteY115971"/>
              </a:cxn>
              <a:cxn ang="0">
                <a:pos x="connsiteX115972" y="connsiteY115972"/>
              </a:cxn>
              <a:cxn ang="0">
                <a:pos x="connsiteX115973" y="connsiteY115973"/>
              </a:cxn>
              <a:cxn ang="0">
                <a:pos x="connsiteX115974" y="connsiteY115974"/>
              </a:cxn>
              <a:cxn ang="0">
                <a:pos x="connsiteX115975" y="connsiteY115975"/>
              </a:cxn>
              <a:cxn ang="0">
                <a:pos x="connsiteX115976" y="connsiteY115976"/>
              </a:cxn>
              <a:cxn ang="0">
                <a:pos x="connsiteX115977" y="connsiteY115977"/>
              </a:cxn>
              <a:cxn ang="0">
                <a:pos x="connsiteX115978" y="connsiteY115978"/>
              </a:cxn>
              <a:cxn ang="0">
                <a:pos x="connsiteX115979" y="connsiteY115979"/>
              </a:cxn>
              <a:cxn ang="0">
                <a:pos x="connsiteX115980" y="connsiteY115980"/>
              </a:cxn>
              <a:cxn ang="0">
                <a:pos x="connsiteX115981" y="connsiteY115981"/>
              </a:cxn>
              <a:cxn ang="0">
                <a:pos x="connsiteX115982" y="connsiteY115982"/>
              </a:cxn>
              <a:cxn ang="0">
                <a:pos x="connsiteX115983" y="connsiteY115983"/>
              </a:cxn>
              <a:cxn ang="0">
                <a:pos x="connsiteX115984" y="connsiteY115984"/>
              </a:cxn>
              <a:cxn ang="0">
                <a:pos x="connsiteX115985" y="connsiteY115985"/>
              </a:cxn>
              <a:cxn ang="0">
                <a:pos x="connsiteX115986" y="connsiteY115986"/>
              </a:cxn>
              <a:cxn ang="0">
                <a:pos x="connsiteX115987" y="connsiteY115987"/>
              </a:cxn>
              <a:cxn ang="0">
                <a:pos x="connsiteX115988" y="connsiteY115988"/>
              </a:cxn>
              <a:cxn ang="0">
                <a:pos x="connsiteX115989" y="connsiteY115989"/>
              </a:cxn>
              <a:cxn ang="0">
                <a:pos x="connsiteX115990" y="connsiteY115990"/>
              </a:cxn>
              <a:cxn ang="0">
                <a:pos x="connsiteX115991" y="connsiteY115991"/>
              </a:cxn>
              <a:cxn ang="0">
                <a:pos x="connsiteX115992" y="connsiteY115992"/>
              </a:cxn>
              <a:cxn ang="0">
                <a:pos x="connsiteX115993" y="connsiteY115993"/>
              </a:cxn>
              <a:cxn ang="0">
                <a:pos x="connsiteX115994" y="connsiteY115994"/>
              </a:cxn>
              <a:cxn ang="0">
                <a:pos x="connsiteX115995" y="connsiteY115995"/>
              </a:cxn>
              <a:cxn ang="0">
                <a:pos x="connsiteX115996" y="connsiteY115996"/>
              </a:cxn>
              <a:cxn ang="0">
                <a:pos x="connsiteX115997" y="connsiteY115997"/>
              </a:cxn>
              <a:cxn ang="0">
                <a:pos x="connsiteX115998" y="connsiteY115998"/>
              </a:cxn>
              <a:cxn ang="0">
                <a:pos x="connsiteX115999" y="connsiteY115999"/>
              </a:cxn>
              <a:cxn ang="0">
                <a:pos x="connsiteX116000" y="connsiteY116000"/>
              </a:cxn>
              <a:cxn ang="0">
                <a:pos x="connsiteX116001" y="connsiteY116001"/>
              </a:cxn>
              <a:cxn ang="0">
                <a:pos x="connsiteX116002" y="connsiteY116002"/>
              </a:cxn>
              <a:cxn ang="0">
                <a:pos x="connsiteX116003" y="connsiteY116003"/>
              </a:cxn>
              <a:cxn ang="0">
                <a:pos x="connsiteX116004" y="connsiteY116004"/>
              </a:cxn>
              <a:cxn ang="0">
                <a:pos x="connsiteX116005" y="connsiteY116005"/>
              </a:cxn>
              <a:cxn ang="0">
                <a:pos x="connsiteX116006" y="connsiteY116006"/>
              </a:cxn>
              <a:cxn ang="0">
                <a:pos x="connsiteX116007" y="connsiteY116007"/>
              </a:cxn>
              <a:cxn ang="0">
                <a:pos x="connsiteX116008" y="connsiteY116008"/>
              </a:cxn>
              <a:cxn ang="0">
                <a:pos x="connsiteX116009" y="connsiteY116009"/>
              </a:cxn>
              <a:cxn ang="0">
                <a:pos x="connsiteX116010" y="connsiteY116010"/>
              </a:cxn>
              <a:cxn ang="0">
                <a:pos x="connsiteX116011" y="connsiteY116011"/>
              </a:cxn>
              <a:cxn ang="0">
                <a:pos x="connsiteX116012" y="connsiteY116012"/>
              </a:cxn>
              <a:cxn ang="0">
                <a:pos x="connsiteX116013" y="connsiteY116013"/>
              </a:cxn>
              <a:cxn ang="0">
                <a:pos x="connsiteX116014" y="connsiteY116014"/>
              </a:cxn>
              <a:cxn ang="0">
                <a:pos x="connsiteX116015" y="connsiteY116015"/>
              </a:cxn>
              <a:cxn ang="0">
                <a:pos x="connsiteX116016" y="connsiteY116016"/>
              </a:cxn>
              <a:cxn ang="0">
                <a:pos x="connsiteX116017" y="connsiteY116017"/>
              </a:cxn>
              <a:cxn ang="0">
                <a:pos x="connsiteX116018" y="connsiteY116018"/>
              </a:cxn>
              <a:cxn ang="0">
                <a:pos x="connsiteX116019" y="connsiteY116019"/>
              </a:cxn>
              <a:cxn ang="0">
                <a:pos x="connsiteX116020" y="connsiteY116020"/>
              </a:cxn>
              <a:cxn ang="0">
                <a:pos x="connsiteX116021" y="connsiteY116021"/>
              </a:cxn>
              <a:cxn ang="0">
                <a:pos x="connsiteX116022" y="connsiteY116022"/>
              </a:cxn>
              <a:cxn ang="0">
                <a:pos x="connsiteX116023" y="connsiteY116023"/>
              </a:cxn>
              <a:cxn ang="0">
                <a:pos x="connsiteX116024" y="connsiteY116024"/>
              </a:cxn>
              <a:cxn ang="0">
                <a:pos x="connsiteX116025" y="connsiteY116025"/>
              </a:cxn>
              <a:cxn ang="0">
                <a:pos x="connsiteX116026" y="connsiteY116026"/>
              </a:cxn>
              <a:cxn ang="0">
                <a:pos x="connsiteX116027" y="connsiteY116027"/>
              </a:cxn>
              <a:cxn ang="0">
                <a:pos x="connsiteX116028" y="connsiteY116028"/>
              </a:cxn>
              <a:cxn ang="0">
                <a:pos x="connsiteX116029" y="connsiteY116029"/>
              </a:cxn>
              <a:cxn ang="0">
                <a:pos x="connsiteX116030" y="connsiteY116030"/>
              </a:cxn>
              <a:cxn ang="0">
                <a:pos x="connsiteX116031" y="connsiteY116031"/>
              </a:cxn>
              <a:cxn ang="0">
                <a:pos x="connsiteX116032" y="connsiteY116032"/>
              </a:cxn>
              <a:cxn ang="0">
                <a:pos x="connsiteX116033" y="connsiteY116033"/>
              </a:cxn>
              <a:cxn ang="0">
                <a:pos x="connsiteX116034" y="connsiteY116034"/>
              </a:cxn>
              <a:cxn ang="0">
                <a:pos x="connsiteX116035" y="connsiteY116035"/>
              </a:cxn>
              <a:cxn ang="0">
                <a:pos x="connsiteX116036" y="connsiteY116036"/>
              </a:cxn>
              <a:cxn ang="0">
                <a:pos x="connsiteX116037" y="connsiteY116037"/>
              </a:cxn>
              <a:cxn ang="0">
                <a:pos x="connsiteX116038" y="connsiteY116038"/>
              </a:cxn>
              <a:cxn ang="0">
                <a:pos x="connsiteX116039" y="connsiteY116039"/>
              </a:cxn>
              <a:cxn ang="0">
                <a:pos x="connsiteX116040" y="connsiteY116040"/>
              </a:cxn>
              <a:cxn ang="0">
                <a:pos x="connsiteX116041" y="connsiteY116041"/>
              </a:cxn>
              <a:cxn ang="0">
                <a:pos x="connsiteX116042" y="connsiteY116042"/>
              </a:cxn>
              <a:cxn ang="0">
                <a:pos x="connsiteX116043" y="connsiteY116043"/>
              </a:cxn>
              <a:cxn ang="0">
                <a:pos x="connsiteX116044" y="connsiteY116044"/>
              </a:cxn>
              <a:cxn ang="0">
                <a:pos x="connsiteX116045" y="connsiteY116045"/>
              </a:cxn>
              <a:cxn ang="0">
                <a:pos x="connsiteX116046" y="connsiteY116046"/>
              </a:cxn>
              <a:cxn ang="0">
                <a:pos x="connsiteX116047" y="connsiteY116047"/>
              </a:cxn>
              <a:cxn ang="0">
                <a:pos x="connsiteX116048" y="connsiteY116048"/>
              </a:cxn>
              <a:cxn ang="0">
                <a:pos x="connsiteX116049" y="connsiteY116049"/>
              </a:cxn>
              <a:cxn ang="0">
                <a:pos x="connsiteX116050" y="connsiteY116050"/>
              </a:cxn>
              <a:cxn ang="0">
                <a:pos x="connsiteX116051" y="connsiteY116051"/>
              </a:cxn>
              <a:cxn ang="0">
                <a:pos x="connsiteX116052" y="connsiteY116052"/>
              </a:cxn>
              <a:cxn ang="0">
                <a:pos x="connsiteX116053" y="connsiteY116053"/>
              </a:cxn>
              <a:cxn ang="0">
                <a:pos x="connsiteX116054" y="connsiteY116054"/>
              </a:cxn>
              <a:cxn ang="0">
                <a:pos x="connsiteX116055" y="connsiteY116055"/>
              </a:cxn>
              <a:cxn ang="0">
                <a:pos x="connsiteX116056" y="connsiteY116056"/>
              </a:cxn>
              <a:cxn ang="0">
                <a:pos x="connsiteX116057" y="connsiteY116057"/>
              </a:cxn>
              <a:cxn ang="0">
                <a:pos x="connsiteX116058" y="connsiteY116058"/>
              </a:cxn>
              <a:cxn ang="0">
                <a:pos x="connsiteX116059" y="connsiteY116059"/>
              </a:cxn>
              <a:cxn ang="0">
                <a:pos x="connsiteX116060" y="connsiteY116060"/>
              </a:cxn>
              <a:cxn ang="0">
                <a:pos x="connsiteX116061" y="connsiteY116061"/>
              </a:cxn>
              <a:cxn ang="0">
                <a:pos x="connsiteX116062" y="connsiteY116062"/>
              </a:cxn>
              <a:cxn ang="0">
                <a:pos x="connsiteX116063" y="connsiteY116063"/>
              </a:cxn>
              <a:cxn ang="0">
                <a:pos x="connsiteX116064" y="connsiteY116064"/>
              </a:cxn>
              <a:cxn ang="0">
                <a:pos x="connsiteX116065" y="connsiteY116065"/>
              </a:cxn>
              <a:cxn ang="0">
                <a:pos x="connsiteX116066" y="connsiteY116066"/>
              </a:cxn>
              <a:cxn ang="0">
                <a:pos x="connsiteX116067" y="connsiteY116067"/>
              </a:cxn>
              <a:cxn ang="0">
                <a:pos x="connsiteX116068" y="connsiteY116068"/>
              </a:cxn>
              <a:cxn ang="0">
                <a:pos x="connsiteX116069" y="connsiteY116069"/>
              </a:cxn>
              <a:cxn ang="0">
                <a:pos x="connsiteX116070" y="connsiteY116070"/>
              </a:cxn>
              <a:cxn ang="0">
                <a:pos x="connsiteX116071" y="connsiteY116071"/>
              </a:cxn>
              <a:cxn ang="0">
                <a:pos x="connsiteX116072" y="connsiteY116072"/>
              </a:cxn>
              <a:cxn ang="0">
                <a:pos x="connsiteX116073" y="connsiteY116073"/>
              </a:cxn>
              <a:cxn ang="0">
                <a:pos x="connsiteX116074" y="connsiteY116074"/>
              </a:cxn>
              <a:cxn ang="0">
                <a:pos x="connsiteX116075" y="connsiteY116075"/>
              </a:cxn>
              <a:cxn ang="0">
                <a:pos x="connsiteX116076" y="connsiteY116076"/>
              </a:cxn>
              <a:cxn ang="0">
                <a:pos x="connsiteX116077" y="connsiteY116077"/>
              </a:cxn>
              <a:cxn ang="0">
                <a:pos x="connsiteX116078" y="connsiteY116078"/>
              </a:cxn>
              <a:cxn ang="0">
                <a:pos x="connsiteX116079" y="connsiteY116079"/>
              </a:cxn>
              <a:cxn ang="0">
                <a:pos x="connsiteX116080" y="connsiteY116080"/>
              </a:cxn>
              <a:cxn ang="0">
                <a:pos x="connsiteX116081" y="connsiteY116081"/>
              </a:cxn>
              <a:cxn ang="0">
                <a:pos x="connsiteX116082" y="connsiteY116082"/>
              </a:cxn>
              <a:cxn ang="0">
                <a:pos x="connsiteX116083" y="connsiteY116083"/>
              </a:cxn>
              <a:cxn ang="0">
                <a:pos x="connsiteX116084" y="connsiteY116084"/>
              </a:cxn>
              <a:cxn ang="0">
                <a:pos x="connsiteX116085" y="connsiteY116085"/>
              </a:cxn>
              <a:cxn ang="0">
                <a:pos x="connsiteX116086" y="connsiteY116086"/>
              </a:cxn>
              <a:cxn ang="0">
                <a:pos x="connsiteX116087" y="connsiteY116087"/>
              </a:cxn>
              <a:cxn ang="0">
                <a:pos x="connsiteX116088" y="connsiteY116088"/>
              </a:cxn>
              <a:cxn ang="0">
                <a:pos x="connsiteX116089" y="connsiteY116089"/>
              </a:cxn>
              <a:cxn ang="0">
                <a:pos x="connsiteX116090" y="connsiteY116090"/>
              </a:cxn>
              <a:cxn ang="0">
                <a:pos x="connsiteX116091" y="connsiteY116091"/>
              </a:cxn>
              <a:cxn ang="0">
                <a:pos x="connsiteX116092" y="connsiteY116092"/>
              </a:cxn>
              <a:cxn ang="0">
                <a:pos x="connsiteX116093" y="connsiteY116093"/>
              </a:cxn>
              <a:cxn ang="0">
                <a:pos x="connsiteX116094" y="connsiteY116094"/>
              </a:cxn>
              <a:cxn ang="0">
                <a:pos x="connsiteX116095" y="connsiteY116095"/>
              </a:cxn>
              <a:cxn ang="0">
                <a:pos x="connsiteX116096" y="connsiteY116096"/>
              </a:cxn>
              <a:cxn ang="0">
                <a:pos x="connsiteX116097" y="connsiteY116097"/>
              </a:cxn>
              <a:cxn ang="0">
                <a:pos x="connsiteX116098" y="connsiteY116098"/>
              </a:cxn>
              <a:cxn ang="0">
                <a:pos x="connsiteX116099" y="connsiteY116099"/>
              </a:cxn>
              <a:cxn ang="0">
                <a:pos x="connsiteX116100" y="connsiteY116100"/>
              </a:cxn>
              <a:cxn ang="0">
                <a:pos x="connsiteX116101" y="connsiteY116101"/>
              </a:cxn>
              <a:cxn ang="0">
                <a:pos x="connsiteX116102" y="connsiteY116102"/>
              </a:cxn>
              <a:cxn ang="0">
                <a:pos x="connsiteX116103" y="connsiteY116103"/>
              </a:cxn>
              <a:cxn ang="0">
                <a:pos x="connsiteX116104" y="connsiteY116104"/>
              </a:cxn>
              <a:cxn ang="0">
                <a:pos x="connsiteX116105" y="connsiteY116105"/>
              </a:cxn>
              <a:cxn ang="0">
                <a:pos x="connsiteX116106" y="connsiteY116106"/>
              </a:cxn>
              <a:cxn ang="0">
                <a:pos x="connsiteX116107" y="connsiteY116107"/>
              </a:cxn>
              <a:cxn ang="0">
                <a:pos x="connsiteX116108" y="connsiteY116108"/>
              </a:cxn>
              <a:cxn ang="0">
                <a:pos x="connsiteX116109" y="connsiteY116109"/>
              </a:cxn>
              <a:cxn ang="0">
                <a:pos x="connsiteX116110" y="connsiteY116110"/>
              </a:cxn>
              <a:cxn ang="0">
                <a:pos x="connsiteX116111" y="connsiteY116111"/>
              </a:cxn>
              <a:cxn ang="0">
                <a:pos x="connsiteX116112" y="connsiteY116112"/>
              </a:cxn>
              <a:cxn ang="0">
                <a:pos x="connsiteX116113" y="connsiteY116113"/>
              </a:cxn>
              <a:cxn ang="0">
                <a:pos x="connsiteX116114" y="connsiteY116114"/>
              </a:cxn>
              <a:cxn ang="0">
                <a:pos x="connsiteX116115" y="connsiteY116115"/>
              </a:cxn>
              <a:cxn ang="0">
                <a:pos x="connsiteX116116" y="connsiteY116116"/>
              </a:cxn>
              <a:cxn ang="0">
                <a:pos x="connsiteX116117" y="connsiteY116117"/>
              </a:cxn>
              <a:cxn ang="0">
                <a:pos x="connsiteX116118" y="connsiteY116118"/>
              </a:cxn>
              <a:cxn ang="0">
                <a:pos x="connsiteX116119" y="connsiteY116119"/>
              </a:cxn>
              <a:cxn ang="0">
                <a:pos x="connsiteX116120" y="connsiteY116120"/>
              </a:cxn>
              <a:cxn ang="0">
                <a:pos x="connsiteX116121" y="connsiteY116121"/>
              </a:cxn>
              <a:cxn ang="0">
                <a:pos x="connsiteX116122" y="connsiteY116122"/>
              </a:cxn>
              <a:cxn ang="0">
                <a:pos x="connsiteX116123" y="connsiteY116123"/>
              </a:cxn>
              <a:cxn ang="0">
                <a:pos x="connsiteX116124" y="connsiteY116124"/>
              </a:cxn>
              <a:cxn ang="0">
                <a:pos x="connsiteX116125" y="connsiteY116125"/>
              </a:cxn>
              <a:cxn ang="0">
                <a:pos x="connsiteX116126" y="connsiteY116126"/>
              </a:cxn>
              <a:cxn ang="0">
                <a:pos x="connsiteX116127" y="connsiteY116127"/>
              </a:cxn>
              <a:cxn ang="0">
                <a:pos x="connsiteX116128" y="connsiteY116128"/>
              </a:cxn>
              <a:cxn ang="0">
                <a:pos x="connsiteX116129" y="connsiteY116129"/>
              </a:cxn>
              <a:cxn ang="0">
                <a:pos x="connsiteX116130" y="connsiteY116130"/>
              </a:cxn>
              <a:cxn ang="0">
                <a:pos x="connsiteX116131" y="connsiteY116131"/>
              </a:cxn>
              <a:cxn ang="0">
                <a:pos x="connsiteX116132" y="connsiteY116132"/>
              </a:cxn>
              <a:cxn ang="0">
                <a:pos x="connsiteX116133" y="connsiteY116133"/>
              </a:cxn>
              <a:cxn ang="0">
                <a:pos x="connsiteX116134" y="connsiteY116134"/>
              </a:cxn>
              <a:cxn ang="0">
                <a:pos x="connsiteX116135" y="connsiteY116135"/>
              </a:cxn>
              <a:cxn ang="0">
                <a:pos x="connsiteX116136" y="connsiteY116136"/>
              </a:cxn>
              <a:cxn ang="0">
                <a:pos x="connsiteX116137" y="connsiteY116137"/>
              </a:cxn>
              <a:cxn ang="0">
                <a:pos x="connsiteX116138" y="connsiteY116138"/>
              </a:cxn>
              <a:cxn ang="0">
                <a:pos x="connsiteX116139" y="connsiteY116139"/>
              </a:cxn>
              <a:cxn ang="0">
                <a:pos x="connsiteX116140" y="connsiteY116140"/>
              </a:cxn>
              <a:cxn ang="0">
                <a:pos x="connsiteX116141" y="connsiteY116141"/>
              </a:cxn>
              <a:cxn ang="0">
                <a:pos x="connsiteX116142" y="connsiteY116142"/>
              </a:cxn>
              <a:cxn ang="0">
                <a:pos x="connsiteX116143" y="connsiteY116143"/>
              </a:cxn>
              <a:cxn ang="0">
                <a:pos x="connsiteX116144" y="connsiteY116144"/>
              </a:cxn>
              <a:cxn ang="0">
                <a:pos x="connsiteX116145" y="connsiteY116145"/>
              </a:cxn>
              <a:cxn ang="0">
                <a:pos x="connsiteX116146" y="connsiteY116146"/>
              </a:cxn>
              <a:cxn ang="0">
                <a:pos x="connsiteX116147" y="connsiteY116147"/>
              </a:cxn>
              <a:cxn ang="0">
                <a:pos x="connsiteX116148" y="connsiteY116148"/>
              </a:cxn>
              <a:cxn ang="0">
                <a:pos x="connsiteX116149" y="connsiteY116149"/>
              </a:cxn>
              <a:cxn ang="0">
                <a:pos x="connsiteX116150" y="connsiteY116150"/>
              </a:cxn>
              <a:cxn ang="0">
                <a:pos x="connsiteX116151" y="connsiteY116151"/>
              </a:cxn>
              <a:cxn ang="0">
                <a:pos x="connsiteX116152" y="connsiteY116152"/>
              </a:cxn>
              <a:cxn ang="0">
                <a:pos x="connsiteX116153" y="connsiteY116153"/>
              </a:cxn>
              <a:cxn ang="0">
                <a:pos x="connsiteX116154" y="connsiteY116154"/>
              </a:cxn>
              <a:cxn ang="0">
                <a:pos x="connsiteX116155" y="connsiteY116155"/>
              </a:cxn>
              <a:cxn ang="0">
                <a:pos x="connsiteX116156" y="connsiteY116156"/>
              </a:cxn>
              <a:cxn ang="0">
                <a:pos x="connsiteX116157" y="connsiteY116157"/>
              </a:cxn>
              <a:cxn ang="0">
                <a:pos x="connsiteX116158" y="connsiteY116158"/>
              </a:cxn>
              <a:cxn ang="0">
                <a:pos x="connsiteX116159" y="connsiteY116159"/>
              </a:cxn>
              <a:cxn ang="0">
                <a:pos x="connsiteX116160" y="connsiteY116160"/>
              </a:cxn>
              <a:cxn ang="0">
                <a:pos x="connsiteX116161" y="connsiteY116161"/>
              </a:cxn>
              <a:cxn ang="0">
                <a:pos x="connsiteX116162" y="connsiteY116162"/>
              </a:cxn>
              <a:cxn ang="0">
                <a:pos x="connsiteX116163" y="connsiteY116163"/>
              </a:cxn>
              <a:cxn ang="0">
                <a:pos x="connsiteX116164" y="connsiteY116164"/>
              </a:cxn>
              <a:cxn ang="0">
                <a:pos x="connsiteX116165" y="connsiteY116165"/>
              </a:cxn>
              <a:cxn ang="0">
                <a:pos x="connsiteX116166" y="connsiteY116166"/>
              </a:cxn>
              <a:cxn ang="0">
                <a:pos x="connsiteX116167" y="connsiteY116167"/>
              </a:cxn>
              <a:cxn ang="0">
                <a:pos x="connsiteX116168" y="connsiteY116168"/>
              </a:cxn>
              <a:cxn ang="0">
                <a:pos x="connsiteX116169" y="connsiteY116169"/>
              </a:cxn>
              <a:cxn ang="0">
                <a:pos x="connsiteX116170" y="connsiteY116170"/>
              </a:cxn>
              <a:cxn ang="0">
                <a:pos x="connsiteX116171" y="connsiteY116171"/>
              </a:cxn>
              <a:cxn ang="0">
                <a:pos x="connsiteX116172" y="connsiteY116172"/>
              </a:cxn>
              <a:cxn ang="0">
                <a:pos x="connsiteX116173" y="connsiteY116173"/>
              </a:cxn>
              <a:cxn ang="0">
                <a:pos x="connsiteX116174" y="connsiteY116174"/>
              </a:cxn>
              <a:cxn ang="0">
                <a:pos x="connsiteX116175" y="connsiteY116175"/>
              </a:cxn>
              <a:cxn ang="0">
                <a:pos x="connsiteX116176" y="connsiteY116176"/>
              </a:cxn>
              <a:cxn ang="0">
                <a:pos x="connsiteX116177" y="connsiteY116177"/>
              </a:cxn>
              <a:cxn ang="0">
                <a:pos x="connsiteX116178" y="connsiteY116178"/>
              </a:cxn>
              <a:cxn ang="0">
                <a:pos x="connsiteX116179" y="connsiteY116179"/>
              </a:cxn>
              <a:cxn ang="0">
                <a:pos x="connsiteX116180" y="connsiteY116180"/>
              </a:cxn>
              <a:cxn ang="0">
                <a:pos x="connsiteX116181" y="connsiteY116181"/>
              </a:cxn>
              <a:cxn ang="0">
                <a:pos x="connsiteX116182" y="connsiteY116182"/>
              </a:cxn>
              <a:cxn ang="0">
                <a:pos x="connsiteX116183" y="connsiteY116183"/>
              </a:cxn>
              <a:cxn ang="0">
                <a:pos x="connsiteX116184" y="connsiteY116184"/>
              </a:cxn>
              <a:cxn ang="0">
                <a:pos x="connsiteX116185" y="connsiteY116185"/>
              </a:cxn>
              <a:cxn ang="0">
                <a:pos x="connsiteX116186" y="connsiteY116186"/>
              </a:cxn>
              <a:cxn ang="0">
                <a:pos x="connsiteX116187" y="connsiteY116187"/>
              </a:cxn>
              <a:cxn ang="0">
                <a:pos x="connsiteX116188" y="connsiteY116188"/>
              </a:cxn>
              <a:cxn ang="0">
                <a:pos x="connsiteX116189" y="connsiteY116189"/>
              </a:cxn>
              <a:cxn ang="0">
                <a:pos x="connsiteX116190" y="connsiteY116190"/>
              </a:cxn>
              <a:cxn ang="0">
                <a:pos x="connsiteX116191" y="connsiteY116191"/>
              </a:cxn>
              <a:cxn ang="0">
                <a:pos x="connsiteX116192" y="connsiteY116192"/>
              </a:cxn>
              <a:cxn ang="0">
                <a:pos x="connsiteX116193" y="connsiteY116193"/>
              </a:cxn>
              <a:cxn ang="0">
                <a:pos x="connsiteX116194" y="connsiteY116194"/>
              </a:cxn>
              <a:cxn ang="0">
                <a:pos x="connsiteX116195" y="connsiteY116195"/>
              </a:cxn>
              <a:cxn ang="0">
                <a:pos x="connsiteX116196" y="connsiteY116196"/>
              </a:cxn>
              <a:cxn ang="0">
                <a:pos x="connsiteX116197" y="connsiteY116197"/>
              </a:cxn>
              <a:cxn ang="0">
                <a:pos x="connsiteX116198" y="connsiteY116198"/>
              </a:cxn>
              <a:cxn ang="0">
                <a:pos x="connsiteX116199" y="connsiteY116199"/>
              </a:cxn>
              <a:cxn ang="0">
                <a:pos x="connsiteX116200" y="connsiteY116200"/>
              </a:cxn>
              <a:cxn ang="0">
                <a:pos x="connsiteX116201" y="connsiteY116201"/>
              </a:cxn>
              <a:cxn ang="0">
                <a:pos x="connsiteX116202" y="connsiteY116202"/>
              </a:cxn>
              <a:cxn ang="0">
                <a:pos x="connsiteX116203" y="connsiteY116203"/>
              </a:cxn>
              <a:cxn ang="0">
                <a:pos x="connsiteX116204" y="connsiteY116204"/>
              </a:cxn>
              <a:cxn ang="0">
                <a:pos x="connsiteX116205" y="connsiteY116205"/>
              </a:cxn>
              <a:cxn ang="0">
                <a:pos x="connsiteX116206" y="connsiteY116206"/>
              </a:cxn>
              <a:cxn ang="0">
                <a:pos x="connsiteX116207" y="connsiteY116207"/>
              </a:cxn>
              <a:cxn ang="0">
                <a:pos x="connsiteX116208" y="connsiteY116208"/>
              </a:cxn>
              <a:cxn ang="0">
                <a:pos x="connsiteX116209" y="connsiteY116209"/>
              </a:cxn>
              <a:cxn ang="0">
                <a:pos x="connsiteX116210" y="connsiteY116210"/>
              </a:cxn>
              <a:cxn ang="0">
                <a:pos x="connsiteX116211" y="connsiteY116211"/>
              </a:cxn>
              <a:cxn ang="0">
                <a:pos x="connsiteX116212" y="connsiteY116212"/>
              </a:cxn>
              <a:cxn ang="0">
                <a:pos x="connsiteX116213" y="connsiteY116213"/>
              </a:cxn>
              <a:cxn ang="0">
                <a:pos x="connsiteX116214" y="connsiteY116214"/>
              </a:cxn>
              <a:cxn ang="0">
                <a:pos x="connsiteX116215" y="connsiteY116215"/>
              </a:cxn>
              <a:cxn ang="0">
                <a:pos x="connsiteX116216" y="connsiteY116216"/>
              </a:cxn>
              <a:cxn ang="0">
                <a:pos x="connsiteX116217" y="connsiteY116217"/>
              </a:cxn>
              <a:cxn ang="0">
                <a:pos x="connsiteX116218" y="connsiteY116218"/>
              </a:cxn>
              <a:cxn ang="0">
                <a:pos x="connsiteX116219" y="connsiteY116219"/>
              </a:cxn>
              <a:cxn ang="0">
                <a:pos x="connsiteX116220" y="connsiteY116220"/>
              </a:cxn>
              <a:cxn ang="0">
                <a:pos x="connsiteX116221" y="connsiteY116221"/>
              </a:cxn>
              <a:cxn ang="0">
                <a:pos x="connsiteX116222" y="connsiteY116222"/>
              </a:cxn>
              <a:cxn ang="0">
                <a:pos x="connsiteX116223" y="connsiteY116223"/>
              </a:cxn>
              <a:cxn ang="0">
                <a:pos x="connsiteX116224" y="connsiteY116224"/>
              </a:cxn>
              <a:cxn ang="0">
                <a:pos x="connsiteX116225" y="connsiteY116225"/>
              </a:cxn>
              <a:cxn ang="0">
                <a:pos x="connsiteX116226" y="connsiteY116226"/>
              </a:cxn>
              <a:cxn ang="0">
                <a:pos x="connsiteX116227" y="connsiteY116227"/>
              </a:cxn>
              <a:cxn ang="0">
                <a:pos x="connsiteX116228" y="connsiteY116228"/>
              </a:cxn>
              <a:cxn ang="0">
                <a:pos x="connsiteX116229" y="connsiteY116229"/>
              </a:cxn>
              <a:cxn ang="0">
                <a:pos x="connsiteX116230" y="connsiteY116230"/>
              </a:cxn>
              <a:cxn ang="0">
                <a:pos x="connsiteX116231" y="connsiteY116231"/>
              </a:cxn>
              <a:cxn ang="0">
                <a:pos x="connsiteX116232" y="connsiteY116232"/>
              </a:cxn>
              <a:cxn ang="0">
                <a:pos x="connsiteX116233" y="connsiteY116233"/>
              </a:cxn>
              <a:cxn ang="0">
                <a:pos x="connsiteX116234" y="connsiteY116234"/>
              </a:cxn>
              <a:cxn ang="0">
                <a:pos x="connsiteX116235" y="connsiteY116235"/>
              </a:cxn>
              <a:cxn ang="0">
                <a:pos x="connsiteX116236" y="connsiteY116236"/>
              </a:cxn>
              <a:cxn ang="0">
                <a:pos x="connsiteX116237" y="connsiteY116237"/>
              </a:cxn>
              <a:cxn ang="0">
                <a:pos x="connsiteX116238" y="connsiteY116238"/>
              </a:cxn>
              <a:cxn ang="0">
                <a:pos x="connsiteX116239" y="connsiteY116239"/>
              </a:cxn>
              <a:cxn ang="0">
                <a:pos x="connsiteX116240" y="connsiteY116240"/>
              </a:cxn>
              <a:cxn ang="0">
                <a:pos x="connsiteX116241" y="connsiteY116241"/>
              </a:cxn>
              <a:cxn ang="0">
                <a:pos x="connsiteX116242" y="connsiteY116242"/>
              </a:cxn>
              <a:cxn ang="0">
                <a:pos x="connsiteX116243" y="connsiteY116243"/>
              </a:cxn>
              <a:cxn ang="0">
                <a:pos x="connsiteX116244" y="connsiteY116244"/>
              </a:cxn>
              <a:cxn ang="0">
                <a:pos x="connsiteX116245" y="connsiteY116245"/>
              </a:cxn>
              <a:cxn ang="0">
                <a:pos x="connsiteX116246" y="connsiteY116246"/>
              </a:cxn>
              <a:cxn ang="0">
                <a:pos x="connsiteX116247" y="connsiteY116247"/>
              </a:cxn>
              <a:cxn ang="0">
                <a:pos x="connsiteX116248" y="connsiteY116248"/>
              </a:cxn>
              <a:cxn ang="0">
                <a:pos x="connsiteX116249" y="connsiteY116249"/>
              </a:cxn>
              <a:cxn ang="0">
                <a:pos x="connsiteX116250" y="connsiteY116250"/>
              </a:cxn>
              <a:cxn ang="0">
                <a:pos x="connsiteX116251" y="connsiteY116251"/>
              </a:cxn>
              <a:cxn ang="0">
                <a:pos x="connsiteX116252" y="connsiteY116252"/>
              </a:cxn>
              <a:cxn ang="0">
                <a:pos x="connsiteX116253" y="connsiteY116253"/>
              </a:cxn>
              <a:cxn ang="0">
                <a:pos x="connsiteX116254" y="connsiteY116254"/>
              </a:cxn>
              <a:cxn ang="0">
                <a:pos x="connsiteX116255" y="connsiteY116255"/>
              </a:cxn>
              <a:cxn ang="0">
                <a:pos x="connsiteX116256" y="connsiteY116256"/>
              </a:cxn>
              <a:cxn ang="0">
                <a:pos x="connsiteX116257" y="connsiteY116257"/>
              </a:cxn>
              <a:cxn ang="0">
                <a:pos x="connsiteX116258" y="connsiteY116258"/>
              </a:cxn>
              <a:cxn ang="0">
                <a:pos x="connsiteX116259" y="connsiteY116259"/>
              </a:cxn>
              <a:cxn ang="0">
                <a:pos x="connsiteX116260" y="connsiteY116260"/>
              </a:cxn>
              <a:cxn ang="0">
                <a:pos x="connsiteX116261" y="connsiteY116261"/>
              </a:cxn>
              <a:cxn ang="0">
                <a:pos x="connsiteX116262" y="connsiteY116262"/>
              </a:cxn>
              <a:cxn ang="0">
                <a:pos x="connsiteX116263" y="connsiteY116263"/>
              </a:cxn>
              <a:cxn ang="0">
                <a:pos x="connsiteX116264" y="connsiteY116264"/>
              </a:cxn>
              <a:cxn ang="0">
                <a:pos x="connsiteX116265" y="connsiteY116265"/>
              </a:cxn>
              <a:cxn ang="0">
                <a:pos x="connsiteX116266" y="connsiteY116266"/>
              </a:cxn>
              <a:cxn ang="0">
                <a:pos x="connsiteX116267" y="connsiteY116267"/>
              </a:cxn>
              <a:cxn ang="0">
                <a:pos x="connsiteX116268" y="connsiteY116268"/>
              </a:cxn>
              <a:cxn ang="0">
                <a:pos x="connsiteX116269" y="connsiteY116269"/>
              </a:cxn>
              <a:cxn ang="0">
                <a:pos x="connsiteX116270" y="connsiteY116270"/>
              </a:cxn>
              <a:cxn ang="0">
                <a:pos x="connsiteX116271" y="connsiteY116271"/>
              </a:cxn>
              <a:cxn ang="0">
                <a:pos x="connsiteX116272" y="connsiteY116272"/>
              </a:cxn>
              <a:cxn ang="0">
                <a:pos x="connsiteX116273" y="connsiteY116273"/>
              </a:cxn>
              <a:cxn ang="0">
                <a:pos x="connsiteX116274" y="connsiteY116274"/>
              </a:cxn>
              <a:cxn ang="0">
                <a:pos x="connsiteX116275" y="connsiteY116275"/>
              </a:cxn>
              <a:cxn ang="0">
                <a:pos x="connsiteX116276" y="connsiteY116276"/>
              </a:cxn>
              <a:cxn ang="0">
                <a:pos x="connsiteX116277" y="connsiteY116277"/>
              </a:cxn>
              <a:cxn ang="0">
                <a:pos x="connsiteX116278" y="connsiteY116278"/>
              </a:cxn>
              <a:cxn ang="0">
                <a:pos x="connsiteX116279" y="connsiteY116279"/>
              </a:cxn>
              <a:cxn ang="0">
                <a:pos x="connsiteX116280" y="connsiteY116280"/>
              </a:cxn>
              <a:cxn ang="0">
                <a:pos x="connsiteX116281" y="connsiteY116281"/>
              </a:cxn>
              <a:cxn ang="0">
                <a:pos x="connsiteX116282" y="connsiteY116282"/>
              </a:cxn>
              <a:cxn ang="0">
                <a:pos x="connsiteX116283" y="connsiteY116283"/>
              </a:cxn>
              <a:cxn ang="0">
                <a:pos x="connsiteX116284" y="connsiteY116284"/>
              </a:cxn>
              <a:cxn ang="0">
                <a:pos x="connsiteX116285" y="connsiteY116285"/>
              </a:cxn>
              <a:cxn ang="0">
                <a:pos x="connsiteX116286" y="connsiteY116286"/>
              </a:cxn>
              <a:cxn ang="0">
                <a:pos x="connsiteX116287" y="connsiteY116287"/>
              </a:cxn>
              <a:cxn ang="0">
                <a:pos x="connsiteX116288" y="connsiteY116288"/>
              </a:cxn>
              <a:cxn ang="0">
                <a:pos x="connsiteX116289" y="connsiteY116289"/>
              </a:cxn>
              <a:cxn ang="0">
                <a:pos x="connsiteX116290" y="connsiteY116290"/>
              </a:cxn>
              <a:cxn ang="0">
                <a:pos x="connsiteX116291" y="connsiteY116291"/>
              </a:cxn>
              <a:cxn ang="0">
                <a:pos x="connsiteX116292" y="connsiteY116292"/>
              </a:cxn>
              <a:cxn ang="0">
                <a:pos x="connsiteX116293" y="connsiteY116293"/>
              </a:cxn>
              <a:cxn ang="0">
                <a:pos x="connsiteX116294" y="connsiteY116294"/>
              </a:cxn>
              <a:cxn ang="0">
                <a:pos x="connsiteX116295" y="connsiteY116295"/>
              </a:cxn>
              <a:cxn ang="0">
                <a:pos x="connsiteX116296" y="connsiteY116296"/>
              </a:cxn>
              <a:cxn ang="0">
                <a:pos x="connsiteX116297" y="connsiteY116297"/>
              </a:cxn>
              <a:cxn ang="0">
                <a:pos x="connsiteX116298" y="connsiteY116298"/>
              </a:cxn>
              <a:cxn ang="0">
                <a:pos x="connsiteX116299" y="connsiteY116299"/>
              </a:cxn>
              <a:cxn ang="0">
                <a:pos x="connsiteX116300" y="connsiteY116300"/>
              </a:cxn>
              <a:cxn ang="0">
                <a:pos x="connsiteX116301" y="connsiteY116301"/>
              </a:cxn>
              <a:cxn ang="0">
                <a:pos x="connsiteX116302" y="connsiteY116302"/>
              </a:cxn>
              <a:cxn ang="0">
                <a:pos x="connsiteX116303" y="connsiteY116303"/>
              </a:cxn>
              <a:cxn ang="0">
                <a:pos x="connsiteX116304" y="connsiteY116304"/>
              </a:cxn>
              <a:cxn ang="0">
                <a:pos x="connsiteX116305" y="connsiteY116305"/>
              </a:cxn>
              <a:cxn ang="0">
                <a:pos x="connsiteX116306" y="connsiteY116306"/>
              </a:cxn>
              <a:cxn ang="0">
                <a:pos x="connsiteX116307" y="connsiteY116307"/>
              </a:cxn>
              <a:cxn ang="0">
                <a:pos x="connsiteX116308" y="connsiteY116308"/>
              </a:cxn>
              <a:cxn ang="0">
                <a:pos x="connsiteX116309" y="connsiteY116309"/>
              </a:cxn>
              <a:cxn ang="0">
                <a:pos x="connsiteX116310" y="connsiteY116310"/>
              </a:cxn>
              <a:cxn ang="0">
                <a:pos x="connsiteX116311" y="connsiteY116311"/>
              </a:cxn>
              <a:cxn ang="0">
                <a:pos x="connsiteX116312" y="connsiteY116312"/>
              </a:cxn>
              <a:cxn ang="0">
                <a:pos x="connsiteX116313" y="connsiteY116313"/>
              </a:cxn>
              <a:cxn ang="0">
                <a:pos x="connsiteX116314" y="connsiteY116314"/>
              </a:cxn>
              <a:cxn ang="0">
                <a:pos x="connsiteX116315" y="connsiteY116315"/>
              </a:cxn>
              <a:cxn ang="0">
                <a:pos x="connsiteX116316" y="connsiteY116316"/>
              </a:cxn>
              <a:cxn ang="0">
                <a:pos x="connsiteX116317" y="connsiteY116317"/>
              </a:cxn>
              <a:cxn ang="0">
                <a:pos x="connsiteX116318" y="connsiteY116318"/>
              </a:cxn>
              <a:cxn ang="0">
                <a:pos x="connsiteX116319" y="connsiteY116319"/>
              </a:cxn>
              <a:cxn ang="0">
                <a:pos x="connsiteX116320" y="connsiteY116320"/>
              </a:cxn>
              <a:cxn ang="0">
                <a:pos x="connsiteX116321" y="connsiteY116321"/>
              </a:cxn>
              <a:cxn ang="0">
                <a:pos x="connsiteX116322" y="connsiteY116322"/>
              </a:cxn>
              <a:cxn ang="0">
                <a:pos x="connsiteX116323" y="connsiteY116323"/>
              </a:cxn>
              <a:cxn ang="0">
                <a:pos x="connsiteX116324" y="connsiteY116324"/>
              </a:cxn>
              <a:cxn ang="0">
                <a:pos x="connsiteX116325" y="connsiteY116325"/>
              </a:cxn>
              <a:cxn ang="0">
                <a:pos x="connsiteX116326" y="connsiteY116326"/>
              </a:cxn>
              <a:cxn ang="0">
                <a:pos x="connsiteX116327" y="connsiteY116327"/>
              </a:cxn>
              <a:cxn ang="0">
                <a:pos x="connsiteX116328" y="connsiteY116328"/>
              </a:cxn>
              <a:cxn ang="0">
                <a:pos x="connsiteX116329" y="connsiteY116329"/>
              </a:cxn>
              <a:cxn ang="0">
                <a:pos x="connsiteX116330" y="connsiteY116330"/>
              </a:cxn>
              <a:cxn ang="0">
                <a:pos x="connsiteX116331" y="connsiteY116331"/>
              </a:cxn>
              <a:cxn ang="0">
                <a:pos x="connsiteX116332" y="connsiteY116332"/>
              </a:cxn>
              <a:cxn ang="0">
                <a:pos x="connsiteX116333" y="connsiteY116333"/>
              </a:cxn>
              <a:cxn ang="0">
                <a:pos x="connsiteX116334" y="connsiteY116334"/>
              </a:cxn>
              <a:cxn ang="0">
                <a:pos x="connsiteX116335" y="connsiteY116335"/>
              </a:cxn>
              <a:cxn ang="0">
                <a:pos x="connsiteX116336" y="connsiteY116336"/>
              </a:cxn>
              <a:cxn ang="0">
                <a:pos x="connsiteX116337" y="connsiteY116337"/>
              </a:cxn>
              <a:cxn ang="0">
                <a:pos x="connsiteX116338" y="connsiteY116338"/>
              </a:cxn>
              <a:cxn ang="0">
                <a:pos x="connsiteX116339" y="connsiteY116339"/>
              </a:cxn>
              <a:cxn ang="0">
                <a:pos x="connsiteX116340" y="connsiteY116340"/>
              </a:cxn>
              <a:cxn ang="0">
                <a:pos x="connsiteX116341" y="connsiteY116341"/>
              </a:cxn>
              <a:cxn ang="0">
                <a:pos x="connsiteX116342" y="connsiteY116342"/>
              </a:cxn>
              <a:cxn ang="0">
                <a:pos x="connsiteX116343" y="connsiteY116343"/>
              </a:cxn>
              <a:cxn ang="0">
                <a:pos x="connsiteX116344" y="connsiteY116344"/>
              </a:cxn>
              <a:cxn ang="0">
                <a:pos x="connsiteX116345" y="connsiteY116345"/>
              </a:cxn>
              <a:cxn ang="0">
                <a:pos x="connsiteX116346" y="connsiteY116346"/>
              </a:cxn>
              <a:cxn ang="0">
                <a:pos x="connsiteX116347" y="connsiteY116347"/>
              </a:cxn>
              <a:cxn ang="0">
                <a:pos x="connsiteX116348" y="connsiteY116348"/>
              </a:cxn>
              <a:cxn ang="0">
                <a:pos x="connsiteX116349" y="connsiteY116349"/>
              </a:cxn>
              <a:cxn ang="0">
                <a:pos x="connsiteX116350" y="connsiteY116350"/>
              </a:cxn>
              <a:cxn ang="0">
                <a:pos x="connsiteX116351" y="connsiteY116351"/>
              </a:cxn>
              <a:cxn ang="0">
                <a:pos x="connsiteX116352" y="connsiteY116352"/>
              </a:cxn>
              <a:cxn ang="0">
                <a:pos x="connsiteX116353" y="connsiteY116353"/>
              </a:cxn>
              <a:cxn ang="0">
                <a:pos x="connsiteX116354" y="connsiteY116354"/>
              </a:cxn>
              <a:cxn ang="0">
                <a:pos x="connsiteX116355" y="connsiteY116355"/>
              </a:cxn>
              <a:cxn ang="0">
                <a:pos x="connsiteX116356" y="connsiteY116356"/>
              </a:cxn>
              <a:cxn ang="0">
                <a:pos x="connsiteX116357" y="connsiteY116357"/>
              </a:cxn>
              <a:cxn ang="0">
                <a:pos x="connsiteX116358" y="connsiteY116358"/>
              </a:cxn>
              <a:cxn ang="0">
                <a:pos x="connsiteX116359" y="connsiteY116359"/>
              </a:cxn>
              <a:cxn ang="0">
                <a:pos x="connsiteX116360" y="connsiteY116360"/>
              </a:cxn>
              <a:cxn ang="0">
                <a:pos x="connsiteX116361" y="connsiteY116361"/>
              </a:cxn>
              <a:cxn ang="0">
                <a:pos x="connsiteX116362" y="connsiteY116362"/>
              </a:cxn>
              <a:cxn ang="0">
                <a:pos x="connsiteX116363" y="connsiteY116363"/>
              </a:cxn>
              <a:cxn ang="0">
                <a:pos x="connsiteX116364" y="connsiteY116364"/>
              </a:cxn>
              <a:cxn ang="0">
                <a:pos x="connsiteX116365" y="connsiteY116365"/>
              </a:cxn>
              <a:cxn ang="0">
                <a:pos x="connsiteX116366" y="connsiteY116366"/>
              </a:cxn>
              <a:cxn ang="0">
                <a:pos x="connsiteX116367" y="connsiteY116367"/>
              </a:cxn>
              <a:cxn ang="0">
                <a:pos x="connsiteX116368" y="connsiteY116368"/>
              </a:cxn>
              <a:cxn ang="0">
                <a:pos x="connsiteX116369" y="connsiteY116369"/>
              </a:cxn>
              <a:cxn ang="0">
                <a:pos x="connsiteX116370" y="connsiteY116370"/>
              </a:cxn>
              <a:cxn ang="0">
                <a:pos x="connsiteX116371" y="connsiteY116371"/>
              </a:cxn>
              <a:cxn ang="0">
                <a:pos x="connsiteX116372" y="connsiteY116372"/>
              </a:cxn>
              <a:cxn ang="0">
                <a:pos x="connsiteX116373" y="connsiteY116373"/>
              </a:cxn>
              <a:cxn ang="0">
                <a:pos x="connsiteX116374" y="connsiteY116374"/>
              </a:cxn>
              <a:cxn ang="0">
                <a:pos x="connsiteX116375" y="connsiteY116375"/>
              </a:cxn>
              <a:cxn ang="0">
                <a:pos x="connsiteX116376" y="connsiteY116376"/>
              </a:cxn>
              <a:cxn ang="0">
                <a:pos x="connsiteX116377" y="connsiteY116377"/>
              </a:cxn>
              <a:cxn ang="0">
                <a:pos x="connsiteX116378" y="connsiteY116378"/>
              </a:cxn>
              <a:cxn ang="0">
                <a:pos x="connsiteX116379" y="connsiteY116379"/>
              </a:cxn>
              <a:cxn ang="0">
                <a:pos x="connsiteX116380" y="connsiteY116380"/>
              </a:cxn>
              <a:cxn ang="0">
                <a:pos x="connsiteX116381" y="connsiteY116381"/>
              </a:cxn>
              <a:cxn ang="0">
                <a:pos x="connsiteX116382" y="connsiteY116382"/>
              </a:cxn>
              <a:cxn ang="0">
                <a:pos x="connsiteX116383" y="connsiteY116383"/>
              </a:cxn>
              <a:cxn ang="0">
                <a:pos x="connsiteX116384" y="connsiteY116384"/>
              </a:cxn>
              <a:cxn ang="0">
                <a:pos x="connsiteX116385" y="connsiteY116385"/>
              </a:cxn>
              <a:cxn ang="0">
                <a:pos x="connsiteX116386" y="connsiteY116386"/>
              </a:cxn>
              <a:cxn ang="0">
                <a:pos x="connsiteX116387" y="connsiteY116387"/>
              </a:cxn>
              <a:cxn ang="0">
                <a:pos x="connsiteX116388" y="connsiteY116388"/>
              </a:cxn>
              <a:cxn ang="0">
                <a:pos x="connsiteX116389" y="connsiteY116389"/>
              </a:cxn>
              <a:cxn ang="0">
                <a:pos x="connsiteX116390" y="connsiteY116390"/>
              </a:cxn>
              <a:cxn ang="0">
                <a:pos x="connsiteX116391" y="connsiteY116391"/>
              </a:cxn>
              <a:cxn ang="0">
                <a:pos x="connsiteX116392" y="connsiteY116392"/>
              </a:cxn>
              <a:cxn ang="0">
                <a:pos x="connsiteX116393" y="connsiteY116393"/>
              </a:cxn>
              <a:cxn ang="0">
                <a:pos x="connsiteX116394" y="connsiteY116394"/>
              </a:cxn>
              <a:cxn ang="0">
                <a:pos x="connsiteX116395" y="connsiteY116395"/>
              </a:cxn>
              <a:cxn ang="0">
                <a:pos x="connsiteX116396" y="connsiteY116396"/>
              </a:cxn>
              <a:cxn ang="0">
                <a:pos x="connsiteX116397" y="connsiteY116397"/>
              </a:cxn>
              <a:cxn ang="0">
                <a:pos x="connsiteX116398" y="connsiteY116398"/>
              </a:cxn>
              <a:cxn ang="0">
                <a:pos x="connsiteX116399" y="connsiteY116399"/>
              </a:cxn>
              <a:cxn ang="0">
                <a:pos x="connsiteX116400" y="connsiteY116400"/>
              </a:cxn>
              <a:cxn ang="0">
                <a:pos x="connsiteX116401" y="connsiteY116401"/>
              </a:cxn>
              <a:cxn ang="0">
                <a:pos x="connsiteX116402" y="connsiteY116402"/>
              </a:cxn>
              <a:cxn ang="0">
                <a:pos x="connsiteX116403" y="connsiteY116403"/>
              </a:cxn>
              <a:cxn ang="0">
                <a:pos x="connsiteX116404" y="connsiteY116404"/>
              </a:cxn>
              <a:cxn ang="0">
                <a:pos x="connsiteX116405" y="connsiteY116405"/>
              </a:cxn>
              <a:cxn ang="0">
                <a:pos x="connsiteX116406" y="connsiteY116406"/>
              </a:cxn>
              <a:cxn ang="0">
                <a:pos x="connsiteX116407" y="connsiteY116407"/>
              </a:cxn>
              <a:cxn ang="0">
                <a:pos x="connsiteX116408" y="connsiteY116408"/>
              </a:cxn>
              <a:cxn ang="0">
                <a:pos x="connsiteX116409" y="connsiteY116409"/>
              </a:cxn>
              <a:cxn ang="0">
                <a:pos x="connsiteX116410" y="connsiteY116410"/>
              </a:cxn>
              <a:cxn ang="0">
                <a:pos x="connsiteX116411" y="connsiteY116411"/>
              </a:cxn>
              <a:cxn ang="0">
                <a:pos x="connsiteX116412" y="connsiteY116412"/>
              </a:cxn>
              <a:cxn ang="0">
                <a:pos x="connsiteX116413" y="connsiteY116413"/>
              </a:cxn>
              <a:cxn ang="0">
                <a:pos x="connsiteX116414" y="connsiteY116414"/>
              </a:cxn>
              <a:cxn ang="0">
                <a:pos x="connsiteX116415" y="connsiteY116415"/>
              </a:cxn>
              <a:cxn ang="0">
                <a:pos x="connsiteX116416" y="connsiteY116416"/>
              </a:cxn>
              <a:cxn ang="0">
                <a:pos x="connsiteX116417" y="connsiteY116417"/>
              </a:cxn>
              <a:cxn ang="0">
                <a:pos x="connsiteX116418" y="connsiteY116418"/>
              </a:cxn>
              <a:cxn ang="0">
                <a:pos x="connsiteX116419" y="connsiteY116419"/>
              </a:cxn>
              <a:cxn ang="0">
                <a:pos x="connsiteX116420" y="connsiteY116420"/>
              </a:cxn>
              <a:cxn ang="0">
                <a:pos x="connsiteX116421" y="connsiteY116421"/>
              </a:cxn>
              <a:cxn ang="0">
                <a:pos x="connsiteX116422" y="connsiteY116422"/>
              </a:cxn>
              <a:cxn ang="0">
                <a:pos x="connsiteX116423" y="connsiteY116423"/>
              </a:cxn>
              <a:cxn ang="0">
                <a:pos x="connsiteX116424" y="connsiteY116424"/>
              </a:cxn>
              <a:cxn ang="0">
                <a:pos x="connsiteX116425" y="connsiteY116425"/>
              </a:cxn>
              <a:cxn ang="0">
                <a:pos x="connsiteX116426" y="connsiteY116426"/>
              </a:cxn>
              <a:cxn ang="0">
                <a:pos x="connsiteX116427" y="connsiteY116427"/>
              </a:cxn>
              <a:cxn ang="0">
                <a:pos x="connsiteX116428" y="connsiteY116428"/>
              </a:cxn>
              <a:cxn ang="0">
                <a:pos x="connsiteX116429" y="connsiteY116429"/>
              </a:cxn>
              <a:cxn ang="0">
                <a:pos x="connsiteX116430" y="connsiteY116430"/>
              </a:cxn>
              <a:cxn ang="0">
                <a:pos x="connsiteX116431" y="connsiteY116431"/>
              </a:cxn>
              <a:cxn ang="0">
                <a:pos x="connsiteX116432" y="connsiteY116432"/>
              </a:cxn>
              <a:cxn ang="0">
                <a:pos x="connsiteX116433" y="connsiteY116433"/>
              </a:cxn>
              <a:cxn ang="0">
                <a:pos x="connsiteX116434" y="connsiteY116434"/>
              </a:cxn>
              <a:cxn ang="0">
                <a:pos x="connsiteX116435" y="connsiteY116435"/>
              </a:cxn>
              <a:cxn ang="0">
                <a:pos x="connsiteX116436" y="connsiteY116436"/>
              </a:cxn>
              <a:cxn ang="0">
                <a:pos x="connsiteX116437" y="connsiteY116437"/>
              </a:cxn>
              <a:cxn ang="0">
                <a:pos x="connsiteX116438" y="connsiteY116438"/>
              </a:cxn>
              <a:cxn ang="0">
                <a:pos x="connsiteX116439" y="connsiteY116439"/>
              </a:cxn>
              <a:cxn ang="0">
                <a:pos x="connsiteX116440" y="connsiteY116440"/>
              </a:cxn>
              <a:cxn ang="0">
                <a:pos x="connsiteX116441" y="connsiteY116441"/>
              </a:cxn>
              <a:cxn ang="0">
                <a:pos x="connsiteX116442" y="connsiteY116442"/>
              </a:cxn>
              <a:cxn ang="0">
                <a:pos x="connsiteX116443" y="connsiteY116443"/>
              </a:cxn>
              <a:cxn ang="0">
                <a:pos x="connsiteX116444" y="connsiteY116444"/>
              </a:cxn>
              <a:cxn ang="0">
                <a:pos x="connsiteX116445" y="connsiteY116445"/>
              </a:cxn>
              <a:cxn ang="0">
                <a:pos x="connsiteX116446" y="connsiteY116446"/>
              </a:cxn>
              <a:cxn ang="0">
                <a:pos x="connsiteX116447" y="connsiteY116447"/>
              </a:cxn>
              <a:cxn ang="0">
                <a:pos x="connsiteX116448" y="connsiteY116448"/>
              </a:cxn>
              <a:cxn ang="0">
                <a:pos x="connsiteX116449" y="connsiteY116449"/>
              </a:cxn>
              <a:cxn ang="0">
                <a:pos x="connsiteX116450" y="connsiteY116450"/>
              </a:cxn>
              <a:cxn ang="0">
                <a:pos x="connsiteX116451" y="connsiteY116451"/>
              </a:cxn>
              <a:cxn ang="0">
                <a:pos x="connsiteX116452" y="connsiteY116452"/>
              </a:cxn>
              <a:cxn ang="0">
                <a:pos x="connsiteX116453" y="connsiteY116453"/>
              </a:cxn>
              <a:cxn ang="0">
                <a:pos x="connsiteX116454" y="connsiteY116454"/>
              </a:cxn>
              <a:cxn ang="0">
                <a:pos x="connsiteX116455" y="connsiteY116455"/>
              </a:cxn>
              <a:cxn ang="0">
                <a:pos x="connsiteX116456" y="connsiteY116456"/>
              </a:cxn>
              <a:cxn ang="0">
                <a:pos x="connsiteX116457" y="connsiteY116457"/>
              </a:cxn>
              <a:cxn ang="0">
                <a:pos x="connsiteX116458" y="connsiteY116458"/>
              </a:cxn>
              <a:cxn ang="0">
                <a:pos x="connsiteX116459" y="connsiteY116459"/>
              </a:cxn>
              <a:cxn ang="0">
                <a:pos x="connsiteX116460" y="connsiteY116460"/>
              </a:cxn>
              <a:cxn ang="0">
                <a:pos x="connsiteX116461" y="connsiteY116461"/>
              </a:cxn>
              <a:cxn ang="0">
                <a:pos x="connsiteX116462" y="connsiteY116462"/>
              </a:cxn>
              <a:cxn ang="0">
                <a:pos x="connsiteX116463" y="connsiteY116463"/>
              </a:cxn>
              <a:cxn ang="0">
                <a:pos x="connsiteX116464" y="connsiteY116464"/>
              </a:cxn>
              <a:cxn ang="0">
                <a:pos x="connsiteX116465" y="connsiteY116465"/>
              </a:cxn>
              <a:cxn ang="0">
                <a:pos x="connsiteX116466" y="connsiteY116466"/>
              </a:cxn>
              <a:cxn ang="0">
                <a:pos x="connsiteX116467" y="connsiteY116467"/>
              </a:cxn>
              <a:cxn ang="0">
                <a:pos x="connsiteX116468" y="connsiteY116468"/>
              </a:cxn>
              <a:cxn ang="0">
                <a:pos x="connsiteX116469" y="connsiteY116469"/>
              </a:cxn>
              <a:cxn ang="0">
                <a:pos x="connsiteX116470" y="connsiteY116470"/>
              </a:cxn>
              <a:cxn ang="0">
                <a:pos x="connsiteX116471" y="connsiteY116471"/>
              </a:cxn>
              <a:cxn ang="0">
                <a:pos x="connsiteX116472" y="connsiteY116472"/>
              </a:cxn>
              <a:cxn ang="0">
                <a:pos x="connsiteX116473" y="connsiteY116473"/>
              </a:cxn>
              <a:cxn ang="0">
                <a:pos x="connsiteX116474" y="connsiteY116474"/>
              </a:cxn>
              <a:cxn ang="0">
                <a:pos x="connsiteX116475" y="connsiteY116475"/>
              </a:cxn>
              <a:cxn ang="0">
                <a:pos x="connsiteX116476" y="connsiteY116476"/>
              </a:cxn>
              <a:cxn ang="0">
                <a:pos x="connsiteX116477" y="connsiteY116477"/>
              </a:cxn>
              <a:cxn ang="0">
                <a:pos x="connsiteX116478" y="connsiteY116478"/>
              </a:cxn>
              <a:cxn ang="0">
                <a:pos x="connsiteX116479" y="connsiteY116479"/>
              </a:cxn>
              <a:cxn ang="0">
                <a:pos x="connsiteX116480" y="connsiteY116480"/>
              </a:cxn>
              <a:cxn ang="0">
                <a:pos x="connsiteX116481" y="connsiteY116481"/>
              </a:cxn>
              <a:cxn ang="0">
                <a:pos x="connsiteX116482" y="connsiteY116482"/>
              </a:cxn>
              <a:cxn ang="0">
                <a:pos x="connsiteX116483" y="connsiteY116483"/>
              </a:cxn>
              <a:cxn ang="0">
                <a:pos x="connsiteX116484" y="connsiteY116484"/>
              </a:cxn>
              <a:cxn ang="0">
                <a:pos x="connsiteX116485" y="connsiteY116485"/>
              </a:cxn>
              <a:cxn ang="0">
                <a:pos x="connsiteX116486" y="connsiteY116486"/>
              </a:cxn>
              <a:cxn ang="0">
                <a:pos x="connsiteX116487" y="connsiteY116487"/>
              </a:cxn>
              <a:cxn ang="0">
                <a:pos x="connsiteX116488" y="connsiteY116488"/>
              </a:cxn>
              <a:cxn ang="0">
                <a:pos x="connsiteX116489" y="connsiteY116489"/>
              </a:cxn>
              <a:cxn ang="0">
                <a:pos x="connsiteX116490" y="connsiteY116490"/>
              </a:cxn>
              <a:cxn ang="0">
                <a:pos x="connsiteX116491" y="connsiteY116491"/>
              </a:cxn>
              <a:cxn ang="0">
                <a:pos x="connsiteX116492" y="connsiteY116492"/>
              </a:cxn>
              <a:cxn ang="0">
                <a:pos x="connsiteX116493" y="connsiteY116493"/>
              </a:cxn>
              <a:cxn ang="0">
                <a:pos x="connsiteX116494" y="connsiteY116494"/>
              </a:cxn>
              <a:cxn ang="0">
                <a:pos x="connsiteX116495" y="connsiteY116495"/>
              </a:cxn>
              <a:cxn ang="0">
                <a:pos x="connsiteX116496" y="connsiteY116496"/>
              </a:cxn>
              <a:cxn ang="0">
                <a:pos x="connsiteX116497" y="connsiteY116497"/>
              </a:cxn>
              <a:cxn ang="0">
                <a:pos x="connsiteX116498" y="connsiteY116498"/>
              </a:cxn>
              <a:cxn ang="0">
                <a:pos x="connsiteX116499" y="connsiteY116499"/>
              </a:cxn>
              <a:cxn ang="0">
                <a:pos x="connsiteX116500" y="connsiteY116500"/>
              </a:cxn>
              <a:cxn ang="0">
                <a:pos x="connsiteX116501" y="connsiteY116501"/>
              </a:cxn>
              <a:cxn ang="0">
                <a:pos x="connsiteX116502" y="connsiteY116502"/>
              </a:cxn>
              <a:cxn ang="0">
                <a:pos x="connsiteX116503" y="connsiteY116503"/>
              </a:cxn>
              <a:cxn ang="0">
                <a:pos x="connsiteX116504" y="connsiteY116504"/>
              </a:cxn>
              <a:cxn ang="0">
                <a:pos x="connsiteX116505" y="connsiteY116505"/>
              </a:cxn>
              <a:cxn ang="0">
                <a:pos x="connsiteX116506" y="connsiteY116506"/>
              </a:cxn>
              <a:cxn ang="0">
                <a:pos x="connsiteX116507" y="connsiteY116507"/>
              </a:cxn>
              <a:cxn ang="0">
                <a:pos x="connsiteX116508" y="connsiteY116508"/>
              </a:cxn>
              <a:cxn ang="0">
                <a:pos x="connsiteX116509" y="connsiteY116509"/>
              </a:cxn>
              <a:cxn ang="0">
                <a:pos x="connsiteX116510" y="connsiteY116510"/>
              </a:cxn>
              <a:cxn ang="0">
                <a:pos x="connsiteX116511" y="connsiteY116511"/>
              </a:cxn>
              <a:cxn ang="0">
                <a:pos x="connsiteX116512" y="connsiteY116512"/>
              </a:cxn>
              <a:cxn ang="0">
                <a:pos x="connsiteX116513" y="connsiteY116513"/>
              </a:cxn>
              <a:cxn ang="0">
                <a:pos x="connsiteX116514" y="connsiteY116514"/>
              </a:cxn>
              <a:cxn ang="0">
                <a:pos x="connsiteX116515" y="connsiteY116515"/>
              </a:cxn>
              <a:cxn ang="0">
                <a:pos x="connsiteX116516" y="connsiteY116516"/>
              </a:cxn>
              <a:cxn ang="0">
                <a:pos x="connsiteX116517" y="connsiteY116517"/>
              </a:cxn>
              <a:cxn ang="0">
                <a:pos x="connsiteX116518" y="connsiteY116518"/>
              </a:cxn>
              <a:cxn ang="0">
                <a:pos x="connsiteX116519" y="connsiteY116519"/>
              </a:cxn>
              <a:cxn ang="0">
                <a:pos x="connsiteX116520" y="connsiteY116520"/>
              </a:cxn>
              <a:cxn ang="0">
                <a:pos x="connsiteX116521" y="connsiteY116521"/>
              </a:cxn>
              <a:cxn ang="0">
                <a:pos x="connsiteX116522" y="connsiteY116522"/>
              </a:cxn>
              <a:cxn ang="0">
                <a:pos x="connsiteX116523" y="connsiteY116523"/>
              </a:cxn>
              <a:cxn ang="0">
                <a:pos x="connsiteX116524" y="connsiteY116524"/>
              </a:cxn>
              <a:cxn ang="0">
                <a:pos x="connsiteX116525" y="connsiteY116525"/>
              </a:cxn>
              <a:cxn ang="0">
                <a:pos x="connsiteX116526" y="connsiteY116526"/>
              </a:cxn>
              <a:cxn ang="0">
                <a:pos x="connsiteX116527" y="connsiteY116527"/>
              </a:cxn>
              <a:cxn ang="0">
                <a:pos x="connsiteX116528" y="connsiteY116528"/>
              </a:cxn>
              <a:cxn ang="0">
                <a:pos x="connsiteX116529" y="connsiteY116529"/>
              </a:cxn>
              <a:cxn ang="0">
                <a:pos x="connsiteX116530" y="connsiteY116530"/>
              </a:cxn>
              <a:cxn ang="0">
                <a:pos x="connsiteX116531" y="connsiteY116531"/>
              </a:cxn>
              <a:cxn ang="0">
                <a:pos x="connsiteX116532" y="connsiteY116532"/>
              </a:cxn>
              <a:cxn ang="0">
                <a:pos x="connsiteX116533" y="connsiteY116533"/>
              </a:cxn>
              <a:cxn ang="0">
                <a:pos x="connsiteX116534" y="connsiteY116534"/>
              </a:cxn>
              <a:cxn ang="0">
                <a:pos x="connsiteX116535" y="connsiteY116535"/>
              </a:cxn>
              <a:cxn ang="0">
                <a:pos x="connsiteX116536" y="connsiteY116536"/>
              </a:cxn>
              <a:cxn ang="0">
                <a:pos x="connsiteX116537" y="connsiteY116537"/>
              </a:cxn>
              <a:cxn ang="0">
                <a:pos x="connsiteX116538" y="connsiteY116538"/>
              </a:cxn>
              <a:cxn ang="0">
                <a:pos x="connsiteX116539" y="connsiteY116539"/>
              </a:cxn>
              <a:cxn ang="0">
                <a:pos x="connsiteX116540" y="connsiteY116540"/>
              </a:cxn>
              <a:cxn ang="0">
                <a:pos x="connsiteX116541" y="connsiteY116541"/>
              </a:cxn>
              <a:cxn ang="0">
                <a:pos x="connsiteX116542" y="connsiteY116542"/>
              </a:cxn>
              <a:cxn ang="0">
                <a:pos x="connsiteX116543" y="connsiteY116543"/>
              </a:cxn>
              <a:cxn ang="0">
                <a:pos x="connsiteX116544" y="connsiteY116544"/>
              </a:cxn>
              <a:cxn ang="0">
                <a:pos x="connsiteX116545" y="connsiteY116545"/>
              </a:cxn>
              <a:cxn ang="0">
                <a:pos x="connsiteX116546" y="connsiteY116546"/>
              </a:cxn>
              <a:cxn ang="0">
                <a:pos x="connsiteX116547" y="connsiteY116547"/>
              </a:cxn>
              <a:cxn ang="0">
                <a:pos x="connsiteX116548" y="connsiteY116548"/>
              </a:cxn>
              <a:cxn ang="0">
                <a:pos x="connsiteX116549" y="connsiteY116549"/>
              </a:cxn>
              <a:cxn ang="0">
                <a:pos x="connsiteX116550" y="connsiteY116550"/>
              </a:cxn>
              <a:cxn ang="0">
                <a:pos x="connsiteX116551" y="connsiteY116551"/>
              </a:cxn>
              <a:cxn ang="0">
                <a:pos x="connsiteX116552" y="connsiteY116552"/>
              </a:cxn>
              <a:cxn ang="0">
                <a:pos x="connsiteX116553" y="connsiteY116553"/>
              </a:cxn>
              <a:cxn ang="0">
                <a:pos x="connsiteX116554" y="connsiteY116554"/>
              </a:cxn>
              <a:cxn ang="0">
                <a:pos x="connsiteX116555" y="connsiteY116555"/>
              </a:cxn>
              <a:cxn ang="0">
                <a:pos x="connsiteX116556" y="connsiteY116556"/>
              </a:cxn>
              <a:cxn ang="0">
                <a:pos x="connsiteX116557" y="connsiteY116557"/>
              </a:cxn>
              <a:cxn ang="0">
                <a:pos x="connsiteX116558" y="connsiteY116558"/>
              </a:cxn>
              <a:cxn ang="0">
                <a:pos x="connsiteX116559" y="connsiteY116559"/>
              </a:cxn>
              <a:cxn ang="0">
                <a:pos x="connsiteX116560" y="connsiteY116560"/>
              </a:cxn>
              <a:cxn ang="0">
                <a:pos x="connsiteX116561" y="connsiteY116561"/>
              </a:cxn>
              <a:cxn ang="0">
                <a:pos x="connsiteX116562" y="connsiteY116562"/>
              </a:cxn>
              <a:cxn ang="0">
                <a:pos x="connsiteX116563" y="connsiteY116563"/>
              </a:cxn>
              <a:cxn ang="0">
                <a:pos x="connsiteX116564" y="connsiteY116564"/>
              </a:cxn>
              <a:cxn ang="0">
                <a:pos x="connsiteX116565" y="connsiteY116565"/>
              </a:cxn>
              <a:cxn ang="0">
                <a:pos x="connsiteX116566" y="connsiteY116566"/>
              </a:cxn>
              <a:cxn ang="0">
                <a:pos x="connsiteX116567" y="connsiteY116567"/>
              </a:cxn>
              <a:cxn ang="0">
                <a:pos x="connsiteX116568" y="connsiteY116568"/>
              </a:cxn>
              <a:cxn ang="0">
                <a:pos x="connsiteX116569" y="connsiteY116569"/>
              </a:cxn>
              <a:cxn ang="0">
                <a:pos x="connsiteX116570" y="connsiteY116570"/>
              </a:cxn>
              <a:cxn ang="0">
                <a:pos x="connsiteX116571" y="connsiteY116571"/>
              </a:cxn>
              <a:cxn ang="0">
                <a:pos x="connsiteX116572" y="connsiteY116572"/>
              </a:cxn>
              <a:cxn ang="0">
                <a:pos x="connsiteX116573" y="connsiteY116573"/>
              </a:cxn>
              <a:cxn ang="0">
                <a:pos x="connsiteX116574" y="connsiteY116574"/>
              </a:cxn>
              <a:cxn ang="0">
                <a:pos x="connsiteX116575" y="connsiteY116575"/>
              </a:cxn>
              <a:cxn ang="0">
                <a:pos x="connsiteX116576" y="connsiteY116576"/>
              </a:cxn>
              <a:cxn ang="0">
                <a:pos x="connsiteX116577" y="connsiteY116577"/>
              </a:cxn>
              <a:cxn ang="0">
                <a:pos x="connsiteX116578" y="connsiteY116578"/>
              </a:cxn>
              <a:cxn ang="0">
                <a:pos x="connsiteX116579" y="connsiteY116579"/>
              </a:cxn>
              <a:cxn ang="0">
                <a:pos x="connsiteX116580" y="connsiteY116580"/>
              </a:cxn>
              <a:cxn ang="0">
                <a:pos x="connsiteX116581" y="connsiteY116581"/>
              </a:cxn>
              <a:cxn ang="0">
                <a:pos x="connsiteX116582" y="connsiteY116582"/>
              </a:cxn>
              <a:cxn ang="0">
                <a:pos x="connsiteX116583" y="connsiteY116583"/>
              </a:cxn>
              <a:cxn ang="0">
                <a:pos x="connsiteX116584" y="connsiteY116584"/>
              </a:cxn>
              <a:cxn ang="0">
                <a:pos x="connsiteX116585" y="connsiteY116585"/>
              </a:cxn>
              <a:cxn ang="0">
                <a:pos x="connsiteX116586" y="connsiteY116586"/>
              </a:cxn>
              <a:cxn ang="0">
                <a:pos x="connsiteX116587" y="connsiteY116587"/>
              </a:cxn>
              <a:cxn ang="0">
                <a:pos x="connsiteX116588" y="connsiteY116588"/>
              </a:cxn>
              <a:cxn ang="0">
                <a:pos x="connsiteX116589" y="connsiteY116589"/>
              </a:cxn>
              <a:cxn ang="0">
                <a:pos x="connsiteX116590" y="connsiteY116590"/>
              </a:cxn>
              <a:cxn ang="0">
                <a:pos x="connsiteX116591" y="connsiteY116591"/>
              </a:cxn>
              <a:cxn ang="0">
                <a:pos x="connsiteX116592" y="connsiteY116592"/>
              </a:cxn>
              <a:cxn ang="0">
                <a:pos x="connsiteX116593" y="connsiteY116593"/>
              </a:cxn>
              <a:cxn ang="0">
                <a:pos x="connsiteX116594" y="connsiteY116594"/>
              </a:cxn>
              <a:cxn ang="0">
                <a:pos x="connsiteX116595" y="connsiteY116595"/>
              </a:cxn>
              <a:cxn ang="0">
                <a:pos x="connsiteX116596" y="connsiteY116596"/>
              </a:cxn>
              <a:cxn ang="0">
                <a:pos x="connsiteX116597" y="connsiteY116597"/>
              </a:cxn>
              <a:cxn ang="0">
                <a:pos x="connsiteX116598" y="connsiteY116598"/>
              </a:cxn>
              <a:cxn ang="0">
                <a:pos x="connsiteX116599" y="connsiteY116599"/>
              </a:cxn>
              <a:cxn ang="0">
                <a:pos x="connsiteX116600" y="connsiteY116600"/>
              </a:cxn>
              <a:cxn ang="0">
                <a:pos x="connsiteX116601" y="connsiteY116601"/>
              </a:cxn>
              <a:cxn ang="0">
                <a:pos x="connsiteX116602" y="connsiteY116602"/>
              </a:cxn>
              <a:cxn ang="0">
                <a:pos x="connsiteX116603" y="connsiteY116603"/>
              </a:cxn>
              <a:cxn ang="0">
                <a:pos x="connsiteX116604" y="connsiteY116604"/>
              </a:cxn>
              <a:cxn ang="0">
                <a:pos x="connsiteX116605" y="connsiteY116605"/>
              </a:cxn>
              <a:cxn ang="0">
                <a:pos x="connsiteX116606" y="connsiteY116606"/>
              </a:cxn>
              <a:cxn ang="0">
                <a:pos x="connsiteX116607" y="connsiteY116607"/>
              </a:cxn>
              <a:cxn ang="0">
                <a:pos x="connsiteX116608" y="connsiteY116608"/>
              </a:cxn>
              <a:cxn ang="0">
                <a:pos x="connsiteX116609" y="connsiteY116609"/>
              </a:cxn>
              <a:cxn ang="0">
                <a:pos x="connsiteX116610" y="connsiteY116610"/>
              </a:cxn>
              <a:cxn ang="0">
                <a:pos x="connsiteX116611" y="connsiteY116611"/>
              </a:cxn>
              <a:cxn ang="0">
                <a:pos x="connsiteX116612" y="connsiteY116612"/>
              </a:cxn>
              <a:cxn ang="0">
                <a:pos x="connsiteX116613" y="connsiteY116613"/>
              </a:cxn>
              <a:cxn ang="0">
                <a:pos x="connsiteX116614" y="connsiteY116614"/>
              </a:cxn>
              <a:cxn ang="0">
                <a:pos x="connsiteX116615" y="connsiteY116615"/>
              </a:cxn>
              <a:cxn ang="0">
                <a:pos x="connsiteX116616" y="connsiteY116616"/>
              </a:cxn>
              <a:cxn ang="0">
                <a:pos x="connsiteX116617" y="connsiteY116617"/>
              </a:cxn>
              <a:cxn ang="0">
                <a:pos x="connsiteX116618" y="connsiteY116618"/>
              </a:cxn>
              <a:cxn ang="0">
                <a:pos x="connsiteX116619" y="connsiteY116619"/>
              </a:cxn>
              <a:cxn ang="0">
                <a:pos x="connsiteX116620" y="connsiteY116620"/>
              </a:cxn>
              <a:cxn ang="0">
                <a:pos x="connsiteX116621" y="connsiteY116621"/>
              </a:cxn>
              <a:cxn ang="0">
                <a:pos x="connsiteX116622" y="connsiteY116622"/>
              </a:cxn>
              <a:cxn ang="0">
                <a:pos x="connsiteX116623" y="connsiteY116623"/>
              </a:cxn>
              <a:cxn ang="0">
                <a:pos x="connsiteX116624" y="connsiteY116624"/>
              </a:cxn>
              <a:cxn ang="0">
                <a:pos x="connsiteX116625" y="connsiteY116625"/>
              </a:cxn>
              <a:cxn ang="0">
                <a:pos x="connsiteX116626" y="connsiteY116626"/>
              </a:cxn>
              <a:cxn ang="0">
                <a:pos x="connsiteX116627" y="connsiteY116627"/>
              </a:cxn>
              <a:cxn ang="0">
                <a:pos x="connsiteX116628" y="connsiteY116628"/>
              </a:cxn>
              <a:cxn ang="0">
                <a:pos x="connsiteX116629" y="connsiteY116629"/>
              </a:cxn>
              <a:cxn ang="0">
                <a:pos x="connsiteX116630" y="connsiteY116630"/>
              </a:cxn>
              <a:cxn ang="0">
                <a:pos x="connsiteX116631" y="connsiteY116631"/>
              </a:cxn>
              <a:cxn ang="0">
                <a:pos x="connsiteX116632" y="connsiteY116632"/>
              </a:cxn>
              <a:cxn ang="0">
                <a:pos x="connsiteX116633" y="connsiteY116633"/>
              </a:cxn>
              <a:cxn ang="0">
                <a:pos x="connsiteX116634" y="connsiteY116634"/>
              </a:cxn>
              <a:cxn ang="0">
                <a:pos x="connsiteX116635" y="connsiteY116635"/>
              </a:cxn>
              <a:cxn ang="0">
                <a:pos x="connsiteX116636" y="connsiteY116636"/>
              </a:cxn>
              <a:cxn ang="0">
                <a:pos x="connsiteX116637" y="connsiteY116637"/>
              </a:cxn>
              <a:cxn ang="0">
                <a:pos x="connsiteX116638" y="connsiteY116638"/>
              </a:cxn>
              <a:cxn ang="0">
                <a:pos x="connsiteX116639" y="connsiteY116639"/>
              </a:cxn>
              <a:cxn ang="0">
                <a:pos x="connsiteX116640" y="connsiteY116640"/>
              </a:cxn>
              <a:cxn ang="0">
                <a:pos x="connsiteX116641" y="connsiteY116641"/>
              </a:cxn>
              <a:cxn ang="0">
                <a:pos x="connsiteX116642" y="connsiteY116642"/>
              </a:cxn>
              <a:cxn ang="0">
                <a:pos x="connsiteX116643" y="connsiteY116643"/>
              </a:cxn>
              <a:cxn ang="0">
                <a:pos x="connsiteX116644" y="connsiteY116644"/>
              </a:cxn>
              <a:cxn ang="0">
                <a:pos x="connsiteX116645" y="connsiteY116645"/>
              </a:cxn>
              <a:cxn ang="0">
                <a:pos x="connsiteX116646" y="connsiteY116646"/>
              </a:cxn>
              <a:cxn ang="0">
                <a:pos x="connsiteX116647" y="connsiteY116647"/>
              </a:cxn>
              <a:cxn ang="0">
                <a:pos x="connsiteX116648" y="connsiteY116648"/>
              </a:cxn>
              <a:cxn ang="0">
                <a:pos x="connsiteX116649" y="connsiteY116649"/>
              </a:cxn>
              <a:cxn ang="0">
                <a:pos x="connsiteX116650" y="connsiteY116650"/>
              </a:cxn>
              <a:cxn ang="0">
                <a:pos x="connsiteX116651" y="connsiteY116651"/>
              </a:cxn>
              <a:cxn ang="0">
                <a:pos x="connsiteX116652" y="connsiteY116652"/>
              </a:cxn>
              <a:cxn ang="0">
                <a:pos x="connsiteX116653" y="connsiteY116653"/>
              </a:cxn>
              <a:cxn ang="0">
                <a:pos x="connsiteX116654" y="connsiteY116654"/>
              </a:cxn>
              <a:cxn ang="0">
                <a:pos x="connsiteX116655" y="connsiteY116655"/>
              </a:cxn>
              <a:cxn ang="0">
                <a:pos x="connsiteX116656" y="connsiteY116656"/>
              </a:cxn>
              <a:cxn ang="0">
                <a:pos x="connsiteX116657" y="connsiteY116657"/>
              </a:cxn>
              <a:cxn ang="0">
                <a:pos x="connsiteX116658" y="connsiteY116658"/>
              </a:cxn>
              <a:cxn ang="0">
                <a:pos x="connsiteX116659" y="connsiteY116659"/>
              </a:cxn>
              <a:cxn ang="0">
                <a:pos x="connsiteX116660" y="connsiteY116660"/>
              </a:cxn>
              <a:cxn ang="0">
                <a:pos x="connsiteX116661" y="connsiteY116661"/>
              </a:cxn>
              <a:cxn ang="0">
                <a:pos x="connsiteX116662" y="connsiteY116662"/>
              </a:cxn>
              <a:cxn ang="0">
                <a:pos x="connsiteX116663" y="connsiteY116663"/>
              </a:cxn>
              <a:cxn ang="0">
                <a:pos x="connsiteX116664" y="connsiteY116664"/>
              </a:cxn>
              <a:cxn ang="0">
                <a:pos x="connsiteX116665" y="connsiteY116665"/>
              </a:cxn>
              <a:cxn ang="0">
                <a:pos x="connsiteX116666" y="connsiteY116666"/>
              </a:cxn>
              <a:cxn ang="0">
                <a:pos x="connsiteX116667" y="connsiteY116667"/>
              </a:cxn>
              <a:cxn ang="0">
                <a:pos x="connsiteX116668" y="connsiteY116668"/>
              </a:cxn>
              <a:cxn ang="0">
                <a:pos x="connsiteX116669" y="connsiteY116669"/>
              </a:cxn>
              <a:cxn ang="0">
                <a:pos x="connsiteX116670" y="connsiteY116670"/>
              </a:cxn>
              <a:cxn ang="0">
                <a:pos x="connsiteX116671" y="connsiteY116671"/>
              </a:cxn>
              <a:cxn ang="0">
                <a:pos x="connsiteX116672" y="connsiteY116672"/>
              </a:cxn>
              <a:cxn ang="0">
                <a:pos x="connsiteX116673" y="connsiteY116673"/>
              </a:cxn>
              <a:cxn ang="0">
                <a:pos x="connsiteX116674" y="connsiteY116674"/>
              </a:cxn>
              <a:cxn ang="0">
                <a:pos x="connsiteX116675" y="connsiteY116675"/>
              </a:cxn>
              <a:cxn ang="0">
                <a:pos x="connsiteX116676" y="connsiteY116676"/>
              </a:cxn>
              <a:cxn ang="0">
                <a:pos x="connsiteX116677" y="connsiteY116677"/>
              </a:cxn>
              <a:cxn ang="0">
                <a:pos x="connsiteX116678" y="connsiteY116678"/>
              </a:cxn>
              <a:cxn ang="0">
                <a:pos x="connsiteX116679" y="connsiteY116679"/>
              </a:cxn>
              <a:cxn ang="0">
                <a:pos x="connsiteX116680" y="connsiteY116680"/>
              </a:cxn>
              <a:cxn ang="0">
                <a:pos x="connsiteX116681" y="connsiteY116681"/>
              </a:cxn>
              <a:cxn ang="0">
                <a:pos x="connsiteX116682" y="connsiteY116682"/>
              </a:cxn>
              <a:cxn ang="0">
                <a:pos x="connsiteX116683" y="connsiteY116683"/>
              </a:cxn>
              <a:cxn ang="0">
                <a:pos x="connsiteX116684" y="connsiteY116684"/>
              </a:cxn>
              <a:cxn ang="0">
                <a:pos x="connsiteX116685" y="connsiteY116685"/>
              </a:cxn>
              <a:cxn ang="0">
                <a:pos x="connsiteX116686" y="connsiteY116686"/>
              </a:cxn>
              <a:cxn ang="0">
                <a:pos x="connsiteX116687" y="connsiteY116687"/>
              </a:cxn>
              <a:cxn ang="0">
                <a:pos x="connsiteX116688" y="connsiteY116688"/>
              </a:cxn>
              <a:cxn ang="0">
                <a:pos x="connsiteX116689" y="connsiteY116689"/>
              </a:cxn>
              <a:cxn ang="0">
                <a:pos x="connsiteX116690" y="connsiteY116690"/>
              </a:cxn>
              <a:cxn ang="0">
                <a:pos x="connsiteX116691" y="connsiteY116691"/>
              </a:cxn>
              <a:cxn ang="0">
                <a:pos x="connsiteX116692" y="connsiteY116692"/>
              </a:cxn>
              <a:cxn ang="0">
                <a:pos x="connsiteX116693" y="connsiteY116693"/>
              </a:cxn>
              <a:cxn ang="0">
                <a:pos x="connsiteX116694" y="connsiteY116694"/>
              </a:cxn>
              <a:cxn ang="0">
                <a:pos x="connsiteX116695" y="connsiteY116695"/>
              </a:cxn>
              <a:cxn ang="0">
                <a:pos x="connsiteX116696" y="connsiteY116696"/>
              </a:cxn>
              <a:cxn ang="0">
                <a:pos x="connsiteX116697" y="connsiteY116697"/>
              </a:cxn>
              <a:cxn ang="0">
                <a:pos x="connsiteX116698" y="connsiteY116698"/>
              </a:cxn>
              <a:cxn ang="0">
                <a:pos x="connsiteX116699" y="connsiteY116699"/>
              </a:cxn>
              <a:cxn ang="0">
                <a:pos x="connsiteX116700" y="connsiteY116700"/>
              </a:cxn>
              <a:cxn ang="0">
                <a:pos x="connsiteX116701" y="connsiteY116701"/>
              </a:cxn>
              <a:cxn ang="0">
                <a:pos x="connsiteX116702" y="connsiteY116702"/>
              </a:cxn>
              <a:cxn ang="0">
                <a:pos x="connsiteX116703" y="connsiteY116703"/>
              </a:cxn>
              <a:cxn ang="0">
                <a:pos x="connsiteX116704" y="connsiteY116704"/>
              </a:cxn>
              <a:cxn ang="0">
                <a:pos x="connsiteX116705" y="connsiteY116705"/>
              </a:cxn>
              <a:cxn ang="0">
                <a:pos x="connsiteX116706" y="connsiteY116706"/>
              </a:cxn>
              <a:cxn ang="0">
                <a:pos x="connsiteX116707" y="connsiteY116707"/>
              </a:cxn>
              <a:cxn ang="0">
                <a:pos x="connsiteX116708" y="connsiteY116708"/>
              </a:cxn>
              <a:cxn ang="0">
                <a:pos x="connsiteX116709" y="connsiteY116709"/>
              </a:cxn>
              <a:cxn ang="0">
                <a:pos x="connsiteX116710" y="connsiteY116710"/>
              </a:cxn>
              <a:cxn ang="0">
                <a:pos x="connsiteX116711" y="connsiteY116711"/>
              </a:cxn>
              <a:cxn ang="0">
                <a:pos x="connsiteX116712" y="connsiteY116712"/>
              </a:cxn>
              <a:cxn ang="0">
                <a:pos x="connsiteX116713" y="connsiteY116713"/>
              </a:cxn>
              <a:cxn ang="0">
                <a:pos x="connsiteX116714" y="connsiteY116714"/>
              </a:cxn>
              <a:cxn ang="0">
                <a:pos x="connsiteX116715" y="connsiteY116715"/>
              </a:cxn>
              <a:cxn ang="0">
                <a:pos x="connsiteX116716" y="connsiteY116716"/>
              </a:cxn>
              <a:cxn ang="0">
                <a:pos x="connsiteX116717" y="connsiteY116717"/>
              </a:cxn>
              <a:cxn ang="0">
                <a:pos x="connsiteX116718" y="connsiteY116718"/>
              </a:cxn>
              <a:cxn ang="0">
                <a:pos x="connsiteX116719" y="connsiteY116719"/>
              </a:cxn>
              <a:cxn ang="0">
                <a:pos x="connsiteX116720" y="connsiteY116720"/>
              </a:cxn>
              <a:cxn ang="0">
                <a:pos x="connsiteX116721" y="connsiteY116721"/>
              </a:cxn>
              <a:cxn ang="0">
                <a:pos x="connsiteX116722" y="connsiteY116722"/>
              </a:cxn>
              <a:cxn ang="0">
                <a:pos x="connsiteX116723" y="connsiteY116723"/>
              </a:cxn>
              <a:cxn ang="0">
                <a:pos x="connsiteX116724" y="connsiteY116724"/>
              </a:cxn>
              <a:cxn ang="0">
                <a:pos x="connsiteX116725" y="connsiteY116725"/>
              </a:cxn>
              <a:cxn ang="0">
                <a:pos x="connsiteX116726" y="connsiteY116726"/>
              </a:cxn>
              <a:cxn ang="0">
                <a:pos x="connsiteX116727" y="connsiteY116727"/>
              </a:cxn>
              <a:cxn ang="0">
                <a:pos x="connsiteX116728" y="connsiteY116728"/>
              </a:cxn>
              <a:cxn ang="0">
                <a:pos x="connsiteX116729" y="connsiteY116729"/>
              </a:cxn>
              <a:cxn ang="0">
                <a:pos x="connsiteX116730" y="connsiteY116730"/>
              </a:cxn>
              <a:cxn ang="0">
                <a:pos x="connsiteX116731" y="connsiteY116731"/>
              </a:cxn>
              <a:cxn ang="0">
                <a:pos x="connsiteX116732" y="connsiteY116732"/>
              </a:cxn>
              <a:cxn ang="0">
                <a:pos x="connsiteX116733" y="connsiteY116733"/>
              </a:cxn>
              <a:cxn ang="0">
                <a:pos x="connsiteX116734" y="connsiteY116734"/>
              </a:cxn>
              <a:cxn ang="0">
                <a:pos x="connsiteX116735" y="connsiteY116735"/>
              </a:cxn>
              <a:cxn ang="0">
                <a:pos x="connsiteX116736" y="connsiteY116736"/>
              </a:cxn>
              <a:cxn ang="0">
                <a:pos x="connsiteX116737" y="connsiteY116737"/>
              </a:cxn>
              <a:cxn ang="0">
                <a:pos x="connsiteX116738" y="connsiteY116738"/>
              </a:cxn>
              <a:cxn ang="0">
                <a:pos x="connsiteX116739" y="connsiteY116739"/>
              </a:cxn>
              <a:cxn ang="0">
                <a:pos x="connsiteX116740" y="connsiteY116740"/>
              </a:cxn>
              <a:cxn ang="0">
                <a:pos x="connsiteX116741" y="connsiteY116741"/>
              </a:cxn>
              <a:cxn ang="0">
                <a:pos x="connsiteX116742" y="connsiteY116742"/>
              </a:cxn>
              <a:cxn ang="0">
                <a:pos x="connsiteX116743" y="connsiteY116743"/>
              </a:cxn>
              <a:cxn ang="0">
                <a:pos x="connsiteX116744" y="connsiteY116744"/>
              </a:cxn>
              <a:cxn ang="0">
                <a:pos x="connsiteX116745" y="connsiteY116745"/>
              </a:cxn>
              <a:cxn ang="0">
                <a:pos x="connsiteX116746" y="connsiteY116746"/>
              </a:cxn>
              <a:cxn ang="0">
                <a:pos x="connsiteX116747" y="connsiteY116747"/>
              </a:cxn>
              <a:cxn ang="0">
                <a:pos x="connsiteX116748" y="connsiteY116748"/>
              </a:cxn>
              <a:cxn ang="0">
                <a:pos x="connsiteX116749" y="connsiteY116749"/>
              </a:cxn>
              <a:cxn ang="0">
                <a:pos x="connsiteX116750" y="connsiteY116750"/>
              </a:cxn>
              <a:cxn ang="0">
                <a:pos x="connsiteX116751" y="connsiteY116751"/>
              </a:cxn>
              <a:cxn ang="0">
                <a:pos x="connsiteX116752" y="connsiteY116752"/>
              </a:cxn>
              <a:cxn ang="0">
                <a:pos x="connsiteX116753" y="connsiteY116753"/>
              </a:cxn>
              <a:cxn ang="0">
                <a:pos x="connsiteX116754" y="connsiteY116754"/>
              </a:cxn>
              <a:cxn ang="0">
                <a:pos x="connsiteX116755" y="connsiteY116755"/>
              </a:cxn>
              <a:cxn ang="0">
                <a:pos x="connsiteX116756" y="connsiteY116756"/>
              </a:cxn>
              <a:cxn ang="0">
                <a:pos x="connsiteX116757" y="connsiteY116757"/>
              </a:cxn>
              <a:cxn ang="0">
                <a:pos x="connsiteX116758" y="connsiteY116758"/>
              </a:cxn>
              <a:cxn ang="0">
                <a:pos x="connsiteX116759" y="connsiteY116759"/>
              </a:cxn>
              <a:cxn ang="0">
                <a:pos x="connsiteX116760" y="connsiteY116760"/>
              </a:cxn>
              <a:cxn ang="0">
                <a:pos x="connsiteX116761" y="connsiteY116761"/>
              </a:cxn>
              <a:cxn ang="0">
                <a:pos x="connsiteX116762" y="connsiteY116762"/>
              </a:cxn>
              <a:cxn ang="0">
                <a:pos x="connsiteX116763" y="connsiteY116763"/>
              </a:cxn>
              <a:cxn ang="0">
                <a:pos x="connsiteX116764" y="connsiteY116764"/>
              </a:cxn>
              <a:cxn ang="0">
                <a:pos x="connsiteX116765" y="connsiteY116765"/>
              </a:cxn>
              <a:cxn ang="0">
                <a:pos x="connsiteX116766" y="connsiteY116766"/>
              </a:cxn>
              <a:cxn ang="0">
                <a:pos x="connsiteX116767" y="connsiteY116767"/>
              </a:cxn>
              <a:cxn ang="0">
                <a:pos x="connsiteX116768" y="connsiteY116768"/>
              </a:cxn>
              <a:cxn ang="0">
                <a:pos x="connsiteX116769" y="connsiteY116769"/>
              </a:cxn>
              <a:cxn ang="0">
                <a:pos x="connsiteX116770" y="connsiteY116770"/>
              </a:cxn>
              <a:cxn ang="0">
                <a:pos x="connsiteX116771" y="connsiteY116771"/>
              </a:cxn>
              <a:cxn ang="0">
                <a:pos x="connsiteX116772" y="connsiteY116772"/>
              </a:cxn>
              <a:cxn ang="0">
                <a:pos x="connsiteX116773" y="connsiteY116773"/>
              </a:cxn>
              <a:cxn ang="0">
                <a:pos x="connsiteX116774" y="connsiteY116774"/>
              </a:cxn>
              <a:cxn ang="0">
                <a:pos x="connsiteX116775" y="connsiteY116775"/>
              </a:cxn>
              <a:cxn ang="0">
                <a:pos x="connsiteX116776" y="connsiteY116776"/>
              </a:cxn>
              <a:cxn ang="0">
                <a:pos x="connsiteX116777" y="connsiteY116777"/>
              </a:cxn>
              <a:cxn ang="0">
                <a:pos x="connsiteX116778" y="connsiteY116778"/>
              </a:cxn>
              <a:cxn ang="0">
                <a:pos x="connsiteX116779" y="connsiteY116779"/>
              </a:cxn>
              <a:cxn ang="0">
                <a:pos x="connsiteX116780" y="connsiteY116780"/>
              </a:cxn>
              <a:cxn ang="0">
                <a:pos x="connsiteX116781" y="connsiteY116781"/>
              </a:cxn>
              <a:cxn ang="0">
                <a:pos x="connsiteX116782" y="connsiteY116782"/>
              </a:cxn>
              <a:cxn ang="0">
                <a:pos x="connsiteX116783" y="connsiteY116783"/>
              </a:cxn>
              <a:cxn ang="0">
                <a:pos x="connsiteX116784" y="connsiteY116784"/>
              </a:cxn>
              <a:cxn ang="0">
                <a:pos x="connsiteX116785" y="connsiteY116785"/>
              </a:cxn>
              <a:cxn ang="0">
                <a:pos x="connsiteX116786" y="connsiteY116786"/>
              </a:cxn>
              <a:cxn ang="0">
                <a:pos x="connsiteX116787" y="connsiteY116787"/>
              </a:cxn>
              <a:cxn ang="0">
                <a:pos x="connsiteX116788" y="connsiteY116788"/>
              </a:cxn>
              <a:cxn ang="0">
                <a:pos x="connsiteX116789" y="connsiteY116789"/>
              </a:cxn>
              <a:cxn ang="0">
                <a:pos x="connsiteX116790" y="connsiteY116790"/>
              </a:cxn>
              <a:cxn ang="0">
                <a:pos x="connsiteX116791" y="connsiteY116791"/>
              </a:cxn>
              <a:cxn ang="0">
                <a:pos x="connsiteX116792" y="connsiteY116792"/>
              </a:cxn>
              <a:cxn ang="0">
                <a:pos x="connsiteX116793" y="connsiteY116793"/>
              </a:cxn>
              <a:cxn ang="0">
                <a:pos x="connsiteX116794" y="connsiteY116794"/>
              </a:cxn>
              <a:cxn ang="0">
                <a:pos x="connsiteX116795" y="connsiteY116795"/>
              </a:cxn>
              <a:cxn ang="0">
                <a:pos x="connsiteX116796" y="connsiteY116796"/>
              </a:cxn>
              <a:cxn ang="0">
                <a:pos x="connsiteX116797" y="connsiteY116797"/>
              </a:cxn>
              <a:cxn ang="0">
                <a:pos x="connsiteX116798" y="connsiteY116798"/>
              </a:cxn>
              <a:cxn ang="0">
                <a:pos x="connsiteX116799" y="connsiteY116799"/>
              </a:cxn>
              <a:cxn ang="0">
                <a:pos x="connsiteX116800" y="connsiteY116800"/>
              </a:cxn>
              <a:cxn ang="0">
                <a:pos x="connsiteX116801" y="connsiteY116801"/>
              </a:cxn>
              <a:cxn ang="0">
                <a:pos x="connsiteX116802" y="connsiteY116802"/>
              </a:cxn>
              <a:cxn ang="0">
                <a:pos x="connsiteX116803" y="connsiteY116803"/>
              </a:cxn>
              <a:cxn ang="0">
                <a:pos x="connsiteX116804" y="connsiteY116804"/>
              </a:cxn>
              <a:cxn ang="0">
                <a:pos x="connsiteX116805" y="connsiteY116805"/>
              </a:cxn>
              <a:cxn ang="0">
                <a:pos x="connsiteX116806" y="connsiteY116806"/>
              </a:cxn>
              <a:cxn ang="0">
                <a:pos x="connsiteX116807" y="connsiteY116807"/>
              </a:cxn>
              <a:cxn ang="0">
                <a:pos x="connsiteX116808" y="connsiteY116808"/>
              </a:cxn>
              <a:cxn ang="0">
                <a:pos x="connsiteX116809" y="connsiteY116809"/>
              </a:cxn>
              <a:cxn ang="0">
                <a:pos x="connsiteX116810" y="connsiteY116810"/>
              </a:cxn>
              <a:cxn ang="0">
                <a:pos x="connsiteX116811" y="connsiteY116811"/>
              </a:cxn>
              <a:cxn ang="0">
                <a:pos x="connsiteX116812" y="connsiteY116812"/>
              </a:cxn>
              <a:cxn ang="0">
                <a:pos x="connsiteX116813" y="connsiteY116813"/>
              </a:cxn>
              <a:cxn ang="0">
                <a:pos x="connsiteX116814" y="connsiteY116814"/>
              </a:cxn>
              <a:cxn ang="0">
                <a:pos x="connsiteX116815" y="connsiteY116815"/>
              </a:cxn>
              <a:cxn ang="0">
                <a:pos x="connsiteX116816" y="connsiteY116816"/>
              </a:cxn>
              <a:cxn ang="0">
                <a:pos x="connsiteX116817" y="connsiteY116817"/>
              </a:cxn>
              <a:cxn ang="0">
                <a:pos x="connsiteX116818" y="connsiteY116818"/>
              </a:cxn>
              <a:cxn ang="0">
                <a:pos x="connsiteX116819" y="connsiteY116819"/>
              </a:cxn>
              <a:cxn ang="0">
                <a:pos x="connsiteX116820" y="connsiteY116820"/>
              </a:cxn>
              <a:cxn ang="0">
                <a:pos x="connsiteX116821" y="connsiteY116821"/>
              </a:cxn>
              <a:cxn ang="0">
                <a:pos x="connsiteX116822" y="connsiteY116822"/>
              </a:cxn>
              <a:cxn ang="0">
                <a:pos x="connsiteX116823" y="connsiteY116823"/>
              </a:cxn>
              <a:cxn ang="0">
                <a:pos x="connsiteX116824" y="connsiteY116824"/>
              </a:cxn>
              <a:cxn ang="0">
                <a:pos x="connsiteX116825" y="connsiteY116825"/>
              </a:cxn>
              <a:cxn ang="0">
                <a:pos x="connsiteX116826" y="connsiteY116826"/>
              </a:cxn>
              <a:cxn ang="0">
                <a:pos x="connsiteX116827" y="connsiteY116827"/>
              </a:cxn>
              <a:cxn ang="0">
                <a:pos x="connsiteX116828" y="connsiteY116828"/>
              </a:cxn>
              <a:cxn ang="0">
                <a:pos x="connsiteX116829" y="connsiteY116829"/>
              </a:cxn>
              <a:cxn ang="0">
                <a:pos x="connsiteX116830" y="connsiteY116830"/>
              </a:cxn>
              <a:cxn ang="0">
                <a:pos x="connsiteX116831" y="connsiteY116831"/>
              </a:cxn>
              <a:cxn ang="0">
                <a:pos x="connsiteX116832" y="connsiteY116832"/>
              </a:cxn>
              <a:cxn ang="0">
                <a:pos x="connsiteX116833" y="connsiteY116833"/>
              </a:cxn>
              <a:cxn ang="0">
                <a:pos x="connsiteX116834" y="connsiteY116834"/>
              </a:cxn>
              <a:cxn ang="0">
                <a:pos x="connsiteX116835" y="connsiteY116835"/>
              </a:cxn>
              <a:cxn ang="0">
                <a:pos x="connsiteX116836" y="connsiteY116836"/>
              </a:cxn>
              <a:cxn ang="0">
                <a:pos x="connsiteX116837" y="connsiteY116837"/>
              </a:cxn>
              <a:cxn ang="0">
                <a:pos x="connsiteX116838" y="connsiteY116838"/>
              </a:cxn>
              <a:cxn ang="0">
                <a:pos x="connsiteX116839" y="connsiteY116839"/>
              </a:cxn>
              <a:cxn ang="0">
                <a:pos x="connsiteX116840" y="connsiteY116840"/>
              </a:cxn>
              <a:cxn ang="0">
                <a:pos x="connsiteX116841" y="connsiteY116841"/>
              </a:cxn>
              <a:cxn ang="0">
                <a:pos x="connsiteX116842" y="connsiteY116842"/>
              </a:cxn>
              <a:cxn ang="0">
                <a:pos x="connsiteX116843" y="connsiteY116843"/>
              </a:cxn>
              <a:cxn ang="0">
                <a:pos x="connsiteX116844" y="connsiteY116844"/>
              </a:cxn>
              <a:cxn ang="0">
                <a:pos x="connsiteX116845" y="connsiteY116845"/>
              </a:cxn>
              <a:cxn ang="0">
                <a:pos x="connsiteX116846" y="connsiteY116846"/>
              </a:cxn>
              <a:cxn ang="0">
                <a:pos x="connsiteX116847" y="connsiteY116847"/>
              </a:cxn>
              <a:cxn ang="0">
                <a:pos x="connsiteX116848" y="connsiteY116848"/>
              </a:cxn>
              <a:cxn ang="0">
                <a:pos x="connsiteX116849" y="connsiteY116849"/>
              </a:cxn>
              <a:cxn ang="0">
                <a:pos x="connsiteX116850" y="connsiteY116850"/>
              </a:cxn>
              <a:cxn ang="0">
                <a:pos x="connsiteX116851" y="connsiteY116851"/>
              </a:cxn>
              <a:cxn ang="0">
                <a:pos x="connsiteX116852" y="connsiteY116852"/>
              </a:cxn>
              <a:cxn ang="0">
                <a:pos x="connsiteX116853" y="connsiteY116853"/>
              </a:cxn>
              <a:cxn ang="0">
                <a:pos x="connsiteX116854" y="connsiteY116854"/>
              </a:cxn>
              <a:cxn ang="0">
                <a:pos x="connsiteX116855" y="connsiteY116855"/>
              </a:cxn>
              <a:cxn ang="0">
                <a:pos x="connsiteX116856" y="connsiteY116856"/>
              </a:cxn>
              <a:cxn ang="0">
                <a:pos x="connsiteX116857" y="connsiteY116857"/>
              </a:cxn>
              <a:cxn ang="0">
                <a:pos x="connsiteX116858" y="connsiteY116858"/>
              </a:cxn>
              <a:cxn ang="0">
                <a:pos x="connsiteX116859" y="connsiteY116859"/>
              </a:cxn>
              <a:cxn ang="0">
                <a:pos x="connsiteX116860" y="connsiteY116860"/>
              </a:cxn>
              <a:cxn ang="0">
                <a:pos x="connsiteX116861" y="connsiteY116861"/>
              </a:cxn>
              <a:cxn ang="0">
                <a:pos x="connsiteX116862" y="connsiteY116862"/>
              </a:cxn>
              <a:cxn ang="0">
                <a:pos x="connsiteX116863" y="connsiteY116863"/>
              </a:cxn>
              <a:cxn ang="0">
                <a:pos x="connsiteX116864" y="connsiteY116864"/>
              </a:cxn>
              <a:cxn ang="0">
                <a:pos x="connsiteX116865" y="connsiteY116865"/>
              </a:cxn>
              <a:cxn ang="0">
                <a:pos x="connsiteX116866" y="connsiteY116866"/>
              </a:cxn>
              <a:cxn ang="0">
                <a:pos x="connsiteX116867" y="connsiteY116867"/>
              </a:cxn>
              <a:cxn ang="0">
                <a:pos x="connsiteX116868" y="connsiteY116868"/>
              </a:cxn>
              <a:cxn ang="0">
                <a:pos x="connsiteX116869" y="connsiteY116869"/>
              </a:cxn>
              <a:cxn ang="0">
                <a:pos x="connsiteX116870" y="connsiteY116870"/>
              </a:cxn>
              <a:cxn ang="0">
                <a:pos x="connsiteX116871" y="connsiteY116871"/>
              </a:cxn>
              <a:cxn ang="0">
                <a:pos x="connsiteX116872" y="connsiteY116872"/>
              </a:cxn>
              <a:cxn ang="0">
                <a:pos x="connsiteX116873" y="connsiteY116873"/>
              </a:cxn>
              <a:cxn ang="0">
                <a:pos x="connsiteX116874" y="connsiteY116874"/>
              </a:cxn>
              <a:cxn ang="0">
                <a:pos x="connsiteX116875" y="connsiteY116875"/>
              </a:cxn>
              <a:cxn ang="0">
                <a:pos x="connsiteX116876" y="connsiteY116876"/>
              </a:cxn>
              <a:cxn ang="0">
                <a:pos x="connsiteX116877" y="connsiteY116877"/>
              </a:cxn>
              <a:cxn ang="0">
                <a:pos x="connsiteX116878" y="connsiteY116878"/>
              </a:cxn>
              <a:cxn ang="0">
                <a:pos x="connsiteX116879" y="connsiteY116879"/>
              </a:cxn>
              <a:cxn ang="0">
                <a:pos x="connsiteX116880" y="connsiteY116880"/>
              </a:cxn>
              <a:cxn ang="0">
                <a:pos x="connsiteX116881" y="connsiteY116881"/>
              </a:cxn>
              <a:cxn ang="0">
                <a:pos x="connsiteX116882" y="connsiteY116882"/>
              </a:cxn>
              <a:cxn ang="0">
                <a:pos x="connsiteX116883" y="connsiteY116883"/>
              </a:cxn>
              <a:cxn ang="0">
                <a:pos x="connsiteX116884" y="connsiteY116884"/>
              </a:cxn>
              <a:cxn ang="0">
                <a:pos x="connsiteX116885" y="connsiteY116885"/>
              </a:cxn>
              <a:cxn ang="0">
                <a:pos x="connsiteX116886" y="connsiteY116886"/>
              </a:cxn>
              <a:cxn ang="0">
                <a:pos x="connsiteX116887" y="connsiteY116887"/>
              </a:cxn>
              <a:cxn ang="0">
                <a:pos x="connsiteX116888" y="connsiteY116888"/>
              </a:cxn>
              <a:cxn ang="0">
                <a:pos x="connsiteX116889" y="connsiteY116889"/>
              </a:cxn>
              <a:cxn ang="0">
                <a:pos x="connsiteX116890" y="connsiteY116890"/>
              </a:cxn>
              <a:cxn ang="0">
                <a:pos x="connsiteX116891" y="connsiteY116891"/>
              </a:cxn>
              <a:cxn ang="0">
                <a:pos x="connsiteX116892" y="connsiteY116892"/>
              </a:cxn>
              <a:cxn ang="0">
                <a:pos x="connsiteX116893" y="connsiteY116893"/>
              </a:cxn>
              <a:cxn ang="0">
                <a:pos x="connsiteX116894" y="connsiteY116894"/>
              </a:cxn>
              <a:cxn ang="0">
                <a:pos x="connsiteX116895" y="connsiteY116895"/>
              </a:cxn>
              <a:cxn ang="0">
                <a:pos x="connsiteX116896" y="connsiteY116896"/>
              </a:cxn>
              <a:cxn ang="0">
                <a:pos x="connsiteX116897" y="connsiteY116897"/>
              </a:cxn>
              <a:cxn ang="0">
                <a:pos x="connsiteX116898" y="connsiteY116898"/>
              </a:cxn>
              <a:cxn ang="0">
                <a:pos x="connsiteX116899" y="connsiteY116899"/>
              </a:cxn>
              <a:cxn ang="0">
                <a:pos x="connsiteX116900" y="connsiteY116900"/>
              </a:cxn>
              <a:cxn ang="0">
                <a:pos x="connsiteX116901" y="connsiteY116901"/>
              </a:cxn>
              <a:cxn ang="0">
                <a:pos x="connsiteX116902" y="connsiteY116902"/>
              </a:cxn>
              <a:cxn ang="0">
                <a:pos x="connsiteX116903" y="connsiteY116903"/>
              </a:cxn>
              <a:cxn ang="0">
                <a:pos x="connsiteX116904" y="connsiteY116904"/>
              </a:cxn>
              <a:cxn ang="0">
                <a:pos x="connsiteX116905" y="connsiteY116905"/>
              </a:cxn>
              <a:cxn ang="0">
                <a:pos x="connsiteX116906" y="connsiteY116906"/>
              </a:cxn>
              <a:cxn ang="0">
                <a:pos x="connsiteX116907" y="connsiteY116907"/>
              </a:cxn>
              <a:cxn ang="0">
                <a:pos x="connsiteX116908" y="connsiteY116908"/>
              </a:cxn>
              <a:cxn ang="0">
                <a:pos x="connsiteX116909" y="connsiteY116909"/>
              </a:cxn>
              <a:cxn ang="0">
                <a:pos x="connsiteX116910" y="connsiteY116910"/>
              </a:cxn>
              <a:cxn ang="0">
                <a:pos x="connsiteX116911" y="connsiteY116911"/>
              </a:cxn>
              <a:cxn ang="0">
                <a:pos x="connsiteX116912" y="connsiteY116912"/>
              </a:cxn>
              <a:cxn ang="0">
                <a:pos x="connsiteX116913" y="connsiteY116913"/>
              </a:cxn>
              <a:cxn ang="0">
                <a:pos x="connsiteX116914" y="connsiteY116914"/>
              </a:cxn>
              <a:cxn ang="0">
                <a:pos x="connsiteX116915" y="connsiteY116915"/>
              </a:cxn>
              <a:cxn ang="0">
                <a:pos x="connsiteX116916" y="connsiteY116916"/>
              </a:cxn>
              <a:cxn ang="0">
                <a:pos x="connsiteX116917" y="connsiteY116917"/>
              </a:cxn>
              <a:cxn ang="0">
                <a:pos x="connsiteX116918" y="connsiteY116918"/>
              </a:cxn>
              <a:cxn ang="0">
                <a:pos x="connsiteX116919" y="connsiteY116919"/>
              </a:cxn>
              <a:cxn ang="0">
                <a:pos x="connsiteX116920" y="connsiteY116920"/>
              </a:cxn>
              <a:cxn ang="0">
                <a:pos x="connsiteX116921" y="connsiteY116921"/>
              </a:cxn>
              <a:cxn ang="0">
                <a:pos x="connsiteX116922" y="connsiteY116922"/>
              </a:cxn>
              <a:cxn ang="0">
                <a:pos x="connsiteX116923" y="connsiteY116923"/>
              </a:cxn>
              <a:cxn ang="0">
                <a:pos x="connsiteX116924" y="connsiteY116924"/>
              </a:cxn>
              <a:cxn ang="0">
                <a:pos x="connsiteX116925" y="connsiteY116925"/>
              </a:cxn>
              <a:cxn ang="0">
                <a:pos x="connsiteX116926" y="connsiteY116926"/>
              </a:cxn>
              <a:cxn ang="0">
                <a:pos x="connsiteX116927" y="connsiteY116927"/>
              </a:cxn>
              <a:cxn ang="0">
                <a:pos x="connsiteX116928" y="connsiteY116928"/>
              </a:cxn>
              <a:cxn ang="0">
                <a:pos x="connsiteX116929" y="connsiteY116929"/>
              </a:cxn>
              <a:cxn ang="0">
                <a:pos x="connsiteX116930" y="connsiteY116930"/>
              </a:cxn>
              <a:cxn ang="0">
                <a:pos x="connsiteX116931" y="connsiteY116931"/>
              </a:cxn>
              <a:cxn ang="0">
                <a:pos x="connsiteX116932" y="connsiteY116932"/>
              </a:cxn>
              <a:cxn ang="0">
                <a:pos x="connsiteX116933" y="connsiteY116933"/>
              </a:cxn>
              <a:cxn ang="0">
                <a:pos x="connsiteX116934" y="connsiteY116934"/>
              </a:cxn>
              <a:cxn ang="0">
                <a:pos x="connsiteX116935" y="connsiteY116935"/>
              </a:cxn>
              <a:cxn ang="0">
                <a:pos x="connsiteX116936" y="connsiteY116936"/>
              </a:cxn>
              <a:cxn ang="0">
                <a:pos x="connsiteX116937" y="connsiteY116937"/>
              </a:cxn>
              <a:cxn ang="0">
                <a:pos x="connsiteX116938" y="connsiteY116938"/>
              </a:cxn>
              <a:cxn ang="0">
                <a:pos x="connsiteX116939" y="connsiteY116939"/>
              </a:cxn>
              <a:cxn ang="0">
                <a:pos x="connsiteX116940" y="connsiteY116940"/>
              </a:cxn>
              <a:cxn ang="0">
                <a:pos x="connsiteX116941" y="connsiteY116941"/>
              </a:cxn>
              <a:cxn ang="0">
                <a:pos x="connsiteX116942" y="connsiteY116942"/>
              </a:cxn>
              <a:cxn ang="0">
                <a:pos x="connsiteX116943" y="connsiteY116943"/>
              </a:cxn>
              <a:cxn ang="0">
                <a:pos x="connsiteX116944" y="connsiteY116944"/>
              </a:cxn>
              <a:cxn ang="0">
                <a:pos x="connsiteX116945" y="connsiteY116945"/>
              </a:cxn>
              <a:cxn ang="0">
                <a:pos x="connsiteX116946" y="connsiteY116946"/>
              </a:cxn>
              <a:cxn ang="0">
                <a:pos x="connsiteX116947" y="connsiteY116947"/>
              </a:cxn>
              <a:cxn ang="0">
                <a:pos x="connsiteX116948" y="connsiteY116948"/>
              </a:cxn>
              <a:cxn ang="0">
                <a:pos x="connsiteX116949" y="connsiteY116949"/>
              </a:cxn>
              <a:cxn ang="0">
                <a:pos x="connsiteX116950" y="connsiteY116950"/>
              </a:cxn>
              <a:cxn ang="0">
                <a:pos x="connsiteX116951" y="connsiteY116951"/>
              </a:cxn>
              <a:cxn ang="0">
                <a:pos x="connsiteX116952" y="connsiteY116952"/>
              </a:cxn>
              <a:cxn ang="0">
                <a:pos x="connsiteX116953" y="connsiteY116953"/>
              </a:cxn>
              <a:cxn ang="0">
                <a:pos x="connsiteX116954" y="connsiteY116954"/>
              </a:cxn>
              <a:cxn ang="0">
                <a:pos x="connsiteX116955" y="connsiteY116955"/>
              </a:cxn>
              <a:cxn ang="0">
                <a:pos x="connsiteX116956" y="connsiteY116956"/>
              </a:cxn>
              <a:cxn ang="0">
                <a:pos x="connsiteX116957" y="connsiteY116957"/>
              </a:cxn>
              <a:cxn ang="0">
                <a:pos x="connsiteX116958" y="connsiteY116958"/>
              </a:cxn>
              <a:cxn ang="0">
                <a:pos x="connsiteX116959" y="connsiteY116959"/>
              </a:cxn>
              <a:cxn ang="0">
                <a:pos x="connsiteX116960" y="connsiteY116960"/>
              </a:cxn>
              <a:cxn ang="0">
                <a:pos x="connsiteX116961" y="connsiteY116961"/>
              </a:cxn>
              <a:cxn ang="0">
                <a:pos x="connsiteX116962" y="connsiteY116962"/>
              </a:cxn>
              <a:cxn ang="0">
                <a:pos x="connsiteX116963" y="connsiteY116963"/>
              </a:cxn>
              <a:cxn ang="0">
                <a:pos x="connsiteX116964" y="connsiteY116964"/>
              </a:cxn>
              <a:cxn ang="0">
                <a:pos x="connsiteX116965" y="connsiteY116965"/>
              </a:cxn>
              <a:cxn ang="0">
                <a:pos x="connsiteX116966" y="connsiteY116966"/>
              </a:cxn>
              <a:cxn ang="0">
                <a:pos x="connsiteX116967" y="connsiteY116967"/>
              </a:cxn>
              <a:cxn ang="0">
                <a:pos x="connsiteX116968" y="connsiteY116968"/>
              </a:cxn>
              <a:cxn ang="0">
                <a:pos x="connsiteX116969" y="connsiteY116969"/>
              </a:cxn>
              <a:cxn ang="0">
                <a:pos x="connsiteX116970" y="connsiteY116970"/>
              </a:cxn>
              <a:cxn ang="0">
                <a:pos x="connsiteX116971" y="connsiteY116971"/>
              </a:cxn>
              <a:cxn ang="0">
                <a:pos x="connsiteX116972" y="connsiteY116972"/>
              </a:cxn>
              <a:cxn ang="0">
                <a:pos x="connsiteX116973" y="connsiteY116973"/>
              </a:cxn>
              <a:cxn ang="0">
                <a:pos x="connsiteX116974" y="connsiteY116974"/>
              </a:cxn>
              <a:cxn ang="0">
                <a:pos x="connsiteX116975" y="connsiteY116975"/>
              </a:cxn>
              <a:cxn ang="0">
                <a:pos x="connsiteX116976" y="connsiteY116976"/>
              </a:cxn>
              <a:cxn ang="0">
                <a:pos x="connsiteX116977" y="connsiteY116977"/>
              </a:cxn>
              <a:cxn ang="0">
                <a:pos x="connsiteX116978" y="connsiteY116978"/>
              </a:cxn>
              <a:cxn ang="0">
                <a:pos x="connsiteX116979" y="connsiteY116979"/>
              </a:cxn>
              <a:cxn ang="0">
                <a:pos x="connsiteX116980" y="connsiteY116980"/>
              </a:cxn>
              <a:cxn ang="0">
                <a:pos x="connsiteX116981" y="connsiteY116981"/>
              </a:cxn>
              <a:cxn ang="0">
                <a:pos x="connsiteX116982" y="connsiteY116982"/>
              </a:cxn>
              <a:cxn ang="0">
                <a:pos x="connsiteX116983" y="connsiteY116983"/>
              </a:cxn>
              <a:cxn ang="0">
                <a:pos x="connsiteX116984" y="connsiteY116984"/>
              </a:cxn>
              <a:cxn ang="0">
                <a:pos x="connsiteX116985" y="connsiteY116985"/>
              </a:cxn>
              <a:cxn ang="0">
                <a:pos x="connsiteX116986" y="connsiteY116986"/>
              </a:cxn>
              <a:cxn ang="0">
                <a:pos x="connsiteX116987" y="connsiteY116987"/>
              </a:cxn>
              <a:cxn ang="0">
                <a:pos x="connsiteX116988" y="connsiteY116988"/>
              </a:cxn>
              <a:cxn ang="0">
                <a:pos x="connsiteX116989" y="connsiteY116989"/>
              </a:cxn>
              <a:cxn ang="0">
                <a:pos x="connsiteX116990" y="connsiteY116990"/>
              </a:cxn>
              <a:cxn ang="0">
                <a:pos x="connsiteX116991" y="connsiteY116991"/>
              </a:cxn>
              <a:cxn ang="0">
                <a:pos x="connsiteX116992" y="connsiteY116992"/>
              </a:cxn>
              <a:cxn ang="0">
                <a:pos x="connsiteX116993" y="connsiteY116993"/>
              </a:cxn>
              <a:cxn ang="0">
                <a:pos x="connsiteX116994" y="connsiteY116994"/>
              </a:cxn>
              <a:cxn ang="0">
                <a:pos x="connsiteX116995" y="connsiteY116995"/>
              </a:cxn>
              <a:cxn ang="0">
                <a:pos x="connsiteX116996" y="connsiteY116996"/>
              </a:cxn>
              <a:cxn ang="0">
                <a:pos x="connsiteX116997" y="connsiteY116997"/>
              </a:cxn>
              <a:cxn ang="0">
                <a:pos x="connsiteX116998" y="connsiteY116998"/>
              </a:cxn>
              <a:cxn ang="0">
                <a:pos x="connsiteX116999" y="connsiteY116999"/>
              </a:cxn>
              <a:cxn ang="0">
                <a:pos x="connsiteX117000" y="connsiteY117000"/>
              </a:cxn>
              <a:cxn ang="0">
                <a:pos x="connsiteX117001" y="connsiteY117001"/>
              </a:cxn>
              <a:cxn ang="0">
                <a:pos x="connsiteX117002" y="connsiteY117002"/>
              </a:cxn>
              <a:cxn ang="0">
                <a:pos x="connsiteX117003" y="connsiteY117003"/>
              </a:cxn>
              <a:cxn ang="0">
                <a:pos x="connsiteX117004" y="connsiteY117004"/>
              </a:cxn>
              <a:cxn ang="0">
                <a:pos x="connsiteX117005" y="connsiteY117005"/>
              </a:cxn>
              <a:cxn ang="0">
                <a:pos x="connsiteX117006" y="connsiteY117006"/>
              </a:cxn>
              <a:cxn ang="0">
                <a:pos x="connsiteX117007" y="connsiteY117007"/>
              </a:cxn>
              <a:cxn ang="0">
                <a:pos x="connsiteX117008" y="connsiteY117008"/>
              </a:cxn>
              <a:cxn ang="0">
                <a:pos x="connsiteX117009" y="connsiteY117009"/>
              </a:cxn>
              <a:cxn ang="0">
                <a:pos x="connsiteX117010" y="connsiteY117010"/>
              </a:cxn>
              <a:cxn ang="0">
                <a:pos x="connsiteX117011" y="connsiteY117011"/>
              </a:cxn>
              <a:cxn ang="0">
                <a:pos x="connsiteX117012" y="connsiteY117012"/>
              </a:cxn>
              <a:cxn ang="0">
                <a:pos x="connsiteX117013" y="connsiteY117013"/>
              </a:cxn>
              <a:cxn ang="0">
                <a:pos x="connsiteX117014" y="connsiteY117014"/>
              </a:cxn>
              <a:cxn ang="0">
                <a:pos x="connsiteX117015" y="connsiteY117015"/>
              </a:cxn>
              <a:cxn ang="0">
                <a:pos x="connsiteX117016" y="connsiteY117016"/>
              </a:cxn>
              <a:cxn ang="0">
                <a:pos x="connsiteX117017" y="connsiteY117017"/>
              </a:cxn>
              <a:cxn ang="0">
                <a:pos x="connsiteX117018" y="connsiteY117018"/>
              </a:cxn>
              <a:cxn ang="0">
                <a:pos x="connsiteX117019" y="connsiteY117019"/>
              </a:cxn>
              <a:cxn ang="0">
                <a:pos x="connsiteX117020" y="connsiteY117020"/>
              </a:cxn>
              <a:cxn ang="0">
                <a:pos x="connsiteX117021" y="connsiteY117021"/>
              </a:cxn>
              <a:cxn ang="0">
                <a:pos x="connsiteX117022" y="connsiteY117022"/>
              </a:cxn>
              <a:cxn ang="0">
                <a:pos x="connsiteX117023" y="connsiteY117023"/>
              </a:cxn>
              <a:cxn ang="0">
                <a:pos x="connsiteX117024" y="connsiteY117024"/>
              </a:cxn>
              <a:cxn ang="0">
                <a:pos x="connsiteX117025" y="connsiteY117025"/>
              </a:cxn>
              <a:cxn ang="0">
                <a:pos x="connsiteX117026" y="connsiteY117026"/>
              </a:cxn>
              <a:cxn ang="0">
                <a:pos x="connsiteX117027" y="connsiteY117027"/>
              </a:cxn>
              <a:cxn ang="0">
                <a:pos x="connsiteX117028" y="connsiteY117028"/>
              </a:cxn>
              <a:cxn ang="0">
                <a:pos x="connsiteX117029" y="connsiteY117029"/>
              </a:cxn>
              <a:cxn ang="0">
                <a:pos x="connsiteX117030" y="connsiteY117030"/>
              </a:cxn>
              <a:cxn ang="0">
                <a:pos x="connsiteX117031" y="connsiteY117031"/>
              </a:cxn>
              <a:cxn ang="0">
                <a:pos x="connsiteX117032" y="connsiteY117032"/>
              </a:cxn>
              <a:cxn ang="0">
                <a:pos x="connsiteX117033" y="connsiteY117033"/>
              </a:cxn>
              <a:cxn ang="0">
                <a:pos x="connsiteX117034" y="connsiteY117034"/>
              </a:cxn>
              <a:cxn ang="0">
                <a:pos x="connsiteX117035" y="connsiteY117035"/>
              </a:cxn>
              <a:cxn ang="0">
                <a:pos x="connsiteX117036" y="connsiteY117036"/>
              </a:cxn>
              <a:cxn ang="0">
                <a:pos x="connsiteX117037" y="connsiteY117037"/>
              </a:cxn>
              <a:cxn ang="0">
                <a:pos x="connsiteX117038" y="connsiteY117038"/>
              </a:cxn>
              <a:cxn ang="0">
                <a:pos x="connsiteX117039" y="connsiteY117039"/>
              </a:cxn>
              <a:cxn ang="0">
                <a:pos x="connsiteX117040" y="connsiteY117040"/>
              </a:cxn>
              <a:cxn ang="0">
                <a:pos x="connsiteX117041" y="connsiteY117041"/>
              </a:cxn>
              <a:cxn ang="0">
                <a:pos x="connsiteX117042" y="connsiteY117042"/>
              </a:cxn>
              <a:cxn ang="0">
                <a:pos x="connsiteX117043" y="connsiteY117043"/>
              </a:cxn>
              <a:cxn ang="0">
                <a:pos x="connsiteX117044" y="connsiteY117044"/>
              </a:cxn>
              <a:cxn ang="0">
                <a:pos x="connsiteX117045" y="connsiteY117045"/>
              </a:cxn>
              <a:cxn ang="0">
                <a:pos x="connsiteX117046" y="connsiteY117046"/>
              </a:cxn>
              <a:cxn ang="0">
                <a:pos x="connsiteX117047" y="connsiteY117047"/>
              </a:cxn>
              <a:cxn ang="0">
                <a:pos x="connsiteX117048" y="connsiteY117048"/>
              </a:cxn>
              <a:cxn ang="0">
                <a:pos x="connsiteX117049" y="connsiteY117049"/>
              </a:cxn>
              <a:cxn ang="0">
                <a:pos x="connsiteX117050" y="connsiteY117050"/>
              </a:cxn>
              <a:cxn ang="0">
                <a:pos x="connsiteX117051" y="connsiteY117051"/>
              </a:cxn>
              <a:cxn ang="0">
                <a:pos x="connsiteX117052" y="connsiteY117052"/>
              </a:cxn>
              <a:cxn ang="0">
                <a:pos x="connsiteX117053" y="connsiteY117053"/>
              </a:cxn>
              <a:cxn ang="0">
                <a:pos x="connsiteX117054" y="connsiteY117054"/>
              </a:cxn>
              <a:cxn ang="0">
                <a:pos x="connsiteX117055" y="connsiteY117055"/>
              </a:cxn>
              <a:cxn ang="0">
                <a:pos x="connsiteX117056" y="connsiteY117056"/>
              </a:cxn>
              <a:cxn ang="0">
                <a:pos x="connsiteX117057" y="connsiteY117057"/>
              </a:cxn>
              <a:cxn ang="0">
                <a:pos x="connsiteX117058" y="connsiteY117058"/>
              </a:cxn>
              <a:cxn ang="0">
                <a:pos x="connsiteX117059" y="connsiteY117059"/>
              </a:cxn>
              <a:cxn ang="0">
                <a:pos x="connsiteX117060" y="connsiteY117060"/>
              </a:cxn>
              <a:cxn ang="0">
                <a:pos x="connsiteX117061" y="connsiteY117061"/>
              </a:cxn>
              <a:cxn ang="0">
                <a:pos x="connsiteX117062" y="connsiteY117062"/>
              </a:cxn>
              <a:cxn ang="0">
                <a:pos x="connsiteX117063" y="connsiteY117063"/>
              </a:cxn>
              <a:cxn ang="0">
                <a:pos x="connsiteX117064" y="connsiteY117064"/>
              </a:cxn>
              <a:cxn ang="0">
                <a:pos x="connsiteX117065" y="connsiteY117065"/>
              </a:cxn>
              <a:cxn ang="0">
                <a:pos x="connsiteX117066" y="connsiteY117066"/>
              </a:cxn>
              <a:cxn ang="0">
                <a:pos x="connsiteX117067" y="connsiteY117067"/>
              </a:cxn>
              <a:cxn ang="0">
                <a:pos x="connsiteX117068" y="connsiteY117068"/>
              </a:cxn>
              <a:cxn ang="0">
                <a:pos x="connsiteX117069" y="connsiteY117069"/>
              </a:cxn>
              <a:cxn ang="0">
                <a:pos x="connsiteX117070" y="connsiteY117070"/>
              </a:cxn>
              <a:cxn ang="0">
                <a:pos x="connsiteX117071" y="connsiteY117071"/>
              </a:cxn>
              <a:cxn ang="0">
                <a:pos x="connsiteX117072" y="connsiteY117072"/>
              </a:cxn>
              <a:cxn ang="0">
                <a:pos x="connsiteX117073" y="connsiteY117073"/>
              </a:cxn>
              <a:cxn ang="0">
                <a:pos x="connsiteX117074" y="connsiteY117074"/>
              </a:cxn>
              <a:cxn ang="0">
                <a:pos x="connsiteX117075" y="connsiteY117075"/>
              </a:cxn>
              <a:cxn ang="0">
                <a:pos x="connsiteX117076" y="connsiteY117076"/>
              </a:cxn>
              <a:cxn ang="0">
                <a:pos x="connsiteX117077" y="connsiteY117077"/>
              </a:cxn>
              <a:cxn ang="0">
                <a:pos x="connsiteX117078" y="connsiteY117078"/>
              </a:cxn>
              <a:cxn ang="0">
                <a:pos x="connsiteX117079" y="connsiteY117079"/>
              </a:cxn>
              <a:cxn ang="0">
                <a:pos x="connsiteX117080" y="connsiteY117080"/>
              </a:cxn>
              <a:cxn ang="0">
                <a:pos x="connsiteX117081" y="connsiteY117081"/>
              </a:cxn>
              <a:cxn ang="0">
                <a:pos x="connsiteX117082" y="connsiteY117082"/>
              </a:cxn>
              <a:cxn ang="0">
                <a:pos x="connsiteX117083" y="connsiteY117083"/>
              </a:cxn>
              <a:cxn ang="0">
                <a:pos x="connsiteX117084" y="connsiteY117084"/>
              </a:cxn>
              <a:cxn ang="0">
                <a:pos x="connsiteX117085" y="connsiteY117085"/>
              </a:cxn>
              <a:cxn ang="0">
                <a:pos x="connsiteX117086" y="connsiteY117086"/>
              </a:cxn>
              <a:cxn ang="0">
                <a:pos x="connsiteX117087" y="connsiteY117087"/>
              </a:cxn>
              <a:cxn ang="0">
                <a:pos x="connsiteX117088" y="connsiteY117088"/>
              </a:cxn>
              <a:cxn ang="0">
                <a:pos x="connsiteX117089" y="connsiteY117089"/>
              </a:cxn>
              <a:cxn ang="0">
                <a:pos x="connsiteX117090" y="connsiteY117090"/>
              </a:cxn>
              <a:cxn ang="0">
                <a:pos x="connsiteX117091" y="connsiteY117091"/>
              </a:cxn>
              <a:cxn ang="0">
                <a:pos x="connsiteX117092" y="connsiteY117092"/>
              </a:cxn>
              <a:cxn ang="0">
                <a:pos x="connsiteX117093" y="connsiteY117093"/>
              </a:cxn>
              <a:cxn ang="0">
                <a:pos x="connsiteX117094" y="connsiteY117094"/>
              </a:cxn>
              <a:cxn ang="0">
                <a:pos x="connsiteX117095" y="connsiteY117095"/>
              </a:cxn>
              <a:cxn ang="0">
                <a:pos x="connsiteX117096" y="connsiteY117096"/>
              </a:cxn>
              <a:cxn ang="0">
                <a:pos x="connsiteX117097" y="connsiteY117097"/>
              </a:cxn>
              <a:cxn ang="0">
                <a:pos x="connsiteX117098" y="connsiteY117098"/>
              </a:cxn>
              <a:cxn ang="0">
                <a:pos x="connsiteX117099" y="connsiteY117099"/>
              </a:cxn>
              <a:cxn ang="0">
                <a:pos x="connsiteX117100" y="connsiteY117100"/>
              </a:cxn>
              <a:cxn ang="0">
                <a:pos x="connsiteX117101" y="connsiteY117101"/>
              </a:cxn>
              <a:cxn ang="0">
                <a:pos x="connsiteX117102" y="connsiteY117102"/>
              </a:cxn>
              <a:cxn ang="0">
                <a:pos x="connsiteX117103" y="connsiteY117103"/>
              </a:cxn>
              <a:cxn ang="0">
                <a:pos x="connsiteX117104" y="connsiteY117104"/>
              </a:cxn>
              <a:cxn ang="0">
                <a:pos x="connsiteX117105" y="connsiteY117105"/>
              </a:cxn>
              <a:cxn ang="0">
                <a:pos x="connsiteX117106" y="connsiteY117106"/>
              </a:cxn>
              <a:cxn ang="0">
                <a:pos x="connsiteX117107" y="connsiteY117107"/>
              </a:cxn>
              <a:cxn ang="0">
                <a:pos x="connsiteX117108" y="connsiteY117108"/>
              </a:cxn>
              <a:cxn ang="0">
                <a:pos x="connsiteX117109" y="connsiteY117109"/>
              </a:cxn>
              <a:cxn ang="0">
                <a:pos x="connsiteX117110" y="connsiteY117110"/>
              </a:cxn>
              <a:cxn ang="0">
                <a:pos x="connsiteX117111" y="connsiteY117111"/>
              </a:cxn>
              <a:cxn ang="0">
                <a:pos x="connsiteX117112" y="connsiteY117112"/>
              </a:cxn>
              <a:cxn ang="0">
                <a:pos x="connsiteX117113" y="connsiteY117113"/>
              </a:cxn>
              <a:cxn ang="0">
                <a:pos x="connsiteX117114" y="connsiteY117114"/>
              </a:cxn>
              <a:cxn ang="0">
                <a:pos x="connsiteX117115" y="connsiteY117115"/>
              </a:cxn>
              <a:cxn ang="0">
                <a:pos x="connsiteX117116" y="connsiteY117116"/>
              </a:cxn>
              <a:cxn ang="0">
                <a:pos x="connsiteX117117" y="connsiteY117117"/>
              </a:cxn>
              <a:cxn ang="0">
                <a:pos x="connsiteX117118" y="connsiteY117118"/>
              </a:cxn>
              <a:cxn ang="0">
                <a:pos x="connsiteX117119" y="connsiteY117119"/>
              </a:cxn>
              <a:cxn ang="0">
                <a:pos x="connsiteX117120" y="connsiteY117120"/>
              </a:cxn>
              <a:cxn ang="0">
                <a:pos x="connsiteX117121" y="connsiteY117121"/>
              </a:cxn>
              <a:cxn ang="0">
                <a:pos x="connsiteX117122" y="connsiteY117122"/>
              </a:cxn>
              <a:cxn ang="0">
                <a:pos x="connsiteX117123" y="connsiteY117123"/>
              </a:cxn>
              <a:cxn ang="0">
                <a:pos x="connsiteX117124" y="connsiteY117124"/>
              </a:cxn>
              <a:cxn ang="0">
                <a:pos x="connsiteX117125" y="connsiteY117125"/>
              </a:cxn>
              <a:cxn ang="0">
                <a:pos x="connsiteX117126" y="connsiteY117126"/>
              </a:cxn>
              <a:cxn ang="0">
                <a:pos x="connsiteX117127" y="connsiteY117127"/>
              </a:cxn>
              <a:cxn ang="0">
                <a:pos x="connsiteX117128" y="connsiteY117128"/>
              </a:cxn>
              <a:cxn ang="0">
                <a:pos x="connsiteX117129" y="connsiteY117129"/>
              </a:cxn>
              <a:cxn ang="0">
                <a:pos x="connsiteX117130" y="connsiteY117130"/>
              </a:cxn>
              <a:cxn ang="0">
                <a:pos x="connsiteX117131" y="connsiteY117131"/>
              </a:cxn>
              <a:cxn ang="0">
                <a:pos x="connsiteX117132" y="connsiteY117132"/>
              </a:cxn>
              <a:cxn ang="0">
                <a:pos x="connsiteX117133" y="connsiteY117133"/>
              </a:cxn>
              <a:cxn ang="0">
                <a:pos x="connsiteX117134" y="connsiteY117134"/>
              </a:cxn>
              <a:cxn ang="0">
                <a:pos x="connsiteX117135" y="connsiteY117135"/>
              </a:cxn>
              <a:cxn ang="0">
                <a:pos x="connsiteX117136" y="connsiteY117136"/>
              </a:cxn>
              <a:cxn ang="0">
                <a:pos x="connsiteX117137" y="connsiteY117137"/>
              </a:cxn>
              <a:cxn ang="0">
                <a:pos x="connsiteX117138" y="connsiteY117138"/>
              </a:cxn>
              <a:cxn ang="0">
                <a:pos x="connsiteX117139" y="connsiteY117139"/>
              </a:cxn>
              <a:cxn ang="0">
                <a:pos x="connsiteX117140" y="connsiteY117140"/>
              </a:cxn>
              <a:cxn ang="0">
                <a:pos x="connsiteX117141" y="connsiteY117141"/>
              </a:cxn>
              <a:cxn ang="0">
                <a:pos x="connsiteX117142" y="connsiteY117142"/>
              </a:cxn>
              <a:cxn ang="0">
                <a:pos x="connsiteX117143" y="connsiteY117143"/>
              </a:cxn>
              <a:cxn ang="0">
                <a:pos x="connsiteX117144" y="connsiteY117144"/>
              </a:cxn>
              <a:cxn ang="0">
                <a:pos x="connsiteX117145" y="connsiteY117145"/>
              </a:cxn>
              <a:cxn ang="0">
                <a:pos x="connsiteX117146" y="connsiteY117146"/>
              </a:cxn>
              <a:cxn ang="0">
                <a:pos x="connsiteX117147" y="connsiteY117147"/>
              </a:cxn>
              <a:cxn ang="0">
                <a:pos x="connsiteX117148" y="connsiteY117148"/>
              </a:cxn>
              <a:cxn ang="0">
                <a:pos x="connsiteX117149" y="connsiteY117149"/>
              </a:cxn>
              <a:cxn ang="0">
                <a:pos x="connsiteX117150" y="connsiteY117150"/>
              </a:cxn>
              <a:cxn ang="0">
                <a:pos x="connsiteX117151" y="connsiteY117151"/>
              </a:cxn>
              <a:cxn ang="0">
                <a:pos x="connsiteX117152" y="connsiteY117152"/>
              </a:cxn>
              <a:cxn ang="0">
                <a:pos x="connsiteX117153" y="connsiteY117153"/>
              </a:cxn>
              <a:cxn ang="0">
                <a:pos x="connsiteX117154" y="connsiteY117154"/>
              </a:cxn>
              <a:cxn ang="0">
                <a:pos x="connsiteX117155" y="connsiteY117155"/>
              </a:cxn>
              <a:cxn ang="0">
                <a:pos x="connsiteX117156" y="connsiteY117156"/>
              </a:cxn>
              <a:cxn ang="0">
                <a:pos x="connsiteX117157" y="connsiteY117157"/>
              </a:cxn>
              <a:cxn ang="0">
                <a:pos x="connsiteX117158" y="connsiteY117158"/>
              </a:cxn>
              <a:cxn ang="0">
                <a:pos x="connsiteX117159" y="connsiteY117159"/>
              </a:cxn>
              <a:cxn ang="0">
                <a:pos x="connsiteX117160" y="connsiteY117160"/>
              </a:cxn>
              <a:cxn ang="0">
                <a:pos x="connsiteX117161" y="connsiteY117161"/>
              </a:cxn>
              <a:cxn ang="0">
                <a:pos x="connsiteX117162" y="connsiteY117162"/>
              </a:cxn>
              <a:cxn ang="0">
                <a:pos x="connsiteX117163" y="connsiteY117163"/>
              </a:cxn>
              <a:cxn ang="0">
                <a:pos x="connsiteX117164" y="connsiteY117164"/>
              </a:cxn>
              <a:cxn ang="0">
                <a:pos x="connsiteX117165" y="connsiteY117165"/>
              </a:cxn>
              <a:cxn ang="0">
                <a:pos x="connsiteX117166" y="connsiteY117166"/>
              </a:cxn>
              <a:cxn ang="0">
                <a:pos x="connsiteX117167" y="connsiteY117167"/>
              </a:cxn>
              <a:cxn ang="0">
                <a:pos x="connsiteX117168" y="connsiteY117168"/>
              </a:cxn>
              <a:cxn ang="0">
                <a:pos x="connsiteX117169" y="connsiteY117169"/>
              </a:cxn>
              <a:cxn ang="0">
                <a:pos x="connsiteX117170" y="connsiteY117170"/>
              </a:cxn>
              <a:cxn ang="0">
                <a:pos x="connsiteX117171" y="connsiteY117171"/>
              </a:cxn>
              <a:cxn ang="0">
                <a:pos x="connsiteX117172" y="connsiteY117172"/>
              </a:cxn>
              <a:cxn ang="0">
                <a:pos x="connsiteX117173" y="connsiteY117173"/>
              </a:cxn>
              <a:cxn ang="0">
                <a:pos x="connsiteX117174" y="connsiteY117174"/>
              </a:cxn>
              <a:cxn ang="0">
                <a:pos x="connsiteX117175" y="connsiteY117175"/>
              </a:cxn>
              <a:cxn ang="0">
                <a:pos x="connsiteX117176" y="connsiteY117176"/>
              </a:cxn>
              <a:cxn ang="0">
                <a:pos x="connsiteX117177" y="connsiteY117177"/>
              </a:cxn>
              <a:cxn ang="0">
                <a:pos x="connsiteX117178" y="connsiteY117178"/>
              </a:cxn>
              <a:cxn ang="0">
                <a:pos x="connsiteX117179" y="connsiteY117179"/>
              </a:cxn>
              <a:cxn ang="0">
                <a:pos x="connsiteX117180" y="connsiteY117180"/>
              </a:cxn>
              <a:cxn ang="0">
                <a:pos x="connsiteX117181" y="connsiteY117181"/>
              </a:cxn>
              <a:cxn ang="0">
                <a:pos x="connsiteX117182" y="connsiteY117182"/>
              </a:cxn>
              <a:cxn ang="0">
                <a:pos x="connsiteX117183" y="connsiteY117183"/>
              </a:cxn>
              <a:cxn ang="0">
                <a:pos x="connsiteX117184" y="connsiteY117184"/>
              </a:cxn>
              <a:cxn ang="0">
                <a:pos x="connsiteX117185" y="connsiteY117185"/>
              </a:cxn>
              <a:cxn ang="0">
                <a:pos x="connsiteX117186" y="connsiteY117186"/>
              </a:cxn>
              <a:cxn ang="0">
                <a:pos x="connsiteX117187" y="connsiteY117187"/>
              </a:cxn>
              <a:cxn ang="0">
                <a:pos x="connsiteX117188" y="connsiteY117188"/>
              </a:cxn>
              <a:cxn ang="0">
                <a:pos x="connsiteX117189" y="connsiteY117189"/>
              </a:cxn>
              <a:cxn ang="0">
                <a:pos x="connsiteX117190" y="connsiteY117190"/>
              </a:cxn>
              <a:cxn ang="0">
                <a:pos x="connsiteX117191" y="connsiteY117191"/>
              </a:cxn>
              <a:cxn ang="0">
                <a:pos x="connsiteX117192" y="connsiteY117192"/>
              </a:cxn>
              <a:cxn ang="0">
                <a:pos x="connsiteX117193" y="connsiteY117193"/>
              </a:cxn>
              <a:cxn ang="0">
                <a:pos x="connsiteX117194" y="connsiteY117194"/>
              </a:cxn>
              <a:cxn ang="0">
                <a:pos x="connsiteX117195" y="connsiteY117195"/>
              </a:cxn>
              <a:cxn ang="0">
                <a:pos x="connsiteX117196" y="connsiteY117196"/>
              </a:cxn>
              <a:cxn ang="0">
                <a:pos x="connsiteX117197" y="connsiteY117197"/>
              </a:cxn>
              <a:cxn ang="0">
                <a:pos x="connsiteX117198" y="connsiteY117198"/>
              </a:cxn>
              <a:cxn ang="0">
                <a:pos x="connsiteX117199" y="connsiteY117199"/>
              </a:cxn>
              <a:cxn ang="0">
                <a:pos x="connsiteX117200" y="connsiteY117200"/>
              </a:cxn>
              <a:cxn ang="0">
                <a:pos x="connsiteX117201" y="connsiteY117201"/>
              </a:cxn>
              <a:cxn ang="0">
                <a:pos x="connsiteX117202" y="connsiteY117202"/>
              </a:cxn>
              <a:cxn ang="0">
                <a:pos x="connsiteX117203" y="connsiteY117203"/>
              </a:cxn>
              <a:cxn ang="0">
                <a:pos x="connsiteX117204" y="connsiteY117204"/>
              </a:cxn>
              <a:cxn ang="0">
                <a:pos x="connsiteX117205" y="connsiteY117205"/>
              </a:cxn>
              <a:cxn ang="0">
                <a:pos x="connsiteX117206" y="connsiteY117206"/>
              </a:cxn>
              <a:cxn ang="0">
                <a:pos x="connsiteX117207" y="connsiteY117207"/>
              </a:cxn>
              <a:cxn ang="0">
                <a:pos x="connsiteX117208" y="connsiteY117208"/>
              </a:cxn>
              <a:cxn ang="0">
                <a:pos x="connsiteX117209" y="connsiteY117209"/>
              </a:cxn>
              <a:cxn ang="0">
                <a:pos x="connsiteX117210" y="connsiteY117210"/>
              </a:cxn>
              <a:cxn ang="0">
                <a:pos x="connsiteX117211" y="connsiteY117211"/>
              </a:cxn>
              <a:cxn ang="0">
                <a:pos x="connsiteX117212" y="connsiteY117212"/>
              </a:cxn>
              <a:cxn ang="0">
                <a:pos x="connsiteX117213" y="connsiteY117213"/>
              </a:cxn>
              <a:cxn ang="0">
                <a:pos x="connsiteX117214" y="connsiteY117214"/>
              </a:cxn>
              <a:cxn ang="0">
                <a:pos x="connsiteX117215" y="connsiteY117215"/>
              </a:cxn>
              <a:cxn ang="0">
                <a:pos x="connsiteX117216" y="connsiteY117216"/>
              </a:cxn>
              <a:cxn ang="0">
                <a:pos x="connsiteX117217" y="connsiteY117217"/>
              </a:cxn>
              <a:cxn ang="0">
                <a:pos x="connsiteX117218" y="connsiteY117218"/>
              </a:cxn>
              <a:cxn ang="0">
                <a:pos x="connsiteX117219" y="connsiteY117219"/>
              </a:cxn>
              <a:cxn ang="0">
                <a:pos x="connsiteX117220" y="connsiteY117220"/>
              </a:cxn>
              <a:cxn ang="0">
                <a:pos x="connsiteX117221" y="connsiteY117221"/>
              </a:cxn>
              <a:cxn ang="0">
                <a:pos x="connsiteX117222" y="connsiteY117222"/>
              </a:cxn>
              <a:cxn ang="0">
                <a:pos x="connsiteX117223" y="connsiteY117223"/>
              </a:cxn>
              <a:cxn ang="0">
                <a:pos x="connsiteX117224" y="connsiteY117224"/>
              </a:cxn>
              <a:cxn ang="0">
                <a:pos x="connsiteX117225" y="connsiteY117225"/>
              </a:cxn>
              <a:cxn ang="0">
                <a:pos x="connsiteX117226" y="connsiteY117226"/>
              </a:cxn>
              <a:cxn ang="0">
                <a:pos x="connsiteX117227" y="connsiteY117227"/>
              </a:cxn>
              <a:cxn ang="0">
                <a:pos x="connsiteX117228" y="connsiteY117228"/>
              </a:cxn>
              <a:cxn ang="0">
                <a:pos x="connsiteX117229" y="connsiteY117229"/>
              </a:cxn>
              <a:cxn ang="0">
                <a:pos x="connsiteX117230" y="connsiteY117230"/>
              </a:cxn>
              <a:cxn ang="0">
                <a:pos x="connsiteX117231" y="connsiteY117231"/>
              </a:cxn>
              <a:cxn ang="0">
                <a:pos x="connsiteX117232" y="connsiteY117232"/>
              </a:cxn>
              <a:cxn ang="0">
                <a:pos x="connsiteX117233" y="connsiteY117233"/>
              </a:cxn>
              <a:cxn ang="0">
                <a:pos x="connsiteX117234" y="connsiteY117234"/>
              </a:cxn>
              <a:cxn ang="0">
                <a:pos x="connsiteX117235" y="connsiteY117235"/>
              </a:cxn>
              <a:cxn ang="0">
                <a:pos x="connsiteX117236" y="connsiteY117236"/>
              </a:cxn>
              <a:cxn ang="0">
                <a:pos x="connsiteX117237" y="connsiteY117237"/>
              </a:cxn>
              <a:cxn ang="0">
                <a:pos x="connsiteX117238" y="connsiteY117238"/>
              </a:cxn>
              <a:cxn ang="0">
                <a:pos x="connsiteX117239" y="connsiteY117239"/>
              </a:cxn>
              <a:cxn ang="0">
                <a:pos x="connsiteX117240" y="connsiteY117240"/>
              </a:cxn>
              <a:cxn ang="0">
                <a:pos x="connsiteX117241" y="connsiteY117241"/>
              </a:cxn>
              <a:cxn ang="0">
                <a:pos x="connsiteX117242" y="connsiteY117242"/>
              </a:cxn>
              <a:cxn ang="0">
                <a:pos x="connsiteX117243" y="connsiteY117243"/>
              </a:cxn>
              <a:cxn ang="0">
                <a:pos x="connsiteX117244" y="connsiteY117244"/>
              </a:cxn>
              <a:cxn ang="0">
                <a:pos x="connsiteX117245" y="connsiteY117245"/>
              </a:cxn>
              <a:cxn ang="0">
                <a:pos x="connsiteX117246" y="connsiteY117246"/>
              </a:cxn>
              <a:cxn ang="0">
                <a:pos x="connsiteX117247" y="connsiteY117247"/>
              </a:cxn>
              <a:cxn ang="0">
                <a:pos x="connsiteX117248" y="connsiteY117248"/>
              </a:cxn>
              <a:cxn ang="0">
                <a:pos x="connsiteX117249" y="connsiteY117249"/>
              </a:cxn>
              <a:cxn ang="0">
                <a:pos x="connsiteX117250" y="connsiteY117250"/>
              </a:cxn>
              <a:cxn ang="0">
                <a:pos x="connsiteX117251" y="connsiteY117251"/>
              </a:cxn>
              <a:cxn ang="0">
                <a:pos x="connsiteX117252" y="connsiteY117252"/>
              </a:cxn>
              <a:cxn ang="0">
                <a:pos x="connsiteX117253" y="connsiteY117253"/>
              </a:cxn>
              <a:cxn ang="0">
                <a:pos x="connsiteX117254" y="connsiteY117254"/>
              </a:cxn>
              <a:cxn ang="0">
                <a:pos x="connsiteX117255" y="connsiteY117255"/>
              </a:cxn>
              <a:cxn ang="0">
                <a:pos x="connsiteX117256" y="connsiteY117256"/>
              </a:cxn>
              <a:cxn ang="0">
                <a:pos x="connsiteX117257" y="connsiteY117257"/>
              </a:cxn>
              <a:cxn ang="0">
                <a:pos x="connsiteX117258" y="connsiteY117258"/>
              </a:cxn>
              <a:cxn ang="0">
                <a:pos x="connsiteX117259" y="connsiteY117259"/>
              </a:cxn>
              <a:cxn ang="0">
                <a:pos x="connsiteX117260" y="connsiteY117260"/>
              </a:cxn>
              <a:cxn ang="0">
                <a:pos x="connsiteX117261" y="connsiteY117261"/>
              </a:cxn>
              <a:cxn ang="0">
                <a:pos x="connsiteX117262" y="connsiteY117262"/>
              </a:cxn>
              <a:cxn ang="0">
                <a:pos x="connsiteX117263" y="connsiteY117263"/>
              </a:cxn>
              <a:cxn ang="0">
                <a:pos x="connsiteX117264" y="connsiteY117264"/>
              </a:cxn>
              <a:cxn ang="0">
                <a:pos x="connsiteX117265" y="connsiteY117265"/>
              </a:cxn>
              <a:cxn ang="0">
                <a:pos x="connsiteX117266" y="connsiteY117266"/>
              </a:cxn>
              <a:cxn ang="0">
                <a:pos x="connsiteX117267" y="connsiteY117267"/>
              </a:cxn>
              <a:cxn ang="0">
                <a:pos x="connsiteX117268" y="connsiteY117268"/>
              </a:cxn>
              <a:cxn ang="0">
                <a:pos x="connsiteX117269" y="connsiteY117269"/>
              </a:cxn>
              <a:cxn ang="0">
                <a:pos x="connsiteX117270" y="connsiteY117270"/>
              </a:cxn>
              <a:cxn ang="0">
                <a:pos x="connsiteX117271" y="connsiteY117271"/>
              </a:cxn>
              <a:cxn ang="0">
                <a:pos x="connsiteX117272" y="connsiteY117272"/>
              </a:cxn>
              <a:cxn ang="0">
                <a:pos x="connsiteX117273" y="connsiteY117273"/>
              </a:cxn>
              <a:cxn ang="0">
                <a:pos x="connsiteX117274" y="connsiteY117274"/>
              </a:cxn>
              <a:cxn ang="0">
                <a:pos x="connsiteX117275" y="connsiteY117275"/>
              </a:cxn>
              <a:cxn ang="0">
                <a:pos x="connsiteX117276" y="connsiteY117276"/>
              </a:cxn>
              <a:cxn ang="0">
                <a:pos x="connsiteX117277" y="connsiteY117277"/>
              </a:cxn>
              <a:cxn ang="0">
                <a:pos x="connsiteX117278" y="connsiteY117278"/>
              </a:cxn>
              <a:cxn ang="0">
                <a:pos x="connsiteX117279" y="connsiteY117279"/>
              </a:cxn>
              <a:cxn ang="0">
                <a:pos x="connsiteX117280" y="connsiteY117280"/>
              </a:cxn>
              <a:cxn ang="0">
                <a:pos x="connsiteX117281" y="connsiteY117281"/>
              </a:cxn>
              <a:cxn ang="0">
                <a:pos x="connsiteX117282" y="connsiteY117282"/>
              </a:cxn>
              <a:cxn ang="0">
                <a:pos x="connsiteX117283" y="connsiteY117283"/>
              </a:cxn>
              <a:cxn ang="0">
                <a:pos x="connsiteX117284" y="connsiteY117284"/>
              </a:cxn>
              <a:cxn ang="0">
                <a:pos x="connsiteX117285" y="connsiteY117285"/>
              </a:cxn>
              <a:cxn ang="0">
                <a:pos x="connsiteX117286" y="connsiteY117286"/>
              </a:cxn>
              <a:cxn ang="0">
                <a:pos x="connsiteX117287" y="connsiteY117287"/>
              </a:cxn>
              <a:cxn ang="0">
                <a:pos x="connsiteX117288" y="connsiteY117288"/>
              </a:cxn>
              <a:cxn ang="0">
                <a:pos x="connsiteX117289" y="connsiteY117289"/>
              </a:cxn>
              <a:cxn ang="0">
                <a:pos x="connsiteX117290" y="connsiteY117290"/>
              </a:cxn>
              <a:cxn ang="0">
                <a:pos x="connsiteX117291" y="connsiteY117291"/>
              </a:cxn>
              <a:cxn ang="0">
                <a:pos x="connsiteX117292" y="connsiteY117292"/>
              </a:cxn>
              <a:cxn ang="0">
                <a:pos x="connsiteX117293" y="connsiteY117293"/>
              </a:cxn>
              <a:cxn ang="0">
                <a:pos x="connsiteX117294" y="connsiteY117294"/>
              </a:cxn>
              <a:cxn ang="0">
                <a:pos x="connsiteX117295" y="connsiteY117295"/>
              </a:cxn>
              <a:cxn ang="0">
                <a:pos x="connsiteX117296" y="connsiteY117296"/>
              </a:cxn>
              <a:cxn ang="0">
                <a:pos x="connsiteX117297" y="connsiteY117297"/>
              </a:cxn>
              <a:cxn ang="0">
                <a:pos x="connsiteX117298" y="connsiteY117298"/>
              </a:cxn>
              <a:cxn ang="0">
                <a:pos x="connsiteX117299" y="connsiteY117299"/>
              </a:cxn>
              <a:cxn ang="0">
                <a:pos x="connsiteX117300" y="connsiteY117300"/>
              </a:cxn>
              <a:cxn ang="0">
                <a:pos x="connsiteX117301" y="connsiteY117301"/>
              </a:cxn>
              <a:cxn ang="0">
                <a:pos x="connsiteX117302" y="connsiteY117302"/>
              </a:cxn>
              <a:cxn ang="0">
                <a:pos x="connsiteX117303" y="connsiteY117303"/>
              </a:cxn>
              <a:cxn ang="0">
                <a:pos x="connsiteX117304" y="connsiteY117304"/>
              </a:cxn>
              <a:cxn ang="0">
                <a:pos x="connsiteX117305" y="connsiteY117305"/>
              </a:cxn>
              <a:cxn ang="0">
                <a:pos x="connsiteX117306" y="connsiteY117306"/>
              </a:cxn>
              <a:cxn ang="0">
                <a:pos x="connsiteX117307" y="connsiteY117307"/>
              </a:cxn>
              <a:cxn ang="0">
                <a:pos x="connsiteX117308" y="connsiteY117308"/>
              </a:cxn>
              <a:cxn ang="0">
                <a:pos x="connsiteX117309" y="connsiteY117309"/>
              </a:cxn>
              <a:cxn ang="0">
                <a:pos x="connsiteX117310" y="connsiteY117310"/>
              </a:cxn>
              <a:cxn ang="0">
                <a:pos x="connsiteX117311" y="connsiteY117311"/>
              </a:cxn>
              <a:cxn ang="0">
                <a:pos x="connsiteX117312" y="connsiteY117312"/>
              </a:cxn>
              <a:cxn ang="0">
                <a:pos x="connsiteX117313" y="connsiteY117313"/>
              </a:cxn>
              <a:cxn ang="0">
                <a:pos x="connsiteX117314" y="connsiteY117314"/>
              </a:cxn>
              <a:cxn ang="0">
                <a:pos x="connsiteX117315" y="connsiteY117315"/>
              </a:cxn>
              <a:cxn ang="0">
                <a:pos x="connsiteX117316" y="connsiteY117316"/>
              </a:cxn>
              <a:cxn ang="0">
                <a:pos x="connsiteX117317" y="connsiteY117317"/>
              </a:cxn>
              <a:cxn ang="0">
                <a:pos x="connsiteX117318" y="connsiteY117318"/>
              </a:cxn>
              <a:cxn ang="0">
                <a:pos x="connsiteX117319" y="connsiteY117319"/>
              </a:cxn>
              <a:cxn ang="0">
                <a:pos x="connsiteX117320" y="connsiteY117320"/>
              </a:cxn>
              <a:cxn ang="0">
                <a:pos x="connsiteX117321" y="connsiteY117321"/>
              </a:cxn>
              <a:cxn ang="0">
                <a:pos x="connsiteX117322" y="connsiteY117322"/>
              </a:cxn>
              <a:cxn ang="0">
                <a:pos x="connsiteX117323" y="connsiteY117323"/>
              </a:cxn>
              <a:cxn ang="0">
                <a:pos x="connsiteX117324" y="connsiteY117324"/>
              </a:cxn>
              <a:cxn ang="0">
                <a:pos x="connsiteX117325" y="connsiteY117325"/>
              </a:cxn>
              <a:cxn ang="0">
                <a:pos x="connsiteX117326" y="connsiteY117326"/>
              </a:cxn>
              <a:cxn ang="0">
                <a:pos x="connsiteX117327" y="connsiteY117327"/>
              </a:cxn>
              <a:cxn ang="0">
                <a:pos x="connsiteX117328" y="connsiteY117328"/>
              </a:cxn>
              <a:cxn ang="0">
                <a:pos x="connsiteX117329" y="connsiteY117329"/>
              </a:cxn>
              <a:cxn ang="0">
                <a:pos x="connsiteX117330" y="connsiteY117330"/>
              </a:cxn>
              <a:cxn ang="0">
                <a:pos x="connsiteX117331" y="connsiteY117331"/>
              </a:cxn>
              <a:cxn ang="0">
                <a:pos x="connsiteX117332" y="connsiteY117332"/>
              </a:cxn>
              <a:cxn ang="0">
                <a:pos x="connsiteX117333" y="connsiteY117333"/>
              </a:cxn>
              <a:cxn ang="0">
                <a:pos x="connsiteX117334" y="connsiteY117334"/>
              </a:cxn>
              <a:cxn ang="0">
                <a:pos x="connsiteX117335" y="connsiteY117335"/>
              </a:cxn>
              <a:cxn ang="0">
                <a:pos x="connsiteX117336" y="connsiteY117336"/>
              </a:cxn>
              <a:cxn ang="0">
                <a:pos x="connsiteX117337" y="connsiteY117337"/>
              </a:cxn>
              <a:cxn ang="0">
                <a:pos x="connsiteX117338" y="connsiteY117338"/>
              </a:cxn>
              <a:cxn ang="0">
                <a:pos x="connsiteX117339" y="connsiteY117339"/>
              </a:cxn>
              <a:cxn ang="0">
                <a:pos x="connsiteX117340" y="connsiteY117340"/>
              </a:cxn>
              <a:cxn ang="0">
                <a:pos x="connsiteX117341" y="connsiteY117341"/>
              </a:cxn>
              <a:cxn ang="0">
                <a:pos x="connsiteX117342" y="connsiteY117342"/>
              </a:cxn>
              <a:cxn ang="0">
                <a:pos x="connsiteX117343" y="connsiteY117343"/>
              </a:cxn>
              <a:cxn ang="0">
                <a:pos x="connsiteX117344" y="connsiteY117344"/>
              </a:cxn>
              <a:cxn ang="0">
                <a:pos x="connsiteX117345" y="connsiteY117345"/>
              </a:cxn>
              <a:cxn ang="0">
                <a:pos x="connsiteX117346" y="connsiteY117346"/>
              </a:cxn>
              <a:cxn ang="0">
                <a:pos x="connsiteX117347" y="connsiteY117347"/>
              </a:cxn>
              <a:cxn ang="0">
                <a:pos x="connsiteX117348" y="connsiteY117348"/>
              </a:cxn>
              <a:cxn ang="0">
                <a:pos x="connsiteX117349" y="connsiteY117349"/>
              </a:cxn>
              <a:cxn ang="0">
                <a:pos x="connsiteX117350" y="connsiteY117350"/>
              </a:cxn>
              <a:cxn ang="0">
                <a:pos x="connsiteX117351" y="connsiteY117351"/>
              </a:cxn>
              <a:cxn ang="0">
                <a:pos x="connsiteX117352" y="connsiteY117352"/>
              </a:cxn>
              <a:cxn ang="0">
                <a:pos x="connsiteX117353" y="connsiteY117353"/>
              </a:cxn>
              <a:cxn ang="0">
                <a:pos x="connsiteX117354" y="connsiteY117354"/>
              </a:cxn>
              <a:cxn ang="0">
                <a:pos x="connsiteX117355" y="connsiteY117355"/>
              </a:cxn>
              <a:cxn ang="0">
                <a:pos x="connsiteX117356" y="connsiteY117356"/>
              </a:cxn>
              <a:cxn ang="0">
                <a:pos x="connsiteX117357" y="connsiteY117357"/>
              </a:cxn>
              <a:cxn ang="0">
                <a:pos x="connsiteX117358" y="connsiteY117358"/>
              </a:cxn>
              <a:cxn ang="0">
                <a:pos x="connsiteX117359" y="connsiteY117359"/>
              </a:cxn>
              <a:cxn ang="0">
                <a:pos x="connsiteX117360" y="connsiteY117360"/>
              </a:cxn>
              <a:cxn ang="0">
                <a:pos x="connsiteX117361" y="connsiteY117361"/>
              </a:cxn>
              <a:cxn ang="0">
                <a:pos x="connsiteX117362" y="connsiteY117362"/>
              </a:cxn>
              <a:cxn ang="0">
                <a:pos x="connsiteX117363" y="connsiteY117363"/>
              </a:cxn>
              <a:cxn ang="0">
                <a:pos x="connsiteX117364" y="connsiteY117364"/>
              </a:cxn>
              <a:cxn ang="0">
                <a:pos x="connsiteX117365" y="connsiteY117365"/>
              </a:cxn>
              <a:cxn ang="0">
                <a:pos x="connsiteX117366" y="connsiteY117366"/>
              </a:cxn>
              <a:cxn ang="0">
                <a:pos x="connsiteX117367" y="connsiteY117367"/>
              </a:cxn>
              <a:cxn ang="0">
                <a:pos x="connsiteX117368" y="connsiteY117368"/>
              </a:cxn>
              <a:cxn ang="0">
                <a:pos x="connsiteX117369" y="connsiteY117369"/>
              </a:cxn>
              <a:cxn ang="0">
                <a:pos x="connsiteX117370" y="connsiteY117370"/>
              </a:cxn>
              <a:cxn ang="0">
                <a:pos x="connsiteX117371" y="connsiteY117371"/>
              </a:cxn>
              <a:cxn ang="0">
                <a:pos x="connsiteX117372" y="connsiteY117372"/>
              </a:cxn>
              <a:cxn ang="0">
                <a:pos x="connsiteX117373" y="connsiteY117373"/>
              </a:cxn>
              <a:cxn ang="0">
                <a:pos x="connsiteX117374" y="connsiteY117374"/>
              </a:cxn>
              <a:cxn ang="0">
                <a:pos x="connsiteX117375" y="connsiteY117375"/>
              </a:cxn>
              <a:cxn ang="0">
                <a:pos x="connsiteX117376" y="connsiteY117376"/>
              </a:cxn>
              <a:cxn ang="0">
                <a:pos x="connsiteX117377" y="connsiteY117377"/>
              </a:cxn>
              <a:cxn ang="0">
                <a:pos x="connsiteX117378" y="connsiteY117378"/>
              </a:cxn>
              <a:cxn ang="0">
                <a:pos x="connsiteX117379" y="connsiteY117379"/>
              </a:cxn>
              <a:cxn ang="0">
                <a:pos x="connsiteX117380" y="connsiteY117380"/>
              </a:cxn>
              <a:cxn ang="0">
                <a:pos x="connsiteX117381" y="connsiteY117381"/>
              </a:cxn>
              <a:cxn ang="0">
                <a:pos x="connsiteX117382" y="connsiteY117382"/>
              </a:cxn>
              <a:cxn ang="0">
                <a:pos x="connsiteX117383" y="connsiteY117383"/>
              </a:cxn>
              <a:cxn ang="0">
                <a:pos x="connsiteX117384" y="connsiteY117384"/>
              </a:cxn>
              <a:cxn ang="0">
                <a:pos x="connsiteX117385" y="connsiteY117385"/>
              </a:cxn>
              <a:cxn ang="0">
                <a:pos x="connsiteX117386" y="connsiteY117386"/>
              </a:cxn>
              <a:cxn ang="0">
                <a:pos x="connsiteX117387" y="connsiteY117387"/>
              </a:cxn>
              <a:cxn ang="0">
                <a:pos x="connsiteX117388" y="connsiteY117388"/>
              </a:cxn>
              <a:cxn ang="0">
                <a:pos x="connsiteX117389" y="connsiteY117389"/>
              </a:cxn>
              <a:cxn ang="0">
                <a:pos x="connsiteX117390" y="connsiteY117390"/>
              </a:cxn>
              <a:cxn ang="0">
                <a:pos x="connsiteX117391" y="connsiteY117391"/>
              </a:cxn>
              <a:cxn ang="0">
                <a:pos x="connsiteX117392" y="connsiteY117392"/>
              </a:cxn>
              <a:cxn ang="0">
                <a:pos x="connsiteX117393" y="connsiteY117393"/>
              </a:cxn>
              <a:cxn ang="0">
                <a:pos x="connsiteX117394" y="connsiteY117394"/>
              </a:cxn>
              <a:cxn ang="0">
                <a:pos x="connsiteX117395" y="connsiteY117395"/>
              </a:cxn>
              <a:cxn ang="0">
                <a:pos x="connsiteX117396" y="connsiteY117396"/>
              </a:cxn>
              <a:cxn ang="0">
                <a:pos x="connsiteX117397" y="connsiteY117397"/>
              </a:cxn>
              <a:cxn ang="0">
                <a:pos x="connsiteX117398" y="connsiteY117398"/>
              </a:cxn>
              <a:cxn ang="0">
                <a:pos x="connsiteX117399" y="connsiteY117399"/>
              </a:cxn>
              <a:cxn ang="0">
                <a:pos x="connsiteX117400" y="connsiteY117400"/>
              </a:cxn>
              <a:cxn ang="0">
                <a:pos x="connsiteX117401" y="connsiteY117401"/>
              </a:cxn>
              <a:cxn ang="0">
                <a:pos x="connsiteX117402" y="connsiteY117402"/>
              </a:cxn>
              <a:cxn ang="0">
                <a:pos x="connsiteX117403" y="connsiteY117403"/>
              </a:cxn>
              <a:cxn ang="0">
                <a:pos x="connsiteX117404" y="connsiteY117404"/>
              </a:cxn>
              <a:cxn ang="0">
                <a:pos x="connsiteX117405" y="connsiteY117405"/>
              </a:cxn>
              <a:cxn ang="0">
                <a:pos x="connsiteX117406" y="connsiteY117406"/>
              </a:cxn>
              <a:cxn ang="0">
                <a:pos x="connsiteX117407" y="connsiteY117407"/>
              </a:cxn>
              <a:cxn ang="0">
                <a:pos x="connsiteX117408" y="connsiteY117408"/>
              </a:cxn>
              <a:cxn ang="0">
                <a:pos x="connsiteX117409" y="connsiteY117409"/>
              </a:cxn>
              <a:cxn ang="0">
                <a:pos x="connsiteX117410" y="connsiteY117410"/>
              </a:cxn>
              <a:cxn ang="0">
                <a:pos x="connsiteX117411" y="connsiteY117411"/>
              </a:cxn>
              <a:cxn ang="0">
                <a:pos x="connsiteX117412" y="connsiteY117412"/>
              </a:cxn>
              <a:cxn ang="0">
                <a:pos x="connsiteX117413" y="connsiteY117413"/>
              </a:cxn>
              <a:cxn ang="0">
                <a:pos x="connsiteX117414" y="connsiteY117414"/>
              </a:cxn>
              <a:cxn ang="0">
                <a:pos x="connsiteX117415" y="connsiteY117415"/>
              </a:cxn>
              <a:cxn ang="0">
                <a:pos x="connsiteX117416" y="connsiteY117416"/>
              </a:cxn>
              <a:cxn ang="0">
                <a:pos x="connsiteX117417" y="connsiteY117417"/>
              </a:cxn>
              <a:cxn ang="0">
                <a:pos x="connsiteX117418" y="connsiteY117418"/>
              </a:cxn>
              <a:cxn ang="0">
                <a:pos x="connsiteX117419" y="connsiteY117419"/>
              </a:cxn>
              <a:cxn ang="0">
                <a:pos x="connsiteX117420" y="connsiteY117420"/>
              </a:cxn>
              <a:cxn ang="0">
                <a:pos x="connsiteX117421" y="connsiteY117421"/>
              </a:cxn>
              <a:cxn ang="0">
                <a:pos x="connsiteX117422" y="connsiteY117422"/>
              </a:cxn>
              <a:cxn ang="0">
                <a:pos x="connsiteX117423" y="connsiteY117423"/>
              </a:cxn>
              <a:cxn ang="0">
                <a:pos x="connsiteX117424" y="connsiteY117424"/>
              </a:cxn>
              <a:cxn ang="0">
                <a:pos x="connsiteX117425" y="connsiteY117425"/>
              </a:cxn>
              <a:cxn ang="0">
                <a:pos x="connsiteX117426" y="connsiteY117426"/>
              </a:cxn>
              <a:cxn ang="0">
                <a:pos x="connsiteX117427" y="connsiteY117427"/>
              </a:cxn>
              <a:cxn ang="0">
                <a:pos x="connsiteX117428" y="connsiteY117428"/>
              </a:cxn>
              <a:cxn ang="0">
                <a:pos x="connsiteX117429" y="connsiteY117429"/>
              </a:cxn>
              <a:cxn ang="0">
                <a:pos x="connsiteX117430" y="connsiteY117430"/>
              </a:cxn>
              <a:cxn ang="0">
                <a:pos x="connsiteX117431" y="connsiteY117431"/>
              </a:cxn>
              <a:cxn ang="0">
                <a:pos x="connsiteX117432" y="connsiteY117432"/>
              </a:cxn>
              <a:cxn ang="0">
                <a:pos x="connsiteX117433" y="connsiteY117433"/>
              </a:cxn>
              <a:cxn ang="0">
                <a:pos x="connsiteX117434" y="connsiteY117434"/>
              </a:cxn>
              <a:cxn ang="0">
                <a:pos x="connsiteX117435" y="connsiteY117435"/>
              </a:cxn>
              <a:cxn ang="0">
                <a:pos x="connsiteX117436" y="connsiteY117436"/>
              </a:cxn>
              <a:cxn ang="0">
                <a:pos x="connsiteX117437" y="connsiteY117437"/>
              </a:cxn>
              <a:cxn ang="0">
                <a:pos x="connsiteX117438" y="connsiteY117438"/>
              </a:cxn>
              <a:cxn ang="0">
                <a:pos x="connsiteX117439" y="connsiteY117439"/>
              </a:cxn>
              <a:cxn ang="0">
                <a:pos x="connsiteX117440" y="connsiteY117440"/>
              </a:cxn>
              <a:cxn ang="0">
                <a:pos x="connsiteX117441" y="connsiteY117441"/>
              </a:cxn>
              <a:cxn ang="0">
                <a:pos x="connsiteX117442" y="connsiteY117442"/>
              </a:cxn>
              <a:cxn ang="0">
                <a:pos x="connsiteX117443" y="connsiteY117443"/>
              </a:cxn>
              <a:cxn ang="0">
                <a:pos x="connsiteX117444" y="connsiteY117444"/>
              </a:cxn>
              <a:cxn ang="0">
                <a:pos x="connsiteX117445" y="connsiteY117445"/>
              </a:cxn>
              <a:cxn ang="0">
                <a:pos x="connsiteX117446" y="connsiteY117446"/>
              </a:cxn>
              <a:cxn ang="0">
                <a:pos x="connsiteX117447" y="connsiteY117447"/>
              </a:cxn>
              <a:cxn ang="0">
                <a:pos x="connsiteX117448" y="connsiteY117448"/>
              </a:cxn>
              <a:cxn ang="0">
                <a:pos x="connsiteX117449" y="connsiteY117449"/>
              </a:cxn>
              <a:cxn ang="0">
                <a:pos x="connsiteX117450" y="connsiteY117450"/>
              </a:cxn>
              <a:cxn ang="0">
                <a:pos x="connsiteX117451" y="connsiteY117451"/>
              </a:cxn>
              <a:cxn ang="0">
                <a:pos x="connsiteX117452" y="connsiteY117452"/>
              </a:cxn>
              <a:cxn ang="0">
                <a:pos x="connsiteX117453" y="connsiteY117453"/>
              </a:cxn>
              <a:cxn ang="0">
                <a:pos x="connsiteX117454" y="connsiteY117454"/>
              </a:cxn>
              <a:cxn ang="0">
                <a:pos x="connsiteX117455" y="connsiteY117455"/>
              </a:cxn>
              <a:cxn ang="0">
                <a:pos x="connsiteX117456" y="connsiteY117456"/>
              </a:cxn>
              <a:cxn ang="0">
                <a:pos x="connsiteX117457" y="connsiteY117457"/>
              </a:cxn>
              <a:cxn ang="0">
                <a:pos x="connsiteX117458" y="connsiteY117458"/>
              </a:cxn>
              <a:cxn ang="0">
                <a:pos x="connsiteX117459" y="connsiteY117459"/>
              </a:cxn>
              <a:cxn ang="0">
                <a:pos x="connsiteX117460" y="connsiteY117460"/>
              </a:cxn>
              <a:cxn ang="0">
                <a:pos x="connsiteX117461" y="connsiteY117461"/>
              </a:cxn>
              <a:cxn ang="0">
                <a:pos x="connsiteX117462" y="connsiteY117462"/>
              </a:cxn>
              <a:cxn ang="0">
                <a:pos x="connsiteX117463" y="connsiteY117463"/>
              </a:cxn>
              <a:cxn ang="0">
                <a:pos x="connsiteX117464" y="connsiteY117464"/>
              </a:cxn>
              <a:cxn ang="0">
                <a:pos x="connsiteX117465" y="connsiteY117465"/>
              </a:cxn>
              <a:cxn ang="0">
                <a:pos x="connsiteX117466" y="connsiteY117466"/>
              </a:cxn>
              <a:cxn ang="0">
                <a:pos x="connsiteX117467" y="connsiteY117467"/>
              </a:cxn>
              <a:cxn ang="0">
                <a:pos x="connsiteX117468" y="connsiteY117468"/>
              </a:cxn>
              <a:cxn ang="0">
                <a:pos x="connsiteX117469" y="connsiteY117469"/>
              </a:cxn>
              <a:cxn ang="0">
                <a:pos x="connsiteX117470" y="connsiteY117470"/>
              </a:cxn>
              <a:cxn ang="0">
                <a:pos x="connsiteX117471" y="connsiteY117471"/>
              </a:cxn>
              <a:cxn ang="0">
                <a:pos x="connsiteX117472" y="connsiteY117472"/>
              </a:cxn>
              <a:cxn ang="0">
                <a:pos x="connsiteX117473" y="connsiteY117473"/>
              </a:cxn>
              <a:cxn ang="0">
                <a:pos x="connsiteX117474" y="connsiteY117474"/>
              </a:cxn>
              <a:cxn ang="0">
                <a:pos x="connsiteX117475" y="connsiteY117475"/>
              </a:cxn>
              <a:cxn ang="0">
                <a:pos x="connsiteX117476" y="connsiteY117476"/>
              </a:cxn>
              <a:cxn ang="0">
                <a:pos x="connsiteX117477" y="connsiteY117477"/>
              </a:cxn>
              <a:cxn ang="0">
                <a:pos x="connsiteX117478" y="connsiteY117478"/>
              </a:cxn>
              <a:cxn ang="0">
                <a:pos x="connsiteX117479" y="connsiteY117479"/>
              </a:cxn>
              <a:cxn ang="0">
                <a:pos x="connsiteX117480" y="connsiteY117480"/>
              </a:cxn>
              <a:cxn ang="0">
                <a:pos x="connsiteX117481" y="connsiteY117481"/>
              </a:cxn>
              <a:cxn ang="0">
                <a:pos x="connsiteX117482" y="connsiteY117482"/>
              </a:cxn>
              <a:cxn ang="0">
                <a:pos x="connsiteX117483" y="connsiteY117483"/>
              </a:cxn>
              <a:cxn ang="0">
                <a:pos x="connsiteX117484" y="connsiteY117484"/>
              </a:cxn>
              <a:cxn ang="0">
                <a:pos x="connsiteX117485" y="connsiteY117485"/>
              </a:cxn>
              <a:cxn ang="0">
                <a:pos x="connsiteX117486" y="connsiteY117486"/>
              </a:cxn>
              <a:cxn ang="0">
                <a:pos x="connsiteX117487" y="connsiteY117487"/>
              </a:cxn>
              <a:cxn ang="0">
                <a:pos x="connsiteX117488" y="connsiteY117488"/>
              </a:cxn>
              <a:cxn ang="0">
                <a:pos x="connsiteX117489" y="connsiteY117489"/>
              </a:cxn>
              <a:cxn ang="0">
                <a:pos x="connsiteX117490" y="connsiteY117490"/>
              </a:cxn>
              <a:cxn ang="0">
                <a:pos x="connsiteX117491" y="connsiteY117491"/>
              </a:cxn>
              <a:cxn ang="0">
                <a:pos x="connsiteX117492" y="connsiteY117492"/>
              </a:cxn>
              <a:cxn ang="0">
                <a:pos x="connsiteX117493" y="connsiteY117493"/>
              </a:cxn>
              <a:cxn ang="0">
                <a:pos x="connsiteX117494" y="connsiteY117494"/>
              </a:cxn>
              <a:cxn ang="0">
                <a:pos x="connsiteX117495" y="connsiteY117495"/>
              </a:cxn>
              <a:cxn ang="0">
                <a:pos x="connsiteX117496" y="connsiteY117496"/>
              </a:cxn>
              <a:cxn ang="0">
                <a:pos x="connsiteX117497" y="connsiteY117497"/>
              </a:cxn>
              <a:cxn ang="0">
                <a:pos x="connsiteX117498" y="connsiteY117498"/>
              </a:cxn>
              <a:cxn ang="0">
                <a:pos x="connsiteX117499" y="connsiteY117499"/>
              </a:cxn>
              <a:cxn ang="0">
                <a:pos x="connsiteX117500" y="connsiteY117500"/>
              </a:cxn>
              <a:cxn ang="0">
                <a:pos x="connsiteX117501" y="connsiteY117501"/>
              </a:cxn>
              <a:cxn ang="0">
                <a:pos x="connsiteX117502" y="connsiteY117502"/>
              </a:cxn>
              <a:cxn ang="0">
                <a:pos x="connsiteX117503" y="connsiteY117503"/>
              </a:cxn>
              <a:cxn ang="0">
                <a:pos x="connsiteX117504" y="connsiteY117504"/>
              </a:cxn>
              <a:cxn ang="0">
                <a:pos x="connsiteX117505" y="connsiteY117505"/>
              </a:cxn>
              <a:cxn ang="0">
                <a:pos x="connsiteX117506" y="connsiteY117506"/>
              </a:cxn>
              <a:cxn ang="0">
                <a:pos x="connsiteX117507" y="connsiteY117507"/>
              </a:cxn>
              <a:cxn ang="0">
                <a:pos x="connsiteX117508" y="connsiteY117508"/>
              </a:cxn>
              <a:cxn ang="0">
                <a:pos x="connsiteX117509" y="connsiteY117509"/>
              </a:cxn>
              <a:cxn ang="0">
                <a:pos x="connsiteX117510" y="connsiteY117510"/>
              </a:cxn>
              <a:cxn ang="0">
                <a:pos x="connsiteX117511" y="connsiteY117511"/>
              </a:cxn>
              <a:cxn ang="0">
                <a:pos x="connsiteX117512" y="connsiteY117512"/>
              </a:cxn>
              <a:cxn ang="0">
                <a:pos x="connsiteX117513" y="connsiteY117513"/>
              </a:cxn>
              <a:cxn ang="0">
                <a:pos x="connsiteX117514" y="connsiteY117514"/>
              </a:cxn>
              <a:cxn ang="0">
                <a:pos x="connsiteX117515" y="connsiteY117515"/>
              </a:cxn>
              <a:cxn ang="0">
                <a:pos x="connsiteX117516" y="connsiteY117516"/>
              </a:cxn>
              <a:cxn ang="0">
                <a:pos x="connsiteX117517" y="connsiteY117517"/>
              </a:cxn>
              <a:cxn ang="0">
                <a:pos x="connsiteX117518" y="connsiteY117518"/>
              </a:cxn>
              <a:cxn ang="0">
                <a:pos x="connsiteX117519" y="connsiteY117519"/>
              </a:cxn>
              <a:cxn ang="0">
                <a:pos x="connsiteX117520" y="connsiteY117520"/>
              </a:cxn>
              <a:cxn ang="0">
                <a:pos x="connsiteX117521" y="connsiteY117521"/>
              </a:cxn>
              <a:cxn ang="0">
                <a:pos x="connsiteX117522" y="connsiteY117522"/>
              </a:cxn>
              <a:cxn ang="0">
                <a:pos x="connsiteX117523" y="connsiteY117523"/>
              </a:cxn>
              <a:cxn ang="0">
                <a:pos x="connsiteX117524" y="connsiteY117524"/>
              </a:cxn>
              <a:cxn ang="0">
                <a:pos x="connsiteX117525" y="connsiteY117525"/>
              </a:cxn>
              <a:cxn ang="0">
                <a:pos x="connsiteX117526" y="connsiteY117526"/>
              </a:cxn>
              <a:cxn ang="0">
                <a:pos x="connsiteX117527" y="connsiteY117527"/>
              </a:cxn>
              <a:cxn ang="0">
                <a:pos x="connsiteX117528" y="connsiteY117528"/>
              </a:cxn>
              <a:cxn ang="0">
                <a:pos x="connsiteX117529" y="connsiteY117529"/>
              </a:cxn>
              <a:cxn ang="0">
                <a:pos x="connsiteX117530" y="connsiteY117530"/>
              </a:cxn>
              <a:cxn ang="0">
                <a:pos x="connsiteX117531" y="connsiteY117531"/>
              </a:cxn>
              <a:cxn ang="0">
                <a:pos x="connsiteX117532" y="connsiteY117532"/>
              </a:cxn>
              <a:cxn ang="0">
                <a:pos x="connsiteX117533" y="connsiteY117533"/>
              </a:cxn>
              <a:cxn ang="0">
                <a:pos x="connsiteX117534" y="connsiteY117534"/>
              </a:cxn>
              <a:cxn ang="0">
                <a:pos x="connsiteX117535" y="connsiteY117535"/>
              </a:cxn>
              <a:cxn ang="0">
                <a:pos x="connsiteX117536" y="connsiteY117536"/>
              </a:cxn>
              <a:cxn ang="0">
                <a:pos x="connsiteX117537" y="connsiteY117537"/>
              </a:cxn>
              <a:cxn ang="0">
                <a:pos x="connsiteX117538" y="connsiteY117538"/>
              </a:cxn>
              <a:cxn ang="0">
                <a:pos x="connsiteX117539" y="connsiteY117539"/>
              </a:cxn>
              <a:cxn ang="0">
                <a:pos x="connsiteX117540" y="connsiteY117540"/>
              </a:cxn>
              <a:cxn ang="0">
                <a:pos x="connsiteX117541" y="connsiteY117541"/>
              </a:cxn>
              <a:cxn ang="0">
                <a:pos x="connsiteX117542" y="connsiteY117542"/>
              </a:cxn>
              <a:cxn ang="0">
                <a:pos x="connsiteX117543" y="connsiteY117543"/>
              </a:cxn>
              <a:cxn ang="0">
                <a:pos x="connsiteX117544" y="connsiteY117544"/>
              </a:cxn>
              <a:cxn ang="0">
                <a:pos x="connsiteX117545" y="connsiteY117545"/>
              </a:cxn>
              <a:cxn ang="0">
                <a:pos x="connsiteX117546" y="connsiteY117546"/>
              </a:cxn>
              <a:cxn ang="0">
                <a:pos x="connsiteX117547" y="connsiteY117547"/>
              </a:cxn>
              <a:cxn ang="0">
                <a:pos x="connsiteX117548" y="connsiteY117548"/>
              </a:cxn>
              <a:cxn ang="0">
                <a:pos x="connsiteX117549" y="connsiteY117549"/>
              </a:cxn>
              <a:cxn ang="0">
                <a:pos x="connsiteX117550" y="connsiteY117550"/>
              </a:cxn>
              <a:cxn ang="0">
                <a:pos x="connsiteX117551" y="connsiteY117551"/>
              </a:cxn>
              <a:cxn ang="0">
                <a:pos x="connsiteX117552" y="connsiteY117552"/>
              </a:cxn>
              <a:cxn ang="0">
                <a:pos x="connsiteX117553" y="connsiteY117553"/>
              </a:cxn>
              <a:cxn ang="0">
                <a:pos x="connsiteX117554" y="connsiteY117554"/>
              </a:cxn>
              <a:cxn ang="0">
                <a:pos x="connsiteX117555" y="connsiteY117555"/>
              </a:cxn>
              <a:cxn ang="0">
                <a:pos x="connsiteX117556" y="connsiteY117556"/>
              </a:cxn>
              <a:cxn ang="0">
                <a:pos x="connsiteX117557" y="connsiteY117557"/>
              </a:cxn>
              <a:cxn ang="0">
                <a:pos x="connsiteX117558" y="connsiteY117558"/>
              </a:cxn>
              <a:cxn ang="0">
                <a:pos x="connsiteX117559" y="connsiteY117559"/>
              </a:cxn>
              <a:cxn ang="0">
                <a:pos x="connsiteX117560" y="connsiteY117560"/>
              </a:cxn>
              <a:cxn ang="0">
                <a:pos x="connsiteX117561" y="connsiteY117561"/>
              </a:cxn>
              <a:cxn ang="0">
                <a:pos x="connsiteX117562" y="connsiteY117562"/>
              </a:cxn>
              <a:cxn ang="0">
                <a:pos x="connsiteX117563" y="connsiteY117563"/>
              </a:cxn>
              <a:cxn ang="0">
                <a:pos x="connsiteX117564" y="connsiteY117564"/>
              </a:cxn>
              <a:cxn ang="0">
                <a:pos x="connsiteX117565" y="connsiteY117565"/>
              </a:cxn>
              <a:cxn ang="0">
                <a:pos x="connsiteX117566" y="connsiteY117566"/>
              </a:cxn>
              <a:cxn ang="0">
                <a:pos x="connsiteX117567" y="connsiteY117567"/>
              </a:cxn>
              <a:cxn ang="0">
                <a:pos x="connsiteX117568" y="connsiteY117568"/>
              </a:cxn>
              <a:cxn ang="0">
                <a:pos x="connsiteX117569" y="connsiteY117569"/>
              </a:cxn>
              <a:cxn ang="0">
                <a:pos x="connsiteX117570" y="connsiteY117570"/>
              </a:cxn>
              <a:cxn ang="0">
                <a:pos x="connsiteX117571" y="connsiteY117571"/>
              </a:cxn>
              <a:cxn ang="0">
                <a:pos x="connsiteX117572" y="connsiteY117572"/>
              </a:cxn>
              <a:cxn ang="0">
                <a:pos x="connsiteX117573" y="connsiteY117573"/>
              </a:cxn>
              <a:cxn ang="0">
                <a:pos x="connsiteX117574" y="connsiteY117574"/>
              </a:cxn>
              <a:cxn ang="0">
                <a:pos x="connsiteX117575" y="connsiteY117575"/>
              </a:cxn>
              <a:cxn ang="0">
                <a:pos x="connsiteX117576" y="connsiteY117576"/>
              </a:cxn>
              <a:cxn ang="0">
                <a:pos x="connsiteX117577" y="connsiteY117577"/>
              </a:cxn>
              <a:cxn ang="0">
                <a:pos x="connsiteX117578" y="connsiteY117578"/>
              </a:cxn>
              <a:cxn ang="0">
                <a:pos x="connsiteX117579" y="connsiteY117579"/>
              </a:cxn>
              <a:cxn ang="0">
                <a:pos x="connsiteX117580" y="connsiteY117580"/>
              </a:cxn>
              <a:cxn ang="0">
                <a:pos x="connsiteX117581" y="connsiteY117581"/>
              </a:cxn>
              <a:cxn ang="0">
                <a:pos x="connsiteX117582" y="connsiteY117582"/>
              </a:cxn>
              <a:cxn ang="0">
                <a:pos x="connsiteX117583" y="connsiteY117583"/>
              </a:cxn>
              <a:cxn ang="0">
                <a:pos x="connsiteX117584" y="connsiteY117584"/>
              </a:cxn>
              <a:cxn ang="0">
                <a:pos x="connsiteX117585" y="connsiteY117585"/>
              </a:cxn>
              <a:cxn ang="0">
                <a:pos x="connsiteX117586" y="connsiteY117586"/>
              </a:cxn>
              <a:cxn ang="0">
                <a:pos x="connsiteX117587" y="connsiteY117587"/>
              </a:cxn>
              <a:cxn ang="0">
                <a:pos x="connsiteX117588" y="connsiteY117588"/>
              </a:cxn>
              <a:cxn ang="0">
                <a:pos x="connsiteX117589" y="connsiteY117589"/>
              </a:cxn>
              <a:cxn ang="0">
                <a:pos x="connsiteX117590" y="connsiteY117590"/>
              </a:cxn>
              <a:cxn ang="0">
                <a:pos x="connsiteX117591" y="connsiteY117591"/>
              </a:cxn>
              <a:cxn ang="0">
                <a:pos x="connsiteX117592" y="connsiteY117592"/>
              </a:cxn>
              <a:cxn ang="0">
                <a:pos x="connsiteX117593" y="connsiteY117593"/>
              </a:cxn>
              <a:cxn ang="0">
                <a:pos x="connsiteX117594" y="connsiteY117594"/>
              </a:cxn>
              <a:cxn ang="0">
                <a:pos x="connsiteX117595" y="connsiteY117595"/>
              </a:cxn>
              <a:cxn ang="0">
                <a:pos x="connsiteX117596" y="connsiteY117596"/>
              </a:cxn>
              <a:cxn ang="0">
                <a:pos x="connsiteX117597" y="connsiteY117597"/>
              </a:cxn>
              <a:cxn ang="0">
                <a:pos x="connsiteX117598" y="connsiteY117598"/>
              </a:cxn>
              <a:cxn ang="0">
                <a:pos x="connsiteX117599" y="connsiteY117599"/>
              </a:cxn>
              <a:cxn ang="0">
                <a:pos x="connsiteX117600" y="connsiteY117600"/>
              </a:cxn>
              <a:cxn ang="0">
                <a:pos x="connsiteX117601" y="connsiteY117601"/>
              </a:cxn>
              <a:cxn ang="0">
                <a:pos x="connsiteX117602" y="connsiteY117602"/>
              </a:cxn>
              <a:cxn ang="0">
                <a:pos x="connsiteX117603" y="connsiteY117603"/>
              </a:cxn>
              <a:cxn ang="0">
                <a:pos x="connsiteX117604" y="connsiteY117604"/>
              </a:cxn>
              <a:cxn ang="0">
                <a:pos x="connsiteX117605" y="connsiteY117605"/>
              </a:cxn>
              <a:cxn ang="0">
                <a:pos x="connsiteX117606" y="connsiteY117606"/>
              </a:cxn>
              <a:cxn ang="0">
                <a:pos x="connsiteX117607" y="connsiteY117607"/>
              </a:cxn>
              <a:cxn ang="0">
                <a:pos x="connsiteX117608" y="connsiteY117608"/>
              </a:cxn>
              <a:cxn ang="0">
                <a:pos x="connsiteX117609" y="connsiteY117609"/>
              </a:cxn>
              <a:cxn ang="0">
                <a:pos x="connsiteX117610" y="connsiteY117610"/>
              </a:cxn>
              <a:cxn ang="0">
                <a:pos x="connsiteX117611" y="connsiteY117611"/>
              </a:cxn>
              <a:cxn ang="0">
                <a:pos x="connsiteX117612" y="connsiteY117612"/>
              </a:cxn>
              <a:cxn ang="0">
                <a:pos x="connsiteX117613" y="connsiteY117613"/>
              </a:cxn>
              <a:cxn ang="0">
                <a:pos x="connsiteX117614" y="connsiteY117614"/>
              </a:cxn>
              <a:cxn ang="0">
                <a:pos x="connsiteX117615" y="connsiteY117615"/>
              </a:cxn>
              <a:cxn ang="0">
                <a:pos x="connsiteX117616" y="connsiteY117616"/>
              </a:cxn>
              <a:cxn ang="0">
                <a:pos x="connsiteX117617" y="connsiteY117617"/>
              </a:cxn>
              <a:cxn ang="0">
                <a:pos x="connsiteX117618" y="connsiteY117618"/>
              </a:cxn>
              <a:cxn ang="0">
                <a:pos x="connsiteX117619" y="connsiteY117619"/>
              </a:cxn>
              <a:cxn ang="0">
                <a:pos x="connsiteX117620" y="connsiteY117620"/>
              </a:cxn>
              <a:cxn ang="0">
                <a:pos x="connsiteX117621" y="connsiteY117621"/>
              </a:cxn>
              <a:cxn ang="0">
                <a:pos x="connsiteX117622" y="connsiteY117622"/>
              </a:cxn>
              <a:cxn ang="0">
                <a:pos x="connsiteX117623" y="connsiteY117623"/>
              </a:cxn>
              <a:cxn ang="0">
                <a:pos x="connsiteX117624" y="connsiteY117624"/>
              </a:cxn>
              <a:cxn ang="0">
                <a:pos x="connsiteX117625" y="connsiteY117625"/>
              </a:cxn>
              <a:cxn ang="0">
                <a:pos x="connsiteX117626" y="connsiteY117626"/>
              </a:cxn>
              <a:cxn ang="0">
                <a:pos x="connsiteX117627" y="connsiteY117627"/>
              </a:cxn>
              <a:cxn ang="0">
                <a:pos x="connsiteX117628" y="connsiteY117628"/>
              </a:cxn>
              <a:cxn ang="0">
                <a:pos x="connsiteX117629" y="connsiteY117629"/>
              </a:cxn>
              <a:cxn ang="0">
                <a:pos x="connsiteX117630" y="connsiteY117630"/>
              </a:cxn>
              <a:cxn ang="0">
                <a:pos x="connsiteX117631" y="connsiteY117631"/>
              </a:cxn>
              <a:cxn ang="0">
                <a:pos x="connsiteX117632" y="connsiteY117632"/>
              </a:cxn>
              <a:cxn ang="0">
                <a:pos x="connsiteX117633" y="connsiteY117633"/>
              </a:cxn>
              <a:cxn ang="0">
                <a:pos x="connsiteX117634" y="connsiteY117634"/>
              </a:cxn>
              <a:cxn ang="0">
                <a:pos x="connsiteX117635" y="connsiteY117635"/>
              </a:cxn>
              <a:cxn ang="0">
                <a:pos x="connsiteX117636" y="connsiteY117636"/>
              </a:cxn>
              <a:cxn ang="0">
                <a:pos x="connsiteX117637" y="connsiteY117637"/>
              </a:cxn>
              <a:cxn ang="0">
                <a:pos x="connsiteX117638" y="connsiteY117638"/>
              </a:cxn>
              <a:cxn ang="0">
                <a:pos x="connsiteX117639" y="connsiteY117639"/>
              </a:cxn>
              <a:cxn ang="0">
                <a:pos x="connsiteX117640" y="connsiteY117640"/>
              </a:cxn>
              <a:cxn ang="0">
                <a:pos x="connsiteX117641" y="connsiteY117641"/>
              </a:cxn>
              <a:cxn ang="0">
                <a:pos x="connsiteX117642" y="connsiteY117642"/>
              </a:cxn>
              <a:cxn ang="0">
                <a:pos x="connsiteX117643" y="connsiteY117643"/>
              </a:cxn>
              <a:cxn ang="0">
                <a:pos x="connsiteX117644" y="connsiteY117644"/>
              </a:cxn>
              <a:cxn ang="0">
                <a:pos x="connsiteX117645" y="connsiteY117645"/>
              </a:cxn>
              <a:cxn ang="0">
                <a:pos x="connsiteX117646" y="connsiteY117646"/>
              </a:cxn>
              <a:cxn ang="0">
                <a:pos x="connsiteX117647" y="connsiteY117647"/>
              </a:cxn>
              <a:cxn ang="0">
                <a:pos x="connsiteX117648" y="connsiteY117648"/>
              </a:cxn>
              <a:cxn ang="0">
                <a:pos x="connsiteX117649" y="connsiteY117649"/>
              </a:cxn>
              <a:cxn ang="0">
                <a:pos x="connsiteX117650" y="connsiteY117650"/>
              </a:cxn>
              <a:cxn ang="0">
                <a:pos x="connsiteX117651" y="connsiteY117651"/>
              </a:cxn>
              <a:cxn ang="0">
                <a:pos x="connsiteX117652" y="connsiteY117652"/>
              </a:cxn>
              <a:cxn ang="0">
                <a:pos x="connsiteX117653" y="connsiteY117653"/>
              </a:cxn>
              <a:cxn ang="0">
                <a:pos x="connsiteX117654" y="connsiteY117654"/>
              </a:cxn>
              <a:cxn ang="0">
                <a:pos x="connsiteX117655" y="connsiteY117655"/>
              </a:cxn>
              <a:cxn ang="0">
                <a:pos x="connsiteX117656" y="connsiteY117656"/>
              </a:cxn>
              <a:cxn ang="0">
                <a:pos x="connsiteX117657" y="connsiteY117657"/>
              </a:cxn>
              <a:cxn ang="0">
                <a:pos x="connsiteX117658" y="connsiteY117658"/>
              </a:cxn>
              <a:cxn ang="0">
                <a:pos x="connsiteX117659" y="connsiteY117659"/>
              </a:cxn>
              <a:cxn ang="0">
                <a:pos x="connsiteX117660" y="connsiteY117660"/>
              </a:cxn>
              <a:cxn ang="0">
                <a:pos x="connsiteX117661" y="connsiteY117661"/>
              </a:cxn>
              <a:cxn ang="0">
                <a:pos x="connsiteX117662" y="connsiteY117662"/>
              </a:cxn>
              <a:cxn ang="0">
                <a:pos x="connsiteX117663" y="connsiteY117663"/>
              </a:cxn>
              <a:cxn ang="0">
                <a:pos x="connsiteX117664" y="connsiteY117664"/>
              </a:cxn>
              <a:cxn ang="0">
                <a:pos x="connsiteX117665" y="connsiteY117665"/>
              </a:cxn>
              <a:cxn ang="0">
                <a:pos x="connsiteX117666" y="connsiteY117666"/>
              </a:cxn>
              <a:cxn ang="0">
                <a:pos x="connsiteX117667" y="connsiteY117667"/>
              </a:cxn>
              <a:cxn ang="0">
                <a:pos x="connsiteX117668" y="connsiteY117668"/>
              </a:cxn>
              <a:cxn ang="0">
                <a:pos x="connsiteX117669" y="connsiteY117669"/>
              </a:cxn>
              <a:cxn ang="0">
                <a:pos x="connsiteX117670" y="connsiteY117670"/>
              </a:cxn>
              <a:cxn ang="0">
                <a:pos x="connsiteX117671" y="connsiteY117671"/>
              </a:cxn>
              <a:cxn ang="0">
                <a:pos x="connsiteX117672" y="connsiteY117672"/>
              </a:cxn>
              <a:cxn ang="0">
                <a:pos x="connsiteX117673" y="connsiteY117673"/>
              </a:cxn>
              <a:cxn ang="0">
                <a:pos x="connsiteX117674" y="connsiteY117674"/>
              </a:cxn>
              <a:cxn ang="0">
                <a:pos x="connsiteX117675" y="connsiteY117675"/>
              </a:cxn>
              <a:cxn ang="0">
                <a:pos x="connsiteX117676" y="connsiteY117676"/>
              </a:cxn>
              <a:cxn ang="0">
                <a:pos x="connsiteX117677" y="connsiteY117677"/>
              </a:cxn>
              <a:cxn ang="0">
                <a:pos x="connsiteX117678" y="connsiteY117678"/>
              </a:cxn>
              <a:cxn ang="0">
                <a:pos x="connsiteX117679" y="connsiteY117679"/>
              </a:cxn>
              <a:cxn ang="0">
                <a:pos x="connsiteX117680" y="connsiteY117680"/>
              </a:cxn>
              <a:cxn ang="0">
                <a:pos x="connsiteX117681" y="connsiteY117681"/>
              </a:cxn>
              <a:cxn ang="0">
                <a:pos x="connsiteX117682" y="connsiteY117682"/>
              </a:cxn>
              <a:cxn ang="0">
                <a:pos x="connsiteX117683" y="connsiteY117683"/>
              </a:cxn>
              <a:cxn ang="0">
                <a:pos x="connsiteX117684" y="connsiteY117684"/>
              </a:cxn>
              <a:cxn ang="0">
                <a:pos x="connsiteX117685" y="connsiteY117685"/>
              </a:cxn>
              <a:cxn ang="0">
                <a:pos x="connsiteX117686" y="connsiteY117686"/>
              </a:cxn>
              <a:cxn ang="0">
                <a:pos x="connsiteX117687" y="connsiteY117687"/>
              </a:cxn>
              <a:cxn ang="0">
                <a:pos x="connsiteX117688" y="connsiteY117688"/>
              </a:cxn>
              <a:cxn ang="0">
                <a:pos x="connsiteX117689" y="connsiteY117689"/>
              </a:cxn>
              <a:cxn ang="0">
                <a:pos x="connsiteX117690" y="connsiteY117690"/>
              </a:cxn>
              <a:cxn ang="0">
                <a:pos x="connsiteX117691" y="connsiteY117691"/>
              </a:cxn>
              <a:cxn ang="0">
                <a:pos x="connsiteX117692" y="connsiteY117692"/>
              </a:cxn>
              <a:cxn ang="0">
                <a:pos x="connsiteX117693" y="connsiteY117693"/>
              </a:cxn>
              <a:cxn ang="0">
                <a:pos x="connsiteX117694" y="connsiteY117694"/>
              </a:cxn>
              <a:cxn ang="0">
                <a:pos x="connsiteX117695" y="connsiteY117695"/>
              </a:cxn>
              <a:cxn ang="0">
                <a:pos x="connsiteX117696" y="connsiteY117696"/>
              </a:cxn>
              <a:cxn ang="0">
                <a:pos x="connsiteX117697" y="connsiteY117697"/>
              </a:cxn>
              <a:cxn ang="0">
                <a:pos x="connsiteX117698" y="connsiteY117698"/>
              </a:cxn>
              <a:cxn ang="0">
                <a:pos x="connsiteX117699" y="connsiteY117699"/>
              </a:cxn>
              <a:cxn ang="0">
                <a:pos x="connsiteX117700" y="connsiteY117700"/>
              </a:cxn>
              <a:cxn ang="0">
                <a:pos x="connsiteX117701" y="connsiteY117701"/>
              </a:cxn>
              <a:cxn ang="0">
                <a:pos x="connsiteX117702" y="connsiteY117702"/>
              </a:cxn>
              <a:cxn ang="0">
                <a:pos x="connsiteX117703" y="connsiteY117703"/>
              </a:cxn>
              <a:cxn ang="0">
                <a:pos x="connsiteX117704" y="connsiteY117704"/>
              </a:cxn>
              <a:cxn ang="0">
                <a:pos x="connsiteX117705" y="connsiteY117705"/>
              </a:cxn>
              <a:cxn ang="0">
                <a:pos x="connsiteX117706" y="connsiteY117706"/>
              </a:cxn>
              <a:cxn ang="0">
                <a:pos x="connsiteX117707" y="connsiteY117707"/>
              </a:cxn>
              <a:cxn ang="0">
                <a:pos x="connsiteX117708" y="connsiteY117708"/>
              </a:cxn>
              <a:cxn ang="0">
                <a:pos x="connsiteX117709" y="connsiteY117709"/>
              </a:cxn>
              <a:cxn ang="0">
                <a:pos x="connsiteX117710" y="connsiteY117710"/>
              </a:cxn>
              <a:cxn ang="0">
                <a:pos x="connsiteX117711" y="connsiteY117711"/>
              </a:cxn>
              <a:cxn ang="0">
                <a:pos x="connsiteX117712" y="connsiteY117712"/>
              </a:cxn>
              <a:cxn ang="0">
                <a:pos x="connsiteX117713" y="connsiteY117713"/>
              </a:cxn>
              <a:cxn ang="0">
                <a:pos x="connsiteX117714" y="connsiteY117714"/>
              </a:cxn>
              <a:cxn ang="0">
                <a:pos x="connsiteX117715" y="connsiteY117715"/>
              </a:cxn>
              <a:cxn ang="0">
                <a:pos x="connsiteX117716" y="connsiteY117716"/>
              </a:cxn>
              <a:cxn ang="0">
                <a:pos x="connsiteX117717" y="connsiteY117717"/>
              </a:cxn>
              <a:cxn ang="0">
                <a:pos x="connsiteX117718" y="connsiteY117718"/>
              </a:cxn>
              <a:cxn ang="0">
                <a:pos x="connsiteX117719" y="connsiteY117719"/>
              </a:cxn>
              <a:cxn ang="0">
                <a:pos x="connsiteX117720" y="connsiteY117720"/>
              </a:cxn>
              <a:cxn ang="0">
                <a:pos x="connsiteX117721" y="connsiteY117721"/>
              </a:cxn>
              <a:cxn ang="0">
                <a:pos x="connsiteX117722" y="connsiteY117722"/>
              </a:cxn>
              <a:cxn ang="0">
                <a:pos x="connsiteX117723" y="connsiteY117723"/>
              </a:cxn>
              <a:cxn ang="0">
                <a:pos x="connsiteX117724" y="connsiteY117724"/>
              </a:cxn>
              <a:cxn ang="0">
                <a:pos x="connsiteX117725" y="connsiteY117725"/>
              </a:cxn>
              <a:cxn ang="0">
                <a:pos x="connsiteX117726" y="connsiteY117726"/>
              </a:cxn>
              <a:cxn ang="0">
                <a:pos x="connsiteX117727" y="connsiteY117727"/>
              </a:cxn>
              <a:cxn ang="0">
                <a:pos x="connsiteX117728" y="connsiteY117728"/>
              </a:cxn>
              <a:cxn ang="0">
                <a:pos x="connsiteX117729" y="connsiteY117729"/>
              </a:cxn>
              <a:cxn ang="0">
                <a:pos x="connsiteX117730" y="connsiteY117730"/>
              </a:cxn>
              <a:cxn ang="0">
                <a:pos x="connsiteX117731" y="connsiteY117731"/>
              </a:cxn>
              <a:cxn ang="0">
                <a:pos x="connsiteX117732" y="connsiteY117732"/>
              </a:cxn>
              <a:cxn ang="0">
                <a:pos x="connsiteX117733" y="connsiteY117733"/>
              </a:cxn>
              <a:cxn ang="0">
                <a:pos x="connsiteX117734" y="connsiteY117734"/>
              </a:cxn>
              <a:cxn ang="0">
                <a:pos x="connsiteX117735" y="connsiteY117735"/>
              </a:cxn>
              <a:cxn ang="0">
                <a:pos x="connsiteX117736" y="connsiteY117736"/>
              </a:cxn>
              <a:cxn ang="0">
                <a:pos x="connsiteX117737" y="connsiteY117737"/>
              </a:cxn>
              <a:cxn ang="0">
                <a:pos x="connsiteX117738" y="connsiteY117738"/>
              </a:cxn>
              <a:cxn ang="0">
                <a:pos x="connsiteX117739" y="connsiteY117739"/>
              </a:cxn>
              <a:cxn ang="0">
                <a:pos x="connsiteX117740" y="connsiteY117740"/>
              </a:cxn>
              <a:cxn ang="0">
                <a:pos x="connsiteX117741" y="connsiteY117741"/>
              </a:cxn>
              <a:cxn ang="0">
                <a:pos x="connsiteX117742" y="connsiteY117742"/>
              </a:cxn>
              <a:cxn ang="0">
                <a:pos x="connsiteX117743" y="connsiteY117743"/>
              </a:cxn>
              <a:cxn ang="0">
                <a:pos x="connsiteX117744" y="connsiteY117744"/>
              </a:cxn>
              <a:cxn ang="0">
                <a:pos x="connsiteX117745" y="connsiteY117745"/>
              </a:cxn>
              <a:cxn ang="0">
                <a:pos x="connsiteX117746" y="connsiteY117746"/>
              </a:cxn>
              <a:cxn ang="0">
                <a:pos x="connsiteX117747" y="connsiteY117747"/>
              </a:cxn>
              <a:cxn ang="0">
                <a:pos x="connsiteX117748" y="connsiteY117748"/>
              </a:cxn>
              <a:cxn ang="0">
                <a:pos x="connsiteX117749" y="connsiteY117749"/>
              </a:cxn>
              <a:cxn ang="0">
                <a:pos x="connsiteX117750" y="connsiteY117750"/>
              </a:cxn>
              <a:cxn ang="0">
                <a:pos x="connsiteX117751" y="connsiteY117751"/>
              </a:cxn>
              <a:cxn ang="0">
                <a:pos x="connsiteX117752" y="connsiteY117752"/>
              </a:cxn>
              <a:cxn ang="0">
                <a:pos x="connsiteX117753" y="connsiteY117753"/>
              </a:cxn>
              <a:cxn ang="0">
                <a:pos x="connsiteX117754" y="connsiteY117754"/>
              </a:cxn>
              <a:cxn ang="0">
                <a:pos x="connsiteX117755" y="connsiteY117755"/>
              </a:cxn>
              <a:cxn ang="0">
                <a:pos x="connsiteX117756" y="connsiteY117756"/>
              </a:cxn>
              <a:cxn ang="0">
                <a:pos x="connsiteX117757" y="connsiteY117757"/>
              </a:cxn>
              <a:cxn ang="0">
                <a:pos x="connsiteX117758" y="connsiteY117758"/>
              </a:cxn>
              <a:cxn ang="0">
                <a:pos x="connsiteX117759" y="connsiteY117759"/>
              </a:cxn>
              <a:cxn ang="0">
                <a:pos x="connsiteX117760" y="connsiteY117760"/>
              </a:cxn>
              <a:cxn ang="0">
                <a:pos x="connsiteX117761" y="connsiteY117761"/>
              </a:cxn>
              <a:cxn ang="0">
                <a:pos x="connsiteX117762" y="connsiteY117762"/>
              </a:cxn>
              <a:cxn ang="0">
                <a:pos x="connsiteX117763" y="connsiteY117763"/>
              </a:cxn>
              <a:cxn ang="0">
                <a:pos x="connsiteX117764" y="connsiteY117764"/>
              </a:cxn>
              <a:cxn ang="0">
                <a:pos x="connsiteX117765" y="connsiteY117765"/>
              </a:cxn>
              <a:cxn ang="0">
                <a:pos x="connsiteX117766" y="connsiteY117766"/>
              </a:cxn>
              <a:cxn ang="0">
                <a:pos x="connsiteX117767" y="connsiteY117767"/>
              </a:cxn>
              <a:cxn ang="0">
                <a:pos x="connsiteX117768" y="connsiteY117768"/>
              </a:cxn>
              <a:cxn ang="0">
                <a:pos x="connsiteX117769" y="connsiteY117769"/>
              </a:cxn>
              <a:cxn ang="0">
                <a:pos x="connsiteX117770" y="connsiteY117770"/>
              </a:cxn>
              <a:cxn ang="0">
                <a:pos x="connsiteX117771" y="connsiteY117771"/>
              </a:cxn>
              <a:cxn ang="0">
                <a:pos x="connsiteX117772" y="connsiteY117772"/>
              </a:cxn>
              <a:cxn ang="0">
                <a:pos x="connsiteX117773" y="connsiteY117773"/>
              </a:cxn>
              <a:cxn ang="0">
                <a:pos x="connsiteX117774" y="connsiteY117774"/>
              </a:cxn>
              <a:cxn ang="0">
                <a:pos x="connsiteX117775" y="connsiteY117775"/>
              </a:cxn>
              <a:cxn ang="0">
                <a:pos x="connsiteX117776" y="connsiteY117776"/>
              </a:cxn>
              <a:cxn ang="0">
                <a:pos x="connsiteX117777" y="connsiteY117777"/>
              </a:cxn>
              <a:cxn ang="0">
                <a:pos x="connsiteX117778" y="connsiteY117778"/>
              </a:cxn>
              <a:cxn ang="0">
                <a:pos x="connsiteX117779" y="connsiteY117779"/>
              </a:cxn>
              <a:cxn ang="0">
                <a:pos x="connsiteX117780" y="connsiteY117780"/>
              </a:cxn>
              <a:cxn ang="0">
                <a:pos x="connsiteX117781" y="connsiteY117781"/>
              </a:cxn>
              <a:cxn ang="0">
                <a:pos x="connsiteX117782" y="connsiteY117782"/>
              </a:cxn>
              <a:cxn ang="0">
                <a:pos x="connsiteX117783" y="connsiteY117783"/>
              </a:cxn>
              <a:cxn ang="0">
                <a:pos x="connsiteX117784" y="connsiteY117784"/>
              </a:cxn>
              <a:cxn ang="0">
                <a:pos x="connsiteX117785" y="connsiteY117785"/>
              </a:cxn>
              <a:cxn ang="0">
                <a:pos x="connsiteX117786" y="connsiteY117786"/>
              </a:cxn>
              <a:cxn ang="0">
                <a:pos x="connsiteX117787" y="connsiteY117787"/>
              </a:cxn>
              <a:cxn ang="0">
                <a:pos x="connsiteX117788" y="connsiteY117788"/>
              </a:cxn>
              <a:cxn ang="0">
                <a:pos x="connsiteX117789" y="connsiteY117789"/>
              </a:cxn>
              <a:cxn ang="0">
                <a:pos x="connsiteX117790" y="connsiteY117790"/>
              </a:cxn>
              <a:cxn ang="0">
                <a:pos x="connsiteX117791" y="connsiteY117791"/>
              </a:cxn>
              <a:cxn ang="0">
                <a:pos x="connsiteX117792" y="connsiteY117792"/>
              </a:cxn>
              <a:cxn ang="0">
                <a:pos x="connsiteX117793" y="connsiteY117793"/>
              </a:cxn>
              <a:cxn ang="0">
                <a:pos x="connsiteX117794" y="connsiteY117794"/>
              </a:cxn>
              <a:cxn ang="0">
                <a:pos x="connsiteX117795" y="connsiteY117795"/>
              </a:cxn>
              <a:cxn ang="0">
                <a:pos x="connsiteX117796" y="connsiteY117796"/>
              </a:cxn>
              <a:cxn ang="0">
                <a:pos x="connsiteX117797" y="connsiteY117797"/>
              </a:cxn>
              <a:cxn ang="0">
                <a:pos x="connsiteX117798" y="connsiteY117798"/>
              </a:cxn>
              <a:cxn ang="0">
                <a:pos x="connsiteX117799" y="connsiteY117799"/>
              </a:cxn>
              <a:cxn ang="0">
                <a:pos x="connsiteX117800" y="connsiteY117800"/>
              </a:cxn>
              <a:cxn ang="0">
                <a:pos x="connsiteX117801" y="connsiteY117801"/>
              </a:cxn>
              <a:cxn ang="0">
                <a:pos x="connsiteX117802" y="connsiteY117802"/>
              </a:cxn>
              <a:cxn ang="0">
                <a:pos x="connsiteX117803" y="connsiteY117803"/>
              </a:cxn>
              <a:cxn ang="0">
                <a:pos x="connsiteX117804" y="connsiteY117804"/>
              </a:cxn>
              <a:cxn ang="0">
                <a:pos x="connsiteX117805" y="connsiteY117805"/>
              </a:cxn>
              <a:cxn ang="0">
                <a:pos x="connsiteX117806" y="connsiteY117806"/>
              </a:cxn>
              <a:cxn ang="0">
                <a:pos x="connsiteX117807" y="connsiteY117807"/>
              </a:cxn>
              <a:cxn ang="0">
                <a:pos x="connsiteX117808" y="connsiteY117808"/>
              </a:cxn>
              <a:cxn ang="0">
                <a:pos x="connsiteX117809" y="connsiteY117809"/>
              </a:cxn>
              <a:cxn ang="0">
                <a:pos x="connsiteX117810" y="connsiteY117810"/>
              </a:cxn>
              <a:cxn ang="0">
                <a:pos x="connsiteX117811" y="connsiteY117811"/>
              </a:cxn>
              <a:cxn ang="0">
                <a:pos x="connsiteX117812" y="connsiteY117812"/>
              </a:cxn>
              <a:cxn ang="0">
                <a:pos x="connsiteX117813" y="connsiteY117813"/>
              </a:cxn>
              <a:cxn ang="0">
                <a:pos x="connsiteX117814" y="connsiteY117814"/>
              </a:cxn>
              <a:cxn ang="0">
                <a:pos x="connsiteX117815" y="connsiteY117815"/>
              </a:cxn>
              <a:cxn ang="0">
                <a:pos x="connsiteX117816" y="connsiteY117816"/>
              </a:cxn>
              <a:cxn ang="0">
                <a:pos x="connsiteX117817" y="connsiteY117817"/>
              </a:cxn>
              <a:cxn ang="0">
                <a:pos x="connsiteX117818" y="connsiteY117818"/>
              </a:cxn>
              <a:cxn ang="0">
                <a:pos x="connsiteX117819" y="connsiteY117819"/>
              </a:cxn>
              <a:cxn ang="0">
                <a:pos x="connsiteX117820" y="connsiteY117820"/>
              </a:cxn>
              <a:cxn ang="0">
                <a:pos x="connsiteX117821" y="connsiteY117821"/>
              </a:cxn>
              <a:cxn ang="0">
                <a:pos x="connsiteX117822" y="connsiteY117822"/>
              </a:cxn>
              <a:cxn ang="0">
                <a:pos x="connsiteX117823" y="connsiteY117823"/>
              </a:cxn>
              <a:cxn ang="0">
                <a:pos x="connsiteX117824" y="connsiteY117824"/>
              </a:cxn>
              <a:cxn ang="0">
                <a:pos x="connsiteX117825" y="connsiteY117825"/>
              </a:cxn>
              <a:cxn ang="0">
                <a:pos x="connsiteX117826" y="connsiteY117826"/>
              </a:cxn>
              <a:cxn ang="0">
                <a:pos x="connsiteX117827" y="connsiteY117827"/>
              </a:cxn>
              <a:cxn ang="0">
                <a:pos x="connsiteX117828" y="connsiteY117828"/>
              </a:cxn>
              <a:cxn ang="0">
                <a:pos x="connsiteX117829" y="connsiteY117829"/>
              </a:cxn>
              <a:cxn ang="0">
                <a:pos x="connsiteX117830" y="connsiteY117830"/>
              </a:cxn>
              <a:cxn ang="0">
                <a:pos x="connsiteX117831" y="connsiteY117831"/>
              </a:cxn>
              <a:cxn ang="0">
                <a:pos x="connsiteX117832" y="connsiteY117832"/>
              </a:cxn>
              <a:cxn ang="0">
                <a:pos x="connsiteX117833" y="connsiteY117833"/>
              </a:cxn>
              <a:cxn ang="0">
                <a:pos x="connsiteX117834" y="connsiteY117834"/>
              </a:cxn>
              <a:cxn ang="0">
                <a:pos x="connsiteX117835" y="connsiteY117835"/>
              </a:cxn>
              <a:cxn ang="0">
                <a:pos x="connsiteX117836" y="connsiteY117836"/>
              </a:cxn>
              <a:cxn ang="0">
                <a:pos x="connsiteX117837" y="connsiteY117837"/>
              </a:cxn>
              <a:cxn ang="0">
                <a:pos x="connsiteX117838" y="connsiteY117838"/>
              </a:cxn>
              <a:cxn ang="0">
                <a:pos x="connsiteX117839" y="connsiteY117839"/>
              </a:cxn>
              <a:cxn ang="0">
                <a:pos x="connsiteX117840" y="connsiteY117840"/>
              </a:cxn>
              <a:cxn ang="0">
                <a:pos x="connsiteX117841" y="connsiteY117841"/>
              </a:cxn>
              <a:cxn ang="0">
                <a:pos x="connsiteX117842" y="connsiteY117842"/>
              </a:cxn>
              <a:cxn ang="0">
                <a:pos x="connsiteX117843" y="connsiteY117843"/>
              </a:cxn>
              <a:cxn ang="0">
                <a:pos x="connsiteX117844" y="connsiteY117844"/>
              </a:cxn>
              <a:cxn ang="0">
                <a:pos x="connsiteX117845" y="connsiteY117845"/>
              </a:cxn>
              <a:cxn ang="0">
                <a:pos x="connsiteX117846" y="connsiteY117846"/>
              </a:cxn>
              <a:cxn ang="0">
                <a:pos x="connsiteX117847" y="connsiteY117847"/>
              </a:cxn>
              <a:cxn ang="0">
                <a:pos x="connsiteX117848" y="connsiteY117848"/>
              </a:cxn>
              <a:cxn ang="0">
                <a:pos x="connsiteX117849" y="connsiteY117849"/>
              </a:cxn>
              <a:cxn ang="0">
                <a:pos x="connsiteX117850" y="connsiteY117850"/>
              </a:cxn>
              <a:cxn ang="0">
                <a:pos x="connsiteX117851" y="connsiteY117851"/>
              </a:cxn>
              <a:cxn ang="0">
                <a:pos x="connsiteX117852" y="connsiteY117852"/>
              </a:cxn>
              <a:cxn ang="0">
                <a:pos x="connsiteX117853" y="connsiteY117853"/>
              </a:cxn>
              <a:cxn ang="0">
                <a:pos x="connsiteX117854" y="connsiteY117854"/>
              </a:cxn>
              <a:cxn ang="0">
                <a:pos x="connsiteX117855" y="connsiteY117855"/>
              </a:cxn>
              <a:cxn ang="0">
                <a:pos x="connsiteX117856" y="connsiteY117856"/>
              </a:cxn>
              <a:cxn ang="0">
                <a:pos x="connsiteX117857" y="connsiteY117857"/>
              </a:cxn>
              <a:cxn ang="0">
                <a:pos x="connsiteX117858" y="connsiteY117858"/>
              </a:cxn>
              <a:cxn ang="0">
                <a:pos x="connsiteX117859" y="connsiteY117859"/>
              </a:cxn>
              <a:cxn ang="0">
                <a:pos x="connsiteX117860" y="connsiteY117860"/>
              </a:cxn>
              <a:cxn ang="0">
                <a:pos x="connsiteX117861" y="connsiteY117861"/>
              </a:cxn>
              <a:cxn ang="0">
                <a:pos x="connsiteX117862" y="connsiteY117862"/>
              </a:cxn>
              <a:cxn ang="0">
                <a:pos x="connsiteX117863" y="connsiteY117863"/>
              </a:cxn>
              <a:cxn ang="0">
                <a:pos x="connsiteX117864" y="connsiteY117864"/>
              </a:cxn>
              <a:cxn ang="0">
                <a:pos x="connsiteX117865" y="connsiteY117865"/>
              </a:cxn>
              <a:cxn ang="0">
                <a:pos x="connsiteX117866" y="connsiteY117866"/>
              </a:cxn>
              <a:cxn ang="0">
                <a:pos x="connsiteX117867" y="connsiteY117867"/>
              </a:cxn>
              <a:cxn ang="0">
                <a:pos x="connsiteX117868" y="connsiteY117868"/>
              </a:cxn>
              <a:cxn ang="0">
                <a:pos x="connsiteX117869" y="connsiteY117869"/>
              </a:cxn>
              <a:cxn ang="0">
                <a:pos x="connsiteX117870" y="connsiteY117870"/>
              </a:cxn>
              <a:cxn ang="0">
                <a:pos x="connsiteX117871" y="connsiteY117871"/>
              </a:cxn>
              <a:cxn ang="0">
                <a:pos x="connsiteX117872" y="connsiteY117872"/>
              </a:cxn>
              <a:cxn ang="0">
                <a:pos x="connsiteX117873" y="connsiteY117873"/>
              </a:cxn>
              <a:cxn ang="0">
                <a:pos x="connsiteX117874" y="connsiteY117874"/>
              </a:cxn>
              <a:cxn ang="0">
                <a:pos x="connsiteX117875" y="connsiteY117875"/>
              </a:cxn>
              <a:cxn ang="0">
                <a:pos x="connsiteX117876" y="connsiteY117876"/>
              </a:cxn>
              <a:cxn ang="0">
                <a:pos x="connsiteX117877" y="connsiteY117877"/>
              </a:cxn>
              <a:cxn ang="0">
                <a:pos x="connsiteX117878" y="connsiteY117878"/>
              </a:cxn>
              <a:cxn ang="0">
                <a:pos x="connsiteX117879" y="connsiteY117879"/>
              </a:cxn>
              <a:cxn ang="0">
                <a:pos x="connsiteX117880" y="connsiteY117880"/>
              </a:cxn>
              <a:cxn ang="0">
                <a:pos x="connsiteX117881" y="connsiteY117881"/>
              </a:cxn>
              <a:cxn ang="0">
                <a:pos x="connsiteX117882" y="connsiteY117882"/>
              </a:cxn>
              <a:cxn ang="0">
                <a:pos x="connsiteX117883" y="connsiteY117883"/>
              </a:cxn>
              <a:cxn ang="0">
                <a:pos x="connsiteX117884" y="connsiteY117884"/>
              </a:cxn>
              <a:cxn ang="0">
                <a:pos x="connsiteX117885" y="connsiteY117885"/>
              </a:cxn>
              <a:cxn ang="0">
                <a:pos x="connsiteX117886" y="connsiteY117886"/>
              </a:cxn>
              <a:cxn ang="0">
                <a:pos x="connsiteX117887" y="connsiteY117887"/>
              </a:cxn>
              <a:cxn ang="0">
                <a:pos x="connsiteX117888" y="connsiteY117888"/>
              </a:cxn>
              <a:cxn ang="0">
                <a:pos x="connsiteX117889" y="connsiteY117889"/>
              </a:cxn>
              <a:cxn ang="0">
                <a:pos x="connsiteX117890" y="connsiteY117890"/>
              </a:cxn>
              <a:cxn ang="0">
                <a:pos x="connsiteX117891" y="connsiteY117891"/>
              </a:cxn>
              <a:cxn ang="0">
                <a:pos x="connsiteX117892" y="connsiteY117892"/>
              </a:cxn>
              <a:cxn ang="0">
                <a:pos x="connsiteX117893" y="connsiteY117893"/>
              </a:cxn>
              <a:cxn ang="0">
                <a:pos x="connsiteX117894" y="connsiteY117894"/>
              </a:cxn>
              <a:cxn ang="0">
                <a:pos x="connsiteX117895" y="connsiteY117895"/>
              </a:cxn>
              <a:cxn ang="0">
                <a:pos x="connsiteX117896" y="connsiteY117896"/>
              </a:cxn>
              <a:cxn ang="0">
                <a:pos x="connsiteX117897" y="connsiteY117897"/>
              </a:cxn>
              <a:cxn ang="0">
                <a:pos x="connsiteX117898" y="connsiteY117898"/>
              </a:cxn>
              <a:cxn ang="0">
                <a:pos x="connsiteX117899" y="connsiteY117899"/>
              </a:cxn>
              <a:cxn ang="0">
                <a:pos x="connsiteX117900" y="connsiteY117900"/>
              </a:cxn>
              <a:cxn ang="0">
                <a:pos x="connsiteX117901" y="connsiteY117901"/>
              </a:cxn>
              <a:cxn ang="0">
                <a:pos x="connsiteX117902" y="connsiteY117902"/>
              </a:cxn>
              <a:cxn ang="0">
                <a:pos x="connsiteX117903" y="connsiteY117903"/>
              </a:cxn>
              <a:cxn ang="0">
                <a:pos x="connsiteX117904" y="connsiteY117904"/>
              </a:cxn>
              <a:cxn ang="0">
                <a:pos x="connsiteX117905" y="connsiteY117905"/>
              </a:cxn>
              <a:cxn ang="0">
                <a:pos x="connsiteX117906" y="connsiteY117906"/>
              </a:cxn>
              <a:cxn ang="0">
                <a:pos x="connsiteX117907" y="connsiteY117907"/>
              </a:cxn>
              <a:cxn ang="0">
                <a:pos x="connsiteX117908" y="connsiteY117908"/>
              </a:cxn>
              <a:cxn ang="0">
                <a:pos x="connsiteX117909" y="connsiteY117909"/>
              </a:cxn>
              <a:cxn ang="0">
                <a:pos x="connsiteX117910" y="connsiteY117910"/>
              </a:cxn>
              <a:cxn ang="0">
                <a:pos x="connsiteX117911" y="connsiteY117911"/>
              </a:cxn>
              <a:cxn ang="0">
                <a:pos x="connsiteX117912" y="connsiteY117912"/>
              </a:cxn>
              <a:cxn ang="0">
                <a:pos x="connsiteX117913" y="connsiteY117913"/>
              </a:cxn>
              <a:cxn ang="0">
                <a:pos x="connsiteX117914" y="connsiteY117914"/>
              </a:cxn>
              <a:cxn ang="0">
                <a:pos x="connsiteX117915" y="connsiteY117915"/>
              </a:cxn>
              <a:cxn ang="0">
                <a:pos x="connsiteX117916" y="connsiteY117916"/>
              </a:cxn>
              <a:cxn ang="0">
                <a:pos x="connsiteX117917" y="connsiteY117917"/>
              </a:cxn>
              <a:cxn ang="0">
                <a:pos x="connsiteX117918" y="connsiteY117918"/>
              </a:cxn>
              <a:cxn ang="0">
                <a:pos x="connsiteX117919" y="connsiteY117919"/>
              </a:cxn>
              <a:cxn ang="0">
                <a:pos x="connsiteX117920" y="connsiteY117920"/>
              </a:cxn>
              <a:cxn ang="0">
                <a:pos x="connsiteX117921" y="connsiteY117921"/>
              </a:cxn>
              <a:cxn ang="0">
                <a:pos x="connsiteX117922" y="connsiteY117922"/>
              </a:cxn>
              <a:cxn ang="0">
                <a:pos x="connsiteX117923" y="connsiteY117923"/>
              </a:cxn>
              <a:cxn ang="0">
                <a:pos x="connsiteX117924" y="connsiteY117924"/>
              </a:cxn>
              <a:cxn ang="0">
                <a:pos x="connsiteX117925" y="connsiteY117925"/>
              </a:cxn>
              <a:cxn ang="0">
                <a:pos x="connsiteX117926" y="connsiteY117926"/>
              </a:cxn>
              <a:cxn ang="0">
                <a:pos x="connsiteX117927" y="connsiteY117927"/>
              </a:cxn>
              <a:cxn ang="0">
                <a:pos x="connsiteX117928" y="connsiteY117928"/>
              </a:cxn>
              <a:cxn ang="0">
                <a:pos x="connsiteX117929" y="connsiteY117929"/>
              </a:cxn>
              <a:cxn ang="0">
                <a:pos x="connsiteX117930" y="connsiteY117930"/>
              </a:cxn>
              <a:cxn ang="0">
                <a:pos x="connsiteX117931" y="connsiteY117931"/>
              </a:cxn>
              <a:cxn ang="0">
                <a:pos x="connsiteX117932" y="connsiteY117932"/>
              </a:cxn>
              <a:cxn ang="0">
                <a:pos x="connsiteX117933" y="connsiteY117933"/>
              </a:cxn>
              <a:cxn ang="0">
                <a:pos x="connsiteX117934" y="connsiteY117934"/>
              </a:cxn>
              <a:cxn ang="0">
                <a:pos x="connsiteX117935" y="connsiteY117935"/>
              </a:cxn>
              <a:cxn ang="0">
                <a:pos x="connsiteX117936" y="connsiteY117936"/>
              </a:cxn>
              <a:cxn ang="0">
                <a:pos x="connsiteX117937" y="connsiteY117937"/>
              </a:cxn>
              <a:cxn ang="0">
                <a:pos x="connsiteX117938" y="connsiteY117938"/>
              </a:cxn>
              <a:cxn ang="0">
                <a:pos x="connsiteX117939" y="connsiteY117939"/>
              </a:cxn>
              <a:cxn ang="0">
                <a:pos x="connsiteX117940" y="connsiteY117940"/>
              </a:cxn>
              <a:cxn ang="0">
                <a:pos x="connsiteX117941" y="connsiteY117941"/>
              </a:cxn>
              <a:cxn ang="0">
                <a:pos x="connsiteX117942" y="connsiteY117942"/>
              </a:cxn>
              <a:cxn ang="0">
                <a:pos x="connsiteX117943" y="connsiteY117943"/>
              </a:cxn>
              <a:cxn ang="0">
                <a:pos x="connsiteX117944" y="connsiteY117944"/>
              </a:cxn>
              <a:cxn ang="0">
                <a:pos x="connsiteX117945" y="connsiteY117945"/>
              </a:cxn>
              <a:cxn ang="0">
                <a:pos x="connsiteX117946" y="connsiteY117946"/>
              </a:cxn>
              <a:cxn ang="0">
                <a:pos x="connsiteX117947" y="connsiteY117947"/>
              </a:cxn>
              <a:cxn ang="0">
                <a:pos x="connsiteX117948" y="connsiteY117948"/>
              </a:cxn>
              <a:cxn ang="0">
                <a:pos x="connsiteX117949" y="connsiteY117949"/>
              </a:cxn>
              <a:cxn ang="0">
                <a:pos x="connsiteX117950" y="connsiteY117950"/>
              </a:cxn>
              <a:cxn ang="0">
                <a:pos x="connsiteX117951" y="connsiteY117951"/>
              </a:cxn>
              <a:cxn ang="0">
                <a:pos x="connsiteX117952" y="connsiteY117952"/>
              </a:cxn>
              <a:cxn ang="0">
                <a:pos x="connsiteX117953" y="connsiteY117953"/>
              </a:cxn>
              <a:cxn ang="0">
                <a:pos x="connsiteX117954" y="connsiteY117954"/>
              </a:cxn>
              <a:cxn ang="0">
                <a:pos x="connsiteX117955" y="connsiteY117955"/>
              </a:cxn>
              <a:cxn ang="0">
                <a:pos x="connsiteX117956" y="connsiteY117956"/>
              </a:cxn>
              <a:cxn ang="0">
                <a:pos x="connsiteX117957" y="connsiteY117957"/>
              </a:cxn>
              <a:cxn ang="0">
                <a:pos x="connsiteX117958" y="connsiteY117958"/>
              </a:cxn>
              <a:cxn ang="0">
                <a:pos x="connsiteX117959" y="connsiteY117959"/>
              </a:cxn>
              <a:cxn ang="0">
                <a:pos x="connsiteX117960" y="connsiteY117960"/>
              </a:cxn>
              <a:cxn ang="0">
                <a:pos x="connsiteX117961" y="connsiteY117961"/>
              </a:cxn>
              <a:cxn ang="0">
                <a:pos x="connsiteX117962" y="connsiteY117962"/>
              </a:cxn>
              <a:cxn ang="0">
                <a:pos x="connsiteX117963" y="connsiteY117963"/>
              </a:cxn>
              <a:cxn ang="0">
                <a:pos x="connsiteX117964" y="connsiteY117964"/>
              </a:cxn>
              <a:cxn ang="0">
                <a:pos x="connsiteX117965" y="connsiteY117965"/>
              </a:cxn>
              <a:cxn ang="0">
                <a:pos x="connsiteX117966" y="connsiteY117966"/>
              </a:cxn>
              <a:cxn ang="0">
                <a:pos x="connsiteX117967" y="connsiteY117967"/>
              </a:cxn>
              <a:cxn ang="0">
                <a:pos x="connsiteX117968" y="connsiteY117968"/>
              </a:cxn>
              <a:cxn ang="0">
                <a:pos x="connsiteX117969" y="connsiteY117969"/>
              </a:cxn>
              <a:cxn ang="0">
                <a:pos x="connsiteX117970" y="connsiteY117970"/>
              </a:cxn>
              <a:cxn ang="0">
                <a:pos x="connsiteX117971" y="connsiteY117971"/>
              </a:cxn>
              <a:cxn ang="0">
                <a:pos x="connsiteX117972" y="connsiteY117972"/>
              </a:cxn>
              <a:cxn ang="0">
                <a:pos x="connsiteX117973" y="connsiteY117973"/>
              </a:cxn>
              <a:cxn ang="0">
                <a:pos x="connsiteX117974" y="connsiteY117974"/>
              </a:cxn>
              <a:cxn ang="0">
                <a:pos x="connsiteX117975" y="connsiteY117975"/>
              </a:cxn>
              <a:cxn ang="0">
                <a:pos x="connsiteX117976" y="connsiteY117976"/>
              </a:cxn>
              <a:cxn ang="0">
                <a:pos x="connsiteX117977" y="connsiteY117977"/>
              </a:cxn>
              <a:cxn ang="0">
                <a:pos x="connsiteX117978" y="connsiteY117978"/>
              </a:cxn>
              <a:cxn ang="0">
                <a:pos x="connsiteX117979" y="connsiteY117979"/>
              </a:cxn>
              <a:cxn ang="0">
                <a:pos x="connsiteX117980" y="connsiteY117980"/>
              </a:cxn>
              <a:cxn ang="0">
                <a:pos x="connsiteX117981" y="connsiteY117981"/>
              </a:cxn>
              <a:cxn ang="0">
                <a:pos x="connsiteX117982" y="connsiteY117982"/>
              </a:cxn>
              <a:cxn ang="0">
                <a:pos x="connsiteX117983" y="connsiteY117983"/>
              </a:cxn>
              <a:cxn ang="0">
                <a:pos x="connsiteX117984" y="connsiteY117984"/>
              </a:cxn>
              <a:cxn ang="0">
                <a:pos x="connsiteX117985" y="connsiteY117985"/>
              </a:cxn>
              <a:cxn ang="0">
                <a:pos x="connsiteX117986" y="connsiteY117986"/>
              </a:cxn>
              <a:cxn ang="0">
                <a:pos x="connsiteX117987" y="connsiteY117987"/>
              </a:cxn>
              <a:cxn ang="0">
                <a:pos x="connsiteX117988" y="connsiteY117988"/>
              </a:cxn>
              <a:cxn ang="0">
                <a:pos x="connsiteX117989" y="connsiteY117989"/>
              </a:cxn>
              <a:cxn ang="0">
                <a:pos x="connsiteX117990" y="connsiteY117990"/>
              </a:cxn>
              <a:cxn ang="0">
                <a:pos x="connsiteX117991" y="connsiteY117991"/>
              </a:cxn>
              <a:cxn ang="0">
                <a:pos x="connsiteX117992" y="connsiteY117992"/>
              </a:cxn>
              <a:cxn ang="0">
                <a:pos x="connsiteX117993" y="connsiteY117993"/>
              </a:cxn>
              <a:cxn ang="0">
                <a:pos x="connsiteX117994" y="connsiteY117994"/>
              </a:cxn>
              <a:cxn ang="0">
                <a:pos x="connsiteX117995" y="connsiteY117995"/>
              </a:cxn>
              <a:cxn ang="0">
                <a:pos x="connsiteX117996" y="connsiteY117996"/>
              </a:cxn>
              <a:cxn ang="0">
                <a:pos x="connsiteX117997" y="connsiteY117997"/>
              </a:cxn>
              <a:cxn ang="0">
                <a:pos x="connsiteX117998" y="connsiteY117998"/>
              </a:cxn>
              <a:cxn ang="0">
                <a:pos x="connsiteX117999" y="connsiteY117999"/>
              </a:cxn>
              <a:cxn ang="0">
                <a:pos x="connsiteX118000" y="connsiteY118000"/>
              </a:cxn>
              <a:cxn ang="0">
                <a:pos x="connsiteX118001" y="connsiteY118001"/>
              </a:cxn>
              <a:cxn ang="0">
                <a:pos x="connsiteX118002" y="connsiteY118002"/>
              </a:cxn>
              <a:cxn ang="0">
                <a:pos x="connsiteX118003" y="connsiteY118003"/>
              </a:cxn>
              <a:cxn ang="0">
                <a:pos x="connsiteX118004" y="connsiteY118004"/>
              </a:cxn>
              <a:cxn ang="0">
                <a:pos x="connsiteX118005" y="connsiteY118005"/>
              </a:cxn>
              <a:cxn ang="0">
                <a:pos x="connsiteX118006" y="connsiteY118006"/>
              </a:cxn>
              <a:cxn ang="0">
                <a:pos x="connsiteX118007" y="connsiteY118007"/>
              </a:cxn>
              <a:cxn ang="0">
                <a:pos x="connsiteX118008" y="connsiteY118008"/>
              </a:cxn>
              <a:cxn ang="0">
                <a:pos x="connsiteX118009" y="connsiteY118009"/>
              </a:cxn>
              <a:cxn ang="0">
                <a:pos x="connsiteX118010" y="connsiteY118010"/>
              </a:cxn>
              <a:cxn ang="0">
                <a:pos x="connsiteX118011" y="connsiteY118011"/>
              </a:cxn>
              <a:cxn ang="0">
                <a:pos x="connsiteX118012" y="connsiteY118012"/>
              </a:cxn>
              <a:cxn ang="0">
                <a:pos x="connsiteX118013" y="connsiteY118013"/>
              </a:cxn>
              <a:cxn ang="0">
                <a:pos x="connsiteX118014" y="connsiteY118014"/>
              </a:cxn>
              <a:cxn ang="0">
                <a:pos x="connsiteX118015" y="connsiteY118015"/>
              </a:cxn>
              <a:cxn ang="0">
                <a:pos x="connsiteX118016" y="connsiteY118016"/>
              </a:cxn>
              <a:cxn ang="0">
                <a:pos x="connsiteX118017" y="connsiteY118017"/>
              </a:cxn>
              <a:cxn ang="0">
                <a:pos x="connsiteX118018" y="connsiteY118018"/>
              </a:cxn>
              <a:cxn ang="0">
                <a:pos x="connsiteX118019" y="connsiteY118019"/>
              </a:cxn>
              <a:cxn ang="0">
                <a:pos x="connsiteX118020" y="connsiteY118020"/>
              </a:cxn>
              <a:cxn ang="0">
                <a:pos x="connsiteX118021" y="connsiteY118021"/>
              </a:cxn>
              <a:cxn ang="0">
                <a:pos x="connsiteX118022" y="connsiteY118022"/>
              </a:cxn>
              <a:cxn ang="0">
                <a:pos x="connsiteX118023" y="connsiteY118023"/>
              </a:cxn>
              <a:cxn ang="0">
                <a:pos x="connsiteX118024" y="connsiteY118024"/>
              </a:cxn>
              <a:cxn ang="0">
                <a:pos x="connsiteX118025" y="connsiteY118025"/>
              </a:cxn>
              <a:cxn ang="0">
                <a:pos x="connsiteX118026" y="connsiteY118026"/>
              </a:cxn>
              <a:cxn ang="0">
                <a:pos x="connsiteX118027" y="connsiteY118027"/>
              </a:cxn>
              <a:cxn ang="0">
                <a:pos x="connsiteX118028" y="connsiteY118028"/>
              </a:cxn>
              <a:cxn ang="0">
                <a:pos x="connsiteX118029" y="connsiteY118029"/>
              </a:cxn>
              <a:cxn ang="0">
                <a:pos x="connsiteX118030" y="connsiteY118030"/>
              </a:cxn>
              <a:cxn ang="0">
                <a:pos x="connsiteX118031" y="connsiteY118031"/>
              </a:cxn>
              <a:cxn ang="0">
                <a:pos x="connsiteX118032" y="connsiteY118032"/>
              </a:cxn>
              <a:cxn ang="0">
                <a:pos x="connsiteX118033" y="connsiteY118033"/>
              </a:cxn>
              <a:cxn ang="0">
                <a:pos x="connsiteX118034" y="connsiteY118034"/>
              </a:cxn>
              <a:cxn ang="0">
                <a:pos x="connsiteX118035" y="connsiteY118035"/>
              </a:cxn>
              <a:cxn ang="0">
                <a:pos x="connsiteX118036" y="connsiteY118036"/>
              </a:cxn>
              <a:cxn ang="0">
                <a:pos x="connsiteX118037" y="connsiteY118037"/>
              </a:cxn>
              <a:cxn ang="0">
                <a:pos x="connsiteX118038" y="connsiteY118038"/>
              </a:cxn>
              <a:cxn ang="0">
                <a:pos x="connsiteX118039" y="connsiteY118039"/>
              </a:cxn>
              <a:cxn ang="0">
                <a:pos x="connsiteX118040" y="connsiteY118040"/>
              </a:cxn>
              <a:cxn ang="0">
                <a:pos x="connsiteX118041" y="connsiteY118041"/>
              </a:cxn>
              <a:cxn ang="0">
                <a:pos x="connsiteX118042" y="connsiteY118042"/>
              </a:cxn>
              <a:cxn ang="0">
                <a:pos x="connsiteX118043" y="connsiteY118043"/>
              </a:cxn>
              <a:cxn ang="0">
                <a:pos x="connsiteX118044" y="connsiteY118044"/>
              </a:cxn>
              <a:cxn ang="0">
                <a:pos x="connsiteX118045" y="connsiteY118045"/>
              </a:cxn>
              <a:cxn ang="0">
                <a:pos x="connsiteX118046" y="connsiteY118046"/>
              </a:cxn>
              <a:cxn ang="0">
                <a:pos x="connsiteX118047" y="connsiteY118047"/>
              </a:cxn>
              <a:cxn ang="0">
                <a:pos x="connsiteX118048" y="connsiteY118048"/>
              </a:cxn>
              <a:cxn ang="0">
                <a:pos x="connsiteX118049" y="connsiteY118049"/>
              </a:cxn>
              <a:cxn ang="0">
                <a:pos x="connsiteX118050" y="connsiteY118050"/>
              </a:cxn>
              <a:cxn ang="0">
                <a:pos x="connsiteX118051" y="connsiteY118051"/>
              </a:cxn>
              <a:cxn ang="0">
                <a:pos x="connsiteX118052" y="connsiteY118052"/>
              </a:cxn>
              <a:cxn ang="0">
                <a:pos x="connsiteX118053" y="connsiteY118053"/>
              </a:cxn>
              <a:cxn ang="0">
                <a:pos x="connsiteX118054" y="connsiteY118054"/>
              </a:cxn>
              <a:cxn ang="0">
                <a:pos x="connsiteX118055" y="connsiteY118055"/>
              </a:cxn>
              <a:cxn ang="0">
                <a:pos x="connsiteX118056" y="connsiteY118056"/>
              </a:cxn>
              <a:cxn ang="0">
                <a:pos x="connsiteX118057" y="connsiteY118057"/>
              </a:cxn>
              <a:cxn ang="0">
                <a:pos x="connsiteX118058" y="connsiteY118058"/>
              </a:cxn>
              <a:cxn ang="0">
                <a:pos x="connsiteX118059" y="connsiteY118059"/>
              </a:cxn>
              <a:cxn ang="0">
                <a:pos x="connsiteX118060" y="connsiteY118060"/>
              </a:cxn>
              <a:cxn ang="0">
                <a:pos x="connsiteX118061" y="connsiteY118061"/>
              </a:cxn>
              <a:cxn ang="0">
                <a:pos x="connsiteX118062" y="connsiteY118062"/>
              </a:cxn>
              <a:cxn ang="0">
                <a:pos x="connsiteX118063" y="connsiteY118063"/>
              </a:cxn>
              <a:cxn ang="0">
                <a:pos x="connsiteX118064" y="connsiteY118064"/>
              </a:cxn>
              <a:cxn ang="0">
                <a:pos x="connsiteX118065" y="connsiteY118065"/>
              </a:cxn>
              <a:cxn ang="0">
                <a:pos x="connsiteX118066" y="connsiteY118066"/>
              </a:cxn>
              <a:cxn ang="0">
                <a:pos x="connsiteX118067" y="connsiteY118067"/>
              </a:cxn>
              <a:cxn ang="0">
                <a:pos x="connsiteX118068" y="connsiteY118068"/>
              </a:cxn>
              <a:cxn ang="0">
                <a:pos x="connsiteX118069" y="connsiteY118069"/>
              </a:cxn>
              <a:cxn ang="0">
                <a:pos x="connsiteX118070" y="connsiteY118070"/>
              </a:cxn>
              <a:cxn ang="0">
                <a:pos x="connsiteX118071" y="connsiteY118071"/>
              </a:cxn>
              <a:cxn ang="0">
                <a:pos x="connsiteX118072" y="connsiteY118072"/>
              </a:cxn>
              <a:cxn ang="0">
                <a:pos x="connsiteX118073" y="connsiteY118073"/>
              </a:cxn>
              <a:cxn ang="0">
                <a:pos x="connsiteX118074" y="connsiteY118074"/>
              </a:cxn>
              <a:cxn ang="0">
                <a:pos x="connsiteX118075" y="connsiteY118075"/>
              </a:cxn>
              <a:cxn ang="0">
                <a:pos x="connsiteX118076" y="connsiteY118076"/>
              </a:cxn>
              <a:cxn ang="0">
                <a:pos x="connsiteX118077" y="connsiteY118077"/>
              </a:cxn>
              <a:cxn ang="0">
                <a:pos x="connsiteX118078" y="connsiteY118078"/>
              </a:cxn>
              <a:cxn ang="0">
                <a:pos x="connsiteX118079" y="connsiteY118079"/>
              </a:cxn>
              <a:cxn ang="0">
                <a:pos x="connsiteX118080" y="connsiteY118080"/>
              </a:cxn>
              <a:cxn ang="0">
                <a:pos x="connsiteX118081" y="connsiteY118081"/>
              </a:cxn>
              <a:cxn ang="0">
                <a:pos x="connsiteX118082" y="connsiteY118082"/>
              </a:cxn>
              <a:cxn ang="0">
                <a:pos x="connsiteX118083" y="connsiteY118083"/>
              </a:cxn>
              <a:cxn ang="0">
                <a:pos x="connsiteX118084" y="connsiteY118084"/>
              </a:cxn>
              <a:cxn ang="0">
                <a:pos x="connsiteX118085" y="connsiteY118085"/>
              </a:cxn>
              <a:cxn ang="0">
                <a:pos x="connsiteX118086" y="connsiteY118086"/>
              </a:cxn>
              <a:cxn ang="0">
                <a:pos x="connsiteX118087" y="connsiteY118087"/>
              </a:cxn>
              <a:cxn ang="0">
                <a:pos x="connsiteX118088" y="connsiteY118088"/>
              </a:cxn>
              <a:cxn ang="0">
                <a:pos x="connsiteX118089" y="connsiteY118089"/>
              </a:cxn>
              <a:cxn ang="0">
                <a:pos x="connsiteX118090" y="connsiteY118090"/>
              </a:cxn>
              <a:cxn ang="0">
                <a:pos x="connsiteX118091" y="connsiteY118091"/>
              </a:cxn>
              <a:cxn ang="0">
                <a:pos x="connsiteX118092" y="connsiteY118092"/>
              </a:cxn>
              <a:cxn ang="0">
                <a:pos x="connsiteX118093" y="connsiteY118093"/>
              </a:cxn>
              <a:cxn ang="0">
                <a:pos x="connsiteX118094" y="connsiteY118094"/>
              </a:cxn>
              <a:cxn ang="0">
                <a:pos x="connsiteX118095" y="connsiteY118095"/>
              </a:cxn>
              <a:cxn ang="0">
                <a:pos x="connsiteX118096" y="connsiteY118096"/>
              </a:cxn>
              <a:cxn ang="0">
                <a:pos x="connsiteX118097" y="connsiteY118097"/>
              </a:cxn>
              <a:cxn ang="0">
                <a:pos x="connsiteX118098" y="connsiteY118098"/>
              </a:cxn>
              <a:cxn ang="0">
                <a:pos x="connsiteX118099" y="connsiteY118099"/>
              </a:cxn>
              <a:cxn ang="0">
                <a:pos x="connsiteX118100" y="connsiteY118100"/>
              </a:cxn>
              <a:cxn ang="0">
                <a:pos x="connsiteX118101" y="connsiteY118101"/>
              </a:cxn>
              <a:cxn ang="0">
                <a:pos x="connsiteX118102" y="connsiteY118102"/>
              </a:cxn>
              <a:cxn ang="0">
                <a:pos x="connsiteX118103" y="connsiteY118103"/>
              </a:cxn>
              <a:cxn ang="0">
                <a:pos x="connsiteX118104" y="connsiteY118104"/>
              </a:cxn>
              <a:cxn ang="0">
                <a:pos x="connsiteX118105" y="connsiteY118105"/>
              </a:cxn>
              <a:cxn ang="0">
                <a:pos x="connsiteX118106" y="connsiteY118106"/>
              </a:cxn>
              <a:cxn ang="0">
                <a:pos x="connsiteX118107" y="connsiteY118107"/>
              </a:cxn>
              <a:cxn ang="0">
                <a:pos x="connsiteX118108" y="connsiteY118108"/>
              </a:cxn>
              <a:cxn ang="0">
                <a:pos x="connsiteX118109" y="connsiteY118109"/>
              </a:cxn>
              <a:cxn ang="0">
                <a:pos x="connsiteX118110" y="connsiteY118110"/>
              </a:cxn>
              <a:cxn ang="0">
                <a:pos x="connsiteX118111" y="connsiteY118111"/>
              </a:cxn>
              <a:cxn ang="0">
                <a:pos x="connsiteX118112" y="connsiteY118112"/>
              </a:cxn>
              <a:cxn ang="0">
                <a:pos x="connsiteX118113" y="connsiteY118113"/>
              </a:cxn>
              <a:cxn ang="0">
                <a:pos x="connsiteX118114" y="connsiteY118114"/>
              </a:cxn>
              <a:cxn ang="0">
                <a:pos x="connsiteX118115" y="connsiteY118115"/>
              </a:cxn>
              <a:cxn ang="0">
                <a:pos x="connsiteX118116" y="connsiteY118116"/>
              </a:cxn>
              <a:cxn ang="0">
                <a:pos x="connsiteX118117" y="connsiteY118117"/>
              </a:cxn>
              <a:cxn ang="0">
                <a:pos x="connsiteX118118" y="connsiteY118118"/>
              </a:cxn>
              <a:cxn ang="0">
                <a:pos x="connsiteX118119" y="connsiteY118119"/>
              </a:cxn>
              <a:cxn ang="0">
                <a:pos x="connsiteX118120" y="connsiteY118120"/>
              </a:cxn>
              <a:cxn ang="0">
                <a:pos x="connsiteX118121" y="connsiteY118121"/>
              </a:cxn>
              <a:cxn ang="0">
                <a:pos x="connsiteX118122" y="connsiteY118122"/>
              </a:cxn>
              <a:cxn ang="0">
                <a:pos x="connsiteX118123" y="connsiteY118123"/>
              </a:cxn>
              <a:cxn ang="0">
                <a:pos x="connsiteX118124" y="connsiteY118124"/>
              </a:cxn>
              <a:cxn ang="0">
                <a:pos x="connsiteX118125" y="connsiteY118125"/>
              </a:cxn>
              <a:cxn ang="0">
                <a:pos x="connsiteX118126" y="connsiteY118126"/>
              </a:cxn>
              <a:cxn ang="0">
                <a:pos x="connsiteX118127" y="connsiteY118127"/>
              </a:cxn>
              <a:cxn ang="0">
                <a:pos x="connsiteX118128" y="connsiteY118128"/>
              </a:cxn>
              <a:cxn ang="0">
                <a:pos x="connsiteX118129" y="connsiteY118129"/>
              </a:cxn>
              <a:cxn ang="0">
                <a:pos x="connsiteX118130" y="connsiteY118130"/>
              </a:cxn>
              <a:cxn ang="0">
                <a:pos x="connsiteX118131" y="connsiteY118131"/>
              </a:cxn>
              <a:cxn ang="0">
                <a:pos x="connsiteX118132" y="connsiteY118132"/>
              </a:cxn>
              <a:cxn ang="0">
                <a:pos x="connsiteX118133" y="connsiteY118133"/>
              </a:cxn>
              <a:cxn ang="0">
                <a:pos x="connsiteX118134" y="connsiteY118134"/>
              </a:cxn>
              <a:cxn ang="0">
                <a:pos x="connsiteX118135" y="connsiteY118135"/>
              </a:cxn>
              <a:cxn ang="0">
                <a:pos x="connsiteX118136" y="connsiteY118136"/>
              </a:cxn>
              <a:cxn ang="0">
                <a:pos x="connsiteX118137" y="connsiteY118137"/>
              </a:cxn>
              <a:cxn ang="0">
                <a:pos x="connsiteX118138" y="connsiteY118138"/>
              </a:cxn>
              <a:cxn ang="0">
                <a:pos x="connsiteX118139" y="connsiteY118139"/>
              </a:cxn>
              <a:cxn ang="0">
                <a:pos x="connsiteX118140" y="connsiteY118140"/>
              </a:cxn>
              <a:cxn ang="0">
                <a:pos x="connsiteX118141" y="connsiteY118141"/>
              </a:cxn>
              <a:cxn ang="0">
                <a:pos x="connsiteX118142" y="connsiteY118142"/>
              </a:cxn>
              <a:cxn ang="0">
                <a:pos x="connsiteX118143" y="connsiteY118143"/>
              </a:cxn>
              <a:cxn ang="0">
                <a:pos x="connsiteX118144" y="connsiteY118144"/>
              </a:cxn>
              <a:cxn ang="0">
                <a:pos x="connsiteX118145" y="connsiteY118145"/>
              </a:cxn>
              <a:cxn ang="0">
                <a:pos x="connsiteX118146" y="connsiteY118146"/>
              </a:cxn>
              <a:cxn ang="0">
                <a:pos x="connsiteX118147" y="connsiteY118147"/>
              </a:cxn>
              <a:cxn ang="0">
                <a:pos x="connsiteX118148" y="connsiteY118148"/>
              </a:cxn>
              <a:cxn ang="0">
                <a:pos x="connsiteX118149" y="connsiteY118149"/>
              </a:cxn>
              <a:cxn ang="0">
                <a:pos x="connsiteX118150" y="connsiteY118150"/>
              </a:cxn>
              <a:cxn ang="0">
                <a:pos x="connsiteX118151" y="connsiteY118151"/>
              </a:cxn>
              <a:cxn ang="0">
                <a:pos x="connsiteX118152" y="connsiteY118152"/>
              </a:cxn>
              <a:cxn ang="0">
                <a:pos x="connsiteX118153" y="connsiteY118153"/>
              </a:cxn>
              <a:cxn ang="0">
                <a:pos x="connsiteX118154" y="connsiteY118154"/>
              </a:cxn>
              <a:cxn ang="0">
                <a:pos x="connsiteX118155" y="connsiteY118155"/>
              </a:cxn>
              <a:cxn ang="0">
                <a:pos x="connsiteX118156" y="connsiteY118156"/>
              </a:cxn>
              <a:cxn ang="0">
                <a:pos x="connsiteX118157" y="connsiteY118157"/>
              </a:cxn>
              <a:cxn ang="0">
                <a:pos x="connsiteX118158" y="connsiteY118158"/>
              </a:cxn>
              <a:cxn ang="0">
                <a:pos x="connsiteX118159" y="connsiteY118159"/>
              </a:cxn>
              <a:cxn ang="0">
                <a:pos x="connsiteX118160" y="connsiteY118160"/>
              </a:cxn>
              <a:cxn ang="0">
                <a:pos x="connsiteX118161" y="connsiteY118161"/>
              </a:cxn>
              <a:cxn ang="0">
                <a:pos x="connsiteX118162" y="connsiteY118162"/>
              </a:cxn>
              <a:cxn ang="0">
                <a:pos x="connsiteX118163" y="connsiteY118163"/>
              </a:cxn>
              <a:cxn ang="0">
                <a:pos x="connsiteX118164" y="connsiteY118164"/>
              </a:cxn>
              <a:cxn ang="0">
                <a:pos x="connsiteX118165" y="connsiteY118165"/>
              </a:cxn>
              <a:cxn ang="0">
                <a:pos x="connsiteX118166" y="connsiteY118166"/>
              </a:cxn>
              <a:cxn ang="0">
                <a:pos x="connsiteX118167" y="connsiteY118167"/>
              </a:cxn>
              <a:cxn ang="0">
                <a:pos x="connsiteX118168" y="connsiteY118168"/>
              </a:cxn>
              <a:cxn ang="0">
                <a:pos x="connsiteX118169" y="connsiteY118169"/>
              </a:cxn>
              <a:cxn ang="0">
                <a:pos x="connsiteX118170" y="connsiteY118170"/>
              </a:cxn>
              <a:cxn ang="0">
                <a:pos x="connsiteX118171" y="connsiteY118171"/>
              </a:cxn>
              <a:cxn ang="0">
                <a:pos x="connsiteX118172" y="connsiteY118172"/>
              </a:cxn>
              <a:cxn ang="0">
                <a:pos x="connsiteX118173" y="connsiteY118173"/>
              </a:cxn>
              <a:cxn ang="0">
                <a:pos x="connsiteX118174" y="connsiteY118174"/>
              </a:cxn>
              <a:cxn ang="0">
                <a:pos x="connsiteX118175" y="connsiteY118175"/>
              </a:cxn>
              <a:cxn ang="0">
                <a:pos x="connsiteX118176" y="connsiteY118176"/>
              </a:cxn>
              <a:cxn ang="0">
                <a:pos x="connsiteX118177" y="connsiteY118177"/>
              </a:cxn>
              <a:cxn ang="0">
                <a:pos x="connsiteX118178" y="connsiteY118178"/>
              </a:cxn>
              <a:cxn ang="0">
                <a:pos x="connsiteX118179" y="connsiteY118179"/>
              </a:cxn>
              <a:cxn ang="0">
                <a:pos x="connsiteX118180" y="connsiteY118180"/>
              </a:cxn>
              <a:cxn ang="0">
                <a:pos x="connsiteX118181" y="connsiteY118181"/>
              </a:cxn>
              <a:cxn ang="0">
                <a:pos x="connsiteX118182" y="connsiteY118182"/>
              </a:cxn>
              <a:cxn ang="0">
                <a:pos x="connsiteX118183" y="connsiteY118183"/>
              </a:cxn>
              <a:cxn ang="0">
                <a:pos x="connsiteX118184" y="connsiteY118184"/>
              </a:cxn>
              <a:cxn ang="0">
                <a:pos x="connsiteX118185" y="connsiteY118185"/>
              </a:cxn>
              <a:cxn ang="0">
                <a:pos x="connsiteX118186" y="connsiteY118186"/>
              </a:cxn>
              <a:cxn ang="0">
                <a:pos x="connsiteX118187" y="connsiteY118187"/>
              </a:cxn>
              <a:cxn ang="0">
                <a:pos x="connsiteX118188" y="connsiteY118188"/>
              </a:cxn>
              <a:cxn ang="0">
                <a:pos x="connsiteX118189" y="connsiteY118189"/>
              </a:cxn>
              <a:cxn ang="0">
                <a:pos x="connsiteX118190" y="connsiteY118190"/>
              </a:cxn>
              <a:cxn ang="0">
                <a:pos x="connsiteX118191" y="connsiteY118191"/>
              </a:cxn>
              <a:cxn ang="0">
                <a:pos x="connsiteX118192" y="connsiteY118192"/>
              </a:cxn>
              <a:cxn ang="0">
                <a:pos x="connsiteX118193" y="connsiteY118193"/>
              </a:cxn>
              <a:cxn ang="0">
                <a:pos x="connsiteX118194" y="connsiteY118194"/>
              </a:cxn>
              <a:cxn ang="0">
                <a:pos x="connsiteX118195" y="connsiteY118195"/>
              </a:cxn>
              <a:cxn ang="0">
                <a:pos x="connsiteX118196" y="connsiteY118196"/>
              </a:cxn>
              <a:cxn ang="0">
                <a:pos x="connsiteX118197" y="connsiteY118197"/>
              </a:cxn>
              <a:cxn ang="0">
                <a:pos x="connsiteX118198" y="connsiteY118198"/>
              </a:cxn>
              <a:cxn ang="0">
                <a:pos x="connsiteX118199" y="connsiteY118199"/>
              </a:cxn>
              <a:cxn ang="0">
                <a:pos x="connsiteX118200" y="connsiteY118200"/>
              </a:cxn>
              <a:cxn ang="0">
                <a:pos x="connsiteX118201" y="connsiteY118201"/>
              </a:cxn>
              <a:cxn ang="0">
                <a:pos x="connsiteX118202" y="connsiteY118202"/>
              </a:cxn>
              <a:cxn ang="0">
                <a:pos x="connsiteX118203" y="connsiteY118203"/>
              </a:cxn>
              <a:cxn ang="0">
                <a:pos x="connsiteX118204" y="connsiteY118204"/>
              </a:cxn>
              <a:cxn ang="0">
                <a:pos x="connsiteX118205" y="connsiteY118205"/>
              </a:cxn>
              <a:cxn ang="0">
                <a:pos x="connsiteX118206" y="connsiteY118206"/>
              </a:cxn>
              <a:cxn ang="0">
                <a:pos x="connsiteX118207" y="connsiteY118207"/>
              </a:cxn>
              <a:cxn ang="0">
                <a:pos x="connsiteX118208" y="connsiteY118208"/>
              </a:cxn>
              <a:cxn ang="0">
                <a:pos x="connsiteX118209" y="connsiteY118209"/>
              </a:cxn>
              <a:cxn ang="0">
                <a:pos x="connsiteX118210" y="connsiteY118210"/>
              </a:cxn>
              <a:cxn ang="0">
                <a:pos x="connsiteX118211" y="connsiteY118211"/>
              </a:cxn>
              <a:cxn ang="0">
                <a:pos x="connsiteX118212" y="connsiteY118212"/>
              </a:cxn>
              <a:cxn ang="0">
                <a:pos x="connsiteX118213" y="connsiteY118213"/>
              </a:cxn>
              <a:cxn ang="0">
                <a:pos x="connsiteX118214" y="connsiteY118214"/>
              </a:cxn>
              <a:cxn ang="0">
                <a:pos x="connsiteX118215" y="connsiteY118215"/>
              </a:cxn>
              <a:cxn ang="0">
                <a:pos x="connsiteX118216" y="connsiteY118216"/>
              </a:cxn>
              <a:cxn ang="0">
                <a:pos x="connsiteX118217" y="connsiteY118217"/>
              </a:cxn>
              <a:cxn ang="0">
                <a:pos x="connsiteX118218" y="connsiteY118218"/>
              </a:cxn>
              <a:cxn ang="0">
                <a:pos x="connsiteX118219" y="connsiteY118219"/>
              </a:cxn>
              <a:cxn ang="0">
                <a:pos x="connsiteX118220" y="connsiteY118220"/>
              </a:cxn>
              <a:cxn ang="0">
                <a:pos x="connsiteX118221" y="connsiteY118221"/>
              </a:cxn>
              <a:cxn ang="0">
                <a:pos x="connsiteX118222" y="connsiteY118222"/>
              </a:cxn>
              <a:cxn ang="0">
                <a:pos x="connsiteX118223" y="connsiteY118223"/>
              </a:cxn>
              <a:cxn ang="0">
                <a:pos x="connsiteX118224" y="connsiteY118224"/>
              </a:cxn>
              <a:cxn ang="0">
                <a:pos x="connsiteX118225" y="connsiteY118225"/>
              </a:cxn>
              <a:cxn ang="0">
                <a:pos x="connsiteX118226" y="connsiteY118226"/>
              </a:cxn>
              <a:cxn ang="0">
                <a:pos x="connsiteX118227" y="connsiteY118227"/>
              </a:cxn>
              <a:cxn ang="0">
                <a:pos x="connsiteX118228" y="connsiteY118228"/>
              </a:cxn>
              <a:cxn ang="0">
                <a:pos x="connsiteX118229" y="connsiteY118229"/>
              </a:cxn>
              <a:cxn ang="0">
                <a:pos x="connsiteX118230" y="connsiteY118230"/>
              </a:cxn>
              <a:cxn ang="0">
                <a:pos x="connsiteX118231" y="connsiteY118231"/>
              </a:cxn>
              <a:cxn ang="0">
                <a:pos x="connsiteX118232" y="connsiteY118232"/>
              </a:cxn>
              <a:cxn ang="0">
                <a:pos x="connsiteX118233" y="connsiteY118233"/>
              </a:cxn>
              <a:cxn ang="0">
                <a:pos x="connsiteX118234" y="connsiteY118234"/>
              </a:cxn>
              <a:cxn ang="0">
                <a:pos x="connsiteX118235" y="connsiteY118235"/>
              </a:cxn>
              <a:cxn ang="0">
                <a:pos x="connsiteX118236" y="connsiteY118236"/>
              </a:cxn>
              <a:cxn ang="0">
                <a:pos x="connsiteX118237" y="connsiteY118237"/>
              </a:cxn>
              <a:cxn ang="0">
                <a:pos x="connsiteX118238" y="connsiteY118238"/>
              </a:cxn>
              <a:cxn ang="0">
                <a:pos x="connsiteX118239" y="connsiteY118239"/>
              </a:cxn>
              <a:cxn ang="0">
                <a:pos x="connsiteX118240" y="connsiteY118240"/>
              </a:cxn>
              <a:cxn ang="0">
                <a:pos x="connsiteX118241" y="connsiteY118241"/>
              </a:cxn>
              <a:cxn ang="0">
                <a:pos x="connsiteX118242" y="connsiteY118242"/>
              </a:cxn>
              <a:cxn ang="0">
                <a:pos x="connsiteX118243" y="connsiteY118243"/>
              </a:cxn>
              <a:cxn ang="0">
                <a:pos x="connsiteX118244" y="connsiteY118244"/>
              </a:cxn>
              <a:cxn ang="0">
                <a:pos x="connsiteX118245" y="connsiteY118245"/>
              </a:cxn>
              <a:cxn ang="0">
                <a:pos x="connsiteX118246" y="connsiteY118246"/>
              </a:cxn>
              <a:cxn ang="0">
                <a:pos x="connsiteX118247" y="connsiteY118247"/>
              </a:cxn>
              <a:cxn ang="0">
                <a:pos x="connsiteX118248" y="connsiteY118248"/>
              </a:cxn>
              <a:cxn ang="0">
                <a:pos x="connsiteX118249" y="connsiteY118249"/>
              </a:cxn>
              <a:cxn ang="0">
                <a:pos x="connsiteX118250" y="connsiteY118250"/>
              </a:cxn>
              <a:cxn ang="0">
                <a:pos x="connsiteX118251" y="connsiteY118251"/>
              </a:cxn>
              <a:cxn ang="0">
                <a:pos x="connsiteX118252" y="connsiteY118252"/>
              </a:cxn>
              <a:cxn ang="0">
                <a:pos x="connsiteX118253" y="connsiteY118253"/>
              </a:cxn>
              <a:cxn ang="0">
                <a:pos x="connsiteX118254" y="connsiteY118254"/>
              </a:cxn>
              <a:cxn ang="0">
                <a:pos x="connsiteX118255" y="connsiteY118255"/>
              </a:cxn>
              <a:cxn ang="0">
                <a:pos x="connsiteX118256" y="connsiteY118256"/>
              </a:cxn>
              <a:cxn ang="0">
                <a:pos x="connsiteX118257" y="connsiteY118257"/>
              </a:cxn>
              <a:cxn ang="0">
                <a:pos x="connsiteX118258" y="connsiteY118258"/>
              </a:cxn>
              <a:cxn ang="0">
                <a:pos x="connsiteX118259" y="connsiteY118259"/>
              </a:cxn>
              <a:cxn ang="0">
                <a:pos x="connsiteX118260" y="connsiteY118260"/>
              </a:cxn>
              <a:cxn ang="0">
                <a:pos x="connsiteX118261" y="connsiteY118261"/>
              </a:cxn>
              <a:cxn ang="0">
                <a:pos x="connsiteX118262" y="connsiteY118262"/>
              </a:cxn>
              <a:cxn ang="0">
                <a:pos x="connsiteX118263" y="connsiteY118263"/>
              </a:cxn>
              <a:cxn ang="0">
                <a:pos x="connsiteX118264" y="connsiteY118264"/>
              </a:cxn>
              <a:cxn ang="0">
                <a:pos x="connsiteX118265" y="connsiteY118265"/>
              </a:cxn>
              <a:cxn ang="0">
                <a:pos x="connsiteX118266" y="connsiteY118266"/>
              </a:cxn>
              <a:cxn ang="0">
                <a:pos x="connsiteX118267" y="connsiteY118267"/>
              </a:cxn>
              <a:cxn ang="0">
                <a:pos x="connsiteX118268" y="connsiteY118268"/>
              </a:cxn>
              <a:cxn ang="0">
                <a:pos x="connsiteX118269" y="connsiteY118269"/>
              </a:cxn>
              <a:cxn ang="0">
                <a:pos x="connsiteX118270" y="connsiteY118270"/>
              </a:cxn>
              <a:cxn ang="0">
                <a:pos x="connsiteX118271" y="connsiteY118271"/>
              </a:cxn>
              <a:cxn ang="0">
                <a:pos x="connsiteX118272" y="connsiteY118272"/>
              </a:cxn>
              <a:cxn ang="0">
                <a:pos x="connsiteX118273" y="connsiteY118273"/>
              </a:cxn>
              <a:cxn ang="0">
                <a:pos x="connsiteX118274" y="connsiteY118274"/>
              </a:cxn>
              <a:cxn ang="0">
                <a:pos x="connsiteX118275" y="connsiteY118275"/>
              </a:cxn>
              <a:cxn ang="0">
                <a:pos x="connsiteX118276" y="connsiteY118276"/>
              </a:cxn>
              <a:cxn ang="0">
                <a:pos x="connsiteX118277" y="connsiteY118277"/>
              </a:cxn>
              <a:cxn ang="0">
                <a:pos x="connsiteX118278" y="connsiteY118278"/>
              </a:cxn>
              <a:cxn ang="0">
                <a:pos x="connsiteX118279" y="connsiteY118279"/>
              </a:cxn>
              <a:cxn ang="0">
                <a:pos x="connsiteX118280" y="connsiteY118280"/>
              </a:cxn>
              <a:cxn ang="0">
                <a:pos x="connsiteX118281" y="connsiteY118281"/>
              </a:cxn>
              <a:cxn ang="0">
                <a:pos x="connsiteX118282" y="connsiteY118282"/>
              </a:cxn>
              <a:cxn ang="0">
                <a:pos x="connsiteX118283" y="connsiteY118283"/>
              </a:cxn>
              <a:cxn ang="0">
                <a:pos x="connsiteX118284" y="connsiteY118284"/>
              </a:cxn>
              <a:cxn ang="0">
                <a:pos x="connsiteX118285" y="connsiteY118285"/>
              </a:cxn>
              <a:cxn ang="0">
                <a:pos x="connsiteX118286" y="connsiteY118286"/>
              </a:cxn>
              <a:cxn ang="0">
                <a:pos x="connsiteX118287" y="connsiteY118287"/>
              </a:cxn>
              <a:cxn ang="0">
                <a:pos x="connsiteX118288" y="connsiteY118288"/>
              </a:cxn>
              <a:cxn ang="0">
                <a:pos x="connsiteX118289" y="connsiteY118289"/>
              </a:cxn>
              <a:cxn ang="0">
                <a:pos x="connsiteX118290" y="connsiteY118290"/>
              </a:cxn>
              <a:cxn ang="0">
                <a:pos x="connsiteX118291" y="connsiteY118291"/>
              </a:cxn>
              <a:cxn ang="0">
                <a:pos x="connsiteX118292" y="connsiteY118292"/>
              </a:cxn>
              <a:cxn ang="0">
                <a:pos x="connsiteX118293" y="connsiteY118293"/>
              </a:cxn>
              <a:cxn ang="0">
                <a:pos x="connsiteX118294" y="connsiteY118294"/>
              </a:cxn>
              <a:cxn ang="0">
                <a:pos x="connsiteX118295" y="connsiteY118295"/>
              </a:cxn>
              <a:cxn ang="0">
                <a:pos x="connsiteX118296" y="connsiteY118296"/>
              </a:cxn>
              <a:cxn ang="0">
                <a:pos x="connsiteX118297" y="connsiteY118297"/>
              </a:cxn>
              <a:cxn ang="0">
                <a:pos x="connsiteX118298" y="connsiteY118298"/>
              </a:cxn>
              <a:cxn ang="0">
                <a:pos x="connsiteX118299" y="connsiteY118299"/>
              </a:cxn>
              <a:cxn ang="0">
                <a:pos x="connsiteX118300" y="connsiteY118300"/>
              </a:cxn>
              <a:cxn ang="0">
                <a:pos x="connsiteX118301" y="connsiteY118301"/>
              </a:cxn>
              <a:cxn ang="0">
                <a:pos x="connsiteX118302" y="connsiteY118302"/>
              </a:cxn>
              <a:cxn ang="0">
                <a:pos x="connsiteX118303" y="connsiteY118303"/>
              </a:cxn>
              <a:cxn ang="0">
                <a:pos x="connsiteX118304" y="connsiteY118304"/>
              </a:cxn>
              <a:cxn ang="0">
                <a:pos x="connsiteX118305" y="connsiteY118305"/>
              </a:cxn>
              <a:cxn ang="0">
                <a:pos x="connsiteX118306" y="connsiteY118306"/>
              </a:cxn>
              <a:cxn ang="0">
                <a:pos x="connsiteX118307" y="connsiteY118307"/>
              </a:cxn>
              <a:cxn ang="0">
                <a:pos x="connsiteX118308" y="connsiteY118308"/>
              </a:cxn>
              <a:cxn ang="0">
                <a:pos x="connsiteX118309" y="connsiteY118309"/>
              </a:cxn>
              <a:cxn ang="0">
                <a:pos x="connsiteX118310" y="connsiteY118310"/>
              </a:cxn>
              <a:cxn ang="0">
                <a:pos x="connsiteX118311" y="connsiteY118311"/>
              </a:cxn>
              <a:cxn ang="0">
                <a:pos x="connsiteX118312" y="connsiteY118312"/>
              </a:cxn>
              <a:cxn ang="0">
                <a:pos x="connsiteX118313" y="connsiteY118313"/>
              </a:cxn>
              <a:cxn ang="0">
                <a:pos x="connsiteX118314" y="connsiteY118314"/>
              </a:cxn>
              <a:cxn ang="0">
                <a:pos x="connsiteX118315" y="connsiteY118315"/>
              </a:cxn>
              <a:cxn ang="0">
                <a:pos x="connsiteX118316" y="connsiteY118316"/>
              </a:cxn>
              <a:cxn ang="0">
                <a:pos x="connsiteX118317" y="connsiteY118317"/>
              </a:cxn>
              <a:cxn ang="0">
                <a:pos x="connsiteX118318" y="connsiteY118318"/>
              </a:cxn>
              <a:cxn ang="0">
                <a:pos x="connsiteX118319" y="connsiteY118319"/>
              </a:cxn>
              <a:cxn ang="0">
                <a:pos x="connsiteX118320" y="connsiteY118320"/>
              </a:cxn>
              <a:cxn ang="0">
                <a:pos x="connsiteX118321" y="connsiteY118321"/>
              </a:cxn>
              <a:cxn ang="0">
                <a:pos x="connsiteX118322" y="connsiteY118322"/>
              </a:cxn>
              <a:cxn ang="0">
                <a:pos x="connsiteX118323" y="connsiteY118323"/>
              </a:cxn>
              <a:cxn ang="0">
                <a:pos x="connsiteX118324" y="connsiteY118324"/>
              </a:cxn>
              <a:cxn ang="0">
                <a:pos x="connsiteX118325" y="connsiteY118325"/>
              </a:cxn>
              <a:cxn ang="0">
                <a:pos x="connsiteX118326" y="connsiteY118326"/>
              </a:cxn>
              <a:cxn ang="0">
                <a:pos x="connsiteX118327" y="connsiteY118327"/>
              </a:cxn>
              <a:cxn ang="0">
                <a:pos x="connsiteX118328" y="connsiteY118328"/>
              </a:cxn>
              <a:cxn ang="0">
                <a:pos x="connsiteX118329" y="connsiteY118329"/>
              </a:cxn>
              <a:cxn ang="0">
                <a:pos x="connsiteX118330" y="connsiteY118330"/>
              </a:cxn>
              <a:cxn ang="0">
                <a:pos x="connsiteX118331" y="connsiteY118331"/>
              </a:cxn>
              <a:cxn ang="0">
                <a:pos x="connsiteX118332" y="connsiteY118332"/>
              </a:cxn>
              <a:cxn ang="0">
                <a:pos x="connsiteX118333" y="connsiteY118333"/>
              </a:cxn>
              <a:cxn ang="0">
                <a:pos x="connsiteX118334" y="connsiteY118334"/>
              </a:cxn>
              <a:cxn ang="0">
                <a:pos x="connsiteX118335" y="connsiteY118335"/>
              </a:cxn>
              <a:cxn ang="0">
                <a:pos x="connsiteX118336" y="connsiteY118336"/>
              </a:cxn>
              <a:cxn ang="0">
                <a:pos x="connsiteX118337" y="connsiteY118337"/>
              </a:cxn>
              <a:cxn ang="0">
                <a:pos x="connsiteX118338" y="connsiteY118338"/>
              </a:cxn>
              <a:cxn ang="0">
                <a:pos x="connsiteX118339" y="connsiteY118339"/>
              </a:cxn>
              <a:cxn ang="0">
                <a:pos x="connsiteX118340" y="connsiteY118340"/>
              </a:cxn>
              <a:cxn ang="0">
                <a:pos x="connsiteX118341" y="connsiteY118341"/>
              </a:cxn>
              <a:cxn ang="0">
                <a:pos x="connsiteX118342" y="connsiteY118342"/>
              </a:cxn>
              <a:cxn ang="0">
                <a:pos x="connsiteX118343" y="connsiteY118343"/>
              </a:cxn>
              <a:cxn ang="0">
                <a:pos x="connsiteX118344" y="connsiteY118344"/>
              </a:cxn>
              <a:cxn ang="0">
                <a:pos x="connsiteX118345" y="connsiteY118345"/>
              </a:cxn>
              <a:cxn ang="0">
                <a:pos x="connsiteX118346" y="connsiteY118346"/>
              </a:cxn>
              <a:cxn ang="0">
                <a:pos x="connsiteX118347" y="connsiteY118347"/>
              </a:cxn>
              <a:cxn ang="0">
                <a:pos x="connsiteX118348" y="connsiteY118348"/>
              </a:cxn>
              <a:cxn ang="0">
                <a:pos x="connsiteX118349" y="connsiteY118349"/>
              </a:cxn>
              <a:cxn ang="0">
                <a:pos x="connsiteX118350" y="connsiteY118350"/>
              </a:cxn>
              <a:cxn ang="0">
                <a:pos x="connsiteX118351" y="connsiteY118351"/>
              </a:cxn>
              <a:cxn ang="0">
                <a:pos x="connsiteX118352" y="connsiteY118352"/>
              </a:cxn>
              <a:cxn ang="0">
                <a:pos x="connsiteX118353" y="connsiteY118353"/>
              </a:cxn>
              <a:cxn ang="0">
                <a:pos x="connsiteX118354" y="connsiteY118354"/>
              </a:cxn>
              <a:cxn ang="0">
                <a:pos x="connsiteX118355" y="connsiteY118355"/>
              </a:cxn>
              <a:cxn ang="0">
                <a:pos x="connsiteX118356" y="connsiteY118356"/>
              </a:cxn>
              <a:cxn ang="0">
                <a:pos x="connsiteX118357" y="connsiteY118357"/>
              </a:cxn>
              <a:cxn ang="0">
                <a:pos x="connsiteX118358" y="connsiteY118358"/>
              </a:cxn>
              <a:cxn ang="0">
                <a:pos x="connsiteX118359" y="connsiteY118359"/>
              </a:cxn>
              <a:cxn ang="0">
                <a:pos x="connsiteX118360" y="connsiteY118360"/>
              </a:cxn>
              <a:cxn ang="0">
                <a:pos x="connsiteX118361" y="connsiteY118361"/>
              </a:cxn>
              <a:cxn ang="0">
                <a:pos x="connsiteX118362" y="connsiteY118362"/>
              </a:cxn>
              <a:cxn ang="0">
                <a:pos x="connsiteX118363" y="connsiteY118363"/>
              </a:cxn>
              <a:cxn ang="0">
                <a:pos x="connsiteX118364" y="connsiteY118364"/>
              </a:cxn>
              <a:cxn ang="0">
                <a:pos x="connsiteX118365" y="connsiteY118365"/>
              </a:cxn>
              <a:cxn ang="0">
                <a:pos x="connsiteX118366" y="connsiteY118366"/>
              </a:cxn>
              <a:cxn ang="0">
                <a:pos x="connsiteX118367" y="connsiteY118367"/>
              </a:cxn>
              <a:cxn ang="0">
                <a:pos x="connsiteX118368" y="connsiteY118368"/>
              </a:cxn>
              <a:cxn ang="0">
                <a:pos x="connsiteX118369" y="connsiteY118369"/>
              </a:cxn>
              <a:cxn ang="0">
                <a:pos x="connsiteX118370" y="connsiteY118370"/>
              </a:cxn>
              <a:cxn ang="0">
                <a:pos x="connsiteX118371" y="connsiteY118371"/>
              </a:cxn>
              <a:cxn ang="0">
                <a:pos x="connsiteX118372" y="connsiteY118372"/>
              </a:cxn>
              <a:cxn ang="0">
                <a:pos x="connsiteX118373" y="connsiteY118373"/>
              </a:cxn>
              <a:cxn ang="0">
                <a:pos x="connsiteX118374" y="connsiteY118374"/>
              </a:cxn>
              <a:cxn ang="0">
                <a:pos x="connsiteX118375" y="connsiteY118375"/>
              </a:cxn>
              <a:cxn ang="0">
                <a:pos x="connsiteX118376" y="connsiteY118376"/>
              </a:cxn>
              <a:cxn ang="0">
                <a:pos x="connsiteX118377" y="connsiteY118377"/>
              </a:cxn>
              <a:cxn ang="0">
                <a:pos x="connsiteX118378" y="connsiteY118378"/>
              </a:cxn>
              <a:cxn ang="0">
                <a:pos x="connsiteX118379" y="connsiteY118379"/>
              </a:cxn>
              <a:cxn ang="0">
                <a:pos x="connsiteX118380" y="connsiteY118380"/>
              </a:cxn>
              <a:cxn ang="0">
                <a:pos x="connsiteX118381" y="connsiteY118381"/>
              </a:cxn>
              <a:cxn ang="0">
                <a:pos x="connsiteX118382" y="connsiteY118382"/>
              </a:cxn>
              <a:cxn ang="0">
                <a:pos x="connsiteX118383" y="connsiteY118383"/>
              </a:cxn>
              <a:cxn ang="0">
                <a:pos x="connsiteX118384" y="connsiteY118384"/>
              </a:cxn>
              <a:cxn ang="0">
                <a:pos x="connsiteX118385" y="connsiteY118385"/>
              </a:cxn>
              <a:cxn ang="0">
                <a:pos x="connsiteX118386" y="connsiteY118386"/>
              </a:cxn>
              <a:cxn ang="0">
                <a:pos x="connsiteX118387" y="connsiteY118387"/>
              </a:cxn>
              <a:cxn ang="0">
                <a:pos x="connsiteX118388" y="connsiteY118388"/>
              </a:cxn>
              <a:cxn ang="0">
                <a:pos x="connsiteX118389" y="connsiteY118389"/>
              </a:cxn>
              <a:cxn ang="0">
                <a:pos x="connsiteX118390" y="connsiteY118390"/>
              </a:cxn>
              <a:cxn ang="0">
                <a:pos x="connsiteX118391" y="connsiteY118391"/>
              </a:cxn>
              <a:cxn ang="0">
                <a:pos x="connsiteX118392" y="connsiteY118392"/>
              </a:cxn>
              <a:cxn ang="0">
                <a:pos x="connsiteX118393" y="connsiteY118393"/>
              </a:cxn>
              <a:cxn ang="0">
                <a:pos x="connsiteX118394" y="connsiteY118394"/>
              </a:cxn>
              <a:cxn ang="0">
                <a:pos x="connsiteX118395" y="connsiteY118395"/>
              </a:cxn>
              <a:cxn ang="0">
                <a:pos x="connsiteX118396" y="connsiteY118396"/>
              </a:cxn>
              <a:cxn ang="0">
                <a:pos x="connsiteX118397" y="connsiteY118397"/>
              </a:cxn>
              <a:cxn ang="0">
                <a:pos x="connsiteX118398" y="connsiteY118398"/>
              </a:cxn>
              <a:cxn ang="0">
                <a:pos x="connsiteX118399" y="connsiteY118399"/>
              </a:cxn>
              <a:cxn ang="0">
                <a:pos x="connsiteX118400" y="connsiteY118400"/>
              </a:cxn>
              <a:cxn ang="0">
                <a:pos x="connsiteX118401" y="connsiteY118401"/>
              </a:cxn>
              <a:cxn ang="0">
                <a:pos x="connsiteX118402" y="connsiteY118402"/>
              </a:cxn>
              <a:cxn ang="0">
                <a:pos x="connsiteX118403" y="connsiteY118403"/>
              </a:cxn>
              <a:cxn ang="0">
                <a:pos x="connsiteX118404" y="connsiteY118404"/>
              </a:cxn>
              <a:cxn ang="0">
                <a:pos x="connsiteX118405" y="connsiteY118405"/>
              </a:cxn>
              <a:cxn ang="0">
                <a:pos x="connsiteX118406" y="connsiteY118406"/>
              </a:cxn>
              <a:cxn ang="0">
                <a:pos x="connsiteX118407" y="connsiteY118407"/>
              </a:cxn>
              <a:cxn ang="0">
                <a:pos x="connsiteX118408" y="connsiteY118408"/>
              </a:cxn>
              <a:cxn ang="0">
                <a:pos x="connsiteX118409" y="connsiteY118409"/>
              </a:cxn>
              <a:cxn ang="0">
                <a:pos x="connsiteX118410" y="connsiteY118410"/>
              </a:cxn>
              <a:cxn ang="0">
                <a:pos x="connsiteX118411" y="connsiteY118411"/>
              </a:cxn>
              <a:cxn ang="0">
                <a:pos x="connsiteX118412" y="connsiteY118412"/>
              </a:cxn>
              <a:cxn ang="0">
                <a:pos x="connsiteX118413" y="connsiteY118413"/>
              </a:cxn>
              <a:cxn ang="0">
                <a:pos x="connsiteX118414" y="connsiteY118414"/>
              </a:cxn>
              <a:cxn ang="0">
                <a:pos x="connsiteX118415" y="connsiteY118415"/>
              </a:cxn>
              <a:cxn ang="0">
                <a:pos x="connsiteX118416" y="connsiteY118416"/>
              </a:cxn>
              <a:cxn ang="0">
                <a:pos x="connsiteX118417" y="connsiteY118417"/>
              </a:cxn>
              <a:cxn ang="0">
                <a:pos x="connsiteX118418" y="connsiteY118418"/>
              </a:cxn>
              <a:cxn ang="0">
                <a:pos x="connsiteX118419" y="connsiteY118419"/>
              </a:cxn>
              <a:cxn ang="0">
                <a:pos x="connsiteX118420" y="connsiteY118420"/>
              </a:cxn>
              <a:cxn ang="0">
                <a:pos x="connsiteX118421" y="connsiteY118421"/>
              </a:cxn>
              <a:cxn ang="0">
                <a:pos x="connsiteX118422" y="connsiteY118422"/>
              </a:cxn>
              <a:cxn ang="0">
                <a:pos x="connsiteX118423" y="connsiteY118423"/>
              </a:cxn>
              <a:cxn ang="0">
                <a:pos x="connsiteX118424" y="connsiteY118424"/>
              </a:cxn>
              <a:cxn ang="0">
                <a:pos x="connsiteX118425" y="connsiteY118425"/>
              </a:cxn>
              <a:cxn ang="0">
                <a:pos x="connsiteX118426" y="connsiteY118426"/>
              </a:cxn>
              <a:cxn ang="0">
                <a:pos x="connsiteX118427" y="connsiteY118427"/>
              </a:cxn>
              <a:cxn ang="0">
                <a:pos x="connsiteX118428" y="connsiteY118428"/>
              </a:cxn>
              <a:cxn ang="0">
                <a:pos x="connsiteX118429" y="connsiteY118429"/>
              </a:cxn>
              <a:cxn ang="0">
                <a:pos x="connsiteX118430" y="connsiteY118430"/>
              </a:cxn>
              <a:cxn ang="0">
                <a:pos x="connsiteX118431" y="connsiteY118431"/>
              </a:cxn>
              <a:cxn ang="0">
                <a:pos x="connsiteX118432" y="connsiteY118432"/>
              </a:cxn>
              <a:cxn ang="0">
                <a:pos x="connsiteX118433" y="connsiteY118433"/>
              </a:cxn>
              <a:cxn ang="0">
                <a:pos x="connsiteX118434" y="connsiteY118434"/>
              </a:cxn>
              <a:cxn ang="0">
                <a:pos x="connsiteX118435" y="connsiteY118435"/>
              </a:cxn>
              <a:cxn ang="0">
                <a:pos x="connsiteX118436" y="connsiteY118436"/>
              </a:cxn>
              <a:cxn ang="0">
                <a:pos x="connsiteX118437" y="connsiteY118437"/>
              </a:cxn>
              <a:cxn ang="0">
                <a:pos x="connsiteX118438" y="connsiteY118438"/>
              </a:cxn>
              <a:cxn ang="0">
                <a:pos x="connsiteX118439" y="connsiteY118439"/>
              </a:cxn>
              <a:cxn ang="0">
                <a:pos x="connsiteX118440" y="connsiteY118440"/>
              </a:cxn>
              <a:cxn ang="0">
                <a:pos x="connsiteX118441" y="connsiteY118441"/>
              </a:cxn>
              <a:cxn ang="0">
                <a:pos x="connsiteX118442" y="connsiteY118442"/>
              </a:cxn>
              <a:cxn ang="0">
                <a:pos x="connsiteX118443" y="connsiteY118443"/>
              </a:cxn>
              <a:cxn ang="0">
                <a:pos x="connsiteX118444" y="connsiteY118444"/>
              </a:cxn>
              <a:cxn ang="0">
                <a:pos x="connsiteX118445" y="connsiteY118445"/>
              </a:cxn>
              <a:cxn ang="0">
                <a:pos x="connsiteX118446" y="connsiteY118446"/>
              </a:cxn>
              <a:cxn ang="0">
                <a:pos x="connsiteX118447" y="connsiteY118447"/>
              </a:cxn>
              <a:cxn ang="0">
                <a:pos x="connsiteX118448" y="connsiteY118448"/>
              </a:cxn>
              <a:cxn ang="0">
                <a:pos x="connsiteX118449" y="connsiteY118449"/>
              </a:cxn>
              <a:cxn ang="0">
                <a:pos x="connsiteX118450" y="connsiteY118450"/>
              </a:cxn>
              <a:cxn ang="0">
                <a:pos x="connsiteX118451" y="connsiteY118451"/>
              </a:cxn>
              <a:cxn ang="0">
                <a:pos x="connsiteX118452" y="connsiteY118452"/>
              </a:cxn>
              <a:cxn ang="0">
                <a:pos x="connsiteX118453" y="connsiteY118453"/>
              </a:cxn>
              <a:cxn ang="0">
                <a:pos x="connsiteX118454" y="connsiteY118454"/>
              </a:cxn>
              <a:cxn ang="0">
                <a:pos x="connsiteX118455" y="connsiteY118455"/>
              </a:cxn>
              <a:cxn ang="0">
                <a:pos x="connsiteX118456" y="connsiteY118456"/>
              </a:cxn>
              <a:cxn ang="0">
                <a:pos x="connsiteX118457" y="connsiteY118457"/>
              </a:cxn>
              <a:cxn ang="0">
                <a:pos x="connsiteX118458" y="connsiteY118458"/>
              </a:cxn>
              <a:cxn ang="0">
                <a:pos x="connsiteX118459" y="connsiteY118459"/>
              </a:cxn>
              <a:cxn ang="0">
                <a:pos x="connsiteX118460" y="connsiteY118460"/>
              </a:cxn>
              <a:cxn ang="0">
                <a:pos x="connsiteX118461" y="connsiteY118461"/>
              </a:cxn>
              <a:cxn ang="0">
                <a:pos x="connsiteX118462" y="connsiteY118462"/>
              </a:cxn>
              <a:cxn ang="0">
                <a:pos x="connsiteX118463" y="connsiteY118463"/>
              </a:cxn>
              <a:cxn ang="0">
                <a:pos x="connsiteX118464" y="connsiteY118464"/>
              </a:cxn>
              <a:cxn ang="0">
                <a:pos x="connsiteX118465" y="connsiteY118465"/>
              </a:cxn>
              <a:cxn ang="0">
                <a:pos x="connsiteX118466" y="connsiteY118466"/>
              </a:cxn>
              <a:cxn ang="0">
                <a:pos x="connsiteX118467" y="connsiteY118467"/>
              </a:cxn>
              <a:cxn ang="0">
                <a:pos x="connsiteX118468" y="connsiteY118468"/>
              </a:cxn>
              <a:cxn ang="0">
                <a:pos x="connsiteX118469" y="connsiteY118469"/>
              </a:cxn>
              <a:cxn ang="0">
                <a:pos x="connsiteX118470" y="connsiteY118470"/>
              </a:cxn>
              <a:cxn ang="0">
                <a:pos x="connsiteX118471" y="connsiteY118471"/>
              </a:cxn>
              <a:cxn ang="0">
                <a:pos x="connsiteX118472" y="connsiteY118472"/>
              </a:cxn>
              <a:cxn ang="0">
                <a:pos x="connsiteX118473" y="connsiteY118473"/>
              </a:cxn>
              <a:cxn ang="0">
                <a:pos x="connsiteX118474" y="connsiteY118474"/>
              </a:cxn>
              <a:cxn ang="0">
                <a:pos x="connsiteX118475" y="connsiteY118475"/>
              </a:cxn>
              <a:cxn ang="0">
                <a:pos x="connsiteX118476" y="connsiteY118476"/>
              </a:cxn>
              <a:cxn ang="0">
                <a:pos x="connsiteX118477" y="connsiteY118477"/>
              </a:cxn>
              <a:cxn ang="0">
                <a:pos x="connsiteX118478" y="connsiteY118478"/>
              </a:cxn>
              <a:cxn ang="0">
                <a:pos x="connsiteX118479" y="connsiteY118479"/>
              </a:cxn>
              <a:cxn ang="0">
                <a:pos x="connsiteX118480" y="connsiteY118480"/>
              </a:cxn>
              <a:cxn ang="0">
                <a:pos x="connsiteX118481" y="connsiteY118481"/>
              </a:cxn>
              <a:cxn ang="0">
                <a:pos x="connsiteX118482" y="connsiteY118482"/>
              </a:cxn>
              <a:cxn ang="0">
                <a:pos x="connsiteX118483" y="connsiteY118483"/>
              </a:cxn>
              <a:cxn ang="0">
                <a:pos x="connsiteX118484" y="connsiteY118484"/>
              </a:cxn>
              <a:cxn ang="0">
                <a:pos x="connsiteX118485" y="connsiteY118485"/>
              </a:cxn>
              <a:cxn ang="0">
                <a:pos x="connsiteX118486" y="connsiteY118486"/>
              </a:cxn>
              <a:cxn ang="0">
                <a:pos x="connsiteX118487" y="connsiteY118487"/>
              </a:cxn>
              <a:cxn ang="0">
                <a:pos x="connsiteX118488" y="connsiteY118488"/>
              </a:cxn>
              <a:cxn ang="0">
                <a:pos x="connsiteX118489" y="connsiteY118489"/>
              </a:cxn>
              <a:cxn ang="0">
                <a:pos x="connsiteX118490" y="connsiteY118490"/>
              </a:cxn>
              <a:cxn ang="0">
                <a:pos x="connsiteX118491" y="connsiteY118491"/>
              </a:cxn>
              <a:cxn ang="0">
                <a:pos x="connsiteX118492" y="connsiteY118492"/>
              </a:cxn>
              <a:cxn ang="0">
                <a:pos x="connsiteX118493" y="connsiteY118493"/>
              </a:cxn>
              <a:cxn ang="0">
                <a:pos x="connsiteX118494" y="connsiteY118494"/>
              </a:cxn>
              <a:cxn ang="0">
                <a:pos x="connsiteX118495" y="connsiteY118495"/>
              </a:cxn>
              <a:cxn ang="0">
                <a:pos x="connsiteX118496" y="connsiteY118496"/>
              </a:cxn>
              <a:cxn ang="0">
                <a:pos x="connsiteX118497" y="connsiteY118497"/>
              </a:cxn>
              <a:cxn ang="0">
                <a:pos x="connsiteX118498" y="connsiteY118498"/>
              </a:cxn>
              <a:cxn ang="0">
                <a:pos x="connsiteX118499" y="connsiteY118499"/>
              </a:cxn>
              <a:cxn ang="0">
                <a:pos x="connsiteX118500" y="connsiteY118500"/>
              </a:cxn>
              <a:cxn ang="0">
                <a:pos x="connsiteX118501" y="connsiteY118501"/>
              </a:cxn>
              <a:cxn ang="0">
                <a:pos x="connsiteX118502" y="connsiteY118502"/>
              </a:cxn>
              <a:cxn ang="0">
                <a:pos x="connsiteX118503" y="connsiteY118503"/>
              </a:cxn>
              <a:cxn ang="0">
                <a:pos x="connsiteX118504" y="connsiteY118504"/>
              </a:cxn>
              <a:cxn ang="0">
                <a:pos x="connsiteX118505" y="connsiteY118505"/>
              </a:cxn>
              <a:cxn ang="0">
                <a:pos x="connsiteX118506" y="connsiteY118506"/>
              </a:cxn>
              <a:cxn ang="0">
                <a:pos x="connsiteX118507" y="connsiteY118507"/>
              </a:cxn>
              <a:cxn ang="0">
                <a:pos x="connsiteX118508" y="connsiteY118508"/>
              </a:cxn>
              <a:cxn ang="0">
                <a:pos x="connsiteX118509" y="connsiteY118509"/>
              </a:cxn>
              <a:cxn ang="0">
                <a:pos x="connsiteX118510" y="connsiteY118510"/>
              </a:cxn>
              <a:cxn ang="0">
                <a:pos x="connsiteX118511" y="connsiteY118511"/>
              </a:cxn>
              <a:cxn ang="0">
                <a:pos x="connsiteX118512" y="connsiteY118512"/>
              </a:cxn>
              <a:cxn ang="0">
                <a:pos x="connsiteX118513" y="connsiteY118513"/>
              </a:cxn>
              <a:cxn ang="0">
                <a:pos x="connsiteX118514" y="connsiteY118514"/>
              </a:cxn>
              <a:cxn ang="0">
                <a:pos x="connsiteX118515" y="connsiteY118515"/>
              </a:cxn>
              <a:cxn ang="0">
                <a:pos x="connsiteX118516" y="connsiteY118516"/>
              </a:cxn>
              <a:cxn ang="0">
                <a:pos x="connsiteX118517" y="connsiteY118517"/>
              </a:cxn>
              <a:cxn ang="0">
                <a:pos x="connsiteX118518" y="connsiteY118518"/>
              </a:cxn>
              <a:cxn ang="0">
                <a:pos x="connsiteX118519" y="connsiteY118519"/>
              </a:cxn>
              <a:cxn ang="0">
                <a:pos x="connsiteX118520" y="connsiteY118520"/>
              </a:cxn>
              <a:cxn ang="0">
                <a:pos x="connsiteX118521" y="connsiteY118521"/>
              </a:cxn>
              <a:cxn ang="0">
                <a:pos x="connsiteX118522" y="connsiteY118522"/>
              </a:cxn>
              <a:cxn ang="0">
                <a:pos x="connsiteX118523" y="connsiteY118523"/>
              </a:cxn>
              <a:cxn ang="0">
                <a:pos x="connsiteX118524" y="connsiteY118524"/>
              </a:cxn>
              <a:cxn ang="0">
                <a:pos x="connsiteX118525" y="connsiteY118525"/>
              </a:cxn>
              <a:cxn ang="0">
                <a:pos x="connsiteX118526" y="connsiteY118526"/>
              </a:cxn>
              <a:cxn ang="0">
                <a:pos x="connsiteX118527" y="connsiteY118527"/>
              </a:cxn>
              <a:cxn ang="0">
                <a:pos x="connsiteX118528" y="connsiteY118528"/>
              </a:cxn>
              <a:cxn ang="0">
                <a:pos x="connsiteX118529" y="connsiteY118529"/>
              </a:cxn>
              <a:cxn ang="0">
                <a:pos x="connsiteX118530" y="connsiteY118530"/>
              </a:cxn>
              <a:cxn ang="0">
                <a:pos x="connsiteX118531" y="connsiteY118531"/>
              </a:cxn>
              <a:cxn ang="0">
                <a:pos x="connsiteX118532" y="connsiteY118532"/>
              </a:cxn>
              <a:cxn ang="0">
                <a:pos x="connsiteX118533" y="connsiteY118533"/>
              </a:cxn>
              <a:cxn ang="0">
                <a:pos x="connsiteX118534" y="connsiteY118534"/>
              </a:cxn>
              <a:cxn ang="0">
                <a:pos x="connsiteX118535" y="connsiteY118535"/>
              </a:cxn>
              <a:cxn ang="0">
                <a:pos x="connsiteX118536" y="connsiteY118536"/>
              </a:cxn>
              <a:cxn ang="0">
                <a:pos x="connsiteX118537" y="connsiteY118537"/>
              </a:cxn>
              <a:cxn ang="0">
                <a:pos x="connsiteX118538" y="connsiteY118538"/>
              </a:cxn>
              <a:cxn ang="0">
                <a:pos x="connsiteX118539" y="connsiteY118539"/>
              </a:cxn>
              <a:cxn ang="0">
                <a:pos x="connsiteX118540" y="connsiteY118540"/>
              </a:cxn>
              <a:cxn ang="0">
                <a:pos x="connsiteX118541" y="connsiteY118541"/>
              </a:cxn>
              <a:cxn ang="0">
                <a:pos x="connsiteX118542" y="connsiteY118542"/>
              </a:cxn>
              <a:cxn ang="0">
                <a:pos x="connsiteX118543" y="connsiteY118543"/>
              </a:cxn>
              <a:cxn ang="0">
                <a:pos x="connsiteX118544" y="connsiteY118544"/>
              </a:cxn>
              <a:cxn ang="0">
                <a:pos x="connsiteX118545" y="connsiteY118545"/>
              </a:cxn>
              <a:cxn ang="0">
                <a:pos x="connsiteX118546" y="connsiteY118546"/>
              </a:cxn>
              <a:cxn ang="0">
                <a:pos x="connsiteX118547" y="connsiteY118547"/>
              </a:cxn>
              <a:cxn ang="0">
                <a:pos x="connsiteX118548" y="connsiteY118548"/>
              </a:cxn>
              <a:cxn ang="0">
                <a:pos x="connsiteX118549" y="connsiteY118549"/>
              </a:cxn>
              <a:cxn ang="0">
                <a:pos x="connsiteX118550" y="connsiteY118550"/>
              </a:cxn>
              <a:cxn ang="0">
                <a:pos x="connsiteX118551" y="connsiteY118551"/>
              </a:cxn>
              <a:cxn ang="0">
                <a:pos x="connsiteX118552" y="connsiteY118552"/>
              </a:cxn>
              <a:cxn ang="0">
                <a:pos x="connsiteX118553" y="connsiteY118553"/>
              </a:cxn>
              <a:cxn ang="0">
                <a:pos x="connsiteX118554" y="connsiteY118554"/>
              </a:cxn>
              <a:cxn ang="0">
                <a:pos x="connsiteX118555" y="connsiteY118555"/>
              </a:cxn>
              <a:cxn ang="0">
                <a:pos x="connsiteX118556" y="connsiteY118556"/>
              </a:cxn>
              <a:cxn ang="0">
                <a:pos x="connsiteX118557" y="connsiteY118557"/>
              </a:cxn>
              <a:cxn ang="0">
                <a:pos x="connsiteX118558" y="connsiteY118558"/>
              </a:cxn>
              <a:cxn ang="0">
                <a:pos x="connsiteX118559" y="connsiteY118559"/>
              </a:cxn>
              <a:cxn ang="0">
                <a:pos x="connsiteX118560" y="connsiteY118560"/>
              </a:cxn>
              <a:cxn ang="0">
                <a:pos x="connsiteX118561" y="connsiteY118561"/>
              </a:cxn>
              <a:cxn ang="0">
                <a:pos x="connsiteX118562" y="connsiteY118562"/>
              </a:cxn>
              <a:cxn ang="0">
                <a:pos x="connsiteX118563" y="connsiteY118563"/>
              </a:cxn>
              <a:cxn ang="0">
                <a:pos x="connsiteX118564" y="connsiteY118564"/>
              </a:cxn>
              <a:cxn ang="0">
                <a:pos x="connsiteX118565" y="connsiteY118565"/>
              </a:cxn>
              <a:cxn ang="0">
                <a:pos x="connsiteX118566" y="connsiteY118566"/>
              </a:cxn>
              <a:cxn ang="0">
                <a:pos x="connsiteX118567" y="connsiteY118567"/>
              </a:cxn>
              <a:cxn ang="0">
                <a:pos x="connsiteX118568" y="connsiteY118568"/>
              </a:cxn>
              <a:cxn ang="0">
                <a:pos x="connsiteX118569" y="connsiteY118569"/>
              </a:cxn>
              <a:cxn ang="0">
                <a:pos x="connsiteX118570" y="connsiteY118570"/>
              </a:cxn>
              <a:cxn ang="0">
                <a:pos x="connsiteX118571" y="connsiteY118571"/>
              </a:cxn>
              <a:cxn ang="0">
                <a:pos x="connsiteX118572" y="connsiteY118572"/>
              </a:cxn>
              <a:cxn ang="0">
                <a:pos x="connsiteX118573" y="connsiteY118573"/>
              </a:cxn>
              <a:cxn ang="0">
                <a:pos x="connsiteX118574" y="connsiteY118574"/>
              </a:cxn>
              <a:cxn ang="0">
                <a:pos x="connsiteX118575" y="connsiteY118575"/>
              </a:cxn>
              <a:cxn ang="0">
                <a:pos x="connsiteX118576" y="connsiteY118576"/>
              </a:cxn>
              <a:cxn ang="0">
                <a:pos x="connsiteX118577" y="connsiteY118577"/>
              </a:cxn>
              <a:cxn ang="0">
                <a:pos x="connsiteX118578" y="connsiteY118578"/>
              </a:cxn>
              <a:cxn ang="0">
                <a:pos x="connsiteX118579" y="connsiteY118579"/>
              </a:cxn>
              <a:cxn ang="0">
                <a:pos x="connsiteX118580" y="connsiteY118580"/>
              </a:cxn>
              <a:cxn ang="0">
                <a:pos x="connsiteX118581" y="connsiteY118581"/>
              </a:cxn>
              <a:cxn ang="0">
                <a:pos x="connsiteX118582" y="connsiteY118582"/>
              </a:cxn>
              <a:cxn ang="0">
                <a:pos x="connsiteX118583" y="connsiteY118583"/>
              </a:cxn>
              <a:cxn ang="0">
                <a:pos x="connsiteX118584" y="connsiteY118584"/>
              </a:cxn>
              <a:cxn ang="0">
                <a:pos x="connsiteX118585" y="connsiteY118585"/>
              </a:cxn>
              <a:cxn ang="0">
                <a:pos x="connsiteX118586" y="connsiteY118586"/>
              </a:cxn>
              <a:cxn ang="0">
                <a:pos x="connsiteX118587" y="connsiteY118587"/>
              </a:cxn>
              <a:cxn ang="0">
                <a:pos x="connsiteX118588" y="connsiteY118588"/>
              </a:cxn>
              <a:cxn ang="0">
                <a:pos x="connsiteX118589" y="connsiteY118589"/>
              </a:cxn>
              <a:cxn ang="0">
                <a:pos x="connsiteX118590" y="connsiteY118590"/>
              </a:cxn>
              <a:cxn ang="0">
                <a:pos x="connsiteX118591" y="connsiteY118591"/>
              </a:cxn>
              <a:cxn ang="0">
                <a:pos x="connsiteX118592" y="connsiteY118592"/>
              </a:cxn>
              <a:cxn ang="0">
                <a:pos x="connsiteX118593" y="connsiteY118593"/>
              </a:cxn>
              <a:cxn ang="0">
                <a:pos x="connsiteX118594" y="connsiteY118594"/>
              </a:cxn>
              <a:cxn ang="0">
                <a:pos x="connsiteX118595" y="connsiteY118595"/>
              </a:cxn>
              <a:cxn ang="0">
                <a:pos x="connsiteX118596" y="connsiteY118596"/>
              </a:cxn>
              <a:cxn ang="0">
                <a:pos x="connsiteX118597" y="connsiteY118597"/>
              </a:cxn>
              <a:cxn ang="0">
                <a:pos x="connsiteX118598" y="connsiteY118598"/>
              </a:cxn>
              <a:cxn ang="0">
                <a:pos x="connsiteX118599" y="connsiteY118599"/>
              </a:cxn>
              <a:cxn ang="0">
                <a:pos x="connsiteX118600" y="connsiteY118600"/>
              </a:cxn>
              <a:cxn ang="0">
                <a:pos x="connsiteX118601" y="connsiteY118601"/>
              </a:cxn>
              <a:cxn ang="0">
                <a:pos x="connsiteX118602" y="connsiteY118602"/>
              </a:cxn>
              <a:cxn ang="0">
                <a:pos x="connsiteX118603" y="connsiteY118603"/>
              </a:cxn>
              <a:cxn ang="0">
                <a:pos x="connsiteX118604" y="connsiteY118604"/>
              </a:cxn>
              <a:cxn ang="0">
                <a:pos x="connsiteX118605" y="connsiteY118605"/>
              </a:cxn>
              <a:cxn ang="0">
                <a:pos x="connsiteX118606" y="connsiteY118606"/>
              </a:cxn>
              <a:cxn ang="0">
                <a:pos x="connsiteX118607" y="connsiteY118607"/>
              </a:cxn>
              <a:cxn ang="0">
                <a:pos x="connsiteX118608" y="connsiteY118608"/>
              </a:cxn>
              <a:cxn ang="0">
                <a:pos x="connsiteX118609" y="connsiteY118609"/>
              </a:cxn>
              <a:cxn ang="0">
                <a:pos x="connsiteX118610" y="connsiteY118610"/>
              </a:cxn>
              <a:cxn ang="0">
                <a:pos x="connsiteX118611" y="connsiteY118611"/>
              </a:cxn>
              <a:cxn ang="0">
                <a:pos x="connsiteX118612" y="connsiteY118612"/>
              </a:cxn>
              <a:cxn ang="0">
                <a:pos x="connsiteX118613" y="connsiteY118613"/>
              </a:cxn>
              <a:cxn ang="0">
                <a:pos x="connsiteX118614" y="connsiteY118614"/>
              </a:cxn>
              <a:cxn ang="0">
                <a:pos x="connsiteX118615" y="connsiteY118615"/>
              </a:cxn>
              <a:cxn ang="0">
                <a:pos x="connsiteX118616" y="connsiteY118616"/>
              </a:cxn>
              <a:cxn ang="0">
                <a:pos x="connsiteX118617" y="connsiteY118617"/>
              </a:cxn>
              <a:cxn ang="0">
                <a:pos x="connsiteX118618" y="connsiteY118618"/>
              </a:cxn>
              <a:cxn ang="0">
                <a:pos x="connsiteX118619" y="connsiteY118619"/>
              </a:cxn>
              <a:cxn ang="0">
                <a:pos x="connsiteX118620" y="connsiteY118620"/>
              </a:cxn>
              <a:cxn ang="0">
                <a:pos x="connsiteX118621" y="connsiteY118621"/>
              </a:cxn>
              <a:cxn ang="0">
                <a:pos x="connsiteX118622" y="connsiteY118622"/>
              </a:cxn>
              <a:cxn ang="0">
                <a:pos x="connsiteX118623" y="connsiteY118623"/>
              </a:cxn>
              <a:cxn ang="0">
                <a:pos x="connsiteX118624" y="connsiteY118624"/>
              </a:cxn>
              <a:cxn ang="0">
                <a:pos x="connsiteX118625" y="connsiteY118625"/>
              </a:cxn>
              <a:cxn ang="0">
                <a:pos x="connsiteX118626" y="connsiteY118626"/>
              </a:cxn>
              <a:cxn ang="0">
                <a:pos x="connsiteX118627" y="connsiteY118627"/>
              </a:cxn>
              <a:cxn ang="0">
                <a:pos x="connsiteX118628" y="connsiteY118628"/>
              </a:cxn>
              <a:cxn ang="0">
                <a:pos x="connsiteX118629" y="connsiteY118629"/>
              </a:cxn>
              <a:cxn ang="0">
                <a:pos x="connsiteX118630" y="connsiteY118630"/>
              </a:cxn>
              <a:cxn ang="0">
                <a:pos x="connsiteX118631" y="connsiteY118631"/>
              </a:cxn>
              <a:cxn ang="0">
                <a:pos x="connsiteX118632" y="connsiteY118632"/>
              </a:cxn>
              <a:cxn ang="0">
                <a:pos x="connsiteX118633" y="connsiteY118633"/>
              </a:cxn>
              <a:cxn ang="0">
                <a:pos x="connsiteX118634" y="connsiteY118634"/>
              </a:cxn>
              <a:cxn ang="0">
                <a:pos x="connsiteX118635" y="connsiteY118635"/>
              </a:cxn>
              <a:cxn ang="0">
                <a:pos x="connsiteX118636" y="connsiteY118636"/>
              </a:cxn>
              <a:cxn ang="0">
                <a:pos x="connsiteX118637" y="connsiteY118637"/>
              </a:cxn>
              <a:cxn ang="0">
                <a:pos x="connsiteX118638" y="connsiteY118638"/>
              </a:cxn>
              <a:cxn ang="0">
                <a:pos x="connsiteX118639" y="connsiteY118639"/>
              </a:cxn>
              <a:cxn ang="0">
                <a:pos x="connsiteX118640" y="connsiteY118640"/>
              </a:cxn>
              <a:cxn ang="0">
                <a:pos x="connsiteX118641" y="connsiteY118641"/>
              </a:cxn>
              <a:cxn ang="0">
                <a:pos x="connsiteX118642" y="connsiteY118642"/>
              </a:cxn>
              <a:cxn ang="0">
                <a:pos x="connsiteX118643" y="connsiteY118643"/>
              </a:cxn>
              <a:cxn ang="0">
                <a:pos x="connsiteX118644" y="connsiteY118644"/>
              </a:cxn>
              <a:cxn ang="0">
                <a:pos x="connsiteX118645" y="connsiteY118645"/>
              </a:cxn>
              <a:cxn ang="0">
                <a:pos x="connsiteX118646" y="connsiteY118646"/>
              </a:cxn>
              <a:cxn ang="0">
                <a:pos x="connsiteX118647" y="connsiteY118647"/>
              </a:cxn>
              <a:cxn ang="0">
                <a:pos x="connsiteX118648" y="connsiteY118648"/>
              </a:cxn>
              <a:cxn ang="0">
                <a:pos x="connsiteX118649" y="connsiteY118649"/>
              </a:cxn>
              <a:cxn ang="0">
                <a:pos x="connsiteX118650" y="connsiteY118650"/>
              </a:cxn>
              <a:cxn ang="0">
                <a:pos x="connsiteX118651" y="connsiteY118651"/>
              </a:cxn>
              <a:cxn ang="0">
                <a:pos x="connsiteX118652" y="connsiteY118652"/>
              </a:cxn>
              <a:cxn ang="0">
                <a:pos x="connsiteX118653" y="connsiteY118653"/>
              </a:cxn>
              <a:cxn ang="0">
                <a:pos x="connsiteX118654" y="connsiteY118654"/>
              </a:cxn>
              <a:cxn ang="0">
                <a:pos x="connsiteX118655" y="connsiteY118655"/>
              </a:cxn>
              <a:cxn ang="0">
                <a:pos x="connsiteX118656" y="connsiteY118656"/>
              </a:cxn>
              <a:cxn ang="0">
                <a:pos x="connsiteX118657" y="connsiteY118657"/>
              </a:cxn>
              <a:cxn ang="0">
                <a:pos x="connsiteX118658" y="connsiteY118658"/>
              </a:cxn>
              <a:cxn ang="0">
                <a:pos x="connsiteX118659" y="connsiteY118659"/>
              </a:cxn>
              <a:cxn ang="0">
                <a:pos x="connsiteX118660" y="connsiteY118660"/>
              </a:cxn>
              <a:cxn ang="0">
                <a:pos x="connsiteX118661" y="connsiteY118661"/>
              </a:cxn>
              <a:cxn ang="0">
                <a:pos x="connsiteX118662" y="connsiteY118662"/>
              </a:cxn>
              <a:cxn ang="0">
                <a:pos x="connsiteX118663" y="connsiteY118663"/>
              </a:cxn>
              <a:cxn ang="0">
                <a:pos x="connsiteX118664" y="connsiteY118664"/>
              </a:cxn>
              <a:cxn ang="0">
                <a:pos x="connsiteX118665" y="connsiteY118665"/>
              </a:cxn>
              <a:cxn ang="0">
                <a:pos x="connsiteX118666" y="connsiteY118666"/>
              </a:cxn>
              <a:cxn ang="0">
                <a:pos x="connsiteX118667" y="connsiteY118667"/>
              </a:cxn>
              <a:cxn ang="0">
                <a:pos x="connsiteX118668" y="connsiteY118668"/>
              </a:cxn>
              <a:cxn ang="0">
                <a:pos x="connsiteX118669" y="connsiteY118669"/>
              </a:cxn>
              <a:cxn ang="0">
                <a:pos x="connsiteX118670" y="connsiteY118670"/>
              </a:cxn>
              <a:cxn ang="0">
                <a:pos x="connsiteX118671" y="connsiteY118671"/>
              </a:cxn>
              <a:cxn ang="0">
                <a:pos x="connsiteX118672" y="connsiteY118672"/>
              </a:cxn>
              <a:cxn ang="0">
                <a:pos x="connsiteX118673" y="connsiteY118673"/>
              </a:cxn>
              <a:cxn ang="0">
                <a:pos x="connsiteX118674" y="connsiteY118674"/>
              </a:cxn>
              <a:cxn ang="0">
                <a:pos x="connsiteX118675" y="connsiteY118675"/>
              </a:cxn>
              <a:cxn ang="0">
                <a:pos x="connsiteX118676" y="connsiteY118676"/>
              </a:cxn>
              <a:cxn ang="0">
                <a:pos x="connsiteX118677" y="connsiteY118677"/>
              </a:cxn>
              <a:cxn ang="0">
                <a:pos x="connsiteX118678" y="connsiteY118678"/>
              </a:cxn>
              <a:cxn ang="0">
                <a:pos x="connsiteX118679" y="connsiteY118679"/>
              </a:cxn>
              <a:cxn ang="0">
                <a:pos x="connsiteX118680" y="connsiteY118680"/>
              </a:cxn>
              <a:cxn ang="0">
                <a:pos x="connsiteX118681" y="connsiteY118681"/>
              </a:cxn>
              <a:cxn ang="0">
                <a:pos x="connsiteX118682" y="connsiteY118682"/>
              </a:cxn>
              <a:cxn ang="0">
                <a:pos x="connsiteX118683" y="connsiteY118683"/>
              </a:cxn>
              <a:cxn ang="0">
                <a:pos x="connsiteX118684" y="connsiteY118684"/>
              </a:cxn>
              <a:cxn ang="0">
                <a:pos x="connsiteX118685" y="connsiteY118685"/>
              </a:cxn>
              <a:cxn ang="0">
                <a:pos x="connsiteX118686" y="connsiteY118686"/>
              </a:cxn>
              <a:cxn ang="0">
                <a:pos x="connsiteX118687" y="connsiteY118687"/>
              </a:cxn>
              <a:cxn ang="0">
                <a:pos x="connsiteX118688" y="connsiteY118688"/>
              </a:cxn>
              <a:cxn ang="0">
                <a:pos x="connsiteX118689" y="connsiteY118689"/>
              </a:cxn>
              <a:cxn ang="0">
                <a:pos x="connsiteX118690" y="connsiteY118690"/>
              </a:cxn>
              <a:cxn ang="0">
                <a:pos x="connsiteX118691" y="connsiteY118691"/>
              </a:cxn>
              <a:cxn ang="0">
                <a:pos x="connsiteX118692" y="connsiteY118692"/>
              </a:cxn>
              <a:cxn ang="0">
                <a:pos x="connsiteX118693" y="connsiteY118693"/>
              </a:cxn>
              <a:cxn ang="0">
                <a:pos x="connsiteX118694" y="connsiteY118694"/>
              </a:cxn>
              <a:cxn ang="0">
                <a:pos x="connsiteX118695" y="connsiteY118695"/>
              </a:cxn>
              <a:cxn ang="0">
                <a:pos x="connsiteX118696" y="connsiteY118696"/>
              </a:cxn>
              <a:cxn ang="0">
                <a:pos x="connsiteX118697" y="connsiteY118697"/>
              </a:cxn>
              <a:cxn ang="0">
                <a:pos x="connsiteX118698" y="connsiteY118698"/>
              </a:cxn>
              <a:cxn ang="0">
                <a:pos x="connsiteX118699" y="connsiteY118699"/>
              </a:cxn>
              <a:cxn ang="0">
                <a:pos x="connsiteX118700" y="connsiteY118700"/>
              </a:cxn>
              <a:cxn ang="0">
                <a:pos x="connsiteX118701" y="connsiteY118701"/>
              </a:cxn>
              <a:cxn ang="0">
                <a:pos x="connsiteX118702" y="connsiteY118702"/>
              </a:cxn>
              <a:cxn ang="0">
                <a:pos x="connsiteX118703" y="connsiteY118703"/>
              </a:cxn>
              <a:cxn ang="0">
                <a:pos x="connsiteX118704" y="connsiteY118704"/>
              </a:cxn>
              <a:cxn ang="0">
                <a:pos x="connsiteX118705" y="connsiteY118705"/>
              </a:cxn>
              <a:cxn ang="0">
                <a:pos x="connsiteX118706" y="connsiteY118706"/>
              </a:cxn>
              <a:cxn ang="0">
                <a:pos x="connsiteX118707" y="connsiteY118707"/>
              </a:cxn>
              <a:cxn ang="0">
                <a:pos x="connsiteX118708" y="connsiteY118708"/>
              </a:cxn>
              <a:cxn ang="0">
                <a:pos x="connsiteX118709" y="connsiteY118709"/>
              </a:cxn>
              <a:cxn ang="0">
                <a:pos x="connsiteX118710" y="connsiteY118710"/>
              </a:cxn>
              <a:cxn ang="0">
                <a:pos x="connsiteX118711" y="connsiteY118711"/>
              </a:cxn>
              <a:cxn ang="0">
                <a:pos x="connsiteX118712" y="connsiteY118712"/>
              </a:cxn>
              <a:cxn ang="0">
                <a:pos x="connsiteX118713" y="connsiteY118713"/>
              </a:cxn>
              <a:cxn ang="0">
                <a:pos x="connsiteX118714" y="connsiteY118714"/>
              </a:cxn>
              <a:cxn ang="0">
                <a:pos x="connsiteX118715" y="connsiteY118715"/>
              </a:cxn>
              <a:cxn ang="0">
                <a:pos x="connsiteX118716" y="connsiteY118716"/>
              </a:cxn>
              <a:cxn ang="0">
                <a:pos x="connsiteX118717" y="connsiteY118717"/>
              </a:cxn>
              <a:cxn ang="0">
                <a:pos x="connsiteX118718" y="connsiteY118718"/>
              </a:cxn>
              <a:cxn ang="0">
                <a:pos x="connsiteX118719" y="connsiteY118719"/>
              </a:cxn>
              <a:cxn ang="0">
                <a:pos x="connsiteX118720" y="connsiteY118720"/>
              </a:cxn>
              <a:cxn ang="0">
                <a:pos x="connsiteX118721" y="connsiteY118721"/>
              </a:cxn>
              <a:cxn ang="0">
                <a:pos x="connsiteX118722" y="connsiteY118722"/>
              </a:cxn>
              <a:cxn ang="0">
                <a:pos x="connsiteX118723" y="connsiteY118723"/>
              </a:cxn>
              <a:cxn ang="0">
                <a:pos x="connsiteX118724" y="connsiteY118724"/>
              </a:cxn>
              <a:cxn ang="0">
                <a:pos x="connsiteX118725" y="connsiteY118725"/>
              </a:cxn>
              <a:cxn ang="0">
                <a:pos x="connsiteX118726" y="connsiteY118726"/>
              </a:cxn>
              <a:cxn ang="0">
                <a:pos x="connsiteX118727" y="connsiteY118727"/>
              </a:cxn>
              <a:cxn ang="0">
                <a:pos x="connsiteX118728" y="connsiteY118728"/>
              </a:cxn>
              <a:cxn ang="0">
                <a:pos x="connsiteX118729" y="connsiteY118729"/>
              </a:cxn>
              <a:cxn ang="0">
                <a:pos x="connsiteX118730" y="connsiteY118730"/>
              </a:cxn>
              <a:cxn ang="0">
                <a:pos x="connsiteX118731" y="connsiteY118731"/>
              </a:cxn>
              <a:cxn ang="0">
                <a:pos x="connsiteX118732" y="connsiteY118732"/>
              </a:cxn>
              <a:cxn ang="0">
                <a:pos x="connsiteX118733" y="connsiteY118733"/>
              </a:cxn>
              <a:cxn ang="0">
                <a:pos x="connsiteX118734" y="connsiteY118734"/>
              </a:cxn>
              <a:cxn ang="0">
                <a:pos x="connsiteX118735" y="connsiteY118735"/>
              </a:cxn>
              <a:cxn ang="0">
                <a:pos x="connsiteX118736" y="connsiteY118736"/>
              </a:cxn>
              <a:cxn ang="0">
                <a:pos x="connsiteX118737" y="connsiteY118737"/>
              </a:cxn>
              <a:cxn ang="0">
                <a:pos x="connsiteX118738" y="connsiteY118738"/>
              </a:cxn>
              <a:cxn ang="0">
                <a:pos x="connsiteX118739" y="connsiteY118739"/>
              </a:cxn>
              <a:cxn ang="0">
                <a:pos x="connsiteX118740" y="connsiteY118740"/>
              </a:cxn>
              <a:cxn ang="0">
                <a:pos x="connsiteX118741" y="connsiteY118741"/>
              </a:cxn>
              <a:cxn ang="0">
                <a:pos x="connsiteX118742" y="connsiteY118742"/>
              </a:cxn>
              <a:cxn ang="0">
                <a:pos x="connsiteX118743" y="connsiteY118743"/>
              </a:cxn>
              <a:cxn ang="0">
                <a:pos x="connsiteX118744" y="connsiteY118744"/>
              </a:cxn>
              <a:cxn ang="0">
                <a:pos x="connsiteX118745" y="connsiteY118745"/>
              </a:cxn>
              <a:cxn ang="0">
                <a:pos x="connsiteX118746" y="connsiteY118746"/>
              </a:cxn>
              <a:cxn ang="0">
                <a:pos x="connsiteX118747" y="connsiteY118747"/>
              </a:cxn>
              <a:cxn ang="0">
                <a:pos x="connsiteX118748" y="connsiteY118748"/>
              </a:cxn>
              <a:cxn ang="0">
                <a:pos x="connsiteX118749" y="connsiteY118749"/>
              </a:cxn>
              <a:cxn ang="0">
                <a:pos x="connsiteX118750" y="connsiteY118750"/>
              </a:cxn>
              <a:cxn ang="0">
                <a:pos x="connsiteX118751" y="connsiteY118751"/>
              </a:cxn>
              <a:cxn ang="0">
                <a:pos x="connsiteX118752" y="connsiteY118752"/>
              </a:cxn>
              <a:cxn ang="0">
                <a:pos x="connsiteX118753" y="connsiteY118753"/>
              </a:cxn>
              <a:cxn ang="0">
                <a:pos x="connsiteX118754" y="connsiteY118754"/>
              </a:cxn>
              <a:cxn ang="0">
                <a:pos x="connsiteX118755" y="connsiteY118755"/>
              </a:cxn>
              <a:cxn ang="0">
                <a:pos x="connsiteX118756" y="connsiteY118756"/>
              </a:cxn>
              <a:cxn ang="0">
                <a:pos x="connsiteX118757" y="connsiteY118757"/>
              </a:cxn>
              <a:cxn ang="0">
                <a:pos x="connsiteX118758" y="connsiteY118758"/>
              </a:cxn>
              <a:cxn ang="0">
                <a:pos x="connsiteX118759" y="connsiteY118759"/>
              </a:cxn>
              <a:cxn ang="0">
                <a:pos x="connsiteX118760" y="connsiteY118760"/>
              </a:cxn>
              <a:cxn ang="0">
                <a:pos x="connsiteX118761" y="connsiteY118761"/>
              </a:cxn>
              <a:cxn ang="0">
                <a:pos x="connsiteX118762" y="connsiteY118762"/>
              </a:cxn>
              <a:cxn ang="0">
                <a:pos x="connsiteX118763" y="connsiteY118763"/>
              </a:cxn>
              <a:cxn ang="0">
                <a:pos x="connsiteX118764" y="connsiteY118764"/>
              </a:cxn>
              <a:cxn ang="0">
                <a:pos x="connsiteX118765" y="connsiteY118765"/>
              </a:cxn>
              <a:cxn ang="0">
                <a:pos x="connsiteX118766" y="connsiteY118766"/>
              </a:cxn>
              <a:cxn ang="0">
                <a:pos x="connsiteX118767" y="connsiteY118767"/>
              </a:cxn>
              <a:cxn ang="0">
                <a:pos x="connsiteX118768" y="connsiteY118768"/>
              </a:cxn>
              <a:cxn ang="0">
                <a:pos x="connsiteX118769" y="connsiteY118769"/>
              </a:cxn>
              <a:cxn ang="0">
                <a:pos x="connsiteX118770" y="connsiteY118770"/>
              </a:cxn>
              <a:cxn ang="0">
                <a:pos x="connsiteX118771" y="connsiteY118771"/>
              </a:cxn>
              <a:cxn ang="0">
                <a:pos x="connsiteX118772" y="connsiteY118772"/>
              </a:cxn>
              <a:cxn ang="0">
                <a:pos x="connsiteX118773" y="connsiteY118773"/>
              </a:cxn>
              <a:cxn ang="0">
                <a:pos x="connsiteX118774" y="connsiteY118774"/>
              </a:cxn>
              <a:cxn ang="0">
                <a:pos x="connsiteX118775" y="connsiteY118775"/>
              </a:cxn>
              <a:cxn ang="0">
                <a:pos x="connsiteX118776" y="connsiteY118776"/>
              </a:cxn>
              <a:cxn ang="0">
                <a:pos x="connsiteX118777" y="connsiteY118777"/>
              </a:cxn>
              <a:cxn ang="0">
                <a:pos x="connsiteX118778" y="connsiteY118778"/>
              </a:cxn>
              <a:cxn ang="0">
                <a:pos x="connsiteX118779" y="connsiteY118779"/>
              </a:cxn>
              <a:cxn ang="0">
                <a:pos x="connsiteX118780" y="connsiteY118780"/>
              </a:cxn>
              <a:cxn ang="0">
                <a:pos x="connsiteX118781" y="connsiteY118781"/>
              </a:cxn>
              <a:cxn ang="0">
                <a:pos x="connsiteX118782" y="connsiteY118782"/>
              </a:cxn>
              <a:cxn ang="0">
                <a:pos x="connsiteX118783" y="connsiteY118783"/>
              </a:cxn>
              <a:cxn ang="0">
                <a:pos x="connsiteX118784" y="connsiteY118784"/>
              </a:cxn>
              <a:cxn ang="0">
                <a:pos x="connsiteX118785" y="connsiteY118785"/>
              </a:cxn>
              <a:cxn ang="0">
                <a:pos x="connsiteX118786" y="connsiteY118786"/>
              </a:cxn>
              <a:cxn ang="0">
                <a:pos x="connsiteX118787" y="connsiteY118787"/>
              </a:cxn>
              <a:cxn ang="0">
                <a:pos x="connsiteX118788" y="connsiteY118788"/>
              </a:cxn>
              <a:cxn ang="0">
                <a:pos x="connsiteX118789" y="connsiteY118789"/>
              </a:cxn>
              <a:cxn ang="0">
                <a:pos x="connsiteX118790" y="connsiteY118790"/>
              </a:cxn>
              <a:cxn ang="0">
                <a:pos x="connsiteX118791" y="connsiteY118791"/>
              </a:cxn>
              <a:cxn ang="0">
                <a:pos x="connsiteX118792" y="connsiteY118792"/>
              </a:cxn>
              <a:cxn ang="0">
                <a:pos x="connsiteX118793" y="connsiteY118793"/>
              </a:cxn>
              <a:cxn ang="0">
                <a:pos x="connsiteX118794" y="connsiteY118794"/>
              </a:cxn>
              <a:cxn ang="0">
                <a:pos x="connsiteX118795" y="connsiteY118795"/>
              </a:cxn>
              <a:cxn ang="0">
                <a:pos x="connsiteX118796" y="connsiteY118796"/>
              </a:cxn>
              <a:cxn ang="0">
                <a:pos x="connsiteX118797" y="connsiteY118797"/>
              </a:cxn>
              <a:cxn ang="0">
                <a:pos x="connsiteX118798" y="connsiteY118798"/>
              </a:cxn>
              <a:cxn ang="0">
                <a:pos x="connsiteX118799" y="connsiteY118799"/>
              </a:cxn>
              <a:cxn ang="0">
                <a:pos x="connsiteX118800" y="connsiteY118800"/>
              </a:cxn>
              <a:cxn ang="0">
                <a:pos x="connsiteX118801" y="connsiteY118801"/>
              </a:cxn>
              <a:cxn ang="0">
                <a:pos x="connsiteX118802" y="connsiteY118802"/>
              </a:cxn>
              <a:cxn ang="0">
                <a:pos x="connsiteX118803" y="connsiteY118803"/>
              </a:cxn>
              <a:cxn ang="0">
                <a:pos x="connsiteX118804" y="connsiteY118804"/>
              </a:cxn>
              <a:cxn ang="0">
                <a:pos x="connsiteX118805" y="connsiteY118805"/>
              </a:cxn>
              <a:cxn ang="0">
                <a:pos x="connsiteX118806" y="connsiteY118806"/>
              </a:cxn>
              <a:cxn ang="0">
                <a:pos x="connsiteX118807" y="connsiteY118807"/>
              </a:cxn>
              <a:cxn ang="0">
                <a:pos x="connsiteX118808" y="connsiteY118808"/>
              </a:cxn>
              <a:cxn ang="0">
                <a:pos x="connsiteX118809" y="connsiteY118809"/>
              </a:cxn>
              <a:cxn ang="0">
                <a:pos x="connsiteX118810" y="connsiteY118810"/>
              </a:cxn>
              <a:cxn ang="0">
                <a:pos x="connsiteX118811" y="connsiteY118811"/>
              </a:cxn>
              <a:cxn ang="0">
                <a:pos x="connsiteX118812" y="connsiteY118812"/>
              </a:cxn>
              <a:cxn ang="0">
                <a:pos x="connsiteX118813" y="connsiteY118813"/>
              </a:cxn>
              <a:cxn ang="0">
                <a:pos x="connsiteX118814" y="connsiteY118814"/>
              </a:cxn>
              <a:cxn ang="0">
                <a:pos x="connsiteX118815" y="connsiteY118815"/>
              </a:cxn>
              <a:cxn ang="0">
                <a:pos x="connsiteX118816" y="connsiteY118816"/>
              </a:cxn>
              <a:cxn ang="0">
                <a:pos x="connsiteX118817" y="connsiteY118817"/>
              </a:cxn>
              <a:cxn ang="0">
                <a:pos x="connsiteX118818" y="connsiteY118818"/>
              </a:cxn>
              <a:cxn ang="0">
                <a:pos x="connsiteX118819" y="connsiteY118819"/>
              </a:cxn>
              <a:cxn ang="0">
                <a:pos x="connsiteX118820" y="connsiteY118820"/>
              </a:cxn>
              <a:cxn ang="0">
                <a:pos x="connsiteX118821" y="connsiteY118821"/>
              </a:cxn>
              <a:cxn ang="0">
                <a:pos x="connsiteX118822" y="connsiteY118822"/>
              </a:cxn>
              <a:cxn ang="0">
                <a:pos x="connsiteX118823" y="connsiteY118823"/>
              </a:cxn>
              <a:cxn ang="0">
                <a:pos x="connsiteX118824" y="connsiteY118824"/>
              </a:cxn>
              <a:cxn ang="0">
                <a:pos x="connsiteX118825" y="connsiteY118825"/>
              </a:cxn>
              <a:cxn ang="0">
                <a:pos x="connsiteX118826" y="connsiteY118826"/>
              </a:cxn>
              <a:cxn ang="0">
                <a:pos x="connsiteX118827" y="connsiteY118827"/>
              </a:cxn>
              <a:cxn ang="0">
                <a:pos x="connsiteX118828" y="connsiteY118828"/>
              </a:cxn>
              <a:cxn ang="0">
                <a:pos x="connsiteX118829" y="connsiteY118829"/>
              </a:cxn>
              <a:cxn ang="0">
                <a:pos x="connsiteX118830" y="connsiteY118830"/>
              </a:cxn>
              <a:cxn ang="0">
                <a:pos x="connsiteX118831" y="connsiteY118831"/>
              </a:cxn>
              <a:cxn ang="0">
                <a:pos x="connsiteX118832" y="connsiteY118832"/>
              </a:cxn>
              <a:cxn ang="0">
                <a:pos x="connsiteX118833" y="connsiteY118833"/>
              </a:cxn>
              <a:cxn ang="0">
                <a:pos x="connsiteX118834" y="connsiteY118834"/>
              </a:cxn>
              <a:cxn ang="0">
                <a:pos x="connsiteX118835" y="connsiteY118835"/>
              </a:cxn>
              <a:cxn ang="0">
                <a:pos x="connsiteX118836" y="connsiteY118836"/>
              </a:cxn>
              <a:cxn ang="0">
                <a:pos x="connsiteX118837" y="connsiteY118837"/>
              </a:cxn>
              <a:cxn ang="0">
                <a:pos x="connsiteX118838" y="connsiteY118838"/>
              </a:cxn>
              <a:cxn ang="0">
                <a:pos x="connsiteX118839" y="connsiteY118839"/>
              </a:cxn>
              <a:cxn ang="0">
                <a:pos x="connsiteX118840" y="connsiteY118840"/>
              </a:cxn>
              <a:cxn ang="0">
                <a:pos x="connsiteX118841" y="connsiteY118841"/>
              </a:cxn>
              <a:cxn ang="0">
                <a:pos x="connsiteX118842" y="connsiteY118842"/>
              </a:cxn>
              <a:cxn ang="0">
                <a:pos x="connsiteX118843" y="connsiteY118843"/>
              </a:cxn>
              <a:cxn ang="0">
                <a:pos x="connsiteX118844" y="connsiteY118844"/>
              </a:cxn>
              <a:cxn ang="0">
                <a:pos x="connsiteX118845" y="connsiteY118845"/>
              </a:cxn>
              <a:cxn ang="0">
                <a:pos x="connsiteX118846" y="connsiteY118846"/>
              </a:cxn>
              <a:cxn ang="0">
                <a:pos x="connsiteX118847" y="connsiteY118847"/>
              </a:cxn>
              <a:cxn ang="0">
                <a:pos x="connsiteX118848" y="connsiteY118848"/>
              </a:cxn>
              <a:cxn ang="0">
                <a:pos x="connsiteX118849" y="connsiteY118849"/>
              </a:cxn>
              <a:cxn ang="0">
                <a:pos x="connsiteX118850" y="connsiteY118850"/>
              </a:cxn>
              <a:cxn ang="0">
                <a:pos x="connsiteX118851" y="connsiteY118851"/>
              </a:cxn>
              <a:cxn ang="0">
                <a:pos x="connsiteX118852" y="connsiteY118852"/>
              </a:cxn>
              <a:cxn ang="0">
                <a:pos x="connsiteX118853" y="connsiteY118853"/>
              </a:cxn>
              <a:cxn ang="0">
                <a:pos x="connsiteX118854" y="connsiteY118854"/>
              </a:cxn>
              <a:cxn ang="0">
                <a:pos x="connsiteX118855" y="connsiteY118855"/>
              </a:cxn>
              <a:cxn ang="0">
                <a:pos x="connsiteX118856" y="connsiteY118856"/>
              </a:cxn>
              <a:cxn ang="0">
                <a:pos x="connsiteX118857" y="connsiteY118857"/>
              </a:cxn>
              <a:cxn ang="0">
                <a:pos x="connsiteX118858" y="connsiteY118858"/>
              </a:cxn>
              <a:cxn ang="0">
                <a:pos x="connsiteX118859" y="connsiteY118859"/>
              </a:cxn>
              <a:cxn ang="0">
                <a:pos x="connsiteX118860" y="connsiteY118860"/>
              </a:cxn>
              <a:cxn ang="0">
                <a:pos x="connsiteX118861" y="connsiteY118861"/>
              </a:cxn>
              <a:cxn ang="0">
                <a:pos x="connsiteX118862" y="connsiteY118862"/>
              </a:cxn>
              <a:cxn ang="0">
                <a:pos x="connsiteX118863" y="connsiteY118863"/>
              </a:cxn>
              <a:cxn ang="0">
                <a:pos x="connsiteX118864" y="connsiteY118864"/>
              </a:cxn>
              <a:cxn ang="0">
                <a:pos x="connsiteX118865" y="connsiteY118865"/>
              </a:cxn>
              <a:cxn ang="0">
                <a:pos x="connsiteX118866" y="connsiteY118866"/>
              </a:cxn>
              <a:cxn ang="0">
                <a:pos x="connsiteX118867" y="connsiteY118867"/>
              </a:cxn>
              <a:cxn ang="0">
                <a:pos x="connsiteX118868" y="connsiteY118868"/>
              </a:cxn>
              <a:cxn ang="0">
                <a:pos x="connsiteX118869" y="connsiteY118869"/>
              </a:cxn>
              <a:cxn ang="0">
                <a:pos x="connsiteX118870" y="connsiteY118870"/>
              </a:cxn>
              <a:cxn ang="0">
                <a:pos x="connsiteX118871" y="connsiteY118871"/>
              </a:cxn>
              <a:cxn ang="0">
                <a:pos x="connsiteX118872" y="connsiteY118872"/>
              </a:cxn>
              <a:cxn ang="0">
                <a:pos x="connsiteX118873" y="connsiteY118873"/>
              </a:cxn>
              <a:cxn ang="0">
                <a:pos x="connsiteX118874" y="connsiteY118874"/>
              </a:cxn>
              <a:cxn ang="0">
                <a:pos x="connsiteX118875" y="connsiteY118875"/>
              </a:cxn>
              <a:cxn ang="0">
                <a:pos x="connsiteX118876" y="connsiteY118876"/>
              </a:cxn>
              <a:cxn ang="0">
                <a:pos x="connsiteX118877" y="connsiteY118877"/>
              </a:cxn>
              <a:cxn ang="0">
                <a:pos x="connsiteX118878" y="connsiteY118878"/>
              </a:cxn>
              <a:cxn ang="0">
                <a:pos x="connsiteX118879" y="connsiteY118879"/>
              </a:cxn>
              <a:cxn ang="0">
                <a:pos x="connsiteX118880" y="connsiteY118880"/>
              </a:cxn>
              <a:cxn ang="0">
                <a:pos x="connsiteX118881" y="connsiteY118881"/>
              </a:cxn>
              <a:cxn ang="0">
                <a:pos x="connsiteX118882" y="connsiteY118882"/>
              </a:cxn>
              <a:cxn ang="0">
                <a:pos x="connsiteX118883" y="connsiteY118883"/>
              </a:cxn>
              <a:cxn ang="0">
                <a:pos x="connsiteX118884" y="connsiteY118884"/>
              </a:cxn>
              <a:cxn ang="0">
                <a:pos x="connsiteX118885" y="connsiteY118885"/>
              </a:cxn>
              <a:cxn ang="0">
                <a:pos x="connsiteX118886" y="connsiteY118886"/>
              </a:cxn>
              <a:cxn ang="0">
                <a:pos x="connsiteX118887" y="connsiteY118887"/>
              </a:cxn>
              <a:cxn ang="0">
                <a:pos x="connsiteX118888" y="connsiteY118888"/>
              </a:cxn>
              <a:cxn ang="0">
                <a:pos x="connsiteX118889" y="connsiteY118889"/>
              </a:cxn>
              <a:cxn ang="0">
                <a:pos x="connsiteX118890" y="connsiteY118890"/>
              </a:cxn>
              <a:cxn ang="0">
                <a:pos x="connsiteX118891" y="connsiteY118891"/>
              </a:cxn>
              <a:cxn ang="0">
                <a:pos x="connsiteX118892" y="connsiteY118892"/>
              </a:cxn>
              <a:cxn ang="0">
                <a:pos x="connsiteX118893" y="connsiteY118893"/>
              </a:cxn>
              <a:cxn ang="0">
                <a:pos x="connsiteX118894" y="connsiteY118894"/>
              </a:cxn>
              <a:cxn ang="0">
                <a:pos x="connsiteX118895" y="connsiteY118895"/>
              </a:cxn>
              <a:cxn ang="0">
                <a:pos x="connsiteX118896" y="connsiteY118896"/>
              </a:cxn>
              <a:cxn ang="0">
                <a:pos x="connsiteX118897" y="connsiteY118897"/>
              </a:cxn>
              <a:cxn ang="0">
                <a:pos x="connsiteX118898" y="connsiteY118898"/>
              </a:cxn>
              <a:cxn ang="0">
                <a:pos x="connsiteX118899" y="connsiteY118899"/>
              </a:cxn>
              <a:cxn ang="0">
                <a:pos x="connsiteX118900" y="connsiteY118900"/>
              </a:cxn>
              <a:cxn ang="0">
                <a:pos x="connsiteX118901" y="connsiteY118901"/>
              </a:cxn>
              <a:cxn ang="0">
                <a:pos x="connsiteX118902" y="connsiteY118902"/>
              </a:cxn>
              <a:cxn ang="0">
                <a:pos x="connsiteX118903" y="connsiteY118903"/>
              </a:cxn>
              <a:cxn ang="0">
                <a:pos x="connsiteX118904" y="connsiteY118904"/>
              </a:cxn>
              <a:cxn ang="0">
                <a:pos x="connsiteX118905" y="connsiteY118905"/>
              </a:cxn>
              <a:cxn ang="0">
                <a:pos x="connsiteX118906" y="connsiteY118906"/>
              </a:cxn>
              <a:cxn ang="0">
                <a:pos x="connsiteX118907" y="connsiteY118907"/>
              </a:cxn>
              <a:cxn ang="0">
                <a:pos x="connsiteX118908" y="connsiteY118908"/>
              </a:cxn>
              <a:cxn ang="0">
                <a:pos x="connsiteX118909" y="connsiteY118909"/>
              </a:cxn>
              <a:cxn ang="0">
                <a:pos x="connsiteX118910" y="connsiteY118910"/>
              </a:cxn>
              <a:cxn ang="0">
                <a:pos x="connsiteX118911" y="connsiteY118911"/>
              </a:cxn>
              <a:cxn ang="0">
                <a:pos x="connsiteX118912" y="connsiteY118912"/>
              </a:cxn>
              <a:cxn ang="0">
                <a:pos x="connsiteX118913" y="connsiteY118913"/>
              </a:cxn>
              <a:cxn ang="0">
                <a:pos x="connsiteX118914" y="connsiteY118914"/>
              </a:cxn>
              <a:cxn ang="0">
                <a:pos x="connsiteX118915" y="connsiteY118915"/>
              </a:cxn>
              <a:cxn ang="0">
                <a:pos x="connsiteX118916" y="connsiteY118916"/>
              </a:cxn>
              <a:cxn ang="0">
                <a:pos x="connsiteX118917" y="connsiteY118917"/>
              </a:cxn>
              <a:cxn ang="0">
                <a:pos x="connsiteX118918" y="connsiteY118918"/>
              </a:cxn>
              <a:cxn ang="0">
                <a:pos x="connsiteX118919" y="connsiteY118919"/>
              </a:cxn>
              <a:cxn ang="0">
                <a:pos x="connsiteX118920" y="connsiteY118920"/>
              </a:cxn>
              <a:cxn ang="0">
                <a:pos x="connsiteX118921" y="connsiteY118921"/>
              </a:cxn>
              <a:cxn ang="0">
                <a:pos x="connsiteX118922" y="connsiteY118922"/>
              </a:cxn>
              <a:cxn ang="0">
                <a:pos x="connsiteX118923" y="connsiteY118923"/>
              </a:cxn>
              <a:cxn ang="0">
                <a:pos x="connsiteX118924" y="connsiteY118924"/>
              </a:cxn>
              <a:cxn ang="0">
                <a:pos x="connsiteX118925" y="connsiteY118925"/>
              </a:cxn>
              <a:cxn ang="0">
                <a:pos x="connsiteX118926" y="connsiteY118926"/>
              </a:cxn>
              <a:cxn ang="0">
                <a:pos x="connsiteX118927" y="connsiteY118927"/>
              </a:cxn>
              <a:cxn ang="0">
                <a:pos x="connsiteX118928" y="connsiteY118928"/>
              </a:cxn>
              <a:cxn ang="0">
                <a:pos x="connsiteX118929" y="connsiteY118929"/>
              </a:cxn>
              <a:cxn ang="0">
                <a:pos x="connsiteX118930" y="connsiteY118930"/>
              </a:cxn>
              <a:cxn ang="0">
                <a:pos x="connsiteX118931" y="connsiteY118931"/>
              </a:cxn>
              <a:cxn ang="0">
                <a:pos x="connsiteX118932" y="connsiteY118932"/>
              </a:cxn>
              <a:cxn ang="0">
                <a:pos x="connsiteX118933" y="connsiteY118933"/>
              </a:cxn>
              <a:cxn ang="0">
                <a:pos x="connsiteX118934" y="connsiteY118934"/>
              </a:cxn>
              <a:cxn ang="0">
                <a:pos x="connsiteX118935" y="connsiteY118935"/>
              </a:cxn>
              <a:cxn ang="0">
                <a:pos x="connsiteX118936" y="connsiteY118936"/>
              </a:cxn>
              <a:cxn ang="0">
                <a:pos x="connsiteX118937" y="connsiteY118937"/>
              </a:cxn>
              <a:cxn ang="0">
                <a:pos x="connsiteX118938" y="connsiteY118938"/>
              </a:cxn>
              <a:cxn ang="0">
                <a:pos x="connsiteX118939" y="connsiteY118939"/>
              </a:cxn>
              <a:cxn ang="0">
                <a:pos x="connsiteX118940" y="connsiteY118940"/>
              </a:cxn>
              <a:cxn ang="0">
                <a:pos x="connsiteX118941" y="connsiteY118941"/>
              </a:cxn>
              <a:cxn ang="0">
                <a:pos x="connsiteX118942" y="connsiteY118942"/>
              </a:cxn>
              <a:cxn ang="0">
                <a:pos x="connsiteX118943" y="connsiteY118943"/>
              </a:cxn>
              <a:cxn ang="0">
                <a:pos x="connsiteX118944" y="connsiteY118944"/>
              </a:cxn>
              <a:cxn ang="0">
                <a:pos x="connsiteX118945" y="connsiteY118945"/>
              </a:cxn>
              <a:cxn ang="0">
                <a:pos x="connsiteX118946" y="connsiteY118946"/>
              </a:cxn>
              <a:cxn ang="0">
                <a:pos x="connsiteX118947" y="connsiteY118947"/>
              </a:cxn>
              <a:cxn ang="0">
                <a:pos x="connsiteX118948" y="connsiteY118948"/>
              </a:cxn>
              <a:cxn ang="0">
                <a:pos x="connsiteX118949" y="connsiteY118949"/>
              </a:cxn>
              <a:cxn ang="0">
                <a:pos x="connsiteX118950" y="connsiteY118950"/>
              </a:cxn>
              <a:cxn ang="0">
                <a:pos x="connsiteX118951" y="connsiteY118951"/>
              </a:cxn>
              <a:cxn ang="0">
                <a:pos x="connsiteX118952" y="connsiteY118952"/>
              </a:cxn>
              <a:cxn ang="0">
                <a:pos x="connsiteX118953" y="connsiteY118953"/>
              </a:cxn>
              <a:cxn ang="0">
                <a:pos x="connsiteX118954" y="connsiteY118954"/>
              </a:cxn>
              <a:cxn ang="0">
                <a:pos x="connsiteX118955" y="connsiteY118955"/>
              </a:cxn>
              <a:cxn ang="0">
                <a:pos x="connsiteX118956" y="connsiteY118956"/>
              </a:cxn>
              <a:cxn ang="0">
                <a:pos x="connsiteX118957" y="connsiteY118957"/>
              </a:cxn>
              <a:cxn ang="0">
                <a:pos x="connsiteX118958" y="connsiteY118958"/>
              </a:cxn>
              <a:cxn ang="0">
                <a:pos x="connsiteX118959" y="connsiteY118959"/>
              </a:cxn>
              <a:cxn ang="0">
                <a:pos x="connsiteX118960" y="connsiteY118960"/>
              </a:cxn>
              <a:cxn ang="0">
                <a:pos x="connsiteX118961" y="connsiteY118961"/>
              </a:cxn>
              <a:cxn ang="0">
                <a:pos x="connsiteX118962" y="connsiteY118962"/>
              </a:cxn>
              <a:cxn ang="0">
                <a:pos x="connsiteX118963" y="connsiteY118963"/>
              </a:cxn>
              <a:cxn ang="0">
                <a:pos x="connsiteX118964" y="connsiteY118964"/>
              </a:cxn>
              <a:cxn ang="0">
                <a:pos x="connsiteX118965" y="connsiteY118965"/>
              </a:cxn>
              <a:cxn ang="0">
                <a:pos x="connsiteX118966" y="connsiteY118966"/>
              </a:cxn>
              <a:cxn ang="0">
                <a:pos x="connsiteX118967" y="connsiteY118967"/>
              </a:cxn>
              <a:cxn ang="0">
                <a:pos x="connsiteX118968" y="connsiteY118968"/>
              </a:cxn>
              <a:cxn ang="0">
                <a:pos x="connsiteX118969" y="connsiteY118969"/>
              </a:cxn>
              <a:cxn ang="0">
                <a:pos x="connsiteX118970" y="connsiteY118970"/>
              </a:cxn>
              <a:cxn ang="0">
                <a:pos x="connsiteX118971" y="connsiteY118971"/>
              </a:cxn>
              <a:cxn ang="0">
                <a:pos x="connsiteX118972" y="connsiteY118972"/>
              </a:cxn>
              <a:cxn ang="0">
                <a:pos x="connsiteX118973" y="connsiteY118973"/>
              </a:cxn>
              <a:cxn ang="0">
                <a:pos x="connsiteX118974" y="connsiteY118974"/>
              </a:cxn>
              <a:cxn ang="0">
                <a:pos x="connsiteX118975" y="connsiteY118975"/>
              </a:cxn>
              <a:cxn ang="0">
                <a:pos x="connsiteX118976" y="connsiteY118976"/>
              </a:cxn>
              <a:cxn ang="0">
                <a:pos x="connsiteX118977" y="connsiteY118977"/>
              </a:cxn>
              <a:cxn ang="0">
                <a:pos x="connsiteX118978" y="connsiteY118978"/>
              </a:cxn>
              <a:cxn ang="0">
                <a:pos x="connsiteX118979" y="connsiteY118979"/>
              </a:cxn>
              <a:cxn ang="0">
                <a:pos x="connsiteX118980" y="connsiteY118980"/>
              </a:cxn>
              <a:cxn ang="0">
                <a:pos x="connsiteX118981" y="connsiteY118981"/>
              </a:cxn>
              <a:cxn ang="0">
                <a:pos x="connsiteX118982" y="connsiteY118982"/>
              </a:cxn>
              <a:cxn ang="0">
                <a:pos x="connsiteX118983" y="connsiteY118983"/>
              </a:cxn>
              <a:cxn ang="0">
                <a:pos x="connsiteX118984" y="connsiteY118984"/>
              </a:cxn>
              <a:cxn ang="0">
                <a:pos x="connsiteX118985" y="connsiteY118985"/>
              </a:cxn>
              <a:cxn ang="0">
                <a:pos x="connsiteX118986" y="connsiteY118986"/>
              </a:cxn>
              <a:cxn ang="0">
                <a:pos x="connsiteX118987" y="connsiteY118987"/>
              </a:cxn>
              <a:cxn ang="0">
                <a:pos x="connsiteX118988" y="connsiteY118988"/>
              </a:cxn>
              <a:cxn ang="0">
                <a:pos x="connsiteX118989" y="connsiteY118989"/>
              </a:cxn>
              <a:cxn ang="0">
                <a:pos x="connsiteX118990" y="connsiteY118990"/>
              </a:cxn>
              <a:cxn ang="0">
                <a:pos x="connsiteX118991" y="connsiteY118991"/>
              </a:cxn>
              <a:cxn ang="0">
                <a:pos x="connsiteX118992" y="connsiteY118992"/>
              </a:cxn>
              <a:cxn ang="0">
                <a:pos x="connsiteX118993" y="connsiteY118993"/>
              </a:cxn>
              <a:cxn ang="0">
                <a:pos x="connsiteX118994" y="connsiteY118994"/>
              </a:cxn>
              <a:cxn ang="0">
                <a:pos x="connsiteX118995" y="connsiteY118995"/>
              </a:cxn>
              <a:cxn ang="0">
                <a:pos x="connsiteX118996" y="connsiteY118996"/>
              </a:cxn>
              <a:cxn ang="0">
                <a:pos x="connsiteX118997" y="connsiteY118997"/>
              </a:cxn>
              <a:cxn ang="0">
                <a:pos x="connsiteX118998" y="connsiteY118998"/>
              </a:cxn>
              <a:cxn ang="0">
                <a:pos x="connsiteX118999" y="connsiteY118999"/>
              </a:cxn>
              <a:cxn ang="0">
                <a:pos x="connsiteX119000" y="connsiteY119000"/>
              </a:cxn>
              <a:cxn ang="0">
                <a:pos x="connsiteX119001" y="connsiteY119001"/>
              </a:cxn>
              <a:cxn ang="0">
                <a:pos x="connsiteX119002" y="connsiteY119002"/>
              </a:cxn>
              <a:cxn ang="0">
                <a:pos x="connsiteX119003" y="connsiteY119003"/>
              </a:cxn>
              <a:cxn ang="0">
                <a:pos x="connsiteX119004" y="connsiteY119004"/>
              </a:cxn>
              <a:cxn ang="0">
                <a:pos x="connsiteX119005" y="connsiteY119005"/>
              </a:cxn>
              <a:cxn ang="0">
                <a:pos x="connsiteX119006" y="connsiteY119006"/>
              </a:cxn>
              <a:cxn ang="0">
                <a:pos x="connsiteX119007" y="connsiteY119007"/>
              </a:cxn>
              <a:cxn ang="0">
                <a:pos x="connsiteX119008" y="connsiteY119008"/>
              </a:cxn>
              <a:cxn ang="0">
                <a:pos x="connsiteX119009" y="connsiteY119009"/>
              </a:cxn>
              <a:cxn ang="0">
                <a:pos x="connsiteX119010" y="connsiteY119010"/>
              </a:cxn>
              <a:cxn ang="0">
                <a:pos x="connsiteX119011" y="connsiteY119011"/>
              </a:cxn>
              <a:cxn ang="0">
                <a:pos x="connsiteX119012" y="connsiteY119012"/>
              </a:cxn>
              <a:cxn ang="0">
                <a:pos x="connsiteX119013" y="connsiteY119013"/>
              </a:cxn>
              <a:cxn ang="0">
                <a:pos x="connsiteX119014" y="connsiteY119014"/>
              </a:cxn>
              <a:cxn ang="0">
                <a:pos x="connsiteX119015" y="connsiteY119015"/>
              </a:cxn>
              <a:cxn ang="0">
                <a:pos x="connsiteX119016" y="connsiteY119016"/>
              </a:cxn>
              <a:cxn ang="0">
                <a:pos x="connsiteX119017" y="connsiteY119017"/>
              </a:cxn>
              <a:cxn ang="0">
                <a:pos x="connsiteX119018" y="connsiteY119018"/>
              </a:cxn>
              <a:cxn ang="0">
                <a:pos x="connsiteX119019" y="connsiteY119019"/>
              </a:cxn>
              <a:cxn ang="0">
                <a:pos x="connsiteX119020" y="connsiteY119020"/>
              </a:cxn>
              <a:cxn ang="0">
                <a:pos x="connsiteX119021" y="connsiteY119021"/>
              </a:cxn>
              <a:cxn ang="0">
                <a:pos x="connsiteX119022" y="connsiteY119022"/>
              </a:cxn>
              <a:cxn ang="0">
                <a:pos x="connsiteX119023" y="connsiteY119023"/>
              </a:cxn>
              <a:cxn ang="0">
                <a:pos x="connsiteX119024" y="connsiteY119024"/>
              </a:cxn>
              <a:cxn ang="0">
                <a:pos x="connsiteX119025" y="connsiteY119025"/>
              </a:cxn>
              <a:cxn ang="0">
                <a:pos x="connsiteX119026" y="connsiteY119026"/>
              </a:cxn>
              <a:cxn ang="0">
                <a:pos x="connsiteX119027" y="connsiteY119027"/>
              </a:cxn>
              <a:cxn ang="0">
                <a:pos x="connsiteX119028" y="connsiteY119028"/>
              </a:cxn>
              <a:cxn ang="0">
                <a:pos x="connsiteX119029" y="connsiteY119029"/>
              </a:cxn>
              <a:cxn ang="0">
                <a:pos x="connsiteX119030" y="connsiteY119030"/>
              </a:cxn>
              <a:cxn ang="0">
                <a:pos x="connsiteX119031" y="connsiteY119031"/>
              </a:cxn>
              <a:cxn ang="0">
                <a:pos x="connsiteX119032" y="connsiteY119032"/>
              </a:cxn>
              <a:cxn ang="0">
                <a:pos x="connsiteX119033" y="connsiteY119033"/>
              </a:cxn>
              <a:cxn ang="0">
                <a:pos x="connsiteX119034" y="connsiteY119034"/>
              </a:cxn>
              <a:cxn ang="0">
                <a:pos x="connsiteX119035" y="connsiteY119035"/>
              </a:cxn>
              <a:cxn ang="0">
                <a:pos x="connsiteX119036" y="connsiteY119036"/>
              </a:cxn>
              <a:cxn ang="0">
                <a:pos x="connsiteX119037" y="connsiteY119037"/>
              </a:cxn>
              <a:cxn ang="0">
                <a:pos x="connsiteX119038" y="connsiteY119038"/>
              </a:cxn>
              <a:cxn ang="0">
                <a:pos x="connsiteX119039" y="connsiteY119039"/>
              </a:cxn>
              <a:cxn ang="0">
                <a:pos x="connsiteX119040" y="connsiteY119040"/>
              </a:cxn>
              <a:cxn ang="0">
                <a:pos x="connsiteX119041" y="connsiteY119041"/>
              </a:cxn>
              <a:cxn ang="0">
                <a:pos x="connsiteX119042" y="connsiteY119042"/>
              </a:cxn>
              <a:cxn ang="0">
                <a:pos x="connsiteX119043" y="connsiteY119043"/>
              </a:cxn>
              <a:cxn ang="0">
                <a:pos x="connsiteX119044" y="connsiteY119044"/>
              </a:cxn>
              <a:cxn ang="0">
                <a:pos x="connsiteX119045" y="connsiteY119045"/>
              </a:cxn>
              <a:cxn ang="0">
                <a:pos x="connsiteX119046" y="connsiteY119046"/>
              </a:cxn>
              <a:cxn ang="0">
                <a:pos x="connsiteX119047" y="connsiteY119047"/>
              </a:cxn>
              <a:cxn ang="0">
                <a:pos x="connsiteX119048" y="connsiteY119048"/>
              </a:cxn>
              <a:cxn ang="0">
                <a:pos x="connsiteX119049" y="connsiteY119049"/>
              </a:cxn>
              <a:cxn ang="0">
                <a:pos x="connsiteX119050" y="connsiteY119050"/>
              </a:cxn>
              <a:cxn ang="0">
                <a:pos x="connsiteX119051" y="connsiteY119051"/>
              </a:cxn>
              <a:cxn ang="0">
                <a:pos x="connsiteX119052" y="connsiteY119052"/>
              </a:cxn>
              <a:cxn ang="0">
                <a:pos x="connsiteX119053" y="connsiteY119053"/>
              </a:cxn>
              <a:cxn ang="0">
                <a:pos x="connsiteX119054" y="connsiteY119054"/>
              </a:cxn>
              <a:cxn ang="0">
                <a:pos x="connsiteX119055" y="connsiteY119055"/>
              </a:cxn>
              <a:cxn ang="0">
                <a:pos x="connsiteX119056" y="connsiteY119056"/>
              </a:cxn>
              <a:cxn ang="0">
                <a:pos x="connsiteX119057" y="connsiteY119057"/>
              </a:cxn>
              <a:cxn ang="0">
                <a:pos x="connsiteX119058" y="connsiteY119058"/>
              </a:cxn>
              <a:cxn ang="0">
                <a:pos x="connsiteX119059" y="connsiteY119059"/>
              </a:cxn>
              <a:cxn ang="0">
                <a:pos x="connsiteX119060" y="connsiteY119060"/>
              </a:cxn>
              <a:cxn ang="0">
                <a:pos x="connsiteX119061" y="connsiteY119061"/>
              </a:cxn>
              <a:cxn ang="0">
                <a:pos x="connsiteX119062" y="connsiteY119062"/>
              </a:cxn>
              <a:cxn ang="0">
                <a:pos x="connsiteX119063" y="connsiteY119063"/>
              </a:cxn>
              <a:cxn ang="0">
                <a:pos x="connsiteX119064" y="connsiteY119064"/>
              </a:cxn>
              <a:cxn ang="0">
                <a:pos x="connsiteX119065" y="connsiteY119065"/>
              </a:cxn>
              <a:cxn ang="0">
                <a:pos x="connsiteX119066" y="connsiteY119066"/>
              </a:cxn>
              <a:cxn ang="0">
                <a:pos x="connsiteX119067" y="connsiteY119067"/>
              </a:cxn>
              <a:cxn ang="0">
                <a:pos x="connsiteX119068" y="connsiteY119068"/>
              </a:cxn>
              <a:cxn ang="0">
                <a:pos x="connsiteX119069" y="connsiteY119069"/>
              </a:cxn>
              <a:cxn ang="0">
                <a:pos x="connsiteX119070" y="connsiteY119070"/>
              </a:cxn>
              <a:cxn ang="0">
                <a:pos x="connsiteX119071" y="connsiteY119071"/>
              </a:cxn>
              <a:cxn ang="0">
                <a:pos x="connsiteX119072" y="connsiteY119072"/>
              </a:cxn>
              <a:cxn ang="0">
                <a:pos x="connsiteX119073" y="connsiteY119073"/>
              </a:cxn>
              <a:cxn ang="0">
                <a:pos x="connsiteX119074" y="connsiteY119074"/>
              </a:cxn>
              <a:cxn ang="0">
                <a:pos x="connsiteX119075" y="connsiteY119075"/>
              </a:cxn>
              <a:cxn ang="0">
                <a:pos x="connsiteX119076" y="connsiteY119076"/>
              </a:cxn>
              <a:cxn ang="0">
                <a:pos x="connsiteX119077" y="connsiteY119077"/>
              </a:cxn>
              <a:cxn ang="0">
                <a:pos x="connsiteX119078" y="connsiteY119078"/>
              </a:cxn>
              <a:cxn ang="0">
                <a:pos x="connsiteX119079" y="connsiteY119079"/>
              </a:cxn>
              <a:cxn ang="0">
                <a:pos x="connsiteX119080" y="connsiteY119080"/>
              </a:cxn>
              <a:cxn ang="0">
                <a:pos x="connsiteX119081" y="connsiteY119081"/>
              </a:cxn>
              <a:cxn ang="0">
                <a:pos x="connsiteX119082" y="connsiteY119082"/>
              </a:cxn>
              <a:cxn ang="0">
                <a:pos x="connsiteX119083" y="connsiteY119083"/>
              </a:cxn>
              <a:cxn ang="0">
                <a:pos x="connsiteX119084" y="connsiteY119084"/>
              </a:cxn>
              <a:cxn ang="0">
                <a:pos x="connsiteX119085" y="connsiteY119085"/>
              </a:cxn>
              <a:cxn ang="0">
                <a:pos x="connsiteX119086" y="connsiteY119086"/>
              </a:cxn>
              <a:cxn ang="0">
                <a:pos x="connsiteX119087" y="connsiteY119087"/>
              </a:cxn>
              <a:cxn ang="0">
                <a:pos x="connsiteX119088" y="connsiteY119088"/>
              </a:cxn>
              <a:cxn ang="0">
                <a:pos x="connsiteX119089" y="connsiteY119089"/>
              </a:cxn>
              <a:cxn ang="0">
                <a:pos x="connsiteX119090" y="connsiteY119090"/>
              </a:cxn>
              <a:cxn ang="0">
                <a:pos x="connsiteX119091" y="connsiteY119091"/>
              </a:cxn>
              <a:cxn ang="0">
                <a:pos x="connsiteX119092" y="connsiteY119092"/>
              </a:cxn>
              <a:cxn ang="0">
                <a:pos x="connsiteX119093" y="connsiteY119093"/>
              </a:cxn>
              <a:cxn ang="0">
                <a:pos x="connsiteX119094" y="connsiteY119094"/>
              </a:cxn>
              <a:cxn ang="0">
                <a:pos x="connsiteX119095" y="connsiteY119095"/>
              </a:cxn>
              <a:cxn ang="0">
                <a:pos x="connsiteX119096" y="connsiteY119096"/>
              </a:cxn>
              <a:cxn ang="0">
                <a:pos x="connsiteX119097" y="connsiteY119097"/>
              </a:cxn>
              <a:cxn ang="0">
                <a:pos x="connsiteX119098" y="connsiteY119098"/>
              </a:cxn>
              <a:cxn ang="0">
                <a:pos x="connsiteX119099" y="connsiteY119099"/>
              </a:cxn>
              <a:cxn ang="0">
                <a:pos x="connsiteX119100" y="connsiteY119100"/>
              </a:cxn>
              <a:cxn ang="0">
                <a:pos x="connsiteX119101" y="connsiteY119101"/>
              </a:cxn>
              <a:cxn ang="0">
                <a:pos x="connsiteX119102" y="connsiteY119102"/>
              </a:cxn>
              <a:cxn ang="0">
                <a:pos x="connsiteX119103" y="connsiteY119103"/>
              </a:cxn>
              <a:cxn ang="0">
                <a:pos x="connsiteX119104" y="connsiteY119104"/>
              </a:cxn>
              <a:cxn ang="0">
                <a:pos x="connsiteX119105" y="connsiteY119105"/>
              </a:cxn>
              <a:cxn ang="0">
                <a:pos x="connsiteX119106" y="connsiteY119106"/>
              </a:cxn>
              <a:cxn ang="0">
                <a:pos x="connsiteX119107" y="connsiteY119107"/>
              </a:cxn>
              <a:cxn ang="0">
                <a:pos x="connsiteX119108" y="connsiteY119108"/>
              </a:cxn>
              <a:cxn ang="0">
                <a:pos x="connsiteX119109" y="connsiteY119109"/>
              </a:cxn>
              <a:cxn ang="0">
                <a:pos x="connsiteX119110" y="connsiteY119110"/>
              </a:cxn>
              <a:cxn ang="0">
                <a:pos x="connsiteX119111" y="connsiteY119111"/>
              </a:cxn>
              <a:cxn ang="0">
                <a:pos x="connsiteX119112" y="connsiteY119112"/>
              </a:cxn>
              <a:cxn ang="0">
                <a:pos x="connsiteX119113" y="connsiteY119113"/>
              </a:cxn>
              <a:cxn ang="0">
                <a:pos x="connsiteX119114" y="connsiteY119114"/>
              </a:cxn>
              <a:cxn ang="0">
                <a:pos x="connsiteX119115" y="connsiteY119115"/>
              </a:cxn>
              <a:cxn ang="0">
                <a:pos x="connsiteX119116" y="connsiteY119116"/>
              </a:cxn>
              <a:cxn ang="0">
                <a:pos x="connsiteX119117" y="connsiteY119117"/>
              </a:cxn>
              <a:cxn ang="0">
                <a:pos x="connsiteX119118" y="connsiteY119118"/>
              </a:cxn>
              <a:cxn ang="0">
                <a:pos x="connsiteX119119" y="connsiteY119119"/>
              </a:cxn>
              <a:cxn ang="0">
                <a:pos x="connsiteX119120" y="connsiteY119120"/>
              </a:cxn>
              <a:cxn ang="0">
                <a:pos x="connsiteX119121" y="connsiteY119121"/>
              </a:cxn>
              <a:cxn ang="0">
                <a:pos x="connsiteX119122" y="connsiteY119122"/>
              </a:cxn>
              <a:cxn ang="0">
                <a:pos x="connsiteX119123" y="connsiteY119123"/>
              </a:cxn>
              <a:cxn ang="0">
                <a:pos x="connsiteX119124" y="connsiteY119124"/>
              </a:cxn>
              <a:cxn ang="0">
                <a:pos x="connsiteX119125" y="connsiteY119125"/>
              </a:cxn>
              <a:cxn ang="0">
                <a:pos x="connsiteX119126" y="connsiteY119126"/>
              </a:cxn>
              <a:cxn ang="0">
                <a:pos x="connsiteX119127" y="connsiteY119127"/>
              </a:cxn>
              <a:cxn ang="0">
                <a:pos x="connsiteX119128" y="connsiteY119128"/>
              </a:cxn>
              <a:cxn ang="0">
                <a:pos x="connsiteX119129" y="connsiteY119129"/>
              </a:cxn>
              <a:cxn ang="0">
                <a:pos x="connsiteX119130" y="connsiteY119130"/>
              </a:cxn>
              <a:cxn ang="0">
                <a:pos x="connsiteX119131" y="connsiteY119131"/>
              </a:cxn>
              <a:cxn ang="0">
                <a:pos x="connsiteX119132" y="connsiteY119132"/>
              </a:cxn>
              <a:cxn ang="0">
                <a:pos x="connsiteX119133" y="connsiteY119133"/>
              </a:cxn>
              <a:cxn ang="0">
                <a:pos x="connsiteX119134" y="connsiteY119134"/>
              </a:cxn>
              <a:cxn ang="0">
                <a:pos x="connsiteX119135" y="connsiteY119135"/>
              </a:cxn>
              <a:cxn ang="0">
                <a:pos x="connsiteX119136" y="connsiteY119136"/>
              </a:cxn>
              <a:cxn ang="0">
                <a:pos x="connsiteX119137" y="connsiteY119137"/>
              </a:cxn>
              <a:cxn ang="0">
                <a:pos x="connsiteX119138" y="connsiteY119138"/>
              </a:cxn>
              <a:cxn ang="0">
                <a:pos x="connsiteX119139" y="connsiteY119139"/>
              </a:cxn>
              <a:cxn ang="0">
                <a:pos x="connsiteX119140" y="connsiteY119140"/>
              </a:cxn>
              <a:cxn ang="0">
                <a:pos x="connsiteX119141" y="connsiteY119141"/>
              </a:cxn>
              <a:cxn ang="0">
                <a:pos x="connsiteX119142" y="connsiteY119142"/>
              </a:cxn>
              <a:cxn ang="0">
                <a:pos x="connsiteX119143" y="connsiteY119143"/>
              </a:cxn>
              <a:cxn ang="0">
                <a:pos x="connsiteX119144" y="connsiteY119144"/>
              </a:cxn>
              <a:cxn ang="0">
                <a:pos x="connsiteX119145" y="connsiteY119145"/>
              </a:cxn>
              <a:cxn ang="0">
                <a:pos x="connsiteX119146" y="connsiteY119146"/>
              </a:cxn>
              <a:cxn ang="0">
                <a:pos x="connsiteX119147" y="connsiteY119147"/>
              </a:cxn>
              <a:cxn ang="0">
                <a:pos x="connsiteX119148" y="connsiteY119148"/>
              </a:cxn>
              <a:cxn ang="0">
                <a:pos x="connsiteX119149" y="connsiteY119149"/>
              </a:cxn>
              <a:cxn ang="0">
                <a:pos x="connsiteX119150" y="connsiteY119150"/>
              </a:cxn>
              <a:cxn ang="0">
                <a:pos x="connsiteX119151" y="connsiteY119151"/>
              </a:cxn>
              <a:cxn ang="0">
                <a:pos x="connsiteX119152" y="connsiteY119152"/>
              </a:cxn>
              <a:cxn ang="0">
                <a:pos x="connsiteX119153" y="connsiteY119153"/>
              </a:cxn>
              <a:cxn ang="0">
                <a:pos x="connsiteX119154" y="connsiteY119154"/>
              </a:cxn>
              <a:cxn ang="0">
                <a:pos x="connsiteX119155" y="connsiteY119155"/>
              </a:cxn>
              <a:cxn ang="0">
                <a:pos x="connsiteX119156" y="connsiteY119156"/>
              </a:cxn>
              <a:cxn ang="0">
                <a:pos x="connsiteX119157" y="connsiteY119157"/>
              </a:cxn>
              <a:cxn ang="0">
                <a:pos x="connsiteX119158" y="connsiteY119158"/>
              </a:cxn>
              <a:cxn ang="0">
                <a:pos x="connsiteX119159" y="connsiteY119159"/>
              </a:cxn>
              <a:cxn ang="0">
                <a:pos x="connsiteX119160" y="connsiteY119160"/>
              </a:cxn>
              <a:cxn ang="0">
                <a:pos x="connsiteX119161" y="connsiteY119161"/>
              </a:cxn>
              <a:cxn ang="0">
                <a:pos x="connsiteX119162" y="connsiteY119162"/>
              </a:cxn>
              <a:cxn ang="0">
                <a:pos x="connsiteX119163" y="connsiteY119163"/>
              </a:cxn>
              <a:cxn ang="0">
                <a:pos x="connsiteX119164" y="connsiteY119164"/>
              </a:cxn>
              <a:cxn ang="0">
                <a:pos x="connsiteX119165" y="connsiteY119165"/>
              </a:cxn>
              <a:cxn ang="0">
                <a:pos x="connsiteX119166" y="connsiteY119166"/>
              </a:cxn>
              <a:cxn ang="0">
                <a:pos x="connsiteX119167" y="connsiteY119167"/>
              </a:cxn>
              <a:cxn ang="0">
                <a:pos x="connsiteX119168" y="connsiteY119168"/>
              </a:cxn>
              <a:cxn ang="0">
                <a:pos x="connsiteX119169" y="connsiteY119169"/>
              </a:cxn>
              <a:cxn ang="0">
                <a:pos x="connsiteX119170" y="connsiteY119170"/>
              </a:cxn>
              <a:cxn ang="0">
                <a:pos x="connsiteX119171" y="connsiteY119171"/>
              </a:cxn>
              <a:cxn ang="0">
                <a:pos x="connsiteX119172" y="connsiteY119172"/>
              </a:cxn>
              <a:cxn ang="0">
                <a:pos x="connsiteX119173" y="connsiteY119173"/>
              </a:cxn>
              <a:cxn ang="0">
                <a:pos x="connsiteX119174" y="connsiteY119174"/>
              </a:cxn>
              <a:cxn ang="0">
                <a:pos x="connsiteX119175" y="connsiteY119175"/>
              </a:cxn>
              <a:cxn ang="0">
                <a:pos x="connsiteX119176" y="connsiteY119176"/>
              </a:cxn>
              <a:cxn ang="0">
                <a:pos x="connsiteX119177" y="connsiteY119177"/>
              </a:cxn>
              <a:cxn ang="0">
                <a:pos x="connsiteX119178" y="connsiteY119178"/>
              </a:cxn>
              <a:cxn ang="0">
                <a:pos x="connsiteX119179" y="connsiteY119179"/>
              </a:cxn>
              <a:cxn ang="0">
                <a:pos x="connsiteX119180" y="connsiteY119180"/>
              </a:cxn>
              <a:cxn ang="0">
                <a:pos x="connsiteX119181" y="connsiteY119181"/>
              </a:cxn>
              <a:cxn ang="0">
                <a:pos x="connsiteX119182" y="connsiteY119182"/>
              </a:cxn>
              <a:cxn ang="0">
                <a:pos x="connsiteX119183" y="connsiteY119183"/>
              </a:cxn>
              <a:cxn ang="0">
                <a:pos x="connsiteX119184" y="connsiteY119184"/>
              </a:cxn>
              <a:cxn ang="0">
                <a:pos x="connsiteX119185" y="connsiteY119185"/>
              </a:cxn>
              <a:cxn ang="0">
                <a:pos x="connsiteX119186" y="connsiteY119186"/>
              </a:cxn>
              <a:cxn ang="0">
                <a:pos x="connsiteX119187" y="connsiteY119187"/>
              </a:cxn>
              <a:cxn ang="0">
                <a:pos x="connsiteX119188" y="connsiteY119188"/>
              </a:cxn>
              <a:cxn ang="0">
                <a:pos x="connsiteX119189" y="connsiteY119189"/>
              </a:cxn>
              <a:cxn ang="0">
                <a:pos x="connsiteX119190" y="connsiteY119190"/>
              </a:cxn>
              <a:cxn ang="0">
                <a:pos x="connsiteX119191" y="connsiteY119191"/>
              </a:cxn>
              <a:cxn ang="0">
                <a:pos x="connsiteX119192" y="connsiteY119192"/>
              </a:cxn>
              <a:cxn ang="0">
                <a:pos x="connsiteX119193" y="connsiteY119193"/>
              </a:cxn>
              <a:cxn ang="0">
                <a:pos x="connsiteX119194" y="connsiteY119194"/>
              </a:cxn>
              <a:cxn ang="0">
                <a:pos x="connsiteX119195" y="connsiteY119195"/>
              </a:cxn>
              <a:cxn ang="0">
                <a:pos x="connsiteX119196" y="connsiteY119196"/>
              </a:cxn>
              <a:cxn ang="0">
                <a:pos x="connsiteX119197" y="connsiteY119197"/>
              </a:cxn>
              <a:cxn ang="0">
                <a:pos x="connsiteX119198" y="connsiteY119198"/>
              </a:cxn>
              <a:cxn ang="0">
                <a:pos x="connsiteX119199" y="connsiteY119199"/>
              </a:cxn>
              <a:cxn ang="0">
                <a:pos x="connsiteX119200" y="connsiteY119200"/>
              </a:cxn>
              <a:cxn ang="0">
                <a:pos x="connsiteX119201" y="connsiteY119201"/>
              </a:cxn>
              <a:cxn ang="0">
                <a:pos x="connsiteX119202" y="connsiteY119202"/>
              </a:cxn>
              <a:cxn ang="0">
                <a:pos x="connsiteX119203" y="connsiteY119203"/>
              </a:cxn>
              <a:cxn ang="0">
                <a:pos x="connsiteX119204" y="connsiteY119204"/>
              </a:cxn>
              <a:cxn ang="0">
                <a:pos x="connsiteX119205" y="connsiteY119205"/>
              </a:cxn>
              <a:cxn ang="0">
                <a:pos x="connsiteX119206" y="connsiteY119206"/>
              </a:cxn>
              <a:cxn ang="0">
                <a:pos x="connsiteX119207" y="connsiteY119207"/>
              </a:cxn>
              <a:cxn ang="0">
                <a:pos x="connsiteX119208" y="connsiteY119208"/>
              </a:cxn>
              <a:cxn ang="0">
                <a:pos x="connsiteX119209" y="connsiteY119209"/>
              </a:cxn>
              <a:cxn ang="0">
                <a:pos x="connsiteX119210" y="connsiteY119210"/>
              </a:cxn>
              <a:cxn ang="0">
                <a:pos x="connsiteX119211" y="connsiteY119211"/>
              </a:cxn>
              <a:cxn ang="0">
                <a:pos x="connsiteX119212" y="connsiteY119212"/>
              </a:cxn>
              <a:cxn ang="0">
                <a:pos x="connsiteX119213" y="connsiteY119213"/>
              </a:cxn>
              <a:cxn ang="0">
                <a:pos x="connsiteX119214" y="connsiteY119214"/>
              </a:cxn>
              <a:cxn ang="0">
                <a:pos x="connsiteX119215" y="connsiteY119215"/>
              </a:cxn>
              <a:cxn ang="0">
                <a:pos x="connsiteX119216" y="connsiteY119216"/>
              </a:cxn>
              <a:cxn ang="0">
                <a:pos x="connsiteX119217" y="connsiteY119217"/>
              </a:cxn>
              <a:cxn ang="0">
                <a:pos x="connsiteX119218" y="connsiteY119218"/>
              </a:cxn>
              <a:cxn ang="0">
                <a:pos x="connsiteX119219" y="connsiteY119219"/>
              </a:cxn>
              <a:cxn ang="0">
                <a:pos x="connsiteX119220" y="connsiteY119220"/>
              </a:cxn>
              <a:cxn ang="0">
                <a:pos x="connsiteX119221" y="connsiteY119221"/>
              </a:cxn>
              <a:cxn ang="0">
                <a:pos x="connsiteX119222" y="connsiteY119222"/>
              </a:cxn>
              <a:cxn ang="0">
                <a:pos x="connsiteX119223" y="connsiteY119223"/>
              </a:cxn>
              <a:cxn ang="0">
                <a:pos x="connsiteX119224" y="connsiteY119224"/>
              </a:cxn>
              <a:cxn ang="0">
                <a:pos x="connsiteX119225" y="connsiteY119225"/>
              </a:cxn>
              <a:cxn ang="0">
                <a:pos x="connsiteX119226" y="connsiteY119226"/>
              </a:cxn>
              <a:cxn ang="0">
                <a:pos x="connsiteX119227" y="connsiteY119227"/>
              </a:cxn>
              <a:cxn ang="0">
                <a:pos x="connsiteX119228" y="connsiteY119228"/>
              </a:cxn>
              <a:cxn ang="0">
                <a:pos x="connsiteX119229" y="connsiteY119229"/>
              </a:cxn>
              <a:cxn ang="0">
                <a:pos x="connsiteX119230" y="connsiteY119230"/>
              </a:cxn>
              <a:cxn ang="0">
                <a:pos x="connsiteX119231" y="connsiteY119231"/>
              </a:cxn>
              <a:cxn ang="0">
                <a:pos x="connsiteX119232" y="connsiteY119232"/>
              </a:cxn>
              <a:cxn ang="0">
                <a:pos x="connsiteX119233" y="connsiteY119233"/>
              </a:cxn>
              <a:cxn ang="0">
                <a:pos x="connsiteX119234" y="connsiteY119234"/>
              </a:cxn>
              <a:cxn ang="0">
                <a:pos x="connsiteX119235" y="connsiteY119235"/>
              </a:cxn>
              <a:cxn ang="0">
                <a:pos x="connsiteX119236" y="connsiteY119236"/>
              </a:cxn>
              <a:cxn ang="0">
                <a:pos x="connsiteX119237" y="connsiteY119237"/>
              </a:cxn>
              <a:cxn ang="0">
                <a:pos x="connsiteX119238" y="connsiteY119238"/>
              </a:cxn>
              <a:cxn ang="0">
                <a:pos x="connsiteX119239" y="connsiteY119239"/>
              </a:cxn>
              <a:cxn ang="0">
                <a:pos x="connsiteX119240" y="connsiteY119240"/>
              </a:cxn>
              <a:cxn ang="0">
                <a:pos x="connsiteX119241" y="connsiteY119241"/>
              </a:cxn>
              <a:cxn ang="0">
                <a:pos x="connsiteX119242" y="connsiteY119242"/>
              </a:cxn>
              <a:cxn ang="0">
                <a:pos x="connsiteX119243" y="connsiteY119243"/>
              </a:cxn>
              <a:cxn ang="0">
                <a:pos x="connsiteX119244" y="connsiteY119244"/>
              </a:cxn>
              <a:cxn ang="0">
                <a:pos x="connsiteX119245" y="connsiteY119245"/>
              </a:cxn>
              <a:cxn ang="0">
                <a:pos x="connsiteX119246" y="connsiteY119246"/>
              </a:cxn>
              <a:cxn ang="0">
                <a:pos x="connsiteX119247" y="connsiteY119247"/>
              </a:cxn>
              <a:cxn ang="0">
                <a:pos x="connsiteX119248" y="connsiteY119248"/>
              </a:cxn>
              <a:cxn ang="0">
                <a:pos x="connsiteX119249" y="connsiteY119249"/>
              </a:cxn>
              <a:cxn ang="0">
                <a:pos x="connsiteX119250" y="connsiteY119250"/>
              </a:cxn>
              <a:cxn ang="0">
                <a:pos x="connsiteX119251" y="connsiteY119251"/>
              </a:cxn>
              <a:cxn ang="0">
                <a:pos x="connsiteX119252" y="connsiteY119252"/>
              </a:cxn>
              <a:cxn ang="0">
                <a:pos x="connsiteX119253" y="connsiteY119253"/>
              </a:cxn>
              <a:cxn ang="0">
                <a:pos x="connsiteX119254" y="connsiteY119254"/>
              </a:cxn>
              <a:cxn ang="0">
                <a:pos x="connsiteX119255" y="connsiteY119255"/>
              </a:cxn>
              <a:cxn ang="0">
                <a:pos x="connsiteX119256" y="connsiteY119256"/>
              </a:cxn>
              <a:cxn ang="0">
                <a:pos x="connsiteX119257" y="connsiteY119257"/>
              </a:cxn>
              <a:cxn ang="0">
                <a:pos x="connsiteX119258" y="connsiteY119258"/>
              </a:cxn>
              <a:cxn ang="0">
                <a:pos x="connsiteX119259" y="connsiteY119259"/>
              </a:cxn>
              <a:cxn ang="0">
                <a:pos x="connsiteX119260" y="connsiteY119260"/>
              </a:cxn>
              <a:cxn ang="0">
                <a:pos x="connsiteX119261" y="connsiteY119261"/>
              </a:cxn>
              <a:cxn ang="0">
                <a:pos x="connsiteX119262" y="connsiteY119262"/>
              </a:cxn>
              <a:cxn ang="0">
                <a:pos x="connsiteX119263" y="connsiteY119263"/>
              </a:cxn>
              <a:cxn ang="0">
                <a:pos x="connsiteX119264" y="connsiteY119264"/>
              </a:cxn>
              <a:cxn ang="0">
                <a:pos x="connsiteX119265" y="connsiteY119265"/>
              </a:cxn>
              <a:cxn ang="0">
                <a:pos x="connsiteX119266" y="connsiteY119266"/>
              </a:cxn>
              <a:cxn ang="0">
                <a:pos x="connsiteX119267" y="connsiteY119267"/>
              </a:cxn>
              <a:cxn ang="0">
                <a:pos x="connsiteX119268" y="connsiteY119268"/>
              </a:cxn>
              <a:cxn ang="0">
                <a:pos x="connsiteX119269" y="connsiteY119269"/>
              </a:cxn>
              <a:cxn ang="0">
                <a:pos x="connsiteX119270" y="connsiteY119270"/>
              </a:cxn>
              <a:cxn ang="0">
                <a:pos x="connsiteX119271" y="connsiteY119271"/>
              </a:cxn>
              <a:cxn ang="0">
                <a:pos x="connsiteX119272" y="connsiteY119272"/>
              </a:cxn>
              <a:cxn ang="0">
                <a:pos x="connsiteX119273" y="connsiteY119273"/>
              </a:cxn>
              <a:cxn ang="0">
                <a:pos x="connsiteX119274" y="connsiteY119274"/>
              </a:cxn>
              <a:cxn ang="0">
                <a:pos x="connsiteX119275" y="connsiteY119275"/>
              </a:cxn>
              <a:cxn ang="0">
                <a:pos x="connsiteX119276" y="connsiteY119276"/>
              </a:cxn>
              <a:cxn ang="0">
                <a:pos x="connsiteX119277" y="connsiteY119277"/>
              </a:cxn>
              <a:cxn ang="0">
                <a:pos x="connsiteX119278" y="connsiteY119278"/>
              </a:cxn>
              <a:cxn ang="0">
                <a:pos x="connsiteX119279" y="connsiteY119279"/>
              </a:cxn>
              <a:cxn ang="0">
                <a:pos x="connsiteX119280" y="connsiteY119280"/>
              </a:cxn>
              <a:cxn ang="0">
                <a:pos x="connsiteX119281" y="connsiteY119281"/>
              </a:cxn>
              <a:cxn ang="0">
                <a:pos x="connsiteX119282" y="connsiteY119282"/>
              </a:cxn>
              <a:cxn ang="0">
                <a:pos x="connsiteX119283" y="connsiteY119283"/>
              </a:cxn>
              <a:cxn ang="0">
                <a:pos x="connsiteX119284" y="connsiteY119284"/>
              </a:cxn>
              <a:cxn ang="0">
                <a:pos x="connsiteX119285" y="connsiteY119285"/>
              </a:cxn>
              <a:cxn ang="0">
                <a:pos x="connsiteX119286" y="connsiteY119286"/>
              </a:cxn>
              <a:cxn ang="0">
                <a:pos x="connsiteX119287" y="connsiteY119287"/>
              </a:cxn>
              <a:cxn ang="0">
                <a:pos x="connsiteX119288" y="connsiteY119288"/>
              </a:cxn>
              <a:cxn ang="0">
                <a:pos x="connsiteX119289" y="connsiteY119289"/>
              </a:cxn>
              <a:cxn ang="0">
                <a:pos x="connsiteX119290" y="connsiteY119290"/>
              </a:cxn>
              <a:cxn ang="0">
                <a:pos x="connsiteX119291" y="connsiteY119291"/>
              </a:cxn>
              <a:cxn ang="0">
                <a:pos x="connsiteX119292" y="connsiteY119292"/>
              </a:cxn>
              <a:cxn ang="0">
                <a:pos x="connsiteX119293" y="connsiteY119293"/>
              </a:cxn>
              <a:cxn ang="0">
                <a:pos x="connsiteX119294" y="connsiteY119294"/>
              </a:cxn>
              <a:cxn ang="0">
                <a:pos x="connsiteX119295" y="connsiteY119295"/>
              </a:cxn>
              <a:cxn ang="0">
                <a:pos x="connsiteX119296" y="connsiteY119296"/>
              </a:cxn>
              <a:cxn ang="0">
                <a:pos x="connsiteX119297" y="connsiteY119297"/>
              </a:cxn>
              <a:cxn ang="0">
                <a:pos x="connsiteX119298" y="connsiteY119298"/>
              </a:cxn>
              <a:cxn ang="0">
                <a:pos x="connsiteX119299" y="connsiteY119299"/>
              </a:cxn>
              <a:cxn ang="0">
                <a:pos x="connsiteX119300" y="connsiteY119300"/>
              </a:cxn>
              <a:cxn ang="0">
                <a:pos x="connsiteX119301" y="connsiteY119301"/>
              </a:cxn>
              <a:cxn ang="0">
                <a:pos x="connsiteX119302" y="connsiteY119302"/>
              </a:cxn>
              <a:cxn ang="0">
                <a:pos x="connsiteX119303" y="connsiteY119303"/>
              </a:cxn>
              <a:cxn ang="0">
                <a:pos x="connsiteX119304" y="connsiteY119304"/>
              </a:cxn>
              <a:cxn ang="0">
                <a:pos x="connsiteX119305" y="connsiteY119305"/>
              </a:cxn>
              <a:cxn ang="0">
                <a:pos x="connsiteX119306" y="connsiteY119306"/>
              </a:cxn>
              <a:cxn ang="0">
                <a:pos x="connsiteX119307" y="connsiteY119307"/>
              </a:cxn>
              <a:cxn ang="0">
                <a:pos x="connsiteX119308" y="connsiteY119308"/>
              </a:cxn>
              <a:cxn ang="0">
                <a:pos x="connsiteX119309" y="connsiteY119309"/>
              </a:cxn>
              <a:cxn ang="0">
                <a:pos x="connsiteX119310" y="connsiteY119310"/>
              </a:cxn>
              <a:cxn ang="0">
                <a:pos x="connsiteX119311" y="connsiteY119311"/>
              </a:cxn>
              <a:cxn ang="0">
                <a:pos x="connsiteX119312" y="connsiteY119312"/>
              </a:cxn>
              <a:cxn ang="0">
                <a:pos x="connsiteX119313" y="connsiteY119313"/>
              </a:cxn>
              <a:cxn ang="0">
                <a:pos x="connsiteX119314" y="connsiteY119314"/>
              </a:cxn>
              <a:cxn ang="0">
                <a:pos x="connsiteX119315" y="connsiteY119315"/>
              </a:cxn>
              <a:cxn ang="0">
                <a:pos x="connsiteX119316" y="connsiteY119316"/>
              </a:cxn>
              <a:cxn ang="0">
                <a:pos x="connsiteX119317" y="connsiteY119317"/>
              </a:cxn>
              <a:cxn ang="0">
                <a:pos x="connsiteX119318" y="connsiteY119318"/>
              </a:cxn>
              <a:cxn ang="0">
                <a:pos x="connsiteX119319" y="connsiteY119319"/>
              </a:cxn>
              <a:cxn ang="0">
                <a:pos x="connsiteX119320" y="connsiteY119320"/>
              </a:cxn>
              <a:cxn ang="0">
                <a:pos x="connsiteX119321" y="connsiteY119321"/>
              </a:cxn>
              <a:cxn ang="0">
                <a:pos x="connsiteX119322" y="connsiteY119322"/>
              </a:cxn>
              <a:cxn ang="0">
                <a:pos x="connsiteX119323" y="connsiteY119323"/>
              </a:cxn>
              <a:cxn ang="0">
                <a:pos x="connsiteX119324" y="connsiteY119324"/>
              </a:cxn>
              <a:cxn ang="0">
                <a:pos x="connsiteX119325" y="connsiteY119325"/>
              </a:cxn>
              <a:cxn ang="0">
                <a:pos x="connsiteX119326" y="connsiteY119326"/>
              </a:cxn>
              <a:cxn ang="0">
                <a:pos x="connsiteX119327" y="connsiteY119327"/>
              </a:cxn>
              <a:cxn ang="0">
                <a:pos x="connsiteX119328" y="connsiteY119328"/>
              </a:cxn>
              <a:cxn ang="0">
                <a:pos x="connsiteX119329" y="connsiteY119329"/>
              </a:cxn>
              <a:cxn ang="0">
                <a:pos x="connsiteX119330" y="connsiteY119330"/>
              </a:cxn>
              <a:cxn ang="0">
                <a:pos x="connsiteX119331" y="connsiteY119331"/>
              </a:cxn>
              <a:cxn ang="0">
                <a:pos x="connsiteX119332" y="connsiteY119332"/>
              </a:cxn>
              <a:cxn ang="0">
                <a:pos x="connsiteX119333" y="connsiteY119333"/>
              </a:cxn>
              <a:cxn ang="0">
                <a:pos x="connsiteX119334" y="connsiteY119334"/>
              </a:cxn>
              <a:cxn ang="0">
                <a:pos x="connsiteX119335" y="connsiteY119335"/>
              </a:cxn>
              <a:cxn ang="0">
                <a:pos x="connsiteX119336" y="connsiteY119336"/>
              </a:cxn>
              <a:cxn ang="0">
                <a:pos x="connsiteX119337" y="connsiteY119337"/>
              </a:cxn>
              <a:cxn ang="0">
                <a:pos x="connsiteX119338" y="connsiteY119338"/>
              </a:cxn>
              <a:cxn ang="0">
                <a:pos x="connsiteX119339" y="connsiteY119339"/>
              </a:cxn>
              <a:cxn ang="0">
                <a:pos x="connsiteX119340" y="connsiteY119340"/>
              </a:cxn>
              <a:cxn ang="0">
                <a:pos x="connsiteX119341" y="connsiteY119341"/>
              </a:cxn>
              <a:cxn ang="0">
                <a:pos x="connsiteX119342" y="connsiteY119342"/>
              </a:cxn>
              <a:cxn ang="0">
                <a:pos x="connsiteX119343" y="connsiteY119343"/>
              </a:cxn>
              <a:cxn ang="0">
                <a:pos x="connsiteX119344" y="connsiteY119344"/>
              </a:cxn>
              <a:cxn ang="0">
                <a:pos x="connsiteX119345" y="connsiteY119345"/>
              </a:cxn>
              <a:cxn ang="0">
                <a:pos x="connsiteX119346" y="connsiteY119346"/>
              </a:cxn>
              <a:cxn ang="0">
                <a:pos x="connsiteX119347" y="connsiteY119347"/>
              </a:cxn>
              <a:cxn ang="0">
                <a:pos x="connsiteX119348" y="connsiteY119348"/>
              </a:cxn>
              <a:cxn ang="0">
                <a:pos x="connsiteX119349" y="connsiteY119349"/>
              </a:cxn>
              <a:cxn ang="0">
                <a:pos x="connsiteX119350" y="connsiteY119350"/>
              </a:cxn>
              <a:cxn ang="0">
                <a:pos x="connsiteX119351" y="connsiteY119351"/>
              </a:cxn>
              <a:cxn ang="0">
                <a:pos x="connsiteX119352" y="connsiteY119352"/>
              </a:cxn>
              <a:cxn ang="0">
                <a:pos x="connsiteX119353" y="connsiteY119353"/>
              </a:cxn>
              <a:cxn ang="0">
                <a:pos x="connsiteX119354" y="connsiteY119354"/>
              </a:cxn>
              <a:cxn ang="0">
                <a:pos x="connsiteX119355" y="connsiteY119355"/>
              </a:cxn>
              <a:cxn ang="0">
                <a:pos x="connsiteX119356" y="connsiteY119356"/>
              </a:cxn>
              <a:cxn ang="0">
                <a:pos x="connsiteX119357" y="connsiteY119357"/>
              </a:cxn>
              <a:cxn ang="0">
                <a:pos x="connsiteX119358" y="connsiteY119358"/>
              </a:cxn>
              <a:cxn ang="0">
                <a:pos x="connsiteX119359" y="connsiteY119359"/>
              </a:cxn>
              <a:cxn ang="0">
                <a:pos x="connsiteX119360" y="connsiteY119360"/>
              </a:cxn>
              <a:cxn ang="0">
                <a:pos x="connsiteX119361" y="connsiteY119361"/>
              </a:cxn>
              <a:cxn ang="0">
                <a:pos x="connsiteX119362" y="connsiteY119362"/>
              </a:cxn>
              <a:cxn ang="0">
                <a:pos x="connsiteX119363" y="connsiteY119363"/>
              </a:cxn>
              <a:cxn ang="0">
                <a:pos x="connsiteX119364" y="connsiteY119364"/>
              </a:cxn>
              <a:cxn ang="0">
                <a:pos x="connsiteX119365" y="connsiteY119365"/>
              </a:cxn>
              <a:cxn ang="0">
                <a:pos x="connsiteX119366" y="connsiteY119366"/>
              </a:cxn>
              <a:cxn ang="0">
                <a:pos x="connsiteX119367" y="connsiteY119367"/>
              </a:cxn>
              <a:cxn ang="0">
                <a:pos x="connsiteX119368" y="connsiteY119368"/>
              </a:cxn>
              <a:cxn ang="0">
                <a:pos x="connsiteX119369" y="connsiteY119369"/>
              </a:cxn>
              <a:cxn ang="0">
                <a:pos x="connsiteX119370" y="connsiteY119370"/>
              </a:cxn>
              <a:cxn ang="0">
                <a:pos x="connsiteX119371" y="connsiteY119371"/>
              </a:cxn>
              <a:cxn ang="0">
                <a:pos x="connsiteX119372" y="connsiteY119372"/>
              </a:cxn>
              <a:cxn ang="0">
                <a:pos x="connsiteX119373" y="connsiteY119373"/>
              </a:cxn>
              <a:cxn ang="0">
                <a:pos x="connsiteX119374" y="connsiteY119374"/>
              </a:cxn>
              <a:cxn ang="0">
                <a:pos x="connsiteX119375" y="connsiteY119375"/>
              </a:cxn>
              <a:cxn ang="0">
                <a:pos x="connsiteX119376" y="connsiteY119376"/>
              </a:cxn>
              <a:cxn ang="0">
                <a:pos x="connsiteX119377" y="connsiteY119377"/>
              </a:cxn>
              <a:cxn ang="0">
                <a:pos x="connsiteX119378" y="connsiteY119378"/>
              </a:cxn>
              <a:cxn ang="0">
                <a:pos x="connsiteX119379" y="connsiteY119379"/>
              </a:cxn>
              <a:cxn ang="0">
                <a:pos x="connsiteX119380" y="connsiteY119380"/>
              </a:cxn>
              <a:cxn ang="0">
                <a:pos x="connsiteX119381" y="connsiteY119381"/>
              </a:cxn>
              <a:cxn ang="0">
                <a:pos x="connsiteX119382" y="connsiteY119382"/>
              </a:cxn>
              <a:cxn ang="0">
                <a:pos x="connsiteX119383" y="connsiteY119383"/>
              </a:cxn>
              <a:cxn ang="0">
                <a:pos x="connsiteX119384" y="connsiteY119384"/>
              </a:cxn>
              <a:cxn ang="0">
                <a:pos x="connsiteX119385" y="connsiteY119385"/>
              </a:cxn>
              <a:cxn ang="0">
                <a:pos x="connsiteX119386" y="connsiteY119386"/>
              </a:cxn>
              <a:cxn ang="0">
                <a:pos x="connsiteX119387" y="connsiteY119387"/>
              </a:cxn>
              <a:cxn ang="0">
                <a:pos x="connsiteX119388" y="connsiteY119388"/>
              </a:cxn>
              <a:cxn ang="0">
                <a:pos x="connsiteX119389" y="connsiteY119389"/>
              </a:cxn>
              <a:cxn ang="0">
                <a:pos x="connsiteX119390" y="connsiteY119390"/>
              </a:cxn>
              <a:cxn ang="0">
                <a:pos x="connsiteX119391" y="connsiteY119391"/>
              </a:cxn>
              <a:cxn ang="0">
                <a:pos x="connsiteX119392" y="connsiteY119392"/>
              </a:cxn>
              <a:cxn ang="0">
                <a:pos x="connsiteX119393" y="connsiteY119393"/>
              </a:cxn>
              <a:cxn ang="0">
                <a:pos x="connsiteX119394" y="connsiteY119394"/>
              </a:cxn>
              <a:cxn ang="0">
                <a:pos x="connsiteX119395" y="connsiteY119395"/>
              </a:cxn>
              <a:cxn ang="0">
                <a:pos x="connsiteX119396" y="connsiteY119396"/>
              </a:cxn>
              <a:cxn ang="0">
                <a:pos x="connsiteX119397" y="connsiteY119397"/>
              </a:cxn>
              <a:cxn ang="0">
                <a:pos x="connsiteX119398" y="connsiteY119398"/>
              </a:cxn>
              <a:cxn ang="0">
                <a:pos x="connsiteX119399" y="connsiteY119399"/>
              </a:cxn>
              <a:cxn ang="0">
                <a:pos x="connsiteX119400" y="connsiteY119400"/>
              </a:cxn>
              <a:cxn ang="0">
                <a:pos x="connsiteX119401" y="connsiteY119401"/>
              </a:cxn>
              <a:cxn ang="0">
                <a:pos x="connsiteX119402" y="connsiteY119402"/>
              </a:cxn>
              <a:cxn ang="0">
                <a:pos x="connsiteX119403" y="connsiteY119403"/>
              </a:cxn>
              <a:cxn ang="0">
                <a:pos x="connsiteX119404" y="connsiteY119404"/>
              </a:cxn>
              <a:cxn ang="0">
                <a:pos x="connsiteX119405" y="connsiteY119405"/>
              </a:cxn>
              <a:cxn ang="0">
                <a:pos x="connsiteX119406" y="connsiteY119406"/>
              </a:cxn>
              <a:cxn ang="0">
                <a:pos x="connsiteX119407" y="connsiteY119407"/>
              </a:cxn>
              <a:cxn ang="0">
                <a:pos x="connsiteX119408" y="connsiteY119408"/>
              </a:cxn>
              <a:cxn ang="0">
                <a:pos x="connsiteX119409" y="connsiteY119409"/>
              </a:cxn>
              <a:cxn ang="0">
                <a:pos x="connsiteX119410" y="connsiteY119410"/>
              </a:cxn>
              <a:cxn ang="0">
                <a:pos x="connsiteX119411" y="connsiteY119411"/>
              </a:cxn>
              <a:cxn ang="0">
                <a:pos x="connsiteX119412" y="connsiteY119412"/>
              </a:cxn>
              <a:cxn ang="0">
                <a:pos x="connsiteX119413" y="connsiteY119413"/>
              </a:cxn>
              <a:cxn ang="0">
                <a:pos x="connsiteX119414" y="connsiteY119414"/>
              </a:cxn>
              <a:cxn ang="0">
                <a:pos x="connsiteX119415" y="connsiteY119415"/>
              </a:cxn>
              <a:cxn ang="0">
                <a:pos x="connsiteX119416" y="connsiteY119416"/>
              </a:cxn>
              <a:cxn ang="0">
                <a:pos x="connsiteX119417" y="connsiteY119417"/>
              </a:cxn>
              <a:cxn ang="0">
                <a:pos x="connsiteX119418" y="connsiteY119418"/>
              </a:cxn>
              <a:cxn ang="0">
                <a:pos x="connsiteX119419" y="connsiteY119419"/>
              </a:cxn>
              <a:cxn ang="0">
                <a:pos x="connsiteX119420" y="connsiteY119420"/>
              </a:cxn>
              <a:cxn ang="0">
                <a:pos x="connsiteX119421" y="connsiteY119421"/>
              </a:cxn>
              <a:cxn ang="0">
                <a:pos x="connsiteX119422" y="connsiteY119422"/>
              </a:cxn>
              <a:cxn ang="0">
                <a:pos x="connsiteX119423" y="connsiteY119423"/>
              </a:cxn>
              <a:cxn ang="0">
                <a:pos x="connsiteX119424" y="connsiteY119424"/>
              </a:cxn>
              <a:cxn ang="0">
                <a:pos x="connsiteX119425" y="connsiteY119425"/>
              </a:cxn>
              <a:cxn ang="0">
                <a:pos x="connsiteX119426" y="connsiteY119426"/>
              </a:cxn>
              <a:cxn ang="0">
                <a:pos x="connsiteX119427" y="connsiteY119427"/>
              </a:cxn>
              <a:cxn ang="0">
                <a:pos x="connsiteX119428" y="connsiteY119428"/>
              </a:cxn>
              <a:cxn ang="0">
                <a:pos x="connsiteX119429" y="connsiteY119429"/>
              </a:cxn>
              <a:cxn ang="0">
                <a:pos x="connsiteX119430" y="connsiteY119430"/>
              </a:cxn>
              <a:cxn ang="0">
                <a:pos x="connsiteX119431" y="connsiteY119431"/>
              </a:cxn>
              <a:cxn ang="0">
                <a:pos x="connsiteX119432" y="connsiteY119432"/>
              </a:cxn>
              <a:cxn ang="0">
                <a:pos x="connsiteX119433" y="connsiteY119433"/>
              </a:cxn>
              <a:cxn ang="0">
                <a:pos x="connsiteX119434" y="connsiteY119434"/>
              </a:cxn>
              <a:cxn ang="0">
                <a:pos x="connsiteX119435" y="connsiteY119435"/>
              </a:cxn>
              <a:cxn ang="0">
                <a:pos x="connsiteX119436" y="connsiteY119436"/>
              </a:cxn>
              <a:cxn ang="0">
                <a:pos x="connsiteX119437" y="connsiteY119437"/>
              </a:cxn>
              <a:cxn ang="0">
                <a:pos x="connsiteX119438" y="connsiteY119438"/>
              </a:cxn>
              <a:cxn ang="0">
                <a:pos x="connsiteX119439" y="connsiteY119439"/>
              </a:cxn>
              <a:cxn ang="0">
                <a:pos x="connsiteX119440" y="connsiteY119440"/>
              </a:cxn>
              <a:cxn ang="0">
                <a:pos x="connsiteX119441" y="connsiteY119441"/>
              </a:cxn>
              <a:cxn ang="0">
                <a:pos x="connsiteX119442" y="connsiteY119442"/>
              </a:cxn>
              <a:cxn ang="0">
                <a:pos x="connsiteX119443" y="connsiteY119443"/>
              </a:cxn>
              <a:cxn ang="0">
                <a:pos x="connsiteX119444" y="connsiteY119444"/>
              </a:cxn>
              <a:cxn ang="0">
                <a:pos x="connsiteX119445" y="connsiteY119445"/>
              </a:cxn>
              <a:cxn ang="0">
                <a:pos x="connsiteX119446" y="connsiteY119446"/>
              </a:cxn>
              <a:cxn ang="0">
                <a:pos x="connsiteX119447" y="connsiteY119447"/>
              </a:cxn>
              <a:cxn ang="0">
                <a:pos x="connsiteX119448" y="connsiteY119448"/>
              </a:cxn>
              <a:cxn ang="0">
                <a:pos x="connsiteX119449" y="connsiteY119449"/>
              </a:cxn>
              <a:cxn ang="0">
                <a:pos x="connsiteX119450" y="connsiteY119450"/>
              </a:cxn>
              <a:cxn ang="0">
                <a:pos x="connsiteX119451" y="connsiteY119451"/>
              </a:cxn>
              <a:cxn ang="0">
                <a:pos x="connsiteX119452" y="connsiteY119452"/>
              </a:cxn>
              <a:cxn ang="0">
                <a:pos x="connsiteX119453" y="connsiteY119453"/>
              </a:cxn>
              <a:cxn ang="0">
                <a:pos x="connsiteX119454" y="connsiteY119454"/>
              </a:cxn>
              <a:cxn ang="0">
                <a:pos x="connsiteX119455" y="connsiteY119455"/>
              </a:cxn>
              <a:cxn ang="0">
                <a:pos x="connsiteX119456" y="connsiteY119456"/>
              </a:cxn>
              <a:cxn ang="0">
                <a:pos x="connsiteX119457" y="connsiteY119457"/>
              </a:cxn>
              <a:cxn ang="0">
                <a:pos x="connsiteX119458" y="connsiteY119458"/>
              </a:cxn>
              <a:cxn ang="0">
                <a:pos x="connsiteX119459" y="connsiteY119459"/>
              </a:cxn>
              <a:cxn ang="0">
                <a:pos x="connsiteX119460" y="connsiteY119460"/>
              </a:cxn>
              <a:cxn ang="0">
                <a:pos x="connsiteX119461" y="connsiteY119461"/>
              </a:cxn>
              <a:cxn ang="0">
                <a:pos x="connsiteX119462" y="connsiteY119462"/>
              </a:cxn>
              <a:cxn ang="0">
                <a:pos x="connsiteX119463" y="connsiteY119463"/>
              </a:cxn>
              <a:cxn ang="0">
                <a:pos x="connsiteX119464" y="connsiteY119464"/>
              </a:cxn>
              <a:cxn ang="0">
                <a:pos x="connsiteX119465" y="connsiteY119465"/>
              </a:cxn>
              <a:cxn ang="0">
                <a:pos x="connsiteX119466" y="connsiteY119466"/>
              </a:cxn>
              <a:cxn ang="0">
                <a:pos x="connsiteX119467" y="connsiteY119467"/>
              </a:cxn>
              <a:cxn ang="0">
                <a:pos x="connsiteX119468" y="connsiteY119468"/>
              </a:cxn>
              <a:cxn ang="0">
                <a:pos x="connsiteX119469" y="connsiteY119469"/>
              </a:cxn>
              <a:cxn ang="0">
                <a:pos x="connsiteX119470" y="connsiteY119470"/>
              </a:cxn>
              <a:cxn ang="0">
                <a:pos x="connsiteX119471" y="connsiteY119471"/>
              </a:cxn>
              <a:cxn ang="0">
                <a:pos x="connsiteX119472" y="connsiteY119472"/>
              </a:cxn>
              <a:cxn ang="0">
                <a:pos x="connsiteX119473" y="connsiteY119473"/>
              </a:cxn>
              <a:cxn ang="0">
                <a:pos x="connsiteX119474" y="connsiteY119474"/>
              </a:cxn>
              <a:cxn ang="0">
                <a:pos x="connsiteX119475" y="connsiteY119475"/>
              </a:cxn>
              <a:cxn ang="0">
                <a:pos x="connsiteX119476" y="connsiteY119476"/>
              </a:cxn>
              <a:cxn ang="0">
                <a:pos x="connsiteX119477" y="connsiteY119477"/>
              </a:cxn>
              <a:cxn ang="0">
                <a:pos x="connsiteX119478" y="connsiteY119478"/>
              </a:cxn>
              <a:cxn ang="0">
                <a:pos x="connsiteX119479" y="connsiteY119479"/>
              </a:cxn>
              <a:cxn ang="0">
                <a:pos x="connsiteX119480" y="connsiteY119480"/>
              </a:cxn>
              <a:cxn ang="0">
                <a:pos x="connsiteX119481" y="connsiteY119481"/>
              </a:cxn>
              <a:cxn ang="0">
                <a:pos x="connsiteX119482" y="connsiteY119482"/>
              </a:cxn>
              <a:cxn ang="0">
                <a:pos x="connsiteX119483" y="connsiteY119483"/>
              </a:cxn>
              <a:cxn ang="0">
                <a:pos x="connsiteX119484" y="connsiteY119484"/>
              </a:cxn>
              <a:cxn ang="0">
                <a:pos x="connsiteX119485" y="connsiteY119485"/>
              </a:cxn>
              <a:cxn ang="0">
                <a:pos x="connsiteX119486" y="connsiteY119486"/>
              </a:cxn>
              <a:cxn ang="0">
                <a:pos x="connsiteX119487" y="connsiteY119487"/>
              </a:cxn>
              <a:cxn ang="0">
                <a:pos x="connsiteX119488" y="connsiteY119488"/>
              </a:cxn>
              <a:cxn ang="0">
                <a:pos x="connsiteX119489" y="connsiteY119489"/>
              </a:cxn>
              <a:cxn ang="0">
                <a:pos x="connsiteX119490" y="connsiteY119490"/>
              </a:cxn>
              <a:cxn ang="0">
                <a:pos x="connsiteX119491" y="connsiteY119491"/>
              </a:cxn>
              <a:cxn ang="0">
                <a:pos x="connsiteX119492" y="connsiteY119492"/>
              </a:cxn>
              <a:cxn ang="0">
                <a:pos x="connsiteX119493" y="connsiteY119493"/>
              </a:cxn>
              <a:cxn ang="0">
                <a:pos x="connsiteX119494" y="connsiteY119494"/>
              </a:cxn>
              <a:cxn ang="0">
                <a:pos x="connsiteX119495" y="connsiteY119495"/>
              </a:cxn>
              <a:cxn ang="0">
                <a:pos x="connsiteX119496" y="connsiteY119496"/>
              </a:cxn>
              <a:cxn ang="0">
                <a:pos x="connsiteX119497" y="connsiteY119497"/>
              </a:cxn>
              <a:cxn ang="0">
                <a:pos x="connsiteX119498" y="connsiteY119498"/>
              </a:cxn>
              <a:cxn ang="0">
                <a:pos x="connsiteX119499" y="connsiteY119499"/>
              </a:cxn>
              <a:cxn ang="0">
                <a:pos x="connsiteX119500" y="connsiteY119500"/>
              </a:cxn>
              <a:cxn ang="0">
                <a:pos x="connsiteX119501" y="connsiteY119501"/>
              </a:cxn>
              <a:cxn ang="0">
                <a:pos x="connsiteX119502" y="connsiteY119502"/>
              </a:cxn>
              <a:cxn ang="0">
                <a:pos x="connsiteX119503" y="connsiteY119503"/>
              </a:cxn>
              <a:cxn ang="0">
                <a:pos x="connsiteX119504" y="connsiteY119504"/>
              </a:cxn>
              <a:cxn ang="0">
                <a:pos x="connsiteX119505" y="connsiteY119505"/>
              </a:cxn>
              <a:cxn ang="0">
                <a:pos x="connsiteX119506" y="connsiteY119506"/>
              </a:cxn>
              <a:cxn ang="0">
                <a:pos x="connsiteX119507" y="connsiteY119507"/>
              </a:cxn>
              <a:cxn ang="0">
                <a:pos x="connsiteX119508" y="connsiteY119508"/>
              </a:cxn>
              <a:cxn ang="0">
                <a:pos x="connsiteX119509" y="connsiteY119509"/>
              </a:cxn>
              <a:cxn ang="0">
                <a:pos x="connsiteX119510" y="connsiteY119510"/>
              </a:cxn>
              <a:cxn ang="0">
                <a:pos x="connsiteX119511" y="connsiteY119511"/>
              </a:cxn>
              <a:cxn ang="0">
                <a:pos x="connsiteX119512" y="connsiteY119512"/>
              </a:cxn>
              <a:cxn ang="0">
                <a:pos x="connsiteX119513" y="connsiteY119513"/>
              </a:cxn>
              <a:cxn ang="0">
                <a:pos x="connsiteX119514" y="connsiteY119514"/>
              </a:cxn>
              <a:cxn ang="0">
                <a:pos x="connsiteX119515" y="connsiteY119515"/>
              </a:cxn>
              <a:cxn ang="0">
                <a:pos x="connsiteX119516" y="connsiteY119516"/>
              </a:cxn>
              <a:cxn ang="0">
                <a:pos x="connsiteX119517" y="connsiteY119517"/>
              </a:cxn>
              <a:cxn ang="0">
                <a:pos x="connsiteX119518" y="connsiteY119518"/>
              </a:cxn>
              <a:cxn ang="0">
                <a:pos x="connsiteX119519" y="connsiteY119519"/>
              </a:cxn>
              <a:cxn ang="0">
                <a:pos x="connsiteX119520" y="connsiteY119520"/>
              </a:cxn>
              <a:cxn ang="0">
                <a:pos x="connsiteX119521" y="connsiteY119521"/>
              </a:cxn>
              <a:cxn ang="0">
                <a:pos x="connsiteX119522" y="connsiteY119522"/>
              </a:cxn>
              <a:cxn ang="0">
                <a:pos x="connsiteX119523" y="connsiteY119523"/>
              </a:cxn>
              <a:cxn ang="0">
                <a:pos x="connsiteX119524" y="connsiteY119524"/>
              </a:cxn>
              <a:cxn ang="0">
                <a:pos x="connsiteX119525" y="connsiteY119525"/>
              </a:cxn>
              <a:cxn ang="0">
                <a:pos x="connsiteX119526" y="connsiteY119526"/>
              </a:cxn>
              <a:cxn ang="0">
                <a:pos x="connsiteX119527" y="connsiteY119527"/>
              </a:cxn>
              <a:cxn ang="0">
                <a:pos x="connsiteX119528" y="connsiteY119528"/>
              </a:cxn>
              <a:cxn ang="0">
                <a:pos x="connsiteX119529" y="connsiteY119529"/>
              </a:cxn>
              <a:cxn ang="0">
                <a:pos x="connsiteX119530" y="connsiteY119530"/>
              </a:cxn>
              <a:cxn ang="0">
                <a:pos x="connsiteX119531" y="connsiteY119531"/>
              </a:cxn>
              <a:cxn ang="0">
                <a:pos x="connsiteX119532" y="connsiteY119532"/>
              </a:cxn>
              <a:cxn ang="0">
                <a:pos x="connsiteX119533" y="connsiteY119533"/>
              </a:cxn>
              <a:cxn ang="0">
                <a:pos x="connsiteX119534" y="connsiteY119534"/>
              </a:cxn>
              <a:cxn ang="0">
                <a:pos x="connsiteX119535" y="connsiteY119535"/>
              </a:cxn>
              <a:cxn ang="0">
                <a:pos x="connsiteX119536" y="connsiteY119536"/>
              </a:cxn>
              <a:cxn ang="0">
                <a:pos x="connsiteX119537" y="connsiteY119537"/>
              </a:cxn>
              <a:cxn ang="0">
                <a:pos x="connsiteX119538" y="connsiteY119538"/>
              </a:cxn>
              <a:cxn ang="0">
                <a:pos x="connsiteX119539" y="connsiteY119539"/>
              </a:cxn>
              <a:cxn ang="0">
                <a:pos x="connsiteX119540" y="connsiteY119540"/>
              </a:cxn>
              <a:cxn ang="0">
                <a:pos x="connsiteX119541" y="connsiteY119541"/>
              </a:cxn>
              <a:cxn ang="0">
                <a:pos x="connsiteX119542" y="connsiteY119542"/>
              </a:cxn>
              <a:cxn ang="0">
                <a:pos x="connsiteX119543" y="connsiteY119543"/>
              </a:cxn>
              <a:cxn ang="0">
                <a:pos x="connsiteX119544" y="connsiteY119544"/>
              </a:cxn>
              <a:cxn ang="0">
                <a:pos x="connsiteX119545" y="connsiteY119545"/>
              </a:cxn>
              <a:cxn ang="0">
                <a:pos x="connsiteX119546" y="connsiteY119546"/>
              </a:cxn>
              <a:cxn ang="0">
                <a:pos x="connsiteX119547" y="connsiteY119547"/>
              </a:cxn>
              <a:cxn ang="0">
                <a:pos x="connsiteX119548" y="connsiteY119548"/>
              </a:cxn>
              <a:cxn ang="0">
                <a:pos x="connsiteX119549" y="connsiteY119549"/>
              </a:cxn>
              <a:cxn ang="0">
                <a:pos x="connsiteX119550" y="connsiteY119550"/>
              </a:cxn>
              <a:cxn ang="0">
                <a:pos x="connsiteX119551" y="connsiteY119551"/>
              </a:cxn>
              <a:cxn ang="0">
                <a:pos x="connsiteX119552" y="connsiteY119552"/>
              </a:cxn>
              <a:cxn ang="0">
                <a:pos x="connsiteX119553" y="connsiteY119553"/>
              </a:cxn>
              <a:cxn ang="0">
                <a:pos x="connsiteX119554" y="connsiteY119554"/>
              </a:cxn>
              <a:cxn ang="0">
                <a:pos x="connsiteX119555" y="connsiteY119555"/>
              </a:cxn>
              <a:cxn ang="0">
                <a:pos x="connsiteX119556" y="connsiteY119556"/>
              </a:cxn>
              <a:cxn ang="0">
                <a:pos x="connsiteX119557" y="connsiteY119557"/>
              </a:cxn>
              <a:cxn ang="0">
                <a:pos x="connsiteX119558" y="connsiteY119558"/>
              </a:cxn>
              <a:cxn ang="0">
                <a:pos x="connsiteX119559" y="connsiteY119559"/>
              </a:cxn>
              <a:cxn ang="0">
                <a:pos x="connsiteX119560" y="connsiteY119560"/>
              </a:cxn>
              <a:cxn ang="0">
                <a:pos x="connsiteX119561" y="connsiteY119561"/>
              </a:cxn>
              <a:cxn ang="0">
                <a:pos x="connsiteX119562" y="connsiteY119562"/>
              </a:cxn>
              <a:cxn ang="0">
                <a:pos x="connsiteX119563" y="connsiteY119563"/>
              </a:cxn>
              <a:cxn ang="0">
                <a:pos x="connsiteX119564" y="connsiteY119564"/>
              </a:cxn>
              <a:cxn ang="0">
                <a:pos x="connsiteX119565" y="connsiteY119565"/>
              </a:cxn>
              <a:cxn ang="0">
                <a:pos x="connsiteX119566" y="connsiteY119566"/>
              </a:cxn>
              <a:cxn ang="0">
                <a:pos x="connsiteX119567" y="connsiteY119567"/>
              </a:cxn>
              <a:cxn ang="0">
                <a:pos x="connsiteX119568" y="connsiteY119568"/>
              </a:cxn>
              <a:cxn ang="0">
                <a:pos x="connsiteX119569" y="connsiteY119569"/>
              </a:cxn>
              <a:cxn ang="0">
                <a:pos x="connsiteX119570" y="connsiteY119570"/>
              </a:cxn>
              <a:cxn ang="0">
                <a:pos x="connsiteX119571" y="connsiteY119571"/>
              </a:cxn>
              <a:cxn ang="0">
                <a:pos x="connsiteX119572" y="connsiteY119572"/>
              </a:cxn>
              <a:cxn ang="0">
                <a:pos x="connsiteX119573" y="connsiteY119573"/>
              </a:cxn>
              <a:cxn ang="0">
                <a:pos x="connsiteX119574" y="connsiteY119574"/>
              </a:cxn>
              <a:cxn ang="0">
                <a:pos x="connsiteX119575" y="connsiteY119575"/>
              </a:cxn>
              <a:cxn ang="0">
                <a:pos x="connsiteX119576" y="connsiteY119576"/>
              </a:cxn>
              <a:cxn ang="0">
                <a:pos x="connsiteX119577" y="connsiteY119577"/>
              </a:cxn>
              <a:cxn ang="0">
                <a:pos x="connsiteX119578" y="connsiteY119578"/>
              </a:cxn>
              <a:cxn ang="0">
                <a:pos x="connsiteX119579" y="connsiteY119579"/>
              </a:cxn>
              <a:cxn ang="0">
                <a:pos x="connsiteX119580" y="connsiteY119580"/>
              </a:cxn>
              <a:cxn ang="0">
                <a:pos x="connsiteX119581" y="connsiteY119581"/>
              </a:cxn>
              <a:cxn ang="0">
                <a:pos x="connsiteX119582" y="connsiteY119582"/>
              </a:cxn>
              <a:cxn ang="0">
                <a:pos x="connsiteX119583" y="connsiteY119583"/>
              </a:cxn>
              <a:cxn ang="0">
                <a:pos x="connsiteX119584" y="connsiteY119584"/>
              </a:cxn>
              <a:cxn ang="0">
                <a:pos x="connsiteX119585" y="connsiteY119585"/>
              </a:cxn>
              <a:cxn ang="0">
                <a:pos x="connsiteX119586" y="connsiteY119586"/>
              </a:cxn>
              <a:cxn ang="0">
                <a:pos x="connsiteX119587" y="connsiteY119587"/>
              </a:cxn>
              <a:cxn ang="0">
                <a:pos x="connsiteX119588" y="connsiteY119588"/>
              </a:cxn>
              <a:cxn ang="0">
                <a:pos x="connsiteX119589" y="connsiteY119589"/>
              </a:cxn>
              <a:cxn ang="0">
                <a:pos x="connsiteX119590" y="connsiteY119590"/>
              </a:cxn>
              <a:cxn ang="0">
                <a:pos x="connsiteX119591" y="connsiteY119591"/>
              </a:cxn>
              <a:cxn ang="0">
                <a:pos x="connsiteX119592" y="connsiteY119592"/>
              </a:cxn>
              <a:cxn ang="0">
                <a:pos x="connsiteX119593" y="connsiteY119593"/>
              </a:cxn>
              <a:cxn ang="0">
                <a:pos x="connsiteX119594" y="connsiteY119594"/>
              </a:cxn>
              <a:cxn ang="0">
                <a:pos x="connsiteX119595" y="connsiteY119595"/>
              </a:cxn>
              <a:cxn ang="0">
                <a:pos x="connsiteX119596" y="connsiteY119596"/>
              </a:cxn>
              <a:cxn ang="0">
                <a:pos x="connsiteX119597" y="connsiteY119597"/>
              </a:cxn>
              <a:cxn ang="0">
                <a:pos x="connsiteX119598" y="connsiteY119598"/>
              </a:cxn>
              <a:cxn ang="0">
                <a:pos x="connsiteX119599" y="connsiteY119599"/>
              </a:cxn>
              <a:cxn ang="0">
                <a:pos x="connsiteX119600" y="connsiteY119600"/>
              </a:cxn>
              <a:cxn ang="0">
                <a:pos x="connsiteX119601" y="connsiteY119601"/>
              </a:cxn>
              <a:cxn ang="0">
                <a:pos x="connsiteX119602" y="connsiteY119602"/>
              </a:cxn>
              <a:cxn ang="0">
                <a:pos x="connsiteX119603" y="connsiteY119603"/>
              </a:cxn>
              <a:cxn ang="0">
                <a:pos x="connsiteX119604" y="connsiteY119604"/>
              </a:cxn>
              <a:cxn ang="0">
                <a:pos x="connsiteX119605" y="connsiteY119605"/>
              </a:cxn>
              <a:cxn ang="0">
                <a:pos x="connsiteX119606" y="connsiteY119606"/>
              </a:cxn>
              <a:cxn ang="0">
                <a:pos x="connsiteX119607" y="connsiteY119607"/>
              </a:cxn>
              <a:cxn ang="0">
                <a:pos x="connsiteX119608" y="connsiteY119608"/>
              </a:cxn>
              <a:cxn ang="0">
                <a:pos x="connsiteX119609" y="connsiteY119609"/>
              </a:cxn>
              <a:cxn ang="0">
                <a:pos x="connsiteX119610" y="connsiteY119610"/>
              </a:cxn>
              <a:cxn ang="0">
                <a:pos x="connsiteX119611" y="connsiteY119611"/>
              </a:cxn>
              <a:cxn ang="0">
                <a:pos x="connsiteX119612" y="connsiteY119612"/>
              </a:cxn>
              <a:cxn ang="0">
                <a:pos x="connsiteX119613" y="connsiteY119613"/>
              </a:cxn>
              <a:cxn ang="0">
                <a:pos x="connsiteX119614" y="connsiteY119614"/>
              </a:cxn>
              <a:cxn ang="0">
                <a:pos x="connsiteX119615" y="connsiteY119615"/>
              </a:cxn>
              <a:cxn ang="0">
                <a:pos x="connsiteX119616" y="connsiteY119616"/>
              </a:cxn>
              <a:cxn ang="0">
                <a:pos x="connsiteX119617" y="connsiteY119617"/>
              </a:cxn>
              <a:cxn ang="0">
                <a:pos x="connsiteX119618" y="connsiteY119618"/>
              </a:cxn>
              <a:cxn ang="0">
                <a:pos x="connsiteX119619" y="connsiteY119619"/>
              </a:cxn>
              <a:cxn ang="0">
                <a:pos x="connsiteX119620" y="connsiteY119620"/>
              </a:cxn>
              <a:cxn ang="0">
                <a:pos x="connsiteX119621" y="connsiteY119621"/>
              </a:cxn>
              <a:cxn ang="0">
                <a:pos x="connsiteX119622" y="connsiteY119622"/>
              </a:cxn>
              <a:cxn ang="0">
                <a:pos x="connsiteX119623" y="connsiteY119623"/>
              </a:cxn>
              <a:cxn ang="0">
                <a:pos x="connsiteX119624" y="connsiteY119624"/>
              </a:cxn>
              <a:cxn ang="0">
                <a:pos x="connsiteX119625" y="connsiteY119625"/>
              </a:cxn>
              <a:cxn ang="0">
                <a:pos x="connsiteX119626" y="connsiteY119626"/>
              </a:cxn>
              <a:cxn ang="0">
                <a:pos x="connsiteX119627" y="connsiteY119627"/>
              </a:cxn>
              <a:cxn ang="0">
                <a:pos x="connsiteX119628" y="connsiteY119628"/>
              </a:cxn>
              <a:cxn ang="0">
                <a:pos x="connsiteX119629" y="connsiteY119629"/>
              </a:cxn>
              <a:cxn ang="0">
                <a:pos x="connsiteX119630" y="connsiteY119630"/>
              </a:cxn>
              <a:cxn ang="0">
                <a:pos x="connsiteX119631" y="connsiteY119631"/>
              </a:cxn>
              <a:cxn ang="0">
                <a:pos x="connsiteX119632" y="connsiteY119632"/>
              </a:cxn>
              <a:cxn ang="0">
                <a:pos x="connsiteX119633" y="connsiteY119633"/>
              </a:cxn>
              <a:cxn ang="0">
                <a:pos x="connsiteX119634" y="connsiteY119634"/>
              </a:cxn>
              <a:cxn ang="0">
                <a:pos x="connsiteX119635" y="connsiteY119635"/>
              </a:cxn>
              <a:cxn ang="0">
                <a:pos x="connsiteX119636" y="connsiteY119636"/>
              </a:cxn>
              <a:cxn ang="0">
                <a:pos x="connsiteX119637" y="connsiteY119637"/>
              </a:cxn>
              <a:cxn ang="0">
                <a:pos x="connsiteX119638" y="connsiteY119638"/>
              </a:cxn>
              <a:cxn ang="0">
                <a:pos x="connsiteX119639" y="connsiteY119639"/>
              </a:cxn>
              <a:cxn ang="0">
                <a:pos x="connsiteX119640" y="connsiteY119640"/>
              </a:cxn>
              <a:cxn ang="0">
                <a:pos x="connsiteX119641" y="connsiteY119641"/>
              </a:cxn>
              <a:cxn ang="0">
                <a:pos x="connsiteX119642" y="connsiteY119642"/>
              </a:cxn>
              <a:cxn ang="0">
                <a:pos x="connsiteX119643" y="connsiteY119643"/>
              </a:cxn>
              <a:cxn ang="0">
                <a:pos x="connsiteX119644" y="connsiteY119644"/>
              </a:cxn>
              <a:cxn ang="0">
                <a:pos x="connsiteX119645" y="connsiteY119645"/>
              </a:cxn>
              <a:cxn ang="0">
                <a:pos x="connsiteX119646" y="connsiteY119646"/>
              </a:cxn>
              <a:cxn ang="0">
                <a:pos x="connsiteX119647" y="connsiteY119647"/>
              </a:cxn>
              <a:cxn ang="0">
                <a:pos x="connsiteX119648" y="connsiteY119648"/>
              </a:cxn>
              <a:cxn ang="0">
                <a:pos x="connsiteX119649" y="connsiteY119649"/>
              </a:cxn>
              <a:cxn ang="0">
                <a:pos x="connsiteX119650" y="connsiteY119650"/>
              </a:cxn>
              <a:cxn ang="0">
                <a:pos x="connsiteX119651" y="connsiteY119651"/>
              </a:cxn>
              <a:cxn ang="0">
                <a:pos x="connsiteX119652" y="connsiteY119652"/>
              </a:cxn>
              <a:cxn ang="0">
                <a:pos x="connsiteX119653" y="connsiteY119653"/>
              </a:cxn>
              <a:cxn ang="0">
                <a:pos x="connsiteX119654" y="connsiteY119654"/>
              </a:cxn>
              <a:cxn ang="0">
                <a:pos x="connsiteX119655" y="connsiteY119655"/>
              </a:cxn>
              <a:cxn ang="0">
                <a:pos x="connsiteX119656" y="connsiteY119656"/>
              </a:cxn>
              <a:cxn ang="0">
                <a:pos x="connsiteX119657" y="connsiteY119657"/>
              </a:cxn>
              <a:cxn ang="0">
                <a:pos x="connsiteX119658" y="connsiteY119658"/>
              </a:cxn>
              <a:cxn ang="0">
                <a:pos x="connsiteX119659" y="connsiteY119659"/>
              </a:cxn>
              <a:cxn ang="0">
                <a:pos x="connsiteX119660" y="connsiteY119660"/>
              </a:cxn>
              <a:cxn ang="0">
                <a:pos x="connsiteX119661" y="connsiteY119661"/>
              </a:cxn>
              <a:cxn ang="0">
                <a:pos x="connsiteX119662" y="connsiteY119662"/>
              </a:cxn>
              <a:cxn ang="0">
                <a:pos x="connsiteX119663" y="connsiteY119663"/>
              </a:cxn>
              <a:cxn ang="0">
                <a:pos x="connsiteX119664" y="connsiteY119664"/>
              </a:cxn>
              <a:cxn ang="0">
                <a:pos x="connsiteX119665" y="connsiteY119665"/>
              </a:cxn>
              <a:cxn ang="0">
                <a:pos x="connsiteX119666" y="connsiteY119666"/>
              </a:cxn>
              <a:cxn ang="0">
                <a:pos x="connsiteX119667" y="connsiteY119667"/>
              </a:cxn>
              <a:cxn ang="0">
                <a:pos x="connsiteX119668" y="connsiteY119668"/>
              </a:cxn>
              <a:cxn ang="0">
                <a:pos x="connsiteX119669" y="connsiteY119669"/>
              </a:cxn>
              <a:cxn ang="0">
                <a:pos x="connsiteX119670" y="connsiteY119670"/>
              </a:cxn>
              <a:cxn ang="0">
                <a:pos x="connsiteX119671" y="connsiteY119671"/>
              </a:cxn>
              <a:cxn ang="0">
                <a:pos x="connsiteX119672" y="connsiteY119672"/>
              </a:cxn>
              <a:cxn ang="0">
                <a:pos x="connsiteX119673" y="connsiteY119673"/>
              </a:cxn>
              <a:cxn ang="0">
                <a:pos x="connsiteX119674" y="connsiteY119674"/>
              </a:cxn>
              <a:cxn ang="0">
                <a:pos x="connsiteX119675" y="connsiteY119675"/>
              </a:cxn>
              <a:cxn ang="0">
                <a:pos x="connsiteX119676" y="connsiteY119676"/>
              </a:cxn>
              <a:cxn ang="0">
                <a:pos x="connsiteX119677" y="connsiteY119677"/>
              </a:cxn>
              <a:cxn ang="0">
                <a:pos x="connsiteX119678" y="connsiteY119678"/>
              </a:cxn>
              <a:cxn ang="0">
                <a:pos x="connsiteX119679" y="connsiteY119679"/>
              </a:cxn>
              <a:cxn ang="0">
                <a:pos x="connsiteX119680" y="connsiteY119680"/>
              </a:cxn>
              <a:cxn ang="0">
                <a:pos x="connsiteX119681" y="connsiteY119681"/>
              </a:cxn>
              <a:cxn ang="0">
                <a:pos x="connsiteX119682" y="connsiteY119682"/>
              </a:cxn>
              <a:cxn ang="0">
                <a:pos x="connsiteX119683" y="connsiteY119683"/>
              </a:cxn>
              <a:cxn ang="0">
                <a:pos x="connsiteX119684" y="connsiteY119684"/>
              </a:cxn>
              <a:cxn ang="0">
                <a:pos x="connsiteX119685" y="connsiteY119685"/>
              </a:cxn>
              <a:cxn ang="0">
                <a:pos x="connsiteX119686" y="connsiteY119686"/>
              </a:cxn>
              <a:cxn ang="0">
                <a:pos x="connsiteX119687" y="connsiteY119687"/>
              </a:cxn>
              <a:cxn ang="0">
                <a:pos x="connsiteX119688" y="connsiteY119688"/>
              </a:cxn>
              <a:cxn ang="0">
                <a:pos x="connsiteX119689" y="connsiteY119689"/>
              </a:cxn>
              <a:cxn ang="0">
                <a:pos x="connsiteX119690" y="connsiteY119690"/>
              </a:cxn>
              <a:cxn ang="0">
                <a:pos x="connsiteX119691" y="connsiteY119691"/>
              </a:cxn>
              <a:cxn ang="0">
                <a:pos x="connsiteX119692" y="connsiteY119692"/>
              </a:cxn>
              <a:cxn ang="0">
                <a:pos x="connsiteX119693" y="connsiteY119693"/>
              </a:cxn>
              <a:cxn ang="0">
                <a:pos x="connsiteX119694" y="connsiteY119694"/>
              </a:cxn>
              <a:cxn ang="0">
                <a:pos x="connsiteX119695" y="connsiteY119695"/>
              </a:cxn>
              <a:cxn ang="0">
                <a:pos x="connsiteX119696" y="connsiteY119696"/>
              </a:cxn>
              <a:cxn ang="0">
                <a:pos x="connsiteX119697" y="connsiteY119697"/>
              </a:cxn>
              <a:cxn ang="0">
                <a:pos x="connsiteX119698" y="connsiteY119698"/>
              </a:cxn>
              <a:cxn ang="0">
                <a:pos x="connsiteX119699" y="connsiteY119699"/>
              </a:cxn>
              <a:cxn ang="0">
                <a:pos x="connsiteX119700" y="connsiteY119700"/>
              </a:cxn>
              <a:cxn ang="0">
                <a:pos x="connsiteX119701" y="connsiteY119701"/>
              </a:cxn>
              <a:cxn ang="0">
                <a:pos x="connsiteX119702" y="connsiteY119702"/>
              </a:cxn>
              <a:cxn ang="0">
                <a:pos x="connsiteX119703" y="connsiteY119703"/>
              </a:cxn>
              <a:cxn ang="0">
                <a:pos x="connsiteX119704" y="connsiteY119704"/>
              </a:cxn>
              <a:cxn ang="0">
                <a:pos x="connsiteX119705" y="connsiteY119705"/>
              </a:cxn>
              <a:cxn ang="0">
                <a:pos x="connsiteX119706" y="connsiteY119706"/>
              </a:cxn>
              <a:cxn ang="0">
                <a:pos x="connsiteX119707" y="connsiteY119707"/>
              </a:cxn>
              <a:cxn ang="0">
                <a:pos x="connsiteX119708" y="connsiteY119708"/>
              </a:cxn>
              <a:cxn ang="0">
                <a:pos x="connsiteX119709" y="connsiteY119709"/>
              </a:cxn>
              <a:cxn ang="0">
                <a:pos x="connsiteX119710" y="connsiteY119710"/>
              </a:cxn>
              <a:cxn ang="0">
                <a:pos x="connsiteX119711" y="connsiteY119711"/>
              </a:cxn>
              <a:cxn ang="0">
                <a:pos x="connsiteX119712" y="connsiteY119712"/>
              </a:cxn>
              <a:cxn ang="0">
                <a:pos x="connsiteX119713" y="connsiteY119713"/>
              </a:cxn>
              <a:cxn ang="0">
                <a:pos x="connsiteX119714" y="connsiteY119714"/>
              </a:cxn>
              <a:cxn ang="0">
                <a:pos x="connsiteX119715" y="connsiteY119715"/>
              </a:cxn>
              <a:cxn ang="0">
                <a:pos x="connsiteX119716" y="connsiteY119716"/>
              </a:cxn>
              <a:cxn ang="0">
                <a:pos x="connsiteX119717" y="connsiteY119717"/>
              </a:cxn>
              <a:cxn ang="0">
                <a:pos x="connsiteX119718" y="connsiteY119718"/>
              </a:cxn>
              <a:cxn ang="0">
                <a:pos x="connsiteX119719" y="connsiteY119719"/>
              </a:cxn>
              <a:cxn ang="0">
                <a:pos x="connsiteX119720" y="connsiteY119720"/>
              </a:cxn>
              <a:cxn ang="0">
                <a:pos x="connsiteX119721" y="connsiteY119721"/>
              </a:cxn>
              <a:cxn ang="0">
                <a:pos x="connsiteX119722" y="connsiteY119722"/>
              </a:cxn>
              <a:cxn ang="0">
                <a:pos x="connsiteX119723" y="connsiteY119723"/>
              </a:cxn>
              <a:cxn ang="0">
                <a:pos x="connsiteX119724" y="connsiteY119724"/>
              </a:cxn>
              <a:cxn ang="0">
                <a:pos x="connsiteX119725" y="connsiteY119725"/>
              </a:cxn>
              <a:cxn ang="0">
                <a:pos x="connsiteX119726" y="connsiteY119726"/>
              </a:cxn>
              <a:cxn ang="0">
                <a:pos x="connsiteX119727" y="connsiteY119727"/>
              </a:cxn>
              <a:cxn ang="0">
                <a:pos x="connsiteX119728" y="connsiteY119728"/>
              </a:cxn>
              <a:cxn ang="0">
                <a:pos x="connsiteX119729" y="connsiteY119729"/>
              </a:cxn>
              <a:cxn ang="0">
                <a:pos x="connsiteX119730" y="connsiteY119730"/>
              </a:cxn>
              <a:cxn ang="0">
                <a:pos x="connsiteX119731" y="connsiteY119731"/>
              </a:cxn>
              <a:cxn ang="0">
                <a:pos x="connsiteX119732" y="connsiteY119732"/>
              </a:cxn>
              <a:cxn ang="0">
                <a:pos x="connsiteX119733" y="connsiteY119733"/>
              </a:cxn>
              <a:cxn ang="0">
                <a:pos x="connsiteX119734" y="connsiteY119734"/>
              </a:cxn>
              <a:cxn ang="0">
                <a:pos x="connsiteX119735" y="connsiteY119735"/>
              </a:cxn>
              <a:cxn ang="0">
                <a:pos x="connsiteX119736" y="connsiteY119736"/>
              </a:cxn>
              <a:cxn ang="0">
                <a:pos x="connsiteX119737" y="connsiteY119737"/>
              </a:cxn>
              <a:cxn ang="0">
                <a:pos x="connsiteX119738" y="connsiteY119738"/>
              </a:cxn>
              <a:cxn ang="0">
                <a:pos x="connsiteX119739" y="connsiteY119739"/>
              </a:cxn>
              <a:cxn ang="0">
                <a:pos x="connsiteX119740" y="connsiteY119740"/>
              </a:cxn>
              <a:cxn ang="0">
                <a:pos x="connsiteX119741" y="connsiteY119741"/>
              </a:cxn>
              <a:cxn ang="0">
                <a:pos x="connsiteX119742" y="connsiteY119742"/>
              </a:cxn>
              <a:cxn ang="0">
                <a:pos x="connsiteX119743" y="connsiteY119743"/>
              </a:cxn>
              <a:cxn ang="0">
                <a:pos x="connsiteX119744" y="connsiteY119744"/>
              </a:cxn>
              <a:cxn ang="0">
                <a:pos x="connsiteX119745" y="connsiteY119745"/>
              </a:cxn>
              <a:cxn ang="0">
                <a:pos x="connsiteX119746" y="connsiteY119746"/>
              </a:cxn>
              <a:cxn ang="0">
                <a:pos x="connsiteX119747" y="connsiteY119747"/>
              </a:cxn>
              <a:cxn ang="0">
                <a:pos x="connsiteX119748" y="connsiteY119748"/>
              </a:cxn>
              <a:cxn ang="0">
                <a:pos x="connsiteX119749" y="connsiteY119749"/>
              </a:cxn>
              <a:cxn ang="0">
                <a:pos x="connsiteX119750" y="connsiteY119750"/>
              </a:cxn>
              <a:cxn ang="0">
                <a:pos x="connsiteX119751" y="connsiteY119751"/>
              </a:cxn>
              <a:cxn ang="0">
                <a:pos x="connsiteX119752" y="connsiteY119752"/>
              </a:cxn>
              <a:cxn ang="0">
                <a:pos x="connsiteX119753" y="connsiteY119753"/>
              </a:cxn>
              <a:cxn ang="0">
                <a:pos x="connsiteX119754" y="connsiteY119754"/>
              </a:cxn>
              <a:cxn ang="0">
                <a:pos x="connsiteX119755" y="connsiteY119755"/>
              </a:cxn>
              <a:cxn ang="0">
                <a:pos x="connsiteX119756" y="connsiteY119756"/>
              </a:cxn>
              <a:cxn ang="0">
                <a:pos x="connsiteX119757" y="connsiteY119757"/>
              </a:cxn>
              <a:cxn ang="0">
                <a:pos x="connsiteX119758" y="connsiteY119758"/>
              </a:cxn>
              <a:cxn ang="0">
                <a:pos x="connsiteX119759" y="connsiteY119759"/>
              </a:cxn>
              <a:cxn ang="0">
                <a:pos x="connsiteX119760" y="connsiteY119760"/>
              </a:cxn>
              <a:cxn ang="0">
                <a:pos x="connsiteX119761" y="connsiteY119761"/>
              </a:cxn>
              <a:cxn ang="0">
                <a:pos x="connsiteX119762" y="connsiteY119762"/>
              </a:cxn>
              <a:cxn ang="0">
                <a:pos x="connsiteX119763" y="connsiteY119763"/>
              </a:cxn>
              <a:cxn ang="0">
                <a:pos x="connsiteX119764" y="connsiteY119764"/>
              </a:cxn>
              <a:cxn ang="0">
                <a:pos x="connsiteX119765" y="connsiteY119765"/>
              </a:cxn>
              <a:cxn ang="0">
                <a:pos x="connsiteX119766" y="connsiteY119766"/>
              </a:cxn>
              <a:cxn ang="0">
                <a:pos x="connsiteX119767" y="connsiteY119767"/>
              </a:cxn>
              <a:cxn ang="0">
                <a:pos x="connsiteX119768" y="connsiteY119768"/>
              </a:cxn>
              <a:cxn ang="0">
                <a:pos x="connsiteX119769" y="connsiteY119769"/>
              </a:cxn>
              <a:cxn ang="0">
                <a:pos x="connsiteX119770" y="connsiteY119770"/>
              </a:cxn>
              <a:cxn ang="0">
                <a:pos x="connsiteX119771" y="connsiteY119771"/>
              </a:cxn>
              <a:cxn ang="0">
                <a:pos x="connsiteX119772" y="connsiteY119772"/>
              </a:cxn>
              <a:cxn ang="0">
                <a:pos x="connsiteX119773" y="connsiteY119773"/>
              </a:cxn>
              <a:cxn ang="0">
                <a:pos x="connsiteX119774" y="connsiteY119774"/>
              </a:cxn>
              <a:cxn ang="0">
                <a:pos x="connsiteX119775" y="connsiteY119775"/>
              </a:cxn>
              <a:cxn ang="0">
                <a:pos x="connsiteX119776" y="connsiteY119776"/>
              </a:cxn>
              <a:cxn ang="0">
                <a:pos x="connsiteX119777" y="connsiteY119777"/>
              </a:cxn>
              <a:cxn ang="0">
                <a:pos x="connsiteX119778" y="connsiteY119778"/>
              </a:cxn>
              <a:cxn ang="0">
                <a:pos x="connsiteX119779" y="connsiteY119779"/>
              </a:cxn>
              <a:cxn ang="0">
                <a:pos x="connsiteX119780" y="connsiteY119780"/>
              </a:cxn>
              <a:cxn ang="0">
                <a:pos x="connsiteX119781" y="connsiteY119781"/>
              </a:cxn>
              <a:cxn ang="0">
                <a:pos x="connsiteX119782" y="connsiteY119782"/>
              </a:cxn>
              <a:cxn ang="0">
                <a:pos x="connsiteX119783" y="connsiteY119783"/>
              </a:cxn>
              <a:cxn ang="0">
                <a:pos x="connsiteX119784" y="connsiteY119784"/>
              </a:cxn>
              <a:cxn ang="0">
                <a:pos x="connsiteX119785" y="connsiteY119785"/>
              </a:cxn>
              <a:cxn ang="0">
                <a:pos x="connsiteX119786" y="connsiteY119786"/>
              </a:cxn>
              <a:cxn ang="0">
                <a:pos x="connsiteX119787" y="connsiteY119787"/>
              </a:cxn>
              <a:cxn ang="0">
                <a:pos x="connsiteX119788" y="connsiteY119788"/>
              </a:cxn>
              <a:cxn ang="0">
                <a:pos x="connsiteX119789" y="connsiteY119789"/>
              </a:cxn>
              <a:cxn ang="0">
                <a:pos x="connsiteX119790" y="connsiteY119790"/>
              </a:cxn>
              <a:cxn ang="0">
                <a:pos x="connsiteX119791" y="connsiteY119791"/>
              </a:cxn>
              <a:cxn ang="0">
                <a:pos x="connsiteX119792" y="connsiteY119792"/>
              </a:cxn>
              <a:cxn ang="0">
                <a:pos x="connsiteX119793" y="connsiteY119793"/>
              </a:cxn>
              <a:cxn ang="0">
                <a:pos x="connsiteX119794" y="connsiteY119794"/>
              </a:cxn>
              <a:cxn ang="0">
                <a:pos x="connsiteX119795" y="connsiteY119795"/>
              </a:cxn>
              <a:cxn ang="0">
                <a:pos x="connsiteX119796" y="connsiteY119796"/>
              </a:cxn>
              <a:cxn ang="0">
                <a:pos x="connsiteX119797" y="connsiteY119797"/>
              </a:cxn>
              <a:cxn ang="0">
                <a:pos x="connsiteX119798" y="connsiteY119798"/>
              </a:cxn>
              <a:cxn ang="0">
                <a:pos x="connsiteX119799" y="connsiteY119799"/>
              </a:cxn>
              <a:cxn ang="0">
                <a:pos x="connsiteX119800" y="connsiteY119800"/>
              </a:cxn>
              <a:cxn ang="0">
                <a:pos x="connsiteX119801" y="connsiteY119801"/>
              </a:cxn>
              <a:cxn ang="0">
                <a:pos x="connsiteX119802" y="connsiteY119802"/>
              </a:cxn>
              <a:cxn ang="0">
                <a:pos x="connsiteX119803" y="connsiteY119803"/>
              </a:cxn>
              <a:cxn ang="0">
                <a:pos x="connsiteX119804" y="connsiteY119804"/>
              </a:cxn>
              <a:cxn ang="0">
                <a:pos x="connsiteX119805" y="connsiteY119805"/>
              </a:cxn>
              <a:cxn ang="0">
                <a:pos x="connsiteX119806" y="connsiteY119806"/>
              </a:cxn>
              <a:cxn ang="0">
                <a:pos x="connsiteX119807" y="connsiteY119807"/>
              </a:cxn>
              <a:cxn ang="0">
                <a:pos x="connsiteX119808" y="connsiteY119808"/>
              </a:cxn>
              <a:cxn ang="0">
                <a:pos x="connsiteX119809" y="connsiteY119809"/>
              </a:cxn>
              <a:cxn ang="0">
                <a:pos x="connsiteX119810" y="connsiteY119810"/>
              </a:cxn>
              <a:cxn ang="0">
                <a:pos x="connsiteX119811" y="connsiteY119811"/>
              </a:cxn>
              <a:cxn ang="0">
                <a:pos x="connsiteX119812" y="connsiteY119812"/>
              </a:cxn>
              <a:cxn ang="0">
                <a:pos x="connsiteX119813" y="connsiteY119813"/>
              </a:cxn>
              <a:cxn ang="0">
                <a:pos x="connsiteX119814" y="connsiteY119814"/>
              </a:cxn>
              <a:cxn ang="0">
                <a:pos x="connsiteX119815" y="connsiteY119815"/>
              </a:cxn>
              <a:cxn ang="0">
                <a:pos x="connsiteX119816" y="connsiteY119816"/>
              </a:cxn>
              <a:cxn ang="0">
                <a:pos x="connsiteX119817" y="connsiteY119817"/>
              </a:cxn>
              <a:cxn ang="0">
                <a:pos x="connsiteX119818" y="connsiteY119818"/>
              </a:cxn>
              <a:cxn ang="0">
                <a:pos x="connsiteX119819" y="connsiteY119819"/>
              </a:cxn>
              <a:cxn ang="0">
                <a:pos x="connsiteX119820" y="connsiteY119820"/>
              </a:cxn>
              <a:cxn ang="0">
                <a:pos x="connsiteX119821" y="connsiteY119821"/>
              </a:cxn>
              <a:cxn ang="0">
                <a:pos x="connsiteX119822" y="connsiteY119822"/>
              </a:cxn>
              <a:cxn ang="0">
                <a:pos x="connsiteX119823" y="connsiteY119823"/>
              </a:cxn>
              <a:cxn ang="0">
                <a:pos x="connsiteX119824" y="connsiteY119824"/>
              </a:cxn>
              <a:cxn ang="0">
                <a:pos x="connsiteX119825" y="connsiteY119825"/>
              </a:cxn>
              <a:cxn ang="0">
                <a:pos x="connsiteX119826" y="connsiteY119826"/>
              </a:cxn>
              <a:cxn ang="0">
                <a:pos x="connsiteX119827" y="connsiteY119827"/>
              </a:cxn>
              <a:cxn ang="0">
                <a:pos x="connsiteX119828" y="connsiteY119828"/>
              </a:cxn>
              <a:cxn ang="0">
                <a:pos x="connsiteX119829" y="connsiteY119829"/>
              </a:cxn>
              <a:cxn ang="0">
                <a:pos x="connsiteX119830" y="connsiteY119830"/>
              </a:cxn>
              <a:cxn ang="0">
                <a:pos x="connsiteX119831" y="connsiteY119831"/>
              </a:cxn>
              <a:cxn ang="0">
                <a:pos x="connsiteX119832" y="connsiteY119832"/>
              </a:cxn>
              <a:cxn ang="0">
                <a:pos x="connsiteX119833" y="connsiteY119833"/>
              </a:cxn>
              <a:cxn ang="0">
                <a:pos x="connsiteX119834" y="connsiteY119834"/>
              </a:cxn>
              <a:cxn ang="0">
                <a:pos x="connsiteX119835" y="connsiteY119835"/>
              </a:cxn>
              <a:cxn ang="0">
                <a:pos x="connsiteX119836" y="connsiteY119836"/>
              </a:cxn>
              <a:cxn ang="0">
                <a:pos x="connsiteX119837" y="connsiteY119837"/>
              </a:cxn>
              <a:cxn ang="0">
                <a:pos x="connsiteX119838" y="connsiteY119838"/>
              </a:cxn>
              <a:cxn ang="0">
                <a:pos x="connsiteX119839" y="connsiteY119839"/>
              </a:cxn>
              <a:cxn ang="0">
                <a:pos x="connsiteX119840" y="connsiteY119840"/>
              </a:cxn>
              <a:cxn ang="0">
                <a:pos x="connsiteX119841" y="connsiteY119841"/>
              </a:cxn>
              <a:cxn ang="0">
                <a:pos x="connsiteX119842" y="connsiteY119842"/>
              </a:cxn>
              <a:cxn ang="0">
                <a:pos x="connsiteX119843" y="connsiteY119843"/>
              </a:cxn>
              <a:cxn ang="0">
                <a:pos x="connsiteX119844" y="connsiteY119844"/>
              </a:cxn>
              <a:cxn ang="0">
                <a:pos x="connsiteX119845" y="connsiteY119845"/>
              </a:cxn>
              <a:cxn ang="0">
                <a:pos x="connsiteX119846" y="connsiteY119846"/>
              </a:cxn>
              <a:cxn ang="0">
                <a:pos x="connsiteX119847" y="connsiteY119847"/>
              </a:cxn>
              <a:cxn ang="0">
                <a:pos x="connsiteX119848" y="connsiteY119848"/>
              </a:cxn>
              <a:cxn ang="0">
                <a:pos x="connsiteX119849" y="connsiteY119849"/>
              </a:cxn>
              <a:cxn ang="0">
                <a:pos x="connsiteX119850" y="connsiteY119850"/>
              </a:cxn>
              <a:cxn ang="0">
                <a:pos x="connsiteX119851" y="connsiteY119851"/>
              </a:cxn>
              <a:cxn ang="0">
                <a:pos x="connsiteX119852" y="connsiteY119852"/>
              </a:cxn>
              <a:cxn ang="0">
                <a:pos x="connsiteX119853" y="connsiteY119853"/>
              </a:cxn>
              <a:cxn ang="0">
                <a:pos x="connsiteX119854" y="connsiteY119854"/>
              </a:cxn>
              <a:cxn ang="0">
                <a:pos x="connsiteX119855" y="connsiteY119855"/>
              </a:cxn>
              <a:cxn ang="0">
                <a:pos x="connsiteX119856" y="connsiteY119856"/>
              </a:cxn>
              <a:cxn ang="0">
                <a:pos x="connsiteX119857" y="connsiteY119857"/>
              </a:cxn>
              <a:cxn ang="0">
                <a:pos x="connsiteX119858" y="connsiteY119858"/>
              </a:cxn>
              <a:cxn ang="0">
                <a:pos x="connsiteX119859" y="connsiteY119859"/>
              </a:cxn>
              <a:cxn ang="0">
                <a:pos x="connsiteX119860" y="connsiteY119860"/>
              </a:cxn>
              <a:cxn ang="0">
                <a:pos x="connsiteX119861" y="connsiteY119861"/>
              </a:cxn>
              <a:cxn ang="0">
                <a:pos x="connsiteX119862" y="connsiteY119862"/>
              </a:cxn>
              <a:cxn ang="0">
                <a:pos x="connsiteX119863" y="connsiteY119863"/>
              </a:cxn>
              <a:cxn ang="0">
                <a:pos x="connsiteX119864" y="connsiteY119864"/>
              </a:cxn>
              <a:cxn ang="0">
                <a:pos x="connsiteX119865" y="connsiteY119865"/>
              </a:cxn>
              <a:cxn ang="0">
                <a:pos x="connsiteX119866" y="connsiteY119866"/>
              </a:cxn>
              <a:cxn ang="0">
                <a:pos x="connsiteX119867" y="connsiteY119867"/>
              </a:cxn>
              <a:cxn ang="0">
                <a:pos x="connsiteX119868" y="connsiteY119868"/>
              </a:cxn>
              <a:cxn ang="0">
                <a:pos x="connsiteX119869" y="connsiteY119869"/>
              </a:cxn>
              <a:cxn ang="0">
                <a:pos x="connsiteX119870" y="connsiteY119870"/>
              </a:cxn>
              <a:cxn ang="0">
                <a:pos x="connsiteX119871" y="connsiteY119871"/>
              </a:cxn>
              <a:cxn ang="0">
                <a:pos x="connsiteX119872" y="connsiteY119872"/>
              </a:cxn>
              <a:cxn ang="0">
                <a:pos x="connsiteX119873" y="connsiteY119873"/>
              </a:cxn>
              <a:cxn ang="0">
                <a:pos x="connsiteX119874" y="connsiteY119874"/>
              </a:cxn>
              <a:cxn ang="0">
                <a:pos x="connsiteX119875" y="connsiteY119875"/>
              </a:cxn>
              <a:cxn ang="0">
                <a:pos x="connsiteX119876" y="connsiteY119876"/>
              </a:cxn>
              <a:cxn ang="0">
                <a:pos x="connsiteX119877" y="connsiteY119877"/>
              </a:cxn>
              <a:cxn ang="0">
                <a:pos x="connsiteX119878" y="connsiteY119878"/>
              </a:cxn>
              <a:cxn ang="0">
                <a:pos x="connsiteX119879" y="connsiteY119879"/>
              </a:cxn>
              <a:cxn ang="0">
                <a:pos x="connsiteX119880" y="connsiteY119880"/>
              </a:cxn>
              <a:cxn ang="0">
                <a:pos x="connsiteX119881" y="connsiteY119881"/>
              </a:cxn>
              <a:cxn ang="0">
                <a:pos x="connsiteX119882" y="connsiteY119882"/>
              </a:cxn>
              <a:cxn ang="0">
                <a:pos x="connsiteX119883" y="connsiteY119883"/>
              </a:cxn>
              <a:cxn ang="0">
                <a:pos x="connsiteX119884" y="connsiteY119884"/>
              </a:cxn>
              <a:cxn ang="0">
                <a:pos x="connsiteX119885" y="connsiteY119885"/>
              </a:cxn>
              <a:cxn ang="0">
                <a:pos x="connsiteX119886" y="connsiteY119886"/>
              </a:cxn>
              <a:cxn ang="0">
                <a:pos x="connsiteX119887" y="connsiteY119887"/>
              </a:cxn>
              <a:cxn ang="0">
                <a:pos x="connsiteX119888" y="connsiteY119888"/>
              </a:cxn>
              <a:cxn ang="0">
                <a:pos x="connsiteX119889" y="connsiteY119889"/>
              </a:cxn>
              <a:cxn ang="0">
                <a:pos x="connsiteX119890" y="connsiteY119890"/>
              </a:cxn>
              <a:cxn ang="0">
                <a:pos x="connsiteX119891" y="connsiteY119891"/>
              </a:cxn>
              <a:cxn ang="0">
                <a:pos x="connsiteX119892" y="connsiteY119892"/>
              </a:cxn>
              <a:cxn ang="0">
                <a:pos x="connsiteX119893" y="connsiteY119893"/>
              </a:cxn>
              <a:cxn ang="0">
                <a:pos x="connsiteX119894" y="connsiteY119894"/>
              </a:cxn>
              <a:cxn ang="0">
                <a:pos x="connsiteX119895" y="connsiteY119895"/>
              </a:cxn>
              <a:cxn ang="0">
                <a:pos x="connsiteX119896" y="connsiteY119896"/>
              </a:cxn>
              <a:cxn ang="0">
                <a:pos x="connsiteX119897" y="connsiteY119897"/>
              </a:cxn>
              <a:cxn ang="0">
                <a:pos x="connsiteX119898" y="connsiteY119898"/>
              </a:cxn>
              <a:cxn ang="0">
                <a:pos x="connsiteX119899" y="connsiteY119899"/>
              </a:cxn>
              <a:cxn ang="0">
                <a:pos x="connsiteX119900" y="connsiteY119900"/>
              </a:cxn>
              <a:cxn ang="0">
                <a:pos x="connsiteX119901" y="connsiteY119901"/>
              </a:cxn>
              <a:cxn ang="0">
                <a:pos x="connsiteX119902" y="connsiteY119902"/>
              </a:cxn>
              <a:cxn ang="0">
                <a:pos x="connsiteX119903" y="connsiteY119903"/>
              </a:cxn>
              <a:cxn ang="0">
                <a:pos x="connsiteX119904" y="connsiteY119904"/>
              </a:cxn>
              <a:cxn ang="0">
                <a:pos x="connsiteX119905" y="connsiteY119905"/>
              </a:cxn>
              <a:cxn ang="0">
                <a:pos x="connsiteX119906" y="connsiteY119906"/>
              </a:cxn>
              <a:cxn ang="0">
                <a:pos x="connsiteX119907" y="connsiteY119907"/>
              </a:cxn>
              <a:cxn ang="0">
                <a:pos x="connsiteX119908" y="connsiteY119908"/>
              </a:cxn>
              <a:cxn ang="0">
                <a:pos x="connsiteX119909" y="connsiteY119909"/>
              </a:cxn>
              <a:cxn ang="0">
                <a:pos x="connsiteX119910" y="connsiteY119910"/>
              </a:cxn>
              <a:cxn ang="0">
                <a:pos x="connsiteX119911" y="connsiteY119911"/>
              </a:cxn>
              <a:cxn ang="0">
                <a:pos x="connsiteX119912" y="connsiteY119912"/>
              </a:cxn>
              <a:cxn ang="0">
                <a:pos x="connsiteX119913" y="connsiteY119913"/>
              </a:cxn>
              <a:cxn ang="0">
                <a:pos x="connsiteX119914" y="connsiteY119914"/>
              </a:cxn>
              <a:cxn ang="0">
                <a:pos x="connsiteX119915" y="connsiteY119915"/>
              </a:cxn>
              <a:cxn ang="0">
                <a:pos x="connsiteX119916" y="connsiteY119916"/>
              </a:cxn>
              <a:cxn ang="0">
                <a:pos x="connsiteX119917" y="connsiteY119917"/>
              </a:cxn>
              <a:cxn ang="0">
                <a:pos x="connsiteX119918" y="connsiteY119918"/>
              </a:cxn>
              <a:cxn ang="0">
                <a:pos x="connsiteX119919" y="connsiteY119919"/>
              </a:cxn>
              <a:cxn ang="0">
                <a:pos x="connsiteX119920" y="connsiteY119920"/>
              </a:cxn>
              <a:cxn ang="0">
                <a:pos x="connsiteX119921" y="connsiteY119921"/>
              </a:cxn>
              <a:cxn ang="0">
                <a:pos x="connsiteX119922" y="connsiteY119922"/>
              </a:cxn>
              <a:cxn ang="0">
                <a:pos x="connsiteX119923" y="connsiteY119923"/>
              </a:cxn>
              <a:cxn ang="0">
                <a:pos x="connsiteX119924" y="connsiteY119924"/>
              </a:cxn>
              <a:cxn ang="0">
                <a:pos x="connsiteX119925" y="connsiteY119925"/>
              </a:cxn>
              <a:cxn ang="0">
                <a:pos x="connsiteX119926" y="connsiteY119926"/>
              </a:cxn>
              <a:cxn ang="0">
                <a:pos x="connsiteX119927" y="connsiteY119927"/>
              </a:cxn>
              <a:cxn ang="0">
                <a:pos x="connsiteX119928" y="connsiteY119928"/>
              </a:cxn>
              <a:cxn ang="0">
                <a:pos x="connsiteX119929" y="connsiteY119929"/>
              </a:cxn>
              <a:cxn ang="0">
                <a:pos x="connsiteX119930" y="connsiteY119930"/>
              </a:cxn>
              <a:cxn ang="0">
                <a:pos x="connsiteX119931" y="connsiteY119931"/>
              </a:cxn>
              <a:cxn ang="0">
                <a:pos x="connsiteX119932" y="connsiteY119932"/>
              </a:cxn>
              <a:cxn ang="0">
                <a:pos x="connsiteX119933" y="connsiteY119933"/>
              </a:cxn>
              <a:cxn ang="0">
                <a:pos x="connsiteX119934" y="connsiteY119934"/>
              </a:cxn>
              <a:cxn ang="0">
                <a:pos x="connsiteX119935" y="connsiteY119935"/>
              </a:cxn>
              <a:cxn ang="0">
                <a:pos x="connsiteX119936" y="connsiteY119936"/>
              </a:cxn>
              <a:cxn ang="0">
                <a:pos x="connsiteX119937" y="connsiteY119937"/>
              </a:cxn>
              <a:cxn ang="0">
                <a:pos x="connsiteX119938" y="connsiteY119938"/>
              </a:cxn>
              <a:cxn ang="0">
                <a:pos x="connsiteX119939" y="connsiteY119939"/>
              </a:cxn>
              <a:cxn ang="0">
                <a:pos x="connsiteX119940" y="connsiteY119940"/>
              </a:cxn>
              <a:cxn ang="0">
                <a:pos x="connsiteX119941" y="connsiteY119941"/>
              </a:cxn>
              <a:cxn ang="0">
                <a:pos x="connsiteX119942" y="connsiteY119942"/>
              </a:cxn>
              <a:cxn ang="0">
                <a:pos x="connsiteX119943" y="connsiteY119943"/>
              </a:cxn>
              <a:cxn ang="0">
                <a:pos x="connsiteX119944" y="connsiteY119944"/>
              </a:cxn>
              <a:cxn ang="0">
                <a:pos x="connsiteX119945" y="connsiteY119945"/>
              </a:cxn>
              <a:cxn ang="0">
                <a:pos x="connsiteX119946" y="connsiteY119946"/>
              </a:cxn>
              <a:cxn ang="0">
                <a:pos x="connsiteX119947" y="connsiteY119947"/>
              </a:cxn>
              <a:cxn ang="0">
                <a:pos x="connsiteX119948" y="connsiteY119948"/>
              </a:cxn>
              <a:cxn ang="0">
                <a:pos x="connsiteX119949" y="connsiteY119949"/>
              </a:cxn>
              <a:cxn ang="0">
                <a:pos x="connsiteX119950" y="connsiteY119950"/>
              </a:cxn>
              <a:cxn ang="0">
                <a:pos x="connsiteX119951" y="connsiteY119951"/>
              </a:cxn>
              <a:cxn ang="0">
                <a:pos x="connsiteX119952" y="connsiteY119952"/>
              </a:cxn>
              <a:cxn ang="0">
                <a:pos x="connsiteX119953" y="connsiteY119953"/>
              </a:cxn>
              <a:cxn ang="0">
                <a:pos x="connsiteX119954" y="connsiteY119954"/>
              </a:cxn>
              <a:cxn ang="0">
                <a:pos x="connsiteX119955" y="connsiteY119955"/>
              </a:cxn>
              <a:cxn ang="0">
                <a:pos x="connsiteX119956" y="connsiteY119956"/>
              </a:cxn>
              <a:cxn ang="0">
                <a:pos x="connsiteX119957" y="connsiteY119957"/>
              </a:cxn>
              <a:cxn ang="0">
                <a:pos x="connsiteX119958" y="connsiteY119958"/>
              </a:cxn>
              <a:cxn ang="0">
                <a:pos x="connsiteX119959" y="connsiteY119959"/>
              </a:cxn>
              <a:cxn ang="0">
                <a:pos x="connsiteX119960" y="connsiteY119960"/>
              </a:cxn>
              <a:cxn ang="0">
                <a:pos x="connsiteX119961" y="connsiteY119961"/>
              </a:cxn>
              <a:cxn ang="0">
                <a:pos x="connsiteX119962" y="connsiteY119962"/>
              </a:cxn>
              <a:cxn ang="0">
                <a:pos x="connsiteX119963" y="connsiteY119963"/>
              </a:cxn>
              <a:cxn ang="0">
                <a:pos x="connsiteX119964" y="connsiteY119964"/>
              </a:cxn>
              <a:cxn ang="0">
                <a:pos x="connsiteX119965" y="connsiteY119965"/>
              </a:cxn>
              <a:cxn ang="0">
                <a:pos x="connsiteX119966" y="connsiteY119966"/>
              </a:cxn>
              <a:cxn ang="0">
                <a:pos x="connsiteX119967" y="connsiteY119967"/>
              </a:cxn>
              <a:cxn ang="0">
                <a:pos x="connsiteX119968" y="connsiteY119968"/>
              </a:cxn>
              <a:cxn ang="0">
                <a:pos x="connsiteX119969" y="connsiteY119969"/>
              </a:cxn>
              <a:cxn ang="0">
                <a:pos x="connsiteX119970" y="connsiteY119970"/>
              </a:cxn>
              <a:cxn ang="0">
                <a:pos x="connsiteX119971" y="connsiteY119971"/>
              </a:cxn>
              <a:cxn ang="0">
                <a:pos x="connsiteX119972" y="connsiteY119972"/>
              </a:cxn>
              <a:cxn ang="0">
                <a:pos x="connsiteX119973" y="connsiteY119973"/>
              </a:cxn>
              <a:cxn ang="0">
                <a:pos x="connsiteX119974" y="connsiteY119974"/>
              </a:cxn>
              <a:cxn ang="0">
                <a:pos x="connsiteX119975" y="connsiteY119975"/>
              </a:cxn>
              <a:cxn ang="0">
                <a:pos x="connsiteX119976" y="connsiteY119976"/>
              </a:cxn>
              <a:cxn ang="0">
                <a:pos x="connsiteX119977" y="connsiteY119977"/>
              </a:cxn>
              <a:cxn ang="0">
                <a:pos x="connsiteX119978" y="connsiteY119978"/>
              </a:cxn>
              <a:cxn ang="0">
                <a:pos x="connsiteX119979" y="connsiteY119979"/>
              </a:cxn>
              <a:cxn ang="0">
                <a:pos x="connsiteX119980" y="connsiteY119980"/>
              </a:cxn>
              <a:cxn ang="0">
                <a:pos x="connsiteX119981" y="connsiteY119981"/>
              </a:cxn>
              <a:cxn ang="0">
                <a:pos x="connsiteX119982" y="connsiteY119982"/>
              </a:cxn>
              <a:cxn ang="0">
                <a:pos x="connsiteX119983" y="connsiteY119983"/>
              </a:cxn>
              <a:cxn ang="0">
                <a:pos x="connsiteX119984" y="connsiteY119984"/>
              </a:cxn>
              <a:cxn ang="0">
                <a:pos x="connsiteX119985" y="connsiteY119985"/>
              </a:cxn>
              <a:cxn ang="0">
                <a:pos x="connsiteX119986" y="connsiteY119986"/>
              </a:cxn>
              <a:cxn ang="0">
                <a:pos x="connsiteX119987" y="connsiteY119987"/>
              </a:cxn>
              <a:cxn ang="0">
                <a:pos x="connsiteX119988" y="connsiteY119988"/>
              </a:cxn>
              <a:cxn ang="0">
                <a:pos x="connsiteX119989" y="connsiteY119989"/>
              </a:cxn>
              <a:cxn ang="0">
                <a:pos x="connsiteX119990" y="connsiteY119990"/>
              </a:cxn>
              <a:cxn ang="0">
                <a:pos x="connsiteX119991" y="connsiteY119991"/>
              </a:cxn>
              <a:cxn ang="0">
                <a:pos x="connsiteX119992" y="connsiteY119992"/>
              </a:cxn>
              <a:cxn ang="0">
                <a:pos x="connsiteX119993" y="connsiteY119993"/>
              </a:cxn>
              <a:cxn ang="0">
                <a:pos x="connsiteX119994" y="connsiteY119994"/>
              </a:cxn>
              <a:cxn ang="0">
                <a:pos x="connsiteX119995" y="connsiteY119995"/>
              </a:cxn>
              <a:cxn ang="0">
                <a:pos x="connsiteX119996" y="connsiteY119996"/>
              </a:cxn>
              <a:cxn ang="0">
                <a:pos x="connsiteX119997" y="connsiteY119997"/>
              </a:cxn>
              <a:cxn ang="0">
                <a:pos x="connsiteX119998" y="connsiteY119998"/>
              </a:cxn>
              <a:cxn ang="0">
                <a:pos x="connsiteX119999" y="connsiteY119999"/>
              </a:cxn>
              <a:cxn ang="0">
                <a:pos x="connsiteX120000" y="connsiteY120000"/>
              </a:cxn>
              <a:cxn ang="0">
                <a:pos x="connsiteX120001" y="connsiteY120001"/>
              </a:cxn>
              <a:cxn ang="0">
                <a:pos x="connsiteX120002" y="connsiteY120002"/>
              </a:cxn>
              <a:cxn ang="0">
                <a:pos x="connsiteX120003" y="connsiteY120003"/>
              </a:cxn>
              <a:cxn ang="0">
                <a:pos x="connsiteX120004" y="connsiteY120004"/>
              </a:cxn>
              <a:cxn ang="0">
                <a:pos x="connsiteX120005" y="connsiteY120005"/>
              </a:cxn>
              <a:cxn ang="0">
                <a:pos x="connsiteX120006" y="connsiteY120006"/>
              </a:cxn>
              <a:cxn ang="0">
                <a:pos x="connsiteX120007" y="connsiteY120007"/>
              </a:cxn>
              <a:cxn ang="0">
                <a:pos x="connsiteX120008" y="connsiteY120008"/>
              </a:cxn>
              <a:cxn ang="0">
                <a:pos x="connsiteX120009" y="connsiteY120009"/>
              </a:cxn>
              <a:cxn ang="0">
                <a:pos x="connsiteX120010" y="connsiteY120010"/>
              </a:cxn>
              <a:cxn ang="0">
                <a:pos x="connsiteX120011" y="connsiteY120011"/>
              </a:cxn>
              <a:cxn ang="0">
                <a:pos x="connsiteX120012" y="connsiteY120012"/>
              </a:cxn>
              <a:cxn ang="0">
                <a:pos x="connsiteX120013" y="connsiteY120013"/>
              </a:cxn>
              <a:cxn ang="0">
                <a:pos x="connsiteX120014" y="connsiteY120014"/>
              </a:cxn>
              <a:cxn ang="0">
                <a:pos x="connsiteX120015" y="connsiteY120015"/>
              </a:cxn>
              <a:cxn ang="0">
                <a:pos x="connsiteX120016" y="connsiteY120016"/>
              </a:cxn>
              <a:cxn ang="0">
                <a:pos x="connsiteX120017" y="connsiteY120017"/>
              </a:cxn>
              <a:cxn ang="0">
                <a:pos x="connsiteX120018" y="connsiteY120018"/>
              </a:cxn>
              <a:cxn ang="0">
                <a:pos x="connsiteX120019" y="connsiteY120019"/>
              </a:cxn>
              <a:cxn ang="0">
                <a:pos x="connsiteX120020" y="connsiteY120020"/>
              </a:cxn>
              <a:cxn ang="0">
                <a:pos x="connsiteX120021" y="connsiteY120021"/>
              </a:cxn>
              <a:cxn ang="0">
                <a:pos x="connsiteX120022" y="connsiteY120022"/>
              </a:cxn>
              <a:cxn ang="0">
                <a:pos x="connsiteX120023" y="connsiteY120023"/>
              </a:cxn>
              <a:cxn ang="0">
                <a:pos x="connsiteX120024" y="connsiteY120024"/>
              </a:cxn>
              <a:cxn ang="0">
                <a:pos x="connsiteX120025" y="connsiteY120025"/>
              </a:cxn>
              <a:cxn ang="0">
                <a:pos x="connsiteX120026" y="connsiteY120026"/>
              </a:cxn>
              <a:cxn ang="0">
                <a:pos x="connsiteX120027" y="connsiteY120027"/>
              </a:cxn>
              <a:cxn ang="0">
                <a:pos x="connsiteX120028" y="connsiteY120028"/>
              </a:cxn>
              <a:cxn ang="0">
                <a:pos x="connsiteX120029" y="connsiteY120029"/>
              </a:cxn>
              <a:cxn ang="0">
                <a:pos x="connsiteX120030" y="connsiteY120030"/>
              </a:cxn>
              <a:cxn ang="0">
                <a:pos x="connsiteX120031" y="connsiteY120031"/>
              </a:cxn>
              <a:cxn ang="0">
                <a:pos x="connsiteX120032" y="connsiteY120032"/>
              </a:cxn>
              <a:cxn ang="0">
                <a:pos x="connsiteX120033" y="connsiteY120033"/>
              </a:cxn>
              <a:cxn ang="0">
                <a:pos x="connsiteX120034" y="connsiteY120034"/>
              </a:cxn>
              <a:cxn ang="0">
                <a:pos x="connsiteX120035" y="connsiteY120035"/>
              </a:cxn>
              <a:cxn ang="0">
                <a:pos x="connsiteX120036" y="connsiteY120036"/>
              </a:cxn>
              <a:cxn ang="0">
                <a:pos x="connsiteX120037" y="connsiteY120037"/>
              </a:cxn>
              <a:cxn ang="0">
                <a:pos x="connsiteX120038" y="connsiteY120038"/>
              </a:cxn>
              <a:cxn ang="0">
                <a:pos x="connsiteX120039" y="connsiteY120039"/>
              </a:cxn>
              <a:cxn ang="0">
                <a:pos x="connsiteX120040" y="connsiteY120040"/>
              </a:cxn>
              <a:cxn ang="0">
                <a:pos x="connsiteX120041" y="connsiteY120041"/>
              </a:cxn>
              <a:cxn ang="0">
                <a:pos x="connsiteX120042" y="connsiteY120042"/>
              </a:cxn>
              <a:cxn ang="0">
                <a:pos x="connsiteX120043" y="connsiteY120043"/>
              </a:cxn>
              <a:cxn ang="0">
                <a:pos x="connsiteX120044" y="connsiteY120044"/>
              </a:cxn>
              <a:cxn ang="0">
                <a:pos x="connsiteX120045" y="connsiteY120045"/>
              </a:cxn>
              <a:cxn ang="0">
                <a:pos x="connsiteX120046" y="connsiteY120046"/>
              </a:cxn>
              <a:cxn ang="0">
                <a:pos x="connsiteX120047" y="connsiteY120047"/>
              </a:cxn>
              <a:cxn ang="0">
                <a:pos x="connsiteX120048" y="connsiteY120048"/>
              </a:cxn>
              <a:cxn ang="0">
                <a:pos x="connsiteX120049" y="connsiteY120049"/>
              </a:cxn>
              <a:cxn ang="0">
                <a:pos x="connsiteX120050" y="connsiteY120050"/>
              </a:cxn>
              <a:cxn ang="0">
                <a:pos x="connsiteX120051" y="connsiteY120051"/>
              </a:cxn>
              <a:cxn ang="0">
                <a:pos x="connsiteX120052" y="connsiteY120052"/>
              </a:cxn>
              <a:cxn ang="0">
                <a:pos x="connsiteX120053" y="connsiteY120053"/>
              </a:cxn>
              <a:cxn ang="0">
                <a:pos x="connsiteX120054" y="connsiteY120054"/>
              </a:cxn>
              <a:cxn ang="0">
                <a:pos x="connsiteX120055" y="connsiteY120055"/>
              </a:cxn>
              <a:cxn ang="0">
                <a:pos x="connsiteX120056" y="connsiteY120056"/>
              </a:cxn>
              <a:cxn ang="0">
                <a:pos x="connsiteX120057" y="connsiteY120057"/>
              </a:cxn>
              <a:cxn ang="0">
                <a:pos x="connsiteX120058" y="connsiteY120058"/>
              </a:cxn>
              <a:cxn ang="0">
                <a:pos x="connsiteX120059" y="connsiteY120059"/>
              </a:cxn>
              <a:cxn ang="0">
                <a:pos x="connsiteX120060" y="connsiteY120060"/>
              </a:cxn>
              <a:cxn ang="0">
                <a:pos x="connsiteX120061" y="connsiteY120061"/>
              </a:cxn>
              <a:cxn ang="0">
                <a:pos x="connsiteX120062" y="connsiteY120062"/>
              </a:cxn>
              <a:cxn ang="0">
                <a:pos x="connsiteX120063" y="connsiteY120063"/>
              </a:cxn>
              <a:cxn ang="0">
                <a:pos x="connsiteX120064" y="connsiteY120064"/>
              </a:cxn>
              <a:cxn ang="0">
                <a:pos x="connsiteX120065" y="connsiteY120065"/>
              </a:cxn>
              <a:cxn ang="0">
                <a:pos x="connsiteX120066" y="connsiteY120066"/>
              </a:cxn>
              <a:cxn ang="0">
                <a:pos x="connsiteX120067" y="connsiteY120067"/>
              </a:cxn>
              <a:cxn ang="0">
                <a:pos x="connsiteX120068" y="connsiteY120068"/>
              </a:cxn>
              <a:cxn ang="0">
                <a:pos x="connsiteX120069" y="connsiteY120069"/>
              </a:cxn>
              <a:cxn ang="0">
                <a:pos x="connsiteX120070" y="connsiteY120070"/>
              </a:cxn>
              <a:cxn ang="0">
                <a:pos x="connsiteX120071" y="connsiteY120071"/>
              </a:cxn>
              <a:cxn ang="0">
                <a:pos x="connsiteX120072" y="connsiteY120072"/>
              </a:cxn>
              <a:cxn ang="0">
                <a:pos x="connsiteX120073" y="connsiteY120073"/>
              </a:cxn>
              <a:cxn ang="0">
                <a:pos x="connsiteX120074" y="connsiteY120074"/>
              </a:cxn>
              <a:cxn ang="0">
                <a:pos x="connsiteX120075" y="connsiteY120075"/>
              </a:cxn>
              <a:cxn ang="0">
                <a:pos x="connsiteX120076" y="connsiteY120076"/>
              </a:cxn>
              <a:cxn ang="0">
                <a:pos x="connsiteX120077" y="connsiteY120077"/>
              </a:cxn>
              <a:cxn ang="0">
                <a:pos x="connsiteX120078" y="connsiteY120078"/>
              </a:cxn>
              <a:cxn ang="0">
                <a:pos x="connsiteX120079" y="connsiteY120079"/>
              </a:cxn>
              <a:cxn ang="0">
                <a:pos x="connsiteX120080" y="connsiteY120080"/>
              </a:cxn>
              <a:cxn ang="0">
                <a:pos x="connsiteX120081" y="connsiteY120081"/>
              </a:cxn>
              <a:cxn ang="0">
                <a:pos x="connsiteX120082" y="connsiteY120082"/>
              </a:cxn>
              <a:cxn ang="0">
                <a:pos x="connsiteX120083" y="connsiteY120083"/>
              </a:cxn>
              <a:cxn ang="0">
                <a:pos x="connsiteX120084" y="connsiteY120084"/>
              </a:cxn>
              <a:cxn ang="0">
                <a:pos x="connsiteX120085" y="connsiteY120085"/>
              </a:cxn>
              <a:cxn ang="0">
                <a:pos x="connsiteX120086" y="connsiteY120086"/>
              </a:cxn>
              <a:cxn ang="0">
                <a:pos x="connsiteX120087" y="connsiteY120087"/>
              </a:cxn>
              <a:cxn ang="0">
                <a:pos x="connsiteX120088" y="connsiteY120088"/>
              </a:cxn>
              <a:cxn ang="0">
                <a:pos x="connsiteX120089" y="connsiteY120089"/>
              </a:cxn>
              <a:cxn ang="0">
                <a:pos x="connsiteX120090" y="connsiteY120090"/>
              </a:cxn>
              <a:cxn ang="0">
                <a:pos x="connsiteX120091" y="connsiteY120091"/>
              </a:cxn>
              <a:cxn ang="0">
                <a:pos x="connsiteX120092" y="connsiteY120092"/>
              </a:cxn>
              <a:cxn ang="0">
                <a:pos x="connsiteX120093" y="connsiteY120093"/>
              </a:cxn>
              <a:cxn ang="0">
                <a:pos x="connsiteX120094" y="connsiteY120094"/>
              </a:cxn>
              <a:cxn ang="0">
                <a:pos x="connsiteX120095" y="connsiteY120095"/>
              </a:cxn>
              <a:cxn ang="0">
                <a:pos x="connsiteX120096" y="connsiteY120096"/>
              </a:cxn>
              <a:cxn ang="0">
                <a:pos x="connsiteX120097" y="connsiteY120097"/>
              </a:cxn>
              <a:cxn ang="0">
                <a:pos x="connsiteX120098" y="connsiteY120098"/>
              </a:cxn>
              <a:cxn ang="0">
                <a:pos x="connsiteX120099" y="connsiteY120099"/>
              </a:cxn>
              <a:cxn ang="0">
                <a:pos x="connsiteX120100" y="connsiteY120100"/>
              </a:cxn>
              <a:cxn ang="0">
                <a:pos x="connsiteX120101" y="connsiteY120101"/>
              </a:cxn>
              <a:cxn ang="0">
                <a:pos x="connsiteX120102" y="connsiteY120102"/>
              </a:cxn>
              <a:cxn ang="0">
                <a:pos x="connsiteX120103" y="connsiteY120103"/>
              </a:cxn>
              <a:cxn ang="0">
                <a:pos x="connsiteX120104" y="connsiteY120104"/>
              </a:cxn>
              <a:cxn ang="0">
                <a:pos x="connsiteX120105" y="connsiteY120105"/>
              </a:cxn>
              <a:cxn ang="0">
                <a:pos x="connsiteX120106" y="connsiteY120106"/>
              </a:cxn>
              <a:cxn ang="0">
                <a:pos x="connsiteX120107" y="connsiteY120107"/>
              </a:cxn>
              <a:cxn ang="0">
                <a:pos x="connsiteX120108" y="connsiteY120108"/>
              </a:cxn>
              <a:cxn ang="0">
                <a:pos x="connsiteX120109" y="connsiteY120109"/>
              </a:cxn>
              <a:cxn ang="0">
                <a:pos x="connsiteX120110" y="connsiteY120110"/>
              </a:cxn>
              <a:cxn ang="0">
                <a:pos x="connsiteX120111" y="connsiteY120111"/>
              </a:cxn>
              <a:cxn ang="0">
                <a:pos x="connsiteX120112" y="connsiteY120112"/>
              </a:cxn>
              <a:cxn ang="0">
                <a:pos x="connsiteX120113" y="connsiteY120113"/>
              </a:cxn>
              <a:cxn ang="0">
                <a:pos x="connsiteX120114" y="connsiteY120114"/>
              </a:cxn>
              <a:cxn ang="0">
                <a:pos x="connsiteX120115" y="connsiteY120115"/>
              </a:cxn>
              <a:cxn ang="0">
                <a:pos x="connsiteX120116" y="connsiteY120116"/>
              </a:cxn>
              <a:cxn ang="0">
                <a:pos x="connsiteX120117" y="connsiteY120117"/>
              </a:cxn>
              <a:cxn ang="0">
                <a:pos x="connsiteX120118" y="connsiteY120118"/>
              </a:cxn>
              <a:cxn ang="0">
                <a:pos x="connsiteX120119" y="connsiteY120119"/>
              </a:cxn>
              <a:cxn ang="0">
                <a:pos x="connsiteX120120" y="connsiteY120120"/>
              </a:cxn>
              <a:cxn ang="0">
                <a:pos x="connsiteX120121" y="connsiteY120121"/>
              </a:cxn>
              <a:cxn ang="0">
                <a:pos x="connsiteX120122" y="connsiteY120122"/>
              </a:cxn>
              <a:cxn ang="0">
                <a:pos x="connsiteX120123" y="connsiteY120123"/>
              </a:cxn>
              <a:cxn ang="0">
                <a:pos x="connsiteX120124" y="connsiteY120124"/>
              </a:cxn>
              <a:cxn ang="0">
                <a:pos x="connsiteX120125" y="connsiteY120125"/>
              </a:cxn>
              <a:cxn ang="0">
                <a:pos x="connsiteX120126" y="connsiteY120126"/>
              </a:cxn>
              <a:cxn ang="0">
                <a:pos x="connsiteX120127" y="connsiteY120127"/>
              </a:cxn>
              <a:cxn ang="0">
                <a:pos x="connsiteX120128" y="connsiteY120128"/>
              </a:cxn>
              <a:cxn ang="0">
                <a:pos x="connsiteX120129" y="connsiteY120129"/>
              </a:cxn>
              <a:cxn ang="0">
                <a:pos x="connsiteX120130" y="connsiteY120130"/>
              </a:cxn>
              <a:cxn ang="0">
                <a:pos x="connsiteX120131" y="connsiteY120131"/>
              </a:cxn>
              <a:cxn ang="0">
                <a:pos x="connsiteX120132" y="connsiteY120132"/>
              </a:cxn>
              <a:cxn ang="0">
                <a:pos x="connsiteX120133" y="connsiteY120133"/>
              </a:cxn>
              <a:cxn ang="0">
                <a:pos x="connsiteX120134" y="connsiteY120134"/>
              </a:cxn>
              <a:cxn ang="0">
                <a:pos x="connsiteX120135" y="connsiteY120135"/>
              </a:cxn>
              <a:cxn ang="0">
                <a:pos x="connsiteX120136" y="connsiteY120136"/>
              </a:cxn>
              <a:cxn ang="0">
                <a:pos x="connsiteX120137" y="connsiteY120137"/>
              </a:cxn>
              <a:cxn ang="0">
                <a:pos x="connsiteX120138" y="connsiteY120138"/>
              </a:cxn>
              <a:cxn ang="0">
                <a:pos x="connsiteX120139" y="connsiteY120139"/>
              </a:cxn>
              <a:cxn ang="0">
                <a:pos x="connsiteX120140" y="connsiteY120140"/>
              </a:cxn>
              <a:cxn ang="0">
                <a:pos x="connsiteX120141" y="connsiteY120141"/>
              </a:cxn>
              <a:cxn ang="0">
                <a:pos x="connsiteX120142" y="connsiteY120142"/>
              </a:cxn>
              <a:cxn ang="0">
                <a:pos x="connsiteX120143" y="connsiteY120143"/>
              </a:cxn>
              <a:cxn ang="0">
                <a:pos x="connsiteX120144" y="connsiteY120144"/>
              </a:cxn>
              <a:cxn ang="0">
                <a:pos x="connsiteX120145" y="connsiteY120145"/>
              </a:cxn>
              <a:cxn ang="0">
                <a:pos x="connsiteX120146" y="connsiteY120146"/>
              </a:cxn>
              <a:cxn ang="0">
                <a:pos x="connsiteX120147" y="connsiteY120147"/>
              </a:cxn>
              <a:cxn ang="0">
                <a:pos x="connsiteX120148" y="connsiteY120148"/>
              </a:cxn>
              <a:cxn ang="0">
                <a:pos x="connsiteX120149" y="connsiteY120149"/>
              </a:cxn>
              <a:cxn ang="0">
                <a:pos x="connsiteX120150" y="connsiteY120150"/>
              </a:cxn>
              <a:cxn ang="0">
                <a:pos x="connsiteX120151" y="connsiteY120151"/>
              </a:cxn>
              <a:cxn ang="0">
                <a:pos x="connsiteX120152" y="connsiteY120152"/>
              </a:cxn>
              <a:cxn ang="0">
                <a:pos x="connsiteX120153" y="connsiteY120153"/>
              </a:cxn>
              <a:cxn ang="0">
                <a:pos x="connsiteX120154" y="connsiteY120154"/>
              </a:cxn>
              <a:cxn ang="0">
                <a:pos x="connsiteX120155" y="connsiteY120155"/>
              </a:cxn>
              <a:cxn ang="0">
                <a:pos x="connsiteX120156" y="connsiteY120156"/>
              </a:cxn>
              <a:cxn ang="0">
                <a:pos x="connsiteX120157" y="connsiteY120157"/>
              </a:cxn>
              <a:cxn ang="0">
                <a:pos x="connsiteX120158" y="connsiteY120158"/>
              </a:cxn>
              <a:cxn ang="0">
                <a:pos x="connsiteX120159" y="connsiteY120159"/>
              </a:cxn>
              <a:cxn ang="0">
                <a:pos x="connsiteX120160" y="connsiteY120160"/>
              </a:cxn>
              <a:cxn ang="0">
                <a:pos x="connsiteX120161" y="connsiteY120161"/>
              </a:cxn>
              <a:cxn ang="0">
                <a:pos x="connsiteX120162" y="connsiteY120162"/>
              </a:cxn>
              <a:cxn ang="0">
                <a:pos x="connsiteX120163" y="connsiteY120163"/>
              </a:cxn>
              <a:cxn ang="0">
                <a:pos x="connsiteX120164" y="connsiteY120164"/>
              </a:cxn>
              <a:cxn ang="0">
                <a:pos x="connsiteX120165" y="connsiteY120165"/>
              </a:cxn>
              <a:cxn ang="0">
                <a:pos x="connsiteX120166" y="connsiteY120166"/>
              </a:cxn>
              <a:cxn ang="0">
                <a:pos x="connsiteX120167" y="connsiteY120167"/>
              </a:cxn>
              <a:cxn ang="0">
                <a:pos x="connsiteX120168" y="connsiteY120168"/>
              </a:cxn>
              <a:cxn ang="0">
                <a:pos x="connsiteX120169" y="connsiteY120169"/>
              </a:cxn>
              <a:cxn ang="0">
                <a:pos x="connsiteX120170" y="connsiteY120170"/>
              </a:cxn>
              <a:cxn ang="0">
                <a:pos x="connsiteX120171" y="connsiteY120171"/>
              </a:cxn>
              <a:cxn ang="0">
                <a:pos x="connsiteX120172" y="connsiteY120172"/>
              </a:cxn>
              <a:cxn ang="0">
                <a:pos x="connsiteX120173" y="connsiteY120173"/>
              </a:cxn>
              <a:cxn ang="0">
                <a:pos x="connsiteX120174" y="connsiteY120174"/>
              </a:cxn>
              <a:cxn ang="0">
                <a:pos x="connsiteX120175" y="connsiteY120175"/>
              </a:cxn>
              <a:cxn ang="0">
                <a:pos x="connsiteX120176" y="connsiteY120176"/>
              </a:cxn>
              <a:cxn ang="0">
                <a:pos x="connsiteX120177" y="connsiteY120177"/>
              </a:cxn>
              <a:cxn ang="0">
                <a:pos x="connsiteX120178" y="connsiteY120178"/>
              </a:cxn>
              <a:cxn ang="0">
                <a:pos x="connsiteX120179" y="connsiteY120179"/>
              </a:cxn>
              <a:cxn ang="0">
                <a:pos x="connsiteX120180" y="connsiteY120180"/>
              </a:cxn>
              <a:cxn ang="0">
                <a:pos x="connsiteX120181" y="connsiteY120181"/>
              </a:cxn>
              <a:cxn ang="0">
                <a:pos x="connsiteX120182" y="connsiteY120182"/>
              </a:cxn>
              <a:cxn ang="0">
                <a:pos x="connsiteX120183" y="connsiteY120183"/>
              </a:cxn>
              <a:cxn ang="0">
                <a:pos x="connsiteX120184" y="connsiteY120184"/>
              </a:cxn>
              <a:cxn ang="0">
                <a:pos x="connsiteX120185" y="connsiteY120185"/>
              </a:cxn>
              <a:cxn ang="0">
                <a:pos x="connsiteX120186" y="connsiteY120186"/>
              </a:cxn>
              <a:cxn ang="0">
                <a:pos x="connsiteX120187" y="connsiteY120187"/>
              </a:cxn>
              <a:cxn ang="0">
                <a:pos x="connsiteX120188" y="connsiteY120188"/>
              </a:cxn>
              <a:cxn ang="0">
                <a:pos x="connsiteX120189" y="connsiteY120189"/>
              </a:cxn>
              <a:cxn ang="0">
                <a:pos x="connsiteX120190" y="connsiteY120190"/>
              </a:cxn>
              <a:cxn ang="0">
                <a:pos x="connsiteX120191" y="connsiteY120191"/>
              </a:cxn>
              <a:cxn ang="0">
                <a:pos x="connsiteX120192" y="connsiteY120192"/>
              </a:cxn>
              <a:cxn ang="0">
                <a:pos x="connsiteX120193" y="connsiteY120193"/>
              </a:cxn>
              <a:cxn ang="0">
                <a:pos x="connsiteX120194" y="connsiteY120194"/>
              </a:cxn>
              <a:cxn ang="0">
                <a:pos x="connsiteX120195" y="connsiteY120195"/>
              </a:cxn>
              <a:cxn ang="0">
                <a:pos x="connsiteX120196" y="connsiteY120196"/>
              </a:cxn>
              <a:cxn ang="0">
                <a:pos x="connsiteX120197" y="connsiteY120197"/>
              </a:cxn>
              <a:cxn ang="0">
                <a:pos x="connsiteX120198" y="connsiteY120198"/>
              </a:cxn>
              <a:cxn ang="0">
                <a:pos x="connsiteX120199" y="connsiteY120199"/>
              </a:cxn>
              <a:cxn ang="0">
                <a:pos x="connsiteX120200" y="connsiteY120200"/>
              </a:cxn>
              <a:cxn ang="0">
                <a:pos x="connsiteX120201" y="connsiteY120201"/>
              </a:cxn>
              <a:cxn ang="0">
                <a:pos x="connsiteX120202" y="connsiteY120202"/>
              </a:cxn>
              <a:cxn ang="0">
                <a:pos x="connsiteX120203" y="connsiteY120203"/>
              </a:cxn>
              <a:cxn ang="0">
                <a:pos x="connsiteX120204" y="connsiteY120204"/>
              </a:cxn>
              <a:cxn ang="0">
                <a:pos x="connsiteX120205" y="connsiteY120205"/>
              </a:cxn>
              <a:cxn ang="0">
                <a:pos x="connsiteX120206" y="connsiteY120206"/>
              </a:cxn>
              <a:cxn ang="0">
                <a:pos x="connsiteX120207" y="connsiteY120207"/>
              </a:cxn>
              <a:cxn ang="0">
                <a:pos x="connsiteX120208" y="connsiteY120208"/>
              </a:cxn>
              <a:cxn ang="0">
                <a:pos x="connsiteX120209" y="connsiteY120209"/>
              </a:cxn>
              <a:cxn ang="0">
                <a:pos x="connsiteX120210" y="connsiteY120210"/>
              </a:cxn>
              <a:cxn ang="0">
                <a:pos x="connsiteX120211" y="connsiteY120211"/>
              </a:cxn>
              <a:cxn ang="0">
                <a:pos x="connsiteX120212" y="connsiteY120212"/>
              </a:cxn>
              <a:cxn ang="0">
                <a:pos x="connsiteX120213" y="connsiteY120213"/>
              </a:cxn>
              <a:cxn ang="0">
                <a:pos x="connsiteX120214" y="connsiteY120214"/>
              </a:cxn>
              <a:cxn ang="0">
                <a:pos x="connsiteX120215" y="connsiteY120215"/>
              </a:cxn>
              <a:cxn ang="0">
                <a:pos x="connsiteX120216" y="connsiteY120216"/>
              </a:cxn>
              <a:cxn ang="0">
                <a:pos x="connsiteX120217" y="connsiteY120217"/>
              </a:cxn>
              <a:cxn ang="0">
                <a:pos x="connsiteX120218" y="connsiteY120218"/>
              </a:cxn>
              <a:cxn ang="0">
                <a:pos x="connsiteX120219" y="connsiteY120219"/>
              </a:cxn>
              <a:cxn ang="0">
                <a:pos x="connsiteX120220" y="connsiteY120220"/>
              </a:cxn>
              <a:cxn ang="0">
                <a:pos x="connsiteX120221" y="connsiteY120221"/>
              </a:cxn>
              <a:cxn ang="0">
                <a:pos x="connsiteX120222" y="connsiteY120222"/>
              </a:cxn>
              <a:cxn ang="0">
                <a:pos x="connsiteX120223" y="connsiteY120223"/>
              </a:cxn>
              <a:cxn ang="0">
                <a:pos x="connsiteX120224" y="connsiteY120224"/>
              </a:cxn>
              <a:cxn ang="0">
                <a:pos x="connsiteX120225" y="connsiteY120225"/>
              </a:cxn>
              <a:cxn ang="0">
                <a:pos x="connsiteX120226" y="connsiteY120226"/>
              </a:cxn>
              <a:cxn ang="0">
                <a:pos x="connsiteX120227" y="connsiteY120227"/>
              </a:cxn>
              <a:cxn ang="0">
                <a:pos x="connsiteX120228" y="connsiteY120228"/>
              </a:cxn>
              <a:cxn ang="0">
                <a:pos x="connsiteX120229" y="connsiteY120229"/>
              </a:cxn>
              <a:cxn ang="0">
                <a:pos x="connsiteX120230" y="connsiteY120230"/>
              </a:cxn>
              <a:cxn ang="0">
                <a:pos x="connsiteX120231" y="connsiteY120231"/>
              </a:cxn>
              <a:cxn ang="0">
                <a:pos x="connsiteX120232" y="connsiteY120232"/>
              </a:cxn>
              <a:cxn ang="0">
                <a:pos x="connsiteX120233" y="connsiteY120233"/>
              </a:cxn>
              <a:cxn ang="0">
                <a:pos x="connsiteX120234" y="connsiteY120234"/>
              </a:cxn>
              <a:cxn ang="0">
                <a:pos x="connsiteX120235" y="connsiteY120235"/>
              </a:cxn>
              <a:cxn ang="0">
                <a:pos x="connsiteX120236" y="connsiteY120236"/>
              </a:cxn>
              <a:cxn ang="0">
                <a:pos x="connsiteX120237" y="connsiteY120237"/>
              </a:cxn>
              <a:cxn ang="0">
                <a:pos x="connsiteX120238" y="connsiteY120238"/>
              </a:cxn>
              <a:cxn ang="0">
                <a:pos x="connsiteX120239" y="connsiteY120239"/>
              </a:cxn>
              <a:cxn ang="0">
                <a:pos x="connsiteX120240" y="connsiteY120240"/>
              </a:cxn>
              <a:cxn ang="0">
                <a:pos x="connsiteX120241" y="connsiteY120241"/>
              </a:cxn>
              <a:cxn ang="0">
                <a:pos x="connsiteX120242" y="connsiteY120242"/>
              </a:cxn>
              <a:cxn ang="0">
                <a:pos x="connsiteX120243" y="connsiteY120243"/>
              </a:cxn>
              <a:cxn ang="0">
                <a:pos x="connsiteX120244" y="connsiteY120244"/>
              </a:cxn>
              <a:cxn ang="0">
                <a:pos x="connsiteX120245" y="connsiteY120245"/>
              </a:cxn>
              <a:cxn ang="0">
                <a:pos x="connsiteX120246" y="connsiteY120246"/>
              </a:cxn>
              <a:cxn ang="0">
                <a:pos x="connsiteX120247" y="connsiteY120247"/>
              </a:cxn>
              <a:cxn ang="0">
                <a:pos x="connsiteX120248" y="connsiteY120248"/>
              </a:cxn>
              <a:cxn ang="0">
                <a:pos x="connsiteX120249" y="connsiteY120249"/>
              </a:cxn>
              <a:cxn ang="0">
                <a:pos x="connsiteX120250" y="connsiteY120250"/>
              </a:cxn>
              <a:cxn ang="0">
                <a:pos x="connsiteX120251" y="connsiteY120251"/>
              </a:cxn>
              <a:cxn ang="0">
                <a:pos x="connsiteX120252" y="connsiteY120252"/>
              </a:cxn>
              <a:cxn ang="0">
                <a:pos x="connsiteX120253" y="connsiteY120253"/>
              </a:cxn>
              <a:cxn ang="0">
                <a:pos x="connsiteX120254" y="connsiteY120254"/>
              </a:cxn>
              <a:cxn ang="0">
                <a:pos x="connsiteX120255" y="connsiteY120255"/>
              </a:cxn>
              <a:cxn ang="0">
                <a:pos x="connsiteX120256" y="connsiteY120256"/>
              </a:cxn>
              <a:cxn ang="0">
                <a:pos x="connsiteX120257" y="connsiteY120257"/>
              </a:cxn>
              <a:cxn ang="0">
                <a:pos x="connsiteX120258" y="connsiteY120258"/>
              </a:cxn>
              <a:cxn ang="0">
                <a:pos x="connsiteX120259" y="connsiteY120259"/>
              </a:cxn>
              <a:cxn ang="0">
                <a:pos x="connsiteX120260" y="connsiteY120260"/>
              </a:cxn>
              <a:cxn ang="0">
                <a:pos x="connsiteX120261" y="connsiteY120261"/>
              </a:cxn>
              <a:cxn ang="0">
                <a:pos x="connsiteX120262" y="connsiteY120262"/>
              </a:cxn>
              <a:cxn ang="0">
                <a:pos x="connsiteX120263" y="connsiteY120263"/>
              </a:cxn>
              <a:cxn ang="0">
                <a:pos x="connsiteX120264" y="connsiteY120264"/>
              </a:cxn>
              <a:cxn ang="0">
                <a:pos x="connsiteX120265" y="connsiteY120265"/>
              </a:cxn>
              <a:cxn ang="0">
                <a:pos x="connsiteX120266" y="connsiteY120266"/>
              </a:cxn>
              <a:cxn ang="0">
                <a:pos x="connsiteX120267" y="connsiteY120267"/>
              </a:cxn>
              <a:cxn ang="0">
                <a:pos x="connsiteX120268" y="connsiteY120268"/>
              </a:cxn>
              <a:cxn ang="0">
                <a:pos x="connsiteX120269" y="connsiteY120269"/>
              </a:cxn>
              <a:cxn ang="0">
                <a:pos x="connsiteX120270" y="connsiteY120270"/>
              </a:cxn>
              <a:cxn ang="0">
                <a:pos x="connsiteX120271" y="connsiteY120271"/>
              </a:cxn>
              <a:cxn ang="0">
                <a:pos x="connsiteX120272" y="connsiteY120272"/>
              </a:cxn>
              <a:cxn ang="0">
                <a:pos x="connsiteX120273" y="connsiteY120273"/>
              </a:cxn>
              <a:cxn ang="0">
                <a:pos x="connsiteX120274" y="connsiteY120274"/>
              </a:cxn>
              <a:cxn ang="0">
                <a:pos x="connsiteX120275" y="connsiteY120275"/>
              </a:cxn>
              <a:cxn ang="0">
                <a:pos x="connsiteX120276" y="connsiteY120276"/>
              </a:cxn>
              <a:cxn ang="0">
                <a:pos x="connsiteX120277" y="connsiteY120277"/>
              </a:cxn>
              <a:cxn ang="0">
                <a:pos x="connsiteX120278" y="connsiteY120278"/>
              </a:cxn>
              <a:cxn ang="0">
                <a:pos x="connsiteX120279" y="connsiteY120279"/>
              </a:cxn>
              <a:cxn ang="0">
                <a:pos x="connsiteX120280" y="connsiteY120280"/>
              </a:cxn>
              <a:cxn ang="0">
                <a:pos x="connsiteX120281" y="connsiteY120281"/>
              </a:cxn>
              <a:cxn ang="0">
                <a:pos x="connsiteX120282" y="connsiteY120282"/>
              </a:cxn>
              <a:cxn ang="0">
                <a:pos x="connsiteX120283" y="connsiteY120283"/>
              </a:cxn>
              <a:cxn ang="0">
                <a:pos x="connsiteX120284" y="connsiteY120284"/>
              </a:cxn>
              <a:cxn ang="0">
                <a:pos x="connsiteX120285" y="connsiteY120285"/>
              </a:cxn>
              <a:cxn ang="0">
                <a:pos x="connsiteX120286" y="connsiteY120286"/>
              </a:cxn>
              <a:cxn ang="0">
                <a:pos x="connsiteX120287" y="connsiteY120287"/>
              </a:cxn>
              <a:cxn ang="0">
                <a:pos x="connsiteX120288" y="connsiteY120288"/>
              </a:cxn>
              <a:cxn ang="0">
                <a:pos x="connsiteX120289" y="connsiteY120289"/>
              </a:cxn>
              <a:cxn ang="0">
                <a:pos x="connsiteX120290" y="connsiteY120290"/>
              </a:cxn>
              <a:cxn ang="0">
                <a:pos x="connsiteX120291" y="connsiteY120291"/>
              </a:cxn>
              <a:cxn ang="0">
                <a:pos x="connsiteX120292" y="connsiteY120292"/>
              </a:cxn>
              <a:cxn ang="0">
                <a:pos x="connsiteX120293" y="connsiteY120293"/>
              </a:cxn>
              <a:cxn ang="0">
                <a:pos x="connsiteX120294" y="connsiteY120294"/>
              </a:cxn>
              <a:cxn ang="0">
                <a:pos x="connsiteX120295" y="connsiteY120295"/>
              </a:cxn>
              <a:cxn ang="0">
                <a:pos x="connsiteX120296" y="connsiteY120296"/>
              </a:cxn>
              <a:cxn ang="0">
                <a:pos x="connsiteX120297" y="connsiteY120297"/>
              </a:cxn>
              <a:cxn ang="0">
                <a:pos x="connsiteX120298" y="connsiteY120298"/>
              </a:cxn>
              <a:cxn ang="0">
                <a:pos x="connsiteX120299" y="connsiteY120299"/>
              </a:cxn>
              <a:cxn ang="0">
                <a:pos x="connsiteX120300" y="connsiteY120300"/>
              </a:cxn>
              <a:cxn ang="0">
                <a:pos x="connsiteX120301" y="connsiteY120301"/>
              </a:cxn>
              <a:cxn ang="0">
                <a:pos x="connsiteX120302" y="connsiteY120302"/>
              </a:cxn>
              <a:cxn ang="0">
                <a:pos x="connsiteX120303" y="connsiteY120303"/>
              </a:cxn>
              <a:cxn ang="0">
                <a:pos x="connsiteX120304" y="connsiteY120304"/>
              </a:cxn>
              <a:cxn ang="0">
                <a:pos x="connsiteX120305" y="connsiteY120305"/>
              </a:cxn>
              <a:cxn ang="0">
                <a:pos x="connsiteX120306" y="connsiteY120306"/>
              </a:cxn>
              <a:cxn ang="0">
                <a:pos x="connsiteX120307" y="connsiteY120307"/>
              </a:cxn>
              <a:cxn ang="0">
                <a:pos x="connsiteX120308" y="connsiteY120308"/>
              </a:cxn>
              <a:cxn ang="0">
                <a:pos x="connsiteX120309" y="connsiteY120309"/>
              </a:cxn>
              <a:cxn ang="0">
                <a:pos x="connsiteX120310" y="connsiteY120310"/>
              </a:cxn>
              <a:cxn ang="0">
                <a:pos x="connsiteX120311" y="connsiteY120311"/>
              </a:cxn>
              <a:cxn ang="0">
                <a:pos x="connsiteX120312" y="connsiteY120312"/>
              </a:cxn>
              <a:cxn ang="0">
                <a:pos x="connsiteX120313" y="connsiteY120313"/>
              </a:cxn>
              <a:cxn ang="0">
                <a:pos x="connsiteX120314" y="connsiteY120314"/>
              </a:cxn>
              <a:cxn ang="0">
                <a:pos x="connsiteX120315" y="connsiteY120315"/>
              </a:cxn>
              <a:cxn ang="0">
                <a:pos x="connsiteX120316" y="connsiteY120316"/>
              </a:cxn>
              <a:cxn ang="0">
                <a:pos x="connsiteX120317" y="connsiteY120317"/>
              </a:cxn>
              <a:cxn ang="0">
                <a:pos x="connsiteX120318" y="connsiteY120318"/>
              </a:cxn>
              <a:cxn ang="0">
                <a:pos x="connsiteX120319" y="connsiteY120319"/>
              </a:cxn>
              <a:cxn ang="0">
                <a:pos x="connsiteX120320" y="connsiteY120320"/>
              </a:cxn>
              <a:cxn ang="0">
                <a:pos x="connsiteX120321" y="connsiteY120321"/>
              </a:cxn>
              <a:cxn ang="0">
                <a:pos x="connsiteX120322" y="connsiteY120322"/>
              </a:cxn>
              <a:cxn ang="0">
                <a:pos x="connsiteX120323" y="connsiteY120323"/>
              </a:cxn>
              <a:cxn ang="0">
                <a:pos x="connsiteX120324" y="connsiteY120324"/>
              </a:cxn>
              <a:cxn ang="0">
                <a:pos x="connsiteX120325" y="connsiteY120325"/>
              </a:cxn>
              <a:cxn ang="0">
                <a:pos x="connsiteX120326" y="connsiteY120326"/>
              </a:cxn>
              <a:cxn ang="0">
                <a:pos x="connsiteX120327" y="connsiteY120327"/>
              </a:cxn>
              <a:cxn ang="0">
                <a:pos x="connsiteX120328" y="connsiteY120328"/>
              </a:cxn>
              <a:cxn ang="0">
                <a:pos x="connsiteX120329" y="connsiteY120329"/>
              </a:cxn>
              <a:cxn ang="0">
                <a:pos x="connsiteX120330" y="connsiteY120330"/>
              </a:cxn>
              <a:cxn ang="0">
                <a:pos x="connsiteX120331" y="connsiteY120331"/>
              </a:cxn>
              <a:cxn ang="0">
                <a:pos x="connsiteX120332" y="connsiteY120332"/>
              </a:cxn>
              <a:cxn ang="0">
                <a:pos x="connsiteX120333" y="connsiteY120333"/>
              </a:cxn>
              <a:cxn ang="0">
                <a:pos x="connsiteX120334" y="connsiteY120334"/>
              </a:cxn>
              <a:cxn ang="0">
                <a:pos x="connsiteX120335" y="connsiteY120335"/>
              </a:cxn>
              <a:cxn ang="0">
                <a:pos x="connsiteX120336" y="connsiteY120336"/>
              </a:cxn>
              <a:cxn ang="0">
                <a:pos x="connsiteX120337" y="connsiteY120337"/>
              </a:cxn>
              <a:cxn ang="0">
                <a:pos x="connsiteX120338" y="connsiteY120338"/>
              </a:cxn>
              <a:cxn ang="0">
                <a:pos x="connsiteX120339" y="connsiteY120339"/>
              </a:cxn>
              <a:cxn ang="0">
                <a:pos x="connsiteX120340" y="connsiteY120340"/>
              </a:cxn>
              <a:cxn ang="0">
                <a:pos x="connsiteX120341" y="connsiteY120341"/>
              </a:cxn>
              <a:cxn ang="0">
                <a:pos x="connsiteX120342" y="connsiteY120342"/>
              </a:cxn>
              <a:cxn ang="0">
                <a:pos x="connsiteX120343" y="connsiteY120343"/>
              </a:cxn>
              <a:cxn ang="0">
                <a:pos x="connsiteX120344" y="connsiteY120344"/>
              </a:cxn>
              <a:cxn ang="0">
                <a:pos x="connsiteX120345" y="connsiteY120345"/>
              </a:cxn>
              <a:cxn ang="0">
                <a:pos x="connsiteX120346" y="connsiteY120346"/>
              </a:cxn>
              <a:cxn ang="0">
                <a:pos x="connsiteX120347" y="connsiteY120347"/>
              </a:cxn>
              <a:cxn ang="0">
                <a:pos x="connsiteX120348" y="connsiteY120348"/>
              </a:cxn>
              <a:cxn ang="0">
                <a:pos x="connsiteX120349" y="connsiteY120349"/>
              </a:cxn>
              <a:cxn ang="0">
                <a:pos x="connsiteX120350" y="connsiteY120350"/>
              </a:cxn>
              <a:cxn ang="0">
                <a:pos x="connsiteX120351" y="connsiteY120351"/>
              </a:cxn>
              <a:cxn ang="0">
                <a:pos x="connsiteX120352" y="connsiteY120352"/>
              </a:cxn>
              <a:cxn ang="0">
                <a:pos x="connsiteX120353" y="connsiteY120353"/>
              </a:cxn>
              <a:cxn ang="0">
                <a:pos x="connsiteX120354" y="connsiteY120354"/>
              </a:cxn>
              <a:cxn ang="0">
                <a:pos x="connsiteX120355" y="connsiteY120355"/>
              </a:cxn>
              <a:cxn ang="0">
                <a:pos x="connsiteX120356" y="connsiteY120356"/>
              </a:cxn>
              <a:cxn ang="0">
                <a:pos x="connsiteX120357" y="connsiteY120357"/>
              </a:cxn>
              <a:cxn ang="0">
                <a:pos x="connsiteX120358" y="connsiteY120358"/>
              </a:cxn>
              <a:cxn ang="0">
                <a:pos x="connsiteX120359" y="connsiteY120359"/>
              </a:cxn>
              <a:cxn ang="0">
                <a:pos x="connsiteX120360" y="connsiteY120360"/>
              </a:cxn>
              <a:cxn ang="0">
                <a:pos x="connsiteX120361" y="connsiteY120361"/>
              </a:cxn>
              <a:cxn ang="0">
                <a:pos x="connsiteX120362" y="connsiteY120362"/>
              </a:cxn>
              <a:cxn ang="0">
                <a:pos x="connsiteX120363" y="connsiteY120363"/>
              </a:cxn>
              <a:cxn ang="0">
                <a:pos x="connsiteX120364" y="connsiteY120364"/>
              </a:cxn>
              <a:cxn ang="0">
                <a:pos x="connsiteX120365" y="connsiteY120365"/>
              </a:cxn>
              <a:cxn ang="0">
                <a:pos x="connsiteX120366" y="connsiteY120366"/>
              </a:cxn>
              <a:cxn ang="0">
                <a:pos x="connsiteX120367" y="connsiteY120367"/>
              </a:cxn>
              <a:cxn ang="0">
                <a:pos x="connsiteX120368" y="connsiteY120368"/>
              </a:cxn>
              <a:cxn ang="0">
                <a:pos x="connsiteX120369" y="connsiteY120369"/>
              </a:cxn>
              <a:cxn ang="0">
                <a:pos x="connsiteX120370" y="connsiteY120370"/>
              </a:cxn>
              <a:cxn ang="0">
                <a:pos x="connsiteX120371" y="connsiteY120371"/>
              </a:cxn>
              <a:cxn ang="0">
                <a:pos x="connsiteX120372" y="connsiteY120372"/>
              </a:cxn>
              <a:cxn ang="0">
                <a:pos x="connsiteX120373" y="connsiteY120373"/>
              </a:cxn>
              <a:cxn ang="0">
                <a:pos x="connsiteX120374" y="connsiteY120374"/>
              </a:cxn>
              <a:cxn ang="0">
                <a:pos x="connsiteX120375" y="connsiteY120375"/>
              </a:cxn>
              <a:cxn ang="0">
                <a:pos x="connsiteX120376" y="connsiteY120376"/>
              </a:cxn>
              <a:cxn ang="0">
                <a:pos x="connsiteX120377" y="connsiteY120377"/>
              </a:cxn>
              <a:cxn ang="0">
                <a:pos x="connsiteX120378" y="connsiteY120378"/>
              </a:cxn>
              <a:cxn ang="0">
                <a:pos x="connsiteX120379" y="connsiteY120379"/>
              </a:cxn>
              <a:cxn ang="0">
                <a:pos x="connsiteX120380" y="connsiteY120380"/>
              </a:cxn>
              <a:cxn ang="0">
                <a:pos x="connsiteX120381" y="connsiteY120381"/>
              </a:cxn>
              <a:cxn ang="0">
                <a:pos x="connsiteX120382" y="connsiteY120382"/>
              </a:cxn>
              <a:cxn ang="0">
                <a:pos x="connsiteX120383" y="connsiteY120383"/>
              </a:cxn>
              <a:cxn ang="0">
                <a:pos x="connsiteX120384" y="connsiteY120384"/>
              </a:cxn>
              <a:cxn ang="0">
                <a:pos x="connsiteX120385" y="connsiteY120385"/>
              </a:cxn>
              <a:cxn ang="0">
                <a:pos x="connsiteX120386" y="connsiteY120386"/>
              </a:cxn>
              <a:cxn ang="0">
                <a:pos x="connsiteX120387" y="connsiteY120387"/>
              </a:cxn>
              <a:cxn ang="0">
                <a:pos x="connsiteX120388" y="connsiteY120388"/>
              </a:cxn>
              <a:cxn ang="0">
                <a:pos x="connsiteX120389" y="connsiteY120389"/>
              </a:cxn>
              <a:cxn ang="0">
                <a:pos x="connsiteX120390" y="connsiteY120390"/>
              </a:cxn>
              <a:cxn ang="0">
                <a:pos x="connsiteX120391" y="connsiteY120391"/>
              </a:cxn>
              <a:cxn ang="0">
                <a:pos x="connsiteX120392" y="connsiteY120392"/>
              </a:cxn>
              <a:cxn ang="0">
                <a:pos x="connsiteX120393" y="connsiteY120393"/>
              </a:cxn>
              <a:cxn ang="0">
                <a:pos x="connsiteX120394" y="connsiteY120394"/>
              </a:cxn>
              <a:cxn ang="0">
                <a:pos x="connsiteX120395" y="connsiteY120395"/>
              </a:cxn>
              <a:cxn ang="0">
                <a:pos x="connsiteX120396" y="connsiteY120396"/>
              </a:cxn>
              <a:cxn ang="0">
                <a:pos x="connsiteX120397" y="connsiteY120397"/>
              </a:cxn>
              <a:cxn ang="0">
                <a:pos x="connsiteX120398" y="connsiteY120398"/>
              </a:cxn>
              <a:cxn ang="0">
                <a:pos x="connsiteX120399" y="connsiteY120399"/>
              </a:cxn>
              <a:cxn ang="0">
                <a:pos x="connsiteX120400" y="connsiteY120400"/>
              </a:cxn>
              <a:cxn ang="0">
                <a:pos x="connsiteX120401" y="connsiteY120401"/>
              </a:cxn>
              <a:cxn ang="0">
                <a:pos x="connsiteX120402" y="connsiteY120402"/>
              </a:cxn>
              <a:cxn ang="0">
                <a:pos x="connsiteX120403" y="connsiteY120403"/>
              </a:cxn>
              <a:cxn ang="0">
                <a:pos x="connsiteX120404" y="connsiteY120404"/>
              </a:cxn>
              <a:cxn ang="0">
                <a:pos x="connsiteX120405" y="connsiteY120405"/>
              </a:cxn>
              <a:cxn ang="0">
                <a:pos x="connsiteX120406" y="connsiteY120406"/>
              </a:cxn>
              <a:cxn ang="0">
                <a:pos x="connsiteX120407" y="connsiteY120407"/>
              </a:cxn>
              <a:cxn ang="0">
                <a:pos x="connsiteX120408" y="connsiteY120408"/>
              </a:cxn>
              <a:cxn ang="0">
                <a:pos x="connsiteX120409" y="connsiteY120409"/>
              </a:cxn>
              <a:cxn ang="0">
                <a:pos x="connsiteX120410" y="connsiteY120410"/>
              </a:cxn>
              <a:cxn ang="0">
                <a:pos x="connsiteX120411" y="connsiteY120411"/>
              </a:cxn>
              <a:cxn ang="0">
                <a:pos x="connsiteX120412" y="connsiteY120412"/>
              </a:cxn>
              <a:cxn ang="0">
                <a:pos x="connsiteX120413" y="connsiteY120413"/>
              </a:cxn>
              <a:cxn ang="0">
                <a:pos x="connsiteX120414" y="connsiteY120414"/>
              </a:cxn>
              <a:cxn ang="0">
                <a:pos x="connsiteX120415" y="connsiteY120415"/>
              </a:cxn>
              <a:cxn ang="0">
                <a:pos x="connsiteX120416" y="connsiteY120416"/>
              </a:cxn>
              <a:cxn ang="0">
                <a:pos x="connsiteX120417" y="connsiteY120417"/>
              </a:cxn>
              <a:cxn ang="0">
                <a:pos x="connsiteX120418" y="connsiteY120418"/>
              </a:cxn>
              <a:cxn ang="0">
                <a:pos x="connsiteX120419" y="connsiteY120419"/>
              </a:cxn>
              <a:cxn ang="0">
                <a:pos x="connsiteX120420" y="connsiteY120420"/>
              </a:cxn>
              <a:cxn ang="0">
                <a:pos x="connsiteX120421" y="connsiteY120421"/>
              </a:cxn>
              <a:cxn ang="0">
                <a:pos x="connsiteX120422" y="connsiteY120422"/>
              </a:cxn>
              <a:cxn ang="0">
                <a:pos x="connsiteX120423" y="connsiteY120423"/>
              </a:cxn>
              <a:cxn ang="0">
                <a:pos x="connsiteX120424" y="connsiteY120424"/>
              </a:cxn>
              <a:cxn ang="0">
                <a:pos x="connsiteX120425" y="connsiteY120425"/>
              </a:cxn>
              <a:cxn ang="0">
                <a:pos x="connsiteX120426" y="connsiteY120426"/>
              </a:cxn>
              <a:cxn ang="0">
                <a:pos x="connsiteX120427" y="connsiteY120427"/>
              </a:cxn>
              <a:cxn ang="0">
                <a:pos x="connsiteX120428" y="connsiteY120428"/>
              </a:cxn>
              <a:cxn ang="0">
                <a:pos x="connsiteX120429" y="connsiteY120429"/>
              </a:cxn>
              <a:cxn ang="0">
                <a:pos x="connsiteX120430" y="connsiteY120430"/>
              </a:cxn>
              <a:cxn ang="0">
                <a:pos x="connsiteX120431" y="connsiteY120431"/>
              </a:cxn>
              <a:cxn ang="0">
                <a:pos x="connsiteX120432" y="connsiteY120432"/>
              </a:cxn>
              <a:cxn ang="0">
                <a:pos x="connsiteX120433" y="connsiteY120433"/>
              </a:cxn>
              <a:cxn ang="0">
                <a:pos x="connsiteX120434" y="connsiteY120434"/>
              </a:cxn>
              <a:cxn ang="0">
                <a:pos x="connsiteX120435" y="connsiteY120435"/>
              </a:cxn>
              <a:cxn ang="0">
                <a:pos x="connsiteX120436" y="connsiteY120436"/>
              </a:cxn>
              <a:cxn ang="0">
                <a:pos x="connsiteX120437" y="connsiteY120437"/>
              </a:cxn>
              <a:cxn ang="0">
                <a:pos x="connsiteX120438" y="connsiteY120438"/>
              </a:cxn>
              <a:cxn ang="0">
                <a:pos x="connsiteX120439" y="connsiteY120439"/>
              </a:cxn>
              <a:cxn ang="0">
                <a:pos x="connsiteX120440" y="connsiteY120440"/>
              </a:cxn>
              <a:cxn ang="0">
                <a:pos x="connsiteX120441" y="connsiteY120441"/>
              </a:cxn>
              <a:cxn ang="0">
                <a:pos x="connsiteX120442" y="connsiteY120442"/>
              </a:cxn>
              <a:cxn ang="0">
                <a:pos x="connsiteX120443" y="connsiteY120443"/>
              </a:cxn>
              <a:cxn ang="0">
                <a:pos x="connsiteX120444" y="connsiteY120444"/>
              </a:cxn>
              <a:cxn ang="0">
                <a:pos x="connsiteX120445" y="connsiteY120445"/>
              </a:cxn>
              <a:cxn ang="0">
                <a:pos x="connsiteX120446" y="connsiteY120446"/>
              </a:cxn>
              <a:cxn ang="0">
                <a:pos x="connsiteX120447" y="connsiteY120447"/>
              </a:cxn>
              <a:cxn ang="0">
                <a:pos x="connsiteX120448" y="connsiteY120448"/>
              </a:cxn>
              <a:cxn ang="0">
                <a:pos x="connsiteX120449" y="connsiteY120449"/>
              </a:cxn>
              <a:cxn ang="0">
                <a:pos x="connsiteX120450" y="connsiteY120450"/>
              </a:cxn>
              <a:cxn ang="0">
                <a:pos x="connsiteX120451" y="connsiteY120451"/>
              </a:cxn>
              <a:cxn ang="0">
                <a:pos x="connsiteX120452" y="connsiteY120452"/>
              </a:cxn>
              <a:cxn ang="0">
                <a:pos x="connsiteX120453" y="connsiteY120453"/>
              </a:cxn>
              <a:cxn ang="0">
                <a:pos x="connsiteX120454" y="connsiteY120454"/>
              </a:cxn>
              <a:cxn ang="0">
                <a:pos x="connsiteX120455" y="connsiteY120455"/>
              </a:cxn>
              <a:cxn ang="0">
                <a:pos x="connsiteX120456" y="connsiteY120456"/>
              </a:cxn>
              <a:cxn ang="0">
                <a:pos x="connsiteX120457" y="connsiteY120457"/>
              </a:cxn>
              <a:cxn ang="0">
                <a:pos x="connsiteX120458" y="connsiteY120458"/>
              </a:cxn>
              <a:cxn ang="0">
                <a:pos x="connsiteX120459" y="connsiteY120459"/>
              </a:cxn>
              <a:cxn ang="0">
                <a:pos x="connsiteX120460" y="connsiteY120460"/>
              </a:cxn>
              <a:cxn ang="0">
                <a:pos x="connsiteX120461" y="connsiteY120461"/>
              </a:cxn>
              <a:cxn ang="0">
                <a:pos x="connsiteX120462" y="connsiteY120462"/>
              </a:cxn>
              <a:cxn ang="0">
                <a:pos x="connsiteX120463" y="connsiteY120463"/>
              </a:cxn>
              <a:cxn ang="0">
                <a:pos x="connsiteX120464" y="connsiteY120464"/>
              </a:cxn>
              <a:cxn ang="0">
                <a:pos x="connsiteX120465" y="connsiteY120465"/>
              </a:cxn>
              <a:cxn ang="0">
                <a:pos x="connsiteX120466" y="connsiteY120466"/>
              </a:cxn>
              <a:cxn ang="0">
                <a:pos x="connsiteX120467" y="connsiteY120467"/>
              </a:cxn>
              <a:cxn ang="0">
                <a:pos x="connsiteX120468" y="connsiteY120468"/>
              </a:cxn>
              <a:cxn ang="0">
                <a:pos x="connsiteX120469" y="connsiteY120469"/>
              </a:cxn>
              <a:cxn ang="0">
                <a:pos x="connsiteX120470" y="connsiteY120470"/>
              </a:cxn>
              <a:cxn ang="0">
                <a:pos x="connsiteX120471" y="connsiteY120471"/>
              </a:cxn>
              <a:cxn ang="0">
                <a:pos x="connsiteX120472" y="connsiteY120472"/>
              </a:cxn>
              <a:cxn ang="0">
                <a:pos x="connsiteX120473" y="connsiteY120473"/>
              </a:cxn>
              <a:cxn ang="0">
                <a:pos x="connsiteX120474" y="connsiteY120474"/>
              </a:cxn>
              <a:cxn ang="0">
                <a:pos x="connsiteX120475" y="connsiteY120475"/>
              </a:cxn>
              <a:cxn ang="0">
                <a:pos x="connsiteX120476" y="connsiteY120476"/>
              </a:cxn>
              <a:cxn ang="0">
                <a:pos x="connsiteX120477" y="connsiteY120477"/>
              </a:cxn>
              <a:cxn ang="0">
                <a:pos x="connsiteX120478" y="connsiteY120478"/>
              </a:cxn>
              <a:cxn ang="0">
                <a:pos x="connsiteX120479" y="connsiteY120479"/>
              </a:cxn>
              <a:cxn ang="0">
                <a:pos x="connsiteX120480" y="connsiteY120480"/>
              </a:cxn>
              <a:cxn ang="0">
                <a:pos x="connsiteX120481" y="connsiteY120481"/>
              </a:cxn>
              <a:cxn ang="0">
                <a:pos x="connsiteX120482" y="connsiteY120482"/>
              </a:cxn>
              <a:cxn ang="0">
                <a:pos x="connsiteX120483" y="connsiteY120483"/>
              </a:cxn>
              <a:cxn ang="0">
                <a:pos x="connsiteX120484" y="connsiteY120484"/>
              </a:cxn>
              <a:cxn ang="0">
                <a:pos x="connsiteX120485" y="connsiteY120485"/>
              </a:cxn>
              <a:cxn ang="0">
                <a:pos x="connsiteX120486" y="connsiteY120486"/>
              </a:cxn>
              <a:cxn ang="0">
                <a:pos x="connsiteX120487" y="connsiteY120487"/>
              </a:cxn>
              <a:cxn ang="0">
                <a:pos x="connsiteX120488" y="connsiteY120488"/>
              </a:cxn>
              <a:cxn ang="0">
                <a:pos x="connsiteX120489" y="connsiteY120489"/>
              </a:cxn>
              <a:cxn ang="0">
                <a:pos x="connsiteX120490" y="connsiteY120490"/>
              </a:cxn>
              <a:cxn ang="0">
                <a:pos x="connsiteX120491" y="connsiteY120491"/>
              </a:cxn>
              <a:cxn ang="0">
                <a:pos x="connsiteX120492" y="connsiteY120492"/>
              </a:cxn>
              <a:cxn ang="0">
                <a:pos x="connsiteX120493" y="connsiteY120493"/>
              </a:cxn>
              <a:cxn ang="0">
                <a:pos x="connsiteX120494" y="connsiteY120494"/>
              </a:cxn>
              <a:cxn ang="0">
                <a:pos x="connsiteX120495" y="connsiteY120495"/>
              </a:cxn>
              <a:cxn ang="0">
                <a:pos x="connsiteX120496" y="connsiteY120496"/>
              </a:cxn>
              <a:cxn ang="0">
                <a:pos x="connsiteX120497" y="connsiteY120497"/>
              </a:cxn>
              <a:cxn ang="0">
                <a:pos x="connsiteX120498" y="connsiteY120498"/>
              </a:cxn>
              <a:cxn ang="0">
                <a:pos x="connsiteX120499" y="connsiteY120499"/>
              </a:cxn>
              <a:cxn ang="0">
                <a:pos x="connsiteX120500" y="connsiteY120500"/>
              </a:cxn>
              <a:cxn ang="0">
                <a:pos x="connsiteX120501" y="connsiteY120501"/>
              </a:cxn>
              <a:cxn ang="0">
                <a:pos x="connsiteX120502" y="connsiteY120502"/>
              </a:cxn>
              <a:cxn ang="0">
                <a:pos x="connsiteX120503" y="connsiteY120503"/>
              </a:cxn>
              <a:cxn ang="0">
                <a:pos x="connsiteX120504" y="connsiteY120504"/>
              </a:cxn>
              <a:cxn ang="0">
                <a:pos x="connsiteX120505" y="connsiteY120505"/>
              </a:cxn>
              <a:cxn ang="0">
                <a:pos x="connsiteX120506" y="connsiteY120506"/>
              </a:cxn>
              <a:cxn ang="0">
                <a:pos x="connsiteX120507" y="connsiteY120507"/>
              </a:cxn>
              <a:cxn ang="0">
                <a:pos x="connsiteX120508" y="connsiteY120508"/>
              </a:cxn>
              <a:cxn ang="0">
                <a:pos x="connsiteX120509" y="connsiteY120509"/>
              </a:cxn>
              <a:cxn ang="0">
                <a:pos x="connsiteX120510" y="connsiteY120510"/>
              </a:cxn>
              <a:cxn ang="0">
                <a:pos x="connsiteX120511" y="connsiteY120511"/>
              </a:cxn>
              <a:cxn ang="0">
                <a:pos x="connsiteX120512" y="connsiteY120512"/>
              </a:cxn>
              <a:cxn ang="0">
                <a:pos x="connsiteX120513" y="connsiteY120513"/>
              </a:cxn>
              <a:cxn ang="0">
                <a:pos x="connsiteX120514" y="connsiteY120514"/>
              </a:cxn>
              <a:cxn ang="0">
                <a:pos x="connsiteX120515" y="connsiteY120515"/>
              </a:cxn>
              <a:cxn ang="0">
                <a:pos x="connsiteX120516" y="connsiteY120516"/>
              </a:cxn>
              <a:cxn ang="0">
                <a:pos x="connsiteX120517" y="connsiteY120517"/>
              </a:cxn>
              <a:cxn ang="0">
                <a:pos x="connsiteX120518" y="connsiteY120518"/>
              </a:cxn>
              <a:cxn ang="0">
                <a:pos x="connsiteX120519" y="connsiteY120519"/>
              </a:cxn>
              <a:cxn ang="0">
                <a:pos x="connsiteX120520" y="connsiteY120520"/>
              </a:cxn>
              <a:cxn ang="0">
                <a:pos x="connsiteX120521" y="connsiteY120521"/>
              </a:cxn>
              <a:cxn ang="0">
                <a:pos x="connsiteX120522" y="connsiteY120522"/>
              </a:cxn>
              <a:cxn ang="0">
                <a:pos x="connsiteX120523" y="connsiteY120523"/>
              </a:cxn>
              <a:cxn ang="0">
                <a:pos x="connsiteX120524" y="connsiteY120524"/>
              </a:cxn>
              <a:cxn ang="0">
                <a:pos x="connsiteX120525" y="connsiteY120525"/>
              </a:cxn>
              <a:cxn ang="0">
                <a:pos x="connsiteX120526" y="connsiteY120526"/>
              </a:cxn>
              <a:cxn ang="0">
                <a:pos x="connsiteX120527" y="connsiteY120527"/>
              </a:cxn>
              <a:cxn ang="0">
                <a:pos x="connsiteX120528" y="connsiteY120528"/>
              </a:cxn>
              <a:cxn ang="0">
                <a:pos x="connsiteX120529" y="connsiteY120529"/>
              </a:cxn>
              <a:cxn ang="0">
                <a:pos x="connsiteX120530" y="connsiteY120530"/>
              </a:cxn>
              <a:cxn ang="0">
                <a:pos x="connsiteX120531" y="connsiteY120531"/>
              </a:cxn>
              <a:cxn ang="0">
                <a:pos x="connsiteX120532" y="connsiteY120532"/>
              </a:cxn>
              <a:cxn ang="0">
                <a:pos x="connsiteX120533" y="connsiteY120533"/>
              </a:cxn>
              <a:cxn ang="0">
                <a:pos x="connsiteX120534" y="connsiteY120534"/>
              </a:cxn>
              <a:cxn ang="0">
                <a:pos x="connsiteX120535" y="connsiteY120535"/>
              </a:cxn>
              <a:cxn ang="0">
                <a:pos x="connsiteX120536" y="connsiteY120536"/>
              </a:cxn>
              <a:cxn ang="0">
                <a:pos x="connsiteX120537" y="connsiteY120537"/>
              </a:cxn>
              <a:cxn ang="0">
                <a:pos x="connsiteX120538" y="connsiteY120538"/>
              </a:cxn>
              <a:cxn ang="0">
                <a:pos x="connsiteX120539" y="connsiteY120539"/>
              </a:cxn>
              <a:cxn ang="0">
                <a:pos x="connsiteX120540" y="connsiteY120540"/>
              </a:cxn>
              <a:cxn ang="0">
                <a:pos x="connsiteX120541" y="connsiteY120541"/>
              </a:cxn>
              <a:cxn ang="0">
                <a:pos x="connsiteX120542" y="connsiteY120542"/>
              </a:cxn>
              <a:cxn ang="0">
                <a:pos x="connsiteX120543" y="connsiteY120543"/>
              </a:cxn>
              <a:cxn ang="0">
                <a:pos x="connsiteX120544" y="connsiteY120544"/>
              </a:cxn>
              <a:cxn ang="0">
                <a:pos x="connsiteX120545" y="connsiteY120545"/>
              </a:cxn>
              <a:cxn ang="0">
                <a:pos x="connsiteX120546" y="connsiteY120546"/>
              </a:cxn>
              <a:cxn ang="0">
                <a:pos x="connsiteX120547" y="connsiteY120547"/>
              </a:cxn>
              <a:cxn ang="0">
                <a:pos x="connsiteX120548" y="connsiteY120548"/>
              </a:cxn>
              <a:cxn ang="0">
                <a:pos x="connsiteX120549" y="connsiteY120549"/>
              </a:cxn>
              <a:cxn ang="0">
                <a:pos x="connsiteX120550" y="connsiteY120550"/>
              </a:cxn>
              <a:cxn ang="0">
                <a:pos x="connsiteX120551" y="connsiteY120551"/>
              </a:cxn>
              <a:cxn ang="0">
                <a:pos x="connsiteX120552" y="connsiteY120552"/>
              </a:cxn>
              <a:cxn ang="0">
                <a:pos x="connsiteX120553" y="connsiteY120553"/>
              </a:cxn>
              <a:cxn ang="0">
                <a:pos x="connsiteX120554" y="connsiteY120554"/>
              </a:cxn>
              <a:cxn ang="0">
                <a:pos x="connsiteX120555" y="connsiteY120555"/>
              </a:cxn>
              <a:cxn ang="0">
                <a:pos x="connsiteX120556" y="connsiteY120556"/>
              </a:cxn>
              <a:cxn ang="0">
                <a:pos x="connsiteX120557" y="connsiteY120557"/>
              </a:cxn>
              <a:cxn ang="0">
                <a:pos x="connsiteX120558" y="connsiteY120558"/>
              </a:cxn>
              <a:cxn ang="0">
                <a:pos x="connsiteX120559" y="connsiteY120559"/>
              </a:cxn>
              <a:cxn ang="0">
                <a:pos x="connsiteX120560" y="connsiteY120560"/>
              </a:cxn>
              <a:cxn ang="0">
                <a:pos x="connsiteX120561" y="connsiteY120561"/>
              </a:cxn>
              <a:cxn ang="0">
                <a:pos x="connsiteX120562" y="connsiteY120562"/>
              </a:cxn>
              <a:cxn ang="0">
                <a:pos x="connsiteX120563" y="connsiteY120563"/>
              </a:cxn>
              <a:cxn ang="0">
                <a:pos x="connsiteX120564" y="connsiteY120564"/>
              </a:cxn>
              <a:cxn ang="0">
                <a:pos x="connsiteX120565" y="connsiteY120565"/>
              </a:cxn>
              <a:cxn ang="0">
                <a:pos x="connsiteX120566" y="connsiteY120566"/>
              </a:cxn>
              <a:cxn ang="0">
                <a:pos x="connsiteX120567" y="connsiteY120567"/>
              </a:cxn>
              <a:cxn ang="0">
                <a:pos x="connsiteX120568" y="connsiteY120568"/>
              </a:cxn>
              <a:cxn ang="0">
                <a:pos x="connsiteX120569" y="connsiteY120569"/>
              </a:cxn>
              <a:cxn ang="0">
                <a:pos x="connsiteX120570" y="connsiteY120570"/>
              </a:cxn>
              <a:cxn ang="0">
                <a:pos x="connsiteX120571" y="connsiteY120571"/>
              </a:cxn>
              <a:cxn ang="0">
                <a:pos x="connsiteX120572" y="connsiteY120572"/>
              </a:cxn>
              <a:cxn ang="0">
                <a:pos x="connsiteX120573" y="connsiteY120573"/>
              </a:cxn>
              <a:cxn ang="0">
                <a:pos x="connsiteX120574" y="connsiteY120574"/>
              </a:cxn>
              <a:cxn ang="0">
                <a:pos x="connsiteX120575" y="connsiteY120575"/>
              </a:cxn>
              <a:cxn ang="0">
                <a:pos x="connsiteX120576" y="connsiteY120576"/>
              </a:cxn>
              <a:cxn ang="0">
                <a:pos x="connsiteX120577" y="connsiteY120577"/>
              </a:cxn>
              <a:cxn ang="0">
                <a:pos x="connsiteX120578" y="connsiteY120578"/>
              </a:cxn>
              <a:cxn ang="0">
                <a:pos x="connsiteX120579" y="connsiteY120579"/>
              </a:cxn>
              <a:cxn ang="0">
                <a:pos x="connsiteX120580" y="connsiteY120580"/>
              </a:cxn>
              <a:cxn ang="0">
                <a:pos x="connsiteX120581" y="connsiteY120581"/>
              </a:cxn>
              <a:cxn ang="0">
                <a:pos x="connsiteX120582" y="connsiteY120582"/>
              </a:cxn>
              <a:cxn ang="0">
                <a:pos x="connsiteX120583" y="connsiteY120583"/>
              </a:cxn>
              <a:cxn ang="0">
                <a:pos x="connsiteX120584" y="connsiteY120584"/>
              </a:cxn>
              <a:cxn ang="0">
                <a:pos x="connsiteX120585" y="connsiteY120585"/>
              </a:cxn>
              <a:cxn ang="0">
                <a:pos x="connsiteX120586" y="connsiteY120586"/>
              </a:cxn>
              <a:cxn ang="0">
                <a:pos x="connsiteX120587" y="connsiteY120587"/>
              </a:cxn>
              <a:cxn ang="0">
                <a:pos x="connsiteX120588" y="connsiteY120588"/>
              </a:cxn>
              <a:cxn ang="0">
                <a:pos x="connsiteX120589" y="connsiteY120589"/>
              </a:cxn>
              <a:cxn ang="0">
                <a:pos x="connsiteX120590" y="connsiteY120590"/>
              </a:cxn>
              <a:cxn ang="0">
                <a:pos x="connsiteX120591" y="connsiteY120591"/>
              </a:cxn>
              <a:cxn ang="0">
                <a:pos x="connsiteX120592" y="connsiteY120592"/>
              </a:cxn>
              <a:cxn ang="0">
                <a:pos x="connsiteX120593" y="connsiteY120593"/>
              </a:cxn>
              <a:cxn ang="0">
                <a:pos x="connsiteX120594" y="connsiteY120594"/>
              </a:cxn>
              <a:cxn ang="0">
                <a:pos x="connsiteX120595" y="connsiteY120595"/>
              </a:cxn>
              <a:cxn ang="0">
                <a:pos x="connsiteX120596" y="connsiteY120596"/>
              </a:cxn>
              <a:cxn ang="0">
                <a:pos x="connsiteX120597" y="connsiteY120597"/>
              </a:cxn>
              <a:cxn ang="0">
                <a:pos x="connsiteX120598" y="connsiteY120598"/>
              </a:cxn>
              <a:cxn ang="0">
                <a:pos x="connsiteX120599" y="connsiteY120599"/>
              </a:cxn>
              <a:cxn ang="0">
                <a:pos x="connsiteX120600" y="connsiteY120600"/>
              </a:cxn>
              <a:cxn ang="0">
                <a:pos x="connsiteX120601" y="connsiteY120601"/>
              </a:cxn>
              <a:cxn ang="0">
                <a:pos x="connsiteX120602" y="connsiteY120602"/>
              </a:cxn>
              <a:cxn ang="0">
                <a:pos x="connsiteX120603" y="connsiteY120603"/>
              </a:cxn>
              <a:cxn ang="0">
                <a:pos x="connsiteX120604" y="connsiteY120604"/>
              </a:cxn>
              <a:cxn ang="0">
                <a:pos x="connsiteX120605" y="connsiteY120605"/>
              </a:cxn>
              <a:cxn ang="0">
                <a:pos x="connsiteX120606" y="connsiteY120606"/>
              </a:cxn>
              <a:cxn ang="0">
                <a:pos x="connsiteX120607" y="connsiteY120607"/>
              </a:cxn>
              <a:cxn ang="0">
                <a:pos x="connsiteX120608" y="connsiteY120608"/>
              </a:cxn>
              <a:cxn ang="0">
                <a:pos x="connsiteX120609" y="connsiteY120609"/>
              </a:cxn>
              <a:cxn ang="0">
                <a:pos x="connsiteX120610" y="connsiteY120610"/>
              </a:cxn>
              <a:cxn ang="0">
                <a:pos x="connsiteX120611" y="connsiteY120611"/>
              </a:cxn>
              <a:cxn ang="0">
                <a:pos x="connsiteX120612" y="connsiteY120612"/>
              </a:cxn>
              <a:cxn ang="0">
                <a:pos x="connsiteX120613" y="connsiteY120613"/>
              </a:cxn>
              <a:cxn ang="0">
                <a:pos x="connsiteX120614" y="connsiteY120614"/>
              </a:cxn>
              <a:cxn ang="0">
                <a:pos x="connsiteX120615" y="connsiteY120615"/>
              </a:cxn>
              <a:cxn ang="0">
                <a:pos x="connsiteX120616" y="connsiteY120616"/>
              </a:cxn>
              <a:cxn ang="0">
                <a:pos x="connsiteX120617" y="connsiteY120617"/>
              </a:cxn>
              <a:cxn ang="0">
                <a:pos x="connsiteX120618" y="connsiteY120618"/>
              </a:cxn>
              <a:cxn ang="0">
                <a:pos x="connsiteX120619" y="connsiteY120619"/>
              </a:cxn>
              <a:cxn ang="0">
                <a:pos x="connsiteX120620" y="connsiteY120620"/>
              </a:cxn>
              <a:cxn ang="0">
                <a:pos x="connsiteX120621" y="connsiteY120621"/>
              </a:cxn>
              <a:cxn ang="0">
                <a:pos x="connsiteX120622" y="connsiteY120622"/>
              </a:cxn>
              <a:cxn ang="0">
                <a:pos x="connsiteX120623" y="connsiteY120623"/>
              </a:cxn>
              <a:cxn ang="0">
                <a:pos x="connsiteX120624" y="connsiteY120624"/>
              </a:cxn>
              <a:cxn ang="0">
                <a:pos x="connsiteX120625" y="connsiteY120625"/>
              </a:cxn>
              <a:cxn ang="0">
                <a:pos x="connsiteX120626" y="connsiteY120626"/>
              </a:cxn>
              <a:cxn ang="0">
                <a:pos x="connsiteX120627" y="connsiteY120627"/>
              </a:cxn>
              <a:cxn ang="0">
                <a:pos x="connsiteX120628" y="connsiteY120628"/>
              </a:cxn>
              <a:cxn ang="0">
                <a:pos x="connsiteX120629" y="connsiteY120629"/>
              </a:cxn>
              <a:cxn ang="0">
                <a:pos x="connsiteX120630" y="connsiteY120630"/>
              </a:cxn>
              <a:cxn ang="0">
                <a:pos x="connsiteX120631" y="connsiteY120631"/>
              </a:cxn>
              <a:cxn ang="0">
                <a:pos x="connsiteX120632" y="connsiteY120632"/>
              </a:cxn>
              <a:cxn ang="0">
                <a:pos x="connsiteX120633" y="connsiteY120633"/>
              </a:cxn>
              <a:cxn ang="0">
                <a:pos x="connsiteX120634" y="connsiteY120634"/>
              </a:cxn>
              <a:cxn ang="0">
                <a:pos x="connsiteX120635" y="connsiteY120635"/>
              </a:cxn>
              <a:cxn ang="0">
                <a:pos x="connsiteX120636" y="connsiteY120636"/>
              </a:cxn>
              <a:cxn ang="0">
                <a:pos x="connsiteX120637" y="connsiteY120637"/>
              </a:cxn>
              <a:cxn ang="0">
                <a:pos x="connsiteX120638" y="connsiteY120638"/>
              </a:cxn>
              <a:cxn ang="0">
                <a:pos x="connsiteX120639" y="connsiteY120639"/>
              </a:cxn>
              <a:cxn ang="0">
                <a:pos x="connsiteX120640" y="connsiteY120640"/>
              </a:cxn>
              <a:cxn ang="0">
                <a:pos x="connsiteX120641" y="connsiteY120641"/>
              </a:cxn>
              <a:cxn ang="0">
                <a:pos x="connsiteX120642" y="connsiteY120642"/>
              </a:cxn>
              <a:cxn ang="0">
                <a:pos x="connsiteX120643" y="connsiteY120643"/>
              </a:cxn>
              <a:cxn ang="0">
                <a:pos x="connsiteX120644" y="connsiteY120644"/>
              </a:cxn>
              <a:cxn ang="0">
                <a:pos x="connsiteX120645" y="connsiteY120645"/>
              </a:cxn>
              <a:cxn ang="0">
                <a:pos x="connsiteX120646" y="connsiteY120646"/>
              </a:cxn>
              <a:cxn ang="0">
                <a:pos x="connsiteX120647" y="connsiteY120647"/>
              </a:cxn>
              <a:cxn ang="0">
                <a:pos x="connsiteX120648" y="connsiteY120648"/>
              </a:cxn>
              <a:cxn ang="0">
                <a:pos x="connsiteX120649" y="connsiteY120649"/>
              </a:cxn>
              <a:cxn ang="0">
                <a:pos x="connsiteX120650" y="connsiteY120650"/>
              </a:cxn>
              <a:cxn ang="0">
                <a:pos x="connsiteX120651" y="connsiteY120651"/>
              </a:cxn>
              <a:cxn ang="0">
                <a:pos x="connsiteX120652" y="connsiteY120652"/>
              </a:cxn>
              <a:cxn ang="0">
                <a:pos x="connsiteX120653" y="connsiteY120653"/>
              </a:cxn>
              <a:cxn ang="0">
                <a:pos x="connsiteX120654" y="connsiteY120654"/>
              </a:cxn>
              <a:cxn ang="0">
                <a:pos x="connsiteX120655" y="connsiteY120655"/>
              </a:cxn>
              <a:cxn ang="0">
                <a:pos x="connsiteX120656" y="connsiteY120656"/>
              </a:cxn>
              <a:cxn ang="0">
                <a:pos x="connsiteX120657" y="connsiteY120657"/>
              </a:cxn>
              <a:cxn ang="0">
                <a:pos x="connsiteX120658" y="connsiteY120658"/>
              </a:cxn>
              <a:cxn ang="0">
                <a:pos x="connsiteX120659" y="connsiteY120659"/>
              </a:cxn>
              <a:cxn ang="0">
                <a:pos x="connsiteX120660" y="connsiteY120660"/>
              </a:cxn>
              <a:cxn ang="0">
                <a:pos x="connsiteX120661" y="connsiteY120661"/>
              </a:cxn>
              <a:cxn ang="0">
                <a:pos x="connsiteX120662" y="connsiteY120662"/>
              </a:cxn>
              <a:cxn ang="0">
                <a:pos x="connsiteX120663" y="connsiteY120663"/>
              </a:cxn>
              <a:cxn ang="0">
                <a:pos x="connsiteX120664" y="connsiteY120664"/>
              </a:cxn>
              <a:cxn ang="0">
                <a:pos x="connsiteX120665" y="connsiteY120665"/>
              </a:cxn>
              <a:cxn ang="0">
                <a:pos x="connsiteX120666" y="connsiteY120666"/>
              </a:cxn>
              <a:cxn ang="0">
                <a:pos x="connsiteX120667" y="connsiteY120667"/>
              </a:cxn>
              <a:cxn ang="0">
                <a:pos x="connsiteX120668" y="connsiteY120668"/>
              </a:cxn>
              <a:cxn ang="0">
                <a:pos x="connsiteX120669" y="connsiteY120669"/>
              </a:cxn>
              <a:cxn ang="0">
                <a:pos x="connsiteX120670" y="connsiteY120670"/>
              </a:cxn>
              <a:cxn ang="0">
                <a:pos x="connsiteX120671" y="connsiteY120671"/>
              </a:cxn>
              <a:cxn ang="0">
                <a:pos x="connsiteX120672" y="connsiteY120672"/>
              </a:cxn>
              <a:cxn ang="0">
                <a:pos x="connsiteX120673" y="connsiteY120673"/>
              </a:cxn>
              <a:cxn ang="0">
                <a:pos x="connsiteX120674" y="connsiteY120674"/>
              </a:cxn>
              <a:cxn ang="0">
                <a:pos x="connsiteX120675" y="connsiteY120675"/>
              </a:cxn>
              <a:cxn ang="0">
                <a:pos x="connsiteX120676" y="connsiteY120676"/>
              </a:cxn>
              <a:cxn ang="0">
                <a:pos x="connsiteX120677" y="connsiteY120677"/>
              </a:cxn>
              <a:cxn ang="0">
                <a:pos x="connsiteX120678" y="connsiteY120678"/>
              </a:cxn>
              <a:cxn ang="0">
                <a:pos x="connsiteX120679" y="connsiteY120679"/>
              </a:cxn>
              <a:cxn ang="0">
                <a:pos x="connsiteX120680" y="connsiteY120680"/>
              </a:cxn>
              <a:cxn ang="0">
                <a:pos x="connsiteX120681" y="connsiteY120681"/>
              </a:cxn>
              <a:cxn ang="0">
                <a:pos x="connsiteX120682" y="connsiteY120682"/>
              </a:cxn>
              <a:cxn ang="0">
                <a:pos x="connsiteX120683" y="connsiteY120683"/>
              </a:cxn>
              <a:cxn ang="0">
                <a:pos x="connsiteX120684" y="connsiteY120684"/>
              </a:cxn>
              <a:cxn ang="0">
                <a:pos x="connsiteX120685" y="connsiteY120685"/>
              </a:cxn>
              <a:cxn ang="0">
                <a:pos x="connsiteX120686" y="connsiteY120686"/>
              </a:cxn>
              <a:cxn ang="0">
                <a:pos x="connsiteX120687" y="connsiteY120687"/>
              </a:cxn>
              <a:cxn ang="0">
                <a:pos x="connsiteX120688" y="connsiteY120688"/>
              </a:cxn>
              <a:cxn ang="0">
                <a:pos x="connsiteX120689" y="connsiteY120689"/>
              </a:cxn>
              <a:cxn ang="0">
                <a:pos x="connsiteX120690" y="connsiteY120690"/>
              </a:cxn>
              <a:cxn ang="0">
                <a:pos x="connsiteX120691" y="connsiteY120691"/>
              </a:cxn>
              <a:cxn ang="0">
                <a:pos x="connsiteX120692" y="connsiteY120692"/>
              </a:cxn>
              <a:cxn ang="0">
                <a:pos x="connsiteX120693" y="connsiteY120693"/>
              </a:cxn>
              <a:cxn ang="0">
                <a:pos x="connsiteX120694" y="connsiteY120694"/>
              </a:cxn>
              <a:cxn ang="0">
                <a:pos x="connsiteX120695" y="connsiteY120695"/>
              </a:cxn>
              <a:cxn ang="0">
                <a:pos x="connsiteX120696" y="connsiteY120696"/>
              </a:cxn>
              <a:cxn ang="0">
                <a:pos x="connsiteX120697" y="connsiteY120697"/>
              </a:cxn>
              <a:cxn ang="0">
                <a:pos x="connsiteX120698" y="connsiteY120698"/>
              </a:cxn>
              <a:cxn ang="0">
                <a:pos x="connsiteX120699" y="connsiteY120699"/>
              </a:cxn>
              <a:cxn ang="0">
                <a:pos x="connsiteX120700" y="connsiteY120700"/>
              </a:cxn>
              <a:cxn ang="0">
                <a:pos x="connsiteX120701" y="connsiteY120701"/>
              </a:cxn>
              <a:cxn ang="0">
                <a:pos x="connsiteX120702" y="connsiteY120702"/>
              </a:cxn>
              <a:cxn ang="0">
                <a:pos x="connsiteX120703" y="connsiteY120703"/>
              </a:cxn>
              <a:cxn ang="0">
                <a:pos x="connsiteX120704" y="connsiteY120704"/>
              </a:cxn>
              <a:cxn ang="0">
                <a:pos x="connsiteX120705" y="connsiteY120705"/>
              </a:cxn>
              <a:cxn ang="0">
                <a:pos x="connsiteX120706" y="connsiteY120706"/>
              </a:cxn>
              <a:cxn ang="0">
                <a:pos x="connsiteX120707" y="connsiteY120707"/>
              </a:cxn>
              <a:cxn ang="0">
                <a:pos x="connsiteX120708" y="connsiteY120708"/>
              </a:cxn>
              <a:cxn ang="0">
                <a:pos x="connsiteX120709" y="connsiteY120709"/>
              </a:cxn>
              <a:cxn ang="0">
                <a:pos x="connsiteX120710" y="connsiteY120710"/>
              </a:cxn>
              <a:cxn ang="0">
                <a:pos x="connsiteX120711" y="connsiteY120711"/>
              </a:cxn>
              <a:cxn ang="0">
                <a:pos x="connsiteX120712" y="connsiteY120712"/>
              </a:cxn>
              <a:cxn ang="0">
                <a:pos x="connsiteX120713" y="connsiteY120713"/>
              </a:cxn>
              <a:cxn ang="0">
                <a:pos x="connsiteX120714" y="connsiteY120714"/>
              </a:cxn>
              <a:cxn ang="0">
                <a:pos x="connsiteX120715" y="connsiteY120715"/>
              </a:cxn>
              <a:cxn ang="0">
                <a:pos x="connsiteX120716" y="connsiteY120716"/>
              </a:cxn>
              <a:cxn ang="0">
                <a:pos x="connsiteX120717" y="connsiteY120717"/>
              </a:cxn>
              <a:cxn ang="0">
                <a:pos x="connsiteX120718" y="connsiteY120718"/>
              </a:cxn>
              <a:cxn ang="0">
                <a:pos x="connsiteX120719" y="connsiteY120719"/>
              </a:cxn>
              <a:cxn ang="0">
                <a:pos x="connsiteX120720" y="connsiteY120720"/>
              </a:cxn>
              <a:cxn ang="0">
                <a:pos x="connsiteX120721" y="connsiteY120721"/>
              </a:cxn>
              <a:cxn ang="0">
                <a:pos x="connsiteX120722" y="connsiteY120722"/>
              </a:cxn>
              <a:cxn ang="0">
                <a:pos x="connsiteX120723" y="connsiteY120723"/>
              </a:cxn>
              <a:cxn ang="0">
                <a:pos x="connsiteX120724" y="connsiteY120724"/>
              </a:cxn>
              <a:cxn ang="0">
                <a:pos x="connsiteX120725" y="connsiteY120725"/>
              </a:cxn>
              <a:cxn ang="0">
                <a:pos x="connsiteX120726" y="connsiteY120726"/>
              </a:cxn>
              <a:cxn ang="0">
                <a:pos x="connsiteX120727" y="connsiteY120727"/>
              </a:cxn>
              <a:cxn ang="0">
                <a:pos x="connsiteX120728" y="connsiteY120728"/>
              </a:cxn>
              <a:cxn ang="0">
                <a:pos x="connsiteX120729" y="connsiteY120729"/>
              </a:cxn>
              <a:cxn ang="0">
                <a:pos x="connsiteX120730" y="connsiteY120730"/>
              </a:cxn>
              <a:cxn ang="0">
                <a:pos x="connsiteX120731" y="connsiteY120731"/>
              </a:cxn>
              <a:cxn ang="0">
                <a:pos x="connsiteX120732" y="connsiteY120732"/>
              </a:cxn>
              <a:cxn ang="0">
                <a:pos x="connsiteX120733" y="connsiteY120733"/>
              </a:cxn>
              <a:cxn ang="0">
                <a:pos x="connsiteX120734" y="connsiteY120734"/>
              </a:cxn>
              <a:cxn ang="0">
                <a:pos x="connsiteX120735" y="connsiteY120735"/>
              </a:cxn>
              <a:cxn ang="0">
                <a:pos x="connsiteX120736" y="connsiteY120736"/>
              </a:cxn>
              <a:cxn ang="0">
                <a:pos x="connsiteX120737" y="connsiteY120737"/>
              </a:cxn>
              <a:cxn ang="0">
                <a:pos x="connsiteX120738" y="connsiteY120738"/>
              </a:cxn>
              <a:cxn ang="0">
                <a:pos x="connsiteX120739" y="connsiteY120739"/>
              </a:cxn>
              <a:cxn ang="0">
                <a:pos x="connsiteX120740" y="connsiteY120740"/>
              </a:cxn>
              <a:cxn ang="0">
                <a:pos x="connsiteX120741" y="connsiteY120741"/>
              </a:cxn>
              <a:cxn ang="0">
                <a:pos x="connsiteX120742" y="connsiteY120742"/>
              </a:cxn>
              <a:cxn ang="0">
                <a:pos x="connsiteX120743" y="connsiteY120743"/>
              </a:cxn>
              <a:cxn ang="0">
                <a:pos x="connsiteX120744" y="connsiteY120744"/>
              </a:cxn>
              <a:cxn ang="0">
                <a:pos x="connsiteX120745" y="connsiteY120745"/>
              </a:cxn>
              <a:cxn ang="0">
                <a:pos x="connsiteX120746" y="connsiteY120746"/>
              </a:cxn>
              <a:cxn ang="0">
                <a:pos x="connsiteX120747" y="connsiteY120747"/>
              </a:cxn>
              <a:cxn ang="0">
                <a:pos x="connsiteX120748" y="connsiteY120748"/>
              </a:cxn>
              <a:cxn ang="0">
                <a:pos x="connsiteX120749" y="connsiteY120749"/>
              </a:cxn>
              <a:cxn ang="0">
                <a:pos x="connsiteX120750" y="connsiteY120750"/>
              </a:cxn>
              <a:cxn ang="0">
                <a:pos x="connsiteX120751" y="connsiteY120751"/>
              </a:cxn>
              <a:cxn ang="0">
                <a:pos x="connsiteX120752" y="connsiteY120752"/>
              </a:cxn>
              <a:cxn ang="0">
                <a:pos x="connsiteX120753" y="connsiteY120753"/>
              </a:cxn>
              <a:cxn ang="0">
                <a:pos x="connsiteX120754" y="connsiteY120754"/>
              </a:cxn>
              <a:cxn ang="0">
                <a:pos x="connsiteX120755" y="connsiteY120755"/>
              </a:cxn>
              <a:cxn ang="0">
                <a:pos x="connsiteX120756" y="connsiteY120756"/>
              </a:cxn>
              <a:cxn ang="0">
                <a:pos x="connsiteX120757" y="connsiteY120757"/>
              </a:cxn>
              <a:cxn ang="0">
                <a:pos x="connsiteX120758" y="connsiteY120758"/>
              </a:cxn>
              <a:cxn ang="0">
                <a:pos x="connsiteX120759" y="connsiteY120759"/>
              </a:cxn>
              <a:cxn ang="0">
                <a:pos x="connsiteX120760" y="connsiteY120760"/>
              </a:cxn>
              <a:cxn ang="0">
                <a:pos x="connsiteX120761" y="connsiteY120761"/>
              </a:cxn>
              <a:cxn ang="0">
                <a:pos x="connsiteX120762" y="connsiteY120762"/>
              </a:cxn>
              <a:cxn ang="0">
                <a:pos x="connsiteX120763" y="connsiteY120763"/>
              </a:cxn>
              <a:cxn ang="0">
                <a:pos x="connsiteX120764" y="connsiteY120764"/>
              </a:cxn>
              <a:cxn ang="0">
                <a:pos x="connsiteX120765" y="connsiteY120765"/>
              </a:cxn>
              <a:cxn ang="0">
                <a:pos x="connsiteX120766" y="connsiteY120766"/>
              </a:cxn>
              <a:cxn ang="0">
                <a:pos x="connsiteX120767" y="connsiteY120767"/>
              </a:cxn>
              <a:cxn ang="0">
                <a:pos x="connsiteX120768" y="connsiteY120768"/>
              </a:cxn>
              <a:cxn ang="0">
                <a:pos x="connsiteX120769" y="connsiteY120769"/>
              </a:cxn>
              <a:cxn ang="0">
                <a:pos x="connsiteX120770" y="connsiteY120770"/>
              </a:cxn>
              <a:cxn ang="0">
                <a:pos x="connsiteX120771" y="connsiteY120771"/>
              </a:cxn>
              <a:cxn ang="0">
                <a:pos x="connsiteX120772" y="connsiteY120772"/>
              </a:cxn>
              <a:cxn ang="0">
                <a:pos x="connsiteX120773" y="connsiteY120773"/>
              </a:cxn>
              <a:cxn ang="0">
                <a:pos x="connsiteX120774" y="connsiteY120774"/>
              </a:cxn>
              <a:cxn ang="0">
                <a:pos x="connsiteX120775" y="connsiteY120775"/>
              </a:cxn>
              <a:cxn ang="0">
                <a:pos x="connsiteX120776" y="connsiteY120776"/>
              </a:cxn>
              <a:cxn ang="0">
                <a:pos x="connsiteX120777" y="connsiteY120777"/>
              </a:cxn>
              <a:cxn ang="0">
                <a:pos x="connsiteX120778" y="connsiteY120778"/>
              </a:cxn>
              <a:cxn ang="0">
                <a:pos x="connsiteX120779" y="connsiteY120779"/>
              </a:cxn>
              <a:cxn ang="0">
                <a:pos x="connsiteX120780" y="connsiteY120780"/>
              </a:cxn>
              <a:cxn ang="0">
                <a:pos x="connsiteX120781" y="connsiteY120781"/>
              </a:cxn>
              <a:cxn ang="0">
                <a:pos x="connsiteX120782" y="connsiteY120782"/>
              </a:cxn>
              <a:cxn ang="0">
                <a:pos x="connsiteX120783" y="connsiteY120783"/>
              </a:cxn>
              <a:cxn ang="0">
                <a:pos x="connsiteX120784" y="connsiteY120784"/>
              </a:cxn>
              <a:cxn ang="0">
                <a:pos x="connsiteX120785" y="connsiteY120785"/>
              </a:cxn>
              <a:cxn ang="0">
                <a:pos x="connsiteX120786" y="connsiteY120786"/>
              </a:cxn>
              <a:cxn ang="0">
                <a:pos x="connsiteX120787" y="connsiteY120787"/>
              </a:cxn>
              <a:cxn ang="0">
                <a:pos x="connsiteX120788" y="connsiteY120788"/>
              </a:cxn>
              <a:cxn ang="0">
                <a:pos x="connsiteX120789" y="connsiteY120789"/>
              </a:cxn>
              <a:cxn ang="0">
                <a:pos x="connsiteX120790" y="connsiteY120790"/>
              </a:cxn>
              <a:cxn ang="0">
                <a:pos x="connsiteX120791" y="connsiteY120791"/>
              </a:cxn>
              <a:cxn ang="0">
                <a:pos x="connsiteX120792" y="connsiteY120792"/>
              </a:cxn>
              <a:cxn ang="0">
                <a:pos x="connsiteX120793" y="connsiteY120793"/>
              </a:cxn>
              <a:cxn ang="0">
                <a:pos x="connsiteX120794" y="connsiteY120794"/>
              </a:cxn>
              <a:cxn ang="0">
                <a:pos x="connsiteX120795" y="connsiteY120795"/>
              </a:cxn>
              <a:cxn ang="0">
                <a:pos x="connsiteX120796" y="connsiteY120796"/>
              </a:cxn>
              <a:cxn ang="0">
                <a:pos x="connsiteX120797" y="connsiteY120797"/>
              </a:cxn>
              <a:cxn ang="0">
                <a:pos x="connsiteX120798" y="connsiteY120798"/>
              </a:cxn>
              <a:cxn ang="0">
                <a:pos x="connsiteX120799" y="connsiteY120799"/>
              </a:cxn>
              <a:cxn ang="0">
                <a:pos x="connsiteX120800" y="connsiteY120800"/>
              </a:cxn>
              <a:cxn ang="0">
                <a:pos x="connsiteX120801" y="connsiteY120801"/>
              </a:cxn>
              <a:cxn ang="0">
                <a:pos x="connsiteX120802" y="connsiteY120802"/>
              </a:cxn>
              <a:cxn ang="0">
                <a:pos x="connsiteX120803" y="connsiteY120803"/>
              </a:cxn>
              <a:cxn ang="0">
                <a:pos x="connsiteX120804" y="connsiteY120804"/>
              </a:cxn>
              <a:cxn ang="0">
                <a:pos x="connsiteX120805" y="connsiteY120805"/>
              </a:cxn>
              <a:cxn ang="0">
                <a:pos x="connsiteX120806" y="connsiteY120806"/>
              </a:cxn>
              <a:cxn ang="0">
                <a:pos x="connsiteX120807" y="connsiteY120807"/>
              </a:cxn>
              <a:cxn ang="0">
                <a:pos x="connsiteX120808" y="connsiteY120808"/>
              </a:cxn>
              <a:cxn ang="0">
                <a:pos x="connsiteX120809" y="connsiteY120809"/>
              </a:cxn>
              <a:cxn ang="0">
                <a:pos x="connsiteX120810" y="connsiteY120810"/>
              </a:cxn>
              <a:cxn ang="0">
                <a:pos x="connsiteX120811" y="connsiteY120811"/>
              </a:cxn>
              <a:cxn ang="0">
                <a:pos x="connsiteX120812" y="connsiteY120812"/>
              </a:cxn>
              <a:cxn ang="0">
                <a:pos x="connsiteX120813" y="connsiteY120813"/>
              </a:cxn>
              <a:cxn ang="0">
                <a:pos x="connsiteX120814" y="connsiteY120814"/>
              </a:cxn>
              <a:cxn ang="0">
                <a:pos x="connsiteX120815" y="connsiteY120815"/>
              </a:cxn>
              <a:cxn ang="0">
                <a:pos x="connsiteX120816" y="connsiteY120816"/>
              </a:cxn>
              <a:cxn ang="0">
                <a:pos x="connsiteX120817" y="connsiteY120817"/>
              </a:cxn>
              <a:cxn ang="0">
                <a:pos x="connsiteX120818" y="connsiteY120818"/>
              </a:cxn>
              <a:cxn ang="0">
                <a:pos x="connsiteX120819" y="connsiteY120819"/>
              </a:cxn>
              <a:cxn ang="0">
                <a:pos x="connsiteX120820" y="connsiteY120820"/>
              </a:cxn>
              <a:cxn ang="0">
                <a:pos x="connsiteX120821" y="connsiteY120821"/>
              </a:cxn>
              <a:cxn ang="0">
                <a:pos x="connsiteX120822" y="connsiteY120822"/>
              </a:cxn>
              <a:cxn ang="0">
                <a:pos x="connsiteX120823" y="connsiteY120823"/>
              </a:cxn>
              <a:cxn ang="0">
                <a:pos x="connsiteX120824" y="connsiteY120824"/>
              </a:cxn>
              <a:cxn ang="0">
                <a:pos x="connsiteX120825" y="connsiteY120825"/>
              </a:cxn>
              <a:cxn ang="0">
                <a:pos x="connsiteX120826" y="connsiteY120826"/>
              </a:cxn>
              <a:cxn ang="0">
                <a:pos x="connsiteX120827" y="connsiteY120827"/>
              </a:cxn>
              <a:cxn ang="0">
                <a:pos x="connsiteX120828" y="connsiteY120828"/>
              </a:cxn>
              <a:cxn ang="0">
                <a:pos x="connsiteX120829" y="connsiteY120829"/>
              </a:cxn>
              <a:cxn ang="0">
                <a:pos x="connsiteX120830" y="connsiteY120830"/>
              </a:cxn>
              <a:cxn ang="0">
                <a:pos x="connsiteX120831" y="connsiteY120831"/>
              </a:cxn>
              <a:cxn ang="0">
                <a:pos x="connsiteX120832" y="connsiteY120832"/>
              </a:cxn>
              <a:cxn ang="0">
                <a:pos x="connsiteX120833" y="connsiteY120833"/>
              </a:cxn>
              <a:cxn ang="0">
                <a:pos x="connsiteX120834" y="connsiteY120834"/>
              </a:cxn>
              <a:cxn ang="0">
                <a:pos x="connsiteX120835" y="connsiteY120835"/>
              </a:cxn>
              <a:cxn ang="0">
                <a:pos x="connsiteX120836" y="connsiteY120836"/>
              </a:cxn>
              <a:cxn ang="0">
                <a:pos x="connsiteX120837" y="connsiteY120837"/>
              </a:cxn>
              <a:cxn ang="0">
                <a:pos x="connsiteX120838" y="connsiteY120838"/>
              </a:cxn>
              <a:cxn ang="0">
                <a:pos x="connsiteX120839" y="connsiteY120839"/>
              </a:cxn>
              <a:cxn ang="0">
                <a:pos x="connsiteX120840" y="connsiteY120840"/>
              </a:cxn>
              <a:cxn ang="0">
                <a:pos x="connsiteX120841" y="connsiteY120841"/>
              </a:cxn>
              <a:cxn ang="0">
                <a:pos x="connsiteX120842" y="connsiteY120842"/>
              </a:cxn>
              <a:cxn ang="0">
                <a:pos x="connsiteX120843" y="connsiteY120843"/>
              </a:cxn>
              <a:cxn ang="0">
                <a:pos x="connsiteX120844" y="connsiteY120844"/>
              </a:cxn>
              <a:cxn ang="0">
                <a:pos x="connsiteX120845" y="connsiteY120845"/>
              </a:cxn>
              <a:cxn ang="0">
                <a:pos x="connsiteX120846" y="connsiteY120846"/>
              </a:cxn>
              <a:cxn ang="0">
                <a:pos x="connsiteX120847" y="connsiteY120847"/>
              </a:cxn>
              <a:cxn ang="0">
                <a:pos x="connsiteX120848" y="connsiteY120848"/>
              </a:cxn>
              <a:cxn ang="0">
                <a:pos x="connsiteX120849" y="connsiteY120849"/>
              </a:cxn>
              <a:cxn ang="0">
                <a:pos x="connsiteX120850" y="connsiteY120850"/>
              </a:cxn>
              <a:cxn ang="0">
                <a:pos x="connsiteX120851" y="connsiteY120851"/>
              </a:cxn>
              <a:cxn ang="0">
                <a:pos x="connsiteX120852" y="connsiteY120852"/>
              </a:cxn>
              <a:cxn ang="0">
                <a:pos x="connsiteX120853" y="connsiteY120853"/>
              </a:cxn>
              <a:cxn ang="0">
                <a:pos x="connsiteX120854" y="connsiteY120854"/>
              </a:cxn>
              <a:cxn ang="0">
                <a:pos x="connsiteX120855" y="connsiteY120855"/>
              </a:cxn>
              <a:cxn ang="0">
                <a:pos x="connsiteX120856" y="connsiteY120856"/>
              </a:cxn>
              <a:cxn ang="0">
                <a:pos x="connsiteX120857" y="connsiteY120857"/>
              </a:cxn>
              <a:cxn ang="0">
                <a:pos x="connsiteX120858" y="connsiteY120858"/>
              </a:cxn>
              <a:cxn ang="0">
                <a:pos x="connsiteX120859" y="connsiteY120859"/>
              </a:cxn>
              <a:cxn ang="0">
                <a:pos x="connsiteX120860" y="connsiteY120860"/>
              </a:cxn>
              <a:cxn ang="0">
                <a:pos x="connsiteX120861" y="connsiteY120861"/>
              </a:cxn>
              <a:cxn ang="0">
                <a:pos x="connsiteX120862" y="connsiteY120862"/>
              </a:cxn>
              <a:cxn ang="0">
                <a:pos x="connsiteX120863" y="connsiteY120863"/>
              </a:cxn>
              <a:cxn ang="0">
                <a:pos x="connsiteX120864" y="connsiteY120864"/>
              </a:cxn>
              <a:cxn ang="0">
                <a:pos x="connsiteX120865" y="connsiteY120865"/>
              </a:cxn>
              <a:cxn ang="0">
                <a:pos x="connsiteX120866" y="connsiteY120866"/>
              </a:cxn>
              <a:cxn ang="0">
                <a:pos x="connsiteX120867" y="connsiteY120867"/>
              </a:cxn>
              <a:cxn ang="0">
                <a:pos x="connsiteX120868" y="connsiteY120868"/>
              </a:cxn>
              <a:cxn ang="0">
                <a:pos x="connsiteX120869" y="connsiteY120869"/>
              </a:cxn>
              <a:cxn ang="0">
                <a:pos x="connsiteX120870" y="connsiteY120870"/>
              </a:cxn>
              <a:cxn ang="0">
                <a:pos x="connsiteX120871" y="connsiteY120871"/>
              </a:cxn>
              <a:cxn ang="0">
                <a:pos x="connsiteX120872" y="connsiteY120872"/>
              </a:cxn>
              <a:cxn ang="0">
                <a:pos x="connsiteX120873" y="connsiteY120873"/>
              </a:cxn>
              <a:cxn ang="0">
                <a:pos x="connsiteX120874" y="connsiteY120874"/>
              </a:cxn>
              <a:cxn ang="0">
                <a:pos x="connsiteX120875" y="connsiteY120875"/>
              </a:cxn>
              <a:cxn ang="0">
                <a:pos x="connsiteX120876" y="connsiteY120876"/>
              </a:cxn>
              <a:cxn ang="0">
                <a:pos x="connsiteX120877" y="connsiteY120877"/>
              </a:cxn>
              <a:cxn ang="0">
                <a:pos x="connsiteX120878" y="connsiteY120878"/>
              </a:cxn>
              <a:cxn ang="0">
                <a:pos x="connsiteX120879" y="connsiteY120879"/>
              </a:cxn>
              <a:cxn ang="0">
                <a:pos x="connsiteX120880" y="connsiteY120880"/>
              </a:cxn>
              <a:cxn ang="0">
                <a:pos x="connsiteX120881" y="connsiteY120881"/>
              </a:cxn>
              <a:cxn ang="0">
                <a:pos x="connsiteX120882" y="connsiteY120882"/>
              </a:cxn>
              <a:cxn ang="0">
                <a:pos x="connsiteX120883" y="connsiteY120883"/>
              </a:cxn>
              <a:cxn ang="0">
                <a:pos x="connsiteX120884" y="connsiteY120884"/>
              </a:cxn>
              <a:cxn ang="0">
                <a:pos x="connsiteX120885" y="connsiteY120885"/>
              </a:cxn>
              <a:cxn ang="0">
                <a:pos x="connsiteX120886" y="connsiteY120886"/>
              </a:cxn>
              <a:cxn ang="0">
                <a:pos x="connsiteX120887" y="connsiteY120887"/>
              </a:cxn>
              <a:cxn ang="0">
                <a:pos x="connsiteX120888" y="connsiteY120888"/>
              </a:cxn>
              <a:cxn ang="0">
                <a:pos x="connsiteX120889" y="connsiteY120889"/>
              </a:cxn>
              <a:cxn ang="0">
                <a:pos x="connsiteX120890" y="connsiteY120890"/>
              </a:cxn>
              <a:cxn ang="0">
                <a:pos x="connsiteX120891" y="connsiteY120891"/>
              </a:cxn>
              <a:cxn ang="0">
                <a:pos x="connsiteX120892" y="connsiteY120892"/>
              </a:cxn>
              <a:cxn ang="0">
                <a:pos x="connsiteX120893" y="connsiteY120893"/>
              </a:cxn>
              <a:cxn ang="0">
                <a:pos x="connsiteX120894" y="connsiteY120894"/>
              </a:cxn>
              <a:cxn ang="0">
                <a:pos x="connsiteX120895" y="connsiteY120895"/>
              </a:cxn>
              <a:cxn ang="0">
                <a:pos x="connsiteX120896" y="connsiteY120896"/>
              </a:cxn>
              <a:cxn ang="0">
                <a:pos x="connsiteX120897" y="connsiteY120897"/>
              </a:cxn>
              <a:cxn ang="0">
                <a:pos x="connsiteX120898" y="connsiteY120898"/>
              </a:cxn>
              <a:cxn ang="0">
                <a:pos x="connsiteX120899" y="connsiteY120899"/>
              </a:cxn>
              <a:cxn ang="0">
                <a:pos x="connsiteX120900" y="connsiteY120900"/>
              </a:cxn>
              <a:cxn ang="0">
                <a:pos x="connsiteX120901" y="connsiteY120901"/>
              </a:cxn>
              <a:cxn ang="0">
                <a:pos x="connsiteX120902" y="connsiteY120902"/>
              </a:cxn>
              <a:cxn ang="0">
                <a:pos x="connsiteX120903" y="connsiteY120903"/>
              </a:cxn>
              <a:cxn ang="0">
                <a:pos x="connsiteX120904" y="connsiteY120904"/>
              </a:cxn>
              <a:cxn ang="0">
                <a:pos x="connsiteX120905" y="connsiteY120905"/>
              </a:cxn>
              <a:cxn ang="0">
                <a:pos x="connsiteX120906" y="connsiteY120906"/>
              </a:cxn>
              <a:cxn ang="0">
                <a:pos x="connsiteX120907" y="connsiteY120907"/>
              </a:cxn>
              <a:cxn ang="0">
                <a:pos x="connsiteX120908" y="connsiteY120908"/>
              </a:cxn>
              <a:cxn ang="0">
                <a:pos x="connsiteX120909" y="connsiteY120909"/>
              </a:cxn>
              <a:cxn ang="0">
                <a:pos x="connsiteX120910" y="connsiteY120910"/>
              </a:cxn>
              <a:cxn ang="0">
                <a:pos x="connsiteX120911" y="connsiteY120911"/>
              </a:cxn>
              <a:cxn ang="0">
                <a:pos x="connsiteX120912" y="connsiteY120912"/>
              </a:cxn>
              <a:cxn ang="0">
                <a:pos x="connsiteX120913" y="connsiteY120913"/>
              </a:cxn>
              <a:cxn ang="0">
                <a:pos x="connsiteX120914" y="connsiteY120914"/>
              </a:cxn>
              <a:cxn ang="0">
                <a:pos x="connsiteX120915" y="connsiteY120915"/>
              </a:cxn>
              <a:cxn ang="0">
                <a:pos x="connsiteX120916" y="connsiteY120916"/>
              </a:cxn>
              <a:cxn ang="0">
                <a:pos x="connsiteX120917" y="connsiteY120917"/>
              </a:cxn>
              <a:cxn ang="0">
                <a:pos x="connsiteX120918" y="connsiteY120918"/>
              </a:cxn>
              <a:cxn ang="0">
                <a:pos x="connsiteX120919" y="connsiteY120919"/>
              </a:cxn>
              <a:cxn ang="0">
                <a:pos x="connsiteX120920" y="connsiteY120920"/>
              </a:cxn>
              <a:cxn ang="0">
                <a:pos x="connsiteX120921" y="connsiteY120921"/>
              </a:cxn>
              <a:cxn ang="0">
                <a:pos x="connsiteX120922" y="connsiteY120922"/>
              </a:cxn>
              <a:cxn ang="0">
                <a:pos x="connsiteX120923" y="connsiteY120923"/>
              </a:cxn>
              <a:cxn ang="0">
                <a:pos x="connsiteX120924" y="connsiteY120924"/>
              </a:cxn>
              <a:cxn ang="0">
                <a:pos x="connsiteX120925" y="connsiteY120925"/>
              </a:cxn>
              <a:cxn ang="0">
                <a:pos x="connsiteX120926" y="connsiteY120926"/>
              </a:cxn>
              <a:cxn ang="0">
                <a:pos x="connsiteX120927" y="connsiteY120927"/>
              </a:cxn>
              <a:cxn ang="0">
                <a:pos x="connsiteX120928" y="connsiteY120928"/>
              </a:cxn>
              <a:cxn ang="0">
                <a:pos x="connsiteX120929" y="connsiteY120929"/>
              </a:cxn>
              <a:cxn ang="0">
                <a:pos x="connsiteX120930" y="connsiteY120930"/>
              </a:cxn>
              <a:cxn ang="0">
                <a:pos x="connsiteX120931" y="connsiteY120931"/>
              </a:cxn>
              <a:cxn ang="0">
                <a:pos x="connsiteX120932" y="connsiteY120932"/>
              </a:cxn>
              <a:cxn ang="0">
                <a:pos x="connsiteX120933" y="connsiteY120933"/>
              </a:cxn>
              <a:cxn ang="0">
                <a:pos x="connsiteX120934" y="connsiteY120934"/>
              </a:cxn>
              <a:cxn ang="0">
                <a:pos x="connsiteX120935" y="connsiteY120935"/>
              </a:cxn>
              <a:cxn ang="0">
                <a:pos x="connsiteX120936" y="connsiteY120936"/>
              </a:cxn>
              <a:cxn ang="0">
                <a:pos x="connsiteX120937" y="connsiteY120937"/>
              </a:cxn>
              <a:cxn ang="0">
                <a:pos x="connsiteX120938" y="connsiteY120938"/>
              </a:cxn>
              <a:cxn ang="0">
                <a:pos x="connsiteX120939" y="connsiteY120939"/>
              </a:cxn>
              <a:cxn ang="0">
                <a:pos x="connsiteX120940" y="connsiteY120940"/>
              </a:cxn>
              <a:cxn ang="0">
                <a:pos x="connsiteX120941" y="connsiteY120941"/>
              </a:cxn>
              <a:cxn ang="0">
                <a:pos x="connsiteX120942" y="connsiteY120942"/>
              </a:cxn>
              <a:cxn ang="0">
                <a:pos x="connsiteX120943" y="connsiteY120943"/>
              </a:cxn>
              <a:cxn ang="0">
                <a:pos x="connsiteX120944" y="connsiteY120944"/>
              </a:cxn>
              <a:cxn ang="0">
                <a:pos x="connsiteX120945" y="connsiteY120945"/>
              </a:cxn>
              <a:cxn ang="0">
                <a:pos x="connsiteX120946" y="connsiteY120946"/>
              </a:cxn>
              <a:cxn ang="0">
                <a:pos x="connsiteX120947" y="connsiteY120947"/>
              </a:cxn>
              <a:cxn ang="0">
                <a:pos x="connsiteX120948" y="connsiteY120948"/>
              </a:cxn>
              <a:cxn ang="0">
                <a:pos x="connsiteX120949" y="connsiteY120949"/>
              </a:cxn>
              <a:cxn ang="0">
                <a:pos x="connsiteX120950" y="connsiteY120950"/>
              </a:cxn>
              <a:cxn ang="0">
                <a:pos x="connsiteX120951" y="connsiteY120951"/>
              </a:cxn>
              <a:cxn ang="0">
                <a:pos x="connsiteX120952" y="connsiteY120952"/>
              </a:cxn>
              <a:cxn ang="0">
                <a:pos x="connsiteX120953" y="connsiteY120953"/>
              </a:cxn>
              <a:cxn ang="0">
                <a:pos x="connsiteX120954" y="connsiteY120954"/>
              </a:cxn>
              <a:cxn ang="0">
                <a:pos x="connsiteX120955" y="connsiteY120955"/>
              </a:cxn>
              <a:cxn ang="0">
                <a:pos x="connsiteX120956" y="connsiteY120956"/>
              </a:cxn>
              <a:cxn ang="0">
                <a:pos x="connsiteX120957" y="connsiteY120957"/>
              </a:cxn>
              <a:cxn ang="0">
                <a:pos x="connsiteX120958" y="connsiteY120958"/>
              </a:cxn>
              <a:cxn ang="0">
                <a:pos x="connsiteX120959" y="connsiteY120959"/>
              </a:cxn>
              <a:cxn ang="0">
                <a:pos x="connsiteX120960" y="connsiteY120960"/>
              </a:cxn>
              <a:cxn ang="0">
                <a:pos x="connsiteX120961" y="connsiteY120961"/>
              </a:cxn>
              <a:cxn ang="0">
                <a:pos x="connsiteX120962" y="connsiteY120962"/>
              </a:cxn>
              <a:cxn ang="0">
                <a:pos x="connsiteX120963" y="connsiteY120963"/>
              </a:cxn>
              <a:cxn ang="0">
                <a:pos x="connsiteX120964" y="connsiteY120964"/>
              </a:cxn>
              <a:cxn ang="0">
                <a:pos x="connsiteX120965" y="connsiteY120965"/>
              </a:cxn>
              <a:cxn ang="0">
                <a:pos x="connsiteX120966" y="connsiteY120966"/>
              </a:cxn>
              <a:cxn ang="0">
                <a:pos x="connsiteX120967" y="connsiteY120967"/>
              </a:cxn>
              <a:cxn ang="0">
                <a:pos x="connsiteX120968" y="connsiteY120968"/>
              </a:cxn>
              <a:cxn ang="0">
                <a:pos x="connsiteX120969" y="connsiteY120969"/>
              </a:cxn>
              <a:cxn ang="0">
                <a:pos x="connsiteX120970" y="connsiteY120970"/>
              </a:cxn>
              <a:cxn ang="0">
                <a:pos x="connsiteX120971" y="connsiteY120971"/>
              </a:cxn>
              <a:cxn ang="0">
                <a:pos x="connsiteX120972" y="connsiteY120972"/>
              </a:cxn>
              <a:cxn ang="0">
                <a:pos x="connsiteX120973" y="connsiteY120973"/>
              </a:cxn>
              <a:cxn ang="0">
                <a:pos x="connsiteX120974" y="connsiteY120974"/>
              </a:cxn>
              <a:cxn ang="0">
                <a:pos x="connsiteX120975" y="connsiteY120975"/>
              </a:cxn>
              <a:cxn ang="0">
                <a:pos x="connsiteX120976" y="connsiteY120976"/>
              </a:cxn>
              <a:cxn ang="0">
                <a:pos x="connsiteX120977" y="connsiteY120977"/>
              </a:cxn>
              <a:cxn ang="0">
                <a:pos x="connsiteX120978" y="connsiteY120978"/>
              </a:cxn>
              <a:cxn ang="0">
                <a:pos x="connsiteX120979" y="connsiteY120979"/>
              </a:cxn>
              <a:cxn ang="0">
                <a:pos x="connsiteX120980" y="connsiteY120980"/>
              </a:cxn>
              <a:cxn ang="0">
                <a:pos x="connsiteX120981" y="connsiteY120981"/>
              </a:cxn>
              <a:cxn ang="0">
                <a:pos x="connsiteX120982" y="connsiteY120982"/>
              </a:cxn>
              <a:cxn ang="0">
                <a:pos x="connsiteX120983" y="connsiteY120983"/>
              </a:cxn>
              <a:cxn ang="0">
                <a:pos x="connsiteX120984" y="connsiteY120984"/>
              </a:cxn>
              <a:cxn ang="0">
                <a:pos x="connsiteX120985" y="connsiteY120985"/>
              </a:cxn>
              <a:cxn ang="0">
                <a:pos x="connsiteX120986" y="connsiteY120986"/>
              </a:cxn>
              <a:cxn ang="0">
                <a:pos x="connsiteX120987" y="connsiteY120987"/>
              </a:cxn>
              <a:cxn ang="0">
                <a:pos x="connsiteX120988" y="connsiteY120988"/>
              </a:cxn>
              <a:cxn ang="0">
                <a:pos x="connsiteX120989" y="connsiteY120989"/>
              </a:cxn>
              <a:cxn ang="0">
                <a:pos x="connsiteX120990" y="connsiteY120990"/>
              </a:cxn>
              <a:cxn ang="0">
                <a:pos x="connsiteX120991" y="connsiteY120991"/>
              </a:cxn>
              <a:cxn ang="0">
                <a:pos x="connsiteX120992" y="connsiteY120992"/>
              </a:cxn>
              <a:cxn ang="0">
                <a:pos x="connsiteX120993" y="connsiteY120993"/>
              </a:cxn>
              <a:cxn ang="0">
                <a:pos x="connsiteX120994" y="connsiteY120994"/>
              </a:cxn>
              <a:cxn ang="0">
                <a:pos x="connsiteX120995" y="connsiteY120995"/>
              </a:cxn>
              <a:cxn ang="0">
                <a:pos x="connsiteX120996" y="connsiteY120996"/>
              </a:cxn>
              <a:cxn ang="0">
                <a:pos x="connsiteX120997" y="connsiteY120997"/>
              </a:cxn>
              <a:cxn ang="0">
                <a:pos x="connsiteX120998" y="connsiteY120998"/>
              </a:cxn>
              <a:cxn ang="0">
                <a:pos x="connsiteX120999" y="connsiteY120999"/>
              </a:cxn>
              <a:cxn ang="0">
                <a:pos x="connsiteX121000" y="connsiteY121000"/>
              </a:cxn>
              <a:cxn ang="0">
                <a:pos x="connsiteX121001" y="connsiteY121001"/>
              </a:cxn>
              <a:cxn ang="0">
                <a:pos x="connsiteX121002" y="connsiteY121002"/>
              </a:cxn>
              <a:cxn ang="0">
                <a:pos x="connsiteX121003" y="connsiteY121003"/>
              </a:cxn>
              <a:cxn ang="0">
                <a:pos x="connsiteX121004" y="connsiteY121004"/>
              </a:cxn>
              <a:cxn ang="0">
                <a:pos x="connsiteX121005" y="connsiteY121005"/>
              </a:cxn>
              <a:cxn ang="0">
                <a:pos x="connsiteX121006" y="connsiteY121006"/>
              </a:cxn>
              <a:cxn ang="0">
                <a:pos x="connsiteX121007" y="connsiteY121007"/>
              </a:cxn>
              <a:cxn ang="0">
                <a:pos x="connsiteX121008" y="connsiteY121008"/>
              </a:cxn>
              <a:cxn ang="0">
                <a:pos x="connsiteX121009" y="connsiteY121009"/>
              </a:cxn>
              <a:cxn ang="0">
                <a:pos x="connsiteX121010" y="connsiteY121010"/>
              </a:cxn>
              <a:cxn ang="0">
                <a:pos x="connsiteX121011" y="connsiteY121011"/>
              </a:cxn>
              <a:cxn ang="0">
                <a:pos x="connsiteX121012" y="connsiteY121012"/>
              </a:cxn>
              <a:cxn ang="0">
                <a:pos x="connsiteX121013" y="connsiteY121013"/>
              </a:cxn>
              <a:cxn ang="0">
                <a:pos x="connsiteX121014" y="connsiteY121014"/>
              </a:cxn>
              <a:cxn ang="0">
                <a:pos x="connsiteX121015" y="connsiteY121015"/>
              </a:cxn>
              <a:cxn ang="0">
                <a:pos x="connsiteX121016" y="connsiteY121016"/>
              </a:cxn>
              <a:cxn ang="0">
                <a:pos x="connsiteX121017" y="connsiteY121017"/>
              </a:cxn>
              <a:cxn ang="0">
                <a:pos x="connsiteX121018" y="connsiteY121018"/>
              </a:cxn>
              <a:cxn ang="0">
                <a:pos x="connsiteX121019" y="connsiteY121019"/>
              </a:cxn>
              <a:cxn ang="0">
                <a:pos x="connsiteX121020" y="connsiteY121020"/>
              </a:cxn>
              <a:cxn ang="0">
                <a:pos x="connsiteX121021" y="connsiteY121021"/>
              </a:cxn>
              <a:cxn ang="0">
                <a:pos x="connsiteX121022" y="connsiteY121022"/>
              </a:cxn>
              <a:cxn ang="0">
                <a:pos x="connsiteX121023" y="connsiteY121023"/>
              </a:cxn>
              <a:cxn ang="0">
                <a:pos x="connsiteX121024" y="connsiteY121024"/>
              </a:cxn>
              <a:cxn ang="0">
                <a:pos x="connsiteX121025" y="connsiteY121025"/>
              </a:cxn>
              <a:cxn ang="0">
                <a:pos x="connsiteX121026" y="connsiteY121026"/>
              </a:cxn>
              <a:cxn ang="0">
                <a:pos x="connsiteX121027" y="connsiteY121027"/>
              </a:cxn>
              <a:cxn ang="0">
                <a:pos x="connsiteX121028" y="connsiteY121028"/>
              </a:cxn>
              <a:cxn ang="0">
                <a:pos x="connsiteX121029" y="connsiteY121029"/>
              </a:cxn>
              <a:cxn ang="0">
                <a:pos x="connsiteX121030" y="connsiteY121030"/>
              </a:cxn>
              <a:cxn ang="0">
                <a:pos x="connsiteX121031" y="connsiteY121031"/>
              </a:cxn>
              <a:cxn ang="0">
                <a:pos x="connsiteX121032" y="connsiteY121032"/>
              </a:cxn>
              <a:cxn ang="0">
                <a:pos x="connsiteX121033" y="connsiteY121033"/>
              </a:cxn>
              <a:cxn ang="0">
                <a:pos x="connsiteX121034" y="connsiteY121034"/>
              </a:cxn>
              <a:cxn ang="0">
                <a:pos x="connsiteX121035" y="connsiteY121035"/>
              </a:cxn>
              <a:cxn ang="0">
                <a:pos x="connsiteX121036" y="connsiteY121036"/>
              </a:cxn>
              <a:cxn ang="0">
                <a:pos x="connsiteX121037" y="connsiteY121037"/>
              </a:cxn>
              <a:cxn ang="0">
                <a:pos x="connsiteX121038" y="connsiteY121038"/>
              </a:cxn>
              <a:cxn ang="0">
                <a:pos x="connsiteX121039" y="connsiteY121039"/>
              </a:cxn>
              <a:cxn ang="0">
                <a:pos x="connsiteX121040" y="connsiteY121040"/>
              </a:cxn>
              <a:cxn ang="0">
                <a:pos x="connsiteX121041" y="connsiteY121041"/>
              </a:cxn>
              <a:cxn ang="0">
                <a:pos x="connsiteX121042" y="connsiteY121042"/>
              </a:cxn>
              <a:cxn ang="0">
                <a:pos x="connsiteX121043" y="connsiteY121043"/>
              </a:cxn>
              <a:cxn ang="0">
                <a:pos x="connsiteX121044" y="connsiteY121044"/>
              </a:cxn>
              <a:cxn ang="0">
                <a:pos x="connsiteX121045" y="connsiteY121045"/>
              </a:cxn>
              <a:cxn ang="0">
                <a:pos x="connsiteX121046" y="connsiteY121046"/>
              </a:cxn>
              <a:cxn ang="0">
                <a:pos x="connsiteX121047" y="connsiteY121047"/>
              </a:cxn>
              <a:cxn ang="0">
                <a:pos x="connsiteX121048" y="connsiteY121048"/>
              </a:cxn>
              <a:cxn ang="0">
                <a:pos x="connsiteX121049" y="connsiteY121049"/>
              </a:cxn>
              <a:cxn ang="0">
                <a:pos x="connsiteX121050" y="connsiteY121050"/>
              </a:cxn>
              <a:cxn ang="0">
                <a:pos x="connsiteX121051" y="connsiteY121051"/>
              </a:cxn>
              <a:cxn ang="0">
                <a:pos x="connsiteX121052" y="connsiteY121052"/>
              </a:cxn>
              <a:cxn ang="0">
                <a:pos x="connsiteX121053" y="connsiteY121053"/>
              </a:cxn>
              <a:cxn ang="0">
                <a:pos x="connsiteX121054" y="connsiteY121054"/>
              </a:cxn>
              <a:cxn ang="0">
                <a:pos x="connsiteX121055" y="connsiteY121055"/>
              </a:cxn>
              <a:cxn ang="0">
                <a:pos x="connsiteX121056" y="connsiteY121056"/>
              </a:cxn>
              <a:cxn ang="0">
                <a:pos x="connsiteX121057" y="connsiteY121057"/>
              </a:cxn>
              <a:cxn ang="0">
                <a:pos x="connsiteX121058" y="connsiteY121058"/>
              </a:cxn>
              <a:cxn ang="0">
                <a:pos x="connsiteX121059" y="connsiteY121059"/>
              </a:cxn>
              <a:cxn ang="0">
                <a:pos x="connsiteX121060" y="connsiteY121060"/>
              </a:cxn>
              <a:cxn ang="0">
                <a:pos x="connsiteX121061" y="connsiteY121061"/>
              </a:cxn>
              <a:cxn ang="0">
                <a:pos x="connsiteX121062" y="connsiteY121062"/>
              </a:cxn>
              <a:cxn ang="0">
                <a:pos x="connsiteX121063" y="connsiteY121063"/>
              </a:cxn>
              <a:cxn ang="0">
                <a:pos x="connsiteX121064" y="connsiteY121064"/>
              </a:cxn>
              <a:cxn ang="0">
                <a:pos x="connsiteX121065" y="connsiteY121065"/>
              </a:cxn>
              <a:cxn ang="0">
                <a:pos x="connsiteX121066" y="connsiteY121066"/>
              </a:cxn>
              <a:cxn ang="0">
                <a:pos x="connsiteX121067" y="connsiteY121067"/>
              </a:cxn>
              <a:cxn ang="0">
                <a:pos x="connsiteX121068" y="connsiteY121068"/>
              </a:cxn>
              <a:cxn ang="0">
                <a:pos x="connsiteX121069" y="connsiteY121069"/>
              </a:cxn>
              <a:cxn ang="0">
                <a:pos x="connsiteX121070" y="connsiteY121070"/>
              </a:cxn>
              <a:cxn ang="0">
                <a:pos x="connsiteX121071" y="connsiteY121071"/>
              </a:cxn>
              <a:cxn ang="0">
                <a:pos x="connsiteX121072" y="connsiteY121072"/>
              </a:cxn>
              <a:cxn ang="0">
                <a:pos x="connsiteX121073" y="connsiteY121073"/>
              </a:cxn>
              <a:cxn ang="0">
                <a:pos x="connsiteX121074" y="connsiteY121074"/>
              </a:cxn>
              <a:cxn ang="0">
                <a:pos x="connsiteX121075" y="connsiteY121075"/>
              </a:cxn>
              <a:cxn ang="0">
                <a:pos x="connsiteX121076" y="connsiteY121076"/>
              </a:cxn>
              <a:cxn ang="0">
                <a:pos x="connsiteX121077" y="connsiteY121077"/>
              </a:cxn>
              <a:cxn ang="0">
                <a:pos x="connsiteX121078" y="connsiteY121078"/>
              </a:cxn>
              <a:cxn ang="0">
                <a:pos x="connsiteX121079" y="connsiteY121079"/>
              </a:cxn>
              <a:cxn ang="0">
                <a:pos x="connsiteX121080" y="connsiteY121080"/>
              </a:cxn>
              <a:cxn ang="0">
                <a:pos x="connsiteX121081" y="connsiteY121081"/>
              </a:cxn>
              <a:cxn ang="0">
                <a:pos x="connsiteX121082" y="connsiteY121082"/>
              </a:cxn>
              <a:cxn ang="0">
                <a:pos x="connsiteX121083" y="connsiteY121083"/>
              </a:cxn>
              <a:cxn ang="0">
                <a:pos x="connsiteX121084" y="connsiteY121084"/>
              </a:cxn>
              <a:cxn ang="0">
                <a:pos x="connsiteX121085" y="connsiteY121085"/>
              </a:cxn>
              <a:cxn ang="0">
                <a:pos x="connsiteX121086" y="connsiteY121086"/>
              </a:cxn>
              <a:cxn ang="0">
                <a:pos x="connsiteX121087" y="connsiteY121087"/>
              </a:cxn>
              <a:cxn ang="0">
                <a:pos x="connsiteX121088" y="connsiteY121088"/>
              </a:cxn>
              <a:cxn ang="0">
                <a:pos x="connsiteX121089" y="connsiteY121089"/>
              </a:cxn>
              <a:cxn ang="0">
                <a:pos x="connsiteX121090" y="connsiteY121090"/>
              </a:cxn>
              <a:cxn ang="0">
                <a:pos x="connsiteX121091" y="connsiteY121091"/>
              </a:cxn>
              <a:cxn ang="0">
                <a:pos x="connsiteX121092" y="connsiteY121092"/>
              </a:cxn>
              <a:cxn ang="0">
                <a:pos x="connsiteX121093" y="connsiteY121093"/>
              </a:cxn>
              <a:cxn ang="0">
                <a:pos x="connsiteX121094" y="connsiteY121094"/>
              </a:cxn>
              <a:cxn ang="0">
                <a:pos x="connsiteX121095" y="connsiteY121095"/>
              </a:cxn>
              <a:cxn ang="0">
                <a:pos x="connsiteX121096" y="connsiteY121096"/>
              </a:cxn>
              <a:cxn ang="0">
                <a:pos x="connsiteX121097" y="connsiteY121097"/>
              </a:cxn>
              <a:cxn ang="0">
                <a:pos x="connsiteX121098" y="connsiteY121098"/>
              </a:cxn>
              <a:cxn ang="0">
                <a:pos x="connsiteX121099" y="connsiteY121099"/>
              </a:cxn>
              <a:cxn ang="0">
                <a:pos x="connsiteX121100" y="connsiteY121100"/>
              </a:cxn>
              <a:cxn ang="0">
                <a:pos x="connsiteX121101" y="connsiteY121101"/>
              </a:cxn>
              <a:cxn ang="0">
                <a:pos x="connsiteX121102" y="connsiteY121102"/>
              </a:cxn>
              <a:cxn ang="0">
                <a:pos x="connsiteX121103" y="connsiteY121103"/>
              </a:cxn>
              <a:cxn ang="0">
                <a:pos x="connsiteX121104" y="connsiteY121104"/>
              </a:cxn>
              <a:cxn ang="0">
                <a:pos x="connsiteX121105" y="connsiteY121105"/>
              </a:cxn>
              <a:cxn ang="0">
                <a:pos x="connsiteX121106" y="connsiteY121106"/>
              </a:cxn>
              <a:cxn ang="0">
                <a:pos x="connsiteX121107" y="connsiteY121107"/>
              </a:cxn>
              <a:cxn ang="0">
                <a:pos x="connsiteX121108" y="connsiteY121108"/>
              </a:cxn>
              <a:cxn ang="0">
                <a:pos x="connsiteX121109" y="connsiteY121109"/>
              </a:cxn>
              <a:cxn ang="0">
                <a:pos x="connsiteX121110" y="connsiteY121110"/>
              </a:cxn>
              <a:cxn ang="0">
                <a:pos x="connsiteX121111" y="connsiteY121111"/>
              </a:cxn>
              <a:cxn ang="0">
                <a:pos x="connsiteX121112" y="connsiteY121112"/>
              </a:cxn>
              <a:cxn ang="0">
                <a:pos x="connsiteX121113" y="connsiteY121113"/>
              </a:cxn>
              <a:cxn ang="0">
                <a:pos x="connsiteX121114" y="connsiteY121114"/>
              </a:cxn>
              <a:cxn ang="0">
                <a:pos x="connsiteX121115" y="connsiteY121115"/>
              </a:cxn>
              <a:cxn ang="0">
                <a:pos x="connsiteX121116" y="connsiteY121116"/>
              </a:cxn>
              <a:cxn ang="0">
                <a:pos x="connsiteX121117" y="connsiteY121117"/>
              </a:cxn>
              <a:cxn ang="0">
                <a:pos x="connsiteX121118" y="connsiteY121118"/>
              </a:cxn>
              <a:cxn ang="0">
                <a:pos x="connsiteX121119" y="connsiteY121119"/>
              </a:cxn>
              <a:cxn ang="0">
                <a:pos x="connsiteX121120" y="connsiteY121120"/>
              </a:cxn>
              <a:cxn ang="0">
                <a:pos x="connsiteX121121" y="connsiteY121121"/>
              </a:cxn>
              <a:cxn ang="0">
                <a:pos x="connsiteX121122" y="connsiteY121122"/>
              </a:cxn>
              <a:cxn ang="0">
                <a:pos x="connsiteX121123" y="connsiteY121123"/>
              </a:cxn>
              <a:cxn ang="0">
                <a:pos x="connsiteX121124" y="connsiteY121124"/>
              </a:cxn>
              <a:cxn ang="0">
                <a:pos x="connsiteX121125" y="connsiteY121125"/>
              </a:cxn>
              <a:cxn ang="0">
                <a:pos x="connsiteX121126" y="connsiteY121126"/>
              </a:cxn>
              <a:cxn ang="0">
                <a:pos x="connsiteX121127" y="connsiteY121127"/>
              </a:cxn>
              <a:cxn ang="0">
                <a:pos x="connsiteX121128" y="connsiteY121128"/>
              </a:cxn>
              <a:cxn ang="0">
                <a:pos x="connsiteX121129" y="connsiteY121129"/>
              </a:cxn>
              <a:cxn ang="0">
                <a:pos x="connsiteX121130" y="connsiteY121130"/>
              </a:cxn>
              <a:cxn ang="0">
                <a:pos x="connsiteX121131" y="connsiteY121131"/>
              </a:cxn>
              <a:cxn ang="0">
                <a:pos x="connsiteX121132" y="connsiteY121132"/>
              </a:cxn>
              <a:cxn ang="0">
                <a:pos x="connsiteX121133" y="connsiteY121133"/>
              </a:cxn>
              <a:cxn ang="0">
                <a:pos x="connsiteX121134" y="connsiteY121134"/>
              </a:cxn>
              <a:cxn ang="0">
                <a:pos x="connsiteX121135" y="connsiteY121135"/>
              </a:cxn>
              <a:cxn ang="0">
                <a:pos x="connsiteX121136" y="connsiteY121136"/>
              </a:cxn>
              <a:cxn ang="0">
                <a:pos x="connsiteX121137" y="connsiteY121137"/>
              </a:cxn>
              <a:cxn ang="0">
                <a:pos x="connsiteX121138" y="connsiteY121138"/>
              </a:cxn>
              <a:cxn ang="0">
                <a:pos x="connsiteX121139" y="connsiteY121139"/>
              </a:cxn>
              <a:cxn ang="0">
                <a:pos x="connsiteX121140" y="connsiteY121140"/>
              </a:cxn>
              <a:cxn ang="0">
                <a:pos x="connsiteX121141" y="connsiteY121141"/>
              </a:cxn>
              <a:cxn ang="0">
                <a:pos x="connsiteX121142" y="connsiteY121142"/>
              </a:cxn>
              <a:cxn ang="0">
                <a:pos x="connsiteX121143" y="connsiteY121143"/>
              </a:cxn>
              <a:cxn ang="0">
                <a:pos x="connsiteX121144" y="connsiteY121144"/>
              </a:cxn>
              <a:cxn ang="0">
                <a:pos x="connsiteX121145" y="connsiteY121145"/>
              </a:cxn>
              <a:cxn ang="0">
                <a:pos x="connsiteX121146" y="connsiteY121146"/>
              </a:cxn>
              <a:cxn ang="0">
                <a:pos x="connsiteX121147" y="connsiteY121147"/>
              </a:cxn>
              <a:cxn ang="0">
                <a:pos x="connsiteX121148" y="connsiteY121148"/>
              </a:cxn>
              <a:cxn ang="0">
                <a:pos x="connsiteX121149" y="connsiteY121149"/>
              </a:cxn>
              <a:cxn ang="0">
                <a:pos x="connsiteX121150" y="connsiteY121150"/>
              </a:cxn>
              <a:cxn ang="0">
                <a:pos x="connsiteX121151" y="connsiteY121151"/>
              </a:cxn>
              <a:cxn ang="0">
                <a:pos x="connsiteX121152" y="connsiteY121152"/>
              </a:cxn>
              <a:cxn ang="0">
                <a:pos x="connsiteX121153" y="connsiteY121153"/>
              </a:cxn>
              <a:cxn ang="0">
                <a:pos x="connsiteX121154" y="connsiteY121154"/>
              </a:cxn>
              <a:cxn ang="0">
                <a:pos x="connsiteX121155" y="connsiteY121155"/>
              </a:cxn>
              <a:cxn ang="0">
                <a:pos x="connsiteX121156" y="connsiteY121156"/>
              </a:cxn>
              <a:cxn ang="0">
                <a:pos x="connsiteX121157" y="connsiteY121157"/>
              </a:cxn>
              <a:cxn ang="0">
                <a:pos x="connsiteX121158" y="connsiteY121158"/>
              </a:cxn>
              <a:cxn ang="0">
                <a:pos x="connsiteX121159" y="connsiteY121159"/>
              </a:cxn>
              <a:cxn ang="0">
                <a:pos x="connsiteX121160" y="connsiteY121160"/>
              </a:cxn>
              <a:cxn ang="0">
                <a:pos x="connsiteX121161" y="connsiteY121161"/>
              </a:cxn>
              <a:cxn ang="0">
                <a:pos x="connsiteX121162" y="connsiteY121162"/>
              </a:cxn>
              <a:cxn ang="0">
                <a:pos x="connsiteX121163" y="connsiteY121163"/>
              </a:cxn>
              <a:cxn ang="0">
                <a:pos x="connsiteX121164" y="connsiteY121164"/>
              </a:cxn>
              <a:cxn ang="0">
                <a:pos x="connsiteX121165" y="connsiteY121165"/>
              </a:cxn>
              <a:cxn ang="0">
                <a:pos x="connsiteX121166" y="connsiteY121166"/>
              </a:cxn>
              <a:cxn ang="0">
                <a:pos x="connsiteX121167" y="connsiteY121167"/>
              </a:cxn>
              <a:cxn ang="0">
                <a:pos x="connsiteX121168" y="connsiteY121168"/>
              </a:cxn>
              <a:cxn ang="0">
                <a:pos x="connsiteX121169" y="connsiteY121169"/>
              </a:cxn>
              <a:cxn ang="0">
                <a:pos x="connsiteX121170" y="connsiteY121170"/>
              </a:cxn>
              <a:cxn ang="0">
                <a:pos x="connsiteX121171" y="connsiteY121171"/>
              </a:cxn>
              <a:cxn ang="0">
                <a:pos x="connsiteX121172" y="connsiteY121172"/>
              </a:cxn>
              <a:cxn ang="0">
                <a:pos x="connsiteX121173" y="connsiteY121173"/>
              </a:cxn>
              <a:cxn ang="0">
                <a:pos x="connsiteX121174" y="connsiteY121174"/>
              </a:cxn>
              <a:cxn ang="0">
                <a:pos x="connsiteX121175" y="connsiteY121175"/>
              </a:cxn>
              <a:cxn ang="0">
                <a:pos x="connsiteX121176" y="connsiteY121176"/>
              </a:cxn>
              <a:cxn ang="0">
                <a:pos x="connsiteX121177" y="connsiteY121177"/>
              </a:cxn>
              <a:cxn ang="0">
                <a:pos x="connsiteX121178" y="connsiteY121178"/>
              </a:cxn>
              <a:cxn ang="0">
                <a:pos x="connsiteX121179" y="connsiteY121179"/>
              </a:cxn>
              <a:cxn ang="0">
                <a:pos x="connsiteX121180" y="connsiteY121180"/>
              </a:cxn>
              <a:cxn ang="0">
                <a:pos x="connsiteX121181" y="connsiteY121181"/>
              </a:cxn>
              <a:cxn ang="0">
                <a:pos x="connsiteX121182" y="connsiteY121182"/>
              </a:cxn>
              <a:cxn ang="0">
                <a:pos x="connsiteX121183" y="connsiteY121183"/>
              </a:cxn>
              <a:cxn ang="0">
                <a:pos x="connsiteX121184" y="connsiteY121184"/>
              </a:cxn>
              <a:cxn ang="0">
                <a:pos x="connsiteX121185" y="connsiteY121185"/>
              </a:cxn>
              <a:cxn ang="0">
                <a:pos x="connsiteX121186" y="connsiteY121186"/>
              </a:cxn>
              <a:cxn ang="0">
                <a:pos x="connsiteX121187" y="connsiteY121187"/>
              </a:cxn>
              <a:cxn ang="0">
                <a:pos x="connsiteX121188" y="connsiteY121188"/>
              </a:cxn>
              <a:cxn ang="0">
                <a:pos x="connsiteX121189" y="connsiteY121189"/>
              </a:cxn>
              <a:cxn ang="0">
                <a:pos x="connsiteX121190" y="connsiteY121190"/>
              </a:cxn>
              <a:cxn ang="0">
                <a:pos x="connsiteX121191" y="connsiteY121191"/>
              </a:cxn>
              <a:cxn ang="0">
                <a:pos x="connsiteX121192" y="connsiteY121192"/>
              </a:cxn>
              <a:cxn ang="0">
                <a:pos x="connsiteX121193" y="connsiteY121193"/>
              </a:cxn>
              <a:cxn ang="0">
                <a:pos x="connsiteX121194" y="connsiteY121194"/>
              </a:cxn>
              <a:cxn ang="0">
                <a:pos x="connsiteX121195" y="connsiteY121195"/>
              </a:cxn>
              <a:cxn ang="0">
                <a:pos x="connsiteX121196" y="connsiteY121196"/>
              </a:cxn>
              <a:cxn ang="0">
                <a:pos x="connsiteX121197" y="connsiteY121197"/>
              </a:cxn>
              <a:cxn ang="0">
                <a:pos x="connsiteX121198" y="connsiteY121198"/>
              </a:cxn>
              <a:cxn ang="0">
                <a:pos x="connsiteX121199" y="connsiteY121199"/>
              </a:cxn>
              <a:cxn ang="0">
                <a:pos x="connsiteX121200" y="connsiteY121200"/>
              </a:cxn>
              <a:cxn ang="0">
                <a:pos x="connsiteX121201" y="connsiteY121201"/>
              </a:cxn>
              <a:cxn ang="0">
                <a:pos x="connsiteX121202" y="connsiteY121202"/>
              </a:cxn>
              <a:cxn ang="0">
                <a:pos x="connsiteX121203" y="connsiteY121203"/>
              </a:cxn>
              <a:cxn ang="0">
                <a:pos x="connsiteX121204" y="connsiteY121204"/>
              </a:cxn>
              <a:cxn ang="0">
                <a:pos x="connsiteX121205" y="connsiteY121205"/>
              </a:cxn>
              <a:cxn ang="0">
                <a:pos x="connsiteX121206" y="connsiteY121206"/>
              </a:cxn>
              <a:cxn ang="0">
                <a:pos x="connsiteX121207" y="connsiteY121207"/>
              </a:cxn>
              <a:cxn ang="0">
                <a:pos x="connsiteX121208" y="connsiteY121208"/>
              </a:cxn>
              <a:cxn ang="0">
                <a:pos x="connsiteX121209" y="connsiteY121209"/>
              </a:cxn>
              <a:cxn ang="0">
                <a:pos x="connsiteX121210" y="connsiteY121210"/>
              </a:cxn>
              <a:cxn ang="0">
                <a:pos x="connsiteX121211" y="connsiteY121211"/>
              </a:cxn>
              <a:cxn ang="0">
                <a:pos x="connsiteX121212" y="connsiteY121212"/>
              </a:cxn>
              <a:cxn ang="0">
                <a:pos x="connsiteX121213" y="connsiteY121213"/>
              </a:cxn>
              <a:cxn ang="0">
                <a:pos x="connsiteX121214" y="connsiteY121214"/>
              </a:cxn>
              <a:cxn ang="0">
                <a:pos x="connsiteX121215" y="connsiteY121215"/>
              </a:cxn>
              <a:cxn ang="0">
                <a:pos x="connsiteX121216" y="connsiteY121216"/>
              </a:cxn>
              <a:cxn ang="0">
                <a:pos x="connsiteX121217" y="connsiteY121217"/>
              </a:cxn>
              <a:cxn ang="0">
                <a:pos x="connsiteX121218" y="connsiteY121218"/>
              </a:cxn>
              <a:cxn ang="0">
                <a:pos x="connsiteX121219" y="connsiteY121219"/>
              </a:cxn>
              <a:cxn ang="0">
                <a:pos x="connsiteX121220" y="connsiteY121220"/>
              </a:cxn>
              <a:cxn ang="0">
                <a:pos x="connsiteX121221" y="connsiteY121221"/>
              </a:cxn>
              <a:cxn ang="0">
                <a:pos x="connsiteX121222" y="connsiteY121222"/>
              </a:cxn>
              <a:cxn ang="0">
                <a:pos x="connsiteX121223" y="connsiteY121223"/>
              </a:cxn>
              <a:cxn ang="0">
                <a:pos x="connsiteX121224" y="connsiteY121224"/>
              </a:cxn>
              <a:cxn ang="0">
                <a:pos x="connsiteX121225" y="connsiteY121225"/>
              </a:cxn>
              <a:cxn ang="0">
                <a:pos x="connsiteX121226" y="connsiteY121226"/>
              </a:cxn>
              <a:cxn ang="0">
                <a:pos x="connsiteX121227" y="connsiteY121227"/>
              </a:cxn>
              <a:cxn ang="0">
                <a:pos x="connsiteX121228" y="connsiteY121228"/>
              </a:cxn>
              <a:cxn ang="0">
                <a:pos x="connsiteX121229" y="connsiteY121229"/>
              </a:cxn>
              <a:cxn ang="0">
                <a:pos x="connsiteX121230" y="connsiteY121230"/>
              </a:cxn>
              <a:cxn ang="0">
                <a:pos x="connsiteX121231" y="connsiteY121231"/>
              </a:cxn>
              <a:cxn ang="0">
                <a:pos x="connsiteX121232" y="connsiteY121232"/>
              </a:cxn>
              <a:cxn ang="0">
                <a:pos x="connsiteX121233" y="connsiteY121233"/>
              </a:cxn>
              <a:cxn ang="0">
                <a:pos x="connsiteX121234" y="connsiteY121234"/>
              </a:cxn>
              <a:cxn ang="0">
                <a:pos x="connsiteX121235" y="connsiteY121235"/>
              </a:cxn>
              <a:cxn ang="0">
                <a:pos x="connsiteX121236" y="connsiteY121236"/>
              </a:cxn>
              <a:cxn ang="0">
                <a:pos x="connsiteX121237" y="connsiteY121237"/>
              </a:cxn>
              <a:cxn ang="0">
                <a:pos x="connsiteX121238" y="connsiteY121238"/>
              </a:cxn>
              <a:cxn ang="0">
                <a:pos x="connsiteX121239" y="connsiteY121239"/>
              </a:cxn>
              <a:cxn ang="0">
                <a:pos x="connsiteX121240" y="connsiteY121240"/>
              </a:cxn>
              <a:cxn ang="0">
                <a:pos x="connsiteX121241" y="connsiteY121241"/>
              </a:cxn>
              <a:cxn ang="0">
                <a:pos x="connsiteX121242" y="connsiteY121242"/>
              </a:cxn>
              <a:cxn ang="0">
                <a:pos x="connsiteX121243" y="connsiteY121243"/>
              </a:cxn>
              <a:cxn ang="0">
                <a:pos x="connsiteX121244" y="connsiteY121244"/>
              </a:cxn>
              <a:cxn ang="0">
                <a:pos x="connsiteX121245" y="connsiteY121245"/>
              </a:cxn>
              <a:cxn ang="0">
                <a:pos x="connsiteX121246" y="connsiteY121246"/>
              </a:cxn>
              <a:cxn ang="0">
                <a:pos x="connsiteX121247" y="connsiteY121247"/>
              </a:cxn>
              <a:cxn ang="0">
                <a:pos x="connsiteX121248" y="connsiteY121248"/>
              </a:cxn>
              <a:cxn ang="0">
                <a:pos x="connsiteX121249" y="connsiteY121249"/>
              </a:cxn>
              <a:cxn ang="0">
                <a:pos x="connsiteX121250" y="connsiteY121250"/>
              </a:cxn>
              <a:cxn ang="0">
                <a:pos x="connsiteX121251" y="connsiteY121251"/>
              </a:cxn>
              <a:cxn ang="0">
                <a:pos x="connsiteX121252" y="connsiteY121252"/>
              </a:cxn>
              <a:cxn ang="0">
                <a:pos x="connsiteX121253" y="connsiteY121253"/>
              </a:cxn>
              <a:cxn ang="0">
                <a:pos x="connsiteX121254" y="connsiteY121254"/>
              </a:cxn>
              <a:cxn ang="0">
                <a:pos x="connsiteX121255" y="connsiteY121255"/>
              </a:cxn>
              <a:cxn ang="0">
                <a:pos x="connsiteX121256" y="connsiteY121256"/>
              </a:cxn>
              <a:cxn ang="0">
                <a:pos x="connsiteX121257" y="connsiteY121257"/>
              </a:cxn>
              <a:cxn ang="0">
                <a:pos x="connsiteX121258" y="connsiteY121258"/>
              </a:cxn>
              <a:cxn ang="0">
                <a:pos x="connsiteX121259" y="connsiteY121259"/>
              </a:cxn>
              <a:cxn ang="0">
                <a:pos x="connsiteX121260" y="connsiteY121260"/>
              </a:cxn>
              <a:cxn ang="0">
                <a:pos x="connsiteX121261" y="connsiteY121261"/>
              </a:cxn>
              <a:cxn ang="0">
                <a:pos x="connsiteX121262" y="connsiteY121262"/>
              </a:cxn>
              <a:cxn ang="0">
                <a:pos x="connsiteX121263" y="connsiteY121263"/>
              </a:cxn>
              <a:cxn ang="0">
                <a:pos x="connsiteX121264" y="connsiteY121264"/>
              </a:cxn>
              <a:cxn ang="0">
                <a:pos x="connsiteX121265" y="connsiteY121265"/>
              </a:cxn>
              <a:cxn ang="0">
                <a:pos x="connsiteX121266" y="connsiteY121266"/>
              </a:cxn>
              <a:cxn ang="0">
                <a:pos x="connsiteX121267" y="connsiteY121267"/>
              </a:cxn>
              <a:cxn ang="0">
                <a:pos x="connsiteX121268" y="connsiteY121268"/>
              </a:cxn>
              <a:cxn ang="0">
                <a:pos x="connsiteX121269" y="connsiteY121269"/>
              </a:cxn>
              <a:cxn ang="0">
                <a:pos x="connsiteX121270" y="connsiteY121270"/>
              </a:cxn>
              <a:cxn ang="0">
                <a:pos x="connsiteX121271" y="connsiteY121271"/>
              </a:cxn>
              <a:cxn ang="0">
                <a:pos x="connsiteX121272" y="connsiteY121272"/>
              </a:cxn>
              <a:cxn ang="0">
                <a:pos x="connsiteX121273" y="connsiteY121273"/>
              </a:cxn>
              <a:cxn ang="0">
                <a:pos x="connsiteX121274" y="connsiteY121274"/>
              </a:cxn>
              <a:cxn ang="0">
                <a:pos x="connsiteX121275" y="connsiteY121275"/>
              </a:cxn>
              <a:cxn ang="0">
                <a:pos x="connsiteX121276" y="connsiteY121276"/>
              </a:cxn>
              <a:cxn ang="0">
                <a:pos x="connsiteX121277" y="connsiteY121277"/>
              </a:cxn>
              <a:cxn ang="0">
                <a:pos x="connsiteX121278" y="connsiteY121278"/>
              </a:cxn>
              <a:cxn ang="0">
                <a:pos x="connsiteX121279" y="connsiteY121279"/>
              </a:cxn>
              <a:cxn ang="0">
                <a:pos x="connsiteX121280" y="connsiteY121280"/>
              </a:cxn>
              <a:cxn ang="0">
                <a:pos x="connsiteX121281" y="connsiteY121281"/>
              </a:cxn>
              <a:cxn ang="0">
                <a:pos x="connsiteX121282" y="connsiteY121282"/>
              </a:cxn>
              <a:cxn ang="0">
                <a:pos x="connsiteX121283" y="connsiteY121283"/>
              </a:cxn>
              <a:cxn ang="0">
                <a:pos x="connsiteX121284" y="connsiteY121284"/>
              </a:cxn>
              <a:cxn ang="0">
                <a:pos x="connsiteX121285" y="connsiteY121285"/>
              </a:cxn>
              <a:cxn ang="0">
                <a:pos x="connsiteX121286" y="connsiteY121286"/>
              </a:cxn>
              <a:cxn ang="0">
                <a:pos x="connsiteX121287" y="connsiteY121287"/>
              </a:cxn>
              <a:cxn ang="0">
                <a:pos x="connsiteX121288" y="connsiteY121288"/>
              </a:cxn>
              <a:cxn ang="0">
                <a:pos x="connsiteX121289" y="connsiteY121289"/>
              </a:cxn>
              <a:cxn ang="0">
                <a:pos x="connsiteX121290" y="connsiteY121290"/>
              </a:cxn>
              <a:cxn ang="0">
                <a:pos x="connsiteX121291" y="connsiteY121291"/>
              </a:cxn>
              <a:cxn ang="0">
                <a:pos x="connsiteX121292" y="connsiteY121292"/>
              </a:cxn>
              <a:cxn ang="0">
                <a:pos x="connsiteX121293" y="connsiteY121293"/>
              </a:cxn>
              <a:cxn ang="0">
                <a:pos x="connsiteX121294" y="connsiteY121294"/>
              </a:cxn>
              <a:cxn ang="0">
                <a:pos x="connsiteX121295" y="connsiteY121295"/>
              </a:cxn>
              <a:cxn ang="0">
                <a:pos x="connsiteX121296" y="connsiteY121296"/>
              </a:cxn>
              <a:cxn ang="0">
                <a:pos x="connsiteX121297" y="connsiteY121297"/>
              </a:cxn>
              <a:cxn ang="0">
                <a:pos x="connsiteX121298" y="connsiteY121298"/>
              </a:cxn>
              <a:cxn ang="0">
                <a:pos x="connsiteX121299" y="connsiteY121299"/>
              </a:cxn>
              <a:cxn ang="0">
                <a:pos x="connsiteX121300" y="connsiteY121300"/>
              </a:cxn>
              <a:cxn ang="0">
                <a:pos x="connsiteX121301" y="connsiteY121301"/>
              </a:cxn>
              <a:cxn ang="0">
                <a:pos x="connsiteX121302" y="connsiteY121302"/>
              </a:cxn>
              <a:cxn ang="0">
                <a:pos x="connsiteX121303" y="connsiteY121303"/>
              </a:cxn>
              <a:cxn ang="0">
                <a:pos x="connsiteX121304" y="connsiteY121304"/>
              </a:cxn>
              <a:cxn ang="0">
                <a:pos x="connsiteX121305" y="connsiteY121305"/>
              </a:cxn>
              <a:cxn ang="0">
                <a:pos x="connsiteX121306" y="connsiteY121306"/>
              </a:cxn>
              <a:cxn ang="0">
                <a:pos x="connsiteX121307" y="connsiteY121307"/>
              </a:cxn>
              <a:cxn ang="0">
                <a:pos x="connsiteX121308" y="connsiteY121308"/>
              </a:cxn>
              <a:cxn ang="0">
                <a:pos x="connsiteX121309" y="connsiteY121309"/>
              </a:cxn>
              <a:cxn ang="0">
                <a:pos x="connsiteX121310" y="connsiteY121310"/>
              </a:cxn>
              <a:cxn ang="0">
                <a:pos x="connsiteX121311" y="connsiteY121311"/>
              </a:cxn>
              <a:cxn ang="0">
                <a:pos x="connsiteX121312" y="connsiteY121312"/>
              </a:cxn>
              <a:cxn ang="0">
                <a:pos x="connsiteX121313" y="connsiteY121313"/>
              </a:cxn>
              <a:cxn ang="0">
                <a:pos x="connsiteX121314" y="connsiteY121314"/>
              </a:cxn>
              <a:cxn ang="0">
                <a:pos x="connsiteX121315" y="connsiteY121315"/>
              </a:cxn>
              <a:cxn ang="0">
                <a:pos x="connsiteX121316" y="connsiteY121316"/>
              </a:cxn>
              <a:cxn ang="0">
                <a:pos x="connsiteX121317" y="connsiteY121317"/>
              </a:cxn>
              <a:cxn ang="0">
                <a:pos x="connsiteX121318" y="connsiteY121318"/>
              </a:cxn>
              <a:cxn ang="0">
                <a:pos x="connsiteX121319" y="connsiteY121319"/>
              </a:cxn>
              <a:cxn ang="0">
                <a:pos x="connsiteX121320" y="connsiteY121320"/>
              </a:cxn>
              <a:cxn ang="0">
                <a:pos x="connsiteX121321" y="connsiteY121321"/>
              </a:cxn>
              <a:cxn ang="0">
                <a:pos x="connsiteX121322" y="connsiteY121322"/>
              </a:cxn>
              <a:cxn ang="0">
                <a:pos x="connsiteX121323" y="connsiteY121323"/>
              </a:cxn>
              <a:cxn ang="0">
                <a:pos x="connsiteX121324" y="connsiteY121324"/>
              </a:cxn>
              <a:cxn ang="0">
                <a:pos x="connsiteX121325" y="connsiteY121325"/>
              </a:cxn>
              <a:cxn ang="0">
                <a:pos x="connsiteX121326" y="connsiteY121326"/>
              </a:cxn>
              <a:cxn ang="0">
                <a:pos x="connsiteX121327" y="connsiteY121327"/>
              </a:cxn>
              <a:cxn ang="0">
                <a:pos x="connsiteX121328" y="connsiteY121328"/>
              </a:cxn>
              <a:cxn ang="0">
                <a:pos x="connsiteX121329" y="connsiteY121329"/>
              </a:cxn>
              <a:cxn ang="0">
                <a:pos x="connsiteX121330" y="connsiteY121330"/>
              </a:cxn>
              <a:cxn ang="0">
                <a:pos x="connsiteX121331" y="connsiteY121331"/>
              </a:cxn>
              <a:cxn ang="0">
                <a:pos x="connsiteX121332" y="connsiteY121332"/>
              </a:cxn>
              <a:cxn ang="0">
                <a:pos x="connsiteX121333" y="connsiteY121333"/>
              </a:cxn>
              <a:cxn ang="0">
                <a:pos x="connsiteX121334" y="connsiteY121334"/>
              </a:cxn>
              <a:cxn ang="0">
                <a:pos x="connsiteX121335" y="connsiteY121335"/>
              </a:cxn>
              <a:cxn ang="0">
                <a:pos x="connsiteX121336" y="connsiteY121336"/>
              </a:cxn>
              <a:cxn ang="0">
                <a:pos x="connsiteX121337" y="connsiteY121337"/>
              </a:cxn>
              <a:cxn ang="0">
                <a:pos x="connsiteX121338" y="connsiteY121338"/>
              </a:cxn>
              <a:cxn ang="0">
                <a:pos x="connsiteX121339" y="connsiteY121339"/>
              </a:cxn>
              <a:cxn ang="0">
                <a:pos x="connsiteX121340" y="connsiteY121340"/>
              </a:cxn>
              <a:cxn ang="0">
                <a:pos x="connsiteX121341" y="connsiteY121341"/>
              </a:cxn>
              <a:cxn ang="0">
                <a:pos x="connsiteX121342" y="connsiteY121342"/>
              </a:cxn>
              <a:cxn ang="0">
                <a:pos x="connsiteX121343" y="connsiteY121343"/>
              </a:cxn>
              <a:cxn ang="0">
                <a:pos x="connsiteX121344" y="connsiteY121344"/>
              </a:cxn>
              <a:cxn ang="0">
                <a:pos x="connsiteX121345" y="connsiteY121345"/>
              </a:cxn>
              <a:cxn ang="0">
                <a:pos x="connsiteX121346" y="connsiteY121346"/>
              </a:cxn>
              <a:cxn ang="0">
                <a:pos x="connsiteX121347" y="connsiteY121347"/>
              </a:cxn>
              <a:cxn ang="0">
                <a:pos x="connsiteX121348" y="connsiteY121348"/>
              </a:cxn>
              <a:cxn ang="0">
                <a:pos x="connsiteX121349" y="connsiteY121349"/>
              </a:cxn>
              <a:cxn ang="0">
                <a:pos x="connsiteX121350" y="connsiteY121350"/>
              </a:cxn>
              <a:cxn ang="0">
                <a:pos x="connsiteX121351" y="connsiteY121351"/>
              </a:cxn>
              <a:cxn ang="0">
                <a:pos x="connsiteX121352" y="connsiteY121352"/>
              </a:cxn>
              <a:cxn ang="0">
                <a:pos x="connsiteX121353" y="connsiteY121353"/>
              </a:cxn>
              <a:cxn ang="0">
                <a:pos x="connsiteX121354" y="connsiteY121354"/>
              </a:cxn>
              <a:cxn ang="0">
                <a:pos x="connsiteX121355" y="connsiteY121355"/>
              </a:cxn>
              <a:cxn ang="0">
                <a:pos x="connsiteX121356" y="connsiteY121356"/>
              </a:cxn>
              <a:cxn ang="0">
                <a:pos x="connsiteX121357" y="connsiteY121357"/>
              </a:cxn>
              <a:cxn ang="0">
                <a:pos x="connsiteX121358" y="connsiteY121358"/>
              </a:cxn>
              <a:cxn ang="0">
                <a:pos x="connsiteX121359" y="connsiteY121359"/>
              </a:cxn>
              <a:cxn ang="0">
                <a:pos x="connsiteX121360" y="connsiteY121360"/>
              </a:cxn>
              <a:cxn ang="0">
                <a:pos x="connsiteX121361" y="connsiteY121361"/>
              </a:cxn>
              <a:cxn ang="0">
                <a:pos x="connsiteX121362" y="connsiteY121362"/>
              </a:cxn>
              <a:cxn ang="0">
                <a:pos x="connsiteX121363" y="connsiteY121363"/>
              </a:cxn>
              <a:cxn ang="0">
                <a:pos x="connsiteX121364" y="connsiteY121364"/>
              </a:cxn>
              <a:cxn ang="0">
                <a:pos x="connsiteX121365" y="connsiteY121365"/>
              </a:cxn>
              <a:cxn ang="0">
                <a:pos x="connsiteX121366" y="connsiteY121366"/>
              </a:cxn>
              <a:cxn ang="0">
                <a:pos x="connsiteX121367" y="connsiteY121367"/>
              </a:cxn>
              <a:cxn ang="0">
                <a:pos x="connsiteX121368" y="connsiteY121368"/>
              </a:cxn>
              <a:cxn ang="0">
                <a:pos x="connsiteX121369" y="connsiteY121369"/>
              </a:cxn>
              <a:cxn ang="0">
                <a:pos x="connsiteX121370" y="connsiteY121370"/>
              </a:cxn>
              <a:cxn ang="0">
                <a:pos x="connsiteX121371" y="connsiteY121371"/>
              </a:cxn>
              <a:cxn ang="0">
                <a:pos x="connsiteX121372" y="connsiteY121372"/>
              </a:cxn>
              <a:cxn ang="0">
                <a:pos x="connsiteX121373" y="connsiteY121373"/>
              </a:cxn>
              <a:cxn ang="0">
                <a:pos x="connsiteX121374" y="connsiteY121374"/>
              </a:cxn>
              <a:cxn ang="0">
                <a:pos x="connsiteX121375" y="connsiteY121375"/>
              </a:cxn>
              <a:cxn ang="0">
                <a:pos x="connsiteX121376" y="connsiteY121376"/>
              </a:cxn>
              <a:cxn ang="0">
                <a:pos x="connsiteX121377" y="connsiteY121377"/>
              </a:cxn>
              <a:cxn ang="0">
                <a:pos x="connsiteX121378" y="connsiteY121378"/>
              </a:cxn>
              <a:cxn ang="0">
                <a:pos x="connsiteX121379" y="connsiteY121379"/>
              </a:cxn>
              <a:cxn ang="0">
                <a:pos x="connsiteX121380" y="connsiteY121380"/>
              </a:cxn>
              <a:cxn ang="0">
                <a:pos x="connsiteX121381" y="connsiteY121381"/>
              </a:cxn>
              <a:cxn ang="0">
                <a:pos x="connsiteX121382" y="connsiteY121382"/>
              </a:cxn>
              <a:cxn ang="0">
                <a:pos x="connsiteX121383" y="connsiteY121383"/>
              </a:cxn>
              <a:cxn ang="0">
                <a:pos x="connsiteX121384" y="connsiteY121384"/>
              </a:cxn>
              <a:cxn ang="0">
                <a:pos x="connsiteX121385" y="connsiteY121385"/>
              </a:cxn>
              <a:cxn ang="0">
                <a:pos x="connsiteX121386" y="connsiteY121386"/>
              </a:cxn>
              <a:cxn ang="0">
                <a:pos x="connsiteX121387" y="connsiteY121387"/>
              </a:cxn>
              <a:cxn ang="0">
                <a:pos x="connsiteX121388" y="connsiteY121388"/>
              </a:cxn>
              <a:cxn ang="0">
                <a:pos x="connsiteX121389" y="connsiteY121389"/>
              </a:cxn>
              <a:cxn ang="0">
                <a:pos x="connsiteX121390" y="connsiteY121390"/>
              </a:cxn>
              <a:cxn ang="0">
                <a:pos x="connsiteX121391" y="connsiteY121391"/>
              </a:cxn>
              <a:cxn ang="0">
                <a:pos x="connsiteX121392" y="connsiteY121392"/>
              </a:cxn>
              <a:cxn ang="0">
                <a:pos x="connsiteX121393" y="connsiteY121393"/>
              </a:cxn>
              <a:cxn ang="0">
                <a:pos x="connsiteX121394" y="connsiteY121394"/>
              </a:cxn>
              <a:cxn ang="0">
                <a:pos x="connsiteX121395" y="connsiteY121395"/>
              </a:cxn>
              <a:cxn ang="0">
                <a:pos x="connsiteX121396" y="connsiteY121396"/>
              </a:cxn>
              <a:cxn ang="0">
                <a:pos x="connsiteX121397" y="connsiteY121397"/>
              </a:cxn>
              <a:cxn ang="0">
                <a:pos x="connsiteX121398" y="connsiteY121398"/>
              </a:cxn>
              <a:cxn ang="0">
                <a:pos x="connsiteX121399" y="connsiteY121399"/>
              </a:cxn>
              <a:cxn ang="0">
                <a:pos x="connsiteX121400" y="connsiteY121400"/>
              </a:cxn>
              <a:cxn ang="0">
                <a:pos x="connsiteX121401" y="connsiteY121401"/>
              </a:cxn>
              <a:cxn ang="0">
                <a:pos x="connsiteX121402" y="connsiteY121402"/>
              </a:cxn>
              <a:cxn ang="0">
                <a:pos x="connsiteX121403" y="connsiteY121403"/>
              </a:cxn>
              <a:cxn ang="0">
                <a:pos x="connsiteX121404" y="connsiteY121404"/>
              </a:cxn>
              <a:cxn ang="0">
                <a:pos x="connsiteX121405" y="connsiteY121405"/>
              </a:cxn>
              <a:cxn ang="0">
                <a:pos x="connsiteX121406" y="connsiteY121406"/>
              </a:cxn>
              <a:cxn ang="0">
                <a:pos x="connsiteX121407" y="connsiteY121407"/>
              </a:cxn>
              <a:cxn ang="0">
                <a:pos x="connsiteX121408" y="connsiteY121408"/>
              </a:cxn>
              <a:cxn ang="0">
                <a:pos x="connsiteX121409" y="connsiteY121409"/>
              </a:cxn>
              <a:cxn ang="0">
                <a:pos x="connsiteX121410" y="connsiteY121410"/>
              </a:cxn>
              <a:cxn ang="0">
                <a:pos x="connsiteX121411" y="connsiteY121411"/>
              </a:cxn>
              <a:cxn ang="0">
                <a:pos x="connsiteX121412" y="connsiteY121412"/>
              </a:cxn>
              <a:cxn ang="0">
                <a:pos x="connsiteX121413" y="connsiteY121413"/>
              </a:cxn>
              <a:cxn ang="0">
                <a:pos x="connsiteX121414" y="connsiteY121414"/>
              </a:cxn>
              <a:cxn ang="0">
                <a:pos x="connsiteX121415" y="connsiteY121415"/>
              </a:cxn>
              <a:cxn ang="0">
                <a:pos x="connsiteX121416" y="connsiteY121416"/>
              </a:cxn>
              <a:cxn ang="0">
                <a:pos x="connsiteX121417" y="connsiteY121417"/>
              </a:cxn>
              <a:cxn ang="0">
                <a:pos x="connsiteX121418" y="connsiteY121418"/>
              </a:cxn>
              <a:cxn ang="0">
                <a:pos x="connsiteX121419" y="connsiteY121419"/>
              </a:cxn>
              <a:cxn ang="0">
                <a:pos x="connsiteX121420" y="connsiteY121420"/>
              </a:cxn>
              <a:cxn ang="0">
                <a:pos x="connsiteX121421" y="connsiteY121421"/>
              </a:cxn>
              <a:cxn ang="0">
                <a:pos x="connsiteX121422" y="connsiteY121422"/>
              </a:cxn>
              <a:cxn ang="0">
                <a:pos x="connsiteX121423" y="connsiteY121423"/>
              </a:cxn>
              <a:cxn ang="0">
                <a:pos x="connsiteX121424" y="connsiteY121424"/>
              </a:cxn>
              <a:cxn ang="0">
                <a:pos x="connsiteX121425" y="connsiteY121425"/>
              </a:cxn>
              <a:cxn ang="0">
                <a:pos x="connsiteX121426" y="connsiteY121426"/>
              </a:cxn>
              <a:cxn ang="0">
                <a:pos x="connsiteX121427" y="connsiteY121427"/>
              </a:cxn>
              <a:cxn ang="0">
                <a:pos x="connsiteX121428" y="connsiteY121428"/>
              </a:cxn>
              <a:cxn ang="0">
                <a:pos x="connsiteX121429" y="connsiteY121429"/>
              </a:cxn>
              <a:cxn ang="0">
                <a:pos x="connsiteX121430" y="connsiteY121430"/>
              </a:cxn>
              <a:cxn ang="0">
                <a:pos x="connsiteX121431" y="connsiteY121431"/>
              </a:cxn>
              <a:cxn ang="0">
                <a:pos x="connsiteX121432" y="connsiteY121432"/>
              </a:cxn>
              <a:cxn ang="0">
                <a:pos x="connsiteX121433" y="connsiteY121433"/>
              </a:cxn>
              <a:cxn ang="0">
                <a:pos x="connsiteX121434" y="connsiteY121434"/>
              </a:cxn>
              <a:cxn ang="0">
                <a:pos x="connsiteX121435" y="connsiteY121435"/>
              </a:cxn>
              <a:cxn ang="0">
                <a:pos x="connsiteX121436" y="connsiteY121436"/>
              </a:cxn>
              <a:cxn ang="0">
                <a:pos x="connsiteX121437" y="connsiteY121437"/>
              </a:cxn>
              <a:cxn ang="0">
                <a:pos x="connsiteX121438" y="connsiteY121438"/>
              </a:cxn>
              <a:cxn ang="0">
                <a:pos x="connsiteX121439" y="connsiteY121439"/>
              </a:cxn>
              <a:cxn ang="0">
                <a:pos x="connsiteX121440" y="connsiteY121440"/>
              </a:cxn>
              <a:cxn ang="0">
                <a:pos x="connsiteX121441" y="connsiteY121441"/>
              </a:cxn>
              <a:cxn ang="0">
                <a:pos x="connsiteX121442" y="connsiteY121442"/>
              </a:cxn>
              <a:cxn ang="0">
                <a:pos x="connsiteX121443" y="connsiteY121443"/>
              </a:cxn>
              <a:cxn ang="0">
                <a:pos x="connsiteX121444" y="connsiteY121444"/>
              </a:cxn>
              <a:cxn ang="0">
                <a:pos x="connsiteX121445" y="connsiteY121445"/>
              </a:cxn>
              <a:cxn ang="0">
                <a:pos x="connsiteX121446" y="connsiteY121446"/>
              </a:cxn>
              <a:cxn ang="0">
                <a:pos x="connsiteX121447" y="connsiteY121447"/>
              </a:cxn>
              <a:cxn ang="0">
                <a:pos x="connsiteX121448" y="connsiteY121448"/>
              </a:cxn>
              <a:cxn ang="0">
                <a:pos x="connsiteX121449" y="connsiteY121449"/>
              </a:cxn>
              <a:cxn ang="0">
                <a:pos x="connsiteX121450" y="connsiteY121450"/>
              </a:cxn>
              <a:cxn ang="0">
                <a:pos x="connsiteX121451" y="connsiteY121451"/>
              </a:cxn>
              <a:cxn ang="0">
                <a:pos x="connsiteX121452" y="connsiteY121452"/>
              </a:cxn>
              <a:cxn ang="0">
                <a:pos x="connsiteX121453" y="connsiteY121453"/>
              </a:cxn>
              <a:cxn ang="0">
                <a:pos x="connsiteX121454" y="connsiteY121454"/>
              </a:cxn>
              <a:cxn ang="0">
                <a:pos x="connsiteX121455" y="connsiteY121455"/>
              </a:cxn>
              <a:cxn ang="0">
                <a:pos x="connsiteX121456" y="connsiteY121456"/>
              </a:cxn>
              <a:cxn ang="0">
                <a:pos x="connsiteX121457" y="connsiteY121457"/>
              </a:cxn>
              <a:cxn ang="0">
                <a:pos x="connsiteX121458" y="connsiteY121458"/>
              </a:cxn>
              <a:cxn ang="0">
                <a:pos x="connsiteX121459" y="connsiteY121459"/>
              </a:cxn>
              <a:cxn ang="0">
                <a:pos x="connsiteX121460" y="connsiteY121460"/>
              </a:cxn>
              <a:cxn ang="0">
                <a:pos x="connsiteX121461" y="connsiteY121461"/>
              </a:cxn>
              <a:cxn ang="0">
                <a:pos x="connsiteX121462" y="connsiteY121462"/>
              </a:cxn>
              <a:cxn ang="0">
                <a:pos x="connsiteX121463" y="connsiteY121463"/>
              </a:cxn>
              <a:cxn ang="0">
                <a:pos x="connsiteX121464" y="connsiteY121464"/>
              </a:cxn>
              <a:cxn ang="0">
                <a:pos x="connsiteX121465" y="connsiteY121465"/>
              </a:cxn>
              <a:cxn ang="0">
                <a:pos x="connsiteX121466" y="connsiteY121466"/>
              </a:cxn>
              <a:cxn ang="0">
                <a:pos x="connsiteX121467" y="connsiteY121467"/>
              </a:cxn>
              <a:cxn ang="0">
                <a:pos x="connsiteX121468" y="connsiteY121468"/>
              </a:cxn>
              <a:cxn ang="0">
                <a:pos x="connsiteX121469" y="connsiteY121469"/>
              </a:cxn>
              <a:cxn ang="0">
                <a:pos x="connsiteX121470" y="connsiteY121470"/>
              </a:cxn>
              <a:cxn ang="0">
                <a:pos x="connsiteX121471" y="connsiteY121471"/>
              </a:cxn>
              <a:cxn ang="0">
                <a:pos x="connsiteX121472" y="connsiteY121472"/>
              </a:cxn>
              <a:cxn ang="0">
                <a:pos x="connsiteX121473" y="connsiteY121473"/>
              </a:cxn>
              <a:cxn ang="0">
                <a:pos x="connsiteX121474" y="connsiteY121474"/>
              </a:cxn>
              <a:cxn ang="0">
                <a:pos x="connsiteX121475" y="connsiteY121475"/>
              </a:cxn>
              <a:cxn ang="0">
                <a:pos x="connsiteX121476" y="connsiteY121476"/>
              </a:cxn>
              <a:cxn ang="0">
                <a:pos x="connsiteX121477" y="connsiteY121477"/>
              </a:cxn>
              <a:cxn ang="0">
                <a:pos x="connsiteX121478" y="connsiteY121478"/>
              </a:cxn>
              <a:cxn ang="0">
                <a:pos x="connsiteX121479" y="connsiteY121479"/>
              </a:cxn>
              <a:cxn ang="0">
                <a:pos x="connsiteX121480" y="connsiteY121480"/>
              </a:cxn>
              <a:cxn ang="0">
                <a:pos x="connsiteX121481" y="connsiteY121481"/>
              </a:cxn>
              <a:cxn ang="0">
                <a:pos x="connsiteX121482" y="connsiteY121482"/>
              </a:cxn>
              <a:cxn ang="0">
                <a:pos x="connsiteX121483" y="connsiteY121483"/>
              </a:cxn>
              <a:cxn ang="0">
                <a:pos x="connsiteX121484" y="connsiteY121484"/>
              </a:cxn>
              <a:cxn ang="0">
                <a:pos x="connsiteX121485" y="connsiteY121485"/>
              </a:cxn>
              <a:cxn ang="0">
                <a:pos x="connsiteX121486" y="connsiteY121486"/>
              </a:cxn>
              <a:cxn ang="0">
                <a:pos x="connsiteX121487" y="connsiteY121487"/>
              </a:cxn>
              <a:cxn ang="0">
                <a:pos x="connsiteX121488" y="connsiteY121488"/>
              </a:cxn>
              <a:cxn ang="0">
                <a:pos x="connsiteX121489" y="connsiteY121489"/>
              </a:cxn>
              <a:cxn ang="0">
                <a:pos x="connsiteX121490" y="connsiteY121490"/>
              </a:cxn>
              <a:cxn ang="0">
                <a:pos x="connsiteX121491" y="connsiteY121491"/>
              </a:cxn>
              <a:cxn ang="0">
                <a:pos x="connsiteX121492" y="connsiteY121492"/>
              </a:cxn>
              <a:cxn ang="0">
                <a:pos x="connsiteX121493" y="connsiteY121493"/>
              </a:cxn>
              <a:cxn ang="0">
                <a:pos x="connsiteX121494" y="connsiteY121494"/>
              </a:cxn>
              <a:cxn ang="0">
                <a:pos x="connsiteX121495" y="connsiteY121495"/>
              </a:cxn>
              <a:cxn ang="0">
                <a:pos x="connsiteX121496" y="connsiteY121496"/>
              </a:cxn>
              <a:cxn ang="0">
                <a:pos x="connsiteX121497" y="connsiteY121497"/>
              </a:cxn>
              <a:cxn ang="0">
                <a:pos x="connsiteX121498" y="connsiteY121498"/>
              </a:cxn>
              <a:cxn ang="0">
                <a:pos x="connsiteX121499" y="connsiteY121499"/>
              </a:cxn>
              <a:cxn ang="0">
                <a:pos x="connsiteX121500" y="connsiteY121500"/>
              </a:cxn>
              <a:cxn ang="0">
                <a:pos x="connsiteX121501" y="connsiteY121501"/>
              </a:cxn>
              <a:cxn ang="0">
                <a:pos x="connsiteX121502" y="connsiteY121502"/>
              </a:cxn>
              <a:cxn ang="0">
                <a:pos x="connsiteX121503" y="connsiteY121503"/>
              </a:cxn>
              <a:cxn ang="0">
                <a:pos x="connsiteX121504" y="connsiteY121504"/>
              </a:cxn>
              <a:cxn ang="0">
                <a:pos x="connsiteX121505" y="connsiteY121505"/>
              </a:cxn>
              <a:cxn ang="0">
                <a:pos x="connsiteX121506" y="connsiteY121506"/>
              </a:cxn>
              <a:cxn ang="0">
                <a:pos x="connsiteX121507" y="connsiteY121507"/>
              </a:cxn>
              <a:cxn ang="0">
                <a:pos x="connsiteX121508" y="connsiteY121508"/>
              </a:cxn>
              <a:cxn ang="0">
                <a:pos x="connsiteX121509" y="connsiteY121509"/>
              </a:cxn>
              <a:cxn ang="0">
                <a:pos x="connsiteX121510" y="connsiteY121510"/>
              </a:cxn>
              <a:cxn ang="0">
                <a:pos x="connsiteX121511" y="connsiteY121511"/>
              </a:cxn>
              <a:cxn ang="0">
                <a:pos x="connsiteX121512" y="connsiteY121512"/>
              </a:cxn>
              <a:cxn ang="0">
                <a:pos x="connsiteX121513" y="connsiteY121513"/>
              </a:cxn>
              <a:cxn ang="0">
                <a:pos x="connsiteX121514" y="connsiteY121514"/>
              </a:cxn>
              <a:cxn ang="0">
                <a:pos x="connsiteX121515" y="connsiteY121515"/>
              </a:cxn>
              <a:cxn ang="0">
                <a:pos x="connsiteX121516" y="connsiteY121516"/>
              </a:cxn>
              <a:cxn ang="0">
                <a:pos x="connsiteX121517" y="connsiteY121517"/>
              </a:cxn>
              <a:cxn ang="0">
                <a:pos x="connsiteX121518" y="connsiteY121518"/>
              </a:cxn>
              <a:cxn ang="0">
                <a:pos x="connsiteX121519" y="connsiteY121519"/>
              </a:cxn>
              <a:cxn ang="0">
                <a:pos x="connsiteX121520" y="connsiteY121520"/>
              </a:cxn>
              <a:cxn ang="0">
                <a:pos x="connsiteX121521" y="connsiteY121521"/>
              </a:cxn>
              <a:cxn ang="0">
                <a:pos x="connsiteX121522" y="connsiteY121522"/>
              </a:cxn>
              <a:cxn ang="0">
                <a:pos x="connsiteX121523" y="connsiteY121523"/>
              </a:cxn>
              <a:cxn ang="0">
                <a:pos x="connsiteX121524" y="connsiteY121524"/>
              </a:cxn>
              <a:cxn ang="0">
                <a:pos x="connsiteX121525" y="connsiteY121525"/>
              </a:cxn>
              <a:cxn ang="0">
                <a:pos x="connsiteX121526" y="connsiteY121526"/>
              </a:cxn>
              <a:cxn ang="0">
                <a:pos x="connsiteX121527" y="connsiteY121527"/>
              </a:cxn>
              <a:cxn ang="0">
                <a:pos x="connsiteX121528" y="connsiteY121528"/>
              </a:cxn>
              <a:cxn ang="0">
                <a:pos x="connsiteX121529" y="connsiteY121529"/>
              </a:cxn>
              <a:cxn ang="0">
                <a:pos x="connsiteX121530" y="connsiteY121530"/>
              </a:cxn>
              <a:cxn ang="0">
                <a:pos x="connsiteX121531" y="connsiteY121531"/>
              </a:cxn>
              <a:cxn ang="0">
                <a:pos x="connsiteX121532" y="connsiteY121532"/>
              </a:cxn>
              <a:cxn ang="0">
                <a:pos x="connsiteX121533" y="connsiteY121533"/>
              </a:cxn>
              <a:cxn ang="0">
                <a:pos x="connsiteX121534" y="connsiteY121534"/>
              </a:cxn>
              <a:cxn ang="0">
                <a:pos x="connsiteX121535" y="connsiteY121535"/>
              </a:cxn>
              <a:cxn ang="0">
                <a:pos x="connsiteX121536" y="connsiteY121536"/>
              </a:cxn>
              <a:cxn ang="0">
                <a:pos x="connsiteX121537" y="connsiteY121537"/>
              </a:cxn>
              <a:cxn ang="0">
                <a:pos x="connsiteX121538" y="connsiteY121538"/>
              </a:cxn>
              <a:cxn ang="0">
                <a:pos x="connsiteX121539" y="connsiteY121539"/>
              </a:cxn>
              <a:cxn ang="0">
                <a:pos x="connsiteX121540" y="connsiteY121540"/>
              </a:cxn>
              <a:cxn ang="0">
                <a:pos x="connsiteX121541" y="connsiteY121541"/>
              </a:cxn>
              <a:cxn ang="0">
                <a:pos x="connsiteX121542" y="connsiteY121542"/>
              </a:cxn>
              <a:cxn ang="0">
                <a:pos x="connsiteX121543" y="connsiteY121543"/>
              </a:cxn>
              <a:cxn ang="0">
                <a:pos x="connsiteX121544" y="connsiteY121544"/>
              </a:cxn>
              <a:cxn ang="0">
                <a:pos x="connsiteX121545" y="connsiteY121545"/>
              </a:cxn>
              <a:cxn ang="0">
                <a:pos x="connsiteX121546" y="connsiteY121546"/>
              </a:cxn>
              <a:cxn ang="0">
                <a:pos x="connsiteX121547" y="connsiteY121547"/>
              </a:cxn>
              <a:cxn ang="0">
                <a:pos x="connsiteX121548" y="connsiteY121548"/>
              </a:cxn>
              <a:cxn ang="0">
                <a:pos x="connsiteX121549" y="connsiteY121549"/>
              </a:cxn>
              <a:cxn ang="0">
                <a:pos x="connsiteX121550" y="connsiteY121550"/>
              </a:cxn>
              <a:cxn ang="0">
                <a:pos x="connsiteX121551" y="connsiteY121551"/>
              </a:cxn>
              <a:cxn ang="0">
                <a:pos x="connsiteX121552" y="connsiteY121552"/>
              </a:cxn>
              <a:cxn ang="0">
                <a:pos x="connsiteX121553" y="connsiteY121553"/>
              </a:cxn>
              <a:cxn ang="0">
                <a:pos x="connsiteX121554" y="connsiteY121554"/>
              </a:cxn>
              <a:cxn ang="0">
                <a:pos x="connsiteX121555" y="connsiteY121555"/>
              </a:cxn>
              <a:cxn ang="0">
                <a:pos x="connsiteX121556" y="connsiteY121556"/>
              </a:cxn>
              <a:cxn ang="0">
                <a:pos x="connsiteX121557" y="connsiteY121557"/>
              </a:cxn>
              <a:cxn ang="0">
                <a:pos x="connsiteX121558" y="connsiteY121558"/>
              </a:cxn>
              <a:cxn ang="0">
                <a:pos x="connsiteX121559" y="connsiteY121559"/>
              </a:cxn>
              <a:cxn ang="0">
                <a:pos x="connsiteX121560" y="connsiteY121560"/>
              </a:cxn>
              <a:cxn ang="0">
                <a:pos x="connsiteX121561" y="connsiteY121561"/>
              </a:cxn>
              <a:cxn ang="0">
                <a:pos x="connsiteX121562" y="connsiteY121562"/>
              </a:cxn>
              <a:cxn ang="0">
                <a:pos x="connsiteX121563" y="connsiteY121563"/>
              </a:cxn>
              <a:cxn ang="0">
                <a:pos x="connsiteX121564" y="connsiteY121564"/>
              </a:cxn>
              <a:cxn ang="0">
                <a:pos x="connsiteX121565" y="connsiteY121565"/>
              </a:cxn>
              <a:cxn ang="0">
                <a:pos x="connsiteX121566" y="connsiteY121566"/>
              </a:cxn>
              <a:cxn ang="0">
                <a:pos x="connsiteX121567" y="connsiteY121567"/>
              </a:cxn>
              <a:cxn ang="0">
                <a:pos x="connsiteX121568" y="connsiteY121568"/>
              </a:cxn>
              <a:cxn ang="0">
                <a:pos x="connsiteX121569" y="connsiteY121569"/>
              </a:cxn>
              <a:cxn ang="0">
                <a:pos x="connsiteX121570" y="connsiteY121570"/>
              </a:cxn>
              <a:cxn ang="0">
                <a:pos x="connsiteX121571" y="connsiteY121571"/>
              </a:cxn>
              <a:cxn ang="0">
                <a:pos x="connsiteX121572" y="connsiteY121572"/>
              </a:cxn>
              <a:cxn ang="0">
                <a:pos x="connsiteX121573" y="connsiteY121573"/>
              </a:cxn>
              <a:cxn ang="0">
                <a:pos x="connsiteX121574" y="connsiteY121574"/>
              </a:cxn>
              <a:cxn ang="0">
                <a:pos x="connsiteX121575" y="connsiteY121575"/>
              </a:cxn>
              <a:cxn ang="0">
                <a:pos x="connsiteX121576" y="connsiteY121576"/>
              </a:cxn>
              <a:cxn ang="0">
                <a:pos x="connsiteX121577" y="connsiteY121577"/>
              </a:cxn>
              <a:cxn ang="0">
                <a:pos x="connsiteX121578" y="connsiteY121578"/>
              </a:cxn>
              <a:cxn ang="0">
                <a:pos x="connsiteX121579" y="connsiteY121579"/>
              </a:cxn>
              <a:cxn ang="0">
                <a:pos x="connsiteX121580" y="connsiteY121580"/>
              </a:cxn>
              <a:cxn ang="0">
                <a:pos x="connsiteX121581" y="connsiteY121581"/>
              </a:cxn>
              <a:cxn ang="0">
                <a:pos x="connsiteX121582" y="connsiteY121582"/>
              </a:cxn>
              <a:cxn ang="0">
                <a:pos x="connsiteX121583" y="connsiteY121583"/>
              </a:cxn>
              <a:cxn ang="0">
                <a:pos x="connsiteX121584" y="connsiteY121584"/>
              </a:cxn>
              <a:cxn ang="0">
                <a:pos x="connsiteX121585" y="connsiteY121585"/>
              </a:cxn>
              <a:cxn ang="0">
                <a:pos x="connsiteX121586" y="connsiteY121586"/>
              </a:cxn>
              <a:cxn ang="0">
                <a:pos x="connsiteX121587" y="connsiteY121587"/>
              </a:cxn>
              <a:cxn ang="0">
                <a:pos x="connsiteX121588" y="connsiteY121588"/>
              </a:cxn>
              <a:cxn ang="0">
                <a:pos x="connsiteX121589" y="connsiteY121589"/>
              </a:cxn>
              <a:cxn ang="0">
                <a:pos x="connsiteX121590" y="connsiteY121590"/>
              </a:cxn>
              <a:cxn ang="0">
                <a:pos x="connsiteX121591" y="connsiteY121591"/>
              </a:cxn>
              <a:cxn ang="0">
                <a:pos x="connsiteX121592" y="connsiteY121592"/>
              </a:cxn>
              <a:cxn ang="0">
                <a:pos x="connsiteX121593" y="connsiteY121593"/>
              </a:cxn>
              <a:cxn ang="0">
                <a:pos x="connsiteX121594" y="connsiteY121594"/>
              </a:cxn>
              <a:cxn ang="0">
                <a:pos x="connsiteX121595" y="connsiteY121595"/>
              </a:cxn>
              <a:cxn ang="0">
                <a:pos x="connsiteX121596" y="connsiteY121596"/>
              </a:cxn>
              <a:cxn ang="0">
                <a:pos x="connsiteX121597" y="connsiteY121597"/>
              </a:cxn>
              <a:cxn ang="0">
                <a:pos x="connsiteX121598" y="connsiteY121598"/>
              </a:cxn>
              <a:cxn ang="0">
                <a:pos x="connsiteX121599" y="connsiteY121599"/>
              </a:cxn>
              <a:cxn ang="0">
                <a:pos x="connsiteX121600" y="connsiteY121600"/>
              </a:cxn>
              <a:cxn ang="0">
                <a:pos x="connsiteX121601" y="connsiteY121601"/>
              </a:cxn>
              <a:cxn ang="0">
                <a:pos x="connsiteX121602" y="connsiteY121602"/>
              </a:cxn>
              <a:cxn ang="0">
                <a:pos x="connsiteX121603" y="connsiteY121603"/>
              </a:cxn>
              <a:cxn ang="0">
                <a:pos x="connsiteX121604" y="connsiteY121604"/>
              </a:cxn>
              <a:cxn ang="0">
                <a:pos x="connsiteX121605" y="connsiteY121605"/>
              </a:cxn>
              <a:cxn ang="0">
                <a:pos x="connsiteX121606" y="connsiteY121606"/>
              </a:cxn>
              <a:cxn ang="0">
                <a:pos x="connsiteX121607" y="connsiteY121607"/>
              </a:cxn>
              <a:cxn ang="0">
                <a:pos x="connsiteX121608" y="connsiteY121608"/>
              </a:cxn>
              <a:cxn ang="0">
                <a:pos x="connsiteX121609" y="connsiteY121609"/>
              </a:cxn>
              <a:cxn ang="0">
                <a:pos x="connsiteX121610" y="connsiteY121610"/>
              </a:cxn>
              <a:cxn ang="0">
                <a:pos x="connsiteX121611" y="connsiteY121611"/>
              </a:cxn>
              <a:cxn ang="0">
                <a:pos x="connsiteX121612" y="connsiteY121612"/>
              </a:cxn>
              <a:cxn ang="0">
                <a:pos x="connsiteX121613" y="connsiteY121613"/>
              </a:cxn>
              <a:cxn ang="0">
                <a:pos x="connsiteX121614" y="connsiteY121614"/>
              </a:cxn>
              <a:cxn ang="0">
                <a:pos x="connsiteX121615" y="connsiteY121615"/>
              </a:cxn>
              <a:cxn ang="0">
                <a:pos x="connsiteX121616" y="connsiteY121616"/>
              </a:cxn>
              <a:cxn ang="0">
                <a:pos x="connsiteX121617" y="connsiteY121617"/>
              </a:cxn>
              <a:cxn ang="0">
                <a:pos x="connsiteX121618" y="connsiteY121618"/>
              </a:cxn>
              <a:cxn ang="0">
                <a:pos x="connsiteX121619" y="connsiteY121619"/>
              </a:cxn>
              <a:cxn ang="0">
                <a:pos x="connsiteX121620" y="connsiteY121620"/>
              </a:cxn>
              <a:cxn ang="0">
                <a:pos x="connsiteX121621" y="connsiteY121621"/>
              </a:cxn>
              <a:cxn ang="0">
                <a:pos x="connsiteX121622" y="connsiteY121622"/>
              </a:cxn>
              <a:cxn ang="0">
                <a:pos x="connsiteX121623" y="connsiteY121623"/>
              </a:cxn>
              <a:cxn ang="0">
                <a:pos x="connsiteX121624" y="connsiteY121624"/>
              </a:cxn>
              <a:cxn ang="0">
                <a:pos x="connsiteX121625" y="connsiteY121625"/>
              </a:cxn>
              <a:cxn ang="0">
                <a:pos x="connsiteX121626" y="connsiteY121626"/>
              </a:cxn>
              <a:cxn ang="0">
                <a:pos x="connsiteX121627" y="connsiteY121627"/>
              </a:cxn>
              <a:cxn ang="0">
                <a:pos x="connsiteX121628" y="connsiteY121628"/>
              </a:cxn>
              <a:cxn ang="0">
                <a:pos x="connsiteX121629" y="connsiteY121629"/>
              </a:cxn>
              <a:cxn ang="0">
                <a:pos x="connsiteX121630" y="connsiteY121630"/>
              </a:cxn>
              <a:cxn ang="0">
                <a:pos x="connsiteX121631" y="connsiteY121631"/>
              </a:cxn>
              <a:cxn ang="0">
                <a:pos x="connsiteX121632" y="connsiteY121632"/>
              </a:cxn>
              <a:cxn ang="0">
                <a:pos x="connsiteX121633" y="connsiteY121633"/>
              </a:cxn>
              <a:cxn ang="0">
                <a:pos x="connsiteX121634" y="connsiteY121634"/>
              </a:cxn>
              <a:cxn ang="0">
                <a:pos x="connsiteX121635" y="connsiteY121635"/>
              </a:cxn>
              <a:cxn ang="0">
                <a:pos x="connsiteX121636" y="connsiteY121636"/>
              </a:cxn>
              <a:cxn ang="0">
                <a:pos x="connsiteX121637" y="connsiteY121637"/>
              </a:cxn>
              <a:cxn ang="0">
                <a:pos x="connsiteX121638" y="connsiteY121638"/>
              </a:cxn>
              <a:cxn ang="0">
                <a:pos x="connsiteX121639" y="connsiteY121639"/>
              </a:cxn>
              <a:cxn ang="0">
                <a:pos x="connsiteX121640" y="connsiteY121640"/>
              </a:cxn>
              <a:cxn ang="0">
                <a:pos x="connsiteX121641" y="connsiteY121641"/>
              </a:cxn>
              <a:cxn ang="0">
                <a:pos x="connsiteX121642" y="connsiteY121642"/>
              </a:cxn>
              <a:cxn ang="0">
                <a:pos x="connsiteX121643" y="connsiteY121643"/>
              </a:cxn>
              <a:cxn ang="0">
                <a:pos x="connsiteX121644" y="connsiteY121644"/>
              </a:cxn>
              <a:cxn ang="0">
                <a:pos x="connsiteX121645" y="connsiteY121645"/>
              </a:cxn>
              <a:cxn ang="0">
                <a:pos x="connsiteX121646" y="connsiteY121646"/>
              </a:cxn>
              <a:cxn ang="0">
                <a:pos x="connsiteX121647" y="connsiteY121647"/>
              </a:cxn>
              <a:cxn ang="0">
                <a:pos x="connsiteX121648" y="connsiteY121648"/>
              </a:cxn>
              <a:cxn ang="0">
                <a:pos x="connsiteX121649" y="connsiteY121649"/>
              </a:cxn>
              <a:cxn ang="0">
                <a:pos x="connsiteX121650" y="connsiteY121650"/>
              </a:cxn>
              <a:cxn ang="0">
                <a:pos x="connsiteX121651" y="connsiteY121651"/>
              </a:cxn>
              <a:cxn ang="0">
                <a:pos x="connsiteX121652" y="connsiteY121652"/>
              </a:cxn>
              <a:cxn ang="0">
                <a:pos x="connsiteX121653" y="connsiteY121653"/>
              </a:cxn>
              <a:cxn ang="0">
                <a:pos x="connsiteX121654" y="connsiteY121654"/>
              </a:cxn>
              <a:cxn ang="0">
                <a:pos x="connsiteX121655" y="connsiteY121655"/>
              </a:cxn>
              <a:cxn ang="0">
                <a:pos x="connsiteX121656" y="connsiteY121656"/>
              </a:cxn>
              <a:cxn ang="0">
                <a:pos x="connsiteX121657" y="connsiteY121657"/>
              </a:cxn>
              <a:cxn ang="0">
                <a:pos x="connsiteX121658" y="connsiteY121658"/>
              </a:cxn>
              <a:cxn ang="0">
                <a:pos x="connsiteX121659" y="connsiteY121659"/>
              </a:cxn>
              <a:cxn ang="0">
                <a:pos x="connsiteX121660" y="connsiteY121660"/>
              </a:cxn>
              <a:cxn ang="0">
                <a:pos x="connsiteX121661" y="connsiteY121661"/>
              </a:cxn>
              <a:cxn ang="0">
                <a:pos x="connsiteX121662" y="connsiteY121662"/>
              </a:cxn>
              <a:cxn ang="0">
                <a:pos x="connsiteX121663" y="connsiteY121663"/>
              </a:cxn>
              <a:cxn ang="0">
                <a:pos x="connsiteX121664" y="connsiteY121664"/>
              </a:cxn>
              <a:cxn ang="0">
                <a:pos x="connsiteX121665" y="connsiteY121665"/>
              </a:cxn>
              <a:cxn ang="0">
                <a:pos x="connsiteX121666" y="connsiteY121666"/>
              </a:cxn>
              <a:cxn ang="0">
                <a:pos x="connsiteX121667" y="connsiteY121667"/>
              </a:cxn>
              <a:cxn ang="0">
                <a:pos x="connsiteX121668" y="connsiteY121668"/>
              </a:cxn>
              <a:cxn ang="0">
                <a:pos x="connsiteX121669" y="connsiteY121669"/>
              </a:cxn>
              <a:cxn ang="0">
                <a:pos x="connsiteX121670" y="connsiteY121670"/>
              </a:cxn>
              <a:cxn ang="0">
                <a:pos x="connsiteX121671" y="connsiteY121671"/>
              </a:cxn>
              <a:cxn ang="0">
                <a:pos x="connsiteX121672" y="connsiteY121672"/>
              </a:cxn>
              <a:cxn ang="0">
                <a:pos x="connsiteX121673" y="connsiteY121673"/>
              </a:cxn>
              <a:cxn ang="0">
                <a:pos x="connsiteX121674" y="connsiteY121674"/>
              </a:cxn>
              <a:cxn ang="0">
                <a:pos x="connsiteX121675" y="connsiteY121675"/>
              </a:cxn>
              <a:cxn ang="0">
                <a:pos x="connsiteX121676" y="connsiteY121676"/>
              </a:cxn>
              <a:cxn ang="0">
                <a:pos x="connsiteX121677" y="connsiteY121677"/>
              </a:cxn>
              <a:cxn ang="0">
                <a:pos x="connsiteX121678" y="connsiteY121678"/>
              </a:cxn>
              <a:cxn ang="0">
                <a:pos x="connsiteX121679" y="connsiteY121679"/>
              </a:cxn>
              <a:cxn ang="0">
                <a:pos x="connsiteX121680" y="connsiteY121680"/>
              </a:cxn>
              <a:cxn ang="0">
                <a:pos x="connsiteX121681" y="connsiteY121681"/>
              </a:cxn>
              <a:cxn ang="0">
                <a:pos x="connsiteX121682" y="connsiteY121682"/>
              </a:cxn>
              <a:cxn ang="0">
                <a:pos x="connsiteX121683" y="connsiteY121683"/>
              </a:cxn>
              <a:cxn ang="0">
                <a:pos x="connsiteX121684" y="connsiteY121684"/>
              </a:cxn>
              <a:cxn ang="0">
                <a:pos x="connsiteX121685" y="connsiteY121685"/>
              </a:cxn>
              <a:cxn ang="0">
                <a:pos x="connsiteX121686" y="connsiteY121686"/>
              </a:cxn>
              <a:cxn ang="0">
                <a:pos x="connsiteX121687" y="connsiteY121687"/>
              </a:cxn>
              <a:cxn ang="0">
                <a:pos x="connsiteX121688" y="connsiteY121688"/>
              </a:cxn>
              <a:cxn ang="0">
                <a:pos x="connsiteX121689" y="connsiteY121689"/>
              </a:cxn>
              <a:cxn ang="0">
                <a:pos x="connsiteX121690" y="connsiteY121690"/>
              </a:cxn>
              <a:cxn ang="0">
                <a:pos x="connsiteX121691" y="connsiteY121691"/>
              </a:cxn>
              <a:cxn ang="0">
                <a:pos x="connsiteX121692" y="connsiteY121692"/>
              </a:cxn>
              <a:cxn ang="0">
                <a:pos x="connsiteX121693" y="connsiteY121693"/>
              </a:cxn>
              <a:cxn ang="0">
                <a:pos x="connsiteX121694" y="connsiteY121694"/>
              </a:cxn>
              <a:cxn ang="0">
                <a:pos x="connsiteX121695" y="connsiteY121695"/>
              </a:cxn>
              <a:cxn ang="0">
                <a:pos x="connsiteX121696" y="connsiteY121696"/>
              </a:cxn>
              <a:cxn ang="0">
                <a:pos x="connsiteX121697" y="connsiteY121697"/>
              </a:cxn>
              <a:cxn ang="0">
                <a:pos x="connsiteX121698" y="connsiteY121698"/>
              </a:cxn>
              <a:cxn ang="0">
                <a:pos x="connsiteX121699" y="connsiteY121699"/>
              </a:cxn>
              <a:cxn ang="0">
                <a:pos x="connsiteX121700" y="connsiteY121700"/>
              </a:cxn>
              <a:cxn ang="0">
                <a:pos x="connsiteX121701" y="connsiteY121701"/>
              </a:cxn>
              <a:cxn ang="0">
                <a:pos x="connsiteX121702" y="connsiteY121702"/>
              </a:cxn>
              <a:cxn ang="0">
                <a:pos x="connsiteX121703" y="connsiteY121703"/>
              </a:cxn>
              <a:cxn ang="0">
                <a:pos x="connsiteX121704" y="connsiteY121704"/>
              </a:cxn>
              <a:cxn ang="0">
                <a:pos x="connsiteX121705" y="connsiteY121705"/>
              </a:cxn>
              <a:cxn ang="0">
                <a:pos x="connsiteX121706" y="connsiteY121706"/>
              </a:cxn>
              <a:cxn ang="0">
                <a:pos x="connsiteX121707" y="connsiteY121707"/>
              </a:cxn>
              <a:cxn ang="0">
                <a:pos x="connsiteX121708" y="connsiteY121708"/>
              </a:cxn>
              <a:cxn ang="0">
                <a:pos x="connsiteX121709" y="connsiteY121709"/>
              </a:cxn>
              <a:cxn ang="0">
                <a:pos x="connsiteX121710" y="connsiteY121710"/>
              </a:cxn>
              <a:cxn ang="0">
                <a:pos x="connsiteX121711" y="connsiteY121711"/>
              </a:cxn>
              <a:cxn ang="0">
                <a:pos x="connsiteX121712" y="connsiteY121712"/>
              </a:cxn>
              <a:cxn ang="0">
                <a:pos x="connsiteX121713" y="connsiteY121713"/>
              </a:cxn>
              <a:cxn ang="0">
                <a:pos x="connsiteX121714" y="connsiteY121714"/>
              </a:cxn>
              <a:cxn ang="0">
                <a:pos x="connsiteX121715" y="connsiteY121715"/>
              </a:cxn>
              <a:cxn ang="0">
                <a:pos x="connsiteX121716" y="connsiteY121716"/>
              </a:cxn>
              <a:cxn ang="0">
                <a:pos x="connsiteX121717" y="connsiteY121717"/>
              </a:cxn>
              <a:cxn ang="0">
                <a:pos x="connsiteX121718" y="connsiteY121718"/>
              </a:cxn>
              <a:cxn ang="0">
                <a:pos x="connsiteX121719" y="connsiteY121719"/>
              </a:cxn>
              <a:cxn ang="0">
                <a:pos x="connsiteX121720" y="connsiteY121720"/>
              </a:cxn>
              <a:cxn ang="0">
                <a:pos x="connsiteX121721" y="connsiteY121721"/>
              </a:cxn>
              <a:cxn ang="0">
                <a:pos x="connsiteX121722" y="connsiteY121722"/>
              </a:cxn>
              <a:cxn ang="0">
                <a:pos x="connsiteX121723" y="connsiteY121723"/>
              </a:cxn>
              <a:cxn ang="0">
                <a:pos x="connsiteX121724" y="connsiteY121724"/>
              </a:cxn>
              <a:cxn ang="0">
                <a:pos x="connsiteX121725" y="connsiteY121725"/>
              </a:cxn>
              <a:cxn ang="0">
                <a:pos x="connsiteX121726" y="connsiteY121726"/>
              </a:cxn>
              <a:cxn ang="0">
                <a:pos x="connsiteX121727" y="connsiteY121727"/>
              </a:cxn>
              <a:cxn ang="0">
                <a:pos x="connsiteX121728" y="connsiteY121728"/>
              </a:cxn>
              <a:cxn ang="0">
                <a:pos x="connsiteX121729" y="connsiteY121729"/>
              </a:cxn>
              <a:cxn ang="0">
                <a:pos x="connsiteX121730" y="connsiteY121730"/>
              </a:cxn>
              <a:cxn ang="0">
                <a:pos x="connsiteX121731" y="connsiteY121731"/>
              </a:cxn>
              <a:cxn ang="0">
                <a:pos x="connsiteX121732" y="connsiteY121732"/>
              </a:cxn>
              <a:cxn ang="0">
                <a:pos x="connsiteX121733" y="connsiteY121733"/>
              </a:cxn>
              <a:cxn ang="0">
                <a:pos x="connsiteX121734" y="connsiteY121734"/>
              </a:cxn>
              <a:cxn ang="0">
                <a:pos x="connsiteX121735" y="connsiteY121735"/>
              </a:cxn>
              <a:cxn ang="0">
                <a:pos x="connsiteX121736" y="connsiteY121736"/>
              </a:cxn>
              <a:cxn ang="0">
                <a:pos x="connsiteX121737" y="connsiteY121737"/>
              </a:cxn>
              <a:cxn ang="0">
                <a:pos x="connsiteX121738" y="connsiteY121738"/>
              </a:cxn>
              <a:cxn ang="0">
                <a:pos x="connsiteX121739" y="connsiteY121739"/>
              </a:cxn>
              <a:cxn ang="0">
                <a:pos x="connsiteX121740" y="connsiteY121740"/>
              </a:cxn>
              <a:cxn ang="0">
                <a:pos x="connsiteX121741" y="connsiteY121741"/>
              </a:cxn>
              <a:cxn ang="0">
                <a:pos x="connsiteX121742" y="connsiteY121742"/>
              </a:cxn>
              <a:cxn ang="0">
                <a:pos x="connsiteX121743" y="connsiteY121743"/>
              </a:cxn>
              <a:cxn ang="0">
                <a:pos x="connsiteX121744" y="connsiteY121744"/>
              </a:cxn>
              <a:cxn ang="0">
                <a:pos x="connsiteX121745" y="connsiteY121745"/>
              </a:cxn>
              <a:cxn ang="0">
                <a:pos x="connsiteX121746" y="connsiteY121746"/>
              </a:cxn>
              <a:cxn ang="0">
                <a:pos x="connsiteX121747" y="connsiteY121747"/>
              </a:cxn>
              <a:cxn ang="0">
                <a:pos x="connsiteX121748" y="connsiteY121748"/>
              </a:cxn>
              <a:cxn ang="0">
                <a:pos x="connsiteX121749" y="connsiteY121749"/>
              </a:cxn>
              <a:cxn ang="0">
                <a:pos x="connsiteX121750" y="connsiteY121750"/>
              </a:cxn>
              <a:cxn ang="0">
                <a:pos x="connsiteX121751" y="connsiteY121751"/>
              </a:cxn>
              <a:cxn ang="0">
                <a:pos x="connsiteX121752" y="connsiteY121752"/>
              </a:cxn>
              <a:cxn ang="0">
                <a:pos x="connsiteX121753" y="connsiteY121753"/>
              </a:cxn>
              <a:cxn ang="0">
                <a:pos x="connsiteX121754" y="connsiteY121754"/>
              </a:cxn>
              <a:cxn ang="0">
                <a:pos x="connsiteX121755" y="connsiteY121755"/>
              </a:cxn>
              <a:cxn ang="0">
                <a:pos x="connsiteX121756" y="connsiteY121756"/>
              </a:cxn>
              <a:cxn ang="0">
                <a:pos x="connsiteX121757" y="connsiteY121757"/>
              </a:cxn>
              <a:cxn ang="0">
                <a:pos x="connsiteX121758" y="connsiteY121758"/>
              </a:cxn>
              <a:cxn ang="0">
                <a:pos x="connsiteX121759" y="connsiteY121759"/>
              </a:cxn>
              <a:cxn ang="0">
                <a:pos x="connsiteX121760" y="connsiteY121760"/>
              </a:cxn>
              <a:cxn ang="0">
                <a:pos x="connsiteX121761" y="connsiteY121761"/>
              </a:cxn>
              <a:cxn ang="0">
                <a:pos x="connsiteX121762" y="connsiteY121762"/>
              </a:cxn>
              <a:cxn ang="0">
                <a:pos x="connsiteX121763" y="connsiteY121763"/>
              </a:cxn>
              <a:cxn ang="0">
                <a:pos x="connsiteX121764" y="connsiteY121764"/>
              </a:cxn>
              <a:cxn ang="0">
                <a:pos x="connsiteX121765" y="connsiteY121765"/>
              </a:cxn>
              <a:cxn ang="0">
                <a:pos x="connsiteX121766" y="connsiteY121766"/>
              </a:cxn>
              <a:cxn ang="0">
                <a:pos x="connsiteX121767" y="connsiteY121767"/>
              </a:cxn>
              <a:cxn ang="0">
                <a:pos x="connsiteX121768" y="connsiteY121768"/>
              </a:cxn>
              <a:cxn ang="0">
                <a:pos x="connsiteX121769" y="connsiteY121769"/>
              </a:cxn>
              <a:cxn ang="0">
                <a:pos x="connsiteX121770" y="connsiteY121770"/>
              </a:cxn>
              <a:cxn ang="0">
                <a:pos x="connsiteX121771" y="connsiteY121771"/>
              </a:cxn>
              <a:cxn ang="0">
                <a:pos x="connsiteX121772" y="connsiteY121772"/>
              </a:cxn>
              <a:cxn ang="0">
                <a:pos x="connsiteX121773" y="connsiteY121773"/>
              </a:cxn>
              <a:cxn ang="0">
                <a:pos x="connsiteX121774" y="connsiteY121774"/>
              </a:cxn>
              <a:cxn ang="0">
                <a:pos x="connsiteX121775" y="connsiteY121775"/>
              </a:cxn>
              <a:cxn ang="0">
                <a:pos x="connsiteX121776" y="connsiteY121776"/>
              </a:cxn>
              <a:cxn ang="0">
                <a:pos x="connsiteX121777" y="connsiteY121777"/>
              </a:cxn>
              <a:cxn ang="0">
                <a:pos x="connsiteX121778" y="connsiteY121778"/>
              </a:cxn>
              <a:cxn ang="0">
                <a:pos x="connsiteX121779" y="connsiteY121779"/>
              </a:cxn>
              <a:cxn ang="0">
                <a:pos x="connsiteX121780" y="connsiteY121780"/>
              </a:cxn>
              <a:cxn ang="0">
                <a:pos x="connsiteX121781" y="connsiteY121781"/>
              </a:cxn>
              <a:cxn ang="0">
                <a:pos x="connsiteX121782" y="connsiteY121782"/>
              </a:cxn>
              <a:cxn ang="0">
                <a:pos x="connsiteX121783" y="connsiteY121783"/>
              </a:cxn>
              <a:cxn ang="0">
                <a:pos x="connsiteX121784" y="connsiteY121784"/>
              </a:cxn>
              <a:cxn ang="0">
                <a:pos x="connsiteX121785" y="connsiteY121785"/>
              </a:cxn>
              <a:cxn ang="0">
                <a:pos x="connsiteX121786" y="connsiteY121786"/>
              </a:cxn>
              <a:cxn ang="0">
                <a:pos x="connsiteX121787" y="connsiteY121787"/>
              </a:cxn>
              <a:cxn ang="0">
                <a:pos x="connsiteX121788" y="connsiteY121788"/>
              </a:cxn>
              <a:cxn ang="0">
                <a:pos x="connsiteX121789" y="connsiteY121789"/>
              </a:cxn>
              <a:cxn ang="0">
                <a:pos x="connsiteX121790" y="connsiteY121790"/>
              </a:cxn>
              <a:cxn ang="0">
                <a:pos x="connsiteX121791" y="connsiteY121791"/>
              </a:cxn>
              <a:cxn ang="0">
                <a:pos x="connsiteX121792" y="connsiteY121792"/>
              </a:cxn>
              <a:cxn ang="0">
                <a:pos x="connsiteX121793" y="connsiteY121793"/>
              </a:cxn>
              <a:cxn ang="0">
                <a:pos x="connsiteX121794" y="connsiteY121794"/>
              </a:cxn>
              <a:cxn ang="0">
                <a:pos x="connsiteX121795" y="connsiteY121795"/>
              </a:cxn>
              <a:cxn ang="0">
                <a:pos x="connsiteX121796" y="connsiteY121796"/>
              </a:cxn>
              <a:cxn ang="0">
                <a:pos x="connsiteX121797" y="connsiteY121797"/>
              </a:cxn>
              <a:cxn ang="0">
                <a:pos x="connsiteX121798" y="connsiteY121798"/>
              </a:cxn>
              <a:cxn ang="0">
                <a:pos x="connsiteX121799" y="connsiteY121799"/>
              </a:cxn>
              <a:cxn ang="0">
                <a:pos x="connsiteX121800" y="connsiteY121800"/>
              </a:cxn>
              <a:cxn ang="0">
                <a:pos x="connsiteX121801" y="connsiteY121801"/>
              </a:cxn>
              <a:cxn ang="0">
                <a:pos x="connsiteX121802" y="connsiteY121802"/>
              </a:cxn>
              <a:cxn ang="0">
                <a:pos x="connsiteX121803" y="connsiteY121803"/>
              </a:cxn>
              <a:cxn ang="0">
                <a:pos x="connsiteX121804" y="connsiteY121804"/>
              </a:cxn>
              <a:cxn ang="0">
                <a:pos x="connsiteX121805" y="connsiteY121805"/>
              </a:cxn>
              <a:cxn ang="0">
                <a:pos x="connsiteX121806" y="connsiteY121806"/>
              </a:cxn>
              <a:cxn ang="0">
                <a:pos x="connsiteX121807" y="connsiteY121807"/>
              </a:cxn>
              <a:cxn ang="0">
                <a:pos x="connsiteX121808" y="connsiteY121808"/>
              </a:cxn>
              <a:cxn ang="0">
                <a:pos x="connsiteX121809" y="connsiteY121809"/>
              </a:cxn>
              <a:cxn ang="0">
                <a:pos x="connsiteX121810" y="connsiteY121810"/>
              </a:cxn>
              <a:cxn ang="0">
                <a:pos x="connsiteX121811" y="connsiteY121811"/>
              </a:cxn>
              <a:cxn ang="0">
                <a:pos x="connsiteX121812" y="connsiteY121812"/>
              </a:cxn>
              <a:cxn ang="0">
                <a:pos x="connsiteX121813" y="connsiteY121813"/>
              </a:cxn>
              <a:cxn ang="0">
                <a:pos x="connsiteX121814" y="connsiteY121814"/>
              </a:cxn>
              <a:cxn ang="0">
                <a:pos x="connsiteX121815" y="connsiteY121815"/>
              </a:cxn>
              <a:cxn ang="0">
                <a:pos x="connsiteX121816" y="connsiteY121816"/>
              </a:cxn>
              <a:cxn ang="0">
                <a:pos x="connsiteX121817" y="connsiteY121817"/>
              </a:cxn>
              <a:cxn ang="0">
                <a:pos x="connsiteX121818" y="connsiteY121818"/>
              </a:cxn>
              <a:cxn ang="0">
                <a:pos x="connsiteX121819" y="connsiteY121819"/>
              </a:cxn>
              <a:cxn ang="0">
                <a:pos x="connsiteX121820" y="connsiteY121820"/>
              </a:cxn>
              <a:cxn ang="0">
                <a:pos x="connsiteX121821" y="connsiteY121821"/>
              </a:cxn>
              <a:cxn ang="0">
                <a:pos x="connsiteX121822" y="connsiteY121822"/>
              </a:cxn>
              <a:cxn ang="0">
                <a:pos x="connsiteX121823" y="connsiteY121823"/>
              </a:cxn>
              <a:cxn ang="0">
                <a:pos x="connsiteX121824" y="connsiteY121824"/>
              </a:cxn>
              <a:cxn ang="0">
                <a:pos x="connsiteX121825" y="connsiteY121825"/>
              </a:cxn>
              <a:cxn ang="0">
                <a:pos x="connsiteX121826" y="connsiteY121826"/>
              </a:cxn>
              <a:cxn ang="0">
                <a:pos x="connsiteX121827" y="connsiteY121827"/>
              </a:cxn>
              <a:cxn ang="0">
                <a:pos x="connsiteX121828" y="connsiteY121828"/>
              </a:cxn>
              <a:cxn ang="0">
                <a:pos x="connsiteX121829" y="connsiteY121829"/>
              </a:cxn>
              <a:cxn ang="0">
                <a:pos x="connsiteX121830" y="connsiteY121830"/>
              </a:cxn>
              <a:cxn ang="0">
                <a:pos x="connsiteX121831" y="connsiteY121831"/>
              </a:cxn>
              <a:cxn ang="0">
                <a:pos x="connsiteX121832" y="connsiteY121832"/>
              </a:cxn>
              <a:cxn ang="0">
                <a:pos x="connsiteX121833" y="connsiteY121833"/>
              </a:cxn>
              <a:cxn ang="0">
                <a:pos x="connsiteX121834" y="connsiteY121834"/>
              </a:cxn>
              <a:cxn ang="0">
                <a:pos x="connsiteX121835" y="connsiteY121835"/>
              </a:cxn>
              <a:cxn ang="0">
                <a:pos x="connsiteX121836" y="connsiteY121836"/>
              </a:cxn>
              <a:cxn ang="0">
                <a:pos x="connsiteX121837" y="connsiteY121837"/>
              </a:cxn>
              <a:cxn ang="0">
                <a:pos x="connsiteX121838" y="connsiteY121838"/>
              </a:cxn>
              <a:cxn ang="0">
                <a:pos x="connsiteX121839" y="connsiteY121839"/>
              </a:cxn>
              <a:cxn ang="0">
                <a:pos x="connsiteX121840" y="connsiteY121840"/>
              </a:cxn>
              <a:cxn ang="0">
                <a:pos x="connsiteX121841" y="connsiteY121841"/>
              </a:cxn>
              <a:cxn ang="0">
                <a:pos x="connsiteX121842" y="connsiteY121842"/>
              </a:cxn>
              <a:cxn ang="0">
                <a:pos x="connsiteX121843" y="connsiteY121843"/>
              </a:cxn>
              <a:cxn ang="0">
                <a:pos x="connsiteX121844" y="connsiteY121844"/>
              </a:cxn>
              <a:cxn ang="0">
                <a:pos x="connsiteX121845" y="connsiteY121845"/>
              </a:cxn>
              <a:cxn ang="0">
                <a:pos x="connsiteX121846" y="connsiteY121846"/>
              </a:cxn>
              <a:cxn ang="0">
                <a:pos x="connsiteX121847" y="connsiteY121847"/>
              </a:cxn>
              <a:cxn ang="0">
                <a:pos x="connsiteX121848" y="connsiteY121848"/>
              </a:cxn>
              <a:cxn ang="0">
                <a:pos x="connsiteX121849" y="connsiteY121849"/>
              </a:cxn>
              <a:cxn ang="0">
                <a:pos x="connsiteX121850" y="connsiteY121850"/>
              </a:cxn>
              <a:cxn ang="0">
                <a:pos x="connsiteX121851" y="connsiteY121851"/>
              </a:cxn>
              <a:cxn ang="0">
                <a:pos x="connsiteX121852" y="connsiteY121852"/>
              </a:cxn>
              <a:cxn ang="0">
                <a:pos x="connsiteX121853" y="connsiteY121853"/>
              </a:cxn>
              <a:cxn ang="0">
                <a:pos x="connsiteX121854" y="connsiteY121854"/>
              </a:cxn>
              <a:cxn ang="0">
                <a:pos x="connsiteX121855" y="connsiteY121855"/>
              </a:cxn>
              <a:cxn ang="0">
                <a:pos x="connsiteX121856" y="connsiteY121856"/>
              </a:cxn>
              <a:cxn ang="0">
                <a:pos x="connsiteX121857" y="connsiteY121857"/>
              </a:cxn>
              <a:cxn ang="0">
                <a:pos x="connsiteX121858" y="connsiteY121858"/>
              </a:cxn>
              <a:cxn ang="0">
                <a:pos x="connsiteX121859" y="connsiteY121859"/>
              </a:cxn>
              <a:cxn ang="0">
                <a:pos x="connsiteX121860" y="connsiteY121860"/>
              </a:cxn>
              <a:cxn ang="0">
                <a:pos x="connsiteX121861" y="connsiteY121861"/>
              </a:cxn>
              <a:cxn ang="0">
                <a:pos x="connsiteX121862" y="connsiteY121862"/>
              </a:cxn>
              <a:cxn ang="0">
                <a:pos x="connsiteX121863" y="connsiteY121863"/>
              </a:cxn>
              <a:cxn ang="0">
                <a:pos x="connsiteX121864" y="connsiteY121864"/>
              </a:cxn>
              <a:cxn ang="0">
                <a:pos x="connsiteX121865" y="connsiteY121865"/>
              </a:cxn>
              <a:cxn ang="0">
                <a:pos x="connsiteX121866" y="connsiteY121866"/>
              </a:cxn>
              <a:cxn ang="0">
                <a:pos x="connsiteX121867" y="connsiteY121867"/>
              </a:cxn>
              <a:cxn ang="0">
                <a:pos x="connsiteX121868" y="connsiteY121868"/>
              </a:cxn>
              <a:cxn ang="0">
                <a:pos x="connsiteX121869" y="connsiteY121869"/>
              </a:cxn>
              <a:cxn ang="0">
                <a:pos x="connsiteX121870" y="connsiteY121870"/>
              </a:cxn>
              <a:cxn ang="0">
                <a:pos x="connsiteX121871" y="connsiteY121871"/>
              </a:cxn>
              <a:cxn ang="0">
                <a:pos x="connsiteX121872" y="connsiteY121872"/>
              </a:cxn>
              <a:cxn ang="0">
                <a:pos x="connsiteX121873" y="connsiteY121873"/>
              </a:cxn>
              <a:cxn ang="0">
                <a:pos x="connsiteX121874" y="connsiteY121874"/>
              </a:cxn>
              <a:cxn ang="0">
                <a:pos x="connsiteX121875" y="connsiteY121875"/>
              </a:cxn>
              <a:cxn ang="0">
                <a:pos x="connsiteX121876" y="connsiteY121876"/>
              </a:cxn>
              <a:cxn ang="0">
                <a:pos x="connsiteX121877" y="connsiteY121877"/>
              </a:cxn>
              <a:cxn ang="0">
                <a:pos x="connsiteX121878" y="connsiteY121878"/>
              </a:cxn>
              <a:cxn ang="0">
                <a:pos x="connsiteX121879" y="connsiteY121879"/>
              </a:cxn>
              <a:cxn ang="0">
                <a:pos x="connsiteX121880" y="connsiteY121880"/>
              </a:cxn>
              <a:cxn ang="0">
                <a:pos x="connsiteX121881" y="connsiteY121881"/>
              </a:cxn>
              <a:cxn ang="0">
                <a:pos x="connsiteX121882" y="connsiteY121882"/>
              </a:cxn>
              <a:cxn ang="0">
                <a:pos x="connsiteX121883" y="connsiteY121883"/>
              </a:cxn>
              <a:cxn ang="0">
                <a:pos x="connsiteX121884" y="connsiteY121884"/>
              </a:cxn>
              <a:cxn ang="0">
                <a:pos x="connsiteX121885" y="connsiteY121885"/>
              </a:cxn>
              <a:cxn ang="0">
                <a:pos x="connsiteX121886" y="connsiteY121886"/>
              </a:cxn>
              <a:cxn ang="0">
                <a:pos x="connsiteX121887" y="connsiteY121887"/>
              </a:cxn>
              <a:cxn ang="0">
                <a:pos x="connsiteX121888" y="connsiteY121888"/>
              </a:cxn>
              <a:cxn ang="0">
                <a:pos x="connsiteX121889" y="connsiteY121889"/>
              </a:cxn>
              <a:cxn ang="0">
                <a:pos x="connsiteX121890" y="connsiteY121890"/>
              </a:cxn>
              <a:cxn ang="0">
                <a:pos x="connsiteX121891" y="connsiteY121891"/>
              </a:cxn>
              <a:cxn ang="0">
                <a:pos x="connsiteX121892" y="connsiteY121892"/>
              </a:cxn>
              <a:cxn ang="0">
                <a:pos x="connsiteX121893" y="connsiteY121893"/>
              </a:cxn>
              <a:cxn ang="0">
                <a:pos x="connsiteX121894" y="connsiteY121894"/>
              </a:cxn>
              <a:cxn ang="0">
                <a:pos x="connsiteX121895" y="connsiteY121895"/>
              </a:cxn>
              <a:cxn ang="0">
                <a:pos x="connsiteX121896" y="connsiteY121896"/>
              </a:cxn>
              <a:cxn ang="0">
                <a:pos x="connsiteX121897" y="connsiteY121897"/>
              </a:cxn>
              <a:cxn ang="0">
                <a:pos x="connsiteX121898" y="connsiteY121898"/>
              </a:cxn>
              <a:cxn ang="0">
                <a:pos x="connsiteX121899" y="connsiteY121899"/>
              </a:cxn>
              <a:cxn ang="0">
                <a:pos x="connsiteX121900" y="connsiteY121900"/>
              </a:cxn>
              <a:cxn ang="0">
                <a:pos x="connsiteX121901" y="connsiteY121901"/>
              </a:cxn>
              <a:cxn ang="0">
                <a:pos x="connsiteX121902" y="connsiteY121902"/>
              </a:cxn>
              <a:cxn ang="0">
                <a:pos x="connsiteX121903" y="connsiteY121903"/>
              </a:cxn>
              <a:cxn ang="0">
                <a:pos x="connsiteX121904" y="connsiteY121904"/>
              </a:cxn>
              <a:cxn ang="0">
                <a:pos x="connsiteX121905" y="connsiteY121905"/>
              </a:cxn>
              <a:cxn ang="0">
                <a:pos x="connsiteX121906" y="connsiteY121906"/>
              </a:cxn>
              <a:cxn ang="0">
                <a:pos x="connsiteX121907" y="connsiteY121907"/>
              </a:cxn>
              <a:cxn ang="0">
                <a:pos x="connsiteX121908" y="connsiteY121908"/>
              </a:cxn>
              <a:cxn ang="0">
                <a:pos x="connsiteX121909" y="connsiteY121909"/>
              </a:cxn>
              <a:cxn ang="0">
                <a:pos x="connsiteX121910" y="connsiteY121910"/>
              </a:cxn>
              <a:cxn ang="0">
                <a:pos x="connsiteX121911" y="connsiteY121911"/>
              </a:cxn>
              <a:cxn ang="0">
                <a:pos x="connsiteX121912" y="connsiteY121912"/>
              </a:cxn>
              <a:cxn ang="0">
                <a:pos x="connsiteX121913" y="connsiteY121913"/>
              </a:cxn>
              <a:cxn ang="0">
                <a:pos x="connsiteX121914" y="connsiteY121914"/>
              </a:cxn>
              <a:cxn ang="0">
                <a:pos x="connsiteX121915" y="connsiteY121915"/>
              </a:cxn>
              <a:cxn ang="0">
                <a:pos x="connsiteX121916" y="connsiteY121916"/>
              </a:cxn>
              <a:cxn ang="0">
                <a:pos x="connsiteX121917" y="connsiteY121917"/>
              </a:cxn>
              <a:cxn ang="0">
                <a:pos x="connsiteX121918" y="connsiteY121918"/>
              </a:cxn>
              <a:cxn ang="0">
                <a:pos x="connsiteX121919" y="connsiteY121919"/>
              </a:cxn>
              <a:cxn ang="0">
                <a:pos x="connsiteX121920" y="connsiteY121920"/>
              </a:cxn>
              <a:cxn ang="0">
                <a:pos x="connsiteX121921" y="connsiteY121921"/>
              </a:cxn>
              <a:cxn ang="0">
                <a:pos x="connsiteX121922" y="connsiteY121922"/>
              </a:cxn>
              <a:cxn ang="0">
                <a:pos x="connsiteX121923" y="connsiteY121923"/>
              </a:cxn>
              <a:cxn ang="0">
                <a:pos x="connsiteX121924" y="connsiteY121924"/>
              </a:cxn>
              <a:cxn ang="0">
                <a:pos x="connsiteX121925" y="connsiteY121925"/>
              </a:cxn>
              <a:cxn ang="0">
                <a:pos x="connsiteX121926" y="connsiteY121926"/>
              </a:cxn>
              <a:cxn ang="0">
                <a:pos x="connsiteX121927" y="connsiteY121927"/>
              </a:cxn>
              <a:cxn ang="0">
                <a:pos x="connsiteX121928" y="connsiteY121928"/>
              </a:cxn>
              <a:cxn ang="0">
                <a:pos x="connsiteX121929" y="connsiteY121929"/>
              </a:cxn>
              <a:cxn ang="0">
                <a:pos x="connsiteX121930" y="connsiteY121930"/>
              </a:cxn>
              <a:cxn ang="0">
                <a:pos x="connsiteX121931" y="connsiteY121931"/>
              </a:cxn>
              <a:cxn ang="0">
                <a:pos x="connsiteX121932" y="connsiteY121932"/>
              </a:cxn>
              <a:cxn ang="0">
                <a:pos x="connsiteX121933" y="connsiteY121933"/>
              </a:cxn>
              <a:cxn ang="0">
                <a:pos x="connsiteX121934" y="connsiteY121934"/>
              </a:cxn>
              <a:cxn ang="0">
                <a:pos x="connsiteX121935" y="connsiteY121935"/>
              </a:cxn>
              <a:cxn ang="0">
                <a:pos x="connsiteX121936" y="connsiteY121936"/>
              </a:cxn>
              <a:cxn ang="0">
                <a:pos x="connsiteX121937" y="connsiteY121937"/>
              </a:cxn>
              <a:cxn ang="0">
                <a:pos x="connsiteX121938" y="connsiteY121938"/>
              </a:cxn>
              <a:cxn ang="0">
                <a:pos x="connsiteX121939" y="connsiteY121939"/>
              </a:cxn>
              <a:cxn ang="0">
                <a:pos x="connsiteX121940" y="connsiteY121940"/>
              </a:cxn>
              <a:cxn ang="0">
                <a:pos x="connsiteX121941" y="connsiteY121941"/>
              </a:cxn>
              <a:cxn ang="0">
                <a:pos x="connsiteX121942" y="connsiteY121942"/>
              </a:cxn>
              <a:cxn ang="0">
                <a:pos x="connsiteX121943" y="connsiteY121943"/>
              </a:cxn>
              <a:cxn ang="0">
                <a:pos x="connsiteX121944" y="connsiteY121944"/>
              </a:cxn>
              <a:cxn ang="0">
                <a:pos x="connsiteX121945" y="connsiteY121945"/>
              </a:cxn>
              <a:cxn ang="0">
                <a:pos x="connsiteX121946" y="connsiteY121946"/>
              </a:cxn>
              <a:cxn ang="0">
                <a:pos x="connsiteX121947" y="connsiteY121947"/>
              </a:cxn>
              <a:cxn ang="0">
                <a:pos x="connsiteX121948" y="connsiteY121948"/>
              </a:cxn>
              <a:cxn ang="0">
                <a:pos x="connsiteX121949" y="connsiteY121949"/>
              </a:cxn>
              <a:cxn ang="0">
                <a:pos x="connsiteX121950" y="connsiteY121950"/>
              </a:cxn>
              <a:cxn ang="0">
                <a:pos x="connsiteX121951" y="connsiteY121951"/>
              </a:cxn>
              <a:cxn ang="0">
                <a:pos x="connsiteX121952" y="connsiteY121952"/>
              </a:cxn>
              <a:cxn ang="0">
                <a:pos x="connsiteX121953" y="connsiteY121953"/>
              </a:cxn>
              <a:cxn ang="0">
                <a:pos x="connsiteX121954" y="connsiteY121954"/>
              </a:cxn>
              <a:cxn ang="0">
                <a:pos x="connsiteX121955" y="connsiteY121955"/>
              </a:cxn>
              <a:cxn ang="0">
                <a:pos x="connsiteX121956" y="connsiteY121956"/>
              </a:cxn>
              <a:cxn ang="0">
                <a:pos x="connsiteX121957" y="connsiteY121957"/>
              </a:cxn>
              <a:cxn ang="0">
                <a:pos x="connsiteX121958" y="connsiteY121958"/>
              </a:cxn>
              <a:cxn ang="0">
                <a:pos x="connsiteX121959" y="connsiteY121959"/>
              </a:cxn>
              <a:cxn ang="0">
                <a:pos x="connsiteX121960" y="connsiteY121960"/>
              </a:cxn>
              <a:cxn ang="0">
                <a:pos x="connsiteX121961" y="connsiteY121961"/>
              </a:cxn>
              <a:cxn ang="0">
                <a:pos x="connsiteX121962" y="connsiteY121962"/>
              </a:cxn>
              <a:cxn ang="0">
                <a:pos x="connsiteX121963" y="connsiteY121963"/>
              </a:cxn>
              <a:cxn ang="0">
                <a:pos x="connsiteX121964" y="connsiteY121964"/>
              </a:cxn>
              <a:cxn ang="0">
                <a:pos x="connsiteX121965" y="connsiteY121965"/>
              </a:cxn>
              <a:cxn ang="0">
                <a:pos x="connsiteX121966" y="connsiteY121966"/>
              </a:cxn>
              <a:cxn ang="0">
                <a:pos x="connsiteX121967" y="connsiteY121967"/>
              </a:cxn>
              <a:cxn ang="0">
                <a:pos x="connsiteX121968" y="connsiteY121968"/>
              </a:cxn>
              <a:cxn ang="0">
                <a:pos x="connsiteX121969" y="connsiteY121969"/>
              </a:cxn>
              <a:cxn ang="0">
                <a:pos x="connsiteX121970" y="connsiteY121970"/>
              </a:cxn>
              <a:cxn ang="0">
                <a:pos x="connsiteX121971" y="connsiteY121971"/>
              </a:cxn>
              <a:cxn ang="0">
                <a:pos x="connsiteX121972" y="connsiteY121972"/>
              </a:cxn>
              <a:cxn ang="0">
                <a:pos x="connsiteX121973" y="connsiteY121973"/>
              </a:cxn>
              <a:cxn ang="0">
                <a:pos x="connsiteX121974" y="connsiteY121974"/>
              </a:cxn>
              <a:cxn ang="0">
                <a:pos x="connsiteX121975" y="connsiteY121975"/>
              </a:cxn>
              <a:cxn ang="0">
                <a:pos x="connsiteX121976" y="connsiteY121976"/>
              </a:cxn>
              <a:cxn ang="0">
                <a:pos x="connsiteX121977" y="connsiteY121977"/>
              </a:cxn>
              <a:cxn ang="0">
                <a:pos x="connsiteX121978" y="connsiteY121978"/>
              </a:cxn>
              <a:cxn ang="0">
                <a:pos x="connsiteX121979" y="connsiteY121979"/>
              </a:cxn>
              <a:cxn ang="0">
                <a:pos x="connsiteX121980" y="connsiteY121980"/>
              </a:cxn>
              <a:cxn ang="0">
                <a:pos x="connsiteX121981" y="connsiteY121981"/>
              </a:cxn>
              <a:cxn ang="0">
                <a:pos x="connsiteX121982" y="connsiteY121982"/>
              </a:cxn>
              <a:cxn ang="0">
                <a:pos x="connsiteX121983" y="connsiteY121983"/>
              </a:cxn>
              <a:cxn ang="0">
                <a:pos x="connsiteX121984" y="connsiteY121984"/>
              </a:cxn>
              <a:cxn ang="0">
                <a:pos x="connsiteX121985" y="connsiteY121985"/>
              </a:cxn>
              <a:cxn ang="0">
                <a:pos x="connsiteX121986" y="connsiteY121986"/>
              </a:cxn>
              <a:cxn ang="0">
                <a:pos x="connsiteX121987" y="connsiteY121987"/>
              </a:cxn>
              <a:cxn ang="0">
                <a:pos x="connsiteX121988" y="connsiteY121988"/>
              </a:cxn>
              <a:cxn ang="0">
                <a:pos x="connsiteX121989" y="connsiteY121989"/>
              </a:cxn>
              <a:cxn ang="0">
                <a:pos x="connsiteX121990" y="connsiteY121990"/>
              </a:cxn>
              <a:cxn ang="0">
                <a:pos x="connsiteX121991" y="connsiteY121991"/>
              </a:cxn>
              <a:cxn ang="0">
                <a:pos x="connsiteX121992" y="connsiteY121992"/>
              </a:cxn>
              <a:cxn ang="0">
                <a:pos x="connsiteX121993" y="connsiteY121993"/>
              </a:cxn>
              <a:cxn ang="0">
                <a:pos x="connsiteX121994" y="connsiteY121994"/>
              </a:cxn>
              <a:cxn ang="0">
                <a:pos x="connsiteX121995" y="connsiteY121995"/>
              </a:cxn>
              <a:cxn ang="0">
                <a:pos x="connsiteX121996" y="connsiteY121996"/>
              </a:cxn>
              <a:cxn ang="0">
                <a:pos x="connsiteX121997" y="connsiteY121997"/>
              </a:cxn>
              <a:cxn ang="0">
                <a:pos x="connsiteX121998" y="connsiteY121998"/>
              </a:cxn>
              <a:cxn ang="0">
                <a:pos x="connsiteX121999" y="connsiteY121999"/>
              </a:cxn>
              <a:cxn ang="0">
                <a:pos x="connsiteX122000" y="connsiteY122000"/>
              </a:cxn>
              <a:cxn ang="0">
                <a:pos x="connsiteX122001" y="connsiteY122001"/>
              </a:cxn>
              <a:cxn ang="0">
                <a:pos x="connsiteX122002" y="connsiteY122002"/>
              </a:cxn>
              <a:cxn ang="0">
                <a:pos x="connsiteX122003" y="connsiteY122003"/>
              </a:cxn>
              <a:cxn ang="0">
                <a:pos x="connsiteX122004" y="connsiteY122004"/>
              </a:cxn>
              <a:cxn ang="0">
                <a:pos x="connsiteX122005" y="connsiteY122005"/>
              </a:cxn>
              <a:cxn ang="0">
                <a:pos x="connsiteX122006" y="connsiteY122006"/>
              </a:cxn>
              <a:cxn ang="0">
                <a:pos x="connsiteX122007" y="connsiteY122007"/>
              </a:cxn>
              <a:cxn ang="0">
                <a:pos x="connsiteX122008" y="connsiteY122008"/>
              </a:cxn>
              <a:cxn ang="0">
                <a:pos x="connsiteX122009" y="connsiteY122009"/>
              </a:cxn>
              <a:cxn ang="0">
                <a:pos x="connsiteX122010" y="connsiteY122010"/>
              </a:cxn>
              <a:cxn ang="0">
                <a:pos x="connsiteX122011" y="connsiteY122011"/>
              </a:cxn>
              <a:cxn ang="0">
                <a:pos x="connsiteX122012" y="connsiteY122012"/>
              </a:cxn>
              <a:cxn ang="0">
                <a:pos x="connsiteX122013" y="connsiteY122013"/>
              </a:cxn>
              <a:cxn ang="0">
                <a:pos x="connsiteX122014" y="connsiteY122014"/>
              </a:cxn>
              <a:cxn ang="0">
                <a:pos x="connsiteX122015" y="connsiteY122015"/>
              </a:cxn>
              <a:cxn ang="0">
                <a:pos x="connsiteX122016" y="connsiteY122016"/>
              </a:cxn>
              <a:cxn ang="0">
                <a:pos x="connsiteX122017" y="connsiteY122017"/>
              </a:cxn>
              <a:cxn ang="0">
                <a:pos x="connsiteX122018" y="connsiteY122018"/>
              </a:cxn>
              <a:cxn ang="0">
                <a:pos x="connsiteX122019" y="connsiteY122019"/>
              </a:cxn>
              <a:cxn ang="0">
                <a:pos x="connsiteX122020" y="connsiteY122020"/>
              </a:cxn>
              <a:cxn ang="0">
                <a:pos x="connsiteX122021" y="connsiteY122021"/>
              </a:cxn>
              <a:cxn ang="0">
                <a:pos x="connsiteX122022" y="connsiteY122022"/>
              </a:cxn>
              <a:cxn ang="0">
                <a:pos x="connsiteX122023" y="connsiteY122023"/>
              </a:cxn>
              <a:cxn ang="0">
                <a:pos x="connsiteX122024" y="connsiteY122024"/>
              </a:cxn>
              <a:cxn ang="0">
                <a:pos x="connsiteX122025" y="connsiteY122025"/>
              </a:cxn>
              <a:cxn ang="0">
                <a:pos x="connsiteX122026" y="connsiteY122026"/>
              </a:cxn>
              <a:cxn ang="0">
                <a:pos x="connsiteX122027" y="connsiteY122027"/>
              </a:cxn>
              <a:cxn ang="0">
                <a:pos x="connsiteX122028" y="connsiteY122028"/>
              </a:cxn>
              <a:cxn ang="0">
                <a:pos x="connsiteX122029" y="connsiteY122029"/>
              </a:cxn>
              <a:cxn ang="0">
                <a:pos x="connsiteX122030" y="connsiteY122030"/>
              </a:cxn>
              <a:cxn ang="0">
                <a:pos x="connsiteX122031" y="connsiteY122031"/>
              </a:cxn>
              <a:cxn ang="0">
                <a:pos x="connsiteX122032" y="connsiteY122032"/>
              </a:cxn>
              <a:cxn ang="0">
                <a:pos x="connsiteX122033" y="connsiteY122033"/>
              </a:cxn>
              <a:cxn ang="0">
                <a:pos x="connsiteX122034" y="connsiteY122034"/>
              </a:cxn>
              <a:cxn ang="0">
                <a:pos x="connsiteX122035" y="connsiteY122035"/>
              </a:cxn>
              <a:cxn ang="0">
                <a:pos x="connsiteX122036" y="connsiteY122036"/>
              </a:cxn>
              <a:cxn ang="0">
                <a:pos x="connsiteX122037" y="connsiteY122037"/>
              </a:cxn>
              <a:cxn ang="0">
                <a:pos x="connsiteX122038" y="connsiteY122038"/>
              </a:cxn>
              <a:cxn ang="0">
                <a:pos x="connsiteX122039" y="connsiteY122039"/>
              </a:cxn>
              <a:cxn ang="0">
                <a:pos x="connsiteX122040" y="connsiteY122040"/>
              </a:cxn>
              <a:cxn ang="0">
                <a:pos x="connsiteX122041" y="connsiteY122041"/>
              </a:cxn>
              <a:cxn ang="0">
                <a:pos x="connsiteX122042" y="connsiteY122042"/>
              </a:cxn>
              <a:cxn ang="0">
                <a:pos x="connsiteX122043" y="connsiteY122043"/>
              </a:cxn>
              <a:cxn ang="0">
                <a:pos x="connsiteX122044" y="connsiteY122044"/>
              </a:cxn>
              <a:cxn ang="0">
                <a:pos x="connsiteX122045" y="connsiteY122045"/>
              </a:cxn>
              <a:cxn ang="0">
                <a:pos x="connsiteX122046" y="connsiteY122046"/>
              </a:cxn>
              <a:cxn ang="0">
                <a:pos x="connsiteX122047" y="connsiteY122047"/>
              </a:cxn>
              <a:cxn ang="0">
                <a:pos x="connsiteX122048" y="connsiteY122048"/>
              </a:cxn>
              <a:cxn ang="0">
                <a:pos x="connsiteX122049" y="connsiteY122049"/>
              </a:cxn>
              <a:cxn ang="0">
                <a:pos x="connsiteX122050" y="connsiteY122050"/>
              </a:cxn>
              <a:cxn ang="0">
                <a:pos x="connsiteX122051" y="connsiteY122051"/>
              </a:cxn>
              <a:cxn ang="0">
                <a:pos x="connsiteX122052" y="connsiteY122052"/>
              </a:cxn>
              <a:cxn ang="0">
                <a:pos x="connsiteX122053" y="connsiteY122053"/>
              </a:cxn>
              <a:cxn ang="0">
                <a:pos x="connsiteX122054" y="connsiteY122054"/>
              </a:cxn>
              <a:cxn ang="0">
                <a:pos x="connsiteX122055" y="connsiteY122055"/>
              </a:cxn>
              <a:cxn ang="0">
                <a:pos x="connsiteX122056" y="connsiteY122056"/>
              </a:cxn>
              <a:cxn ang="0">
                <a:pos x="connsiteX122057" y="connsiteY122057"/>
              </a:cxn>
              <a:cxn ang="0">
                <a:pos x="connsiteX122058" y="connsiteY122058"/>
              </a:cxn>
              <a:cxn ang="0">
                <a:pos x="connsiteX122059" y="connsiteY122059"/>
              </a:cxn>
              <a:cxn ang="0">
                <a:pos x="connsiteX122060" y="connsiteY122060"/>
              </a:cxn>
              <a:cxn ang="0">
                <a:pos x="connsiteX122061" y="connsiteY122061"/>
              </a:cxn>
              <a:cxn ang="0">
                <a:pos x="connsiteX122062" y="connsiteY122062"/>
              </a:cxn>
              <a:cxn ang="0">
                <a:pos x="connsiteX122063" y="connsiteY122063"/>
              </a:cxn>
              <a:cxn ang="0">
                <a:pos x="connsiteX122064" y="connsiteY122064"/>
              </a:cxn>
              <a:cxn ang="0">
                <a:pos x="connsiteX122065" y="connsiteY122065"/>
              </a:cxn>
              <a:cxn ang="0">
                <a:pos x="connsiteX122066" y="connsiteY122066"/>
              </a:cxn>
              <a:cxn ang="0">
                <a:pos x="connsiteX122067" y="connsiteY122067"/>
              </a:cxn>
              <a:cxn ang="0">
                <a:pos x="connsiteX122068" y="connsiteY122068"/>
              </a:cxn>
              <a:cxn ang="0">
                <a:pos x="connsiteX122069" y="connsiteY122069"/>
              </a:cxn>
              <a:cxn ang="0">
                <a:pos x="connsiteX122070" y="connsiteY122070"/>
              </a:cxn>
              <a:cxn ang="0">
                <a:pos x="connsiteX122071" y="connsiteY122071"/>
              </a:cxn>
              <a:cxn ang="0">
                <a:pos x="connsiteX122072" y="connsiteY122072"/>
              </a:cxn>
              <a:cxn ang="0">
                <a:pos x="connsiteX122073" y="connsiteY122073"/>
              </a:cxn>
              <a:cxn ang="0">
                <a:pos x="connsiteX122074" y="connsiteY122074"/>
              </a:cxn>
              <a:cxn ang="0">
                <a:pos x="connsiteX122075" y="connsiteY122075"/>
              </a:cxn>
              <a:cxn ang="0">
                <a:pos x="connsiteX122076" y="connsiteY122076"/>
              </a:cxn>
              <a:cxn ang="0">
                <a:pos x="connsiteX122077" y="connsiteY122077"/>
              </a:cxn>
              <a:cxn ang="0">
                <a:pos x="connsiteX122078" y="connsiteY122078"/>
              </a:cxn>
              <a:cxn ang="0">
                <a:pos x="connsiteX122079" y="connsiteY122079"/>
              </a:cxn>
              <a:cxn ang="0">
                <a:pos x="connsiteX122080" y="connsiteY122080"/>
              </a:cxn>
              <a:cxn ang="0">
                <a:pos x="connsiteX122081" y="connsiteY122081"/>
              </a:cxn>
              <a:cxn ang="0">
                <a:pos x="connsiteX122082" y="connsiteY122082"/>
              </a:cxn>
              <a:cxn ang="0">
                <a:pos x="connsiteX122083" y="connsiteY122083"/>
              </a:cxn>
              <a:cxn ang="0">
                <a:pos x="connsiteX122084" y="connsiteY122084"/>
              </a:cxn>
              <a:cxn ang="0">
                <a:pos x="connsiteX122085" y="connsiteY122085"/>
              </a:cxn>
              <a:cxn ang="0">
                <a:pos x="connsiteX122086" y="connsiteY122086"/>
              </a:cxn>
              <a:cxn ang="0">
                <a:pos x="connsiteX122087" y="connsiteY122087"/>
              </a:cxn>
              <a:cxn ang="0">
                <a:pos x="connsiteX122088" y="connsiteY122088"/>
              </a:cxn>
              <a:cxn ang="0">
                <a:pos x="connsiteX122089" y="connsiteY122089"/>
              </a:cxn>
              <a:cxn ang="0">
                <a:pos x="connsiteX122090" y="connsiteY122090"/>
              </a:cxn>
              <a:cxn ang="0">
                <a:pos x="connsiteX122091" y="connsiteY122091"/>
              </a:cxn>
              <a:cxn ang="0">
                <a:pos x="connsiteX122092" y="connsiteY122092"/>
              </a:cxn>
              <a:cxn ang="0">
                <a:pos x="connsiteX122093" y="connsiteY122093"/>
              </a:cxn>
              <a:cxn ang="0">
                <a:pos x="connsiteX122094" y="connsiteY122094"/>
              </a:cxn>
              <a:cxn ang="0">
                <a:pos x="connsiteX122095" y="connsiteY122095"/>
              </a:cxn>
              <a:cxn ang="0">
                <a:pos x="connsiteX122096" y="connsiteY122096"/>
              </a:cxn>
              <a:cxn ang="0">
                <a:pos x="connsiteX122097" y="connsiteY122097"/>
              </a:cxn>
              <a:cxn ang="0">
                <a:pos x="connsiteX122098" y="connsiteY122098"/>
              </a:cxn>
              <a:cxn ang="0">
                <a:pos x="connsiteX122099" y="connsiteY122099"/>
              </a:cxn>
              <a:cxn ang="0">
                <a:pos x="connsiteX122100" y="connsiteY122100"/>
              </a:cxn>
              <a:cxn ang="0">
                <a:pos x="connsiteX122101" y="connsiteY122101"/>
              </a:cxn>
              <a:cxn ang="0">
                <a:pos x="connsiteX122102" y="connsiteY122102"/>
              </a:cxn>
              <a:cxn ang="0">
                <a:pos x="connsiteX122103" y="connsiteY122103"/>
              </a:cxn>
              <a:cxn ang="0">
                <a:pos x="connsiteX122104" y="connsiteY122104"/>
              </a:cxn>
              <a:cxn ang="0">
                <a:pos x="connsiteX122105" y="connsiteY122105"/>
              </a:cxn>
              <a:cxn ang="0">
                <a:pos x="connsiteX122106" y="connsiteY122106"/>
              </a:cxn>
              <a:cxn ang="0">
                <a:pos x="connsiteX122107" y="connsiteY122107"/>
              </a:cxn>
              <a:cxn ang="0">
                <a:pos x="connsiteX122108" y="connsiteY122108"/>
              </a:cxn>
              <a:cxn ang="0">
                <a:pos x="connsiteX122109" y="connsiteY122109"/>
              </a:cxn>
              <a:cxn ang="0">
                <a:pos x="connsiteX122110" y="connsiteY122110"/>
              </a:cxn>
              <a:cxn ang="0">
                <a:pos x="connsiteX122111" y="connsiteY122111"/>
              </a:cxn>
              <a:cxn ang="0">
                <a:pos x="connsiteX122112" y="connsiteY122112"/>
              </a:cxn>
              <a:cxn ang="0">
                <a:pos x="connsiteX122113" y="connsiteY122113"/>
              </a:cxn>
              <a:cxn ang="0">
                <a:pos x="connsiteX122114" y="connsiteY122114"/>
              </a:cxn>
              <a:cxn ang="0">
                <a:pos x="connsiteX122115" y="connsiteY122115"/>
              </a:cxn>
              <a:cxn ang="0">
                <a:pos x="connsiteX122116" y="connsiteY122116"/>
              </a:cxn>
              <a:cxn ang="0">
                <a:pos x="connsiteX122117" y="connsiteY122117"/>
              </a:cxn>
              <a:cxn ang="0">
                <a:pos x="connsiteX122118" y="connsiteY122118"/>
              </a:cxn>
              <a:cxn ang="0">
                <a:pos x="connsiteX122119" y="connsiteY122119"/>
              </a:cxn>
              <a:cxn ang="0">
                <a:pos x="connsiteX122120" y="connsiteY122120"/>
              </a:cxn>
              <a:cxn ang="0">
                <a:pos x="connsiteX122121" y="connsiteY122121"/>
              </a:cxn>
              <a:cxn ang="0">
                <a:pos x="connsiteX122122" y="connsiteY122122"/>
              </a:cxn>
              <a:cxn ang="0">
                <a:pos x="connsiteX122123" y="connsiteY122123"/>
              </a:cxn>
              <a:cxn ang="0">
                <a:pos x="connsiteX122124" y="connsiteY122124"/>
              </a:cxn>
              <a:cxn ang="0">
                <a:pos x="connsiteX122125" y="connsiteY122125"/>
              </a:cxn>
              <a:cxn ang="0">
                <a:pos x="connsiteX122126" y="connsiteY122126"/>
              </a:cxn>
              <a:cxn ang="0">
                <a:pos x="connsiteX122127" y="connsiteY122127"/>
              </a:cxn>
              <a:cxn ang="0">
                <a:pos x="connsiteX122128" y="connsiteY122128"/>
              </a:cxn>
              <a:cxn ang="0">
                <a:pos x="connsiteX122129" y="connsiteY122129"/>
              </a:cxn>
              <a:cxn ang="0">
                <a:pos x="connsiteX122130" y="connsiteY122130"/>
              </a:cxn>
              <a:cxn ang="0">
                <a:pos x="connsiteX122131" y="connsiteY122131"/>
              </a:cxn>
              <a:cxn ang="0">
                <a:pos x="connsiteX122132" y="connsiteY122132"/>
              </a:cxn>
              <a:cxn ang="0">
                <a:pos x="connsiteX122133" y="connsiteY122133"/>
              </a:cxn>
              <a:cxn ang="0">
                <a:pos x="connsiteX122134" y="connsiteY122134"/>
              </a:cxn>
              <a:cxn ang="0">
                <a:pos x="connsiteX122135" y="connsiteY122135"/>
              </a:cxn>
              <a:cxn ang="0">
                <a:pos x="connsiteX122136" y="connsiteY122136"/>
              </a:cxn>
              <a:cxn ang="0">
                <a:pos x="connsiteX122137" y="connsiteY122137"/>
              </a:cxn>
              <a:cxn ang="0">
                <a:pos x="connsiteX122138" y="connsiteY122138"/>
              </a:cxn>
              <a:cxn ang="0">
                <a:pos x="connsiteX122139" y="connsiteY122139"/>
              </a:cxn>
              <a:cxn ang="0">
                <a:pos x="connsiteX122140" y="connsiteY122140"/>
              </a:cxn>
              <a:cxn ang="0">
                <a:pos x="connsiteX122141" y="connsiteY122141"/>
              </a:cxn>
              <a:cxn ang="0">
                <a:pos x="connsiteX122142" y="connsiteY122142"/>
              </a:cxn>
              <a:cxn ang="0">
                <a:pos x="connsiteX122143" y="connsiteY122143"/>
              </a:cxn>
              <a:cxn ang="0">
                <a:pos x="connsiteX122144" y="connsiteY122144"/>
              </a:cxn>
              <a:cxn ang="0">
                <a:pos x="connsiteX122145" y="connsiteY122145"/>
              </a:cxn>
              <a:cxn ang="0">
                <a:pos x="connsiteX122146" y="connsiteY122146"/>
              </a:cxn>
              <a:cxn ang="0">
                <a:pos x="connsiteX122147" y="connsiteY122147"/>
              </a:cxn>
              <a:cxn ang="0">
                <a:pos x="connsiteX122148" y="connsiteY122148"/>
              </a:cxn>
              <a:cxn ang="0">
                <a:pos x="connsiteX122149" y="connsiteY122149"/>
              </a:cxn>
              <a:cxn ang="0">
                <a:pos x="connsiteX122150" y="connsiteY122150"/>
              </a:cxn>
              <a:cxn ang="0">
                <a:pos x="connsiteX122151" y="connsiteY122151"/>
              </a:cxn>
              <a:cxn ang="0">
                <a:pos x="connsiteX122152" y="connsiteY122152"/>
              </a:cxn>
              <a:cxn ang="0">
                <a:pos x="connsiteX122153" y="connsiteY122153"/>
              </a:cxn>
              <a:cxn ang="0">
                <a:pos x="connsiteX122154" y="connsiteY122154"/>
              </a:cxn>
              <a:cxn ang="0">
                <a:pos x="connsiteX122155" y="connsiteY122155"/>
              </a:cxn>
              <a:cxn ang="0">
                <a:pos x="connsiteX122156" y="connsiteY122156"/>
              </a:cxn>
              <a:cxn ang="0">
                <a:pos x="connsiteX122157" y="connsiteY122157"/>
              </a:cxn>
              <a:cxn ang="0">
                <a:pos x="connsiteX122158" y="connsiteY122158"/>
              </a:cxn>
              <a:cxn ang="0">
                <a:pos x="connsiteX122159" y="connsiteY122159"/>
              </a:cxn>
              <a:cxn ang="0">
                <a:pos x="connsiteX122160" y="connsiteY122160"/>
              </a:cxn>
              <a:cxn ang="0">
                <a:pos x="connsiteX122161" y="connsiteY122161"/>
              </a:cxn>
              <a:cxn ang="0">
                <a:pos x="connsiteX122162" y="connsiteY122162"/>
              </a:cxn>
              <a:cxn ang="0">
                <a:pos x="connsiteX122163" y="connsiteY122163"/>
              </a:cxn>
              <a:cxn ang="0">
                <a:pos x="connsiteX122164" y="connsiteY122164"/>
              </a:cxn>
              <a:cxn ang="0">
                <a:pos x="connsiteX122165" y="connsiteY122165"/>
              </a:cxn>
              <a:cxn ang="0">
                <a:pos x="connsiteX122166" y="connsiteY122166"/>
              </a:cxn>
              <a:cxn ang="0">
                <a:pos x="connsiteX122167" y="connsiteY122167"/>
              </a:cxn>
              <a:cxn ang="0">
                <a:pos x="connsiteX122168" y="connsiteY122168"/>
              </a:cxn>
              <a:cxn ang="0">
                <a:pos x="connsiteX122169" y="connsiteY122169"/>
              </a:cxn>
              <a:cxn ang="0">
                <a:pos x="connsiteX122170" y="connsiteY122170"/>
              </a:cxn>
              <a:cxn ang="0">
                <a:pos x="connsiteX122171" y="connsiteY122171"/>
              </a:cxn>
              <a:cxn ang="0">
                <a:pos x="connsiteX122172" y="connsiteY122172"/>
              </a:cxn>
              <a:cxn ang="0">
                <a:pos x="connsiteX122173" y="connsiteY122173"/>
              </a:cxn>
              <a:cxn ang="0">
                <a:pos x="connsiteX122174" y="connsiteY122174"/>
              </a:cxn>
              <a:cxn ang="0">
                <a:pos x="connsiteX122175" y="connsiteY122175"/>
              </a:cxn>
              <a:cxn ang="0">
                <a:pos x="connsiteX122176" y="connsiteY122176"/>
              </a:cxn>
              <a:cxn ang="0">
                <a:pos x="connsiteX122177" y="connsiteY122177"/>
              </a:cxn>
              <a:cxn ang="0">
                <a:pos x="connsiteX122178" y="connsiteY122178"/>
              </a:cxn>
              <a:cxn ang="0">
                <a:pos x="connsiteX122179" y="connsiteY122179"/>
              </a:cxn>
              <a:cxn ang="0">
                <a:pos x="connsiteX122180" y="connsiteY122180"/>
              </a:cxn>
              <a:cxn ang="0">
                <a:pos x="connsiteX122181" y="connsiteY122181"/>
              </a:cxn>
              <a:cxn ang="0">
                <a:pos x="connsiteX122182" y="connsiteY122182"/>
              </a:cxn>
              <a:cxn ang="0">
                <a:pos x="connsiteX122183" y="connsiteY122183"/>
              </a:cxn>
              <a:cxn ang="0">
                <a:pos x="connsiteX122184" y="connsiteY122184"/>
              </a:cxn>
              <a:cxn ang="0">
                <a:pos x="connsiteX122185" y="connsiteY122185"/>
              </a:cxn>
              <a:cxn ang="0">
                <a:pos x="connsiteX122186" y="connsiteY122186"/>
              </a:cxn>
              <a:cxn ang="0">
                <a:pos x="connsiteX122187" y="connsiteY122187"/>
              </a:cxn>
              <a:cxn ang="0">
                <a:pos x="connsiteX122188" y="connsiteY122188"/>
              </a:cxn>
              <a:cxn ang="0">
                <a:pos x="connsiteX122189" y="connsiteY122189"/>
              </a:cxn>
              <a:cxn ang="0">
                <a:pos x="connsiteX122190" y="connsiteY122190"/>
              </a:cxn>
              <a:cxn ang="0">
                <a:pos x="connsiteX122191" y="connsiteY122191"/>
              </a:cxn>
              <a:cxn ang="0">
                <a:pos x="connsiteX122192" y="connsiteY122192"/>
              </a:cxn>
              <a:cxn ang="0">
                <a:pos x="connsiteX122193" y="connsiteY122193"/>
              </a:cxn>
              <a:cxn ang="0">
                <a:pos x="connsiteX122194" y="connsiteY122194"/>
              </a:cxn>
              <a:cxn ang="0">
                <a:pos x="connsiteX122195" y="connsiteY122195"/>
              </a:cxn>
              <a:cxn ang="0">
                <a:pos x="connsiteX122196" y="connsiteY122196"/>
              </a:cxn>
              <a:cxn ang="0">
                <a:pos x="connsiteX122197" y="connsiteY122197"/>
              </a:cxn>
              <a:cxn ang="0">
                <a:pos x="connsiteX122198" y="connsiteY122198"/>
              </a:cxn>
              <a:cxn ang="0">
                <a:pos x="connsiteX122199" y="connsiteY122199"/>
              </a:cxn>
              <a:cxn ang="0">
                <a:pos x="connsiteX122200" y="connsiteY122200"/>
              </a:cxn>
              <a:cxn ang="0">
                <a:pos x="connsiteX122201" y="connsiteY122201"/>
              </a:cxn>
              <a:cxn ang="0">
                <a:pos x="connsiteX122202" y="connsiteY122202"/>
              </a:cxn>
              <a:cxn ang="0">
                <a:pos x="connsiteX122203" y="connsiteY122203"/>
              </a:cxn>
              <a:cxn ang="0">
                <a:pos x="connsiteX122204" y="connsiteY122204"/>
              </a:cxn>
              <a:cxn ang="0">
                <a:pos x="connsiteX122205" y="connsiteY122205"/>
              </a:cxn>
              <a:cxn ang="0">
                <a:pos x="connsiteX122206" y="connsiteY122206"/>
              </a:cxn>
              <a:cxn ang="0">
                <a:pos x="connsiteX122207" y="connsiteY122207"/>
              </a:cxn>
              <a:cxn ang="0">
                <a:pos x="connsiteX122208" y="connsiteY122208"/>
              </a:cxn>
              <a:cxn ang="0">
                <a:pos x="connsiteX122209" y="connsiteY122209"/>
              </a:cxn>
              <a:cxn ang="0">
                <a:pos x="connsiteX122210" y="connsiteY122210"/>
              </a:cxn>
              <a:cxn ang="0">
                <a:pos x="connsiteX122211" y="connsiteY122211"/>
              </a:cxn>
              <a:cxn ang="0">
                <a:pos x="connsiteX122212" y="connsiteY122212"/>
              </a:cxn>
              <a:cxn ang="0">
                <a:pos x="connsiteX122213" y="connsiteY122213"/>
              </a:cxn>
              <a:cxn ang="0">
                <a:pos x="connsiteX122214" y="connsiteY122214"/>
              </a:cxn>
              <a:cxn ang="0">
                <a:pos x="connsiteX122215" y="connsiteY122215"/>
              </a:cxn>
              <a:cxn ang="0">
                <a:pos x="connsiteX122216" y="connsiteY122216"/>
              </a:cxn>
              <a:cxn ang="0">
                <a:pos x="connsiteX122217" y="connsiteY122217"/>
              </a:cxn>
              <a:cxn ang="0">
                <a:pos x="connsiteX122218" y="connsiteY122218"/>
              </a:cxn>
              <a:cxn ang="0">
                <a:pos x="connsiteX122219" y="connsiteY122219"/>
              </a:cxn>
              <a:cxn ang="0">
                <a:pos x="connsiteX122220" y="connsiteY122220"/>
              </a:cxn>
              <a:cxn ang="0">
                <a:pos x="connsiteX122221" y="connsiteY122221"/>
              </a:cxn>
              <a:cxn ang="0">
                <a:pos x="connsiteX122222" y="connsiteY122222"/>
              </a:cxn>
              <a:cxn ang="0">
                <a:pos x="connsiteX122223" y="connsiteY122223"/>
              </a:cxn>
              <a:cxn ang="0">
                <a:pos x="connsiteX122224" y="connsiteY122224"/>
              </a:cxn>
              <a:cxn ang="0">
                <a:pos x="connsiteX122225" y="connsiteY122225"/>
              </a:cxn>
              <a:cxn ang="0">
                <a:pos x="connsiteX122226" y="connsiteY122226"/>
              </a:cxn>
              <a:cxn ang="0">
                <a:pos x="connsiteX122227" y="connsiteY122227"/>
              </a:cxn>
              <a:cxn ang="0">
                <a:pos x="connsiteX122228" y="connsiteY122228"/>
              </a:cxn>
              <a:cxn ang="0">
                <a:pos x="connsiteX122229" y="connsiteY122229"/>
              </a:cxn>
              <a:cxn ang="0">
                <a:pos x="connsiteX122230" y="connsiteY122230"/>
              </a:cxn>
              <a:cxn ang="0">
                <a:pos x="connsiteX122231" y="connsiteY122231"/>
              </a:cxn>
              <a:cxn ang="0">
                <a:pos x="connsiteX122232" y="connsiteY122232"/>
              </a:cxn>
              <a:cxn ang="0">
                <a:pos x="connsiteX122233" y="connsiteY122233"/>
              </a:cxn>
              <a:cxn ang="0">
                <a:pos x="connsiteX122234" y="connsiteY122234"/>
              </a:cxn>
              <a:cxn ang="0">
                <a:pos x="connsiteX122235" y="connsiteY122235"/>
              </a:cxn>
              <a:cxn ang="0">
                <a:pos x="connsiteX122236" y="connsiteY122236"/>
              </a:cxn>
              <a:cxn ang="0">
                <a:pos x="connsiteX122237" y="connsiteY122237"/>
              </a:cxn>
              <a:cxn ang="0">
                <a:pos x="connsiteX122238" y="connsiteY122238"/>
              </a:cxn>
              <a:cxn ang="0">
                <a:pos x="connsiteX122239" y="connsiteY122239"/>
              </a:cxn>
              <a:cxn ang="0">
                <a:pos x="connsiteX122240" y="connsiteY122240"/>
              </a:cxn>
              <a:cxn ang="0">
                <a:pos x="connsiteX122241" y="connsiteY122241"/>
              </a:cxn>
              <a:cxn ang="0">
                <a:pos x="connsiteX122242" y="connsiteY122242"/>
              </a:cxn>
              <a:cxn ang="0">
                <a:pos x="connsiteX122243" y="connsiteY122243"/>
              </a:cxn>
              <a:cxn ang="0">
                <a:pos x="connsiteX122244" y="connsiteY122244"/>
              </a:cxn>
              <a:cxn ang="0">
                <a:pos x="connsiteX122245" y="connsiteY122245"/>
              </a:cxn>
              <a:cxn ang="0">
                <a:pos x="connsiteX122246" y="connsiteY122246"/>
              </a:cxn>
              <a:cxn ang="0">
                <a:pos x="connsiteX122247" y="connsiteY122247"/>
              </a:cxn>
              <a:cxn ang="0">
                <a:pos x="connsiteX122248" y="connsiteY122248"/>
              </a:cxn>
              <a:cxn ang="0">
                <a:pos x="connsiteX122249" y="connsiteY122249"/>
              </a:cxn>
              <a:cxn ang="0">
                <a:pos x="connsiteX122250" y="connsiteY122250"/>
              </a:cxn>
              <a:cxn ang="0">
                <a:pos x="connsiteX122251" y="connsiteY122251"/>
              </a:cxn>
              <a:cxn ang="0">
                <a:pos x="connsiteX122252" y="connsiteY122252"/>
              </a:cxn>
              <a:cxn ang="0">
                <a:pos x="connsiteX122253" y="connsiteY122253"/>
              </a:cxn>
              <a:cxn ang="0">
                <a:pos x="connsiteX122254" y="connsiteY122254"/>
              </a:cxn>
              <a:cxn ang="0">
                <a:pos x="connsiteX122255" y="connsiteY122255"/>
              </a:cxn>
              <a:cxn ang="0">
                <a:pos x="connsiteX122256" y="connsiteY122256"/>
              </a:cxn>
              <a:cxn ang="0">
                <a:pos x="connsiteX122257" y="connsiteY122257"/>
              </a:cxn>
              <a:cxn ang="0">
                <a:pos x="connsiteX122258" y="connsiteY122258"/>
              </a:cxn>
              <a:cxn ang="0">
                <a:pos x="connsiteX122259" y="connsiteY122259"/>
              </a:cxn>
              <a:cxn ang="0">
                <a:pos x="connsiteX122260" y="connsiteY122260"/>
              </a:cxn>
              <a:cxn ang="0">
                <a:pos x="connsiteX122261" y="connsiteY122261"/>
              </a:cxn>
              <a:cxn ang="0">
                <a:pos x="connsiteX122262" y="connsiteY122262"/>
              </a:cxn>
              <a:cxn ang="0">
                <a:pos x="connsiteX122263" y="connsiteY122263"/>
              </a:cxn>
              <a:cxn ang="0">
                <a:pos x="connsiteX122264" y="connsiteY122264"/>
              </a:cxn>
              <a:cxn ang="0">
                <a:pos x="connsiteX122265" y="connsiteY122265"/>
              </a:cxn>
              <a:cxn ang="0">
                <a:pos x="connsiteX122266" y="connsiteY122266"/>
              </a:cxn>
              <a:cxn ang="0">
                <a:pos x="connsiteX122267" y="connsiteY122267"/>
              </a:cxn>
              <a:cxn ang="0">
                <a:pos x="connsiteX122268" y="connsiteY122268"/>
              </a:cxn>
              <a:cxn ang="0">
                <a:pos x="connsiteX122269" y="connsiteY122269"/>
              </a:cxn>
              <a:cxn ang="0">
                <a:pos x="connsiteX122270" y="connsiteY122270"/>
              </a:cxn>
              <a:cxn ang="0">
                <a:pos x="connsiteX122271" y="connsiteY122271"/>
              </a:cxn>
              <a:cxn ang="0">
                <a:pos x="connsiteX122272" y="connsiteY122272"/>
              </a:cxn>
              <a:cxn ang="0">
                <a:pos x="connsiteX122273" y="connsiteY122273"/>
              </a:cxn>
              <a:cxn ang="0">
                <a:pos x="connsiteX122274" y="connsiteY122274"/>
              </a:cxn>
              <a:cxn ang="0">
                <a:pos x="connsiteX122275" y="connsiteY122275"/>
              </a:cxn>
              <a:cxn ang="0">
                <a:pos x="connsiteX122276" y="connsiteY122276"/>
              </a:cxn>
              <a:cxn ang="0">
                <a:pos x="connsiteX122277" y="connsiteY122277"/>
              </a:cxn>
              <a:cxn ang="0">
                <a:pos x="connsiteX122278" y="connsiteY122278"/>
              </a:cxn>
              <a:cxn ang="0">
                <a:pos x="connsiteX122279" y="connsiteY122279"/>
              </a:cxn>
              <a:cxn ang="0">
                <a:pos x="connsiteX122280" y="connsiteY122280"/>
              </a:cxn>
              <a:cxn ang="0">
                <a:pos x="connsiteX122281" y="connsiteY122281"/>
              </a:cxn>
              <a:cxn ang="0">
                <a:pos x="connsiteX122282" y="connsiteY122282"/>
              </a:cxn>
              <a:cxn ang="0">
                <a:pos x="connsiteX122283" y="connsiteY122283"/>
              </a:cxn>
              <a:cxn ang="0">
                <a:pos x="connsiteX122284" y="connsiteY122284"/>
              </a:cxn>
              <a:cxn ang="0">
                <a:pos x="connsiteX122285" y="connsiteY122285"/>
              </a:cxn>
              <a:cxn ang="0">
                <a:pos x="connsiteX122286" y="connsiteY122286"/>
              </a:cxn>
              <a:cxn ang="0">
                <a:pos x="connsiteX122287" y="connsiteY122287"/>
              </a:cxn>
              <a:cxn ang="0">
                <a:pos x="connsiteX122288" y="connsiteY122288"/>
              </a:cxn>
              <a:cxn ang="0">
                <a:pos x="connsiteX122289" y="connsiteY122289"/>
              </a:cxn>
              <a:cxn ang="0">
                <a:pos x="connsiteX122290" y="connsiteY122290"/>
              </a:cxn>
              <a:cxn ang="0">
                <a:pos x="connsiteX122291" y="connsiteY122291"/>
              </a:cxn>
              <a:cxn ang="0">
                <a:pos x="connsiteX122292" y="connsiteY122292"/>
              </a:cxn>
              <a:cxn ang="0">
                <a:pos x="connsiteX122293" y="connsiteY122293"/>
              </a:cxn>
              <a:cxn ang="0">
                <a:pos x="connsiteX122294" y="connsiteY122294"/>
              </a:cxn>
              <a:cxn ang="0">
                <a:pos x="connsiteX122295" y="connsiteY122295"/>
              </a:cxn>
              <a:cxn ang="0">
                <a:pos x="connsiteX122296" y="connsiteY122296"/>
              </a:cxn>
              <a:cxn ang="0">
                <a:pos x="connsiteX122297" y="connsiteY122297"/>
              </a:cxn>
              <a:cxn ang="0">
                <a:pos x="connsiteX122298" y="connsiteY122298"/>
              </a:cxn>
              <a:cxn ang="0">
                <a:pos x="connsiteX122299" y="connsiteY122299"/>
              </a:cxn>
              <a:cxn ang="0">
                <a:pos x="connsiteX122300" y="connsiteY122300"/>
              </a:cxn>
              <a:cxn ang="0">
                <a:pos x="connsiteX122301" y="connsiteY122301"/>
              </a:cxn>
              <a:cxn ang="0">
                <a:pos x="connsiteX122302" y="connsiteY122302"/>
              </a:cxn>
              <a:cxn ang="0">
                <a:pos x="connsiteX122303" y="connsiteY122303"/>
              </a:cxn>
              <a:cxn ang="0">
                <a:pos x="connsiteX122304" y="connsiteY122304"/>
              </a:cxn>
              <a:cxn ang="0">
                <a:pos x="connsiteX122305" y="connsiteY122305"/>
              </a:cxn>
              <a:cxn ang="0">
                <a:pos x="connsiteX122306" y="connsiteY122306"/>
              </a:cxn>
              <a:cxn ang="0">
                <a:pos x="connsiteX122307" y="connsiteY122307"/>
              </a:cxn>
              <a:cxn ang="0">
                <a:pos x="connsiteX122308" y="connsiteY122308"/>
              </a:cxn>
              <a:cxn ang="0">
                <a:pos x="connsiteX122309" y="connsiteY122309"/>
              </a:cxn>
              <a:cxn ang="0">
                <a:pos x="connsiteX122310" y="connsiteY122310"/>
              </a:cxn>
              <a:cxn ang="0">
                <a:pos x="connsiteX122311" y="connsiteY122311"/>
              </a:cxn>
              <a:cxn ang="0">
                <a:pos x="connsiteX122312" y="connsiteY122312"/>
              </a:cxn>
              <a:cxn ang="0">
                <a:pos x="connsiteX122313" y="connsiteY122313"/>
              </a:cxn>
              <a:cxn ang="0">
                <a:pos x="connsiteX122314" y="connsiteY122314"/>
              </a:cxn>
              <a:cxn ang="0">
                <a:pos x="connsiteX122315" y="connsiteY122315"/>
              </a:cxn>
              <a:cxn ang="0">
                <a:pos x="connsiteX122316" y="connsiteY122316"/>
              </a:cxn>
              <a:cxn ang="0">
                <a:pos x="connsiteX122317" y="connsiteY122317"/>
              </a:cxn>
              <a:cxn ang="0">
                <a:pos x="connsiteX122318" y="connsiteY122318"/>
              </a:cxn>
              <a:cxn ang="0">
                <a:pos x="connsiteX122319" y="connsiteY122319"/>
              </a:cxn>
              <a:cxn ang="0">
                <a:pos x="connsiteX122320" y="connsiteY122320"/>
              </a:cxn>
              <a:cxn ang="0">
                <a:pos x="connsiteX122321" y="connsiteY122321"/>
              </a:cxn>
              <a:cxn ang="0">
                <a:pos x="connsiteX122322" y="connsiteY122322"/>
              </a:cxn>
              <a:cxn ang="0">
                <a:pos x="connsiteX122323" y="connsiteY122323"/>
              </a:cxn>
              <a:cxn ang="0">
                <a:pos x="connsiteX122324" y="connsiteY122324"/>
              </a:cxn>
              <a:cxn ang="0">
                <a:pos x="connsiteX122325" y="connsiteY122325"/>
              </a:cxn>
              <a:cxn ang="0">
                <a:pos x="connsiteX122326" y="connsiteY122326"/>
              </a:cxn>
              <a:cxn ang="0">
                <a:pos x="connsiteX122327" y="connsiteY122327"/>
              </a:cxn>
              <a:cxn ang="0">
                <a:pos x="connsiteX122328" y="connsiteY122328"/>
              </a:cxn>
              <a:cxn ang="0">
                <a:pos x="connsiteX122329" y="connsiteY122329"/>
              </a:cxn>
              <a:cxn ang="0">
                <a:pos x="connsiteX122330" y="connsiteY122330"/>
              </a:cxn>
              <a:cxn ang="0">
                <a:pos x="connsiteX122331" y="connsiteY122331"/>
              </a:cxn>
              <a:cxn ang="0">
                <a:pos x="connsiteX122332" y="connsiteY122332"/>
              </a:cxn>
              <a:cxn ang="0">
                <a:pos x="connsiteX122333" y="connsiteY122333"/>
              </a:cxn>
              <a:cxn ang="0">
                <a:pos x="connsiteX122334" y="connsiteY122334"/>
              </a:cxn>
              <a:cxn ang="0">
                <a:pos x="connsiteX122335" y="connsiteY122335"/>
              </a:cxn>
              <a:cxn ang="0">
                <a:pos x="connsiteX122336" y="connsiteY122336"/>
              </a:cxn>
              <a:cxn ang="0">
                <a:pos x="connsiteX122337" y="connsiteY122337"/>
              </a:cxn>
              <a:cxn ang="0">
                <a:pos x="connsiteX122338" y="connsiteY122338"/>
              </a:cxn>
              <a:cxn ang="0">
                <a:pos x="connsiteX122339" y="connsiteY122339"/>
              </a:cxn>
              <a:cxn ang="0">
                <a:pos x="connsiteX122340" y="connsiteY122340"/>
              </a:cxn>
              <a:cxn ang="0">
                <a:pos x="connsiteX122341" y="connsiteY122341"/>
              </a:cxn>
              <a:cxn ang="0">
                <a:pos x="connsiteX122342" y="connsiteY122342"/>
              </a:cxn>
              <a:cxn ang="0">
                <a:pos x="connsiteX122343" y="connsiteY122343"/>
              </a:cxn>
              <a:cxn ang="0">
                <a:pos x="connsiteX122344" y="connsiteY122344"/>
              </a:cxn>
              <a:cxn ang="0">
                <a:pos x="connsiteX122345" y="connsiteY122345"/>
              </a:cxn>
              <a:cxn ang="0">
                <a:pos x="connsiteX122346" y="connsiteY122346"/>
              </a:cxn>
              <a:cxn ang="0">
                <a:pos x="connsiteX122347" y="connsiteY122347"/>
              </a:cxn>
              <a:cxn ang="0">
                <a:pos x="connsiteX122348" y="connsiteY122348"/>
              </a:cxn>
              <a:cxn ang="0">
                <a:pos x="connsiteX122349" y="connsiteY122349"/>
              </a:cxn>
              <a:cxn ang="0">
                <a:pos x="connsiteX122350" y="connsiteY122350"/>
              </a:cxn>
              <a:cxn ang="0">
                <a:pos x="connsiteX122351" y="connsiteY122351"/>
              </a:cxn>
              <a:cxn ang="0">
                <a:pos x="connsiteX122352" y="connsiteY122352"/>
              </a:cxn>
              <a:cxn ang="0">
                <a:pos x="connsiteX122353" y="connsiteY122353"/>
              </a:cxn>
              <a:cxn ang="0">
                <a:pos x="connsiteX122354" y="connsiteY122354"/>
              </a:cxn>
              <a:cxn ang="0">
                <a:pos x="connsiteX122355" y="connsiteY122355"/>
              </a:cxn>
              <a:cxn ang="0">
                <a:pos x="connsiteX122356" y="connsiteY122356"/>
              </a:cxn>
              <a:cxn ang="0">
                <a:pos x="connsiteX122357" y="connsiteY122357"/>
              </a:cxn>
              <a:cxn ang="0">
                <a:pos x="connsiteX122358" y="connsiteY122358"/>
              </a:cxn>
              <a:cxn ang="0">
                <a:pos x="connsiteX122359" y="connsiteY122359"/>
              </a:cxn>
              <a:cxn ang="0">
                <a:pos x="connsiteX122360" y="connsiteY122360"/>
              </a:cxn>
              <a:cxn ang="0">
                <a:pos x="connsiteX122361" y="connsiteY122361"/>
              </a:cxn>
              <a:cxn ang="0">
                <a:pos x="connsiteX122362" y="connsiteY122362"/>
              </a:cxn>
              <a:cxn ang="0">
                <a:pos x="connsiteX122363" y="connsiteY122363"/>
              </a:cxn>
              <a:cxn ang="0">
                <a:pos x="connsiteX122364" y="connsiteY122364"/>
              </a:cxn>
              <a:cxn ang="0">
                <a:pos x="connsiteX122365" y="connsiteY122365"/>
              </a:cxn>
              <a:cxn ang="0">
                <a:pos x="connsiteX122366" y="connsiteY122366"/>
              </a:cxn>
              <a:cxn ang="0">
                <a:pos x="connsiteX122367" y="connsiteY122367"/>
              </a:cxn>
              <a:cxn ang="0">
                <a:pos x="connsiteX122368" y="connsiteY122368"/>
              </a:cxn>
              <a:cxn ang="0">
                <a:pos x="connsiteX122369" y="connsiteY122369"/>
              </a:cxn>
              <a:cxn ang="0">
                <a:pos x="connsiteX122370" y="connsiteY122370"/>
              </a:cxn>
              <a:cxn ang="0">
                <a:pos x="connsiteX122371" y="connsiteY122371"/>
              </a:cxn>
              <a:cxn ang="0">
                <a:pos x="connsiteX122372" y="connsiteY122372"/>
              </a:cxn>
              <a:cxn ang="0">
                <a:pos x="connsiteX122373" y="connsiteY122373"/>
              </a:cxn>
              <a:cxn ang="0">
                <a:pos x="connsiteX122374" y="connsiteY122374"/>
              </a:cxn>
              <a:cxn ang="0">
                <a:pos x="connsiteX122375" y="connsiteY122375"/>
              </a:cxn>
              <a:cxn ang="0">
                <a:pos x="connsiteX122376" y="connsiteY122376"/>
              </a:cxn>
              <a:cxn ang="0">
                <a:pos x="connsiteX122377" y="connsiteY122377"/>
              </a:cxn>
              <a:cxn ang="0">
                <a:pos x="connsiteX122378" y="connsiteY122378"/>
              </a:cxn>
              <a:cxn ang="0">
                <a:pos x="connsiteX122379" y="connsiteY122379"/>
              </a:cxn>
              <a:cxn ang="0">
                <a:pos x="connsiteX122380" y="connsiteY122380"/>
              </a:cxn>
              <a:cxn ang="0">
                <a:pos x="connsiteX122381" y="connsiteY122381"/>
              </a:cxn>
              <a:cxn ang="0">
                <a:pos x="connsiteX122382" y="connsiteY122382"/>
              </a:cxn>
              <a:cxn ang="0">
                <a:pos x="connsiteX122383" y="connsiteY122383"/>
              </a:cxn>
              <a:cxn ang="0">
                <a:pos x="connsiteX122384" y="connsiteY122384"/>
              </a:cxn>
              <a:cxn ang="0">
                <a:pos x="connsiteX122385" y="connsiteY122385"/>
              </a:cxn>
              <a:cxn ang="0">
                <a:pos x="connsiteX122386" y="connsiteY122386"/>
              </a:cxn>
              <a:cxn ang="0">
                <a:pos x="connsiteX122387" y="connsiteY122387"/>
              </a:cxn>
              <a:cxn ang="0">
                <a:pos x="connsiteX122388" y="connsiteY122388"/>
              </a:cxn>
              <a:cxn ang="0">
                <a:pos x="connsiteX122389" y="connsiteY122389"/>
              </a:cxn>
              <a:cxn ang="0">
                <a:pos x="connsiteX122390" y="connsiteY122390"/>
              </a:cxn>
              <a:cxn ang="0">
                <a:pos x="connsiteX122391" y="connsiteY122391"/>
              </a:cxn>
              <a:cxn ang="0">
                <a:pos x="connsiteX122392" y="connsiteY122392"/>
              </a:cxn>
              <a:cxn ang="0">
                <a:pos x="connsiteX122393" y="connsiteY122393"/>
              </a:cxn>
              <a:cxn ang="0">
                <a:pos x="connsiteX122394" y="connsiteY122394"/>
              </a:cxn>
              <a:cxn ang="0">
                <a:pos x="connsiteX122395" y="connsiteY122395"/>
              </a:cxn>
              <a:cxn ang="0">
                <a:pos x="connsiteX122396" y="connsiteY122396"/>
              </a:cxn>
              <a:cxn ang="0">
                <a:pos x="connsiteX122397" y="connsiteY122397"/>
              </a:cxn>
              <a:cxn ang="0">
                <a:pos x="connsiteX122398" y="connsiteY122398"/>
              </a:cxn>
              <a:cxn ang="0">
                <a:pos x="connsiteX122399" y="connsiteY122399"/>
              </a:cxn>
              <a:cxn ang="0">
                <a:pos x="connsiteX122400" y="connsiteY122400"/>
              </a:cxn>
              <a:cxn ang="0">
                <a:pos x="connsiteX122401" y="connsiteY122401"/>
              </a:cxn>
              <a:cxn ang="0">
                <a:pos x="connsiteX122402" y="connsiteY122402"/>
              </a:cxn>
              <a:cxn ang="0">
                <a:pos x="connsiteX122403" y="connsiteY122403"/>
              </a:cxn>
              <a:cxn ang="0">
                <a:pos x="connsiteX122404" y="connsiteY122404"/>
              </a:cxn>
              <a:cxn ang="0">
                <a:pos x="connsiteX122405" y="connsiteY122405"/>
              </a:cxn>
              <a:cxn ang="0">
                <a:pos x="connsiteX122406" y="connsiteY122406"/>
              </a:cxn>
              <a:cxn ang="0">
                <a:pos x="connsiteX122407" y="connsiteY122407"/>
              </a:cxn>
              <a:cxn ang="0">
                <a:pos x="connsiteX122408" y="connsiteY122408"/>
              </a:cxn>
              <a:cxn ang="0">
                <a:pos x="connsiteX122409" y="connsiteY122409"/>
              </a:cxn>
              <a:cxn ang="0">
                <a:pos x="connsiteX122410" y="connsiteY122410"/>
              </a:cxn>
              <a:cxn ang="0">
                <a:pos x="connsiteX122411" y="connsiteY122411"/>
              </a:cxn>
              <a:cxn ang="0">
                <a:pos x="connsiteX122412" y="connsiteY122412"/>
              </a:cxn>
              <a:cxn ang="0">
                <a:pos x="connsiteX122413" y="connsiteY122413"/>
              </a:cxn>
              <a:cxn ang="0">
                <a:pos x="connsiteX122414" y="connsiteY122414"/>
              </a:cxn>
              <a:cxn ang="0">
                <a:pos x="connsiteX122415" y="connsiteY122415"/>
              </a:cxn>
              <a:cxn ang="0">
                <a:pos x="connsiteX122416" y="connsiteY122416"/>
              </a:cxn>
              <a:cxn ang="0">
                <a:pos x="connsiteX122417" y="connsiteY122417"/>
              </a:cxn>
              <a:cxn ang="0">
                <a:pos x="connsiteX122418" y="connsiteY122418"/>
              </a:cxn>
              <a:cxn ang="0">
                <a:pos x="connsiteX122419" y="connsiteY122419"/>
              </a:cxn>
              <a:cxn ang="0">
                <a:pos x="connsiteX122420" y="connsiteY122420"/>
              </a:cxn>
              <a:cxn ang="0">
                <a:pos x="connsiteX122421" y="connsiteY122421"/>
              </a:cxn>
              <a:cxn ang="0">
                <a:pos x="connsiteX122422" y="connsiteY122422"/>
              </a:cxn>
              <a:cxn ang="0">
                <a:pos x="connsiteX122423" y="connsiteY122423"/>
              </a:cxn>
              <a:cxn ang="0">
                <a:pos x="connsiteX122424" y="connsiteY122424"/>
              </a:cxn>
              <a:cxn ang="0">
                <a:pos x="connsiteX122425" y="connsiteY122425"/>
              </a:cxn>
              <a:cxn ang="0">
                <a:pos x="connsiteX122426" y="connsiteY122426"/>
              </a:cxn>
              <a:cxn ang="0">
                <a:pos x="connsiteX122427" y="connsiteY122427"/>
              </a:cxn>
              <a:cxn ang="0">
                <a:pos x="connsiteX122428" y="connsiteY122428"/>
              </a:cxn>
              <a:cxn ang="0">
                <a:pos x="connsiteX122429" y="connsiteY122429"/>
              </a:cxn>
              <a:cxn ang="0">
                <a:pos x="connsiteX122430" y="connsiteY122430"/>
              </a:cxn>
              <a:cxn ang="0">
                <a:pos x="connsiteX122431" y="connsiteY122431"/>
              </a:cxn>
              <a:cxn ang="0">
                <a:pos x="connsiteX122432" y="connsiteY122432"/>
              </a:cxn>
              <a:cxn ang="0">
                <a:pos x="connsiteX122433" y="connsiteY122433"/>
              </a:cxn>
              <a:cxn ang="0">
                <a:pos x="connsiteX122434" y="connsiteY122434"/>
              </a:cxn>
              <a:cxn ang="0">
                <a:pos x="connsiteX122435" y="connsiteY122435"/>
              </a:cxn>
              <a:cxn ang="0">
                <a:pos x="connsiteX122436" y="connsiteY122436"/>
              </a:cxn>
              <a:cxn ang="0">
                <a:pos x="connsiteX122437" y="connsiteY122437"/>
              </a:cxn>
              <a:cxn ang="0">
                <a:pos x="connsiteX122438" y="connsiteY122438"/>
              </a:cxn>
              <a:cxn ang="0">
                <a:pos x="connsiteX122439" y="connsiteY122439"/>
              </a:cxn>
              <a:cxn ang="0">
                <a:pos x="connsiteX122440" y="connsiteY122440"/>
              </a:cxn>
              <a:cxn ang="0">
                <a:pos x="connsiteX122441" y="connsiteY122441"/>
              </a:cxn>
              <a:cxn ang="0">
                <a:pos x="connsiteX122442" y="connsiteY122442"/>
              </a:cxn>
              <a:cxn ang="0">
                <a:pos x="connsiteX122443" y="connsiteY122443"/>
              </a:cxn>
              <a:cxn ang="0">
                <a:pos x="connsiteX122444" y="connsiteY122444"/>
              </a:cxn>
              <a:cxn ang="0">
                <a:pos x="connsiteX122445" y="connsiteY122445"/>
              </a:cxn>
              <a:cxn ang="0">
                <a:pos x="connsiteX122446" y="connsiteY122446"/>
              </a:cxn>
              <a:cxn ang="0">
                <a:pos x="connsiteX122447" y="connsiteY122447"/>
              </a:cxn>
              <a:cxn ang="0">
                <a:pos x="connsiteX122448" y="connsiteY122448"/>
              </a:cxn>
              <a:cxn ang="0">
                <a:pos x="connsiteX122449" y="connsiteY122449"/>
              </a:cxn>
              <a:cxn ang="0">
                <a:pos x="connsiteX122450" y="connsiteY122450"/>
              </a:cxn>
              <a:cxn ang="0">
                <a:pos x="connsiteX122451" y="connsiteY122451"/>
              </a:cxn>
              <a:cxn ang="0">
                <a:pos x="connsiteX122452" y="connsiteY122452"/>
              </a:cxn>
              <a:cxn ang="0">
                <a:pos x="connsiteX122453" y="connsiteY122453"/>
              </a:cxn>
              <a:cxn ang="0">
                <a:pos x="connsiteX122454" y="connsiteY122454"/>
              </a:cxn>
              <a:cxn ang="0">
                <a:pos x="connsiteX122455" y="connsiteY122455"/>
              </a:cxn>
              <a:cxn ang="0">
                <a:pos x="connsiteX122456" y="connsiteY122456"/>
              </a:cxn>
              <a:cxn ang="0">
                <a:pos x="connsiteX122457" y="connsiteY122457"/>
              </a:cxn>
              <a:cxn ang="0">
                <a:pos x="connsiteX122458" y="connsiteY122458"/>
              </a:cxn>
              <a:cxn ang="0">
                <a:pos x="connsiteX122459" y="connsiteY122459"/>
              </a:cxn>
              <a:cxn ang="0">
                <a:pos x="connsiteX122460" y="connsiteY122460"/>
              </a:cxn>
              <a:cxn ang="0">
                <a:pos x="connsiteX122461" y="connsiteY122461"/>
              </a:cxn>
              <a:cxn ang="0">
                <a:pos x="connsiteX122462" y="connsiteY122462"/>
              </a:cxn>
              <a:cxn ang="0">
                <a:pos x="connsiteX122463" y="connsiteY122463"/>
              </a:cxn>
              <a:cxn ang="0">
                <a:pos x="connsiteX122464" y="connsiteY122464"/>
              </a:cxn>
              <a:cxn ang="0">
                <a:pos x="connsiteX122465" y="connsiteY122465"/>
              </a:cxn>
              <a:cxn ang="0">
                <a:pos x="connsiteX122466" y="connsiteY122466"/>
              </a:cxn>
              <a:cxn ang="0">
                <a:pos x="connsiteX122467" y="connsiteY122467"/>
              </a:cxn>
              <a:cxn ang="0">
                <a:pos x="connsiteX122468" y="connsiteY122468"/>
              </a:cxn>
              <a:cxn ang="0">
                <a:pos x="connsiteX122469" y="connsiteY122469"/>
              </a:cxn>
              <a:cxn ang="0">
                <a:pos x="connsiteX122470" y="connsiteY122470"/>
              </a:cxn>
              <a:cxn ang="0">
                <a:pos x="connsiteX122471" y="connsiteY122471"/>
              </a:cxn>
              <a:cxn ang="0">
                <a:pos x="connsiteX122472" y="connsiteY122472"/>
              </a:cxn>
              <a:cxn ang="0">
                <a:pos x="connsiteX122473" y="connsiteY122473"/>
              </a:cxn>
              <a:cxn ang="0">
                <a:pos x="connsiteX122474" y="connsiteY122474"/>
              </a:cxn>
              <a:cxn ang="0">
                <a:pos x="connsiteX122475" y="connsiteY122475"/>
              </a:cxn>
              <a:cxn ang="0">
                <a:pos x="connsiteX122476" y="connsiteY122476"/>
              </a:cxn>
              <a:cxn ang="0">
                <a:pos x="connsiteX122477" y="connsiteY122477"/>
              </a:cxn>
              <a:cxn ang="0">
                <a:pos x="connsiteX122478" y="connsiteY122478"/>
              </a:cxn>
              <a:cxn ang="0">
                <a:pos x="connsiteX122479" y="connsiteY122479"/>
              </a:cxn>
              <a:cxn ang="0">
                <a:pos x="connsiteX122480" y="connsiteY122480"/>
              </a:cxn>
              <a:cxn ang="0">
                <a:pos x="connsiteX122481" y="connsiteY122481"/>
              </a:cxn>
              <a:cxn ang="0">
                <a:pos x="connsiteX122482" y="connsiteY122482"/>
              </a:cxn>
              <a:cxn ang="0">
                <a:pos x="connsiteX122483" y="connsiteY122483"/>
              </a:cxn>
              <a:cxn ang="0">
                <a:pos x="connsiteX122484" y="connsiteY122484"/>
              </a:cxn>
              <a:cxn ang="0">
                <a:pos x="connsiteX122485" y="connsiteY122485"/>
              </a:cxn>
              <a:cxn ang="0">
                <a:pos x="connsiteX122486" y="connsiteY122486"/>
              </a:cxn>
              <a:cxn ang="0">
                <a:pos x="connsiteX122487" y="connsiteY122487"/>
              </a:cxn>
              <a:cxn ang="0">
                <a:pos x="connsiteX122488" y="connsiteY122488"/>
              </a:cxn>
              <a:cxn ang="0">
                <a:pos x="connsiteX122489" y="connsiteY122489"/>
              </a:cxn>
              <a:cxn ang="0">
                <a:pos x="connsiteX122490" y="connsiteY122490"/>
              </a:cxn>
              <a:cxn ang="0">
                <a:pos x="connsiteX122491" y="connsiteY122491"/>
              </a:cxn>
              <a:cxn ang="0">
                <a:pos x="connsiteX122492" y="connsiteY122492"/>
              </a:cxn>
              <a:cxn ang="0">
                <a:pos x="connsiteX122493" y="connsiteY122493"/>
              </a:cxn>
              <a:cxn ang="0">
                <a:pos x="connsiteX122494" y="connsiteY122494"/>
              </a:cxn>
              <a:cxn ang="0">
                <a:pos x="connsiteX122495" y="connsiteY122495"/>
              </a:cxn>
              <a:cxn ang="0">
                <a:pos x="connsiteX122496" y="connsiteY122496"/>
              </a:cxn>
              <a:cxn ang="0">
                <a:pos x="connsiteX122497" y="connsiteY122497"/>
              </a:cxn>
              <a:cxn ang="0">
                <a:pos x="connsiteX122498" y="connsiteY122498"/>
              </a:cxn>
              <a:cxn ang="0">
                <a:pos x="connsiteX122499" y="connsiteY122499"/>
              </a:cxn>
              <a:cxn ang="0">
                <a:pos x="connsiteX122500" y="connsiteY122500"/>
              </a:cxn>
              <a:cxn ang="0">
                <a:pos x="connsiteX122501" y="connsiteY122501"/>
              </a:cxn>
              <a:cxn ang="0">
                <a:pos x="connsiteX122502" y="connsiteY122502"/>
              </a:cxn>
              <a:cxn ang="0">
                <a:pos x="connsiteX122503" y="connsiteY122503"/>
              </a:cxn>
              <a:cxn ang="0">
                <a:pos x="connsiteX122504" y="connsiteY122504"/>
              </a:cxn>
              <a:cxn ang="0">
                <a:pos x="connsiteX122505" y="connsiteY122505"/>
              </a:cxn>
              <a:cxn ang="0">
                <a:pos x="connsiteX122506" y="connsiteY122506"/>
              </a:cxn>
              <a:cxn ang="0">
                <a:pos x="connsiteX122507" y="connsiteY122507"/>
              </a:cxn>
              <a:cxn ang="0">
                <a:pos x="connsiteX122508" y="connsiteY122508"/>
              </a:cxn>
              <a:cxn ang="0">
                <a:pos x="connsiteX122509" y="connsiteY122509"/>
              </a:cxn>
              <a:cxn ang="0">
                <a:pos x="connsiteX122510" y="connsiteY122510"/>
              </a:cxn>
              <a:cxn ang="0">
                <a:pos x="connsiteX122511" y="connsiteY122511"/>
              </a:cxn>
              <a:cxn ang="0">
                <a:pos x="connsiteX122512" y="connsiteY122512"/>
              </a:cxn>
              <a:cxn ang="0">
                <a:pos x="connsiteX122513" y="connsiteY122513"/>
              </a:cxn>
              <a:cxn ang="0">
                <a:pos x="connsiteX122514" y="connsiteY122514"/>
              </a:cxn>
              <a:cxn ang="0">
                <a:pos x="connsiteX122515" y="connsiteY122515"/>
              </a:cxn>
              <a:cxn ang="0">
                <a:pos x="connsiteX122516" y="connsiteY122516"/>
              </a:cxn>
              <a:cxn ang="0">
                <a:pos x="connsiteX122517" y="connsiteY122517"/>
              </a:cxn>
              <a:cxn ang="0">
                <a:pos x="connsiteX122518" y="connsiteY122518"/>
              </a:cxn>
              <a:cxn ang="0">
                <a:pos x="connsiteX122519" y="connsiteY122519"/>
              </a:cxn>
              <a:cxn ang="0">
                <a:pos x="connsiteX122520" y="connsiteY122520"/>
              </a:cxn>
              <a:cxn ang="0">
                <a:pos x="connsiteX122521" y="connsiteY122521"/>
              </a:cxn>
              <a:cxn ang="0">
                <a:pos x="connsiteX122522" y="connsiteY122522"/>
              </a:cxn>
              <a:cxn ang="0">
                <a:pos x="connsiteX122523" y="connsiteY122523"/>
              </a:cxn>
              <a:cxn ang="0">
                <a:pos x="connsiteX122524" y="connsiteY122524"/>
              </a:cxn>
              <a:cxn ang="0">
                <a:pos x="connsiteX122525" y="connsiteY122525"/>
              </a:cxn>
              <a:cxn ang="0">
                <a:pos x="connsiteX122526" y="connsiteY122526"/>
              </a:cxn>
              <a:cxn ang="0">
                <a:pos x="connsiteX122527" y="connsiteY122527"/>
              </a:cxn>
              <a:cxn ang="0">
                <a:pos x="connsiteX122528" y="connsiteY122528"/>
              </a:cxn>
              <a:cxn ang="0">
                <a:pos x="connsiteX122529" y="connsiteY122529"/>
              </a:cxn>
              <a:cxn ang="0">
                <a:pos x="connsiteX122530" y="connsiteY122530"/>
              </a:cxn>
              <a:cxn ang="0">
                <a:pos x="connsiteX122531" y="connsiteY122531"/>
              </a:cxn>
              <a:cxn ang="0">
                <a:pos x="connsiteX122532" y="connsiteY122532"/>
              </a:cxn>
              <a:cxn ang="0">
                <a:pos x="connsiteX122533" y="connsiteY122533"/>
              </a:cxn>
              <a:cxn ang="0">
                <a:pos x="connsiteX122534" y="connsiteY122534"/>
              </a:cxn>
              <a:cxn ang="0">
                <a:pos x="connsiteX122535" y="connsiteY122535"/>
              </a:cxn>
              <a:cxn ang="0">
                <a:pos x="connsiteX122536" y="connsiteY122536"/>
              </a:cxn>
              <a:cxn ang="0">
                <a:pos x="connsiteX122537" y="connsiteY122537"/>
              </a:cxn>
              <a:cxn ang="0">
                <a:pos x="connsiteX122538" y="connsiteY122538"/>
              </a:cxn>
              <a:cxn ang="0">
                <a:pos x="connsiteX122539" y="connsiteY122539"/>
              </a:cxn>
              <a:cxn ang="0">
                <a:pos x="connsiteX122540" y="connsiteY122540"/>
              </a:cxn>
              <a:cxn ang="0">
                <a:pos x="connsiteX122541" y="connsiteY122541"/>
              </a:cxn>
              <a:cxn ang="0">
                <a:pos x="connsiteX122542" y="connsiteY122542"/>
              </a:cxn>
              <a:cxn ang="0">
                <a:pos x="connsiteX122543" y="connsiteY122543"/>
              </a:cxn>
              <a:cxn ang="0">
                <a:pos x="connsiteX122544" y="connsiteY122544"/>
              </a:cxn>
              <a:cxn ang="0">
                <a:pos x="connsiteX122545" y="connsiteY122545"/>
              </a:cxn>
              <a:cxn ang="0">
                <a:pos x="connsiteX122546" y="connsiteY122546"/>
              </a:cxn>
              <a:cxn ang="0">
                <a:pos x="connsiteX122547" y="connsiteY122547"/>
              </a:cxn>
              <a:cxn ang="0">
                <a:pos x="connsiteX122548" y="connsiteY122548"/>
              </a:cxn>
              <a:cxn ang="0">
                <a:pos x="connsiteX122549" y="connsiteY122549"/>
              </a:cxn>
              <a:cxn ang="0">
                <a:pos x="connsiteX122550" y="connsiteY122550"/>
              </a:cxn>
              <a:cxn ang="0">
                <a:pos x="connsiteX122551" y="connsiteY122551"/>
              </a:cxn>
              <a:cxn ang="0">
                <a:pos x="connsiteX122552" y="connsiteY122552"/>
              </a:cxn>
              <a:cxn ang="0">
                <a:pos x="connsiteX122553" y="connsiteY122553"/>
              </a:cxn>
              <a:cxn ang="0">
                <a:pos x="connsiteX122554" y="connsiteY122554"/>
              </a:cxn>
              <a:cxn ang="0">
                <a:pos x="connsiteX122555" y="connsiteY122555"/>
              </a:cxn>
              <a:cxn ang="0">
                <a:pos x="connsiteX122556" y="connsiteY122556"/>
              </a:cxn>
              <a:cxn ang="0">
                <a:pos x="connsiteX122557" y="connsiteY122557"/>
              </a:cxn>
              <a:cxn ang="0">
                <a:pos x="connsiteX122558" y="connsiteY122558"/>
              </a:cxn>
              <a:cxn ang="0">
                <a:pos x="connsiteX122559" y="connsiteY122559"/>
              </a:cxn>
              <a:cxn ang="0">
                <a:pos x="connsiteX122560" y="connsiteY122560"/>
              </a:cxn>
              <a:cxn ang="0">
                <a:pos x="connsiteX122561" y="connsiteY122561"/>
              </a:cxn>
              <a:cxn ang="0">
                <a:pos x="connsiteX122562" y="connsiteY122562"/>
              </a:cxn>
              <a:cxn ang="0">
                <a:pos x="connsiteX122563" y="connsiteY122563"/>
              </a:cxn>
              <a:cxn ang="0">
                <a:pos x="connsiteX122564" y="connsiteY122564"/>
              </a:cxn>
              <a:cxn ang="0">
                <a:pos x="connsiteX122565" y="connsiteY122565"/>
              </a:cxn>
              <a:cxn ang="0">
                <a:pos x="connsiteX122566" y="connsiteY122566"/>
              </a:cxn>
              <a:cxn ang="0">
                <a:pos x="connsiteX122567" y="connsiteY122567"/>
              </a:cxn>
              <a:cxn ang="0">
                <a:pos x="connsiteX122568" y="connsiteY122568"/>
              </a:cxn>
              <a:cxn ang="0">
                <a:pos x="connsiteX122569" y="connsiteY122569"/>
              </a:cxn>
              <a:cxn ang="0">
                <a:pos x="connsiteX122570" y="connsiteY122570"/>
              </a:cxn>
              <a:cxn ang="0">
                <a:pos x="connsiteX122571" y="connsiteY122571"/>
              </a:cxn>
              <a:cxn ang="0">
                <a:pos x="connsiteX122572" y="connsiteY122572"/>
              </a:cxn>
              <a:cxn ang="0">
                <a:pos x="connsiteX122573" y="connsiteY122573"/>
              </a:cxn>
              <a:cxn ang="0">
                <a:pos x="connsiteX122574" y="connsiteY122574"/>
              </a:cxn>
              <a:cxn ang="0">
                <a:pos x="connsiteX122575" y="connsiteY122575"/>
              </a:cxn>
              <a:cxn ang="0">
                <a:pos x="connsiteX122576" y="connsiteY122576"/>
              </a:cxn>
              <a:cxn ang="0">
                <a:pos x="connsiteX122577" y="connsiteY122577"/>
              </a:cxn>
              <a:cxn ang="0">
                <a:pos x="connsiteX122578" y="connsiteY122578"/>
              </a:cxn>
              <a:cxn ang="0">
                <a:pos x="connsiteX122579" y="connsiteY122579"/>
              </a:cxn>
              <a:cxn ang="0">
                <a:pos x="connsiteX122580" y="connsiteY122580"/>
              </a:cxn>
              <a:cxn ang="0">
                <a:pos x="connsiteX122581" y="connsiteY122581"/>
              </a:cxn>
              <a:cxn ang="0">
                <a:pos x="connsiteX122582" y="connsiteY122582"/>
              </a:cxn>
              <a:cxn ang="0">
                <a:pos x="connsiteX122583" y="connsiteY122583"/>
              </a:cxn>
              <a:cxn ang="0">
                <a:pos x="connsiteX122584" y="connsiteY122584"/>
              </a:cxn>
              <a:cxn ang="0">
                <a:pos x="connsiteX122585" y="connsiteY122585"/>
              </a:cxn>
              <a:cxn ang="0">
                <a:pos x="connsiteX122586" y="connsiteY122586"/>
              </a:cxn>
              <a:cxn ang="0">
                <a:pos x="connsiteX122587" y="connsiteY122587"/>
              </a:cxn>
              <a:cxn ang="0">
                <a:pos x="connsiteX122588" y="connsiteY122588"/>
              </a:cxn>
              <a:cxn ang="0">
                <a:pos x="connsiteX122589" y="connsiteY122589"/>
              </a:cxn>
              <a:cxn ang="0">
                <a:pos x="connsiteX122590" y="connsiteY122590"/>
              </a:cxn>
              <a:cxn ang="0">
                <a:pos x="connsiteX122591" y="connsiteY122591"/>
              </a:cxn>
              <a:cxn ang="0">
                <a:pos x="connsiteX122592" y="connsiteY122592"/>
              </a:cxn>
              <a:cxn ang="0">
                <a:pos x="connsiteX122593" y="connsiteY122593"/>
              </a:cxn>
              <a:cxn ang="0">
                <a:pos x="connsiteX122594" y="connsiteY122594"/>
              </a:cxn>
              <a:cxn ang="0">
                <a:pos x="connsiteX122595" y="connsiteY122595"/>
              </a:cxn>
              <a:cxn ang="0">
                <a:pos x="connsiteX122596" y="connsiteY122596"/>
              </a:cxn>
              <a:cxn ang="0">
                <a:pos x="connsiteX122597" y="connsiteY122597"/>
              </a:cxn>
              <a:cxn ang="0">
                <a:pos x="connsiteX122598" y="connsiteY122598"/>
              </a:cxn>
              <a:cxn ang="0">
                <a:pos x="connsiteX122599" y="connsiteY122599"/>
              </a:cxn>
              <a:cxn ang="0">
                <a:pos x="connsiteX122600" y="connsiteY122600"/>
              </a:cxn>
              <a:cxn ang="0">
                <a:pos x="connsiteX122601" y="connsiteY122601"/>
              </a:cxn>
              <a:cxn ang="0">
                <a:pos x="connsiteX122602" y="connsiteY122602"/>
              </a:cxn>
              <a:cxn ang="0">
                <a:pos x="connsiteX122603" y="connsiteY122603"/>
              </a:cxn>
              <a:cxn ang="0">
                <a:pos x="connsiteX122604" y="connsiteY122604"/>
              </a:cxn>
              <a:cxn ang="0">
                <a:pos x="connsiteX122605" y="connsiteY122605"/>
              </a:cxn>
              <a:cxn ang="0">
                <a:pos x="connsiteX122606" y="connsiteY122606"/>
              </a:cxn>
              <a:cxn ang="0">
                <a:pos x="connsiteX122607" y="connsiteY122607"/>
              </a:cxn>
              <a:cxn ang="0">
                <a:pos x="connsiteX122608" y="connsiteY122608"/>
              </a:cxn>
              <a:cxn ang="0">
                <a:pos x="connsiteX122609" y="connsiteY122609"/>
              </a:cxn>
              <a:cxn ang="0">
                <a:pos x="connsiteX122610" y="connsiteY122610"/>
              </a:cxn>
              <a:cxn ang="0">
                <a:pos x="connsiteX122611" y="connsiteY122611"/>
              </a:cxn>
              <a:cxn ang="0">
                <a:pos x="connsiteX122612" y="connsiteY122612"/>
              </a:cxn>
              <a:cxn ang="0">
                <a:pos x="connsiteX122613" y="connsiteY122613"/>
              </a:cxn>
              <a:cxn ang="0">
                <a:pos x="connsiteX122614" y="connsiteY122614"/>
              </a:cxn>
              <a:cxn ang="0">
                <a:pos x="connsiteX122615" y="connsiteY122615"/>
              </a:cxn>
              <a:cxn ang="0">
                <a:pos x="connsiteX122616" y="connsiteY122616"/>
              </a:cxn>
              <a:cxn ang="0">
                <a:pos x="connsiteX122617" y="connsiteY122617"/>
              </a:cxn>
              <a:cxn ang="0">
                <a:pos x="connsiteX122618" y="connsiteY122618"/>
              </a:cxn>
              <a:cxn ang="0">
                <a:pos x="connsiteX122619" y="connsiteY122619"/>
              </a:cxn>
              <a:cxn ang="0">
                <a:pos x="connsiteX122620" y="connsiteY122620"/>
              </a:cxn>
              <a:cxn ang="0">
                <a:pos x="connsiteX122621" y="connsiteY122621"/>
              </a:cxn>
              <a:cxn ang="0">
                <a:pos x="connsiteX122622" y="connsiteY122622"/>
              </a:cxn>
              <a:cxn ang="0">
                <a:pos x="connsiteX122623" y="connsiteY122623"/>
              </a:cxn>
              <a:cxn ang="0">
                <a:pos x="connsiteX122624" y="connsiteY122624"/>
              </a:cxn>
              <a:cxn ang="0">
                <a:pos x="connsiteX122625" y="connsiteY122625"/>
              </a:cxn>
              <a:cxn ang="0">
                <a:pos x="connsiteX122626" y="connsiteY122626"/>
              </a:cxn>
              <a:cxn ang="0">
                <a:pos x="connsiteX122627" y="connsiteY122627"/>
              </a:cxn>
              <a:cxn ang="0">
                <a:pos x="connsiteX122628" y="connsiteY122628"/>
              </a:cxn>
              <a:cxn ang="0">
                <a:pos x="connsiteX122629" y="connsiteY122629"/>
              </a:cxn>
              <a:cxn ang="0">
                <a:pos x="connsiteX122630" y="connsiteY122630"/>
              </a:cxn>
              <a:cxn ang="0">
                <a:pos x="connsiteX122631" y="connsiteY122631"/>
              </a:cxn>
              <a:cxn ang="0">
                <a:pos x="connsiteX122632" y="connsiteY122632"/>
              </a:cxn>
              <a:cxn ang="0">
                <a:pos x="connsiteX122633" y="connsiteY122633"/>
              </a:cxn>
              <a:cxn ang="0">
                <a:pos x="connsiteX122634" y="connsiteY122634"/>
              </a:cxn>
              <a:cxn ang="0">
                <a:pos x="connsiteX122635" y="connsiteY122635"/>
              </a:cxn>
              <a:cxn ang="0">
                <a:pos x="connsiteX122636" y="connsiteY122636"/>
              </a:cxn>
              <a:cxn ang="0">
                <a:pos x="connsiteX122637" y="connsiteY122637"/>
              </a:cxn>
              <a:cxn ang="0">
                <a:pos x="connsiteX122638" y="connsiteY122638"/>
              </a:cxn>
              <a:cxn ang="0">
                <a:pos x="connsiteX122639" y="connsiteY122639"/>
              </a:cxn>
              <a:cxn ang="0">
                <a:pos x="connsiteX122640" y="connsiteY122640"/>
              </a:cxn>
              <a:cxn ang="0">
                <a:pos x="connsiteX122641" y="connsiteY122641"/>
              </a:cxn>
              <a:cxn ang="0">
                <a:pos x="connsiteX122642" y="connsiteY122642"/>
              </a:cxn>
              <a:cxn ang="0">
                <a:pos x="connsiteX122643" y="connsiteY122643"/>
              </a:cxn>
              <a:cxn ang="0">
                <a:pos x="connsiteX122644" y="connsiteY122644"/>
              </a:cxn>
              <a:cxn ang="0">
                <a:pos x="connsiteX122645" y="connsiteY122645"/>
              </a:cxn>
              <a:cxn ang="0">
                <a:pos x="connsiteX122646" y="connsiteY122646"/>
              </a:cxn>
              <a:cxn ang="0">
                <a:pos x="connsiteX122647" y="connsiteY122647"/>
              </a:cxn>
              <a:cxn ang="0">
                <a:pos x="connsiteX122648" y="connsiteY122648"/>
              </a:cxn>
              <a:cxn ang="0">
                <a:pos x="connsiteX122649" y="connsiteY122649"/>
              </a:cxn>
              <a:cxn ang="0">
                <a:pos x="connsiteX122650" y="connsiteY122650"/>
              </a:cxn>
              <a:cxn ang="0">
                <a:pos x="connsiteX122651" y="connsiteY122651"/>
              </a:cxn>
              <a:cxn ang="0">
                <a:pos x="connsiteX122652" y="connsiteY122652"/>
              </a:cxn>
              <a:cxn ang="0">
                <a:pos x="connsiteX122653" y="connsiteY122653"/>
              </a:cxn>
              <a:cxn ang="0">
                <a:pos x="connsiteX122654" y="connsiteY122654"/>
              </a:cxn>
              <a:cxn ang="0">
                <a:pos x="connsiteX122655" y="connsiteY122655"/>
              </a:cxn>
              <a:cxn ang="0">
                <a:pos x="connsiteX122656" y="connsiteY122656"/>
              </a:cxn>
              <a:cxn ang="0">
                <a:pos x="connsiteX122657" y="connsiteY122657"/>
              </a:cxn>
              <a:cxn ang="0">
                <a:pos x="connsiteX122658" y="connsiteY122658"/>
              </a:cxn>
              <a:cxn ang="0">
                <a:pos x="connsiteX122659" y="connsiteY122659"/>
              </a:cxn>
              <a:cxn ang="0">
                <a:pos x="connsiteX122660" y="connsiteY122660"/>
              </a:cxn>
              <a:cxn ang="0">
                <a:pos x="connsiteX122661" y="connsiteY122661"/>
              </a:cxn>
              <a:cxn ang="0">
                <a:pos x="connsiteX122662" y="connsiteY122662"/>
              </a:cxn>
              <a:cxn ang="0">
                <a:pos x="connsiteX122663" y="connsiteY122663"/>
              </a:cxn>
              <a:cxn ang="0">
                <a:pos x="connsiteX122664" y="connsiteY122664"/>
              </a:cxn>
              <a:cxn ang="0">
                <a:pos x="connsiteX122665" y="connsiteY122665"/>
              </a:cxn>
              <a:cxn ang="0">
                <a:pos x="connsiteX122666" y="connsiteY122666"/>
              </a:cxn>
              <a:cxn ang="0">
                <a:pos x="connsiteX122667" y="connsiteY122667"/>
              </a:cxn>
              <a:cxn ang="0">
                <a:pos x="connsiteX122668" y="connsiteY122668"/>
              </a:cxn>
              <a:cxn ang="0">
                <a:pos x="connsiteX122669" y="connsiteY122669"/>
              </a:cxn>
              <a:cxn ang="0">
                <a:pos x="connsiteX122670" y="connsiteY122670"/>
              </a:cxn>
              <a:cxn ang="0">
                <a:pos x="connsiteX122671" y="connsiteY122671"/>
              </a:cxn>
              <a:cxn ang="0">
                <a:pos x="connsiteX122672" y="connsiteY122672"/>
              </a:cxn>
              <a:cxn ang="0">
                <a:pos x="connsiteX122673" y="connsiteY122673"/>
              </a:cxn>
              <a:cxn ang="0">
                <a:pos x="connsiteX122674" y="connsiteY122674"/>
              </a:cxn>
              <a:cxn ang="0">
                <a:pos x="connsiteX122675" y="connsiteY122675"/>
              </a:cxn>
              <a:cxn ang="0">
                <a:pos x="connsiteX122676" y="connsiteY122676"/>
              </a:cxn>
              <a:cxn ang="0">
                <a:pos x="connsiteX122677" y="connsiteY122677"/>
              </a:cxn>
              <a:cxn ang="0">
                <a:pos x="connsiteX122678" y="connsiteY122678"/>
              </a:cxn>
              <a:cxn ang="0">
                <a:pos x="connsiteX122679" y="connsiteY122679"/>
              </a:cxn>
              <a:cxn ang="0">
                <a:pos x="connsiteX122680" y="connsiteY122680"/>
              </a:cxn>
              <a:cxn ang="0">
                <a:pos x="connsiteX122681" y="connsiteY122681"/>
              </a:cxn>
              <a:cxn ang="0">
                <a:pos x="connsiteX122682" y="connsiteY122682"/>
              </a:cxn>
              <a:cxn ang="0">
                <a:pos x="connsiteX122683" y="connsiteY122683"/>
              </a:cxn>
              <a:cxn ang="0">
                <a:pos x="connsiteX122684" y="connsiteY122684"/>
              </a:cxn>
              <a:cxn ang="0">
                <a:pos x="connsiteX122685" y="connsiteY122685"/>
              </a:cxn>
              <a:cxn ang="0">
                <a:pos x="connsiteX122686" y="connsiteY122686"/>
              </a:cxn>
              <a:cxn ang="0">
                <a:pos x="connsiteX122687" y="connsiteY122687"/>
              </a:cxn>
              <a:cxn ang="0">
                <a:pos x="connsiteX122688" y="connsiteY122688"/>
              </a:cxn>
              <a:cxn ang="0">
                <a:pos x="connsiteX122689" y="connsiteY122689"/>
              </a:cxn>
              <a:cxn ang="0">
                <a:pos x="connsiteX122690" y="connsiteY122690"/>
              </a:cxn>
              <a:cxn ang="0">
                <a:pos x="connsiteX122691" y="connsiteY122691"/>
              </a:cxn>
              <a:cxn ang="0">
                <a:pos x="connsiteX122692" y="connsiteY122692"/>
              </a:cxn>
              <a:cxn ang="0">
                <a:pos x="connsiteX122693" y="connsiteY122693"/>
              </a:cxn>
              <a:cxn ang="0">
                <a:pos x="connsiteX122694" y="connsiteY122694"/>
              </a:cxn>
              <a:cxn ang="0">
                <a:pos x="connsiteX122695" y="connsiteY122695"/>
              </a:cxn>
              <a:cxn ang="0">
                <a:pos x="connsiteX122696" y="connsiteY122696"/>
              </a:cxn>
              <a:cxn ang="0">
                <a:pos x="connsiteX122697" y="connsiteY122697"/>
              </a:cxn>
              <a:cxn ang="0">
                <a:pos x="connsiteX122698" y="connsiteY122698"/>
              </a:cxn>
              <a:cxn ang="0">
                <a:pos x="connsiteX122699" y="connsiteY122699"/>
              </a:cxn>
              <a:cxn ang="0">
                <a:pos x="connsiteX122700" y="connsiteY122700"/>
              </a:cxn>
              <a:cxn ang="0">
                <a:pos x="connsiteX122701" y="connsiteY122701"/>
              </a:cxn>
              <a:cxn ang="0">
                <a:pos x="connsiteX122702" y="connsiteY122702"/>
              </a:cxn>
              <a:cxn ang="0">
                <a:pos x="connsiteX122703" y="connsiteY122703"/>
              </a:cxn>
              <a:cxn ang="0">
                <a:pos x="connsiteX122704" y="connsiteY122704"/>
              </a:cxn>
              <a:cxn ang="0">
                <a:pos x="connsiteX122705" y="connsiteY122705"/>
              </a:cxn>
              <a:cxn ang="0">
                <a:pos x="connsiteX122706" y="connsiteY122706"/>
              </a:cxn>
              <a:cxn ang="0">
                <a:pos x="connsiteX122707" y="connsiteY122707"/>
              </a:cxn>
              <a:cxn ang="0">
                <a:pos x="connsiteX122708" y="connsiteY122708"/>
              </a:cxn>
              <a:cxn ang="0">
                <a:pos x="connsiteX122709" y="connsiteY122709"/>
              </a:cxn>
              <a:cxn ang="0">
                <a:pos x="connsiteX122710" y="connsiteY122710"/>
              </a:cxn>
              <a:cxn ang="0">
                <a:pos x="connsiteX122711" y="connsiteY122711"/>
              </a:cxn>
              <a:cxn ang="0">
                <a:pos x="connsiteX122712" y="connsiteY122712"/>
              </a:cxn>
              <a:cxn ang="0">
                <a:pos x="connsiteX122713" y="connsiteY122713"/>
              </a:cxn>
              <a:cxn ang="0">
                <a:pos x="connsiteX122714" y="connsiteY122714"/>
              </a:cxn>
              <a:cxn ang="0">
                <a:pos x="connsiteX122715" y="connsiteY122715"/>
              </a:cxn>
              <a:cxn ang="0">
                <a:pos x="connsiteX122716" y="connsiteY122716"/>
              </a:cxn>
              <a:cxn ang="0">
                <a:pos x="connsiteX122717" y="connsiteY122717"/>
              </a:cxn>
              <a:cxn ang="0">
                <a:pos x="connsiteX122718" y="connsiteY122718"/>
              </a:cxn>
              <a:cxn ang="0">
                <a:pos x="connsiteX122719" y="connsiteY122719"/>
              </a:cxn>
              <a:cxn ang="0">
                <a:pos x="connsiteX122720" y="connsiteY122720"/>
              </a:cxn>
              <a:cxn ang="0">
                <a:pos x="connsiteX122721" y="connsiteY122721"/>
              </a:cxn>
              <a:cxn ang="0">
                <a:pos x="connsiteX122722" y="connsiteY122722"/>
              </a:cxn>
              <a:cxn ang="0">
                <a:pos x="connsiteX122723" y="connsiteY122723"/>
              </a:cxn>
              <a:cxn ang="0">
                <a:pos x="connsiteX122724" y="connsiteY122724"/>
              </a:cxn>
              <a:cxn ang="0">
                <a:pos x="connsiteX122725" y="connsiteY122725"/>
              </a:cxn>
              <a:cxn ang="0">
                <a:pos x="connsiteX122726" y="connsiteY122726"/>
              </a:cxn>
              <a:cxn ang="0">
                <a:pos x="connsiteX122727" y="connsiteY122727"/>
              </a:cxn>
              <a:cxn ang="0">
                <a:pos x="connsiteX122728" y="connsiteY122728"/>
              </a:cxn>
              <a:cxn ang="0">
                <a:pos x="connsiteX122729" y="connsiteY122729"/>
              </a:cxn>
              <a:cxn ang="0">
                <a:pos x="connsiteX122730" y="connsiteY122730"/>
              </a:cxn>
              <a:cxn ang="0">
                <a:pos x="connsiteX122731" y="connsiteY122731"/>
              </a:cxn>
              <a:cxn ang="0">
                <a:pos x="connsiteX122732" y="connsiteY122732"/>
              </a:cxn>
              <a:cxn ang="0">
                <a:pos x="connsiteX122733" y="connsiteY122733"/>
              </a:cxn>
              <a:cxn ang="0">
                <a:pos x="connsiteX122734" y="connsiteY122734"/>
              </a:cxn>
              <a:cxn ang="0">
                <a:pos x="connsiteX122735" y="connsiteY122735"/>
              </a:cxn>
              <a:cxn ang="0">
                <a:pos x="connsiteX122736" y="connsiteY122736"/>
              </a:cxn>
              <a:cxn ang="0">
                <a:pos x="connsiteX122737" y="connsiteY122737"/>
              </a:cxn>
              <a:cxn ang="0">
                <a:pos x="connsiteX122738" y="connsiteY122738"/>
              </a:cxn>
              <a:cxn ang="0">
                <a:pos x="connsiteX122739" y="connsiteY122739"/>
              </a:cxn>
              <a:cxn ang="0">
                <a:pos x="connsiteX122740" y="connsiteY122740"/>
              </a:cxn>
              <a:cxn ang="0">
                <a:pos x="connsiteX122741" y="connsiteY122741"/>
              </a:cxn>
              <a:cxn ang="0">
                <a:pos x="connsiteX122742" y="connsiteY122742"/>
              </a:cxn>
              <a:cxn ang="0">
                <a:pos x="connsiteX122743" y="connsiteY122743"/>
              </a:cxn>
              <a:cxn ang="0">
                <a:pos x="connsiteX122744" y="connsiteY122744"/>
              </a:cxn>
              <a:cxn ang="0">
                <a:pos x="connsiteX122745" y="connsiteY122745"/>
              </a:cxn>
              <a:cxn ang="0">
                <a:pos x="connsiteX122746" y="connsiteY122746"/>
              </a:cxn>
              <a:cxn ang="0">
                <a:pos x="connsiteX122747" y="connsiteY122747"/>
              </a:cxn>
              <a:cxn ang="0">
                <a:pos x="connsiteX122748" y="connsiteY122748"/>
              </a:cxn>
              <a:cxn ang="0">
                <a:pos x="connsiteX122749" y="connsiteY122749"/>
              </a:cxn>
              <a:cxn ang="0">
                <a:pos x="connsiteX122750" y="connsiteY122750"/>
              </a:cxn>
              <a:cxn ang="0">
                <a:pos x="connsiteX122751" y="connsiteY122751"/>
              </a:cxn>
              <a:cxn ang="0">
                <a:pos x="connsiteX122752" y="connsiteY122752"/>
              </a:cxn>
              <a:cxn ang="0">
                <a:pos x="connsiteX122753" y="connsiteY122753"/>
              </a:cxn>
              <a:cxn ang="0">
                <a:pos x="connsiteX122754" y="connsiteY122754"/>
              </a:cxn>
              <a:cxn ang="0">
                <a:pos x="connsiteX122755" y="connsiteY122755"/>
              </a:cxn>
              <a:cxn ang="0">
                <a:pos x="connsiteX122756" y="connsiteY122756"/>
              </a:cxn>
              <a:cxn ang="0">
                <a:pos x="connsiteX122757" y="connsiteY122757"/>
              </a:cxn>
              <a:cxn ang="0">
                <a:pos x="connsiteX122758" y="connsiteY122758"/>
              </a:cxn>
              <a:cxn ang="0">
                <a:pos x="connsiteX122759" y="connsiteY122759"/>
              </a:cxn>
              <a:cxn ang="0">
                <a:pos x="connsiteX122760" y="connsiteY122760"/>
              </a:cxn>
              <a:cxn ang="0">
                <a:pos x="connsiteX122761" y="connsiteY122761"/>
              </a:cxn>
              <a:cxn ang="0">
                <a:pos x="connsiteX122762" y="connsiteY122762"/>
              </a:cxn>
              <a:cxn ang="0">
                <a:pos x="connsiteX122763" y="connsiteY122763"/>
              </a:cxn>
              <a:cxn ang="0">
                <a:pos x="connsiteX122764" y="connsiteY122764"/>
              </a:cxn>
              <a:cxn ang="0">
                <a:pos x="connsiteX122765" y="connsiteY122765"/>
              </a:cxn>
              <a:cxn ang="0">
                <a:pos x="connsiteX122766" y="connsiteY122766"/>
              </a:cxn>
              <a:cxn ang="0">
                <a:pos x="connsiteX122767" y="connsiteY122767"/>
              </a:cxn>
              <a:cxn ang="0">
                <a:pos x="connsiteX122768" y="connsiteY122768"/>
              </a:cxn>
              <a:cxn ang="0">
                <a:pos x="connsiteX122769" y="connsiteY122769"/>
              </a:cxn>
              <a:cxn ang="0">
                <a:pos x="connsiteX122770" y="connsiteY122770"/>
              </a:cxn>
              <a:cxn ang="0">
                <a:pos x="connsiteX122771" y="connsiteY122771"/>
              </a:cxn>
              <a:cxn ang="0">
                <a:pos x="connsiteX122772" y="connsiteY122772"/>
              </a:cxn>
              <a:cxn ang="0">
                <a:pos x="connsiteX122773" y="connsiteY122773"/>
              </a:cxn>
              <a:cxn ang="0">
                <a:pos x="connsiteX122774" y="connsiteY122774"/>
              </a:cxn>
              <a:cxn ang="0">
                <a:pos x="connsiteX122775" y="connsiteY122775"/>
              </a:cxn>
              <a:cxn ang="0">
                <a:pos x="connsiteX122776" y="connsiteY122776"/>
              </a:cxn>
              <a:cxn ang="0">
                <a:pos x="connsiteX122777" y="connsiteY122777"/>
              </a:cxn>
              <a:cxn ang="0">
                <a:pos x="connsiteX122778" y="connsiteY122778"/>
              </a:cxn>
              <a:cxn ang="0">
                <a:pos x="connsiteX122779" y="connsiteY122779"/>
              </a:cxn>
              <a:cxn ang="0">
                <a:pos x="connsiteX122780" y="connsiteY122780"/>
              </a:cxn>
              <a:cxn ang="0">
                <a:pos x="connsiteX122781" y="connsiteY122781"/>
              </a:cxn>
              <a:cxn ang="0">
                <a:pos x="connsiteX122782" y="connsiteY122782"/>
              </a:cxn>
              <a:cxn ang="0">
                <a:pos x="connsiteX122783" y="connsiteY122783"/>
              </a:cxn>
              <a:cxn ang="0">
                <a:pos x="connsiteX122784" y="connsiteY122784"/>
              </a:cxn>
              <a:cxn ang="0">
                <a:pos x="connsiteX122785" y="connsiteY122785"/>
              </a:cxn>
              <a:cxn ang="0">
                <a:pos x="connsiteX122786" y="connsiteY122786"/>
              </a:cxn>
              <a:cxn ang="0">
                <a:pos x="connsiteX122787" y="connsiteY122787"/>
              </a:cxn>
              <a:cxn ang="0">
                <a:pos x="connsiteX122788" y="connsiteY122788"/>
              </a:cxn>
              <a:cxn ang="0">
                <a:pos x="connsiteX122789" y="connsiteY122789"/>
              </a:cxn>
              <a:cxn ang="0">
                <a:pos x="connsiteX122790" y="connsiteY122790"/>
              </a:cxn>
              <a:cxn ang="0">
                <a:pos x="connsiteX122791" y="connsiteY122791"/>
              </a:cxn>
              <a:cxn ang="0">
                <a:pos x="connsiteX122792" y="connsiteY122792"/>
              </a:cxn>
              <a:cxn ang="0">
                <a:pos x="connsiteX122793" y="connsiteY122793"/>
              </a:cxn>
              <a:cxn ang="0">
                <a:pos x="connsiteX122794" y="connsiteY122794"/>
              </a:cxn>
              <a:cxn ang="0">
                <a:pos x="connsiteX122795" y="connsiteY122795"/>
              </a:cxn>
              <a:cxn ang="0">
                <a:pos x="connsiteX122796" y="connsiteY122796"/>
              </a:cxn>
              <a:cxn ang="0">
                <a:pos x="connsiteX122797" y="connsiteY122797"/>
              </a:cxn>
              <a:cxn ang="0">
                <a:pos x="connsiteX122798" y="connsiteY122798"/>
              </a:cxn>
              <a:cxn ang="0">
                <a:pos x="connsiteX122799" y="connsiteY122799"/>
              </a:cxn>
              <a:cxn ang="0">
                <a:pos x="connsiteX122800" y="connsiteY122800"/>
              </a:cxn>
              <a:cxn ang="0">
                <a:pos x="connsiteX122801" y="connsiteY122801"/>
              </a:cxn>
              <a:cxn ang="0">
                <a:pos x="connsiteX122802" y="connsiteY122802"/>
              </a:cxn>
              <a:cxn ang="0">
                <a:pos x="connsiteX122803" y="connsiteY122803"/>
              </a:cxn>
              <a:cxn ang="0">
                <a:pos x="connsiteX122804" y="connsiteY122804"/>
              </a:cxn>
              <a:cxn ang="0">
                <a:pos x="connsiteX122805" y="connsiteY122805"/>
              </a:cxn>
              <a:cxn ang="0">
                <a:pos x="connsiteX122806" y="connsiteY122806"/>
              </a:cxn>
              <a:cxn ang="0">
                <a:pos x="connsiteX122807" y="connsiteY122807"/>
              </a:cxn>
              <a:cxn ang="0">
                <a:pos x="connsiteX122808" y="connsiteY122808"/>
              </a:cxn>
              <a:cxn ang="0">
                <a:pos x="connsiteX122809" y="connsiteY122809"/>
              </a:cxn>
              <a:cxn ang="0">
                <a:pos x="connsiteX122810" y="connsiteY122810"/>
              </a:cxn>
              <a:cxn ang="0">
                <a:pos x="connsiteX122811" y="connsiteY122811"/>
              </a:cxn>
              <a:cxn ang="0">
                <a:pos x="connsiteX122812" y="connsiteY122812"/>
              </a:cxn>
              <a:cxn ang="0">
                <a:pos x="connsiteX122813" y="connsiteY122813"/>
              </a:cxn>
              <a:cxn ang="0">
                <a:pos x="connsiteX122814" y="connsiteY122814"/>
              </a:cxn>
              <a:cxn ang="0">
                <a:pos x="connsiteX122815" y="connsiteY122815"/>
              </a:cxn>
              <a:cxn ang="0">
                <a:pos x="connsiteX122816" y="connsiteY122816"/>
              </a:cxn>
              <a:cxn ang="0">
                <a:pos x="connsiteX122817" y="connsiteY122817"/>
              </a:cxn>
              <a:cxn ang="0">
                <a:pos x="connsiteX122818" y="connsiteY122818"/>
              </a:cxn>
              <a:cxn ang="0">
                <a:pos x="connsiteX122819" y="connsiteY122819"/>
              </a:cxn>
              <a:cxn ang="0">
                <a:pos x="connsiteX122820" y="connsiteY122820"/>
              </a:cxn>
              <a:cxn ang="0">
                <a:pos x="connsiteX122821" y="connsiteY122821"/>
              </a:cxn>
              <a:cxn ang="0">
                <a:pos x="connsiteX122822" y="connsiteY122822"/>
              </a:cxn>
              <a:cxn ang="0">
                <a:pos x="connsiteX122823" y="connsiteY122823"/>
              </a:cxn>
              <a:cxn ang="0">
                <a:pos x="connsiteX122824" y="connsiteY122824"/>
              </a:cxn>
              <a:cxn ang="0">
                <a:pos x="connsiteX122825" y="connsiteY122825"/>
              </a:cxn>
              <a:cxn ang="0">
                <a:pos x="connsiteX122826" y="connsiteY122826"/>
              </a:cxn>
              <a:cxn ang="0">
                <a:pos x="connsiteX122827" y="connsiteY122827"/>
              </a:cxn>
              <a:cxn ang="0">
                <a:pos x="connsiteX122828" y="connsiteY122828"/>
              </a:cxn>
              <a:cxn ang="0">
                <a:pos x="connsiteX122829" y="connsiteY122829"/>
              </a:cxn>
              <a:cxn ang="0">
                <a:pos x="connsiteX122830" y="connsiteY122830"/>
              </a:cxn>
              <a:cxn ang="0">
                <a:pos x="connsiteX122831" y="connsiteY122831"/>
              </a:cxn>
              <a:cxn ang="0">
                <a:pos x="connsiteX122832" y="connsiteY122832"/>
              </a:cxn>
              <a:cxn ang="0">
                <a:pos x="connsiteX122833" y="connsiteY122833"/>
              </a:cxn>
              <a:cxn ang="0">
                <a:pos x="connsiteX122834" y="connsiteY122834"/>
              </a:cxn>
              <a:cxn ang="0">
                <a:pos x="connsiteX122835" y="connsiteY122835"/>
              </a:cxn>
              <a:cxn ang="0">
                <a:pos x="connsiteX122836" y="connsiteY122836"/>
              </a:cxn>
              <a:cxn ang="0">
                <a:pos x="connsiteX122837" y="connsiteY122837"/>
              </a:cxn>
              <a:cxn ang="0">
                <a:pos x="connsiteX122838" y="connsiteY122838"/>
              </a:cxn>
              <a:cxn ang="0">
                <a:pos x="connsiteX122839" y="connsiteY122839"/>
              </a:cxn>
              <a:cxn ang="0">
                <a:pos x="connsiteX122840" y="connsiteY122840"/>
              </a:cxn>
              <a:cxn ang="0">
                <a:pos x="connsiteX122841" y="connsiteY122841"/>
              </a:cxn>
              <a:cxn ang="0">
                <a:pos x="connsiteX122842" y="connsiteY122842"/>
              </a:cxn>
              <a:cxn ang="0">
                <a:pos x="connsiteX122843" y="connsiteY122843"/>
              </a:cxn>
              <a:cxn ang="0">
                <a:pos x="connsiteX122844" y="connsiteY122844"/>
              </a:cxn>
              <a:cxn ang="0">
                <a:pos x="connsiteX122845" y="connsiteY122845"/>
              </a:cxn>
              <a:cxn ang="0">
                <a:pos x="connsiteX122846" y="connsiteY122846"/>
              </a:cxn>
              <a:cxn ang="0">
                <a:pos x="connsiteX122847" y="connsiteY122847"/>
              </a:cxn>
              <a:cxn ang="0">
                <a:pos x="connsiteX122848" y="connsiteY122848"/>
              </a:cxn>
              <a:cxn ang="0">
                <a:pos x="connsiteX122849" y="connsiteY122849"/>
              </a:cxn>
              <a:cxn ang="0">
                <a:pos x="connsiteX122850" y="connsiteY122850"/>
              </a:cxn>
              <a:cxn ang="0">
                <a:pos x="connsiteX122851" y="connsiteY122851"/>
              </a:cxn>
              <a:cxn ang="0">
                <a:pos x="connsiteX122852" y="connsiteY122852"/>
              </a:cxn>
              <a:cxn ang="0">
                <a:pos x="connsiteX122853" y="connsiteY122853"/>
              </a:cxn>
              <a:cxn ang="0">
                <a:pos x="connsiteX122854" y="connsiteY122854"/>
              </a:cxn>
              <a:cxn ang="0">
                <a:pos x="connsiteX122855" y="connsiteY122855"/>
              </a:cxn>
              <a:cxn ang="0">
                <a:pos x="connsiteX122856" y="connsiteY122856"/>
              </a:cxn>
              <a:cxn ang="0">
                <a:pos x="connsiteX122857" y="connsiteY122857"/>
              </a:cxn>
              <a:cxn ang="0">
                <a:pos x="connsiteX122858" y="connsiteY122858"/>
              </a:cxn>
              <a:cxn ang="0">
                <a:pos x="connsiteX122859" y="connsiteY122859"/>
              </a:cxn>
              <a:cxn ang="0">
                <a:pos x="connsiteX122860" y="connsiteY122860"/>
              </a:cxn>
              <a:cxn ang="0">
                <a:pos x="connsiteX122861" y="connsiteY122861"/>
              </a:cxn>
              <a:cxn ang="0">
                <a:pos x="connsiteX122862" y="connsiteY122862"/>
              </a:cxn>
              <a:cxn ang="0">
                <a:pos x="connsiteX122863" y="connsiteY122863"/>
              </a:cxn>
              <a:cxn ang="0">
                <a:pos x="connsiteX122864" y="connsiteY122864"/>
              </a:cxn>
              <a:cxn ang="0">
                <a:pos x="connsiteX122865" y="connsiteY122865"/>
              </a:cxn>
              <a:cxn ang="0">
                <a:pos x="connsiteX122866" y="connsiteY122866"/>
              </a:cxn>
              <a:cxn ang="0">
                <a:pos x="connsiteX122867" y="connsiteY122867"/>
              </a:cxn>
              <a:cxn ang="0">
                <a:pos x="connsiteX122868" y="connsiteY122868"/>
              </a:cxn>
              <a:cxn ang="0">
                <a:pos x="connsiteX122869" y="connsiteY122869"/>
              </a:cxn>
              <a:cxn ang="0">
                <a:pos x="connsiteX122870" y="connsiteY122870"/>
              </a:cxn>
              <a:cxn ang="0">
                <a:pos x="connsiteX122871" y="connsiteY122871"/>
              </a:cxn>
              <a:cxn ang="0">
                <a:pos x="connsiteX122872" y="connsiteY122872"/>
              </a:cxn>
              <a:cxn ang="0">
                <a:pos x="connsiteX122873" y="connsiteY122873"/>
              </a:cxn>
              <a:cxn ang="0">
                <a:pos x="connsiteX122874" y="connsiteY122874"/>
              </a:cxn>
              <a:cxn ang="0">
                <a:pos x="connsiteX122875" y="connsiteY122875"/>
              </a:cxn>
              <a:cxn ang="0">
                <a:pos x="connsiteX122876" y="connsiteY122876"/>
              </a:cxn>
              <a:cxn ang="0">
                <a:pos x="connsiteX122877" y="connsiteY122877"/>
              </a:cxn>
              <a:cxn ang="0">
                <a:pos x="connsiteX122878" y="connsiteY122878"/>
              </a:cxn>
              <a:cxn ang="0">
                <a:pos x="connsiteX122879" y="connsiteY122879"/>
              </a:cxn>
              <a:cxn ang="0">
                <a:pos x="connsiteX122880" y="connsiteY122880"/>
              </a:cxn>
              <a:cxn ang="0">
                <a:pos x="connsiteX122881" y="connsiteY122881"/>
              </a:cxn>
              <a:cxn ang="0">
                <a:pos x="connsiteX122882" y="connsiteY122882"/>
              </a:cxn>
              <a:cxn ang="0">
                <a:pos x="connsiteX122883" y="connsiteY122883"/>
              </a:cxn>
              <a:cxn ang="0">
                <a:pos x="connsiteX122884" y="connsiteY122884"/>
              </a:cxn>
              <a:cxn ang="0">
                <a:pos x="connsiteX122885" y="connsiteY122885"/>
              </a:cxn>
              <a:cxn ang="0">
                <a:pos x="connsiteX122886" y="connsiteY122886"/>
              </a:cxn>
              <a:cxn ang="0">
                <a:pos x="connsiteX122887" y="connsiteY122887"/>
              </a:cxn>
              <a:cxn ang="0">
                <a:pos x="connsiteX122888" y="connsiteY122888"/>
              </a:cxn>
              <a:cxn ang="0">
                <a:pos x="connsiteX122889" y="connsiteY122889"/>
              </a:cxn>
              <a:cxn ang="0">
                <a:pos x="connsiteX122890" y="connsiteY122890"/>
              </a:cxn>
              <a:cxn ang="0">
                <a:pos x="connsiteX122891" y="connsiteY122891"/>
              </a:cxn>
              <a:cxn ang="0">
                <a:pos x="connsiteX122892" y="connsiteY122892"/>
              </a:cxn>
              <a:cxn ang="0">
                <a:pos x="connsiteX122893" y="connsiteY122893"/>
              </a:cxn>
              <a:cxn ang="0">
                <a:pos x="connsiteX122894" y="connsiteY122894"/>
              </a:cxn>
              <a:cxn ang="0">
                <a:pos x="connsiteX122895" y="connsiteY122895"/>
              </a:cxn>
              <a:cxn ang="0">
                <a:pos x="connsiteX122896" y="connsiteY122896"/>
              </a:cxn>
              <a:cxn ang="0">
                <a:pos x="connsiteX122897" y="connsiteY122897"/>
              </a:cxn>
              <a:cxn ang="0">
                <a:pos x="connsiteX122898" y="connsiteY122898"/>
              </a:cxn>
              <a:cxn ang="0">
                <a:pos x="connsiteX122899" y="connsiteY122899"/>
              </a:cxn>
              <a:cxn ang="0">
                <a:pos x="connsiteX122900" y="connsiteY122900"/>
              </a:cxn>
              <a:cxn ang="0">
                <a:pos x="connsiteX122901" y="connsiteY122901"/>
              </a:cxn>
              <a:cxn ang="0">
                <a:pos x="connsiteX122902" y="connsiteY122902"/>
              </a:cxn>
              <a:cxn ang="0">
                <a:pos x="connsiteX122903" y="connsiteY122903"/>
              </a:cxn>
              <a:cxn ang="0">
                <a:pos x="connsiteX122904" y="connsiteY122904"/>
              </a:cxn>
              <a:cxn ang="0">
                <a:pos x="connsiteX122905" y="connsiteY122905"/>
              </a:cxn>
              <a:cxn ang="0">
                <a:pos x="connsiteX122906" y="connsiteY122906"/>
              </a:cxn>
              <a:cxn ang="0">
                <a:pos x="connsiteX122907" y="connsiteY122907"/>
              </a:cxn>
              <a:cxn ang="0">
                <a:pos x="connsiteX122908" y="connsiteY122908"/>
              </a:cxn>
              <a:cxn ang="0">
                <a:pos x="connsiteX122909" y="connsiteY122909"/>
              </a:cxn>
              <a:cxn ang="0">
                <a:pos x="connsiteX122910" y="connsiteY122910"/>
              </a:cxn>
              <a:cxn ang="0">
                <a:pos x="connsiteX122911" y="connsiteY122911"/>
              </a:cxn>
              <a:cxn ang="0">
                <a:pos x="connsiteX122912" y="connsiteY122912"/>
              </a:cxn>
              <a:cxn ang="0">
                <a:pos x="connsiteX122913" y="connsiteY122913"/>
              </a:cxn>
              <a:cxn ang="0">
                <a:pos x="connsiteX122914" y="connsiteY122914"/>
              </a:cxn>
              <a:cxn ang="0">
                <a:pos x="connsiteX122915" y="connsiteY122915"/>
              </a:cxn>
              <a:cxn ang="0">
                <a:pos x="connsiteX122916" y="connsiteY122916"/>
              </a:cxn>
              <a:cxn ang="0">
                <a:pos x="connsiteX122917" y="connsiteY122917"/>
              </a:cxn>
              <a:cxn ang="0">
                <a:pos x="connsiteX122918" y="connsiteY122918"/>
              </a:cxn>
              <a:cxn ang="0">
                <a:pos x="connsiteX122919" y="connsiteY122919"/>
              </a:cxn>
              <a:cxn ang="0">
                <a:pos x="connsiteX122920" y="connsiteY122920"/>
              </a:cxn>
              <a:cxn ang="0">
                <a:pos x="connsiteX122921" y="connsiteY122921"/>
              </a:cxn>
              <a:cxn ang="0">
                <a:pos x="connsiteX122922" y="connsiteY122922"/>
              </a:cxn>
              <a:cxn ang="0">
                <a:pos x="connsiteX122923" y="connsiteY122923"/>
              </a:cxn>
              <a:cxn ang="0">
                <a:pos x="connsiteX122924" y="connsiteY122924"/>
              </a:cxn>
              <a:cxn ang="0">
                <a:pos x="connsiteX122925" y="connsiteY122925"/>
              </a:cxn>
              <a:cxn ang="0">
                <a:pos x="connsiteX122926" y="connsiteY122926"/>
              </a:cxn>
              <a:cxn ang="0">
                <a:pos x="connsiteX122927" y="connsiteY122927"/>
              </a:cxn>
              <a:cxn ang="0">
                <a:pos x="connsiteX122928" y="connsiteY122928"/>
              </a:cxn>
              <a:cxn ang="0">
                <a:pos x="connsiteX122929" y="connsiteY122929"/>
              </a:cxn>
              <a:cxn ang="0">
                <a:pos x="connsiteX122930" y="connsiteY122930"/>
              </a:cxn>
              <a:cxn ang="0">
                <a:pos x="connsiteX122931" y="connsiteY122931"/>
              </a:cxn>
              <a:cxn ang="0">
                <a:pos x="connsiteX122932" y="connsiteY122932"/>
              </a:cxn>
              <a:cxn ang="0">
                <a:pos x="connsiteX122933" y="connsiteY122933"/>
              </a:cxn>
              <a:cxn ang="0">
                <a:pos x="connsiteX122934" y="connsiteY122934"/>
              </a:cxn>
              <a:cxn ang="0">
                <a:pos x="connsiteX122935" y="connsiteY122935"/>
              </a:cxn>
              <a:cxn ang="0">
                <a:pos x="connsiteX122936" y="connsiteY122936"/>
              </a:cxn>
              <a:cxn ang="0">
                <a:pos x="connsiteX122937" y="connsiteY122937"/>
              </a:cxn>
              <a:cxn ang="0">
                <a:pos x="connsiteX122938" y="connsiteY122938"/>
              </a:cxn>
              <a:cxn ang="0">
                <a:pos x="connsiteX122939" y="connsiteY122939"/>
              </a:cxn>
              <a:cxn ang="0">
                <a:pos x="connsiteX122940" y="connsiteY122940"/>
              </a:cxn>
              <a:cxn ang="0">
                <a:pos x="connsiteX122941" y="connsiteY122941"/>
              </a:cxn>
              <a:cxn ang="0">
                <a:pos x="connsiteX122942" y="connsiteY122942"/>
              </a:cxn>
              <a:cxn ang="0">
                <a:pos x="connsiteX122943" y="connsiteY122943"/>
              </a:cxn>
              <a:cxn ang="0">
                <a:pos x="connsiteX122944" y="connsiteY122944"/>
              </a:cxn>
              <a:cxn ang="0">
                <a:pos x="connsiteX122945" y="connsiteY122945"/>
              </a:cxn>
              <a:cxn ang="0">
                <a:pos x="connsiteX122946" y="connsiteY122946"/>
              </a:cxn>
              <a:cxn ang="0">
                <a:pos x="connsiteX122947" y="connsiteY122947"/>
              </a:cxn>
              <a:cxn ang="0">
                <a:pos x="connsiteX122948" y="connsiteY122948"/>
              </a:cxn>
              <a:cxn ang="0">
                <a:pos x="connsiteX122949" y="connsiteY122949"/>
              </a:cxn>
              <a:cxn ang="0">
                <a:pos x="connsiteX122950" y="connsiteY122950"/>
              </a:cxn>
              <a:cxn ang="0">
                <a:pos x="connsiteX122951" y="connsiteY122951"/>
              </a:cxn>
              <a:cxn ang="0">
                <a:pos x="connsiteX122952" y="connsiteY122952"/>
              </a:cxn>
              <a:cxn ang="0">
                <a:pos x="connsiteX122953" y="connsiteY122953"/>
              </a:cxn>
              <a:cxn ang="0">
                <a:pos x="connsiteX122954" y="connsiteY122954"/>
              </a:cxn>
              <a:cxn ang="0">
                <a:pos x="connsiteX122955" y="connsiteY122955"/>
              </a:cxn>
              <a:cxn ang="0">
                <a:pos x="connsiteX122956" y="connsiteY122956"/>
              </a:cxn>
              <a:cxn ang="0">
                <a:pos x="connsiteX122957" y="connsiteY122957"/>
              </a:cxn>
              <a:cxn ang="0">
                <a:pos x="connsiteX122958" y="connsiteY122958"/>
              </a:cxn>
              <a:cxn ang="0">
                <a:pos x="connsiteX122959" y="connsiteY122959"/>
              </a:cxn>
              <a:cxn ang="0">
                <a:pos x="connsiteX122960" y="connsiteY122960"/>
              </a:cxn>
              <a:cxn ang="0">
                <a:pos x="connsiteX122961" y="connsiteY122961"/>
              </a:cxn>
              <a:cxn ang="0">
                <a:pos x="connsiteX122962" y="connsiteY122962"/>
              </a:cxn>
              <a:cxn ang="0">
                <a:pos x="connsiteX122963" y="connsiteY122963"/>
              </a:cxn>
              <a:cxn ang="0">
                <a:pos x="connsiteX122964" y="connsiteY122964"/>
              </a:cxn>
              <a:cxn ang="0">
                <a:pos x="connsiteX122965" y="connsiteY122965"/>
              </a:cxn>
              <a:cxn ang="0">
                <a:pos x="connsiteX122966" y="connsiteY122966"/>
              </a:cxn>
              <a:cxn ang="0">
                <a:pos x="connsiteX122967" y="connsiteY122967"/>
              </a:cxn>
              <a:cxn ang="0">
                <a:pos x="connsiteX122968" y="connsiteY122968"/>
              </a:cxn>
              <a:cxn ang="0">
                <a:pos x="connsiteX122969" y="connsiteY122969"/>
              </a:cxn>
              <a:cxn ang="0">
                <a:pos x="connsiteX122970" y="connsiteY122970"/>
              </a:cxn>
              <a:cxn ang="0">
                <a:pos x="connsiteX122971" y="connsiteY122971"/>
              </a:cxn>
              <a:cxn ang="0">
                <a:pos x="connsiteX122972" y="connsiteY122972"/>
              </a:cxn>
              <a:cxn ang="0">
                <a:pos x="connsiteX122973" y="connsiteY122973"/>
              </a:cxn>
              <a:cxn ang="0">
                <a:pos x="connsiteX122974" y="connsiteY122974"/>
              </a:cxn>
              <a:cxn ang="0">
                <a:pos x="connsiteX122975" y="connsiteY122975"/>
              </a:cxn>
              <a:cxn ang="0">
                <a:pos x="connsiteX122976" y="connsiteY122976"/>
              </a:cxn>
              <a:cxn ang="0">
                <a:pos x="connsiteX122977" y="connsiteY122977"/>
              </a:cxn>
              <a:cxn ang="0">
                <a:pos x="connsiteX122978" y="connsiteY122978"/>
              </a:cxn>
              <a:cxn ang="0">
                <a:pos x="connsiteX122979" y="connsiteY122979"/>
              </a:cxn>
              <a:cxn ang="0">
                <a:pos x="connsiteX122980" y="connsiteY122980"/>
              </a:cxn>
              <a:cxn ang="0">
                <a:pos x="connsiteX122981" y="connsiteY122981"/>
              </a:cxn>
              <a:cxn ang="0">
                <a:pos x="connsiteX122982" y="connsiteY122982"/>
              </a:cxn>
              <a:cxn ang="0">
                <a:pos x="connsiteX122983" y="connsiteY122983"/>
              </a:cxn>
              <a:cxn ang="0">
                <a:pos x="connsiteX122984" y="connsiteY122984"/>
              </a:cxn>
              <a:cxn ang="0">
                <a:pos x="connsiteX122985" y="connsiteY122985"/>
              </a:cxn>
              <a:cxn ang="0">
                <a:pos x="connsiteX122986" y="connsiteY122986"/>
              </a:cxn>
              <a:cxn ang="0">
                <a:pos x="connsiteX122987" y="connsiteY122987"/>
              </a:cxn>
              <a:cxn ang="0">
                <a:pos x="connsiteX122988" y="connsiteY122988"/>
              </a:cxn>
              <a:cxn ang="0">
                <a:pos x="connsiteX122989" y="connsiteY122989"/>
              </a:cxn>
              <a:cxn ang="0">
                <a:pos x="connsiteX122990" y="connsiteY122990"/>
              </a:cxn>
              <a:cxn ang="0">
                <a:pos x="connsiteX122991" y="connsiteY122991"/>
              </a:cxn>
              <a:cxn ang="0">
                <a:pos x="connsiteX122992" y="connsiteY122992"/>
              </a:cxn>
              <a:cxn ang="0">
                <a:pos x="connsiteX122993" y="connsiteY122993"/>
              </a:cxn>
              <a:cxn ang="0">
                <a:pos x="connsiteX122994" y="connsiteY122994"/>
              </a:cxn>
              <a:cxn ang="0">
                <a:pos x="connsiteX122995" y="connsiteY122995"/>
              </a:cxn>
              <a:cxn ang="0">
                <a:pos x="connsiteX122996" y="connsiteY122996"/>
              </a:cxn>
              <a:cxn ang="0">
                <a:pos x="connsiteX122997" y="connsiteY122997"/>
              </a:cxn>
              <a:cxn ang="0">
                <a:pos x="connsiteX122998" y="connsiteY122998"/>
              </a:cxn>
              <a:cxn ang="0">
                <a:pos x="connsiteX122999" y="connsiteY122999"/>
              </a:cxn>
              <a:cxn ang="0">
                <a:pos x="connsiteX123000" y="connsiteY123000"/>
              </a:cxn>
              <a:cxn ang="0">
                <a:pos x="connsiteX123001" y="connsiteY123001"/>
              </a:cxn>
              <a:cxn ang="0">
                <a:pos x="connsiteX123002" y="connsiteY123002"/>
              </a:cxn>
              <a:cxn ang="0">
                <a:pos x="connsiteX123003" y="connsiteY123003"/>
              </a:cxn>
              <a:cxn ang="0">
                <a:pos x="connsiteX123004" y="connsiteY123004"/>
              </a:cxn>
              <a:cxn ang="0">
                <a:pos x="connsiteX123005" y="connsiteY123005"/>
              </a:cxn>
              <a:cxn ang="0">
                <a:pos x="connsiteX123006" y="connsiteY123006"/>
              </a:cxn>
              <a:cxn ang="0">
                <a:pos x="connsiteX123007" y="connsiteY123007"/>
              </a:cxn>
              <a:cxn ang="0">
                <a:pos x="connsiteX123008" y="connsiteY123008"/>
              </a:cxn>
              <a:cxn ang="0">
                <a:pos x="connsiteX123009" y="connsiteY123009"/>
              </a:cxn>
              <a:cxn ang="0">
                <a:pos x="connsiteX123010" y="connsiteY123010"/>
              </a:cxn>
              <a:cxn ang="0">
                <a:pos x="connsiteX123011" y="connsiteY123011"/>
              </a:cxn>
              <a:cxn ang="0">
                <a:pos x="connsiteX123012" y="connsiteY123012"/>
              </a:cxn>
              <a:cxn ang="0">
                <a:pos x="connsiteX123013" y="connsiteY123013"/>
              </a:cxn>
              <a:cxn ang="0">
                <a:pos x="connsiteX123014" y="connsiteY123014"/>
              </a:cxn>
              <a:cxn ang="0">
                <a:pos x="connsiteX123015" y="connsiteY123015"/>
              </a:cxn>
              <a:cxn ang="0">
                <a:pos x="connsiteX123016" y="connsiteY123016"/>
              </a:cxn>
              <a:cxn ang="0">
                <a:pos x="connsiteX123017" y="connsiteY123017"/>
              </a:cxn>
              <a:cxn ang="0">
                <a:pos x="connsiteX123018" y="connsiteY123018"/>
              </a:cxn>
              <a:cxn ang="0">
                <a:pos x="connsiteX123019" y="connsiteY123019"/>
              </a:cxn>
              <a:cxn ang="0">
                <a:pos x="connsiteX123020" y="connsiteY123020"/>
              </a:cxn>
              <a:cxn ang="0">
                <a:pos x="connsiteX123021" y="connsiteY123021"/>
              </a:cxn>
              <a:cxn ang="0">
                <a:pos x="connsiteX123022" y="connsiteY123022"/>
              </a:cxn>
              <a:cxn ang="0">
                <a:pos x="connsiteX123023" y="connsiteY123023"/>
              </a:cxn>
              <a:cxn ang="0">
                <a:pos x="connsiteX123024" y="connsiteY123024"/>
              </a:cxn>
              <a:cxn ang="0">
                <a:pos x="connsiteX123025" y="connsiteY123025"/>
              </a:cxn>
              <a:cxn ang="0">
                <a:pos x="connsiteX123026" y="connsiteY123026"/>
              </a:cxn>
              <a:cxn ang="0">
                <a:pos x="connsiteX123027" y="connsiteY123027"/>
              </a:cxn>
              <a:cxn ang="0">
                <a:pos x="connsiteX123028" y="connsiteY123028"/>
              </a:cxn>
              <a:cxn ang="0">
                <a:pos x="connsiteX123029" y="connsiteY123029"/>
              </a:cxn>
              <a:cxn ang="0">
                <a:pos x="connsiteX123030" y="connsiteY123030"/>
              </a:cxn>
              <a:cxn ang="0">
                <a:pos x="connsiteX123031" y="connsiteY123031"/>
              </a:cxn>
              <a:cxn ang="0">
                <a:pos x="connsiteX123032" y="connsiteY123032"/>
              </a:cxn>
              <a:cxn ang="0">
                <a:pos x="connsiteX123033" y="connsiteY123033"/>
              </a:cxn>
              <a:cxn ang="0">
                <a:pos x="connsiteX123034" y="connsiteY123034"/>
              </a:cxn>
              <a:cxn ang="0">
                <a:pos x="connsiteX123035" y="connsiteY123035"/>
              </a:cxn>
              <a:cxn ang="0">
                <a:pos x="connsiteX123036" y="connsiteY123036"/>
              </a:cxn>
              <a:cxn ang="0">
                <a:pos x="connsiteX123037" y="connsiteY123037"/>
              </a:cxn>
              <a:cxn ang="0">
                <a:pos x="connsiteX123038" y="connsiteY123038"/>
              </a:cxn>
              <a:cxn ang="0">
                <a:pos x="connsiteX123039" y="connsiteY123039"/>
              </a:cxn>
              <a:cxn ang="0">
                <a:pos x="connsiteX123040" y="connsiteY123040"/>
              </a:cxn>
              <a:cxn ang="0">
                <a:pos x="connsiteX123041" y="connsiteY123041"/>
              </a:cxn>
              <a:cxn ang="0">
                <a:pos x="connsiteX123042" y="connsiteY123042"/>
              </a:cxn>
              <a:cxn ang="0">
                <a:pos x="connsiteX123043" y="connsiteY123043"/>
              </a:cxn>
              <a:cxn ang="0">
                <a:pos x="connsiteX123044" y="connsiteY123044"/>
              </a:cxn>
              <a:cxn ang="0">
                <a:pos x="connsiteX123045" y="connsiteY123045"/>
              </a:cxn>
              <a:cxn ang="0">
                <a:pos x="connsiteX123046" y="connsiteY123046"/>
              </a:cxn>
              <a:cxn ang="0">
                <a:pos x="connsiteX123047" y="connsiteY123047"/>
              </a:cxn>
              <a:cxn ang="0">
                <a:pos x="connsiteX123048" y="connsiteY123048"/>
              </a:cxn>
              <a:cxn ang="0">
                <a:pos x="connsiteX123049" y="connsiteY123049"/>
              </a:cxn>
              <a:cxn ang="0">
                <a:pos x="connsiteX123050" y="connsiteY123050"/>
              </a:cxn>
              <a:cxn ang="0">
                <a:pos x="connsiteX123051" y="connsiteY123051"/>
              </a:cxn>
              <a:cxn ang="0">
                <a:pos x="connsiteX123052" y="connsiteY123052"/>
              </a:cxn>
              <a:cxn ang="0">
                <a:pos x="connsiteX123053" y="connsiteY123053"/>
              </a:cxn>
              <a:cxn ang="0">
                <a:pos x="connsiteX123054" y="connsiteY123054"/>
              </a:cxn>
              <a:cxn ang="0">
                <a:pos x="connsiteX123055" y="connsiteY123055"/>
              </a:cxn>
              <a:cxn ang="0">
                <a:pos x="connsiteX123056" y="connsiteY123056"/>
              </a:cxn>
              <a:cxn ang="0">
                <a:pos x="connsiteX123057" y="connsiteY123057"/>
              </a:cxn>
              <a:cxn ang="0">
                <a:pos x="connsiteX123058" y="connsiteY123058"/>
              </a:cxn>
              <a:cxn ang="0">
                <a:pos x="connsiteX123059" y="connsiteY123059"/>
              </a:cxn>
              <a:cxn ang="0">
                <a:pos x="connsiteX123060" y="connsiteY123060"/>
              </a:cxn>
              <a:cxn ang="0">
                <a:pos x="connsiteX123061" y="connsiteY123061"/>
              </a:cxn>
              <a:cxn ang="0">
                <a:pos x="connsiteX123062" y="connsiteY123062"/>
              </a:cxn>
              <a:cxn ang="0">
                <a:pos x="connsiteX123063" y="connsiteY123063"/>
              </a:cxn>
              <a:cxn ang="0">
                <a:pos x="connsiteX123064" y="connsiteY123064"/>
              </a:cxn>
              <a:cxn ang="0">
                <a:pos x="connsiteX123065" y="connsiteY123065"/>
              </a:cxn>
              <a:cxn ang="0">
                <a:pos x="connsiteX123066" y="connsiteY123066"/>
              </a:cxn>
              <a:cxn ang="0">
                <a:pos x="connsiteX123067" y="connsiteY123067"/>
              </a:cxn>
              <a:cxn ang="0">
                <a:pos x="connsiteX123068" y="connsiteY123068"/>
              </a:cxn>
              <a:cxn ang="0">
                <a:pos x="connsiteX123069" y="connsiteY123069"/>
              </a:cxn>
              <a:cxn ang="0">
                <a:pos x="connsiteX123070" y="connsiteY123070"/>
              </a:cxn>
              <a:cxn ang="0">
                <a:pos x="connsiteX123071" y="connsiteY123071"/>
              </a:cxn>
              <a:cxn ang="0">
                <a:pos x="connsiteX123072" y="connsiteY123072"/>
              </a:cxn>
              <a:cxn ang="0">
                <a:pos x="connsiteX123073" y="connsiteY123073"/>
              </a:cxn>
              <a:cxn ang="0">
                <a:pos x="connsiteX123074" y="connsiteY123074"/>
              </a:cxn>
              <a:cxn ang="0">
                <a:pos x="connsiteX123075" y="connsiteY123075"/>
              </a:cxn>
              <a:cxn ang="0">
                <a:pos x="connsiteX123076" y="connsiteY123076"/>
              </a:cxn>
              <a:cxn ang="0">
                <a:pos x="connsiteX123077" y="connsiteY123077"/>
              </a:cxn>
              <a:cxn ang="0">
                <a:pos x="connsiteX123078" y="connsiteY123078"/>
              </a:cxn>
              <a:cxn ang="0">
                <a:pos x="connsiteX123079" y="connsiteY123079"/>
              </a:cxn>
              <a:cxn ang="0">
                <a:pos x="connsiteX123080" y="connsiteY123080"/>
              </a:cxn>
              <a:cxn ang="0">
                <a:pos x="connsiteX123081" y="connsiteY123081"/>
              </a:cxn>
              <a:cxn ang="0">
                <a:pos x="connsiteX123082" y="connsiteY123082"/>
              </a:cxn>
              <a:cxn ang="0">
                <a:pos x="connsiteX123083" y="connsiteY123083"/>
              </a:cxn>
              <a:cxn ang="0">
                <a:pos x="connsiteX123084" y="connsiteY123084"/>
              </a:cxn>
              <a:cxn ang="0">
                <a:pos x="connsiteX123085" y="connsiteY123085"/>
              </a:cxn>
              <a:cxn ang="0">
                <a:pos x="connsiteX123086" y="connsiteY123086"/>
              </a:cxn>
              <a:cxn ang="0">
                <a:pos x="connsiteX123087" y="connsiteY123087"/>
              </a:cxn>
              <a:cxn ang="0">
                <a:pos x="connsiteX123088" y="connsiteY123088"/>
              </a:cxn>
              <a:cxn ang="0">
                <a:pos x="connsiteX123089" y="connsiteY123089"/>
              </a:cxn>
              <a:cxn ang="0">
                <a:pos x="connsiteX123090" y="connsiteY123090"/>
              </a:cxn>
              <a:cxn ang="0">
                <a:pos x="connsiteX123091" y="connsiteY123091"/>
              </a:cxn>
              <a:cxn ang="0">
                <a:pos x="connsiteX123092" y="connsiteY123092"/>
              </a:cxn>
              <a:cxn ang="0">
                <a:pos x="connsiteX123093" y="connsiteY123093"/>
              </a:cxn>
              <a:cxn ang="0">
                <a:pos x="connsiteX123094" y="connsiteY123094"/>
              </a:cxn>
              <a:cxn ang="0">
                <a:pos x="connsiteX123095" y="connsiteY123095"/>
              </a:cxn>
              <a:cxn ang="0">
                <a:pos x="connsiteX123096" y="connsiteY123096"/>
              </a:cxn>
              <a:cxn ang="0">
                <a:pos x="connsiteX123097" y="connsiteY123097"/>
              </a:cxn>
              <a:cxn ang="0">
                <a:pos x="connsiteX123098" y="connsiteY123098"/>
              </a:cxn>
              <a:cxn ang="0">
                <a:pos x="connsiteX123099" y="connsiteY123099"/>
              </a:cxn>
              <a:cxn ang="0">
                <a:pos x="connsiteX123100" y="connsiteY123100"/>
              </a:cxn>
              <a:cxn ang="0">
                <a:pos x="connsiteX123101" y="connsiteY123101"/>
              </a:cxn>
              <a:cxn ang="0">
                <a:pos x="connsiteX123102" y="connsiteY123102"/>
              </a:cxn>
              <a:cxn ang="0">
                <a:pos x="connsiteX123103" y="connsiteY123103"/>
              </a:cxn>
              <a:cxn ang="0">
                <a:pos x="connsiteX123104" y="connsiteY123104"/>
              </a:cxn>
              <a:cxn ang="0">
                <a:pos x="connsiteX123105" y="connsiteY123105"/>
              </a:cxn>
              <a:cxn ang="0">
                <a:pos x="connsiteX123106" y="connsiteY123106"/>
              </a:cxn>
              <a:cxn ang="0">
                <a:pos x="connsiteX123107" y="connsiteY123107"/>
              </a:cxn>
              <a:cxn ang="0">
                <a:pos x="connsiteX123108" y="connsiteY123108"/>
              </a:cxn>
              <a:cxn ang="0">
                <a:pos x="connsiteX123109" y="connsiteY123109"/>
              </a:cxn>
              <a:cxn ang="0">
                <a:pos x="connsiteX123110" y="connsiteY123110"/>
              </a:cxn>
              <a:cxn ang="0">
                <a:pos x="connsiteX123111" y="connsiteY123111"/>
              </a:cxn>
              <a:cxn ang="0">
                <a:pos x="connsiteX123112" y="connsiteY123112"/>
              </a:cxn>
              <a:cxn ang="0">
                <a:pos x="connsiteX123113" y="connsiteY123113"/>
              </a:cxn>
              <a:cxn ang="0">
                <a:pos x="connsiteX123114" y="connsiteY123114"/>
              </a:cxn>
              <a:cxn ang="0">
                <a:pos x="connsiteX123115" y="connsiteY123115"/>
              </a:cxn>
              <a:cxn ang="0">
                <a:pos x="connsiteX123116" y="connsiteY123116"/>
              </a:cxn>
              <a:cxn ang="0">
                <a:pos x="connsiteX123117" y="connsiteY123117"/>
              </a:cxn>
              <a:cxn ang="0">
                <a:pos x="connsiteX123118" y="connsiteY123118"/>
              </a:cxn>
              <a:cxn ang="0">
                <a:pos x="connsiteX123119" y="connsiteY123119"/>
              </a:cxn>
              <a:cxn ang="0">
                <a:pos x="connsiteX123120" y="connsiteY123120"/>
              </a:cxn>
              <a:cxn ang="0">
                <a:pos x="connsiteX123121" y="connsiteY123121"/>
              </a:cxn>
              <a:cxn ang="0">
                <a:pos x="connsiteX123122" y="connsiteY123122"/>
              </a:cxn>
              <a:cxn ang="0">
                <a:pos x="connsiteX123123" y="connsiteY123123"/>
              </a:cxn>
              <a:cxn ang="0">
                <a:pos x="connsiteX123124" y="connsiteY123124"/>
              </a:cxn>
              <a:cxn ang="0">
                <a:pos x="connsiteX123125" y="connsiteY123125"/>
              </a:cxn>
              <a:cxn ang="0">
                <a:pos x="connsiteX123126" y="connsiteY123126"/>
              </a:cxn>
              <a:cxn ang="0">
                <a:pos x="connsiteX123127" y="connsiteY123127"/>
              </a:cxn>
              <a:cxn ang="0">
                <a:pos x="connsiteX123128" y="connsiteY123128"/>
              </a:cxn>
              <a:cxn ang="0">
                <a:pos x="connsiteX123129" y="connsiteY123129"/>
              </a:cxn>
              <a:cxn ang="0">
                <a:pos x="connsiteX123130" y="connsiteY123130"/>
              </a:cxn>
              <a:cxn ang="0">
                <a:pos x="connsiteX123131" y="connsiteY123131"/>
              </a:cxn>
              <a:cxn ang="0">
                <a:pos x="connsiteX123132" y="connsiteY123132"/>
              </a:cxn>
              <a:cxn ang="0">
                <a:pos x="connsiteX123133" y="connsiteY123133"/>
              </a:cxn>
              <a:cxn ang="0">
                <a:pos x="connsiteX123134" y="connsiteY123134"/>
              </a:cxn>
              <a:cxn ang="0">
                <a:pos x="connsiteX123135" y="connsiteY123135"/>
              </a:cxn>
              <a:cxn ang="0">
                <a:pos x="connsiteX123136" y="connsiteY123136"/>
              </a:cxn>
              <a:cxn ang="0">
                <a:pos x="connsiteX123137" y="connsiteY123137"/>
              </a:cxn>
              <a:cxn ang="0">
                <a:pos x="connsiteX123138" y="connsiteY123138"/>
              </a:cxn>
              <a:cxn ang="0">
                <a:pos x="connsiteX123139" y="connsiteY123139"/>
              </a:cxn>
              <a:cxn ang="0">
                <a:pos x="connsiteX123140" y="connsiteY123140"/>
              </a:cxn>
              <a:cxn ang="0">
                <a:pos x="connsiteX123141" y="connsiteY123141"/>
              </a:cxn>
              <a:cxn ang="0">
                <a:pos x="connsiteX123142" y="connsiteY123142"/>
              </a:cxn>
              <a:cxn ang="0">
                <a:pos x="connsiteX123143" y="connsiteY123143"/>
              </a:cxn>
              <a:cxn ang="0">
                <a:pos x="connsiteX123144" y="connsiteY123144"/>
              </a:cxn>
              <a:cxn ang="0">
                <a:pos x="connsiteX123145" y="connsiteY123145"/>
              </a:cxn>
              <a:cxn ang="0">
                <a:pos x="connsiteX123146" y="connsiteY123146"/>
              </a:cxn>
              <a:cxn ang="0">
                <a:pos x="connsiteX123147" y="connsiteY123147"/>
              </a:cxn>
              <a:cxn ang="0">
                <a:pos x="connsiteX123148" y="connsiteY123148"/>
              </a:cxn>
              <a:cxn ang="0">
                <a:pos x="connsiteX123149" y="connsiteY123149"/>
              </a:cxn>
              <a:cxn ang="0">
                <a:pos x="connsiteX123150" y="connsiteY123150"/>
              </a:cxn>
              <a:cxn ang="0">
                <a:pos x="connsiteX123151" y="connsiteY123151"/>
              </a:cxn>
              <a:cxn ang="0">
                <a:pos x="connsiteX123152" y="connsiteY123152"/>
              </a:cxn>
              <a:cxn ang="0">
                <a:pos x="connsiteX123153" y="connsiteY123153"/>
              </a:cxn>
              <a:cxn ang="0">
                <a:pos x="connsiteX123154" y="connsiteY123154"/>
              </a:cxn>
              <a:cxn ang="0">
                <a:pos x="connsiteX123155" y="connsiteY123155"/>
              </a:cxn>
              <a:cxn ang="0">
                <a:pos x="connsiteX123156" y="connsiteY123156"/>
              </a:cxn>
              <a:cxn ang="0">
                <a:pos x="connsiteX123157" y="connsiteY123157"/>
              </a:cxn>
              <a:cxn ang="0">
                <a:pos x="connsiteX123158" y="connsiteY123158"/>
              </a:cxn>
              <a:cxn ang="0">
                <a:pos x="connsiteX123159" y="connsiteY123159"/>
              </a:cxn>
              <a:cxn ang="0">
                <a:pos x="connsiteX123160" y="connsiteY123160"/>
              </a:cxn>
              <a:cxn ang="0">
                <a:pos x="connsiteX123161" y="connsiteY123161"/>
              </a:cxn>
              <a:cxn ang="0">
                <a:pos x="connsiteX123162" y="connsiteY123162"/>
              </a:cxn>
              <a:cxn ang="0">
                <a:pos x="connsiteX123163" y="connsiteY123163"/>
              </a:cxn>
              <a:cxn ang="0">
                <a:pos x="connsiteX123164" y="connsiteY123164"/>
              </a:cxn>
              <a:cxn ang="0">
                <a:pos x="connsiteX123165" y="connsiteY123165"/>
              </a:cxn>
              <a:cxn ang="0">
                <a:pos x="connsiteX123166" y="connsiteY123166"/>
              </a:cxn>
              <a:cxn ang="0">
                <a:pos x="connsiteX123167" y="connsiteY123167"/>
              </a:cxn>
              <a:cxn ang="0">
                <a:pos x="connsiteX123168" y="connsiteY123168"/>
              </a:cxn>
              <a:cxn ang="0">
                <a:pos x="connsiteX123169" y="connsiteY123169"/>
              </a:cxn>
              <a:cxn ang="0">
                <a:pos x="connsiteX123170" y="connsiteY123170"/>
              </a:cxn>
              <a:cxn ang="0">
                <a:pos x="connsiteX123171" y="connsiteY123171"/>
              </a:cxn>
              <a:cxn ang="0">
                <a:pos x="connsiteX123172" y="connsiteY123172"/>
              </a:cxn>
              <a:cxn ang="0">
                <a:pos x="connsiteX123173" y="connsiteY123173"/>
              </a:cxn>
              <a:cxn ang="0">
                <a:pos x="connsiteX123174" y="connsiteY123174"/>
              </a:cxn>
              <a:cxn ang="0">
                <a:pos x="connsiteX123175" y="connsiteY123175"/>
              </a:cxn>
              <a:cxn ang="0">
                <a:pos x="connsiteX123176" y="connsiteY123176"/>
              </a:cxn>
              <a:cxn ang="0">
                <a:pos x="connsiteX123177" y="connsiteY123177"/>
              </a:cxn>
              <a:cxn ang="0">
                <a:pos x="connsiteX123178" y="connsiteY123178"/>
              </a:cxn>
              <a:cxn ang="0">
                <a:pos x="connsiteX123179" y="connsiteY123179"/>
              </a:cxn>
              <a:cxn ang="0">
                <a:pos x="connsiteX123180" y="connsiteY123180"/>
              </a:cxn>
              <a:cxn ang="0">
                <a:pos x="connsiteX123181" y="connsiteY123181"/>
              </a:cxn>
              <a:cxn ang="0">
                <a:pos x="connsiteX123182" y="connsiteY123182"/>
              </a:cxn>
              <a:cxn ang="0">
                <a:pos x="connsiteX123183" y="connsiteY123183"/>
              </a:cxn>
              <a:cxn ang="0">
                <a:pos x="connsiteX123184" y="connsiteY123184"/>
              </a:cxn>
              <a:cxn ang="0">
                <a:pos x="connsiteX123185" y="connsiteY123185"/>
              </a:cxn>
              <a:cxn ang="0">
                <a:pos x="connsiteX123186" y="connsiteY123186"/>
              </a:cxn>
              <a:cxn ang="0">
                <a:pos x="connsiteX123187" y="connsiteY123187"/>
              </a:cxn>
              <a:cxn ang="0">
                <a:pos x="connsiteX123188" y="connsiteY123188"/>
              </a:cxn>
              <a:cxn ang="0">
                <a:pos x="connsiteX123189" y="connsiteY123189"/>
              </a:cxn>
              <a:cxn ang="0">
                <a:pos x="connsiteX123190" y="connsiteY123190"/>
              </a:cxn>
              <a:cxn ang="0">
                <a:pos x="connsiteX123191" y="connsiteY123191"/>
              </a:cxn>
              <a:cxn ang="0">
                <a:pos x="connsiteX123192" y="connsiteY123192"/>
              </a:cxn>
              <a:cxn ang="0">
                <a:pos x="connsiteX123193" y="connsiteY123193"/>
              </a:cxn>
              <a:cxn ang="0">
                <a:pos x="connsiteX123194" y="connsiteY123194"/>
              </a:cxn>
              <a:cxn ang="0">
                <a:pos x="connsiteX123195" y="connsiteY123195"/>
              </a:cxn>
              <a:cxn ang="0">
                <a:pos x="connsiteX123196" y="connsiteY123196"/>
              </a:cxn>
              <a:cxn ang="0">
                <a:pos x="connsiteX123197" y="connsiteY123197"/>
              </a:cxn>
              <a:cxn ang="0">
                <a:pos x="connsiteX123198" y="connsiteY123198"/>
              </a:cxn>
              <a:cxn ang="0">
                <a:pos x="connsiteX123199" y="connsiteY123199"/>
              </a:cxn>
              <a:cxn ang="0">
                <a:pos x="connsiteX123200" y="connsiteY123200"/>
              </a:cxn>
              <a:cxn ang="0">
                <a:pos x="connsiteX123201" y="connsiteY123201"/>
              </a:cxn>
              <a:cxn ang="0">
                <a:pos x="connsiteX123202" y="connsiteY123202"/>
              </a:cxn>
              <a:cxn ang="0">
                <a:pos x="connsiteX123203" y="connsiteY123203"/>
              </a:cxn>
              <a:cxn ang="0">
                <a:pos x="connsiteX123204" y="connsiteY123204"/>
              </a:cxn>
              <a:cxn ang="0">
                <a:pos x="connsiteX123205" y="connsiteY123205"/>
              </a:cxn>
              <a:cxn ang="0">
                <a:pos x="connsiteX123206" y="connsiteY123206"/>
              </a:cxn>
              <a:cxn ang="0">
                <a:pos x="connsiteX123207" y="connsiteY123207"/>
              </a:cxn>
              <a:cxn ang="0">
                <a:pos x="connsiteX123208" y="connsiteY123208"/>
              </a:cxn>
              <a:cxn ang="0">
                <a:pos x="connsiteX123209" y="connsiteY123209"/>
              </a:cxn>
              <a:cxn ang="0">
                <a:pos x="connsiteX123210" y="connsiteY123210"/>
              </a:cxn>
              <a:cxn ang="0">
                <a:pos x="connsiteX123211" y="connsiteY123211"/>
              </a:cxn>
              <a:cxn ang="0">
                <a:pos x="connsiteX123212" y="connsiteY123212"/>
              </a:cxn>
              <a:cxn ang="0">
                <a:pos x="connsiteX123213" y="connsiteY123213"/>
              </a:cxn>
              <a:cxn ang="0">
                <a:pos x="connsiteX123214" y="connsiteY123214"/>
              </a:cxn>
              <a:cxn ang="0">
                <a:pos x="connsiteX123215" y="connsiteY123215"/>
              </a:cxn>
              <a:cxn ang="0">
                <a:pos x="connsiteX123216" y="connsiteY123216"/>
              </a:cxn>
              <a:cxn ang="0">
                <a:pos x="connsiteX123217" y="connsiteY123217"/>
              </a:cxn>
              <a:cxn ang="0">
                <a:pos x="connsiteX123218" y="connsiteY123218"/>
              </a:cxn>
              <a:cxn ang="0">
                <a:pos x="connsiteX123219" y="connsiteY123219"/>
              </a:cxn>
              <a:cxn ang="0">
                <a:pos x="connsiteX123220" y="connsiteY123220"/>
              </a:cxn>
              <a:cxn ang="0">
                <a:pos x="connsiteX123221" y="connsiteY123221"/>
              </a:cxn>
              <a:cxn ang="0">
                <a:pos x="connsiteX123222" y="connsiteY123222"/>
              </a:cxn>
              <a:cxn ang="0">
                <a:pos x="connsiteX123223" y="connsiteY123223"/>
              </a:cxn>
              <a:cxn ang="0">
                <a:pos x="connsiteX123224" y="connsiteY123224"/>
              </a:cxn>
              <a:cxn ang="0">
                <a:pos x="connsiteX123225" y="connsiteY123225"/>
              </a:cxn>
              <a:cxn ang="0">
                <a:pos x="connsiteX123226" y="connsiteY123226"/>
              </a:cxn>
              <a:cxn ang="0">
                <a:pos x="connsiteX123227" y="connsiteY123227"/>
              </a:cxn>
              <a:cxn ang="0">
                <a:pos x="connsiteX123228" y="connsiteY123228"/>
              </a:cxn>
              <a:cxn ang="0">
                <a:pos x="connsiteX123229" y="connsiteY123229"/>
              </a:cxn>
              <a:cxn ang="0">
                <a:pos x="connsiteX123230" y="connsiteY123230"/>
              </a:cxn>
              <a:cxn ang="0">
                <a:pos x="connsiteX123231" y="connsiteY123231"/>
              </a:cxn>
              <a:cxn ang="0">
                <a:pos x="connsiteX123232" y="connsiteY123232"/>
              </a:cxn>
              <a:cxn ang="0">
                <a:pos x="connsiteX123233" y="connsiteY123233"/>
              </a:cxn>
              <a:cxn ang="0">
                <a:pos x="connsiteX123234" y="connsiteY123234"/>
              </a:cxn>
              <a:cxn ang="0">
                <a:pos x="connsiteX123235" y="connsiteY123235"/>
              </a:cxn>
              <a:cxn ang="0">
                <a:pos x="connsiteX123236" y="connsiteY123236"/>
              </a:cxn>
              <a:cxn ang="0">
                <a:pos x="connsiteX123237" y="connsiteY123237"/>
              </a:cxn>
              <a:cxn ang="0">
                <a:pos x="connsiteX123238" y="connsiteY123238"/>
              </a:cxn>
              <a:cxn ang="0">
                <a:pos x="connsiteX123239" y="connsiteY123239"/>
              </a:cxn>
              <a:cxn ang="0">
                <a:pos x="connsiteX123240" y="connsiteY123240"/>
              </a:cxn>
              <a:cxn ang="0">
                <a:pos x="connsiteX123241" y="connsiteY123241"/>
              </a:cxn>
              <a:cxn ang="0">
                <a:pos x="connsiteX123242" y="connsiteY123242"/>
              </a:cxn>
              <a:cxn ang="0">
                <a:pos x="connsiteX123243" y="connsiteY123243"/>
              </a:cxn>
              <a:cxn ang="0">
                <a:pos x="connsiteX123244" y="connsiteY123244"/>
              </a:cxn>
              <a:cxn ang="0">
                <a:pos x="connsiteX123245" y="connsiteY123245"/>
              </a:cxn>
              <a:cxn ang="0">
                <a:pos x="connsiteX123246" y="connsiteY123246"/>
              </a:cxn>
              <a:cxn ang="0">
                <a:pos x="connsiteX123247" y="connsiteY123247"/>
              </a:cxn>
              <a:cxn ang="0">
                <a:pos x="connsiteX123248" y="connsiteY123248"/>
              </a:cxn>
              <a:cxn ang="0">
                <a:pos x="connsiteX123249" y="connsiteY123249"/>
              </a:cxn>
              <a:cxn ang="0">
                <a:pos x="connsiteX123250" y="connsiteY123250"/>
              </a:cxn>
              <a:cxn ang="0">
                <a:pos x="connsiteX123251" y="connsiteY123251"/>
              </a:cxn>
              <a:cxn ang="0">
                <a:pos x="connsiteX123252" y="connsiteY123252"/>
              </a:cxn>
              <a:cxn ang="0">
                <a:pos x="connsiteX123253" y="connsiteY123253"/>
              </a:cxn>
              <a:cxn ang="0">
                <a:pos x="connsiteX123254" y="connsiteY123254"/>
              </a:cxn>
              <a:cxn ang="0">
                <a:pos x="connsiteX123255" y="connsiteY123255"/>
              </a:cxn>
              <a:cxn ang="0">
                <a:pos x="connsiteX123256" y="connsiteY123256"/>
              </a:cxn>
              <a:cxn ang="0">
                <a:pos x="connsiteX123257" y="connsiteY123257"/>
              </a:cxn>
              <a:cxn ang="0">
                <a:pos x="connsiteX123258" y="connsiteY123258"/>
              </a:cxn>
              <a:cxn ang="0">
                <a:pos x="connsiteX123259" y="connsiteY123259"/>
              </a:cxn>
              <a:cxn ang="0">
                <a:pos x="connsiteX123260" y="connsiteY123260"/>
              </a:cxn>
              <a:cxn ang="0">
                <a:pos x="connsiteX123261" y="connsiteY123261"/>
              </a:cxn>
              <a:cxn ang="0">
                <a:pos x="connsiteX123262" y="connsiteY123262"/>
              </a:cxn>
              <a:cxn ang="0">
                <a:pos x="connsiteX123263" y="connsiteY123263"/>
              </a:cxn>
              <a:cxn ang="0">
                <a:pos x="connsiteX123264" y="connsiteY123264"/>
              </a:cxn>
              <a:cxn ang="0">
                <a:pos x="connsiteX123265" y="connsiteY123265"/>
              </a:cxn>
              <a:cxn ang="0">
                <a:pos x="connsiteX123266" y="connsiteY123266"/>
              </a:cxn>
              <a:cxn ang="0">
                <a:pos x="connsiteX123267" y="connsiteY123267"/>
              </a:cxn>
              <a:cxn ang="0">
                <a:pos x="connsiteX123268" y="connsiteY123268"/>
              </a:cxn>
              <a:cxn ang="0">
                <a:pos x="connsiteX123269" y="connsiteY123269"/>
              </a:cxn>
              <a:cxn ang="0">
                <a:pos x="connsiteX123270" y="connsiteY123270"/>
              </a:cxn>
              <a:cxn ang="0">
                <a:pos x="connsiteX123271" y="connsiteY123271"/>
              </a:cxn>
              <a:cxn ang="0">
                <a:pos x="connsiteX123272" y="connsiteY123272"/>
              </a:cxn>
              <a:cxn ang="0">
                <a:pos x="connsiteX123273" y="connsiteY123273"/>
              </a:cxn>
              <a:cxn ang="0">
                <a:pos x="connsiteX123274" y="connsiteY123274"/>
              </a:cxn>
              <a:cxn ang="0">
                <a:pos x="connsiteX123275" y="connsiteY123275"/>
              </a:cxn>
              <a:cxn ang="0">
                <a:pos x="connsiteX123276" y="connsiteY123276"/>
              </a:cxn>
              <a:cxn ang="0">
                <a:pos x="connsiteX123277" y="connsiteY123277"/>
              </a:cxn>
              <a:cxn ang="0">
                <a:pos x="connsiteX123278" y="connsiteY123278"/>
              </a:cxn>
              <a:cxn ang="0">
                <a:pos x="connsiteX123279" y="connsiteY123279"/>
              </a:cxn>
              <a:cxn ang="0">
                <a:pos x="connsiteX123280" y="connsiteY123280"/>
              </a:cxn>
              <a:cxn ang="0">
                <a:pos x="connsiteX123281" y="connsiteY123281"/>
              </a:cxn>
              <a:cxn ang="0">
                <a:pos x="connsiteX123282" y="connsiteY123282"/>
              </a:cxn>
              <a:cxn ang="0">
                <a:pos x="connsiteX123283" y="connsiteY123283"/>
              </a:cxn>
              <a:cxn ang="0">
                <a:pos x="connsiteX123284" y="connsiteY123284"/>
              </a:cxn>
              <a:cxn ang="0">
                <a:pos x="connsiteX123285" y="connsiteY123285"/>
              </a:cxn>
              <a:cxn ang="0">
                <a:pos x="connsiteX123286" y="connsiteY123286"/>
              </a:cxn>
              <a:cxn ang="0">
                <a:pos x="connsiteX123287" y="connsiteY123287"/>
              </a:cxn>
              <a:cxn ang="0">
                <a:pos x="connsiteX123288" y="connsiteY123288"/>
              </a:cxn>
              <a:cxn ang="0">
                <a:pos x="connsiteX123289" y="connsiteY123289"/>
              </a:cxn>
              <a:cxn ang="0">
                <a:pos x="connsiteX123290" y="connsiteY123290"/>
              </a:cxn>
              <a:cxn ang="0">
                <a:pos x="connsiteX123291" y="connsiteY123291"/>
              </a:cxn>
              <a:cxn ang="0">
                <a:pos x="connsiteX123292" y="connsiteY123292"/>
              </a:cxn>
              <a:cxn ang="0">
                <a:pos x="connsiteX123293" y="connsiteY123293"/>
              </a:cxn>
              <a:cxn ang="0">
                <a:pos x="connsiteX123294" y="connsiteY123294"/>
              </a:cxn>
              <a:cxn ang="0">
                <a:pos x="connsiteX123295" y="connsiteY123295"/>
              </a:cxn>
              <a:cxn ang="0">
                <a:pos x="connsiteX123296" y="connsiteY123296"/>
              </a:cxn>
              <a:cxn ang="0">
                <a:pos x="connsiteX123297" y="connsiteY123297"/>
              </a:cxn>
              <a:cxn ang="0">
                <a:pos x="connsiteX123298" y="connsiteY123298"/>
              </a:cxn>
              <a:cxn ang="0">
                <a:pos x="connsiteX123299" y="connsiteY123299"/>
              </a:cxn>
              <a:cxn ang="0">
                <a:pos x="connsiteX123300" y="connsiteY123300"/>
              </a:cxn>
              <a:cxn ang="0">
                <a:pos x="connsiteX123301" y="connsiteY123301"/>
              </a:cxn>
              <a:cxn ang="0">
                <a:pos x="connsiteX123302" y="connsiteY123302"/>
              </a:cxn>
              <a:cxn ang="0">
                <a:pos x="connsiteX123303" y="connsiteY123303"/>
              </a:cxn>
              <a:cxn ang="0">
                <a:pos x="connsiteX123304" y="connsiteY123304"/>
              </a:cxn>
              <a:cxn ang="0">
                <a:pos x="connsiteX123305" y="connsiteY123305"/>
              </a:cxn>
              <a:cxn ang="0">
                <a:pos x="connsiteX123306" y="connsiteY123306"/>
              </a:cxn>
              <a:cxn ang="0">
                <a:pos x="connsiteX123307" y="connsiteY123307"/>
              </a:cxn>
              <a:cxn ang="0">
                <a:pos x="connsiteX123308" y="connsiteY123308"/>
              </a:cxn>
              <a:cxn ang="0">
                <a:pos x="connsiteX123309" y="connsiteY123309"/>
              </a:cxn>
              <a:cxn ang="0">
                <a:pos x="connsiteX123310" y="connsiteY123310"/>
              </a:cxn>
              <a:cxn ang="0">
                <a:pos x="connsiteX123311" y="connsiteY123311"/>
              </a:cxn>
              <a:cxn ang="0">
                <a:pos x="connsiteX123312" y="connsiteY123312"/>
              </a:cxn>
              <a:cxn ang="0">
                <a:pos x="connsiteX123313" y="connsiteY123313"/>
              </a:cxn>
              <a:cxn ang="0">
                <a:pos x="connsiteX123314" y="connsiteY123314"/>
              </a:cxn>
              <a:cxn ang="0">
                <a:pos x="connsiteX123315" y="connsiteY123315"/>
              </a:cxn>
              <a:cxn ang="0">
                <a:pos x="connsiteX123316" y="connsiteY123316"/>
              </a:cxn>
              <a:cxn ang="0">
                <a:pos x="connsiteX123317" y="connsiteY123317"/>
              </a:cxn>
              <a:cxn ang="0">
                <a:pos x="connsiteX123318" y="connsiteY123318"/>
              </a:cxn>
              <a:cxn ang="0">
                <a:pos x="connsiteX123319" y="connsiteY123319"/>
              </a:cxn>
              <a:cxn ang="0">
                <a:pos x="connsiteX123320" y="connsiteY123320"/>
              </a:cxn>
              <a:cxn ang="0">
                <a:pos x="connsiteX123321" y="connsiteY123321"/>
              </a:cxn>
              <a:cxn ang="0">
                <a:pos x="connsiteX123322" y="connsiteY123322"/>
              </a:cxn>
              <a:cxn ang="0">
                <a:pos x="connsiteX123323" y="connsiteY123323"/>
              </a:cxn>
              <a:cxn ang="0">
                <a:pos x="connsiteX123324" y="connsiteY123324"/>
              </a:cxn>
              <a:cxn ang="0">
                <a:pos x="connsiteX123325" y="connsiteY123325"/>
              </a:cxn>
              <a:cxn ang="0">
                <a:pos x="connsiteX123326" y="connsiteY123326"/>
              </a:cxn>
              <a:cxn ang="0">
                <a:pos x="connsiteX123327" y="connsiteY123327"/>
              </a:cxn>
              <a:cxn ang="0">
                <a:pos x="connsiteX123328" y="connsiteY123328"/>
              </a:cxn>
              <a:cxn ang="0">
                <a:pos x="connsiteX123329" y="connsiteY123329"/>
              </a:cxn>
              <a:cxn ang="0">
                <a:pos x="connsiteX123330" y="connsiteY123330"/>
              </a:cxn>
              <a:cxn ang="0">
                <a:pos x="connsiteX123331" y="connsiteY123331"/>
              </a:cxn>
              <a:cxn ang="0">
                <a:pos x="connsiteX123332" y="connsiteY123332"/>
              </a:cxn>
              <a:cxn ang="0">
                <a:pos x="connsiteX123333" y="connsiteY123333"/>
              </a:cxn>
              <a:cxn ang="0">
                <a:pos x="connsiteX123334" y="connsiteY123334"/>
              </a:cxn>
              <a:cxn ang="0">
                <a:pos x="connsiteX123335" y="connsiteY123335"/>
              </a:cxn>
              <a:cxn ang="0">
                <a:pos x="connsiteX123336" y="connsiteY123336"/>
              </a:cxn>
              <a:cxn ang="0">
                <a:pos x="connsiteX123337" y="connsiteY123337"/>
              </a:cxn>
              <a:cxn ang="0">
                <a:pos x="connsiteX123338" y="connsiteY123338"/>
              </a:cxn>
              <a:cxn ang="0">
                <a:pos x="connsiteX123339" y="connsiteY123339"/>
              </a:cxn>
              <a:cxn ang="0">
                <a:pos x="connsiteX123340" y="connsiteY123340"/>
              </a:cxn>
              <a:cxn ang="0">
                <a:pos x="connsiteX123341" y="connsiteY123341"/>
              </a:cxn>
              <a:cxn ang="0">
                <a:pos x="connsiteX123342" y="connsiteY123342"/>
              </a:cxn>
              <a:cxn ang="0">
                <a:pos x="connsiteX123343" y="connsiteY123343"/>
              </a:cxn>
              <a:cxn ang="0">
                <a:pos x="connsiteX123344" y="connsiteY123344"/>
              </a:cxn>
              <a:cxn ang="0">
                <a:pos x="connsiteX123345" y="connsiteY123345"/>
              </a:cxn>
              <a:cxn ang="0">
                <a:pos x="connsiteX123346" y="connsiteY123346"/>
              </a:cxn>
              <a:cxn ang="0">
                <a:pos x="connsiteX123347" y="connsiteY123347"/>
              </a:cxn>
              <a:cxn ang="0">
                <a:pos x="connsiteX123348" y="connsiteY123348"/>
              </a:cxn>
              <a:cxn ang="0">
                <a:pos x="connsiteX123349" y="connsiteY123349"/>
              </a:cxn>
              <a:cxn ang="0">
                <a:pos x="connsiteX123350" y="connsiteY123350"/>
              </a:cxn>
              <a:cxn ang="0">
                <a:pos x="connsiteX123351" y="connsiteY123351"/>
              </a:cxn>
              <a:cxn ang="0">
                <a:pos x="connsiteX123352" y="connsiteY123352"/>
              </a:cxn>
              <a:cxn ang="0">
                <a:pos x="connsiteX123353" y="connsiteY123353"/>
              </a:cxn>
              <a:cxn ang="0">
                <a:pos x="connsiteX123354" y="connsiteY123354"/>
              </a:cxn>
              <a:cxn ang="0">
                <a:pos x="connsiteX123355" y="connsiteY123355"/>
              </a:cxn>
              <a:cxn ang="0">
                <a:pos x="connsiteX123356" y="connsiteY123356"/>
              </a:cxn>
              <a:cxn ang="0">
                <a:pos x="connsiteX123357" y="connsiteY123357"/>
              </a:cxn>
              <a:cxn ang="0">
                <a:pos x="connsiteX123358" y="connsiteY123358"/>
              </a:cxn>
              <a:cxn ang="0">
                <a:pos x="connsiteX123359" y="connsiteY123359"/>
              </a:cxn>
              <a:cxn ang="0">
                <a:pos x="connsiteX123360" y="connsiteY123360"/>
              </a:cxn>
              <a:cxn ang="0">
                <a:pos x="connsiteX123361" y="connsiteY123361"/>
              </a:cxn>
              <a:cxn ang="0">
                <a:pos x="connsiteX123362" y="connsiteY123362"/>
              </a:cxn>
              <a:cxn ang="0">
                <a:pos x="connsiteX123363" y="connsiteY123363"/>
              </a:cxn>
              <a:cxn ang="0">
                <a:pos x="connsiteX123364" y="connsiteY123364"/>
              </a:cxn>
              <a:cxn ang="0">
                <a:pos x="connsiteX123365" y="connsiteY123365"/>
              </a:cxn>
              <a:cxn ang="0">
                <a:pos x="connsiteX123366" y="connsiteY123366"/>
              </a:cxn>
              <a:cxn ang="0">
                <a:pos x="connsiteX123367" y="connsiteY123367"/>
              </a:cxn>
              <a:cxn ang="0">
                <a:pos x="connsiteX123368" y="connsiteY123368"/>
              </a:cxn>
              <a:cxn ang="0">
                <a:pos x="connsiteX123369" y="connsiteY123369"/>
              </a:cxn>
              <a:cxn ang="0">
                <a:pos x="connsiteX123370" y="connsiteY123370"/>
              </a:cxn>
              <a:cxn ang="0">
                <a:pos x="connsiteX123371" y="connsiteY123371"/>
              </a:cxn>
              <a:cxn ang="0">
                <a:pos x="connsiteX123372" y="connsiteY123372"/>
              </a:cxn>
              <a:cxn ang="0">
                <a:pos x="connsiteX123373" y="connsiteY123373"/>
              </a:cxn>
              <a:cxn ang="0">
                <a:pos x="connsiteX123374" y="connsiteY123374"/>
              </a:cxn>
              <a:cxn ang="0">
                <a:pos x="connsiteX123375" y="connsiteY123375"/>
              </a:cxn>
              <a:cxn ang="0">
                <a:pos x="connsiteX123376" y="connsiteY123376"/>
              </a:cxn>
              <a:cxn ang="0">
                <a:pos x="connsiteX123377" y="connsiteY123377"/>
              </a:cxn>
              <a:cxn ang="0">
                <a:pos x="connsiteX123378" y="connsiteY123378"/>
              </a:cxn>
              <a:cxn ang="0">
                <a:pos x="connsiteX123379" y="connsiteY123379"/>
              </a:cxn>
              <a:cxn ang="0">
                <a:pos x="connsiteX123380" y="connsiteY123380"/>
              </a:cxn>
              <a:cxn ang="0">
                <a:pos x="connsiteX123381" y="connsiteY123381"/>
              </a:cxn>
              <a:cxn ang="0">
                <a:pos x="connsiteX123382" y="connsiteY123382"/>
              </a:cxn>
              <a:cxn ang="0">
                <a:pos x="connsiteX123383" y="connsiteY123383"/>
              </a:cxn>
              <a:cxn ang="0">
                <a:pos x="connsiteX123384" y="connsiteY123384"/>
              </a:cxn>
              <a:cxn ang="0">
                <a:pos x="connsiteX123385" y="connsiteY123385"/>
              </a:cxn>
              <a:cxn ang="0">
                <a:pos x="connsiteX123386" y="connsiteY123386"/>
              </a:cxn>
              <a:cxn ang="0">
                <a:pos x="connsiteX123387" y="connsiteY123387"/>
              </a:cxn>
              <a:cxn ang="0">
                <a:pos x="connsiteX123388" y="connsiteY123388"/>
              </a:cxn>
              <a:cxn ang="0">
                <a:pos x="connsiteX123389" y="connsiteY123389"/>
              </a:cxn>
              <a:cxn ang="0">
                <a:pos x="connsiteX123390" y="connsiteY123390"/>
              </a:cxn>
              <a:cxn ang="0">
                <a:pos x="connsiteX123391" y="connsiteY123391"/>
              </a:cxn>
              <a:cxn ang="0">
                <a:pos x="connsiteX123392" y="connsiteY123392"/>
              </a:cxn>
              <a:cxn ang="0">
                <a:pos x="connsiteX123393" y="connsiteY123393"/>
              </a:cxn>
              <a:cxn ang="0">
                <a:pos x="connsiteX123394" y="connsiteY123394"/>
              </a:cxn>
              <a:cxn ang="0">
                <a:pos x="connsiteX123395" y="connsiteY123395"/>
              </a:cxn>
              <a:cxn ang="0">
                <a:pos x="connsiteX123396" y="connsiteY123396"/>
              </a:cxn>
              <a:cxn ang="0">
                <a:pos x="connsiteX123397" y="connsiteY123397"/>
              </a:cxn>
              <a:cxn ang="0">
                <a:pos x="connsiteX123398" y="connsiteY123398"/>
              </a:cxn>
              <a:cxn ang="0">
                <a:pos x="connsiteX123399" y="connsiteY123399"/>
              </a:cxn>
              <a:cxn ang="0">
                <a:pos x="connsiteX123400" y="connsiteY123400"/>
              </a:cxn>
              <a:cxn ang="0">
                <a:pos x="connsiteX123401" y="connsiteY123401"/>
              </a:cxn>
              <a:cxn ang="0">
                <a:pos x="connsiteX123402" y="connsiteY123402"/>
              </a:cxn>
              <a:cxn ang="0">
                <a:pos x="connsiteX123403" y="connsiteY123403"/>
              </a:cxn>
              <a:cxn ang="0">
                <a:pos x="connsiteX123404" y="connsiteY123404"/>
              </a:cxn>
              <a:cxn ang="0">
                <a:pos x="connsiteX123405" y="connsiteY123405"/>
              </a:cxn>
              <a:cxn ang="0">
                <a:pos x="connsiteX123406" y="connsiteY123406"/>
              </a:cxn>
              <a:cxn ang="0">
                <a:pos x="connsiteX123407" y="connsiteY123407"/>
              </a:cxn>
              <a:cxn ang="0">
                <a:pos x="connsiteX123408" y="connsiteY123408"/>
              </a:cxn>
              <a:cxn ang="0">
                <a:pos x="connsiteX123409" y="connsiteY123409"/>
              </a:cxn>
              <a:cxn ang="0">
                <a:pos x="connsiteX123410" y="connsiteY123410"/>
              </a:cxn>
              <a:cxn ang="0">
                <a:pos x="connsiteX123411" y="connsiteY123411"/>
              </a:cxn>
              <a:cxn ang="0">
                <a:pos x="connsiteX123412" y="connsiteY123412"/>
              </a:cxn>
              <a:cxn ang="0">
                <a:pos x="connsiteX123413" y="connsiteY123413"/>
              </a:cxn>
              <a:cxn ang="0">
                <a:pos x="connsiteX123414" y="connsiteY123414"/>
              </a:cxn>
              <a:cxn ang="0">
                <a:pos x="connsiteX123415" y="connsiteY123415"/>
              </a:cxn>
              <a:cxn ang="0">
                <a:pos x="connsiteX123416" y="connsiteY123416"/>
              </a:cxn>
              <a:cxn ang="0">
                <a:pos x="connsiteX123417" y="connsiteY123417"/>
              </a:cxn>
              <a:cxn ang="0">
                <a:pos x="connsiteX123418" y="connsiteY123418"/>
              </a:cxn>
              <a:cxn ang="0">
                <a:pos x="connsiteX123419" y="connsiteY123419"/>
              </a:cxn>
              <a:cxn ang="0">
                <a:pos x="connsiteX123420" y="connsiteY123420"/>
              </a:cxn>
              <a:cxn ang="0">
                <a:pos x="connsiteX123421" y="connsiteY123421"/>
              </a:cxn>
              <a:cxn ang="0">
                <a:pos x="connsiteX123422" y="connsiteY123422"/>
              </a:cxn>
              <a:cxn ang="0">
                <a:pos x="connsiteX123423" y="connsiteY123423"/>
              </a:cxn>
              <a:cxn ang="0">
                <a:pos x="connsiteX123424" y="connsiteY123424"/>
              </a:cxn>
              <a:cxn ang="0">
                <a:pos x="connsiteX123425" y="connsiteY123425"/>
              </a:cxn>
              <a:cxn ang="0">
                <a:pos x="connsiteX123426" y="connsiteY123426"/>
              </a:cxn>
              <a:cxn ang="0">
                <a:pos x="connsiteX123427" y="connsiteY123427"/>
              </a:cxn>
              <a:cxn ang="0">
                <a:pos x="connsiteX123428" y="connsiteY123428"/>
              </a:cxn>
              <a:cxn ang="0">
                <a:pos x="connsiteX123429" y="connsiteY123429"/>
              </a:cxn>
              <a:cxn ang="0">
                <a:pos x="connsiteX123430" y="connsiteY123430"/>
              </a:cxn>
              <a:cxn ang="0">
                <a:pos x="connsiteX123431" y="connsiteY123431"/>
              </a:cxn>
              <a:cxn ang="0">
                <a:pos x="connsiteX123432" y="connsiteY123432"/>
              </a:cxn>
              <a:cxn ang="0">
                <a:pos x="connsiteX123433" y="connsiteY123433"/>
              </a:cxn>
              <a:cxn ang="0">
                <a:pos x="connsiteX123434" y="connsiteY123434"/>
              </a:cxn>
              <a:cxn ang="0">
                <a:pos x="connsiteX123435" y="connsiteY123435"/>
              </a:cxn>
              <a:cxn ang="0">
                <a:pos x="connsiteX123436" y="connsiteY123436"/>
              </a:cxn>
              <a:cxn ang="0">
                <a:pos x="connsiteX123437" y="connsiteY123437"/>
              </a:cxn>
              <a:cxn ang="0">
                <a:pos x="connsiteX123438" y="connsiteY123438"/>
              </a:cxn>
              <a:cxn ang="0">
                <a:pos x="connsiteX123439" y="connsiteY123439"/>
              </a:cxn>
              <a:cxn ang="0">
                <a:pos x="connsiteX123440" y="connsiteY123440"/>
              </a:cxn>
              <a:cxn ang="0">
                <a:pos x="connsiteX123441" y="connsiteY123441"/>
              </a:cxn>
              <a:cxn ang="0">
                <a:pos x="connsiteX123442" y="connsiteY123442"/>
              </a:cxn>
              <a:cxn ang="0">
                <a:pos x="connsiteX123443" y="connsiteY123443"/>
              </a:cxn>
              <a:cxn ang="0">
                <a:pos x="connsiteX123444" y="connsiteY123444"/>
              </a:cxn>
              <a:cxn ang="0">
                <a:pos x="connsiteX123445" y="connsiteY123445"/>
              </a:cxn>
              <a:cxn ang="0">
                <a:pos x="connsiteX123446" y="connsiteY123446"/>
              </a:cxn>
              <a:cxn ang="0">
                <a:pos x="connsiteX123447" y="connsiteY123447"/>
              </a:cxn>
              <a:cxn ang="0">
                <a:pos x="connsiteX123448" y="connsiteY123448"/>
              </a:cxn>
              <a:cxn ang="0">
                <a:pos x="connsiteX123449" y="connsiteY123449"/>
              </a:cxn>
              <a:cxn ang="0">
                <a:pos x="connsiteX123450" y="connsiteY123450"/>
              </a:cxn>
              <a:cxn ang="0">
                <a:pos x="connsiteX123451" y="connsiteY123451"/>
              </a:cxn>
              <a:cxn ang="0">
                <a:pos x="connsiteX123452" y="connsiteY123452"/>
              </a:cxn>
              <a:cxn ang="0">
                <a:pos x="connsiteX123453" y="connsiteY123453"/>
              </a:cxn>
              <a:cxn ang="0">
                <a:pos x="connsiteX123454" y="connsiteY123454"/>
              </a:cxn>
              <a:cxn ang="0">
                <a:pos x="connsiteX123455" y="connsiteY123455"/>
              </a:cxn>
              <a:cxn ang="0">
                <a:pos x="connsiteX123456" y="connsiteY123456"/>
              </a:cxn>
              <a:cxn ang="0">
                <a:pos x="connsiteX123457" y="connsiteY123457"/>
              </a:cxn>
              <a:cxn ang="0">
                <a:pos x="connsiteX123458" y="connsiteY123458"/>
              </a:cxn>
              <a:cxn ang="0">
                <a:pos x="connsiteX123459" y="connsiteY123459"/>
              </a:cxn>
              <a:cxn ang="0">
                <a:pos x="connsiteX123460" y="connsiteY123460"/>
              </a:cxn>
              <a:cxn ang="0">
                <a:pos x="connsiteX123461" y="connsiteY123461"/>
              </a:cxn>
              <a:cxn ang="0">
                <a:pos x="connsiteX123462" y="connsiteY123462"/>
              </a:cxn>
              <a:cxn ang="0">
                <a:pos x="connsiteX123463" y="connsiteY123463"/>
              </a:cxn>
              <a:cxn ang="0">
                <a:pos x="connsiteX123464" y="connsiteY123464"/>
              </a:cxn>
              <a:cxn ang="0">
                <a:pos x="connsiteX123465" y="connsiteY123465"/>
              </a:cxn>
              <a:cxn ang="0">
                <a:pos x="connsiteX123466" y="connsiteY123466"/>
              </a:cxn>
              <a:cxn ang="0">
                <a:pos x="connsiteX123467" y="connsiteY123467"/>
              </a:cxn>
              <a:cxn ang="0">
                <a:pos x="connsiteX123468" y="connsiteY123468"/>
              </a:cxn>
              <a:cxn ang="0">
                <a:pos x="connsiteX123469" y="connsiteY123469"/>
              </a:cxn>
              <a:cxn ang="0">
                <a:pos x="connsiteX123470" y="connsiteY123470"/>
              </a:cxn>
              <a:cxn ang="0">
                <a:pos x="connsiteX123471" y="connsiteY123471"/>
              </a:cxn>
              <a:cxn ang="0">
                <a:pos x="connsiteX123472" y="connsiteY123472"/>
              </a:cxn>
              <a:cxn ang="0">
                <a:pos x="connsiteX123473" y="connsiteY123473"/>
              </a:cxn>
              <a:cxn ang="0">
                <a:pos x="connsiteX123474" y="connsiteY123474"/>
              </a:cxn>
              <a:cxn ang="0">
                <a:pos x="connsiteX123475" y="connsiteY123475"/>
              </a:cxn>
              <a:cxn ang="0">
                <a:pos x="connsiteX123476" y="connsiteY123476"/>
              </a:cxn>
              <a:cxn ang="0">
                <a:pos x="connsiteX123477" y="connsiteY123477"/>
              </a:cxn>
              <a:cxn ang="0">
                <a:pos x="connsiteX123478" y="connsiteY123478"/>
              </a:cxn>
              <a:cxn ang="0">
                <a:pos x="connsiteX123479" y="connsiteY123479"/>
              </a:cxn>
              <a:cxn ang="0">
                <a:pos x="connsiteX123480" y="connsiteY123480"/>
              </a:cxn>
              <a:cxn ang="0">
                <a:pos x="connsiteX123481" y="connsiteY123481"/>
              </a:cxn>
              <a:cxn ang="0">
                <a:pos x="connsiteX123482" y="connsiteY123482"/>
              </a:cxn>
              <a:cxn ang="0">
                <a:pos x="connsiteX123483" y="connsiteY123483"/>
              </a:cxn>
              <a:cxn ang="0">
                <a:pos x="connsiteX123484" y="connsiteY123484"/>
              </a:cxn>
              <a:cxn ang="0">
                <a:pos x="connsiteX123485" y="connsiteY123485"/>
              </a:cxn>
              <a:cxn ang="0">
                <a:pos x="connsiteX123486" y="connsiteY123486"/>
              </a:cxn>
              <a:cxn ang="0">
                <a:pos x="connsiteX123487" y="connsiteY123487"/>
              </a:cxn>
              <a:cxn ang="0">
                <a:pos x="connsiteX123488" y="connsiteY123488"/>
              </a:cxn>
              <a:cxn ang="0">
                <a:pos x="connsiteX123489" y="connsiteY123489"/>
              </a:cxn>
              <a:cxn ang="0">
                <a:pos x="connsiteX123490" y="connsiteY123490"/>
              </a:cxn>
              <a:cxn ang="0">
                <a:pos x="connsiteX123491" y="connsiteY123491"/>
              </a:cxn>
              <a:cxn ang="0">
                <a:pos x="connsiteX123492" y="connsiteY123492"/>
              </a:cxn>
              <a:cxn ang="0">
                <a:pos x="connsiteX123493" y="connsiteY123493"/>
              </a:cxn>
              <a:cxn ang="0">
                <a:pos x="connsiteX123494" y="connsiteY123494"/>
              </a:cxn>
              <a:cxn ang="0">
                <a:pos x="connsiteX123495" y="connsiteY123495"/>
              </a:cxn>
              <a:cxn ang="0">
                <a:pos x="connsiteX123496" y="connsiteY123496"/>
              </a:cxn>
              <a:cxn ang="0">
                <a:pos x="connsiteX123497" y="connsiteY123497"/>
              </a:cxn>
              <a:cxn ang="0">
                <a:pos x="connsiteX123498" y="connsiteY123498"/>
              </a:cxn>
              <a:cxn ang="0">
                <a:pos x="connsiteX123499" y="connsiteY123499"/>
              </a:cxn>
              <a:cxn ang="0">
                <a:pos x="connsiteX123500" y="connsiteY123500"/>
              </a:cxn>
              <a:cxn ang="0">
                <a:pos x="connsiteX123501" y="connsiteY123501"/>
              </a:cxn>
              <a:cxn ang="0">
                <a:pos x="connsiteX123502" y="connsiteY123502"/>
              </a:cxn>
              <a:cxn ang="0">
                <a:pos x="connsiteX123503" y="connsiteY123503"/>
              </a:cxn>
              <a:cxn ang="0">
                <a:pos x="connsiteX123504" y="connsiteY123504"/>
              </a:cxn>
              <a:cxn ang="0">
                <a:pos x="connsiteX123505" y="connsiteY123505"/>
              </a:cxn>
              <a:cxn ang="0">
                <a:pos x="connsiteX123506" y="connsiteY123506"/>
              </a:cxn>
              <a:cxn ang="0">
                <a:pos x="connsiteX123507" y="connsiteY123507"/>
              </a:cxn>
              <a:cxn ang="0">
                <a:pos x="connsiteX123508" y="connsiteY123508"/>
              </a:cxn>
              <a:cxn ang="0">
                <a:pos x="connsiteX123509" y="connsiteY123509"/>
              </a:cxn>
              <a:cxn ang="0">
                <a:pos x="connsiteX123510" y="connsiteY123510"/>
              </a:cxn>
              <a:cxn ang="0">
                <a:pos x="connsiteX123511" y="connsiteY123511"/>
              </a:cxn>
              <a:cxn ang="0">
                <a:pos x="connsiteX123512" y="connsiteY123512"/>
              </a:cxn>
              <a:cxn ang="0">
                <a:pos x="connsiteX123513" y="connsiteY123513"/>
              </a:cxn>
              <a:cxn ang="0">
                <a:pos x="connsiteX123514" y="connsiteY123514"/>
              </a:cxn>
              <a:cxn ang="0">
                <a:pos x="connsiteX123515" y="connsiteY123515"/>
              </a:cxn>
              <a:cxn ang="0">
                <a:pos x="connsiteX123516" y="connsiteY123516"/>
              </a:cxn>
              <a:cxn ang="0">
                <a:pos x="connsiteX123517" y="connsiteY123517"/>
              </a:cxn>
              <a:cxn ang="0">
                <a:pos x="connsiteX123518" y="connsiteY123518"/>
              </a:cxn>
              <a:cxn ang="0">
                <a:pos x="connsiteX123519" y="connsiteY123519"/>
              </a:cxn>
              <a:cxn ang="0">
                <a:pos x="connsiteX123520" y="connsiteY123520"/>
              </a:cxn>
              <a:cxn ang="0">
                <a:pos x="connsiteX123521" y="connsiteY123521"/>
              </a:cxn>
              <a:cxn ang="0">
                <a:pos x="connsiteX123522" y="connsiteY123522"/>
              </a:cxn>
              <a:cxn ang="0">
                <a:pos x="connsiteX123523" y="connsiteY123523"/>
              </a:cxn>
              <a:cxn ang="0">
                <a:pos x="connsiteX123524" y="connsiteY123524"/>
              </a:cxn>
              <a:cxn ang="0">
                <a:pos x="connsiteX123525" y="connsiteY123525"/>
              </a:cxn>
              <a:cxn ang="0">
                <a:pos x="connsiteX123526" y="connsiteY123526"/>
              </a:cxn>
              <a:cxn ang="0">
                <a:pos x="connsiteX123527" y="connsiteY123527"/>
              </a:cxn>
              <a:cxn ang="0">
                <a:pos x="connsiteX123528" y="connsiteY123528"/>
              </a:cxn>
              <a:cxn ang="0">
                <a:pos x="connsiteX123529" y="connsiteY123529"/>
              </a:cxn>
              <a:cxn ang="0">
                <a:pos x="connsiteX123530" y="connsiteY123530"/>
              </a:cxn>
              <a:cxn ang="0">
                <a:pos x="connsiteX123531" y="connsiteY123531"/>
              </a:cxn>
              <a:cxn ang="0">
                <a:pos x="connsiteX123532" y="connsiteY123532"/>
              </a:cxn>
              <a:cxn ang="0">
                <a:pos x="connsiteX123533" y="connsiteY123533"/>
              </a:cxn>
              <a:cxn ang="0">
                <a:pos x="connsiteX123534" y="connsiteY123534"/>
              </a:cxn>
              <a:cxn ang="0">
                <a:pos x="connsiteX123535" y="connsiteY123535"/>
              </a:cxn>
              <a:cxn ang="0">
                <a:pos x="connsiteX123536" y="connsiteY123536"/>
              </a:cxn>
              <a:cxn ang="0">
                <a:pos x="connsiteX123537" y="connsiteY123537"/>
              </a:cxn>
              <a:cxn ang="0">
                <a:pos x="connsiteX123538" y="connsiteY123538"/>
              </a:cxn>
              <a:cxn ang="0">
                <a:pos x="connsiteX123539" y="connsiteY123539"/>
              </a:cxn>
              <a:cxn ang="0">
                <a:pos x="connsiteX123540" y="connsiteY123540"/>
              </a:cxn>
              <a:cxn ang="0">
                <a:pos x="connsiteX123541" y="connsiteY123541"/>
              </a:cxn>
              <a:cxn ang="0">
                <a:pos x="connsiteX123542" y="connsiteY123542"/>
              </a:cxn>
              <a:cxn ang="0">
                <a:pos x="connsiteX123543" y="connsiteY123543"/>
              </a:cxn>
              <a:cxn ang="0">
                <a:pos x="connsiteX123544" y="connsiteY123544"/>
              </a:cxn>
              <a:cxn ang="0">
                <a:pos x="connsiteX123545" y="connsiteY123545"/>
              </a:cxn>
              <a:cxn ang="0">
                <a:pos x="connsiteX123546" y="connsiteY123546"/>
              </a:cxn>
              <a:cxn ang="0">
                <a:pos x="connsiteX123547" y="connsiteY123547"/>
              </a:cxn>
              <a:cxn ang="0">
                <a:pos x="connsiteX123548" y="connsiteY123548"/>
              </a:cxn>
              <a:cxn ang="0">
                <a:pos x="connsiteX123549" y="connsiteY123549"/>
              </a:cxn>
              <a:cxn ang="0">
                <a:pos x="connsiteX123550" y="connsiteY123550"/>
              </a:cxn>
              <a:cxn ang="0">
                <a:pos x="connsiteX123551" y="connsiteY123551"/>
              </a:cxn>
              <a:cxn ang="0">
                <a:pos x="connsiteX123552" y="connsiteY123552"/>
              </a:cxn>
              <a:cxn ang="0">
                <a:pos x="connsiteX123553" y="connsiteY123553"/>
              </a:cxn>
              <a:cxn ang="0">
                <a:pos x="connsiteX123554" y="connsiteY123554"/>
              </a:cxn>
              <a:cxn ang="0">
                <a:pos x="connsiteX123555" y="connsiteY123555"/>
              </a:cxn>
              <a:cxn ang="0">
                <a:pos x="connsiteX123556" y="connsiteY123556"/>
              </a:cxn>
              <a:cxn ang="0">
                <a:pos x="connsiteX123557" y="connsiteY123557"/>
              </a:cxn>
              <a:cxn ang="0">
                <a:pos x="connsiteX123558" y="connsiteY123558"/>
              </a:cxn>
              <a:cxn ang="0">
                <a:pos x="connsiteX123559" y="connsiteY123559"/>
              </a:cxn>
              <a:cxn ang="0">
                <a:pos x="connsiteX123560" y="connsiteY123560"/>
              </a:cxn>
              <a:cxn ang="0">
                <a:pos x="connsiteX123561" y="connsiteY123561"/>
              </a:cxn>
              <a:cxn ang="0">
                <a:pos x="connsiteX123562" y="connsiteY123562"/>
              </a:cxn>
              <a:cxn ang="0">
                <a:pos x="connsiteX123563" y="connsiteY123563"/>
              </a:cxn>
              <a:cxn ang="0">
                <a:pos x="connsiteX123564" y="connsiteY123564"/>
              </a:cxn>
              <a:cxn ang="0">
                <a:pos x="connsiteX123565" y="connsiteY123565"/>
              </a:cxn>
              <a:cxn ang="0">
                <a:pos x="connsiteX123566" y="connsiteY123566"/>
              </a:cxn>
              <a:cxn ang="0">
                <a:pos x="connsiteX123567" y="connsiteY123567"/>
              </a:cxn>
              <a:cxn ang="0">
                <a:pos x="connsiteX123568" y="connsiteY123568"/>
              </a:cxn>
              <a:cxn ang="0">
                <a:pos x="connsiteX123569" y="connsiteY123569"/>
              </a:cxn>
              <a:cxn ang="0">
                <a:pos x="connsiteX123570" y="connsiteY123570"/>
              </a:cxn>
              <a:cxn ang="0">
                <a:pos x="connsiteX123571" y="connsiteY123571"/>
              </a:cxn>
              <a:cxn ang="0">
                <a:pos x="connsiteX123572" y="connsiteY123572"/>
              </a:cxn>
              <a:cxn ang="0">
                <a:pos x="connsiteX123573" y="connsiteY123573"/>
              </a:cxn>
              <a:cxn ang="0">
                <a:pos x="connsiteX123574" y="connsiteY123574"/>
              </a:cxn>
              <a:cxn ang="0">
                <a:pos x="connsiteX123575" y="connsiteY123575"/>
              </a:cxn>
              <a:cxn ang="0">
                <a:pos x="connsiteX123576" y="connsiteY123576"/>
              </a:cxn>
              <a:cxn ang="0">
                <a:pos x="connsiteX123577" y="connsiteY123577"/>
              </a:cxn>
              <a:cxn ang="0">
                <a:pos x="connsiteX123578" y="connsiteY123578"/>
              </a:cxn>
              <a:cxn ang="0">
                <a:pos x="connsiteX123579" y="connsiteY123579"/>
              </a:cxn>
              <a:cxn ang="0">
                <a:pos x="connsiteX123580" y="connsiteY123580"/>
              </a:cxn>
              <a:cxn ang="0">
                <a:pos x="connsiteX123581" y="connsiteY123581"/>
              </a:cxn>
              <a:cxn ang="0">
                <a:pos x="connsiteX123582" y="connsiteY123582"/>
              </a:cxn>
              <a:cxn ang="0">
                <a:pos x="connsiteX123583" y="connsiteY123583"/>
              </a:cxn>
              <a:cxn ang="0">
                <a:pos x="connsiteX123584" y="connsiteY123584"/>
              </a:cxn>
              <a:cxn ang="0">
                <a:pos x="connsiteX123585" y="connsiteY123585"/>
              </a:cxn>
              <a:cxn ang="0">
                <a:pos x="connsiteX123586" y="connsiteY123586"/>
              </a:cxn>
              <a:cxn ang="0">
                <a:pos x="connsiteX123587" y="connsiteY123587"/>
              </a:cxn>
              <a:cxn ang="0">
                <a:pos x="connsiteX123588" y="connsiteY123588"/>
              </a:cxn>
              <a:cxn ang="0">
                <a:pos x="connsiteX123589" y="connsiteY123589"/>
              </a:cxn>
              <a:cxn ang="0">
                <a:pos x="connsiteX123590" y="connsiteY123590"/>
              </a:cxn>
              <a:cxn ang="0">
                <a:pos x="connsiteX123591" y="connsiteY123591"/>
              </a:cxn>
              <a:cxn ang="0">
                <a:pos x="connsiteX123592" y="connsiteY123592"/>
              </a:cxn>
              <a:cxn ang="0">
                <a:pos x="connsiteX123593" y="connsiteY123593"/>
              </a:cxn>
              <a:cxn ang="0">
                <a:pos x="connsiteX123594" y="connsiteY123594"/>
              </a:cxn>
              <a:cxn ang="0">
                <a:pos x="connsiteX123595" y="connsiteY123595"/>
              </a:cxn>
              <a:cxn ang="0">
                <a:pos x="connsiteX123596" y="connsiteY123596"/>
              </a:cxn>
              <a:cxn ang="0">
                <a:pos x="connsiteX123597" y="connsiteY123597"/>
              </a:cxn>
              <a:cxn ang="0">
                <a:pos x="connsiteX123598" y="connsiteY123598"/>
              </a:cxn>
              <a:cxn ang="0">
                <a:pos x="connsiteX123599" y="connsiteY123599"/>
              </a:cxn>
              <a:cxn ang="0">
                <a:pos x="connsiteX123600" y="connsiteY123600"/>
              </a:cxn>
              <a:cxn ang="0">
                <a:pos x="connsiteX123601" y="connsiteY123601"/>
              </a:cxn>
              <a:cxn ang="0">
                <a:pos x="connsiteX123602" y="connsiteY123602"/>
              </a:cxn>
              <a:cxn ang="0">
                <a:pos x="connsiteX123603" y="connsiteY123603"/>
              </a:cxn>
              <a:cxn ang="0">
                <a:pos x="connsiteX123604" y="connsiteY123604"/>
              </a:cxn>
              <a:cxn ang="0">
                <a:pos x="connsiteX123605" y="connsiteY123605"/>
              </a:cxn>
              <a:cxn ang="0">
                <a:pos x="connsiteX123606" y="connsiteY123606"/>
              </a:cxn>
              <a:cxn ang="0">
                <a:pos x="connsiteX123607" y="connsiteY123607"/>
              </a:cxn>
              <a:cxn ang="0">
                <a:pos x="connsiteX123608" y="connsiteY123608"/>
              </a:cxn>
              <a:cxn ang="0">
                <a:pos x="connsiteX123609" y="connsiteY123609"/>
              </a:cxn>
              <a:cxn ang="0">
                <a:pos x="connsiteX123610" y="connsiteY123610"/>
              </a:cxn>
              <a:cxn ang="0">
                <a:pos x="connsiteX123611" y="connsiteY123611"/>
              </a:cxn>
              <a:cxn ang="0">
                <a:pos x="connsiteX123612" y="connsiteY123612"/>
              </a:cxn>
              <a:cxn ang="0">
                <a:pos x="connsiteX123613" y="connsiteY123613"/>
              </a:cxn>
              <a:cxn ang="0">
                <a:pos x="connsiteX123614" y="connsiteY123614"/>
              </a:cxn>
              <a:cxn ang="0">
                <a:pos x="connsiteX123615" y="connsiteY123615"/>
              </a:cxn>
              <a:cxn ang="0">
                <a:pos x="connsiteX123616" y="connsiteY123616"/>
              </a:cxn>
              <a:cxn ang="0">
                <a:pos x="connsiteX123617" y="connsiteY123617"/>
              </a:cxn>
              <a:cxn ang="0">
                <a:pos x="connsiteX123618" y="connsiteY123618"/>
              </a:cxn>
              <a:cxn ang="0">
                <a:pos x="connsiteX123619" y="connsiteY123619"/>
              </a:cxn>
              <a:cxn ang="0">
                <a:pos x="connsiteX123620" y="connsiteY123620"/>
              </a:cxn>
              <a:cxn ang="0">
                <a:pos x="connsiteX123621" y="connsiteY123621"/>
              </a:cxn>
              <a:cxn ang="0">
                <a:pos x="connsiteX123622" y="connsiteY123622"/>
              </a:cxn>
              <a:cxn ang="0">
                <a:pos x="connsiteX123623" y="connsiteY123623"/>
              </a:cxn>
              <a:cxn ang="0">
                <a:pos x="connsiteX123624" y="connsiteY123624"/>
              </a:cxn>
              <a:cxn ang="0">
                <a:pos x="connsiteX123625" y="connsiteY123625"/>
              </a:cxn>
              <a:cxn ang="0">
                <a:pos x="connsiteX123626" y="connsiteY123626"/>
              </a:cxn>
              <a:cxn ang="0">
                <a:pos x="connsiteX123627" y="connsiteY123627"/>
              </a:cxn>
              <a:cxn ang="0">
                <a:pos x="connsiteX123628" y="connsiteY123628"/>
              </a:cxn>
              <a:cxn ang="0">
                <a:pos x="connsiteX123629" y="connsiteY123629"/>
              </a:cxn>
              <a:cxn ang="0">
                <a:pos x="connsiteX123630" y="connsiteY123630"/>
              </a:cxn>
              <a:cxn ang="0">
                <a:pos x="connsiteX123631" y="connsiteY123631"/>
              </a:cxn>
              <a:cxn ang="0">
                <a:pos x="connsiteX123632" y="connsiteY123632"/>
              </a:cxn>
              <a:cxn ang="0">
                <a:pos x="connsiteX123633" y="connsiteY123633"/>
              </a:cxn>
              <a:cxn ang="0">
                <a:pos x="connsiteX123634" y="connsiteY123634"/>
              </a:cxn>
              <a:cxn ang="0">
                <a:pos x="connsiteX123635" y="connsiteY123635"/>
              </a:cxn>
              <a:cxn ang="0">
                <a:pos x="connsiteX123636" y="connsiteY123636"/>
              </a:cxn>
              <a:cxn ang="0">
                <a:pos x="connsiteX123637" y="connsiteY123637"/>
              </a:cxn>
              <a:cxn ang="0">
                <a:pos x="connsiteX123638" y="connsiteY123638"/>
              </a:cxn>
              <a:cxn ang="0">
                <a:pos x="connsiteX123639" y="connsiteY123639"/>
              </a:cxn>
              <a:cxn ang="0">
                <a:pos x="connsiteX123640" y="connsiteY123640"/>
              </a:cxn>
              <a:cxn ang="0">
                <a:pos x="connsiteX123641" y="connsiteY123641"/>
              </a:cxn>
              <a:cxn ang="0">
                <a:pos x="connsiteX123642" y="connsiteY123642"/>
              </a:cxn>
              <a:cxn ang="0">
                <a:pos x="connsiteX123643" y="connsiteY123643"/>
              </a:cxn>
              <a:cxn ang="0">
                <a:pos x="connsiteX123644" y="connsiteY123644"/>
              </a:cxn>
              <a:cxn ang="0">
                <a:pos x="connsiteX123645" y="connsiteY123645"/>
              </a:cxn>
              <a:cxn ang="0">
                <a:pos x="connsiteX123646" y="connsiteY123646"/>
              </a:cxn>
              <a:cxn ang="0">
                <a:pos x="connsiteX123647" y="connsiteY123647"/>
              </a:cxn>
              <a:cxn ang="0">
                <a:pos x="connsiteX123648" y="connsiteY123648"/>
              </a:cxn>
              <a:cxn ang="0">
                <a:pos x="connsiteX123649" y="connsiteY123649"/>
              </a:cxn>
              <a:cxn ang="0">
                <a:pos x="connsiteX123650" y="connsiteY123650"/>
              </a:cxn>
              <a:cxn ang="0">
                <a:pos x="connsiteX123651" y="connsiteY123651"/>
              </a:cxn>
              <a:cxn ang="0">
                <a:pos x="connsiteX123652" y="connsiteY123652"/>
              </a:cxn>
              <a:cxn ang="0">
                <a:pos x="connsiteX123653" y="connsiteY123653"/>
              </a:cxn>
              <a:cxn ang="0">
                <a:pos x="connsiteX123654" y="connsiteY123654"/>
              </a:cxn>
              <a:cxn ang="0">
                <a:pos x="connsiteX123655" y="connsiteY123655"/>
              </a:cxn>
              <a:cxn ang="0">
                <a:pos x="connsiteX123656" y="connsiteY123656"/>
              </a:cxn>
              <a:cxn ang="0">
                <a:pos x="connsiteX123657" y="connsiteY123657"/>
              </a:cxn>
              <a:cxn ang="0">
                <a:pos x="connsiteX123658" y="connsiteY123658"/>
              </a:cxn>
              <a:cxn ang="0">
                <a:pos x="connsiteX123659" y="connsiteY123659"/>
              </a:cxn>
              <a:cxn ang="0">
                <a:pos x="connsiteX123660" y="connsiteY123660"/>
              </a:cxn>
              <a:cxn ang="0">
                <a:pos x="connsiteX123661" y="connsiteY123661"/>
              </a:cxn>
              <a:cxn ang="0">
                <a:pos x="connsiteX123662" y="connsiteY123662"/>
              </a:cxn>
              <a:cxn ang="0">
                <a:pos x="connsiteX123663" y="connsiteY123663"/>
              </a:cxn>
              <a:cxn ang="0">
                <a:pos x="connsiteX123664" y="connsiteY123664"/>
              </a:cxn>
              <a:cxn ang="0">
                <a:pos x="connsiteX123665" y="connsiteY123665"/>
              </a:cxn>
              <a:cxn ang="0">
                <a:pos x="connsiteX123666" y="connsiteY123666"/>
              </a:cxn>
              <a:cxn ang="0">
                <a:pos x="connsiteX123667" y="connsiteY123667"/>
              </a:cxn>
              <a:cxn ang="0">
                <a:pos x="connsiteX123668" y="connsiteY123668"/>
              </a:cxn>
              <a:cxn ang="0">
                <a:pos x="connsiteX123669" y="connsiteY123669"/>
              </a:cxn>
              <a:cxn ang="0">
                <a:pos x="connsiteX123670" y="connsiteY123670"/>
              </a:cxn>
              <a:cxn ang="0">
                <a:pos x="connsiteX123671" y="connsiteY123671"/>
              </a:cxn>
              <a:cxn ang="0">
                <a:pos x="connsiteX123672" y="connsiteY123672"/>
              </a:cxn>
              <a:cxn ang="0">
                <a:pos x="connsiteX123673" y="connsiteY123673"/>
              </a:cxn>
              <a:cxn ang="0">
                <a:pos x="connsiteX123674" y="connsiteY123674"/>
              </a:cxn>
              <a:cxn ang="0">
                <a:pos x="connsiteX123675" y="connsiteY123675"/>
              </a:cxn>
              <a:cxn ang="0">
                <a:pos x="connsiteX123676" y="connsiteY123676"/>
              </a:cxn>
              <a:cxn ang="0">
                <a:pos x="connsiteX123677" y="connsiteY123677"/>
              </a:cxn>
              <a:cxn ang="0">
                <a:pos x="connsiteX123678" y="connsiteY123678"/>
              </a:cxn>
              <a:cxn ang="0">
                <a:pos x="connsiteX123679" y="connsiteY123679"/>
              </a:cxn>
              <a:cxn ang="0">
                <a:pos x="connsiteX123680" y="connsiteY123680"/>
              </a:cxn>
              <a:cxn ang="0">
                <a:pos x="connsiteX123681" y="connsiteY123681"/>
              </a:cxn>
              <a:cxn ang="0">
                <a:pos x="connsiteX123682" y="connsiteY123682"/>
              </a:cxn>
              <a:cxn ang="0">
                <a:pos x="connsiteX123683" y="connsiteY123683"/>
              </a:cxn>
              <a:cxn ang="0">
                <a:pos x="connsiteX123684" y="connsiteY123684"/>
              </a:cxn>
              <a:cxn ang="0">
                <a:pos x="connsiteX123685" y="connsiteY123685"/>
              </a:cxn>
              <a:cxn ang="0">
                <a:pos x="connsiteX123686" y="connsiteY123686"/>
              </a:cxn>
              <a:cxn ang="0">
                <a:pos x="connsiteX123687" y="connsiteY123687"/>
              </a:cxn>
              <a:cxn ang="0">
                <a:pos x="connsiteX123688" y="connsiteY123688"/>
              </a:cxn>
              <a:cxn ang="0">
                <a:pos x="connsiteX123689" y="connsiteY123689"/>
              </a:cxn>
              <a:cxn ang="0">
                <a:pos x="connsiteX123690" y="connsiteY123690"/>
              </a:cxn>
              <a:cxn ang="0">
                <a:pos x="connsiteX123691" y="connsiteY123691"/>
              </a:cxn>
              <a:cxn ang="0">
                <a:pos x="connsiteX123692" y="connsiteY123692"/>
              </a:cxn>
              <a:cxn ang="0">
                <a:pos x="connsiteX123693" y="connsiteY123693"/>
              </a:cxn>
              <a:cxn ang="0">
                <a:pos x="connsiteX123694" y="connsiteY123694"/>
              </a:cxn>
              <a:cxn ang="0">
                <a:pos x="connsiteX123695" y="connsiteY123695"/>
              </a:cxn>
              <a:cxn ang="0">
                <a:pos x="connsiteX123696" y="connsiteY123696"/>
              </a:cxn>
              <a:cxn ang="0">
                <a:pos x="connsiteX123697" y="connsiteY123697"/>
              </a:cxn>
              <a:cxn ang="0">
                <a:pos x="connsiteX123698" y="connsiteY123698"/>
              </a:cxn>
              <a:cxn ang="0">
                <a:pos x="connsiteX123699" y="connsiteY123699"/>
              </a:cxn>
              <a:cxn ang="0">
                <a:pos x="connsiteX123700" y="connsiteY123700"/>
              </a:cxn>
              <a:cxn ang="0">
                <a:pos x="connsiteX123701" y="connsiteY123701"/>
              </a:cxn>
              <a:cxn ang="0">
                <a:pos x="connsiteX123702" y="connsiteY123702"/>
              </a:cxn>
              <a:cxn ang="0">
                <a:pos x="connsiteX123703" y="connsiteY123703"/>
              </a:cxn>
              <a:cxn ang="0">
                <a:pos x="connsiteX123704" y="connsiteY123704"/>
              </a:cxn>
              <a:cxn ang="0">
                <a:pos x="connsiteX123705" y="connsiteY123705"/>
              </a:cxn>
              <a:cxn ang="0">
                <a:pos x="connsiteX123706" y="connsiteY123706"/>
              </a:cxn>
              <a:cxn ang="0">
                <a:pos x="connsiteX123707" y="connsiteY123707"/>
              </a:cxn>
              <a:cxn ang="0">
                <a:pos x="connsiteX123708" y="connsiteY123708"/>
              </a:cxn>
              <a:cxn ang="0">
                <a:pos x="connsiteX123709" y="connsiteY123709"/>
              </a:cxn>
              <a:cxn ang="0">
                <a:pos x="connsiteX123710" y="connsiteY123710"/>
              </a:cxn>
              <a:cxn ang="0">
                <a:pos x="connsiteX123711" y="connsiteY123711"/>
              </a:cxn>
              <a:cxn ang="0">
                <a:pos x="connsiteX123712" y="connsiteY123712"/>
              </a:cxn>
              <a:cxn ang="0">
                <a:pos x="connsiteX123713" y="connsiteY123713"/>
              </a:cxn>
              <a:cxn ang="0">
                <a:pos x="connsiteX123714" y="connsiteY123714"/>
              </a:cxn>
              <a:cxn ang="0">
                <a:pos x="connsiteX123715" y="connsiteY123715"/>
              </a:cxn>
              <a:cxn ang="0">
                <a:pos x="connsiteX123716" y="connsiteY123716"/>
              </a:cxn>
              <a:cxn ang="0">
                <a:pos x="connsiteX123717" y="connsiteY123717"/>
              </a:cxn>
              <a:cxn ang="0">
                <a:pos x="connsiteX123718" y="connsiteY123718"/>
              </a:cxn>
              <a:cxn ang="0">
                <a:pos x="connsiteX123719" y="connsiteY123719"/>
              </a:cxn>
              <a:cxn ang="0">
                <a:pos x="connsiteX123720" y="connsiteY123720"/>
              </a:cxn>
              <a:cxn ang="0">
                <a:pos x="connsiteX123721" y="connsiteY123721"/>
              </a:cxn>
              <a:cxn ang="0">
                <a:pos x="connsiteX123722" y="connsiteY123722"/>
              </a:cxn>
              <a:cxn ang="0">
                <a:pos x="connsiteX123723" y="connsiteY123723"/>
              </a:cxn>
              <a:cxn ang="0">
                <a:pos x="connsiteX123724" y="connsiteY123724"/>
              </a:cxn>
              <a:cxn ang="0">
                <a:pos x="connsiteX123725" y="connsiteY123725"/>
              </a:cxn>
              <a:cxn ang="0">
                <a:pos x="connsiteX123726" y="connsiteY123726"/>
              </a:cxn>
              <a:cxn ang="0">
                <a:pos x="connsiteX123727" y="connsiteY123727"/>
              </a:cxn>
              <a:cxn ang="0">
                <a:pos x="connsiteX123728" y="connsiteY123728"/>
              </a:cxn>
              <a:cxn ang="0">
                <a:pos x="connsiteX123729" y="connsiteY123729"/>
              </a:cxn>
              <a:cxn ang="0">
                <a:pos x="connsiteX123730" y="connsiteY123730"/>
              </a:cxn>
              <a:cxn ang="0">
                <a:pos x="connsiteX123731" y="connsiteY123731"/>
              </a:cxn>
              <a:cxn ang="0">
                <a:pos x="connsiteX123732" y="connsiteY123732"/>
              </a:cxn>
              <a:cxn ang="0">
                <a:pos x="connsiteX123733" y="connsiteY123733"/>
              </a:cxn>
              <a:cxn ang="0">
                <a:pos x="connsiteX123734" y="connsiteY123734"/>
              </a:cxn>
              <a:cxn ang="0">
                <a:pos x="connsiteX123735" y="connsiteY123735"/>
              </a:cxn>
              <a:cxn ang="0">
                <a:pos x="connsiteX123736" y="connsiteY123736"/>
              </a:cxn>
              <a:cxn ang="0">
                <a:pos x="connsiteX123737" y="connsiteY123737"/>
              </a:cxn>
              <a:cxn ang="0">
                <a:pos x="connsiteX123738" y="connsiteY123738"/>
              </a:cxn>
              <a:cxn ang="0">
                <a:pos x="connsiteX123739" y="connsiteY123739"/>
              </a:cxn>
              <a:cxn ang="0">
                <a:pos x="connsiteX123740" y="connsiteY123740"/>
              </a:cxn>
              <a:cxn ang="0">
                <a:pos x="connsiteX123741" y="connsiteY123741"/>
              </a:cxn>
              <a:cxn ang="0">
                <a:pos x="connsiteX123742" y="connsiteY123742"/>
              </a:cxn>
              <a:cxn ang="0">
                <a:pos x="connsiteX123743" y="connsiteY123743"/>
              </a:cxn>
              <a:cxn ang="0">
                <a:pos x="connsiteX123744" y="connsiteY123744"/>
              </a:cxn>
              <a:cxn ang="0">
                <a:pos x="connsiteX123745" y="connsiteY123745"/>
              </a:cxn>
              <a:cxn ang="0">
                <a:pos x="connsiteX123746" y="connsiteY123746"/>
              </a:cxn>
              <a:cxn ang="0">
                <a:pos x="connsiteX123747" y="connsiteY123747"/>
              </a:cxn>
              <a:cxn ang="0">
                <a:pos x="connsiteX123748" y="connsiteY123748"/>
              </a:cxn>
              <a:cxn ang="0">
                <a:pos x="connsiteX123749" y="connsiteY123749"/>
              </a:cxn>
              <a:cxn ang="0">
                <a:pos x="connsiteX123750" y="connsiteY123750"/>
              </a:cxn>
              <a:cxn ang="0">
                <a:pos x="connsiteX123751" y="connsiteY123751"/>
              </a:cxn>
              <a:cxn ang="0">
                <a:pos x="connsiteX123752" y="connsiteY123752"/>
              </a:cxn>
              <a:cxn ang="0">
                <a:pos x="connsiteX123753" y="connsiteY123753"/>
              </a:cxn>
              <a:cxn ang="0">
                <a:pos x="connsiteX123754" y="connsiteY123754"/>
              </a:cxn>
              <a:cxn ang="0">
                <a:pos x="connsiteX123755" y="connsiteY123755"/>
              </a:cxn>
              <a:cxn ang="0">
                <a:pos x="connsiteX123756" y="connsiteY123756"/>
              </a:cxn>
              <a:cxn ang="0">
                <a:pos x="connsiteX123757" y="connsiteY123757"/>
              </a:cxn>
              <a:cxn ang="0">
                <a:pos x="connsiteX123758" y="connsiteY123758"/>
              </a:cxn>
              <a:cxn ang="0">
                <a:pos x="connsiteX123759" y="connsiteY123759"/>
              </a:cxn>
              <a:cxn ang="0">
                <a:pos x="connsiteX123760" y="connsiteY123760"/>
              </a:cxn>
              <a:cxn ang="0">
                <a:pos x="connsiteX123761" y="connsiteY123761"/>
              </a:cxn>
              <a:cxn ang="0">
                <a:pos x="connsiteX123762" y="connsiteY123762"/>
              </a:cxn>
              <a:cxn ang="0">
                <a:pos x="connsiteX123763" y="connsiteY123763"/>
              </a:cxn>
              <a:cxn ang="0">
                <a:pos x="connsiteX123764" y="connsiteY123764"/>
              </a:cxn>
              <a:cxn ang="0">
                <a:pos x="connsiteX123765" y="connsiteY123765"/>
              </a:cxn>
              <a:cxn ang="0">
                <a:pos x="connsiteX123766" y="connsiteY123766"/>
              </a:cxn>
              <a:cxn ang="0">
                <a:pos x="connsiteX123767" y="connsiteY123767"/>
              </a:cxn>
              <a:cxn ang="0">
                <a:pos x="connsiteX123768" y="connsiteY123768"/>
              </a:cxn>
              <a:cxn ang="0">
                <a:pos x="connsiteX123769" y="connsiteY123769"/>
              </a:cxn>
              <a:cxn ang="0">
                <a:pos x="connsiteX123770" y="connsiteY123770"/>
              </a:cxn>
              <a:cxn ang="0">
                <a:pos x="connsiteX123771" y="connsiteY123771"/>
              </a:cxn>
              <a:cxn ang="0">
                <a:pos x="connsiteX123772" y="connsiteY123772"/>
              </a:cxn>
              <a:cxn ang="0">
                <a:pos x="connsiteX123773" y="connsiteY123773"/>
              </a:cxn>
              <a:cxn ang="0">
                <a:pos x="connsiteX123774" y="connsiteY123774"/>
              </a:cxn>
              <a:cxn ang="0">
                <a:pos x="connsiteX123775" y="connsiteY123775"/>
              </a:cxn>
              <a:cxn ang="0">
                <a:pos x="connsiteX123776" y="connsiteY123776"/>
              </a:cxn>
              <a:cxn ang="0">
                <a:pos x="connsiteX123777" y="connsiteY123777"/>
              </a:cxn>
              <a:cxn ang="0">
                <a:pos x="connsiteX123778" y="connsiteY123778"/>
              </a:cxn>
              <a:cxn ang="0">
                <a:pos x="connsiteX123779" y="connsiteY123779"/>
              </a:cxn>
              <a:cxn ang="0">
                <a:pos x="connsiteX123780" y="connsiteY123780"/>
              </a:cxn>
              <a:cxn ang="0">
                <a:pos x="connsiteX123781" y="connsiteY123781"/>
              </a:cxn>
              <a:cxn ang="0">
                <a:pos x="connsiteX123782" y="connsiteY123782"/>
              </a:cxn>
              <a:cxn ang="0">
                <a:pos x="connsiteX123783" y="connsiteY123783"/>
              </a:cxn>
              <a:cxn ang="0">
                <a:pos x="connsiteX123784" y="connsiteY123784"/>
              </a:cxn>
              <a:cxn ang="0">
                <a:pos x="connsiteX123785" y="connsiteY123785"/>
              </a:cxn>
              <a:cxn ang="0">
                <a:pos x="connsiteX123786" y="connsiteY123786"/>
              </a:cxn>
              <a:cxn ang="0">
                <a:pos x="connsiteX123787" y="connsiteY123787"/>
              </a:cxn>
              <a:cxn ang="0">
                <a:pos x="connsiteX123788" y="connsiteY123788"/>
              </a:cxn>
              <a:cxn ang="0">
                <a:pos x="connsiteX123789" y="connsiteY123789"/>
              </a:cxn>
              <a:cxn ang="0">
                <a:pos x="connsiteX123790" y="connsiteY123790"/>
              </a:cxn>
              <a:cxn ang="0">
                <a:pos x="connsiteX123791" y="connsiteY123791"/>
              </a:cxn>
              <a:cxn ang="0">
                <a:pos x="connsiteX123792" y="connsiteY123792"/>
              </a:cxn>
              <a:cxn ang="0">
                <a:pos x="connsiteX123793" y="connsiteY123793"/>
              </a:cxn>
              <a:cxn ang="0">
                <a:pos x="connsiteX123794" y="connsiteY123794"/>
              </a:cxn>
              <a:cxn ang="0">
                <a:pos x="connsiteX123795" y="connsiteY123795"/>
              </a:cxn>
              <a:cxn ang="0">
                <a:pos x="connsiteX123796" y="connsiteY123796"/>
              </a:cxn>
              <a:cxn ang="0">
                <a:pos x="connsiteX123797" y="connsiteY123797"/>
              </a:cxn>
              <a:cxn ang="0">
                <a:pos x="connsiteX123798" y="connsiteY123798"/>
              </a:cxn>
              <a:cxn ang="0">
                <a:pos x="connsiteX123799" y="connsiteY123799"/>
              </a:cxn>
              <a:cxn ang="0">
                <a:pos x="connsiteX123800" y="connsiteY123800"/>
              </a:cxn>
              <a:cxn ang="0">
                <a:pos x="connsiteX123801" y="connsiteY123801"/>
              </a:cxn>
              <a:cxn ang="0">
                <a:pos x="connsiteX123802" y="connsiteY123802"/>
              </a:cxn>
              <a:cxn ang="0">
                <a:pos x="connsiteX123803" y="connsiteY123803"/>
              </a:cxn>
              <a:cxn ang="0">
                <a:pos x="connsiteX123804" y="connsiteY123804"/>
              </a:cxn>
              <a:cxn ang="0">
                <a:pos x="connsiteX123805" y="connsiteY123805"/>
              </a:cxn>
              <a:cxn ang="0">
                <a:pos x="connsiteX123806" y="connsiteY123806"/>
              </a:cxn>
              <a:cxn ang="0">
                <a:pos x="connsiteX123807" y="connsiteY123807"/>
              </a:cxn>
              <a:cxn ang="0">
                <a:pos x="connsiteX123808" y="connsiteY123808"/>
              </a:cxn>
              <a:cxn ang="0">
                <a:pos x="connsiteX123809" y="connsiteY123809"/>
              </a:cxn>
              <a:cxn ang="0">
                <a:pos x="connsiteX123810" y="connsiteY123810"/>
              </a:cxn>
              <a:cxn ang="0">
                <a:pos x="connsiteX123811" y="connsiteY123811"/>
              </a:cxn>
              <a:cxn ang="0">
                <a:pos x="connsiteX123812" y="connsiteY123812"/>
              </a:cxn>
              <a:cxn ang="0">
                <a:pos x="connsiteX123813" y="connsiteY123813"/>
              </a:cxn>
              <a:cxn ang="0">
                <a:pos x="connsiteX123814" y="connsiteY123814"/>
              </a:cxn>
              <a:cxn ang="0">
                <a:pos x="connsiteX123815" y="connsiteY123815"/>
              </a:cxn>
              <a:cxn ang="0">
                <a:pos x="connsiteX123816" y="connsiteY123816"/>
              </a:cxn>
              <a:cxn ang="0">
                <a:pos x="connsiteX123817" y="connsiteY123817"/>
              </a:cxn>
              <a:cxn ang="0">
                <a:pos x="connsiteX123818" y="connsiteY123818"/>
              </a:cxn>
              <a:cxn ang="0">
                <a:pos x="connsiteX123819" y="connsiteY123819"/>
              </a:cxn>
              <a:cxn ang="0">
                <a:pos x="connsiteX123820" y="connsiteY123820"/>
              </a:cxn>
              <a:cxn ang="0">
                <a:pos x="connsiteX123821" y="connsiteY123821"/>
              </a:cxn>
              <a:cxn ang="0">
                <a:pos x="connsiteX123822" y="connsiteY123822"/>
              </a:cxn>
              <a:cxn ang="0">
                <a:pos x="connsiteX123823" y="connsiteY123823"/>
              </a:cxn>
              <a:cxn ang="0">
                <a:pos x="connsiteX123824" y="connsiteY123824"/>
              </a:cxn>
              <a:cxn ang="0">
                <a:pos x="connsiteX123825" y="connsiteY123825"/>
              </a:cxn>
              <a:cxn ang="0">
                <a:pos x="connsiteX123826" y="connsiteY123826"/>
              </a:cxn>
              <a:cxn ang="0">
                <a:pos x="connsiteX123827" y="connsiteY123827"/>
              </a:cxn>
              <a:cxn ang="0">
                <a:pos x="connsiteX123828" y="connsiteY123828"/>
              </a:cxn>
              <a:cxn ang="0">
                <a:pos x="connsiteX123829" y="connsiteY123829"/>
              </a:cxn>
              <a:cxn ang="0">
                <a:pos x="connsiteX123830" y="connsiteY123830"/>
              </a:cxn>
              <a:cxn ang="0">
                <a:pos x="connsiteX123831" y="connsiteY123831"/>
              </a:cxn>
              <a:cxn ang="0">
                <a:pos x="connsiteX123832" y="connsiteY123832"/>
              </a:cxn>
              <a:cxn ang="0">
                <a:pos x="connsiteX123833" y="connsiteY123833"/>
              </a:cxn>
              <a:cxn ang="0">
                <a:pos x="connsiteX123834" y="connsiteY123834"/>
              </a:cxn>
              <a:cxn ang="0">
                <a:pos x="connsiteX123835" y="connsiteY123835"/>
              </a:cxn>
              <a:cxn ang="0">
                <a:pos x="connsiteX123836" y="connsiteY123836"/>
              </a:cxn>
              <a:cxn ang="0">
                <a:pos x="connsiteX123837" y="connsiteY123837"/>
              </a:cxn>
              <a:cxn ang="0">
                <a:pos x="connsiteX123838" y="connsiteY123838"/>
              </a:cxn>
              <a:cxn ang="0">
                <a:pos x="connsiteX123839" y="connsiteY123839"/>
              </a:cxn>
              <a:cxn ang="0">
                <a:pos x="connsiteX123840" y="connsiteY123840"/>
              </a:cxn>
              <a:cxn ang="0">
                <a:pos x="connsiteX123841" y="connsiteY123841"/>
              </a:cxn>
              <a:cxn ang="0">
                <a:pos x="connsiteX123842" y="connsiteY123842"/>
              </a:cxn>
              <a:cxn ang="0">
                <a:pos x="connsiteX123843" y="connsiteY123843"/>
              </a:cxn>
              <a:cxn ang="0">
                <a:pos x="connsiteX123844" y="connsiteY123844"/>
              </a:cxn>
              <a:cxn ang="0">
                <a:pos x="connsiteX123845" y="connsiteY123845"/>
              </a:cxn>
              <a:cxn ang="0">
                <a:pos x="connsiteX123846" y="connsiteY123846"/>
              </a:cxn>
              <a:cxn ang="0">
                <a:pos x="connsiteX123847" y="connsiteY123847"/>
              </a:cxn>
              <a:cxn ang="0">
                <a:pos x="connsiteX123848" y="connsiteY123848"/>
              </a:cxn>
              <a:cxn ang="0">
                <a:pos x="connsiteX123849" y="connsiteY123849"/>
              </a:cxn>
              <a:cxn ang="0">
                <a:pos x="connsiteX123850" y="connsiteY123850"/>
              </a:cxn>
              <a:cxn ang="0">
                <a:pos x="connsiteX123851" y="connsiteY123851"/>
              </a:cxn>
              <a:cxn ang="0">
                <a:pos x="connsiteX123852" y="connsiteY123852"/>
              </a:cxn>
              <a:cxn ang="0">
                <a:pos x="connsiteX123853" y="connsiteY123853"/>
              </a:cxn>
              <a:cxn ang="0">
                <a:pos x="connsiteX123854" y="connsiteY123854"/>
              </a:cxn>
              <a:cxn ang="0">
                <a:pos x="connsiteX123855" y="connsiteY123855"/>
              </a:cxn>
              <a:cxn ang="0">
                <a:pos x="connsiteX123856" y="connsiteY123856"/>
              </a:cxn>
              <a:cxn ang="0">
                <a:pos x="connsiteX123857" y="connsiteY123857"/>
              </a:cxn>
              <a:cxn ang="0">
                <a:pos x="connsiteX123858" y="connsiteY123858"/>
              </a:cxn>
              <a:cxn ang="0">
                <a:pos x="connsiteX123859" y="connsiteY123859"/>
              </a:cxn>
              <a:cxn ang="0">
                <a:pos x="connsiteX123860" y="connsiteY123860"/>
              </a:cxn>
              <a:cxn ang="0">
                <a:pos x="connsiteX123861" y="connsiteY123861"/>
              </a:cxn>
              <a:cxn ang="0">
                <a:pos x="connsiteX123862" y="connsiteY123862"/>
              </a:cxn>
              <a:cxn ang="0">
                <a:pos x="connsiteX123863" y="connsiteY123863"/>
              </a:cxn>
              <a:cxn ang="0">
                <a:pos x="connsiteX123864" y="connsiteY123864"/>
              </a:cxn>
              <a:cxn ang="0">
                <a:pos x="connsiteX123865" y="connsiteY123865"/>
              </a:cxn>
              <a:cxn ang="0">
                <a:pos x="connsiteX123866" y="connsiteY123866"/>
              </a:cxn>
              <a:cxn ang="0">
                <a:pos x="connsiteX123867" y="connsiteY123867"/>
              </a:cxn>
              <a:cxn ang="0">
                <a:pos x="connsiteX123868" y="connsiteY123868"/>
              </a:cxn>
              <a:cxn ang="0">
                <a:pos x="connsiteX123869" y="connsiteY123869"/>
              </a:cxn>
              <a:cxn ang="0">
                <a:pos x="connsiteX123870" y="connsiteY123870"/>
              </a:cxn>
              <a:cxn ang="0">
                <a:pos x="connsiteX123871" y="connsiteY123871"/>
              </a:cxn>
              <a:cxn ang="0">
                <a:pos x="connsiteX123872" y="connsiteY123872"/>
              </a:cxn>
              <a:cxn ang="0">
                <a:pos x="connsiteX123873" y="connsiteY123873"/>
              </a:cxn>
              <a:cxn ang="0">
                <a:pos x="connsiteX123874" y="connsiteY123874"/>
              </a:cxn>
              <a:cxn ang="0">
                <a:pos x="connsiteX123875" y="connsiteY123875"/>
              </a:cxn>
              <a:cxn ang="0">
                <a:pos x="connsiteX123876" y="connsiteY123876"/>
              </a:cxn>
              <a:cxn ang="0">
                <a:pos x="connsiteX123877" y="connsiteY123877"/>
              </a:cxn>
              <a:cxn ang="0">
                <a:pos x="connsiteX123878" y="connsiteY123878"/>
              </a:cxn>
              <a:cxn ang="0">
                <a:pos x="connsiteX123879" y="connsiteY123879"/>
              </a:cxn>
              <a:cxn ang="0">
                <a:pos x="connsiteX123880" y="connsiteY123880"/>
              </a:cxn>
              <a:cxn ang="0">
                <a:pos x="connsiteX123881" y="connsiteY123881"/>
              </a:cxn>
              <a:cxn ang="0">
                <a:pos x="connsiteX123882" y="connsiteY123882"/>
              </a:cxn>
              <a:cxn ang="0">
                <a:pos x="connsiteX123883" y="connsiteY123883"/>
              </a:cxn>
              <a:cxn ang="0">
                <a:pos x="connsiteX123884" y="connsiteY123884"/>
              </a:cxn>
              <a:cxn ang="0">
                <a:pos x="connsiteX123885" y="connsiteY123885"/>
              </a:cxn>
              <a:cxn ang="0">
                <a:pos x="connsiteX123886" y="connsiteY123886"/>
              </a:cxn>
              <a:cxn ang="0">
                <a:pos x="connsiteX123887" y="connsiteY123887"/>
              </a:cxn>
              <a:cxn ang="0">
                <a:pos x="connsiteX123888" y="connsiteY123888"/>
              </a:cxn>
              <a:cxn ang="0">
                <a:pos x="connsiteX123889" y="connsiteY123889"/>
              </a:cxn>
              <a:cxn ang="0">
                <a:pos x="connsiteX123890" y="connsiteY123890"/>
              </a:cxn>
              <a:cxn ang="0">
                <a:pos x="connsiteX123891" y="connsiteY123891"/>
              </a:cxn>
              <a:cxn ang="0">
                <a:pos x="connsiteX123892" y="connsiteY123892"/>
              </a:cxn>
              <a:cxn ang="0">
                <a:pos x="connsiteX123893" y="connsiteY123893"/>
              </a:cxn>
              <a:cxn ang="0">
                <a:pos x="connsiteX123894" y="connsiteY123894"/>
              </a:cxn>
              <a:cxn ang="0">
                <a:pos x="connsiteX123895" y="connsiteY123895"/>
              </a:cxn>
              <a:cxn ang="0">
                <a:pos x="connsiteX123896" y="connsiteY123896"/>
              </a:cxn>
              <a:cxn ang="0">
                <a:pos x="connsiteX123897" y="connsiteY123897"/>
              </a:cxn>
              <a:cxn ang="0">
                <a:pos x="connsiteX123898" y="connsiteY123898"/>
              </a:cxn>
              <a:cxn ang="0">
                <a:pos x="connsiteX123899" y="connsiteY123899"/>
              </a:cxn>
              <a:cxn ang="0">
                <a:pos x="connsiteX123900" y="connsiteY123900"/>
              </a:cxn>
              <a:cxn ang="0">
                <a:pos x="connsiteX123901" y="connsiteY123901"/>
              </a:cxn>
              <a:cxn ang="0">
                <a:pos x="connsiteX123902" y="connsiteY123902"/>
              </a:cxn>
              <a:cxn ang="0">
                <a:pos x="connsiteX123903" y="connsiteY123903"/>
              </a:cxn>
              <a:cxn ang="0">
                <a:pos x="connsiteX123904" y="connsiteY123904"/>
              </a:cxn>
              <a:cxn ang="0">
                <a:pos x="connsiteX123905" y="connsiteY123905"/>
              </a:cxn>
              <a:cxn ang="0">
                <a:pos x="connsiteX123906" y="connsiteY123906"/>
              </a:cxn>
              <a:cxn ang="0">
                <a:pos x="connsiteX123907" y="connsiteY123907"/>
              </a:cxn>
              <a:cxn ang="0">
                <a:pos x="connsiteX123908" y="connsiteY123908"/>
              </a:cxn>
              <a:cxn ang="0">
                <a:pos x="connsiteX123909" y="connsiteY123909"/>
              </a:cxn>
              <a:cxn ang="0">
                <a:pos x="connsiteX123910" y="connsiteY123910"/>
              </a:cxn>
              <a:cxn ang="0">
                <a:pos x="connsiteX123911" y="connsiteY123911"/>
              </a:cxn>
              <a:cxn ang="0">
                <a:pos x="connsiteX123912" y="connsiteY123912"/>
              </a:cxn>
              <a:cxn ang="0">
                <a:pos x="connsiteX123913" y="connsiteY123913"/>
              </a:cxn>
              <a:cxn ang="0">
                <a:pos x="connsiteX123914" y="connsiteY123914"/>
              </a:cxn>
              <a:cxn ang="0">
                <a:pos x="connsiteX123915" y="connsiteY123915"/>
              </a:cxn>
              <a:cxn ang="0">
                <a:pos x="connsiteX123916" y="connsiteY123916"/>
              </a:cxn>
              <a:cxn ang="0">
                <a:pos x="connsiteX123917" y="connsiteY123917"/>
              </a:cxn>
              <a:cxn ang="0">
                <a:pos x="connsiteX123918" y="connsiteY123918"/>
              </a:cxn>
              <a:cxn ang="0">
                <a:pos x="connsiteX123919" y="connsiteY123919"/>
              </a:cxn>
              <a:cxn ang="0">
                <a:pos x="connsiteX123920" y="connsiteY123920"/>
              </a:cxn>
              <a:cxn ang="0">
                <a:pos x="connsiteX123921" y="connsiteY123921"/>
              </a:cxn>
              <a:cxn ang="0">
                <a:pos x="connsiteX123922" y="connsiteY123922"/>
              </a:cxn>
              <a:cxn ang="0">
                <a:pos x="connsiteX123923" y="connsiteY123923"/>
              </a:cxn>
              <a:cxn ang="0">
                <a:pos x="connsiteX123924" y="connsiteY123924"/>
              </a:cxn>
              <a:cxn ang="0">
                <a:pos x="connsiteX123925" y="connsiteY123925"/>
              </a:cxn>
              <a:cxn ang="0">
                <a:pos x="connsiteX123926" y="connsiteY123926"/>
              </a:cxn>
              <a:cxn ang="0">
                <a:pos x="connsiteX123927" y="connsiteY123927"/>
              </a:cxn>
              <a:cxn ang="0">
                <a:pos x="connsiteX123928" y="connsiteY123928"/>
              </a:cxn>
              <a:cxn ang="0">
                <a:pos x="connsiteX123929" y="connsiteY123929"/>
              </a:cxn>
              <a:cxn ang="0">
                <a:pos x="connsiteX123930" y="connsiteY123930"/>
              </a:cxn>
              <a:cxn ang="0">
                <a:pos x="connsiteX123931" y="connsiteY123931"/>
              </a:cxn>
              <a:cxn ang="0">
                <a:pos x="connsiteX123932" y="connsiteY123932"/>
              </a:cxn>
              <a:cxn ang="0">
                <a:pos x="connsiteX123933" y="connsiteY123933"/>
              </a:cxn>
              <a:cxn ang="0">
                <a:pos x="connsiteX123934" y="connsiteY123934"/>
              </a:cxn>
              <a:cxn ang="0">
                <a:pos x="connsiteX123935" y="connsiteY123935"/>
              </a:cxn>
              <a:cxn ang="0">
                <a:pos x="connsiteX123936" y="connsiteY123936"/>
              </a:cxn>
              <a:cxn ang="0">
                <a:pos x="connsiteX123937" y="connsiteY123937"/>
              </a:cxn>
              <a:cxn ang="0">
                <a:pos x="connsiteX123938" y="connsiteY123938"/>
              </a:cxn>
              <a:cxn ang="0">
                <a:pos x="connsiteX123939" y="connsiteY123939"/>
              </a:cxn>
              <a:cxn ang="0">
                <a:pos x="connsiteX123940" y="connsiteY123940"/>
              </a:cxn>
              <a:cxn ang="0">
                <a:pos x="connsiteX123941" y="connsiteY123941"/>
              </a:cxn>
              <a:cxn ang="0">
                <a:pos x="connsiteX123942" y="connsiteY123942"/>
              </a:cxn>
              <a:cxn ang="0">
                <a:pos x="connsiteX123943" y="connsiteY123943"/>
              </a:cxn>
              <a:cxn ang="0">
                <a:pos x="connsiteX123944" y="connsiteY123944"/>
              </a:cxn>
              <a:cxn ang="0">
                <a:pos x="connsiteX123945" y="connsiteY123945"/>
              </a:cxn>
              <a:cxn ang="0">
                <a:pos x="connsiteX123946" y="connsiteY123946"/>
              </a:cxn>
              <a:cxn ang="0">
                <a:pos x="connsiteX123947" y="connsiteY123947"/>
              </a:cxn>
              <a:cxn ang="0">
                <a:pos x="connsiteX123948" y="connsiteY123948"/>
              </a:cxn>
              <a:cxn ang="0">
                <a:pos x="connsiteX123949" y="connsiteY123949"/>
              </a:cxn>
              <a:cxn ang="0">
                <a:pos x="connsiteX123950" y="connsiteY123950"/>
              </a:cxn>
              <a:cxn ang="0">
                <a:pos x="connsiteX123951" y="connsiteY123951"/>
              </a:cxn>
              <a:cxn ang="0">
                <a:pos x="connsiteX123952" y="connsiteY123952"/>
              </a:cxn>
              <a:cxn ang="0">
                <a:pos x="connsiteX123953" y="connsiteY123953"/>
              </a:cxn>
              <a:cxn ang="0">
                <a:pos x="connsiteX123954" y="connsiteY123954"/>
              </a:cxn>
              <a:cxn ang="0">
                <a:pos x="connsiteX123955" y="connsiteY123955"/>
              </a:cxn>
              <a:cxn ang="0">
                <a:pos x="connsiteX123956" y="connsiteY123956"/>
              </a:cxn>
              <a:cxn ang="0">
                <a:pos x="connsiteX123957" y="connsiteY123957"/>
              </a:cxn>
              <a:cxn ang="0">
                <a:pos x="connsiteX123958" y="connsiteY123958"/>
              </a:cxn>
              <a:cxn ang="0">
                <a:pos x="connsiteX123959" y="connsiteY123959"/>
              </a:cxn>
              <a:cxn ang="0">
                <a:pos x="connsiteX123960" y="connsiteY123960"/>
              </a:cxn>
              <a:cxn ang="0">
                <a:pos x="connsiteX123961" y="connsiteY123961"/>
              </a:cxn>
              <a:cxn ang="0">
                <a:pos x="connsiteX123962" y="connsiteY123962"/>
              </a:cxn>
              <a:cxn ang="0">
                <a:pos x="connsiteX123963" y="connsiteY123963"/>
              </a:cxn>
              <a:cxn ang="0">
                <a:pos x="connsiteX123964" y="connsiteY123964"/>
              </a:cxn>
              <a:cxn ang="0">
                <a:pos x="connsiteX123965" y="connsiteY123965"/>
              </a:cxn>
              <a:cxn ang="0">
                <a:pos x="connsiteX123966" y="connsiteY123966"/>
              </a:cxn>
              <a:cxn ang="0">
                <a:pos x="connsiteX123967" y="connsiteY123967"/>
              </a:cxn>
              <a:cxn ang="0">
                <a:pos x="connsiteX123968" y="connsiteY123968"/>
              </a:cxn>
              <a:cxn ang="0">
                <a:pos x="connsiteX123969" y="connsiteY123969"/>
              </a:cxn>
              <a:cxn ang="0">
                <a:pos x="connsiteX123970" y="connsiteY123970"/>
              </a:cxn>
              <a:cxn ang="0">
                <a:pos x="connsiteX123971" y="connsiteY123971"/>
              </a:cxn>
              <a:cxn ang="0">
                <a:pos x="connsiteX123972" y="connsiteY123972"/>
              </a:cxn>
              <a:cxn ang="0">
                <a:pos x="connsiteX123973" y="connsiteY123973"/>
              </a:cxn>
              <a:cxn ang="0">
                <a:pos x="connsiteX123974" y="connsiteY123974"/>
              </a:cxn>
              <a:cxn ang="0">
                <a:pos x="connsiteX123975" y="connsiteY123975"/>
              </a:cxn>
              <a:cxn ang="0">
                <a:pos x="connsiteX123976" y="connsiteY123976"/>
              </a:cxn>
              <a:cxn ang="0">
                <a:pos x="connsiteX123977" y="connsiteY123977"/>
              </a:cxn>
              <a:cxn ang="0">
                <a:pos x="connsiteX123978" y="connsiteY123978"/>
              </a:cxn>
              <a:cxn ang="0">
                <a:pos x="connsiteX123979" y="connsiteY123979"/>
              </a:cxn>
              <a:cxn ang="0">
                <a:pos x="connsiteX123980" y="connsiteY123980"/>
              </a:cxn>
              <a:cxn ang="0">
                <a:pos x="connsiteX123981" y="connsiteY123981"/>
              </a:cxn>
              <a:cxn ang="0">
                <a:pos x="connsiteX123982" y="connsiteY123982"/>
              </a:cxn>
              <a:cxn ang="0">
                <a:pos x="connsiteX123983" y="connsiteY123983"/>
              </a:cxn>
              <a:cxn ang="0">
                <a:pos x="connsiteX123984" y="connsiteY123984"/>
              </a:cxn>
              <a:cxn ang="0">
                <a:pos x="connsiteX123985" y="connsiteY123985"/>
              </a:cxn>
              <a:cxn ang="0">
                <a:pos x="connsiteX123986" y="connsiteY123986"/>
              </a:cxn>
              <a:cxn ang="0">
                <a:pos x="connsiteX123987" y="connsiteY123987"/>
              </a:cxn>
              <a:cxn ang="0">
                <a:pos x="connsiteX123988" y="connsiteY123988"/>
              </a:cxn>
              <a:cxn ang="0">
                <a:pos x="connsiteX123989" y="connsiteY123989"/>
              </a:cxn>
              <a:cxn ang="0">
                <a:pos x="connsiteX123990" y="connsiteY123990"/>
              </a:cxn>
              <a:cxn ang="0">
                <a:pos x="connsiteX123991" y="connsiteY123991"/>
              </a:cxn>
              <a:cxn ang="0">
                <a:pos x="connsiteX123992" y="connsiteY123992"/>
              </a:cxn>
              <a:cxn ang="0">
                <a:pos x="connsiteX123993" y="connsiteY123993"/>
              </a:cxn>
              <a:cxn ang="0">
                <a:pos x="connsiteX123994" y="connsiteY123994"/>
              </a:cxn>
              <a:cxn ang="0">
                <a:pos x="connsiteX123995" y="connsiteY123995"/>
              </a:cxn>
              <a:cxn ang="0">
                <a:pos x="connsiteX123996" y="connsiteY123996"/>
              </a:cxn>
              <a:cxn ang="0">
                <a:pos x="connsiteX123997" y="connsiteY123997"/>
              </a:cxn>
              <a:cxn ang="0">
                <a:pos x="connsiteX123998" y="connsiteY123998"/>
              </a:cxn>
              <a:cxn ang="0">
                <a:pos x="connsiteX123999" y="connsiteY123999"/>
              </a:cxn>
              <a:cxn ang="0">
                <a:pos x="connsiteX124000" y="connsiteY124000"/>
              </a:cxn>
              <a:cxn ang="0">
                <a:pos x="connsiteX124001" y="connsiteY124001"/>
              </a:cxn>
              <a:cxn ang="0">
                <a:pos x="connsiteX124002" y="connsiteY124002"/>
              </a:cxn>
              <a:cxn ang="0">
                <a:pos x="connsiteX124003" y="connsiteY124003"/>
              </a:cxn>
              <a:cxn ang="0">
                <a:pos x="connsiteX124004" y="connsiteY124004"/>
              </a:cxn>
              <a:cxn ang="0">
                <a:pos x="connsiteX124005" y="connsiteY124005"/>
              </a:cxn>
              <a:cxn ang="0">
                <a:pos x="connsiteX124006" y="connsiteY124006"/>
              </a:cxn>
              <a:cxn ang="0">
                <a:pos x="connsiteX124007" y="connsiteY124007"/>
              </a:cxn>
              <a:cxn ang="0">
                <a:pos x="connsiteX124008" y="connsiteY124008"/>
              </a:cxn>
              <a:cxn ang="0">
                <a:pos x="connsiteX124009" y="connsiteY124009"/>
              </a:cxn>
              <a:cxn ang="0">
                <a:pos x="connsiteX124010" y="connsiteY124010"/>
              </a:cxn>
              <a:cxn ang="0">
                <a:pos x="connsiteX124011" y="connsiteY124011"/>
              </a:cxn>
              <a:cxn ang="0">
                <a:pos x="connsiteX124012" y="connsiteY124012"/>
              </a:cxn>
              <a:cxn ang="0">
                <a:pos x="connsiteX124013" y="connsiteY124013"/>
              </a:cxn>
              <a:cxn ang="0">
                <a:pos x="connsiteX124014" y="connsiteY124014"/>
              </a:cxn>
              <a:cxn ang="0">
                <a:pos x="connsiteX124015" y="connsiteY124015"/>
              </a:cxn>
              <a:cxn ang="0">
                <a:pos x="connsiteX124016" y="connsiteY124016"/>
              </a:cxn>
              <a:cxn ang="0">
                <a:pos x="connsiteX124017" y="connsiteY124017"/>
              </a:cxn>
              <a:cxn ang="0">
                <a:pos x="connsiteX124018" y="connsiteY124018"/>
              </a:cxn>
              <a:cxn ang="0">
                <a:pos x="connsiteX124019" y="connsiteY124019"/>
              </a:cxn>
              <a:cxn ang="0">
                <a:pos x="connsiteX124020" y="connsiteY124020"/>
              </a:cxn>
              <a:cxn ang="0">
                <a:pos x="connsiteX124021" y="connsiteY124021"/>
              </a:cxn>
              <a:cxn ang="0">
                <a:pos x="connsiteX124022" y="connsiteY124022"/>
              </a:cxn>
              <a:cxn ang="0">
                <a:pos x="connsiteX124023" y="connsiteY124023"/>
              </a:cxn>
              <a:cxn ang="0">
                <a:pos x="connsiteX124024" y="connsiteY124024"/>
              </a:cxn>
              <a:cxn ang="0">
                <a:pos x="connsiteX124025" y="connsiteY124025"/>
              </a:cxn>
              <a:cxn ang="0">
                <a:pos x="connsiteX124026" y="connsiteY124026"/>
              </a:cxn>
              <a:cxn ang="0">
                <a:pos x="connsiteX124027" y="connsiteY124027"/>
              </a:cxn>
              <a:cxn ang="0">
                <a:pos x="connsiteX124028" y="connsiteY124028"/>
              </a:cxn>
              <a:cxn ang="0">
                <a:pos x="connsiteX124029" y="connsiteY124029"/>
              </a:cxn>
              <a:cxn ang="0">
                <a:pos x="connsiteX124030" y="connsiteY124030"/>
              </a:cxn>
              <a:cxn ang="0">
                <a:pos x="connsiteX124031" y="connsiteY124031"/>
              </a:cxn>
              <a:cxn ang="0">
                <a:pos x="connsiteX124032" y="connsiteY124032"/>
              </a:cxn>
              <a:cxn ang="0">
                <a:pos x="connsiteX124033" y="connsiteY124033"/>
              </a:cxn>
              <a:cxn ang="0">
                <a:pos x="connsiteX124034" y="connsiteY124034"/>
              </a:cxn>
              <a:cxn ang="0">
                <a:pos x="connsiteX124035" y="connsiteY124035"/>
              </a:cxn>
              <a:cxn ang="0">
                <a:pos x="connsiteX124036" y="connsiteY124036"/>
              </a:cxn>
              <a:cxn ang="0">
                <a:pos x="connsiteX124037" y="connsiteY124037"/>
              </a:cxn>
              <a:cxn ang="0">
                <a:pos x="connsiteX124038" y="connsiteY124038"/>
              </a:cxn>
              <a:cxn ang="0">
                <a:pos x="connsiteX124039" y="connsiteY124039"/>
              </a:cxn>
              <a:cxn ang="0">
                <a:pos x="connsiteX124040" y="connsiteY124040"/>
              </a:cxn>
              <a:cxn ang="0">
                <a:pos x="connsiteX124041" y="connsiteY124041"/>
              </a:cxn>
              <a:cxn ang="0">
                <a:pos x="connsiteX124042" y="connsiteY124042"/>
              </a:cxn>
              <a:cxn ang="0">
                <a:pos x="connsiteX124043" y="connsiteY124043"/>
              </a:cxn>
              <a:cxn ang="0">
                <a:pos x="connsiteX124044" y="connsiteY124044"/>
              </a:cxn>
              <a:cxn ang="0">
                <a:pos x="connsiteX124045" y="connsiteY124045"/>
              </a:cxn>
              <a:cxn ang="0">
                <a:pos x="connsiteX124046" y="connsiteY124046"/>
              </a:cxn>
              <a:cxn ang="0">
                <a:pos x="connsiteX124047" y="connsiteY124047"/>
              </a:cxn>
              <a:cxn ang="0">
                <a:pos x="connsiteX124048" y="connsiteY124048"/>
              </a:cxn>
              <a:cxn ang="0">
                <a:pos x="connsiteX124049" y="connsiteY124049"/>
              </a:cxn>
              <a:cxn ang="0">
                <a:pos x="connsiteX124050" y="connsiteY124050"/>
              </a:cxn>
              <a:cxn ang="0">
                <a:pos x="connsiteX124051" y="connsiteY124051"/>
              </a:cxn>
              <a:cxn ang="0">
                <a:pos x="connsiteX124052" y="connsiteY124052"/>
              </a:cxn>
              <a:cxn ang="0">
                <a:pos x="connsiteX124053" y="connsiteY124053"/>
              </a:cxn>
              <a:cxn ang="0">
                <a:pos x="connsiteX124054" y="connsiteY124054"/>
              </a:cxn>
              <a:cxn ang="0">
                <a:pos x="connsiteX124055" y="connsiteY124055"/>
              </a:cxn>
              <a:cxn ang="0">
                <a:pos x="connsiteX124056" y="connsiteY124056"/>
              </a:cxn>
              <a:cxn ang="0">
                <a:pos x="connsiteX124057" y="connsiteY124057"/>
              </a:cxn>
              <a:cxn ang="0">
                <a:pos x="connsiteX124058" y="connsiteY124058"/>
              </a:cxn>
              <a:cxn ang="0">
                <a:pos x="connsiteX124059" y="connsiteY124059"/>
              </a:cxn>
              <a:cxn ang="0">
                <a:pos x="connsiteX124060" y="connsiteY124060"/>
              </a:cxn>
              <a:cxn ang="0">
                <a:pos x="connsiteX124061" y="connsiteY124061"/>
              </a:cxn>
              <a:cxn ang="0">
                <a:pos x="connsiteX124062" y="connsiteY124062"/>
              </a:cxn>
              <a:cxn ang="0">
                <a:pos x="connsiteX124063" y="connsiteY124063"/>
              </a:cxn>
              <a:cxn ang="0">
                <a:pos x="connsiteX124064" y="connsiteY124064"/>
              </a:cxn>
              <a:cxn ang="0">
                <a:pos x="connsiteX124065" y="connsiteY124065"/>
              </a:cxn>
              <a:cxn ang="0">
                <a:pos x="connsiteX124066" y="connsiteY124066"/>
              </a:cxn>
              <a:cxn ang="0">
                <a:pos x="connsiteX124067" y="connsiteY124067"/>
              </a:cxn>
              <a:cxn ang="0">
                <a:pos x="connsiteX124068" y="connsiteY124068"/>
              </a:cxn>
              <a:cxn ang="0">
                <a:pos x="connsiteX124069" y="connsiteY124069"/>
              </a:cxn>
              <a:cxn ang="0">
                <a:pos x="connsiteX124070" y="connsiteY124070"/>
              </a:cxn>
              <a:cxn ang="0">
                <a:pos x="connsiteX124071" y="connsiteY124071"/>
              </a:cxn>
              <a:cxn ang="0">
                <a:pos x="connsiteX124072" y="connsiteY124072"/>
              </a:cxn>
              <a:cxn ang="0">
                <a:pos x="connsiteX124073" y="connsiteY124073"/>
              </a:cxn>
              <a:cxn ang="0">
                <a:pos x="connsiteX124074" y="connsiteY124074"/>
              </a:cxn>
              <a:cxn ang="0">
                <a:pos x="connsiteX124075" y="connsiteY124075"/>
              </a:cxn>
              <a:cxn ang="0">
                <a:pos x="connsiteX124076" y="connsiteY124076"/>
              </a:cxn>
              <a:cxn ang="0">
                <a:pos x="connsiteX124077" y="connsiteY124077"/>
              </a:cxn>
              <a:cxn ang="0">
                <a:pos x="connsiteX124078" y="connsiteY124078"/>
              </a:cxn>
              <a:cxn ang="0">
                <a:pos x="connsiteX124079" y="connsiteY124079"/>
              </a:cxn>
              <a:cxn ang="0">
                <a:pos x="connsiteX124080" y="connsiteY124080"/>
              </a:cxn>
              <a:cxn ang="0">
                <a:pos x="connsiteX124081" y="connsiteY124081"/>
              </a:cxn>
              <a:cxn ang="0">
                <a:pos x="connsiteX124082" y="connsiteY124082"/>
              </a:cxn>
              <a:cxn ang="0">
                <a:pos x="connsiteX124083" y="connsiteY124083"/>
              </a:cxn>
              <a:cxn ang="0">
                <a:pos x="connsiteX124084" y="connsiteY124084"/>
              </a:cxn>
              <a:cxn ang="0">
                <a:pos x="connsiteX124085" y="connsiteY124085"/>
              </a:cxn>
              <a:cxn ang="0">
                <a:pos x="connsiteX124086" y="connsiteY124086"/>
              </a:cxn>
              <a:cxn ang="0">
                <a:pos x="connsiteX124087" y="connsiteY124087"/>
              </a:cxn>
              <a:cxn ang="0">
                <a:pos x="connsiteX124088" y="connsiteY124088"/>
              </a:cxn>
              <a:cxn ang="0">
                <a:pos x="connsiteX124089" y="connsiteY124089"/>
              </a:cxn>
              <a:cxn ang="0">
                <a:pos x="connsiteX124090" y="connsiteY124090"/>
              </a:cxn>
              <a:cxn ang="0">
                <a:pos x="connsiteX124091" y="connsiteY124091"/>
              </a:cxn>
              <a:cxn ang="0">
                <a:pos x="connsiteX124092" y="connsiteY124092"/>
              </a:cxn>
              <a:cxn ang="0">
                <a:pos x="connsiteX124093" y="connsiteY124093"/>
              </a:cxn>
              <a:cxn ang="0">
                <a:pos x="connsiteX124094" y="connsiteY124094"/>
              </a:cxn>
              <a:cxn ang="0">
                <a:pos x="connsiteX124095" y="connsiteY124095"/>
              </a:cxn>
              <a:cxn ang="0">
                <a:pos x="connsiteX124096" y="connsiteY124096"/>
              </a:cxn>
              <a:cxn ang="0">
                <a:pos x="connsiteX124097" y="connsiteY124097"/>
              </a:cxn>
              <a:cxn ang="0">
                <a:pos x="connsiteX124098" y="connsiteY124098"/>
              </a:cxn>
              <a:cxn ang="0">
                <a:pos x="connsiteX124099" y="connsiteY124099"/>
              </a:cxn>
              <a:cxn ang="0">
                <a:pos x="connsiteX124100" y="connsiteY124100"/>
              </a:cxn>
              <a:cxn ang="0">
                <a:pos x="connsiteX124101" y="connsiteY124101"/>
              </a:cxn>
              <a:cxn ang="0">
                <a:pos x="connsiteX124102" y="connsiteY124102"/>
              </a:cxn>
              <a:cxn ang="0">
                <a:pos x="connsiteX124103" y="connsiteY124103"/>
              </a:cxn>
              <a:cxn ang="0">
                <a:pos x="connsiteX124104" y="connsiteY124104"/>
              </a:cxn>
              <a:cxn ang="0">
                <a:pos x="connsiteX124105" y="connsiteY124105"/>
              </a:cxn>
              <a:cxn ang="0">
                <a:pos x="connsiteX124106" y="connsiteY124106"/>
              </a:cxn>
              <a:cxn ang="0">
                <a:pos x="connsiteX124107" y="connsiteY124107"/>
              </a:cxn>
              <a:cxn ang="0">
                <a:pos x="connsiteX124108" y="connsiteY124108"/>
              </a:cxn>
              <a:cxn ang="0">
                <a:pos x="connsiteX124109" y="connsiteY124109"/>
              </a:cxn>
              <a:cxn ang="0">
                <a:pos x="connsiteX124110" y="connsiteY124110"/>
              </a:cxn>
              <a:cxn ang="0">
                <a:pos x="connsiteX124111" y="connsiteY124111"/>
              </a:cxn>
              <a:cxn ang="0">
                <a:pos x="connsiteX124112" y="connsiteY124112"/>
              </a:cxn>
              <a:cxn ang="0">
                <a:pos x="connsiteX124113" y="connsiteY124113"/>
              </a:cxn>
              <a:cxn ang="0">
                <a:pos x="connsiteX124114" y="connsiteY124114"/>
              </a:cxn>
              <a:cxn ang="0">
                <a:pos x="connsiteX124115" y="connsiteY124115"/>
              </a:cxn>
              <a:cxn ang="0">
                <a:pos x="connsiteX124116" y="connsiteY124116"/>
              </a:cxn>
              <a:cxn ang="0">
                <a:pos x="connsiteX124117" y="connsiteY124117"/>
              </a:cxn>
              <a:cxn ang="0">
                <a:pos x="connsiteX124118" y="connsiteY124118"/>
              </a:cxn>
              <a:cxn ang="0">
                <a:pos x="connsiteX124119" y="connsiteY124119"/>
              </a:cxn>
              <a:cxn ang="0">
                <a:pos x="connsiteX124120" y="connsiteY124120"/>
              </a:cxn>
              <a:cxn ang="0">
                <a:pos x="connsiteX124121" y="connsiteY124121"/>
              </a:cxn>
              <a:cxn ang="0">
                <a:pos x="connsiteX124122" y="connsiteY124122"/>
              </a:cxn>
              <a:cxn ang="0">
                <a:pos x="connsiteX124123" y="connsiteY124123"/>
              </a:cxn>
              <a:cxn ang="0">
                <a:pos x="connsiteX124124" y="connsiteY124124"/>
              </a:cxn>
              <a:cxn ang="0">
                <a:pos x="connsiteX124125" y="connsiteY124125"/>
              </a:cxn>
              <a:cxn ang="0">
                <a:pos x="connsiteX124126" y="connsiteY124126"/>
              </a:cxn>
              <a:cxn ang="0">
                <a:pos x="connsiteX124127" y="connsiteY124127"/>
              </a:cxn>
              <a:cxn ang="0">
                <a:pos x="connsiteX124128" y="connsiteY124128"/>
              </a:cxn>
              <a:cxn ang="0">
                <a:pos x="connsiteX124129" y="connsiteY124129"/>
              </a:cxn>
              <a:cxn ang="0">
                <a:pos x="connsiteX124130" y="connsiteY124130"/>
              </a:cxn>
              <a:cxn ang="0">
                <a:pos x="connsiteX124131" y="connsiteY124131"/>
              </a:cxn>
              <a:cxn ang="0">
                <a:pos x="connsiteX124132" y="connsiteY124132"/>
              </a:cxn>
              <a:cxn ang="0">
                <a:pos x="connsiteX124133" y="connsiteY124133"/>
              </a:cxn>
              <a:cxn ang="0">
                <a:pos x="connsiteX124134" y="connsiteY124134"/>
              </a:cxn>
              <a:cxn ang="0">
                <a:pos x="connsiteX124135" y="connsiteY124135"/>
              </a:cxn>
              <a:cxn ang="0">
                <a:pos x="connsiteX124136" y="connsiteY124136"/>
              </a:cxn>
              <a:cxn ang="0">
                <a:pos x="connsiteX124137" y="connsiteY124137"/>
              </a:cxn>
              <a:cxn ang="0">
                <a:pos x="connsiteX124138" y="connsiteY124138"/>
              </a:cxn>
              <a:cxn ang="0">
                <a:pos x="connsiteX124139" y="connsiteY124139"/>
              </a:cxn>
              <a:cxn ang="0">
                <a:pos x="connsiteX124140" y="connsiteY124140"/>
              </a:cxn>
              <a:cxn ang="0">
                <a:pos x="connsiteX124141" y="connsiteY124141"/>
              </a:cxn>
              <a:cxn ang="0">
                <a:pos x="connsiteX124142" y="connsiteY124142"/>
              </a:cxn>
              <a:cxn ang="0">
                <a:pos x="connsiteX124143" y="connsiteY124143"/>
              </a:cxn>
              <a:cxn ang="0">
                <a:pos x="connsiteX124144" y="connsiteY124144"/>
              </a:cxn>
              <a:cxn ang="0">
                <a:pos x="connsiteX124145" y="connsiteY124145"/>
              </a:cxn>
              <a:cxn ang="0">
                <a:pos x="connsiteX124146" y="connsiteY124146"/>
              </a:cxn>
              <a:cxn ang="0">
                <a:pos x="connsiteX124147" y="connsiteY124147"/>
              </a:cxn>
              <a:cxn ang="0">
                <a:pos x="connsiteX124148" y="connsiteY124148"/>
              </a:cxn>
              <a:cxn ang="0">
                <a:pos x="connsiteX124149" y="connsiteY124149"/>
              </a:cxn>
              <a:cxn ang="0">
                <a:pos x="connsiteX124150" y="connsiteY124150"/>
              </a:cxn>
              <a:cxn ang="0">
                <a:pos x="connsiteX124151" y="connsiteY124151"/>
              </a:cxn>
              <a:cxn ang="0">
                <a:pos x="connsiteX124152" y="connsiteY124152"/>
              </a:cxn>
              <a:cxn ang="0">
                <a:pos x="connsiteX124153" y="connsiteY124153"/>
              </a:cxn>
              <a:cxn ang="0">
                <a:pos x="connsiteX124154" y="connsiteY124154"/>
              </a:cxn>
              <a:cxn ang="0">
                <a:pos x="connsiteX124155" y="connsiteY124155"/>
              </a:cxn>
              <a:cxn ang="0">
                <a:pos x="connsiteX124156" y="connsiteY124156"/>
              </a:cxn>
              <a:cxn ang="0">
                <a:pos x="connsiteX124157" y="connsiteY124157"/>
              </a:cxn>
              <a:cxn ang="0">
                <a:pos x="connsiteX124158" y="connsiteY124158"/>
              </a:cxn>
              <a:cxn ang="0">
                <a:pos x="connsiteX124159" y="connsiteY124159"/>
              </a:cxn>
              <a:cxn ang="0">
                <a:pos x="connsiteX124160" y="connsiteY124160"/>
              </a:cxn>
              <a:cxn ang="0">
                <a:pos x="connsiteX124161" y="connsiteY124161"/>
              </a:cxn>
              <a:cxn ang="0">
                <a:pos x="connsiteX124162" y="connsiteY124162"/>
              </a:cxn>
              <a:cxn ang="0">
                <a:pos x="connsiteX124163" y="connsiteY124163"/>
              </a:cxn>
              <a:cxn ang="0">
                <a:pos x="connsiteX124164" y="connsiteY124164"/>
              </a:cxn>
              <a:cxn ang="0">
                <a:pos x="connsiteX124165" y="connsiteY124165"/>
              </a:cxn>
              <a:cxn ang="0">
                <a:pos x="connsiteX124166" y="connsiteY124166"/>
              </a:cxn>
              <a:cxn ang="0">
                <a:pos x="connsiteX124167" y="connsiteY124167"/>
              </a:cxn>
              <a:cxn ang="0">
                <a:pos x="connsiteX124168" y="connsiteY124168"/>
              </a:cxn>
              <a:cxn ang="0">
                <a:pos x="connsiteX124169" y="connsiteY124169"/>
              </a:cxn>
              <a:cxn ang="0">
                <a:pos x="connsiteX124170" y="connsiteY124170"/>
              </a:cxn>
              <a:cxn ang="0">
                <a:pos x="connsiteX124171" y="connsiteY124171"/>
              </a:cxn>
              <a:cxn ang="0">
                <a:pos x="connsiteX124172" y="connsiteY124172"/>
              </a:cxn>
              <a:cxn ang="0">
                <a:pos x="connsiteX124173" y="connsiteY124173"/>
              </a:cxn>
              <a:cxn ang="0">
                <a:pos x="connsiteX124174" y="connsiteY124174"/>
              </a:cxn>
              <a:cxn ang="0">
                <a:pos x="connsiteX124175" y="connsiteY124175"/>
              </a:cxn>
              <a:cxn ang="0">
                <a:pos x="connsiteX124176" y="connsiteY124176"/>
              </a:cxn>
              <a:cxn ang="0">
                <a:pos x="connsiteX124177" y="connsiteY124177"/>
              </a:cxn>
              <a:cxn ang="0">
                <a:pos x="connsiteX124178" y="connsiteY124178"/>
              </a:cxn>
              <a:cxn ang="0">
                <a:pos x="connsiteX124179" y="connsiteY124179"/>
              </a:cxn>
              <a:cxn ang="0">
                <a:pos x="connsiteX124180" y="connsiteY124180"/>
              </a:cxn>
              <a:cxn ang="0">
                <a:pos x="connsiteX124181" y="connsiteY124181"/>
              </a:cxn>
              <a:cxn ang="0">
                <a:pos x="connsiteX124182" y="connsiteY124182"/>
              </a:cxn>
              <a:cxn ang="0">
                <a:pos x="connsiteX124183" y="connsiteY124183"/>
              </a:cxn>
              <a:cxn ang="0">
                <a:pos x="connsiteX124184" y="connsiteY124184"/>
              </a:cxn>
              <a:cxn ang="0">
                <a:pos x="connsiteX124185" y="connsiteY124185"/>
              </a:cxn>
              <a:cxn ang="0">
                <a:pos x="connsiteX124186" y="connsiteY124186"/>
              </a:cxn>
              <a:cxn ang="0">
                <a:pos x="connsiteX124187" y="connsiteY124187"/>
              </a:cxn>
              <a:cxn ang="0">
                <a:pos x="connsiteX124188" y="connsiteY124188"/>
              </a:cxn>
              <a:cxn ang="0">
                <a:pos x="connsiteX124189" y="connsiteY124189"/>
              </a:cxn>
              <a:cxn ang="0">
                <a:pos x="connsiteX124190" y="connsiteY124190"/>
              </a:cxn>
              <a:cxn ang="0">
                <a:pos x="connsiteX124191" y="connsiteY124191"/>
              </a:cxn>
              <a:cxn ang="0">
                <a:pos x="connsiteX124192" y="connsiteY124192"/>
              </a:cxn>
              <a:cxn ang="0">
                <a:pos x="connsiteX124193" y="connsiteY124193"/>
              </a:cxn>
              <a:cxn ang="0">
                <a:pos x="connsiteX124194" y="connsiteY124194"/>
              </a:cxn>
              <a:cxn ang="0">
                <a:pos x="connsiteX124195" y="connsiteY124195"/>
              </a:cxn>
              <a:cxn ang="0">
                <a:pos x="connsiteX124196" y="connsiteY124196"/>
              </a:cxn>
              <a:cxn ang="0">
                <a:pos x="connsiteX124197" y="connsiteY124197"/>
              </a:cxn>
              <a:cxn ang="0">
                <a:pos x="connsiteX124198" y="connsiteY124198"/>
              </a:cxn>
              <a:cxn ang="0">
                <a:pos x="connsiteX124199" y="connsiteY124199"/>
              </a:cxn>
              <a:cxn ang="0">
                <a:pos x="connsiteX124200" y="connsiteY124200"/>
              </a:cxn>
              <a:cxn ang="0">
                <a:pos x="connsiteX124201" y="connsiteY124201"/>
              </a:cxn>
              <a:cxn ang="0">
                <a:pos x="connsiteX124202" y="connsiteY124202"/>
              </a:cxn>
              <a:cxn ang="0">
                <a:pos x="connsiteX124203" y="connsiteY124203"/>
              </a:cxn>
              <a:cxn ang="0">
                <a:pos x="connsiteX124204" y="connsiteY124204"/>
              </a:cxn>
              <a:cxn ang="0">
                <a:pos x="connsiteX124205" y="connsiteY124205"/>
              </a:cxn>
              <a:cxn ang="0">
                <a:pos x="connsiteX124206" y="connsiteY124206"/>
              </a:cxn>
              <a:cxn ang="0">
                <a:pos x="connsiteX124207" y="connsiteY124207"/>
              </a:cxn>
              <a:cxn ang="0">
                <a:pos x="connsiteX124208" y="connsiteY124208"/>
              </a:cxn>
              <a:cxn ang="0">
                <a:pos x="connsiteX124209" y="connsiteY124209"/>
              </a:cxn>
              <a:cxn ang="0">
                <a:pos x="connsiteX124210" y="connsiteY124210"/>
              </a:cxn>
              <a:cxn ang="0">
                <a:pos x="connsiteX124211" y="connsiteY124211"/>
              </a:cxn>
              <a:cxn ang="0">
                <a:pos x="connsiteX124212" y="connsiteY124212"/>
              </a:cxn>
              <a:cxn ang="0">
                <a:pos x="connsiteX124213" y="connsiteY124213"/>
              </a:cxn>
              <a:cxn ang="0">
                <a:pos x="connsiteX124214" y="connsiteY124214"/>
              </a:cxn>
              <a:cxn ang="0">
                <a:pos x="connsiteX124215" y="connsiteY124215"/>
              </a:cxn>
              <a:cxn ang="0">
                <a:pos x="connsiteX124216" y="connsiteY124216"/>
              </a:cxn>
              <a:cxn ang="0">
                <a:pos x="connsiteX124217" y="connsiteY124217"/>
              </a:cxn>
              <a:cxn ang="0">
                <a:pos x="connsiteX124218" y="connsiteY124218"/>
              </a:cxn>
              <a:cxn ang="0">
                <a:pos x="connsiteX124219" y="connsiteY124219"/>
              </a:cxn>
              <a:cxn ang="0">
                <a:pos x="connsiteX124220" y="connsiteY124220"/>
              </a:cxn>
              <a:cxn ang="0">
                <a:pos x="connsiteX124221" y="connsiteY124221"/>
              </a:cxn>
              <a:cxn ang="0">
                <a:pos x="connsiteX124222" y="connsiteY124222"/>
              </a:cxn>
              <a:cxn ang="0">
                <a:pos x="connsiteX124223" y="connsiteY124223"/>
              </a:cxn>
              <a:cxn ang="0">
                <a:pos x="connsiteX124224" y="connsiteY124224"/>
              </a:cxn>
              <a:cxn ang="0">
                <a:pos x="connsiteX124225" y="connsiteY124225"/>
              </a:cxn>
              <a:cxn ang="0">
                <a:pos x="connsiteX124226" y="connsiteY124226"/>
              </a:cxn>
              <a:cxn ang="0">
                <a:pos x="connsiteX124227" y="connsiteY124227"/>
              </a:cxn>
              <a:cxn ang="0">
                <a:pos x="connsiteX124228" y="connsiteY124228"/>
              </a:cxn>
              <a:cxn ang="0">
                <a:pos x="connsiteX124229" y="connsiteY124229"/>
              </a:cxn>
              <a:cxn ang="0">
                <a:pos x="connsiteX124230" y="connsiteY124230"/>
              </a:cxn>
              <a:cxn ang="0">
                <a:pos x="connsiteX124231" y="connsiteY124231"/>
              </a:cxn>
              <a:cxn ang="0">
                <a:pos x="connsiteX124232" y="connsiteY124232"/>
              </a:cxn>
              <a:cxn ang="0">
                <a:pos x="connsiteX124233" y="connsiteY124233"/>
              </a:cxn>
              <a:cxn ang="0">
                <a:pos x="connsiteX124234" y="connsiteY124234"/>
              </a:cxn>
              <a:cxn ang="0">
                <a:pos x="connsiteX124235" y="connsiteY124235"/>
              </a:cxn>
              <a:cxn ang="0">
                <a:pos x="connsiteX124236" y="connsiteY124236"/>
              </a:cxn>
              <a:cxn ang="0">
                <a:pos x="connsiteX124237" y="connsiteY124237"/>
              </a:cxn>
              <a:cxn ang="0">
                <a:pos x="connsiteX124238" y="connsiteY124238"/>
              </a:cxn>
              <a:cxn ang="0">
                <a:pos x="connsiteX124239" y="connsiteY124239"/>
              </a:cxn>
              <a:cxn ang="0">
                <a:pos x="connsiteX124240" y="connsiteY124240"/>
              </a:cxn>
              <a:cxn ang="0">
                <a:pos x="connsiteX124241" y="connsiteY124241"/>
              </a:cxn>
              <a:cxn ang="0">
                <a:pos x="connsiteX124242" y="connsiteY124242"/>
              </a:cxn>
              <a:cxn ang="0">
                <a:pos x="connsiteX124243" y="connsiteY124243"/>
              </a:cxn>
              <a:cxn ang="0">
                <a:pos x="connsiteX124244" y="connsiteY124244"/>
              </a:cxn>
              <a:cxn ang="0">
                <a:pos x="connsiteX124245" y="connsiteY124245"/>
              </a:cxn>
              <a:cxn ang="0">
                <a:pos x="connsiteX124246" y="connsiteY124246"/>
              </a:cxn>
              <a:cxn ang="0">
                <a:pos x="connsiteX124247" y="connsiteY124247"/>
              </a:cxn>
              <a:cxn ang="0">
                <a:pos x="connsiteX124248" y="connsiteY124248"/>
              </a:cxn>
              <a:cxn ang="0">
                <a:pos x="connsiteX124249" y="connsiteY124249"/>
              </a:cxn>
              <a:cxn ang="0">
                <a:pos x="connsiteX124250" y="connsiteY124250"/>
              </a:cxn>
              <a:cxn ang="0">
                <a:pos x="connsiteX124251" y="connsiteY124251"/>
              </a:cxn>
              <a:cxn ang="0">
                <a:pos x="connsiteX124252" y="connsiteY124252"/>
              </a:cxn>
              <a:cxn ang="0">
                <a:pos x="connsiteX124253" y="connsiteY124253"/>
              </a:cxn>
              <a:cxn ang="0">
                <a:pos x="connsiteX124254" y="connsiteY124254"/>
              </a:cxn>
              <a:cxn ang="0">
                <a:pos x="connsiteX124255" y="connsiteY124255"/>
              </a:cxn>
              <a:cxn ang="0">
                <a:pos x="connsiteX124256" y="connsiteY124256"/>
              </a:cxn>
              <a:cxn ang="0">
                <a:pos x="connsiteX124257" y="connsiteY124257"/>
              </a:cxn>
              <a:cxn ang="0">
                <a:pos x="connsiteX124258" y="connsiteY124258"/>
              </a:cxn>
              <a:cxn ang="0">
                <a:pos x="connsiteX124259" y="connsiteY124259"/>
              </a:cxn>
              <a:cxn ang="0">
                <a:pos x="connsiteX124260" y="connsiteY124260"/>
              </a:cxn>
              <a:cxn ang="0">
                <a:pos x="connsiteX124261" y="connsiteY124261"/>
              </a:cxn>
              <a:cxn ang="0">
                <a:pos x="connsiteX124262" y="connsiteY124262"/>
              </a:cxn>
              <a:cxn ang="0">
                <a:pos x="connsiteX124263" y="connsiteY124263"/>
              </a:cxn>
              <a:cxn ang="0">
                <a:pos x="connsiteX124264" y="connsiteY124264"/>
              </a:cxn>
              <a:cxn ang="0">
                <a:pos x="connsiteX124265" y="connsiteY124265"/>
              </a:cxn>
              <a:cxn ang="0">
                <a:pos x="connsiteX124266" y="connsiteY124266"/>
              </a:cxn>
              <a:cxn ang="0">
                <a:pos x="connsiteX124267" y="connsiteY124267"/>
              </a:cxn>
              <a:cxn ang="0">
                <a:pos x="connsiteX124268" y="connsiteY124268"/>
              </a:cxn>
              <a:cxn ang="0">
                <a:pos x="connsiteX124269" y="connsiteY124269"/>
              </a:cxn>
              <a:cxn ang="0">
                <a:pos x="connsiteX124270" y="connsiteY124270"/>
              </a:cxn>
              <a:cxn ang="0">
                <a:pos x="connsiteX124271" y="connsiteY124271"/>
              </a:cxn>
              <a:cxn ang="0">
                <a:pos x="connsiteX124272" y="connsiteY124272"/>
              </a:cxn>
              <a:cxn ang="0">
                <a:pos x="connsiteX124273" y="connsiteY124273"/>
              </a:cxn>
              <a:cxn ang="0">
                <a:pos x="connsiteX124274" y="connsiteY124274"/>
              </a:cxn>
              <a:cxn ang="0">
                <a:pos x="connsiteX124275" y="connsiteY124275"/>
              </a:cxn>
              <a:cxn ang="0">
                <a:pos x="connsiteX124276" y="connsiteY124276"/>
              </a:cxn>
              <a:cxn ang="0">
                <a:pos x="connsiteX124277" y="connsiteY124277"/>
              </a:cxn>
              <a:cxn ang="0">
                <a:pos x="connsiteX124278" y="connsiteY124278"/>
              </a:cxn>
              <a:cxn ang="0">
                <a:pos x="connsiteX124279" y="connsiteY124279"/>
              </a:cxn>
              <a:cxn ang="0">
                <a:pos x="connsiteX124280" y="connsiteY124280"/>
              </a:cxn>
              <a:cxn ang="0">
                <a:pos x="connsiteX124281" y="connsiteY124281"/>
              </a:cxn>
              <a:cxn ang="0">
                <a:pos x="connsiteX124282" y="connsiteY124282"/>
              </a:cxn>
              <a:cxn ang="0">
                <a:pos x="connsiteX124283" y="connsiteY124283"/>
              </a:cxn>
              <a:cxn ang="0">
                <a:pos x="connsiteX124284" y="connsiteY124284"/>
              </a:cxn>
              <a:cxn ang="0">
                <a:pos x="connsiteX124285" y="connsiteY124285"/>
              </a:cxn>
              <a:cxn ang="0">
                <a:pos x="connsiteX124286" y="connsiteY124286"/>
              </a:cxn>
              <a:cxn ang="0">
                <a:pos x="connsiteX124287" y="connsiteY124287"/>
              </a:cxn>
              <a:cxn ang="0">
                <a:pos x="connsiteX124288" y="connsiteY124288"/>
              </a:cxn>
              <a:cxn ang="0">
                <a:pos x="connsiteX124289" y="connsiteY124289"/>
              </a:cxn>
              <a:cxn ang="0">
                <a:pos x="connsiteX124290" y="connsiteY124290"/>
              </a:cxn>
              <a:cxn ang="0">
                <a:pos x="connsiteX124291" y="connsiteY124291"/>
              </a:cxn>
              <a:cxn ang="0">
                <a:pos x="connsiteX124292" y="connsiteY124292"/>
              </a:cxn>
              <a:cxn ang="0">
                <a:pos x="connsiteX124293" y="connsiteY124293"/>
              </a:cxn>
              <a:cxn ang="0">
                <a:pos x="connsiteX124294" y="connsiteY124294"/>
              </a:cxn>
              <a:cxn ang="0">
                <a:pos x="connsiteX124295" y="connsiteY124295"/>
              </a:cxn>
              <a:cxn ang="0">
                <a:pos x="connsiteX124296" y="connsiteY124296"/>
              </a:cxn>
              <a:cxn ang="0">
                <a:pos x="connsiteX124297" y="connsiteY124297"/>
              </a:cxn>
              <a:cxn ang="0">
                <a:pos x="connsiteX124298" y="connsiteY124298"/>
              </a:cxn>
              <a:cxn ang="0">
                <a:pos x="connsiteX124299" y="connsiteY124299"/>
              </a:cxn>
              <a:cxn ang="0">
                <a:pos x="connsiteX124300" y="connsiteY124300"/>
              </a:cxn>
              <a:cxn ang="0">
                <a:pos x="connsiteX124301" y="connsiteY124301"/>
              </a:cxn>
              <a:cxn ang="0">
                <a:pos x="connsiteX124302" y="connsiteY124302"/>
              </a:cxn>
              <a:cxn ang="0">
                <a:pos x="connsiteX124303" y="connsiteY124303"/>
              </a:cxn>
              <a:cxn ang="0">
                <a:pos x="connsiteX124304" y="connsiteY124304"/>
              </a:cxn>
              <a:cxn ang="0">
                <a:pos x="connsiteX124305" y="connsiteY124305"/>
              </a:cxn>
              <a:cxn ang="0">
                <a:pos x="connsiteX124306" y="connsiteY124306"/>
              </a:cxn>
              <a:cxn ang="0">
                <a:pos x="connsiteX124307" y="connsiteY124307"/>
              </a:cxn>
              <a:cxn ang="0">
                <a:pos x="connsiteX124308" y="connsiteY124308"/>
              </a:cxn>
              <a:cxn ang="0">
                <a:pos x="connsiteX124309" y="connsiteY124309"/>
              </a:cxn>
              <a:cxn ang="0">
                <a:pos x="connsiteX124310" y="connsiteY124310"/>
              </a:cxn>
              <a:cxn ang="0">
                <a:pos x="connsiteX124311" y="connsiteY124311"/>
              </a:cxn>
              <a:cxn ang="0">
                <a:pos x="connsiteX124312" y="connsiteY124312"/>
              </a:cxn>
              <a:cxn ang="0">
                <a:pos x="connsiteX124313" y="connsiteY124313"/>
              </a:cxn>
              <a:cxn ang="0">
                <a:pos x="connsiteX124314" y="connsiteY124314"/>
              </a:cxn>
              <a:cxn ang="0">
                <a:pos x="connsiteX124315" y="connsiteY124315"/>
              </a:cxn>
              <a:cxn ang="0">
                <a:pos x="connsiteX124316" y="connsiteY124316"/>
              </a:cxn>
              <a:cxn ang="0">
                <a:pos x="connsiteX124317" y="connsiteY124317"/>
              </a:cxn>
              <a:cxn ang="0">
                <a:pos x="connsiteX124318" y="connsiteY124318"/>
              </a:cxn>
              <a:cxn ang="0">
                <a:pos x="connsiteX124319" y="connsiteY124319"/>
              </a:cxn>
              <a:cxn ang="0">
                <a:pos x="connsiteX124320" y="connsiteY124320"/>
              </a:cxn>
              <a:cxn ang="0">
                <a:pos x="connsiteX124321" y="connsiteY124321"/>
              </a:cxn>
              <a:cxn ang="0">
                <a:pos x="connsiteX124322" y="connsiteY124322"/>
              </a:cxn>
              <a:cxn ang="0">
                <a:pos x="connsiteX124323" y="connsiteY124323"/>
              </a:cxn>
              <a:cxn ang="0">
                <a:pos x="connsiteX124324" y="connsiteY124324"/>
              </a:cxn>
              <a:cxn ang="0">
                <a:pos x="connsiteX124325" y="connsiteY124325"/>
              </a:cxn>
              <a:cxn ang="0">
                <a:pos x="connsiteX124326" y="connsiteY124326"/>
              </a:cxn>
              <a:cxn ang="0">
                <a:pos x="connsiteX124327" y="connsiteY124327"/>
              </a:cxn>
              <a:cxn ang="0">
                <a:pos x="connsiteX124328" y="connsiteY124328"/>
              </a:cxn>
              <a:cxn ang="0">
                <a:pos x="connsiteX124329" y="connsiteY124329"/>
              </a:cxn>
              <a:cxn ang="0">
                <a:pos x="connsiteX124330" y="connsiteY124330"/>
              </a:cxn>
              <a:cxn ang="0">
                <a:pos x="connsiteX124331" y="connsiteY124331"/>
              </a:cxn>
              <a:cxn ang="0">
                <a:pos x="connsiteX124332" y="connsiteY124332"/>
              </a:cxn>
              <a:cxn ang="0">
                <a:pos x="connsiteX124333" y="connsiteY124333"/>
              </a:cxn>
              <a:cxn ang="0">
                <a:pos x="connsiteX124334" y="connsiteY124334"/>
              </a:cxn>
              <a:cxn ang="0">
                <a:pos x="connsiteX124335" y="connsiteY124335"/>
              </a:cxn>
              <a:cxn ang="0">
                <a:pos x="connsiteX124336" y="connsiteY124336"/>
              </a:cxn>
              <a:cxn ang="0">
                <a:pos x="connsiteX124337" y="connsiteY124337"/>
              </a:cxn>
              <a:cxn ang="0">
                <a:pos x="connsiteX124338" y="connsiteY124338"/>
              </a:cxn>
              <a:cxn ang="0">
                <a:pos x="connsiteX124339" y="connsiteY124339"/>
              </a:cxn>
              <a:cxn ang="0">
                <a:pos x="connsiteX124340" y="connsiteY124340"/>
              </a:cxn>
              <a:cxn ang="0">
                <a:pos x="connsiteX124341" y="connsiteY124341"/>
              </a:cxn>
              <a:cxn ang="0">
                <a:pos x="connsiteX124342" y="connsiteY124342"/>
              </a:cxn>
              <a:cxn ang="0">
                <a:pos x="connsiteX124343" y="connsiteY124343"/>
              </a:cxn>
              <a:cxn ang="0">
                <a:pos x="connsiteX124344" y="connsiteY124344"/>
              </a:cxn>
              <a:cxn ang="0">
                <a:pos x="connsiteX124345" y="connsiteY124345"/>
              </a:cxn>
              <a:cxn ang="0">
                <a:pos x="connsiteX124346" y="connsiteY124346"/>
              </a:cxn>
              <a:cxn ang="0">
                <a:pos x="connsiteX124347" y="connsiteY124347"/>
              </a:cxn>
              <a:cxn ang="0">
                <a:pos x="connsiteX124348" y="connsiteY124348"/>
              </a:cxn>
              <a:cxn ang="0">
                <a:pos x="connsiteX124349" y="connsiteY124349"/>
              </a:cxn>
              <a:cxn ang="0">
                <a:pos x="connsiteX124350" y="connsiteY124350"/>
              </a:cxn>
              <a:cxn ang="0">
                <a:pos x="connsiteX124351" y="connsiteY124351"/>
              </a:cxn>
              <a:cxn ang="0">
                <a:pos x="connsiteX124352" y="connsiteY124352"/>
              </a:cxn>
              <a:cxn ang="0">
                <a:pos x="connsiteX124353" y="connsiteY124353"/>
              </a:cxn>
              <a:cxn ang="0">
                <a:pos x="connsiteX124354" y="connsiteY124354"/>
              </a:cxn>
              <a:cxn ang="0">
                <a:pos x="connsiteX124355" y="connsiteY124355"/>
              </a:cxn>
              <a:cxn ang="0">
                <a:pos x="connsiteX124356" y="connsiteY124356"/>
              </a:cxn>
              <a:cxn ang="0">
                <a:pos x="connsiteX124357" y="connsiteY124357"/>
              </a:cxn>
              <a:cxn ang="0">
                <a:pos x="connsiteX124358" y="connsiteY124358"/>
              </a:cxn>
              <a:cxn ang="0">
                <a:pos x="connsiteX124359" y="connsiteY124359"/>
              </a:cxn>
              <a:cxn ang="0">
                <a:pos x="connsiteX124360" y="connsiteY124360"/>
              </a:cxn>
              <a:cxn ang="0">
                <a:pos x="connsiteX124361" y="connsiteY124361"/>
              </a:cxn>
              <a:cxn ang="0">
                <a:pos x="connsiteX124362" y="connsiteY124362"/>
              </a:cxn>
              <a:cxn ang="0">
                <a:pos x="connsiteX124363" y="connsiteY124363"/>
              </a:cxn>
              <a:cxn ang="0">
                <a:pos x="connsiteX124364" y="connsiteY124364"/>
              </a:cxn>
              <a:cxn ang="0">
                <a:pos x="connsiteX124365" y="connsiteY124365"/>
              </a:cxn>
              <a:cxn ang="0">
                <a:pos x="connsiteX124366" y="connsiteY124366"/>
              </a:cxn>
              <a:cxn ang="0">
                <a:pos x="connsiteX124367" y="connsiteY124367"/>
              </a:cxn>
              <a:cxn ang="0">
                <a:pos x="connsiteX124368" y="connsiteY124368"/>
              </a:cxn>
              <a:cxn ang="0">
                <a:pos x="connsiteX124369" y="connsiteY124369"/>
              </a:cxn>
              <a:cxn ang="0">
                <a:pos x="connsiteX124370" y="connsiteY124370"/>
              </a:cxn>
              <a:cxn ang="0">
                <a:pos x="connsiteX124371" y="connsiteY124371"/>
              </a:cxn>
              <a:cxn ang="0">
                <a:pos x="connsiteX124372" y="connsiteY124372"/>
              </a:cxn>
              <a:cxn ang="0">
                <a:pos x="connsiteX124373" y="connsiteY124373"/>
              </a:cxn>
              <a:cxn ang="0">
                <a:pos x="connsiteX124374" y="connsiteY124374"/>
              </a:cxn>
              <a:cxn ang="0">
                <a:pos x="connsiteX124375" y="connsiteY124375"/>
              </a:cxn>
              <a:cxn ang="0">
                <a:pos x="connsiteX124376" y="connsiteY124376"/>
              </a:cxn>
              <a:cxn ang="0">
                <a:pos x="connsiteX124377" y="connsiteY124377"/>
              </a:cxn>
              <a:cxn ang="0">
                <a:pos x="connsiteX124378" y="connsiteY124378"/>
              </a:cxn>
              <a:cxn ang="0">
                <a:pos x="connsiteX124379" y="connsiteY124379"/>
              </a:cxn>
              <a:cxn ang="0">
                <a:pos x="connsiteX124380" y="connsiteY124380"/>
              </a:cxn>
              <a:cxn ang="0">
                <a:pos x="connsiteX124381" y="connsiteY124381"/>
              </a:cxn>
              <a:cxn ang="0">
                <a:pos x="connsiteX124382" y="connsiteY124382"/>
              </a:cxn>
              <a:cxn ang="0">
                <a:pos x="connsiteX124383" y="connsiteY124383"/>
              </a:cxn>
              <a:cxn ang="0">
                <a:pos x="connsiteX124384" y="connsiteY124384"/>
              </a:cxn>
              <a:cxn ang="0">
                <a:pos x="connsiteX124385" y="connsiteY124385"/>
              </a:cxn>
              <a:cxn ang="0">
                <a:pos x="connsiteX124386" y="connsiteY124386"/>
              </a:cxn>
              <a:cxn ang="0">
                <a:pos x="connsiteX124387" y="connsiteY124387"/>
              </a:cxn>
              <a:cxn ang="0">
                <a:pos x="connsiteX124388" y="connsiteY124388"/>
              </a:cxn>
              <a:cxn ang="0">
                <a:pos x="connsiteX124389" y="connsiteY124389"/>
              </a:cxn>
              <a:cxn ang="0">
                <a:pos x="connsiteX124390" y="connsiteY124390"/>
              </a:cxn>
              <a:cxn ang="0">
                <a:pos x="connsiteX124391" y="connsiteY124391"/>
              </a:cxn>
              <a:cxn ang="0">
                <a:pos x="connsiteX124392" y="connsiteY124392"/>
              </a:cxn>
              <a:cxn ang="0">
                <a:pos x="connsiteX124393" y="connsiteY124393"/>
              </a:cxn>
              <a:cxn ang="0">
                <a:pos x="connsiteX124394" y="connsiteY124394"/>
              </a:cxn>
              <a:cxn ang="0">
                <a:pos x="connsiteX124395" y="connsiteY124395"/>
              </a:cxn>
              <a:cxn ang="0">
                <a:pos x="connsiteX124396" y="connsiteY124396"/>
              </a:cxn>
              <a:cxn ang="0">
                <a:pos x="connsiteX124397" y="connsiteY124397"/>
              </a:cxn>
              <a:cxn ang="0">
                <a:pos x="connsiteX124398" y="connsiteY124398"/>
              </a:cxn>
              <a:cxn ang="0">
                <a:pos x="connsiteX124399" y="connsiteY124399"/>
              </a:cxn>
              <a:cxn ang="0">
                <a:pos x="connsiteX124400" y="connsiteY124400"/>
              </a:cxn>
              <a:cxn ang="0">
                <a:pos x="connsiteX124401" y="connsiteY124401"/>
              </a:cxn>
              <a:cxn ang="0">
                <a:pos x="connsiteX124402" y="connsiteY124402"/>
              </a:cxn>
              <a:cxn ang="0">
                <a:pos x="connsiteX124403" y="connsiteY124403"/>
              </a:cxn>
              <a:cxn ang="0">
                <a:pos x="connsiteX124404" y="connsiteY124404"/>
              </a:cxn>
              <a:cxn ang="0">
                <a:pos x="connsiteX124405" y="connsiteY124405"/>
              </a:cxn>
              <a:cxn ang="0">
                <a:pos x="connsiteX124406" y="connsiteY124406"/>
              </a:cxn>
              <a:cxn ang="0">
                <a:pos x="connsiteX124407" y="connsiteY124407"/>
              </a:cxn>
              <a:cxn ang="0">
                <a:pos x="connsiteX124408" y="connsiteY124408"/>
              </a:cxn>
              <a:cxn ang="0">
                <a:pos x="connsiteX124409" y="connsiteY124409"/>
              </a:cxn>
              <a:cxn ang="0">
                <a:pos x="connsiteX124410" y="connsiteY124410"/>
              </a:cxn>
              <a:cxn ang="0">
                <a:pos x="connsiteX124411" y="connsiteY124411"/>
              </a:cxn>
              <a:cxn ang="0">
                <a:pos x="connsiteX124412" y="connsiteY124412"/>
              </a:cxn>
              <a:cxn ang="0">
                <a:pos x="connsiteX124413" y="connsiteY124413"/>
              </a:cxn>
              <a:cxn ang="0">
                <a:pos x="connsiteX124414" y="connsiteY124414"/>
              </a:cxn>
              <a:cxn ang="0">
                <a:pos x="connsiteX124415" y="connsiteY124415"/>
              </a:cxn>
              <a:cxn ang="0">
                <a:pos x="connsiteX124416" y="connsiteY124416"/>
              </a:cxn>
              <a:cxn ang="0">
                <a:pos x="connsiteX124417" y="connsiteY124417"/>
              </a:cxn>
              <a:cxn ang="0">
                <a:pos x="connsiteX124418" y="connsiteY124418"/>
              </a:cxn>
              <a:cxn ang="0">
                <a:pos x="connsiteX124419" y="connsiteY124419"/>
              </a:cxn>
              <a:cxn ang="0">
                <a:pos x="connsiteX124420" y="connsiteY124420"/>
              </a:cxn>
              <a:cxn ang="0">
                <a:pos x="connsiteX124421" y="connsiteY124421"/>
              </a:cxn>
              <a:cxn ang="0">
                <a:pos x="connsiteX124422" y="connsiteY124422"/>
              </a:cxn>
              <a:cxn ang="0">
                <a:pos x="connsiteX124423" y="connsiteY124423"/>
              </a:cxn>
              <a:cxn ang="0">
                <a:pos x="connsiteX124424" y="connsiteY124424"/>
              </a:cxn>
              <a:cxn ang="0">
                <a:pos x="connsiteX124425" y="connsiteY124425"/>
              </a:cxn>
              <a:cxn ang="0">
                <a:pos x="connsiteX124426" y="connsiteY124426"/>
              </a:cxn>
              <a:cxn ang="0">
                <a:pos x="connsiteX124427" y="connsiteY124427"/>
              </a:cxn>
              <a:cxn ang="0">
                <a:pos x="connsiteX124428" y="connsiteY124428"/>
              </a:cxn>
              <a:cxn ang="0">
                <a:pos x="connsiteX124429" y="connsiteY124429"/>
              </a:cxn>
              <a:cxn ang="0">
                <a:pos x="connsiteX124430" y="connsiteY124430"/>
              </a:cxn>
              <a:cxn ang="0">
                <a:pos x="connsiteX124431" y="connsiteY124431"/>
              </a:cxn>
              <a:cxn ang="0">
                <a:pos x="connsiteX124432" y="connsiteY124432"/>
              </a:cxn>
              <a:cxn ang="0">
                <a:pos x="connsiteX124433" y="connsiteY124433"/>
              </a:cxn>
              <a:cxn ang="0">
                <a:pos x="connsiteX124434" y="connsiteY124434"/>
              </a:cxn>
              <a:cxn ang="0">
                <a:pos x="connsiteX124435" y="connsiteY124435"/>
              </a:cxn>
              <a:cxn ang="0">
                <a:pos x="connsiteX124436" y="connsiteY124436"/>
              </a:cxn>
              <a:cxn ang="0">
                <a:pos x="connsiteX124437" y="connsiteY124437"/>
              </a:cxn>
              <a:cxn ang="0">
                <a:pos x="connsiteX124438" y="connsiteY124438"/>
              </a:cxn>
              <a:cxn ang="0">
                <a:pos x="connsiteX124439" y="connsiteY124439"/>
              </a:cxn>
              <a:cxn ang="0">
                <a:pos x="connsiteX124440" y="connsiteY124440"/>
              </a:cxn>
              <a:cxn ang="0">
                <a:pos x="connsiteX124441" y="connsiteY124441"/>
              </a:cxn>
              <a:cxn ang="0">
                <a:pos x="connsiteX124442" y="connsiteY124442"/>
              </a:cxn>
              <a:cxn ang="0">
                <a:pos x="connsiteX124443" y="connsiteY124443"/>
              </a:cxn>
              <a:cxn ang="0">
                <a:pos x="connsiteX124444" y="connsiteY124444"/>
              </a:cxn>
              <a:cxn ang="0">
                <a:pos x="connsiteX124445" y="connsiteY124445"/>
              </a:cxn>
              <a:cxn ang="0">
                <a:pos x="connsiteX124446" y="connsiteY124446"/>
              </a:cxn>
              <a:cxn ang="0">
                <a:pos x="connsiteX124447" y="connsiteY124447"/>
              </a:cxn>
              <a:cxn ang="0">
                <a:pos x="connsiteX124448" y="connsiteY124448"/>
              </a:cxn>
              <a:cxn ang="0">
                <a:pos x="connsiteX124449" y="connsiteY124449"/>
              </a:cxn>
              <a:cxn ang="0">
                <a:pos x="connsiteX124450" y="connsiteY124450"/>
              </a:cxn>
              <a:cxn ang="0">
                <a:pos x="connsiteX124451" y="connsiteY124451"/>
              </a:cxn>
              <a:cxn ang="0">
                <a:pos x="connsiteX124452" y="connsiteY124452"/>
              </a:cxn>
              <a:cxn ang="0">
                <a:pos x="connsiteX124453" y="connsiteY124453"/>
              </a:cxn>
              <a:cxn ang="0">
                <a:pos x="connsiteX124454" y="connsiteY124454"/>
              </a:cxn>
              <a:cxn ang="0">
                <a:pos x="connsiteX124455" y="connsiteY124455"/>
              </a:cxn>
              <a:cxn ang="0">
                <a:pos x="connsiteX124456" y="connsiteY124456"/>
              </a:cxn>
              <a:cxn ang="0">
                <a:pos x="connsiteX124457" y="connsiteY124457"/>
              </a:cxn>
              <a:cxn ang="0">
                <a:pos x="connsiteX124458" y="connsiteY124458"/>
              </a:cxn>
              <a:cxn ang="0">
                <a:pos x="connsiteX124459" y="connsiteY124459"/>
              </a:cxn>
              <a:cxn ang="0">
                <a:pos x="connsiteX124460" y="connsiteY124460"/>
              </a:cxn>
              <a:cxn ang="0">
                <a:pos x="connsiteX124461" y="connsiteY124461"/>
              </a:cxn>
              <a:cxn ang="0">
                <a:pos x="connsiteX124462" y="connsiteY124462"/>
              </a:cxn>
              <a:cxn ang="0">
                <a:pos x="connsiteX124463" y="connsiteY124463"/>
              </a:cxn>
              <a:cxn ang="0">
                <a:pos x="connsiteX124464" y="connsiteY124464"/>
              </a:cxn>
              <a:cxn ang="0">
                <a:pos x="connsiteX124465" y="connsiteY124465"/>
              </a:cxn>
              <a:cxn ang="0">
                <a:pos x="connsiteX124466" y="connsiteY124466"/>
              </a:cxn>
              <a:cxn ang="0">
                <a:pos x="connsiteX124467" y="connsiteY124467"/>
              </a:cxn>
              <a:cxn ang="0">
                <a:pos x="connsiteX124468" y="connsiteY124468"/>
              </a:cxn>
              <a:cxn ang="0">
                <a:pos x="connsiteX124469" y="connsiteY124469"/>
              </a:cxn>
              <a:cxn ang="0">
                <a:pos x="connsiteX124470" y="connsiteY124470"/>
              </a:cxn>
              <a:cxn ang="0">
                <a:pos x="connsiteX124471" y="connsiteY124471"/>
              </a:cxn>
              <a:cxn ang="0">
                <a:pos x="connsiteX124472" y="connsiteY124472"/>
              </a:cxn>
              <a:cxn ang="0">
                <a:pos x="connsiteX124473" y="connsiteY124473"/>
              </a:cxn>
              <a:cxn ang="0">
                <a:pos x="connsiteX124474" y="connsiteY124474"/>
              </a:cxn>
              <a:cxn ang="0">
                <a:pos x="connsiteX124475" y="connsiteY124475"/>
              </a:cxn>
              <a:cxn ang="0">
                <a:pos x="connsiteX124476" y="connsiteY124476"/>
              </a:cxn>
              <a:cxn ang="0">
                <a:pos x="connsiteX124477" y="connsiteY124477"/>
              </a:cxn>
              <a:cxn ang="0">
                <a:pos x="connsiteX124478" y="connsiteY124478"/>
              </a:cxn>
              <a:cxn ang="0">
                <a:pos x="connsiteX124479" y="connsiteY124479"/>
              </a:cxn>
              <a:cxn ang="0">
                <a:pos x="connsiteX124480" y="connsiteY124480"/>
              </a:cxn>
              <a:cxn ang="0">
                <a:pos x="connsiteX124481" y="connsiteY124481"/>
              </a:cxn>
              <a:cxn ang="0">
                <a:pos x="connsiteX124482" y="connsiteY124482"/>
              </a:cxn>
              <a:cxn ang="0">
                <a:pos x="connsiteX124483" y="connsiteY124483"/>
              </a:cxn>
              <a:cxn ang="0">
                <a:pos x="connsiteX124484" y="connsiteY124484"/>
              </a:cxn>
              <a:cxn ang="0">
                <a:pos x="connsiteX124485" y="connsiteY124485"/>
              </a:cxn>
              <a:cxn ang="0">
                <a:pos x="connsiteX124486" y="connsiteY124486"/>
              </a:cxn>
              <a:cxn ang="0">
                <a:pos x="connsiteX124487" y="connsiteY124487"/>
              </a:cxn>
              <a:cxn ang="0">
                <a:pos x="connsiteX124488" y="connsiteY124488"/>
              </a:cxn>
              <a:cxn ang="0">
                <a:pos x="connsiteX124489" y="connsiteY124489"/>
              </a:cxn>
              <a:cxn ang="0">
                <a:pos x="connsiteX124490" y="connsiteY124490"/>
              </a:cxn>
              <a:cxn ang="0">
                <a:pos x="connsiteX124491" y="connsiteY124491"/>
              </a:cxn>
              <a:cxn ang="0">
                <a:pos x="connsiteX124492" y="connsiteY124492"/>
              </a:cxn>
              <a:cxn ang="0">
                <a:pos x="connsiteX124493" y="connsiteY124493"/>
              </a:cxn>
              <a:cxn ang="0">
                <a:pos x="connsiteX124494" y="connsiteY124494"/>
              </a:cxn>
              <a:cxn ang="0">
                <a:pos x="connsiteX124495" y="connsiteY124495"/>
              </a:cxn>
              <a:cxn ang="0">
                <a:pos x="connsiteX124496" y="connsiteY124496"/>
              </a:cxn>
              <a:cxn ang="0">
                <a:pos x="connsiteX124497" y="connsiteY124497"/>
              </a:cxn>
              <a:cxn ang="0">
                <a:pos x="connsiteX124498" y="connsiteY124498"/>
              </a:cxn>
              <a:cxn ang="0">
                <a:pos x="connsiteX124499" y="connsiteY124499"/>
              </a:cxn>
              <a:cxn ang="0">
                <a:pos x="connsiteX124500" y="connsiteY124500"/>
              </a:cxn>
              <a:cxn ang="0">
                <a:pos x="connsiteX124501" y="connsiteY124501"/>
              </a:cxn>
              <a:cxn ang="0">
                <a:pos x="connsiteX124502" y="connsiteY124502"/>
              </a:cxn>
              <a:cxn ang="0">
                <a:pos x="connsiteX124503" y="connsiteY124503"/>
              </a:cxn>
              <a:cxn ang="0">
                <a:pos x="connsiteX124504" y="connsiteY124504"/>
              </a:cxn>
              <a:cxn ang="0">
                <a:pos x="connsiteX124505" y="connsiteY124505"/>
              </a:cxn>
              <a:cxn ang="0">
                <a:pos x="connsiteX124506" y="connsiteY124506"/>
              </a:cxn>
              <a:cxn ang="0">
                <a:pos x="connsiteX124507" y="connsiteY124507"/>
              </a:cxn>
              <a:cxn ang="0">
                <a:pos x="connsiteX124508" y="connsiteY124508"/>
              </a:cxn>
              <a:cxn ang="0">
                <a:pos x="connsiteX124509" y="connsiteY124509"/>
              </a:cxn>
              <a:cxn ang="0">
                <a:pos x="connsiteX124510" y="connsiteY124510"/>
              </a:cxn>
              <a:cxn ang="0">
                <a:pos x="connsiteX124511" y="connsiteY124511"/>
              </a:cxn>
              <a:cxn ang="0">
                <a:pos x="connsiteX124512" y="connsiteY124512"/>
              </a:cxn>
              <a:cxn ang="0">
                <a:pos x="connsiteX124513" y="connsiteY124513"/>
              </a:cxn>
              <a:cxn ang="0">
                <a:pos x="connsiteX124514" y="connsiteY124514"/>
              </a:cxn>
              <a:cxn ang="0">
                <a:pos x="connsiteX124515" y="connsiteY124515"/>
              </a:cxn>
              <a:cxn ang="0">
                <a:pos x="connsiteX124516" y="connsiteY124516"/>
              </a:cxn>
              <a:cxn ang="0">
                <a:pos x="connsiteX124517" y="connsiteY124517"/>
              </a:cxn>
              <a:cxn ang="0">
                <a:pos x="connsiteX124518" y="connsiteY124518"/>
              </a:cxn>
              <a:cxn ang="0">
                <a:pos x="connsiteX124519" y="connsiteY124519"/>
              </a:cxn>
              <a:cxn ang="0">
                <a:pos x="connsiteX124520" y="connsiteY124520"/>
              </a:cxn>
              <a:cxn ang="0">
                <a:pos x="connsiteX124521" y="connsiteY124521"/>
              </a:cxn>
              <a:cxn ang="0">
                <a:pos x="connsiteX124522" y="connsiteY124522"/>
              </a:cxn>
              <a:cxn ang="0">
                <a:pos x="connsiteX124523" y="connsiteY124523"/>
              </a:cxn>
              <a:cxn ang="0">
                <a:pos x="connsiteX124524" y="connsiteY124524"/>
              </a:cxn>
              <a:cxn ang="0">
                <a:pos x="connsiteX124525" y="connsiteY124525"/>
              </a:cxn>
              <a:cxn ang="0">
                <a:pos x="connsiteX124526" y="connsiteY124526"/>
              </a:cxn>
              <a:cxn ang="0">
                <a:pos x="connsiteX124527" y="connsiteY124527"/>
              </a:cxn>
              <a:cxn ang="0">
                <a:pos x="connsiteX124528" y="connsiteY124528"/>
              </a:cxn>
              <a:cxn ang="0">
                <a:pos x="connsiteX124529" y="connsiteY124529"/>
              </a:cxn>
              <a:cxn ang="0">
                <a:pos x="connsiteX124530" y="connsiteY124530"/>
              </a:cxn>
              <a:cxn ang="0">
                <a:pos x="connsiteX124531" y="connsiteY124531"/>
              </a:cxn>
              <a:cxn ang="0">
                <a:pos x="connsiteX124532" y="connsiteY124532"/>
              </a:cxn>
              <a:cxn ang="0">
                <a:pos x="connsiteX124533" y="connsiteY124533"/>
              </a:cxn>
              <a:cxn ang="0">
                <a:pos x="connsiteX124534" y="connsiteY124534"/>
              </a:cxn>
              <a:cxn ang="0">
                <a:pos x="connsiteX124535" y="connsiteY124535"/>
              </a:cxn>
              <a:cxn ang="0">
                <a:pos x="connsiteX124536" y="connsiteY124536"/>
              </a:cxn>
              <a:cxn ang="0">
                <a:pos x="connsiteX124537" y="connsiteY124537"/>
              </a:cxn>
              <a:cxn ang="0">
                <a:pos x="connsiteX124538" y="connsiteY124538"/>
              </a:cxn>
              <a:cxn ang="0">
                <a:pos x="connsiteX124539" y="connsiteY124539"/>
              </a:cxn>
              <a:cxn ang="0">
                <a:pos x="connsiteX124540" y="connsiteY124540"/>
              </a:cxn>
              <a:cxn ang="0">
                <a:pos x="connsiteX124541" y="connsiteY124541"/>
              </a:cxn>
              <a:cxn ang="0">
                <a:pos x="connsiteX124542" y="connsiteY124542"/>
              </a:cxn>
              <a:cxn ang="0">
                <a:pos x="connsiteX124543" y="connsiteY124543"/>
              </a:cxn>
              <a:cxn ang="0">
                <a:pos x="connsiteX124544" y="connsiteY124544"/>
              </a:cxn>
              <a:cxn ang="0">
                <a:pos x="connsiteX124545" y="connsiteY124545"/>
              </a:cxn>
              <a:cxn ang="0">
                <a:pos x="connsiteX124546" y="connsiteY124546"/>
              </a:cxn>
              <a:cxn ang="0">
                <a:pos x="connsiteX124547" y="connsiteY124547"/>
              </a:cxn>
              <a:cxn ang="0">
                <a:pos x="connsiteX124548" y="connsiteY124548"/>
              </a:cxn>
              <a:cxn ang="0">
                <a:pos x="connsiteX124549" y="connsiteY124549"/>
              </a:cxn>
              <a:cxn ang="0">
                <a:pos x="connsiteX124550" y="connsiteY124550"/>
              </a:cxn>
              <a:cxn ang="0">
                <a:pos x="connsiteX124551" y="connsiteY124551"/>
              </a:cxn>
              <a:cxn ang="0">
                <a:pos x="connsiteX124552" y="connsiteY124552"/>
              </a:cxn>
              <a:cxn ang="0">
                <a:pos x="connsiteX124553" y="connsiteY124553"/>
              </a:cxn>
              <a:cxn ang="0">
                <a:pos x="connsiteX124554" y="connsiteY124554"/>
              </a:cxn>
              <a:cxn ang="0">
                <a:pos x="connsiteX124555" y="connsiteY124555"/>
              </a:cxn>
              <a:cxn ang="0">
                <a:pos x="connsiteX124556" y="connsiteY124556"/>
              </a:cxn>
              <a:cxn ang="0">
                <a:pos x="connsiteX124557" y="connsiteY124557"/>
              </a:cxn>
              <a:cxn ang="0">
                <a:pos x="connsiteX124558" y="connsiteY124558"/>
              </a:cxn>
              <a:cxn ang="0">
                <a:pos x="connsiteX124559" y="connsiteY124559"/>
              </a:cxn>
              <a:cxn ang="0">
                <a:pos x="connsiteX124560" y="connsiteY124560"/>
              </a:cxn>
              <a:cxn ang="0">
                <a:pos x="connsiteX124561" y="connsiteY124561"/>
              </a:cxn>
              <a:cxn ang="0">
                <a:pos x="connsiteX124562" y="connsiteY124562"/>
              </a:cxn>
              <a:cxn ang="0">
                <a:pos x="connsiteX124563" y="connsiteY124563"/>
              </a:cxn>
              <a:cxn ang="0">
                <a:pos x="connsiteX124564" y="connsiteY124564"/>
              </a:cxn>
              <a:cxn ang="0">
                <a:pos x="connsiteX124565" y="connsiteY124565"/>
              </a:cxn>
              <a:cxn ang="0">
                <a:pos x="connsiteX124566" y="connsiteY124566"/>
              </a:cxn>
              <a:cxn ang="0">
                <a:pos x="connsiteX124567" y="connsiteY124567"/>
              </a:cxn>
              <a:cxn ang="0">
                <a:pos x="connsiteX124568" y="connsiteY124568"/>
              </a:cxn>
              <a:cxn ang="0">
                <a:pos x="connsiteX124569" y="connsiteY124569"/>
              </a:cxn>
              <a:cxn ang="0">
                <a:pos x="connsiteX124570" y="connsiteY124570"/>
              </a:cxn>
              <a:cxn ang="0">
                <a:pos x="connsiteX124571" y="connsiteY124571"/>
              </a:cxn>
              <a:cxn ang="0">
                <a:pos x="connsiteX124572" y="connsiteY124572"/>
              </a:cxn>
              <a:cxn ang="0">
                <a:pos x="connsiteX124573" y="connsiteY124573"/>
              </a:cxn>
              <a:cxn ang="0">
                <a:pos x="connsiteX124574" y="connsiteY124574"/>
              </a:cxn>
              <a:cxn ang="0">
                <a:pos x="connsiteX124575" y="connsiteY124575"/>
              </a:cxn>
              <a:cxn ang="0">
                <a:pos x="connsiteX124576" y="connsiteY124576"/>
              </a:cxn>
              <a:cxn ang="0">
                <a:pos x="connsiteX124577" y="connsiteY124577"/>
              </a:cxn>
              <a:cxn ang="0">
                <a:pos x="connsiteX124578" y="connsiteY124578"/>
              </a:cxn>
              <a:cxn ang="0">
                <a:pos x="connsiteX124579" y="connsiteY124579"/>
              </a:cxn>
              <a:cxn ang="0">
                <a:pos x="connsiteX124580" y="connsiteY124580"/>
              </a:cxn>
              <a:cxn ang="0">
                <a:pos x="connsiteX124581" y="connsiteY124581"/>
              </a:cxn>
              <a:cxn ang="0">
                <a:pos x="connsiteX124582" y="connsiteY124582"/>
              </a:cxn>
              <a:cxn ang="0">
                <a:pos x="connsiteX124583" y="connsiteY124583"/>
              </a:cxn>
              <a:cxn ang="0">
                <a:pos x="connsiteX124584" y="connsiteY124584"/>
              </a:cxn>
              <a:cxn ang="0">
                <a:pos x="connsiteX124585" y="connsiteY124585"/>
              </a:cxn>
              <a:cxn ang="0">
                <a:pos x="connsiteX124586" y="connsiteY124586"/>
              </a:cxn>
              <a:cxn ang="0">
                <a:pos x="connsiteX124587" y="connsiteY124587"/>
              </a:cxn>
              <a:cxn ang="0">
                <a:pos x="connsiteX124588" y="connsiteY124588"/>
              </a:cxn>
              <a:cxn ang="0">
                <a:pos x="connsiteX124589" y="connsiteY124589"/>
              </a:cxn>
              <a:cxn ang="0">
                <a:pos x="connsiteX124590" y="connsiteY124590"/>
              </a:cxn>
              <a:cxn ang="0">
                <a:pos x="connsiteX124591" y="connsiteY124591"/>
              </a:cxn>
              <a:cxn ang="0">
                <a:pos x="connsiteX124592" y="connsiteY124592"/>
              </a:cxn>
              <a:cxn ang="0">
                <a:pos x="connsiteX124593" y="connsiteY124593"/>
              </a:cxn>
              <a:cxn ang="0">
                <a:pos x="connsiteX124594" y="connsiteY124594"/>
              </a:cxn>
              <a:cxn ang="0">
                <a:pos x="connsiteX124595" y="connsiteY124595"/>
              </a:cxn>
              <a:cxn ang="0">
                <a:pos x="connsiteX124596" y="connsiteY124596"/>
              </a:cxn>
              <a:cxn ang="0">
                <a:pos x="connsiteX124597" y="connsiteY124597"/>
              </a:cxn>
              <a:cxn ang="0">
                <a:pos x="connsiteX124598" y="connsiteY124598"/>
              </a:cxn>
              <a:cxn ang="0">
                <a:pos x="connsiteX124599" y="connsiteY124599"/>
              </a:cxn>
              <a:cxn ang="0">
                <a:pos x="connsiteX124600" y="connsiteY124600"/>
              </a:cxn>
              <a:cxn ang="0">
                <a:pos x="connsiteX124601" y="connsiteY124601"/>
              </a:cxn>
              <a:cxn ang="0">
                <a:pos x="connsiteX124602" y="connsiteY124602"/>
              </a:cxn>
              <a:cxn ang="0">
                <a:pos x="connsiteX124603" y="connsiteY124603"/>
              </a:cxn>
              <a:cxn ang="0">
                <a:pos x="connsiteX124604" y="connsiteY124604"/>
              </a:cxn>
              <a:cxn ang="0">
                <a:pos x="connsiteX124605" y="connsiteY124605"/>
              </a:cxn>
              <a:cxn ang="0">
                <a:pos x="connsiteX124606" y="connsiteY124606"/>
              </a:cxn>
              <a:cxn ang="0">
                <a:pos x="connsiteX124607" y="connsiteY124607"/>
              </a:cxn>
              <a:cxn ang="0">
                <a:pos x="connsiteX124608" y="connsiteY124608"/>
              </a:cxn>
              <a:cxn ang="0">
                <a:pos x="connsiteX124609" y="connsiteY124609"/>
              </a:cxn>
              <a:cxn ang="0">
                <a:pos x="connsiteX124610" y="connsiteY124610"/>
              </a:cxn>
              <a:cxn ang="0">
                <a:pos x="connsiteX124611" y="connsiteY124611"/>
              </a:cxn>
              <a:cxn ang="0">
                <a:pos x="connsiteX124612" y="connsiteY124612"/>
              </a:cxn>
              <a:cxn ang="0">
                <a:pos x="connsiteX124613" y="connsiteY124613"/>
              </a:cxn>
              <a:cxn ang="0">
                <a:pos x="connsiteX124614" y="connsiteY124614"/>
              </a:cxn>
              <a:cxn ang="0">
                <a:pos x="connsiteX124615" y="connsiteY124615"/>
              </a:cxn>
              <a:cxn ang="0">
                <a:pos x="connsiteX124616" y="connsiteY124616"/>
              </a:cxn>
              <a:cxn ang="0">
                <a:pos x="connsiteX124617" y="connsiteY124617"/>
              </a:cxn>
              <a:cxn ang="0">
                <a:pos x="connsiteX124618" y="connsiteY124618"/>
              </a:cxn>
              <a:cxn ang="0">
                <a:pos x="connsiteX124619" y="connsiteY124619"/>
              </a:cxn>
              <a:cxn ang="0">
                <a:pos x="connsiteX124620" y="connsiteY124620"/>
              </a:cxn>
              <a:cxn ang="0">
                <a:pos x="connsiteX124621" y="connsiteY124621"/>
              </a:cxn>
              <a:cxn ang="0">
                <a:pos x="connsiteX124622" y="connsiteY124622"/>
              </a:cxn>
              <a:cxn ang="0">
                <a:pos x="connsiteX124623" y="connsiteY124623"/>
              </a:cxn>
              <a:cxn ang="0">
                <a:pos x="connsiteX124624" y="connsiteY124624"/>
              </a:cxn>
              <a:cxn ang="0">
                <a:pos x="connsiteX124625" y="connsiteY124625"/>
              </a:cxn>
              <a:cxn ang="0">
                <a:pos x="connsiteX124626" y="connsiteY124626"/>
              </a:cxn>
              <a:cxn ang="0">
                <a:pos x="connsiteX124627" y="connsiteY124627"/>
              </a:cxn>
              <a:cxn ang="0">
                <a:pos x="connsiteX124628" y="connsiteY124628"/>
              </a:cxn>
              <a:cxn ang="0">
                <a:pos x="connsiteX124629" y="connsiteY124629"/>
              </a:cxn>
              <a:cxn ang="0">
                <a:pos x="connsiteX124630" y="connsiteY124630"/>
              </a:cxn>
              <a:cxn ang="0">
                <a:pos x="connsiteX124631" y="connsiteY124631"/>
              </a:cxn>
              <a:cxn ang="0">
                <a:pos x="connsiteX124632" y="connsiteY124632"/>
              </a:cxn>
              <a:cxn ang="0">
                <a:pos x="connsiteX124633" y="connsiteY124633"/>
              </a:cxn>
              <a:cxn ang="0">
                <a:pos x="connsiteX124634" y="connsiteY124634"/>
              </a:cxn>
              <a:cxn ang="0">
                <a:pos x="connsiteX124635" y="connsiteY124635"/>
              </a:cxn>
              <a:cxn ang="0">
                <a:pos x="connsiteX124636" y="connsiteY124636"/>
              </a:cxn>
              <a:cxn ang="0">
                <a:pos x="connsiteX124637" y="connsiteY124637"/>
              </a:cxn>
              <a:cxn ang="0">
                <a:pos x="connsiteX124638" y="connsiteY124638"/>
              </a:cxn>
              <a:cxn ang="0">
                <a:pos x="connsiteX124639" y="connsiteY124639"/>
              </a:cxn>
              <a:cxn ang="0">
                <a:pos x="connsiteX124640" y="connsiteY124640"/>
              </a:cxn>
              <a:cxn ang="0">
                <a:pos x="connsiteX124641" y="connsiteY124641"/>
              </a:cxn>
              <a:cxn ang="0">
                <a:pos x="connsiteX124642" y="connsiteY124642"/>
              </a:cxn>
              <a:cxn ang="0">
                <a:pos x="connsiteX124643" y="connsiteY124643"/>
              </a:cxn>
              <a:cxn ang="0">
                <a:pos x="connsiteX124644" y="connsiteY124644"/>
              </a:cxn>
              <a:cxn ang="0">
                <a:pos x="connsiteX124645" y="connsiteY124645"/>
              </a:cxn>
              <a:cxn ang="0">
                <a:pos x="connsiteX124646" y="connsiteY124646"/>
              </a:cxn>
              <a:cxn ang="0">
                <a:pos x="connsiteX124647" y="connsiteY124647"/>
              </a:cxn>
              <a:cxn ang="0">
                <a:pos x="connsiteX124648" y="connsiteY124648"/>
              </a:cxn>
              <a:cxn ang="0">
                <a:pos x="connsiteX124649" y="connsiteY124649"/>
              </a:cxn>
              <a:cxn ang="0">
                <a:pos x="connsiteX124650" y="connsiteY124650"/>
              </a:cxn>
              <a:cxn ang="0">
                <a:pos x="connsiteX124651" y="connsiteY124651"/>
              </a:cxn>
              <a:cxn ang="0">
                <a:pos x="connsiteX124652" y="connsiteY124652"/>
              </a:cxn>
              <a:cxn ang="0">
                <a:pos x="connsiteX124653" y="connsiteY124653"/>
              </a:cxn>
              <a:cxn ang="0">
                <a:pos x="connsiteX124654" y="connsiteY124654"/>
              </a:cxn>
              <a:cxn ang="0">
                <a:pos x="connsiteX124655" y="connsiteY124655"/>
              </a:cxn>
              <a:cxn ang="0">
                <a:pos x="connsiteX124656" y="connsiteY124656"/>
              </a:cxn>
              <a:cxn ang="0">
                <a:pos x="connsiteX124657" y="connsiteY124657"/>
              </a:cxn>
              <a:cxn ang="0">
                <a:pos x="connsiteX124658" y="connsiteY124658"/>
              </a:cxn>
              <a:cxn ang="0">
                <a:pos x="connsiteX124659" y="connsiteY124659"/>
              </a:cxn>
              <a:cxn ang="0">
                <a:pos x="connsiteX124660" y="connsiteY124660"/>
              </a:cxn>
              <a:cxn ang="0">
                <a:pos x="connsiteX124661" y="connsiteY124661"/>
              </a:cxn>
              <a:cxn ang="0">
                <a:pos x="connsiteX124662" y="connsiteY124662"/>
              </a:cxn>
              <a:cxn ang="0">
                <a:pos x="connsiteX124663" y="connsiteY124663"/>
              </a:cxn>
              <a:cxn ang="0">
                <a:pos x="connsiteX124664" y="connsiteY124664"/>
              </a:cxn>
              <a:cxn ang="0">
                <a:pos x="connsiteX124665" y="connsiteY124665"/>
              </a:cxn>
              <a:cxn ang="0">
                <a:pos x="connsiteX124666" y="connsiteY124666"/>
              </a:cxn>
              <a:cxn ang="0">
                <a:pos x="connsiteX124667" y="connsiteY124667"/>
              </a:cxn>
              <a:cxn ang="0">
                <a:pos x="connsiteX124668" y="connsiteY124668"/>
              </a:cxn>
              <a:cxn ang="0">
                <a:pos x="connsiteX124669" y="connsiteY124669"/>
              </a:cxn>
              <a:cxn ang="0">
                <a:pos x="connsiteX124670" y="connsiteY124670"/>
              </a:cxn>
              <a:cxn ang="0">
                <a:pos x="connsiteX124671" y="connsiteY124671"/>
              </a:cxn>
              <a:cxn ang="0">
                <a:pos x="connsiteX124672" y="connsiteY124672"/>
              </a:cxn>
              <a:cxn ang="0">
                <a:pos x="connsiteX124673" y="connsiteY124673"/>
              </a:cxn>
              <a:cxn ang="0">
                <a:pos x="connsiteX124674" y="connsiteY124674"/>
              </a:cxn>
              <a:cxn ang="0">
                <a:pos x="connsiteX124675" y="connsiteY124675"/>
              </a:cxn>
              <a:cxn ang="0">
                <a:pos x="connsiteX124676" y="connsiteY124676"/>
              </a:cxn>
              <a:cxn ang="0">
                <a:pos x="connsiteX124677" y="connsiteY124677"/>
              </a:cxn>
              <a:cxn ang="0">
                <a:pos x="connsiteX124678" y="connsiteY124678"/>
              </a:cxn>
              <a:cxn ang="0">
                <a:pos x="connsiteX124679" y="connsiteY124679"/>
              </a:cxn>
              <a:cxn ang="0">
                <a:pos x="connsiteX124680" y="connsiteY124680"/>
              </a:cxn>
              <a:cxn ang="0">
                <a:pos x="connsiteX124681" y="connsiteY124681"/>
              </a:cxn>
              <a:cxn ang="0">
                <a:pos x="connsiteX124682" y="connsiteY124682"/>
              </a:cxn>
              <a:cxn ang="0">
                <a:pos x="connsiteX124683" y="connsiteY124683"/>
              </a:cxn>
              <a:cxn ang="0">
                <a:pos x="connsiteX124684" y="connsiteY124684"/>
              </a:cxn>
              <a:cxn ang="0">
                <a:pos x="connsiteX124685" y="connsiteY124685"/>
              </a:cxn>
              <a:cxn ang="0">
                <a:pos x="connsiteX124686" y="connsiteY124686"/>
              </a:cxn>
              <a:cxn ang="0">
                <a:pos x="connsiteX124687" y="connsiteY124687"/>
              </a:cxn>
              <a:cxn ang="0">
                <a:pos x="connsiteX124688" y="connsiteY124688"/>
              </a:cxn>
              <a:cxn ang="0">
                <a:pos x="connsiteX124689" y="connsiteY124689"/>
              </a:cxn>
              <a:cxn ang="0">
                <a:pos x="connsiteX124690" y="connsiteY124690"/>
              </a:cxn>
              <a:cxn ang="0">
                <a:pos x="connsiteX124691" y="connsiteY124691"/>
              </a:cxn>
              <a:cxn ang="0">
                <a:pos x="connsiteX124692" y="connsiteY124692"/>
              </a:cxn>
              <a:cxn ang="0">
                <a:pos x="connsiteX124693" y="connsiteY124693"/>
              </a:cxn>
              <a:cxn ang="0">
                <a:pos x="connsiteX124694" y="connsiteY124694"/>
              </a:cxn>
              <a:cxn ang="0">
                <a:pos x="connsiteX124695" y="connsiteY124695"/>
              </a:cxn>
              <a:cxn ang="0">
                <a:pos x="connsiteX124696" y="connsiteY124696"/>
              </a:cxn>
              <a:cxn ang="0">
                <a:pos x="connsiteX124697" y="connsiteY124697"/>
              </a:cxn>
              <a:cxn ang="0">
                <a:pos x="connsiteX124698" y="connsiteY124698"/>
              </a:cxn>
              <a:cxn ang="0">
                <a:pos x="connsiteX124699" y="connsiteY124699"/>
              </a:cxn>
              <a:cxn ang="0">
                <a:pos x="connsiteX124700" y="connsiteY124700"/>
              </a:cxn>
              <a:cxn ang="0">
                <a:pos x="connsiteX124701" y="connsiteY124701"/>
              </a:cxn>
              <a:cxn ang="0">
                <a:pos x="connsiteX124702" y="connsiteY124702"/>
              </a:cxn>
              <a:cxn ang="0">
                <a:pos x="connsiteX124703" y="connsiteY124703"/>
              </a:cxn>
              <a:cxn ang="0">
                <a:pos x="connsiteX124704" y="connsiteY124704"/>
              </a:cxn>
              <a:cxn ang="0">
                <a:pos x="connsiteX124705" y="connsiteY124705"/>
              </a:cxn>
              <a:cxn ang="0">
                <a:pos x="connsiteX124706" y="connsiteY124706"/>
              </a:cxn>
              <a:cxn ang="0">
                <a:pos x="connsiteX124707" y="connsiteY124707"/>
              </a:cxn>
              <a:cxn ang="0">
                <a:pos x="connsiteX124708" y="connsiteY124708"/>
              </a:cxn>
              <a:cxn ang="0">
                <a:pos x="connsiteX124709" y="connsiteY124709"/>
              </a:cxn>
              <a:cxn ang="0">
                <a:pos x="connsiteX124710" y="connsiteY124710"/>
              </a:cxn>
              <a:cxn ang="0">
                <a:pos x="connsiteX124711" y="connsiteY124711"/>
              </a:cxn>
              <a:cxn ang="0">
                <a:pos x="connsiteX124712" y="connsiteY124712"/>
              </a:cxn>
              <a:cxn ang="0">
                <a:pos x="connsiteX124713" y="connsiteY124713"/>
              </a:cxn>
              <a:cxn ang="0">
                <a:pos x="connsiteX124714" y="connsiteY124714"/>
              </a:cxn>
              <a:cxn ang="0">
                <a:pos x="connsiteX124715" y="connsiteY124715"/>
              </a:cxn>
              <a:cxn ang="0">
                <a:pos x="connsiteX124716" y="connsiteY124716"/>
              </a:cxn>
              <a:cxn ang="0">
                <a:pos x="connsiteX124717" y="connsiteY124717"/>
              </a:cxn>
              <a:cxn ang="0">
                <a:pos x="connsiteX124718" y="connsiteY124718"/>
              </a:cxn>
              <a:cxn ang="0">
                <a:pos x="connsiteX124719" y="connsiteY124719"/>
              </a:cxn>
              <a:cxn ang="0">
                <a:pos x="connsiteX124720" y="connsiteY124720"/>
              </a:cxn>
              <a:cxn ang="0">
                <a:pos x="connsiteX124721" y="connsiteY124721"/>
              </a:cxn>
              <a:cxn ang="0">
                <a:pos x="connsiteX124722" y="connsiteY124722"/>
              </a:cxn>
              <a:cxn ang="0">
                <a:pos x="connsiteX124723" y="connsiteY124723"/>
              </a:cxn>
              <a:cxn ang="0">
                <a:pos x="connsiteX124724" y="connsiteY124724"/>
              </a:cxn>
              <a:cxn ang="0">
                <a:pos x="connsiteX124725" y="connsiteY124725"/>
              </a:cxn>
              <a:cxn ang="0">
                <a:pos x="connsiteX124726" y="connsiteY124726"/>
              </a:cxn>
              <a:cxn ang="0">
                <a:pos x="connsiteX124727" y="connsiteY124727"/>
              </a:cxn>
              <a:cxn ang="0">
                <a:pos x="connsiteX124728" y="connsiteY124728"/>
              </a:cxn>
              <a:cxn ang="0">
                <a:pos x="connsiteX124729" y="connsiteY124729"/>
              </a:cxn>
              <a:cxn ang="0">
                <a:pos x="connsiteX124730" y="connsiteY124730"/>
              </a:cxn>
              <a:cxn ang="0">
                <a:pos x="connsiteX124731" y="connsiteY124731"/>
              </a:cxn>
              <a:cxn ang="0">
                <a:pos x="connsiteX124732" y="connsiteY124732"/>
              </a:cxn>
              <a:cxn ang="0">
                <a:pos x="connsiteX124733" y="connsiteY124733"/>
              </a:cxn>
              <a:cxn ang="0">
                <a:pos x="connsiteX124734" y="connsiteY124734"/>
              </a:cxn>
              <a:cxn ang="0">
                <a:pos x="connsiteX124735" y="connsiteY124735"/>
              </a:cxn>
              <a:cxn ang="0">
                <a:pos x="connsiteX124736" y="connsiteY124736"/>
              </a:cxn>
              <a:cxn ang="0">
                <a:pos x="connsiteX124737" y="connsiteY124737"/>
              </a:cxn>
              <a:cxn ang="0">
                <a:pos x="connsiteX124738" y="connsiteY124738"/>
              </a:cxn>
              <a:cxn ang="0">
                <a:pos x="connsiteX124739" y="connsiteY124739"/>
              </a:cxn>
              <a:cxn ang="0">
                <a:pos x="connsiteX124740" y="connsiteY124740"/>
              </a:cxn>
              <a:cxn ang="0">
                <a:pos x="connsiteX124741" y="connsiteY124741"/>
              </a:cxn>
              <a:cxn ang="0">
                <a:pos x="connsiteX124742" y="connsiteY124742"/>
              </a:cxn>
              <a:cxn ang="0">
                <a:pos x="connsiteX124743" y="connsiteY124743"/>
              </a:cxn>
              <a:cxn ang="0">
                <a:pos x="connsiteX124744" y="connsiteY124744"/>
              </a:cxn>
              <a:cxn ang="0">
                <a:pos x="connsiteX124745" y="connsiteY124745"/>
              </a:cxn>
              <a:cxn ang="0">
                <a:pos x="connsiteX124746" y="connsiteY124746"/>
              </a:cxn>
              <a:cxn ang="0">
                <a:pos x="connsiteX124747" y="connsiteY124747"/>
              </a:cxn>
              <a:cxn ang="0">
                <a:pos x="connsiteX124748" y="connsiteY124748"/>
              </a:cxn>
              <a:cxn ang="0">
                <a:pos x="connsiteX124749" y="connsiteY124749"/>
              </a:cxn>
              <a:cxn ang="0">
                <a:pos x="connsiteX124750" y="connsiteY124750"/>
              </a:cxn>
              <a:cxn ang="0">
                <a:pos x="connsiteX124751" y="connsiteY124751"/>
              </a:cxn>
              <a:cxn ang="0">
                <a:pos x="connsiteX124752" y="connsiteY124752"/>
              </a:cxn>
              <a:cxn ang="0">
                <a:pos x="connsiteX124753" y="connsiteY124753"/>
              </a:cxn>
              <a:cxn ang="0">
                <a:pos x="connsiteX124754" y="connsiteY124754"/>
              </a:cxn>
              <a:cxn ang="0">
                <a:pos x="connsiteX124755" y="connsiteY124755"/>
              </a:cxn>
              <a:cxn ang="0">
                <a:pos x="connsiteX124756" y="connsiteY124756"/>
              </a:cxn>
              <a:cxn ang="0">
                <a:pos x="connsiteX124757" y="connsiteY124757"/>
              </a:cxn>
              <a:cxn ang="0">
                <a:pos x="connsiteX124758" y="connsiteY124758"/>
              </a:cxn>
              <a:cxn ang="0">
                <a:pos x="connsiteX124759" y="connsiteY124759"/>
              </a:cxn>
              <a:cxn ang="0">
                <a:pos x="connsiteX124760" y="connsiteY124760"/>
              </a:cxn>
              <a:cxn ang="0">
                <a:pos x="connsiteX124761" y="connsiteY124761"/>
              </a:cxn>
              <a:cxn ang="0">
                <a:pos x="connsiteX124762" y="connsiteY124762"/>
              </a:cxn>
              <a:cxn ang="0">
                <a:pos x="connsiteX124763" y="connsiteY124763"/>
              </a:cxn>
              <a:cxn ang="0">
                <a:pos x="connsiteX124764" y="connsiteY124764"/>
              </a:cxn>
              <a:cxn ang="0">
                <a:pos x="connsiteX124765" y="connsiteY124765"/>
              </a:cxn>
              <a:cxn ang="0">
                <a:pos x="connsiteX124766" y="connsiteY124766"/>
              </a:cxn>
              <a:cxn ang="0">
                <a:pos x="connsiteX124767" y="connsiteY124767"/>
              </a:cxn>
              <a:cxn ang="0">
                <a:pos x="connsiteX124768" y="connsiteY124768"/>
              </a:cxn>
              <a:cxn ang="0">
                <a:pos x="connsiteX124769" y="connsiteY124769"/>
              </a:cxn>
              <a:cxn ang="0">
                <a:pos x="connsiteX124770" y="connsiteY124770"/>
              </a:cxn>
              <a:cxn ang="0">
                <a:pos x="connsiteX124771" y="connsiteY124771"/>
              </a:cxn>
              <a:cxn ang="0">
                <a:pos x="connsiteX124772" y="connsiteY124772"/>
              </a:cxn>
              <a:cxn ang="0">
                <a:pos x="connsiteX124773" y="connsiteY124773"/>
              </a:cxn>
              <a:cxn ang="0">
                <a:pos x="connsiteX124774" y="connsiteY124774"/>
              </a:cxn>
              <a:cxn ang="0">
                <a:pos x="connsiteX124775" y="connsiteY124775"/>
              </a:cxn>
              <a:cxn ang="0">
                <a:pos x="connsiteX124776" y="connsiteY124776"/>
              </a:cxn>
              <a:cxn ang="0">
                <a:pos x="connsiteX124777" y="connsiteY124777"/>
              </a:cxn>
              <a:cxn ang="0">
                <a:pos x="connsiteX124778" y="connsiteY124778"/>
              </a:cxn>
              <a:cxn ang="0">
                <a:pos x="connsiteX124779" y="connsiteY124779"/>
              </a:cxn>
              <a:cxn ang="0">
                <a:pos x="connsiteX124780" y="connsiteY124780"/>
              </a:cxn>
              <a:cxn ang="0">
                <a:pos x="connsiteX124781" y="connsiteY124781"/>
              </a:cxn>
              <a:cxn ang="0">
                <a:pos x="connsiteX124782" y="connsiteY124782"/>
              </a:cxn>
              <a:cxn ang="0">
                <a:pos x="connsiteX124783" y="connsiteY124783"/>
              </a:cxn>
              <a:cxn ang="0">
                <a:pos x="connsiteX124784" y="connsiteY124784"/>
              </a:cxn>
              <a:cxn ang="0">
                <a:pos x="connsiteX124785" y="connsiteY124785"/>
              </a:cxn>
              <a:cxn ang="0">
                <a:pos x="connsiteX124786" y="connsiteY124786"/>
              </a:cxn>
              <a:cxn ang="0">
                <a:pos x="connsiteX124787" y="connsiteY124787"/>
              </a:cxn>
              <a:cxn ang="0">
                <a:pos x="connsiteX124788" y="connsiteY124788"/>
              </a:cxn>
              <a:cxn ang="0">
                <a:pos x="connsiteX124789" y="connsiteY124789"/>
              </a:cxn>
              <a:cxn ang="0">
                <a:pos x="connsiteX124790" y="connsiteY124790"/>
              </a:cxn>
              <a:cxn ang="0">
                <a:pos x="connsiteX124791" y="connsiteY124791"/>
              </a:cxn>
              <a:cxn ang="0">
                <a:pos x="connsiteX124792" y="connsiteY124792"/>
              </a:cxn>
              <a:cxn ang="0">
                <a:pos x="connsiteX124793" y="connsiteY124793"/>
              </a:cxn>
              <a:cxn ang="0">
                <a:pos x="connsiteX124794" y="connsiteY124794"/>
              </a:cxn>
              <a:cxn ang="0">
                <a:pos x="connsiteX124795" y="connsiteY124795"/>
              </a:cxn>
              <a:cxn ang="0">
                <a:pos x="connsiteX124796" y="connsiteY124796"/>
              </a:cxn>
              <a:cxn ang="0">
                <a:pos x="connsiteX124797" y="connsiteY124797"/>
              </a:cxn>
              <a:cxn ang="0">
                <a:pos x="connsiteX124798" y="connsiteY124798"/>
              </a:cxn>
              <a:cxn ang="0">
                <a:pos x="connsiteX124799" y="connsiteY124799"/>
              </a:cxn>
              <a:cxn ang="0">
                <a:pos x="connsiteX124800" y="connsiteY124800"/>
              </a:cxn>
              <a:cxn ang="0">
                <a:pos x="connsiteX124801" y="connsiteY124801"/>
              </a:cxn>
              <a:cxn ang="0">
                <a:pos x="connsiteX124802" y="connsiteY124802"/>
              </a:cxn>
              <a:cxn ang="0">
                <a:pos x="connsiteX124803" y="connsiteY124803"/>
              </a:cxn>
              <a:cxn ang="0">
                <a:pos x="connsiteX124804" y="connsiteY124804"/>
              </a:cxn>
              <a:cxn ang="0">
                <a:pos x="connsiteX124805" y="connsiteY124805"/>
              </a:cxn>
              <a:cxn ang="0">
                <a:pos x="connsiteX124806" y="connsiteY124806"/>
              </a:cxn>
              <a:cxn ang="0">
                <a:pos x="connsiteX124807" y="connsiteY124807"/>
              </a:cxn>
              <a:cxn ang="0">
                <a:pos x="connsiteX124808" y="connsiteY124808"/>
              </a:cxn>
              <a:cxn ang="0">
                <a:pos x="connsiteX124809" y="connsiteY124809"/>
              </a:cxn>
              <a:cxn ang="0">
                <a:pos x="connsiteX124810" y="connsiteY124810"/>
              </a:cxn>
              <a:cxn ang="0">
                <a:pos x="connsiteX124811" y="connsiteY124811"/>
              </a:cxn>
              <a:cxn ang="0">
                <a:pos x="connsiteX124812" y="connsiteY124812"/>
              </a:cxn>
              <a:cxn ang="0">
                <a:pos x="connsiteX124813" y="connsiteY124813"/>
              </a:cxn>
              <a:cxn ang="0">
                <a:pos x="connsiteX124814" y="connsiteY124814"/>
              </a:cxn>
              <a:cxn ang="0">
                <a:pos x="connsiteX124815" y="connsiteY124815"/>
              </a:cxn>
              <a:cxn ang="0">
                <a:pos x="connsiteX124816" y="connsiteY124816"/>
              </a:cxn>
              <a:cxn ang="0">
                <a:pos x="connsiteX124817" y="connsiteY124817"/>
              </a:cxn>
              <a:cxn ang="0">
                <a:pos x="connsiteX124818" y="connsiteY124818"/>
              </a:cxn>
              <a:cxn ang="0">
                <a:pos x="connsiteX124819" y="connsiteY124819"/>
              </a:cxn>
              <a:cxn ang="0">
                <a:pos x="connsiteX124820" y="connsiteY124820"/>
              </a:cxn>
              <a:cxn ang="0">
                <a:pos x="connsiteX124821" y="connsiteY124821"/>
              </a:cxn>
              <a:cxn ang="0">
                <a:pos x="connsiteX124822" y="connsiteY124822"/>
              </a:cxn>
              <a:cxn ang="0">
                <a:pos x="connsiteX124823" y="connsiteY124823"/>
              </a:cxn>
              <a:cxn ang="0">
                <a:pos x="connsiteX124824" y="connsiteY124824"/>
              </a:cxn>
              <a:cxn ang="0">
                <a:pos x="connsiteX124825" y="connsiteY124825"/>
              </a:cxn>
              <a:cxn ang="0">
                <a:pos x="connsiteX124826" y="connsiteY124826"/>
              </a:cxn>
              <a:cxn ang="0">
                <a:pos x="connsiteX124827" y="connsiteY124827"/>
              </a:cxn>
              <a:cxn ang="0">
                <a:pos x="connsiteX124828" y="connsiteY124828"/>
              </a:cxn>
              <a:cxn ang="0">
                <a:pos x="connsiteX124829" y="connsiteY124829"/>
              </a:cxn>
              <a:cxn ang="0">
                <a:pos x="connsiteX124830" y="connsiteY124830"/>
              </a:cxn>
              <a:cxn ang="0">
                <a:pos x="connsiteX124831" y="connsiteY124831"/>
              </a:cxn>
              <a:cxn ang="0">
                <a:pos x="connsiteX124832" y="connsiteY124832"/>
              </a:cxn>
              <a:cxn ang="0">
                <a:pos x="connsiteX124833" y="connsiteY124833"/>
              </a:cxn>
              <a:cxn ang="0">
                <a:pos x="connsiteX124834" y="connsiteY124834"/>
              </a:cxn>
              <a:cxn ang="0">
                <a:pos x="connsiteX124835" y="connsiteY124835"/>
              </a:cxn>
              <a:cxn ang="0">
                <a:pos x="connsiteX124836" y="connsiteY124836"/>
              </a:cxn>
              <a:cxn ang="0">
                <a:pos x="connsiteX124837" y="connsiteY124837"/>
              </a:cxn>
              <a:cxn ang="0">
                <a:pos x="connsiteX124838" y="connsiteY124838"/>
              </a:cxn>
              <a:cxn ang="0">
                <a:pos x="connsiteX124839" y="connsiteY124839"/>
              </a:cxn>
              <a:cxn ang="0">
                <a:pos x="connsiteX124840" y="connsiteY124840"/>
              </a:cxn>
              <a:cxn ang="0">
                <a:pos x="connsiteX124841" y="connsiteY124841"/>
              </a:cxn>
              <a:cxn ang="0">
                <a:pos x="connsiteX124842" y="connsiteY124842"/>
              </a:cxn>
              <a:cxn ang="0">
                <a:pos x="connsiteX124843" y="connsiteY124843"/>
              </a:cxn>
              <a:cxn ang="0">
                <a:pos x="connsiteX124844" y="connsiteY124844"/>
              </a:cxn>
              <a:cxn ang="0">
                <a:pos x="connsiteX124845" y="connsiteY124845"/>
              </a:cxn>
              <a:cxn ang="0">
                <a:pos x="connsiteX124846" y="connsiteY124846"/>
              </a:cxn>
              <a:cxn ang="0">
                <a:pos x="connsiteX124847" y="connsiteY124847"/>
              </a:cxn>
              <a:cxn ang="0">
                <a:pos x="connsiteX124848" y="connsiteY124848"/>
              </a:cxn>
              <a:cxn ang="0">
                <a:pos x="connsiteX124849" y="connsiteY124849"/>
              </a:cxn>
              <a:cxn ang="0">
                <a:pos x="connsiteX124850" y="connsiteY124850"/>
              </a:cxn>
              <a:cxn ang="0">
                <a:pos x="connsiteX124851" y="connsiteY124851"/>
              </a:cxn>
              <a:cxn ang="0">
                <a:pos x="connsiteX124852" y="connsiteY124852"/>
              </a:cxn>
              <a:cxn ang="0">
                <a:pos x="connsiteX124853" y="connsiteY124853"/>
              </a:cxn>
              <a:cxn ang="0">
                <a:pos x="connsiteX124854" y="connsiteY124854"/>
              </a:cxn>
              <a:cxn ang="0">
                <a:pos x="connsiteX124855" y="connsiteY124855"/>
              </a:cxn>
              <a:cxn ang="0">
                <a:pos x="connsiteX124856" y="connsiteY124856"/>
              </a:cxn>
              <a:cxn ang="0">
                <a:pos x="connsiteX124857" y="connsiteY124857"/>
              </a:cxn>
              <a:cxn ang="0">
                <a:pos x="connsiteX124858" y="connsiteY124858"/>
              </a:cxn>
              <a:cxn ang="0">
                <a:pos x="connsiteX124859" y="connsiteY124859"/>
              </a:cxn>
              <a:cxn ang="0">
                <a:pos x="connsiteX124860" y="connsiteY124860"/>
              </a:cxn>
              <a:cxn ang="0">
                <a:pos x="connsiteX124861" y="connsiteY124861"/>
              </a:cxn>
              <a:cxn ang="0">
                <a:pos x="connsiteX124862" y="connsiteY124862"/>
              </a:cxn>
              <a:cxn ang="0">
                <a:pos x="connsiteX124863" y="connsiteY124863"/>
              </a:cxn>
              <a:cxn ang="0">
                <a:pos x="connsiteX124864" y="connsiteY124864"/>
              </a:cxn>
              <a:cxn ang="0">
                <a:pos x="connsiteX124865" y="connsiteY124865"/>
              </a:cxn>
              <a:cxn ang="0">
                <a:pos x="connsiteX124866" y="connsiteY124866"/>
              </a:cxn>
              <a:cxn ang="0">
                <a:pos x="connsiteX124867" y="connsiteY124867"/>
              </a:cxn>
              <a:cxn ang="0">
                <a:pos x="connsiteX124868" y="connsiteY124868"/>
              </a:cxn>
              <a:cxn ang="0">
                <a:pos x="connsiteX124869" y="connsiteY124869"/>
              </a:cxn>
              <a:cxn ang="0">
                <a:pos x="connsiteX124870" y="connsiteY124870"/>
              </a:cxn>
              <a:cxn ang="0">
                <a:pos x="connsiteX124871" y="connsiteY124871"/>
              </a:cxn>
              <a:cxn ang="0">
                <a:pos x="connsiteX124872" y="connsiteY124872"/>
              </a:cxn>
              <a:cxn ang="0">
                <a:pos x="connsiteX124873" y="connsiteY124873"/>
              </a:cxn>
              <a:cxn ang="0">
                <a:pos x="connsiteX124874" y="connsiteY124874"/>
              </a:cxn>
              <a:cxn ang="0">
                <a:pos x="connsiteX124875" y="connsiteY124875"/>
              </a:cxn>
              <a:cxn ang="0">
                <a:pos x="connsiteX124876" y="connsiteY124876"/>
              </a:cxn>
              <a:cxn ang="0">
                <a:pos x="connsiteX124877" y="connsiteY124877"/>
              </a:cxn>
              <a:cxn ang="0">
                <a:pos x="connsiteX124878" y="connsiteY124878"/>
              </a:cxn>
              <a:cxn ang="0">
                <a:pos x="connsiteX124879" y="connsiteY124879"/>
              </a:cxn>
              <a:cxn ang="0">
                <a:pos x="connsiteX124880" y="connsiteY124880"/>
              </a:cxn>
              <a:cxn ang="0">
                <a:pos x="connsiteX124881" y="connsiteY124881"/>
              </a:cxn>
              <a:cxn ang="0">
                <a:pos x="connsiteX124882" y="connsiteY124882"/>
              </a:cxn>
              <a:cxn ang="0">
                <a:pos x="connsiteX124883" y="connsiteY124883"/>
              </a:cxn>
              <a:cxn ang="0">
                <a:pos x="connsiteX124884" y="connsiteY124884"/>
              </a:cxn>
              <a:cxn ang="0">
                <a:pos x="connsiteX124885" y="connsiteY124885"/>
              </a:cxn>
              <a:cxn ang="0">
                <a:pos x="connsiteX124886" y="connsiteY124886"/>
              </a:cxn>
              <a:cxn ang="0">
                <a:pos x="connsiteX124887" y="connsiteY124887"/>
              </a:cxn>
              <a:cxn ang="0">
                <a:pos x="connsiteX124888" y="connsiteY124888"/>
              </a:cxn>
              <a:cxn ang="0">
                <a:pos x="connsiteX124889" y="connsiteY124889"/>
              </a:cxn>
              <a:cxn ang="0">
                <a:pos x="connsiteX124890" y="connsiteY124890"/>
              </a:cxn>
              <a:cxn ang="0">
                <a:pos x="connsiteX124891" y="connsiteY124891"/>
              </a:cxn>
              <a:cxn ang="0">
                <a:pos x="connsiteX124892" y="connsiteY124892"/>
              </a:cxn>
              <a:cxn ang="0">
                <a:pos x="connsiteX124893" y="connsiteY124893"/>
              </a:cxn>
              <a:cxn ang="0">
                <a:pos x="connsiteX124894" y="connsiteY124894"/>
              </a:cxn>
              <a:cxn ang="0">
                <a:pos x="connsiteX124895" y="connsiteY124895"/>
              </a:cxn>
              <a:cxn ang="0">
                <a:pos x="connsiteX124896" y="connsiteY124896"/>
              </a:cxn>
              <a:cxn ang="0">
                <a:pos x="connsiteX124897" y="connsiteY124897"/>
              </a:cxn>
              <a:cxn ang="0">
                <a:pos x="connsiteX124898" y="connsiteY124898"/>
              </a:cxn>
              <a:cxn ang="0">
                <a:pos x="connsiteX124899" y="connsiteY124899"/>
              </a:cxn>
              <a:cxn ang="0">
                <a:pos x="connsiteX124900" y="connsiteY124900"/>
              </a:cxn>
              <a:cxn ang="0">
                <a:pos x="connsiteX124901" y="connsiteY124901"/>
              </a:cxn>
              <a:cxn ang="0">
                <a:pos x="connsiteX124902" y="connsiteY124902"/>
              </a:cxn>
              <a:cxn ang="0">
                <a:pos x="connsiteX124903" y="connsiteY124903"/>
              </a:cxn>
              <a:cxn ang="0">
                <a:pos x="connsiteX124904" y="connsiteY124904"/>
              </a:cxn>
              <a:cxn ang="0">
                <a:pos x="connsiteX124905" y="connsiteY124905"/>
              </a:cxn>
              <a:cxn ang="0">
                <a:pos x="connsiteX124906" y="connsiteY124906"/>
              </a:cxn>
              <a:cxn ang="0">
                <a:pos x="connsiteX124907" y="connsiteY124907"/>
              </a:cxn>
              <a:cxn ang="0">
                <a:pos x="connsiteX124908" y="connsiteY124908"/>
              </a:cxn>
              <a:cxn ang="0">
                <a:pos x="connsiteX124909" y="connsiteY124909"/>
              </a:cxn>
              <a:cxn ang="0">
                <a:pos x="connsiteX124910" y="connsiteY124910"/>
              </a:cxn>
              <a:cxn ang="0">
                <a:pos x="connsiteX124911" y="connsiteY124911"/>
              </a:cxn>
              <a:cxn ang="0">
                <a:pos x="connsiteX124912" y="connsiteY124912"/>
              </a:cxn>
              <a:cxn ang="0">
                <a:pos x="connsiteX124913" y="connsiteY124913"/>
              </a:cxn>
              <a:cxn ang="0">
                <a:pos x="connsiteX124914" y="connsiteY124914"/>
              </a:cxn>
              <a:cxn ang="0">
                <a:pos x="connsiteX124915" y="connsiteY124915"/>
              </a:cxn>
              <a:cxn ang="0">
                <a:pos x="connsiteX124916" y="connsiteY124916"/>
              </a:cxn>
              <a:cxn ang="0">
                <a:pos x="connsiteX124917" y="connsiteY124917"/>
              </a:cxn>
              <a:cxn ang="0">
                <a:pos x="connsiteX124918" y="connsiteY124918"/>
              </a:cxn>
              <a:cxn ang="0">
                <a:pos x="connsiteX124919" y="connsiteY124919"/>
              </a:cxn>
              <a:cxn ang="0">
                <a:pos x="connsiteX124920" y="connsiteY124920"/>
              </a:cxn>
              <a:cxn ang="0">
                <a:pos x="connsiteX124921" y="connsiteY124921"/>
              </a:cxn>
              <a:cxn ang="0">
                <a:pos x="connsiteX124922" y="connsiteY124922"/>
              </a:cxn>
              <a:cxn ang="0">
                <a:pos x="connsiteX124923" y="connsiteY124923"/>
              </a:cxn>
              <a:cxn ang="0">
                <a:pos x="connsiteX124924" y="connsiteY124924"/>
              </a:cxn>
              <a:cxn ang="0">
                <a:pos x="connsiteX124925" y="connsiteY124925"/>
              </a:cxn>
              <a:cxn ang="0">
                <a:pos x="connsiteX124926" y="connsiteY124926"/>
              </a:cxn>
              <a:cxn ang="0">
                <a:pos x="connsiteX124927" y="connsiteY124927"/>
              </a:cxn>
              <a:cxn ang="0">
                <a:pos x="connsiteX124928" y="connsiteY124928"/>
              </a:cxn>
              <a:cxn ang="0">
                <a:pos x="connsiteX124929" y="connsiteY124929"/>
              </a:cxn>
              <a:cxn ang="0">
                <a:pos x="connsiteX124930" y="connsiteY124930"/>
              </a:cxn>
              <a:cxn ang="0">
                <a:pos x="connsiteX124931" y="connsiteY124931"/>
              </a:cxn>
              <a:cxn ang="0">
                <a:pos x="connsiteX124932" y="connsiteY124932"/>
              </a:cxn>
              <a:cxn ang="0">
                <a:pos x="connsiteX124933" y="connsiteY124933"/>
              </a:cxn>
              <a:cxn ang="0">
                <a:pos x="connsiteX124934" y="connsiteY124934"/>
              </a:cxn>
              <a:cxn ang="0">
                <a:pos x="connsiteX124935" y="connsiteY124935"/>
              </a:cxn>
              <a:cxn ang="0">
                <a:pos x="connsiteX124936" y="connsiteY124936"/>
              </a:cxn>
              <a:cxn ang="0">
                <a:pos x="connsiteX124937" y="connsiteY124937"/>
              </a:cxn>
              <a:cxn ang="0">
                <a:pos x="connsiteX124938" y="connsiteY124938"/>
              </a:cxn>
              <a:cxn ang="0">
                <a:pos x="connsiteX124939" y="connsiteY124939"/>
              </a:cxn>
              <a:cxn ang="0">
                <a:pos x="connsiteX124940" y="connsiteY124940"/>
              </a:cxn>
              <a:cxn ang="0">
                <a:pos x="connsiteX124941" y="connsiteY124941"/>
              </a:cxn>
              <a:cxn ang="0">
                <a:pos x="connsiteX124942" y="connsiteY124942"/>
              </a:cxn>
              <a:cxn ang="0">
                <a:pos x="connsiteX124943" y="connsiteY124943"/>
              </a:cxn>
              <a:cxn ang="0">
                <a:pos x="connsiteX124944" y="connsiteY124944"/>
              </a:cxn>
              <a:cxn ang="0">
                <a:pos x="connsiteX124945" y="connsiteY124945"/>
              </a:cxn>
              <a:cxn ang="0">
                <a:pos x="connsiteX124946" y="connsiteY124946"/>
              </a:cxn>
              <a:cxn ang="0">
                <a:pos x="connsiteX124947" y="connsiteY124947"/>
              </a:cxn>
              <a:cxn ang="0">
                <a:pos x="connsiteX124948" y="connsiteY124948"/>
              </a:cxn>
              <a:cxn ang="0">
                <a:pos x="connsiteX124949" y="connsiteY124949"/>
              </a:cxn>
              <a:cxn ang="0">
                <a:pos x="connsiteX124950" y="connsiteY124950"/>
              </a:cxn>
              <a:cxn ang="0">
                <a:pos x="connsiteX124951" y="connsiteY124951"/>
              </a:cxn>
              <a:cxn ang="0">
                <a:pos x="connsiteX124952" y="connsiteY124952"/>
              </a:cxn>
              <a:cxn ang="0">
                <a:pos x="connsiteX124953" y="connsiteY124953"/>
              </a:cxn>
              <a:cxn ang="0">
                <a:pos x="connsiteX124954" y="connsiteY124954"/>
              </a:cxn>
              <a:cxn ang="0">
                <a:pos x="connsiteX124955" y="connsiteY124955"/>
              </a:cxn>
              <a:cxn ang="0">
                <a:pos x="connsiteX124956" y="connsiteY124956"/>
              </a:cxn>
              <a:cxn ang="0">
                <a:pos x="connsiteX124957" y="connsiteY124957"/>
              </a:cxn>
              <a:cxn ang="0">
                <a:pos x="connsiteX124958" y="connsiteY124958"/>
              </a:cxn>
              <a:cxn ang="0">
                <a:pos x="connsiteX124959" y="connsiteY124959"/>
              </a:cxn>
              <a:cxn ang="0">
                <a:pos x="connsiteX124960" y="connsiteY124960"/>
              </a:cxn>
              <a:cxn ang="0">
                <a:pos x="connsiteX124961" y="connsiteY124961"/>
              </a:cxn>
              <a:cxn ang="0">
                <a:pos x="connsiteX124962" y="connsiteY124962"/>
              </a:cxn>
              <a:cxn ang="0">
                <a:pos x="connsiteX124963" y="connsiteY124963"/>
              </a:cxn>
              <a:cxn ang="0">
                <a:pos x="connsiteX124964" y="connsiteY124964"/>
              </a:cxn>
              <a:cxn ang="0">
                <a:pos x="connsiteX124965" y="connsiteY124965"/>
              </a:cxn>
              <a:cxn ang="0">
                <a:pos x="connsiteX124966" y="connsiteY124966"/>
              </a:cxn>
              <a:cxn ang="0">
                <a:pos x="connsiteX124967" y="connsiteY124967"/>
              </a:cxn>
              <a:cxn ang="0">
                <a:pos x="connsiteX124968" y="connsiteY124968"/>
              </a:cxn>
              <a:cxn ang="0">
                <a:pos x="connsiteX124969" y="connsiteY124969"/>
              </a:cxn>
              <a:cxn ang="0">
                <a:pos x="connsiteX124970" y="connsiteY124970"/>
              </a:cxn>
              <a:cxn ang="0">
                <a:pos x="connsiteX124971" y="connsiteY124971"/>
              </a:cxn>
              <a:cxn ang="0">
                <a:pos x="connsiteX124972" y="connsiteY124972"/>
              </a:cxn>
              <a:cxn ang="0">
                <a:pos x="connsiteX124973" y="connsiteY124973"/>
              </a:cxn>
              <a:cxn ang="0">
                <a:pos x="connsiteX124974" y="connsiteY124974"/>
              </a:cxn>
              <a:cxn ang="0">
                <a:pos x="connsiteX124975" y="connsiteY124975"/>
              </a:cxn>
              <a:cxn ang="0">
                <a:pos x="connsiteX124976" y="connsiteY124976"/>
              </a:cxn>
              <a:cxn ang="0">
                <a:pos x="connsiteX124977" y="connsiteY124977"/>
              </a:cxn>
              <a:cxn ang="0">
                <a:pos x="connsiteX124978" y="connsiteY124978"/>
              </a:cxn>
              <a:cxn ang="0">
                <a:pos x="connsiteX124979" y="connsiteY124979"/>
              </a:cxn>
              <a:cxn ang="0">
                <a:pos x="connsiteX124980" y="connsiteY124980"/>
              </a:cxn>
              <a:cxn ang="0">
                <a:pos x="connsiteX124981" y="connsiteY124981"/>
              </a:cxn>
              <a:cxn ang="0">
                <a:pos x="connsiteX124982" y="connsiteY124982"/>
              </a:cxn>
              <a:cxn ang="0">
                <a:pos x="connsiteX124983" y="connsiteY124983"/>
              </a:cxn>
              <a:cxn ang="0">
                <a:pos x="connsiteX124984" y="connsiteY124984"/>
              </a:cxn>
              <a:cxn ang="0">
                <a:pos x="connsiteX124985" y="connsiteY124985"/>
              </a:cxn>
              <a:cxn ang="0">
                <a:pos x="connsiteX124986" y="connsiteY124986"/>
              </a:cxn>
              <a:cxn ang="0">
                <a:pos x="connsiteX124987" y="connsiteY124987"/>
              </a:cxn>
              <a:cxn ang="0">
                <a:pos x="connsiteX124988" y="connsiteY124988"/>
              </a:cxn>
              <a:cxn ang="0">
                <a:pos x="connsiteX124989" y="connsiteY124989"/>
              </a:cxn>
              <a:cxn ang="0">
                <a:pos x="connsiteX124990" y="connsiteY124990"/>
              </a:cxn>
              <a:cxn ang="0">
                <a:pos x="connsiteX124991" y="connsiteY124991"/>
              </a:cxn>
              <a:cxn ang="0">
                <a:pos x="connsiteX124992" y="connsiteY124992"/>
              </a:cxn>
              <a:cxn ang="0">
                <a:pos x="connsiteX124993" y="connsiteY124993"/>
              </a:cxn>
              <a:cxn ang="0">
                <a:pos x="connsiteX124994" y="connsiteY124994"/>
              </a:cxn>
              <a:cxn ang="0">
                <a:pos x="connsiteX124995" y="connsiteY124995"/>
              </a:cxn>
              <a:cxn ang="0">
                <a:pos x="connsiteX124996" y="connsiteY124996"/>
              </a:cxn>
              <a:cxn ang="0">
                <a:pos x="connsiteX124997" y="connsiteY124997"/>
              </a:cxn>
              <a:cxn ang="0">
                <a:pos x="connsiteX124998" y="connsiteY124998"/>
              </a:cxn>
              <a:cxn ang="0">
                <a:pos x="connsiteX124999" y="connsiteY124999"/>
              </a:cxn>
              <a:cxn ang="0">
                <a:pos x="connsiteX125000" y="connsiteY125000"/>
              </a:cxn>
              <a:cxn ang="0">
                <a:pos x="connsiteX125001" y="connsiteY125001"/>
              </a:cxn>
              <a:cxn ang="0">
                <a:pos x="connsiteX125002" y="connsiteY125002"/>
              </a:cxn>
              <a:cxn ang="0">
                <a:pos x="connsiteX125003" y="connsiteY125003"/>
              </a:cxn>
              <a:cxn ang="0">
                <a:pos x="connsiteX125004" y="connsiteY125004"/>
              </a:cxn>
              <a:cxn ang="0">
                <a:pos x="connsiteX125005" y="connsiteY125005"/>
              </a:cxn>
              <a:cxn ang="0">
                <a:pos x="connsiteX125006" y="connsiteY125006"/>
              </a:cxn>
              <a:cxn ang="0">
                <a:pos x="connsiteX125007" y="connsiteY125007"/>
              </a:cxn>
              <a:cxn ang="0">
                <a:pos x="connsiteX125008" y="connsiteY125008"/>
              </a:cxn>
              <a:cxn ang="0">
                <a:pos x="connsiteX125009" y="connsiteY125009"/>
              </a:cxn>
              <a:cxn ang="0">
                <a:pos x="connsiteX125010" y="connsiteY125010"/>
              </a:cxn>
              <a:cxn ang="0">
                <a:pos x="connsiteX125011" y="connsiteY125011"/>
              </a:cxn>
              <a:cxn ang="0">
                <a:pos x="connsiteX125012" y="connsiteY125012"/>
              </a:cxn>
              <a:cxn ang="0">
                <a:pos x="connsiteX125013" y="connsiteY125013"/>
              </a:cxn>
              <a:cxn ang="0">
                <a:pos x="connsiteX125014" y="connsiteY125014"/>
              </a:cxn>
              <a:cxn ang="0">
                <a:pos x="connsiteX125015" y="connsiteY125015"/>
              </a:cxn>
              <a:cxn ang="0">
                <a:pos x="connsiteX125016" y="connsiteY125016"/>
              </a:cxn>
              <a:cxn ang="0">
                <a:pos x="connsiteX125017" y="connsiteY125017"/>
              </a:cxn>
              <a:cxn ang="0">
                <a:pos x="connsiteX125018" y="connsiteY125018"/>
              </a:cxn>
              <a:cxn ang="0">
                <a:pos x="connsiteX125019" y="connsiteY125019"/>
              </a:cxn>
              <a:cxn ang="0">
                <a:pos x="connsiteX125020" y="connsiteY125020"/>
              </a:cxn>
              <a:cxn ang="0">
                <a:pos x="connsiteX125021" y="connsiteY125021"/>
              </a:cxn>
              <a:cxn ang="0">
                <a:pos x="connsiteX125022" y="connsiteY125022"/>
              </a:cxn>
              <a:cxn ang="0">
                <a:pos x="connsiteX125023" y="connsiteY125023"/>
              </a:cxn>
              <a:cxn ang="0">
                <a:pos x="connsiteX125024" y="connsiteY125024"/>
              </a:cxn>
              <a:cxn ang="0">
                <a:pos x="connsiteX125025" y="connsiteY125025"/>
              </a:cxn>
              <a:cxn ang="0">
                <a:pos x="connsiteX125026" y="connsiteY125026"/>
              </a:cxn>
              <a:cxn ang="0">
                <a:pos x="connsiteX125027" y="connsiteY125027"/>
              </a:cxn>
              <a:cxn ang="0">
                <a:pos x="connsiteX125028" y="connsiteY125028"/>
              </a:cxn>
              <a:cxn ang="0">
                <a:pos x="connsiteX125029" y="connsiteY125029"/>
              </a:cxn>
              <a:cxn ang="0">
                <a:pos x="connsiteX125030" y="connsiteY125030"/>
              </a:cxn>
              <a:cxn ang="0">
                <a:pos x="connsiteX125031" y="connsiteY125031"/>
              </a:cxn>
              <a:cxn ang="0">
                <a:pos x="connsiteX125032" y="connsiteY125032"/>
              </a:cxn>
              <a:cxn ang="0">
                <a:pos x="connsiteX125033" y="connsiteY125033"/>
              </a:cxn>
              <a:cxn ang="0">
                <a:pos x="connsiteX125034" y="connsiteY125034"/>
              </a:cxn>
              <a:cxn ang="0">
                <a:pos x="connsiteX125035" y="connsiteY125035"/>
              </a:cxn>
              <a:cxn ang="0">
                <a:pos x="connsiteX125036" y="connsiteY125036"/>
              </a:cxn>
              <a:cxn ang="0">
                <a:pos x="connsiteX125037" y="connsiteY125037"/>
              </a:cxn>
              <a:cxn ang="0">
                <a:pos x="connsiteX125038" y="connsiteY125038"/>
              </a:cxn>
              <a:cxn ang="0">
                <a:pos x="connsiteX125039" y="connsiteY125039"/>
              </a:cxn>
              <a:cxn ang="0">
                <a:pos x="connsiteX125040" y="connsiteY125040"/>
              </a:cxn>
              <a:cxn ang="0">
                <a:pos x="connsiteX125041" y="connsiteY125041"/>
              </a:cxn>
              <a:cxn ang="0">
                <a:pos x="connsiteX125042" y="connsiteY125042"/>
              </a:cxn>
              <a:cxn ang="0">
                <a:pos x="connsiteX125043" y="connsiteY125043"/>
              </a:cxn>
              <a:cxn ang="0">
                <a:pos x="connsiteX125044" y="connsiteY125044"/>
              </a:cxn>
              <a:cxn ang="0">
                <a:pos x="connsiteX125045" y="connsiteY125045"/>
              </a:cxn>
              <a:cxn ang="0">
                <a:pos x="connsiteX125046" y="connsiteY125046"/>
              </a:cxn>
              <a:cxn ang="0">
                <a:pos x="connsiteX125047" y="connsiteY125047"/>
              </a:cxn>
              <a:cxn ang="0">
                <a:pos x="connsiteX125048" y="connsiteY125048"/>
              </a:cxn>
              <a:cxn ang="0">
                <a:pos x="connsiteX125049" y="connsiteY125049"/>
              </a:cxn>
              <a:cxn ang="0">
                <a:pos x="connsiteX125050" y="connsiteY125050"/>
              </a:cxn>
              <a:cxn ang="0">
                <a:pos x="connsiteX125051" y="connsiteY125051"/>
              </a:cxn>
              <a:cxn ang="0">
                <a:pos x="connsiteX125052" y="connsiteY125052"/>
              </a:cxn>
              <a:cxn ang="0">
                <a:pos x="connsiteX125053" y="connsiteY125053"/>
              </a:cxn>
              <a:cxn ang="0">
                <a:pos x="connsiteX125054" y="connsiteY125054"/>
              </a:cxn>
              <a:cxn ang="0">
                <a:pos x="connsiteX125055" y="connsiteY125055"/>
              </a:cxn>
              <a:cxn ang="0">
                <a:pos x="connsiteX125056" y="connsiteY125056"/>
              </a:cxn>
              <a:cxn ang="0">
                <a:pos x="connsiteX125057" y="connsiteY125057"/>
              </a:cxn>
              <a:cxn ang="0">
                <a:pos x="connsiteX125058" y="connsiteY125058"/>
              </a:cxn>
              <a:cxn ang="0">
                <a:pos x="connsiteX125059" y="connsiteY125059"/>
              </a:cxn>
              <a:cxn ang="0">
                <a:pos x="connsiteX125060" y="connsiteY125060"/>
              </a:cxn>
              <a:cxn ang="0">
                <a:pos x="connsiteX125061" y="connsiteY125061"/>
              </a:cxn>
              <a:cxn ang="0">
                <a:pos x="connsiteX125062" y="connsiteY125062"/>
              </a:cxn>
              <a:cxn ang="0">
                <a:pos x="connsiteX125063" y="connsiteY125063"/>
              </a:cxn>
              <a:cxn ang="0">
                <a:pos x="connsiteX125064" y="connsiteY125064"/>
              </a:cxn>
              <a:cxn ang="0">
                <a:pos x="connsiteX125065" y="connsiteY125065"/>
              </a:cxn>
              <a:cxn ang="0">
                <a:pos x="connsiteX125066" y="connsiteY125066"/>
              </a:cxn>
              <a:cxn ang="0">
                <a:pos x="connsiteX125067" y="connsiteY125067"/>
              </a:cxn>
              <a:cxn ang="0">
                <a:pos x="connsiteX125068" y="connsiteY125068"/>
              </a:cxn>
              <a:cxn ang="0">
                <a:pos x="connsiteX125069" y="connsiteY125069"/>
              </a:cxn>
              <a:cxn ang="0">
                <a:pos x="connsiteX125070" y="connsiteY125070"/>
              </a:cxn>
              <a:cxn ang="0">
                <a:pos x="connsiteX125071" y="connsiteY125071"/>
              </a:cxn>
              <a:cxn ang="0">
                <a:pos x="connsiteX125072" y="connsiteY125072"/>
              </a:cxn>
              <a:cxn ang="0">
                <a:pos x="connsiteX125073" y="connsiteY125073"/>
              </a:cxn>
              <a:cxn ang="0">
                <a:pos x="connsiteX125074" y="connsiteY125074"/>
              </a:cxn>
              <a:cxn ang="0">
                <a:pos x="connsiteX125075" y="connsiteY125075"/>
              </a:cxn>
              <a:cxn ang="0">
                <a:pos x="connsiteX125076" y="connsiteY125076"/>
              </a:cxn>
              <a:cxn ang="0">
                <a:pos x="connsiteX125077" y="connsiteY125077"/>
              </a:cxn>
              <a:cxn ang="0">
                <a:pos x="connsiteX125078" y="connsiteY125078"/>
              </a:cxn>
              <a:cxn ang="0">
                <a:pos x="connsiteX125079" y="connsiteY125079"/>
              </a:cxn>
              <a:cxn ang="0">
                <a:pos x="connsiteX125080" y="connsiteY125080"/>
              </a:cxn>
              <a:cxn ang="0">
                <a:pos x="connsiteX125081" y="connsiteY125081"/>
              </a:cxn>
              <a:cxn ang="0">
                <a:pos x="connsiteX125082" y="connsiteY125082"/>
              </a:cxn>
              <a:cxn ang="0">
                <a:pos x="connsiteX125083" y="connsiteY125083"/>
              </a:cxn>
              <a:cxn ang="0">
                <a:pos x="connsiteX125084" y="connsiteY125084"/>
              </a:cxn>
              <a:cxn ang="0">
                <a:pos x="connsiteX125085" y="connsiteY125085"/>
              </a:cxn>
              <a:cxn ang="0">
                <a:pos x="connsiteX125086" y="connsiteY125086"/>
              </a:cxn>
              <a:cxn ang="0">
                <a:pos x="connsiteX125087" y="connsiteY125087"/>
              </a:cxn>
              <a:cxn ang="0">
                <a:pos x="connsiteX125088" y="connsiteY125088"/>
              </a:cxn>
              <a:cxn ang="0">
                <a:pos x="connsiteX125089" y="connsiteY125089"/>
              </a:cxn>
              <a:cxn ang="0">
                <a:pos x="connsiteX125090" y="connsiteY125090"/>
              </a:cxn>
              <a:cxn ang="0">
                <a:pos x="connsiteX125091" y="connsiteY125091"/>
              </a:cxn>
              <a:cxn ang="0">
                <a:pos x="connsiteX125092" y="connsiteY125092"/>
              </a:cxn>
              <a:cxn ang="0">
                <a:pos x="connsiteX125093" y="connsiteY125093"/>
              </a:cxn>
              <a:cxn ang="0">
                <a:pos x="connsiteX125094" y="connsiteY125094"/>
              </a:cxn>
              <a:cxn ang="0">
                <a:pos x="connsiteX125095" y="connsiteY125095"/>
              </a:cxn>
              <a:cxn ang="0">
                <a:pos x="connsiteX125096" y="connsiteY125096"/>
              </a:cxn>
              <a:cxn ang="0">
                <a:pos x="connsiteX125097" y="connsiteY125097"/>
              </a:cxn>
              <a:cxn ang="0">
                <a:pos x="connsiteX125098" y="connsiteY125098"/>
              </a:cxn>
              <a:cxn ang="0">
                <a:pos x="connsiteX125099" y="connsiteY125099"/>
              </a:cxn>
              <a:cxn ang="0">
                <a:pos x="connsiteX125100" y="connsiteY125100"/>
              </a:cxn>
              <a:cxn ang="0">
                <a:pos x="connsiteX125101" y="connsiteY125101"/>
              </a:cxn>
              <a:cxn ang="0">
                <a:pos x="connsiteX125102" y="connsiteY125102"/>
              </a:cxn>
              <a:cxn ang="0">
                <a:pos x="connsiteX125103" y="connsiteY125103"/>
              </a:cxn>
              <a:cxn ang="0">
                <a:pos x="connsiteX125104" y="connsiteY125104"/>
              </a:cxn>
              <a:cxn ang="0">
                <a:pos x="connsiteX125105" y="connsiteY125105"/>
              </a:cxn>
              <a:cxn ang="0">
                <a:pos x="connsiteX125106" y="connsiteY125106"/>
              </a:cxn>
              <a:cxn ang="0">
                <a:pos x="connsiteX125107" y="connsiteY125107"/>
              </a:cxn>
              <a:cxn ang="0">
                <a:pos x="connsiteX125108" y="connsiteY125108"/>
              </a:cxn>
              <a:cxn ang="0">
                <a:pos x="connsiteX125109" y="connsiteY125109"/>
              </a:cxn>
              <a:cxn ang="0">
                <a:pos x="connsiteX125110" y="connsiteY125110"/>
              </a:cxn>
              <a:cxn ang="0">
                <a:pos x="connsiteX125111" y="connsiteY125111"/>
              </a:cxn>
              <a:cxn ang="0">
                <a:pos x="connsiteX125112" y="connsiteY125112"/>
              </a:cxn>
              <a:cxn ang="0">
                <a:pos x="connsiteX125113" y="connsiteY125113"/>
              </a:cxn>
              <a:cxn ang="0">
                <a:pos x="connsiteX125114" y="connsiteY125114"/>
              </a:cxn>
              <a:cxn ang="0">
                <a:pos x="connsiteX125115" y="connsiteY125115"/>
              </a:cxn>
              <a:cxn ang="0">
                <a:pos x="connsiteX125116" y="connsiteY125116"/>
              </a:cxn>
              <a:cxn ang="0">
                <a:pos x="connsiteX125117" y="connsiteY125117"/>
              </a:cxn>
              <a:cxn ang="0">
                <a:pos x="connsiteX125118" y="connsiteY125118"/>
              </a:cxn>
              <a:cxn ang="0">
                <a:pos x="connsiteX125119" y="connsiteY125119"/>
              </a:cxn>
              <a:cxn ang="0">
                <a:pos x="connsiteX125120" y="connsiteY125120"/>
              </a:cxn>
              <a:cxn ang="0">
                <a:pos x="connsiteX125121" y="connsiteY125121"/>
              </a:cxn>
              <a:cxn ang="0">
                <a:pos x="connsiteX125122" y="connsiteY125122"/>
              </a:cxn>
              <a:cxn ang="0">
                <a:pos x="connsiteX125123" y="connsiteY125123"/>
              </a:cxn>
              <a:cxn ang="0">
                <a:pos x="connsiteX125124" y="connsiteY125124"/>
              </a:cxn>
              <a:cxn ang="0">
                <a:pos x="connsiteX125125" y="connsiteY125125"/>
              </a:cxn>
              <a:cxn ang="0">
                <a:pos x="connsiteX125126" y="connsiteY125126"/>
              </a:cxn>
              <a:cxn ang="0">
                <a:pos x="connsiteX125127" y="connsiteY125127"/>
              </a:cxn>
              <a:cxn ang="0">
                <a:pos x="connsiteX125128" y="connsiteY125128"/>
              </a:cxn>
              <a:cxn ang="0">
                <a:pos x="connsiteX125129" y="connsiteY125129"/>
              </a:cxn>
              <a:cxn ang="0">
                <a:pos x="connsiteX125130" y="connsiteY125130"/>
              </a:cxn>
              <a:cxn ang="0">
                <a:pos x="connsiteX125131" y="connsiteY125131"/>
              </a:cxn>
              <a:cxn ang="0">
                <a:pos x="connsiteX125132" y="connsiteY125132"/>
              </a:cxn>
              <a:cxn ang="0">
                <a:pos x="connsiteX125133" y="connsiteY125133"/>
              </a:cxn>
              <a:cxn ang="0">
                <a:pos x="connsiteX125134" y="connsiteY125134"/>
              </a:cxn>
              <a:cxn ang="0">
                <a:pos x="connsiteX125135" y="connsiteY125135"/>
              </a:cxn>
              <a:cxn ang="0">
                <a:pos x="connsiteX125136" y="connsiteY125136"/>
              </a:cxn>
              <a:cxn ang="0">
                <a:pos x="connsiteX125137" y="connsiteY125137"/>
              </a:cxn>
              <a:cxn ang="0">
                <a:pos x="connsiteX125138" y="connsiteY125138"/>
              </a:cxn>
              <a:cxn ang="0">
                <a:pos x="connsiteX125139" y="connsiteY125139"/>
              </a:cxn>
              <a:cxn ang="0">
                <a:pos x="connsiteX125140" y="connsiteY125140"/>
              </a:cxn>
              <a:cxn ang="0">
                <a:pos x="connsiteX125141" y="connsiteY125141"/>
              </a:cxn>
              <a:cxn ang="0">
                <a:pos x="connsiteX125142" y="connsiteY125142"/>
              </a:cxn>
              <a:cxn ang="0">
                <a:pos x="connsiteX125143" y="connsiteY125143"/>
              </a:cxn>
              <a:cxn ang="0">
                <a:pos x="connsiteX125144" y="connsiteY125144"/>
              </a:cxn>
              <a:cxn ang="0">
                <a:pos x="connsiteX125145" y="connsiteY125145"/>
              </a:cxn>
              <a:cxn ang="0">
                <a:pos x="connsiteX125146" y="connsiteY125146"/>
              </a:cxn>
              <a:cxn ang="0">
                <a:pos x="connsiteX125147" y="connsiteY125147"/>
              </a:cxn>
              <a:cxn ang="0">
                <a:pos x="connsiteX125148" y="connsiteY125148"/>
              </a:cxn>
              <a:cxn ang="0">
                <a:pos x="connsiteX125149" y="connsiteY125149"/>
              </a:cxn>
              <a:cxn ang="0">
                <a:pos x="connsiteX125150" y="connsiteY125150"/>
              </a:cxn>
              <a:cxn ang="0">
                <a:pos x="connsiteX125151" y="connsiteY125151"/>
              </a:cxn>
              <a:cxn ang="0">
                <a:pos x="connsiteX125152" y="connsiteY125152"/>
              </a:cxn>
              <a:cxn ang="0">
                <a:pos x="connsiteX125153" y="connsiteY125153"/>
              </a:cxn>
              <a:cxn ang="0">
                <a:pos x="connsiteX125154" y="connsiteY125154"/>
              </a:cxn>
              <a:cxn ang="0">
                <a:pos x="connsiteX125155" y="connsiteY125155"/>
              </a:cxn>
              <a:cxn ang="0">
                <a:pos x="connsiteX125156" y="connsiteY125156"/>
              </a:cxn>
              <a:cxn ang="0">
                <a:pos x="connsiteX125157" y="connsiteY125157"/>
              </a:cxn>
              <a:cxn ang="0">
                <a:pos x="connsiteX125158" y="connsiteY125158"/>
              </a:cxn>
              <a:cxn ang="0">
                <a:pos x="connsiteX125159" y="connsiteY125159"/>
              </a:cxn>
              <a:cxn ang="0">
                <a:pos x="connsiteX125160" y="connsiteY125160"/>
              </a:cxn>
              <a:cxn ang="0">
                <a:pos x="connsiteX125161" y="connsiteY125161"/>
              </a:cxn>
              <a:cxn ang="0">
                <a:pos x="connsiteX125162" y="connsiteY125162"/>
              </a:cxn>
              <a:cxn ang="0">
                <a:pos x="connsiteX125163" y="connsiteY125163"/>
              </a:cxn>
              <a:cxn ang="0">
                <a:pos x="connsiteX125164" y="connsiteY125164"/>
              </a:cxn>
              <a:cxn ang="0">
                <a:pos x="connsiteX125165" y="connsiteY125165"/>
              </a:cxn>
              <a:cxn ang="0">
                <a:pos x="connsiteX125166" y="connsiteY125166"/>
              </a:cxn>
              <a:cxn ang="0">
                <a:pos x="connsiteX125167" y="connsiteY125167"/>
              </a:cxn>
              <a:cxn ang="0">
                <a:pos x="connsiteX125168" y="connsiteY125168"/>
              </a:cxn>
              <a:cxn ang="0">
                <a:pos x="connsiteX125169" y="connsiteY125169"/>
              </a:cxn>
              <a:cxn ang="0">
                <a:pos x="connsiteX125170" y="connsiteY125170"/>
              </a:cxn>
              <a:cxn ang="0">
                <a:pos x="connsiteX125171" y="connsiteY125171"/>
              </a:cxn>
              <a:cxn ang="0">
                <a:pos x="connsiteX125172" y="connsiteY125172"/>
              </a:cxn>
              <a:cxn ang="0">
                <a:pos x="connsiteX125173" y="connsiteY125173"/>
              </a:cxn>
              <a:cxn ang="0">
                <a:pos x="connsiteX125174" y="connsiteY125174"/>
              </a:cxn>
              <a:cxn ang="0">
                <a:pos x="connsiteX125175" y="connsiteY125175"/>
              </a:cxn>
              <a:cxn ang="0">
                <a:pos x="connsiteX125176" y="connsiteY125176"/>
              </a:cxn>
              <a:cxn ang="0">
                <a:pos x="connsiteX125177" y="connsiteY125177"/>
              </a:cxn>
              <a:cxn ang="0">
                <a:pos x="connsiteX125178" y="connsiteY125178"/>
              </a:cxn>
              <a:cxn ang="0">
                <a:pos x="connsiteX125179" y="connsiteY125179"/>
              </a:cxn>
              <a:cxn ang="0">
                <a:pos x="connsiteX125180" y="connsiteY125180"/>
              </a:cxn>
              <a:cxn ang="0">
                <a:pos x="connsiteX125181" y="connsiteY125181"/>
              </a:cxn>
              <a:cxn ang="0">
                <a:pos x="connsiteX125182" y="connsiteY125182"/>
              </a:cxn>
              <a:cxn ang="0">
                <a:pos x="connsiteX125183" y="connsiteY125183"/>
              </a:cxn>
              <a:cxn ang="0">
                <a:pos x="connsiteX125184" y="connsiteY125184"/>
              </a:cxn>
              <a:cxn ang="0">
                <a:pos x="connsiteX125185" y="connsiteY125185"/>
              </a:cxn>
              <a:cxn ang="0">
                <a:pos x="connsiteX125186" y="connsiteY125186"/>
              </a:cxn>
              <a:cxn ang="0">
                <a:pos x="connsiteX125187" y="connsiteY125187"/>
              </a:cxn>
              <a:cxn ang="0">
                <a:pos x="connsiteX125188" y="connsiteY125188"/>
              </a:cxn>
              <a:cxn ang="0">
                <a:pos x="connsiteX125189" y="connsiteY125189"/>
              </a:cxn>
              <a:cxn ang="0">
                <a:pos x="connsiteX125190" y="connsiteY125190"/>
              </a:cxn>
              <a:cxn ang="0">
                <a:pos x="connsiteX125191" y="connsiteY125191"/>
              </a:cxn>
              <a:cxn ang="0">
                <a:pos x="connsiteX125192" y="connsiteY125192"/>
              </a:cxn>
              <a:cxn ang="0">
                <a:pos x="connsiteX125193" y="connsiteY125193"/>
              </a:cxn>
              <a:cxn ang="0">
                <a:pos x="connsiteX125194" y="connsiteY125194"/>
              </a:cxn>
              <a:cxn ang="0">
                <a:pos x="connsiteX125195" y="connsiteY125195"/>
              </a:cxn>
              <a:cxn ang="0">
                <a:pos x="connsiteX125196" y="connsiteY125196"/>
              </a:cxn>
              <a:cxn ang="0">
                <a:pos x="connsiteX125197" y="connsiteY125197"/>
              </a:cxn>
              <a:cxn ang="0">
                <a:pos x="connsiteX125198" y="connsiteY125198"/>
              </a:cxn>
              <a:cxn ang="0">
                <a:pos x="connsiteX125199" y="connsiteY125199"/>
              </a:cxn>
              <a:cxn ang="0">
                <a:pos x="connsiteX125200" y="connsiteY125200"/>
              </a:cxn>
              <a:cxn ang="0">
                <a:pos x="connsiteX125201" y="connsiteY125201"/>
              </a:cxn>
              <a:cxn ang="0">
                <a:pos x="connsiteX125202" y="connsiteY125202"/>
              </a:cxn>
              <a:cxn ang="0">
                <a:pos x="connsiteX125203" y="connsiteY125203"/>
              </a:cxn>
              <a:cxn ang="0">
                <a:pos x="connsiteX125204" y="connsiteY125204"/>
              </a:cxn>
              <a:cxn ang="0">
                <a:pos x="connsiteX125205" y="connsiteY125205"/>
              </a:cxn>
              <a:cxn ang="0">
                <a:pos x="connsiteX125206" y="connsiteY125206"/>
              </a:cxn>
              <a:cxn ang="0">
                <a:pos x="connsiteX125207" y="connsiteY125207"/>
              </a:cxn>
              <a:cxn ang="0">
                <a:pos x="connsiteX125208" y="connsiteY125208"/>
              </a:cxn>
              <a:cxn ang="0">
                <a:pos x="connsiteX125209" y="connsiteY125209"/>
              </a:cxn>
              <a:cxn ang="0">
                <a:pos x="connsiteX125210" y="connsiteY125210"/>
              </a:cxn>
              <a:cxn ang="0">
                <a:pos x="connsiteX125211" y="connsiteY125211"/>
              </a:cxn>
              <a:cxn ang="0">
                <a:pos x="connsiteX125212" y="connsiteY125212"/>
              </a:cxn>
              <a:cxn ang="0">
                <a:pos x="connsiteX125213" y="connsiteY125213"/>
              </a:cxn>
              <a:cxn ang="0">
                <a:pos x="connsiteX125214" y="connsiteY125214"/>
              </a:cxn>
              <a:cxn ang="0">
                <a:pos x="connsiteX125215" y="connsiteY125215"/>
              </a:cxn>
              <a:cxn ang="0">
                <a:pos x="connsiteX125216" y="connsiteY125216"/>
              </a:cxn>
              <a:cxn ang="0">
                <a:pos x="connsiteX125217" y="connsiteY125217"/>
              </a:cxn>
              <a:cxn ang="0">
                <a:pos x="connsiteX125218" y="connsiteY125218"/>
              </a:cxn>
              <a:cxn ang="0">
                <a:pos x="connsiteX125219" y="connsiteY125219"/>
              </a:cxn>
              <a:cxn ang="0">
                <a:pos x="connsiteX125220" y="connsiteY125220"/>
              </a:cxn>
              <a:cxn ang="0">
                <a:pos x="connsiteX125221" y="connsiteY125221"/>
              </a:cxn>
              <a:cxn ang="0">
                <a:pos x="connsiteX125222" y="connsiteY125222"/>
              </a:cxn>
              <a:cxn ang="0">
                <a:pos x="connsiteX125223" y="connsiteY125223"/>
              </a:cxn>
              <a:cxn ang="0">
                <a:pos x="connsiteX125224" y="connsiteY125224"/>
              </a:cxn>
              <a:cxn ang="0">
                <a:pos x="connsiteX125225" y="connsiteY125225"/>
              </a:cxn>
              <a:cxn ang="0">
                <a:pos x="connsiteX125226" y="connsiteY125226"/>
              </a:cxn>
              <a:cxn ang="0">
                <a:pos x="connsiteX125227" y="connsiteY125227"/>
              </a:cxn>
              <a:cxn ang="0">
                <a:pos x="connsiteX125228" y="connsiteY125228"/>
              </a:cxn>
              <a:cxn ang="0">
                <a:pos x="connsiteX125229" y="connsiteY125229"/>
              </a:cxn>
              <a:cxn ang="0">
                <a:pos x="connsiteX125230" y="connsiteY125230"/>
              </a:cxn>
              <a:cxn ang="0">
                <a:pos x="connsiteX125231" y="connsiteY125231"/>
              </a:cxn>
              <a:cxn ang="0">
                <a:pos x="connsiteX125232" y="connsiteY125232"/>
              </a:cxn>
              <a:cxn ang="0">
                <a:pos x="connsiteX125233" y="connsiteY125233"/>
              </a:cxn>
              <a:cxn ang="0">
                <a:pos x="connsiteX125234" y="connsiteY125234"/>
              </a:cxn>
              <a:cxn ang="0">
                <a:pos x="connsiteX125235" y="connsiteY125235"/>
              </a:cxn>
              <a:cxn ang="0">
                <a:pos x="connsiteX125236" y="connsiteY125236"/>
              </a:cxn>
              <a:cxn ang="0">
                <a:pos x="connsiteX125237" y="connsiteY125237"/>
              </a:cxn>
              <a:cxn ang="0">
                <a:pos x="connsiteX125238" y="connsiteY125238"/>
              </a:cxn>
              <a:cxn ang="0">
                <a:pos x="connsiteX125239" y="connsiteY125239"/>
              </a:cxn>
              <a:cxn ang="0">
                <a:pos x="connsiteX125240" y="connsiteY125240"/>
              </a:cxn>
              <a:cxn ang="0">
                <a:pos x="connsiteX125241" y="connsiteY125241"/>
              </a:cxn>
              <a:cxn ang="0">
                <a:pos x="connsiteX125242" y="connsiteY125242"/>
              </a:cxn>
              <a:cxn ang="0">
                <a:pos x="connsiteX125243" y="connsiteY125243"/>
              </a:cxn>
              <a:cxn ang="0">
                <a:pos x="connsiteX125244" y="connsiteY125244"/>
              </a:cxn>
              <a:cxn ang="0">
                <a:pos x="connsiteX125245" y="connsiteY125245"/>
              </a:cxn>
              <a:cxn ang="0">
                <a:pos x="connsiteX125246" y="connsiteY125246"/>
              </a:cxn>
              <a:cxn ang="0">
                <a:pos x="connsiteX125247" y="connsiteY125247"/>
              </a:cxn>
              <a:cxn ang="0">
                <a:pos x="connsiteX125248" y="connsiteY125248"/>
              </a:cxn>
              <a:cxn ang="0">
                <a:pos x="connsiteX125249" y="connsiteY125249"/>
              </a:cxn>
              <a:cxn ang="0">
                <a:pos x="connsiteX125250" y="connsiteY125250"/>
              </a:cxn>
              <a:cxn ang="0">
                <a:pos x="connsiteX125251" y="connsiteY125251"/>
              </a:cxn>
              <a:cxn ang="0">
                <a:pos x="connsiteX125252" y="connsiteY125252"/>
              </a:cxn>
              <a:cxn ang="0">
                <a:pos x="connsiteX125253" y="connsiteY125253"/>
              </a:cxn>
              <a:cxn ang="0">
                <a:pos x="connsiteX125254" y="connsiteY125254"/>
              </a:cxn>
              <a:cxn ang="0">
                <a:pos x="connsiteX125255" y="connsiteY125255"/>
              </a:cxn>
              <a:cxn ang="0">
                <a:pos x="connsiteX125256" y="connsiteY125256"/>
              </a:cxn>
              <a:cxn ang="0">
                <a:pos x="connsiteX125257" y="connsiteY125257"/>
              </a:cxn>
              <a:cxn ang="0">
                <a:pos x="connsiteX125258" y="connsiteY125258"/>
              </a:cxn>
              <a:cxn ang="0">
                <a:pos x="connsiteX125259" y="connsiteY125259"/>
              </a:cxn>
              <a:cxn ang="0">
                <a:pos x="connsiteX125260" y="connsiteY125260"/>
              </a:cxn>
              <a:cxn ang="0">
                <a:pos x="connsiteX125261" y="connsiteY125261"/>
              </a:cxn>
              <a:cxn ang="0">
                <a:pos x="connsiteX125262" y="connsiteY125262"/>
              </a:cxn>
              <a:cxn ang="0">
                <a:pos x="connsiteX125263" y="connsiteY125263"/>
              </a:cxn>
              <a:cxn ang="0">
                <a:pos x="connsiteX125264" y="connsiteY125264"/>
              </a:cxn>
              <a:cxn ang="0">
                <a:pos x="connsiteX125265" y="connsiteY125265"/>
              </a:cxn>
              <a:cxn ang="0">
                <a:pos x="connsiteX125266" y="connsiteY125266"/>
              </a:cxn>
              <a:cxn ang="0">
                <a:pos x="connsiteX125267" y="connsiteY125267"/>
              </a:cxn>
              <a:cxn ang="0">
                <a:pos x="connsiteX125268" y="connsiteY125268"/>
              </a:cxn>
              <a:cxn ang="0">
                <a:pos x="connsiteX125269" y="connsiteY125269"/>
              </a:cxn>
              <a:cxn ang="0">
                <a:pos x="connsiteX125270" y="connsiteY125270"/>
              </a:cxn>
              <a:cxn ang="0">
                <a:pos x="connsiteX125271" y="connsiteY125271"/>
              </a:cxn>
              <a:cxn ang="0">
                <a:pos x="connsiteX125272" y="connsiteY125272"/>
              </a:cxn>
              <a:cxn ang="0">
                <a:pos x="connsiteX125273" y="connsiteY125273"/>
              </a:cxn>
              <a:cxn ang="0">
                <a:pos x="connsiteX125274" y="connsiteY125274"/>
              </a:cxn>
              <a:cxn ang="0">
                <a:pos x="connsiteX125275" y="connsiteY125275"/>
              </a:cxn>
              <a:cxn ang="0">
                <a:pos x="connsiteX125276" y="connsiteY125276"/>
              </a:cxn>
              <a:cxn ang="0">
                <a:pos x="connsiteX125277" y="connsiteY125277"/>
              </a:cxn>
              <a:cxn ang="0">
                <a:pos x="connsiteX125278" y="connsiteY125278"/>
              </a:cxn>
              <a:cxn ang="0">
                <a:pos x="connsiteX125279" y="connsiteY125279"/>
              </a:cxn>
              <a:cxn ang="0">
                <a:pos x="connsiteX125280" y="connsiteY125280"/>
              </a:cxn>
              <a:cxn ang="0">
                <a:pos x="connsiteX125281" y="connsiteY125281"/>
              </a:cxn>
              <a:cxn ang="0">
                <a:pos x="connsiteX125282" y="connsiteY125282"/>
              </a:cxn>
              <a:cxn ang="0">
                <a:pos x="connsiteX125283" y="connsiteY125283"/>
              </a:cxn>
              <a:cxn ang="0">
                <a:pos x="connsiteX125284" y="connsiteY125284"/>
              </a:cxn>
              <a:cxn ang="0">
                <a:pos x="connsiteX125285" y="connsiteY125285"/>
              </a:cxn>
              <a:cxn ang="0">
                <a:pos x="connsiteX125286" y="connsiteY125286"/>
              </a:cxn>
              <a:cxn ang="0">
                <a:pos x="connsiteX125287" y="connsiteY125287"/>
              </a:cxn>
              <a:cxn ang="0">
                <a:pos x="connsiteX125288" y="connsiteY125288"/>
              </a:cxn>
              <a:cxn ang="0">
                <a:pos x="connsiteX125289" y="connsiteY125289"/>
              </a:cxn>
              <a:cxn ang="0">
                <a:pos x="connsiteX125290" y="connsiteY125290"/>
              </a:cxn>
              <a:cxn ang="0">
                <a:pos x="connsiteX125291" y="connsiteY125291"/>
              </a:cxn>
              <a:cxn ang="0">
                <a:pos x="connsiteX125292" y="connsiteY125292"/>
              </a:cxn>
              <a:cxn ang="0">
                <a:pos x="connsiteX125293" y="connsiteY125293"/>
              </a:cxn>
              <a:cxn ang="0">
                <a:pos x="connsiteX125294" y="connsiteY125294"/>
              </a:cxn>
              <a:cxn ang="0">
                <a:pos x="connsiteX125295" y="connsiteY125295"/>
              </a:cxn>
              <a:cxn ang="0">
                <a:pos x="connsiteX125296" y="connsiteY125296"/>
              </a:cxn>
              <a:cxn ang="0">
                <a:pos x="connsiteX125297" y="connsiteY125297"/>
              </a:cxn>
              <a:cxn ang="0">
                <a:pos x="connsiteX125298" y="connsiteY125298"/>
              </a:cxn>
              <a:cxn ang="0">
                <a:pos x="connsiteX125299" y="connsiteY125299"/>
              </a:cxn>
              <a:cxn ang="0">
                <a:pos x="connsiteX125300" y="connsiteY125300"/>
              </a:cxn>
              <a:cxn ang="0">
                <a:pos x="connsiteX125301" y="connsiteY125301"/>
              </a:cxn>
              <a:cxn ang="0">
                <a:pos x="connsiteX125302" y="connsiteY125302"/>
              </a:cxn>
              <a:cxn ang="0">
                <a:pos x="connsiteX125303" y="connsiteY125303"/>
              </a:cxn>
              <a:cxn ang="0">
                <a:pos x="connsiteX125304" y="connsiteY125304"/>
              </a:cxn>
              <a:cxn ang="0">
                <a:pos x="connsiteX125305" y="connsiteY125305"/>
              </a:cxn>
              <a:cxn ang="0">
                <a:pos x="connsiteX125306" y="connsiteY125306"/>
              </a:cxn>
              <a:cxn ang="0">
                <a:pos x="connsiteX125307" y="connsiteY125307"/>
              </a:cxn>
              <a:cxn ang="0">
                <a:pos x="connsiteX125308" y="connsiteY125308"/>
              </a:cxn>
              <a:cxn ang="0">
                <a:pos x="connsiteX125309" y="connsiteY125309"/>
              </a:cxn>
              <a:cxn ang="0">
                <a:pos x="connsiteX125310" y="connsiteY125310"/>
              </a:cxn>
              <a:cxn ang="0">
                <a:pos x="connsiteX125311" y="connsiteY125311"/>
              </a:cxn>
              <a:cxn ang="0">
                <a:pos x="connsiteX125312" y="connsiteY125312"/>
              </a:cxn>
              <a:cxn ang="0">
                <a:pos x="connsiteX125313" y="connsiteY125313"/>
              </a:cxn>
              <a:cxn ang="0">
                <a:pos x="connsiteX125314" y="connsiteY125314"/>
              </a:cxn>
              <a:cxn ang="0">
                <a:pos x="connsiteX125315" y="connsiteY125315"/>
              </a:cxn>
              <a:cxn ang="0">
                <a:pos x="connsiteX125316" y="connsiteY125316"/>
              </a:cxn>
              <a:cxn ang="0">
                <a:pos x="connsiteX125317" y="connsiteY125317"/>
              </a:cxn>
              <a:cxn ang="0">
                <a:pos x="connsiteX125318" y="connsiteY125318"/>
              </a:cxn>
              <a:cxn ang="0">
                <a:pos x="connsiteX125319" y="connsiteY125319"/>
              </a:cxn>
              <a:cxn ang="0">
                <a:pos x="connsiteX125320" y="connsiteY125320"/>
              </a:cxn>
              <a:cxn ang="0">
                <a:pos x="connsiteX125321" y="connsiteY125321"/>
              </a:cxn>
              <a:cxn ang="0">
                <a:pos x="connsiteX125322" y="connsiteY125322"/>
              </a:cxn>
              <a:cxn ang="0">
                <a:pos x="connsiteX125323" y="connsiteY125323"/>
              </a:cxn>
              <a:cxn ang="0">
                <a:pos x="connsiteX125324" y="connsiteY125324"/>
              </a:cxn>
              <a:cxn ang="0">
                <a:pos x="connsiteX125325" y="connsiteY125325"/>
              </a:cxn>
              <a:cxn ang="0">
                <a:pos x="connsiteX125326" y="connsiteY125326"/>
              </a:cxn>
              <a:cxn ang="0">
                <a:pos x="connsiteX125327" y="connsiteY125327"/>
              </a:cxn>
              <a:cxn ang="0">
                <a:pos x="connsiteX125328" y="connsiteY125328"/>
              </a:cxn>
              <a:cxn ang="0">
                <a:pos x="connsiteX125329" y="connsiteY125329"/>
              </a:cxn>
              <a:cxn ang="0">
                <a:pos x="connsiteX125330" y="connsiteY125330"/>
              </a:cxn>
              <a:cxn ang="0">
                <a:pos x="connsiteX125331" y="connsiteY125331"/>
              </a:cxn>
              <a:cxn ang="0">
                <a:pos x="connsiteX125332" y="connsiteY125332"/>
              </a:cxn>
              <a:cxn ang="0">
                <a:pos x="connsiteX125333" y="connsiteY125333"/>
              </a:cxn>
              <a:cxn ang="0">
                <a:pos x="connsiteX125334" y="connsiteY125334"/>
              </a:cxn>
              <a:cxn ang="0">
                <a:pos x="connsiteX125335" y="connsiteY125335"/>
              </a:cxn>
              <a:cxn ang="0">
                <a:pos x="connsiteX125336" y="connsiteY125336"/>
              </a:cxn>
              <a:cxn ang="0">
                <a:pos x="connsiteX125337" y="connsiteY125337"/>
              </a:cxn>
              <a:cxn ang="0">
                <a:pos x="connsiteX125338" y="connsiteY125338"/>
              </a:cxn>
              <a:cxn ang="0">
                <a:pos x="connsiteX125339" y="connsiteY125339"/>
              </a:cxn>
              <a:cxn ang="0">
                <a:pos x="connsiteX125340" y="connsiteY125340"/>
              </a:cxn>
              <a:cxn ang="0">
                <a:pos x="connsiteX125341" y="connsiteY125341"/>
              </a:cxn>
              <a:cxn ang="0">
                <a:pos x="connsiteX125342" y="connsiteY125342"/>
              </a:cxn>
              <a:cxn ang="0">
                <a:pos x="connsiteX125343" y="connsiteY125343"/>
              </a:cxn>
              <a:cxn ang="0">
                <a:pos x="connsiteX125344" y="connsiteY125344"/>
              </a:cxn>
              <a:cxn ang="0">
                <a:pos x="connsiteX125345" y="connsiteY125345"/>
              </a:cxn>
              <a:cxn ang="0">
                <a:pos x="connsiteX125346" y="connsiteY125346"/>
              </a:cxn>
              <a:cxn ang="0">
                <a:pos x="connsiteX125347" y="connsiteY125347"/>
              </a:cxn>
              <a:cxn ang="0">
                <a:pos x="connsiteX125348" y="connsiteY125348"/>
              </a:cxn>
              <a:cxn ang="0">
                <a:pos x="connsiteX125349" y="connsiteY125349"/>
              </a:cxn>
              <a:cxn ang="0">
                <a:pos x="connsiteX125350" y="connsiteY125350"/>
              </a:cxn>
              <a:cxn ang="0">
                <a:pos x="connsiteX125351" y="connsiteY125351"/>
              </a:cxn>
              <a:cxn ang="0">
                <a:pos x="connsiteX125352" y="connsiteY125352"/>
              </a:cxn>
              <a:cxn ang="0">
                <a:pos x="connsiteX125353" y="connsiteY125353"/>
              </a:cxn>
              <a:cxn ang="0">
                <a:pos x="connsiteX125354" y="connsiteY125354"/>
              </a:cxn>
              <a:cxn ang="0">
                <a:pos x="connsiteX125355" y="connsiteY125355"/>
              </a:cxn>
              <a:cxn ang="0">
                <a:pos x="connsiteX125356" y="connsiteY125356"/>
              </a:cxn>
              <a:cxn ang="0">
                <a:pos x="connsiteX125357" y="connsiteY125357"/>
              </a:cxn>
              <a:cxn ang="0">
                <a:pos x="connsiteX125358" y="connsiteY125358"/>
              </a:cxn>
              <a:cxn ang="0">
                <a:pos x="connsiteX125359" y="connsiteY125359"/>
              </a:cxn>
              <a:cxn ang="0">
                <a:pos x="connsiteX125360" y="connsiteY125360"/>
              </a:cxn>
              <a:cxn ang="0">
                <a:pos x="connsiteX125361" y="connsiteY125361"/>
              </a:cxn>
              <a:cxn ang="0">
                <a:pos x="connsiteX125362" y="connsiteY125362"/>
              </a:cxn>
              <a:cxn ang="0">
                <a:pos x="connsiteX125363" y="connsiteY125363"/>
              </a:cxn>
              <a:cxn ang="0">
                <a:pos x="connsiteX125364" y="connsiteY125364"/>
              </a:cxn>
              <a:cxn ang="0">
                <a:pos x="connsiteX125365" y="connsiteY125365"/>
              </a:cxn>
              <a:cxn ang="0">
                <a:pos x="connsiteX125366" y="connsiteY125366"/>
              </a:cxn>
              <a:cxn ang="0">
                <a:pos x="connsiteX125367" y="connsiteY125367"/>
              </a:cxn>
              <a:cxn ang="0">
                <a:pos x="connsiteX125368" y="connsiteY125368"/>
              </a:cxn>
              <a:cxn ang="0">
                <a:pos x="connsiteX125369" y="connsiteY125369"/>
              </a:cxn>
              <a:cxn ang="0">
                <a:pos x="connsiteX125370" y="connsiteY125370"/>
              </a:cxn>
              <a:cxn ang="0">
                <a:pos x="connsiteX125371" y="connsiteY125371"/>
              </a:cxn>
              <a:cxn ang="0">
                <a:pos x="connsiteX125372" y="connsiteY125372"/>
              </a:cxn>
              <a:cxn ang="0">
                <a:pos x="connsiteX125373" y="connsiteY125373"/>
              </a:cxn>
              <a:cxn ang="0">
                <a:pos x="connsiteX125374" y="connsiteY125374"/>
              </a:cxn>
              <a:cxn ang="0">
                <a:pos x="connsiteX125375" y="connsiteY125375"/>
              </a:cxn>
              <a:cxn ang="0">
                <a:pos x="connsiteX125376" y="connsiteY125376"/>
              </a:cxn>
              <a:cxn ang="0">
                <a:pos x="connsiteX125377" y="connsiteY125377"/>
              </a:cxn>
              <a:cxn ang="0">
                <a:pos x="connsiteX125378" y="connsiteY125378"/>
              </a:cxn>
              <a:cxn ang="0">
                <a:pos x="connsiteX125379" y="connsiteY125379"/>
              </a:cxn>
              <a:cxn ang="0">
                <a:pos x="connsiteX125380" y="connsiteY125380"/>
              </a:cxn>
              <a:cxn ang="0">
                <a:pos x="connsiteX125381" y="connsiteY125381"/>
              </a:cxn>
              <a:cxn ang="0">
                <a:pos x="connsiteX125382" y="connsiteY125382"/>
              </a:cxn>
              <a:cxn ang="0">
                <a:pos x="connsiteX125383" y="connsiteY125383"/>
              </a:cxn>
              <a:cxn ang="0">
                <a:pos x="connsiteX125384" y="connsiteY125384"/>
              </a:cxn>
              <a:cxn ang="0">
                <a:pos x="connsiteX125385" y="connsiteY125385"/>
              </a:cxn>
              <a:cxn ang="0">
                <a:pos x="connsiteX125386" y="connsiteY125386"/>
              </a:cxn>
              <a:cxn ang="0">
                <a:pos x="connsiteX125387" y="connsiteY125387"/>
              </a:cxn>
              <a:cxn ang="0">
                <a:pos x="connsiteX125388" y="connsiteY125388"/>
              </a:cxn>
              <a:cxn ang="0">
                <a:pos x="connsiteX125389" y="connsiteY125389"/>
              </a:cxn>
              <a:cxn ang="0">
                <a:pos x="connsiteX125390" y="connsiteY125390"/>
              </a:cxn>
              <a:cxn ang="0">
                <a:pos x="connsiteX125391" y="connsiteY125391"/>
              </a:cxn>
              <a:cxn ang="0">
                <a:pos x="connsiteX125392" y="connsiteY125392"/>
              </a:cxn>
              <a:cxn ang="0">
                <a:pos x="connsiteX125393" y="connsiteY125393"/>
              </a:cxn>
              <a:cxn ang="0">
                <a:pos x="connsiteX125394" y="connsiteY125394"/>
              </a:cxn>
              <a:cxn ang="0">
                <a:pos x="connsiteX125395" y="connsiteY125395"/>
              </a:cxn>
              <a:cxn ang="0">
                <a:pos x="connsiteX125396" y="connsiteY125396"/>
              </a:cxn>
              <a:cxn ang="0">
                <a:pos x="connsiteX125397" y="connsiteY125397"/>
              </a:cxn>
              <a:cxn ang="0">
                <a:pos x="connsiteX125398" y="connsiteY125398"/>
              </a:cxn>
              <a:cxn ang="0">
                <a:pos x="connsiteX125399" y="connsiteY125399"/>
              </a:cxn>
              <a:cxn ang="0">
                <a:pos x="connsiteX125400" y="connsiteY125400"/>
              </a:cxn>
              <a:cxn ang="0">
                <a:pos x="connsiteX125401" y="connsiteY125401"/>
              </a:cxn>
              <a:cxn ang="0">
                <a:pos x="connsiteX125402" y="connsiteY125402"/>
              </a:cxn>
              <a:cxn ang="0">
                <a:pos x="connsiteX125403" y="connsiteY125403"/>
              </a:cxn>
              <a:cxn ang="0">
                <a:pos x="connsiteX125404" y="connsiteY125404"/>
              </a:cxn>
              <a:cxn ang="0">
                <a:pos x="connsiteX125405" y="connsiteY125405"/>
              </a:cxn>
              <a:cxn ang="0">
                <a:pos x="connsiteX125406" y="connsiteY125406"/>
              </a:cxn>
              <a:cxn ang="0">
                <a:pos x="connsiteX125407" y="connsiteY125407"/>
              </a:cxn>
              <a:cxn ang="0">
                <a:pos x="connsiteX125408" y="connsiteY125408"/>
              </a:cxn>
              <a:cxn ang="0">
                <a:pos x="connsiteX125409" y="connsiteY125409"/>
              </a:cxn>
              <a:cxn ang="0">
                <a:pos x="connsiteX125410" y="connsiteY125410"/>
              </a:cxn>
              <a:cxn ang="0">
                <a:pos x="connsiteX125411" y="connsiteY125411"/>
              </a:cxn>
              <a:cxn ang="0">
                <a:pos x="connsiteX125412" y="connsiteY125412"/>
              </a:cxn>
              <a:cxn ang="0">
                <a:pos x="connsiteX125413" y="connsiteY125413"/>
              </a:cxn>
              <a:cxn ang="0">
                <a:pos x="connsiteX125414" y="connsiteY125414"/>
              </a:cxn>
              <a:cxn ang="0">
                <a:pos x="connsiteX125415" y="connsiteY125415"/>
              </a:cxn>
              <a:cxn ang="0">
                <a:pos x="connsiteX125416" y="connsiteY125416"/>
              </a:cxn>
              <a:cxn ang="0">
                <a:pos x="connsiteX125417" y="connsiteY125417"/>
              </a:cxn>
              <a:cxn ang="0">
                <a:pos x="connsiteX125418" y="connsiteY125418"/>
              </a:cxn>
              <a:cxn ang="0">
                <a:pos x="connsiteX125419" y="connsiteY125419"/>
              </a:cxn>
              <a:cxn ang="0">
                <a:pos x="connsiteX125420" y="connsiteY125420"/>
              </a:cxn>
              <a:cxn ang="0">
                <a:pos x="connsiteX125421" y="connsiteY125421"/>
              </a:cxn>
              <a:cxn ang="0">
                <a:pos x="connsiteX125422" y="connsiteY125422"/>
              </a:cxn>
              <a:cxn ang="0">
                <a:pos x="connsiteX125423" y="connsiteY125423"/>
              </a:cxn>
              <a:cxn ang="0">
                <a:pos x="connsiteX125424" y="connsiteY125424"/>
              </a:cxn>
              <a:cxn ang="0">
                <a:pos x="connsiteX125425" y="connsiteY125425"/>
              </a:cxn>
              <a:cxn ang="0">
                <a:pos x="connsiteX125426" y="connsiteY125426"/>
              </a:cxn>
              <a:cxn ang="0">
                <a:pos x="connsiteX125427" y="connsiteY125427"/>
              </a:cxn>
              <a:cxn ang="0">
                <a:pos x="connsiteX125428" y="connsiteY125428"/>
              </a:cxn>
              <a:cxn ang="0">
                <a:pos x="connsiteX125429" y="connsiteY125429"/>
              </a:cxn>
              <a:cxn ang="0">
                <a:pos x="connsiteX125430" y="connsiteY125430"/>
              </a:cxn>
              <a:cxn ang="0">
                <a:pos x="connsiteX125431" y="connsiteY125431"/>
              </a:cxn>
              <a:cxn ang="0">
                <a:pos x="connsiteX125432" y="connsiteY125432"/>
              </a:cxn>
              <a:cxn ang="0">
                <a:pos x="connsiteX125433" y="connsiteY125433"/>
              </a:cxn>
              <a:cxn ang="0">
                <a:pos x="connsiteX125434" y="connsiteY125434"/>
              </a:cxn>
              <a:cxn ang="0">
                <a:pos x="connsiteX125435" y="connsiteY125435"/>
              </a:cxn>
              <a:cxn ang="0">
                <a:pos x="connsiteX125436" y="connsiteY125436"/>
              </a:cxn>
              <a:cxn ang="0">
                <a:pos x="connsiteX125437" y="connsiteY125437"/>
              </a:cxn>
              <a:cxn ang="0">
                <a:pos x="connsiteX125438" y="connsiteY125438"/>
              </a:cxn>
              <a:cxn ang="0">
                <a:pos x="connsiteX125439" y="connsiteY125439"/>
              </a:cxn>
              <a:cxn ang="0">
                <a:pos x="connsiteX125440" y="connsiteY125440"/>
              </a:cxn>
              <a:cxn ang="0">
                <a:pos x="connsiteX125441" y="connsiteY125441"/>
              </a:cxn>
              <a:cxn ang="0">
                <a:pos x="connsiteX125442" y="connsiteY125442"/>
              </a:cxn>
              <a:cxn ang="0">
                <a:pos x="connsiteX125443" y="connsiteY125443"/>
              </a:cxn>
              <a:cxn ang="0">
                <a:pos x="connsiteX125444" y="connsiteY125444"/>
              </a:cxn>
              <a:cxn ang="0">
                <a:pos x="connsiteX125445" y="connsiteY125445"/>
              </a:cxn>
              <a:cxn ang="0">
                <a:pos x="connsiteX125446" y="connsiteY125446"/>
              </a:cxn>
              <a:cxn ang="0">
                <a:pos x="connsiteX125447" y="connsiteY125447"/>
              </a:cxn>
              <a:cxn ang="0">
                <a:pos x="connsiteX125448" y="connsiteY125448"/>
              </a:cxn>
              <a:cxn ang="0">
                <a:pos x="connsiteX125449" y="connsiteY125449"/>
              </a:cxn>
              <a:cxn ang="0">
                <a:pos x="connsiteX125450" y="connsiteY125450"/>
              </a:cxn>
              <a:cxn ang="0">
                <a:pos x="connsiteX125451" y="connsiteY125451"/>
              </a:cxn>
              <a:cxn ang="0">
                <a:pos x="connsiteX125452" y="connsiteY125452"/>
              </a:cxn>
              <a:cxn ang="0">
                <a:pos x="connsiteX125453" y="connsiteY125453"/>
              </a:cxn>
              <a:cxn ang="0">
                <a:pos x="connsiteX125454" y="connsiteY125454"/>
              </a:cxn>
              <a:cxn ang="0">
                <a:pos x="connsiteX125455" y="connsiteY125455"/>
              </a:cxn>
              <a:cxn ang="0">
                <a:pos x="connsiteX125456" y="connsiteY125456"/>
              </a:cxn>
              <a:cxn ang="0">
                <a:pos x="connsiteX125457" y="connsiteY125457"/>
              </a:cxn>
              <a:cxn ang="0">
                <a:pos x="connsiteX125458" y="connsiteY125458"/>
              </a:cxn>
              <a:cxn ang="0">
                <a:pos x="connsiteX125459" y="connsiteY125459"/>
              </a:cxn>
              <a:cxn ang="0">
                <a:pos x="connsiteX125460" y="connsiteY125460"/>
              </a:cxn>
              <a:cxn ang="0">
                <a:pos x="connsiteX125461" y="connsiteY125461"/>
              </a:cxn>
              <a:cxn ang="0">
                <a:pos x="connsiteX125462" y="connsiteY125462"/>
              </a:cxn>
              <a:cxn ang="0">
                <a:pos x="connsiteX125463" y="connsiteY125463"/>
              </a:cxn>
              <a:cxn ang="0">
                <a:pos x="connsiteX125464" y="connsiteY125464"/>
              </a:cxn>
              <a:cxn ang="0">
                <a:pos x="connsiteX125465" y="connsiteY125465"/>
              </a:cxn>
              <a:cxn ang="0">
                <a:pos x="connsiteX125466" y="connsiteY125466"/>
              </a:cxn>
              <a:cxn ang="0">
                <a:pos x="connsiteX125467" y="connsiteY125467"/>
              </a:cxn>
              <a:cxn ang="0">
                <a:pos x="connsiteX125468" y="connsiteY125468"/>
              </a:cxn>
              <a:cxn ang="0">
                <a:pos x="connsiteX125469" y="connsiteY125469"/>
              </a:cxn>
              <a:cxn ang="0">
                <a:pos x="connsiteX125470" y="connsiteY125470"/>
              </a:cxn>
              <a:cxn ang="0">
                <a:pos x="connsiteX125471" y="connsiteY125471"/>
              </a:cxn>
              <a:cxn ang="0">
                <a:pos x="connsiteX125472" y="connsiteY125472"/>
              </a:cxn>
              <a:cxn ang="0">
                <a:pos x="connsiteX125473" y="connsiteY125473"/>
              </a:cxn>
              <a:cxn ang="0">
                <a:pos x="connsiteX125474" y="connsiteY125474"/>
              </a:cxn>
              <a:cxn ang="0">
                <a:pos x="connsiteX125475" y="connsiteY125475"/>
              </a:cxn>
              <a:cxn ang="0">
                <a:pos x="connsiteX125476" y="connsiteY125476"/>
              </a:cxn>
              <a:cxn ang="0">
                <a:pos x="connsiteX125477" y="connsiteY125477"/>
              </a:cxn>
              <a:cxn ang="0">
                <a:pos x="connsiteX125478" y="connsiteY125478"/>
              </a:cxn>
              <a:cxn ang="0">
                <a:pos x="connsiteX125479" y="connsiteY125479"/>
              </a:cxn>
              <a:cxn ang="0">
                <a:pos x="connsiteX125480" y="connsiteY125480"/>
              </a:cxn>
              <a:cxn ang="0">
                <a:pos x="connsiteX125481" y="connsiteY125481"/>
              </a:cxn>
              <a:cxn ang="0">
                <a:pos x="connsiteX125482" y="connsiteY125482"/>
              </a:cxn>
              <a:cxn ang="0">
                <a:pos x="connsiteX125483" y="connsiteY125483"/>
              </a:cxn>
              <a:cxn ang="0">
                <a:pos x="connsiteX125484" y="connsiteY125484"/>
              </a:cxn>
              <a:cxn ang="0">
                <a:pos x="connsiteX125485" y="connsiteY125485"/>
              </a:cxn>
              <a:cxn ang="0">
                <a:pos x="connsiteX125486" y="connsiteY125486"/>
              </a:cxn>
              <a:cxn ang="0">
                <a:pos x="connsiteX125487" y="connsiteY125487"/>
              </a:cxn>
              <a:cxn ang="0">
                <a:pos x="connsiteX125488" y="connsiteY125488"/>
              </a:cxn>
              <a:cxn ang="0">
                <a:pos x="connsiteX125489" y="connsiteY125489"/>
              </a:cxn>
              <a:cxn ang="0">
                <a:pos x="connsiteX125490" y="connsiteY125490"/>
              </a:cxn>
              <a:cxn ang="0">
                <a:pos x="connsiteX125491" y="connsiteY125491"/>
              </a:cxn>
              <a:cxn ang="0">
                <a:pos x="connsiteX125492" y="connsiteY125492"/>
              </a:cxn>
              <a:cxn ang="0">
                <a:pos x="connsiteX125493" y="connsiteY125493"/>
              </a:cxn>
              <a:cxn ang="0">
                <a:pos x="connsiteX125494" y="connsiteY125494"/>
              </a:cxn>
              <a:cxn ang="0">
                <a:pos x="connsiteX125495" y="connsiteY125495"/>
              </a:cxn>
              <a:cxn ang="0">
                <a:pos x="connsiteX125496" y="connsiteY125496"/>
              </a:cxn>
              <a:cxn ang="0">
                <a:pos x="connsiteX125497" y="connsiteY125497"/>
              </a:cxn>
              <a:cxn ang="0">
                <a:pos x="connsiteX125498" y="connsiteY125498"/>
              </a:cxn>
              <a:cxn ang="0">
                <a:pos x="connsiteX125499" y="connsiteY125499"/>
              </a:cxn>
              <a:cxn ang="0">
                <a:pos x="connsiteX125500" y="connsiteY125500"/>
              </a:cxn>
              <a:cxn ang="0">
                <a:pos x="connsiteX125501" y="connsiteY125501"/>
              </a:cxn>
              <a:cxn ang="0">
                <a:pos x="connsiteX125502" y="connsiteY125502"/>
              </a:cxn>
              <a:cxn ang="0">
                <a:pos x="connsiteX125503" y="connsiteY125503"/>
              </a:cxn>
              <a:cxn ang="0">
                <a:pos x="connsiteX125504" y="connsiteY125504"/>
              </a:cxn>
              <a:cxn ang="0">
                <a:pos x="connsiteX125505" y="connsiteY125505"/>
              </a:cxn>
              <a:cxn ang="0">
                <a:pos x="connsiteX125506" y="connsiteY125506"/>
              </a:cxn>
              <a:cxn ang="0">
                <a:pos x="connsiteX125507" y="connsiteY125507"/>
              </a:cxn>
              <a:cxn ang="0">
                <a:pos x="connsiteX125508" y="connsiteY125508"/>
              </a:cxn>
              <a:cxn ang="0">
                <a:pos x="connsiteX125509" y="connsiteY125509"/>
              </a:cxn>
              <a:cxn ang="0">
                <a:pos x="connsiteX125510" y="connsiteY125510"/>
              </a:cxn>
              <a:cxn ang="0">
                <a:pos x="connsiteX125511" y="connsiteY125511"/>
              </a:cxn>
              <a:cxn ang="0">
                <a:pos x="connsiteX125512" y="connsiteY125512"/>
              </a:cxn>
              <a:cxn ang="0">
                <a:pos x="connsiteX125513" y="connsiteY125513"/>
              </a:cxn>
              <a:cxn ang="0">
                <a:pos x="connsiteX125514" y="connsiteY125514"/>
              </a:cxn>
              <a:cxn ang="0">
                <a:pos x="connsiteX125515" y="connsiteY125515"/>
              </a:cxn>
              <a:cxn ang="0">
                <a:pos x="connsiteX125516" y="connsiteY125516"/>
              </a:cxn>
              <a:cxn ang="0">
                <a:pos x="connsiteX125517" y="connsiteY125517"/>
              </a:cxn>
              <a:cxn ang="0">
                <a:pos x="connsiteX125518" y="connsiteY125518"/>
              </a:cxn>
              <a:cxn ang="0">
                <a:pos x="connsiteX125519" y="connsiteY125519"/>
              </a:cxn>
              <a:cxn ang="0">
                <a:pos x="connsiteX125520" y="connsiteY125520"/>
              </a:cxn>
              <a:cxn ang="0">
                <a:pos x="connsiteX125521" y="connsiteY125521"/>
              </a:cxn>
              <a:cxn ang="0">
                <a:pos x="connsiteX125522" y="connsiteY125522"/>
              </a:cxn>
              <a:cxn ang="0">
                <a:pos x="connsiteX125523" y="connsiteY125523"/>
              </a:cxn>
              <a:cxn ang="0">
                <a:pos x="connsiteX125524" y="connsiteY125524"/>
              </a:cxn>
              <a:cxn ang="0">
                <a:pos x="connsiteX125525" y="connsiteY125525"/>
              </a:cxn>
              <a:cxn ang="0">
                <a:pos x="connsiteX125526" y="connsiteY125526"/>
              </a:cxn>
              <a:cxn ang="0">
                <a:pos x="connsiteX125527" y="connsiteY125527"/>
              </a:cxn>
              <a:cxn ang="0">
                <a:pos x="connsiteX125528" y="connsiteY125528"/>
              </a:cxn>
              <a:cxn ang="0">
                <a:pos x="connsiteX125529" y="connsiteY125529"/>
              </a:cxn>
              <a:cxn ang="0">
                <a:pos x="connsiteX125530" y="connsiteY125530"/>
              </a:cxn>
              <a:cxn ang="0">
                <a:pos x="connsiteX125531" y="connsiteY125531"/>
              </a:cxn>
              <a:cxn ang="0">
                <a:pos x="connsiteX125532" y="connsiteY125532"/>
              </a:cxn>
              <a:cxn ang="0">
                <a:pos x="connsiteX125533" y="connsiteY125533"/>
              </a:cxn>
              <a:cxn ang="0">
                <a:pos x="connsiteX125534" y="connsiteY125534"/>
              </a:cxn>
              <a:cxn ang="0">
                <a:pos x="connsiteX125535" y="connsiteY125535"/>
              </a:cxn>
              <a:cxn ang="0">
                <a:pos x="connsiteX125536" y="connsiteY125536"/>
              </a:cxn>
              <a:cxn ang="0">
                <a:pos x="connsiteX125537" y="connsiteY125537"/>
              </a:cxn>
              <a:cxn ang="0">
                <a:pos x="connsiteX125538" y="connsiteY125538"/>
              </a:cxn>
              <a:cxn ang="0">
                <a:pos x="connsiteX125539" y="connsiteY125539"/>
              </a:cxn>
              <a:cxn ang="0">
                <a:pos x="connsiteX125540" y="connsiteY125540"/>
              </a:cxn>
              <a:cxn ang="0">
                <a:pos x="connsiteX125541" y="connsiteY125541"/>
              </a:cxn>
              <a:cxn ang="0">
                <a:pos x="connsiteX125542" y="connsiteY125542"/>
              </a:cxn>
              <a:cxn ang="0">
                <a:pos x="connsiteX125543" y="connsiteY125543"/>
              </a:cxn>
              <a:cxn ang="0">
                <a:pos x="connsiteX125544" y="connsiteY125544"/>
              </a:cxn>
              <a:cxn ang="0">
                <a:pos x="connsiteX125545" y="connsiteY125545"/>
              </a:cxn>
              <a:cxn ang="0">
                <a:pos x="connsiteX125546" y="connsiteY125546"/>
              </a:cxn>
              <a:cxn ang="0">
                <a:pos x="connsiteX125547" y="connsiteY125547"/>
              </a:cxn>
              <a:cxn ang="0">
                <a:pos x="connsiteX125548" y="connsiteY125548"/>
              </a:cxn>
              <a:cxn ang="0">
                <a:pos x="connsiteX125549" y="connsiteY125549"/>
              </a:cxn>
              <a:cxn ang="0">
                <a:pos x="connsiteX125550" y="connsiteY125550"/>
              </a:cxn>
              <a:cxn ang="0">
                <a:pos x="connsiteX125551" y="connsiteY125551"/>
              </a:cxn>
              <a:cxn ang="0">
                <a:pos x="connsiteX125552" y="connsiteY125552"/>
              </a:cxn>
              <a:cxn ang="0">
                <a:pos x="connsiteX125553" y="connsiteY125553"/>
              </a:cxn>
              <a:cxn ang="0">
                <a:pos x="connsiteX125554" y="connsiteY125554"/>
              </a:cxn>
              <a:cxn ang="0">
                <a:pos x="connsiteX125555" y="connsiteY125555"/>
              </a:cxn>
              <a:cxn ang="0">
                <a:pos x="connsiteX125556" y="connsiteY125556"/>
              </a:cxn>
              <a:cxn ang="0">
                <a:pos x="connsiteX125557" y="connsiteY125557"/>
              </a:cxn>
              <a:cxn ang="0">
                <a:pos x="connsiteX125558" y="connsiteY125558"/>
              </a:cxn>
              <a:cxn ang="0">
                <a:pos x="connsiteX125559" y="connsiteY125559"/>
              </a:cxn>
              <a:cxn ang="0">
                <a:pos x="connsiteX125560" y="connsiteY125560"/>
              </a:cxn>
              <a:cxn ang="0">
                <a:pos x="connsiteX125561" y="connsiteY125561"/>
              </a:cxn>
              <a:cxn ang="0">
                <a:pos x="connsiteX125562" y="connsiteY125562"/>
              </a:cxn>
              <a:cxn ang="0">
                <a:pos x="connsiteX125563" y="connsiteY125563"/>
              </a:cxn>
              <a:cxn ang="0">
                <a:pos x="connsiteX125564" y="connsiteY125564"/>
              </a:cxn>
              <a:cxn ang="0">
                <a:pos x="connsiteX125565" y="connsiteY125565"/>
              </a:cxn>
              <a:cxn ang="0">
                <a:pos x="connsiteX125566" y="connsiteY125566"/>
              </a:cxn>
              <a:cxn ang="0">
                <a:pos x="connsiteX125567" y="connsiteY125567"/>
              </a:cxn>
              <a:cxn ang="0">
                <a:pos x="connsiteX125568" y="connsiteY125568"/>
              </a:cxn>
              <a:cxn ang="0">
                <a:pos x="connsiteX125569" y="connsiteY125569"/>
              </a:cxn>
              <a:cxn ang="0">
                <a:pos x="connsiteX125570" y="connsiteY125570"/>
              </a:cxn>
              <a:cxn ang="0">
                <a:pos x="connsiteX125571" y="connsiteY125571"/>
              </a:cxn>
              <a:cxn ang="0">
                <a:pos x="connsiteX125572" y="connsiteY125572"/>
              </a:cxn>
              <a:cxn ang="0">
                <a:pos x="connsiteX125573" y="connsiteY125573"/>
              </a:cxn>
              <a:cxn ang="0">
                <a:pos x="connsiteX125574" y="connsiteY125574"/>
              </a:cxn>
              <a:cxn ang="0">
                <a:pos x="connsiteX125575" y="connsiteY125575"/>
              </a:cxn>
              <a:cxn ang="0">
                <a:pos x="connsiteX125576" y="connsiteY125576"/>
              </a:cxn>
              <a:cxn ang="0">
                <a:pos x="connsiteX125577" y="connsiteY125577"/>
              </a:cxn>
              <a:cxn ang="0">
                <a:pos x="connsiteX125578" y="connsiteY125578"/>
              </a:cxn>
              <a:cxn ang="0">
                <a:pos x="connsiteX125579" y="connsiteY125579"/>
              </a:cxn>
              <a:cxn ang="0">
                <a:pos x="connsiteX125580" y="connsiteY125580"/>
              </a:cxn>
              <a:cxn ang="0">
                <a:pos x="connsiteX125581" y="connsiteY125581"/>
              </a:cxn>
              <a:cxn ang="0">
                <a:pos x="connsiteX125582" y="connsiteY125582"/>
              </a:cxn>
              <a:cxn ang="0">
                <a:pos x="connsiteX125583" y="connsiteY125583"/>
              </a:cxn>
              <a:cxn ang="0">
                <a:pos x="connsiteX125584" y="connsiteY125584"/>
              </a:cxn>
              <a:cxn ang="0">
                <a:pos x="connsiteX125585" y="connsiteY125585"/>
              </a:cxn>
              <a:cxn ang="0">
                <a:pos x="connsiteX125586" y="connsiteY125586"/>
              </a:cxn>
              <a:cxn ang="0">
                <a:pos x="connsiteX125587" y="connsiteY125587"/>
              </a:cxn>
              <a:cxn ang="0">
                <a:pos x="connsiteX125588" y="connsiteY125588"/>
              </a:cxn>
              <a:cxn ang="0">
                <a:pos x="connsiteX125589" y="connsiteY125589"/>
              </a:cxn>
              <a:cxn ang="0">
                <a:pos x="connsiteX125590" y="connsiteY125590"/>
              </a:cxn>
              <a:cxn ang="0">
                <a:pos x="connsiteX125591" y="connsiteY125591"/>
              </a:cxn>
              <a:cxn ang="0">
                <a:pos x="connsiteX125592" y="connsiteY125592"/>
              </a:cxn>
              <a:cxn ang="0">
                <a:pos x="connsiteX125593" y="connsiteY125593"/>
              </a:cxn>
              <a:cxn ang="0">
                <a:pos x="connsiteX125594" y="connsiteY125594"/>
              </a:cxn>
              <a:cxn ang="0">
                <a:pos x="connsiteX125595" y="connsiteY125595"/>
              </a:cxn>
              <a:cxn ang="0">
                <a:pos x="connsiteX125596" y="connsiteY125596"/>
              </a:cxn>
              <a:cxn ang="0">
                <a:pos x="connsiteX125597" y="connsiteY125597"/>
              </a:cxn>
              <a:cxn ang="0">
                <a:pos x="connsiteX125598" y="connsiteY125598"/>
              </a:cxn>
              <a:cxn ang="0">
                <a:pos x="connsiteX125599" y="connsiteY125599"/>
              </a:cxn>
              <a:cxn ang="0">
                <a:pos x="connsiteX125600" y="connsiteY125600"/>
              </a:cxn>
              <a:cxn ang="0">
                <a:pos x="connsiteX125601" y="connsiteY125601"/>
              </a:cxn>
              <a:cxn ang="0">
                <a:pos x="connsiteX125602" y="connsiteY125602"/>
              </a:cxn>
              <a:cxn ang="0">
                <a:pos x="connsiteX125603" y="connsiteY125603"/>
              </a:cxn>
              <a:cxn ang="0">
                <a:pos x="connsiteX125604" y="connsiteY125604"/>
              </a:cxn>
              <a:cxn ang="0">
                <a:pos x="connsiteX125605" y="connsiteY125605"/>
              </a:cxn>
              <a:cxn ang="0">
                <a:pos x="connsiteX125606" y="connsiteY125606"/>
              </a:cxn>
              <a:cxn ang="0">
                <a:pos x="connsiteX125607" y="connsiteY125607"/>
              </a:cxn>
              <a:cxn ang="0">
                <a:pos x="connsiteX125608" y="connsiteY125608"/>
              </a:cxn>
              <a:cxn ang="0">
                <a:pos x="connsiteX125609" y="connsiteY125609"/>
              </a:cxn>
              <a:cxn ang="0">
                <a:pos x="connsiteX125610" y="connsiteY125610"/>
              </a:cxn>
              <a:cxn ang="0">
                <a:pos x="connsiteX125611" y="connsiteY125611"/>
              </a:cxn>
              <a:cxn ang="0">
                <a:pos x="connsiteX125612" y="connsiteY125612"/>
              </a:cxn>
              <a:cxn ang="0">
                <a:pos x="connsiteX125613" y="connsiteY125613"/>
              </a:cxn>
              <a:cxn ang="0">
                <a:pos x="connsiteX125614" y="connsiteY125614"/>
              </a:cxn>
              <a:cxn ang="0">
                <a:pos x="connsiteX125615" y="connsiteY125615"/>
              </a:cxn>
              <a:cxn ang="0">
                <a:pos x="connsiteX125616" y="connsiteY125616"/>
              </a:cxn>
              <a:cxn ang="0">
                <a:pos x="connsiteX125617" y="connsiteY125617"/>
              </a:cxn>
              <a:cxn ang="0">
                <a:pos x="connsiteX125618" y="connsiteY125618"/>
              </a:cxn>
              <a:cxn ang="0">
                <a:pos x="connsiteX125619" y="connsiteY125619"/>
              </a:cxn>
              <a:cxn ang="0">
                <a:pos x="connsiteX125620" y="connsiteY125620"/>
              </a:cxn>
              <a:cxn ang="0">
                <a:pos x="connsiteX125621" y="connsiteY125621"/>
              </a:cxn>
              <a:cxn ang="0">
                <a:pos x="connsiteX125622" y="connsiteY125622"/>
              </a:cxn>
              <a:cxn ang="0">
                <a:pos x="connsiteX125623" y="connsiteY125623"/>
              </a:cxn>
              <a:cxn ang="0">
                <a:pos x="connsiteX125624" y="connsiteY125624"/>
              </a:cxn>
              <a:cxn ang="0">
                <a:pos x="connsiteX125625" y="connsiteY125625"/>
              </a:cxn>
              <a:cxn ang="0">
                <a:pos x="connsiteX125626" y="connsiteY125626"/>
              </a:cxn>
              <a:cxn ang="0">
                <a:pos x="connsiteX125627" y="connsiteY125627"/>
              </a:cxn>
              <a:cxn ang="0">
                <a:pos x="connsiteX125628" y="connsiteY125628"/>
              </a:cxn>
              <a:cxn ang="0">
                <a:pos x="connsiteX125629" y="connsiteY125629"/>
              </a:cxn>
              <a:cxn ang="0">
                <a:pos x="connsiteX125630" y="connsiteY125630"/>
              </a:cxn>
              <a:cxn ang="0">
                <a:pos x="connsiteX125631" y="connsiteY125631"/>
              </a:cxn>
              <a:cxn ang="0">
                <a:pos x="connsiteX125632" y="connsiteY125632"/>
              </a:cxn>
              <a:cxn ang="0">
                <a:pos x="connsiteX125633" y="connsiteY125633"/>
              </a:cxn>
              <a:cxn ang="0">
                <a:pos x="connsiteX125634" y="connsiteY125634"/>
              </a:cxn>
              <a:cxn ang="0">
                <a:pos x="connsiteX125635" y="connsiteY125635"/>
              </a:cxn>
              <a:cxn ang="0">
                <a:pos x="connsiteX125636" y="connsiteY125636"/>
              </a:cxn>
              <a:cxn ang="0">
                <a:pos x="connsiteX125637" y="connsiteY125637"/>
              </a:cxn>
              <a:cxn ang="0">
                <a:pos x="connsiteX125638" y="connsiteY125638"/>
              </a:cxn>
              <a:cxn ang="0">
                <a:pos x="connsiteX125639" y="connsiteY125639"/>
              </a:cxn>
              <a:cxn ang="0">
                <a:pos x="connsiteX125640" y="connsiteY125640"/>
              </a:cxn>
              <a:cxn ang="0">
                <a:pos x="connsiteX125641" y="connsiteY125641"/>
              </a:cxn>
              <a:cxn ang="0">
                <a:pos x="connsiteX125642" y="connsiteY125642"/>
              </a:cxn>
              <a:cxn ang="0">
                <a:pos x="connsiteX125643" y="connsiteY125643"/>
              </a:cxn>
              <a:cxn ang="0">
                <a:pos x="connsiteX125644" y="connsiteY125644"/>
              </a:cxn>
              <a:cxn ang="0">
                <a:pos x="connsiteX125645" y="connsiteY125645"/>
              </a:cxn>
              <a:cxn ang="0">
                <a:pos x="connsiteX125646" y="connsiteY125646"/>
              </a:cxn>
              <a:cxn ang="0">
                <a:pos x="connsiteX125647" y="connsiteY125647"/>
              </a:cxn>
              <a:cxn ang="0">
                <a:pos x="connsiteX125648" y="connsiteY125648"/>
              </a:cxn>
              <a:cxn ang="0">
                <a:pos x="connsiteX125649" y="connsiteY125649"/>
              </a:cxn>
              <a:cxn ang="0">
                <a:pos x="connsiteX125650" y="connsiteY125650"/>
              </a:cxn>
              <a:cxn ang="0">
                <a:pos x="connsiteX125651" y="connsiteY125651"/>
              </a:cxn>
              <a:cxn ang="0">
                <a:pos x="connsiteX125652" y="connsiteY125652"/>
              </a:cxn>
              <a:cxn ang="0">
                <a:pos x="connsiteX125653" y="connsiteY125653"/>
              </a:cxn>
              <a:cxn ang="0">
                <a:pos x="connsiteX125654" y="connsiteY125654"/>
              </a:cxn>
              <a:cxn ang="0">
                <a:pos x="connsiteX125655" y="connsiteY125655"/>
              </a:cxn>
              <a:cxn ang="0">
                <a:pos x="connsiteX125656" y="connsiteY125656"/>
              </a:cxn>
              <a:cxn ang="0">
                <a:pos x="connsiteX125657" y="connsiteY125657"/>
              </a:cxn>
              <a:cxn ang="0">
                <a:pos x="connsiteX125658" y="connsiteY125658"/>
              </a:cxn>
              <a:cxn ang="0">
                <a:pos x="connsiteX125659" y="connsiteY125659"/>
              </a:cxn>
              <a:cxn ang="0">
                <a:pos x="connsiteX125660" y="connsiteY125660"/>
              </a:cxn>
              <a:cxn ang="0">
                <a:pos x="connsiteX125661" y="connsiteY125661"/>
              </a:cxn>
              <a:cxn ang="0">
                <a:pos x="connsiteX125662" y="connsiteY125662"/>
              </a:cxn>
              <a:cxn ang="0">
                <a:pos x="connsiteX125663" y="connsiteY125663"/>
              </a:cxn>
              <a:cxn ang="0">
                <a:pos x="connsiteX125664" y="connsiteY125664"/>
              </a:cxn>
              <a:cxn ang="0">
                <a:pos x="connsiteX125665" y="connsiteY125665"/>
              </a:cxn>
              <a:cxn ang="0">
                <a:pos x="connsiteX125666" y="connsiteY125666"/>
              </a:cxn>
              <a:cxn ang="0">
                <a:pos x="connsiteX125667" y="connsiteY125667"/>
              </a:cxn>
              <a:cxn ang="0">
                <a:pos x="connsiteX125668" y="connsiteY125668"/>
              </a:cxn>
              <a:cxn ang="0">
                <a:pos x="connsiteX125669" y="connsiteY125669"/>
              </a:cxn>
              <a:cxn ang="0">
                <a:pos x="connsiteX125670" y="connsiteY125670"/>
              </a:cxn>
              <a:cxn ang="0">
                <a:pos x="connsiteX125671" y="connsiteY125671"/>
              </a:cxn>
              <a:cxn ang="0">
                <a:pos x="connsiteX125672" y="connsiteY125672"/>
              </a:cxn>
              <a:cxn ang="0">
                <a:pos x="connsiteX125673" y="connsiteY125673"/>
              </a:cxn>
              <a:cxn ang="0">
                <a:pos x="connsiteX125674" y="connsiteY125674"/>
              </a:cxn>
              <a:cxn ang="0">
                <a:pos x="connsiteX125675" y="connsiteY125675"/>
              </a:cxn>
              <a:cxn ang="0">
                <a:pos x="connsiteX125676" y="connsiteY125676"/>
              </a:cxn>
              <a:cxn ang="0">
                <a:pos x="connsiteX125677" y="connsiteY125677"/>
              </a:cxn>
              <a:cxn ang="0">
                <a:pos x="connsiteX125678" y="connsiteY125678"/>
              </a:cxn>
              <a:cxn ang="0">
                <a:pos x="connsiteX125679" y="connsiteY125679"/>
              </a:cxn>
              <a:cxn ang="0">
                <a:pos x="connsiteX125680" y="connsiteY125680"/>
              </a:cxn>
              <a:cxn ang="0">
                <a:pos x="connsiteX125681" y="connsiteY125681"/>
              </a:cxn>
              <a:cxn ang="0">
                <a:pos x="connsiteX125682" y="connsiteY125682"/>
              </a:cxn>
              <a:cxn ang="0">
                <a:pos x="connsiteX125683" y="connsiteY125683"/>
              </a:cxn>
              <a:cxn ang="0">
                <a:pos x="connsiteX125684" y="connsiteY125684"/>
              </a:cxn>
              <a:cxn ang="0">
                <a:pos x="connsiteX125685" y="connsiteY125685"/>
              </a:cxn>
              <a:cxn ang="0">
                <a:pos x="connsiteX125686" y="connsiteY125686"/>
              </a:cxn>
              <a:cxn ang="0">
                <a:pos x="connsiteX125687" y="connsiteY125687"/>
              </a:cxn>
              <a:cxn ang="0">
                <a:pos x="connsiteX125688" y="connsiteY125688"/>
              </a:cxn>
              <a:cxn ang="0">
                <a:pos x="connsiteX125689" y="connsiteY125689"/>
              </a:cxn>
              <a:cxn ang="0">
                <a:pos x="connsiteX125690" y="connsiteY125690"/>
              </a:cxn>
              <a:cxn ang="0">
                <a:pos x="connsiteX125691" y="connsiteY125691"/>
              </a:cxn>
              <a:cxn ang="0">
                <a:pos x="connsiteX125692" y="connsiteY125692"/>
              </a:cxn>
              <a:cxn ang="0">
                <a:pos x="connsiteX125693" y="connsiteY125693"/>
              </a:cxn>
              <a:cxn ang="0">
                <a:pos x="connsiteX125694" y="connsiteY125694"/>
              </a:cxn>
              <a:cxn ang="0">
                <a:pos x="connsiteX125695" y="connsiteY125695"/>
              </a:cxn>
              <a:cxn ang="0">
                <a:pos x="connsiteX125696" y="connsiteY125696"/>
              </a:cxn>
              <a:cxn ang="0">
                <a:pos x="connsiteX125697" y="connsiteY125697"/>
              </a:cxn>
              <a:cxn ang="0">
                <a:pos x="connsiteX125698" y="connsiteY125698"/>
              </a:cxn>
              <a:cxn ang="0">
                <a:pos x="connsiteX125699" y="connsiteY125699"/>
              </a:cxn>
              <a:cxn ang="0">
                <a:pos x="connsiteX125700" y="connsiteY125700"/>
              </a:cxn>
              <a:cxn ang="0">
                <a:pos x="connsiteX125701" y="connsiteY125701"/>
              </a:cxn>
              <a:cxn ang="0">
                <a:pos x="connsiteX125702" y="connsiteY125702"/>
              </a:cxn>
              <a:cxn ang="0">
                <a:pos x="connsiteX125703" y="connsiteY125703"/>
              </a:cxn>
              <a:cxn ang="0">
                <a:pos x="connsiteX125704" y="connsiteY125704"/>
              </a:cxn>
              <a:cxn ang="0">
                <a:pos x="connsiteX125705" y="connsiteY125705"/>
              </a:cxn>
              <a:cxn ang="0">
                <a:pos x="connsiteX125706" y="connsiteY125706"/>
              </a:cxn>
              <a:cxn ang="0">
                <a:pos x="connsiteX125707" y="connsiteY125707"/>
              </a:cxn>
              <a:cxn ang="0">
                <a:pos x="connsiteX125708" y="connsiteY125708"/>
              </a:cxn>
              <a:cxn ang="0">
                <a:pos x="connsiteX125709" y="connsiteY125709"/>
              </a:cxn>
              <a:cxn ang="0">
                <a:pos x="connsiteX125710" y="connsiteY125710"/>
              </a:cxn>
              <a:cxn ang="0">
                <a:pos x="connsiteX125711" y="connsiteY125711"/>
              </a:cxn>
              <a:cxn ang="0">
                <a:pos x="connsiteX125712" y="connsiteY125712"/>
              </a:cxn>
              <a:cxn ang="0">
                <a:pos x="connsiteX125713" y="connsiteY125713"/>
              </a:cxn>
              <a:cxn ang="0">
                <a:pos x="connsiteX125714" y="connsiteY125714"/>
              </a:cxn>
              <a:cxn ang="0">
                <a:pos x="connsiteX125715" y="connsiteY125715"/>
              </a:cxn>
              <a:cxn ang="0">
                <a:pos x="connsiteX125716" y="connsiteY125716"/>
              </a:cxn>
              <a:cxn ang="0">
                <a:pos x="connsiteX125717" y="connsiteY125717"/>
              </a:cxn>
              <a:cxn ang="0">
                <a:pos x="connsiteX125718" y="connsiteY125718"/>
              </a:cxn>
              <a:cxn ang="0">
                <a:pos x="connsiteX125719" y="connsiteY125719"/>
              </a:cxn>
              <a:cxn ang="0">
                <a:pos x="connsiteX125720" y="connsiteY125720"/>
              </a:cxn>
              <a:cxn ang="0">
                <a:pos x="connsiteX125721" y="connsiteY125721"/>
              </a:cxn>
              <a:cxn ang="0">
                <a:pos x="connsiteX125722" y="connsiteY125722"/>
              </a:cxn>
              <a:cxn ang="0">
                <a:pos x="connsiteX125723" y="connsiteY125723"/>
              </a:cxn>
              <a:cxn ang="0">
                <a:pos x="connsiteX125724" y="connsiteY125724"/>
              </a:cxn>
              <a:cxn ang="0">
                <a:pos x="connsiteX125725" y="connsiteY125725"/>
              </a:cxn>
              <a:cxn ang="0">
                <a:pos x="connsiteX125726" y="connsiteY125726"/>
              </a:cxn>
              <a:cxn ang="0">
                <a:pos x="connsiteX125727" y="connsiteY125727"/>
              </a:cxn>
              <a:cxn ang="0">
                <a:pos x="connsiteX125728" y="connsiteY125728"/>
              </a:cxn>
              <a:cxn ang="0">
                <a:pos x="connsiteX125729" y="connsiteY125729"/>
              </a:cxn>
              <a:cxn ang="0">
                <a:pos x="connsiteX125730" y="connsiteY125730"/>
              </a:cxn>
              <a:cxn ang="0">
                <a:pos x="connsiteX125731" y="connsiteY125731"/>
              </a:cxn>
              <a:cxn ang="0">
                <a:pos x="connsiteX125732" y="connsiteY125732"/>
              </a:cxn>
              <a:cxn ang="0">
                <a:pos x="connsiteX125733" y="connsiteY125733"/>
              </a:cxn>
              <a:cxn ang="0">
                <a:pos x="connsiteX125734" y="connsiteY125734"/>
              </a:cxn>
              <a:cxn ang="0">
                <a:pos x="connsiteX125735" y="connsiteY125735"/>
              </a:cxn>
              <a:cxn ang="0">
                <a:pos x="connsiteX125736" y="connsiteY125736"/>
              </a:cxn>
              <a:cxn ang="0">
                <a:pos x="connsiteX125737" y="connsiteY125737"/>
              </a:cxn>
              <a:cxn ang="0">
                <a:pos x="connsiteX125738" y="connsiteY125738"/>
              </a:cxn>
              <a:cxn ang="0">
                <a:pos x="connsiteX125739" y="connsiteY125739"/>
              </a:cxn>
              <a:cxn ang="0">
                <a:pos x="connsiteX125740" y="connsiteY125740"/>
              </a:cxn>
              <a:cxn ang="0">
                <a:pos x="connsiteX125741" y="connsiteY125741"/>
              </a:cxn>
              <a:cxn ang="0">
                <a:pos x="connsiteX125742" y="connsiteY125742"/>
              </a:cxn>
              <a:cxn ang="0">
                <a:pos x="connsiteX125743" y="connsiteY125743"/>
              </a:cxn>
              <a:cxn ang="0">
                <a:pos x="connsiteX125744" y="connsiteY125744"/>
              </a:cxn>
              <a:cxn ang="0">
                <a:pos x="connsiteX125745" y="connsiteY125745"/>
              </a:cxn>
              <a:cxn ang="0">
                <a:pos x="connsiteX125746" y="connsiteY125746"/>
              </a:cxn>
              <a:cxn ang="0">
                <a:pos x="connsiteX125747" y="connsiteY125747"/>
              </a:cxn>
              <a:cxn ang="0">
                <a:pos x="connsiteX125748" y="connsiteY125748"/>
              </a:cxn>
              <a:cxn ang="0">
                <a:pos x="connsiteX125749" y="connsiteY125749"/>
              </a:cxn>
              <a:cxn ang="0">
                <a:pos x="connsiteX125750" y="connsiteY125750"/>
              </a:cxn>
              <a:cxn ang="0">
                <a:pos x="connsiteX125751" y="connsiteY125751"/>
              </a:cxn>
              <a:cxn ang="0">
                <a:pos x="connsiteX125752" y="connsiteY125752"/>
              </a:cxn>
              <a:cxn ang="0">
                <a:pos x="connsiteX125753" y="connsiteY125753"/>
              </a:cxn>
              <a:cxn ang="0">
                <a:pos x="connsiteX125754" y="connsiteY125754"/>
              </a:cxn>
              <a:cxn ang="0">
                <a:pos x="connsiteX125755" y="connsiteY125755"/>
              </a:cxn>
              <a:cxn ang="0">
                <a:pos x="connsiteX125756" y="connsiteY125756"/>
              </a:cxn>
              <a:cxn ang="0">
                <a:pos x="connsiteX125757" y="connsiteY125757"/>
              </a:cxn>
              <a:cxn ang="0">
                <a:pos x="connsiteX125758" y="connsiteY125758"/>
              </a:cxn>
              <a:cxn ang="0">
                <a:pos x="connsiteX125759" y="connsiteY125759"/>
              </a:cxn>
              <a:cxn ang="0">
                <a:pos x="connsiteX125760" y="connsiteY125760"/>
              </a:cxn>
              <a:cxn ang="0">
                <a:pos x="connsiteX125761" y="connsiteY125761"/>
              </a:cxn>
              <a:cxn ang="0">
                <a:pos x="connsiteX125762" y="connsiteY125762"/>
              </a:cxn>
              <a:cxn ang="0">
                <a:pos x="connsiteX125763" y="connsiteY125763"/>
              </a:cxn>
              <a:cxn ang="0">
                <a:pos x="connsiteX125764" y="connsiteY125764"/>
              </a:cxn>
              <a:cxn ang="0">
                <a:pos x="connsiteX125765" y="connsiteY125765"/>
              </a:cxn>
              <a:cxn ang="0">
                <a:pos x="connsiteX125766" y="connsiteY125766"/>
              </a:cxn>
              <a:cxn ang="0">
                <a:pos x="connsiteX125767" y="connsiteY125767"/>
              </a:cxn>
              <a:cxn ang="0">
                <a:pos x="connsiteX125768" y="connsiteY125768"/>
              </a:cxn>
              <a:cxn ang="0">
                <a:pos x="connsiteX125769" y="connsiteY125769"/>
              </a:cxn>
              <a:cxn ang="0">
                <a:pos x="connsiteX125770" y="connsiteY125770"/>
              </a:cxn>
              <a:cxn ang="0">
                <a:pos x="connsiteX125771" y="connsiteY125771"/>
              </a:cxn>
              <a:cxn ang="0">
                <a:pos x="connsiteX125772" y="connsiteY125772"/>
              </a:cxn>
              <a:cxn ang="0">
                <a:pos x="connsiteX125773" y="connsiteY125773"/>
              </a:cxn>
              <a:cxn ang="0">
                <a:pos x="connsiteX125774" y="connsiteY125774"/>
              </a:cxn>
              <a:cxn ang="0">
                <a:pos x="connsiteX125775" y="connsiteY125775"/>
              </a:cxn>
              <a:cxn ang="0">
                <a:pos x="connsiteX125776" y="connsiteY125776"/>
              </a:cxn>
              <a:cxn ang="0">
                <a:pos x="connsiteX125777" y="connsiteY125777"/>
              </a:cxn>
              <a:cxn ang="0">
                <a:pos x="connsiteX125778" y="connsiteY125778"/>
              </a:cxn>
              <a:cxn ang="0">
                <a:pos x="connsiteX125779" y="connsiteY125779"/>
              </a:cxn>
              <a:cxn ang="0">
                <a:pos x="connsiteX125780" y="connsiteY125780"/>
              </a:cxn>
              <a:cxn ang="0">
                <a:pos x="connsiteX125781" y="connsiteY125781"/>
              </a:cxn>
              <a:cxn ang="0">
                <a:pos x="connsiteX125782" y="connsiteY125782"/>
              </a:cxn>
              <a:cxn ang="0">
                <a:pos x="connsiteX125783" y="connsiteY125783"/>
              </a:cxn>
              <a:cxn ang="0">
                <a:pos x="connsiteX125784" y="connsiteY125784"/>
              </a:cxn>
              <a:cxn ang="0">
                <a:pos x="connsiteX125785" y="connsiteY125785"/>
              </a:cxn>
              <a:cxn ang="0">
                <a:pos x="connsiteX125786" y="connsiteY125786"/>
              </a:cxn>
              <a:cxn ang="0">
                <a:pos x="connsiteX125787" y="connsiteY125787"/>
              </a:cxn>
              <a:cxn ang="0">
                <a:pos x="connsiteX125788" y="connsiteY125788"/>
              </a:cxn>
              <a:cxn ang="0">
                <a:pos x="connsiteX125789" y="connsiteY125789"/>
              </a:cxn>
              <a:cxn ang="0">
                <a:pos x="connsiteX125790" y="connsiteY125790"/>
              </a:cxn>
              <a:cxn ang="0">
                <a:pos x="connsiteX125791" y="connsiteY125791"/>
              </a:cxn>
              <a:cxn ang="0">
                <a:pos x="connsiteX125792" y="connsiteY125792"/>
              </a:cxn>
              <a:cxn ang="0">
                <a:pos x="connsiteX125793" y="connsiteY125793"/>
              </a:cxn>
              <a:cxn ang="0">
                <a:pos x="connsiteX125794" y="connsiteY125794"/>
              </a:cxn>
              <a:cxn ang="0">
                <a:pos x="connsiteX125795" y="connsiteY125795"/>
              </a:cxn>
              <a:cxn ang="0">
                <a:pos x="connsiteX125796" y="connsiteY125796"/>
              </a:cxn>
              <a:cxn ang="0">
                <a:pos x="connsiteX125797" y="connsiteY125797"/>
              </a:cxn>
              <a:cxn ang="0">
                <a:pos x="connsiteX125798" y="connsiteY125798"/>
              </a:cxn>
              <a:cxn ang="0">
                <a:pos x="connsiteX125799" y="connsiteY125799"/>
              </a:cxn>
              <a:cxn ang="0">
                <a:pos x="connsiteX125800" y="connsiteY125800"/>
              </a:cxn>
              <a:cxn ang="0">
                <a:pos x="connsiteX125801" y="connsiteY125801"/>
              </a:cxn>
              <a:cxn ang="0">
                <a:pos x="connsiteX125802" y="connsiteY125802"/>
              </a:cxn>
              <a:cxn ang="0">
                <a:pos x="connsiteX125803" y="connsiteY125803"/>
              </a:cxn>
              <a:cxn ang="0">
                <a:pos x="connsiteX125804" y="connsiteY125804"/>
              </a:cxn>
              <a:cxn ang="0">
                <a:pos x="connsiteX125805" y="connsiteY125805"/>
              </a:cxn>
              <a:cxn ang="0">
                <a:pos x="connsiteX125806" y="connsiteY125806"/>
              </a:cxn>
              <a:cxn ang="0">
                <a:pos x="connsiteX125807" y="connsiteY125807"/>
              </a:cxn>
              <a:cxn ang="0">
                <a:pos x="connsiteX125808" y="connsiteY125808"/>
              </a:cxn>
              <a:cxn ang="0">
                <a:pos x="connsiteX125809" y="connsiteY125809"/>
              </a:cxn>
              <a:cxn ang="0">
                <a:pos x="connsiteX125810" y="connsiteY125810"/>
              </a:cxn>
              <a:cxn ang="0">
                <a:pos x="connsiteX125811" y="connsiteY125811"/>
              </a:cxn>
              <a:cxn ang="0">
                <a:pos x="connsiteX125812" y="connsiteY125812"/>
              </a:cxn>
              <a:cxn ang="0">
                <a:pos x="connsiteX125813" y="connsiteY125813"/>
              </a:cxn>
              <a:cxn ang="0">
                <a:pos x="connsiteX125814" y="connsiteY125814"/>
              </a:cxn>
              <a:cxn ang="0">
                <a:pos x="connsiteX125815" y="connsiteY125815"/>
              </a:cxn>
              <a:cxn ang="0">
                <a:pos x="connsiteX125816" y="connsiteY125816"/>
              </a:cxn>
              <a:cxn ang="0">
                <a:pos x="connsiteX125817" y="connsiteY125817"/>
              </a:cxn>
              <a:cxn ang="0">
                <a:pos x="connsiteX125818" y="connsiteY125818"/>
              </a:cxn>
              <a:cxn ang="0">
                <a:pos x="connsiteX125819" y="connsiteY125819"/>
              </a:cxn>
              <a:cxn ang="0">
                <a:pos x="connsiteX125820" y="connsiteY125820"/>
              </a:cxn>
              <a:cxn ang="0">
                <a:pos x="connsiteX125821" y="connsiteY125821"/>
              </a:cxn>
              <a:cxn ang="0">
                <a:pos x="connsiteX125822" y="connsiteY125822"/>
              </a:cxn>
              <a:cxn ang="0">
                <a:pos x="connsiteX125823" y="connsiteY125823"/>
              </a:cxn>
              <a:cxn ang="0">
                <a:pos x="connsiteX125824" y="connsiteY125824"/>
              </a:cxn>
              <a:cxn ang="0">
                <a:pos x="connsiteX125825" y="connsiteY125825"/>
              </a:cxn>
              <a:cxn ang="0">
                <a:pos x="connsiteX125826" y="connsiteY125826"/>
              </a:cxn>
              <a:cxn ang="0">
                <a:pos x="connsiteX125827" y="connsiteY125827"/>
              </a:cxn>
              <a:cxn ang="0">
                <a:pos x="connsiteX125828" y="connsiteY125828"/>
              </a:cxn>
              <a:cxn ang="0">
                <a:pos x="connsiteX125829" y="connsiteY125829"/>
              </a:cxn>
              <a:cxn ang="0">
                <a:pos x="connsiteX125830" y="connsiteY125830"/>
              </a:cxn>
              <a:cxn ang="0">
                <a:pos x="connsiteX125831" y="connsiteY125831"/>
              </a:cxn>
              <a:cxn ang="0">
                <a:pos x="connsiteX125832" y="connsiteY125832"/>
              </a:cxn>
              <a:cxn ang="0">
                <a:pos x="connsiteX125833" y="connsiteY125833"/>
              </a:cxn>
              <a:cxn ang="0">
                <a:pos x="connsiteX125834" y="connsiteY125834"/>
              </a:cxn>
              <a:cxn ang="0">
                <a:pos x="connsiteX125835" y="connsiteY125835"/>
              </a:cxn>
              <a:cxn ang="0">
                <a:pos x="connsiteX125836" y="connsiteY125836"/>
              </a:cxn>
              <a:cxn ang="0">
                <a:pos x="connsiteX125837" y="connsiteY125837"/>
              </a:cxn>
              <a:cxn ang="0">
                <a:pos x="connsiteX125838" y="connsiteY125838"/>
              </a:cxn>
              <a:cxn ang="0">
                <a:pos x="connsiteX125839" y="connsiteY125839"/>
              </a:cxn>
              <a:cxn ang="0">
                <a:pos x="connsiteX125840" y="connsiteY125840"/>
              </a:cxn>
              <a:cxn ang="0">
                <a:pos x="connsiteX125841" y="connsiteY125841"/>
              </a:cxn>
              <a:cxn ang="0">
                <a:pos x="connsiteX125842" y="connsiteY125842"/>
              </a:cxn>
              <a:cxn ang="0">
                <a:pos x="connsiteX125843" y="connsiteY125843"/>
              </a:cxn>
              <a:cxn ang="0">
                <a:pos x="connsiteX125844" y="connsiteY125844"/>
              </a:cxn>
              <a:cxn ang="0">
                <a:pos x="connsiteX125845" y="connsiteY125845"/>
              </a:cxn>
              <a:cxn ang="0">
                <a:pos x="connsiteX125846" y="connsiteY125846"/>
              </a:cxn>
              <a:cxn ang="0">
                <a:pos x="connsiteX125847" y="connsiteY125847"/>
              </a:cxn>
              <a:cxn ang="0">
                <a:pos x="connsiteX125848" y="connsiteY125848"/>
              </a:cxn>
              <a:cxn ang="0">
                <a:pos x="connsiteX125849" y="connsiteY125849"/>
              </a:cxn>
              <a:cxn ang="0">
                <a:pos x="connsiteX125850" y="connsiteY125850"/>
              </a:cxn>
              <a:cxn ang="0">
                <a:pos x="connsiteX125851" y="connsiteY125851"/>
              </a:cxn>
              <a:cxn ang="0">
                <a:pos x="connsiteX125852" y="connsiteY125852"/>
              </a:cxn>
              <a:cxn ang="0">
                <a:pos x="connsiteX125853" y="connsiteY125853"/>
              </a:cxn>
              <a:cxn ang="0">
                <a:pos x="connsiteX125854" y="connsiteY125854"/>
              </a:cxn>
              <a:cxn ang="0">
                <a:pos x="connsiteX125855" y="connsiteY125855"/>
              </a:cxn>
              <a:cxn ang="0">
                <a:pos x="connsiteX125856" y="connsiteY125856"/>
              </a:cxn>
              <a:cxn ang="0">
                <a:pos x="connsiteX125857" y="connsiteY125857"/>
              </a:cxn>
              <a:cxn ang="0">
                <a:pos x="connsiteX125858" y="connsiteY125858"/>
              </a:cxn>
              <a:cxn ang="0">
                <a:pos x="connsiteX125859" y="connsiteY125859"/>
              </a:cxn>
              <a:cxn ang="0">
                <a:pos x="connsiteX125860" y="connsiteY125860"/>
              </a:cxn>
              <a:cxn ang="0">
                <a:pos x="connsiteX125861" y="connsiteY125861"/>
              </a:cxn>
              <a:cxn ang="0">
                <a:pos x="connsiteX125862" y="connsiteY125862"/>
              </a:cxn>
              <a:cxn ang="0">
                <a:pos x="connsiteX125863" y="connsiteY125863"/>
              </a:cxn>
              <a:cxn ang="0">
                <a:pos x="connsiteX125864" y="connsiteY125864"/>
              </a:cxn>
              <a:cxn ang="0">
                <a:pos x="connsiteX125865" y="connsiteY125865"/>
              </a:cxn>
              <a:cxn ang="0">
                <a:pos x="connsiteX125866" y="connsiteY125866"/>
              </a:cxn>
              <a:cxn ang="0">
                <a:pos x="connsiteX125867" y="connsiteY125867"/>
              </a:cxn>
              <a:cxn ang="0">
                <a:pos x="connsiteX125868" y="connsiteY125868"/>
              </a:cxn>
              <a:cxn ang="0">
                <a:pos x="connsiteX125869" y="connsiteY125869"/>
              </a:cxn>
              <a:cxn ang="0">
                <a:pos x="connsiteX125870" y="connsiteY125870"/>
              </a:cxn>
              <a:cxn ang="0">
                <a:pos x="connsiteX125871" y="connsiteY125871"/>
              </a:cxn>
              <a:cxn ang="0">
                <a:pos x="connsiteX125872" y="connsiteY125872"/>
              </a:cxn>
              <a:cxn ang="0">
                <a:pos x="connsiteX125873" y="connsiteY125873"/>
              </a:cxn>
              <a:cxn ang="0">
                <a:pos x="connsiteX125874" y="connsiteY125874"/>
              </a:cxn>
              <a:cxn ang="0">
                <a:pos x="connsiteX125875" y="connsiteY125875"/>
              </a:cxn>
              <a:cxn ang="0">
                <a:pos x="connsiteX125876" y="connsiteY125876"/>
              </a:cxn>
              <a:cxn ang="0">
                <a:pos x="connsiteX125877" y="connsiteY125877"/>
              </a:cxn>
              <a:cxn ang="0">
                <a:pos x="connsiteX125878" y="connsiteY125878"/>
              </a:cxn>
              <a:cxn ang="0">
                <a:pos x="connsiteX125879" y="connsiteY125879"/>
              </a:cxn>
              <a:cxn ang="0">
                <a:pos x="connsiteX125880" y="connsiteY125880"/>
              </a:cxn>
              <a:cxn ang="0">
                <a:pos x="connsiteX125881" y="connsiteY125881"/>
              </a:cxn>
              <a:cxn ang="0">
                <a:pos x="connsiteX125882" y="connsiteY125882"/>
              </a:cxn>
              <a:cxn ang="0">
                <a:pos x="connsiteX125883" y="connsiteY125883"/>
              </a:cxn>
              <a:cxn ang="0">
                <a:pos x="connsiteX125884" y="connsiteY125884"/>
              </a:cxn>
              <a:cxn ang="0">
                <a:pos x="connsiteX125885" y="connsiteY125885"/>
              </a:cxn>
              <a:cxn ang="0">
                <a:pos x="connsiteX125886" y="connsiteY125886"/>
              </a:cxn>
              <a:cxn ang="0">
                <a:pos x="connsiteX125887" y="connsiteY125887"/>
              </a:cxn>
              <a:cxn ang="0">
                <a:pos x="connsiteX125888" y="connsiteY125888"/>
              </a:cxn>
              <a:cxn ang="0">
                <a:pos x="connsiteX125889" y="connsiteY125889"/>
              </a:cxn>
              <a:cxn ang="0">
                <a:pos x="connsiteX125890" y="connsiteY125890"/>
              </a:cxn>
              <a:cxn ang="0">
                <a:pos x="connsiteX125891" y="connsiteY125891"/>
              </a:cxn>
              <a:cxn ang="0">
                <a:pos x="connsiteX125892" y="connsiteY125892"/>
              </a:cxn>
              <a:cxn ang="0">
                <a:pos x="connsiteX125893" y="connsiteY125893"/>
              </a:cxn>
              <a:cxn ang="0">
                <a:pos x="connsiteX125894" y="connsiteY125894"/>
              </a:cxn>
              <a:cxn ang="0">
                <a:pos x="connsiteX125895" y="connsiteY125895"/>
              </a:cxn>
              <a:cxn ang="0">
                <a:pos x="connsiteX125896" y="connsiteY125896"/>
              </a:cxn>
              <a:cxn ang="0">
                <a:pos x="connsiteX125897" y="connsiteY125897"/>
              </a:cxn>
              <a:cxn ang="0">
                <a:pos x="connsiteX125898" y="connsiteY125898"/>
              </a:cxn>
              <a:cxn ang="0">
                <a:pos x="connsiteX125899" y="connsiteY125899"/>
              </a:cxn>
              <a:cxn ang="0">
                <a:pos x="connsiteX125900" y="connsiteY125900"/>
              </a:cxn>
              <a:cxn ang="0">
                <a:pos x="connsiteX125901" y="connsiteY125901"/>
              </a:cxn>
              <a:cxn ang="0">
                <a:pos x="connsiteX125902" y="connsiteY125902"/>
              </a:cxn>
              <a:cxn ang="0">
                <a:pos x="connsiteX125903" y="connsiteY125903"/>
              </a:cxn>
              <a:cxn ang="0">
                <a:pos x="connsiteX125904" y="connsiteY125904"/>
              </a:cxn>
              <a:cxn ang="0">
                <a:pos x="connsiteX125905" y="connsiteY125905"/>
              </a:cxn>
              <a:cxn ang="0">
                <a:pos x="connsiteX125906" y="connsiteY125906"/>
              </a:cxn>
              <a:cxn ang="0">
                <a:pos x="connsiteX125907" y="connsiteY125907"/>
              </a:cxn>
              <a:cxn ang="0">
                <a:pos x="connsiteX125908" y="connsiteY125908"/>
              </a:cxn>
              <a:cxn ang="0">
                <a:pos x="connsiteX125909" y="connsiteY125909"/>
              </a:cxn>
              <a:cxn ang="0">
                <a:pos x="connsiteX125910" y="connsiteY125910"/>
              </a:cxn>
              <a:cxn ang="0">
                <a:pos x="connsiteX125911" y="connsiteY125911"/>
              </a:cxn>
              <a:cxn ang="0">
                <a:pos x="connsiteX125912" y="connsiteY125912"/>
              </a:cxn>
              <a:cxn ang="0">
                <a:pos x="connsiteX125913" y="connsiteY125913"/>
              </a:cxn>
              <a:cxn ang="0">
                <a:pos x="connsiteX125914" y="connsiteY125914"/>
              </a:cxn>
              <a:cxn ang="0">
                <a:pos x="connsiteX125915" y="connsiteY125915"/>
              </a:cxn>
              <a:cxn ang="0">
                <a:pos x="connsiteX125916" y="connsiteY125916"/>
              </a:cxn>
              <a:cxn ang="0">
                <a:pos x="connsiteX125917" y="connsiteY125917"/>
              </a:cxn>
              <a:cxn ang="0">
                <a:pos x="connsiteX125918" y="connsiteY125918"/>
              </a:cxn>
              <a:cxn ang="0">
                <a:pos x="connsiteX125919" y="connsiteY125919"/>
              </a:cxn>
              <a:cxn ang="0">
                <a:pos x="connsiteX125920" y="connsiteY125920"/>
              </a:cxn>
              <a:cxn ang="0">
                <a:pos x="connsiteX125921" y="connsiteY125921"/>
              </a:cxn>
              <a:cxn ang="0">
                <a:pos x="connsiteX125922" y="connsiteY125922"/>
              </a:cxn>
              <a:cxn ang="0">
                <a:pos x="connsiteX125923" y="connsiteY125923"/>
              </a:cxn>
              <a:cxn ang="0">
                <a:pos x="connsiteX125924" y="connsiteY125924"/>
              </a:cxn>
              <a:cxn ang="0">
                <a:pos x="connsiteX125925" y="connsiteY125925"/>
              </a:cxn>
              <a:cxn ang="0">
                <a:pos x="connsiteX125926" y="connsiteY125926"/>
              </a:cxn>
              <a:cxn ang="0">
                <a:pos x="connsiteX125927" y="connsiteY125927"/>
              </a:cxn>
              <a:cxn ang="0">
                <a:pos x="connsiteX125928" y="connsiteY125928"/>
              </a:cxn>
              <a:cxn ang="0">
                <a:pos x="connsiteX125929" y="connsiteY125929"/>
              </a:cxn>
              <a:cxn ang="0">
                <a:pos x="connsiteX125930" y="connsiteY125930"/>
              </a:cxn>
              <a:cxn ang="0">
                <a:pos x="connsiteX125931" y="connsiteY125931"/>
              </a:cxn>
              <a:cxn ang="0">
                <a:pos x="connsiteX125932" y="connsiteY125932"/>
              </a:cxn>
              <a:cxn ang="0">
                <a:pos x="connsiteX125933" y="connsiteY125933"/>
              </a:cxn>
              <a:cxn ang="0">
                <a:pos x="connsiteX125934" y="connsiteY125934"/>
              </a:cxn>
              <a:cxn ang="0">
                <a:pos x="connsiteX125935" y="connsiteY125935"/>
              </a:cxn>
              <a:cxn ang="0">
                <a:pos x="connsiteX125936" y="connsiteY125936"/>
              </a:cxn>
              <a:cxn ang="0">
                <a:pos x="connsiteX125937" y="connsiteY125937"/>
              </a:cxn>
              <a:cxn ang="0">
                <a:pos x="connsiteX125938" y="connsiteY125938"/>
              </a:cxn>
              <a:cxn ang="0">
                <a:pos x="connsiteX125939" y="connsiteY125939"/>
              </a:cxn>
              <a:cxn ang="0">
                <a:pos x="connsiteX125940" y="connsiteY125940"/>
              </a:cxn>
              <a:cxn ang="0">
                <a:pos x="connsiteX125941" y="connsiteY125941"/>
              </a:cxn>
              <a:cxn ang="0">
                <a:pos x="connsiteX125942" y="connsiteY125942"/>
              </a:cxn>
              <a:cxn ang="0">
                <a:pos x="connsiteX125943" y="connsiteY125943"/>
              </a:cxn>
              <a:cxn ang="0">
                <a:pos x="connsiteX125944" y="connsiteY125944"/>
              </a:cxn>
              <a:cxn ang="0">
                <a:pos x="connsiteX125945" y="connsiteY125945"/>
              </a:cxn>
              <a:cxn ang="0">
                <a:pos x="connsiteX125946" y="connsiteY125946"/>
              </a:cxn>
              <a:cxn ang="0">
                <a:pos x="connsiteX125947" y="connsiteY125947"/>
              </a:cxn>
              <a:cxn ang="0">
                <a:pos x="connsiteX125948" y="connsiteY125948"/>
              </a:cxn>
              <a:cxn ang="0">
                <a:pos x="connsiteX125949" y="connsiteY125949"/>
              </a:cxn>
              <a:cxn ang="0">
                <a:pos x="connsiteX125950" y="connsiteY125950"/>
              </a:cxn>
              <a:cxn ang="0">
                <a:pos x="connsiteX125951" y="connsiteY125951"/>
              </a:cxn>
              <a:cxn ang="0">
                <a:pos x="connsiteX125952" y="connsiteY125952"/>
              </a:cxn>
              <a:cxn ang="0">
                <a:pos x="connsiteX125953" y="connsiteY125953"/>
              </a:cxn>
              <a:cxn ang="0">
                <a:pos x="connsiteX125954" y="connsiteY125954"/>
              </a:cxn>
              <a:cxn ang="0">
                <a:pos x="connsiteX125955" y="connsiteY125955"/>
              </a:cxn>
              <a:cxn ang="0">
                <a:pos x="connsiteX125956" y="connsiteY125956"/>
              </a:cxn>
              <a:cxn ang="0">
                <a:pos x="connsiteX125957" y="connsiteY125957"/>
              </a:cxn>
              <a:cxn ang="0">
                <a:pos x="connsiteX125958" y="connsiteY125958"/>
              </a:cxn>
              <a:cxn ang="0">
                <a:pos x="connsiteX125959" y="connsiteY125959"/>
              </a:cxn>
              <a:cxn ang="0">
                <a:pos x="connsiteX125960" y="connsiteY125960"/>
              </a:cxn>
              <a:cxn ang="0">
                <a:pos x="connsiteX125961" y="connsiteY125961"/>
              </a:cxn>
              <a:cxn ang="0">
                <a:pos x="connsiteX125962" y="connsiteY125962"/>
              </a:cxn>
              <a:cxn ang="0">
                <a:pos x="connsiteX125963" y="connsiteY125963"/>
              </a:cxn>
              <a:cxn ang="0">
                <a:pos x="connsiteX125964" y="connsiteY125964"/>
              </a:cxn>
              <a:cxn ang="0">
                <a:pos x="connsiteX125965" y="connsiteY125965"/>
              </a:cxn>
              <a:cxn ang="0">
                <a:pos x="connsiteX125966" y="connsiteY125966"/>
              </a:cxn>
              <a:cxn ang="0">
                <a:pos x="connsiteX125967" y="connsiteY125967"/>
              </a:cxn>
              <a:cxn ang="0">
                <a:pos x="connsiteX125968" y="connsiteY125968"/>
              </a:cxn>
              <a:cxn ang="0">
                <a:pos x="connsiteX125969" y="connsiteY125969"/>
              </a:cxn>
              <a:cxn ang="0">
                <a:pos x="connsiteX125970" y="connsiteY125970"/>
              </a:cxn>
              <a:cxn ang="0">
                <a:pos x="connsiteX125971" y="connsiteY125971"/>
              </a:cxn>
              <a:cxn ang="0">
                <a:pos x="connsiteX125972" y="connsiteY125972"/>
              </a:cxn>
              <a:cxn ang="0">
                <a:pos x="connsiteX125973" y="connsiteY125973"/>
              </a:cxn>
              <a:cxn ang="0">
                <a:pos x="connsiteX125974" y="connsiteY125974"/>
              </a:cxn>
              <a:cxn ang="0">
                <a:pos x="connsiteX125975" y="connsiteY125975"/>
              </a:cxn>
              <a:cxn ang="0">
                <a:pos x="connsiteX125976" y="connsiteY125976"/>
              </a:cxn>
              <a:cxn ang="0">
                <a:pos x="connsiteX125977" y="connsiteY125977"/>
              </a:cxn>
              <a:cxn ang="0">
                <a:pos x="connsiteX125978" y="connsiteY125978"/>
              </a:cxn>
              <a:cxn ang="0">
                <a:pos x="connsiteX125979" y="connsiteY125979"/>
              </a:cxn>
              <a:cxn ang="0">
                <a:pos x="connsiteX125980" y="connsiteY125980"/>
              </a:cxn>
              <a:cxn ang="0">
                <a:pos x="connsiteX125981" y="connsiteY125981"/>
              </a:cxn>
              <a:cxn ang="0">
                <a:pos x="connsiteX125982" y="connsiteY125982"/>
              </a:cxn>
              <a:cxn ang="0">
                <a:pos x="connsiteX125983" y="connsiteY125983"/>
              </a:cxn>
              <a:cxn ang="0">
                <a:pos x="connsiteX125984" y="connsiteY125984"/>
              </a:cxn>
              <a:cxn ang="0">
                <a:pos x="connsiteX125985" y="connsiteY125985"/>
              </a:cxn>
              <a:cxn ang="0">
                <a:pos x="connsiteX125986" y="connsiteY125986"/>
              </a:cxn>
              <a:cxn ang="0">
                <a:pos x="connsiteX125987" y="connsiteY125987"/>
              </a:cxn>
              <a:cxn ang="0">
                <a:pos x="connsiteX125988" y="connsiteY125988"/>
              </a:cxn>
              <a:cxn ang="0">
                <a:pos x="connsiteX125989" y="connsiteY125989"/>
              </a:cxn>
              <a:cxn ang="0">
                <a:pos x="connsiteX125990" y="connsiteY125990"/>
              </a:cxn>
              <a:cxn ang="0">
                <a:pos x="connsiteX125991" y="connsiteY125991"/>
              </a:cxn>
              <a:cxn ang="0">
                <a:pos x="connsiteX125992" y="connsiteY125992"/>
              </a:cxn>
              <a:cxn ang="0">
                <a:pos x="connsiteX125993" y="connsiteY125993"/>
              </a:cxn>
              <a:cxn ang="0">
                <a:pos x="connsiteX125994" y="connsiteY125994"/>
              </a:cxn>
              <a:cxn ang="0">
                <a:pos x="connsiteX125995" y="connsiteY125995"/>
              </a:cxn>
              <a:cxn ang="0">
                <a:pos x="connsiteX125996" y="connsiteY125996"/>
              </a:cxn>
              <a:cxn ang="0">
                <a:pos x="connsiteX125997" y="connsiteY125997"/>
              </a:cxn>
              <a:cxn ang="0">
                <a:pos x="connsiteX125998" y="connsiteY125998"/>
              </a:cxn>
              <a:cxn ang="0">
                <a:pos x="connsiteX125999" y="connsiteY125999"/>
              </a:cxn>
              <a:cxn ang="0">
                <a:pos x="connsiteX126000" y="connsiteY126000"/>
              </a:cxn>
              <a:cxn ang="0">
                <a:pos x="connsiteX126001" y="connsiteY126001"/>
              </a:cxn>
              <a:cxn ang="0">
                <a:pos x="connsiteX126002" y="connsiteY126002"/>
              </a:cxn>
              <a:cxn ang="0">
                <a:pos x="connsiteX126003" y="connsiteY126003"/>
              </a:cxn>
              <a:cxn ang="0">
                <a:pos x="connsiteX126004" y="connsiteY126004"/>
              </a:cxn>
              <a:cxn ang="0">
                <a:pos x="connsiteX126005" y="connsiteY126005"/>
              </a:cxn>
              <a:cxn ang="0">
                <a:pos x="connsiteX126006" y="connsiteY126006"/>
              </a:cxn>
              <a:cxn ang="0">
                <a:pos x="connsiteX126007" y="connsiteY126007"/>
              </a:cxn>
              <a:cxn ang="0">
                <a:pos x="connsiteX126008" y="connsiteY126008"/>
              </a:cxn>
              <a:cxn ang="0">
                <a:pos x="connsiteX126009" y="connsiteY126009"/>
              </a:cxn>
              <a:cxn ang="0">
                <a:pos x="connsiteX126010" y="connsiteY126010"/>
              </a:cxn>
              <a:cxn ang="0">
                <a:pos x="connsiteX126011" y="connsiteY126011"/>
              </a:cxn>
              <a:cxn ang="0">
                <a:pos x="connsiteX126012" y="connsiteY126012"/>
              </a:cxn>
              <a:cxn ang="0">
                <a:pos x="connsiteX126013" y="connsiteY126013"/>
              </a:cxn>
              <a:cxn ang="0">
                <a:pos x="connsiteX126014" y="connsiteY126014"/>
              </a:cxn>
              <a:cxn ang="0">
                <a:pos x="connsiteX126015" y="connsiteY126015"/>
              </a:cxn>
              <a:cxn ang="0">
                <a:pos x="connsiteX126016" y="connsiteY126016"/>
              </a:cxn>
              <a:cxn ang="0">
                <a:pos x="connsiteX126017" y="connsiteY126017"/>
              </a:cxn>
              <a:cxn ang="0">
                <a:pos x="connsiteX126018" y="connsiteY126018"/>
              </a:cxn>
              <a:cxn ang="0">
                <a:pos x="connsiteX126019" y="connsiteY126019"/>
              </a:cxn>
              <a:cxn ang="0">
                <a:pos x="connsiteX126020" y="connsiteY126020"/>
              </a:cxn>
              <a:cxn ang="0">
                <a:pos x="connsiteX126021" y="connsiteY126021"/>
              </a:cxn>
              <a:cxn ang="0">
                <a:pos x="connsiteX126022" y="connsiteY126022"/>
              </a:cxn>
              <a:cxn ang="0">
                <a:pos x="connsiteX126023" y="connsiteY126023"/>
              </a:cxn>
              <a:cxn ang="0">
                <a:pos x="connsiteX126024" y="connsiteY126024"/>
              </a:cxn>
              <a:cxn ang="0">
                <a:pos x="connsiteX126025" y="connsiteY126025"/>
              </a:cxn>
              <a:cxn ang="0">
                <a:pos x="connsiteX126026" y="connsiteY126026"/>
              </a:cxn>
              <a:cxn ang="0">
                <a:pos x="connsiteX126027" y="connsiteY126027"/>
              </a:cxn>
              <a:cxn ang="0">
                <a:pos x="connsiteX126028" y="connsiteY126028"/>
              </a:cxn>
              <a:cxn ang="0">
                <a:pos x="connsiteX126029" y="connsiteY126029"/>
              </a:cxn>
              <a:cxn ang="0">
                <a:pos x="connsiteX126030" y="connsiteY126030"/>
              </a:cxn>
              <a:cxn ang="0">
                <a:pos x="connsiteX126031" y="connsiteY126031"/>
              </a:cxn>
              <a:cxn ang="0">
                <a:pos x="connsiteX126032" y="connsiteY126032"/>
              </a:cxn>
              <a:cxn ang="0">
                <a:pos x="connsiteX126033" y="connsiteY126033"/>
              </a:cxn>
              <a:cxn ang="0">
                <a:pos x="connsiteX126034" y="connsiteY126034"/>
              </a:cxn>
              <a:cxn ang="0">
                <a:pos x="connsiteX126035" y="connsiteY126035"/>
              </a:cxn>
              <a:cxn ang="0">
                <a:pos x="connsiteX126036" y="connsiteY126036"/>
              </a:cxn>
              <a:cxn ang="0">
                <a:pos x="connsiteX126037" y="connsiteY126037"/>
              </a:cxn>
              <a:cxn ang="0">
                <a:pos x="connsiteX126038" y="connsiteY126038"/>
              </a:cxn>
              <a:cxn ang="0">
                <a:pos x="connsiteX126039" y="connsiteY126039"/>
              </a:cxn>
              <a:cxn ang="0">
                <a:pos x="connsiteX126040" y="connsiteY126040"/>
              </a:cxn>
              <a:cxn ang="0">
                <a:pos x="connsiteX126041" y="connsiteY126041"/>
              </a:cxn>
              <a:cxn ang="0">
                <a:pos x="connsiteX126042" y="connsiteY126042"/>
              </a:cxn>
              <a:cxn ang="0">
                <a:pos x="connsiteX126043" y="connsiteY126043"/>
              </a:cxn>
              <a:cxn ang="0">
                <a:pos x="connsiteX126044" y="connsiteY126044"/>
              </a:cxn>
              <a:cxn ang="0">
                <a:pos x="connsiteX126045" y="connsiteY126045"/>
              </a:cxn>
              <a:cxn ang="0">
                <a:pos x="connsiteX126046" y="connsiteY126046"/>
              </a:cxn>
              <a:cxn ang="0">
                <a:pos x="connsiteX126047" y="connsiteY126047"/>
              </a:cxn>
              <a:cxn ang="0">
                <a:pos x="connsiteX126048" y="connsiteY126048"/>
              </a:cxn>
              <a:cxn ang="0">
                <a:pos x="connsiteX126049" y="connsiteY126049"/>
              </a:cxn>
              <a:cxn ang="0">
                <a:pos x="connsiteX126050" y="connsiteY126050"/>
              </a:cxn>
              <a:cxn ang="0">
                <a:pos x="connsiteX126051" y="connsiteY126051"/>
              </a:cxn>
              <a:cxn ang="0">
                <a:pos x="connsiteX126052" y="connsiteY126052"/>
              </a:cxn>
              <a:cxn ang="0">
                <a:pos x="connsiteX126053" y="connsiteY126053"/>
              </a:cxn>
              <a:cxn ang="0">
                <a:pos x="connsiteX126054" y="connsiteY126054"/>
              </a:cxn>
              <a:cxn ang="0">
                <a:pos x="connsiteX126055" y="connsiteY126055"/>
              </a:cxn>
              <a:cxn ang="0">
                <a:pos x="connsiteX126056" y="connsiteY126056"/>
              </a:cxn>
              <a:cxn ang="0">
                <a:pos x="connsiteX126057" y="connsiteY126057"/>
              </a:cxn>
              <a:cxn ang="0">
                <a:pos x="connsiteX126058" y="connsiteY126058"/>
              </a:cxn>
              <a:cxn ang="0">
                <a:pos x="connsiteX126059" y="connsiteY126059"/>
              </a:cxn>
              <a:cxn ang="0">
                <a:pos x="connsiteX126060" y="connsiteY126060"/>
              </a:cxn>
              <a:cxn ang="0">
                <a:pos x="connsiteX126061" y="connsiteY126061"/>
              </a:cxn>
              <a:cxn ang="0">
                <a:pos x="connsiteX126062" y="connsiteY126062"/>
              </a:cxn>
              <a:cxn ang="0">
                <a:pos x="connsiteX126063" y="connsiteY126063"/>
              </a:cxn>
              <a:cxn ang="0">
                <a:pos x="connsiteX126064" y="connsiteY126064"/>
              </a:cxn>
              <a:cxn ang="0">
                <a:pos x="connsiteX126065" y="connsiteY126065"/>
              </a:cxn>
              <a:cxn ang="0">
                <a:pos x="connsiteX126066" y="connsiteY126066"/>
              </a:cxn>
              <a:cxn ang="0">
                <a:pos x="connsiteX126067" y="connsiteY126067"/>
              </a:cxn>
              <a:cxn ang="0">
                <a:pos x="connsiteX126068" y="connsiteY126068"/>
              </a:cxn>
              <a:cxn ang="0">
                <a:pos x="connsiteX126069" y="connsiteY126069"/>
              </a:cxn>
              <a:cxn ang="0">
                <a:pos x="connsiteX126070" y="connsiteY126070"/>
              </a:cxn>
              <a:cxn ang="0">
                <a:pos x="connsiteX126071" y="connsiteY126071"/>
              </a:cxn>
              <a:cxn ang="0">
                <a:pos x="connsiteX126072" y="connsiteY126072"/>
              </a:cxn>
              <a:cxn ang="0">
                <a:pos x="connsiteX126073" y="connsiteY126073"/>
              </a:cxn>
              <a:cxn ang="0">
                <a:pos x="connsiteX126074" y="connsiteY126074"/>
              </a:cxn>
              <a:cxn ang="0">
                <a:pos x="connsiteX126075" y="connsiteY126075"/>
              </a:cxn>
              <a:cxn ang="0">
                <a:pos x="connsiteX126076" y="connsiteY126076"/>
              </a:cxn>
              <a:cxn ang="0">
                <a:pos x="connsiteX126077" y="connsiteY126077"/>
              </a:cxn>
              <a:cxn ang="0">
                <a:pos x="connsiteX126078" y="connsiteY126078"/>
              </a:cxn>
              <a:cxn ang="0">
                <a:pos x="connsiteX126079" y="connsiteY126079"/>
              </a:cxn>
              <a:cxn ang="0">
                <a:pos x="connsiteX126080" y="connsiteY126080"/>
              </a:cxn>
              <a:cxn ang="0">
                <a:pos x="connsiteX126081" y="connsiteY126081"/>
              </a:cxn>
              <a:cxn ang="0">
                <a:pos x="connsiteX126082" y="connsiteY126082"/>
              </a:cxn>
              <a:cxn ang="0">
                <a:pos x="connsiteX126083" y="connsiteY126083"/>
              </a:cxn>
              <a:cxn ang="0">
                <a:pos x="connsiteX126084" y="connsiteY126084"/>
              </a:cxn>
              <a:cxn ang="0">
                <a:pos x="connsiteX126085" y="connsiteY126085"/>
              </a:cxn>
              <a:cxn ang="0">
                <a:pos x="connsiteX126086" y="connsiteY126086"/>
              </a:cxn>
              <a:cxn ang="0">
                <a:pos x="connsiteX126087" y="connsiteY126087"/>
              </a:cxn>
              <a:cxn ang="0">
                <a:pos x="connsiteX126088" y="connsiteY126088"/>
              </a:cxn>
              <a:cxn ang="0">
                <a:pos x="connsiteX126089" y="connsiteY126089"/>
              </a:cxn>
              <a:cxn ang="0">
                <a:pos x="connsiteX126090" y="connsiteY126090"/>
              </a:cxn>
              <a:cxn ang="0">
                <a:pos x="connsiteX126091" y="connsiteY126091"/>
              </a:cxn>
              <a:cxn ang="0">
                <a:pos x="connsiteX126092" y="connsiteY126092"/>
              </a:cxn>
              <a:cxn ang="0">
                <a:pos x="connsiteX126093" y="connsiteY126093"/>
              </a:cxn>
              <a:cxn ang="0">
                <a:pos x="connsiteX126094" y="connsiteY126094"/>
              </a:cxn>
              <a:cxn ang="0">
                <a:pos x="connsiteX126095" y="connsiteY126095"/>
              </a:cxn>
              <a:cxn ang="0">
                <a:pos x="connsiteX126096" y="connsiteY126096"/>
              </a:cxn>
              <a:cxn ang="0">
                <a:pos x="connsiteX126097" y="connsiteY126097"/>
              </a:cxn>
              <a:cxn ang="0">
                <a:pos x="connsiteX126098" y="connsiteY126098"/>
              </a:cxn>
              <a:cxn ang="0">
                <a:pos x="connsiteX126099" y="connsiteY126099"/>
              </a:cxn>
              <a:cxn ang="0">
                <a:pos x="connsiteX126100" y="connsiteY126100"/>
              </a:cxn>
              <a:cxn ang="0">
                <a:pos x="connsiteX126101" y="connsiteY126101"/>
              </a:cxn>
              <a:cxn ang="0">
                <a:pos x="connsiteX126102" y="connsiteY126102"/>
              </a:cxn>
              <a:cxn ang="0">
                <a:pos x="connsiteX126103" y="connsiteY126103"/>
              </a:cxn>
              <a:cxn ang="0">
                <a:pos x="connsiteX126104" y="connsiteY126104"/>
              </a:cxn>
              <a:cxn ang="0">
                <a:pos x="connsiteX126105" y="connsiteY126105"/>
              </a:cxn>
              <a:cxn ang="0">
                <a:pos x="connsiteX126106" y="connsiteY126106"/>
              </a:cxn>
              <a:cxn ang="0">
                <a:pos x="connsiteX126107" y="connsiteY126107"/>
              </a:cxn>
              <a:cxn ang="0">
                <a:pos x="connsiteX126108" y="connsiteY126108"/>
              </a:cxn>
              <a:cxn ang="0">
                <a:pos x="connsiteX126109" y="connsiteY126109"/>
              </a:cxn>
              <a:cxn ang="0">
                <a:pos x="connsiteX126110" y="connsiteY126110"/>
              </a:cxn>
              <a:cxn ang="0">
                <a:pos x="connsiteX126111" y="connsiteY126111"/>
              </a:cxn>
              <a:cxn ang="0">
                <a:pos x="connsiteX126112" y="connsiteY126112"/>
              </a:cxn>
              <a:cxn ang="0">
                <a:pos x="connsiteX126113" y="connsiteY126113"/>
              </a:cxn>
              <a:cxn ang="0">
                <a:pos x="connsiteX126114" y="connsiteY126114"/>
              </a:cxn>
              <a:cxn ang="0">
                <a:pos x="connsiteX126115" y="connsiteY126115"/>
              </a:cxn>
              <a:cxn ang="0">
                <a:pos x="connsiteX126116" y="connsiteY126116"/>
              </a:cxn>
              <a:cxn ang="0">
                <a:pos x="connsiteX126117" y="connsiteY126117"/>
              </a:cxn>
              <a:cxn ang="0">
                <a:pos x="connsiteX126118" y="connsiteY126118"/>
              </a:cxn>
              <a:cxn ang="0">
                <a:pos x="connsiteX126119" y="connsiteY126119"/>
              </a:cxn>
              <a:cxn ang="0">
                <a:pos x="connsiteX126120" y="connsiteY126120"/>
              </a:cxn>
              <a:cxn ang="0">
                <a:pos x="connsiteX126121" y="connsiteY126121"/>
              </a:cxn>
              <a:cxn ang="0">
                <a:pos x="connsiteX126122" y="connsiteY126122"/>
              </a:cxn>
              <a:cxn ang="0">
                <a:pos x="connsiteX126123" y="connsiteY126123"/>
              </a:cxn>
              <a:cxn ang="0">
                <a:pos x="connsiteX126124" y="connsiteY126124"/>
              </a:cxn>
              <a:cxn ang="0">
                <a:pos x="connsiteX126125" y="connsiteY126125"/>
              </a:cxn>
              <a:cxn ang="0">
                <a:pos x="connsiteX126126" y="connsiteY126126"/>
              </a:cxn>
              <a:cxn ang="0">
                <a:pos x="connsiteX126127" y="connsiteY126127"/>
              </a:cxn>
              <a:cxn ang="0">
                <a:pos x="connsiteX126128" y="connsiteY126128"/>
              </a:cxn>
              <a:cxn ang="0">
                <a:pos x="connsiteX126129" y="connsiteY126129"/>
              </a:cxn>
              <a:cxn ang="0">
                <a:pos x="connsiteX126130" y="connsiteY126130"/>
              </a:cxn>
              <a:cxn ang="0">
                <a:pos x="connsiteX126131" y="connsiteY126131"/>
              </a:cxn>
              <a:cxn ang="0">
                <a:pos x="connsiteX126132" y="connsiteY126132"/>
              </a:cxn>
              <a:cxn ang="0">
                <a:pos x="connsiteX126133" y="connsiteY126133"/>
              </a:cxn>
              <a:cxn ang="0">
                <a:pos x="connsiteX126134" y="connsiteY126134"/>
              </a:cxn>
              <a:cxn ang="0">
                <a:pos x="connsiteX126135" y="connsiteY126135"/>
              </a:cxn>
              <a:cxn ang="0">
                <a:pos x="connsiteX126136" y="connsiteY126136"/>
              </a:cxn>
              <a:cxn ang="0">
                <a:pos x="connsiteX126137" y="connsiteY126137"/>
              </a:cxn>
              <a:cxn ang="0">
                <a:pos x="connsiteX126138" y="connsiteY126138"/>
              </a:cxn>
              <a:cxn ang="0">
                <a:pos x="connsiteX126139" y="connsiteY126139"/>
              </a:cxn>
              <a:cxn ang="0">
                <a:pos x="connsiteX126140" y="connsiteY126140"/>
              </a:cxn>
              <a:cxn ang="0">
                <a:pos x="connsiteX126141" y="connsiteY126141"/>
              </a:cxn>
              <a:cxn ang="0">
                <a:pos x="connsiteX126142" y="connsiteY126142"/>
              </a:cxn>
              <a:cxn ang="0">
                <a:pos x="connsiteX126143" y="connsiteY126143"/>
              </a:cxn>
              <a:cxn ang="0">
                <a:pos x="connsiteX126144" y="connsiteY126144"/>
              </a:cxn>
              <a:cxn ang="0">
                <a:pos x="connsiteX126145" y="connsiteY126145"/>
              </a:cxn>
              <a:cxn ang="0">
                <a:pos x="connsiteX126146" y="connsiteY126146"/>
              </a:cxn>
              <a:cxn ang="0">
                <a:pos x="connsiteX126147" y="connsiteY126147"/>
              </a:cxn>
              <a:cxn ang="0">
                <a:pos x="connsiteX126148" y="connsiteY126148"/>
              </a:cxn>
              <a:cxn ang="0">
                <a:pos x="connsiteX126149" y="connsiteY126149"/>
              </a:cxn>
              <a:cxn ang="0">
                <a:pos x="connsiteX126150" y="connsiteY126150"/>
              </a:cxn>
              <a:cxn ang="0">
                <a:pos x="connsiteX126151" y="connsiteY126151"/>
              </a:cxn>
              <a:cxn ang="0">
                <a:pos x="connsiteX126152" y="connsiteY126152"/>
              </a:cxn>
              <a:cxn ang="0">
                <a:pos x="connsiteX126153" y="connsiteY126153"/>
              </a:cxn>
              <a:cxn ang="0">
                <a:pos x="connsiteX126154" y="connsiteY126154"/>
              </a:cxn>
              <a:cxn ang="0">
                <a:pos x="connsiteX126155" y="connsiteY126155"/>
              </a:cxn>
              <a:cxn ang="0">
                <a:pos x="connsiteX126156" y="connsiteY126156"/>
              </a:cxn>
              <a:cxn ang="0">
                <a:pos x="connsiteX126157" y="connsiteY126157"/>
              </a:cxn>
              <a:cxn ang="0">
                <a:pos x="connsiteX126158" y="connsiteY126158"/>
              </a:cxn>
              <a:cxn ang="0">
                <a:pos x="connsiteX126159" y="connsiteY126159"/>
              </a:cxn>
              <a:cxn ang="0">
                <a:pos x="connsiteX126160" y="connsiteY126160"/>
              </a:cxn>
              <a:cxn ang="0">
                <a:pos x="connsiteX126161" y="connsiteY126161"/>
              </a:cxn>
              <a:cxn ang="0">
                <a:pos x="connsiteX126162" y="connsiteY126162"/>
              </a:cxn>
              <a:cxn ang="0">
                <a:pos x="connsiteX126163" y="connsiteY126163"/>
              </a:cxn>
              <a:cxn ang="0">
                <a:pos x="connsiteX126164" y="connsiteY126164"/>
              </a:cxn>
              <a:cxn ang="0">
                <a:pos x="connsiteX126165" y="connsiteY126165"/>
              </a:cxn>
              <a:cxn ang="0">
                <a:pos x="connsiteX126166" y="connsiteY126166"/>
              </a:cxn>
              <a:cxn ang="0">
                <a:pos x="connsiteX126167" y="connsiteY126167"/>
              </a:cxn>
              <a:cxn ang="0">
                <a:pos x="connsiteX126168" y="connsiteY126168"/>
              </a:cxn>
              <a:cxn ang="0">
                <a:pos x="connsiteX126169" y="connsiteY126169"/>
              </a:cxn>
              <a:cxn ang="0">
                <a:pos x="connsiteX126170" y="connsiteY126170"/>
              </a:cxn>
              <a:cxn ang="0">
                <a:pos x="connsiteX126171" y="connsiteY126171"/>
              </a:cxn>
              <a:cxn ang="0">
                <a:pos x="connsiteX126172" y="connsiteY126172"/>
              </a:cxn>
              <a:cxn ang="0">
                <a:pos x="connsiteX126173" y="connsiteY126173"/>
              </a:cxn>
              <a:cxn ang="0">
                <a:pos x="connsiteX126174" y="connsiteY126174"/>
              </a:cxn>
              <a:cxn ang="0">
                <a:pos x="connsiteX126175" y="connsiteY126175"/>
              </a:cxn>
              <a:cxn ang="0">
                <a:pos x="connsiteX126176" y="connsiteY126176"/>
              </a:cxn>
              <a:cxn ang="0">
                <a:pos x="connsiteX126177" y="connsiteY126177"/>
              </a:cxn>
              <a:cxn ang="0">
                <a:pos x="connsiteX126178" y="connsiteY126178"/>
              </a:cxn>
              <a:cxn ang="0">
                <a:pos x="connsiteX126179" y="connsiteY126179"/>
              </a:cxn>
              <a:cxn ang="0">
                <a:pos x="connsiteX126180" y="connsiteY126180"/>
              </a:cxn>
              <a:cxn ang="0">
                <a:pos x="connsiteX126181" y="connsiteY126181"/>
              </a:cxn>
              <a:cxn ang="0">
                <a:pos x="connsiteX126182" y="connsiteY126182"/>
              </a:cxn>
              <a:cxn ang="0">
                <a:pos x="connsiteX126183" y="connsiteY126183"/>
              </a:cxn>
              <a:cxn ang="0">
                <a:pos x="connsiteX126184" y="connsiteY126184"/>
              </a:cxn>
              <a:cxn ang="0">
                <a:pos x="connsiteX126185" y="connsiteY126185"/>
              </a:cxn>
              <a:cxn ang="0">
                <a:pos x="connsiteX126186" y="connsiteY126186"/>
              </a:cxn>
              <a:cxn ang="0">
                <a:pos x="connsiteX126187" y="connsiteY126187"/>
              </a:cxn>
              <a:cxn ang="0">
                <a:pos x="connsiteX126188" y="connsiteY126188"/>
              </a:cxn>
              <a:cxn ang="0">
                <a:pos x="connsiteX126189" y="connsiteY126189"/>
              </a:cxn>
              <a:cxn ang="0">
                <a:pos x="connsiteX126190" y="connsiteY126190"/>
              </a:cxn>
              <a:cxn ang="0">
                <a:pos x="connsiteX126191" y="connsiteY126191"/>
              </a:cxn>
              <a:cxn ang="0">
                <a:pos x="connsiteX126192" y="connsiteY126192"/>
              </a:cxn>
              <a:cxn ang="0">
                <a:pos x="connsiteX126193" y="connsiteY126193"/>
              </a:cxn>
              <a:cxn ang="0">
                <a:pos x="connsiteX126194" y="connsiteY126194"/>
              </a:cxn>
              <a:cxn ang="0">
                <a:pos x="connsiteX126195" y="connsiteY126195"/>
              </a:cxn>
              <a:cxn ang="0">
                <a:pos x="connsiteX126196" y="connsiteY126196"/>
              </a:cxn>
              <a:cxn ang="0">
                <a:pos x="connsiteX126197" y="connsiteY126197"/>
              </a:cxn>
              <a:cxn ang="0">
                <a:pos x="connsiteX126198" y="connsiteY126198"/>
              </a:cxn>
              <a:cxn ang="0">
                <a:pos x="connsiteX126199" y="connsiteY126199"/>
              </a:cxn>
              <a:cxn ang="0">
                <a:pos x="connsiteX126200" y="connsiteY126200"/>
              </a:cxn>
              <a:cxn ang="0">
                <a:pos x="connsiteX126201" y="connsiteY126201"/>
              </a:cxn>
              <a:cxn ang="0">
                <a:pos x="connsiteX126202" y="connsiteY126202"/>
              </a:cxn>
              <a:cxn ang="0">
                <a:pos x="connsiteX126203" y="connsiteY126203"/>
              </a:cxn>
              <a:cxn ang="0">
                <a:pos x="connsiteX126204" y="connsiteY126204"/>
              </a:cxn>
              <a:cxn ang="0">
                <a:pos x="connsiteX126205" y="connsiteY126205"/>
              </a:cxn>
              <a:cxn ang="0">
                <a:pos x="connsiteX126206" y="connsiteY126206"/>
              </a:cxn>
              <a:cxn ang="0">
                <a:pos x="connsiteX126207" y="connsiteY126207"/>
              </a:cxn>
              <a:cxn ang="0">
                <a:pos x="connsiteX126208" y="connsiteY126208"/>
              </a:cxn>
              <a:cxn ang="0">
                <a:pos x="connsiteX126209" y="connsiteY126209"/>
              </a:cxn>
              <a:cxn ang="0">
                <a:pos x="connsiteX126210" y="connsiteY126210"/>
              </a:cxn>
              <a:cxn ang="0">
                <a:pos x="connsiteX126211" y="connsiteY126211"/>
              </a:cxn>
              <a:cxn ang="0">
                <a:pos x="connsiteX126212" y="connsiteY126212"/>
              </a:cxn>
              <a:cxn ang="0">
                <a:pos x="connsiteX126213" y="connsiteY126213"/>
              </a:cxn>
              <a:cxn ang="0">
                <a:pos x="connsiteX126214" y="connsiteY126214"/>
              </a:cxn>
              <a:cxn ang="0">
                <a:pos x="connsiteX126215" y="connsiteY126215"/>
              </a:cxn>
              <a:cxn ang="0">
                <a:pos x="connsiteX126216" y="connsiteY126216"/>
              </a:cxn>
              <a:cxn ang="0">
                <a:pos x="connsiteX126217" y="connsiteY126217"/>
              </a:cxn>
              <a:cxn ang="0">
                <a:pos x="connsiteX126218" y="connsiteY126218"/>
              </a:cxn>
              <a:cxn ang="0">
                <a:pos x="connsiteX126219" y="connsiteY126219"/>
              </a:cxn>
              <a:cxn ang="0">
                <a:pos x="connsiteX126220" y="connsiteY126220"/>
              </a:cxn>
              <a:cxn ang="0">
                <a:pos x="connsiteX126221" y="connsiteY126221"/>
              </a:cxn>
              <a:cxn ang="0">
                <a:pos x="connsiteX126222" y="connsiteY126222"/>
              </a:cxn>
              <a:cxn ang="0">
                <a:pos x="connsiteX126223" y="connsiteY126223"/>
              </a:cxn>
              <a:cxn ang="0">
                <a:pos x="connsiteX126224" y="connsiteY126224"/>
              </a:cxn>
              <a:cxn ang="0">
                <a:pos x="connsiteX126225" y="connsiteY126225"/>
              </a:cxn>
              <a:cxn ang="0">
                <a:pos x="connsiteX126226" y="connsiteY126226"/>
              </a:cxn>
              <a:cxn ang="0">
                <a:pos x="connsiteX126227" y="connsiteY126227"/>
              </a:cxn>
              <a:cxn ang="0">
                <a:pos x="connsiteX126228" y="connsiteY126228"/>
              </a:cxn>
              <a:cxn ang="0">
                <a:pos x="connsiteX126229" y="connsiteY126229"/>
              </a:cxn>
              <a:cxn ang="0">
                <a:pos x="connsiteX126230" y="connsiteY126230"/>
              </a:cxn>
              <a:cxn ang="0">
                <a:pos x="connsiteX126231" y="connsiteY126231"/>
              </a:cxn>
              <a:cxn ang="0">
                <a:pos x="connsiteX126232" y="connsiteY126232"/>
              </a:cxn>
              <a:cxn ang="0">
                <a:pos x="connsiteX126233" y="connsiteY126233"/>
              </a:cxn>
              <a:cxn ang="0">
                <a:pos x="connsiteX126234" y="connsiteY126234"/>
              </a:cxn>
              <a:cxn ang="0">
                <a:pos x="connsiteX126235" y="connsiteY126235"/>
              </a:cxn>
              <a:cxn ang="0">
                <a:pos x="connsiteX126236" y="connsiteY126236"/>
              </a:cxn>
              <a:cxn ang="0">
                <a:pos x="connsiteX126237" y="connsiteY126237"/>
              </a:cxn>
              <a:cxn ang="0">
                <a:pos x="connsiteX126238" y="connsiteY126238"/>
              </a:cxn>
              <a:cxn ang="0">
                <a:pos x="connsiteX126239" y="connsiteY126239"/>
              </a:cxn>
              <a:cxn ang="0">
                <a:pos x="connsiteX126240" y="connsiteY126240"/>
              </a:cxn>
              <a:cxn ang="0">
                <a:pos x="connsiteX126241" y="connsiteY126241"/>
              </a:cxn>
              <a:cxn ang="0">
                <a:pos x="connsiteX126242" y="connsiteY126242"/>
              </a:cxn>
              <a:cxn ang="0">
                <a:pos x="connsiteX126243" y="connsiteY126243"/>
              </a:cxn>
              <a:cxn ang="0">
                <a:pos x="connsiteX126244" y="connsiteY126244"/>
              </a:cxn>
              <a:cxn ang="0">
                <a:pos x="connsiteX126245" y="connsiteY126245"/>
              </a:cxn>
              <a:cxn ang="0">
                <a:pos x="connsiteX126246" y="connsiteY126246"/>
              </a:cxn>
              <a:cxn ang="0">
                <a:pos x="connsiteX126247" y="connsiteY126247"/>
              </a:cxn>
              <a:cxn ang="0">
                <a:pos x="connsiteX126248" y="connsiteY126248"/>
              </a:cxn>
              <a:cxn ang="0">
                <a:pos x="connsiteX126249" y="connsiteY126249"/>
              </a:cxn>
              <a:cxn ang="0">
                <a:pos x="connsiteX126250" y="connsiteY126250"/>
              </a:cxn>
              <a:cxn ang="0">
                <a:pos x="connsiteX126251" y="connsiteY126251"/>
              </a:cxn>
              <a:cxn ang="0">
                <a:pos x="connsiteX126252" y="connsiteY126252"/>
              </a:cxn>
              <a:cxn ang="0">
                <a:pos x="connsiteX126253" y="connsiteY126253"/>
              </a:cxn>
              <a:cxn ang="0">
                <a:pos x="connsiteX126254" y="connsiteY126254"/>
              </a:cxn>
              <a:cxn ang="0">
                <a:pos x="connsiteX126255" y="connsiteY126255"/>
              </a:cxn>
              <a:cxn ang="0">
                <a:pos x="connsiteX126256" y="connsiteY126256"/>
              </a:cxn>
              <a:cxn ang="0">
                <a:pos x="connsiteX126257" y="connsiteY126257"/>
              </a:cxn>
              <a:cxn ang="0">
                <a:pos x="connsiteX126258" y="connsiteY126258"/>
              </a:cxn>
              <a:cxn ang="0">
                <a:pos x="connsiteX126259" y="connsiteY126259"/>
              </a:cxn>
              <a:cxn ang="0">
                <a:pos x="connsiteX126260" y="connsiteY126260"/>
              </a:cxn>
              <a:cxn ang="0">
                <a:pos x="connsiteX126261" y="connsiteY126261"/>
              </a:cxn>
              <a:cxn ang="0">
                <a:pos x="connsiteX126262" y="connsiteY126262"/>
              </a:cxn>
              <a:cxn ang="0">
                <a:pos x="connsiteX126263" y="connsiteY126263"/>
              </a:cxn>
              <a:cxn ang="0">
                <a:pos x="connsiteX126264" y="connsiteY126264"/>
              </a:cxn>
              <a:cxn ang="0">
                <a:pos x="connsiteX126265" y="connsiteY126265"/>
              </a:cxn>
              <a:cxn ang="0">
                <a:pos x="connsiteX126266" y="connsiteY126266"/>
              </a:cxn>
              <a:cxn ang="0">
                <a:pos x="connsiteX126267" y="connsiteY126267"/>
              </a:cxn>
              <a:cxn ang="0">
                <a:pos x="connsiteX126268" y="connsiteY126268"/>
              </a:cxn>
              <a:cxn ang="0">
                <a:pos x="connsiteX126269" y="connsiteY126269"/>
              </a:cxn>
              <a:cxn ang="0">
                <a:pos x="connsiteX126270" y="connsiteY126270"/>
              </a:cxn>
              <a:cxn ang="0">
                <a:pos x="connsiteX126271" y="connsiteY126271"/>
              </a:cxn>
              <a:cxn ang="0">
                <a:pos x="connsiteX126272" y="connsiteY126272"/>
              </a:cxn>
              <a:cxn ang="0">
                <a:pos x="connsiteX126273" y="connsiteY126273"/>
              </a:cxn>
              <a:cxn ang="0">
                <a:pos x="connsiteX126274" y="connsiteY126274"/>
              </a:cxn>
              <a:cxn ang="0">
                <a:pos x="connsiteX126275" y="connsiteY126275"/>
              </a:cxn>
              <a:cxn ang="0">
                <a:pos x="connsiteX126276" y="connsiteY126276"/>
              </a:cxn>
              <a:cxn ang="0">
                <a:pos x="connsiteX126277" y="connsiteY126277"/>
              </a:cxn>
              <a:cxn ang="0">
                <a:pos x="connsiteX126278" y="connsiteY126278"/>
              </a:cxn>
              <a:cxn ang="0">
                <a:pos x="connsiteX126279" y="connsiteY126279"/>
              </a:cxn>
              <a:cxn ang="0">
                <a:pos x="connsiteX126280" y="connsiteY126280"/>
              </a:cxn>
              <a:cxn ang="0">
                <a:pos x="connsiteX126281" y="connsiteY126281"/>
              </a:cxn>
              <a:cxn ang="0">
                <a:pos x="connsiteX126282" y="connsiteY126282"/>
              </a:cxn>
              <a:cxn ang="0">
                <a:pos x="connsiteX126283" y="connsiteY126283"/>
              </a:cxn>
              <a:cxn ang="0">
                <a:pos x="connsiteX126284" y="connsiteY126284"/>
              </a:cxn>
              <a:cxn ang="0">
                <a:pos x="connsiteX126285" y="connsiteY126285"/>
              </a:cxn>
              <a:cxn ang="0">
                <a:pos x="connsiteX126286" y="connsiteY126286"/>
              </a:cxn>
              <a:cxn ang="0">
                <a:pos x="connsiteX126287" y="connsiteY126287"/>
              </a:cxn>
              <a:cxn ang="0">
                <a:pos x="connsiteX126288" y="connsiteY126288"/>
              </a:cxn>
              <a:cxn ang="0">
                <a:pos x="connsiteX126289" y="connsiteY126289"/>
              </a:cxn>
              <a:cxn ang="0">
                <a:pos x="connsiteX126290" y="connsiteY126290"/>
              </a:cxn>
              <a:cxn ang="0">
                <a:pos x="connsiteX126291" y="connsiteY126291"/>
              </a:cxn>
              <a:cxn ang="0">
                <a:pos x="connsiteX126292" y="connsiteY126292"/>
              </a:cxn>
              <a:cxn ang="0">
                <a:pos x="connsiteX126293" y="connsiteY126293"/>
              </a:cxn>
              <a:cxn ang="0">
                <a:pos x="connsiteX126294" y="connsiteY126294"/>
              </a:cxn>
              <a:cxn ang="0">
                <a:pos x="connsiteX126295" y="connsiteY126295"/>
              </a:cxn>
              <a:cxn ang="0">
                <a:pos x="connsiteX126296" y="connsiteY126296"/>
              </a:cxn>
              <a:cxn ang="0">
                <a:pos x="connsiteX126297" y="connsiteY126297"/>
              </a:cxn>
              <a:cxn ang="0">
                <a:pos x="connsiteX126298" y="connsiteY126298"/>
              </a:cxn>
              <a:cxn ang="0">
                <a:pos x="connsiteX126299" y="connsiteY126299"/>
              </a:cxn>
              <a:cxn ang="0">
                <a:pos x="connsiteX126300" y="connsiteY126300"/>
              </a:cxn>
              <a:cxn ang="0">
                <a:pos x="connsiteX126301" y="connsiteY126301"/>
              </a:cxn>
              <a:cxn ang="0">
                <a:pos x="connsiteX126302" y="connsiteY126302"/>
              </a:cxn>
              <a:cxn ang="0">
                <a:pos x="connsiteX126303" y="connsiteY126303"/>
              </a:cxn>
              <a:cxn ang="0">
                <a:pos x="connsiteX126304" y="connsiteY126304"/>
              </a:cxn>
              <a:cxn ang="0">
                <a:pos x="connsiteX126305" y="connsiteY126305"/>
              </a:cxn>
              <a:cxn ang="0">
                <a:pos x="connsiteX126306" y="connsiteY126306"/>
              </a:cxn>
              <a:cxn ang="0">
                <a:pos x="connsiteX126307" y="connsiteY126307"/>
              </a:cxn>
              <a:cxn ang="0">
                <a:pos x="connsiteX126308" y="connsiteY126308"/>
              </a:cxn>
              <a:cxn ang="0">
                <a:pos x="connsiteX126309" y="connsiteY126309"/>
              </a:cxn>
              <a:cxn ang="0">
                <a:pos x="connsiteX126310" y="connsiteY126310"/>
              </a:cxn>
              <a:cxn ang="0">
                <a:pos x="connsiteX126311" y="connsiteY126311"/>
              </a:cxn>
              <a:cxn ang="0">
                <a:pos x="connsiteX126312" y="connsiteY126312"/>
              </a:cxn>
              <a:cxn ang="0">
                <a:pos x="connsiteX126313" y="connsiteY126313"/>
              </a:cxn>
              <a:cxn ang="0">
                <a:pos x="connsiteX126314" y="connsiteY126314"/>
              </a:cxn>
              <a:cxn ang="0">
                <a:pos x="connsiteX126315" y="connsiteY126315"/>
              </a:cxn>
              <a:cxn ang="0">
                <a:pos x="connsiteX126316" y="connsiteY126316"/>
              </a:cxn>
              <a:cxn ang="0">
                <a:pos x="connsiteX126317" y="connsiteY126317"/>
              </a:cxn>
              <a:cxn ang="0">
                <a:pos x="connsiteX126318" y="connsiteY126318"/>
              </a:cxn>
              <a:cxn ang="0">
                <a:pos x="connsiteX126319" y="connsiteY126319"/>
              </a:cxn>
              <a:cxn ang="0">
                <a:pos x="connsiteX126320" y="connsiteY126320"/>
              </a:cxn>
              <a:cxn ang="0">
                <a:pos x="connsiteX126321" y="connsiteY126321"/>
              </a:cxn>
              <a:cxn ang="0">
                <a:pos x="connsiteX126322" y="connsiteY126322"/>
              </a:cxn>
              <a:cxn ang="0">
                <a:pos x="connsiteX126323" y="connsiteY126323"/>
              </a:cxn>
              <a:cxn ang="0">
                <a:pos x="connsiteX126324" y="connsiteY126324"/>
              </a:cxn>
              <a:cxn ang="0">
                <a:pos x="connsiteX126325" y="connsiteY126325"/>
              </a:cxn>
              <a:cxn ang="0">
                <a:pos x="connsiteX126326" y="connsiteY126326"/>
              </a:cxn>
              <a:cxn ang="0">
                <a:pos x="connsiteX126327" y="connsiteY126327"/>
              </a:cxn>
              <a:cxn ang="0">
                <a:pos x="connsiteX126328" y="connsiteY126328"/>
              </a:cxn>
              <a:cxn ang="0">
                <a:pos x="connsiteX126329" y="connsiteY126329"/>
              </a:cxn>
              <a:cxn ang="0">
                <a:pos x="connsiteX126330" y="connsiteY126330"/>
              </a:cxn>
              <a:cxn ang="0">
                <a:pos x="connsiteX126331" y="connsiteY126331"/>
              </a:cxn>
              <a:cxn ang="0">
                <a:pos x="connsiteX126332" y="connsiteY126332"/>
              </a:cxn>
              <a:cxn ang="0">
                <a:pos x="connsiteX126333" y="connsiteY126333"/>
              </a:cxn>
              <a:cxn ang="0">
                <a:pos x="connsiteX126334" y="connsiteY126334"/>
              </a:cxn>
              <a:cxn ang="0">
                <a:pos x="connsiteX126335" y="connsiteY126335"/>
              </a:cxn>
              <a:cxn ang="0">
                <a:pos x="connsiteX126336" y="connsiteY126336"/>
              </a:cxn>
              <a:cxn ang="0">
                <a:pos x="connsiteX126337" y="connsiteY126337"/>
              </a:cxn>
              <a:cxn ang="0">
                <a:pos x="connsiteX126338" y="connsiteY126338"/>
              </a:cxn>
              <a:cxn ang="0">
                <a:pos x="connsiteX126339" y="connsiteY126339"/>
              </a:cxn>
              <a:cxn ang="0">
                <a:pos x="connsiteX126340" y="connsiteY126340"/>
              </a:cxn>
              <a:cxn ang="0">
                <a:pos x="connsiteX126341" y="connsiteY126341"/>
              </a:cxn>
              <a:cxn ang="0">
                <a:pos x="connsiteX126342" y="connsiteY126342"/>
              </a:cxn>
              <a:cxn ang="0">
                <a:pos x="connsiteX126343" y="connsiteY126343"/>
              </a:cxn>
              <a:cxn ang="0">
                <a:pos x="connsiteX126344" y="connsiteY126344"/>
              </a:cxn>
              <a:cxn ang="0">
                <a:pos x="connsiteX126345" y="connsiteY126345"/>
              </a:cxn>
              <a:cxn ang="0">
                <a:pos x="connsiteX126346" y="connsiteY126346"/>
              </a:cxn>
              <a:cxn ang="0">
                <a:pos x="connsiteX126347" y="connsiteY126347"/>
              </a:cxn>
              <a:cxn ang="0">
                <a:pos x="connsiteX126348" y="connsiteY126348"/>
              </a:cxn>
              <a:cxn ang="0">
                <a:pos x="connsiteX126349" y="connsiteY126349"/>
              </a:cxn>
              <a:cxn ang="0">
                <a:pos x="connsiteX126350" y="connsiteY126350"/>
              </a:cxn>
              <a:cxn ang="0">
                <a:pos x="connsiteX126351" y="connsiteY126351"/>
              </a:cxn>
              <a:cxn ang="0">
                <a:pos x="connsiteX126352" y="connsiteY126352"/>
              </a:cxn>
              <a:cxn ang="0">
                <a:pos x="connsiteX126353" y="connsiteY126353"/>
              </a:cxn>
              <a:cxn ang="0">
                <a:pos x="connsiteX126354" y="connsiteY126354"/>
              </a:cxn>
              <a:cxn ang="0">
                <a:pos x="connsiteX126355" y="connsiteY126355"/>
              </a:cxn>
              <a:cxn ang="0">
                <a:pos x="connsiteX126356" y="connsiteY126356"/>
              </a:cxn>
              <a:cxn ang="0">
                <a:pos x="connsiteX126357" y="connsiteY126357"/>
              </a:cxn>
              <a:cxn ang="0">
                <a:pos x="connsiteX126358" y="connsiteY126358"/>
              </a:cxn>
              <a:cxn ang="0">
                <a:pos x="connsiteX126359" y="connsiteY126359"/>
              </a:cxn>
              <a:cxn ang="0">
                <a:pos x="connsiteX126360" y="connsiteY126360"/>
              </a:cxn>
              <a:cxn ang="0">
                <a:pos x="connsiteX126361" y="connsiteY126361"/>
              </a:cxn>
              <a:cxn ang="0">
                <a:pos x="connsiteX126362" y="connsiteY126362"/>
              </a:cxn>
              <a:cxn ang="0">
                <a:pos x="connsiteX126363" y="connsiteY126363"/>
              </a:cxn>
              <a:cxn ang="0">
                <a:pos x="connsiteX126364" y="connsiteY126364"/>
              </a:cxn>
              <a:cxn ang="0">
                <a:pos x="connsiteX126365" y="connsiteY126365"/>
              </a:cxn>
              <a:cxn ang="0">
                <a:pos x="connsiteX126366" y="connsiteY126366"/>
              </a:cxn>
              <a:cxn ang="0">
                <a:pos x="connsiteX126367" y="connsiteY126367"/>
              </a:cxn>
              <a:cxn ang="0">
                <a:pos x="connsiteX126368" y="connsiteY126368"/>
              </a:cxn>
              <a:cxn ang="0">
                <a:pos x="connsiteX126369" y="connsiteY126369"/>
              </a:cxn>
              <a:cxn ang="0">
                <a:pos x="connsiteX126370" y="connsiteY126370"/>
              </a:cxn>
              <a:cxn ang="0">
                <a:pos x="connsiteX126371" y="connsiteY126371"/>
              </a:cxn>
              <a:cxn ang="0">
                <a:pos x="connsiteX126372" y="connsiteY126372"/>
              </a:cxn>
              <a:cxn ang="0">
                <a:pos x="connsiteX126373" y="connsiteY126373"/>
              </a:cxn>
              <a:cxn ang="0">
                <a:pos x="connsiteX126374" y="connsiteY126374"/>
              </a:cxn>
              <a:cxn ang="0">
                <a:pos x="connsiteX126375" y="connsiteY126375"/>
              </a:cxn>
              <a:cxn ang="0">
                <a:pos x="connsiteX126376" y="connsiteY126376"/>
              </a:cxn>
              <a:cxn ang="0">
                <a:pos x="connsiteX126377" y="connsiteY126377"/>
              </a:cxn>
              <a:cxn ang="0">
                <a:pos x="connsiteX126378" y="connsiteY126378"/>
              </a:cxn>
              <a:cxn ang="0">
                <a:pos x="connsiteX126379" y="connsiteY126379"/>
              </a:cxn>
              <a:cxn ang="0">
                <a:pos x="connsiteX126380" y="connsiteY126380"/>
              </a:cxn>
              <a:cxn ang="0">
                <a:pos x="connsiteX126381" y="connsiteY126381"/>
              </a:cxn>
              <a:cxn ang="0">
                <a:pos x="connsiteX126382" y="connsiteY126382"/>
              </a:cxn>
              <a:cxn ang="0">
                <a:pos x="connsiteX126383" y="connsiteY126383"/>
              </a:cxn>
              <a:cxn ang="0">
                <a:pos x="connsiteX126384" y="connsiteY126384"/>
              </a:cxn>
              <a:cxn ang="0">
                <a:pos x="connsiteX126385" y="connsiteY126385"/>
              </a:cxn>
              <a:cxn ang="0">
                <a:pos x="connsiteX126386" y="connsiteY126386"/>
              </a:cxn>
              <a:cxn ang="0">
                <a:pos x="connsiteX126387" y="connsiteY126387"/>
              </a:cxn>
              <a:cxn ang="0">
                <a:pos x="connsiteX126388" y="connsiteY126388"/>
              </a:cxn>
              <a:cxn ang="0">
                <a:pos x="connsiteX126389" y="connsiteY126389"/>
              </a:cxn>
              <a:cxn ang="0">
                <a:pos x="connsiteX126390" y="connsiteY126390"/>
              </a:cxn>
              <a:cxn ang="0">
                <a:pos x="connsiteX126391" y="connsiteY126391"/>
              </a:cxn>
              <a:cxn ang="0">
                <a:pos x="connsiteX126392" y="connsiteY126392"/>
              </a:cxn>
              <a:cxn ang="0">
                <a:pos x="connsiteX126393" y="connsiteY126393"/>
              </a:cxn>
              <a:cxn ang="0">
                <a:pos x="connsiteX126394" y="connsiteY126394"/>
              </a:cxn>
              <a:cxn ang="0">
                <a:pos x="connsiteX126395" y="connsiteY126395"/>
              </a:cxn>
              <a:cxn ang="0">
                <a:pos x="connsiteX126396" y="connsiteY126396"/>
              </a:cxn>
              <a:cxn ang="0">
                <a:pos x="connsiteX126397" y="connsiteY126397"/>
              </a:cxn>
              <a:cxn ang="0">
                <a:pos x="connsiteX126398" y="connsiteY126398"/>
              </a:cxn>
              <a:cxn ang="0">
                <a:pos x="connsiteX126399" y="connsiteY126399"/>
              </a:cxn>
              <a:cxn ang="0">
                <a:pos x="connsiteX126400" y="connsiteY126400"/>
              </a:cxn>
              <a:cxn ang="0">
                <a:pos x="connsiteX126401" y="connsiteY126401"/>
              </a:cxn>
              <a:cxn ang="0">
                <a:pos x="connsiteX126402" y="connsiteY126402"/>
              </a:cxn>
              <a:cxn ang="0">
                <a:pos x="connsiteX126403" y="connsiteY126403"/>
              </a:cxn>
              <a:cxn ang="0">
                <a:pos x="connsiteX126404" y="connsiteY126404"/>
              </a:cxn>
              <a:cxn ang="0">
                <a:pos x="connsiteX126405" y="connsiteY126405"/>
              </a:cxn>
              <a:cxn ang="0">
                <a:pos x="connsiteX126406" y="connsiteY126406"/>
              </a:cxn>
              <a:cxn ang="0">
                <a:pos x="connsiteX126407" y="connsiteY126407"/>
              </a:cxn>
              <a:cxn ang="0">
                <a:pos x="connsiteX126408" y="connsiteY126408"/>
              </a:cxn>
              <a:cxn ang="0">
                <a:pos x="connsiteX126409" y="connsiteY126409"/>
              </a:cxn>
              <a:cxn ang="0">
                <a:pos x="connsiteX126410" y="connsiteY126410"/>
              </a:cxn>
              <a:cxn ang="0">
                <a:pos x="connsiteX126411" y="connsiteY126411"/>
              </a:cxn>
              <a:cxn ang="0">
                <a:pos x="connsiteX126412" y="connsiteY126412"/>
              </a:cxn>
              <a:cxn ang="0">
                <a:pos x="connsiteX126413" y="connsiteY126413"/>
              </a:cxn>
              <a:cxn ang="0">
                <a:pos x="connsiteX126414" y="connsiteY126414"/>
              </a:cxn>
              <a:cxn ang="0">
                <a:pos x="connsiteX126415" y="connsiteY126415"/>
              </a:cxn>
              <a:cxn ang="0">
                <a:pos x="connsiteX126416" y="connsiteY126416"/>
              </a:cxn>
              <a:cxn ang="0">
                <a:pos x="connsiteX126417" y="connsiteY126417"/>
              </a:cxn>
              <a:cxn ang="0">
                <a:pos x="connsiteX126418" y="connsiteY126418"/>
              </a:cxn>
              <a:cxn ang="0">
                <a:pos x="connsiteX126419" y="connsiteY126419"/>
              </a:cxn>
              <a:cxn ang="0">
                <a:pos x="connsiteX126420" y="connsiteY126420"/>
              </a:cxn>
              <a:cxn ang="0">
                <a:pos x="connsiteX126421" y="connsiteY126421"/>
              </a:cxn>
              <a:cxn ang="0">
                <a:pos x="connsiteX126422" y="connsiteY126422"/>
              </a:cxn>
              <a:cxn ang="0">
                <a:pos x="connsiteX126423" y="connsiteY126423"/>
              </a:cxn>
              <a:cxn ang="0">
                <a:pos x="connsiteX126424" y="connsiteY126424"/>
              </a:cxn>
              <a:cxn ang="0">
                <a:pos x="connsiteX126425" y="connsiteY126425"/>
              </a:cxn>
              <a:cxn ang="0">
                <a:pos x="connsiteX126426" y="connsiteY126426"/>
              </a:cxn>
              <a:cxn ang="0">
                <a:pos x="connsiteX126427" y="connsiteY126427"/>
              </a:cxn>
              <a:cxn ang="0">
                <a:pos x="connsiteX126428" y="connsiteY126428"/>
              </a:cxn>
              <a:cxn ang="0">
                <a:pos x="connsiteX126429" y="connsiteY126429"/>
              </a:cxn>
              <a:cxn ang="0">
                <a:pos x="connsiteX126430" y="connsiteY126430"/>
              </a:cxn>
              <a:cxn ang="0">
                <a:pos x="connsiteX126431" y="connsiteY126431"/>
              </a:cxn>
              <a:cxn ang="0">
                <a:pos x="connsiteX126432" y="connsiteY126432"/>
              </a:cxn>
              <a:cxn ang="0">
                <a:pos x="connsiteX126433" y="connsiteY126433"/>
              </a:cxn>
              <a:cxn ang="0">
                <a:pos x="connsiteX126434" y="connsiteY126434"/>
              </a:cxn>
              <a:cxn ang="0">
                <a:pos x="connsiteX126435" y="connsiteY126435"/>
              </a:cxn>
              <a:cxn ang="0">
                <a:pos x="connsiteX126436" y="connsiteY126436"/>
              </a:cxn>
              <a:cxn ang="0">
                <a:pos x="connsiteX126437" y="connsiteY126437"/>
              </a:cxn>
              <a:cxn ang="0">
                <a:pos x="connsiteX126438" y="connsiteY126438"/>
              </a:cxn>
              <a:cxn ang="0">
                <a:pos x="connsiteX126439" y="connsiteY126439"/>
              </a:cxn>
              <a:cxn ang="0">
                <a:pos x="connsiteX126440" y="connsiteY126440"/>
              </a:cxn>
              <a:cxn ang="0">
                <a:pos x="connsiteX126441" y="connsiteY126441"/>
              </a:cxn>
              <a:cxn ang="0">
                <a:pos x="connsiteX126442" y="connsiteY126442"/>
              </a:cxn>
              <a:cxn ang="0">
                <a:pos x="connsiteX126443" y="connsiteY126443"/>
              </a:cxn>
              <a:cxn ang="0">
                <a:pos x="connsiteX126444" y="connsiteY126444"/>
              </a:cxn>
              <a:cxn ang="0">
                <a:pos x="connsiteX126445" y="connsiteY126445"/>
              </a:cxn>
              <a:cxn ang="0">
                <a:pos x="connsiteX126446" y="connsiteY126446"/>
              </a:cxn>
              <a:cxn ang="0">
                <a:pos x="connsiteX126447" y="connsiteY126447"/>
              </a:cxn>
              <a:cxn ang="0">
                <a:pos x="connsiteX126448" y="connsiteY126448"/>
              </a:cxn>
              <a:cxn ang="0">
                <a:pos x="connsiteX126449" y="connsiteY126449"/>
              </a:cxn>
              <a:cxn ang="0">
                <a:pos x="connsiteX126450" y="connsiteY126450"/>
              </a:cxn>
              <a:cxn ang="0">
                <a:pos x="connsiteX126451" y="connsiteY126451"/>
              </a:cxn>
              <a:cxn ang="0">
                <a:pos x="connsiteX126452" y="connsiteY126452"/>
              </a:cxn>
              <a:cxn ang="0">
                <a:pos x="connsiteX126453" y="connsiteY126453"/>
              </a:cxn>
              <a:cxn ang="0">
                <a:pos x="connsiteX126454" y="connsiteY126454"/>
              </a:cxn>
              <a:cxn ang="0">
                <a:pos x="connsiteX126455" y="connsiteY126455"/>
              </a:cxn>
              <a:cxn ang="0">
                <a:pos x="connsiteX126456" y="connsiteY126456"/>
              </a:cxn>
              <a:cxn ang="0">
                <a:pos x="connsiteX126457" y="connsiteY126457"/>
              </a:cxn>
              <a:cxn ang="0">
                <a:pos x="connsiteX126458" y="connsiteY126458"/>
              </a:cxn>
              <a:cxn ang="0">
                <a:pos x="connsiteX126459" y="connsiteY126459"/>
              </a:cxn>
              <a:cxn ang="0">
                <a:pos x="connsiteX126460" y="connsiteY126460"/>
              </a:cxn>
              <a:cxn ang="0">
                <a:pos x="connsiteX126461" y="connsiteY126461"/>
              </a:cxn>
              <a:cxn ang="0">
                <a:pos x="connsiteX126462" y="connsiteY126462"/>
              </a:cxn>
              <a:cxn ang="0">
                <a:pos x="connsiteX126463" y="connsiteY126463"/>
              </a:cxn>
              <a:cxn ang="0">
                <a:pos x="connsiteX126464" y="connsiteY126464"/>
              </a:cxn>
              <a:cxn ang="0">
                <a:pos x="connsiteX126465" y="connsiteY126465"/>
              </a:cxn>
              <a:cxn ang="0">
                <a:pos x="connsiteX126466" y="connsiteY126466"/>
              </a:cxn>
              <a:cxn ang="0">
                <a:pos x="connsiteX126467" y="connsiteY126467"/>
              </a:cxn>
              <a:cxn ang="0">
                <a:pos x="connsiteX126468" y="connsiteY126468"/>
              </a:cxn>
              <a:cxn ang="0">
                <a:pos x="connsiteX126469" y="connsiteY126469"/>
              </a:cxn>
              <a:cxn ang="0">
                <a:pos x="connsiteX126470" y="connsiteY126470"/>
              </a:cxn>
              <a:cxn ang="0">
                <a:pos x="connsiteX126471" y="connsiteY126471"/>
              </a:cxn>
              <a:cxn ang="0">
                <a:pos x="connsiteX126472" y="connsiteY126472"/>
              </a:cxn>
              <a:cxn ang="0">
                <a:pos x="connsiteX126473" y="connsiteY126473"/>
              </a:cxn>
              <a:cxn ang="0">
                <a:pos x="connsiteX126474" y="connsiteY126474"/>
              </a:cxn>
              <a:cxn ang="0">
                <a:pos x="connsiteX126475" y="connsiteY126475"/>
              </a:cxn>
              <a:cxn ang="0">
                <a:pos x="connsiteX126476" y="connsiteY126476"/>
              </a:cxn>
              <a:cxn ang="0">
                <a:pos x="connsiteX126477" y="connsiteY126477"/>
              </a:cxn>
              <a:cxn ang="0">
                <a:pos x="connsiteX126478" y="connsiteY126478"/>
              </a:cxn>
              <a:cxn ang="0">
                <a:pos x="connsiteX126479" y="connsiteY126479"/>
              </a:cxn>
              <a:cxn ang="0">
                <a:pos x="connsiteX126480" y="connsiteY126480"/>
              </a:cxn>
              <a:cxn ang="0">
                <a:pos x="connsiteX126481" y="connsiteY126481"/>
              </a:cxn>
              <a:cxn ang="0">
                <a:pos x="connsiteX126482" y="connsiteY126482"/>
              </a:cxn>
              <a:cxn ang="0">
                <a:pos x="connsiteX126483" y="connsiteY126483"/>
              </a:cxn>
              <a:cxn ang="0">
                <a:pos x="connsiteX126484" y="connsiteY126484"/>
              </a:cxn>
              <a:cxn ang="0">
                <a:pos x="connsiteX126485" y="connsiteY126485"/>
              </a:cxn>
              <a:cxn ang="0">
                <a:pos x="connsiteX126486" y="connsiteY126486"/>
              </a:cxn>
              <a:cxn ang="0">
                <a:pos x="connsiteX126487" y="connsiteY126487"/>
              </a:cxn>
              <a:cxn ang="0">
                <a:pos x="connsiteX126488" y="connsiteY126488"/>
              </a:cxn>
              <a:cxn ang="0">
                <a:pos x="connsiteX126489" y="connsiteY126489"/>
              </a:cxn>
              <a:cxn ang="0">
                <a:pos x="connsiteX126490" y="connsiteY126490"/>
              </a:cxn>
              <a:cxn ang="0">
                <a:pos x="connsiteX126491" y="connsiteY126491"/>
              </a:cxn>
              <a:cxn ang="0">
                <a:pos x="connsiteX126492" y="connsiteY126492"/>
              </a:cxn>
              <a:cxn ang="0">
                <a:pos x="connsiteX126493" y="connsiteY126493"/>
              </a:cxn>
              <a:cxn ang="0">
                <a:pos x="connsiteX126494" y="connsiteY126494"/>
              </a:cxn>
              <a:cxn ang="0">
                <a:pos x="connsiteX126495" y="connsiteY126495"/>
              </a:cxn>
              <a:cxn ang="0">
                <a:pos x="connsiteX126496" y="connsiteY126496"/>
              </a:cxn>
              <a:cxn ang="0">
                <a:pos x="connsiteX126497" y="connsiteY126497"/>
              </a:cxn>
              <a:cxn ang="0">
                <a:pos x="connsiteX126498" y="connsiteY126498"/>
              </a:cxn>
              <a:cxn ang="0">
                <a:pos x="connsiteX126499" y="connsiteY126499"/>
              </a:cxn>
              <a:cxn ang="0">
                <a:pos x="connsiteX126500" y="connsiteY126500"/>
              </a:cxn>
              <a:cxn ang="0">
                <a:pos x="connsiteX126501" y="connsiteY126501"/>
              </a:cxn>
              <a:cxn ang="0">
                <a:pos x="connsiteX126502" y="connsiteY126502"/>
              </a:cxn>
              <a:cxn ang="0">
                <a:pos x="connsiteX126503" y="connsiteY126503"/>
              </a:cxn>
              <a:cxn ang="0">
                <a:pos x="connsiteX126504" y="connsiteY126504"/>
              </a:cxn>
              <a:cxn ang="0">
                <a:pos x="connsiteX126505" y="connsiteY126505"/>
              </a:cxn>
              <a:cxn ang="0">
                <a:pos x="connsiteX126506" y="connsiteY126506"/>
              </a:cxn>
              <a:cxn ang="0">
                <a:pos x="connsiteX126507" y="connsiteY126507"/>
              </a:cxn>
              <a:cxn ang="0">
                <a:pos x="connsiteX126508" y="connsiteY126508"/>
              </a:cxn>
              <a:cxn ang="0">
                <a:pos x="connsiteX126509" y="connsiteY126509"/>
              </a:cxn>
              <a:cxn ang="0">
                <a:pos x="connsiteX126510" y="connsiteY126510"/>
              </a:cxn>
              <a:cxn ang="0">
                <a:pos x="connsiteX126511" y="connsiteY126511"/>
              </a:cxn>
              <a:cxn ang="0">
                <a:pos x="connsiteX126512" y="connsiteY126512"/>
              </a:cxn>
              <a:cxn ang="0">
                <a:pos x="connsiteX126513" y="connsiteY126513"/>
              </a:cxn>
              <a:cxn ang="0">
                <a:pos x="connsiteX126514" y="connsiteY126514"/>
              </a:cxn>
              <a:cxn ang="0">
                <a:pos x="connsiteX126515" y="connsiteY126515"/>
              </a:cxn>
              <a:cxn ang="0">
                <a:pos x="connsiteX126516" y="connsiteY126516"/>
              </a:cxn>
              <a:cxn ang="0">
                <a:pos x="connsiteX126517" y="connsiteY126517"/>
              </a:cxn>
              <a:cxn ang="0">
                <a:pos x="connsiteX126518" y="connsiteY126518"/>
              </a:cxn>
              <a:cxn ang="0">
                <a:pos x="connsiteX126519" y="connsiteY126519"/>
              </a:cxn>
              <a:cxn ang="0">
                <a:pos x="connsiteX126520" y="connsiteY126520"/>
              </a:cxn>
              <a:cxn ang="0">
                <a:pos x="connsiteX126521" y="connsiteY126521"/>
              </a:cxn>
              <a:cxn ang="0">
                <a:pos x="connsiteX126522" y="connsiteY126522"/>
              </a:cxn>
              <a:cxn ang="0">
                <a:pos x="connsiteX126523" y="connsiteY126523"/>
              </a:cxn>
              <a:cxn ang="0">
                <a:pos x="connsiteX126524" y="connsiteY126524"/>
              </a:cxn>
              <a:cxn ang="0">
                <a:pos x="connsiteX126525" y="connsiteY126525"/>
              </a:cxn>
              <a:cxn ang="0">
                <a:pos x="connsiteX126526" y="connsiteY126526"/>
              </a:cxn>
              <a:cxn ang="0">
                <a:pos x="connsiteX126527" y="connsiteY126527"/>
              </a:cxn>
              <a:cxn ang="0">
                <a:pos x="connsiteX126528" y="connsiteY126528"/>
              </a:cxn>
              <a:cxn ang="0">
                <a:pos x="connsiteX126529" y="connsiteY126529"/>
              </a:cxn>
              <a:cxn ang="0">
                <a:pos x="connsiteX126530" y="connsiteY126530"/>
              </a:cxn>
              <a:cxn ang="0">
                <a:pos x="connsiteX126531" y="connsiteY126531"/>
              </a:cxn>
              <a:cxn ang="0">
                <a:pos x="connsiteX126532" y="connsiteY126532"/>
              </a:cxn>
              <a:cxn ang="0">
                <a:pos x="connsiteX126533" y="connsiteY126533"/>
              </a:cxn>
              <a:cxn ang="0">
                <a:pos x="connsiteX126534" y="connsiteY126534"/>
              </a:cxn>
              <a:cxn ang="0">
                <a:pos x="connsiteX126535" y="connsiteY126535"/>
              </a:cxn>
              <a:cxn ang="0">
                <a:pos x="connsiteX126536" y="connsiteY126536"/>
              </a:cxn>
              <a:cxn ang="0">
                <a:pos x="connsiteX126537" y="connsiteY126537"/>
              </a:cxn>
              <a:cxn ang="0">
                <a:pos x="connsiteX126538" y="connsiteY126538"/>
              </a:cxn>
              <a:cxn ang="0">
                <a:pos x="connsiteX126539" y="connsiteY126539"/>
              </a:cxn>
              <a:cxn ang="0">
                <a:pos x="connsiteX126540" y="connsiteY126540"/>
              </a:cxn>
              <a:cxn ang="0">
                <a:pos x="connsiteX126541" y="connsiteY126541"/>
              </a:cxn>
              <a:cxn ang="0">
                <a:pos x="connsiteX126542" y="connsiteY126542"/>
              </a:cxn>
              <a:cxn ang="0">
                <a:pos x="connsiteX126543" y="connsiteY126543"/>
              </a:cxn>
              <a:cxn ang="0">
                <a:pos x="connsiteX126544" y="connsiteY126544"/>
              </a:cxn>
              <a:cxn ang="0">
                <a:pos x="connsiteX126545" y="connsiteY126545"/>
              </a:cxn>
              <a:cxn ang="0">
                <a:pos x="connsiteX126546" y="connsiteY126546"/>
              </a:cxn>
              <a:cxn ang="0">
                <a:pos x="connsiteX126547" y="connsiteY126547"/>
              </a:cxn>
              <a:cxn ang="0">
                <a:pos x="connsiteX126548" y="connsiteY126548"/>
              </a:cxn>
              <a:cxn ang="0">
                <a:pos x="connsiteX126549" y="connsiteY126549"/>
              </a:cxn>
              <a:cxn ang="0">
                <a:pos x="connsiteX126550" y="connsiteY126550"/>
              </a:cxn>
              <a:cxn ang="0">
                <a:pos x="connsiteX126551" y="connsiteY126551"/>
              </a:cxn>
              <a:cxn ang="0">
                <a:pos x="connsiteX126552" y="connsiteY126552"/>
              </a:cxn>
              <a:cxn ang="0">
                <a:pos x="connsiteX126553" y="connsiteY126553"/>
              </a:cxn>
              <a:cxn ang="0">
                <a:pos x="connsiteX126554" y="connsiteY126554"/>
              </a:cxn>
              <a:cxn ang="0">
                <a:pos x="connsiteX126555" y="connsiteY126555"/>
              </a:cxn>
              <a:cxn ang="0">
                <a:pos x="connsiteX126556" y="connsiteY126556"/>
              </a:cxn>
              <a:cxn ang="0">
                <a:pos x="connsiteX126557" y="connsiteY126557"/>
              </a:cxn>
              <a:cxn ang="0">
                <a:pos x="connsiteX126558" y="connsiteY126558"/>
              </a:cxn>
              <a:cxn ang="0">
                <a:pos x="connsiteX126559" y="connsiteY126559"/>
              </a:cxn>
              <a:cxn ang="0">
                <a:pos x="connsiteX126560" y="connsiteY126560"/>
              </a:cxn>
              <a:cxn ang="0">
                <a:pos x="connsiteX126561" y="connsiteY126561"/>
              </a:cxn>
              <a:cxn ang="0">
                <a:pos x="connsiteX126562" y="connsiteY126562"/>
              </a:cxn>
              <a:cxn ang="0">
                <a:pos x="connsiteX126563" y="connsiteY126563"/>
              </a:cxn>
              <a:cxn ang="0">
                <a:pos x="connsiteX126564" y="connsiteY126564"/>
              </a:cxn>
              <a:cxn ang="0">
                <a:pos x="connsiteX126565" y="connsiteY126565"/>
              </a:cxn>
              <a:cxn ang="0">
                <a:pos x="connsiteX126566" y="connsiteY126566"/>
              </a:cxn>
              <a:cxn ang="0">
                <a:pos x="connsiteX126567" y="connsiteY126567"/>
              </a:cxn>
              <a:cxn ang="0">
                <a:pos x="connsiteX126568" y="connsiteY126568"/>
              </a:cxn>
              <a:cxn ang="0">
                <a:pos x="connsiteX126569" y="connsiteY126569"/>
              </a:cxn>
              <a:cxn ang="0">
                <a:pos x="connsiteX126570" y="connsiteY126570"/>
              </a:cxn>
              <a:cxn ang="0">
                <a:pos x="connsiteX126571" y="connsiteY126571"/>
              </a:cxn>
              <a:cxn ang="0">
                <a:pos x="connsiteX126572" y="connsiteY126572"/>
              </a:cxn>
              <a:cxn ang="0">
                <a:pos x="connsiteX126573" y="connsiteY126573"/>
              </a:cxn>
              <a:cxn ang="0">
                <a:pos x="connsiteX126574" y="connsiteY126574"/>
              </a:cxn>
              <a:cxn ang="0">
                <a:pos x="connsiteX126575" y="connsiteY126575"/>
              </a:cxn>
              <a:cxn ang="0">
                <a:pos x="connsiteX126576" y="connsiteY126576"/>
              </a:cxn>
              <a:cxn ang="0">
                <a:pos x="connsiteX126577" y="connsiteY126577"/>
              </a:cxn>
              <a:cxn ang="0">
                <a:pos x="connsiteX126578" y="connsiteY126578"/>
              </a:cxn>
              <a:cxn ang="0">
                <a:pos x="connsiteX126579" y="connsiteY126579"/>
              </a:cxn>
              <a:cxn ang="0">
                <a:pos x="connsiteX126580" y="connsiteY126580"/>
              </a:cxn>
              <a:cxn ang="0">
                <a:pos x="connsiteX126581" y="connsiteY126581"/>
              </a:cxn>
              <a:cxn ang="0">
                <a:pos x="connsiteX126582" y="connsiteY126582"/>
              </a:cxn>
              <a:cxn ang="0">
                <a:pos x="connsiteX126583" y="connsiteY126583"/>
              </a:cxn>
              <a:cxn ang="0">
                <a:pos x="connsiteX126584" y="connsiteY126584"/>
              </a:cxn>
              <a:cxn ang="0">
                <a:pos x="connsiteX126585" y="connsiteY126585"/>
              </a:cxn>
              <a:cxn ang="0">
                <a:pos x="connsiteX126586" y="connsiteY126586"/>
              </a:cxn>
              <a:cxn ang="0">
                <a:pos x="connsiteX126587" y="connsiteY126587"/>
              </a:cxn>
              <a:cxn ang="0">
                <a:pos x="connsiteX126588" y="connsiteY126588"/>
              </a:cxn>
              <a:cxn ang="0">
                <a:pos x="connsiteX126589" y="connsiteY126589"/>
              </a:cxn>
              <a:cxn ang="0">
                <a:pos x="connsiteX126590" y="connsiteY126590"/>
              </a:cxn>
              <a:cxn ang="0">
                <a:pos x="connsiteX126591" y="connsiteY126591"/>
              </a:cxn>
              <a:cxn ang="0">
                <a:pos x="connsiteX126592" y="connsiteY126592"/>
              </a:cxn>
              <a:cxn ang="0">
                <a:pos x="connsiteX126593" y="connsiteY126593"/>
              </a:cxn>
              <a:cxn ang="0">
                <a:pos x="connsiteX126594" y="connsiteY126594"/>
              </a:cxn>
              <a:cxn ang="0">
                <a:pos x="connsiteX126595" y="connsiteY126595"/>
              </a:cxn>
              <a:cxn ang="0">
                <a:pos x="connsiteX126596" y="connsiteY126596"/>
              </a:cxn>
              <a:cxn ang="0">
                <a:pos x="connsiteX126597" y="connsiteY126597"/>
              </a:cxn>
              <a:cxn ang="0">
                <a:pos x="connsiteX126598" y="connsiteY126598"/>
              </a:cxn>
              <a:cxn ang="0">
                <a:pos x="connsiteX126599" y="connsiteY126599"/>
              </a:cxn>
              <a:cxn ang="0">
                <a:pos x="connsiteX126600" y="connsiteY126600"/>
              </a:cxn>
              <a:cxn ang="0">
                <a:pos x="connsiteX126601" y="connsiteY126601"/>
              </a:cxn>
              <a:cxn ang="0">
                <a:pos x="connsiteX126602" y="connsiteY126602"/>
              </a:cxn>
              <a:cxn ang="0">
                <a:pos x="connsiteX126603" y="connsiteY126603"/>
              </a:cxn>
              <a:cxn ang="0">
                <a:pos x="connsiteX126604" y="connsiteY126604"/>
              </a:cxn>
              <a:cxn ang="0">
                <a:pos x="connsiteX126605" y="connsiteY126605"/>
              </a:cxn>
              <a:cxn ang="0">
                <a:pos x="connsiteX126606" y="connsiteY126606"/>
              </a:cxn>
              <a:cxn ang="0">
                <a:pos x="connsiteX126607" y="connsiteY126607"/>
              </a:cxn>
              <a:cxn ang="0">
                <a:pos x="connsiteX126608" y="connsiteY126608"/>
              </a:cxn>
              <a:cxn ang="0">
                <a:pos x="connsiteX126609" y="connsiteY126609"/>
              </a:cxn>
              <a:cxn ang="0">
                <a:pos x="connsiteX126610" y="connsiteY126610"/>
              </a:cxn>
              <a:cxn ang="0">
                <a:pos x="connsiteX126611" y="connsiteY126611"/>
              </a:cxn>
              <a:cxn ang="0">
                <a:pos x="connsiteX126612" y="connsiteY126612"/>
              </a:cxn>
              <a:cxn ang="0">
                <a:pos x="connsiteX126613" y="connsiteY126613"/>
              </a:cxn>
              <a:cxn ang="0">
                <a:pos x="connsiteX126614" y="connsiteY126614"/>
              </a:cxn>
              <a:cxn ang="0">
                <a:pos x="connsiteX126615" y="connsiteY126615"/>
              </a:cxn>
              <a:cxn ang="0">
                <a:pos x="connsiteX126616" y="connsiteY126616"/>
              </a:cxn>
              <a:cxn ang="0">
                <a:pos x="connsiteX126617" y="connsiteY126617"/>
              </a:cxn>
              <a:cxn ang="0">
                <a:pos x="connsiteX126618" y="connsiteY126618"/>
              </a:cxn>
              <a:cxn ang="0">
                <a:pos x="connsiteX126619" y="connsiteY126619"/>
              </a:cxn>
              <a:cxn ang="0">
                <a:pos x="connsiteX126620" y="connsiteY126620"/>
              </a:cxn>
              <a:cxn ang="0">
                <a:pos x="connsiteX126621" y="connsiteY126621"/>
              </a:cxn>
              <a:cxn ang="0">
                <a:pos x="connsiteX126622" y="connsiteY126622"/>
              </a:cxn>
              <a:cxn ang="0">
                <a:pos x="connsiteX126623" y="connsiteY126623"/>
              </a:cxn>
              <a:cxn ang="0">
                <a:pos x="connsiteX126624" y="connsiteY126624"/>
              </a:cxn>
              <a:cxn ang="0">
                <a:pos x="connsiteX126625" y="connsiteY126625"/>
              </a:cxn>
              <a:cxn ang="0">
                <a:pos x="connsiteX126626" y="connsiteY126626"/>
              </a:cxn>
              <a:cxn ang="0">
                <a:pos x="connsiteX126627" y="connsiteY126627"/>
              </a:cxn>
              <a:cxn ang="0">
                <a:pos x="connsiteX126628" y="connsiteY126628"/>
              </a:cxn>
              <a:cxn ang="0">
                <a:pos x="connsiteX126629" y="connsiteY126629"/>
              </a:cxn>
              <a:cxn ang="0">
                <a:pos x="connsiteX126630" y="connsiteY126630"/>
              </a:cxn>
              <a:cxn ang="0">
                <a:pos x="connsiteX126631" y="connsiteY126631"/>
              </a:cxn>
              <a:cxn ang="0">
                <a:pos x="connsiteX126632" y="connsiteY126632"/>
              </a:cxn>
              <a:cxn ang="0">
                <a:pos x="connsiteX126633" y="connsiteY126633"/>
              </a:cxn>
              <a:cxn ang="0">
                <a:pos x="connsiteX126634" y="connsiteY126634"/>
              </a:cxn>
              <a:cxn ang="0">
                <a:pos x="connsiteX126635" y="connsiteY126635"/>
              </a:cxn>
              <a:cxn ang="0">
                <a:pos x="connsiteX126636" y="connsiteY126636"/>
              </a:cxn>
              <a:cxn ang="0">
                <a:pos x="connsiteX126637" y="connsiteY126637"/>
              </a:cxn>
              <a:cxn ang="0">
                <a:pos x="connsiteX126638" y="connsiteY126638"/>
              </a:cxn>
              <a:cxn ang="0">
                <a:pos x="connsiteX126639" y="connsiteY126639"/>
              </a:cxn>
              <a:cxn ang="0">
                <a:pos x="connsiteX126640" y="connsiteY126640"/>
              </a:cxn>
              <a:cxn ang="0">
                <a:pos x="connsiteX126641" y="connsiteY126641"/>
              </a:cxn>
              <a:cxn ang="0">
                <a:pos x="connsiteX126642" y="connsiteY126642"/>
              </a:cxn>
              <a:cxn ang="0">
                <a:pos x="connsiteX126643" y="connsiteY126643"/>
              </a:cxn>
              <a:cxn ang="0">
                <a:pos x="connsiteX126644" y="connsiteY126644"/>
              </a:cxn>
              <a:cxn ang="0">
                <a:pos x="connsiteX126645" y="connsiteY126645"/>
              </a:cxn>
              <a:cxn ang="0">
                <a:pos x="connsiteX126646" y="connsiteY126646"/>
              </a:cxn>
              <a:cxn ang="0">
                <a:pos x="connsiteX126647" y="connsiteY126647"/>
              </a:cxn>
              <a:cxn ang="0">
                <a:pos x="connsiteX126648" y="connsiteY126648"/>
              </a:cxn>
              <a:cxn ang="0">
                <a:pos x="connsiteX126649" y="connsiteY126649"/>
              </a:cxn>
              <a:cxn ang="0">
                <a:pos x="connsiteX126650" y="connsiteY126650"/>
              </a:cxn>
              <a:cxn ang="0">
                <a:pos x="connsiteX126651" y="connsiteY126651"/>
              </a:cxn>
              <a:cxn ang="0">
                <a:pos x="connsiteX126652" y="connsiteY126652"/>
              </a:cxn>
              <a:cxn ang="0">
                <a:pos x="connsiteX126653" y="connsiteY126653"/>
              </a:cxn>
              <a:cxn ang="0">
                <a:pos x="connsiteX126654" y="connsiteY126654"/>
              </a:cxn>
              <a:cxn ang="0">
                <a:pos x="connsiteX126655" y="connsiteY126655"/>
              </a:cxn>
              <a:cxn ang="0">
                <a:pos x="connsiteX126656" y="connsiteY126656"/>
              </a:cxn>
              <a:cxn ang="0">
                <a:pos x="connsiteX126657" y="connsiteY126657"/>
              </a:cxn>
              <a:cxn ang="0">
                <a:pos x="connsiteX126658" y="connsiteY126658"/>
              </a:cxn>
              <a:cxn ang="0">
                <a:pos x="connsiteX126659" y="connsiteY126659"/>
              </a:cxn>
              <a:cxn ang="0">
                <a:pos x="connsiteX126660" y="connsiteY126660"/>
              </a:cxn>
              <a:cxn ang="0">
                <a:pos x="connsiteX126661" y="connsiteY126661"/>
              </a:cxn>
              <a:cxn ang="0">
                <a:pos x="connsiteX126662" y="connsiteY126662"/>
              </a:cxn>
              <a:cxn ang="0">
                <a:pos x="connsiteX126663" y="connsiteY126663"/>
              </a:cxn>
              <a:cxn ang="0">
                <a:pos x="connsiteX126664" y="connsiteY126664"/>
              </a:cxn>
              <a:cxn ang="0">
                <a:pos x="connsiteX126665" y="connsiteY126665"/>
              </a:cxn>
              <a:cxn ang="0">
                <a:pos x="connsiteX126666" y="connsiteY126666"/>
              </a:cxn>
              <a:cxn ang="0">
                <a:pos x="connsiteX126667" y="connsiteY126667"/>
              </a:cxn>
              <a:cxn ang="0">
                <a:pos x="connsiteX126668" y="connsiteY126668"/>
              </a:cxn>
              <a:cxn ang="0">
                <a:pos x="connsiteX126669" y="connsiteY126669"/>
              </a:cxn>
              <a:cxn ang="0">
                <a:pos x="connsiteX126670" y="connsiteY126670"/>
              </a:cxn>
              <a:cxn ang="0">
                <a:pos x="connsiteX126671" y="connsiteY126671"/>
              </a:cxn>
              <a:cxn ang="0">
                <a:pos x="connsiteX126672" y="connsiteY126672"/>
              </a:cxn>
              <a:cxn ang="0">
                <a:pos x="connsiteX126673" y="connsiteY126673"/>
              </a:cxn>
              <a:cxn ang="0">
                <a:pos x="connsiteX126674" y="connsiteY126674"/>
              </a:cxn>
              <a:cxn ang="0">
                <a:pos x="connsiteX126675" y="connsiteY126675"/>
              </a:cxn>
              <a:cxn ang="0">
                <a:pos x="connsiteX126676" y="connsiteY126676"/>
              </a:cxn>
              <a:cxn ang="0">
                <a:pos x="connsiteX126677" y="connsiteY126677"/>
              </a:cxn>
              <a:cxn ang="0">
                <a:pos x="connsiteX126678" y="connsiteY126678"/>
              </a:cxn>
              <a:cxn ang="0">
                <a:pos x="connsiteX126679" y="connsiteY126679"/>
              </a:cxn>
              <a:cxn ang="0">
                <a:pos x="connsiteX126680" y="connsiteY126680"/>
              </a:cxn>
              <a:cxn ang="0">
                <a:pos x="connsiteX126681" y="connsiteY126681"/>
              </a:cxn>
              <a:cxn ang="0">
                <a:pos x="connsiteX126682" y="connsiteY126682"/>
              </a:cxn>
              <a:cxn ang="0">
                <a:pos x="connsiteX126683" y="connsiteY126683"/>
              </a:cxn>
              <a:cxn ang="0">
                <a:pos x="connsiteX126684" y="connsiteY126684"/>
              </a:cxn>
              <a:cxn ang="0">
                <a:pos x="connsiteX126685" y="connsiteY126685"/>
              </a:cxn>
              <a:cxn ang="0">
                <a:pos x="connsiteX126686" y="connsiteY126686"/>
              </a:cxn>
              <a:cxn ang="0">
                <a:pos x="connsiteX126687" y="connsiteY126687"/>
              </a:cxn>
              <a:cxn ang="0">
                <a:pos x="connsiteX126688" y="connsiteY126688"/>
              </a:cxn>
              <a:cxn ang="0">
                <a:pos x="connsiteX126689" y="connsiteY126689"/>
              </a:cxn>
              <a:cxn ang="0">
                <a:pos x="connsiteX126690" y="connsiteY126690"/>
              </a:cxn>
              <a:cxn ang="0">
                <a:pos x="connsiteX126691" y="connsiteY126691"/>
              </a:cxn>
              <a:cxn ang="0">
                <a:pos x="connsiteX126692" y="connsiteY126692"/>
              </a:cxn>
              <a:cxn ang="0">
                <a:pos x="connsiteX126693" y="connsiteY126693"/>
              </a:cxn>
              <a:cxn ang="0">
                <a:pos x="connsiteX126694" y="connsiteY126694"/>
              </a:cxn>
              <a:cxn ang="0">
                <a:pos x="connsiteX126695" y="connsiteY126695"/>
              </a:cxn>
              <a:cxn ang="0">
                <a:pos x="connsiteX126696" y="connsiteY126696"/>
              </a:cxn>
              <a:cxn ang="0">
                <a:pos x="connsiteX126697" y="connsiteY126697"/>
              </a:cxn>
              <a:cxn ang="0">
                <a:pos x="connsiteX126698" y="connsiteY126698"/>
              </a:cxn>
              <a:cxn ang="0">
                <a:pos x="connsiteX126699" y="connsiteY126699"/>
              </a:cxn>
              <a:cxn ang="0">
                <a:pos x="connsiteX126700" y="connsiteY126700"/>
              </a:cxn>
              <a:cxn ang="0">
                <a:pos x="connsiteX126701" y="connsiteY126701"/>
              </a:cxn>
              <a:cxn ang="0">
                <a:pos x="connsiteX126702" y="connsiteY126702"/>
              </a:cxn>
              <a:cxn ang="0">
                <a:pos x="connsiteX126703" y="connsiteY126703"/>
              </a:cxn>
              <a:cxn ang="0">
                <a:pos x="connsiteX126704" y="connsiteY126704"/>
              </a:cxn>
              <a:cxn ang="0">
                <a:pos x="connsiteX126705" y="connsiteY126705"/>
              </a:cxn>
              <a:cxn ang="0">
                <a:pos x="connsiteX126706" y="connsiteY126706"/>
              </a:cxn>
              <a:cxn ang="0">
                <a:pos x="connsiteX126707" y="connsiteY126707"/>
              </a:cxn>
              <a:cxn ang="0">
                <a:pos x="connsiteX126708" y="connsiteY126708"/>
              </a:cxn>
              <a:cxn ang="0">
                <a:pos x="connsiteX126709" y="connsiteY126709"/>
              </a:cxn>
              <a:cxn ang="0">
                <a:pos x="connsiteX126710" y="connsiteY126710"/>
              </a:cxn>
              <a:cxn ang="0">
                <a:pos x="connsiteX126711" y="connsiteY126711"/>
              </a:cxn>
              <a:cxn ang="0">
                <a:pos x="connsiteX126712" y="connsiteY126712"/>
              </a:cxn>
              <a:cxn ang="0">
                <a:pos x="connsiteX126713" y="connsiteY126713"/>
              </a:cxn>
              <a:cxn ang="0">
                <a:pos x="connsiteX126714" y="connsiteY126714"/>
              </a:cxn>
              <a:cxn ang="0">
                <a:pos x="connsiteX126715" y="connsiteY126715"/>
              </a:cxn>
              <a:cxn ang="0">
                <a:pos x="connsiteX126716" y="connsiteY126716"/>
              </a:cxn>
              <a:cxn ang="0">
                <a:pos x="connsiteX126717" y="connsiteY126717"/>
              </a:cxn>
              <a:cxn ang="0">
                <a:pos x="connsiteX126718" y="connsiteY126718"/>
              </a:cxn>
              <a:cxn ang="0">
                <a:pos x="connsiteX126719" y="connsiteY126719"/>
              </a:cxn>
              <a:cxn ang="0">
                <a:pos x="connsiteX126720" y="connsiteY126720"/>
              </a:cxn>
              <a:cxn ang="0">
                <a:pos x="connsiteX126721" y="connsiteY126721"/>
              </a:cxn>
              <a:cxn ang="0">
                <a:pos x="connsiteX126722" y="connsiteY126722"/>
              </a:cxn>
              <a:cxn ang="0">
                <a:pos x="connsiteX126723" y="connsiteY126723"/>
              </a:cxn>
              <a:cxn ang="0">
                <a:pos x="connsiteX126724" y="connsiteY126724"/>
              </a:cxn>
              <a:cxn ang="0">
                <a:pos x="connsiteX126725" y="connsiteY126725"/>
              </a:cxn>
              <a:cxn ang="0">
                <a:pos x="connsiteX126726" y="connsiteY126726"/>
              </a:cxn>
              <a:cxn ang="0">
                <a:pos x="connsiteX126727" y="connsiteY126727"/>
              </a:cxn>
              <a:cxn ang="0">
                <a:pos x="connsiteX126728" y="connsiteY126728"/>
              </a:cxn>
              <a:cxn ang="0">
                <a:pos x="connsiteX126729" y="connsiteY126729"/>
              </a:cxn>
              <a:cxn ang="0">
                <a:pos x="connsiteX126730" y="connsiteY126730"/>
              </a:cxn>
              <a:cxn ang="0">
                <a:pos x="connsiteX126731" y="connsiteY126731"/>
              </a:cxn>
              <a:cxn ang="0">
                <a:pos x="connsiteX126732" y="connsiteY126732"/>
              </a:cxn>
              <a:cxn ang="0">
                <a:pos x="connsiteX126733" y="connsiteY126733"/>
              </a:cxn>
              <a:cxn ang="0">
                <a:pos x="connsiteX126734" y="connsiteY126734"/>
              </a:cxn>
              <a:cxn ang="0">
                <a:pos x="connsiteX126735" y="connsiteY126735"/>
              </a:cxn>
              <a:cxn ang="0">
                <a:pos x="connsiteX126736" y="connsiteY126736"/>
              </a:cxn>
              <a:cxn ang="0">
                <a:pos x="connsiteX126737" y="connsiteY126737"/>
              </a:cxn>
              <a:cxn ang="0">
                <a:pos x="connsiteX126738" y="connsiteY126738"/>
              </a:cxn>
              <a:cxn ang="0">
                <a:pos x="connsiteX126739" y="connsiteY126739"/>
              </a:cxn>
              <a:cxn ang="0">
                <a:pos x="connsiteX126740" y="connsiteY126740"/>
              </a:cxn>
              <a:cxn ang="0">
                <a:pos x="connsiteX126741" y="connsiteY126741"/>
              </a:cxn>
              <a:cxn ang="0">
                <a:pos x="connsiteX126742" y="connsiteY126742"/>
              </a:cxn>
              <a:cxn ang="0">
                <a:pos x="connsiteX126743" y="connsiteY126743"/>
              </a:cxn>
              <a:cxn ang="0">
                <a:pos x="connsiteX126744" y="connsiteY126744"/>
              </a:cxn>
              <a:cxn ang="0">
                <a:pos x="connsiteX126745" y="connsiteY126745"/>
              </a:cxn>
              <a:cxn ang="0">
                <a:pos x="connsiteX126746" y="connsiteY126746"/>
              </a:cxn>
              <a:cxn ang="0">
                <a:pos x="connsiteX126747" y="connsiteY126747"/>
              </a:cxn>
              <a:cxn ang="0">
                <a:pos x="connsiteX126748" y="connsiteY126748"/>
              </a:cxn>
              <a:cxn ang="0">
                <a:pos x="connsiteX126749" y="connsiteY126749"/>
              </a:cxn>
              <a:cxn ang="0">
                <a:pos x="connsiteX126750" y="connsiteY126750"/>
              </a:cxn>
              <a:cxn ang="0">
                <a:pos x="connsiteX126751" y="connsiteY126751"/>
              </a:cxn>
              <a:cxn ang="0">
                <a:pos x="connsiteX126752" y="connsiteY126752"/>
              </a:cxn>
              <a:cxn ang="0">
                <a:pos x="connsiteX126753" y="connsiteY126753"/>
              </a:cxn>
              <a:cxn ang="0">
                <a:pos x="connsiteX126754" y="connsiteY126754"/>
              </a:cxn>
              <a:cxn ang="0">
                <a:pos x="connsiteX126755" y="connsiteY126755"/>
              </a:cxn>
              <a:cxn ang="0">
                <a:pos x="connsiteX126756" y="connsiteY126756"/>
              </a:cxn>
              <a:cxn ang="0">
                <a:pos x="connsiteX126757" y="connsiteY126757"/>
              </a:cxn>
              <a:cxn ang="0">
                <a:pos x="connsiteX126758" y="connsiteY126758"/>
              </a:cxn>
              <a:cxn ang="0">
                <a:pos x="connsiteX126759" y="connsiteY126759"/>
              </a:cxn>
              <a:cxn ang="0">
                <a:pos x="connsiteX126760" y="connsiteY126760"/>
              </a:cxn>
              <a:cxn ang="0">
                <a:pos x="connsiteX126761" y="connsiteY126761"/>
              </a:cxn>
              <a:cxn ang="0">
                <a:pos x="connsiteX126762" y="connsiteY126762"/>
              </a:cxn>
              <a:cxn ang="0">
                <a:pos x="connsiteX126763" y="connsiteY126763"/>
              </a:cxn>
              <a:cxn ang="0">
                <a:pos x="connsiteX126764" y="connsiteY126764"/>
              </a:cxn>
              <a:cxn ang="0">
                <a:pos x="connsiteX126765" y="connsiteY126765"/>
              </a:cxn>
              <a:cxn ang="0">
                <a:pos x="connsiteX126766" y="connsiteY126766"/>
              </a:cxn>
              <a:cxn ang="0">
                <a:pos x="connsiteX126767" y="connsiteY126767"/>
              </a:cxn>
              <a:cxn ang="0">
                <a:pos x="connsiteX126768" y="connsiteY126768"/>
              </a:cxn>
              <a:cxn ang="0">
                <a:pos x="connsiteX126769" y="connsiteY126769"/>
              </a:cxn>
              <a:cxn ang="0">
                <a:pos x="connsiteX126770" y="connsiteY126770"/>
              </a:cxn>
              <a:cxn ang="0">
                <a:pos x="connsiteX126771" y="connsiteY126771"/>
              </a:cxn>
              <a:cxn ang="0">
                <a:pos x="connsiteX126772" y="connsiteY126772"/>
              </a:cxn>
              <a:cxn ang="0">
                <a:pos x="connsiteX126773" y="connsiteY126773"/>
              </a:cxn>
              <a:cxn ang="0">
                <a:pos x="connsiteX126774" y="connsiteY126774"/>
              </a:cxn>
              <a:cxn ang="0">
                <a:pos x="connsiteX126775" y="connsiteY126775"/>
              </a:cxn>
              <a:cxn ang="0">
                <a:pos x="connsiteX126776" y="connsiteY126776"/>
              </a:cxn>
              <a:cxn ang="0">
                <a:pos x="connsiteX126777" y="connsiteY126777"/>
              </a:cxn>
              <a:cxn ang="0">
                <a:pos x="connsiteX126778" y="connsiteY126778"/>
              </a:cxn>
              <a:cxn ang="0">
                <a:pos x="connsiteX126779" y="connsiteY126779"/>
              </a:cxn>
              <a:cxn ang="0">
                <a:pos x="connsiteX126780" y="connsiteY126780"/>
              </a:cxn>
              <a:cxn ang="0">
                <a:pos x="connsiteX126781" y="connsiteY126781"/>
              </a:cxn>
              <a:cxn ang="0">
                <a:pos x="connsiteX126782" y="connsiteY126782"/>
              </a:cxn>
              <a:cxn ang="0">
                <a:pos x="connsiteX126783" y="connsiteY126783"/>
              </a:cxn>
              <a:cxn ang="0">
                <a:pos x="connsiteX126784" y="connsiteY126784"/>
              </a:cxn>
              <a:cxn ang="0">
                <a:pos x="connsiteX126785" y="connsiteY126785"/>
              </a:cxn>
              <a:cxn ang="0">
                <a:pos x="connsiteX126786" y="connsiteY126786"/>
              </a:cxn>
              <a:cxn ang="0">
                <a:pos x="connsiteX126787" y="connsiteY126787"/>
              </a:cxn>
              <a:cxn ang="0">
                <a:pos x="connsiteX126788" y="connsiteY126788"/>
              </a:cxn>
              <a:cxn ang="0">
                <a:pos x="connsiteX126789" y="connsiteY126789"/>
              </a:cxn>
              <a:cxn ang="0">
                <a:pos x="connsiteX126790" y="connsiteY126790"/>
              </a:cxn>
              <a:cxn ang="0">
                <a:pos x="connsiteX126791" y="connsiteY126791"/>
              </a:cxn>
              <a:cxn ang="0">
                <a:pos x="connsiteX126792" y="connsiteY126792"/>
              </a:cxn>
              <a:cxn ang="0">
                <a:pos x="connsiteX126793" y="connsiteY126793"/>
              </a:cxn>
              <a:cxn ang="0">
                <a:pos x="connsiteX126794" y="connsiteY126794"/>
              </a:cxn>
              <a:cxn ang="0">
                <a:pos x="connsiteX126795" y="connsiteY126795"/>
              </a:cxn>
              <a:cxn ang="0">
                <a:pos x="connsiteX126796" y="connsiteY126796"/>
              </a:cxn>
              <a:cxn ang="0">
                <a:pos x="connsiteX126797" y="connsiteY126797"/>
              </a:cxn>
              <a:cxn ang="0">
                <a:pos x="connsiteX126798" y="connsiteY126798"/>
              </a:cxn>
              <a:cxn ang="0">
                <a:pos x="connsiteX126799" y="connsiteY126799"/>
              </a:cxn>
              <a:cxn ang="0">
                <a:pos x="connsiteX126800" y="connsiteY126800"/>
              </a:cxn>
              <a:cxn ang="0">
                <a:pos x="connsiteX126801" y="connsiteY126801"/>
              </a:cxn>
              <a:cxn ang="0">
                <a:pos x="connsiteX126802" y="connsiteY126802"/>
              </a:cxn>
              <a:cxn ang="0">
                <a:pos x="connsiteX126803" y="connsiteY126803"/>
              </a:cxn>
              <a:cxn ang="0">
                <a:pos x="connsiteX126804" y="connsiteY126804"/>
              </a:cxn>
              <a:cxn ang="0">
                <a:pos x="connsiteX126805" y="connsiteY126805"/>
              </a:cxn>
              <a:cxn ang="0">
                <a:pos x="connsiteX126806" y="connsiteY126806"/>
              </a:cxn>
              <a:cxn ang="0">
                <a:pos x="connsiteX126807" y="connsiteY126807"/>
              </a:cxn>
              <a:cxn ang="0">
                <a:pos x="connsiteX126808" y="connsiteY126808"/>
              </a:cxn>
              <a:cxn ang="0">
                <a:pos x="connsiteX126809" y="connsiteY126809"/>
              </a:cxn>
              <a:cxn ang="0">
                <a:pos x="connsiteX126810" y="connsiteY126810"/>
              </a:cxn>
              <a:cxn ang="0">
                <a:pos x="connsiteX126811" y="connsiteY126811"/>
              </a:cxn>
              <a:cxn ang="0">
                <a:pos x="connsiteX126812" y="connsiteY126812"/>
              </a:cxn>
              <a:cxn ang="0">
                <a:pos x="connsiteX126813" y="connsiteY126813"/>
              </a:cxn>
              <a:cxn ang="0">
                <a:pos x="connsiteX126814" y="connsiteY126814"/>
              </a:cxn>
              <a:cxn ang="0">
                <a:pos x="connsiteX126815" y="connsiteY126815"/>
              </a:cxn>
              <a:cxn ang="0">
                <a:pos x="connsiteX126816" y="connsiteY126816"/>
              </a:cxn>
              <a:cxn ang="0">
                <a:pos x="connsiteX126817" y="connsiteY126817"/>
              </a:cxn>
              <a:cxn ang="0">
                <a:pos x="connsiteX126818" y="connsiteY126818"/>
              </a:cxn>
              <a:cxn ang="0">
                <a:pos x="connsiteX126819" y="connsiteY126819"/>
              </a:cxn>
              <a:cxn ang="0">
                <a:pos x="connsiteX126820" y="connsiteY126820"/>
              </a:cxn>
              <a:cxn ang="0">
                <a:pos x="connsiteX126821" y="connsiteY126821"/>
              </a:cxn>
              <a:cxn ang="0">
                <a:pos x="connsiteX126822" y="connsiteY126822"/>
              </a:cxn>
              <a:cxn ang="0">
                <a:pos x="connsiteX126823" y="connsiteY126823"/>
              </a:cxn>
              <a:cxn ang="0">
                <a:pos x="connsiteX126824" y="connsiteY126824"/>
              </a:cxn>
              <a:cxn ang="0">
                <a:pos x="connsiteX126825" y="connsiteY126825"/>
              </a:cxn>
              <a:cxn ang="0">
                <a:pos x="connsiteX126826" y="connsiteY126826"/>
              </a:cxn>
              <a:cxn ang="0">
                <a:pos x="connsiteX126827" y="connsiteY126827"/>
              </a:cxn>
              <a:cxn ang="0">
                <a:pos x="connsiteX126828" y="connsiteY126828"/>
              </a:cxn>
              <a:cxn ang="0">
                <a:pos x="connsiteX126829" y="connsiteY126829"/>
              </a:cxn>
              <a:cxn ang="0">
                <a:pos x="connsiteX126830" y="connsiteY126830"/>
              </a:cxn>
              <a:cxn ang="0">
                <a:pos x="connsiteX126831" y="connsiteY126831"/>
              </a:cxn>
              <a:cxn ang="0">
                <a:pos x="connsiteX126832" y="connsiteY126832"/>
              </a:cxn>
              <a:cxn ang="0">
                <a:pos x="connsiteX126833" y="connsiteY126833"/>
              </a:cxn>
              <a:cxn ang="0">
                <a:pos x="connsiteX126834" y="connsiteY126834"/>
              </a:cxn>
              <a:cxn ang="0">
                <a:pos x="connsiteX126835" y="connsiteY126835"/>
              </a:cxn>
              <a:cxn ang="0">
                <a:pos x="connsiteX126836" y="connsiteY126836"/>
              </a:cxn>
              <a:cxn ang="0">
                <a:pos x="connsiteX126837" y="connsiteY126837"/>
              </a:cxn>
              <a:cxn ang="0">
                <a:pos x="connsiteX126838" y="connsiteY126838"/>
              </a:cxn>
              <a:cxn ang="0">
                <a:pos x="connsiteX126839" y="connsiteY126839"/>
              </a:cxn>
              <a:cxn ang="0">
                <a:pos x="connsiteX126840" y="connsiteY126840"/>
              </a:cxn>
              <a:cxn ang="0">
                <a:pos x="connsiteX126841" y="connsiteY126841"/>
              </a:cxn>
              <a:cxn ang="0">
                <a:pos x="connsiteX126842" y="connsiteY126842"/>
              </a:cxn>
              <a:cxn ang="0">
                <a:pos x="connsiteX126843" y="connsiteY126843"/>
              </a:cxn>
              <a:cxn ang="0">
                <a:pos x="connsiteX126844" y="connsiteY126844"/>
              </a:cxn>
              <a:cxn ang="0">
                <a:pos x="connsiteX126845" y="connsiteY126845"/>
              </a:cxn>
              <a:cxn ang="0">
                <a:pos x="connsiteX126846" y="connsiteY126846"/>
              </a:cxn>
              <a:cxn ang="0">
                <a:pos x="connsiteX126847" y="connsiteY126847"/>
              </a:cxn>
              <a:cxn ang="0">
                <a:pos x="connsiteX126848" y="connsiteY126848"/>
              </a:cxn>
              <a:cxn ang="0">
                <a:pos x="connsiteX126849" y="connsiteY126849"/>
              </a:cxn>
              <a:cxn ang="0">
                <a:pos x="connsiteX126850" y="connsiteY126850"/>
              </a:cxn>
              <a:cxn ang="0">
                <a:pos x="connsiteX126851" y="connsiteY126851"/>
              </a:cxn>
              <a:cxn ang="0">
                <a:pos x="connsiteX126852" y="connsiteY126852"/>
              </a:cxn>
              <a:cxn ang="0">
                <a:pos x="connsiteX126853" y="connsiteY126853"/>
              </a:cxn>
              <a:cxn ang="0">
                <a:pos x="connsiteX126854" y="connsiteY126854"/>
              </a:cxn>
              <a:cxn ang="0">
                <a:pos x="connsiteX126855" y="connsiteY126855"/>
              </a:cxn>
              <a:cxn ang="0">
                <a:pos x="connsiteX126856" y="connsiteY126856"/>
              </a:cxn>
              <a:cxn ang="0">
                <a:pos x="connsiteX126857" y="connsiteY126857"/>
              </a:cxn>
              <a:cxn ang="0">
                <a:pos x="connsiteX126858" y="connsiteY126858"/>
              </a:cxn>
              <a:cxn ang="0">
                <a:pos x="connsiteX126859" y="connsiteY126859"/>
              </a:cxn>
              <a:cxn ang="0">
                <a:pos x="connsiteX126860" y="connsiteY126860"/>
              </a:cxn>
              <a:cxn ang="0">
                <a:pos x="connsiteX126861" y="connsiteY126861"/>
              </a:cxn>
              <a:cxn ang="0">
                <a:pos x="connsiteX126862" y="connsiteY126862"/>
              </a:cxn>
              <a:cxn ang="0">
                <a:pos x="connsiteX126863" y="connsiteY126863"/>
              </a:cxn>
              <a:cxn ang="0">
                <a:pos x="connsiteX126864" y="connsiteY126864"/>
              </a:cxn>
              <a:cxn ang="0">
                <a:pos x="connsiteX126865" y="connsiteY126865"/>
              </a:cxn>
              <a:cxn ang="0">
                <a:pos x="connsiteX126866" y="connsiteY126866"/>
              </a:cxn>
              <a:cxn ang="0">
                <a:pos x="connsiteX126867" y="connsiteY126867"/>
              </a:cxn>
              <a:cxn ang="0">
                <a:pos x="connsiteX126868" y="connsiteY126868"/>
              </a:cxn>
              <a:cxn ang="0">
                <a:pos x="connsiteX126869" y="connsiteY126869"/>
              </a:cxn>
              <a:cxn ang="0">
                <a:pos x="connsiteX126870" y="connsiteY126870"/>
              </a:cxn>
              <a:cxn ang="0">
                <a:pos x="connsiteX126871" y="connsiteY126871"/>
              </a:cxn>
              <a:cxn ang="0">
                <a:pos x="connsiteX126872" y="connsiteY126872"/>
              </a:cxn>
              <a:cxn ang="0">
                <a:pos x="connsiteX126873" y="connsiteY126873"/>
              </a:cxn>
              <a:cxn ang="0">
                <a:pos x="connsiteX126874" y="connsiteY126874"/>
              </a:cxn>
              <a:cxn ang="0">
                <a:pos x="connsiteX126875" y="connsiteY126875"/>
              </a:cxn>
              <a:cxn ang="0">
                <a:pos x="connsiteX126876" y="connsiteY126876"/>
              </a:cxn>
              <a:cxn ang="0">
                <a:pos x="connsiteX126877" y="connsiteY126877"/>
              </a:cxn>
              <a:cxn ang="0">
                <a:pos x="connsiteX126878" y="connsiteY126878"/>
              </a:cxn>
              <a:cxn ang="0">
                <a:pos x="connsiteX126879" y="connsiteY126879"/>
              </a:cxn>
              <a:cxn ang="0">
                <a:pos x="connsiteX126880" y="connsiteY126880"/>
              </a:cxn>
              <a:cxn ang="0">
                <a:pos x="connsiteX126881" y="connsiteY126881"/>
              </a:cxn>
              <a:cxn ang="0">
                <a:pos x="connsiteX126882" y="connsiteY126882"/>
              </a:cxn>
              <a:cxn ang="0">
                <a:pos x="connsiteX126883" y="connsiteY126883"/>
              </a:cxn>
              <a:cxn ang="0">
                <a:pos x="connsiteX126884" y="connsiteY126884"/>
              </a:cxn>
              <a:cxn ang="0">
                <a:pos x="connsiteX126885" y="connsiteY126885"/>
              </a:cxn>
              <a:cxn ang="0">
                <a:pos x="connsiteX126886" y="connsiteY126886"/>
              </a:cxn>
              <a:cxn ang="0">
                <a:pos x="connsiteX126887" y="connsiteY126887"/>
              </a:cxn>
              <a:cxn ang="0">
                <a:pos x="connsiteX126888" y="connsiteY126888"/>
              </a:cxn>
              <a:cxn ang="0">
                <a:pos x="connsiteX126889" y="connsiteY126889"/>
              </a:cxn>
              <a:cxn ang="0">
                <a:pos x="connsiteX126890" y="connsiteY126890"/>
              </a:cxn>
              <a:cxn ang="0">
                <a:pos x="connsiteX126891" y="connsiteY126891"/>
              </a:cxn>
              <a:cxn ang="0">
                <a:pos x="connsiteX126892" y="connsiteY126892"/>
              </a:cxn>
              <a:cxn ang="0">
                <a:pos x="connsiteX126893" y="connsiteY126893"/>
              </a:cxn>
              <a:cxn ang="0">
                <a:pos x="connsiteX126894" y="connsiteY126894"/>
              </a:cxn>
              <a:cxn ang="0">
                <a:pos x="connsiteX126895" y="connsiteY126895"/>
              </a:cxn>
              <a:cxn ang="0">
                <a:pos x="connsiteX126896" y="connsiteY126896"/>
              </a:cxn>
              <a:cxn ang="0">
                <a:pos x="connsiteX126897" y="connsiteY126897"/>
              </a:cxn>
              <a:cxn ang="0">
                <a:pos x="connsiteX126898" y="connsiteY126898"/>
              </a:cxn>
              <a:cxn ang="0">
                <a:pos x="connsiteX126899" y="connsiteY126899"/>
              </a:cxn>
              <a:cxn ang="0">
                <a:pos x="connsiteX126900" y="connsiteY126900"/>
              </a:cxn>
              <a:cxn ang="0">
                <a:pos x="connsiteX126901" y="connsiteY126901"/>
              </a:cxn>
              <a:cxn ang="0">
                <a:pos x="connsiteX126902" y="connsiteY126902"/>
              </a:cxn>
              <a:cxn ang="0">
                <a:pos x="connsiteX126903" y="connsiteY126903"/>
              </a:cxn>
              <a:cxn ang="0">
                <a:pos x="connsiteX126904" y="connsiteY126904"/>
              </a:cxn>
              <a:cxn ang="0">
                <a:pos x="connsiteX126905" y="connsiteY126905"/>
              </a:cxn>
              <a:cxn ang="0">
                <a:pos x="connsiteX126906" y="connsiteY126906"/>
              </a:cxn>
              <a:cxn ang="0">
                <a:pos x="connsiteX126907" y="connsiteY126907"/>
              </a:cxn>
              <a:cxn ang="0">
                <a:pos x="connsiteX126908" y="connsiteY126908"/>
              </a:cxn>
              <a:cxn ang="0">
                <a:pos x="connsiteX126909" y="connsiteY126909"/>
              </a:cxn>
              <a:cxn ang="0">
                <a:pos x="connsiteX126910" y="connsiteY126910"/>
              </a:cxn>
              <a:cxn ang="0">
                <a:pos x="connsiteX126911" y="connsiteY126911"/>
              </a:cxn>
              <a:cxn ang="0">
                <a:pos x="connsiteX126912" y="connsiteY126912"/>
              </a:cxn>
              <a:cxn ang="0">
                <a:pos x="connsiteX126913" y="connsiteY126913"/>
              </a:cxn>
              <a:cxn ang="0">
                <a:pos x="connsiteX126914" y="connsiteY126914"/>
              </a:cxn>
              <a:cxn ang="0">
                <a:pos x="connsiteX126915" y="connsiteY126915"/>
              </a:cxn>
              <a:cxn ang="0">
                <a:pos x="connsiteX126916" y="connsiteY126916"/>
              </a:cxn>
              <a:cxn ang="0">
                <a:pos x="connsiteX126917" y="connsiteY126917"/>
              </a:cxn>
              <a:cxn ang="0">
                <a:pos x="connsiteX126918" y="connsiteY126918"/>
              </a:cxn>
              <a:cxn ang="0">
                <a:pos x="connsiteX126919" y="connsiteY126919"/>
              </a:cxn>
              <a:cxn ang="0">
                <a:pos x="connsiteX126920" y="connsiteY126920"/>
              </a:cxn>
              <a:cxn ang="0">
                <a:pos x="connsiteX126921" y="connsiteY126921"/>
              </a:cxn>
              <a:cxn ang="0">
                <a:pos x="connsiteX126922" y="connsiteY126922"/>
              </a:cxn>
              <a:cxn ang="0">
                <a:pos x="connsiteX126923" y="connsiteY126923"/>
              </a:cxn>
              <a:cxn ang="0">
                <a:pos x="connsiteX126924" y="connsiteY126924"/>
              </a:cxn>
              <a:cxn ang="0">
                <a:pos x="connsiteX126925" y="connsiteY126925"/>
              </a:cxn>
              <a:cxn ang="0">
                <a:pos x="connsiteX126926" y="connsiteY126926"/>
              </a:cxn>
              <a:cxn ang="0">
                <a:pos x="connsiteX126927" y="connsiteY126927"/>
              </a:cxn>
              <a:cxn ang="0">
                <a:pos x="connsiteX126928" y="connsiteY126928"/>
              </a:cxn>
              <a:cxn ang="0">
                <a:pos x="connsiteX126929" y="connsiteY126929"/>
              </a:cxn>
              <a:cxn ang="0">
                <a:pos x="connsiteX126930" y="connsiteY126930"/>
              </a:cxn>
              <a:cxn ang="0">
                <a:pos x="connsiteX126931" y="connsiteY126931"/>
              </a:cxn>
              <a:cxn ang="0">
                <a:pos x="connsiteX126932" y="connsiteY126932"/>
              </a:cxn>
              <a:cxn ang="0">
                <a:pos x="connsiteX126933" y="connsiteY126933"/>
              </a:cxn>
              <a:cxn ang="0">
                <a:pos x="connsiteX126934" y="connsiteY126934"/>
              </a:cxn>
              <a:cxn ang="0">
                <a:pos x="connsiteX126935" y="connsiteY126935"/>
              </a:cxn>
              <a:cxn ang="0">
                <a:pos x="connsiteX126936" y="connsiteY126936"/>
              </a:cxn>
              <a:cxn ang="0">
                <a:pos x="connsiteX126937" y="connsiteY126937"/>
              </a:cxn>
              <a:cxn ang="0">
                <a:pos x="connsiteX126938" y="connsiteY126938"/>
              </a:cxn>
              <a:cxn ang="0">
                <a:pos x="connsiteX126939" y="connsiteY126939"/>
              </a:cxn>
              <a:cxn ang="0">
                <a:pos x="connsiteX126940" y="connsiteY126940"/>
              </a:cxn>
              <a:cxn ang="0">
                <a:pos x="connsiteX126941" y="connsiteY126941"/>
              </a:cxn>
              <a:cxn ang="0">
                <a:pos x="connsiteX126942" y="connsiteY126942"/>
              </a:cxn>
              <a:cxn ang="0">
                <a:pos x="connsiteX126943" y="connsiteY126943"/>
              </a:cxn>
              <a:cxn ang="0">
                <a:pos x="connsiteX126944" y="connsiteY126944"/>
              </a:cxn>
              <a:cxn ang="0">
                <a:pos x="connsiteX126945" y="connsiteY126945"/>
              </a:cxn>
              <a:cxn ang="0">
                <a:pos x="connsiteX126946" y="connsiteY126946"/>
              </a:cxn>
              <a:cxn ang="0">
                <a:pos x="connsiteX126947" y="connsiteY126947"/>
              </a:cxn>
              <a:cxn ang="0">
                <a:pos x="connsiteX126948" y="connsiteY126948"/>
              </a:cxn>
              <a:cxn ang="0">
                <a:pos x="connsiteX126949" y="connsiteY126949"/>
              </a:cxn>
              <a:cxn ang="0">
                <a:pos x="connsiteX126950" y="connsiteY126950"/>
              </a:cxn>
              <a:cxn ang="0">
                <a:pos x="connsiteX126951" y="connsiteY126951"/>
              </a:cxn>
              <a:cxn ang="0">
                <a:pos x="connsiteX126952" y="connsiteY126952"/>
              </a:cxn>
              <a:cxn ang="0">
                <a:pos x="connsiteX126953" y="connsiteY126953"/>
              </a:cxn>
              <a:cxn ang="0">
                <a:pos x="connsiteX126954" y="connsiteY126954"/>
              </a:cxn>
              <a:cxn ang="0">
                <a:pos x="connsiteX126955" y="connsiteY126955"/>
              </a:cxn>
              <a:cxn ang="0">
                <a:pos x="connsiteX126956" y="connsiteY126956"/>
              </a:cxn>
              <a:cxn ang="0">
                <a:pos x="connsiteX126957" y="connsiteY126957"/>
              </a:cxn>
              <a:cxn ang="0">
                <a:pos x="connsiteX126958" y="connsiteY126958"/>
              </a:cxn>
              <a:cxn ang="0">
                <a:pos x="connsiteX126959" y="connsiteY126959"/>
              </a:cxn>
              <a:cxn ang="0">
                <a:pos x="connsiteX126960" y="connsiteY126960"/>
              </a:cxn>
              <a:cxn ang="0">
                <a:pos x="connsiteX126961" y="connsiteY126961"/>
              </a:cxn>
              <a:cxn ang="0">
                <a:pos x="connsiteX126962" y="connsiteY126962"/>
              </a:cxn>
              <a:cxn ang="0">
                <a:pos x="connsiteX126963" y="connsiteY126963"/>
              </a:cxn>
              <a:cxn ang="0">
                <a:pos x="connsiteX126964" y="connsiteY126964"/>
              </a:cxn>
              <a:cxn ang="0">
                <a:pos x="connsiteX126965" y="connsiteY126965"/>
              </a:cxn>
              <a:cxn ang="0">
                <a:pos x="connsiteX126966" y="connsiteY126966"/>
              </a:cxn>
              <a:cxn ang="0">
                <a:pos x="connsiteX126967" y="connsiteY126967"/>
              </a:cxn>
              <a:cxn ang="0">
                <a:pos x="connsiteX126968" y="connsiteY126968"/>
              </a:cxn>
              <a:cxn ang="0">
                <a:pos x="connsiteX126969" y="connsiteY126969"/>
              </a:cxn>
              <a:cxn ang="0">
                <a:pos x="connsiteX126970" y="connsiteY126970"/>
              </a:cxn>
              <a:cxn ang="0">
                <a:pos x="connsiteX126971" y="connsiteY126971"/>
              </a:cxn>
              <a:cxn ang="0">
                <a:pos x="connsiteX126972" y="connsiteY126972"/>
              </a:cxn>
              <a:cxn ang="0">
                <a:pos x="connsiteX126973" y="connsiteY126973"/>
              </a:cxn>
              <a:cxn ang="0">
                <a:pos x="connsiteX126974" y="connsiteY126974"/>
              </a:cxn>
              <a:cxn ang="0">
                <a:pos x="connsiteX126975" y="connsiteY126975"/>
              </a:cxn>
              <a:cxn ang="0">
                <a:pos x="connsiteX126976" y="connsiteY126976"/>
              </a:cxn>
              <a:cxn ang="0">
                <a:pos x="connsiteX126977" y="connsiteY126977"/>
              </a:cxn>
              <a:cxn ang="0">
                <a:pos x="connsiteX126978" y="connsiteY126978"/>
              </a:cxn>
              <a:cxn ang="0">
                <a:pos x="connsiteX126979" y="connsiteY126979"/>
              </a:cxn>
              <a:cxn ang="0">
                <a:pos x="connsiteX126980" y="connsiteY126980"/>
              </a:cxn>
              <a:cxn ang="0">
                <a:pos x="connsiteX126981" y="connsiteY126981"/>
              </a:cxn>
              <a:cxn ang="0">
                <a:pos x="connsiteX126982" y="connsiteY126982"/>
              </a:cxn>
              <a:cxn ang="0">
                <a:pos x="connsiteX126983" y="connsiteY126983"/>
              </a:cxn>
              <a:cxn ang="0">
                <a:pos x="connsiteX126984" y="connsiteY126984"/>
              </a:cxn>
              <a:cxn ang="0">
                <a:pos x="connsiteX126985" y="connsiteY126985"/>
              </a:cxn>
              <a:cxn ang="0">
                <a:pos x="connsiteX126986" y="connsiteY126986"/>
              </a:cxn>
              <a:cxn ang="0">
                <a:pos x="connsiteX126987" y="connsiteY126987"/>
              </a:cxn>
              <a:cxn ang="0">
                <a:pos x="connsiteX126988" y="connsiteY126988"/>
              </a:cxn>
              <a:cxn ang="0">
                <a:pos x="connsiteX126989" y="connsiteY126989"/>
              </a:cxn>
              <a:cxn ang="0">
                <a:pos x="connsiteX126990" y="connsiteY126990"/>
              </a:cxn>
              <a:cxn ang="0">
                <a:pos x="connsiteX126991" y="connsiteY126991"/>
              </a:cxn>
              <a:cxn ang="0">
                <a:pos x="connsiteX126992" y="connsiteY126992"/>
              </a:cxn>
              <a:cxn ang="0">
                <a:pos x="connsiteX126993" y="connsiteY126993"/>
              </a:cxn>
              <a:cxn ang="0">
                <a:pos x="connsiteX126994" y="connsiteY126994"/>
              </a:cxn>
              <a:cxn ang="0">
                <a:pos x="connsiteX126995" y="connsiteY126995"/>
              </a:cxn>
              <a:cxn ang="0">
                <a:pos x="connsiteX126996" y="connsiteY126996"/>
              </a:cxn>
              <a:cxn ang="0">
                <a:pos x="connsiteX126997" y="connsiteY126997"/>
              </a:cxn>
              <a:cxn ang="0">
                <a:pos x="connsiteX126998" y="connsiteY126998"/>
              </a:cxn>
              <a:cxn ang="0">
                <a:pos x="connsiteX126999" y="connsiteY126999"/>
              </a:cxn>
              <a:cxn ang="0">
                <a:pos x="connsiteX127000" y="connsiteY127000"/>
              </a:cxn>
              <a:cxn ang="0">
                <a:pos x="connsiteX127001" y="connsiteY127001"/>
              </a:cxn>
              <a:cxn ang="0">
                <a:pos x="connsiteX127002" y="connsiteY127002"/>
              </a:cxn>
              <a:cxn ang="0">
                <a:pos x="connsiteX127003" y="connsiteY127003"/>
              </a:cxn>
              <a:cxn ang="0">
                <a:pos x="connsiteX127004" y="connsiteY127004"/>
              </a:cxn>
              <a:cxn ang="0">
                <a:pos x="connsiteX127005" y="connsiteY127005"/>
              </a:cxn>
              <a:cxn ang="0">
                <a:pos x="connsiteX127006" y="connsiteY127006"/>
              </a:cxn>
              <a:cxn ang="0">
                <a:pos x="connsiteX127007" y="connsiteY127007"/>
              </a:cxn>
              <a:cxn ang="0">
                <a:pos x="connsiteX127008" y="connsiteY127008"/>
              </a:cxn>
              <a:cxn ang="0">
                <a:pos x="connsiteX127009" y="connsiteY127009"/>
              </a:cxn>
              <a:cxn ang="0">
                <a:pos x="connsiteX127010" y="connsiteY127010"/>
              </a:cxn>
              <a:cxn ang="0">
                <a:pos x="connsiteX127011" y="connsiteY127011"/>
              </a:cxn>
              <a:cxn ang="0">
                <a:pos x="connsiteX127012" y="connsiteY127012"/>
              </a:cxn>
              <a:cxn ang="0">
                <a:pos x="connsiteX127013" y="connsiteY127013"/>
              </a:cxn>
              <a:cxn ang="0">
                <a:pos x="connsiteX127014" y="connsiteY127014"/>
              </a:cxn>
              <a:cxn ang="0">
                <a:pos x="connsiteX127015" y="connsiteY127015"/>
              </a:cxn>
              <a:cxn ang="0">
                <a:pos x="connsiteX127016" y="connsiteY127016"/>
              </a:cxn>
              <a:cxn ang="0">
                <a:pos x="connsiteX127017" y="connsiteY127017"/>
              </a:cxn>
              <a:cxn ang="0">
                <a:pos x="connsiteX127018" y="connsiteY127018"/>
              </a:cxn>
              <a:cxn ang="0">
                <a:pos x="connsiteX127019" y="connsiteY127019"/>
              </a:cxn>
              <a:cxn ang="0">
                <a:pos x="connsiteX127020" y="connsiteY127020"/>
              </a:cxn>
              <a:cxn ang="0">
                <a:pos x="connsiteX127021" y="connsiteY127021"/>
              </a:cxn>
              <a:cxn ang="0">
                <a:pos x="connsiteX127022" y="connsiteY127022"/>
              </a:cxn>
              <a:cxn ang="0">
                <a:pos x="connsiteX127023" y="connsiteY127023"/>
              </a:cxn>
              <a:cxn ang="0">
                <a:pos x="connsiteX127024" y="connsiteY127024"/>
              </a:cxn>
              <a:cxn ang="0">
                <a:pos x="connsiteX127025" y="connsiteY127025"/>
              </a:cxn>
              <a:cxn ang="0">
                <a:pos x="connsiteX127026" y="connsiteY127026"/>
              </a:cxn>
              <a:cxn ang="0">
                <a:pos x="connsiteX127027" y="connsiteY127027"/>
              </a:cxn>
              <a:cxn ang="0">
                <a:pos x="connsiteX127028" y="connsiteY127028"/>
              </a:cxn>
              <a:cxn ang="0">
                <a:pos x="connsiteX127029" y="connsiteY127029"/>
              </a:cxn>
              <a:cxn ang="0">
                <a:pos x="connsiteX127030" y="connsiteY127030"/>
              </a:cxn>
              <a:cxn ang="0">
                <a:pos x="connsiteX127031" y="connsiteY127031"/>
              </a:cxn>
              <a:cxn ang="0">
                <a:pos x="connsiteX127032" y="connsiteY127032"/>
              </a:cxn>
              <a:cxn ang="0">
                <a:pos x="connsiteX127033" y="connsiteY127033"/>
              </a:cxn>
              <a:cxn ang="0">
                <a:pos x="connsiteX127034" y="connsiteY127034"/>
              </a:cxn>
              <a:cxn ang="0">
                <a:pos x="connsiteX127035" y="connsiteY127035"/>
              </a:cxn>
              <a:cxn ang="0">
                <a:pos x="connsiteX127036" y="connsiteY127036"/>
              </a:cxn>
              <a:cxn ang="0">
                <a:pos x="connsiteX127037" y="connsiteY127037"/>
              </a:cxn>
              <a:cxn ang="0">
                <a:pos x="connsiteX127038" y="connsiteY127038"/>
              </a:cxn>
              <a:cxn ang="0">
                <a:pos x="connsiteX127039" y="connsiteY127039"/>
              </a:cxn>
              <a:cxn ang="0">
                <a:pos x="connsiteX127040" y="connsiteY127040"/>
              </a:cxn>
              <a:cxn ang="0">
                <a:pos x="connsiteX127041" y="connsiteY127041"/>
              </a:cxn>
              <a:cxn ang="0">
                <a:pos x="connsiteX127042" y="connsiteY127042"/>
              </a:cxn>
              <a:cxn ang="0">
                <a:pos x="connsiteX127043" y="connsiteY127043"/>
              </a:cxn>
              <a:cxn ang="0">
                <a:pos x="connsiteX127044" y="connsiteY127044"/>
              </a:cxn>
              <a:cxn ang="0">
                <a:pos x="connsiteX127045" y="connsiteY127045"/>
              </a:cxn>
              <a:cxn ang="0">
                <a:pos x="connsiteX127046" y="connsiteY127046"/>
              </a:cxn>
              <a:cxn ang="0">
                <a:pos x="connsiteX127047" y="connsiteY127047"/>
              </a:cxn>
              <a:cxn ang="0">
                <a:pos x="connsiteX127048" y="connsiteY127048"/>
              </a:cxn>
              <a:cxn ang="0">
                <a:pos x="connsiteX127049" y="connsiteY127049"/>
              </a:cxn>
              <a:cxn ang="0">
                <a:pos x="connsiteX127050" y="connsiteY127050"/>
              </a:cxn>
              <a:cxn ang="0">
                <a:pos x="connsiteX127051" y="connsiteY127051"/>
              </a:cxn>
              <a:cxn ang="0">
                <a:pos x="connsiteX127052" y="connsiteY127052"/>
              </a:cxn>
              <a:cxn ang="0">
                <a:pos x="connsiteX127053" y="connsiteY127053"/>
              </a:cxn>
              <a:cxn ang="0">
                <a:pos x="connsiteX127054" y="connsiteY127054"/>
              </a:cxn>
              <a:cxn ang="0">
                <a:pos x="connsiteX127055" y="connsiteY127055"/>
              </a:cxn>
              <a:cxn ang="0">
                <a:pos x="connsiteX127056" y="connsiteY127056"/>
              </a:cxn>
              <a:cxn ang="0">
                <a:pos x="connsiteX127057" y="connsiteY127057"/>
              </a:cxn>
              <a:cxn ang="0">
                <a:pos x="connsiteX127058" y="connsiteY127058"/>
              </a:cxn>
              <a:cxn ang="0">
                <a:pos x="connsiteX127059" y="connsiteY127059"/>
              </a:cxn>
              <a:cxn ang="0">
                <a:pos x="connsiteX127060" y="connsiteY127060"/>
              </a:cxn>
              <a:cxn ang="0">
                <a:pos x="connsiteX127061" y="connsiteY127061"/>
              </a:cxn>
              <a:cxn ang="0">
                <a:pos x="connsiteX127062" y="connsiteY127062"/>
              </a:cxn>
              <a:cxn ang="0">
                <a:pos x="connsiteX127063" y="connsiteY127063"/>
              </a:cxn>
              <a:cxn ang="0">
                <a:pos x="connsiteX127064" y="connsiteY127064"/>
              </a:cxn>
              <a:cxn ang="0">
                <a:pos x="connsiteX127065" y="connsiteY127065"/>
              </a:cxn>
              <a:cxn ang="0">
                <a:pos x="connsiteX127066" y="connsiteY127066"/>
              </a:cxn>
              <a:cxn ang="0">
                <a:pos x="connsiteX127067" y="connsiteY127067"/>
              </a:cxn>
              <a:cxn ang="0">
                <a:pos x="connsiteX127068" y="connsiteY127068"/>
              </a:cxn>
              <a:cxn ang="0">
                <a:pos x="connsiteX127069" y="connsiteY127069"/>
              </a:cxn>
              <a:cxn ang="0">
                <a:pos x="connsiteX127070" y="connsiteY127070"/>
              </a:cxn>
              <a:cxn ang="0">
                <a:pos x="connsiteX127071" y="connsiteY127071"/>
              </a:cxn>
              <a:cxn ang="0">
                <a:pos x="connsiteX127072" y="connsiteY127072"/>
              </a:cxn>
              <a:cxn ang="0">
                <a:pos x="connsiteX127073" y="connsiteY127073"/>
              </a:cxn>
              <a:cxn ang="0">
                <a:pos x="connsiteX127074" y="connsiteY127074"/>
              </a:cxn>
              <a:cxn ang="0">
                <a:pos x="connsiteX127075" y="connsiteY127075"/>
              </a:cxn>
              <a:cxn ang="0">
                <a:pos x="connsiteX127076" y="connsiteY127076"/>
              </a:cxn>
              <a:cxn ang="0">
                <a:pos x="connsiteX127077" y="connsiteY127077"/>
              </a:cxn>
              <a:cxn ang="0">
                <a:pos x="connsiteX127078" y="connsiteY127078"/>
              </a:cxn>
              <a:cxn ang="0">
                <a:pos x="connsiteX127079" y="connsiteY127079"/>
              </a:cxn>
              <a:cxn ang="0">
                <a:pos x="connsiteX127080" y="connsiteY127080"/>
              </a:cxn>
              <a:cxn ang="0">
                <a:pos x="connsiteX127081" y="connsiteY127081"/>
              </a:cxn>
              <a:cxn ang="0">
                <a:pos x="connsiteX127082" y="connsiteY127082"/>
              </a:cxn>
              <a:cxn ang="0">
                <a:pos x="connsiteX127083" y="connsiteY127083"/>
              </a:cxn>
              <a:cxn ang="0">
                <a:pos x="connsiteX127084" y="connsiteY127084"/>
              </a:cxn>
              <a:cxn ang="0">
                <a:pos x="connsiteX127085" y="connsiteY127085"/>
              </a:cxn>
              <a:cxn ang="0">
                <a:pos x="connsiteX127086" y="connsiteY127086"/>
              </a:cxn>
              <a:cxn ang="0">
                <a:pos x="connsiteX127087" y="connsiteY127087"/>
              </a:cxn>
              <a:cxn ang="0">
                <a:pos x="connsiteX127088" y="connsiteY127088"/>
              </a:cxn>
              <a:cxn ang="0">
                <a:pos x="connsiteX127089" y="connsiteY127089"/>
              </a:cxn>
              <a:cxn ang="0">
                <a:pos x="connsiteX127090" y="connsiteY127090"/>
              </a:cxn>
              <a:cxn ang="0">
                <a:pos x="connsiteX127091" y="connsiteY127091"/>
              </a:cxn>
              <a:cxn ang="0">
                <a:pos x="connsiteX127092" y="connsiteY127092"/>
              </a:cxn>
              <a:cxn ang="0">
                <a:pos x="connsiteX127093" y="connsiteY127093"/>
              </a:cxn>
              <a:cxn ang="0">
                <a:pos x="connsiteX127094" y="connsiteY127094"/>
              </a:cxn>
              <a:cxn ang="0">
                <a:pos x="connsiteX127095" y="connsiteY127095"/>
              </a:cxn>
              <a:cxn ang="0">
                <a:pos x="connsiteX127096" y="connsiteY127096"/>
              </a:cxn>
              <a:cxn ang="0">
                <a:pos x="connsiteX127097" y="connsiteY127097"/>
              </a:cxn>
              <a:cxn ang="0">
                <a:pos x="connsiteX127098" y="connsiteY127098"/>
              </a:cxn>
              <a:cxn ang="0">
                <a:pos x="connsiteX127099" y="connsiteY127099"/>
              </a:cxn>
              <a:cxn ang="0">
                <a:pos x="connsiteX127100" y="connsiteY127100"/>
              </a:cxn>
              <a:cxn ang="0">
                <a:pos x="connsiteX127101" y="connsiteY127101"/>
              </a:cxn>
              <a:cxn ang="0">
                <a:pos x="connsiteX127102" y="connsiteY127102"/>
              </a:cxn>
              <a:cxn ang="0">
                <a:pos x="connsiteX127103" y="connsiteY127103"/>
              </a:cxn>
              <a:cxn ang="0">
                <a:pos x="connsiteX127104" y="connsiteY127104"/>
              </a:cxn>
              <a:cxn ang="0">
                <a:pos x="connsiteX127105" y="connsiteY127105"/>
              </a:cxn>
              <a:cxn ang="0">
                <a:pos x="connsiteX127106" y="connsiteY127106"/>
              </a:cxn>
              <a:cxn ang="0">
                <a:pos x="connsiteX127107" y="connsiteY127107"/>
              </a:cxn>
              <a:cxn ang="0">
                <a:pos x="connsiteX127108" y="connsiteY127108"/>
              </a:cxn>
              <a:cxn ang="0">
                <a:pos x="connsiteX127109" y="connsiteY127109"/>
              </a:cxn>
              <a:cxn ang="0">
                <a:pos x="connsiteX127110" y="connsiteY127110"/>
              </a:cxn>
              <a:cxn ang="0">
                <a:pos x="connsiteX127111" y="connsiteY127111"/>
              </a:cxn>
              <a:cxn ang="0">
                <a:pos x="connsiteX127112" y="connsiteY127112"/>
              </a:cxn>
              <a:cxn ang="0">
                <a:pos x="connsiteX127113" y="connsiteY127113"/>
              </a:cxn>
              <a:cxn ang="0">
                <a:pos x="connsiteX127114" y="connsiteY127114"/>
              </a:cxn>
              <a:cxn ang="0">
                <a:pos x="connsiteX127115" y="connsiteY127115"/>
              </a:cxn>
              <a:cxn ang="0">
                <a:pos x="connsiteX127116" y="connsiteY127116"/>
              </a:cxn>
              <a:cxn ang="0">
                <a:pos x="connsiteX127117" y="connsiteY127117"/>
              </a:cxn>
              <a:cxn ang="0">
                <a:pos x="connsiteX127118" y="connsiteY127118"/>
              </a:cxn>
              <a:cxn ang="0">
                <a:pos x="connsiteX127119" y="connsiteY127119"/>
              </a:cxn>
              <a:cxn ang="0">
                <a:pos x="connsiteX127120" y="connsiteY127120"/>
              </a:cxn>
              <a:cxn ang="0">
                <a:pos x="connsiteX127121" y="connsiteY127121"/>
              </a:cxn>
              <a:cxn ang="0">
                <a:pos x="connsiteX127122" y="connsiteY127122"/>
              </a:cxn>
              <a:cxn ang="0">
                <a:pos x="connsiteX127123" y="connsiteY127123"/>
              </a:cxn>
              <a:cxn ang="0">
                <a:pos x="connsiteX127124" y="connsiteY127124"/>
              </a:cxn>
              <a:cxn ang="0">
                <a:pos x="connsiteX127125" y="connsiteY127125"/>
              </a:cxn>
              <a:cxn ang="0">
                <a:pos x="connsiteX127126" y="connsiteY127126"/>
              </a:cxn>
              <a:cxn ang="0">
                <a:pos x="connsiteX127127" y="connsiteY127127"/>
              </a:cxn>
              <a:cxn ang="0">
                <a:pos x="connsiteX127128" y="connsiteY127128"/>
              </a:cxn>
              <a:cxn ang="0">
                <a:pos x="connsiteX127129" y="connsiteY127129"/>
              </a:cxn>
              <a:cxn ang="0">
                <a:pos x="connsiteX127130" y="connsiteY127130"/>
              </a:cxn>
              <a:cxn ang="0">
                <a:pos x="connsiteX127131" y="connsiteY127131"/>
              </a:cxn>
              <a:cxn ang="0">
                <a:pos x="connsiteX127132" y="connsiteY127132"/>
              </a:cxn>
              <a:cxn ang="0">
                <a:pos x="connsiteX127133" y="connsiteY127133"/>
              </a:cxn>
              <a:cxn ang="0">
                <a:pos x="connsiteX127134" y="connsiteY127134"/>
              </a:cxn>
              <a:cxn ang="0">
                <a:pos x="connsiteX127135" y="connsiteY127135"/>
              </a:cxn>
              <a:cxn ang="0">
                <a:pos x="connsiteX127136" y="connsiteY127136"/>
              </a:cxn>
              <a:cxn ang="0">
                <a:pos x="connsiteX127137" y="connsiteY127137"/>
              </a:cxn>
              <a:cxn ang="0">
                <a:pos x="connsiteX127138" y="connsiteY127138"/>
              </a:cxn>
              <a:cxn ang="0">
                <a:pos x="connsiteX127139" y="connsiteY127139"/>
              </a:cxn>
              <a:cxn ang="0">
                <a:pos x="connsiteX127140" y="connsiteY127140"/>
              </a:cxn>
              <a:cxn ang="0">
                <a:pos x="connsiteX127141" y="connsiteY127141"/>
              </a:cxn>
              <a:cxn ang="0">
                <a:pos x="connsiteX127142" y="connsiteY127142"/>
              </a:cxn>
              <a:cxn ang="0">
                <a:pos x="connsiteX127143" y="connsiteY127143"/>
              </a:cxn>
              <a:cxn ang="0">
                <a:pos x="connsiteX127144" y="connsiteY127144"/>
              </a:cxn>
              <a:cxn ang="0">
                <a:pos x="connsiteX127145" y="connsiteY127145"/>
              </a:cxn>
              <a:cxn ang="0">
                <a:pos x="connsiteX127146" y="connsiteY127146"/>
              </a:cxn>
              <a:cxn ang="0">
                <a:pos x="connsiteX127147" y="connsiteY127147"/>
              </a:cxn>
              <a:cxn ang="0">
                <a:pos x="connsiteX127148" y="connsiteY127148"/>
              </a:cxn>
              <a:cxn ang="0">
                <a:pos x="connsiteX127149" y="connsiteY127149"/>
              </a:cxn>
              <a:cxn ang="0">
                <a:pos x="connsiteX127150" y="connsiteY127150"/>
              </a:cxn>
              <a:cxn ang="0">
                <a:pos x="connsiteX127151" y="connsiteY127151"/>
              </a:cxn>
              <a:cxn ang="0">
                <a:pos x="connsiteX127152" y="connsiteY127152"/>
              </a:cxn>
              <a:cxn ang="0">
                <a:pos x="connsiteX127153" y="connsiteY127153"/>
              </a:cxn>
              <a:cxn ang="0">
                <a:pos x="connsiteX127154" y="connsiteY127154"/>
              </a:cxn>
              <a:cxn ang="0">
                <a:pos x="connsiteX127155" y="connsiteY127155"/>
              </a:cxn>
              <a:cxn ang="0">
                <a:pos x="connsiteX127156" y="connsiteY127156"/>
              </a:cxn>
              <a:cxn ang="0">
                <a:pos x="connsiteX127157" y="connsiteY127157"/>
              </a:cxn>
              <a:cxn ang="0">
                <a:pos x="connsiteX127158" y="connsiteY127158"/>
              </a:cxn>
              <a:cxn ang="0">
                <a:pos x="connsiteX127159" y="connsiteY127159"/>
              </a:cxn>
              <a:cxn ang="0">
                <a:pos x="connsiteX127160" y="connsiteY127160"/>
              </a:cxn>
              <a:cxn ang="0">
                <a:pos x="connsiteX127161" y="connsiteY127161"/>
              </a:cxn>
              <a:cxn ang="0">
                <a:pos x="connsiteX127162" y="connsiteY127162"/>
              </a:cxn>
              <a:cxn ang="0">
                <a:pos x="connsiteX127163" y="connsiteY127163"/>
              </a:cxn>
              <a:cxn ang="0">
                <a:pos x="connsiteX127164" y="connsiteY127164"/>
              </a:cxn>
              <a:cxn ang="0">
                <a:pos x="connsiteX127165" y="connsiteY127165"/>
              </a:cxn>
              <a:cxn ang="0">
                <a:pos x="connsiteX127166" y="connsiteY127166"/>
              </a:cxn>
              <a:cxn ang="0">
                <a:pos x="connsiteX127167" y="connsiteY127167"/>
              </a:cxn>
              <a:cxn ang="0">
                <a:pos x="connsiteX127168" y="connsiteY127168"/>
              </a:cxn>
              <a:cxn ang="0">
                <a:pos x="connsiteX127169" y="connsiteY127169"/>
              </a:cxn>
              <a:cxn ang="0">
                <a:pos x="connsiteX127170" y="connsiteY127170"/>
              </a:cxn>
              <a:cxn ang="0">
                <a:pos x="connsiteX127171" y="connsiteY127171"/>
              </a:cxn>
              <a:cxn ang="0">
                <a:pos x="connsiteX127172" y="connsiteY127172"/>
              </a:cxn>
              <a:cxn ang="0">
                <a:pos x="connsiteX127173" y="connsiteY127173"/>
              </a:cxn>
              <a:cxn ang="0">
                <a:pos x="connsiteX127174" y="connsiteY127174"/>
              </a:cxn>
              <a:cxn ang="0">
                <a:pos x="connsiteX127175" y="connsiteY127175"/>
              </a:cxn>
              <a:cxn ang="0">
                <a:pos x="connsiteX127176" y="connsiteY127176"/>
              </a:cxn>
              <a:cxn ang="0">
                <a:pos x="connsiteX127177" y="connsiteY127177"/>
              </a:cxn>
              <a:cxn ang="0">
                <a:pos x="connsiteX127178" y="connsiteY127178"/>
              </a:cxn>
              <a:cxn ang="0">
                <a:pos x="connsiteX127179" y="connsiteY127179"/>
              </a:cxn>
              <a:cxn ang="0">
                <a:pos x="connsiteX127180" y="connsiteY127180"/>
              </a:cxn>
              <a:cxn ang="0">
                <a:pos x="connsiteX127181" y="connsiteY127181"/>
              </a:cxn>
              <a:cxn ang="0">
                <a:pos x="connsiteX127182" y="connsiteY127182"/>
              </a:cxn>
              <a:cxn ang="0">
                <a:pos x="connsiteX127183" y="connsiteY127183"/>
              </a:cxn>
              <a:cxn ang="0">
                <a:pos x="connsiteX127184" y="connsiteY127184"/>
              </a:cxn>
              <a:cxn ang="0">
                <a:pos x="connsiteX127185" y="connsiteY127185"/>
              </a:cxn>
              <a:cxn ang="0">
                <a:pos x="connsiteX127186" y="connsiteY127186"/>
              </a:cxn>
              <a:cxn ang="0">
                <a:pos x="connsiteX127187" y="connsiteY127187"/>
              </a:cxn>
              <a:cxn ang="0">
                <a:pos x="connsiteX127188" y="connsiteY127188"/>
              </a:cxn>
              <a:cxn ang="0">
                <a:pos x="connsiteX127189" y="connsiteY127189"/>
              </a:cxn>
              <a:cxn ang="0">
                <a:pos x="connsiteX127190" y="connsiteY127190"/>
              </a:cxn>
              <a:cxn ang="0">
                <a:pos x="connsiteX127191" y="connsiteY127191"/>
              </a:cxn>
              <a:cxn ang="0">
                <a:pos x="connsiteX127192" y="connsiteY127192"/>
              </a:cxn>
              <a:cxn ang="0">
                <a:pos x="connsiteX127193" y="connsiteY127193"/>
              </a:cxn>
              <a:cxn ang="0">
                <a:pos x="connsiteX127194" y="connsiteY127194"/>
              </a:cxn>
              <a:cxn ang="0">
                <a:pos x="connsiteX127195" y="connsiteY127195"/>
              </a:cxn>
              <a:cxn ang="0">
                <a:pos x="connsiteX127196" y="connsiteY127196"/>
              </a:cxn>
              <a:cxn ang="0">
                <a:pos x="connsiteX127197" y="connsiteY127197"/>
              </a:cxn>
              <a:cxn ang="0">
                <a:pos x="connsiteX127198" y="connsiteY127198"/>
              </a:cxn>
              <a:cxn ang="0">
                <a:pos x="connsiteX127199" y="connsiteY127199"/>
              </a:cxn>
              <a:cxn ang="0">
                <a:pos x="connsiteX127200" y="connsiteY127200"/>
              </a:cxn>
              <a:cxn ang="0">
                <a:pos x="connsiteX127201" y="connsiteY127201"/>
              </a:cxn>
              <a:cxn ang="0">
                <a:pos x="connsiteX127202" y="connsiteY127202"/>
              </a:cxn>
              <a:cxn ang="0">
                <a:pos x="connsiteX127203" y="connsiteY127203"/>
              </a:cxn>
              <a:cxn ang="0">
                <a:pos x="connsiteX127204" y="connsiteY127204"/>
              </a:cxn>
              <a:cxn ang="0">
                <a:pos x="connsiteX127205" y="connsiteY127205"/>
              </a:cxn>
              <a:cxn ang="0">
                <a:pos x="connsiteX127206" y="connsiteY127206"/>
              </a:cxn>
              <a:cxn ang="0">
                <a:pos x="connsiteX127207" y="connsiteY127207"/>
              </a:cxn>
              <a:cxn ang="0">
                <a:pos x="connsiteX127208" y="connsiteY127208"/>
              </a:cxn>
              <a:cxn ang="0">
                <a:pos x="connsiteX127209" y="connsiteY127209"/>
              </a:cxn>
              <a:cxn ang="0">
                <a:pos x="connsiteX127210" y="connsiteY127210"/>
              </a:cxn>
              <a:cxn ang="0">
                <a:pos x="connsiteX127211" y="connsiteY127211"/>
              </a:cxn>
              <a:cxn ang="0">
                <a:pos x="connsiteX127212" y="connsiteY127212"/>
              </a:cxn>
              <a:cxn ang="0">
                <a:pos x="connsiteX127213" y="connsiteY127213"/>
              </a:cxn>
              <a:cxn ang="0">
                <a:pos x="connsiteX127214" y="connsiteY127214"/>
              </a:cxn>
              <a:cxn ang="0">
                <a:pos x="connsiteX127215" y="connsiteY127215"/>
              </a:cxn>
              <a:cxn ang="0">
                <a:pos x="connsiteX127216" y="connsiteY127216"/>
              </a:cxn>
              <a:cxn ang="0">
                <a:pos x="connsiteX127217" y="connsiteY127217"/>
              </a:cxn>
              <a:cxn ang="0">
                <a:pos x="connsiteX127218" y="connsiteY127218"/>
              </a:cxn>
              <a:cxn ang="0">
                <a:pos x="connsiteX127219" y="connsiteY127219"/>
              </a:cxn>
              <a:cxn ang="0">
                <a:pos x="connsiteX127220" y="connsiteY127220"/>
              </a:cxn>
              <a:cxn ang="0">
                <a:pos x="connsiteX127221" y="connsiteY127221"/>
              </a:cxn>
              <a:cxn ang="0">
                <a:pos x="connsiteX127222" y="connsiteY127222"/>
              </a:cxn>
              <a:cxn ang="0">
                <a:pos x="connsiteX127223" y="connsiteY127223"/>
              </a:cxn>
              <a:cxn ang="0">
                <a:pos x="connsiteX127224" y="connsiteY127224"/>
              </a:cxn>
              <a:cxn ang="0">
                <a:pos x="connsiteX127225" y="connsiteY127225"/>
              </a:cxn>
              <a:cxn ang="0">
                <a:pos x="connsiteX127226" y="connsiteY127226"/>
              </a:cxn>
              <a:cxn ang="0">
                <a:pos x="connsiteX127227" y="connsiteY127227"/>
              </a:cxn>
              <a:cxn ang="0">
                <a:pos x="connsiteX127228" y="connsiteY127228"/>
              </a:cxn>
              <a:cxn ang="0">
                <a:pos x="connsiteX127229" y="connsiteY127229"/>
              </a:cxn>
              <a:cxn ang="0">
                <a:pos x="connsiteX127230" y="connsiteY127230"/>
              </a:cxn>
              <a:cxn ang="0">
                <a:pos x="connsiteX127231" y="connsiteY127231"/>
              </a:cxn>
              <a:cxn ang="0">
                <a:pos x="connsiteX127232" y="connsiteY127232"/>
              </a:cxn>
              <a:cxn ang="0">
                <a:pos x="connsiteX127233" y="connsiteY127233"/>
              </a:cxn>
              <a:cxn ang="0">
                <a:pos x="connsiteX127234" y="connsiteY127234"/>
              </a:cxn>
              <a:cxn ang="0">
                <a:pos x="connsiteX127235" y="connsiteY127235"/>
              </a:cxn>
              <a:cxn ang="0">
                <a:pos x="connsiteX127236" y="connsiteY127236"/>
              </a:cxn>
              <a:cxn ang="0">
                <a:pos x="connsiteX127237" y="connsiteY127237"/>
              </a:cxn>
              <a:cxn ang="0">
                <a:pos x="connsiteX127238" y="connsiteY127238"/>
              </a:cxn>
              <a:cxn ang="0">
                <a:pos x="connsiteX127239" y="connsiteY127239"/>
              </a:cxn>
              <a:cxn ang="0">
                <a:pos x="connsiteX127240" y="connsiteY127240"/>
              </a:cxn>
              <a:cxn ang="0">
                <a:pos x="connsiteX127241" y="connsiteY127241"/>
              </a:cxn>
              <a:cxn ang="0">
                <a:pos x="connsiteX127242" y="connsiteY127242"/>
              </a:cxn>
              <a:cxn ang="0">
                <a:pos x="connsiteX127243" y="connsiteY127243"/>
              </a:cxn>
              <a:cxn ang="0">
                <a:pos x="connsiteX127244" y="connsiteY127244"/>
              </a:cxn>
              <a:cxn ang="0">
                <a:pos x="connsiteX127245" y="connsiteY127245"/>
              </a:cxn>
              <a:cxn ang="0">
                <a:pos x="connsiteX127246" y="connsiteY127246"/>
              </a:cxn>
              <a:cxn ang="0">
                <a:pos x="connsiteX127247" y="connsiteY127247"/>
              </a:cxn>
              <a:cxn ang="0">
                <a:pos x="connsiteX127248" y="connsiteY127248"/>
              </a:cxn>
              <a:cxn ang="0">
                <a:pos x="connsiteX127249" y="connsiteY127249"/>
              </a:cxn>
              <a:cxn ang="0">
                <a:pos x="connsiteX127250" y="connsiteY127250"/>
              </a:cxn>
              <a:cxn ang="0">
                <a:pos x="connsiteX127251" y="connsiteY127251"/>
              </a:cxn>
              <a:cxn ang="0">
                <a:pos x="connsiteX127252" y="connsiteY127252"/>
              </a:cxn>
              <a:cxn ang="0">
                <a:pos x="connsiteX127253" y="connsiteY127253"/>
              </a:cxn>
              <a:cxn ang="0">
                <a:pos x="connsiteX127254" y="connsiteY127254"/>
              </a:cxn>
              <a:cxn ang="0">
                <a:pos x="connsiteX127255" y="connsiteY127255"/>
              </a:cxn>
              <a:cxn ang="0">
                <a:pos x="connsiteX127256" y="connsiteY127256"/>
              </a:cxn>
              <a:cxn ang="0">
                <a:pos x="connsiteX127257" y="connsiteY127257"/>
              </a:cxn>
              <a:cxn ang="0">
                <a:pos x="connsiteX127258" y="connsiteY127258"/>
              </a:cxn>
              <a:cxn ang="0">
                <a:pos x="connsiteX127259" y="connsiteY127259"/>
              </a:cxn>
              <a:cxn ang="0">
                <a:pos x="connsiteX127260" y="connsiteY127260"/>
              </a:cxn>
              <a:cxn ang="0">
                <a:pos x="connsiteX127261" y="connsiteY127261"/>
              </a:cxn>
              <a:cxn ang="0">
                <a:pos x="connsiteX127262" y="connsiteY127262"/>
              </a:cxn>
              <a:cxn ang="0">
                <a:pos x="connsiteX127263" y="connsiteY127263"/>
              </a:cxn>
              <a:cxn ang="0">
                <a:pos x="connsiteX127264" y="connsiteY127264"/>
              </a:cxn>
              <a:cxn ang="0">
                <a:pos x="connsiteX127265" y="connsiteY127265"/>
              </a:cxn>
              <a:cxn ang="0">
                <a:pos x="connsiteX127266" y="connsiteY127266"/>
              </a:cxn>
              <a:cxn ang="0">
                <a:pos x="connsiteX127267" y="connsiteY127267"/>
              </a:cxn>
              <a:cxn ang="0">
                <a:pos x="connsiteX127268" y="connsiteY127268"/>
              </a:cxn>
              <a:cxn ang="0">
                <a:pos x="connsiteX127269" y="connsiteY127269"/>
              </a:cxn>
              <a:cxn ang="0">
                <a:pos x="connsiteX127270" y="connsiteY127270"/>
              </a:cxn>
              <a:cxn ang="0">
                <a:pos x="connsiteX127271" y="connsiteY127271"/>
              </a:cxn>
              <a:cxn ang="0">
                <a:pos x="connsiteX127272" y="connsiteY127272"/>
              </a:cxn>
              <a:cxn ang="0">
                <a:pos x="connsiteX127273" y="connsiteY127273"/>
              </a:cxn>
              <a:cxn ang="0">
                <a:pos x="connsiteX127274" y="connsiteY127274"/>
              </a:cxn>
              <a:cxn ang="0">
                <a:pos x="connsiteX127275" y="connsiteY127275"/>
              </a:cxn>
              <a:cxn ang="0">
                <a:pos x="connsiteX127276" y="connsiteY127276"/>
              </a:cxn>
              <a:cxn ang="0">
                <a:pos x="connsiteX127277" y="connsiteY127277"/>
              </a:cxn>
              <a:cxn ang="0">
                <a:pos x="connsiteX127278" y="connsiteY127278"/>
              </a:cxn>
              <a:cxn ang="0">
                <a:pos x="connsiteX127279" y="connsiteY127279"/>
              </a:cxn>
              <a:cxn ang="0">
                <a:pos x="connsiteX127280" y="connsiteY127280"/>
              </a:cxn>
              <a:cxn ang="0">
                <a:pos x="connsiteX127281" y="connsiteY127281"/>
              </a:cxn>
              <a:cxn ang="0">
                <a:pos x="connsiteX127282" y="connsiteY127282"/>
              </a:cxn>
              <a:cxn ang="0">
                <a:pos x="connsiteX127283" y="connsiteY127283"/>
              </a:cxn>
              <a:cxn ang="0">
                <a:pos x="connsiteX127284" y="connsiteY127284"/>
              </a:cxn>
              <a:cxn ang="0">
                <a:pos x="connsiteX127285" y="connsiteY127285"/>
              </a:cxn>
              <a:cxn ang="0">
                <a:pos x="connsiteX127286" y="connsiteY127286"/>
              </a:cxn>
              <a:cxn ang="0">
                <a:pos x="connsiteX127287" y="connsiteY127287"/>
              </a:cxn>
              <a:cxn ang="0">
                <a:pos x="connsiteX127288" y="connsiteY127288"/>
              </a:cxn>
              <a:cxn ang="0">
                <a:pos x="connsiteX127289" y="connsiteY127289"/>
              </a:cxn>
              <a:cxn ang="0">
                <a:pos x="connsiteX127290" y="connsiteY127290"/>
              </a:cxn>
              <a:cxn ang="0">
                <a:pos x="connsiteX127291" y="connsiteY127291"/>
              </a:cxn>
              <a:cxn ang="0">
                <a:pos x="connsiteX127292" y="connsiteY127292"/>
              </a:cxn>
              <a:cxn ang="0">
                <a:pos x="connsiteX127293" y="connsiteY127293"/>
              </a:cxn>
              <a:cxn ang="0">
                <a:pos x="connsiteX127294" y="connsiteY127294"/>
              </a:cxn>
              <a:cxn ang="0">
                <a:pos x="connsiteX127295" y="connsiteY127295"/>
              </a:cxn>
              <a:cxn ang="0">
                <a:pos x="connsiteX127296" y="connsiteY127296"/>
              </a:cxn>
              <a:cxn ang="0">
                <a:pos x="connsiteX127297" y="connsiteY127297"/>
              </a:cxn>
              <a:cxn ang="0">
                <a:pos x="connsiteX127298" y="connsiteY127298"/>
              </a:cxn>
              <a:cxn ang="0">
                <a:pos x="connsiteX127299" y="connsiteY127299"/>
              </a:cxn>
              <a:cxn ang="0">
                <a:pos x="connsiteX127300" y="connsiteY127300"/>
              </a:cxn>
              <a:cxn ang="0">
                <a:pos x="connsiteX127301" y="connsiteY127301"/>
              </a:cxn>
              <a:cxn ang="0">
                <a:pos x="connsiteX127302" y="connsiteY127302"/>
              </a:cxn>
              <a:cxn ang="0">
                <a:pos x="connsiteX127303" y="connsiteY127303"/>
              </a:cxn>
              <a:cxn ang="0">
                <a:pos x="connsiteX127304" y="connsiteY127304"/>
              </a:cxn>
              <a:cxn ang="0">
                <a:pos x="connsiteX127305" y="connsiteY127305"/>
              </a:cxn>
              <a:cxn ang="0">
                <a:pos x="connsiteX127306" y="connsiteY127306"/>
              </a:cxn>
              <a:cxn ang="0">
                <a:pos x="connsiteX127307" y="connsiteY127307"/>
              </a:cxn>
              <a:cxn ang="0">
                <a:pos x="connsiteX127308" y="connsiteY127308"/>
              </a:cxn>
              <a:cxn ang="0">
                <a:pos x="connsiteX127309" y="connsiteY127309"/>
              </a:cxn>
              <a:cxn ang="0">
                <a:pos x="connsiteX127310" y="connsiteY127310"/>
              </a:cxn>
              <a:cxn ang="0">
                <a:pos x="connsiteX127311" y="connsiteY127311"/>
              </a:cxn>
              <a:cxn ang="0">
                <a:pos x="connsiteX127312" y="connsiteY127312"/>
              </a:cxn>
              <a:cxn ang="0">
                <a:pos x="connsiteX127313" y="connsiteY127313"/>
              </a:cxn>
              <a:cxn ang="0">
                <a:pos x="connsiteX127314" y="connsiteY127314"/>
              </a:cxn>
              <a:cxn ang="0">
                <a:pos x="connsiteX127315" y="connsiteY127315"/>
              </a:cxn>
              <a:cxn ang="0">
                <a:pos x="connsiteX127316" y="connsiteY127316"/>
              </a:cxn>
              <a:cxn ang="0">
                <a:pos x="connsiteX127317" y="connsiteY127317"/>
              </a:cxn>
              <a:cxn ang="0">
                <a:pos x="connsiteX127318" y="connsiteY127318"/>
              </a:cxn>
              <a:cxn ang="0">
                <a:pos x="connsiteX127319" y="connsiteY127319"/>
              </a:cxn>
              <a:cxn ang="0">
                <a:pos x="connsiteX127320" y="connsiteY127320"/>
              </a:cxn>
              <a:cxn ang="0">
                <a:pos x="connsiteX127321" y="connsiteY127321"/>
              </a:cxn>
              <a:cxn ang="0">
                <a:pos x="connsiteX127322" y="connsiteY127322"/>
              </a:cxn>
              <a:cxn ang="0">
                <a:pos x="connsiteX127323" y="connsiteY127323"/>
              </a:cxn>
              <a:cxn ang="0">
                <a:pos x="connsiteX127324" y="connsiteY127324"/>
              </a:cxn>
              <a:cxn ang="0">
                <a:pos x="connsiteX127325" y="connsiteY127325"/>
              </a:cxn>
              <a:cxn ang="0">
                <a:pos x="connsiteX127326" y="connsiteY127326"/>
              </a:cxn>
              <a:cxn ang="0">
                <a:pos x="connsiteX127327" y="connsiteY127327"/>
              </a:cxn>
              <a:cxn ang="0">
                <a:pos x="connsiteX127328" y="connsiteY127328"/>
              </a:cxn>
              <a:cxn ang="0">
                <a:pos x="connsiteX127329" y="connsiteY127329"/>
              </a:cxn>
              <a:cxn ang="0">
                <a:pos x="connsiteX127330" y="connsiteY127330"/>
              </a:cxn>
              <a:cxn ang="0">
                <a:pos x="connsiteX127331" y="connsiteY127331"/>
              </a:cxn>
              <a:cxn ang="0">
                <a:pos x="connsiteX127332" y="connsiteY127332"/>
              </a:cxn>
              <a:cxn ang="0">
                <a:pos x="connsiteX127333" y="connsiteY127333"/>
              </a:cxn>
              <a:cxn ang="0">
                <a:pos x="connsiteX127334" y="connsiteY127334"/>
              </a:cxn>
              <a:cxn ang="0">
                <a:pos x="connsiteX127335" y="connsiteY127335"/>
              </a:cxn>
              <a:cxn ang="0">
                <a:pos x="connsiteX127336" y="connsiteY127336"/>
              </a:cxn>
              <a:cxn ang="0">
                <a:pos x="connsiteX127337" y="connsiteY127337"/>
              </a:cxn>
              <a:cxn ang="0">
                <a:pos x="connsiteX127338" y="connsiteY127338"/>
              </a:cxn>
              <a:cxn ang="0">
                <a:pos x="connsiteX127339" y="connsiteY127339"/>
              </a:cxn>
              <a:cxn ang="0">
                <a:pos x="connsiteX127340" y="connsiteY127340"/>
              </a:cxn>
              <a:cxn ang="0">
                <a:pos x="connsiteX127341" y="connsiteY127341"/>
              </a:cxn>
              <a:cxn ang="0">
                <a:pos x="connsiteX127342" y="connsiteY127342"/>
              </a:cxn>
              <a:cxn ang="0">
                <a:pos x="connsiteX127343" y="connsiteY127343"/>
              </a:cxn>
              <a:cxn ang="0">
                <a:pos x="connsiteX127344" y="connsiteY127344"/>
              </a:cxn>
              <a:cxn ang="0">
                <a:pos x="connsiteX127345" y="connsiteY127345"/>
              </a:cxn>
              <a:cxn ang="0">
                <a:pos x="connsiteX127346" y="connsiteY127346"/>
              </a:cxn>
              <a:cxn ang="0">
                <a:pos x="connsiteX127347" y="connsiteY127347"/>
              </a:cxn>
              <a:cxn ang="0">
                <a:pos x="connsiteX127348" y="connsiteY127348"/>
              </a:cxn>
              <a:cxn ang="0">
                <a:pos x="connsiteX127349" y="connsiteY127349"/>
              </a:cxn>
              <a:cxn ang="0">
                <a:pos x="connsiteX127350" y="connsiteY127350"/>
              </a:cxn>
              <a:cxn ang="0">
                <a:pos x="connsiteX127351" y="connsiteY127351"/>
              </a:cxn>
              <a:cxn ang="0">
                <a:pos x="connsiteX127352" y="connsiteY127352"/>
              </a:cxn>
              <a:cxn ang="0">
                <a:pos x="connsiteX127353" y="connsiteY127353"/>
              </a:cxn>
              <a:cxn ang="0">
                <a:pos x="connsiteX127354" y="connsiteY127354"/>
              </a:cxn>
              <a:cxn ang="0">
                <a:pos x="connsiteX127355" y="connsiteY127355"/>
              </a:cxn>
              <a:cxn ang="0">
                <a:pos x="connsiteX127356" y="connsiteY127356"/>
              </a:cxn>
              <a:cxn ang="0">
                <a:pos x="connsiteX127357" y="connsiteY127357"/>
              </a:cxn>
              <a:cxn ang="0">
                <a:pos x="connsiteX127358" y="connsiteY127358"/>
              </a:cxn>
              <a:cxn ang="0">
                <a:pos x="connsiteX127359" y="connsiteY127359"/>
              </a:cxn>
              <a:cxn ang="0">
                <a:pos x="connsiteX127360" y="connsiteY127360"/>
              </a:cxn>
              <a:cxn ang="0">
                <a:pos x="connsiteX127361" y="connsiteY127361"/>
              </a:cxn>
              <a:cxn ang="0">
                <a:pos x="connsiteX127362" y="connsiteY127362"/>
              </a:cxn>
              <a:cxn ang="0">
                <a:pos x="connsiteX127363" y="connsiteY127363"/>
              </a:cxn>
              <a:cxn ang="0">
                <a:pos x="connsiteX127364" y="connsiteY127364"/>
              </a:cxn>
              <a:cxn ang="0">
                <a:pos x="connsiteX127365" y="connsiteY127365"/>
              </a:cxn>
              <a:cxn ang="0">
                <a:pos x="connsiteX127366" y="connsiteY127366"/>
              </a:cxn>
              <a:cxn ang="0">
                <a:pos x="connsiteX127367" y="connsiteY127367"/>
              </a:cxn>
              <a:cxn ang="0">
                <a:pos x="connsiteX127368" y="connsiteY127368"/>
              </a:cxn>
              <a:cxn ang="0">
                <a:pos x="connsiteX127369" y="connsiteY127369"/>
              </a:cxn>
              <a:cxn ang="0">
                <a:pos x="connsiteX127370" y="connsiteY127370"/>
              </a:cxn>
              <a:cxn ang="0">
                <a:pos x="connsiteX127371" y="connsiteY127371"/>
              </a:cxn>
              <a:cxn ang="0">
                <a:pos x="connsiteX127372" y="connsiteY127372"/>
              </a:cxn>
              <a:cxn ang="0">
                <a:pos x="connsiteX127373" y="connsiteY127373"/>
              </a:cxn>
              <a:cxn ang="0">
                <a:pos x="connsiteX127374" y="connsiteY127374"/>
              </a:cxn>
              <a:cxn ang="0">
                <a:pos x="connsiteX127375" y="connsiteY127375"/>
              </a:cxn>
              <a:cxn ang="0">
                <a:pos x="connsiteX127376" y="connsiteY127376"/>
              </a:cxn>
              <a:cxn ang="0">
                <a:pos x="connsiteX127377" y="connsiteY127377"/>
              </a:cxn>
              <a:cxn ang="0">
                <a:pos x="connsiteX127378" y="connsiteY127378"/>
              </a:cxn>
              <a:cxn ang="0">
                <a:pos x="connsiteX127379" y="connsiteY127379"/>
              </a:cxn>
              <a:cxn ang="0">
                <a:pos x="connsiteX127380" y="connsiteY127380"/>
              </a:cxn>
              <a:cxn ang="0">
                <a:pos x="connsiteX127381" y="connsiteY127381"/>
              </a:cxn>
              <a:cxn ang="0">
                <a:pos x="connsiteX127382" y="connsiteY127382"/>
              </a:cxn>
              <a:cxn ang="0">
                <a:pos x="connsiteX127383" y="connsiteY127383"/>
              </a:cxn>
              <a:cxn ang="0">
                <a:pos x="connsiteX127384" y="connsiteY127384"/>
              </a:cxn>
              <a:cxn ang="0">
                <a:pos x="connsiteX127385" y="connsiteY127385"/>
              </a:cxn>
              <a:cxn ang="0">
                <a:pos x="connsiteX127386" y="connsiteY127386"/>
              </a:cxn>
              <a:cxn ang="0">
                <a:pos x="connsiteX127387" y="connsiteY127387"/>
              </a:cxn>
              <a:cxn ang="0">
                <a:pos x="connsiteX127388" y="connsiteY127388"/>
              </a:cxn>
              <a:cxn ang="0">
                <a:pos x="connsiteX127389" y="connsiteY127389"/>
              </a:cxn>
              <a:cxn ang="0">
                <a:pos x="connsiteX127390" y="connsiteY127390"/>
              </a:cxn>
              <a:cxn ang="0">
                <a:pos x="connsiteX127391" y="connsiteY127391"/>
              </a:cxn>
              <a:cxn ang="0">
                <a:pos x="connsiteX127392" y="connsiteY127392"/>
              </a:cxn>
              <a:cxn ang="0">
                <a:pos x="connsiteX127393" y="connsiteY127393"/>
              </a:cxn>
              <a:cxn ang="0">
                <a:pos x="connsiteX127394" y="connsiteY127394"/>
              </a:cxn>
              <a:cxn ang="0">
                <a:pos x="connsiteX127395" y="connsiteY127395"/>
              </a:cxn>
              <a:cxn ang="0">
                <a:pos x="connsiteX127396" y="connsiteY127396"/>
              </a:cxn>
              <a:cxn ang="0">
                <a:pos x="connsiteX127397" y="connsiteY127397"/>
              </a:cxn>
              <a:cxn ang="0">
                <a:pos x="connsiteX127398" y="connsiteY127398"/>
              </a:cxn>
              <a:cxn ang="0">
                <a:pos x="connsiteX127399" y="connsiteY127399"/>
              </a:cxn>
              <a:cxn ang="0">
                <a:pos x="connsiteX127400" y="connsiteY127400"/>
              </a:cxn>
              <a:cxn ang="0">
                <a:pos x="connsiteX127401" y="connsiteY127401"/>
              </a:cxn>
              <a:cxn ang="0">
                <a:pos x="connsiteX127402" y="connsiteY127402"/>
              </a:cxn>
              <a:cxn ang="0">
                <a:pos x="connsiteX127403" y="connsiteY127403"/>
              </a:cxn>
              <a:cxn ang="0">
                <a:pos x="connsiteX127404" y="connsiteY127404"/>
              </a:cxn>
              <a:cxn ang="0">
                <a:pos x="connsiteX127405" y="connsiteY127405"/>
              </a:cxn>
              <a:cxn ang="0">
                <a:pos x="connsiteX127406" y="connsiteY127406"/>
              </a:cxn>
              <a:cxn ang="0">
                <a:pos x="connsiteX127407" y="connsiteY127407"/>
              </a:cxn>
              <a:cxn ang="0">
                <a:pos x="connsiteX127408" y="connsiteY127408"/>
              </a:cxn>
              <a:cxn ang="0">
                <a:pos x="connsiteX127409" y="connsiteY127409"/>
              </a:cxn>
              <a:cxn ang="0">
                <a:pos x="connsiteX127410" y="connsiteY127410"/>
              </a:cxn>
              <a:cxn ang="0">
                <a:pos x="connsiteX127411" y="connsiteY127411"/>
              </a:cxn>
              <a:cxn ang="0">
                <a:pos x="connsiteX127412" y="connsiteY127412"/>
              </a:cxn>
              <a:cxn ang="0">
                <a:pos x="connsiteX127413" y="connsiteY127413"/>
              </a:cxn>
              <a:cxn ang="0">
                <a:pos x="connsiteX127414" y="connsiteY127414"/>
              </a:cxn>
              <a:cxn ang="0">
                <a:pos x="connsiteX127415" y="connsiteY127415"/>
              </a:cxn>
              <a:cxn ang="0">
                <a:pos x="connsiteX127416" y="connsiteY127416"/>
              </a:cxn>
              <a:cxn ang="0">
                <a:pos x="connsiteX127417" y="connsiteY127417"/>
              </a:cxn>
              <a:cxn ang="0">
                <a:pos x="connsiteX127418" y="connsiteY127418"/>
              </a:cxn>
              <a:cxn ang="0">
                <a:pos x="connsiteX127419" y="connsiteY127419"/>
              </a:cxn>
              <a:cxn ang="0">
                <a:pos x="connsiteX127420" y="connsiteY127420"/>
              </a:cxn>
              <a:cxn ang="0">
                <a:pos x="connsiteX127421" y="connsiteY127421"/>
              </a:cxn>
              <a:cxn ang="0">
                <a:pos x="connsiteX127422" y="connsiteY127422"/>
              </a:cxn>
              <a:cxn ang="0">
                <a:pos x="connsiteX127423" y="connsiteY127423"/>
              </a:cxn>
              <a:cxn ang="0">
                <a:pos x="connsiteX127424" y="connsiteY127424"/>
              </a:cxn>
              <a:cxn ang="0">
                <a:pos x="connsiteX127425" y="connsiteY127425"/>
              </a:cxn>
              <a:cxn ang="0">
                <a:pos x="connsiteX127426" y="connsiteY127426"/>
              </a:cxn>
              <a:cxn ang="0">
                <a:pos x="connsiteX127427" y="connsiteY127427"/>
              </a:cxn>
              <a:cxn ang="0">
                <a:pos x="connsiteX127428" y="connsiteY127428"/>
              </a:cxn>
              <a:cxn ang="0">
                <a:pos x="connsiteX127429" y="connsiteY127429"/>
              </a:cxn>
              <a:cxn ang="0">
                <a:pos x="connsiteX127430" y="connsiteY127430"/>
              </a:cxn>
              <a:cxn ang="0">
                <a:pos x="connsiteX127431" y="connsiteY127431"/>
              </a:cxn>
              <a:cxn ang="0">
                <a:pos x="connsiteX127432" y="connsiteY127432"/>
              </a:cxn>
              <a:cxn ang="0">
                <a:pos x="connsiteX127433" y="connsiteY127433"/>
              </a:cxn>
              <a:cxn ang="0">
                <a:pos x="connsiteX127434" y="connsiteY127434"/>
              </a:cxn>
              <a:cxn ang="0">
                <a:pos x="connsiteX127435" y="connsiteY127435"/>
              </a:cxn>
              <a:cxn ang="0">
                <a:pos x="connsiteX127436" y="connsiteY127436"/>
              </a:cxn>
              <a:cxn ang="0">
                <a:pos x="connsiteX127437" y="connsiteY127437"/>
              </a:cxn>
              <a:cxn ang="0">
                <a:pos x="connsiteX127438" y="connsiteY127438"/>
              </a:cxn>
              <a:cxn ang="0">
                <a:pos x="connsiteX127439" y="connsiteY127439"/>
              </a:cxn>
              <a:cxn ang="0">
                <a:pos x="connsiteX127440" y="connsiteY127440"/>
              </a:cxn>
              <a:cxn ang="0">
                <a:pos x="connsiteX127441" y="connsiteY127441"/>
              </a:cxn>
              <a:cxn ang="0">
                <a:pos x="connsiteX127442" y="connsiteY127442"/>
              </a:cxn>
              <a:cxn ang="0">
                <a:pos x="connsiteX127443" y="connsiteY127443"/>
              </a:cxn>
              <a:cxn ang="0">
                <a:pos x="connsiteX127444" y="connsiteY127444"/>
              </a:cxn>
              <a:cxn ang="0">
                <a:pos x="connsiteX127445" y="connsiteY127445"/>
              </a:cxn>
              <a:cxn ang="0">
                <a:pos x="connsiteX127446" y="connsiteY127446"/>
              </a:cxn>
              <a:cxn ang="0">
                <a:pos x="connsiteX127447" y="connsiteY127447"/>
              </a:cxn>
              <a:cxn ang="0">
                <a:pos x="connsiteX127448" y="connsiteY127448"/>
              </a:cxn>
              <a:cxn ang="0">
                <a:pos x="connsiteX127449" y="connsiteY127449"/>
              </a:cxn>
              <a:cxn ang="0">
                <a:pos x="connsiteX127450" y="connsiteY127450"/>
              </a:cxn>
              <a:cxn ang="0">
                <a:pos x="connsiteX127451" y="connsiteY127451"/>
              </a:cxn>
              <a:cxn ang="0">
                <a:pos x="connsiteX127452" y="connsiteY127452"/>
              </a:cxn>
              <a:cxn ang="0">
                <a:pos x="connsiteX127453" y="connsiteY127453"/>
              </a:cxn>
              <a:cxn ang="0">
                <a:pos x="connsiteX127454" y="connsiteY127454"/>
              </a:cxn>
              <a:cxn ang="0">
                <a:pos x="connsiteX127455" y="connsiteY127455"/>
              </a:cxn>
              <a:cxn ang="0">
                <a:pos x="connsiteX127456" y="connsiteY127456"/>
              </a:cxn>
              <a:cxn ang="0">
                <a:pos x="connsiteX127457" y="connsiteY127457"/>
              </a:cxn>
              <a:cxn ang="0">
                <a:pos x="connsiteX127458" y="connsiteY127458"/>
              </a:cxn>
              <a:cxn ang="0">
                <a:pos x="connsiteX127459" y="connsiteY127459"/>
              </a:cxn>
              <a:cxn ang="0">
                <a:pos x="connsiteX127460" y="connsiteY127460"/>
              </a:cxn>
              <a:cxn ang="0">
                <a:pos x="connsiteX127461" y="connsiteY127461"/>
              </a:cxn>
              <a:cxn ang="0">
                <a:pos x="connsiteX127462" y="connsiteY127462"/>
              </a:cxn>
              <a:cxn ang="0">
                <a:pos x="connsiteX127463" y="connsiteY127463"/>
              </a:cxn>
              <a:cxn ang="0">
                <a:pos x="connsiteX127464" y="connsiteY127464"/>
              </a:cxn>
              <a:cxn ang="0">
                <a:pos x="connsiteX127465" y="connsiteY127465"/>
              </a:cxn>
              <a:cxn ang="0">
                <a:pos x="connsiteX127466" y="connsiteY127466"/>
              </a:cxn>
              <a:cxn ang="0">
                <a:pos x="connsiteX127467" y="connsiteY127467"/>
              </a:cxn>
              <a:cxn ang="0">
                <a:pos x="connsiteX127468" y="connsiteY127468"/>
              </a:cxn>
              <a:cxn ang="0">
                <a:pos x="connsiteX127469" y="connsiteY127469"/>
              </a:cxn>
              <a:cxn ang="0">
                <a:pos x="connsiteX127470" y="connsiteY127470"/>
              </a:cxn>
              <a:cxn ang="0">
                <a:pos x="connsiteX127471" y="connsiteY127471"/>
              </a:cxn>
              <a:cxn ang="0">
                <a:pos x="connsiteX127472" y="connsiteY127472"/>
              </a:cxn>
              <a:cxn ang="0">
                <a:pos x="connsiteX127473" y="connsiteY127473"/>
              </a:cxn>
              <a:cxn ang="0">
                <a:pos x="connsiteX127474" y="connsiteY127474"/>
              </a:cxn>
              <a:cxn ang="0">
                <a:pos x="connsiteX127475" y="connsiteY127475"/>
              </a:cxn>
              <a:cxn ang="0">
                <a:pos x="connsiteX127476" y="connsiteY127476"/>
              </a:cxn>
              <a:cxn ang="0">
                <a:pos x="connsiteX127477" y="connsiteY127477"/>
              </a:cxn>
              <a:cxn ang="0">
                <a:pos x="connsiteX127478" y="connsiteY127478"/>
              </a:cxn>
              <a:cxn ang="0">
                <a:pos x="connsiteX127479" y="connsiteY127479"/>
              </a:cxn>
              <a:cxn ang="0">
                <a:pos x="connsiteX127480" y="connsiteY127480"/>
              </a:cxn>
              <a:cxn ang="0">
                <a:pos x="connsiteX127481" y="connsiteY127481"/>
              </a:cxn>
              <a:cxn ang="0">
                <a:pos x="connsiteX127482" y="connsiteY127482"/>
              </a:cxn>
              <a:cxn ang="0">
                <a:pos x="connsiteX127483" y="connsiteY127483"/>
              </a:cxn>
              <a:cxn ang="0">
                <a:pos x="connsiteX127484" y="connsiteY127484"/>
              </a:cxn>
              <a:cxn ang="0">
                <a:pos x="connsiteX127485" y="connsiteY127485"/>
              </a:cxn>
              <a:cxn ang="0">
                <a:pos x="connsiteX127486" y="connsiteY127486"/>
              </a:cxn>
              <a:cxn ang="0">
                <a:pos x="connsiteX127487" y="connsiteY127487"/>
              </a:cxn>
              <a:cxn ang="0">
                <a:pos x="connsiteX127488" y="connsiteY127488"/>
              </a:cxn>
              <a:cxn ang="0">
                <a:pos x="connsiteX127489" y="connsiteY127489"/>
              </a:cxn>
              <a:cxn ang="0">
                <a:pos x="connsiteX127490" y="connsiteY127490"/>
              </a:cxn>
              <a:cxn ang="0">
                <a:pos x="connsiteX127491" y="connsiteY127491"/>
              </a:cxn>
              <a:cxn ang="0">
                <a:pos x="connsiteX127492" y="connsiteY127492"/>
              </a:cxn>
              <a:cxn ang="0">
                <a:pos x="connsiteX127493" y="connsiteY127493"/>
              </a:cxn>
              <a:cxn ang="0">
                <a:pos x="connsiteX127494" y="connsiteY127494"/>
              </a:cxn>
              <a:cxn ang="0">
                <a:pos x="connsiteX127495" y="connsiteY127495"/>
              </a:cxn>
              <a:cxn ang="0">
                <a:pos x="connsiteX127496" y="connsiteY127496"/>
              </a:cxn>
              <a:cxn ang="0">
                <a:pos x="connsiteX127497" y="connsiteY127497"/>
              </a:cxn>
              <a:cxn ang="0">
                <a:pos x="connsiteX127498" y="connsiteY127498"/>
              </a:cxn>
              <a:cxn ang="0">
                <a:pos x="connsiteX127499" y="connsiteY127499"/>
              </a:cxn>
              <a:cxn ang="0">
                <a:pos x="connsiteX127500" y="connsiteY127500"/>
              </a:cxn>
              <a:cxn ang="0">
                <a:pos x="connsiteX127501" y="connsiteY127501"/>
              </a:cxn>
              <a:cxn ang="0">
                <a:pos x="connsiteX127502" y="connsiteY127502"/>
              </a:cxn>
              <a:cxn ang="0">
                <a:pos x="connsiteX127503" y="connsiteY127503"/>
              </a:cxn>
              <a:cxn ang="0">
                <a:pos x="connsiteX127504" y="connsiteY127504"/>
              </a:cxn>
              <a:cxn ang="0">
                <a:pos x="connsiteX127505" y="connsiteY127505"/>
              </a:cxn>
              <a:cxn ang="0">
                <a:pos x="connsiteX127506" y="connsiteY127506"/>
              </a:cxn>
              <a:cxn ang="0">
                <a:pos x="connsiteX127507" y="connsiteY127507"/>
              </a:cxn>
              <a:cxn ang="0">
                <a:pos x="connsiteX127508" y="connsiteY127508"/>
              </a:cxn>
              <a:cxn ang="0">
                <a:pos x="connsiteX127509" y="connsiteY127509"/>
              </a:cxn>
              <a:cxn ang="0">
                <a:pos x="connsiteX127510" y="connsiteY127510"/>
              </a:cxn>
              <a:cxn ang="0">
                <a:pos x="connsiteX127511" y="connsiteY127511"/>
              </a:cxn>
              <a:cxn ang="0">
                <a:pos x="connsiteX127512" y="connsiteY127512"/>
              </a:cxn>
              <a:cxn ang="0">
                <a:pos x="connsiteX127513" y="connsiteY127513"/>
              </a:cxn>
              <a:cxn ang="0">
                <a:pos x="connsiteX127514" y="connsiteY127514"/>
              </a:cxn>
              <a:cxn ang="0">
                <a:pos x="connsiteX127515" y="connsiteY127515"/>
              </a:cxn>
              <a:cxn ang="0">
                <a:pos x="connsiteX127516" y="connsiteY127516"/>
              </a:cxn>
              <a:cxn ang="0">
                <a:pos x="connsiteX127517" y="connsiteY127517"/>
              </a:cxn>
              <a:cxn ang="0">
                <a:pos x="connsiteX127518" y="connsiteY127518"/>
              </a:cxn>
              <a:cxn ang="0">
                <a:pos x="connsiteX127519" y="connsiteY127519"/>
              </a:cxn>
              <a:cxn ang="0">
                <a:pos x="connsiteX127520" y="connsiteY127520"/>
              </a:cxn>
              <a:cxn ang="0">
                <a:pos x="connsiteX127521" y="connsiteY127521"/>
              </a:cxn>
              <a:cxn ang="0">
                <a:pos x="connsiteX127522" y="connsiteY127522"/>
              </a:cxn>
              <a:cxn ang="0">
                <a:pos x="connsiteX127523" y="connsiteY127523"/>
              </a:cxn>
              <a:cxn ang="0">
                <a:pos x="connsiteX127524" y="connsiteY127524"/>
              </a:cxn>
              <a:cxn ang="0">
                <a:pos x="connsiteX127525" y="connsiteY127525"/>
              </a:cxn>
              <a:cxn ang="0">
                <a:pos x="connsiteX127526" y="connsiteY127526"/>
              </a:cxn>
              <a:cxn ang="0">
                <a:pos x="connsiteX127527" y="connsiteY127527"/>
              </a:cxn>
              <a:cxn ang="0">
                <a:pos x="connsiteX127528" y="connsiteY127528"/>
              </a:cxn>
              <a:cxn ang="0">
                <a:pos x="connsiteX127529" y="connsiteY127529"/>
              </a:cxn>
              <a:cxn ang="0">
                <a:pos x="connsiteX127530" y="connsiteY127530"/>
              </a:cxn>
              <a:cxn ang="0">
                <a:pos x="connsiteX127531" y="connsiteY127531"/>
              </a:cxn>
              <a:cxn ang="0">
                <a:pos x="connsiteX127532" y="connsiteY127532"/>
              </a:cxn>
              <a:cxn ang="0">
                <a:pos x="connsiteX127533" y="connsiteY127533"/>
              </a:cxn>
              <a:cxn ang="0">
                <a:pos x="connsiteX127534" y="connsiteY127534"/>
              </a:cxn>
              <a:cxn ang="0">
                <a:pos x="connsiteX127535" y="connsiteY127535"/>
              </a:cxn>
              <a:cxn ang="0">
                <a:pos x="connsiteX127536" y="connsiteY127536"/>
              </a:cxn>
              <a:cxn ang="0">
                <a:pos x="connsiteX127537" y="connsiteY127537"/>
              </a:cxn>
              <a:cxn ang="0">
                <a:pos x="connsiteX127538" y="connsiteY127538"/>
              </a:cxn>
              <a:cxn ang="0">
                <a:pos x="connsiteX127539" y="connsiteY127539"/>
              </a:cxn>
              <a:cxn ang="0">
                <a:pos x="connsiteX127540" y="connsiteY127540"/>
              </a:cxn>
              <a:cxn ang="0">
                <a:pos x="connsiteX127541" y="connsiteY127541"/>
              </a:cxn>
              <a:cxn ang="0">
                <a:pos x="connsiteX127542" y="connsiteY127542"/>
              </a:cxn>
              <a:cxn ang="0">
                <a:pos x="connsiteX127543" y="connsiteY127543"/>
              </a:cxn>
              <a:cxn ang="0">
                <a:pos x="connsiteX127544" y="connsiteY127544"/>
              </a:cxn>
              <a:cxn ang="0">
                <a:pos x="connsiteX127545" y="connsiteY127545"/>
              </a:cxn>
              <a:cxn ang="0">
                <a:pos x="connsiteX127546" y="connsiteY127546"/>
              </a:cxn>
              <a:cxn ang="0">
                <a:pos x="connsiteX127547" y="connsiteY127547"/>
              </a:cxn>
              <a:cxn ang="0">
                <a:pos x="connsiteX127548" y="connsiteY127548"/>
              </a:cxn>
              <a:cxn ang="0">
                <a:pos x="connsiteX127549" y="connsiteY127549"/>
              </a:cxn>
              <a:cxn ang="0">
                <a:pos x="connsiteX127550" y="connsiteY127550"/>
              </a:cxn>
              <a:cxn ang="0">
                <a:pos x="connsiteX127551" y="connsiteY127551"/>
              </a:cxn>
              <a:cxn ang="0">
                <a:pos x="connsiteX127552" y="connsiteY127552"/>
              </a:cxn>
              <a:cxn ang="0">
                <a:pos x="connsiteX127553" y="connsiteY127553"/>
              </a:cxn>
              <a:cxn ang="0">
                <a:pos x="connsiteX127554" y="connsiteY127554"/>
              </a:cxn>
              <a:cxn ang="0">
                <a:pos x="connsiteX127555" y="connsiteY127555"/>
              </a:cxn>
              <a:cxn ang="0">
                <a:pos x="connsiteX127556" y="connsiteY127556"/>
              </a:cxn>
              <a:cxn ang="0">
                <a:pos x="connsiteX127557" y="connsiteY127557"/>
              </a:cxn>
              <a:cxn ang="0">
                <a:pos x="connsiteX127558" y="connsiteY127558"/>
              </a:cxn>
              <a:cxn ang="0">
                <a:pos x="connsiteX127559" y="connsiteY127559"/>
              </a:cxn>
              <a:cxn ang="0">
                <a:pos x="connsiteX127560" y="connsiteY127560"/>
              </a:cxn>
              <a:cxn ang="0">
                <a:pos x="connsiteX127561" y="connsiteY127561"/>
              </a:cxn>
              <a:cxn ang="0">
                <a:pos x="connsiteX127562" y="connsiteY127562"/>
              </a:cxn>
              <a:cxn ang="0">
                <a:pos x="connsiteX127563" y="connsiteY127563"/>
              </a:cxn>
              <a:cxn ang="0">
                <a:pos x="connsiteX127564" y="connsiteY127564"/>
              </a:cxn>
              <a:cxn ang="0">
                <a:pos x="connsiteX127565" y="connsiteY127565"/>
              </a:cxn>
              <a:cxn ang="0">
                <a:pos x="connsiteX127566" y="connsiteY127566"/>
              </a:cxn>
              <a:cxn ang="0">
                <a:pos x="connsiteX127567" y="connsiteY127567"/>
              </a:cxn>
              <a:cxn ang="0">
                <a:pos x="connsiteX127568" y="connsiteY127568"/>
              </a:cxn>
              <a:cxn ang="0">
                <a:pos x="connsiteX127569" y="connsiteY127569"/>
              </a:cxn>
              <a:cxn ang="0">
                <a:pos x="connsiteX127570" y="connsiteY127570"/>
              </a:cxn>
              <a:cxn ang="0">
                <a:pos x="connsiteX127571" y="connsiteY127571"/>
              </a:cxn>
              <a:cxn ang="0">
                <a:pos x="connsiteX127572" y="connsiteY127572"/>
              </a:cxn>
              <a:cxn ang="0">
                <a:pos x="connsiteX127573" y="connsiteY127573"/>
              </a:cxn>
              <a:cxn ang="0">
                <a:pos x="connsiteX127574" y="connsiteY127574"/>
              </a:cxn>
              <a:cxn ang="0">
                <a:pos x="connsiteX127575" y="connsiteY127575"/>
              </a:cxn>
              <a:cxn ang="0">
                <a:pos x="connsiteX127576" y="connsiteY127576"/>
              </a:cxn>
              <a:cxn ang="0">
                <a:pos x="connsiteX127577" y="connsiteY127577"/>
              </a:cxn>
              <a:cxn ang="0">
                <a:pos x="connsiteX127578" y="connsiteY127578"/>
              </a:cxn>
              <a:cxn ang="0">
                <a:pos x="connsiteX127579" y="connsiteY127579"/>
              </a:cxn>
              <a:cxn ang="0">
                <a:pos x="connsiteX127580" y="connsiteY127580"/>
              </a:cxn>
              <a:cxn ang="0">
                <a:pos x="connsiteX127581" y="connsiteY127581"/>
              </a:cxn>
              <a:cxn ang="0">
                <a:pos x="connsiteX127582" y="connsiteY127582"/>
              </a:cxn>
              <a:cxn ang="0">
                <a:pos x="connsiteX127583" y="connsiteY127583"/>
              </a:cxn>
              <a:cxn ang="0">
                <a:pos x="connsiteX127584" y="connsiteY127584"/>
              </a:cxn>
              <a:cxn ang="0">
                <a:pos x="connsiteX127585" y="connsiteY127585"/>
              </a:cxn>
              <a:cxn ang="0">
                <a:pos x="connsiteX127586" y="connsiteY127586"/>
              </a:cxn>
              <a:cxn ang="0">
                <a:pos x="connsiteX127587" y="connsiteY127587"/>
              </a:cxn>
              <a:cxn ang="0">
                <a:pos x="connsiteX127588" y="connsiteY127588"/>
              </a:cxn>
              <a:cxn ang="0">
                <a:pos x="connsiteX127589" y="connsiteY127589"/>
              </a:cxn>
              <a:cxn ang="0">
                <a:pos x="connsiteX127590" y="connsiteY127590"/>
              </a:cxn>
              <a:cxn ang="0">
                <a:pos x="connsiteX127591" y="connsiteY127591"/>
              </a:cxn>
              <a:cxn ang="0">
                <a:pos x="connsiteX127592" y="connsiteY127592"/>
              </a:cxn>
              <a:cxn ang="0">
                <a:pos x="connsiteX127593" y="connsiteY127593"/>
              </a:cxn>
              <a:cxn ang="0">
                <a:pos x="connsiteX127594" y="connsiteY127594"/>
              </a:cxn>
              <a:cxn ang="0">
                <a:pos x="connsiteX127595" y="connsiteY127595"/>
              </a:cxn>
              <a:cxn ang="0">
                <a:pos x="connsiteX127596" y="connsiteY127596"/>
              </a:cxn>
              <a:cxn ang="0">
                <a:pos x="connsiteX127597" y="connsiteY127597"/>
              </a:cxn>
              <a:cxn ang="0">
                <a:pos x="connsiteX127598" y="connsiteY127598"/>
              </a:cxn>
              <a:cxn ang="0">
                <a:pos x="connsiteX127599" y="connsiteY127599"/>
              </a:cxn>
              <a:cxn ang="0">
                <a:pos x="connsiteX127600" y="connsiteY127600"/>
              </a:cxn>
              <a:cxn ang="0">
                <a:pos x="connsiteX127601" y="connsiteY127601"/>
              </a:cxn>
              <a:cxn ang="0">
                <a:pos x="connsiteX127602" y="connsiteY127602"/>
              </a:cxn>
              <a:cxn ang="0">
                <a:pos x="connsiteX127603" y="connsiteY127603"/>
              </a:cxn>
              <a:cxn ang="0">
                <a:pos x="connsiteX127604" y="connsiteY127604"/>
              </a:cxn>
              <a:cxn ang="0">
                <a:pos x="connsiteX127605" y="connsiteY127605"/>
              </a:cxn>
              <a:cxn ang="0">
                <a:pos x="connsiteX127606" y="connsiteY127606"/>
              </a:cxn>
              <a:cxn ang="0">
                <a:pos x="connsiteX127607" y="connsiteY127607"/>
              </a:cxn>
              <a:cxn ang="0">
                <a:pos x="connsiteX127608" y="connsiteY127608"/>
              </a:cxn>
              <a:cxn ang="0">
                <a:pos x="connsiteX127609" y="connsiteY127609"/>
              </a:cxn>
              <a:cxn ang="0">
                <a:pos x="connsiteX127610" y="connsiteY127610"/>
              </a:cxn>
              <a:cxn ang="0">
                <a:pos x="connsiteX127611" y="connsiteY127611"/>
              </a:cxn>
              <a:cxn ang="0">
                <a:pos x="connsiteX127612" y="connsiteY127612"/>
              </a:cxn>
              <a:cxn ang="0">
                <a:pos x="connsiteX127613" y="connsiteY127613"/>
              </a:cxn>
              <a:cxn ang="0">
                <a:pos x="connsiteX127614" y="connsiteY127614"/>
              </a:cxn>
              <a:cxn ang="0">
                <a:pos x="connsiteX127615" y="connsiteY127615"/>
              </a:cxn>
              <a:cxn ang="0">
                <a:pos x="connsiteX127616" y="connsiteY127616"/>
              </a:cxn>
              <a:cxn ang="0">
                <a:pos x="connsiteX127617" y="connsiteY127617"/>
              </a:cxn>
              <a:cxn ang="0">
                <a:pos x="connsiteX127618" y="connsiteY127618"/>
              </a:cxn>
              <a:cxn ang="0">
                <a:pos x="connsiteX127619" y="connsiteY127619"/>
              </a:cxn>
              <a:cxn ang="0">
                <a:pos x="connsiteX127620" y="connsiteY127620"/>
              </a:cxn>
              <a:cxn ang="0">
                <a:pos x="connsiteX127621" y="connsiteY127621"/>
              </a:cxn>
              <a:cxn ang="0">
                <a:pos x="connsiteX127622" y="connsiteY127622"/>
              </a:cxn>
              <a:cxn ang="0">
                <a:pos x="connsiteX127623" y="connsiteY127623"/>
              </a:cxn>
              <a:cxn ang="0">
                <a:pos x="connsiteX127624" y="connsiteY127624"/>
              </a:cxn>
              <a:cxn ang="0">
                <a:pos x="connsiteX127625" y="connsiteY127625"/>
              </a:cxn>
              <a:cxn ang="0">
                <a:pos x="connsiteX127626" y="connsiteY127626"/>
              </a:cxn>
              <a:cxn ang="0">
                <a:pos x="connsiteX127627" y="connsiteY127627"/>
              </a:cxn>
              <a:cxn ang="0">
                <a:pos x="connsiteX127628" y="connsiteY127628"/>
              </a:cxn>
              <a:cxn ang="0">
                <a:pos x="connsiteX127629" y="connsiteY127629"/>
              </a:cxn>
              <a:cxn ang="0">
                <a:pos x="connsiteX127630" y="connsiteY127630"/>
              </a:cxn>
              <a:cxn ang="0">
                <a:pos x="connsiteX127631" y="connsiteY127631"/>
              </a:cxn>
              <a:cxn ang="0">
                <a:pos x="connsiteX127632" y="connsiteY127632"/>
              </a:cxn>
              <a:cxn ang="0">
                <a:pos x="connsiteX127633" y="connsiteY127633"/>
              </a:cxn>
              <a:cxn ang="0">
                <a:pos x="connsiteX127634" y="connsiteY127634"/>
              </a:cxn>
              <a:cxn ang="0">
                <a:pos x="connsiteX127635" y="connsiteY127635"/>
              </a:cxn>
              <a:cxn ang="0">
                <a:pos x="connsiteX127636" y="connsiteY127636"/>
              </a:cxn>
              <a:cxn ang="0">
                <a:pos x="connsiteX127637" y="connsiteY127637"/>
              </a:cxn>
              <a:cxn ang="0">
                <a:pos x="connsiteX127638" y="connsiteY127638"/>
              </a:cxn>
              <a:cxn ang="0">
                <a:pos x="connsiteX127639" y="connsiteY127639"/>
              </a:cxn>
              <a:cxn ang="0">
                <a:pos x="connsiteX127640" y="connsiteY127640"/>
              </a:cxn>
              <a:cxn ang="0">
                <a:pos x="connsiteX127641" y="connsiteY127641"/>
              </a:cxn>
              <a:cxn ang="0">
                <a:pos x="connsiteX127642" y="connsiteY127642"/>
              </a:cxn>
              <a:cxn ang="0">
                <a:pos x="connsiteX127643" y="connsiteY127643"/>
              </a:cxn>
              <a:cxn ang="0">
                <a:pos x="connsiteX127644" y="connsiteY127644"/>
              </a:cxn>
              <a:cxn ang="0">
                <a:pos x="connsiteX127645" y="connsiteY127645"/>
              </a:cxn>
              <a:cxn ang="0">
                <a:pos x="connsiteX127646" y="connsiteY127646"/>
              </a:cxn>
              <a:cxn ang="0">
                <a:pos x="connsiteX127647" y="connsiteY127647"/>
              </a:cxn>
              <a:cxn ang="0">
                <a:pos x="connsiteX127648" y="connsiteY127648"/>
              </a:cxn>
              <a:cxn ang="0">
                <a:pos x="connsiteX127649" y="connsiteY127649"/>
              </a:cxn>
              <a:cxn ang="0">
                <a:pos x="connsiteX127650" y="connsiteY127650"/>
              </a:cxn>
              <a:cxn ang="0">
                <a:pos x="connsiteX127651" y="connsiteY127651"/>
              </a:cxn>
              <a:cxn ang="0">
                <a:pos x="connsiteX127652" y="connsiteY127652"/>
              </a:cxn>
              <a:cxn ang="0">
                <a:pos x="connsiteX127653" y="connsiteY127653"/>
              </a:cxn>
              <a:cxn ang="0">
                <a:pos x="connsiteX127654" y="connsiteY127654"/>
              </a:cxn>
              <a:cxn ang="0">
                <a:pos x="connsiteX127655" y="connsiteY127655"/>
              </a:cxn>
              <a:cxn ang="0">
                <a:pos x="connsiteX127656" y="connsiteY127656"/>
              </a:cxn>
              <a:cxn ang="0">
                <a:pos x="connsiteX127657" y="connsiteY127657"/>
              </a:cxn>
              <a:cxn ang="0">
                <a:pos x="connsiteX127658" y="connsiteY127658"/>
              </a:cxn>
              <a:cxn ang="0">
                <a:pos x="connsiteX127659" y="connsiteY127659"/>
              </a:cxn>
              <a:cxn ang="0">
                <a:pos x="connsiteX127660" y="connsiteY127660"/>
              </a:cxn>
              <a:cxn ang="0">
                <a:pos x="connsiteX127661" y="connsiteY127661"/>
              </a:cxn>
              <a:cxn ang="0">
                <a:pos x="connsiteX127662" y="connsiteY127662"/>
              </a:cxn>
              <a:cxn ang="0">
                <a:pos x="connsiteX127663" y="connsiteY127663"/>
              </a:cxn>
              <a:cxn ang="0">
                <a:pos x="connsiteX127664" y="connsiteY127664"/>
              </a:cxn>
              <a:cxn ang="0">
                <a:pos x="connsiteX127665" y="connsiteY127665"/>
              </a:cxn>
              <a:cxn ang="0">
                <a:pos x="connsiteX127666" y="connsiteY127666"/>
              </a:cxn>
              <a:cxn ang="0">
                <a:pos x="connsiteX127667" y="connsiteY127667"/>
              </a:cxn>
              <a:cxn ang="0">
                <a:pos x="connsiteX127668" y="connsiteY127668"/>
              </a:cxn>
              <a:cxn ang="0">
                <a:pos x="connsiteX127669" y="connsiteY127669"/>
              </a:cxn>
              <a:cxn ang="0">
                <a:pos x="connsiteX127670" y="connsiteY127670"/>
              </a:cxn>
              <a:cxn ang="0">
                <a:pos x="connsiteX127671" y="connsiteY127671"/>
              </a:cxn>
              <a:cxn ang="0">
                <a:pos x="connsiteX127672" y="connsiteY127672"/>
              </a:cxn>
              <a:cxn ang="0">
                <a:pos x="connsiteX127673" y="connsiteY127673"/>
              </a:cxn>
              <a:cxn ang="0">
                <a:pos x="connsiteX127674" y="connsiteY127674"/>
              </a:cxn>
              <a:cxn ang="0">
                <a:pos x="connsiteX127675" y="connsiteY127675"/>
              </a:cxn>
              <a:cxn ang="0">
                <a:pos x="connsiteX127676" y="connsiteY127676"/>
              </a:cxn>
              <a:cxn ang="0">
                <a:pos x="connsiteX127677" y="connsiteY127677"/>
              </a:cxn>
              <a:cxn ang="0">
                <a:pos x="connsiteX127678" y="connsiteY127678"/>
              </a:cxn>
              <a:cxn ang="0">
                <a:pos x="connsiteX127679" y="connsiteY127679"/>
              </a:cxn>
              <a:cxn ang="0">
                <a:pos x="connsiteX127680" y="connsiteY127680"/>
              </a:cxn>
              <a:cxn ang="0">
                <a:pos x="connsiteX127681" y="connsiteY127681"/>
              </a:cxn>
              <a:cxn ang="0">
                <a:pos x="connsiteX127682" y="connsiteY127682"/>
              </a:cxn>
              <a:cxn ang="0">
                <a:pos x="connsiteX127683" y="connsiteY127683"/>
              </a:cxn>
              <a:cxn ang="0">
                <a:pos x="connsiteX127684" y="connsiteY127684"/>
              </a:cxn>
              <a:cxn ang="0">
                <a:pos x="connsiteX127685" y="connsiteY127685"/>
              </a:cxn>
              <a:cxn ang="0">
                <a:pos x="connsiteX127686" y="connsiteY127686"/>
              </a:cxn>
              <a:cxn ang="0">
                <a:pos x="connsiteX127687" y="connsiteY127687"/>
              </a:cxn>
              <a:cxn ang="0">
                <a:pos x="connsiteX127688" y="connsiteY127688"/>
              </a:cxn>
              <a:cxn ang="0">
                <a:pos x="connsiteX127689" y="connsiteY127689"/>
              </a:cxn>
              <a:cxn ang="0">
                <a:pos x="connsiteX127690" y="connsiteY127690"/>
              </a:cxn>
              <a:cxn ang="0">
                <a:pos x="connsiteX127691" y="connsiteY127691"/>
              </a:cxn>
              <a:cxn ang="0">
                <a:pos x="connsiteX127692" y="connsiteY127692"/>
              </a:cxn>
              <a:cxn ang="0">
                <a:pos x="connsiteX127693" y="connsiteY127693"/>
              </a:cxn>
              <a:cxn ang="0">
                <a:pos x="connsiteX127694" y="connsiteY127694"/>
              </a:cxn>
              <a:cxn ang="0">
                <a:pos x="connsiteX127695" y="connsiteY127695"/>
              </a:cxn>
              <a:cxn ang="0">
                <a:pos x="connsiteX127696" y="connsiteY127696"/>
              </a:cxn>
              <a:cxn ang="0">
                <a:pos x="connsiteX127697" y="connsiteY127697"/>
              </a:cxn>
              <a:cxn ang="0">
                <a:pos x="connsiteX127698" y="connsiteY127698"/>
              </a:cxn>
              <a:cxn ang="0">
                <a:pos x="connsiteX127699" y="connsiteY127699"/>
              </a:cxn>
              <a:cxn ang="0">
                <a:pos x="connsiteX127700" y="connsiteY127700"/>
              </a:cxn>
              <a:cxn ang="0">
                <a:pos x="connsiteX127701" y="connsiteY127701"/>
              </a:cxn>
              <a:cxn ang="0">
                <a:pos x="connsiteX127702" y="connsiteY127702"/>
              </a:cxn>
              <a:cxn ang="0">
                <a:pos x="connsiteX127703" y="connsiteY127703"/>
              </a:cxn>
              <a:cxn ang="0">
                <a:pos x="connsiteX127704" y="connsiteY127704"/>
              </a:cxn>
              <a:cxn ang="0">
                <a:pos x="connsiteX127705" y="connsiteY127705"/>
              </a:cxn>
              <a:cxn ang="0">
                <a:pos x="connsiteX127706" y="connsiteY127706"/>
              </a:cxn>
              <a:cxn ang="0">
                <a:pos x="connsiteX127707" y="connsiteY127707"/>
              </a:cxn>
              <a:cxn ang="0">
                <a:pos x="connsiteX127708" y="connsiteY127708"/>
              </a:cxn>
              <a:cxn ang="0">
                <a:pos x="connsiteX127709" y="connsiteY127709"/>
              </a:cxn>
              <a:cxn ang="0">
                <a:pos x="connsiteX127710" y="connsiteY127710"/>
              </a:cxn>
              <a:cxn ang="0">
                <a:pos x="connsiteX127711" y="connsiteY127711"/>
              </a:cxn>
              <a:cxn ang="0">
                <a:pos x="connsiteX127712" y="connsiteY127712"/>
              </a:cxn>
              <a:cxn ang="0">
                <a:pos x="connsiteX127713" y="connsiteY127713"/>
              </a:cxn>
              <a:cxn ang="0">
                <a:pos x="connsiteX127714" y="connsiteY127714"/>
              </a:cxn>
              <a:cxn ang="0">
                <a:pos x="connsiteX127715" y="connsiteY127715"/>
              </a:cxn>
              <a:cxn ang="0">
                <a:pos x="connsiteX127716" y="connsiteY127716"/>
              </a:cxn>
              <a:cxn ang="0">
                <a:pos x="connsiteX127717" y="connsiteY127717"/>
              </a:cxn>
              <a:cxn ang="0">
                <a:pos x="connsiteX127718" y="connsiteY127718"/>
              </a:cxn>
              <a:cxn ang="0">
                <a:pos x="connsiteX127719" y="connsiteY127719"/>
              </a:cxn>
              <a:cxn ang="0">
                <a:pos x="connsiteX127720" y="connsiteY127720"/>
              </a:cxn>
              <a:cxn ang="0">
                <a:pos x="connsiteX127721" y="connsiteY127721"/>
              </a:cxn>
              <a:cxn ang="0">
                <a:pos x="connsiteX127722" y="connsiteY127722"/>
              </a:cxn>
              <a:cxn ang="0">
                <a:pos x="connsiteX127723" y="connsiteY127723"/>
              </a:cxn>
              <a:cxn ang="0">
                <a:pos x="connsiteX127724" y="connsiteY127724"/>
              </a:cxn>
              <a:cxn ang="0">
                <a:pos x="connsiteX127725" y="connsiteY127725"/>
              </a:cxn>
              <a:cxn ang="0">
                <a:pos x="connsiteX127726" y="connsiteY127726"/>
              </a:cxn>
              <a:cxn ang="0">
                <a:pos x="connsiteX127727" y="connsiteY127727"/>
              </a:cxn>
              <a:cxn ang="0">
                <a:pos x="connsiteX127728" y="connsiteY127728"/>
              </a:cxn>
              <a:cxn ang="0">
                <a:pos x="connsiteX127729" y="connsiteY127729"/>
              </a:cxn>
              <a:cxn ang="0">
                <a:pos x="connsiteX127730" y="connsiteY127730"/>
              </a:cxn>
              <a:cxn ang="0">
                <a:pos x="connsiteX127731" y="connsiteY127731"/>
              </a:cxn>
              <a:cxn ang="0">
                <a:pos x="connsiteX127732" y="connsiteY127732"/>
              </a:cxn>
              <a:cxn ang="0">
                <a:pos x="connsiteX127733" y="connsiteY127733"/>
              </a:cxn>
              <a:cxn ang="0">
                <a:pos x="connsiteX127734" y="connsiteY127734"/>
              </a:cxn>
              <a:cxn ang="0">
                <a:pos x="connsiteX127735" y="connsiteY127735"/>
              </a:cxn>
              <a:cxn ang="0">
                <a:pos x="connsiteX127736" y="connsiteY127736"/>
              </a:cxn>
              <a:cxn ang="0">
                <a:pos x="connsiteX127737" y="connsiteY127737"/>
              </a:cxn>
              <a:cxn ang="0">
                <a:pos x="connsiteX127738" y="connsiteY127738"/>
              </a:cxn>
              <a:cxn ang="0">
                <a:pos x="connsiteX127739" y="connsiteY127739"/>
              </a:cxn>
              <a:cxn ang="0">
                <a:pos x="connsiteX127740" y="connsiteY127740"/>
              </a:cxn>
              <a:cxn ang="0">
                <a:pos x="connsiteX127741" y="connsiteY127741"/>
              </a:cxn>
              <a:cxn ang="0">
                <a:pos x="connsiteX127742" y="connsiteY127742"/>
              </a:cxn>
              <a:cxn ang="0">
                <a:pos x="connsiteX127743" y="connsiteY127743"/>
              </a:cxn>
              <a:cxn ang="0">
                <a:pos x="connsiteX127744" y="connsiteY127744"/>
              </a:cxn>
              <a:cxn ang="0">
                <a:pos x="connsiteX127745" y="connsiteY127745"/>
              </a:cxn>
              <a:cxn ang="0">
                <a:pos x="connsiteX127746" y="connsiteY127746"/>
              </a:cxn>
              <a:cxn ang="0">
                <a:pos x="connsiteX127747" y="connsiteY127747"/>
              </a:cxn>
              <a:cxn ang="0">
                <a:pos x="connsiteX127748" y="connsiteY127748"/>
              </a:cxn>
              <a:cxn ang="0">
                <a:pos x="connsiteX127749" y="connsiteY127749"/>
              </a:cxn>
              <a:cxn ang="0">
                <a:pos x="connsiteX127750" y="connsiteY127750"/>
              </a:cxn>
              <a:cxn ang="0">
                <a:pos x="connsiteX127751" y="connsiteY127751"/>
              </a:cxn>
              <a:cxn ang="0">
                <a:pos x="connsiteX127752" y="connsiteY127752"/>
              </a:cxn>
              <a:cxn ang="0">
                <a:pos x="connsiteX127753" y="connsiteY127753"/>
              </a:cxn>
              <a:cxn ang="0">
                <a:pos x="connsiteX127754" y="connsiteY127754"/>
              </a:cxn>
              <a:cxn ang="0">
                <a:pos x="connsiteX127755" y="connsiteY127755"/>
              </a:cxn>
              <a:cxn ang="0">
                <a:pos x="connsiteX127756" y="connsiteY127756"/>
              </a:cxn>
              <a:cxn ang="0">
                <a:pos x="connsiteX127757" y="connsiteY127757"/>
              </a:cxn>
              <a:cxn ang="0">
                <a:pos x="connsiteX127758" y="connsiteY127758"/>
              </a:cxn>
              <a:cxn ang="0">
                <a:pos x="connsiteX127759" y="connsiteY127759"/>
              </a:cxn>
              <a:cxn ang="0">
                <a:pos x="connsiteX127760" y="connsiteY127760"/>
              </a:cxn>
              <a:cxn ang="0">
                <a:pos x="connsiteX127761" y="connsiteY127761"/>
              </a:cxn>
              <a:cxn ang="0">
                <a:pos x="connsiteX127762" y="connsiteY127762"/>
              </a:cxn>
              <a:cxn ang="0">
                <a:pos x="connsiteX127763" y="connsiteY127763"/>
              </a:cxn>
              <a:cxn ang="0">
                <a:pos x="connsiteX127764" y="connsiteY127764"/>
              </a:cxn>
              <a:cxn ang="0">
                <a:pos x="connsiteX127765" y="connsiteY127765"/>
              </a:cxn>
              <a:cxn ang="0">
                <a:pos x="connsiteX127766" y="connsiteY127766"/>
              </a:cxn>
              <a:cxn ang="0">
                <a:pos x="connsiteX127767" y="connsiteY127767"/>
              </a:cxn>
              <a:cxn ang="0">
                <a:pos x="connsiteX127768" y="connsiteY127768"/>
              </a:cxn>
              <a:cxn ang="0">
                <a:pos x="connsiteX127769" y="connsiteY127769"/>
              </a:cxn>
              <a:cxn ang="0">
                <a:pos x="connsiteX127770" y="connsiteY127770"/>
              </a:cxn>
              <a:cxn ang="0">
                <a:pos x="connsiteX127771" y="connsiteY127771"/>
              </a:cxn>
              <a:cxn ang="0">
                <a:pos x="connsiteX127772" y="connsiteY127772"/>
              </a:cxn>
              <a:cxn ang="0">
                <a:pos x="connsiteX127773" y="connsiteY127773"/>
              </a:cxn>
              <a:cxn ang="0">
                <a:pos x="connsiteX127774" y="connsiteY127774"/>
              </a:cxn>
              <a:cxn ang="0">
                <a:pos x="connsiteX127775" y="connsiteY127775"/>
              </a:cxn>
              <a:cxn ang="0">
                <a:pos x="connsiteX127776" y="connsiteY127776"/>
              </a:cxn>
              <a:cxn ang="0">
                <a:pos x="connsiteX127777" y="connsiteY127777"/>
              </a:cxn>
              <a:cxn ang="0">
                <a:pos x="connsiteX127778" y="connsiteY127778"/>
              </a:cxn>
              <a:cxn ang="0">
                <a:pos x="connsiteX127779" y="connsiteY127779"/>
              </a:cxn>
              <a:cxn ang="0">
                <a:pos x="connsiteX127780" y="connsiteY127780"/>
              </a:cxn>
              <a:cxn ang="0">
                <a:pos x="connsiteX127781" y="connsiteY127781"/>
              </a:cxn>
              <a:cxn ang="0">
                <a:pos x="connsiteX127782" y="connsiteY127782"/>
              </a:cxn>
              <a:cxn ang="0">
                <a:pos x="connsiteX127783" y="connsiteY127783"/>
              </a:cxn>
              <a:cxn ang="0">
                <a:pos x="connsiteX127784" y="connsiteY127784"/>
              </a:cxn>
              <a:cxn ang="0">
                <a:pos x="connsiteX127785" y="connsiteY127785"/>
              </a:cxn>
              <a:cxn ang="0">
                <a:pos x="connsiteX127786" y="connsiteY127786"/>
              </a:cxn>
              <a:cxn ang="0">
                <a:pos x="connsiteX127787" y="connsiteY127787"/>
              </a:cxn>
              <a:cxn ang="0">
                <a:pos x="connsiteX127788" y="connsiteY127788"/>
              </a:cxn>
              <a:cxn ang="0">
                <a:pos x="connsiteX127789" y="connsiteY127789"/>
              </a:cxn>
              <a:cxn ang="0">
                <a:pos x="connsiteX127790" y="connsiteY127790"/>
              </a:cxn>
              <a:cxn ang="0">
                <a:pos x="connsiteX127791" y="connsiteY127791"/>
              </a:cxn>
              <a:cxn ang="0">
                <a:pos x="connsiteX127792" y="connsiteY127792"/>
              </a:cxn>
              <a:cxn ang="0">
                <a:pos x="connsiteX127793" y="connsiteY127793"/>
              </a:cxn>
              <a:cxn ang="0">
                <a:pos x="connsiteX127794" y="connsiteY127794"/>
              </a:cxn>
              <a:cxn ang="0">
                <a:pos x="connsiteX127795" y="connsiteY127795"/>
              </a:cxn>
              <a:cxn ang="0">
                <a:pos x="connsiteX127796" y="connsiteY127796"/>
              </a:cxn>
              <a:cxn ang="0">
                <a:pos x="connsiteX127797" y="connsiteY127797"/>
              </a:cxn>
              <a:cxn ang="0">
                <a:pos x="connsiteX127798" y="connsiteY127798"/>
              </a:cxn>
              <a:cxn ang="0">
                <a:pos x="connsiteX127799" y="connsiteY127799"/>
              </a:cxn>
              <a:cxn ang="0">
                <a:pos x="connsiteX127800" y="connsiteY127800"/>
              </a:cxn>
              <a:cxn ang="0">
                <a:pos x="connsiteX127801" y="connsiteY127801"/>
              </a:cxn>
              <a:cxn ang="0">
                <a:pos x="connsiteX127802" y="connsiteY127802"/>
              </a:cxn>
              <a:cxn ang="0">
                <a:pos x="connsiteX127803" y="connsiteY127803"/>
              </a:cxn>
              <a:cxn ang="0">
                <a:pos x="connsiteX127804" y="connsiteY127804"/>
              </a:cxn>
              <a:cxn ang="0">
                <a:pos x="connsiteX127805" y="connsiteY127805"/>
              </a:cxn>
              <a:cxn ang="0">
                <a:pos x="connsiteX127806" y="connsiteY127806"/>
              </a:cxn>
              <a:cxn ang="0">
                <a:pos x="connsiteX127807" y="connsiteY127807"/>
              </a:cxn>
              <a:cxn ang="0">
                <a:pos x="connsiteX127808" y="connsiteY127808"/>
              </a:cxn>
              <a:cxn ang="0">
                <a:pos x="connsiteX127809" y="connsiteY127809"/>
              </a:cxn>
              <a:cxn ang="0">
                <a:pos x="connsiteX127810" y="connsiteY127810"/>
              </a:cxn>
              <a:cxn ang="0">
                <a:pos x="connsiteX127811" y="connsiteY127811"/>
              </a:cxn>
              <a:cxn ang="0">
                <a:pos x="connsiteX127812" y="connsiteY127812"/>
              </a:cxn>
              <a:cxn ang="0">
                <a:pos x="connsiteX127813" y="connsiteY127813"/>
              </a:cxn>
              <a:cxn ang="0">
                <a:pos x="connsiteX127814" y="connsiteY127814"/>
              </a:cxn>
              <a:cxn ang="0">
                <a:pos x="connsiteX127815" y="connsiteY127815"/>
              </a:cxn>
              <a:cxn ang="0">
                <a:pos x="connsiteX127816" y="connsiteY127816"/>
              </a:cxn>
              <a:cxn ang="0">
                <a:pos x="connsiteX127817" y="connsiteY127817"/>
              </a:cxn>
              <a:cxn ang="0">
                <a:pos x="connsiteX127818" y="connsiteY127818"/>
              </a:cxn>
              <a:cxn ang="0">
                <a:pos x="connsiteX127819" y="connsiteY127819"/>
              </a:cxn>
              <a:cxn ang="0">
                <a:pos x="connsiteX127820" y="connsiteY127820"/>
              </a:cxn>
              <a:cxn ang="0">
                <a:pos x="connsiteX127821" y="connsiteY127821"/>
              </a:cxn>
              <a:cxn ang="0">
                <a:pos x="connsiteX127822" y="connsiteY127822"/>
              </a:cxn>
              <a:cxn ang="0">
                <a:pos x="connsiteX127823" y="connsiteY127823"/>
              </a:cxn>
              <a:cxn ang="0">
                <a:pos x="connsiteX127824" y="connsiteY127824"/>
              </a:cxn>
              <a:cxn ang="0">
                <a:pos x="connsiteX127825" y="connsiteY127825"/>
              </a:cxn>
              <a:cxn ang="0">
                <a:pos x="connsiteX127826" y="connsiteY127826"/>
              </a:cxn>
              <a:cxn ang="0">
                <a:pos x="connsiteX127827" y="connsiteY127827"/>
              </a:cxn>
              <a:cxn ang="0">
                <a:pos x="connsiteX127828" y="connsiteY127828"/>
              </a:cxn>
              <a:cxn ang="0">
                <a:pos x="connsiteX127829" y="connsiteY127829"/>
              </a:cxn>
              <a:cxn ang="0">
                <a:pos x="connsiteX127830" y="connsiteY127830"/>
              </a:cxn>
              <a:cxn ang="0">
                <a:pos x="connsiteX127831" y="connsiteY127831"/>
              </a:cxn>
              <a:cxn ang="0">
                <a:pos x="connsiteX127832" y="connsiteY127832"/>
              </a:cxn>
              <a:cxn ang="0">
                <a:pos x="connsiteX127833" y="connsiteY127833"/>
              </a:cxn>
              <a:cxn ang="0">
                <a:pos x="connsiteX127834" y="connsiteY127834"/>
              </a:cxn>
              <a:cxn ang="0">
                <a:pos x="connsiteX127835" y="connsiteY127835"/>
              </a:cxn>
              <a:cxn ang="0">
                <a:pos x="connsiteX127836" y="connsiteY127836"/>
              </a:cxn>
              <a:cxn ang="0">
                <a:pos x="connsiteX127837" y="connsiteY127837"/>
              </a:cxn>
              <a:cxn ang="0">
                <a:pos x="connsiteX127838" y="connsiteY127838"/>
              </a:cxn>
              <a:cxn ang="0">
                <a:pos x="connsiteX127839" y="connsiteY127839"/>
              </a:cxn>
              <a:cxn ang="0">
                <a:pos x="connsiteX127840" y="connsiteY127840"/>
              </a:cxn>
              <a:cxn ang="0">
                <a:pos x="connsiteX127841" y="connsiteY127841"/>
              </a:cxn>
              <a:cxn ang="0">
                <a:pos x="connsiteX127842" y="connsiteY127842"/>
              </a:cxn>
              <a:cxn ang="0">
                <a:pos x="connsiteX127843" y="connsiteY127843"/>
              </a:cxn>
              <a:cxn ang="0">
                <a:pos x="connsiteX127844" y="connsiteY127844"/>
              </a:cxn>
              <a:cxn ang="0">
                <a:pos x="connsiteX127845" y="connsiteY127845"/>
              </a:cxn>
              <a:cxn ang="0">
                <a:pos x="connsiteX127846" y="connsiteY127846"/>
              </a:cxn>
              <a:cxn ang="0">
                <a:pos x="connsiteX127847" y="connsiteY127847"/>
              </a:cxn>
              <a:cxn ang="0">
                <a:pos x="connsiteX127848" y="connsiteY127848"/>
              </a:cxn>
              <a:cxn ang="0">
                <a:pos x="connsiteX127849" y="connsiteY127849"/>
              </a:cxn>
              <a:cxn ang="0">
                <a:pos x="connsiteX127850" y="connsiteY127850"/>
              </a:cxn>
              <a:cxn ang="0">
                <a:pos x="connsiteX127851" y="connsiteY127851"/>
              </a:cxn>
              <a:cxn ang="0">
                <a:pos x="connsiteX127852" y="connsiteY127852"/>
              </a:cxn>
              <a:cxn ang="0">
                <a:pos x="connsiteX127853" y="connsiteY127853"/>
              </a:cxn>
              <a:cxn ang="0">
                <a:pos x="connsiteX127854" y="connsiteY127854"/>
              </a:cxn>
              <a:cxn ang="0">
                <a:pos x="connsiteX127855" y="connsiteY127855"/>
              </a:cxn>
              <a:cxn ang="0">
                <a:pos x="connsiteX127856" y="connsiteY127856"/>
              </a:cxn>
              <a:cxn ang="0">
                <a:pos x="connsiteX127857" y="connsiteY127857"/>
              </a:cxn>
              <a:cxn ang="0">
                <a:pos x="connsiteX127858" y="connsiteY127858"/>
              </a:cxn>
              <a:cxn ang="0">
                <a:pos x="connsiteX127859" y="connsiteY127859"/>
              </a:cxn>
              <a:cxn ang="0">
                <a:pos x="connsiteX127860" y="connsiteY127860"/>
              </a:cxn>
              <a:cxn ang="0">
                <a:pos x="connsiteX127861" y="connsiteY127861"/>
              </a:cxn>
              <a:cxn ang="0">
                <a:pos x="connsiteX127862" y="connsiteY127862"/>
              </a:cxn>
              <a:cxn ang="0">
                <a:pos x="connsiteX127863" y="connsiteY127863"/>
              </a:cxn>
              <a:cxn ang="0">
                <a:pos x="connsiteX127864" y="connsiteY127864"/>
              </a:cxn>
              <a:cxn ang="0">
                <a:pos x="connsiteX127865" y="connsiteY127865"/>
              </a:cxn>
              <a:cxn ang="0">
                <a:pos x="connsiteX127866" y="connsiteY127866"/>
              </a:cxn>
              <a:cxn ang="0">
                <a:pos x="connsiteX127867" y="connsiteY127867"/>
              </a:cxn>
              <a:cxn ang="0">
                <a:pos x="connsiteX127868" y="connsiteY127868"/>
              </a:cxn>
              <a:cxn ang="0">
                <a:pos x="connsiteX127869" y="connsiteY127869"/>
              </a:cxn>
              <a:cxn ang="0">
                <a:pos x="connsiteX127870" y="connsiteY127870"/>
              </a:cxn>
              <a:cxn ang="0">
                <a:pos x="connsiteX127871" y="connsiteY127871"/>
              </a:cxn>
              <a:cxn ang="0">
                <a:pos x="connsiteX127872" y="connsiteY127872"/>
              </a:cxn>
              <a:cxn ang="0">
                <a:pos x="connsiteX127873" y="connsiteY127873"/>
              </a:cxn>
              <a:cxn ang="0">
                <a:pos x="connsiteX127874" y="connsiteY127874"/>
              </a:cxn>
              <a:cxn ang="0">
                <a:pos x="connsiteX127875" y="connsiteY127875"/>
              </a:cxn>
              <a:cxn ang="0">
                <a:pos x="connsiteX127876" y="connsiteY127876"/>
              </a:cxn>
              <a:cxn ang="0">
                <a:pos x="connsiteX127877" y="connsiteY127877"/>
              </a:cxn>
              <a:cxn ang="0">
                <a:pos x="connsiteX127878" y="connsiteY127878"/>
              </a:cxn>
              <a:cxn ang="0">
                <a:pos x="connsiteX127879" y="connsiteY127879"/>
              </a:cxn>
              <a:cxn ang="0">
                <a:pos x="connsiteX127880" y="connsiteY127880"/>
              </a:cxn>
              <a:cxn ang="0">
                <a:pos x="connsiteX127881" y="connsiteY127881"/>
              </a:cxn>
              <a:cxn ang="0">
                <a:pos x="connsiteX127882" y="connsiteY127882"/>
              </a:cxn>
              <a:cxn ang="0">
                <a:pos x="connsiteX127883" y="connsiteY127883"/>
              </a:cxn>
              <a:cxn ang="0">
                <a:pos x="connsiteX127884" y="connsiteY127884"/>
              </a:cxn>
              <a:cxn ang="0">
                <a:pos x="connsiteX127885" y="connsiteY127885"/>
              </a:cxn>
              <a:cxn ang="0">
                <a:pos x="connsiteX127886" y="connsiteY127886"/>
              </a:cxn>
              <a:cxn ang="0">
                <a:pos x="connsiteX127887" y="connsiteY127887"/>
              </a:cxn>
              <a:cxn ang="0">
                <a:pos x="connsiteX127888" y="connsiteY127888"/>
              </a:cxn>
              <a:cxn ang="0">
                <a:pos x="connsiteX127889" y="connsiteY127889"/>
              </a:cxn>
              <a:cxn ang="0">
                <a:pos x="connsiteX127890" y="connsiteY127890"/>
              </a:cxn>
              <a:cxn ang="0">
                <a:pos x="connsiteX127891" y="connsiteY127891"/>
              </a:cxn>
              <a:cxn ang="0">
                <a:pos x="connsiteX127892" y="connsiteY127892"/>
              </a:cxn>
              <a:cxn ang="0">
                <a:pos x="connsiteX127893" y="connsiteY127893"/>
              </a:cxn>
              <a:cxn ang="0">
                <a:pos x="connsiteX127894" y="connsiteY127894"/>
              </a:cxn>
              <a:cxn ang="0">
                <a:pos x="connsiteX127895" y="connsiteY127895"/>
              </a:cxn>
              <a:cxn ang="0">
                <a:pos x="connsiteX127896" y="connsiteY127896"/>
              </a:cxn>
              <a:cxn ang="0">
                <a:pos x="connsiteX127897" y="connsiteY127897"/>
              </a:cxn>
              <a:cxn ang="0">
                <a:pos x="connsiteX127898" y="connsiteY127898"/>
              </a:cxn>
              <a:cxn ang="0">
                <a:pos x="connsiteX127899" y="connsiteY127899"/>
              </a:cxn>
              <a:cxn ang="0">
                <a:pos x="connsiteX127900" y="connsiteY127900"/>
              </a:cxn>
              <a:cxn ang="0">
                <a:pos x="connsiteX127901" y="connsiteY127901"/>
              </a:cxn>
              <a:cxn ang="0">
                <a:pos x="connsiteX127902" y="connsiteY127902"/>
              </a:cxn>
              <a:cxn ang="0">
                <a:pos x="connsiteX127903" y="connsiteY127903"/>
              </a:cxn>
              <a:cxn ang="0">
                <a:pos x="connsiteX127904" y="connsiteY127904"/>
              </a:cxn>
              <a:cxn ang="0">
                <a:pos x="connsiteX127905" y="connsiteY127905"/>
              </a:cxn>
              <a:cxn ang="0">
                <a:pos x="connsiteX127906" y="connsiteY127906"/>
              </a:cxn>
              <a:cxn ang="0">
                <a:pos x="connsiteX127907" y="connsiteY127907"/>
              </a:cxn>
              <a:cxn ang="0">
                <a:pos x="connsiteX127908" y="connsiteY127908"/>
              </a:cxn>
              <a:cxn ang="0">
                <a:pos x="connsiteX127909" y="connsiteY127909"/>
              </a:cxn>
              <a:cxn ang="0">
                <a:pos x="connsiteX127910" y="connsiteY127910"/>
              </a:cxn>
              <a:cxn ang="0">
                <a:pos x="connsiteX127911" y="connsiteY127911"/>
              </a:cxn>
              <a:cxn ang="0">
                <a:pos x="connsiteX127912" y="connsiteY127912"/>
              </a:cxn>
              <a:cxn ang="0">
                <a:pos x="connsiteX127913" y="connsiteY127913"/>
              </a:cxn>
              <a:cxn ang="0">
                <a:pos x="connsiteX127914" y="connsiteY127914"/>
              </a:cxn>
              <a:cxn ang="0">
                <a:pos x="connsiteX127915" y="connsiteY127915"/>
              </a:cxn>
              <a:cxn ang="0">
                <a:pos x="connsiteX127916" y="connsiteY127916"/>
              </a:cxn>
              <a:cxn ang="0">
                <a:pos x="connsiteX127917" y="connsiteY127917"/>
              </a:cxn>
              <a:cxn ang="0">
                <a:pos x="connsiteX127918" y="connsiteY127918"/>
              </a:cxn>
              <a:cxn ang="0">
                <a:pos x="connsiteX127919" y="connsiteY127919"/>
              </a:cxn>
              <a:cxn ang="0">
                <a:pos x="connsiteX127920" y="connsiteY127920"/>
              </a:cxn>
              <a:cxn ang="0">
                <a:pos x="connsiteX127921" y="connsiteY127921"/>
              </a:cxn>
              <a:cxn ang="0">
                <a:pos x="connsiteX127922" y="connsiteY127922"/>
              </a:cxn>
              <a:cxn ang="0">
                <a:pos x="connsiteX127923" y="connsiteY127923"/>
              </a:cxn>
              <a:cxn ang="0">
                <a:pos x="connsiteX127924" y="connsiteY127924"/>
              </a:cxn>
              <a:cxn ang="0">
                <a:pos x="connsiteX127925" y="connsiteY127925"/>
              </a:cxn>
              <a:cxn ang="0">
                <a:pos x="connsiteX127926" y="connsiteY127926"/>
              </a:cxn>
              <a:cxn ang="0">
                <a:pos x="connsiteX127927" y="connsiteY127927"/>
              </a:cxn>
              <a:cxn ang="0">
                <a:pos x="connsiteX127928" y="connsiteY127928"/>
              </a:cxn>
              <a:cxn ang="0">
                <a:pos x="connsiteX127929" y="connsiteY127929"/>
              </a:cxn>
              <a:cxn ang="0">
                <a:pos x="connsiteX127930" y="connsiteY127930"/>
              </a:cxn>
              <a:cxn ang="0">
                <a:pos x="connsiteX127931" y="connsiteY127931"/>
              </a:cxn>
              <a:cxn ang="0">
                <a:pos x="connsiteX127932" y="connsiteY127932"/>
              </a:cxn>
              <a:cxn ang="0">
                <a:pos x="connsiteX127933" y="connsiteY127933"/>
              </a:cxn>
              <a:cxn ang="0">
                <a:pos x="connsiteX127934" y="connsiteY127934"/>
              </a:cxn>
              <a:cxn ang="0">
                <a:pos x="connsiteX127935" y="connsiteY127935"/>
              </a:cxn>
              <a:cxn ang="0">
                <a:pos x="connsiteX127936" y="connsiteY127936"/>
              </a:cxn>
              <a:cxn ang="0">
                <a:pos x="connsiteX127937" y="connsiteY127937"/>
              </a:cxn>
              <a:cxn ang="0">
                <a:pos x="connsiteX127938" y="connsiteY127938"/>
              </a:cxn>
              <a:cxn ang="0">
                <a:pos x="connsiteX127939" y="connsiteY127939"/>
              </a:cxn>
              <a:cxn ang="0">
                <a:pos x="connsiteX127940" y="connsiteY127940"/>
              </a:cxn>
              <a:cxn ang="0">
                <a:pos x="connsiteX127941" y="connsiteY127941"/>
              </a:cxn>
              <a:cxn ang="0">
                <a:pos x="connsiteX127942" y="connsiteY127942"/>
              </a:cxn>
              <a:cxn ang="0">
                <a:pos x="connsiteX127943" y="connsiteY127943"/>
              </a:cxn>
              <a:cxn ang="0">
                <a:pos x="connsiteX127944" y="connsiteY127944"/>
              </a:cxn>
              <a:cxn ang="0">
                <a:pos x="connsiteX127945" y="connsiteY127945"/>
              </a:cxn>
              <a:cxn ang="0">
                <a:pos x="connsiteX127946" y="connsiteY127946"/>
              </a:cxn>
              <a:cxn ang="0">
                <a:pos x="connsiteX127947" y="connsiteY127947"/>
              </a:cxn>
              <a:cxn ang="0">
                <a:pos x="connsiteX127948" y="connsiteY127948"/>
              </a:cxn>
              <a:cxn ang="0">
                <a:pos x="connsiteX127949" y="connsiteY127949"/>
              </a:cxn>
              <a:cxn ang="0">
                <a:pos x="connsiteX127950" y="connsiteY127950"/>
              </a:cxn>
              <a:cxn ang="0">
                <a:pos x="connsiteX127951" y="connsiteY127951"/>
              </a:cxn>
              <a:cxn ang="0">
                <a:pos x="connsiteX127952" y="connsiteY127952"/>
              </a:cxn>
              <a:cxn ang="0">
                <a:pos x="connsiteX127953" y="connsiteY127953"/>
              </a:cxn>
              <a:cxn ang="0">
                <a:pos x="connsiteX127954" y="connsiteY127954"/>
              </a:cxn>
              <a:cxn ang="0">
                <a:pos x="connsiteX127955" y="connsiteY127955"/>
              </a:cxn>
              <a:cxn ang="0">
                <a:pos x="connsiteX127956" y="connsiteY127956"/>
              </a:cxn>
              <a:cxn ang="0">
                <a:pos x="connsiteX127957" y="connsiteY127957"/>
              </a:cxn>
              <a:cxn ang="0">
                <a:pos x="connsiteX127958" y="connsiteY127958"/>
              </a:cxn>
              <a:cxn ang="0">
                <a:pos x="connsiteX127959" y="connsiteY127959"/>
              </a:cxn>
              <a:cxn ang="0">
                <a:pos x="connsiteX127960" y="connsiteY127960"/>
              </a:cxn>
              <a:cxn ang="0">
                <a:pos x="connsiteX127961" y="connsiteY127961"/>
              </a:cxn>
              <a:cxn ang="0">
                <a:pos x="connsiteX127962" y="connsiteY127962"/>
              </a:cxn>
              <a:cxn ang="0">
                <a:pos x="connsiteX127963" y="connsiteY127963"/>
              </a:cxn>
              <a:cxn ang="0">
                <a:pos x="connsiteX127964" y="connsiteY127964"/>
              </a:cxn>
              <a:cxn ang="0">
                <a:pos x="connsiteX127965" y="connsiteY127965"/>
              </a:cxn>
              <a:cxn ang="0">
                <a:pos x="connsiteX127966" y="connsiteY127966"/>
              </a:cxn>
              <a:cxn ang="0">
                <a:pos x="connsiteX127967" y="connsiteY127967"/>
              </a:cxn>
              <a:cxn ang="0">
                <a:pos x="connsiteX127968" y="connsiteY127968"/>
              </a:cxn>
              <a:cxn ang="0">
                <a:pos x="connsiteX127969" y="connsiteY127969"/>
              </a:cxn>
              <a:cxn ang="0">
                <a:pos x="connsiteX127970" y="connsiteY127970"/>
              </a:cxn>
              <a:cxn ang="0">
                <a:pos x="connsiteX127971" y="connsiteY127971"/>
              </a:cxn>
              <a:cxn ang="0">
                <a:pos x="connsiteX127972" y="connsiteY127972"/>
              </a:cxn>
              <a:cxn ang="0">
                <a:pos x="connsiteX127973" y="connsiteY127973"/>
              </a:cxn>
              <a:cxn ang="0">
                <a:pos x="connsiteX127974" y="connsiteY127974"/>
              </a:cxn>
              <a:cxn ang="0">
                <a:pos x="connsiteX127975" y="connsiteY127975"/>
              </a:cxn>
              <a:cxn ang="0">
                <a:pos x="connsiteX127976" y="connsiteY127976"/>
              </a:cxn>
              <a:cxn ang="0">
                <a:pos x="connsiteX127977" y="connsiteY127977"/>
              </a:cxn>
              <a:cxn ang="0">
                <a:pos x="connsiteX127978" y="connsiteY127978"/>
              </a:cxn>
              <a:cxn ang="0">
                <a:pos x="connsiteX127979" y="connsiteY127979"/>
              </a:cxn>
              <a:cxn ang="0">
                <a:pos x="connsiteX127980" y="connsiteY127980"/>
              </a:cxn>
              <a:cxn ang="0">
                <a:pos x="connsiteX127981" y="connsiteY127981"/>
              </a:cxn>
              <a:cxn ang="0">
                <a:pos x="connsiteX127982" y="connsiteY127982"/>
              </a:cxn>
              <a:cxn ang="0">
                <a:pos x="connsiteX127983" y="connsiteY127983"/>
              </a:cxn>
              <a:cxn ang="0">
                <a:pos x="connsiteX127984" y="connsiteY127984"/>
              </a:cxn>
              <a:cxn ang="0">
                <a:pos x="connsiteX127985" y="connsiteY127985"/>
              </a:cxn>
              <a:cxn ang="0">
                <a:pos x="connsiteX127986" y="connsiteY127986"/>
              </a:cxn>
              <a:cxn ang="0">
                <a:pos x="connsiteX127987" y="connsiteY127987"/>
              </a:cxn>
              <a:cxn ang="0">
                <a:pos x="connsiteX127988" y="connsiteY127988"/>
              </a:cxn>
              <a:cxn ang="0">
                <a:pos x="connsiteX127989" y="connsiteY127989"/>
              </a:cxn>
              <a:cxn ang="0">
                <a:pos x="connsiteX127990" y="connsiteY127990"/>
              </a:cxn>
              <a:cxn ang="0">
                <a:pos x="connsiteX127991" y="connsiteY127991"/>
              </a:cxn>
              <a:cxn ang="0">
                <a:pos x="connsiteX127992" y="connsiteY127992"/>
              </a:cxn>
              <a:cxn ang="0">
                <a:pos x="connsiteX127993" y="connsiteY127993"/>
              </a:cxn>
              <a:cxn ang="0">
                <a:pos x="connsiteX127994" y="connsiteY127994"/>
              </a:cxn>
              <a:cxn ang="0">
                <a:pos x="connsiteX127995" y="connsiteY127995"/>
              </a:cxn>
              <a:cxn ang="0">
                <a:pos x="connsiteX127996" y="connsiteY127996"/>
              </a:cxn>
              <a:cxn ang="0">
                <a:pos x="connsiteX127997" y="connsiteY127997"/>
              </a:cxn>
              <a:cxn ang="0">
                <a:pos x="connsiteX127998" y="connsiteY127998"/>
              </a:cxn>
              <a:cxn ang="0">
                <a:pos x="connsiteX127999" y="connsiteY127999"/>
              </a:cxn>
              <a:cxn ang="0">
                <a:pos x="connsiteX128000" y="connsiteY128000"/>
              </a:cxn>
              <a:cxn ang="0">
                <a:pos x="connsiteX128001" y="connsiteY128001"/>
              </a:cxn>
              <a:cxn ang="0">
                <a:pos x="connsiteX128002" y="connsiteY128002"/>
              </a:cxn>
              <a:cxn ang="0">
                <a:pos x="connsiteX128003" y="connsiteY128003"/>
              </a:cxn>
              <a:cxn ang="0">
                <a:pos x="connsiteX128004" y="connsiteY128004"/>
              </a:cxn>
              <a:cxn ang="0">
                <a:pos x="connsiteX128005" y="connsiteY128005"/>
              </a:cxn>
              <a:cxn ang="0">
                <a:pos x="connsiteX128006" y="connsiteY128006"/>
              </a:cxn>
              <a:cxn ang="0">
                <a:pos x="connsiteX128007" y="connsiteY128007"/>
              </a:cxn>
              <a:cxn ang="0">
                <a:pos x="connsiteX128008" y="connsiteY128008"/>
              </a:cxn>
              <a:cxn ang="0">
                <a:pos x="connsiteX128009" y="connsiteY128009"/>
              </a:cxn>
              <a:cxn ang="0">
                <a:pos x="connsiteX128010" y="connsiteY128010"/>
              </a:cxn>
              <a:cxn ang="0">
                <a:pos x="connsiteX128011" y="connsiteY128011"/>
              </a:cxn>
              <a:cxn ang="0">
                <a:pos x="connsiteX128012" y="connsiteY128012"/>
              </a:cxn>
              <a:cxn ang="0">
                <a:pos x="connsiteX128013" y="connsiteY128013"/>
              </a:cxn>
              <a:cxn ang="0">
                <a:pos x="connsiteX128014" y="connsiteY128014"/>
              </a:cxn>
              <a:cxn ang="0">
                <a:pos x="connsiteX128015" y="connsiteY128015"/>
              </a:cxn>
              <a:cxn ang="0">
                <a:pos x="connsiteX128016" y="connsiteY128016"/>
              </a:cxn>
              <a:cxn ang="0">
                <a:pos x="connsiteX128017" y="connsiteY128017"/>
              </a:cxn>
              <a:cxn ang="0">
                <a:pos x="connsiteX128018" y="connsiteY128018"/>
              </a:cxn>
              <a:cxn ang="0">
                <a:pos x="connsiteX128019" y="connsiteY128019"/>
              </a:cxn>
              <a:cxn ang="0">
                <a:pos x="connsiteX128020" y="connsiteY128020"/>
              </a:cxn>
              <a:cxn ang="0">
                <a:pos x="connsiteX128021" y="connsiteY128021"/>
              </a:cxn>
              <a:cxn ang="0">
                <a:pos x="connsiteX128022" y="connsiteY128022"/>
              </a:cxn>
              <a:cxn ang="0">
                <a:pos x="connsiteX128023" y="connsiteY128023"/>
              </a:cxn>
              <a:cxn ang="0">
                <a:pos x="connsiteX128024" y="connsiteY128024"/>
              </a:cxn>
              <a:cxn ang="0">
                <a:pos x="connsiteX128025" y="connsiteY128025"/>
              </a:cxn>
              <a:cxn ang="0">
                <a:pos x="connsiteX128026" y="connsiteY128026"/>
              </a:cxn>
              <a:cxn ang="0">
                <a:pos x="connsiteX128027" y="connsiteY128027"/>
              </a:cxn>
              <a:cxn ang="0">
                <a:pos x="connsiteX128028" y="connsiteY128028"/>
              </a:cxn>
              <a:cxn ang="0">
                <a:pos x="connsiteX128029" y="connsiteY128029"/>
              </a:cxn>
              <a:cxn ang="0">
                <a:pos x="connsiteX128030" y="connsiteY128030"/>
              </a:cxn>
              <a:cxn ang="0">
                <a:pos x="connsiteX128031" y="connsiteY128031"/>
              </a:cxn>
              <a:cxn ang="0">
                <a:pos x="connsiteX128032" y="connsiteY128032"/>
              </a:cxn>
              <a:cxn ang="0">
                <a:pos x="connsiteX128033" y="connsiteY128033"/>
              </a:cxn>
              <a:cxn ang="0">
                <a:pos x="connsiteX128034" y="connsiteY128034"/>
              </a:cxn>
              <a:cxn ang="0">
                <a:pos x="connsiteX128035" y="connsiteY128035"/>
              </a:cxn>
              <a:cxn ang="0">
                <a:pos x="connsiteX128036" y="connsiteY128036"/>
              </a:cxn>
              <a:cxn ang="0">
                <a:pos x="connsiteX128037" y="connsiteY128037"/>
              </a:cxn>
              <a:cxn ang="0">
                <a:pos x="connsiteX128038" y="connsiteY128038"/>
              </a:cxn>
              <a:cxn ang="0">
                <a:pos x="connsiteX128039" y="connsiteY128039"/>
              </a:cxn>
              <a:cxn ang="0">
                <a:pos x="connsiteX128040" y="connsiteY128040"/>
              </a:cxn>
              <a:cxn ang="0">
                <a:pos x="connsiteX128041" y="connsiteY128041"/>
              </a:cxn>
              <a:cxn ang="0">
                <a:pos x="connsiteX128042" y="connsiteY128042"/>
              </a:cxn>
              <a:cxn ang="0">
                <a:pos x="connsiteX128043" y="connsiteY128043"/>
              </a:cxn>
              <a:cxn ang="0">
                <a:pos x="connsiteX128044" y="connsiteY128044"/>
              </a:cxn>
              <a:cxn ang="0">
                <a:pos x="connsiteX128045" y="connsiteY128045"/>
              </a:cxn>
              <a:cxn ang="0">
                <a:pos x="connsiteX128046" y="connsiteY128046"/>
              </a:cxn>
              <a:cxn ang="0">
                <a:pos x="connsiteX128047" y="connsiteY128047"/>
              </a:cxn>
              <a:cxn ang="0">
                <a:pos x="connsiteX128048" y="connsiteY128048"/>
              </a:cxn>
              <a:cxn ang="0">
                <a:pos x="connsiteX128049" y="connsiteY128049"/>
              </a:cxn>
              <a:cxn ang="0">
                <a:pos x="connsiteX128050" y="connsiteY128050"/>
              </a:cxn>
              <a:cxn ang="0">
                <a:pos x="connsiteX128051" y="connsiteY128051"/>
              </a:cxn>
              <a:cxn ang="0">
                <a:pos x="connsiteX128052" y="connsiteY128052"/>
              </a:cxn>
              <a:cxn ang="0">
                <a:pos x="connsiteX128053" y="connsiteY128053"/>
              </a:cxn>
              <a:cxn ang="0">
                <a:pos x="connsiteX128054" y="connsiteY128054"/>
              </a:cxn>
              <a:cxn ang="0">
                <a:pos x="connsiteX128055" y="connsiteY128055"/>
              </a:cxn>
              <a:cxn ang="0">
                <a:pos x="connsiteX128056" y="connsiteY128056"/>
              </a:cxn>
              <a:cxn ang="0">
                <a:pos x="connsiteX128057" y="connsiteY128057"/>
              </a:cxn>
              <a:cxn ang="0">
                <a:pos x="connsiteX128058" y="connsiteY128058"/>
              </a:cxn>
              <a:cxn ang="0">
                <a:pos x="connsiteX128059" y="connsiteY128059"/>
              </a:cxn>
              <a:cxn ang="0">
                <a:pos x="connsiteX128060" y="connsiteY128060"/>
              </a:cxn>
              <a:cxn ang="0">
                <a:pos x="connsiteX128061" y="connsiteY128061"/>
              </a:cxn>
              <a:cxn ang="0">
                <a:pos x="connsiteX128062" y="connsiteY128062"/>
              </a:cxn>
              <a:cxn ang="0">
                <a:pos x="connsiteX128063" y="connsiteY128063"/>
              </a:cxn>
              <a:cxn ang="0">
                <a:pos x="connsiteX128064" y="connsiteY128064"/>
              </a:cxn>
              <a:cxn ang="0">
                <a:pos x="connsiteX128065" y="connsiteY128065"/>
              </a:cxn>
              <a:cxn ang="0">
                <a:pos x="connsiteX128066" y="connsiteY128066"/>
              </a:cxn>
              <a:cxn ang="0">
                <a:pos x="connsiteX128067" y="connsiteY128067"/>
              </a:cxn>
              <a:cxn ang="0">
                <a:pos x="connsiteX128068" y="connsiteY128068"/>
              </a:cxn>
              <a:cxn ang="0">
                <a:pos x="connsiteX128069" y="connsiteY128069"/>
              </a:cxn>
              <a:cxn ang="0">
                <a:pos x="connsiteX128070" y="connsiteY128070"/>
              </a:cxn>
              <a:cxn ang="0">
                <a:pos x="connsiteX128071" y="connsiteY128071"/>
              </a:cxn>
              <a:cxn ang="0">
                <a:pos x="connsiteX128072" y="connsiteY128072"/>
              </a:cxn>
              <a:cxn ang="0">
                <a:pos x="connsiteX128073" y="connsiteY128073"/>
              </a:cxn>
              <a:cxn ang="0">
                <a:pos x="connsiteX128074" y="connsiteY128074"/>
              </a:cxn>
              <a:cxn ang="0">
                <a:pos x="connsiteX128075" y="connsiteY128075"/>
              </a:cxn>
              <a:cxn ang="0">
                <a:pos x="connsiteX128076" y="connsiteY128076"/>
              </a:cxn>
              <a:cxn ang="0">
                <a:pos x="connsiteX128077" y="connsiteY128077"/>
              </a:cxn>
              <a:cxn ang="0">
                <a:pos x="connsiteX128078" y="connsiteY128078"/>
              </a:cxn>
              <a:cxn ang="0">
                <a:pos x="connsiteX128079" y="connsiteY128079"/>
              </a:cxn>
              <a:cxn ang="0">
                <a:pos x="connsiteX128080" y="connsiteY128080"/>
              </a:cxn>
              <a:cxn ang="0">
                <a:pos x="connsiteX128081" y="connsiteY128081"/>
              </a:cxn>
              <a:cxn ang="0">
                <a:pos x="connsiteX128082" y="connsiteY128082"/>
              </a:cxn>
              <a:cxn ang="0">
                <a:pos x="connsiteX128083" y="connsiteY128083"/>
              </a:cxn>
              <a:cxn ang="0">
                <a:pos x="connsiteX128084" y="connsiteY128084"/>
              </a:cxn>
              <a:cxn ang="0">
                <a:pos x="connsiteX128085" y="connsiteY128085"/>
              </a:cxn>
              <a:cxn ang="0">
                <a:pos x="connsiteX128086" y="connsiteY128086"/>
              </a:cxn>
              <a:cxn ang="0">
                <a:pos x="connsiteX128087" y="connsiteY128087"/>
              </a:cxn>
              <a:cxn ang="0">
                <a:pos x="connsiteX128088" y="connsiteY128088"/>
              </a:cxn>
              <a:cxn ang="0">
                <a:pos x="connsiteX128089" y="connsiteY128089"/>
              </a:cxn>
              <a:cxn ang="0">
                <a:pos x="connsiteX128090" y="connsiteY128090"/>
              </a:cxn>
              <a:cxn ang="0">
                <a:pos x="connsiteX128091" y="connsiteY128091"/>
              </a:cxn>
              <a:cxn ang="0">
                <a:pos x="connsiteX128092" y="connsiteY128092"/>
              </a:cxn>
              <a:cxn ang="0">
                <a:pos x="connsiteX128093" y="connsiteY128093"/>
              </a:cxn>
              <a:cxn ang="0">
                <a:pos x="connsiteX128094" y="connsiteY128094"/>
              </a:cxn>
              <a:cxn ang="0">
                <a:pos x="connsiteX128095" y="connsiteY128095"/>
              </a:cxn>
              <a:cxn ang="0">
                <a:pos x="connsiteX128096" y="connsiteY128096"/>
              </a:cxn>
              <a:cxn ang="0">
                <a:pos x="connsiteX128097" y="connsiteY128097"/>
              </a:cxn>
              <a:cxn ang="0">
                <a:pos x="connsiteX128098" y="connsiteY128098"/>
              </a:cxn>
              <a:cxn ang="0">
                <a:pos x="connsiteX128099" y="connsiteY128099"/>
              </a:cxn>
              <a:cxn ang="0">
                <a:pos x="connsiteX128100" y="connsiteY128100"/>
              </a:cxn>
              <a:cxn ang="0">
                <a:pos x="connsiteX128101" y="connsiteY128101"/>
              </a:cxn>
              <a:cxn ang="0">
                <a:pos x="connsiteX128102" y="connsiteY128102"/>
              </a:cxn>
              <a:cxn ang="0">
                <a:pos x="connsiteX128103" y="connsiteY128103"/>
              </a:cxn>
              <a:cxn ang="0">
                <a:pos x="connsiteX128104" y="connsiteY128104"/>
              </a:cxn>
              <a:cxn ang="0">
                <a:pos x="connsiteX128105" y="connsiteY128105"/>
              </a:cxn>
              <a:cxn ang="0">
                <a:pos x="connsiteX128106" y="connsiteY128106"/>
              </a:cxn>
              <a:cxn ang="0">
                <a:pos x="connsiteX128107" y="connsiteY128107"/>
              </a:cxn>
              <a:cxn ang="0">
                <a:pos x="connsiteX128108" y="connsiteY128108"/>
              </a:cxn>
              <a:cxn ang="0">
                <a:pos x="connsiteX128109" y="connsiteY128109"/>
              </a:cxn>
              <a:cxn ang="0">
                <a:pos x="connsiteX128110" y="connsiteY128110"/>
              </a:cxn>
              <a:cxn ang="0">
                <a:pos x="connsiteX128111" y="connsiteY128111"/>
              </a:cxn>
              <a:cxn ang="0">
                <a:pos x="connsiteX128112" y="connsiteY128112"/>
              </a:cxn>
              <a:cxn ang="0">
                <a:pos x="connsiteX128113" y="connsiteY128113"/>
              </a:cxn>
              <a:cxn ang="0">
                <a:pos x="connsiteX128114" y="connsiteY128114"/>
              </a:cxn>
              <a:cxn ang="0">
                <a:pos x="connsiteX128115" y="connsiteY128115"/>
              </a:cxn>
              <a:cxn ang="0">
                <a:pos x="connsiteX128116" y="connsiteY128116"/>
              </a:cxn>
              <a:cxn ang="0">
                <a:pos x="connsiteX128117" y="connsiteY128117"/>
              </a:cxn>
              <a:cxn ang="0">
                <a:pos x="connsiteX128118" y="connsiteY128118"/>
              </a:cxn>
              <a:cxn ang="0">
                <a:pos x="connsiteX128119" y="connsiteY128119"/>
              </a:cxn>
              <a:cxn ang="0">
                <a:pos x="connsiteX128120" y="connsiteY128120"/>
              </a:cxn>
              <a:cxn ang="0">
                <a:pos x="connsiteX128121" y="connsiteY128121"/>
              </a:cxn>
              <a:cxn ang="0">
                <a:pos x="connsiteX128122" y="connsiteY128122"/>
              </a:cxn>
              <a:cxn ang="0">
                <a:pos x="connsiteX128123" y="connsiteY128123"/>
              </a:cxn>
              <a:cxn ang="0">
                <a:pos x="connsiteX128124" y="connsiteY128124"/>
              </a:cxn>
              <a:cxn ang="0">
                <a:pos x="connsiteX128125" y="connsiteY128125"/>
              </a:cxn>
              <a:cxn ang="0">
                <a:pos x="connsiteX128126" y="connsiteY128126"/>
              </a:cxn>
              <a:cxn ang="0">
                <a:pos x="connsiteX128127" y="connsiteY128127"/>
              </a:cxn>
              <a:cxn ang="0">
                <a:pos x="connsiteX128128" y="connsiteY128128"/>
              </a:cxn>
              <a:cxn ang="0">
                <a:pos x="connsiteX128129" y="connsiteY128129"/>
              </a:cxn>
              <a:cxn ang="0">
                <a:pos x="connsiteX128130" y="connsiteY128130"/>
              </a:cxn>
              <a:cxn ang="0">
                <a:pos x="connsiteX128131" y="connsiteY128131"/>
              </a:cxn>
              <a:cxn ang="0">
                <a:pos x="connsiteX128132" y="connsiteY128132"/>
              </a:cxn>
              <a:cxn ang="0">
                <a:pos x="connsiteX128133" y="connsiteY128133"/>
              </a:cxn>
              <a:cxn ang="0">
                <a:pos x="connsiteX128134" y="connsiteY128134"/>
              </a:cxn>
              <a:cxn ang="0">
                <a:pos x="connsiteX128135" y="connsiteY128135"/>
              </a:cxn>
              <a:cxn ang="0">
                <a:pos x="connsiteX128136" y="connsiteY128136"/>
              </a:cxn>
              <a:cxn ang="0">
                <a:pos x="connsiteX128137" y="connsiteY128137"/>
              </a:cxn>
              <a:cxn ang="0">
                <a:pos x="connsiteX128138" y="connsiteY128138"/>
              </a:cxn>
              <a:cxn ang="0">
                <a:pos x="connsiteX128139" y="connsiteY128139"/>
              </a:cxn>
              <a:cxn ang="0">
                <a:pos x="connsiteX128140" y="connsiteY128140"/>
              </a:cxn>
              <a:cxn ang="0">
                <a:pos x="connsiteX128141" y="connsiteY128141"/>
              </a:cxn>
              <a:cxn ang="0">
                <a:pos x="connsiteX128142" y="connsiteY128142"/>
              </a:cxn>
              <a:cxn ang="0">
                <a:pos x="connsiteX128143" y="connsiteY128143"/>
              </a:cxn>
              <a:cxn ang="0">
                <a:pos x="connsiteX128144" y="connsiteY128144"/>
              </a:cxn>
              <a:cxn ang="0">
                <a:pos x="connsiteX128145" y="connsiteY128145"/>
              </a:cxn>
              <a:cxn ang="0">
                <a:pos x="connsiteX128146" y="connsiteY128146"/>
              </a:cxn>
              <a:cxn ang="0">
                <a:pos x="connsiteX128147" y="connsiteY128147"/>
              </a:cxn>
              <a:cxn ang="0">
                <a:pos x="connsiteX128148" y="connsiteY128148"/>
              </a:cxn>
              <a:cxn ang="0">
                <a:pos x="connsiteX128149" y="connsiteY128149"/>
              </a:cxn>
              <a:cxn ang="0">
                <a:pos x="connsiteX128150" y="connsiteY128150"/>
              </a:cxn>
              <a:cxn ang="0">
                <a:pos x="connsiteX128151" y="connsiteY128151"/>
              </a:cxn>
              <a:cxn ang="0">
                <a:pos x="connsiteX128152" y="connsiteY128152"/>
              </a:cxn>
              <a:cxn ang="0">
                <a:pos x="connsiteX128153" y="connsiteY128153"/>
              </a:cxn>
              <a:cxn ang="0">
                <a:pos x="connsiteX128154" y="connsiteY128154"/>
              </a:cxn>
              <a:cxn ang="0">
                <a:pos x="connsiteX128155" y="connsiteY128155"/>
              </a:cxn>
              <a:cxn ang="0">
                <a:pos x="connsiteX128156" y="connsiteY128156"/>
              </a:cxn>
              <a:cxn ang="0">
                <a:pos x="connsiteX128157" y="connsiteY128157"/>
              </a:cxn>
              <a:cxn ang="0">
                <a:pos x="connsiteX128158" y="connsiteY128158"/>
              </a:cxn>
              <a:cxn ang="0">
                <a:pos x="connsiteX128159" y="connsiteY128159"/>
              </a:cxn>
              <a:cxn ang="0">
                <a:pos x="connsiteX128160" y="connsiteY128160"/>
              </a:cxn>
              <a:cxn ang="0">
                <a:pos x="connsiteX128161" y="connsiteY128161"/>
              </a:cxn>
              <a:cxn ang="0">
                <a:pos x="connsiteX128162" y="connsiteY128162"/>
              </a:cxn>
              <a:cxn ang="0">
                <a:pos x="connsiteX128163" y="connsiteY128163"/>
              </a:cxn>
              <a:cxn ang="0">
                <a:pos x="connsiteX128164" y="connsiteY128164"/>
              </a:cxn>
              <a:cxn ang="0">
                <a:pos x="connsiteX128165" y="connsiteY128165"/>
              </a:cxn>
              <a:cxn ang="0">
                <a:pos x="connsiteX128166" y="connsiteY128166"/>
              </a:cxn>
              <a:cxn ang="0">
                <a:pos x="connsiteX128167" y="connsiteY128167"/>
              </a:cxn>
              <a:cxn ang="0">
                <a:pos x="connsiteX128168" y="connsiteY128168"/>
              </a:cxn>
              <a:cxn ang="0">
                <a:pos x="connsiteX128169" y="connsiteY128169"/>
              </a:cxn>
              <a:cxn ang="0">
                <a:pos x="connsiteX128170" y="connsiteY128170"/>
              </a:cxn>
              <a:cxn ang="0">
                <a:pos x="connsiteX128171" y="connsiteY128171"/>
              </a:cxn>
              <a:cxn ang="0">
                <a:pos x="connsiteX128172" y="connsiteY128172"/>
              </a:cxn>
              <a:cxn ang="0">
                <a:pos x="connsiteX128173" y="connsiteY128173"/>
              </a:cxn>
              <a:cxn ang="0">
                <a:pos x="connsiteX128174" y="connsiteY128174"/>
              </a:cxn>
              <a:cxn ang="0">
                <a:pos x="connsiteX128175" y="connsiteY128175"/>
              </a:cxn>
              <a:cxn ang="0">
                <a:pos x="connsiteX128176" y="connsiteY128176"/>
              </a:cxn>
              <a:cxn ang="0">
                <a:pos x="connsiteX128177" y="connsiteY128177"/>
              </a:cxn>
              <a:cxn ang="0">
                <a:pos x="connsiteX128178" y="connsiteY128178"/>
              </a:cxn>
              <a:cxn ang="0">
                <a:pos x="connsiteX128179" y="connsiteY128179"/>
              </a:cxn>
              <a:cxn ang="0">
                <a:pos x="connsiteX128180" y="connsiteY128180"/>
              </a:cxn>
              <a:cxn ang="0">
                <a:pos x="connsiteX128181" y="connsiteY128181"/>
              </a:cxn>
              <a:cxn ang="0">
                <a:pos x="connsiteX128182" y="connsiteY128182"/>
              </a:cxn>
              <a:cxn ang="0">
                <a:pos x="connsiteX128183" y="connsiteY128183"/>
              </a:cxn>
              <a:cxn ang="0">
                <a:pos x="connsiteX128184" y="connsiteY128184"/>
              </a:cxn>
              <a:cxn ang="0">
                <a:pos x="connsiteX128185" y="connsiteY128185"/>
              </a:cxn>
              <a:cxn ang="0">
                <a:pos x="connsiteX128186" y="connsiteY128186"/>
              </a:cxn>
              <a:cxn ang="0">
                <a:pos x="connsiteX128187" y="connsiteY128187"/>
              </a:cxn>
              <a:cxn ang="0">
                <a:pos x="connsiteX128188" y="connsiteY128188"/>
              </a:cxn>
              <a:cxn ang="0">
                <a:pos x="connsiteX128189" y="connsiteY128189"/>
              </a:cxn>
              <a:cxn ang="0">
                <a:pos x="connsiteX128190" y="connsiteY128190"/>
              </a:cxn>
              <a:cxn ang="0">
                <a:pos x="connsiteX128191" y="connsiteY128191"/>
              </a:cxn>
              <a:cxn ang="0">
                <a:pos x="connsiteX128192" y="connsiteY128192"/>
              </a:cxn>
              <a:cxn ang="0">
                <a:pos x="connsiteX128193" y="connsiteY128193"/>
              </a:cxn>
              <a:cxn ang="0">
                <a:pos x="connsiteX128194" y="connsiteY128194"/>
              </a:cxn>
              <a:cxn ang="0">
                <a:pos x="connsiteX128195" y="connsiteY128195"/>
              </a:cxn>
              <a:cxn ang="0">
                <a:pos x="connsiteX128196" y="connsiteY128196"/>
              </a:cxn>
              <a:cxn ang="0">
                <a:pos x="connsiteX128197" y="connsiteY128197"/>
              </a:cxn>
              <a:cxn ang="0">
                <a:pos x="connsiteX128198" y="connsiteY128198"/>
              </a:cxn>
              <a:cxn ang="0">
                <a:pos x="connsiteX128199" y="connsiteY128199"/>
              </a:cxn>
              <a:cxn ang="0">
                <a:pos x="connsiteX128200" y="connsiteY128200"/>
              </a:cxn>
              <a:cxn ang="0">
                <a:pos x="connsiteX128201" y="connsiteY128201"/>
              </a:cxn>
              <a:cxn ang="0">
                <a:pos x="connsiteX128202" y="connsiteY128202"/>
              </a:cxn>
              <a:cxn ang="0">
                <a:pos x="connsiteX128203" y="connsiteY128203"/>
              </a:cxn>
              <a:cxn ang="0">
                <a:pos x="connsiteX128204" y="connsiteY128204"/>
              </a:cxn>
              <a:cxn ang="0">
                <a:pos x="connsiteX128205" y="connsiteY128205"/>
              </a:cxn>
              <a:cxn ang="0">
                <a:pos x="connsiteX128206" y="connsiteY128206"/>
              </a:cxn>
              <a:cxn ang="0">
                <a:pos x="connsiteX128207" y="connsiteY128207"/>
              </a:cxn>
              <a:cxn ang="0">
                <a:pos x="connsiteX128208" y="connsiteY128208"/>
              </a:cxn>
              <a:cxn ang="0">
                <a:pos x="connsiteX128209" y="connsiteY128209"/>
              </a:cxn>
              <a:cxn ang="0">
                <a:pos x="connsiteX128210" y="connsiteY128210"/>
              </a:cxn>
              <a:cxn ang="0">
                <a:pos x="connsiteX128211" y="connsiteY128211"/>
              </a:cxn>
              <a:cxn ang="0">
                <a:pos x="connsiteX128212" y="connsiteY128212"/>
              </a:cxn>
              <a:cxn ang="0">
                <a:pos x="connsiteX128213" y="connsiteY128213"/>
              </a:cxn>
              <a:cxn ang="0">
                <a:pos x="connsiteX128214" y="connsiteY128214"/>
              </a:cxn>
              <a:cxn ang="0">
                <a:pos x="connsiteX128215" y="connsiteY128215"/>
              </a:cxn>
              <a:cxn ang="0">
                <a:pos x="connsiteX128216" y="connsiteY128216"/>
              </a:cxn>
              <a:cxn ang="0">
                <a:pos x="connsiteX128217" y="connsiteY128217"/>
              </a:cxn>
              <a:cxn ang="0">
                <a:pos x="connsiteX128218" y="connsiteY128218"/>
              </a:cxn>
              <a:cxn ang="0">
                <a:pos x="connsiteX128219" y="connsiteY128219"/>
              </a:cxn>
              <a:cxn ang="0">
                <a:pos x="connsiteX128220" y="connsiteY128220"/>
              </a:cxn>
              <a:cxn ang="0">
                <a:pos x="connsiteX128221" y="connsiteY128221"/>
              </a:cxn>
              <a:cxn ang="0">
                <a:pos x="connsiteX128222" y="connsiteY128222"/>
              </a:cxn>
              <a:cxn ang="0">
                <a:pos x="connsiteX128223" y="connsiteY128223"/>
              </a:cxn>
              <a:cxn ang="0">
                <a:pos x="connsiteX128224" y="connsiteY128224"/>
              </a:cxn>
              <a:cxn ang="0">
                <a:pos x="connsiteX128225" y="connsiteY128225"/>
              </a:cxn>
              <a:cxn ang="0">
                <a:pos x="connsiteX128226" y="connsiteY128226"/>
              </a:cxn>
              <a:cxn ang="0">
                <a:pos x="connsiteX128227" y="connsiteY128227"/>
              </a:cxn>
              <a:cxn ang="0">
                <a:pos x="connsiteX128228" y="connsiteY128228"/>
              </a:cxn>
              <a:cxn ang="0">
                <a:pos x="connsiteX128229" y="connsiteY128229"/>
              </a:cxn>
              <a:cxn ang="0">
                <a:pos x="connsiteX128230" y="connsiteY128230"/>
              </a:cxn>
              <a:cxn ang="0">
                <a:pos x="connsiteX128231" y="connsiteY128231"/>
              </a:cxn>
              <a:cxn ang="0">
                <a:pos x="connsiteX128232" y="connsiteY128232"/>
              </a:cxn>
              <a:cxn ang="0">
                <a:pos x="connsiteX128233" y="connsiteY128233"/>
              </a:cxn>
              <a:cxn ang="0">
                <a:pos x="connsiteX128234" y="connsiteY128234"/>
              </a:cxn>
              <a:cxn ang="0">
                <a:pos x="connsiteX128235" y="connsiteY128235"/>
              </a:cxn>
              <a:cxn ang="0">
                <a:pos x="connsiteX128236" y="connsiteY128236"/>
              </a:cxn>
              <a:cxn ang="0">
                <a:pos x="connsiteX128237" y="connsiteY128237"/>
              </a:cxn>
              <a:cxn ang="0">
                <a:pos x="connsiteX128238" y="connsiteY128238"/>
              </a:cxn>
              <a:cxn ang="0">
                <a:pos x="connsiteX128239" y="connsiteY128239"/>
              </a:cxn>
              <a:cxn ang="0">
                <a:pos x="connsiteX128240" y="connsiteY128240"/>
              </a:cxn>
              <a:cxn ang="0">
                <a:pos x="connsiteX128241" y="connsiteY128241"/>
              </a:cxn>
              <a:cxn ang="0">
                <a:pos x="connsiteX128242" y="connsiteY128242"/>
              </a:cxn>
              <a:cxn ang="0">
                <a:pos x="connsiteX128243" y="connsiteY128243"/>
              </a:cxn>
              <a:cxn ang="0">
                <a:pos x="connsiteX128244" y="connsiteY128244"/>
              </a:cxn>
              <a:cxn ang="0">
                <a:pos x="connsiteX128245" y="connsiteY128245"/>
              </a:cxn>
              <a:cxn ang="0">
                <a:pos x="connsiteX128246" y="connsiteY128246"/>
              </a:cxn>
              <a:cxn ang="0">
                <a:pos x="connsiteX128247" y="connsiteY128247"/>
              </a:cxn>
              <a:cxn ang="0">
                <a:pos x="connsiteX128248" y="connsiteY128248"/>
              </a:cxn>
              <a:cxn ang="0">
                <a:pos x="connsiteX128249" y="connsiteY128249"/>
              </a:cxn>
              <a:cxn ang="0">
                <a:pos x="connsiteX128250" y="connsiteY128250"/>
              </a:cxn>
              <a:cxn ang="0">
                <a:pos x="connsiteX128251" y="connsiteY128251"/>
              </a:cxn>
              <a:cxn ang="0">
                <a:pos x="connsiteX128252" y="connsiteY128252"/>
              </a:cxn>
              <a:cxn ang="0">
                <a:pos x="connsiteX128253" y="connsiteY128253"/>
              </a:cxn>
              <a:cxn ang="0">
                <a:pos x="connsiteX128254" y="connsiteY128254"/>
              </a:cxn>
              <a:cxn ang="0">
                <a:pos x="connsiteX128255" y="connsiteY128255"/>
              </a:cxn>
              <a:cxn ang="0">
                <a:pos x="connsiteX128256" y="connsiteY128256"/>
              </a:cxn>
              <a:cxn ang="0">
                <a:pos x="connsiteX128257" y="connsiteY128257"/>
              </a:cxn>
              <a:cxn ang="0">
                <a:pos x="connsiteX128258" y="connsiteY128258"/>
              </a:cxn>
              <a:cxn ang="0">
                <a:pos x="connsiteX128259" y="connsiteY128259"/>
              </a:cxn>
              <a:cxn ang="0">
                <a:pos x="connsiteX128260" y="connsiteY128260"/>
              </a:cxn>
              <a:cxn ang="0">
                <a:pos x="connsiteX128261" y="connsiteY128261"/>
              </a:cxn>
              <a:cxn ang="0">
                <a:pos x="connsiteX128262" y="connsiteY128262"/>
              </a:cxn>
              <a:cxn ang="0">
                <a:pos x="connsiteX128263" y="connsiteY128263"/>
              </a:cxn>
              <a:cxn ang="0">
                <a:pos x="connsiteX128264" y="connsiteY128264"/>
              </a:cxn>
              <a:cxn ang="0">
                <a:pos x="connsiteX128265" y="connsiteY128265"/>
              </a:cxn>
              <a:cxn ang="0">
                <a:pos x="connsiteX128266" y="connsiteY128266"/>
              </a:cxn>
              <a:cxn ang="0">
                <a:pos x="connsiteX128267" y="connsiteY128267"/>
              </a:cxn>
              <a:cxn ang="0">
                <a:pos x="connsiteX128268" y="connsiteY128268"/>
              </a:cxn>
              <a:cxn ang="0">
                <a:pos x="connsiteX128269" y="connsiteY128269"/>
              </a:cxn>
              <a:cxn ang="0">
                <a:pos x="connsiteX128270" y="connsiteY128270"/>
              </a:cxn>
              <a:cxn ang="0">
                <a:pos x="connsiteX128271" y="connsiteY128271"/>
              </a:cxn>
              <a:cxn ang="0">
                <a:pos x="connsiteX128272" y="connsiteY128272"/>
              </a:cxn>
              <a:cxn ang="0">
                <a:pos x="connsiteX128273" y="connsiteY128273"/>
              </a:cxn>
              <a:cxn ang="0">
                <a:pos x="connsiteX128274" y="connsiteY128274"/>
              </a:cxn>
              <a:cxn ang="0">
                <a:pos x="connsiteX128275" y="connsiteY128275"/>
              </a:cxn>
              <a:cxn ang="0">
                <a:pos x="connsiteX128276" y="connsiteY128276"/>
              </a:cxn>
              <a:cxn ang="0">
                <a:pos x="connsiteX128277" y="connsiteY128277"/>
              </a:cxn>
              <a:cxn ang="0">
                <a:pos x="connsiteX128278" y="connsiteY128278"/>
              </a:cxn>
              <a:cxn ang="0">
                <a:pos x="connsiteX128279" y="connsiteY128279"/>
              </a:cxn>
              <a:cxn ang="0">
                <a:pos x="connsiteX128280" y="connsiteY128280"/>
              </a:cxn>
              <a:cxn ang="0">
                <a:pos x="connsiteX128281" y="connsiteY128281"/>
              </a:cxn>
              <a:cxn ang="0">
                <a:pos x="connsiteX128282" y="connsiteY128282"/>
              </a:cxn>
              <a:cxn ang="0">
                <a:pos x="connsiteX128283" y="connsiteY128283"/>
              </a:cxn>
              <a:cxn ang="0">
                <a:pos x="connsiteX128284" y="connsiteY128284"/>
              </a:cxn>
              <a:cxn ang="0">
                <a:pos x="connsiteX128285" y="connsiteY128285"/>
              </a:cxn>
              <a:cxn ang="0">
                <a:pos x="connsiteX128286" y="connsiteY128286"/>
              </a:cxn>
              <a:cxn ang="0">
                <a:pos x="connsiteX128287" y="connsiteY128287"/>
              </a:cxn>
              <a:cxn ang="0">
                <a:pos x="connsiteX128288" y="connsiteY128288"/>
              </a:cxn>
              <a:cxn ang="0">
                <a:pos x="connsiteX128289" y="connsiteY128289"/>
              </a:cxn>
              <a:cxn ang="0">
                <a:pos x="connsiteX128290" y="connsiteY128290"/>
              </a:cxn>
              <a:cxn ang="0">
                <a:pos x="connsiteX128291" y="connsiteY128291"/>
              </a:cxn>
              <a:cxn ang="0">
                <a:pos x="connsiteX128292" y="connsiteY128292"/>
              </a:cxn>
              <a:cxn ang="0">
                <a:pos x="connsiteX128293" y="connsiteY128293"/>
              </a:cxn>
              <a:cxn ang="0">
                <a:pos x="connsiteX128294" y="connsiteY128294"/>
              </a:cxn>
              <a:cxn ang="0">
                <a:pos x="connsiteX128295" y="connsiteY128295"/>
              </a:cxn>
              <a:cxn ang="0">
                <a:pos x="connsiteX128296" y="connsiteY128296"/>
              </a:cxn>
              <a:cxn ang="0">
                <a:pos x="connsiteX128297" y="connsiteY128297"/>
              </a:cxn>
              <a:cxn ang="0">
                <a:pos x="connsiteX128298" y="connsiteY128298"/>
              </a:cxn>
              <a:cxn ang="0">
                <a:pos x="connsiteX128299" y="connsiteY128299"/>
              </a:cxn>
              <a:cxn ang="0">
                <a:pos x="connsiteX128300" y="connsiteY128300"/>
              </a:cxn>
              <a:cxn ang="0">
                <a:pos x="connsiteX128301" y="connsiteY128301"/>
              </a:cxn>
              <a:cxn ang="0">
                <a:pos x="connsiteX128302" y="connsiteY128302"/>
              </a:cxn>
              <a:cxn ang="0">
                <a:pos x="connsiteX128303" y="connsiteY128303"/>
              </a:cxn>
              <a:cxn ang="0">
                <a:pos x="connsiteX128304" y="connsiteY128304"/>
              </a:cxn>
              <a:cxn ang="0">
                <a:pos x="connsiteX128305" y="connsiteY128305"/>
              </a:cxn>
              <a:cxn ang="0">
                <a:pos x="connsiteX128306" y="connsiteY128306"/>
              </a:cxn>
              <a:cxn ang="0">
                <a:pos x="connsiteX128307" y="connsiteY128307"/>
              </a:cxn>
              <a:cxn ang="0">
                <a:pos x="connsiteX128308" y="connsiteY128308"/>
              </a:cxn>
              <a:cxn ang="0">
                <a:pos x="connsiteX128309" y="connsiteY128309"/>
              </a:cxn>
              <a:cxn ang="0">
                <a:pos x="connsiteX128310" y="connsiteY128310"/>
              </a:cxn>
              <a:cxn ang="0">
                <a:pos x="connsiteX128311" y="connsiteY128311"/>
              </a:cxn>
              <a:cxn ang="0">
                <a:pos x="connsiteX128312" y="connsiteY128312"/>
              </a:cxn>
              <a:cxn ang="0">
                <a:pos x="connsiteX128313" y="connsiteY128313"/>
              </a:cxn>
              <a:cxn ang="0">
                <a:pos x="connsiteX128314" y="connsiteY128314"/>
              </a:cxn>
              <a:cxn ang="0">
                <a:pos x="connsiteX128315" y="connsiteY128315"/>
              </a:cxn>
              <a:cxn ang="0">
                <a:pos x="connsiteX128316" y="connsiteY128316"/>
              </a:cxn>
              <a:cxn ang="0">
                <a:pos x="connsiteX128317" y="connsiteY128317"/>
              </a:cxn>
              <a:cxn ang="0">
                <a:pos x="connsiteX128318" y="connsiteY128318"/>
              </a:cxn>
              <a:cxn ang="0">
                <a:pos x="connsiteX128319" y="connsiteY128319"/>
              </a:cxn>
              <a:cxn ang="0">
                <a:pos x="connsiteX128320" y="connsiteY128320"/>
              </a:cxn>
              <a:cxn ang="0">
                <a:pos x="connsiteX128321" y="connsiteY128321"/>
              </a:cxn>
              <a:cxn ang="0">
                <a:pos x="connsiteX128322" y="connsiteY128322"/>
              </a:cxn>
              <a:cxn ang="0">
                <a:pos x="connsiteX128323" y="connsiteY128323"/>
              </a:cxn>
              <a:cxn ang="0">
                <a:pos x="connsiteX128324" y="connsiteY128324"/>
              </a:cxn>
              <a:cxn ang="0">
                <a:pos x="connsiteX128325" y="connsiteY128325"/>
              </a:cxn>
              <a:cxn ang="0">
                <a:pos x="connsiteX128326" y="connsiteY128326"/>
              </a:cxn>
              <a:cxn ang="0">
                <a:pos x="connsiteX128327" y="connsiteY128327"/>
              </a:cxn>
              <a:cxn ang="0">
                <a:pos x="connsiteX128328" y="connsiteY128328"/>
              </a:cxn>
              <a:cxn ang="0">
                <a:pos x="connsiteX128329" y="connsiteY128329"/>
              </a:cxn>
              <a:cxn ang="0">
                <a:pos x="connsiteX128330" y="connsiteY128330"/>
              </a:cxn>
              <a:cxn ang="0">
                <a:pos x="connsiteX128331" y="connsiteY128331"/>
              </a:cxn>
              <a:cxn ang="0">
                <a:pos x="connsiteX128332" y="connsiteY128332"/>
              </a:cxn>
              <a:cxn ang="0">
                <a:pos x="connsiteX128333" y="connsiteY128333"/>
              </a:cxn>
              <a:cxn ang="0">
                <a:pos x="connsiteX128334" y="connsiteY128334"/>
              </a:cxn>
              <a:cxn ang="0">
                <a:pos x="connsiteX128335" y="connsiteY128335"/>
              </a:cxn>
              <a:cxn ang="0">
                <a:pos x="connsiteX128336" y="connsiteY128336"/>
              </a:cxn>
              <a:cxn ang="0">
                <a:pos x="connsiteX128337" y="connsiteY128337"/>
              </a:cxn>
              <a:cxn ang="0">
                <a:pos x="connsiteX128338" y="connsiteY128338"/>
              </a:cxn>
              <a:cxn ang="0">
                <a:pos x="connsiteX128339" y="connsiteY128339"/>
              </a:cxn>
              <a:cxn ang="0">
                <a:pos x="connsiteX128340" y="connsiteY128340"/>
              </a:cxn>
              <a:cxn ang="0">
                <a:pos x="connsiteX128341" y="connsiteY128341"/>
              </a:cxn>
              <a:cxn ang="0">
                <a:pos x="connsiteX128342" y="connsiteY128342"/>
              </a:cxn>
              <a:cxn ang="0">
                <a:pos x="connsiteX128343" y="connsiteY128343"/>
              </a:cxn>
              <a:cxn ang="0">
                <a:pos x="connsiteX128344" y="connsiteY128344"/>
              </a:cxn>
              <a:cxn ang="0">
                <a:pos x="connsiteX128345" y="connsiteY128345"/>
              </a:cxn>
              <a:cxn ang="0">
                <a:pos x="connsiteX128346" y="connsiteY128346"/>
              </a:cxn>
              <a:cxn ang="0">
                <a:pos x="connsiteX128347" y="connsiteY128347"/>
              </a:cxn>
              <a:cxn ang="0">
                <a:pos x="connsiteX128348" y="connsiteY128348"/>
              </a:cxn>
              <a:cxn ang="0">
                <a:pos x="connsiteX128349" y="connsiteY128349"/>
              </a:cxn>
              <a:cxn ang="0">
                <a:pos x="connsiteX128350" y="connsiteY128350"/>
              </a:cxn>
              <a:cxn ang="0">
                <a:pos x="connsiteX128351" y="connsiteY128351"/>
              </a:cxn>
              <a:cxn ang="0">
                <a:pos x="connsiteX128352" y="connsiteY128352"/>
              </a:cxn>
              <a:cxn ang="0">
                <a:pos x="connsiteX128353" y="connsiteY128353"/>
              </a:cxn>
              <a:cxn ang="0">
                <a:pos x="connsiteX128354" y="connsiteY128354"/>
              </a:cxn>
              <a:cxn ang="0">
                <a:pos x="connsiteX128355" y="connsiteY128355"/>
              </a:cxn>
              <a:cxn ang="0">
                <a:pos x="connsiteX128356" y="connsiteY128356"/>
              </a:cxn>
              <a:cxn ang="0">
                <a:pos x="connsiteX128357" y="connsiteY128357"/>
              </a:cxn>
              <a:cxn ang="0">
                <a:pos x="connsiteX128358" y="connsiteY128358"/>
              </a:cxn>
              <a:cxn ang="0">
                <a:pos x="connsiteX128359" y="connsiteY128359"/>
              </a:cxn>
              <a:cxn ang="0">
                <a:pos x="connsiteX128360" y="connsiteY128360"/>
              </a:cxn>
              <a:cxn ang="0">
                <a:pos x="connsiteX128361" y="connsiteY128361"/>
              </a:cxn>
              <a:cxn ang="0">
                <a:pos x="connsiteX128362" y="connsiteY128362"/>
              </a:cxn>
              <a:cxn ang="0">
                <a:pos x="connsiteX128363" y="connsiteY128363"/>
              </a:cxn>
              <a:cxn ang="0">
                <a:pos x="connsiteX128364" y="connsiteY128364"/>
              </a:cxn>
              <a:cxn ang="0">
                <a:pos x="connsiteX128365" y="connsiteY128365"/>
              </a:cxn>
              <a:cxn ang="0">
                <a:pos x="connsiteX128366" y="connsiteY128366"/>
              </a:cxn>
              <a:cxn ang="0">
                <a:pos x="connsiteX128367" y="connsiteY128367"/>
              </a:cxn>
              <a:cxn ang="0">
                <a:pos x="connsiteX128368" y="connsiteY128368"/>
              </a:cxn>
              <a:cxn ang="0">
                <a:pos x="connsiteX128369" y="connsiteY128369"/>
              </a:cxn>
              <a:cxn ang="0">
                <a:pos x="connsiteX128370" y="connsiteY128370"/>
              </a:cxn>
              <a:cxn ang="0">
                <a:pos x="connsiteX128371" y="connsiteY128371"/>
              </a:cxn>
              <a:cxn ang="0">
                <a:pos x="connsiteX128372" y="connsiteY128372"/>
              </a:cxn>
              <a:cxn ang="0">
                <a:pos x="connsiteX128373" y="connsiteY128373"/>
              </a:cxn>
              <a:cxn ang="0">
                <a:pos x="connsiteX128374" y="connsiteY128374"/>
              </a:cxn>
              <a:cxn ang="0">
                <a:pos x="connsiteX128375" y="connsiteY128375"/>
              </a:cxn>
              <a:cxn ang="0">
                <a:pos x="connsiteX128376" y="connsiteY128376"/>
              </a:cxn>
              <a:cxn ang="0">
                <a:pos x="connsiteX128377" y="connsiteY128377"/>
              </a:cxn>
              <a:cxn ang="0">
                <a:pos x="connsiteX128378" y="connsiteY128378"/>
              </a:cxn>
              <a:cxn ang="0">
                <a:pos x="connsiteX128379" y="connsiteY128379"/>
              </a:cxn>
              <a:cxn ang="0">
                <a:pos x="connsiteX128380" y="connsiteY128380"/>
              </a:cxn>
              <a:cxn ang="0">
                <a:pos x="connsiteX128381" y="connsiteY128381"/>
              </a:cxn>
              <a:cxn ang="0">
                <a:pos x="connsiteX128382" y="connsiteY128382"/>
              </a:cxn>
              <a:cxn ang="0">
                <a:pos x="connsiteX128383" y="connsiteY128383"/>
              </a:cxn>
              <a:cxn ang="0">
                <a:pos x="connsiteX128384" y="connsiteY128384"/>
              </a:cxn>
              <a:cxn ang="0">
                <a:pos x="connsiteX128385" y="connsiteY128385"/>
              </a:cxn>
              <a:cxn ang="0">
                <a:pos x="connsiteX128386" y="connsiteY128386"/>
              </a:cxn>
              <a:cxn ang="0">
                <a:pos x="connsiteX128387" y="connsiteY128387"/>
              </a:cxn>
              <a:cxn ang="0">
                <a:pos x="connsiteX128388" y="connsiteY128388"/>
              </a:cxn>
              <a:cxn ang="0">
                <a:pos x="connsiteX128389" y="connsiteY128389"/>
              </a:cxn>
              <a:cxn ang="0">
                <a:pos x="connsiteX128390" y="connsiteY128390"/>
              </a:cxn>
              <a:cxn ang="0">
                <a:pos x="connsiteX128391" y="connsiteY128391"/>
              </a:cxn>
              <a:cxn ang="0">
                <a:pos x="connsiteX128392" y="connsiteY128392"/>
              </a:cxn>
              <a:cxn ang="0">
                <a:pos x="connsiteX128393" y="connsiteY128393"/>
              </a:cxn>
              <a:cxn ang="0">
                <a:pos x="connsiteX128394" y="connsiteY128394"/>
              </a:cxn>
              <a:cxn ang="0">
                <a:pos x="connsiteX128395" y="connsiteY128395"/>
              </a:cxn>
              <a:cxn ang="0">
                <a:pos x="connsiteX128396" y="connsiteY128396"/>
              </a:cxn>
              <a:cxn ang="0">
                <a:pos x="connsiteX128397" y="connsiteY128397"/>
              </a:cxn>
              <a:cxn ang="0">
                <a:pos x="connsiteX128398" y="connsiteY128398"/>
              </a:cxn>
              <a:cxn ang="0">
                <a:pos x="connsiteX128399" y="connsiteY128399"/>
              </a:cxn>
              <a:cxn ang="0">
                <a:pos x="connsiteX128400" y="connsiteY128400"/>
              </a:cxn>
              <a:cxn ang="0">
                <a:pos x="connsiteX128401" y="connsiteY128401"/>
              </a:cxn>
              <a:cxn ang="0">
                <a:pos x="connsiteX128402" y="connsiteY128402"/>
              </a:cxn>
              <a:cxn ang="0">
                <a:pos x="connsiteX128403" y="connsiteY128403"/>
              </a:cxn>
              <a:cxn ang="0">
                <a:pos x="connsiteX128404" y="connsiteY128404"/>
              </a:cxn>
              <a:cxn ang="0">
                <a:pos x="connsiteX128405" y="connsiteY128405"/>
              </a:cxn>
              <a:cxn ang="0">
                <a:pos x="connsiteX128406" y="connsiteY128406"/>
              </a:cxn>
              <a:cxn ang="0">
                <a:pos x="connsiteX128407" y="connsiteY128407"/>
              </a:cxn>
              <a:cxn ang="0">
                <a:pos x="connsiteX128408" y="connsiteY128408"/>
              </a:cxn>
              <a:cxn ang="0">
                <a:pos x="connsiteX128409" y="connsiteY128409"/>
              </a:cxn>
              <a:cxn ang="0">
                <a:pos x="connsiteX128410" y="connsiteY128410"/>
              </a:cxn>
              <a:cxn ang="0">
                <a:pos x="connsiteX128411" y="connsiteY128411"/>
              </a:cxn>
              <a:cxn ang="0">
                <a:pos x="connsiteX128412" y="connsiteY128412"/>
              </a:cxn>
              <a:cxn ang="0">
                <a:pos x="connsiteX128413" y="connsiteY128413"/>
              </a:cxn>
              <a:cxn ang="0">
                <a:pos x="connsiteX128414" y="connsiteY128414"/>
              </a:cxn>
              <a:cxn ang="0">
                <a:pos x="connsiteX128415" y="connsiteY128415"/>
              </a:cxn>
              <a:cxn ang="0">
                <a:pos x="connsiteX128416" y="connsiteY128416"/>
              </a:cxn>
              <a:cxn ang="0">
                <a:pos x="connsiteX128417" y="connsiteY128417"/>
              </a:cxn>
              <a:cxn ang="0">
                <a:pos x="connsiteX128418" y="connsiteY128418"/>
              </a:cxn>
              <a:cxn ang="0">
                <a:pos x="connsiteX128419" y="connsiteY128419"/>
              </a:cxn>
              <a:cxn ang="0">
                <a:pos x="connsiteX128420" y="connsiteY128420"/>
              </a:cxn>
              <a:cxn ang="0">
                <a:pos x="connsiteX128421" y="connsiteY128421"/>
              </a:cxn>
              <a:cxn ang="0">
                <a:pos x="connsiteX128422" y="connsiteY128422"/>
              </a:cxn>
              <a:cxn ang="0">
                <a:pos x="connsiteX128423" y="connsiteY128423"/>
              </a:cxn>
              <a:cxn ang="0">
                <a:pos x="connsiteX128424" y="connsiteY128424"/>
              </a:cxn>
              <a:cxn ang="0">
                <a:pos x="connsiteX128425" y="connsiteY128425"/>
              </a:cxn>
              <a:cxn ang="0">
                <a:pos x="connsiteX128426" y="connsiteY128426"/>
              </a:cxn>
              <a:cxn ang="0">
                <a:pos x="connsiteX128427" y="connsiteY128427"/>
              </a:cxn>
              <a:cxn ang="0">
                <a:pos x="connsiteX128428" y="connsiteY128428"/>
              </a:cxn>
              <a:cxn ang="0">
                <a:pos x="connsiteX128429" y="connsiteY128429"/>
              </a:cxn>
              <a:cxn ang="0">
                <a:pos x="connsiteX128430" y="connsiteY128430"/>
              </a:cxn>
              <a:cxn ang="0">
                <a:pos x="connsiteX128431" y="connsiteY128431"/>
              </a:cxn>
              <a:cxn ang="0">
                <a:pos x="connsiteX128432" y="connsiteY128432"/>
              </a:cxn>
              <a:cxn ang="0">
                <a:pos x="connsiteX128433" y="connsiteY128433"/>
              </a:cxn>
              <a:cxn ang="0">
                <a:pos x="connsiteX128434" y="connsiteY128434"/>
              </a:cxn>
              <a:cxn ang="0">
                <a:pos x="connsiteX128435" y="connsiteY128435"/>
              </a:cxn>
              <a:cxn ang="0">
                <a:pos x="connsiteX128436" y="connsiteY128436"/>
              </a:cxn>
              <a:cxn ang="0">
                <a:pos x="connsiteX128437" y="connsiteY128437"/>
              </a:cxn>
              <a:cxn ang="0">
                <a:pos x="connsiteX128438" y="connsiteY128438"/>
              </a:cxn>
              <a:cxn ang="0">
                <a:pos x="connsiteX128439" y="connsiteY128439"/>
              </a:cxn>
              <a:cxn ang="0">
                <a:pos x="connsiteX128440" y="connsiteY128440"/>
              </a:cxn>
              <a:cxn ang="0">
                <a:pos x="connsiteX128441" y="connsiteY128441"/>
              </a:cxn>
              <a:cxn ang="0">
                <a:pos x="connsiteX128442" y="connsiteY128442"/>
              </a:cxn>
              <a:cxn ang="0">
                <a:pos x="connsiteX128443" y="connsiteY128443"/>
              </a:cxn>
              <a:cxn ang="0">
                <a:pos x="connsiteX128444" y="connsiteY128444"/>
              </a:cxn>
              <a:cxn ang="0">
                <a:pos x="connsiteX128445" y="connsiteY128445"/>
              </a:cxn>
              <a:cxn ang="0">
                <a:pos x="connsiteX128446" y="connsiteY128446"/>
              </a:cxn>
              <a:cxn ang="0">
                <a:pos x="connsiteX128447" y="connsiteY128447"/>
              </a:cxn>
              <a:cxn ang="0">
                <a:pos x="connsiteX128448" y="connsiteY128448"/>
              </a:cxn>
              <a:cxn ang="0">
                <a:pos x="connsiteX128449" y="connsiteY128449"/>
              </a:cxn>
              <a:cxn ang="0">
                <a:pos x="connsiteX128450" y="connsiteY128450"/>
              </a:cxn>
              <a:cxn ang="0">
                <a:pos x="connsiteX128451" y="connsiteY128451"/>
              </a:cxn>
              <a:cxn ang="0">
                <a:pos x="connsiteX128452" y="connsiteY128452"/>
              </a:cxn>
              <a:cxn ang="0">
                <a:pos x="connsiteX128453" y="connsiteY128453"/>
              </a:cxn>
              <a:cxn ang="0">
                <a:pos x="connsiteX128454" y="connsiteY128454"/>
              </a:cxn>
              <a:cxn ang="0">
                <a:pos x="connsiteX128455" y="connsiteY128455"/>
              </a:cxn>
              <a:cxn ang="0">
                <a:pos x="connsiteX128456" y="connsiteY128456"/>
              </a:cxn>
              <a:cxn ang="0">
                <a:pos x="connsiteX128457" y="connsiteY128457"/>
              </a:cxn>
              <a:cxn ang="0">
                <a:pos x="connsiteX128458" y="connsiteY128458"/>
              </a:cxn>
              <a:cxn ang="0">
                <a:pos x="connsiteX128459" y="connsiteY128459"/>
              </a:cxn>
              <a:cxn ang="0">
                <a:pos x="connsiteX128460" y="connsiteY128460"/>
              </a:cxn>
              <a:cxn ang="0">
                <a:pos x="connsiteX128461" y="connsiteY128461"/>
              </a:cxn>
              <a:cxn ang="0">
                <a:pos x="connsiteX128462" y="connsiteY128462"/>
              </a:cxn>
              <a:cxn ang="0">
                <a:pos x="connsiteX128463" y="connsiteY128463"/>
              </a:cxn>
              <a:cxn ang="0">
                <a:pos x="connsiteX128464" y="connsiteY128464"/>
              </a:cxn>
              <a:cxn ang="0">
                <a:pos x="connsiteX128465" y="connsiteY128465"/>
              </a:cxn>
              <a:cxn ang="0">
                <a:pos x="connsiteX128466" y="connsiteY128466"/>
              </a:cxn>
              <a:cxn ang="0">
                <a:pos x="connsiteX128467" y="connsiteY128467"/>
              </a:cxn>
              <a:cxn ang="0">
                <a:pos x="connsiteX128468" y="connsiteY128468"/>
              </a:cxn>
              <a:cxn ang="0">
                <a:pos x="connsiteX128469" y="connsiteY128469"/>
              </a:cxn>
              <a:cxn ang="0">
                <a:pos x="connsiteX128470" y="connsiteY128470"/>
              </a:cxn>
              <a:cxn ang="0">
                <a:pos x="connsiteX128471" y="connsiteY128471"/>
              </a:cxn>
              <a:cxn ang="0">
                <a:pos x="connsiteX128472" y="connsiteY128472"/>
              </a:cxn>
              <a:cxn ang="0">
                <a:pos x="connsiteX128473" y="connsiteY128473"/>
              </a:cxn>
              <a:cxn ang="0">
                <a:pos x="connsiteX128474" y="connsiteY128474"/>
              </a:cxn>
              <a:cxn ang="0">
                <a:pos x="connsiteX128475" y="connsiteY128475"/>
              </a:cxn>
              <a:cxn ang="0">
                <a:pos x="connsiteX128476" y="connsiteY128476"/>
              </a:cxn>
              <a:cxn ang="0">
                <a:pos x="connsiteX128477" y="connsiteY128477"/>
              </a:cxn>
              <a:cxn ang="0">
                <a:pos x="connsiteX128478" y="connsiteY128478"/>
              </a:cxn>
              <a:cxn ang="0">
                <a:pos x="connsiteX128479" y="connsiteY128479"/>
              </a:cxn>
              <a:cxn ang="0">
                <a:pos x="connsiteX128480" y="connsiteY128480"/>
              </a:cxn>
              <a:cxn ang="0">
                <a:pos x="connsiteX128481" y="connsiteY128481"/>
              </a:cxn>
              <a:cxn ang="0">
                <a:pos x="connsiteX128482" y="connsiteY128482"/>
              </a:cxn>
              <a:cxn ang="0">
                <a:pos x="connsiteX128483" y="connsiteY128483"/>
              </a:cxn>
              <a:cxn ang="0">
                <a:pos x="connsiteX128484" y="connsiteY128484"/>
              </a:cxn>
              <a:cxn ang="0">
                <a:pos x="connsiteX128485" y="connsiteY128485"/>
              </a:cxn>
              <a:cxn ang="0">
                <a:pos x="connsiteX128486" y="connsiteY128486"/>
              </a:cxn>
              <a:cxn ang="0">
                <a:pos x="connsiteX128487" y="connsiteY128487"/>
              </a:cxn>
              <a:cxn ang="0">
                <a:pos x="connsiteX128488" y="connsiteY128488"/>
              </a:cxn>
              <a:cxn ang="0">
                <a:pos x="connsiteX128489" y="connsiteY128489"/>
              </a:cxn>
              <a:cxn ang="0">
                <a:pos x="connsiteX128490" y="connsiteY128490"/>
              </a:cxn>
              <a:cxn ang="0">
                <a:pos x="connsiteX128491" y="connsiteY128491"/>
              </a:cxn>
              <a:cxn ang="0">
                <a:pos x="connsiteX128492" y="connsiteY128492"/>
              </a:cxn>
              <a:cxn ang="0">
                <a:pos x="connsiteX128493" y="connsiteY128493"/>
              </a:cxn>
              <a:cxn ang="0">
                <a:pos x="connsiteX128494" y="connsiteY128494"/>
              </a:cxn>
              <a:cxn ang="0">
                <a:pos x="connsiteX128495" y="connsiteY128495"/>
              </a:cxn>
              <a:cxn ang="0">
                <a:pos x="connsiteX128496" y="connsiteY128496"/>
              </a:cxn>
              <a:cxn ang="0">
                <a:pos x="connsiteX128497" y="connsiteY128497"/>
              </a:cxn>
              <a:cxn ang="0">
                <a:pos x="connsiteX128498" y="connsiteY128498"/>
              </a:cxn>
              <a:cxn ang="0">
                <a:pos x="connsiteX128499" y="connsiteY128499"/>
              </a:cxn>
              <a:cxn ang="0">
                <a:pos x="connsiteX128500" y="connsiteY128500"/>
              </a:cxn>
              <a:cxn ang="0">
                <a:pos x="connsiteX128501" y="connsiteY128501"/>
              </a:cxn>
              <a:cxn ang="0">
                <a:pos x="connsiteX128502" y="connsiteY128502"/>
              </a:cxn>
              <a:cxn ang="0">
                <a:pos x="connsiteX128503" y="connsiteY128503"/>
              </a:cxn>
              <a:cxn ang="0">
                <a:pos x="connsiteX128504" y="connsiteY128504"/>
              </a:cxn>
              <a:cxn ang="0">
                <a:pos x="connsiteX128505" y="connsiteY128505"/>
              </a:cxn>
              <a:cxn ang="0">
                <a:pos x="connsiteX128506" y="connsiteY128506"/>
              </a:cxn>
              <a:cxn ang="0">
                <a:pos x="connsiteX128507" y="connsiteY128507"/>
              </a:cxn>
              <a:cxn ang="0">
                <a:pos x="connsiteX128508" y="connsiteY128508"/>
              </a:cxn>
              <a:cxn ang="0">
                <a:pos x="connsiteX128509" y="connsiteY128509"/>
              </a:cxn>
              <a:cxn ang="0">
                <a:pos x="connsiteX128510" y="connsiteY128510"/>
              </a:cxn>
              <a:cxn ang="0">
                <a:pos x="connsiteX128511" y="connsiteY128511"/>
              </a:cxn>
              <a:cxn ang="0">
                <a:pos x="connsiteX128512" y="connsiteY128512"/>
              </a:cxn>
              <a:cxn ang="0">
                <a:pos x="connsiteX128513" y="connsiteY128513"/>
              </a:cxn>
              <a:cxn ang="0">
                <a:pos x="connsiteX128514" y="connsiteY128514"/>
              </a:cxn>
              <a:cxn ang="0">
                <a:pos x="connsiteX128515" y="connsiteY128515"/>
              </a:cxn>
              <a:cxn ang="0">
                <a:pos x="connsiteX128516" y="connsiteY128516"/>
              </a:cxn>
              <a:cxn ang="0">
                <a:pos x="connsiteX128517" y="connsiteY128517"/>
              </a:cxn>
              <a:cxn ang="0">
                <a:pos x="connsiteX128518" y="connsiteY128518"/>
              </a:cxn>
              <a:cxn ang="0">
                <a:pos x="connsiteX128519" y="connsiteY128519"/>
              </a:cxn>
              <a:cxn ang="0">
                <a:pos x="connsiteX128520" y="connsiteY128520"/>
              </a:cxn>
              <a:cxn ang="0">
                <a:pos x="connsiteX128521" y="connsiteY128521"/>
              </a:cxn>
              <a:cxn ang="0">
                <a:pos x="connsiteX128522" y="connsiteY128522"/>
              </a:cxn>
              <a:cxn ang="0">
                <a:pos x="connsiteX128523" y="connsiteY128523"/>
              </a:cxn>
              <a:cxn ang="0">
                <a:pos x="connsiteX128524" y="connsiteY128524"/>
              </a:cxn>
              <a:cxn ang="0">
                <a:pos x="connsiteX128525" y="connsiteY128525"/>
              </a:cxn>
              <a:cxn ang="0">
                <a:pos x="connsiteX128526" y="connsiteY128526"/>
              </a:cxn>
              <a:cxn ang="0">
                <a:pos x="connsiteX128527" y="connsiteY128527"/>
              </a:cxn>
              <a:cxn ang="0">
                <a:pos x="connsiteX128528" y="connsiteY128528"/>
              </a:cxn>
              <a:cxn ang="0">
                <a:pos x="connsiteX128529" y="connsiteY128529"/>
              </a:cxn>
              <a:cxn ang="0">
                <a:pos x="connsiteX128530" y="connsiteY128530"/>
              </a:cxn>
              <a:cxn ang="0">
                <a:pos x="connsiteX128531" y="connsiteY128531"/>
              </a:cxn>
              <a:cxn ang="0">
                <a:pos x="connsiteX128532" y="connsiteY128532"/>
              </a:cxn>
              <a:cxn ang="0">
                <a:pos x="connsiteX128533" y="connsiteY128533"/>
              </a:cxn>
              <a:cxn ang="0">
                <a:pos x="connsiteX128534" y="connsiteY128534"/>
              </a:cxn>
              <a:cxn ang="0">
                <a:pos x="connsiteX128535" y="connsiteY128535"/>
              </a:cxn>
              <a:cxn ang="0">
                <a:pos x="connsiteX128536" y="connsiteY128536"/>
              </a:cxn>
              <a:cxn ang="0">
                <a:pos x="connsiteX128537" y="connsiteY128537"/>
              </a:cxn>
              <a:cxn ang="0">
                <a:pos x="connsiteX128538" y="connsiteY128538"/>
              </a:cxn>
              <a:cxn ang="0">
                <a:pos x="connsiteX128539" y="connsiteY128539"/>
              </a:cxn>
              <a:cxn ang="0">
                <a:pos x="connsiteX128540" y="connsiteY128540"/>
              </a:cxn>
              <a:cxn ang="0">
                <a:pos x="connsiteX128541" y="connsiteY128541"/>
              </a:cxn>
              <a:cxn ang="0">
                <a:pos x="connsiteX128542" y="connsiteY128542"/>
              </a:cxn>
              <a:cxn ang="0">
                <a:pos x="connsiteX128543" y="connsiteY128543"/>
              </a:cxn>
              <a:cxn ang="0">
                <a:pos x="connsiteX128544" y="connsiteY128544"/>
              </a:cxn>
              <a:cxn ang="0">
                <a:pos x="connsiteX128545" y="connsiteY128545"/>
              </a:cxn>
              <a:cxn ang="0">
                <a:pos x="connsiteX128546" y="connsiteY128546"/>
              </a:cxn>
              <a:cxn ang="0">
                <a:pos x="connsiteX128547" y="connsiteY128547"/>
              </a:cxn>
              <a:cxn ang="0">
                <a:pos x="connsiteX128548" y="connsiteY128548"/>
              </a:cxn>
              <a:cxn ang="0">
                <a:pos x="connsiteX128549" y="connsiteY128549"/>
              </a:cxn>
              <a:cxn ang="0">
                <a:pos x="connsiteX128550" y="connsiteY128550"/>
              </a:cxn>
              <a:cxn ang="0">
                <a:pos x="connsiteX128551" y="connsiteY128551"/>
              </a:cxn>
              <a:cxn ang="0">
                <a:pos x="connsiteX128552" y="connsiteY128552"/>
              </a:cxn>
              <a:cxn ang="0">
                <a:pos x="connsiteX128553" y="connsiteY128553"/>
              </a:cxn>
              <a:cxn ang="0">
                <a:pos x="connsiteX128554" y="connsiteY128554"/>
              </a:cxn>
              <a:cxn ang="0">
                <a:pos x="connsiteX128555" y="connsiteY128555"/>
              </a:cxn>
              <a:cxn ang="0">
                <a:pos x="connsiteX128556" y="connsiteY128556"/>
              </a:cxn>
              <a:cxn ang="0">
                <a:pos x="connsiteX128557" y="connsiteY128557"/>
              </a:cxn>
              <a:cxn ang="0">
                <a:pos x="connsiteX128558" y="connsiteY128558"/>
              </a:cxn>
              <a:cxn ang="0">
                <a:pos x="connsiteX128559" y="connsiteY128559"/>
              </a:cxn>
              <a:cxn ang="0">
                <a:pos x="connsiteX128560" y="connsiteY128560"/>
              </a:cxn>
              <a:cxn ang="0">
                <a:pos x="connsiteX128561" y="connsiteY128561"/>
              </a:cxn>
              <a:cxn ang="0">
                <a:pos x="connsiteX128562" y="connsiteY128562"/>
              </a:cxn>
              <a:cxn ang="0">
                <a:pos x="connsiteX128563" y="connsiteY128563"/>
              </a:cxn>
              <a:cxn ang="0">
                <a:pos x="connsiteX128564" y="connsiteY128564"/>
              </a:cxn>
              <a:cxn ang="0">
                <a:pos x="connsiteX128565" y="connsiteY128565"/>
              </a:cxn>
              <a:cxn ang="0">
                <a:pos x="connsiteX128566" y="connsiteY128566"/>
              </a:cxn>
              <a:cxn ang="0">
                <a:pos x="connsiteX128567" y="connsiteY128567"/>
              </a:cxn>
              <a:cxn ang="0">
                <a:pos x="connsiteX128568" y="connsiteY128568"/>
              </a:cxn>
              <a:cxn ang="0">
                <a:pos x="connsiteX128569" y="connsiteY128569"/>
              </a:cxn>
              <a:cxn ang="0">
                <a:pos x="connsiteX128570" y="connsiteY128570"/>
              </a:cxn>
              <a:cxn ang="0">
                <a:pos x="connsiteX128571" y="connsiteY128571"/>
              </a:cxn>
              <a:cxn ang="0">
                <a:pos x="connsiteX128572" y="connsiteY128572"/>
              </a:cxn>
              <a:cxn ang="0">
                <a:pos x="connsiteX128573" y="connsiteY128573"/>
              </a:cxn>
              <a:cxn ang="0">
                <a:pos x="connsiteX128574" y="connsiteY128574"/>
              </a:cxn>
              <a:cxn ang="0">
                <a:pos x="connsiteX128575" y="connsiteY128575"/>
              </a:cxn>
              <a:cxn ang="0">
                <a:pos x="connsiteX128576" y="connsiteY128576"/>
              </a:cxn>
              <a:cxn ang="0">
                <a:pos x="connsiteX128577" y="connsiteY128577"/>
              </a:cxn>
              <a:cxn ang="0">
                <a:pos x="connsiteX128578" y="connsiteY128578"/>
              </a:cxn>
              <a:cxn ang="0">
                <a:pos x="connsiteX128579" y="connsiteY128579"/>
              </a:cxn>
              <a:cxn ang="0">
                <a:pos x="connsiteX128580" y="connsiteY128580"/>
              </a:cxn>
              <a:cxn ang="0">
                <a:pos x="connsiteX128581" y="connsiteY128581"/>
              </a:cxn>
              <a:cxn ang="0">
                <a:pos x="connsiteX128582" y="connsiteY128582"/>
              </a:cxn>
              <a:cxn ang="0">
                <a:pos x="connsiteX128583" y="connsiteY128583"/>
              </a:cxn>
              <a:cxn ang="0">
                <a:pos x="connsiteX128584" y="connsiteY128584"/>
              </a:cxn>
              <a:cxn ang="0">
                <a:pos x="connsiteX128585" y="connsiteY128585"/>
              </a:cxn>
              <a:cxn ang="0">
                <a:pos x="connsiteX128586" y="connsiteY128586"/>
              </a:cxn>
              <a:cxn ang="0">
                <a:pos x="connsiteX128587" y="connsiteY128587"/>
              </a:cxn>
              <a:cxn ang="0">
                <a:pos x="connsiteX128588" y="connsiteY128588"/>
              </a:cxn>
              <a:cxn ang="0">
                <a:pos x="connsiteX128589" y="connsiteY128589"/>
              </a:cxn>
              <a:cxn ang="0">
                <a:pos x="connsiteX128590" y="connsiteY128590"/>
              </a:cxn>
              <a:cxn ang="0">
                <a:pos x="connsiteX128591" y="connsiteY128591"/>
              </a:cxn>
              <a:cxn ang="0">
                <a:pos x="connsiteX128592" y="connsiteY128592"/>
              </a:cxn>
              <a:cxn ang="0">
                <a:pos x="connsiteX128593" y="connsiteY128593"/>
              </a:cxn>
              <a:cxn ang="0">
                <a:pos x="connsiteX128594" y="connsiteY128594"/>
              </a:cxn>
              <a:cxn ang="0">
                <a:pos x="connsiteX128595" y="connsiteY128595"/>
              </a:cxn>
              <a:cxn ang="0">
                <a:pos x="connsiteX128596" y="connsiteY128596"/>
              </a:cxn>
              <a:cxn ang="0">
                <a:pos x="connsiteX128597" y="connsiteY128597"/>
              </a:cxn>
              <a:cxn ang="0">
                <a:pos x="connsiteX128598" y="connsiteY128598"/>
              </a:cxn>
              <a:cxn ang="0">
                <a:pos x="connsiteX128599" y="connsiteY128599"/>
              </a:cxn>
              <a:cxn ang="0">
                <a:pos x="connsiteX128600" y="connsiteY128600"/>
              </a:cxn>
              <a:cxn ang="0">
                <a:pos x="connsiteX128601" y="connsiteY128601"/>
              </a:cxn>
              <a:cxn ang="0">
                <a:pos x="connsiteX128602" y="connsiteY128602"/>
              </a:cxn>
              <a:cxn ang="0">
                <a:pos x="connsiteX128603" y="connsiteY128603"/>
              </a:cxn>
              <a:cxn ang="0">
                <a:pos x="connsiteX128604" y="connsiteY128604"/>
              </a:cxn>
              <a:cxn ang="0">
                <a:pos x="connsiteX128605" y="connsiteY128605"/>
              </a:cxn>
              <a:cxn ang="0">
                <a:pos x="connsiteX128606" y="connsiteY128606"/>
              </a:cxn>
              <a:cxn ang="0">
                <a:pos x="connsiteX128607" y="connsiteY128607"/>
              </a:cxn>
              <a:cxn ang="0">
                <a:pos x="connsiteX128608" y="connsiteY128608"/>
              </a:cxn>
              <a:cxn ang="0">
                <a:pos x="connsiteX128609" y="connsiteY128609"/>
              </a:cxn>
              <a:cxn ang="0">
                <a:pos x="connsiteX128610" y="connsiteY128610"/>
              </a:cxn>
              <a:cxn ang="0">
                <a:pos x="connsiteX128611" y="connsiteY128611"/>
              </a:cxn>
              <a:cxn ang="0">
                <a:pos x="connsiteX128612" y="connsiteY128612"/>
              </a:cxn>
              <a:cxn ang="0">
                <a:pos x="connsiteX128613" y="connsiteY128613"/>
              </a:cxn>
              <a:cxn ang="0">
                <a:pos x="connsiteX128614" y="connsiteY128614"/>
              </a:cxn>
              <a:cxn ang="0">
                <a:pos x="connsiteX128615" y="connsiteY128615"/>
              </a:cxn>
              <a:cxn ang="0">
                <a:pos x="connsiteX128616" y="connsiteY128616"/>
              </a:cxn>
              <a:cxn ang="0">
                <a:pos x="connsiteX128617" y="connsiteY128617"/>
              </a:cxn>
              <a:cxn ang="0">
                <a:pos x="connsiteX128618" y="connsiteY128618"/>
              </a:cxn>
              <a:cxn ang="0">
                <a:pos x="connsiteX128619" y="connsiteY128619"/>
              </a:cxn>
              <a:cxn ang="0">
                <a:pos x="connsiteX128620" y="connsiteY128620"/>
              </a:cxn>
              <a:cxn ang="0">
                <a:pos x="connsiteX128621" y="connsiteY128621"/>
              </a:cxn>
              <a:cxn ang="0">
                <a:pos x="connsiteX128622" y="connsiteY128622"/>
              </a:cxn>
              <a:cxn ang="0">
                <a:pos x="connsiteX128623" y="connsiteY128623"/>
              </a:cxn>
              <a:cxn ang="0">
                <a:pos x="connsiteX128624" y="connsiteY128624"/>
              </a:cxn>
              <a:cxn ang="0">
                <a:pos x="connsiteX128625" y="connsiteY128625"/>
              </a:cxn>
              <a:cxn ang="0">
                <a:pos x="connsiteX128626" y="connsiteY128626"/>
              </a:cxn>
              <a:cxn ang="0">
                <a:pos x="connsiteX128627" y="connsiteY128627"/>
              </a:cxn>
              <a:cxn ang="0">
                <a:pos x="connsiteX128628" y="connsiteY128628"/>
              </a:cxn>
              <a:cxn ang="0">
                <a:pos x="connsiteX128629" y="connsiteY128629"/>
              </a:cxn>
              <a:cxn ang="0">
                <a:pos x="connsiteX128630" y="connsiteY128630"/>
              </a:cxn>
              <a:cxn ang="0">
                <a:pos x="connsiteX128631" y="connsiteY128631"/>
              </a:cxn>
              <a:cxn ang="0">
                <a:pos x="connsiteX128632" y="connsiteY128632"/>
              </a:cxn>
              <a:cxn ang="0">
                <a:pos x="connsiteX128633" y="connsiteY128633"/>
              </a:cxn>
              <a:cxn ang="0">
                <a:pos x="connsiteX128634" y="connsiteY128634"/>
              </a:cxn>
              <a:cxn ang="0">
                <a:pos x="connsiteX128635" y="connsiteY128635"/>
              </a:cxn>
              <a:cxn ang="0">
                <a:pos x="connsiteX128636" y="connsiteY128636"/>
              </a:cxn>
              <a:cxn ang="0">
                <a:pos x="connsiteX128637" y="connsiteY128637"/>
              </a:cxn>
              <a:cxn ang="0">
                <a:pos x="connsiteX128638" y="connsiteY128638"/>
              </a:cxn>
              <a:cxn ang="0">
                <a:pos x="connsiteX128639" y="connsiteY128639"/>
              </a:cxn>
              <a:cxn ang="0">
                <a:pos x="connsiteX128640" y="connsiteY128640"/>
              </a:cxn>
              <a:cxn ang="0">
                <a:pos x="connsiteX128641" y="connsiteY128641"/>
              </a:cxn>
              <a:cxn ang="0">
                <a:pos x="connsiteX128642" y="connsiteY128642"/>
              </a:cxn>
              <a:cxn ang="0">
                <a:pos x="connsiteX128643" y="connsiteY128643"/>
              </a:cxn>
              <a:cxn ang="0">
                <a:pos x="connsiteX128644" y="connsiteY128644"/>
              </a:cxn>
              <a:cxn ang="0">
                <a:pos x="connsiteX128645" y="connsiteY128645"/>
              </a:cxn>
              <a:cxn ang="0">
                <a:pos x="connsiteX128646" y="connsiteY128646"/>
              </a:cxn>
              <a:cxn ang="0">
                <a:pos x="connsiteX128647" y="connsiteY128647"/>
              </a:cxn>
              <a:cxn ang="0">
                <a:pos x="connsiteX128648" y="connsiteY128648"/>
              </a:cxn>
              <a:cxn ang="0">
                <a:pos x="connsiteX128649" y="connsiteY128649"/>
              </a:cxn>
              <a:cxn ang="0">
                <a:pos x="connsiteX128650" y="connsiteY128650"/>
              </a:cxn>
              <a:cxn ang="0">
                <a:pos x="connsiteX128651" y="connsiteY128651"/>
              </a:cxn>
              <a:cxn ang="0">
                <a:pos x="connsiteX128652" y="connsiteY128652"/>
              </a:cxn>
              <a:cxn ang="0">
                <a:pos x="connsiteX128653" y="connsiteY128653"/>
              </a:cxn>
              <a:cxn ang="0">
                <a:pos x="connsiteX128654" y="connsiteY128654"/>
              </a:cxn>
              <a:cxn ang="0">
                <a:pos x="connsiteX128655" y="connsiteY128655"/>
              </a:cxn>
              <a:cxn ang="0">
                <a:pos x="connsiteX128656" y="connsiteY128656"/>
              </a:cxn>
              <a:cxn ang="0">
                <a:pos x="connsiteX128657" y="connsiteY128657"/>
              </a:cxn>
              <a:cxn ang="0">
                <a:pos x="connsiteX128658" y="connsiteY128658"/>
              </a:cxn>
              <a:cxn ang="0">
                <a:pos x="connsiteX128659" y="connsiteY128659"/>
              </a:cxn>
              <a:cxn ang="0">
                <a:pos x="connsiteX128660" y="connsiteY128660"/>
              </a:cxn>
              <a:cxn ang="0">
                <a:pos x="connsiteX128661" y="connsiteY128661"/>
              </a:cxn>
              <a:cxn ang="0">
                <a:pos x="connsiteX128662" y="connsiteY128662"/>
              </a:cxn>
              <a:cxn ang="0">
                <a:pos x="connsiteX128663" y="connsiteY128663"/>
              </a:cxn>
              <a:cxn ang="0">
                <a:pos x="connsiteX128664" y="connsiteY128664"/>
              </a:cxn>
              <a:cxn ang="0">
                <a:pos x="connsiteX128665" y="connsiteY128665"/>
              </a:cxn>
              <a:cxn ang="0">
                <a:pos x="connsiteX128666" y="connsiteY128666"/>
              </a:cxn>
              <a:cxn ang="0">
                <a:pos x="connsiteX128667" y="connsiteY128667"/>
              </a:cxn>
              <a:cxn ang="0">
                <a:pos x="connsiteX128668" y="connsiteY128668"/>
              </a:cxn>
              <a:cxn ang="0">
                <a:pos x="connsiteX128669" y="connsiteY128669"/>
              </a:cxn>
              <a:cxn ang="0">
                <a:pos x="connsiteX128670" y="connsiteY128670"/>
              </a:cxn>
              <a:cxn ang="0">
                <a:pos x="connsiteX128671" y="connsiteY128671"/>
              </a:cxn>
              <a:cxn ang="0">
                <a:pos x="connsiteX128672" y="connsiteY128672"/>
              </a:cxn>
              <a:cxn ang="0">
                <a:pos x="connsiteX128673" y="connsiteY128673"/>
              </a:cxn>
              <a:cxn ang="0">
                <a:pos x="connsiteX128674" y="connsiteY128674"/>
              </a:cxn>
              <a:cxn ang="0">
                <a:pos x="connsiteX128675" y="connsiteY128675"/>
              </a:cxn>
              <a:cxn ang="0">
                <a:pos x="connsiteX128676" y="connsiteY128676"/>
              </a:cxn>
              <a:cxn ang="0">
                <a:pos x="connsiteX128677" y="connsiteY128677"/>
              </a:cxn>
              <a:cxn ang="0">
                <a:pos x="connsiteX128678" y="connsiteY128678"/>
              </a:cxn>
              <a:cxn ang="0">
                <a:pos x="connsiteX128679" y="connsiteY128679"/>
              </a:cxn>
              <a:cxn ang="0">
                <a:pos x="connsiteX128680" y="connsiteY128680"/>
              </a:cxn>
              <a:cxn ang="0">
                <a:pos x="connsiteX128681" y="connsiteY128681"/>
              </a:cxn>
              <a:cxn ang="0">
                <a:pos x="connsiteX128682" y="connsiteY128682"/>
              </a:cxn>
              <a:cxn ang="0">
                <a:pos x="connsiteX128683" y="connsiteY128683"/>
              </a:cxn>
              <a:cxn ang="0">
                <a:pos x="connsiteX128684" y="connsiteY128684"/>
              </a:cxn>
              <a:cxn ang="0">
                <a:pos x="connsiteX128685" y="connsiteY128685"/>
              </a:cxn>
              <a:cxn ang="0">
                <a:pos x="connsiteX128686" y="connsiteY128686"/>
              </a:cxn>
              <a:cxn ang="0">
                <a:pos x="connsiteX128687" y="connsiteY128687"/>
              </a:cxn>
              <a:cxn ang="0">
                <a:pos x="connsiteX128688" y="connsiteY128688"/>
              </a:cxn>
              <a:cxn ang="0">
                <a:pos x="connsiteX128689" y="connsiteY128689"/>
              </a:cxn>
              <a:cxn ang="0">
                <a:pos x="connsiteX128690" y="connsiteY128690"/>
              </a:cxn>
              <a:cxn ang="0">
                <a:pos x="connsiteX128691" y="connsiteY128691"/>
              </a:cxn>
              <a:cxn ang="0">
                <a:pos x="connsiteX128692" y="connsiteY128692"/>
              </a:cxn>
              <a:cxn ang="0">
                <a:pos x="connsiteX128693" y="connsiteY128693"/>
              </a:cxn>
              <a:cxn ang="0">
                <a:pos x="connsiteX128694" y="connsiteY128694"/>
              </a:cxn>
            </a:cxnLst>
            <a:rect l="l" t="t" r="r" b="b"/>
            <a:pathLst>
              <a:path w="2119654" h="2398711">
                <a:moveTo>
                  <a:pt x="1870937" y="1872928"/>
                </a:moveTo>
                <a:lnTo>
                  <a:pt x="1917237" y="1860663"/>
                </a:lnTo>
                <a:lnTo>
                  <a:pt x="1931195" y="1856634"/>
                </a:lnTo>
                <a:lnTo>
                  <a:pt x="1931072" y="1856806"/>
                </a:lnTo>
                <a:lnTo>
                  <a:pt x="1905852" y="1864086"/>
                </a:lnTo>
                <a:close/>
                <a:moveTo>
                  <a:pt x="1965371" y="1606881"/>
                </a:moveTo>
                <a:lnTo>
                  <a:pt x="2016537" y="1572883"/>
                </a:lnTo>
                <a:lnTo>
                  <a:pt x="2032713" y="1561818"/>
                </a:lnTo>
                <a:lnTo>
                  <a:pt x="2032628" y="1562089"/>
                </a:lnTo>
                <a:lnTo>
                  <a:pt x="2003400" y="1582083"/>
                </a:lnTo>
                <a:close/>
                <a:moveTo>
                  <a:pt x="1842268" y="1880187"/>
                </a:moveTo>
                <a:lnTo>
                  <a:pt x="1870937" y="1872928"/>
                </a:lnTo>
                <a:lnTo>
                  <a:pt x="1846059" y="1879518"/>
                </a:lnTo>
                <a:close/>
                <a:moveTo>
                  <a:pt x="1959571" y="1610664"/>
                </a:moveTo>
                <a:lnTo>
                  <a:pt x="1965371" y="1606881"/>
                </a:lnTo>
                <a:lnTo>
                  <a:pt x="1960850" y="1609887"/>
                </a:lnTo>
                <a:close/>
                <a:moveTo>
                  <a:pt x="1893618" y="1724861"/>
                </a:moveTo>
                <a:lnTo>
                  <a:pt x="1895703" y="1729616"/>
                </a:lnTo>
                <a:lnTo>
                  <a:pt x="1905028" y="1720683"/>
                </a:lnTo>
                <a:close/>
                <a:moveTo>
                  <a:pt x="1884026" y="1743652"/>
                </a:moveTo>
                <a:lnTo>
                  <a:pt x="1885988" y="1750844"/>
                </a:lnTo>
                <a:lnTo>
                  <a:pt x="1902012" y="1744763"/>
                </a:lnTo>
                <a:lnTo>
                  <a:pt x="1900344" y="1740960"/>
                </a:lnTo>
                <a:close/>
                <a:moveTo>
                  <a:pt x="1883568" y="1741973"/>
                </a:moveTo>
                <a:lnTo>
                  <a:pt x="1883953" y="1743383"/>
                </a:lnTo>
                <a:lnTo>
                  <a:pt x="1887112" y="1742905"/>
                </a:lnTo>
                <a:lnTo>
                  <a:pt x="1900247" y="1740737"/>
                </a:lnTo>
                <a:lnTo>
                  <a:pt x="1895694" y="1730358"/>
                </a:lnTo>
                <a:close/>
                <a:moveTo>
                  <a:pt x="1881747" y="1743717"/>
                </a:moveTo>
                <a:lnTo>
                  <a:pt x="1883630" y="1743432"/>
                </a:lnTo>
                <a:lnTo>
                  <a:pt x="1883302" y="1742227"/>
                </a:lnTo>
                <a:close/>
                <a:moveTo>
                  <a:pt x="1924150" y="1633764"/>
                </a:moveTo>
                <a:lnTo>
                  <a:pt x="1931128" y="1631313"/>
                </a:lnTo>
                <a:lnTo>
                  <a:pt x="1930156" y="1629847"/>
                </a:lnTo>
                <a:close/>
                <a:moveTo>
                  <a:pt x="1888252" y="1712629"/>
                </a:moveTo>
                <a:lnTo>
                  <a:pt x="1893425" y="1724421"/>
                </a:lnTo>
                <a:lnTo>
                  <a:pt x="1905578" y="1720157"/>
                </a:lnTo>
                <a:lnTo>
                  <a:pt x="1923860" y="1702645"/>
                </a:lnTo>
                <a:lnTo>
                  <a:pt x="1934939" y="1691744"/>
                </a:lnTo>
                <a:close/>
                <a:moveTo>
                  <a:pt x="1837672" y="1825200"/>
                </a:moveTo>
                <a:lnTo>
                  <a:pt x="1837991" y="1825683"/>
                </a:lnTo>
                <a:lnTo>
                  <a:pt x="1838210" y="1825639"/>
                </a:lnTo>
                <a:lnTo>
                  <a:pt x="1837762" y="1825140"/>
                </a:lnTo>
                <a:close/>
                <a:moveTo>
                  <a:pt x="1880237" y="1729760"/>
                </a:moveTo>
                <a:lnTo>
                  <a:pt x="1883409" y="1741392"/>
                </a:lnTo>
                <a:lnTo>
                  <a:pt x="1895467" y="1729842"/>
                </a:lnTo>
                <a:lnTo>
                  <a:pt x="1893329" y="1724967"/>
                </a:lnTo>
                <a:close/>
                <a:moveTo>
                  <a:pt x="1837269" y="1824592"/>
                </a:moveTo>
                <a:lnTo>
                  <a:pt x="1837301" y="1824641"/>
                </a:lnTo>
                <a:lnTo>
                  <a:pt x="1837308" y="1824636"/>
                </a:lnTo>
                <a:close/>
                <a:moveTo>
                  <a:pt x="1836495" y="1825982"/>
                </a:moveTo>
                <a:lnTo>
                  <a:pt x="1837800" y="1825721"/>
                </a:lnTo>
                <a:lnTo>
                  <a:pt x="1837522" y="1825300"/>
                </a:lnTo>
                <a:close/>
                <a:moveTo>
                  <a:pt x="1866644" y="1758184"/>
                </a:moveTo>
                <a:lnTo>
                  <a:pt x="1885684" y="1750959"/>
                </a:lnTo>
                <a:lnTo>
                  <a:pt x="1883705" y="1743706"/>
                </a:lnTo>
                <a:lnTo>
                  <a:pt x="1881354" y="1744093"/>
                </a:lnTo>
                <a:close/>
                <a:moveTo>
                  <a:pt x="1835518" y="1821950"/>
                </a:moveTo>
                <a:lnTo>
                  <a:pt x="1836631" y="1823629"/>
                </a:lnTo>
                <a:lnTo>
                  <a:pt x="1837451" y="1824541"/>
                </a:lnTo>
                <a:lnTo>
                  <a:pt x="1843410" y="1820582"/>
                </a:lnTo>
                <a:close/>
                <a:moveTo>
                  <a:pt x="1835174" y="1822010"/>
                </a:moveTo>
                <a:lnTo>
                  <a:pt x="1835724" y="1822622"/>
                </a:lnTo>
                <a:lnTo>
                  <a:pt x="1835293" y="1821990"/>
                </a:lnTo>
                <a:close/>
                <a:moveTo>
                  <a:pt x="1833596" y="1819050"/>
                </a:moveTo>
                <a:lnTo>
                  <a:pt x="1835202" y="1821472"/>
                </a:lnTo>
                <a:lnTo>
                  <a:pt x="1844495" y="1819860"/>
                </a:lnTo>
                <a:lnTo>
                  <a:pt x="1866138" y="1805478"/>
                </a:lnTo>
                <a:close/>
                <a:moveTo>
                  <a:pt x="1832808" y="1819378"/>
                </a:moveTo>
                <a:lnTo>
                  <a:pt x="1834759" y="1821549"/>
                </a:lnTo>
                <a:lnTo>
                  <a:pt x="1834967" y="1821513"/>
                </a:lnTo>
                <a:lnTo>
                  <a:pt x="1833354" y="1819150"/>
                </a:lnTo>
                <a:close/>
                <a:moveTo>
                  <a:pt x="1876944" y="1717688"/>
                </a:moveTo>
                <a:lnTo>
                  <a:pt x="1880060" y="1729112"/>
                </a:lnTo>
                <a:lnTo>
                  <a:pt x="1893129" y="1724525"/>
                </a:lnTo>
                <a:lnTo>
                  <a:pt x="1887806" y="1712829"/>
                </a:lnTo>
                <a:close/>
                <a:moveTo>
                  <a:pt x="1799671" y="1881061"/>
                </a:moveTo>
                <a:lnTo>
                  <a:pt x="1801492" y="1887395"/>
                </a:lnTo>
                <a:lnTo>
                  <a:pt x="1808027" y="1886240"/>
                </a:lnTo>
                <a:lnTo>
                  <a:pt x="1804624" y="1878763"/>
                </a:lnTo>
                <a:close/>
                <a:moveTo>
                  <a:pt x="1881249" y="1696785"/>
                </a:moveTo>
                <a:lnTo>
                  <a:pt x="1882694" y="1699959"/>
                </a:lnTo>
                <a:lnTo>
                  <a:pt x="1893680" y="1689787"/>
                </a:lnTo>
                <a:close/>
                <a:moveTo>
                  <a:pt x="1874303" y="1708167"/>
                </a:moveTo>
                <a:lnTo>
                  <a:pt x="1875149" y="1711109"/>
                </a:lnTo>
                <a:lnTo>
                  <a:pt x="1876632" y="1716543"/>
                </a:lnTo>
                <a:lnTo>
                  <a:pt x="1887329" y="1711783"/>
                </a:lnTo>
                <a:lnTo>
                  <a:pt x="1882310" y="1700753"/>
                </a:lnTo>
                <a:close/>
                <a:moveTo>
                  <a:pt x="1822504" y="1823675"/>
                </a:moveTo>
                <a:lnTo>
                  <a:pt x="1834563" y="1821583"/>
                </a:lnTo>
                <a:lnTo>
                  <a:pt x="1832643" y="1819447"/>
                </a:lnTo>
                <a:close/>
                <a:moveTo>
                  <a:pt x="1795105" y="1883180"/>
                </a:moveTo>
                <a:lnTo>
                  <a:pt x="1796337" y="1888306"/>
                </a:lnTo>
                <a:lnTo>
                  <a:pt x="1800960" y="1887489"/>
                </a:lnTo>
                <a:lnTo>
                  <a:pt x="1799177" y="1881291"/>
                </a:lnTo>
                <a:close/>
                <a:moveTo>
                  <a:pt x="1826771" y="1808798"/>
                </a:moveTo>
                <a:lnTo>
                  <a:pt x="1827854" y="1810385"/>
                </a:lnTo>
                <a:lnTo>
                  <a:pt x="1833284" y="1818578"/>
                </a:lnTo>
                <a:lnTo>
                  <a:pt x="1866449" y="1804748"/>
                </a:lnTo>
                <a:close/>
                <a:moveTo>
                  <a:pt x="1872454" y="1701737"/>
                </a:moveTo>
                <a:lnTo>
                  <a:pt x="1874192" y="1707783"/>
                </a:lnTo>
                <a:lnTo>
                  <a:pt x="1876229" y="1705947"/>
                </a:lnTo>
                <a:lnTo>
                  <a:pt x="1882169" y="1700446"/>
                </a:lnTo>
                <a:lnTo>
                  <a:pt x="1880656" y="1697119"/>
                </a:lnTo>
                <a:close/>
                <a:moveTo>
                  <a:pt x="1823589" y="1809123"/>
                </a:moveTo>
                <a:lnTo>
                  <a:pt x="1832415" y="1818941"/>
                </a:lnTo>
                <a:lnTo>
                  <a:pt x="1833035" y="1818682"/>
                </a:lnTo>
                <a:lnTo>
                  <a:pt x="1826319" y="1808844"/>
                </a:lnTo>
                <a:close/>
                <a:moveTo>
                  <a:pt x="1911810" y="1604229"/>
                </a:moveTo>
                <a:lnTo>
                  <a:pt x="1916916" y="1609910"/>
                </a:lnTo>
                <a:lnTo>
                  <a:pt x="1912655" y="1603668"/>
                </a:lnTo>
                <a:close/>
                <a:moveTo>
                  <a:pt x="1858888" y="1722443"/>
                </a:moveTo>
                <a:lnTo>
                  <a:pt x="1860225" y="1723843"/>
                </a:lnTo>
                <a:lnTo>
                  <a:pt x="1876039" y="1716807"/>
                </a:lnTo>
                <a:lnTo>
                  <a:pt x="1873712" y="1708715"/>
                </a:lnTo>
                <a:close/>
                <a:moveTo>
                  <a:pt x="1807839" y="1832763"/>
                </a:moveTo>
                <a:lnTo>
                  <a:pt x="1809910" y="1842758"/>
                </a:lnTo>
                <a:lnTo>
                  <a:pt x="1811414" y="1841843"/>
                </a:lnTo>
                <a:lnTo>
                  <a:pt x="1832495" y="1827834"/>
                </a:lnTo>
                <a:close/>
                <a:moveTo>
                  <a:pt x="1869954" y="1693044"/>
                </a:moveTo>
                <a:lnTo>
                  <a:pt x="1872340" y="1701338"/>
                </a:lnTo>
                <a:lnTo>
                  <a:pt x="1880488" y="1696751"/>
                </a:lnTo>
                <a:lnTo>
                  <a:pt x="1877171" y="1689463"/>
                </a:lnTo>
                <a:close/>
                <a:moveTo>
                  <a:pt x="1854724" y="1726291"/>
                </a:moveTo>
                <a:lnTo>
                  <a:pt x="1860004" y="1723942"/>
                </a:lnTo>
                <a:lnTo>
                  <a:pt x="1858720" y="1722599"/>
                </a:lnTo>
                <a:lnTo>
                  <a:pt x="1855002" y="1726042"/>
                </a:lnTo>
                <a:close/>
                <a:moveTo>
                  <a:pt x="1869718" y="1692221"/>
                </a:moveTo>
                <a:lnTo>
                  <a:pt x="1869787" y="1692462"/>
                </a:lnTo>
                <a:lnTo>
                  <a:pt x="1876976" y="1689036"/>
                </a:lnTo>
                <a:lnTo>
                  <a:pt x="1876816" y="1688682"/>
                </a:lnTo>
                <a:close/>
                <a:moveTo>
                  <a:pt x="1807272" y="1830027"/>
                </a:moveTo>
                <a:lnTo>
                  <a:pt x="1807629" y="1831753"/>
                </a:lnTo>
                <a:lnTo>
                  <a:pt x="1834760" y="1826329"/>
                </a:lnTo>
                <a:lnTo>
                  <a:pt x="1837151" y="1824741"/>
                </a:lnTo>
                <a:lnTo>
                  <a:pt x="1836492" y="1823746"/>
                </a:lnTo>
                <a:lnTo>
                  <a:pt x="1836443" y="1823674"/>
                </a:lnTo>
                <a:lnTo>
                  <a:pt x="1834978" y="1822044"/>
                </a:lnTo>
                <a:lnTo>
                  <a:pt x="1820317" y="1824587"/>
                </a:lnTo>
                <a:close/>
                <a:moveTo>
                  <a:pt x="1817974" y="1802931"/>
                </a:moveTo>
                <a:lnTo>
                  <a:pt x="1819797" y="1804905"/>
                </a:lnTo>
                <a:lnTo>
                  <a:pt x="1823032" y="1808503"/>
                </a:lnTo>
                <a:lnTo>
                  <a:pt x="1825887" y="1808211"/>
                </a:lnTo>
                <a:lnTo>
                  <a:pt x="1820747" y="1800682"/>
                </a:lnTo>
                <a:lnTo>
                  <a:pt x="1820278" y="1800894"/>
                </a:lnTo>
                <a:close/>
                <a:moveTo>
                  <a:pt x="1806636" y="1826960"/>
                </a:moveTo>
                <a:lnTo>
                  <a:pt x="1807157" y="1829475"/>
                </a:lnTo>
                <a:lnTo>
                  <a:pt x="1817849" y="1825015"/>
                </a:lnTo>
                <a:close/>
                <a:moveTo>
                  <a:pt x="1777473" y="1891361"/>
                </a:moveTo>
                <a:lnTo>
                  <a:pt x="1779434" y="1891294"/>
                </a:lnTo>
                <a:lnTo>
                  <a:pt x="1796100" y="1888348"/>
                </a:lnTo>
                <a:lnTo>
                  <a:pt x="1794882" y="1883284"/>
                </a:lnTo>
                <a:close/>
                <a:moveTo>
                  <a:pt x="1792280" y="1855364"/>
                </a:moveTo>
                <a:lnTo>
                  <a:pt x="1799585" y="1880765"/>
                </a:lnTo>
                <a:lnTo>
                  <a:pt x="1804498" y="1878486"/>
                </a:lnTo>
                <a:lnTo>
                  <a:pt x="1793581" y="1854499"/>
                </a:lnTo>
                <a:close/>
                <a:moveTo>
                  <a:pt x="1708887" y="2039610"/>
                </a:moveTo>
                <a:lnTo>
                  <a:pt x="1713169" y="2040044"/>
                </a:lnTo>
                <a:lnTo>
                  <a:pt x="1713399" y="2038467"/>
                </a:lnTo>
                <a:close/>
                <a:moveTo>
                  <a:pt x="1905979" y="1597744"/>
                </a:moveTo>
                <a:lnTo>
                  <a:pt x="1911588" y="1603983"/>
                </a:lnTo>
                <a:lnTo>
                  <a:pt x="1912491" y="1603427"/>
                </a:lnTo>
                <a:lnTo>
                  <a:pt x="1907621" y="1596292"/>
                </a:lnTo>
                <a:close/>
                <a:moveTo>
                  <a:pt x="1792482" y="1850860"/>
                </a:moveTo>
                <a:lnTo>
                  <a:pt x="1793374" y="1852819"/>
                </a:lnTo>
                <a:lnTo>
                  <a:pt x="1796911" y="1850667"/>
                </a:lnTo>
                <a:close/>
                <a:moveTo>
                  <a:pt x="1788950" y="1857577"/>
                </a:moveTo>
                <a:lnTo>
                  <a:pt x="1795033" y="1882878"/>
                </a:lnTo>
                <a:lnTo>
                  <a:pt x="1799092" y="1880994"/>
                </a:lnTo>
                <a:lnTo>
                  <a:pt x="1791810" y="1855676"/>
                </a:lnTo>
                <a:close/>
                <a:moveTo>
                  <a:pt x="1810189" y="1809814"/>
                </a:moveTo>
                <a:lnTo>
                  <a:pt x="1822648" y="1808542"/>
                </a:lnTo>
                <a:lnTo>
                  <a:pt x="1817692" y="1803180"/>
                </a:lnTo>
                <a:close/>
                <a:moveTo>
                  <a:pt x="1798994" y="1833480"/>
                </a:moveTo>
                <a:lnTo>
                  <a:pt x="1807501" y="1831779"/>
                </a:lnTo>
                <a:lnTo>
                  <a:pt x="1807149" y="1830079"/>
                </a:lnTo>
                <a:close/>
                <a:moveTo>
                  <a:pt x="1791003" y="1850925"/>
                </a:moveTo>
                <a:lnTo>
                  <a:pt x="1791820" y="1853764"/>
                </a:lnTo>
                <a:lnTo>
                  <a:pt x="1792938" y="1853084"/>
                </a:lnTo>
                <a:lnTo>
                  <a:pt x="1791936" y="1850884"/>
                </a:lnTo>
                <a:close/>
                <a:moveTo>
                  <a:pt x="1819445" y="1786948"/>
                </a:moveTo>
                <a:lnTo>
                  <a:pt x="1820808" y="1786773"/>
                </a:lnTo>
                <a:lnTo>
                  <a:pt x="1836712" y="1784505"/>
                </a:lnTo>
                <a:lnTo>
                  <a:pt x="1844215" y="1777872"/>
                </a:lnTo>
                <a:close/>
                <a:moveTo>
                  <a:pt x="1743665" y="1955168"/>
                </a:moveTo>
                <a:lnTo>
                  <a:pt x="1746095" y="1954667"/>
                </a:lnTo>
                <a:lnTo>
                  <a:pt x="1745971" y="1954153"/>
                </a:lnTo>
                <a:close/>
                <a:moveTo>
                  <a:pt x="1850770" y="1713946"/>
                </a:moveTo>
                <a:lnTo>
                  <a:pt x="1858443" y="1721978"/>
                </a:lnTo>
                <a:lnTo>
                  <a:pt x="1873598" y="1708318"/>
                </a:lnTo>
                <a:lnTo>
                  <a:pt x="1871810" y="1702100"/>
                </a:lnTo>
                <a:close/>
                <a:moveTo>
                  <a:pt x="1857218" y="1698452"/>
                </a:moveTo>
                <a:lnTo>
                  <a:pt x="1869128" y="1692776"/>
                </a:lnTo>
                <a:lnTo>
                  <a:pt x="1869062" y="1692548"/>
                </a:lnTo>
                <a:close/>
                <a:moveTo>
                  <a:pt x="1804157" y="1815147"/>
                </a:moveTo>
                <a:lnTo>
                  <a:pt x="1804541" y="1816884"/>
                </a:lnTo>
                <a:lnTo>
                  <a:pt x="1811487" y="1812133"/>
                </a:lnTo>
                <a:lnTo>
                  <a:pt x="1811424" y="1812335"/>
                </a:lnTo>
                <a:lnTo>
                  <a:pt x="1804572" y="1817022"/>
                </a:lnTo>
                <a:lnTo>
                  <a:pt x="1804653" y="1817390"/>
                </a:lnTo>
                <a:lnTo>
                  <a:pt x="1806529" y="1826446"/>
                </a:lnTo>
                <a:lnTo>
                  <a:pt x="1820037" y="1824103"/>
                </a:lnTo>
                <a:lnTo>
                  <a:pt x="1832250" y="1819009"/>
                </a:lnTo>
                <a:lnTo>
                  <a:pt x="1829687" y="1816158"/>
                </a:lnTo>
                <a:lnTo>
                  <a:pt x="1823219" y="1809160"/>
                </a:lnTo>
                <a:lnTo>
                  <a:pt x="1809324" y="1810579"/>
                </a:lnTo>
                <a:close/>
                <a:moveTo>
                  <a:pt x="1787389" y="1851083"/>
                </a:moveTo>
                <a:lnTo>
                  <a:pt x="1788517" y="1855774"/>
                </a:lnTo>
                <a:lnTo>
                  <a:pt x="1791343" y="1854054"/>
                </a:lnTo>
                <a:lnTo>
                  <a:pt x="1790450" y="1850949"/>
                </a:lnTo>
                <a:close/>
                <a:moveTo>
                  <a:pt x="1789369" y="1845244"/>
                </a:moveTo>
                <a:lnTo>
                  <a:pt x="1790851" y="1850395"/>
                </a:lnTo>
                <a:lnTo>
                  <a:pt x="1791697" y="1850358"/>
                </a:lnTo>
                <a:close/>
                <a:moveTo>
                  <a:pt x="1786716" y="1851113"/>
                </a:moveTo>
                <a:lnTo>
                  <a:pt x="1787775" y="1856225"/>
                </a:lnTo>
                <a:lnTo>
                  <a:pt x="1788156" y="1855993"/>
                </a:lnTo>
                <a:lnTo>
                  <a:pt x="1786909" y="1851104"/>
                </a:lnTo>
                <a:close/>
                <a:moveTo>
                  <a:pt x="1731829" y="1973752"/>
                </a:moveTo>
                <a:lnTo>
                  <a:pt x="1735375" y="1987659"/>
                </a:lnTo>
                <a:lnTo>
                  <a:pt x="1739865" y="1987138"/>
                </a:lnTo>
                <a:lnTo>
                  <a:pt x="1739654" y="1987390"/>
                </a:lnTo>
                <a:lnTo>
                  <a:pt x="1735432" y="1987880"/>
                </a:lnTo>
                <a:lnTo>
                  <a:pt x="1736617" y="1992527"/>
                </a:lnTo>
                <a:lnTo>
                  <a:pt x="1745089" y="1990359"/>
                </a:lnTo>
                <a:lnTo>
                  <a:pt x="1744960" y="1990527"/>
                </a:lnTo>
                <a:lnTo>
                  <a:pt x="1736649" y="1992654"/>
                </a:lnTo>
                <a:lnTo>
                  <a:pt x="1737229" y="1994927"/>
                </a:lnTo>
                <a:lnTo>
                  <a:pt x="1754543" y="1990180"/>
                </a:lnTo>
                <a:lnTo>
                  <a:pt x="1753693" y="1986080"/>
                </a:lnTo>
                <a:lnTo>
                  <a:pt x="1750588" y="1973241"/>
                </a:lnTo>
                <a:close/>
                <a:moveTo>
                  <a:pt x="1813753" y="1789726"/>
                </a:moveTo>
                <a:lnTo>
                  <a:pt x="1820171" y="1799130"/>
                </a:lnTo>
                <a:lnTo>
                  <a:pt x="1836409" y="1784773"/>
                </a:lnTo>
                <a:lnTo>
                  <a:pt x="1818355" y="1787347"/>
                </a:lnTo>
                <a:lnTo>
                  <a:pt x="1816262" y="1788113"/>
                </a:lnTo>
                <a:close/>
                <a:moveTo>
                  <a:pt x="1833451" y="1745468"/>
                </a:moveTo>
                <a:lnTo>
                  <a:pt x="1879622" y="1729265"/>
                </a:lnTo>
                <a:lnTo>
                  <a:pt x="1876367" y="1717947"/>
                </a:lnTo>
                <a:lnTo>
                  <a:pt x="1851780" y="1728945"/>
                </a:lnTo>
                <a:lnTo>
                  <a:pt x="1836888" y="1742369"/>
                </a:lnTo>
                <a:lnTo>
                  <a:pt x="1852786" y="1733215"/>
                </a:lnTo>
                <a:lnTo>
                  <a:pt x="1852661" y="1733525"/>
                </a:lnTo>
                <a:lnTo>
                  <a:pt x="1836157" y="1743029"/>
                </a:lnTo>
                <a:close/>
                <a:moveTo>
                  <a:pt x="1813374" y="1789172"/>
                </a:moveTo>
                <a:lnTo>
                  <a:pt x="1813616" y="1789527"/>
                </a:lnTo>
                <a:lnTo>
                  <a:pt x="1815222" y="1788495"/>
                </a:lnTo>
                <a:close/>
                <a:moveTo>
                  <a:pt x="1718825" y="2000489"/>
                </a:moveTo>
                <a:lnTo>
                  <a:pt x="1716880" y="2015203"/>
                </a:lnTo>
                <a:lnTo>
                  <a:pt x="1742687" y="2018148"/>
                </a:lnTo>
                <a:lnTo>
                  <a:pt x="1741833" y="2014597"/>
                </a:lnTo>
                <a:lnTo>
                  <a:pt x="1736967" y="1995516"/>
                </a:lnTo>
                <a:close/>
                <a:moveTo>
                  <a:pt x="1889492" y="1618258"/>
                </a:moveTo>
                <a:lnTo>
                  <a:pt x="1917454" y="1610847"/>
                </a:lnTo>
                <a:lnTo>
                  <a:pt x="1911619" y="1604355"/>
                </a:lnTo>
                <a:lnTo>
                  <a:pt x="1906000" y="1608081"/>
                </a:lnTo>
                <a:close/>
                <a:moveTo>
                  <a:pt x="1803282" y="1811195"/>
                </a:moveTo>
                <a:lnTo>
                  <a:pt x="1803375" y="1811613"/>
                </a:lnTo>
                <a:lnTo>
                  <a:pt x="1806669" y="1811037"/>
                </a:lnTo>
                <a:lnTo>
                  <a:pt x="1806539" y="1811181"/>
                </a:lnTo>
                <a:lnTo>
                  <a:pt x="1806539" y="1811181"/>
                </a:lnTo>
                <a:lnTo>
                  <a:pt x="1803401" y="1811730"/>
                </a:lnTo>
                <a:lnTo>
                  <a:pt x="1803813" y="1813591"/>
                </a:lnTo>
                <a:lnTo>
                  <a:pt x="1806539" y="1811181"/>
                </a:lnTo>
                <a:lnTo>
                  <a:pt x="1806539" y="1811181"/>
                </a:lnTo>
                <a:lnTo>
                  <a:pt x="1806539" y="1811181"/>
                </a:lnTo>
                <a:lnTo>
                  <a:pt x="1806947" y="1810820"/>
                </a:lnTo>
                <a:close/>
                <a:moveTo>
                  <a:pt x="1812680" y="1788157"/>
                </a:moveTo>
                <a:lnTo>
                  <a:pt x="1813090" y="1788755"/>
                </a:lnTo>
                <a:lnTo>
                  <a:pt x="1816240" y="1787649"/>
                </a:lnTo>
                <a:close/>
                <a:moveTo>
                  <a:pt x="1719273" y="1997103"/>
                </a:moveTo>
                <a:lnTo>
                  <a:pt x="1718896" y="1999953"/>
                </a:lnTo>
                <a:lnTo>
                  <a:pt x="1736844" y="1995033"/>
                </a:lnTo>
                <a:lnTo>
                  <a:pt x="1736262" y="1992754"/>
                </a:lnTo>
                <a:lnTo>
                  <a:pt x="1719372" y="1997079"/>
                </a:lnTo>
                <a:close/>
                <a:moveTo>
                  <a:pt x="1785836" y="1846895"/>
                </a:moveTo>
                <a:lnTo>
                  <a:pt x="1785925" y="1847300"/>
                </a:lnTo>
                <a:lnTo>
                  <a:pt x="1786606" y="1850581"/>
                </a:lnTo>
                <a:lnTo>
                  <a:pt x="1786774" y="1850574"/>
                </a:lnTo>
                <a:close/>
                <a:moveTo>
                  <a:pt x="1802754" y="1808805"/>
                </a:moveTo>
                <a:lnTo>
                  <a:pt x="1803136" y="1810534"/>
                </a:lnTo>
                <a:lnTo>
                  <a:pt x="1807812" y="1810057"/>
                </a:lnTo>
                <a:lnTo>
                  <a:pt x="1815983" y="1802833"/>
                </a:lnTo>
                <a:close/>
                <a:moveTo>
                  <a:pt x="1829535" y="1746841"/>
                </a:moveTo>
                <a:lnTo>
                  <a:pt x="1831704" y="1746080"/>
                </a:lnTo>
                <a:lnTo>
                  <a:pt x="1833204" y="1744729"/>
                </a:lnTo>
                <a:close/>
                <a:moveTo>
                  <a:pt x="1808744" y="1792944"/>
                </a:moveTo>
                <a:lnTo>
                  <a:pt x="1817028" y="1801908"/>
                </a:lnTo>
                <a:lnTo>
                  <a:pt x="1819870" y="1799396"/>
                </a:lnTo>
                <a:lnTo>
                  <a:pt x="1813417" y="1789942"/>
                </a:lnTo>
                <a:close/>
                <a:moveTo>
                  <a:pt x="1794626" y="1823573"/>
                </a:moveTo>
                <a:lnTo>
                  <a:pt x="1799421" y="1820387"/>
                </a:lnTo>
                <a:lnTo>
                  <a:pt x="1804283" y="1817061"/>
                </a:lnTo>
                <a:lnTo>
                  <a:pt x="1803908" y="1815367"/>
                </a:lnTo>
                <a:close/>
                <a:moveTo>
                  <a:pt x="1720260" y="1989640"/>
                </a:moveTo>
                <a:lnTo>
                  <a:pt x="1719314" y="1996792"/>
                </a:lnTo>
                <a:lnTo>
                  <a:pt x="1730928" y="1993984"/>
                </a:lnTo>
                <a:lnTo>
                  <a:pt x="1736230" y="1992627"/>
                </a:lnTo>
                <a:lnTo>
                  <a:pt x="1735031" y="1987927"/>
                </a:lnTo>
                <a:close/>
                <a:moveTo>
                  <a:pt x="1826049" y="1752139"/>
                </a:moveTo>
                <a:lnTo>
                  <a:pt x="1846608" y="1749030"/>
                </a:lnTo>
                <a:lnTo>
                  <a:pt x="1849918" y="1746836"/>
                </a:lnTo>
                <a:lnTo>
                  <a:pt x="1849797" y="1747201"/>
                </a:lnTo>
                <a:lnTo>
                  <a:pt x="1847164" y="1748946"/>
                </a:lnTo>
                <a:lnTo>
                  <a:pt x="1880839" y="1743855"/>
                </a:lnTo>
                <a:lnTo>
                  <a:pt x="1883144" y="1741647"/>
                </a:lnTo>
                <a:lnTo>
                  <a:pt x="1882409" y="1738955"/>
                </a:lnTo>
                <a:lnTo>
                  <a:pt x="1879809" y="1729912"/>
                </a:lnTo>
                <a:lnTo>
                  <a:pt x="1832156" y="1746634"/>
                </a:lnTo>
                <a:close/>
                <a:moveTo>
                  <a:pt x="1730099" y="1966968"/>
                </a:moveTo>
                <a:lnTo>
                  <a:pt x="1731746" y="1973429"/>
                </a:lnTo>
                <a:lnTo>
                  <a:pt x="1750510" y="1972918"/>
                </a:lnTo>
                <a:lnTo>
                  <a:pt x="1747964" y="1962393"/>
                </a:lnTo>
                <a:close/>
                <a:moveTo>
                  <a:pt x="1787214" y="1837748"/>
                </a:moveTo>
                <a:lnTo>
                  <a:pt x="1788414" y="1841921"/>
                </a:lnTo>
                <a:lnTo>
                  <a:pt x="1792243" y="1850334"/>
                </a:lnTo>
                <a:lnTo>
                  <a:pt x="1797859" y="1850089"/>
                </a:lnTo>
                <a:lnTo>
                  <a:pt x="1809791" y="1842830"/>
                </a:lnTo>
                <a:lnTo>
                  <a:pt x="1807711" y="1832789"/>
                </a:lnTo>
                <a:lnTo>
                  <a:pt x="1794149" y="1835500"/>
                </a:lnTo>
                <a:lnTo>
                  <a:pt x="1793297" y="1835855"/>
                </a:lnTo>
                <a:close/>
                <a:moveTo>
                  <a:pt x="1862803" y="1668176"/>
                </a:moveTo>
                <a:lnTo>
                  <a:pt x="1869642" y="1691958"/>
                </a:lnTo>
                <a:lnTo>
                  <a:pt x="1876704" y="1688437"/>
                </a:lnTo>
                <a:lnTo>
                  <a:pt x="1866618" y="1666276"/>
                </a:lnTo>
                <a:close/>
                <a:moveTo>
                  <a:pt x="1786601" y="1837938"/>
                </a:moveTo>
                <a:lnTo>
                  <a:pt x="1786894" y="1838580"/>
                </a:lnTo>
                <a:lnTo>
                  <a:pt x="1786700" y="1837908"/>
                </a:lnTo>
                <a:close/>
                <a:moveTo>
                  <a:pt x="1810348" y="1784739"/>
                </a:moveTo>
                <a:lnTo>
                  <a:pt x="1812468" y="1787844"/>
                </a:lnTo>
                <a:lnTo>
                  <a:pt x="1817176" y="1787239"/>
                </a:lnTo>
                <a:lnTo>
                  <a:pt x="1824175" y="1782742"/>
                </a:lnTo>
                <a:close/>
                <a:moveTo>
                  <a:pt x="1807309" y="1791394"/>
                </a:moveTo>
                <a:lnTo>
                  <a:pt x="1808577" y="1792765"/>
                </a:lnTo>
                <a:lnTo>
                  <a:pt x="1813280" y="1789742"/>
                </a:lnTo>
                <a:lnTo>
                  <a:pt x="1812987" y="1789313"/>
                </a:lnTo>
                <a:close/>
                <a:moveTo>
                  <a:pt x="1797694" y="1811090"/>
                </a:moveTo>
                <a:lnTo>
                  <a:pt x="1802845" y="1810564"/>
                </a:lnTo>
                <a:lnTo>
                  <a:pt x="1802483" y="1808927"/>
                </a:lnTo>
                <a:close/>
                <a:moveTo>
                  <a:pt x="1728008" y="1966857"/>
                </a:moveTo>
                <a:lnTo>
                  <a:pt x="1729562" y="1966481"/>
                </a:lnTo>
                <a:lnTo>
                  <a:pt x="1729413" y="1965896"/>
                </a:lnTo>
                <a:close/>
                <a:moveTo>
                  <a:pt x="1784287" y="1838658"/>
                </a:moveTo>
                <a:lnTo>
                  <a:pt x="1786174" y="1846054"/>
                </a:lnTo>
                <a:lnTo>
                  <a:pt x="1787066" y="1845727"/>
                </a:lnTo>
                <a:lnTo>
                  <a:pt x="1786955" y="1845907"/>
                </a:lnTo>
                <a:lnTo>
                  <a:pt x="1786206" y="1846181"/>
                </a:lnTo>
                <a:lnTo>
                  <a:pt x="1786286" y="1846492"/>
                </a:lnTo>
                <a:lnTo>
                  <a:pt x="1787262" y="1850553"/>
                </a:lnTo>
                <a:lnTo>
                  <a:pt x="1790298" y="1850420"/>
                </a:lnTo>
                <a:lnTo>
                  <a:pt x="1787849" y="1841903"/>
                </a:lnTo>
                <a:lnTo>
                  <a:pt x="1786113" y="1838090"/>
                </a:lnTo>
                <a:close/>
                <a:moveTo>
                  <a:pt x="1843169" y="1705990"/>
                </a:moveTo>
                <a:lnTo>
                  <a:pt x="1850304" y="1713458"/>
                </a:lnTo>
                <a:lnTo>
                  <a:pt x="1866669" y="1704531"/>
                </a:lnTo>
                <a:lnTo>
                  <a:pt x="1871695" y="1701702"/>
                </a:lnTo>
                <a:lnTo>
                  <a:pt x="1869298" y="1693369"/>
                </a:lnTo>
                <a:lnTo>
                  <a:pt x="1863186" y="1696402"/>
                </a:lnTo>
                <a:close/>
                <a:moveTo>
                  <a:pt x="1712350" y="1998776"/>
                </a:moveTo>
                <a:lnTo>
                  <a:pt x="1712097" y="2001817"/>
                </a:lnTo>
                <a:lnTo>
                  <a:pt x="1718507" y="2000060"/>
                </a:lnTo>
                <a:lnTo>
                  <a:pt x="1718886" y="1997197"/>
                </a:lnTo>
                <a:close/>
                <a:moveTo>
                  <a:pt x="1728762" y="1961728"/>
                </a:moveTo>
                <a:lnTo>
                  <a:pt x="1729705" y="1965424"/>
                </a:lnTo>
                <a:lnTo>
                  <a:pt x="1738397" y="1959478"/>
                </a:lnTo>
                <a:lnTo>
                  <a:pt x="1738289" y="1959824"/>
                </a:lnTo>
                <a:lnTo>
                  <a:pt x="1729764" y="1965656"/>
                </a:lnTo>
                <a:lnTo>
                  <a:pt x="1729951" y="1966387"/>
                </a:lnTo>
                <a:lnTo>
                  <a:pt x="1747881" y="1962052"/>
                </a:lnTo>
                <a:lnTo>
                  <a:pt x="1746322" y="1955605"/>
                </a:lnTo>
                <a:lnTo>
                  <a:pt x="1739400" y="1957046"/>
                </a:lnTo>
                <a:close/>
                <a:moveTo>
                  <a:pt x="1787677" y="1829717"/>
                </a:moveTo>
                <a:lnTo>
                  <a:pt x="1806366" y="1826475"/>
                </a:lnTo>
                <a:lnTo>
                  <a:pt x="1804313" y="1817199"/>
                </a:lnTo>
                <a:lnTo>
                  <a:pt x="1793363" y="1824689"/>
                </a:lnTo>
                <a:close/>
                <a:moveTo>
                  <a:pt x="1935591" y="1497631"/>
                </a:moveTo>
                <a:lnTo>
                  <a:pt x="1935593" y="1497631"/>
                </a:lnTo>
                <a:lnTo>
                  <a:pt x="1935594" y="1497630"/>
                </a:lnTo>
                <a:close/>
                <a:moveTo>
                  <a:pt x="1805291" y="1789210"/>
                </a:moveTo>
                <a:lnTo>
                  <a:pt x="1806885" y="1790935"/>
                </a:lnTo>
                <a:lnTo>
                  <a:pt x="1812700" y="1788892"/>
                </a:lnTo>
                <a:lnTo>
                  <a:pt x="1812241" y="1788220"/>
                </a:lnTo>
                <a:close/>
                <a:moveTo>
                  <a:pt x="1878462" y="1625057"/>
                </a:moveTo>
                <a:lnTo>
                  <a:pt x="1905357" y="1617794"/>
                </a:lnTo>
                <a:lnTo>
                  <a:pt x="1917263" y="1611284"/>
                </a:lnTo>
                <a:lnTo>
                  <a:pt x="1896318" y="1617145"/>
                </a:lnTo>
                <a:lnTo>
                  <a:pt x="1887511" y="1619479"/>
                </a:lnTo>
                <a:close/>
                <a:moveTo>
                  <a:pt x="1722327" y="1974011"/>
                </a:moveTo>
                <a:lnTo>
                  <a:pt x="1721708" y="1978686"/>
                </a:lnTo>
                <a:lnTo>
                  <a:pt x="1722841" y="1978169"/>
                </a:lnTo>
                <a:lnTo>
                  <a:pt x="1722766" y="1978318"/>
                </a:lnTo>
                <a:lnTo>
                  <a:pt x="1721692" y="1978808"/>
                </a:lnTo>
                <a:lnTo>
                  <a:pt x="1720290" y="1989409"/>
                </a:lnTo>
                <a:lnTo>
                  <a:pt x="1734975" y="1987706"/>
                </a:lnTo>
                <a:lnTo>
                  <a:pt x="1731419" y="1973763"/>
                </a:lnTo>
                <a:close/>
                <a:moveTo>
                  <a:pt x="1800426" y="1798289"/>
                </a:moveTo>
                <a:lnTo>
                  <a:pt x="1802693" y="1808532"/>
                </a:lnTo>
                <a:lnTo>
                  <a:pt x="1805647" y="1807248"/>
                </a:lnTo>
                <a:lnTo>
                  <a:pt x="1816563" y="1802319"/>
                </a:lnTo>
                <a:lnTo>
                  <a:pt x="1816746" y="1802158"/>
                </a:lnTo>
                <a:lnTo>
                  <a:pt x="1808422" y="1793152"/>
                </a:lnTo>
                <a:close/>
                <a:moveTo>
                  <a:pt x="1785466" y="1831671"/>
                </a:moveTo>
                <a:lnTo>
                  <a:pt x="1786480" y="1835198"/>
                </a:lnTo>
                <a:lnTo>
                  <a:pt x="1791659" y="1834552"/>
                </a:lnTo>
                <a:lnTo>
                  <a:pt x="1804726" y="1830488"/>
                </a:lnTo>
                <a:lnTo>
                  <a:pt x="1807035" y="1829525"/>
                </a:lnTo>
                <a:lnTo>
                  <a:pt x="1806937" y="1829058"/>
                </a:lnTo>
                <a:lnTo>
                  <a:pt x="1806480" y="1826987"/>
                </a:lnTo>
                <a:lnTo>
                  <a:pt x="1786927" y="1830379"/>
                </a:lnTo>
                <a:close/>
                <a:moveTo>
                  <a:pt x="1807950" y="1781227"/>
                </a:moveTo>
                <a:lnTo>
                  <a:pt x="1810223" y="1784556"/>
                </a:lnTo>
                <a:lnTo>
                  <a:pt x="1824581" y="1782481"/>
                </a:lnTo>
                <a:lnTo>
                  <a:pt x="1828709" y="1779829"/>
                </a:lnTo>
                <a:lnTo>
                  <a:pt x="1828624" y="1780170"/>
                </a:lnTo>
                <a:lnTo>
                  <a:pt x="1825157" y="1782398"/>
                </a:lnTo>
                <a:lnTo>
                  <a:pt x="1831585" y="1781469"/>
                </a:lnTo>
                <a:lnTo>
                  <a:pt x="1831406" y="1781697"/>
                </a:lnTo>
                <a:lnTo>
                  <a:pt x="1824752" y="1782658"/>
                </a:lnTo>
                <a:lnTo>
                  <a:pt x="1817885" y="1787071"/>
                </a:lnTo>
                <a:lnTo>
                  <a:pt x="1826459" y="1784060"/>
                </a:lnTo>
                <a:lnTo>
                  <a:pt x="1844829" y="1777328"/>
                </a:lnTo>
                <a:lnTo>
                  <a:pt x="1858641" y="1765118"/>
                </a:lnTo>
                <a:lnTo>
                  <a:pt x="1864044" y="1759942"/>
                </a:lnTo>
                <a:lnTo>
                  <a:pt x="1810152" y="1780391"/>
                </a:lnTo>
                <a:lnTo>
                  <a:pt x="1810140" y="1780440"/>
                </a:lnTo>
                <a:lnTo>
                  <a:pt x="1810123" y="1780402"/>
                </a:lnTo>
                <a:close/>
                <a:moveTo>
                  <a:pt x="1728165" y="1959385"/>
                </a:moveTo>
                <a:lnTo>
                  <a:pt x="1728630" y="1961209"/>
                </a:lnTo>
                <a:lnTo>
                  <a:pt x="1736908" y="1957565"/>
                </a:lnTo>
                <a:close/>
                <a:moveTo>
                  <a:pt x="1722802" y="1970419"/>
                </a:moveTo>
                <a:lnTo>
                  <a:pt x="1722377" y="1973626"/>
                </a:lnTo>
                <a:lnTo>
                  <a:pt x="1726555" y="1973570"/>
                </a:lnTo>
                <a:lnTo>
                  <a:pt x="1731336" y="1973440"/>
                </a:lnTo>
                <a:lnTo>
                  <a:pt x="1729711" y="1967067"/>
                </a:lnTo>
                <a:lnTo>
                  <a:pt x="1726497" y="1967891"/>
                </a:lnTo>
                <a:close/>
                <a:moveTo>
                  <a:pt x="1784241" y="1832754"/>
                </a:moveTo>
                <a:lnTo>
                  <a:pt x="1785415" y="1835331"/>
                </a:lnTo>
                <a:lnTo>
                  <a:pt x="1785940" y="1835266"/>
                </a:lnTo>
                <a:lnTo>
                  <a:pt x="1785141" y="1832487"/>
                </a:lnTo>
                <a:lnTo>
                  <a:pt x="1785006" y="1832078"/>
                </a:lnTo>
                <a:close/>
                <a:moveTo>
                  <a:pt x="1723022" y="1968754"/>
                </a:moveTo>
                <a:lnTo>
                  <a:pt x="1722841" y="1970119"/>
                </a:lnTo>
                <a:lnTo>
                  <a:pt x="1725861" y="1968054"/>
                </a:lnTo>
                <a:lnTo>
                  <a:pt x="1724860" y="1968310"/>
                </a:lnTo>
                <a:close/>
                <a:moveTo>
                  <a:pt x="1792347" y="1813504"/>
                </a:moveTo>
                <a:lnTo>
                  <a:pt x="1793503" y="1813340"/>
                </a:lnTo>
                <a:lnTo>
                  <a:pt x="1803088" y="1811663"/>
                </a:lnTo>
                <a:lnTo>
                  <a:pt x="1802991" y="1811224"/>
                </a:lnTo>
                <a:lnTo>
                  <a:pt x="1795761" y="1811963"/>
                </a:lnTo>
                <a:close/>
                <a:moveTo>
                  <a:pt x="1783050" y="1833807"/>
                </a:moveTo>
                <a:lnTo>
                  <a:pt x="1783500" y="1835570"/>
                </a:lnTo>
                <a:lnTo>
                  <a:pt x="1784888" y="1835397"/>
                </a:lnTo>
                <a:lnTo>
                  <a:pt x="1783845" y="1833105"/>
                </a:lnTo>
                <a:close/>
                <a:moveTo>
                  <a:pt x="1713041" y="1990478"/>
                </a:moveTo>
                <a:lnTo>
                  <a:pt x="1712375" y="1998471"/>
                </a:lnTo>
                <a:lnTo>
                  <a:pt x="1718927" y="1996886"/>
                </a:lnTo>
                <a:lnTo>
                  <a:pt x="1719879" y="1989684"/>
                </a:lnTo>
                <a:close/>
                <a:moveTo>
                  <a:pt x="1818299" y="1753312"/>
                </a:moveTo>
                <a:lnTo>
                  <a:pt x="1824768" y="1752333"/>
                </a:lnTo>
                <a:lnTo>
                  <a:pt x="1830411" y="1747247"/>
                </a:lnTo>
                <a:lnTo>
                  <a:pt x="1826366" y="1748666"/>
                </a:lnTo>
                <a:close/>
                <a:moveTo>
                  <a:pt x="1799526" y="1794224"/>
                </a:moveTo>
                <a:lnTo>
                  <a:pt x="1800347" y="1797932"/>
                </a:lnTo>
                <a:lnTo>
                  <a:pt x="1806596" y="1794037"/>
                </a:lnTo>
                <a:lnTo>
                  <a:pt x="1808256" y="1792971"/>
                </a:lnTo>
                <a:lnTo>
                  <a:pt x="1806927" y="1791534"/>
                </a:lnTo>
                <a:lnTo>
                  <a:pt x="1800967" y="1793718"/>
                </a:lnTo>
                <a:close/>
                <a:moveTo>
                  <a:pt x="1723654" y="1963977"/>
                </a:moveTo>
                <a:lnTo>
                  <a:pt x="1723116" y="1968040"/>
                </a:lnTo>
                <a:lnTo>
                  <a:pt x="1727392" y="1967007"/>
                </a:lnTo>
                <a:lnTo>
                  <a:pt x="1729353" y="1965664"/>
                </a:lnTo>
                <a:lnTo>
                  <a:pt x="1728391" y="1961891"/>
                </a:lnTo>
                <a:close/>
                <a:moveTo>
                  <a:pt x="1861855" y="1654170"/>
                </a:moveTo>
                <a:lnTo>
                  <a:pt x="1866169" y="1663649"/>
                </a:lnTo>
                <a:lnTo>
                  <a:pt x="1906120" y="1643185"/>
                </a:lnTo>
                <a:lnTo>
                  <a:pt x="1916530" y="1636851"/>
                </a:lnTo>
                <a:lnTo>
                  <a:pt x="1904408" y="1641109"/>
                </a:lnTo>
                <a:close/>
                <a:moveTo>
                  <a:pt x="1780654" y="1835925"/>
                </a:moveTo>
                <a:lnTo>
                  <a:pt x="1782963" y="1835637"/>
                </a:lnTo>
                <a:lnTo>
                  <a:pt x="1782956" y="1835604"/>
                </a:lnTo>
                <a:lnTo>
                  <a:pt x="1782599" y="1834206"/>
                </a:lnTo>
                <a:close/>
                <a:moveTo>
                  <a:pt x="1807799" y="1775003"/>
                </a:moveTo>
                <a:lnTo>
                  <a:pt x="1809902" y="1779715"/>
                </a:lnTo>
                <a:lnTo>
                  <a:pt x="1865378" y="1758664"/>
                </a:lnTo>
                <a:lnTo>
                  <a:pt x="1880430" y="1744245"/>
                </a:lnTo>
                <a:lnTo>
                  <a:pt x="1866005" y="1746627"/>
                </a:lnTo>
                <a:lnTo>
                  <a:pt x="1846130" y="1749632"/>
                </a:lnTo>
                <a:lnTo>
                  <a:pt x="1809927" y="1773633"/>
                </a:lnTo>
                <a:close/>
                <a:moveTo>
                  <a:pt x="1876040" y="1621822"/>
                </a:moveTo>
                <a:lnTo>
                  <a:pt x="1887638" y="1618749"/>
                </a:lnTo>
                <a:lnTo>
                  <a:pt x="1911392" y="1604105"/>
                </a:lnTo>
                <a:lnTo>
                  <a:pt x="1908822" y="1601245"/>
                </a:lnTo>
                <a:lnTo>
                  <a:pt x="1905762" y="1597935"/>
                </a:lnTo>
                <a:lnTo>
                  <a:pt x="1895528" y="1606984"/>
                </a:lnTo>
                <a:close/>
                <a:moveTo>
                  <a:pt x="1748095" y="1908075"/>
                </a:moveTo>
                <a:lnTo>
                  <a:pt x="1750775" y="1913955"/>
                </a:lnTo>
                <a:lnTo>
                  <a:pt x="1751692" y="1907673"/>
                </a:lnTo>
                <a:close/>
                <a:moveTo>
                  <a:pt x="1753737" y="1895210"/>
                </a:moveTo>
                <a:lnTo>
                  <a:pt x="1752766" y="1901866"/>
                </a:lnTo>
                <a:lnTo>
                  <a:pt x="1769260" y="1894527"/>
                </a:lnTo>
                <a:lnTo>
                  <a:pt x="1768048" y="1894716"/>
                </a:lnTo>
                <a:close/>
                <a:moveTo>
                  <a:pt x="1802242" y="1785911"/>
                </a:moveTo>
                <a:lnTo>
                  <a:pt x="1804925" y="1788814"/>
                </a:lnTo>
                <a:lnTo>
                  <a:pt x="1812023" y="1787901"/>
                </a:lnTo>
                <a:lnTo>
                  <a:pt x="1809909" y="1784803"/>
                </a:lnTo>
                <a:close/>
                <a:moveTo>
                  <a:pt x="1704450" y="2004430"/>
                </a:moveTo>
                <a:lnTo>
                  <a:pt x="1705486" y="2013903"/>
                </a:lnTo>
                <a:lnTo>
                  <a:pt x="1716510" y="2015161"/>
                </a:lnTo>
                <a:lnTo>
                  <a:pt x="1718436" y="2000596"/>
                </a:lnTo>
                <a:lnTo>
                  <a:pt x="1712053" y="2002346"/>
                </a:lnTo>
                <a:lnTo>
                  <a:pt x="1711436" y="2009762"/>
                </a:lnTo>
                <a:lnTo>
                  <a:pt x="1711084" y="2010076"/>
                </a:lnTo>
                <a:lnTo>
                  <a:pt x="1711719" y="2002438"/>
                </a:lnTo>
                <a:close/>
                <a:moveTo>
                  <a:pt x="1929483" y="1500533"/>
                </a:moveTo>
                <a:lnTo>
                  <a:pt x="1937139" y="1495538"/>
                </a:lnTo>
                <a:lnTo>
                  <a:pt x="1941352" y="1489834"/>
                </a:lnTo>
                <a:close/>
                <a:moveTo>
                  <a:pt x="1724150" y="1960221"/>
                </a:moveTo>
                <a:lnTo>
                  <a:pt x="1723734" y="1963363"/>
                </a:lnTo>
                <a:lnTo>
                  <a:pt x="1728258" y="1961372"/>
                </a:lnTo>
                <a:lnTo>
                  <a:pt x="1727772" y="1959467"/>
                </a:lnTo>
                <a:close/>
                <a:moveTo>
                  <a:pt x="1718028" y="1973684"/>
                </a:moveTo>
                <a:lnTo>
                  <a:pt x="1722002" y="1973630"/>
                </a:lnTo>
                <a:lnTo>
                  <a:pt x="1722030" y="1973419"/>
                </a:lnTo>
                <a:lnTo>
                  <a:pt x="1722272" y="1970781"/>
                </a:lnTo>
                <a:close/>
                <a:moveTo>
                  <a:pt x="1772515" y="1851198"/>
                </a:moveTo>
                <a:lnTo>
                  <a:pt x="1786273" y="1850596"/>
                </a:lnTo>
                <a:lnTo>
                  <a:pt x="1785365" y="1846489"/>
                </a:lnTo>
                <a:close/>
                <a:moveTo>
                  <a:pt x="1713709" y="1982450"/>
                </a:moveTo>
                <a:lnTo>
                  <a:pt x="1713063" y="1990214"/>
                </a:lnTo>
                <a:lnTo>
                  <a:pt x="1715516" y="1989963"/>
                </a:lnTo>
                <a:lnTo>
                  <a:pt x="1719910" y="1989454"/>
                </a:lnTo>
                <a:lnTo>
                  <a:pt x="1721293" y="1978990"/>
                </a:lnTo>
                <a:close/>
                <a:moveTo>
                  <a:pt x="1892246" y="1582569"/>
                </a:moveTo>
                <a:lnTo>
                  <a:pt x="1895563" y="1586157"/>
                </a:lnTo>
                <a:lnTo>
                  <a:pt x="1905436" y="1597140"/>
                </a:lnTo>
                <a:lnTo>
                  <a:pt x="1907159" y="1595616"/>
                </a:lnTo>
                <a:lnTo>
                  <a:pt x="1896837" y="1580496"/>
                </a:lnTo>
                <a:close/>
                <a:moveTo>
                  <a:pt x="1781889" y="1829062"/>
                </a:moveTo>
                <a:lnTo>
                  <a:pt x="1782207" y="1830499"/>
                </a:lnTo>
                <a:lnTo>
                  <a:pt x="1782247" y="1830658"/>
                </a:lnTo>
                <a:lnTo>
                  <a:pt x="1782659" y="1830587"/>
                </a:lnTo>
                <a:close/>
                <a:moveTo>
                  <a:pt x="1804953" y="1776836"/>
                </a:moveTo>
                <a:lnTo>
                  <a:pt x="1807532" y="1780615"/>
                </a:lnTo>
                <a:lnTo>
                  <a:pt x="1809829" y="1779743"/>
                </a:lnTo>
                <a:lnTo>
                  <a:pt x="1807733" y="1775046"/>
                </a:lnTo>
                <a:close/>
                <a:moveTo>
                  <a:pt x="1859025" y="1655039"/>
                </a:moveTo>
                <a:lnTo>
                  <a:pt x="1862100" y="1665734"/>
                </a:lnTo>
                <a:lnTo>
                  <a:pt x="1865564" y="1663959"/>
                </a:lnTo>
                <a:lnTo>
                  <a:pt x="1861200" y="1654371"/>
                </a:lnTo>
                <a:close/>
                <a:moveTo>
                  <a:pt x="1798619" y="1790121"/>
                </a:moveTo>
                <a:lnTo>
                  <a:pt x="1799381" y="1793570"/>
                </a:lnTo>
                <a:lnTo>
                  <a:pt x="1806498" y="1791070"/>
                </a:lnTo>
                <a:lnTo>
                  <a:pt x="1804839" y="1789275"/>
                </a:lnTo>
                <a:lnTo>
                  <a:pt x="1801409" y="1789763"/>
                </a:lnTo>
                <a:close/>
                <a:moveTo>
                  <a:pt x="1776681" y="1839212"/>
                </a:moveTo>
                <a:lnTo>
                  <a:pt x="1779760" y="1838253"/>
                </a:lnTo>
                <a:lnTo>
                  <a:pt x="1777583" y="1838525"/>
                </a:lnTo>
                <a:close/>
                <a:moveTo>
                  <a:pt x="1746845" y="1905335"/>
                </a:moveTo>
                <a:lnTo>
                  <a:pt x="1747964" y="1907789"/>
                </a:lnTo>
                <a:lnTo>
                  <a:pt x="1751737" y="1907368"/>
                </a:lnTo>
                <a:lnTo>
                  <a:pt x="1752395" y="1902852"/>
                </a:lnTo>
                <a:close/>
                <a:moveTo>
                  <a:pt x="1704051" y="2000784"/>
                </a:moveTo>
                <a:lnTo>
                  <a:pt x="1704368" y="2003681"/>
                </a:lnTo>
                <a:lnTo>
                  <a:pt x="1710351" y="2002295"/>
                </a:lnTo>
                <a:lnTo>
                  <a:pt x="1711764" y="2001908"/>
                </a:lnTo>
                <a:lnTo>
                  <a:pt x="1712017" y="1998858"/>
                </a:lnTo>
                <a:close/>
                <a:moveTo>
                  <a:pt x="1800519" y="1784047"/>
                </a:moveTo>
                <a:lnTo>
                  <a:pt x="1801984" y="1785631"/>
                </a:lnTo>
                <a:lnTo>
                  <a:pt x="1809780" y="1784615"/>
                </a:lnTo>
                <a:lnTo>
                  <a:pt x="1807566" y="1781373"/>
                </a:lnTo>
                <a:close/>
                <a:moveTo>
                  <a:pt x="1714221" y="1976288"/>
                </a:moveTo>
                <a:lnTo>
                  <a:pt x="1714169" y="1976911"/>
                </a:lnTo>
                <a:lnTo>
                  <a:pt x="1715496" y="1976957"/>
                </a:lnTo>
                <a:lnTo>
                  <a:pt x="1715220" y="1977201"/>
                </a:lnTo>
                <a:lnTo>
                  <a:pt x="1714148" y="1977165"/>
                </a:lnTo>
                <a:lnTo>
                  <a:pt x="1713718" y="1982331"/>
                </a:lnTo>
                <a:lnTo>
                  <a:pt x="1721309" y="1978869"/>
                </a:lnTo>
                <a:lnTo>
                  <a:pt x="1721950" y="1974021"/>
                </a:lnTo>
                <a:lnTo>
                  <a:pt x="1717352" y="1974146"/>
                </a:lnTo>
                <a:close/>
                <a:moveTo>
                  <a:pt x="1737946" y="1922686"/>
                </a:moveTo>
                <a:lnTo>
                  <a:pt x="1738363" y="1922700"/>
                </a:lnTo>
                <a:lnTo>
                  <a:pt x="1738325" y="1922547"/>
                </a:lnTo>
                <a:close/>
                <a:moveTo>
                  <a:pt x="1755462" y="1883388"/>
                </a:moveTo>
                <a:lnTo>
                  <a:pt x="1755341" y="1884218"/>
                </a:lnTo>
                <a:lnTo>
                  <a:pt x="1761288" y="1882773"/>
                </a:lnTo>
                <a:close/>
                <a:moveTo>
                  <a:pt x="1940825" y="1468123"/>
                </a:moveTo>
                <a:lnTo>
                  <a:pt x="1940874" y="1468173"/>
                </a:lnTo>
                <a:lnTo>
                  <a:pt x="1940956" y="1468062"/>
                </a:lnTo>
                <a:close/>
                <a:moveTo>
                  <a:pt x="1805757" y="1770430"/>
                </a:moveTo>
                <a:lnTo>
                  <a:pt x="1807581" y="1774514"/>
                </a:lnTo>
                <a:lnTo>
                  <a:pt x="1827853" y="1761464"/>
                </a:lnTo>
                <a:lnTo>
                  <a:pt x="1845573" y="1749716"/>
                </a:lnTo>
                <a:lnTo>
                  <a:pt x="1825343" y="1752775"/>
                </a:lnTo>
                <a:close/>
                <a:moveTo>
                  <a:pt x="1713351" y="1976884"/>
                </a:moveTo>
                <a:lnTo>
                  <a:pt x="1713844" y="1976900"/>
                </a:lnTo>
                <a:lnTo>
                  <a:pt x="1713875" y="1976525"/>
                </a:lnTo>
                <a:close/>
                <a:moveTo>
                  <a:pt x="1714392" y="1974226"/>
                </a:moveTo>
                <a:lnTo>
                  <a:pt x="1714251" y="1975928"/>
                </a:lnTo>
                <a:lnTo>
                  <a:pt x="1716913" y="1974158"/>
                </a:lnTo>
                <a:close/>
                <a:moveTo>
                  <a:pt x="1725208" y="1949499"/>
                </a:moveTo>
                <a:lnTo>
                  <a:pt x="1724392" y="1958388"/>
                </a:lnTo>
                <a:lnTo>
                  <a:pt x="1724345" y="1958742"/>
                </a:lnTo>
                <a:lnTo>
                  <a:pt x="1727464" y="1958258"/>
                </a:lnTo>
                <a:lnTo>
                  <a:pt x="1725366" y="1950032"/>
                </a:lnTo>
                <a:close/>
                <a:moveTo>
                  <a:pt x="1797828" y="1786548"/>
                </a:moveTo>
                <a:lnTo>
                  <a:pt x="1798511" y="1789638"/>
                </a:lnTo>
                <a:lnTo>
                  <a:pt x="1804468" y="1788872"/>
                </a:lnTo>
                <a:lnTo>
                  <a:pt x="1801790" y="1785976"/>
                </a:lnTo>
                <a:close/>
                <a:moveTo>
                  <a:pt x="1868208" y="1627787"/>
                </a:moveTo>
                <a:lnTo>
                  <a:pt x="1871930" y="1626822"/>
                </a:lnTo>
                <a:lnTo>
                  <a:pt x="1876579" y="1625565"/>
                </a:lnTo>
                <a:lnTo>
                  <a:pt x="1885657" y="1619970"/>
                </a:lnTo>
                <a:lnTo>
                  <a:pt x="1874639" y="1622891"/>
                </a:lnTo>
                <a:close/>
                <a:moveTo>
                  <a:pt x="1714679" y="1970772"/>
                </a:moveTo>
                <a:lnTo>
                  <a:pt x="1714433" y="1973733"/>
                </a:lnTo>
                <a:lnTo>
                  <a:pt x="1717619" y="1973690"/>
                </a:lnTo>
                <a:lnTo>
                  <a:pt x="1717696" y="1973639"/>
                </a:lnTo>
                <a:lnTo>
                  <a:pt x="1722298" y="1970490"/>
                </a:lnTo>
                <a:lnTo>
                  <a:pt x="1722445" y="1968894"/>
                </a:lnTo>
                <a:close/>
                <a:moveTo>
                  <a:pt x="1756333" y="1877425"/>
                </a:moveTo>
                <a:lnTo>
                  <a:pt x="1755488" y="1883215"/>
                </a:lnTo>
                <a:lnTo>
                  <a:pt x="1762526" y="1882472"/>
                </a:lnTo>
                <a:lnTo>
                  <a:pt x="1762611" y="1882451"/>
                </a:lnTo>
                <a:lnTo>
                  <a:pt x="1781476" y="1877590"/>
                </a:lnTo>
                <a:lnTo>
                  <a:pt x="1781337" y="1877812"/>
                </a:lnTo>
                <a:lnTo>
                  <a:pt x="1763754" y="1882343"/>
                </a:lnTo>
                <a:lnTo>
                  <a:pt x="1770719" y="1881608"/>
                </a:lnTo>
                <a:lnTo>
                  <a:pt x="1770559" y="1881795"/>
                </a:lnTo>
                <a:lnTo>
                  <a:pt x="1762634" y="1882631"/>
                </a:lnTo>
                <a:lnTo>
                  <a:pt x="1755297" y="1884521"/>
                </a:lnTo>
                <a:lnTo>
                  <a:pt x="1754182" y="1892164"/>
                </a:lnTo>
                <a:lnTo>
                  <a:pt x="1762333" y="1891883"/>
                </a:lnTo>
                <a:lnTo>
                  <a:pt x="1768319" y="1891203"/>
                </a:lnTo>
                <a:lnTo>
                  <a:pt x="1768067" y="1891503"/>
                </a:lnTo>
                <a:lnTo>
                  <a:pt x="1765763" y="1891765"/>
                </a:lnTo>
                <a:lnTo>
                  <a:pt x="1776282" y="1891403"/>
                </a:lnTo>
                <a:lnTo>
                  <a:pt x="1785505" y="1887299"/>
                </a:lnTo>
                <a:lnTo>
                  <a:pt x="1794810" y="1882981"/>
                </a:lnTo>
                <a:lnTo>
                  <a:pt x="1791037" y="1867290"/>
                </a:lnTo>
                <a:lnTo>
                  <a:pt x="1788613" y="1857786"/>
                </a:lnTo>
                <a:lnTo>
                  <a:pt x="1788156" y="1858064"/>
                </a:lnTo>
                <a:lnTo>
                  <a:pt x="1792742" y="1880198"/>
                </a:lnTo>
                <a:lnTo>
                  <a:pt x="1792622" y="1880439"/>
                </a:lnTo>
                <a:lnTo>
                  <a:pt x="1788848" y="1862233"/>
                </a:lnTo>
                <a:lnTo>
                  <a:pt x="1787953" y="1858188"/>
                </a:lnTo>
                <a:lnTo>
                  <a:pt x="1764318" y="1872567"/>
                </a:lnTo>
                <a:lnTo>
                  <a:pt x="1772477" y="1872551"/>
                </a:lnTo>
                <a:lnTo>
                  <a:pt x="1772256" y="1872726"/>
                </a:lnTo>
                <a:lnTo>
                  <a:pt x="1764031" y="1872742"/>
                </a:lnTo>
                <a:close/>
                <a:moveTo>
                  <a:pt x="1797525" y="1785182"/>
                </a:moveTo>
                <a:lnTo>
                  <a:pt x="1797747" y="1786185"/>
                </a:lnTo>
                <a:lnTo>
                  <a:pt x="1801528" y="1785691"/>
                </a:lnTo>
                <a:lnTo>
                  <a:pt x="1800140" y="1784191"/>
                </a:lnTo>
                <a:close/>
                <a:moveTo>
                  <a:pt x="1802552" y="1773319"/>
                </a:moveTo>
                <a:lnTo>
                  <a:pt x="1804654" y="1776399"/>
                </a:lnTo>
                <a:lnTo>
                  <a:pt x="1807515" y="1774557"/>
                </a:lnTo>
                <a:lnTo>
                  <a:pt x="1806631" y="1772576"/>
                </a:lnTo>
                <a:lnTo>
                  <a:pt x="1805639" y="1770536"/>
                </a:lnTo>
                <a:close/>
                <a:moveTo>
                  <a:pt x="1714926" y="1967818"/>
                </a:moveTo>
                <a:lnTo>
                  <a:pt x="1714738" y="1970066"/>
                </a:lnTo>
                <a:lnTo>
                  <a:pt x="1722510" y="1968187"/>
                </a:lnTo>
                <a:lnTo>
                  <a:pt x="1722864" y="1964324"/>
                </a:lnTo>
                <a:close/>
                <a:moveTo>
                  <a:pt x="1781608" y="1818258"/>
                </a:moveTo>
                <a:lnTo>
                  <a:pt x="1784786" y="1829306"/>
                </a:lnTo>
                <a:lnTo>
                  <a:pt x="1793810" y="1822435"/>
                </a:lnTo>
                <a:lnTo>
                  <a:pt x="1803564" y="1813812"/>
                </a:lnTo>
                <a:lnTo>
                  <a:pt x="1803114" y="1811780"/>
                </a:lnTo>
                <a:lnTo>
                  <a:pt x="1791765" y="1813766"/>
                </a:lnTo>
                <a:lnTo>
                  <a:pt x="1787320" y="1815773"/>
                </a:lnTo>
                <a:close/>
                <a:moveTo>
                  <a:pt x="1797994" y="1781315"/>
                </a:moveTo>
                <a:lnTo>
                  <a:pt x="1799991" y="1783476"/>
                </a:lnTo>
                <a:lnTo>
                  <a:pt x="1807149" y="1780760"/>
                </a:lnTo>
                <a:lnTo>
                  <a:pt x="1804617" y="1777052"/>
                </a:lnTo>
                <a:close/>
                <a:moveTo>
                  <a:pt x="1756967" y="1872756"/>
                </a:moveTo>
                <a:lnTo>
                  <a:pt x="1756649" y="1875161"/>
                </a:lnTo>
                <a:lnTo>
                  <a:pt x="1760615" y="1872749"/>
                </a:lnTo>
                <a:close/>
                <a:moveTo>
                  <a:pt x="1891333" y="1571483"/>
                </a:moveTo>
                <a:lnTo>
                  <a:pt x="1892359" y="1572987"/>
                </a:lnTo>
                <a:lnTo>
                  <a:pt x="1900600" y="1569896"/>
                </a:lnTo>
                <a:lnTo>
                  <a:pt x="1900441" y="1570224"/>
                </a:lnTo>
                <a:lnTo>
                  <a:pt x="1892505" y="1573200"/>
                </a:lnTo>
                <a:lnTo>
                  <a:pt x="1897157" y="1580015"/>
                </a:lnTo>
                <a:lnTo>
                  <a:pt x="1906831" y="1575647"/>
                </a:lnTo>
                <a:lnTo>
                  <a:pt x="1906663" y="1576060"/>
                </a:lnTo>
                <a:lnTo>
                  <a:pt x="1897332" y="1580272"/>
                </a:lnTo>
                <a:lnTo>
                  <a:pt x="1906365" y="1593503"/>
                </a:lnTo>
                <a:lnTo>
                  <a:pt x="1907541" y="1595278"/>
                </a:lnTo>
                <a:lnTo>
                  <a:pt x="1942211" y="1564627"/>
                </a:lnTo>
                <a:lnTo>
                  <a:pt x="1958654" y="1548876"/>
                </a:lnTo>
                <a:lnTo>
                  <a:pt x="1897453" y="1568307"/>
                </a:lnTo>
                <a:close/>
                <a:moveTo>
                  <a:pt x="1853028" y="1656880"/>
                </a:moveTo>
                <a:lnTo>
                  <a:pt x="1855557" y="1669085"/>
                </a:lnTo>
                <a:lnTo>
                  <a:pt x="1861446" y="1666069"/>
                </a:lnTo>
                <a:lnTo>
                  <a:pt x="1858335" y="1655251"/>
                </a:lnTo>
                <a:close/>
                <a:moveTo>
                  <a:pt x="1724431" y="1944746"/>
                </a:moveTo>
                <a:lnTo>
                  <a:pt x="1724600" y="1945410"/>
                </a:lnTo>
                <a:lnTo>
                  <a:pt x="1724670" y="1944651"/>
                </a:lnTo>
                <a:close/>
                <a:moveTo>
                  <a:pt x="1809212" y="1754685"/>
                </a:moveTo>
                <a:lnTo>
                  <a:pt x="1817076" y="1753497"/>
                </a:lnTo>
                <a:lnTo>
                  <a:pt x="1824656" y="1749266"/>
                </a:lnTo>
                <a:close/>
                <a:moveTo>
                  <a:pt x="1796835" y="1782062"/>
                </a:moveTo>
                <a:lnTo>
                  <a:pt x="1797368" y="1784471"/>
                </a:lnTo>
                <a:lnTo>
                  <a:pt x="1799613" y="1783619"/>
                </a:lnTo>
                <a:lnTo>
                  <a:pt x="1797674" y="1781522"/>
                </a:lnTo>
                <a:close/>
                <a:moveTo>
                  <a:pt x="1703051" y="1991637"/>
                </a:moveTo>
                <a:lnTo>
                  <a:pt x="1703815" y="1998627"/>
                </a:lnTo>
                <a:lnTo>
                  <a:pt x="1704902" y="1998414"/>
                </a:lnTo>
                <a:lnTo>
                  <a:pt x="1704764" y="1998574"/>
                </a:lnTo>
                <a:lnTo>
                  <a:pt x="1703830" y="1998757"/>
                </a:lnTo>
                <a:lnTo>
                  <a:pt x="1704019" y="2000491"/>
                </a:lnTo>
                <a:lnTo>
                  <a:pt x="1712043" y="1998550"/>
                </a:lnTo>
                <a:lnTo>
                  <a:pt x="1712711" y="1990516"/>
                </a:lnTo>
                <a:close/>
                <a:moveTo>
                  <a:pt x="1696183" y="2006697"/>
                </a:moveTo>
                <a:lnTo>
                  <a:pt x="1695484" y="2012763"/>
                </a:lnTo>
                <a:lnTo>
                  <a:pt x="1705238" y="2013875"/>
                </a:lnTo>
                <a:lnTo>
                  <a:pt x="1704212" y="2004495"/>
                </a:lnTo>
                <a:close/>
                <a:moveTo>
                  <a:pt x="1779683" y="1819095"/>
                </a:moveTo>
                <a:lnTo>
                  <a:pt x="1781252" y="1826187"/>
                </a:lnTo>
                <a:lnTo>
                  <a:pt x="1783212" y="1830491"/>
                </a:lnTo>
                <a:lnTo>
                  <a:pt x="1783236" y="1830487"/>
                </a:lnTo>
                <a:lnTo>
                  <a:pt x="1784226" y="1829733"/>
                </a:lnTo>
                <a:lnTo>
                  <a:pt x="1780567" y="1818710"/>
                </a:lnTo>
                <a:close/>
                <a:moveTo>
                  <a:pt x="1890641" y="1570470"/>
                </a:moveTo>
                <a:lnTo>
                  <a:pt x="1891128" y="1571183"/>
                </a:lnTo>
                <a:lnTo>
                  <a:pt x="1895439" y="1568947"/>
                </a:lnTo>
                <a:close/>
                <a:moveTo>
                  <a:pt x="1739276" y="1908722"/>
                </a:moveTo>
                <a:lnTo>
                  <a:pt x="1742038" y="1908451"/>
                </a:lnTo>
                <a:lnTo>
                  <a:pt x="1747776" y="1907810"/>
                </a:lnTo>
                <a:lnTo>
                  <a:pt x="1746681" y="1905409"/>
                </a:lnTo>
                <a:close/>
                <a:moveTo>
                  <a:pt x="1780847" y="1815613"/>
                </a:moveTo>
                <a:lnTo>
                  <a:pt x="1781467" y="1817766"/>
                </a:lnTo>
                <a:lnTo>
                  <a:pt x="1789918" y="1814090"/>
                </a:lnTo>
                <a:lnTo>
                  <a:pt x="1782748" y="1815344"/>
                </a:lnTo>
                <a:close/>
                <a:moveTo>
                  <a:pt x="1715418" y="1961895"/>
                </a:moveTo>
                <a:lnTo>
                  <a:pt x="1714975" y="1967218"/>
                </a:lnTo>
                <a:lnTo>
                  <a:pt x="1722920" y="1963722"/>
                </a:lnTo>
                <a:lnTo>
                  <a:pt x="1723223" y="1960414"/>
                </a:lnTo>
                <a:lnTo>
                  <a:pt x="1718877" y="1961319"/>
                </a:lnTo>
                <a:close/>
                <a:moveTo>
                  <a:pt x="1796414" y="1780158"/>
                </a:moveTo>
                <a:lnTo>
                  <a:pt x="1796713" y="1781511"/>
                </a:lnTo>
                <a:lnTo>
                  <a:pt x="1797309" y="1781127"/>
                </a:lnTo>
                <a:close/>
                <a:moveTo>
                  <a:pt x="1857205" y="1643955"/>
                </a:moveTo>
                <a:lnTo>
                  <a:pt x="1857234" y="1644017"/>
                </a:lnTo>
                <a:lnTo>
                  <a:pt x="1858002" y="1643603"/>
                </a:lnTo>
                <a:close/>
                <a:moveTo>
                  <a:pt x="1793385" y="1786754"/>
                </a:moveTo>
                <a:lnTo>
                  <a:pt x="1797458" y="1786222"/>
                </a:lnTo>
                <a:lnTo>
                  <a:pt x="1797251" y="1785287"/>
                </a:lnTo>
                <a:close/>
                <a:moveTo>
                  <a:pt x="1696657" y="2002571"/>
                </a:moveTo>
                <a:lnTo>
                  <a:pt x="1696315" y="2005547"/>
                </a:lnTo>
                <a:lnTo>
                  <a:pt x="1704129" y="2003737"/>
                </a:lnTo>
                <a:lnTo>
                  <a:pt x="1703812" y="2000841"/>
                </a:lnTo>
                <a:close/>
                <a:moveTo>
                  <a:pt x="1778298" y="1819697"/>
                </a:moveTo>
                <a:lnTo>
                  <a:pt x="1779664" y="1822696"/>
                </a:lnTo>
                <a:lnTo>
                  <a:pt x="1778839" y="1819462"/>
                </a:lnTo>
                <a:close/>
                <a:moveTo>
                  <a:pt x="1796173" y="1779069"/>
                </a:moveTo>
                <a:lnTo>
                  <a:pt x="1796253" y="1779430"/>
                </a:lnTo>
                <a:lnTo>
                  <a:pt x="1797630" y="1780920"/>
                </a:lnTo>
                <a:lnTo>
                  <a:pt x="1804318" y="1776615"/>
                </a:lnTo>
                <a:lnTo>
                  <a:pt x="1802253" y="1773589"/>
                </a:lnTo>
                <a:close/>
                <a:moveTo>
                  <a:pt x="1856081" y="1644803"/>
                </a:moveTo>
                <a:lnTo>
                  <a:pt x="1858742" y="1654057"/>
                </a:lnTo>
                <a:lnTo>
                  <a:pt x="1860773" y="1653434"/>
                </a:lnTo>
                <a:lnTo>
                  <a:pt x="1856695" y="1644473"/>
                </a:lnTo>
                <a:close/>
                <a:moveTo>
                  <a:pt x="1855992" y="1644492"/>
                </a:moveTo>
                <a:lnTo>
                  <a:pt x="1856040" y="1644660"/>
                </a:lnTo>
                <a:lnTo>
                  <a:pt x="1856634" y="1644340"/>
                </a:lnTo>
                <a:lnTo>
                  <a:pt x="1856585" y="1644230"/>
                </a:lnTo>
                <a:close/>
                <a:moveTo>
                  <a:pt x="1680496" y="2037251"/>
                </a:moveTo>
                <a:lnTo>
                  <a:pt x="1677390" y="2047586"/>
                </a:lnTo>
                <a:lnTo>
                  <a:pt x="1687738" y="2044966"/>
                </a:lnTo>
                <a:lnTo>
                  <a:pt x="1688204" y="2038034"/>
                </a:lnTo>
                <a:close/>
                <a:moveTo>
                  <a:pt x="1780303" y="1813719"/>
                </a:moveTo>
                <a:lnTo>
                  <a:pt x="1780713" y="1815146"/>
                </a:lnTo>
                <a:lnTo>
                  <a:pt x="1790746" y="1813729"/>
                </a:lnTo>
                <a:lnTo>
                  <a:pt x="1794516" y="1812089"/>
                </a:lnTo>
                <a:lnTo>
                  <a:pt x="1780676" y="1813502"/>
                </a:lnTo>
                <a:close/>
                <a:moveTo>
                  <a:pt x="1702596" y="1987472"/>
                </a:moveTo>
                <a:lnTo>
                  <a:pt x="1703008" y="1991240"/>
                </a:lnTo>
                <a:lnTo>
                  <a:pt x="1712733" y="1990247"/>
                </a:lnTo>
                <a:lnTo>
                  <a:pt x="1713369" y="1982605"/>
                </a:lnTo>
                <a:lnTo>
                  <a:pt x="1703848" y="1986950"/>
                </a:lnTo>
                <a:close/>
                <a:moveTo>
                  <a:pt x="1696941" y="2000109"/>
                </a:moveTo>
                <a:lnTo>
                  <a:pt x="1696693" y="2002263"/>
                </a:lnTo>
                <a:lnTo>
                  <a:pt x="1703781" y="2000548"/>
                </a:lnTo>
                <a:lnTo>
                  <a:pt x="1703590" y="1998804"/>
                </a:lnTo>
                <a:close/>
                <a:moveTo>
                  <a:pt x="1778971" y="1815877"/>
                </a:moveTo>
                <a:lnTo>
                  <a:pt x="1779571" y="1818591"/>
                </a:lnTo>
                <a:lnTo>
                  <a:pt x="1780406" y="1818227"/>
                </a:lnTo>
                <a:lnTo>
                  <a:pt x="1779596" y="1815789"/>
                </a:lnTo>
                <a:close/>
                <a:moveTo>
                  <a:pt x="1736105" y="1911706"/>
                </a:moveTo>
                <a:lnTo>
                  <a:pt x="1738641" y="1922191"/>
                </a:lnTo>
                <a:lnTo>
                  <a:pt x="1740399" y="1921547"/>
                </a:lnTo>
                <a:lnTo>
                  <a:pt x="1740207" y="1921857"/>
                </a:lnTo>
                <a:lnTo>
                  <a:pt x="1738694" y="1922411"/>
                </a:lnTo>
                <a:lnTo>
                  <a:pt x="1738767" y="1922715"/>
                </a:lnTo>
                <a:lnTo>
                  <a:pt x="1764263" y="1923628"/>
                </a:lnTo>
                <a:lnTo>
                  <a:pt x="1763956" y="1923899"/>
                </a:lnTo>
                <a:lnTo>
                  <a:pt x="1738836" y="1922999"/>
                </a:lnTo>
                <a:lnTo>
                  <a:pt x="1746207" y="1953472"/>
                </a:lnTo>
                <a:lnTo>
                  <a:pt x="1787190" y="1935433"/>
                </a:lnTo>
                <a:lnTo>
                  <a:pt x="1811272" y="1924446"/>
                </a:lnTo>
                <a:lnTo>
                  <a:pt x="1811096" y="1924787"/>
                </a:lnTo>
                <a:lnTo>
                  <a:pt x="1767581" y="1944642"/>
                </a:lnTo>
                <a:lnTo>
                  <a:pt x="1746333" y="1953994"/>
                </a:lnTo>
                <a:lnTo>
                  <a:pt x="1746477" y="1954589"/>
                </a:lnTo>
                <a:lnTo>
                  <a:pt x="1815828" y="1940292"/>
                </a:lnTo>
                <a:lnTo>
                  <a:pt x="1809986" y="1918874"/>
                </a:lnTo>
                <a:lnTo>
                  <a:pt x="1801539" y="1889501"/>
                </a:lnTo>
                <a:lnTo>
                  <a:pt x="1796802" y="1890238"/>
                </a:lnTo>
                <a:lnTo>
                  <a:pt x="1797317" y="1892381"/>
                </a:lnTo>
                <a:lnTo>
                  <a:pt x="1797143" y="1892684"/>
                </a:lnTo>
                <a:lnTo>
                  <a:pt x="1796563" y="1890276"/>
                </a:lnTo>
                <a:lnTo>
                  <a:pt x="1771353" y="1894201"/>
                </a:lnTo>
                <a:lnTo>
                  <a:pt x="1761136" y="1898942"/>
                </a:lnTo>
                <a:lnTo>
                  <a:pt x="1752638" y="1902743"/>
                </a:lnTo>
                <a:lnTo>
                  <a:pt x="1751967" y="1907341"/>
                </a:lnTo>
                <a:lnTo>
                  <a:pt x="1774258" y="1904851"/>
                </a:lnTo>
                <a:lnTo>
                  <a:pt x="1773979" y="1905183"/>
                </a:lnTo>
                <a:lnTo>
                  <a:pt x="1751923" y="1907647"/>
                </a:lnTo>
                <a:lnTo>
                  <a:pt x="1750947" y="1914331"/>
                </a:lnTo>
                <a:lnTo>
                  <a:pt x="1751697" y="1915976"/>
                </a:lnTo>
                <a:lnTo>
                  <a:pt x="1751612" y="1916223"/>
                </a:lnTo>
                <a:lnTo>
                  <a:pt x="1750899" y="1914660"/>
                </a:lnTo>
                <a:lnTo>
                  <a:pt x="1750002" y="1920805"/>
                </a:lnTo>
                <a:lnTo>
                  <a:pt x="1749740" y="1921054"/>
                </a:lnTo>
                <a:lnTo>
                  <a:pt x="1750728" y="1914283"/>
                </a:lnTo>
                <a:lnTo>
                  <a:pt x="1747907" y="1908096"/>
                </a:lnTo>
                <a:lnTo>
                  <a:pt x="1738731" y="1909122"/>
                </a:lnTo>
                <a:close/>
                <a:moveTo>
                  <a:pt x="1794459" y="1780614"/>
                </a:moveTo>
                <a:lnTo>
                  <a:pt x="1795142" y="1782522"/>
                </a:lnTo>
                <a:lnTo>
                  <a:pt x="1796453" y="1781678"/>
                </a:lnTo>
                <a:lnTo>
                  <a:pt x="1796230" y="1780668"/>
                </a:lnTo>
                <a:lnTo>
                  <a:pt x="1795967" y="1779676"/>
                </a:lnTo>
                <a:lnTo>
                  <a:pt x="1795755" y="1779446"/>
                </a:lnTo>
                <a:close/>
                <a:moveTo>
                  <a:pt x="1885884" y="1575684"/>
                </a:moveTo>
                <a:lnTo>
                  <a:pt x="1892026" y="1582332"/>
                </a:lnTo>
                <a:lnTo>
                  <a:pt x="1896661" y="1580239"/>
                </a:lnTo>
                <a:lnTo>
                  <a:pt x="1891989" y="1573394"/>
                </a:lnTo>
                <a:close/>
                <a:moveTo>
                  <a:pt x="1690609" y="2012745"/>
                </a:moveTo>
                <a:lnTo>
                  <a:pt x="1688888" y="2037578"/>
                </a:lnTo>
                <a:lnTo>
                  <a:pt x="1708312" y="2039551"/>
                </a:lnTo>
                <a:lnTo>
                  <a:pt x="1713439" y="2038194"/>
                </a:lnTo>
                <a:lnTo>
                  <a:pt x="1713715" y="2036302"/>
                </a:lnTo>
                <a:lnTo>
                  <a:pt x="1716440" y="2015692"/>
                </a:lnTo>
                <a:lnTo>
                  <a:pt x="1705303" y="2014422"/>
                </a:lnTo>
                <a:lnTo>
                  <a:pt x="1705298" y="2014427"/>
                </a:lnTo>
                <a:lnTo>
                  <a:pt x="1705298" y="2014421"/>
                </a:lnTo>
                <a:lnTo>
                  <a:pt x="1695424" y="2013295"/>
                </a:lnTo>
                <a:lnTo>
                  <a:pt x="1693200" y="2032608"/>
                </a:lnTo>
                <a:lnTo>
                  <a:pt x="1692944" y="2032866"/>
                </a:lnTo>
                <a:lnTo>
                  <a:pt x="1695199" y="2013269"/>
                </a:lnTo>
                <a:close/>
                <a:moveTo>
                  <a:pt x="1778494" y="1815945"/>
                </a:moveTo>
                <a:lnTo>
                  <a:pt x="1779210" y="1818748"/>
                </a:lnTo>
                <a:lnTo>
                  <a:pt x="1779225" y="1818742"/>
                </a:lnTo>
                <a:lnTo>
                  <a:pt x="1778602" y="1815929"/>
                </a:lnTo>
                <a:close/>
                <a:moveTo>
                  <a:pt x="1766351" y="1842424"/>
                </a:moveTo>
                <a:lnTo>
                  <a:pt x="1768394" y="1841789"/>
                </a:lnTo>
                <a:lnTo>
                  <a:pt x="1771719" y="1839256"/>
                </a:lnTo>
                <a:lnTo>
                  <a:pt x="1771087" y="1839335"/>
                </a:lnTo>
                <a:close/>
                <a:moveTo>
                  <a:pt x="1785672" y="1799089"/>
                </a:moveTo>
                <a:lnTo>
                  <a:pt x="1788638" y="1805231"/>
                </a:lnTo>
                <a:lnTo>
                  <a:pt x="1800086" y="1798095"/>
                </a:lnTo>
                <a:lnTo>
                  <a:pt x="1799251" y="1794320"/>
                </a:lnTo>
                <a:close/>
                <a:moveTo>
                  <a:pt x="1802034" y="1762416"/>
                </a:moveTo>
                <a:lnTo>
                  <a:pt x="1803830" y="1766109"/>
                </a:lnTo>
                <a:lnTo>
                  <a:pt x="1805452" y="1769744"/>
                </a:lnTo>
                <a:lnTo>
                  <a:pt x="1824061" y="1752969"/>
                </a:lnTo>
                <a:lnTo>
                  <a:pt x="1817052" y="1754030"/>
                </a:lnTo>
                <a:lnTo>
                  <a:pt x="1816747" y="1754205"/>
                </a:lnTo>
                <a:close/>
                <a:moveTo>
                  <a:pt x="1778698" y="1814646"/>
                </a:moveTo>
                <a:lnTo>
                  <a:pt x="1778867" y="1815406"/>
                </a:lnTo>
                <a:lnTo>
                  <a:pt x="1779443" y="1815325"/>
                </a:lnTo>
                <a:lnTo>
                  <a:pt x="1779134" y="1814394"/>
                </a:lnTo>
                <a:close/>
                <a:moveTo>
                  <a:pt x="1779794" y="1811952"/>
                </a:moveTo>
                <a:lnTo>
                  <a:pt x="1779924" y="1812400"/>
                </a:lnTo>
                <a:lnTo>
                  <a:pt x="1782480" y="1812244"/>
                </a:lnTo>
                <a:lnTo>
                  <a:pt x="1795059" y="1804969"/>
                </a:lnTo>
                <a:lnTo>
                  <a:pt x="1794948" y="1805248"/>
                </a:lnTo>
                <a:lnTo>
                  <a:pt x="1782896" y="1812219"/>
                </a:lnTo>
                <a:lnTo>
                  <a:pt x="1792230" y="1811647"/>
                </a:lnTo>
                <a:lnTo>
                  <a:pt x="1796545" y="1811207"/>
                </a:lnTo>
                <a:lnTo>
                  <a:pt x="1802422" y="1808651"/>
                </a:lnTo>
                <a:lnTo>
                  <a:pt x="1800165" y="1798456"/>
                </a:lnTo>
                <a:lnTo>
                  <a:pt x="1788871" y="1805714"/>
                </a:lnTo>
                <a:lnTo>
                  <a:pt x="1789215" y="1806425"/>
                </a:lnTo>
                <a:lnTo>
                  <a:pt x="1793834" y="1803764"/>
                </a:lnTo>
                <a:lnTo>
                  <a:pt x="1793781" y="1803898"/>
                </a:lnTo>
                <a:lnTo>
                  <a:pt x="1789254" y="1806505"/>
                </a:lnTo>
                <a:lnTo>
                  <a:pt x="1789635" y="1807295"/>
                </a:lnTo>
                <a:lnTo>
                  <a:pt x="1789599" y="1807459"/>
                </a:lnTo>
                <a:lnTo>
                  <a:pt x="1789163" y="1806557"/>
                </a:lnTo>
                <a:close/>
                <a:moveTo>
                  <a:pt x="1742406" y="1895601"/>
                </a:moveTo>
                <a:lnTo>
                  <a:pt x="1746529" y="1904642"/>
                </a:lnTo>
                <a:lnTo>
                  <a:pt x="1752524" y="1901974"/>
                </a:lnTo>
                <a:lnTo>
                  <a:pt x="1753339" y="1896388"/>
                </a:lnTo>
                <a:lnTo>
                  <a:pt x="1753494" y="1895218"/>
                </a:lnTo>
                <a:close/>
                <a:moveTo>
                  <a:pt x="1735763" y="1910293"/>
                </a:moveTo>
                <a:lnTo>
                  <a:pt x="1736056" y="1911505"/>
                </a:lnTo>
                <a:lnTo>
                  <a:pt x="1738447" y="1909153"/>
                </a:lnTo>
                <a:lnTo>
                  <a:pt x="1738267" y="1909173"/>
                </a:lnTo>
                <a:close/>
                <a:moveTo>
                  <a:pt x="1778232" y="1814916"/>
                </a:moveTo>
                <a:lnTo>
                  <a:pt x="1778375" y="1815476"/>
                </a:lnTo>
                <a:lnTo>
                  <a:pt x="1778498" y="1815458"/>
                </a:lnTo>
                <a:lnTo>
                  <a:pt x="1778361" y="1814841"/>
                </a:lnTo>
                <a:close/>
                <a:moveTo>
                  <a:pt x="1722896" y="1938726"/>
                </a:moveTo>
                <a:lnTo>
                  <a:pt x="1724371" y="1944509"/>
                </a:lnTo>
                <a:lnTo>
                  <a:pt x="1724694" y="1944382"/>
                </a:lnTo>
                <a:lnTo>
                  <a:pt x="1725245" y="1938391"/>
                </a:lnTo>
                <a:close/>
                <a:moveTo>
                  <a:pt x="1779644" y="1811469"/>
                </a:moveTo>
                <a:lnTo>
                  <a:pt x="1779726" y="1811715"/>
                </a:lnTo>
                <a:lnTo>
                  <a:pt x="1779730" y="1811727"/>
                </a:lnTo>
                <a:lnTo>
                  <a:pt x="1785194" y="1808740"/>
                </a:lnTo>
                <a:lnTo>
                  <a:pt x="1789124" y="1806477"/>
                </a:lnTo>
                <a:lnTo>
                  <a:pt x="1788783" y="1805771"/>
                </a:lnTo>
                <a:lnTo>
                  <a:pt x="1788671" y="1805843"/>
                </a:lnTo>
                <a:close/>
                <a:moveTo>
                  <a:pt x="1702267" y="1984465"/>
                </a:moveTo>
                <a:lnTo>
                  <a:pt x="1702549" y="1987043"/>
                </a:lnTo>
                <a:lnTo>
                  <a:pt x="1712372" y="1982946"/>
                </a:lnTo>
                <a:lnTo>
                  <a:pt x="1713379" y="1982487"/>
                </a:lnTo>
                <a:lnTo>
                  <a:pt x="1713823" y="1977153"/>
                </a:lnTo>
                <a:lnTo>
                  <a:pt x="1712997" y="1977126"/>
                </a:lnTo>
                <a:close/>
                <a:moveTo>
                  <a:pt x="1778495" y="1813725"/>
                </a:moveTo>
                <a:lnTo>
                  <a:pt x="1778656" y="1814456"/>
                </a:lnTo>
                <a:lnTo>
                  <a:pt x="1779074" y="1814214"/>
                </a:lnTo>
                <a:lnTo>
                  <a:pt x="1778898" y="1813684"/>
                </a:lnTo>
                <a:close/>
                <a:moveTo>
                  <a:pt x="1735565" y="1909475"/>
                </a:moveTo>
                <a:lnTo>
                  <a:pt x="1735575" y="1909516"/>
                </a:lnTo>
                <a:lnTo>
                  <a:pt x="1735703" y="1909460"/>
                </a:lnTo>
                <a:close/>
                <a:moveTo>
                  <a:pt x="1885026" y="1574756"/>
                </a:moveTo>
                <a:lnTo>
                  <a:pt x="1885699" y="1575485"/>
                </a:lnTo>
                <a:lnTo>
                  <a:pt x="1891843" y="1573180"/>
                </a:lnTo>
                <a:lnTo>
                  <a:pt x="1890854" y="1571732"/>
                </a:lnTo>
                <a:close/>
                <a:moveTo>
                  <a:pt x="1759178" y="1856035"/>
                </a:moveTo>
                <a:lnTo>
                  <a:pt x="1757932" y="1865457"/>
                </a:lnTo>
                <a:lnTo>
                  <a:pt x="1761708" y="1863658"/>
                </a:lnTo>
                <a:lnTo>
                  <a:pt x="1783370" y="1852910"/>
                </a:lnTo>
                <a:lnTo>
                  <a:pt x="1783259" y="1853214"/>
                </a:lnTo>
                <a:lnTo>
                  <a:pt x="1757886" y="1865801"/>
                </a:lnTo>
                <a:lnTo>
                  <a:pt x="1756990" y="1872581"/>
                </a:lnTo>
                <a:lnTo>
                  <a:pt x="1760902" y="1872574"/>
                </a:lnTo>
                <a:lnTo>
                  <a:pt x="1787550" y="1856362"/>
                </a:lnTo>
                <a:lnTo>
                  <a:pt x="1786391" y="1851126"/>
                </a:lnTo>
                <a:lnTo>
                  <a:pt x="1770854" y="1851806"/>
                </a:lnTo>
                <a:lnTo>
                  <a:pt x="1762390" y="1854907"/>
                </a:lnTo>
                <a:close/>
                <a:moveTo>
                  <a:pt x="1777943" y="1813782"/>
                </a:moveTo>
                <a:lnTo>
                  <a:pt x="1778184" y="1814729"/>
                </a:lnTo>
                <a:lnTo>
                  <a:pt x="1778319" y="1814651"/>
                </a:lnTo>
                <a:lnTo>
                  <a:pt x="1778122" y="1813763"/>
                </a:lnTo>
                <a:close/>
                <a:moveTo>
                  <a:pt x="1776706" y="1816197"/>
                </a:moveTo>
                <a:lnTo>
                  <a:pt x="1778089" y="1819236"/>
                </a:lnTo>
                <a:lnTo>
                  <a:pt x="1778712" y="1818965"/>
                </a:lnTo>
                <a:lnTo>
                  <a:pt x="1777961" y="1816020"/>
                </a:lnTo>
                <a:close/>
                <a:moveTo>
                  <a:pt x="1776905" y="1815683"/>
                </a:moveTo>
                <a:lnTo>
                  <a:pt x="1777841" y="1815551"/>
                </a:lnTo>
                <a:lnTo>
                  <a:pt x="1777751" y="1815195"/>
                </a:lnTo>
                <a:close/>
                <a:moveTo>
                  <a:pt x="1690928" y="2008137"/>
                </a:moveTo>
                <a:lnTo>
                  <a:pt x="1690646" y="2012210"/>
                </a:lnTo>
                <a:lnTo>
                  <a:pt x="1695261" y="2012737"/>
                </a:lnTo>
                <a:lnTo>
                  <a:pt x="1695812" y="2007948"/>
                </a:lnTo>
                <a:lnTo>
                  <a:pt x="1695932" y="2006765"/>
                </a:lnTo>
                <a:close/>
                <a:moveTo>
                  <a:pt x="1727312" y="1926578"/>
                </a:moveTo>
                <a:lnTo>
                  <a:pt x="1726256" y="1938080"/>
                </a:lnTo>
                <a:lnTo>
                  <a:pt x="1730253" y="1937510"/>
                </a:lnTo>
                <a:lnTo>
                  <a:pt x="1730103" y="1937698"/>
                </a:lnTo>
                <a:lnTo>
                  <a:pt x="1726240" y="1938249"/>
                </a:lnTo>
                <a:lnTo>
                  <a:pt x="1725714" y="1943979"/>
                </a:lnTo>
                <a:lnTo>
                  <a:pt x="1739743" y="1938432"/>
                </a:lnTo>
                <a:lnTo>
                  <a:pt x="1739595" y="1938752"/>
                </a:lnTo>
                <a:lnTo>
                  <a:pt x="1725690" y="1944249"/>
                </a:lnTo>
                <a:lnTo>
                  <a:pt x="1725323" y="1948243"/>
                </a:lnTo>
                <a:lnTo>
                  <a:pt x="1727862" y="1958197"/>
                </a:lnTo>
                <a:lnTo>
                  <a:pt x="1732331" y="1957505"/>
                </a:lnTo>
                <a:lnTo>
                  <a:pt x="1741195" y="1955678"/>
                </a:lnTo>
                <a:lnTo>
                  <a:pt x="1745844" y="1953632"/>
                </a:lnTo>
                <a:lnTo>
                  <a:pt x="1738431" y="1922985"/>
                </a:lnTo>
                <a:lnTo>
                  <a:pt x="1737244" y="1922942"/>
                </a:lnTo>
                <a:close/>
                <a:moveTo>
                  <a:pt x="1778196" y="1812373"/>
                </a:moveTo>
                <a:lnTo>
                  <a:pt x="1778225" y="1812505"/>
                </a:lnTo>
                <a:lnTo>
                  <a:pt x="1778318" y="1812499"/>
                </a:lnTo>
                <a:lnTo>
                  <a:pt x="1778476" y="1812413"/>
                </a:lnTo>
                <a:lnTo>
                  <a:pt x="1778417" y="1812234"/>
                </a:lnTo>
                <a:close/>
                <a:moveTo>
                  <a:pt x="1697846" y="1992240"/>
                </a:moveTo>
                <a:lnTo>
                  <a:pt x="1696956" y="1999973"/>
                </a:lnTo>
                <a:lnTo>
                  <a:pt x="1703575" y="1998674"/>
                </a:lnTo>
                <a:lnTo>
                  <a:pt x="1702809" y="1991666"/>
                </a:lnTo>
                <a:close/>
                <a:moveTo>
                  <a:pt x="1855146" y="1639431"/>
                </a:moveTo>
                <a:lnTo>
                  <a:pt x="1857152" y="1643836"/>
                </a:lnTo>
                <a:lnTo>
                  <a:pt x="1879575" y="1631892"/>
                </a:lnTo>
                <a:lnTo>
                  <a:pt x="1863252" y="1640817"/>
                </a:lnTo>
                <a:lnTo>
                  <a:pt x="1863182" y="1640979"/>
                </a:lnTo>
                <a:lnTo>
                  <a:pt x="1857295" y="1644150"/>
                </a:lnTo>
                <a:lnTo>
                  <a:pt x="1861428" y="1653233"/>
                </a:lnTo>
                <a:lnTo>
                  <a:pt x="1918295" y="1635777"/>
                </a:lnTo>
                <a:lnTo>
                  <a:pt x="1929549" y="1628929"/>
                </a:lnTo>
                <a:lnTo>
                  <a:pt x="1917946" y="1611418"/>
                </a:lnTo>
                <a:lnTo>
                  <a:pt x="1917880" y="1611320"/>
                </a:lnTo>
                <a:lnTo>
                  <a:pt x="1917747" y="1611172"/>
                </a:lnTo>
                <a:lnTo>
                  <a:pt x="1908839" y="1616302"/>
                </a:lnTo>
                <a:lnTo>
                  <a:pt x="1906742" y="1617420"/>
                </a:lnTo>
                <a:lnTo>
                  <a:pt x="1915312" y="1615105"/>
                </a:lnTo>
                <a:lnTo>
                  <a:pt x="1914922" y="1615628"/>
                </a:lnTo>
                <a:lnTo>
                  <a:pt x="1905150" y="1618267"/>
                </a:lnTo>
                <a:lnTo>
                  <a:pt x="1879575" y="1631892"/>
                </a:lnTo>
                <a:lnTo>
                  <a:pt x="1903848" y="1618619"/>
                </a:lnTo>
                <a:lnTo>
                  <a:pt x="1877256" y="1625801"/>
                </a:lnTo>
                <a:close/>
                <a:moveTo>
                  <a:pt x="1854769" y="1640240"/>
                </a:moveTo>
                <a:lnTo>
                  <a:pt x="1855982" y="1644460"/>
                </a:lnTo>
                <a:lnTo>
                  <a:pt x="1856551" y="1644156"/>
                </a:lnTo>
                <a:close/>
                <a:moveTo>
                  <a:pt x="1760234" y="1851735"/>
                </a:moveTo>
                <a:lnTo>
                  <a:pt x="1772016" y="1851220"/>
                </a:lnTo>
                <a:lnTo>
                  <a:pt x="1773470" y="1850709"/>
                </a:lnTo>
                <a:lnTo>
                  <a:pt x="1785336" y="1846361"/>
                </a:lnTo>
                <a:lnTo>
                  <a:pt x="1783674" y="1838849"/>
                </a:lnTo>
                <a:lnTo>
                  <a:pt x="1772657" y="1842276"/>
                </a:lnTo>
                <a:close/>
                <a:moveTo>
                  <a:pt x="1745314" y="1884459"/>
                </a:moveTo>
                <a:lnTo>
                  <a:pt x="1745680" y="1886566"/>
                </a:lnTo>
                <a:lnTo>
                  <a:pt x="1754935" y="1884317"/>
                </a:lnTo>
                <a:lnTo>
                  <a:pt x="1755052" y="1883431"/>
                </a:lnTo>
                <a:close/>
                <a:moveTo>
                  <a:pt x="1759672" y="1852295"/>
                </a:moveTo>
                <a:lnTo>
                  <a:pt x="1759220" y="1855714"/>
                </a:lnTo>
                <a:lnTo>
                  <a:pt x="1770273" y="1851832"/>
                </a:lnTo>
                <a:close/>
                <a:moveTo>
                  <a:pt x="1851083" y="1647495"/>
                </a:moveTo>
                <a:lnTo>
                  <a:pt x="1852730" y="1655442"/>
                </a:lnTo>
                <a:lnTo>
                  <a:pt x="1858041" y="1654228"/>
                </a:lnTo>
                <a:lnTo>
                  <a:pt x="1855431" y="1645154"/>
                </a:lnTo>
                <a:close/>
                <a:moveTo>
                  <a:pt x="1788570" y="1787382"/>
                </a:moveTo>
                <a:lnTo>
                  <a:pt x="1790108" y="1787181"/>
                </a:lnTo>
                <a:lnTo>
                  <a:pt x="1791081" y="1786857"/>
                </a:lnTo>
                <a:lnTo>
                  <a:pt x="1797094" y="1784576"/>
                </a:lnTo>
                <a:lnTo>
                  <a:pt x="1796575" y="1782229"/>
                </a:lnTo>
                <a:lnTo>
                  <a:pt x="1795325" y="1783034"/>
                </a:lnTo>
                <a:lnTo>
                  <a:pt x="1795502" y="1783526"/>
                </a:lnTo>
                <a:lnTo>
                  <a:pt x="1795371" y="1783820"/>
                </a:lnTo>
                <a:lnTo>
                  <a:pt x="1795133" y="1783157"/>
                </a:lnTo>
                <a:close/>
                <a:moveTo>
                  <a:pt x="1745261" y="1884161"/>
                </a:moveTo>
                <a:lnTo>
                  <a:pt x="1745267" y="1884193"/>
                </a:lnTo>
                <a:lnTo>
                  <a:pt x="1752476" y="1883533"/>
                </a:lnTo>
                <a:lnTo>
                  <a:pt x="1755075" y="1883259"/>
                </a:lnTo>
                <a:lnTo>
                  <a:pt x="1755804" y="1877747"/>
                </a:lnTo>
                <a:close/>
                <a:moveTo>
                  <a:pt x="1698183" y="1989312"/>
                </a:moveTo>
                <a:lnTo>
                  <a:pt x="1697901" y="1991761"/>
                </a:lnTo>
                <a:lnTo>
                  <a:pt x="1702765" y="1991265"/>
                </a:lnTo>
                <a:lnTo>
                  <a:pt x="1702441" y="1988301"/>
                </a:lnTo>
                <a:lnTo>
                  <a:pt x="1702352" y="1987573"/>
                </a:lnTo>
                <a:close/>
                <a:moveTo>
                  <a:pt x="1851004" y="1647112"/>
                </a:moveTo>
                <a:lnTo>
                  <a:pt x="1851052" y="1647346"/>
                </a:lnTo>
                <a:lnTo>
                  <a:pt x="1855390" y="1645010"/>
                </a:lnTo>
                <a:lnTo>
                  <a:pt x="1855331" y="1644806"/>
                </a:lnTo>
                <a:close/>
                <a:moveTo>
                  <a:pt x="1687823" y="2012427"/>
                </a:moveTo>
                <a:lnTo>
                  <a:pt x="1685216" y="2021545"/>
                </a:lnTo>
                <a:lnTo>
                  <a:pt x="1680648" y="2036742"/>
                </a:lnTo>
                <a:lnTo>
                  <a:pt x="1688239" y="2037513"/>
                </a:lnTo>
                <a:lnTo>
                  <a:pt x="1689911" y="2012665"/>
                </a:lnTo>
                <a:close/>
                <a:moveTo>
                  <a:pt x="1716587" y="1947847"/>
                </a:moveTo>
                <a:lnTo>
                  <a:pt x="1716041" y="1954407"/>
                </a:lnTo>
                <a:lnTo>
                  <a:pt x="1723362" y="1952970"/>
                </a:lnTo>
                <a:lnTo>
                  <a:pt x="1723046" y="1953337"/>
                </a:lnTo>
                <a:lnTo>
                  <a:pt x="1716015" y="1954717"/>
                </a:lnTo>
                <a:lnTo>
                  <a:pt x="1715567" y="1960100"/>
                </a:lnTo>
                <a:lnTo>
                  <a:pt x="1723362" y="1958893"/>
                </a:lnTo>
                <a:lnTo>
                  <a:pt x="1724456" y="1946982"/>
                </a:lnTo>
                <a:lnTo>
                  <a:pt x="1723856" y="1944973"/>
                </a:lnTo>
                <a:close/>
                <a:moveTo>
                  <a:pt x="1727677" y="1922600"/>
                </a:moveTo>
                <a:lnTo>
                  <a:pt x="1727335" y="1926330"/>
                </a:lnTo>
                <a:lnTo>
                  <a:pt x="1736646" y="1922921"/>
                </a:lnTo>
                <a:close/>
                <a:moveTo>
                  <a:pt x="1792958" y="1776419"/>
                </a:moveTo>
                <a:lnTo>
                  <a:pt x="1794199" y="1779887"/>
                </a:lnTo>
                <a:lnTo>
                  <a:pt x="1795270" y="1778921"/>
                </a:lnTo>
                <a:close/>
                <a:moveTo>
                  <a:pt x="1691223" y="2003886"/>
                </a:moveTo>
                <a:lnTo>
                  <a:pt x="1691023" y="2006773"/>
                </a:lnTo>
                <a:lnTo>
                  <a:pt x="1696049" y="2005609"/>
                </a:lnTo>
                <a:lnTo>
                  <a:pt x="1696350" y="2002646"/>
                </a:lnTo>
                <a:close/>
                <a:moveTo>
                  <a:pt x="1889794" y="1559152"/>
                </a:moveTo>
                <a:lnTo>
                  <a:pt x="1930189" y="1528016"/>
                </a:lnTo>
                <a:lnTo>
                  <a:pt x="1922167" y="1531901"/>
                </a:lnTo>
                <a:lnTo>
                  <a:pt x="1904727" y="1539491"/>
                </a:lnTo>
                <a:close/>
                <a:moveTo>
                  <a:pt x="1787562" y="1788031"/>
                </a:moveTo>
                <a:lnTo>
                  <a:pt x="1787906" y="1787917"/>
                </a:lnTo>
                <a:lnTo>
                  <a:pt x="1787698" y="1787944"/>
                </a:lnTo>
                <a:close/>
                <a:moveTo>
                  <a:pt x="1777661" y="1809956"/>
                </a:moveTo>
                <a:lnTo>
                  <a:pt x="1778072" y="1811816"/>
                </a:lnTo>
                <a:lnTo>
                  <a:pt x="1778243" y="1811709"/>
                </a:lnTo>
                <a:close/>
                <a:moveTo>
                  <a:pt x="1775779" y="1814161"/>
                </a:moveTo>
                <a:lnTo>
                  <a:pt x="1776481" y="1815702"/>
                </a:lnTo>
                <a:lnTo>
                  <a:pt x="1777143" y="1815331"/>
                </a:lnTo>
                <a:lnTo>
                  <a:pt x="1777703" y="1815007"/>
                </a:lnTo>
                <a:lnTo>
                  <a:pt x="1777404" y="1813837"/>
                </a:lnTo>
                <a:lnTo>
                  <a:pt x="1776148" y="1813965"/>
                </a:lnTo>
                <a:close/>
                <a:moveTo>
                  <a:pt x="1688915" y="2008608"/>
                </a:moveTo>
                <a:lnTo>
                  <a:pt x="1687973" y="2011905"/>
                </a:lnTo>
                <a:lnTo>
                  <a:pt x="1689947" y="2012131"/>
                </a:lnTo>
                <a:lnTo>
                  <a:pt x="1690204" y="2008310"/>
                </a:lnTo>
                <a:close/>
                <a:moveTo>
                  <a:pt x="1910158" y="1513138"/>
                </a:moveTo>
                <a:lnTo>
                  <a:pt x="1918957" y="1507398"/>
                </a:lnTo>
                <a:lnTo>
                  <a:pt x="1911748" y="1510964"/>
                </a:lnTo>
                <a:close/>
                <a:moveTo>
                  <a:pt x="1698438" y="1987037"/>
                </a:moveTo>
                <a:lnTo>
                  <a:pt x="1698382" y="1987581"/>
                </a:lnTo>
                <a:lnTo>
                  <a:pt x="1698238" y="1988841"/>
                </a:lnTo>
                <a:lnTo>
                  <a:pt x="1702299" y="1987147"/>
                </a:lnTo>
                <a:lnTo>
                  <a:pt x="1701991" y="1984654"/>
                </a:lnTo>
                <a:lnTo>
                  <a:pt x="1700880" y="1985415"/>
                </a:lnTo>
                <a:close/>
                <a:moveTo>
                  <a:pt x="1854350" y="1637682"/>
                </a:moveTo>
                <a:lnTo>
                  <a:pt x="1854915" y="1638921"/>
                </a:lnTo>
                <a:lnTo>
                  <a:pt x="1875374" y="1626309"/>
                </a:lnTo>
                <a:lnTo>
                  <a:pt x="1867277" y="1628496"/>
                </a:lnTo>
                <a:lnTo>
                  <a:pt x="1858116" y="1635471"/>
                </a:lnTo>
                <a:close/>
                <a:moveTo>
                  <a:pt x="1883237" y="1572821"/>
                </a:moveTo>
                <a:lnTo>
                  <a:pt x="1884772" y="1574482"/>
                </a:lnTo>
                <a:lnTo>
                  <a:pt x="1890650" y="1571433"/>
                </a:lnTo>
                <a:lnTo>
                  <a:pt x="1890109" y="1570639"/>
                </a:lnTo>
                <a:close/>
                <a:moveTo>
                  <a:pt x="1797019" y="1765214"/>
                </a:moveTo>
                <a:lnTo>
                  <a:pt x="1802146" y="1772724"/>
                </a:lnTo>
                <a:lnTo>
                  <a:pt x="1805314" y="1769868"/>
                </a:lnTo>
                <a:lnTo>
                  <a:pt x="1801763" y="1762567"/>
                </a:lnTo>
                <a:close/>
                <a:moveTo>
                  <a:pt x="1727939" y="1919741"/>
                </a:moveTo>
                <a:lnTo>
                  <a:pt x="1727711" y="1922235"/>
                </a:lnTo>
                <a:lnTo>
                  <a:pt x="1733755" y="1922535"/>
                </a:lnTo>
                <a:lnTo>
                  <a:pt x="1737349" y="1922664"/>
                </a:lnTo>
                <a:lnTo>
                  <a:pt x="1738272" y="1922326"/>
                </a:lnTo>
                <a:lnTo>
                  <a:pt x="1736679" y="1915738"/>
                </a:lnTo>
                <a:lnTo>
                  <a:pt x="1735499" y="1912303"/>
                </a:lnTo>
                <a:close/>
                <a:moveTo>
                  <a:pt x="1690195" y="2004134"/>
                </a:moveTo>
                <a:lnTo>
                  <a:pt x="1689328" y="2007165"/>
                </a:lnTo>
                <a:lnTo>
                  <a:pt x="1690296" y="2006941"/>
                </a:lnTo>
                <a:lnTo>
                  <a:pt x="1690490" y="2004063"/>
                </a:lnTo>
                <a:close/>
                <a:moveTo>
                  <a:pt x="1691409" y="2001195"/>
                </a:moveTo>
                <a:lnTo>
                  <a:pt x="1691244" y="2003580"/>
                </a:lnTo>
                <a:lnTo>
                  <a:pt x="1696381" y="2002338"/>
                </a:lnTo>
                <a:lnTo>
                  <a:pt x="1696601" y="2000176"/>
                </a:lnTo>
                <a:close/>
                <a:moveTo>
                  <a:pt x="1786676" y="1787630"/>
                </a:moveTo>
                <a:lnTo>
                  <a:pt x="1787345" y="1787541"/>
                </a:lnTo>
                <a:lnTo>
                  <a:pt x="1794950" y="1782645"/>
                </a:lnTo>
                <a:lnTo>
                  <a:pt x="1794280" y="1780775"/>
                </a:lnTo>
                <a:close/>
                <a:moveTo>
                  <a:pt x="1690574" y="2002807"/>
                </a:moveTo>
                <a:lnTo>
                  <a:pt x="1690287" y="2003812"/>
                </a:lnTo>
                <a:lnTo>
                  <a:pt x="1690510" y="2003758"/>
                </a:lnTo>
                <a:close/>
                <a:moveTo>
                  <a:pt x="1760469" y="1846269"/>
                </a:moveTo>
                <a:lnTo>
                  <a:pt x="1760240" y="1847997"/>
                </a:lnTo>
                <a:lnTo>
                  <a:pt x="1764370" y="1844853"/>
                </a:lnTo>
                <a:lnTo>
                  <a:pt x="1761045" y="1845887"/>
                </a:lnTo>
                <a:close/>
                <a:moveTo>
                  <a:pt x="1799869" y="1757964"/>
                </a:moveTo>
                <a:lnTo>
                  <a:pt x="1801833" y="1762003"/>
                </a:lnTo>
                <a:lnTo>
                  <a:pt x="1815774" y="1754223"/>
                </a:lnTo>
                <a:lnTo>
                  <a:pt x="1806561" y="1755616"/>
                </a:lnTo>
                <a:close/>
                <a:moveTo>
                  <a:pt x="1760497" y="1846057"/>
                </a:moveTo>
                <a:lnTo>
                  <a:pt x="1760470" y="1846259"/>
                </a:lnTo>
                <a:lnTo>
                  <a:pt x="1761037" y="1845890"/>
                </a:lnTo>
                <a:close/>
                <a:moveTo>
                  <a:pt x="1703116" y="1974534"/>
                </a:moveTo>
                <a:lnTo>
                  <a:pt x="1703461" y="1976548"/>
                </a:lnTo>
                <a:lnTo>
                  <a:pt x="1712839" y="1976866"/>
                </a:lnTo>
                <a:lnTo>
                  <a:pt x="1713906" y="1976157"/>
                </a:lnTo>
                <a:lnTo>
                  <a:pt x="1714005" y="1974961"/>
                </a:lnTo>
                <a:lnTo>
                  <a:pt x="1714054" y="1974236"/>
                </a:lnTo>
                <a:close/>
                <a:moveTo>
                  <a:pt x="1703825" y="1972704"/>
                </a:moveTo>
                <a:lnTo>
                  <a:pt x="1714328" y="1970165"/>
                </a:lnTo>
                <a:lnTo>
                  <a:pt x="1714473" y="1968018"/>
                </a:lnTo>
                <a:close/>
                <a:moveTo>
                  <a:pt x="1886171" y="1563922"/>
                </a:moveTo>
                <a:lnTo>
                  <a:pt x="1887276" y="1565540"/>
                </a:lnTo>
                <a:lnTo>
                  <a:pt x="1899839" y="1557467"/>
                </a:lnTo>
                <a:lnTo>
                  <a:pt x="1887610" y="1562028"/>
                </a:lnTo>
                <a:close/>
                <a:moveTo>
                  <a:pt x="1932706" y="1459624"/>
                </a:moveTo>
                <a:lnTo>
                  <a:pt x="1940603" y="1467890"/>
                </a:lnTo>
                <a:lnTo>
                  <a:pt x="1941328" y="1467553"/>
                </a:lnTo>
                <a:lnTo>
                  <a:pt x="1945842" y="1461381"/>
                </a:lnTo>
                <a:lnTo>
                  <a:pt x="1970660" y="1424441"/>
                </a:lnTo>
                <a:lnTo>
                  <a:pt x="1954025" y="1440568"/>
                </a:lnTo>
                <a:close/>
                <a:moveTo>
                  <a:pt x="1702956" y="1973607"/>
                </a:moveTo>
                <a:lnTo>
                  <a:pt x="1703005" y="1973887"/>
                </a:lnTo>
                <a:lnTo>
                  <a:pt x="1714088" y="1973737"/>
                </a:lnTo>
                <a:lnTo>
                  <a:pt x="1714281" y="1970868"/>
                </a:lnTo>
                <a:lnTo>
                  <a:pt x="1705940" y="1972885"/>
                </a:lnTo>
                <a:lnTo>
                  <a:pt x="1713684" y="1972305"/>
                </a:lnTo>
                <a:lnTo>
                  <a:pt x="1713461" y="1972550"/>
                </a:lnTo>
                <a:lnTo>
                  <a:pt x="1704567" y="1973217"/>
                </a:lnTo>
                <a:close/>
                <a:moveTo>
                  <a:pt x="1785446" y="1788738"/>
                </a:moveTo>
                <a:lnTo>
                  <a:pt x="1785532" y="1788709"/>
                </a:lnTo>
                <a:lnTo>
                  <a:pt x="1786473" y="1788104"/>
                </a:lnTo>
                <a:lnTo>
                  <a:pt x="1786095" y="1788153"/>
                </a:lnTo>
                <a:close/>
                <a:moveTo>
                  <a:pt x="1701422" y="1976733"/>
                </a:moveTo>
                <a:lnTo>
                  <a:pt x="1702209" y="1983930"/>
                </a:lnTo>
                <a:lnTo>
                  <a:pt x="1712475" y="1977107"/>
                </a:lnTo>
                <a:lnTo>
                  <a:pt x="1703505" y="1976804"/>
                </a:lnTo>
                <a:lnTo>
                  <a:pt x="1703978" y="1979557"/>
                </a:lnTo>
                <a:lnTo>
                  <a:pt x="1703824" y="1979786"/>
                </a:lnTo>
                <a:lnTo>
                  <a:pt x="1703311" y="1976797"/>
                </a:lnTo>
                <a:close/>
                <a:moveTo>
                  <a:pt x="1783048" y="1793657"/>
                </a:moveTo>
                <a:lnTo>
                  <a:pt x="1785381" y="1798487"/>
                </a:lnTo>
                <a:lnTo>
                  <a:pt x="1799106" y="1793667"/>
                </a:lnTo>
                <a:lnTo>
                  <a:pt x="1798330" y="1790159"/>
                </a:lnTo>
                <a:lnTo>
                  <a:pt x="1790571" y="1791156"/>
                </a:lnTo>
                <a:close/>
                <a:moveTo>
                  <a:pt x="1885794" y="1563369"/>
                </a:moveTo>
                <a:lnTo>
                  <a:pt x="1885856" y="1563461"/>
                </a:lnTo>
                <a:lnTo>
                  <a:pt x="1886113" y="1563124"/>
                </a:lnTo>
                <a:close/>
                <a:moveTo>
                  <a:pt x="1725516" y="1922126"/>
                </a:moveTo>
                <a:lnTo>
                  <a:pt x="1726732" y="1922187"/>
                </a:lnTo>
                <a:lnTo>
                  <a:pt x="1726859" y="1920804"/>
                </a:lnTo>
                <a:close/>
                <a:moveTo>
                  <a:pt x="1799263" y="1756719"/>
                </a:moveTo>
                <a:lnTo>
                  <a:pt x="1799572" y="1757356"/>
                </a:lnTo>
                <a:lnTo>
                  <a:pt x="1802993" y="1756155"/>
                </a:lnTo>
                <a:close/>
                <a:moveTo>
                  <a:pt x="1850056" y="1642569"/>
                </a:moveTo>
                <a:lnTo>
                  <a:pt x="1850151" y="1642997"/>
                </a:lnTo>
                <a:lnTo>
                  <a:pt x="1850925" y="1646733"/>
                </a:lnTo>
                <a:lnTo>
                  <a:pt x="1855325" y="1644786"/>
                </a:lnTo>
                <a:lnTo>
                  <a:pt x="1853990" y="1640144"/>
                </a:lnTo>
                <a:close/>
                <a:moveTo>
                  <a:pt x="1693459" y="1992719"/>
                </a:moveTo>
                <a:lnTo>
                  <a:pt x="1691530" y="1999465"/>
                </a:lnTo>
                <a:lnTo>
                  <a:pt x="1691419" y="2001060"/>
                </a:lnTo>
                <a:lnTo>
                  <a:pt x="1696614" y="2000041"/>
                </a:lnTo>
                <a:lnTo>
                  <a:pt x="1697401" y="1992292"/>
                </a:lnTo>
                <a:lnTo>
                  <a:pt x="1695657" y="1992495"/>
                </a:lnTo>
                <a:close/>
                <a:moveTo>
                  <a:pt x="1717183" y="1939541"/>
                </a:moveTo>
                <a:lnTo>
                  <a:pt x="1716812" y="1944905"/>
                </a:lnTo>
                <a:lnTo>
                  <a:pt x="1722158" y="1944023"/>
                </a:lnTo>
                <a:lnTo>
                  <a:pt x="1721968" y="1944232"/>
                </a:lnTo>
                <a:lnTo>
                  <a:pt x="1716799" y="1945084"/>
                </a:lnTo>
                <a:lnTo>
                  <a:pt x="1716714" y="1946312"/>
                </a:lnTo>
                <a:lnTo>
                  <a:pt x="1716609" y="1947578"/>
                </a:lnTo>
                <a:lnTo>
                  <a:pt x="1723787" y="1944741"/>
                </a:lnTo>
                <a:lnTo>
                  <a:pt x="1722028" y="1938849"/>
                </a:lnTo>
                <a:close/>
                <a:moveTo>
                  <a:pt x="1701725" y="1973904"/>
                </a:moveTo>
                <a:lnTo>
                  <a:pt x="1702813" y="1973890"/>
                </a:lnTo>
                <a:lnTo>
                  <a:pt x="1702771" y="1973651"/>
                </a:lnTo>
                <a:close/>
                <a:moveTo>
                  <a:pt x="1761223" y="1840566"/>
                </a:moveTo>
                <a:lnTo>
                  <a:pt x="1760747" y="1844167"/>
                </a:lnTo>
                <a:lnTo>
                  <a:pt x="1766172" y="1842479"/>
                </a:lnTo>
                <a:lnTo>
                  <a:pt x="1770862" y="1839363"/>
                </a:lnTo>
                <a:close/>
                <a:moveTo>
                  <a:pt x="1882719" y="1568468"/>
                </a:moveTo>
                <a:lnTo>
                  <a:pt x="1886825" y="1565829"/>
                </a:lnTo>
                <a:lnTo>
                  <a:pt x="1885830" y="1564371"/>
                </a:lnTo>
                <a:close/>
                <a:moveTo>
                  <a:pt x="1693925" y="1991088"/>
                </a:moveTo>
                <a:lnTo>
                  <a:pt x="1693608" y="1992200"/>
                </a:lnTo>
                <a:lnTo>
                  <a:pt x="1697450" y="1991808"/>
                </a:lnTo>
                <a:lnTo>
                  <a:pt x="1697682" y="1989521"/>
                </a:lnTo>
                <a:close/>
                <a:moveTo>
                  <a:pt x="1728509" y="1913538"/>
                </a:moveTo>
                <a:lnTo>
                  <a:pt x="1727971" y="1919401"/>
                </a:lnTo>
                <a:lnTo>
                  <a:pt x="1730295" y="1917174"/>
                </a:lnTo>
                <a:lnTo>
                  <a:pt x="1735434" y="1912117"/>
                </a:lnTo>
                <a:lnTo>
                  <a:pt x="1734935" y="1910663"/>
                </a:lnTo>
                <a:close/>
                <a:moveTo>
                  <a:pt x="1878212" y="1578292"/>
                </a:moveTo>
                <a:lnTo>
                  <a:pt x="1885189" y="1575676"/>
                </a:lnTo>
                <a:lnTo>
                  <a:pt x="1884562" y="1574997"/>
                </a:lnTo>
                <a:close/>
                <a:moveTo>
                  <a:pt x="1701187" y="1974586"/>
                </a:moveTo>
                <a:lnTo>
                  <a:pt x="1701393" y="1976478"/>
                </a:lnTo>
                <a:lnTo>
                  <a:pt x="1703267" y="1976541"/>
                </a:lnTo>
                <a:lnTo>
                  <a:pt x="1702924" y="1974539"/>
                </a:lnTo>
                <a:close/>
                <a:moveTo>
                  <a:pt x="1694297" y="1989789"/>
                </a:moveTo>
                <a:lnTo>
                  <a:pt x="1694071" y="1990579"/>
                </a:lnTo>
                <a:lnTo>
                  <a:pt x="1697730" y="1989053"/>
                </a:lnTo>
                <a:lnTo>
                  <a:pt x="1697898" y="1987396"/>
                </a:lnTo>
                <a:close/>
                <a:moveTo>
                  <a:pt x="1771705" y="1816418"/>
                </a:moveTo>
                <a:lnTo>
                  <a:pt x="1775251" y="1815917"/>
                </a:lnTo>
                <a:lnTo>
                  <a:pt x="1774664" y="1814755"/>
                </a:lnTo>
                <a:lnTo>
                  <a:pt x="1772644" y="1815832"/>
                </a:lnTo>
                <a:close/>
                <a:moveTo>
                  <a:pt x="1782350" y="1792213"/>
                </a:moveTo>
                <a:lnTo>
                  <a:pt x="1782970" y="1793498"/>
                </a:lnTo>
                <a:lnTo>
                  <a:pt x="1789661" y="1791274"/>
                </a:lnTo>
                <a:close/>
                <a:moveTo>
                  <a:pt x="1793469" y="1767196"/>
                </a:moveTo>
                <a:lnTo>
                  <a:pt x="1793945" y="1769001"/>
                </a:lnTo>
                <a:lnTo>
                  <a:pt x="1795995" y="1778268"/>
                </a:lnTo>
                <a:lnTo>
                  <a:pt x="1801847" y="1772994"/>
                </a:lnTo>
                <a:lnTo>
                  <a:pt x="1798926" y="1768716"/>
                </a:lnTo>
                <a:lnTo>
                  <a:pt x="1796527" y="1765490"/>
                </a:lnTo>
                <a:close/>
                <a:moveTo>
                  <a:pt x="1901758" y="1524624"/>
                </a:moveTo>
                <a:lnTo>
                  <a:pt x="1906617" y="1520583"/>
                </a:lnTo>
                <a:lnTo>
                  <a:pt x="1922882" y="1505922"/>
                </a:lnTo>
                <a:lnTo>
                  <a:pt x="1908642" y="1515211"/>
                </a:lnTo>
                <a:close/>
                <a:moveTo>
                  <a:pt x="1739193" y="1888554"/>
                </a:moveTo>
                <a:lnTo>
                  <a:pt x="1741046" y="1892617"/>
                </a:lnTo>
                <a:lnTo>
                  <a:pt x="1753896" y="1892174"/>
                </a:lnTo>
                <a:lnTo>
                  <a:pt x="1754894" y="1884626"/>
                </a:lnTo>
                <a:lnTo>
                  <a:pt x="1747249" y="1886596"/>
                </a:lnTo>
                <a:lnTo>
                  <a:pt x="1745724" y="1886966"/>
                </a:lnTo>
                <a:lnTo>
                  <a:pt x="1745517" y="1887277"/>
                </a:lnTo>
                <a:lnTo>
                  <a:pt x="1745473" y="1887027"/>
                </a:lnTo>
                <a:close/>
                <a:moveTo>
                  <a:pt x="1798189" y="1756329"/>
                </a:moveTo>
                <a:lnTo>
                  <a:pt x="1798702" y="1756272"/>
                </a:lnTo>
                <a:lnTo>
                  <a:pt x="1798626" y="1756117"/>
                </a:lnTo>
                <a:close/>
                <a:moveTo>
                  <a:pt x="1881138" y="1570549"/>
                </a:moveTo>
                <a:lnTo>
                  <a:pt x="1882251" y="1571754"/>
                </a:lnTo>
                <a:lnTo>
                  <a:pt x="1889511" y="1569765"/>
                </a:lnTo>
                <a:lnTo>
                  <a:pt x="1887008" y="1566097"/>
                </a:lnTo>
                <a:lnTo>
                  <a:pt x="1882148" y="1569219"/>
                </a:lnTo>
                <a:close/>
                <a:moveTo>
                  <a:pt x="1782120" y="1791736"/>
                </a:moveTo>
                <a:lnTo>
                  <a:pt x="1782124" y="1791744"/>
                </a:lnTo>
                <a:lnTo>
                  <a:pt x="1792098" y="1790463"/>
                </a:lnTo>
                <a:lnTo>
                  <a:pt x="1795586" y="1789304"/>
                </a:lnTo>
                <a:lnTo>
                  <a:pt x="1795430" y="1789541"/>
                </a:lnTo>
                <a:lnTo>
                  <a:pt x="1793009" y="1790346"/>
                </a:lnTo>
                <a:lnTo>
                  <a:pt x="1798222" y="1789675"/>
                </a:lnTo>
                <a:lnTo>
                  <a:pt x="1797540" y="1786590"/>
                </a:lnTo>
                <a:lnTo>
                  <a:pt x="1792620" y="1787301"/>
                </a:lnTo>
                <a:lnTo>
                  <a:pt x="1791586" y="1787437"/>
                </a:lnTo>
                <a:lnTo>
                  <a:pt x="1784034" y="1790302"/>
                </a:lnTo>
                <a:lnTo>
                  <a:pt x="1782901" y="1791032"/>
                </a:lnTo>
                <a:close/>
                <a:moveTo>
                  <a:pt x="1699490" y="1976668"/>
                </a:moveTo>
                <a:lnTo>
                  <a:pt x="1698504" y="1986392"/>
                </a:lnTo>
                <a:lnTo>
                  <a:pt x="1701925" y="1984118"/>
                </a:lnTo>
                <a:lnTo>
                  <a:pt x="1701014" y="1976719"/>
                </a:lnTo>
                <a:close/>
                <a:moveTo>
                  <a:pt x="1849593" y="1640474"/>
                </a:moveTo>
                <a:lnTo>
                  <a:pt x="1849929" y="1641995"/>
                </a:lnTo>
                <a:lnTo>
                  <a:pt x="1853831" y="1639590"/>
                </a:lnTo>
                <a:lnTo>
                  <a:pt x="1853436" y="1638219"/>
                </a:lnTo>
                <a:close/>
                <a:moveTo>
                  <a:pt x="1738943" y="1888005"/>
                </a:moveTo>
                <a:lnTo>
                  <a:pt x="1739024" y="1888184"/>
                </a:lnTo>
                <a:lnTo>
                  <a:pt x="1745405" y="1886633"/>
                </a:lnTo>
                <a:lnTo>
                  <a:pt x="1745032" y="1884489"/>
                </a:lnTo>
                <a:lnTo>
                  <a:pt x="1744657" y="1884528"/>
                </a:lnTo>
                <a:close/>
                <a:moveTo>
                  <a:pt x="1691987" y="1992870"/>
                </a:moveTo>
                <a:lnTo>
                  <a:pt x="1691662" y="1997571"/>
                </a:lnTo>
                <a:lnTo>
                  <a:pt x="1693037" y="1992763"/>
                </a:lnTo>
                <a:close/>
                <a:moveTo>
                  <a:pt x="1880743" y="1570122"/>
                </a:moveTo>
                <a:lnTo>
                  <a:pt x="1880773" y="1570155"/>
                </a:lnTo>
                <a:lnTo>
                  <a:pt x="1880849" y="1570054"/>
                </a:lnTo>
                <a:close/>
                <a:moveTo>
                  <a:pt x="1879690" y="1572457"/>
                </a:moveTo>
                <a:lnTo>
                  <a:pt x="1881704" y="1571904"/>
                </a:lnTo>
                <a:lnTo>
                  <a:pt x="1880828" y="1570958"/>
                </a:lnTo>
                <a:close/>
                <a:moveTo>
                  <a:pt x="1728813" y="1910230"/>
                </a:moveTo>
                <a:lnTo>
                  <a:pt x="1728593" y="1912624"/>
                </a:lnTo>
                <a:lnTo>
                  <a:pt x="1734679" y="1909915"/>
                </a:lnTo>
                <a:lnTo>
                  <a:pt x="1734565" y="1909587"/>
                </a:lnTo>
                <a:close/>
                <a:moveTo>
                  <a:pt x="1770160" y="1817381"/>
                </a:moveTo>
                <a:lnTo>
                  <a:pt x="1770967" y="1818794"/>
                </a:lnTo>
                <a:lnTo>
                  <a:pt x="1775226" y="1816406"/>
                </a:lnTo>
                <a:lnTo>
                  <a:pt x="1770698" y="1817045"/>
                </a:lnTo>
                <a:close/>
                <a:moveTo>
                  <a:pt x="1720226" y="1929172"/>
                </a:moveTo>
                <a:lnTo>
                  <a:pt x="1721823" y="1934520"/>
                </a:lnTo>
                <a:lnTo>
                  <a:pt x="1722854" y="1938565"/>
                </a:lnTo>
                <a:lnTo>
                  <a:pt x="1725261" y="1938222"/>
                </a:lnTo>
                <a:lnTo>
                  <a:pt x="1726295" y="1926951"/>
                </a:lnTo>
                <a:close/>
                <a:moveTo>
                  <a:pt x="1738397" y="1888337"/>
                </a:moveTo>
                <a:lnTo>
                  <a:pt x="1738692" y="1888265"/>
                </a:lnTo>
                <a:lnTo>
                  <a:pt x="1738652" y="1888181"/>
                </a:lnTo>
                <a:close/>
                <a:moveTo>
                  <a:pt x="1692057" y="1991867"/>
                </a:moveTo>
                <a:lnTo>
                  <a:pt x="1692022" y="1992362"/>
                </a:lnTo>
                <a:lnTo>
                  <a:pt x="1693185" y="1992243"/>
                </a:lnTo>
                <a:lnTo>
                  <a:pt x="1693461" y="1991282"/>
                </a:lnTo>
                <a:close/>
                <a:moveTo>
                  <a:pt x="1852536" y="1632477"/>
                </a:moveTo>
                <a:lnTo>
                  <a:pt x="1853161" y="1634651"/>
                </a:lnTo>
                <a:lnTo>
                  <a:pt x="1860556" y="1630311"/>
                </a:lnTo>
                <a:close/>
                <a:moveTo>
                  <a:pt x="1699697" y="1974627"/>
                </a:moveTo>
                <a:lnTo>
                  <a:pt x="1699516" y="1976414"/>
                </a:lnTo>
                <a:lnTo>
                  <a:pt x="1700982" y="1976464"/>
                </a:lnTo>
                <a:lnTo>
                  <a:pt x="1700752" y="1974599"/>
                </a:lnTo>
                <a:close/>
                <a:moveTo>
                  <a:pt x="1776594" y="1802278"/>
                </a:moveTo>
                <a:lnTo>
                  <a:pt x="1779471" y="1810945"/>
                </a:lnTo>
                <a:lnTo>
                  <a:pt x="1788549" y="1805286"/>
                </a:lnTo>
                <a:lnTo>
                  <a:pt x="1785572" y="1799124"/>
                </a:lnTo>
                <a:close/>
                <a:moveTo>
                  <a:pt x="1798052" y="1754228"/>
                </a:moveTo>
                <a:lnTo>
                  <a:pt x="1798685" y="1755531"/>
                </a:lnTo>
                <a:lnTo>
                  <a:pt x="1808652" y="1750704"/>
                </a:lnTo>
                <a:close/>
                <a:moveTo>
                  <a:pt x="1751404" y="1858458"/>
                </a:moveTo>
                <a:lnTo>
                  <a:pt x="1758693" y="1855899"/>
                </a:lnTo>
                <a:lnTo>
                  <a:pt x="1759133" y="1852574"/>
                </a:lnTo>
                <a:close/>
                <a:moveTo>
                  <a:pt x="1692100" y="1991249"/>
                </a:moveTo>
                <a:lnTo>
                  <a:pt x="1692089" y="1991406"/>
                </a:lnTo>
                <a:lnTo>
                  <a:pt x="1693606" y="1990773"/>
                </a:lnTo>
                <a:lnTo>
                  <a:pt x="1693791" y="1990125"/>
                </a:lnTo>
                <a:close/>
                <a:moveTo>
                  <a:pt x="1761998" y="1834705"/>
                </a:moveTo>
                <a:lnTo>
                  <a:pt x="1761521" y="1838313"/>
                </a:lnTo>
                <a:lnTo>
                  <a:pt x="1774967" y="1836636"/>
                </a:lnTo>
                <a:lnTo>
                  <a:pt x="1776494" y="1835621"/>
                </a:lnTo>
                <a:lnTo>
                  <a:pt x="1781909" y="1831498"/>
                </a:lnTo>
                <a:lnTo>
                  <a:pt x="1781848" y="1831261"/>
                </a:lnTo>
                <a:close/>
                <a:moveTo>
                  <a:pt x="1699804" y="1973574"/>
                </a:moveTo>
                <a:lnTo>
                  <a:pt x="1699793" y="1973680"/>
                </a:lnTo>
                <a:lnTo>
                  <a:pt x="1700122" y="1973550"/>
                </a:lnTo>
                <a:close/>
                <a:moveTo>
                  <a:pt x="1939663" y="1436477"/>
                </a:moveTo>
                <a:lnTo>
                  <a:pt x="1947225" y="1430391"/>
                </a:lnTo>
                <a:lnTo>
                  <a:pt x="1941465" y="1432971"/>
                </a:lnTo>
                <a:close/>
                <a:moveTo>
                  <a:pt x="1877377" y="1575502"/>
                </a:moveTo>
                <a:lnTo>
                  <a:pt x="1882728" y="1573013"/>
                </a:lnTo>
                <a:lnTo>
                  <a:pt x="1882706" y="1572989"/>
                </a:lnTo>
                <a:lnTo>
                  <a:pt x="1881128" y="1573491"/>
                </a:lnTo>
                <a:lnTo>
                  <a:pt x="1878319" y="1574261"/>
                </a:lnTo>
                <a:close/>
                <a:moveTo>
                  <a:pt x="1698064" y="1976619"/>
                </a:moveTo>
                <a:lnTo>
                  <a:pt x="1694509" y="1989046"/>
                </a:lnTo>
                <a:lnTo>
                  <a:pt x="1697963" y="1986751"/>
                </a:lnTo>
                <a:lnTo>
                  <a:pt x="1698988" y="1976651"/>
                </a:lnTo>
                <a:close/>
                <a:moveTo>
                  <a:pt x="1719801" y="1927748"/>
                </a:moveTo>
                <a:lnTo>
                  <a:pt x="1720161" y="1928955"/>
                </a:lnTo>
                <a:lnTo>
                  <a:pt x="1726318" y="1926702"/>
                </a:lnTo>
                <a:lnTo>
                  <a:pt x="1726698" y="1922565"/>
                </a:lnTo>
                <a:lnTo>
                  <a:pt x="1725126" y="1922508"/>
                </a:lnTo>
                <a:close/>
                <a:moveTo>
                  <a:pt x="1744407" y="1872489"/>
                </a:moveTo>
                <a:lnTo>
                  <a:pt x="1753065" y="1872589"/>
                </a:lnTo>
                <a:lnTo>
                  <a:pt x="1756487" y="1872583"/>
                </a:lnTo>
                <a:lnTo>
                  <a:pt x="1757348" y="1866069"/>
                </a:lnTo>
                <a:close/>
                <a:moveTo>
                  <a:pt x="1698515" y="1975041"/>
                </a:moveTo>
                <a:lnTo>
                  <a:pt x="1698135" y="1976367"/>
                </a:lnTo>
                <a:lnTo>
                  <a:pt x="1699014" y="1976397"/>
                </a:lnTo>
                <a:lnTo>
                  <a:pt x="1699181" y="1974748"/>
                </a:lnTo>
                <a:close/>
                <a:moveTo>
                  <a:pt x="1690499" y="1992517"/>
                </a:moveTo>
                <a:lnTo>
                  <a:pt x="1691184" y="1992447"/>
                </a:lnTo>
                <a:lnTo>
                  <a:pt x="1691188" y="1992230"/>
                </a:lnTo>
                <a:close/>
                <a:moveTo>
                  <a:pt x="1698915" y="1973641"/>
                </a:moveTo>
                <a:lnTo>
                  <a:pt x="1698839" y="1973909"/>
                </a:lnTo>
                <a:lnTo>
                  <a:pt x="1699277" y="1973804"/>
                </a:lnTo>
                <a:lnTo>
                  <a:pt x="1699297" y="1973612"/>
                </a:lnTo>
                <a:close/>
                <a:moveTo>
                  <a:pt x="1790291" y="1768969"/>
                </a:moveTo>
                <a:lnTo>
                  <a:pt x="1792634" y="1775515"/>
                </a:lnTo>
                <a:lnTo>
                  <a:pt x="1795550" y="1778669"/>
                </a:lnTo>
                <a:lnTo>
                  <a:pt x="1795673" y="1778559"/>
                </a:lnTo>
                <a:lnTo>
                  <a:pt x="1792780" y="1767581"/>
                </a:lnTo>
                <a:lnTo>
                  <a:pt x="1791362" y="1768372"/>
                </a:lnTo>
                <a:lnTo>
                  <a:pt x="1792105" y="1769763"/>
                </a:lnTo>
                <a:lnTo>
                  <a:pt x="1792024" y="1770056"/>
                </a:lnTo>
                <a:lnTo>
                  <a:pt x="1791180" y="1768474"/>
                </a:lnTo>
                <a:close/>
                <a:moveTo>
                  <a:pt x="1775140" y="1802788"/>
                </a:moveTo>
                <a:lnTo>
                  <a:pt x="1777529" y="1812155"/>
                </a:lnTo>
                <a:lnTo>
                  <a:pt x="1777737" y="1812025"/>
                </a:lnTo>
                <a:lnTo>
                  <a:pt x="1776519" y="1806517"/>
                </a:lnTo>
                <a:lnTo>
                  <a:pt x="1775266" y="1802744"/>
                </a:lnTo>
                <a:close/>
                <a:moveTo>
                  <a:pt x="1778527" y="1794975"/>
                </a:moveTo>
                <a:lnTo>
                  <a:pt x="1782820" y="1793547"/>
                </a:lnTo>
                <a:lnTo>
                  <a:pt x="1782166" y="1792237"/>
                </a:lnTo>
                <a:lnTo>
                  <a:pt x="1781463" y="1792327"/>
                </a:lnTo>
                <a:close/>
                <a:moveTo>
                  <a:pt x="1699502" y="1971592"/>
                </a:moveTo>
                <a:lnTo>
                  <a:pt x="1698982" y="1973406"/>
                </a:lnTo>
                <a:lnTo>
                  <a:pt x="1699320" y="1973381"/>
                </a:lnTo>
                <a:close/>
                <a:moveTo>
                  <a:pt x="1700175" y="1969918"/>
                </a:moveTo>
                <a:lnTo>
                  <a:pt x="1699828" y="1973343"/>
                </a:lnTo>
                <a:lnTo>
                  <a:pt x="1700590" y="1973286"/>
                </a:lnTo>
                <a:close/>
                <a:moveTo>
                  <a:pt x="1929499" y="1456267"/>
                </a:moveTo>
                <a:lnTo>
                  <a:pt x="1930995" y="1457833"/>
                </a:lnTo>
                <a:lnTo>
                  <a:pt x="1965759" y="1427455"/>
                </a:lnTo>
                <a:lnTo>
                  <a:pt x="1973947" y="1419549"/>
                </a:lnTo>
                <a:lnTo>
                  <a:pt x="1975031" y="1417936"/>
                </a:lnTo>
                <a:lnTo>
                  <a:pt x="1948447" y="1429843"/>
                </a:lnTo>
                <a:lnTo>
                  <a:pt x="1939282" y="1437221"/>
                </a:lnTo>
                <a:close/>
                <a:moveTo>
                  <a:pt x="1729357" y="1904302"/>
                </a:moveTo>
                <a:lnTo>
                  <a:pt x="1728858" y="1909740"/>
                </a:lnTo>
                <a:lnTo>
                  <a:pt x="1734431" y="1909195"/>
                </a:lnTo>
                <a:lnTo>
                  <a:pt x="1732190" y="1902671"/>
                </a:lnTo>
                <a:close/>
                <a:moveTo>
                  <a:pt x="1743326" y="1873012"/>
                </a:moveTo>
                <a:lnTo>
                  <a:pt x="1744013" y="1876967"/>
                </a:lnTo>
                <a:lnTo>
                  <a:pt x="1753574" y="1875276"/>
                </a:lnTo>
                <a:lnTo>
                  <a:pt x="1753458" y="1875407"/>
                </a:lnTo>
                <a:lnTo>
                  <a:pt x="1744031" y="1877075"/>
                </a:lnTo>
                <a:lnTo>
                  <a:pt x="1744936" y="1882287"/>
                </a:lnTo>
                <a:lnTo>
                  <a:pt x="1756102" y="1875495"/>
                </a:lnTo>
                <a:lnTo>
                  <a:pt x="1756464" y="1872757"/>
                </a:lnTo>
                <a:lnTo>
                  <a:pt x="1743807" y="1872782"/>
                </a:lnTo>
                <a:close/>
                <a:moveTo>
                  <a:pt x="1717841" y="1930045"/>
                </a:moveTo>
                <a:lnTo>
                  <a:pt x="1717195" y="1939372"/>
                </a:lnTo>
                <a:lnTo>
                  <a:pt x="1721980" y="1938689"/>
                </a:lnTo>
                <a:lnTo>
                  <a:pt x="1719245" y="1929532"/>
                </a:lnTo>
                <a:close/>
                <a:moveTo>
                  <a:pt x="1875627" y="1576493"/>
                </a:moveTo>
                <a:lnTo>
                  <a:pt x="1875992" y="1576450"/>
                </a:lnTo>
                <a:lnTo>
                  <a:pt x="1876141" y="1576253"/>
                </a:lnTo>
                <a:close/>
                <a:moveTo>
                  <a:pt x="1879199" y="1568453"/>
                </a:moveTo>
                <a:lnTo>
                  <a:pt x="1880520" y="1569881"/>
                </a:lnTo>
                <a:lnTo>
                  <a:pt x="1881420" y="1569303"/>
                </a:lnTo>
                <a:lnTo>
                  <a:pt x="1885515" y="1563910"/>
                </a:lnTo>
                <a:lnTo>
                  <a:pt x="1885370" y="1563697"/>
                </a:lnTo>
                <a:close/>
                <a:moveTo>
                  <a:pt x="1793577" y="1760172"/>
                </a:moveTo>
                <a:lnTo>
                  <a:pt x="1796760" y="1764834"/>
                </a:lnTo>
                <a:lnTo>
                  <a:pt x="1801562" y="1762154"/>
                </a:lnTo>
                <a:lnTo>
                  <a:pt x="1799575" y="1758068"/>
                </a:lnTo>
                <a:close/>
                <a:moveTo>
                  <a:pt x="1737693" y="1885264"/>
                </a:moveTo>
                <a:lnTo>
                  <a:pt x="1738203" y="1886383"/>
                </a:lnTo>
                <a:lnTo>
                  <a:pt x="1740538" y="1884963"/>
                </a:lnTo>
                <a:close/>
                <a:moveTo>
                  <a:pt x="1874095" y="1579823"/>
                </a:moveTo>
                <a:lnTo>
                  <a:pt x="1875051" y="1579478"/>
                </a:lnTo>
                <a:lnTo>
                  <a:pt x="1875393" y="1579351"/>
                </a:lnTo>
                <a:lnTo>
                  <a:pt x="1884309" y="1574723"/>
                </a:lnTo>
                <a:lnTo>
                  <a:pt x="1882841" y="1573134"/>
                </a:lnTo>
                <a:lnTo>
                  <a:pt x="1882838" y="1573139"/>
                </a:lnTo>
                <a:lnTo>
                  <a:pt x="1877169" y="1575775"/>
                </a:lnTo>
                <a:close/>
                <a:moveTo>
                  <a:pt x="1717871" y="1929622"/>
                </a:moveTo>
                <a:lnTo>
                  <a:pt x="1717858" y="1929799"/>
                </a:lnTo>
                <a:lnTo>
                  <a:pt x="1719180" y="1929315"/>
                </a:lnTo>
                <a:lnTo>
                  <a:pt x="1718960" y="1928577"/>
                </a:lnTo>
                <a:lnTo>
                  <a:pt x="1718902" y="1928634"/>
                </a:lnTo>
                <a:close/>
                <a:moveTo>
                  <a:pt x="1780727" y="1788853"/>
                </a:moveTo>
                <a:lnTo>
                  <a:pt x="1781334" y="1790110"/>
                </a:lnTo>
                <a:lnTo>
                  <a:pt x="1783475" y="1789396"/>
                </a:lnTo>
                <a:lnTo>
                  <a:pt x="1784760" y="1788327"/>
                </a:lnTo>
                <a:close/>
                <a:moveTo>
                  <a:pt x="1779261" y="1792113"/>
                </a:moveTo>
                <a:lnTo>
                  <a:pt x="1780380" y="1791969"/>
                </a:lnTo>
                <a:lnTo>
                  <a:pt x="1781001" y="1791453"/>
                </a:lnTo>
                <a:close/>
                <a:moveTo>
                  <a:pt x="1926820" y="1461481"/>
                </a:moveTo>
                <a:lnTo>
                  <a:pt x="1930765" y="1458034"/>
                </a:lnTo>
                <a:lnTo>
                  <a:pt x="1929350" y="1456555"/>
                </a:lnTo>
                <a:close/>
                <a:moveTo>
                  <a:pt x="1732775" y="1895933"/>
                </a:moveTo>
                <a:lnTo>
                  <a:pt x="1735308" y="1900697"/>
                </a:lnTo>
                <a:lnTo>
                  <a:pt x="1736360" y="1900091"/>
                </a:lnTo>
                <a:lnTo>
                  <a:pt x="1736267" y="1900323"/>
                </a:lnTo>
                <a:lnTo>
                  <a:pt x="1735294" y="1900884"/>
                </a:lnTo>
                <a:lnTo>
                  <a:pt x="1735279" y="1900939"/>
                </a:lnTo>
                <a:lnTo>
                  <a:pt x="1735260" y="1900903"/>
                </a:lnTo>
                <a:lnTo>
                  <a:pt x="1733263" y="1902053"/>
                </a:lnTo>
                <a:lnTo>
                  <a:pt x="1734974" y="1907036"/>
                </a:lnTo>
                <a:lnTo>
                  <a:pt x="1735472" y="1909094"/>
                </a:lnTo>
                <a:lnTo>
                  <a:pt x="1736821" y="1908961"/>
                </a:lnTo>
                <a:lnTo>
                  <a:pt x="1740143" y="1907483"/>
                </a:lnTo>
                <a:lnTo>
                  <a:pt x="1744370" y="1903324"/>
                </a:lnTo>
                <a:lnTo>
                  <a:pt x="1744334" y="1903608"/>
                </a:lnTo>
                <a:lnTo>
                  <a:pt x="1740605" y="1907278"/>
                </a:lnTo>
                <a:lnTo>
                  <a:pt x="1746365" y="1904716"/>
                </a:lnTo>
                <a:lnTo>
                  <a:pt x="1743530" y="1898498"/>
                </a:lnTo>
                <a:lnTo>
                  <a:pt x="1742164" y="1895609"/>
                </a:lnTo>
                <a:close/>
                <a:moveTo>
                  <a:pt x="1796985" y="1752035"/>
                </a:moveTo>
                <a:lnTo>
                  <a:pt x="1797874" y="1753862"/>
                </a:lnTo>
                <a:lnTo>
                  <a:pt x="1811447" y="1749351"/>
                </a:lnTo>
                <a:lnTo>
                  <a:pt x="1822278" y="1744106"/>
                </a:lnTo>
                <a:lnTo>
                  <a:pt x="1844190" y="1733120"/>
                </a:lnTo>
                <a:lnTo>
                  <a:pt x="1844079" y="1733429"/>
                </a:lnTo>
                <a:lnTo>
                  <a:pt x="1812607" y="1749208"/>
                </a:lnTo>
                <a:lnTo>
                  <a:pt x="1812453" y="1749441"/>
                </a:lnTo>
                <a:lnTo>
                  <a:pt x="1811531" y="1749747"/>
                </a:lnTo>
                <a:lnTo>
                  <a:pt x="1804486" y="1753280"/>
                </a:lnTo>
                <a:lnTo>
                  <a:pt x="1798905" y="1755982"/>
                </a:lnTo>
                <a:lnTo>
                  <a:pt x="1799024" y="1756226"/>
                </a:lnTo>
                <a:lnTo>
                  <a:pt x="1805643" y="1755226"/>
                </a:lnTo>
                <a:lnTo>
                  <a:pt x="1828096" y="1747347"/>
                </a:lnTo>
                <a:lnTo>
                  <a:pt x="1832910" y="1744660"/>
                </a:lnTo>
                <a:lnTo>
                  <a:pt x="1833935" y="1744070"/>
                </a:lnTo>
                <a:lnTo>
                  <a:pt x="1849663" y="1729892"/>
                </a:lnTo>
                <a:lnTo>
                  <a:pt x="1826793" y="1740124"/>
                </a:lnTo>
                <a:close/>
                <a:moveTo>
                  <a:pt x="1767415" y="1817508"/>
                </a:moveTo>
                <a:lnTo>
                  <a:pt x="1767506" y="1818402"/>
                </a:lnTo>
                <a:lnTo>
                  <a:pt x="1769385" y="1817231"/>
                </a:lnTo>
                <a:close/>
                <a:moveTo>
                  <a:pt x="1768645" y="1814731"/>
                </a:moveTo>
                <a:lnTo>
                  <a:pt x="1769765" y="1816691"/>
                </a:lnTo>
                <a:lnTo>
                  <a:pt x="1770392" y="1816603"/>
                </a:lnTo>
                <a:lnTo>
                  <a:pt x="1774326" y="1814150"/>
                </a:lnTo>
                <a:close/>
                <a:moveTo>
                  <a:pt x="1851539" y="1629012"/>
                </a:moveTo>
                <a:lnTo>
                  <a:pt x="1852369" y="1631896"/>
                </a:lnTo>
                <a:lnTo>
                  <a:pt x="1862201" y="1629345"/>
                </a:lnTo>
                <a:lnTo>
                  <a:pt x="1867018" y="1626517"/>
                </a:lnTo>
                <a:lnTo>
                  <a:pt x="1870256" y="1624051"/>
                </a:lnTo>
                <a:close/>
                <a:moveTo>
                  <a:pt x="1701323" y="1965219"/>
                </a:moveTo>
                <a:lnTo>
                  <a:pt x="1700483" y="1968157"/>
                </a:lnTo>
                <a:lnTo>
                  <a:pt x="1701034" y="1973191"/>
                </a:lnTo>
                <a:lnTo>
                  <a:pt x="1702588" y="1972580"/>
                </a:lnTo>
                <a:close/>
                <a:moveTo>
                  <a:pt x="1774672" y="1800955"/>
                </a:moveTo>
                <a:lnTo>
                  <a:pt x="1774975" y="1802141"/>
                </a:lnTo>
                <a:lnTo>
                  <a:pt x="1775056" y="1802112"/>
                </a:lnTo>
                <a:close/>
                <a:moveTo>
                  <a:pt x="1790166" y="1766135"/>
                </a:moveTo>
                <a:lnTo>
                  <a:pt x="1791145" y="1767967"/>
                </a:lnTo>
                <a:lnTo>
                  <a:pt x="1792659" y="1767123"/>
                </a:lnTo>
                <a:lnTo>
                  <a:pt x="1792122" y="1765087"/>
                </a:lnTo>
                <a:close/>
                <a:moveTo>
                  <a:pt x="1701618" y="1964190"/>
                </a:moveTo>
                <a:lnTo>
                  <a:pt x="1701444" y="1964799"/>
                </a:lnTo>
                <a:lnTo>
                  <a:pt x="1702767" y="1972510"/>
                </a:lnTo>
                <a:lnTo>
                  <a:pt x="1704531" y="1971815"/>
                </a:lnTo>
                <a:lnTo>
                  <a:pt x="1714513" y="1967422"/>
                </a:lnTo>
                <a:lnTo>
                  <a:pt x="1714879" y="1961984"/>
                </a:lnTo>
                <a:close/>
                <a:moveTo>
                  <a:pt x="1763109" y="1826305"/>
                </a:moveTo>
                <a:lnTo>
                  <a:pt x="1762157" y="1833504"/>
                </a:lnTo>
                <a:lnTo>
                  <a:pt x="1773823" y="1832121"/>
                </a:lnTo>
                <a:lnTo>
                  <a:pt x="1781718" y="1830750"/>
                </a:lnTo>
                <a:lnTo>
                  <a:pt x="1780673" y="1826657"/>
                </a:lnTo>
                <a:lnTo>
                  <a:pt x="1777364" y="1820104"/>
                </a:lnTo>
                <a:close/>
                <a:moveTo>
                  <a:pt x="1787846" y="1770334"/>
                </a:moveTo>
                <a:lnTo>
                  <a:pt x="1792249" y="1775098"/>
                </a:lnTo>
                <a:lnTo>
                  <a:pt x="1790094" y="1769079"/>
                </a:lnTo>
                <a:close/>
                <a:moveTo>
                  <a:pt x="1918233" y="1478199"/>
                </a:moveTo>
                <a:lnTo>
                  <a:pt x="1921868" y="1476582"/>
                </a:lnTo>
                <a:lnTo>
                  <a:pt x="1940309" y="1468026"/>
                </a:lnTo>
                <a:lnTo>
                  <a:pt x="1932478" y="1459828"/>
                </a:lnTo>
                <a:lnTo>
                  <a:pt x="1923587" y="1467775"/>
                </a:lnTo>
                <a:close/>
                <a:moveTo>
                  <a:pt x="1789420" y="1766536"/>
                </a:moveTo>
                <a:lnTo>
                  <a:pt x="1790134" y="1768531"/>
                </a:lnTo>
                <a:lnTo>
                  <a:pt x="1790963" y="1768069"/>
                </a:lnTo>
                <a:lnTo>
                  <a:pt x="1789982" y="1766234"/>
                </a:lnTo>
                <a:close/>
                <a:moveTo>
                  <a:pt x="1890652" y="1539808"/>
                </a:moveTo>
                <a:lnTo>
                  <a:pt x="1890972" y="1539459"/>
                </a:lnTo>
                <a:lnTo>
                  <a:pt x="1910357" y="1517772"/>
                </a:lnTo>
                <a:lnTo>
                  <a:pt x="1899827" y="1527263"/>
                </a:lnTo>
                <a:close/>
                <a:moveTo>
                  <a:pt x="1792752" y="1758962"/>
                </a:moveTo>
                <a:lnTo>
                  <a:pt x="1793076" y="1759436"/>
                </a:lnTo>
                <a:lnTo>
                  <a:pt x="1797573" y="1758058"/>
                </a:lnTo>
                <a:lnTo>
                  <a:pt x="1799279" y="1757459"/>
                </a:lnTo>
                <a:lnTo>
                  <a:pt x="1798943" y="1756768"/>
                </a:lnTo>
                <a:lnTo>
                  <a:pt x="1796529" y="1757133"/>
                </a:lnTo>
                <a:close/>
                <a:moveTo>
                  <a:pt x="1695692" y="1976284"/>
                </a:moveTo>
                <a:lnTo>
                  <a:pt x="1697730" y="1976354"/>
                </a:lnTo>
                <a:lnTo>
                  <a:pt x="1698045" y="1975248"/>
                </a:lnTo>
                <a:close/>
                <a:moveTo>
                  <a:pt x="1718135" y="1925814"/>
                </a:moveTo>
                <a:lnTo>
                  <a:pt x="1717911" y="1929036"/>
                </a:lnTo>
                <a:lnTo>
                  <a:pt x="1718833" y="1928153"/>
                </a:lnTo>
                <a:close/>
                <a:moveTo>
                  <a:pt x="1850527" y="1629280"/>
                </a:moveTo>
                <a:lnTo>
                  <a:pt x="1851449" y="1631306"/>
                </a:lnTo>
                <a:lnTo>
                  <a:pt x="1850842" y="1629197"/>
                </a:lnTo>
                <a:close/>
                <a:moveTo>
                  <a:pt x="1775173" y="1797997"/>
                </a:moveTo>
                <a:lnTo>
                  <a:pt x="1776384" y="1801646"/>
                </a:lnTo>
                <a:lnTo>
                  <a:pt x="1785280" y="1798522"/>
                </a:lnTo>
                <a:lnTo>
                  <a:pt x="1784544" y="1796997"/>
                </a:lnTo>
                <a:lnTo>
                  <a:pt x="1782900" y="1793706"/>
                </a:lnTo>
                <a:lnTo>
                  <a:pt x="1778201" y="1795267"/>
                </a:lnTo>
                <a:close/>
                <a:moveTo>
                  <a:pt x="1791784" y="1760801"/>
                </a:moveTo>
                <a:lnTo>
                  <a:pt x="1792783" y="1764595"/>
                </a:lnTo>
                <a:lnTo>
                  <a:pt x="1792994" y="1764482"/>
                </a:lnTo>
                <a:lnTo>
                  <a:pt x="1792916" y="1764661"/>
                </a:lnTo>
                <a:lnTo>
                  <a:pt x="1792815" y="1764716"/>
                </a:lnTo>
                <a:lnTo>
                  <a:pt x="1793348" y="1766738"/>
                </a:lnTo>
                <a:lnTo>
                  <a:pt x="1796251" y="1765118"/>
                </a:lnTo>
                <a:lnTo>
                  <a:pt x="1792780" y="1760452"/>
                </a:lnTo>
                <a:close/>
                <a:moveTo>
                  <a:pt x="1700741" y="1964336"/>
                </a:moveTo>
                <a:lnTo>
                  <a:pt x="1700678" y="1964959"/>
                </a:lnTo>
                <a:lnTo>
                  <a:pt x="1700833" y="1964321"/>
                </a:lnTo>
                <a:close/>
                <a:moveTo>
                  <a:pt x="1875194" y="1573689"/>
                </a:moveTo>
                <a:lnTo>
                  <a:pt x="1878851" y="1572686"/>
                </a:lnTo>
                <a:lnTo>
                  <a:pt x="1880463" y="1570562"/>
                </a:lnTo>
                <a:lnTo>
                  <a:pt x="1880313" y="1570400"/>
                </a:lnTo>
                <a:close/>
                <a:moveTo>
                  <a:pt x="1731180" y="1895988"/>
                </a:moveTo>
                <a:lnTo>
                  <a:pt x="1733212" y="1901904"/>
                </a:lnTo>
                <a:lnTo>
                  <a:pt x="1735187" y="1900767"/>
                </a:lnTo>
                <a:lnTo>
                  <a:pt x="1732618" y="1895938"/>
                </a:lnTo>
                <a:close/>
                <a:moveTo>
                  <a:pt x="1763487" y="1823444"/>
                </a:moveTo>
                <a:lnTo>
                  <a:pt x="1763186" y="1825718"/>
                </a:lnTo>
                <a:lnTo>
                  <a:pt x="1777136" y="1819650"/>
                </a:lnTo>
                <a:lnTo>
                  <a:pt x="1775533" y="1816477"/>
                </a:lnTo>
                <a:lnTo>
                  <a:pt x="1771106" y="1819037"/>
                </a:lnTo>
                <a:lnTo>
                  <a:pt x="1771241" y="1819273"/>
                </a:lnTo>
                <a:lnTo>
                  <a:pt x="1771176" y="1819541"/>
                </a:lnTo>
                <a:lnTo>
                  <a:pt x="1770942" y="1819131"/>
                </a:lnTo>
                <a:close/>
                <a:moveTo>
                  <a:pt x="1703630" y="1957149"/>
                </a:moveTo>
                <a:lnTo>
                  <a:pt x="1702196" y="1962170"/>
                </a:lnTo>
                <a:lnTo>
                  <a:pt x="1714999" y="1960188"/>
                </a:lnTo>
                <a:lnTo>
                  <a:pt x="1715359" y="1954845"/>
                </a:lnTo>
                <a:close/>
                <a:moveTo>
                  <a:pt x="1848088" y="1633678"/>
                </a:moveTo>
                <a:lnTo>
                  <a:pt x="1848863" y="1637175"/>
                </a:lnTo>
                <a:lnTo>
                  <a:pt x="1852422" y="1635086"/>
                </a:lnTo>
                <a:lnTo>
                  <a:pt x="1851377" y="1632790"/>
                </a:lnTo>
                <a:close/>
                <a:moveTo>
                  <a:pt x="1767150" y="1814883"/>
                </a:moveTo>
                <a:lnTo>
                  <a:pt x="1767367" y="1817030"/>
                </a:lnTo>
                <a:lnTo>
                  <a:pt x="1769563" y="1816720"/>
                </a:lnTo>
                <a:lnTo>
                  <a:pt x="1768438" y="1814752"/>
                </a:lnTo>
                <a:close/>
                <a:moveTo>
                  <a:pt x="1732630" y="1891845"/>
                </a:moveTo>
                <a:lnTo>
                  <a:pt x="1739174" y="1892682"/>
                </a:lnTo>
                <a:lnTo>
                  <a:pt x="1740754" y="1892628"/>
                </a:lnTo>
                <a:lnTo>
                  <a:pt x="1738867" y="1888633"/>
                </a:lnTo>
                <a:lnTo>
                  <a:pt x="1737272" y="1889021"/>
                </a:lnTo>
                <a:close/>
                <a:moveTo>
                  <a:pt x="1700043" y="1964452"/>
                </a:moveTo>
                <a:lnTo>
                  <a:pt x="1700144" y="1965263"/>
                </a:lnTo>
                <a:lnTo>
                  <a:pt x="1700229" y="1964421"/>
                </a:lnTo>
                <a:close/>
                <a:moveTo>
                  <a:pt x="1791463" y="1759586"/>
                </a:moveTo>
                <a:lnTo>
                  <a:pt x="1791547" y="1759905"/>
                </a:lnTo>
                <a:lnTo>
                  <a:pt x="1792220" y="1759700"/>
                </a:lnTo>
                <a:lnTo>
                  <a:pt x="1791958" y="1759346"/>
                </a:lnTo>
                <a:close/>
                <a:moveTo>
                  <a:pt x="1877571" y="1566691"/>
                </a:moveTo>
                <a:lnTo>
                  <a:pt x="1878587" y="1567791"/>
                </a:lnTo>
                <a:lnTo>
                  <a:pt x="1884615" y="1563145"/>
                </a:lnTo>
                <a:lnTo>
                  <a:pt x="1879750" y="1564960"/>
                </a:lnTo>
                <a:close/>
                <a:moveTo>
                  <a:pt x="1842821" y="1644450"/>
                </a:moveTo>
                <a:lnTo>
                  <a:pt x="1843639" y="1645873"/>
                </a:lnTo>
                <a:lnTo>
                  <a:pt x="1849480" y="1642273"/>
                </a:lnTo>
                <a:lnTo>
                  <a:pt x="1849141" y="1640740"/>
                </a:lnTo>
                <a:close/>
                <a:moveTo>
                  <a:pt x="1679156" y="2010869"/>
                </a:moveTo>
                <a:lnTo>
                  <a:pt x="1679893" y="2010983"/>
                </a:lnTo>
                <a:lnTo>
                  <a:pt x="1687576" y="2011860"/>
                </a:lnTo>
                <a:lnTo>
                  <a:pt x="1688477" y="2008710"/>
                </a:lnTo>
                <a:close/>
                <a:moveTo>
                  <a:pt x="1763761" y="1821369"/>
                </a:moveTo>
                <a:lnTo>
                  <a:pt x="1763552" y="1822949"/>
                </a:lnTo>
                <a:lnTo>
                  <a:pt x="1770802" y="1818886"/>
                </a:lnTo>
                <a:lnTo>
                  <a:pt x="1769998" y="1817481"/>
                </a:lnTo>
                <a:lnTo>
                  <a:pt x="1767537" y="1819015"/>
                </a:lnTo>
                <a:lnTo>
                  <a:pt x="1767408" y="1819218"/>
                </a:lnTo>
                <a:lnTo>
                  <a:pt x="1767397" y="1819103"/>
                </a:lnTo>
                <a:close/>
                <a:moveTo>
                  <a:pt x="1628007" y="2125297"/>
                </a:moveTo>
                <a:lnTo>
                  <a:pt x="1639983" y="2127033"/>
                </a:lnTo>
                <a:lnTo>
                  <a:pt x="1640648" y="2121649"/>
                </a:lnTo>
                <a:close/>
                <a:moveTo>
                  <a:pt x="1775007" y="1796113"/>
                </a:moveTo>
                <a:lnTo>
                  <a:pt x="1775636" y="1795915"/>
                </a:lnTo>
                <a:lnTo>
                  <a:pt x="1776729" y="1795006"/>
                </a:lnTo>
                <a:close/>
                <a:moveTo>
                  <a:pt x="1714649" y="1931214"/>
                </a:moveTo>
                <a:lnTo>
                  <a:pt x="1714737" y="1932076"/>
                </a:lnTo>
                <a:lnTo>
                  <a:pt x="1716249" y="1930628"/>
                </a:lnTo>
                <a:close/>
                <a:moveTo>
                  <a:pt x="1791973" y="1757822"/>
                </a:moveTo>
                <a:lnTo>
                  <a:pt x="1792465" y="1758543"/>
                </a:lnTo>
                <a:lnTo>
                  <a:pt x="1794855" y="1757386"/>
                </a:lnTo>
                <a:close/>
                <a:moveTo>
                  <a:pt x="1774670" y="1796441"/>
                </a:moveTo>
                <a:lnTo>
                  <a:pt x="1774698" y="1796567"/>
                </a:lnTo>
                <a:lnTo>
                  <a:pt x="1774731" y="1796667"/>
                </a:lnTo>
                <a:lnTo>
                  <a:pt x="1775224" y="1796257"/>
                </a:lnTo>
                <a:close/>
                <a:moveTo>
                  <a:pt x="1763876" y="1820503"/>
                </a:moveTo>
                <a:lnTo>
                  <a:pt x="1763853" y="1820679"/>
                </a:lnTo>
                <a:lnTo>
                  <a:pt x="1765659" y="1819553"/>
                </a:lnTo>
                <a:close/>
                <a:moveTo>
                  <a:pt x="1718381" y="1922267"/>
                </a:moveTo>
                <a:lnTo>
                  <a:pt x="1718340" y="1922855"/>
                </a:lnTo>
                <a:lnTo>
                  <a:pt x="1719680" y="1927342"/>
                </a:lnTo>
                <a:lnTo>
                  <a:pt x="1724740" y="1922495"/>
                </a:lnTo>
                <a:close/>
                <a:moveTo>
                  <a:pt x="1729977" y="1896230"/>
                </a:moveTo>
                <a:lnTo>
                  <a:pt x="1729948" y="1897866"/>
                </a:lnTo>
                <a:lnTo>
                  <a:pt x="1729374" y="1904114"/>
                </a:lnTo>
                <a:lnTo>
                  <a:pt x="1732139" y="1902522"/>
                </a:lnTo>
                <a:close/>
                <a:moveTo>
                  <a:pt x="1849824" y="1627735"/>
                </a:moveTo>
                <a:lnTo>
                  <a:pt x="1850244" y="1628659"/>
                </a:lnTo>
                <a:lnTo>
                  <a:pt x="1850656" y="1628549"/>
                </a:lnTo>
                <a:lnTo>
                  <a:pt x="1850381" y="1627594"/>
                </a:lnTo>
                <a:close/>
                <a:moveTo>
                  <a:pt x="1704773" y="1952518"/>
                </a:moveTo>
                <a:lnTo>
                  <a:pt x="1703736" y="1956779"/>
                </a:lnTo>
                <a:lnTo>
                  <a:pt x="1703723" y="1956826"/>
                </a:lnTo>
                <a:lnTo>
                  <a:pt x="1715380" y="1954537"/>
                </a:lnTo>
                <a:lnTo>
                  <a:pt x="1715809" y="1948155"/>
                </a:lnTo>
                <a:close/>
                <a:moveTo>
                  <a:pt x="1869925" y="1582594"/>
                </a:moveTo>
                <a:lnTo>
                  <a:pt x="1871657" y="1582150"/>
                </a:lnTo>
                <a:lnTo>
                  <a:pt x="1871737" y="1582053"/>
                </a:lnTo>
                <a:lnTo>
                  <a:pt x="1872238" y="1581393"/>
                </a:lnTo>
                <a:close/>
                <a:moveTo>
                  <a:pt x="1886478" y="1545514"/>
                </a:moveTo>
                <a:lnTo>
                  <a:pt x="1905910" y="1537059"/>
                </a:lnTo>
                <a:lnTo>
                  <a:pt x="1926361" y="1510132"/>
                </a:lnTo>
                <a:lnTo>
                  <a:pt x="1933805" y="1500052"/>
                </a:lnTo>
                <a:lnTo>
                  <a:pt x="1925837" y="1503995"/>
                </a:lnTo>
                <a:lnTo>
                  <a:pt x="1925130" y="1504456"/>
                </a:lnTo>
                <a:lnTo>
                  <a:pt x="1911574" y="1516675"/>
                </a:lnTo>
                <a:lnTo>
                  <a:pt x="1911564" y="1516838"/>
                </a:lnTo>
                <a:lnTo>
                  <a:pt x="1888935" y="1542156"/>
                </a:lnTo>
                <a:close/>
                <a:moveTo>
                  <a:pt x="1770863" y="1804290"/>
                </a:moveTo>
                <a:lnTo>
                  <a:pt x="1775108" y="1812695"/>
                </a:lnTo>
                <a:lnTo>
                  <a:pt x="1776830" y="1812591"/>
                </a:lnTo>
                <a:lnTo>
                  <a:pt x="1777051" y="1812452"/>
                </a:lnTo>
                <a:lnTo>
                  <a:pt x="1774632" y="1802966"/>
                </a:lnTo>
                <a:close/>
                <a:moveTo>
                  <a:pt x="1849656" y="1627366"/>
                </a:moveTo>
                <a:lnTo>
                  <a:pt x="1849716" y="1627500"/>
                </a:lnTo>
                <a:lnTo>
                  <a:pt x="1850309" y="1627343"/>
                </a:lnTo>
                <a:lnTo>
                  <a:pt x="1850169" y="1626854"/>
                </a:lnTo>
                <a:close/>
                <a:moveTo>
                  <a:pt x="1823548" y="1685620"/>
                </a:moveTo>
                <a:lnTo>
                  <a:pt x="1826137" y="1688256"/>
                </a:lnTo>
                <a:lnTo>
                  <a:pt x="1844186" y="1683605"/>
                </a:lnTo>
                <a:lnTo>
                  <a:pt x="1844000" y="1683902"/>
                </a:lnTo>
                <a:lnTo>
                  <a:pt x="1826333" y="1688455"/>
                </a:lnTo>
                <a:lnTo>
                  <a:pt x="1827133" y="1689270"/>
                </a:lnTo>
                <a:lnTo>
                  <a:pt x="1829763" y="1688992"/>
                </a:lnTo>
                <a:lnTo>
                  <a:pt x="1829549" y="1689243"/>
                </a:lnTo>
                <a:lnTo>
                  <a:pt x="1827336" y="1689477"/>
                </a:lnTo>
                <a:lnTo>
                  <a:pt x="1829399" y="1691577"/>
                </a:lnTo>
                <a:lnTo>
                  <a:pt x="1832644" y="1694974"/>
                </a:lnTo>
                <a:lnTo>
                  <a:pt x="1837621" y="1691036"/>
                </a:lnTo>
                <a:lnTo>
                  <a:pt x="1837539" y="1691379"/>
                </a:lnTo>
                <a:lnTo>
                  <a:pt x="1832796" y="1695133"/>
                </a:lnTo>
                <a:lnTo>
                  <a:pt x="1839440" y="1702087"/>
                </a:lnTo>
                <a:lnTo>
                  <a:pt x="1853940" y="1694328"/>
                </a:lnTo>
                <a:lnTo>
                  <a:pt x="1864382" y="1688289"/>
                </a:lnTo>
                <a:lnTo>
                  <a:pt x="1864317" y="1688451"/>
                </a:lnTo>
                <a:lnTo>
                  <a:pt x="1845449" y="1699363"/>
                </a:lnTo>
                <a:lnTo>
                  <a:pt x="1839751" y="1702412"/>
                </a:lnTo>
                <a:lnTo>
                  <a:pt x="1842327" y="1705109"/>
                </a:lnTo>
                <a:lnTo>
                  <a:pt x="1868984" y="1692278"/>
                </a:lnTo>
                <a:lnTo>
                  <a:pt x="1862147" y="1668503"/>
                </a:lnTo>
                <a:lnTo>
                  <a:pt x="1856064" y="1671530"/>
                </a:lnTo>
                <a:lnTo>
                  <a:pt x="1859291" y="1687102"/>
                </a:lnTo>
                <a:lnTo>
                  <a:pt x="1859129" y="1687425"/>
                </a:lnTo>
                <a:lnTo>
                  <a:pt x="1855857" y="1671634"/>
                </a:lnTo>
                <a:lnTo>
                  <a:pt x="1839819" y="1679618"/>
                </a:lnTo>
                <a:close/>
                <a:moveTo>
                  <a:pt x="1876940" y="1566008"/>
                </a:moveTo>
                <a:lnTo>
                  <a:pt x="1877493" y="1566606"/>
                </a:lnTo>
                <a:lnTo>
                  <a:pt x="1879402" y="1565089"/>
                </a:lnTo>
                <a:close/>
                <a:moveTo>
                  <a:pt x="1791094" y="1758184"/>
                </a:moveTo>
                <a:lnTo>
                  <a:pt x="1791333" y="1759091"/>
                </a:lnTo>
                <a:lnTo>
                  <a:pt x="1791653" y="1758937"/>
                </a:lnTo>
                <a:close/>
                <a:moveTo>
                  <a:pt x="1764212" y="1817960"/>
                </a:moveTo>
                <a:lnTo>
                  <a:pt x="1763891" y="1820388"/>
                </a:lnTo>
                <a:lnTo>
                  <a:pt x="1767336" y="1818504"/>
                </a:lnTo>
                <a:lnTo>
                  <a:pt x="1767238" y="1817533"/>
                </a:lnTo>
                <a:close/>
                <a:moveTo>
                  <a:pt x="1766858" y="1811990"/>
                </a:moveTo>
                <a:lnTo>
                  <a:pt x="1766979" y="1813195"/>
                </a:lnTo>
                <a:lnTo>
                  <a:pt x="1767528" y="1813160"/>
                </a:lnTo>
                <a:lnTo>
                  <a:pt x="1766859" y="1811989"/>
                </a:lnTo>
                <a:close/>
                <a:moveTo>
                  <a:pt x="1692793" y="1977560"/>
                </a:moveTo>
                <a:lnTo>
                  <a:pt x="1692612" y="1983867"/>
                </a:lnTo>
                <a:lnTo>
                  <a:pt x="1692144" y="1990618"/>
                </a:lnTo>
                <a:lnTo>
                  <a:pt x="1694004" y="1989382"/>
                </a:lnTo>
                <a:lnTo>
                  <a:pt x="1697657" y="1976606"/>
                </a:lnTo>
                <a:lnTo>
                  <a:pt x="1695155" y="1976521"/>
                </a:lnTo>
                <a:close/>
                <a:moveTo>
                  <a:pt x="1789519" y="1760527"/>
                </a:moveTo>
                <a:lnTo>
                  <a:pt x="1790816" y="1760130"/>
                </a:lnTo>
                <a:lnTo>
                  <a:pt x="1790762" y="1759925"/>
                </a:lnTo>
                <a:close/>
                <a:moveTo>
                  <a:pt x="1786020" y="1768359"/>
                </a:moveTo>
                <a:lnTo>
                  <a:pt x="1787525" y="1769988"/>
                </a:lnTo>
                <a:lnTo>
                  <a:pt x="1789937" y="1768641"/>
                </a:lnTo>
                <a:lnTo>
                  <a:pt x="1789221" y="1766642"/>
                </a:lnTo>
                <a:close/>
                <a:moveTo>
                  <a:pt x="1701426" y="1957581"/>
                </a:moveTo>
                <a:lnTo>
                  <a:pt x="1701359" y="1958243"/>
                </a:lnTo>
                <a:lnTo>
                  <a:pt x="1701962" y="1958138"/>
                </a:lnTo>
                <a:lnTo>
                  <a:pt x="1701865" y="1958245"/>
                </a:lnTo>
                <a:lnTo>
                  <a:pt x="1701350" y="1958335"/>
                </a:lnTo>
                <a:lnTo>
                  <a:pt x="1700973" y="1962055"/>
                </a:lnTo>
                <a:lnTo>
                  <a:pt x="1701024" y="1962352"/>
                </a:lnTo>
                <a:lnTo>
                  <a:pt x="1701324" y="1962305"/>
                </a:lnTo>
                <a:lnTo>
                  <a:pt x="1702526" y="1957365"/>
                </a:lnTo>
                <a:close/>
                <a:moveTo>
                  <a:pt x="1694026" y="1974007"/>
                </a:moveTo>
                <a:lnTo>
                  <a:pt x="1698417" y="1973948"/>
                </a:lnTo>
                <a:lnTo>
                  <a:pt x="1698496" y="1973672"/>
                </a:lnTo>
                <a:close/>
                <a:moveTo>
                  <a:pt x="1706154" y="1946841"/>
                </a:moveTo>
                <a:lnTo>
                  <a:pt x="1704888" y="1952047"/>
                </a:lnTo>
                <a:lnTo>
                  <a:pt x="1715301" y="1948095"/>
                </a:lnTo>
                <a:lnTo>
                  <a:pt x="1715827" y="1947887"/>
                </a:lnTo>
                <a:lnTo>
                  <a:pt x="1716007" y="1945215"/>
                </a:lnTo>
                <a:close/>
                <a:moveTo>
                  <a:pt x="1791098" y="1756540"/>
                </a:moveTo>
                <a:lnTo>
                  <a:pt x="1791462" y="1757073"/>
                </a:lnTo>
                <a:lnTo>
                  <a:pt x="1796697" y="1756494"/>
                </a:lnTo>
                <a:lnTo>
                  <a:pt x="1798407" y="1755666"/>
                </a:lnTo>
                <a:lnTo>
                  <a:pt x="1797756" y="1754327"/>
                </a:lnTo>
                <a:close/>
                <a:moveTo>
                  <a:pt x="1774142" y="1794056"/>
                </a:moveTo>
                <a:lnTo>
                  <a:pt x="1774527" y="1795793"/>
                </a:lnTo>
                <a:lnTo>
                  <a:pt x="1779525" y="1792577"/>
                </a:lnTo>
                <a:lnTo>
                  <a:pt x="1777281" y="1792865"/>
                </a:lnTo>
                <a:close/>
                <a:moveTo>
                  <a:pt x="1692836" y="1976053"/>
                </a:moveTo>
                <a:lnTo>
                  <a:pt x="1692832" y="1976187"/>
                </a:lnTo>
                <a:lnTo>
                  <a:pt x="1693370" y="1976205"/>
                </a:lnTo>
                <a:lnTo>
                  <a:pt x="1695230" y="1975474"/>
                </a:lnTo>
                <a:close/>
                <a:moveTo>
                  <a:pt x="1847674" y="1629340"/>
                </a:moveTo>
                <a:lnTo>
                  <a:pt x="1849578" y="1628835"/>
                </a:lnTo>
                <a:lnTo>
                  <a:pt x="1849154" y="1627905"/>
                </a:lnTo>
                <a:lnTo>
                  <a:pt x="1849100" y="1627919"/>
                </a:lnTo>
                <a:close/>
                <a:moveTo>
                  <a:pt x="1847304" y="1630134"/>
                </a:moveTo>
                <a:lnTo>
                  <a:pt x="1847948" y="1633043"/>
                </a:lnTo>
                <a:lnTo>
                  <a:pt x="1851118" y="1632220"/>
                </a:lnTo>
                <a:lnTo>
                  <a:pt x="1849861" y="1629456"/>
                </a:lnTo>
                <a:close/>
                <a:moveTo>
                  <a:pt x="1742207" y="1865462"/>
                </a:moveTo>
                <a:lnTo>
                  <a:pt x="1742340" y="1866687"/>
                </a:lnTo>
                <a:lnTo>
                  <a:pt x="1742249" y="1866807"/>
                </a:lnTo>
                <a:lnTo>
                  <a:pt x="1743231" y="1872464"/>
                </a:lnTo>
                <a:lnTo>
                  <a:pt x="1757395" y="1865713"/>
                </a:lnTo>
                <a:lnTo>
                  <a:pt x="1758650" y="1856221"/>
                </a:lnTo>
                <a:lnTo>
                  <a:pt x="1750655" y="1859029"/>
                </a:lnTo>
                <a:close/>
                <a:moveTo>
                  <a:pt x="1898169" y="1516146"/>
                </a:moveTo>
                <a:lnTo>
                  <a:pt x="1910106" y="1510240"/>
                </a:lnTo>
                <a:lnTo>
                  <a:pt x="1940690" y="1468425"/>
                </a:lnTo>
                <a:lnTo>
                  <a:pt x="1940531" y="1468259"/>
                </a:lnTo>
                <a:lnTo>
                  <a:pt x="1917959" y="1478733"/>
                </a:lnTo>
                <a:lnTo>
                  <a:pt x="1915929" y="1482685"/>
                </a:lnTo>
                <a:close/>
                <a:moveTo>
                  <a:pt x="1718681" y="1917934"/>
                </a:moveTo>
                <a:lnTo>
                  <a:pt x="1718415" y="1921775"/>
                </a:lnTo>
                <a:lnTo>
                  <a:pt x="1725144" y="1922108"/>
                </a:lnTo>
                <a:lnTo>
                  <a:pt x="1726894" y="1920432"/>
                </a:lnTo>
                <a:lnTo>
                  <a:pt x="1727485" y="1913997"/>
                </a:lnTo>
                <a:close/>
                <a:moveTo>
                  <a:pt x="1764590" y="1815103"/>
                </a:moveTo>
                <a:lnTo>
                  <a:pt x="1764277" y="1817466"/>
                </a:lnTo>
                <a:lnTo>
                  <a:pt x="1767189" y="1817055"/>
                </a:lnTo>
                <a:lnTo>
                  <a:pt x="1766972" y="1814901"/>
                </a:lnTo>
                <a:lnTo>
                  <a:pt x="1765606" y="1815040"/>
                </a:lnTo>
                <a:close/>
                <a:moveTo>
                  <a:pt x="1820425" y="1689978"/>
                </a:moveTo>
                <a:lnTo>
                  <a:pt x="1826490" y="1689338"/>
                </a:lnTo>
                <a:lnTo>
                  <a:pt x="1825766" y="1688601"/>
                </a:lnTo>
                <a:close/>
                <a:moveTo>
                  <a:pt x="1770027" y="1802635"/>
                </a:moveTo>
                <a:lnTo>
                  <a:pt x="1770561" y="1803691"/>
                </a:lnTo>
                <a:lnTo>
                  <a:pt x="1774467" y="1802319"/>
                </a:lnTo>
                <a:lnTo>
                  <a:pt x="1773703" y="1799322"/>
                </a:lnTo>
                <a:close/>
                <a:moveTo>
                  <a:pt x="1787953" y="1762436"/>
                </a:moveTo>
                <a:lnTo>
                  <a:pt x="1789379" y="1766420"/>
                </a:lnTo>
                <a:lnTo>
                  <a:pt x="1789925" y="1766128"/>
                </a:lnTo>
                <a:close/>
                <a:moveTo>
                  <a:pt x="1700364" y="1958507"/>
                </a:moveTo>
                <a:lnTo>
                  <a:pt x="1700656" y="1960210"/>
                </a:lnTo>
                <a:lnTo>
                  <a:pt x="1700837" y="1958425"/>
                </a:lnTo>
                <a:close/>
                <a:moveTo>
                  <a:pt x="1788022" y="1762122"/>
                </a:moveTo>
                <a:lnTo>
                  <a:pt x="1790109" y="1766028"/>
                </a:lnTo>
                <a:lnTo>
                  <a:pt x="1792090" y="1764967"/>
                </a:lnTo>
                <a:lnTo>
                  <a:pt x="1791060" y="1761056"/>
                </a:lnTo>
                <a:close/>
                <a:moveTo>
                  <a:pt x="1765055" y="1813312"/>
                </a:moveTo>
                <a:lnTo>
                  <a:pt x="1766800" y="1813206"/>
                </a:lnTo>
                <a:lnTo>
                  <a:pt x="1766690" y="1812113"/>
                </a:lnTo>
                <a:close/>
                <a:moveTo>
                  <a:pt x="1692873" y="1974745"/>
                </a:moveTo>
                <a:lnTo>
                  <a:pt x="1692856" y="1975357"/>
                </a:lnTo>
                <a:lnTo>
                  <a:pt x="1695535" y="1974709"/>
                </a:lnTo>
                <a:close/>
                <a:moveTo>
                  <a:pt x="1862114" y="1595597"/>
                </a:moveTo>
                <a:lnTo>
                  <a:pt x="1876591" y="1589299"/>
                </a:lnTo>
                <a:lnTo>
                  <a:pt x="1891542" y="1582549"/>
                </a:lnTo>
                <a:lnTo>
                  <a:pt x="1885374" y="1575876"/>
                </a:lnTo>
                <a:lnTo>
                  <a:pt x="1876343" y="1579263"/>
                </a:lnTo>
                <a:lnTo>
                  <a:pt x="1873334" y="1580824"/>
                </a:lnTo>
                <a:lnTo>
                  <a:pt x="1872489" y="1581937"/>
                </a:lnTo>
                <a:lnTo>
                  <a:pt x="1881452" y="1579643"/>
                </a:lnTo>
                <a:lnTo>
                  <a:pt x="1881323" y="1579811"/>
                </a:lnTo>
                <a:lnTo>
                  <a:pt x="1872361" y="1582106"/>
                </a:lnTo>
                <a:close/>
                <a:moveTo>
                  <a:pt x="1894260" y="1523509"/>
                </a:moveTo>
                <a:lnTo>
                  <a:pt x="1906005" y="1515848"/>
                </a:lnTo>
                <a:lnTo>
                  <a:pt x="1908344" y="1512649"/>
                </a:lnTo>
                <a:lnTo>
                  <a:pt x="1897062" y="1518230"/>
                </a:lnTo>
                <a:close/>
                <a:moveTo>
                  <a:pt x="1730070" y="1891150"/>
                </a:moveTo>
                <a:lnTo>
                  <a:pt x="1730067" y="1891333"/>
                </a:lnTo>
                <a:lnTo>
                  <a:pt x="1730143" y="1891287"/>
                </a:lnTo>
                <a:close/>
                <a:moveTo>
                  <a:pt x="1700245" y="1957813"/>
                </a:moveTo>
                <a:lnTo>
                  <a:pt x="1700349" y="1958420"/>
                </a:lnTo>
                <a:lnTo>
                  <a:pt x="1700847" y="1958333"/>
                </a:lnTo>
                <a:lnTo>
                  <a:pt x="1700913" y="1957682"/>
                </a:lnTo>
                <a:close/>
                <a:moveTo>
                  <a:pt x="1730078" y="1890769"/>
                </a:moveTo>
                <a:lnTo>
                  <a:pt x="1730077" y="1890861"/>
                </a:lnTo>
                <a:lnTo>
                  <a:pt x="1730264" y="1891213"/>
                </a:lnTo>
                <a:lnTo>
                  <a:pt x="1731604" y="1890399"/>
                </a:lnTo>
                <a:close/>
                <a:moveTo>
                  <a:pt x="1707598" y="1940907"/>
                </a:moveTo>
                <a:lnTo>
                  <a:pt x="1706199" y="1946656"/>
                </a:lnTo>
                <a:lnTo>
                  <a:pt x="1716019" y="1945035"/>
                </a:lnTo>
                <a:lnTo>
                  <a:pt x="1716381" y="1939655"/>
                </a:lnTo>
                <a:close/>
                <a:moveTo>
                  <a:pt x="1701823" y="1953683"/>
                </a:moveTo>
                <a:lnTo>
                  <a:pt x="1701458" y="1957270"/>
                </a:lnTo>
                <a:lnTo>
                  <a:pt x="1702604" y="1957045"/>
                </a:lnTo>
                <a:lnTo>
                  <a:pt x="1703592" y="1952984"/>
                </a:lnTo>
                <a:close/>
                <a:moveTo>
                  <a:pt x="1870870" y="1574873"/>
                </a:moveTo>
                <a:lnTo>
                  <a:pt x="1873944" y="1574031"/>
                </a:lnTo>
                <a:lnTo>
                  <a:pt x="1877865" y="1571587"/>
                </a:lnTo>
                <a:lnTo>
                  <a:pt x="1880090" y="1570158"/>
                </a:lnTo>
                <a:lnTo>
                  <a:pt x="1878799" y="1568761"/>
                </a:lnTo>
                <a:close/>
                <a:moveTo>
                  <a:pt x="1846935" y="1628467"/>
                </a:moveTo>
                <a:lnTo>
                  <a:pt x="1847116" y="1629286"/>
                </a:lnTo>
                <a:lnTo>
                  <a:pt x="1848330" y="1628113"/>
                </a:lnTo>
                <a:close/>
                <a:moveTo>
                  <a:pt x="1869773" y="1577171"/>
                </a:moveTo>
                <a:lnTo>
                  <a:pt x="1875120" y="1576551"/>
                </a:lnTo>
                <a:lnTo>
                  <a:pt x="1876349" y="1575979"/>
                </a:lnTo>
                <a:lnTo>
                  <a:pt x="1877480" y="1574490"/>
                </a:lnTo>
                <a:lnTo>
                  <a:pt x="1871318" y="1576178"/>
                </a:lnTo>
                <a:close/>
                <a:moveTo>
                  <a:pt x="1879820" y="1554618"/>
                </a:moveTo>
                <a:lnTo>
                  <a:pt x="1881235" y="1556691"/>
                </a:lnTo>
                <a:lnTo>
                  <a:pt x="1887342" y="1552176"/>
                </a:lnTo>
                <a:lnTo>
                  <a:pt x="1898473" y="1543368"/>
                </a:lnTo>
                <a:lnTo>
                  <a:pt x="1898425" y="1543568"/>
                </a:lnTo>
                <a:lnTo>
                  <a:pt x="1881449" y="1557004"/>
                </a:lnTo>
                <a:lnTo>
                  <a:pt x="1885203" y="1562504"/>
                </a:lnTo>
                <a:lnTo>
                  <a:pt x="1885657" y="1562342"/>
                </a:lnTo>
                <a:lnTo>
                  <a:pt x="1888190" y="1560389"/>
                </a:lnTo>
                <a:lnTo>
                  <a:pt x="1903735" y="1539923"/>
                </a:lnTo>
                <a:lnTo>
                  <a:pt x="1884420" y="1548327"/>
                </a:lnTo>
                <a:lnTo>
                  <a:pt x="1881976" y="1551670"/>
                </a:lnTo>
                <a:lnTo>
                  <a:pt x="1882656" y="1553196"/>
                </a:lnTo>
                <a:lnTo>
                  <a:pt x="1882615" y="1553357"/>
                </a:lnTo>
                <a:lnTo>
                  <a:pt x="1881905" y="1551767"/>
                </a:lnTo>
                <a:close/>
                <a:moveTo>
                  <a:pt x="1699333" y="1958688"/>
                </a:moveTo>
                <a:lnTo>
                  <a:pt x="1699808" y="1962540"/>
                </a:lnTo>
                <a:lnTo>
                  <a:pt x="1700430" y="1962444"/>
                </a:lnTo>
                <a:lnTo>
                  <a:pt x="1700585" y="1960915"/>
                </a:lnTo>
                <a:lnTo>
                  <a:pt x="1700348" y="1959534"/>
                </a:lnTo>
                <a:lnTo>
                  <a:pt x="1700164" y="1958543"/>
                </a:lnTo>
                <a:close/>
                <a:moveTo>
                  <a:pt x="1708056" y="1939022"/>
                </a:moveTo>
                <a:lnTo>
                  <a:pt x="1707657" y="1940663"/>
                </a:lnTo>
                <a:lnTo>
                  <a:pt x="1712509" y="1940040"/>
                </a:lnTo>
                <a:lnTo>
                  <a:pt x="1716393" y="1939486"/>
                </a:lnTo>
                <a:lnTo>
                  <a:pt x="1717001" y="1930455"/>
                </a:lnTo>
                <a:lnTo>
                  <a:pt x="1714787" y="1932575"/>
                </a:lnTo>
                <a:lnTo>
                  <a:pt x="1715435" y="1938984"/>
                </a:lnTo>
                <a:lnTo>
                  <a:pt x="1715345" y="1939127"/>
                </a:lnTo>
                <a:lnTo>
                  <a:pt x="1714692" y="1932666"/>
                </a:lnTo>
                <a:close/>
                <a:moveTo>
                  <a:pt x="1717083" y="1918649"/>
                </a:moveTo>
                <a:lnTo>
                  <a:pt x="1717664" y="1920593"/>
                </a:lnTo>
                <a:lnTo>
                  <a:pt x="1717817" y="1918321"/>
                </a:lnTo>
                <a:close/>
                <a:moveTo>
                  <a:pt x="1790188" y="1754751"/>
                </a:moveTo>
                <a:lnTo>
                  <a:pt x="1790384" y="1755494"/>
                </a:lnTo>
                <a:lnTo>
                  <a:pt x="1790861" y="1756193"/>
                </a:lnTo>
                <a:lnTo>
                  <a:pt x="1797577" y="1753961"/>
                </a:lnTo>
                <a:lnTo>
                  <a:pt x="1796697" y="1752150"/>
                </a:lnTo>
                <a:close/>
                <a:moveTo>
                  <a:pt x="1767768" y="1804672"/>
                </a:moveTo>
                <a:lnTo>
                  <a:pt x="1769301" y="1804134"/>
                </a:lnTo>
                <a:lnTo>
                  <a:pt x="1769008" y="1803554"/>
                </a:lnTo>
                <a:close/>
                <a:moveTo>
                  <a:pt x="1699249" y="1958009"/>
                </a:moveTo>
                <a:lnTo>
                  <a:pt x="1699322" y="1958599"/>
                </a:lnTo>
                <a:lnTo>
                  <a:pt x="1700148" y="1958455"/>
                </a:lnTo>
                <a:lnTo>
                  <a:pt x="1700036" y="1957854"/>
                </a:lnTo>
                <a:close/>
                <a:moveTo>
                  <a:pt x="1734630" y="1878737"/>
                </a:moveTo>
                <a:lnTo>
                  <a:pt x="1737092" y="1883947"/>
                </a:lnTo>
                <a:lnTo>
                  <a:pt x="1737528" y="1884903"/>
                </a:lnTo>
                <a:lnTo>
                  <a:pt x="1741189" y="1884567"/>
                </a:lnTo>
                <a:lnTo>
                  <a:pt x="1744678" y="1882445"/>
                </a:lnTo>
                <a:lnTo>
                  <a:pt x="1743754" y="1877123"/>
                </a:lnTo>
                <a:close/>
                <a:moveTo>
                  <a:pt x="1887278" y="1536664"/>
                </a:moveTo>
                <a:lnTo>
                  <a:pt x="1896215" y="1529232"/>
                </a:lnTo>
                <a:lnTo>
                  <a:pt x="1904488" y="1517920"/>
                </a:lnTo>
                <a:lnTo>
                  <a:pt x="1893380" y="1525167"/>
                </a:lnTo>
                <a:close/>
                <a:moveTo>
                  <a:pt x="1765350" y="1809350"/>
                </a:moveTo>
                <a:lnTo>
                  <a:pt x="1764832" y="1813269"/>
                </a:lnTo>
                <a:lnTo>
                  <a:pt x="1766670" y="1811920"/>
                </a:lnTo>
                <a:lnTo>
                  <a:pt x="1766638" y="1811602"/>
                </a:lnTo>
                <a:close/>
                <a:moveTo>
                  <a:pt x="1788511" y="1757399"/>
                </a:moveTo>
                <a:lnTo>
                  <a:pt x="1790051" y="1757229"/>
                </a:lnTo>
                <a:lnTo>
                  <a:pt x="1789969" y="1756915"/>
                </a:lnTo>
                <a:close/>
                <a:moveTo>
                  <a:pt x="1881124" y="1549762"/>
                </a:moveTo>
                <a:lnTo>
                  <a:pt x="1881129" y="1549774"/>
                </a:lnTo>
                <a:lnTo>
                  <a:pt x="1881148" y="1549752"/>
                </a:lnTo>
                <a:close/>
                <a:moveTo>
                  <a:pt x="1793728" y="1745339"/>
                </a:moveTo>
                <a:lnTo>
                  <a:pt x="1794777" y="1747495"/>
                </a:lnTo>
                <a:lnTo>
                  <a:pt x="1804000" y="1744955"/>
                </a:lnTo>
                <a:lnTo>
                  <a:pt x="1803776" y="1745328"/>
                </a:lnTo>
                <a:lnTo>
                  <a:pt x="1794910" y="1747769"/>
                </a:lnTo>
                <a:lnTo>
                  <a:pt x="1795881" y="1749766"/>
                </a:lnTo>
                <a:lnTo>
                  <a:pt x="1842307" y="1731817"/>
                </a:lnTo>
                <a:lnTo>
                  <a:pt x="1852619" y="1727229"/>
                </a:lnTo>
                <a:lnTo>
                  <a:pt x="1858274" y="1722132"/>
                </a:lnTo>
                <a:lnTo>
                  <a:pt x="1850564" y="1714062"/>
                </a:lnTo>
                <a:lnTo>
                  <a:pt x="1834823" y="1722925"/>
                </a:lnTo>
                <a:close/>
                <a:moveTo>
                  <a:pt x="1741459" y="1862259"/>
                </a:moveTo>
                <a:lnTo>
                  <a:pt x="1741466" y="1862294"/>
                </a:lnTo>
                <a:lnTo>
                  <a:pt x="1741529" y="1862246"/>
                </a:lnTo>
                <a:lnTo>
                  <a:pt x="1741527" y="1862235"/>
                </a:lnTo>
                <a:close/>
                <a:moveTo>
                  <a:pt x="1706140" y="1940858"/>
                </a:moveTo>
                <a:lnTo>
                  <a:pt x="1706554" y="1940805"/>
                </a:lnTo>
                <a:lnTo>
                  <a:pt x="1706663" y="1940357"/>
                </a:lnTo>
                <a:close/>
                <a:moveTo>
                  <a:pt x="1766255" y="1806036"/>
                </a:moveTo>
                <a:lnTo>
                  <a:pt x="1766810" y="1811521"/>
                </a:lnTo>
                <a:lnTo>
                  <a:pt x="1766930" y="1811730"/>
                </a:lnTo>
                <a:lnTo>
                  <a:pt x="1767970" y="1810968"/>
                </a:lnTo>
                <a:lnTo>
                  <a:pt x="1767896" y="1811228"/>
                </a:lnTo>
                <a:lnTo>
                  <a:pt x="1767013" y="1811876"/>
                </a:lnTo>
                <a:lnTo>
                  <a:pt x="1767740" y="1813148"/>
                </a:lnTo>
                <a:lnTo>
                  <a:pt x="1773669" y="1812784"/>
                </a:lnTo>
                <a:lnTo>
                  <a:pt x="1769604" y="1804733"/>
                </a:lnTo>
                <a:lnTo>
                  <a:pt x="1766487" y="1805827"/>
                </a:lnTo>
                <a:close/>
                <a:moveTo>
                  <a:pt x="1709497" y="1933100"/>
                </a:moveTo>
                <a:lnTo>
                  <a:pt x="1708230" y="1938310"/>
                </a:lnTo>
                <a:lnTo>
                  <a:pt x="1714642" y="1932168"/>
                </a:lnTo>
                <a:lnTo>
                  <a:pt x="1714549" y="1931250"/>
                </a:lnTo>
                <a:close/>
                <a:moveTo>
                  <a:pt x="1719140" y="1911310"/>
                </a:moveTo>
                <a:lnTo>
                  <a:pt x="1718745" y="1917005"/>
                </a:lnTo>
                <a:lnTo>
                  <a:pt x="1727569" y="1913079"/>
                </a:lnTo>
                <a:lnTo>
                  <a:pt x="1727585" y="1912899"/>
                </a:lnTo>
                <a:lnTo>
                  <a:pt x="1727632" y="1910361"/>
                </a:lnTo>
                <a:close/>
                <a:moveTo>
                  <a:pt x="1768764" y="1800133"/>
                </a:moveTo>
                <a:lnTo>
                  <a:pt x="1769296" y="1801186"/>
                </a:lnTo>
                <a:lnTo>
                  <a:pt x="1773324" y="1797837"/>
                </a:lnTo>
                <a:lnTo>
                  <a:pt x="1773184" y="1797288"/>
                </a:lnTo>
                <a:close/>
                <a:moveTo>
                  <a:pt x="1881409" y="1547721"/>
                </a:moveTo>
                <a:lnTo>
                  <a:pt x="1883292" y="1546901"/>
                </a:lnTo>
                <a:lnTo>
                  <a:pt x="1893557" y="1532866"/>
                </a:lnTo>
                <a:lnTo>
                  <a:pt x="1885925" y="1539213"/>
                </a:lnTo>
                <a:close/>
                <a:moveTo>
                  <a:pt x="1699682" y="1954529"/>
                </a:moveTo>
                <a:lnTo>
                  <a:pt x="1700194" y="1957519"/>
                </a:lnTo>
                <a:lnTo>
                  <a:pt x="1700945" y="1957371"/>
                </a:lnTo>
                <a:lnTo>
                  <a:pt x="1701298" y="1953891"/>
                </a:lnTo>
                <a:close/>
                <a:moveTo>
                  <a:pt x="1773208" y="1789833"/>
                </a:moveTo>
                <a:lnTo>
                  <a:pt x="1773823" y="1792617"/>
                </a:lnTo>
                <a:lnTo>
                  <a:pt x="1781136" y="1790176"/>
                </a:lnTo>
                <a:lnTo>
                  <a:pt x="1780490" y="1788884"/>
                </a:lnTo>
                <a:close/>
                <a:moveTo>
                  <a:pt x="1765725" y="1806513"/>
                </a:moveTo>
                <a:lnTo>
                  <a:pt x="1765392" y="1809039"/>
                </a:lnTo>
                <a:lnTo>
                  <a:pt x="1766592" y="1811139"/>
                </a:lnTo>
                <a:lnTo>
                  <a:pt x="1766091" y="1806184"/>
                </a:lnTo>
                <a:close/>
                <a:moveTo>
                  <a:pt x="1734028" y="1877466"/>
                </a:moveTo>
                <a:lnTo>
                  <a:pt x="1734475" y="1878410"/>
                </a:lnTo>
                <a:lnTo>
                  <a:pt x="1741696" y="1877377"/>
                </a:lnTo>
                <a:lnTo>
                  <a:pt x="1743735" y="1877016"/>
                </a:lnTo>
                <a:lnTo>
                  <a:pt x="1743062" y="1873139"/>
                </a:lnTo>
                <a:close/>
                <a:moveTo>
                  <a:pt x="1842555" y="1634441"/>
                </a:moveTo>
                <a:lnTo>
                  <a:pt x="1847465" y="1633168"/>
                </a:lnTo>
                <a:lnTo>
                  <a:pt x="1846822" y="1630262"/>
                </a:lnTo>
                <a:lnTo>
                  <a:pt x="1846723" y="1630288"/>
                </a:lnTo>
                <a:close/>
                <a:moveTo>
                  <a:pt x="1730167" y="1885954"/>
                </a:moveTo>
                <a:lnTo>
                  <a:pt x="1730086" y="1890357"/>
                </a:lnTo>
                <a:lnTo>
                  <a:pt x="1732727" y="1889715"/>
                </a:lnTo>
                <a:lnTo>
                  <a:pt x="1737892" y="1886573"/>
                </a:lnTo>
                <a:lnTo>
                  <a:pt x="1737290" y="1885301"/>
                </a:lnTo>
                <a:close/>
                <a:moveTo>
                  <a:pt x="1719221" y="1910138"/>
                </a:moveTo>
                <a:lnTo>
                  <a:pt x="1719183" y="1910687"/>
                </a:lnTo>
                <a:lnTo>
                  <a:pt x="1727641" y="1909860"/>
                </a:lnTo>
                <a:lnTo>
                  <a:pt x="1727726" y="1905241"/>
                </a:lnTo>
                <a:close/>
                <a:moveTo>
                  <a:pt x="1878972" y="1552311"/>
                </a:moveTo>
                <a:lnTo>
                  <a:pt x="1881055" y="1549861"/>
                </a:lnTo>
                <a:lnTo>
                  <a:pt x="1881029" y="1549804"/>
                </a:lnTo>
                <a:lnTo>
                  <a:pt x="1880085" y="1550215"/>
                </a:lnTo>
                <a:close/>
                <a:moveTo>
                  <a:pt x="1702455" y="1947452"/>
                </a:moveTo>
                <a:lnTo>
                  <a:pt x="1701872" y="1953191"/>
                </a:lnTo>
                <a:lnTo>
                  <a:pt x="1703711" y="1952493"/>
                </a:lnTo>
                <a:lnTo>
                  <a:pt x="1705041" y="1947025"/>
                </a:lnTo>
                <a:close/>
                <a:moveTo>
                  <a:pt x="1874853" y="1561409"/>
                </a:moveTo>
                <a:lnTo>
                  <a:pt x="1880805" y="1557010"/>
                </a:lnTo>
                <a:lnTo>
                  <a:pt x="1879485" y="1555076"/>
                </a:lnTo>
                <a:close/>
                <a:moveTo>
                  <a:pt x="1713728" y="1922100"/>
                </a:moveTo>
                <a:lnTo>
                  <a:pt x="1714623" y="1930950"/>
                </a:lnTo>
                <a:lnTo>
                  <a:pt x="1716660" y="1930235"/>
                </a:lnTo>
                <a:lnTo>
                  <a:pt x="1717040" y="1929871"/>
                </a:lnTo>
                <a:lnTo>
                  <a:pt x="1717464" y="1923569"/>
                </a:lnTo>
                <a:lnTo>
                  <a:pt x="1717061" y="1922219"/>
                </a:lnTo>
                <a:close/>
                <a:moveTo>
                  <a:pt x="1867554" y="1577429"/>
                </a:moveTo>
                <a:lnTo>
                  <a:pt x="1868707" y="1577294"/>
                </a:lnTo>
                <a:lnTo>
                  <a:pt x="1869854" y="1576579"/>
                </a:lnTo>
                <a:lnTo>
                  <a:pt x="1867993" y="1577090"/>
                </a:lnTo>
                <a:close/>
                <a:moveTo>
                  <a:pt x="1786592" y="1758635"/>
                </a:moveTo>
                <a:lnTo>
                  <a:pt x="1787432" y="1760981"/>
                </a:lnTo>
                <a:lnTo>
                  <a:pt x="1790631" y="1759431"/>
                </a:lnTo>
                <a:lnTo>
                  <a:pt x="1790275" y="1758078"/>
                </a:lnTo>
                <a:close/>
                <a:moveTo>
                  <a:pt x="1698860" y="1954854"/>
                </a:moveTo>
                <a:lnTo>
                  <a:pt x="1699212" y="1957711"/>
                </a:lnTo>
                <a:lnTo>
                  <a:pt x="1699981" y="1957560"/>
                </a:lnTo>
                <a:lnTo>
                  <a:pt x="1699436" y="1954627"/>
                </a:lnTo>
                <a:close/>
                <a:moveTo>
                  <a:pt x="1873916" y="1562735"/>
                </a:moveTo>
                <a:lnTo>
                  <a:pt x="1876557" y="1565594"/>
                </a:lnTo>
                <a:lnTo>
                  <a:pt x="1884682" y="1562690"/>
                </a:lnTo>
                <a:lnTo>
                  <a:pt x="1881028" y="1557337"/>
                </a:lnTo>
                <a:lnTo>
                  <a:pt x="1878312" y="1559486"/>
                </a:lnTo>
                <a:close/>
                <a:moveTo>
                  <a:pt x="1764552" y="1807571"/>
                </a:moveTo>
                <a:lnTo>
                  <a:pt x="1764852" y="1808096"/>
                </a:lnTo>
                <a:lnTo>
                  <a:pt x="1764932" y="1807229"/>
                </a:lnTo>
                <a:close/>
                <a:moveTo>
                  <a:pt x="1786190" y="1758696"/>
                </a:moveTo>
                <a:lnTo>
                  <a:pt x="1786684" y="1759621"/>
                </a:lnTo>
                <a:lnTo>
                  <a:pt x="1786331" y="1758675"/>
                </a:lnTo>
                <a:close/>
                <a:moveTo>
                  <a:pt x="1741462" y="1858655"/>
                </a:moveTo>
                <a:lnTo>
                  <a:pt x="1741809" y="1861828"/>
                </a:lnTo>
                <a:lnTo>
                  <a:pt x="1742306" y="1861654"/>
                </a:lnTo>
                <a:lnTo>
                  <a:pt x="1754288" y="1852530"/>
                </a:lnTo>
                <a:lnTo>
                  <a:pt x="1750606" y="1852691"/>
                </a:lnTo>
                <a:close/>
                <a:moveTo>
                  <a:pt x="1718080" y="1910795"/>
                </a:moveTo>
                <a:lnTo>
                  <a:pt x="1718325" y="1910771"/>
                </a:lnTo>
                <a:lnTo>
                  <a:pt x="1718334" y="1910649"/>
                </a:lnTo>
                <a:close/>
                <a:moveTo>
                  <a:pt x="1768016" y="1798652"/>
                </a:moveTo>
                <a:lnTo>
                  <a:pt x="1768524" y="1799658"/>
                </a:lnTo>
                <a:lnTo>
                  <a:pt x="1772294" y="1797231"/>
                </a:lnTo>
                <a:close/>
                <a:moveTo>
                  <a:pt x="1740898" y="1859023"/>
                </a:moveTo>
                <a:lnTo>
                  <a:pt x="1741409" y="1861969"/>
                </a:lnTo>
                <a:lnTo>
                  <a:pt x="1741495" y="1861939"/>
                </a:lnTo>
                <a:lnTo>
                  <a:pt x="1741157" y="1858854"/>
                </a:lnTo>
                <a:close/>
                <a:moveTo>
                  <a:pt x="1713540" y="1920234"/>
                </a:moveTo>
                <a:lnTo>
                  <a:pt x="1713672" y="1921538"/>
                </a:lnTo>
                <a:lnTo>
                  <a:pt x="1716906" y="1921699"/>
                </a:lnTo>
                <a:lnTo>
                  <a:pt x="1716124" y="1919078"/>
                </a:lnTo>
                <a:close/>
                <a:moveTo>
                  <a:pt x="1923466" y="1449952"/>
                </a:moveTo>
                <a:lnTo>
                  <a:pt x="1929264" y="1456022"/>
                </a:lnTo>
                <a:lnTo>
                  <a:pt x="1938667" y="1437715"/>
                </a:lnTo>
                <a:close/>
                <a:moveTo>
                  <a:pt x="1702800" y="1944058"/>
                </a:moveTo>
                <a:lnTo>
                  <a:pt x="1702474" y="1947265"/>
                </a:lnTo>
                <a:lnTo>
                  <a:pt x="1702886" y="1947203"/>
                </a:lnTo>
                <a:lnTo>
                  <a:pt x="1705086" y="1946840"/>
                </a:lnTo>
                <a:lnTo>
                  <a:pt x="1706491" y="1941065"/>
                </a:lnTo>
                <a:lnTo>
                  <a:pt x="1705824" y="1941161"/>
                </a:lnTo>
                <a:close/>
                <a:moveTo>
                  <a:pt x="1766365" y="1801678"/>
                </a:moveTo>
                <a:lnTo>
                  <a:pt x="1766076" y="1803863"/>
                </a:lnTo>
                <a:lnTo>
                  <a:pt x="1768251" y="1802055"/>
                </a:lnTo>
                <a:lnTo>
                  <a:pt x="1767645" y="1800854"/>
                </a:lnTo>
                <a:close/>
                <a:moveTo>
                  <a:pt x="1693137" y="1965601"/>
                </a:moveTo>
                <a:lnTo>
                  <a:pt x="1692899" y="1973863"/>
                </a:lnTo>
                <a:lnTo>
                  <a:pt x="1698563" y="1973438"/>
                </a:lnTo>
                <a:lnTo>
                  <a:pt x="1698916" y="1972203"/>
                </a:lnTo>
                <a:lnTo>
                  <a:pt x="1699814" y="1968513"/>
                </a:lnTo>
                <a:lnTo>
                  <a:pt x="1699899" y="1967676"/>
                </a:lnTo>
                <a:lnTo>
                  <a:pt x="1699513" y="1964540"/>
                </a:lnTo>
                <a:close/>
                <a:moveTo>
                  <a:pt x="1870838" y="1567637"/>
                </a:moveTo>
                <a:lnTo>
                  <a:pt x="1876041" y="1565777"/>
                </a:lnTo>
                <a:lnTo>
                  <a:pt x="1873594" y="1563130"/>
                </a:lnTo>
                <a:lnTo>
                  <a:pt x="1872267" y="1564944"/>
                </a:lnTo>
                <a:close/>
                <a:moveTo>
                  <a:pt x="1772576" y="1786978"/>
                </a:moveTo>
                <a:lnTo>
                  <a:pt x="1773111" y="1789398"/>
                </a:lnTo>
                <a:lnTo>
                  <a:pt x="1780280" y="1788464"/>
                </a:lnTo>
                <a:lnTo>
                  <a:pt x="1777243" y="1782386"/>
                </a:lnTo>
                <a:close/>
                <a:moveTo>
                  <a:pt x="1712186" y="1922045"/>
                </a:moveTo>
                <a:lnTo>
                  <a:pt x="1709591" y="1932716"/>
                </a:lnTo>
                <a:lnTo>
                  <a:pt x="1714522" y="1930985"/>
                </a:lnTo>
                <a:lnTo>
                  <a:pt x="1714176" y="1927567"/>
                </a:lnTo>
                <a:lnTo>
                  <a:pt x="1713549" y="1922094"/>
                </a:lnTo>
                <a:close/>
                <a:moveTo>
                  <a:pt x="1839070" y="1637914"/>
                </a:moveTo>
                <a:lnTo>
                  <a:pt x="1841221" y="1641661"/>
                </a:lnTo>
                <a:lnTo>
                  <a:pt x="1848410" y="1637440"/>
                </a:lnTo>
                <a:lnTo>
                  <a:pt x="1847607" y="1633808"/>
                </a:lnTo>
                <a:lnTo>
                  <a:pt x="1841549" y="1635444"/>
                </a:lnTo>
                <a:close/>
                <a:moveTo>
                  <a:pt x="1877563" y="1551312"/>
                </a:moveTo>
                <a:lnTo>
                  <a:pt x="1878200" y="1552244"/>
                </a:lnTo>
                <a:lnTo>
                  <a:pt x="1879035" y="1550671"/>
                </a:lnTo>
                <a:close/>
                <a:moveTo>
                  <a:pt x="1867061" y="1574752"/>
                </a:moveTo>
                <a:lnTo>
                  <a:pt x="1869772" y="1572740"/>
                </a:lnTo>
                <a:lnTo>
                  <a:pt x="1877097" y="1566920"/>
                </a:lnTo>
                <a:lnTo>
                  <a:pt x="1876429" y="1566198"/>
                </a:lnTo>
                <a:lnTo>
                  <a:pt x="1870411" y="1568442"/>
                </a:lnTo>
                <a:close/>
                <a:moveTo>
                  <a:pt x="1862714" y="1584375"/>
                </a:moveTo>
                <a:lnTo>
                  <a:pt x="1867291" y="1583268"/>
                </a:lnTo>
                <a:lnTo>
                  <a:pt x="1868381" y="1582989"/>
                </a:lnTo>
                <a:lnTo>
                  <a:pt x="1872746" y="1580724"/>
                </a:lnTo>
                <a:lnTo>
                  <a:pt x="1872865" y="1580567"/>
                </a:lnTo>
                <a:close/>
                <a:moveTo>
                  <a:pt x="1712516" y="1920693"/>
                </a:moveTo>
                <a:lnTo>
                  <a:pt x="1712326" y="1921472"/>
                </a:lnTo>
                <a:lnTo>
                  <a:pt x="1713484" y="1921529"/>
                </a:lnTo>
                <a:lnTo>
                  <a:pt x="1713346" y="1920321"/>
                </a:lnTo>
                <a:close/>
                <a:moveTo>
                  <a:pt x="1758233" y="1818319"/>
                </a:moveTo>
                <a:lnTo>
                  <a:pt x="1763765" y="1817538"/>
                </a:lnTo>
                <a:lnTo>
                  <a:pt x="1764083" y="1815134"/>
                </a:lnTo>
                <a:lnTo>
                  <a:pt x="1762436" y="1815235"/>
                </a:lnTo>
                <a:close/>
                <a:moveTo>
                  <a:pt x="1785825" y="1756494"/>
                </a:moveTo>
                <a:lnTo>
                  <a:pt x="1786240" y="1757651"/>
                </a:lnTo>
                <a:lnTo>
                  <a:pt x="1786593" y="1757611"/>
                </a:lnTo>
                <a:lnTo>
                  <a:pt x="1789860" y="1756526"/>
                </a:lnTo>
                <a:lnTo>
                  <a:pt x="1788918" y="1755258"/>
                </a:lnTo>
                <a:close/>
                <a:moveTo>
                  <a:pt x="1866338" y="1576115"/>
                </a:moveTo>
                <a:lnTo>
                  <a:pt x="1868588" y="1575499"/>
                </a:lnTo>
                <a:lnTo>
                  <a:pt x="1878187" y="1568099"/>
                </a:lnTo>
                <a:lnTo>
                  <a:pt x="1877175" y="1567005"/>
                </a:lnTo>
                <a:lnTo>
                  <a:pt x="1866796" y="1575252"/>
                </a:lnTo>
                <a:close/>
                <a:moveTo>
                  <a:pt x="1771775" y="1787766"/>
                </a:moveTo>
                <a:lnTo>
                  <a:pt x="1772083" y="1788694"/>
                </a:lnTo>
                <a:lnTo>
                  <a:pt x="1771826" y="1787716"/>
                </a:lnTo>
                <a:close/>
                <a:moveTo>
                  <a:pt x="1766708" y="1799088"/>
                </a:moveTo>
                <a:lnTo>
                  <a:pt x="1766456" y="1800989"/>
                </a:lnTo>
                <a:lnTo>
                  <a:pt x="1767404" y="1800379"/>
                </a:lnTo>
                <a:lnTo>
                  <a:pt x="1766746" y="1799074"/>
                </a:lnTo>
                <a:close/>
                <a:moveTo>
                  <a:pt x="1727808" y="1886170"/>
                </a:moveTo>
                <a:lnTo>
                  <a:pt x="1727943" y="1886565"/>
                </a:lnTo>
                <a:lnTo>
                  <a:pt x="1727933" y="1886159"/>
                </a:lnTo>
                <a:close/>
                <a:moveTo>
                  <a:pt x="1703054" y="1941555"/>
                </a:moveTo>
                <a:lnTo>
                  <a:pt x="1702861" y="1943452"/>
                </a:lnTo>
                <a:lnTo>
                  <a:pt x="1705155" y="1941255"/>
                </a:lnTo>
                <a:close/>
                <a:moveTo>
                  <a:pt x="1731027" y="1878904"/>
                </a:moveTo>
                <a:lnTo>
                  <a:pt x="1734061" y="1878470"/>
                </a:lnTo>
                <a:lnTo>
                  <a:pt x="1733668" y="1877638"/>
                </a:lnTo>
                <a:close/>
                <a:moveTo>
                  <a:pt x="1788792" y="1749453"/>
                </a:moveTo>
                <a:lnTo>
                  <a:pt x="1789522" y="1752225"/>
                </a:lnTo>
                <a:lnTo>
                  <a:pt x="1795592" y="1749878"/>
                </a:lnTo>
                <a:lnTo>
                  <a:pt x="1794607" y="1747852"/>
                </a:lnTo>
                <a:close/>
                <a:moveTo>
                  <a:pt x="1865333" y="1578007"/>
                </a:moveTo>
                <a:lnTo>
                  <a:pt x="1865476" y="1577898"/>
                </a:lnTo>
                <a:lnTo>
                  <a:pt x="1865386" y="1577908"/>
                </a:lnTo>
                <a:close/>
                <a:moveTo>
                  <a:pt x="1782157" y="1764180"/>
                </a:moveTo>
                <a:lnTo>
                  <a:pt x="1782578" y="1764635"/>
                </a:lnTo>
                <a:lnTo>
                  <a:pt x="1787619" y="1762755"/>
                </a:lnTo>
                <a:lnTo>
                  <a:pt x="1787485" y="1763026"/>
                </a:lnTo>
                <a:lnTo>
                  <a:pt x="1782730" y="1764800"/>
                </a:lnTo>
                <a:lnTo>
                  <a:pt x="1785935" y="1768267"/>
                </a:lnTo>
                <a:lnTo>
                  <a:pt x="1789180" y="1766527"/>
                </a:lnTo>
                <a:lnTo>
                  <a:pt x="1787651" y="1762252"/>
                </a:lnTo>
                <a:close/>
                <a:moveTo>
                  <a:pt x="1864231" y="1580085"/>
                </a:moveTo>
                <a:lnTo>
                  <a:pt x="1868258" y="1577575"/>
                </a:lnTo>
                <a:lnTo>
                  <a:pt x="1867206" y="1577697"/>
                </a:lnTo>
                <a:lnTo>
                  <a:pt x="1864317" y="1579924"/>
                </a:lnTo>
                <a:close/>
                <a:moveTo>
                  <a:pt x="1713109" y="1918254"/>
                </a:moveTo>
                <a:lnTo>
                  <a:pt x="1712766" y="1919665"/>
                </a:lnTo>
                <a:lnTo>
                  <a:pt x="1713246" y="1919451"/>
                </a:lnTo>
                <a:close/>
                <a:moveTo>
                  <a:pt x="1863219" y="1581991"/>
                </a:moveTo>
                <a:lnTo>
                  <a:pt x="1866761" y="1580438"/>
                </a:lnTo>
                <a:lnTo>
                  <a:pt x="1874469" y="1576854"/>
                </a:lnTo>
                <a:lnTo>
                  <a:pt x="1869341" y="1577450"/>
                </a:lnTo>
                <a:lnTo>
                  <a:pt x="1863710" y="1581067"/>
                </a:lnTo>
                <a:close/>
                <a:moveTo>
                  <a:pt x="1785156" y="1756762"/>
                </a:moveTo>
                <a:lnTo>
                  <a:pt x="1785666" y="1757714"/>
                </a:lnTo>
                <a:lnTo>
                  <a:pt x="1785960" y="1757681"/>
                </a:lnTo>
                <a:lnTo>
                  <a:pt x="1785557" y="1756601"/>
                </a:lnTo>
                <a:close/>
                <a:moveTo>
                  <a:pt x="1730287" y="1879448"/>
                </a:moveTo>
                <a:lnTo>
                  <a:pt x="1730174" y="1885576"/>
                </a:lnTo>
                <a:lnTo>
                  <a:pt x="1737120" y="1884939"/>
                </a:lnTo>
                <a:lnTo>
                  <a:pt x="1734222" y="1878810"/>
                </a:lnTo>
                <a:lnTo>
                  <a:pt x="1731994" y="1879204"/>
                </a:lnTo>
                <a:close/>
                <a:moveTo>
                  <a:pt x="1862078" y="1584142"/>
                </a:moveTo>
                <a:lnTo>
                  <a:pt x="1873181" y="1580150"/>
                </a:lnTo>
                <a:lnTo>
                  <a:pt x="1875802" y="1576699"/>
                </a:lnTo>
                <a:lnTo>
                  <a:pt x="1874975" y="1576795"/>
                </a:lnTo>
                <a:lnTo>
                  <a:pt x="1863028" y="1582352"/>
                </a:lnTo>
                <a:close/>
                <a:moveTo>
                  <a:pt x="1767053" y="1796746"/>
                </a:moveTo>
                <a:lnTo>
                  <a:pt x="1767877" y="1798377"/>
                </a:lnTo>
                <a:lnTo>
                  <a:pt x="1773043" y="1796737"/>
                </a:lnTo>
                <a:lnTo>
                  <a:pt x="1772517" y="1794673"/>
                </a:lnTo>
                <a:close/>
                <a:moveTo>
                  <a:pt x="1733148" y="1872360"/>
                </a:moveTo>
                <a:lnTo>
                  <a:pt x="1742946" y="1872473"/>
                </a:lnTo>
                <a:lnTo>
                  <a:pt x="1741785" y="1865783"/>
                </a:lnTo>
                <a:close/>
                <a:moveTo>
                  <a:pt x="1715228" y="1912438"/>
                </a:moveTo>
                <a:lnTo>
                  <a:pt x="1716845" y="1917850"/>
                </a:lnTo>
                <a:lnTo>
                  <a:pt x="1717880" y="1917390"/>
                </a:lnTo>
                <a:lnTo>
                  <a:pt x="1718283" y="1911406"/>
                </a:lnTo>
                <a:lnTo>
                  <a:pt x="1716716" y="1911581"/>
                </a:lnTo>
                <a:close/>
                <a:moveTo>
                  <a:pt x="1860526" y="1587065"/>
                </a:moveTo>
                <a:lnTo>
                  <a:pt x="1867865" y="1583257"/>
                </a:lnTo>
                <a:lnTo>
                  <a:pt x="1861711" y="1584833"/>
                </a:lnTo>
                <a:close/>
                <a:moveTo>
                  <a:pt x="1799293" y="1724174"/>
                </a:moveTo>
                <a:lnTo>
                  <a:pt x="1799910" y="1725528"/>
                </a:lnTo>
                <a:lnTo>
                  <a:pt x="1842091" y="1705223"/>
                </a:lnTo>
                <a:lnTo>
                  <a:pt x="1839475" y="1702560"/>
                </a:lnTo>
                <a:lnTo>
                  <a:pt x="1800102" y="1723630"/>
                </a:lnTo>
                <a:close/>
                <a:moveTo>
                  <a:pt x="1765591" y="1799459"/>
                </a:moveTo>
                <a:lnTo>
                  <a:pt x="1765620" y="1799739"/>
                </a:lnTo>
                <a:lnTo>
                  <a:pt x="1765647" y="1799440"/>
                </a:lnTo>
                <a:close/>
                <a:moveTo>
                  <a:pt x="1788465" y="1748210"/>
                </a:moveTo>
                <a:lnTo>
                  <a:pt x="1788716" y="1749163"/>
                </a:lnTo>
                <a:lnTo>
                  <a:pt x="1794474" y="1747578"/>
                </a:lnTo>
                <a:lnTo>
                  <a:pt x="1793457" y="1745487"/>
                </a:lnTo>
                <a:close/>
                <a:moveTo>
                  <a:pt x="1710929" y="1921402"/>
                </a:moveTo>
                <a:lnTo>
                  <a:pt x="1711269" y="1921419"/>
                </a:lnTo>
                <a:lnTo>
                  <a:pt x="1711315" y="1921230"/>
                </a:lnTo>
                <a:close/>
                <a:moveTo>
                  <a:pt x="1769659" y="1789849"/>
                </a:moveTo>
                <a:lnTo>
                  <a:pt x="1770930" y="1789683"/>
                </a:lnTo>
                <a:lnTo>
                  <a:pt x="1770658" y="1788865"/>
                </a:lnTo>
                <a:close/>
                <a:moveTo>
                  <a:pt x="1878990" y="1544979"/>
                </a:moveTo>
                <a:lnTo>
                  <a:pt x="1880390" y="1548117"/>
                </a:lnTo>
                <a:lnTo>
                  <a:pt x="1884478" y="1540415"/>
                </a:lnTo>
                <a:close/>
                <a:moveTo>
                  <a:pt x="1838176" y="1636355"/>
                </a:moveTo>
                <a:lnTo>
                  <a:pt x="1838753" y="1637361"/>
                </a:lnTo>
                <a:lnTo>
                  <a:pt x="1840423" y="1635748"/>
                </a:lnTo>
                <a:close/>
                <a:moveTo>
                  <a:pt x="1775049" y="1777476"/>
                </a:moveTo>
                <a:lnTo>
                  <a:pt x="1777369" y="1782118"/>
                </a:lnTo>
                <a:lnTo>
                  <a:pt x="1780536" y="1779001"/>
                </a:lnTo>
                <a:lnTo>
                  <a:pt x="1780515" y="1779166"/>
                </a:lnTo>
                <a:lnTo>
                  <a:pt x="1777417" y="1782214"/>
                </a:lnTo>
                <a:lnTo>
                  <a:pt x="1780504" y="1788391"/>
                </a:lnTo>
                <a:lnTo>
                  <a:pt x="1780524" y="1788432"/>
                </a:lnTo>
                <a:lnTo>
                  <a:pt x="1785400" y="1787796"/>
                </a:lnTo>
                <a:lnTo>
                  <a:pt x="1785727" y="1787524"/>
                </a:lnTo>
                <a:lnTo>
                  <a:pt x="1794020" y="1780048"/>
                </a:lnTo>
                <a:lnTo>
                  <a:pt x="1792572" y="1776003"/>
                </a:lnTo>
                <a:lnTo>
                  <a:pt x="1787508" y="1770523"/>
                </a:lnTo>
                <a:close/>
                <a:moveTo>
                  <a:pt x="1726426" y="1886297"/>
                </a:moveTo>
                <a:lnTo>
                  <a:pt x="1725886" y="1890985"/>
                </a:lnTo>
                <a:lnTo>
                  <a:pt x="1726945" y="1891120"/>
                </a:lnTo>
                <a:lnTo>
                  <a:pt x="1727991" y="1890866"/>
                </a:lnTo>
                <a:lnTo>
                  <a:pt x="1727998" y="1890466"/>
                </a:lnTo>
                <a:lnTo>
                  <a:pt x="1726561" y="1886285"/>
                </a:lnTo>
                <a:close/>
                <a:moveTo>
                  <a:pt x="1715026" y="1911759"/>
                </a:moveTo>
                <a:lnTo>
                  <a:pt x="1715154" y="1912189"/>
                </a:lnTo>
                <a:lnTo>
                  <a:pt x="1716125" y="1911647"/>
                </a:lnTo>
                <a:lnTo>
                  <a:pt x="1715760" y="1911688"/>
                </a:lnTo>
                <a:close/>
                <a:moveTo>
                  <a:pt x="1698884" y="1947808"/>
                </a:moveTo>
                <a:lnTo>
                  <a:pt x="1701962" y="1947343"/>
                </a:lnTo>
                <a:lnTo>
                  <a:pt x="1702242" y="1944592"/>
                </a:lnTo>
                <a:close/>
                <a:moveTo>
                  <a:pt x="1714351" y="1913144"/>
                </a:moveTo>
                <a:lnTo>
                  <a:pt x="1713268" y="1917602"/>
                </a:lnTo>
                <a:lnTo>
                  <a:pt x="1713324" y="1918098"/>
                </a:lnTo>
                <a:lnTo>
                  <a:pt x="1713451" y="1919360"/>
                </a:lnTo>
                <a:lnTo>
                  <a:pt x="1715884" y="1918278"/>
                </a:lnTo>
                <a:close/>
                <a:moveTo>
                  <a:pt x="1767361" y="1794140"/>
                </a:moveTo>
                <a:lnTo>
                  <a:pt x="1767273" y="1794803"/>
                </a:lnTo>
                <a:lnTo>
                  <a:pt x="1770449" y="1793743"/>
                </a:lnTo>
                <a:close/>
                <a:moveTo>
                  <a:pt x="1698578" y="1948101"/>
                </a:moveTo>
                <a:lnTo>
                  <a:pt x="1699599" y="1954053"/>
                </a:lnTo>
                <a:lnTo>
                  <a:pt x="1701349" y="1953389"/>
                </a:lnTo>
                <a:lnTo>
                  <a:pt x="1701943" y="1947536"/>
                </a:lnTo>
                <a:lnTo>
                  <a:pt x="1698591" y="1948089"/>
                </a:lnTo>
                <a:close/>
                <a:moveTo>
                  <a:pt x="1732020" y="1873219"/>
                </a:moveTo>
                <a:lnTo>
                  <a:pt x="1733790" y="1876963"/>
                </a:lnTo>
                <a:lnTo>
                  <a:pt x="1742558" y="1872785"/>
                </a:lnTo>
                <a:lnTo>
                  <a:pt x="1737180" y="1872794"/>
                </a:lnTo>
                <a:lnTo>
                  <a:pt x="1732645" y="1872742"/>
                </a:lnTo>
                <a:close/>
                <a:moveTo>
                  <a:pt x="1693305" y="1959743"/>
                </a:moveTo>
                <a:lnTo>
                  <a:pt x="1693195" y="1963564"/>
                </a:lnTo>
                <a:lnTo>
                  <a:pt x="1699276" y="1962622"/>
                </a:lnTo>
                <a:lnTo>
                  <a:pt x="1698802" y="1958781"/>
                </a:lnTo>
                <a:close/>
                <a:moveTo>
                  <a:pt x="1740857" y="1853117"/>
                </a:moveTo>
                <a:lnTo>
                  <a:pt x="1741393" y="1858020"/>
                </a:lnTo>
                <a:lnTo>
                  <a:pt x="1750116" y="1852713"/>
                </a:lnTo>
                <a:close/>
                <a:moveTo>
                  <a:pt x="1905670" y="1483790"/>
                </a:moveTo>
                <a:lnTo>
                  <a:pt x="1917275" y="1478626"/>
                </a:lnTo>
                <a:lnTo>
                  <a:pt x="1922536" y="1468714"/>
                </a:lnTo>
                <a:close/>
                <a:moveTo>
                  <a:pt x="1698086" y="1948573"/>
                </a:moveTo>
                <a:lnTo>
                  <a:pt x="1698798" y="1954357"/>
                </a:lnTo>
                <a:lnTo>
                  <a:pt x="1699347" y="1954149"/>
                </a:lnTo>
                <a:lnTo>
                  <a:pt x="1698277" y="1948391"/>
                </a:lnTo>
                <a:close/>
                <a:moveTo>
                  <a:pt x="1762577" y="1804116"/>
                </a:moveTo>
                <a:lnTo>
                  <a:pt x="1763607" y="1805917"/>
                </a:lnTo>
                <a:lnTo>
                  <a:pt x="1765172" y="1804616"/>
                </a:lnTo>
                <a:lnTo>
                  <a:pt x="1765383" y="1802309"/>
                </a:lnTo>
                <a:close/>
                <a:moveTo>
                  <a:pt x="1719954" y="1899557"/>
                </a:moveTo>
                <a:lnTo>
                  <a:pt x="1719237" y="1909911"/>
                </a:lnTo>
                <a:lnTo>
                  <a:pt x="1721535" y="1908628"/>
                </a:lnTo>
                <a:lnTo>
                  <a:pt x="1727729" y="1905061"/>
                </a:lnTo>
                <a:lnTo>
                  <a:pt x="1727894" y="1896101"/>
                </a:lnTo>
                <a:lnTo>
                  <a:pt x="1727788" y="1896105"/>
                </a:lnTo>
                <a:lnTo>
                  <a:pt x="1727688" y="1896092"/>
                </a:lnTo>
                <a:lnTo>
                  <a:pt x="1725182" y="1896377"/>
                </a:lnTo>
                <a:close/>
                <a:moveTo>
                  <a:pt x="1693322" y="1959172"/>
                </a:moveTo>
                <a:lnTo>
                  <a:pt x="1693308" y="1959651"/>
                </a:lnTo>
                <a:lnTo>
                  <a:pt x="1698791" y="1958692"/>
                </a:lnTo>
                <a:lnTo>
                  <a:pt x="1698719" y="1958113"/>
                </a:lnTo>
                <a:close/>
                <a:moveTo>
                  <a:pt x="1765381" y="1797380"/>
                </a:moveTo>
                <a:lnTo>
                  <a:pt x="1765557" y="1799114"/>
                </a:lnTo>
                <a:lnTo>
                  <a:pt x="1765680" y="1799075"/>
                </a:lnTo>
                <a:lnTo>
                  <a:pt x="1765844" y="1797289"/>
                </a:lnTo>
                <a:lnTo>
                  <a:pt x="1765808" y="1797218"/>
                </a:lnTo>
                <a:close/>
                <a:moveTo>
                  <a:pt x="1847217" y="1613982"/>
                </a:moveTo>
                <a:lnTo>
                  <a:pt x="1847802" y="1616017"/>
                </a:lnTo>
                <a:lnTo>
                  <a:pt x="1854433" y="1613974"/>
                </a:lnTo>
                <a:lnTo>
                  <a:pt x="1854274" y="1614255"/>
                </a:lnTo>
                <a:lnTo>
                  <a:pt x="1847863" y="1616230"/>
                </a:lnTo>
                <a:lnTo>
                  <a:pt x="1850639" y="1625883"/>
                </a:lnTo>
                <a:lnTo>
                  <a:pt x="1852912" y="1623689"/>
                </a:lnTo>
                <a:lnTo>
                  <a:pt x="1876335" y="1600346"/>
                </a:lnTo>
                <a:lnTo>
                  <a:pt x="1876322" y="1600789"/>
                </a:lnTo>
                <a:lnTo>
                  <a:pt x="1850752" y="1626273"/>
                </a:lnTo>
                <a:lnTo>
                  <a:pt x="1851006" y="1627159"/>
                </a:lnTo>
                <a:lnTo>
                  <a:pt x="1861719" y="1624320"/>
                </a:lnTo>
                <a:lnTo>
                  <a:pt x="1872130" y="1621316"/>
                </a:lnTo>
                <a:lnTo>
                  <a:pt x="1872038" y="1621443"/>
                </a:lnTo>
                <a:lnTo>
                  <a:pt x="1853226" y="1626874"/>
                </a:lnTo>
                <a:lnTo>
                  <a:pt x="1851081" y="1627417"/>
                </a:lnTo>
                <a:lnTo>
                  <a:pt x="1851353" y="1628365"/>
                </a:lnTo>
                <a:lnTo>
                  <a:pt x="1871658" y="1622984"/>
                </a:lnTo>
                <a:lnTo>
                  <a:pt x="1904429" y="1598030"/>
                </a:lnTo>
                <a:lnTo>
                  <a:pt x="1905211" y="1597338"/>
                </a:lnTo>
                <a:lnTo>
                  <a:pt x="1891761" y="1582787"/>
                </a:lnTo>
                <a:lnTo>
                  <a:pt x="1861449" y="1596472"/>
                </a:lnTo>
                <a:lnTo>
                  <a:pt x="1859057" y="1599620"/>
                </a:lnTo>
                <a:close/>
                <a:moveTo>
                  <a:pt x="1786391" y="1750114"/>
                </a:moveTo>
                <a:lnTo>
                  <a:pt x="1788310" y="1752693"/>
                </a:lnTo>
                <a:lnTo>
                  <a:pt x="1788805" y="1752502"/>
                </a:lnTo>
                <a:lnTo>
                  <a:pt x="1788055" y="1749656"/>
                </a:lnTo>
                <a:close/>
                <a:moveTo>
                  <a:pt x="1703696" y="1935224"/>
                </a:moveTo>
                <a:lnTo>
                  <a:pt x="1703085" y="1941251"/>
                </a:lnTo>
                <a:lnTo>
                  <a:pt x="1705481" y="1940943"/>
                </a:lnTo>
                <a:lnTo>
                  <a:pt x="1706836" y="1939646"/>
                </a:lnTo>
                <a:lnTo>
                  <a:pt x="1708324" y="1933529"/>
                </a:lnTo>
                <a:close/>
                <a:moveTo>
                  <a:pt x="1767665" y="1791810"/>
                </a:moveTo>
                <a:lnTo>
                  <a:pt x="1767654" y="1791930"/>
                </a:lnTo>
                <a:lnTo>
                  <a:pt x="1767428" y="1793634"/>
                </a:lnTo>
                <a:lnTo>
                  <a:pt x="1772045" y="1793041"/>
                </a:lnTo>
                <a:lnTo>
                  <a:pt x="1771072" y="1790112"/>
                </a:lnTo>
                <a:lnTo>
                  <a:pt x="1769134" y="1790365"/>
                </a:lnTo>
                <a:close/>
                <a:moveTo>
                  <a:pt x="1728086" y="1880313"/>
                </a:moveTo>
                <a:lnTo>
                  <a:pt x="1728142" y="1882569"/>
                </a:lnTo>
                <a:lnTo>
                  <a:pt x="1728184" y="1880265"/>
                </a:lnTo>
                <a:close/>
                <a:moveTo>
                  <a:pt x="1853548" y="1599323"/>
                </a:moveTo>
                <a:lnTo>
                  <a:pt x="1859707" y="1596644"/>
                </a:lnTo>
                <a:lnTo>
                  <a:pt x="1871515" y="1582322"/>
                </a:lnTo>
                <a:lnTo>
                  <a:pt x="1869408" y="1582861"/>
                </a:lnTo>
                <a:lnTo>
                  <a:pt x="1860229" y="1587625"/>
                </a:lnTo>
                <a:lnTo>
                  <a:pt x="1858806" y="1590306"/>
                </a:lnTo>
                <a:close/>
                <a:moveTo>
                  <a:pt x="1844740" y="1618546"/>
                </a:moveTo>
                <a:lnTo>
                  <a:pt x="1846887" y="1628249"/>
                </a:lnTo>
                <a:lnTo>
                  <a:pt x="1848682" y="1627774"/>
                </a:lnTo>
                <a:lnTo>
                  <a:pt x="1848969" y="1627497"/>
                </a:lnTo>
                <a:lnTo>
                  <a:pt x="1846313" y="1621661"/>
                </a:lnTo>
                <a:close/>
                <a:moveTo>
                  <a:pt x="1798413" y="1722246"/>
                </a:moveTo>
                <a:lnTo>
                  <a:pt x="1799072" y="1723689"/>
                </a:lnTo>
                <a:lnTo>
                  <a:pt x="1801007" y="1722654"/>
                </a:lnTo>
                <a:lnTo>
                  <a:pt x="1809453" y="1716977"/>
                </a:lnTo>
                <a:lnTo>
                  <a:pt x="1809356" y="1717410"/>
                </a:lnTo>
                <a:lnTo>
                  <a:pt x="1803691" y="1721217"/>
                </a:lnTo>
                <a:lnTo>
                  <a:pt x="1839159" y="1702238"/>
                </a:lnTo>
                <a:lnTo>
                  <a:pt x="1832450" y="1695407"/>
                </a:lnTo>
                <a:lnTo>
                  <a:pt x="1803030" y="1718692"/>
                </a:lnTo>
                <a:lnTo>
                  <a:pt x="1799300" y="1721563"/>
                </a:lnTo>
                <a:lnTo>
                  <a:pt x="1802285" y="1720734"/>
                </a:lnTo>
                <a:lnTo>
                  <a:pt x="1802083" y="1721071"/>
                </a:lnTo>
                <a:lnTo>
                  <a:pt x="1798732" y="1722001"/>
                </a:lnTo>
                <a:close/>
                <a:moveTo>
                  <a:pt x="1817289" y="1679969"/>
                </a:moveTo>
                <a:lnTo>
                  <a:pt x="1818671" y="1683066"/>
                </a:lnTo>
                <a:lnTo>
                  <a:pt x="1819889" y="1682617"/>
                </a:lnTo>
                <a:close/>
                <a:moveTo>
                  <a:pt x="1712833" y="1913817"/>
                </a:moveTo>
                <a:lnTo>
                  <a:pt x="1712925" y="1914615"/>
                </a:lnTo>
                <a:lnTo>
                  <a:pt x="1713165" y="1913626"/>
                </a:lnTo>
                <a:close/>
                <a:moveTo>
                  <a:pt x="1730378" y="1874469"/>
                </a:moveTo>
                <a:lnTo>
                  <a:pt x="1730302" y="1878625"/>
                </a:lnTo>
                <a:lnTo>
                  <a:pt x="1733429" y="1877135"/>
                </a:lnTo>
                <a:lnTo>
                  <a:pt x="1731695" y="1873466"/>
                </a:lnTo>
                <a:close/>
                <a:moveTo>
                  <a:pt x="1739880" y="1853160"/>
                </a:moveTo>
                <a:lnTo>
                  <a:pt x="1740787" y="1858388"/>
                </a:lnTo>
                <a:lnTo>
                  <a:pt x="1741086" y="1858207"/>
                </a:lnTo>
                <a:lnTo>
                  <a:pt x="1740532" y="1853132"/>
                </a:lnTo>
                <a:close/>
                <a:moveTo>
                  <a:pt x="1672324" y="2004391"/>
                </a:moveTo>
                <a:lnTo>
                  <a:pt x="1690620" y="2001216"/>
                </a:lnTo>
                <a:lnTo>
                  <a:pt x="1690701" y="2000931"/>
                </a:lnTo>
                <a:lnTo>
                  <a:pt x="1691154" y="1994195"/>
                </a:lnTo>
                <a:lnTo>
                  <a:pt x="1691176" y="1992953"/>
                </a:lnTo>
                <a:lnTo>
                  <a:pt x="1689238" y="1993151"/>
                </a:lnTo>
                <a:close/>
                <a:moveTo>
                  <a:pt x="1767781" y="1790542"/>
                </a:moveTo>
                <a:lnTo>
                  <a:pt x="1767692" y="1791518"/>
                </a:lnTo>
                <a:lnTo>
                  <a:pt x="1768858" y="1790401"/>
                </a:lnTo>
                <a:close/>
                <a:moveTo>
                  <a:pt x="1740652" y="1851241"/>
                </a:moveTo>
                <a:lnTo>
                  <a:pt x="1740798" y="1852584"/>
                </a:lnTo>
                <a:lnTo>
                  <a:pt x="1751065" y="1852136"/>
                </a:lnTo>
                <a:lnTo>
                  <a:pt x="1756931" y="1848567"/>
                </a:lnTo>
                <a:lnTo>
                  <a:pt x="1751487" y="1852117"/>
                </a:lnTo>
                <a:lnTo>
                  <a:pt x="1755033" y="1851962"/>
                </a:lnTo>
                <a:lnTo>
                  <a:pt x="1759681" y="1848423"/>
                </a:lnTo>
                <a:lnTo>
                  <a:pt x="1759917" y="1846636"/>
                </a:lnTo>
                <a:lnTo>
                  <a:pt x="1757886" y="1847987"/>
                </a:lnTo>
                <a:lnTo>
                  <a:pt x="1756931" y="1848567"/>
                </a:lnTo>
                <a:lnTo>
                  <a:pt x="1759920" y="1846617"/>
                </a:lnTo>
                <a:lnTo>
                  <a:pt x="1759973" y="1846220"/>
                </a:lnTo>
                <a:lnTo>
                  <a:pt x="1748400" y="1849819"/>
                </a:lnTo>
                <a:close/>
                <a:moveTo>
                  <a:pt x="1693384" y="1956987"/>
                </a:moveTo>
                <a:lnTo>
                  <a:pt x="1693331" y="1958866"/>
                </a:lnTo>
                <a:lnTo>
                  <a:pt x="1698683" y="1957816"/>
                </a:lnTo>
                <a:lnTo>
                  <a:pt x="1698343" y="1955059"/>
                </a:lnTo>
                <a:lnTo>
                  <a:pt x="1695429" y="1956211"/>
                </a:lnTo>
                <a:close/>
                <a:moveTo>
                  <a:pt x="1860236" y="1583299"/>
                </a:moveTo>
                <a:lnTo>
                  <a:pt x="1860880" y="1583016"/>
                </a:lnTo>
                <a:lnTo>
                  <a:pt x="1861003" y="1582807"/>
                </a:lnTo>
                <a:close/>
                <a:moveTo>
                  <a:pt x="1785983" y="1749564"/>
                </a:moveTo>
                <a:lnTo>
                  <a:pt x="1786200" y="1749856"/>
                </a:lnTo>
                <a:lnTo>
                  <a:pt x="1787979" y="1749366"/>
                </a:lnTo>
                <a:lnTo>
                  <a:pt x="1787773" y="1748587"/>
                </a:lnTo>
                <a:close/>
                <a:moveTo>
                  <a:pt x="1720135" y="1896951"/>
                </a:moveTo>
                <a:lnTo>
                  <a:pt x="1720104" y="1897395"/>
                </a:lnTo>
                <a:lnTo>
                  <a:pt x="1720995" y="1896853"/>
                </a:lnTo>
                <a:close/>
                <a:moveTo>
                  <a:pt x="1844991" y="1617116"/>
                </a:moveTo>
                <a:lnTo>
                  <a:pt x="1849487" y="1626996"/>
                </a:lnTo>
                <a:lnTo>
                  <a:pt x="1850052" y="1626450"/>
                </a:lnTo>
                <a:lnTo>
                  <a:pt x="1849098" y="1623136"/>
                </a:lnTo>
                <a:lnTo>
                  <a:pt x="1846904" y="1616526"/>
                </a:lnTo>
                <a:close/>
                <a:moveTo>
                  <a:pt x="1765837" y="1794336"/>
                </a:moveTo>
                <a:lnTo>
                  <a:pt x="1766073" y="1794803"/>
                </a:lnTo>
                <a:lnTo>
                  <a:pt x="1766118" y="1794300"/>
                </a:lnTo>
                <a:close/>
                <a:moveTo>
                  <a:pt x="1862816" y="1577081"/>
                </a:moveTo>
                <a:lnTo>
                  <a:pt x="1864572" y="1576599"/>
                </a:lnTo>
                <a:lnTo>
                  <a:pt x="1864661" y="1576534"/>
                </a:lnTo>
                <a:lnTo>
                  <a:pt x="1868082" y="1570665"/>
                </a:lnTo>
                <a:lnTo>
                  <a:pt x="1866921" y="1572252"/>
                </a:lnTo>
                <a:close/>
                <a:moveTo>
                  <a:pt x="1757062" y="1813802"/>
                </a:moveTo>
                <a:lnTo>
                  <a:pt x="1764318" y="1813357"/>
                </a:lnTo>
                <a:lnTo>
                  <a:pt x="1764486" y="1812083"/>
                </a:lnTo>
                <a:lnTo>
                  <a:pt x="1764822" y="1808425"/>
                </a:lnTo>
                <a:lnTo>
                  <a:pt x="1764406" y="1807696"/>
                </a:lnTo>
                <a:close/>
                <a:moveTo>
                  <a:pt x="1727059" y="1880805"/>
                </a:moveTo>
                <a:lnTo>
                  <a:pt x="1726784" y="1883192"/>
                </a:lnTo>
                <a:lnTo>
                  <a:pt x="1727681" y="1885804"/>
                </a:lnTo>
                <a:lnTo>
                  <a:pt x="1727923" y="1885782"/>
                </a:lnTo>
                <a:lnTo>
                  <a:pt x="1727792" y="1880454"/>
                </a:lnTo>
                <a:close/>
                <a:moveTo>
                  <a:pt x="1844864" y="1616837"/>
                </a:moveTo>
                <a:lnTo>
                  <a:pt x="1844898" y="1616912"/>
                </a:lnTo>
                <a:lnTo>
                  <a:pt x="1846834" y="1616315"/>
                </a:lnTo>
                <a:lnTo>
                  <a:pt x="1846392" y="1614983"/>
                </a:lnTo>
                <a:close/>
                <a:moveTo>
                  <a:pt x="1781667" y="1758156"/>
                </a:moveTo>
                <a:lnTo>
                  <a:pt x="1785443" y="1757739"/>
                </a:lnTo>
                <a:lnTo>
                  <a:pt x="1784962" y="1756839"/>
                </a:lnTo>
                <a:close/>
                <a:moveTo>
                  <a:pt x="1764932" y="1795483"/>
                </a:moveTo>
                <a:lnTo>
                  <a:pt x="1764880" y="1795601"/>
                </a:lnTo>
                <a:lnTo>
                  <a:pt x="1764966" y="1795573"/>
                </a:lnTo>
                <a:lnTo>
                  <a:pt x="1764963" y="1795544"/>
                </a:lnTo>
                <a:close/>
                <a:moveTo>
                  <a:pt x="1765591" y="1793848"/>
                </a:moveTo>
                <a:lnTo>
                  <a:pt x="1765601" y="1793869"/>
                </a:lnTo>
                <a:lnTo>
                  <a:pt x="1766165" y="1793797"/>
                </a:lnTo>
                <a:lnTo>
                  <a:pt x="1766216" y="1793236"/>
                </a:lnTo>
                <a:lnTo>
                  <a:pt x="1765693" y="1793750"/>
                </a:lnTo>
                <a:close/>
                <a:moveTo>
                  <a:pt x="1727163" y="1879894"/>
                </a:moveTo>
                <a:lnTo>
                  <a:pt x="1727136" y="1880134"/>
                </a:lnTo>
                <a:lnTo>
                  <a:pt x="1727776" y="1879829"/>
                </a:lnTo>
                <a:lnTo>
                  <a:pt x="1727775" y="1879807"/>
                </a:lnTo>
                <a:close/>
                <a:moveTo>
                  <a:pt x="1790338" y="1738368"/>
                </a:moveTo>
                <a:lnTo>
                  <a:pt x="1793335" y="1744531"/>
                </a:lnTo>
                <a:lnTo>
                  <a:pt x="1850096" y="1713571"/>
                </a:lnTo>
                <a:lnTo>
                  <a:pt x="1843196" y="1706348"/>
                </a:lnTo>
                <a:lnTo>
                  <a:pt x="1842948" y="1706097"/>
                </a:lnTo>
                <a:lnTo>
                  <a:pt x="1800354" y="1726501"/>
                </a:lnTo>
                <a:lnTo>
                  <a:pt x="1802240" y="1730636"/>
                </a:lnTo>
                <a:lnTo>
                  <a:pt x="1814255" y="1724082"/>
                </a:lnTo>
                <a:lnTo>
                  <a:pt x="1831276" y="1714500"/>
                </a:lnTo>
                <a:lnTo>
                  <a:pt x="1831167" y="1714762"/>
                </a:lnTo>
                <a:lnTo>
                  <a:pt x="1802389" y="1730965"/>
                </a:lnTo>
                <a:lnTo>
                  <a:pt x="1802619" y="1731468"/>
                </a:lnTo>
                <a:lnTo>
                  <a:pt x="1819525" y="1722404"/>
                </a:lnTo>
                <a:lnTo>
                  <a:pt x="1819346" y="1722816"/>
                </a:lnTo>
                <a:lnTo>
                  <a:pt x="1802734" y="1731722"/>
                </a:lnTo>
                <a:lnTo>
                  <a:pt x="1804262" y="1735070"/>
                </a:lnTo>
                <a:lnTo>
                  <a:pt x="1804148" y="1735401"/>
                </a:lnTo>
                <a:lnTo>
                  <a:pt x="1802522" y="1731836"/>
                </a:lnTo>
                <a:close/>
                <a:moveTo>
                  <a:pt x="1875322" y="1548029"/>
                </a:moveTo>
                <a:lnTo>
                  <a:pt x="1876554" y="1549834"/>
                </a:lnTo>
                <a:lnTo>
                  <a:pt x="1880313" y="1548197"/>
                </a:lnTo>
                <a:lnTo>
                  <a:pt x="1878907" y="1545047"/>
                </a:lnTo>
                <a:close/>
                <a:moveTo>
                  <a:pt x="1720259" y="1895143"/>
                </a:moveTo>
                <a:lnTo>
                  <a:pt x="1720172" y="1896409"/>
                </a:lnTo>
                <a:lnTo>
                  <a:pt x="1722030" y="1896223"/>
                </a:lnTo>
                <a:lnTo>
                  <a:pt x="1723190" y="1895518"/>
                </a:lnTo>
                <a:close/>
                <a:moveTo>
                  <a:pt x="1712624" y="1911994"/>
                </a:moveTo>
                <a:lnTo>
                  <a:pt x="1712797" y="1913504"/>
                </a:lnTo>
                <a:lnTo>
                  <a:pt x="1713257" y="1913248"/>
                </a:lnTo>
                <a:lnTo>
                  <a:pt x="1713585" y="1911900"/>
                </a:lnTo>
                <a:close/>
                <a:moveTo>
                  <a:pt x="1773774" y="1774924"/>
                </a:moveTo>
                <a:lnTo>
                  <a:pt x="1774843" y="1777064"/>
                </a:lnTo>
                <a:lnTo>
                  <a:pt x="1787188" y="1770176"/>
                </a:lnTo>
                <a:lnTo>
                  <a:pt x="1787103" y="1770084"/>
                </a:lnTo>
                <a:lnTo>
                  <a:pt x="1785599" y="1768584"/>
                </a:lnTo>
                <a:close/>
                <a:moveTo>
                  <a:pt x="1739581" y="1851437"/>
                </a:moveTo>
                <a:lnTo>
                  <a:pt x="1739787" y="1852628"/>
                </a:lnTo>
                <a:lnTo>
                  <a:pt x="1740473" y="1852598"/>
                </a:lnTo>
                <a:lnTo>
                  <a:pt x="1740331" y="1851300"/>
                </a:lnTo>
                <a:close/>
                <a:moveTo>
                  <a:pt x="1784682" y="1750274"/>
                </a:moveTo>
                <a:lnTo>
                  <a:pt x="1785121" y="1750153"/>
                </a:lnTo>
                <a:lnTo>
                  <a:pt x="1785058" y="1750069"/>
                </a:lnTo>
                <a:close/>
                <a:moveTo>
                  <a:pt x="1717258" y="1901197"/>
                </a:moveTo>
                <a:lnTo>
                  <a:pt x="1714846" y="1911112"/>
                </a:lnTo>
                <a:lnTo>
                  <a:pt x="1717561" y="1910846"/>
                </a:lnTo>
                <a:lnTo>
                  <a:pt x="1718350" y="1910405"/>
                </a:lnTo>
                <a:lnTo>
                  <a:pt x="1719043" y="1900112"/>
                </a:lnTo>
                <a:close/>
                <a:moveTo>
                  <a:pt x="1726119" y="1881255"/>
                </a:moveTo>
                <a:lnTo>
                  <a:pt x="1726556" y="1882529"/>
                </a:lnTo>
                <a:lnTo>
                  <a:pt x="1726737" y="1880959"/>
                </a:lnTo>
                <a:close/>
                <a:moveTo>
                  <a:pt x="1697642" y="1944980"/>
                </a:moveTo>
                <a:lnTo>
                  <a:pt x="1698008" y="1947941"/>
                </a:lnTo>
                <a:lnTo>
                  <a:pt x="1698188" y="1947914"/>
                </a:lnTo>
                <a:close/>
                <a:moveTo>
                  <a:pt x="1860922" y="1579308"/>
                </a:moveTo>
                <a:lnTo>
                  <a:pt x="1861518" y="1578866"/>
                </a:lnTo>
                <a:lnTo>
                  <a:pt x="1861232" y="1578944"/>
                </a:lnTo>
                <a:close/>
                <a:moveTo>
                  <a:pt x="1846484" y="1611436"/>
                </a:moveTo>
                <a:lnTo>
                  <a:pt x="1846750" y="1612360"/>
                </a:lnTo>
                <a:lnTo>
                  <a:pt x="1858900" y="1597622"/>
                </a:lnTo>
                <a:lnTo>
                  <a:pt x="1852981" y="1600295"/>
                </a:lnTo>
                <a:lnTo>
                  <a:pt x="1847761" y="1609248"/>
                </a:lnTo>
                <a:lnTo>
                  <a:pt x="1847740" y="1609596"/>
                </a:lnTo>
                <a:lnTo>
                  <a:pt x="1847211" y="1610189"/>
                </a:lnTo>
                <a:close/>
                <a:moveTo>
                  <a:pt x="1790032" y="1737739"/>
                </a:moveTo>
                <a:lnTo>
                  <a:pt x="1790203" y="1738090"/>
                </a:lnTo>
                <a:lnTo>
                  <a:pt x="1792255" y="1737025"/>
                </a:lnTo>
                <a:lnTo>
                  <a:pt x="1802406" y="1731583"/>
                </a:lnTo>
                <a:lnTo>
                  <a:pt x="1802179" y="1731083"/>
                </a:lnTo>
                <a:lnTo>
                  <a:pt x="1800412" y="1732078"/>
                </a:lnTo>
                <a:close/>
                <a:moveTo>
                  <a:pt x="1668686" y="2009242"/>
                </a:moveTo>
                <a:lnTo>
                  <a:pt x="1675676" y="2010329"/>
                </a:lnTo>
                <a:lnTo>
                  <a:pt x="1688890" y="2007267"/>
                </a:lnTo>
                <a:lnTo>
                  <a:pt x="1689755" y="2004241"/>
                </a:lnTo>
                <a:lnTo>
                  <a:pt x="1670899" y="2008800"/>
                </a:lnTo>
                <a:close/>
                <a:moveTo>
                  <a:pt x="1727986" y="1876290"/>
                </a:moveTo>
                <a:lnTo>
                  <a:pt x="1728061" y="1879328"/>
                </a:lnTo>
                <a:lnTo>
                  <a:pt x="1728202" y="1879307"/>
                </a:lnTo>
                <a:lnTo>
                  <a:pt x="1728262" y="1876080"/>
                </a:lnTo>
                <a:close/>
                <a:moveTo>
                  <a:pt x="1823471" y="1662128"/>
                </a:moveTo>
                <a:lnTo>
                  <a:pt x="1852411" y="1655515"/>
                </a:lnTo>
                <a:lnTo>
                  <a:pt x="1850683" y="1647711"/>
                </a:lnTo>
                <a:lnTo>
                  <a:pt x="1837293" y="1654922"/>
                </a:lnTo>
                <a:close/>
                <a:moveTo>
                  <a:pt x="1783797" y="1750828"/>
                </a:moveTo>
                <a:lnTo>
                  <a:pt x="1784932" y="1753999"/>
                </a:lnTo>
                <a:lnTo>
                  <a:pt x="1787300" y="1753084"/>
                </a:lnTo>
                <a:lnTo>
                  <a:pt x="1785312" y="1750411"/>
                </a:lnTo>
                <a:close/>
                <a:moveTo>
                  <a:pt x="1693500" y="1952966"/>
                </a:moveTo>
                <a:lnTo>
                  <a:pt x="1693401" y="1956405"/>
                </a:lnTo>
                <a:lnTo>
                  <a:pt x="1698281" y="1954553"/>
                </a:lnTo>
                <a:lnTo>
                  <a:pt x="1697600" y="1949038"/>
                </a:lnTo>
                <a:close/>
                <a:moveTo>
                  <a:pt x="1770768" y="1779865"/>
                </a:moveTo>
                <a:lnTo>
                  <a:pt x="1772220" y="1785371"/>
                </a:lnTo>
                <a:lnTo>
                  <a:pt x="1772549" y="1786859"/>
                </a:lnTo>
                <a:lnTo>
                  <a:pt x="1777194" y="1782289"/>
                </a:lnTo>
                <a:lnTo>
                  <a:pt x="1774845" y="1777589"/>
                </a:lnTo>
                <a:close/>
                <a:moveTo>
                  <a:pt x="1816334" y="1677830"/>
                </a:moveTo>
                <a:lnTo>
                  <a:pt x="1816697" y="1678644"/>
                </a:lnTo>
                <a:lnTo>
                  <a:pt x="1817224" y="1679180"/>
                </a:lnTo>
                <a:lnTo>
                  <a:pt x="1820041" y="1677302"/>
                </a:lnTo>
                <a:lnTo>
                  <a:pt x="1820684" y="1676862"/>
                </a:lnTo>
                <a:close/>
                <a:moveTo>
                  <a:pt x="1727539" y="1876630"/>
                </a:moveTo>
                <a:lnTo>
                  <a:pt x="1727215" y="1879449"/>
                </a:lnTo>
                <a:lnTo>
                  <a:pt x="1727764" y="1879370"/>
                </a:lnTo>
                <a:lnTo>
                  <a:pt x="1727694" y="1876513"/>
                </a:lnTo>
                <a:close/>
                <a:moveTo>
                  <a:pt x="1844194" y="1615365"/>
                </a:moveTo>
                <a:lnTo>
                  <a:pt x="1844221" y="1615426"/>
                </a:lnTo>
                <a:lnTo>
                  <a:pt x="1845874" y="1613422"/>
                </a:lnTo>
                <a:lnTo>
                  <a:pt x="1845675" y="1612824"/>
                </a:lnTo>
                <a:close/>
                <a:moveTo>
                  <a:pt x="1836281" y="1633055"/>
                </a:moveTo>
                <a:lnTo>
                  <a:pt x="1837787" y="1635678"/>
                </a:lnTo>
                <a:lnTo>
                  <a:pt x="1841491" y="1634718"/>
                </a:lnTo>
                <a:lnTo>
                  <a:pt x="1845835" y="1630523"/>
                </a:lnTo>
                <a:close/>
                <a:moveTo>
                  <a:pt x="1718239" y="1897166"/>
                </a:moveTo>
                <a:lnTo>
                  <a:pt x="1717850" y="1898767"/>
                </a:lnTo>
                <a:lnTo>
                  <a:pt x="1719188" y="1897953"/>
                </a:lnTo>
                <a:lnTo>
                  <a:pt x="1719249" y="1897051"/>
                </a:lnTo>
                <a:close/>
                <a:moveTo>
                  <a:pt x="1864892" y="1568772"/>
                </a:moveTo>
                <a:lnTo>
                  <a:pt x="1865117" y="1568606"/>
                </a:lnTo>
                <a:lnTo>
                  <a:pt x="1866019" y="1567546"/>
                </a:lnTo>
                <a:close/>
                <a:moveTo>
                  <a:pt x="1725722" y="1880101"/>
                </a:moveTo>
                <a:lnTo>
                  <a:pt x="1725931" y="1880708"/>
                </a:lnTo>
                <a:lnTo>
                  <a:pt x="1726814" y="1880287"/>
                </a:lnTo>
                <a:lnTo>
                  <a:pt x="1726854" y="1879939"/>
                </a:lnTo>
                <a:close/>
                <a:moveTo>
                  <a:pt x="1763161" y="1796175"/>
                </a:moveTo>
                <a:lnTo>
                  <a:pt x="1763632" y="1796018"/>
                </a:lnTo>
                <a:lnTo>
                  <a:pt x="1764867" y="1795354"/>
                </a:lnTo>
                <a:lnTo>
                  <a:pt x="1764591" y="1794807"/>
                </a:lnTo>
                <a:close/>
                <a:moveTo>
                  <a:pt x="1815977" y="1677910"/>
                </a:moveTo>
                <a:lnTo>
                  <a:pt x="1816431" y="1678373"/>
                </a:lnTo>
                <a:lnTo>
                  <a:pt x="1816202" y="1677859"/>
                </a:lnTo>
                <a:close/>
                <a:moveTo>
                  <a:pt x="1760813" y="1801030"/>
                </a:moveTo>
                <a:lnTo>
                  <a:pt x="1762314" y="1803656"/>
                </a:lnTo>
                <a:lnTo>
                  <a:pt x="1765445" y="1801641"/>
                </a:lnTo>
                <a:lnTo>
                  <a:pt x="1765534" y="1800671"/>
                </a:lnTo>
                <a:lnTo>
                  <a:pt x="1765417" y="1799517"/>
                </a:lnTo>
                <a:lnTo>
                  <a:pt x="1761936" y="1800674"/>
                </a:lnTo>
                <a:close/>
                <a:moveTo>
                  <a:pt x="1746548" y="1832955"/>
                </a:moveTo>
                <a:lnTo>
                  <a:pt x="1762653" y="1825950"/>
                </a:lnTo>
                <a:lnTo>
                  <a:pt x="1762943" y="1823759"/>
                </a:lnTo>
                <a:lnTo>
                  <a:pt x="1762573" y="1823972"/>
                </a:lnTo>
                <a:close/>
                <a:moveTo>
                  <a:pt x="1778856" y="1760608"/>
                </a:moveTo>
                <a:lnTo>
                  <a:pt x="1781153" y="1763093"/>
                </a:lnTo>
                <a:lnTo>
                  <a:pt x="1786379" y="1761490"/>
                </a:lnTo>
                <a:lnTo>
                  <a:pt x="1787227" y="1761079"/>
                </a:lnTo>
                <a:lnTo>
                  <a:pt x="1785972" y="1758729"/>
                </a:lnTo>
                <a:lnTo>
                  <a:pt x="1783289" y="1759135"/>
                </a:lnTo>
                <a:close/>
                <a:moveTo>
                  <a:pt x="1775879" y="1767133"/>
                </a:moveTo>
                <a:lnTo>
                  <a:pt x="1781896" y="1764889"/>
                </a:lnTo>
                <a:lnTo>
                  <a:pt x="1781444" y="1764438"/>
                </a:lnTo>
                <a:close/>
                <a:moveTo>
                  <a:pt x="1718777" y="1894954"/>
                </a:moveTo>
                <a:lnTo>
                  <a:pt x="1718380" y="1896588"/>
                </a:lnTo>
                <a:lnTo>
                  <a:pt x="1719287" y="1896497"/>
                </a:lnTo>
                <a:lnTo>
                  <a:pt x="1719385" y="1895032"/>
                </a:lnTo>
                <a:close/>
                <a:moveTo>
                  <a:pt x="1697579" y="1942329"/>
                </a:moveTo>
                <a:lnTo>
                  <a:pt x="1697696" y="1942962"/>
                </a:lnTo>
                <a:lnTo>
                  <a:pt x="1698498" y="1947632"/>
                </a:lnTo>
                <a:lnTo>
                  <a:pt x="1702303" y="1943987"/>
                </a:lnTo>
                <a:lnTo>
                  <a:pt x="1702543" y="1941628"/>
                </a:lnTo>
                <a:lnTo>
                  <a:pt x="1698039" y="1942270"/>
                </a:lnTo>
                <a:close/>
                <a:moveTo>
                  <a:pt x="1856636" y="1585844"/>
                </a:moveTo>
                <a:lnTo>
                  <a:pt x="1858787" y="1585324"/>
                </a:lnTo>
                <a:lnTo>
                  <a:pt x="1859733" y="1584984"/>
                </a:lnTo>
                <a:lnTo>
                  <a:pt x="1860614" y="1583473"/>
                </a:lnTo>
                <a:lnTo>
                  <a:pt x="1858337" y="1584533"/>
                </a:lnTo>
                <a:close/>
                <a:moveTo>
                  <a:pt x="1823949" y="1658664"/>
                </a:moveTo>
                <a:lnTo>
                  <a:pt x="1850508" y="1646918"/>
                </a:lnTo>
                <a:lnTo>
                  <a:pt x="1849607" y="1642846"/>
                </a:lnTo>
                <a:lnTo>
                  <a:pt x="1843915" y="1646355"/>
                </a:lnTo>
                <a:lnTo>
                  <a:pt x="1845223" y="1648633"/>
                </a:lnTo>
                <a:lnTo>
                  <a:pt x="1845127" y="1649031"/>
                </a:lnTo>
                <a:lnTo>
                  <a:pt x="1843675" y="1646503"/>
                </a:lnTo>
                <a:close/>
                <a:moveTo>
                  <a:pt x="1769477" y="1780585"/>
                </a:moveTo>
                <a:lnTo>
                  <a:pt x="1769760" y="1781695"/>
                </a:lnTo>
                <a:lnTo>
                  <a:pt x="1771735" y="1787645"/>
                </a:lnTo>
                <a:lnTo>
                  <a:pt x="1771792" y="1787590"/>
                </a:lnTo>
                <a:lnTo>
                  <a:pt x="1769886" y="1780357"/>
                </a:lnTo>
                <a:close/>
                <a:moveTo>
                  <a:pt x="1782365" y="1751538"/>
                </a:moveTo>
                <a:lnTo>
                  <a:pt x="1783895" y="1754400"/>
                </a:lnTo>
                <a:lnTo>
                  <a:pt x="1784628" y="1754117"/>
                </a:lnTo>
                <a:lnTo>
                  <a:pt x="1783444" y="1750949"/>
                </a:lnTo>
                <a:close/>
                <a:moveTo>
                  <a:pt x="1764730" y="1790940"/>
                </a:moveTo>
                <a:lnTo>
                  <a:pt x="1764882" y="1792445"/>
                </a:lnTo>
                <a:lnTo>
                  <a:pt x="1765482" y="1793634"/>
                </a:lnTo>
                <a:lnTo>
                  <a:pt x="1766247" y="1792902"/>
                </a:lnTo>
                <a:lnTo>
                  <a:pt x="1766447" y="1790716"/>
                </a:lnTo>
                <a:close/>
                <a:moveTo>
                  <a:pt x="1768524" y="1782437"/>
                </a:moveTo>
                <a:lnTo>
                  <a:pt x="1767823" y="1790088"/>
                </a:lnTo>
                <a:lnTo>
                  <a:pt x="1769398" y="1789883"/>
                </a:lnTo>
                <a:lnTo>
                  <a:pt x="1770611" y="1788722"/>
                </a:lnTo>
                <a:close/>
                <a:moveTo>
                  <a:pt x="1856022" y="1586318"/>
                </a:moveTo>
                <a:lnTo>
                  <a:pt x="1856297" y="1586219"/>
                </a:lnTo>
                <a:lnTo>
                  <a:pt x="1856077" y="1586275"/>
                </a:lnTo>
                <a:close/>
                <a:moveTo>
                  <a:pt x="1778205" y="1759903"/>
                </a:moveTo>
                <a:lnTo>
                  <a:pt x="1778556" y="1760283"/>
                </a:lnTo>
                <a:lnTo>
                  <a:pt x="1780940" y="1759490"/>
                </a:lnTo>
                <a:close/>
                <a:moveTo>
                  <a:pt x="1827635" y="1649138"/>
                </a:moveTo>
                <a:lnTo>
                  <a:pt x="1830123" y="1648175"/>
                </a:lnTo>
                <a:lnTo>
                  <a:pt x="1840978" y="1641803"/>
                </a:lnTo>
                <a:lnTo>
                  <a:pt x="1838863" y="1638121"/>
                </a:lnTo>
                <a:lnTo>
                  <a:pt x="1833997" y="1642970"/>
                </a:lnTo>
                <a:close/>
                <a:moveTo>
                  <a:pt x="1704822" y="1924135"/>
                </a:moveTo>
                <a:lnTo>
                  <a:pt x="1703743" y="1934768"/>
                </a:lnTo>
                <a:lnTo>
                  <a:pt x="1708422" y="1933126"/>
                </a:lnTo>
                <a:lnTo>
                  <a:pt x="1711126" y="1922007"/>
                </a:lnTo>
                <a:lnTo>
                  <a:pt x="1709693" y="1921956"/>
                </a:lnTo>
                <a:close/>
                <a:moveTo>
                  <a:pt x="1725154" y="1878446"/>
                </a:moveTo>
                <a:lnTo>
                  <a:pt x="1725579" y="1879683"/>
                </a:lnTo>
                <a:lnTo>
                  <a:pt x="1726905" y="1879493"/>
                </a:lnTo>
                <a:lnTo>
                  <a:pt x="1727206" y="1876885"/>
                </a:lnTo>
                <a:close/>
                <a:moveTo>
                  <a:pt x="1764160" y="1791014"/>
                </a:moveTo>
                <a:lnTo>
                  <a:pt x="1764527" y="1791742"/>
                </a:lnTo>
                <a:lnTo>
                  <a:pt x="1764439" y="1790977"/>
                </a:lnTo>
                <a:close/>
                <a:moveTo>
                  <a:pt x="1693616" y="1948910"/>
                </a:moveTo>
                <a:lnTo>
                  <a:pt x="1693516" y="1952404"/>
                </a:lnTo>
                <a:lnTo>
                  <a:pt x="1697540" y="1948549"/>
                </a:lnTo>
                <a:lnTo>
                  <a:pt x="1697506" y="1948269"/>
                </a:lnTo>
                <a:close/>
                <a:moveTo>
                  <a:pt x="1730531" y="1866097"/>
                </a:moveTo>
                <a:lnTo>
                  <a:pt x="1730461" y="1869922"/>
                </a:lnTo>
                <a:lnTo>
                  <a:pt x="1730723" y="1870474"/>
                </a:lnTo>
                <a:lnTo>
                  <a:pt x="1741212" y="1862487"/>
                </a:lnTo>
                <a:lnTo>
                  <a:pt x="1741189" y="1862354"/>
                </a:lnTo>
                <a:close/>
                <a:moveTo>
                  <a:pt x="1835333" y="1631405"/>
                </a:moveTo>
                <a:lnTo>
                  <a:pt x="1835934" y="1632451"/>
                </a:lnTo>
                <a:lnTo>
                  <a:pt x="1846676" y="1629604"/>
                </a:lnTo>
                <a:lnTo>
                  <a:pt x="1846452" y="1628589"/>
                </a:lnTo>
                <a:close/>
                <a:moveTo>
                  <a:pt x="1739964" y="1844946"/>
                </a:moveTo>
                <a:lnTo>
                  <a:pt x="1740302" y="1848036"/>
                </a:lnTo>
                <a:lnTo>
                  <a:pt x="1759828" y="1844452"/>
                </a:lnTo>
                <a:lnTo>
                  <a:pt x="1760222" y="1844330"/>
                </a:lnTo>
                <a:lnTo>
                  <a:pt x="1760711" y="1840631"/>
                </a:lnTo>
                <a:lnTo>
                  <a:pt x="1751102" y="1841829"/>
                </a:lnTo>
                <a:close/>
                <a:moveTo>
                  <a:pt x="1855919" y="1585192"/>
                </a:moveTo>
                <a:lnTo>
                  <a:pt x="1856136" y="1585098"/>
                </a:lnTo>
                <a:lnTo>
                  <a:pt x="1862551" y="1580153"/>
                </a:lnTo>
                <a:lnTo>
                  <a:pt x="1863640" y="1578284"/>
                </a:lnTo>
                <a:lnTo>
                  <a:pt x="1862633" y="1578560"/>
                </a:lnTo>
                <a:lnTo>
                  <a:pt x="1861636" y="1579352"/>
                </a:lnTo>
                <a:lnTo>
                  <a:pt x="1859601" y="1580861"/>
                </a:lnTo>
                <a:close/>
                <a:moveTo>
                  <a:pt x="1730537" y="1865779"/>
                </a:moveTo>
                <a:lnTo>
                  <a:pt x="1730537" y="1865788"/>
                </a:lnTo>
                <a:lnTo>
                  <a:pt x="1741139" y="1862064"/>
                </a:lnTo>
                <a:lnTo>
                  <a:pt x="1740640" y="1859190"/>
                </a:lnTo>
                <a:close/>
                <a:moveTo>
                  <a:pt x="1781888" y="1750647"/>
                </a:moveTo>
                <a:lnTo>
                  <a:pt x="1781942" y="1750746"/>
                </a:lnTo>
                <a:lnTo>
                  <a:pt x="1783127" y="1750100"/>
                </a:lnTo>
                <a:lnTo>
                  <a:pt x="1783002" y="1749764"/>
                </a:lnTo>
                <a:close/>
                <a:moveTo>
                  <a:pt x="1786424" y="1740467"/>
                </a:moveTo>
                <a:lnTo>
                  <a:pt x="1788229" y="1747317"/>
                </a:lnTo>
                <a:lnTo>
                  <a:pt x="1793064" y="1744680"/>
                </a:lnTo>
                <a:lnTo>
                  <a:pt x="1790066" y="1738514"/>
                </a:lnTo>
                <a:close/>
                <a:moveTo>
                  <a:pt x="1794187" y="1722981"/>
                </a:moveTo>
                <a:lnTo>
                  <a:pt x="1798002" y="1721923"/>
                </a:lnTo>
                <a:lnTo>
                  <a:pt x="1797341" y="1720475"/>
                </a:lnTo>
                <a:close/>
                <a:moveTo>
                  <a:pt x="1719758" y="1889493"/>
                </a:moveTo>
                <a:lnTo>
                  <a:pt x="1719642" y="1890188"/>
                </a:lnTo>
                <a:lnTo>
                  <a:pt x="1719710" y="1890196"/>
                </a:lnTo>
                <a:close/>
                <a:moveTo>
                  <a:pt x="1808254" y="1691262"/>
                </a:moveTo>
                <a:lnTo>
                  <a:pt x="1818779" y="1690151"/>
                </a:lnTo>
                <a:lnTo>
                  <a:pt x="1818893" y="1690123"/>
                </a:lnTo>
                <a:lnTo>
                  <a:pt x="1825571" y="1688402"/>
                </a:lnTo>
                <a:lnTo>
                  <a:pt x="1823028" y="1685812"/>
                </a:lnTo>
                <a:close/>
                <a:moveTo>
                  <a:pt x="1769994" y="1776925"/>
                </a:moveTo>
                <a:lnTo>
                  <a:pt x="1770648" y="1779406"/>
                </a:lnTo>
                <a:lnTo>
                  <a:pt x="1774640" y="1777178"/>
                </a:lnTo>
                <a:lnTo>
                  <a:pt x="1773569" y="1775034"/>
                </a:lnTo>
                <a:lnTo>
                  <a:pt x="1771497" y="1776145"/>
                </a:lnTo>
                <a:close/>
                <a:moveTo>
                  <a:pt x="1712917" y="1904693"/>
                </a:moveTo>
                <a:lnTo>
                  <a:pt x="1714236" y="1909110"/>
                </a:lnTo>
                <a:lnTo>
                  <a:pt x="1715187" y="1903414"/>
                </a:lnTo>
                <a:close/>
                <a:moveTo>
                  <a:pt x="1835089" y="1630979"/>
                </a:moveTo>
                <a:lnTo>
                  <a:pt x="1835286" y="1631323"/>
                </a:lnTo>
                <a:lnTo>
                  <a:pt x="1846405" y="1628377"/>
                </a:lnTo>
                <a:lnTo>
                  <a:pt x="1844065" y="1617805"/>
                </a:lnTo>
                <a:lnTo>
                  <a:pt x="1839644" y="1623169"/>
                </a:lnTo>
                <a:close/>
                <a:moveTo>
                  <a:pt x="1720837" y="1886809"/>
                </a:moveTo>
                <a:lnTo>
                  <a:pt x="1720595" y="1890309"/>
                </a:lnTo>
                <a:lnTo>
                  <a:pt x="1725588" y="1890947"/>
                </a:lnTo>
                <a:lnTo>
                  <a:pt x="1726120" y="1886325"/>
                </a:lnTo>
                <a:close/>
                <a:moveTo>
                  <a:pt x="1759851" y="1799346"/>
                </a:moveTo>
                <a:lnTo>
                  <a:pt x="1760615" y="1800683"/>
                </a:lnTo>
                <a:lnTo>
                  <a:pt x="1765379" y="1799171"/>
                </a:lnTo>
                <a:lnTo>
                  <a:pt x="1765183" y="1797456"/>
                </a:lnTo>
                <a:lnTo>
                  <a:pt x="1764438" y="1797738"/>
                </a:lnTo>
                <a:lnTo>
                  <a:pt x="1759974" y="1799228"/>
                </a:lnTo>
                <a:close/>
                <a:moveTo>
                  <a:pt x="1834816" y="1631447"/>
                </a:moveTo>
                <a:lnTo>
                  <a:pt x="1835004" y="1631397"/>
                </a:lnTo>
                <a:lnTo>
                  <a:pt x="1834925" y="1631260"/>
                </a:lnTo>
                <a:close/>
                <a:moveTo>
                  <a:pt x="1781369" y="1751059"/>
                </a:moveTo>
                <a:lnTo>
                  <a:pt x="1781759" y="1750846"/>
                </a:lnTo>
                <a:lnTo>
                  <a:pt x="1781723" y="1750778"/>
                </a:lnTo>
                <a:close/>
                <a:moveTo>
                  <a:pt x="1705065" y="1921738"/>
                </a:moveTo>
                <a:lnTo>
                  <a:pt x="1704921" y="1923156"/>
                </a:lnTo>
                <a:lnTo>
                  <a:pt x="1707802" y="1921874"/>
                </a:lnTo>
                <a:close/>
                <a:moveTo>
                  <a:pt x="1790632" y="1729995"/>
                </a:moveTo>
                <a:lnTo>
                  <a:pt x="1799693" y="1725633"/>
                </a:lnTo>
                <a:lnTo>
                  <a:pt x="1799090" y="1724310"/>
                </a:lnTo>
                <a:close/>
                <a:moveTo>
                  <a:pt x="1786249" y="1739803"/>
                </a:moveTo>
                <a:lnTo>
                  <a:pt x="1786327" y="1740102"/>
                </a:lnTo>
                <a:lnTo>
                  <a:pt x="1789928" y="1738233"/>
                </a:lnTo>
                <a:lnTo>
                  <a:pt x="1789761" y="1737888"/>
                </a:lnTo>
                <a:close/>
                <a:moveTo>
                  <a:pt x="1833919" y="1632985"/>
                </a:moveTo>
                <a:lnTo>
                  <a:pt x="1835652" y="1632526"/>
                </a:lnTo>
                <a:lnTo>
                  <a:pt x="1835050" y="1631477"/>
                </a:lnTo>
                <a:lnTo>
                  <a:pt x="1834755" y="1631551"/>
                </a:lnTo>
                <a:close/>
                <a:moveTo>
                  <a:pt x="1728387" y="1869265"/>
                </a:moveTo>
                <a:lnTo>
                  <a:pt x="1728045" y="1872238"/>
                </a:lnTo>
                <a:lnTo>
                  <a:pt x="1728335" y="1872068"/>
                </a:lnTo>
                <a:close/>
                <a:moveTo>
                  <a:pt x="1743710" y="1834742"/>
                </a:moveTo>
                <a:lnTo>
                  <a:pt x="1744042" y="1835651"/>
                </a:lnTo>
                <a:lnTo>
                  <a:pt x="1761646" y="1833564"/>
                </a:lnTo>
                <a:lnTo>
                  <a:pt x="1762575" y="1826536"/>
                </a:lnTo>
                <a:close/>
                <a:moveTo>
                  <a:pt x="1712701" y="1903970"/>
                </a:moveTo>
                <a:lnTo>
                  <a:pt x="1712828" y="1904397"/>
                </a:lnTo>
                <a:lnTo>
                  <a:pt x="1715251" y="1903033"/>
                </a:lnTo>
                <a:lnTo>
                  <a:pt x="1715364" y="1902349"/>
                </a:lnTo>
                <a:close/>
                <a:moveTo>
                  <a:pt x="1739777" y="1843243"/>
                </a:moveTo>
                <a:lnTo>
                  <a:pt x="1739939" y="1844719"/>
                </a:lnTo>
                <a:lnTo>
                  <a:pt x="1749590" y="1842018"/>
                </a:lnTo>
                <a:close/>
                <a:moveTo>
                  <a:pt x="1869416" y="1552939"/>
                </a:moveTo>
                <a:lnTo>
                  <a:pt x="1876054" y="1550051"/>
                </a:lnTo>
                <a:lnTo>
                  <a:pt x="1874908" y="1548373"/>
                </a:lnTo>
                <a:lnTo>
                  <a:pt x="1872958" y="1549994"/>
                </a:lnTo>
                <a:lnTo>
                  <a:pt x="1874761" y="1548761"/>
                </a:lnTo>
                <a:lnTo>
                  <a:pt x="1874653" y="1549108"/>
                </a:lnTo>
                <a:lnTo>
                  <a:pt x="1871107" y="1551533"/>
                </a:lnTo>
                <a:close/>
                <a:moveTo>
                  <a:pt x="1750279" y="1819442"/>
                </a:moveTo>
                <a:lnTo>
                  <a:pt x="1757883" y="1818369"/>
                </a:lnTo>
                <a:lnTo>
                  <a:pt x="1762127" y="1815254"/>
                </a:lnTo>
                <a:lnTo>
                  <a:pt x="1754774" y="1815705"/>
                </a:lnTo>
                <a:close/>
                <a:moveTo>
                  <a:pt x="1665715" y="2008781"/>
                </a:moveTo>
                <a:lnTo>
                  <a:pt x="1666477" y="2008900"/>
                </a:lnTo>
                <a:lnTo>
                  <a:pt x="1682455" y="2005706"/>
                </a:lnTo>
                <a:lnTo>
                  <a:pt x="1689847" y="2003918"/>
                </a:lnTo>
                <a:lnTo>
                  <a:pt x="1690579" y="2001358"/>
                </a:lnTo>
                <a:lnTo>
                  <a:pt x="1679092" y="2003612"/>
                </a:lnTo>
                <a:lnTo>
                  <a:pt x="1671515" y="2004928"/>
                </a:lnTo>
                <a:close/>
                <a:moveTo>
                  <a:pt x="1768982" y="1777450"/>
                </a:moveTo>
                <a:lnTo>
                  <a:pt x="1768902" y="1778330"/>
                </a:lnTo>
                <a:lnTo>
                  <a:pt x="1769360" y="1780125"/>
                </a:lnTo>
                <a:lnTo>
                  <a:pt x="1769765" y="1779899"/>
                </a:lnTo>
                <a:lnTo>
                  <a:pt x="1769103" y="1777387"/>
                </a:lnTo>
                <a:close/>
                <a:moveTo>
                  <a:pt x="1711855" y="1905291"/>
                </a:moveTo>
                <a:lnTo>
                  <a:pt x="1712549" y="1911336"/>
                </a:lnTo>
                <a:lnTo>
                  <a:pt x="1713750" y="1911219"/>
                </a:lnTo>
                <a:lnTo>
                  <a:pt x="1713762" y="1911171"/>
                </a:lnTo>
                <a:lnTo>
                  <a:pt x="1711984" y="1905218"/>
                </a:lnTo>
                <a:close/>
                <a:moveTo>
                  <a:pt x="1723056" y="1880045"/>
                </a:moveTo>
                <a:lnTo>
                  <a:pt x="1723743" y="1879946"/>
                </a:lnTo>
                <a:lnTo>
                  <a:pt x="1723593" y="1879636"/>
                </a:lnTo>
                <a:close/>
                <a:moveTo>
                  <a:pt x="1738523" y="1845349"/>
                </a:moveTo>
                <a:lnTo>
                  <a:pt x="1739031" y="1848269"/>
                </a:lnTo>
                <a:lnTo>
                  <a:pt x="1739980" y="1848095"/>
                </a:lnTo>
                <a:lnTo>
                  <a:pt x="1739646" y="1845035"/>
                </a:lnTo>
                <a:close/>
                <a:moveTo>
                  <a:pt x="1769018" y="1777062"/>
                </a:moveTo>
                <a:lnTo>
                  <a:pt x="1769011" y="1777132"/>
                </a:lnTo>
                <a:lnTo>
                  <a:pt x="1769033" y="1777121"/>
                </a:lnTo>
                <a:close/>
                <a:moveTo>
                  <a:pt x="1839836" y="1618472"/>
                </a:moveTo>
                <a:lnTo>
                  <a:pt x="1840287" y="1618333"/>
                </a:lnTo>
                <a:lnTo>
                  <a:pt x="1840909" y="1617268"/>
                </a:lnTo>
                <a:close/>
                <a:moveTo>
                  <a:pt x="1831379" y="1637341"/>
                </a:moveTo>
                <a:lnTo>
                  <a:pt x="1837503" y="1635752"/>
                </a:lnTo>
                <a:lnTo>
                  <a:pt x="1835999" y="1633130"/>
                </a:lnTo>
                <a:lnTo>
                  <a:pt x="1833439" y="1633809"/>
                </a:lnTo>
                <a:close/>
                <a:moveTo>
                  <a:pt x="1790762" y="1728135"/>
                </a:moveTo>
                <a:lnTo>
                  <a:pt x="1798859" y="1723803"/>
                </a:lnTo>
                <a:lnTo>
                  <a:pt x="1798217" y="1722396"/>
                </a:lnTo>
                <a:close/>
                <a:moveTo>
                  <a:pt x="1743450" y="1834029"/>
                </a:moveTo>
                <a:lnTo>
                  <a:pt x="1743506" y="1834185"/>
                </a:lnTo>
                <a:lnTo>
                  <a:pt x="1763010" y="1823253"/>
                </a:lnTo>
                <a:lnTo>
                  <a:pt x="1763213" y="1821710"/>
                </a:lnTo>
                <a:close/>
                <a:moveTo>
                  <a:pt x="1754445" y="1809352"/>
                </a:moveTo>
                <a:lnTo>
                  <a:pt x="1763154" y="1806293"/>
                </a:lnTo>
                <a:lnTo>
                  <a:pt x="1763459" y="1806040"/>
                </a:lnTo>
                <a:lnTo>
                  <a:pt x="1762418" y="1804218"/>
                </a:lnTo>
                <a:close/>
                <a:moveTo>
                  <a:pt x="1711769" y="1904537"/>
                </a:moveTo>
                <a:lnTo>
                  <a:pt x="1711818" y="1904967"/>
                </a:lnTo>
                <a:lnTo>
                  <a:pt x="1711896" y="1904922"/>
                </a:lnTo>
                <a:lnTo>
                  <a:pt x="1711779" y="1904531"/>
                </a:lnTo>
                <a:close/>
                <a:moveTo>
                  <a:pt x="1687619" y="1958599"/>
                </a:moveTo>
                <a:lnTo>
                  <a:pt x="1691804" y="1957012"/>
                </a:lnTo>
                <a:lnTo>
                  <a:pt x="1691847" y="1954549"/>
                </a:lnTo>
                <a:close/>
                <a:moveTo>
                  <a:pt x="1721054" y="1883681"/>
                </a:moveTo>
                <a:lnTo>
                  <a:pt x="1720864" y="1886429"/>
                </a:lnTo>
                <a:lnTo>
                  <a:pt x="1726163" y="1885944"/>
                </a:lnTo>
                <a:lnTo>
                  <a:pt x="1726233" y="1885332"/>
                </a:lnTo>
                <a:lnTo>
                  <a:pt x="1725950" y="1884505"/>
                </a:lnTo>
                <a:lnTo>
                  <a:pt x="1724705" y="1881932"/>
                </a:lnTo>
                <a:close/>
                <a:moveTo>
                  <a:pt x="1917472" y="1443677"/>
                </a:moveTo>
                <a:lnTo>
                  <a:pt x="1923230" y="1449706"/>
                </a:lnTo>
                <a:lnTo>
                  <a:pt x="1939049" y="1436973"/>
                </a:lnTo>
                <a:lnTo>
                  <a:pt x="1940997" y="1433180"/>
                </a:lnTo>
                <a:lnTo>
                  <a:pt x="1919963" y="1442602"/>
                </a:lnTo>
                <a:close/>
                <a:moveTo>
                  <a:pt x="1867432" y="1555720"/>
                </a:moveTo>
                <a:lnTo>
                  <a:pt x="1871749" y="1560391"/>
                </a:lnTo>
                <a:lnTo>
                  <a:pt x="1876511" y="1555206"/>
                </a:lnTo>
                <a:lnTo>
                  <a:pt x="1876822" y="1554840"/>
                </a:lnTo>
                <a:lnTo>
                  <a:pt x="1877916" y="1552778"/>
                </a:lnTo>
                <a:lnTo>
                  <a:pt x="1877063" y="1551530"/>
                </a:lnTo>
                <a:close/>
                <a:moveTo>
                  <a:pt x="1696752" y="1937753"/>
                </a:moveTo>
                <a:lnTo>
                  <a:pt x="1696799" y="1938137"/>
                </a:lnTo>
                <a:lnTo>
                  <a:pt x="1697512" y="1941967"/>
                </a:lnTo>
                <a:lnTo>
                  <a:pt x="1702574" y="1941317"/>
                </a:lnTo>
                <a:lnTo>
                  <a:pt x="1703173" y="1935415"/>
                </a:lnTo>
                <a:lnTo>
                  <a:pt x="1697646" y="1937439"/>
                </a:lnTo>
                <a:close/>
                <a:moveTo>
                  <a:pt x="1757385" y="1801708"/>
                </a:moveTo>
                <a:lnTo>
                  <a:pt x="1760417" y="1800746"/>
                </a:lnTo>
                <a:lnTo>
                  <a:pt x="1759685" y="1799506"/>
                </a:lnTo>
                <a:close/>
                <a:moveTo>
                  <a:pt x="1705445" y="1917999"/>
                </a:moveTo>
                <a:lnTo>
                  <a:pt x="1705129" y="1921115"/>
                </a:lnTo>
                <a:lnTo>
                  <a:pt x="1709069" y="1921311"/>
                </a:lnTo>
                <a:lnTo>
                  <a:pt x="1711566" y="1920199"/>
                </a:lnTo>
                <a:lnTo>
                  <a:pt x="1712765" y="1915267"/>
                </a:lnTo>
                <a:lnTo>
                  <a:pt x="1712614" y="1913943"/>
                </a:lnTo>
                <a:lnTo>
                  <a:pt x="1709480" y="1915748"/>
                </a:lnTo>
                <a:close/>
                <a:moveTo>
                  <a:pt x="1782104" y="1746096"/>
                </a:moveTo>
                <a:lnTo>
                  <a:pt x="1783217" y="1749208"/>
                </a:lnTo>
                <a:lnTo>
                  <a:pt x="1783773" y="1748768"/>
                </a:lnTo>
                <a:lnTo>
                  <a:pt x="1783661" y="1749242"/>
                </a:lnTo>
                <a:lnTo>
                  <a:pt x="1783325" y="1749508"/>
                </a:lnTo>
                <a:lnTo>
                  <a:pt x="1783470" y="1749912"/>
                </a:lnTo>
                <a:lnTo>
                  <a:pt x="1784517" y="1749342"/>
                </a:lnTo>
                <a:close/>
                <a:moveTo>
                  <a:pt x="1727770" y="1867584"/>
                </a:moveTo>
                <a:lnTo>
                  <a:pt x="1727860" y="1871201"/>
                </a:lnTo>
                <a:lnTo>
                  <a:pt x="1728317" y="1867228"/>
                </a:lnTo>
                <a:close/>
                <a:moveTo>
                  <a:pt x="1875387" y="1536905"/>
                </a:moveTo>
                <a:lnTo>
                  <a:pt x="1876974" y="1540461"/>
                </a:lnTo>
                <a:lnTo>
                  <a:pt x="1880482" y="1539505"/>
                </a:lnTo>
                <a:lnTo>
                  <a:pt x="1880301" y="1539804"/>
                </a:lnTo>
                <a:lnTo>
                  <a:pt x="1877073" y="1540684"/>
                </a:lnTo>
                <a:lnTo>
                  <a:pt x="1878527" y="1543941"/>
                </a:lnTo>
                <a:lnTo>
                  <a:pt x="1885831" y="1537867"/>
                </a:lnTo>
                <a:lnTo>
                  <a:pt x="1892145" y="1525973"/>
                </a:lnTo>
                <a:close/>
                <a:moveTo>
                  <a:pt x="1741994" y="1834937"/>
                </a:moveTo>
                <a:lnTo>
                  <a:pt x="1742760" y="1834603"/>
                </a:lnTo>
                <a:lnTo>
                  <a:pt x="1743349" y="1834274"/>
                </a:lnTo>
                <a:lnTo>
                  <a:pt x="1743294" y="1834126"/>
                </a:lnTo>
                <a:close/>
                <a:moveTo>
                  <a:pt x="1738192" y="1843441"/>
                </a:moveTo>
                <a:lnTo>
                  <a:pt x="1738485" y="1845125"/>
                </a:lnTo>
                <a:lnTo>
                  <a:pt x="1739621" y="1844807"/>
                </a:lnTo>
                <a:lnTo>
                  <a:pt x="1739454" y="1843283"/>
                </a:lnTo>
                <a:close/>
                <a:moveTo>
                  <a:pt x="1721209" y="1881451"/>
                </a:moveTo>
                <a:lnTo>
                  <a:pt x="1721101" y="1883011"/>
                </a:lnTo>
                <a:lnTo>
                  <a:pt x="1724453" y="1881413"/>
                </a:lnTo>
                <a:lnTo>
                  <a:pt x="1723941" y="1880356"/>
                </a:lnTo>
                <a:lnTo>
                  <a:pt x="1722347" y="1880584"/>
                </a:lnTo>
                <a:close/>
                <a:moveTo>
                  <a:pt x="1693792" y="1942816"/>
                </a:moveTo>
                <a:lnTo>
                  <a:pt x="1693625" y="1948604"/>
                </a:lnTo>
                <a:lnTo>
                  <a:pt x="1697475" y="1948021"/>
                </a:lnTo>
                <a:lnTo>
                  <a:pt x="1696786" y="1942431"/>
                </a:lnTo>
                <a:close/>
                <a:moveTo>
                  <a:pt x="1787550" y="1732635"/>
                </a:moveTo>
                <a:lnTo>
                  <a:pt x="1789861" y="1737388"/>
                </a:lnTo>
                <a:lnTo>
                  <a:pt x="1802027" y="1730752"/>
                </a:lnTo>
                <a:lnTo>
                  <a:pt x="1800136" y="1726605"/>
                </a:lnTo>
                <a:close/>
                <a:moveTo>
                  <a:pt x="1685883" y="1960261"/>
                </a:moveTo>
                <a:lnTo>
                  <a:pt x="1690678" y="1959387"/>
                </a:lnTo>
                <a:lnTo>
                  <a:pt x="1691766" y="1959173"/>
                </a:lnTo>
                <a:lnTo>
                  <a:pt x="1691794" y="1957590"/>
                </a:lnTo>
                <a:lnTo>
                  <a:pt x="1686624" y="1959552"/>
                </a:lnTo>
                <a:close/>
                <a:moveTo>
                  <a:pt x="1771049" y="1769472"/>
                </a:moveTo>
                <a:lnTo>
                  <a:pt x="1773669" y="1774714"/>
                </a:lnTo>
                <a:lnTo>
                  <a:pt x="1781140" y="1770837"/>
                </a:lnTo>
                <a:lnTo>
                  <a:pt x="1785510" y="1768495"/>
                </a:lnTo>
                <a:lnTo>
                  <a:pt x="1782058" y="1765051"/>
                </a:lnTo>
                <a:lnTo>
                  <a:pt x="1773886" y="1768098"/>
                </a:lnTo>
                <a:close/>
                <a:moveTo>
                  <a:pt x="1850047" y="1592097"/>
                </a:moveTo>
                <a:lnTo>
                  <a:pt x="1857672" y="1588519"/>
                </a:lnTo>
                <a:lnTo>
                  <a:pt x="1859354" y="1585635"/>
                </a:lnTo>
                <a:lnTo>
                  <a:pt x="1854590" y="1587421"/>
                </a:lnTo>
                <a:lnTo>
                  <a:pt x="1854296" y="1587647"/>
                </a:lnTo>
                <a:lnTo>
                  <a:pt x="1855124" y="1589361"/>
                </a:lnTo>
                <a:lnTo>
                  <a:pt x="1855076" y="1589582"/>
                </a:lnTo>
                <a:lnTo>
                  <a:pt x="1854183" y="1587735"/>
                </a:lnTo>
                <a:lnTo>
                  <a:pt x="1852944" y="1588690"/>
                </a:lnTo>
                <a:close/>
                <a:moveTo>
                  <a:pt x="1741120" y="1835997"/>
                </a:moveTo>
                <a:lnTo>
                  <a:pt x="1743859" y="1835672"/>
                </a:lnTo>
                <a:lnTo>
                  <a:pt x="1743546" y="1834814"/>
                </a:lnTo>
                <a:lnTo>
                  <a:pt x="1742140" y="1835426"/>
                </a:lnTo>
                <a:close/>
                <a:moveTo>
                  <a:pt x="1685299" y="1960821"/>
                </a:moveTo>
                <a:lnTo>
                  <a:pt x="1691753" y="1959910"/>
                </a:lnTo>
                <a:lnTo>
                  <a:pt x="1691761" y="1959479"/>
                </a:lnTo>
                <a:lnTo>
                  <a:pt x="1685396" y="1960728"/>
                </a:lnTo>
                <a:close/>
                <a:moveTo>
                  <a:pt x="1709634" y="1906196"/>
                </a:moveTo>
                <a:lnTo>
                  <a:pt x="1711598" y="1905090"/>
                </a:lnTo>
                <a:lnTo>
                  <a:pt x="1711550" y="1904670"/>
                </a:lnTo>
                <a:lnTo>
                  <a:pt x="1710766" y="1905147"/>
                </a:lnTo>
                <a:close/>
                <a:moveTo>
                  <a:pt x="1823588" y="1650704"/>
                </a:moveTo>
                <a:lnTo>
                  <a:pt x="1825837" y="1649834"/>
                </a:lnTo>
                <a:lnTo>
                  <a:pt x="1838544" y="1637563"/>
                </a:lnTo>
                <a:lnTo>
                  <a:pt x="1837894" y="1636431"/>
                </a:lnTo>
                <a:lnTo>
                  <a:pt x="1836534" y="1636799"/>
                </a:lnTo>
                <a:lnTo>
                  <a:pt x="1830844" y="1638259"/>
                </a:lnTo>
                <a:lnTo>
                  <a:pt x="1824625" y="1648925"/>
                </a:lnTo>
                <a:lnTo>
                  <a:pt x="1830165" y="1644483"/>
                </a:lnTo>
                <a:lnTo>
                  <a:pt x="1830109" y="1644887"/>
                </a:lnTo>
                <a:lnTo>
                  <a:pt x="1824231" y="1649601"/>
                </a:lnTo>
                <a:close/>
                <a:moveTo>
                  <a:pt x="1855678" y="1578806"/>
                </a:moveTo>
                <a:lnTo>
                  <a:pt x="1856528" y="1578708"/>
                </a:lnTo>
                <a:lnTo>
                  <a:pt x="1863001" y="1571094"/>
                </a:lnTo>
                <a:lnTo>
                  <a:pt x="1862643" y="1571222"/>
                </a:lnTo>
                <a:close/>
                <a:moveTo>
                  <a:pt x="1836049" y="1622726"/>
                </a:moveTo>
                <a:lnTo>
                  <a:pt x="1837329" y="1623407"/>
                </a:lnTo>
                <a:lnTo>
                  <a:pt x="1840122" y="1618616"/>
                </a:lnTo>
                <a:lnTo>
                  <a:pt x="1839551" y="1618792"/>
                </a:lnTo>
                <a:close/>
                <a:moveTo>
                  <a:pt x="1844363" y="1604059"/>
                </a:moveTo>
                <a:lnTo>
                  <a:pt x="1845766" y="1608937"/>
                </a:lnTo>
                <a:lnTo>
                  <a:pt x="1850053" y="1601584"/>
                </a:lnTo>
                <a:close/>
                <a:moveTo>
                  <a:pt x="1855396" y="1579115"/>
                </a:moveTo>
                <a:lnTo>
                  <a:pt x="1855692" y="1579033"/>
                </a:lnTo>
                <a:lnTo>
                  <a:pt x="1855444" y="1579062"/>
                </a:lnTo>
                <a:close/>
                <a:moveTo>
                  <a:pt x="1727707" y="1865029"/>
                </a:moveTo>
                <a:lnTo>
                  <a:pt x="1727739" y="1866327"/>
                </a:lnTo>
                <a:lnTo>
                  <a:pt x="1728190" y="1866053"/>
                </a:lnTo>
                <a:close/>
                <a:moveTo>
                  <a:pt x="1763993" y="1783646"/>
                </a:moveTo>
                <a:lnTo>
                  <a:pt x="1764685" y="1790498"/>
                </a:lnTo>
                <a:lnTo>
                  <a:pt x="1766489" y="1790263"/>
                </a:lnTo>
                <a:lnTo>
                  <a:pt x="1767264" y="1781820"/>
                </a:lnTo>
                <a:close/>
                <a:moveTo>
                  <a:pt x="1817647" y="1663459"/>
                </a:moveTo>
                <a:lnTo>
                  <a:pt x="1822219" y="1662414"/>
                </a:lnTo>
                <a:lnTo>
                  <a:pt x="1848949" y="1648479"/>
                </a:lnTo>
                <a:lnTo>
                  <a:pt x="1850650" y="1647563"/>
                </a:lnTo>
                <a:lnTo>
                  <a:pt x="1850599" y="1647327"/>
                </a:lnTo>
                <a:lnTo>
                  <a:pt x="1830049" y="1658274"/>
                </a:lnTo>
                <a:close/>
                <a:moveTo>
                  <a:pt x="1830888" y="1633789"/>
                </a:moveTo>
                <a:lnTo>
                  <a:pt x="1831346" y="1633667"/>
                </a:lnTo>
                <a:lnTo>
                  <a:pt x="1832203" y="1632197"/>
                </a:lnTo>
                <a:lnTo>
                  <a:pt x="1832198" y="1632199"/>
                </a:lnTo>
                <a:close/>
                <a:moveTo>
                  <a:pt x="1769653" y="1770148"/>
                </a:moveTo>
                <a:lnTo>
                  <a:pt x="1769279" y="1774215"/>
                </a:lnTo>
                <a:lnTo>
                  <a:pt x="1769924" y="1776659"/>
                </a:lnTo>
                <a:lnTo>
                  <a:pt x="1773463" y="1774821"/>
                </a:lnTo>
                <a:lnTo>
                  <a:pt x="1770840" y="1769573"/>
                </a:lnTo>
                <a:close/>
                <a:moveTo>
                  <a:pt x="1705989" y="1912643"/>
                </a:moveTo>
                <a:lnTo>
                  <a:pt x="1705487" y="1917584"/>
                </a:lnTo>
                <a:lnTo>
                  <a:pt x="1712577" y="1913627"/>
                </a:lnTo>
                <a:lnTo>
                  <a:pt x="1712393" y="1912017"/>
                </a:lnTo>
                <a:close/>
                <a:moveTo>
                  <a:pt x="1871370" y="1542239"/>
                </a:moveTo>
                <a:lnTo>
                  <a:pt x="1874702" y="1547121"/>
                </a:lnTo>
                <a:lnTo>
                  <a:pt x="1878443" y="1544010"/>
                </a:lnTo>
                <a:lnTo>
                  <a:pt x="1877910" y="1542815"/>
                </a:lnTo>
                <a:lnTo>
                  <a:pt x="1876898" y="1540732"/>
                </a:lnTo>
                <a:close/>
                <a:moveTo>
                  <a:pt x="1770430" y="1768233"/>
                </a:moveTo>
                <a:lnTo>
                  <a:pt x="1770822" y="1769018"/>
                </a:lnTo>
                <a:lnTo>
                  <a:pt x="1770875" y="1768999"/>
                </a:lnTo>
                <a:lnTo>
                  <a:pt x="1777323" y="1765876"/>
                </a:lnTo>
                <a:lnTo>
                  <a:pt x="1771833" y="1767803"/>
                </a:lnTo>
                <a:close/>
                <a:moveTo>
                  <a:pt x="1786833" y="1731161"/>
                </a:moveTo>
                <a:lnTo>
                  <a:pt x="1787094" y="1731698"/>
                </a:lnTo>
                <a:lnTo>
                  <a:pt x="1788703" y="1730924"/>
                </a:lnTo>
                <a:lnTo>
                  <a:pt x="1797416" y="1725067"/>
                </a:lnTo>
                <a:lnTo>
                  <a:pt x="1788665" y="1729750"/>
                </a:lnTo>
                <a:close/>
                <a:moveTo>
                  <a:pt x="1648100" y="2041532"/>
                </a:moveTo>
                <a:lnTo>
                  <a:pt x="1647883" y="2053409"/>
                </a:lnTo>
                <a:lnTo>
                  <a:pt x="1669439" y="2049599"/>
                </a:lnTo>
                <a:lnTo>
                  <a:pt x="1647852" y="2055066"/>
                </a:lnTo>
                <a:lnTo>
                  <a:pt x="1647762" y="2059963"/>
                </a:lnTo>
                <a:lnTo>
                  <a:pt x="1645157" y="2083141"/>
                </a:lnTo>
                <a:lnTo>
                  <a:pt x="1646317" y="2082611"/>
                </a:lnTo>
                <a:lnTo>
                  <a:pt x="1646187" y="2082865"/>
                </a:lnTo>
                <a:lnTo>
                  <a:pt x="1645140" y="2083343"/>
                </a:lnTo>
                <a:lnTo>
                  <a:pt x="1645032" y="2086131"/>
                </a:lnTo>
                <a:lnTo>
                  <a:pt x="1643858" y="2095639"/>
                </a:lnTo>
                <a:lnTo>
                  <a:pt x="1684897" y="2087178"/>
                </a:lnTo>
                <a:lnTo>
                  <a:pt x="1687736" y="2045001"/>
                </a:lnTo>
                <a:lnTo>
                  <a:pt x="1677339" y="2047756"/>
                </a:lnTo>
                <a:lnTo>
                  <a:pt x="1674947" y="2055713"/>
                </a:lnTo>
                <a:lnTo>
                  <a:pt x="1674713" y="2055877"/>
                </a:lnTo>
                <a:lnTo>
                  <a:pt x="1677138" y="2047809"/>
                </a:lnTo>
                <a:lnTo>
                  <a:pt x="1672265" y="2049100"/>
                </a:lnTo>
                <a:lnTo>
                  <a:pt x="1669439" y="2049599"/>
                </a:lnTo>
                <a:lnTo>
                  <a:pt x="1677190" y="2047636"/>
                </a:lnTo>
                <a:lnTo>
                  <a:pt x="1680316" y="2037233"/>
                </a:lnTo>
                <a:lnTo>
                  <a:pt x="1652637" y="2034422"/>
                </a:lnTo>
                <a:lnTo>
                  <a:pt x="1651612" y="2041447"/>
                </a:lnTo>
                <a:lnTo>
                  <a:pt x="1670332" y="2042117"/>
                </a:lnTo>
                <a:lnTo>
                  <a:pt x="1670103" y="2042320"/>
                </a:lnTo>
                <a:lnTo>
                  <a:pt x="1651581" y="2041656"/>
                </a:lnTo>
                <a:lnTo>
                  <a:pt x="1650290" y="2050503"/>
                </a:lnTo>
                <a:lnTo>
                  <a:pt x="1650137" y="2050648"/>
                </a:lnTo>
                <a:lnTo>
                  <a:pt x="1651450" y="2041652"/>
                </a:lnTo>
                <a:close/>
                <a:moveTo>
                  <a:pt x="1739163" y="1837617"/>
                </a:moveTo>
                <a:lnTo>
                  <a:pt x="1739538" y="1841056"/>
                </a:lnTo>
                <a:lnTo>
                  <a:pt x="1761010" y="1838377"/>
                </a:lnTo>
                <a:lnTo>
                  <a:pt x="1761483" y="1834794"/>
                </a:lnTo>
                <a:lnTo>
                  <a:pt x="1758268" y="1835352"/>
                </a:lnTo>
                <a:lnTo>
                  <a:pt x="1744527" y="1836981"/>
                </a:lnTo>
                <a:lnTo>
                  <a:pt x="1745481" y="1839596"/>
                </a:lnTo>
                <a:lnTo>
                  <a:pt x="1745390" y="1839871"/>
                </a:lnTo>
                <a:lnTo>
                  <a:pt x="1744344" y="1837003"/>
                </a:lnTo>
                <a:close/>
                <a:moveTo>
                  <a:pt x="1781271" y="1743229"/>
                </a:moveTo>
                <a:lnTo>
                  <a:pt x="1785442" y="1748837"/>
                </a:lnTo>
                <a:lnTo>
                  <a:pt x="1787538" y="1747694"/>
                </a:lnTo>
                <a:lnTo>
                  <a:pt x="1785731" y="1740838"/>
                </a:lnTo>
                <a:close/>
                <a:moveTo>
                  <a:pt x="1693908" y="1938750"/>
                </a:moveTo>
                <a:lnTo>
                  <a:pt x="1693802" y="1942444"/>
                </a:lnTo>
                <a:lnTo>
                  <a:pt x="1696741" y="1942066"/>
                </a:lnTo>
                <a:lnTo>
                  <a:pt x="1696231" y="1937935"/>
                </a:lnTo>
                <a:close/>
                <a:moveTo>
                  <a:pt x="1683961" y="1961010"/>
                </a:moveTo>
                <a:lnTo>
                  <a:pt x="1684631" y="1960915"/>
                </a:lnTo>
                <a:lnTo>
                  <a:pt x="1684679" y="1960869"/>
                </a:lnTo>
                <a:close/>
                <a:moveTo>
                  <a:pt x="1769812" y="1768422"/>
                </a:moveTo>
                <a:lnTo>
                  <a:pt x="1769719" y="1769430"/>
                </a:lnTo>
                <a:lnTo>
                  <a:pt x="1770604" y="1769100"/>
                </a:lnTo>
                <a:lnTo>
                  <a:pt x="1770205" y="1768302"/>
                </a:lnTo>
                <a:close/>
                <a:moveTo>
                  <a:pt x="1702135" y="1919847"/>
                </a:moveTo>
                <a:lnTo>
                  <a:pt x="1701803" y="1920951"/>
                </a:lnTo>
                <a:lnTo>
                  <a:pt x="1704558" y="1921087"/>
                </a:lnTo>
                <a:lnTo>
                  <a:pt x="1704723" y="1918402"/>
                </a:lnTo>
                <a:close/>
                <a:moveTo>
                  <a:pt x="1817935" y="1660397"/>
                </a:moveTo>
                <a:lnTo>
                  <a:pt x="1828732" y="1655064"/>
                </a:lnTo>
                <a:lnTo>
                  <a:pt x="1843399" y="1646022"/>
                </a:lnTo>
                <a:lnTo>
                  <a:pt x="1842578" y="1644592"/>
                </a:lnTo>
                <a:lnTo>
                  <a:pt x="1821221" y="1657129"/>
                </a:lnTo>
                <a:lnTo>
                  <a:pt x="1819439" y="1657818"/>
                </a:lnTo>
                <a:close/>
                <a:moveTo>
                  <a:pt x="1757593" y="1795396"/>
                </a:moveTo>
                <a:lnTo>
                  <a:pt x="1758859" y="1797611"/>
                </a:lnTo>
                <a:lnTo>
                  <a:pt x="1762651" y="1796346"/>
                </a:lnTo>
                <a:lnTo>
                  <a:pt x="1764483" y="1794592"/>
                </a:lnTo>
                <a:lnTo>
                  <a:pt x="1764444" y="1794515"/>
                </a:lnTo>
                <a:close/>
                <a:moveTo>
                  <a:pt x="1742051" y="1830193"/>
                </a:moveTo>
                <a:lnTo>
                  <a:pt x="1742642" y="1831814"/>
                </a:lnTo>
                <a:lnTo>
                  <a:pt x="1756347" y="1824513"/>
                </a:lnTo>
                <a:lnTo>
                  <a:pt x="1742701" y="1831975"/>
                </a:lnTo>
                <a:lnTo>
                  <a:pt x="1743262" y="1833513"/>
                </a:lnTo>
                <a:lnTo>
                  <a:pt x="1763305" y="1821020"/>
                </a:lnTo>
                <a:lnTo>
                  <a:pt x="1763335" y="1820791"/>
                </a:lnTo>
                <a:lnTo>
                  <a:pt x="1756347" y="1824513"/>
                </a:lnTo>
                <a:lnTo>
                  <a:pt x="1763349" y="1820684"/>
                </a:lnTo>
                <a:lnTo>
                  <a:pt x="1763700" y="1818033"/>
                </a:lnTo>
                <a:lnTo>
                  <a:pt x="1757414" y="1818920"/>
                </a:lnTo>
                <a:close/>
                <a:moveTo>
                  <a:pt x="1683711" y="1960657"/>
                </a:moveTo>
                <a:lnTo>
                  <a:pt x="1685179" y="1960390"/>
                </a:lnTo>
                <a:lnTo>
                  <a:pt x="1685680" y="1959911"/>
                </a:lnTo>
                <a:close/>
                <a:moveTo>
                  <a:pt x="1780896" y="1742722"/>
                </a:moveTo>
                <a:lnTo>
                  <a:pt x="1780897" y="1742727"/>
                </a:lnTo>
                <a:lnTo>
                  <a:pt x="1781001" y="1742866"/>
                </a:lnTo>
                <a:lnTo>
                  <a:pt x="1785632" y="1740462"/>
                </a:lnTo>
                <a:lnTo>
                  <a:pt x="1785557" y="1740180"/>
                </a:lnTo>
                <a:close/>
                <a:moveTo>
                  <a:pt x="1784717" y="1733992"/>
                </a:moveTo>
                <a:lnTo>
                  <a:pt x="1786146" y="1739414"/>
                </a:lnTo>
                <a:lnTo>
                  <a:pt x="1789590" y="1737536"/>
                </a:lnTo>
                <a:lnTo>
                  <a:pt x="1787271" y="1732769"/>
                </a:lnTo>
                <a:close/>
                <a:moveTo>
                  <a:pt x="1731610" y="1852901"/>
                </a:moveTo>
                <a:lnTo>
                  <a:pt x="1733722" y="1852894"/>
                </a:lnTo>
                <a:lnTo>
                  <a:pt x="1739438" y="1852644"/>
                </a:lnTo>
                <a:lnTo>
                  <a:pt x="1739225" y="1851503"/>
                </a:lnTo>
                <a:close/>
                <a:moveTo>
                  <a:pt x="1774711" y="1756335"/>
                </a:moveTo>
                <a:lnTo>
                  <a:pt x="1775879" y="1757499"/>
                </a:lnTo>
                <a:lnTo>
                  <a:pt x="1783699" y="1754476"/>
                </a:lnTo>
                <a:lnTo>
                  <a:pt x="1782182" y="1751637"/>
                </a:lnTo>
                <a:lnTo>
                  <a:pt x="1777231" y="1754338"/>
                </a:lnTo>
                <a:close/>
                <a:moveTo>
                  <a:pt x="1832585" y="1626616"/>
                </a:moveTo>
                <a:lnTo>
                  <a:pt x="1833574" y="1628340"/>
                </a:lnTo>
                <a:lnTo>
                  <a:pt x="1836574" y="1624701"/>
                </a:lnTo>
                <a:lnTo>
                  <a:pt x="1837244" y="1623553"/>
                </a:lnTo>
                <a:lnTo>
                  <a:pt x="1835933" y="1622855"/>
                </a:lnTo>
                <a:close/>
                <a:moveTo>
                  <a:pt x="1722708" y="1872628"/>
                </a:moveTo>
                <a:lnTo>
                  <a:pt x="1723743" y="1874764"/>
                </a:lnTo>
                <a:lnTo>
                  <a:pt x="1727291" y="1872680"/>
                </a:lnTo>
                <a:close/>
                <a:moveTo>
                  <a:pt x="1706333" y="1909253"/>
                </a:moveTo>
                <a:lnTo>
                  <a:pt x="1706057" y="1911971"/>
                </a:lnTo>
                <a:lnTo>
                  <a:pt x="1712317" y="1911359"/>
                </a:lnTo>
                <a:lnTo>
                  <a:pt x="1711635" y="1905414"/>
                </a:lnTo>
                <a:lnTo>
                  <a:pt x="1708683" y="1907077"/>
                </a:lnTo>
                <a:close/>
                <a:moveTo>
                  <a:pt x="1711064" y="1898392"/>
                </a:moveTo>
                <a:lnTo>
                  <a:pt x="1711083" y="1898553"/>
                </a:lnTo>
                <a:lnTo>
                  <a:pt x="1712045" y="1901773"/>
                </a:lnTo>
                <a:lnTo>
                  <a:pt x="1715780" y="1899860"/>
                </a:lnTo>
                <a:lnTo>
                  <a:pt x="1716191" y="1897399"/>
                </a:lnTo>
                <a:lnTo>
                  <a:pt x="1715538" y="1897473"/>
                </a:lnTo>
                <a:lnTo>
                  <a:pt x="1712437" y="1897782"/>
                </a:lnTo>
                <a:close/>
                <a:moveTo>
                  <a:pt x="1851974" y="1582840"/>
                </a:moveTo>
                <a:lnTo>
                  <a:pt x="1852352" y="1583619"/>
                </a:lnTo>
                <a:lnTo>
                  <a:pt x="1854836" y="1580696"/>
                </a:lnTo>
                <a:lnTo>
                  <a:pt x="1853642" y="1581023"/>
                </a:lnTo>
                <a:close/>
                <a:moveTo>
                  <a:pt x="1768223" y="1770209"/>
                </a:moveTo>
                <a:lnTo>
                  <a:pt x="1768241" y="1770274"/>
                </a:lnTo>
                <a:lnTo>
                  <a:pt x="1768328" y="1770232"/>
                </a:lnTo>
                <a:lnTo>
                  <a:pt x="1768334" y="1770168"/>
                </a:lnTo>
                <a:close/>
                <a:moveTo>
                  <a:pt x="1827028" y="1638470"/>
                </a:moveTo>
                <a:lnTo>
                  <a:pt x="1828816" y="1638006"/>
                </a:lnTo>
                <a:lnTo>
                  <a:pt x="1830866" y="1634490"/>
                </a:lnTo>
                <a:lnTo>
                  <a:pt x="1830153" y="1634679"/>
                </a:lnTo>
                <a:close/>
                <a:moveTo>
                  <a:pt x="1706425" y="1908349"/>
                </a:moveTo>
                <a:lnTo>
                  <a:pt x="1706369" y="1908893"/>
                </a:lnTo>
                <a:lnTo>
                  <a:pt x="1707785" y="1907583"/>
                </a:lnTo>
                <a:close/>
                <a:moveTo>
                  <a:pt x="1763609" y="1780239"/>
                </a:moveTo>
                <a:lnTo>
                  <a:pt x="1763939" y="1783117"/>
                </a:lnTo>
                <a:lnTo>
                  <a:pt x="1764585" y="1782790"/>
                </a:lnTo>
                <a:lnTo>
                  <a:pt x="1767315" y="1781266"/>
                </a:lnTo>
                <a:lnTo>
                  <a:pt x="1767493" y="1779330"/>
                </a:lnTo>
                <a:lnTo>
                  <a:pt x="1767179" y="1778386"/>
                </a:lnTo>
                <a:close/>
                <a:moveTo>
                  <a:pt x="1841781" y="1605182"/>
                </a:moveTo>
                <a:lnTo>
                  <a:pt x="1843480" y="1612857"/>
                </a:lnTo>
                <a:lnTo>
                  <a:pt x="1844886" y="1610446"/>
                </a:lnTo>
                <a:lnTo>
                  <a:pt x="1842967" y="1604667"/>
                </a:lnTo>
                <a:close/>
                <a:moveTo>
                  <a:pt x="1814375" y="1666504"/>
                </a:moveTo>
                <a:lnTo>
                  <a:pt x="1814591" y="1666390"/>
                </a:lnTo>
                <a:lnTo>
                  <a:pt x="1814418" y="1666430"/>
                </a:lnTo>
                <a:close/>
                <a:moveTo>
                  <a:pt x="1711010" y="1897924"/>
                </a:moveTo>
                <a:lnTo>
                  <a:pt x="1711055" y="1898311"/>
                </a:lnTo>
                <a:lnTo>
                  <a:pt x="1712192" y="1897807"/>
                </a:lnTo>
                <a:close/>
                <a:moveTo>
                  <a:pt x="1730761" y="1853559"/>
                </a:moveTo>
                <a:lnTo>
                  <a:pt x="1730559" y="1864612"/>
                </a:lnTo>
                <a:lnTo>
                  <a:pt x="1740528" y="1858546"/>
                </a:lnTo>
                <a:lnTo>
                  <a:pt x="1740294" y="1857200"/>
                </a:lnTo>
                <a:lnTo>
                  <a:pt x="1739538" y="1853175"/>
                </a:lnTo>
                <a:close/>
                <a:moveTo>
                  <a:pt x="1704249" y="1912814"/>
                </a:moveTo>
                <a:lnTo>
                  <a:pt x="1702276" y="1919375"/>
                </a:lnTo>
                <a:lnTo>
                  <a:pt x="1704748" y="1917996"/>
                </a:lnTo>
                <a:lnTo>
                  <a:pt x="1705071" y="1912733"/>
                </a:lnTo>
                <a:close/>
                <a:moveTo>
                  <a:pt x="1774308" y="1755932"/>
                </a:moveTo>
                <a:lnTo>
                  <a:pt x="1774497" y="1756120"/>
                </a:lnTo>
                <a:lnTo>
                  <a:pt x="1775674" y="1755187"/>
                </a:lnTo>
                <a:close/>
                <a:moveTo>
                  <a:pt x="1761220" y="1785193"/>
                </a:moveTo>
                <a:lnTo>
                  <a:pt x="1763948" y="1790593"/>
                </a:lnTo>
                <a:lnTo>
                  <a:pt x="1764389" y="1790537"/>
                </a:lnTo>
                <a:lnTo>
                  <a:pt x="1763622" y="1783853"/>
                </a:lnTo>
                <a:close/>
                <a:moveTo>
                  <a:pt x="1706485" y="1907752"/>
                </a:moveTo>
                <a:lnTo>
                  <a:pt x="1706462" y="1907982"/>
                </a:lnTo>
                <a:lnTo>
                  <a:pt x="1708736" y="1906701"/>
                </a:lnTo>
                <a:lnTo>
                  <a:pt x="1709739" y="1905772"/>
                </a:lnTo>
                <a:close/>
                <a:moveTo>
                  <a:pt x="1784533" y="1732932"/>
                </a:moveTo>
                <a:lnTo>
                  <a:pt x="1786816" y="1731833"/>
                </a:lnTo>
                <a:lnTo>
                  <a:pt x="1786583" y="1731353"/>
                </a:lnTo>
                <a:close/>
                <a:moveTo>
                  <a:pt x="1606613" y="2131313"/>
                </a:moveTo>
                <a:lnTo>
                  <a:pt x="1638281" y="2140797"/>
                </a:lnTo>
                <a:lnTo>
                  <a:pt x="1638303" y="2140639"/>
                </a:lnTo>
                <a:lnTo>
                  <a:pt x="1639919" y="2127547"/>
                </a:lnTo>
                <a:lnTo>
                  <a:pt x="1626362" y="2125772"/>
                </a:lnTo>
                <a:lnTo>
                  <a:pt x="1617643" y="2128289"/>
                </a:lnTo>
                <a:close/>
                <a:moveTo>
                  <a:pt x="1722924" y="1870520"/>
                </a:moveTo>
                <a:lnTo>
                  <a:pt x="1722637" y="1872238"/>
                </a:lnTo>
                <a:lnTo>
                  <a:pt x="1727589" y="1872296"/>
                </a:lnTo>
                <a:lnTo>
                  <a:pt x="1727477" y="1867766"/>
                </a:lnTo>
                <a:lnTo>
                  <a:pt x="1724119" y="1869574"/>
                </a:lnTo>
                <a:close/>
                <a:moveTo>
                  <a:pt x="1785952" y="1729351"/>
                </a:moveTo>
                <a:lnTo>
                  <a:pt x="1786477" y="1730428"/>
                </a:lnTo>
                <a:lnTo>
                  <a:pt x="1788147" y="1729535"/>
                </a:lnTo>
                <a:lnTo>
                  <a:pt x="1797485" y="1722346"/>
                </a:lnTo>
                <a:lnTo>
                  <a:pt x="1793632" y="1723415"/>
                </a:lnTo>
                <a:close/>
                <a:moveTo>
                  <a:pt x="1812622" y="1669510"/>
                </a:moveTo>
                <a:lnTo>
                  <a:pt x="1816190" y="1677508"/>
                </a:lnTo>
                <a:lnTo>
                  <a:pt x="1821268" y="1676461"/>
                </a:lnTo>
                <a:lnTo>
                  <a:pt x="1836104" y="1666279"/>
                </a:lnTo>
                <a:lnTo>
                  <a:pt x="1836049" y="1666534"/>
                </a:lnTo>
                <a:lnTo>
                  <a:pt x="1821722" y="1676367"/>
                </a:lnTo>
                <a:lnTo>
                  <a:pt x="1822660" y="1676174"/>
                </a:lnTo>
                <a:lnTo>
                  <a:pt x="1848315" y="1670461"/>
                </a:lnTo>
                <a:lnTo>
                  <a:pt x="1848119" y="1670752"/>
                </a:lnTo>
                <a:lnTo>
                  <a:pt x="1821155" y="1676757"/>
                </a:lnTo>
                <a:lnTo>
                  <a:pt x="1817385" y="1679344"/>
                </a:lnTo>
                <a:lnTo>
                  <a:pt x="1820410" y="1682425"/>
                </a:lnTo>
                <a:lnTo>
                  <a:pt x="1852957" y="1670417"/>
                </a:lnTo>
                <a:lnTo>
                  <a:pt x="1855350" y="1669192"/>
                </a:lnTo>
                <a:lnTo>
                  <a:pt x="1854071" y="1663017"/>
                </a:lnTo>
                <a:lnTo>
                  <a:pt x="1852732" y="1656970"/>
                </a:lnTo>
                <a:lnTo>
                  <a:pt x="1843749" y="1659728"/>
                </a:lnTo>
                <a:lnTo>
                  <a:pt x="1815843" y="1666105"/>
                </a:lnTo>
                <a:lnTo>
                  <a:pt x="1814068" y="1667030"/>
                </a:lnTo>
                <a:close/>
                <a:moveTo>
                  <a:pt x="1767127" y="1771371"/>
                </a:moveTo>
                <a:lnTo>
                  <a:pt x="1767933" y="1774532"/>
                </a:lnTo>
                <a:lnTo>
                  <a:pt x="1768042" y="1773357"/>
                </a:lnTo>
                <a:lnTo>
                  <a:pt x="1767474" y="1771203"/>
                </a:lnTo>
                <a:close/>
                <a:moveTo>
                  <a:pt x="1722980" y="1870187"/>
                </a:moveTo>
                <a:lnTo>
                  <a:pt x="1722964" y="1870279"/>
                </a:lnTo>
                <a:lnTo>
                  <a:pt x="1723297" y="1870017"/>
                </a:lnTo>
                <a:close/>
                <a:moveTo>
                  <a:pt x="1841630" y="1604495"/>
                </a:moveTo>
                <a:lnTo>
                  <a:pt x="1841632" y="1604506"/>
                </a:lnTo>
                <a:lnTo>
                  <a:pt x="1841722" y="1604467"/>
                </a:lnTo>
                <a:close/>
                <a:moveTo>
                  <a:pt x="1737274" y="1838153"/>
                </a:moveTo>
                <a:lnTo>
                  <a:pt x="1737816" y="1841271"/>
                </a:lnTo>
                <a:lnTo>
                  <a:pt x="1739215" y="1841097"/>
                </a:lnTo>
                <a:lnTo>
                  <a:pt x="1738838" y="1837655"/>
                </a:lnTo>
                <a:lnTo>
                  <a:pt x="1737981" y="1837757"/>
                </a:lnTo>
                <a:close/>
                <a:moveTo>
                  <a:pt x="1704928" y="1910554"/>
                </a:moveTo>
                <a:lnTo>
                  <a:pt x="1704455" y="1912128"/>
                </a:lnTo>
                <a:lnTo>
                  <a:pt x="1705112" y="1912064"/>
                </a:lnTo>
                <a:lnTo>
                  <a:pt x="1705221" y="1910283"/>
                </a:lnTo>
                <a:close/>
                <a:moveTo>
                  <a:pt x="1680361" y="1965550"/>
                </a:moveTo>
                <a:lnTo>
                  <a:pt x="1691685" y="1963797"/>
                </a:lnTo>
                <a:lnTo>
                  <a:pt x="1691752" y="1960015"/>
                </a:lnTo>
                <a:lnTo>
                  <a:pt x="1684886" y="1961216"/>
                </a:lnTo>
                <a:close/>
                <a:moveTo>
                  <a:pt x="1700291" y="1920875"/>
                </a:moveTo>
                <a:lnTo>
                  <a:pt x="1701559" y="1920939"/>
                </a:lnTo>
                <a:lnTo>
                  <a:pt x="1701837" y="1920013"/>
                </a:lnTo>
                <a:close/>
                <a:moveTo>
                  <a:pt x="1803970" y="1688490"/>
                </a:moveTo>
                <a:lnTo>
                  <a:pt x="1818546" y="1683113"/>
                </a:lnTo>
                <a:lnTo>
                  <a:pt x="1817023" y="1679698"/>
                </a:lnTo>
                <a:lnTo>
                  <a:pt x="1816960" y="1679635"/>
                </a:lnTo>
                <a:lnTo>
                  <a:pt x="1807025" y="1686455"/>
                </a:lnTo>
                <a:close/>
                <a:moveTo>
                  <a:pt x="1870088" y="1540362"/>
                </a:moveTo>
                <a:lnTo>
                  <a:pt x="1871226" y="1542029"/>
                </a:lnTo>
                <a:lnTo>
                  <a:pt x="1876790" y="1540512"/>
                </a:lnTo>
                <a:lnTo>
                  <a:pt x="1875120" y="1537078"/>
                </a:lnTo>
                <a:close/>
                <a:moveTo>
                  <a:pt x="1705275" y="1909399"/>
                </a:moveTo>
                <a:lnTo>
                  <a:pt x="1705063" y="1910102"/>
                </a:lnTo>
                <a:lnTo>
                  <a:pt x="1705242" y="1909938"/>
                </a:lnTo>
                <a:close/>
                <a:moveTo>
                  <a:pt x="1715912" y="1885484"/>
                </a:moveTo>
                <a:lnTo>
                  <a:pt x="1718377" y="1884309"/>
                </a:lnTo>
                <a:lnTo>
                  <a:pt x="1718511" y="1883504"/>
                </a:lnTo>
                <a:close/>
                <a:moveTo>
                  <a:pt x="1767907" y="1769007"/>
                </a:moveTo>
                <a:lnTo>
                  <a:pt x="1768170" y="1770007"/>
                </a:lnTo>
                <a:lnTo>
                  <a:pt x="1768355" y="1769939"/>
                </a:lnTo>
                <a:lnTo>
                  <a:pt x="1768456" y="1768838"/>
                </a:lnTo>
                <a:close/>
                <a:moveTo>
                  <a:pt x="1843229" y="1600116"/>
                </a:moveTo>
                <a:lnTo>
                  <a:pt x="1844174" y="1603401"/>
                </a:lnTo>
                <a:lnTo>
                  <a:pt x="1850632" y="1600591"/>
                </a:lnTo>
                <a:lnTo>
                  <a:pt x="1857310" y="1589141"/>
                </a:lnTo>
                <a:lnTo>
                  <a:pt x="1848812" y="1593551"/>
                </a:lnTo>
                <a:close/>
                <a:moveTo>
                  <a:pt x="1770266" y="1763463"/>
                </a:moveTo>
                <a:lnTo>
                  <a:pt x="1769986" y="1766517"/>
                </a:lnTo>
                <a:lnTo>
                  <a:pt x="1780344" y="1763341"/>
                </a:lnTo>
                <a:lnTo>
                  <a:pt x="1777918" y="1760920"/>
                </a:lnTo>
                <a:close/>
                <a:moveTo>
                  <a:pt x="1778670" y="1744624"/>
                </a:moveTo>
                <a:lnTo>
                  <a:pt x="1781744" y="1750376"/>
                </a:lnTo>
                <a:lnTo>
                  <a:pt x="1782891" y="1749467"/>
                </a:lnTo>
                <a:lnTo>
                  <a:pt x="1781155" y="1744821"/>
                </a:lnTo>
                <a:lnTo>
                  <a:pt x="1780342" y="1743728"/>
                </a:lnTo>
                <a:close/>
                <a:moveTo>
                  <a:pt x="1810799" y="1672637"/>
                </a:moveTo>
                <a:lnTo>
                  <a:pt x="1815684" y="1677612"/>
                </a:lnTo>
                <a:lnTo>
                  <a:pt x="1816057" y="1677535"/>
                </a:lnTo>
                <a:lnTo>
                  <a:pt x="1812894" y="1670447"/>
                </a:lnTo>
                <a:lnTo>
                  <a:pt x="1812533" y="1669664"/>
                </a:lnTo>
                <a:close/>
                <a:moveTo>
                  <a:pt x="1784225" y="1732126"/>
                </a:moveTo>
                <a:lnTo>
                  <a:pt x="1784319" y="1732482"/>
                </a:lnTo>
                <a:lnTo>
                  <a:pt x="1786050" y="1731150"/>
                </a:lnTo>
                <a:close/>
                <a:moveTo>
                  <a:pt x="1738757" y="1833912"/>
                </a:moveTo>
                <a:lnTo>
                  <a:pt x="1739004" y="1836166"/>
                </a:lnTo>
                <a:lnTo>
                  <a:pt x="1743106" y="1833609"/>
                </a:lnTo>
                <a:lnTo>
                  <a:pt x="1742542" y="1832062"/>
                </a:lnTo>
                <a:lnTo>
                  <a:pt x="1740857" y="1832983"/>
                </a:lnTo>
                <a:close/>
                <a:moveTo>
                  <a:pt x="1723235" y="1868659"/>
                </a:moveTo>
                <a:lnTo>
                  <a:pt x="1723159" y="1869115"/>
                </a:lnTo>
                <a:lnTo>
                  <a:pt x="1724828" y="1868099"/>
                </a:lnTo>
                <a:close/>
                <a:moveTo>
                  <a:pt x="1851395" y="1581640"/>
                </a:moveTo>
                <a:lnTo>
                  <a:pt x="1851685" y="1582240"/>
                </a:lnTo>
                <a:lnTo>
                  <a:pt x="1852519" y="1581332"/>
                </a:lnTo>
                <a:close/>
                <a:moveTo>
                  <a:pt x="1766952" y="1770684"/>
                </a:moveTo>
                <a:lnTo>
                  <a:pt x="1767001" y="1770875"/>
                </a:lnTo>
                <a:lnTo>
                  <a:pt x="1767344" y="1770709"/>
                </a:lnTo>
                <a:lnTo>
                  <a:pt x="1767303" y="1770553"/>
                </a:lnTo>
                <a:close/>
                <a:moveTo>
                  <a:pt x="1770338" y="1762683"/>
                </a:moveTo>
                <a:lnTo>
                  <a:pt x="1770306" y="1763025"/>
                </a:lnTo>
                <a:lnTo>
                  <a:pt x="1777598" y="1760601"/>
                </a:lnTo>
                <a:lnTo>
                  <a:pt x="1777049" y="1760053"/>
                </a:lnTo>
                <a:lnTo>
                  <a:pt x="1776870" y="1760073"/>
                </a:lnTo>
                <a:close/>
                <a:moveTo>
                  <a:pt x="1675243" y="1975416"/>
                </a:moveTo>
                <a:lnTo>
                  <a:pt x="1687963" y="1976022"/>
                </a:lnTo>
                <a:lnTo>
                  <a:pt x="1689840" y="1976086"/>
                </a:lnTo>
                <a:lnTo>
                  <a:pt x="1691478" y="1975690"/>
                </a:lnTo>
                <a:lnTo>
                  <a:pt x="1691495" y="1974763"/>
                </a:lnTo>
                <a:lnTo>
                  <a:pt x="1682297" y="1974887"/>
                </a:lnTo>
                <a:close/>
                <a:moveTo>
                  <a:pt x="1778386" y="1744092"/>
                </a:moveTo>
                <a:lnTo>
                  <a:pt x="1778440" y="1744195"/>
                </a:lnTo>
                <a:lnTo>
                  <a:pt x="1780063" y="1743352"/>
                </a:lnTo>
                <a:lnTo>
                  <a:pt x="1779970" y="1743228"/>
                </a:lnTo>
                <a:close/>
                <a:moveTo>
                  <a:pt x="1710730" y="1895473"/>
                </a:moveTo>
                <a:lnTo>
                  <a:pt x="1710942" y="1897329"/>
                </a:lnTo>
                <a:lnTo>
                  <a:pt x="1713941" y="1897030"/>
                </a:lnTo>
                <a:lnTo>
                  <a:pt x="1714045" y="1896984"/>
                </a:lnTo>
                <a:lnTo>
                  <a:pt x="1714025" y="1897022"/>
                </a:lnTo>
                <a:lnTo>
                  <a:pt x="1716292" y="1896795"/>
                </a:lnTo>
                <a:lnTo>
                  <a:pt x="1716645" y="1894682"/>
                </a:lnTo>
                <a:lnTo>
                  <a:pt x="1714901" y="1894459"/>
                </a:lnTo>
                <a:close/>
                <a:moveTo>
                  <a:pt x="1839926" y="1605988"/>
                </a:moveTo>
                <a:lnTo>
                  <a:pt x="1842893" y="1612508"/>
                </a:lnTo>
                <a:lnTo>
                  <a:pt x="1841317" y="1605384"/>
                </a:lnTo>
                <a:close/>
                <a:moveTo>
                  <a:pt x="1703084" y="1912262"/>
                </a:moveTo>
                <a:lnTo>
                  <a:pt x="1704199" y="1912153"/>
                </a:lnTo>
                <a:lnTo>
                  <a:pt x="1704584" y="1910873"/>
                </a:lnTo>
                <a:close/>
                <a:moveTo>
                  <a:pt x="1738621" y="1832666"/>
                </a:moveTo>
                <a:lnTo>
                  <a:pt x="1738754" y="1833885"/>
                </a:lnTo>
                <a:lnTo>
                  <a:pt x="1742482" y="1831899"/>
                </a:lnTo>
                <a:lnTo>
                  <a:pt x="1741901" y="1830304"/>
                </a:lnTo>
                <a:lnTo>
                  <a:pt x="1740811" y="1831104"/>
                </a:lnTo>
                <a:close/>
                <a:moveTo>
                  <a:pt x="1689087" y="1943421"/>
                </a:moveTo>
                <a:lnTo>
                  <a:pt x="1691069" y="1948990"/>
                </a:lnTo>
                <a:lnTo>
                  <a:pt x="1691947" y="1948858"/>
                </a:lnTo>
                <a:lnTo>
                  <a:pt x="1692048" y="1943040"/>
                </a:lnTo>
                <a:close/>
                <a:moveTo>
                  <a:pt x="1740957" y="1827193"/>
                </a:moveTo>
                <a:lnTo>
                  <a:pt x="1741926" y="1829852"/>
                </a:lnTo>
                <a:lnTo>
                  <a:pt x="1752980" y="1821967"/>
                </a:lnTo>
                <a:lnTo>
                  <a:pt x="1757064" y="1818970"/>
                </a:lnTo>
                <a:lnTo>
                  <a:pt x="1749576" y="1820027"/>
                </a:lnTo>
                <a:close/>
                <a:moveTo>
                  <a:pt x="1783910" y="1730929"/>
                </a:moveTo>
                <a:lnTo>
                  <a:pt x="1784112" y="1731694"/>
                </a:lnTo>
                <a:lnTo>
                  <a:pt x="1786204" y="1730575"/>
                </a:lnTo>
                <a:lnTo>
                  <a:pt x="1785703" y="1729543"/>
                </a:lnTo>
                <a:close/>
                <a:moveTo>
                  <a:pt x="1841191" y="1602512"/>
                </a:moveTo>
                <a:lnTo>
                  <a:pt x="1841587" y="1604299"/>
                </a:lnTo>
                <a:lnTo>
                  <a:pt x="1842728" y="1603945"/>
                </a:lnTo>
                <a:lnTo>
                  <a:pt x="1841954" y="1601615"/>
                </a:lnTo>
                <a:close/>
                <a:moveTo>
                  <a:pt x="1806834" y="1679436"/>
                </a:moveTo>
                <a:lnTo>
                  <a:pt x="1815093" y="1677734"/>
                </a:lnTo>
                <a:lnTo>
                  <a:pt x="1810534" y="1673091"/>
                </a:lnTo>
                <a:close/>
                <a:moveTo>
                  <a:pt x="1746529" y="1814448"/>
                </a:moveTo>
                <a:lnTo>
                  <a:pt x="1753889" y="1813996"/>
                </a:lnTo>
                <a:lnTo>
                  <a:pt x="1761687" y="1807513"/>
                </a:lnTo>
                <a:lnTo>
                  <a:pt x="1752828" y="1810624"/>
                </a:lnTo>
                <a:lnTo>
                  <a:pt x="1753297" y="1810589"/>
                </a:lnTo>
                <a:lnTo>
                  <a:pt x="1752999" y="1810918"/>
                </a:lnTo>
                <a:lnTo>
                  <a:pt x="1751881" y="1811002"/>
                </a:lnTo>
                <a:close/>
                <a:moveTo>
                  <a:pt x="1851531" y="1579283"/>
                </a:moveTo>
                <a:lnTo>
                  <a:pt x="1851879" y="1579248"/>
                </a:lnTo>
                <a:lnTo>
                  <a:pt x="1854738" y="1578916"/>
                </a:lnTo>
                <a:lnTo>
                  <a:pt x="1860465" y="1572680"/>
                </a:lnTo>
                <a:close/>
                <a:moveTo>
                  <a:pt x="1766624" y="1769400"/>
                </a:moveTo>
                <a:lnTo>
                  <a:pt x="1766900" y="1770481"/>
                </a:lnTo>
                <a:lnTo>
                  <a:pt x="1767250" y="1770350"/>
                </a:lnTo>
                <a:lnTo>
                  <a:pt x="1766971" y="1769294"/>
                </a:lnTo>
                <a:close/>
                <a:moveTo>
                  <a:pt x="1710202" y="1895601"/>
                </a:moveTo>
                <a:lnTo>
                  <a:pt x="1710703" y="1897283"/>
                </a:lnTo>
                <a:lnTo>
                  <a:pt x="1710501" y="1895528"/>
                </a:lnTo>
                <a:close/>
                <a:moveTo>
                  <a:pt x="1714007" y="1887057"/>
                </a:moveTo>
                <a:lnTo>
                  <a:pt x="1717979" y="1886694"/>
                </a:lnTo>
                <a:lnTo>
                  <a:pt x="1718258" y="1885021"/>
                </a:lnTo>
                <a:close/>
                <a:moveTo>
                  <a:pt x="1695582" y="1928268"/>
                </a:moveTo>
                <a:lnTo>
                  <a:pt x="1696689" y="1937243"/>
                </a:lnTo>
                <a:lnTo>
                  <a:pt x="1703220" y="1934951"/>
                </a:lnTo>
                <a:lnTo>
                  <a:pt x="1704294" y="1924371"/>
                </a:lnTo>
                <a:close/>
                <a:moveTo>
                  <a:pt x="1770912" y="1759346"/>
                </a:moveTo>
                <a:lnTo>
                  <a:pt x="1771180" y="1759316"/>
                </a:lnTo>
                <a:lnTo>
                  <a:pt x="1774877" y="1757887"/>
                </a:lnTo>
                <a:lnTo>
                  <a:pt x="1773937" y="1756948"/>
                </a:lnTo>
                <a:close/>
                <a:moveTo>
                  <a:pt x="1648239" y="2033976"/>
                </a:moveTo>
                <a:lnTo>
                  <a:pt x="1648104" y="2041322"/>
                </a:lnTo>
                <a:lnTo>
                  <a:pt x="1651481" y="2041442"/>
                </a:lnTo>
                <a:lnTo>
                  <a:pt x="1652235" y="2036274"/>
                </a:lnTo>
                <a:lnTo>
                  <a:pt x="1652465" y="2034405"/>
                </a:lnTo>
                <a:close/>
                <a:moveTo>
                  <a:pt x="1708201" y="1899662"/>
                </a:moveTo>
                <a:lnTo>
                  <a:pt x="1708062" y="1900126"/>
                </a:lnTo>
                <a:lnTo>
                  <a:pt x="1709266" y="1899526"/>
                </a:lnTo>
                <a:lnTo>
                  <a:pt x="1709166" y="1899800"/>
                </a:lnTo>
                <a:lnTo>
                  <a:pt x="1707982" y="1900390"/>
                </a:lnTo>
                <a:lnTo>
                  <a:pt x="1706849" y="1904160"/>
                </a:lnTo>
                <a:lnTo>
                  <a:pt x="1706820" y="1904450"/>
                </a:lnTo>
                <a:lnTo>
                  <a:pt x="1711100" y="1902258"/>
                </a:lnTo>
                <a:lnTo>
                  <a:pt x="1710077" y="1898830"/>
                </a:lnTo>
                <a:close/>
                <a:moveTo>
                  <a:pt x="1656809" y="2014699"/>
                </a:moveTo>
                <a:lnTo>
                  <a:pt x="1673614" y="2010806"/>
                </a:lnTo>
                <a:lnTo>
                  <a:pt x="1665498" y="2009880"/>
                </a:lnTo>
                <a:lnTo>
                  <a:pt x="1663443" y="2010291"/>
                </a:lnTo>
                <a:close/>
                <a:moveTo>
                  <a:pt x="1832654" y="1620918"/>
                </a:moveTo>
                <a:lnTo>
                  <a:pt x="1835821" y="1622604"/>
                </a:lnTo>
                <a:lnTo>
                  <a:pt x="1839087" y="1618936"/>
                </a:lnTo>
                <a:close/>
                <a:moveTo>
                  <a:pt x="1747675" y="1811010"/>
                </a:moveTo>
                <a:lnTo>
                  <a:pt x="1750278" y="1810815"/>
                </a:lnTo>
                <a:lnTo>
                  <a:pt x="1752294" y="1810107"/>
                </a:lnTo>
                <a:lnTo>
                  <a:pt x="1762155" y="1803758"/>
                </a:lnTo>
                <a:lnTo>
                  <a:pt x="1760979" y="1801700"/>
                </a:lnTo>
                <a:lnTo>
                  <a:pt x="1760620" y="1801091"/>
                </a:lnTo>
                <a:lnTo>
                  <a:pt x="1756745" y="1802322"/>
                </a:lnTo>
                <a:close/>
                <a:moveTo>
                  <a:pt x="1814033" y="1662325"/>
                </a:moveTo>
                <a:lnTo>
                  <a:pt x="1814880" y="1661907"/>
                </a:lnTo>
                <a:lnTo>
                  <a:pt x="1815421" y="1660980"/>
                </a:lnTo>
                <a:close/>
                <a:moveTo>
                  <a:pt x="1839542" y="1605143"/>
                </a:moveTo>
                <a:lnTo>
                  <a:pt x="1839644" y="1605371"/>
                </a:lnTo>
                <a:lnTo>
                  <a:pt x="1841167" y="1604708"/>
                </a:lnTo>
                <a:lnTo>
                  <a:pt x="1841153" y="1604644"/>
                </a:lnTo>
                <a:close/>
                <a:moveTo>
                  <a:pt x="1708653" y="1898159"/>
                </a:moveTo>
                <a:lnTo>
                  <a:pt x="1708230" y="1899564"/>
                </a:lnTo>
                <a:lnTo>
                  <a:pt x="1710055" y="1898755"/>
                </a:lnTo>
                <a:lnTo>
                  <a:pt x="1709842" y="1898041"/>
                </a:lnTo>
                <a:close/>
                <a:moveTo>
                  <a:pt x="1847096" y="1588151"/>
                </a:moveTo>
                <a:lnTo>
                  <a:pt x="1848861" y="1587724"/>
                </a:lnTo>
                <a:lnTo>
                  <a:pt x="1852252" y="1583737"/>
                </a:lnTo>
                <a:lnTo>
                  <a:pt x="1851872" y="1582951"/>
                </a:lnTo>
                <a:close/>
                <a:moveTo>
                  <a:pt x="1710549" y="1893903"/>
                </a:moveTo>
                <a:lnTo>
                  <a:pt x="1710683" y="1895073"/>
                </a:lnTo>
                <a:lnTo>
                  <a:pt x="1713792" y="1894317"/>
                </a:lnTo>
                <a:close/>
                <a:moveTo>
                  <a:pt x="1695012" y="1928524"/>
                </a:moveTo>
                <a:lnTo>
                  <a:pt x="1695187" y="1929468"/>
                </a:lnTo>
                <a:lnTo>
                  <a:pt x="1695068" y="1928498"/>
                </a:lnTo>
                <a:close/>
                <a:moveTo>
                  <a:pt x="1850591" y="1579978"/>
                </a:moveTo>
                <a:lnTo>
                  <a:pt x="1850785" y="1580378"/>
                </a:lnTo>
                <a:lnTo>
                  <a:pt x="1854273" y="1579422"/>
                </a:lnTo>
                <a:lnTo>
                  <a:pt x="1854504" y="1579170"/>
                </a:lnTo>
                <a:lnTo>
                  <a:pt x="1851158" y="1579558"/>
                </a:lnTo>
                <a:close/>
                <a:moveTo>
                  <a:pt x="1910833" y="1445079"/>
                </a:moveTo>
                <a:lnTo>
                  <a:pt x="1911559" y="1444751"/>
                </a:lnTo>
                <a:lnTo>
                  <a:pt x="1915851" y="1442741"/>
                </a:lnTo>
                <a:lnTo>
                  <a:pt x="1914977" y="1441849"/>
                </a:lnTo>
                <a:close/>
                <a:moveTo>
                  <a:pt x="1768362" y="1764096"/>
                </a:moveTo>
                <a:lnTo>
                  <a:pt x="1768809" y="1764990"/>
                </a:lnTo>
                <a:lnTo>
                  <a:pt x="1768908" y="1763915"/>
                </a:lnTo>
                <a:close/>
                <a:moveTo>
                  <a:pt x="1872488" y="1530716"/>
                </a:moveTo>
                <a:lnTo>
                  <a:pt x="1874155" y="1534144"/>
                </a:lnTo>
                <a:lnTo>
                  <a:pt x="1875012" y="1536065"/>
                </a:lnTo>
                <a:lnTo>
                  <a:pt x="1893024" y="1524316"/>
                </a:lnTo>
                <a:lnTo>
                  <a:pt x="1895966" y="1518772"/>
                </a:lnTo>
                <a:lnTo>
                  <a:pt x="1872913" y="1530177"/>
                </a:lnTo>
                <a:close/>
                <a:moveTo>
                  <a:pt x="1778946" y="1740103"/>
                </a:moveTo>
                <a:lnTo>
                  <a:pt x="1779844" y="1741310"/>
                </a:lnTo>
                <a:lnTo>
                  <a:pt x="1779262" y="1739751"/>
                </a:lnTo>
                <a:close/>
                <a:moveTo>
                  <a:pt x="1755718" y="1792115"/>
                </a:moveTo>
                <a:lnTo>
                  <a:pt x="1757328" y="1794933"/>
                </a:lnTo>
                <a:lnTo>
                  <a:pt x="1764208" y="1794048"/>
                </a:lnTo>
                <a:lnTo>
                  <a:pt x="1762767" y="1791196"/>
                </a:lnTo>
                <a:close/>
                <a:moveTo>
                  <a:pt x="1709267" y="1896116"/>
                </a:moveTo>
                <a:lnTo>
                  <a:pt x="1708840" y="1897539"/>
                </a:lnTo>
                <a:lnTo>
                  <a:pt x="1709667" y="1897457"/>
                </a:lnTo>
                <a:close/>
                <a:moveTo>
                  <a:pt x="1811541" y="1667087"/>
                </a:moveTo>
                <a:lnTo>
                  <a:pt x="1811583" y="1667181"/>
                </a:lnTo>
                <a:lnTo>
                  <a:pt x="1811666" y="1667059"/>
                </a:lnTo>
                <a:close/>
                <a:moveTo>
                  <a:pt x="1707123" y="1900819"/>
                </a:moveTo>
                <a:lnTo>
                  <a:pt x="1707024" y="1902446"/>
                </a:lnTo>
                <a:lnTo>
                  <a:pt x="1706976" y="1902913"/>
                </a:lnTo>
                <a:lnTo>
                  <a:pt x="1707690" y="1900536"/>
                </a:lnTo>
                <a:close/>
                <a:moveTo>
                  <a:pt x="1839336" y="1604694"/>
                </a:moveTo>
                <a:lnTo>
                  <a:pt x="1839458" y="1604960"/>
                </a:lnTo>
                <a:lnTo>
                  <a:pt x="1841109" y="1604447"/>
                </a:lnTo>
                <a:lnTo>
                  <a:pt x="1840786" y="1602989"/>
                </a:lnTo>
                <a:close/>
                <a:moveTo>
                  <a:pt x="1730894" y="1847484"/>
                </a:moveTo>
                <a:lnTo>
                  <a:pt x="1730868" y="1847708"/>
                </a:lnTo>
                <a:lnTo>
                  <a:pt x="1730831" y="1849774"/>
                </a:lnTo>
                <a:lnTo>
                  <a:pt x="1738631" y="1848343"/>
                </a:lnTo>
                <a:lnTo>
                  <a:pt x="1738092" y="1845470"/>
                </a:lnTo>
                <a:close/>
                <a:moveTo>
                  <a:pt x="1770781" y="1757855"/>
                </a:moveTo>
                <a:lnTo>
                  <a:pt x="1770661" y="1759159"/>
                </a:lnTo>
                <a:lnTo>
                  <a:pt x="1773722" y="1756734"/>
                </a:lnTo>
                <a:lnTo>
                  <a:pt x="1773409" y="1756422"/>
                </a:lnTo>
                <a:close/>
                <a:moveTo>
                  <a:pt x="1746490" y="1812145"/>
                </a:moveTo>
                <a:lnTo>
                  <a:pt x="1749165" y="1811205"/>
                </a:lnTo>
                <a:lnTo>
                  <a:pt x="1747327" y="1811343"/>
                </a:lnTo>
                <a:close/>
                <a:moveTo>
                  <a:pt x="1707166" y="1900122"/>
                </a:moveTo>
                <a:lnTo>
                  <a:pt x="1707138" y="1900586"/>
                </a:lnTo>
                <a:lnTo>
                  <a:pt x="1707771" y="1900271"/>
                </a:lnTo>
                <a:lnTo>
                  <a:pt x="1707915" y="1899790"/>
                </a:lnTo>
                <a:close/>
                <a:moveTo>
                  <a:pt x="1709955" y="1893827"/>
                </a:moveTo>
                <a:lnTo>
                  <a:pt x="1709813" y="1894300"/>
                </a:lnTo>
                <a:lnTo>
                  <a:pt x="1710087" y="1895218"/>
                </a:lnTo>
                <a:lnTo>
                  <a:pt x="1710456" y="1895128"/>
                </a:lnTo>
                <a:lnTo>
                  <a:pt x="1710312" y="1893872"/>
                </a:lnTo>
                <a:close/>
                <a:moveTo>
                  <a:pt x="1768103" y="1763577"/>
                </a:moveTo>
                <a:lnTo>
                  <a:pt x="1768168" y="1763706"/>
                </a:lnTo>
                <a:lnTo>
                  <a:pt x="1768950" y="1763457"/>
                </a:lnTo>
                <a:lnTo>
                  <a:pt x="1768971" y="1763230"/>
                </a:lnTo>
                <a:close/>
                <a:moveTo>
                  <a:pt x="1736575" y="1834126"/>
                </a:moveTo>
                <a:lnTo>
                  <a:pt x="1736696" y="1834824"/>
                </a:lnTo>
                <a:lnTo>
                  <a:pt x="1738442" y="1834052"/>
                </a:lnTo>
                <a:lnTo>
                  <a:pt x="1736721" y="1834968"/>
                </a:lnTo>
                <a:lnTo>
                  <a:pt x="1736985" y="1836487"/>
                </a:lnTo>
                <a:lnTo>
                  <a:pt x="1738689" y="1836286"/>
                </a:lnTo>
                <a:lnTo>
                  <a:pt x="1738444" y="1834051"/>
                </a:lnTo>
                <a:lnTo>
                  <a:pt x="1738442" y="1834052"/>
                </a:lnTo>
                <a:lnTo>
                  <a:pt x="1738444" y="1834050"/>
                </a:lnTo>
                <a:lnTo>
                  <a:pt x="1738317" y="1832884"/>
                </a:lnTo>
                <a:close/>
                <a:moveTo>
                  <a:pt x="1655152" y="2016430"/>
                </a:moveTo>
                <a:lnTo>
                  <a:pt x="1655061" y="2017115"/>
                </a:lnTo>
                <a:lnTo>
                  <a:pt x="1683926" y="2023177"/>
                </a:lnTo>
                <a:lnTo>
                  <a:pt x="1683420" y="2023489"/>
                </a:lnTo>
                <a:lnTo>
                  <a:pt x="1655007" y="2017521"/>
                </a:lnTo>
                <a:lnTo>
                  <a:pt x="1654081" y="2024528"/>
                </a:lnTo>
                <a:lnTo>
                  <a:pt x="1653810" y="2026384"/>
                </a:lnTo>
                <a:lnTo>
                  <a:pt x="1655040" y="2026330"/>
                </a:lnTo>
                <a:lnTo>
                  <a:pt x="1674489" y="2025211"/>
                </a:lnTo>
                <a:lnTo>
                  <a:pt x="1674310" y="2025400"/>
                </a:lnTo>
                <a:lnTo>
                  <a:pt x="1653781" y="2026582"/>
                </a:lnTo>
                <a:lnTo>
                  <a:pt x="1653157" y="2030856"/>
                </a:lnTo>
                <a:lnTo>
                  <a:pt x="1653754" y="2030798"/>
                </a:lnTo>
                <a:lnTo>
                  <a:pt x="1677787" y="2028111"/>
                </a:lnTo>
                <a:lnTo>
                  <a:pt x="1677578" y="2028359"/>
                </a:lnTo>
                <a:lnTo>
                  <a:pt x="1653123" y="2031092"/>
                </a:lnTo>
                <a:lnTo>
                  <a:pt x="1652713" y="2033904"/>
                </a:lnTo>
                <a:lnTo>
                  <a:pt x="1680466" y="2036723"/>
                </a:lnTo>
                <a:lnTo>
                  <a:pt x="1687426" y="2012382"/>
                </a:lnTo>
                <a:lnTo>
                  <a:pt x="1677509" y="2011250"/>
                </a:lnTo>
                <a:close/>
                <a:moveTo>
                  <a:pt x="1759734" y="1782249"/>
                </a:moveTo>
                <a:lnTo>
                  <a:pt x="1760939" y="1784637"/>
                </a:lnTo>
                <a:lnTo>
                  <a:pt x="1763560" y="1783309"/>
                </a:lnTo>
                <a:lnTo>
                  <a:pt x="1763230" y="1780435"/>
                </a:lnTo>
                <a:close/>
                <a:moveTo>
                  <a:pt x="1772351" y="1753979"/>
                </a:moveTo>
                <a:lnTo>
                  <a:pt x="1773645" y="1755271"/>
                </a:lnTo>
                <a:lnTo>
                  <a:pt x="1779745" y="1751943"/>
                </a:lnTo>
                <a:close/>
                <a:moveTo>
                  <a:pt x="1845698" y="1589674"/>
                </a:moveTo>
                <a:lnTo>
                  <a:pt x="1848098" y="1588622"/>
                </a:lnTo>
                <a:lnTo>
                  <a:pt x="1848539" y="1588103"/>
                </a:lnTo>
                <a:lnTo>
                  <a:pt x="1846741" y="1588538"/>
                </a:lnTo>
                <a:close/>
                <a:moveTo>
                  <a:pt x="1912982" y="1438978"/>
                </a:moveTo>
                <a:lnTo>
                  <a:pt x="1914770" y="1440849"/>
                </a:lnTo>
                <a:lnTo>
                  <a:pt x="1920933" y="1436065"/>
                </a:lnTo>
                <a:close/>
                <a:moveTo>
                  <a:pt x="1694192" y="1928890"/>
                </a:moveTo>
                <a:lnTo>
                  <a:pt x="1693924" y="1938214"/>
                </a:lnTo>
                <a:lnTo>
                  <a:pt x="1696168" y="1937426"/>
                </a:lnTo>
                <a:lnTo>
                  <a:pt x="1696031" y="1936309"/>
                </a:lnTo>
                <a:lnTo>
                  <a:pt x="1694617" y="1928701"/>
                </a:lnTo>
                <a:close/>
                <a:moveTo>
                  <a:pt x="1648282" y="2031633"/>
                </a:moveTo>
                <a:lnTo>
                  <a:pt x="1648249" y="2033450"/>
                </a:lnTo>
                <a:lnTo>
                  <a:pt x="1652530" y="2033885"/>
                </a:lnTo>
                <a:lnTo>
                  <a:pt x="1652871" y="2031120"/>
                </a:lnTo>
                <a:close/>
                <a:moveTo>
                  <a:pt x="1849618" y="1580697"/>
                </a:moveTo>
                <a:lnTo>
                  <a:pt x="1850648" y="1580416"/>
                </a:lnTo>
                <a:lnTo>
                  <a:pt x="1850477" y="1580062"/>
                </a:lnTo>
                <a:close/>
                <a:moveTo>
                  <a:pt x="1801017" y="1689414"/>
                </a:moveTo>
                <a:lnTo>
                  <a:pt x="1801969" y="1689228"/>
                </a:lnTo>
                <a:lnTo>
                  <a:pt x="1802354" y="1689086"/>
                </a:lnTo>
                <a:lnTo>
                  <a:pt x="1816794" y="1679466"/>
                </a:lnTo>
                <a:lnTo>
                  <a:pt x="1815393" y="1678040"/>
                </a:lnTo>
                <a:lnTo>
                  <a:pt x="1806493" y="1680021"/>
                </a:lnTo>
                <a:close/>
                <a:moveTo>
                  <a:pt x="1838243" y="1605980"/>
                </a:moveTo>
                <a:lnTo>
                  <a:pt x="1838367" y="1605926"/>
                </a:lnTo>
                <a:lnTo>
                  <a:pt x="1838338" y="1605868"/>
                </a:lnTo>
                <a:close/>
                <a:moveTo>
                  <a:pt x="1709660" y="1893789"/>
                </a:moveTo>
                <a:lnTo>
                  <a:pt x="1709664" y="1893801"/>
                </a:lnTo>
                <a:lnTo>
                  <a:pt x="1709667" y="1893790"/>
                </a:lnTo>
                <a:close/>
                <a:moveTo>
                  <a:pt x="1719243" y="1872199"/>
                </a:moveTo>
                <a:lnTo>
                  <a:pt x="1719719" y="1872205"/>
                </a:lnTo>
                <a:lnTo>
                  <a:pt x="1719609" y="1872002"/>
                </a:lnTo>
                <a:close/>
                <a:moveTo>
                  <a:pt x="1909429" y="1446173"/>
                </a:moveTo>
                <a:lnTo>
                  <a:pt x="1916306" y="1443204"/>
                </a:lnTo>
                <a:lnTo>
                  <a:pt x="1916080" y="1442972"/>
                </a:lnTo>
                <a:lnTo>
                  <a:pt x="1909703" y="1445960"/>
                </a:lnTo>
                <a:close/>
                <a:moveTo>
                  <a:pt x="1738267" y="1829429"/>
                </a:moveTo>
                <a:lnTo>
                  <a:pt x="1738574" y="1832242"/>
                </a:lnTo>
                <a:lnTo>
                  <a:pt x="1741775" y="1829959"/>
                </a:lnTo>
                <a:lnTo>
                  <a:pt x="1740810" y="1827315"/>
                </a:lnTo>
                <a:close/>
                <a:moveTo>
                  <a:pt x="1727425" y="1853705"/>
                </a:moveTo>
                <a:lnTo>
                  <a:pt x="1727682" y="1864044"/>
                </a:lnTo>
                <a:lnTo>
                  <a:pt x="1728453" y="1865674"/>
                </a:lnTo>
                <a:lnTo>
                  <a:pt x="1728626" y="1856241"/>
                </a:lnTo>
                <a:lnTo>
                  <a:pt x="1728363" y="1853664"/>
                </a:lnTo>
                <a:close/>
                <a:moveTo>
                  <a:pt x="1777261" y="1741989"/>
                </a:moveTo>
                <a:lnTo>
                  <a:pt x="1778201" y="1743748"/>
                </a:lnTo>
                <a:lnTo>
                  <a:pt x="1779735" y="1742912"/>
                </a:lnTo>
                <a:lnTo>
                  <a:pt x="1778237" y="1740897"/>
                </a:lnTo>
                <a:close/>
                <a:moveTo>
                  <a:pt x="1784321" y="1725997"/>
                </a:moveTo>
                <a:lnTo>
                  <a:pt x="1784749" y="1726877"/>
                </a:lnTo>
                <a:lnTo>
                  <a:pt x="1785212" y="1726792"/>
                </a:lnTo>
                <a:lnTo>
                  <a:pt x="1784972" y="1727123"/>
                </a:lnTo>
                <a:lnTo>
                  <a:pt x="1784878" y="1727140"/>
                </a:lnTo>
                <a:lnTo>
                  <a:pt x="1785756" y="1728947"/>
                </a:lnTo>
                <a:lnTo>
                  <a:pt x="1792512" y="1723726"/>
                </a:lnTo>
                <a:close/>
                <a:moveTo>
                  <a:pt x="1779050" y="1737779"/>
                </a:moveTo>
                <a:lnTo>
                  <a:pt x="1779550" y="1739118"/>
                </a:lnTo>
                <a:lnTo>
                  <a:pt x="1780222" y="1738366"/>
                </a:lnTo>
                <a:lnTo>
                  <a:pt x="1780201" y="1738700"/>
                </a:lnTo>
                <a:lnTo>
                  <a:pt x="1779632" y="1739336"/>
                </a:lnTo>
                <a:lnTo>
                  <a:pt x="1780759" y="1742353"/>
                </a:lnTo>
                <a:lnTo>
                  <a:pt x="1785455" y="1739791"/>
                </a:lnTo>
                <a:lnTo>
                  <a:pt x="1784126" y="1734751"/>
                </a:lnTo>
                <a:lnTo>
                  <a:pt x="1784020" y="1734439"/>
                </a:lnTo>
                <a:close/>
                <a:moveTo>
                  <a:pt x="1824749" y="1635416"/>
                </a:moveTo>
                <a:lnTo>
                  <a:pt x="1828577" y="1634402"/>
                </a:lnTo>
                <a:lnTo>
                  <a:pt x="1829917" y="1632777"/>
                </a:lnTo>
                <a:lnTo>
                  <a:pt x="1827178" y="1633470"/>
                </a:lnTo>
                <a:lnTo>
                  <a:pt x="1829950" y="1632736"/>
                </a:lnTo>
                <a:lnTo>
                  <a:pt x="1833383" y="1628573"/>
                </a:lnTo>
                <a:lnTo>
                  <a:pt x="1832386" y="1626838"/>
                </a:lnTo>
                <a:lnTo>
                  <a:pt x="1826279" y="1633697"/>
                </a:lnTo>
                <a:lnTo>
                  <a:pt x="1827178" y="1633470"/>
                </a:lnTo>
                <a:lnTo>
                  <a:pt x="1826266" y="1633712"/>
                </a:lnTo>
                <a:close/>
                <a:moveTo>
                  <a:pt x="1781105" y="1733096"/>
                </a:moveTo>
                <a:lnTo>
                  <a:pt x="1782907" y="1732339"/>
                </a:lnTo>
                <a:lnTo>
                  <a:pt x="1783238" y="1732162"/>
                </a:lnTo>
                <a:lnTo>
                  <a:pt x="1783044" y="1731599"/>
                </a:lnTo>
                <a:close/>
                <a:moveTo>
                  <a:pt x="1769277" y="1759526"/>
                </a:moveTo>
                <a:lnTo>
                  <a:pt x="1769311" y="1759523"/>
                </a:lnTo>
                <a:lnTo>
                  <a:pt x="1769313" y="1759498"/>
                </a:lnTo>
                <a:close/>
                <a:moveTo>
                  <a:pt x="1724849" y="1858988"/>
                </a:moveTo>
                <a:lnTo>
                  <a:pt x="1723317" y="1868165"/>
                </a:lnTo>
                <a:lnTo>
                  <a:pt x="1726144" y="1867298"/>
                </a:lnTo>
                <a:lnTo>
                  <a:pt x="1727434" y="1866513"/>
                </a:lnTo>
                <a:lnTo>
                  <a:pt x="1727348" y="1864271"/>
                </a:lnTo>
                <a:close/>
                <a:moveTo>
                  <a:pt x="1707278" y="1898296"/>
                </a:moveTo>
                <a:lnTo>
                  <a:pt x="1707171" y="1900035"/>
                </a:lnTo>
                <a:lnTo>
                  <a:pt x="1707944" y="1899692"/>
                </a:lnTo>
                <a:lnTo>
                  <a:pt x="1708397" y="1898185"/>
                </a:lnTo>
                <a:close/>
                <a:moveTo>
                  <a:pt x="1701705" y="1910660"/>
                </a:moveTo>
                <a:lnTo>
                  <a:pt x="1705247" y="1908666"/>
                </a:lnTo>
                <a:lnTo>
                  <a:pt x="1705305" y="1908470"/>
                </a:lnTo>
                <a:close/>
                <a:moveTo>
                  <a:pt x="1731260" y="1844305"/>
                </a:moveTo>
                <a:lnTo>
                  <a:pt x="1730922" y="1847242"/>
                </a:lnTo>
                <a:lnTo>
                  <a:pt x="1738049" y="1845247"/>
                </a:lnTo>
                <a:lnTo>
                  <a:pt x="1737721" y="1843499"/>
                </a:lnTo>
                <a:close/>
                <a:moveTo>
                  <a:pt x="1711624" y="1888274"/>
                </a:moveTo>
                <a:lnTo>
                  <a:pt x="1711366" y="1889130"/>
                </a:lnTo>
                <a:lnTo>
                  <a:pt x="1717441" y="1889906"/>
                </a:lnTo>
                <a:lnTo>
                  <a:pt x="1717914" y="1887077"/>
                </a:lnTo>
                <a:lnTo>
                  <a:pt x="1713033" y="1887524"/>
                </a:lnTo>
                <a:lnTo>
                  <a:pt x="1712317" y="1887867"/>
                </a:lnTo>
                <a:close/>
                <a:moveTo>
                  <a:pt x="1688145" y="1940773"/>
                </a:moveTo>
                <a:lnTo>
                  <a:pt x="1688961" y="1943066"/>
                </a:lnTo>
                <a:lnTo>
                  <a:pt x="1692055" y="1942669"/>
                </a:lnTo>
                <a:lnTo>
                  <a:pt x="1692112" y="1939380"/>
                </a:lnTo>
                <a:close/>
                <a:moveTo>
                  <a:pt x="1762831" y="1773452"/>
                </a:moveTo>
                <a:lnTo>
                  <a:pt x="1763576" y="1779953"/>
                </a:lnTo>
                <a:lnTo>
                  <a:pt x="1767094" y="1778127"/>
                </a:lnTo>
                <a:lnTo>
                  <a:pt x="1765166" y="1772321"/>
                </a:lnTo>
                <a:close/>
                <a:moveTo>
                  <a:pt x="1766753" y="1764631"/>
                </a:moveTo>
                <a:lnTo>
                  <a:pt x="1767455" y="1767293"/>
                </a:lnTo>
                <a:lnTo>
                  <a:pt x="1768631" y="1766934"/>
                </a:lnTo>
                <a:lnTo>
                  <a:pt x="1768768" y="1765430"/>
                </a:lnTo>
                <a:lnTo>
                  <a:pt x="1768139" y="1764170"/>
                </a:lnTo>
                <a:close/>
                <a:moveTo>
                  <a:pt x="1778868" y="1737292"/>
                </a:moveTo>
                <a:lnTo>
                  <a:pt x="1778922" y="1737436"/>
                </a:lnTo>
                <a:lnTo>
                  <a:pt x="1782007" y="1735424"/>
                </a:lnTo>
                <a:lnTo>
                  <a:pt x="1782700" y="1734958"/>
                </a:lnTo>
                <a:lnTo>
                  <a:pt x="1780582" y="1735973"/>
                </a:lnTo>
                <a:close/>
                <a:moveTo>
                  <a:pt x="1694253" y="1926744"/>
                </a:moveTo>
                <a:lnTo>
                  <a:pt x="1694220" y="1927918"/>
                </a:lnTo>
                <a:lnTo>
                  <a:pt x="1694453" y="1927814"/>
                </a:lnTo>
                <a:close/>
                <a:moveTo>
                  <a:pt x="1771106" y="1754322"/>
                </a:moveTo>
                <a:lnTo>
                  <a:pt x="1770879" y="1756779"/>
                </a:lnTo>
                <a:lnTo>
                  <a:pt x="1772747" y="1755761"/>
                </a:lnTo>
                <a:lnTo>
                  <a:pt x="1771261" y="1754279"/>
                </a:lnTo>
                <a:close/>
                <a:moveTo>
                  <a:pt x="1766630" y="1764165"/>
                </a:moveTo>
                <a:lnTo>
                  <a:pt x="1766637" y="1764191"/>
                </a:lnTo>
                <a:lnTo>
                  <a:pt x="1767943" y="1763777"/>
                </a:lnTo>
                <a:lnTo>
                  <a:pt x="1767886" y="1763664"/>
                </a:lnTo>
                <a:close/>
                <a:moveTo>
                  <a:pt x="1783002" y="1727487"/>
                </a:moveTo>
                <a:lnTo>
                  <a:pt x="1783789" y="1730468"/>
                </a:lnTo>
                <a:lnTo>
                  <a:pt x="1785506" y="1729140"/>
                </a:lnTo>
                <a:lnTo>
                  <a:pt x="1784562" y="1727199"/>
                </a:lnTo>
                <a:close/>
                <a:moveTo>
                  <a:pt x="1783904" y="1725139"/>
                </a:moveTo>
                <a:lnTo>
                  <a:pt x="1784201" y="1725750"/>
                </a:lnTo>
                <a:lnTo>
                  <a:pt x="1793077" y="1723289"/>
                </a:lnTo>
                <a:lnTo>
                  <a:pt x="1797179" y="1720119"/>
                </a:lnTo>
                <a:lnTo>
                  <a:pt x="1795648" y="1716762"/>
                </a:lnTo>
                <a:close/>
                <a:moveTo>
                  <a:pt x="1653626" y="2016814"/>
                </a:moveTo>
                <a:lnTo>
                  <a:pt x="1654612" y="2017021"/>
                </a:lnTo>
                <a:lnTo>
                  <a:pt x="1654671" y="2016541"/>
                </a:lnTo>
                <a:lnTo>
                  <a:pt x="1653697" y="2016767"/>
                </a:lnTo>
                <a:close/>
                <a:moveTo>
                  <a:pt x="1743920" y="1814608"/>
                </a:moveTo>
                <a:lnTo>
                  <a:pt x="1744774" y="1814555"/>
                </a:lnTo>
                <a:lnTo>
                  <a:pt x="1749413" y="1811823"/>
                </a:lnTo>
                <a:lnTo>
                  <a:pt x="1745328" y="1813258"/>
                </a:lnTo>
                <a:close/>
                <a:moveTo>
                  <a:pt x="1864877" y="1543760"/>
                </a:moveTo>
                <a:lnTo>
                  <a:pt x="1870680" y="1542177"/>
                </a:lnTo>
                <a:lnTo>
                  <a:pt x="1869639" y="1540653"/>
                </a:lnTo>
                <a:close/>
                <a:moveTo>
                  <a:pt x="1777828" y="1738600"/>
                </a:moveTo>
                <a:lnTo>
                  <a:pt x="1778820" y="1739934"/>
                </a:lnTo>
                <a:lnTo>
                  <a:pt x="1779179" y="1739532"/>
                </a:lnTo>
                <a:lnTo>
                  <a:pt x="1778631" y="1738062"/>
                </a:lnTo>
                <a:close/>
                <a:moveTo>
                  <a:pt x="1707401" y="1896281"/>
                </a:moveTo>
                <a:lnTo>
                  <a:pt x="1707315" y="1897691"/>
                </a:lnTo>
                <a:lnTo>
                  <a:pt x="1708584" y="1897564"/>
                </a:lnTo>
                <a:lnTo>
                  <a:pt x="1708668" y="1897284"/>
                </a:lnTo>
                <a:lnTo>
                  <a:pt x="1709070" y="1895876"/>
                </a:lnTo>
                <a:close/>
                <a:moveTo>
                  <a:pt x="1843011" y="1592600"/>
                </a:moveTo>
                <a:lnTo>
                  <a:pt x="1845655" y="1590638"/>
                </a:lnTo>
                <a:lnTo>
                  <a:pt x="1844399" y="1591089"/>
                </a:lnTo>
                <a:close/>
                <a:moveTo>
                  <a:pt x="1797071" y="1695428"/>
                </a:moveTo>
                <a:lnTo>
                  <a:pt x="1817120" y="1690555"/>
                </a:lnTo>
                <a:lnTo>
                  <a:pt x="1807389" y="1691582"/>
                </a:lnTo>
                <a:lnTo>
                  <a:pt x="1797107" y="1695375"/>
                </a:lnTo>
                <a:close/>
                <a:moveTo>
                  <a:pt x="1655760" y="2011827"/>
                </a:moveTo>
                <a:lnTo>
                  <a:pt x="1655335" y="2015040"/>
                </a:lnTo>
                <a:lnTo>
                  <a:pt x="1655420" y="2015021"/>
                </a:lnTo>
                <a:lnTo>
                  <a:pt x="1662148" y="2010550"/>
                </a:lnTo>
                <a:close/>
                <a:moveTo>
                  <a:pt x="1695033" y="1923810"/>
                </a:moveTo>
                <a:lnTo>
                  <a:pt x="1695471" y="1927361"/>
                </a:lnTo>
                <a:lnTo>
                  <a:pt x="1704394" y="1923391"/>
                </a:lnTo>
                <a:lnTo>
                  <a:pt x="1704453" y="1922813"/>
                </a:lnTo>
                <a:lnTo>
                  <a:pt x="1704520" y="1921711"/>
                </a:lnTo>
                <a:lnTo>
                  <a:pt x="1701617" y="1921568"/>
                </a:lnTo>
                <a:lnTo>
                  <a:pt x="1701363" y="1922413"/>
                </a:lnTo>
                <a:lnTo>
                  <a:pt x="1701049" y="1922634"/>
                </a:lnTo>
                <a:lnTo>
                  <a:pt x="1701373" y="1921555"/>
                </a:lnTo>
                <a:lnTo>
                  <a:pt x="1699261" y="1921451"/>
                </a:lnTo>
                <a:close/>
                <a:moveTo>
                  <a:pt x="1762695" y="1772272"/>
                </a:moveTo>
                <a:lnTo>
                  <a:pt x="1762770" y="1772923"/>
                </a:lnTo>
                <a:lnTo>
                  <a:pt x="1765006" y="1771841"/>
                </a:lnTo>
                <a:lnTo>
                  <a:pt x="1764879" y="1771457"/>
                </a:lnTo>
                <a:close/>
                <a:moveTo>
                  <a:pt x="1718952" y="1870163"/>
                </a:moveTo>
                <a:lnTo>
                  <a:pt x="1719404" y="1870985"/>
                </a:lnTo>
                <a:lnTo>
                  <a:pt x="1718998" y="1870147"/>
                </a:lnTo>
                <a:close/>
                <a:moveTo>
                  <a:pt x="1808264" y="1670056"/>
                </a:moveTo>
                <a:lnTo>
                  <a:pt x="1809057" y="1670864"/>
                </a:lnTo>
                <a:lnTo>
                  <a:pt x="1810361" y="1668963"/>
                </a:lnTo>
                <a:close/>
                <a:moveTo>
                  <a:pt x="1829815" y="1621793"/>
                </a:moveTo>
                <a:lnTo>
                  <a:pt x="1832453" y="1626387"/>
                </a:lnTo>
                <a:lnTo>
                  <a:pt x="1835705" y="1622734"/>
                </a:lnTo>
                <a:lnTo>
                  <a:pt x="1832428" y="1620988"/>
                </a:lnTo>
                <a:close/>
                <a:moveTo>
                  <a:pt x="1748153" y="1804640"/>
                </a:moveTo>
                <a:lnTo>
                  <a:pt x="1756888" y="1801867"/>
                </a:lnTo>
                <a:lnTo>
                  <a:pt x="1759465" y="1799398"/>
                </a:lnTo>
                <a:lnTo>
                  <a:pt x="1755312" y="1800785"/>
                </a:lnTo>
                <a:close/>
                <a:moveTo>
                  <a:pt x="1731752" y="1841319"/>
                </a:moveTo>
                <a:lnTo>
                  <a:pt x="1737307" y="1841296"/>
                </a:lnTo>
                <a:lnTo>
                  <a:pt x="1736770" y="1838435"/>
                </a:lnTo>
                <a:lnTo>
                  <a:pt x="1732882" y="1840615"/>
                </a:lnTo>
                <a:close/>
                <a:moveTo>
                  <a:pt x="1841731" y="1594958"/>
                </a:moveTo>
                <a:lnTo>
                  <a:pt x="1841840" y="1595287"/>
                </a:lnTo>
                <a:lnTo>
                  <a:pt x="1841989" y="1595806"/>
                </a:lnTo>
                <a:lnTo>
                  <a:pt x="1843815" y="1593659"/>
                </a:lnTo>
                <a:close/>
                <a:moveTo>
                  <a:pt x="1867679" y="1536831"/>
                </a:moveTo>
                <a:lnTo>
                  <a:pt x="1869576" y="1539611"/>
                </a:lnTo>
                <a:lnTo>
                  <a:pt x="1874720" y="1536256"/>
                </a:lnTo>
                <a:lnTo>
                  <a:pt x="1872203" y="1531079"/>
                </a:lnTo>
                <a:close/>
                <a:moveTo>
                  <a:pt x="1710380" y="1889004"/>
                </a:moveTo>
                <a:lnTo>
                  <a:pt x="1711013" y="1889084"/>
                </a:lnTo>
                <a:lnTo>
                  <a:pt x="1711168" y="1888541"/>
                </a:lnTo>
                <a:close/>
                <a:moveTo>
                  <a:pt x="1777588" y="1738277"/>
                </a:moveTo>
                <a:lnTo>
                  <a:pt x="1777603" y="1738297"/>
                </a:lnTo>
                <a:lnTo>
                  <a:pt x="1778500" y="1737712"/>
                </a:lnTo>
                <a:lnTo>
                  <a:pt x="1778460" y="1737606"/>
                </a:lnTo>
                <a:close/>
                <a:moveTo>
                  <a:pt x="1736060" y="1831265"/>
                </a:moveTo>
                <a:lnTo>
                  <a:pt x="1736308" y="1832588"/>
                </a:lnTo>
                <a:lnTo>
                  <a:pt x="1736505" y="1833719"/>
                </a:lnTo>
                <a:lnTo>
                  <a:pt x="1738270" y="1832459"/>
                </a:lnTo>
                <a:lnTo>
                  <a:pt x="1738224" y="1832035"/>
                </a:lnTo>
                <a:lnTo>
                  <a:pt x="1737937" y="1829704"/>
                </a:lnTo>
                <a:close/>
                <a:moveTo>
                  <a:pt x="1733802" y="1836103"/>
                </a:moveTo>
                <a:lnTo>
                  <a:pt x="1736138" y="1835070"/>
                </a:lnTo>
                <a:lnTo>
                  <a:pt x="1736033" y="1834511"/>
                </a:lnTo>
                <a:close/>
                <a:moveTo>
                  <a:pt x="1765513" y="1765043"/>
                </a:moveTo>
                <a:lnTo>
                  <a:pt x="1766186" y="1767682"/>
                </a:lnTo>
                <a:lnTo>
                  <a:pt x="1766520" y="1767580"/>
                </a:lnTo>
                <a:lnTo>
                  <a:pt x="1765823" y="1764940"/>
                </a:lnTo>
                <a:close/>
                <a:moveTo>
                  <a:pt x="1782726" y="1726440"/>
                </a:moveTo>
                <a:lnTo>
                  <a:pt x="1782930" y="1727213"/>
                </a:lnTo>
                <a:lnTo>
                  <a:pt x="1784434" y="1726936"/>
                </a:lnTo>
                <a:lnTo>
                  <a:pt x="1784019" y="1726082"/>
                </a:lnTo>
                <a:close/>
                <a:moveTo>
                  <a:pt x="1841851" y="1594034"/>
                </a:moveTo>
                <a:lnTo>
                  <a:pt x="1845350" y="1591854"/>
                </a:lnTo>
                <a:lnTo>
                  <a:pt x="1846308" y="1590727"/>
                </a:lnTo>
                <a:close/>
                <a:moveTo>
                  <a:pt x="1725685" y="1853988"/>
                </a:moveTo>
                <a:lnTo>
                  <a:pt x="1724965" y="1858299"/>
                </a:lnTo>
                <a:lnTo>
                  <a:pt x="1727309" y="1863255"/>
                </a:lnTo>
                <a:lnTo>
                  <a:pt x="1726942" y="1853757"/>
                </a:lnTo>
                <a:close/>
                <a:moveTo>
                  <a:pt x="1694327" y="1924204"/>
                </a:moveTo>
                <a:lnTo>
                  <a:pt x="1694311" y="1924749"/>
                </a:lnTo>
                <a:lnTo>
                  <a:pt x="1694848" y="1927639"/>
                </a:lnTo>
                <a:lnTo>
                  <a:pt x="1694956" y="1927591"/>
                </a:lnTo>
                <a:lnTo>
                  <a:pt x="1694525" y="1924094"/>
                </a:lnTo>
                <a:close/>
                <a:moveTo>
                  <a:pt x="1657054" y="2007436"/>
                </a:moveTo>
                <a:lnTo>
                  <a:pt x="1664981" y="2008667"/>
                </a:lnTo>
                <a:lnTo>
                  <a:pt x="1670289" y="2005141"/>
                </a:lnTo>
                <a:close/>
                <a:moveTo>
                  <a:pt x="1648363" y="2026895"/>
                </a:moveTo>
                <a:lnTo>
                  <a:pt x="1648368" y="2026943"/>
                </a:lnTo>
                <a:lnTo>
                  <a:pt x="1648287" y="2031333"/>
                </a:lnTo>
                <a:lnTo>
                  <a:pt x="1652901" y="2030882"/>
                </a:lnTo>
                <a:lnTo>
                  <a:pt x="1653428" y="2026603"/>
                </a:lnTo>
                <a:close/>
                <a:moveTo>
                  <a:pt x="1707515" y="1894428"/>
                </a:moveTo>
                <a:lnTo>
                  <a:pt x="1707427" y="1895865"/>
                </a:lnTo>
                <a:lnTo>
                  <a:pt x="1709072" y="1895464"/>
                </a:lnTo>
                <a:lnTo>
                  <a:pt x="1708590" y="1893851"/>
                </a:lnTo>
                <a:close/>
                <a:moveTo>
                  <a:pt x="1773445" y="1746787"/>
                </a:moveTo>
                <a:lnTo>
                  <a:pt x="1778174" y="1744332"/>
                </a:lnTo>
                <a:lnTo>
                  <a:pt x="1778121" y="1744236"/>
                </a:lnTo>
                <a:close/>
                <a:moveTo>
                  <a:pt x="1782624" y="1726052"/>
                </a:moveTo>
                <a:lnTo>
                  <a:pt x="1782657" y="1726178"/>
                </a:lnTo>
                <a:lnTo>
                  <a:pt x="1783898" y="1725834"/>
                </a:lnTo>
                <a:lnTo>
                  <a:pt x="1783649" y="1725321"/>
                </a:lnTo>
                <a:close/>
                <a:moveTo>
                  <a:pt x="1731763" y="1839940"/>
                </a:moveTo>
                <a:lnTo>
                  <a:pt x="1731670" y="1840737"/>
                </a:lnTo>
                <a:lnTo>
                  <a:pt x="1735693" y="1838230"/>
                </a:lnTo>
                <a:close/>
                <a:moveTo>
                  <a:pt x="1732977" y="1836962"/>
                </a:moveTo>
                <a:lnTo>
                  <a:pt x="1736417" y="1836555"/>
                </a:lnTo>
                <a:lnTo>
                  <a:pt x="1736174" y="1835260"/>
                </a:lnTo>
                <a:close/>
                <a:moveTo>
                  <a:pt x="1762511" y="1770662"/>
                </a:moveTo>
                <a:lnTo>
                  <a:pt x="1762664" y="1772001"/>
                </a:lnTo>
                <a:lnTo>
                  <a:pt x="1764806" y="1771236"/>
                </a:lnTo>
                <a:lnTo>
                  <a:pt x="1764421" y="1770075"/>
                </a:lnTo>
                <a:close/>
                <a:moveTo>
                  <a:pt x="1656172" y="2008713"/>
                </a:moveTo>
                <a:lnTo>
                  <a:pt x="1655867" y="2011021"/>
                </a:lnTo>
                <a:lnTo>
                  <a:pt x="1663000" y="2009595"/>
                </a:lnTo>
                <a:lnTo>
                  <a:pt x="1658644" y="2009097"/>
                </a:lnTo>
                <a:close/>
                <a:moveTo>
                  <a:pt x="1773298" y="1746422"/>
                </a:moveTo>
                <a:lnTo>
                  <a:pt x="1777933" y="1743894"/>
                </a:lnTo>
                <a:lnTo>
                  <a:pt x="1777026" y="1742251"/>
                </a:lnTo>
                <a:close/>
                <a:moveTo>
                  <a:pt x="1715098" y="1876713"/>
                </a:moveTo>
                <a:lnTo>
                  <a:pt x="1713958" y="1880506"/>
                </a:lnTo>
                <a:lnTo>
                  <a:pt x="1719561" y="1877218"/>
                </a:lnTo>
                <a:lnTo>
                  <a:pt x="1720240" y="1873151"/>
                </a:lnTo>
                <a:lnTo>
                  <a:pt x="1720045" y="1872798"/>
                </a:lnTo>
                <a:close/>
                <a:moveTo>
                  <a:pt x="1767321" y="1759743"/>
                </a:moveTo>
                <a:lnTo>
                  <a:pt x="1769099" y="1759546"/>
                </a:lnTo>
                <a:lnTo>
                  <a:pt x="1769325" y="1759367"/>
                </a:lnTo>
                <a:lnTo>
                  <a:pt x="1769395" y="1758612"/>
                </a:lnTo>
                <a:close/>
                <a:moveTo>
                  <a:pt x="1707570" y="1893522"/>
                </a:moveTo>
                <a:lnTo>
                  <a:pt x="1707530" y="1894184"/>
                </a:lnTo>
                <a:lnTo>
                  <a:pt x="1708529" y="1893648"/>
                </a:lnTo>
                <a:lnTo>
                  <a:pt x="1708529" y="1893644"/>
                </a:lnTo>
                <a:close/>
                <a:moveTo>
                  <a:pt x="1778153" y="1735378"/>
                </a:moveTo>
                <a:lnTo>
                  <a:pt x="1778336" y="1735866"/>
                </a:lnTo>
                <a:lnTo>
                  <a:pt x="1779315" y="1735443"/>
                </a:lnTo>
                <a:lnTo>
                  <a:pt x="1782405" y="1733956"/>
                </a:lnTo>
                <a:lnTo>
                  <a:pt x="1783550" y="1733074"/>
                </a:lnTo>
                <a:lnTo>
                  <a:pt x="1783380" y="1732578"/>
                </a:lnTo>
                <a:lnTo>
                  <a:pt x="1778165" y="1735369"/>
                </a:lnTo>
                <a:close/>
                <a:moveTo>
                  <a:pt x="1777111" y="1737636"/>
                </a:moveTo>
                <a:lnTo>
                  <a:pt x="1777298" y="1737887"/>
                </a:lnTo>
                <a:lnTo>
                  <a:pt x="1778282" y="1737129"/>
                </a:lnTo>
                <a:lnTo>
                  <a:pt x="1778265" y="1737084"/>
                </a:lnTo>
                <a:close/>
                <a:moveTo>
                  <a:pt x="1754049" y="1789195"/>
                </a:moveTo>
                <a:lnTo>
                  <a:pt x="1755480" y="1791699"/>
                </a:lnTo>
                <a:lnTo>
                  <a:pt x="1762556" y="1790776"/>
                </a:lnTo>
                <a:lnTo>
                  <a:pt x="1760063" y="1785839"/>
                </a:lnTo>
                <a:close/>
                <a:moveTo>
                  <a:pt x="1694366" y="1922808"/>
                </a:moveTo>
                <a:lnTo>
                  <a:pt x="1694338" y="1923805"/>
                </a:lnTo>
                <a:lnTo>
                  <a:pt x="1694480" y="1923726"/>
                </a:lnTo>
                <a:close/>
                <a:moveTo>
                  <a:pt x="1776079" y="1739776"/>
                </a:moveTo>
                <a:lnTo>
                  <a:pt x="1777158" y="1741794"/>
                </a:lnTo>
                <a:lnTo>
                  <a:pt x="1778111" y="1740728"/>
                </a:lnTo>
                <a:lnTo>
                  <a:pt x="1776962" y="1739183"/>
                </a:lnTo>
                <a:close/>
                <a:moveTo>
                  <a:pt x="1820528" y="1640157"/>
                </a:moveTo>
                <a:lnTo>
                  <a:pt x="1824731" y="1639066"/>
                </a:lnTo>
                <a:lnTo>
                  <a:pt x="1827843" y="1635291"/>
                </a:lnTo>
                <a:lnTo>
                  <a:pt x="1823938" y="1636327"/>
                </a:lnTo>
                <a:close/>
                <a:moveTo>
                  <a:pt x="1731931" y="1838474"/>
                </a:moveTo>
                <a:lnTo>
                  <a:pt x="1731829" y="1839358"/>
                </a:lnTo>
                <a:lnTo>
                  <a:pt x="1734586" y="1838160"/>
                </a:lnTo>
                <a:close/>
                <a:moveTo>
                  <a:pt x="1671214" y="1974313"/>
                </a:moveTo>
                <a:lnTo>
                  <a:pt x="1690314" y="1974057"/>
                </a:lnTo>
                <a:lnTo>
                  <a:pt x="1691507" y="1973967"/>
                </a:lnTo>
                <a:lnTo>
                  <a:pt x="1691649" y="1965849"/>
                </a:lnTo>
                <a:lnTo>
                  <a:pt x="1677614" y="1968183"/>
                </a:lnTo>
                <a:lnTo>
                  <a:pt x="1673556" y="1972070"/>
                </a:lnTo>
                <a:lnTo>
                  <a:pt x="1680973" y="1969352"/>
                </a:lnTo>
                <a:lnTo>
                  <a:pt x="1680783" y="1969660"/>
                </a:lnTo>
                <a:lnTo>
                  <a:pt x="1673155" y="1972454"/>
                </a:lnTo>
                <a:close/>
                <a:moveTo>
                  <a:pt x="1698715" y="1912689"/>
                </a:moveTo>
                <a:lnTo>
                  <a:pt x="1702690" y="1912301"/>
                </a:lnTo>
                <a:lnTo>
                  <a:pt x="1704719" y="1910422"/>
                </a:lnTo>
                <a:lnTo>
                  <a:pt x="1705122" y="1909082"/>
                </a:lnTo>
                <a:close/>
                <a:moveTo>
                  <a:pt x="1727295" y="1848491"/>
                </a:moveTo>
                <a:lnTo>
                  <a:pt x="1727343" y="1850415"/>
                </a:lnTo>
                <a:lnTo>
                  <a:pt x="1728019" y="1850291"/>
                </a:lnTo>
                <a:lnTo>
                  <a:pt x="1727820" y="1848344"/>
                </a:lnTo>
                <a:close/>
                <a:moveTo>
                  <a:pt x="1715872" y="1874014"/>
                </a:moveTo>
                <a:lnTo>
                  <a:pt x="1715177" y="1876443"/>
                </a:lnTo>
                <a:lnTo>
                  <a:pt x="1719966" y="1872653"/>
                </a:lnTo>
                <a:lnTo>
                  <a:pt x="1719934" y="1872596"/>
                </a:lnTo>
                <a:lnTo>
                  <a:pt x="1718536" y="1872580"/>
                </a:lnTo>
                <a:close/>
                <a:moveTo>
                  <a:pt x="1764359" y="1765426"/>
                </a:moveTo>
                <a:lnTo>
                  <a:pt x="1764683" y="1766401"/>
                </a:lnTo>
                <a:lnTo>
                  <a:pt x="1764389" y="1765417"/>
                </a:lnTo>
                <a:close/>
                <a:moveTo>
                  <a:pt x="1730897" y="1840316"/>
                </a:moveTo>
                <a:lnTo>
                  <a:pt x="1730983" y="1841166"/>
                </a:lnTo>
                <a:lnTo>
                  <a:pt x="1731089" y="1841099"/>
                </a:lnTo>
                <a:lnTo>
                  <a:pt x="1731182" y="1840193"/>
                </a:lnTo>
                <a:close/>
                <a:moveTo>
                  <a:pt x="1694714" y="1921225"/>
                </a:moveTo>
                <a:lnTo>
                  <a:pt x="1694988" y="1923443"/>
                </a:lnTo>
                <a:lnTo>
                  <a:pt x="1698615" y="1921418"/>
                </a:lnTo>
                <a:close/>
                <a:moveTo>
                  <a:pt x="1813827" y="1654483"/>
                </a:moveTo>
                <a:lnTo>
                  <a:pt x="1820778" y="1651792"/>
                </a:lnTo>
                <a:lnTo>
                  <a:pt x="1828286" y="1638915"/>
                </a:lnTo>
                <a:lnTo>
                  <a:pt x="1826224" y="1639445"/>
                </a:lnTo>
                <a:close/>
                <a:moveTo>
                  <a:pt x="1848759" y="1576183"/>
                </a:moveTo>
                <a:lnTo>
                  <a:pt x="1850316" y="1579407"/>
                </a:lnTo>
                <a:lnTo>
                  <a:pt x="1850536" y="1579385"/>
                </a:lnTo>
                <a:lnTo>
                  <a:pt x="1860582" y="1571960"/>
                </a:lnTo>
                <a:close/>
                <a:moveTo>
                  <a:pt x="1839787" y="1596170"/>
                </a:moveTo>
                <a:lnTo>
                  <a:pt x="1839937" y="1596842"/>
                </a:lnTo>
                <a:lnTo>
                  <a:pt x="1840311" y="1596666"/>
                </a:lnTo>
                <a:lnTo>
                  <a:pt x="1840084" y="1595983"/>
                </a:lnTo>
                <a:close/>
                <a:moveTo>
                  <a:pt x="1656435" y="2006722"/>
                </a:moveTo>
                <a:lnTo>
                  <a:pt x="1656378" y="2007156"/>
                </a:lnTo>
                <a:lnTo>
                  <a:pt x="1671099" y="2004603"/>
                </a:lnTo>
                <a:lnTo>
                  <a:pt x="1687242" y="1993875"/>
                </a:lnTo>
                <a:close/>
                <a:moveTo>
                  <a:pt x="1716290" y="1872554"/>
                </a:moveTo>
                <a:lnTo>
                  <a:pt x="1716067" y="1873333"/>
                </a:lnTo>
                <a:lnTo>
                  <a:pt x="1717064" y="1872823"/>
                </a:lnTo>
                <a:lnTo>
                  <a:pt x="1717482" y="1872568"/>
                </a:lnTo>
                <a:close/>
                <a:moveTo>
                  <a:pt x="1807188" y="1668961"/>
                </a:moveTo>
                <a:lnTo>
                  <a:pt x="1808025" y="1669814"/>
                </a:lnTo>
                <a:lnTo>
                  <a:pt x="1810752" y="1668392"/>
                </a:lnTo>
                <a:lnTo>
                  <a:pt x="1811464" y="1667353"/>
                </a:lnTo>
                <a:lnTo>
                  <a:pt x="1811361" y="1667128"/>
                </a:lnTo>
                <a:lnTo>
                  <a:pt x="1808374" y="1667811"/>
                </a:lnTo>
                <a:close/>
                <a:moveTo>
                  <a:pt x="1771650" y="1748388"/>
                </a:moveTo>
                <a:lnTo>
                  <a:pt x="1771239" y="1752870"/>
                </a:lnTo>
                <a:lnTo>
                  <a:pt x="1772099" y="1753728"/>
                </a:lnTo>
                <a:lnTo>
                  <a:pt x="1772742" y="1753561"/>
                </a:lnTo>
                <a:lnTo>
                  <a:pt x="1780378" y="1751459"/>
                </a:lnTo>
                <a:lnTo>
                  <a:pt x="1781578" y="1750508"/>
                </a:lnTo>
                <a:lnTo>
                  <a:pt x="1781360" y="1750099"/>
                </a:lnTo>
                <a:lnTo>
                  <a:pt x="1778412" y="1744762"/>
                </a:lnTo>
                <a:close/>
                <a:moveTo>
                  <a:pt x="1765872" y="1761290"/>
                </a:moveTo>
                <a:lnTo>
                  <a:pt x="1765891" y="1761361"/>
                </a:lnTo>
                <a:lnTo>
                  <a:pt x="1766157" y="1761259"/>
                </a:lnTo>
                <a:close/>
                <a:moveTo>
                  <a:pt x="1670309" y="1975180"/>
                </a:moveTo>
                <a:lnTo>
                  <a:pt x="1671391" y="1975232"/>
                </a:lnTo>
                <a:lnTo>
                  <a:pt x="1675555" y="1974977"/>
                </a:lnTo>
                <a:lnTo>
                  <a:pt x="1670449" y="1975046"/>
                </a:lnTo>
                <a:close/>
                <a:moveTo>
                  <a:pt x="1738892" y="1821534"/>
                </a:moveTo>
                <a:lnTo>
                  <a:pt x="1740272" y="1825319"/>
                </a:lnTo>
                <a:lnTo>
                  <a:pt x="1746037" y="1820527"/>
                </a:lnTo>
                <a:close/>
                <a:moveTo>
                  <a:pt x="1837478" y="1600611"/>
                </a:moveTo>
                <a:lnTo>
                  <a:pt x="1837626" y="1600936"/>
                </a:lnTo>
                <a:lnTo>
                  <a:pt x="1838711" y="1599661"/>
                </a:lnTo>
                <a:close/>
                <a:moveTo>
                  <a:pt x="1716753" y="1870935"/>
                </a:moveTo>
                <a:lnTo>
                  <a:pt x="1716400" y="1872167"/>
                </a:lnTo>
                <a:lnTo>
                  <a:pt x="1718109" y="1872187"/>
                </a:lnTo>
                <a:lnTo>
                  <a:pt x="1719308" y="1871457"/>
                </a:lnTo>
                <a:lnTo>
                  <a:pt x="1718654" y="1870267"/>
                </a:lnTo>
                <a:close/>
                <a:moveTo>
                  <a:pt x="1600855" y="2130297"/>
                </a:moveTo>
                <a:lnTo>
                  <a:pt x="1600625" y="2132568"/>
                </a:lnTo>
                <a:lnTo>
                  <a:pt x="1604704" y="2131450"/>
                </a:lnTo>
                <a:close/>
                <a:moveTo>
                  <a:pt x="1726569" y="1848694"/>
                </a:moveTo>
                <a:lnTo>
                  <a:pt x="1726248" y="1850616"/>
                </a:lnTo>
                <a:lnTo>
                  <a:pt x="1726817" y="1850511"/>
                </a:lnTo>
                <a:lnTo>
                  <a:pt x="1726744" y="1848645"/>
                </a:lnTo>
                <a:close/>
                <a:moveTo>
                  <a:pt x="1694581" y="1920137"/>
                </a:moveTo>
                <a:lnTo>
                  <a:pt x="1694637" y="1920595"/>
                </a:lnTo>
                <a:lnTo>
                  <a:pt x="1699646" y="1920843"/>
                </a:lnTo>
                <a:lnTo>
                  <a:pt x="1701979" y="1919541"/>
                </a:lnTo>
                <a:lnTo>
                  <a:pt x="1703993" y="1912839"/>
                </a:lnTo>
                <a:lnTo>
                  <a:pt x="1702280" y="1913006"/>
                </a:lnTo>
                <a:close/>
                <a:moveTo>
                  <a:pt x="1776488" y="1736666"/>
                </a:moveTo>
                <a:lnTo>
                  <a:pt x="1777884" y="1736062"/>
                </a:lnTo>
                <a:lnTo>
                  <a:pt x="1777746" y="1735693"/>
                </a:lnTo>
                <a:close/>
                <a:moveTo>
                  <a:pt x="1840867" y="1592358"/>
                </a:moveTo>
                <a:lnTo>
                  <a:pt x="1841273" y="1593579"/>
                </a:lnTo>
                <a:lnTo>
                  <a:pt x="1843146" y="1591539"/>
                </a:lnTo>
                <a:close/>
                <a:moveTo>
                  <a:pt x="1790533" y="1704963"/>
                </a:moveTo>
                <a:lnTo>
                  <a:pt x="1795756" y="1716419"/>
                </a:lnTo>
                <a:lnTo>
                  <a:pt x="1809763" y="1706427"/>
                </a:lnTo>
                <a:lnTo>
                  <a:pt x="1818498" y="1700016"/>
                </a:lnTo>
                <a:lnTo>
                  <a:pt x="1818457" y="1700168"/>
                </a:lnTo>
                <a:lnTo>
                  <a:pt x="1802672" y="1711752"/>
                </a:lnTo>
                <a:lnTo>
                  <a:pt x="1795848" y="1716620"/>
                </a:lnTo>
                <a:lnTo>
                  <a:pt x="1797375" y="1719967"/>
                </a:lnTo>
                <a:lnTo>
                  <a:pt x="1807924" y="1711814"/>
                </a:lnTo>
                <a:lnTo>
                  <a:pt x="1825135" y="1698139"/>
                </a:lnTo>
                <a:lnTo>
                  <a:pt x="1825061" y="1698450"/>
                </a:lnTo>
                <a:lnTo>
                  <a:pt x="1797536" y="1720320"/>
                </a:lnTo>
                <a:lnTo>
                  <a:pt x="1798206" y="1721791"/>
                </a:lnTo>
                <a:lnTo>
                  <a:pt x="1818524" y="1706150"/>
                </a:lnTo>
                <a:lnTo>
                  <a:pt x="1832296" y="1695250"/>
                </a:lnTo>
                <a:lnTo>
                  <a:pt x="1826693" y="1689544"/>
                </a:lnTo>
                <a:lnTo>
                  <a:pt x="1818926" y="1690364"/>
                </a:lnTo>
                <a:lnTo>
                  <a:pt x="1798298" y="1695680"/>
                </a:lnTo>
                <a:lnTo>
                  <a:pt x="1796618" y="1696088"/>
                </a:lnTo>
                <a:close/>
                <a:moveTo>
                  <a:pt x="1726713" y="1847829"/>
                </a:moveTo>
                <a:lnTo>
                  <a:pt x="1726616" y="1848411"/>
                </a:lnTo>
                <a:lnTo>
                  <a:pt x="1726734" y="1848380"/>
                </a:lnTo>
                <a:close/>
                <a:moveTo>
                  <a:pt x="1838493" y="1597520"/>
                </a:moveTo>
                <a:lnTo>
                  <a:pt x="1839474" y="1597059"/>
                </a:lnTo>
                <a:lnTo>
                  <a:pt x="1839365" y="1596569"/>
                </a:lnTo>
                <a:close/>
                <a:moveTo>
                  <a:pt x="1780322" y="1727694"/>
                </a:moveTo>
                <a:lnTo>
                  <a:pt x="1781620" y="1727455"/>
                </a:lnTo>
                <a:lnTo>
                  <a:pt x="1781431" y="1726904"/>
                </a:lnTo>
                <a:close/>
                <a:moveTo>
                  <a:pt x="1717529" y="1868221"/>
                </a:moveTo>
                <a:lnTo>
                  <a:pt x="1716989" y="1870108"/>
                </a:lnTo>
                <a:lnTo>
                  <a:pt x="1718339" y="1869694"/>
                </a:lnTo>
                <a:close/>
                <a:moveTo>
                  <a:pt x="1730724" y="1838618"/>
                </a:moveTo>
                <a:lnTo>
                  <a:pt x="1730843" y="1839787"/>
                </a:lnTo>
                <a:lnTo>
                  <a:pt x="1731240" y="1839614"/>
                </a:lnTo>
                <a:lnTo>
                  <a:pt x="1731349" y="1838543"/>
                </a:lnTo>
                <a:close/>
                <a:moveTo>
                  <a:pt x="1775379" y="1738465"/>
                </a:moveTo>
                <a:lnTo>
                  <a:pt x="1775719" y="1739103"/>
                </a:lnTo>
                <a:lnTo>
                  <a:pt x="1776471" y="1738523"/>
                </a:lnTo>
                <a:lnTo>
                  <a:pt x="1776153" y="1738095"/>
                </a:lnTo>
                <a:close/>
                <a:moveTo>
                  <a:pt x="1717729" y="1867523"/>
                </a:moveTo>
                <a:lnTo>
                  <a:pt x="1717650" y="1867795"/>
                </a:lnTo>
                <a:lnTo>
                  <a:pt x="1718643" y="1869600"/>
                </a:lnTo>
                <a:lnTo>
                  <a:pt x="1718722" y="1869575"/>
                </a:lnTo>
                <a:close/>
                <a:moveTo>
                  <a:pt x="1655356" y="2007172"/>
                </a:moveTo>
                <a:lnTo>
                  <a:pt x="1655819" y="2007244"/>
                </a:lnTo>
                <a:lnTo>
                  <a:pt x="1655853" y="2006965"/>
                </a:lnTo>
                <a:close/>
                <a:moveTo>
                  <a:pt x="1731264" y="1837165"/>
                </a:moveTo>
                <a:lnTo>
                  <a:pt x="1731450" y="1837143"/>
                </a:lnTo>
                <a:lnTo>
                  <a:pt x="1731493" y="1837124"/>
                </a:lnTo>
                <a:lnTo>
                  <a:pt x="1731504" y="1837006"/>
                </a:lnTo>
                <a:close/>
                <a:moveTo>
                  <a:pt x="1732412" y="1834299"/>
                </a:moveTo>
                <a:lnTo>
                  <a:pt x="1732165" y="1836444"/>
                </a:lnTo>
                <a:lnTo>
                  <a:pt x="1734357" y="1834992"/>
                </a:lnTo>
                <a:lnTo>
                  <a:pt x="1734304" y="1835150"/>
                </a:lnTo>
                <a:lnTo>
                  <a:pt x="1732149" y="1836578"/>
                </a:lnTo>
                <a:lnTo>
                  <a:pt x="1732119" y="1836848"/>
                </a:lnTo>
                <a:lnTo>
                  <a:pt x="1735958" y="1834109"/>
                </a:lnTo>
                <a:lnTo>
                  <a:pt x="1735509" y="1831723"/>
                </a:lnTo>
                <a:close/>
                <a:moveTo>
                  <a:pt x="1723032" y="1855142"/>
                </a:moveTo>
                <a:lnTo>
                  <a:pt x="1722879" y="1857343"/>
                </a:lnTo>
                <a:lnTo>
                  <a:pt x="1723191" y="1855478"/>
                </a:lnTo>
                <a:close/>
                <a:moveTo>
                  <a:pt x="1806484" y="1668244"/>
                </a:moveTo>
                <a:lnTo>
                  <a:pt x="1806624" y="1668386"/>
                </a:lnTo>
                <a:lnTo>
                  <a:pt x="1806861" y="1668157"/>
                </a:lnTo>
                <a:close/>
                <a:moveTo>
                  <a:pt x="1789225" y="1706870"/>
                </a:moveTo>
                <a:lnTo>
                  <a:pt x="1790802" y="1706330"/>
                </a:lnTo>
                <a:lnTo>
                  <a:pt x="1790309" y="1705288"/>
                </a:lnTo>
                <a:close/>
                <a:moveTo>
                  <a:pt x="1740972" y="1814788"/>
                </a:moveTo>
                <a:lnTo>
                  <a:pt x="1743528" y="1814631"/>
                </a:lnTo>
                <a:lnTo>
                  <a:pt x="1743984" y="1814228"/>
                </a:lnTo>
                <a:lnTo>
                  <a:pt x="1744805" y="1813442"/>
                </a:lnTo>
                <a:close/>
                <a:moveTo>
                  <a:pt x="1861589" y="1544562"/>
                </a:moveTo>
                <a:lnTo>
                  <a:pt x="1866189" y="1541821"/>
                </a:lnTo>
                <a:lnTo>
                  <a:pt x="1869128" y="1539903"/>
                </a:lnTo>
                <a:lnTo>
                  <a:pt x="1867581" y="1537639"/>
                </a:lnTo>
                <a:lnTo>
                  <a:pt x="1867321" y="1537287"/>
                </a:lnTo>
                <a:lnTo>
                  <a:pt x="1862019" y="1544028"/>
                </a:lnTo>
                <a:close/>
                <a:moveTo>
                  <a:pt x="1723148" y="1854454"/>
                </a:moveTo>
                <a:lnTo>
                  <a:pt x="1723306" y="1854787"/>
                </a:lnTo>
                <a:lnTo>
                  <a:pt x="1723368" y="1854413"/>
                </a:lnTo>
                <a:close/>
                <a:moveTo>
                  <a:pt x="1809178" y="1661790"/>
                </a:moveTo>
                <a:lnTo>
                  <a:pt x="1810250" y="1664194"/>
                </a:lnTo>
                <a:lnTo>
                  <a:pt x="1811714" y="1663471"/>
                </a:lnTo>
                <a:lnTo>
                  <a:pt x="1816316" y="1659028"/>
                </a:lnTo>
                <a:close/>
                <a:moveTo>
                  <a:pt x="1764592" y="1761431"/>
                </a:moveTo>
                <a:lnTo>
                  <a:pt x="1764692" y="1761825"/>
                </a:lnTo>
                <a:lnTo>
                  <a:pt x="1764974" y="1761716"/>
                </a:lnTo>
                <a:lnTo>
                  <a:pt x="1764890" y="1761398"/>
                </a:lnTo>
                <a:close/>
                <a:moveTo>
                  <a:pt x="1769281" y="1750916"/>
                </a:moveTo>
                <a:lnTo>
                  <a:pt x="1770033" y="1751666"/>
                </a:lnTo>
                <a:lnTo>
                  <a:pt x="1770195" y="1749894"/>
                </a:lnTo>
                <a:close/>
                <a:moveTo>
                  <a:pt x="1836891" y="1599319"/>
                </a:moveTo>
                <a:lnTo>
                  <a:pt x="1837058" y="1599686"/>
                </a:lnTo>
                <a:lnTo>
                  <a:pt x="1838918" y="1598368"/>
                </a:lnTo>
                <a:close/>
                <a:moveTo>
                  <a:pt x="1738321" y="1819970"/>
                </a:moveTo>
                <a:lnTo>
                  <a:pt x="1738724" y="1821073"/>
                </a:lnTo>
                <a:lnTo>
                  <a:pt x="1746739" y="1819942"/>
                </a:lnTo>
                <a:lnTo>
                  <a:pt x="1751601" y="1815899"/>
                </a:lnTo>
                <a:lnTo>
                  <a:pt x="1743503" y="1816395"/>
                </a:lnTo>
                <a:lnTo>
                  <a:pt x="1739999" y="1818651"/>
                </a:lnTo>
                <a:lnTo>
                  <a:pt x="1740284" y="1820313"/>
                </a:lnTo>
                <a:lnTo>
                  <a:pt x="1740079" y="1820620"/>
                </a:lnTo>
                <a:lnTo>
                  <a:pt x="1739767" y="1818800"/>
                </a:lnTo>
                <a:lnTo>
                  <a:pt x="1739083" y="1819241"/>
                </a:lnTo>
                <a:close/>
                <a:moveTo>
                  <a:pt x="1727217" y="1844810"/>
                </a:moveTo>
                <a:lnTo>
                  <a:pt x="1727205" y="1844877"/>
                </a:lnTo>
                <a:lnTo>
                  <a:pt x="1727289" y="1848233"/>
                </a:lnTo>
                <a:lnTo>
                  <a:pt x="1727796" y="1848099"/>
                </a:lnTo>
                <a:lnTo>
                  <a:pt x="1727457" y="1844780"/>
                </a:lnTo>
                <a:close/>
                <a:moveTo>
                  <a:pt x="1737427" y="1821741"/>
                </a:moveTo>
                <a:lnTo>
                  <a:pt x="1738022" y="1827190"/>
                </a:lnTo>
                <a:lnTo>
                  <a:pt x="1740126" y="1825440"/>
                </a:lnTo>
                <a:lnTo>
                  <a:pt x="1738711" y="1821560"/>
                </a:lnTo>
                <a:close/>
                <a:moveTo>
                  <a:pt x="1739652" y="1816631"/>
                </a:moveTo>
                <a:lnTo>
                  <a:pt x="1739799" y="1817483"/>
                </a:lnTo>
                <a:lnTo>
                  <a:pt x="1741305" y="1816596"/>
                </a:lnTo>
                <a:lnTo>
                  <a:pt x="1741386" y="1816525"/>
                </a:lnTo>
                <a:close/>
                <a:moveTo>
                  <a:pt x="1804312" y="1671750"/>
                </a:moveTo>
                <a:lnTo>
                  <a:pt x="1807555" y="1670059"/>
                </a:lnTo>
                <a:lnTo>
                  <a:pt x="1806824" y="1669315"/>
                </a:lnTo>
                <a:close/>
                <a:moveTo>
                  <a:pt x="1762021" y="1766391"/>
                </a:moveTo>
                <a:lnTo>
                  <a:pt x="1762305" y="1768873"/>
                </a:lnTo>
                <a:lnTo>
                  <a:pt x="1763863" y="1768395"/>
                </a:lnTo>
                <a:lnTo>
                  <a:pt x="1763025" y="1765871"/>
                </a:lnTo>
                <a:lnTo>
                  <a:pt x="1762427" y="1766069"/>
                </a:lnTo>
                <a:close/>
                <a:moveTo>
                  <a:pt x="1828000" y="1618631"/>
                </a:moveTo>
                <a:lnTo>
                  <a:pt x="1829689" y="1621572"/>
                </a:lnTo>
                <a:lnTo>
                  <a:pt x="1831467" y="1621051"/>
                </a:lnTo>
                <a:lnTo>
                  <a:pt x="1832151" y="1620841"/>
                </a:lnTo>
                <a:close/>
                <a:moveTo>
                  <a:pt x="1865605" y="1533794"/>
                </a:moveTo>
                <a:lnTo>
                  <a:pt x="1867332" y="1536323"/>
                </a:lnTo>
                <a:lnTo>
                  <a:pt x="1871891" y="1530683"/>
                </a:lnTo>
                <a:close/>
                <a:moveTo>
                  <a:pt x="1839107" y="1593091"/>
                </a:moveTo>
                <a:lnTo>
                  <a:pt x="1839564" y="1595157"/>
                </a:lnTo>
                <a:lnTo>
                  <a:pt x="1839762" y="1595011"/>
                </a:lnTo>
                <a:lnTo>
                  <a:pt x="1839122" y="1593085"/>
                </a:lnTo>
                <a:close/>
                <a:moveTo>
                  <a:pt x="1645957" y="2025554"/>
                </a:moveTo>
                <a:lnTo>
                  <a:pt x="1645984" y="2026726"/>
                </a:lnTo>
                <a:lnTo>
                  <a:pt x="1646076" y="2026722"/>
                </a:lnTo>
                <a:close/>
                <a:moveTo>
                  <a:pt x="1859574" y="1547219"/>
                </a:moveTo>
                <a:lnTo>
                  <a:pt x="1861971" y="1549811"/>
                </a:lnTo>
                <a:lnTo>
                  <a:pt x="1867389" y="1545518"/>
                </a:lnTo>
                <a:lnTo>
                  <a:pt x="1867323" y="1545793"/>
                </a:lnTo>
                <a:lnTo>
                  <a:pt x="1862090" y="1549941"/>
                </a:lnTo>
                <a:lnTo>
                  <a:pt x="1866097" y="1554276"/>
                </a:lnTo>
                <a:lnTo>
                  <a:pt x="1874289" y="1547465"/>
                </a:lnTo>
                <a:lnTo>
                  <a:pt x="1870824" y="1542388"/>
                </a:lnTo>
                <a:lnTo>
                  <a:pt x="1864218" y="1544190"/>
                </a:lnTo>
                <a:lnTo>
                  <a:pt x="1862091" y="1545577"/>
                </a:lnTo>
                <a:lnTo>
                  <a:pt x="1866136" y="1545093"/>
                </a:lnTo>
                <a:lnTo>
                  <a:pt x="1865926" y="1545346"/>
                </a:lnTo>
                <a:lnTo>
                  <a:pt x="1861662" y="1545857"/>
                </a:lnTo>
                <a:close/>
                <a:moveTo>
                  <a:pt x="1737336" y="1820913"/>
                </a:moveTo>
                <a:lnTo>
                  <a:pt x="1737375" y="1821263"/>
                </a:lnTo>
                <a:lnTo>
                  <a:pt x="1738541" y="1821099"/>
                </a:lnTo>
                <a:lnTo>
                  <a:pt x="1738168" y="1820116"/>
                </a:lnTo>
                <a:lnTo>
                  <a:pt x="1737343" y="1820907"/>
                </a:lnTo>
                <a:close/>
                <a:moveTo>
                  <a:pt x="1774712" y="1737217"/>
                </a:moveTo>
                <a:lnTo>
                  <a:pt x="1774805" y="1737392"/>
                </a:lnTo>
                <a:lnTo>
                  <a:pt x="1774858" y="1737370"/>
                </a:lnTo>
                <a:lnTo>
                  <a:pt x="1775338" y="1736999"/>
                </a:lnTo>
                <a:lnTo>
                  <a:pt x="1775276" y="1736915"/>
                </a:lnTo>
                <a:close/>
                <a:moveTo>
                  <a:pt x="1827793" y="1618270"/>
                </a:moveTo>
                <a:lnTo>
                  <a:pt x="1827842" y="1618355"/>
                </a:lnTo>
                <a:lnTo>
                  <a:pt x="1832378" y="1620771"/>
                </a:lnTo>
                <a:lnTo>
                  <a:pt x="1839373" y="1618615"/>
                </a:lnTo>
                <a:lnTo>
                  <a:pt x="1841546" y="1616175"/>
                </a:lnTo>
                <a:lnTo>
                  <a:pt x="1842616" y="1614340"/>
                </a:lnTo>
                <a:lnTo>
                  <a:pt x="1838674" y="1606534"/>
                </a:lnTo>
                <a:lnTo>
                  <a:pt x="1837243" y="1607157"/>
                </a:lnTo>
                <a:close/>
                <a:moveTo>
                  <a:pt x="1765124" y="1758451"/>
                </a:moveTo>
                <a:lnTo>
                  <a:pt x="1765462" y="1759734"/>
                </a:lnTo>
                <a:lnTo>
                  <a:pt x="1765745" y="1759580"/>
                </a:lnTo>
                <a:close/>
                <a:moveTo>
                  <a:pt x="1835465" y="1600816"/>
                </a:moveTo>
                <a:lnTo>
                  <a:pt x="1835702" y="1600649"/>
                </a:lnTo>
                <a:lnTo>
                  <a:pt x="1835673" y="1600590"/>
                </a:lnTo>
                <a:close/>
                <a:moveTo>
                  <a:pt x="1730450" y="1835930"/>
                </a:moveTo>
                <a:lnTo>
                  <a:pt x="1730584" y="1837246"/>
                </a:lnTo>
                <a:lnTo>
                  <a:pt x="1731036" y="1837192"/>
                </a:lnTo>
                <a:lnTo>
                  <a:pt x="1731518" y="1836873"/>
                </a:lnTo>
                <a:lnTo>
                  <a:pt x="1731721" y="1834872"/>
                </a:lnTo>
                <a:close/>
                <a:moveTo>
                  <a:pt x="1772197" y="1742427"/>
                </a:moveTo>
                <a:lnTo>
                  <a:pt x="1771753" y="1747265"/>
                </a:lnTo>
                <a:lnTo>
                  <a:pt x="1772757" y="1746717"/>
                </a:lnTo>
                <a:lnTo>
                  <a:pt x="1776920" y="1742060"/>
                </a:lnTo>
                <a:lnTo>
                  <a:pt x="1775772" y="1739983"/>
                </a:lnTo>
                <a:lnTo>
                  <a:pt x="1772635" y="1742091"/>
                </a:lnTo>
                <a:close/>
                <a:moveTo>
                  <a:pt x="1840130" y="1590137"/>
                </a:moveTo>
                <a:lnTo>
                  <a:pt x="1840692" y="1591827"/>
                </a:lnTo>
                <a:lnTo>
                  <a:pt x="1841217" y="1591639"/>
                </a:lnTo>
                <a:lnTo>
                  <a:pt x="1844292" y="1590291"/>
                </a:lnTo>
                <a:lnTo>
                  <a:pt x="1845663" y="1588799"/>
                </a:lnTo>
                <a:close/>
                <a:moveTo>
                  <a:pt x="1736857" y="1821336"/>
                </a:moveTo>
                <a:lnTo>
                  <a:pt x="1736905" y="1821330"/>
                </a:lnTo>
                <a:lnTo>
                  <a:pt x="1736900" y="1821298"/>
                </a:lnTo>
                <a:close/>
                <a:moveTo>
                  <a:pt x="1668138" y="1975077"/>
                </a:moveTo>
                <a:lnTo>
                  <a:pt x="1668825" y="1975109"/>
                </a:lnTo>
                <a:lnTo>
                  <a:pt x="1668873" y="1975067"/>
                </a:lnTo>
                <a:close/>
                <a:moveTo>
                  <a:pt x="1836413" y="1598271"/>
                </a:moveTo>
                <a:lnTo>
                  <a:pt x="1836498" y="1598456"/>
                </a:lnTo>
                <a:lnTo>
                  <a:pt x="1837019" y="1598211"/>
                </a:lnTo>
                <a:lnTo>
                  <a:pt x="1837700" y="1597469"/>
                </a:lnTo>
                <a:close/>
                <a:moveTo>
                  <a:pt x="1647735" y="2020729"/>
                </a:moveTo>
                <a:lnTo>
                  <a:pt x="1648336" y="2026623"/>
                </a:lnTo>
                <a:lnTo>
                  <a:pt x="1653454" y="2026399"/>
                </a:lnTo>
                <a:lnTo>
                  <a:pt x="1654561" y="2017428"/>
                </a:lnTo>
                <a:lnTo>
                  <a:pt x="1653149" y="2017131"/>
                </a:lnTo>
                <a:close/>
                <a:moveTo>
                  <a:pt x="1763215" y="1761983"/>
                </a:moveTo>
                <a:lnTo>
                  <a:pt x="1763337" y="1762348"/>
                </a:lnTo>
                <a:lnTo>
                  <a:pt x="1763458" y="1762302"/>
                </a:lnTo>
                <a:lnTo>
                  <a:pt x="1763342" y="1761913"/>
                </a:lnTo>
                <a:close/>
                <a:moveTo>
                  <a:pt x="1756772" y="1776385"/>
                </a:moveTo>
                <a:lnTo>
                  <a:pt x="1758861" y="1780521"/>
                </a:lnTo>
                <a:lnTo>
                  <a:pt x="1758863" y="1780520"/>
                </a:lnTo>
                <a:lnTo>
                  <a:pt x="1758862" y="1780523"/>
                </a:lnTo>
                <a:lnTo>
                  <a:pt x="1759612" y="1782010"/>
                </a:lnTo>
                <a:lnTo>
                  <a:pt x="1763197" y="1780149"/>
                </a:lnTo>
                <a:lnTo>
                  <a:pt x="1762450" y="1773635"/>
                </a:lnTo>
                <a:close/>
                <a:moveTo>
                  <a:pt x="1768443" y="1750080"/>
                </a:moveTo>
                <a:lnTo>
                  <a:pt x="1769135" y="1750770"/>
                </a:lnTo>
                <a:lnTo>
                  <a:pt x="1770227" y="1749548"/>
                </a:lnTo>
                <a:lnTo>
                  <a:pt x="1770265" y="1749131"/>
                </a:lnTo>
                <a:lnTo>
                  <a:pt x="1770071" y="1749235"/>
                </a:lnTo>
                <a:close/>
                <a:moveTo>
                  <a:pt x="1752275" y="1786120"/>
                </a:moveTo>
                <a:lnTo>
                  <a:pt x="1752815" y="1787037"/>
                </a:lnTo>
                <a:lnTo>
                  <a:pt x="1753577" y="1788369"/>
                </a:lnTo>
                <a:lnTo>
                  <a:pt x="1759758" y="1785236"/>
                </a:lnTo>
                <a:lnTo>
                  <a:pt x="1758558" y="1782860"/>
                </a:lnTo>
                <a:close/>
                <a:moveTo>
                  <a:pt x="1709237" y="1882459"/>
                </a:moveTo>
                <a:lnTo>
                  <a:pt x="1709325" y="1883227"/>
                </a:lnTo>
                <a:lnTo>
                  <a:pt x="1711081" y="1882196"/>
                </a:lnTo>
                <a:close/>
                <a:moveTo>
                  <a:pt x="1702685" y="1897017"/>
                </a:moveTo>
                <a:lnTo>
                  <a:pt x="1706083" y="1896191"/>
                </a:lnTo>
                <a:lnTo>
                  <a:pt x="1706146" y="1895161"/>
                </a:lnTo>
                <a:close/>
                <a:moveTo>
                  <a:pt x="1694591" y="1915012"/>
                </a:moveTo>
                <a:lnTo>
                  <a:pt x="1694470" y="1919239"/>
                </a:lnTo>
                <a:lnTo>
                  <a:pt x="1694543" y="1919839"/>
                </a:lnTo>
                <a:lnTo>
                  <a:pt x="1694768" y="1919637"/>
                </a:lnTo>
                <a:lnTo>
                  <a:pt x="1701886" y="1913045"/>
                </a:lnTo>
                <a:lnTo>
                  <a:pt x="1697283" y="1913495"/>
                </a:lnTo>
                <a:close/>
                <a:moveTo>
                  <a:pt x="1721373" y="1854780"/>
                </a:moveTo>
                <a:lnTo>
                  <a:pt x="1718660" y="1864265"/>
                </a:lnTo>
                <a:lnTo>
                  <a:pt x="1720907" y="1868905"/>
                </a:lnTo>
                <a:lnTo>
                  <a:pt x="1720951" y="1868892"/>
                </a:lnTo>
                <a:lnTo>
                  <a:pt x="1721274" y="1866956"/>
                </a:lnTo>
                <a:lnTo>
                  <a:pt x="1722103" y="1854645"/>
                </a:lnTo>
                <a:close/>
                <a:moveTo>
                  <a:pt x="1667963" y="1974356"/>
                </a:moveTo>
                <a:lnTo>
                  <a:pt x="1669703" y="1974333"/>
                </a:lnTo>
                <a:lnTo>
                  <a:pt x="1670889" y="1973285"/>
                </a:lnTo>
                <a:close/>
                <a:moveTo>
                  <a:pt x="1772432" y="1739877"/>
                </a:moveTo>
                <a:lnTo>
                  <a:pt x="1772258" y="1741767"/>
                </a:lnTo>
                <a:lnTo>
                  <a:pt x="1775415" y="1739337"/>
                </a:lnTo>
                <a:lnTo>
                  <a:pt x="1775027" y="1738634"/>
                </a:lnTo>
                <a:close/>
                <a:moveTo>
                  <a:pt x="1601676" y="2122209"/>
                </a:moveTo>
                <a:lnTo>
                  <a:pt x="1600925" y="2129609"/>
                </a:lnTo>
                <a:lnTo>
                  <a:pt x="1605940" y="2131111"/>
                </a:lnTo>
                <a:lnTo>
                  <a:pt x="1625722" y="2125688"/>
                </a:lnTo>
                <a:lnTo>
                  <a:pt x="1625325" y="2125636"/>
                </a:lnTo>
                <a:close/>
                <a:moveTo>
                  <a:pt x="1723417" y="1849576"/>
                </a:moveTo>
                <a:lnTo>
                  <a:pt x="1723308" y="1851155"/>
                </a:lnTo>
                <a:lnTo>
                  <a:pt x="1723930" y="1851041"/>
                </a:lnTo>
                <a:lnTo>
                  <a:pt x="1724083" y="1850126"/>
                </a:lnTo>
                <a:lnTo>
                  <a:pt x="1724117" y="1849380"/>
                </a:lnTo>
                <a:close/>
                <a:moveTo>
                  <a:pt x="1657806" y="1996358"/>
                </a:moveTo>
                <a:lnTo>
                  <a:pt x="1657340" y="1999876"/>
                </a:lnTo>
                <a:lnTo>
                  <a:pt x="1663584" y="1999656"/>
                </a:lnTo>
                <a:lnTo>
                  <a:pt x="1663412" y="1999801"/>
                </a:lnTo>
                <a:lnTo>
                  <a:pt x="1657322" y="2000017"/>
                </a:lnTo>
                <a:lnTo>
                  <a:pt x="1656498" y="2006248"/>
                </a:lnTo>
                <a:lnTo>
                  <a:pt x="1687474" y="1993330"/>
                </a:lnTo>
                <a:close/>
                <a:moveTo>
                  <a:pt x="1709121" y="1881444"/>
                </a:moveTo>
                <a:lnTo>
                  <a:pt x="1709187" y="1882028"/>
                </a:lnTo>
                <a:lnTo>
                  <a:pt x="1712068" y="1881616"/>
                </a:lnTo>
                <a:lnTo>
                  <a:pt x="1713366" y="1880854"/>
                </a:lnTo>
                <a:lnTo>
                  <a:pt x="1714390" y="1877274"/>
                </a:lnTo>
                <a:close/>
                <a:moveTo>
                  <a:pt x="1806288" y="1663626"/>
                </a:moveTo>
                <a:lnTo>
                  <a:pt x="1806428" y="1663518"/>
                </a:lnTo>
                <a:lnTo>
                  <a:pt x="1808025" y="1662237"/>
                </a:lnTo>
                <a:lnTo>
                  <a:pt x="1807156" y="1662573"/>
                </a:lnTo>
                <a:close/>
                <a:moveTo>
                  <a:pt x="1776343" y="1730533"/>
                </a:moveTo>
                <a:lnTo>
                  <a:pt x="1777817" y="1734478"/>
                </a:lnTo>
                <a:lnTo>
                  <a:pt x="1779531" y="1733758"/>
                </a:lnTo>
                <a:lnTo>
                  <a:pt x="1782893" y="1731160"/>
                </a:lnTo>
                <a:lnTo>
                  <a:pt x="1781713" y="1727725"/>
                </a:lnTo>
                <a:lnTo>
                  <a:pt x="1779780" y="1728081"/>
                </a:lnTo>
                <a:close/>
                <a:moveTo>
                  <a:pt x="1858650" y="1546217"/>
                </a:moveTo>
                <a:lnTo>
                  <a:pt x="1858707" y="1546279"/>
                </a:lnTo>
                <a:lnTo>
                  <a:pt x="1858850" y="1546194"/>
                </a:lnTo>
                <a:close/>
                <a:moveTo>
                  <a:pt x="1765149" y="1755539"/>
                </a:moveTo>
                <a:lnTo>
                  <a:pt x="1769788" y="1754331"/>
                </a:lnTo>
                <a:lnTo>
                  <a:pt x="1769915" y="1752937"/>
                </a:lnTo>
                <a:lnTo>
                  <a:pt x="1768625" y="1751650"/>
                </a:lnTo>
                <a:close/>
                <a:moveTo>
                  <a:pt x="1713006" y="1872128"/>
                </a:moveTo>
                <a:lnTo>
                  <a:pt x="1715853" y="1872161"/>
                </a:lnTo>
                <a:lnTo>
                  <a:pt x="1716142" y="1871149"/>
                </a:lnTo>
                <a:lnTo>
                  <a:pt x="1715786" y="1871274"/>
                </a:lnTo>
                <a:close/>
                <a:moveTo>
                  <a:pt x="1735538" y="1821523"/>
                </a:moveTo>
                <a:lnTo>
                  <a:pt x="1735769" y="1821490"/>
                </a:lnTo>
                <a:lnTo>
                  <a:pt x="1736254" y="1821061"/>
                </a:lnTo>
                <a:close/>
                <a:moveTo>
                  <a:pt x="1708240" y="1882602"/>
                </a:moveTo>
                <a:lnTo>
                  <a:pt x="1708159" y="1883911"/>
                </a:lnTo>
                <a:lnTo>
                  <a:pt x="1708926" y="1883461"/>
                </a:lnTo>
                <a:lnTo>
                  <a:pt x="1708781" y="1882525"/>
                </a:lnTo>
                <a:close/>
                <a:moveTo>
                  <a:pt x="1761616" y="1762855"/>
                </a:moveTo>
                <a:lnTo>
                  <a:pt x="1761633" y="1763007"/>
                </a:lnTo>
                <a:lnTo>
                  <a:pt x="1762024" y="1762856"/>
                </a:lnTo>
                <a:lnTo>
                  <a:pt x="1761961" y="1762667"/>
                </a:lnTo>
                <a:close/>
                <a:moveTo>
                  <a:pt x="1734574" y="1823355"/>
                </a:moveTo>
                <a:lnTo>
                  <a:pt x="1735663" y="1829152"/>
                </a:lnTo>
                <a:lnTo>
                  <a:pt x="1737663" y="1827488"/>
                </a:lnTo>
                <a:lnTo>
                  <a:pt x="1736963" y="1821806"/>
                </a:lnTo>
                <a:lnTo>
                  <a:pt x="1736204" y="1821913"/>
                </a:lnTo>
                <a:close/>
                <a:moveTo>
                  <a:pt x="1764537" y="1756223"/>
                </a:moveTo>
                <a:lnTo>
                  <a:pt x="1764659" y="1756685"/>
                </a:lnTo>
                <a:lnTo>
                  <a:pt x="1766029" y="1759425"/>
                </a:lnTo>
                <a:lnTo>
                  <a:pt x="1769493" y="1757536"/>
                </a:lnTo>
                <a:lnTo>
                  <a:pt x="1769754" y="1754694"/>
                </a:lnTo>
                <a:lnTo>
                  <a:pt x="1764647" y="1756100"/>
                </a:lnTo>
                <a:close/>
                <a:moveTo>
                  <a:pt x="1772590" y="1738142"/>
                </a:moveTo>
                <a:lnTo>
                  <a:pt x="1772571" y="1738359"/>
                </a:lnTo>
                <a:lnTo>
                  <a:pt x="1774431" y="1737554"/>
                </a:lnTo>
                <a:lnTo>
                  <a:pt x="1774348" y="1737404"/>
                </a:lnTo>
                <a:close/>
                <a:moveTo>
                  <a:pt x="1708269" y="1882118"/>
                </a:moveTo>
                <a:lnTo>
                  <a:pt x="1708266" y="1882160"/>
                </a:lnTo>
                <a:lnTo>
                  <a:pt x="1708714" y="1882096"/>
                </a:lnTo>
                <a:lnTo>
                  <a:pt x="1708668" y="1881802"/>
                </a:lnTo>
                <a:close/>
                <a:moveTo>
                  <a:pt x="1647477" y="2018207"/>
                </a:moveTo>
                <a:lnTo>
                  <a:pt x="1647677" y="2020166"/>
                </a:lnTo>
                <a:lnTo>
                  <a:pt x="1652309" y="2017088"/>
                </a:lnTo>
                <a:close/>
                <a:moveTo>
                  <a:pt x="1839483" y="1588189"/>
                </a:moveTo>
                <a:lnTo>
                  <a:pt x="1840038" y="1589858"/>
                </a:lnTo>
                <a:lnTo>
                  <a:pt x="1846018" y="1588412"/>
                </a:lnTo>
                <a:lnTo>
                  <a:pt x="1851582" y="1582351"/>
                </a:lnTo>
                <a:lnTo>
                  <a:pt x="1851257" y="1581678"/>
                </a:lnTo>
                <a:lnTo>
                  <a:pt x="1846545" y="1582970"/>
                </a:lnTo>
                <a:lnTo>
                  <a:pt x="1839744" y="1587996"/>
                </a:lnTo>
                <a:lnTo>
                  <a:pt x="1841263" y="1587698"/>
                </a:lnTo>
                <a:lnTo>
                  <a:pt x="1841127" y="1587858"/>
                </a:lnTo>
                <a:lnTo>
                  <a:pt x="1839500" y="1588177"/>
                </a:lnTo>
                <a:close/>
                <a:moveTo>
                  <a:pt x="1846668" y="1571854"/>
                </a:moveTo>
                <a:lnTo>
                  <a:pt x="1847165" y="1572885"/>
                </a:lnTo>
                <a:lnTo>
                  <a:pt x="1848735" y="1572231"/>
                </a:lnTo>
                <a:lnTo>
                  <a:pt x="1859204" y="1567454"/>
                </a:lnTo>
                <a:lnTo>
                  <a:pt x="1859128" y="1567602"/>
                </a:lnTo>
                <a:lnTo>
                  <a:pt x="1847235" y="1573028"/>
                </a:lnTo>
                <a:lnTo>
                  <a:pt x="1848488" y="1575622"/>
                </a:lnTo>
                <a:lnTo>
                  <a:pt x="1862292" y="1570690"/>
                </a:lnTo>
                <a:lnTo>
                  <a:pt x="1871407" y="1560764"/>
                </a:lnTo>
                <a:lnTo>
                  <a:pt x="1866943" y="1555934"/>
                </a:lnTo>
                <a:lnTo>
                  <a:pt x="1864577" y="1556962"/>
                </a:lnTo>
                <a:close/>
                <a:moveTo>
                  <a:pt x="1858273" y="1545812"/>
                </a:moveTo>
                <a:lnTo>
                  <a:pt x="1858459" y="1546012"/>
                </a:lnTo>
                <a:lnTo>
                  <a:pt x="1859330" y="1545908"/>
                </a:lnTo>
                <a:lnTo>
                  <a:pt x="1859817" y="1545618"/>
                </a:lnTo>
                <a:lnTo>
                  <a:pt x="1860053" y="1545326"/>
                </a:lnTo>
                <a:close/>
                <a:moveTo>
                  <a:pt x="1780914" y="1718990"/>
                </a:moveTo>
                <a:lnTo>
                  <a:pt x="1783808" y="1724942"/>
                </a:lnTo>
                <a:lnTo>
                  <a:pt x="1795556" y="1716561"/>
                </a:lnTo>
                <a:lnTo>
                  <a:pt x="1793311" y="1711637"/>
                </a:lnTo>
                <a:lnTo>
                  <a:pt x="1790841" y="1706413"/>
                </a:lnTo>
                <a:lnTo>
                  <a:pt x="1790700" y="1706679"/>
                </a:lnTo>
                <a:lnTo>
                  <a:pt x="1788944" y="1707280"/>
                </a:lnTo>
                <a:close/>
                <a:moveTo>
                  <a:pt x="1755963" y="1774782"/>
                </a:moveTo>
                <a:lnTo>
                  <a:pt x="1756546" y="1775937"/>
                </a:lnTo>
                <a:lnTo>
                  <a:pt x="1762390" y="1773107"/>
                </a:lnTo>
                <a:lnTo>
                  <a:pt x="1762311" y="1772415"/>
                </a:lnTo>
                <a:close/>
                <a:moveTo>
                  <a:pt x="1685328" y="1932855"/>
                </a:moveTo>
                <a:lnTo>
                  <a:pt x="1687977" y="1940301"/>
                </a:lnTo>
                <a:lnTo>
                  <a:pt x="1692122" y="1938846"/>
                </a:lnTo>
                <a:lnTo>
                  <a:pt x="1692281" y="1929745"/>
                </a:lnTo>
                <a:close/>
                <a:moveTo>
                  <a:pt x="1737160" y="1816783"/>
                </a:moveTo>
                <a:lnTo>
                  <a:pt x="1737836" y="1818638"/>
                </a:lnTo>
                <a:lnTo>
                  <a:pt x="1739564" y="1817620"/>
                </a:lnTo>
                <a:lnTo>
                  <a:pt x="1739397" y="1816647"/>
                </a:lnTo>
                <a:close/>
                <a:moveTo>
                  <a:pt x="1780595" y="1719456"/>
                </a:moveTo>
                <a:lnTo>
                  <a:pt x="1781842" y="1723083"/>
                </a:lnTo>
                <a:lnTo>
                  <a:pt x="1782565" y="1725829"/>
                </a:lnTo>
                <a:lnTo>
                  <a:pt x="1783553" y="1725124"/>
                </a:lnTo>
                <a:lnTo>
                  <a:pt x="1781474" y="1720850"/>
                </a:lnTo>
                <a:lnTo>
                  <a:pt x="1780612" y="1719432"/>
                </a:lnTo>
                <a:close/>
                <a:moveTo>
                  <a:pt x="1817173" y="1637424"/>
                </a:moveTo>
                <a:lnTo>
                  <a:pt x="1824131" y="1635580"/>
                </a:lnTo>
                <a:lnTo>
                  <a:pt x="1825705" y="1633860"/>
                </a:lnTo>
                <a:lnTo>
                  <a:pt x="1818230" y="1635840"/>
                </a:lnTo>
                <a:close/>
                <a:moveTo>
                  <a:pt x="1823423" y="1623410"/>
                </a:moveTo>
                <a:lnTo>
                  <a:pt x="1829397" y="1621659"/>
                </a:lnTo>
                <a:lnTo>
                  <a:pt x="1827555" y="1618550"/>
                </a:lnTo>
                <a:close/>
                <a:moveTo>
                  <a:pt x="1804307" y="1666028"/>
                </a:moveTo>
                <a:lnTo>
                  <a:pt x="1804692" y="1666419"/>
                </a:lnTo>
                <a:lnTo>
                  <a:pt x="1806655" y="1665970"/>
                </a:lnTo>
                <a:lnTo>
                  <a:pt x="1810049" y="1664293"/>
                </a:lnTo>
                <a:lnTo>
                  <a:pt x="1808935" y="1661884"/>
                </a:lnTo>
                <a:lnTo>
                  <a:pt x="1808891" y="1661901"/>
                </a:lnTo>
                <a:lnTo>
                  <a:pt x="1805404" y="1664697"/>
                </a:lnTo>
                <a:close/>
                <a:moveTo>
                  <a:pt x="1723804" y="1846274"/>
                </a:moveTo>
                <a:lnTo>
                  <a:pt x="1723596" y="1847002"/>
                </a:lnTo>
                <a:lnTo>
                  <a:pt x="1723440" y="1849253"/>
                </a:lnTo>
                <a:lnTo>
                  <a:pt x="1724131" y="1849070"/>
                </a:lnTo>
                <a:lnTo>
                  <a:pt x="1724272" y="1845982"/>
                </a:lnTo>
                <a:close/>
                <a:moveTo>
                  <a:pt x="1763461" y="1757427"/>
                </a:moveTo>
                <a:lnTo>
                  <a:pt x="1764210" y="1759932"/>
                </a:lnTo>
                <a:lnTo>
                  <a:pt x="1764248" y="1760083"/>
                </a:lnTo>
                <a:lnTo>
                  <a:pt x="1764535" y="1760051"/>
                </a:lnTo>
                <a:lnTo>
                  <a:pt x="1763757" y="1757097"/>
                </a:lnTo>
                <a:close/>
                <a:moveTo>
                  <a:pt x="1761491" y="1761774"/>
                </a:moveTo>
                <a:lnTo>
                  <a:pt x="1761505" y="1761893"/>
                </a:lnTo>
                <a:lnTo>
                  <a:pt x="1761673" y="1761800"/>
                </a:lnTo>
                <a:lnTo>
                  <a:pt x="1761658" y="1761756"/>
                </a:lnTo>
                <a:close/>
                <a:moveTo>
                  <a:pt x="1747668" y="1792718"/>
                </a:moveTo>
                <a:lnTo>
                  <a:pt x="1755107" y="1791747"/>
                </a:lnTo>
                <a:lnTo>
                  <a:pt x="1753712" y="1789383"/>
                </a:lnTo>
                <a:lnTo>
                  <a:pt x="1748423" y="1792335"/>
                </a:lnTo>
                <a:close/>
                <a:moveTo>
                  <a:pt x="1736886" y="1816800"/>
                </a:moveTo>
                <a:lnTo>
                  <a:pt x="1737133" y="1819052"/>
                </a:lnTo>
                <a:lnTo>
                  <a:pt x="1737648" y="1818748"/>
                </a:lnTo>
                <a:lnTo>
                  <a:pt x="1736908" y="1816799"/>
                </a:lnTo>
                <a:close/>
                <a:moveTo>
                  <a:pt x="1733467" y="1824334"/>
                </a:moveTo>
                <a:lnTo>
                  <a:pt x="1732784" y="1831070"/>
                </a:lnTo>
                <a:lnTo>
                  <a:pt x="1732723" y="1831596"/>
                </a:lnTo>
                <a:lnTo>
                  <a:pt x="1735112" y="1829610"/>
                </a:lnTo>
                <a:lnTo>
                  <a:pt x="1734028" y="1823837"/>
                </a:lnTo>
                <a:close/>
                <a:moveTo>
                  <a:pt x="1734371" y="1822274"/>
                </a:moveTo>
                <a:lnTo>
                  <a:pt x="1734444" y="1822662"/>
                </a:lnTo>
                <a:lnTo>
                  <a:pt x="1735116" y="1822068"/>
                </a:lnTo>
                <a:lnTo>
                  <a:pt x="1734572" y="1822145"/>
                </a:lnTo>
                <a:close/>
                <a:moveTo>
                  <a:pt x="1762396" y="1759513"/>
                </a:moveTo>
                <a:lnTo>
                  <a:pt x="1762644" y="1760261"/>
                </a:lnTo>
                <a:lnTo>
                  <a:pt x="1762842" y="1760238"/>
                </a:lnTo>
                <a:lnTo>
                  <a:pt x="1762612" y="1759468"/>
                </a:lnTo>
                <a:close/>
                <a:moveTo>
                  <a:pt x="1760616" y="1763401"/>
                </a:moveTo>
                <a:lnTo>
                  <a:pt x="1761249" y="1763156"/>
                </a:lnTo>
                <a:lnTo>
                  <a:pt x="1761238" y="1763061"/>
                </a:lnTo>
                <a:close/>
                <a:moveTo>
                  <a:pt x="1803782" y="1666627"/>
                </a:moveTo>
                <a:lnTo>
                  <a:pt x="1804111" y="1666552"/>
                </a:lnTo>
                <a:lnTo>
                  <a:pt x="1803980" y="1666420"/>
                </a:lnTo>
                <a:close/>
                <a:moveTo>
                  <a:pt x="1738854" y="1811979"/>
                </a:moveTo>
                <a:lnTo>
                  <a:pt x="1739315" y="1814665"/>
                </a:lnTo>
                <a:lnTo>
                  <a:pt x="1745966" y="1812329"/>
                </a:lnTo>
                <a:lnTo>
                  <a:pt x="1746968" y="1811370"/>
                </a:lnTo>
                <a:close/>
                <a:moveTo>
                  <a:pt x="1708396" y="1880048"/>
                </a:moveTo>
                <a:lnTo>
                  <a:pt x="1708286" y="1881843"/>
                </a:lnTo>
                <a:lnTo>
                  <a:pt x="1708633" y="1881575"/>
                </a:lnTo>
                <a:close/>
                <a:moveTo>
                  <a:pt x="1751161" y="1784234"/>
                </a:moveTo>
                <a:lnTo>
                  <a:pt x="1752138" y="1785888"/>
                </a:lnTo>
                <a:lnTo>
                  <a:pt x="1758437" y="1782620"/>
                </a:lnTo>
                <a:lnTo>
                  <a:pt x="1757713" y="1781187"/>
                </a:lnTo>
                <a:close/>
                <a:moveTo>
                  <a:pt x="1694719" y="1910527"/>
                </a:moveTo>
                <a:lnTo>
                  <a:pt x="1694716" y="1910650"/>
                </a:lnTo>
                <a:lnTo>
                  <a:pt x="1695233" y="1910385"/>
                </a:lnTo>
                <a:close/>
                <a:moveTo>
                  <a:pt x="1700083" y="1898412"/>
                </a:moveTo>
                <a:lnTo>
                  <a:pt x="1705984" y="1897823"/>
                </a:lnTo>
                <a:lnTo>
                  <a:pt x="1706058" y="1896608"/>
                </a:lnTo>
                <a:lnTo>
                  <a:pt x="1701284" y="1897768"/>
                </a:lnTo>
                <a:close/>
                <a:moveTo>
                  <a:pt x="1715478" y="1863842"/>
                </a:moveTo>
                <a:lnTo>
                  <a:pt x="1717289" y="1867137"/>
                </a:lnTo>
                <a:lnTo>
                  <a:pt x="1717382" y="1866809"/>
                </a:lnTo>
                <a:lnTo>
                  <a:pt x="1715869" y="1863682"/>
                </a:lnTo>
                <a:close/>
                <a:moveTo>
                  <a:pt x="1740662" y="1807428"/>
                </a:moveTo>
                <a:lnTo>
                  <a:pt x="1742569" y="1807362"/>
                </a:lnTo>
                <a:lnTo>
                  <a:pt x="1745011" y="1806047"/>
                </a:lnTo>
                <a:close/>
                <a:moveTo>
                  <a:pt x="1898839" y="1453216"/>
                </a:moveTo>
                <a:lnTo>
                  <a:pt x="1903169" y="1449855"/>
                </a:lnTo>
                <a:lnTo>
                  <a:pt x="1900090" y="1451185"/>
                </a:lnTo>
                <a:close/>
                <a:moveTo>
                  <a:pt x="1658456" y="1991434"/>
                </a:moveTo>
                <a:lnTo>
                  <a:pt x="1657873" y="1995847"/>
                </a:lnTo>
                <a:lnTo>
                  <a:pt x="1689066" y="1992663"/>
                </a:lnTo>
                <a:lnTo>
                  <a:pt x="1691205" y="1991241"/>
                </a:lnTo>
                <a:lnTo>
                  <a:pt x="1691435" y="1978158"/>
                </a:lnTo>
                <a:lnTo>
                  <a:pt x="1684921" y="1981025"/>
                </a:lnTo>
                <a:close/>
                <a:moveTo>
                  <a:pt x="1775708" y="1728833"/>
                </a:moveTo>
                <a:lnTo>
                  <a:pt x="1776205" y="1730163"/>
                </a:lnTo>
                <a:lnTo>
                  <a:pt x="1779229" y="1728183"/>
                </a:lnTo>
                <a:close/>
                <a:moveTo>
                  <a:pt x="1706575" y="1883458"/>
                </a:moveTo>
                <a:lnTo>
                  <a:pt x="1706815" y="1884262"/>
                </a:lnTo>
                <a:lnTo>
                  <a:pt x="1706879" y="1883218"/>
                </a:lnTo>
                <a:close/>
                <a:moveTo>
                  <a:pt x="1762179" y="1758862"/>
                </a:moveTo>
                <a:lnTo>
                  <a:pt x="1762322" y="1759290"/>
                </a:lnTo>
                <a:lnTo>
                  <a:pt x="1762545" y="1759243"/>
                </a:lnTo>
                <a:lnTo>
                  <a:pt x="1762368" y="1758651"/>
                </a:lnTo>
                <a:close/>
                <a:moveTo>
                  <a:pt x="1733630" y="1822731"/>
                </a:moveTo>
                <a:lnTo>
                  <a:pt x="1733557" y="1823446"/>
                </a:lnTo>
                <a:lnTo>
                  <a:pt x="1733898" y="1823144"/>
                </a:lnTo>
                <a:lnTo>
                  <a:pt x="1733802" y="1822630"/>
                </a:lnTo>
                <a:close/>
                <a:moveTo>
                  <a:pt x="1772899" y="1734781"/>
                </a:moveTo>
                <a:lnTo>
                  <a:pt x="1772731" y="1736615"/>
                </a:lnTo>
                <a:lnTo>
                  <a:pt x="1773690" y="1736213"/>
                </a:lnTo>
                <a:close/>
                <a:moveTo>
                  <a:pt x="1763186" y="1756503"/>
                </a:moveTo>
                <a:lnTo>
                  <a:pt x="1763383" y="1757161"/>
                </a:lnTo>
                <a:lnTo>
                  <a:pt x="1763687" y="1756830"/>
                </a:lnTo>
                <a:lnTo>
                  <a:pt x="1763572" y="1756397"/>
                </a:lnTo>
                <a:close/>
                <a:moveTo>
                  <a:pt x="1647241" y="2015891"/>
                </a:moveTo>
                <a:lnTo>
                  <a:pt x="1647343" y="2016892"/>
                </a:lnTo>
                <a:lnTo>
                  <a:pt x="1649563" y="2016378"/>
                </a:lnTo>
                <a:close/>
                <a:moveTo>
                  <a:pt x="1639744" y="2032587"/>
                </a:moveTo>
                <a:lnTo>
                  <a:pt x="1646747" y="2033298"/>
                </a:lnTo>
                <a:lnTo>
                  <a:pt x="1646597" y="2031821"/>
                </a:lnTo>
                <a:close/>
                <a:moveTo>
                  <a:pt x="1814265" y="1641781"/>
                </a:moveTo>
                <a:lnTo>
                  <a:pt x="1819763" y="1640355"/>
                </a:lnTo>
                <a:lnTo>
                  <a:pt x="1823291" y="1636499"/>
                </a:lnTo>
                <a:lnTo>
                  <a:pt x="1816609" y="1638269"/>
                </a:lnTo>
                <a:close/>
                <a:moveTo>
                  <a:pt x="1756732" y="1770582"/>
                </a:moveTo>
                <a:lnTo>
                  <a:pt x="1761918" y="1768992"/>
                </a:lnTo>
                <a:lnTo>
                  <a:pt x="1761653" y="1766682"/>
                </a:lnTo>
                <a:close/>
                <a:moveTo>
                  <a:pt x="1775557" y="1728428"/>
                </a:moveTo>
                <a:lnTo>
                  <a:pt x="1775608" y="1728566"/>
                </a:lnTo>
                <a:lnTo>
                  <a:pt x="1779820" y="1727787"/>
                </a:lnTo>
                <a:lnTo>
                  <a:pt x="1781063" y="1726901"/>
                </a:lnTo>
                <a:close/>
                <a:moveTo>
                  <a:pt x="1721142" y="1850212"/>
                </a:moveTo>
                <a:lnTo>
                  <a:pt x="1721726" y="1851445"/>
                </a:lnTo>
                <a:lnTo>
                  <a:pt x="1721778" y="1851436"/>
                </a:lnTo>
                <a:lnTo>
                  <a:pt x="1722214" y="1849912"/>
                </a:lnTo>
                <a:close/>
                <a:moveTo>
                  <a:pt x="1773001" y="1734017"/>
                </a:moveTo>
                <a:lnTo>
                  <a:pt x="1774086" y="1736046"/>
                </a:lnTo>
                <a:lnTo>
                  <a:pt x="1774500" y="1735872"/>
                </a:lnTo>
                <a:lnTo>
                  <a:pt x="1773361" y="1734340"/>
                </a:lnTo>
                <a:close/>
                <a:moveTo>
                  <a:pt x="1856813" y="1546210"/>
                </a:moveTo>
                <a:lnTo>
                  <a:pt x="1857841" y="1546086"/>
                </a:lnTo>
                <a:lnTo>
                  <a:pt x="1857725" y="1545961"/>
                </a:lnTo>
                <a:close/>
                <a:moveTo>
                  <a:pt x="1708679" y="1877887"/>
                </a:moveTo>
                <a:lnTo>
                  <a:pt x="1708808" y="1878719"/>
                </a:lnTo>
                <a:lnTo>
                  <a:pt x="1709095" y="1881220"/>
                </a:lnTo>
                <a:lnTo>
                  <a:pt x="1710804" y="1879904"/>
                </a:lnTo>
                <a:lnTo>
                  <a:pt x="1714467" y="1877005"/>
                </a:lnTo>
                <a:lnTo>
                  <a:pt x="1715222" y="1874364"/>
                </a:lnTo>
                <a:close/>
                <a:moveTo>
                  <a:pt x="1706398" y="1882865"/>
                </a:moveTo>
                <a:lnTo>
                  <a:pt x="1706502" y="1883216"/>
                </a:lnTo>
                <a:lnTo>
                  <a:pt x="1706898" y="1882911"/>
                </a:lnTo>
                <a:lnTo>
                  <a:pt x="1706905" y="1882793"/>
                </a:lnTo>
                <a:close/>
                <a:moveTo>
                  <a:pt x="1773393" y="1732637"/>
                </a:moveTo>
                <a:lnTo>
                  <a:pt x="1775490" y="1735456"/>
                </a:lnTo>
                <a:lnTo>
                  <a:pt x="1777363" y="1734669"/>
                </a:lnTo>
                <a:lnTo>
                  <a:pt x="1775928" y="1730829"/>
                </a:lnTo>
                <a:close/>
                <a:moveTo>
                  <a:pt x="1685644" y="1929050"/>
                </a:moveTo>
                <a:lnTo>
                  <a:pt x="1685541" y="1931708"/>
                </a:lnTo>
                <a:lnTo>
                  <a:pt x="1685442" y="1931824"/>
                </a:lnTo>
                <a:lnTo>
                  <a:pt x="1692298" y="1928773"/>
                </a:lnTo>
                <a:lnTo>
                  <a:pt x="1692359" y="1925302"/>
                </a:lnTo>
                <a:close/>
                <a:moveTo>
                  <a:pt x="1834824" y="1594969"/>
                </a:moveTo>
                <a:lnTo>
                  <a:pt x="1835709" y="1596722"/>
                </a:lnTo>
                <a:lnTo>
                  <a:pt x="1836113" y="1597610"/>
                </a:lnTo>
                <a:lnTo>
                  <a:pt x="1837029" y="1597039"/>
                </a:lnTo>
                <a:lnTo>
                  <a:pt x="1839125" y="1595484"/>
                </a:lnTo>
                <a:lnTo>
                  <a:pt x="1838641" y="1593295"/>
                </a:lnTo>
                <a:close/>
                <a:moveTo>
                  <a:pt x="1661552" y="1982927"/>
                </a:moveTo>
                <a:lnTo>
                  <a:pt x="1688918" y="1976309"/>
                </a:lnTo>
                <a:lnTo>
                  <a:pt x="1671295" y="1975712"/>
                </a:lnTo>
                <a:lnTo>
                  <a:pt x="1669566" y="1975841"/>
                </a:lnTo>
                <a:close/>
                <a:moveTo>
                  <a:pt x="1760741" y="1760471"/>
                </a:moveTo>
                <a:lnTo>
                  <a:pt x="1760938" y="1760449"/>
                </a:lnTo>
                <a:lnTo>
                  <a:pt x="1760918" y="1760273"/>
                </a:lnTo>
                <a:close/>
                <a:moveTo>
                  <a:pt x="1685670" y="1928388"/>
                </a:moveTo>
                <a:lnTo>
                  <a:pt x="1685660" y="1928648"/>
                </a:lnTo>
                <a:lnTo>
                  <a:pt x="1692366" y="1924906"/>
                </a:lnTo>
                <a:lnTo>
                  <a:pt x="1692414" y="1922143"/>
                </a:lnTo>
                <a:close/>
                <a:moveTo>
                  <a:pt x="1828553" y="1608344"/>
                </a:moveTo>
                <a:lnTo>
                  <a:pt x="1832323" y="1607174"/>
                </a:lnTo>
                <a:lnTo>
                  <a:pt x="1836511" y="1602249"/>
                </a:lnTo>
                <a:lnTo>
                  <a:pt x="1836186" y="1601607"/>
                </a:lnTo>
                <a:lnTo>
                  <a:pt x="1831233" y="1605426"/>
                </a:lnTo>
                <a:close/>
                <a:moveTo>
                  <a:pt x="1755039" y="1772953"/>
                </a:moveTo>
                <a:lnTo>
                  <a:pt x="1755798" y="1774455"/>
                </a:lnTo>
                <a:lnTo>
                  <a:pt x="1762279" y="1772139"/>
                </a:lnTo>
                <a:lnTo>
                  <a:pt x="1762123" y="1770780"/>
                </a:lnTo>
                <a:close/>
                <a:moveTo>
                  <a:pt x="1843682" y="1574338"/>
                </a:moveTo>
                <a:lnTo>
                  <a:pt x="1847000" y="1572954"/>
                </a:lnTo>
                <a:lnTo>
                  <a:pt x="1846514" y="1571982"/>
                </a:lnTo>
                <a:close/>
                <a:moveTo>
                  <a:pt x="1738487" y="1809846"/>
                </a:moveTo>
                <a:lnTo>
                  <a:pt x="1738802" y="1811675"/>
                </a:lnTo>
                <a:lnTo>
                  <a:pt x="1747315" y="1811037"/>
                </a:lnTo>
                <a:lnTo>
                  <a:pt x="1756248" y="1802480"/>
                </a:lnTo>
                <a:lnTo>
                  <a:pt x="1746298" y="1805639"/>
                </a:lnTo>
                <a:lnTo>
                  <a:pt x="1743134" y="1807343"/>
                </a:lnTo>
                <a:lnTo>
                  <a:pt x="1745571" y="1807259"/>
                </a:lnTo>
                <a:lnTo>
                  <a:pt x="1745188" y="1807650"/>
                </a:lnTo>
                <a:lnTo>
                  <a:pt x="1742387" y="1807746"/>
                </a:lnTo>
                <a:close/>
                <a:moveTo>
                  <a:pt x="1787902" y="1699194"/>
                </a:moveTo>
                <a:lnTo>
                  <a:pt x="1788593" y="1700709"/>
                </a:lnTo>
                <a:lnTo>
                  <a:pt x="1790605" y="1697774"/>
                </a:lnTo>
                <a:lnTo>
                  <a:pt x="1789329" y="1698244"/>
                </a:lnTo>
                <a:close/>
                <a:moveTo>
                  <a:pt x="1664410" y="1975658"/>
                </a:moveTo>
                <a:lnTo>
                  <a:pt x="1666309" y="1975542"/>
                </a:lnTo>
                <a:lnTo>
                  <a:pt x="1665468" y="1975514"/>
                </a:lnTo>
                <a:lnTo>
                  <a:pt x="1664881" y="1975486"/>
                </a:lnTo>
                <a:close/>
                <a:moveTo>
                  <a:pt x="1775164" y="1727377"/>
                </a:moveTo>
                <a:lnTo>
                  <a:pt x="1775462" y="1728173"/>
                </a:lnTo>
                <a:lnTo>
                  <a:pt x="1781310" y="1726552"/>
                </a:lnTo>
                <a:lnTo>
                  <a:pt x="1779448" y="1721130"/>
                </a:lnTo>
                <a:close/>
                <a:moveTo>
                  <a:pt x="1684979" y="1929028"/>
                </a:moveTo>
                <a:lnTo>
                  <a:pt x="1685518" y="1928728"/>
                </a:lnTo>
                <a:lnTo>
                  <a:pt x="1685526" y="1928522"/>
                </a:lnTo>
                <a:close/>
                <a:moveTo>
                  <a:pt x="1694821" y="1906951"/>
                </a:moveTo>
                <a:lnTo>
                  <a:pt x="1694726" y="1910294"/>
                </a:lnTo>
                <a:lnTo>
                  <a:pt x="1696210" y="1909885"/>
                </a:lnTo>
                <a:lnTo>
                  <a:pt x="1705538" y="1905107"/>
                </a:lnTo>
                <a:lnTo>
                  <a:pt x="1705759" y="1901499"/>
                </a:lnTo>
                <a:close/>
                <a:moveTo>
                  <a:pt x="1838484" y="1585179"/>
                </a:moveTo>
                <a:lnTo>
                  <a:pt x="1839314" y="1587680"/>
                </a:lnTo>
                <a:lnTo>
                  <a:pt x="1845181" y="1583342"/>
                </a:lnTo>
                <a:close/>
                <a:moveTo>
                  <a:pt x="1774419" y="1728463"/>
                </a:moveTo>
                <a:lnTo>
                  <a:pt x="1774986" y="1728306"/>
                </a:lnTo>
                <a:lnTo>
                  <a:pt x="1774824" y="1727873"/>
                </a:lnTo>
                <a:close/>
                <a:moveTo>
                  <a:pt x="1835859" y="1590869"/>
                </a:moveTo>
                <a:lnTo>
                  <a:pt x="1837990" y="1590353"/>
                </a:lnTo>
                <a:lnTo>
                  <a:pt x="1837788" y="1589442"/>
                </a:lnTo>
                <a:close/>
                <a:moveTo>
                  <a:pt x="1763583" y="1752601"/>
                </a:moveTo>
                <a:lnTo>
                  <a:pt x="1764408" y="1755732"/>
                </a:lnTo>
                <a:lnTo>
                  <a:pt x="1764785" y="1755635"/>
                </a:lnTo>
                <a:lnTo>
                  <a:pt x="1764842" y="1755572"/>
                </a:lnTo>
                <a:lnTo>
                  <a:pt x="1768479" y="1751504"/>
                </a:lnTo>
                <a:lnTo>
                  <a:pt x="1767528" y="1750555"/>
                </a:lnTo>
                <a:close/>
                <a:moveTo>
                  <a:pt x="1787657" y="1698656"/>
                </a:moveTo>
                <a:lnTo>
                  <a:pt x="1787735" y="1698826"/>
                </a:lnTo>
                <a:lnTo>
                  <a:pt x="1788127" y="1698565"/>
                </a:lnTo>
                <a:close/>
                <a:moveTo>
                  <a:pt x="1647005" y="2013577"/>
                </a:moveTo>
                <a:lnTo>
                  <a:pt x="1647197" y="2015463"/>
                </a:lnTo>
                <a:lnTo>
                  <a:pt x="1650508" y="2016159"/>
                </a:lnTo>
                <a:lnTo>
                  <a:pt x="1654842" y="2015155"/>
                </a:lnTo>
                <a:lnTo>
                  <a:pt x="1655240" y="2011931"/>
                </a:lnTo>
                <a:close/>
                <a:moveTo>
                  <a:pt x="1774167" y="1728832"/>
                </a:moveTo>
                <a:lnTo>
                  <a:pt x="1775117" y="1728656"/>
                </a:lnTo>
                <a:lnTo>
                  <a:pt x="1775081" y="1728560"/>
                </a:lnTo>
                <a:lnTo>
                  <a:pt x="1774183" y="1728809"/>
                </a:lnTo>
                <a:close/>
                <a:moveTo>
                  <a:pt x="1761546" y="1756954"/>
                </a:moveTo>
                <a:lnTo>
                  <a:pt x="1762085" y="1758575"/>
                </a:lnTo>
                <a:lnTo>
                  <a:pt x="1762282" y="1758360"/>
                </a:lnTo>
                <a:lnTo>
                  <a:pt x="1761837" y="1756874"/>
                </a:lnTo>
                <a:close/>
                <a:moveTo>
                  <a:pt x="1845360" y="1569146"/>
                </a:moveTo>
                <a:lnTo>
                  <a:pt x="1845837" y="1570132"/>
                </a:lnTo>
                <a:lnTo>
                  <a:pt x="1854303" y="1564083"/>
                </a:lnTo>
                <a:lnTo>
                  <a:pt x="1860983" y="1558528"/>
                </a:lnTo>
                <a:lnTo>
                  <a:pt x="1860707" y="1558648"/>
                </a:lnTo>
                <a:close/>
                <a:moveTo>
                  <a:pt x="1765749" y="1747393"/>
                </a:moveTo>
                <a:lnTo>
                  <a:pt x="1767788" y="1749427"/>
                </a:lnTo>
                <a:lnTo>
                  <a:pt x="1770367" y="1748021"/>
                </a:lnTo>
                <a:lnTo>
                  <a:pt x="1770780" y="1743519"/>
                </a:lnTo>
                <a:lnTo>
                  <a:pt x="1767942" y="1745704"/>
                </a:lnTo>
                <a:lnTo>
                  <a:pt x="1770274" y="1745938"/>
                </a:lnTo>
                <a:lnTo>
                  <a:pt x="1770066" y="1746097"/>
                </a:lnTo>
                <a:lnTo>
                  <a:pt x="1767735" y="1745864"/>
                </a:lnTo>
                <a:close/>
                <a:moveTo>
                  <a:pt x="1684251" y="1929827"/>
                </a:moveTo>
                <a:lnTo>
                  <a:pt x="1685027" y="1932008"/>
                </a:lnTo>
                <a:lnTo>
                  <a:pt x="1685396" y="1931844"/>
                </a:lnTo>
                <a:lnTo>
                  <a:pt x="1685502" y="1929128"/>
                </a:lnTo>
                <a:close/>
                <a:moveTo>
                  <a:pt x="1592499" y="2135181"/>
                </a:moveTo>
                <a:lnTo>
                  <a:pt x="1592851" y="2152239"/>
                </a:lnTo>
                <a:lnTo>
                  <a:pt x="1598256" y="2152855"/>
                </a:lnTo>
                <a:lnTo>
                  <a:pt x="1598387" y="2151730"/>
                </a:lnTo>
                <a:lnTo>
                  <a:pt x="1600282" y="2133048"/>
                </a:lnTo>
                <a:close/>
                <a:moveTo>
                  <a:pt x="1773334" y="1730047"/>
                </a:moveTo>
                <a:lnTo>
                  <a:pt x="1773139" y="1732170"/>
                </a:lnTo>
                <a:lnTo>
                  <a:pt x="1775782" y="1730439"/>
                </a:lnTo>
                <a:lnTo>
                  <a:pt x="1775217" y="1728925"/>
                </a:lnTo>
                <a:lnTo>
                  <a:pt x="1773942" y="1729160"/>
                </a:lnTo>
                <a:close/>
                <a:moveTo>
                  <a:pt x="1659264" y="1985334"/>
                </a:moveTo>
                <a:lnTo>
                  <a:pt x="1658665" y="1989856"/>
                </a:lnTo>
                <a:lnTo>
                  <a:pt x="1666361" y="1986829"/>
                </a:lnTo>
                <a:close/>
                <a:moveTo>
                  <a:pt x="1806428" y="1655759"/>
                </a:moveTo>
                <a:lnTo>
                  <a:pt x="1807050" y="1657105"/>
                </a:lnTo>
                <a:lnTo>
                  <a:pt x="1809784" y="1656046"/>
                </a:lnTo>
                <a:lnTo>
                  <a:pt x="1816689" y="1648821"/>
                </a:lnTo>
                <a:lnTo>
                  <a:pt x="1823934" y="1640032"/>
                </a:lnTo>
                <a:lnTo>
                  <a:pt x="1819661" y="1641130"/>
                </a:lnTo>
                <a:lnTo>
                  <a:pt x="1814186" y="1647278"/>
                </a:lnTo>
                <a:close/>
                <a:moveTo>
                  <a:pt x="1729614" y="1827740"/>
                </a:moveTo>
                <a:lnTo>
                  <a:pt x="1730220" y="1833677"/>
                </a:lnTo>
                <a:lnTo>
                  <a:pt x="1731992" y="1832204"/>
                </a:lnTo>
                <a:lnTo>
                  <a:pt x="1732725" y="1824990"/>
                </a:lnTo>
                <a:close/>
                <a:moveTo>
                  <a:pt x="1849253" y="1559819"/>
                </a:moveTo>
                <a:lnTo>
                  <a:pt x="1852080" y="1557649"/>
                </a:lnTo>
                <a:lnTo>
                  <a:pt x="1861574" y="1550126"/>
                </a:lnTo>
                <a:lnTo>
                  <a:pt x="1859183" y="1547538"/>
                </a:lnTo>
                <a:close/>
                <a:moveTo>
                  <a:pt x="1720310" y="1848452"/>
                </a:moveTo>
                <a:lnTo>
                  <a:pt x="1720995" y="1849901"/>
                </a:lnTo>
                <a:lnTo>
                  <a:pt x="1722318" y="1849551"/>
                </a:lnTo>
                <a:lnTo>
                  <a:pt x="1722485" y="1848968"/>
                </a:lnTo>
                <a:lnTo>
                  <a:pt x="1722616" y="1847015"/>
                </a:lnTo>
                <a:close/>
                <a:moveTo>
                  <a:pt x="1694866" y="1905389"/>
                </a:moveTo>
                <a:lnTo>
                  <a:pt x="1694828" y="1906723"/>
                </a:lnTo>
                <a:lnTo>
                  <a:pt x="1705773" y="1901266"/>
                </a:lnTo>
                <a:lnTo>
                  <a:pt x="1705807" y="1900726"/>
                </a:lnTo>
                <a:lnTo>
                  <a:pt x="1699763" y="1903407"/>
                </a:lnTo>
                <a:close/>
                <a:moveTo>
                  <a:pt x="1677361" y="1944558"/>
                </a:moveTo>
                <a:lnTo>
                  <a:pt x="1688810" y="1943086"/>
                </a:lnTo>
                <a:lnTo>
                  <a:pt x="1688004" y="1940822"/>
                </a:lnTo>
                <a:close/>
                <a:moveTo>
                  <a:pt x="1659321" y="1984898"/>
                </a:moveTo>
                <a:lnTo>
                  <a:pt x="1659292" y="1985113"/>
                </a:lnTo>
                <a:lnTo>
                  <a:pt x="1666736" y="1986681"/>
                </a:lnTo>
                <a:lnTo>
                  <a:pt x="1691456" y="1976959"/>
                </a:lnTo>
                <a:lnTo>
                  <a:pt x="1691465" y="1976395"/>
                </a:lnTo>
                <a:lnTo>
                  <a:pt x="1691426" y="1976394"/>
                </a:lnTo>
                <a:lnTo>
                  <a:pt x="1660475" y="1983877"/>
                </a:lnTo>
                <a:close/>
                <a:moveTo>
                  <a:pt x="1738206" y="1808208"/>
                </a:moveTo>
                <a:lnTo>
                  <a:pt x="1738437" y="1809553"/>
                </a:lnTo>
                <a:lnTo>
                  <a:pt x="1740442" y="1808509"/>
                </a:lnTo>
                <a:lnTo>
                  <a:pt x="1741821" y="1807765"/>
                </a:lnTo>
                <a:lnTo>
                  <a:pt x="1739331" y="1807851"/>
                </a:lnTo>
                <a:close/>
                <a:moveTo>
                  <a:pt x="1734195" y="1817168"/>
                </a:moveTo>
                <a:lnTo>
                  <a:pt x="1733920" y="1819872"/>
                </a:lnTo>
                <a:lnTo>
                  <a:pt x="1734101" y="1820836"/>
                </a:lnTo>
                <a:lnTo>
                  <a:pt x="1736658" y="1819331"/>
                </a:lnTo>
                <a:lnTo>
                  <a:pt x="1736350" y="1816833"/>
                </a:lnTo>
                <a:lnTo>
                  <a:pt x="1734894" y="1816923"/>
                </a:lnTo>
                <a:close/>
                <a:moveTo>
                  <a:pt x="1736380" y="1812164"/>
                </a:moveTo>
                <a:lnTo>
                  <a:pt x="1736695" y="1815050"/>
                </a:lnTo>
                <a:lnTo>
                  <a:pt x="1738541" y="1814937"/>
                </a:lnTo>
                <a:lnTo>
                  <a:pt x="1739071" y="1814751"/>
                </a:lnTo>
                <a:lnTo>
                  <a:pt x="1738599" y="1811997"/>
                </a:lnTo>
                <a:close/>
                <a:moveTo>
                  <a:pt x="1867054" y="1519543"/>
                </a:moveTo>
                <a:lnTo>
                  <a:pt x="1871417" y="1528513"/>
                </a:lnTo>
                <a:lnTo>
                  <a:pt x="1874737" y="1527162"/>
                </a:lnTo>
                <a:lnTo>
                  <a:pt x="1879836" y="1520856"/>
                </a:lnTo>
                <a:lnTo>
                  <a:pt x="1898379" y="1497278"/>
                </a:lnTo>
                <a:close/>
                <a:moveTo>
                  <a:pt x="1697625" y="1898657"/>
                </a:moveTo>
                <a:lnTo>
                  <a:pt x="1699544" y="1898466"/>
                </a:lnTo>
                <a:lnTo>
                  <a:pt x="1700483" y="1897962"/>
                </a:lnTo>
                <a:close/>
                <a:moveTo>
                  <a:pt x="1765346" y="1746991"/>
                </a:moveTo>
                <a:lnTo>
                  <a:pt x="1765401" y="1747046"/>
                </a:lnTo>
                <a:lnTo>
                  <a:pt x="1766350" y="1746316"/>
                </a:lnTo>
                <a:close/>
                <a:moveTo>
                  <a:pt x="1708802" y="1873418"/>
                </a:moveTo>
                <a:lnTo>
                  <a:pt x="1708572" y="1877173"/>
                </a:lnTo>
                <a:lnTo>
                  <a:pt x="1715423" y="1873663"/>
                </a:lnTo>
                <a:lnTo>
                  <a:pt x="1715742" y="1872548"/>
                </a:lnTo>
                <a:lnTo>
                  <a:pt x="1711787" y="1872503"/>
                </a:lnTo>
                <a:close/>
                <a:moveTo>
                  <a:pt x="1718878" y="1850846"/>
                </a:moveTo>
                <a:lnTo>
                  <a:pt x="1719072" y="1851933"/>
                </a:lnTo>
                <a:lnTo>
                  <a:pt x="1721319" y="1851520"/>
                </a:lnTo>
                <a:lnTo>
                  <a:pt x="1720752" y="1850321"/>
                </a:lnTo>
                <a:close/>
                <a:moveTo>
                  <a:pt x="1691815" y="1911326"/>
                </a:moveTo>
                <a:lnTo>
                  <a:pt x="1691953" y="1912066"/>
                </a:lnTo>
                <a:lnTo>
                  <a:pt x="1692597" y="1911736"/>
                </a:lnTo>
                <a:lnTo>
                  <a:pt x="1692608" y="1911108"/>
                </a:lnTo>
                <a:close/>
                <a:moveTo>
                  <a:pt x="1825721" y="1611427"/>
                </a:moveTo>
                <a:lnTo>
                  <a:pt x="1830459" y="1609367"/>
                </a:lnTo>
                <a:lnTo>
                  <a:pt x="1832081" y="1607458"/>
                </a:lnTo>
                <a:lnTo>
                  <a:pt x="1828284" y="1608635"/>
                </a:lnTo>
                <a:close/>
                <a:moveTo>
                  <a:pt x="1771603" y="1732571"/>
                </a:moveTo>
                <a:lnTo>
                  <a:pt x="1771752" y="1732704"/>
                </a:lnTo>
                <a:lnTo>
                  <a:pt x="1771645" y="1732510"/>
                </a:lnTo>
                <a:close/>
                <a:moveTo>
                  <a:pt x="1754288" y="1771332"/>
                </a:moveTo>
                <a:lnTo>
                  <a:pt x="1755869" y="1770847"/>
                </a:lnTo>
                <a:lnTo>
                  <a:pt x="1757505" y="1769586"/>
                </a:lnTo>
                <a:lnTo>
                  <a:pt x="1761593" y="1766346"/>
                </a:lnTo>
                <a:lnTo>
                  <a:pt x="1759985" y="1766881"/>
                </a:lnTo>
                <a:lnTo>
                  <a:pt x="1755400" y="1770510"/>
                </a:lnTo>
                <a:close/>
                <a:moveTo>
                  <a:pt x="1757535" y="1764058"/>
                </a:moveTo>
                <a:lnTo>
                  <a:pt x="1761128" y="1762098"/>
                </a:lnTo>
                <a:lnTo>
                  <a:pt x="1761095" y="1761818"/>
                </a:lnTo>
                <a:lnTo>
                  <a:pt x="1759366" y="1762009"/>
                </a:lnTo>
                <a:close/>
                <a:moveTo>
                  <a:pt x="1829286" y="1603359"/>
                </a:moveTo>
                <a:lnTo>
                  <a:pt x="1830033" y="1604668"/>
                </a:lnTo>
                <a:lnTo>
                  <a:pt x="1833061" y="1602521"/>
                </a:lnTo>
                <a:lnTo>
                  <a:pt x="1835326" y="1600054"/>
                </a:lnTo>
                <a:lnTo>
                  <a:pt x="1831010" y="1602079"/>
                </a:lnTo>
                <a:close/>
                <a:moveTo>
                  <a:pt x="1762231" y="1753304"/>
                </a:moveTo>
                <a:lnTo>
                  <a:pt x="1763061" y="1756084"/>
                </a:lnTo>
                <a:lnTo>
                  <a:pt x="1763462" y="1755979"/>
                </a:lnTo>
                <a:lnTo>
                  <a:pt x="1763185" y="1754928"/>
                </a:lnTo>
                <a:lnTo>
                  <a:pt x="1762276" y="1753280"/>
                </a:lnTo>
                <a:close/>
                <a:moveTo>
                  <a:pt x="1826708" y="1608913"/>
                </a:moveTo>
                <a:lnTo>
                  <a:pt x="1826865" y="1608868"/>
                </a:lnTo>
                <a:lnTo>
                  <a:pt x="1827380" y="1608708"/>
                </a:lnTo>
                <a:lnTo>
                  <a:pt x="1828362" y="1607638"/>
                </a:lnTo>
                <a:close/>
                <a:moveTo>
                  <a:pt x="1733460" y="1817426"/>
                </a:moveTo>
                <a:lnTo>
                  <a:pt x="1733481" y="1817536"/>
                </a:lnTo>
                <a:lnTo>
                  <a:pt x="1733493" y="1817415"/>
                </a:lnTo>
                <a:close/>
                <a:moveTo>
                  <a:pt x="1770850" y="1733668"/>
                </a:moveTo>
                <a:lnTo>
                  <a:pt x="1771738" y="1733087"/>
                </a:lnTo>
                <a:lnTo>
                  <a:pt x="1771756" y="1732896"/>
                </a:lnTo>
                <a:lnTo>
                  <a:pt x="1771523" y="1732688"/>
                </a:lnTo>
                <a:close/>
                <a:moveTo>
                  <a:pt x="1708861" y="1872468"/>
                </a:moveTo>
                <a:lnTo>
                  <a:pt x="1708852" y="1872606"/>
                </a:lnTo>
                <a:lnTo>
                  <a:pt x="1709283" y="1872473"/>
                </a:lnTo>
                <a:close/>
                <a:moveTo>
                  <a:pt x="1736257" y="1811046"/>
                </a:moveTo>
                <a:lnTo>
                  <a:pt x="1736312" y="1811545"/>
                </a:lnTo>
                <a:lnTo>
                  <a:pt x="1737588" y="1811152"/>
                </a:lnTo>
                <a:lnTo>
                  <a:pt x="1737470" y="1811360"/>
                </a:lnTo>
                <a:lnTo>
                  <a:pt x="1736331" y="1811712"/>
                </a:lnTo>
                <a:lnTo>
                  <a:pt x="1736347" y="1811859"/>
                </a:lnTo>
                <a:lnTo>
                  <a:pt x="1738547" y="1811694"/>
                </a:lnTo>
                <a:lnTo>
                  <a:pt x="1738251" y="1809972"/>
                </a:lnTo>
                <a:close/>
                <a:moveTo>
                  <a:pt x="1729911" y="1824921"/>
                </a:moveTo>
                <a:lnTo>
                  <a:pt x="1729480" y="1826426"/>
                </a:lnTo>
                <a:lnTo>
                  <a:pt x="1729539" y="1826999"/>
                </a:lnTo>
                <a:lnTo>
                  <a:pt x="1732815" y="1824102"/>
                </a:lnTo>
                <a:lnTo>
                  <a:pt x="1732911" y="1823154"/>
                </a:lnTo>
                <a:close/>
                <a:moveTo>
                  <a:pt x="1735692" y="1811909"/>
                </a:moveTo>
                <a:lnTo>
                  <a:pt x="1735743" y="1811905"/>
                </a:lnTo>
                <a:lnTo>
                  <a:pt x="1735742" y="1811893"/>
                </a:lnTo>
                <a:close/>
                <a:moveTo>
                  <a:pt x="1866635" y="1518681"/>
                </a:moveTo>
                <a:lnTo>
                  <a:pt x="1866819" y="1519060"/>
                </a:lnTo>
                <a:lnTo>
                  <a:pt x="1880571" y="1509569"/>
                </a:lnTo>
                <a:lnTo>
                  <a:pt x="1899032" y="1496446"/>
                </a:lnTo>
                <a:lnTo>
                  <a:pt x="1901913" y="1492785"/>
                </a:lnTo>
                <a:lnTo>
                  <a:pt x="1901913" y="1493303"/>
                </a:lnTo>
                <a:lnTo>
                  <a:pt x="1899957" y="1495790"/>
                </a:lnTo>
                <a:lnTo>
                  <a:pt x="1906996" y="1490787"/>
                </a:lnTo>
                <a:lnTo>
                  <a:pt x="1906913" y="1491213"/>
                </a:lnTo>
                <a:lnTo>
                  <a:pt x="1899302" y="1496622"/>
                </a:lnTo>
                <a:lnTo>
                  <a:pt x="1875541" y="1526837"/>
                </a:lnTo>
                <a:lnTo>
                  <a:pt x="1881264" y="1524509"/>
                </a:lnTo>
                <a:lnTo>
                  <a:pt x="1897073" y="1516688"/>
                </a:lnTo>
                <a:lnTo>
                  <a:pt x="1916976" y="1479188"/>
                </a:lnTo>
                <a:lnTo>
                  <a:pt x="1904169" y="1485131"/>
                </a:lnTo>
                <a:lnTo>
                  <a:pt x="1881753" y="1505168"/>
                </a:lnTo>
                <a:lnTo>
                  <a:pt x="1887582" y="1502669"/>
                </a:lnTo>
                <a:lnTo>
                  <a:pt x="1887415" y="1502976"/>
                </a:lnTo>
                <a:lnTo>
                  <a:pt x="1881248" y="1505620"/>
                </a:lnTo>
                <a:lnTo>
                  <a:pt x="1874485" y="1511665"/>
                </a:lnTo>
                <a:lnTo>
                  <a:pt x="1876762" y="1510831"/>
                </a:lnTo>
                <a:lnTo>
                  <a:pt x="1876570" y="1511141"/>
                </a:lnTo>
                <a:lnTo>
                  <a:pt x="1874030" y="1512071"/>
                </a:lnTo>
                <a:close/>
                <a:moveTo>
                  <a:pt x="1705434" y="1879634"/>
                </a:moveTo>
                <a:lnTo>
                  <a:pt x="1706272" y="1882445"/>
                </a:lnTo>
                <a:lnTo>
                  <a:pt x="1706932" y="1882351"/>
                </a:lnTo>
                <a:lnTo>
                  <a:pt x="1707156" y="1878707"/>
                </a:lnTo>
                <a:close/>
                <a:moveTo>
                  <a:pt x="1735499" y="1812230"/>
                </a:moveTo>
                <a:lnTo>
                  <a:pt x="1735928" y="1813407"/>
                </a:lnTo>
                <a:lnTo>
                  <a:pt x="1735780" y="1812209"/>
                </a:lnTo>
                <a:close/>
                <a:moveTo>
                  <a:pt x="1833597" y="1592540"/>
                </a:moveTo>
                <a:lnTo>
                  <a:pt x="1834383" y="1594095"/>
                </a:lnTo>
                <a:lnTo>
                  <a:pt x="1838491" y="1592618"/>
                </a:lnTo>
                <a:lnTo>
                  <a:pt x="1838053" y="1590639"/>
                </a:lnTo>
                <a:lnTo>
                  <a:pt x="1835254" y="1591316"/>
                </a:lnTo>
                <a:close/>
                <a:moveTo>
                  <a:pt x="1793561" y="1682172"/>
                </a:moveTo>
                <a:lnTo>
                  <a:pt x="1802577" y="1680313"/>
                </a:lnTo>
                <a:lnTo>
                  <a:pt x="1808764" y="1671290"/>
                </a:lnTo>
                <a:lnTo>
                  <a:pt x="1807794" y="1670301"/>
                </a:lnTo>
                <a:lnTo>
                  <a:pt x="1803494" y="1672543"/>
                </a:lnTo>
                <a:close/>
                <a:moveTo>
                  <a:pt x="1846890" y="1562742"/>
                </a:moveTo>
                <a:lnTo>
                  <a:pt x="1865679" y="1554566"/>
                </a:lnTo>
                <a:lnTo>
                  <a:pt x="1861694" y="1550255"/>
                </a:lnTo>
                <a:lnTo>
                  <a:pt x="1848591" y="1560639"/>
                </a:lnTo>
                <a:close/>
                <a:moveTo>
                  <a:pt x="1824578" y="1612671"/>
                </a:moveTo>
                <a:lnTo>
                  <a:pt x="1825816" y="1614827"/>
                </a:lnTo>
                <a:lnTo>
                  <a:pt x="1829459" y="1610542"/>
                </a:lnTo>
                <a:lnTo>
                  <a:pt x="1824588" y="1612661"/>
                </a:lnTo>
                <a:close/>
                <a:moveTo>
                  <a:pt x="1737928" y="1806587"/>
                </a:moveTo>
                <a:lnTo>
                  <a:pt x="1738088" y="1807517"/>
                </a:lnTo>
                <a:lnTo>
                  <a:pt x="1739216" y="1807478"/>
                </a:lnTo>
                <a:lnTo>
                  <a:pt x="1746865" y="1805049"/>
                </a:lnTo>
                <a:lnTo>
                  <a:pt x="1753922" y="1801248"/>
                </a:lnTo>
                <a:close/>
                <a:moveTo>
                  <a:pt x="1804179" y="1658216"/>
                </a:moveTo>
                <a:lnTo>
                  <a:pt x="1806775" y="1657211"/>
                </a:lnTo>
                <a:lnTo>
                  <a:pt x="1806212" y="1655995"/>
                </a:lnTo>
                <a:close/>
                <a:moveTo>
                  <a:pt x="1646719" y="2010774"/>
                </a:moveTo>
                <a:lnTo>
                  <a:pt x="1646927" y="2012808"/>
                </a:lnTo>
                <a:lnTo>
                  <a:pt x="1655339" y="2011126"/>
                </a:lnTo>
                <a:lnTo>
                  <a:pt x="1655647" y="2008632"/>
                </a:lnTo>
                <a:lnTo>
                  <a:pt x="1652884" y="2008203"/>
                </a:lnTo>
                <a:close/>
                <a:moveTo>
                  <a:pt x="1805818" y="1654439"/>
                </a:moveTo>
                <a:lnTo>
                  <a:pt x="1806174" y="1655209"/>
                </a:lnTo>
                <a:lnTo>
                  <a:pt x="1818868" y="1641334"/>
                </a:lnTo>
                <a:lnTo>
                  <a:pt x="1813674" y="1642666"/>
                </a:lnTo>
                <a:close/>
                <a:moveTo>
                  <a:pt x="1765153" y="1745425"/>
                </a:moveTo>
                <a:lnTo>
                  <a:pt x="1766473" y="1745558"/>
                </a:lnTo>
                <a:lnTo>
                  <a:pt x="1770856" y="1742698"/>
                </a:lnTo>
                <a:lnTo>
                  <a:pt x="1771021" y="1740889"/>
                </a:lnTo>
                <a:close/>
                <a:moveTo>
                  <a:pt x="1718637" y="1849494"/>
                </a:moveTo>
                <a:lnTo>
                  <a:pt x="1718813" y="1850480"/>
                </a:lnTo>
                <a:lnTo>
                  <a:pt x="1720602" y="1850005"/>
                </a:lnTo>
                <a:lnTo>
                  <a:pt x="1719969" y="1848664"/>
                </a:lnTo>
                <a:close/>
                <a:moveTo>
                  <a:pt x="1730542" y="1822713"/>
                </a:moveTo>
                <a:lnTo>
                  <a:pt x="1730467" y="1822976"/>
                </a:lnTo>
                <a:lnTo>
                  <a:pt x="1731030" y="1822644"/>
                </a:lnTo>
                <a:close/>
                <a:moveTo>
                  <a:pt x="1667072" y="1964326"/>
                </a:moveTo>
                <a:lnTo>
                  <a:pt x="1670591" y="1965060"/>
                </a:lnTo>
                <a:lnTo>
                  <a:pt x="1678145" y="1962193"/>
                </a:lnTo>
                <a:lnTo>
                  <a:pt x="1677386" y="1962301"/>
                </a:lnTo>
                <a:close/>
                <a:moveTo>
                  <a:pt x="1735262" y="1811583"/>
                </a:moveTo>
                <a:lnTo>
                  <a:pt x="1735356" y="1811839"/>
                </a:lnTo>
                <a:lnTo>
                  <a:pt x="1735722" y="1811727"/>
                </a:lnTo>
                <a:lnTo>
                  <a:pt x="1735676" y="1811359"/>
                </a:lnTo>
                <a:close/>
                <a:moveTo>
                  <a:pt x="1762806" y="1749659"/>
                </a:moveTo>
                <a:lnTo>
                  <a:pt x="1763380" y="1751833"/>
                </a:lnTo>
                <a:lnTo>
                  <a:pt x="1766889" y="1749918"/>
                </a:lnTo>
                <a:lnTo>
                  <a:pt x="1764964" y="1747997"/>
                </a:lnTo>
                <a:close/>
                <a:moveTo>
                  <a:pt x="1701123" y="1887774"/>
                </a:moveTo>
                <a:lnTo>
                  <a:pt x="1701430" y="1887860"/>
                </a:lnTo>
                <a:lnTo>
                  <a:pt x="1705787" y="1885303"/>
                </a:lnTo>
                <a:lnTo>
                  <a:pt x="1705431" y="1884365"/>
                </a:lnTo>
                <a:close/>
                <a:moveTo>
                  <a:pt x="1796413" y="1674339"/>
                </a:moveTo>
                <a:lnTo>
                  <a:pt x="1796950" y="1675450"/>
                </a:lnTo>
                <a:lnTo>
                  <a:pt x="1799721" y="1674144"/>
                </a:lnTo>
                <a:lnTo>
                  <a:pt x="1801766" y="1673078"/>
                </a:lnTo>
                <a:lnTo>
                  <a:pt x="1806259" y="1668739"/>
                </a:lnTo>
                <a:lnTo>
                  <a:pt x="1805903" y="1668376"/>
                </a:lnTo>
                <a:lnTo>
                  <a:pt x="1805856" y="1668387"/>
                </a:lnTo>
                <a:lnTo>
                  <a:pt x="1804659" y="1668887"/>
                </a:lnTo>
                <a:lnTo>
                  <a:pt x="1798906" y="1671729"/>
                </a:lnTo>
                <a:close/>
                <a:moveTo>
                  <a:pt x="1764377" y="1746025"/>
                </a:moveTo>
                <a:lnTo>
                  <a:pt x="1764922" y="1746569"/>
                </a:lnTo>
                <a:lnTo>
                  <a:pt x="1766234" y="1745713"/>
                </a:lnTo>
                <a:lnTo>
                  <a:pt x="1764947" y="1745584"/>
                </a:lnTo>
                <a:close/>
                <a:moveTo>
                  <a:pt x="1833226" y="1591806"/>
                </a:moveTo>
                <a:lnTo>
                  <a:pt x="1833364" y="1592079"/>
                </a:lnTo>
                <a:lnTo>
                  <a:pt x="1833978" y="1591624"/>
                </a:lnTo>
                <a:close/>
                <a:moveTo>
                  <a:pt x="1734689" y="1812291"/>
                </a:moveTo>
                <a:lnTo>
                  <a:pt x="1734395" y="1815191"/>
                </a:lnTo>
                <a:lnTo>
                  <a:pt x="1736135" y="1815084"/>
                </a:lnTo>
                <a:lnTo>
                  <a:pt x="1736077" y="1814612"/>
                </a:lnTo>
                <a:lnTo>
                  <a:pt x="1735180" y="1812253"/>
                </a:lnTo>
                <a:close/>
                <a:moveTo>
                  <a:pt x="1694989" y="1901144"/>
                </a:moveTo>
                <a:lnTo>
                  <a:pt x="1694877" y="1905052"/>
                </a:lnTo>
                <a:lnTo>
                  <a:pt x="1705813" y="1900624"/>
                </a:lnTo>
                <a:lnTo>
                  <a:pt x="1705947" y="1898429"/>
                </a:lnTo>
                <a:lnTo>
                  <a:pt x="1698704" y="1899152"/>
                </a:lnTo>
                <a:close/>
                <a:moveTo>
                  <a:pt x="1760615" y="1754142"/>
                </a:moveTo>
                <a:lnTo>
                  <a:pt x="1760617" y="1754155"/>
                </a:lnTo>
                <a:lnTo>
                  <a:pt x="1761401" y="1756516"/>
                </a:lnTo>
                <a:lnTo>
                  <a:pt x="1761706" y="1756437"/>
                </a:lnTo>
                <a:lnTo>
                  <a:pt x="1760966" y="1753960"/>
                </a:lnTo>
                <a:close/>
                <a:moveTo>
                  <a:pt x="1719347" y="1846415"/>
                </a:moveTo>
                <a:lnTo>
                  <a:pt x="1719838" y="1847452"/>
                </a:lnTo>
                <a:lnTo>
                  <a:pt x="1722694" y="1845851"/>
                </a:lnTo>
                <a:lnTo>
                  <a:pt x="1722726" y="1845370"/>
                </a:lnTo>
                <a:lnTo>
                  <a:pt x="1722137" y="1845443"/>
                </a:lnTo>
                <a:lnTo>
                  <a:pt x="1720700" y="1845449"/>
                </a:lnTo>
                <a:close/>
                <a:moveTo>
                  <a:pt x="1734732" y="1811868"/>
                </a:moveTo>
                <a:lnTo>
                  <a:pt x="1734720" y="1811981"/>
                </a:lnTo>
                <a:lnTo>
                  <a:pt x="1734952" y="1811964"/>
                </a:lnTo>
                <a:lnTo>
                  <a:pt x="1735057" y="1811932"/>
                </a:lnTo>
                <a:lnTo>
                  <a:pt x="1734982" y="1811734"/>
                </a:lnTo>
                <a:close/>
                <a:moveTo>
                  <a:pt x="1646564" y="2009255"/>
                </a:moveTo>
                <a:lnTo>
                  <a:pt x="1646675" y="2010344"/>
                </a:lnTo>
                <a:lnTo>
                  <a:pt x="1651224" y="2008447"/>
                </a:lnTo>
                <a:close/>
                <a:moveTo>
                  <a:pt x="1736023" y="1808901"/>
                </a:moveTo>
                <a:lnTo>
                  <a:pt x="1736221" y="1810709"/>
                </a:lnTo>
                <a:lnTo>
                  <a:pt x="1738201" y="1809677"/>
                </a:lnTo>
                <a:lnTo>
                  <a:pt x="1737962" y="1808285"/>
                </a:lnTo>
                <a:close/>
                <a:moveTo>
                  <a:pt x="1748807" y="1780243"/>
                </a:moveTo>
                <a:lnTo>
                  <a:pt x="1751100" y="1784130"/>
                </a:lnTo>
                <a:lnTo>
                  <a:pt x="1757660" y="1781080"/>
                </a:lnTo>
                <a:lnTo>
                  <a:pt x="1755581" y="1776963"/>
                </a:lnTo>
                <a:close/>
                <a:moveTo>
                  <a:pt x="1780028" y="1710332"/>
                </a:moveTo>
                <a:lnTo>
                  <a:pt x="1780887" y="1711947"/>
                </a:lnTo>
                <a:lnTo>
                  <a:pt x="1782598" y="1709453"/>
                </a:lnTo>
                <a:close/>
                <a:moveTo>
                  <a:pt x="1767250" y="1738919"/>
                </a:moveTo>
                <a:lnTo>
                  <a:pt x="1771361" y="1737191"/>
                </a:lnTo>
                <a:lnTo>
                  <a:pt x="1771671" y="1733812"/>
                </a:lnTo>
                <a:lnTo>
                  <a:pt x="1770003" y="1734904"/>
                </a:lnTo>
                <a:close/>
                <a:moveTo>
                  <a:pt x="1731898" y="1817975"/>
                </a:moveTo>
                <a:lnTo>
                  <a:pt x="1730687" y="1822207"/>
                </a:lnTo>
                <a:lnTo>
                  <a:pt x="1732115" y="1822006"/>
                </a:lnTo>
                <a:lnTo>
                  <a:pt x="1733085" y="1821435"/>
                </a:lnTo>
                <a:lnTo>
                  <a:pt x="1733258" y="1819734"/>
                </a:lnTo>
                <a:lnTo>
                  <a:pt x="1732864" y="1817635"/>
                </a:lnTo>
                <a:close/>
                <a:moveTo>
                  <a:pt x="1685967" y="1920791"/>
                </a:moveTo>
                <a:lnTo>
                  <a:pt x="1685693" y="1927817"/>
                </a:lnTo>
                <a:lnTo>
                  <a:pt x="1692421" y="1921751"/>
                </a:lnTo>
                <a:lnTo>
                  <a:pt x="1692432" y="1921111"/>
                </a:lnTo>
                <a:close/>
                <a:moveTo>
                  <a:pt x="1691326" y="1908693"/>
                </a:moveTo>
                <a:lnTo>
                  <a:pt x="1691774" y="1911106"/>
                </a:lnTo>
                <a:lnTo>
                  <a:pt x="1692612" y="1910875"/>
                </a:lnTo>
                <a:lnTo>
                  <a:pt x="1692647" y="1908865"/>
                </a:lnTo>
                <a:lnTo>
                  <a:pt x="1692551" y="1908083"/>
                </a:lnTo>
                <a:close/>
                <a:moveTo>
                  <a:pt x="1734795" y="1811241"/>
                </a:moveTo>
                <a:lnTo>
                  <a:pt x="1734772" y="1811464"/>
                </a:lnTo>
                <a:lnTo>
                  <a:pt x="1734862" y="1811417"/>
                </a:lnTo>
                <a:close/>
                <a:moveTo>
                  <a:pt x="1802895" y="1658713"/>
                </a:moveTo>
                <a:lnTo>
                  <a:pt x="1803008" y="1658670"/>
                </a:lnTo>
                <a:lnTo>
                  <a:pt x="1805958" y="1655445"/>
                </a:lnTo>
                <a:lnTo>
                  <a:pt x="1805626" y="1654727"/>
                </a:lnTo>
                <a:lnTo>
                  <a:pt x="1805374" y="1655105"/>
                </a:lnTo>
                <a:close/>
                <a:moveTo>
                  <a:pt x="1732150" y="1817090"/>
                </a:moveTo>
                <a:lnTo>
                  <a:pt x="1732121" y="1817191"/>
                </a:lnTo>
                <a:lnTo>
                  <a:pt x="1732464" y="1817071"/>
                </a:lnTo>
                <a:close/>
                <a:moveTo>
                  <a:pt x="1762591" y="1748842"/>
                </a:moveTo>
                <a:lnTo>
                  <a:pt x="1762671" y="1749147"/>
                </a:lnTo>
                <a:lnTo>
                  <a:pt x="1764616" y="1747650"/>
                </a:lnTo>
                <a:lnTo>
                  <a:pt x="1764514" y="1747549"/>
                </a:lnTo>
                <a:close/>
                <a:moveTo>
                  <a:pt x="1714665" y="1856011"/>
                </a:moveTo>
                <a:lnTo>
                  <a:pt x="1718314" y="1863550"/>
                </a:lnTo>
                <a:lnTo>
                  <a:pt x="1720792" y="1854887"/>
                </a:lnTo>
                <a:close/>
                <a:moveTo>
                  <a:pt x="1822145" y="1615321"/>
                </a:moveTo>
                <a:lnTo>
                  <a:pt x="1824382" y="1616513"/>
                </a:lnTo>
                <a:lnTo>
                  <a:pt x="1825541" y="1615150"/>
                </a:lnTo>
                <a:lnTo>
                  <a:pt x="1824270" y="1613007"/>
                </a:lnTo>
                <a:close/>
                <a:moveTo>
                  <a:pt x="1753293" y="1769494"/>
                </a:moveTo>
                <a:lnTo>
                  <a:pt x="1754065" y="1771023"/>
                </a:lnTo>
                <a:lnTo>
                  <a:pt x="1759411" y="1767072"/>
                </a:lnTo>
                <a:lnTo>
                  <a:pt x="1759087" y="1767180"/>
                </a:lnTo>
                <a:close/>
                <a:moveTo>
                  <a:pt x="1657195" y="1984671"/>
                </a:moveTo>
                <a:lnTo>
                  <a:pt x="1657853" y="1984809"/>
                </a:lnTo>
                <a:lnTo>
                  <a:pt x="1658317" y="1984400"/>
                </a:lnTo>
                <a:close/>
                <a:moveTo>
                  <a:pt x="1729443" y="1822868"/>
                </a:moveTo>
                <a:lnTo>
                  <a:pt x="1729410" y="1823598"/>
                </a:lnTo>
                <a:lnTo>
                  <a:pt x="1729805" y="1823365"/>
                </a:lnTo>
                <a:lnTo>
                  <a:pt x="1729969" y="1822794"/>
                </a:lnTo>
                <a:close/>
                <a:moveTo>
                  <a:pt x="1843996" y="1566323"/>
                </a:moveTo>
                <a:lnTo>
                  <a:pt x="1845198" y="1568811"/>
                </a:lnTo>
                <a:lnTo>
                  <a:pt x="1854058" y="1562923"/>
                </a:lnTo>
                <a:lnTo>
                  <a:pt x="1859610" y="1559125"/>
                </a:lnTo>
                <a:lnTo>
                  <a:pt x="1844498" y="1565701"/>
                </a:lnTo>
                <a:close/>
                <a:moveTo>
                  <a:pt x="1638197" y="2027067"/>
                </a:moveTo>
                <a:lnTo>
                  <a:pt x="1645782" y="2026735"/>
                </a:lnTo>
                <a:lnTo>
                  <a:pt x="1645697" y="2023007"/>
                </a:lnTo>
                <a:lnTo>
                  <a:pt x="1645609" y="2022142"/>
                </a:lnTo>
                <a:close/>
                <a:moveTo>
                  <a:pt x="1686004" y="1919846"/>
                </a:moveTo>
                <a:lnTo>
                  <a:pt x="1685991" y="1920166"/>
                </a:lnTo>
                <a:lnTo>
                  <a:pt x="1692443" y="1920486"/>
                </a:lnTo>
                <a:lnTo>
                  <a:pt x="1692499" y="1917309"/>
                </a:lnTo>
                <a:lnTo>
                  <a:pt x="1692310" y="1916295"/>
                </a:lnTo>
                <a:close/>
                <a:moveTo>
                  <a:pt x="1864150" y="1520903"/>
                </a:moveTo>
                <a:lnTo>
                  <a:pt x="1866474" y="1519299"/>
                </a:lnTo>
                <a:lnTo>
                  <a:pt x="1866314" y="1518969"/>
                </a:lnTo>
                <a:close/>
                <a:moveTo>
                  <a:pt x="1761523" y="1750646"/>
                </a:moveTo>
                <a:lnTo>
                  <a:pt x="1762455" y="1752337"/>
                </a:lnTo>
                <a:lnTo>
                  <a:pt x="1762495" y="1752315"/>
                </a:lnTo>
                <a:lnTo>
                  <a:pt x="1761965" y="1750305"/>
                </a:lnTo>
                <a:close/>
                <a:moveTo>
                  <a:pt x="1735921" y="1807969"/>
                </a:moveTo>
                <a:lnTo>
                  <a:pt x="1735980" y="1808505"/>
                </a:lnTo>
                <a:lnTo>
                  <a:pt x="1737885" y="1807901"/>
                </a:lnTo>
                <a:close/>
                <a:moveTo>
                  <a:pt x="1695036" y="1899517"/>
                </a:moveTo>
                <a:lnTo>
                  <a:pt x="1694996" y="1900905"/>
                </a:lnTo>
                <a:lnTo>
                  <a:pt x="1698166" y="1899204"/>
                </a:lnTo>
                <a:close/>
                <a:moveTo>
                  <a:pt x="1763823" y="1745471"/>
                </a:moveTo>
                <a:lnTo>
                  <a:pt x="1764064" y="1745712"/>
                </a:lnTo>
                <a:lnTo>
                  <a:pt x="1764312" y="1745521"/>
                </a:lnTo>
                <a:close/>
                <a:moveTo>
                  <a:pt x="1660346" y="1977147"/>
                </a:moveTo>
                <a:lnTo>
                  <a:pt x="1659528" y="1983329"/>
                </a:lnTo>
                <a:lnTo>
                  <a:pt x="1667870" y="1975954"/>
                </a:lnTo>
                <a:lnTo>
                  <a:pt x="1662749" y="1976267"/>
                </a:lnTo>
                <a:close/>
                <a:moveTo>
                  <a:pt x="1845109" y="1563398"/>
                </a:moveTo>
                <a:lnTo>
                  <a:pt x="1845574" y="1563235"/>
                </a:lnTo>
                <a:lnTo>
                  <a:pt x="1846036" y="1562663"/>
                </a:lnTo>
                <a:close/>
                <a:moveTo>
                  <a:pt x="1837157" y="1581184"/>
                </a:moveTo>
                <a:lnTo>
                  <a:pt x="1838050" y="1583869"/>
                </a:lnTo>
                <a:lnTo>
                  <a:pt x="1848254" y="1581073"/>
                </a:lnTo>
                <a:lnTo>
                  <a:pt x="1850141" y="1579677"/>
                </a:lnTo>
                <a:close/>
                <a:moveTo>
                  <a:pt x="1823736" y="1611204"/>
                </a:moveTo>
                <a:lnTo>
                  <a:pt x="1824236" y="1612073"/>
                </a:lnTo>
                <a:lnTo>
                  <a:pt x="1824324" y="1612035"/>
                </a:lnTo>
                <a:lnTo>
                  <a:pt x="1827112" y="1609000"/>
                </a:lnTo>
                <a:lnTo>
                  <a:pt x="1826248" y="1609267"/>
                </a:lnTo>
                <a:close/>
                <a:moveTo>
                  <a:pt x="1765553" y="1741394"/>
                </a:moveTo>
                <a:lnTo>
                  <a:pt x="1771200" y="1738952"/>
                </a:lnTo>
                <a:lnTo>
                  <a:pt x="1771221" y="1738718"/>
                </a:lnTo>
                <a:lnTo>
                  <a:pt x="1765837" y="1740980"/>
                </a:lnTo>
                <a:close/>
                <a:moveTo>
                  <a:pt x="1686023" y="1919341"/>
                </a:moveTo>
                <a:lnTo>
                  <a:pt x="1686019" y="1919463"/>
                </a:lnTo>
                <a:lnTo>
                  <a:pt x="1687638" y="1918581"/>
                </a:lnTo>
                <a:lnTo>
                  <a:pt x="1688943" y="1917846"/>
                </a:lnTo>
                <a:close/>
                <a:moveTo>
                  <a:pt x="1718231" y="1847211"/>
                </a:moveTo>
                <a:lnTo>
                  <a:pt x="1718416" y="1848249"/>
                </a:lnTo>
                <a:lnTo>
                  <a:pt x="1719488" y="1847648"/>
                </a:lnTo>
                <a:lnTo>
                  <a:pt x="1719017" y="1846650"/>
                </a:lnTo>
                <a:close/>
                <a:moveTo>
                  <a:pt x="1664236" y="1968048"/>
                </a:moveTo>
                <a:lnTo>
                  <a:pt x="1679482" y="1965687"/>
                </a:lnTo>
                <a:lnTo>
                  <a:pt x="1681649" y="1963771"/>
                </a:lnTo>
                <a:lnTo>
                  <a:pt x="1684189" y="1961338"/>
                </a:lnTo>
                <a:lnTo>
                  <a:pt x="1684119" y="1961351"/>
                </a:lnTo>
                <a:lnTo>
                  <a:pt x="1680560" y="1961853"/>
                </a:lnTo>
                <a:lnTo>
                  <a:pt x="1671570" y="1965265"/>
                </a:lnTo>
                <a:lnTo>
                  <a:pt x="1673040" y="1965571"/>
                </a:lnTo>
                <a:lnTo>
                  <a:pt x="1672792" y="1965724"/>
                </a:lnTo>
                <a:lnTo>
                  <a:pt x="1671222" y="1965397"/>
                </a:lnTo>
                <a:close/>
                <a:moveTo>
                  <a:pt x="1718926" y="1845524"/>
                </a:moveTo>
                <a:lnTo>
                  <a:pt x="1719185" y="1846074"/>
                </a:lnTo>
                <a:lnTo>
                  <a:pt x="1720056" y="1845452"/>
                </a:lnTo>
                <a:lnTo>
                  <a:pt x="1719082" y="1845456"/>
                </a:lnTo>
                <a:close/>
                <a:moveTo>
                  <a:pt x="1660443" y="1976408"/>
                </a:moveTo>
                <a:lnTo>
                  <a:pt x="1660378" y="1976898"/>
                </a:lnTo>
                <a:lnTo>
                  <a:pt x="1661970" y="1976315"/>
                </a:lnTo>
                <a:close/>
                <a:moveTo>
                  <a:pt x="1685479" y="1920141"/>
                </a:moveTo>
                <a:lnTo>
                  <a:pt x="1685853" y="1920160"/>
                </a:lnTo>
                <a:lnTo>
                  <a:pt x="1685861" y="1919926"/>
                </a:lnTo>
                <a:close/>
                <a:moveTo>
                  <a:pt x="1735000" y="1809226"/>
                </a:moveTo>
                <a:lnTo>
                  <a:pt x="1734870" y="1810506"/>
                </a:lnTo>
                <a:lnTo>
                  <a:pt x="1735148" y="1811268"/>
                </a:lnTo>
                <a:lnTo>
                  <a:pt x="1735633" y="1811015"/>
                </a:lnTo>
                <a:lnTo>
                  <a:pt x="1735398" y="1809099"/>
                </a:lnTo>
                <a:close/>
                <a:moveTo>
                  <a:pt x="1735846" y="1807281"/>
                </a:moveTo>
                <a:lnTo>
                  <a:pt x="1735880" y="1807593"/>
                </a:lnTo>
                <a:lnTo>
                  <a:pt x="1737831" y="1807526"/>
                </a:lnTo>
                <a:lnTo>
                  <a:pt x="1737685" y="1806668"/>
                </a:lnTo>
                <a:close/>
                <a:moveTo>
                  <a:pt x="1733434" y="1812605"/>
                </a:moveTo>
                <a:lnTo>
                  <a:pt x="1732903" y="1814459"/>
                </a:lnTo>
                <a:lnTo>
                  <a:pt x="1733056" y="1815273"/>
                </a:lnTo>
                <a:lnTo>
                  <a:pt x="1733715" y="1815232"/>
                </a:lnTo>
                <a:lnTo>
                  <a:pt x="1734000" y="1812430"/>
                </a:lnTo>
                <a:close/>
                <a:moveTo>
                  <a:pt x="1774124" y="1721439"/>
                </a:moveTo>
                <a:lnTo>
                  <a:pt x="1774085" y="1721866"/>
                </a:lnTo>
                <a:lnTo>
                  <a:pt x="1774618" y="1721088"/>
                </a:lnTo>
                <a:close/>
                <a:moveTo>
                  <a:pt x="1794040" y="1676821"/>
                </a:moveTo>
                <a:lnTo>
                  <a:pt x="1796787" y="1675526"/>
                </a:lnTo>
                <a:lnTo>
                  <a:pt x="1796281" y="1674477"/>
                </a:lnTo>
                <a:close/>
                <a:moveTo>
                  <a:pt x="1724626" y="1832151"/>
                </a:moveTo>
                <a:lnTo>
                  <a:pt x="1724235" y="1837786"/>
                </a:lnTo>
                <a:lnTo>
                  <a:pt x="1724646" y="1837764"/>
                </a:lnTo>
                <a:lnTo>
                  <a:pt x="1724913" y="1831897"/>
                </a:lnTo>
                <a:close/>
                <a:moveTo>
                  <a:pt x="1678728" y="1934811"/>
                </a:moveTo>
                <a:lnTo>
                  <a:pt x="1684859" y="1932083"/>
                </a:lnTo>
                <a:lnTo>
                  <a:pt x="1684061" y="1929934"/>
                </a:lnTo>
                <a:lnTo>
                  <a:pt x="1683912" y="1930016"/>
                </a:lnTo>
                <a:lnTo>
                  <a:pt x="1678935" y="1934625"/>
                </a:lnTo>
                <a:close/>
                <a:moveTo>
                  <a:pt x="1762276" y="1747648"/>
                </a:moveTo>
                <a:lnTo>
                  <a:pt x="1762422" y="1748200"/>
                </a:lnTo>
                <a:lnTo>
                  <a:pt x="1764082" y="1747117"/>
                </a:lnTo>
                <a:lnTo>
                  <a:pt x="1763594" y="1746630"/>
                </a:lnTo>
                <a:close/>
                <a:moveTo>
                  <a:pt x="1760362" y="1751934"/>
                </a:moveTo>
                <a:lnTo>
                  <a:pt x="1760529" y="1753387"/>
                </a:lnTo>
                <a:lnTo>
                  <a:pt x="1760759" y="1753262"/>
                </a:lnTo>
                <a:close/>
                <a:moveTo>
                  <a:pt x="1811491" y="1637442"/>
                </a:moveTo>
                <a:lnTo>
                  <a:pt x="1818072" y="1635776"/>
                </a:lnTo>
                <a:lnTo>
                  <a:pt x="1824002" y="1626891"/>
                </a:lnTo>
                <a:lnTo>
                  <a:pt x="1824023" y="1627161"/>
                </a:lnTo>
                <a:lnTo>
                  <a:pt x="1818314" y="1635715"/>
                </a:lnTo>
                <a:lnTo>
                  <a:pt x="1825724" y="1633839"/>
                </a:lnTo>
                <a:lnTo>
                  <a:pt x="1829195" y="1630045"/>
                </a:lnTo>
                <a:lnTo>
                  <a:pt x="1832255" y="1626609"/>
                </a:lnTo>
                <a:lnTo>
                  <a:pt x="1829929" y="1622556"/>
                </a:lnTo>
                <a:lnTo>
                  <a:pt x="1829529" y="1621882"/>
                </a:lnTo>
                <a:lnTo>
                  <a:pt x="1823016" y="1623889"/>
                </a:lnTo>
                <a:lnTo>
                  <a:pt x="1822782" y="1624163"/>
                </a:lnTo>
                <a:lnTo>
                  <a:pt x="1824356" y="1625790"/>
                </a:lnTo>
                <a:lnTo>
                  <a:pt x="1824368" y="1625915"/>
                </a:lnTo>
                <a:lnTo>
                  <a:pt x="1822731" y="1624223"/>
                </a:lnTo>
                <a:close/>
                <a:moveTo>
                  <a:pt x="1709234" y="1866390"/>
                </a:moveTo>
                <a:lnTo>
                  <a:pt x="1708885" y="1872081"/>
                </a:lnTo>
                <a:lnTo>
                  <a:pt x="1710502" y="1872099"/>
                </a:lnTo>
                <a:lnTo>
                  <a:pt x="1716387" y="1870293"/>
                </a:lnTo>
                <a:lnTo>
                  <a:pt x="1717167" y="1867563"/>
                </a:lnTo>
                <a:lnTo>
                  <a:pt x="1715186" y="1863961"/>
                </a:lnTo>
                <a:close/>
                <a:moveTo>
                  <a:pt x="1646354" y="2007189"/>
                </a:moveTo>
                <a:lnTo>
                  <a:pt x="1646525" y="2008865"/>
                </a:lnTo>
                <a:lnTo>
                  <a:pt x="1651541" y="2007995"/>
                </a:lnTo>
                <a:close/>
                <a:moveTo>
                  <a:pt x="1880319" y="1483286"/>
                </a:moveTo>
                <a:lnTo>
                  <a:pt x="1922927" y="1449945"/>
                </a:lnTo>
                <a:lnTo>
                  <a:pt x="1916980" y="1443890"/>
                </a:lnTo>
                <a:lnTo>
                  <a:pt x="1906617" y="1448366"/>
                </a:lnTo>
                <a:lnTo>
                  <a:pt x="1897402" y="1455548"/>
                </a:lnTo>
                <a:close/>
                <a:moveTo>
                  <a:pt x="1660588" y="1975281"/>
                </a:moveTo>
                <a:lnTo>
                  <a:pt x="1660577" y="1975398"/>
                </a:lnTo>
                <a:lnTo>
                  <a:pt x="1660511" y="1975897"/>
                </a:lnTo>
                <a:lnTo>
                  <a:pt x="1663631" y="1975706"/>
                </a:lnTo>
                <a:lnTo>
                  <a:pt x="1664307" y="1975459"/>
                </a:lnTo>
                <a:close/>
                <a:moveTo>
                  <a:pt x="1836904" y="1580419"/>
                </a:moveTo>
                <a:lnTo>
                  <a:pt x="1837019" y="1580764"/>
                </a:lnTo>
                <a:lnTo>
                  <a:pt x="1850168" y="1579422"/>
                </a:lnTo>
                <a:lnTo>
                  <a:pt x="1848626" y="1576231"/>
                </a:lnTo>
                <a:close/>
                <a:moveTo>
                  <a:pt x="1695079" y="1897986"/>
                </a:moveTo>
                <a:lnTo>
                  <a:pt x="1695057" y="1898751"/>
                </a:lnTo>
                <a:lnTo>
                  <a:pt x="1697865" y="1898189"/>
                </a:lnTo>
                <a:lnTo>
                  <a:pt x="1701884" y="1897211"/>
                </a:lnTo>
                <a:lnTo>
                  <a:pt x="1706161" y="1894918"/>
                </a:lnTo>
                <a:lnTo>
                  <a:pt x="1706257" y="1893354"/>
                </a:lnTo>
                <a:lnTo>
                  <a:pt x="1703557" y="1893010"/>
                </a:lnTo>
                <a:close/>
                <a:moveTo>
                  <a:pt x="1691002" y="1906954"/>
                </a:moveTo>
                <a:lnTo>
                  <a:pt x="1691287" y="1908489"/>
                </a:lnTo>
                <a:lnTo>
                  <a:pt x="1692525" y="1907871"/>
                </a:lnTo>
                <a:lnTo>
                  <a:pt x="1692345" y="1906411"/>
                </a:lnTo>
                <a:close/>
                <a:moveTo>
                  <a:pt x="1761181" y="1749790"/>
                </a:moveTo>
                <a:lnTo>
                  <a:pt x="1761303" y="1750200"/>
                </a:lnTo>
                <a:lnTo>
                  <a:pt x="1761831" y="1749795"/>
                </a:lnTo>
                <a:lnTo>
                  <a:pt x="1761732" y="1749419"/>
                </a:lnTo>
                <a:close/>
                <a:moveTo>
                  <a:pt x="1592346" y="2127749"/>
                </a:moveTo>
                <a:lnTo>
                  <a:pt x="1592492" y="2134798"/>
                </a:lnTo>
                <a:lnTo>
                  <a:pt x="1600323" y="2132651"/>
                </a:lnTo>
                <a:lnTo>
                  <a:pt x="1600571" y="2130212"/>
                </a:lnTo>
                <a:close/>
                <a:moveTo>
                  <a:pt x="1718057" y="1846235"/>
                </a:moveTo>
                <a:lnTo>
                  <a:pt x="1718159" y="1846805"/>
                </a:lnTo>
                <a:lnTo>
                  <a:pt x="1718855" y="1846309"/>
                </a:lnTo>
                <a:lnTo>
                  <a:pt x="1718606" y="1845779"/>
                </a:lnTo>
                <a:close/>
                <a:moveTo>
                  <a:pt x="1735125" y="1807996"/>
                </a:moveTo>
                <a:lnTo>
                  <a:pt x="1735043" y="1808803"/>
                </a:lnTo>
                <a:lnTo>
                  <a:pt x="1735349" y="1808706"/>
                </a:lnTo>
                <a:lnTo>
                  <a:pt x="1735260" y="1807991"/>
                </a:lnTo>
                <a:close/>
                <a:moveTo>
                  <a:pt x="1665444" y="1963986"/>
                </a:moveTo>
                <a:lnTo>
                  <a:pt x="1665452" y="1963988"/>
                </a:lnTo>
                <a:lnTo>
                  <a:pt x="1665511" y="1963977"/>
                </a:lnTo>
                <a:close/>
                <a:moveTo>
                  <a:pt x="1715760" y="1851289"/>
                </a:moveTo>
                <a:lnTo>
                  <a:pt x="1718751" y="1850496"/>
                </a:lnTo>
                <a:lnTo>
                  <a:pt x="1718580" y="1849531"/>
                </a:lnTo>
                <a:close/>
                <a:moveTo>
                  <a:pt x="1603719" y="2102081"/>
                </a:moveTo>
                <a:lnTo>
                  <a:pt x="1603529" y="2103953"/>
                </a:lnTo>
                <a:lnTo>
                  <a:pt x="1643750" y="2095661"/>
                </a:lnTo>
                <a:lnTo>
                  <a:pt x="1645134" y="2083346"/>
                </a:lnTo>
                <a:lnTo>
                  <a:pt x="1613729" y="2097675"/>
                </a:lnTo>
                <a:close/>
                <a:moveTo>
                  <a:pt x="1734241" y="1809782"/>
                </a:moveTo>
                <a:lnTo>
                  <a:pt x="1733587" y="1812066"/>
                </a:lnTo>
                <a:lnTo>
                  <a:pt x="1733622" y="1812064"/>
                </a:lnTo>
                <a:lnTo>
                  <a:pt x="1734060" y="1811836"/>
                </a:lnTo>
                <a:lnTo>
                  <a:pt x="1734262" y="1809839"/>
                </a:lnTo>
                <a:close/>
                <a:moveTo>
                  <a:pt x="1763190" y="1744840"/>
                </a:moveTo>
                <a:lnTo>
                  <a:pt x="1763623" y="1745272"/>
                </a:lnTo>
                <a:lnTo>
                  <a:pt x="1764517" y="1745362"/>
                </a:lnTo>
                <a:lnTo>
                  <a:pt x="1770278" y="1740909"/>
                </a:lnTo>
                <a:lnTo>
                  <a:pt x="1763737" y="1744042"/>
                </a:lnTo>
                <a:close/>
                <a:moveTo>
                  <a:pt x="1755296" y="1762459"/>
                </a:moveTo>
                <a:lnTo>
                  <a:pt x="1755566" y="1765132"/>
                </a:lnTo>
                <a:lnTo>
                  <a:pt x="1756562" y="1764589"/>
                </a:lnTo>
                <a:lnTo>
                  <a:pt x="1758881" y="1762063"/>
                </a:lnTo>
                <a:close/>
                <a:moveTo>
                  <a:pt x="1735175" y="1807505"/>
                </a:moveTo>
                <a:lnTo>
                  <a:pt x="1735163" y="1807618"/>
                </a:lnTo>
                <a:lnTo>
                  <a:pt x="1735214" y="1807616"/>
                </a:lnTo>
                <a:lnTo>
                  <a:pt x="1735200" y="1807498"/>
                </a:lnTo>
                <a:close/>
                <a:moveTo>
                  <a:pt x="1732629" y="1813001"/>
                </a:moveTo>
                <a:lnTo>
                  <a:pt x="1732685" y="1813297"/>
                </a:lnTo>
                <a:lnTo>
                  <a:pt x="1732795" y="1812911"/>
                </a:lnTo>
                <a:close/>
                <a:moveTo>
                  <a:pt x="1759874" y="1751915"/>
                </a:moveTo>
                <a:lnTo>
                  <a:pt x="1760005" y="1752309"/>
                </a:lnTo>
                <a:lnTo>
                  <a:pt x="1759952" y="1751855"/>
                </a:lnTo>
                <a:close/>
                <a:moveTo>
                  <a:pt x="1748600" y="1777027"/>
                </a:moveTo>
                <a:lnTo>
                  <a:pt x="1754541" y="1774904"/>
                </a:lnTo>
                <a:lnTo>
                  <a:pt x="1753755" y="1773347"/>
                </a:lnTo>
                <a:lnTo>
                  <a:pt x="1752922" y="1773602"/>
                </a:lnTo>
                <a:close/>
                <a:moveTo>
                  <a:pt x="1642503" y="2014477"/>
                </a:moveTo>
                <a:lnTo>
                  <a:pt x="1644877" y="2014976"/>
                </a:lnTo>
                <a:lnTo>
                  <a:pt x="1644780" y="2014022"/>
                </a:lnTo>
                <a:close/>
                <a:moveTo>
                  <a:pt x="1810019" y="1639173"/>
                </a:moveTo>
                <a:lnTo>
                  <a:pt x="1813438" y="1638414"/>
                </a:lnTo>
                <a:lnTo>
                  <a:pt x="1816929" y="1637488"/>
                </a:lnTo>
                <a:lnTo>
                  <a:pt x="1817987" y="1635905"/>
                </a:lnTo>
                <a:lnTo>
                  <a:pt x="1811290" y="1637679"/>
                </a:lnTo>
                <a:close/>
                <a:moveTo>
                  <a:pt x="1692408" y="1902527"/>
                </a:moveTo>
                <a:lnTo>
                  <a:pt x="1692714" y="1905012"/>
                </a:lnTo>
                <a:lnTo>
                  <a:pt x="1692761" y="1902338"/>
                </a:lnTo>
                <a:close/>
                <a:moveTo>
                  <a:pt x="1836627" y="1579584"/>
                </a:moveTo>
                <a:lnTo>
                  <a:pt x="1836709" y="1579830"/>
                </a:lnTo>
                <a:lnTo>
                  <a:pt x="1848355" y="1575669"/>
                </a:lnTo>
                <a:lnTo>
                  <a:pt x="1848301" y="1575555"/>
                </a:lnTo>
                <a:lnTo>
                  <a:pt x="1847074" y="1573102"/>
                </a:lnTo>
                <a:lnTo>
                  <a:pt x="1842851" y="1575029"/>
                </a:lnTo>
                <a:lnTo>
                  <a:pt x="1841932" y="1575793"/>
                </a:lnTo>
                <a:close/>
                <a:moveTo>
                  <a:pt x="1684552" y="1920095"/>
                </a:moveTo>
                <a:lnTo>
                  <a:pt x="1684836" y="1920109"/>
                </a:lnTo>
                <a:lnTo>
                  <a:pt x="1685876" y="1919542"/>
                </a:lnTo>
                <a:lnTo>
                  <a:pt x="1685881" y="1919414"/>
                </a:lnTo>
                <a:close/>
                <a:moveTo>
                  <a:pt x="1832125" y="1589624"/>
                </a:moveTo>
                <a:lnTo>
                  <a:pt x="1833091" y="1591537"/>
                </a:lnTo>
                <a:lnTo>
                  <a:pt x="1834583" y="1591177"/>
                </a:lnTo>
                <a:lnTo>
                  <a:pt x="1837668" y="1588896"/>
                </a:lnTo>
                <a:lnTo>
                  <a:pt x="1837591" y="1588552"/>
                </a:lnTo>
                <a:close/>
                <a:moveTo>
                  <a:pt x="1761995" y="1746583"/>
                </a:moveTo>
                <a:lnTo>
                  <a:pt x="1762155" y="1747188"/>
                </a:lnTo>
                <a:lnTo>
                  <a:pt x="1763280" y="1746317"/>
                </a:lnTo>
                <a:lnTo>
                  <a:pt x="1762625" y="1745664"/>
                </a:lnTo>
                <a:close/>
                <a:moveTo>
                  <a:pt x="1732526" y="1812453"/>
                </a:moveTo>
                <a:lnTo>
                  <a:pt x="1732558" y="1812618"/>
                </a:lnTo>
                <a:lnTo>
                  <a:pt x="1732934" y="1812422"/>
                </a:lnTo>
                <a:close/>
                <a:moveTo>
                  <a:pt x="1777731" y="1711117"/>
                </a:moveTo>
                <a:lnTo>
                  <a:pt x="1778975" y="1714736"/>
                </a:lnTo>
                <a:lnTo>
                  <a:pt x="1780767" y="1712122"/>
                </a:lnTo>
                <a:lnTo>
                  <a:pt x="1779847" y="1710393"/>
                </a:lnTo>
                <a:close/>
                <a:moveTo>
                  <a:pt x="1729629" y="1818771"/>
                </a:moveTo>
                <a:lnTo>
                  <a:pt x="1729465" y="1822380"/>
                </a:lnTo>
                <a:lnTo>
                  <a:pt x="1730113" y="1822288"/>
                </a:lnTo>
                <a:lnTo>
                  <a:pt x="1731286" y="1818189"/>
                </a:lnTo>
                <a:close/>
                <a:moveTo>
                  <a:pt x="1760867" y="1748738"/>
                </a:moveTo>
                <a:lnTo>
                  <a:pt x="1760986" y="1749136"/>
                </a:lnTo>
                <a:lnTo>
                  <a:pt x="1761559" y="1748763"/>
                </a:lnTo>
                <a:lnTo>
                  <a:pt x="1761436" y="1748298"/>
                </a:lnTo>
                <a:close/>
                <a:moveTo>
                  <a:pt x="1865024" y="1515368"/>
                </a:moveTo>
                <a:lnTo>
                  <a:pt x="1865062" y="1515448"/>
                </a:lnTo>
                <a:lnTo>
                  <a:pt x="1865247" y="1515287"/>
                </a:lnTo>
                <a:close/>
                <a:moveTo>
                  <a:pt x="1760934" y="1748131"/>
                </a:moveTo>
                <a:lnTo>
                  <a:pt x="1761315" y="1747836"/>
                </a:lnTo>
                <a:lnTo>
                  <a:pt x="1761265" y="1747649"/>
                </a:lnTo>
                <a:close/>
                <a:moveTo>
                  <a:pt x="1866516" y="1511700"/>
                </a:moveTo>
                <a:lnTo>
                  <a:pt x="1872081" y="1509315"/>
                </a:lnTo>
                <a:lnTo>
                  <a:pt x="1881974" y="1500670"/>
                </a:lnTo>
                <a:close/>
                <a:moveTo>
                  <a:pt x="1777609" y="1710760"/>
                </a:moveTo>
                <a:lnTo>
                  <a:pt x="1777635" y="1710835"/>
                </a:lnTo>
                <a:lnTo>
                  <a:pt x="1779187" y="1710305"/>
                </a:lnTo>
                <a:close/>
                <a:moveTo>
                  <a:pt x="1755153" y="1761039"/>
                </a:moveTo>
                <a:lnTo>
                  <a:pt x="1755158" y="1761088"/>
                </a:lnTo>
                <a:lnTo>
                  <a:pt x="1760298" y="1760520"/>
                </a:lnTo>
                <a:lnTo>
                  <a:pt x="1760874" y="1759892"/>
                </a:lnTo>
                <a:lnTo>
                  <a:pt x="1760868" y="1759835"/>
                </a:lnTo>
                <a:close/>
                <a:moveTo>
                  <a:pt x="1828760" y="1596116"/>
                </a:moveTo>
                <a:lnTo>
                  <a:pt x="1832698" y="1594700"/>
                </a:lnTo>
                <a:lnTo>
                  <a:pt x="1832148" y="1593611"/>
                </a:lnTo>
                <a:close/>
                <a:moveTo>
                  <a:pt x="1818289" y="1619520"/>
                </a:moveTo>
                <a:lnTo>
                  <a:pt x="1820171" y="1621465"/>
                </a:lnTo>
                <a:lnTo>
                  <a:pt x="1824270" y="1616645"/>
                </a:lnTo>
                <a:lnTo>
                  <a:pt x="1822488" y="1615696"/>
                </a:lnTo>
                <a:lnTo>
                  <a:pt x="1822021" y="1615456"/>
                </a:lnTo>
                <a:close/>
                <a:moveTo>
                  <a:pt x="1796704" y="1667723"/>
                </a:moveTo>
                <a:lnTo>
                  <a:pt x="1798842" y="1667498"/>
                </a:lnTo>
                <a:lnTo>
                  <a:pt x="1801432" y="1664788"/>
                </a:lnTo>
                <a:lnTo>
                  <a:pt x="1797739" y="1666218"/>
                </a:lnTo>
                <a:close/>
                <a:moveTo>
                  <a:pt x="1820493" y="1614442"/>
                </a:moveTo>
                <a:lnTo>
                  <a:pt x="1821581" y="1615022"/>
                </a:lnTo>
                <a:lnTo>
                  <a:pt x="1823191" y="1613269"/>
                </a:lnTo>
                <a:close/>
                <a:moveTo>
                  <a:pt x="1759534" y="1750891"/>
                </a:moveTo>
                <a:lnTo>
                  <a:pt x="1759711" y="1751426"/>
                </a:lnTo>
                <a:lnTo>
                  <a:pt x="1759888" y="1751290"/>
                </a:lnTo>
                <a:lnTo>
                  <a:pt x="1759820" y="1750704"/>
                </a:lnTo>
                <a:lnTo>
                  <a:pt x="1759764" y="1750742"/>
                </a:lnTo>
                <a:close/>
                <a:moveTo>
                  <a:pt x="1747448" y="1777940"/>
                </a:moveTo>
                <a:lnTo>
                  <a:pt x="1748552" y="1779809"/>
                </a:lnTo>
                <a:lnTo>
                  <a:pt x="1755354" y="1776514"/>
                </a:lnTo>
                <a:lnTo>
                  <a:pt x="1754714" y="1775247"/>
                </a:lnTo>
                <a:lnTo>
                  <a:pt x="1749302" y="1777266"/>
                </a:lnTo>
                <a:lnTo>
                  <a:pt x="1747473" y="1777920"/>
                </a:lnTo>
                <a:close/>
                <a:moveTo>
                  <a:pt x="1733969" y="1808035"/>
                </a:moveTo>
                <a:lnTo>
                  <a:pt x="1734039" y="1808229"/>
                </a:lnTo>
                <a:lnTo>
                  <a:pt x="1734087" y="1808032"/>
                </a:lnTo>
                <a:close/>
                <a:moveTo>
                  <a:pt x="1714223" y="1852246"/>
                </a:moveTo>
                <a:lnTo>
                  <a:pt x="1717750" y="1852175"/>
                </a:lnTo>
                <a:lnTo>
                  <a:pt x="1719010" y="1851944"/>
                </a:lnTo>
                <a:lnTo>
                  <a:pt x="1718817" y="1850863"/>
                </a:lnTo>
                <a:lnTo>
                  <a:pt x="1714507" y="1852069"/>
                </a:lnTo>
                <a:close/>
                <a:moveTo>
                  <a:pt x="1749705" y="1772737"/>
                </a:moveTo>
                <a:lnTo>
                  <a:pt x="1752945" y="1771744"/>
                </a:lnTo>
                <a:lnTo>
                  <a:pt x="1752119" y="1770108"/>
                </a:lnTo>
                <a:close/>
                <a:moveTo>
                  <a:pt x="1672470" y="1945557"/>
                </a:moveTo>
                <a:lnTo>
                  <a:pt x="1672530" y="1945721"/>
                </a:lnTo>
                <a:lnTo>
                  <a:pt x="1673303" y="1945450"/>
                </a:lnTo>
                <a:close/>
                <a:moveTo>
                  <a:pt x="1704016" y="1874887"/>
                </a:moveTo>
                <a:lnTo>
                  <a:pt x="1705212" y="1878893"/>
                </a:lnTo>
                <a:lnTo>
                  <a:pt x="1707207" y="1877872"/>
                </a:lnTo>
                <a:lnTo>
                  <a:pt x="1707447" y="1873944"/>
                </a:lnTo>
                <a:lnTo>
                  <a:pt x="1707430" y="1873840"/>
                </a:lnTo>
                <a:close/>
                <a:moveTo>
                  <a:pt x="1738602" y="1797312"/>
                </a:moveTo>
                <a:lnTo>
                  <a:pt x="1739286" y="1797252"/>
                </a:lnTo>
                <a:lnTo>
                  <a:pt x="1757010" y="1794974"/>
                </a:lnTo>
                <a:lnTo>
                  <a:pt x="1755352" y="1792163"/>
                </a:lnTo>
                <a:lnTo>
                  <a:pt x="1746479" y="1793320"/>
                </a:lnTo>
                <a:close/>
                <a:moveTo>
                  <a:pt x="1729699" y="1817240"/>
                </a:moveTo>
                <a:lnTo>
                  <a:pt x="1729662" y="1818055"/>
                </a:lnTo>
                <a:lnTo>
                  <a:pt x="1731510" y="1817407"/>
                </a:lnTo>
                <a:lnTo>
                  <a:pt x="1731590" y="1817125"/>
                </a:lnTo>
                <a:close/>
                <a:moveTo>
                  <a:pt x="1686209" y="1914579"/>
                </a:moveTo>
                <a:lnTo>
                  <a:pt x="1686192" y="1915017"/>
                </a:lnTo>
                <a:lnTo>
                  <a:pt x="1687244" y="1914478"/>
                </a:lnTo>
                <a:close/>
                <a:moveTo>
                  <a:pt x="1724923" y="1827857"/>
                </a:moveTo>
                <a:lnTo>
                  <a:pt x="1724685" y="1831289"/>
                </a:lnTo>
                <a:lnTo>
                  <a:pt x="1724951" y="1831054"/>
                </a:lnTo>
                <a:lnTo>
                  <a:pt x="1725102" y="1827751"/>
                </a:lnTo>
                <a:close/>
                <a:moveTo>
                  <a:pt x="1660985" y="1970950"/>
                </a:moveTo>
                <a:lnTo>
                  <a:pt x="1660664" y="1974455"/>
                </a:lnTo>
                <a:lnTo>
                  <a:pt x="1667288" y="1974366"/>
                </a:lnTo>
                <a:lnTo>
                  <a:pt x="1671348" y="1972878"/>
                </a:lnTo>
                <a:lnTo>
                  <a:pt x="1676437" y="1968379"/>
                </a:lnTo>
                <a:close/>
                <a:moveTo>
                  <a:pt x="1759643" y="1750012"/>
                </a:moveTo>
                <a:lnTo>
                  <a:pt x="1759734" y="1749953"/>
                </a:lnTo>
                <a:lnTo>
                  <a:pt x="1759727" y="1749890"/>
                </a:lnTo>
                <a:close/>
                <a:moveTo>
                  <a:pt x="1820499" y="1613699"/>
                </a:moveTo>
                <a:lnTo>
                  <a:pt x="1823823" y="1612253"/>
                </a:lnTo>
                <a:lnTo>
                  <a:pt x="1823370" y="1611487"/>
                </a:lnTo>
                <a:close/>
                <a:moveTo>
                  <a:pt x="1754649" y="1761145"/>
                </a:moveTo>
                <a:lnTo>
                  <a:pt x="1755019" y="1761103"/>
                </a:lnTo>
                <a:lnTo>
                  <a:pt x="1755016" y="1761067"/>
                </a:lnTo>
                <a:close/>
                <a:moveTo>
                  <a:pt x="1736726" y="1801089"/>
                </a:moveTo>
                <a:lnTo>
                  <a:pt x="1735600" y="1805028"/>
                </a:lnTo>
                <a:lnTo>
                  <a:pt x="1735636" y="1805363"/>
                </a:lnTo>
                <a:lnTo>
                  <a:pt x="1737362" y="1804787"/>
                </a:lnTo>
                <a:close/>
                <a:moveTo>
                  <a:pt x="1755039" y="1759913"/>
                </a:moveTo>
                <a:lnTo>
                  <a:pt x="1755129" y="1760805"/>
                </a:lnTo>
                <a:lnTo>
                  <a:pt x="1760841" y="1759602"/>
                </a:lnTo>
                <a:lnTo>
                  <a:pt x="1760787" y="1759129"/>
                </a:lnTo>
                <a:lnTo>
                  <a:pt x="1760289" y="1757633"/>
                </a:lnTo>
                <a:close/>
                <a:moveTo>
                  <a:pt x="1707032" y="1867288"/>
                </a:moveTo>
                <a:lnTo>
                  <a:pt x="1707623" y="1871089"/>
                </a:lnTo>
                <a:lnTo>
                  <a:pt x="1707877" y="1866944"/>
                </a:lnTo>
                <a:close/>
                <a:moveTo>
                  <a:pt x="1838255" y="1573425"/>
                </a:moveTo>
                <a:lnTo>
                  <a:pt x="1844997" y="1568944"/>
                </a:lnTo>
                <a:lnTo>
                  <a:pt x="1843804" y="1566560"/>
                </a:lnTo>
                <a:close/>
                <a:moveTo>
                  <a:pt x="1859589" y="1524981"/>
                </a:moveTo>
                <a:lnTo>
                  <a:pt x="1864046" y="1531511"/>
                </a:lnTo>
                <a:lnTo>
                  <a:pt x="1871031" y="1528670"/>
                </a:lnTo>
                <a:lnTo>
                  <a:pt x="1866711" y="1519786"/>
                </a:lnTo>
                <a:lnTo>
                  <a:pt x="1860307" y="1524338"/>
                </a:lnTo>
                <a:close/>
                <a:moveTo>
                  <a:pt x="1711492" y="1856594"/>
                </a:moveTo>
                <a:lnTo>
                  <a:pt x="1715427" y="1863750"/>
                </a:lnTo>
                <a:lnTo>
                  <a:pt x="1715824" y="1863588"/>
                </a:lnTo>
                <a:lnTo>
                  <a:pt x="1712857" y="1857460"/>
                </a:lnTo>
                <a:lnTo>
                  <a:pt x="1712162" y="1856471"/>
                </a:lnTo>
                <a:close/>
                <a:moveTo>
                  <a:pt x="1692097" y="1900001"/>
                </a:moveTo>
                <a:lnTo>
                  <a:pt x="1692381" y="1902307"/>
                </a:lnTo>
                <a:lnTo>
                  <a:pt x="1692765" y="1902100"/>
                </a:lnTo>
                <a:lnTo>
                  <a:pt x="1692805" y="1899830"/>
                </a:lnTo>
                <a:close/>
                <a:moveTo>
                  <a:pt x="1822236" y="1608590"/>
                </a:moveTo>
                <a:lnTo>
                  <a:pt x="1822891" y="1609731"/>
                </a:lnTo>
                <a:lnTo>
                  <a:pt x="1829826" y="1604815"/>
                </a:lnTo>
                <a:lnTo>
                  <a:pt x="1829080" y="1603512"/>
                </a:lnTo>
                <a:close/>
                <a:moveTo>
                  <a:pt x="1737620" y="1797963"/>
                </a:moveTo>
                <a:lnTo>
                  <a:pt x="1736887" y="1800525"/>
                </a:lnTo>
                <a:lnTo>
                  <a:pt x="1737605" y="1804706"/>
                </a:lnTo>
                <a:lnTo>
                  <a:pt x="1758615" y="1797693"/>
                </a:lnTo>
                <a:lnTo>
                  <a:pt x="1757283" y="1795436"/>
                </a:lnTo>
                <a:close/>
                <a:moveTo>
                  <a:pt x="1686276" y="1912851"/>
                </a:moveTo>
                <a:lnTo>
                  <a:pt x="1686235" y="1913910"/>
                </a:lnTo>
                <a:lnTo>
                  <a:pt x="1688851" y="1913655"/>
                </a:lnTo>
                <a:lnTo>
                  <a:pt x="1691562" y="1912266"/>
                </a:lnTo>
                <a:lnTo>
                  <a:pt x="1691408" y="1911438"/>
                </a:lnTo>
                <a:close/>
                <a:moveTo>
                  <a:pt x="1690381" y="1903614"/>
                </a:moveTo>
                <a:lnTo>
                  <a:pt x="1690944" y="1906644"/>
                </a:lnTo>
                <a:lnTo>
                  <a:pt x="1692305" y="1906093"/>
                </a:lnTo>
                <a:lnTo>
                  <a:pt x="1691899" y="1902800"/>
                </a:lnTo>
                <a:close/>
                <a:moveTo>
                  <a:pt x="1732094" y="1810148"/>
                </a:moveTo>
                <a:lnTo>
                  <a:pt x="1732470" y="1812150"/>
                </a:lnTo>
                <a:lnTo>
                  <a:pt x="1733025" y="1812108"/>
                </a:lnTo>
                <a:lnTo>
                  <a:pt x="1733498" y="1810453"/>
                </a:lnTo>
                <a:lnTo>
                  <a:pt x="1733696" y="1809640"/>
                </a:lnTo>
                <a:close/>
                <a:moveTo>
                  <a:pt x="1826561" y="1598592"/>
                </a:moveTo>
                <a:lnTo>
                  <a:pt x="1828601" y="1602161"/>
                </a:lnTo>
                <a:lnTo>
                  <a:pt x="1829452" y="1601762"/>
                </a:lnTo>
                <a:lnTo>
                  <a:pt x="1834633" y="1598532"/>
                </a:lnTo>
                <a:lnTo>
                  <a:pt x="1833194" y="1595684"/>
                </a:lnTo>
                <a:close/>
                <a:moveTo>
                  <a:pt x="1757514" y="1753117"/>
                </a:moveTo>
                <a:lnTo>
                  <a:pt x="1758530" y="1752335"/>
                </a:lnTo>
                <a:lnTo>
                  <a:pt x="1758374" y="1751863"/>
                </a:lnTo>
                <a:close/>
                <a:moveTo>
                  <a:pt x="1754924" y="1758778"/>
                </a:moveTo>
                <a:lnTo>
                  <a:pt x="1755020" y="1759726"/>
                </a:lnTo>
                <a:lnTo>
                  <a:pt x="1760233" y="1757463"/>
                </a:lnTo>
                <a:lnTo>
                  <a:pt x="1760189" y="1757328"/>
                </a:lnTo>
                <a:close/>
                <a:moveTo>
                  <a:pt x="1746811" y="1776860"/>
                </a:moveTo>
                <a:lnTo>
                  <a:pt x="1747204" y="1777526"/>
                </a:lnTo>
                <a:lnTo>
                  <a:pt x="1751881" y="1773922"/>
                </a:lnTo>
                <a:lnTo>
                  <a:pt x="1750008" y="1774496"/>
                </a:lnTo>
                <a:close/>
                <a:moveTo>
                  <a:pt x="1795351" y="1667865"/>
                </a:moveTo>
                <a:lnTo>
                  <a:pt x="1796219" y="1667774"/>
                </a:lnTo>
                <a:lnTo>
                  <a:pt x="1797126" y="1666455"/>
                </a:lnTo>
                <a:lnTo>
                  <a:pt x="1796377" y="1666744"/>
                </a:lnTo>
                <a:close/>
                <a:moveTo>
                  <a:pt x="1745949" y="1778464"/>
                </a:moveTo>
                <a:lnTo>
                  <a:pt x="1745954" y="1778489"/>
                </a:lnTo>
                <a:lnTo>
                  <a:pt x="1746019" y="1778439"/>
                </a:lnTo>
                <a:close/>
                <a:moveTo>
                  <a:pt x="1729823" y="1814512"/>
                </a:moveTo>
                <a:lnTo>
                  <a:pt x="1729779" y="1815473"/>
                </a:lnTo>
                <a:lnTo>
                  <a:pt x="1732103" y="1815331"/>
                </a:lnTo>
                <a:lnTo>
                  <a:pt x="1732301" y="1814639"/>
                </a:lnTo>
                <a:lnTo>
                  <a:pt x="1732052" y="1813311"/>
                </a:lnTo>
                <a:close/>
                <a:moveTo>
                  <a:pt x="1805972" y="1643933"/>
                </a:moveTo>
                <a:lnTo>
                  <a:pt x="1814022" y="1641844"/>
                </a:lnTo>
                <a:lnTo>
                  <a:pt x="1816365" y="1638334"/>
                </a:lnTo>
                <a:lnTo>
                  <a:pt x="1809094" y="1640261"/>
                </a:lnTo>
                <a:close/>
                <a:moveTo>
                  <a:pt x="1681585" y="1922333"/>
                </a:moveTo>
                <a:lnTo>
                  <a:pt x="1681710" y="1922684"/>
                </a:lnTo>
                <a:lnTo>
                  <a:pt x="1682710" y="1922520"/>
                </a:lnTo>
                <a:lnTo>
                  <a:pt x="1682269" y="1923002"/>
                </a:lnTo>
                <a:lnTo>
                  <a:pt x="1681847" y="1923071"/>
                </a:lnTo>
                <a:lnTo>
                  <a:pt x="1684059" y="1929289"/>
                </a:lnTo>
                <a:lnTo>
                  <a:pt x="1685548" y="1927947"/>
                </a:lnTo>
                <a:lnTo>
                  <a:pt x="1685828" y="1920784"/>
                </a:lnTo>
                <a:lnTo>
                  <a:pt x="1684458" y="1920716"/>
                </a:lnTo>
                <a:close/>
                <a:moveTo>
                  <a:pt x="1798577" y="1660193"/>
                </a:moveTo>
                <a:lnTo>
                  <a:pt x="1798713" y="1660331"/>
                </a:lnTo>
                <a:lnTo>
                  <a:pt x="1802280" y="1658951"/>
                </a:lnTo>
                <a:lnTo>
                  <a:pt x="1805447" y="1654341"/>
                </a:lnTo>
                <a:lnTo>
                  <a:pt x="1804181" y="1651604"/>
                </a:lnTo>
                <a:close/>
                <a:moveTo>
                  <a:pt x="1738655" y="1794341"/>
                </a:moveTo>
                <a:lnTo>
                  <a:pt x="1738124" y="1796201"/>
                </a:lnTo>
                <a:lnTo>
                  <a:pt x="1742883" y="1793789"/>
                </a:lnTo>
                <a:close/>
                <a:moveTo>
                  <a:pt x="1864084" y="1513436"/>
                </a:moveTo>
                <a:lnTo>
                  <a:pt x="1864925" y="1515165"/>
                </a:lnTo>
                <a:lnTo>
                  <a:pt x="1865719" y="1514874"/>
                </a:lnTo>
                <a:lnTo>
                  <a:pt x="1871553" y="1509776"/>
                </a:lnTo>
                <a:lnTo>
                  <a:pt x="1865690" y="1512289"/>
                </a:lnTo>
                <a:close/>
                <a:moveTo>
                  <a:pt x="1649747" y="1993363"/>
                </a:moveTo>
                <a:lnTo>
                  <a:pt x="1657930" y="1990145"/>
                </a:lnTo>
                <a:lnTo>
                  <a:pt x="1658486" y="1985636"/>
                </a:lnTo>
                <a:close/>
                <a:moveTo>
                  <a:pt x="1839719" y="1567780"/>
                </a:moveTo>
                <a:lnTo>
                  <a:pt x="1839670" y="1567935"/>
                </a:lnTo>
                <a:lnTo>
                  <a:pt x="1839821" y="1567736"/>
                </a:lnTo>
                <a:close/>
                <a:moveTo>
                  <a:pt x="1852375" y="1539429"/>
                </a:moveTo>
                <a:lnTo>
                  <a:pt x="1858088" y="1545612"/>
                </a:lnTo>
                <a:lnTo>
                  <a:pt x="1860312" y="1545005"/>
                </a:lnTo>
                <a:lnTo>
                  <a:pt x="1866952" y="1536793"/>
                </a:lnTo>
                <a:lnTo>
                  <a:pt x="1864959" y="1534113"/>
                </a:lnTo>
                <a:lnTo>
                  <a:pt x="1862705" y="1535228"/>
                </a:lnTo>
                <a:close/>
                <a:moveTo>
                  <a:pt x="1826219" y="1597993"/>
                </a:moveTo>
                <a:lnTo>
                  <a:pt x="1826320" y="1598171"/>
                </a:lnTo>
                <a:lnTo>
                  <a:pt x="1832977" y="1595252"/>
                </a:lnTo>
                <a:lnTo>
                  <a:pt x="1832952" y="1595203"/>
                </a:lnTo>
                <a:lnTo>
                  <a:pt x="1827197" y="1597271"/>
                </a:lnTo>
                <a:close/>
                <a:moveTo>
                  <a:pt x="1686341" y="1911178"/>
                </a:moveTo>
                <a:lnTo>
                  <a:pt x="1686285" y="1912617"/>
                </a:lnTo>
                <a:lnTo>
                  <a:pt x="1691368" y="1911218"/>
                </a:lnTo>
                <a:lnTo>
                  <a:pt x="1690934" y="1908889"/>
                </a:lnTo>
                <a:close/>
                <a:moveTo>
                  <a:pt x="1729860" y="1813706"/>
                </a:moveTo>
                <a:lnTo>
                  <a:pt x="1729845" y="1814032"/>
                </a:lnTo>
                <a:lnTo>
                  <a:pt x="1731356" y="1813245"/>
                </a:lnTo>
                <a:close/>
                <a:moveTo>
                  <a:pt x="1830926" y="1587250"/>
                </a:moveTo>
                <a:lnTo>
                  <a:pt x="1832064" y="1589504"/>
                </a:lnTo>
                <a:lnTo>
                  <a:pt x="1837563" y="1588424"/>
                </a:lnTo>
                <a:lnTo>
                  <a:pt x="1837540" y="1588320"/>
                </a:lnTo>
                <a:lnTo>
                  <a:pt x="1836663" y="1585678"/>
                </a:lnTo>
                <a:close/>
                <a:moveTo>
                  <a:pt x="1739042" y="1792987"/>
                </a:moveTo>
                <a:lnTo>
                  <a:pt x="1738788" y="1793875"/>
                </a:lnTo>
                <a:lnTo>
                  <a:pt x="1744071" y="1793187"/>
                </a:lnTo>
                <a:lnTo>
                  <a:pt x="1753220" y="1788549"/>
                </a:lnTo>
                <a:lnTo>
                  <a:pt x="1751901" y="1786314"/>
                </a:lnTo>
                <a:close/>
                <a:moveTo>
                  <a:pt x="1835651" y="1576645"/>
                </a:moveTo>
                <a:lnTo>
                  <a:pt x="1835857" y="1577265"/>
                </a:lnTo>
                <a:lnTo>
                  <a:pt x="1845655" y="1570262"/>
                </a:lnTo>
                <a:lnTo>
                  <a:pt x="1845164" y="1569280"/>
                </a:lnTo>
                <a:lnTo>
                  <a:pt x="1837243" y="1574699"/>
                </a:lnTo>
                <a:lnTo>
                  <a:pt x="1837204" y="1574724"/>
                </a:lnTo>
                <a:close/>
                <a:moveTo>
                  <a:pt x="1870020" y="1499653"/>
                </a:moveTo>
                <a:lnTo>
                  <a:pt x="1876506" y="1496767"/>
                </a:lnTo>
                <a:lnTo>
                  <a:pt x="1880733" y="1492609"/>
                </a:lnTo>
                <a:lnTo>
                  <a:pt x="1880697" y="1492892"/>
                </a:lnTo>
                <a:lnTo>
                  <a:pt x="1876968" y="1496562"/>
                </a:lnTo>
                <a:lnTo>
                  <a:pt x="1896746" y="1487761"/>
                </a:lnTo>
                <a:lnTo>
                  <a:pt x="1925990" y="1462206"/>
                </a:lnTo>
                <a:lnTo>
                  <a:pt x="1928998" y="1456541"/>
                </a:lnTo>
                <a:lnTo>
                  <a:pt x="1929116" y="1456309"/>
                </a:lnTo>
                <a:lnTo>
                  <a:pt x="1926933" y="1454023"/>
                </a:lnTo>
                <a:lnTo>
                  <a:pt x="1923169" y="1450191"/>
                </a:lnTo>
                <a:lnTo>
                  <a:pt x="1899928" y="1468899"/>
                </a:lnTo>
                <a:lnTo>
                  <a:pt x="1879182" y="1485133"/>
                </a:lnTo>
                <a:lnTo>
                  <a:pt x="1879143" y="1485196"/>
                </a:lnTo>
                <a:lnTo>
                  <a:pt x="1877932" y="1487106"/>
                </a:lnTo>
                <a:lnTo>
                  <a:pt x="1902801" y="1470368"/>
                </a:lnTo>
                <a:lnTo>
                  <a:pt x="1902663" y="1470796"/>
                </a:lnTo>
                <a:lnTo>
                  <a:pt x="1877561" y="1487691"/>
                </a:lnTo>
                <a:lnTo>
                  <a:pt x="1871492" y="1497254"/>
                </a:lnTo>
                <a:close/>
                <a:moveTo>
                  <a:pt x="1746463" y="1776268"/>
                </a:moveTo>
                <a:lnTo>
                  <a:pt x="1746616" y="1776530"/>
                </a:lnTo>
                <a:lnTo>
                  <a:pt x="1748914" y="1774831"/>
                </a:lnTo>
                <a:lnTo>
                  <a:pt x="1747339" y="1775314"/>
                </a:lnTo>
                <a:close/>
                <a:moveTo>
                  <a:pt x="1755452" y="1756124"/>
                </a:moveTo>
                <a:lnTo>
                  <a:pt x="1756652" y="1755502"/>
                </a:lnTo>
                <a:lnTo>
                  <a:pt x="1759133" y="1754149"/>
                </a:lnTo>
                <a:lnTo>
                  <a:pt x="1758693" y="1752824"/>
                </a:lnTo>
                <a:lnTo>
                  <a:pt x="1756621" y="1754420"/>
                </a:lnTo>
                <a:close/>
                <a:moveTo>
                  <a:pt x="1745797" y="1777610"/>
                </a:moveTo>
                <a:lnTo>
                  <a:pt x="1745867" y="1778004"/>
                </a:lnTo>
                <a:lnTo>
                  <a:pt x="1746801" y="1777670"/>
                </a:lnTo>
                <a:lnTo>
                  <a:pt x="1746471" y="1777111"/>
                </a:lnTo>
                <a:close/>
                <a:moveTo>
                  <a:pt x="1863900" y="1513057"/>
                </a:moveTo>
                <a:lnTo>
                  <a:pt x="1863912" y="1513081"/>
                </a:lnTo>
                <a:lnTo>
                  <a:pt x="1864022" y="1513005"/>
                </a:lnTo>
                <a:close/>
                <a:moveTo>
                  <a:pt x="1681367" y="1921727"/>
                </a:moveTo>
                <a:lnTo>
                  <a:pt x="1681404" y="1921826"/>
                </a:lnTo>
                <a:lnTo>
                  <a:pt x="1681450" y="1921956"/>
                </a:lnTo>
                <a:lnTo>
                  <a:pt x="1683784" y="1920683"/>
                </a:lnTo>
                <a:lnTo>
                  <a:pt x="1683439" y="1920665"/>
                </a:lnTo>
                <a:close/>
                <a:moveTo>
                  <a:pt x="1777714" y="1705982"/>
                </a:moveTo>
                <a:lnTo>
                  <a:pt x="1779823" y="1709947"/>
                </a:lnTo>
                <a:lnTo>
                  <a:pt x="1782445" y="1709190"/>
                </a:lnTo>
                <a:lnTo>
                  <a:pt x="1782879" y="1709041"/>
                </a:lnTo>
                <a:lnTo>
                  <a:pt x="1788327" y="1701095"/>
                </a:lnTo>
                <a:lnTo>
                  <a:pt x="1787542" y="1699435"/>
                </a:lnTo>
                <a:close/>
                <a:moveTo>
                  <a:pt x="1774985" y="1712056"/>
                </a:moveTo>
                <a:lnTo>
                  <a:pt x="1774151" y="1721146"/>
                </a:lnTo>
                <a:lnTo>
                  <a:pt x="1774985" y="1720554"/>
                </a:lnTo>
                <a:lnTo>
                  <a:pt x="1777826" y="1716410"/>
                </a:lnTo>
                <a:lnTo>
                  <a:pt x="1776594" y="1712823"/>
                </a:lnTo>
                <a:lnTo>
                  <a:pt x="1775931" y="1711733"/>
                </a:lnTo>
                <a:close/>
                <a:moveTo>
                  <a:pt x="1787791" y="1683362"/>
                </a:moveTo>
                <a:lnTo>
                  <a:pt x="1792018" y="1682490"/>
                </a:lnTo>
                <a:lnTo>
                  <a:pt x="1800942" y="1673873"/>
                </a:lnTo>
                <a:lnTo>
                  <a:pt x="1797144" y="1675853"/>
                </a:lnTo>
                <a:lnTo>
                  <a:pt x="1797549" y="1676691"/>
                </a:lnTo>
                <a:lnTo>
                  <a:pt x="1797486" y="1676974"/>
                </a:lnTo>
                <a:lnTo>
                  <a:pt x="1796985" y="1675937"/>
                </a:lnTo>
                <a:lnTo>
                  <a:pt x="1792804" y="1678116"/>
                </a:lnTo>
                <a:close/>
                <a:moveTo>
                  <a:pt x="1731808" y="1808629"/>
                </a:moveTo>
                <a:lnTo>
                  <a:pt x="1732021" y="1809762"/>
                </a:lnTo>
                <a:lnTo>
                  <a:pt x="1733804" y="1809196"/>
                </a:lnTo>
                <a:lnTo>
                  <a:pt x="1733887" y="1808853"/>
                </a:lnTo>
                <a:lnTo>
                  <a:pt x="1733582" y="1808049"/>
                </a:lnTo>
                <a:lnTo>
                  <a:pt x="1733543" y="1808050"/>
                </a:lnTo>
                <a:close/>
                <a:moveTo>
                  <a:pt x="1784244" y="1691206"/>
                </a:moveTo>
                <a:lnTo>
                  <a:pt x="1784681" y="1692128"/>
                </a:lnTo>
                <a:lnTo>
                  <a:pt x="1784873" y="1692549"/>
                </a:lnTo>
                <a:lnTo>
                  <a:pt x="1795619" y="1690462"/>
                </a:lnTo>
                <a:lnTo>
                  <a:pt x="1802108" y="1680998"/>
                </a:lnTo>
                <a:lnTo>
                  <a:pt x="1801764" y="1681075"/>
                </a:lnTo>
                <a:lnTo>
                  <a:pt x="1792759" y="1682950"/>
                </a:lnTo>
                <a:close/>
                <a:moveTo>
                  <a:pt x="1821610" y="1607499"/>
                </a:moveTo>
                <a:lnTo>
                  <a:pt x="1822005" y="1608189"/>
                </a:lnTo>
                <a:lnTo>
                  <a:pt x="1828850" y="1603109"/>
                </a:lnTo>
                <a:lnTo>
                  <a:pt x="1828843" y="1603096"/>
                </a:lnTo>
                <a:lnTo>
                  <a:pt x="1828153" y="1603420"/>
                </a:lnTo>
                <a:lnTo>
                  <a:pt x="1825498" y="1605075"/>
                </a:lnTo>
                <a:lnTo>
                  <a:pt x="1825325" y="1605347"/>
                </a:lnTo>
                <a:lnTo>
                  <a:pt x="1825310" y="1605192"/>
                </a:lnTo>
                <a:close/>
                <a:moveTo>
                  <a:pt x="1754762" y="1757179"/>
                </a:moveTo>
                <a:lnTo>
                  <a:pt x="1754868" y="1758219"/>
                </a:lnTo>
                <a:lnTo>
                  <a:pt x="1760037" y="1756871"/>
                </a:lnTo>
                <a:lnTo>
                  <a:pt x="1759349" y="1754799"/>
                </a:lnTo>
                <a:close/>
                <a:moveTo>
                  <a:pt x="1725121" y="1823479"/>
                </a:moveTo>
                <a:lnTo>
                  <a:pt x="1725046" y="1826090"/>
                </a:lnTo>
                <a:lnTo>
                  <a:pt x="1725040" y="1826170"/>
                </a:lnTo>
                <a:lnTo>
                  <a:pt x="1725177" y="1826090"/>
                </a:lnTo>
                <a:lnTo>
                  <a:pt x="1725293" y="1823553"/>
                </a:lnTo>
                <a:lnTo>
                  <a:pt x="1725283" y="1823456"/>
                </a:lnTo>
                <a:close/>
                <a:moveTo>
                  <a:pt x="1703236" y="1872403"/>
                </a:moveTo>
                <a:lnTo>
                  <a:pt x="1703418" y="1872885"/>
                </a:lnTo>
                <a:lnTo>
                  <a:pt x="1703798" y="1874157"/>
                </a:lnTo>
                <a:lnTo>
                  <a:pt x="1707313" y="1873077"/>
                </a:lnTo>
                <a:lnTo>
                  <a:pt x="1707215" y="1872449"/>
                </a:lnTo>
                <a:close/>
                <a:moveTo>
                  <a:pt x="1729908" y="1812649"/>
                </a:moveTo>
                <a:lnTo>
                  <a:pt x="1729868" y="1813531"/>
                </a:lnTo>
                <a:lnTo>
                  <a:pt x="1731971" y="1812882"/>
                </a:lnTo>
                <a:lnTo>
                  <a:pt x="1731899" y="1812500"/>
                </a:lnTo>
                <a:close/>
                <a:moveTo>
                  <a:pt x="1680652" y="1922859"/>
                </a:moveTo>
                <a:lnTo>
                  <a:pt x="1681388" y="1922737"/>
                </a:lnTo>
                <a:lnTo>
                  <a:pt x="1681299" y="1922495"/>
                </a:lnTo>
                <a:close/>
                <a:moveTo>
                  <a:pt x="1775037" y="1711502"/>
                </a:moveTo>
                <a:lnTo>
                  <a:pt x="1775016" y="1711732"/>
                </a:lnTo>
                <a:lnTo>
                  <a:pt x="1775773" y="1711472"/>
                </a:lnTo>
                <a:lnTo>
                  <a:pt x="1775679" y="1711317"/>
                </a:lnTo>
                <a:close/>
                <a:moveTo>
                  <a:pt x="1825485" y="1598536"/>
                </a:moveTo>
                <a:lnTo>
                  <a:pt x="1826086" y="1598273"/>
                </a:lnTo>
                <a:lnTo>
                  <a:pt x="1826014" y="1598146"/>
                </a:lnTo>
                <a:close/>
                <a:moveTo>
                  <a:pt x="1592205" y="2120836"/>
                </a:moveTo>
                <a:lnTo>
                  <a:pt x="1592332" y="2127035"/>
                </a:lnTo>
                <a:lnTo>
                  <a:pt x="1600640" y="2129524"/>
                </a:lnTo>
                <a:lnTo>
                  <a:pt x="1601387" y="2122167"/>
                </a:lnTo>
                <a:close/>
                <a:moveTo>
                  <a:pt x="1745705" y="1777094"/>
                </a:moveTo>
                <a:lnTo>
                  <a:pt x="1745722" y="1777191"/>
                </a:lnTo>
                <a:lnTo>
                  <a:pt x="1746276" y="1776781"/>
                </a:lnTo>
                <a:lnTo>
                  <a:pt x="1746165" y="1776593"/>
                </a:lnTo>
                <a:close/>
                <a:moveTo>
                  <a:pt x="1736079" y="1798591"/>
                </a:moveTo>
                <a:lnTo>
                  <a:pt x="1735861" y="1800741"/>
                </a:lnTo>
                <a:lnTo>
                  <a:pt x="1736334" y="1798799"/>
                </a:lnTo>
                <a:lnTo>
                  <a:pt x="1736280" y="1798489"/>
                </a:lnTo>
                <a:close/>
                <a:moveTo>
                  <a:pt x="1698018" y="1883626"/>
                </a:moveTo>
                <a:lnTo>
                  <a:pt x="1704783" y="1882659"/>
                </a:lnTo>
                <a:lnTo>
                  <a:pt x="1703940" y="1880438"/>
                </a:lnTo>
                <a:close/>
                <a:moveTo>
                  <a:pt x="1661496" y="1965386"/>
                </a:moveTo>
                <a:lnTo>
                  <a:pt x="1661208" y="1968516"/>
                </a:lnTo>
                <a:lnTo>
                  <a:pt x="1661673" y="1968444"/>
                </a:lnTo>
                <a:lnTo>
                  <a:pt x="1670244" y="1965192"/>
                </a:lnTo>
                <a:lnTo>
                  <a:pt x="1666567" y="1964424"/>
                </a:lnTo>
                <a:lnTo>
                  <a:pt x="1663989" y="1964931"/>
                </a:lnTo>
                <a:close/>
                <a:moveTo>
                  <a:pt x="1712413" y="1851361"/>
                </a:moveTo>
                <a:lnTo>
                  <a:pt x="1712449" y="1851435"/>
                </a:lnTo>
                <a:lnTo>
                  <a:pt x="1715549" y="1849857"/>
                </a:lnTo>
                <a:lnTo>
                  <a:pt x="1718357" y="1848282"/>
                </a:lnTo>
                <a:lnTo>
                  <a:pt x="1718264" y="1847757"/>
                </a:lnTo>
                <a:lnTo>
                  <a:pt x="1718158" y="1847263"/>
                </a:lnTo>
                <a:close/>
                <a:moveTo>
                  <a:pt x="1824955" y="1599296"/>
                </a:moveTo>
                <a:lnTo>
                  <a:pt x="1825397" y="1603665"/>
                </a:lnTo>
                <a:lnTo>
                  <a:pt x="1828370" y="1602270"/>
                </a:lnTo>
                <a:lnTo>
                  <a:pt x="1826327" y="1598694"/>
                </a:lnTo>
                <a:close/>
                <a:moveTo>
                  <a:pt x="1740052" y="1789400"/>
                </a:moveTo>
                <a:lnTo>
                  <a:pt x="1739961" y="1789774"/>
                </a:lnTo>
                <a:lnTo>
                  <a:pt x="1739165" y="1792559"/>
                </a:lnTo>
                <a:lnTo>
                  <a:pt x="1740413" y="1791974"/>
                </a:lnTo>
                <a:lnTo>
                  <a:pt x="1751765" y="1786083"/>
                </a:lnTo>
                <a:lnTo>
                  <a:pt x="1750778" y="1784412"/>
                </a:lnTo>
                <a:close/>
                <a:moveTo>
                  <a:pt x="1745390" y="1777437"/>
                </a:moveTo>
                <a:lnTo>
                  <a:pt x="1745624" y="1777264"/>
                </a:lnTo>
                <a:lnTo>
                  <a:pt x="1745611" y="1777196"/>
                </a:lnTo>
                <a:close/>
                <a:moveTo>
                  <a:pt x="1753831" y="1758489"/>
                </a:moveTo>
                <a:lnTo>
                  <a:pt x="1754731" y="1758254"/>
                </a:lnTo>
                <a:lnTo>
                  <a:pt x="1754636" y="1757315"/>
                </a:lnTo>
                <a:close/>
                <a:moveTo>
                  <a:pt x="1712614" y="1850761"/>
                </a:moveTo>
                <a:lnTo>
                  <a:pt x="1718074" y="1846866"/>
                </a:lnTo>
                <a:lnTo>
                  <a:pt x="1717958" y="1846318"/>
                </a:lnTo>
                <a:close/>
                <a:moveTo>
                  <a:pt x="1746120" y="1775688"/>
                </a:moveTo>
                <a:lnTo>
                  <a:pt x="1746217" y="1775853"/>
                </a:lnTo>
                <a:lnTo>
                  <a:pt x="1746467" y="1775582"/>
                </a:lnTo>
                <a:close/>
                <a:moveTo>
                  <a:pt x="1709814" y="1856901"/>
                </a:moveTo>
                <a:lnTo>
                  <a:pt x="1709240" y="1866274"/>
                </a:lnTo>
                <a:lnTo>
                  <a:pt x="1715135" y="1863869"/>
                </a:lnTo>
                <a:lnTo>
                  <a:pt x="1711168" y="1856653"/>
                </a:lnTo>
                <a:close/>
                <a:moveTo>
                  <a:pt x="1645665" y="2000429"/>
                </a:moveTo>
                <a:lnTo>
                  <a:pt x="1646207" y="2005751"/>
                </a:lnTo>
                <a:lnTo>
                  <a:pt x="1654573" y="2007051"/>
                </a:lnTo>
                <a:lnTo>
                  <a:pt x="1655912" y="2006493"/>
                </a:lnTo>
                <a:lnTo>
                  <a:pt x="1656708" y="2000038"/>
                </a:lnTo>
                <a:close/>
                <a:moveTo>
                  <a:pt x="1768334" y="1725556"/>
                </a:moveTo>
                <a:lnTo>
                  <a:pt x="1768930" y="1726635"/>
                </a:lnTo>
                <a:lnTo>
                  <a:pt x="1769911" y="1727954"/>
                </a:lnTo>
                <a:lnTo>
                  <a:pt x="1772047" y="1724838"/>
                </a:lnTo>
                <a:lnTo>
                  <a:pt x="1772083" y="1722891"/>
                </a:lnTo>
                <a:close/>
                <a:moveTo>
                  <a:pt x="1775109" y="1710381"/>
                </a:moveTo>
                <a:lnTo>
                  <a:pt x="1775102" y="1710789"/>
                </a:lnTo>
                <a:lnTo>
                  <a:pt x="1775053" y="1711323"/>
                </a:lnTo>
                <a:lnTo>
                  <a:pt x="1775588" y="1711169"/>
                </a:lnTo>
                <a:close/>
                <a:moveTo>
                  <a:pt x="1631774" y="2031335"/>
                </a:moveTo>
                <a:lnTo>
                  <a:pt x="1636399" y="2032247"/>
                </a:lnTo>
                <a:lnTo>
                  <a:pt x="1637645" y="2032374"/>
                </a:lnTo>
                <a:lnTo>
                  <a:pt x="1646564" y="2031501"/>
                </a:lnTo>
                <a:lnTo>
                  <a:pt x="1646107" y="2027024"/>
                </a:lnTo>
                <a:lnTo>
                  <a:pt x="1645990" y="2027031"/>
                </a:lnTo>
                <a:lnTo>
                  <a:pt x="1645996" y="2027284"/>
                </a:lnTo>
                <a:lnTo>
                  <a:pt x="1645800" y="2027500"/>
                </a:lnTo>
                <a:lnTo>
                  <a:pt x="1645790" y="2027043"/>
                </a:lnTo>
                <a:lnTo>
                  <a:pt x="1639166" y="2027425"/>
                </a:lnTo>
                <a:lnTo>
                  <a:pt x="1637552" y="2027495"/>
                </a:lnTo>
                <a:close/>
                <a:moveTo>
                  <a:pt x="1725157" y="1822222"/>
                </a:moveTo>
                <a:lnTo>
                  <a:pt x="1725135" y="1822991"/>
                </a:lnTo>
                <a:lnTo>
                  <a:pt x="1725234" y="1822977"/>
                </a:lnTo>
                <a:close/>
                <a:moveTo>
                  <a:pt x="1744699" y="1778421"/>
                </a:moveTo>
                <a:lnTo>
                  <a:pt x="1745762" y="1778042"/>
                </a:lnTo>
                <a:lnTo>
                  <a:pt x="1745698" y="1777682"/>
                </a:lnTo>
                <a:close/>
                <a:moveTo>
                  <a:pt x="1661574" y="1964532"/>
                </a:moveTo>
                <a:lnTo>
                  <a:pt x="1661559" y="1964698"/>
                </a:lnTo>
                <a:lnTo>
                  <a:pt x="1664929" y="1964083"/>
                </a:lnTo>
                <a:lnTo>
                  <a:pt x="1664861" y="1964069"/>
                </a:lnTo>
                <a:close/>
                <a:moveTo>
                  <a:pt x="1686434" y="1908805"/>
                </a:moveTo>
                <a:lnTo>
                  <a:pt x="1686352" y="1910890"/>
                </a:lnTo>
                <a:lnTo>
                  <a:pt x="1689735" y="1909262"/>
                </a:lnTo>
                <a:lnTo>
                  <a:pt x="1690896" y="1908683"/>
                </a:lnTo>
                <a:lnTo>
                  <a:pt x="1690605" y="1907116"/>
                </a:lnTo>
                <a:close/>
                <a:moveTo>
                  <a:pt x="1689900" y="1901026"/>
                </a:moveTo>
                <a:lnTo>
                  <a:pt x="1690339" y="1903386"/>
                </a:lnTo>
                <a:lnTo>
                  <a:pt x="1691212" y="1902934"/>
                </a:lnTo>
                <a:lnTo>
                  <a:pt x="1691872" y="1902579"/>
                </a:lnTo>
                <a:lnTo>
                  <a:pt x="1691571" y="1900129"/>
                </a:lnTo>
                <a:lnTo>
                  <a:pt x="1691327" y="1900189"/>
                </a:lnTo>
                <a:close/>
                <a:moveTo>
                  <a:pt x="1639428" y="2013815"/>
                </a:moveTo>
                <a:lnTo>
                  <a:pt x="1640538" y="2014065"/>
                </a:lnTo>
                <a:lnTo>
                  <a:pt x="1640589" y="2014075"/>
                </a:lnTo>
                <a:lnTo>
                  <a:pt x="1644702" y="2013253"/>
                </a:lnTo>
                <a:lnTo>
                  <a:pt x="1644542" y="2011682"/>
                </a:lnTo>
                <a:close/>
                <a:moveTo>
                  <a:pt x="1716931" y="1840253"/>
                </a:moveTo>
                <a:lnTo>
                  <a:pt x="1717170" y="1841380"/>
                </a:lnTo>
                <a:lnTo>
                  <a:pt x="1720976" y="1841364"/>
                </a:lnTo>
                <a:lnTo>
                  <a:pt x="1723098" y="1839600"/>
                </a:lnTo>
                <a:lnTo>
                  <a:pt x="1723099" y="1839522"/>
                </a:lnTo>
                <a:close/>
                <a:moveTo>
                  <a:pt x="1717847" y="1838144"/>
                </a:moveTo>
                <a:lnTo>
                  <a:pt x="1723128" y="1837849"/>
                </a:lnTo>
                <a:lnTo>
                  <a:pt x="1723206" y="1833406"/>
                </a:lnTo>
                <a:close/>
                <a:moveTo>
                  <a:pt x="1821154" y="1606705"/>
                </a:moveTo>
                <a:lnTo>
                  <a:pt x="1821251" y="1606874"/>
                </a:lnTo>
                <a:lnTo>
                  <a:pt x="1822645" y="1606005"/>
                </a:lnTo>
                <a:close/>
                <a:moveTo>
                  <a:pt x="1729991" y="1810816"/>
                </a:moveTo>
                <a:lnTo>
                  <a:pt x="1729922" y="1812341"/>
                </a:lnTo>
                <a:lnTo>
                  <a:pt x="1731843" y="1812197"/>
                </a:lnTo>
                <a:lnTo>
                  <a:pt x="1731493" y="1810339"/>
                </a:lnTo>
                <a:close/>
                <a:moveTo>
                  <a:pt x="1714091" y="1846414"/>
                </a:moveTo>
                <a:lnTo>
                  <a:pt x="1715610" y="1845825"/>
                </a:lnTo>
                <a:lnTo>
                  <a:pt x="1715722" y="1845733"/>
                </a:lnTo>
                <a:close/>
                <a:moveTo>
                  <a:pt x="1592171" y="2119249"/>
                </a:moveTo>
                <a:lnTo>
                  <a:pt x="1592190" y="2120106"/>
                </a:lnTo>
                <a:lnTo>
                  <a:pt x="1601459" y="2121449"/>
                </a:lnTo>
                <a:lnTo>
                  <a:pt x="1601709" y="2118989"/>
                </a:lnTo>
                <a:close/>
                <a:moveTo>
                  <a:pt x="1802725" y="1647751"/>
                </a:moveTo>
                <a:lnTo>
                  <a:pt x="1804261" y="1651073"/>
                </a:lnTo>
                <a:lnTo>
                  <a:pt x="1807533" y="1646058"/>
                </a:lnTo>
                <a:lnTo>
                  <a:pt x="1807565" y="1646418"/>
                </a:lnTo>
                <a:lnTo>
                  <a:pt x="1804372" y="1651311"/>
                </a:lnTo>
                <a:lnTo>
                  <a:pt x="1805642" y="1654058"/>
                </a:lnTo>
                <a:lnTo>
                  <a:pt x="1813423" y="1642730"/>
                </a:lnTo>
                <a:lnTo>
                  <a:pt x="1805199" y="1644841"/>
                </a:lnTo>
                <a:close/>
                <a:moveTo>
                  <a:pt x="1776293" y="1706929"/>
                </a:moveTo>
                <a:lnTo>
                  <a:pt x="1777554" y="1710601"/>
                </a:lnTo>
                <a:lnTo>
                  <a:pt x="1779637" y="1710000"/>
                </a:lnTo>
                <a:lnTo>
                  <a:pt x="1777556" y="1706087"/>
                </a:lnTo>
                <a:close/>
                <a:moveTo>
                  <a:pt x="1745489" y="1775882"/>
                </a:moveTo>
                <a:lnTo>
                  <a:pt x="1745603" y="1776522"/>
                </a:lnTo>
                <a:lnTo>
                  <a:pt x="1745920" y="1776178"/>
                </a:lnTo>
                <a:lnTo>
                  <a:pt x="1745706" y="1775814"/>
                </a:lnTo>
                <a:close/>
                <a:moveTo>
                  <a:pt x="1752120" y="1760984"/>
                </a:moveTo>
                <a:lnTo>
                  <a:pt x="1754886" y="1759784"/>
                </a:lnTo>
                <a:lnTo>
                  <a:pt x="1754788" y="1758816"/>
                </a:lnTo>
                <a:lnTo>
                  <a:pt x="1753332" y="1759216"/>
                </a:lnTo>
                <a:close/>
                <a:moveTo>
                  <a:pt x="1824836" y="1598120"/>
                </a:moveTo>
                <a:lnTo>
                  <a:pt x="1824861" y="1598364"/>
                </a:lnTo>
                <a:lnTo>
                  <a:pt x="1825524" y="1597874"/>
                </a:lnTo>
                <a:close/>
                <a:moveTo>
                  <a:pt x="1661677" y="1963405"/>
                </a:moveTo>
                <a:lnTo>
                  <a:pt x="1661608" y="1964165"/>
                </a:lnTo>
                <a:lnTo>
                  <a:pt x="1663824" y="1963853"/>
                </a:lnTo>
                <a:close/>
                <a:moveTo>
                  <a:pt x="1782353" y="1693038"/>
                </a:moveTo>
                <a:lnTo>
                  <a:pt x="1784337" y="1692653"/>
                </a:lnTo>
                <a:lnTo>
                  <a:pt x="1783839" y="1691599"/>
                </a:lnTo>
                <a:close/>
                <a:moveTo>
                  <a:pt x="1751794" y="1761461"/>
                </a:moveTo>
                <a:lnTo>
                  <a:pt x="1752262" y="1761409"/>
                </a:lnTo>
                <a:lnTo>
                  <a:pt x="1754992" y="1760834"/>
                </a:lnTo>
                <a:lnTo>
                  <a:pt x="1754905" y="1759971"/>
                </a:lnTo>
                <a:lnTo>
                  <a:pt x="1751929" y="1761263"/>
                </a:lnTo>
                <a:close/>
                <a:moveTo>
                  <a:pt x="1734902" y="1799187"/>
                </a:moveTo>
                <a:lnTo>
                  <a:pt x="1735144" y="1801148"/>
                </a:lnTo>
                <a:lnTo>
                  <a:pt x="1735367" y="1798951"/>
                </a:lnTo>
                <a:close/>
                <a:moveTo>
                  <a:pt x="1793440" y="1668066"/>
                </a:moveTo>
                <a:lnTo>
                  <a:pt x="1794514" y="1667954"/>
                </a:lnTo>
                <a:lnTo>
                  <a:pt x="1795205" y="1667198"/>
                </a:lnTo>
                <a:lnTo>
                  <a:pt x="1793601" y="1667819"/>
                </a:lnTo>
                <a:close/>
                <a:moveTo>
                  <a:pt x="1716460" y="1840308"/>
                </a:moveTo>
                <a:lnTo>
                  <a:pt x="1716861" y="1841156"/>
                </a:lnTo>
                <a:lnTo>
                  <a:pt x="1716676" y="1840283"/>
                </a:lnTo>
                <a:close/>
                <a:moveTo>
                  <a:pt x="1635799" y="2020913"/>
                </a:moveTo>
                <a:lnTo>
                  <a:pt x="1636813" y="2026758"/>
                </a:lnTo>
                <a:lnTo>
                  <a:pt x="1636714" y="2026906"/>
                </a:lnTo>
                <a:lnTo>
                  <a:pt x="1645547" y="2021532"/>
                </a:lnTo>
                <a:lnTo>
                  <a:pt x="1645260" y="2018721"/>
                </a:lnTo>
                <a:close/>
                <a:moveTo>
                  <a:pt x="1864693" y="1508340"/>
                </a:moveTo>
                <a:lnTo>
                  <a:pt x="1866659" y="1506458"/>
                </a:lnTo>
                <a:lnTo>
                  <a:pt x="1874921" y="1498327"/>
                </a:lnTo>
                <a:lnTo>
                  <a:pt x="1869289" y="1500847"/>
                </a:lnTo>
                <a:close/>
                <a:moveTo>
                  <a:pt x="1671089" y="1941697"/>
                </a:moveTo>
                <a:lnTo>
                  <a:pt x="1672344" y="1945202"/>
                </a:lnTo>
                <a:lnTo>
                  <a:pt x="1674970" y="1944864"/>
                </a:lnTo>
                <a:lnTo>
                  <a:pt x="1687836" y="1940349"/>
                </a:lnTo>
                <a:lnTo>
                  <a:pt x="1685692" y="1934323"/>
                </a:lnTo>
                <a:lnTo>
                  <a:pt x="1685172" y="1932925"/>
                </a:lnTo>
                <a:lnTo>
                  <a:pt x="1676532" y="1936790"/>
                </a:lnTo>
                <a:close/>
                <a:moveTo>
                  <a:pt x="1816007" y="1617162"/>
                </a:moveTo>
                <a:lnTo>
                  <a:pt x="1817789" y="1619003"/>
                </a:lnTo>
                <a:lnTo>
                  <a:pt x="1819575" y="1617207"/>
                </a:lnTo>
                <a:lnTo>
                  <a:pt x="1821452" y="1615163"/>
                </a:lnTo>
                <a:lnTo>
                  <a:pt x="1820255" y="1614546"/>
                </a:lnTo>
                <a:lnTo>
                  <a:pt x="1818295" y="1615399"/>
                </a:lnTo>
                <a:close/>
                <a:moveTo>
                  <a:pt x="1818559" y="1611320"/>
                </a:moveTo>
                <a:lnTo>
                  <a:pt x="1822145" y="1610261"/>
                </a:lnTo>
                <a:lnTo>
                  <a:pt x="1822496" y="1610012"/>
                </a:lnTo>
                <a:lnTo>
                  <a:pt x="1821832" y="1608891"/>
                </a:lnTo>
                <a:close/>
                <a:moveTo>
                  <a:pt x="1834989" y="1574487"/>
                </a:moveTo>
                <a:lnTo>
                  <a:pt x="1835097" y="1574978"/>
                </a:lnTo>
                <a:lnTo>
                  <a:pt x="1835246" y="1575423"/>
                </a:lnTo>
                <a:lnTo>
                  <a:pt x="1836272" y="1574743"/>
                </a:lnTo>
                <a:lnTo>
                  <a:pt x="1843082" y="1566317"/>
                </a:lnTo>
                <a:lnTo>
                  <a:pt x="1840275" y="1567539"/>
                </a:lnTo>
                <a:close/>
                <a:moveTo>
                  <a:pt x="1760549" y="1741094"/>
                </a:moveTo>
                <a:lnTo>
                  <a:pt x="1760647" y="1741466"/>
                </a:lnTo>
                <a:lnTo>
                  <a:pt x="1761188" y="1740676"/>
                </a:lnTo>
                <a:close/>
                <a:moveTo>
                  <a:pt x="1736841" y="1794129"/>
                </a:moveTo>
                <a:lnTo>
                  <a:pt x="1737491" y="1794045"/>
                </a:lnTo>
                <a:lnTo>
                  <a:pt x="1737561" y="1793756"/>
                </a:lnTo>
                <a:close/>
                <a:moveTo>
                  <a:pt x="1811510" y="1626902"/>
                </a:moveTo>
                <a:lnTo>
                  <a:pt x="1816889" y="1625325"/>
                </a:lnTo>
                <a:lnTo>
                  <a:pt x="1820121" y="1621524"/>
                </a:lnTo>
                <a:lnTo>
                  <a:pt x="1818380" y="1619726"/>
                </a:lnTo>
                <a:lnTo>
                  <a:pt x="1818232" y="1619582"/>
                </a:lnTo>
                <a:close/>
                <a:moveTo>
                  <a:pt x="1741408" y="1783826"/>
                </a:moveTo>
                <a:lnTo>
                  <a:pt x="1740137" y="1789052"/>
                </a:lnTo>
                <a:lnTo>
                  <a:pt x="1746784" y="1786138"/>
                </a:lnTo>
                <a:lnTo>
                  <a:pt x="1750718" y="1784309"/>
                </a:lnTo>
                <a:lnTo>
                  <a:pt x="1748427" y="1780427"/>
                </a:lnTo>
                <a:close/>
                <a:moveTo>
                  <a:pt x="1730064" y="1809211"/>
                </a:moveTo>
                <a:lnTo>
                  <a:pt x="1730010" y="1810401"/>
                </a:lnTo>
                <a:lnTo>
                  <a:pt x="1731421" y="1809953"/>
                </a:lnTo>
                <a:lnTo>
                  <a:pt x="1731210" y="1808829"/>
                </a:lnTo>
                <a:close/>
                <a:moveTo>
                  <a:pt x="1736482" y="1794624"/>
                </a:moveTo>
                <a:lnTo>
                  <a:pt x="1736256" y="1796848"/>
                </a:lnTo>
                <a:lnTo>
                  <a:pt x="1736303" y="1797124"/>
                </a:lnTo>
                <a:lnTo>
                  <a:pt x="1736803" y="1796871"/>
                </a:lnTo>
                <a:lnTo>
                  <a:pt x="1737378" y="1794507"/>
                </a:lnTo>
                <a:close/>
                <a:moveTo>
                  <a:pt x="1750321" y="1763608"/>
                </a:moveTo>
                <a:lnTo>
                  <a:pt x="1751915" y="1766765"/>
                </a:lnTo>
                <a:lnTo>
                  <a:pt x="1754175" y="1765891"/>
                </a:lnTo>
                <a:lnTo>
                  <a:pt x="1755434" y="1765205"/>
                </a:lnTo>
                <a:lnTo>
                  <a:pt x="1755158" y="1762475"/>
                </a:lnTo>
                <a:lnTo>
                  <a:pt x="1750764" y="1762961"/>
                </a:lnTo>
                <a:close/>
                <a:moveTo>
                  <a:pt x="1862971" y="1511148"/>
                </a:moveTo>
                <a:lnTo>
                  <a:pt x="1863794" y="1512841"/>
                </a:lnTo>
                <a:lnTo>
                  <a:pt x="1864942" y="1512367"/>
                </a:lnTo>
                <a:lnTo>
                  <a:pt x="1870990" y="1508176"/>
                </a:lnTo>
                <a:lnTo>
                  <a:pt x="1884042" y="1498862"/>
                </a:lnTo>
                <a:lnTo>
                  <a:pt x="1894865" y="1489405"/>
                </a:lnTo>
                <a:lnTo>
                  <a:pt x="1875385" y="1498119"/>
                </a:lnTo>
                <a:lnTo>
                  <a:pt x="1864229" y="1509096"/>
                </a:lnTo>
                <a:close/>
                <a:moveTo>
                  <a:pt x="1741740" y="1782463"/>
                </a:moveTo>
                <a:lnTo>
                  <a:pt x="1741632" y="1782904"/>
                </a:lnTo>
                <a:lnTo>
                  <a:pt x="1746826" y="1780645"/>
                </a:lnTo>
                <a:lnTo>
                  <a:pt x="1748171" y="1779993"/>
                </a:lnTo>
                <a:lnTo>
                  <a:pt x="1747115" y="1778204"/>
                </a:lnTo>
                <a:close/>
                <a:moveTo>
                  <a:pt x="1792784" y="1668134"/>
                </a:moveTo>
                <a:lnTo>
                  <a:pt x="1793129" y="1668098"/>
                </a:lnTo>
                <a:lnTo>
                  <a:pt x="1793170" y="1668037"/>
                </a:lnTo>
                <a:lnTo>
                  <a:pt x="1793149" y="1667994"/>
                </a:lnTo>
                <a:close/>
                <a:moveTo>
                  <a:pt x="1686556" y="1905664"/>
                </a:moveTo>
                <a:lnTo>
                  <a:pt x="1686518" y="1906640"/>
                </a:lnTo>
                <a:lnTo>
                  <a:pt x="1690069" y="1906019"/>
                </a:lnTo>
                <a:lnTo>
                  <a:pt x="1689847" y="1906267"/>
                </a:lnTo>
                <a:lnTo>
                  <a:pt x="1686510" y="1906850"/>
                </a:lnTo>
                <a:lnTo>
                  <a:pt x="1686447" y="1908465"/>
                </a:lnTo>
                <a:lnTo>
                  <a:pt x="1690547" y="1906805"/>
                </a:lnTo>
                <a:lnTo>
                  <a:pt x="1689993" y="1903822"/>
                </a:lnTo>
                <a:close/>
                <a:moveTo>
                  <a:pt x="1645379" y="1997628"/>
                </a:moveTo>
                <a:lnTo>
                  <a:pt x="1645647" y="2000258"/>
                </a:lnTo>
                <a:lnTo>
                  <a:pt x="1648017" y="2000206"/>
                </a:lnTo>
                <a:lnTo>
                  <a:pt x="1656726" y="1999898"/>
                </a:lnTo>
                <a:lnTo>
                  <a:pt x="1657154" y="1996426"/>
                </a:lnTo>
                <a:close/>
                <a:moveTo>
                  <a:pt x="1742088" y="1781032"/>
                </a:moveTo>
                <a:lnTo>
                  <a:pt x="1741957" y="1781570"/>
                </a:lnTo>
                <a:lnTo>
                  <a:pt x="1745855" y="1778565"/>
                </a:lnTo>
                <a:lnTo>
                  <a:pt x="1745844" y="1778502"/>
                </a:lnTo>
                <a:lnTo>
                  <a:pt x="1743711" y="1779265"/>
                </a:lnTo>
                <a:close/>
                <a:moveTo>
                  <a:pt x="1833283" y="1576727"/>
                </a:moveTo>
                <a:lnTo>
                  <a:pt x="1833617" y="1576507"/>
                </a:lnTo>
                <a:lnTo>
                  <a:pt x="1833567" y="1576354"/>
                </a:lnTo>
                <a:close/>
                <a:moveTo>
                  <a:pt x="1645509" y="1997109"/>
                </a:moveTo>
                <a:lnTo>
                  <a:pt x="1657217" y="1995914"/>
                </a:lnTo>
                <a:lnTo>
                  <a:pt x="1657736" y="1991718"/>
                </a:lnTo>
                <a:lnTo>
                  <a:pt x="1646698" y="1996058"/>
                </a:lnTo>
                <a:close/>
                <a:moveTo>
                  <a:pt x="1861262" y="1513887"/>
                </a:moveTo>
                <a:lnTo>
                  <a:pt x="1863410" y="1512999"/>
                </a:lnTo>
                <a:lnTo>
                  <a:pt x="1862714" y="1511567"/>
                </a:lnTo>
                <a:lnTo>
                  <a:pt x="1862260" y="1512307"/>
                </a:lnTo>
                <a:close/>
                <a:moveTo>
                  <a:pt x="1678447" y="1923223"/>
                </a:moveTo>
                <a:lnTo>
                  <a:pt x="1679422" y="1923062"/>
                </a:lnTo>
                <a:lnTo>
                  <a:pt x="1681158" y="1922115"/>
                </a:lnTo>
                <a:lnTo>
                  <a:pt x="1681070" y="1921879"/>
                </a:lnTo>
                <a:close/>
                <a:moveTo>
                  <a:pt x="1829593" y="1584611"/>
                </a:moveTo>
                <a:lnTo>
                  <a:pt x="1830292" y="1585995"/>
                </a:lnTo>
                <a:lnTo>
                  <a:pt x="1836228" y="1584368"/>
                </a:lnTo>
                <a:lnTo>
                  <a:pt x="1835244" y="1581405"/>
                </a:lnTo>
                <a:lnTo>
                  <a:pt x="1833853" y="1581566"/>
                </a:lnTo>
                <a:close/>
                <a:moveTo>
                  <a:pt x="1765804" y="1727353"/>
                </a:moveTo>
                <a:lnTo>
                  <a:pt x="1768592" y="1729861"/>
                </a:lnTo>
                <a:lnTo>
                  <a:pt x="1768605" y="1729858"/>
                </a:lnTo>
                <a:lnTo>
                  <a:pt x="1769287" y="1728864"/>
                </a:lnTo>
                <a:lnTo>
                  <a:pt x="1767348" y="1726256"/>
                </a:lnTo>
                <a:close/>
                <a:moveTo>
                  <a:pt x="1587601" y="2126327"/>
                </a:moveTo>
                <a:lnTo>
                  <a:pt x="1584387" y="2137019"/>
                </a:lnTo>
                <a:lnTo>
                  <a:pt x="1592238" y="2134868"/>
                </a:lnTo>
                <a:lnTo>
                  <a:pt x="1591989" y="2127641"/>
                </a:lnTo>
                <a:close/>
                <a:moveTo>
                  <a:pt x="1824587" y="1595657"/>
                </a:moveTo>
                <a:lnTo>
                  <a:pt x="1824778" y="1597547"/>
                </a:lnTo>
                <a:lnTo>
                  <a:pt x="1825519" y="1597281"/>
                </a:lnTo>
                <a:lnTo>
                  <a:pt x="1824589" y="1595654"/>
                </a:lnTo>
                <a:close/>
                <a:moveTo>
                  <a:pt x="1840655" y="1559560"/>
                </a:moveTo>
                <a:lnTo>
                  <a:pt x="1842790" y="1563833"/>
                </a:lnTo>
                <a:lnTo>
                  <a:pt x="1847029" y="1558262"/>
                </a:lnTo>
                <a:lnTo>
                  <a:pt x="1847066" y="1558612"/>
                </a:lnTo>
                <a:lnTo>
                  <a:pt x="1842910" y="1564075"/>
                </a:lnTo>
                <a:lnTo>
                  <a:pt x="1842950" y="1564157"/>
                </a:lnTo>
                <a:lnTo>
                  <a:pt x="1844155" y="1563734"/>
                </a:lnTo>
                <a:lnTo>
                  <a:pt x="1846834" y="1561677"/>
                </a:lnTo>
                <a:lnTo>
                  <a:pt x="1857349" y="1548671"/>
                </a:lnTo>
                <a:close/>
                <a:moveTo>
                  <a:pt x="1816917" y="1612538"/>
                </a:moveTo>
                <a:lnTo>
                  <a:pt x="1818068" y="1613151"/>
                </a:lnTo>
                <a:lnTo>
                  <a:pt x="1821442" y="1610759"/>
                </a:lnTo>
                <a:lnTo>
                  <a:pt x="1817784" y="1611894"/>
                </a:lnTo>
                <a:close/>
                <a:moveTo>
                  <a:pt x="1860103" y="1515720"/>
                </a:moveTo>
                <a:lnTo>
                  <a:pt x="1863566" y="1513320"/>
                </a:lnTo>
                <a:lnTo>
                  <a:pt x="1863518" y="1513221"/>
                </a:lnTo>
                <a:lnTo>
                  <a:pt x="1861001" y="1514300"/>
                </a:lnTo>
                <a:close/>
                <a:moveTo>
                  <a:pt x="1758011" y="1744268"/>
                </a:moveTo>
                <a:lnTo>
                  <a:pt x="1758145" y="1744511"/>
                </a:lnTo>
                <a:lnTo>
                  <a:pt x="1758066" y="1744245"/>
                </a:lnTo>
                <a:close/>
                <a:moveTo>
                  <a:pt x="1782938" y="1688441"/>
                </a:moveTo>
                <a:lnTo>
                  <a:pt x="1783852" y="1690376"/>
                </a:lnTo>
                <a:lnTo>
                  <a:pt x="1791208" y="1683272"/>
                </a:lnTo>
                <a:lnTo>
                  <a:pt x="1787050" y="1684138"/>
                </a:lnTo>
                <a:close/>
                <a:moveTo>
                  <a:pt x="1662081" y="1959007"/>
                </a:moveTo>
                <a:lnTo>
                  <a:pt x="1661696" y="1963204"/>
                </a:lnTo>
                <a:lnTo>
                  <a:pt x="1664409" y="1963770"/>
                </a:lnTo>
                <a:lnTo>
                  <a:pt x="1674306" y="1962373"/>
                </a:lnTo>
                <a:lnTo>
                  <a:pt x="1680790" y="1961190"/>
                </a:lnTo>
                <a:lnTo>
                  <a:pt x="1686675" y="1958957"/>
                </a:lnTo>
                <a:lnTo>
                  <a:pt x="1691857" y="1953993"/>
                </a:lnTo>
                <a:lnTo>
                  <a:pt x="1691941" y="1949186"/>
                </a:lnTo>
                <a:lnTo>
                  <a:pt x="1691183" y="1949312"/>
                </a:lnTo>
                <a:lnTo>
                  <a:pt x="1691202" y="1949365"/>
                </a:lnTo>
                <a:lnTo>
                  <a:pt x="1691114" y="1949563"/>
                </a:lnTo>
                <a:lnTo>
                  <a:pt x="1691034" y="1949336"/>
                </a:lnTo>
                <a:lnTo>
                  <a:pt x="1687142" y="1949978"/>
                </a:lnTo>
                <a:lnTo>
                  <a:pt x="1672318" y="1952221"/>
                </a:lnTo>
                <a:close/>
                <a:moveTo>
                  <a:pt x="1637160" y="2014760"/>
                </a:moveTo>
                <a:lnTo>
                  <a:pt x="1639568" y="2014279"/>
                </a:lnTo>
                <a:lnTo>
                  <a:pt x="1638735" y="2014104"/>
                </a:lnTo>
                <a:close/>
                <a:moveTo>
                  <a:pt x="1711212" y="1848879"/>
                </a:moveTo>
                <a:lnTo>
                  <a:pt x="1711420" y="1849309"/>
                </a:lnTo>
                <a:lnTo>
                  <a:pt x="1712734" y="1848217"/>
                </a:lnTo>
                <a:close/>
                <a:moveTo>
                  <a:pt x="1702063" y="1869316"/>
                </a:moveTo>
                <a:lnTo>
                  <a:pt x="1703088" y="1872015"/>
                </a:lnTo>
                <a:lnTo>
                  <a:pt x="1707155" y="1872061"/>
                </a:lnTo>
                <a:lnTo>
                  <a:pt x="1706451" y="1867525"/>
                </a:lnTo>
                <a:close/>
                <a:moveTo>
                  <a:pt x="1628854" y="2033234"/>
                </a:moveTo>
                <a:lnTo>
                  <a:pt x="1635008" y="2032632"/>
                </a:lnTo>
                <a:lnTo>
                  <a:pt x="1630554" y="2032179"/>
                </a:lnTo>
                <a:lnTo>
                  <a:pt x="1630527" y="2032195"/>
                </a:lnTo>
                <a:lnTo>
                  <a:pt x="1630494" y="2032186"/>
                </a:lnTo>
                <a:lnTo>
                  <a:pt x="1629608" y="2032774"/>
                </a:lnTo>
                <a:close/>
                <a:moveTo>
                  <a:pt x="1757525" y="1744841"/>
                </a:moveTo>
                <a:lnTo>
                  <a:pt x="1757532" y="1744863"/>
                </a:lnTo>
                <a:lnTo>
                  <a:pt x="1757572" y="1744846"/>
                </a:lnTo>
                <a:close/>
                <a:moveTo>
                  <a:pt x="1859109" y="1517294"/>
                </a:moveTo>
                <a:lnTo>
                  <a:pt x="1864533" y="1515308"/>
                </a:lnTo>
                <a:lnTo>
                  <a:pt x="1863741" y="1513680"/>
                </a:lnTo>
                <a:lnTo>
                  <a:pt x="1859463" y="1516733"/>
                </a:lnTo>
                <a:close/>
                <a:moveTo>
                  <a:pt x="1746800" y="1768742"/>
                </a:moveTo>
                <a:lnTo>
                  <a:pt x="1750673" y="1767245"/>
                </a:lnTo>
                <a:lnTo>
                  <a:pt x="1749466" y="1764854"/>
                </a:lnTo>
                <a:close/>
                <a:moveTo>
                  <a:pt x="1628428" y="2033771"/>
                </a:moveTo>
                <a:lnTo>
                  <a:pt x="1625624" y="2040213"/>
                </a:lnTo>
                <a:lnTo>
                  <a:pt x="1646777" y="2041263"/>
                </a:lnTo>
                <a:lnTo>
                  <a:pt x="1646993" y="2035705"/>
                </a:lnTo>
                <a:lnTo>
                  <a:pt x="1646802" y="2033830"/>
                </a:lnTo>
                <a:lnTo>
                  <a:pt x="1637279" y="2032863"/>
                </a:lnTo>
                <a:lnTo>
                  <a:pt x="1634154" y="2033212"/>
                </a:lnTo>
                <a:close/>
                <a:moveTo>
                  <a:pt x="1744945" y="1772830"/>
                </a:moveTo>
                <a:lnTo>
                  <a:pt x="1745167" y="1774072"/>
                </a:lnTo>
                <a:lnTo>
                  <a:pt x="1745195" y="1774120"/>
                </a:lnTo>
                <a:lnTo>
                  <a:pt x="1748834" y="1773005"/>
                </a:lnTo>
                <a:lnTo>
                  <a:pt x="1751341" y="1770274"/>
                </a:lnTo>
                <a:close/>
                <a:moveTo>
                  <a:pt x="1736862" y="1790881"/>
                </a:moveTo>
                <a:lnTo>
                  <a:pt x="1736568" y="1793778"/>
                </a:lnTo>
                <a:lnTo>
                  <a:pt x="1737683" y="1793255"/>
                </a:lnTo>
                <a:lnTo>
                  <a:pt x="1738438" y="1790151"/>
                </a:lnTo>
                <a:lnTo>
                  <a:pt x="1736948" y="1790844"/>
                </a:lnTo>
                <a:close/>
                <a:moveTo>
                  <a:pt x="1694592" y="1885471"/>
                </a:moveTo>
                <a:lnTo>
                  <a:pt x="1694613" y="1885941"/>
                </a:lnTo>
                <a:lnTo>
                  <a:pt x="1700726" y="1887663"/>
                </a:lnTo>
                <a:lnTo>
                  <a:pt x="1705336" y="1884114"/>
                </a:lnTo>
                <a:lnTo>
                  <a:pt x="1704941" y="1883074"/>
                </a:lnTo>
                <a:lnTo>
                  <a:pt x="1696911" y="1884222"/>
                </a:lnTo>
                <a:close/>
                <a:moveTo>
                  <a:pt x="1631035" y="2027781"/>
                </a:moveTo>
                <a:lnTo>
                  <a:pt x="1629669" y="2030920"/>
                </a:lnTo>
                <a:lnTo>
                  <a:pt x="1630008" y="2030986"/>
                </a:lnTo>
                <a:lnTo>
                  <a:pt x="1635606" y="2027581"/>
                </a:lnTo>
                <a:close/>
                <a:moveTo>
                  <a:pt x="1743167" y="1776593"/>
                </a:moveTo>
                <a:lnTo>
                  <a:pt x="1742535" y="1779194"/>
                </a:lnTo>
                <a:lnTo>
                  <a:pt x="1743450" y="1778867"/>
                </a:lnTo>
                <a:lnTo>
                  <a:pt x="1745510" y="1776624"/>
                </a:lnTo>
                <a:lnTo>
                  <a:pt x="1745383" y="1775914"/>
                </a:lnTo>
                <a:close/>
                <a:moveTo>
                  <a:pt x="1633825" y="2021370"/>
                </a:moveTo>
                <a:lnTo>
                  <a:pt x="1631213" y="2027372"/>
                </a:lnTo>
                <a:lnTo>
                  <a:pt x="1636314" y="2027149"/>
                </a:lnTo>
                <a:lnTo>
                  <a:pt x="1636634" y="2026954"/>
                </a:lnTo>
                <a:lnTo>
                  <a:pt x="1635593" y="2020961"/>
                </a:lnTo>
                <a:close/>
                <a:moveTo>
                  <a:pt x="1831114" y="1579579"/>
                </a:moveTo>
                <a:lnTo>
                  <a:pt x="1832995" y="1578795"/>
                </a:lnTo>
                <a:lnTo>
                  <a:pt x="1833975" y="1577583"/>
                </a:lnTo>
                <a:lnTo>
                  <a:pt x="1833781" y="1576999"/>
                </a:lnTo>
                <a:lnTo>
                  <a:pt x="1832358" y="1577944"/>
                </a:lnTo>
                <a:close/>
                <a:moveTo>
                  <a:pt x="1714174" y="1841392"/>
                </a:moveTo>
                <a:lnTo>
                  <a:pt x="1716526" y="1841382"/>
                </a:lnTo>
                <a:lnTo>
                  <a:pt x="1716041" y="1840358"/>
                </a:lnTo>
                <a:lnTo>
                  <a:pt x="1715234" y="1840453"/>
                </a:lnTo>
                <a:close/>
                <a:moveTo>
                  <a:pt x="1670326" y="1939567"/>
                </a:moveTo>
                <a:lnTo>
                  <a:pt x="1670895" y="1941155"/>
                </a:lnTo>
                <a:lnTo>
                  <a:pt x="1674953" y="1937497"/>
                </a:lnTo>
                <a:lnTo>
                  <a:pt x="1671277" y="1939141"/>
                </a:lnTo>
                <a:lnTo>
                  <a:pt x="1671393" y="1939359"/>
                </a:lnTo>
                <a:lnTo>
                  <a:pt x="1671334" y="1939578"/>
                </a:lnTo>
                <a:lnTo>
                  <a:pt x="1671134" y="1939205"/>
                </a:lnTo>
                <a:close/>
                <a:moveTo>
                  <a:pt x="1870094" y="1492244"/>
                </a:moveTo>
                <a:lnTo>
                  <a:pt x="1876929" y="1487777"/>
                </a:lnTo>
                <a:lnTo>
                  <a:pt x="1878038" y="1486028"/>
                </a:lnTo>
                <a:close/>
                <a:moveTo>
                  <a:pt x="1635139" y="2018350"/>
                </a:moveTo>
                <a:lnTo>
                  <a:pt x="1634477" y="2019873"/>
                </a:lnTo>
                <a:lnTo>
                  <a:pt x="1635368" y="2019666"/>
                </a:lnTo>
                <a:close/>
                <a:moveTo>
                  <a:pt x="1618917" y="2054671"/>
                </a:moveTo>
                <a:lnTo>
                  <a:pt x="1619067" y="2056280"/>
                </a:lnTo>
                <a:lnTo>
                  <a:pt x="1619202" y="2058000"/>
                </a:lnTo>
                <a:lnTo>
                  <a:pt x="1622570" y="2057884"/>
                </a:lnTo>
                <a:lnTo>
                  <a:pt x="1646293" y="2053691"/>
                </a:lnTo>
                <a:lnTo>
                  <a:pt x="1646768" y="2041484"/>
                </a:lnTo>
                <a:lnTo>
                  <a:pt x="1628986" y="2040847"/>
                </a:lnTo>
                <a:lnTo>
                  <a:pt x="1625425" y="2040670"/>
                </a:lnTo>
                <a:lnTo>
                  <a:pt x="1623069" y="2046084"/>
                </a:lnTo>
                <a:lnTo>
                  <a:pt x="1622690" y="2046869"/>
                </a:lnTo>
                <a:lnTo>
                  <a:pt x="1639759" y="2051996"/>
                </a:lnTo>
                <a:lnTo>
                  <a:pt x="1639447" y="2052153"/>
                </a:lnTo>
                <a:lnTo>
                  <a:pt x="1622584" y="2047089"/>
                </a:lnTo>
                <a:close/>
                <a:moveTo>
                  <a:pt x="1757418" y="1744518"/>
                </a:moveTo>
                <a:lnTo>
                  <a:pt x="1757463" y="1744654"/>
                </a:lnTo>
                <a:lnTo>
                  <a:pt x="1757530" y="1744660"/>
                </a:lnTo>
                <a:lnTo>
                  <a:pt x="1757444" y="1744507"/>
                </a:lnTo>
                <a:close/>
                <a:moveTo>
                  <a:pt x="1636284" y="2015720"/>
                </a:moveTo>
                <a:lnTo>
                  <a:pt x="1635293" y="2017998"/>
                </a:lnTo>
                <a:lnTo>
                  <a:pt x="1635574" y="2019619"/>
                </a:lnTo>
                <a:lnTo>
                  <a:pt x="1645126" y="2017406"/>
                </a:lnTo>
                <a:lnTo>
                  <a:pt x="1644921" y="2015403"/>
                </a:lnTo>
                <a:lnTo>
                  <a:pt x="1641482" y="2014681"/>
                </a:lnTo>
                <a:close/>
                <a:moveTo>
                  <a:pt x="1686651" y="1902934"/>
                </a:moveTo>
                <a:lnTo>
                  <a:pt x="1686627" y="1903834"/>
                </a:lnTo>
                <a:lnTo>
                  <a:pt x="1686568" y="1905343"/>
                </a:lnTo>
                <a:lnTo>
                  <a:pt x="1689949" y="1903589"/>
                </a:lnTo>
                <a:lnTo>
                  <a:pt x="1689515" y="1901252"/>
                </a:lnTo>
                <a:close/>
                <a:moveTo>
                  <a:pt x="1637134" y="2013768"/>
                </a:moveTo>
                <a:lnTo>
                  <a:pt x="1637083" y="2013883"/>
                </a:lnTo>
                <a:lnTo>
                  <a:pt x="1637325" y="2013808"/>
                </a:lnTo>
                <a:close/>
                <a:moveTo>
                  <a:pt x="1638488" y="2010657"/>
                </a:moveTo>
                <a:lnTo>
                  <a:pt x="1637319" y="2013342"/>
                </a:lnTo>
                <a:lnTo>
                  <a:pt x="1638192" y="2013538"/>
                </a:lnTo>
                <a:lnTo>
                  <a:pt x="1641436" y="2012530"/>
                </a:lnTo>
                <a:lnTo>
                  <a:pt x="1644498" y="2011252"/>
                </a:lnTo>
                <a:lnTo>
                  <a:pt x="1644334" y="2009643"/>
                </a:lnTo>
                <a:close/>
                <a:moveTo>
                  <a:pt x="1759916" y="1738694"/>
                </a:moveTo>
                <a:lnTo>
                  <a:pt x="1760396" y="1740514"/>
                </a:lnTo>
                <a:lnTo>
                  <a:pt x="1762036" y="1739439"/>
                </a:lnTo>
                <a:lnTo>
                  <a:pt x="1763779" y="1736897"/>
                </a:lnTo>
                <a:close/>
                <a:moveTo>
                  <a:pt x="1617276" y="2058066"/>
                </a:moveTo>
                <a:lnTo>
                  <a:pt x="1618826" y="2058012"/>
                </a:lnTo>
                <a:lnTo>
                  <a:pt x="1618581" y="2055367"/>
                </a:lnTo>
                <a:close/>
                <a:moveTo>
                  <a:pt x="1640398" y="2006265"/>
                </a:moveTo>
                <a:lnTo>
                  <a:pt x="1638674" y="2010227"/>
                </a:lnTo>
                <a:lnTo>
                  <a:pt x="1644294" y="2009252"/>
                </a:lnTo>
                <a:lnTo>
                  <a:pt x="1644046" y="2006831"/>
                </a:lnTo>
                <a:close/>
                <a:moveTo>
                  <a:pt x="1744531" y="1772996"/>
                </a:moveTo>
                <a:lnTo>
                  <a:pt x="1745005" y="1773799"/>
                </a:lnTo>
                <a:lnTo>
                  <a:pt x="1744840" y="1772872"/>
                </a:lnTo>
                <a:close/>
                <a:moveTo>
                  <a:pt x="1834390" y="1571779"/>
                </a:moveTo>
                <a:lnTo>
                  <a:pt x="1834920" y="1574178"/>
                </a:lnTo>
                <a:lnTo>
                  <a:pt x="1839515" y="1568138"/>
                </a:lnTo>
                <a:lnTo>
                  <a:pt x="1836252" y="1570343"/>
                </a:lnTo>
                <a:close/>
                <a:moveTo>
                  <a:pt x="1642663" y="2001061"/>
                </a:moveTo>
                <a:lnTo>
                  <a:pt x="1640976" y="2004938"/>
                </a:lnTo>
                <a:lnTo>
                  <a:pt x="1643827" y="2005381"/>
                </a:lnTo>
                <a:close/>
                <a:moveTo>
                  <a:pt x="1824414" y="1593937"/>
                </a:moveTo>
                <a:lnTo>
                  <a:pt x="1824524" y="1595027"/>
                </a:lnTo>
                <a:lnTo>
                  <a:pt x="1824684" y="1595308"/>
                </a:lnTo>
                <a:lnTo>
                  <a:pt x="1826077" y="1594285"/>
                </a:lnTo>
                <a:lnTo>
                  <a:pt x="1825980" y="1594634"/>
                </a:lnTo>
                <a:lnTo>
                  <a:pt x="1824795" y="1595503"/>
                </a:lnTo>
                <a:lnTo>
                  <a:pt x="1825762" y="1597193"/>
                </a:lnTo>
                <a:lnTo>
                  <a:pt x="1827088" y="1596717"/>
                </a:lnTo>
                <a:lnTo>
                  <a:pt x="1831915" y="1593150"/>
                </a:lnTo>
                <a:lnTo>
                  <a:pt x="1831453" y="1592235"/>
                </a:lnTo>
                <a:close/>
                <a:moveTo>
                  <a:pt x="1734433" y="1795379"/>
                </a:moveTo>
                <a:lnTo>
                  <a:pt x="1734714" y="1797653"/>
                </a:lnTo>
                <a:lnTo>
                  <a:pt x="1735374" y="1797595"/>
                </a:lnTo>
                <a:lnTo>
                  <a:pt x="1735512" y="1797525"/>
                </a:lnTo>
                <a:lnTo>
                  <a:pt x="1735736" y="1795318"/>
                </a:lnTo>
                <a:lnTo>
                  <a:pt x="1735639" y="1794754"/>
                </a:lnTo>
                <a:close/>
                <a:moveTo>
                  <a:pt x="1595891" y="2105527"/>
                </a:moveTo>
                <a:lnTo>
                  <a:pt x="1603228" y="2104014"/>
                </a:lnTo>
                <a:lnTo>
                  <a:pt x="1603411" y="2102217"/>
                </a:lnTo>
                <a:close/>
                <a:moveTo>
                  <a:pt x="1648925" y="1986671"/>
                </a:moveTo>
                <a:lnTo>
                  <a:pt x="1645257" y="1995099"/>
                </a:lnTo>
                <a:lnTo>
                  <a:pt x="1645257" y="1995129"/>
                </a:lnTo>
                <a:lnTo>
                  <a:pt x="1646923" y="1994474"/>
                </a:lnTo>
                <a:lnTo>
                  <a:pt x="1657646" y="1984993"/>
                </a:lnTo>
                <a:lnTo>
                  <a:pt x="1656693" y="1984793"/>
                </a:lnTo>
                <a:lnTo>
                  <a:pt x="1653991" y="1985445"/>
                </a:lnTo>
                <a:lnTo>
                  <a:pt x="1654435" y="1985611"/>
                </a:lnTo>
                <a:lnTo>
                  <a:pt x="1654157" y="1985730"/>
                </a:lnTo>
                <a:lnTo>
                  <a:pt x="1653627" y="1985534"/>
                </a:lnTo>
                <a:close/>
                <a:moveTo>
                  <a:pt x="1589188" y="2120398"/>
                </a:moveTo>
                <a:lnTo>
                  <a:pt x="1587790" y="2125675"/>
                </a:lnTo>
                <a:lnTo>
                  <a:pt x="1591965" y="2126925"/>
                </a:lnTo>
                <a:lnTo>
                  <a:pt x="1591753" y="2120771"/>
                </a:lnTo>
                <a:close/>
                <a:moveTo>
                  <a:pt x="1650004" y="1984192"/>
                </a:moveTo>
                <a:lnTo>
                  <a:pt x="1649260" y="1985899"/>
                </a:lnTo>
                <a:lnTo>
                  <a:pt x="1652498" y="1985116"/>
                </a:lnTo>
                <a:close/>
                <a:moveTo>
                  <a:pt x="1650325" y="1983451"/>
                </a:moveTo>
                <a:lnTo>
                  <a:pt x="1650087" y="1984000"/>
                </a:lnTo>
                <a:lnTo>
                  <a:pt x="1652862" y="1985028"/>
                </a:lnTo>
                <a:lnTo>
                  <a:pt x="1655166" y="1984471"/>
                </a:lnTo>
                <a:close/>
                <a:moveTo>
                  <a:pt x="1827466" y="1586769"/>
                </a:moveTo>
                <a:lnTo>
                  <a:pt x="1828544" y="1586474"/>
                </a:lnTo>
                <a:lnTo>
                  <a:pt x="1828221" y="1585835"/>
                </a:lnTo>
                <a:close/>
                <a:moveTo>
                  <a:pt x="1651689" y="1980319"/>
                </a:moveTo>
                <a:lnTo>
                  <a:pt x="1650416" y="1983243"/>
                </a:lnTo>
                <a:lnTo>
                  <a:pt x="1655667" y="1984350"/>
                </a:lnTo>
                <a:lnTo>
                  <a:pt x="1658737" y="1983607"/>
                </a:lnTo>
                <a:lnTo>
                  <a:pt x="1659496" y="1977459"/>
                </a:lnTo>
                <a:close/>
                <a:moveTo>
                  <a:pt x="1786122" y="1679281"/>
                </a:moveTo>
                <a:lnTo>
                  <a:pt x="1790498" y="1675884"/>
                </a:lnTo>
                <a:lnTo>
                  <a:pt x="1787312" y="1677458"/>
                </a:lnTo>
                <a:close/>
                <a:moveTo>
                  <a:pt x="1652983" y="1977344"/>
                </a:moveTo>
                <a:lnTo>
                  <a:pt x="1651857" y="1979932"/>
                </a:lnTo>
                <a:lnTo>
                  <a:pt x="1657644" y="1977900"/>
                </a:lnTo>
                <a:lnTo>
                  <a:pt x="1659526" y="1977210"/>
                </a:lnTo>
                <a:lnTo>
                  <a:pt x="1659619" y="1976458"/>
                </a:lnTo>
                <a:lnTo>
                  <a:pt x="1658743" y="1976512"/>
                </a:lnTo>
                <a:close/>
                <a:moveTo>
                  <a:pt x="1856817" y="1520920"/>
                </a:moveTo>
                <a:lnTo>
                  <a:pt x="1857558" y="1522005"/>
                </a:lnTo>
                <a:lnTo>
                  <a:pt x="1864739" y="1515730"/>
                </a:lnTo>
                <a:lnTo>
                  <a:pt x="1864632" y="1515512"/>
                </a:lnTo>
                <a:lnTo>
                  <a:pt x="1858911" y="1517606"/>
                </a:lnTo>
                <a:close/>
                <a:moveTo>
                  <a:pt x="1653198" y="1976851"/>
                </a:moveTo>
                <a:lnTo>
                  <a:pt x="1653053" y="1977183"/>
                </a:lnTo>
                <a:lnTo>
                  <a:pt x="1656943" y="1976622"/>
                </a:lnTo>
                <a:close/>
                <a:moveTo>
                  <a:pt x="1653699" y="1975702"/>
                </a:moveTo>
                <a:lnTo>
                  <a:pt x="1653426" y="1976330"/>
                </a:lnTo>
                <a:lnTo>
                  <a:pt x="1659683" y="1975947"/>
                </a:lnTo>
                <a:lnTo>
                  <a:pt x="1659769" y="1975242"/>
                </a:lnTo>
                <a:lnTo>
                  <a:pt x="1658896" y="1975200"/>
                </a:lnTo>
                <a:lnTo>
                  <a:pt x="1654700" y="1975257"/>
                </a:lnTo>
                <a:close/>
                <a:moveTo>
                  <a:pt x="1653887" y="1975268"/>
                </a:moveTo>
                <a:lnTo>
                  <a:pt x="1653777" y="1975521"/>
                </a:lnTo>
                <a:lnTo>
                  <a:pt x="1654362" y="1975262"/>
                </a:lnTo>
                <a:close/>
                <a:moveTo>
                  <a:pt x="1655360" y="1971885"/>
                </a:moveTo>
                <a:lnTo>
                  <a:pt x="1654259" y="1974415"/>
                </a:lnTo>
                <a:lnTo>
                  <a:pt x="1656328" y="1974513"/>
                </a:lnTo>
                <a:lnTo>
                  <a:pt x="1659866" y="1974466"/>
                </a:lnTo>
                <a:lnTo>
                  <a:pt x="1660285" y="1971066"/>
                </a:lnTo>
                <a:close/>
                <a:moveTo>
                  <a:pt x="1730302" y="1803992"/>
                </a:moveTo>
                <a:lnTo>
                  <a:pt x="1730156" y="1807193"/>
                </a:lnTo>
                <a:lnTo>
                  <a:pt x="1730859" y="1806958"/>
                </a:lnTo>
                <a:close/>
                <a:moveTo>
                  <a:pt x="1589473" y="2119323"/>
                </a:moveTo>
                <a:lnTo>
                  <a:pt x="1589374" y="2119698"/>
                </a:lnTo>
                <a:lnTo>
                  <a:pt x="1591727" y="2120039"/>
                </a:lnTo>
                <a:lnTo>
                  <a:pt x="1591700" y="2119262"/>
                </a:lnTo>
                <a:close/>
                <a:moveTo>
                  <a:pt x="1829639" y="1581518"/>
                </a:moveTo>
                <a:lnTo>
                  <a:pt x="1829950" y="1581486"/>
                </a:lnTo>
                <a:lnTo>
                  <a:pt x="1832009" y="1580015"/>
                </a:lnTo>
                <a:lnTo>
                  <a:pt x="1832448" y="1579471"/>
                </a:lnTo>
                <a:lnTo>
                  <a:pt x="1830614" y="1580236"/>
                </a:lnTo>
                <a:close/>
                <a:moveTo>
                  <a:pt x="1743990" y="1773212"/>
                </a:moveTo>
                <a:lnTo>
                  <a:pt x="1743655" y="1774593"/>
                </a:lnTo>
                <a:lnTo>
                  <a:pt x="1744782" y="1774247"/>
                </a:lnTo>
                <a:lnTo>
                  <a:pt x="1744136" y="1773153"/>
                </a:lnTo>
                <a:close/>
                <a:moveTo>
                  <a:pt x="1823962" y="1594046"/>
                </a:moveTo>
                <a:lnTo>
                  <a:pt x="1824230" y="1594515"/>
                </a:lnTo>
                <a:lnTo>
                  <a:pt x="1824178" y="1593994"/>
                </a:lnTo>
                <a:close/>
                <a:moveTo>
                  <a:pt x="1758928" y="1739421"/>
                </a:moveTo>
                <a:lnTo>
                  <a:pt x="1759079" y="1740738"/>
                </a:lnTo>
                <a:lnTo>
                  <a:pt x="1759465" y="1741123"/>
                </a:lnTo>
                <a:lnTo>
                  <a:pt x="1759503" y="1741097"/>
                </a:lnTo>
                <a:close/>
                <a:moveTo>
                  <a:pt x="1691037" y="1891410"/>
                </a:moveTo>
                <a:lnTo>
                  <a:pt x="1691331" y="1893789"/>
                </a:lnTo>
                <a:lnTo>
                  <a:pt x="1692601" y="1893043"/>
                </a:lnTo>
                <a:lnTo>
                  <a:pt x="1692522" y="1891599"/>
                </a:lnTo>
                <a:close/>
                <a:moveTo>
                  <a:pt x="1670423" y="1937544"/>
                </a:moveTo>
                <a:lnTo>
                  <a:pt x="1670839" y="1938322"/>
                </a:lnTo>
                <a:lnTo>
                  <a:pt x="1677157" y="1935510"/>
                </a:lnTo>
                <a:lnTo>
                  <a:pt x="1682181" y="1930982"/>
                </a:lnTo>
                <a:close/>
                <a:moveTo>
                  <a:pt x="1784921" y="1681122"/>
                </a:moveTo>
                <a:lnTo>
                  <a:pt x="1786565" y="1680347"/>
                </a:lnTo>
                <a:lnTo>
                  <a:pt x="1788782" y="1678026"/>
                </a:lnTo>
                <a:lnTo>
                  <a:pt x="1787218" y="1679280"/>
                </a:lnTo>
                <a:lnTo>
                  <a:pt x="1784989" y="1681019"/>
                </a:lnTo>
                <a:close/>
                <a:moveTo>
                  <a:pt x="1731329" y="1800998"/>
                </a:moveTo>
                <a:lnTo>
                  <a:pt x="1733137" y="1805754"/>
                </a:lnTo>
                <a:lnTo>
                  <a:pt x="1733281" y="1806149"/>
                </a:lnTo>
                <a:lnTo>
                  <a:pt x="1734657" y="1805690"/>
                </a:lnTo>
                <a:lnTo>
                  <a:pt x="1734701" y="1805506"/>
                </a:lnTo>
                <a:lnTo>
                  <a:pt x="1734816" y="1804383"/>
                </a:lnTo>
                <a:lnTo>
                  <a:pt x="1734218" y="1799534"/>
                </a:lnTo>
                <a:close/>
                <a:moveTo>
                  <a:pt x="1683873" y="1907103"/>
                </a:moveTo>
                <a:lnTo>
                  <a:pt x="1685244" y="1906863"/>
                </a:lnTo>
                <a:lnTo>
                  <a:pt x="1685932" y="1906465"/>
                </a:lnTo>
                <a:lnTo>
                  <a:pt x="1685884" y="1906586"/>
                </a:lnTo>
                <a:lnTo>
                  <a:pt x="1685475" y="1906823"/>
                </a:lnTo>
                <a:lnTo>
                  <a:pt x="1686246" y="1906688"/>
                </a:lnTo>
                <a:lnTo>
                  <a:pt x="1686268" y="1905819"/>
                </a:lnTo>
                <a:close/>
                <a:moveTo>
                  <a:pt x="1657464" y="1966121"/>
                </a:moveTo>
                <a:lnTo>
                  <a:pt x="1656361" y="1969267"/>
                </a:lnTo>
                <a:lnTo>
                  <a:pt x="1660588" y="1968612"/>
                </a:lnTo>
                <a:lnTo>
                  <a:pt x="1660975" y="1965481"/>
                </a:lnTo>
                <a:close/>
                <a:moveTo>
                  <a:pt x="1591979" y="2112739"/>
                </a:moveTo>
                <a:lnTo>
                  <a:pt x="1592125" y="2116988"/>
                </a:lnTo>
                <a:lnTo>
                  <a:pt x="1592166" y="2119006"/>
                </a:lnTo>
                <a:lnTo>
                  <a:pt x="1601734" y="2118746"/>
                </a:lnTo>
                <a:lnTo>
                  <a:pt x="1602620" y="2110014"/>
                </a:lnTo>
                <a:lnTo>
                  <a:pt x="1592866" y="2112512"/>
                </a:lnTo>
                <a:lnTo>
                  <a:pt x="1599686" y="2112978"/>
                </a:lnTo>
                <a:lnTo>
                  <a:pt x="1599389" y="2113181"/>
                </a:lnTo>
                <a:lnTo>
                  <a:pt x="1592175" y="2112688"/>
                </a:lnTo>
                <a:close/>
                <a:moveTo>
                  <a:pt x="1605385" y="2082656"/>
                </a:moveTo>
                <a:lnTo>
                  <a:pt x="1604920" y="2090246"/>
                </a:lnTo>
                <a:lnTo>
                  <a:pt x="1603765" y="2101630"/>
                </a:lnTo>
                <a:lnTo>
                  <a:pt x="1628356" y="2090806"/>
                </a:lnTo>
                <a:lnTo>
                  <a:pt x="1645148" y="2083145"/>
                </a:lnTo>
                <a:lnTo>
                  <a:pt x="1646226" y="2055430"/>
                </a:lnTo>
                <a:lnTo>
                  <a:pt x="1619330" y="2059618"/>
                </a:lnTo>
                <a:lnTo>
                  <a:pt x="1621830" y="2091373"/>
                </a:lnTo>
                <a:lnTo>
                  <a:pt x="1621666" y="2091577"/>
                </a:lnTo>
                <a:lnTo>
                  <a:pt x="1620137" y="2072155"/>
                </a:lnTo>
                <a:lnTo>
                  <a:pt x="1618980" y="2059673"/>
                </a:lnTo>
                <a:lnTo>
                  <a:pt x="1616297" y="2060091"/>
                </a:lnTo>
                <a:close/>
                <a:moveTo>
                  <a:pt x="1735347" y="1791546"/>
                </a:moveTo>
                <a:lnTo>
                  <a:pt x="1735792" y="1794142"/>
                </a:lnTo>
                <a:lnTo>
                  <a:pt x="1735859" y="1794110"/>
                </a:lnTo>
                <a:lnTo>
                  <a:pt x="1736155" y="1791192"/>
                </a:lnTo>
                <a:close/>
                <a:moveTo>
                  <a:pt x="1893294" y="1437851"/>
                </a:moveTo>
                <a:lnTo>
                  <a:pt x="1897622" y="1435029"/>
                </a:lnTo>
                <a:lnTo>
                  <a:pt x="1894249" y="1437270"/>
                </a:lnTo>
                <a:close/>
                <a:moveTo>
                  <a:pt x="1657836" y="1965061"/>
                </a:moveTo>
                <a:lnTo>
                  <a:pt x="1657718" y="1965398"/>
                </a:lnTo>
                <a:lnTo>
                  <a:pt x="1661060" y="1964789"/>
                </a:lnTo>
                <a:lnTo>
                  <a:pt x="1661083" y="1964602"/>
                </a:lnTo>
                <a:close/>
                <a:moveTo>
                  <a:pt x="1770070" y="1713739"/>
                </a:moveTo>
                <a:lnTo>
                  <a:pt x="1772149" y="1719305"/>
                </a:lnTo>
                <a:lnTo>
                  <a:pt x="1772265" y="1712988"/>
                </a:lnTo>
                <a:close/>
                <a:moveTo>
                  <a:pt x="1666345" y="1945973"/>
                </a:moveTo>
                <a:lnTo>
                  <a:pt x="1672175" y="1945224"/>
                </a:lnTo>
                <a:lnTo>
                  <a:pt x="1670955" y="1941817"/>
                </a:lnTo>
                <a:close/>
                <a:moveTo>
                  <a:pt x="1775432" y="1701692"/>
                </a:moveTo>
                <a:lnTo>
                  <a:pt x="1777526" y="1705628"/>
                </a:lnTo>
                <a:lnTo>
                  <a:pt x="1787369" y="1699069"/>
                </a:lnTo>
                <a:lnTo>
                  <a:pt x="1787215" y="1698742"/>
                </a:lnTo>
                <a:lnTo>
                  <a:pt x="1779665" y="1700209"/>
                </a:lnTo>
                <a:lnTo>
                  <a:pt x="1777651" y="1700698"/>
                </a:lnTo>
                <a:close/>
                <a:moveTo>
                  <a:pt x="1854373" y="1524789"/>
                </a:moveTo>
                <a:lnTo>
                  <a:pt x="1856586" y="1522854"/>
                </a:lnTo>
                <a:lnTo>
                  <a:pt x="1856050" y="1522134"/>
                </a:lnTo>
                <a:close/>
                <a:moveTo>
                  <a:pt x="1680334" y="1914487"/>
                </a:moveTo>
                <a:lnTo>
                  <a:pt x="1686061" y="1913927"/>
                </a:lnTo>
                <a:lnTo>
                  <a:pt x="1686087" y="1912903"/>
                </a:lnTo>
                <a:close/>
                <a:moveTo>
                  <a:pt x="1834051" y="1570248"/>
                </a:moveTo>
                <a:lnTo>
                  <a:pt x="1834286" y="1571310"/>
                </a:lnTo>
                <a:lnTo>
                  <a:pt x="1837788" y="1568622"/>
                </a:lnTo>
                <a:close/>
                <a:moveTo>
                  <a:pt x="1775267" y="1701786"/>
                </a:moveTo>
                <a:lnTo>
                  <a:pt x="1775230" y="1703834"/>
                </a:lnTo>
                <a:lnTo>
                  <a:pt x="1776158" y="1706538"/>
                </a:lnTo>
                <a:lnTo>
                  <a:pt x="1777368" y="1705733"/>
                </a:lnTo>
                <a:close/>
                <a:moveTo>
                  <a:pt x="1778847" y="1693719"/>
                </a:moveTo>
                <a:lnTo>
                  <a:pt x="1780778" y="1693344"/>
                </a:lnTo>
                <a:lnTo>
                  <a:pt x="1783445" y="1690769"/>
                </a:lnTo>
                <a:lnTo>
                  <a:pt x="1782542" y="1688856"/>
                </a:lnTo>
                <a:lnTo>
                  <a:pt x="1781283" y="1690173"/>
                </a:lnTo>
                <a:close/>
                <a:moveTo>
                  <a:pt x="1669739" y="1937925"/>
                </a:moveTo>
                <a:lnTo>
                  <a:pt x="1670013" y="1938690"/>
                </a:lnTo>
                <a:lnTo>
                  <a:pt x="1670696" y="1938385"/>
                </a:lnTo>
                <a:lnTo>
                  <a:pt x="1670287" y="1937620"/>
                </a:lnTo>
                <a:close/>
                <a:moveTo>
                  <a:pt x="1658639" y="1962771"/>
                </a:moveTo>
                <a:lnTo>
                  <a:pt x="1657970" y="1964679"/>
                </a:lnTo>
                <a:lnTo>
                  <a:pt x="1661128" y="1964233"/>
                </a:lnTo>
                <a:lnTo>
                  <a:pt x="1661242" y="1963314"/>
                </a:lnTo>
                <a:close/>
                <a:moveTo>
                  <a:pt x="1819152" y="1603218"/>
                </a:moveTo>
                <a:lnTo>
                  <a:pt x="1820680" y="1605879"/>
                </a:lnTo>
                <a:lnTo>
                  <a:pt x="1825166" y="1603773"/>
                </a:lnTo>
                <a:lnTo>
                  <a:pt x="1824724" y="1599398"/>
                </a:lnTo>
                <a:lnTo>
                  <a:pt x="1823732" y="1599832"/>
                </a:lnTo>
                <a:close/>
                <a:moveTo>
                  <a:pt x="1705520" y="1857559"/>
                </a:moveTo>
                <a:lnTo>
                  <a:pt x="1707015" y="1867182"/>
                </a:lnTo>
                <a:lnTo>
                  <a:pt x="1707884" y="1866829"/>
                </a:lnTo>
                <a:lnTo>
                  <a:pt x="1708477" y="1857147"/>
                </a:lnTo>
                <a:lnTo>
                  <a:pt x="1706323" y="1857543"/>
                </a:lnTo>
                <a:close/>
                <a:moveTo>
                  <a:pt x="1782971" y="1684109"/>
                </a:moveTo>
                <a:lnTo>
                  <a:pt x="1784918" y="1682071"/>
                </a:lnTo>
                <a:lnTo>
                  <a:pt x="1784029" y="1682490"/>
                </a:lnTo>
                <a:lnTo>
                  <a:pt x="1783034" y="1684014"/>
                </a:lnTo>
                <a:close/>
                <a:moveTo>
                  <a:pt x="1662569" y="1953694"/>
                </a:moveTo>
                <a:lnTo>
                  <a:pt x="1662102" y="1958780"/>
                </a:lnTo>
                <a:lnTo>
                  <a:pt x="1671902" y="1952283"/>
                </a:lnTo>
                <a:close/>
                <a:moveTo>
                  <a:pt x="1775277" y="1701276"/>
                </a:moveTo>
                <a:lnTo>
                  <a:pt x="1775275" y="1701398"/>
                </a:lnTo>
                <a:lnTo>
                  <a:pt x="1775290" y="1701425"/>
                </a:lnTo>
                <a:lnTo>
                  <a:pt x="1776040" y="1701090"/>
                </a:lnTo>
                <a:close/>
                <a:moveTo>
                  <a:pt x="1737336" y="1786207"/>
                </a:moveTo>
                <a:lnTo>
                  <a:pt x="1736903" y="1790471"/>
                </a:lnTo>
                <a:lnTo>
                  <a:pt x="1738534" y="1789756"/>
                </a:lnTo>
                <a:lnTo>
                  <a:pt x="1739785" y="1784611"/>
                </a:lnTo>
                <a:lnTo>
                  <a:pt x="1738013" y="1785470"/>
                </a:lnTo>
                <a:close/>
                <a:moveTo>
                  <a:pt x="1659317" y="1960840"/>
                </a:moveTo>
                <a:lnTo>
                  <a:pt x="1658706" y="1962580"/>
                </a:lnTo>
                <a:lnTo>
                  <a:pt x="1661260" y="1963113"/>
                </a:lnTo>
                <a:lnTo>
                  <a:pt x="1661402" y="1959457"/>
                </a:lnTo>
                <a:close/>
                <a:moveTo>
                  <a:pt x="1758117" y="1739530"/>
                </a:moveTo>
                <a:lnTo>
                  <a:pt x="1758223" y="1739884"/>
                </a:lnTo>
                <a:lnTo>
                  <a:pt x="1758625" y="1740286"/>
                </a:lnTo>
                <a:lnTo>
                  <a:pt x="1758518" y="1739344"/>
                </a:lnTo>
                <a:close/>
                <a:moveTo>
                  <a:pt x="1813784" y="1614863"/>
                </a:moveTo>
                <a:lnTo>
                  <a:pt x="1814545" y="1615649"/>
                </a:lnTo>
                <a:lnTo>
                  <a:pt x="1817848" y="1613307"/>
                </a:lnTo>
                <a:lnTo>
                  <a:pt x="1816686" y="1612709"/>
                </a:lnTo>
                <a:close/>
                <a:moveTo>
                  <a:pt x="1730458" y="1801440"/>
                </a:moveTo>
                <a:lnTo>
                  <a:pt x="1731457" y="1806758"/>
                </a:lnTo>
                <a:lnTo>
                  <a:pt x="1732908" y="1806274"/>
                </a:lnTo>
                <a:lnTo>
                  <a:pt x="1730972" y="1801179"/>
                </a:lnTo>
                <a:close/>
                <a:moveTo>
                  <a:pt x="1828352" y="1582153"/>
                </a:moveTo>
                <a:lnTo>
                  <a:pt x="1828517" y="1582482"/>
                </a:lnTo>
                <a:lnTo>
                  <a:pt x="1828813" y="1582106"/>
                </a:lnTo>
                <a:close/>
                <a:moveTo>
                  <a:pt x="1707666" y="1852378"/>
                </a:moveTo>
                <a:lnTo>
                  <a:pt x="1707731" y="1852377"/>
                </a:lnTo>
                <a:lnTo>
                  <a:pt x="1707913" y="1852226"/>
                </a:lnTo>
                <a:close/>
                <a:moveTo>
                  <a:pt x="1679966" y="1914356"/>
                </a:moveTo>
                <a:lnTo>
                  <a:pt x="1686093" y="1912670"/>
                </a:lnTo>
                <a:lnTo>
                  <a:pt x="1686129" y="1911284"/>
                </a:lnTo>
                <a:close/>
                <a:moveTo>
                  <a:pt x="1753911" y="1748758"/>
                </a:moveTo>
                <a:lnTo>
                  <a:pt x="1754134" y="1750962"/>
                </a:lnTo>
                <a:lnTo>
                  <a:pt x="1756632" y="1747318"/>
                </a:lnTo>
                <a:lnTo>
                  <a:pt x="1756564" y="1747155"/>
                </a:lnTo>
                <a:lnTo>
                  <a:pt x="1754841" y="1747897"/>
                </a:lnTo>
                <a:close/>
                <a:moveTo>
                  <a:pt x="1826015" y="1587167"/>
                </a:moveTo>
                <a:lnTo>
                  <a:pt x="1826286" y="1587093"/>
                </a:lnTo>
                <a:lnTo>
                  <a:pt x="1826514" y="1586810"/>
                </a:lnTo>
                <a:close/>
                <a:moveTo>
                  <a:pt x="1769799" y="1713014"/>
                </a:moveTo>
                <a:lnTo>
                  <a:pt x="1769965" y="1713460"/>
                </a:lnTo>
                <a:lnTo>
                  <a:pt x="1772271" y="1712671"/>
                </a:lnTo>
                <a:lnTo>
                  <a:pt x="1772278" y="1712299"/>
                </a:lnTo>
                <a:close/>
                <a:moveTo>
                  <a:pt x="1815088" y="1611564"/>
                </a:moveTo>
                <a:lnTo>
                  <a:pt x="1816031" y="1612066"/>
                </a:lnTo>
                <a:lnTo>
                  <a:pt x="1817277" y="1611699"/>
                </a:lnTo>
                <a:lnTo>
                  <a:pt x="1821596" y="1608493"/>
                </a:lnTo>
                <a:lnTo>
                  <a:pt x="1821170" y="1607773"/>
                </a:lnTo>
                <a:close/>
                <a:moveTo>
                  <a:pt x="1591161" y="2112948"/>
                </a:moveTo>
                <a:lnTo>
                  <a:pt x="1589538" y="2119077"/>
                </a:lnTo>
                <a:lnTo>
                  <a:pt x="1591692" y="2119019"/>
                </a:lnTo>
                <a:lnTo>
                  <a:pt x="1591480" y="2112866"/>
                </a:lnTo>
                <a:close/>
                <a:moveTo>
                  <a:pt x="1824137" y="1591192"/>
                </a:moveTo>
                <a:lnTo>
                  <a:pt x="1824384" y="1593644"/>
                </a:lnTo>
                <a:lnTo>
                  <a:pt x="1831317" y="1591967"/>
                </a:lnTo>
                <a:lnTo>
                  <a:pt x="1830315" y="1589980"/>
                </a:lnTo>
                <a:close/>
                <a:moveTo>
                  <a:pt x="1710514" y="1845491"/>
                </a:moveTo>
                <a:lnTo>
                  <a:pt x="1710457" y="1846428"/>
                </a:lnTo>
                <a:lnTo>
                  <a:pt x="1712594" y="1845483"/>
                </a:lnTo>
                <a:close/>
                <a:moveTo>
                  <a:pt x="1857987" y="1515239"/>
                </a:moveTo>
                <a:lnTo>
                  <a:pt x="1860041" y="1514391"/>
                </a:lnTo>
                <a:lnTo>
                  <a:pt x="1862022" y="1511268"/>
                </a:lnTo>
                <a:close/>
                <a:moveTo>
                  <a:pt x="1753866" y="1748316"/>
                </a:moveTo>
                <a:lnTo>
                  <a:pt x="1753887" y="1748519"/>
                </a:lnTo>
                <a:lnTo>
                  <a:pt x="1754336" y="1748114"/>
                </a:lnTo>
                <a:close/>
                <a:moveTo>
                  <a:pt x="1594169" y="2105853"/>
                </a:moveTo>
                <a:lnTo>
                  <a:pt x="1603442" y="2101772"/>
                </a:lnTo>
                <a:lnTo>
                  <a:pt x="1604502" y="2084483"/>
                </a:lnTo>
                <a:close/>
                <a:moveTo>
                  <a:pt x="1824109" y="1590922"/>
                </a:moveTo>
                <a:lnTo>
                  <a:pt x="1824117" y="1590997"/>
                </a:lnTo>
                <a:lnTo>
                  <a:pt x="1827056" y="1590487"/>
                </a:lnTo>
                <a:lnTo>
                  <a:pt x="1830254" y="1589860"/>
                </a:lnTo>
                <a:lnTo>
                  <a:pt x="1829178" y="1587730"/>
                </a:lnTo>
                <a:lnTo>
                  <a:pt x="1825981" y="1588605"/>
                </a:lnTo>
                <a:close/>
                <a:moveTo>
                  <a:pt x="1591446" y="2111874"/>
                </a:moveTo>
                <a:lnTo>
                  <a:pt x="1591305" y="2112405"/>
                </a:lnTo>
                <a:lnTo>
                  <a:pt x="1591465" y="2112416"/>
                </a:lnTo>
                <a:close/>
                <a:moveTo>
                  <a:pt x="1591903" y="2110540"/>
                </a:moveTo>
                <a:lnTo>
                  <a:pt x="1591966" y="2112370"/>
                </a:lnTo>
                <a:lnTo>
                  <a:pt x="1601695" y="2110018"/>
                </a:lnTo>
                <a:lnTo>
                  <a:pt x="1602644" y="2109775"/>
                </a:lnTo>
                <a:lnTo>
                  <a:pt x="1603154" y="2104753"/>
                </a:lnTo>
                <a:lnTo>
                  <a:pt x="1593754" y="2106709"/>
                </a:lnTo>
                <a:close/>
                <a:moveTo>
                  <a:pt x="1661602" y="1954324"/>
                </a:moveTo>
                <a:lnTo>
                  <a:pt x="1659413" y="1960563"/>
                </a:lnTo>
                <a:lnTo>
                  <a:pt x="1661411" y="1959239"/>
                </a:lnTo>
                <a:close/>
                <a:moveTo>
                  <a:pt x="1734031" y="1792123"/>
                </a:moveTo>
                <a:lnTo>
                  <a:pt x="1734308" y="1794368"/>
                </a:lnTo>
                <a:lnTo>
                  <a:pt x="1735548" y="1794256"/>
                </a:lnTo>
                <a:lnTo>
                  <a:pt x="1735553" y="1794254"/>
                </a:lnTo>
                <a:lnTo>
                  <a:pt x="1735418" y="1793467"/>
                </a:lnTo>
                <a:lnTo>
                  <a:pt x="1735083" y="1791661"/>
                </a:lnTo>
                <a:close/>
                <a:moveTo>
                  <a:pt x="1761055" y="1731540"/>
                </a:moveTo>
                <a:lnTo>
                  <a:pt x="1761275" y="1731918"/>
                </a:lnTo>
                <a:lnTo>
                  <a:pt x="1766664" y="1730504"/>
                </a:lnTo>
                <a:close/>
                <a:moveTo>
                  <a:pt x="1678976" y="1915288"/>
                </a:moveTo>
                <a:lnTo>
                  <a:pt x="1680044" y="1918166"/>
                </a:lnTo>
                <a:lnTo>
                  <a:pt x="1686031" y="1915099"/>
                </a:lnTo>
                <a:lnTo>
                  <a:pt x="1686044" y="1914595"/>
                </a:lnTo>
                <a:close/>
                <a:moveTo>
                  <a:pt x="1730488" y="1799906"/>
                </a:moveTo>
                <a:lnTo>
                  <a:pt x="1730480" y="1800075"/>
                </a:lnTo>
                <a:lnTo>
                  <a:pt x="1730540" y="1800044"/>
                </a:lnTo>
                <a:close/>
                <a:moveTo>
                  <a:pt x="1855748" y="1519384"/>
                </a:moveTo>
                <a:lnTo>
                  <a:pt x="1856000" y="1519723"/>
                </a:lnTo>
                <a:lnTo>
                  <a:pt x="1856340" y="1520222"/>
                </a:lnTo>
                <a:lnTo>
                  <a:pt x="1857724" y="1518041"/>
                </a:lnTo>
                <a:lnTo>
                  <a:pt x="1857533" y="1518111"/>
                </a:lnTo>
                <a:close/>
                <a:moveTo>
                  <a:pt x="1715479" y="1833416"/>
                </a:moveTo>
                <a:lnTo>
                  <a:pt x="1716499" y="1838218"/>
                </a:lnTo>
                <a:lnTo>
                  <a:pt x="1716871" y="1838198"/>
                </a:lnTo>
                <a:lnTo>
                  <a:pt x="1723221" y="1832584"/>
                </a:lnTo>
                <a:lnTo>
                  <a:pt x="1723286" y="1828821"/>
                </a:lnTo>
                <a:close/>
                <a:moveTo>
                  <a:pt x="1794586" y="1656129"/>
                </a:moveTo>
                <a:lnTo>
                  <a:pt x="1798417" y="1660030"/>
                </a:lnTo>
                <a:lnTo>
                  <a:pt x="1804071" y="1651365"/>
                </a:lnTo>
                <a:lnTo>
                  <a:pt x="1802514" y="1648000"/>
                </a:lnTo>
                <a:lnTo>
                  <a:pt x="1801160" y="1649592"/>
                </a:lnTo>
                <a:close/>
                <a:moveTo>
                  <a:pt x="1777678" y="1693946"/>
                </a:moveTo>
                <a:lnTo>
                  <a:pt x="1778325" y="1693821"/>
                </a:lnTo>
                <a:lnTo>
                  <a:pt x="1779675" y="1691857"/>
                </a:lnTo>
                <a:close/>
                <a:moveTo>
                  <a:pt x="1737593" y="1783673"/>
                </a:moveTo>
                <a:lnTo>
                  <a:pt x="1737488" y="1784707"/>
                </a:lnTo>
                <a:lnTo>
                  <a:pt x="1738403" y="1784310"/>
                </a:lnTo>
                <a:lnTo>
                  <a:pt x="1738570" y="1784181"/>
                </a:lnTo>
                <a:lnTo>
                  <a:pt x="1740365" y="1782226"/>
                </a:lnTo>
                <a:lnTo>
                  <a:pt x="1740544" y="1781491"/>
                </a:lnTo>
                <a:close/>
                <a:moveTo>
                  <a:pt x="1827945" y="1581350"/>
                </a:moveTo>
                <a:lnTo>
                  <a:pt x="1828110" y="1581674"/>
                </a:lnTo>
                <a:lnTo>
                  <a:pt x="1829244" y="1581558"/>
                </a:lnTo>
                <a:lnTo>
                  <a:pt x="1830122" y="1580442"/>
                </a:lnTo>
                <a:close/>
                <a:moveTo>
                  <a:pt x="1587751" y="2119126"/>
                </a:moveTo>
                <a:lnTo>
                  <a:pt x="1589107" y="2119090"/>
                </a:lnTo>
                <a:lnTo>
                  <a:pt x="1590702" y="2113066"/>
                </a:lnTo>
                <a:lnTo>
                  <a:pt x="1590678" y="2113071"/>
                </a:lnTo>
                <a:close/>
                <a:moveTo>
                  <a:pt x="1587599" y="2119441"/>
                </a:moveTo>
                <a:lnTo>
                  <a:pt x="1588961" y="2119638"/>
                </a:lnTo>
                <a:lnTo>
                  <a:pt x="1589042" y="2119334"/>
                </a:lnTo>
                <a:lnTo>
                  <a:pt x="1587632" y="2119373"/>
                </a:lnTo>
                <a:close/>
                <a:moveTo>
                  <a:pt x="1781454" y="1685304"/>
                </a:moveTo>
                <a:lnTo>
                  <a:pt x="1781502" y="1685405"/>
                </a:lnTo>
                <a:lnTo>
                  <a:pt x="1781589" y="1685276"/>
                </a:lnTo>
                <a:close/>
                <a:moveTo>
                  <a:pt x="1822977" y="1592322"/>
                </a:moveTo>
                <a:lnTo>
                  <a:pt x="1823812" y="1593782"/>
                </a:lnTo>
                <a:lnTo>
                  <a:pt x="1824148" y="1593701"/>
                </a:lnTo>
                <a:lnTo>
                  <a:pt x="1823900" y="1591238"/>
                </a:lnTo>
                <a:lnTo>
                  <a:pt x="1823843" y="1591250"/>
                </a:lnTo>
                <a:close/>
                <a:moveTo>
                  <a:pt x="1818520" y="1602117"/>
                </a:moveTo>
                <a:lnTo>
                  <a:pt x="1818896" y="1602772"/>
                </a:lnTo>
                <a:lnTo>
                  <a:pt x="1821622" y="1600758"/>
                </a:lnTo>
                <a:close/>
                <a:moveTo>
                  <a:pt x="1663296" y="1949492"/>
                </a:moveTo>
                <a:lnTo>
                  <a:pt x="1662833" y="1950812"/>
                </a:lnTo>
                <a:lnTo>
                  <a:pt x="1662606" y="1953294"/>
                </a:lnTo>
                <a:lnTo>
                  <a:pt x="1672675" y="1951771"/>
                </a:lnTo>
                <a:lnTo>
                  <a:pt x="1675144" y="1950135"/>
                </a:lnTo>
                <a:lnTo>
                  <a:pt x="1675053" y="1950407"/>
                </a:lnTo>
                <a:lnTo>
                  <a:pt x="1673089" y="1951709"/>
                </a:lnTo>
                <a:lnTo>
                  <a:pt x="1690918" y="1949013"/>
                </a:lnTo>
                <a:lnTo>
                  <a:pt x="1688935" y="1943440"/>
                </a:lnTo>
                <a:lnTo>
                  <a:pt x="1675693" y="1945143"/>
                </a:lnTo>
                <a:lnTo>
                  <a:pt x="1672699" y="1946193"/>
                </a:lnTo>
                <a:lnTo>
                  <a:pt x="1673926" y="1949625"/>
                </a:lnTo>
                <a:lnTo>
                  <a:pt x="1673828" y="1949844"/>
                </a:lnTo>
                <a:lnTo>
                  <a:pt x="1672542" y="1946248"/>
                </a:lnTo>
                <a:close/>
                <a:moveTo>
                  <a:pt x="1848405" y="1534977"/>
                </a:moveTo>
                <a:lnTo>
                  <a:pt x="1858521" y="1533307"/>
                </a:lnTo>
                <a:lnTo>
                  <a:pt x="1858330" y="1533516"/>
                </a:lnTo>
                <a:lnTo>
                  <a:pt x="1848421" y="1535151"/>
                </a:lnTo>
                <a:lnTo>
                  <a:pt x="1850244" y="1537123"/>
                </a:lnTo>
                <a:lnTo>
                  <a:pt x="1863261" y="1531829"/>
                </a:lnTo>
                <a:lnTo>
                  <a:pt x="1858734" y="1525743"/>
                </a:lnTo>
                <a:close/>
                <a:moveTo>
                  <a:pt x="1730535" y="1798874"/>
                </a:moveTo>
                <a:lnTo>
                  <a:pt x="1730533" y="1798905"/>
                </a:lnTo>
                <a:lnTo>
                  <a:pt x="1730898" y="1799863"/>
                </a:lnTo>
                <a:lnTo>
                  <a:pt x="1733637" y="1798475"/>
                </a:lnTo>
                <a:close/>
                <a:moveTo>
                  <a:pt x="1584965" y="2124829"/>
                </a:moveTo>
                <a:lnTo>
                  <a:pt x="1587393" y="2125556"/>
                </a:lnTo>
                <a:lnTo>
                  <a:pt x="1588775" y="2120339"/>
                </a:lnTo>
                <a:lnTo>
                  <a:pt x="1587270" y="2120121"/>
                </a:lnTo>
                <a:lnTo>
                  <a:pt x="1585819" y="2123123"/>
                </a:lnTo>
                <a:close/>
                <a:moveTo>
                  <a:pt x="1827847" y="1580942"/>
                </a:moveTo>
                <a:lnTo>
                  <a:pt x="1830646" y="1579774"/>
                </a:lnTo>
                <a:lnTo>
                  <a:pt x="1831115" y="1579178"/>
                </a:lnTo>
                <a:lnTo>
                  <a:pt x="1831743" y="1578353"/>
                </a:lnTo>
                <a:close/>
                <a:moveTo>
                  <a:pt x="1738693" y="1780567"/>
                </a:moveTo>
                <a:lnTo>
                  <a:pt x="1740967" y="1779755"/>
                </a:lnTo>
                <a:lnTo>
                  <a:pt x="1741620" y="1777068"/>
                </a:lnTo>
                <a:lnTo>
                  <a:pt x="1740951" y="1777273"/>
                </a:lnTo>
                <a:close/>
                <a:moveTo>
                  <a:pt x="1663692" y="1948365"/>
                </a:moveTo>
                <a:lnTo>
                  <a:pt x="1663509" y="1948886"/>
                </a:lnTo>
                <a:lnTo>
                  <a:pt x="1672373" y="1945776"/>
                </a:lnTo>
                <a:lnTo>
                  <a:pt x="1672302" y="1945578"/>
                </a:lnTo>
                <a:lnTo>
                  <a:pt x="1665865" y="1946406"/>
                </a:lnTo>
                <a:close/>
                <a:moveTo>
                  <a:pt x="1734888" y="1788873"/>
                </a:moveTo>
                <a:lnTo>
                  <a:pt x="1735284" y="1791181"/>
                </a:lnTo>
                <a:lnTo>
                  <a:pt x="1736196" y="1790780"/>
                </a:lnTo>
                <a:lnTo>
                  <a:pt x="1736577" y="1787034"/>
                </a:lnTo>
                <a:close/>
                <a:moveTo>
                  <a:pt x="1760722" y="1730966"/>
                </a:moveTo>
                <a:lnTo>
                  <a:pt x="1760904" y="1731281"/>
                </a:lnTo>
                <a:lnTo>
                  <a:pt x="1768417" y="1729893"/>
                </a:lnTo>
                <a:lnTo>
                  <a:pt x="1765687" y="1727437"/>
                </a:lnTo>
                <a:close/>
                <a:moveTo>
                  <a:pt x="1855385" y="1518897"/>
                </a:moveTo>
                <a:lnTo>
                  <a:pt x="1855431" y="1518959"/>
                </a:lnTo>
                <a:lnTo>
                  <a:pt x="1855671" y="1518792"/>
                </a:lnTo>
                <a:close/>
                <a:moveTo>
                  <a:pt x="1722726" y="1815905"/>
                </a:moveTo>
                <a:lnTo>
                  <a:pt x="1723513" y="1815857"/>
                </a:lnTo>
                <a:lnTo>
                  <a:pt x="1723517" y="1815661"/>
                </a:lnTo>
                <a:close/>
                <a:moveTo>
                  <a:pt x="1592760" y="2106917"/>
                </a:moveTo>
                <a:lnTo>
                  <a:pt x="1592350" y="2108462"/>
                </a:lnTo>
                <a:lnTo>
                  <a:pt x="1593135" y="2106838"/>
                </a:lnTo>
                <a:close/>
                <a:moveTo>
                  <a:pt x="1819353" y="1599497"/>
                </a:moveTo>
                <a:lnTo>
                  <a:pt x="1824545" y="1597631"/>
                </a:lnTo>
                <a:lnTo>
                  <a:pt x="1824362" y="1595821"/>
                </a:lnTo>
                <a:close/>
                <a:moveTo>
                  <a:pt x="1769273" y="1711606"/>
                </a:moveTo>
                <a:lnTo>
                  <a:pt x="1769740" y="1712857"/>
                </a:lnTo>
                <a:lnTo>
                  <a:pt x="1772281" y="1712124"/>
                </a:lnTo>
                <a:lnTo>
                  <a:pt x="1772328" y="1709570"/>
                </a:lnTo>
                <a:close/>
                <a:moveTo>
                  <a:pt x="1664309" y="1946605"/>
                </a:moveTo>
                <a:lnTo>
                  <a:pt x="1664060" y="1947316"/>
                </a:lnTo>
                <a:lnTo>
                  <a:pt x="1664937" y="1946524"/>
                </a:lnTo>
                <a:close/>
                <a:moveTo>
                  <a:pt x="1823932" y="1589168"/>
                </a:moveTo>
                <a:lnTo>
                  <a:pt x="1824007" y="1589912"/>
                </a:lnTo>
                <a:lnTo>
                  <a:pt x="1824802" y="1588929"/>
                </a:lnTo>
                <a:close/>
                <a:moveTo>
                  <a:pt x="1634461" y="2013206"/>
                </a:moveTo>
                <a:lnTo>
                  <a:pt x="1634707" y="2014622"/>
                </a:lnTo>
                <a:lnTo>
                  <a:pt x="1635418" y="2014401"/>
                </a:lnTo>
                <a:lnTo>
                  <a:pt x="1635815" y="2013491"/>
                </a:lnTo>
                <a:close/>
                <a:moveTo>
                  <a:pt x="1737791" y="1781730"/>
                </a:moveTo>
                <a:lnTo>
                  <a:pt x="1737645" y="1783161"/>
                </a:lnTo>
                <a:lnTo>
                  <a:pt x="1740685" y="1780915"/>
                </a:lnTo>
                <a:lnTo>
                  <a:pt x="1740836" y="1780291"/>
                </a:lnTo>
                <a:lnTo>
                  <a:pt x="1738195" y="1781235"/>
                </a:lnTo>
                <a:close/>
                <a:moveTo>
                  <a:pt x="1753642" y="1746104"/>
                </a:moveTo>
                <a:lnTo>
                  <a:pt x="1753685" y="1746526"/>
                </a:lnTo>
                <a:lnTo>
                  <a:pt x="1755906" y="1745566"/>
                </a:lnTo>
                <a:lnTo>
                  <a:pt x="1755760" y="1745215"/>
                </a:lnTo>
                <a:close/>
                <a:moveTo>
                  <a:pt x="1756077" y="1740479"/>
                </a:moveTo>
                <a:lnTo>
                  <a:pt x="1756307" y="1741175"/>
                </a:lnTo>
                <a:lnTo>
                  <a:pt x="1757124" y="1742656"/>
                </a:lnTo>
                <a:lnTo>
                  <a:pt x="1757515" y="1742400"/>
                </a:lnTo>
                <a:lnTo>
                  <a:pt x="1756836" y="1740126"/>
                </a:lnTo>
                <a:close/>
                <a:moveTo>
                  <a:pt x="1821307" y="1594388"/>
                </a:moveTo>
                <a:lnTo>
                  <a:pt x="1823554" y="1593845"/>
                </a:lnTo>
                <a:lnTo>
                  <a:pt x="1822805" y="1592534"/>
                </a:lnTo>
                <a:close/>
                <a:moveTo>
                  <a:pt x="1781934" y="1682531"/>
                </a:moveTo>
                <a:lnTo>
                  <a:pt x="1781937" y="1682530"/>
                </a:lnTo>
                <a:lnTo>
                  <a:pt x="1785065" y="1680101"/>
                </a:lnTo>
                <a:lnTo>
                  <a:pt x="1786607" y="1677807"/>
                </a:lnTo>
                <a:lnTo>
                  <a:pt x="1785968" y="1678122"/>
                </a:lnTo>
                <a:close/>
                <a:moveTo>
                  <a:pt x="1747880" y="1758775"/>
                </a:moveTo>
                <a:lnTo>
                  <a:pt x="1748024" y="1759061"/>
                </a:lnTo>
                <a:lnTo>
                  <a:pt x="1748902" y="1757985"/>
                </a:lnTo>
                <a:close/>
                <a:moveTo>
                  <a:pt x="1760058" y="1731437"/>
                </a:moveTo>
                <a:lnTo>
                  <a:pt x="1760837" y="1731293"/>
                </a:lnTo>
                <a:lnTo>
                  <a:pt x="1760669" y="1731002"/>
                </a:lnTo>
                <a:close/>
                <a:moveTo>
                  <a:pt x="1730604" y="1797359"/>
                </a:moveTo>
                <a:lnTo>
                  <a:pt x="1730574" y="1798015"/>
                </a:lnTo>
                <a:lnTo>
                  <a:pt x="1733993" y="1797715"/>
                </a:lnTo>
                <a:lnTo>
                  <a:pt x="1733749" y="1795735"/>
                </a:lnTo>
                <a:lnTo>
                  <a:pt x="1730770" y="1797280"/>
                </a:lnTo>
                <a:close/>
                <a:moveTo>
                  <a:pt x="1822513" y="1591512"/>
                </a:moveTo>
                <a:lnTo>
                  <a:pt x="1822597" y="1591656"/>
                </a:lnTo>
                <a:lnTo>
                  <a:pt x="1822752" y="1591465"/>
                </a:lnTo>
                <a:close/>
                <a:moveTo>
                  <a:pt x="1734735" y="1787983"/>
                </a:moveTo>
                <a:lnTo>
                  <a:pt x="1734789" y="1788298"/>
                </a:lnTo>
                <a:lnTo>
                  <a:pt x="1735911" y="1787076"/>
                </a:lnTo>
                <a:close/>
                <a:moveTo>
                  <a:pt x="1733779" y="1790080"/>
                </a:moveTo>
                <a:lnTo>
                  <a:pt x="1733985" y="1791750"/>
                </a:lnTo>
                <a:lnTo>
                  <a:pt x="1735015" y="1791299"/>
                </a:lnTo>
                <a:lnTo>
                  <a:pt x="1734618" y="1789166"/>
                </a:lnTo>
                <a:close/>
                <a:moveTo>
                  <a:pt x="1691340" y="1885020"/>
                </a:moveTo>
                <a:lnTo>
                  <a:pt x="1692171" y="1885253"/>
                </a:lnTo>
                <a:lnTo>
                  <a:pt x="1692152" y="1884903"/>
                </a:lnTo>
                <a:close/>
                <a:moveTo>
                  <a:pt x="1666117" y="1941450"/>
                </a:moveTo>
                <a:lnTo>
                  <a:pt x="1664445" y="1946217"/>
                </a:lnTo>
                <a:lnTo>
                  <a:pt x="1665417" y="1946093"/>
                </a:lnTo>
                <a:lnTo>
                  <a:pt x="1670762" y="1941275"/>
                </a:lnTo>
                <a:lnTo>
                  <a:pt x="1670175" y="1939634"/>
                </a:lnTo>
                <a:close/>
                <a:moveTo>
                  <a:pt x="1577988" y="2138773"/>
                </a:moveTo>
                <a:lnTo>
                  <a:pt x="1584269" y="2137052"/>
                </a:lnTo>
                <a:lnTo>
                  <a:pt x="1584933" y="2134844"/>
                </a:lnTo>
                <a:lnTo>
                  <a:pt x="1587219" y="2126213"/>
                </a:lnTo>
                <a:lnTo>
                  <a:pt x="1584657" y="2125445"/>
                </a:lnTo>
                <a:lnTo>
                  <a:pt x="1582143" y="2130469"/>
                </a:lnTo>
                <a:lnTo>
                  <a:pt x="1582950" y="2134928"/>
                </a:lnTo>
                <a:lnTo>
                  <a:pt x="1582806" y="2135149"/>
                </a:lnTo>
                <a:lnTo>
                  <a:pt x="1582007" y="2130740"/>
                </a:lnTo>
                <a:close/>
                <a:moveTo>
                  <a:pt x="1812710" y="1613046"/>
                </a:moveTo>
                <a:lnTo>
                  <a:pt x="1815654" y="1612177"/>
                </a:lnTo>
                <a:lnTo>
                  <a:pt x="1814805" y="1611740"/>
                </a:lnTo>
                <a:close/>
                <a:moveTo>
                  <a:pt x="1780926" y="1684185"/>
                </a:moveTo>
                <a:lnTo>
                  <a:pt x="1781180" y="1684725"/>
                </a:lnTo>
                <a:lnTo>
                  <a:pt x="1782085" y="1684538"/>
                </a:lnTo>
                <a:lnTo>
                  <a:pt x="1783197" y="1682882"/>
                </a:lnTo>
                <a:lnTo>
                  <a:pt x="1781680" y="1683598"/>
                </a:lnTo>
                <a:close/>
                <a:moveTo>
                  <a:pt x="1697387" y="1871223"/>
                </a:moveTo>
                <a:lnTo>
                  <a:pt x="1697540" y="1871950"/>
                </a:lnTo>
                <a:lnTo>
                  <a:pt x="1700732" y="1871987"/>
                </a:lnTo>
                <a:lnTo>
                  <a:pt x="1700032" y="1870145"/>
                </a:lnTo>
                <a:close/>
                <a:moveTo>
                  <a:pt x="1812444" y="1613551"/>
                </a:moveTo>
                <a:lnTo>
                  <a:pt x="1813458" y="1614532"/>
                </a:lnTo>
                <a:lnTo>
                  <a:pt x="1816230" y="1612474"/>
                </a:lnTo>
                <a:lnTo>
                  <a:pt x="1816112" y="1612413"/>
                </a:lnTo>
                <a:close/>
                <a:moveTo>
                  <a:pt x="1666772" y="1939582"/>
                </a:moveTo>
                <a:lnTo>
                  <a:pt x="1666612" y="1940036"/>
                </a:lnTo>
                <a:lnTo>
                  <a:pt x="1669466" y="1938933"/>
                </a:lnTo>
                <a:lnTo>
                  <a:pt x="1669861" y="1938757"/>
                </a:lnTo>
                <a:lnTo>
                  <a:pt x="1669592" y="1938008"/>
                </a:lnTo>
                <a:close/>
                <a:moveTo>
                  <a:pt x="1713698" y="1834465"/>
                </a:moveTo>
                <a:lnTo>
                  <a:pt x="1715499" y="1838274"/>
                </a:lnTo>
                <a:lnTo>
                  <a:pt x="1716240" y="1838233"/>
                </a:lnTo>
                <a:lnTo>
                  <a:pt x="1715246" y="1833553"/>
                </a:lnTo>
                <a:close/>
                <a:moveTo>
                  <a:pt x="1854910" y="1518257"/>
                </a:moveTo>
                <a:lnTo>
                  <a:pt x="1855245" y="1518708"/>
                </a:lnTo>
                <a:lnTo>
                  <a:pt x="1856403" y="1518285"/>
                </a:lnTo>
                <a:lnTo>
                  <a:pt x="1858485" y="1516842"/>
                </a:lnTo>
                <a:lnTo>
                  <a:pt x="1859761" y="1514831"/>
                </a:lnTo>
                <a:lnTo>
                  <a:pt x="1857352" y="1515863"/>
                </a:lnTo>
                <a:lnTo>
                  <a:pt x="1855265" y="1517917"/>
                </a:lnTo>
                <a:close/>
                <a:moveTo>
                  <a:pt x="1710796" y="1840900"/>
                </a:moveTo>
                <a:lnTo>
                  <a:pt x="1710765" y="1841406"/>
                </a:lnTo>
                <a:lnTo>
                  <a:pt x="1712841" y="1841397"/>
                </a:lnTo>
                <a:lnTo>
                  <a:pt x="1713867" y="1840616"/>
                </a:lnTo>
                <a:lnTo>
                  <a:pt x="1712066" y="1840829"/>
                </a:lnTo>
                <a:close/>
                <a:moveTo>
                  <a:pt x="1591793" y="2107331"/>
                </a:moveTo>
                <a:lnTo>
                  <a:pt x="1591843" y="2108767"/>
                </a:lnTo>
                <a:lnTo>
                  <a:pt x="1592280" y="2107116"/>
                </a:lnTo>
                <a:close/>
                <a:moveTo>
                  <a:pt x="1694259" y="1877883"/>
                </a:moveTo>
                <a:lnTo>
                  <a:pt x="1694534" y="1884125"/>
                </a:lnTo>
                <a:lnTo>
                  <a:pt x="1695180" y="1884032"/>
                </a:lnTo>
                <a:lnTo>
                  <a:pt x="1703656" y="1879690"/>
                </a:lnTo>
                <a:lnTo>
                  <a:pt x="1702061" y="1875488"/>
                </a:lnTo>
                <a:close/>
                <a:moveTo>
                  <a:pt x="1822309" y="1591153"/>
                </a:moveTo>
                <a:lnTo>
                  <a:pt x="1822391" y="1591297"/>
                </a:lnTo>
                <a:lnTo>
                  <a:pt x="1822969" y="1591197"/>
                </a:lnTo>
                <a:lnTo>
                  <a:pt x="1823792" y="1590178"/>
                </a:lnTo>
                <a:lnTo>
                  <a:pt x="1823705" y="1589317"/>
                </a:lnTo>
                <a:close/>
                <a:moveTo>
                  <a:pt x="1772090" y="1703554"/>
                </a:moveTo>
                <a:lnTo>
                  <a:pt x="1772428" y="1704110"/>
                </a:lnTo>
                <a:lnTo>
                  <a:pt x="1772448" y="1703034"/>
                </a:lnTo>
                <a:close/>
                <a:moveTo>
                  <a:pt x="1841268" y="1548488"/>
                </a:moveTo>
                <a:lnTo>
                  <a:pt x="1842883" y="1549576"/>
                </a:lnTo>
                <a:lnTo>
                  <a:pt x="1853516" y="1546833"/>
                </a:lnTo>
                <a:lnTo>
                  <a:pt x="1841607" y="1548259"/>
                </a:lnTo>
                <a:close/>
                <a:moveTo>
                  <a:pt x="1645082" y="1987600"/>
                </a:moveTo>
                <a:lnTo>
                  <a:pt x="1645091" y="1987861"/>
                </a:lnTo>
                <a:lnTo>
                  <a:pt x="1645186" y="1991957"/>
                </a:lnTo>
                <a:lnTo>
                  <a:pt x="1646402" y="1989162"/>
                </a:lnTo>
                <a:lnTo>
                  <a:pt x="1647123" y="1987107"/>
                </a:lnTo>
                <a:close/>
                <a:moveTo>
                  <a:pt x="1734588" y="1787128"/>
                </a:moveTo>
                <a:lnTo>
                  <a:pt x="1734607" y="1787235"/>
                </a:lnTo>
                <a:lnTo>
                  <a:pt x="1735015" y="1786921"/>
                </a:lnTo>
                <a:close/>
                <a:moveTo>
                  <a:pt x="1845309" y="1539130"/>
                </a:moveTo>
                <a:lnTo>
                  <a:pt x="1849626" y="1537374"/>
                </a:lnTo>
                <a:lnTo>
                  <a:pt x="1847781" y="1535534"/>
                </a:lnTo>
                <a:lnTo>
                  <a:pt x="1847324" y="1535943"/>
                </a:lnTo>
                <a:close/>
                <a:moveTo>
                  <a:pt x="1817708" y="1600704"/>
                </a:moveTo>
                <a:lnTo>
                  <a:pt x="1817760" y="1600793"/>
                </a:lnTo>
                <a:lnTo>
                  <a:pt x="1818278" y="1601696"/>
                </a:lnTo>
                <a:lnTo>
                  <a:pt x="1823375" y="1599461"/>
                </a:lnTo>
                <a:lnTo>
                  <a:pt x="1824636" y="1598529"/>
                </a:lnTo>
                <a:lnTo>
                  <a:pt x="1824603" y="1598204"/>
                </a:lnTo>
                <a:lnTo>
                  <a:pt x="1817767" y="1600661"/>
                </a:lnTo>
                <a:close/>
                <a:moveTo>
                  <a:pt x="1572419" y="2149907"/>
                </a:moveTo>
                <a:lnTo>
                  <a:pt x="1592625" y="2152212"/>
                </a:lnTo>
                <a:lnTo>
                  <a:pt x="1592312" y="2137006"/>
                </a:lnTo>
                <a:lnTo>
                  <a:pt x="1592251" y="2135249"/>
                </a:lnTo>
                <a:lnTo>
                  <a:pt x="1584260" y="2137441"/>
                </a:lnTo>
                <a:lnTo>
                  <a:pt x="1581757" y="2145768"/>
                </a:lnTo>
                <a:lnTo>
                  <a:pt x="1581620" y="2145864"/>
                </a:lnTo>
                <a:lnTo>
                  <a:pt x="1584143" y="2137472"/>
                </a:lnTo>
                <a:lnTo>
                  <a:pt x="1577765" y="2139221"/>
                </a:lnTo>
                <a:close/>
                <a:moveTo>
                  <a:pt x="1753474" y="1744436"/>
                </a:moveTo>
                <a:lnTo>
                  <a:pt x="1753501" y="1744697"/>
                </a:lnTo>
                <a:lnTo>
                  <a:pt x="1753997" y="1744488"/>
                </a:lnTo>
                <a:close/>
                <a:moveTo>
                  <a:pt x="1668447" y="1934807"/>
                </a:moveTo>
                <a:lnTo>
                  <a:pt x="1667023" y="1938867"/>
                </a:lnTo>
                <a:lnTo>
                  <a:pt x="1669458" y="1937633"/>
                </a:lnTo>
                <a:close/>
                <a:moveTo>
                  <a:pt x="1733626" y="1788837"/>
                </a:moveTo>
                <a:lnTo>
                  <a:pt x="1733705" y="1789479"/>
                </a:lnTo>
                <a:lnTo>
                  <a:pt x="1734513" y="1788598"/>
                </a:lnTo>
                <a:lnTo>
                  <a:pt x="1734441" y="1788209"/>
                </a:lnTo>
                <a:close/>
                <a:moveTo>
                  <a:pt x="1730693" y="1795379"/>
                </a:moveTo>
                <a:lnTo>
                  <a:pt x="1730640" y="1796560"/>
                </a:lnTo>
                <a:lnTo>
                  <a:pt x="1733675" y="1795135"/>
                </a:lnTo>
                <a:lnTo>
                  <a:pt x="1733657" y="1794992"/>
                </a:lnTo>
                <a:close/>
                <a:moveTo>
                  <a:pt x="1758460" y="1733170"/>
                </a:moveTo>
                <a:lnTo>
                  <a:pt x="1759845" y="1738423"/>
                </a:lnTo>
                <a:lnTo>
                  <a:pt x="1764084" y="1736452"/>
                </a:lnTo>
                <a:lnTo>
                  <a:pt x="1768183" y="1730473"/>
                </a:lnTo>
                <a:lnTo>
                  <a:pt x="1761509" y="1732324"/>
                </a:lnTo>
                <a:lnTo>
                  <a:pt x="1761910" y="1733015"/>
                </a:lnTo>
                <a:lnTo>
                  <a:pt x="1761896" y="1733118"/>
                </a:lnTo>
                <a:lnTo>
                  <a:pt x="1761446" y="1732341"/>
                </a:lnTo>
                <a:close/>
                <a:moveTo>
                  <a:pt x="1668580" y="1934426"/>
                </a:moveTo>
                <a:lnTo>
                  <a:pt x="1668534" y="1934558"/>
                </a:lnTo>
                <a:lnTo>
                  <a:pt x="1669607" y="1937557"/>
                </a:lnTo>
                <a:lnTo>
                  <a:pt x="1670116" y="1937300"/>
                </a:lnTo>
                <a:close/>
                <a:moveTo>
                  <a:pt x="1637300" y="2004368"/>
                </a:moveTo>
                <a:lnTo>
                  <a:pt x="1639627" y="2004729"/>
                </a:lnTo>
                <a:lnTo>
                  <a:pt x="1641339" y="2000797"/>
                </a:lnTo>
                <a:close/>
                <a:moveTo>
                  <a:pt x="1634148" y="2011409"/>
                </a:moveTo>
                <a:lnTo>
                  <a:pt x="1634369" y="2012680"/>
                </a:lnTo>
                <a:lnTo>
                  <a:pt x="1636007" y="2013047"/>
                </a:lnTo>
                <a:lnTo>
                  <a:pt x="1636930" y="2010927"/>
                </a:lnTo>
                <a:close/>
                <a:moveTo>
                  <a:pt x="1623950" y="2034210"/>
                </a:moveTo>
                <a:lnTo>
                  <a:pt x="1623961" y="2034665"/>
                </a:lnTo>
                <a:lnTo>
                  <a:pt x="1624855" y="2034121"/>
                </a:lnTo>
                <a:close/>
                <a:moveTo>
                  <a:pt x="1779894" y="1684990"/>
                </a:moveTo>
                <a:lnTo>
                  <a:pt x="1780641" y="1684836"/>
                </a:lnTo>
                <a:lnTo>
                  <a:pt x="1780493" y="1684524"/>
                </a:lnTo>
                <a:close/>
                <a:moveTo>
                  <a:pt x="1687982" y="1890702"/>
                </a:moveTo>
                <a:lnTo>
                  <a:pt x="1688829" y="1895257"/>
                </a:lnTo>
                <a:lnTo>
                  <a:pt x="1690637" y="1894196"/>
                </a:lnTo>
                <a:lnTo>
                  <a:pt x="1690159" y="1891298"/>
                </a:lnTo>
                <a:lnTo>
                  <a:pt x="1690045" y="1891283"/>
                </a:lnTo>
                <a:close/>
                <a:moveTo>
                  <a:pt x="1813078" y="1610494"/>
                </a:moveTo>
                <a:lnTo>
                  <a:pt x="1814353" y="1611173"/>
                </a:lnTo>
                <a:lnTo>
                  <a:pt x="1820802" y="1607153"/>
                </a:lnTo>
                <a:lnTo>
                  <a:pt x="1820670" y="1606931"/>
                </a:lnTo>
                <a:close/>
                <a:moveTo>
                  <a:pt x="1649059" y="1977761"/>
                </a:moveTo>
                <a:lnTo>
                  <a:pt x="1650471" y="1977557"/>
                </a:lnTo>
                <a:lnTo>
                  <a:pt x="1650647" y="1977056"/>
                </a:lnTo>
                <a:close/>
                <a:moveTo>
                  <a:pt x="1735068" y="1785066"/>
                </a:moveTo>
                <a:lnTo>
                  <a:pt x="1736915" y="1783701"/>
                </a:lnTo>
                <a:lnTo>
                  <a:pt x="1737019" y="1782675"/>
                </a:lnTo>
                <a:close/>
                <a:moveTo>
                  <a:pt x="1770117" y="1706427"/>
                </a:moveTo>
                <a:lnTo>
                  <a:pt x="1771954" y="1705190"/>
                </a:lnTo>
                <a:lnTo>
                  <a:pt x="1771491" y="1704428"/>
                </a:lnTo>
                <a:close/>
                <a:moveTo>
                  <a:pt x="1758328" y="1732667"/>
                </a:moveTo>
                <a:lnTo>
                  <a:pt x="1758334" y="1732690"/>
                </a:lnTo>
                <a:lnTo>
                  <a:pt x="1761210" y="1731935"/>
                </a:lnTo>
                <a:lnTo>
                  <a:pt x="1760987" y="1731552"/>
                </a:lnTo>
                <a:lnTo>
                  <a:pt x="1759514" y="1731824"/>
                </a:lnTo>
                <a:close/>
                <a:moveTo>
                  <a:pt x="1859985" y="1505008"/>
                </a:moveTo>
                <a:lnTo>
                  <a:pt x="1862587" y="1510358"/>
                </a:lnTo>
                <a:lnTo>
                  <a:pt x="1862621" y="1510325"/>
                </a:lnTo>
                <a:lnTo>
                  <a:pt x="1868376" y="1501255"/>
                </a:lnTo>
                <a:close/>
                <a:moveTo>
                  <a:pt x="1734400" y="1786033"/>
                </a:moveTo>
                <a:lnTo>
                  <a:pt x="1734403" y="1786050"/>
                </a:lnTo>
                <a:lnTo>
                  <a:pt x="1736782" y="1785015"/>
                </a:lnTo>
                <a:lnTo>
                  <a:pt x="1736863" y="1784212"/>
                </a:lnTo>
                <a:close/>
                <a:moveTo>
                  <a:pt x="1799377" y="1640510"/>
                </a:moveTo>
                <a:lnTo>
                  <a:pt x="1799808" y="1641441"/>
                </a:lnTo>
                <a:lnTo>
                  <a:pt x="1801192" y="1641134"/>
                </a:lnTo>
                <a:lnTo>
                  <a:pt x="1802654" y="1639680"/>
                </a:lnTo>
                <a:close/>
                <a:moveTo>
                  <a:pt x="1821766" y="1590203"/>
                </a:moveTo>
                <a:lnTo>
                  <a:pt x="1822053" y="1590706"/>
                </a:lnTo>
                <a:lnTo>
                  <a:pt x="1823080" y="1589400"/>
                </a:lnTo>
                <a:lnTo>
                  <a:pt x="1822772" y="1589485"/>
                </a:lnTo>
                <a:close/>
                <a:moveTo>
                  <a:pt x="1670665" y="1928481"/>
                </a:moveTo>
                <a:lnTo>
                  <a:pt x="1668650" y="1934226"/>
                </a:lnTo>
                <a:lnTo>
                  <a:pt x="1670255" y="1937229"/>
                </a:lnTo>
                <a:lnTo>
                  <a:pt x="1670573" y="1937068"/>
                </a:lnTo>
                <a:lnTo>
                  <a:pt x="1683324" y="1929952"/>
                </a:lnTo>
                <a:lnTo>
                  <a:pt x="1683881" y="1929449"/>
                </a:lnTo>
                <a:lnTo>
                  <a:pt x="1681532" y="1923123"/>
                </a:lnTo>
                <a:lnTo>
                  <a:pt x="1679623" y="1923438"/>
                </a:lnTo>
                <a:close/>
                <a:moveTo>
                  <a:pt x="1748784" y="1753506"/>
                </a:moveTo>
                <a:lnTo>
                  <a:pt x="1747746" y="1757774"/>
                </a:lnTo>
                <a:lnTo>
                  <a:pt x="1750587" y="1755920"/>
                </a:lnTo>
                <a:lnTo>
                  <a:pt x="1751511" y="1754787"/>
                </a:lnTo>
                <a:lnTo>
                  <a:pt x="1754012" y="1751140"/>
                </a:lnTo>
                <a:lnTo>
                  <a:pt x="1753958" y="1750610"/>
                </a:lnTo>
                <a:lnTo>
                  <a:pt x="1753762" y="1748896"/>
                </a:lnTo>
                <a:close/>
                <a:moveTo>
                  <a:pt x="1677858" y="1912278"/>
                </a:moveTo>
                <a:lnTo>
                  <a:pt x="1678709" y="1914570"/>
                </a:lnTo>
                <a:lnTo>
                  <a:pt x="1686136" y="1910995"/>
                </a:lnTo>
                <a:lnTo>
                  <a:pt x="1686189" y="1908904"/>
                </a:lnTo>
                <a:close/>
                <a:moveTo>
                  <a:pt x="1733481" y="1787664"/>
                </a:moveTo>
                <a:lnTo>
                  <a:pt x="1733531" y="1788065"/>
                </a:lnTo>
                <a:lnTo>
                  <a:pt x="1734303" y="1787470"/>
                </a:lnTo>
                <a:lnTo>
                  <a:pt x="1734268" y="1787283"/>
                </a:lnTo>
                <a:close/>
                <a:moveTo>
                  <a:pt x="1731073" y="1793027"/>
                </a:moveTo>
                <a:lnTo>
                  <a:pt x="1733295" y="1792053"/>
                </a:lnTo>
                <a:lnTo>
                  <a:pt x="1733138" y="1790778"/>
                </a:lnTo>
                <a:close/>
                <a:moveTo>
                  <a:pt x="1755407" y="1738462"/>
                </a:moveTo>
                <a:lnTo>
                  <a:pt x="1755990" y="1740217"/>
                </a:lnTo>
                <a:lnTo>
                  <a:pt x="1756757" y="1739859"/>
                </a:lnTo>
                <a:lnTo>
                  <a:pt x="1756734" y="1739785"/>
                </a:lnTo>
                <a:close/>
                <a:moveTo>
                  <a:pt x="1730777" y="1793550"/>
                </a:moveTo>
                <a:lnTo>
                  <a:pt x="1730725" y="1794688"/>
                </a:lnTo>
                <a:lnTo>
                  <a:pt x="1733589" y="1794432"/>
                </a:lnTo>
                <a:lnTo>
                  <a:pt x="1733341" y="1792426"/>
                </a:lnTo>
                <a:close/>
                <a:moveTo>
                  <a:pt x="1671209" y="1926931"/>
                </a:moveTo>
                <a:lnTo>
                  <a:pt x="1670944" y="1927687"/>
                </a:lnTo>
                <a:lnTo>
                  <a:pt x="1678347" y="1923649"/>
                </a:lnTo>
                <a:lnTo>
                  <a:pt x="1677268" y="1923827"/>
                </a:lnTo>
                <a:close/>
                <a:moveTo>
                  <a:pt x="1632828" y="2012863"/>
                </a:moveTo>
                <a:lnTo>
                  <a:pt x="1632735" y="2015236"/>
                </a:lnTo>
                <a:lnTo>
                  <a:pt x="1634504" y="2014685"/>
                </a:lnTo>
                <a:lnTo>
                  <a:pt x="1634239" y="2013159"/>
                </a:lnTo>
                <a:close/>
                <a:moveTo>
                  <a:pt x="1819519" y="1594819"/>
                </a:moveTo>
                <a:lnTo>
                  <a:pt x="1820166" y="1594663"/>
                </a:lnTo>
                <a:lnTo>
                  <a:pt x="1822425" y="1591869"/>
                </a:lnTo>
                <a:lnTo>
                  <a:pt x="1822251" y="1591563"/>
                </a:lnTo>
                <a:lnTo>
                  <a:pt x="1821952" y="1591622"/>
                </a:lnTo>
                <a:close/>
                <a:moveTo>
                  <a:pt x="1646333" y="1982610"/>
                </a:moveTo>
                <a:lnTo>
                  <a:pt x="1648428" y="1983385"/>
                </a:lnTo>
                <a:lnTo>
                  <a:pt x="1648537" y="1983074"/>
                </a:lnTo>
                <a:close/>
                <a:moveTo>
                  <a:pt x="1854150" y="1517236"/>
                </a:moveTo>
                <a:lnTo>
                  <a:pt x="1854672" y="1517939"/>
                </a:lnTo>
                <a:lnTo>
                  <a:pt x="1856423" y="1516262"/>
                </a:lnTo>
                <a:close/>
                <a:moveTo>
                  <a:pt x="1745413" y="1760682"/>
                </a:moveTo>
                <a:lnTo>
                  <a:pt x="1745619" y="1760628"/>
                </a:lnTo>
                <a:lnTo>
                  <a:pt x="1745651" y="1760497"/>
                </a:lnTo>
                <a:close/>
                <a:moveTo>
                  <a:pt x="1758171" y="1732072"/>
                </a:moveTo>
                <a:lnTo>
                  <a:pt x="1758267" y="1732437"/>
                </a:lnTo>
                <a:lnTo>
                  <a:pt x="1758995" y="1731920"/>
                </a:lnTo>
                <a:close/>
                <a:moveTo>
                  <a:pt x="1618090" y="2045739"/>
                </a:moveTo>
                <a:lnTo>
                  <a:pt x="1618738" y="2052731"/>
                </a:lnTo>
                <a:lnTo>
                  <a:pt x="1621354" y="2046719"/>
                </a:lnTo>
                <a:close/>
                <a:moveTo>
                  <a:pt x="1799159" y="1640039"/>
                </a:moveTo>
                <a:lnTo>
                  <a:pt x="1799167" y="1640055"/>
                </a:lnTo>
                <a:lnTo>
                  <a:pt x="1802948" y="1639387"/>
                </a:lnTo>
                <a:lnTo>
                  <a:pt x="1815805" y="1626601"/>
                </a:lnTo>
                <a:lnTo>
                  <a:pt x="1816369" y="1625938"/>
                </a:lnTo>
                <a:lnTo>
                  <a:pt x="1812776" y="1627044"/>
                </a:lnTo>
                <a:lnTo>
                  <a:pt x="1810865" y="1627605"/>
                </a:lnTo>
                <a:lnTo>
                  <a:pt x="1802907" y="1636271"/>
                </a:lnTo>
                <a:close/>
                <a:moveTo>
                  <a:pt x="1789878" y="1660812"/>
                </a:moveTo>
                <a:lnTo>
                  <a:pt x="1790979" y="1663090"/>
                </a:lnTo>
                <a:lnTo>
                  <a:pt x="1792437" y="1662760"/>
                </a:lnTo>
                <a:lnTo>
                  <a:pt x="1798053" y="1660587"/>
                </a:lnTo>
                <a:lnTo>
                  <a:pt x="1798134" y="1660465"/>
                </a:lnTo>
                <a:lnTo>
                  <a:pt x="1794227" y="1656486"/>
                </a:lnTo>
                <a:close/>
                <a:moveTo>
                  <a:pt x="1695595" y="1871928"/>
                </a:moveTo>
                <a:lnTo>
                  <a:pt x="1697451" y="1871950"/>
                </a:lnTo>
                <a:lnTo>
                  <a:pt x="1697306" y="1871257"/>
                </a:lnTo>
                <a:close/>
                <a:moveTo>
                  <a:pt x="1771293" y="1702244"/>
                </a:moveTo>
                <a:lnTo>
                  <a:pt x="1771393" y="1702407"/>
                </a:lnTo>
                <a:lnTo>
                  <a:pt x="1771652" y="1702157"/>
                </a:lnTo>
                <a:close/>
                <a:moveTo>
                  <a:pt x="1743469" y="1764545"/>
                </a:moveTo>
                <a:lnTo>
                  <a:pt x="1743483" y="1764625"/>
                </a:lnTo>
                <a:lnTo>
                  <a:pt x="1743682" y="1764382"/>
                </a:lnTo>
                <a:close/>
                <a:moveTo>
                  <a:pt x="1768283" y="1708958"/>
                </a:moveTo>
                <a:lnTo>
                  <a:pt x="1769129" y="1711222"/>
                </a:lnTo>
                <a:lnTo>
                  <a:pt x="1772337" y="1709085"/>
                </a:lnTo>
                <a:lnTo>
                  <a:pt x="1772395" y="1705915"/>
                </a:lnTo>
                <a:lnTo>
                  <a:pt x="1772062" y="1705368"/>
                </a:lnTo>
                <a:lnTo>
                  <a:pt x="1769798" y="1706891"/>
                </a:lnTo>
                <a:lnTo>
                  <a:pt x="1769458" y="1707387"/>
                </a:lnTo>
                <a:close/>
                <a:moveTo>
                  <a:pt x="1832778" y="1564497"/>
                </a:moveTo>
                <a:lnTo>
                  <a:pt x="1833443" y="1567496"/>
                </a:lnTo>
                <a:lnTo>
                  <a:pt x="1842396" y="1564352"/>
                </a:lnTo>
                <a:lnTo>
                  <a:pt x="1842580" y="1564110"/>
                </a:lnTo>
                <a:lnTo>
                  <a:pt x="1840392" y="1559732"/>
                </a:lnTo>
                <a:lnTo>
                  <a:pt x="1836367" y="1562357"/>
                </a:lnTo>
                <a:close/>
                <a:moveTo>
                  <a:pt x="1823530" y="1585198"/>
                </a:moveTo>
                <a:lnTo>
                  <a:pt x="1823613" y="1586014"/>
                </a:lnTo>
                <a:lnTo>
                  <a:pt x="1825981" y="1584323"/>
                </a:lnTo>
                <a:close/>
                <a:moveTo>
                  <a:pt x="1704583" y="1851520"/>
                </a:moveTo>
                <a:lnTo>
                  <a:pt x="1704725" y="1852437"/>
                </a:lnTo>
                <a:lnTo>
                  <a:pt x="1706852" y="1852394"/>
                </a:lnTo>
                <a:lnTo>
                  <a:pt x="1708327" y="1851485"/>
                </a:lnTo>
                <a:lnTo>
                  <a:pt x="1707685" y="1850317"/>
                </a:lnTo>
                <a:close/>
                <a:moveTo>
                  <a:pt x="1646157" y="1982346"/>
                </a:moveTo>
                <a:lnTo>
                  <a:pt x="1648611" y="1982863"/>
                </a:lnTo>
                <a:lnTo>
                  <a:pt x="1649180" y="1981238"/>
                </a:lnTo>
                <a:close/>
                <a:moveTo>
                  <a:pt x="1817070" y="1599629"/>
                </a:moveTo>
                <a:lnTo>
                  <a:pt x="1817407" y="1600196"/>
                </a:lnTo>
                <a:lnTo>
                  <a:pt x="1818612" y="1599763"/>
                </a:lnTo>
                <a:lnTo>
                  <a:pt x="1824336" y="1595563"/>
                </a:lnTo>
                <a:lnTo>
                  <a:pt x="1824293" y="1595137"/>
                </a:lnTo>
                <a:lnTo>
                  <a:pt x="1823705" y="1594108"/>
                </a:lnTo>
                <a:lnTo>
                  <a:pt x="1821005" y="1594761"/>
                </a:lnTo>
                <a:close/>
                <a:moveTo>
                  <a:pt x="1632876" y="2011630"/>
                </a:moveTo>
                <a:lnTo>
                  <a:pt x="1632848" y="2012339"/>
                </a:lnTo>
                <a:lnTo>
                  <a:pt x="1634147" y="2012629"/>
                </a:lnTo>
                <a:lnTo>
                  <a:pt x="1633941" y="2011445"/>
                </a:lnTo>
                <a:close/>
                <a:moveTo>
                  <a:pt x="1686969" y="1890417"/>
                </a:moveTo>
                <a:lnTo>
                  <a:pt x="1686816" y="1896439"/>
                </a:lnTo>
                <a:lnTo>
                  <a:pt x="1688443" y="1895485"/>
                </a:lnTo>
                <a:lnTo>
                  <a:pt x="1687530" y="1890575"/>
                </a:lnTo>
                <a:close/>
                <a:moveTo>
                  <a:pt x="1749600" y="1750152"/>
                </a:moveTo>
                <a:lnTo>
                  <a:pt x="1748905" y="1753009"/>
                </a:lnTo>
                <a:lnTo>
                  <a:pt x="1753734" y="1748657"/>
                </a:lnTo>
                <a:lnTo>
                  <a:pt x="1753703" y="1748386"/>
                </a:lnTo>
                <a:close/>
                <a:moveTo>
                  <a:pt x="1765711" y="1713978"/>
                </a:moveTo>
                <a:lnTo>
                  <a:pt x="1768578" y="1713192"/>
                </a:lnTo>
                <a:lnTo>
                  <a:pt x="1769265" y="1712994"/>
                </a:lnTo>
                <a:lnTo>
                  <a:pt x="1768852" y="1711886"/>
                </a:lnTo>
                <a:close/>
                <a:moveTo>
                  <a:pt x="1677536" y="1911413"/>
                </a:moveTo>
                <a:lnTo>
                  <a:pt x="1677749" y="1911987"/>
                </a:lnTo>
                <a:lnTo>
                  <a:pt x="1686198" y="1908566"/>
                </a:lnTo>
                <a:lnTo>
                  <a:pt x="1686241" y="1906898"/>
                </a:lnTo>
                <a:lnTo>
                  <a:pt x="1684957" y="1907122"/>
                </a:lnTo>
                <a:close/>
                <a:moveTo>
                  <a:pt x="1808062" y="1619109"/>
                </a:moveTo>
                <a:lnTo>
                  <a:pt x="1812212" y="1617304"/>
                </a:lnTo>
                <a:lnTo>
                  <a:pt x="1814327" y="1615804"/>
                </a:lnTo>
                <a:lnTo>
                  <a:pt x="1813540" y="1615043"/>
                </a:lnTo>
                <a:close/>
                <a:moveTo>
                  <a:pt x="1742920" y="1764968"/>
                </a:moveTo>
                <a:lnTo>
                  <a:pt x="1743350" y="1764788"/>
                </a:lnTo>
                <a:lnTo>
                  <a:pt x="1743369" y="1764764"/>
                </a:lnTo>
                <a:lnTo>
                  <a:pt x="1743345" y="1764640"/>
                </a:lnTo>
                <a:close/>
                <a:moveTo>
                  <a:pt x="1673578" y="1920176"/>
                </a:moveTo>
                <a:lnTo>
                  <a:pt x="1673022" y="1921762"/>
                </a:lnTo>
                <a:lnTo>
                  <a:pt x="1675894" y="1920291"/>
                </a:lnTo>
                <a:close/>
                <a:moveTo>
                  <a:pt x="1623881" y="2031440"/>
                </a:moveTo>
                <a:lnTo>
                  <a:pt x="1623938" y="2033714"/>
                </a:lnTo>
                <a:lnTo>
                  <a:pt x="1625827" y="2033529"/>
                </a:lnTo>
                <a:lnTo>
                  <a:pt x="1627549" y="2032482"/>
                </a:lnTo>
                <a:lnTo>
                  <a:pt x="1627803" y="2031900"/>
                </a:lnTo>
                <a:lnTo>
                  <a:pt x="1624529" y="2031568"/>
                </a:lnTo>
                <a:close/>
                <a:moveTo>
                  <a:pt x="1839954" y="1547603"/>
                </a:moveTo>
                <a:lnTo>
                  <a:pt x="1840726" y="1548123"/>
                </a:lnTo>
                <a:lnTo>
                  <a:pt x="1841426" y="1548048"/>
                </a:lnTo>
                <a:lnTo>
                  <a:pt x="1845722" y="1545157"/>
                </a:lnTo>
                <a:lnTo>
                  <a:pt x="1845586" y="1545579"/>
                </a:lnTo>
                <a:lnTo>
                  <a:pt x="1842018" y="1547982"/>
                </a:lnTo>
                <a:lnTo>
                  <a:pt x="1855169" y="1546407"/>
                </a:lnTo>
                <a:lnTo>
                  <a:pt x="1855284" y="1546377"/>
                </a:lnTo>
                <a:lnTo>
                  <a:pt x="1857541" y="1545762"/>
                </a:lnTo>
                <a:lnTo>
                  <a:pt x="1851876" y="1539632"/>
                </a:lnTo>
                <a:lnTo>
                  <a:pt x="1842611" y="1543399"/>
                </a:lnTo>
                <a:close/>
                <a:moveTo>
                  <a:pt x="1816284" y="1600600"/>
                </a:moveTo>
                <a:lnTo>
                  <a:pt x="1816808" y="1600412"/>
                </a:lnTo>
                <a:lnTo>
                  <a:pt x="1816650" y="1600147"/>
                </a:lnTo>
                <a:close/>
                <a:moveTo>
                  <a:pt x="1753209" y="1741813"/>
                </a:moveTo>
                <a:lnTo>
                  <a:pt x="1753456" y="1744252"/>
                </a:lnTo>
                <a:lnTo>
                  <a:pt x="1754344" y="1744341"/>
                </a:lnTo>
                <a:lnTo>
                  <a:pt x="1754913" y="1744103"/>
                </a:lnTo>
                <a:lnTo>
                  <a:pt x="1755216" y="1743904"/>
                </a:lnTo>
                <a:lnTo>
                  <a:pt x="1754165" y="1741369"/>
                </a:lnTo>
                <a:close/>
                <a:moveTo>
                  <a:pt x="1705471" y="1848633"/>
                </a:moveTo>
                <a:lnTo>
                  <a:pt x="1706375" y="1848233"/>
                </a:lnTo>
                <a:lnTo>
                  <a:pt x="1706242" y="1848045"/>
                </a:lnTo>
                <a:close/>
                <a:moveTo>
                  <a:pt x="1711097" y="1835996"/>
                </a:moveTo>
                <a:lnTo>
                  <a:pt x="1710941" y="1838529"/>
                </a:lnTo>
                <a:lnTo>
                  <a:pt x="1715067" y="1838298"/>
                </a:lnTo>
                <a:lnTo>
                  <a:pt x="1715050" y="1838262"/>
                </a:lnTo>
                <a:lnTo>
                  <a:pt x="1713213" y="1834751"/>
                </a:lnTo>
                <a:close/>
                <a:moveTo>
                  <a:pt x="1826273" y="1578035"/>
                </a:moveTo>
                <a:lnTo>
                  <a:pt x="1827540" y="1580544"/>
                </a:lnTo>
                <a:lnTo>
                  <a:pt x="1832668" y="1577136"/>
                </a:lnTo>
                <a:lnTo>
                  <a:pt x="1833475" y="1576076"/>
                </a:lnTo>
                <a:lnTo>
                  <a:pt x="1832525" y="1573216"/>
                </a:lnTo>
                <a:close/>
                <a:moveTo>
                  <a:pt x="1839547" y="1548248"/>
                </a:moveTo>
                <a:lnTo>
                  <a:pt x="1840446" y="1548153"/>
                </a:lnTo>
                <a:lnTo>
                  <a:pt x="1839857" y="1547756"/>
                </a:lnTo>
                <a:close/>
                <a:moveTo>
                  <a:pt x="1756463" y="1733992"/>
                </a:moveTo>
                <a:lnTo>
                  <a:pt x="1758038" y="1739264"/>
                </a:lnTo>
                <a:lnTo>
                  <a:pt x="1758484" y="1739056"/>
                </a:lnTo>
                <a:lnTo>
                  <a:pt x="1758325" y="1737668"/>
                </a:lnTo>
                <a:lnTo>
                  <a:pt x="1756945" y="1733650"/>
                </a:lnTo>
                <a:close/>
                <a:moveTo>
                  <a:pt x="1674698" y="1916982"/>
                </a:moveTo>
                <a:lnTo>
                  <a:pt x="1673793" y="1919562"/>
                </a:lnTo>
                <a:lnTo>
                  <a:pt x="1677007" y="1919721"/>
                </a:lnTo>
                <a:lnTo>
                  <a:pt x="1679747" y="1918318"/>
                </a:lnTo>
                <a:lnTo>
                  <a:pt x="1678634" y="1915321"/>
                </a:lnTo>
                <a:lnTo>
                  <a:pt x="1677886" y="1915394"/>
                </a:lnTo>
                <a:close/>
                <a:moveTo>
                  <a:pt x="1642915" y="1988124"/>
                </a:moveTo>
                <a:lnTo>
                  <a:pt x="1644421" y="1993713"/>
                </a:lnTo>
                <a:lnTo>
                  <a:pt x="1644825" y="1992784"/>
                </a:lnTo>
                <a:lnTo>
                  <a:pt x="1644639" y="1987707"/>
                </a:lnTo>
                <a:close/>
                <a:moveTo>
                  <a:pt x="1823399" y="1583897"/>
                </a:moveTo>
                <a:lnTo>
                  <a:pt x="1823466" y="1584562"/>
                </a:lnTo>
                <a:lnTo>
                  <a:pt x="1826950" y="1583318"/>
                </a:lnTo>
                <a:lnTo>
                  <a:pt x="1826460" y="1582346"/>
                </a:lnTo>
                <a:lnTo>
                  <a:pt x="1825601" y="1582434"/>
                </a:lnTo>
                <a:close/>
                <a:moveTo>
                  <a:pt x="1750147" y="1747905"/>
                </a:moveTo>
                <a:lnTo>
                  <a:pt x="1750111" y="1748053"/>
                </a:lnTo>
                <a:lnTo>
                  <a:pt x="1751353" y="1747534"/>
                </a:lnTo>
                <a:lnTo>
                  <a:pt x="1753499" y="1746606"/>
                </a:lnTo>
                <a:lnTo>
                  <a:pt x="1753450" y="1746185"/>
                </a:lnTo>
                <a:lnTo>
                  <a:pt x="1751564" y="1746978"/>
                </a:lnTo>
                <a:close/>
                <a:moveTo>
                  <a:pt x="1699240" y="1861881"/>
                </a:moveTo>
                <a:lnTo>
                  <a:pt x="1702005" y="1869163"/>
                </a:lnTo>
                <a:lnTo>
                  <a:pt x="1706112" y="1867551"/>
                </a:lnTo>
                <a:lnTo>
                  <a:pt x="1706434" y="1867420"/>
                </a:lnTo>
                <a:lnTo>
                  <a:pt x="1704914" y="1857638"/>
                </a:lnTo>
                <a:lnTo>
                  <a:pt x="1703111" y="1858663"/>
                </a:lnTo>
                <a:close/>
                <a:moveTo>
                  <a:pt x="1730895" y="1790943"/>
                </a:moveTo>
                <a:lnTo>
                  <a:pt x="1730819" y="1792622"/>
                </a:lnTo>
                <a:lnTo>
                  <a:pt x="1733064" y="1790177"/>
                </a:lnTo>
                <a:lnTo>
                  <a:pt x="1732962" y="1789350"/>
                </a:lnTo>
                <a:close/>
                <a:moveTo>
                  <a:pt x="1743881" y="1761866"/>
                </a:moveTo>
                <a:lnTo>
                  <a:pt x="1744299" y="1761659"/>
                </a:lnTo>
                <a:lnTo>
                  <a:pt x="1744072" y="1761718"/>
                </a:lnTo>
                <a:close/>
                <a:moveTo>
                  <a:pt x="1675064" y="1915939"/>
                </a:moveTo>
                <a:lnTo>
                  <a:pt x="1674901" y="1916403"/>
                </a:lnTo>
                <a:lnTo>
                  <a:pt x="1676772" y="1915502"/>
                </a:lnTo>
                <a:lnTo>
                  <a:pt x="1676579" y="1915521"/>
                </a:lnTo>
                <a:close/>
                <a:moveTo>
                  <a:pt x="1756389" y="1733744"/>
                </a:moveTo>
                <a:lnTo>
                  <a:pt x="1756393" y="1733755"/>
                </a:lnTo>
                <a:lnTo>
                  <a:pt x="1756422" y="1733735"/>
                </a:lnTo>
                <a:close/>
                <a:moveTo>
                  <a:pt x="1850901" y="1522097"/>
                </a:moveTo>
                <a:lnTo>
                  <a:pt x="1854281" y="1519755"/>
                </a:lnTo>
                <a:lnTo>
                  <a:pt x="1854016" y="1519398"/>
                </a:lnTo>
                <a:lnTo>
                  <a:pt x="1853536" y="1519574"/>
                </a:lnTo>
                <a:close/>
                <a:moveTo>
                  <a:pt x="1838373" y="1550105"/>
                </a:moveTo>
                <a:lnTo>
                  <a:pt x="1840859" y="1548431"/>
                </a:lnTo>
                <a:lnTo>
                  <a:pt x="1840756" y="1548361"/>
                </a:lnTo>
                <a:lnTo>
                  <a:pt x="1839371" y="1548528"/>
                </a:lnTo>
                <a:close/>
                <a:moveTo>
                  <a:pt x="1769635" y="1703959"/>
                </a:moveTo>
                <a:lnTo>
                  <a:pt x="1769916" y="1703833"/>
                </a:lnTo>
                <a:lnTo>
                  <a:pt x="1770681" y="1703094"/>
                </a:lnTo>
                <a:lnTo>
                  <a:pt x="1770460" y="1702731"/>
                </a:lnTo>
                <a:close/>
                <a:moveTo>
                  <a:pt x="1757871" y="1730211"/>
                </a:moveTo>
                <a:lnTo>
                  <a:pt x="1758018" y="1731492"/>
                </a:lnTo>
                <a:lnTo>
                  <a:pt x="1758099" y="1731799"/>
                </a:lnTo>
                <a:lnTo>
                  <a:pt x="1759540" y="1731533"/>
                </a:lnTo>
                <a:lnTo>
                  <a:pt x="1760557" y="1730809"/>
                </a:lnTo>
                <a:lnTo>
                  <a:pt x="1759744" y="1729408"/>
                </a:lnTo>
                <a:close/>
                <a:moveTo>
                  <a:pt x="1677253" y="1910652"/>
                </a:moveTo>
                <a:lnTo>
                  <a:pt x="1677499" y="1911315"/>
                </a:lnTo>
                <a:lnTo>
                  <a:pt x="1678143" y="1910970"/>
                </a:lnTo>
                <a:lnTo>
                  <a:pt x="1684726" y="1907163"/>
                </a:lnTo>
                <a:lnTo>
                  <a:pt x="1683295" y="1907413"/>
                </a:lnTo>
                <a:close/>
                <a:moveTo>
                  <a:pt x="1777822" y="1685417"/>
                </a:moveTo>
                <a:lnTo>
                  <a:pt x="1778362" y="1685306"/>
                </a:lnTo>
                <a:lnTo>
                  <a:pt x="1778831" y="1684941"/>
                </a:lnTo>
                <a:close/>
                <a:moveTo>
                  <a:pt x="1797184" y="1642024"/>
                </a:moveTo>
                <a:lnTo>
                  <a:pt x="1799512" y="1641507"/>
                </a:lnTo>
                <a:lnTo>
                  <a:pt x="1799085" y="1640584"/>
                </a:lnTo>
                <a:lnTo>
                  <a:pt x="1798459" y="1640742"/>
                </a:lnTo>
                <a:close/>
                <a:moveTo>
                  <a:pt x="1837895" y="1550863"/>
                </a:moveTo>
                <a:lnTo>
                  <a:pt x="1842649" y="1549637"/>
                </a:lnTo>
                <a:lnTo>
                  <a:pt x="1841106" y="1548597"/>
                </a:lnTo>
                <a:lnTo>
                  <a:pt x="1838008" y="1550682"/>
                </a:lnTo>
                <a:close/>
                <a:moveTo>
                  <a:pt x="1816518" y="1598698"/>
                </a:moveTo>
                <a:lnTo>
                  <a:pt x="1816682" y="1598973"/>
                </a:lnTo>
                <a:lnTo>
                  <a:pt x="1819863" y="1595038"/>
                </a:lnTo>
                <a:lnTo>
                  <a:pt x="1819239" y="1595188"/>
                </a:lnTo>
                <a:lnTo>
                  <a:pt x="1818312" y="1596406"/>
                </a:lnTo>
                <a:close/>
                <a:moveTo>
                  <a:pt x="1731077" y="1789956"/>
                </a:moveTo>
                <a:lnTo>
                  <a:pt x="1732867" y="1788577"/>
                </a:lnTo>
                <a:lnTo>
                  <a:pt x="1732795" y="1787996"/>
                </a:lnTo>
                <a:lnTo>
                  <a:pt x="1732600" y="1788090"/>
                </a:lnTo>
                <a:close/>
                <a:moveTo>
                  <a:pt x="1746345" y="1755735"/>
                </a:moveTo>
                <a:lnTo>
                  <a:pt x="1746658" y="1756356"/>
                </a:lnTo>
                <a:lnTo>
                  <a:pt x="1746940" y="1755199"/>
                </a:lnTo>
                <a:close/>
                <a:moveTo>
                  <a:pt x="1819546" y="1591790"/>
                </a:moveTo>
                <a:lnTo>
                  <a:pt x="1821463" y="1591458"/>
                </a:lnTo>
                <a:lnTo>
                  <a:pt x="1821884" y="1590922"/>
                </a:lnTo>
                <a:lnTo>
                  <a:pt x="1821559" y="1590353"/>
                </a:lnTo>
                <a:close/>
                <a:moveTo>
                  <a:pt x="1676098" y="1912990"/>
                </a:moveTo>
                <a:lnTo>
                  <a:pt x="1675404" y="1914969"/>
                </a:lnTo>
                <a:lnTo>
                  <a:pt x="1678395" y="1914677"/>
                </a:lnTo>
                <a:lnTo>
                  <a:pt x="1677550" y="1912402"/>
                </a:lnTo>
                <a:close/>
                <a:moveTo>
                  <a:pt x="1823335" y="1583272"/>
                </a:moveTo>
                <a:lnTo>
                  <a:pt x="1823342" y="1583334"/>
                </a:lnTo>
                <a:lnTo>
                  <a:pt x="1823605" y="1583159"/>
                </a:lnTo>
                <a:close/>
                <a:moveTo>
                  <a:pt x="1644905" y="1982804"/>
                </a:moveTo>
                <a:lnTo>
                  <a:pt x="1645057" y="1986915"/>
                </a:lnTo>
                <a:lnTo>
                  <a:pt x="1647387" y="1986351"/>
                </a:lnTo>
                <a:lnTo>
                  <a:pt x="1648359" y="1983582"/>
                </a:lnTo>
                <a:lnTo>
                  <a:pt x="1645585" y="1982555"/>
                </a:lnTo>
                <a:close/>
                <a:moveTo>
                  <a:pt x="1779556" y="1681290"/>
                </a:moveTo>
                <a:lnTo>
                  <a:pt x="1780470" y="1683222"/>
                </a:lnTo>
                <a:lnTo>
                  <a:pt x="1780603" y="1683159"/>
                </a:lnTo>
                <a:lnTo>
                  <a:pt x="1784587" y="1678805"/>
                </a:lnTo>
                <a:close/>
                <a:moveTo>
                  <a:pt x="1825915" y="1577328"/>
                </a:moveTo>
                <a:lnTo>
                  <a:pt x="1826064" y="1577622"/>
                </a:lnTo>
                <a:lnTo>
                  <a:pt x="1830355" y="1574328"/>
                </a:lnTo>
                <a:close/>
                <a:moveTo>
                  <a:pt x="1676425" y="1912056"/>
                </a:moveTo>
                <a:lnTo>
                  <a:pt x="1676234" y="1912601"/>
                </a:lnTo>
                <a:lnTo>
                  <a:pt x="1677442" y="1912112"/>
                </a:lnTo>
                <a:lnTo>
                  <a:pt x="1677246" y="1911582"/>
                </a:lnTo>
                <a:close/>
                <a:moveTo>
                  <a:pt x="1814552" y="1602743"/>
                </a:moveTo>
                <a:lnTo>
                  <a:pt x="1817027" y="1600927"/>
                </a:lnTo>
                <a:lnTo>
                  <a:pt x="1815607" y="1601436"/>
                </a:lnTo>
                <a:close/>
                <a:moveTo>
                  <a:pt x="1810523" y="1611693"/>
                </a:moveTo>
                <a:lnTo>
                  <a:pt x="1811697" y="1612828"/>
                </a:lnTo>
                <a:lnTo>
                  <a:pt x="1814059" y="1611356"/>
                </a:lnTo>
                <a:lnTo>
                  <a:pt x="1812716" y="1610665"/>
                </a:lnTo>
                <a:close/>
                <a:moveTo>
                  <a:pt x="1694025" y="1872544"/>
                </a:moveTo>
                <a:lnTo>
                  <a:pt x="1694225" y="1877096"/>
                </a:lnTo>
                <a:lnTo>
                  <a:pt x="1701789" y="1874773"/>
                </a:lnTo>
                <a:lnTo>
                  <a:pt x="1700879" y="1872377"/>
                </a:lnTo>
                <a:lnTo>
                  <a:pt x="1697619" y="1872339"/>
                </a:lnTo>
                <a:lnTo>
                  <a:pt x="1697558" y="1872461"/>
                </a:lnTo>
                <a:lnTo>
                  <a:pt x="1697532" y="1872338"/>
                </a:lnTo>
                <a:lnTo>
                  <a:pt x="1694635" y="1872304"/>
                </a:lnTo>
                <a:close/>
                <a:moveTo>
                  <a:pt x="1837009" y="1552265"/>
                </a:moveTo>
                <a:lnTo>
                  <a:pt x="1839684" y="1557618"/>
                </a:lnTo>
                <a:lnTo>
                  <a:pt x="1858263" y="1546543"/>
                </a:lnTo>
                <a:lnTo>
                  <a:pt x="1858032" y="1546292"/>
                </a:lnTo>
                <a:lnTo>
                  <a:pt x="1855320" y="1546617"/>
                </a:lnTo>
                <a:lnTo>
                  <a:pt x="1843340" y="1549884"/>
                </a:lnTo>
                <a:lnTo>
                  <a:pt x="1844872" y="1550917"/>
                </a:lnTo>
                <a:lnTo>
                  <a:pt x="1844929" y="1551173"/>
                </a:lnTo>
                <a:lnTo>
                  <a:pt x="1843110" y="1549947"/>
                </a:lnTo>
                <a:lnTo>
                  <a:pt x="1837508" y="1551475"/>
                </a:lnTo>
                <a:close/>
                <a:moveTo>
                  <a:pt x="1676840" y="1910873"/>
                </a:moveTo>
                <a:lnTo>
                  <a:pt x="1676498" y="1911851"/>
                </a:lnTo>
                <a:lnTo>
                  <a:pt x="1677205" y="1911473"/>
                </a:lnTo>
                <a:lnTo>
                  <a:pt x="1676959" y="1910810"/>
                </a:lnTo>
                <a:close/>
                <a:moveTo>
                  <a:pt x="1644887" y="1982305"/>
                </a:moveTo>
                <a:lnTo>
                  <a:pt x="1644890" y="1982379"/>
                </a:lnTo>
                <a:lnTo>
                  <a:pt x="1645003" y="1982339"/>
                </a:lnTo>
                <a:lnTo>
                  <a:pt x="1644940" y="1982317"/>
                </a:lnTo>
                <a:close/>
                <a:moveTo>
                  <a:pt x="1694014" y="1872298"/>
                </a:moveTo>
                <a:lnTo>
                  <a:pt x="1694013" y="1872299"/>
                </a:lnTo>
                <a:lnTo>
                  <a:pt x="1694018" y="1872297"/>
                </a:lnTo>
                <a:close/>
                <a:moveTo>
                  <a:pt x="1633508" y="2007720"/>
                </a:moveTo>
                <a:lnTo>
                  <a:pt x="1634082" y="2011023"/>
                </a:lnTo>
                <a:lnTo>
                  <a:pt x="1637117" y="2010497"/>
                </a:lnTo>
                <a:lnTo>
                  <a:pt x="1639050" y="2006055"/>
                </a:lnTo>
                <a:lnTo>
                  <a:pt x="1635937" y="2005572"/>
                </a:lnTo>
                <a:close/>
                <a:moveTo>
                  <a:pt x="1767658" y="1707286"/>
                </a:moveTo>
                <a:lnTo>
                  <a:pt x="1767876" y="1707868"/>
                </a:lnTo>
                <a:lnTo>
                  <a:pt x="1770031" y="1704985"/>
                </a:lnTo>
                <a:close/>
                <a:moveTo>
                  <a:pt x="1652323" y="1965476"/>
                </a:moveTo>
                <a:lnTo>
                  <a:pt x="1654832" y="1965121"/>
                </a:lnTo>
                <a:lnTo>
                  <a:pt x="1655431" y="1963416"/>
                </a:lnTo>
                <a:close/>
                <a:moveTo>
                  <a:pt x="1823275" y="1582672"/>
                </a:moveTo>
                <a:lnTo>
                  <a:pt x="1823292" y="1582842"/>
                </a:lnTo>
                <a:lnTo>
                  <a:pt x="1823836" y="1582615"/>
                </a:lnTo>
                <a:close/>
                <a:moveTo>
                  <a:pt x="1775492" y="1689573"/>
                </a:moveTo>
                <a:lnTo>
                  <a:pt x="1775448" y="1691982"/>
                </a:lnTo>
                <a:lnTo>
                  <a:pt x="1780956" y="1686218"/>
                </a:lnTo>
                <a:lnTo>
                  <a:pt x="1781154" y="1685922"/>
                </a:lnTo>
                <a:lnTo>
                  <a:pt x="1780915" y="1685415"/>
                </a:lnTo>
                <a:lnTo>
                  <a:pt x="1778914" y="1685833"/>
                </a:lnTo>
                <a:close/>
                <a:moveTo>
                  <a:pt x="1657339" y="1954091"/>
                </a:moveTo>
                <a:lnTo>
                  <a:pt x="1658777" y="1953874"/>
                </a:lnTo>
                <a:lnTo>
                  <a:pt x="1659331" y="1952296"/>
                </a:lnTo>
                <a:close/>
                <a:moveTo>
                  <a:pt x="1813816" y="1603653"/>
                </a:moveTo>
                <a:lnTo>
                  <a:pt x="1817715" y="1601943"/>
                </a:lnTo>
                <a:lnTo>
                  <a:pt x="1817201" y="1601076"/>
                </a:lnTo>
                <a:lnTo>
                  <a:pt x="1814001" y="1603425"/>
                </a:lnTo>
                <a:close/>
                <a:moveTo>
                  <a:pt x="1751050" y="1744193"/>
                </a:moveTo>
                <a:lnTo>
                  <a:pt x="1750634" y="1745900"/>
                </a:lnTo>
                <a:lnTo>
                  <a:pt x="1753290" y="1744785"/>
                </a:lnTo>
                <a:lnTo>
                  <a:pt x="1753248" y="1744413"/>
                </a:lnTo>
                <a:close/>
                <a:moveTo>
                  <a:pt x="1677711" y="1908390"/>
                </a:moveTo>
                <a:lnTo>
                  <a:pt x="1677081" y="1910187"/>
                </a:lnTo>
                <a:lnTo>
                  <a:pt x="1677106" y="1910254"/>
                </a:lnTo>
                <a:lnTo>
                  <a:pt x="1682215" y="1907602"/>
                </a:lnTo>
                <a:close/>
                <a:moveTo>
                  <a:pt x="1677803" y="1908127"/>
                </a:moveTo>
                <a:lnTo>
                  <a:pt x="1677790" y="1908167"/>
                </a:lnTo>
                <a:lnTo>
                  <a:pt x="1682822" y="1907287"/>
                </a:lnTo>
                <a:lnTo>
                  <a:pt x="1686277" y="1905494"/>
                </a:lnTo>
                <a:lnTo>
                  <a:pt x="1686337" y="1903117"/>
                </a:lnTo>
                <a:close/>
                <a:moveTo>
                  <a:pt x="1764227" y="1714385"/>
                </a:moveTo>
                <a:lnTo>
                  <a:pt x="1764471" y="1714318"/>
                </a:lnTo>
                <a:lnTo>
                  <a:pt x="1764589" y="1714246"/>
                </a:lnTo>
                <a:lnTo>
                  <a:pt x="1768708" y="1711502"/>
                </a:lnTo>
                <a:lnTo>
                  <a:pt x="1767933" y="1709427"/>
                </a:lnTo>
                <a:close/>
                <a:moveTo>
                  <a:pt x="1648216" y="1974126"/>
                </a:moveTo>
                <a:lnTo>
                  <a:pt x="1651618" y="1974288"/>
                </a:lnTo>
                <a:lnTo>
                  <a:pt x="1652206" y="1972612"/>
                </a:lnTo>
                <a:close/>
                <a:moveTo>
                  <a:pt x="1633011" y="2008159"/>
                </a:moveTo>
                <a:lnTo>
                  <a:pt x="1632891" y="2011230"/>
                </a:lnTo>
                <a:lnTo>
                  <a:pt x="1633874" y="2011059"/>
                </a:lnTo>
                <a:lnTo>
                  <a:pt x="1633323" y="2007884"/>
                </a:lnTo>
                <a:close/>
                <a:moveTo>
                  <a:pt x="1581038" y="2124362"/>
                </a:moveTo>
                <a:lnTo>
                  <a:pt x="1582025" y="2129817"/>
                </a:lnTo>
                <a:lnTo>
                  <a:pt x="1584205" y="2125310"/>
                </a:lnTo>
                <a:close/>
                <a:moveTo>
                  <a:pt x="1786595" y="1664078"/>
                </a:moveTo>
                <a:lnTo>
                  <a:pt x="1790799" y="1663130"/>
                </a:lnTo>
                <a:lnTo>
                  <a:pt x="1789744" y="1660945"/>
                </a:lnTo>
                <a:close/>
                <a:moveTo>
                  <a:pt x="1740771" y="1766622"/>
                </a:moveTo>
                <a:lnTo>
                  <a:pt x="1741225" y="1767391"/>
                </a:lnTo>
                <a:lnTo>
                  <a:pt x="1743097" y="1765098"/>
                </a:lnTo>
                <a:lnTo>
                  <a:pt x="1742304" y="1765442"/>
                </a:lnTo>
                <a:close/>
                <a:moveTo>
                  <a:pt x="1756009" y="1732471"/>
                </a:moveTo>
                <a:lnTo>
                  <a:pt x="1756239" y="1733241"/>
                </a:lnTo>
                <a:lnTo>
                  <a:pt x="1756758" y="1733105"/>
                </a:lnTo>
                <a:lnTo>
                  <a:pt x="1756508" y="1732380"/>
                </a:lnTo>
                <a:close/>
                <a:moveTo>
                  <a:pt x="1751427" y="1742641"/>
                </a:moveTo>
                <a:lnTo>
                  <a:pt x="1751093" y="1744016"/>
                </a:lnTo>
                <a:lnTo>
                  <a:pt x="1753227" y="1744229"/>
                </a:lnTo>
                <a:lnTo>
                  <a:pt x="1752962" y="1741928"/>
                </a:lnTo>
                <a:close/>
                <a:moveTo>
                  <a:pt x="1841644" y="1540621"/>
                </a:moveTo>
                <a:lnTo>
                  <a:pt x="1843894" y="1539706"/>
                </a:lnTo>
                <a:lnTo>
                  <a:pt x="1844886" y="1538272"/>
                </a:lnTo>
                <a:lnTo>
                  <a:pt x="1845107" y="1537925"/>
                </a:lnTo>
                <a:lnTo>
                  <a:pt x="1844887" y="1538121"/>
                </a:lnTo>
                <a:close/>
                <a:moveTo>
                  <a:pt x="1814537" y="1601229"/>
                </a:moveTo>
                <a:lnTo>
                  <a:pt x="1814990" y="1601066"/>
                </a:lnTo>
                <a:lnTo>
                  <a:pt x="1816262" y="1599491"/>
                </a:lnTo>
                <a:lnTo>
                  <a:pt x="1816105" y="1599225"/>
                </a:lnTo>
                <a:close/>
                <a:moveTo>
                  <a:pt x="1810887" y="1609328"/>
                </a:moveTo>
                <a:lnTo>
                  <a:pt x="1812031" y="1609937"/>
                </a:lnTo>
                <a:lnTo>
                  <a:pt x="1820184" y="1606111"/>
                </a:lnTo>
                <a:lnTo>
                  <a:pt x="1818678" y="1603569"/>
                </a:lnTo>
                <a:close/>
                <a:moveTo>
                  <a:pt x="1631081" y="2011942"/>
                </a:moveTo>
                <a:lnTo>
                  <a:pt x="1632768" y="2012320"/>
                </a:lnTo>
                <a:lnTo>
                  <a:pt x="1632794" y="2011644"/>
                </a:lnTo>
                <a:close/>
                <a:moveTo>
                  <a:pt x="1775513" y="1688405"/>
                </a:moveTo>
                <a:lnTo>
                  <a:pt x="1775508" y="1688728"/>
                </a:lnTo>
                <a:lnTo>
                  <a:pt x="1776525" y="1687616"/>
                </a:lnTo>
                <a:close/>
                <a:moveTo>
                  <a:pt x="1623798" y="2028097"/>
                </a:moveTo>
                <a:lnTo>
                  <a:pt x="1623840" y="2029770"/>
                </a:lnTo>
                <a:lnTo>
                  <a:pt x="1628344" y="2030658"/>
                </a:lnTo>
                <a:lnTo>
                  <a:pt x="1629568" y="2027845"/>
                </a:lnTo>
                <a:close/>
                <a:moveTo>
                  <a:pt x="1763120" y="1716116"/>
                </a:moveTo>
                <a:lnTo>
                  <a:pt x="1768225" y="1725359"/>
                </a:lnTo>
                <a:lnTo>
                  <a:pt x="1772088" y="1722614"/>
                </a:lnTo>
                <a:lnTo>
                  <a:pt x="1772124" y="1720646"/>
                </a:lnTo>
                <a:lnTo>
                  <a:pt x="1769603" y="1713899"/>
                </a:lnTo>
                <a:close/>
                <a:moveTo>
                  <a:pt x="1766211" y="1709055"/>
                </a:moveTo>
                <a:lnTo>
                  <a:pt x="1767477" y="1708204"/>
                </a:lnTo>
                <a:lnTo>
                  <a:pt x="1767273" y="1707658"/>
                </a:lnTo>
                <a:lnTo>
                  <a:pt x="1766919" y="1708002"/>
                </a:lnTo>
                <a:close/>
                <a:moveTo>
                  <a:pt x="1754408" y="1735453"/>
                </a:moveTo>
                <a:lnTo>
                  <a:pt x="1754719" y="1736388"/>
                </a:lnTo>
                <a:lnTo>
                  <a:pt x="1756144" y="1737810"/>
                </a:lnTo>
                <a:lnTo>
                  <a:pt x="1755260" y="1734848"/>
                </a:lnTo>
                <a:close/>
                <a:moveTo>
                  <a:pt x="1763184" y="1715781"/>
                </a:moveTo>
                <a:lnTo>
                  <a:pt x="1769499" y="1713619"/>
                </a:lnTo>
                <a:lnTo>
                  <a:pt x="1769325" y="1713151"/>
                </a:lnTo>
                <a:lnTo>
                  <a:pt x="1765139" y="1714360"/>
                </a:lnTo>
                <a:lnTo>
                  <a:pt x="1763359" y="1715546"/>
                </a:lnTo>
                <a:close/>
                <a:moveTo>
                  <a:pt x="1702083" y="1852489"/>
                </a:moveTo>
                <a:lnTo>
                  <a:pt x="1704109" y="1852449"/>
                </a:lnTo>
                <a:lnTo>
                  <a:pt x="1704000" y="1851746"/>
                </a:lnTo>
                <a:close/>
                <a:moveTo>
                  <a:pt x="1711387" y="1831260"/>
                </a:moveTo>
                <a:lnTo>
                  <a:pt x="1711199" y="1834318"/>
                </a:lnTo>
                <a:lnTo>
                  <a:pt x="1712566" y="1833514"/>
                </a:lnTo>
                <a:close/>
                <a:moveTo>
                  <a:pt x="1821157" y="1585387"/>
                </a:moveTo>
                <a:lnTo>
                  <a:pt x="1823233" y="1584646"/>
                </a:lnTo>
                <a:lnTo>
                  <a:pt x="1823172" y="1584049"/>
                </a:lnTo>
                <a:close/>
                <a:moveTo>
                  <a:pt x="1633077" y="2006467"/>
                </a:moveTo>
                <a:lnTo>
                  <a:pt x="1633068" y="2006694"/>
                </a:lnTo>
                <a:lnTo>
                  <a:pt x="1633111" y="2006662"/>
                </a:lnTo>
                <a:close/>
                <a:moveTo>
                  <a:pt x="1752842" y="1738181"/>
                </a:moveTo>
                <a:lnTo>
                  <a:pt x="1753180" y="1741523"/>
                </a:lnTo>
                <a:lnTo>
                  <a:pt x="1754059" y="1741114"/>
                </a:lnTo>
                <a:close/>
                <a:moveTo>
                  <a:pt x="1666755" y="1930683"/>
                </a:moveTo>
                <a:lnTo>
                  <a:pt x="1666849" y="1930858"/>
                </a:lnTo>
                <a:lnTo>
                  <a:pt x="1666922" y="1930650"/>
                </a:lnTo>
                <a:lnTo>
                  <a:pt x="1666903" y="1930599"/>
                </a:lnTo>
                <a:close/>
                <a:moveTo>
                  <a:pt x="1618002" y="2039835"/>
                </a:moveTo>
                <a:lnTo>
                  <a:pt x="1624215" y="2040144"/>
                </a:lnTo>
                <a:lnTo>
                  <a:pt x="1626635" y="2034584"/>
                </a:lnTo>
                <a:lnTo>
                  <a:pt x="1621100" y="2037950"/>
                </a:lnTo>
                <a:lnTo>
                  <a:pt x="1623496" y="2038326"/>
                </a:lnTo>
                <a:lnTo>
                  <a:pt x="1623251" y="2038464"/>
                </a:lnTo>
                <a:lnTo>
                  <a:pt x="1620869" y="2038092"/>
                </a:lnTo>
                <a:close/>
                <a:moveTo>
                  <a:pt x="1762017" y="1717341"/>
                </a:moveTo>
                <a:lnTo>
                  <a:pt x="1766873" y="1723870"/>
                </a:lnTo>
                <a:lnTo>
                  <a:pt x="1762736" y="1716379"/>
                </a:lnTo>
                <a:close/>
                <a:moveTo>
                  <a:pt x="1706597" y="1841318"/>
                </a:moveTo>
                <a:lnTo>
                  <a:pt x="1706658" y="1841423"/>
                </a:lnTo>
                <a:lnTo>
                  <a:pt x="1709442" y="1841411"/>
                </a:lnTo>
                <a:lnTo>
                  <a:pt x="1709469" y="1840975"/>
                </a:lnTo>
                <a:lnTo>
                  <a:pt x="1709469" y="1840974"/>
                </a:lnTo>
                <a:lnTo>
                  <a:pt x="1706813" y="1841123"/>
                </a:lnTo>
                <a:close/>
                <a:moveTo>
                  <a:pt x="1823057" y="1580515"/>
                </a:moveTo>
                <a:lnTo>
                  <a:pt x="1823225" y="1582172"/>
                </a:lnTo>
                <a:lnTo>
                  <a:pt x="1825430" y="1581947"/>
                </a:lnTo>
                <a:lnTo>
                  <a:pt x="1826050" y="1581535"/>
                </a:lnTo>
                <a:lnTo>
                  <a:pt x="1824841" y="1579139"/>
                </a:lnTo>
                <a:close/>
                <a:moveTo>
                  <a:pt x="1644790" y="1979656"/>
                </a:moveTo>
                <a:lnTo>
                  <a:pt x="1644879" y="1982071"/>
                </a:lnTo>
                <a:lnTo>
                  <a:pt x="1644906" y="1982081"/>
                </a:lnTo>
                <a:lnTo>
                  <a:pt x="1645012" y="1982104"/>
                </a:lnTo>
                <a:lnTo>
                  <a:pt x="1645425" y="1982191"/>
                </a:lnTo>
                <a:lnTo>
                  <a:pt x="1649327" y="1980821"/>
                </a:lnTo>
                <a:lnTo>
                  <a:pt x="1650416" y="1977715"/>
                </a:lnTo>
                <a:lnTo>
                  <a:pt x="1648557" y="1977984"/>
                </a:lnTo>
                <a:close/>
                <a:moveTo>
                  <a:pt x="1825127" y="1575766"/>
                </a:moveTo>
                <a:lnTo>
                  <a:pt x="1825802" y="1577102"/>
                </a:lnTo>
                <a:lnTo>
                  <a:pt x="1831115" y="1573511"/>
                </a:lnTo>
                <a:close/>
                <a:moveTo>
                  <a:pt x="1635453" y="2000482"/>
                </a:moveTo>
                <a:lnTo>
                  <a:pt x="1640245" y="2000376"/>
                </a:lnTo>
                <a:lnTo>
                  <a:pt x="1642050" y="1998781"/>
                </a:lnTo>
                <a:lnTo>
                  <a:pt x="1641836" y="1997988"/>
                </a:lnTo>
                <a:lnTo>
                  <a:pt x="1641778" y="1997994"/>
                </a:lnTo>
                <a:close/>
                <a:moveTo>
                  <a:pt x="1689548" y="1879328"/>
                </a:moveTo>
                <a:lnTo>
                  <a:pt x="1690211" y="1884702"/>
                </a:lnTo>
                <a:lnTo>
                  <a:pt x="1690309" y="1884730"/>
                </a:lnTo>
                <a:lnTo>
                  <a:pt x="1692127" y="1884469"/>
                </a:lnTo>
                <a:lnTo>
                  <a:pt x="1691805" y="1878636"/>
                </a:lnTo>
                <a:close/>
                <a:moveTo>
                  <a:pt x="1858275" y="1501492"/>
                </a:moveTo>
                <a:lnTo>
                  <a:pt x="1859630" y="1504277"/>
                </a:lnTo>
                <a:lnTo>
                  <a:pt x="1869146" y="1500042"/>
                </a:lnTo>
                <a:lnTo>
                  <a:pt x="1876554" y="1488368"/>
                </a:lnTo>
                <a:lnTo>
                  <a:pt x="1865788" y="1495614"/>
                </a:lnTo>
                <a:close/>
                <a:moveTo>
                  <a:pt x="1713710" y="1825089"/>
                </a:moveTo>
                <a:lnTo>
                  <a:pt x="1715173" y="1831979"/>
                </a:lnTo>
                <a:lnTo>
                  <a:pt x="1723314" y="1827186"/>
                </a:lnTo>
                <a:lnTo>
                  <a:pt x="1723375" y="1823725"/>
                </a:lnTo>
                <a:close/>
                <a:moveTo>
                  <a:pt x="1741605" y="1762588"/>
                </a:moveTo>
                <a:lnTo>
                  <a:pt x="1741687" y="1762579"/>
                </a:lnTo>
                <a:lnTo>
                  <a:pt x="1742220" y="1762200"/>
                </a:lnTo>
                <a:lnTo>
                  <a:pt x="1742185" y="1762209"/>
                </a:lnTo>
                <a:close/>
                <a:moveTo>
                  <a:pt x="1650437" y="1966726"/>
                </a:moveTo>
                <a:lnTo>
                  <a:pt x="1654532" y="1965979"/>
                </a:lnTo>
                <a:lnTo>
                  <a:pt x="1654699" y="1965503"/>
                </a:lnTo>
                <a:lnTo>
                  <a:pt x="1651628" y="1965936"/>
                </a:lnTo>
                <a:close/>
                <a:moveTo>
                  <a:pt x="1752526" y="1738124"/>
                </a:moveTo>
                <a:lnTo>
                  <a:pt x="1751510" y="1742300"/>
                </a:lnTo>
                <a:lnTo>
                  <a:pt x="1752929" y="1741640"/>
                </a:lnTo>
                <a:close/>
                <a:moveTo>
                  <a:pt x="1617584" y="2040282"/>
                </a:moveTo>
                <a:lnTo>
                  <a:pt x="1618065" y="2045481"/>
                </a:lnTo>
                <a:lnTo>
                  <a:pt x="1621451" y="2046497"/>
                </a:lnTo>
                <a:lnTo>
                  <a:pt x="1624017" y="2040601"/>
                </a:lnTo>
                <a:close/>
                <a:moveTo>
                  <a:pt x="1755622" y="1731176"/>
                </a:moveTo>
                <a:lnTo>
                  <a:pt x="1755928" y="1732199"/>
                </a:lnTo>
                <a:lnTo>
                  <a:pt x="1756416" y="1732109"/>
                </a:lnTo>
                <a:lnTo>
                  <a:pt x="1756034" y="1730999"/>
                </a:lnTo>
                <a:close/>
                <a:moveTo>
                  <a:pt x="1775548" y="1686534"/>
                </a:moveTo>
                <a:lnTo>
                  <a:pt x="1775530" y="1687503"/>
                </a:lnTo>
                <a:lnTo>
                  <a:pt x="1777231" y="1686183"/>
                </a:lnTo>
                <a:close/>
                <a:moveTo>
                  <a:pt x="1706496" y="1841140"/>
                </a:moveTo>
                <a:lnTo>
                  <a:pt x="1706506" y="1841159"/>
                </a:lnTo>
                <a:lnTo>
                  <a:pt x="1706528" y="1841139"/>
                </a:lnTo>
                <a:close/>
                <a:moveTo>
                  <a:pt x="1831870" y="1560396"/>
                </a:moveTo>
                <a:lnTo>
                  <a:pt x="1832238" y="1562056"/>
                </a:lnTo>
                <a:lnTo>
                  <a:pt x="1839416" y="1557777"/>
                </a:lnTo>
                <a:lnTo>
                  <a:pt x="1836815" y="1552572"/>
                </a:lnTo>
                <a:close/>
                <a:moveTo>
                  <a:pt x="1646863" y="1974639"/>
                </a:moveTo>
                <a:lnTo>
                  <a:pt x="1647088" y="1974636"/>
                </a:lnTo>
                <a:lnTo>
                  <a:pt x="1646896" y="1974627"/>
                </a:lnTo>
                <a:close/>
                <a:moveTo>
                  <a:pt x="1739202" y="1767830"/>
                </a:moveTo>
                <a:lnTo>
                  <a:pt x="1738965" y="1770160"/>
                </a:lnTo>
                <a:lnTo>
                  <a:pt x="1740942" y="1767739"/>
                </a:lnTo>
                <a:lnTo>
                  <a:pt x="1740435" y="1766880"/>
                </a:lnTo>
                <a:close/>
                <a:moveTo>
                  <a:pt x="1695994" y="1864580"/>
                </a:moveTo>
                <a:lnTo>
                  <a:pt x="1697339" y="1870994"/>
                </a:lnTo>
                <a:lnTo>
                  <a:pt x="1699964" y="1869964"/>
                </a:lnTo>
                <a:lnTo>
                  <a:pt x="1697458" y="1863363"/>
                </a:lnTo>
                <a:close/>
                <a:moveTo>
                  <a:pt x="1766983" y="1705477"/>
                </a:moveTo>
                <a:lnTo>
                  <a:pt x="1767309" y="1706350"/>
                </a:lnTo>
                <a:lnTo>
                  <a:pt x="1767655" y="1706016"/>
                </a:lnTo>
                <a:lnTo>
                  <a:pt x="1768463" y="1704814"/>
                </a:lnTo>
                <a:close/>
                <a:moveTo>
                  <a:pt x="1754056" y="1734391"/>
                </a:moveTo>
                <a:lnTo>
                  <a:pt x="1754320" y="1735186"/>
                </a:lnTo>
                <a:lnTo>
                  <a:pt x="1755183" y="1734590"/>
                </a:lnTo>
                <a:lnTo>
                  <a:pt x="1755042" y="1734118"/>
                </a:lnTo>
                <a:close/>
                <a:moveTo>
                  <a:pt x="1633128" y="2005136"/>
                </a:moveTo>
                <a:lnTo>
                  <a:pt x="1633115" y="2005461"/>
                </a:lnTo>
                <a:lnTo>
                  <a:pt x="1633299" y="2006517"/>
                </a:lnTo>
                <a:lnTo>
                  <a:pt x="1634603" y="2005365"/>
                </a:lnTo>
                <a:close/>
                <a:moveTo>
                  <a:pt x="1764970" y="1709891"/>
                </a:moveTo>
                <a:lnTo>
                  <a:pt x="1765118" y="1709791"/>
                </a:lnTo>
                <a:lnTo>
                  <a:pt x="1765203" y="1709665"/>
                </a:lnTo>
                <a:close/>
                <a:moveTo>
                  <a:pt x="1812023" y="1604438"/>
                </a:moveTo>
                <a:lnTo>
                  <a:pt x="1812395" y="1604276"/>
                </a:lnTo>
                <a:lnTo>
                  <a:pt x="1814313" y="1601902"/>
                </a:lnTo>
                <a:lnTo>
                  <a:pt x="1813889" y="1602055"/>
                </a:lnTo>
                <a:close/>
                <a:moveTo>
                  <a:pt x="1809295" y="1610505"/>
                </a:moveTo>
                <a:lnTo>
                  <a:pt x="1809793" y="1610987"/>
                </a:lnTo>
                <a:lnTo>
                  <a:pt x="1811650" y="1610116"/>
                </a:lnTo>
                <a:lnTo>
                  <a:pt x="1810572" y="1609561"/>
                </a:lnTo>
                <a:close/>
                <a:moveTo>
                  <a:pt x="1742610" y="1759731"/>
                </a:moveTo>
                <a:lnTo>
                  <a:pt x="1742833" y="1760979"/>
                </a:lnTo>
                <a:lnTo>
                  <a:pt x="1746043" y="1758885"/>
                </a:lnTo>
                <a:lnTo>
                  <a:pt x="1746173" y="1758351"/>
                </a:lnTo>
                <a:lnTo>
                  <a:pt x="1745214" y="1756753"/>
                </a:lnTo>
                <a:lnTo>
                  <a:pt x="1743898" y="1757939"/>
                </a:lnTo>
                <a:lnTo>
                  <a:pt x="1743900" y="1757984"/>
                </a:lnTo>
                <a:close/>
                <a:moveTo>
                  <a:pt x="1766971" y="1705152"/>
                </a:moveTo>
                <a:lnTo>
                  <a:pt x="1768780" y="1704342"/>
                </a:lnTo>
                <a:lnTo>
                  <a:pt x="1769974" y="1702564"/>
                </a:lnTo>
                <a:lnTo>
                  <a:pt x="1769283" y="1702733"/>
                </a:lnTo>
                <a:close/>
                <a:moveTo>
                  <a:pt x="1726372" y="1795943"/>
                </a:moveTo>
                <a:lnTo>
                  <a:pt x="1726495" y="1797141"/>
                </a:lnTo>
                <a:lnTo>
                  <a:pt x="1726550" y="1795919"/>
                </a:lnTo>
                <a:close/>
                <a:moveTo>
                  <a:pt x="1830812" y="1562070"/>
                </a:moveTo>
                <a:lnTo>
                  <a:pt x="1831044" y="1562768"/>
                </a:lnTo>
                <a:lnTo>
                  <a:pt x="1831141" y="1562710"/>
                </a:lnTo>
                <a:lnTo>
                  <a:pt x="1830926" y="1561891"/>
                </a:lnTo>
                <a:close/>
                <a:moveTo>
                  <a:pt x="1644749" y="1978534"/>
                </a:moveTo>
                <a:lnTo>
                  <a:pt x="1644785" y="1979512"/>
                </a:lnTo>
                <a:lnTo>
                  <a:pt x="1648072" y="1978054"/>
                </a:lnTo>
                <a:close/>
                <a:moveTo>
                  <a:pt x="1713566" y="1824412"/>
                </a:moveTo>
                <a:lnTo>
                  <a:pt x="1713609" y="1824618"/>
                </a:lnTo>
                <a:lnTo>
                  <a:pt x="1723384" y="1823238"/>
                </a:lnTo>
                <a:lnTo>
                  <a:pt x="1723424" y="1820950"/>
                </a:lnTo>
                <a:close/>
                <a:moveTo>
                  <a:pt x="1822938" y="1579340"/>
                </a:moveTo>
                <a:lnTo>
                  <a:pt x="1823002" y="1579973"/>
                </a:lnTo>
                <a:lnTo>
                  <a:pt x="1824631" y="1578723"/>
                </a:lnTo>
                <a:lnTo>
                  <a:pt x="1824432" y="1578330"/>
                </a:lnTo>
                <a:close/>
                <a:moveTo>
                  <a:pt x="1819690" y="1586570"/>
                </a:moveTo>
                <a:lnTo>
                  <a:pt x="1820602" y="1588167"/>
                </a:lnTo>
                <a:lnTo>
                  <a:pt x="1823388" y="1586176"/>
                </a:lnTo>
                <a:lnTo>
                  <a:pt x="1823297" y="1585281"/>
                </a:lnTo>
                <a:close/>
                <a:moveTo>
                  <a:pt x="1666641" y="1929271"/>
                </a:moveTo>
                <a:lnTo>
                  <a:pt x="1666869" y="1929909"/>
                </a:lnTo>
                <a:lnTo>
                  <a:pt x="1667256" y="1929698"/>
                </a:lnTo>
                <a:lnTo>
                  <a:pt x="1667573" y="1928793"/>
                </a:lnTo>
                <a:close/>
                <a:moveTo>
                  <a:pt x="1718308" y="1813519"/>
                </a:moveTo>
                <a:lnTo>
                  <a:pt x="1718286" y="1814123"/>
                </a:lnTo>
                <a:lnTo>
                  <a:pt x="1720772" y="1813334"/>
                </a:lnTo>
                <a:close/>
                <a:moveTo>
                  <a:pt x="1831681" y="1559606"/>
                </a:moveTo>
                <a:lnTo>
                  <a:pt x="1831731" y="1559796"/>
                </a:lnTo>
                <a:lnTo>
                  <a:pt x="1833636" y="1556780"/>
                </a:lnTo>
                <a:close/>
                <a:moveTo>
                  <a:pt x="1762374" y="1714766"/>
                </a:moveTo>
                <a:lnTo>
                  <a:pt x="1762435" y="1714877"/>
                </a:lnTo>
                <a:lnTo>
                  <a:pt x="1762691" y="1714806"/>
                </a:lnTo>
                <a:lnTo>
                  <a:pt x="1767402" y="1708504"/>
                </a:lnTo>
                <a:lnTo>
                  <a:pt x="1765904" y="1709512"/>
                </a:lnTo>
                <a:close/>
                <a:moveTo>
                  <a:pt x="1809728" y="1608709"/>
                </a:moveTo>
                <a:lnTo>
                  <a:pt x="1810303" y="1609017"/>
                </a:lnTo>
                <a:lnTo>
                  <a:pt x="1811101" y="1608534"/>
                </a:lnTo>
                <a:lnTo>
                  <a:pt x="1818416" y="1603127"/>
                </a:lnTo>
                <a:lnTo>
                  <a:pt x="1817963" y="1602361"/>
                </a:lnTo>
                <a:lnTo>
                  <a:pt x="1813155" y="1604470"/>
                </a:lnTo>
                <a:close/>
                <a:moveTo>
                  <a:pt x="1742514" y="1759188"/>
                </a:moveTo>
                <a:lnTo>
                  <a:pt x="1742567" y="1759490"/>
                </a:lnTo>
                <a:lnTo>
                  <a:pt x="1743342" y="1758442"/>
                </a:lnTo>
                <a:close/>
                <a:moveTo>
                  <a:pt x="1771740" y="1693675"/>
                </a:moveTo>
                <a:lnTo>
                  <a:pt x="1772064" y="1694619"/>
                </a:lnTo>
                <a:lnTo>
                  <a:pt x="1772603" y="1694570"/>
                </a:lnTo>
                <a:lnTo>
                  <a:pt x="1772637" y="1692693"/>
                </a:lnTo>
                <a:close/>
                <a:moveTo>
                  <a:pt x="1705828" y="1841178"/>
                </a:moveTo>
                <a:lnTo>
                  <a:pt x="1706002" y="1841426"/>
                </a:lnTo>
                <a:lnTo>
                  <a:pt x="1706213" y="1841425"/>
                </a:lnTo>
                <a:lnTo>
                  <a:pt x="1706347" y="1841303"/>
                </a:lnTo>
                <a:lnTo>
                  <a:pt x="1706261" y="1841154"/>
                </a:lnTo>
                <a:close/>
                <a:moveTo>
                  <a:pt x="1739825" y="1765018"/>
                </a:moveTo>
                <a:lnTo>
                  <a:pt x="1740210" y="1765671"/>
                </a:lnTo>
                <a:lnTo>
                  <a:pt x="1742791" y="1763843"/>
                </a:lnTo>
                <a:lnTo>
                  <a:pt x="1742018" y="1763928"/>
                </a:lnTo>
                <a:lnTo>
                  <a:pt x="1741910" y="1763987"/>
                </a:lnTo>
                <a:close/>
                <a:moveTo>
                  <a:pt x="1718322" y="1813130"/>
                </a:moveTo>
                <a:lnTo>
                  <a:pt x="1718320" y="1813185"/>
                </a:lnTo>
                <a:lnTo>
                  <a:pt x="1720211" y="1813069"/>
                </a:lnTo>
                <a:lnTo>
                  <a:pt x="1722037" y="1812932"/>
                </a:lnTo>
                <a:lnTo>
                  <a:pt x="1723573" y="1812445"/>
                </a:lnTo>
                <a:lnTo>
                  <a:pt x="1723591" y="1811372"/>
                </a:lnTo>
                <a:close/>
                <a:moveTo>
                  <a:pt x="1815041" y="1596203"/>
                </a:moveTo>
                <a:lnTo>
                  <a:pt x="1816197" y="1598156"/>
                </a:lnTo>
                <a:lnTo>
                  <a:pt x="1818364" y="1595400"/>
                </a:lnTo>
                <a:close/>
                <a:moveTo>
                  <a:pt x="1741073" y="1761813"/>
                </a:moveTo>
                <a:lnTo>
                  <a:pt x="1741875" y="1761604"/>
                </a:lnTo>
                <a:lnTo>
                  <a:pt x="1742663" y="1761089"/>
                </a:lnTo>
                <a:lnTo>
                  <a:pt x="1742445" y="1759954"/>
                </a:lnTo>
                <a:close/>
                <a:moveTo>
                  <a:pt x="1761430" y="1716171"/>
                </a:moveTo>
                <a:lnTo>
                  <a:pt x="1761871" y="1715903"/>
                </a:lnTo>
                <a:lnTo>
                  <a:pt x="1762217" y="1715440"/>
                </a:lnTo>
                <a:lnTo>
                  <a:pt x="1762104" y="1715236"/>
                </a:lnTo>
                <a:lnTo>
                  <a:pt x="1762048" y="1715252"/>
                </a:lnTo>
                <a:close/>
                <a:moveTo>
                  <a:pt x="1697914" y="1858390"/>
                </a:moveTo>
                <a:lnTo>
                  <a:pt x="1698056" y="1858763"/>
                </a:lnTo>
                <a:lnTo>
                  <a:pt x="1700213" y="1857665"/>
                </a:lnTo>
                <a:lnTo>
                  <a:pt x="1699051" y="1857688"/>
                </a:lnTo>
                <a:close/>
                <a:moveTo>
                  <a:pt x="1666138" y="1929528"/>
                </a:moveTo>
                <a:lnTo>
                  <a:pt x="1666461" y="1930132"/>
                </a:lnTo>
                <a:lnTo>
                  <a:pt x="1666683" y="1930010"/>
                </a:lnTo>
                <a:lnTo>
                  <a:pt x="1666444" y="1929372"/>
                </a:lnTo>
                <a:close/>
                <a:moveTo>
                  <a:pt x="1703651" y="1845520"/>
                </a:moveTo>
                <a:lnTo>
                  <a:pt x="1704051" y="1848091"/>
                </a:lnTo>
                <a:lnTo>
                  <a:pt x="1705499" y="1846988"/>
                </a:lnTo>
                <a:lnTo>
                  <a:pt x="1704466" y="1845517"/>
                </a:lnTo>
                <a:close/>
                <a:moveTo>
                  <a:pt x="1757312" y="1725340"/>
                </a:moveTo>
                <a:lnTo>
                  <a:pt x="1757852" y="1730043"/>
                </a:lnTo>
                <a:lnTo>
                  <a:pt x="1759662" y="1729267"/>
                </a:lnTo>
                <a:lnTo>
                  <a:pt x="1758308" y="1726932"/>
                </a:lnTo>
                <a:close/>
                <a:moveTo>
                  <a:pt x="1739460" y="1765282"/>
                </a:moveTo>
                <a:lnTo>
                  <a:pt x="1739359" y="1766273"/>
                </a:lnTo>
                <a:lnTo>
                  <a:pt x="1739865" y="1765915"/>
                </a:lnTo>
                <a:lnTo>
                  <a:pt x="1739482" y="1765265"/>
                </a:lnTo>
                <a:close/>
                <a:moveTo>
                  <a:pt x="1641789" y="1983946"/>
                </a:moveTo>
                <a:lnTo>
                  <a:pt x="1642740" y="1987475"/>
                </a:lnTo>
                <a:lnTo>
                  <a:pt x="1644614" y="1987022"/>
                </a:lnTo>
                <a:lnTo>
                  <a:pt x="1644465" y="1982965"/>
                </a:lnTo>
                <a:close/>
                <a:moveTo>
                  <a:pt x="1830541" y="1561253"/>
                </a:moveTo>
                <a:lnTo>
                  <a:pt x="1830609" y="1561461"/>
                </a:lnTo>
                <a:lnTo>
                  <a:pt x="1830756" y="1561249"/>
                </a:lnTo>
                <a:lnTo>
                  <a:pt x="1830698" y="1561026"/>
                </a:lnTo>
                <a:close/>
                <a:moveTo>
                  <a:pt x="1644706" y="1977370"/>
                </a:moveTo>
                <a:lnTo>
                  <a:pt x="1644743" y="1978375"/>
                </a:lnTo>
                <a:lnTo>
                  <a:pt x="1645460" y="1978281"/>
                </a:lnTo>
                <a:lnTo>
                  <a:pt x="1648574" y="1977831"/>
                </a:lnTo>
                <a:lnTo>
                  <a:pt x="1650395" y="1977022"/>
                </a:lnTo>
                <a:close/>
                <a:moveTo>
                  <a:pt x="1759065" y="1721291"/>
                </a:moveTo>
                <a:lnTo>
                  <a:pt x="1765634" y="1727201"/>
                </a:lnTo>
                <a:lnTo>
                  <a:pt x="1767215" y="1726077"/>
                </a:lnTo>
                <a:lnTo>
                  <a:pt x="1761366" y="1718212"/>
                </a:lnTo>
                <a:close/>
                <a:moveTo>
                  <a:pt x="1748984" y="1743778"/>
                </a:moveTo>
                <a:lnTo>
                  <a:pt x="1749698" y="1743859"/>
                </a:lnTo>
                <a:lnTo>
                  <a:pt x="1749811" y="1743393"/>
                </a:lnTo>
                <a:close/>
                <a:moveTo>
                  <a:pt x="1808724" y="1609952"/>
                </a:moveTo>
                <a:lnTo>
                  <a:pt x="1808734" y="1609962"/>
                </a:lnTo>
                <a:lnTo>
                  <a:pt x="1809939" y="1609236"/>
                </a:lnTo>
                <a:lnTo>
                  <a:pt x="1809490" y="1609003"/>
                </a:lnTo>
                <a:close/>
                <a:moveTo>
                  <a:pt x="1753802" y="1732879"/>
                </a:moveTo>
                <a:lnTo>
                  <a:pt x="1753697" y="1733309"/>
                </a:lnTo>
                <a:lnTo>
                  <a:pt x="1753880" y="1733861"/>
                </a:lnTo>
                <a:lnTo>
                  <a:pt x="1754886" y="1733596"/>
                </a:lnTo>
                <a:lnTo>
                  <a:pt x="1754627" y="1732726"/>
                </a:lnTo>
                <a:close/>
                <a:moveTo>
                  <a:pt x="1713324" y="1823275"/>
                </a:moveTo>
                <a:lnTo>
                  <a:pt x="1713375" y="1823515"/>
                </a:lnTo>
                <a:lnTo>
                  <a:pt x="1719246" y="1821713"/>
                </a:lnTo>
                <a:lnTo>
                  <a:pt x="1723436" y="1820242"/>
                </a:lnTo>
                <a:lnTo>
                  <a:pt x="1723477" y="1817930"/>
                </a:lnTo>
                <a:lnTo>
                  <a:pt x="1720442" y="1819565"/>
                </a:lnTo>
                <a:close/>
                <a:moveTo>
                  <a:pt x="1824450" y="1574427"/>
                </a:moveTo>
                <a:lnTo>
                  <a:pt x="1825026" y="1575568"/>
                </a:lnTo>
                <a:lnTo>
                  <a:pt x="1831904" y="1572978"/>
                </a:lnTo>
                <a:lnTo>
                  <a:pt x="1832347" y="1572679"/>
                </a:lnTo>
                <a:lnTo>
                  <a:pt x="1831857" y="1571203"/>
                </a:lnTo>
                <a:close/>
                <a:moveTo>
                  <a:pt x="1706358" y="1838786"/>
                </a:moveTo>
                <a:lnTo>
                  <a:pt x="1709440" y="1838613"/>
                </a:lnTo>
                <a:lnTo>
                  <a:pt x="1709421" y="1836983"/>
                </a:lnTo>
                <a:close/>
                <a:moveTo>
                  <a:pt x="1629208" y="2011521"/>
                </a:moveTo>
                <a:lnTo>
                  <a:pt x="1630082" y="2011717"/>
                </a:lnTo>
                <a:lnTo>
                  <a:pt x="1632809" y="2011244"/>
                </a:lnTo>
                <a:lnTo>
                  <a:pt x="1632889" y="2009225"/>
                </a:lnTo>
                <a:lnTo>
                  <a:pt x="1632894" y="2008262"/>
                </a:lnTo>
                <a:close/>
                <a:moveTo>
                  <a:pt x="1682596" y="1891930"/>
                </a:moveTo>
                <a:lnTo>
                  <a:pt x="1681088" y="1898763"/>
                </a:lnTo>
                <a:lnTo>
                  <a:pt x="1680628" y="1900072"/>
                </a:lnTo>
                <a:lnTo>
                  <a:pt x="1686503" y="1896623"/>
                </a:lnTo>
                <a:lnTo>
                  <a:pt x="1686663" y="1890331"/>
                </a:lnTo>
                <a:lnTo>
                  <a:pt x="1685943" y="1890128"/>
                </a:lnTo>
                <a:close/>
                <a:moveTo>
                  <a:pt x="1712561" y="1824766"/>
                </a:moveTo>
                <a:lnTo>
                  <a:pt x="1713355" y="1824654"/>
                </a:lnTo>
                <a:lnTo>
                  <a:pt x="1713322" y="1824498"/>
                </a:lnTo>
                <a:close/>
                <a:moveTo>
                  <a:pt x="1754053" y="1731848"/>
                </a:moveTo>
                <a:lnTo>
                  <a:pt x="1753880" y="1732559"/>
                </a:lnTo>
                <a:lnTo>
                  <a:pt x="1754542" y="1732446"/>
                </a:lnTo>
                <a:lnTo>
                  <a:pt x="1754329" y="1731730"/>
                </a:lnTo>
                <a:close/>
                <a:moveTo>
                  <a:pt x="1623689" y="2023718"/>
                </a:moveTo>
                <a:lnTo>
                  <a:pt x="1623789" y="2027698"/>
                </a:lnTo>
                <a:lnTo>
                  <a:pt x="1629746" y="2027437"/>
                </a:lnTo>
                <a:lnTo>
                  <a:pt x="1632225" y="2021741"/>
                </a:lnTo>
                <a:close/>
                <a:moveTo>
                  <a:pt x="1778034" y="1678071"/>
                </a:moveTo>
                <a:lnTo>
                  <a:pt x="1778371" y="1678784"/>
                </a:lnTo>
                <a:lnTo>
                  <a:pt x="1786574" y="1675892"/>
                </a:lnTo>
                <a:lnTo>
                  <a:pt x="1787709" y="1675331"/>
                </a:lnTo>
                <a:close/>
                <a:moveTo>
                  <a:pt x="1791568" y="1647669"/>
                </a:moveTo>
                <a:lnTo>
                  <a:pt x="1795699" y="1646598"/>
                </a:lnTo>
                <a:lnTo>
                  <a:pt x="1799518" y="1642799"/>
                </a:lnTo>
                <a:lnTo>
                  <a:pt x="1795301" y="1643917"/>
                </a:lnTo>
                <a:close/>
                <a:moveTo>
                  <a:pt x="1754192" y="1731273"/>
                </a:moveTo>
                <a:lnTo>
                  <a:pt x="1754100" y="1731652"/>
                </a:lnTo>
                <a:lnTo>
                  <a:pt x="1754282" y="1731574"/>
                </a:lnTo>
                <a:close/>
                <a:moveTo>
                  <a:pt x="1664568" y="1931914"/>
                </a:moveTo>
                <a:lnTo>
                  <a:pt x="1663891" y="1939294"/>
                </a:lnTo>
                <a:lnTo>
                  <a:pt x="1666780" y="1931056"/>
                </a:lnTo>
                <a:lnTo>
                  <a:pt x="1666621" y="1930759"/>
                </a:lnTo>
                <a:close/>
                <a:moveTo>
                  <a:pt x="1837064" y="1545655"/>
                </a:moveTo>
                <a:lnTo>
                  <a:pt x="1838913" y="1546902"/>
                </a:lnTo>
                <a:lnTo>
                  <a:pt x="1840839" y="1544120"/>
                </a:lnTo>
                <a:close/>
                <a:moveTo>
                  <a:pt x="1740089" y="1762756"/>
                </a:moveTo>
                <a:lnTo>
                  <a:pt x="1740111" y="1762753"/>
                </a:lnTo>
                <a:lnTo>
                  <a:pt x="1740120" y="1762748"/>
                </a:lnTo>
                <a:close/>
                <a:moveTo>
                  <a:pt x="1770153" y="1695409"/>
                </a:moveTo>
                <a:lnTo>
                  <a:pt x="1770584" y="1695325"/>
                </a:lnTo>
                <a:lnTo>
                  <a:pt x="1770562" y="1695263"/>
                </a:lnTo>
                <a:lnTo>
                  <a:pt x="1770262" y="1695290"/>
                </a:lnTo>
                <a:close/>
                <a:moveTo>
                  <a:pt x="1697659" y="1857717"/>
                </a:moveTo>
                <a:lnTo>
                  <a:pt x="1697765" y="1857995"/>
                </a:lnTo>
                <a:lnTo>
                  <a:pt x="1698235" y="1857705"/>
                </a:lnTo>
                <a:close/>
                <a:moveTo>
                  <a:pt x="1775610" y="1683167"/>
                </a:moveTo>
                <a:lnTo>
                  <a:pt x="1775567" y="1685534"/>
                </a:lnTo>
                <a:lnTo>
                  <a:pt x="1779985" y="1683450"/>
                </a:lnTo>
                <a:lnTo>
                  <a:pt x="1779076" y="1681527"/>
                </a:lnTo>
                <a:lnTo>
                  <a:pt x="1776128" y="1682984"/>
                </a:lnTo>
                <a:close/>
                <a:moveTo>
                  <a:pt x="1693756" y="1866442"/>
                </a:moveTo>
                <a:lnTo>
                  <a:pt x="1693997" y="1871909"/>
                </a:lnTo>
                <a:lnTo>
                  <a:pt x="1694977" y="1871920"/>
                </a:lnTo>
                <a:lnTo>
                  <a:pt x="1697258" y="1871026"/>
                </a:lnTo>
                <a:lnTo>
                  <a:pt x="1695919" y="1864643"/>
                </a:lnTo>
                <a:close/>
                <a:moveTo>
                  <a:pt x="1617330" y="2037536"/>
                </a:moveTo>
                <a:lnTo>
                  <a:pt x="1617432" y="2038637"/>
                </a:lnTo>
                <a:lnTo>
                  <a:pt x="1618849" y="2037775"/>
                </a:lnTo>
                <a:close/>
                <a:moveTo>
                  <a:pt x="1820552" y="1582445"/>
                </a:moveTo>
                <a:lnTo>
                  <a:pt x="1822986" y="1582197"/>
                </a:lnTo>
                <a:lnTo>
                  <a:pt x="1822833" y="1580687"/>
                </a:lnTo>
                <a:close/>
                <a:moveTo>
                  <a:pt x="1808983" y="1608321"/>
                </a:moveTo>
                <a:lnTo>
                  <a:pt x="1809083" y="1608372"/>
                </a:lnTo>
                <a:lnTo>
                  <a:pt x="1811734" y="1605093"/>
                </a:lnTo>
                <a:lnTo>
                  <a:pt x="1811717" y="1605100"/>
                </a:lnTo>
                <a:lnTo>
                  <a:pt x="1811219" y="1605466"/>
                </a:lnTo>
                <a:close/>
                <a:moveTo>
                  <a:pt x="1744610" y="1752299"/>
                </a:moveTo>
                <a:lnTo>
                  <a:pt x="1746200" y="1755447"/>
                </a:lnTo>
                <a:lnTo>
                  <a:pt x="1747070" y="1754663"/>
                </a:lnTo>
                <a:lnTo>
                  <a:pt x="1748000" y="1750841"/>
                </a:lnTo>
                <a:close/>
                <a:moveTo>
                  <a:pt x="1835380" y="1549005"/>
                </a:moveTo>
                <a:lnTo>
                  <a:pt x="1836252" y="1550749"/>
                </a:lnTo>
                <a:lnTo>
                  <a:pt x="1837646" y="1548733"/>
                </a:lnTo>
                <a:close/>
                <a:moveTo>
                  <a:pt x="1759301" y="1719340"/>
                </a:moveTo>
                <a:lnTo>
                  <a:pt x="1760757" y="1717394"/>
                </a:lnTo>
                <a:lnTo>
                  <a:pt x="1760699" y="1717317"/>
                </a:lnTo>
                <a:lnTo>
                  <a:pt x="1760629" y="1717364"/>
                </a:lnTo>
                <a:close/>
                <a:moveTo>
                  <a:pt x="1682960" y="1890279"/>
                </a:moveTo>
                <a:lnTo>
                  <a:pt x="1682957" y="1890294"/>
                </a:lnTo>
                <a:lnTo>
                  <a:pt x="1682993" y="1890276"/>
                </a:lnTo>
                <a:close/>
                <a:moveTo>
                  <a:pt x="1633260" y="2001344"/>
                </a:moveTo>
                <a:lnTo>
                  <a:pt x="1633256" y="2001871"/>
                </a:lnTo>
                <a:lnTo>
                  <a:pt x="1633183" y="2003728"/>
                </a:lnTo>
                <a:lnTo>
                  <a:pt x="1635965" y="2004160"/>
                </a:lnTo>
                <a:lnTo>
                  <a:pt x="1639957" y="2000631"/>
                </a:lnTo>
                <a:lnTo>
                  <a:pt x="1635283" y="2000797"/>
                </a:lnTo>
                <a:lnTo>
                  <a:pt x="1634615" y="2000811"/>
                </a:lnTo>
                <a:close/>
                <a:moveTo>
                  <a:pt x="1828403" y="1564342"/>
                </a:moveTo>
                <a:lnTo>
                  <a:pt x="1828777" y="1564119"/>
                </a:lnTo>
                <a:lnTo>
                  <a:pt x="1829269" y="1563406"/>
                </a:lnTo>
                <a:lnTo>
                  <a:pt x="1829198" y="1563193"/>
                </a:lnTo>
                <a:close/>
                <a:moveTo>
                  <a:pt x="1814544" y="1595365"/>
                </a:moveTo>
                <a:lnTo>
                  <a:pt x="1814797" y="1595792"/>
                </a:lnTo>
                <a:lnTo>
                  <a:pt x="1818662" y="1595020"/>
                </a:lnTo>
                <a:lnTo>
                  <a:pt x="1821221" y="1591765"/>
                </a:lnTo>
                <a:lnTo>
                  <a:pt x="1818960" y="1592209"/>
                </a:lnTo>
                <a:close/>
                <a:moveTo>
                  <a:pt x="1606732" y="2060690"/>
                </a:moveTo>
                <a:lnTo>
                  <a:pt x="1605465" y="2081339"/>
                </a:lnTo>
                <a:lnTo>
                  <a:pt x="1613685" y="2064342"/>
                </a:lnTo>
                <a:lnTo>
                  <a:pt x="1615480" y="2060218"/>
                </a:lnTo>
                <a:lnTo>
                  <a:pt x="1614078" y="2060436"/>
                </a:lnTo>
                <a:close/>
                <a:moveTo>
                  <a:pt x="1757143" y="1723863"/>
                </a:moveTo>
                <a:lnTo>
                  <a:pt x="1757277" y="1725026"/>
                </a:lnTo>
                <a:lnTo>
                  <a:pt x="1759722" y="1729242"/>
                </a:lnTo>
                <a:lnTo>
                  <a:pt x="1762314" y="1728130"/>
                </a:lnTo>
                <a:lnTo>
                  <a:pt x="1762189" y="1728360"/>
                </a:lnTo>
                <a:lnTo>
                  <a:pt x="1759803" y="1729383"/>
                </a:lnTo>
                <a:lnTo>
                  <a:pt x="1760609" y="1730772"/>
                </a:lnTo>
                <a:lnTo>
                  <a:pt x="1765517" y="1727284"/>
                </a:lnTo>
                <a:lnTo>
                  <a:pt x="1762426" y="1724503"/>
                </a:lnTo>
                <a:lnTo>
                  <a:pt x="1758942" y="1721455"/>
                </a:lnTo>
                <a:close/>
                <a:moveTo>
                  <a:pt x="1669823" y="1919343"/>
                </a:moveTo>
                <a:lnTo>
                  <a:pt x="1669842" y="1919339"/>
                </a:lnTo>
                <a:lnTo>
                  <a:pt x="1669824" y="1919365"/>
                </a:lnTo>
                <a:lnTo>
                  <a:pt x="1670862" y="1919416"/>
                </a:lnTo>
                <a:lnTo>
                  <a:pt x="1671103" y="1918727"/>
                </a:lnTo>
                <a:close/>
                <a:moveTo>
                  <a:pt x="1711748" y="1825366"/>
                </a:moveTo>
                <a:lnTo>
                  <a:pt x="1711478" y="1829770"/>
                </a:lnTo>
                <a:lnTo>
                  <a:pt x="1713100" y="1833200"/>
                </a:lnTo>
                <a:lnTo>
                  <a:pt x="1714941" y="1832116"/>
                </a:lnTo>
                <a:lnTo>
                  <a:pt x="1713455" y="1825125"/>
                </a:lnTo>
                <a:close/>
                <a:moveTo>
                  <a:pt x="1683166" y="1889346"/>
                </a:moveTo>
                <a:lnTo>
                  <a:pt x="1683108" y="1889608"/>
                </a:lnTo>
                <a:lnTo>
                  <a:pt x="1683944" y="1889565"/>
                </a:lnTo>
                <a:close/>
                <a:moveTo>
                  <a:pt x="1760743" y="1715628"/>
                </a:moveTo>
                <a:lnTo>
                  <a:pt x="1760982" y="1715949"/>
                </a:lnTo>
                <a:lnTo>
                  <a:pt x="1761306" y="1715466"/>
                </a:lnTo>
                <a:close/>
                <a:moveTo>
                  <a:pt x="1825655" y="1570232"/>
                </a:moveTo>
                <a:lnTo>
                  <a:pt x="1830921" y="1568383"/>
                </a:lnTo>
                <a:lnTo>
                  <a:pt x="1830151" y="1566062"/>
                </a:lnTo>
                <a:lnTo>
                  <a:pt x="1827165" y="1567842"/>
                </a:lnTo>
                <a:close/>
                <a:moveTo>
                  <a:pt x="1808145" y="1609392"/>
                </a:moveTo>
                <a:lnTo>
                  <a:pt x="1808208" y="1609454"/>
                </a:lnTo>
                <a:lnTo>
                  <a:pt x="1808842" y="1608670"/>
                </a:lnTo>
                <a:lnTo>
                  <a:pt x="1808748" y="1608622"/>
                </a:lnTo>
                <a:close/>
                <a:moveTo>
                  <a:pt x="1644637" y="1975485"/>
                </a:moveTo>
                <a:lnTo>
                  <a:pt x="1644688" y="1976863"/>
                </a:lnTo>
                <a:lnTo>
                  <a:pt x="1650847" y="1976487"/>
                </a:lnTo>
                <a:lnTo>
                  <a:pt x="1651262" y="1975304"/>
                </a:lnTo>
                <a:lnTo>
                  <a:pt x="1644889" y="1975389"/>
                </a:lnTo>
                <a:close/>
                <a:moveTo>
                  <a:pt x="1687236" y="1880038"/>
                </a:moveTo>
                <a:lnTo>
                  <a:pt x="1687139" y="1883837"/>
                </a:lnTo>
                <a:lnTo>
                  <a:pt x="1689018" y="1884366"/>
                </a:lnTo>
                <a:lnTo>
                  <a:pt x="1688254" y="1879726"/>
                </a:lnTo>
                <a:close/>
                <a:moveTo>
                  <a:pt x="1806720" y="1612430"/>
                </a:moveTo>
                <a:lnTo>
                  <a:pt x="1809495" y="1611128"/>
                </a:lnTo>
                <a:lnTo>
                  <a:pt x="1809043" y="1610691"/>
                </a:lnTo>
                <a:lnTo>
                  <a:pt x="1806765" y="1612375"/>
                </a:lnTo>
                <a:close/>
                <a:moveTo>
                  <a:pt x="1822670" y="1576691"/>
                </a:moveTo>
                <a:lnTo>
                  <a:pt x="1822909" y="1579057"/>
                </a:lnTo>
                <a:lnTo>
                  <a:pt x="1824318" y="1578104"/>
                </a:lnTo>
                <a:lnTo>
                  <a:pt x="1823455" y="1576395"/>
                </a:lnTo>
                <a:close/>
                <a:moveTo>
                  <a:pt x="1818868" y="1585134"/>
                </a:moveTo>
                <a:lnTo>
                  <a:pt x="1819354" y="1585983"/>
                </a:lnTo>
                <a:lnTo>
                  <a:pt x="1823116" y="1583484"/>
                </a:lnTo>
                <a:lnTo>
                  <a:pt x="1823104" y="1583368"/>
                </a:lnTo>
                <a:close/>
                <a:moveTo>
                  <a:pt x="1580172" y="2119576"/>
                </a:moveTo>
                <a:lnTo>
                  <a:pt x="1580902" y="2123612"/>
                </a:lnTo>
                <a:lnTo>
                  <a:pt x="1584504" y="2124691"/>
                </a:lnTo>
                <a:lnTo>
                  <a:pt x="1586750" y="2120046"/>
                </a:lnTo>
                <a:lnTo>
                  <a:pt x="1582981" y="2119500"/>
                </a:lnTo>
                <a:close/>
                <a:moveTo>
                  <a:pt x="1664721" y="1930254"/>
                </a:moveTo>
                <a:lnTo>
                  <a:pt x="1664641" y="1931125"/>
                </a:lnTo>
                <a:lnTo>
                  <a:pt x="1666325" y="1930206"/>
                </a:lnTo>
                <a:lnTo>
                  <a:pt x="1666001" y="1929599"/>
                </a:lnTo>
                <a:close/>
                <a:moveTo>
                  <a:pt x="1754995" y="1727975"/>
                </a:moveTo>
                <a:lnTo>
                  <a:pt x="1754848" y="1728581"/>
                </a:lnTo>
                <a:lnTo>
                  <a:pt x="1755576" y="1731020"/>
                </a:lnTo>
                <a:lnTo>
                  <a:pt x="1755982" y="1730845"/>
                </a:lnTo>
                <a:close/>
                <a:moveTo>
                  <a:pt x="1771109" y="1691839"/>
                </a:moveTo>
                <a:lnTo>
                  <a:pt x="1771533" y="1693073"/>
                </a:lnTo>
                <a:lnTo>
                  <a:pt x="1772653" y="1691849"/>
                </a:lnTo>
                <a:lnTo>
                  <a:pt x="1772675" y="1690617"/>
                </a:lnTo>
                <a:close/>
                <a:moveTo>
                  <a:pt x="1712131" y="1823897"/>
                </a:moveTo>
                <a:lnTo>
                  <a:pt x="1713129" y="1823590"/>
                </a:lnTo>
                <a:lnTo>
                  <a:pt x="1713088" y="1823398"/>
                </a:lnTo>
                <a:close/>
                <a:moveTo>
                  <a:pt x="1761526" y="1713230"/>
                </a:moveTo>
                <a:lnTo>
                  <a:pt x="1762105" y="1714277"/>
                </a:lnTo>
                <a:lnTo>
                  <a:pt x="1764811" y="1710248"/>
                </a:lnTo>
                <a:lnTo>
                  <a:pt x="1764127" y="1710708"/>
                </a:lnTo>
                <a:close/>
                <a:moveTo>
                  <a:pt x="1756214" y="1725105"/>
                </a:moveTo>
                <a:lnTo>
                  <a:pt x="1756729" y="1726602"/>
                </a:lnTo>
                <a:lnTo>
                  <a:pt x="1757009" y="1727664"/>
                </a:lnTo>
                <a:lnTo>
                  <a:pt x="1756543" y="1724665"/>
                </a:lnTo>
                <a:close/>
                <a:moveTo>
                  <a:pt x="1695323" y="1861377"/>
                </a:moveTo>
                <a:lnTo>
                  <a:pt x="1695341" y="1861462"/>
                </a:lnTo>
                <a:lnTo>
                  <a:pt x="1696488" y="1860810"/>
                </a:lnTo>
                <a:lnTo>
                  <a:pt x="1696480" y="1860787"/>
                </a:lnTo>
                <a:close/>
                <a:moveTo>
                  <a:pt x="1739833" y="1761604"/>
                </a:moveTo>
                <a:lnTo>
                  <a:pt x="1739778" y="1762149"/>
                </a:lnTo>
                <a:lnTo>
                  <a:pt x="1740799" y="1761884"/>
                </a:lnTo>
                <a:lnTo>
                  <a:pt x="1742400" y="1759718"/>
                </a:lnTo>
                <a:lnTo>
                  <a:pt x="1742330" y="1759354"/>
                </a:lnTo>
                <a:close/>
                <a:moveTo>
                  <a:pt x="1641865" y="1980954"/>
                </a:moveTo>
                <a:lnTo>
                  <a:pt x="1644426" y="1981904"/>
                </a:lnTo>
                <a:lnTo>
                  <a:pt x="1644351" y="1979851"/>
                </a:lnTo>
                <a:close/>
                <a:moveTo>
                  <a:pt x="1580081" y="2119079"/>
                </a:moveTo>
                <a:lnTo>
                  <a:pt x="1580120" y="2119292"/>
                </a:lnTo>
                <a:lnTo>
                  <a:pt x="1581432" y="2119275"/>
                </a:lnTo>
                <a:close/>
                <a:moveTo>
                  <a:pt x="1644602" y="1974518"/>
                </a:moveTo>
                <a:lnTo>
                  <a:pt x="1644607" y="1974670"/>
                </a:lnTo>
                <a:lnTo>
                  <a:pt x="1645291" y="1974661"/>
                </a:lnTo>
                <a:lnTo>
                  <a:pt x="1645548" y="1974563"/>
                </a:lnTo>
                <a:close/>
                <a:moveTo>
                  <a:pt x="1813614" y="1596029"/>
                </a:moveTo>
                <a:lnTo>
                  <a:pt x="1814148" y="1595923"/>
                </a:lnTo>
                <a:lnTo>
                  <a:pt x="1814033" y="1595729"/>
                </a:lnTo>
                <a:close/>
                <a:moveTo>
                  <a:pt x="1632456" y="2001660"/>
                </a:moveTo>
                <a:lnTo>
                  <a:pt x="1632805" y="2003669"/>
                </a:lnTo>
                <a:lnTo>
                  <a:pt x="1632921" y="2003688"/>
                </a:lnTo>
                <a:lnTo>
                  <a:pt x="1632936" y="2001471"/>
                </a:lnTo>
                <a:close/>
                <a:moveTo>
                  <a:pt x="1806773" y="1611146"/>
                </a:moveTo>
                <a:lnTo>
                  <a:pt x="1806905" y="1611067"/>
                </a:lnTo>
                <a:lnTo>
                  <a:pt x="1808013" y="1609695"/>
                </a:lnTo>
                <a:lnTo>
                  <a:pt x="1807954" y="1609638"/>
                </a:lnTo>
                <a:close/>
                <a:moveTo>
                  <a:pt x="1843186" y="1529487"/>
                </a:moveTo>
                <a:lnTo>
                  <a:pt x="1845782" y="1532295"/>
                </a:lnTo>
                <a:lnTo>
                  <a:pt x="1852285" y="1526612"/>
                </a:lnTo>
                <a:lnTo>
                  <a:pt x="1855552" y="1521464"/>
                </a:lnTo>
                <a:lnTo>
                  <a:pt x="1854610" y="1520196"/>
                </a:lnTo>
                <a:lnTo>
                  <a:pt x="1851697" y="1522274"/>
                </a:lnTo>
                <a:lnTo>
                  <a:pt x="1848152" y="1524731"/>
                </a:lnTo>
                <a:close/>
                <a:moveTo>
                  <a:pt x="1736878" y="1767492"/>
                </a:moveTo>
                <a:lnTo>
                  <a:pt x="1738635" y="1766758"/>
                </a:lnTo>
                <a:lnTo>
                  <a:pt x="1738727" y="1765848"/>
                </a:lnTo>
                <a:lnTo>
                  <a:pt x="1737247" y="1766993"/>
                </a:lnTo>
                <a:close/>
                <a:moveTo>
                  <a:pt x="1718492" y="1808568"/>
                </a:moveTo>
                <a:lnTo>
                  <a:pt x="1718474" y="1809050"/>
                </a:lnTo>
                <a:lnTo>
                  <a:pt x="1719836" y="1809116"/>
                </a:lnTo>
                <a:lnTo>
                  <a:pt x="1719616" y="1809306"/>
                </a:lnTo>
                <a:lnTo>
                  <a:pt x="1718466" y="1809250"/>
                </a:lnTo>
                <a:lnTo>
                  <a:pt x="1718397" y="1811117"/>
                </a:lnTo>
                <a:lnTo>
                  <a:pt x="1723626" y="1809372"/>
                </a:lnTo>
                <a:lnTo>
                  <a:pt x="1723643" y="1808391"/>
                </a:lnTo>
                <a:close/>
                <a:moveTo>
                  <a:pt x="1641135" y="1981515"/>
                </a:moveTo>
                <a:lnTo>
                  <a:pt x="1641672" y="1983509"/>
                </a:lnTo>
                <a:lnTo>
                  <a:pt x="1644449" y="1982534"/>
                </a:lnTo>
                <a:lnTo>
                  <a:pt x="1644437" y="1982211"/>
                </a:lnTo>
                <a:close/>
                <a:moveTo>
                  <a:pt x="1739004" y="1762351"/>
                </a:moveTo>
                <a:lnTo>
                  <a:pt x="1739084" y="1762330"/>
                </a:lnTo>
                <a:lnTo>
                  <a:pt x="1739090" y="1762274"/>
                </a:lnTo>
                <a:close/>
                <a:moveTo>
                  <a:pt x="1808011" y="1607820"/>
                </a:moveTo>
                <a:lnTo>
                  <a:pt x="1808431" y="1608036"/>
                </a:lnTo>
                <a:lnTo>
                  <a:pt x="1809403" y="1606799"/>
                </a:lnTo>
                <a:close/>
                <a:moveTo>
                  <a:pt x="1770835" y="1691042"/>
                </a:moveTo>
                <a:lnTo>
                  <a:pt x="1770864" y="1691126"/>
                </a:lnTo>
                <a:lnTo>
                  <a:pt x="1772692" y="1689706"/>
                </a:lnTo>
                <a:lnTo>
                  <a:pt x="1772724" y="1687975"/>
                </a:lnTo>
                <a:close/>
                <a:moveTo>
                  <a:pt x="1822525" y="1575251"/>
                </a:moveTo>
                <a:lnTo>
                  <a:pt x="1822647" y="1576463"/>
                </a:lnTo>
                <a:lnTo>
                  <a:pt x="1823354" y="1576197"/>
                </a:lnTo>
                <a:lnTo>
                  <a:pt x="1822819" y="1575137"/>
                </a:lnTo>
                <a:lnTo>
                  <a:pt x="1822676" y="1575198"/>
                </a:lnTo>
                <a:close/>
                <a:moveTo>
                  <a:pt x="1641204" y="1981248"/>
                </a:moveTo>
                <a:lnTo>
                  <a:pt x="1643373" y="1981736"/>
                </a:lnTo>
                <a:lnTo>
                  <a:pt x="1641591" y="1981075"/>
                </a:lnTo>
                <a:close/>
                <a:moveTo>
                  <a:pt x="1688833" y="1874581"/>
                </a:moveTo>
                <a:lnTo>
                  <a:pt x="1689350" y="1877720"/>
                </a:lnTo>
                <a:lnTo>
                  <a:pt x="1689454" y="1878560"/>
                </a:lnTo>
                <a:lnTo>
                  <a:pt x="1691762" y="1877852"/>
                </a:lnTo>
                <a:lnTo>
                  <a:pt x="1691523" y="1873526"/>
                </a:lnTo>
                <a:close/>
                <a:moveTo>
                  <a:pt x="1644571" y="1973680"/>
                </a:moveTo>
                <a:lnTo>
                  <a:pt x="1644581" y="1973952"/>
                </a:lnTo>
                <a:lnTo>
                  <a:pt x="1646869" y="1974062"/>
                </a:lnTo>
                <a:lnTo>
                  <a:pt x="1650455" y="1972701"/>
                </a:lnTo>
                <a:close/>
                <a:moveTo>
                  <a:pt x="1633274" y="1998862"/>
                </a:moveTo>
                <a:lnTo>
                  <a:pt x="1633268" y="1999844"/>
                </a:lnTo>
                <a:lnTo>
                  <a:pt x="1636639" y="1998518"/>
                </a:lnTo>
                <a:close/>
                <a:moveTo>
                  <a:pt x="1804768" y="1614845"/>
                </a:moveTo>
                <a:lnTo>
                  <a:pt x="1807065" y="1614712"/>
                </a:lnTo>
                <a:lnTo>
                  <a:pt x="1810121" y="1613810"/>
                </a:lnTo>
                <a:lnTo>
                  <a:pt x="1811426" y="1612997"/>
                </a:lnTo>
                <a:lnTo>
                  <a:pt x="1810224" y="1611834"/>
                </a:lnTo>
                <a:lnTo>
                  <a:pt x="1805355" y="1614119"/>
                </a:lnTo>
                <a:close/>
                <a:moveTo>
                  <a:pt x="1788906" y="1650345"/>
                </a:moveTo>
                <a:lnTo>
                  <a:pt x="1790401" y="1651868"/>
                </a:lnTo>
                <a:lnTo>
                  <a:pt x="1794774" y="1647518"/>
                </a:lnTo>
                <a:lnTo>
                  <a:pt x="1790671" y="1648570"/>
                </a:lnTo>
                <a:close/>
                <a:moveTo>
                  <a:pt x="1736045" y="1768620"/>
                </a:moveTo>
                <a:lnTo>
                  <a:pt x="1737730" y="1767427"/>
                </a:lnTo>
                <a:lnTo>
                  <a:pt x="1736546" y="1767941"/>
                </a:lnTo>
                <a:close/>
                <a:moveTo>
                  <a:pt x="1670448" y="1915455"/>
                </a:moveTo>
                <a:lnTo>
                  <a:pt x="1672084" y="1915294"/>
                </a:lnTo>
                <a:lnTo>
                  <a:pt x="1672248" y="1914549"/>
                </a:lnTo>
                <a:lnTo>
                  <a:pt x="1671806" y="1914728"/>
                </a:lnTo>
                <a:close/>
                <a:moveTo>
                  <a:pt x="1719480" y="1805651"/>
                </a:moveTo>
                <a:lnTo>
                  <a:pt x="1723092" y="1803819"/>
                </a:lnTo>
                <a:lnTo>
                  <a:pt x="1722654" y="1802194"/>
                </a:lnTo>
                <a:close/>
                <a:moveTo>
                  <a:pt x="1617083" y="2034881"/>
                </a:moveTo>
                <a:lnTo>
                  <a:pt x="1617313" y="2037358"/>
                </a:lnTo>
                <a:lnTo>
                  <a:pt x="1619081" y="2037635"/>
                </a:lnTo>
                <a:lnTo>
                  <a:pt x="1623743" y="2034798"/>
                </a:lnTo>
                <a:lnTo>
                  <a:pt x="1623729" y="2034231"/>
                </a:lnTo>
                <a:close/>
                <a:moveTo>
                  <a:pt x="1686067" y="1880396"/>
                </a:moveTo>
                <a:lnTo>
                  <a:pt x="1686681" y="1883708"/>
                </a:lnTo>
                <a:lnTo>
                  <a:pt x="1686831" y="1883751"/>
                </a:lnTo>
                <a:lnTo>
                  <a:pt x="1686924" y="1880134"/>
                </a:lnTo>
                <a:close/>
                <a:moveTo>
                  <a:pt x="1760035" y="1714675"/>
                </a:moveTo>
                <a:lnTo>
                  <a:pt x="1760565" y="1715390"/>
                </a:lnTo>
                <a:lnTo>
                  <a:pt x="1761536" y="1715123"/>
                </a:lnTo>
                <a:lnTo>
                  <a:pt x="1761814" y="1714710"/>
                </a:lnTo>
                <a:lnTo>
                  <a:pt x="1761181" y="1713564"/>
                </a:lnTo>
                <a:close/>
                <a:moveTo>
                  <a:pt x="1818316" y="1584168"/>
                </a:moveTo>
                <a:lnTo>
                  <a:pt x="1818662" y="1584772"/>
                </a:lnTo>
                <a:lnTo>
                  <a:pt x="1823060" y="1582939"/>
                </a:lnTo>
                <a:lnTo>
                  <a:pt x="1823036" y="1582697"/>
                </a:lnTo>
                <a:lnTo>
                  <a:pt x="1819796" y="1583027"/>
                </a:lnTo>
                <a:close/>
                <a:moveTo>
                  <a:pt x="1695065" y="1860146"/>
                </a:moveTo>
                <a:lnTo>
                  <a:pt x="1695092" y="1860273"/>
                </a:lnTo>
                <a:lnTo>
                  <a:pt x="1696091" y="1859764"/>
                </a:lnTo>
                <a:lnTo>
                  <a:pt x="1696071" y="1859711"/>
                </a:lnTo>
                <a:lnTo>
                  <a:pt x="1695534" y="1859856"/>
                </a:lnTo>
                <a:close/>
                <a:moveTo>
                  <a:pt x="1786849" y="1654540"/>
                </a:moveTo>
                <a:lnTo>
                  <a:pt x="1787129" y="1655120"/>
                </a:lnTo>
                <a:lnTo>
                  <a:pt x="1788001" y="1654253"/>
                </a:lnTo>
                <a:close/>
                <a:moveTo>
                  <a:pt x="1718532" y="1807484"/>
                </a:moveTo>
                <a:lnTo>
                  <a:pt x="1718505" y="1808192"/>
                </a:lnTo>
                <a:lnTo>
                  <a:pt x="1723649" y="1808014"/>
                </a:lnTo>
                <a:lnTo>
                  <a:pt x="1723658" y="1807522"/>
                </a:lnTo>
                <a:lnTo>
                  <a:pt x="1723403" y="1805015"/>
                </a:lnTo>
                <a:close/>
                <a:moveTo>
                  <a:pt x="1736274" y="1767744"/>
                </a:moveTo>
                <a:lnTo>
                  <a:pt x="1736559" y="1767626"/>
                </a:lnTo>
                <a:lnTo>
                  <a:pt x="1736733" y="1767390"/>
                </a:lnTo>
                <a:close/>
                <a:moveTo>
                  <a:pt x="1804188" y="1615561"/>
                </a:moveTo>
                <a:lnTo>
                  <a:pt x="1806307" y="1614936"/>
                </a:lnTo>
                <a:lnTo>
                  <a:pt x="1804615" y="1615034"/>
                </a:lnTo>
                <a:close/>
                <a:moveTo>
                  <a:pt x="1756254" y="1722802"/>
                </a:moveTo>
                <a:lnTo>
                  <a:pt x="1756184" y="1723090"/>
                </a:lnTo>
                <a:lnTo>
                  <a:pt x="1756277" y="1722951"/>
                </a:lnTo>
                <a:close/>
                <a:moveTo>
                  <a:pt x="1649973" y="1960731"/>
                </a:moveTo>
                <a:lnTo>
                  <a:pt x="1651809" y="1961141"/>
                </a:lnTo>
                <a:lnTo>
                  <a:pt x="1655927" y="1962000"/>
                </a:lnTo>
                <a:lnTo>
                  <a:pt x="1658631" y="1954290"/>
                </a:lnTo>
                <a:lnTo>
                  <a:pt x="1656813" y="1954565"/>
                </a:lnTo>
                <a:lnTo>
                  <a:pt x="1655960" y="1955335"/>
                </a:lnTo>
                <a:lnTo>
                  <a:pt x="1656390" y="1955320"/>
                </a:lnTo>
                <a:lnTo>
                  <a:pt x="1656105" y="1955611"/>
                </a:lnTo>
                <a:lnTo>
                  <a:pt x="1655635" y="1955627"/>
                </a:lnTo>
                <a:close/>
                <a:moveTo>
                  <a:pt x="1821334" y="1576957"/>
                </a:moveTo>
                <a:lnTo>
                  <a:pt x="1822386" y="1576561"/>
                </a:lnTo>
                <a:lnTo>
                  <a:pt x="1822274" y="1575582"/>
                </a:lnTo>
                <a:lnTo>
                  <a:pt x="1822199" y="1575701"/>
                </a:lnTo>
                <a:close/>
                <a:moveTo>
                  <a:pt x="1640953" y="1980839"/>
                </a:moveTo>
                <a:lnTo>
                  <a:pt x="1641037" y="1981153"/>
                </a:lnTo>
                <a:lnTo>
                  <a:pt x="1641391" y="1981001"/>
                </a:lnTo>
                <a:close/>
                <a:moveTo>
                  <a:pt x="1807164" y="1608442"/>
                </a:moveTo>
                <a:lnTo>
                  <a:pt x="1807702" y="1608963"/>
                </a:lnTo>
                <a:lnTo>
                  <a:pt x="1808194" y="1608337"/>
                </a:lnTo>
                <a:lnTo>
                  <a:pt x="1807673" y="1608068"/>
                </a:lnTo>
                <a:close/>
                <a:moveTo>
                  <a:pt x="1623583" y="2019434"/>
                </a:moveTo>
                <a:lnTo>
                  <a:pt x="1623643" y="2021826"/>
                </a:lnTo>
                <a:lnTo>
                  <a:pt x="1630972" y="2020685"/>
                </a:lnTo>
                <a:lnTo>
                  <a:pt x="1632876" y="2020244"/>
                </a:lnTo>
                <a:lnTo>
                  <a:pt x="1634708" y="2016035"/>
                </a:lnTo>
                <a:lnTo>
                  <a:pt x="1633546" y="2016268"/>
                </a:lnTo>
                <a:lnTo>
                  <a:pt x="1632910" y="2016533"/>
                </a:lnTo>
                <a:lnTo>
                  <a:pt x="1632682" y="2016604"/>
                </a:lnTo>
                <a:lnTo>
                  <a:pt x="1632623" y="2018116"/>
                </a:lnTo>
                <a:lnTo>
                  <a:pt x="1632538" y="2018215"/>
                </a:lnTo>
                <a:lnTo>
                  <a:pt x="1632599" y="2016630"/>
                </a:lnTo>
                <a:close/>
                <a:moveTo>
                  <a:pt x="1823900" y="1570848"/>
                </a:moveTo>
                <a:lnTo>
                  <a:pt x="1824215" y="1570738"/>
                </a:lnTo>
                <a:lnTo>
                  <a:pt x="1825545" y="1568808"/>
                </a:lnTo>
                <a:lnTo>
                  <a:pt x="1825148" y="1569044"/>
                </a:lnTo>
                <a:close/>
                <a:moveTo>
                  <a:pt x="1846346" y="1520566"/>
                </a:moveTo>
                <a:lnTo>
                  <a:pt x="1847385" y="1521497"/>
                </a:lnTo>
                <a:lnTo>
                  <a:pt x="1853022" y="1519519"/>
                </a:lnTo>
                <a:lnTo>
                  <a:pt x="1853655" y="1518913"/>
                </a:lnTo>
                <a:lnTo>
                  <a:pt x="1852829" y="1517802"/>
                </a:lnTo>
                <a:lnTo>
                  <a:pt x="1847398" y="1520131"/>
                </a:lnTo>
                <a:close/>
                <a:moveTo>
                  <a:pt x="1775691" y="1678734"/>
                </a:moveTo>
                <a:lnTo>
                  <a:pt x="1775673" y="1679735"/>
                </a:lnTo>
                <a:lnTo>
                  <a:pt x="1777864" y="1678962"/>
                </a:lnTo>
                <a:lnTo>
                  <a:pt x="1777512" y="1678218"/>
                </a:lnTo>
                <a:close/>
                <a:moveTo>
                  <a:pt x="1731197" y="1778323"/>
                </a:moveTo>
                <a:lnTo>
                  <a:pt x="1731203" y="1778376"/>
                </a:lnTo>
                <a:lnTo>
                  <a:pt x="1731585" y="1778187"/>
                </a:lnTo>
                <a:lnTo>
                  <a:pt x="1731583" y="1778169"/>
                </a:lnTo>
                <a:close/>
                <a:moveTo>
                  <a:pt x="1768426" y="1694952"/>
                </a:moveTo>
                <a:lnTo>
                  <a:pt x="1769941" y="1694813"/>
                </a:lnTo>
                <a:lnTo>
                  <a:pt x="1770280" y="1694442"/>
                </a:lnTo>
                <a:lnTo>
                  <a:pt x="1769750" y="1692897"/>
                </a:lnTo>
                <a:lnTo>
                  <a:pt x="1769638" y="1692985"/>
                </a:lnTo>
                <a:close/>
                <a:moveTo>
                  <a:pt x="1830637" y="1555646"/>
                </a:moveTo>
                <a:lnTo>
                  <a:pt x="1831251" y="1557975"/>
                </a:lnTo>
                <a:lnTo>
                  <a:pt x="1834804" y="1552840"/>
                </a:lnTo>
                <a:close/>
                <a:moveTo>
                  <a:pt x="1604992" y="2060749"/>
                </a:moveTo>
                <a:lnTo>
                  <a:pt x="1597474" y="2089124"/>
                </a:lnTo>
                <a:lnTo>
                  <a:pt x="1598924" y="2089430"/>
                </a:lnTo>
                <a:lnTo>
                  <a:pt x="1598720" y="2089555"/>
                </a:lnTo>
                <a:lnTo>
                  <a:pt x="1597432" y="2089284"/>
                </a:lnTo>
                <a:lnTo>
                  <a:pt x="1592968" y="2106129"/>
                </a:lnTo>
                <a:lnTo>
                  <a:pt x="1593535" y="2106012"/>
                </a:lnTo>
                <a:lnTo>
                  <a:pt x="1604584" y="2083164"/>
                </a:lnTo>
                <a:lnTo>
                  <a:pt x="1605959" y="2060716"/>
                </a:lnTo>
                <a:close/>
                <a:moveTo>
                  <a:pt x="1743610" y="1750319"/>
                </a:moveTo>
                <a:lnTo>
                  <a:pt x="1743795" y="1750685"/>
                </a:lnTo>
                <a:lnTo>
                  <a:pt x="1744331" y="1750462"/>
                </a:lnTo>
                <a:lnTo>
                  <a:pt x="1747634" y="1748629"/>
                </a:lnTo>
                <a:close/>
                <a:moveTo>
                  <a:pt x="1693572" y="1862268"/>
                </a:moveTo>
                <a:lnTo>
                  <a:pt x="1693581" y="1862462"/>
                </a:lnTo>
                <a:lnTo>
                  <a:pt x="1695215" y="1861533"/>
                </a:lnTo>
                <a:lnTo>
                  <a:pt x="1695193" y="1861443"/>
                </a:lnTo>
                <a:close/>
                <a:moveTo>
                  <a:pt x="1767873" y="1695851"/>
                </a:moveTo>
                <a:lnTo>
                  <a:pt x="1769232" y="1695587"/>
                </a:lnTo>
                <a:lnTo>
                  <a:pt x="1769436" y="1695365"/>
                </a:lnTo>
                <a:lnTo>
                  <a:pt x="1768096" y="1695488"/>
                </a:lnTo>
                <a:close/>
                <a:moveTo>
                  <a:pt x="1757224" y="1719634"/>
                </a:moveTo>
                <a:lnTo>
                  <a:pt x="1758022" y="1720353"/>
                </a:lnTo>
                <a:lnTo>
                  <a:pt x="1759545" y="1718087"/>
                </a:lnTo>
                <a:close/>
                <a:moveTo>
                  <a:pt x="1752585" y="1729961"/>
                </a:moveTo>
                <a:lnTo>
                  <a:pt x="1752870" y="1730819"/>
                </a:lnTo>
                <a:lnTo>
                  <a:pt x="1753316" y="1728983"/>
                </a:lnTo>
                <a:close/>
                <a:moveTo>
                  <a:pt x="1842445" y="1528686"/>
                </a:moveTo>
                <a:lnTo>
                  <a:pt x="1842919" y="1529197"/>
                </a:lnTo>
                <a:lnTo>
                  <a:pt x="1846090" y="1526160"/>
                </a:lnTo>
                <a:close/>
                <a:moveTo>
                  <a:pt x="1760694" y="1711722"/>
                </a:moveTo>
                <a:lnTo>
                  <a:pt x="1761042" y="1712354"/>
                </a:lnTo>
                <a:lnTo>
                  <a:pt x="1761546" y="1711914"/>
                </a:lnTo>
                <a:lnTo>
                  <a:pt x="1766923" y="1706723"/>
                </a:lnTo>
                <a:lnTo>
                  <a:pt x="1766533" y="1705678"/>
                </a:lnTo>
                <a:lnTo>
                  <a:pt x="1766420" y="1705729"/>
                </a:lnTo>
                <a:close/>
                <a:moveTo>
                  <a:pt x="1796596" y="1631275"/>
                </a:moveTo>
                <a:lnTo>
                  <a:pt x="1809279" y="1627556"/>
                </a:lnTo>
                <a:lnTo>
                  <a:pt x="1817712" y="1619079"/>
                </a:lnTo>
                <a:lnTo>
                  <a:pt x="1815853" y="1617281"/>
                </a:lnTo>
                <a:lnTo>
                  <a:pt x="1810352" y="1621521"/>
                </a:lnTo>
                <a:close/>
                <a:moveTo>
                  <a:pt x="1758800" y="1715873"/>
                </a:moveTo>
                <a:lnTo>
                  <a:pt x="1759349" y="1715723"/>
                </a:lnTo>
                <a:lnTo>
                  <a:pt x="1759170" y="1715514"/>
                </a:lnTo>
                <a:close/>
                <a:moveTo>
                  <a:pt x="1834273" y="1546790"/>
                </a:moveTo>
                <a:lnTo>
                  <a:pt x="1835229" y="1548704"/>
                </a:lnTo>
                <a:lnTo>
                  <a:pt x="1837858" y="1548426"/>
                </a:lnTo>
                <a:lnTo>
                  <a:pt x="1838811" y="1547051"/>
                </a:lnTo>
                <a:lnTo>
                  <a:pt x="1836861" y="1545738"/>
                </a:lnTo>
                <a:close/>
                <a:moveTo>
                  <a:pt x="1756986" y="1719791"/>
                </a:moveTo>
                <a:lnTo>
                  <a:pt x="1756775" y="1720659"/>
                </a:lnTo>
                <a:lnTo>
                  <a:pt x="1756928" y="1721983"/>
                </a:lnTo>
                <a:lnTo>
                  <a:pt x="1757897" y="1720540"/>
                </a:lnTo>
                <a:lnTo>
                  <a:pt x="1757017" y="1719771"/>
                </a:lnTo>
                <a:close/>
                <a:moveTo>
                  <a:pt x="1664958" y="1925858"/>
                </a:moveTo>
                <a:lnTo>
                  <a:pt x="1664958" y="1925894"/>
                </a:lnTo>
                <a:lnTo>
                  <a:pt x="1665061" y="1925841"/>
                </a:lnTo>
                <a:close/>
                <a:moveTo>
                  <a:pt x="1685076" y="1880701"/>
                </a:moveTo>
                <a:lnTo>
                  <a:pt x="1684544" y="1883106"/>
                </a:lnTo>
                <a:lnTo>
                  <a:pt x="1685921" y="1883494"/>
                </a:lnTo>
                <a:lnTo>
                  <a:pt x="1685270" y="1880642"/>
                </a:lnTo>
                <a:close/>
                <a:moveTo>
                  <a:pt x="1813303" y="1593271"/>
                </a:moveTo>
                <a:lnTo>
                  <a:pt x="1813349" y="1593350"/>
                </a:lnTo>
                <a:lnTo>
                  <a:pt x="1813510" y="1593234"/>
                </a:lnTo>
                <a:close/>
                <a:moveTo>
                  <a:pt x="1664967" y="1925415"/>
                </a:moveTo>
                <a:lnTo>
                  <a:pt x="1664966" y="1925447"/>
                </a:lnTo>
                <a:lnTo>
                  <a:pt x="1664978" y="1925445"/>
                </a:lnTo>
                <a:close/>
                <a:moveTo>
                  <a:pt x="1817782" y="1583233"/>
                </a:moveTo>
                <a:lnTo>
                  <a:pt x="1818079" y="1583753"/>
                </a:lnTo>
                <a:lnTo>
                  <a:pt x="1818906" y="1583118"/>
                </a:lnTo>
                <a:close/>
                <a:moveTo>
                  <a:pt x="1693754" y="1860953"/>
                </a:moveTo>
                <a:lnTo>
                  <a:pt x="1694928" y="1860356"/>
                </a:lnTo>
                <a:lnTo>
                  <a:pt x="1694901" y="1860246"/>
                </a:lnTo>
                <a:close/>
                <a:moveTo>
                  <a:pt x="1581748" y="2111752"/>
                </a:moveTo>
                <a:lnTo>
                  <a:pt x="1590472" y="2112348"/>
                </a:lnTo>
                <a:lnTo>
                  <a:pt x="1591397" y="2110435"/>
                </a:lnTo>
                <a:lnTo>
                  <a:pt x="1591298" y="2107548"/>
                </a:lnTo>
                <a:close/>
                <a:moveTo>
                  <a:pt x="1643300" y="1973892"/>
                </a:moveTo>
                <a:lnTo>
                  <a:pt x="1644133" y="1973931"/>
                </a:lnTo>
                <a:lnTo>
                  <a:pt x="1644126" y="1973754"/>
                </a:lnTo>
                <a:close/>
                <a:moveTo>
                  <a:pt x="1712433" y="1819078"/>
                </a:moveTo>
                <a:lnTo>
                  <a:pt x="1713204" y="1822708"/>
                </a:lnTo>
                <a:lnTo>
                  <a:pt x="1722892" y="1817658"/>
                </a:lnTo>
                <a:lnTo>
                  <a:pt x="1715588" y="1818105"/>
                </a:lnTo>
                <a:close/>
                <a:moveTo>
                  <a:pt x="1718616" y="1805224"/>
                </a:moveTo>
                <a:lnTo>
                  <a:pt x="1718589" y="1805939"/>
                </a:lnTo>
                <a:lnTo>
                  <a:pt x="1722512" y="1801667"/>
                </a:lnTo>
                <a:lnTo>
                  <a:pt x="1722390" y="1801213"/>
                </a:lnTo>
                <a:lnTo>
                  <a:pt x="1721579" y="1801594"/>
                </a:lnTo>
                <a:close/>
                <a:moveTo>
                  <a:pt x="1687360" y="1875160"/>
                </a:moveTo>
                <a:lnTo>
                  <a:pt x="1687256" y="1879235"/>
                </a:lnTo>
                <a:lnTo>
                  <a:pt x="1688129" y="1878967"/>
                </a:lnTo>
                <a:lnTo>
                  <a:pt x="1687494" y="1875107"/>
                </a:lnTo>
                <a:close/>
                <a:moveTo>
                  <a:pt x="1817951" y="1582710"/>
                </a:moveTo>
                <a:lnTo>
                  <a:pt x="1819665" y="1582535"/>
                </a:lnTo>
                <a:lnTo>
                  <a:pt x="1822778" y="1580146"/>
                </a:lnTo>
                <a:lnTo>
                  <a:pt x="1822712" y="1579492"/>
                </a:lnTo>
                <a:close/>
                <a:moveTo>
                  <a:pt x="1636566" y="1988827"/>
                </a:moveTo>
                <a:lnTo>
                  <a:pt x="1639224" y="1988296"/>
                </a:lnTo>
                <a:lnTo>
                  <a:pt x="1638387" y="1985189"/>
                </a:lnTo>
                <a:lnTo>
                  <a:pt x="1638161" y="1985268"/>
                </a:lnTo>
                <a:lnTo>
                  <a:pt x="1636992" y="1988073"/>
                </a:lnTo>
                <a:close/>
                <a:moveTo>
                  <a:pt x="1631993" y="1998992"/>
                </a:moveTo>
                <a:lnTo>
                  <a:pt x="1632213" y="2000260"/>
                </a:lnTo>
                <a:lnTo>
                  <a:pt x="1632944" y="1999971"/>
                </a:lnTo>
                <a:lnTo>
                  <a:pt x="1632951" y="1998895"/>
                </a:lnTo>
                <a:close/>
                <a:moveTo>
                  <a:pt x="1767496" y="1695543"/>
                </a:moveTo>
                <a:lnTo>
                  <a:pt x="1767562" y="1695912"/>
                </a:lnTo>
                <a:lnTo>
                  <a:pt x="1767655" y="1695894"/>
                </a:lnTo>
                <a:lnTo>
                  <a:pt x="1767894" y="1695507"/>
                </a:lnTo>
                <a:close/>
                <a:moveTo>
                  <a:pt x="1757405" y="1718073"/>
                </a:moveTo>
                <a:lnTo>
                  <a:pt x="1757247" y="1718719"/>
                </a:lnTo>
                <a:lnTo>
                  <a:pt x="1759466" y="1717367"/>
                </a:lnTo>
                <a:close/>
                <a:moveTo>
                  <a:pt x="1717102" y="1808240"/>
                </a:moveTo>
                <a:lnTo>
                  <a:pt x="1718300" y="1808198"/>
                </a:lnTo>
                <a:lnTo>
                  <a:pt x="1718322" y="1807590"/>
                </a:lnTo>
                <a:lnTo>
                  <a:pt x="1717154" y="1808182"/>
                </a:lnTo>
                <a:close/>
                <a:moveTo>
                  <a:pt x="1741482" y="1753644"/>
                </a:moveTo>
                <a:lnTo>
                  <a:pt x="1742088" y="1756802"/>
                </a:lnTo>
                <a:lnTo>
                  <a:pt x="1742449" y="1758827"/>
                </a:lnTo>
                <a:lnTo>
                  <a:pt x="1745052" y="1756482"/>
                </a:lnTo>
                <a:lnTo>
                  <a:pt x="1742966" y="1753006"/>
                </a:lnTo>
                <a:close/>
                <a:moveTo>
                  <a:pt x="1806863" y="1607228"/>
                </a:moveTo>
                <a:lnTo>
                  <a:pt x="1807789" y="1607706"/>
                </a:lnTo>
                <a:lnTo>
                  <a:pt x="1809919" y="1606142"/>
                </a:lnTo>
                <a:lnTo>
                  <a:pt x="1810223" y="1605755"/>
                </a:lnTo>
                <a:close/>
                <a:moveTo>
                  <a:pt x="1640725" y="1979115"/>
                </a:moveTo>
                <a:lnTo>
                  <a:pt x="1640581" y="1979459"/>
                </a:lnTo>
                <a:lnTo>
                  <a:pt x="1640886" y="1980593"/>
                </a:lnTo>
                <a:lnTo>
                  <a:pt x="1641669" y="1980882"/>
                </a:lnTo>
                <a:lnTo>
                  <a:pt x="1642463" y="1980543"/>
                </a:lnTo>
                <a:lnTo>
                  <a:pt x="1644345" y="1979708"/>
                </a:lnTo>
                <a:lnTo>
                  <a:pt x="1644304" y="1978598"/>
                </a:lnTo>
                <a:close/>
                <a:moveTo>
                  <a:pt x="1688446" y="1872234"/>
                </a:moveTo>
                <a:lnTo>
                  <a:pt x="1688794" y="1874347"/>
                </a:lnTo>
                <a:lnTo>
                  <a:pt x="1691509" y="1873282"/>
                </a:lnTo>
                <a:lnTo>
                  <a:pt x="1691453" y="1872268"/>
                </a:lnTo>
                <a:close/>
                <a:moveTo>
                  <a:pt x="1795702" y="1632050"/>
                </a:moveTo>
                <a:lnTo>
                  <a:pt x="1795927" y="1632668"/>
                </a:lnTo>
                <a:lnTo>
                  <a:pt x="1795854" y="1632891"/>
                </a:lnTo>
                <a:lnTo>
                  <a:pt x="1798431" y="1638463"/>
                </a:lnTo>
                <a:lnTo>
                  <a:pt x="1808558" y="1628282"/>
                </a:lnTo>
                <a:close/>
                <a:moveTo>
                  <a:pt x="1644461" y="1970672"/>
                </a:moveTo>
                <a:lnTo>
                  <a:pt x="1644476" y="1971107"/>
                </a:lnTo>
                <a:lnTo>
                  <a:pt x="1653208" y="1969755"/>
                </a:lnTo>
                <a:lnTo>
                  <a:pt x="1654278" y="1966702"/>
                </a:lnTo>
                <a:lnTo>
                  <a:pt x="1649030" y="1967659"/>
                </a:lnTo>
                <a:lnTo>
                  <a:pt x="1645315" y="1970122"/>
                </a:lnTo>
                <a:close/>
                <a:moveTo>
                  <a:pt x="1641366" y="1977574"/>
                </a:moveTo>
                <a:lnTo>
                  <a:pt x="1640820" y="1978886"/>
                </a:lnTo>
                <a:lnTo>
                  <a:pt x="1644298" y="1978432"/>
                </a:lnTo>
                <a:lnTo>
                  <a:pt x="1644260" y="1977398"/>
                </a:lnTo>
                <a:close/>
                <a:moveTo>
                  <a:pt x="1776533" y="1674895"/>
                </a:moveTo>
                <a:lnTo>
                  <a:pt x="1776827" y="1675517"/>
                </a:lnTo>
                <a:lnTo>
                  <a:pt x="1786024" y="1672913"/>
                </a:lnTo>
                <a:lnTo>
                  <a:pt x="1779338" y="1673615"/>
                </a:lnTo>
                <a:close/>
                <a:moveTo>
                  <a:pt x="1641786" y="1976566"/>
                </a:moveTo>
                <a:lnTo>
                  <a:pt x="1641584" y="1977053"/>
                </a:lnTo>
                <a:lnTo>
                  <a:pt x="1644242" y="1976890"/>
                </a:lnTo>
                <a:lnTo>
                  <a:pt x="1644197" y="1975652"/>
                </a:lnTo>
                <a:close/>
                <a:moveTo>
                  <a:pt x="1611858" y="2043574"/>
                </a:moveTo>
                <a:lnTo>
                  <a:pt x="1612935" y="2043913"/>
                </a:lnTo>
                <a:lnTo>
                  <a:pt x="1617381" y="2043904"/>
                </a:lnTo>
                <a:lnTo>
                  <a:pt x="1617216" y="2044034"/>
                </a:lnTo>
                <a:lnTo>
                  <a:pt x="1613345" y="2044042"/>
                </a:lnTo>
                <a:lnTo>
                  <a:pt x="1614744" y="2044483"/>
                </a:lnTo>
                <a:lnTo>
                  <a:pt x="1617653" y="2045357"/>
                </a:lnTo>
                <a:lnTo>
                  <a:pt x="1617188" y="2040331"/>
                </a:lnTo>
                <a:close/>
                <a:moveTo>
                  <a:pt x="1712329" y="1818589"/>
                </a:moveTo>
                <a:lnTo>
                  <a:pt x="1712374" y="1818801"/>
                </a:lnTo>
                <a:lnTo>
                  <a:pt x="1714525" y="1818170"/>
                </a:lnTo>
                <a:lnTo>
                  <a:pt x="1712892" y="1818270"/>
                </a:lnTo>
                <a:lnTo>
                  <a:pt x="1712827" y="1818403"/>
                </a:lnTo>
                <a:close/>
                <a:moveTo>
                  <a:pt x="1736378" y="1764718"/>
                </a:moveTo>
                <a:lnTo>
                  <a:pt x="1737410" y="1764516"/>
                </a:lnTo>
                <a:lnTo>
                  <a:pt x="1737554" y="1764422"/>
                </a:lnTo>
                <a:lnTo>
                  <a:pt x="1736589" y="1764529"/>
                </a:lnTo>
                <a:close/>
                <a:moveTo>
                  <a:pt x="1687379" y="1874408"/>
                </a:moveTo>
                <a:lnTo>
                  <a:pt x="1687366" y="1874907"/>
                </a:lnTo>
                <a:lnTo>
                  <a:pt x="1687456" y="1874872"/>
                </a:lnTo>
                <a:close/>
                <a:moveTo>
                  <a:pt x="1642262" y="1975424"/>
                </a:moveTo>
                <a:lnTo>
                  <a:pt x="1642071" y="1975883"/>
                </a:lnTo>
                <a:lnTo>
                  <a:pt x="1643316" y="1975410"/>
                </a:lnTo>
                <a:close/>
                <a:moveTo>
                  <a:pt x="1712023" y="1819204"/>
                </a:moveTo>
                <a:lnTo>
                  <a:pt x="1712039" y="1820608"/>
                </a:lnTo>
                <a:lnTo>
                  <a:pt x="1711868" y="1823405"/>
                </a:lnTo>
                <a:lnTo>
                  <a:pt x="1712968" y="1822832"/>
                </a:lnTo>
                <a:lnTo>
                  <a:pt x="1712187" y="1819154"/>
                </a:lnTo>
                <a:close/>
                <a:moveTo>
                  <a:pt x="1767235" y="1695567"/>
                </a:moveTo>
                <a:lnTo>
                  <a:pt x="1767457" y="1695932"/>
                </a:lnTo>
                <a:lnTo>
                  <a:pt x="1767469" y="1695929"/>
                </a:lnTo>
                <a:lnTo>
                  <a:pt x="1767400" y="1695552"/>
                </a:lnTo>
                <a:close/>
                <a:moveTo>
                  <a:pt x="1757674" y="1716965"/>
                </a:moveTo>
                <a:lnTo>
                  <a:pt x="1757499" y="1717683"/>
                </a:lnTo>
                <a:lnTo>
                  <a:pt x="1760227" y="1716792"/>
                </a:lnTo>
                <a:lnTo>
                  <a:pt x="1760261" y="1716780"/>
                </a:lnTo>
                <a:lnTo>
                  <a:pt x="1759562" y="1715970"/>
                </a:lnTo>
                <a:lnTo>
                  <a:pt x="1758335" y="1716324"/>
                </a:lnTo>
                <a:close/>
                <a:moveTo>
                  <a:pt x="1770146" y="1689036"/>
                </a:moveTo>
                <a:lnTo>
                  <a:pt x="1770766" y="1690843"/>
                </a:lnTo>
                <a:lnTo>
                  <a:pt x="1772587" y="1687886"/>
                </a:lnTo>
                <a:close/>
                <a:moveTo>
                  <a:pt x="1579506" y="2115899"/>
                </a:moveTo>
                <a:lnTo>
                  <a:pt x="1579946" y="2118331"/>
                </a:lnTo>
                <a:lnTo>
                  <a:pt x="1585800" y="2119179"/>
                </a:lnTo>
                <a:lnTo>
                  <a:pt x="1587187" y="2119141"/>
                </a:lnTo>
                <a:lnTo>
                  <a:pt x="1590044" y="2113234"/>
                </a:lnTo>
                <a:lnTo>
                  <a:pt x="1581864" y="2115329"/>
                </a:lnTo>
                <a:close/>
                <a:moveTo>
                  <a:pt x="1606248" y="2056010"/>
                </a:moveTo>
                <a:lnTo>
                  <a:pt x="1605596" y="2058469"/>
                </a:lnTo>
                <a:lnTo>
                  <a:pt x="1606098" y="2058451"/>
                </a:lnTo>
                <a:close/>
                <a:moveTo>
                  <a:pt x="1642677" y="1974427"/>
                </a:moveTo>
                <a:lnTo>
                  <a:pt x="1642564" y="1974697"/>
                </a:lnTo>
                <a:lnTo>
                  <a:pt x="1644160" y="1974676"/>
                </a:lnTo>
                <a:lnTo>
                  <a:pt x="1644154" y="1974497"/>
                </a:lnTo>
                <a:close/>
                <a:moveTo>
                  <a:pt x="1786157" y="1653108"/>
                </a:moveTo>
                <a:lnTo>
                  <a:pt x="1786778" y="1654392"/>
                </a:lnTo>
                <a:lnTo>
                  <a:pt x="1788223" y="1654033"/>
                </a:lnTo>
                <a:lnTo>
                  <a:pt x="1790041" y="1652225"/>
                </a:lnTo>
                <a:lnTo>
                  <a:pt x="1788548" y="1650705"/>
                </a:lnTo>
                <a:close/>
                <a:moveTo>
                  <a:pt x="1732285" y="1773711"/>
                </a:moveTo>
                <a:lnTo>
                  <a:pt x="1732389" y="1774314"/>
                </a:lnTo>
                <a:lnTo>
                  <a:pt x="1737044" y="1772514"/>
                </a:lnTo>
                <a:lnTo>
                  <a:pt x="1738194" y="1771105"/>
                </a:lnTo>
                <a:lnTo>
                  <a:pt x="1738469" y="1768394"/>
                </a:lnTo>
                <a:lnTo>
                  <a:pt x="1737187" y="1769381"/>
                </a:lnTo>
                <a:lnTo>
                  <a:pt x="1733615" y="1771910"/>
                </a:lnTo>
                <a:close/>
                <a:moveTo>
                  <a:pt x="1816201" y="1585799"/>
                </a:moveTo>
                <a:lnTo>
                  <a:pt x="1818426" y="1584871"/>
                </a:lnTo>
                <a:lnTo>
                  <a:pt x="1818113" y="1584324"/>
                </a:lnTo>
                <a:close/>
                <a:moveTo>
                  <a:pt x="1644031" y="1971176"/>
                </a:moveTo>
                <a:lnTo>
                  <a:pt x="1644032" y="1971175"/>
                </a:lnTo>
                <a:lnTo>
                  <a:pt x="1644031" y="1971175"/>
                </a:lnTo>
                <a:close/>
                <a:moveTo>
                  <a:pt x="1693490" y="1860409"/>
                </a:moveTo>
                <a:lnTo>
                  <a:pt x="1693500" y="1860624"/>
                </a:lnTo>
                <a:lnTo>
                  <a:pt x="1694130" y="1860236"/>
                </a:lnTo>
                <a:close/>
                <a:moveTo>
                  <a:pt x="1716449" y="1808951"/>
                </a:moveTo>
                <a:lnTo>
                  <a:pt x="1718268" y="1809040"/>
                </a:lnTo>
                <a:lnTo>
                  <a:pt x="1718285" y="1808575"/>
                </a:lnTo>
                <a:lnTo>
                  <a:pt x="1716746" y="1808628"/>
                </a:lnTo>
                <a:close/>
                <a:moveTo>
                  <a:pt x="1712269" y="1818308"/>
                </a:moveTo>
                <a:lnTo>
                  <a:pt x="1712290" y="1818404"/>
                </a:lnTo>
                <a:lnTo>
                  <a:pt x="1712600" y="1818287"/>
                </a:lnTo>
                <a:close/>
                <a:moveTo>
                  <a:pt x="1759088" y="1713402"/>
                </a:moveTo>
                <a:lnTo>
                  <a:pt x="1759309" y="1713700"/>
                </a:lnTo>
                <a:lnTo>
                  <a:pt x="1760149" y="1713135"/>
                </a:lnTo>
                <a:lnTo>
                  <a:pt x="1760686" y="1712666"/>
                </a:lnTo>
                <a:lnTo>
                  <a:pt x="1760358" y="1712073"/>
                </a:lnTo>
                <a:close/>
                <a:moveTo>
                  <a:pt x="1717414" y="1806697"/>
                </a:moveTo>
                <a:lnTo>
                  <a:pt x="1718310" y="1806243"/>
                </a:lnTo>
                <a:lnTo>
                  <a:pt x="1718375" y="1806173"/>
                </a:lnTo>
                <a:lnTo>
                  <a:pt x="1718400" y="1805489"/>
                </a:lnTo>
                <a:close/>
                <a:moveTo>
                  <a:pt x="1801016" y="1619485"/>
                </a:moveTo>
                <a:lnTo>
                  <a:pt x="1808519" y="1614809"/>
                </a:lnTo>
                <a:lnTo>
                  <a:pt x="1808255" y="1614824"/>
                </a:lnTo>
                <a:lnTo>
                  <a:pt x="1803696" y="1616169"/>
                </a:lnTo>
                <a:close/>
                <a:moveTo>
                  <a:pt x="1829037" y="1556723"/>
                </a:moveTo>
                <a:lnTo>
                  <a:pt x="1830035" y="1559731"/>
                </a:lnTo>
                <a:lnTo>
                  <a:pt x="1830268" y="1559394"/>
                </a:lnTo>
                <a:lnTo>
                  <a:pt x="1829484" y="1556423"/>
                </a:lnTo>
                <a:close/>
                <a:moveTo>
                  <a:pt x="1645206" y="1968357"/>
                </a:moveTo>
                <a:lnTo>
                  <a:pt x="1644443" y="1970188"/>
                </a:lnTo>
                <a:lnTo>
                  <a:pt x="1644444" y="1970213"/>
                </a:lnTo>
                <a:lnTo>
                  <a:pt x="1648166" y="1967817"/>
                </a:lnTo>
                <a:close/>
                <a:moveTo>
                  <a:pt x="1712017" y="1818707"/>
                </a:moveTo>
                <a:lnTo>
                  <a:pt x="1712019" y="1818904"/>
                </a:lnTo>
                <a:lnTo>
                  <a:pt x="1712127" y="1818873"/>
                </a:lnTo>
                <a:lnTo>
                  <a:pt x="1712086" y="1818681"/>
                </a:lnTo>
                <a:close/>
                <a:moveTo>
                  <a:pt x="1694568" y="1857778"/>
                </a:moveTo>
                <a:lnTo>
                  <a:pt x="1694971" y="1859697"/>
                </a:lnTo>
                <a:lnTo>
                  <a:pt x="1695029" y="1859681"/>
                </a:lnTo>
                <a:lnTo>
                  <a:pt x="1695864" y="1859167"/>
                </a:lnTo>
                <a:lnTo>
                  <a:pt x="1695331" y="1857763"/>
                </a:lnTo>
                <a:close/>
                <a:moveTo>
                  <a:pt x="1731836" y="1774320"/>
                </a:moveTo>
                <a:lnTo>
                  <a:pt x="1731860" y="1774518"/>
                </a:lnTo>
                <a:lnTo>
                  <a:pt x="1731894" y="1774505"/>
                </a:lnTo>
                <a:lnTo>
                  <a:pt x="1731854" y="1774295"/>
                </a:lnTo>
                <a:close/>
                <a:moveTo>
                  <a:pt x="1814120" y="1590063"/>
                </a:moveTo>
                <a:lnTo>
                  <a:pt x="1818833" y="1589135"/>
                </a:lnTo>
                <a:lnTo>
                  <a:pt x="1819502" y="1588952"/>
                </a:lnTo>
                <a:lnTo>
                  <a:pt x="1820394" y="1588315"/>
                </a:lnTo>
                <a:lnTo>
                  <a:pt x="1819446" y="1586657"/>
                </a:lnTo>
                <a:lnTo>
                  <a:pt x="1819015" y="1586811"/>
                </a:lnTo>
                <a:close/>
                <a:moveTo>
                  <a:pt x="1767356" y="1694763"/>
                </a:moveTo>
                <a:lnTo>
                  <a:pt x="1767407" y="1695046"/>
                </a:lnTo>
                <a:lnTo>
                  <a:pt x="1768224" y="1694971"/>
                </a:lnTo>
                <a:lnTo>
                  <a:pt x="1769270" y="1693272"/>
                </a:lnTo>
                <a:close/>
                <a:moveTo>
                  <a:pt x="1817430" y="1582618"/>
                </a:moveTo>
                <a:lnTo>
                  <a:pt x="1817489" y="1582720"/>
                </a:lnTo>
                <a:lnTo>
                  <a:pt x="1822683" y="1579209"/>
                </a:lnTo>
                <a:lnTo>
                  <a:pt x="1822637" y="1578755"/>
                </a:lnTo>
                <a:lnTo>
                  <a:pt x="1822412" y="1576788"/>
                </a:lnTo>
                <a:lnTo>
                  <a:pt x="1821112" y="1577277"/>
                </a:lnTo>
                <a:lnTo>
                  <a:pt x="1818964" y="1580393"/>
                </a:lnTo>
                <a:lnTo>
                  <a:pt x="1820457" y="1579696"/>
                </a:lnTo>
                <a:lnTo>
                  <a:pt x="1820351" y="1579905"/>
                </a:lnTo>
                <a:lnTo>
                  <a:pt x="1818801" y="1580629"/>
                </a:lnTo>
                <a:close/>
                <a:moveTo>
                  <a:pt x="1645876" y="1966748"/>
                </a:moveTo>
                <a:lnTo>
                  <a:pt x="1645511" y="1967624"/>
                </a:lnTo>
                <a:lnTo>
                  <a:pt x="1649633" y="1966873"/>
                </a:lnTo>
                <a:lnTo>
                  <a:pt x="1650935" y="1966035"/>
                </a:lnTo>
                <a:close/>
                <a:moveTo>
                  <a:pt x="1806206" y="1607517"/>
                </a:moveTo>
                <a:lnTo>
                  <a:pt x="1807001" y="1608284"/>
                </a:lnTo>
                <a:lnTo>
                  <a:pt x="1807451" y="1607954"/>
                </a:lnTo>
                <a:lnTo>
                  <a:pt x="1806420" y="1607423"/>
                </a:lnTo>
                <a:close/>
                <a:moveTo>
                  <a:pt x="1647427" y="1963026"/>
                </a:moveTo>
                <a:lnTo>
                  <a:pt x="1646036" y="1966363"/>
                </a:lnTo>
                <a:lnTo>
                  <a:pt x="1651656" y="1965571"/>
                </a:lnTo>
                <a:lnTo>
                  <a:pt x="1655556" y="1963060"/>
                </a:lnTo>
                <a:lnTo>
                  <a:pt x="1655861" y="1962191"/>
                </a:lnTo>
                <a:lnTo>
                  <a:pt x="1649765" y="1960919"/>
                </a:lnTo>
                <a:close/>
                <a:moveTo>
                  <a:pt x="1611295" y="2043916"/>
                </a:moveTo>
                <a:lnTo>
                  <a:pt x="1612014" y="2043915"/>
                </a:lnTo>
                <a:lnTo>
                  <a:pt x="1611534" y="2043771"/>
                </a:lnTo>
                <a:close/>
                <a:moveTo>
                  <a:pt x="1623512" y="2016557"/>
                </a:moveTo>
                <a:lnTo>
                  <a:pt x="1623513" y="2016582"/>
                </a:lnTo>
                <a:lnTo>
                  <a:pt x="1631689" y="2015561"/>
                </a:lnTo>
                <a:lnTo>
                  <a:pt x="1632653" y="2015261"/>
                </a:lnTo>
                <a:lnTo>
                  <a:pt x="1632747" y="2012846"/>
                </a:lnTo>
                <a:lnTo>
                  <a:pt x="1629636" y="2012193"/>
                </a:lnTo>
                <a:lnTo>
                  <a:pt x="1628160" y="2012449"/>
                </a:lnTo>
                <a:close/>
                <a:moveTo>
                  <a:pt x="1633300" y="1994602"/>
                </a:moveTo>
                <a:lnTo>
                  <a:pt x="1633278" y="1998358"/>
                </a:lnTo>
                <a:lnTo>
                  <a:pt x="1638368" y="1997838"/>
                </a:lnTo>
                <a:lnTo>
                  <a:pt x="1641468" y="1996619"/>
                </a:lnTo>
                <a:lnTo>
                  <a:pt x="1639406" y="1988972"/>
                </a:lnTo>
                <a:lnTo>
                  <a:pt x="1636020" y="1989791"/>
                </a:lnTo>
                <a:lnTo>
                  <a:pt x="1633781" y="1993753"/>
                </a:lnTo>
                <a:lnTo>
                  <a:pt x="1634225" y="1993496"/>
                </a:lnTo>
                <a:lnTo>
                  <a:pt x="1634142" y="1993703"/>
                </a:lnTo>
                <a:lnTo>
                  <a:pt x="1633646" y="1993990"/>
                </a:lnTo>
                <a:close/>
                <a:moveTo>
                  <a:pt x="1712012" y="1818334"/>
                </a:moveTo>
                <a:lnTo>
                  <a:pt x="1712014" y="1818507"/>
                </a:lnTo>
                <a:lnTo>
                  <a:pt x="1712047" y="1818495"/>
                </a:lnTo>
                <a:close/>
                <a:moveTo>
                  <a:pt x="1648421" y="1960638"/>
                </a:moveTo>
                <a:lnTo>
                  <a:pt x="1648165" y="1961252"/>
                </a:lnTo>
                <a:lnTo>
                  <a:pt x="1648508" y="1961191"/>
                </a:lnTo>
                <a:lnTo>
                  <a:pt x="1648309" y="1961415"/>
                </a:lnTo>
                <a:lnTo>
                  <a:pt x="1648081" y="1961455"/>
                </a:lnTo>
                <a:lnTo>
                  <a:pt x="1647905" y="1961877"/>
                </a:lnTo>
                <a:lnTo>
                  <a:pt x="1649118" y="1960783"/>
                </a:lnTo>
                <a:close/>
                <a:moveTo>
                  <a:pt x="1731791" y="1773954"/>
                </a:moveTo>
                <a:lnTo>
                  <a:pt x="1731803" y="1774052"/>
                </a:lnTo>
                <a:lnTo>
                  <a:pt x="1731808" y="1774045"/>
                </a:lnTo>
                <a:close/>
                <a:moveTo>
                  <a:pt x="1776272" y="1674345"/>
                </a:moveTo>
                <a:lnTo>
                  <a:pt x="1776456" y="1674735"/>
                </a:lnTo>
                <a:lnTo>
                  <a:pt x="1778784" y="1673673"/>
                </a:lnTo>
                <a:lnTo>
                  <a:pt x="1776730" y="1673888"/>
                </a:lnTo>
                <a:close/>
                <a:moveTo>
                  <a:pt x="1758231" y="1714677"/>
                </a:moveTo>
                <a:lnTo>
                  <a:pt x="1758189" y="1714849"/>
                </a:lnTo>
                <a:lnTo>
                  <a:pt x="1758420" y="1714646"/>
                </a:lnTo>
                <a:lnTo>
                  <a:pt x="1758367" y="1714585"/>
                </a:lnTo>
                <a:close/>
                <a:moveTo>
                  <a:pt x="1766942" y="1695086"/>
                </a:moveTo>
                <a:lnTo>
                  <a:pt x="1766943" y="1695088"/>
                </a:lnTo>
                <a:lnTo>
                  <a:pt x="1767311" y="1695054"/>
                </a:lnTo>
                <a:lnTo>
                  <a:pt x="1767271" y="1694829"/>
                </a:lnTo>
                <a:close/>
                <a:moveTo>
                  <a:pt x="1732153" y="1772946"/>
                </a:moveTo>
                <a:lnTo>
                  <a:pt x="1732243" y="1773469"/>
                </a:lnTo>
                <a:lnTo>
                  <a:pt x="1733152" y="1772238"/>
                </a:lnTo>
                <a:close/>
                <a:moveTo>
                  <a:pt x="1740603" y="1754022"/>
                </a:moveTo>
                <a:lnTo>
                  <a:pt x="1739880" y="1761143"/>
                </a:lnTo>
                <a:lnTo>
                  <a:pt x="1742261" y="1758997"/>
                </a:lnTo>
                <a:lnTo>
                  <a:pt x="1741252" y="1753744"/>
                </a:lnTo>
                <a:close/>
                <a:moveTo>
                  <a:pt x="1775755" y="1675250"/>
                </a:moveTo>
                <a:lnTo>
                  <a:pt x="1775745" y="1675823"/>
                </a:lnTo>
                <a:lnTo>
                  <a:pt x="1776305" y="1675665"/>
                </a:lnTo>
                <a:lnTo>
                  <a:pt x="1776046" y="1675117"/>
                </a:lnTo>
                <a:close/>
                <a:moveTo>
                  <a:pt x="1763039" y="1703699"/>
                </a:moveTo>
                <a:lnTo>
                  <a:pt x="1764618" y="1703316"/>
                </a:lnTo>
                <a:lnTo>
                  <a:pt x="1764834" y="1703090"/>
                </a:lnTo>
                <a:lnTo>
                  <a:pt x="1763222" y="1703403"/>
                </a:lnTo>
                <a:close/>
                <a:moveTo>
                  <a:pt x="1650435" y="1955806"/>
                </a:moveTo>
                <a:lnTo>
                  <a:pt x="1648518" y="1960407"/>
                </a:lnTo>
                <a:lnTo>
                  <a:pt x="1649334" y="1960589"/>
                </a:lnTo>
                <a:lnTo>
                  <a:pt x="1654808" y="1955656"/>
                </a:lnTo>
                <a:close/>
                <a:moveTo>
                  <a:pt x="1650557" y="1955511"/>
                </a:moveTo>
                <a:lnTo>
                  <a:pt x="1650553" y="1955521"/>
                </a:lnTo>
                <a:lnTo>
                  <a:pt x="1655132" y="1955364"/>
                </a:lnTo>
                <a:lnTo>
                  <a:pt x="1655857" y="1954710"/>
                </a:lnTo>
                <a:close/>
                <a:moveTo>
                  <a:pt x="1686199" y="1875615"/>
                </a:moveTo>
                <a:lnTo>
                  <a:pt x="1685645" y="1878127"/>
                </a:lnTo>
                <a:lnTo>
                  <a:pt x="1685927" y="1879643"/>
                </a:lnTo>
                <a:lnTo>
                  <a:pt x="1686945" y="1879331"/>
                </a:lnTo>
                <a:lnTo>
                  <a:pt x="1687048" y="1875282"/>
                </a:lnTo>
                <a:close/>
                <a:moveTo>
                  <a:pt x="1688247" y="1871022"/>
                </a:moveTo>
                <a:lnTo>
                  <a:pt x="1688383" y="1871845"/>
                </a:lnTo>
                <a:lnTo>
                  <a:pt x="1691431" y="1871880"/>
                </a:lnTo>
                <a:lnTo>
                  <a:pt x="1691247" y="1868528"/>
                </a:lnTo>
                <a:close/>
                <a:moveTo>
                  <a:pt x="1651312" y="1953698"/>
                </a:moveTo>
                <a:lnTo>
                  <a:pt x="1650733" y="1955090"/>
                </a:lnTo>
                <a:lnTo>
                  <a:pt x="1656384" y="1954236"/>
                </a:lnTo>
                <a:lnTo>
                  <a:pt x="1659698" y="1951248"/>
                </a:lnTo>
                <a:lnTo>
                  <a:pt x="1659895" y="1950686"/>
                </a:lnTo>
                <a:close/>
                <a:moveTo>
                  <a:pt x="1830055" y="1553438"/>
                </a:moveTo>
                <a:lnTo>
                  <a:pt x="1830563" y="1555364"/>
                </a:lnTo>
                <a:lnTo>
                  <a:pt x="1835234" y="1552219"/>
                </a:lnTo>
                <a:lnTo>
                  <a:pt x="1835339" y="1552067"/>
                </a:lnTo>
                <a:lnTo>
                  <a:pt x="1834768" y="1552223"/>
                </a:lnTo>
                <a:close/>
                <a:moveTo>
                  <a:pt x="1812696" y="1592246"/>
                </a:moveTo>
                <a:lnTo>
                  <a:pt x="1813089" y="1592910"/>
                </a:lnTo>
                <a:lnTo>
                  <a:pt x="1814244" y="1592710"/>
                </a:lnTo>
                <a:lnTo>
                  <a:pt x="1816258" y="1591270"/>
                </a:lnTo>
                <a:close/>
                <a:moveTo>
                  <a:pt x="1631717" y="1997403"/>
                </a:moveTo>
                <a:lnTo>
                  <a:pt x="1631905" y="1998489"/>
                </a:lnTo>
                <a:lnTo>
                  <a:pt x="1632115" y="1998476"/>
                </a:lnTo>
                <a:lnTo>
                  <a:pt x="1632954" y="1998391"/>
                </a:lnTo>
                <a:lnTo>
                  <a:pt x="1632974" y="1995181"/>
                </a:lnTo>
                <a:close/>
                <a:moveTo>
                  <a:pt x="1775763" y="1674851"/>
                </a:moveTo>
                <a:lnTo>
                  <a:pt x="1775759" y="1675053"/>
                </a:lnTo>
                <a:lnTo>
                  <a:pt x="1775970" y="1674957"/>
                </a:lnTo>
                <a:lnTo>
                  <a:pt x="1775870" y="1674745"/>
                </a:lnTo>
                <a:close/>
                <a:moveTo>
                  <a:pt x="1819087" y="1577802"/>
                </a:moveTo>
                <a:lnTo>
                  <a:pt x="1819435" y="1577671"/>
                </a:lnTo>
                <a:lnTo>
                  <a:pt x="1820649" y="1575911"/>
                </a:lnTo>
                <a:lnTo>
                  <a:pt x="1820316" y="1576028"/>
                </a:lnTo>
                <a:close/>
                <a:moveTo>
                  <a:pt x="1653699" y="1947970"/>
                </a:moveTo>
                <a:lnTo>
                  <a:pt x="1651572" y="1953075"/>
                </a:lnTo>
                <a:lnTo>
                  <a:pt x="1660108" y="1950080"/>
                </a:lnTo>
                <a:lnTo>
                  <a:pt x="1661185" y="1947007"/>
                </a:lnTo>
                <a:close/>
                <a:moveTo>
                  <a:pt x="1631074" y="1998540"/>
                </a:moveTo>
                <a:lnTo>
                  <a:pt x="1631609" y="1998507"/>
                </a:lnTo>
                <a:lnTo>
                  <a:pt x="1631480" y="1997822"/>
                </a:lnTo>
                <a:close/>
                <a:moveTo>
                  <a:pt x="1654281" y="1946572"/>
                </a:moveTo>
                <a:lnTo>
                  <a:pt x="1653862" y="1947577"/>
                </a:lnTo>
                <a:lnTo>
                  <a:pt x="1661322" y="1946619"/>
                </a:lnTo>
                <a:lnTo>
                  <a:pt x="1661973" y="1944761"/>
                </a:lnTo>
                <a:lnTo>
                  <a:pt x="1662030" y="1943279"/>
                </a:lnTo>
                <a:lnTo>
                  <a:pt x="1657896" y="1945128"/>
                </a:lnTo>
                <a:close/>
                <a:moveTo>
                  <a:pt x="1591127" y="2087956"/>
                </a:moveTo>
                <a:lnTo>
                  <a:pt x="1591761" y="2106378"/>
                </a:lnTo>
                <a:lnTo>
                  <a:pt x="1592517" y="2106222"/>
                </a:lnTo>
                <a:lnTo>
                  <a:pt x="1597027" y="2089199"/>
                </a:lnTo>
                <a:close/>
                <a:moveTo>
                  <a:pt x="1748643" y="1735235"/>
                </a:moveTo>
                <a:lnTo>
                  <a:pt x="1751327" y="1734530"/>
                </a:lnTo>
                <a:lnTo>
                  <a:pt x="1751230" y="1734293"/>
                </a:lnTo>
                <a:lnTo>
                  <a:pt x="1750435" y="1733501"/>
                </a:lnTo>
                <a:lnTo>
                  <a:pt x="1750018" y="1733578"/>
                </a:lnTo>
                <a:lnTo>
                  <a:pt x="1749817" y="1733664"/>
                </a:lnTo>
                <a:close/>
                <a:moveTo>
                  <a:pt x="1715707" y="1808916"/>
                </a:moveTo>
                <a:lnTo>
                  <a:pt x="1715849" y="1808922"/>
                </a:lnTo>
                <a:lnTo>
                  <a:pt x="1715985" y="1808775"/>
                </a:lnTo>
                <a:close/>
                <a:moveTo>
                  <a:pt x="1903739" y="1387820"/>
                </a:moveTo>
                <a:lnTo>
                  <a:pt x="1911021" y="1385509"/>
                </a:lnTo>
                <a:lnTo>
                  <a:pt x="1915022" y="1380333"/>
                </a:lnTo>
                <a:lnTo>
                  <a:pt x="1909485" y="1384063"/>
                </a:lnTo>
                <a:close/>
                <a:moveTo>
                  <a:pt x="1805757" y="1607082"/>
                </a:moveTo>
                <a:lnTo>
                  <a:pt x="1805831" y="1607154"/>
                </a:lnTo>
                <a:lnTo>
                  <a:pt x="1805866" y="1607138"/>
                </a:lnTo>
                <a:close/>
                <a:moveTo>
                  <a:pt x="1628891" y="2003062"/>
                </a:moveTo>
                <a:lnTo>
                  <a:pt x="1632571" y="2003634"/>
                </a:lnTo>
                <a:lnTo>
                  <a:pt x="1632218" y="2001753"/>
                </a:lnTo>
                <a:close/>
                <a:moveTo>
                  <a:pt x="1769704" y="1687750"/>
                </a:moveTo>
                <a:lnTo>
                  <a:pt x="1769866" y="1688222"/>
                </a:lnTo>
                <a:lnTo>
                  <a:pt x="1771785" y="1687317"/>
                </a:lnTo>
                <a:close/>
                <a:moveTo>
                  <a:pt x="1607552" y="2050811"/>
                </a:moveTo>
                <a:lnTo>
                  <a:pt x="1607427" y="2051560"/>
                </a:lnTo>
                <a:lnTo>
                  <a:pt x="1607252" y="2052226"/>
                </a:lnTo>
                <a:lnTo>
                  <a:pt x="1606871" y="2058425"/>
                </a:lnTo>
                <a:lnTo>
                  <a:pt x="1609814" y="2058323"/>
                </a:lnTo>
                <a:lnTo>
                  <a:pt x="1611531" y="2058128"/>
                </a:lnTo>
                <a:close/>
                <a:moveTo>
                  <a:pt x="1784258" y="1655018"/>
                </a:moveTo>
                <a:lnTo>
                  <a:pt x="1786532" y="1654453"/>
                </a:lnTo>
                <a:lnTo>
                  <a:pt x="1785959" y="1653307"/>
                </a:lnTo>
                <a:close/>
                <a:moveTo>
                  <a:pt x="1815041" y="1586085"/>
                </a:moveTo>
                <a:lnTo>
                  <a:pt x="1817876" y="1583909"/>
                </a:lnTo>
                <a:lnTo>
                  <a:pt x="1817506" y="1583261"/>
                </a:lnTo>
                <a:lnTo>
                  <a:pt x="1817069" y="1583305"/>
                </a:lnTo>
                <a:lnTo>
                  <a:pt x="1816858" y="1583448"/>
                </a:lnTo>
                <a:close/>
                <a:moveTo>
                  <a:pt x="1629907" y="2000603"/>
                </a:moveTo>
                <a:lnTo>
                  <a:pt x="1631423" y="2000570"/>
                </a:lnTo>
                <a:lnTo>
                  <a:pt x="1631957" y="2000360"/>
                </a:lnTo>
                <a:lnTo>
                  <a:pt x="1631706" y="1999021"/>
                </a:lnTo>
                <a:lnTo>
                  <a:pt x="1630746" y="1999120"/>
                </a:lnTo>
                <a:close/>
                <a:moveTo>
                  <a:pt x="1734489" y="1766421"/>
                </a:moveTo>
                <a:lnTo>
                  <a:pt x="1736823" y="1764899"/>
                </a:lnTo>
                <a:lnTo>
                  <a:pt x="1735982" y="1765076"/>
                </a:lnTo>
                <a:close/>
                <a:moveTo>
                  <a:pt x="1762434" y="1703847"/>
                </a:moveTo>
                <a:lnTo>
                  <a:pt x="1762783" y="1703761"/>
                </a:lnTo>
                <a:lnTo>
                  <a:pt x="1762981" y="1703451"/>
                </a:lnTo>
                <a:lnTo>
                  <a:pt x="1762756" y="1703494"/>
                </a:lnTo>
                <a:close/>
                <a:moveTo>
                  <a:pt x="1760871" y="1707221"/>
                </a:moveTo>
                <a:lnTo>
                  <a:pt x="1760948" y="1707157"/>
                </a:lnTo>
                <a:lnTo>
                  <a:pt x="1763932" y="1704033"/>
                </a:lnTo>
                <a:lnTo>
                  <a:pt x="1762640" y="1704347"/>
                </a:lnTo>
                <a:close/>
                <a:moveTo>
                  <a:pt x="1629497" y="2001328"/>
                </a:moveTo>
                <a:lnTo>
                  <a:pt x="1630585" y="2000900"/>
                </a:lnTo>
                <a:lnTo>
                  <a:pt x="1629728" y="2000918"/>
                </a:lnTo>
                <a:close/>
                <a:moveTo>
                  <a:pt x="1711991" y="1816531"/>
                </a:moveTo>
                <a:lnTo>
                  <a:pt x="1711991" y="1816563"/>
                </a:lnTo>
                <a:lnTo>
                  <a:pt x="1722022" y="1815948"/>
                </a:lnTo>
                <a:lnTo>
                  <a:pt x="1723519" y="1815487"/>
                </a:lnTo>
                <a:lnTo>
                  <a:pt x="1723561" y="1813125"/>
                </a:lnTo>
                <a:lnTo>
                  <a:pt x="1722458" y="1813208"/>
                </a:lnTo>
                <a:lnTo>
                  <a:pt x="1718270" y="1814537"/>
                </a:lnTo>
                <a:lnTo>
                  <a:pt x="1718219" y="1815906"/>
                </a:lnTo>
                <a:lnTo>
                  <a:pt x="1718004" y="1816159"/>
                </a:lnTo>
                <a:lnTo>
                  <a:pt x="1718062" y="1814604"/>
                </a:lnTo>
                <a:close/>
                <a:moveTo>
                  <a:pt x="1869728" y="1463320"/>
                </a:moveTo>
                <a:lnTo>
                  <a:pt x="1886376" y="1456129"/>
                </a:lnTo>
                <a:lnTo>
                  <a:pt x="1900802" y="1449611"/>
                </a:lnTo>
                <a:lnTo>
                  <a:pt x="1902182" y="1447370"/>
                </a:lnTo>
                <a:lnTo>
                  <a:pt x="1902223" y="1447721"/>
                </a:lnTo>
                <a:lnTo>
                  <a:pt x="1901158" y="1449451"/>
                </a:lnTo>
                <a:lnTo>
                  <a:pt x="1907215" y="1446714"/>
                </a:lnTo>
                <a:lnTo>
                  <a:pt x="1914330" y="1441191"/>
                </a:lnTo>
                <a:lnTo>
                  <a:pt x="1912375" y="1439201"/>
                </a:lnTo>
                <a:lnTo>
                  <a:pt x="1898753" y="1444191"/>
                </a:lnTo>
                <a:lnTo>
                  <a:pt x="1893229" y="1446131"/>
                </a:lnTo>
                <a:lnTo>
                  <a:pt x="1872603" y="1461268"/>
                </a:lnTo>
                <a:close/>
                <a:moveTo>
                  <a:pt x="1665035" y="1921647"/>
                </a:moveTo>
                <a:lnTo>
                  <a:pt x="1664981" y="1924632"/>
                </a:lnTo>
                <a:lnTo>
                  <a:pt x="1665255" y="1925400"/>
                </a:lnTo>
                <a:lnTo>
                  <a:pt x="1666240" y="1925237"/>
                </a:lnTo>
                <a:lnTo>
                  <a:pt x="1669385" y="1923626"/>
                </a:lnTo>
                <a:lnTo>
                  <a:pt x="1670646" y="1920031"/>
                </a:lnTo>
                <a:lnTo>
                  <a:pt x="1668604" y="1919929"/>
                </a:lnTo>
                <a:close/>
                <a:moveTo>
                  <a:pt x="1616632" y="2030010"/>
                </a:moveTo>
                <a:lnTo>
                  <a:pt x="1617038" y="2034389"/>
                </a:lnTo>
                <a:lnTo>
                  <a:pt x="1623716" y="2033736"/>
                </a:lnTo>
                <a:lnTo>
                  <a:pt x="1623658" y="2031396"/>
                </a:lnTo>
                <a:close/>
                <a:moveTo>
                  <a:pt x="1741050" y="1751396"/>
                </a:moveTo>
                <a:lnTo>
                  <a:pt x="1741127" y="1751798"/>
                </a:lnTo>
                <a:lnTo>
                  <a:pt x="1742019" y="1751426"/>
                </a:lnTo>
                <a:lnTo>
                  <a:pt x="1741810" y="1751076"/>
                </a:lnTo>
                <a:close/>
                <a:moveTo>
                  <a:pt x="1673901" y="1901625"/>
                </a:moveTo>
                <a:lnTo>
                  <a:pt x="1674374" y="1902899"/>
                </a:lnTo>
                <a:lnTo>
                  <a:pt x="1674842" y="1902807"/>
                </a:lnTo>
                <a:lnTo>
                  <a:pt x="1675129" y="1901503"/>
                </a:lnTo>
                <a:close/>
                <a:moveTo>
                  <a:pt x="1848783" y="1510020"/>
                </a:moveTo>
                <a:lnTo>
                  <a:pt x="1853915" y="1516919"/>
                </a:lnTo>
                <a:lnTo>
                  <a:pt x="1857116" y="1515599"/>
                </a:lnTo>
                <a:lnTo>
                  <a:pt x="1862272" y="1510659"/>
                </a:lnTo>
                <a:lnTo>
                  <a:pt x="1859606" y="1505179"/>
                </a:lnTo>
                <a:close/>
                <a:moveTo>
                  <a:pt x="1740845" y="1751630"/>
                </a:moveTo>
                <a:lnTo>
                  <a:pt x="1740815" y="1751928"/>
                </a:lnTo>
                <a:lnTo>
                  <a:pt x="1740896" y="1751894"/>
                </a:lnTo>
                <a:close/>
                <a:moveTo>
                  <a:pt x="1667538" y="1915739"/>
                </a:moveTo>
                <a:lnTo>
                  <a:pt x="1668786" y="1915617"/>
                </a:lnTo>
                <a:lnTo>
                  <a:pt x="1671555" y="1914496"/>
                </a:lnTo>
                <a:lnTo>
                  <a:pt x="1672355" y="1914067"/>
                </a:lnTo>
                <a:lnTo>
                  <a:pt x="1672562" y="1913131"/>
                </a:lnTo>
                <a:close/>
                <a:moveTo>
                  <a:pt x="1693377" y="1857842"/>
                </a:moveTo>
                <a:lnTo>
                  <a:pt x="1693477" y="1860100"/>
                </a:lnTo>
                <a:lnTo>
                  <a:pt x="1694780" y="1859748"/>
                </a:lnTo>
                <a:lnTo>
                  <a:pt x="1694299" y="1857783"/>
                </a:lnTo>
                <a:lnTo>
                  <a:pt x="1693432" y="1857801"/>
                </a:lnTo>
                <a:close/>
                <a:moveTo>
                  <a:pt x="1686950" y="1872216"/>
                </a:moveTo>
                <a:lnTo>
                  <a:pt x="1686260" y="1875342"/>
                </a:lnTo>
                <a:lnTo>
                  <a:pt x="1687054" y="1875030"/>
                </a:lnTo>
                <a:lnTo>
                  <a:pt x="1687111" y="1872785"/>
                </a:lnTo>
                <a:lnTo>
                  <a:pt x="1687018" y="1872217"/>
                </a:lnTo>
                <a:close/>
                <a:moveTo>
                  <a:pt x="1874375" y="1452445"/>
                </a:moveTo>
                <a:lnTo>
                  <a:pt x="1893608" y="1445691"/>
                </a:lnTo>
                <a:lnTo>
                  <a:pt x="1893822" y="1445535"/>
                </a:lnTo>
                <a:lnTo>
                  <a:pt x="1893797" y="1445625"/>
                </a:lnTo>
                <a:lnTo>
                  <a:pt x="1909834" y="1439993"/>
                </a:lnTo>
                <a:lnTo>
                  <a:pt x="1912275" y="1439099"/>
                </a:lnTo>
                <a:lnTo>
                  <a:pt x="1905443" y="1432143"/>
                </a:lnTo>
                <a:lnTo>
                  <a:pt x="1888775" y="1443187"/>
                </a:lnTo>
                <a:close/>
                <a:moveTo>
                  <a:pt x="1730691" y="1773981"/>
                </a:moveTo>
                <a:lnTo>
                  <a:pt x="1730801" y="1774928"/>
                </a:lnTo>
                <a:lnTo>
                  <a:pt x="1731166" y="1774787"/>
                </a:lnTo>
                <a:lnTo>
                  <a:pt x="1731037" y="1773736"/>
                </a:lnTo>
                <a:close/>
                <a:moveTo>
                  <a:pt x="1765327" y="1696346"/>
                </a:moveTo>
                <a:lnTo>
                  <a:pt x="1766090" y="1696198"/>
                </a:lnTo>
                <a:lnTo>
                  <a:pt x="1765872" y="1695920"/>
                </a:lnTo>
                <a:close/>
                <a:moveTo>
                  <a:pt x="1813680" y="1588059"/>
                </a:moveTo>
                <a:lnTo>
                  <a:pt x="1819134" y="1586110"/>
                </a:lnTo>
                <a:lnTo>
                  <a:pt x="1818633" y="1585233"/>
                </a:lnTo>
                <a:lnTo>
                  <a:pt x="1814935" y="1586775"/>
                </a:lnTo>
                <a:lnTo>
                  <a:pt x="1814147" y="1587381"/>
                </a:lnTo>
                <a:close/>
                <a:moveTo>
                  <a:pt x="1800960" y="1616515"/>
                </a:moveTo>
                <a:lnTo>
                  <a:pt x="1802010" y="1616204"/>
                </a:lnTo>
                <a:lnTo>
                  <a:pt x="1802601" y="1615453"/>
                </a:lnTo>
                <a:lnTo>
                  <a:pt x="1802072" y="1615844"/>
                </a:lnTo>
                <a:close/>
                <a:moveTo>
                  <a:pt x="1816672" y="1581292"/>
                </a:moveTo>
                <a:lnTo>
                  <a:pt x="1816750" y="1581427"/>
                </a:lnTo>
                <a:lnTo>
                  <a:pt x="1816892" y="1581362"/>
                </a:lnTo>
                <a:lnTo>
                  <a:pt x="1819214" y="1577993"/>
                </a:lnTo>
                <a:lnTo>
                  <a:pt x="1818866" y="1578124"/>
                </a:lnTo>
                <a:close/>
                <a:moveTo>
                  <a:pt x="1658607" y="1935178"/>
                </a:moveTo>
                <a:lnTo>
                  <a:pt x="1658048" y="1937529"/>
                </a:lnTo>
                <a:lnTo>
                  <a:pt x="1655159" y="1944465"/>
                </a:lnTo>
                <a:lnTo>
                  <a:pt x="1658619" y="1943127"/>
                </a:lnTo>
                <a:lnTo>
                  <a:pt x="1662105" y="1941360"/>
                </a:lnTo>
                <a:lnTo>
                  <a:pt x="1662426" y="1933095"/>
                </a:lnTo>
                <a:close/>
                <a:moveTo>
                  <a:pt x="1816496" y="1581546"/>
                </a:moveTo>
                <a:lnTo>
                  <a:pt x="1816515" y="1581537"/>
                </a:lnTo>
                <a:lnTo>
                  <a:pt x="1816509" y="1581528"/>
                </a:lnTo>
                <a:close/>
                <a:moveTo>
                  <a:pt x="1797664" y="1623632"/>
                </a:moveTo>
                <a:lnTo>
                  <a:pt x="1806197" y="1619920"/>
                </a:lnTo>
                <a:lnTo>
                  <a:pt x="1813205" y="1614719"/>
                </a:lnTo>
                <a:lnTo>
                  <a:pt x="1812106" y="1613656"/>
                </a:lnTo>
                <a:lnTo>
                  <a:pt x="1811362" y="1613887"/>
                </a:lnTo>
                <a:lnTo>
                  <a:pt x="1810340" y="1614524"/>
                </a:lnTo>
                <a:lnTo>
                  <a:pt x="1810853" y="1614494"/>
                </a:lnTo>
                <a:lnTo>
                  <a:pt x="1810673" y="1614685"/>
                </a:lnTo>
                <a:lnTo>
                  <a:pt x="1810022" y="1614722"/>
                </a:lnTo>
                <a:lnTo>
                  <a:pt x="1799631" y="1621199"/>
                </a:lnTo>
                <a:close/>
                <a:moveTo>
                  <a:pt x="1616890" y="2028399"/>
                </a:moveTo>
                <a:lnTo>
                  <a:pt x="1623617" y="2029726"/>
                </a:lnTo>
                <a:lnTo>
                  <a:pt x="1623576" y="2028107"/>
                </a:lnTo>
                <a:close/>
                <a:moveTo>
                  <a:pt x="1665056" y="1920524"/>
                </a:moveTo>
                <a:lnTo>
                  <a:pt x="1665045" y="1921148"/>
                </a:lnTo>
                <a:lnTo>
                  <a:pt x="1667337" y="1920044"/>
                </a:lnTo>
                <a:close/>
                <a:moveTo>
                  <a:pt x="1731819" y="1771014"/>
                </a:moveTo>
                <a:lnTo>
                  <a:pt x="1731862" y="1771249"/>
                </a:lnTo>
                <a:lnTo>
                  <a:pt x="1731914" y="1771546"/>
                </a:lnTo>
                <a:lnTo>
                  <a:pt x="1735582" y="1768948"/>
                </a:lnTo>
                <a:lnTo>
                  <a:pt x="1736222" y="1768082"/>
                </a:lnTo>
                <a:lnTo>
                  <a:pt x="1735345" y="1768462"/>
                </a:lnTo>
                <a:lnTo>
                  <a:pt x="1734628" y="1769017"/>
                </a:lnTo>
                <a:close/>
                <a:moveTo>
                  <a:pt x="1711975" y="1815249"/>
                </a:moveTo>
                <a:lnTo>
                  <a:pt x="1711984" y="1816056"/>
                </a:lnTo>
                <a:lnTo>
                  <a:pt x="1713536" y="1815631"/>
                </a:lnTo>
                <a:lnTo>
                  <a:pt x="1718077" y="1814189"/>
                </a:lnTo>
                <a:lnTo>
                  <a:pt x="1718101" y="1813534"/>
                </a:lnTo>
                <a:lnTo>
                  <a:pt x="1716826" y="1813631"/>
                </a:lnTo>
                <a:close/>
                <a:moveTo>
                  <a:pt x="1754482" y="1720060"/>
                </a:moveTo>
                <a:lnTo>
                  <a:pt x="1754580" y="1720345"/>
                </a:lnTo>
                <a:lnTo>
                  <a:pt x="1755001" y="1720088"/>
                </a:lnTo>
                <a:lnTo>
                  <a:pt x="1755107" y="1719454"/>
                </a:lnTo>
                <a:close/>
                <a:moveTo>
                  <a:pt x="1578976" y="2112971"/>
                </a:moveTo>
                <a:lnTo>
                  <a:pt x="1579416" y="2115405"/>
                </a:lnTo>
                <a:lnTo>
                  <a:pt x="1590262" y="2112783"/>
                </a:lnTo>
                <a:lnTo>
                  <a:pt x="1590367" y="2112565"/>
                </a:lnTo>
                <a:lnTo>
                  <a:pt x="1581308" y="2111945"/>
                </a:lnTo>
                <a:close/>
                <a:moveTo>
                  <a:pt x="1623430" y="2013269"/>
                </a:moveTo>
                <a:lnTo>
                  <a:pt x="1623449" y="2014019"/>
                </a:lnTo>
                <a:lnTo>
                  <a:pt x="1624730" y="2013044"/>
                </a:lnTo>
                <a:close/>
                <a:moveTo>
                  <a:pt x="1713589" y="1811384"/>
                </a:moveTo>
                <a:lnTo>
                  <a:pt x="1715673" y="1809114"/>
                </a:lnTo>
                <a:lnTo>
                  <a:pt x="1715450" y="1809104"/>
                </a:lnTo>
                <a:close/>
                <a:moveTo>
                  <a:pt x="1815519" y="1582958"/>
                </a:moveTo>
                <a:lnTo>
                  <a:pt x="1815812" y="1582928"/>
                </a:lnTo>
                <a:lnTo>
                  <a:pt x="1816633" y="1581737"/>
                </a:lnTo>
                <a:lnTo>
                  <a:pt x="1816589" y="1581663"/>
                </a:lnTo>
                <a:lnTo>
                  <a:pt x="1816333" y="1581783"/>
                </a:lnTo>
                <a:close/>
                <a:moveTo>
                  <a:pt x="1810904" y="1593289"/>
                </a:moveTo>
                <a:lnTo>
                  <a:pt x="1812430" y="1593024"/>
                </a:lnTo>
                <a:lnTo>
                  <a:pt x="1812071" y="1592418"/>
                </a:lnTo>
                <a:lnTo>
                  <a:pt x="1811558" y="1592558"/>
                </a:lnTo>
                <a:close/>
                <a:moveTo>
                  <a:pt x="1665070" y="1919754"/>
                </a:moveTo>
                <a:lnTo>
                  <a:pt x="1665060" y="1920346"/>
                </a:lnTo>
                <a:lnTo>
                  <a:pt x="1667335" y="1919867"/>
                </a:lnTo>
                <a:close/>
                <a:moveTo>
                  <a:pt x="1659091" y="1933138"/>
                </a:moveTo>
                <a:lnTo>
                  <a:pt x="1658815" y="1934303"/>
                </a:lnTo>
                <a:lnTo>
                  <a:pt x="1662457" y="1932316"/>
                </a:lnTo>
                <a:lnTo>
                  <a:pt x="1662492" y="1931396"/>
                </a:lnTo>
                <a:close/>
                <a:moveTo>
                  <a:pt x="1712719" y="1813013"/>
                </a:moveTo>
                <a:lnTo>
                  <a:pt x="1718189" y="1811188"/>
                </a:lnTo>
                <a:lnTo>
                  <a:pt x="1718261" y="1809240"/>
                </a:lnTo>
                <a:lnTo>
                  <a:pt x="1716273" y="1809144"/>
                </a:lnTo>
                <a:close/>
                <a:moveTo>
                  <a:pt x="1830511" y="1549204"/>
                </a:moveTo>
                <a:lnTo>
                  <a:pt x="1834900" y="1548739"/>
                </a:lnTo>
                <a:lnTo>
                  <a:pt x="1833984" y="1546908"/>
                </a:lnTo>
                <a:lnTo>
                  <a:pt x="1832936" y="1547334"/>
                </a:lnTo>
                <a:close/>
                <a:moveTo>
                  <a:pt x="1848266" y="1509325"/>
                </a:moveTo>
                <a:lnTo>
                  <a:pt x="1848270" y="1509331"/>
                </a:lnTo>
                <a:lnTo>
                  <a:pt x="1859250" y="1504445"/>
                </a:lnTo>
                <a:lnTo>
                  <a:pt x="1857941" y="1501754"/>
                </a:lnTo>
                <a:close/>
                <a:moveTo>
                  <a:pt x="1812013" y="1590477"/>
                </a:moveTo>
                <a:lnTo>
                  <a:pt x="1812834" y="1590317"/>
                </a:lnTo>
                <a:lnTo>
                  <a:pt x="1817056" y="1587511"/>
                </a:lnTo>
                <a:lnTo>
                  <a:pt x="1813078" y="1588932"/>
                </a:lnTo>
                <a:close/>
                <a:moveTo>
                  <a:pt x="1760297" y="1706181"/>
                </a:moveTo>
                <a:lnTo>
                  <a:pt x="1759838" y="1708070"/>
                </a:lnTo>
                <a:lnTo>
                  <a:pt x="1760280" y="1707707"/>
                </a:lnTo>
                <a:lnTo>
                  <a:pt x="1762370" y="1704413"/>
                </a:lnTo>
                <a:lnTo>
                  <a:pt x="1761785" y="1704555"/>
                </a:lnTo>
                <a:close/>
                <a:moveTo>
                  <a:pt x="1755263" y="1717406"/>
                </a:moveTo>
                <a:lnTo>
                  <a:pt x="1755397" y="1717288"/>
                </a:lnTo>
                <a:lnTo>
                  <a:pt x="1755394" y="1717268"/>
                </a:lnTo>
                <a:close/>
                <a:moveTo>
                  <a:pt x="1753013" y="1722438"/>
                </a:moveTo>
                <a:lnTo>
                  <a:pt x="1754036" y="1725864"/>
                </a:lnTo>
                <a:lnTo>
                  <a:pt x="1754113" y="1725406"/>
                </a:lnTo>
                <a:lnTo>
                  <a:pt x="1753078" y="1722395"/>
                </a:lnTo>
                <a:close/>
                <a:moveTo>
                  <a:pt x="1695317" y="1851550"/>
                </a:moveTo>
                <a:lnTo>
                  <a:pt x="1695689" y="1852529"/>
                </a:lnTo>
                <a:lnTo>
                  <a:pt x="1698392" y="1851764"/>
                </a:lnTo>
                <a:lnTo>
                  <a:pt x="1700386" y="1850882"/>
                </a:lnTo>
                <a:lnTo>
                  <a:pt x="1703358" y="1848618"/>
                </a:lnTo>
                <a:lnTo>
                  <a:pt x="1702643" y="1845524"/>
                </a:lnTo>
                <a:lnTo>
                  <a:pt x="1701958" y="1845527"/>
                </a:lnTo>
                <a:close/>
                <a:moveTo>
                  <a:pt x="1620517" y="2019036"/>
                </a:moveTo>
                <a:lnTo>
                  <a:pt x="1622814" y="2018322"/>
                </a:lnTo>
                <a:lnTo>
                  <a:pt x="1621189" y="2018524"/>
                </a:lnTo>
                <a:close/>
                <a:moveTo>
                  <a:pt x="1624348" y="2010430"/>
                </a:moveTo>
                <a:lnTo>
                  <a:pt x="1627294" y="2011092"/>
                </a:lnTo>
                <a:lnTo>
                  <a:pt x="1632903" y="2006820"/>
                </a:lnTo>
                <a:lnTo>
                  <a:pt x="1632911" y="2005513"/>
                </a:lnTo>
                <a:lnTo>
                  <a:pt x="1632838" y="2005091"/>
                </a:lnTo>
                <a:lnTo>
                  <a:pt x="1627810" y="2004310"/>
                </a:lnTo>
                <a:close/>
                <a:moveTo>
                  <a:pt x="1741957" y="1747046"/>
                </a:moveTo>
                <a:lnTo>
                  <a:pt x="1742640" y="1748399"/>
                </a:lnTo>
                <a:lnTo>
                  <a:pt x="1749013" y="1746581"/>
                </a:lnTo>
                <a:lnTo>
                  <a:pt x="1749038" y="1746571"/>
                </a:lnTo>
                <a:lnTo>
                  <a:pt x="1749650" y="1744053"/>
                </a:lnTo>
                <a:lnTo>
                  <a:pt x="1748615" y="1743949"/>
                </a:lnTo>
                <a:close/>
                <a:moveTo>
                  <a:pt x="1794620" y="1629084"/>
                </a:moveTo>
                <a:lnTo>
                  <a:pt x="1794820" y="1629634"/>
                </a:lnTo>
                <a:lnTo>
                  <a:pt x="1809510" y="1619220"/>
                </a:lnTo>
                <a:lnTo>
                  <a:pt x="1805652" y="1620898"/>
                </a:lnTo>
                <a:lnTo>
                  <a:pt x="1798659" y="1626086"/>
                </a:lnTo>
                <a:lnTo>
                  <a:pt x="1798617" y="1626218"/>
                </a:lnTo>
                <a:lnTo>
                  <a:pt x="1797157" y="1627202"/>
                </a:lnTo>
                <a:close/>
                <a:moveTo>
                  <a:pt x="1828113" y="1553939"/>
                </a:moveTo>
                <a:lnTo>
                  <a:pt x="1828947" y="1556453"/>
                </a:lnTo>
                <a:lnTo>
                  <a:pt x="1829410" y="1556141"/>
                </a:lnTo>
                <a:lnTo>
                  <a:pt x="1828784" y="1553766"/>
                </a:lnTo>
                <a:close/>
                <a:moveTo>
                  <a:pt x="1743565" y="1743159"/>
                </a:moveTo>
                <a:lnTo>
                  <a:pt x="1748461" y="1743718"/>
                </a:lnTo>
                <a:lnTo>
                  <a:pt x="1749894" y="1743052"/>
                </a:lnTo>
                <a:lnTo>
                  <a:pt x="1751185" y="1737744"/>
                </a:lnTo>
                <a:close/>
                <a:moveTo>
                  <a:pt x="1623401" y="2012105"/>
                </a:moveTo>
                <a:lnTo>
                  <a:pt x="1623420" y="2012873"/>
                </a:lnTo>
                <a:lnTo>
                  <a:pt x="1625406" y="2012529"/>
                </a:lnTo>
                <a:lnTo>
                  <a:pt x="1626667" y="2011569"/>
                </a:lnTo>
                <a:lnTo>
                  <a:pt x="1624019" y="2011013"/>
                </a:lnTo>
                <a:close/>
                <a:moveTo>
                  <a:pt x="1608410" y="2045671"/>
                </a:moveTo>
                <a:lnTo>
                  <a:pt x="1607588" y="2050596"/>
                </a:lnTo>
                <a:lnTo>
                  <a:pt x="1611675" y="2058112"/>
                </a:lnTo>
                <a:lnTo>
                  <a:pt x="1614280" y="2057816"/>
                </a:lnTo>
                <a:lnTo>
                  <a:pt x="1614092" y="2058040"/>
                </a:lnTo>
                <a:lnTo>
                  <a:pt x="1612373" y="2058235"/>
                </a:lnTo>
                <a:lnTo>
                  <a:pt x="1616403" y="2058097"/>
                </a:lnTo>
                <a:lnTo>
                  <a:pt x="1618407" y="2053490"/>
                </a:lnTo>
                <a:lnTo>
                  <a:pt x="1617678" y="2045615"/>
                </a:lnTo>
                <a:lnTo>
                  <a:pt x="1612443" y="2044043"/>
                </a:lnTo>
                <a:lnTo>
                  <a:pt x="1611081" y="2044046"/>
                </a:lnTo>
                <a:close/>
                <a:moveTo>
                  <a:pt x="1814160" y="1584922"/>
                </a:moveTo>
                <a:lnTo>
                  <a:pt x="1814668" y="1584588"/>
                </a:lnTo>
                <a:lnTo>
                  <a:pt x="1815437" y="1583473"/>
                </a:lnTo>
                <a:lnTo>
                  <a:pt x="1815143" y="1583502"/>
                </a:lnTo>
                <a:close/>
                <a:moveTo>
                  <a:pt x="1665090" y="1918685"/>
                </a:moveTo>
                <a:lnTo>
                  <a:pt x="1665082" y="1919130"/>
                </a:lnTo>
                <a:lnTo>
                  <a:pt x="1668849" y="1919317"/>
                </a:lnTo>
                <a:lnTo>
                  <a:pt x="1671312" y="1918131"/>
                </a:lnTo>
                <a:lnTo>
                  <a:pt x="1671702" y="1917021"/>
                </a:lnTo>
                <a:lnTo>
                  <a:pt x="1671738" y="1916854"/>
                </a:lnTo>
                <a:close/>
                <a:moveTo>
                  <a:pt x="1688052" y="1867223"/>
                </a:moveTo>
                <a:lnTo>
                  <a:pt x="1687979" y="1867550"/>
                </a:lnTo>
                <a:lnTo>
                  <a:pt x="1691081" y="1865520"/>
                </a:lnTo>
                <a:lnTo>
                  <a:pt x="1691079" y="1865502"/>
                </a:lnTo>
                <a:close/>
                <a:moveTo>
                  <a:pt x="1743758" y="1742475"/>
                </a:moveTo>
                <a:lnTo>
                  <a:pt x="1751300" y="1737270"/>
                </a:lnTo>
                <a:lnTo>
                  <a:pt x="1751730" y="1735502"/>
                </a:lnTo>
                <a:lnTo>
                  <a:pt x="1751557" y="1735084"/>
                </a:lnTo>
                <a:lnTo>
                  <a:pt x="1751138" y="1735200"/>
                </a:lnTo>
                <a:lnTo>
                  <a:pt x="1748112" y="1735994"/>
                </a:lnTo>
                <a:close/>
                <a:moveTo>
                  <a:pt x="1665237" y="1918243"/>
                </a:moveTo>
                <a:lnTo>
                  <a:pt x="1671810" y="1916530"/>
                </a:lnTo>
                <a:lnTo>
                  <a:pt x="1671933" y="1915976"/>
                </a:lnTo>
                <a:lnTo>
                  <a:pt x="1668924" y="1916270"/>
                </a:lnTo>
                <a:close/>
                <a:moveTo>
                  <a:pt x="1794228" y="1629376"/>
                </a:moveTo>
                <a:lnTo>
                  <a:pt x="1794465" y="1629887"/>
                </a:lnTo>
                <a:lnTo>
                  <a:pt x="1794618" y="1629778"/>
                </a:lnTo>
                <a:lnTo>
                  <a:pt x="1794419" y="1629233"/>
                </a:lnTo>
                <a:close/>
                <a:moveTo>
                  <a:pt x="1622917" y="2012961"/>
                </a:moveTo>
                <a:lnTo>
                  <a:pt x="1623199" y="2012912"/>
                </a:lnTo>
                <a:lnTo>
                  <a:pt x="1623189" y="2012481"/>
                </a:lnTo>
                <a:close/>
                <a:moveTo>
                  <a:pt x="1578759" y="2111771"/>
                </a:moveTo>
                <a:lnTo>
                  <a:pt x="1578903" y="2112573"/>
                </a:lnTo>
                <a:lnTo>
                  <a:pt x="1580460" y="2111888"/>
                </a:lnTo>
                <a:close/>
                <a:moveTo>
                  <a:pt x="1730457" y="1771982"/>
                </a:moveTo>
                <a:lnTo>
                  <a:pt x="1730522" y="1772531"/>
                </a:lnTo>
                <a:lnTo>
                  <a:pt x="1730859" y="1772292"/>
                </a:lnTo>
                <a:lnTo>
                  <a:pt x="1730791" y="1771745"/>
                </a:lnTo>
                <a:close/>
                <a:moveTo>
                  <a:pt x="1819571" y="1572369"/>
                </a:moveTo>
                <a:lnTo>
                  <a:pt x="1821144" y="1571816"/>
                </a:lnTo>
                <a:lnTo>
                  <a:pt x="1820994" y="1571521"/>
                </a:lnTo>
                <a:close/>
                <a:moveTo>
                  <a:pt x="1788430" y="1641954"/>
                </a:moveTo>
                <a:lnTo>
                  <a:pt x="1796350" y="1640553"/>
                </a:lnTo>
                <a:lnTo>
                  <a:pt x="1798208" y="1638686"/>
                </a:lnTo>
                <a:lnTo>
                  <a:pt x="1795273" y="1632341"/>
                </a:lnTo>
                <a:close/>
                <a:moveTo>
                  <a:pt x="1835247" y="1537092"/>
                </a:moveTo>
                <a:lnTo>
                  <a:pt x="1839249" y="1536488"/>
                </a:lnTo>
                <a:lnTo>
                  <a:pt x="1841081" y="1536184"/>
                </a:lnTo>
                <a:lnTo>
                  <a:pt x="1842898" y="1534816"/>
                </a:lnTo>
                <a:lnTo>
                  <a:pt x="1845117" y="1532877"/>
                </a:lnTo>
                <a:lnTo>
                  <a:pt x="1842438" y="1530204"/>
                </a:lnTo>
                <a:close/>
                <a:moveTo>
                  <a:pt x="1768938" y="1685519"/>
                </a:moveTo>
                <a:lnTo>
                  <a:pt x="1769492" y="1687134"/>
                </a:lnTo>
                <a:lnTo>
                  <a:pt x="1772752" y="1686462"/>
                </a:lnTo>
                <a:lnTo>
                  <a:pt x="1772794" y="1684159"/>
                </a:lnTo>
                <a:close/>
                <a:moveTo>
                  <a:pt x="1766623" y="1690698"/>
                </a:moveTo>
                <a:lnTo>
                  <a:pt x="1767212" y="1693961"/>
                </a:lnTo>
                <a:lnTo>
                  <a:pt x="1769433" y="1692237"/>
                </a:lnTo>
                <a:lnTo>
                  <a:pt x="1768304" y="1689905"/>
                </a:lnTo>
                <a:close/>
                <a:moveTo>
                  <a:pt x="1760718" y="1703889"/>
                </a:moveTo>
                <a:lnTo>
                  <a:pt x="1760653" y="1704279"/>
                </a:lnTo>
                <a:lnTo>
                  <a:pt x="1761083" y="1704175"/>
                </a:lnTo>
                <a:lnTo>
                  <a:pt x="1761521" y="1703733"/>
                </a:lnTo>
                <a:close/>
                <a:moveTo>
                  <a:pt x="1784705" y="1650102"/>
                </a:moveTo>
                <a:lnTo>
                  <a:pt x="1785407" y="1651554"/>
                </a:lnTo>
                <a:lnTo>
                  <a:pt x="1787407" y="1649543"/>
                </a:lnTo>
                <a:lnTo>
                  <a:pt x="1787302" y="1649436"/>
                </a:lnTo>
                <a:close/>
                <a:moveTo>
                  <a:pt x="1731492" y="1769255"/>
                </a:moveTo>
                <a:lnTo>
                  <a:pt x="1731576" y="1769707"/>
                </a:lnTo>
                <a:lnTo>
                  <a:pt x="1731780" y="1769622"/>
                </a:lnTo>
                <a:lnTo>
                  <a:pt x="1734471" y="1767709"/>
                </a:lnTo>
                <a:close/>
                <a:moveTo>
                  <a:pt x="1809963" y="1593452"/>
                </a:moveTo>
                <a:lnTo>
                  <a:pt x="1810713" y="1593323"/>
                </a:lnTo>
                <a:lnTo>
                  <a:pt x="1811343" y="1592617"/>
                </a:lnTo>
                <a:lnTo>
                  <a:pt x="1810351" y="1592889"/>
                </a:lnTo>
                <a:close/>
                <a:moveTo>
                  <a:pt x="1621463" y="2015531"/>
                </a:moveTo>
                <a:lnTo>
                  <a:pt x="1623231" y="2014185"/>
                </a:lnTo>
                <a:lnTo>
                  <a:pt x="1623209" y="2013307"/>
                </a:lnTo>
                <a:lnTo>
                  <a:pt x="1622668" y="2013401"/>
                </a:lnTo>
                <a:close/>
                <a:moveTo>
                  <a:pt x="1829204" y="1550212"/>
                </a:moveTo>
                <a:lnTo>
                  <a:pt x="1829918" y="1552921"/>
                </a:lnTo>
                <a:lnTo>
                  <a:pt x="1835799" y="1551403"/>
                </a:lnTo>
                <a:lnTo>
                  <a:pt x="1836049" y="1551041"/>
                </a:lnTo>
                <a:lnTo>
                  <a:pt x="1835051" y="1549044"/>
                </a:lnTo>
                <a:lnTo>
                  <a:pt x="1829920" y="1549659"/>
                </a:lnTo>
                <a:close/>
                <a:moveTo>
                  <a:pt x="1665113" y="1917438"/>
                </a:moveTo>
                <a:lnTo>
                  <a:pt x="1665103" y="1917948"/>
                </a:lnTo>
                <a:lnTo>
                  <a:pt x="1668086" y="1916352"/>
                </a:lnTo>
                <a:lnTo>
                  <a:pt x="1667702" y="1916389"/>
                </a:lnTo>
                <a:close/>
                <a:moveTo>
                  <a:pt x="1688585" y="1864808"/>
                </a:moveTo>
                <a:lnTo>
                  <a:pt x="1688460" y="1865372"/>
                </a:lnTo>
                <a:lnTo>
                  <a:pt x="1690993" y="1863933"/>
                </a:lnTo>
                <a:lnTo>
                  <a:pt x="1690974" y="1863591"/>
                </a:lnTo>
                <a:close/>
                <a:moveTo>
                  <a:pt x="1812478" y="1587351"/>
                </a:moveTo>
                <a:lnTo>
                  <a:pt x="1812878" y="1587185"/>
                </a:lnTo>
                <a:lnTo>
                  <a:pt x="1814229" y="1585225"/>
                </a:lnTo>
                <a:lnTo>
                  <a:pt x="1813706" y="1585579"/>
                </a:lnTo>
                <a:close/>
                <a:moveTo>
                  <a:pt x="1662563" y="1922838"/>
                </a:moveTo>
                <a:lnTo>
                  <a:pt x="1662807" y="1923294"/>
                </a:lnTo>
                <a:lnTo>
                  <a:pt x="1662830" y="1922709"/>
                </a:lnTo>
                <a:close/>
                <a:moveTo>
                  <a:pt x="1794244" y="1627863"/>
                </a:moveTo>
                <a:lnTo>
                  <a:pt x="1801065" y="1623729"/>
                </a:lnTo>
                <a:lnTo>
                  <a:pt x="1803786" y="1621709"/>
                </a:lnTo>
                <a:lnTo>
                  <a:pt x="1796741" y="1624773"/>
                </a:lnTo>
                <a:close/>
                <a:moveTo>
                  <a:pt x="1665121" y="1916993"/>
                </a:moveTo>
                <a:lnTo>
                  <a:pt x="1665119" y="1917101"/>
                </a:lnTo>
                <a:lnTo>
                  <a:pt x="1666615" y="1916496"/>
                </a:lnTo>
                <a:lnTo>
                  <a:pt x="1665954" y="1916560"/>
                </a:lnTo>
                <a:close/>
                <a:moveTo>
                  <a:pt x="1608862" y="2042968"/>
                </a:moveTo>
                <a:lnTo>
                  <a:pt x="1608702" y="2043921"/>
                </a:lnTo>
                <a:lnTo>
                  <a:pt x="1608748" y="2043921"/>
                </a:lnTo>
                <a:lnTo>
                  <a:pt x="1609834" y="2043260"/>
                </a:lnTo>
                <a:close/>
                <a:moveTo>
                  <a:pt x="1804171" y="1605548"/>
                </a:moveTo>
                <a:lnTo>
                  <a:pt x="1804823" y="1606178"/>
                </a:lnTo>
                <a:lnTo>
                  <a:pt x="1806309" y="1606943"/>
                </a:lnTo>
                <a:lnTo>
                  <a:pt x="1810856" y="1604950"/>
                </a:lnTo>
                <a:lnTo>
                  <a:pt x="1812834" y="1602434"/>
                </a:lnTo>
                <a:close/>
                <a:moveTo>
                  <a:pt x="1741421" y="1745954"/>
                </a:moveTo>
                <a:lnTo>
                  <a:pt x="1741419" y="1745981"/>
                </a:lnTo>
                <a:lnTo>
                  <a:pt x="1741832" y="1746800"/>
                </a:lnTo>
                <a:lnTo>
                  <a:pt x="1748079" y="1743895"/>
                </a:lnTo>
                <a:lnTo>
                  <a:pt x="1743215" y="1743408"/>
                </a:lnTo>
                <a:lnTo>
                  <a:pt x="1743056" y="1743521"/>
                </a:lnTo>
                <a:close/>
                <a:moveTo>
                  <a:pt x="1786725" y="1644348"/>
                </a:moveTo>
                <a:lnTo>
                  <a:pt x="1794236" y="1642679"/>
                </a:lnTo>
                <a:lnTo>
                  <a:pt x="1795389" y="1641520"/>
                </a:lnTo>
                <a:lnTo>
                  <a:pt x="1787275" y="1643575"/>
                </a:lnTo>
                <a:close/>
                <a:moveTo>
                  <a:pt x="1832166" y="1542575"/>
                </a:moveTo>
                <a:lnTo>
                  <a:pt x="1832283" y="1542810"/>
                </a:lnTo>
                <a:lnTo>
                  <a:pt x="1832393" y="1542727"/>
                </a:lnTo>
                <a:close/>
                <a:moveTo>
                  <a:pt x="1730303" y="1770652"/>
                </a:moveTo>
                <a:lnTo>
                  <a:pt x="1730304" y="1770670"/>
                </a:lnTo>
                <a:lnTo>
                  <a:pt x="1730376" y="1770620"/>
                </a:lnTo>
                <a:close/>
                <a:moveTo>
                  <a:pt x="1660651" y="1926569"/>
                </a:moveTo>
                <a:lnTo>
                  <a:pt x="1660237" y="1928312"/>
                </a:lnTo>
                <a:lnTo>
                  <a:pt x="1662660" y="1927071"/>
                </a:lnTo>
                <a:lnTo>
                  <a:pt x="1662693" y="1926232"/>
                </a:lnTo>
                <a:close/>
                <a:moveTo>
                  <a:pt x="1811444" y="1588847"/>
                </a:moveTo>
                <a:lnTo>
                  <a:pt x="1812057" y="1588376"/>
                </a:lnTo>
                <a:lnTo>
                  <a:pt x="1812445" y="1587813"/>
                </a:lnTo>
                <a:lnTo>
                  <a:pt x="1812043" y="1587979"/>
                </a:lnTo>
                <a:close/>
                <a:moveTo>
                  <a:pt x="1751178" y="1723639"/>
                </a:moveTo>
                <a:lnTo>
                  <a:pt x="1751623" y="1727522"/>
                </a:lnTo>
                <a:lnTo>
                  <a:pt x="1752181" y="1728867"/>
                </a:lnTo>
                <a:lnTo>
                  <a:pt x="1753105" y="1727630"/>
                </a:lnTo>
                <a:lnTo>
                  <a:pt x="1751796" y="1723249"/>
                </a:lnTo>
                <a:lnTo>
                  <a:pt x="1751573" y="1723398"/>
                </a:lnTo>
                <a:close/>
                <a:moveTo>
                  <a:pt x="1803834" y="1605669"/>
                </a:moveTo>
                <a:lnTo>
                  <a:pt x="1803871" y="1605688"/>
                </a:lnTo>
                <a:lnTo>
                  <a:pt x="1803847" y="1605664"/>
                </a:lnTo>
                <a:close/>
                <a:moveTo>
                  <a:pt x="1815570" y="1579364"/>
                </a:moveTo>
                <a:lnTo>
                  <a:pt x="1815967" y="1580059"/>
                </a:lnTo>
                <a:lnTo>
                  <a:pt x="1816758" y="1578916"/>
                </a:lnTo>
                <a:close/>
                <a:moveTo>
                  <a:pt x="1890526" y="1411435"/>
                </a:moveTo>
                <a:lnTo>
                  <a:pt x="1898460" y="1402692"/>
                </a:lnTo>
                <a:lnTo>
                  <a:pt x="1914451" y="1384589"/>
                </a:lnTo>
                <a:lnTo>
                  <a:pt x="1911982" y="1385410"/>
                </a:lnTo>
                <a:close/>
                <a:moveTo>
                  <a:pt x="1807826" y="1596553"/>
                </a:moveTo>
                <a:lnTo>
                  <a:pt x="1810293" y="1593793"/>
                </a:lnTo>
                <a:lnTo>
                  <a:pt x="1809652" y="1593903"/>
                </a:lnTo>
                <a:close/>
                <a:moveTo>
                  <a:pt x="1730254" y="1770238"/>
                </a:moveTo>
                <a:lnTo>
                  <a:pt x="1730257" y="1770259"/>
                </a:lnTo>
                <a:lnTo>
                  <a:pt x="1730591" y="1770119"/>
                </a:lnTo>
                <a:lnTo>
                  <a:pt x="1730570" y="1769953"/>
                </a:lnTo>
                <a:close/>
                <a:moveTo>
                  <a:pt x="1763411" y="1695917"/>
                </a:moveTo>
                <a:lnTo>
                  <a:pt x="1763691" y="1696664"/>
                </a:lnTo>
                <a:lnTo>
                  <a:pt x="1763743" y="1696654"/>
                </a:lnTo>
                <a:lnTo>
                  <a:pt x="1764863" y="1695784"/>
                </a:lnTo>
                <a:close/>
                <a:moveTo>
                  <a:pt x="1616209" y="2025452"/>
                </a:moveTo>
                <a:lnTo>
                  <a:pt x="1616447" y="2028019"/>
                </a:lnTo>
                <a:lnTo>
                  <a:pt x="1623567" y="2027707"/>
                </a:lnTo>
                <a:lnTo>
                  <a:pt x="1623469" y="2023769"/>
                </a:lnTo>
                <a:close/>
                <a:moveTo>
                  <a:pt x="1617349" y="2022806"/>
                </a:moveTo>
                <a:lnTo>
                  <a:pt x="1623421" y="2021860"/>
                </a:lnTo>
                <a:lnTo>
                  <a:pt x="1623363" y="2019503"/>
                </a:lnTo>
                <a:lnTo>
                  <a:pt x="1618332" y="2021067"/>
                </a:lnTo>
                <a:lnTo>
                  <a:pt x="1618076" y="2021520"/>
                </a:lnTo>
                <a:lnTo>
                  <a:pt x="1621178" y="2021307"/>
                </a:lnTo>
                <a:lnTo>
                  <a:pt x="1621084" y="2021392"/>
                </a:lnTo>
                <a:lnTo>
                  <a:pt x="1618031" y="2021601"/>
                </a:lnTo>
                <a:close/>
                <a:moveTo>
                  <a:pt x="1578420" y="2109902"/>
                </a:moveTo>
                <a:lnTo>
                  <a:pt x="1578718" y="2111545"/>
                </a:lnTo>
                <a:lnTo>
                  <a:pt x="1580900" y="2111694"/>
                </a:lnTo>
                <a:lnTo>
                  <a:pt x="1590851" y="2107314"/>
                </a:lnTo>
                <a:close/>
                <a:moveTo>
                  <a:pt x="1807333" y="1597285"/>
                </a:moveTo>
                <a:lnTo>
                  <a:pt x="1808039" y="1597143"/>
                </a:lnTo>
                <a:lnTo>
                  <a:pt x="1812839" y="1593714"/>
                </a:lnTo>
                <a:lnTo>
                  <a:pt x="1812644" y="1593385"/>
                </a:lnTo>
                <a:lnTo>
                  <a:pt x="1810485" y="1593759"/>
                </a:lnTo>
                <a:close/>
                <a:moveTo>
                  <a:pt x="1847229" y="1507931"/>
                </a:moveTo>
                <a:lnTo>
                  <a:pt x="1847817" y="1508720"/>
                </a:lnTo>
                <a:lnTo>
                  <a:pt x="1857050" y="1501495"/>
                </a:lnTo>
                <a:lnTo>
                  <a:pt x="1856280" y="1502013"/>
                </a:lnTo>
                <a:close/>
                <a:moveTo>
                  <a:pt x="1689308" y="1861538"/>
                </a:moveTo>
                <a:lnTo>
                  <a:pt x="1688889" y="1863431"/>
                </a:lnTo>
                <a:lnTo>
                  <a:pt x="1689227" y="1863259"/>
                </a:lnTo>
                <a:lnTo>
                  <a:pt x="1690899" y="1862228"/>
                </a:lnTo>
                <a:lnTo>
                  <a:pt x="1690837" y="1861125"/>
                </a:lnTo>
                <a:close/>
                <a:moveTo>
                  <a:pt x="1665147" y="1915557"/>
                </a:moveTo>
                <a:lnTo>
                  <a:pt x="1665139" y="1915973"/>
                </a:lnTo>
                <a:lnTo>
                  <a:pt x="1666303" y="1915860"/>
                </a:lnTo>
                <a:lnTo>
                  <a:pt x="1672691" y="1912545"/>
                </a:lnTo>
                <a:lnTo>
                  <a:pt x="1673051" y="1910918"/>
                </a:lnTo>
                <a:close/>
                <a:moveTo>
                  <a:pt x="1810047" y="1590865"/>
                </a:moveTo>
                <a:lnTo>
                  <a:pt x="1810388" y="1590798"/>
                </a:lnTo>
                <a:lnTo>
                  <a:pt x="1810777" y="1590234"/>
                </a:lnTo>
                <a:lnTo>
                  <a:pt x="1810673" y="1590060"/>
                </a:lnTo>
                <a:lnTo>
                  <a:pt x="1810526" y="1590172"/>
                </a:lnTo>
                <a:close/>
                <a:moveTo>
                  <a:pt x="1785166" y="1646537"/>
                </a:moveTo>
                <a:lnTo>
                  <a:pt x="1787352" y="1648763"/>
                </a:lnTo>
                <a:lnTo>
                  <a:pt x="1788473" y="1648472"/>
                </a:lnTo>
                <a:lnTo>
                  <a:pt x="1792183" y="1644743"/>
                </a:lnTo>
                <a:lnTo>
                  <a:pt x="1787674" y="1645938"/>
                </a:lnTo>
                <a:lnTo>
                  <a:pt x="1785202" y="1646487"/>
                </a:lnTo>
                <a:close/>
                <a:moveTo>
                  <a:pt x="1689466" y="1860821"/>
                </a:moveTo>
                <a:lnTo>
                  <a:pt x="1689386" y="1861182"/>
                </a:lnTo>
                <a:lnTo>
                  <a:pt x="1690820" y="1860810"/>
                </a:lnTo>
                <a:lnTo>
                  <a:pt x="1690766" y="1859830"/>
                </a:lnTo>
                <a:close/>
                <a:moveTo>
                  <a:pt x="1723996" y="1783375"/>
                </a:moveTo>
                <a:lnTo>
                  <a:pt x="1724076" y="1783674"/>
                </a:lnTo>
                <a:lnTo>
                  <a:pt x="1724082" y="1783328"/>
                </a:lnTo>
                <a:close/>
                <a:moveTo>
                  <a:pt x="1813342" y="1583180"/>
                </a:moveTo>
                <a:lnTo>
                  <a:pt x="1813843" y="1583130"/>
                </a:lnTo>
                <a:lnTo>
                  <a:pt x="1814030" y="1582859"/>
                </a:lnTo>
                <a:close/>
                <a:moveTo>
                  <a:pt x="1661405" y="1923395"/>
                </a:moveTo>
                <a:lnTo>
                  <a:pt x="1660752" y="1926143"/>
                </a:lnTo>
                <a:lnTo>
                  <a:pt x="1662709" y="1925819"/>
                </a:lnTo>
                <a:lnTo>
                  <a:pt x="1662794" y="1923633"/>
                </a:lnTo>
                <a:lnTo>
                  <a:pt x="1662398" y="1922917"/>
                </a:lnTo>
                <a:close/>
                <a:moveTo>
                  <a:pt x="1739101" y="1749408"/>
                </a:moveTo>
                <a:lnTo>
                  <a:pt x="1740350" y="1749052"/>
                </a:lnTo>
                <a:lnTo>
                  <a:pt x="1740235" y="1748452"/>
                </a:lnTo>
                <a:lnTo>
                  <a:pt x="1740002" y="1748065"/>
                </a:lnTo>
                <a:close/>
                <a:moveTo>
                  <a:pt x="1609378" y="2039875"/>
                </a:moveTo>
                <a:lnTo>
                  <a:pt x="1608915" y="2042645"/>
                </a:lnTo>
                <a:lnTo>
                  <a:pt x="1610186" y="2043045"/>
                </a:lnTo>
                <a:lnTo>
                  <a:pt x="1614945" y="2040151"/>
                </a:lnTo>
                <a:close/>
                <a:moveTo>
                  <a:pt x="1778762" y="1660543"/>
                </a:moveTo>
                <a:lnTo>
                  <a:pt x="1779997" y="1661909"/>
                </a:lnTo>
                <a:lnTo>
                  <a:pt x="1782187" y="1660036"/>
                </a:lnTo>
                <a:lnTo>
                  <a:pt x="1786953" y="1655296"/>
                </a:lnTo>
                <a:lnTo>
                  <a:pt x="1786605" y="1654600"/>
                </a:lnTo>
                <a:lnTo>
                  <a:pt x="1784040" y="1655237"/>
                </a:lnTo>
                <a:close/>
                <a:moveTo>
                  <a:pt x="1888747" y="1414172"/>
                </a:moveTo>
                <a:lnTo>
                  <a:pt x="1891049" y="1416517"/>
                </a:lnTo>
                <a:lnTo>
                  <a:pt x="1889582" y="1413228"/>
                </a:lnTo>
                <a:close/>
                <a:moveTo>
                  <a:pt x="1827350" y="1551640"/>
                </a:moveTo>
                <a:lnTo>
                  <a:pt x="1827944" y="1553430"/>
                </a:lnTo>
                <a:lnTo>
                  <a:pt x="1828648" y="1553249"/>
                </a:lnTo>
                <a:lnTo>
                  <a:pt x="1828077" y="1551080"/>
                </a:lnTo>
                <a:close/>
                <a:moveTo>
                  <a:pt x="1719027" y="1794173"/>
                </a:moveTo>
                <a:lnTo>
                  <a:pt x="1719012" y="1794547"/>
                </a:lnTo>
                <a:lnTo>
                  <a:pt x="1719367" y="1794173"/>
                </a:lnTo>
                <a:lnTo>
                  <a:pt x="1719555" y="1793943"/>
                </a:lnTo>
                <a:close/>
                <a:moveTo>
                  <a:pt x="1766223" y="1688475"/>
                </a:moveTo>
                <a:lnTo>
                  <a:pt x="1766466" y="1689825"/>
                </a:lnTo>
                <a:lnTo>
                  <a:pt x="1767931" y="1689135"/>
                </a:lnTo>
                <a:lnTo>
                  <a:pt x="1767484" y="1688212"/>
                </a:lnTo>
                <a:close/>
                <a:moveTo>
                  <a:pt x="1750247" y="1724206"/>
                </a:moveTo>
                <a:lnTo>
                  <a:pt x="1751190" y="1726479"/>
                </a:lnTo>
                <a:lnTo>
                  <a:pt x="1750885" y="1723817"/>
                </a:lnTo>
                <a:close/>
                <a:moveTo>
                  <a:pt x="1764747" y="1691583"/>
                </a:moveTo>
                <a:lnTo>
                  <a:pt x="1765039" y="1691955"/>
                </a:lnTo>
                <a:lnTo>
                  <a:pt x="1766564" y="1694464"/>
                </a:lnTo>
                <a:lnTo>
                  <a:pt x="1767126" y="1694027"/>
                </a:lnTo>
                <a:lnTo>
                  <a:pt x="1766598" y="1691096"/>
                </a:lnTo>
                <a:lnTo>
                  <a:pt x="1766523" y="1690745"/>
                </a:lnTo>
                <a:close/>
                <a:moveTo>
                  <a:pt x="1707055" y="1820735"/>
                </a:moveTo>
                <a:lnTo>
                  <a:pt x="1708612" y="1823711"/>
                </a:lnTo>
                <a:lnTo>
                  <a:pt x="1709136" y="1824817"/>
                </a:lnTo>
                <a:lnTo>
                  <a:pt x="1709195" y="1824798"/>
                </a:lnTo>
                <a:lnTo>
                  <a:pt x="1709275" y="1824757"/>
                </a:lnTo>
                <a:lnTo>
                  <a:pt x="1709219" y="1820068"/>
                </a:lnTo>
                <a:close/>
                <a:moveTo>
                  <a:pt x="1614457" y="2027919"/>
                </a:moveTo>
                <a:lnTo>
                  <a:pt x="1615232" y="2028072"/>
                </a:lnTo>
                <a:lnTo>
                  <a:pt x="1616048" y="2028036"/>
                </a:lnTo>
                <a:lnTo>
                  <a:pt x="1615817" y="2025543"/>
                </a:lnTo>
                <a:lnTo>
                  <a:pt x="1615799" y="2025546"/>
                </a:lnTo>
                <a:close/>
                <a:moveTo>
                  <a:pt x="1605779" y="2047271"/>
                </a:moveTo>
                <a:lnTo>
                  <a:pt x="1606270" y="2048172"/>
                </a:lnTo>
                <a:lnTo>
                  <a:pt x="1606256" y="2046982"/>
                </a:lnTo>
                <a:close/>
                <a:moveTo>
                  <a:pt x="1661783" y="1921803"/>
                </a:moveTo>
                <a:lnTo>
                  <a:pt x="1661537" y="1922836"/>
                </a:lnTo>
                <a:lnTo>
                  <a:pt x="1662182" y="1922526"/>
                </a:lnTo>
                <a:close/>
                <a:moveTo>
                  <a:pt x="1783866" y="1648363"/>
                </a:moveTo>
                <a:lnTo>
                  <a:pt x="1784425" y="1649523"/>
                </a:lnTo>
                <a:lnTo>
                  <a:pt x="1786786" y="1648910"/>
                </a:lnTo>
                <a:lnTo>
                  <a:pt x="1784867" y="1646956"/>
                </a:lnTo>
                <a:close/>
                <a:moveTo>
                  <a:pt x="1689946" y="1858649"/>
                </a:moveTo>
                <a:lnTo>
                  <a:pt x="1689897" y="1858868"/>
                </a:lnTo>
                <a:lnTo>
                  <a:pt x="1690313" y="1858551"/>
                </a:lnTo>
                <a:close/>
                <a:moveTo>
                  <a:pt x="1838957" y="1524912"/>
                </a:moveTo>
                <a:lnTo>
                  <a:pt x="1842035" y="1528242"/>
                </a:lnTo>
                <a:lnTo>
                  <a:pt x="1848838" y="1523527"/>
                </a:lnTo>
                <a:lnTo>
                  <a:pt x="1852612" y="1519912"/>
                </a:lnTo>
                <a:lnTo>
                  <a:pt x="1847645" y="1521731"/>
                </a:lnTo>
                <a:lnTo>
                  <a:pt x="1848690" y="1522667"/>
                </a:lnTo>
                <a:lnTo>
                  <a:pt x="1848715" y="1522970"/>
                </a:lnTo>
                <a:lnTo>
                  <a:pt x="1847423" y="1521812"/>
                </a:lnTo>
                <a:close/>
                <a:moveTo>
                  <a:pt x="1661930" y="1921183"/>
                </a:moveTo>
                <a:lnTo>
                  <a:pt x="1661853" y="1921508"/>
                </a:lnTo>
                <a:lnTo>
                  <a:pt x="1662353" y="1922443"/>
                </a:lnTo>
                <a:lnTo>
                  <a:pt x="1662850" y="1922204"/>
                </a:lnTo>
                <a:lnTo>
                  <a:pt x="1662898" y="1920979"/>
                </a:lnTo>
                <a:close/>
                <a:moveTo>
                  <a:pt x="1755541" y="1711380"/>
                </a:moveTo>
                <a:lnTo>
                  <a:pt x="1755572" y="1711577"/>
                </a:lnTo>
                <a:lnTo>
                  <a:pt x="1755688" y="1711482"/>
                </a:lnTo>
                <a:lnTo>
                  <a:pt x="1755572" y="1711347"/>
                </a:lnTo>
                <a:close/>
                <a:moveTo>
                  <a:pt x="1630622" y="1991097"/>
                </a:moveTo>
                <a:lnTo>
                  <a:pt x="1630814" y="1992203"/>
                </a:lnTo>
                <a:lnTo>
                  <a:pt x="1631348" y="1990921"/>
                </a:lnTo>
                <a:close/>
                <a:moveTo>
                  <a:pt x="1690118" y="1857867"/>
                </a:moveTo>
                <a:lnTo>
                  <a:pt x="1690067" y="1858098"/>
                </a:lnTo>
                <a:lnTo>
                  <a:pt x="1690662" y="1857940"/>
                </a:lnTo>
                <a:lnTo>
                  <a:pt x="1690657" y="1857856"/>
                </a:lnTo>
                <a:close/>
                <a:moveTo>
                  <a:pt x="1793554" y="1626160"/>
                </a:moveTo>
                <a:lnTo>
                  <a:pt x="1793679" y="1626506"/>
                </a:lnTo>
                <a:lnTo>
                  <a:pt x="1794246" y="1625859"/>
                </a:lnTo>
                <a:close/>
                <a:moveTo>
                  <a:pt x="1735083" y="1756982"/>
                </a:moveTo>
                <a:lnTo>
                  <a:pt x="1735970" y="1758486"/>
                </a:lnTo>
                <a:lnTo>
                  <a:pt x="1739089" y="1757353"/>
                </a:lnTo>
                <a:lnTo>
                  <a:pt x="1738999" y="1757536"/>
                </a:lnTo>
                <a:lnTo>
                  <a:pt x="1736044" y="1758609"/>
                </a:lnTo>
                <a:lnTo>
                  <a:pt x="1738352" y="1762522"/>
                </a:lnTo>
                <a:lnTo>
                  <a:pt x="1739137" y="1761814"/>
                </a:lnTo>
                <a:lnTo>
                  <a:pt x="1739897" y="1754326"/>
                </a:lnTo>
                <a:lnTo>
                  <a:pt x="1739784" y="1754374"/>
                </a:lnTo>
                <a:close/>
                <a:moveTo>
                  <a:pt x="1672349" y="1897446"/>
                </a:moveTo>
                <a:lnTo>
                  <a:pt x="1673686" y="1901045"/>
                </a:lnTo>
                <a:lnTo>
                  <a:pt x="1675265" y="1900887"/>
                </a:lnTo>
                <a:lnTo>
                  <a:pt x="1676521" y="1895200"/>
                </a:lnTo>
                <a:close/>
                <a:moveTo>
                  <a:pt x="1633359" y="1984730"/>
                </a:moveTo>
                <a:lnTo>
                  <a:pt x="1633350" y="1986114"/>
                </a:lnTo>
                <a:lnTo>
                  <a:pt x="1634056" y="1984419"/>
                </a:lnTo>
                <a:close/>
                <a:moveTo>
                  <a:pt x="1635972" y="1978772"/>
                </a:moveTo>
                <a:lnTo>
                  <a:pt x="1636350" y="1978912"/>
                </a:lnTo>
                <a:lnTo>
                  <a:pt x="1636490" y="1978576"/>
                </a:lnTo>
                <a:close/>
                <a:moveTo>
                  <a:pt x="1730914" y="1766143"/>
                </a:moveTo>
                <a:lnTo>
                  <a:pt x="1731278" y="1768100"/>
                </a:lnTo>
                <a:lnTo>
                  <a:pt x="1733239" y="1767129"/>
                </a:lnTo>
                <a:lnTo>
                  <a:pt x="1735376" y="1765204"/>
                </a:lnTo>
                <a:close/>
                <a:moveTo>
                  <a:pt x="1662249" y="1919843"/>
                </a:moveTo>
                <a:lnTo>
                  <a:pt x="1661974" y="1920996"/>
                </a:lnTo>
                <a:lnTo>
                  <a:pt x="1662904" y="1920800"/>
                </a:lnTo>
                <a:lnTo>
                  <a:pt x="1662936" y="1919980"/>
                </a:lnTo>
                <a:lnTo>
                  <a:pt x="1662810" y="1919642"/>
                </a:lnTo>
                <a:lnTo>
                  <a:pt x="1662638" y="1919634"/>
                </a:lnTo>
                <a:close/>
                <a:moveTo>
                  <a:pt x="1782726" y="1649963"/>
                </a:moveTo>
                <a:lnTo>
                  <a:pt x="1784109" y="1649604"/>
                </a:lnTo>
                <a:lnTo>
                  <a:pt x="1783644" y="1648674"/>
                </a:lnTo>
                <a:close/>
                <a:moveTo>
                  <a:pt x="1768207" y="1682367"/>
                </a:moveTo>
                <a:lnTo>
                  <a:pt x="1772857" y="1680728"/>
                </a:lnTo>
                <a:lnTo>
                  <a:pt x="1772879" y="1679530"/>
                </a:lnTo>
                <a:lnTo>
                  <a:pt x="1770334" y="1680251"/>
                </a:lnTo>
                <a:close/>
                <a:moveTo>
                  <a:pt x="1814776" y="1577973"/>
                </a:moveTo>
                <a:lnTo>
                  <a:pt x="1815459" y="1579168"/>
                </a:lnTo>
                <a:lnTo>
                  <a:pt x="1816981" y="1578595"/>
                </a:lnTo>
                <a:lnTo>
                  <a:pt x="1818257" y="1576750"/>
                </a:lnTo>
                <a:close/>
                <a:moveTo>
                  <a:pt x="1662738" y="1918400"/>
                </a:moveTo>
                <a:lnTo>
                  <a:pt x="1662907" y="1918850"/>
                </a:lnTo>
                <a:lnTo>
                  <a:pt x="1662981" y="1918831"/>
                </a:lnTo>
                <a:lnTo>
                  <a:pt x="1663002" y="1918293"/>
                </a:lnTo>
                <a:close/>
                <a:moveTo>
                  <a:pt x="1762027" y="1696044"/>
                </a:moveTo>
                <a:lnTo>
                  <a:pt x="1761865" y="1697019"/>
                </a:lnTo>
                <a:lnTo>
                  <a:pt x="1763201" y="1696759"/>
                </a:lnTo>
                <a:lnTo>
                  <a:pt x="1762903" y="1695964"/>
                </a:lnTo>
                <a:close/>
                <a:moveTo>
                  <a:pt x="1635247" y="1979906"/>
                </a:moveTo>
                <a:lnTo>
                  <a:pt x="1635877" y="1980048"/>
                </a:lnTo>
                <a:lnTo>
                  <a:pt x="1635980" y="1979801"/>
                </a:lnTo>
                <a:close/>
                <a:moveTo>
                  <a:pt x="1831311" y="1540863"/>
                </a:moveTo>
                <a:lnTo>
                  <a:pt x="1832001" y="1542245"/>
                </a:lnTo>
                <a:lnTo>
                  <a:pt x="1832546" y="1542612"/>
                </a:lnTo>
                <a:lnTo>
                  <a:pt x="1840779" y="1536413"/>
                </a:lnTo>
                <a:lnTo>
                  <a:pt x="1834953" y="1537374"/>
                </a:lnTo>
                <a:close/>
                <a:moveTo>
                  <a:pt x="1662496" y="1918801"/>
                </a:moveTo>
                <a:lnTo>
                  <a:pt x="1662457" y="1918967"/>
                </a:lnTo>
                <a:lnTo>
                  <a:pt x="1662549" y="1918943"/>
                </a:lnTo>
                <a:close/>
                <a:moveTo>
                  <a:pt x="1609961" y="2036382"/>
                </a:moveTo>
                <a:lnTo>
                  <a:pt x="1609455" y="2039412"/>
                </a:lnTo>
                <a:lnTo>
                  <a:pt x="1615653" y="2039719"/>
                </a:lnTo>
                <a:lnTo>
                  <a:pt x="1617052" y="2038868"/>
                </a:lnTo>
                <a:lnTo>
                  <a:pt x="1616922" y="2037473"/>
                </a:lnTo>
                <a:close/>
                <a:moveTo>
                  <a:pt x="1706627" y="1819914"/>
                </a:moveTo>
                <a:lnTo>
                  <a:pt x="1706885" y="1820410"/>
                </a:lnTo>
                <a:lnTo>
                  <a:pt x="1707142" y="1820335"/>
                </a:lnTo>
                <a:lnTo>
                  <a:pt x="1709213" y="1819558"/>
                </a:lnTo>
                <a:lnTo>
                  <a:pt x="1709200" y="1818496"/>
                </a:lnTo>
                <a:lnTo>
                  <a:pt x="1707711" y="1818587"/>
                </a:lnTo>
                <a:close/>
                <a:moveTo>
                  <a:pt x="1790112" y="1632973"/>
                </a:moveTo>
                <a:lnTo>
                  <a:pt x="1794220" y="1630061"/>
                </a:lnTo>
                <a:lnTo>
                  <a:pt x="1793986" y="1629555"/>
                </a:lnTo>
                <a:lnTo>
                  <a:pt x="1792928" y="1630341"/>
                </a:lnTo>
                <a:lnTo>
                  <a:pt x="1791581" y="1631157"/>
                </a:lnTo>
                <a:close/>
                <a:moveTo>
                  <a:pt x="1747243" y="1728929"/>
                </a:moveTo>
                <a:lnTo>
                  <a:pt x="1750046" y="1731725"/>
                </a:lnTo>
                <a:lnTo>
                  <a:pt x="1750121" y="1731623"/>
                </a:lnTo>
                <a:lnTo>
                  <a:pt x="1749424" y="1729943"/>
                </a:lnTo>
                <a:lnTo>
                  <a:pt x="1748507" y="1728275"/>
                </a:lnTo>
                <a:lnTo>
                  <a:pt x="1748077" y="1727614"/>
                </a:lnTo>
                <a:close/>
                <a:moveTo>
                  <a:pt x="1736081" y="1753902"/>
                </a:moveTo>
                <a:lnTo>
                  <a:pt x="1740110" y="1752222"/>
                </a:lnTo>
                <a:lnTo>
                  <a:pt x="1740161" y="1751720"/>
                </a:lnTo>
                <a:lnTo>
                  <a:pt x="1736928" y="1752642"/>
                </a:lnTo>
                <a:close/>
                <a:moveTo>
                  <a:pt x="1810163" y="1587972"/>
                </a:moveTo>
                <a:lnTo>
                  <a:pt x="1810315" y="1588228"/>
                </a:lnTo>
                <a:lnTo>
                  <a:pt x="1810779" y="1587556"/>
                </a:lnTo>
                <a:close/>
                <a:moveTo>
                  <a:pt x="1719117" y="1791735"/>
                </a:moveTo>
                <a:lnTo>
                  <a:pt x="1719081" y="1792718"/>
                </a:lnTo>
                <a:lnTo>
                  <a:pt x="1719994" y="1792321"/>
                </a:lnTo>
                <a:lnTo>
                  <a:pt x="1719785" y="1791546"/>
                </a:lnTo>
                <a:close/>
                <a:moveTo>
                  <a:pt x="1610434" y="2035035"/>
                </a:moveTo>
                <a:lnTo>
                  <a:pt x="1616640" y="2034428"/>
                </a:lnTo>
                <a:lnTo>
                  <a:pt x="1616223" y="2029929"/>
                </a:lnTo>
                <a:lnTo>
                  <a:pt x="1613612" y="2029414"/>
                </a:lnTo>
                <a:lnTo>
                  <a:pt x="1612392" y="2031572"/>
                </a:lnTo>
                <a:lnTo>
                  <a:pt x="1616485" y="2033080"/>
                </a:lnTo>
                <a:lnTo>
                  <a:pt x="1616234" y="2033189"/>
                </a:lnTo>
                <a:lnTo>
                  <a:pt x="1612298" y="2031738"/>
                </a:lnTo>
                <a:close/>
                <a:moveTo>
                  <a:pt x="1644058" y="1959728"/>
                </a:moveTo>
                <a:lnTo>
                  <a:pt x="1644081" y="1960355"/>
                </a:lnTo>
                <a:lnTo>
                  <a:pt x="1644320" y="1959783"/>
                </a:lnTo>
                <a:close/>
                <a:moveTo>
                  <a:pt x="1797900" y="1615241"/>
                </a:moveTo>
                <a:lnTo>
                  <a:pt x="1800134" y="1615112"/>
                </a:lnTo>
                <a:lnTo>
                  <a:pt x="1800321" y="1615040"/>
                </a:lnTo>
                <a:lnTo>
                  <a:pt x="1805276" y="1612050"/>
                </a:lnTo>
                <a:lnTo>
                  <a:pt x="1807510" y="1609208"/>
                </a:lnTo>
                <a:lnTo>
                  <a:pt x="1806910" y="1608628"/>
                </a:lnTo>
                <a:close/>
                <a:moveTo>
                  <a:pt x="1792878" y="1626454"/>
                </a:moveTo>
                <a:lnTo>
                  <a:pt x="1793170" y="1627087"/>
                </a:lnTo>
                <a:lnTo>
                  <a:pt x="1793499" y="1626711"/>
                </a:lnTo>
                <a:lnTo>
                  <a:pt x="1793333" y="1626256"/>
                </a:lnTo>
                <a:close/>
                <a:moveTo>
                  <a:pt x="1610082" y="2035657"/>
                </a:moveTo>
                <a:lnTo>
                  <a:pt x="1609990" y="2036210"/>
                </a:lnTo>
                <a:lnTo>
                  <a:pt x="1616906" y="2037294"/>
                </a:lnTo>
                <a:lnTo>
                  <a:pt x="1616686" y="2034920"/>
                </a:lnTo>
                <a:lnTo>
                  <a:pt x="1610136" y="2035561"/>
                </a:lnTo>
                <a:close/>
                <a:moveTo>
                  <a:pt x="1719130" y="1791391"/>
                </a:moveTo>
                <a:lnTo>
                  <a:pt x="1719122" y="1791601"/>
                </a:lnTo>
                <a:lnTo>
                  <a:pt x="1719752" y="1791421"/>
                </a:lnTo>
                <a:lnTo>
                  <a:pt x="1719583" y="1790794"/>
                </a:lnTo>
                <a:close/>
                <a:moveTo>
                  <a:pt x="1830749" y="1541402"/>
                </a:moveTo>
                <a:lnTo>
                  <a:pt x="1831477" y="1541891"/>
                </a:lnTo>
                <a:lnTo>
                  <a:pt x="1831076" y="1541088"/>
                </a:lnTo>
                <a:close/>
                <a:moveTo>
                  <a:pt x="1765884" y="1686596"/>
                </a:moveTo>
                <a:lnTo>
                  <a:pt x="1766107" y="1687832"/>
                </a:lnTo>
                <a:lnTo>
                  <a:pt x="1767192" y="1687608"/>
                </a:lnTo>
                <a:lnTo>
                  <a:pt x="1766582" y="1686349"/>
                </a:lnTo>
                <a:close/>
                <a:moveTo>
                  <a:pt x="1662859" y="1917273"/>
                </a:moveTo>
                <a:lnTo>
                  <a:pt x="1662757" y="1917700"/>
                </a:lnTo>
                <a:lnTo>
                  <a:pt x="1663030" y="1917558"/>
                </a:lnTo>
                <a:lnTo>
                  <a:pt x="1663047" y="1917128"/>
                </a:lnTo>
                <a:close/>
                <a:moveTo>
                  <a:pt x="1693886" y="1847780"/>
                </a:moveTo>
                <a:lnTo>
                  <a:pt x="1695248" y="1851370"/>
                </a:lnTo>
                <a:lnTo>
                  <a:pt x="1701689" y="1845529"/>
                </a:lnTo>
                <a:lnTo>
                  <a:pt x="1700707" y="1845532"/>
                </a:lnTo>
                <a:close/>
                <a:moveTo>
                  <a:pt x="1730737" y="1765193"/>
                </a:moveTo>
                <a:lnTo>
                  <a:pt x="1730850" y="1765803"/>
                </a:lnTo>
                <a:lnTo>
                  <a:pt x="1735786" y="1764835"/>
                </a:lnTo>
                <a:lnTo>
                  <a:pt x="1736060" y="1764587"/>
                </a:lnTo>
                <a:lnTo>
                  <a:pt x="1730844" y="1765164"/>
                </a:lnTo>
                <a:close/>
                <a:moveTo>
                  <a:pt x="1757333" y="1705637"/>
                </a:moveTo>
                <a:lnTo>
                  <a:pt x="1757395" y="1705750"/>
                </a:lnTo>
                <a:lnTo>
                  <a:pt x="1757418" y="1705617"/>
                </a:lnTo>
                <a:close/>
                <a:moveTo>
                  <a:pt x="1645634" y="1955691"/>
                </a:moveTo>
                <a:lnTo>
                  <a:pt x="1646030" y="1955677"/>
                </a:lnTo>
                <a:lnTo>
                  <a:pt x="1646092" y="1955530"/>
                </a:lnTo>
                <a:close/>
                <a:moveTo>
                  <a:pt x="1802644" y="1604071"/>
                </a:moveTo>
                <a:lnTo>
                  <a:pt x="1803724" y="1605115"/>
                </a:lnTo>
                <a:lnTo>
                  <a:pt x="1813485" y="1601607"/>
                </a:lnTo>
                <a:lnTo>
                  <a:pt x="1815783" y="1598683"/>
                </a:lnTo>
                <a:lnTo>
                  <a:pt x="1814406" y="1596357"/>
                </a:lnTo>
                <a:lnTo>
                  <a:pt x="1812517" y="1596814"/>
                </a:lnTo>
                <a:lnTo>
                  <a:pt x="1802917" y="1603675"/>
                </a:lnTo>
                <a:close/>
                <a:moveTo>
                  <a:pt x="1793205" y="1625204"/>
                </a:moveTo>
                <a:lnTo>
                  <a:pt x="1793320" y="1625521"/>
                </a:lnTo>
                <a:lnTo>
                  <a:pt x="1795296" y="1624662"/>
                </a:lnTo>
                <a:lnTo>
                  <a:pt x="1795933" y="1623934"/>
                </a:lnTo>
                <a:lnTo>
                  <a:pt x="1796598" y="1623089"/>
                </a:lnTo>
                <a:close/>
                <a:moveTo>
                  <a:pt x="1762307" y="1694367"/>
                </a:moveTo>
                <a:lnTo>
                  <a:pt x="1762113" y="1695530"/>
                </a:lnTo>
                <a:lnTo>
                  <a:pt x="1762721" y="1695475"/>
                </a:lnTo>
                <a:close/>
                <a:moveTo>
                  <a:pt x="1573382" y="2117380"/>
                </a:moveTo>
                <a:lnTo>
                  <a:pt x="1579756" y="2118303"/>
                </a:lnTo>
                <a:lnTo>
                  <a:pt x="1579329" y="2115942"/>
                </a:lnTo>
                <a:close/>
                <a:moveTo>
                  <a:pt x="1805327" y="1597686"/>
                </a:moveTo>
                <a:lnTo>
                  <a:pt x="1805690" y="1597613"/>
                </a:lnTo>
                <a:lnTo>
                  <a:pt x="1808057" y="1594181"/>
                </a:lnTo>
                <a:lnTo>
                  <a:pt x="1807877" y="1594212"/>
                </a:lnTo>
                <a:lnTo>
                  <a:pt x="1807606" y="1594391"/>
                </a:lnTo>
                <a:close/>
                <a:moveTo>
                  <a:pt x="1802142" y="1604798"/>
                </a:moveTo>
                <a:lnTo>
                  <a:pt x="1803155" y="1605319"/>
                </a:lnTo>
                <a:lnTo>
                  <a:pt x="1803399" y="1605231"/>
                </a:lnTo>
                <a:lnTo>
                  <a:pt x="1802466" y="1604328"/>
                </a:lnTo>
                <a:close/>
                <a:moveTo>
                  <a:pt x="1775974" y="1663345"/>
                </a:moveTo>
                <a:lnTo>
                  <a:pt x="1775937" y="1665384"/>
                </a:lnTo>
                <a:lnTo>
                  <a:pt x="1779842" y="1662042"/>
                </a:lnTo>
                <a:lnTo>
                  <a:pt x="1778600" y="1660705"/>
                </a:lnTo>
                <a:close/>
                <a:moveTo>
                  <a:pt x="1623232" y="2005289"/>
                </a:moveTo>
                <a:lnTo>
                  <a:pt x="1623294" y="2007795"/>
                </a:lnTo>
                <a:lnTo>
                  <a:pt x="1625135" y="2004541"/>
                </a:lnTo>
                <a:close/>
                <a:moveTo>
                  <a:pt x="1821186" y="1562010"/>
                </a:moveTo>
                <a:lnTo>
                  <a:pt x="1821818" y="1568267"/>
                </a:lnTo>
                <a:lnTo>
                  <a:pt x="1825750" y="1565924"/>
                </a:lnTo>
                <a:lnTo>
                  <a:pt x="1828693" y="1561671"/>
                </a:lnTo>
                <a:lnTo>
                  <a:pt x="1827413" y="1557817"/>
                </a:lnTo>
                <a:close/>
                <a:moveTo>
                  <a:pt x="1607811" y="2039797"/>
                </a:moveTo>
                <a:lnTo>
                  <a:pt x="1607828" y="2041314"/>
                </a:lnTo>
                <a:lnTo>
                  <a:pt x="1608080" y="2039810"/>
                </a:lnTo>
                <a:close/>
                <a:moveTo>
                  <a:pt x="1680185" y="1877726"/>
                </a:moveTo>
                <a:lnTo>
                  <a:pt x="1680397" y="1877642"/>
                </a:lnTo>
                <a:lnTo>
                  <a:pt x="1680423" y="1877528"/>
                </a:lnTo>
                <a:close/>
                <a:moveTo>
                  <a:pt x="1608001" y="2039339"/>
                </a:moveTo>
                <a:lnTo>
                  <a:pt x="1608157" y="2039348"/>
                </a:lnTo>
                <a:lnTo>
                  <a:pt x="1608225" y="2038942"/>
                </a:lnTo>
                <a:close/>
                <a:moveTo>
                  <a:pt x="1700748" y="1831550"/>
                </a:moveTo>
                <a:lnTo>
                  <a:pt x="1701575" y="1835126"/>
                </a:lnTo>
                <a:lnTo>
                  <a:pt x="1703990" y="1838563"/>
                </a:lnTo>
                <a:lnTo>
                  <a:pt x="1704575" y="1838218"/>
                </a:lnTo>
                <a:close/>
                <a:moveTo>
                  <a:pt x="1783177" y="1646937"/>
                </a:moveTo>
                <a:lnTo>
                  <a:pt x="1783754" y="1648132"/>
                </a:lnTo>
                <a:lnTo>
                  <a:pt x="1784707" y="1646793"/>
                </a:lnTo>
                <a:lnTo>
                  <a:pt x="1784549" y="1646632"/>
                </a:lnTo>
                <a:close/>
                <a:moveTo>
                  <a:pt x="1638356" y="1971202"/>
                </a:moveTo>
                <a:lnTo>
                  <a:pt x="1638576" y="1972020"/>
                </a:lnTo>
                <a:lnTo>
                  <a:pt x="1639266" y="1971914"/>
                </a:lnTo>
                <a:lnTo>
                  <a:pt x="1640288" y="1969461"/>
                </a:lnTo>
                <a:close/>
                <a:moveTo>
                  <a:pt x="1838067" y="1523983"/>
                </a:moveTo>
                <a:lnTo>
                  <a:pt x="1838471" y="1524386"/>
                </a:lnTo>
                <a:lnTo>
                  <a:pt x="1838639" y="1524567"/>
                </a:lnTo>
                <a:lnTo>
                  <a:pt x="1847160" y="1521577"/>
                </a:lnTo>
                <a:lnTo>
                  <a:pt x="1846131" y="1520654"/>
                </a:lnTo>
                <a:close/>
                <a:moveTo>
                  <a:pt x="1729805" y="1766376"/>
                </a:moveTo>
                <a:lnTo>
                  <a:pt x="1730003" y="1768079"/>
                </a:lnTo>
                <a:lnTo>
                  <a:pt x="1730126" y="1768669"/>
                </a:lnTo>
                <a:lnTo>
                  <a:pt x="1730125" y="1768670"/>
                </a:lnTo>
                <a:lnTo>
                  <a:pt x="1730396" y="1768537"/>
                </a:lnTo>
                <a:lnTo>
                  <a:pt x="1730121" y="1766310"/>
                </a:lnTo>
                <a:close/>
                <a:moveTo>
                  <a:pt x="1801331" y="1605975"/>
                </a:moveTo>
                <a:lnTo>
                  <a:pt x="1802672" y="1605493"/>
                </a:lnTo>
                <a:lnTo>
                  <a:pt x="1801928" y="1605109"/>
                </a:lnTo>
                <a:close/>
                <a:moveTo>
                  <a:pt x="1717648" y="1793342"/>
                </a:moveTo>
                <a:lnTo>
                  <a:pt x="1718865" y="1792812"/>
                </a:lnTo>
                <a:lnTo>
                  <a:pt x="1718889" y="1791800"/>
                </a:lnTo>
                <a:lnTo>
                  <a:pt x="1718799" y="1791826"/>
                </a:lnTo>
                <a:close/>
                <a:moveTo>
                  <a:pt x="1762603" y="1692594"/>
                </a:moveTo>
                <a:lnTo>
                  <a:pt x="1762470" y="1693394"/>
                </a:lnTo>
                <a:lnTo>
                  <a:pt x="1763229" y="1695428"/>
                </a:lnTo>
                <a:lnTo>
                  <a:pt x="1765334" y="1695235"/>
                </a:lnTo>
                <a:lnTo>
                  <a:pt x="1763081" y="1692369"/>
                </a:lnTo>
                <a:close/>
                <a:moveTo>
                  <a:pt x="1792502" y="1625642"/>
                </a:moveTo>
                <a:lnTo>
                  <a:pt x="1792592" y="1625837"/>
                </a:lnTo>
                <a:lnTo>
                  <a:pt x="1793100" y="1625617"/>
                </a:lnTo>
                <a:lnTo>
                  <a:pt x="1792996" y="1625334"/>
                </a:lnTo>
                <a:close/>
                <a:moveTo>
                  <a:pt x="1808832" y="1588872"/>
                </a:moveTo>
                <a:lnTo>
                  <a:pt x="1809744" y="1588491"/>
                </a:lnTo>
                <a:lnTo>
                  <a:pt x="1809644" y="1588323"/>
                </a:lnTo>
                <a:close/>
                <a:moveTo>
                  <a:pt x="1739955" y="1743082"/>
                </a:moveTo>
                <a:lnTo>
                  <a:pt x="1740554" y="1744269"/>
                </a:lnTo>
                <a:lnTo>
                  <a:pt x="1740946" y="1743817"/>
                </a:lnTo>
                <a:lnTo>
                  <a:pt x="1740985" y="1743185"/>
                </a:lnTo>
                <a:close/>
                <a:moveTo>
                  <a:pt x="1852828" y="1490294"/>
                </a:moveTo>
                <a:lnTo>
                  <a:pt x="1857713" y="1500338"/>
                </a:lnTo>
                <a:lnTo>
                  <a:pt x="1862671" y="1497097"/>
                </a:lnTo>
                <a:lnTo>
                  <a:pt x="1879244" y="1484128"/>
                </a:lnTo>
                <a:lnTo>
                  <a:pt x="1881219" y="1481016"/>
                </a:lnTo>
                <a:lnTo>
                  <a:pt x="1882988" y="1478131"/>
                </a:lnTo>
                <a:lnTo>
                  <a:pt x="1882998" y="1478213"/>
                </a:lnTo>
                <a:lnTo>
                  <a:pt x="1889409" y="1468110"/>
                </a:lnTo>
                <a:lnTo>
                  <a:pt x="1896908" y="1455934"/>
                </a:lnTo>
                <a:close/>
                <a:moveTo>
                  <a:pt x="1743854" y="1734268"/>
                </a:moveTo>
                <a:lnTo>
                  <a:pt x="1748770" y="1733430"/>
                </a:lnTo>
                <a:lnTo>
                  <a:pt x="1749451" y="1732519"/>
                </a:lnTo>
                <a:lnTo>
                  <a:pt x="1746704" y="1729779"/>
                </a:lnTo>
                <a:close/>
                <a:moveTo>
                  <a:pt x="1719204" y="1789388"/>
                </a:moveTo>
                <a:lnTo>
                  <a:pt x="1719155" y="1790705"/>
                </a:lnTo>
                <a:lnTo>
                  <a:pt x="1719453" y="1790312"/>
                </a:lnTo>
                <a:close/>
                <a:moveTo>
                  <a:pt x="1742277" y="1737526"/>
                </a:moveTo>
                <a:lnTo>
                  <a:pt x="1741738" y="1742840"/>
                </a:lnTo>
                <a:lnTo>
                  <a:pt x="1746547" y="1736405"/>
                </a:lnTo>
                <a:close/>
                <a:moveTo>
                  <a:pt x="1803414" y="1600449"/>
                </a:moveTo>
                <a:lnTo>
                  <a:pt x="1804047" y="1599997"/>
                </a:lnTo>
                <a:lnTo>
                  <a:pt x="1805062" y="1598524"/>
                </a:lnTo>
                <a:lnTo>
                  <a:pt x="1804696" y="1598597"/>
                </a:lnTo>
                <a:close/>
                <a:moveTo>
                  <a:pt x="1729698" y="1765463"/>
                </a:moveTo>
                <a:lnTo>
                  <a:pt x="1729763" y="1766017"/>
                </a:lnTo>
                <a:lnTo>
                  <a:pt x="1730078" y="1765954"/>
                </a:lnTo>
                <a:lnTo>
                  <a:pt x="1730007" y="1765382"/>
                </a:lnTo>
                <a:close/>
                <a:moveTo>
                  <a:pt x="1756789" y="1704652"/>
                </a:moveTo>
                <a:lnTo>
                  <a:pt x="1757065" y="1705151"/>
                </a:lnTo>
                <a:lnTo>
                  <a:pt x="1757513" y="1705042"/>
                </a:lnTo>
                <a:lnTo>
                  <a:pt x="1757605" y="1704494"/>
                </a:lnTo>
                <a:close/>
                <a:moveTo>
                  <a:pt x="1742344" y="1736867"/>
                </a:moveTo>
                <a:lnTo>
                  <a:pt x="1742342" y="1736889"/>
                </a:lnTo>
                <a:lnTo>
                  <a:pt x="1747123" y="1735634"/>
                </a:lnTo>
                <a:lnTo>
                  <a:pt x="1748019" y="1734435"/>
                </a:lnTo>
                <a:close/>
                <a:moveTo>
                  <a:pt x="1623190" y="2003592"/>
                </a:moveTo>
                <a:lnTo>
                  <a:pt x="1623193" y="2003741"/>
                </a:lnTo>
                <a:lnTo>
                  <a:pt x="1623511" y="2003642"/>
                </a:lnTo>
                <a:close/>
                <a:moveTo>
                  <a:pt x="1693373" y="1846430"/>
                </a:moveTo>
                <a:lnTo>
                  <a:pt x="1693819" y="1847602"/>
                </a:lnTo>
                <a:lnTo>
                  <a:pt x="1700095" y="1845535"/>
                </a:lnTo>
                <a:lnTo>
                  <a:pt x="1694855" y="1845557"/>
                </a:lnTo>
                <a:close/>
                <a:moveTo>
                  <a:pt x="1630101" y="1988098"/>
                </a:moveTo>
                <a:lnTo>
                  <a:pt x="1630441" y="1990052"/>
                </a:lnTo>
                <a:lnTo>
                  <a:pt x="1631826" y="1989775"/>
                </a:lnTo>
                <a:lnTo>
                  <a:pt x="1632940" y="1987102"/>
                </a:lnTo>
                <a:close/>
                <a:moveTo>
                  <a:pt x="1742370" y="1736606"/>
                </a:moveTo>
                <a:lnTo>
                  <a:pt x="1742368" y="1736627"/>
                </a:lnTo>
                <a:lnTo>
                  <a:pt x="1745796" y="1735212"/>
                </a:lnTo>
                <a:lnTo>
                  <a:pt x="1748212" y="1734176"/>
                </a:lnTo>
                <a:lnTo>
                  <a:pt x="1748442" y="1733869"/>
                </a:lnTo>
                <a:lnTo>
                  <a:pt x="1743532" y="1734776"/>
                </a:lnTo>
                <a:close/>
                <a:moveTo>
                  <a:pt x="1633826" y="1979587"/>
                </a:moveTo>
                <a:lnTo>
                  <a:pt x="1634421" y="1979721"/>
                </a:lnTo>
                <a:lnTo>
                  <a:pt x="1636105" y="1979502"/>
                </a:lnTo>
                <a:lnTo>
                  <a:pt x="1636270" y="1979105"/>
                </a:lnTo>
                <a:lnTo>
                  <a:pt x="1635676" y="1978885"/>
                </a:lnTo>
                <a:close/>
                <a:moveTo>
                  <a:pt x="1795830" y="1616759"/>
                </a:moveTo>
                <a:lnTo>
                  <a:pt x="1799579" y="1615324"/>
                </a:lnTo>
                <a:lnTo>
                  <a:pt x="1797633" y="1615436"/>
                </a:lnTo>
                <a:close/>
                <a:moveTo>
                  <a:pt x="1605054" y="2043927"/>
                </a:moveTo>
                <a:lnTo>
                  <a:pt x="1606220" y="2043925"/>
                </a:lnTo>
                <a:lnTo>
                  <a:pt x="1606199" y="2042210"/>
                </a:lnTo>
                <a:close/>
                <a:moveTo>
                  <a:pt x="1625152" y="1998903"/>
                </a:moveTo>
                <a:lnTo>
                  <a:pt x="1628098" y="1998723"/>
                </a:lnTo>
                <a:lnTo>
                  <a:pt x="1628934" y="1996715"/>
                </a:lnTo>
                <a:close/>
                <a:moveTo>
                  <a:pt x="1778025" y="1656565"/>
                </a:moveTo>
                <a:lnTo>
                  <a:pt x="1781208" y="1655775"/>
                </a:lnTo>
                <a:lnTo>
                  <a:pt x="1785192" y="1651771"/>
                </a:lnTo>
                <a:lnTo>
                  <a:pt x="1784397" y="1650181"/>
                </a:lnTo>
                <a:lnTo>
                  <a:pt x="1782162" y="1650755"/>
                </a:lnTo>
                <a:close/>
                <a:moveTo>
                  <a:pt x="1823561" y="1554561"/>
                </a:moveTo>
                <a:lnTo>
                  <a:pt x="1826114" y="1553903"/>
                </a:lnTo>
                <a:lnTo>
                  <a:pt x="1825768" y="1552860"/>
                </a:lnTo>
                <a:close/>
                <a:moveTo>
                  <a:pt x="1783256" y="1644592"/>
                </a:moveTo>
                <a:lnTo>
                  <a:pt x="1783680" y="1645024"/>
                </a:lnTo>
                <a:lnTo>
                  <a:pt x="1786395" y="1644421"/>
                </a:lnTo>
                <a:lnTo>
                  <a:pt x="1786937" y="1643660"/>
                </a:lnTo>
                <a:close/>
                <a:moveTo>
                  <a:pt x="1633386" y="1980175"/>
                </a:moveTo>
                <a:lnTo>
                  <a:pt x="1633361" y="1984437"/>
                </a:lnTo>
                <a:lnTo>
                  <a:pt x="1634198" y="1984079"/>
                </a:lnTo>
                <a:lnTo>
                  <a:pt x="1635740" y="1980379"/>
                </a:lnTo>
                <a:lnTo>
                  <a:pt x="1634211" y="1980056"/>
                </a:lnTo>
                <a:close/>
                <a:moveTo>
                  <a:pt x="1643941" y="1956511"/>
                </a:moveTo>
                <a:lnTo>
                  <a:pt x="1644047" y="1959409"/>
                </a:lnTo>
                <a:lnTo>
                  <a:pt x="1644439" y="1959496"/>
                </a:lnTo>
                <a:lnTo>
                  <a:pt x="1645799" y="1956230"/>
                </a:lnTo>
                <a:close/>
                <a:moveTo>
                  <a:pt x="1715598" y="1796040"/>
                </a:moveTo>
                <a:lnTo>
                  <a:pt x="1717779" y="1795846"/>
                </a:lnTo>
                <a:lnTo>
                  <a:pt x="1718798" y="1794773"/>
                </a:lnTo>
                <a:lnTo>
                  <a:pt x="1718817" y="1794264"/>
                </a:lnTo>
                <a:lnTo>
                  <a:pt x="1716025" y="1795479"/>
                </a:lnTo>
                <a:close/>
                <a:moveTo>
                  <a:pt x="1700393" y="1830016"/>
                </a:moveTo>
                <a:lnTo>
                  <a:pt x="1700585" y="1830843"/>
                </a:lnTo>
                <a:lnTo>
                  <a:pt x="1704757" y="1838111"/>
                </a:lnTo>
                <a:lnTo>
                  <a:pt x="1709402" y="1835377"/>
                </a:lnTo>
                <a:lnTo>
                  <a:pt x="1709304" y="1827282"/>
                </a:lnTo>
                <a:lnTo>
                  <a:pt x="1708698" y="1826122"/>
                </a:lnTo>
                <a:lnTo>
                  <a:pt x="1706135" y="1827023"/>
                </a:lnTo>
                <a:close/>
                <a:moveTo>
                  <a:pt x="1604453" y="2044829"/>
                </a:moveTo>
                <a:lnTo>
                  <a:pt x="1605149" y="2046110"/>
                </a:lnTo>
                <a:lnTo>
                  <a:pt x="1606238" y="2045448"/>
                </a:lnTo>
                <a:lnTo>
                  <a:pt x="1606221" y="2044055"/>
                </a:lnTo>
                <a:lnTo>
                  <a:pt x="1604967" y="2044058"/>
                </a:lnTo>
                <a:close/>
                <a:moveTo>
                  <a:pt x="1746042" y="1727731"/>
                </a:moveTo>
                <a:lnTo>
                  <a:pt x="1746979" y="1728667"/>
                </a:lnTo>
                <a:lnTo>
                  <a:pt x="1747860" y="1727279"/>
                </a:lnTo>
                <a:lnTo>
                  <a:pt x="1747377" y="1726537"/>
                </a:lnTo>
                <a:close/>
                <a:moveTo>
                  <a:pt x="1731592" y="1760077"/>
                </a:moveTo>
                <a:lnTo>
                  <a:pt x="1735568" y="1758633"/>
                </a:lnTo>
                <a:lnTo>
                  <a:pt x="1734715" y="1757186"/>
                </a:lnTo>
                <a:lnTo>
                  <a:pt x="1733018" y="1758127"/>
                </a:lnTo>
                <a:close/>
                <a:moveTo>
                  <a:pt x="1791253" y="1626421"/>
                </a:moveTo>
                <a:lnTo>
                  <a:pt x="1792321" y="1625956"/>
                </a:lnTo>
                <a:lnTo>
                  <a:pt x="1792249" y="1625800"/>
                </a:lnTo>
                <a:close/>
                <a:moveTo>
                  <a:pt x="1637946" y="1969681"/>
                </a:moveTo>
                <a:lnTo>
                  <a:pt x="1638201" y="1970625"/>
                </a:lnTo>
                <a:lnTo>
                  <a:pt x="1639578" y="1969383"/>
                </a:lnTo>
                <a:close/>
                <a:moveTo>
                  <a:pt x="1763185" y="1689108"/>
                </a:moveTo>
                <a:lnTo>
                  <a:pt x="1763118" y="1689511"/>
                </a:lnTo>
                <a:lnTo>
                  <a:pt x="1764204" y="1690892"/>
                </a:lnTo>
                <a:lnTo>
                  <a:pt x="1766339" y="1689886"/>
                </a:lnTo>
                <a:lnTo>
                  <a:pt x="1766045" y="1688512"/>
                </a:lnTo>
                <a:close/>
                <a:moveTo>
                  <a:pt x="1798217" y="1610492"/>
                </a:moveTo>
                <a:lnTo>
                  <a:pt x="1805525" y="1607288"/>
                </a:lnTo>
                <a:lnTo>
                  <a:pt x="1804805" y="1606591"/>
                </a:lnTo>
                <a:lnTo>
                  <a:pt x="1803352" y="1605842"/>
                </a:lnTo>
                <a:lnTo>
                  <a:pt x="1800787" y="1606764"/>
                </a:lnTo>
                <a:lnTo>
                  <a:pt x="1799329" y="1608880"/>
                </a:lnTo>
                <a:lnTo>
                  <a:pt x="1802216" y="1607687"/>
                </a:lnTo>
                <a:lnTo>
                  <a:pt x="1802121" y="1607856"/>
                </a:lnTo>
                <a:lnTo>
                  <a:pt x="1799203" y="1609061"/>
                </a:lnTo>
                <a:close/>
                <a:moveTo>
                  <a:pt x="1615632" y="2019217"/>
                </a:moveTo>
                <a:lnTo>
                  <a:pt x="1615698" y="2019921"/>
                </a:lnTo>
                <a:lnTo>
                  <a:pt x="1616816" y="2019070"/>
                </a:lnTo>
                <a:close/>
                <a:moveTo>
                  <a:pt x="1805423" y="1594240"/>
                </a:moveTo>
                <a:lnTo>
                  <a:pt x="1806252" y="1594096"/>
                </a:lnTo>
                <a:lnTo>
                  <a:pt x="1806323" y="1593993"/>
                </a:lnTo>
                <a:close/>
                <a:moveTo>
                  <a:pt x="1866978" y="1456345"/>
                </a:moveTo>
                <a:lnTo>
                  <a:pt x="1870387" y="1454154"/>
                </a:lnTo>
                <a:lnTo>
                  <a:pt x="1868669" y="1454757"/>
                </a:lnTo>
                <a:close/>
                <a:moveTo>
                  <a:pt x="1776767" y="1658332"/>
                </a:moveTo>
                <a:lnTo>
                  <a:pt x="1777670" y="1659332"/>
                </a:lnTo>
                <a:lnTo>
                  <a:pt x="1780990" y="1655995"/>
                </a:lnTo>
                <a:lnTo>
                  <a:pt x="1777882" y="1656766"/>
                </a:lnTo>
                <a:close/>
                <a:moveTo>
                  <a:pt x="1827661" y="1544359"/>
                </a:moveTo>
                <a:lnTo>
                  <a:pt x="1828047" y="1545821"/>
                </a:lnTo>
                <a:lnTo>
                  <a:pt x="1830890" y="1543859"/>
                </a:lnTo>
                <a:lnTo>
                  <a:pt x="1832031" y="1543000"/>
                </a:lnTo>
                <a:lnTo>
                  <a:pt x="1831642" y="1542221"/>
                </a:lnTo>
                <a:lnTo>
                  <a:pt x="1830615" y="1541529"/>
                </a:lnTo>
                <a:close/>
                <a:moveTo>
                  <a:pt x="1742538" y="1734959"/>
                </a:moveTo>
                <a:lnTo>
                  <a:pt x="1742452" y="1735801"/>
                </a:lnTo>
                <a:lnTo>
                  <a:pt x="1743046" y="1734865"/>
                </a:lnTo>
                <a:close/>
                <a:moveTo>
                  <a:pt x="1633959" y="1978027"/>
                </a:moveTo>
                <a:lnTo>
                  <a:pt x="1635205" y="1978488"/>
                </a:lnTo>
                <a:lnTo>
                  <a:pt x="1636398" y="1978035"/>
                </a:lnTo>
                <a:lnTo>
                  <a:pt x="1636331" y="1977882"/>
                </a:lnTo>
                <a:close/>
                <a:moveTo>
                  <a:pt x="1611204" y="2028939"/>
                </a:moveTo>
                <a:lnTo>
                  <a:pt x="1611149" y="2029272"/>
                </a:lnTo>
                <a:lnTo>
                  <a:pt x="1611324" y="2028963"/>
                </a:lnTo>
                <a:close/>
                <a:moveTo>
                  <a:pt x="1840545" y="1515367"/>
                </a:moveTo>
                <a:lnTo>
                  <a:pt x="1845947" y="1520209"/>
                </a:lnTo>
                <a:lnTo>
                  <a:pt x="1852582" y="1517470"/>
                </a:lnTo>
                <a:lnTo>
                  <a:pt x="1847476" y="1510605"/>
                </a:lnTo>
                <a:lnTo>
                  <a:pt x="1845503" y="1511487"/>
                </a:lnTo>
                <a:close/>
                <a:moveTo>
                  <a:pt x="1818943" y="1563521"/>
                </a:moveTo>
                <a:lnTo>
                  <a:pt x="1821450" y="1568486"/>
                </a:lnTo>
                <a:lnTo>
                  <a:pt x="1821459" y="1568481"/>
                </a:lnTo>
                <a:lnTo>
                  <a:pt x="1820751" y="1562303"/>
                </a:lnTo>
                <a:close/>
                <a:moveTo>
                  <a:pt x="1632976" y="1979909"/>
                </a:moveTo>
                <a:lnTo>
                  <a:pt x="1633064" y="1979897"/>
                </a:lnTo>
                <a:lnTo>
                  <a:pt x="1633065" y="1979876"/>
                </a:lnTo>
                <a:close/>
                <a:moveTo>
                  <a:pt x="1730298" y="1761846"/>
                </a:moveTo>
                <a:lnTo>
                  <a:pt x="1730541" y="1763812"/>
                </a:lnTo>
                <a:lnTo>
                  <a:pt x="1735510" y="1763261"/>
                </a:lnTo>
                <a:lnTo>
                  <a:pt x="1737929" y="1762631"/>
                </a:lnTo>
                <a:lnTo>
                  <a:pt x="1735641" y="1758755"/>
                </a:lnTo>
                <a:lnTo>
                  <a:pt x="1731844" y="1760135"/>
                </a:lnTo>
                <a:lnTo>
                  <a:pt x="1735056" y="1760354"/>
                </a:lnTo>
                <a:lnTo>
                  <a:pt x="1734925" y="1760443"/>
                </a:lnTo>
                <a:lnTo>
                  <a:pt x="1731618" y="1760217"/>
                </a:lnTo>
                <a:lnTo>
                  <a:pt x="1731444" y="1760280"/>
                </a:lnTo>
                <a:close/>
                <a:moveTo>
                  <a:pt x="1776047" y="1659342"/>
                </a:moveTo>
                <a:lnTo>
                  <a:pt x="1776017" y="1660994"/>
                </a:lnTo>
                <a:lnTo>
                  <a:pt x="1777492" y="1659511"/>
                </a:lnTo>
                <a:lnTo>
                  <a:pt x="1776606" y="1658557"/>
                </a:lnTo>
                <a:close/>
                <a:moveTo>
                  <a:pt x="1763462" y="1687449"/>
                </a:moveTo>
                <a:lnTo>
                  <a:pt x="1763302" y="1688411"/>
                </a:lnTo>
                <a:lnTo>
                  <a:pt x="1765907" y="1687873"/>
                </a:lnTo>
                <a:lnTo>
                  <a:pt x="1765651" y="1686677"/>
                </a:lnTo>
                <a:close/>
                <a:moveTo>
                  <a:pt x="1700184" y="1829113"/>
                </a:moveTo>
                <a:lnTo>
                  <a:pt x="1700264" y="1829454"/>
                </a:lnTo>
                <a:lnTo>
                  <a:pt x="1702438" y="1828322"/>
                </a:lnTo>
                <a:close/>
                <a:moveTo>
                  <a:pt x="1602542" y="2047696"/>
                </a:moveTo>
                <a:lnTo>
                  <a:pt x="1605028" y="2046184"/>
                </a:lnTo>
                <a:lnTo>
                  <a:pt x="1604352" y="2044980"/>
                </a:lnTo>
                <a:close/>
                <a:moveTo>
                  <a:pt x="1739205" y="1741596"/>
                </a:moveTo>
                <a:lnTo>
                  <a:pt x="1739777" y="1742727"/>
                </a:lnTo>
                <a:lnTo>
                  <a:pt x="1741004" y="1742868"/>
                </a:lnTo>
                <a:lnTo>
                  <a:pt x="1741283" y="1738321"/>
                </a:lnTo>
                <a:close/>
                <a:moveTo>
                  <a:pt x="1772651" y="1666686"/>
                </a:moveTo>
                <a:lnTo>
                  <a:pt x="1772881" y="1667172"/>
                </a:lnTo>
                <a:lnTo>
                  <a:pt x="1773107" y="1667121"/>
                </a:lnTo>
                <a:lnTo>
                  <a:pt x="1773124" y="1666210"/>
                </a:lnTo>
                <a:close/>
                <a:moveTo>
                  <a:pt x="1633810" y="1977528"/>
                </a:moveTo>
                <a:lnTo>
                  <a:pt x="1636116" y="1977387"/>
                </a:lnTo>
                <a:lnTo>
                  <a:pt x="1635659" y="1976338"/>
                </a:lnTo>
                <a:close/>
                <a:moveTo>
                  <a:pt x="1829977" y="1538195"/>
                </a:moveTo>
                <a:lnTo>
                  <a:pt x="1831126" y="1540494"/>
                </a:lnTo>
                <a:lnTo>
                  <a:pt x="1834265" y="1537487"/>
                </a:lnTo>
                <a:close/>
                <a:moveTo>
                  <a:pt x="1629787" y="1986288"/>
                </a:moveTo>
                <a:lnTo>
                  <a:pt x="1630015" y="1987603"/>
                </a:lnTo>
                <a:lnTo>
                  <a:pt x="1633025" y="1986546"/>
                </a:lnTo>
                <a:lnTo>
                  <a:pt x="1633035" y="1984873"/>
                </a:lnTo>
                <a:lnTo>
                  <a:pt x="1631464" y="1985571"/>
                </a:lnTo>
                <a:close/>
                <a:moveTo>
                  <a:pt x="1623127" y="2001063"/>
                </a:moveTo>
                <a:lnTo>
                  <a:pt x="1623154" y="2002171"/>
                </a:lnTo>
                <a:lnTo>
                  <a:pt x="1626163" y="2002638"/>
                </a:lnTo>
                <a:lnTo>
                  <a:pt x="1626224" y="2002613"/>
                </a:lnTo>
                <a:lnTo>
                  <a:pt x="1627151" y="2000975"/>
                </a:lnTo>
                <a:close/>
                <a:moveTo>
                  <a:pt x="1633398" y="1978061"/>
                </a:moveTo>
                <a:lnTo>
                  <a:pt x="1633392" y="1979176"/>
                </a:lnTo>
                <a:lnTo>
                  <a:pt x="1634908" y="1978601"/>
                </a:lnTo>
                <a:lnTo>
                  <a:pt x="1633443" y="1978059"/>
                </a:lnTo>
                <a:close/>
                <a:moveTo>
                  <a:pt x="1729417" y="1763052"/>
                </a:moveTo>
                <a:lnTo>
                  <a:pt x="1729519" y="1763925"/>
                </a:lnTo>
                <a:lnTo>
                  <a:pt x="1729823" y="1763891"/>
                </a:lnTo>
                <a:lnTo>
                  <a:pt x="1729676" y="1762698"/>
                </a:lnTo>
                <a:close/>
                <a:moveTo>
                  <a:pt x="1754746" y="1706266"/>
                </a:moveTo>
                <a:lnTo>
                  <a:pt x="1755002" y="1707908"/>
                </a:lnTo>
                <a:lnTo>
                  <a:pt x="1756023" y="1709280"/>
                </a:lnTo>
                <a:lnTo>
                  <a:pt x="1756964" y="1708331"/>
                </a:lnTo>
                <a:lnTo>
                  <a:pt x="1757272" y="1706486"/>
                </a:lnTo>
                <a:lnTo>
                  <a:pt x="1756866" y="1705751"/>
                </a:lnTo>
                <a:close/>
                <a:moveTo>
                  <a:pt x="1866875" y="1455080"/>
                </a:moveTo>
                <a:lnTo>
                  <a:pt x="1867689" y="1454794"/>
                </a:lnTo>
                <a:lnTo>
                  <a:pt x="1869274" y="1453515"/>
                </a:lnTo>
                <a:close/>
                <a:moveTo>
                  <a:pt x="1782137" y="1644785"/>
                </a:moveTo>
                <a:lnTo>
                  <a:pt x="1782391" y="1645310"/>
                </a:lnTo>
                <a:lnTo>
                  <a:pt x="1783043" y="1645165"/>
                </a:lnTo>
                <a:lnTo>
                  <a:pt x="1782566" y="1644718"/>
                </a:lnTo>
                <a:close/>
                <a:moveTo>
                  <a:pt x="1665602" y="1905723"/>
                </a:moveTo>
                <a:lnTo>
                  <a:pt x="1665305" y="1906972"/>
                </a:lnTo>
                <a:lnTo>
                  <a:pt x="1665296" y="1907485"/>
                </a:lnTo>
                <a:lnTo>
                  <a:pt x="1666252" y="1907308"/>
                </a:lnTo>
                <a:lnTo>
                  <a:pt x="1666073" y="1907555"/>
                </a:lnTo>
                <a:lnTo>
                  <a:pt x="1665292" y="1907699"/>
                </a:lnTo>
                <a:lnTo>
                  <a:pt x="1665270" y="1908868"/>
                </a:lnTo>
                <a:lnTo>
                  <a:pt x="1666557" y="1908331"/>
                </a:lnTo>
                <a:lnTo>
                  <a:pt x="1673804" y="1904078"/>
                </a:lnTo>
                <a:close/>
                <a:moveTo>
                  <a:pt x="1786880" y="1634123"/>
                </a:moveTo>
                <a:lnTo>
                  <a:pt x="1787043" y="1634075"/>
                </a:lnTo>
                <a:lnTo>
                  <a:pt x="1787176" y="1633923"/>
                </a:lnTo>
                <a:close/>
                <a:moveTo>
                  <a:pt x="1714512" y="1796138"/>
                </a:moveTo>
                <a:lnTo>
                  <a:pt x="1715067" y="1796088"/>
                </a:lnTo>
                <a:lnTo>
                  <a:pt x="1715284" y="1795802"/>
                </a:lnTo>
                <a:close/>
                <a:moveTo>
                  <a:pt x="1808629" y="1585384"/>
                </a:moveTo>
                <a:lnTo>
                  <a:pt x="1809981" y="1587664"/>
                </a:lnTo>
                <a:lnTo>
                  <a:pt x="1811306" y="1586795"/>
                </a:lnTo>
                <a:lnTo>
                  <a:pt x="1813466" y="1583673"/>
                </a:lnTo>
                <a:lnTo>
                  <a:pt x="1811959" y="1583827"/>
                </a:lnTo>
                <a:close/>
                <a:moveTo>
                  <a:pt x="1611608" y="2026517"/>
                </a:moveTo>
                <a:lnTo>
                  <a:pt x="1611485" y="2027256"/>
                </a:lnTo>
                <a:lnTo>
                  <a:pt x="1612184" y="2027440"/>
                </a:lnTo>
                <a:lnTo>
                  <a:pt x="1612872" y="2026225"/>
                </a:lnTo>
                <a:close/>
                <a:moveTo>
                  <a:pt x="1799014" y="1606808"/>
                </a:moveTo>
                <a:lnTo>
                  <a:pt x="1799464" y="1606646"/>
                </a:lnTo>
                <a:lnTo>
                  <a:pt x="1800148" y="1605653"/>
                </a:lnTo>
                <a:lnTo>
                  <a:pt x="1799485" y="1606126"/>
                </a:lnTo>
                <a:close/>
                <a:moveTo>
                  <a:pt x="1771960" y="1667379"/>
                </a:moveTo>
                <a:lnTo>
                  <a:pt x="1772346" y="1667292"/>
                </a:lnTo>
                <a:lnTo>
                  <a:pt x="1772249" y="1667089"/>
                </a:lnTo>
                <a:close/>
                <a:moveTo>
                  <a:pt x="1712924" y="1799561"/>
                </a:moveTo>
                <a:lnTo>
                  <a:pt x="1714371" y="1799434"/>
                </a:lnTo>
                <a:lnTo>
                  <a:pt x="1716570" y="1797119"/>
                </a:lnTo>
                <a:lnTo>
                  <a:pt x="1714648" y="1797291"/>
                </a:lnTo>
                <a:close/>
                <a:moveTo>
                  <a:pt x="1901077" y="1378078"/>
                </a:moveTo>
                <a:lnTo>
                  <a:pt x="1905427" y="1373422"/>
                </a:lnTo>
                <a:lnTo>
                  <a:pt x="1902049" y="1377103"/>
                </a:lnTo>
                <a:close/>
                <a:moveTo>
                  <a:pt x="1776072" y="1657982"/>
                </a:moveTo>
                <a:lnTo>
                  <a:pt x="1776058" y="1658728"/>
                </a:lnTo>
                <a:lnTo>
                  <a:pt x="1776370" y="1658303"/>
                </a:lnTo>
                <a:close/>
                <a:moveTo>
                  <a:pt x="1711815" y="1801863"/>
                </a:moveTo>
                <a:lnTo>
                  <a:pt x="1711818" y="1802123"/>
                </a:lnTo>
                <a:lnTo>
                  <a:pt x="1712243" y="1801676"/>
                </a:lnTo>
                <a:close/>
                <a:moveTo>
                  <a:pt x="1751807" y="1712274"/>
                </a:moveTo>
                <a:lnTo>
                  <a:pt x="1752129" y="1713210"/>
                </a:lnTo>
                <a:lnTo>
                  <a:pt x="1754054" y="1711268"/>
                </a:lnTo>
                <a:close/>
                <a:moveTo>
                  <a:pt x="1676454" y="1880828"/>
                </a:moveTo>
                <a:lnTo>
                  <a:pt x="1679036" y="1881555"/>
                </a:lnTo>
                <a:lnTo>
                  <a:pt x="1679559" y="1881436"/>
                </a:lnTo>
                <a:lnTo>
                  <a:pt x="1680337" y="1877915"/>
                </a:lnTo>
                <a:lnTo>
                  <a:pt x="1679617" y="1878198"/>
                </a:lnTo>
                <a:close/>
                <a:moveTo>
                  <a:pt x="1805944" y="1590823"/>
                </a:moveTo>
                <a:lnTo>
                  <a:pt x="1809363" y="1589603"/>
                </a:lnTo>
                <a:lnTo>
                  <a:pt x="1809854" y="1588893"/>
                </a:lnTo>
                <a:lnTo>
                  <a:pt x="1807102" y="1590041"/>
                </a:lnTo>
                <a:close/>
                <a:moveTo>
                  <a:pt x="1700888" y="1826014"/>
                </a:moveTo>
                <a:lnTo>
                  <a:pt x="1705106" y="1825818"/>
                </a:lnTo>
                <a:lnTo>
                  <a:pt x="1706525" y="1825619"/>
                </a:lnTo>
                <a:lnTo>
                  <a:pt x="1708169" y="1825113"/>
                </a:lnTo>
                <a:lnTo>
                  <a:pt x="1706039" y="1821042"/>
                </a:lnTo>
                <a:lnTo>
                  <a:pt x="1705446" y="1821215"/>
                </a:lnTo>
                <a:close/>
                <a:moveTo>
                  <a:pt x="1722462" y="1777667"/>
                </a:moveTo>
                <a:lnTo>
                  <a:pt x="1722622" y="1778090"/>
                </a:lnTo>
                <a:lnTo>
                  <a:pt x="1722734" y="1778047"/>
                </a:lnTo>
                <a:lnTo>
                  <a:pt x="1723984" y="1777162"/>
                </a:lnTo>
                <a:lnTo>
                  <a:pt x="1723962" y="1776600"/>
                </a:lnTo>
                <a:close/>
                <a:moveTo>
                  <a:pt x="1792006" y="1621919"/>
                </a:moveTo>
                <a:lnTo>
                  <a:pt x="1792952" y="1624512"/>
                </a:lnTo>
                <a:lnTo>
                  <a:pt x="1797909" y="1621422"/>
                </a:lnTo>
                <a:lnTo>
                  <a:pt x="1801536" y="1616808"/>
                </a:lnTo>
                <a:lnTo>
                  <a:pt x="1799458" y="1617421"/>
                </a:lnTo>
                <a:close/>
                <a:moveTo>
                  <a:pt x="1623103" y="2000087"/>
                </a:moveTo>
                <a:lnTo>
                  <a:pt x="1623119" y="2000752"/>
                </a:lnTo>
                <a:lnTo>
                  <a:pt x="1627291" y="2000660"/>
                </a:lnTo>
                <a:lnTo>
                  <a:pt x="1627808" y="1999420"/>
                </a:lnTo>
                <a:lnTo>
                  <a:pt x="1623496" y="1999860"/>
                </a:lnTo>
                <a:close/>
                <a:moveTo>
                  <a:pt x="1680524" y="1871502"/>
                </a:moveTo>
                <a:lnTo>
                  <a:pt x="1681740" y="1871565"/>
                </a:lnTo>
                <a:lnTo>
                  <a:pt x="1681931" y="1870702"/>
                </a:lnTo>
                <a:close/>
                <a:moveTo>
                  <a:pt x="1829655" y="1537549"/>
                </a:moveTo>
                <a:lnTo>
                  <a:pt x="1829835" y="1537911"/>
                </a:lnTo>
                <a:lnTo>
                  <a:pt x="1834570" y="1537195"/>
                </a:lnTo>
                <a:lnTo>
                  <a:pt x="1842159" y="1529925"/>
                </a:lnTo>
                <a:lnTo>
                  <a:pt x="1841543" y="1529310"/>
                </a:lnTo>
                <a:close/>
                <a:moveTo>
                  <a:pt x="1698631" y="1830935"/>
                </a:moveTo>
                <a:lnTo>
                  <a:pt x="1699581" y="1832287"/>
                </a:lnTo>
                <a:lnTo>
                  <a:pt x="1699199" y="1830638"/>
                </a:lnTo>
                <a:close/>
                <a:moveTo>
                  <a:pt x="1794823" y="1615417"/>
                </a:moveTo>
                <a:lnTo>
                  <a:pt x="1797224" y="1615279"/>
                </a:lnTo>
                <a:lnTo>
                  <a:pt x="1805980" y="1609032"/>
                </a:lnTo>
                <a:lnTo>
                  <a:pt x="1806747" y="1608470"/>
                </a:lnTo>
                <a:lnTo>
                  <a:pt x="1805900" y="1607651"/>
                </a:lnTo>
                <a:lnTo>
                  <a:pt x="1797696" y="1611248"/>
                </a:lnTo>
                <a:close/>
                <a:moveTo>
                  <a:pt x="1623098" y="1999901"/>
                </a:moveTo>
                <a:lnTo>
                  <a:pt x="1623099" y="1999930"/>
                </a:lnTo>
                <a:lnTo>
                  <a:pt x="1623160" y="1999895"/>
                </a:lnTo>
                <a:close/>
                <a:moveTo>
                  <a:pt x="1683000" y="1865744"/>
                </a:moveTo>
                <a:lnTo>
                  <a:pt x="1683012" y="1865801"/>
                </a:lnTo>
                <a:lnTo>
                  <a:pt x="1683030" y="1865721"/>
                </a:lnTo>
                <a:close/>
                <a:moveTo>
                  <a:pt x="1776086" y="1657213"/>
                </a:moveTo>
                <a:lnTo>
                  <a:pt x="1776079" y="1657573"/>
                </a:lnTo>
                <a:lnTo>
                  <a:pt x="1776536" y="1658077"/>
                </a:lnTo>
                <a:lnTo>
                  <a:pt x="1777410" y="1656884"/>
                </a:lnTo>
                <a:close/>
                <a:moveTo>
                  <a:pt x="1825591" y="1546342"/>
                </a:moveTo>
                <a:lnTo>
                  <a:pt x="1825827" y="1547054"/>
                </a:lnTo>
                <a:lnTo>
                  <a:pt x="1826886" y="1546622"/>
                </a:lnTo>
                <a:lnTo>
                  <a:pt x="1826899" y="1546614"/>
                </a:lnTo>
                <a:lnTo>
                  <a:pt x="1826578" y="1545396"/>
                </a:lnTo>
                <a:close/>
                <a:moveTo>
                  <a:pt x="1711805" y="1801035"/>
                </a:moveTo>
                <a:lnTo>
                  <a:pt x="1711811" y="1801472"/>
                </a:lnTo>
                <a:lnTo>
                  <a:pt x="1712883" y="1801001"/>
                </a:lnTo>
                <a:lnTo>
                  <a:pt x="1713034" y="1800843"/>
                </a:lnTo>
                <a:lnTo>
                  <a:pt x="1711874" y="1800944"/>
                </a:lnTo>
                <a:close/>
                <a:moveTo>
                  <a:pt x="1637208" y="1967972"/>
                </a:moveTo>
                <a:lnTo>
                  <a:pt x="1637679" y="1969053"/>
                </a:lnTo>
                <a:lnTo>
                  <a:pt x="1640519" y="1968535"/>
                </a:lnTo>
                <a:lnTo>
                  <a:pt x="1640766" y="1968312"/>
                </a:lnTo>
                <a:lnTo>
                  <a:pt x="1641139" y="1967418"/>
                </a:lnTo>
                <a:close/>
                <a:moveTo>
                  <a:pt x="1754563" y="1705085"/>
                </a:moveTo>
                <a:lnTo>
                  <a:pt x="1754664" y="1705735"/>
                </a:lnTo>
                <a:lnTo>
                  <a:pt x="1756598" y="1705265"/>
                </a:lnTo>
                <a:lnTo>
                  <a:pt x="1756311" y="1704745"/>
                </a:lnTo>
                <a:close/>
                <a:moveTo>
                  <a:pt x="1666396" y="1902374"/>
                </a:moveTo>
                <a:lnTo>
                  <a:pt x="1665889" y="1904510"/>
                </a:lnTo>
                <a:lnTo>
                  <a:pt x="1671148" y="1902064"/>
                </a:lnTo>
                <a:lnTo>
                  <a:pt x="1670998" y="1902360"/>
                </a:lnTo>
                <a:lnTo>
                  <a:pt x="1666399" y="1904500"/>
                </a:lnTo>
                <a:lnTo>
                  <a:pt x="1674045" y="1902966"/>
                </a:lnTo>
                <a:lnTo>
                  <a:pt x="1673560" y="1901660"/>
                </a:lnTo>
                <a:close/>
                <a:moveTo>
                  <a:pt x="1730044" y="1759778"/>
                </a:moveTo>
                <a:lnTo>
                  <a:pt x="1730065" y="1759951"/>
                </a:lnTo>
                <a:lnTo>
                  <a:pt x="1730292" y="1759640"/>
                </a:lnTo>
                <a:close/>
                <a:moveTo>
                  <a:pt x="1820658" y="1556799"/>
                </a:moveTo>
                <a:lnTo>
                  <a:pt x="1820677" y="1556970"/>
                </a:lnTo>
                <a:lnTo>
                  <a:pt x="1821001" y="1560174"/>
                </a:lnTo>
                <a:lnTo>
                  <a:pt x="1824313" y="1558832"/>
                </a:lnTo>
                <a:lnTo>
                  <a:pt x="1824203" y="1559075"/>
                </a:lnTo>
                <a:lnTo>
                  <a:pt x="1821020" y="1560365"/>
                </a:lnTo>
                <a:lnTo>
                  <a:pt x="1821155" y="1561700"/>
                </a:lnTo>
                <a:lnTo>
                  <a:pt x="1827324" y="1557546"/>
                </a:lnTo>
                <a:lnTo>
                  <a:pt x="1826283" y="1554411"/>
                </a:lnTo>
                <a:lnTo>
                  <a:pt x="1822483" y="1555392"/>
                </a:lnTo>
                <a:close/>
                <a:moveTo>
                  <a:pt x="1796881" y="1609890"/>
                </a:moveTo>
                <a:lnTo>
                  <a:pt x="1797366" y="1609690"/>
                </a:lnTo>
                <a:lnTo>
                  <a:pt x="1798920" y="1607436"/>
                </a:lnTo>
                <a:lnTo>
                  <a:pt x="1798467" y="1607599"/>
                </a:lnTo>
                <a:close/>
                <a:moveTo>
                  <a:pt x="1828937" y="1538046"/>
                </a:moveTo>
                <a:lnTo>
                  <a:pt x="1829512" y="1537960"/>
                </a:lnTo>
                <a:lnTo>
                  <a:pt x="1829396" y="1537729"/>
                </a:lnTo>
                <a:close/>
                <a:moveTo>
                  <a:pt x="1742994" y="1730454"/>
                </a:moveTo>
                <a:lnTo>
                  <a:pt x="1742586" y="1734485"/>
                </a:lnTo>
                <a:lnTo>
                  <a:pt x="1743373" y="1734350"/>
                </a:lnTo>
                <a:lnTo>
                  <a:pt x="1746440" y="1729516"/>
                </a:lnTo>
                <a:lnTo>
                  <a:pt x="1745308" y="1728386"/>
                </a:lnTo>
                <a:close/>
                <a:moveTo>
                  <a:pt x="1699746" y="1827217"/>
                </a:moveTo>
                <a:lnTo>
                  <a:pt x="1699850" y="1827667"/>
                </a:lnTo>
                <a:lnTo>
                  <a:pt x="1703596" y="1826517"/>
                </a:lnTo>
                <a:lnTo>
                  <a:pt x="1699919" y="1827036"/>
                </a:lnTo>
                <a:close/>
                <a:moveTo>
                  <a:pt x="1598614" y="2053591"/>
                </a:moveTo>
                <a:lnTo>
                  <a:pt x="1598022" y="2058730"/>
                </a:lnTo>
                <a:lnTo>
                  <a:pt x="1604960" y="2058491"/>
                </a:lnTo>
                <a:lnTo>
                  <a:pt x="1606298" y="2050480"/>
                </a:lnTo>
                <a:lnTo>
                  <a:pt x="1606274" y="2048461"/>
                </a:lnTo>
                <a:lnTo>
                  <a:pt x="1605664" y="2047341"/>
                </a:lnTo>
                <a:lnTo>
                  <a:pt x="1600811" y="2050294"/>
                </a:lnTo>
                <a:close/>
                <a:moveTo>
                  <a:pt x="1633413" y="1975657"/>
                </a:moveTo>
                <a:lnTo>
                  <a:pt x="1633403" y="1977321"/>
                </a:lnTo>
                <a:lnTo>
                  <a:pt x="1635499" y="1975971"/>
                </a:lnTo>
                <a:lnTo>
                  <a:pt x="1635302" y="1975518"/>
                </a:lnTo>
                <a:lnTo>
                  <a:pt x="1633541" y="1975541"/>
                </a:lnTo>
                <a:close/>
                <a:moveTo>
                  <a:pt x="1793204" y="1617764"/>
                </a:moveTo>
                <a:lnTo>
                  <a:pt x="1794360" y="1617322"/>
                </a:lnTo>
                <a:lnTo>
                  <a:pt x="1796949" y="1615476"/>
                </a:lnTo>
                <a:lnTo>
                  <a:pt x="1794693" y="1615605"/>
                </a:lnTo>
                <a:close/>
                <a:moveTo>
                  <a:pt x="1804748" y="1591908"/>
                </a:moveTo>
                <a:lnTo>
                  <a:pt x="1808243" y="1591220"/>
                </a:lnTo>
                <a:lnTo>
                  <a:pt x="1808758" y="1590476"/>
                </a:lnTo>
                <a:close/>
                <a:moveTo>
                  <a:pt x="1729189" y="1761100"/>
                </a:moveTo>
                <a:lnTo>
                  <a:pt x="1729189" y="1761102"/>
                </a:lnTo>
                <a:lnTo>
                  <a:pt x="1729199" y="1761096"/>
                </a:lnTo>
                <a:close/>
                <a:moveTo>
                  <a:pt x="1734663" y="1748752"/>
                </a:moveTo>
                <a:lnTo>
                  <a:pt x="1738731" y="1745945"/>
                </a:lnTo>
                <a:lnTo>
                  <a:pt x="1737620" y="1744093"/>
                </a:lnTo>
                <a:close/>
                <a:moveTo>
                  <a:pt x="1791047" y="1622497"/>
                </a:moveTo>
                <a:lnTo>
                  <a:pt x="1792197" y="1624982"/>
                </a:lnTo>
                <a:lnTo>
                  <a:pt x="1792743" y="1624641"/>
                </a:lnTo>
                <a:lnTo>
                  <a:pt x="1791796" y="1622045"/>
                </a:lnTo>
                <a:close/>
                <a:moveTo>
                  <a:pt x="1771983" y="1665049"/>
                </a:moveTo>
                <a:lnTo>
                  <a:pt x="1773167" y="1663858"/>
                </a:lnTo>
                <a:lnTo>
                  <a:pt x="1773176" y="1663374"/>
                </a:lnTo>
                <a:close/>
                <a:moveTo>
                  <a:pt x="1839308" y="1514258"/>
                </a:moveTo>
                <a:lnTo>
                  <a:pt x="1839975" y="1514857"/>
                </a:lnTo>
                <a:lnTo>
                  <a:pt x="1842651" y="1512763"/>
                </a:lnTo>
                <a:close/>
                <a:moveTo>
                  <a:pt x="1781771" y="1643081"/>
                </a:moveTo>
                <a:lnTo>
                  <a:pt x="1781813" y="1643123"/>
                </a:lnTo>
                <a:lnTo>
                  <a:pt x="1788113" y="1642009"/>
                </a:lnTo>
                <a:lnTo>
                  <a:pt x="1794903" y="1632475"/>
                </a:lnTo>
                <a:lnTo>
                  <a:pt x="1784443" y="1639892"/>
                </a:lnTo>
                <a:lnTo>
                  <a:pt x="1782811" y="1641752"/>
                </a:lnTo>
                <a:close/>
                <a:moveTo>
                  <a:pt x="1666898" y="1900261"/>
                </a:moveTo>
                <a:lnTo>
                  <a:pt x="1666543" y="1901757"/>
                </a:lnTo>
                <a:lnTo>
                  <a:pt x="1673345" y="1901078"/>
                </a:lnTo>
                <a:lnTo>
                  <a:pt x="1672054" y="1897605"/>
                </a:lnTo>
                <a:lnTo>
                  <a:pt x="1667611" y="1899998"/>
                </a:lnTo>
                <a:close/>
                <a:moveTo>
                  <a:pt x="1807949" y="1584237"/>
                </a:moveTo>
                <a:lnTo>
                  <a:pt x="1808555" y="1585257"/>
                </a:lnTo>
                <a:lnTo>
                  <a:pt x="1811520" y="1583872"/>
                </a:lnTo>
                <a:close/>
                <a:moveTo>
                  <a:pt x="1570057" y="2116897"/>
                </a:moveTo>
                <a:lnTo>
                  <a:pt x="1572049" y="2117187"/>
                </a:lnTo>
                <a:lnTo>
                  <a:pt x="1579235" y="2115448"/>
                </a:lnTo>
                <a:lnTo>
                  <a:pt x="1578769" y="2113063"/>
                </a:lnTo>
                <a:close/>
                <a:moveTo>
                  <a:pt x="1621908" y="2000778"/>
                </a:moveTo>
                <a:lnTo>
                  <a:pt x="1622741" y="2000760"/>
                </a:lnTo>
                <a:lnTo>
                  <a:pt x="1622724" y="2000307"/>
                </a:lnTo>
                <a:close/>
                <a:moveTo>
                  <a:pt x="1608751" y="2030231"/>
                </a:moveTo>
                <a:lnTo>
                  <a:pt x="1609625" y="2030553"/>
                </a:lnTo>
                <a:lnTo>
                  <a:pt x="1609706" y="2030064"/>
                </a:lnTo>
                <a:close/>
                <a:moveTo>
                  <a:pt x="1795700" y="1611597"/>
                </a:moveTo>
                <a:lnTo>
                  <a:pt x="1796205" y="1611375"/>
                </a:lnTo>
                <a:lnTo>
                  <a:pt x="1797241" y="1609872"/>
                </a:lnTo>
                <a:lnTo>
                  <a:pt x="1796755" y="1610072"/>
                </a:lnTo>
                <a:close/>
                <a:moveTo>
                  <a:pt x="1729131" y="1760607"/>
                </a:moveTo>
                <a:lnTo>
                  <a:pt x="1729172" y="1760956"/>
                </a:lnTo>
                <a:lnTo>
                  <a:pt x="1729362" y="1760887"/>
                </a:lnTo>
                <a:lnTo>
                  <a:pt x="1729278" y="1760437"/>
                </a:lnTo>
                <a:close/>
                <a:moveTo>
                  <a:pt x="1610175" y="2026910"/>
                </a:moveTo>
                <a:lnTo>
                  <a:pt x="1610231" y="2026925"/>
                </a:lnTo>
                <a:lnTo>
                  <a:pt x="1610242" y="2026860"/>
                </a:lnTo>
                <a:close/>
                <a:moveTo>
                  <a:pt x="1817972" y="1561599"/>
                </a:moveTo>
                <a:lnTo>
                  <a:pt x="1818807" y="1563252"/>
                </a:lnTo>
                <a:lnTo>
                  <a:pt x="1820303" y="1562274"/>
                </a:lnTo>
                <a:lnTo>
                  <a:pt x="1820715" y="1561996"/>
                </a:lnTo>
                <a:lnTo>
                  <a:pt x="1820550" y="1560556"/>
                </a:lnTo>
                <a:close/>
                <a:moveTo>
                  <a:pt x="1643763" y="1951666"/>
                </a:moveTo>
                <a:lnTo>
                  <a:pt x="1643808" y="1952888"/>
                </a:lnTo>
                <a:lnTo>
                  <a:pt x="1647466" y="1951673"/>
                </a:lnTo>
                <a:lnTo>
                  <a:pt x="1647198" y="1952078"/>
                </a:lnTo>
                <a:lnTo>
                  <a:pt x="1643819" y="1953201"/>
                </a:lnTo>
                <a:lnTo>
                  <a:pt x="1643913" y="1955750"/>
                </a:lnTo>
                <a:lnTo>
                  <a:pt x="1643955" y="1955748"/>
                </a:lnTo>
                <a:lnTo>
                  <a:pt x="1646350" y="1954908"/>
                </a:lnTo>
                <a:lnTo>
                  <a:pt x="1648239" y="1950373"/>
                </a:lnTo>
                <a:lnTo>
                  <a:pt x="1648503" y="1949264"/>
                </a:lnTo>
                <a:close/>
                <a:moveTo>
                  <a:pt x="1733351" y="1751048"/>
                </a:moveTo>
                <a:lnTo>
                  <a:pt x="1735101" y="1750549"/>
                </a:lnTo>
                <a:lnTo>
                  <a:pt x="1735560" y="1750020"/>
                </a:lnTo>
                <a:close/>
                <a:moveTo>
                  <a:pt x="1801494" y="1598453"/>
                </a:moveTo>
                <a:lnTo>
                  <a:pt x="1803517" y="1598048"/>
                </a:lnTo>
                <a:lnTo>
                  <a:pt x="1804721" y="1596310"/>
                </a:lnTo>
                <a:close/>
                <a:moveTo>
                  <a:pt x="1733478" y="1750619"/>
                </a:moveTo>
                <a:lnTo>
                  <a:pt x="1736038" y="1749471"/>
                </a:lnTo>
                <a:lnTo>
                  <a:pt x="1738347" y="1746811"/>
                </a:lnTo>
                <a:lnTo>
                  <a:pt x="1733984" y="1749822"/>
                </a:lnTo>
                <a:close/>
                <a:moveTo>
                  <a:pt x="1631446" y="1979051"/>
                </a:moveTo>
                <a:lnTo>
                  <a:pt x="1632874" y="1979373"/>
                </a:lnTo>
                <a:lnTo>
                  <a:pt x="1633068" y="1979299"/>
                </a:lnTo>
                <a:lnTo>
                  <a:pt x="1633075" y="1978081"/>
                </a:lnTo>
                <a:lnTo>
                  <a:pt x="1632939" y="1978090"/>
                </a:lnTo>
                <a:close/>
                <a:moveTo>
                  <a:pt x="1568488" y="2119894"/>
                </a:moveTo>
                <a:lnTo>
                  <a:pt x="1574765" y="2121774"/>
                </a:lnTo>
                <a:lnTo>
                  <a:pt x="1574880" y="2121778"/>
                </a:lnTo>
                <a:lnTo>
                  <a:pt x="1574854" y="2121801"/>
                </a:lnTo>
                <a:lnTo>
                  <a:pt x="1580707" y="2123553"/>
                </a:lnTo>
                <a:lnTo>
                  <a:pt x="1579988" y="2119580"/>
                </a:lnTo>
                <a:close/>
                <a:moveTo>
                  <a:pt x="1697911" y="1829911"/>
                </a:moveTo>
                <a:lnTo>
                  <a:pt x="1698307" y="1830475"/>
                </a:lnTo>
                <a:lnTo>
                  <a:pt x="1699069" y="1830077"/>
                </a:lnTo>
                <a:lnTo>
                  <a:pt x="1698947" y="1829547"/>
                </a:lnTo>
                <a:close/>
                <a:moveTo>
                  <a:pt x="1753347" y="1705684"/>
                </a:moveTo>
                <a:lnTo>
                  <a:pt x="1753581" y="1705998"/>
                </a:lnTo>
                <a:lnTo>
                  <a:pt x="1753641" y="1705983"/>
                </a:lnTo>
                <a:lnTo>
                  <a:pt x="1753568" y="1705511"/>
                </a:lnTo>
                <a:close/>
                <a:moveTo>
                  <a:pt x="1738572" y="1738499"/>
                </a:moveTo>
                <a:lnTo>
                  <a:pt x="1739076" y="1741120"/>
                </a:lnTo>
                <a:lnTo>
                  <a:pt x="1741174" y="1737816"/>
                </a:lnTo>
                <a:close/>
                <a:moveTo>
                  <a:pt x="1615213" y="2014695"/>
                </a:moveTo>
                <a:lnTo>
                  <a:pt x="1615480" y="2017584"/>
                </a:lnTo>
                <a:lnTo>
                  <a:pt x="1617931" y="2017278"/>
                </a:lnTo>
                <a:lnTo>
                  <a:pt x="1619847" y="2013891"/>
                </a:lnTo>
                <a:close/>
                <a:moveTo>
                  <a:pt x="1863352" y="1458677"/>
                </a:moveTo>
                <a:lnTo>
                  <a:pt x="1865261" y="1457450"/>
                </a:lnTo>
                <a:lnTo>
                  <a:pt x="1867617" y="1455235"/>
                </a:lnTo>
                <a:close/>
                <a:moveTo>
                  <a:pt x="1721864" y="1775466"/>
                </a:moveTo>
                <a:lnTo>
                  <a:pt x="1722137" y="1776478"/>
                </a:lnTo>
                <a:lnTo>
                  <a:pt x="1723909" y="1775218"/>
                </a:lnTo>
                <a:lnTo>
                  <a:pt x="1723868" y="1774158"/>
                </a:lnTo>
                <a:close/>
                <a:moveTo>
                  <a:pt x="1682818" y="1862886"/>
                </a:moveTo>
                <a:lnTo>
                  <a:pt x="1683707" y="1862655"/>
                </a:lnTo>
                <a:lnTo>
                  <a:pt x="1683866" y="1861936"/>
                </a:lnTo>
                <a:close/>
                <a:moveTo>
                  <a:pt x="1827376" y="1539129"/>
                </a:moveTo>
                <a:lnTo>
                  <a:pt x="1830414" y="1541176"/>
                </a:lnTo>
                <a:lnTo>
                  <a:pt x="1830891" y="1540719"/>
                </a:lnTo>
                <a:lnTo>
                  <a:pt x="1829656" y="1538248"/>
                </a:lnTo>
                <a:lnTo>
                  <a:pt x="1828331" y="1538467"/>
                </a:lnTo>
                <a:close/>
                <a:moveTo>
                  <a:pt x="1631727" y="1977177"/>
                </a:moveTo>
                <a:lnTo>
                  <a:pt x="1632798" y="1977590"/>
                </a:lnTo>
                <a:lnTo>
                  <a:pt x="1633005" y="1977577"/>
                </a:lnTo>
                <a:lnTo>
                  <a:pt x="1633078" y="1977530"/>
                </a:lnTo>
                <a:lnTo>
                  <a:pt x="1633087" y="1975951"/>
                </a:lnTo>
                <a:close/>
                <a:moveTo>
                  <a:pt x="1612767" y="2019575"/>
                </a:moveTo>
                <a:lnTo>
                  <a:pt x="1612437" y="2021549"/>
                </a:lnTo>
                <a:lnTo>
                  <a:pt x="1614336" y="2020959"/>
                </a:lnTo>
                <a:lnTo>
                  <a:pt x="1615323" y="2020207"/>
                </a:lnTo>
                <a:lnTo>
                  <a:pt x="1615235" y="2019268"/>
                </a:lnTo>
                <a:close/>
                <a:moveTo>
                  <a:pt x="1670049" y="1891255"/>
                </a:moveTo>
                <a:lnTo>
                  <a:pt x="1670352" y="1892070"/>
                </a:lnTo>
                <a:lnTo>
                  <a:pt x="1670497" y="1892020"/>
                </a:lnTo>
                <a:lnTo>
                  <a:pt x="1670401" y="1892202"/>
                </a:lnTo>
                <a:lnTo>
                  <a:pt x="1671551" y="1895297"/>
                </a:lnTo>
                <a:lnTo>
                  <a:pt x="1676939" y="1893309"/>
                </a:lnTo>
                <a:lnTo>
                  <a:pt x="1677497" y="1890780"/>
                </a:lnTo>
                <a:lnTo>
                  <a:pt x="1675118" y="1890997"/>
                </a:lnTo>
                <a:close/>
                <a:moveTo>
                  <a:pt x="1682461" y="1863387"/>
                </a:moveTo>
                <a:lnTo>
                  <a:pt x="1682501" y="1863559"/>
                </a:lnTo>
                <a:lnTo>
                  <a:pt x="1683077" y="1863221"/>
                </a:lnTo>
                <a:close/>
                <a:moveTo>
                  <a:pt x="1571863" y="2111036"/>
                </a:moveTo>
                <a:lnTo>
                  <a:pt x="1574818" y="2111278"/>
                </a:lnTo>
                <a:lnTo>
                  <a:pt x="1578469" y="2111527"/>
                </a:lnTo>
                <a:lnTo>
                  <a:pt x="1578162" y="2109956"/>
                </a:lnTo>
                <a:lnTo>
                  <a:pt x="1577402" y="2110115"/>
                </a:lnTo>
                <a:close/>
                <a:moveTo>
                  <a:pt x="1779530" y="1645945"/>
                </a:moveTo>
                <a:lnTo>
                  <a:pt x="1782006" y="1645396"/>
                </a:lnTo>
                <a:lnTo>
                  <a:pt x="1781732" y="1644848"/>
                </a:lnTo>
                <a:lnTo>
                  <a:pt x="1780203" y="1645086"/>
                </a:lnTo>
                <a:close/>
                <a:moveTo>
                  <a:pt x="1595122" y="2058830"/>
                </a:moveTo>
                <a:lnTo>
                  <a:pt x="1597845" y="2058736"/>
                </a:lnTo>
                <a:lnTo>
                  <a:pt x="1598400" y="2053911"/>
                </a:lnTo>
                <a:close/>
                <a:moveTo>
                  <a:pt x="1678140" y="1872857"/>
                </a:moveTo>
                <a:lnTo>
                  <a:pt x="1677959" y="1874111"/>
                </a:lnTo>
                <a:lnTo>
                  <a:pt x="1680958" y="1872147"/>
                </a:lnTo>
                <a:lnTo>
                  <a:pt x="1679420" y="1872130"/>
                </a:lnTo>
                <a:close/>
                <a:moveTo>
                  <a:pt x="1711763" y="1797549"/>
                </a:moveTo>
                <a:lnTo>
                  <a:pt x="1711789" y="1799660"/>
                </a:lnTo>
                <a:lnTo>
                  <a:pt x="1712393" y="1799607"/>
                </a:lnTo>
                <a:lnTo>
                  <a:pt x="1714117" y="1797338"/>
                </a:lnTo>
                <a:close/>
                <a:moveTo>
                  <a:pt x="1838565" y="1513593"/>
                </a:moveTo>
                <a:lnTo>
                  <a:pt x="1838608" y="1513630"/>
                </a:lnTo>
                <a:lnTo>
                  <a:pt x="1845410" y="1510603"/>
                </a:lnTo>
                <a:lnTo>
                  <a:pt x="1846715" y="1509582"/>
                </a:lnTo>
                <a:lnTo>
                  <a:pt x="1846056" y="1508696"/>
                </a:lnTo>
                <a:close/>
                <a:moveTo>
                  <a:pt x="1607698" y="2030416"/>
                </a:moveTo>
                <a:lnTo>
                  <a:pt x="1607756" y="2035270"/>
                </a:lnTo>
                <a:lnTo>
                  <a:pt x="1609291" y="2032556"/>
                </a:lnTo>
                <a:lnTo>
                  <a:pt x="1609593" y="2030743"/>
                </a:lnTo>
                <a:lnTo>
                  <a:pt x="1608381" y="2030296"/>
                </a:lnTo>
                <a:close/>
                <a:moveTo>
                  <a:pt x="1863117" y="1458484"/>
                </a:moveTo>
                <a:lnTo>
                  <a:pt x="1867015" y="1455339"/>
                </a:lnTo>
                <a:lnTo>
                  <a:pt x="1865855" y="1455746"/>
                </a:lnTo>
                <a:lnTo>
                  <a:pt x="1864217" y="1456813"/>
                </a:lnTo>
                <a:close/>
                <a:moveTo>
                  <a:pt x="1792983" y="1615523"/>
                </a:moveTo>
                <a:lnTo>
                  <a:pt x="1793360" y="1615501"/>
                </a:lnTo>
                <a:lnTo>
                  <a:pt x="1795683" y="1612131"/>
                </a:lnTo>
                <a:lnTo>
                  <a:pt x="1795175" y="1612354"/>
                </a:lnTo>
                <a:close/>
                <a:moveTo>
                  <a:pt x="1806864" y="1584347"/>
                </a:moveTo>
                <a:lnTo>
                  <a:pt x="1807147" y="1585915"/>
                </a:lnTo>
                <a:lnTo>
                  <a:pt x="1807986" y="1585523"/>
                </a:lnTo>
                <a:lnTo>
                  <a:pt x="1807265" y="1584306"/>
                </a:lnTo>
                <a:close/>
                <a:moveTo>
                  <a:pt x="1707621" y="1806543"/>
                </a:moveTo>
                <a:lnTo>
                  <a:pt x="1709039" y="1805050"/>
                </a:lnTo>
                <a:lnTo>
                  <a:pt x="1709036" y="1804782"/>
                </a:lnTo>
                <a:lnTo>
                  <a:pt x="1708860" y="1804912"/>
                </a:lnTo>
                <a:close/>
                <a:moveTo>
                  <a:pt x="1716004" y="1787734"/>
                </a:moveTo>
                <a:lnTo>
                  <a:pt x="1718732" y="1787635"/>
                </a:lnTo>
                <a:lnTo>
                  <a:pt x="1718406" y="1786424"/>
                </a:lnTo>
                <a:close/>
                <a:moveTo>
                  <a:pt x="1631158" y="1977690"/>
                </a:moveTo>
                <a:lnTo>
                  <a:pt x="1632267" y="1977622"/>
                </a:lnTo>
                <a:lnTo>
                  <a:pt x="1631534" y="1977351"/>
                </a:lnTo>
                <a:close/>
                <a:moveTo>
                  <a:pt x="1846634" y="1495122"/>
                </a:moveTo>
                <a:lnTo>
                  <a:pt x="1852978" y="1491549"/>
                </a:lnTo>
                <a:lnTo>
                  <a:pt x="1852494" y="1490554"/>
                </a:lnTo>
                <a:close/>
                <a:moveTo>
                  <a:pt x="1838294" y="1513771"/>
                </a:moveTo>
                <a:lnTo>
                  <a:pt x="1838399" y="1513723"/>
                </a:lnTo>
                <a:lnTo>
                  <a:pt x="1838384" y="1513711"/>
                </a:lnTo>
                <a:close/>
                <a:moveTo>
                  <a:pt x="1607694" y="2030042"/>
                </a:moveTo>
                <a:lnTo>
                  <a:pt x="1607696" y="2030260"/>
                </a:lnTo>
                <a:lnTo>
                  <a:pt x="1608094" y="2030191"/>
                </a:lnTo>
                <a:close/>
                <a:moveTo>
                  <a:pt x="1737723" y="1738848"/>
                </a:moveTo>
                <a:lnTo>
                  <a:pt x="1738322" y="1739848"/>
                </a:lnTo>
                <a:lnTo>
                  <a:pt x="1738742" y="1740679"/>
                </a:lnTo>
                <a:lnTo>
                  <a:pt x="1738339" y="1738584"/>
                </a:lnTo>
                <a:close/>
                <a:moveTo>
                  <a:pt x="1695564" y="1833208"/>
                </a:moveTo>
                <a:lnTo>
                  <a:pt x="1694182" y="1839466"/>
                </a:lnTo>
                <a:lnTo>
                  <a:pt x="1699987" y="1839141"/>
                </a:lnTo>
                <a:lnTo>
                  <a:pt x="1696542" y="1834238"/>
                </a:lnTo>
                <a:close/>
                <a:moveTo>
                  <a:pt x="1620274" y="2001724"/>
                </a:moveTo>
                <a:lnTo>
                  <a:pt x="1622794" y="2002115"/>
                </a:lnTo>
                <a:lnTo>
                  <a:pt x="1622753" y="2001070"/>
                </a:lnTo>
                <a:lnTo>
                  <a:pt x="1621349" y="2001102"/>
                </a:lnTo>
                <a:close/>
                <a:moveTo>
                  <a:pt x="1729709" y="1756560"/>
                </a:moveTo>
                <a:lnTo>
                  <a:pt x="1729982" y="1756445"/>
                </a:lnTo>
                <a:lnTo>
                  <a:pt x="1732085" y="1754024"/>
                </a:lnTo>
                <a:lnTo>
                  <a:pt x="1731149" y="1754290"/>
                </a:lnTo>
                <a:close/>
                <a:moveTo>
                  <a:pt x="1876390" y="1428073"/>
                </a:moveTo>
                <a:lnTo>
                  <a:pt x="1891536" y="1417982"/>
                </a:lnTo>
                <a:lnTo>
                  <a:pt x="1888296" y="1414683"/>
                </a:lnTo>
                <a:lnTo>
                  <a:pt x="1879350" y="1424810"/>
                </a:lnTo>
                <a:close/>
                <a:moveTo>
                  <a:pt x="1722575" y="1772406"/>
                </a:moveTo>
                <a:lnTo>
                  <a:pt x="1723778" y="1771811"/>
                </a:lnTo>
                <a:lnTo>
                  <a:pt x="1723757" y="1771291"/>
                </a:lnTo>
                <a:lnTo>
                  <a:pt x="1723707" y="1770858"/>
                </a:lnTo>
                <a:close/>
                <a:moveTo>
                  <a:pt x="1608249" y="2028377"/>
                </a:moveTo>
                <a:lnTo>
                  <a:pt x="1608338" y="2028374"/>
                </a:lnTo>
                <a:lnTo>
                  <a:pt x="1608271" y="2028360"/>
                </a:lnTo>
                <a:close/>
                <a:moveTo>
                  <a:pt x="1826452" y="1539768"/>
                </a:moveTo>
                <a:lnTo>
                  <a:pt x="1827547" y="1543922"/>
                </a:lnTo>
                <a:lnTo>
                  <a:pt x="1830280" y="1541304"/>
                </a:lnTo>
                <a:lnTo>
                  <a:pt x="1828617" y="1540183"/>
                </a:lnTo>
                <a:lnTo>
                  <a:pt x="1827192" y="1539256"/>
                </a:lnTo>
                <a:close/>
                <a:moveTo>
                  <a:pt x="1776176" y="1652291"/>
                </a:moveTo>
                <a:lnTo>
                  <a:pt x="1776089" y="1657046"/>
                </a:lnTo>
                <a:lnTo>
                  <a:pt x="1777558" y="1656681"/>
                </a:lnTo>
                <a:lnTo>
                  <a:pt x="1781401" y="1651436"/>
                </a:lnTo>
                <a:lnTo>
                  <a:pt x="1781824" y="1650842"/>
                </a:lnTo>
                <a:close/>
                <a:moveTo>
                  <a:pt x="1721577" y="1774400"/>
                </a:moveTo>
                <a:lnTo>
                  <a:pt x="1721679" y="1774778"/>
                </a:lnTo>
                <a:lnTo>
                  <a:pt x="1723820" y="1773381"/>
                </a:lnTo>
                <a:lnTo>
                  <a:pt x="1722387" y="1773980"/>
                </a:lnTo>
                <a:close/>
                <a:moveTo>
                  <a:pt x="1668650" y="1892886"/>
                </a:moveTo>
                <a:lnTo>
                  <a:pt x="1667744" y="1896702"/>
                </a:lnTo>
                <a:lnTo>
                  <a:pt x="1671240" y="1895411"/>
                </a:lnTo>
                <a:lnTo>
                  <a:pt x="1670116" y="1892385"/>
                </a:lnTo>
                <a:close/>
                <a:moveTo>
                  <a:pt x="1826774" y="1538723"/>
                </a:moveTo>
                <a:lnTo>
                  <a:pt x="1826842" y="1538770"/>
                </a:lnTo>
                <a:lnTo>
                  <a:pt x="1826952" y="1538694"/>
                </a:lnTo>
                <a:close/>
                <a:moveTo>
                  <a:pt x="1861424" y="1461055"/>
                </a:moveTo>
                <a:lnTo>
                  <a:pt x="1862373" y="1460162"/>
                </a:lnTo>
                <a:lnTo>
                  <a:pt x="1861746" y="1460566"/>
                </a:lnTo>
                <a:close/>
                <a:moveTo>
                  <a:pt x="1731763" y="1751356"/>
                </a:moveTo>
                <a:lnTo>
                  <a:pt x="1731779" y="1751382"/>
                </a:lnTo>
                <a:lnTo>
                  <a:pt x="1732878" y="1750889"/>
                </a:lnTo>
                <a:lnTo>
                  <a:pt x="1733219" y="1750351"/>
                </a:lnTo>
                <a:close/>
                <a:moveTo>
                  <a:pt x="1602382" y="2041022"/>
                </a:moveTo>
                <a:lnTo>
                  <a:pt x="1603422" y="2042934"/>
                </a:lnTo>
                <a:lnTo>
                  <a:pt x="1604195" y="2041567"/>
                </a:lnTo>
                <a:close/>
                <a:moveTo>
                  <a:pt x="1681280" y="1864276"/>
                </a:moveTo>
                <a:lnTo>
                  <a:pt x="1681507" y="1864143"/>
                </a:lnTo>
                <a:lnTo>
                  <a:pt x="1681494" y="1864087"/>
                </a:lnTo>
                <a:close/>
                <a:moveTo>
                  <a:pt x="1653064" y="1927411"/>
                </a:moveTo>
                <a:lnTo>
                  <a:pt x="1653719" y="1927303"/>
                </a:lnTo>
                <a:lnTo>
                  <a:pt x="1653774" y="1927069"/>
                </a:lnTo>
                <a:close/>
                <a:moveTo>
                  <a:pt x="1629385" y="1980377"/>
                </a:moveTo>
                <a:lnTo>
                  <a:pt x="1630532" y="1980228"/>
                </a:lnTo>
                <a:lnTo>
                  <a:pt x="1631257" y="1979986"/>
                </a:lnTo>
                <a:lnTo>
                  <a:pt x="1632192" y="1979631"/>
                </a:lnTo>
                <a:lnTo>
                  <a:pt x="1630951" y="1979370"/>
                </a:lnTo>
                <a:close/>
                <a:moveTo>
                  <a:pt x="1628882" y="1981463"/>
                </a:moveTo>
                <a:lnTo>
                  <a:pt x="1628914" y="1981631"/>
                </a:lnTo>
                <a:lnTo>
                  <a:pt x="1631688" y="1981771"/>
                </a:lnTo>
                <a:lnTo>
                  <a:pt x="1631506" y="1981926"/>
                </a:lnTo>
                <a:lnTo>
                  <a:pt x="1628945" y="1981797"/>
                </a:lnTo>
                <a:lnTo>
                  <a:pt x="1629732" y="1985990"/>
                </a:lnTo>
                <a:lnTo>
                  <a:pt x="1633037" y="1984576"/>
                </a:lnTo>
                <a:lnTo>
                  <a:pt x="1633062" y="1980222"/>
                </a:lnTo>
                <a:lnTo>
                  <a:pt x="1632407" y="1980317"/>
                </a:lnTo>
                <a:lnTo>
                  <a:pt x="1631634" y="1980419"/>
                </a:lnTo>
                <a:close/>
                <a:moveTo>
                  <a:pt x="1678498" y="1870359"/>
                </a:moveTo>
                <a:lnTo>
                  <a:pt x="1678392" y="1871095"/>
                </a:lnTo>
                <a:lnTo>
                  <a:pt x="1682339" y="1868852"/>
                </a:lnTo>
                <a:lnTo>
                  <a:pt x="1682458" y="1868313"/>
                </a:lnTo>
                <a:lnTo>
                  <a:pt x="1682379" y="1867968"/>
                </a:lnTo>
                <a:lnTo>
                  <a:pt x="1682365" y="1867975"/>
                </a:lnTo>
                <a:close/>
                <a:moveTo>
                  <a:pt x="1633439" y="1971240"/>
                </a:moveTo>
                <a:lnTo>
                  <a:pt x="1633430" y="1972817"/>
                </a:lnTo>
                <a:lnTo>
                  <a:pt x="1634082" y="1972717"/>
                </a:lnTo>
                <a:close/>
                <a:moveTo>
                  <a:pt x="1806679" y="1583319"/>
                </a:moveTo>
                <a:lnTo>
                  <a:pt x="1806775" y="1583850"/>
                </a:lnTo>
                <a:lnTo>
                  <a:pt x="1806982" y="1583829"/>
                </a:lnTo>
                <a:close/>
                <a:moveTo>
                  <a:pt x="1806979" y="1582598"/>
                </a:moveTo>
                <a:lnTo>
                  <a:pt x="1807667" y="1583760"/>
                </a:lnTo>
                <a:lnTo>
                  <a:pt x="1812904" y="1583225"/>
                </a:lnTo>
                <a:lnTo>
                  <a:pt x="1814194" y="1582623"/>
                </a:lnTo>
                <a:lnTo>
                  <a:pt x="1815792" y="1580313"/>
                </a:lnTo>
                <a:lnTo>
                  <a:pt x="1815294" y="1579468"/>
                </a:lnTo>
                <a:close/>
                <a:moveTo>
                  <a:pt x="1607679" y="2028812"/>
                </a:moveTo>
                <a:lnTo>
                  <a:pt x="1607691" y="2029841"/>
                </a:lnTo>
                <a:lnTo>
                  <a:pt x="1608464" y="2030126"/>
                </a:lnTo>
                <a:lnTo>
                  <a:pt x="1609733" y="2029903"/>
                </a:lnTo>
                <a:lnTo>
                  <a:pt x="1609934" y="2028703"/>
                </a:lnTo>
                <a:lnTo>
                  <a:pt x="1607693" y="2028801"/>
                </a:lnTo>
                <a:close/>
                <a:moveTo>
                  <a:pt x="1790816" y="1618654"/>
                </a:moveTo>
                <a:lnTo>
                  <a:pt x="1790824" y="1618676"/>
                </a:lnTo>
                <a:lnTo>
                  <a:pt x="1791296" y="1618495"/>
                </a:lnTo>
                <a:lnTo>
                  <a:pt x="1793230" y="1615689"/>
                </a:lnTo>
                <a:lnTo>
                  <a:pt x="1792852" y="1615711"/>
                </a:lnTo>
                <a:close/>
                <a:moveTo>
                  <a:pt x="1630007" y="1978727"/>
                </a:moveTo>
                <a:lnTo>
                  <a:pt x="1630905" y="1978929"/>
                </a:lnTo>
                <a:lnTo>
                  <a:pt x="1632133" y="1978139"/>
                </a:lnTo>
                <a:lnTo>
                  <a:pt x="1630552" y="1978236"/>
                </a:lnTo>
                <a:close/>
                <a:moveTo>
                  <a:pt x="1669025" y="1891308"/>
                </a:moveTo>
                <a:lnTo>
                  <a:pt x="1668710" y="1892631"/>
                </a:lnTo>
                <a:lnTo>
                  <a:pt x="1670038" y="1892177"/>
                </a:lnTo>
                <a:lnTo>
                  <a:pt x="1669703" y="1891274"/>
                </a:lnTo>
                <a:close/>
                <a:moveTo>
                  <a:pt x="1816980" y="1559634"/>
                </a:moveTo>
                <a:lnTo>
                  <a:pt x="1817890" y="1561434"/>
                </a:lnTo>
                <a:lnTo>
                  <a:pt x="1820528" y="1560365"/>
                </a:lnTo>
                <a:lnTo>
                  <a:pt x="1820163" y="1557180"/>
                </a:lnTo>
                <a:close/>
                <a:moveTo>
                  <a:pt x="1599406" y="2046704"/>
                </a:moveTo>
                <a:lnTo>
                  <a:pt x="1599047" y="2049822"/>
                </a:lnTo>
                <a:lnTo>
                  <a:pt x="1599777" y="2049378"/>
                </a:lnTo>
                <a:lnTo>
                  <a:pt x="1601499" y="2046334"/>
                </a:lnTo>
                <a:close/>
                <a:moveTo>
                  <a:pt x="1669294" y="1890174"/>
                </a:moveTo>
                <a:lnTo>
                  <a:pt x="1669262" y="1890312"/>
                </a:lnTo>
                <a:lnTo>
                  <a:pt x="1669344" y="1890308"/>
                </a:lnTo>
                <a:close/>
                <a:moveTo>
                  <a:pt x="1826201" y="1538818"/>
                </a:moveTo>
                <a:lnTo>
                  <a:pt x="1826289" y="1539153"/>
                </a:lnTo>
                <a:lnTo>
                  <a:pt x="1826650" y="1538903"/>
                </a:lnTo>
                <a:lnTo>
                  <a:pt x="1826455" y="1538775"/>
                </a:lnTo>
                <a:close/>
                <a:moveTo>
                  <a:pt x="1798734" y="1600287"/>
                </a:moveTo>
                <a:lnTo>
                  <a:pt x="1800611" y="1602104"/>
                </a:lnTo>
                <a:lnTo>
                  <a:pt x="1800770" y="1602017"/>
                </a:lnTo>
                <a:lnTo>
                  <a:pt x="1802887" y="1598959"/>
                </a:lnTo>
                <a:lnTo>
                  <a:pt x="1799805" y="1599575"/>
                </a:lnTo>
                <a:close/>
                <a:moveTo>
                  <a:pt x="1628756" y="1980793"/>
                </a:moveTo>
                <a:lnTo>
                  <a:pt x="1628761" y="1980819"/>
                </a:lnTo>
                <a:lnTo>
                  <a:pt x="1628889" y="1980776"/>
                </a:lnTo>
                <a:close/>
                <a:moveTo>
                  <a:pt x="1796843" y="1604164"/>
                </a:moveTo>
                <a:lnTo>
                  <a:pt x="1798419" y="1603303"/>
                </a:lnTo>
                <a:lnTo>
                  <a:pt x="1797479" y="1602819"/>
                </a:lnTo>
                <a:close/>
                <a:moveTo>
                  <a:pt x="1799186" y="1598913"/>
                </a:moveTo>
                <a:lnTo>
                  <a:pt x="1800199" y="1598712"/>
                </a:lnTo>
                <a:lnTo>
                  <a:pt x="1805492" y="1595195"/>
                </a:lnTo>
                <a:lnTo>
                  <a:pt x="1805940" y="1594547"/>
                </a:lnTo>
                <a:lnTo>
                  <a:pt x="1804534" y="1594791"/>
                </a:lnTo>
                <a:close/>
                <a:moveTo>
                  <a:pt x="1834316" y="1520241"/>
                </a:moveTo>
                <a:lnTo>
                  <a:pt x="1837698" y="1523614"/>
                </a:lnTo>
                <a:lnTo>
                  <a:pt x="1845733" y="1520298"/>
                </a:lnTo>
                <a:lnTo>
                  <a:pt x="1840378" y="1515498"/>
                </a:lnTo>
                <a:close/>
                <a:moveTo>
                  <a:pt x="1738052" y="1735788"/>
                </a:moveTo>
                <a:lnTo>
                  <a:pt x="1738459" y="1737908"/>
                </a:lnTo>
                <a:lnTo>
                  <a:pt x="1740674" y="1737327"/>
                </a:lnTo>
                <a:lnTo>
                  <a:pt x="1741361" y="1737044"/>
                </a:lnTo>
                <a:lnTo>
                  <a:pt x="1741477" y="1735155"/>
                </a:lnTo>
                <a:close/>
                <a:moveTo>
                  <a:pt x="1678759" y="1868537"/>
                </a:moveTo>
                <a:lnTo>
                  <a:pt x="1678752" y="1868593"/>
                </a:lnTo>
                <a:lnTo>
                  <a:pt x="1682130" y="1866873"/>
                </a:lnTo>
                <a:lnTo>
                  <a:pt x="1682039" y="1866475"/>
                </a:lnTo>
                <a:lnTo>
                  <a:pt x="1681258" y="1867070"/>
                </a:lnTo>
                <a:close/>
                <a:moveTo>
                  <a:pt x="1613290" y="2015029"/>
                </a:moveTo>
                <a:lnTo>
                  <a:pt x="1613202" y="2016968"/>
                </a:lnTo>
                <a:lnTo>
                  <a:pt x="1613049" y="2017887"/>
                </a:lnTo>
                <a:lnTo>
                  <a:pt x="1615084" y="2017633"/>
                </a:lnTo>
                <a:lnTo>
                  <a:pt x="1614818" y="2014763"/>
                </a:lnTo>
                <a:close/>
                <a:moveTo>
                  <a:pt x="1776215" y="1650179"/>
                </a:moveTo>
                <a:lnTo>
                  <a:pt x="1776187" y="1651660"/>
                </a:lnTo>
                <a:lnTo>
                  <a:pt x="1782387" y="1650051"/>
                </a:lnTo>
                <a:lnTo>
                  <a:pt x="1783529" y="1648446"/>
                </a:lnTo>
                <a:lnTo>
                  <a:pt x="1782816" y="1647017"/>
                </a:lnTo>
                <a:lnTo>
                  <a:pt x="1777822" y="1648126"/>
                </a:lnTo>
                <a:close/>
                <a:moveTo>
                  <a:pt x="1750347" y="1708022"/>
                </a:moveTo>
                <a:lnTo>
                  <a:pt x="1751274" y="1710720"/>
                </a:lnTo>
                <a:lnTo>
                  <a:pt x="1753781" y="1709607"/>
                </a:lnTo>
                <a:lnTo>
                  <a:pt x="1753703" y="1709755"/>
                </a:lnTo>
                <a:lnTo>
                  <a:pt x="1751307" y="1710819"/>
                </a:lnTo>
                <a:lnTo>
                  <a:pt x="1751706" y="1711980"/>
                </a:lnTo>
                <a:lnTo>
                  <a:pt x="1752298" y="1711725"/>
                </a:lnTo>
                <a:lnTo>
                  <a:pt x="1754388" y="1710788"/>
                </a:lnTo>
                <a:lnTo>
                  <a:pt x="1754234" y="1709796"/>
                </a:lnTo>
                <a:lnTo>
                  <a:pt x="1751803" y="1706981"/>
                </a:lnTo>
                <a:lnTo>
                  <a:pt x="1751628" y="1707024"/>
                </a:lnTo>
                <a:close/>
                <a:moveTo>
                  <a:pt x="1744828" y="1720329"/>
                </a:moveTo>
                <a:lnTo>
                  <a:pt x="1744859" y="1720385"/>
                </a:lnTo>
                <a:lnTo>
                  <a:pt x="1745307" y="1720018"/>
                </a:lnTo>
                <a:lnTo>
                  <a:pt x="1745285" y="1719964"/>
                </a:lnTo>
                <a:lnTo>
                  <a:pt x="1745206" y="1719986"/>
                </a:lnTo>
                <a:close/>
                <a:moveTo>
                  <a:pt x="1729427" y="1754782"/>
                </a:moveTo>
                <a:lnTo>
                  <a:pt x="1729575" y="1755977"/>
                </a:lnTo>
                <a:lnTo>
                  <a:pt x="1730468" y="1754686"/>
                </a:lnTo>
                <a:lnTo>
                  <a:pt x="1730624" y="1754440"/>
                </a:lnTo>
                <a:close/>
                <a:moveTo>
                  <a:pt x="1793472" y="1611298"/>
                </a:moveTo>
                <a:lnTo>
                  <a:pt x="1793491" y="1611290"/>
                </a:lnTo>
                <a:lnTo>
                  <a:pt x="1795166" y="1609213"/>
                </a:lnTo>
                <a:lnTo>
                  <a:pt x="1794097" y="1609977"/>
                </a:lnTo>
                <a:close/>
                <a:moveTo>
                  <a:pt x="1708641" y="1801228"/>
                </a:moveTo>
                <a:lnTo>
                  <a:pt x="1708959" y="1802723"/>
                </a:lnTo>
                <a:lnTo>
                  <a:pt x="1709011" y="1802699"/>
                </a:lnTo>
                <a:lnTo>
                  <a:pt x="1708993" y="1801198"/>
                </a:lnTo>
                <a:close/>
                <a:moveTo>
                  <a:pt x="1638539" y="1958180"/>
                </a:moveTo>
                <a:lnTo>
                  <a:pt x="1643596" y="1959309"/>
                </a:lnTo>
                <a:lnTo>
                  <a:pt x="1643495" y="1956579"/>
                </a:lnTo>
                <a:lnTo>
                  <a:pt x="1642804" y="1956683"/>
                </a:lnTo>
                <a:close/>
                <a:moveTo>
                  <a:pt x="1682306" y="1860155"/>
                </a:moveTo>
                <a:lnTo>
                  <a:pt x="1684381" y="1859605"/>
                </a:lnTo>
                <a:lnTo>
                  <a:pt x="1684442" y="1859327"/>
                </a:lnTo>
                <a:close/>
                <a:moveTo>
                  <a:pt x="1590370" y="2065961"/>
                </a:moveTo>
                <a:lnTo>
                  <a:pt x="1591121" y="2087785"/>
                </a:lnTo>
                <a:lnTo>
                  <a:pt x="1597069" y="2089039"/>
                </a:lnTo>
                <a:lnTo>
                  <a:pt x="1604559" y="2060764"/>
                </a:lnTo>
                <a:lnTo>
                  <a:pt x="1597761" y="2060999"/>
                </a:lnTo>
                <a:lnTo>
                  <a:pt x="1596678" y="2070410"/>
                </a:lnTo>
                <a:lnTo>
                  <a:pt x="1596478" y="2070612"/>
                </a:lnTo>
                <a:lnTo>
                  <a:pt x="1597583" y="2061005"/>
                </a:lnTo>
                <a:lnTo>
                  <a:pt x="1593581" y="2061144"/>
                </a:lnTo>
                <a:close/>
                <a:moveTo>
                  <a:pt x="1669786" y="1888103"/>
                </a:moveTo>
                <a:lnTo>
                  <a:pt x="1669432" y="1889594"/>
                </a:lnTo>
                <a:lnTo>
                  <a:pt x="1669691" y="1890291"/>
                </a:lnTo>
                <a:lnTo>
                  <a:pt x="1677695" y="1889884"/>
                </a:lnTo>
                <a:lnTo>
                  <a:pt x="1678126" y="1887927"/>
                </a:lnTo>
                <a:lnTo>
                  <a:pt x="1675732" y="1887253"/>
                </a:lnTo>
                <a:close/>
                <a:moveTo>
                  <a:pt x="1785518" y="1628915"/>
                </a:moveTo>
                <a:lnTo>
                  <a:pt x="1786739" y="1628384"/>
                </a:lnTo>
                <a:lnTo>
                  <a:pt x="1791944" y="1625139"/>
                </a:lnTo>
                <a:lnTo>
                  <a:pt x="1791737" y="1624690"/>
                </a:lnTo>
                <a:lnTo>
                  <a:pt x="1790717" y="1622696"/>
                </a:lnTo>
                <a:lnTo>
                  <a:pt x="1789154" y="1623640"/>
                </a:lnTo>
                <a:close/>
                <a:moveTo>
                  <a:pt x="1622926" y="1992957"/>
                </a:moveTo>
                <a:lnTo>
                  <a:pt x="1623077" y="1999030"/>
                </a:lnTo>
                <a:lnTo>
                  <a:pt x="1624842" y="1998922"/>
                </a:lnTo>
                <a:lnTo>
                  <a:pt x="1629022" y="1996505"/>
                </a:lnTo>
                <a:lnTo>
                  <a:pt x="1630545" y="1992848"/>
                </a:lnTo>
                <a:lnTo>
                  <a:pt x="1630234" y="1991190"/>
                </a:lnTo>
                <a:close/>
                <a:moveTo>
                  <a:pt x="1654289" y="1922614"/>
                </a:moveTo>
                <a:lnTo>
                  <a:pt x="1654861" y="1922493"/>
                </a:lnTo>
                <a:lnTo>
                  <a:pt x="1654908" y="1922292"/>
                </a:lnTo>
                <a:close/>
                <a:moveTo>
                  <a:pt x="1744714" y="1720121"/>
                </a:moveTo>
                <a:lnTo>
                  <a:pt x="1744777" y="1720235"/>
                </a:lnTo>
                <a:lnTo>
                  <a:pt x="1744985" y="1720046"/>
                </a:lnTo>
                <a:close/>
                <a:moveTo>
                  <a:pt x="1704801" y="1809467"/>
                </a:moveTo>
                <a:lnTo>
                  <a:pt x="1704846" y="1809466"/>
                </a:lnTo>
                <a:lnTo>
                  <a:pt x="1704882" y="1809428"/>
                </a:lnTo>
                <a:close/>
                <a:moveTo>
                  <a:pt x="1681870" y="1860789"/>
                </a:moveTo>
                <a:lnTo>
                  <a:pt x="1682332" y="1862815"/>
                </a:lnTo>
                <a:lnTo>
                  <a:pt x="1683997" y="1861346"/>
                </a:lnTo>
                <a:lnTo>
                  <a:pt x="1684259" y="1860156"/>
                </a:lnTo>
                <a:close/>
                <a:moveTo>
                  <a:pt x="1628606" y="1979991"/>
                </a:moveTo>
                <a:lnTo>
                  <a:pt x="1628676" y="1980364"/>
                </a:lnTo>
                <a:lnTo>
                  <a:pt x="1630401" y="1979254"/>
                </a:lnTo>
                <a:lnTo>
                  <a:pt x="1629608" y="1979087"/>
                </a:lnTo>
                <a:close/>
                <a:moveTo>
                  <a:pt x="1711719" y="1793837"/>
                </a:moveTo>
                <a:lnTo>
                  <a:pt x="1711744" y="1795911"/>
                </a:lnTo>
                <a:lnTo>
                  <a:pt x="1716907" y="1793665"/>
                </a:lnTo>
                <a:lnTo>
                  <a:pt x="1718167" y="1792006"/>
                </a:lnTo>
                <a:close/>
                <a:moveTo>
                  <a:pt x="1798308" y="1599875"/>
                </a:moveTo>
                <a:lnTo>
                  <a:pt x="1798365" y="1599931"/>
                </a:lnTo>
                <a:lnTo>
                  <a:pt x="1798511" y="1599835"/>
                </a:lnTo>
                <a:close/>
                <a:moveTo>
                  <a:pt x="1788267" y="1622315"/>
                </a:moveTo>
                <a:lnTo>
                  <a:pt x="1788396" y="1622238"/>
                </a:lnTo>
                <a:lnTo>
                  <a:pt x="1788487" y="1622124"/>
                </a:lnTo>
                <a:lnTo>
                  <a:pt x="1788291" y="1622263"/>
                </a:lnTo>
                <a:close/>
                <a:moveTo>
                  <a:pt x="1737901" y="1735006"/>
                </a:moveTo>
                <a:lnTo>
                  <a:pt x="1737953" y="1735274"/>
                </a:lnTo>
                <a:lnTo>
                  <a:pt x="1741507" y="1734668"/>
                </a:lnTo>
                <a:lnTo>
                  <a:pt x="1741695" y="1731617"/>
                </a:lnTo>
                <a:close/>
                <a:moveTo>
                  <a:pt x="1678091" y="1868929"/>
                </a:moveTo>
                <a:lnTo>
                  <a:pt x="1678590" y="1868675"/>
                </a:lnTo>
                <a:lnTo>
                  <a:pt x="1678596" y="1868633"/>
                </a:lnTo>
                <a:close/>
                <a:moveTo>
                  <a:pt x="1770452" y="1662035"/>
                </a:moveTo>
                <a:lnTo>
                  <a:pt x="1771701" y="1664676"/>
                </a:lnTo>
                <a:lnTo>
                  <a:pt x="1773189" y="1662644"/>
                </a:lnTo>
                <a:lnTo>
                  <a:pt x="1773223" y="1660810"/>
                </a:lnTo>
                <a:close/>
                <a:moveTo>
                  <a:pt x="1676942" y="1871318"/>
                </a:moveTo>
                <a:lnTo>
                  <a:pt x="1677913" y="1871367"/>
                </a:lnTo>
                <a:lnTo>
                  <a:pt x="1678229" y="1871188"/>
                </a:lnTo>
                <a:lnTo>
                  <a:pt x="1678334" y="1870460"/>
                </a:lnTo>
                <a:close/>
                <a:moveTo>
                  <a:pt x="1746575" y="1715352"/>
                </a:moveTo>
                <a:lnTo>
                  <a:pt x="1747556" y="1717715"/>
                </a:lnTo>
                <a:lnTo>
                  <a:pt x="1748627" y="1716743"/>
                </a:lnTo>
                <a:lnTo>
                  <a:pt x="1749569" y="1715792"/>
                </a:lnTo>
                <a:lnTo>
                  <a:pt x="1748907" y="1713572"/>
                </a:lnTo>
                <a:lnTo>
                  <a:pt x="1748634" y="1713695"/>
                </a:lnTo>
                <a:close/>
                <a:moveTo>
                  <a:pt x="1599710" y="2044068"/>
                </a:moveTo>
                <a:lnTo>
                  <a:pt x="1599416" y="2046620"/>
                </a:lnTo>
                <a:lnTo>
                  <a:pt x="1601551" y="2046242"/>
                </a:lnTo>
                <a:lnTo>
                  <a:pt x="1602783" y="2044062"/>
                </a:lnTo>
                <a:close/>
                <a:moveTo>
                  <a:pt x="1737520" y="1735348"/>
                </a:moveTo>
                <a:lnTo>
                  <a:pt x="1737711" y="1735316"/>
                </a:lnTo>
                <a:lnTo>
                  <a:pt x="1737688" y="1735197"/>
                </a:lnTo>
                <a:close/>
                <a:moveTo>
                  <a:pt x="1754992" y="1696183"/>
                </a:moveTo>
                <a:lnTo>
                  <a:pt x="1759055" y="1695811"/>
                </a:lnTo>
                <a:lnTo>
                  <a:pt x="1759334" y="1694135"/>
                </a:lnTo>
                <a:close/>
                <a:moveTo>
                  <a:pt x="1873093" y="1431705"/>
                </a:moveTo>
                <a:lnTo>
                  <a:pt x="1875404" y="1434254"/>
                </a:lnTo>
                <a:lnTo>
                  <a:pt x="1886552" y="1431134"/>
                </a:lnTo>
                <a:lnTo>
                  <a:pt x="1887213" y="1430392"/>
                </a:lnTo>
                <a:lnTo>
                  <a:pt x="1887198" y="1430628"/>
                </a:lnTo>
                <a:lnTo>
                  <a:pt x="1886811" y="1431061"/>
                </a:lnTo>
                <a:lnTo>
                  <a:pt x="1888938" y="1430466"/>
                </a:lnTo>
                <a:lnTo>
                  <a:pt x="1888770" y="1430749"/>
                </a:lnTo>
                <a:lnTo>
                  <a:pt x="1886533" y="1431374"/>
                </a:lnTo>
                <a:lnTo>
                  <a:pt x="1867643" y="1452588"/>
                </a:lnTo>
                <a:lnTo>
                  <a:pt x="1865680" y="1454652"/>
                </a:lnTo>
                <a:lnTo>
                  <a:pt x="1874564" y="1449247"/>
                </a:lnTo>
                <a:lnTo>
                  <a:pt x="1878200" y="1446313"/>
                </a:lnTo>
                <a:lnTo>
                  <a:pt x="1878141" y="1446744"/>
                </a:lnTo>
                <a:lnTo>
                  <a:pt x="1876498" y="1448070"/>
                </a:lnTo>
                <a:lnTo>
                  <a:pt x="1893294" y="1437851"/>
                </a:lnTo>
                <a:lnTo>
                  <a:pt x="1871751" y="1451900"/>
                </a:lnTo>
                <a:lnTo>
                  <a:pt x="1868833" y="1454255"/>
                </a:lnTo>
                <a:lnTo>
                  <a:pt x="1868811" y="1454400"/>
                </a:lnTo>
                <a:lnTo>
                  <a:pt x="1871441" y="1453476"/>
                </a:lnTo>
                <a:lnTo>
                  <a:pt x="1905125" y="1431819"/>
                </a:lnTo>
                <a:lnTo>
                  <a:pt x="1904118" y="1430793"/>
                </a:lnTo>
                <a:lnTo>
                  <a:pt x="1897622" y="1435029"/>
                </a:lnTo>
                <a:lnTo>
                  <a:pt x="1904070" y="1430744"/>
                </a:lnTo>
                <a:lnTo>
                  <a:pt x="1892200" y="1418657"/>
                </a:lnTo>
                <a:lnTo>
                  <a:pt x="1894451" y="1423704"/>
                </a:lnTo>
                <a:lnTo>
                  <a:pt x="1894381" y="1423982"/>
                </a:lnTo>
                <a:lnTo>
                  <a:pt x="1891843" y="1418294"/>
                </a:lnTo>
                <a:lnTo>
                  <a:pt x="1891759" y="1418210"/>
                </a:lnTo>
                <a:lnTo>
                  <a:pt x="1878438" y="1427352"/>
                </a:lnTo>
                <a:lnTo>
                  <a:pt x="1874911" y="1429702"/>
                </a:lnTo>
                <a:close/>
                <a:moveTo>
                  <a:pt x="1627972" y="1980562"/>
                </a:moveTo>
                <a:lnTo>
                  <a:pt x="1628232" y="1980528"/>
                </a:lnTo>
                <a:lnTo>
                  <a:pt x="1628200" y="1980357"/>
                </a:lnTo>
                <a:close/>
                <a:moveTo>
                  <a:pt x="1782172" y="1635180"/>
                </a:moveTo>
                <a:lnTo>
                  <a:pt x="1790501" y="1630132"/>
                </a:lnTo>
                <a:lnTo>
                  <a:pt x="1792957" y="1627331"/>
                </a:lnTo>
                <a:lnTo>
                  <a:pt x="1792607" y="1626573"/>
                </a:lnTo>
                <a:lnTo>
                  <a:pt x="1787318" y="1628873"/>
                </a:lnTo>
                <a:lnTo>
                  <a:pt x="1784271" y="1630772"/>
                </a:lnTo>
                <a:lnTo>
                  <a:pt x="1782631" y="1634241"/>
                </a:lnTo>
                <a:close/>
                <a:moveTo>
                  <a:pt x="1566029" y="2119158"/>
                </a:moveTo>
                <a:lnTo>
                  <a:pt x="1567066" y="2119468"/>
                </a:lnTo>
                <a:lnTo>
                  <a:pt x="1579936" y="2119295"/>
                </a:lnTo>
                <a:lnTo>
                  <a:pt x="1579892" y="2119052"/>
                </a:lnTo>
                <a:lnTo>
                  <a:pt x="1571498" y="2117835"/>
                </a:lnTo>
                <a:close/>
                <a:moveTo>
                  <a:pt x="1823978" y="1541484"/>
                </a:moveTo>
                <a:lnTo>
                  <a:pt x="1825453" y="1545928"/>
                </a:lnTo>
                <a:lnTo>
                  <a:pt x="1826464" y="1544959"/>
                </a:lnTo>
                <a:lnTo>
                  <a:pt x="1825305" y="1540564"/>
                </a:lnTo>
                <a:close/>
                <a:moveTo>
                  <a:pt x="1806274" y="1581068"/>
                </a:moveTo>
                <a:lnTo>
                  <a:pt x="1806362" y="1581556"/>
                </a:lnTo>
                <a:lnTo>
                  <a:pt x="1806834" y="1582353"/>
                </a:lnTo>
                <a:lnTo>
                  <a:pt x="1810762" y="1580936"/>
                </a:lnTo>
                <a:lnTo>
                  <a:pt x="1815179" y="1579273"/>
                </a:lnTo>
                <a:lnTo>
                  <a:pt x="1814474" y="1578079"/>
                </a:lnTo>
                <a:lnTo>
                  <a:pt x="1806571" y="1580855"/>
                </a:lnTo>
                <a:close/>
                <a:moveTo>
                  <a:pt x="1601547" y="2039486"/>
                </a:moveTo>
                <a:lnTo>
                  <a:pt x="1602095" y="2040494"/>
                </a:lnTo>
                <a:lnTo>
                  <a:pt x="1604393" y="2041218"/>
                </a:lnTo>
                <a:lnTo>
                  <a:pt x="1605268" y="2039671"/>
                </a:lnTo>
                <a:close/>
                <a:moveTo>
                  <a:pt x="1635351" y="1963707"/>
                </a:moveTo>
                <a:lnTo>
                  <a:pt x="1637059" y="1967630"/>
                </a:lnTo>
                <a:lnTo>
                  <a:pt x="1641300" y="1967032"/>
                </a:lnTo>
                <a:lnTo>
                  <a:pt x="1643268" y="1962307"/>
                </a:lnTo>
                <a:close/>
                <a:moveTo>
                  <a:pt x="1566175" y="2118607"/>
                </a:moveTo>
                <a:lnTo>
                  <a:pt x="1570164" y="2117642"/>
                </a:lnTo>
                <a:lnTo>
                  <a:pt x="1568812" y="2117446"/>
                </a:lnTo>
                <a:close/>
                <a:moveTo>
                  <a:pt x="1780832" y="1637920"/>
                </a:moveTo>
                <a:lnTo>
                  <a:pt x="1785016" y="1635183"/>
                </a:lnTo>
                <a:lnTo>
                  <a:pt x="1784865" y="1635227"/>
                </a:lnTo>
                <a:lnTo>
                  <a:pt x="1781004" y="1637567"/>
                </a:lnTo>
                <a:close/>
                <a:moveTo>
                  <a:pt x="1670131" y="1885676"/>
                </a:moveTo>
                <a:lnTo>
                  <a:pt x="1669999" y="1887208"/>
                </a:lnTo>
                <a:lnTo>
                  <a:pt x="1669894" y="1887649"/>
                </a:lnTo>
                <a:lnTo>
                  <a:pt x="1674700" y="1886962"/>
                </a:lnTo>
                <a:close/>
                <a:moveTo>
                  <a:pt x="1615315" y="2008403"/>
                </a:moveTo>
                <a:lnTo>
                  <a:pt x="1622091" y="2009923"/>
                </a:lnTo>
                <a:lnTo>
                  <a:pt x="1623031" y="2008261"/>
                </a:lnTo>
                <a:lnTo>
                  <a:pt x="1622920" y="2005411"/>
                </a:lnTo>
                <a:close/>
                <a:moveTo>
                  <a:pt x="1779784" y="1640061"/>
                </a:moveTo>
                <a:lnTo>
                  <a:pt x="1779871" y="1640234"/>
                </a:lnTo>
                <a:lnTo>
                  <a:pt x="1784554" y="1636914"/>
                </a:lnTo>
                <a:lnTo>
                  <a:pt x="1786438" y="1634766"/>
                </a:lnTo>
                <a:lnTo>
                  <a:pt x="1785530" y="1635031"/>
                </a:lnTo>
                <a:lnTo>
                  <a:pt x="1780630" y="1638331"/>
                </a:lnTo>
                <a:close/>
                <a:moveTo>
                  <a:pt x="1856040" y="1469230"/>
                </a:moveTo>
                <a:lnTo>
                  <a:pt x="1868460" y="1463867"/>
                </a:lnTo>
                <a:lnTo>
                  <a:pt x="1882110" y="1454129"/>
                </a:lnTo>
                <a:lnTo>
                  <a:pt x="1892806" y="1446279"/>
                </a:lnTo>
                <a:lnTo>
                  <a:pt x="1873321" y="1453124"/>
                </a:lnTo>
                <a:lnTo>
                  <a:pt x="1864091" y="1459059"/>
                </a:lnTo>
                <a:lnTo>
                  <a:pt x="1860544" y="1462391"/>
                </a:lnTo>
                <a:close/>
                <a:moveTo>
                  <a:pt x="1800918" y="1592620"/>
                </a:moveTo>
                <a:lnTo>
                  <a:pt x="1804238" y="1591433"/>
                </a:lnTo>
                <a:lnTo>
                  <a:pt x="1805066" y="1590890"/>
                </a:lnTo>
                <a:close/>
                <a:moveTo>
                  <a:pt x="1608121" y="2024243"/>
                </a:moveTo>
                <a:lnTo>
                  <a:pt x="1610488" y="2023875"/>
                </a:lnTo>
                <a:lnTo>
                  <a:pt x="1610504" y="2023502"/>
                </a:lnTo>
                <a:close/>
                <a:moveTo>
                  <a:pt x="1829892" y="1527637"/>
                </a:moveTo>
                <a:lnTo>
                  <a:pt x="1837270" y="1525047"/>
                </a:lnTo>
                <a:lnTo>
                  <a:pt x="1836749" y="1524528"/>
                </a:lnTo>
                <a:lnTo>
                  <a:pt x="1830302" y="1527189"/>
                </a:lnTo>
                <a:close/>
                <a:moveTo>
                  <a:pt x="1628387" y="1978830"/>
                </a:moveTo>
                <a:lnTo>
                  <a:pt x="1628491" y="1979378"/>
                </a:lnTo>
                <a:lnTo>
                  <a:pt x="1628963" y="1978951"/>
                </a:lnTo>
                <a:close/>
                <a:moveTo>
                  <a:pt x="1746318" y="1714732"/>
                </a:moveTo>
                <a:lnTo>
                  <a:pt x="1746474" y="1715109"/>
                </a:lnTo>
                <a:lnTo>
                  <a:pt x="1747724" y="1714103"/>
                </a:lnTo>
                <a:close/>
                <a:moveTo>
                  <a:pt x="1605204" y="2030696"/>
                </a:moveTo>
                <a:lnTo>
                  <a:pt x="1606060" y="2030547"/>
                </a:lnTo>
                <a:lnTo>
                  <a:pt x="1606053" y="2030049"/>
                </a:lnTo>
                <a:close/>
                <a:moveTo>
                  <a:pt x="1859484" y="1461165"/>
                </a:moveTo>
                <a:lnTo>
                  <a:pt x="1861015" y="1460181"/>
                </a:lnTo>
                <a:lnTo>
                  <a:pt x="1862362" y="1459093"/>
                </a:lnTo>
                <a:lnTo>
                  <a:pt x="1863634" y="1457161"/>
                </a:lnTo>
                <a:lnTo>
                  <a:pt x="1862934" y="1457538"/>
                </a:lnTo>
                <a:close/>
                <a:moveTo>
                  <a:pt x="1591491" y="2061215"/>
                </a:moveTo>
                <a:lnTo>
                  <a:pt x="1591514" y="2062370"/>
                </a:lnTo>
                <a:lnTo>
                  <a:pt x="1592303" y="2061187"/>
                </a:lnTo>
                <a:close/>
                <a:moveTo>
                  <a:pt x="1628406" y="1978367"/>
                </a:moveTo>
                <a:lnTo>
                  <a:pt x="1629371" y="1978584"/>
                </a:lnTo>
                <a:lnTo>
                  <a:pt x="1629699" y="1978288"/>
                </a:lnTo>
                <a:close/>
                <a:moveTo>
                  <a:pt x="1627055" y="1981388"/>
                </a:moveTo>
                <a:lnTo>
                  <a:pt x="1627119" y="1981367"/>
                </a:lnTo>
                <a:lnTo>
                  <a:pt x="1627820" y="1980916"/>
                </a:lnTo>
                <a:lnTo>
                  <a:pt x="1627538" y="1980953"/>
                </a:lnTo>
                <a:close/>
                <a:moveTo>
                  <a:pt x="1679380" y="1864220"/>
                </a:moveTo>
                <a:lnTo>
                  <a:pt x="1679197" y="1865498"/>
                </a:lnTo>
                <a:lnTo>
                  <a:pt x="1679479" y="1865333"/>
                </a:lnTo>
                <a:lnTo>
                  <a:pt x="1681340" y="1863690"/>
                </a:lnTo>
                <a:close/>
                <a:moveTo>
                  <a:pt x="1614690" y="2009052"/>
                </a:moveTo>
                <a:lnTo>
                  <a:pt x="1615161" y="2014129"/>
                </a:lnTo>
                <a:lnTo>
                  <a:pt x="1618385" y="2013747"/>
                </a:lnTo>
                <a:lnTo>
                  <a:pt x="1620096" y="2013451"/>
                </a:lnTo>
                <a:lnTo>
                  <a:pt x="1621745" y="2010535"/>
                </a:lnTo>
                <a:close/>
                <a:moveTo>
                  <a:pt x="1622845" y="1990647"/>
                </a:moveTo>
                <a:lnTo>
                  <a:pt x="1622880" y="1991563"/>
                </a:lnTo>
                <a:lnTo>
                  <a:pt x="1630036" y="1990132"/>
                </a:lnTo>
                <a:lnTo>
                  <a:pt x="1629682" y="1988246"/>
                </a:lnTo>
                <a:close/>
                <a:moveTo>
                  <a:pt x="1629266" y="1976226"/>
                </a:moveTo>
                <a:lnTo>
                  <a:pt x="1631170" y="1976963"/>
                </a:lnTo>
                <a:lnTo>
                  <a:pt x="1632602" y="1975672"/>
                </a:lnTo>
                <a:close/>
                <a:moveTo>
                  <a:pt x="1773044" y="1654230"/>
                </a:moveTo>
                <a:lnTo>
                  <a:pt x="1773279" y="1654483"/>
                </a:lnTo>
                <a:lnTo>
                  <a:pt x="1773229" y="1653993"/>
                </a:lnTo>
                <a:close/>
                <a:moveTo>
                  <a:pt x="1685008" y="1851354"/>
                </a:moveTo>
                <a:lnTo>
                  <a:pt x="1685251" y="1852826"/>
                </a:lnTo>
                <a:lnTo>
                  <a:pt x="1685881" y="1852813"/>
                </a:lnTo>
                <a:lnTo>
                  <a:pt x="1686382" y="1850545"/>
                </a:lnTo>
                <a:close/>
                <a:moveTo>
                  <a:pt x="1704197" y="1808358"/>
                </a:moveTo>
                <a:lnTo>
                  <a:pt x="1705375" y="1808416"/>
                </a:lnTo>
                <a:lnTo>
                  <a:pt x="1705886" y="1808176"/>
                </a:lnTo>
                <a:lnTo>
                  <a:pt x="1707730" y="1805747"/>
                </a:lnTo>
                <a:close/>
                <a:moveTo>
                  <a:pt x="1736285" y="1736451"/>
                </a:moveTo>
                <a:lnTo>
                  <a:pt x="1737336" y="1738203"/>
                </a:lnTo>
                <a:lnTo>
                  <a:pt x="1738221" y="1737971"/>
                </a:lnTo>
                <a:lnTo>
                  <a:pt x="1737810" y="1735832"/>
                </a:lnTo>
                <a:lnTo>
                  <a:pt x="1736761" y="1736026"/>
                </a:lnTo>
                <a:close/>
                <a:moveTo>
                  <a:pt x="1796398" y="1601840"/>
                </a:moveTo>
                <a:lnTo>
                  <a:pt x="1797482" y="1602398"/>
                </a:lnTo>
                <a:lnTo>
                  <a:pt x="1797810" y="1601705"/>
                </a:lnTo>
                <a:lnTo>
                  <a:pt x="1797873" y="1601984"/>
                </a:lnTo>
                <a:lnTo>
                  <a:pt x="1797639" y="1602479"/>
                </a:lnTo>
                <a:lnTo>
                  <a:pt x="1798817" y="1603085"/>
                </a:lnTo>
                <a:lnTo>
                  <a:pt x="1800327" y="1602259"/>
                </a:lnTo>
                <a:lnTo>
                  <a:pt x="1798470" y="1600463"/>
                </a:lnTo>
                <a:close/>
                <a:moveTo>
                  <a:pt x="1675905" y="1871265"/>
                </a:moveTo>
                <a:lnTo>
                  <a:pt x="1676215" y="1871281"/>
                </a:lnTo>
                <a:lnTo>
                  <a:pt x="1677837" y="1870281"/>
                </a:lnTo>
                <a:close/>
                <a:moveTo>
                  <a:pt x="1749665" y="1706037"/>
                </a:moveTo>
                <a:lnTo>
                  <a:pt x="1749954" y="1706880"/>
                </a:lnTo>
                <a:lnTo>
                  <a:pt x="1750851" y="1706662"/>
                </a:lnTo>
                <a:lnTo>
                  <a:pt x="1751256" y="1706347"/>
                </a:lnTo>
                <a:lnTo>
                  <a:pt x="1750798" y="1705817"/>
                </a:lnTo>
                <a:close/>
                <a:moveTo>
                  <a:pt x="1708148" y="1798907"/>
                </a:moveTo>
                <a:lnTo>
                  <a:pt x="1708372" y="1799960"/>
                </a:lnTo>
                <a:lnTo>
                  <a:pt x="1708978" y="1799906"/>
                </a:lnTo>
                <a:lnTo>
                  <a:pt x="1708962" y="1798553"/>
                </a:lnTo>
                <a:close/>
                <a:moveTo>
                  <a:pt x="1703757" y="1808685"/>
                </a:moveTo>
                <a:lnTo>
                  <a:pt x="1704804" y="1808664"/>
                </a:lnTo>
                <a:lnTo>
                  <a:pt x="1704852" y="1808661"/>
                </a:lnTo>
                <a:lnTo>
                  <a:pt x="1704988" y="1808598"/>
                </a:lnTo>
                <a:lnTo>
                  <a:pt x="1703944" y="1808546"/>
                </a:lnTo>
                <a:close/>
                <a:moveTo>
                  <a:pt x="1681400" y="1858735"/>
                </a:moveTo>
                <a:lnTo>
                  <a:pt x="1681474" y="1859058"/>
                </a:lnTo>
                <a:lnTo>
                  <a:pt x="1684242" y="1857984"/>
                </a:lnTo>
                <a:lnTo>
                  <a:pt x="1684035" y="1857989"/>
                </a:lnTo>
                <a:close/>
                <a:moveTo>
                  <a:pt x="1770867" y="1658295"/>
                </a:moveTo>
                <a:lnTo>
                  <a:pt x="1773279" y="1657730"/>
                </a:lnTo>
                <a:lnTo>
                  <a:pt x="1773329" y="1655028"/>
                </a:lnTo>
                <a:lnTo>
                  <a:pt x="1772835" y="1654496"/>
                </a:lnTo>
                <a:lnTo>
                  <a:pt x="1772541" y="1654872"/>
                </a:lnTo>
                <a:close/>
                <a:moveTo>
                  <a:pt x="1779351" y="1639193"/>
                </a:moveTo>
                <a:lnTo>
                  <a:pt x="1779563" y="1639617"/>
                </a:lnTo>
                <a:lnTo>
                  <a:pt x="1779976" y="1638772"/>
                </a:lnTo>
                <a:close/>
                <a:moveTo>
                  <a:pt x="1711681" y="1790708"/>
                </a:moveTo>
                <a:lnTo>
                  <a:pt x="1711718" y="1793704"/>
                </a:lnTo>
                <a:lnTo>
                  <a:pt x="1718296" y="1791835"/>
                </a:lnTo>
                <a:lnTo>
                  <a:pt x="1718907" y="1791032"/>
                </a:lnTo>
                <a:lnTo>
                  <a:pt x="1718967" y="1788507"/>
                </a:lnTo>
                <a:lnTo>
                  <a:pt x="1718868" y="1788140"/>
                </a:lnTo>
                <a:close/>
                <a:moveTo>
                  <a:pt x="1643461" y="1943439"/>
                </a:moveTo>
                <a:lnTo>
                  <a:pt x="1643649" y="1948561"/>
                </a:lnTo>
                <a:lnTo>
                  <a:pt x="1644829" y="1948458"/>
                </a:lnTo>
                <a:lnTo>
                  <a:pt x="1649085" y="1946812"/>
                </a:lnTo>
                <a:lnTo>
                  <a:pt x="1650842" y="1939413"/>
                </a:lnTo>
                <a:close/>
                <a:moveTo>
                  <a:pt x="1744300" y="1717589"/>
                </a:moveTo>
                <a:lnTo>
                  <a:pt x="1744140" y="1719169"/>
                </a:lnTo>
                <a:lnTo>
                  <a:pt x="1744465" y="1719669"/>
                </a:lnTo>
                <a:lnTo>
                  <a:pt x="1744529" y="1719785"/>
                </a:lnTo>
                <a:lnTo>
                  <a:pt x="1745141" y="1719617"/>
                </a:lnTo>
                <a:close/>
                <a:moveTo>
                  <a:pt x="1769757" y="1660565"/>
                </a:moveTo>
                <a:lnTo>
                  <a:pt x="1770410" y="1661945"/>
                </a:lnTo>
                <a:lnTo>
                  <a:pt x="1773225" y="1660700"/>
                </a:lnTo>
                <a:lnTo>
                  <a:pt x="1773276" y="1657910"/>
                </a:lnTo>
                <a:lnTo>
                  <a:pt x="1770749" y="1658538"/>
                </a:lnTo>
                <a:close/>
                <a:moveTo>
                  <a:pt x="1600138" y="2040348"/>
                </a:moveTo>
                <a:lnTo>
                  <a:pt x="1599730" y="2043895"/>
                </a:lnTo>
                <a:lnTo>
                  <a:pt x="1602857" y="2043931"/>
                </a:lnTo>
                <a:lnTo>
                  <a:pt x="1603312" y="2043128"/>
                </a:lnTo>
                <a:lnTo>
                  <a:pt x="1602077" y="2040930"/>
                </a:lnTo>
                <a:close/>
                <a:moveTo>
                  <a:pt x="1720571" y="1770667"/>
                </a:moveTo>
                <a:lnTo>
                  <a:pt x="1721017" y="1772322"/>
                </a:lnTo>
                <a:lnTo>
                  <a:pt x="1723484" y="1768948"/>
                </a:lnTo>
                <a:lnTo>
                  <a:pt x="1723344" y="1767737"/>
                </a:lnTo>
                <a:lnTo>
                  <a:pt x="1722850" y="1767841"/>
                </a:lnTo>
                <a:lnTo>
                  <a:pt x="1721258" y="1769675"/>
                </a:lnTo>
                <a:close/>
                <a:moveTo>
                  <a:pt x="1652477" y="1922996"/>
                </a:moveTo>
                <a:lnTo>
                  <a:pt x="1652604" y="1922968"/>
                </a:lnTo>
                <a:lnTo>
                  <a:pt x="1655049" y="1921700"/>
                </a:lnTo>
                <a:lnTo>
                  <a:pt x="1655098" y="1921494"/>
                </a:lnTo>
                <a:lnTo>
                  <a:pt x="1654894" y="1921577"/>
                </a:lnTo>
                <a:close/>
                <a:moveTo>
                  <a:pt x="1768716" y="1662694"/>
                </a:moveTo>
                <a:lnTo>
                  <a:pt x="1769920" y="1662162"/>
                </a:lnTo>
                <a:lnTo>
                  <a:pt x="1769456" y="1661180"/>
                </a:lnTo>
                <a:close/>
                <a:moveTo>
                  <a:pt x="1702243" y="1811539"/>
                </a:moveTo>
                <a:lnTo>
                  <a:pt x="1702469" y="1811970"/>
                </a:lnTo>
                <a:lnTo>
                  <a:pt x="1703523" y="1810860"/>
                </a:lnTo>
                <a:close/>
                <a:moveTo>
                  <a:pt x="1776297" y="1645694"/>
                </a:moveTo>
                <a:lnTo>
                  <a:pt x="1776286" y="1646320"/>
                </a:lnTo>
                <a:lnTo>
                  <a:pt x="1776616" y="1645644"/>
                </a:lnTo>
                <a:close/>
                <a:moveTo>
                  <a:pt x="1622792" y="1989281"/>
                </a:moveTo>
                <a:lnTo>
                  <a:pt x="1622825" y="1990128"/>
                </a:lnTo>
                <a:lnTo>
                  <a:pt x="1629589" y="1987753"/>
                </a:lnTo>
                <a:lnTo>
                  <a:pt x="1629349" y="1986475"/>
                </a:lnTo>
                <a:close/>
                <a:moveTo>
                  <a:pt x="1753304" y="1696979"/>
                </a:moveTo>
                <a:lnTo>
                  <a:pt x="1753561" y="1698631"/>
                </a:lnTo>
                <a:lnTo>
                  <a:pt x="1758752" y="1697624"/>
                </a:lnTo>
                <a:lnTo>
                  <a:pt x="1758969" y="1696325"/>
                </a:lnTo>
                <a:lnTo>
                  <a:pt x="1753659" y="1696811"/>
                </a:lnTo>
                <a:close/>
                <a:moveTo>
                  <a:pt x="1564609" y="2119501"/>
                </a:moveTo>
                <a:lnTo>
                  <a:pt x="1564800" y="2119499"/>
                </a:lnTo>
                <a:lnTo>
                  <a:pt x="1564719" y="2119474"/>
                </a:lnTo>
                <a:close/>
                <a:moveTo>
                  <a:pt x="1780515" y="1635989"/>
                </a:moveTo>
                <a:lnTo>
                  <a:pt x="1781139" y="1635806"/>
                </a:lnTo>
                <a:lnTo>
                  <a:pt x="1781548" y="1635558"/>
                </a:lnTo>
                <a:lnTo>
                  <a:pt x="1783034" y="1632520"/>
                </a:lnTo>
                <a:lnTo>
                  <a:pt x="1781421" y="1634861"/>
                </a:lnTo>
                <a:close/>
                <a:moveTo>
                  <a:pt x="1711674" y="1790095"/>
                </a:moveTo>
                <a:lnTo>
                  <a:pt x="1711676" y="1790220"/>
                </a:lnTo>
                <a:lnTo>
                  <a:pt x="1717875" y="1788006"/>
                </a:lnTo>
                <a:lnTo>
                  <a:pt x="1715337" y="1788097"/>
                </a:lnTo>
                <a:close/>
                <a:moveTo>
                  <a:pt x="1767014" y="1666175"/>
                </a:moveTo>
                <a:lnTo>
                  <a:pt x="1766612" y="1668586"/>
                </a:lnTo>
                <a:lnTo>
                  <a:pt x="1769000" y="1668047"/>
                </a:lnTo>
                <a:lnTo>
                  <a:pt x="1769880" y="1667162"/>
                </a:lnTo>
                <a:lnTo>
                  <a:pt x="1771341" y="1665168"/>
                </a:lnTo>
                <a:lnTo>
                  <a:pt x="1769963" y="1662253"/>
                </a:lnTo>
                <a:lnTo>
                  <a:pt x="1768648" y="1662834"/>
                </a:lnTo>
                <a:close/>
                <a:moveTo>
                  <a:pt x="1841243" y="1499882"/>
                </a:moveTo>
                <a:lnTo>
                  <a:pt x="1846859" y="1507432"/>
                </a:lnTo>
                <a:lnTo>
                  <a:pt x="1857364" y="1500566"/>
                </a:lnTo>
                <a:lnTo>
                  <a:pt x="1853073" y="1491744"/>
                </a:lnTo>
                <a:lnTo>
                  <a:pt x="1853021" y="1491870"/>
                </a:lnTo>
                <a:lnTo>
                  <a:pt x="1845046" y="1496361"/>
                </a:lnTo>
                <a:close/>
                <a:moveTo>
                  <a:pt x="1679793" y="1861339"/>
                </a:moveTo>
                <a:lnTo>
                  <a:pt x="1679446" y="1863761"/>
                </a:lnTo>
                <a:lnTo>
                  <a:pt x="1681308" y="1863278"/>
                </a:lnTo>
                <a:lnTo>
                  <a:pt x="1680806" y="1861071"/>
                </a:lnTo>
                <a:close/>
                <a:moveTo>
                  <a:pt x="1600245" y="2039422"/>
                </a:moveTo>
                <a:lnTo>
                  <a:pt x="1600190" y="2039893"/>
                </a:lnTo>
                <a:lnTo>
                  <a:pt x="1601775" y="2040392"/>
                </a:lnTo>
                <a:lnTo>
                  <a:pt x="1601258" y="2039471"/>
                </a:lnTo>
                <a:close/>
                <a:moveTo>
                  <a:pt x="1795794" y="1601529"/>
                </a:moveTo>
                <a:lnTo>
                  <a:pt x="1795888" y="1601577"/>
                </a:lnTo>
                <a:lnTo>
                  <a:pt x="1798102" y="1600106"/>
                </a:lnTo>
                <a:lnTo>
                  <a:pt x="1797939" y="1599949"/>
                </a:lnTo>
                <a:lnTo>
                  <a:pt x="1797810" y="1599975"/>
                </a:lnTo>
                <a:close/>
                <a:moveTo>
                  <a:pt x="1747024" y="1710612"/>
                </a:moveTo>
                <a:lnTo>
                  <a:pt x="1748377" y="1711796"/>
                </a:lnTo>
                <a:lnTo>
                  <a:pt x="1747945" y="1710352"/>
                </a:lnTo>
                <a:lnTo>
                  <a:pt x="1747753" y="1710044"/>
                </a:lnTo>
                <a:close/>
                <a:moveTo>
                  <a:pt x="1779111" y="1638714"/>
                </a:moveTo>
                <a:lnTo>
                  <a:pt x="1779236" y="1638963"/>
                </a:lnTo>
                <a:lnTo>
                  <a:pt x="1780186" y="1638342"/>
                </a:lnTo>
                <a:lnTo>
                  <a:pt x="1780381" y="1637945"/>
                </a:lnTo>
                <a:close/>
                <a:moveTo>
                  <a:pt x="1671582" y="1879456"/>
                </a:moveTo>
                <a:lnTo>
                  <a:pt x="1671712" y="1879492"/>
                </a:lnTo>
                <a:lnTo>
                  <a:pt x="1673739" y="1878043"/>
                </a:lnTo>
                <a:close/>
                <a:moveTo>
                  <a:pt x="1809969" y="1569564"/>
                </a:moveTo>
                <a:lnTo>
                  <a:pt x="1812427" y="1573865"/>
                </a:lnTo>
                <a:lnTo>
                  <a:pt x="1819922" y="1569398"/>
                </a:lnTo>
                <a:lnTo>
                  <a:pt x="1817459" y="1564521"/>
                </a:lnTo>
                <a:close/>
                <a:moveTo>
                  <a:pt x="1772442" y="1653581"/>
                </a:moveTo>
                <a:lnTo>
                  <a:pt x="1772543" y="1653690"/>
                </a:lnTo>
                <a:lnTo>
                  <a:pt x="1772906" y="1653228"/>
                </a:lnTo>
                <a:lnTo>
                  <a:pt x="1772960" y="1653117"/>
                </a:lnTo>
                <a:lnTo>
                  <a:pt x="1772816" y="1653154"/>
                </a:lnTo>
                <a:close/>
                <a:moveTo>
                  <a:pt x="1745723" y="1713298"/>
                </a:moveTo>
                <a:lnTo>
                  <a:pt x="1746169" y="1714372"/>
                </a:lnTo>
                <a:lnTo>
                  <a:pt x="1748803" y="1713234"/>
                </a:lnTo>
                <a:lnTo>
                  <a:pt x="1748805" y="1713231"/>
                </a:lnTo>
                <a:lnTo>
                  <a:pt x="1748544" y="1712357"/>
                </a:lnTo>
                <a:lnTo>
                  <a:pt x="1748308" y="1712150"/>
                </a:lnTo>
                <a:close/>
                <a:moveTo>
                  <a:pt x="1651900" y="1923334"/>
                </a:moveTo>
                <a:lnTo>
                  <a:pt x="1652026" y="1923268"/>
                </a:lnTo>
                <a:lnTo>
                  <a:pt x="1652003" y="1923273"/>
                </a:lnTo>
                <a:close/>
                <a:moveTo>
                  <a:pt x="1778508" y="1639758"/>
                </a:moveTo>
                <a:lnTo>
                  <a:pt x="1779166" y="1640428"/>
                </a:lnTo>
                <a:lnTo>
                  <a:pt x="1779343" y="1640068"/>
                </a:lnTo>
                <a:lnTo>
                  <a:pt x="1779018" y="1639418"/>
                </a:lnTo>
                <a:lnTo>
                  <a:pt x="1778651" y="1639665"/>
                </a:lnTo>
                <a:close/>
                <a:moveTo>
                  <a:pt x="1613560" y="2009093"/>
                </a:moveTo>
                <a:lnTo>
                  <a:pt x="1613321" y="2014347"/>
                </a:lnTo>
                <a:lnTo>
                  <a:pt x="1614764" y="2014177"/>
                </a:lnTo>
                <a:lnTo>
                  <a:pt x="1614282" y="2008967"/>
                </a:lnTo>
                <a:lnTo>
                  <a:pt x="1614020" y="2008912"/>
                </a:lnTo>
                <a:close/>
                <a:moveTo>
                  <a:pt x="1851699" y="1475823"/>
                </a:moveTo>
                <a:lnTo>
                  <a:pt x="1864244" y="1466874"/>
                </a:lnTo>
                <a:lnTo>
                  <a:pt x="1854775" y="1471152"/>
                </a:lnTo>
                <a:close/>
                <a:moveTo>
                  <a:pt x="1702668" y="1809490"/>
                </a:moveTo>
                <a:lnTo>
                  <a:pt x="1703097" y="1809485"/>
                </a:lnTo>
                <a:lnTo>
                  <a:pt x="1703985" y="1809068"/>
                </a:lnTo>
                <a:lnTo>
                  <a:pt x="1703202" y="1809095"/>
                </a:lnTo>
                <a:close/>
                <a:moveTo>
                  <a:pt x="1607602" y="2022317"/>
                </a:moveTo>
                <a:lnTo>
                  <a:pt x="1607610" y="2023008"/>
                </a:lnTo>
                <a:lnTo>
                  <a:pt x="1607946" y="2022947"/>
                </a:lnTo>
                <a:lnTo>
                  <a:pt x="1610567" y="2022131"/>
                </a:lnTo>
                <a:lnTo>
                  <a:pt x="1610568" y="2022112"/>
                </a:lnTo>
                <a:close/>
                <a:moveTo>
                  <a:pt x="1590208" y="2061260"/>
                </a:moveTo>
                <a:lnTo>
                  <a:pt x="1590308" y="2064180"/>
                </a:lnTo>
                <a:lnTo>
                  <a:pt x="1591221" y="2062810"/>
                </a:lnTo>
                <a:lnTo>
                  <a:pt x="1591188" y="2061226"/>
                </a:lnTo>
                <a:close/>
                <a:moveTo>
                  <a:pt x="1790573" y="1612495"/>
                </a:moveTo>
                <a:lnTo>
                  <a:pt x="1793229" y="1611398"/>
                </a:lnTo>
                <a:lnTo>
                  <a:pt x="1793801" y="1610188"/>
                </a:lnTo>
                <a:close/>
                <a:moveTo>
                  <a:pt x="1656792" y="1912051"/>
                </a:moveTo>
                <a:lnTo>
                  <a:pt x="1656841" y="1912140"/>
                </a:lnTo>
                <a:lnTo>
                  <a:pt x="1657305" y="1911961"/>
                </a:lnTo>
                <a:close/>
                <a:moveTo>
                  <a:pt x="1823253" y="1539301"/>
                </a:moveTo>
                <a:lnTo>
                  <a:pt x="1823781" y="1540891"/>
                </a:lnTo>
                <a:lnTo>
                  <a:pt x="1825142" y="1539948"/>
                </a:lnTo>
                <a:lnTo>
                  <a:pt x="1824901" y="1539032"/>
                </a:lnTo>
                <a:lnTo>
                  <a:pt x="1823505" y="1539263"/>
                </a:lnTo>
                <a:close/>
                <a:moveTo>
                  <a:pt x="1840980" y="1499528"/>
                </a:moveTo>
                <a:lnTo>
                  <a:pt x="1841100" y="1499689"/>
                </a:lnTo>
                <a:lnTo>
                  <a:pt x="1842828" y="1498088"/>
                </a:lnTo>
                <a:close/>
                <a:moveTo>
                  <a:pt x="1789436" y="1614870"/>
                </a:moveTo>
                <a:lnTo>
                  <a:pt x="1789734" y="1615686"/>
                </a:lnTo>
                <a:lnTo>
                  <a:pt x="1789954" y="1615677"/>
                </a:lnTo>
                <a:lnTo>
                  <a:pt x="1791244" y="1614077"/>
                </a:lnTo>
                <a:close/>
                <a:moveTo>
                  <a:pt x="1616897" y="2001199"/>
                </a:moveTo>
                <a:lnTo>
                  <a:pt x="1620036" y="2001687"/>
                </a:lnTo>
                <a:lnTo>
                  <a:pt x="1620862" y="2001224"/>
                </a:lnTo>
                <a:lnTo>
                  <a:pt x="1621062" y="2001108"/>
                </a:lnTo>
                <a:close/>
                <a:moveTo>
                  <a:pt x="1627940" y="1976447"/>
                </a:moveTo>
                <a:lnTo>
                  <a:pt x="1628207" y="1977871"/>
                </a:lnTo>
                <a:lnTo>
                  <a:pt x="1630304" y="1977743"/>
                </a:lnTo>
                <a:lnTo>
                  <a:pt x="1630970" y="1977142"/>
                </a:lnTo>
                <a:lnTo>
                  <a:pt x="1628736" y="1976315"/>
                </a:lnTo>
                <a:close/>
                <a:moveTo>
                  <a:pt x="1701877" y="1810839"/>
                </a:moveTo>
                <a:lnTo>
                  <a:pt x="1702160" y="1811380"/>
                </a:lnTo>
                <a:lnTo>
                  <a:pt x="1703911" y="1810451"/>
                </a:lnTo>
                <a:lnTo>
                  <a:pt x="1704633" y="1809691"/>
                </a:lnTo>
                <a:lnTo>
                  <a:pt x="1704317" y="1809694"/>
                </a:lnTo>
                <a:close/>
                <a:moveTo>
                  <a:pt x="1600412" y="2037966"/>
                </a:moveTo>
                <a:lnTo>
                  <a:pt x="1600298" y="2038958"/>
                </a:lnTo>
                <a:lnTo>
                  <a:pt x="1600988" y="2038992"/>
                </a:lnTo>
                <a:close/>
                <a:moveTo>
                  <a:pt x="1636265" y="1957673"/>
                </a:moveTo>
                <a:lnTo>
                  <a:pt x="1637614" y="1957974"/>
                </a:lnTo>
                <a:lnTo>
                  <a:pt x="1640143" y="1957086"/>
                </a:lnTo>
                <a:close/>
                <a:moveTo>
                  <a:pt x="1869206" y="1435988"/>
                </a:moveTo>
                <a:lnTo>
                  <a:pt x="1875162" y="1434321"/>
                </a:lnTo>
                <a:lnTo>
                  <a:pt x="1872941" y="1431872"/>
                </a:lnTo>
                <a:close/>
                <a:moveTo>
                  <a:pt x="1841545" y="1497693"/>
                </a:moveTo>
                <a:lnTo>
                  <a:pt x="1852013" y="1489566"/>
                </a:lnTo>
                <a:lnTo>
                  <a:pt x="1849826" y="1485066"/>
                </a:lnTo>
                <a:close/>
                <a:moveTo>
                  <a:pt x="1826527" y="1531292"/>
                </a:moveTo>
                <a:lnTo>
                  <a:pt x="1829384" y="1537008"/>
                </a:lnTo>
                <a:lnTo>
                  <a:pt x="1841112" y="1528881"/>
                </a:lnTo>
                <a:lnTo>
                  <a:pt x="1837623" y="1525400"/>
                </a:lnTo>
                <a:lnTo>
                  <a:pt x="1834008" y="1526724"/>
                </a:lnTo>
                <a:lnTo>
                  <a:pt x="1829168" y="1528422"/>
                </a:lnTo>
                <a:close/>
                <a:moveTo>
                  <a:pt x="1753102" y="1695681"/>
                </a:moveTo>
                <a:lnTo>
                  <a:pt x="1753167" y="1696097"/>
                </a:lnTo>
                <a:lnTo>
                  <a:pt x="1755174" y="1695151"/>
                </a:lnTo>
                <a:close/>
                <a:moveTo>
                  <a:pt x="1680115" y="1859099"/>
                </a:moveTo>
                <a:lnTo>
                  <a:pt x="1680041" y="1859613"/>
                </a:lnTo>
                <a:lnTo>
                  <a:pt x="1680438" y="1859459"/>
                </a:lnTo>
                <a:lnTo>
                  <a:pt x="1680341" y="1859035"/>
                </a:lnTo>
                <a:close/>
                <a:moveTo>
                  <a:pt x="1769636" y="1658584"/>
                </a:moveTo>
                <a:lnTo>
                  <a:pt x="1770371" y="1658411"/>
                </a:lnTo>
                <a:lnTo>
                  <a:pt x="1771372" y="1656366"/>
                </a:lnTo>
                <a:close/>
                <a:moveTo>
                  <a:pt x="1794749" y="1602334"/>
                </a:moveTo>
                <a:lnTo>
                  <a:pt x="1795530" y="1601815"/>
                </a:lnTo>
                <a:lnTo>
                  <a:pt x="1795465" y="1601782"/>
                </a:lnTo>
                <a:close/>
                <a:moveTo>
                  <a:pt x="1767486" y="1663348"/>
                </a:moveTo>
                <a:lnTo>
                  <a:pt x="1767241" y="1664812"/>
                </a:lnTo>
                <a:lnTo>
                  <a:pt x="1768088" y="1663082"/>
                </a:lnTo>
                <a:close/>
                <a:moveTo>
                  <a:pt x="1643378" y="1941187"/>
                </a:moveTo>
                <a:lnTo>
                  <a:pt x="1643433" y="1942693"/>
                </a:lnTo>
                <a:lnTo>
                  <a:pt x="1651050" y="1938538"/>
                </a:lnTo>
                <a:lnTo>
                  <a:pt x="1651397" y="1937080"/>
                </a:lnTo>
                <a:close/>
                <a:moveTo>
                  <a:pt x="1701939" y="1810029"/>
                </a:moveTo>
                <a:lnTo>
                  <a:pt x="1702613" y="1809712"/>
                </a:lnTo>
                <a:lnTo>
                  <a:pt x="1702363" y="1809714"/>
                </a:lnTo>
                <a:close/>
                <a:moveTo>
                  <a:pt x="1753061" y="1695417"/>
                </a:moveTo>
                <a:lnTo>
                  <a:pt x="1753068" y="1695458"/>
                </a:lnTo>
                <a:lnTo>
                  <a:pt x="1756251" y="1694643"/>
                </a:lnTo>
                <a:lnTo>
                  <a:pt x="1759506" y="1693108"/>
                </a:lnTo>
                <a:lnTo>
                  <a:pt x="1760065" y="1689757"/>
                </a:lnTo>
                <a:lnTo>
                  <a:pt x="1759550" y="1689865"/>
                </a:lnTo>
                <a:close/>
                <a:moveTo>
                  <a:pt x="1778090" y="1639333"/>
                </a:moveTo>
                <a:lnTo>
                  <a:pt x="1778317" y="1639564"/>
                </a:lnTo>
                <a:lnTo>
                  <a:pt x="1778901" y="1639183"/>
                </a:lnTo>
                <a:lnTo>
                  <a:pt x="1778770" y="1638921"/>
                </a:lnTo>
                <a:close/>
                <a:moveTo>
                  <a:pt x="1769128" y="1659234"/>
                </a:moveTo>
                <a:lnTo>
                  <a:pt x="1769541" y="1660109"/>
                </a:lnTo>
                <a:lnTo>
                  <a:pt x="1770249" y="1658661"/>
                </a:lnTo>
                <a:lnTo>
                  <a:pt x="1769413" y="1658870"/>
                </a:lnTo>
                <a:close/>
                <a:moveTo>
                  <a:pt x="1600582" y="2036496"/>
                </a:moveTo>
                <a:lnTo>
                  <a:pt x="1600466" y="2037498"/>
                </a:lnTo>
                <a:lnTo>
                  <a:pt x="1601287" y="2039006"/>
                </a:lnTo>
                <a:lnTo>
                  <a:pt x="1605525" y="2039217"/>
                </a:lnTo>
                <a:lnTo>
                  <a:pt x="1606150" y="2038110"/>
                </a:lnTo>
                <a:lnTo>
                  <a:pt x="1606125" y="2035954"/>
                </a:lnTo>
                <a:close/>
                <a:moveTo>
                  <a:pt x="1745323" y="1712335"/>
                </a:moveTo>
                <a:lnTo>
                  <a:pt x="1745683" y="1713201"/>
                </a:lnTo>
                <a:lnTo>
                  <a:pt x="1748222" y="1712075"/>
                </a:lnTo>
                <a:lnTo>
                  <a:pt x="1746774" y="1710807"/>
                </a:lnTo>
                <a:lnTo>
                  <a:pt x="1745663" y="1711672"/>
                </a:lnTo>
                <a:close/>
                <a:moveTo>
                  <a:pt x="1802489" y="1584289"/>
                </a:moveTo>
                <a:lnTo>
                  <a:pt x="1806612" y="1583867"/>
                </a:lnTo>
                <a:lnTo>
                  <a:pt x="1806440" y="1582915"/>
                </a:lnTo>
                <a:lnTo>
                  <a:pt x="1806385" y="1582822"/>
                </a:lnTo>
                <a:close/>
                <a:moveTo>
                  <a:pt x="1711643" y="1787470"/>
                </a:moveTo>
                <a:lnTo>
                  <a:pt x="1711648" y="1787892"/>
                </a:lnTo>
                <a:lnTo>
                  <a:pt x="1711993" y="1787879"/>
                </a:lnTo>
                <a:lnTo>
                  <a:pt x="1717997" y="1784909"/>
                </a:lnTo>
                <a:lnTo>
                  <a:pt x="1717849" y="1784357"/>
                </a:lnTo>
                <a:lnTo>
                  <a:pt x="1714658" y="1785335"/>
                </a:lnTo>
                <a:close/>
                <a:moveTo>
                  <a:pt x="1682412" y="1852883"/>
                </a:moveTo>
                <a:lnTo>
                  <a:pt x="1683831" y="1852854"/>
                </a:lnTo>
                <a:lnTo>
                  <a:pt x="1683709" y="1852118"/>
                </a:lnTo>
                <a:close/>
                <a:moveTo>
                  <a:pt x="1636672" y="1955260"/>
                </a:moveTo>
                <a:lnTo>
                  <a:pt x="1643366" y="1953035"/>
                </a:lnTo>
                <a:lnTo>
                  <a:pt x="1643323" y="1951889"/>
                </a:lnTo>
                <a:close/>
                <a:moveTo>
                  <a:pt x="1831972" y="1517902"/>
                </a:moveTo>
                <a:lnTo>
                  <a:pt x="1833780" y="1519705"/>
                </a:lnTo>
                <a:lnTo>
                  <a:pt x="1839809" y="1514987"/>
                </a:lnTo>
                <a:lnTo>
                  <a:pt x="1839099" y="1514352"/>
                </a:lnTo>
                <a:lnTo>
                  <a:pt x="1833726" y="1516756"/>
                </a:lnTo>
                <a:close/>
                <a:moveTo>
                  <a:pt x="1733072" y="1739323"/>
                </a:moveTo>
                <a:lnTo>
                  <a:pt x="1734530" y="1738940"/>
                </a:lnTo>
                <a:lnTo>
                  <a:pt x="1734171" y="1738341"/>
                </a:lnTo>
                <a:close/>
                <a:moveTo>
                  <a:pt x="1614329" y="2005162"/>
                </a:moveTo>
                <a:lnTo>
                  <a:pt x="1614450" y="2006460"/>
                </a:lnTo>
                <a:lnTo>
                  <a:pt x="1622860" y="2003844"/>
                </a:lnTo>
                <a:lnTo>
                  <a:pt x="1622848" y="2003539"/>
                </a:lnTo>
                <a:lnTo>
                  <a:pt x="1618345" y="2002839"/>
                </a:lnTo>
                <a:close/>
                <a:moveTo>
                  <a:pt x="1607577" y="2020223"/>
                </a:moveTo>
                <a:lnTo>
                  <a:pt x="1607599" y="2022074"/>
                </a:lnTo>
                <a:lnTo>
                  <a:pt x="1610574" y="2021968"/>
                </a:lnTo>
                <a:lnTo>
                  <a:pt x="1610671" y="2019836"/>
                </a:lnTo>
                <a:close/>
                <a:moveTo>
                  <a:pt x="1745199" y="1712035"/>
                </a:moveTo>
                <a:lnTo>
                  <a:pt x="1745203" y="1712045"/>
                </a:lnTo>
                <a:lnTo>
                  <a:pt x="1745215" y="1712022"/>
                </a:lnTo>
                <a:close/>
                <a:moveTo>
                  <a:pt x="1720569" y="1767155"/>
                </a:moveTo>
                <a:lnTo>
                  <a:pt x="1720716" y="1767117"/>
                </a:lnTo>
                <a:lnTo>
                  <a:pt x="1720844" y="1766970"/>
                </a:lnTo>
                <a:close/>
                <a:moveTo>
                  <a:pt x="1746889" y="1708176"/>
                </a:moveTo>
                <a:lnTo>
                  <a:pt x="1747546" y="1709227"/>
                </a:lnTo>
                <a:lnTo>
                  <a:pt x="1747598" y="1709187"/>
                </a:lnTo>
                <a:lnTo>
                  <a:pt x="1747268" y="1708083"/>
                </a:lnTo>
                <a:close/>
                <a:moveTo>
                  <a:pt x="1788037" y="1615988"/>
                </a:moveTo>
                <a:lnTo>
                  <a:pt x="1788645" y="1617301"/>
                </a:lnTo>
                <a:lnTo>
                  <a:pt x="1789623" y="1616088"/>
                </a:lnTo>
                <a:lnTo>
                  <a:pt x="1789555" y="1615901"/>
                </a:lnTo>
                <a:close/>
                <a:moveTo>
                  <a:pt x="1671668" y="1876535"/>
                </a:moveTo>
                <a:lnTo>
                  <a:pt x="1670872" y="1878622"/>
                </a:lnTo>
                <a:lnTo>
                  <a:pt x="1671841" y="1878116"/>
                </a:lnTo>
                <a:lnTo>
                  <a:pt x="1677794" y="1874219"/>
                </a:lnTo>
                <a:lnTo>
                  <a:pt x="1677976" y="1872950"/>
                </a:lnTo>
                <a:close/>
                <a:moveTo>
                  <a:pt x="1814970" y="1555653"/>
                </a:moveTo>
                <a:lnTo>
                  <a:pt x="1815002" y="1555717"/>
                </a:lnTo>
                <a:lnTo>
                  <a:pt x="1815444" y="1555326"/>
                </a:lnTo>
                <a:close/>
                <a:moveTo>
                  <a:pt x="1648614" y="1928146"/>
                </a:moveTo>
                <a:lnTo>
                  <a:pt x="1651496" y="1927670"/>
                </a:lnTo>
                <a:lnTo>
                  <a:pt x="1653907" y="1926509"/>
                </a:lnTo>
                <a:lnTo>
                  <a:pt x="1654506" y="1923986"/>
                </a:lnTo>
                <a:lnTo>
                  <a:pt x="1653303" y="1924629"/>
                </a:lnTo>
                <a:lnTo>
                  <a:pt x="1650137" y="1927068"/>
                </a:lnTo>
                <a:close/>
                <a:moveTo>
                  <a:pt x="1848301" y="1480983"/>
                </a:moveTo>
                <a:lnTo>
                  <a:pt x="1849954" y="1484383"/>
                </a:lnTo>
                <a:lnTo>
                  <a:pt x="1850034" y="1484262"/>
                </a:lnTo>
                <a:lnTo>
                  <a:pt x="1850065" y="1484611"/>
                </a:lnTo>
                <a:lnTo>
                  <a:pt x="1852348" y="1489306"/>
                </a:lnTo>
                <a:lnTo>
                  <a:pt x="1898346" y="1453598"/>
                </a:lnTo>
                <a:lnTo>
                  <a:pt x="1899740" y="1451336"/>
                </a:lnTo>
                <a:lnTo>
                  <a:pt x="1874713" y="1462144"/>
                </a:lnTo>
                <a:lnTo>
                  <a:pt x="1865608" y="1466257"/>
                </a:lnTo>
                <a:lnTo>
                  <a:pt x="1851257" y="1476495"/>
                </a:lnTo>
                <a:close/>
                <a:moveTo>
                  <a:pt x="1884155" y="1400629"/>
                </a:moveTo>
                <a:lnTo>
                  <a:pt x="1888664" y="1410732"/>
                </a:lnTo>
                <a:lnTo>
                  <a:pt x="1906858" y="1390893"/>
                </a:lnTo>
                <a:lnTo>
                  <a:pt x="1910792" y="1385805"/>
                </a:lnTo>
                <a:lnTo>
                  <a:pt x="1902717" y="1388489"/>
                </a:lnTo>
                <a:close/>
                <a:moveTo>
                  <a:pt x="1742083" y="1718644"/>
                </a:moveTo>
                <a:lnTo>
                  <a:pt x="1742188" y="1718559"/>
                </a:lnTo>
                <a:lnTo>
                  <a:pt x="1742154" y="1718505"/>
                </a:lnTo>
                <a:close/>
                <a:moveTo>
                  <a:pt x="1811048" y="1564206"/>
                </a:moveTo>
                <a:lnTo>
                  <a:pt x="1816238" y="1562104"/>
                </a:lnTo>
                <a:lnTo>
                  <a:pt x="1815548" y="1560737"/>
                </a:lnTo>
                <a:close/>
                <a:moveTo>
                  <a:pt x="1767914" y="1660784"/>
                </a:moveTo>
                <a:lnTo>
                  <a:pt x="1767506" y="1663230"/>
                </a:lnTo>
                <a:lnTo>
                  <a:pt x="1768156" y="1662942"/>
                </a:lnTo>
                <a:lnTo>
                  <a:pt x="1769241" y="1660724"/>
                </a:lnTo>
                <a:lnTo>
                  <a:pt x="1768758" y="1659705"/>
                </a:lnTo>
                <a:close/>
                <a:moveTo>
                  <a:pt x="1781318" y="1630742"/>
                </a:moveTo>
                <a:lnTo>
                  <a:pt x="1781698" y="1630576"/>
                </a:lnTo>
                <a:lnTo>
                  <a:pt x="1785496" y="1625848"/>
                </a:lnTo>
                <a:lnTo>
                  <a:pt x="1785044" y="1626121"/>
                </a:lnTo>
                <a:close/>
                <a:moveTo>
                  <a:pt x="1591384" y="2056030"/>
                </a:moveTo>
                <a:lnTo>
                  <a:pt x="1591440" y="2058779"/>
                </a:lnTo>
                <a:lnTo>
                  <a:pt x="1592541" y="2058920"/>
                </a:lnTo>
                <a:lnTo>
                  <a:pt x="1593844" y="2058875"/>
                </a:lnTo>
                <a:lnTo>
                  <a:pt x="1597561" y="2053297"/>
                </a:lnTo>
                <a:lnTo>
                  <a:pt x="1598446" y="2051733"/>
                </a:lnTo>
                <a:close/>
                <a:moveTo>
                  <a:pt x="1838901" y="1501725"/>
                </a:moveTo>
                <a:lnTo>
                  <a:pt x="1840068" y="1500644"/>
                </a:lnTo>
                <a:lnTo>
                  <a:pt x="1839877" y="1500388"/>
                </a:lnTo>
                <a:lnTo>
                  <a:pt x="1839673" y="1500548"/>
                </a:lnTo>
                <a:close/>
                <a:moveTo>
                  <a:pt x="1672648" y="1873965"/>
                </a:moveTo>
                <a:lnTo>
                  <a:pt x="1672456" y="1874469"/>
                </a:lnTo>
                <a:lnTo>
                  <a:pt x="1676629" y="1872098"/>
                </a:lnTo>
                <a:lnTo>
                  <a:pt x="1675695" y="1872086"/>
                </a:lnTo>
                <a:close/>
                <a:moveTo>
                  <a:pt x="1600757" y="2034940"/>
                </a:moveTo>
                <a:lnTo>
                  <a:pt x="1600727" y="2035230"/>
                </a:lnTo>
                <a:lnTo>
                  <a:pt x="1600640" y="2035993"/>
                </a:lnTo>
                <a:lnTo>
                  <a:pt x="1604849" y="2035582"/>
                </a:lnTo>
                <a:close/>
                <a:moveTo>
                  <a:pt x="1802100" y="1584061"/>
                </a:moveTo>
                <a:lnTo>
                  <a:pt x="1806235" y="1582570"/>
                </a:lnTo>
                <a:lnTo>
                  <a:pt x="1805623" y="1581535"/>
                </a:lnTo>
                <a:close/>
                <a:moveTo>
                  <a:pt x="1776896" y="1640494"/>
                </a:moveTo>
                <a:lnTo>
                  <a:pt x="1777586" y="1640042"/>
                </a:lnTo>
                <a:lnTo>
                  <a:pt x="1777399" y="1639866"/>
                </a:lnTo>
                <a:close/>
                <a:moveTo>
                  <a:pt x="1750717" y="1699055"/>
                </a:moveTo>
                <a:lnTo>
                  <a:pt x="1751579" y="1699016"/>
                </a:lnTo>
                <a:lnTo>
                  <a:pt x="1752530" y="1698831"/>
                </a:lnTo>
                <a:lnTo>
                  <a:pt x="1752329" y="1697536"/>
                </a:lnTo>
                <a:lnTo>
                  <a:pt x="1752287" y="1697459"/>
                </a:lnTo>
                <a:lnTo>
                  <a:pt x="1751336" y="1697907"/>
                </a:lnTo>
                <a:close/>
                <a:moveTo>
                  <a:pt x="1741000" y="1720752"/>
                </a:moveTo>
                <a:lnTo>
                  <a:pt x="1742383" y="1720373"/>
                </a:lnTo>
                <a:lnTo>
                  <a:pt x="1742468" y="1718989"/>
                </a:lnTo>
                <a:lnTo>
                  <a:pt x="1742327" y="1718772"/>
                </a:lnTo>
                <a:lnTo>
                  <a:pt x="1741799" y="1719198"/>
                </a:lnTo>
                <a:close/>
                <a:moveTo>
                  <a:pt x="1788916" y="1613444"/>
                </a:moveTo>
                <a:lnTo>
                  <a:pt x="1789270" y="1614416"/>
                </a:lnTo>
                <a:lnTo>
                  <a:pt x="1791901" y="1613262"/>
                </a:lnTo>
                <a:lnTo>
                  <a:pt x="1792982" y="1611922"/>
                </a:lnTo>
                <a:lnTo>
                  <a:pt x="1793153" y="1611560"/>
                </a:lnTo>
                <a:lnTo>
                  <a:pt x="1789921" y="1612895"/>
                </a:lnTo>
                <a:close/>
                <a:moveTo>
                  <a:pt x="1824731" y="1533244"/>
                </a:moveTo>
                <a:lnTo>
                  <a:pt x="1826047" y="1538233"/>
                </a:lnTo>
                <a:lnTo>
                  <a:pt x="1826350" y="1538438"/>
                </a:lnTo>
                <a:lnTo>
                  <a:pt x="1827593" y="1538250"/>
                </a:lnTo>
                <a:lnTo>
                  <a:pt x="1829126" y="1537188"/>
                </a:lnTo>
                <a:lnTo>
                  <a:pt x="1826302" y="1531537"/>
                </a:lnTo>
                <a:close/>
                <a:moveTo>
                  <a:pt x="1599954" y="2036558"/>
                </a:moveTo>
                <a:lnTo>
                  <a:pt x="1600160" y="2036937"/>
                </a:lnTo>
                <a:lnTo>
                  <a:pt x="1600201" y="2036534"/>
                </a:lnTo>
                <a:close/>
                <a:moveTo>
                  <a:pt x="1673142" y="1872671"/>
                </a:moveTo>
                <a:lnTo>
                  <a:pt x="1672891" y="1873329"/>
                </a:lnTo>
                <a:lnTo>
                  <a:pt x="1674922" y="1872078"/>
                </a:lnTo>
                <a:lnTo>
                  <a:pt x="1674320" y="1872071"/>
                </a:lnTo>
                <a:close/>
                <a:moveTo>
                  <a:pt x="1884089" y="1400244"/>
                </a:moveTo>
                <a:lnTo>
                  <a:pt x="1901389" y="1388931"/>
                </a:lnTo>
                <a:lnTo>
                  <a:pt x="1898298" y="1389958"/>
                </a:lnTo>
                <a:lnTo>
                  <a:pt x="1893108" y="1391606"/>
                </a:lnTo>
                <a:close/>
                <a:moveTo>
                  <a:pt x="1740338" y="1722040"/>
                </a:moveTo>
                <a:lnTo>
                  <a:pt x="1741284" y="1722983"/>
                </a:lnTo>
                <a:lnTo>
                  <a:pt x="1741974" y="1722758"/>
                </a:lnTo>
                <a:lnTo>
                  <a:pt x="1742207" y="1722566"/>
                </a:lnTo>
                <a:lnTo>
                  <a:pt x="1742251" y="1722526"/>
                </a:lnTo>
                <a:lnTo>
                  <a:pt x="1742359" y="1720765"/>
                </a:lnTo>
                <a:lnTo>
                  <a:pt x="1740769" y="1721202"/>
                </a:lnTo>
                <a:close/>
                <a:moveTo>
                  <a:pt x="1630052" y="1968982"/>
                </a:moveTo>
                <a:lnTo>
                  <a:pt x="1630150" y="1970223"/>
                </a:lnTo>
                <a:lnTo>
                  <a:pt x="1629957" y="1970461"/>
                </a:lnTo>
                <a:lnTo>
                  <a:pt x="1632870" y="1969930"/>
                </a:lnTo>
                <a:lnTo>
                  <a:pt x="1632319" y="1968662"/>
                </a:lnTo>
                <a:close/>
                <a:moveTo>
                  <a:pt x="1795917" y="1597562"/>
                </a:moveTo>
                <a:lnTo>
                  <a:pt x="1797634" y="1599224"/>
                </a:lnTo>
                <a:lnTo>
                  <a:pt x="1798028" y="1599146"/>
                </a:lnTo>
                <a:lnTo>
                  <a:pt x="1803456" y="1594979"/>
                </a:lnTo>
                <a:lnTo>
                  <a:pt x="1801468" y="1595324"/>
                </a:lnTo>
                <a:lnTo>
                  <a:pt x="1798570" y="1596118"/>
                </a:lnTo>
                <a:lnTo>
                  <a:pt x="1797920" y="1596246"/>
                </a:lnTo>
                <a:lnTo>
                  <a:pt x="1797824" y="1596311"/>
                </a:lnTo>
                <a:close/>
                <a:moveTo>
                  <a:pt x="1613723" y="2005513"/>
                </a:moveTo>
                <a:lnTo>
                  <a:pt x="1613669" y="2006703"/>
                </a:lnTo>
                <a:lnTo>
                  <a:pt x="1614060" y="2006581"/>
                </a:lnTo>
                <a:lnTo>
                  <a:pt x="1613989" y="2005810"/>
                </a:lnTo>
                <a:lnTo>
                  <a:pt x="1613933" y="2005391"/>
                </a:lnTo>
                <a:close/>
                <a:moveTo>
                  <a:pt x="1787844" y="1615568"/>
                </a:moveTo>
                <a:lnTo>
                  <a:pt x="1787934" y="1615766"/>
                </a:lnTo>
                <a:lnTo>
                  <a:pt x="1789482" y="1615698"/>
                </a:lnTo>
                <a:lnTo>
                  <a:pt x="1789215" y="1614967"/>
                </a:lnTo>
                <a:close/>
                <a:moveTo>
                  <a:pt x="1776381" y="1641150"/>
                </a:moveTo>
                <a:lnTo>
                  <a:pt x="1776352" y="1642730"/>
                </a:lnTo>
                <a:lnTo>
                  <a:pt x="1778686" y="1641075"/>
                </a:lnTo>
                <a:lnTo>
                  <a:pt x="1777787" y="1640230"/>
                </a:lnTo>
                <a:close/>
                <a:moveTo>
                  <a:pt x="1867832" y="1436373"/>
                </a:moveTo>
                <a:lnTo>
                  <a:pt x="1867914" y="1436350"/>
                </a:lnTo>
                <a:lnTo>
                  <a:pt x="1869051" y="1435097"/>
                </a:lnTo>
                <a:close/>
                <a:moveTo>
                  <a:pt x="1622641" y="1985367"/>
                </a:moveTo>
                <a:lnTo>
                  <a:pt x="1622780" y="1988965"/>
                </a:lnTo>
                <a:lnTo>
                  <a:pt x="1629293" y="1986178"/>
                </a:lnTo>
                <a:lnTo>
                  <a:pt x="1628466" y="1981773"/>
                </a:lnTo>
                <a:lnTo>
                  <a:pt x="1628110" y="1981756"/>
                </a:lnTo>
                <a:lnTo>
                  <a:pt x="1626002" y="1982555"/>
                </a:lnTo>
                <a:lnTo>
                  <a:pt x="1625156" y="1983100"/>
                </a:lnTo>
                <a:close/>
                <a:moveTo>
                  <a:pt x="1739565" y="1723545"/>
                </a:moveTo>
                <a:lnTo>
                  <a:pt x="1739782" y="1723475"/>
                </a:lnTo>
                <a:lnTo>
                  <a:pt x="1739657" y="1723367"/>
                </a:lnTo>
                <a:close/>
                <a:moveTo>
                  <a:pt x="1600851" y="2034010"/>
                </a:moveTo>
                <a:lnTo>
                  <a:pt x="1600779" y="2034718"/>
                </a:lnTo>
                <a:lnTo>
                  <a:pt x="1604318" y="2035322"/>
                </a:lnTo>
                <a:lnTo>
                  <a:pt x="1605544" y="2035514"/>
                </a:lnTo>
                <a:lnTo>
                  <a:pt x="1606118" y="2035458"/>
                </a:lnTo>
                <a:lnTo>
                  <a:pt x="1606062" y="2030702"/>
                </a:lnTo>
                <a:lnTo>
                  <a:pt x="1604938" y="2030899"/>
                </a:lnTo>
                <a:close/>
                <a:moveTo>
                  <a:pt x="1714473" y="1779478"/>
                </a:moveTo>
                <a:lnTo>
                  <a:pt x="1716226" y="1778334"/>
                </a:lnTo>
                <a:lnTo>
                  <a:pt x="1715956" y="1777334"/>
                </a:lnTo>
                <a:close/>
                <a:moveTo>
                  <a:pt x="1598407" y="2039330"/>
                </a:moveTo>
                <a:lnTo>
                  <a:pt x="1599871" y="2039792"/>
                </a:lnTo>
                <a:lnTo>
                  <a:pt x="1599910" y="2039405"/>
                </a:lnTo>
                <a:close/>
                <a:moveTo>
                  <a:pt x="1738504" y="1725611"/>
                </a:moveTo>
                <a:lnTo>
                  <a:pt x="1740426" y="1724030"/>
                </a:lnTo>
                <a:lnTo>
                  <a:pt x="1740303" y="1723924"/>
                </a:lnTo>
                <a:lnTo>
                  <a:pt x="1739172" y="1724311"/>
                </a:lnTo>
                <a:close/>
                <a:moveTo>
                  <a:pt x="1819274" y="1544743"/>
                </a:moveTo>
                <a:lnTo>
                  <a:pt x="1819816" y="1549464"/>
                </a:lnTo>
                <a:lnTo>
                  <a:pt x="1821053" y="1548995"/>
                </a:lnTo>
                <a:lnTo>
                  <a:pt x="1823136" y="1548148"/>
                </a:lnTo>
                <a:lnTo>
                  <a:pt x="1823946" y="1547371"/>
                </a:lnTo>
                <a:lnTo>
                  <a:pt x="1822363" y="1542602"/>
                </a:lnTo>
                <a:close/>
                <a:moveTo>
                  <a:pt x="1656481" y="1909111"/>
                </a:moveTo>
                <a:lnTo>
                  <a:pt x="1658110" y="1908811"/>
                </a:lnTo>
                <a:lnTo>
                  <a:pt x="1658232" y="1908298"/>
                </a:lnTo>
                <a:close/>
                <a:moveTo>
                  <a:pt x="1794183" y="1600699"/>
                </a:moveTo>
                <a:lnTo>
                  <a:pt x="1795273" y="1601261"/>
                </a:lnTo>
                <a:lnTo>
                  <a:pt x="1796645" y="1600207"/>
                </a:lnTo>
                <a:close/>
                <a:moveTo>
                  <a:pt x="1705063" y="1800250"/>
                </a:moveTo>
                <a:lnTo>
                  <a:pt x="1708010" y="1799992"/>
                </a:lnTo>
                <a:lnTo>
                  <a:pt x="1707728" y="1799090"/>
                </a:lnTo>
                <a:close/>
                <a:moveTo>
                  <a:pt x="1624166" y="1981392"/>
                </a:moveTo>
                <a:lnTo>
                  <a:pt x="1626056" y="1981488"/>
                </a:lnTo>
                <a:lnTo>
                  <a:pt x="1626543" y="1981082"/>
                </a:lnTo>
                <a:close/>
                <a:moveTo>
                  <a:pt x="1720840" y="1764884"/>
                </a:moveTo>
                <a:lnTo>
                  <a:pt x="1722847" y="1764662"/>
                </a:lnTo>
                <a:lnTo>
                  <a:pt x="1722902" y="1764598"/>
                </a:lnTo>
                <a:lnTo>
                  <a:pt x="1722757" y="1763821"/>
                </a:lnTo>
                <a:close/>
                <a:moveTo>
                  <a:pt x="1768268" y="1658666"/>
                </a:moveTo>
                <a:lnTo>
                  <a:pt x="1768226" y="1658914"/>
                </a:lnTo>
                <a:lnTo>
                  <a:pt x="1768369" y="1658880"/>
                </a:lnTo>
                <a:close/>
                <a:moveTo>
                  <a:pt x="1768552" y="1658017"/>
                </a:moveTo>
                <a:lnTo>
                  <a:pt x="1768774" y="1658485"/>
                </a:lnTo>
                <a:lnTo>
                  <a:pt x="1772334" y="1653956"/>
                </a:lnTo>
                <a:lnTo>
                  <a:pt x="1772220" y="1653834"/>
                </a:lnTo>
                <a:close/>
                <a:moveTo>
                  <a:pt x="1707318" y="1795089"/>
                </a:moveTo>
                <a:lnTo>
                  <a:pt x="1707375" y="1795268"/>
                </a:lnTo>
                <a:lnTo>
                  <a:pt x="1707689" y="1796747"/>
                </a:lnTo>
                <a:lnTo>
                  <a:pt x="1708939" y="1796636"/>
                </a:lnTo>
                <a:lnTo>
                  <a:pt x="1708915" y="1794635"/>
                </a:lnTo>
                <a:close/>
                <a:moveTo>
                  <a:pt x="1657953" y="1905587"/>
                </a:moveTo>
                <a:lnTo>
                  <a:pt x="1658163" y="1906152"/>
                </a:lnTo>
                <a:lnTo>
                  <a:pt x="1658770" y="1906029"/>
                </a:lnTo>
                <a:lnTo>
                  <a:pt x="1659475" y="1903064"/>
                </a:lnTo>
                <a:lnTo>
                  <a:pt x="1659270" y="1903085"/>
                </a:lnTo>
                <a:close/>
                <a:moveTo>
                  <a:pt x="1676020" y="1865127"/>
                </a:moveTo>
                <a:lnTo>
                  <a:pt x="1674921" y="1868009"/>
                </a:lnTo>
                <a:lnTo>
                  <a:pt x="1679032" y="1865595"/>
                </a:lnTo>
                <a:lnTo>
                  <a:pt x="1679224" y="1864262"/>
                </a:lnTo>
                <a:close/>
                <a:moveTo>
                  <a:pt x="1742398" y="1716489"/>
                </a:moveTo>
                <a:lnTo>
                  <a:pt x="1742602" y="1716804"/>
                </a:lnTo>
                <a:lnTo>
                  <a:pt x="1742627" y="1716386"/>
                </a:lnTo>
                <a:close/>
                <a:moveTo>
                  <a:pt x="1701003" y="1809170"/>
                </a:moveTo>
                <a:lnTo>
                  <a:pt x="1701178" y="1809505"/>
                </a:lnTo>
                <a:lnTo>
                  <a:pt x="1701274" y="1809504"/>
                </a:lnTo>
                <a:lnTo>
                  <a:pt x="1701877" y="1809141"/>
                </a:lnTo>
                <a:close/>
                <a:moveTo>
                  <a:pt x="1633686" y="1959883"/>
                </a:moveTo>
                <a:lnTo>
                  <a:pt x="1635275" y="1963532"/>
                </a:lnTo>
                <a:lnTo>
                  <a:pt x="1643353" y="1962103"/>
                </a:lnTo>
                <a:lnTo>
                  <a:pt x="1643670" y="1961341"/>
                </a:lnTo>
                <a:lnTo>
                  <a:pt x="1643607" y="1959634"/>
                </a:lnTo>
                <a:lnTo>
                  <a:pt x="1637831" y="1958429"/>
                </a:lnTo>
                <a:close/>
                <a:moveTo>
                  <a:pt x="1578015" y="2084499"/>
                </a:moveTo>
                <a:lnTo>
                  <a:pt x="1581305" y="2085717"/>
                </a:lnTo>
                <a:lnTo>
                  <a:pt x="1581384" y="2085734"/>
                </a:lnTo>
                <a:lnTo>
                  <a:pt x="1590614" y="2087679"/>
                </a:lnTo>
                <a:lnTo>
                  <a:pt x="1589891" y="2066678"/>
                </a:lnTo>
                <a:close/>
                <a:moveTo>
                  <a:pt x="1657596" y="1906265"/>
                </a:moveTo>
                <a:lnTo>
                  <a:pt x="1657798" y="1906224"/>
                </a:lnTo>
                <a:lnTo>
                  <a:pt x="1657723" y="1906023"/>
                </a:lnTo>
                <a:close/>
                <a:moveTo>
                  <a:pt x="1814545" y="1554813"/>
                </a:moveTo>
                <a:lnTo>
                  <a:pt x="1814668" y="1555055"/>
                </a:lnTo>
                <a:lnTo>
                  <a:pt x="1815701" y="1554342"/>
                </a:lnTo>
                <a:close/>
                <a:moveTo>
                  <a:pt x="1627424" y="1973698"/>
                </a:moveTo>
                <a:lnTo>
                  <a:pt x="1627432" y="1973744"/>
                </a:lnTo>
                <a:lnTo>
                  <a:pt x="1627658" y="1973709"/>
                </a:lnTo>
                <a:close/>
                <a:moveTo>
                  <a:pt x="1613780" y="2004249"/>
                </a:moveTo>
                <a:lnTo>
                  <a:pt x="1613736" y="2005218"/>
                </a:lnTo>
                <a:lnTo>
                  <a:pt x="1613898" y="2005127"/>
                </a:lnTo>
                <a:close/>
                <a:moveTo>
                  <a:pt x="1779663" y="1632794"/>
                </a:moveTo>
                <a:lnTo>
                  <a:pt x="1780172" y="1632477"/>
                </a:lnTo>
                <a:lnTo>
                  <a:pt x="1780784" y="1631715"/>
                </a:lnTo>
                <a:lnTo>
                  <a:pt x="1780398" y="1631883"/>
                </a:lnTo>
                <a:close/>
                <a:moveTo>
                  <a:pt x="1577739" y="2084913"/>
                </a:moveTo>
                <a:lnTo>
                  <a:pt x="1580162" y="2085458"/>
                </a:lnTo>
                <a:lnTo>
                  <a:pt x="1577927" y="2084631"/>
                </a:lnTo>
                <a:close/>
                <a:moveTo>
                  <a:pt x="1825701" y="1529639"/>
                </a:moveTo>
                <a:lnTo>
                  <a:pt x="1826422" y="1531083"/>
                </a:lnTo>
                <a:lnTo>
                  <a:pt x="1828729" y="1528576"/>
                </a:lnTo>
                <a:close/>
                <a:moveTo>
                  <a:pt x="1635254" y="1956048"/>
                </a:moveTo>
                <a:lnTo>
                  <a:pt x="1643466" y="1955765"/>
                </a:lnTo>
                <a:lnTo>
                  <a:pt x="1643377" y="1953348"/>
                </a:lnTo>
                <a:close/>
                <a:moveTo>
                  <a:pt x="1730968" y="1741722"/>
                </a:moveTo>
                <a:lnTo>
                  <a:pt x="1736583" y="1742363"/>
                </a:lnTo>
                <a:lnTo>
                  <a:pt x="1735139" y="1739956"/>
                </a:lnTo>
                <a:lnTo>
                  <a:pt x="1732341" y="1741155"/>
                </a:lnTo>
                <a:close/>
                <a:moveTo>
                  <a:pt x="1719949" y="1766370"/>
                </a:moveTo>
                <a:lnTo>
                  <a:pt x="1719927" y="1767322"/>
                </a:lnTo>
                <a:lnTo>
                  <a:pt x="1719969" y="1767311"/>
                </a:lnTo>
                <a:lnTo>
                  <a:pt x="1721361" y="1766374"/>
                </a:lnTo>
                <a:lnTo>
                  <a:pt x="1721514" y="1766197"/>
                </a:lnTo>
                <a:close/>
                <a:moveTo>
                  <a:pt x="1906069" y="1349584"/>
                </a:moveTo>
                <a:lnTo>
                  <a:pt x="1918042" y="1342536"/>
                </a:lnTo>
                <a:lnTo>
                  <a:pt x="1916201" y="1341555"/>
                </a:lnTo>
                <a:close/>
                <a:moveTo>
                  <a:pt x="1677155" y="1862152"/>
                </a:moveTo>
                <a:lnTo>
                  <a:pt x="1676222" y="1864597"/>
                </a:lnTo>
                <a:lnTo>
                  <a:pt x="1679290" y="1863802"/>
                </a:lnTo>
                <a:lnTo>
                  <a:pt x="1679637" y="1861381"/>
                </a:lnTo>
                <a:lnTo>
                  <a:pt x="1678077" y="1861795"/>
                </a:lnTo>
                <a:close/>
                <a:moveTo>
                  <a:pt x="1713341" y="1781113"/>
                </a:moveTo>
                <a:lnTo>
                  <a:pt x="1714963" y="1780599"/>
                </a:lnTo>
                <a:lnTo>
                  <a:pt x="1715846" y="1779390"/>
                </a:lnTo>
                <a:lnTo>
                  <a:pt x="1713453" y="1780952"/>
                </a:lnTo>
                <a:close/>
                <a:moveTo>
                  <a:pt x="1629958" y="1967788"/>
                </a:moveTo>
                <a:lnTo>
                  <a:pt x="1630024" y="1968624"/>
                </a:lnTo>
                <a:lnTo>
                  <a:pt x="1632170" y="1968320"/>
                </a:lnTo>
                <a:lnTo>
                  <a:pt x="1631639" y="1967102"/>
                </a:lnTo>
                <a:close/>
                <a:moveTo>
                  <a:pt x="1746302" y="1707237"/>
                </a:moveTo>
                <a:lnTo>
                  <a:pt x="1746590" y="1707698"/>
                </a:lnTo>
                <a:lnTo>
                  <a:pt x="1747115" y="1707570"/>
                </a:lnTo>
                <a:lnTo>
                  <a:pt x="1746822" y="1706589"/>
                </a:lnTo>
                <a:lnTo>
                  <a:pt x="1746633" y="1706626"/>
                </a:lnTo>
                <a:close/>
                <a:moveTo>
                  <a:pt x="1600079" y="2034599"/>
                </a:moveTo>
                <a:lnTo>
                  <a:pt x="1600392" y="2034652"/>
                </a:lnTo>
                <a:lnTo>
                  <a:pt x="1600424" y="2034335"/>
                </a:lnTo>
                <a:close/>
                <a:moveTo>
                  <a:pt x="1697339" y="1816808"/>
                </a:moveTo>
                <a:lnTo>
                  <a:pt x="1697345" y="1816836"/>
                </a:lnTo>
                <a:lnTo>
                  <a:pt x="1697714" y="1816682"/>
                </a:lnTo>
                <a:lnTo>
                  <a:pt x="1698255" y="1816408"/>
                </a:lnTo>
                <a:lnTo>
                  <a:pt x="1699338" y="1815267"/>
                </a:lnTo>
                <a:close/>
                <a:moveTo>
                  <a:pt x="1656131" y="1909047"/>
                </a:moveTo>
                <a:lnTo>
                  <a:pt x="1658292" y="1908043"/>
                </a:lnTo>
                <a:lnTo>
                  <a:pt x="1658364" y="1907739"/>
                </a:lnTo>
                <a:lnTo>
                  <a:pt x="1658168" y="1907214"/>
                </a:lnTo>
                <a:lnTo>
                  <a:pt x="1656970" y="1907454"/>
                </a:lnTo>
                <a:close/>
                <a:moveTo>
                  <a:pt x="1745972" y="1707848"/>
                </a:moveTo>
                <a:lnTo>
                  <a:pt x="1746326" y="1707762"/>
                </a:lnTo>
                <a:lnTo>
                  <a:pt x="1746161" y="1707498"/>
                </a:lnTo>
                <a:close/>
                <a:moveTo>
                  <a:pt x="1550052" y="2146545"/>
                </a:moveTo>
                <a:lnTo>
                  <a:pt x="1549859" y="2147332"/>
                </a:lnTo>
                <a:lnTo>
                  <a:pt x="1572181" y="2149880"/>
                </a:lnTo>
                <a:lnTo>
                  <a:pt x="1576434" y="2141380"/>
                </a:lnTo>
                <a:lnTo>
                  <a:pt x="1577433" y="2139312"/>
                </a:lnTo>
                <a:lnTo>
                  <a:pt x="1556470" y="2145059"/>
                </a:lnTo>
                <a:close/>
                <a:moveTo>
                  <a:pt x="1655645" y="1909974"/>
                </a:moveTo>
                <a:lnTo>
                  <a:pt x="1656611" y="1911723"/>
                </a:lnTo>
                <a:lnTo>
                  <a:pt x="1657450" y="1911587"/>
                </a:lnTo>
                <a:lnTo>
                  <a:pt x="1658057" y="1909035"/>
                </a:lnTo>
                <a:lnTo>
                  <a:pt x="1655932" y="1909428"/>
                </a:lnTo>
                <a:close/>
                <a:moveTo>
                  <a:pt x="1590055" y="2056837"/>
                </a:moveTo>
                <a:lnTo>
                  <a:pt x="1590116" y="2058610"/>
                </a:lnTo>
                <a:lnTo>
                  <a:pt x="1591137" y="2058740"/>
                </a:lnTo>
                <a:lnTo>
                  <a:pt x="1591085" y="2056211"/>
                </a:lnTo>
                <a:close/>
                <a:moveTo>
                  <a:pt x="1678102" y="1859669"/>
                </a:moveTo>
                <a:lnTo>
                  <a:pt x="1677790" y="1860486"/>
                </a:lnTo>
                <a:lnTo>
                  <a:pt x="1679862" y="1859682"/>
                </a:lnTo>
                <a:lnTo>
                  <a:pt x="1679931" y="1859151"/>
                </a:lnTo>
                <a:close/>
                <a:moveTo>
                  <a:pt x="1739773" y="1721475"/>
                </a:moveTo>
                <a:lnTo>
                  <a:pt x="1740161" y="1721863"/>
                </a:lnTo>
                <a:lnTo>
                  <a:pt x="1740456" y="1721288"/>
                </a:lnTo>
                <a:close/>
                <a:moveTo>
                  <a:pt x="1745297" y="1709101"/>
                </a:moveTo>
                <a:lnTo>
                  <a:pt x="1746276" y="1709957"/>
                </a:lnTo>
                <a:lnTo>
                  <a:pt x="1746298" y="1709913"/>
                </a:lnTo>
                <a:lnTo>
                  <a:pt x="1746314" y="1709991"/>
                </a:lnTo>
                <a:lnTo>
                  <a:pt x="1746431" y="1710093"/>
                </a:lnTo>
                <a:lnTo>
                  <a:pt x="1747341" y="1709386"/>
                </a:lnTo>
                <a:lnTo>
                  <a:pt x="1746625" y="1708240"/>
                </a:lnTo>
                <a:lnTo>
                  <a:pt x="1745631" y="1708481"/>
                </a:lnTo>
                <a:close/>
                <a:moveTo>
                  <a:pt x="1622582" y="1983853"/>
                </a:moveTo>
                <a:lnTo>
                  <a:pt x="1622598" y="1984277"/>
                </a:lnTo>
                <a:lnTo>
                  <a:pt x="1623052" y="1983985"/>
                </a:lnTo>
                <a:lnTo>
                  <a:pt x="1623739" y="1983414"/>
                </a:lnTo>
                <a:close/>
                <a:moveTo>
                  <a:pt x="1744790" y="1710041"/>
                </a:moveTo>
                <a:lnTo>
                  <a:pt x="1744735" y="1710918"/>
                </a:lnTo>
                <a:lnTo>
                  <a:pt x="1744890" y="1711290"/>
                </a:lnTo>
                <a:lnTo>
                  <a:pt x="1746058" y="1710383"/>
                </a:lnTo>
                <a:lnTo>
                  <a:pt x="1746129" y="1710243"/>
                </a:lnTo>
                <a:lnTo>
                  <a:pt x="1745145" y="1709382"/>
                </a:lnTo>
                <a:close/>
                <a:moveTo>
                  <a:pt x="1654550" y="1912055"/>
                </a:moveTo>
                <a:lnTo>
                  <a:pt x="1656248" y="1911782"/>
                </a:lnTo>
                <a:lnTo>
                  <a:pt x="1655452" y="1910340"/>
                </a:lnTo>
                <a:close/>
                <a:moveTo>
                  <a:pt x="1730697" y="1741446"/>
                </a:moveTo>
                <a:lnTo>
                  <a:pt x="1734974" y="1739681"/>
                </a:lnTo>
                <a:lnTo>
                  <a:pt x="1734851" y="1739476"/>
                </a:lnTo>
                <a:lnTo>
                  <a:pt x="1732091" y="1740201"/>
                </a:lnTo>
                <a:close/>
                <a:moveTo>
                  <a:pt x="1825474" y="1529183"/>
                </a:moveTo>
                <a:lnTo>
                  <a:pt x="1825475" y="1529186"/>
                </a:lnTo>
                <a:lnTo>
                  <a:pt x="1829453" y="1527790"/>
                </a:lnTo>
                <a:lnTo>
                  <a:pt x="1829824" y="1527386"/>
                </a:lnTo>
                <a:close/>
                <a:moveTo>
                  <a:pt x="1728405" y="1746491"/>
                </a:moveTo>
                <a:lnTo>
                  <a:pt x="1729116" y="1752256"/>
                </a:lnTo>
                <a:lnTo>
                  <a:pt x="1729920" y="1752027"/>
                </a:lnTo>
                <a:lnTo>
                  <a:pt x="1731164" y="1751167"/>
                </a:lnTo>
                <a:close/>
                <a:moveTo>
                  <a:pt x="1653907" y="1913276"/>
                </a:moveTo>
                <a:lnTo>
                  <a:pt x="1656516" y="1912266"/>
                </a:lnTo>
                <a:lnTo>
                  <a:pt x="1656432" y="1912114"/>
                </a:lnTo>
                <a:lnTo>
                  <a:pt x="1654325" y="1912482"/>
                </a:lnTo>
                <a:close/>
                <a:moveTo>
                  <a:pt x="1719428" y="1766428"/>
                </a:moveTo>
                <a:lnTo>
                  <a:pt x="1719484" y="1766633"/>
                </a:lnTo>
                <a:lnTo>
                  <a:pt x="1719489" y="1766421"/>
                </a:lnTo>
                <a:close/>
                <a:moveTo>
                  <a:pt x="1684062" y="1845602"/>
                </a:moveTo>
                <a:lnTo>
                  <a:pt x="1684766" y="1849879"/>
                </a:lnTo>
                <a:lnTo>
                  <a:pt x="1686722" y="1848729"/>
                </a:lnTo>
                <a:lnTo>
                  <a:pt x="1686897" y="1845590"/>
                </a:lnTo>
                <a:close/>
                <a:moveTo>
                  <a:pt x="1822400" y="1535776"/>
                </a:moveTo>
                <a:lnTo>
                  <a:pt x="1824398" y="1537122"/>
                </a:lnTo>
                <a:lnTo>
                  <a:pt x="1823677" y="1534389"/>
                </a:lnTo>
                <a:close/>
                <a:moveTo>
                  <a:pt x="1795126" y="1596796"/>
                </a:moveTo>
                <a:lnTo>
                  <a:pt x="1795507" y="1597165"/>
                </a:lnTo>
                <a:lnTo>
                  <a:pt x="1796471" y="1596532"/>
                </a:lnTo>
                <a:close/>
                <a:moveTo>
                  <a:pt x="1787276" y="1614341"/>
                </a:moveTo>
                <a:lnTo>
                  <a:pt x="1787641" y="1615130"/>
                </a:lnTo>
                <a:lnTo>
                  <a:pt x="1789049" y="1614512"/>
                </a:lnTo>
                <a:lnTo>
                  <a:pt x="1788702" y="1613561"/>
                </a:lnTo>
                <a:close/>
                <a:moveTo>
                  <a:pt x="1681137" y="1851978"/>
                </a:moveTo>
                <a:lnTo>
                  <a:pt x="1681132" y="1852019"/>
                </a:lnTo>
                <a:lnTo>
                  <a:pt x="1681283" y="1851931"/>
                </a:lnTo>
                <a:close/>
                <a:moveTo>
                  <a:pt x="1614053" y="2002173"/>
                </a:moveTo>
                <a:lnTo>
                  <a:pt x="1614305" y="2004898"/>
                </a:lnTo>
                <a:lnTo>
                  <a:pt x="1618059" y="2002795"/>
                </a:lnTo>
                <a:close/>
                <a:moveTo>
                  <a:pt x="1700591" y="1808384"/>
                </a:moveTo>
                <a:lnTo>
                  <a:pt x="1700781" y="1808746"/>
                </a:lnTo>
                <a:lnTo>
                  <a:pt x="1702593" y="1808709"/>
                </a:lnTo>
                <a:lnTo>
                  <a:pt x="1702943" y="1808498"/>
                </a:lnTo>
                <a:close/>
                <a:moveTo>
                  <a:pt x="1602536" y="2027943"/>
                </a:moveTo>
                <a:lnTo>
                  <a:pt x="1604196" y="2028555"/>
                </a:lnTo>
                <a:lnTo>
                  <a:pt x="1604370" y="2028547"/>
                </a:lnTo>
                <a:lnTo>
                  <a:pt x="1605368" y="2027788"/>
                </a:lnTo>
                <a:lnTo>
                  <a:pt x="1604560" y="2027628"/>
                </a:lnTo>
                <a:close/>
                <a:moveTo>
                  <a:pt x="1599227" y="2035247"/>
                </a:moveTo>
                <a:lnTo>
                  <a:pt x="1599692" y="2036075"/>
                </a:lnTo>
                <a:lnTo>
                  <a:pt x="1599698" y="2036085"/>
                </a:lnTo>
                <a:lnTo>
                  <a:pt x="1600252" y="2036031"/>
                </a:lnTo>
                <a:lnTo>
                  <a:pt x="1600369" y="2034880"/>
                </a:lnTo>
                <a:lnTo>
                  <a:pt x="1599822" y="2034794"/>
                </a:lnTo>
                <a:close/>
                <a:moveTo>
                  <a:pt x="1822167" y="1536029"/>
                </a:moveTo>
                <a:lnTo>
                  <a:pt x="1823128" y="1538925"/>
                </a:lnTo>
                <a:lnTo>
                  <a:pt x="1824806" y="1538672"/>
                </a:lnTo>
                <a:lnTo>
                  <a:pt x="1824498" y="1537502"/>
                </a:lnTo>
                <a:lnTo>
                  <a:pt x="1822193" y="1536001"/>
                </a:lnTo>
                <a:close/>
                <a:moveTo>
                  <a:pt x="1829929" y="1518455"/>
                </a:moveTo>
                <a:lnTo>
                  <a:pt x="1829947" y="1518487"/>
                </a:lnTo>
                <a:lnTo>
                  <a:pt x="1830144" y="1518358"/>
                </a:lnTo>
                <a:close/>
                <a:moveTo>
                  <a:pt x="1739413" y="1721117"/>
                </a:moveTo>
                <a:lnTo>
                  <a:pt x="1739469" y="1721172"/>
                </a:lnTo>
                <a:lnTo>
                  <a:pt x="1740686" y="1720838"/>
                </a:lnTo>
                <a:lnTo>
                  <a:pt x="1741340" y="1719567"/>
                </a:lnTo>
                <a:close/>
                <a:moveTo>
                  <a:pt x="1742292" y="1714670"/>
                </a:moveTo>
                <a:lnTo>
                  <a:pt x="1742744" y="1714487"/>
                </a:lnTo>
                <a:lnTo>
                  <a:pt x="1742779" y="1713922"/>
                </a:lnTo>
                <a:lnTo>
                  <a:pt x="1742635" y="1714034"/>
                </a:lnTo>
                <a:close/>
                <a:moveTo>
                  <a:pt x="1847441" y="1479216"/>
                </a:moveTo>
                <a:lnTo>
                  <a:pt x="1848151" y="1480675"/>
                </a:lnTo>
                <a:lnTo>
                  <a:pt x="1850590" y="1476970"/>
                </a:lnTo>
                <a:close/>
                <a:moveTo>
                  <a:pt x="1850904" y="1471449"/>
                </a:moveTo>
                <a:lnTo>
                  <a:pt x="1855546" y="1469444"/>
                </a:lnTo>
                <a:lnTo>
                  <a:pt x="1859617" y="1463262"/>
                </a:lnTo>
                <a:close/>
                <a:moveTo>
                  <a:pt x="1742129" y="1714974"/>
                </a:moveTo>
                <a:lnTo>
                  <a:pt x="1742732" y="1714691"/>
                </a:lnTo>
                <a:lnTo>
                  <a:pt x="1742736" y="1714623"/>
                </a:lnTo>
                <a:lnTo>
                  <a:pt x="1742186" y="1714868"/>
                </a:lnTo>
                <a:close/>
                <a:moveTo>
                  <a:pt x="1706919" y="1793810"/>
                </a:moveTo>
                <a:lnTo>
                  <a:pt x="1707275" y="1794950"/>
                </a:lnTo>
                <a:lnTo>
                  <a:pt x="1708437" y="1794636"/>
                </a:lnTo>
                <a:lnTo>
                  <a:pt x="1708913" y="1794501"/>
                </a:lnTo>
                <a:lnTo>
                  <a:pt x="1708880" y="1791709"/>
                </a:lnTo>
                <a:lnTo>
                  <a:pt x="1708401" y="1791881"/>
                </a:lnTo>
                <a:lnTo>
                  <a:pt x="1708284" y="1791945"/>
                </a:lnTo>
                <a:close/>
                <a:moveTo>
                  <a:pt x="1633519" y="1958088"/>
                </a:moveTo>
                <a:lnTo>
                  <a:pt x="1633512" y="1959299"/>
                </a:lnTo>
                <a:lnTo>
                  <a:pt x="1636099" y="1958505"/>
                </a:lnTo>
                <a:lnTo>
                  <a:pt x="1636882" y="1958231"/>
                </a:lnTo>
                <a:lnTo>
                  <a:pt x="1635073" y="1957852"/>
                </a:lnTo>
                <a:close/>
                <a:moveTo>
                  <a:pt x="1741804" y="1715575"/>
                </a:moveTo>
                <a:lnTo>
                  <a:pt x="1742150" y="1716108"/>
                </a:lnTo>
                <a:lnTo>
                  <a:pt x="1742659" y="1715888"/>
                </a:lnTo>
                <a:lnTo>
                  <a:pt x="1742716" y="1714950"/>
                </a:lnTo>
                <a:lnTo>
                  <a:pt x="1741947" y="1715310"/>
                </a:lnTo>
                <a:close/>
                <a:moveTo>
                  <a:pt x="1833874" y="1509389"/>
                </a:moveTo>
                <a:lnTo>
                  <a:pt x="1838088" y="1513165"/>
                </a:lnTo>
                <a:lnTo>
                  <a:pt x="1845686" y="1508199"/>
                </a:lnTo>
                <a:lnTo>
                  <a:pt x="1840211" y="1500837"/>
                </a:lnTo>
                <a:lnTo>
                  <a:pt x="1838355" y="1502556"/>
                </a:lnTo>
                <a:close/>
                <a:moveTo>
                  <a:pt x="1812367" y="1557449"/>
                </a:moveTo>
                <a:lnTo>
                  <a:pt x="1813093" y="1557262"/>
                </a:lnTo>
                <a:lnTo>
                  <a:pt x="1813600" y="1556880"/>
                </a:lnTo>
                <a:lnTo>
                  <a:pt x="1813495" y="1556671"/>
                </a:lnTo>
                <a:close/>
                <a:moveTo>
                  <a:pt x="1777496" y="1635482"/>
                </a:moveTo>
                <a:lnTo>
                  <a:pt x="1777597" y="1635683"/>
                </a:lnTo>
                <a:lnTo>
                  <a:pt x="1778806" y="1634178"/>
                </a:lnTo>
                <a:lnTo>
                  <a:pt x="1778287" y="1634502"/>
                </a:lnTo>
                <a:close/>
                <a:moveTo>
                  <a:pt x="1607527" y="2016028"/>
                </a:moveTo>
                <a:lnTo>
                  <a:pt x="1607557" y="2018573"/>
                </a:lnTo>
                <a:lnTo>
                  <a:pt x="1610747" y="2018174"/>
                </a:lnTo>
                <a:lnTo>
                  <a:pt x="1610870" y="2015448"/>
                </a:lnTo>
                <a:close/>
                <a:moveTo>
                  <a:pt x="1614309" y="2000798"/>
                </a:moveTo>
                <a:lnTo>
                  <a:pt x="1615141" y="2000927"/>
                </a:lnTo>
                <a:lnTo>
                  <a:pt x="1621621" y="2000785"/>
                </a:lnTo>
                <a:lnTo>
                  <a:pt x="1622717" y="2000150"/>
                </a:lnTo>
                <a:lnTo>
                  <a:pt x="1622709" y="1999940"/>
                </a:lnTo>
                <a:close/>
                <a:moveTo>
                  <a:pt x="1728298" y="1745481"/>
                </a:moveTo>
                <a:lnTo>
                  <a:pt x="1731511" y="1750928"/>
                </a:lnTo>
                <a:lnTo>
                  <a:pt x="1733898" y="1749280"/>
                </a:lnTo>
                <a:lnTo>
                  <a:pt x="1737412" y="1743745"/>
                </a:lnTo>
                <a:lnTo>
                  <a:pt x="1736826" y="1742768"/>
                </a:lnTo>
                <a:lnTo>
                  <a:pt x="1735040" y="1742590"/>
                </a:lnTo>
                <a:lnTo>
                  <a:pt x="1730205" y="1742037"/>
                </a:lnTo>
                <a:lnTo>
                  <a:pt x="1730029" y="1742110"/>
                </a:lnTo>
                <a:close/>
                <a:moveTo>
                  <a:pt x="1574602" y="2089621"/>
                </a:moveTo>
                <a:lnTo>
                  <a:pt x="1576620" y="2099956"/>
                </a:lnTo>
                <a:lnTo>
                  <a:pt x="1577449" y="2104534"/>
                </a:lnTo>
                <a:lnTo>
                  <a:pt x="1580748" y="2103887"/>
                </a:lnTo>
                <a:lnTo>
                  <a:pt x="1580512" y="2104161"/>
                </a:lnTo>
                <a:lnTo>
                  <a:pt x="1577488" y="2104754"/>
                </a:lnTo>
                <a:lnTo>
                  <a:pt x="1578203" y="2108699"/>
                </a:lnTo>
                <a:lnTo>
                  <a:pt x="1587437" y="2107269"/>
                </a:lnTo>
                <a:lnTo>
                  <a:pt x="1591261" y="2106481"/>
                </a:lnTo>
                <a:lnTo>
                  <a:pt x="1590620" y="2087849"/>
                </a:lnTo>
                <a:lnTo>
                  <a:pt x="1582370" y="2086111"/>
                </a:lnTo>
                <a:lnTo>
                  <a:pt x="1588414" y="2088349"/>
                </a:lnTo>
                <a:lnTo>
                  <a:pt x="1588206" y="2088438"/>
                </a:lnTo>
                <a:lnTo>
                  <a:pt x="1581330" y="2085892"/>
                </a:lnTo>
                <a:lnTo>
                  <a:pt x="1577609" y="2085108"/>
                </a:lnTo>
                <a:lnTo>
                  <a:pt x="1575026" y="2088985"/>
                </a:lnTo>
                <a:lnTo>
                  <a:pt x="1586420" y="2090596"/>
                </a:lnTo>
                <a:lnTo>
                  <a:pt x="1586207" y="2090749"/>
                </a:lnTo>
                <a:lnTo>
                  <a:pt x="1574914" y="2089152"/>
                </a:lnTo>
                <a:close/>
                <a:moveTo>
                  <a:pt x="1682887" y="1847123"/>
                </a:moveTo>
                <a:lnTo>
                  <a:pt x="1681199" y="1851550"/>
                </a:lnTo>
                <a:lnTo>
                  <a:pt x="1681192" y="1851600"/>
                </a:lnTo>
                <a:lnTo>
                  <a:pt x="1682590" y="1851161"/>
                </a:lnTo>
                <a:lnTo>
                  <a:pt x="1683466" y="1850645"/>
                </a:lnTo>
                <a:close/>
                <a:moveTo>
                  <a:pt x="1769026" y="1654127"/>
                </a:moveTo>
                <a:lnTo>
                  <a:pt x="1768923" y="1654743"/>
                </a:lnTo>
                <a:lnTo>
                  <a:pt x="1769590" y="1653982"/>
                </a:lnTo>
                <a:close/>
                <a:moveTo>
                  <a:pt x="1884257" y="1396080"/>
                </a:moveTo>
                <a:lnTo>
                  <a:pt x="1888896" y="1392943"/>
                </a:lnTo>
                <a:lnTo>
                  <a:pt x="1886467" y="1393714"/>
                </a:lnTo>
                <a:close/>
                <a:moveTo>
                  <a:pt x="1633523" y="1957516"/>
                </a:moveTo>
                <a:lnTo>
                  <a:pt x="1633522" y="1957551"/>
                </a:lnTo>
                <a:lnTo>
                  <a:pt x="1633627" y="1957539"/>
                </a:lnTo>
                <a:close/>
                <a:moveTo>
                  <a:pt x="1808174" y="1566423"/>
                </a:moveTo>
                <a:lnTo>
                  <a:pt x="1809748" y="1569177"/>
                </a:lnTo>
                <a:lnTo>
                  <a:pt x="1817312" y="1564231"/>
                </a:lnTo>
                <a:lnTo>
                  <a:pt x="1816322" y="1562268"/>
                </a:lnTo>
                <a:lnTo>
                  <a:pt x="1810506" y="1564625"/>
                </a:lnTo>
                <a:close/>
                <a:moveTo>
                  <a:pt x="1727539" y="1746958"/>
                </a:moveTo>
                <a:lnTo>
                  <a:pt x="1727862" y="1749729"/>
                </a:lnTo>
                <a:lnTo>
                  <a:pt x="1728372" y="1752468"/>
                </a:lnTo>
                <a:lnTo>
                  <a:pt x="1728413" y="1752456"/>
                </a:lnTo>
                <a:lnTo>
                  <a:pt x="1727697" y="1746650"/>
                </a:lnTo>
                <a:close/>
                <a:moveTo>
                  <a:pt x="1705794" y="1795349"/>
                </a:moveTo>
                <a:lnTo>
                  <a:pt x="1706500" y="1795159"/>
                </a:lnTo>
                <a:lnTo>
                  <a:pt x="1706330" y="1794616"/>
                </a:lnTo>
                <a:close/>
                <a:moveTo>
                  <a:pt x="1696962" y="1815119"/>
                </a:moveTo>
                <a:lnTo>
                  <a:pt x="1696960" y="1815171"/>
                </a:lnTo>
                <a:lnTo>
                  <a:pt x="1697172" y="1816090"/>
                </a:lnTo>
                <a:lnTo>
                  <a:pt x="1698592" y="1814997"/>
                </a:lnTo>
                <a:close/>
                <a:moveTo>
                  <a:pt x="1627042" y="1971670"/>
                </a:moveTo>
                <a:lnTo>
                  <a:pt x="1627317" y="1973129"/>
                </a:lnTo>
                <a:lnTo>
                  <a:pt x="1630447" y="1973279"/>
                </a:lnTo>
                <a:lnTo>
                  <a:pt x="1633106" y="1972867"/>
                </a:lnTo>
                <a:lnTo>
                  <a:pt x="1633120" y="1970562"/>
                </a:lnTo>
                <a:close/>
                <a:moveTo>
                  <a:pt x="1885133" y="1393729"/>
                </a:moveTo>
                <a:lnTo>
                  <a:pt x="1885682" y="1393554"/>
                </a:lnTo>
                <a:lnTo>
                  <a:pt x="1901077" y="1378078"/>
                </a:lnTo>
                <a:lnTo>
                  <a:pt x="1887011" y="1393133"/>
                </a:lnTo>
                <a:lnTo>
                  <a:pt x="1890038" y="1392171"/>
                </a:lnTo>
                <a:lnTo>
                  <a:pt x="1895138" y="1388722"/>
                </a:lnTo>
                <a:lnTo>
                  <a:pt x="1895066" y="1388946"/>
                </a:lnTo>
                <a:lnTo>
                  <a:pt x="1890525" y="1392017"/>
                </a:lnTo>
                <a:lnTo>
                  <a:pt x="1893250" y="1391152"/>
                </a:lnTo>
                <a:lnTo>
                  <a:pt x="1908697" y="1376355"/>
                </a:lnTo>
                <a:lnTo>
                  <a:pt x="1916898" y="1368285"/>
                </a:lnTo>
                <a:lnTo>
                  <a:pt x="1916877" y="1368451"/>
                </a:lnTo>
                <a:lnTo>
                  <a:pt x="1902056" y="1383035"/>
                </a:lnTo>
                <a:lnTo>
                  <a:pt x="1893748" y="1390993"/>
                </a:lnTo>
                <a:lnTo>
                  <a:pt x="1902470" y="1388224"/>
                </a:lnTo>
                <a:lnTo>
                  <a:pt x="1915522" y="1379687"/>
                </a:lnTo>
                <a:lnTo>
                  <a:pt x="1946364" y="1339799"/>
                </a:lnTo>
                <a:lnTo>
                  <a:pt x="1940848" y="1342565"/>
                </a:lnTo>
                <a:lnTo>
                  <a:pt x="1928815" y="1348391"/>
                </a:lnTo>
                <a:lnTo>
                  <a:pt x="1905427" y="1373422"/>
                </a:lnTo>
                <a:lnTo>
                  <a:pt x="1928092" y="1348741"/>
                </a:lnTo>
                <a:lnTo>
                  <a:pt x="1899604" y="1362537"/>
                </a:lnTo>
                <a:lnTo>
                  <a:pt x="1898959" y="1364274"/>
                </a:lnTo>
                <a:close/>
                <a:moveTo>
                  <a:pt x="1884797" y="1394444"/>
                </a:moveTo>
                <a:lnTo>
                  <a:pt x="1885087" y="1394152"/>
                </a:lnTo>
                <a:lnTo>
                  <a:pt x="1884907" y="1394209"/>
                </a:lnTo>
                <a:close/>
                <a:moveTo>
                  <a:pt x="1748712" y="1699145"/>
                </a:moveTo>
                <a:lnTo>
                  <a:pt x="1749507" y="1699109"/>
                </a:lnTo>
                <a:lnTo>
                  <a:pt x="1749753" y="1698654"/>
                </a:lnTo>
                <a:close/>
                <a:moveTo>
                  <a:pt x="1601351" y="2029079"/>
                </a:moveTo>
                <a:lnTo>
                  <a:pt x="1601157" y="2030994"/>
                </a:lnTo>
                <a:lnTo>
                  <a:pt x="1603814" y="2028971"/>
                </a:lnTo>
                <a:close/>
                <a:moveTo>
                  <a:pt x="1902498" y="1354741"/>
                </a:moveTo>
                <a:lnTo>
                  <a:pt x="1899857" y="1361857"/>
                </a:lnTo>
                <a:lnTo>
                  <a:pt x="1929015" y="1347737"/>
                </a:lnTo>
                <a:lnTo>
                  <a:pt x="1943658" y="1331791"/>
                </a:lnTo>
                <a:lnTo>
                  <a:pt x="1951871" y="1322602"/>
                </a:lnTo>
                <a:lnTo>
                  <a:pt x="1929894" y="1338185"/>
                </a:lnTo>
                <a:lnTo>
                  <a:pt x="1920742" y="1343716"/>
                </a:lnTo>
                <a:lnTo>
                  <a:pt x="1920773" y="1343732"/>
                </a:lnTo>
                <a:lnTo>
                  <a:pt x="1920878" y="1344045"/>
                </a:lnTo>
                <a:lnTo>
                  <a:pt x="1920515" y="1343853"/>
                </a:lnTo>
                <a:close/>
                <a:moveTo>
                  <a:pt x="1739024" y="1720729"/>
                </a:moveTo>
                <a:lnTo>
                  <a:pt x="1739233" y="1720937"/>
                </a:lnTo>
                <a:lnTo>
                  <a:pt x="1741624" y="1719012"/>
                </a:lnTo>
                <a:lnTo>
                  <a:pt x="1742004" y="1718274"/>
                </a:lnTo>
                <a:lnTo>
                  <a:pt x="1741194" y="1717028"/>
                </a:lnTo>
                <a:lnTo>
                  <a:pt x="1740965" y="1717131"/>
                </a:lnTo>
                <a:close/>
                <a:moveTo>
                  <a:pt x="1622496" y="1981610"/>
                </a:moveTo>
                <a:lnTo>
                  <a:pt x="1622545" y="1982893"/>
                </a:lnTo>
                <a:lnTo>
                  <a:pt x="1625584" y="1981879"/>
                </a:lnTo>
                <a:lnTo>
                  <a:pt x="1625869" y="1981643"/>
                </a:lnTo>
                <a:lnTo>
                  <a:pt x="1623253" y="1981512"/>
                </a:lnTo>
                <a:close/>
                <a:moveTo>
                  <a:pt x="1883053" y="1398159"/>
                </a:moveTo>
                <a:lnTo>
                  <a:pt x="1883917" y="1400093"/>
                </a:lnTo>
                <a:lnTo>
                  <a:pt x="1892611" y="1391763"/>
                </a:lnTo>
                <a:lnTo>
                  <a:pt x="1889383" y="1392788"/>
                </a:lnTo>
                <a:lnTo>
                  <a:pt x="1883813" y="1396555"/>
                </a:lnTo>
                <a:lnTo>
                  <a:pt x="1883800" y="1396569"/>
                </a:lnTo>
                <a:close/>
                <a:moveTo>
                  <a:pt x="1560108" y="2121277"/>
                </a:moveTo>
                <a:lnTo>
                  <a:pt x="1572096" y="2121684"/>
                </a:lnTo>
                <a:lnTo>
                  <a:pt x="1566319" y="2119953"/>
                </a:lnTo>
                <a:lnTo>
                  <a:pt x="1562905" y="2120046"/>
                </a:lnTo>
                <a:close/>
                <a:moveTo>
                  <a:pt x="1632943" y="1958175"/>
                </a:moveTo>
                <a:lnTo>
                  <a:pt x="1633192" y="1958746"/>
                </a:lnTo>
                <a:lnTo>
                  <a:pt x="1633196" y="1958136"/>
                </a:lnTo>
                <a:close/>
                <a:moveTo>
                  <a:pt x="1633527" y="1956854"/>
                </a:moveTo>
                <a:lnTo>
                  <a:pt x="1633525" y="1957061"/>
                </a:lnTo>
                <a:lnTo>
                  <a:pt x="1634991" y="1957389"/>
                </a:lnTo>
                <a:lnTo>
                  <a:pt x="1636997" y="1957167"/>
                </a:lnTo>
                <a:lnTo>
                  <a:pt x="1642120" y="1956392"/>
                </a:lnTo>
                <a:lnTo>
                  <a:pt x="1643067" y="1956060"/>
                </a:lnTo>
                <a:lnTo>
                  <a:pt x="1634512" y="1956354"/>
                </a:lnTo>
                <a:close/>
                <a:moveTo>
                  <a:pt x="1776461" y="1636766"/>
                </a:moveTo>
                <a:lnTo>
                  <a:pt x="1776455" y="1637105"/>
                </a:lnTo>
                <a:lnTo>
                  <a:pt x="1777322" y="1636025"/>
                </a:lnTo>
                <a:lnTo>
                  <a:pt x="1777221" y="1635823"/>
                </a:lnTo>
                <a:close/>
                <a:moveTo>
                  <a:pt x="1647381" y="1925679"/>
                </a:moveTo>
                <a:lnTo>
                  <a:pt x="1650594" y="1924012"/>
                </a:lnTo>
                <a:lnTo>
                  <a:pt x="1647661" y="1925147"/>
                </a:lnTo>
                <a:close/>
                <a:moveTo>
                  <a:pt x="1881182" y="1402147"/>
                </a:moveTo>
                <a:lnTo>
                  <a:pt x="1883043" y="1400929"/>
                </a:lnTo>
                <a:lnTo>
                  <a:pt x="1883716" y="1400285"/>
                </a:lnTo>
                <a:lnTo>
                  <a:pt x="1882892" y="1398503"/>
                </a:lnTo>
                <a:close/>
                <a:moveTo>
                  <a:pt x="1880699" y="1403174"/>
                </a:moveTo>
                <a:lnTo>
                  <a:pt x="1881637" y="1402276"/>
                </a:lnTo>
                <a:lnTo>
                  <a:pt x="1880893" y="1402763"/>
                </a:lnTo>
                <a:close/>
                <a:moveTo>
                  <a:pt x="1823944" y="1530255"/>
                </a:moveTo>
                <a:lnTo>
                  <a:pt x="1824665" y="1532992"/>
                </a:lnTo>
                <a:lnTo>
                  <a:pt x="1826197" y="1531328"/>
                </a:lnTo>
                <a:lnTo>
                  <a:pt x="1825405" y="1529742"/>
                </a:lnTo>
                <a:close/>
                <a:moveTo>
                  <a:pt x="1804825" y="1573028"/>
                </a:moveTo>
                <a:lnTo>
                  <a:pt x="1805591" y="1577279"/>
                </a:lnTo>
                <a:lnTo>
                  <a:pt x="1808286" y="1576333"/>
                </a:lnTo>
                <a:lnTo>
                  <a:pt x="1812102" y="1574058"/>
                </a:lnTo>
                <a:lnTo>
                  <a:pt x="1809598" y="1569813"/>
                </a:lnTo>
                <a:close/>
                <a:moveTo>
                  <a:pt x="1720032" y="1762873"/>
                </a:moveTo>
                <a:lnTo>
                  <a:pt x="1720010" y="1763785"/>
                </a:lnTo>
                <a:lnTo>
                  <a:pt x="1721160" y="1763317"/>
                </a:lnTo>
                <a:lnTo>
                  <a:pt x="1722520" y="1762562"/>
                </a:lnTo>
                <a:lnTo>
                  <a:pt x="1722388" y="1761859"/>
                </a:lnTo>
                <a:close/>
                <a:moveTo>
                  <a:pt x="1879808" y="1405071"/>
                </a:moveTo>
                <a:lnTo>
                  <a:pt x="1887072" y="1412467"/>
                </a:lnTo>
                <a:lnTo>
                  <a:pt x="1888533" y="1410875"/>
                </a:lnTo>
                <a:lnTo>
                  <a:pt x="1886308" y="1405891"/>
                </a:lnTo>
                <a:lnTo>
                  <a:pt x="1883940" y="1400770"/>
                </a:lnTo>
                <a:lnTo>
                  <a:pt x="1882683" y="1401592"/>
                </a:lnTo>
                <a:lnTo>
                  <a:pt x="1880428" y="1403751"/>
                </a:lnTo>
                <a:close/>
                <a:moveTo>
                  <a:pt x="1744979" y="1706947"/>
                </a:moveTo>
                <a:lnTo>
                  <a:pt x="1744941" y="1707573"/>
                </a:lnTo>
                <a:lnTo>
                  <a:pt x="1745314" y="1706883"/>
                </a:lnTo>
                <a:close/>
                <a:moveTo>
                  <a:pt x="1597895" y="2036262"/>
                </a:moveTo>
                <a:lnTo>
                  <a:pt x="1599374" y="2036117"/>
                </a:lnTo>
                <a:lnTo>
                  <a:pt x="1598987" y="2035430"/>
                </a:lnTo>
                <a:close/>
                <a:moveTo>
                  <a:pt x="1697008" y="1814315"/>
                </a:moveTo>
                <a:lnTo>
                  <a:pt x="1696998" y="1814488"/>
                </a:lnTo>
                <a:lnTo>
                  <a:pt x="1697260" y="1814472"/>
                </a:lnTo>
                <a:lnTo>
                  <a:pt x="1697434" y="1814335"/>
                </a:lnTo>
                <a:lnTo>
                  <a:pt x="1697404" y="1814463"/>
                </a:lnTo>
                <a:lnTo>
                  <a:pt x="1699445" y="1814339"/>
                </a:lnTo>
                <a:lnTo>
                  <a:pt x="1701645" y="1812643"/>
                </a:lnTo>
                <a:lnTo>
                  <a:pt x="1701322" y="1812027"/>
                </a:lnTo>
                <a:close/>
                <a:moveTo>
                  <a:pt x="1645893" y="1928595"/>
                </a:moveTo>
                <a:lnTo>
                  <a:pt x="1646458" y="1928501"/>
                </a:lnTo>
                <a:lnTo>
                  <a:pt x="1647665" y="1927646"/>
                </a:lnTo>
                <a:close/>
                <a:moveTo>
                  <a:pt x="1601449" y="2028113"/>
                </a:moveTo>
                <a:lnTo>
                  <a:pt x="1601392" y="2028677"/>
                </a:lnTo>
                <a:lnTo>
                  <a:pt x="1603709" y="2028575"/>
                </a:lnTo>
                <a:lnTo>
                  <a:pt x="1602153" y="2028003"/>
                </a:lnTo>
                <a:close/>
                <a:moveTo>
                  <a:pt x="1646098" y="1928118"/>
                </a:moveTo>
                <a:lnTo>
                  <a:pt x="1649785" y="1926145"/>
                </a:lnTo>
                <a:lnTo>
                  <a:pt x="1654618" y="1922723"/>
                </a:lnTo>
                <a:lnTo>
                  <a:pt x="1653711" y="1922915"/>
                </a:lnTo>
                <a:lnTo>
                  <a:pt x="1647005" y="1926395"/>
                </a:lnTo>
                <a:close/>
                <a:moveTo>
                  <a:pt x="1737063" y="1724363"/>
                </a:moveTo>
                <a:lnTo>
                  <a:pt x="1739242" y="1723651"/>
                </a:lnTo>
                <a:lnTo>
                  <a:pt x="1739471" y="1723206"/>
                </a:lnTo>
                <a:lnTo>
                  <a:pt x="1738253" y="1722156"/>
                </a:lnTo>
                <a:close/>
                <a:moveTo>
                  <a:pt x="1629715" y="1964705"/>
                </a:moveTo>
                <a:lnTo>
                  <a:pt x="1629943" y="1967600"/>
                </a:lnTo>
                <a:lnTo>
                  <a:pt x="1631567" y="1966938"/>
                </a:lnTo>
                <a:lnTo>
                  <a:pt x="1630532" y="1964560"/>
                </a:lnTo>
                <a:close/>
                <a:moveTo>
                  <a:pt x="1704567" y="1797027"/>
                </a:moveTo>
                <a:lnTo>
                  <a:pt x="1707015" y="1796808"/>
                </a:lnTo>
                <a:lnTo>
                  <a:pt x="1706546" y="1795307"/>
                </a:lnTo>
                <a:lnTo>
                  <a:pt x="1705635" y="1795566"/>
                </a:lnTo>
                <a:close/>
                <a:moveTo>
                  <a:pt x="1645563" y="1929135"/>
                </a:moveTo>
                <a:lnTo>
                  <a:pt x="1645704" y="1929036"/>
                </a:lnTo>
                <a:lnTo>
                  <a:pt x="1645607" y="1929052"/>
                </a:lnTo>
                <a:close/>
                <a:moveTo>
                  <a:pt x="1708573" y="1788003"/>
                </a:moveTo>
                <a:lnTo>
                  <a:pt x="1708678" y="1788000"/>
                </a:lnTo>
                <a:lnTo>
                  <a:pt x="1708834" y="1787890"/>
                </a:lnTo>
                <a:lnTo>
                  <a:pt x="1708831" y="1787630"/>
                </a:lnTo>
                <a:close/>
                <a:moveTo>
                  <a:pt x="1762071" y="1668163"/>
                </a:moveTo>
                <a:lnTo>
                  <a:pt x="1762367" y="1669544"/>
                </a:lnTo>
                <a:lnTo>
                  <a:pt x="1763483" y="1669292"/>
                </a:lnTo>
                <a:lnTo>
                  <a:pt x="1764087" y="1665672"/>
                </a:lnTo>
                <a:lnTo>
                  <a:pt x="1762904" y="1667184"/>
                </a:lnTo>
                <a:close/>
                <a:moveTo>
                  <a:pt x="1610568" y="2007338"/>
                </a:moveTo>
                <a:lnTo>
                  <a:pt x="1611185" y="2007476"/>
                </a:lnTo>
                <a:lnTo>
                  <a:pt x="1611233" y="2007461"/>
                </a:lnTo>
                <a:lnTo>
                  <a:pt x="1611257" y="2006939"/>
                </a:lnTo>
                <a:close/>
                <a:moveTo>
                  <a:pt x="1824747" y="1527729"/>
                </a:moveTo>
                <a:lnTo>
                  <a:pt x="1825257" y="1528751"/>
                </a:lnTo>
                <a:lnTo>
                  <a:pt x="1830597" y="1526546"/>
                </a:lnTo>
                <a:lnTo>
                  <a:pt x="1833071" y="1523858"/>
                </a:lnTo>
                <a:lnTo>
                  <a:pt x="1833045" y="1524210"/>
                </a:lnTo>
                <a:lnTo>
                  <a:pt x="1831076" y="1526349"/>
                </a:lnTo>
                <a:lnTo>
                  <a:pt x="1836380" y="1524159"/>
                </a:lnTo>
                <a:lnTo>
                  <a:pt x="1833272" y="1521058"/>
                </a:lnTo>
                <a:close/>
                <a:moveTo>
                  <a:pt x="1736174" y="1726011"/>
                </a:moveTo>
                <a:lnTo>
                  <a:pt x="1736426" y="1727321"/>
                </a:lnTo>
                <a:lnTo>
                  <a:pt x="1738039" y="1725994"/>
                </a:lnTo>
                <a:lnTo>
                  <a:pt x="1738846" y="1724422"/>
                </a:lnTo>
                <a:lnTo>
                  <a:pt x="1736620" y="1725184"/>
                </a:lnTo>
                <a:close/>
                <a:moveTo>
                  <a:pt x="1644592" y="1930994"/>
                </a:moveTo>
                <a:lnTo>
                  <a:pt x="1650201" y="1928294"/>
                </a:lnTo>
                <a:lnTo>
                  <a:pt x="1647859" y="1928680"/>
                </a:lnTo>
                <a:close/>
                <a:moveTo>
                  <a:pt x="1792476" y="1599821"/>
                </a:moveTo>
                <a:lnTo>
                  <a:pt x="1793084" y="1600134"/>
                </a:lnTo>
                <a:lnTo>
                  <a:pt x="1797266" y="1599297"/>
                </a:lnTo>
                <a:lnTo>
                  <a:pt x="1795652" y="1597736"/>
                </a:lnTo>
                <a:close/>
                <a:moveTo>
                  <a:pt x="1699911" y="1807083"/>
                </a:moveTo>
                <a:lnTo>
                  <a:pt x="1700484" y="1808179"/>
                </a:lnTo>
                <a:lnTo>
                  <a:pt x="1703249" y="1808313"/>
                </a:lnTo>
                <a:lnTo>
                  <a:pt x="1705268" y="1807094"/>
                </a:lnTo>
                <a:lnTo>
                  <a:pt x="1708549" y="1804668"/>
                </a:lnTo>
                <a:lnTo>
                  <a:pt x="1708986" y="1804093"/>
                </a:lnTo>
                <a:lnTo>
                  <a:pt x="1708795" y="1803188"/>
                </a:lnTo>
                <a:close/>
                <a:moveTo>
                  <a:pt x="1735797" y="1726708"/>
                </a:moveTo>
                <a:lnTo>
                  <a:pt x="1736001" y="1727668"/>
                </a:lnTo>
                <a:lnTo>
                  <a:pt x="1736000" y="1727671"/>
                </a:lnTo>
                <a:lnTo>
                  <a:pt x="1736209" y="1727498"/>
                </a:lnTo>
                <a:lnTo>
                  <a:pt x="1735989" y="1726352"/>
                </a:lnTo>
                <a:close/>
                <a:moveTo>
                  <a:pt x="1697057" y="1813438"/>
                </a:moveTo>
                <a:lnTo>
                  <a:pt x="1697020" y="1814107"/>
                </a:lnTo>
                <a:lnTo>
                  <a:pt x="1701239" y="1811868"/>
                </a:lnTo>
                <a:lnTo>
                  <a:pt x="1700932" y="1811282"/>
                </a:lnTo>
                <a:lnTo>
                  <a:pt x="1699043" y="1812170"/>
                </a:lnTo>
                <a:lnTo>
                  <a:pt x="1698533" y="1812547"/>
                </a:lnTo>
                <a:close/>
                <a:moveTo>
                  <a:pt x="1587659" y="2058295"/>
                </a:moveTo>
                <a:lnTo>
                  <a:pt x="1589613" y="2058545"/>
                </a:lnTo>
                <a:lnTo>
                  <a:pt x="1589564" y="2057136"/>
                </a:lnTo>
                <a:close/>
                <a:moveTo>
                  <a:pt x="1711564" y="1780838"/>
                </a:moveTo>
                <a:lnTo>
                  <a:pt x="1711570" y="1781371"/>
                </a:lnTo>
                <a:lnTo>
                  <a:pt x="1712355" y="1780860"/>
                </a:lnTo>
                <a:lnTo>
                  <a:pt x="1714161" y="1778249"/>
                </a:lnTo>
                <a:lnTo>
                  <a:pt x="1713526" y="1778578"/>
                </a:lnTo>
                <a:close/>
                <a:moveTo>
                  <a:pt x="1769554" y="1650963"/>
                </a:moveTo>
                <a:lnTo>
                  <a:pt x="1769132" y="1653490"/>
                </a:lnTo>
                <a:lnTo>
                  <a:pt x="1770284" y="1653191"/>
                </a:lnTo>
                <a:lnTo>
                  <a:pt x="1770934" y="1652449"/>
                </a:lnTo>
                <a:close/>
                <a:moveTo>
                  <a:pt x="1728072" y="1743793"/>
                </a:moveTo>
                <a:lnTo>
                  <a:pt x="1728194" y="1744786"/>
                </a:lnTo>
                <a:lnTo>
                  <a:pt x="1729308" y="1742688"/>
                </a:lnTo>
                <a:close/>
                <a:moveTo>
                  <a:pt x="1721096" y="1759296"/>
                </a:moveTo>
                <a:lnTo>
                  <a:pt x="1721922" y="1759380"/>
                </a:lnTo>
                <a:lnTo>
                  <a:pt x="1721743" y="1758425"/>
                </a:lnTo>
                <a:lnTo>
                  <a:pt x="1721554" y="1758432"/>
                </a:lnTo>
                <a:close/>
                <a:moveTo>
                  <a:pt x="1761479" y="1668859"/>
                </a:moveTo>
                <a:lnTo>
                  <a:pt x="1761865" y="1669656"/>
                </a:lnTo>
                <a:lnTo>
                  <a:pt x="1761995" y="1669628"/>
                </a:lnTo>
                <a:lnTo>
                  <a:pt x="1761759" y="1668529"/>
                </a:lnTo>
                <a:close/>
                <a:moveTo>
                  <a:pt x="1734701" y="1728739"/>
                </a:moveTo>
                <a:lnTo>
                  <a:pt x="1735889" y="1727762"/>
                </a:lnTo>
                <a:lnTo>
                  <a:pt x="1735702" y="1726883"/>
                </a:lnTo>
                <a:close/>
                <a:moveTo>
                  <a:pt x="1643107" y="1933803"/>
                </a:moveTo>
                <a:lnTo>
                  <a:pt x="1643225" y="1937027"/>
                </a:lnTo>
                <a:lnTo>
                  <a:pt x="1652542" y="1932254"/>
                </a:lnTo>
                <a:lnTo>
                  <a:pt x="1653617" y="1927730"/>
                </a:lnTo>
                <a:lnTo>
                  <a:pt x="1651768" y="1928035"/>
                </a:lnTo>
                <a:lnTo>
                  <a:pt x="1644233" y="1931662"/>
                </a:lnTo>
                <a:close/>
                <a:moveTo>
                  <a:pt x="1616744" y="1992790"/>
                </a:moveTo>
                <a:lnTo>
                  <a:pt x="1622389" y="1991661"/>
                </a:lnTo>
                <a:lnTo>
                  <a:pt x="1622357" y="1990818"/>
                </a:lnTo>
                <a:close/>
                <a:moveTo>
                  <a:pt x="1632577" y="1957334"/>
                </a:moveTo>
                <a:lnTo>
                  <a:pt x="1632711" y="1957641"/>
                </a:lnTo>
                <a:lnTo>
                  <a:pt x="1633199" y="1957587"/>
                </a:lnTo>
                <a:lnTo>
                  <a:pt x="1633200" y="1957443"/>
                </a:lnTo>
                <a:lnTo>
                  <a:pt x="1632618" y="1957314"/>
                </a:lnTo>
                <a:close/>
                <a:moveTo>
                  <a:pt x="1769651" y="1650379"/>
                </a:moveTo>
                <a:lnTo>
                  <a:pt x="1769623" y="1650546"/>
                </a:lnTo>
                <a:lnTo>
                  <a:pt x="1771156" y="1652196"/>
                </a:lnTo>
                <a:lnTo>
                  <a:pt x="1772848" y="1650265"/>
                </a:lnTo>
                <a:lnTo>
                  <a:pt x="1772745" y="1649253"/>
                </a:lnTo>
                <a:lnTo>
                  <a:pt x="1770553" y="1649741"/>
                </a:lnTo>
                <a:close/>
                <a:moveTo>
                  <a:pt x="1720512" y="1760395"/>
                </a:moveTo>
                <a:lnTo>
                  <a:pt x="1721996" y="1759776"/>
                </a:lnTo>
                <a:lnTo>
                  <a:pt x="1721955" y="1759556"/>
                </a:lnTo>
                <a:lnTo>
                  <a:pt x="1720992" y="1759491"/>
                </a:lnTo>
                <a:close/>
                <a:moveTo>
                  <a:pt x="1798969" y="1584648"/>
                </a:moveTo>
                <a:lnTo>
                  <a:pt x="1801068" y="1584434"/>
                </a:lnTo>
                <a:lnTo>
                  <a:pt x="1801321" y="1584342"/>
                </a:lnTo>
                <a:lnTo>
                  <a:pt x="1805507" y="1581340"/>
                </a:lnTo>
                <a:lnTo>
                  <a:pt x="1805452" y="1581248"/>
                </a:lnTo>
                <a:lnTo>
                  <a:pt x="1803555" y="1581914"/>
                </a:lnTo>
                <a:close/>
                <a:moveTo>
                  <a:pt x="1829747" y="1515682"/>
                </a:moveTo>
                <a:lnTo>
                  <a:pt x="1831058" y="1516990"/>
                </a:lnTo>
                <a:lnTo>
                  <a:pt x="1834752" y="1515346"/>
                </a:lnTo>
                <a:lnTo>
                  <a:pt x="1837907" y="1513284"/>
                </a:lnTo>
                <a:lnTo>
                  <a:pt x="1833759" y="1509565"/>
                </a:lnTo>
                <a:close/>
                <a:moveTo>
                  <a:pt x="1547774" y="2147072"/>
                </a:moveTo>
                <a:lnTo>
                  <a:pt x="1548325" y="2147158"/>
                </a:lnTo>
                <a:lnTo>
                  <a:pt x="1549616" y="2147305"/>
                </a:lnTo>
                <a:lnTo>
                  <a:pt x="1549788" y="2146606"/>
                </a:lnTo>
                <a:close/>
                <a:moveTo>
                  <a:pt x="1740376" y="1715794"/>
                </a:moveTo>
                <a:lnTo>
                  <a:pt x="1740387" y="1715789"/>
                </a:lnTo>
                <a:lnTo>
                  <a:pt x="1740386" y="1715787"/>
                </a:lnTo>
                <a:close/>
                <a:moveTo>
                  <a:pt x="1727384" y="1744760"/>
                </a:moveTo>
                <a:lnTo>
                  <a:pt x="1727363" y="1745453"/>
                </a:lnTo>
                <a:lnTo>
                  <a:pt x="1727450" y="1746189"/>
                </a:lnTo>
                <a:lnTo>
                  <a:pt x="1727604" y="1745898"/>
                </a:lnTo>
                <a:lnTo>
                  <a:pt x="1727485" y="1744932"/>
                </a:lnTo>
                <a:close/>
                <a:moveTo>
                  <a:pt x="1633538" y="1954861"/>
                </a:moveTo>
                <a:lnTo>
                  <a:pt x="1633533" y="1955841"/>
                </a:lnTo>
                <a:lnTo>
                  <a:pt x="1642653" y="1951219"/>
                </a:lnTo>
                <a:close/>
                <a:moveTo>
                  <a:pt x="1838386" y="1496041"/>
                </a:moveTo>
                <a:lnTo>
                  <a:pt x="1840321" y="1498642"/>
                </a:lnTo>
                <a:lnTo>
                  <a:pt x="1840895" y="1498197"/>
                </a:lnTo>
                <a:lnTo>
                  <a:pt x="1849690" y="1484788"/>
                </a:lnTo>
                <a:lnTo>
                  <a:pt x="1848036" y="1481386"/>
                </a:lnTo>
                <a:lnTo>
                  <a:pt x="1841936" y="1490650"/>
                </a:lnTo>
                <a:lnTo>
                  <a:pt x="1845628" y="1488810"/>
                </a:lnTo>
                <a:lnTo>
                  <a:pt x="1845529" y="1489084"/>
                </a:lnTo>
                <a:lnTo>
                  <a:pt x="1841715" y="1490986"/>
                </a:lnTo>
                <a:close/>
                <a:moveTo>
                  <a:pt x="1818728" y="1539986"/>
                </a:moveTo>
                <a:lnTo>
                  <a:pt x="1819197" y="1544068"/>
                </a:lnTo>
                <a:lnTo>
                  <a:pt x="1822166" y="1542011"/>
                </a:lnTo>
                <a:lnTo>
                  <a:pt x="1821362" y="1539587"/>
                </a:lnTo>
                <a:close/>
                <a:moveTo>
                  <a:pt x="1818916" y="1539562"/>
                </a:moveTo>
                <a:lnTo>
                  <a:pt x="1821237" y="1539210"/>
                </a:lnTo>
                <a:lnTo>
                  <a:pt x="1820707" y="1537616"/>
                </a:lnTo>
                <a:close/>
                <a:moveTo>
                  <a:pt x="1718716" y="1763778"/>
                </a:moveTo>
                <a:lnTo>
                  <a:pt x="1718845" y="1764260"/>
                </a:lnTo>
                <a:lnTo>
                  <a:pt x="1719547" y="1763974"/>
                </a:lnTo>
                <a:lnTo>
                  <a:pt x="1719568" y="1763072"/>
                </a:lnTo>
                <a:lnTo>
                  <a:pt x="1718950" y="1763338"/>
                </a:lnTo>
                <a:close/>
                <a:moveTo>
                  <a:pt x="1828988" y="1516840"/>
                </a:moveTo>
                <a:lnTo>
                  <a:pt x="1829483" y="1517691"/>
                </a:lnTo>
                <a:lnTo>
                  <a:pt x="1829769" y="1517563"/>
                </a:lnTo>
                <a:lnTo>
                  <a:pt x="1829010" y="1516806"/>
                </a:lnTo>
                <a:close/>
                <a:moveTo>
                  <a:pt x="1640741" y="1938299"/>
                </a:moveTo>
                <a:lnTo>
                  <a:pt x="1642787" y="1937251"/>
                </a:lnTo>
                <a:lnTo>
                  <a:pt x="1642689" y="1934597"/>
                </a:lnTo>
                <a:close/>
                <a:moveTo>
                  <a:pt x="1779443" y="1627641"/>
                </a:moveTo>
                <a:lnTo>
                  <a:pt x="1781128" y="1626624"/>
                </a:lnTo>
                <a:lnTo>
                  <a:pt x="1783542" y="1623630"/>
                </a:lnTo>
                <a:lnTo>
                  <a:pt x="1782996" y="1623839"/>
                </a:lnTo>
                <a:close/>
                <a:moveTo>
                  <a:pt x="1623304" y="1977218"/>
                </a:moveTo>
                <a:lnTo>
                  <a:pt x="1626631" y="1977967"/>
                </a:lnTo>
                <a:lnTo>
                  <a:pt x="1627738" y="1977900"/>
                </a:lnTo>
                <a:lnTo>
                  <a:pt x="1627480" y="1976523"/>
                </a:lnTo>
                <a:close/>
                <a:moveTo>
                  <a:pt x="1629587" y="1963081"/>
                </a:moveTo>
                <a:lnTo>
                  <a:pt x="1629701" y="1964518"/>
                </a:lnTo>
                <a:lnTo>
                  <a:pt x="1630456" y="1964384"/>
                </a:lnTo>
                <a:lnTo>
                  <a:pt x="1629875" y="1963052"/>
                </a:lnTo>
                <a:close/>
                <a:moveTo>
                  <a:pt x="1791523" y="1600446"/>
                </a:moveTo>
                <a:lnTo>
                  <a:pt x="1792493" y="1600252"/>
                </a:lnTo>
                <a:lnTo>
                  <a:pt x="1792116" y="1600057"/>
                </a:lnTo>
                <a:close/>
                <a:moveTo>
                  <a:pt x="1702412" y="1799973"/>
                </a:moveTo>
                <a:lnTo>
                  <a:pt x="1707004" y="1797975"/>
                </a:lnTo>
                <a:lnTo>
                  <a:pt x="1703655" y="1798274"/>
                </a:lnTo>
                <a:close/>
                <a:moveTo>
                  <a:pt x="1823529" y="1528682"/>
                </a:moveTo>
                <a:lnTo>
                  <a:pt x="1823715" y="1529387"/>
                </a:lnTo>
                <a:lnTo>
                  <a:pt x="1824969" y="1528869"/>
                </a:lnTo>
                <a:lnTo>
                  <a:pt x="1824545" y="1528022"/>
                </a:lnTo>
                <a:lnTo>
                  <a:pt x="1824493" y="1527928"/>
                </a:lnTo>
                <a:close/>
                <a:moveTo>
                  <a:pt x="1908845" y="1337639"/>
                </a:moveTo>
                <a:lnTo>
                  <a:pt x="1903948" y="1350833"/>
                </a:lnTo>
                <a:lnTo>
                  <a:pt x="1904186" y="1350693"/>
                </a:lnTo>
                <a:lnTo>
                  <a:pt x="1915911" y="1341401"/>
                </a:lnTo>
                <a:close/>
                <a:moveTo>
                  <a:pt x="1622397" y="1979044"/>
                </a:moveTo>
                <a:lnTo>
                  <a:pt x="1622483" y="1981278"/>
                </a:lnTo>
                <a:lnTo>
                  <a:pt x="1627020" y="1980686"/>
                </a:lnTo>
                <a:lnTo>
                  <a:pt x="1627264" y="1980483"/>
                </a:lnTo>
                <a:lnTo>
                  <a:pt x="1628085" y="1979743"/>
                </a:lnTo>
                <a:lnTo>
                  <a:pt x="1627894" y="1978726"/>
                </a:lnTo>
                <a:lnTo>
                  <a:pt x="1626688" y="1978472"/>
                </a:lnTo>
                <a:lnTo>
                  <a:pt x="1622778" y="1978711"/>
                </a:lnTo>
                <a:lnTo>
                  <a:pt x="1625373" y="1979032"/>
                </a:lnTo>
                <a:lnTo>
                  <a:pt x="1624932" y="1979357"/>
                </a:lnTo>
                <a:close/>
                <a:moveTo>
                  <a:pt x="1626629" y="1969466"/>
                </a:moveTo>
                <a:lnTo>
                  <a:pt x="1626920" y="1971015"/>
                </a:lnTo>
                <a:lnTo>
                  <a:pt x="1629928" y="1970467"/>
                </a:lnTo>
                <a:lnTo>
                  <a:pt x="1629813" y="1969016"/>
                </a:lnTo>
                <a:close/>
                <a:moveTo>
                  <a:pt x="1626792" y="1969080"/>
                </a:moveTo>
                <a:lnTo>
                  <a:pt x="1629785" y="1968657"/>
                </a:lnTo>
                <a:lnTo>
                  <a:pt x="1629724" y="1967884"/>
                </a:lnTo>
                <a:close/>
                <a:moveTo>
                  <a:pt x="1827996" y="1518353"/>
                </a:moveTo>
                <a:lnTo>
                  <a:pt x="1829395" y="1517729"/>
                </a:lnTo>
                <a:lnTo>
                  <a:pt x="1828929" y="1516930"/>
                </a:lnTo>
                <a:close/>
                <a:moveTo>
                  <a:pt x="1609287" y="2008065"/>
                </a:moveTo>
                <a:lnTo>
                  <a:pt x="1609571" y="2007977"/>
                </a:lnTo>
                <a:lnTo>
                  <a:pt x="1609479" y="2007958"/>
                </a:lnTo>
                <a:close/>
                <a:moveTo>
                  <a:pt x="1784388" y="1615921"/>
                </a:moveTo>
                <a:lnTo>
                  <a:pt x="1785998" y="1615851"/>
                </a:lnTo>
                <a:lnTo>
                  <a:pt x="1786989" y="1615416"/>
                </a:lnTo>
                <a:lnTo>
                  <a:pt x="1786622" y="1614699"/>
                </a:lnTo>
                <a:close/>
                <a:moveTo>
                  <a:pt x="1720367" y="1759222"/>
                </a:moveTo>
                <a:lnTo>
                  <a:pt x="1720523" y="1759238"/>
                </a:lnTo>
                <a:lnTo>
                  <a:pt x="1720628" y="1759042"/>
                </a:lnTo>
                <a:close/>
                <a:moveTo>
                  <a:pt x="1756637" y="1677782"/>
                </a:moveTo>
                <a:lnTo>
                  <a:pt x="1757296" y="1679546"/>
                </a:lnTo>
                <a:lnTo>
                  <a:pt x="1757596" y="1679511"/>
                </a:lnTo>
                <a:lnTo>
                  <a:pt x="1760091" y="1677003"/>
                </a:lnTo>
                <a:close/>
                <a:moveTo>
                  <a:pt x="1632185" y="1956435"/>
                </a:moveTo>
                <a:lnTo>
                  <a:pt x="1632218" y="1956508"/>
                </a:lnTo>
                <a:lnTo>
                  <a:pt x="1632376" y="1956428"/>
                </a:lnTo>
                <a:close/>
                <a:moveTo>
                  <a:pt x="1591222" y="2048152"/>
                </a:moveTo>
                <a:lnTo>
                  <a:pt x="1591352" y="2054504"/>
                </a:lnTo>
                <a:lnTo>
                  <a:pt x="1598840" y="2049949"/>
                </a:lnTo>
                <a:lnTo>
                  <a:pt x="1599165" y="2046746"/>
                </a:lnTo>
                <a:close/>
                <a:moveTo>
                  <a:pt x="1832402" y="1508070"/>
                </a:moveTo>
                <a:lnTo>
                  <a:pt x="1833672" y="1509207"/>
                </a:lnTo>
                <a:lnTo>
                  <a:pt x="1833771" y="1509060"/>
                </a:lnTo>
                <a:lnTo>
                  <a:pt x="1837544" y="1503308"/>
                </a:lnTo>
                <a:close/>
                <a:moveTo>
                  <a:pt x="1720113" y="1759431"/>
                </a:moveTo>
                <a:lnTo>
                  <a:pt x="1720099" y="1760039"/>
                </a:lnTo>
                <a:lnTo>
                  <a:pt x="1720411" y="1759452"/>
                </a:lnTo>
                <a:close/>
                <a:moveTo>
                  <a:pt x="1629521" y="1962236"/>
                </a:moveTo>
                <a:lnTo>
                  <a:pt x="1629575" y="1962931"/>
                </a:lnTo>
                <a:lnTo>
                  <a:pt x="1629812" y="1962906"/>
                </a:lnTo>
                <a:close/>
                <a:moveTo>
                  <a:pt x="1812910" y="1551572"/>
                </a:moveTo>
                <a:lnTo>
                  <a:pt x="1813127" y="1552002"/>
                </a:lnTo>
                <a:lnTo>
                  <a:pt x="1814782" y="1551375"/>
                </a:lnTo>
                <a:close/>
                <a:moveTo>
                  <a:pt x="1607472" y="2011488"/>
                </a:moveTo>
                <a:lnTo>
                  <a:pt x="1607515" y="2015036"/>
                </a:lnTo>
                <a:lnTo>
                  <a:pt x="1610908" y="2014634"/>
                </a:lnTo>
                <a:lnTo>
                  <a:pt x="1611116" y="2010054"/>
                </a:lnTo>
                <a:close/>
                <a:moveTo>
                  <a:pt x="1761926" y="1665575"/>
                </a:moveTo>
                <a:lnTo>
                  <a:pt x="1762981" y="1665149"/>
                </a:lnTo>
                <a:lnTo>
                  <a:pt x="1764458" y="1663451"/>
                </a:lnTo>
                <a:lnTo>
                  <a:pt x="1764616" y="1662507"/>
                </a:lnTo>
                <a:close/>
                <a:moveTo>
                  <a:pt x="1735794" y="1724031"/>
                </a:moveTo>
                <a:lnTo>
                  <a:pt x="1735864" y="1724397"/>
                </a:lnTo>
                <a:lnTo>
                  <a:pt x="1736266" y="1723651"/>
                </a:lnTo>
                <a:close/>
                <a:moveTo>
                  <a:pt x="1636415" y="1946521"/>
                </a:moveTo>
                <a:lnTo>
                  <a:pt x="1642995" y="1942931"/>
                </a:lnTo>
                <a:lnTo>
                  <a:pt x="1642939" y="1941412"/>
                </a:lnTo>
                <a:lnTo>
                  <a:pt x="1639900" y="1942969"/>
                </a:lnTo>
                <a:lnTo>
                  <a:pt x="1639845" y="1944420"/>
                </a:lnTo>
                <a:lnTo>
                  <a:pt x="1639721" y="1944568"/>
                </a:lnTo>
                <a:lnTo>
                  <a:pt x="1639777" y="1943031"/>
                </a:lnTo>
                <a:lnTo>
                  <a:pt x="1637688" y="1944102"/>
                </a:lnTo>
                <a:close/>
                <a:moveTo>
                  <a:pt x="1761597" y="1665954"/>
                </a:moveTo>
                <a:lnTo>
                  <a:pt x="1761733" y="1666585"/>
                </a:lnTo>
                <a:lnTo>
                  <a:pt x="1762710" y="1665461"/>
                </a:lnTo>
                <a:close/>
                <a:moveTo>
                  <a:pt x="1802311" y="1574721"/>
                </a:moveTo>
                <a:lnTo>
                  <a:pt x="1804132" y="1577792"/>
                </a:lnTo>
                <a:lnTo>
                  <a:pt x="1805435" y="1577334"/>
                </a:lnTo>
                <a:lnTo>
                  <a:pt x="1804677" y="1573128"/>
                </a:lnTo>
                <a:close/>
                <a:moveTo>
                  <a:pt x="1826378" y="1520820"/>
                </a:moveTo>
                <a:lnTo>
                  <a:pt x="1829867" y="1518540"/>
                </a:lnTo>
                <a:lnTo>
                  <a:pt x="1829840" y="1518494"/>
                </a:lnTo>
                <a:lnTo>
                  <a:pt x="1827099" y="1519720"/>
                </a:lnTo>
                <a:close/>
                <a:moveTo>
                  <a:pt x="1634940" y="1949324"/>
                </a:moveTo>
                <a:lnTo>
                  <a:pt x="1643203" y="1948600"/>
                </a:lnTo>
                <a:lnTo>
                  <a:pt x="1643022" y="1943678"/>
                </a:lnTo>
                <a:lnTo>
                  <a:pt x="1635853" y="1947588"/>
                </a:lnTo>
                <a:close/>
                <a:moveTo>
                  <a:pt x="1595195" y="2038318"/>
                </a:moveTo>
                <a:lnTo>
                  <a:pt x="1596653" y="2038777"/>
                </a:lnTo>
                <a:lnTo>
                  <a:pt x="1599958" y="2038941"/>
                </a:lnTo>
                <a:lnTo>
                  <a:pt x="1600111" y="2037430"/>
                </a:lnTo>
                <a:lnTo>
                  <a:pt x="1599638" y="2036588"/>
                </a:lnTo>
                <a:lnTo>
                  <a:pt x="1597146" y="2036832"/>
                </a:lnTo>
                <a:close/>
                <a:moveTo>
                  <a:pt x="1697261" y="1809770"/>
                </a:moveTo>
                <a:lnTo>
                  <a:pt x="1697138" y="1811981"/>
                </a:lnTo>
                <a:lnTo>
                  <a:pt x="1697227" y="1811947"/>
                </a:lnTo>
                <a:lnTo>
                  <a:pt x="1700307" y="1810088"/>
                </a:lnTo>
                <a:lnTo>
                  <a:pt x="1700124" y="1809739"/>
                </a:lnTo>
                <a:close/>
                <a:moveTo>
                  <a:pt x="1622338" y="1977506"/>
                </a:moveTo>
                <a:lnTo>
                  <a:pt x="1622365" y="1978228"/>
                </a:lnTo>
                <a:lnTo>
                  <a:pt x="1624866" y="1978075"/>
                </a:lnTo>
                <a:close/>
                <a:moveTo>
                  <a:pt x="1720136" y="1758481"/>
                </a:moveTo>
                <a:lnTo>
                  <a:pt x="1720128" y="1758784"/>
                </a:lnTo>
                <a:lnTo>
                  <a:pt x="1720591" y="1758465"/>
                </a:lnTo>
                <a:close/>
                <a:moveTo>
                  <a:pt x="1735313" y="1724418"/>
                </a:moveTo>
                <a:lnTo>
                  <a:pt x="1735415" y="1724902"/>
                </a:lnTo>
                <a:lnTo>
                  <a:pt x="1735629" y="1724832"/>
                </a:lnTo>
                <a:lnTo>
                  <a:pt x="1735654" y="1724785"/>
                </a:lnTo>
                <a:lnTo>
                  <a:pt x="1735528" y="1724245"/>
                </a:lnTo>
                <a:close/>
                <a:moveTo>
                  <a:pt x="1653866" y="1906752"/>
                </a:moveTo>
                <a:lnTo>
                  <a:pt x="1653916" y="1906843"/>
                </a:lnTo>
                <a:lnTo>
                  <a:pt x="1653964" y="1906752"/>
                </a:lnTo>
                <a:close/>
                <a:moveTo>
                  <a:pt x="1697288" y="1809299"/>
                </a:moveTo>
                <a:lnTo>
                  <a:pt x="1697274" y="1809547"/>
                </a:lnTo>
                <a:lnTo>
                  <a:pt x="1700009" y="1809518"/>
                </a:lnTo>
                <a:lnTo>
                  <a:pt x="1699847" y="1809211"/>
                </a:lnTo>
                <a:close/>
                <a:moveTo>
                  <a:pt x="1633556" y="1951954"/>
                </a:moveTo>
                <a:lnTo>
                  <a:pt x="1633551" y="1952819"/>
                </a:lnTo>
                <a:lnTo>
                  <a:pt x="1642303" y="1949435"/>
                </a:lnTo>
                <a:lnTo>
                  <a:pt x="1637232" y="1950086"/>
                </a:lnTo>
                <a:lnTo>
                  <a:pt x="1634408" y="1950334"/>
                </a:lnTo>
                <a:close/>
                <a:moveTo>
                  <a:pt x="1602011" y="2022583"/>
                </a:moveTo>
                <a:lnTo>
                  <a:pt x="1601861" y="2024063"/>
                </a:lnTo>
                <a:lnTo>
                  <a:pt x="1605972" y="2023308"/>
                </a:lnTo>
                <a:lnTo>
                  <a:pt x="1605962" y="2022429"/>
                </a:lnTo>
                <a:lnTo>
                  <a:pt x="1605560" y="2022457"/>
                </a:lnTo>
                <a:close/>
                <a:moveTo>
                  <a:pt x="1787033" y="1608282"/>
                </a:moveTo>
                <a:lnTo>
                  <a:pt x="1787412" y="1609323"/>
                </a:lnTo>
                <a:lnTo>
                  <a:pt x="1796579" y="1604308"/>
                </a:lnTo>
                <a:lnTo>
                  <a:pt x="1797322" y="1602738"/>
                </a:lnTo>
                <a:lnTo>
                  <a:pt x="1796040" y="1602077"/>
                </a:lnTo>
                <a:lnTo>
                  <a:pt x="1789093" y="1606694"/>
                </a:lnTo>
                <a:close/>
                <a:moveTo>
                  <a:pt x="1711522" y="1777333"/>
                </a:moveTo>
                <a:lnTo>
                  <a:pt x="1711527" y="1777700"/>
                </a:lnTo>
                <a:lnTo>
                  <a:pt x="1714982" y="1773721"/>
                </a:lnTo>
                <a:lnTo>
                  <a:pt x="1714463" y="1771792"/>
                </a:lnTo>
                <a:close/>
                <a:moveTo>
                  <a:pt x="1834489" y="1501959"/>
                </a:moveTo>
                <a:lnTo>
                  <a:pt x="1839110" y="1499357"/>
                </a:lnTo>
                <a:lnTo>
                  <a:pt x="1837568" y="1497283"/>
                </a:lnTo>
                <a:close/>
                <a:moveTo>
                  <a:pt x="1632986" y="1953036"/>
                </a:moveTo>
                <a:lnTo>
                  <a:pt x="1633227" y="1952944"/>
                </a:lnTo>
                <a:lnTo>
                  <a:pt x="1633229" y="1952576"/>
                </a:lnTo>
                <a:close/>
                <a:moveTo>
                  <a:pt x="1697730" y="1808040"/>
                </a:moveTo>
                <a:lnTo>
                  <a:pt x="1698174" y="1808067"/>
                </a:lnTo>
                <a:lnTo>
                  <a:pt x="1699277" y="1808120"/>
                </a:lnTo>
                <a:lnTo>
                  <a:pt x="1698954" y="1807503"/>
                </a:lnTo>
                <a:close/>
                <a:moveTo>
                  <a:pt x="1831438" y="1508637"/>
                </a:moveTo>
                <a:lnTo>
                  <a:pt x="1832070" y="1508052"/>
                </a:lnTo>
                <a:lnTo>
                  <a:pt x="1831918" y="1507916"/>
                </a:lnTo>
                <a:close/>
                <a:moveTo>
                  <a:pt x="1614197" y="1995067"/>
                </a:moveTo>
                <a:lnTo>
                  <a:pt x="1613992" y="1999587"/>
                </a:lnTo>
                <a:lnTo>
                  <a:pt x="1622675" y="1999054"/>
                </a:lnTo>
                <a:lnTo>
                  <a:pt x="1622444" y="1993074"/>
                </a:lnTo>
                <a:close/>
                <a:moveTo>
                  <a:pt x="1845935" y="1476117"/>
                </a:moveTo>
                <a:lnTo>
                  <a:pt x="1847313" y="1478952"/>
                </a:lnTo>
                <a:lnTo>
                  <a:pt x="1851033" y="1476297"/>
                </a:lnTo>
                <a:lnTo>
                  <a:pt x="1854272" y="1471380"/>
                </a:lnTo>
                <a:lnTo>
                  <a:pt x="1847925" y="1474247"/>
                </a:lnTo>
                <a:close/>
                <a:moveTo>
                  <a:pt x="1631802" y="1955554"/>
                </a:moveTo>
                <a:lnTo>
                  <a:pt x="1632065" y="1956157"/>
                </a:lnTo>
                <a:lnTo>
                  <a:pt x="1632970" y="1956126"/>
                </a:lnTo>
                <a:lnTo>
                  <a:pt x="1633208" y="1956006"/>
                </a:lnTo>
                <a:lnTo>
                  <a:pt x="1633214" y="1954990"/>
                </a:lnTo>
                <a:close/>
                <a:moveTo>
                  <a:pt x="1760614" y="1667072"/>
                </a:moveTo>
                <a:lnTo>
                  <a:pt x="1760862" y="1667586"/>
                </a:lnTo>
                <a:lnTo>
                  <a:pt x="1761420" y="1666945"/>
                </a:lnTo>
                <a:lnTo>
                  <a:pt x="1761283" y="1666309"/>
                </a:lnTo>
                <a:close/>
                <a:moveTo>
                  <a:pt x="1804189" y="1569494"/>
                </a:moveTo>
                <a:lnTo>
                  <a:pt x="1804724" y="1572463"/>
                </a:lnTo>
                <a:lnTo>
                  <a:pt x="1809369" y="1569425"/>
                </a:lnTo>
                <a:lnTo>
                  <a:pt x="1807778" y="1566728"/>
                </a:lnTo>
                <a:close/>
                <a:moveTo>
                  <a:pt x="1702961" y="1796114"/>
                </a:moveTo>
                <a:lnTo>
                  <a:pt x="1703776" y="1795894"/>
                </a:lnTo>
                <a:lnTo>
                  <a:pt x="1705589" y="1793415"/>
                </a:lnTo>
                <a:lnTo>
                  <a:pt x="1704367" y="1794082"/>
                </a:lnTo>
                <a:close/>
                <a:moveTo>
                  <a:pt x="1597514" y="2032198"/>
                </a:moveTo>
                <a:lnTo>
                  <a:pt x="1598132" y="2033298"/>
                </a:lnTo>
                <a:lnTo>
                  <a:pt x="1600191" y="2031729"/>
                </a:lnTo>
                <a:close/>
                <a:moveTo>
                  <a:pt x="1868091" y="1426189"/>
                </a:moveTo>
                <a:lnTo>
                  <a:pt x="1871272" y="1429697"/>
                </a:lnTo>
                <a:lnTo>
                  <a:pt x="1886613" y="1412968"/>
                </a:lnTo>
                <a:lnTo>
                  <a:pt x="1879501" y="1405727"/>
                </a:lnTo>
                <a:lnTo>
                  <a:pt x="1878812" y="1407194"/>
                </a:lnTo>
                <a:lnTo>
                  <a:pt x="1868245" y="1425916"/>
                </a:lnTo>
                <a:lnTo>
                  <a:pt x="1870719" y="1424275"/>
                </a:lnTo>
                <a:lnTo>
                  <a:pt x="1870667" y="1424434"/>
                </a:lnTo>
                <a:lnTo>
                  <a:pt x="1868134" y="1426113"/>
                </a:lnTo>
                <a:close/>
                <a:moveTo>
                  <a:pt x="1823079" y="1526973"/>
                </a:moveTo>
                <a:lnTo>
                  <a:pt x="1823311" y="1527854"/>
                </a:lnTo>
                <a:lnTo>
                  <a:pt x="1823977" y="1527375"/>
                </a:lnTo>
                <a:lnTo>
                  <a:pt x="1824125" y="1527259"/>
                </a:lnTo>
                <a:lnTo>
                  <a:pt x="1823634" y="1526368"/>
                </a:lnTo>
                <a:close/>
                <a:moveTo>
                  <a:pt x="1720160" y="1757425"/>
                </a:moveTo>
                <a:lnTo>
                  <a:pt x="1720140" y="1758297"/>
                </a:lnTo>
                <a:lnTo>
                  <a:pt x="1720872" y="1758271"/>
                </a:lnTo>
                <a:lnTo>
                  <a:pt x="1721132" y="1758091"/>
                </a:lnTo>
                <a:lnTo>
                  <a:pt x="1721537" y="1757329"/>
                </a:lnTo>
                <a:lnTo>
                  <a:pt x="1721484" y="1757047"/>
                </a:lnTo>
                <a:close/>
                <a:moveTo>
                  <a:pt x="1796663" y="1586023"/>
                </a:moveTo>
                <a:lnTo>
                  <a:pt x="1799116" y="1585138"/>
                </a:lnTo>
                <a:lnTo>
                  <a:pt x="1797947" y="1585257"/>
                </a:lnTo>
                <a:close/>
                <a:moveTo>
                  <a:pt x="1862869" y="1437725"/>
                </a:moveTo>
                <a:lnTo>
                  <a:pt x="1864243" y="1437361"/>
                </a:lnTo>
                <a:lnTo>
                  <a:pt x="1865543" y="1435944"/>
                </a:lnTo>
                <a:close/>
                <a:moveTo>
                  <a:pt x="1557614" y="2121192"/>
                </a:moveTo>
                <a:lnTo>
                  <a:pt x="1558377" y="2121218"/>
                </a:lnTo>
                <a:lnTo>
                  <a:pt x="1559765" y="2120673"/>
                </a:lnTo>
                <a:close/>
                <a:moveTo>
                  <a:pt x="1697347" y="1808227"/>
                </a:moveTo>
                <a:lnTo>
                  <a:pt x="1697315" y="1808817"/>
                </a:lnTo>
                <a:lnTo>
                  <a:pt x="1699617" y="1808770"/>
                </a:lnTo>
                <a:lnTo>
                  <a:pt x="1699385" y="1808325"/>
                </a:lnTo>
                <a:close/>
                <a:moveTo>
                  <a:pt x="1770739" y="1643863"/>
                </a:moveTo>
                <a:lnTo>
                  <a:pt x="1770663" y="1644316"/>
                </a:lnTo>
                <a:lnTo>
                  <a:pt x="1771417" y="1643378"/>
                </a:lnTo>
                <a:lnTo>
                  <a:pt x="1770855" y="1643718"/>
                </a:lnTo>
                <a:close/>
                <a:moveTo>
                  <a:pt x="1705617" y="1789642"/>
                </a:moveTo>
                <a:lnTo>
                  <a:pt x="1705751" y="1790073"/>
                </a:lnTo>
                <a:lnTo>
                  <a:pt x="1706198" y="1789756"/>
                </a:lnTo>
                <a:lnTo>
                  <a:pt x="1706917" y="1788718"/>
                </a:lnTo>
                <a:close/>
                <a:moveTo>
                  <a:pt x="1698786" y="1804932"/>
                </a:moveTo>
                <a:lnTo>
                  <a:pt x="1699744" y="1806763"/>
                </a:lnTo>
                <a:lnTo>
                  <a:pt x="1708718" y="1802827"/>
                </a:lnTo>
                <a:lnTo>
                  <a:pt x="1708382" y="1801251"/>
                </a:lnTo>
                <a:lnTo>
                  <a:pt x="1701348" y="1801866"/>
                </a:lnTo>
                <a:lnTo>
                  <a:pt x="1700878" y="1802071"/>
                </a:lnTo>
                <a:close/>
                <a:moveTo>
                  <a:pt x="1821413" y="1530338"/>
                </a:moveTo>
                <a:lnTo>
                  <a:pt x="1822493" y="1529892"/>
                </a:lnTo>
                <a:lnTo>
                  <a:pt x="1822405" y="1529561"/>
                </a:lnTo>
                <a:close/>
                <a:moveTo>
                  <a:pt x="1735526" y="1722639"/>
                </a:moveTo>
                <a:lnTo>
                  <a:pt x="1735740" y="1723750"/>
                </a:lnTo>
                <a:lnTo>
                  <a:pt x="1736576" y="1723077"/>
                </a:lnTo>
                <a:lnTo>
                  <a:pt x="1737035" y="1722226"/>
                </a:lnTo>
                <a:close/>
                <a:moveTo>
                  <a:pt x="1702181" y="1797240"/>
                </a:moveTo>
                <a:lnTo>
                  <a:pt x="1702833" y="1797182"/>
                </a:lnTo>
                <a:lnTo>
                  <a:pt x="1703590" y="1796147"/>
                </a:lnTo>
                <a:lnTo>
                  <a:pt x="1702777" y="1796378"/>
                </a:lnTo>
                <a:close/>
                <a:moveTo>
                  <a:pt x="1776156" y="1631485"/>
                </a:moveTo>
                <a:lnTo>
                  <a:pt x="1776274" y="1632645"/>
                </a:lnTo>
                <a:lnTo>
                  <a:pt x="1778208" y="1630246"/>
                </a:lnTo>
                <a:close/>
                <a:moveTo>
                  <a:pt x="1737136" y="1718846"/>
                </a:moveTo>
                <a:lnTo>
                  <a:pt x="1738256" y="1719963"/>
                </a:lnTo>
                <a:lnTo>
                  <a:pt x="1739408" y="1717829"/>
                </a:lnTo>
                <a:close/>
                <a:moveTo>
                  <a:pt x="1734232" y="1725289"/>
                </a:moveTo>
                <a:lnTo>
                  <a:pt x="1735292" y="1724942"/>
                </a:lnTo>
                <a:lnTo>
                  <a:pt x="1735200" y="1724509"/>
                </a:lnTo>
                <a:close/>
                <a:moveTo>
                  <a:pt x="1832846" y="1504445"/>
                </a:moveTo>
                <a:lnTo>
                  <a:pt x="1838548" y="1500019"/>
                </a:lnTo>
                <a:lnTo>
                  <a:pt x="1834128" y="1502508"/>
                </a:lnTo>
                <a:lnTo>
                  <a:pt x="1833039" y="1504162"/>
                </a:lnTo>
                <a:close/>
                <a:moveTo>
                  <a:pt x="1602182" y="2020896"/>
                </a:moveTo>
                <a:lnTo>
                  <a:pt x="1602042" y="2022271"/>
                </a:lnTo>
                <a:lnTo>
                  <a:pt x="1605959" y="2022132"/>
                </a:lnTo>
                <a:lnTo>
                  <a:pt x="1605939" y="2020427"/>
                </a:lnTo>
                <a:close/>
                <a:moveTo>
                  <a:pt x="1614918" y="1992328"/>
                </a:moveTo>
                <a:lnTo>
                  <a:pt x="1622294" y="1989172"/>
                </a:lnTo>
                <a:lnTo>
                  <a:pt x="1622163" y="1985797"/>
                </a:lnTo>
                <a:close/>
                <a:moveTo>
                  <a:pt x="1823492" y="1525219"/>
                </a:moveTo>
                <a:lnTo>
                  <a:pt x="1823820" y="1525873"/>
                </a:lnTo>
                <a:lnTo>
                  <a:pt x="1828149" y="1521151"/>
                </a:lnTo>
                <a:lnTo>
                  <a:pt x="1828125" y="1521469"/>
                </a:lnTo>
                <a:lnTo>
                  <a:pt x="1823914" y="1526062"/>
                </a:lnTo>
                <a:lnTo>
                  <a:pt x="1824403" y="1527042"/>
                </a:lnTo>
                <a:lnTo>
                  <a:pt x="1825488" y="1526193"/>
                </a:lnTo>
                <a:lnTo>
                  <a:pt x="1830375" y="1521723"/>
                </a:lnTo>
                <a:lnTo>
                  <a:pt x="1830320" y="1522052"/>
                </a:lnTo>
                <a:lnTo>
                  <a:pt x="1827599" y="1524542"/>
                </a:lnTo>
                <a:lnTo>
                  <a:pt x="1832735" y="1520522"/>
                </a:lnTo>
                <a:lnTo>
                  <a:pt x="1830846" y="1518638"/>
                </a:lnTo>
                <a:lnTo>
                  <a:pt x="1830259" y="1519022"/>
                </a:lnTo>
                <a:lnTo>
                  <a:pt x="1831125" y="1520508"/>
                </a:lnTo>
                <a:lnTo>
                  <a:pt x="1831104" y="1520662"/>
                </a:lnTo>
                <a:lnTo>
                  <a:pt x="1830178" y="1519074"/>
                </a:lnTo>
                <a:lnTo>
                  <a:pt x="1825530" y="1522113"/>
                </a:lnTo>
                <a:close/>
                <a:moveTo>
                  <a:pt x="1737271" y="1718214"/>
                </a:moveTo>
                <a:lnTo>
                  <a:pt x="1739785" y="1717128"/>
                </a:lnTo>
                <a:lnTo>
                  <a:pt x="1740366" y="1716051"/>
                </a:lnTo>
                <a:lnTo>
                  <a:pt x="1739565" y="1716426"/>
                </a:lnTo>
                <a:close/>
                <a:moveTo>
                  <a:pt x="1811145" y="1552755"/>
                </a:moveTo>
                <a:lnTo>
                  <a:pt x="1811458" y="1552636"/>
                </a:lnTo>
                <a:lnTo>
                  <a:pt x="1811423" y="1552567"/>
                </a:lnTo>
                <a:close/>
                <a:moveTo>
                  <a:pt x="1765754" y="1654366"/>
                </a:moveTo>
                <a:lnTo>
                  <a:pt x="1765985" y="1654306"/>
                </a:lnTo>
                <a:lnTo>
                  <a:pt x="1766033" y="1654018"/>
                </a:lnTo>
                <a:close/>
                <a:moveTo>
                  <a:pt x="1589766" y="2048409"/>
                </a:moveTo>
                <a:lnTo>
                  <a:pt x="1590003" y="2055324"/>
                </a:lnTo>
                <a:lnTo>
                  <a:pt x="1591054" y="2054685"/>
                </a:lnTo>
                <a:lnTo>
                  <a:pt x="1590920" y="2048205"/>
                </a:lnTo>
                <a:close/>
                <a:moveTo>
                  <a:pt x="1820636" y="1531416"/>
                </a:moveTo>
                <a:lnTo>
                  <a:pt x="1821992" y="1535501"/>
                </a:lnTo>
                <a:lnTo>
                  <a:pt x="1822217" y="1535652"/>
                </a:lnTo>
                <a:lnTo>
                  <a:pt x="1823612" y="1534137"/>
                </a:lnTo>
                <a:lnTo>
                  <a:pt x="1822703" y="1530691"/>
                </a:lnTo>
                <a:close/>
                <a:moveTo>
                  <a:pt x="1822868" y="1526172"/>
                </a:moveTo>
                <a:lnTo>
                  <a:pt x="1823019" y="1526746"/>
                </a:lnTo>
                <a:lnTo>
                  <a:pt x="1823533" y="1526185"/>
                </a:lnTo>
                <a:lnTo>
                  <a:pt x="1823226" y="1525626"/>
                </a:lnTo>
                <a:close/>
                <a:moveTo>
                  <a:pt x="1628782" y="1960749"/>
                </a:moveTo>
                <a:lnTo>
                  <a:pt x="1628862" y="1960725"/>
                </a:lnTo>
                <a:lnTo>
                  <a:pt x="1628836" y="1960663"/>
                </a:lnTo>
                <a:close/>
                <a:moveTo>
                  <a:pt x="1845547" y="1475322"/>
                </a:moveTo>
                <a:lnTo>
                  <a:pt x="1845706" y="1475646"/>
                </a:lnTo>
                <a:lnTo>
                  <a:pt x="1846367" y="1474951"/>
                </a:lnTo>
                <a:close/>
                <a:moveTo>
                  <a:pt x="1573553" y="2084254"/>
                </a:moveTo>
                <a:lnTo>
                  <a:pt x="1574318" y="2088173"/>
                </a:lnTo>
                <a:lnTo>
                  <a:pt x="1576514" y="2084877"/>
                </a:lnTo>
                <a:close/>
                <a:moveTo>
                  <a:pt x="1734969" y="1722792"/>
                </a:moveTo>
                <a:lnTo>
                  <a:pt x="1735254" y="1724141"/>
                </a:lnTo>
                <a:lnTo>
                  <a:pt x="1735464" y="1723972"/>
                </a:lnTo>
                <a:lnTo>
                  <a:pt x="1735175" y="1722735"/>
                </a:lnTo>
                <a:close/>
                <a:moveTo>
                  <a:pt x="1831295" y="1507078"/>
                </a:moveTo>
                <a:lnTo>
                  <a:pt x="1831962" y="1507675"/>
                </a:lnTo>
                <a:lnTo>
                  <a:pt x="1833514" y="1505350"/>
                </a:lnTo>
                <a:lnTo>
                  <a:pt x="1833526" y="1505507"/>
                </a:lnTo>
                <a:lnTo>
                  <a:pt x="1832036" y="1507741"/>
                </a:lnTo>
                <a:lnTo>
                  <a:pt x="1832223" y="1507909"/>
                </a:lnTo>
                <a:lnTo>
                  <a:pt x="1838089" y="1502477"/>
                </a:lnTo>
                <a:lnTo>
                  <a:pt x="1839021" y="1501056"/>
                </a:lnTo>
                <a:close/>
                <a:moveTo>
                  <a:pt x="1717939" y="1760898"/>
                </a:moveTo>
                <a:lnTo>
                  <a:pt x="1718077" y="1761410"/>
                </a:lnTo>
                <a:lnTo>
                  <a:pt x="1719623" y="1760766"/>
                </a:lnTo>
                <a:lnTo>
                  <a:pt x="1719648" y="1759718"/>
                </a:lnTo>
                <a:close/>
                <a:moveTo>
                  <a:pt x="1697428" y="1806788"/>
                </a:moveTo>
                <a:lnTo>
                  <a:pt x="1697371" y="1807803"/>
                </a:lnTo>
                <a:lnTo>
                  <a:pt x="1698787" y="1807182"/>
                </a:lnTo>
                <a:lnTo>
                  <a:pt x="1698099" y="1805870"/>
                </a:lnTo>
                <a:close/>
                <a:moveTo>
                  <a:pt x="1721386" y="1753134"/>
                </a:moveTo>
                <a:lnTo>
                  <a:pt x="1721622" y="1754393"/>
                </a:lnTo>
                <a:lnTo>
                  <a:pt x="1721781" y="1754347"/>
                </a:lnTo>
                <a:lnTo>
                  <a:pt x="1721600" y="1752796"/>
                </a:lnTo>
                <a:close/>
                <a:moveTo>
                  <a:pt x="1614295" y="1992916"/>
                </a:moveTo>
                <a:lnTo>
                  <a:pt x="1614285" y="1993128"/>
                </a:lnTo>
                <a:lnTo>
                  <a:pt x="1622337" y="1990300"/>
                </a:lnTo>
                <a:lnTo>
                  <a:pt x="1622306" y="1989489"/>
                </a:lnTo>
                <a:close/>
                <a:moveTo>
                  <a:pt x="1812005" y="1549781"/>
                </a:moveTo>
                <a:lnTo>
                  <a:pt x="1812667" y="1551092"/>
                </a:lnTo>
                <a:lnTo>
                  <a:pt x="1813252" y="1551031"/>
                </a:lnTo>
                <a:lnTo>
                  <a:pt x="1813670" y="1550747"/>
                </a:lnTo>
                <a:lnTo>
                  <a:pt x="1813590" y="1550995"/>
                </a:lnTo>
                <a:lnTo>
                  <a:pt x="1816633" y="1550672"/>
                </a:lnTo>
                <a:lnTo>
                  <a:pt x="1819300" y="1549660"/>
                </a:lnTo>
                <a:lnTo>
                  <a:pt x="1818776" y="1545089"/>
                </a:lnTo>
                <a:close/>
                <a:moveTo>
                  <a:pt x="1704163" y="1791198"/>
                </a:moveTo>
                <a:lnTo>
                  <a:pt x="1705062" y="1790560"/>
                </a:lnTo>
                <a:lnTo>
                  <a:pt x="1704929" y="1790131"/>
                </a:lnTo>
                <a:lnTo>
                  <a:pt x="1704607" y="1790359"/>
                </a:lnTo>
                <a:close/>
                <a:moveTo>
                  <a:pt x="1827939" y="1513879"/>
                </a:moveTo>
                <a:lnTo>
                  <a:pt x="1829480" y="1515416"/>
                </a:lnTo>
                <a:lnTo>
                  <a:pt x="1833554" y="1509382"/>
                </a:lnTo>
                <a:lnTo>
                  <a:pt x="1832248" y="1508211"/>
                </a:lnTo>
                <a:lnTo>
                  <a:pt x="1830869" y="1509489"/>
                </a:lnTo>
                <a:close/>
                <a:moveTo>
                  <a:pt x="1720350" y="1754756"/>
                </a:moveTo>
                <a:lnTo>
                  <a:pt x="1721017" y="1754565"/>
                </a:lnTo>
                <a:lnTo>
                  <a:pt x="1720873" y="1753937"/>
                </a:lnTo>
                <a:close/>
                <a:moveTo>
                  <a:pt x="1627274" y="1963169"/>
                </a:moveTo>
                <a:lnTo>
                  <a:pt x="1629336" y="1962956"/>
                </a:lnTo>
                <a:lnTo>
                  <a:pt x="1629226" y="1961559"/>
                </a:lnTo>
                <a:lnTo>
                  <a:pt x="1629184" y="1961463"/>
                </a:lnTo>
                <a:lnTo>
                  <a:pt x="1628100" y="1961844"/>
                </a:lnTo>
                <a:close/>
                <a:moveTo>
                  <a:pt x="1591138" y="2044084"/>
                </a:moveTo>
                <a:lnTo>
                  <a:pt x="1591218" y="2047962"/>
                </a:lnTo>
                <a:lnTo>
                  <a:pt x="1594422" y="2047504"/>
                </a:lnTo>
                <a:lnTo>
                  <a:pt x="1599174" y="2046663"/>
                </a:lnTo>
                <a:lnTo>
                  <a:pt x="1599436" y="2044069"/>
                </a:lnTo>
                <a:close/>
                <a:moveTo>
                  <a:pt x="1653093" y="1905353"/>
                </a:moveTo>
                <a:lnTo>
                  <a:pt x="1653788" y="1906611"/>
                </a:lnTo>
                <a:lnTo>
                  <a:pt x="1654037" y="1906612"/>
                </a:lnTo>
                <a:lnTo>
                  <a:pt x="1654822" y="1905121"/>
                </a:lnTo>
                <a:lnTo>
                  <a:pt x="1655002" y="1904649"/>
                </a:lnTo>
                <a:close/>
                <a:moveTo>
                  <a:pt x="1555778" y="2123183"/>
                </a:moveTo>
                <a:lnTo>
                  <a:pt x="1550313" y="2145480"/>
                </a:lnTo>
                <a:lnTo>
                  <a:pt x="1571042" y="2140678"/>
                </a:lnTo>
                <a:lnTo>
                  <a:pt x="1577649" y="2138867"/>
                </a:lnTo>
                <a:lnTo>
                  <a:pt x="1581890" y="2130094"/>
                </a:lnTo>
                <a:lnTo>
                  <a:pt x="1580842" y="2124302"/>
                </a:lnTo>
                <a:lnTo>
                  <a:pt x="1572808" y="2121896"/>
                </a:lnTo>
                <a:lnTo>
                  <a:pt x="1559707" y="2121453"/>
                </a:lnTo>
                <a:close/>
                <a:moveTo>
                  <a:pt x="1607425" y="2007527"/>
                </a:moveTo>
                <a:lnTo>
                  <a:pt x="1607438" y="2008640"/>
                </a:lnTo>
                <a:lnTo>
                  <a:pt x="1607869" y="2008507"/>
                </a:lnTo>
                <a:lnTo>
                  <a:pt x="1609020" y="2007862"/>
                </a:lnTo>
                <a:close/>
                <a:moveTo>
                  <a:pt x="1699777" y="1800712"/>
                </a:moveTo>
                <a:lnTo>
                  <a:pt x="1700284" y="1800668"/>
                </a:lnTo>
                <a:lnTo>
                  <a:pt x="1701922" y="1798429"/>
                </a:lnTo>
                <a:lnTo>
                  <a:pt x="1701321" y="1798482"/>
                </a:lnTo>
                <a:close/>
                <a:moveTo>
                  <a:pt x="1758236" y="1669784"/>
                </a:moveTo>
                <a:lnTo>
                  <a:pt x="1758513" y="1670288"/>
                </a:lnTo>
                <a:lnTo>
                  <a:pt x="1758701" y="1670070"/>
                </a:lnTo>
                <a:lnTo>
                  <a:pt x="1758446" y="1669544"/>
                </a:lnTo>
                <a:close/>
                <a:moveTo>
                  <a:pt x="1821165" y="1528768"/>
                </a:moveTo>
                <a:lnTo>
                  <a:pt x="1821965" y="1527895"/>
                </a:lnTo>
                <a:lnTo>
                  <a:pt x="1821900" y="1527648"/>
                </a:lnTo>
                <a:close/>
                <a:moveTo>
                  <a:pt x="1784966" y="1609756"/>
                </a:moveTo>
                <a:lnTo>
                  <a:pt x="1785327" y="1610463"/>
                </a:lnTo>
                <a:lnTo>
                  <a:pt x="1787199" y="1609440"/>
                </a:lnTo>
                <a:lnTo>
                  <a:pt x="1786832" y="1608434"/>
                </a:lnTo>
                <a:close/>
                <a:moveTo>
                  <a:pt x="1754311" y="1678307"/>
                </a:moveTo>
                <a:lnTo>
                  <a:pt x="1755451" y="1679758"/>
                </a:lnTo>
                <a:lnTo>
                  <a:pt x="1756586" y="1679627"/>
                </a:lnTo>
                <a:lnTo>
                  <a:pt x="1755882" y="1677953"/>
                </a:lnTo>
                <a:close/>
                <a:moveTo>
                  <a:pt x="1751397" y="1684704"/>
                </a:moveTo>
                <a:lnTo>
                  <a:pt x="1751523" y="1685512"/>
                </a:lnTo>
                <a:lnTo>
                  <a:pt x="1751682" y="1685456"/>
                </a:lnTo>
                <a:lnTo>
                  <a:pt x="1752564" y="1684570"/>
                </a:lnTo>
                <a:close/>
                <a:moveTo>
                  <a:pt x="1622198" y="1973893"/>
                </a:moveTo>
                <a:lnTo>
                  <a:pt x="1622223" y="1974552"/>
                </a:lnTo>
                <a:lnTo>
                  <a:pt x="1623458" y="1974360"/>
                </a:lnTo>
                <a:close/>
                <a:moveTo>
                  <a:pt x="1626047" y="1965135"/>
                </a:moveTo>
                <a:lnTo>
                  <a:pt x="1628127" y="1964796"/>
                </a:lnTo>
                <a:lnTo>
                  <a:pt x="1629462" y="1964560"/>
                </a:lnTo>
                <a:lnTo>
                  <a:pt x="1629347" y="1963106"/>
                </a:lnTo>
                <a:lnTo>
                  <a:pt x="1627173" y="1963331"/>
                </a:lnTo>
                <a:close/>
                <a:moveTo>
                  <a:pt x="1701320" y="1796555"/>
                </a:moveTo>
                <a:lnTo>
                  <a:pt x="1701531" y="1796499"/>
                </a:lnTo>
                <a:lnTo>
                  <a:pt x="1702498" y="1795101"/>
                </a:lnTo>
                <a:lnTo>
                  <a:pt x="1701925" y="1795414"/>
                </a:lnTo>
                <a:close/>
                <a:moveTo>
                  <a:pt x="1556179" y="2121540"/>
                </a:moveTo>
                <a:lnTo>
                  <a:pt x="1556146" y="2121685"/>
                </a:lnTo>
                <a:lnTo>
                  <a:pt x="1556034" y="2122139"/>
                </a:lnTo>
                <a:lnTo>
                  <a:pt x="1557933" y="2121392"/>
                </a:lnTo>
                <a:lnTo>
                  <a:pt x="1556926" y="2121359"/>
                </a:lnTo>
                <a:close/>
                <a:moveTo>
                  <a:pt x="1820367" y="1529971"/>
                </a:moveTo>
                <a:lnTo>
                  <a:pt x="1822170" y="1528674"/>
                </a:lnTo>
                <a:lnTo>
                  <a:pt x="1822025" y="1528122"/>
                </a:lnTo>
                <a:lnTo>
                  <a:pt x="1820470" y="1529818"/>
                </a:lnTo>
                <a:close/>
                <a:moveTo>
                  <a:pt x="1861386" y="1438068"/>
                </a:moveTo>
                <a:lnTo>
                  <a:pt x="1867063" y="1434286"/>
                </a:lnTo>
                <a:lnTo>
                  <a:pt x="1871120" y="1429862"/>
                </a:lnTo>
                <a:lnTo>
                  <a:pt x="1867975" y="1426394"/>
                </a:lnTo>
                <a:close/>
                <a:moveTo>
                  <a:pt x="1625869" y="1965421"/>
                </a:moveTo>
                <a:lnTo>
                  <a:pt x="1626539" y="1968989"/>
                </a:lnTo>
                <a:lnTo>
                  <a:pt x="1629709" y="1967696"/>
                </a:lnTo>
                <a:lnTo>
                  <a:pt x="1629476" y="1964747"/>
                </a:lnTo>
                <a:lnTo>
                  <a:pt x="1625894" y="1965380"/>
                </a:lnTo>
                <a:close/>
                <a:moveTo>
                  <a:pt x="1700895" y="1797355"/>
                </a:moveTo>
                <a:lnTo>
                  <a:pt x="1700941" y="1797351"/>
                </a:lnTo>
                <a:lnTo>
                  <a:pt x="1701329" y="1796789"/>
                </a:lnTo>
                <a:lnTo>
                  <a:pt x="1701170" y="1796834"/>
                </a:lnTo>
                <a:close/>
                <a:moveTo>
                  <a:pt x="1757480" y="1670646"/>
                </a:moveTo>
                <a:lnTo>
                  <a:pt x="1758150" y="1670495"/>
                </a:lnTo>
                <a:lnTo>
                  <a:pt x="1757943" y="1670118"/>
                </a:lnTo>
                <a:close/>
                <a:moveTo>
                  <a:pt x="1836544" y="1493564"/>
                </a:moveTo>
                <a:lnTo>
                  <a:pt x="1838054" y="1495593"/>
                </a:lnTo>
                <a:lnTo>
                  <a:pt x="1840903" y="1491391"/>
                </a:lnTo>
                <a:close/>
                <a:moveTo>
                  <a:pt x="1622181" y="1973448"/>
                </a:moveTo>
                <a:lnTo>
                  <a:pt x="1622183" y="1973491"/>
                </a:lnTo>
                <a:lnTo>
                  <a:pt x="1624154" y="1974252"/>
                </a:lnTo>
                <a:lnTo>
                  <a:pt x="1626971" y="1973816"/>
                </a:lnTo>
                <a:lnTo>
                  <a:pt x="1626945" y="1973675"/>
                </a:lnTo>
                <a:close/>
                <a:moveTo>
                  <a:pt x="1573292" y="2082914"/>
                </a:moveTo>
                <a:lnTo>
                  <a:pt x="1573495" y="2083958"/>
                </a:lnTo>
                <a:lnTo>
                  <a:pt x="1576654" y="2084668"/>
                </a:lnTo>
                <a:lnTo>
                  <a:pt x="1576926" y="2084260"/>
                </a:lnTo>
                <a:close/>
                <a:moveTo>
                  <a:pt x="1736262" y="1717974"/>
                </a:moveTo>
                <a:lnTo>
                  <a:pt x="1736270" y="1717981"/>
                </a:lnTo>
                <a:lnTo>
                  <a:pt x="1736304" y="1717954"/>
                </a:lnTo>
                <a:close/>
                <a:moveTo>
                  <a:pt x="1642857" y="1927005"/>
                </a:moveTo>
                <a:lnTo>
                  <a:pt x="1642886" y="1927802"/>
                </a:lnTo>
                <a:lnTo>
                  <a:pt x="1643420" y="1926788"/>
                </a:lnTo>
                <a:close/>
                <a:moveTo>
                  <a:pt x="1711474" y="1773280"/>
                </a:moveTo>
                <a:lnTo>
                  <a:pt x="1711509" y="1776221"/>
                </a:lnTo>
                <a:lnTo>
                  <a:pt x="1713959" y="1771606"/>
                </a:lnTo>
                <a:close/>
                <a:moveTo>
                  <a:pt x="1704402" y="1789087"/>
                </a:moveTo>
                <a:lnTo>
                  <a:pt x="1704566" y="1788970"/>
                </a:lnTo>
                <a:lnTo>
                  <a:pt x="1704564" y="1788965"/>
                </a:lnTo>
                <a:lnTo>
                  <a:pt x="1704478" y="1788999"/>
                </a:lnTo>
                <a:close/>
                <a:moveTo>
                  <a:pt x="1822824" y="1523882"/>
                </a:moveTo>
                <a:lnTo>
                  <a:pt x="1823224" y="1524682"/>
                </a:lnTo>
                <a:lnTo>
                  <a:pt x="1824506" y="1522783"/>
                </a:lnTo>
                <a:close/>
                <a:moveTo>
                  <a:pt x="1556500" y="2120149"/>
                </a:moveTo>
                <a:lnTo>
                  <a:pt x="1556305" y="2120993"/>
                </a:lnTo>
                <a:lnTo>
                  <a:pt x="1559991" y="2120102"/>
                </a:lnTo>
                <a:close/>
                <a:moveTo>
                  <a:pt x="1718043" y="1758372"/>
                </a:moveTo>
                <a:lnTo>
                  <a:pt x="1719681" y="1758314"/>
                </a:lnTo>
                <a:lnTo>
                  <a:pt x="1719699" y="1757556"/>
                </a:lnTo>
                <a:lnTo>
                  <a:pt x="1718816" y="1757808"/>
                </a:lnTo>
                <a:lnTo>
                  <a:pt x="1718228" y="1758082"/>
                </a:lnTo>
                <a:close/>
                <a:moveTo>
                  <a:pt x="1697955" y="1803345"/>
                </a:moveTo>
                <a:lnTo>
                  <a:pt x="1698070" y="1803565"/>
                </a:lnTo>
                <a:lnTo>
                  <a:pt x="1698438" y="1803133"/>
                </a:lnTo>
                <a:lnTo>
                  <a:pt x="1697958" y="1803341"/>
                </a:lnTo>
                <a:close/>
                <a:moveTo>
                  <a:pt x="1805680" y="1562065"/>
                </a:moveTo>
                <a:lnTo>
                  <a:pt x="1805761" y="1562201"/>
                </a:lnTo>
                <a:lnTo>
                  <a:pt x="1805993" y="1562608"/>
                </a:lnTo>
                <a:lnTo>
                  <a:pt x="1811977" y="1558102"/>
                </a:lnTo>
                <a:lnTo>
                  <a:pt x="1811089" y="1558332"/>
                </a:lnTo>
                <a:close/>
                <a:moveTo>
                  <a:pt x="1602612" y="2016652"/>
                </a:moveTo>
                <a:lnTo>
                  <a:pt x="1602352" y="2019222"/>
                </a:lnTo>
                <a:lnTo>
                  <a:pt x="1605919" y="2018777"/>
                </a:lnTo>
                <a:lnTo>
                  <a:pt x="1605889" y="2016263"/>
                </a:lnTo>
                <a:close/>
                <a:moveTo>
                  <a:pt x="1717675" y="1758948"/>
                </a:moveTo>
                <a:lnTo>
                  <a:pt x="1719606" y="1759145"/>
                </a:lnTo>
                <a:lnTo>
                  <a:pt x="1719662" y="1759106"/>
                </a:lnTo>
                <a:lnTo>
                  <a:pt x="1719676" y="1758498"/>
                </a:lnTo>
                <a:lnTo>
                  <a:pt x="1717922" y="1758560"/>
                </a:lnTo>
                <a:close/>
                <a:moveTo>
                  <a:pt x="1717496" y="1759252"/>
                </a:moveTo>
                <a:lnTo>
                  <a:pt x="1717802" y="1760390"/>
                </a:lnTo>
                <a:lnTo>
                  <a:pt x="1719274" y="1759374"/>
                </a:lnTo>
                <a:close/>
                <a:moveTo>
                  <a:pt x="1614427" y="1990007"/>
                </a:moveTo>
                <a:lnTo>
                  <a:pt x="1614373" y="1991203"/>
                </a:lnTo>
                <a:lnTo>
                  <a:pt x="1620552" y="1986064"/>
                </a:lnTo>
                <a:close/>
                <a:moveTo>
                  <a:pt x="1735014" y="1719974"/>
                </a:moveTo>
                <a:lnTo>
                  <a:pt x="1735455" y="1722272"/>
                </a:lnTo>
                <a:lnTo>
                  <a:pt x="1737280" y="1721772"/>
                </a:lnTo>
                <a:lnTo>
                  <a:pt x="1737447" y="1721461"/>
                </a:lnTo>
                <a:lnTo>
                  <a:pt x="1735386" y="1719684"/>
                </a:lnTo>
                <a:close/>
                <a:moveTo>
                  <a:pt x="1766777" y="1648777"/>
                </a:moveTo>
                <a:lnTo>
                  <a:pt x="1766912" y="1648747"/>
                </a:lnTo>
                <a:lnTo>
                  <a:pt x="1766942" y="1648573"/>
                </a:lnTo>
                <a:close/>
                <a:moveTo>
                  <a:pt x="1780480" y="1618059"/>
                </a:moveTo>
                <a:lnTo>
                  <a:pt x="1783852" y="1616792"/>
                </a:lnTo>
                <a:lnTo>
                  <a:pt x="1785327" y="1616145"/>
                </a:lnTo>
                <a:lnTo>
                  <a:pt x="1783821" y="1616231"/>
                </a:lnTo>
                <a:close/>
                <a:moveTo>
                  <a:pt x="1791525" y="1593312"/>
                </a:moveTo>
                <a:lnTo>
                  <a:pt x="1792553" y="1594308"/>
                </a:lnTo>
                <a:lnTo>
                  <a:pt x="1798694" y="1593099"/>
                </a:lnTo>
                <a:lnTo>
                  <a:pt x="1806938" y="1589662"/>
                </a:lnTo>
                <a:lnTo>
                  <a:pt x="1809458" y="1588008"/>
                </a:lnTo>
                <a:lnTo>
                  <a:pt x="1808060" y="1585649"/>
                </a:lnTo>
                <a:lnTo>
                  <a:pt x="1807173" y="1586064"/>
                </a:lnTo>
                <a:lnTo>
                  <a:pt x="1807580" y="1588322"/>
                </a:lnTo>
                <a:lnTo>
                  <a:pt x="1807456" y="1588556"/>
                </a:lnTo>
                <a:lnTo>
                  <a:pt x="1807020" y="1586136"/>
                </a:lnTo>
                <a:lnTo>
                  <a:pt x="1793966" y="1592236"/>
                </a:lnTo>
                <a:close/>
                <a:moveTo>
                  <a:pt x="1622146" y="1972563"/>
                </a:moveTo>
                <a:lnTo>
                  <a:pt x="1622159" y="1972884"/>
                </a:lnTo>
                <a:lnTo>
                  <a:pt x="1626838" y="1973107"/>
                </a:lnTo>
                <a:lnTo>
                  <a:pt x="1626584" y="1971753"/>
                </a:lnTo>
                <a:close/>
                <a:moveTo>
                  <a:pt x="1561821" y="2107602"/>
                </a:moveTo>
                <a:lnTo>
                  <a:pt x="1577117" y="2104600"/>
                </a:lnTo>
                <a:lnTo>
                  <a:pt x="1574284" y="2090098"/>
                </a:lnTo>
                <a:lnTo>
                  <a:pt x="1571574" y="2094164"/>
                </a:lnTo>
                <a:close/>
                <a:moveTo>
                  <a:pt x="1822347" y="1524194"/>
                </a:moveTo>
                <a:lnTo>
                  <a:pt x="1822685" y="1525480"/>
                </a:lnTo>
                <a:lnTo>
                  <a:pt x="1822939" y="1525104"/>
                </a:lnTo>
                <a:lnTo>
                  <a:pt x="1822413" y="1524150"/>
                </a:lnTo>
                <a:close/>
                <a:moveTo>
                  <a:pt x="1735931" y="1717643"/>
                </a:moveTo>
                <a:lnTo>
                  <a:pt x="1736090" y="1717802"/>
                </a:lnTo>
                <a:lnTo>
                  <a:pt x="1737124" y="1717317"/>
                </a:lnTo>
                <a:lnTo>
                  <a:pt x="1737737" y="1716841"/>
                </a:lnTo>
                <a:close/>
                <a:moveTo>
                  <a:pt x="1827741" y="1511977"/>
                </a:moveTo>
                <a:lnTo>
                  <a:pt x="1831131" y="1508920"/>
                </a:lnTo>
                <a:lnTo>
                  <a:pt x="1831845" y="1507851"/>
                </a:lnTo>
                <a:lnTo>
                  <a:pt x="1831118" y="1507217"/>
                </a:lnTo>
                <a:lnTo>
                  <a:pt x="1830799" y="1507464"/>
                </a:lnTo>
                <a:close/>
                <a:moveTo>
                  <a:pt x="1739554" y="1709408"/>
                </a:moveTo>
                <a:lnTo>
                  <a:pt x="1740782" y="1709109"/>
                </a:lnTo>
                <a:lnTo>
                  <a:pt x="1740417" y="1708229"/>
                </a:lnTo>
                <a:close/>
                <a:moveTo>
                  <a:pt x="1818321" y="1533028"/>
                </a:moveTo>
                <a:lnTo>
                  <a:pt x="1819432" y="1533776"/>
                </a:lnTo>
                <a:lnTo>
                  <a:pt x="1818982" y="1532423"/>
                </a:lnTo>
                <a:close/>
                <a:moveTo>
                  <a:pt x="1617709" y="1982235"/>
                </a:moveTo>
                <a:lnTo>
                  <a:pt x="1617696" y="1984512"/>
                </a:lnTo>
                <a:lnTo>
                  <a:pt x="1622057" y="1983056"/>
                </a:lnTo>
                <a:lnTo>
                  <a:pt x="1622004" y="1981674"/>
                </a:lnTo>
                <a:close/>
                <a:moveTo>
                  <a:pt x="1640323" y="1931576"/>
                </a:moveTo>
                <a:lnTo>
                  <a:pt x="1640279" y="1932757"/>
                </a:lnTo>
                <a:lnTo>
                  <a:pt x="1641127" y="1931145"/>
                </a:lnTo>
                <a:close/>
                <a:moveTo>
                  <a:pt x="1641307" y="1929352"/>
                </a:moveTo>
                <a:lnTo>
                  <a:pt x="1642143" y="1929214"/>
                </a:lnTo>
                <a:lnTo>
                  <a:pt x="1642357" y="1928807"/>
                </a:lnTo>
                <a:close/>
                <a:moveTo>
                  <a:pt x="1623456" y="1969291"/>
                </a:moveTo>
                <a:lnTo>
                  <a:pt x="1626098" y="1969167"/>
                </a:lnTo>
                <a:lnTo>
                  <a:pt x="1625504" y="1966006"/>
                </a:lnTo>
                <a:close/>
                <a:moveTo>
                  <a:pt x="1857975" y="1444113"/>
                </a:moveTo>
                <a:lnTo>
                  <a:pt x="1858292" y="1443851"/>
                </a:lnTo>
                <a:lnTo>
                  <a:pt x="1863935" y="1437698"/>
                </a:lnTo>
                <a:lnTo>
                  <a:pt x="1862168" y="1438193"/>
                </a:lnTo>
                <a:lnTo>
                  <a:pt x="1860803" y="1439102"/>
                </a:lnTo>
                <a:lnTo>
                  <a:pt x="1859524" y="1441368"/>
                </a:lnTo>
                <a:lnTo>
                  <a:pt x="1860282" y="1441163"/>
                </a:lnTo>
                <a:lnTo>
                  <a:pt x="1859992" y="1441554"/>
                </a:lnTo>
                <a:lnTo>
                  <a:pt x="1859316" y="1441736"/>
                </a:lnTo>
                <a:close/>
                <a:moveTo>
                  <a:pt x="1844752" y="1473686"/>
                </a:moveTo>
                <a:lnTo>
                  <a:pt x="1844921" y="1474033"/>
                </a:lnTo>
                <a:lnTo>
                  <a:pt x="1848858" y="1472333"/>
                </a:lnTo>
                <a:lnTo>
                  <a:pt x="1856172" y="1464644"/>
                </a:lnTo>
                <a:lnTo>
                  <a:pt x="1849323" y="1472131"/>
                </a:lnTo>
                <a:lnTo>
                  <a:pt x="1849900" y="1471882"/>
                </a:lnTo>
                <a:lnTo>
                  <a:pt x="1860497" y="1461926"/>
                </a:lnTo>
                <a:lnTo>
                  <a:pt x="1861132" y="1460961"/>
                </a:lnTo>
                <a:lnTo>
                  <a:pt x="1858126" y="1462895"/>
                </a:lnTo>
                <a:lnTo>
                  <a:pt x="1856886" y="1463894"/>
                </a:lnTo>
                <a:lnTo>
                  <a:pt x="1856172" y="1464644"/>
                </a:lnTo>
                <a:lnTo>
                  <a:pt x="1856781" y="1463979"/>
                </a:lnTo>
                <a:close/>
                <a:moveTo>
                  <a:pt x="1800775" y="1572126"/>
                </a:moveTo>
                <a:lnTo>
                  <a:pt x="1802021" y="1574231"/>
                </a:lnTo>
                <a:lnTo>
                  <a:pt x="1804575" y="1572561"/>
                </a:lnTo>
                <a:lnTo>
                  <a:pt x="1804224" y="1570617"/>
                </a:lnTo>
                <a:lnTo>
                  <a:pt x="1804030" y="1569616"/>
                </a:lnTo>
                <a:close/>
                <a:moveTo>
                  <a:pt x="1817985" y="1533500"/>
                </a:moveTo>
                <a:lnTo>
                  <a:pt x="1818673" y="1539502"/>
                </a:lnTo>
                <a:lnTo>
                  <a:pt x="1820628" y="1537379"/>
                </a:lnTo>
                <a:lnTo>
                  <a:pt x="1819613" y="1534322"/>
                </a:lnTo>
                <a:lnTo>
                  <a:pt x="1818097" y="1533334"/>
                </a:lnTo>
                <a:close/>
                <a:moveTo>
                  <a:pt x="1734463" y="1720403"/>
                </a:moveTo>
                <a:lnTo>
                  <a:pt x="1734891" y="1722427"/>
                </a:lnTo>
                <a:lnTo>
                  <a:pt x="1735089" y="1722372"/>
                </a:lnTo>
                <a:lnTo>
                  <a:pt x="1734604" y="1720294"/>
                </a:lnTo>
                <a:close/>
                <a:moveTo>
                  <a:pt x="1591084" y="2041448"/>
                </a:moveTo>
                <a:lnTo>
                  <a:pt x="1591131" y="2043797"/>
                </a:lnTo>
                <a:lnTo>
                  <a:pt x="1599454" y="2043892"/>
                </a:lnTo>
                <a:lnTo>
                  <a:pt x="1599824" y="2040254"/>
                </a:lnTo>
                <a:lnTo>
                  <a:pt x="1596421" y="2039232"/>
                </a:lnTo>
                <a:lnTo>
                  <a:pt x="1594142" y="2039119"/>
                </a:lnTo>
                <a:close/>
                <a:moveTo>
                  <a:pt x="1712655" y="1769217"/>
                </a:moveTo>
                <a:lnTo>
                  <a:pt x="1713696" y="1768946"/>
                </a:lnTo>
                <a:lnTo>
                  <a:pt x="1713659" y="1768808"/>
                </a:lnTo>
                <a:close/>
                <a:moveTo>
                  <a:pt x="1827068" y="1513009"/>
                </a:moveTo>
                <a:lnTo>
                  <a:pt x="1827869" y="1513808"/>
                </a:lnTo>
                <a:lnTo>
                  <a:pt x="1830562" y="1509773"/>
                </a:lnTo>
                <a:close/>
                <a:moveTo>
                  <a:pt x="1588906" y="2046265"/>
                </a:moveTo>
                <a:lnTo>
                  <a:pt x="1588026" y="2048418"/>
                </a:lnTo>
                <a:lnTo>
                  <a:pt x="1589057" y="2048271"/>
                </a:lnTo>
                <a:close/>
                <a:moveTo>
                  <a:pt x="1731101" y="1727808"/>
                </a:moveTo>
                <a:lnTo>
                  <a:pt x="1732639" y="1730373"/>
                </a:lnTo>
                <a:lnTo>
                  <a:pt x="1735172" y="1725678"/>
                </a:lnTo>
                <a:lnTo>
                  <a:pt x="1732774" y="1726462"/>
                </a:lnTo>
                <a:close/>
                <a:moveTo>
                  <a:pt x="1557176" y="2117215"/>
                </a:moveTo>
                <a:lnTo>
                  <a:pt x="1556624" y="2119608"/>
                </a:lnTo>
                <a:lnTo>
                  <a:pt x="1562349" y="2119531"/>
                </a:lnTo>
                <a:lnTo>
                  <a:pt x="1563168" y="2119334"/>
                </a:lnTo>
                <a:lnTo>
                  <a:pt x="1563635" y="2119150"/>
                </a:lnTo>
                <a:close/>
                <a:moveTo>
                  <a:pt x="1622656" y="1970575"/>
                </a:moveTo>
                <a:lnTo>
                  <a:pt x="1624708" y="1969737"/>
                </a:lnTo>
                <a:lnTo>
                  <a:pt x="1623030" y="1969973"/>
                </a:lnTo>
                <a:close/>
                <a:moveTo>
                  <a:pt x="1589805" y="2044071"/>
                </a:moveTo>
                <a:lnTo>
                  <a:pt x="1589631" y="2044496"/>
                </a:lnTo>
                <a:lnTo>
                  <a:pt x="1589758" y="2048171"/>
                </a:lnTo>
                <a:lnTo>
                  <a:pt x="1590916" y="2048005"/>
                </a:lnTo>
                <a:lnTo>
                  <a:pt x="1590835" y="2044082"/>
                </a:lnTo>
                <a:close/>
                <a:moveTo>
                  <a:pt x="1711454" y="1771656"/>
                </a:moveTo>
                <a:lnTo>
                  <a:pt x="1711471" y="1773022"/>
                </a:lnTo>
                <a:lnTo>
                  <a:pt x="1712131" y="1772590"/>
                </a:lnTo>
                <a:lnTo>
                  <a:pt x="1714163" y="1771222"/>
                </a:lnTo>
                <a:lnTo>
                  <a:pt x="1714260" y="1771039"/>
                </a:lnTo>
                <a:lnTo>
                  <a:pt x="1714134" y="1770571"/>
                </a:lnTo>
                <a:close/>
                <a:moveTo>
                  <a:pt x="1788960" y="1598010"/>
                </a:moveTo>
                <a:lnTo>
                  <a:pt x="1791907" y="1599528"/>
                </a:lnTo>
                <a:lnTo>
                  <a:pt x="1795242" y="1597339"/>
                </a:lnTo>
                <a:lnTo>
                  <a:pt x="1794756" y="1596869"/>
                </a:lnTo>
                <a:close/>
                <a:moveTo>
                  <a:pt x="1823668" y="1520278"/>
                </a:moveTo>
                <a:lnTo>
                  <a:pt x="1827283" y="1518670"/>
                </a:lnTo>
                <a:lnTo>
                  <a:pt x="1828711" y="1516555"/>
                </a:lnTo>
                <a:lnTo>
                  <a:pt x="1828646" y="1516443"/>
                </a:lnTo>
                <a:lnTo>
                  <a:pt x="1827194" y="1514995"/>
                </a:lnTo>
                <a:close/>
                <a:moveTo>
                  <a:pt x="1938501" y="1263141"/>
                </a:moveTo>
                <a:lnTo>
                  <a:pt x="1943936" y="1259298"/>
                </a:lnTo>
                <a:lnTo>
                  <a:pt x="1950842" y="1251177"/>
                </a:lnTo>
                <a:close/>
                <a:moveTo>
                  <a:pt x="1738621" y="1710681"/>
                </a:moveTo>
                <a:lnTo>
                  <a:pt x="1740986" y="1714319"/>
                </a:lnTo>
                <a:lnTo>
                  <a:pt x="1741528" y="1713899"/>
                </a:lnTo>
                <a:lnTo>
                  <a:pt x="1742230" y="1712598"/>
                </a:lnTo>
                <a:lnTo>
                  <a:pt x="1740990" y="1709609"/>
                </a:lnTo>
                <a:lnTo>
                  <a:pt x="1739064" y="1710077"/>
                </a:lnTo>
                <a:close/>
                <a:moveTo>
                  <a:pt x="1590785" y="2041675"/>
                </a:moveTo>
                <a:lnTo>
                  <a:pt x="1589923" y="2043783"/>
                </a:lnTo>
                <a:lnTo>
                  <a:pt x="1590830" y="2043793"/>
                </a:lnTo>
                <a:lnTo>
                  <a:pt x="1590786" y="2041674"/>
                </a:lnTo>
                <a:close/>
                <a:moveTo>
                  <a:pt x="1672445" y="1858749"/>
                </a:moveTo>
                <a:lnTo>
                  <a:pt x="1672427" y="1858966"/>
                </a:lnTo>
                <a:lnTo>
                  <a:pt x="1672528" y="1858701"/>
                </a:lnTo>
                <a:close/>
                <a:moveTo>
                  <a:pt x="1622104" y="1971459"/>
                </a:moveTo>
                <a:lnTo>
                  <a:pt x="1622121" y="1971891"/>
                </a:lnTo>
                <a:lnTo>
                  <a:pt x="1626461" y="1971099"/>
                </a:lnTo>
                <a:lnTo>
                  <a:pt x="1626167" y="1969531"/>
                </a:lnTo>
                <a:lnTo>
                  <a:pt x="1625433" y="1969634"/>
                </a:lnTo>
                <a:lnTo>
                  <a:pt x="1622493" y="1970834"/>
                </a:lnTo>
                <a:close/>
                <a:moveTo>
                  <a:pt x="1700043" y="1796899"/>
                </a:moveTo>
                <a:lnTo>
                  <a:pt x="1700615" y="1796745"/>
                </a:lnTo>
                <a:lnTo>
                  <a:pt x="1700921" y="1796169"/>
                </a:lnTo>
                <a:close/>
                <a:moveTo>
                  <a:pt x="1596433" y="2028894"/>
                </a:moveTo>
                <a:lnTo>
                  <a:pt x="1600997" y="2028694"/>
                </a:lnTo>
                <a:lnTo>
                  <a:pt x="1601050" y="2028175"/>
                </a:lnTo>
                <a:close/>
                <a:moveTo>
                  <a:pt x="1617715" y="1981232"/>
                </a:moveTo>
                <a:lnTo>
                  <a:pt x="1617711" y="1981900"/>
                </a:lnTo>
                <a:lnTo>
                  <a:pt x="1621407" y="1981419"/>
                </a:lnTo>
                <a:close/>
                <a:moveTo>
                  <a:pt x="1809652" y="1551411"/>
                </a:moveTo>
                <a:lnTo>
                  <a:pt x="1810779" y="1551292"/>
                </a:lnTo>
                <a:lnTo>
                  <a:pt x="1810531" y="1550801"/>
                </a:lnTo>
                <a:close/>
                <a:moveTo>
                  <a:pt x="1589616" y="2044068"/>
                </a:moveTo>
                <a:lnTo>
                  <a:pt x="1589620" y="2044157"/>
                </a:lnTo>
                <a:lnTo>
                  <a:pt x="1589655" y="2044069"/>
                </a:lnTo>
                <a:close/>
                <a:moveTo>
                  <a:pt x="1811122" y="1548031"/>
                </a:moveTo>
                <a:lnTo>
                  <a:pt x="1811732" y="1549242"/>
                </a:lnTo>
                <a:lnTo>
                  <a:pt x="1818698" y="1544414"/>
                </a:lnTo>
                <a:lnTo>
                  <a:pt x="1818228" y="1540310"/>
                </a:lnTo>
                <a:close/>
                <a:moveTo>
                  <a:pt x="1592583" y="2037279"/>
                </a:moveTo>
                <a:lnTo>
                  <a:pt x="1592505" y="2037468"/>
                </a:lnTo>
                <a:lnTo>
                  <a:pt x="1592610" y="2037502"/>
                </a:lnTo>
                <a:lnTo>
                  <a:pt x="1592951" y="2037242"/>
                </a:lnTo>
                <a:close/>
                <a:moveTo>
                  <a:pt x="1557501" y="2115807"/>
                </a:moveTo>
                <a:lnTo>
                  <a:pt x="1557329" y="2116552"/>
                </a:lnTo>
                <a:lnTo>
                  <a:pt x="1564659" y="2118747"/>
                </a:lnTo>
                <a:lnTo>
                  <a:pt x="1566702" y="2117943"/>
                </a:lnTo>
                <a:lnTo>
                  <a:pt x="1568074" y="2117339"/>
                </a:lnTo>
                <a:close/>
                <a:moveTo>
                  <a:pt x="1654958" y="1897572"/>
                </a:moveTo>
                <a:lnTo>
                  <a:pt x="1656221" y="1900953"/>
                </a:lnTo>
                <a:lnTo>
                  <a:pt x="1656442" y="1900871"/>
                </a:lnTo>
                <a:lnTo>
                  <a:pt x="1658113" y="1896492"/>
                </a:lnTo>
                <a:close/>
                <a:moveTo>
                  <a:pt x="1739620" y="1707988"/>
                </a:moveTo>
                <a:lnTo>
                  <a:pt x="1739981" y="1707978"/>
                </a:lnTo>
                <a:lnTo>
                  <a:pt x="1740032" y="1707908"/>
                </a:lnTo>
                <a:close/>
                <a:moveTo>
                  <a:pt x="1760550" y="1661070"/>
                </a:moveTo>
                <a:lnTo>
                  <a:pt x="1761105" y="1663660"/>
                </a:lnTo>
                <a:lnTo>
                  <a:pt x="1764163" y="1660174"/>
                </a:lnTo>
                <a:close/>
                <a:moveTo>
                  <a:pt x="1560032" y="2110067"/>
                </a:moveTo>
                <a:lnTo>
                  <a:pt x="1566137" y="2110567"/>
                </a:lnTo>
                <a:lnTo>
                  <a:pt x="1577926" y="2108742"/>
                </a:lnTo>
                <a:lnTo>
                  <a:pt x="1577159" y="2104819"/>
                </a:lnTo>
                <a:lnTo>
                  <a:pt x="1561629" y="2107867"/>
                </a:lnTo>
                <a:close/>
                <a:moveTo>
                  <a:pt x="1760683" y="1660679"/>
                </a:moveTo>
                <a:lnTo>
                  <a:pt x="1764503" y="1659785"/>
                </a:lnTo>
                <a:lnTo>
                  <a:pt x="1765204" y="1658985"/>
                </a:lnTo>
                <a:lnTo>
                  <a:pt x="1765881" y="1654934"/>
                </a:lnTo>
                <a:lnTo>
                  <a:pt x="1765146" y="1655122"/>
                </a:lnTo>
                <a:close/>
                <a:moveTo>
                  <a:pt x="1621242" y="1972840"/>
                </a:moveTo>
                <a:lnTo>
                  <a:pt x="1621663" y="1972860"/>
                </a:lnTo>
                <a:lnTo>
                  <a:pt x="1621655" y="1972652"/>
                </a:lnTo>
                <a:lnTo>
                  <a:pt x="1621321" y="1972713"/>
                </a:lnTo>
                <a:close/>
                <a:moveTo>
                  <a:pt x="1593973" y="2033878"/>
                </a:moveTo>
                <a:lnTo>
                  <a:pt x="1592795" y="2036761"/>
                </a:lnTo>
                <a:lnTo>
                  <a:pt x="1593700" y="2036672"/>
                </a:lnTo>
                <a:lnTo>
                  <a:pt x="1596790" y="2034319"/>
                </a:lnTo>
                <a:close/>
                <a:moveTo>
                  <a:pt x="1640385" y="1929914"/>
                </a:moveTo>
                <a:lnTo>
                  <a:pt x="1640337" y="1931201"/>
                </a:lnTo>
                <a:lnTo>
                  <a:pt x="1641395" y="1930635"/>
                </a:lnTo>
                <a:lnTo>
                  <a:pt x="1641907" y="1929662"/>
                </a:lnTo>
                <a:close/>
                <a:moveTo>
                  <a:pt x="1594441" y="2032735"/>
                </a:moveTo>
                <a:lnTo>
                  <a:pt x="1594096" y="2033578"/>
                </a:lnTo>
                <a:lnTo>
                  <a:pt x="1597092" y="2034089"/>
                </a:lnTo>
                <a:lnTo>
                  <a:pt x="1597892" y="2033480"/>
                </a:lnTo>
                <a:lnTo>
                  <a:pt x="1597202" y="2032252"/>
                </a:lnTo>
                <a:close/>
                <a:moveTo>
                  <a:pt x="1647821" y="1913139"/>
                </a:moveTo>
                <a:lnTo>
                  <a:pt x="1650860" y="1912649"/>
                </a:lnTo>
                <a:lnTo>
                  <a:pt x="1651504" y="1911426"/>
                </a:lnTo>
                <a:close/>
                <a:moveTo>
                  <a:pt x="1751862" y="1680170"/>
                </a:moveTo>
                <a:lnTo>
                  <a:pt x="1753357" y="1679998"/>
                </a:lnTo>
                <a:lnTo>
                  <a:pt x="1753082" y="1679648"/>
                </a:lnTo>
                <a:lnTo>
                  <a:pt x="1752646" y="1679247"/>
                </a:lnTo>
                <a:close/>
                <a:moveTo>
                  <a:pt x="1595897" y="2029317"/>
                </a:moveTo>
                <a:lnTo>
                  <a:pt x="1597430" y="2032047"/>
                </a:lnTo>
                <a:lnTo>
                  <a:pt x="1598141" y="2031932"/>
                </a:lnTo>
                <a:lnTo>
                  <a:pt x="1600458" y="2031527"/>
                </a:lnTo>
                <a:lnTo>
                  <a:pt x="1600731" y="2031319"/>
                </a:lnTo>
                <a:lnTo>
                  <a:pt x="1600956" y="2029095"/>
                </a:lnTo>
                <a:close/>
                <a:moveTo>
                  <a:pt x="1843631" y="1474590"/>
                </a:moveTo>
                <a:lnTo>
                  <a:pt x="1844539" y="1474198"/>
                </a:lnTo>
                <a:lnTo>
                  <a:pt x="1844421" y="1473953"/>
                </a:lnTo>
                <a:close/>
                <a:moveTo>
                  <a:pt x="1595715" y="2029604"/>
                </a:moveTo>
                <a:lnTo>
                  <a:pt x="1595536" y="2030058"/>
                </a:lnTo>
                <a:lnTo>
                  <a:pt x="1594532" y="2032513"/>
                </a:lnTo>
                <a:lnTo>
                  <a:pt x="1597115" y="2032097"/>
                </a:lnTo>
                <a:close/>
                <a:moveTo>
                  <a:pt x="1775662" y="1626646"/>
                </a:moveTo>
                <a:lnTo>
                  <a:pt x="1775977" y="1629732"/>
                </a:lnTo>
                <a:lnTo>
                  <a:pt x="1779296" y="1627729"/>
                </a:lnTo>
                <a:lnTo>
                  <a:pt x="1782800" y="1623914"/>
                </a:lnTo>
                <a:close/>
                <a:moveTo>
                  <a:pt x="1822141" y="1522514"/>
                </a:moveTo>
                <a:lnTo>
                  <a:pt x="1822546" y="1523324"/>
                </a:lnTo>
                <a:lnTo>
                  <a:pt x="1825399" y="1521459"/>
                </a:lnTo>
                <a:lnTo>
                  <a:pt x="1826346" y="1520057"/>
                </a:lnTo>
                <a:lnTo>
                  <a:pt x="1822739" y="1521671"/>
                </a:lnTo>
                <a:lnTo>
                  <a:pt x="1822658" y="1521792"/>
                </a:lnTo>
                <a:close/>
                <a:moveTo>
                  <a:pt x="1789839" y="1594842"/>
                </a:moveTo>
                <a:lnTo>
                  <a:pt x="1792184" y="1594381"/>
                </a:lnTo>
                <a:lnTo>
                  <a:pt x="1791254" y="1593481"/>
                </a:lnTo>
                <a:close/>
                <a:moveTo>
                  <a:pt x="1785594" y="1604337"/>
                </a:moveTo>
                <a:lnTo>
                  <a:pt x="1786705" y="1607384"/>
                </a:lnTo>
                <a:lnTo>
                  <a:pt x="1792744" y="1603202"/>
                </a:lnTo>
                <a:lnTo>
                  <a:pt x="1794944" y="1601514"/>
                </a:lnTo>
                <a:lnTo>
                  <a:pt x="1793593" y="1600818"/>
                </a:lnTo>
                <a:lnTo>
                  <a:pt x="1789803" y="1601575"/>
                </a:lnTo>
                <a:close/>
                <a:moveTo>
                  <a:pt x="1699326" y="1797496"/>
                </a:moveTo>
                <a:lnTo>
                  <a:pt x="1700262" y="1797412"/>
                </a:lnTo>
                <a:lnTo>
                  <a:pt x="1700461" y="1797036"/>
                </a:lnTo>
                <a:lnTo>
                  <a:pt x="1699576" y="1797288"/>
                </a:lnTo>
                <a:close/>
                <a:moveTo>
                  <a:pt x="1757200" y="1667899"/>
                </a:moveTo>
                <a:lnTo>
                  <a:pt x="1757273" y="1668031"/>
                </a:lnTo>
                <a:lnTo>
                  <a:pt x="1757509" y="1667762"/>
                </a:lnTo>
                <a:close/>
                <a:moveTo>
                  <a:pt x="1730700" y="1727140"/>
                </a:moveTo>
                <a:lnTo>
                  <a:pt x="1730970" y="1727589"/>
                </a:lnTo>
                <a:lnTo>
                  <a:pt x="1732094" y="1726684"/>
                </a:lnTo>
                <a:close/>
                <a:moveTo>
                  <a:pt x="1602969" y="2013142"/>
                </a:moveTo>
                <a:lnTo>
                  <a:pt x="1602719" y="2015605"/>
                </a:lnTo>
                <a:lnTo>
                  <a:pt x="1605876" y="2015230"/>
                </a:lnTo>
                <a:lnTo>
                  <a:pt x="1605839" y="2012131"/>
                </a:lnTo>
                <a:lnTo>
                  <a:pt x="1604387" y="2012701"/>
                </a:lnTo>
                <a:close/>
                <a:moveTo>
                  <a:pt x="1659757" y="1885960"/>
                </a:moveTo>
                <a:lnTo>
                  <a:pt x="1659918" y="1885924"/>
                </a:lnTo>
                <a:lnTo>
                  <a:pt x="1659979" y="1885883"/>
                </a:lnTo>
                <a:close/>
                <a:moveTo>
                  <a:pt x="1711437" y="1770221"/>
                </a:moveTo>
                <a:lnTo>
                  <a:pt x="1711452" y="1771510"/>
                </a:lnTo>
                <a:lnTo>
                  <a:pt x="1714098" y="1770437"/>
                </a:lnTo>
                <a:lnTo>
                  <a:pt x="1713889" y="1769661"/>
                </a:lnTo>
                <a:lnTo>
                  <a:pt x="1712654" y="1769903"/>
                </a:lnTo>
                <a:close/>
                <a:moveTo>
                  <a:pt x="1619956" y="1974903"/>
                </a:moveTo>
                <a:lnTo>
                  <a:pt x="1621732" y="1974628"/>
                </a:lnTo>
                <a:lnTo>
                  <a:pt x="1621696" y="1973708"/>
                </a:lnTo>
                <a:lnTo>
                  <a:pt x="1620888" y="1973408"/>
                </a:lnTo>
                <a:close/>
                <a:moveTo>
                  <a:pt x="1592064" y="2037330"/>
                </a:moveTo>
                <a:lnTo>
                  <a:pt x="1592313" y="2037408"/>
                </a:lnTo>
                <a:lnTo>
                  <a:pt x="1592355" y="2037301"/>
                </a:lnTo>
                <a:close/>
                <a:moveTo>
                  <a:pt x="1558851" y="2111695"/>
                </a:moveTo>
                <a:lnTo>
                  <a:pt x="1564605" y="2110805"/>
                </a:lnTo>
                <a:lnTo>
                  <a:pt x="1559739" y="2110472"/>
                </a:lnTo>
                <a:close/>
                <a:moveTo>
                  <a:pt x="1614569" y="1986894"/>
                </a:moveTo>
                <a:lnTo>
                  <a:pt x="1614449" y="1989523"/>
                </a:lnTo>
                <a:lnTo>
                  <a:pt x="1622116" y="1984587"/>
                </a:lnTo>
                <a:lnTo>
                  <a:pt x="1622095" y="1984038"/>
                </a:lnTo>
                <a:lnTo>
                  <a:pt x="1617626" y="1985734"/>
                </a:lnTo>
                <a:lnTo>
                  <a:pt x="1617467" y="1985899"/>
                </a:lnTo>
                <a:lnTo>
                  <a:pt x="1617468" y="1985794"/>
                </a:lnTo>
                <a:close/>
                <a:moveTo>
                  <a:pt x="1558072" y="2113330"/>
                </a:moveTo>
                <a:lnTo>
                  <a:pt x="1557664" y="2115101"/>
                </a:lnTo>
                <a:lnTo>
                  <a:pt x="1569320" y="2116791"/>
                </a:lnTo>
                <a:lnTo>
                  <a:pt x="1578692" y="2112666"/>
                </a:lnTo>
                <a:lnTo>
                  <a:pt x="1578514" y="2111755"/>
                </a:lnTo>
                <a:lnTo>
                  <a:pt x="1570737" y="2111223"/>
                </a:lnTo>
                <a:close/>
                <a:moveTo>
                  <a:pt x="1734158" y="1718960"/>
                </a:moveTo>
                <a:lnTo>
                  <a:pt x="1734273" y="1719509"/>
                </a:lnTo>
                <a:lnTo>
                  <a:pt x="1734336" y="1719482"/>
                </a:lnTo>
                <a:lnTo>
                  <a:pt x="1734402" y="1719431"/>
                </a:lnTo>
                <a:lnTo>
                  <a:pt x="1734279" y="1718903"/>
                </a:lnTo>
                <a:close/>
                <a:moveTo>
                  <a:pt x="1597895" y="2024060"/>
                </a:moveTo>
                <a:lnTo>
                  <a:pt x="1597679" y="2024608"/>
                </a:lnTo>
                <a:lnTo>
                  <a:pt x="1598260" y="2024724"/>
                </a:lnTo>
                <a:lnTo>
                  <a:pt x="1599568" y="2024484"/>
                </a:lnTo>
                <a:lnTo>
                  <a:pt x="1598362" y="2024183"/>
                </a:lnTo>
                <a:close/>
                <a:moveTo>
                  <a:pt x="1589566" y="2042603"/>
                </a:moveTo>
                <a:lnTo>
                  <a:pt x="1589607" y="2043779"/>
                </a:lnTo>
                <a:lnTo>
                  <a:pt x="1589773" y="2043781"/>
                </a:lnTo>
                <a:lnTo>
                  <a:pt x="1590567" y="2041842"/>
                </a:lnTo>
                <a:close/>
                <a:moveTo>
                  <a:pt x="1598427" y="2022710"/>
                </a:moveTo>
                <a:lnTo>
                  <a:pt x="1598034" y="2023708"/>
                </a:lnTo>
                <a:lnTo>
                  <a:pt x="1600397" y="2024331"/>
                </a:lnTo>
                <a:lnTo>
                  <a:pt x="1601460" y="2024137"/>
                </a:lnTo>
                <a:lnTo>
                  <a:pt x="1601616" y="2022597"/>
                </a:lnTo>
                <a:close/>
                <a:moveTo>
                  <a:pt x="1803209" y="1564050"/>
                </a:moveTo>
                <a:lnTo>
                  <a:pt x="1803312" y="1564627"/>
                </a:lnTo>
                <a:lnTo>
                  <a:pt x="1804905" y="1563429"/>
                </a:lnTo>
                <a:close/>
                <a:moveTo>
                  <a:pt x="1598983" y="2021295"/>
                </a:moveTo>
                <a:lnTo>
                  <a:pt x="1598550" y="2022395"/>
                </a:lnTo>
                <a:lnTo>
                  <a:pt x="1601648" y="2022285"/>
                </a:lnTo>
                <a:lnTo>
                  <a:pt x="1601783" y="2020945"/>
                </a:lnTo>
                <a:close/>
                <a:moveTo>
                  <a:pt x="1790535" y="1592355"/>
                </a:moveTo>
                <a:lnTo>
                  <a:pt x="1791185" y="1592984"/>
                </a:lnTo>
                <a:lnTo>
                  <a:pt x="1791810" y="1592709"/>
                </a:lnTo>
                <a:lnTo>
                  <a:pt x="1796851" y="1587862"/>
                </a:lnTo>
                <a:lnTo>
                  <a:pt x="1796813" y="1588136"/>
                </a:lnTo>
                <a:lnTo>
                  <a:pt x="1792266" y="1592508"/>
                </a:lnTo>
                <a:lnTo>
                  <a:pt x="1805854" y="1586520"/>
                </a:lnTo>
                <a:lnTo>
                  <a:pt x="1806993" y="1585988"/>
                </a:lnTo>
                <a:lnTo>
                  <a:pt x="1806701" y="1584364"/>
                </a:lnTo>
                <a:lnTo>
                  <a:pt x="1800845" y="1584961"/>
                </a:lnTo>
                <a:close/>
                <a:moveTo>
                  <a:pt x="1821905" y="1522044"/>
                </a:moveTo>
                <a:lnTo>
                  <a:pt x="1821997" y="1522226"/>
                </a:lnTo>
                <a:lnTo>
                  <a:pt x="1822223" y="1521902"/>
                </a:lnTo>
                <a:close/>
                <a:moveTo>
                  <a:pt x="1654609" y="1896639"/>
                </a:moveTo>
                <a:lnTo>
                  <a:pt x="1654879" y="1897363"/>
                </a:lnTo>
                <a:lnTo>
                  <a:pt x="1658217" y="1896221"/>
                </a:lnTo>
                <a:lnTo>
                  <a:pt x="1659350" y="1893251"/>
                </a:lnTo>
                <a:close/>
                <a:moveTo>
                  <a:pt x="1734071" y="1718550"/>
                </a:moveTo>
                <a:lnTo>
                  <a:pt x="1734109" y="1718730"/>
                </a:lnTo>
                <a:lnTo>
                  <a:pt x="1734220" y="1718677"/>
                </a:lnTo>
                <a:close/>
                <a:moveTo>
                  <a:pt x="1803164" y="1563801"/>
                </a:moveTo>
                <a:lnTo>
                  <a:pt x="1803168" y="1563827"/>
                </a:lnTo>
                <a:lnTo>
                  <a:pt x="1805518" y="1562966"/>
                </a:lnTo>
                <a:lnTo>
                  <a:pt x="1805545" y="1562946"/>
                </a:lnTo>
                <a:lnTo>
                  <a:pt x="1805215" y="1562386"/>
                </a:lnTo>
                <a:close/>
                <a:moveTo>
                  <a:pt x="1617727" y="1979020"/>
                </a:moveTo>
                <a:lnTo>
                  <a:pt x="1617715" y="1981067"/>
                </a:lnTo>
                <a:lnTo>
                  <a:pt x="1621989" y="1981282"/>
                </a:lnTo>
                <a:lnTo>
                  <a:pt x="1621900" y="1978983"/>
                </a:lnTo>
                <a:lnTo>
                  <a:pt x="1620721" y="1978836"/>
                </a:lnTo>
                <a:close/>
                <a:moveTo>
                  <a:pt x="1820692" y="1524537"/>
                </a:moveTo>
                <a:lnTo>
                  <a:pt x="1821023" y="1524320"/>
                </a:lnTo>
                <a:lnTo>
                  <a:pt x="1820976" y="1524140"/>
                </a:lnTo>
                <a:close/>
                <a:moveTo>
                  <a:pt x="1700522" y="1793554"/>
                </a:moveTo>
                <a:lnTo>
                  <a:pt x="1701557" y="1793043"/>
                </a:lnTo>
                <a:lnTo>
                  <a:pt x="1703198" y="1791880"/>
                </a:lnTo>
                <a:lnTo>
                  <a:pt x="1703640" y="1791047"/>
                </a:lnTo>
                <a:lnTo>
                  <a:pt x="1701937" y="1792258"/>
                </a:lnTo>
                <a:lnTo>
                  <a:pt x="1702085" y="1792202"/>
                </a:lnTo>
                <a:lnTo>
                  <a:pt x="1701980" y="1792418"/>
                </a:lnTo>
                <a:lnTo>
                  <a:pt x="1701410" y="1792632"/>
                </a:lnTo>
                <a:lnTo>
                  <a:pt x="1701183" y="1792794"/>
                </a:lnTo>
                <a:close/>
                <a:moveTo>
                  <a:pt x="1829257" y="1505250"/>
                </a:moveTo>
                <a:lnTo>
                  <a:pt x="1830442" y="1506313"/>
                </a:lnTo>
                <a:lnTo>
                  <a:pt x="1831172" y="1505746"/>
                </a:lnTo>
                <a:lnTo>
                  <a:pt x="1832897" y="1503201"/>
                </a:lnTo>
                <a:close/>
                <a:moveTo>
                  <a:pt x="1747619" y="1688048"/>
                </a:moveTo>
                <a:lnTo>
                  <a:pt x="1748145" y="1688999"/>
                </a:lnTo>
                <a:lnTo>
                  <a:pt x="1748247" y="1688910"/>
                </a:lnTo>
                <a:lnTo>
                  <a:pt x="1750266" y="1686880"/>
                </a:lnTo>
                <a:lnTo>
                  <a:pt x="1750091" y="1686960"/>
                </a:lnTo>
                <a:close/>
                <a:moveTo>
                  <a:pt x="1640458" y="1927934"/>
                </a:moveTo>
                <a:lnTo>
                  <a:pt x="1640408" y="1929298"/>
                </a:lnTo>
                <a:lnTo>
                  <a:pt x="1642343" y="1928294"/>
                </a:lnTo>
                <a:lnTo>
                  <a:pt x="1642261" y="1927236"/>
                </a:lnTo>
                <a:close/>
                <a:moveTo>
                  <a:pt x="1758709" y="1663138"/>
                </a:moveTo>
                <a:lnTo>
                  <a:pt x="1759724" y="1665235"/>
                </a:lnTo>
                <a:lnTo>
                  <a:pt x="1760792" y="1664017"/>
                </a:lnTo>
                <a:lnTo>
                  <a:pt x="1760204" y="1661276"/>
                </a:lnTo>
                <a:close/>
                <a:moveTo>
                  <a:pt x="1600721" y="2016876"/>
                </a:moveTo>
                <a:lnTo>
                  <a:pt x="1599667" y="2019557"/>
                </a:lnTo>
                <a:lnTo>
                  <a:pt x="1601954" y="2019271"/>
                </a:lnTo>
                <a:lnTo>
                  <a:pt x="1602215" y="2016699"/>
                </a:lnTo>
                <a:close/>
                <a:moveTo>
                  <a:pt x="1617954" y="1978114"/>
                </a:moveTo>
                <a:lnTo>
                  <a:pt x="1620026" y="1978370"/>
                </a:lnTo>
                <a:lnTo>
                  <a:pt x="1621872" y="1978258"/>
                </a:lnTo>
                <a:lnTo>
                  <a:pt x="1621841" y="1977462"/>
                </a:lnTo>
                <a:lnTo>
                  <a:pt x="1617958" y="1978107"/>
                </a:lnTo>
                <a:close/>
                <a:moveTo>
                  <a:pt x="1843940" y="1472016"/>
                </a:moveTo>
                <a:lnTo>
                  <a:pt x="1844542" y="1473255"/>
                </a:lnTo>
                <a:lnTo>
                  <a:pt x="1852969" y="1466672"/>
                </a:lnTo>
                <a:lnTo>
                  <a:pt x="1855791" y="1464395"/>
                </a:lnTo>
                <a:close/>
                <a:moveTo>
                  <a:pt x="1704157" y="1784972"/>
                </a:moveTo>
                <a:lnTo>
                  <a:pt x="1704228" y="1785200"/>
                </a:lnTo>
                <a:lnTo>
                  <a:pt x="1705410" y="1784743"/>
                </a:lnTo>
                <a:lnTo>
                  <a:pt x="1705612" y="1784510"/>
                </a:lnTo>
                <a:close/>
                <a:moveTo>
                  <a:pt x="1617730" y="1978473"/>
                </a:moveTo>
                <a:lnTo>
                  <a:pt x="1617729" y="1978511"/>
                </a:lnTo>
                <a:lnTo>
                  <a:pt x="1617967" y="1978496"/>
                </a:lnTo>
                <a:lnTo>
                  <a:pt x="1617733" y="1978468"/>
                </a:lnTo>
                <a:close/>
                <a:moveTo>
                  <a:pt x="1602081" y="2013418"/>
                </a:moveTo>
                <a:lnTo>
                  <a:pt x="1601148" y="2015790"/>
                </a:lnTo>
                <a:lnTo>
                  <a:pt x="1602321" y="2015652"/>
                </a:lnTo>
                <a:lnTo>
                  <a:pt x="1602563" y="2013269"/>
                </a:lnTo>
                <a:close/>
                <a:moveTo>
                  <a:pt x="1813320" y="1540408"/>
                </a:moveTo>
                <a:lnTo>
                  <a:pt x="1818155" y="1539678"/>
                </a:lnTo>
                <a:lnTo>
                  <a:pt x="1817526" y="1534180"/>
                </a:lnTo>
                <a:close/>
                <a:moveTo>
                  <a:pt x="1558746" y="2110404"/>
                </a:moveTo>
                <a:lnTo>
                  <a:pt x="1558488" y="2111524"/>
                </a:lnTo>
                <a:lnTo>
                  <a:pt x="1559274" y="2110440"/>
                </a:lnTo>
                <a:close/>
                <a:moveTo>
                  <a:pt x="1697880" y="1798790"/>
                </a:moveTo>
                <a:lnTo>
                  <a:pt x="1697873" y="1798824"/>
                </a:lnTo>
                <a:lnTo>
                  <a:pt x="1697758" y="1800889"/>
                </a:lnTo>
                <a:lnTo>
                  <a:pt x="1698449" y="1800829"/>
                </a:lnTo>
                <a:lnTo>
                  <a:pt x="1699612" y="1798635"/>
                </a:lnTo>
                <a:close/>
                <a:moveTo>
                  <a:pt x="1804483" y="1560036"/>
                </a:moveTo>
                <a:lnTo>
                  <a:pt x="1805342" y="1561493"/>
                </a:lnTo>
                <a:lnTo>
                  <a:pt x="1809225" y="1558813"/>
                </a:lnTo>
                <a:close/>
                <a:moveTo>
                  <a:pt x="1649692" y="1906608"/>
                </a:moveTo>
                <a:lnTo>
                  <a:pt x="1653392" y="1906611"/>
                </a:lnTo>
                <a:lnTo>
                  <a:pt x="1652764" y="1905475"/>
                </a:lnTo>
                <a:close/>
                <a:moveTo>
                  <a:pt x="1571285" y="2082171"/>
                </a:moveTo>
                <a:lnTo>
                  <a:pt x="1571275" y="2083458"/>
                </a:lnTo>
                <a:lnTo>
                  <a:pt x="1573065" y="2083861"/>
                </a:lnTo>
                <a:lnTo>
                  <a:pt x="1572849" y="2082750"/>
                </a:lnTo>
                <a:close/>
                <a:moveTo>
                  <a:pt x="1607351" y="2001409"/>
                </a:moveTo>
                <a:lnTo>
                  <a:pt x="1607414" y="2006630"/>
                </a:lnTo>
                <a:lnTo>
                  <a:pt x="1610131" y="2007239"/>
                </a:lnTo>
                <a:lnTo>
                  <a:pt x="1611273" y="2006599"/>
                </a:lnTo>
                <a:lnTo>
                  <a:pt x="1611492" y="2001776"/>
                </a:lnTo>
                <a:lnTo>
                  <a:pt x="1608915" y="2001375"/>
                </a:lnTo>
                <a:close/>
                <a:moveTo>
                  <a:pt x="1747121" y="1688267"/>
                </a:moveTo>
                <a:lnTo>
                  <a:pt x="1747291" y="1689740"/>
                </a:lnTo>
                <a:lnTo>
                  <a:pt x="1747786" y="1689310"/>
                </a:lnTo>
                <a:lnTo>
                  <a:pt x="1747193" y="1688235"/>
                </a:lnTo>
                <a:close/>
                <a:moveTo>
                  <a:pt x="1629778" y="1950902"/>
                </a:moveTo>
                <a:lnTo>
                  <a:pt x="1630210" y="1951895"/>
                </a:lnTo>
                <a:lnTo>
                  <a:pt x="1630868" y="1950644"/>
                </a:lnTo>
                <a:lnTo>
                  <a:pt x="1630134" y="1950708"/>
                </a:lnTo>
                <a:close/>
                <a:moveTo>
                  <a:pt x="1556501" y="2114932"/>
                </a:moveTo>
                <a:lnTo>
                  <a:pt x="1557128" y="2115023"/>
                </a:lnTo>
                <a:lnTo>
                  <a:pt x="1557451" y="2113624"/>
                </a:lnTo>
                <a:close/>
                <a:moveTo>
                  <a:pt x="1734538" y="1716254"/>
                </a:moveTo>
                <a:lnTo>
                  <a:pt x="1735648" y="1717361"/>
                </a:lnTo>
                <a:lnTo>
                  <a:pt x="1738617" y="1716158"/>
                </a:lnTo>
                <a:lnTo>
                  <a:pt x="1739953" y="1715122"/>
                </a:lnTo>
                <a:lnTo>
                  <a:pt x="1737798" y="1711806"/>
                </a:lnTo>
                <a:close/>
                <a:moveTo>
                  <a:pt x="1747349" y="1687559"/>
                </a:moveTo>
                <a:lnTo>
                  <a:pt x="1747427" y="1687701"/>
                </a:lnTo>
                <a:lnTo>
                  <a:pt x="1749877" y="1686623"/>
                </a:lnTo>
                <a:close/>
                <a:moveTo>
                  <a:pt x="1591003" y="2037556"/>
                </a:moveTo>
                <a:lnTo>
                  <a:pt x="1591023" y="2038498"/>
                </a:lnTo>
                <a:lnTo>
                  <a:pt x="1591285" y="2038511"/>
                </a:lnTo>
                <a:lnTo>
                  <a:pt x="1592089" y="2037899"/>
                </a:lnTo>
                <a:close/>
                <a:moveTo>
                  <a:pt x="1775445" y="1624511"/>
                </a:moveTo>
                <a:lnTo>
                  <a:pt x="1775450" y="1624561"/>
                </a:lnTo>
                <a:lnTo>
                  <a:pt x="1776048" y="1624333"/>
                </a:lnTo>
                <a:close/>
                <a:moveTo>
                  <a:pt x="1819093" y="1526769"/>
                </a:moveTo>
                <a:lnTo>
                  <a:pt x="1819990" y="1529471"/>
                </a:lnTo>
                <a:lnTo>
                  <a:pt x="1821710" y="1526924"/>
                </a:lnTo>
                <a:lnTo>
                  <a:pt x="1821189" y="1524951"/>
                </a:lnTo>
                <a:lnTo>
                  <a:pt x="1819697" y="1525926"/>
                </a:lnTo>
                <a:close/>
                <a:moveTo>
                  <a:pt x="1604632" y="2006934"/>
                </a:moveTo>
                <a:lnTo>
                  <a:pt x="1603475" y="2009873"/>
                </a:lnTo>
                <a:lnTo>
                  <a:pt x="1605720" y="2009175"/>
                </a:lnTo>
                <a:lnTo>
                  <a:pt x="1605446" y="2007111"/>
                </a:lnTo>
                <a:lnTo>
                  <a:pt x="1605019" y="2007022"/>
                </a:lnTo>
                <a:close/>
                <a:moveTo>
                  <a:pt x="1625065" y="1961142"/>
                </a:moveTo>
                <a:lnTo>
                  <a:pt x="1625139" y="1961533"/>
                </a:lnTo>
                <a:lnTo>
                  <a:pt x="1625446" y="1960949"/>
                </a:lnTo>
                <a:close/>
                <a:moveTo>
                  <a:pt x="1720392" y="1747647"/>
                </a:moveTo>
                <a:lnTo>
                  <a:pt x="1720388" y="1747824"/>
                </a:lnTo>
                <a:lnTo>
                  <a:pt x="1720397" y="1747872"/>
                </a:lnTo>
                <a:lnTo>
                  <a:pt x="1720968" y="1747374"/>
                </a:lnTo>
                <a:lnTo>
                  <a:pt x="1720947" y="1747191"/>
                </a:lnTo>
                <a:close/>
                <a:moveTo>
                  <a:pt x="1814996" y="1535790"/>
                </a:moveTo>
                <a:lnTo>
                  <a:pt x="1816898" y="1534050"/>
                </a:lnTo>
                <a:lnTo>
                  <a:pt x="1817154" y="1533671"/>
                </a:lnTo>
                <a:lnTo>
                  <a:pt x="1816391" y="1534267"/>
                </a:lnTo>
                <a:close/>
                <a:moveTo>
                  <a:pt x="1821538" y="1521126"/>
                </a:moveTo>
                <a:lnTo>
                  <a:pt x="1821561" y="1521216"/>
                </a:lnTo>
                <a:lnTo>
                  <a:pt x="1823220" y="1520478"/>
                </a:lnTo>
                <a:lnTo>
                  <a:pt x="1827113" y="1514914"/>
                </a:lnTo>
                <a:lnTo>
                  <a:pt x="1826299" y="1514101"/>
                </a:lnTo>
                <a:close/>
                <a:moveTo>
                  <a:pt x="1698175" y="1797354"/>
                </a:moveTo>
                <a:lnTo>
                  <a:pt x="1698166" y="1797398"/>
                </a:lnTo>
                <a:lnTo>
                  <a:pt x="1698284" y="1797301"/>
                </a:lnTo>
                <a:close/>
                <a:moveTo>
                  <a:pt x="1616162" y="1980989"/>
                </a:moveTo>
                <a:lnTo>
                  <a:pt x="1617494" y="1981056"/>
                </a:lnTo>
                <a:lnTo>
                  <a:pt x="1617505" y="1979033"/>
                </a:lnTo>
                <a:lnTo>
                  <a:pt x="1617377" y="1979041"/>
                </a:lnTo>
                <a:close/>
                <a:moveTo>
                  <a:pt x="1605223" y="2005432"/>
                </a:moveTo>
                <a:lnTo>
                  <a:pt x="1604968" y="2006080"/>
                </a:lnTo>
                <a:lnTo>
                  <a:pt x="1605320" y="2006159"/>
                </a:lnTo>
                <a:close/>
                <a:moveTo>
                  <a:pt x="1559221" y="2108340"/>
                </a:moveTo>
                <a:lnTo>
                  <a:pt x="1558846" y="2109970"/>
                </a:lnTo>
                <a:lnTo>
                  <a:pt x="1559572" y="2110030"/>
                </a:lnTo>
                <a:lnTo>
                  <a:pt x="1561060" y="2107980"/>
                </a:lnTo>
                <a:close/>
                <a:moveTo>
                  <a:pt x="1588046" y="2043761"/>
                </a:moveTo>
                <a:lnTo>
                  <a:pt x="1588720" y="2043769"/>
                </a:lnTo>
                <a:lnTo>
                  <a:pt x="1588683" y="2043276"/>
                </a:lnTo>
                <a:close/>
                <a:moveTo>
                  <a:pt x="1807835" y="1551603"/>
                </a:moveTo>
                <a:lnTo>
                  <a:pt x="1808411" y="1551542"/>
                </a:lnTo>
                <a:lnTo>
                  <a:pt x="1810259" y="1550262"/>
                </a:lnTo>
                <a:lnTo>
                  <a:pt x="1809837" y="1549428"/>
                </a:lnTo>
                <a:close/>
                <a:moveTo>
                  <a:pt x="1825797" y="1511363"/>
                </a:moveTo>
                <a:lnTo>
                  <a:pt x="1826323" y="1512267"/>
                </a:lnTo>
                <a:lnTo>
                  <a:pt x="1826578" y="1512519"/>
                </a:lnTo>
                <a:lnTo>
                  <a:pt x="1829117" y="1508775"/>
                </a:lnTo>
                <a:close/>
                <a:moveTo>
                  <a:pt x="1555683" y="2116059"/>
                </a:moveTo>
                <a:lnTo>
                  <a:pt x="1556812" y="2116397"/>
                </a:lnTo>
                <a:lnTo>
                  <a:pt x="1556965" y="2115729"/>
                </a:lnTo>
                <a:lnTo>
                  <a:pt x="1556022" y="2115593"/>
                </a:lnTo>
                <a:close/>
                <a:moveTo>
                  <a:pt x="1754242" y="1671370"/>
                </a:moveTo>
                <a:lnTo>
                  <a:pt x="1754244" y="1671376"/>
                </a:lnTo>
                <a:lnTo>
                  <a:pt x="1754289" y="1671366"/>
                </a:lnTo>
                <a:close/>
                <a:moveTo>
                  <a:pt x="1818971" y="1526400"/>
                </a:moveTo>
                <a:lnTo>
                  <a:pt x="1819004" y="1526503"/>
                </a:lnTo>
                <a:lnTo>
                  <a:pt x="1819164" y="1526274"/>
                </a:lnTo>
                <a:close/>
                <a:moveTo>
                  <a:pt x="1935040" y="1266496"/>
                </a:moveTo>
                <a:lnTo>
                  <a:pt x="1934285" y="1269099"/>
                </a:lnTo>
                <a:lnTo>
                  <a:pt x="1933266" y="1271847"/>
                </a:lnTo>
                <a:lnTo>
                  <a:pt x="1943307" y="1260039"/>
                </a:lnTo>
                <a:lnTo>
                  <a:pt x="1937373" y="1264235"/>
                </a:lnTo>
                <a:close/>
                <a:moveTo>
                  <a:pt x="1615406" y="1982201"/>
                </a:moveTo>
                <a:lnTo>
                  <a:pt x="1617489" y="1981929"/>
                </a:lnTo>
                <a:lnTo>
                  <a:pt x="1617493" y="1981221"/>
                </a:lnTo>
                <a:lnTo>
                  <a:pt x="1616062" y="1981149"/>
                </a:lnTo>
                <a:close/>
                <a:moveTo>
                  <a:pt x="1784940" y="1602547"/>
                </a:moveTo>
                <a:lnTo>
                  <a:pt x="1785398" y="1603799"/>
                </a:lnTo>
                <a:lnTo>
                  <a:pt x="1788342" y="1601867"/>
                </a:lnTo>
                <a:close/>
                <a:moveTo>
                  <a:pt x="1825584" y="1511529"/>
                </a:moveTo>
                <a:lnTo>
                  <a:pt x="1826058" y="1512001"/>
                </a:lnTo>
                <a:lnTo>
                  <a:pt x="1825755" y="1511482"/>
                </a:lnTo>
                <a:lnTo>
                  <a:pt x="1825719" y="1511424"/>
                </a:lnTo>
                <a:close/>
                <a:moveTo>
                  <a:pt x="1727794" y="1730471"/>
                </a:moveTo>
                <a:lnTo>
                  <a:pt x="1727679" y="1734469"/>
                </a:lnTo>
                <a:lnTo>
                  <a:pt x="1727938" y="1734300"/>
                </a:lnTo>
                <a:lnTo>
                  <a:pt x="1730488" y="1732202"/>
                </a:lnTo>
                <a:lnTo>
                  <a:pt x="1728911" y="1729572"/>
                </a:lnTo>
                <a:close/>
                <a:moveTo>
                  <a:pt x="1656961" y="1889029"/>
                </a:moveTo>
                <a:lnTo>
                  <a:pt x="1658468" y="1888956"/>
                </a:lnTo>
                <a:lnTo>
                  <a:pt x="1660597" y="1887434"/>
                </a:lnTo>
                <a:lnTo>
                  <a:pt x="1658751" y="1887856"/>
                </a:lnTo>
                <a:close/>
                <a:moveTo>
                  <a:pt x="1737404" y="1708810"/>
                </a:moveTo>
                <a:lnTo>
                  <a:pt x="1738033" y="1709777"/>
                </a:lnTo>
                <a:lnTo>
                  <a:pt x="1738799" y="1709591"/>
                </a:lnTo>
                <a:lnTo>
                  <a:pt x="1739799" y="1708227"/>
                </a:lnTo>
                <a:lnTo>
                  <a:pt x="1738029" y="1708275"/>
                </a:lnTo>
                <a:close/>
                <a:moveTo>
                  <a:pt x="1608028" y="1998301"/>
                </a:moveTo>
                <a:lnTo>
                  <a:pt x="1607464" y="1999735"/>
                </a:lnTo>
                <a:lnTo>
                  <a:pt x="1608628" y="1999915"/>
                </a:lnTo>
                <a:lnTo>
                  <a:pt x="1611584" y="1999734"/>
                </a:lnTo>
                <a:lnTo>
                  <a:pt x="1611773" y="1995589"/>
                </a:lnTo>
                <a:lnTo>
                  <a:pt x="1611138" y="1995716"/>
                </a:lnTo>
                <a:close/>
                <a:moveTo>
                  <a:pt x="1750536" y="1679159"/>
                </a:moveTo>
                <a:lnTo>
                  <a:pt x="1750575" y="1679411"/>
                </a:lnTo>
                <a:lnTo>
                  <a:pt x="1750859" y="1679085"/>
                </a:lnTo>
                <a:close/>
                <a:moveTo>
                  <a:pt x="1779901" y="1613347"/>
                </a:moveTo>
                <a:lnTo>
                  <a:pt x="1780261" y="1613234"/>
                </a:lnTo>
                <a:lnTo>
                  <a:pt x="1784645" y="1610836"/>
                </a:lnTo>
                <a:lnTo>
                  <a:pt x="1784325" y="1610211"/>
                </a:lnTo>
                <a:close/>
                <a:moveTo>
                  <a:pt x="1614486" y="1983676"/>
                </a:moveTo>
                <a:lnTo>
                  <a:pt x="1614652" y="1985092"/>
                </a:lnTo>
                <a:lnTo>
                  <a:pt x="1614631" y="1985535"/>
                </a:lnTo>
                <a:lnTo>
                  <a:pt x="1617474" y="1984586"/>
                </a:lnTo>
                <a:lnTo>
                  <a:pt x="1617487" y="1982264"/>
                </a:lnTo>
                <a:lnTo>
                  <a:pt x="1615179" y="1982564"/>
                </a:lnTo>
                <a:close/>
                <a:moveTo>
                  <a:pt x="1732919" y="1718465"/>
                </a:moveTo>
                <a:lnTo>
                  <a:pt x="1733636" y="1718175"/>
                </a:lnTo>
                <a:lnTo>
                  <a:pt x="1733327" y="1717909"/>
                </a:lnTo>
                <a:close/>
                <a:moveTo>
                  <a:pt x="1756259" y="1666188"/>
                </a:moveTo>
                <a:lnTo>
                  <a:pt x="1757013" y="1667558"/>
                </a:lnTo>
                <a:lnTo>
                  <a:pt x="1757407" y="1667399"/>
                </a:lnTo>
                <a:lnTo>
                  <a:pt x="1756610" y="1665751"/>
                </a:lnTo>
                <a:close/>
                <a:moveTo>
                  <a:pt x="1817473" y="1529033"/>
                </a:moveTo>
                <a:lnTo>
                  <a:pt x="1817792" y="1531823"/>
                </a:lnTo>
                <a:lnTo>
                  <a:pt x="1818592" y="1531248"/>
                </a:lnTo>
                <a:lnTo>
                  <a:pt x="1817735" y="1528666"/>
                </a:lnTo>
                <a:close/>
                <a:moveTo>
                  <a:pt x="1806976" y="1552537"/>
                </a:moveTo>
                <a:lnTo>
                  <a:pt x="1807550" y="1552139"/>
                </a:lnTo>
                <a:lnTo>
                  <a:pt x="1807319" y="1552163"/>
                </a:lnTo>
                <a:close/>
                <a:moveTo>
                  <a:pt x="1703746" y="1783654"/>
                </a:moveTo>
                <a:lnTo>
                  <a:pt x="1703889" y="1784114"/>
                </a:lnTo>
                <a:lnTo>
                  <a:pt x="1706744" y="1783208"/>
                </a:lnTo>
                <a:lnTo>
                  <a:pt x="1708498" y="1781188"/>
                </a:lnTo>
                <a:close/>
                <a:moveTo>
                  <a:pt x="1783048" y="1606009"/>
                </a:moveTo>
                <a:lnTo>
                  <a:pt x="1784524" y="1608893"/>
                </a:lnTo>
                <a:lnTo>
                  <a:pt x="1786495" y="1607529"/>
                </a:lnTo>
                <a:lnTo>
                  <a:pt x="1785345" y="1604502"/>
                </a:lnTo>
                <a:close/>
                <a:moveTo>
                  <a:pt x="1746097" y="1688718"/>
                </a:moveTo>
                <a:lnTo>
                  <a:pt x="1746009" y="1690155"/>
                </a:lnTo>
                <a:lnTo>
                  <a:pt x="1746225" y="1690116"/>
                </a:lnTo>
                <a:lnTo>
                  <a:pt x="1746682" y="1689954"/>
                </a:lnTo>
                <a:lnTo>
                  <a:pt x="1746465" y="1688556"/>
                </a:lnTo>
                <a:close/>
                <a:moveTo>
                  <a:pt x="1803945" y="1559124"/>
                </a:moveTo>
                <a:lnTo>
                  <a:pt x="1804200" y="1559557"/>
                </a:lnTo>
                <a:lnTo>
                  <a:pt x="1810503" y="1557930"/>
                </a:lnTo>
                <a:lnTo>
                  <a:pt x="1813193" y="1556073"/>
                </a:lnTo>
                <a:lnTo>
                  <a:pt x="1812896" y="1555484"/>
                </a:lnTo>
                <a:close/>
                <a:moveTo>
                  <a:pt x="1822641" y="1517108"/>
                </a:moveTo>
                <a:lnTo>
                  <a:pt x="1823809" y="1516605"/>
                </a:lnTo>
                <a:lnTo>
                  <a:pt x="1824861" y="1515052"/>
                </a:lnTo>
                <a:close/>
                <a:moveTo>
                  <a:pt x="1610227" y="1992711"/>
                </a:moveTo>
                <a:lnTo>
                  <a:pt x="1609637" y="1994211"/>
                </a:lnTo>
                <a:lnTo>
                  <a:pt x="1611109" y="1993917"/>
                </a:lnTo>
                <a:lnTo>
                  <a:pt x="1611759" y="1993376"/>
                </a:lnTo>
                <a:lnTo>
                  <a:pt x="1611580" y="1991840"/>
                </a:lnTo>
                <a:close/>
                <a:moveTo>
                  <a:pt x="1652417" y="1898206"/>
                </a:moveTo>
                <a:lnTo>
                  <a:pt x="1654531" y="1897482"/>
                </a:lnTo>
                <a:lnTo>
                  <a:pt x="1654300" y="1896861"/>
                </a:lnTo>
                <a:close/>
                <a:moveTo>
                  <a:pt x="1809860" y="1545533"/>
                </a:moveTo>
                <a:lnTo>
                  <a:pt x="1810963" y="1547718"/>
                </a:lnTo>
                <a:lnTo>
                  <a:pt x="1816577" y="1541780"/>
                </a:lnTo>
                <a:lnTo>
                  <a:pt x="1818149" y="1540073"/>
                </a:lnTo>
                <a:lnTo>
                  <a:pt x="1813023" y="1540848"/>
                </a:lnTo>
                <a:close/>
                <a:moveTo>
                  <a:pt x="1903944" y="1334772"/>
                </a:moveTo>
                <a:lnTo>
                  <a:pt x="1904859" y="1335260"/>
                </a:lnTo>
                <a:lnTo>
                  <a:pt x="1906017" y="1334521"/>
                </a:lnTo>
                <a:lnTo>
                  <a:pt x="1906582" y="1332999"/>
                </a:lnTo>
                <a:close/>
                <a:moveTo>
                  <a:pt x="1623097" y="1963599"/>
                </a:moveTo>
                <a:lnTo>
                  <a:pt x="1624106" y="1963495"/>
                </a:lnTo>
                <a:lnTo>
                  <a:pt x="1624267" y="1963189"/>
                </a:lnTo>
                <a:close/>
                <a:moveTo>
                  <a:pt x="1730226" y="1723705"/>
                </a:moveTo>
                <a:lnTo>
                  <a:pt x="1734767" y="1722461"/>
                </a:lnTo>
                <a:lnTo>
                  <a:pt x="1734350" y="1720491"/>
                </a:lnTo>
                <a:close/>
                <a:moveTo>
                  <a:pt x="1732004" y="1719716"/>
                </a:moveTo>
                <a:lnTo>
                  <a:pt x="1733989" y="1718786"/>
                </a:lnTo>
                <a:lnTo>
                  <a:pt x="1733929" y="1718503"/>
                </a:lnTo>
                <a:lnTo>
                  <a:pt x="1732454" y="1719101"/>
                </a:lnTo>
                <a:close/>
                <a:moveTo>
                  <a:pt x="1607321" y="1998888"/>
                </a:moveTo>
                <a:lnTo>
                  <a:pt x="1607326" y="1999244"/>
                </a:lnTo>
                <a:lnTo>
                  <a:pt x="1607536" y="1998711"/>
                </a:lnTo>
                <a:close/>
                <a:moveTo>
                  <a:pt x="1611349" y="1989859"/>
                </a:moveTo>
                <a:lnTo>
                  <a:pt x="1610475" y="1992082"/>
                </a:lnTo>
                <a:lnTo>
                  <a:pt x="1611529" y="1991403"/>
                </a:lnTo>
                <a:close/>
                <a:moveTo>
                  <a:pt x="1746140" y="1688006"/>
                </a:moveTo>
                <a:lnTo>
                  <a:pt x="1746124" y="1688275"/>
                </a:lnTo>
                <a:lnTo>
                  <a:pt x="1746402" y="1688152"/>
                </a:lnTo>
                <a:lnTo>
                  <a:pt x="1746366" y="1687922"/>
                </a:lnTo>
                <a:lnTo>
                  <a:pt x="1746157" y="1688000"/>
                </a:lnTo>
                <a:close/>
                <a:moveTo>
                  <a:pt x="1589438" y="2038886"/>
                </a:moveTo>
                <a:lnTo>
                  <a:pt x="1589473" y="2039891"/>
                </a:lnTo>
                <a:lnTo>
                  <a:pt x="1590710" y="2038948"/>
                </a:lnTo>
                <a:close/>
                <a:moveTo>
                  <a:pt x="1759776" y="1657460"/>
                </a:moveTo>
                <a:lnTo>
                  <a:pt x="1759846" y="1657784"/>
                </a:lnTo>
                <a:lnTo>
                  <a:pt x="1760691" y="1656732"/>
                </a:lnTo>
                <a:lnTo>
                  <a:pt x="1759925" y="1657276"/>
                </a:lnTo>
                <a:close/>
                <a:moveTo>
                  <a:pt x="1621897" y="1966088"/>
                </a:moveTo>
                <a:lnTo>
                  <a:pt x="1621954" y="1967583"/>
                </a:lnTo>
                <a:lnTo>
                  <a:pt x="1622829" y="1965922"/>
                </a:lnTo>
                <a:close/>
                <a:moveTo>
                  <a:pt x="1706708" y="1776136"/>
                </a:moveTo>
                <a:lnTo>
                  <a:pt x="1708678" y="1774848"/>
                </a:lnTo>
                <a:lnTo>
                  <a:pt x="1708657" y="1773082"/>
                </a:lnTo>
                <a:close/>
                <a:moveTo>
                  <a:pt x="1624764" y="1959535"/>
                </a:moveTo>
                <a:lnTo>
                  <a:pt x="1624892" y="1960221"/>
                </a:lnTo>
                <a:lnTo>
                  <a:pt x="1626170" y="1959573"/>
                </a:lnTo>
                <a:lnTo>
                  <a:pt x="1626384" y="1959166"/>
                </a:lnTo>
                <a:lnTo>
                  <a:pt x="1625446" y="1959309"/>
                </a:lnTo>
                <a:close/>
                <a:moveTo>
                  <a:pt x="1818639" y="1525402"/>
                </a:moveTo>
                <a:lnTo>
                  <a:pt x="1818769" y="1525794"/>
                </a:lnTo>
                <a:lnTo>
                  <a:pt x="1820117" y="1524912"/>
                </a:lnTo>
                <a:lnTo>
                  <a:pt x="1820889" y="1523809"/>
                </a:lnTo>
                <a:lnTo>
                  <a:pt x="1820580" y="1522637"/>
                </a:lnTo>
                <a:lnTo>
                  <a:pt x="1820485" y="1522680"/>
                </a:lnTo>
                <a:close/>
                <a:moveTo>
                  <a:pt x="1746866" y="1686045"/>
                </a:moveTo>
                <a:lnTo>
                  <a:pt x="1746960" y="1686854"/>
                </a:lnTo>
                <a:lnTo>
                  <a:pt x="1747087" y="1687086"/>
                </a:lnTo>
                <a:lnTo>
                  <a:pt x="1750516" y="1685869"/>
                </a:lnTo>
                <a:lnTo>
                  <a:pt x="1750354" y="1684823"/>
                </a:lnTo>
                <a:lnTo>
                  <a:pt x="1747639" y="1685135"/>
                </a:lnTo>
                <a:close/>
                <a:moveTo>
                  <a:pt x="1591830" y="2033192"/>
                </a:moveTo>
                <a:lnTo>
                  <a:pt x="1593837" y="2033534"/>
                </a:lnTo>
                <a:lnTo>
                  <a:pt x="1594129" y="2032790"/>
                </a:lnTo>
                <a:close/>
                <a:moveTo>
                  <a:pt x="1603622" y="2006708"/>
                </a:moveTo>
                <a:lnTo>
                  <a:pt x="1603355" y="2009335"/>
                </a:lnTo>
                <a:lnTo>
                  <a:pt x="1604327" y="2006866"/>
                </a:lnTo>
                <a:close/>
                <a:moveTo>
                  <a:pt x="1703533" y="1782973"/>
                </a:moveTo>
                <a:lnTo>
                  <a:pt x="1703558" y="1783056"/>
                </a:lnTo>
                <a:lnTo>
                  <a:pt x="1707472" y="1781025"/>
                </a:lnTo>
                <a:close/>
                <a:moveTo>
                  <a:pt x="1618995" y="1972262"/>
                </a:moveTo>
                <a:lnTo>
                  <a:pt x="1619348" y="1972397"/>
                </a:lnTo>
                <a:lnTo>
                  <a:pt x="1619429" y="1972382"/>
                </a:lnTo>
                <a:lnTo>
                  <a:pt x="1619629" y="1972003"/>
                </a:lnTo>
                <a:close/>
                <a:moveTo>
                  <a:pt x="1763810" y="1647987"/>
                </a:moveTo>
                <a:lnTo>
                  <a:pt x="1763845" y="1648061"/>
                </a:lnTo>
                <a:lnTo>
                  <a:pt x="1763993" y="1647876"/>
                </a:lnTo>
                <a:close/>
                <a:moveTo>
                  <a:pt x="1815819" y="1531341"/>
                </a:moveTo>
                <a:lnTo>
                  <a:pt x="1817020" y="1532151"/>
                </a:lnTo>
                <a:lnTo>
                  <a:pt x="1817280" y="1532044"/>
                </a:lnTo>
                <a:lnTo>
                  <a:pt x="1817008" y="1529680"/>
                </a:lnTo>
                <a:close/>
                <a:moveTo>
                  <a:pt x="1716192" y="1754412"/>
                </a:moveTo>
                <a:lnTo>
                  <a:pt x="1716563" y="1755788"/>
                </a:lnTo>
                <a:lnTo>
                  <a:pt x="1716847" y="1755755"/>
                </a:lnTo>
                <a:lnTo>
                  <a:pt x="1717138" y="1755672"/>
                </a:lnTo>
                <a:lnTo>
                  <a:pt x="1719844" y="1751431"/>
                </a:lnTo>
                <a:lnTo>
                  <a:pt x="1719851" y="1751141"/>
                </a:lnTo>
                <a:close/>
                <a:moveTo>
                  <a:pt x="1553073" y="2119655"/>
                </a:moveTo>
                <a:lnTo>
                  <a:pt x="1556069" y="2119616"/>
                </a:lnTo>
                <a:lnTo>
                  <a:pt x="1556659" y="2117060"/>
                </a:lnTo>
                <a:lnTo>
                  <a:pt x="1555261" y="2116641"/>
                </a:lnTo>
                <a:close/>
                <a:moveTo>
                  <a:pt x="1731175" y="1720847"/>
                </a:moveTo>
                <a:lnTo>
                  <a:pt x="1734153" y="1719561"/>
                </a:lnTo>
                <a:lnTo>
                  <a:pt x="1734038" y="1719016"/>
                </a:lnTo>
                <a:lnTo>
                  <a:pt x="1731721" y="1720101"/>
                </a:lnTo>
                <a:close/>
                <a:moveTo>
                  <a:pt x="1727863" y="1728067"/>
                </a:moveTo>
                <a:lnTo>
                  <a:pt x="1727805" y="1730093"/>
                </a:lnTo>
                <a:lnTo>
                  <a:pt x="1728770" y="1729338"/>
                </a:lnTo>
                <a:lnTo>
                  <a:pt x="1727984" y="1728028"/>
                </a:lnTo>
                <a:close/>
                <a:moveTo>
                  <a:pt x="1746208" y="1686901"/>
                </a:moveTo>
                <a:lnTo>
                  <a:pt x="1746177" y="1687408"/>
                </a:lnTo>
                <a:lnTo>
                  <a:pt x="1746281" y="1687371"/>
                </a:lnTo>
                <a:close/>
                <a:moveTo>
                  <a:pt x="1802574" y="1560528"/>
                </a:moveTo>
                <a:lnTo>
                  <a:pt x="1803035" y="1563085"/>
                </a:lnTo>
                <a:lnTo>
                  <a:pt x="1804878" y="1561813"/>
                </a:lnTo>
                <a:lnTo>
                  <a:pt x="1803916" y="1560182"/>
                </a:lnTo>
                <a:close/>
                <a:moveTo>
                  <a:pt x="1754269" y="1668665"/>
                </a:moveTo>
                <a:lnTo>
                  <a:pt x="1756622" y="1667715"/>
                </a:lnTo>
                <a:lnTo>
                  <a:pt x="1755976" y="1666540"/>
                </a:lnTo>
                <a:close/>
                <a:moveTo>
                  <a:pt x="1835340" y="1487116"/>
                </a:moveTo>
                <a:lnTo>
                  <a:pt x="1841764" y="1482909"/>
                </a:lnTo>
                <a:lnTo>
                  <a:pt x="1846971" y="1479196"/>
                </a:lnTo>
                <a:lnTo>
                  <a:pt x="1845618" y="1476415"/>
                </a:lnTo>
                <a:lnTo>
                  <a:pt x="1844098" y="1477844"/>
                </a:lnTo>
                <a:lnTo>
                  <a:pt x="1838916" y="1483507"/>
                </a:lnTo>
                <a:close/>
                <a:moveTo>
                  <a:pt x="1817296" y="1527495"/>
                </a:moveTo>
                <a:lnTo>
                  <a:pt x="1817439" y="1528740"/>
                </a:lnTo>
                <a:lnTo>
                  <a:pt x="1817657" y="1528428"/>
                </a:lnTo>
                <a:lnTo>
                  <a:pt x="1817338" y="1527468"/>
                </a:lnTo>
                <a:close/>
                <a:moveTo>
                  <a:pt x="1735576" y="1710375"/>
                </a:moveTo>
                <a:lnTo>
                  <a:pt x="1736691" y="1710103"/>
                </a:lnTo>
                <a:lnTo>
                  <a:pt x="1736406" y="1709664"/>
                </a:lnTo>
                <a:close/>
                <a:moveTo>
                  <a:pt x="1787220" y="1594732"/>
                </a:moveTo>
                <a:lnTo>
                  <a:pt x="1790879" y="1593119"/>
                </a:lnTo>
                <a:lnTo>
                  <a:pt x="1790280" y="1592538"/>
                </a:lnTo>
                <a:close/>
                <a:moveTo>
                  <a:pt x="1589394" y="2037590"/>
                </a:moveTo>
                <a:lnTo>
                  <a:pt x="1589422" y="2038418"/>
                </a:lnTo>
                <a:lnTo>
                  <a:pt x="1590720" y="2038483"/>
                </a:lnTo>
                <a:lnTo>
                  <a:pt x="1590699" y="2037463"/>
                </a:lnTo>
                <a:close/>
                <a:moveTo>
                  <a:pt x="1615472" y="1979157"/>
                </a:moveTo>
                <a:lnTo>
                  <a:pt x="1615247" y="1979805"/>
                </a:lnTo>
                <a:lnTo>
                  <a:pt x="1615659" y="1979146"/>
                </a:lnTo>
                <a:close/>
                <a:moveTo>
                  <a:pt x="1748825" y="1680519"/>
                </a:moveTo>
                <a:lnTo>
                  <a:pt x="1749670" y="1680422"/>
                </a:lnTo>
                <a:lnTo>
                  <a:pt x="1749556" y="1679685"/>
                </a:lnTo>
                <a:close/>
                <a:moveTo>
                  <a:pt x="1552116" y="2120975"/>
                </a:moveTo>
                <a:lnTo>
                  <a:pt x="1554344" y="2121081"/>
                </a:lnTo>
                <a:lnTo>
                  <a:pt x="1555721" y="2121128"/>
                </a:lnTo>
                <a:lnTo>
                  <a:pt x="1555945" y="2120156"/>
                </a:lnTo>
                <a:lnTo>
                  <a:pt x="1552678" y="2120200"/>
                </a:lnTo>
                <a:close/>
                <a:moveTo>
                  <a:pt x="1711452" y="1764172"/>
                </a:moveTo>
                <a:lnTo>
                  <a:pt x="1711810" y="1764023"/>
                </a:lnTo>
                <a:lnTo>
                  <a:pt x="1712203" y="1763406"/>
                </a:lnTo>
                <a:lnTo>
                  <a:pt x="1712166" y="1763265"/>
                </a:lnTo>
                <a:close/>
                <a:moveTo>
                  <a:pt x="1729145" y="1724547"/>
                </a:moveTo>
                <a:lnTo>
                  <a:pt x="1730351" y="1726558"/>
                </a:lnTo>
                <a:lnTo>
                  <a:pt x="1733551" y="1725511"/>
                </a:lnTo>
                <a:lnTo>
                  <a:pt x="1735141" y="1724231"/>
                </a:lnTo>
                <a:lnTo>
                  <a:pt x="1734844" y="1722827"/>
                </a:lnTo>
                <a:lnTo>
                  <a:pt x="1729460" y="1724302"/>
                </a:lnTo>
                <a:close/>
                <a:moveTo>
                  <a:pt x="1633367" y="1938943"/>
                </a:moveTo>
                <a:lnTo>
                  <a:pt x="1633616" y="1941780"/>
                </a:lnTo>
                <a:lnTo>
                  <a:pt x="1633615" y="1941950"/>
                </a:lnTo>
                <a:lnTo>
                  <a:pt x="1636116" y="1940669"/>
                </a:lnTo>
                <a:lnTo>
                  <a:pt x="1639195" y="1934815"/>
                </a:lnTo>
                <a:close/>
                <a:moveTo>
                  <a:pt x="1615707" y="1978482"/>
                </a:moveTo>
                <a:lnTo>
                  <a:pt x="1615653" y="1978638"/>
                </a:lnTo>
                <a:lnTo>
                  <a:pt x="1615988" y="1978618"/>
                </a:lnTo>
                <a:lnTo>
                  <a:pt x="1616115" y="1978414"/>
                </a:lnTo>
                <a:close/>
                <a:moveTo>
                  <a:pt x="1814639" y="1532988"/>
                </a:moveTo>
                <a:lnTo>
                  <a:pt x="1816541" y="1532322"/>
                </a:lnTo>
                <a:lnTo>
                  <a:pt x="1815569" y="1531690"/>
                </a:lnTo>
                <a:close/>
                <a:moveTo>
                  <a:pt x="1788821" y="1590697"/>
                </a:moveTo>
                <a:lnTo>
                  <a:pt x="1790301" y="1592129"/>
                </a:lnTo>
                <a:lnTo>
                  <a:pt x="1795889" y="1588239"/>
                </a:lnTo>
                <a:lnTo>
                  <a:pt x="1800190" y="1585153"/>
                </a:lnTo>
                <a:lnTo>
                  <a:pt x="1794574" y="1587267"/>
                </a:lnTo>
                <a:close/>
                <a:moveTo>
                  <a:pt x="1624560" y="1958448"/>
                </a:moveTo>
                <a:lnTo>
                  <a:pt x="1624577" y="1958540"/>
                </a:lnTo>
                <a:lnTo>
                  <a:pt x="1626846" y="1958289"/>
                </a:lnTo>
                <a:lnTo>
                  <a:pt x="1627348" y="1957334"/>
                </a:lnTo>
                <a:close/>
                <a:moveTo>
                  <a:pt x="1753560" y="1669547"/>
                </a:moveTo>
                <a:lnTo>
                  <a:pt x="1754109" y="1671015"/>
                </a:lnTo>
                <a:lnTo>
                  <a:pt x="1754695" y="1670971"/>
                </a:lnTo>
                <a:lnTo>
                  <a:pt x="1756979" y="1668366"/>
                </a:lnTo>
                <a:lnTo>
                  <a:pt x="1756816" y="1668068"/>
                </a:lnTo>
                <a:lnTo>
                  <a:pt x="1753758" y="1669301"/>
                </a:lnTo>
                <a:close/>
                <a:moveTo>
                  <a:pt x="1820903" y="1518718"/>
                </a:moveTo>
                <a:lnTo>
                  <a:pt x="1821316" y="1520282"/>
                </a:lnTo>
                <a:lnTo>
                  <a:pt x="1823605" y="1516905"/>
                </a:lnTo>
                <a:lnTo>
                  <a:pt x="1822212" y="1517506"/>
                </a:lnTo>
                <a:close/>
                <a:moveTo>
                  <a:pt x="1786609" y="1595478"/>
                </a:moveTo>
                <a:lnTo>
                  <a:pt x="1789528" y="1594903"/>
                </a:lnTo>
                <a:lnTo>
                  <a:pt x="1790895" y="1593589"/>
                </a:lnTo>
                <a:close/>
                <a:moveTo>
                  <a:pt x="1589375" y="2037043"/>
                </a:moveTo>
                <a:lnTo>
                  <a:pt x="1589376" y="2037094"/>
                </a:lnTo>
                <a:lnTo>
                  <a:pt x="1589500" y="2037082"/>
                </a:lnTo>
                <a:close/>
                <a:moveTo>
                  <a:pt x="1775103" y="1621155"/>
                </a:moveTo>
                <a:lnTo>
                  <a:pt x="1775399" y="1624060"/>
                </a:lnTo>
                <a:lnTo>
                  <a:pt x="1781332" y="1622310"/>
                </a:lnTo>
                <a:lnTo>
                  <a:pt x="1785867" y="1620574"/>
                </a:lnTo>
                <a:lnTo>
                  <a:pt x="1787008" y="1619331"/>
                </a:lnTo>
                <a:lnTo>
                  <a:pt x="1788222" y="1617825"/>
                </a:lnTo>
                <a:lnTo>
                  <a:pt x="1787303" y="1616031"/>
                </a:lnTo>
                <a:lnTo>
                  <a:pt x="1786712" y="1616065"/>
                </a:lnTo>
                <a:close/>
                <a:moveTo>
                  <a:pt x="1618108" y="1972623"/>
                </a:moveTo>
                <a:lnTo>
                  <a:pt x="1618550" y="1972543"/>
                </a:lnTo>
                <a:lnTo>
                  <a:pt x="1618422" y="1972495"/>
                </a:lnTo>
                <a:close/>
                <a:moveTo>
                  <a:pt x="1628799" y="1948655"/>
                </a:moveTo>
                <a:lnTo>
                  <a:pt x="1629305" y="1949818"/>
                </a:lnTo>
                <a:lnTo>
                  <a:pt x="1630573" y="1949707"/>
                </a:lnTo>
                <a:lnTo>
                  <a:pt x="1631678" y="1949104"/>
                </a:lnTo>
                <a:lnTo>
                  <a:pt x="1633022" y="1946550"/>
                </a:lnTo>
                <a:lnTo>
                  <a:pt x="1633017" y="1946495"/>
                </a:lnTo>
                <a:close/>
                <a:moveTo>
                  <a:pt x="1617758" y="1973363"/>
                </a:moveTo>
                <a:lnTo>
                  <a:pt x="1617748" y="1975031"/>
                </a:lnTo>
                <a:lnTo>
                  <a:pt x="1618038" y="1975027"/>
                </a:lnTo>
                <a:lnTo>
                  <a:pt x="1618949" y="1973294"/>
                </a:lnTo>
                <a:lnTo>
                  <a:pt x="1618301" y="1973264"/>
                </a:lnTo>
                <a:close/>
                <a:moveTo>
                  <a:pt x="1681567" y="1830454"/>
                </a:moveTo>
                <a:lnTo>
                  <a:pt x="1681631" y="1830841"/>
                </a:lnTo>
                <a:lnTo>
                  <a:pt x="1681839" y="1830484"/>
                </a:lnTo>
                <a:close/>
                <a:moveTo>
                  <a:pt x="1590918" y="2033399"/>
                </a:moveTo>
                <a:lnTo>
                  <a:pt x="1590991" y="2036936"/>
                </a:lnTo>
                <a:lnTo>
                  <a:pt x="1592558" y="2036784"/>
                </a:lnTo>
                <a:lnTo>
                  <a:pt x="1593717" y="2033838"/>
                </a:lnTo>
                <a:close/>
                <a:moveTo>
                  <a:pt x="1804431" y="1555302"/>
                </a:moveTo>
                <a:lnTo>
                  <a:pt x="1810135" y="1553137"/>
                </a:lnTo>
                <a:lnTo>
                  <a:pt x="1811310" y="1552343"/>
                </a:lnTo>
                <a:lnTo>
                  <a:pt x="1811022" y="1551772"/>
                </a:lnTo>
                <a:lnTo>
                  <a:pt x="1808791" y="1552009"/>
                </a:lnTo>
                <a:lnTo>
                  <a:pt x="1805124" y="1554549"/>
                </a:lnTo>
                <a:close/>
                <a:moveTo>
                  <a:pt x="1802432" y="1559739"/>
                </a:moveTo>
                <a:lnTo>
                  <a:pt x="1802479" y="1560001"/>
                </a:lnTo>
                <a:lnTo>
                  <a:pt x="1803632" y="1559703"/>
                </a:lnTo>
                <a:lnTo>
                  <a:pt x="1803417" y="1559338"/>
                </a:lnTo>
                <a:close/>
                <a:moveTo>
                  <a:pt x="1551209" y="2122225"/>
                </a:moveTo>
                <a:lnTo>
                  <a:pt x="1555056" y="2121295"/>
                </a:lnTo>
                <a:lnTo>
                  <a:pt x="1551960" y="2121190"/>
                </a:lnTo>
                <a:close/>
                <a:moveTo>
                  <a:pt x="1729326" y="1723371"/>
                </a:moveTo>
                <a:lnTo>
                  <a:pt x="1732455" y="1720943"/>
                </a:lnTo>
                <a:lnTo>
                  <a:pt x="1730446" y="1721842"/>
                </a:lnTo>
                <a:close/>
                <a:moveTo>
                  <a:pt x="1847377" y="1458978"/>
                </a:moveTo>
                <a:lnTo>
                  <a:pt x="1867629" y="1436664"/>
                </a:lnTo>
                <a:lnTo>
                  <a:pt x="1867526" y="1436692"/>
                </a:lnTo>
                <a:lnTo>
                  <a:pt x="1851304" y="1453669"/>
                </a:lnTo>
                <a:close/>
                <a:moveTo>
                  <a:pt x="1621818" y="1964048"/>
                </a:moveTo>
                <a:lnTo>
                  <a:pt x="1621886" y="1965814"/>
                </a:lnTo>
                <a:lnTo>
                  <a:pt x="1622979" y="1965636"/>
                </a:lnTo>
                <a:lnTo>
                  <a:pt x="1624021" y="1963656"/>
                </a:lnTo>
                <a:lnTo>
                  <a:pt x="1622483" y="1963815"/>
                </a:lnTo>
                <a:close/>
                <a:moveTo>
                  <a:pt x="1757392" y="1660417"/>
                </a:moveTo>
                <a:lnTo>
                  <a:pt x="1757519" y="1660681"/>
                </a:lnTo>
                <a:lnTo>
                  <a:pt x="1759538" y="1658168"/>
                </a:lnTo>
                <a:lnTo>
                  <a:pt x="1759468" y="1657842"/>
                </a:lnTo>
                <a:close/>
                <a:moveTo>
                  <a:pt x="1655476" y="1888605"/>
                </a:moveTo>
                <a:lnTo>
                  <a:pt x="1655498" y="1888816"/>
                </a:lnTo>
                <a:lnTo>
                  <a:pt x="1656007" y="1888483"/>
                </a:lnTo>
                <a:close/>
                <a:moveTo>
                  <a:pt x="1656600" y="1886062"/>
                </a:moveTo>
                <a:lnTo>
                  <a:pt x="1661618" y="1883446"/>
                </a:lnTo>
                <a:lnTo>
                  <a:pt x="1661632" y="1883282"/>
                </a:lnTo>
                <a:lnTo>
                  <a:pt x="1660406" y="1882937"/>
                </a:lnTo>
                <a:lnTo>
                  <a:pt x="1659659" y="1883362"/>
                </a:lnTo>
                <a:close/>
                <a:moveTo>
                  <a:pt x="1703261" y="1781538"/>
                </a:moveTo>
                <a:lnTo>
                  <a:pt x="1708731" y="1779252"/>
                </a:lnTo>
                <a:lnTo>
                  <a:pt x="1708682" y="1775160"/>
                </a:lnTo>
                <a:lnTo>
                  <a:pt x="1706314" y="1776754"/>
                </a:lnTo>
                <a:close/>
                <a:moveTo>
                  <a:pt x="1681517" y="1830147"/>
                </a:moveTo>
                <a:lnTo>
                  <a:pt x="1681538" y="1830277"/>
                </a:lnTo>
                <a:lnTo>
                  <a:pt x="1681935" y="1830321"/>
                </a:lnTo>
                <a:lnTo>
                  <a:pt x="1682181" y="1829897"/>
                </a:lnTo>
                <a:close/>
                <a:moveTo>
                  <a:pt x="1784132" y="1600329"/>
                </a:moveTo>
                <a:lnTo>
                  <a:pt x="1784674" y="1601815"/>
                </a:lnTo>
                <a:lnTo>
                  <a:pt x="1790062" y="1600738"/>
                </a:lnTo>
                <a:lnTo>
                  <a:pt x="1791546" y="1599764"/>
                </a:lnTo>
                <a:lnTo>
                  <a:pt x="1788366" y="1598127"/>
                </a:lnTo>
                <a:lnTo>
                  <a:pt x="1787131" y="1598370"/>
                </a:lnTo>
                <a:lnTo>
                  <a:pt x="1785434" y="1599078"/>
                </a:lnTo>
                <a:close/>
                <a:moveTo>
                  <a:pt x="1888078" y="1367560"/>
                </a:moveTo>
                <a:lnTo>
                  <a:pt x="1889918" y="1366669"/>
                </a:lnTo>
                <a:lnTo>
                  <a:pt x="1893151" y="1360389"/>
                </a:lnTo>
                <a:lnTo>
                  <a:pt x="1892670" y="1360681"/>
                </a:lnTo>
                <a:close/>
                <a:moveTo>
                  <a:pt x="1617470" y="1973416"/>
                </a:moveTo>
                <a:lnTo>
                  <a:pt x="1616904" y="1975042"/>
                </a:lnTo>
                <a:lnTo>
                  <a:pt x="1617526" y="1975034"/>
                </a:lnTo>
                <a:lnTo>
                  <a:pt x="1617536" y="1973403"/>
                </a:lnTo>
                <a:close/>
                <a:moveTo>
                  <a:pt x="1607113" y="1996520"/>
                </a:moveTo>
                <a:lnTo>
                  <a:pt x="1607199" y="1997167"/>
                </a:lnTo>
                <a:lnTo>
                  <a:pt x="1608251" y="1996293"/>
                </a:lnTo>
                <a:close/>
                <a:moveTo>
                  <a:pt x="1820750" y="1518136"/>
                </a:moveTo>
                <a:lnTo>
                  <a:pt x="1820780" y="1518250"/>
                </a:lnTo>
                <a:lnTo>
                  <a:pt x="1821051" y="1518006"/>
                </a:lnTo>
                <a:close/>
                <a:moveTo>
                  <a:pt x="1656180" y="1886554"/>
                </a:moveTo>
                <a:lnTo>
                  <a:pt x="1661510" y="1884705"/>
                </a:lnTo>
                <a:lnTo>
                  <a:pt x="1661593" y="1883732"/>
                </a:lnTo>
                <a:close/>
                <a:moveTo>
                  <a:pt x="1617864" y="1972288"/>
                </a:moveTo>
                <a:lnTo>
                  <a:pt x="1617765" y="1972570"/>
                </a:lnTo>
                <a:lnTo>
                  <a:pt x="1618174" y="1972404"/>
                </a:lnTo>
                <a:close/>
                <a:moveTo>
                  <a:pt x="1845885" y="1461684"/>
                </a:moveTo>
                <a:lnTo>
                  <a:pt x="1846498" y="1461497"/>
                </a:lnTo>
                <a:lnTo>
                  <a:pt x="1861119" y="1450447"/>
                </a:lnTo>
                <a:lnTo>
                  <a:pt x="1861027" y="1450797"/>
                </a:lnTo>
                <a:lnTo>
                  <a:pt x="1847124" y="1461304"/>
                </a:lnTo>
                <a:lnTo>
                  <a:pt x="1850751" y="1460191"/>
                </a:lnTo>
                <a:lnTo>
                  <a:pt x="1859015" y="1453175"/>
                </a:lnTo>
                <a:lnTo>
                  <a:pt x="1858977" y="1453533"/>
                </a:lnTo>
                <a:lnTo>
                  <a:pt x="1851351" y="1460006"/>
                </a:lnTo>
                <a:lnTo>
                  <a:pt x="1862508" y="1456582"/>
                </a:lnTo>
                <a:lnTo>
                  <a:pt x="1864857" y="1455152"/>
                </a:lnTo>
                <a:lnTo>
                  <a:pt x="1865215" y="1454761"/>
                </a:lnTo>
                <a:lnTo>
                  <a:pt x="1865654" y="1454094"/>
                </a:lnTo>
                <a:lnTo>
                  <a:pt x="1865668" y="1454265"/>
                </a:lnTo>
                <a:lnTo>
                  <a:pt x="1876390" y="1442546"/>
                </a:lnTo>
                <a:lnTo>
                  <a:pt x="1886274" y="1431447"/>
                </a:lnTo>
                <a:lnTo>
                  <a:pt x="1875573" y="1434441"/>
                </a:lnTo>
                <a:lnTo>
                  <a:pt x="1877783" y="1436878"/>
                </a:lnTo>
                <a:lnTo>
                  <a:pt x="1877776" y="1437203"/>
                </a:lnTo>
                <a:lnTo>
                  <a:pt x="1875332" y="1434509"/>
                </a:lnTo>
                <a:lnTo>
                  <a:pt x="1868921" y="1436302"/>
                </a:lnTo>
                <a:close/>
                <a:moveTo>
                  <a:pt x="1608420" y="1993405"/>
                </a:moveTo>
                <a:lnTo>
                  <a:pt x="1610013" y="1992379"/>
                </a:lnTo>
                <a:lnTo>
                  <a:pt x="1611215" y="1988922"/>
                </a:lnTo>
                <a:close/>
                <a:moveTo>
                  <a:pt x="1813012" y="1535260"/>
                </a:moveTo>
                <a:lnTo>
                  <a:pt x="1816059" y="1533070"/>
                </a:lnTo>
                <a:lnTo>
                  <a:pt x="1813961" y="1533936"/>
                </a:lnTo>
                <a:close/>
                <a:moveTo>
                  <a:pt x="1805602" y="1551840"/>
                </a:moveTo>
                <a:lnTo>
                  <a:pt x="1807230" y="1551667"/>
                </a:lnTo>
                <a:lnTo>
                  <a:pt x="1809666" y="1549090"/>
                </a:lnTo>
                <a:lnTo>
                  <a:pt x="1808722" y="1547218"/>
                </a:lnTo>
                <a:close/>
                <a:moveTo>
                  <a:pt x="1814986" y="1530790"/>
                </a:moveTo>
                <a:lnTo>
                  <a:pt x="1815396" y="1531058"/>
                </a:lnTo>
                <a:lnTo>
                  <a:pt x="1815682" y="1531250"/>
                </a:lnTo>
                <a:lnTo>
                  <a:pt x="1816976" y="1529401"/>
                </a:lnTo>
                <a:lnTo>
                  <a:pt x="1816825" y="1528078"/>
                </a:lnTo>
                <a:close/>
                <a:moveTo>
                  <a:pt x="1744280" y="1689086"/>
                </a:moveTo>
                <a:lnTo>
                  <a:pt x="1744302" y="1689077"/>
                </a:lnTo>
                <a:lnTo>
                  <a:pt x="1744303" y="1689059"/>
                </a:lnTo>
                <a:close/>
                <a:moveTo>
                  <a:pt x="1744028" y="1689629"/>
                </a:moveTo>
                <a:lnTo>
                  <a:pt x="1744231" y="1690220"/>
                </a:lnTo>
                <a:lnTo>
                  <a:pt x="1744275" y="1689520"/>
                </a:lnTo>
                <a:close/>
                <a:moveTo>
                  <a:pt x="1752270" y="1671154"/>
                </a:moveTo>
                <a:lnTo>
                  <a:pt x="1753000" y="1671099"/>
                </a:lnTo>
                <a:lnTo>
                  <a:pt x="1752764" y="1670539"/>
                </a:lnTo>
                <a:close/>
                <a:moveTo>
                  <a:pt x="1818091" y="1523750"/>
                </a:moveTo>
                <a:lnTo>
                  <a:pt x="1818378" y="1524616"/>
                </a:lnTo>
                <a:lnTo>
                  <a:pt x="1819346" y="1523189"/>
                </a:lnTo>
                <a:close/>
                <a:moveTo>
                  <a:pt x="1810879" y="1539835"/>
                </a:moveTo>
                <a:lnTo>
                  <a:pt x="1811087" y="1539697"/>
                </a:lnTo>
                <a:lnTo>
                  <a:pt x="1811444" y="1539318"/>
                </a:lnTo>
                <a:close/>
                <a:moveTo>
                  <a:pt x="1650071" y="1899882"/>
                </a:moveTo>
                <a:lnTo>
                  <a:pt x="1651603" y="1902656"/>
                </a:lnTo>
                <a:lnTo>
                  <a:pt x="1655876" y="1901080"/>
                </a:lnTo>
                <a:lnTo>
                  <a:pt x="1654610" y="1897691"/>
                </a:lnTo>
                <a:lnTo>
                  <a:pt x="1651784" y="1898658"/>
                </a:lnTo>
                <a:close/>
                <a:moveTo>
                  <a:pt x="1618444" y="1970621"/>
                </a:moveTo>
                <a:lnTo>
                  <a:pt x="1618006" y="1971879"/>
                </a:lnTo>
                <a:lnTo>
                  <a:pt x="1618753" y="1972168"/>
                </a:lnTo>
                <a:lnTo>
                  <a:pt x="1619758" y="1971757"/>
                </a:lnTo>
                <a:lnTo>
                  <a:pt x="1620510" y="1970329"/>
                </a:lnTo>
                <a:close/>
                <a:moveTo>
                  <a:pt x="1810350" y="1540857"/>
                </a:moveTo>
                <a:lnTo>
                  <a:pt x="1812523" y="1540528"/>
                </a:lnTo>
                <a:lnTo>
                  <a:pt x="1816404" y="1534781"/>
                </a:lnTo>
                <a:lnTo>
                  <a:pt x="1813409" y="1537521"/>
                </a:lnTo>
                <a:close/>
                <a:moveTo>
                  <a:pt x="1716297" y="1751455"/>
                </a:moveTo>
                <a:lnTo>
                  <a:pt x="1719631" y="1748542"/>
                </a:lnTo>
                <a:lnTo>
                  <a:pt x="1719579" y="1748316"/>
                </a:lnTo>
                <a:lnTo>
                  <a:pt x="1718655" y="1749076"/>
                </a:lnTo>
                <a:close/>
                <a:moveTo>
                  <a:pt x="1761978" y="1649098"/>
                </a:moveTo>
                <a:lnTo>
                  <a:pt x="1763269" y="1648775"/>
                </a:lnTo>
                <a:lnTo>
                  <a:pt x="1763472" y="1648523"/>
                </a:lnTo>
                <a:lnTo>
                  <a:pt x="1763351" y="1648266"/>
                </a:lnTo>
                <a:close/>
                <a:moveTo>
                  <a:pt x="1607672" y="1994603"/>
                </a:moveTo>
                <a:lnTo>
                  <a:pt x="1609277" y="1994282"/>
                </a:lnTo>
                <a:lnTo>
                  <a:pt x="1609784" y="1992996"/>
                </a:lnTo>
                <a:lnTo>
                  <a:pt x="1607930" y="1994189"/>
                </a:lnTo>
                <a:close/>
                <a:moveTo>
                  <a:pt x="1833349" y="1489269"/>
                </a:moveTo>
                <a:lnTo>
                  <a:pt x="1836421" y="1493399"/>
                </a:lnTo>
                <a:lnTo>
                  <a:pt x="1841134" y="1491049"/>
                </a:lnTo>
                <a:lnTo>
                  <a:pt x="1847582" y="1481539"/>
                </a:lnTo>
                <a:lnTo>
                  <a:pt x="1847885" y="1481078"/>
                </a:lnTo>
                <a:lnTo>
                  <a:pt x="1847099" y="1479461"/>
                </a:lnTo>
                <a:close/>
                <a:moveTo>
                  <a:pt x="1751920" y="1671590"/>
                </a:moveTo>
                <a:lnTo>
                  <a:pt x="1753165" y="1671492"/>
                </a:lnTo>
                <a:lnTo>
                  <a:pt x="1753155" y="1671467"/>
                </a:lnTo>
                <a:lnTo>
                  <a:pt x="1751932" y="1671576"/>
                </a:lnTo>
                <a:close/>
                <a:moveTo>
                  <a:pt x="1701666" y="1784037"/>
                </a:moveTo>
                <a:lnTo>
                  <a:pt x="1702834" y="1783431"/>
                </a:lnTo>
                <a:lnTo>
                  <a:pt x="1702804" y="1783334"/>
                </a:lnTo>
                <a:lnTo>
                  <a:pt x="1701798" y="1783831"/>
                </a:lnTo>
                <a:close/>
                <a:moveTo>
                  <a:pt x="1701236" y="1784957"/>
                </a:moveTo>
                <a:lnTo>
                  <a:pt x="1703124" y="1784357"/>
                </a:lnTo>
                <a:lnTo>
                  <a:pt x="1703022" y="1784030"/>
                </a:lnTo>
                <a:close/>
                <a:moveTo>
                  <a:pt x="1653798" y="1891100"/>
                </a:moveTo>
                <a:lnTo>
                  <a:pt x="1655596" y="1891008"/>
                </a:lnTo>
                <a:lnTo>
                  <a:pt x="1657127" y="1889914"/>
                </a:lnTo>
                <a:lnTo>
                  <a:pt x="1655184" y="1890193"/>
                </a:lnTo>
                <a:close/>
                <a:moveTo>
                  <a:pt x="1621771" y="1962812"/>
                </a:moveTo>
                <a:lnTo>
                  <a:pt x="1621774" y="1962898"/>
                </a:lnTo>
                <a:lnTo>
                  <a:pt x="1624750" y="1961986"/>
                </a:lnTo>
                <a:lnTo>
                  <a:pt x="1624633" y="1961361"/>
                </a:lnTo>
                <a:close/>
                <a:moveTo>
                  <a:pt x="1783908" y="1599714"/>
                </a:moveTo>
                <a:lnTo>
                  <a:pt x="1784068" y="1600154"/>
                </a:lnTo>
                <a:lnTo>
                  <a:pt x="1784999" y="1599259"/>
                </a:lnTo>
                <a:close/>
                <a:moveTo>
                  <a:pt x="1636332" y="1930151"/>
                </a:moveTo>
                <a:lnTo>
                  <a:pt x="1638374" y="1929835"/>
                </a:lnTo>
                <a:lnTo>
                  <a:pt x="1639838" y="1929593"/>
                </a:lnTo>
                <a:lnTo>
                  <a:pt x="1640260" y="1929375"/>
                </a:lnTo>
                <a:lnTo>
                  <a:pt x="1640292" y="1927998"/>
                </a:lnTo>
                <a:lnTo>
                  <a:pt x="1637854" y="1928942"/>
                </a:lnTo>
                <a:close/>
                <a:moveTo>
                  <a:pt x="1593749" y="2025495"/>
                </a:moveTo>
                <a:lnTo>
                  <a:pt x="1593778" y="2025547"/>
                </a:lnTo>
                <a:lnTo>
                  <a:pt x="1593899" y="2025525"/>
                </a:lnTo>
                <a:close/>
                <a:moveTo>
                  <a:pt x="1549368" y="2124761"/>
                </a:moveTo>
                <a:lnTo>
                  <a:pt x="1555433" y="2122376"/>
                </a:lnTo>
                <a:lnTo>
                  <a:pt x="1555594" y="2121681"/>
                </a:lnTo>
                <a:lnTo>
                  <a:pt x="1550754" y="2122851"/>
                </a:lnTo>
                <a:close/>
                <a:moveTo>
                  <a:pt x="1633195" y="1936975"/>
                </a:moveTo>
                <a:lnTo>
                  <a:pt x="1633271" y="1937839"/>
                </a:lnTo>
                <a:lnTo>
                  <a:pt x="1637241" y="1935028"/>
                </a:lnTo>
                <a:close/>
                <a:moveTo>
                  <a:pt x="1681350" y="1829132"/>
                </a:moveTo>
                <a:lnTo>
                  <a:pt x="1681455" y="1829775"/>
                </a:lnTo>
                <a:lnTo>
                  <a:pt x="1682465" y="1829412"/>
                </a:lnTo>
                <a:lnTo>
                  <a:pt x="1682558" y="1829252"/>
                </a:lnTo>
                <a:lnTo>
                  <a:pt x="1682741" y="1828364"/>
                </a:lnTo>
                <a:lnTo>
                  <a:pt x="1682320" y="1828384"/>
                </a:lnTo>
                <a:close/>
                <a:moveTo>
                  <a:pt x="1763850" y="1644328"/>
                </a:moveTo>
                <a:lnTo>
                  <a:pt x="1764745" y="1645291"/>
                </a:lnTo>
                <a:lnTo>
                  <a:pt x="1766844" y="1644342"/>
                </a:lnTo>
                <a:lnTo>
                  <a:pt x="1767381" y="1643675"/>
                </a:lnTo>
                <a:lnTo>
                  <a:pt x="1767493" y="1641230"/>
                </a:lnTo>
                <a:lnTo>
                  <a:pt x="1765703" y="1642346"/>
                </a:lnTo>
                <a:close/>
                <a:moveTo>
                  <a:pt x="1842301" y="1468647"/>
                </a:moveTo>
                <a:lnTo>
                  <a:pt x="1843622" y="1471363"/>
                </a:lnTo>
                <a:lnTo>
                  <a:pt x="1859175" y="1461363"/>
                </a:lnTo>
                <a:lnTo>
                  <a:pt x="1862423" y="1457813"/>
                </a:lnTo>
                <a:close/>
                <a:moveTo>
                  <a:pt x="1760409" y="1651993"/>
                </a:moveTo>
                <a:lnTo>
                  <a:pt x="1760520" y="1652185"/>
                </a:lnTo>
                <a:lnTo>
                  <a:pt x="1760731" y="1651922"/>
                </a:lnTo>
                <a:close/>
                <a:moveTo>
                  <a:pt x="1700482" y="1786139"/>
                </a:moveTo>
                <a:lnTo>
                  <a:pt x="1700368" y="1786693"/>
                </a:lnTo>
                <a:lnTo>
                  <a:pt x="1703478" y="1785490"/>
                </a:lnTo>
                <a:lnTo>
                  <a:pt x="1703392" y="1785215"/>
                </a:lnTo>
                <a:close/>
                <a:moveTo>
                  <a:pt x="1594744" y="2022840"/>
                </a:moveTo>
                <a:lnTo>
                  <a:pt x="1597734" y="2023628"/>
                </a:lnTo>
                <a:lnTo>
                  <a:pt x="1598090" y="2022721"/>
                </a:lnTo>
                <a:close/>
                <a:moveTo>
                  <a:pt x="1619898" y="1966441"/>
                </a:moveTo>
                <a:lnTo>
                  <a:pt x="1618831" y="1969507"/>
                </a:lnTo>
                <a:lnTo>
                  <a:pt x="1620996" y="1969406"/>
                </a:lnTo>
                <a:lnTo>
                  <a:pt x="1621494" y="1968460"/>
                </a:lnTo>
                <a:lnTo>
                  <a:pt x="1621405" y="1966174"/>
                </a:lnTo>
                <a:close/>
                <a:moveTo>
                  <a:pt x="1733385" y="1712248"/>
                </a:moveTo>
                <a:lnTo>
                  <a:pt x="1734191" y="1715694"/>
                </a:lnTo>
                <a:lnTo>
                  <a:pt x="1734220" y="1715842"/>
                </a:lnTo>
                <a:lnTo>
                  <a:pt x="1737506" y="1711357"/>
                </a:lnTo>
                <a:lnTo>
                  <a:pt x="1737001" y="1710579"/>
                </a:lnTo>
                <a:lnTo>
                  <a:pt x="1734677" y="1711143"/>
                </a:lnTo>
                <a:close/>
                <a:moveTo>
                  <a:pt x="1571337" y="2075010"/>
                </a:moveTo>
                <a:lnTo>
                  <a:pt x="1571286" y="2081985"/>
                </a:lnTo>
                <a:lnTo>
                  <a:pt x="1572586" y="2082488"/>
                </a:lnTo>
                <a:lnTo>
                  <a:pt x="1572814" y="2082572"/>
                </a:lnTo>
                <a:close/>
                <a:moveTo>
                  <a:pt x="1604148" y="2001527"/>
                </a:moveTo>
                <a:lnTo>
                  <a:pt x="1603714" y="2005799"/>
                </a:lnTo>
                <a:lnTo>
                  <a:pt x="1604663" y="2006011"/>
                </a:lnTo>
                <a:lnTo>
                  <a:pt x="1605139" y="2004801"/>
                </a:lnTo>
                <a:lnTo>
                  <a:pt x="1604698" y="2001471"/>
                </a:lnTo>
                <a:lnTo>
                  <a:pt x="1604177" y="2001503"/>
                </a:lnTo>
                <a:close/>
                <a:moveTo>
                  <a:pt x="1813139" y="1533515"/>
                </a:moveTo>
                <a:lnTo>
                  <a:pt x="1814409" y="1533069"/>
                </a:lnTo>
                <a:lnTo>
                  <a:pt x="1815436" y="1531602"/>
                </a:lnTo>
                <a:lnTo>
                  <a:pt x="1814742" y="1531150"/>
                </a:lnTo>
                <a:close/>
                <a:moveTo>
                  <a:pt x="1797967" y="1567389"/>
                </a:moveTo>
                <a:lnTo>
                  <a:pt x="1798485" y="1568263"/>
                </a:lnTo>
                <a:lnTo>
                  <a:pt x="1803094" y="1564792"/>
                </a:lnTo>
                <a:lnTo>
                  <a:pt x="1802968" y="1564138"/>
                </a:lnTo>
                <a:lnTo>
                  <a:pt x="1802347" y="1564366"/>
                </a:lnTo>
                <a:close/>
                <a:moveTo>
                  <a:pt x="1642439" y="1915642"/>
                </a:moveTo>
                <a:lnTo>
                  <a:pt x="1642515" y="1917685"/>
                </a:lnTo>
                <a:lnTo>
                  <a:pt x="1649667" y="1914917"/>
                </a:lnTo>
                <a:lnTo>
                  <a:pt x="1650605" y="1913133"/>
                </a:lnTo>
                <a:lnTo>
                  <a:pt x="1649025" y="1913410"/>
                </a:lnTo>
                <a:lnTo>
                  <a:pt x="1646292" y="1913850"/>
                </a:lnTo>
                <a:close/>
                <a:moveTo>
                  <a:pt x="1614254" y="1978724"/>
                </a:moveTo>
                <a:lnTo>
                  <a:pt x="1614775" y="1978692"/>
                </a:lnTo>
                <a:lnTo>
                  <a:pt x="1614795" y="1978634"/>
                </a:lnTo>
                <a:close/>
                <a:moveTo>
                  <a:pt x="1803508" y="1554940"/>
                </a:moveTo>
                <a:lnTo>
                  <a:pt x="1805328" y="1553679"/>
                </a:lnTo>
                <a:lnTo>
                  <a:pt x="1806698" y="1552228"/>
                </a:lnTo>
                <a:lnTo>
                  <a:pt x="1805234" y="1552384"/>
                </a:lnTo>
                <a:close/>
                <a:moveTo>
                  <a:pt x="1652923" y="1892127"/>
                </a:moveTo>
                <a:lnTo>
                  <a:pt x="1653157" y="1892751"/>
                </a:lnTo>
                <a:lnTo>
                  <a:pt x="1654116" y="1892066"/>
                </a:lnTo>
                <a:close/>
                <a:moveTo>
                  <a:pt x="1708189" y="1768322"/>
                </a:moveTo>
                <a:lnTo>
                  <a:pt x="1708598" y="1768180"/>
                </a:lnTo>
                <a:lnTo>
                  <a:pt x="1708593" y="1767808"/>
                </a:lnTo>
                <a:close/>
                <a:moveTo>
                  <a:pt x="1620579" y="1964483"/>
                </a:moveTo>
                <a:lnTo>
                  <a:pt x="1620010" y="1966119"/>
                </a:lnTo>
                <a:lnTo>
                  <a:pt x="1621395" y="1965894"/>
                </a:lnTo>
                <a:lnTo>
                  <a:pt x="1621330" y="1964220"/>
                </a:lnTo>
                <a:close/>
                <a:moveTo>
                  <a:pt x="1613969" y="1979249"/>
                </a:moveTo>
                <a:lnTo>
                  <a:pt x="1614123" y="1980565"/>
                </a:lnTo>
                <a:lnTo>
                  <a:pt x="1614594" y="1979211"/>
                </a:lnTo>
                <a:close/>
                <a:moveTo>
                  <a:pt x="1711330" y="1761231"/>
                </a:moveTo>
                <a:lnTo>
                  <a:pt x="1711362" y="1763901"/>
                </a:lnTo>
                <a:lnTo>
                  <a:pt x="1712088" y="1762979"/>
                </a:lnTo>
                <a:lnTo>
                  <a:pt x="1711586" y="1761115"/>
                </a:lnTo>
                <a:close/>
                <a:moveTo>
                  <a:pt x="1732879" y="1712917"/>
                </a:moveTo>
                <a:lnTo>
                  <a:pt x="1733365" y="1715216"/>
                </a:lnTo>
                <a:lnTo>
                  <a:pt x="1733429" y="1715270"/>
                </a:lnTo>
                <a:close/>
                <a:moveTo>
                  <a:pt x="1682056" y="1826700"/>
                </a:moveTo>
                <a:lnTo>
                  <a:pt x="1682922" y="1826814"/>
                </a:lnTo>
                <a:lnTo>
                  <a:pt x="1682589" y="1826172"/>
                </a:lnTo>
                <a:lnTo>
                  <a:pt x="1682366" y="1826337"/>
                </a:lnTo>
                <a:close/>
                <a:moveTo>
                  <a:pt x="1809644" y="1540964"/>
                </a:moveTo>
                <a:lnTo>
                  <a:pt x="1809935" y="1540919"/>
                </a:lnTo>
                <a:lnTo>
                  <a:pt x="1810554" y="1540263"/>
                </a:lnTo>
                <a:lnTo>
                  <a:pt x="1810036" y="1540606"/>
                </a:lnTo>
                <a:close/>
                <a:moveTo>
                  <a:pt x="1754832" y="1663593"/>
                </a:moveTo>
                <a:lnTo>
                  <a:pt x="1754974" y="1663851"/>
                </a:lnTo>
                <a:lnTo>
                  <a:pt x="1755421" y="1663294"/>
                </a:lnTo>
                <a:lnTo>
                  <a:pt x="1755290" y="1663024"/>
                </a:lnTo>
                <a:close/>
                <a:moveTo>
                  <a:pt x="1832190" y="1490294"/>
                </a:moveTo>
                <a:lnTo>
                  <a:pt x="1832736" y="1490787"/>
                </a:lnTo>
                <a:lnTo>
                  <a:pt x="1832293" y="1490190"/>
                </a:lnTo>
                <a:close/>
                <a:moveTo>
                  <a:pt x="1898183" y="1342412"/>
                </a:moveTo>
                <a:lnTo>
                  <a:pt x="1900939" y="1345259"/>
                </a:lnTo>
                <a:lnTo>
                  <a:pt x="1904053" y="1339209"/>
                </a:lnTo>
                <a:close/>
                <a:moveTo>
                  <a:pt x="1782039" y="1602341"/>
                </a:moveTo>
                <a:lnTo>
                  <a:pt x="1784349" y="1601880"/>
                </a:lnTo>
                <a:lnTo>
                  <a:pt x="1783859" y="1600592"/>
                </a:lnTo>
                <a:close/>
                <a:moveTo>
                  <a:pt x="1781616" y="1603211"/>
                </a:moveTo>
                <a:lnTo>
                  <a:pt x="1782792" y="1605509"/>
                </a:lnTo>
                <a:lnTo>
                  <a:pt x="1785142" y="1603967"/>
                </a:lnTo>
                <a:lnTo>
                  <a:pt x="1784626" y="1602610"/>
                </a:lnTo>
                <a:close/>
                <a:moveTo>
                  <a:pt x="1762675" y="1645586"/>
                </a:moveTo>
                <a:lnTo>
                  <a:pt x="1762925" y="1646114"/>
                </a:lnTo>
                <a:lnTo>
                  <a:pt x="1764423" y="1645437"/>
                </a:lnTo>
                <a:lnTo>
                  <a:pt x="1763622" y="1644574"/>
                </a:lnTo>
                <a:close/>
                <a:moveTo>
                  <a:pt x="1728140" y="1722875"/>
                </a:moveTo>
                <a:lnTo>
                  <a:pt x="1728474" y="1723430"/>
                </a:lnTo>
                <a:lnTo>
                  <a:pt x="1729346" y="1722335"/>
                </a:lnTo>
                <a:close/>
                <a:moveTo>
                  <a:pt x="1841972" y="1467970"/>
                </a:moveTo>
                <a:lnTo>
                  <a:pt x="1841974" y="1467974"/>
                </a:lnTo>
                <a:lnTo>
                  <a:pt x="1853426" y="1462107"/>
                </a:lnTo>
                <a:lnTo>
                  <a:pt x="1861191" y="1457382"/>
                </a:lnTo>
                <a:lnTo>
                  <a:pt x="1852149" y="1460559"/>
                </a:lnTo>
                <a:lnTo>
                  <a:pt x="1849881" y="1461254"/>
                </a:lnTo>
                <a:close/>
                <a:moveTo>
                  <a:pt x="1808512" y="1542862"/>
                </a:moveTo>
                <a:lnTo>
                  <a:pt x="1809553" y="1544927"/>
                </a:lnTo>
                <a:lnTo>
                  <a:pt x="1812226" y="1540969"/>
                </a:lnTo>
                <a:lnTo>
                  <a:pt x="1809930" y="1541316"/>
                </a:lnTo>
                <a:close/>
                <a:moveTo>
                  <a:pt x="1823970" y="1508227"/>
                </a:moveTo>
                <a:lnTo>
                  <a:pt x="1825218" y="1510368"/>
                </a:lnTo>
                <a:lnTo>
                  <a:pt x="1830251" y="1506461"/>
                </a:lnTo>
                <a:lnTo>
                  <a:pt x="1829017" y="1505385"/>
                </a:lnTo>
                <a:close/>
                <a:moveTo>
                  <a:pt x="1832769" y="1488487"/>
                </a:moveTo>
                <a:lnTo>
                  <a:pt x="1832924" y="1488697"/>
                </a:lnTo>
                <a:lnTo>
                  <a:pt x="1833891" y="1488064"/>
                </a:lnTo>
                <a:lnTo>
                  <a:pt x="1839551" y="1482115"/>
                </a:lnTo>
                <a:close/>
                <a:moveTo>
                  <a:pt x="1621978" y="1960461"/>
                </a:moveTo>
                <a:lnTo>
                  <a:pt x="1621709" y="1961233"/>
                </a:lnTo>
                <a:lnTo>
                  <a:pt x="1621732" y="1961822"/>
                </a:lnTo>
                <a:lnTo>
                  <a:pt x="1624459" y="1960440"/>
                </a:lnTo>
                <a:lnTo>
                  <a:pt x="1624317" y="1959684"/>
                </a:lnTo>
                <a:close/>
                <a:moveTo>
                  <a:pt x="1800592" y="1560487"/>
                </a:moveTo>
                <a:lnTo>
                  <a:pt x="1802180" y="1560078"/>
                </a:lnTo>
                <a:lnTo>
                  <a:pt x="1802137" y="1559859"/>
                </a:lnTo>
                <a:close/>
                <a:moveTo>
                  <a:pt x="1760646" y="1649906"/>
                </a:moveTo>
                <a:lnTo>
                  <a:pt x="1760686" y="1650131"/>
                </a:lnTo>
                <a:lnTo>
                  <a:pt x="1762501" y="1649728"/>
                </a:lnTo>
                <a:lnTo>
                  <a:pt x="1763118" y="1648962"/>
                </a:lnTo>
                <a:lnTo>
                  <a:pt x="1761560" y="1649351"/>
                </a:lnTo>
                <a:close/>
                <a:moveTo>
                  <a:pt x="1763363" y="1643804"/>
                </a:moveTo>
                <a:lnTo>
                  <a:pt x="1763584" y="1644042"/>
                </a:lnTo>
                <a:lnTo>
                  <a:pt x="1764567" y="1643053"/>
                </a:lnTo>
                <a:close/>
                <a:moveTo>
                  <a:pt x="1589258" y="2033643"/>
                </a:moveTo>
                <a:lnTo>
                  <a:pt x="1589355" y="2036475"/>
                </a:lnTo>
                <a:lnTo>
                  <a:pt x="1590688" y="2036895"/>
                </a:lnTo>
                <a:lnTo>
                  <a:pt x="1590616" y="2033405"/>
                </a:lnTo>
                <a:close/>
                <a:moveTo>
                  <a:pt x="1622209" y="1959798"/>
                </a:moveTo>
                <a:lnTo>
                  <a:pt x="1622103" y="1960102"/>
                </a:lnTo>
                <a:lnTo>
                  <a:pt x="1623694" y="1959574"/>
                </a:lnTo>
                <a:close/>
                <a:moveTo>
                  <a:pt x="1633062" y="1935461"/>
                </a:moveTo>
                <a:lnTo>
                  <a:pt x="1633153" y="1936500"/>
                </a:lnTo>
                <a:lnTo>
                  <a:pt x="1639428" y="1933480"/>
                </a:lnTo>
                <a:lnTo>
                  <a:pt x="1640151" y="1932968"/>
                </a:lnTo>
                <a:lnTo>
                  <a:pt x="1640200" y="1931641"/>
                </a:lnTo>
                <a:close/>
                <a:moveTo>
                  <a:pt x="1655188" y="1885904"/>
                </a:moveTo>
                <a:lnTo>
                  <a:pt x="1655272" y="1886702"/>
                </a:lnTo>
                <a:lnTo>
                  <a:pt x="1657967" y="1884323"/>
                </a:lnTo>
                <a:close/>
                <a:moveTo>
                  <a:pt x="1680078" y="1830113"/>
                </a:moveTo>
                <a:lnTo>
                  <a:pt x="1680086" y="1830114"/>
                </a:lnTo>
                <a:lnTo>
                  <a:pt x="1680085" y="1830108"/>
                </a:lnTo>
                <a:close/>
                <a:moveTo>
                  <a:pt x="1642396" y="1914478"/>
                </a:moveTo>
                <a:lnTo>
                  <a:pt x="1642426" y="1915292"/>
                </a:lnTo>
                <a:lnTo>
                  <a:pt x="1645274" y="1914014"/>
                </a:lnTo>
                <a:close/>
                <a:moveTo>
                  <a:pt x="1711316" y="1760114"/>
                </a:moveTo>
                <a:lnTo>
                  <a:pt x="1711321" y="1760563"/>
                </a:lnTo>
                <a:lnTo>
                  <a:pt x="1711425" y="1760517"/>
                </a:lnTo>
                <a:close/>
                <a:moveTo>
                  <a:pt x="1590843" y="2029763"/>
                </a:moveTo>
                <a:lnTo>
                  <a:pt x="1590910" y="2033036"/>
                </a:lnTo>
                <a:lnTo>
                  <a:pt x="1591095" y="2033067"/>
                </a:lnTo>
                <a:lnTo>
                  <a:pt x="1594219" y="2032564"/>
                </a:lnTo>
                <a:lnTo>
                  <a:pt x="1595489" y="2029335"/>
                </a:lnTo>
                <a:lnTo>
                  <a:pt x="1592860" y="2029450"/>
                </a:lnTo>
                <a:close/>
                <a:moveTo>
                  <a:pt x="1810950" y="1536743"/>
                </a:moveTo>
                <a:lnTo>
                  <a:pt x="1812737" y="1535458"/>
                </a:lnTo>
                <a:lnTo>
                  <a:pt x="1813738" y="1534027"/>
                </a:lnTo>
                <a:lnTo>
                  <a:pt x="1812424" y="1534570"/>
                </a:lnTo>
                <a:close/>
                <a:moveTo>
                  <a:pt x="1623985" y="1955388"/>
                </a:moveTo>
                <a:lnTo>
                  <a:pt x="1624176" y="1956405"/>
                </a:lnTo>
                <a:lnTo>
                  <a:pt x="1624282" y="1956402"/>
                </a:lnTo>
                <a:lnTo>
                  <a:pt x="1625836" y="1955801"/>
                </a:lnTo>
                <a:close/>
                <a:moveTo>
                  <a:pt x="1872889" y="1398025"/>
                </a:moveTo>
                <a:lnTo>
                  <a:pt x="1873472" y="1398618"/>
                </a:lnTo>
                <a:lnTo>
                  <a:pt x="1873952" y="1397687"/>
                </a:lnTo>
                <a:close/>
                <a:moveTo>
                  <a:pt x="1589238" y="2033136"/>
                </a:moveTo>
                <a:lnTo>
                  <a:pt x="1589243" y="2033203"/>
                </a:lnTo>
                <a:lnTo>
                  <a:pt x="1589248" y="2033366"/>
                </a:lnTo>
                <a:lnTo>
                  <a:pt x="1589964" y="2033250"/>
                </a:lnTo>
                <a:close/>
                <a:moveTo>
                  <a:pt x="1731773" y="1713842"/>
                </a:moveTo>
                <a:lnTo>
                  <a:pt x="1733205" y="1715076"/>
                </a:lnTo>
                <a:lnTo>
                  <a:pt x="1732941" y="1713833"/>
                </a:lnTo>
                <a:lnTo>
                  <a:pt x="1732690" y="1712718"/>
                </a:lnTo>
                <a:lnTo>
                  <a:pt x="1732376" y="1712926"/>
                </a:lnTo>
                <a:close/>
                <a:moveTo>
                  <a:pt x="1679696" y="1830408"/>
                </a:moveTo>
                <a:lnTo>
                  <a:pt x="1680041" y="1830283"/>
                </a:lnTo>
                <a:lnTo>
                  <a:pt x="1679880" y="1830265"/>
                </a:lnTo>
                <a:close/>
                <a:moveTo>
                  <a:pt x="1817474" y="1521893"/>
                </a:moveTo>
                <a:lnTo>
                  <a:pt x="1817804" y="1522887"/>
                </a:lnTo>
                <a:lnTo>
                  <a:pt x="1820304" y="1521776"/>
                </a:lnTo>
                <a:lnTo>
                  <a:pt x="1820339" y="1521723"/>
                </a:lnTo>
                <a:lnTo>
                  <a:pt x="1819813" y="1519727"/>
                </a:lnTo>
                <a:close/>
                <a:moveTo>
                  <a:pt x="1623273" y="1956741"/>
                </a:moveTo>
                <a:lnTo>
                  <a:pt x="1623252" y="1956800"/>
                </a:lnTo>
                <a:lnTo>
                  <a:pt x="1623417" y="1956737"/>
                </a:lnTo>
                <a:close/>
                <a:moveTo>
                  <a:pt x="1808841" y="1541086"/>
                </a:moveTo>
                <a:lnTo>
                  <a:pt x="1809037" y="1541056"/>
                </a:lnTo>
                <a:lnTo>
                  <a:pt x="1809377" y="1540829"/>
                </a:lnTo>
                <a:lnTo>
                  <a:pt x="1813348" y="1537294"/>
                </a:lnTo>
                <a:lnTo>
                  <a:pt x="1815442" y="1535010"/>
                </a:lnTo>
                <a:lnTo>
                  <a:pt x="1810323" y="1539015"/>
                </a:lnTo>
                <a:close/>
                <a:moveTo>
                  <a:pt x="1820129" y="1515782"/>
                </a:moveTo>
                <a:lnTo>
                  <a:pt x="1820383" y="1516748"/>
                </a:lnTo>
                <a:lnTo>
                  <a:pt x="1824937" y="1512863"/>
                </a:lnTo>
                <a:lnTo>
                  <a:pt x="1824905" y="1513165"/>
                </a:lnTo>
                <a:lnTo>
                  <a:pt x="1820443" y="1516971"/>
                </a:lnTo>
                <a:lnTo>
                  <a:pt x="1820699" y="1517945"/>
                </a:lnTo>
                <a:lnTo>
                  <a:pt x="1821503" y="1517600"/>
                </a:lnTo>
                <a:lnTo>
                  <a:pt x="1825699" y="1513817"/>
                </a:lnTo>
                <a:lnTo>
                  <a:pt x="1825826" y="1513630"/>
                </a:lnTo>
                <a:lnTo>
                  <a:pt x="1824538" y="1512345"/>
                </a:lnTo>
                <a:close/>
                <a:moveTo>
                  <a:pt x="1623592" y="1955824"/>
                </a:moveTo>
                <a:lnTo>
                  <a:pt x="1623384" y="1956420"/>
                </a:lnTo>
                <a:lnTo>
                  <a:pt x="1623703" y="1956414"/>
                </a:lnTo>
                <a:close/>
                <a:moveTo>
                  <a:pt x="1761646" y="1646688"/>
                </a:moveTo>
                <a:lnTo>
                  <a:pt x="1761664" y="1646685"/>
                </a:lnTo>
                <a:lnTo>
                  <a:pt x="1762438" y="1646335"/>
                </a:lnTo>
                <a:lnTo>
                  <a:pt x="1762282" y="1646007"/>
                </a:lnTo>
                <a:close/>
                <a:moveTo>
                  <a:pt x="1790228" y="1582676"/>
                </a:moveTo>
                <a:lnTo>
                  <a:pt x="1803529" y="1578004"/>
                </a:lnTo>
                <a:lnTo>
                  <a:pt x="1801792" y="1575071"/>
                </a:lnTo>
                <a:lnTo>
                  <a:pt x="1799653" y="1576511"/>
                </a:lnTo>
                <a:close/>
                <a:moveTo>
                  <a:pt x="1760038" y="1650274"/>
                </a:moveTo>
                <a:lnTo>
                  <a:pt x="1760602" y="1650149"/>
                </a:lnTo>
                <a:lnTo>
                  <a:pt x="1760567" y="1649953"/>
                </a:lnTo>
                <a:close/>
                <a:moveTo>
                  <a:pt x="1728042" y="1721825"/>
                </a:moveTo>
                <a:lnTo>
                  <a:pt x="1728031" y="1722205"/>
                </a:lnTo>
                <a:lnTo>
                  <a:pt x="1730192" y="1721272"/>
                </a:lnTo>
                <a:lnTo>
                  <a:pt x="1730769" y="1720548"/>
                </a:lnTo>
                <a:close/>
                <a:moveTo>
                  <a:pt x="1897700" y="1341911"/>
                </a:moveTo>
                <a:lnTo>
                  <a:pt x="1897902" y="1342120"/>
                </a:lnTo>
                <a:lnTo>
                  <a:pt x="1904372" y="1338592"/>
                </a:lnTo>
                <a:lnTo>
                  <a:pt x="1904852" y="1337658"/>
                </a:lnTo>
                <a:lnTo>
                  <a:pt x="1905210" y="1336695"/>
                </a:lnTo>
                <a:lnTo>
                  <a:pt x="1897933" y="1341763"/>
                </a:lnTo>
                <a:close/>
                <a:moveTo>
                  <a:pt x="1808213" y="1542273"/>
                </a:moveTo>
                <a:lnTo>
                  <a:pt x="1808369" y="1542583"/>
                </a:lnTo>
                <a:lnTo>
                  <a:pt x="1809501" y="1541382"/>
                </a:lnTo>
                <a:lnTo>
                  <a:pt x="1809127" y="1541437"/>
                </a:lnTo>
                <a:close/>
                <a:moveTo>
                  <a:pt x="1746629" y="1680039"/>
                </a:moveTo>
                <a:lnTo>
                  <a:pt x="1746620" y="1680183"/>
                </a:lnTo>
                <a:lnTo>
                  <a:pt x="1746775" y="1680006"/>
                </a:lnTo>
                <a:close/>
                <a:moveTo>
                  <a:pt x="1616359" y="1971730"/>
                </a:moveTo>
                <a:lnTo>
                  <a:pt x="1616327" y="1972605"/>
                </a:lnTo>
                <a:lnTo>
                  <a:pt x="1616883" y="1972632"/>
                </a:lnTo>
                <a:lnTo>
                  <a:pt x="1617101" y="1972005"/>
                </a:lnTo>
                <a:close/>
                <a:moveTo>
                  <a:pt x="1552347" y="2115060"/>
                </a:moveTo>
                <a:lnTo>
                  <a:pt x="1555283" y="2115939"/>
                </a:lnTo>
                <a:lnTo>
                  <a:pt x="1555581" y="2115529"/>
                </a:lnTo>
                <a:close/>
                <a:moveTo>
                  <a:pt x="1808402" y="1541698"/>
                </a:moveTo>
                <a:lnTo>
                  <a:pt x="1808443" y="1541662"/>
                </a:lnTo>
                <a:lnTo>
                  <a:pt x="1808415" y="1541681"/>
                </a:lnTo>
                <a:close/>
                <a:moveTo>
                  <a:pt x="1831675" y="1489515"/>
                </a:moveTo>
                <a:lnTo>
                  <a:pt x="1831753" y="1489464"/>
                </a:lnTo>
                <a:lnTo>
                  <a:pt x="1831743" y="1489451"/>
                </a:lnTo>
                <a:close/>
                <a:moveTo>
                  <a:pt x="1813622" y="1529897"/>
                </a:moveTo>
                <a:lnTo>
                  <a:pt x="1814437" y="1530430"/>
                </a:lnTo>
                <a:lnTo>
                  <a:pt x="1815734" y="1528517"/>
                </a:lnTo>
                <a:close/>
                <a:moveTo>
                  <a:pt x="1624257" y="1953913"/>
                </a:moveTo>
                <a:lnTo>
                  <a:pt x="1623909" y="1954916"/>
                </a:lnTo>
                <a:lnTo>
                  <a:pt x="1626582" y="1955512"/>
                </a:lnTo>
                <a:lnTo>
                  <a:pt x="1626592" y="1955508"/>
                </a:lnTo>
                <a:lnTo>
                  <a:pt x="1625583" y="1953191"/>
                </a:lnTo>
                <a:close/>
                <a:moveTo>
                  <a:pt x="1758751" y="1652679"/>
                </a:moveTo>
                <a:lnTo>
                  <a:pt x="1759039" y="1654021"/>
                </a:lnTo>
                <a:lnTo>
                  <a:pt x="1760447" y="1652276"/>
                </a:lnTo>
                <a:lnTo>
                  <a:pt x="1760297" y="1652019"/>
                </a:lnTo>
                <a:lnTo>
                  <a:pt x="1759486" y="1652199"/>
                </a:lnTo>
                <a:close/>
                <a:moveTo>
                  <a:pt x="1752686" y="1666253"/>
                </a:moveTo>
                <a:lnTo>
                  <a:pt x="1753218" y="1666037"/>
                </a:lnTo>
                <a:lnTo>
                  <a:pt x="1754691" y="1664203"/>
                </a:lnTo>
                <a:lnTo>
                  <a:pt x="1754548" y="1663944"/>
                </a:lnTo>
                <a:close/>
                <a:moveTo>
                  <a:pt x="1797277" y="1566223"/>
                </a:moveTo>
                <a:lnTo>
                  <a:pt x="1797628" y="1566817"/>
                </a:lnTo>
                <a:lnTo>
                  <a:pt x="1799859" y="1565277"/>
                </a:lnTo>
                <a:close/>
                <a:moveTo>
                  <a:pt x="1653023" y="1889220"/>
                </a:moveTo>
                <a:lnTo>
                  <a:pt x="1655031" y="1889122"/>
                </a:lnTo>
                <a:lnTo>
                  <a:pt x="1655359" y="1888908"/>
                </a:lnTo>
                <a:lnTo>
                  <a:pt x="1655330" y="1888638"/>
                </a:lnTo>
                <a:lnTo>
                  <a:pt x="1653107" y="1889146"/>
                </a:lnTo>
                <a:close/>
                <a:moveTo>
                  <a:pt x="1822886" y="1508837"/>
                </a:moveTo>
                <a:lnTo>
                  <a:pt x="1824769" y="1510716"/>
                </a:lnTo>
                <a:lnTo>
                  <a:pt x="1825108" y="1510453"/>
                </a:lnTo>
                <a:lnTo>
                  <a:pt x="1823780" y="1508334"/>
                </a:lnTo>
                <a:close/>
                <a:moveTo>
                  <a:pt x="1752443" y="1666555"/>
                </a:moveTo>
                <a:lnTo>
                  <a:pt x="1752557" y="1666860"/>
                </a:lnTo>
                <a:lnTo>
                  <a:pt x="1753037" y="1666262"/>
                </a:lnTo>
                <a:lnTo>
                  <a:pt x="1752504" y="1666479"/>
                </a:lnTo>
                <a:close/>
                <a:moveTo>
                  <a:pt x="1731433" y="1713550"/>
                </a:moveTo>
                <a:lnTo>
                  <a:pt x="1731588" y="1713683"/>
                </a:lnTo>
                <a:lnTo>
                  <a:pt x="1731878" y="1713256"/>
                </a:lnTo>
                <a:close/>
                <a:moveTo>
                  <a:pt x="1719438" y="1740406"/>
                </a:moveTo>
                <a:lnTo>
                  <a:pt x="1719602" y="1740425"/>
                </a:lnTo>
                <a:lnTo>
                  <a:pt x="1719573" y="1740318"/>
                </a:lnTo>
                <a:close/>
                <a:moveTo>
                  <a:pt x="1652352" y="1890597"/>
                </a:moveTo>
                <a:lnTo>
                  <a:pt x="1652436" y="1890822"/>
                </a:lnTo>
                <a:lnTo>
                  <a:pt x="1652898" y="1890519"/>
                </a:lnTo>
                <a:close/>
                <a:moveTo>
                  <a:pt x="1640834" y="1916388"/>
                </a:moveTo>
                <a:lnTo>
                  <a:pt x="1640798" y="1917925"/>
                </a:lnTo>
                <a:lnTo>
                  <a:pt x="1641544" y="1917962"/>
                </a:lnTo>
                <a:lnTo>
                  <a:pt x="1641402" y="1916124"/>
                </a:lnTo>
                <a:close/>
                <a:moveTo>
                  <a:pt x="1624905" y="1952053"/>
                </a:moveTo>
                <a:lnTo>
                  <a:pt x="1624585" y="1952973"/>
                </a:lnTo>
                <a:lnTo>
                  <a:pt x="1625249" y="1952611"/>
                </a:lnTo>
                <a:close/>
                <a:moveTo>
                  <a:pt x="1808040" y="1541929"/>
                </a:moveTo>
                <a:lnTo>
                  <a:pt x="1808071" y="1541993"/>
                </a:lnTo>
                <a:lnTo>
                  <a:pt x="1808319" y="1541773"/>
                </a:lnTo>
                <a:lnTo>
                  <a:pt x="1808355" y="1541721"/>
                </a:lnTo>
                <a:close/>
                <a:moveTo>
                  <a:pt x="1881518" y="1377392"/>
                </a:moveTo>
                <a:lnTo>
                  <a:pt x="1885581" y="1375095"/>
                </a:lnTo>
                <a:lnTo>
                  <a:pt x="1889536" y="1367412"/>
                </a:lnTo>
                <a:lnTo>
                  <a:pt x="1887529" y="1368384"/>
                </a:lnTo>
                <a:close/>
                <a:moveTo>
                  <a:pt x="1676376" y="1836706"/>
                </a:moveTo>
                <a:lnTo>
                  <a:pt x="1676577" y="1837588"/>
                </a:lnTo>
                <a:lnTo>
                  <a:pt x="1678223" y="1836138"/>
                </a:lnTo>
                <a:close/>
                <a:moveTo>
                  <a:pt x="1679486" y="1829723"/>
                </a:moveTo>
                <a:lnTo>
                  <a:pt x="1679961" y="1829358"/>
                </a:lnTo>
                <a:lnTo>
                  <a:pt x="1679935" y="1829196"/>
                </a:lnTo>
                <a:close/>
                <a:moveTo>
                  <a:pt x="1758686" y="1652377"/>
                </a:moveTo>
                <a:lnTo>
                  <a:pt x="1758691" y="1652400"/>
                </a:lnTo>
                <a:lnTo>
                  <a:pt x="1758749" y="1652362"/>
                </a:lnTo>
                <a:close/>
                <a:moveTo>
                  <a:pt x="1762181" y="1644541"/>
                </a:moveTo>
                <a:lnTo>
                  <a:pt x="1762473" y="1645158"/>
                </a:lnTo>
                <a:lnTo>
                  <a:pt x="1763348" y="1644279"/>
                </a:lnTo>
                <a:lnTo>
                  <a:pt x="1763074" y="1643984"/>
                </a:lnTo>
                <a:close/>
                <a:moveTo>
                  <a:pt x="1841477" y="1466952"/>
                </a:moveTo>
                <a:lnTo>
                  <a:pt x="1841860" y="1467739"/>
                </a:lnTo>
                <a:lnTo>
                  <a:pt x="1849281" y="1461439"/>
                </a:lnTo>
                <a:lnTo>
                  <a:pt x="1845348" y="1462646"/>
                </a:lnTo>
                <a:lnTo>
                  <a:pt x="1844280" y="1463453"/>
                </a:lnTo>
                <a:lnTo>
                  <a:pt x="1843126" y="1464724"/>
                </a:lnTo>
                <a:close/>
                <a:moveTo>
                  <a:pt x="1728069" y="1720876"/>
                </a:moveTo>
                <a:lnTo>
                  <a:pt x="1728049" y="1721568"/>
                </a:lnTo>
                <a:lnTo>
                  <a:pt x="1731058" y="1720159"/>
                </a:lnTo>
                <a:lnTo>
                  <a:pt x="1731571" y="1719459"/>
                </a:lnTo>
                <a:close/>
                <a:moveTo>
                  <a:pt x="1601063" y="2005204"/>
                </a:moveTo>
                <a:lnTo>
                  <a:pt x="1603330" y="2005712"/>
                </a:lnTo>
                <a:lnTo>
                  <a:pt x="1603719" y="2001884"/>
                </a:lnTo>
                <a:lnTo>
                  <a:pt x="1602503" y="2002895"/>
                </a:lnTo>
                <a:close/>
                <a:moveTo>
                  <a:pt x="1633574" y="1932342"/>
                </a:moveTo>
                <a:lnTo>
                  <a:pt x="1635654" y="1931765"/>
                </a:lnTo>
                <a:lnTo>
                  <a:pt x="1638680" y="1930195"/>
                </a:lnTo>
                <a:lnTo>
                  <a:pt x="1635647" y="1930695"/>
                </a:lnTo>
                <a:close/>
                <a:moveTo>
                  <a:pt x="1743131" y="1687014"/>
                </a:moveTo>
                <a:lnTo>
                  <a:pt x="1743366" y="1687700"/>
                </a:lnTo>
                <a:lnTo>
                  <a:pt x="1744464" y="1686438"/>
                </a:lnTo>
                <a:lnTo>
                  <a:pt x="1744521" y="1685494"/>
                </a:lnTo>
                <a:lnTo>
                  <a:pt x="1744457" y="1685501"/>
                </a:lnTo>
                <a:close/>
                <a:moveTo>
                  <a:pt x="1616396" y="1970741"/>
                </a:moveTo>
                <a:lnTo>
                  <a:pt x="1616377" y="1971249"/>
                </a:lnTo>
                <a:lnTo>
                  <a:pt x="1617247" y="1971586"/>
                </a:lnTo>
                <a:lnTo>
                  <a:pt x="1617551" y="1970713"/>
                </a:lnTo>
                <a:lnTo>
                  <a:pt x="1617551" y="1970687"/>
                </a:lnTo>
                <a:close/>
                <a:moveTo>
                  <a:pt x="1632909" y="1933709"/>
                </a:moveTo>
                <a:lnTo>
                  <a:pt x="1633031" y="1935111"/>
                </a:lnTo>
                <a:lnTo>
                  <a:pt x="1640215" y="1931267"/>
                </a:lnTo>
                <a:lnTo>
                  <a:pt x="1640217" y="1931211"/>
                </a:lnTo>
                <a:lnTo>
                  <a:pt x="1640246" y="1929936"/>
                </a:lnTo>
                <a:lnTo>
                  <a:pt x="1640149" y="1929953"/>
                </a:lnTo>
                <a:lnTo>
                  <a:pt x="1637806" y="1931168"/>
                </a:lnTo>
                <a:lnTo>
                  <a:pt x="1639616" y="1930666"/>
                </a:lnTo>
                <a:lnTo>
                  <a:pt x="1639464" y="1930918"/>
                </a:lnTo>
                <a:lnTo>
                  <a:pt x="1636941" y="1931617"/>
                </a:lnTo>
                <a:close/>
                <a:moveTo>
                  <a:pt x="1719062" y="1740767"/>
                </a:moveTo>
                <a:lnTo>
                  <a:pt x="1719197" y="1741487"/>
                </a:lnTo>
                <a:lnTo>
                  <a:pt x="1719763" y="1741021"/>
                </a:lnTo>
                <a:lnTo>
                  <a:pt x="1719714" y="1740841"/>
                </a:lnTo>
                <a:close/>
                <a:moveTo>
                  <a:pt x="1552193" y="2114308"/>
                </a:moveTo>
                <a:lnTo>
                  <a:pt x="1556060" y="2114868"/>
                </a:lnTo>
                <a:lnTo>
                  <a:pt x="1557054" y="2113499"/>
                </a:lnTo>
                <a:close/>
                <a:moveTo>
                  <a:pt x="1807886" y="1541624"/>
                </a:moveTo>
                <a:lnTo>
                  <a:pt x="1807960" y="1541770"/>
                </a:lnTo>
                <a:lnTo>
                  <a:pt x="1808266" y="1541567"/>
                </a:lnTo>
                <a:close/>
                <a:moveTo>
                  <a:pt x="1817871" y="1519165"/>
                </a:moveTo>
                <a:lnTo>
                  <a:pt x="1819323" y="1518538"/>
                </a:lnTo>
                <a:lnTo>
                  <a:pt x="1819093" y="1518121"/>
                </a:lnTo>
                <a:close/>
                <a:moveTo>
                  <a:pt x="1564000" y="2087609"/>
                </a:moveTo>
                <a:lnTo>
                  <a:pt x="1559277" y="2108102"/>
                </a:lnTo>
                <a:lnTo>
                  <a:pt x="1561252" y="2107714"/>
                </a:lnTo>
                <a:lnTo>
                  <a:pt x="1561765" y="2107007"/>
                </a:lnTo>
                <a:lnTo>
                  <a:pt x="1573773" y="2088991"/>
                </a:lnTo>
                <a:close/>
                <a:moveTo>
                  <a:pt x="1865152" y="1413057"/>
                </a:moveTo>
                <a:lnTo>
                  <a:pt x="1865522" y="1413822"/>
                </a:lnTo>
                <a:lnTo>
                  <a:pt x="1865781" y="1413560"/>
                </a:lnTo>
                <a:lnTo>
                  <a:pt x="1866491" y="1412181"/>
                </a:lnTo>
                <a:close/>
                <a:moveTo>
                  <a:pt x="1807912" y="1541225"/>
                </a:moveTo>
                <a:lnTo>
                  <a:pt x="1808795" y="1541092"/>
                </a:lnTo>
                <a:lnTo>
                  <a:pt x="1810157" y="1539146"/>
                </a:lnTo>
                <a:lnTo>
                  <a:pt x="1808378" y="1540537"/>
                </a:lnTo>
                <a:close/>
                <a:moveTo>
                  <a:pt x="1653549" y="1886834"/>
                </a:moveTo>
                <a:lnTo>
                  <a:pt x="1653644" y="1887358"/>
                </a:lnTo>
                <a:lnTo>
                  <a:pt x="1654291" y="1887210"/>
                </a:lnTo>
                <a:lnTo>
                  <a:pt x="1654614" y="1887098"/>
                </a:lnTo>
                <a:lnTo>
                  <a:pt x="1655129" y="1886829"/>
                </a:lnTo>
                <a:lnTo>
                  <a:pt x="1655137" y="1886823"/>
                </a:lnTo>
                <a:lnTo>
                  <a:pt x="1655046" y="1885984"/>
                </a:lnTo>
                <a:close/>
                <a:moveTo>
                  <a:pt x="1706158" y="1769028"/>
                </a:moveTo>
                <a:lnTo>
                  <a:pt x="1707771" y="1768467"/>
                </a:lnTo>
                <a:lnTo>
                  <a:pt x="1708152" y="1767983"/>
                </a:lnTo>
                <a:lnTo>
                  <a:pt x="1706877" y="1768532"/>
                </a:lnTo>
                <a:close/>
                <a:moveTo>
                  <a:pt x="1617794" y="1966813"/>
                </a:moveTo>
                <a:lnTo>
                  <a:pt x="1617779" y="1969557"/>
                </a:lnTo>
                <a:lnTo>
                  <a:pt x="1617956" y="1969548"/>
                </a:lnTo>
                <a:lnTo>
                  <a:pt x="1618981" y="1966604"/>
                </a:lnTo>
                <a:close/>
                <a:moveTo>
                  <a:pt x="1642251" y="1911954"/>
                </a:moveTo>
                <a:lnTo>
                  <a:pt x="1642352" y="1913271"/>
                </a:lnTo>
                <a:lnTo>
                  <a:pt x="1642380" y="1914016"/>
                </a:lnTo>
                <a:lnTo>
                  <a:pt x="1646888" y="1913289"/>
                </a:lnTo>
                <a:lnTo>
                  <a:pt x="1650421" y="1911703"/>
                </a:lnTo>
                <a:lnTo>
                  <a:pt x="1651662" y="1911126"/>
                </a:lnTo>
                <a:lnTo>
                  <a:pt x="1652192" y="1910118"/>
                </a:lnTo>
                <a:close/>
                <a:moveTo>
                  <a:pt x="1632839" y="1932914"/>
                </a:moveTo>
                <a:lnTo>
                  <a:pt x="1632865" y="1933212"/>
                </a:lnTo>
                <a:lnTo>
                  <a:pt x="1634790" y="1932214"/>
                </a:lnTo>
                <a:lnTo>
                  <a:pt x="1633160" y="1932666"/>
                </a:lnTo>
                <a:close/>
                <a:moveTo>
                  <a:pt x="1805969" y="1545130"/>
                </a:moveTo>
                <a:lnTo>
                  <a:pt x="1807075" y="1543956"/>
                </a:lnTo>
                <a:lnTo>
                  <a:pt x="1806955" y="1543721"/>
                </a:lnTo>
                <a:close/>
                <a:moveTo>
                  <a:pt x="1839958" y="1469007"/>
                </a:moveTo>
                <a:lnTo>
                  <a:pt x="1840990" y="1468478"/>
                </a:lnTo>
                <a:lnTo>
                  <a:pt x="1841096" y="1468388"/>
                </a:lnTo>
                <a:lnTo>
                  <a:pt x="1840789" y="1467883"/>
                </a:lnTo>
                <a:close/>
                <a:moveTo>
                  <a:pt x="1613577" y="1975885"/>
                </a:moveTo>
                <a:lnTo>
                  <a:pt x="1613578" y="1975890"/>
                </a:lnTo>
                <a:lnTo>
                  <a:pt x="1613656" y="1975878"/>
                </a:lnTo>
                <a:close/>
                <a:moveTo>
                  <a:pt x="1728112" y="1719402"/>
                </a:moveTo>
                <a:lnTo>
                  <a:pt x="1728082" y="1720424"/>
                </a:lnTo>
                <a:lnTo>
                  <a:pt x="1732036" y="1718822"/>
                </a:lnTo>
                <a:lnTo>
                  <a:pt x="1732946" y="1717580"/>
                </a:lnTo>
                <a:lnTo>
                  <a:pt x="1730627" y="1715581"/>
                </a:lnTo>
                <a:close/>
                <a:moveTo>
                  <a:pt x="1640874" y="1914723"/>
                </a:moveTo>
                <a:lnTo>
                  <a:pt x="1640843" y="1916002"/>
                </a:lnTo>
                <a:lnTo>
                  <a:pt x="1641374" y="1915764"/>
                </a:lnTo>
                <a:lnTo>
                  <a:pt x="1641288" y="1914657"/>
                </a:lnTo>
                <a:close/>
                <a:moveTo>
                  <a:pt x="1627809" y="1943704"/>
                </a:moveTo>
                <a:lnTo>
                  <a:pt x="1627292" y="1945189"/>
                </a:lnTo>
                <a:lnTo>
                  <a:pt x="1627912" y="1944871"/>
                </a:lnTo>
                <a:lnTo>
                  <a:pt x="1627879" y="1944457"/>
                </a:lnTo>
                <a:close/>
                <a:moveTo>
                  <a:pt x="1633661" y="1930565"/>
                </a:moveTo>
                <a:lnTo>
                  <a:pt x="1635764" y="1930239"/>
                </a:lnTo>
                <a:lnTo>
                  <a:pt x="1637031" y="1929261"/>
                </a:lnTo>
                <a:close/>
                <a:moveTo>
                  <a:pt x="1580519" y="2049492"/>
                </a:moveTo>
                <a:lnTo>
                  <a:pt x="1587867" y="2048441"/>
                </a:lnTo>
                <a:lnTo>
                  <a:pt x="1588884" y="2045956"/>
                </a:lnTo>
                <a:lnTo>
                  <a:pt x="1588741" y="2044058"/>
                </a:lnTo>
                <a:lnTo>
                  <a:pt x="1587671" y="2044046"/>
                </a:lnTo>
                <a:close/>
                <a:moveTo>
                  <a:pt x="1622852" y="1954680"/>
                </a:moveTo>
                <a:lnTo>
                  <a:pt x="1623110" y="1954738"/>
                </a:lnTo>
                <a:lnTo>
                  <a:pt x="1623195" y="1954493"/>
                </a:lnTo>
                <a:close/>
                <a:moveTo>
                  <a:pt x="1628190" y="1942609"/>
                </a:moveTo>
                <a:lnTo>
                  <a:pt x="1628014" y="1943113"/>
                </a:lnTo>
                <a:lnTo>
                  <a:pt x="1628143" y="1944753"/>
                </a:lnTo>
                <a:lnTo>
                  <a:pt x="1632662" y="1942438"/>
                </a:lnTo>
                <a:lnTo>
                  <a:pt x="1632414" y="1939618"/>
                </a:lnTo>
                <a:close/>
                <a:moveTo>
                  <a:pt x="1815091" y="1524094"/>
                </a:moveTo>
                <a:lnTo>
                  <a:pt x="1816073" y="1523658"/>
                </a:lnTo>
                <a:lnTo>
                  <a:pt x="1815955" y="1523301"/>
                </a:lnTo>
                <a:lnTo>
                  <a:pt x="1815297" y="1523909"/>
                </a:lnTo>
                <a:close/>
                <a:moveTo>
                  <a:pt x="1592307" y="2022927"/>
                </a:moveTo>
                <a:lnTo>
                  <a:pt x="1592677" y="2023586"/>
                </a:lnTo>
                <a:lnTo>
                  <a:pt x="1592960" y="2023678"/>
                </a:lnTo>
                <a:lnTo>
                  <a:pt x="1597371" y="2024548"/>
                </a:lnTo>
                <a:lnTo>
                  <a:pt x="1597594" y="2023981"/>
                </a:lnTo>
                <a:lnTo>
                  <a:pt x="1593445" y="2022887"/>
                </a:lnTo>
                <a:close/>
                <a:moveTo>
                  <a:pt x="1816856" y="1520030"/>
                </a:moveTo>
                <a:lnTo>
                  <a:pt x="1817305" y="1521384"/>
                </a:lnTo>
                <a:lnTo>
                  <a:pt x="1819684" y="1519238"/>
                </a:lnTo>
                <a:lnTo>
                  <a:pt x="1819662" y="1519154"/>
                </a:lnTo>
                <a:lnTo>
                  <a:pt x="1819417" y="1518711"/>
                </a:lnTo>
                <a:lnTo>
                  <a:pt x="1817367" y="1519594"/>
                </a:lnTo>
                <a:close/>
                <a:moveTo>
                  <a:pt x="1806357" y="1543519"/>
                </a:moveTo>
                <a:lnTo>
                  <a:pt x="1806700" y="1543214"/>
                </a:lnTo>
                <a:lnTo>
                  <a:pt x="1806642" y="1543098"/>
                </a:lnTo>
                <a:close/>
                <a:moveTo>
                  <a:pt x="1702985" y="1774941"/>
                </a:moveTo>
                <a:lnTo>
                  <a:pt x="1705491" y="1773925"/>
                </a:lnTo>
                <a:lnTo>
                  <a:pt x="1707036" y="1771504"/>
                </a:lnTo>
                <a:lnTo>
                  <a:pt x="1705052" y="1772311"/>
                </a:lnTo>
                <a:close/>
                <a:moveTo>
                  <a:pt x="1589006" y="2030050"/>
                </a:moveTo>
                <a:lnTo>
                  <a:pt x="1589209" y="2032746"/>
                </a:lnTo>
                <a:lnTo>
                  <a:pt x="1590607" y="2032984"/>
                </a:lnTo>
                <a:lnTo>
                  <a:pt x="1590574" y="2031403"/>
                </a:lnTo>
                <a:lnTo>
                  <a:pt x="1590520" y="2029814"/>
                </a:lnTo>
                <a:close/>
                <a:moveTo>
                  <a:pt x="1796628" y="1565129"/>
                </a:moveTo>
                <a:lnTo>
                  <a:pt x="1796790" y="1565402"/>
                </a:lnTo>
                <a:lnTo>
                  <a:pt x="1797832" y="1565252"/>
                </a:lnTo>
                <a:lnTo>
                  <a:pt x="1797699" y="1565421"/>
                </a:lnTo>
                <a:lnTo>
                  <a:pt x="1796872" y="1565541"/>
                </a:lnTo>
                <a:lnTo>
                  <a:pt x="1797161" y="1566029"/>
                </a:lnTo>
                <a:lnTo>
                  <a:pt x="1800591" y="1564772"/>
                </a:lnTo>
                <a:lnTo>
                  <a:pt x="1802795" y="1563251"/>
                </a:lnTo>
                <a:lnTo>
                  <a:pt x="1802282" y="1560604"/>
                </a:lnTo>
                <a:lnTo>
                  <a:pt x="1799136" y="1561415"/>
                </a:lnTo>
                <a:close/>
                <a:moveTo>
                  <a:pt x="1780544" y="1601117"/>
                </a:moveTo>
                <a:lnTo>
                  <a:pt x="1781252" y="1602500"/>
                </a:lnTo>
                <a:lnTo>
                  <a:pt x="1781680" y="1602414"/>
                </a:lnTo>
                <a:lnTo>
                  <a:pt x="1783125" y="1601061"/>
                </a:lnTo>
                <a:lnTo>
                  <a:pt x="1783793" y="1600418"/>
                </a:lnTo>
                <a:lnTo>
                  <a:pt x="1783578" y="1599851"/>
                </a:lnTo>
                <a:close/>
                <a:moveTo>
                  <a:pt x="1654833" y="1882582"/>
                </a:moveTo>
                <a:lnTo>
                  <a:pt x="1654968" y="1883844"/>
                </a:lnTo>
                <a:lnTo>
                  <a:pt x="1658111" y="1882291"/>
                </a:lnTo>
                <a:lnTo>
                  <a:pt x="1656229" y="1881762"/>
                </a:lnTo>
                <a:close/>
                <a:moveTo>
                  <a:pt x="1674113" y="1839365"/>
                </a:moveTo>
                <a:lnTo>
                  <a:pt x="1674098" y="1839538"/>
                </a:lnTo>
                <a:lnTo>
                  <a:pt x="1674347" y="1839551"/>
                </a:lnTo>
                <a:lnTo>
                  <a:pt x="1674450" y="1839461"/>
                </a:lnTo>
                <a:close/>
                <a:moveTo>
                  <a:pt x="1617802" y="1965457"/>
                </a:moveTo>
                <a:lnTo>
                  <a:pt x="1617796" y="1966481"/>
                </a:lnTo>
                <a:lnTo>
                  <a:pt x="1619097" y="1966268"/>
                </a:lnTo>
                <a:lnTo>
                  <a:pt x="1619599" y="1964827"/>
                </a:lnTo>
                <a:close/>
                <a:moveTo>
                  <a:pt x="1702714" y="1775284"/>
                </a:moveTo>
                <a:lnTo>
                  <a:pt x="1702085" y="1778342"/>
                </a:lnTo>
                <a:lnTo>
                  <a:pt x="1702278" y="1778960"/>
                </a:lnTo>
                <a:lnTo>
                  <a:pt x="1705364" y="1774124"/>
                </a:lnTo>
                <a:lnTo>
                  <a:pt x="1702814" y="1775157"/>
                </a:lnTo>
                <a:close/>
                <a:moveTo>
                  <a:pt x="1660156" y="1870453"/>
                </a:moveTo>
                <a:lnTo>
                  <a:pt x="1661327" y="1870514"/>
                </a:lnTo>
                <a:lnTo>
                  <a:pt x="1661292" y="1870176"/>
                </a:lnTo>
                <a:lnTo>
                  <a:pt x="1660885" y="1869203"/>
                </a:lnTo>
                <a:close/>
                <a:moveTo>
                  <a:pt x="1718764" y="1739179"/>
                </a:moveTo>
                <a:lnTo>
                  <a:pt x="1718951" y="1740174"/>
                </a:lnTo>
                <a:lnTo>
                  <a:pt x="1719446" y="1739850"/>
                </a:lnTo>
                <a:lnTo>
                  <a:pt x="1719243" y="1739098"/>
                </a:lnTo>
                <a:close/>
                <a:moveTo>
                  <a:pt x="1621538" y="1956801"/>
                </a:moveTo>
                <a:lnTo>
                  <a:pt x="1621564" y="1957453"/>
                </a:lnTo>
                <a:lnTo>
                  <a:pt x="1622258" y="1957185"/>
                </a:lnTo>
                <a:lnTo>
                  <a:pt x="1622402" y="1956772"/>
                </a:lnTo>
                <a:close/>
                <a:moveTo>
                  <a:pt x="1596870" y="2011928"/>
                </a:moveTo>
                <a:lnTo>
                  <a:pt x="1602890" y="2010056"/>
                </a:lnTo>
                <a:lnTo>
                  <a:pt x="1603238" y="2006621"/>
                </a:lnTo>
                <a:lnTo>
                  <a:pt x="1600554" y="2006020"/>
                </a:lnTo>
                <a:close/>
                <a:moveTo>
                  <a:pt x="1629538" y="1938736"/>
                </a:moveTo>
                <a:lnTo>
                  <a:pt x="1628731" y="1941054"/>
                </a:lnTo>
                <a:lnTo>
                  <a:pt x="1632317" y="1938515"/>
                </a:lnTo>
                <a:lnTo>
                  <a:pt x="1632223" y="1937444"/>
                </a:lnTo>
                <a:close/>
                <a:moveTo>
                  <a:pt x="1615204" y="1970797"/>
                </a:moveTo>
                <a:lnTo>
                  <a:pt x="1616226" y="1971191"/>
                </a:lnTo>
                <a:lnTo>
                  <a:pt x="1616243" y="1970748"/>
                </a:lnTo>
                <a:close/>
                <a:moveTo>
                  <a:pt x="1553251" y="2109512"/>
                </a:moveTo>
                <a:lnTo>
                  <a:pt x="1558304" y="2109926"/>
                </a:lnTo>
                <a:lnTo>
                  <a:pt x="1558644" y="2108453"/>
                </a:lnTo>
                <a:close/>
                <a:moveTo>
                  <a:pt x="1650716" y="1891257"/>
                </a:moveTo>
                <a:lnTo>
                  <a:pt x="1651861" y="1891198"/>
                </a:lnTo>
                <a:lnTo>
                  <a:pt x="1652121" y="1891028"/>
                </a:lnTo>
                <a:lnTo>
                  <a:pt x="1651971" y="1890626"/>
                </a:lnTo>
                <a:lnTo>
                  <a:pt x="1651398" y="1890654"/>
                </a:lnTo>
                <a:close/>
                <a:moveTo>
                  <a:pt x="1592081" y="2022527"/>
                </a:moveTo>
                <a:lnTo>
                  <a:pt x="1592136" y="2022623"/>
                </a:lnTo>
                <a:lnTo>
                  <a:pt x="1592410" y="2022613"/>
                </a:lnTo>
                <a:close/>
                <a:moveTo>
                  <a:pt x="1642133" y="1910430"/>
                </a:moveTo>
                <a:lnTo>
                  <a:pt x="1642232" y="1911720"/>
                </a:lnTo>
                <a:lnTo>
                  <a:pt x="1643861" y="1911443"/>
                </a:lnTo>
                <a:lnTo>
                  <a:pt x="1652317" y="1909881"/>
                </a:lnTo>
                <a:lnTo>
                  <a:pt x="1653195" y="1908211"/>
                </a:lnTo>
                <a:close/>
                <a:moveTo>
                  <a:pt x="1786087" y="1588051"/>
                </a:moveTo>
                <a:lnTo>
                  <a:pt x="1787055" y="1588987"/>
                </a:lnTo>
                <a:lnTo>
                  <a:pt x="1792269" y="1585880"/>
                </a:lnTo>
                <a:close/>
                <a:moveTo>
                  <a:pt x="1795646" y="1566583"/>
                </a:moveTo>
                <a:lnTo>
                  <a:pt x="1796564" y="1566247"/>
                </a:lnTo>
                <a:lnTo>
                  <a:pt x="1796241" y="1565703"/>
                </a:lnTo>
                <a:close/>
                <a:moveTo>
                  <a:pt x="1749202" y="1670574"/>
                </a:moveTo>
                <a:lnTo>
                  <a:pt x="1749222" y="1670702"/>
                </a:lnTo>
                <a:lnTo>
                  <a:pt x="1749589" y="1670554"/>
                </a:lnTo>
                <a:lnTo>
                  <a:pt x="1751678" y="1667954"/>
                </a:lnTo>
                <a:lnTo>
                  <a:pt x="1751553" y="1667658"/>
                </a:lnTo>
                <a:close/>
                <a:moveTo>
                  <a:pt x="1631610" y="1933865"/>
                </a:moveTo>
                <a:lnTo>
                  <a:pt x="1631895" y="1933716"/>
                </a:lnTo>
                <a:lnTo>
                  <a:pt x="1631890" y="1933648"/>
                </a:lnTo>
                <a:close/>
                <a:moveTo>
                  <a:pt x="1724594" y="1725636"/>
                </a:moveTo>
                <a:lnTo>
                  <a:pt x="1724908" y="1726801"/>
                </a:lnTo>
                <a:lnTo>
                  <a:pt x="1725074" y="1726672"/>
                </a:lnTo>
                <a:lnTo>
                  <a:pt x="1725094" y="1725535"/>
                </a:lnTo>
                <a:lnTo>
                  <a:pt x="1725090" y="1725500"/>
                </a:lnTo>
                <a:close/>
                <a:moveTo>
                  <a:pt x="1613420" y="1974536"/>
                </a:moveTo>
                <a:lnTo>
                  <a:pt x="1613474" y="1975005"/>
                </a:lnTo>
                <a:lnTo>
                  <a:pt x="1613824" y="1975084"/>
                </a:lnTo>
                <a:lnTo>
                  <a:pt x="1616040" y="1975054"/>
                </a:lnTo>
                <a:lnTo>
                  <a:pt x="1616553" y="1973582"/>
                </a:lnTo>
                <a:lnTo>
                  <a:pt x="1616289" y="1973631"/>
                </a:lnTo>
                <a:lnTo>
                  <a:pt x="1616283" y="1973776"/>
                </a:lnTo>
                <a:lnTo>
                  <a:pt x="1616123" y="1973965"/>
                </a:lnTo>
                <a:lnTo>
                  <a:pt x="1616134" y="1973658"/>
                </a:lnTo>
                <a:lnTo>
                  <a:pt x="1615114" y="1973844"/>
                </a:lnTo>
                <a:close/>
                <a:moveTo>
                  <a:pt x="1704765" y="1769990"/>
                </a:moveTo>
                <a:lnTo>
                  <a:pt x="1707246" y="1768980"/>
                </a:lnTo>
                <a:lnTo>
                  <a:pt x="1705194" y="1769693"/>
                </a:lnTo>
                <a:close/>
                <a:moveTo>
                  <a:pt x="1649379" y="1893991"/>
                </a:moveTo>
                <a:lnTo>
                  <a:pt x="1648479" y="1896095"/>
                </a:lnTo>
                <a:lnTo>
                  <a:pt x="1652847" y="1892973"/>
                </a:lnTo>
                <a:lnTo>
                  <a:pt x="1652538" y="1892147"/>
                </a:lnTo>
                <a:lnTo>
                  <a:pt x="1652169" y="1892166"/>
                </a:lnTo>
                <a:close/>
                <a:moveTo>
                  <a:pt x="1592130" y="2022150"/>
                </a:moveTo>
                <a:lnTo>
                  <a:pt x="1593709" y="2022567"/>
                </a:lnTo>
                <a:lnTo>
                  <a:pt x="1598213" y="2022407"/>
                </a:lnTo>
                <a:lnTo>
                  <a:pt x="1598633" y="2021339"/>
                </a:lnTo>
                <a:close/>
                <a:moveTo>
                  <a:pt x="1565186" y="2082465"/>
                </a:moveTo>
                <a:lnTo>
                  <a:pt x="1565010" y="2083228"/>
                </a:lnTo>
                <a:lnTo>
                  <a:pt x="1566736" y="2083441"/>
                </a:lnTo>
                <a:lnTo>
                  <a:pt x="1566408" y="2083684"/>
                </a:lnTo>
                <a:lnTo>
                  <a:pt x="1564947" y="2083504"/>
                </a:lnTo>
                <a:lnTo>
                  <a:pt x="1564052" y="2087386"/>
                </a:lnTo>
                <a:lnTo>
                  <a:pt x="1566945" y="2087842"/>
                </a:lnTo>
                <a:lnTo>
                  <a:pt x="1573884" y="2088823"/>
                </a:lnTo>
                <a:lnTo>
                  <a:pt x="1574000" y="2088649"/>
                </a:lnTo>
                <a:lnTo>
                  <a:pt x="1573124" y="2084164"/>
                </a:lnTo>
                <a:lnTo>
                  <a:pt x="1571273" y="2083773"/>
                </a:lnTo>
                <a:lnTo>
                  <a:pt x="1571262" y="2085203"/>
                </a:lnTo>
                <a:lnTo>
                  <a:pt x="1571111" y="2085358"/>
                </a:lnTo>
                <a:lnTo>
                  <a:pt x="1571123" y="2083742"/>
                </a:lnTo>
                <a:lnTo>
                  <a:pt x="1567025" y="2082879"/>
                </a:lnTo>
                <a:close/>
                <a:moveTo>
                  <a:pt x="1630132" y="1937029"/>
                </a:moveTo>
                <a:lnTo>
                  <a:pt x="1629745" y="1938141"/>
                </a:lnTo>
                <a:lnTo>
                  <a:pt x="1632181" y="1936968"/>
                </a:lnTo>
                <a:lnTo>
                  <a:pt x="1632095" y="1935979"/>
                </a:lnTo>
                <a:close/>
                <a:moveTo>
                  <a:pt x="1650117" y="1892270"/>
                </a:moveTo>
                <a:lnTo>
                  <a:pt x="1650100" y="1892312"/>
                </a:lnTo>
                <a:lnTo>
                  <a:pt x="1650180" y="1892268"/>
                </a:lnTo>
                <a:close/>
                <a:moveTo>
                  <a:pt x="1632687" y="1931184"/>
                </a:moveTo>
                <a:lnTo>
                  <a:pt x="1632805" y="1932526"/>
                </a:lnTo>
                <a:lnTo>
                  <a:pt x="1635046" y="1930795"/>
                </a:lnTo>
                <a:close/>
                <a:moveTo>
                  <a:pt x="1740275" y="1690272"/>
                </a:moveTo>
                <a:lnTo>
                  <a:pt x="1740636" y="1690690"/>
                </a:lnTo>
                <a:lnTo>
                  <a:pt x="1740843" y="1690599"/>
                </a:lnTo>
                <a:lnTo>
                  <a:pt x="1741258" y="1690123"/>
                </a:lnTo>
                <a:lnTo>
                  <a:pt x="1741130" y="1689784"/>
                </a:lnTo>
                <a:lnTo>
                  <a:pt x="1740511" y="1690003"/>
                </a:lnTo>
                <a:close/>
                <a:moveTo>
                  <a:pt x="1780302" y="1600643"/>
                </a:moveTo>
                <a:lnTo>
                  <a:pt x="1780355" y="1600748"/>
                </a:lnTo>
                <a:lnTo>
                  <a:pt x="1782424" y="1599885"/>
                </a:lnTo>
                <a:close/>
                <a:moveTo>
                  <a:pt x="1652090" y="1887664"/>
                </a:moveTo>
                <a:lnTo>
                  <a:pt x="1652067" y="1887718"/>
                </a:lnTo>
                <a:lnTo>
                  <a:pt x="1653574" y="1887374"/>
                </a:lnTo>
                <a:lnTo>
                  <a:pt x="1653484" y="1886872"/>
                </a:lnTo>
                <a:close/>
                <a:moveTo>
                  <a:pt x="1876821" y="1384429"/>
                </a:moveTo>
                <a:lnTo>
                  <a:pt x="1877374" y="1385624"/>
                </a:lnTo>
                <a:lnTo>
                  <a:pt x="1881312" y="1383390"/>
                </a:lnTo>
                <a:lnTo>
                  <a:pt x="1881101" y="1383798"/>
                </a:lnTo>
                <a:lnTo>
                  <a:pt x="1877480" y="1385853"/>
                </a:lnTo>
                <a:lnTo>
                  <a:pt x="1878692" y="1388477"/>
                </a:lnTo>
                <a:lnTo>
                  <a:pt x="1881101" y="1383798"/>
                </a:lnTo>
                <a:lnTo>
                  <a:pt x="1882479" y="1383017"/>
                </a:lnTo>
                <a:lnTo>
                  <a:pt x="1882587" y="1382666"/>
                </a:lnTo>
                <a:lnTo>
                  <a:pt x="1881312" y="1383390"/>
                </a:lnTo>
                <a:lnTo>
                  <a:pt x="1885349" y="1375546"/>
                </a:lnTo>
                <a:lnTo>
                  <a:pt x="1881174" y="1377905"/>
                </a:lnTo>
                <a:close/>
                <a:moveTo>
                  <a:pt x="1744335" y="1681035"/>
                </a:moveTo>
                <a:lnTo>
                  <a:pt x="1744798" y="1680981"/>
                </a:lnTo>
                <a:lnTo>
                  <a:pt x="1744833" y="1680414"/>
                </a:lnTo>
                <a:close/>
                <a:moveTo>
                  <a:pt x="1861427" y="1418838"/>
                </a:moveTo>
                <a:lnTo>
                  <a:pt x="1862132" y="1419616"/>
                </a:lnTo>
                <a:lnTo>
                  <a:pt x="1863109" y="1418752"/>
                </a:lnTo>
                <a:lnTo>
                  <a:pt x="1864491" y="1416066"/>
                </a:lnTo>
                <a:close/>
                <a:moveTo>
                  <a:pt x="1644772" y="1903929"/>
                </a:moveTo>
                <a:lnTo>
                  <a:pt x="1649408" y="1903467"/>
                </a:lnTo>
                <a:lnTo>
                  <a:pt x="1651275" y="1902778"/>
                </a:lnTo>
                <a:lnTo>
                  <a:pt x="1649787" y="1900085"/>
                </a:lnTo>
                <a:lnTo>
                  <a:pt x="1645017" y="1903494"/>
                </a:lnTo>
                <a:close/>
                <a:moveTo>
                  <a:pt x="1590742" y="2024902"/>
                </a:moveTo>
                <a:lnTo>
                  <a:pt x="1590767" y="2026099"/>
                </a:lnTo>
                <a:lnTo>
                  <a:pt x="1593467" y="2025604"/>
                </a:lnTo>
                <a:lnTo>
                  <a:pt x="1593363" y="2025419"/>
                </a:lnTo>
                <a:close/>
                <a:moveTo>
                  <a:pt x="1571388" y="2068195"/>
                </a:moveTo>
                <a:lnTo>
                  <a:pt x="1571352" y="2072985"/>
                </a:lnTo>
                <a:lnTo>
                  <a:pt x="1573256" y="2082736"/>
                </a:lnTo>
                <a:lnTo>
                  <a:pt x="1577014" y="2084128"/>
                </a:lnTo>
                <a:lnTo>
                  <a:pt x="1589831" y="2064897"/>
                </a:lnTo>
                <a:lnTo>
                  <a:pt x="1589707" y="2061276"/>
                </a:lnTo>
                <a:lnTo>
                  <a:pt x="1584049" y="2061472"/>
                </a:lnTo>
                <a:lnTo>
                  <a:pt x="1583974" y="2061463"/>
                </a:lnTo>
                <a:lnTo>
                  <a:pt x="1582105" y="2061675"/>
                </a:lnTo>
                <a:close/>
                <a:moveTo>
                  <a:pt x="1613377" y="1974162"/>
                </a:moveTo>
                <a:lnTo>
                  <a:pt x="1613393" y="1974299"/>
                </a:lnTo>
                <a:lnTo>
                  <a:pt x="1614061" y="1974037"/>
                </a:lnTo>
                <a:close/>
                <a:moveTo>
                  <a:pt x="1654077" y="1883025"/>
                </a:moveTo>
                <a:lnTo>
                  <a:pt x="1653393" y="1884622"/>
                </a:lnTo>
                <a:lnTo>
                  <a:pt x="1654825" y="1883914"/>
                </a:lnTo>
                <a:lnTo>
                  <a:pt x="1654691" y="1882664"/>
                </a:lnTo>
                <a:close/>
                <a:moveTo>
                  <a:pt x="1761704" y="1642016"/>
                </a:moveTo>
                <a:lnTo>
                  <a:pt x="1762438" y="1642808"/>
                </a:lnTo>
                <a:lnTo>
                  <a:pt x="1766098" y="1640728"/>
                </a:lnTo>
                <a:close/>
                <a:moveTo>
                  <a:pt x="1703168" y="1773078"/>
                </a:moveTo>
                <a:lnTo>
                  <a:pt x="1702822" y="1774761"/>
                </a:lnTo>
                <a:lnTo>
                  <a:pt x="1704606" y="1772492"/>
                </a:lnTo>
                <a:close/>
                <a:moveTo>
                  <a:pt x="1642316" y="1909329"/>
                </a:moveTo>
                <a:lnTo>
                  <a:pt x="1653639" y="1907058"/>
                </a:lnTo>
                <a:lnTo>
                  <a:pt x="1653469" y="1906751"/>
                </a:lnTo>
                <a:lnTo>
                  <a:pt x="1649312" y="1906748"/>
                </a:lnTo>
                <a:close/>
                <a:moveTo>
                  <a:pt x="1759939" y="1645938"/>
                </a:moveTo>
                <a:lnTo>
                  <a:pt x="1760120" y="1646957"/>
                </a:lnTo>
                <a:lnTo>
                  <a:pt x="1760804" y="1646836"/>
                </a:lnTo>
                <a:lnTo>
                  <a:pt x="1762072" y="1645562"/>
                </a:lnTo>
                <a:lnTo>
                  <a:pt x="1761724" y="1644825"/>
                </a:lnTo>
                <a:close/>
                <a:moveTo>
                  <a:pt x="1616533" y="1967036"/>
                </a:moveTo>
                <a:lnTo>
                  <a:pt x="1616438" y="1969620"/>
                </a:lnTo>
                <a:lnTo>
                  <a:pt x="1617557" y="1969567"/>
                </a:lnTo>
                <a:lnTo>
                  <a:pt x="1617572" y="1966853"/>
                </a:lnTo>
                <a:close/>
                <a:moveTo>
                  <a:pt x="1630930" y="1934737"/>
                </a:moveTo>
                <a:lnTo>
                  <a:pt x="1630289" y="1936578"/>
                </a:lnTo>
                <a:lnTo>
                  <a:pt x="1632064" y="1935629"/>
                </a:lnTo>
                <a:lnTo>
                  <a:pt x="1631939" y="1934212"/>
                </a:lnTo>
                <a:close/>
                <a:moveTo>
                  <a:pt x="1657895" y="1874332"/>
                </a:moveTo>
                <a:lnTo>
                  <a:pt x="1661458" y="1875912"/>
                </a:lnTo>
                <a:lnTo>
                  <a:pt x="1661853" y="1875680"/>
                </a:lnTo>
                <a:lnTo>
                  <a:pt x="1661432" y="1871542"/>
                </a:lnTo>
                <a:lnTo>
                  <a:pt x="1659577" y="1871447"/>
                </a:lnTo>
                <a:close/>
                <a:moveTo>
                  <a:pt x="1640933" y="1912197"/>
                </a:moveTo>
                <a:lnTo>
                  <a:pt x="1640885" y="1914257"/>
                </a:lnTo>
                <a:lnTo>
                  <a:pt x="1641253" y="1914197"/>
                </a:lnTo>
                <a:lnTo>
                  <a:pt x="1641095" y="1912167"/>
                </a:lnTo>
                <a:close/>
                <a:moveTo>
                  <a:pt x="1643884" y="1905504"/>
                </a:moveTo>
                <a:lnTo>
                  <a:pt x="1647171" y="1904292"/>
                </a:lnTo>
                <a:lnTo>
                  <a:pt x="1644413" y="1904567"/>
                </a:lnTo>
                <a:close/>
                <a:moveTo>
                  <a:pt x="1675778" y="1834084"/>
                </a:moveTo>
                <a:lnTo>
                  <a:pt x="1675985" y="1834992"/>
                </a:lnTo>
                <a:lnTo>
                  <a:pt x="1679914" y="1833786"/>
                </a:lnTo>
                <a:lnTo>
                  <a:pt x="1680520" y="1832748"/>
                </a:lnTo>
                <a:lnTo>
                  <a:pt x="1680174" y="1830650"/>
                </a:lnTo>
                <a:lnTo>
                  <a:pt x="1678628" y="1831230"/>
                </a:lnTo>
                <a:lnTo>
                  <a:pt x="1677401" y="1832176"/>
                </a:lnTo>
                <a:close/>
                <a:moveTo>
                  <a:pt x="1606225" y="1989825"/>
                </a:moveTo>
                <a:lnTo>
                  <a:pt x="1606712" y="1993495"/>
                </a:lnTo>
                <a:lnTo>
                  <a:pt x="1609729" y="1988655"/>
                </a:lnTo>
                <a:close/>
                <a:moveTo>
                  <a:pt x="1674287" y="1837346"/>
                </a:moveTo>
                <a:lnTo>
                  <a:pt x="1674133" y="1839132"/>
                </a:lnTo>
                <a:lnTo>
                  <a:pt x="1674654" y="1839281"/>
                </a:lnTo>
                <a:lnTo>
                  <a:pt x="1675638" y="1838415"/>
                </a:lnTo>
                <a:lnTo>
                  <a:pt x="1675321" y="1837029"/>
                </a:lnTo>
                <a:close/>
                <a:moveTo>
                  <a:pt x="1724423" y="1725004"/>
                </a:moveTo>
                <a:lnTo>
                  <a:pt x="1724497" y="1725276"/>
                </a:lnTo>
                <a:lnTo>
                  <a:pt x="1725043" y="1725127"/>
                </a:lnTo>
                <a:lnTo>
                  <a:pt x="1724938" y="1724270"/>
                </a:lnTo>
                <a:lnTo>
                  <a:pt x="1724894" y="1724289"/>
                </a:lnTo>
                <a:close/>
                <a:moveTo>
                  <a:pt x="1631467" y="1933136"/>
                </a:moveTo>
                <a:lnTo>
                  <a:pt x="1631400" y="1933386"/>
                </a:lnTo>
                <a:lnTo>
                  <a:pt x="1631291" y="1933697"/>
                </a:lnTo>
                <a:lnTo>
                  <a:pt x="1631856" y="1933260"/>
                </a:lnTo>
                <a:lnTo>
                  <a:pt x="1631836" y="1933033"/>
                </a:lnTo>
                <a:close/>
                <a:moveTo>
                  <a:pt x="1623254" y="1951496"/>
                </a:moveTo>
                <a:lnTo>
                  <a:pt x="1623599" y="1953333"/>
                </a:lnTo>
                <a:lnTo>
                  <a:pt x="1624336" y="1951216"/>
                </a:lnTo>
                <a:lnTo>
                  <a:pt x="1623691" y="1951273"/>
                </a:lnTo>
                <a:close/>
                <a:moveTo>
                  <a:pt x="1680418" y="1823479"/>
                </a:moveTo>
                <a:lnTo>
                  <a:pt x="1680446" y="1823645"/>
                </a:lnTo>
                <a:lnTo>
                  <a:pt x="1680733" y="1823289"/>
                </a:lnTo>
                <a:close/>
                <a:moveTo>
                  <a:pt x="1621485" y="1955426"/>
                </a:moveTo>
                <a:lnTo>
                  <a:pt x="1621525" y="1956459"/>
                </a:lnTo>
                <a:lnTo>
                  <a:pt x="1622518" y="1956439"/>
                </a:lnTo>
                <a:lnTo>
                  <a:pt x="1622963" y="1955160"/>
                </a:lnTo>
                <a:lnTo>
                  <a:pt x="1622260" y="1955004"/>
                </a:lnTo>
                <a:close/>
                <a:moveTo>
                  <a:pt x="1718547" y="1738024"/>
                </a:moveTo>
                <a:lnTo>
                  <a:pt x="1718649" y="1738566"/>
                </a:lnTo>
                <a:lnTo>
                  <a:pt x="1719080" y="1738492"/>
                </a:lnTo>
                <a:lnTo>
                  <a:pt x="1718857" y="1737665"/>
                </a:lnTo>
                <a:lnTo>
                  <a:pt x="1718789" y="1737720"/>
                </a:lnTo>
                <a:close/>
                <a:moveTo>
                  <a:pt x="1803454" y="1547801"/>
                </a:moveTo>
                <a:lnTo>
                  <a:pt x="1805865" y="1545241"/>
                </a:lnTo>
                <a:lnTo>
                  <a:pt x="1806955" y="1543720"/>
                </a:lnTo>
                <a:lnTo>
                  <a:pt x="1806853" y="1543518"/>
                </a:lnTo>
                <a:lnTo>
                  <a:pt x="1805550" y="1544710"/>
                </a:lnTo>
                <a:close/>
                <a:moveTo>
                  <a:pt x="1565729" y="2080113"/>
                </a:moveTo>
                <a:lnTo>
                  <a:pt x="1565269" y="2082106"/>
                </a:lnTo>
                <a:lnTo>
                  <a:pt x="1571125" y="2083424"/>
                </a:lnTo>
                <a:lnTo>
                  <a:pt x="1571135" y="2082116"/>
                </a:lnTo>
                <a:close/>
                <a:moveTo>
                  <a:pt x="1816408" y="1518682"/>
                </a:moveTo>
                <a:lnTo>
                  <a:pt x="1816731" y="1519656"/>
                </a:lnTo>
                <a:lnTo>
                  <a:pt x="1817223" y="1519443"/>
                </a:lnTo>
                <a:lnTo>
                  <a:pt x="1818990" y="1517935"/>
                </a:lnTo>
                <a:lnTo>
                  <a:pt x="1818503" y="1517049"/>
                </a:lnTo>
                <a:close/>
                <a:moveTo>
                  <a:pt x="1626569" y="1943757"/>
                </a:moveTo>
                <a:lnTo>
                  <a:pt x="1626751" y="1944052"/>
                </a:lnTo>
                <a:lnTo>
                  <a:pt x="1626891" y="1943528"/>
                </a:lnTo>
                <a:close/>
                <a:moveTo>
                  <a:pt x="1594240" y="2016146"/>
                </a:moveTo>
                <a:lnTo>
                  <a:pt x="1595399" y="2015496"/>
                </a:lnTo>
                <a:lnTo>
                  <a:pt x="1594464" y="2015787"/>
                </a:lnTo>
                <a:close/>
                <a:moveTo>
                  <a:pt x="1796067" y="1564183"/>
                </a:moveTo>
                <a:lnTo>
                  <a:pt x="1796294" y="1564565"/>
                </a:lnTo>
                <a:lnTo>
                  <a:pt x="1797764" y="1562388"/>
                </a:lnTo>
                <a:close/>
                <a:moveTo>
                  <a:pt x="1801143" y="1552817"/>
                </a:moveTo>
                <a:lnTo>
                  <a:pt x="1801592" y="1555136"/>
                </a:lnTo>
                <a:lnTo>
                  <a:pt x="1802066" y="1555939"/>
                </a:lnTo>
                <a:lnTo>
                  <a:pt x="1802165" y="1555870"/>
                </a:lnTo>
                <a:lnTo>
                  <a:pt x="1804464" y="1552466"/>
                </a:lnTo>
                <a:close/>
                <a:moveTo>
                  <a:pt x="1593993" y="2016639"/>
                </a:moveTo>
                <a:lnTo>
                  <a:pt x="1600800" y="2015832"/>
                </a:lnTo>
                <a:lnTo>
                  <a:pt x="1601703" y="2013536"/>
                </a:lnTo>
                <a:lnTo>
                  <a:pt x="1596818" y="2015055"/>
                </a:lnTo>
                <a:close/>
                <a:moveTo>
                  <a:pt x="1631752" y="1932074"/>
                </a:moveTo>
                <a:lnTo>
                  <a:pt x="1631527" y="1932910"/>
                </a:lnTo>
                <a:lnTo>
                  <a:pt x="1631818" y="1932829"/>
                </a:lnTo>
                <a:close/>
                <a:moveTo>
                  <a:pt x="1793621" y="1569582"/>
                </a:moveTo>
                <a:lnTo>
                  <a:pt x="1797112" y="1567173"/>
                </a:lnTo>
                <a:lnTo>
                  <a:pt x="1796680" y="1566441"/>
                </a:lnTo>
                <a:lnTo>
                  <a:pt x="1795434" y="1566898"/>
                </a:lnTo>
                <a:close/>
                <a:moveTo>
                  <a:pt x="1875151" y="1386885"/>
                </a:moveTo>
                <a:lnTo>
                  <a:pt x="1877028" y="1385820"/>
                </a:lnTo>
                <a:lnTo>
                  <a:pt x="1876563" y="1384815"/>
                </a:lnTo>
                <a:lnTo>
                  <a:pt x="1876225" y="1385322"/>
                </a:lnTo>
                <a:close/>
                <a:moveTo>
                  <a:pt x="1894251" y="1344112"/>
                </a:moveTo>
                <a:lnTo>
                  <a:pt x="1897807" y="1342172"/>
                </a:lnTo>
                <a:lnTo>
                  <a:pt x="1897610" y="1341969"/>
                </a:lnTo>
                <a:close/>
                <a:moveTo>
                  <a:pt x="1616577" y="1965873"/>
                </a:moveTo>
                <a:lnTo>
                  <a:pt x="1616546" y="1966684"/>
                </a:lnTo>
                <a:lnTo>
                  <a:pt x="1617574" y="1966517"/>
                </a:lnTo>
                <a:lnTo>
                  <a:pt x="1617579" y="1965536"/>
                </a:lnTo>
                <a:lnTo>
                  <a:pt x="1616901" y="1965773"/>
                </a:lnTo>
                <a:close/>
                <a:moveTo>
                  <a:pt x="1761074" y="1642201"/>
                </a:moveTo>
                <a:lnTo>
                  <a:pt x="1761590" y="1643291"/>
                </a:lnTo>
                <a:lnTo>
                  <a:pt x="1762140" y="1642978"/>
                </a:lnTo>
                <a:lnTo>
                  <a:pt x="1761344" y="1642122"/>
                </a:lnTo>
                <a:close/>
                <a:moveTo>
                  <a:pt x="1895973" y="1340127"/>
                </a:moveTo>
                <a:lnTo>
                  <a:pt x="1896452" y="1340621"/>
                </a:lnTo>
                <a:lnTo>
                  <a:pt x="1904640" y="1335399"/>
                </a:lnTo>
                <a:lnTo>
                  <a:pt x="1903731" y="1334915"/>
                </a:lnTo>
                <a:lnTo>
                  <a:pt x="1896127" y="1340026"/>
                </a:lnTo>
                <a:close/>
                <a:moveTo>
                  <a:pt x="1782163" y="1594933"/>
                </a:moveTo>
                <a:lnTo>
                  <a:pt x="1782647" y="1596257"/>
                </a:lnTo>
                <a:lnTo>
                  <a:pt x="1784158" y="1595960"/>
                </a:lnTo>
                <a:close/>
                <a:moveTo>
                  <a:pt x="1782303" y="1594582"/>
                </a:moveTo>
                <a:lnTo>
                  <a:pt x="1784728" y="1595831"/>
                </a:lnTo>
                <a:lnTo>
                  <a:pt x="1785431" y="1595520"/>
                </a:lnTo>
                <a:lnTo>
                  <a:pt x="1790043" y="1592309"/>
                </a:lnTo>
                <a:lnTo>
                  <a:pt x="1788546" y="1590861"/>
                </a:lnTo>
                <a:close/>
                <a:moveTo>
                  <a:pt x="1728219" y="1715677"/>
                </a:moveTo>
                <a:lnTo>
                  <a:pt x="1728130" y="1718784"/>
                </a:lnTo>
                <a:lnTo>
                  <a:pt x="1730422" y="1715403"/>
                </a:lnTo>
                <a:lnTo>
                  <a:pt x="1729645" y="1714733"/>
                </a:lnTo>
                <a:close/>
                <a:moveTo>
                  <a:pt x="1570520" y="2068723"/>
                </a:moveTo>
                <a:lnTo>
                  <a:pt x="1571208" y="2072247"/>
                </a:lnTo>
                <a:lnTo>
                  <a:pt x="1571230" y="2069183"/>
                </a:lnTo>
                <a:lnTo>
                  <a:pt x="1571225" y="2068295"/>
                </a:lnTo>
                <a:close/>
                <a:moveTo>
                  <a:pt x="1613244" y="1973022"/>
                </a:moveTo>
                <a:lnTo>
                  <a:pt x="1613299" y="1973500"/>
                </a:lnTo>
                <a:lnTo>
                  <a:pt x="1615361" y="1973123"/>
                </a:lnTo>
                <a:close/>
                <a:moveTo>
                  <a:pt x="1761263" y="1641543"/>
                </a:moveTo>
                <a:lnTo>
                  <a:pt x="1761329" y="1641613"/>
                </a:lnTo>
                <a:lnTo>
                  <a:pt x="1767558" y="1639787"/>
                </a:lnTo>
                <a:lnTo>
                  <a:pt x="1767666" y="1637421"/>
                </a:lnTo>
                <a:lnTo>
                  <a:pt x="1766064" y="1638118"/>
                </a:lnTo>
                <a:close/>
                <a:moveTo>
                  <a:pt x="1776294" y="1607866"/>
                </a:moveTo>
                <a:lnTo>
                  <a:pt x="1777851" y="1608752"/>
                </a:lnTo>
                <a:lnTo>
                  <a:pt x="1782139" y="1605938"/>
                </a:lnTo>
                <a:lnTo>
                  <a:pt x="1780872" y="1603464"/>
                </a:lnTo>
                <a:close/>
                <a:moveTo>
                  <a:pt x="1707281" y="1762376"/>
                </a:moveTo>
                <a:lnTo>
                  <a:pt x="1708305" y="1761917"/>
                </a:lnTo>
                <a:lnTo>
                  <a:pt x="1708264" y="1761498"/>
                </a:lnTo>
                <a:close/>
                <a:moveTo>
                  <a:pt x="1674660" y="1835399"/>
                </a:moveTo>
                <a:lnTo>
                  <a:pt x="1674931" y="1835316"/>
                </a:lnTo>
                <a:lnTo>
                  <a:pt x="1674888" y="1835130"/>
                </a:lnTo>
                <a:close/>
                <a:moveTo>
                  <a:pt x="1716096" y="1742591"/>
                </a:moveTo>
                <a:lnTo>
                  <a:pt x="1716048" y="1743792"/>
                </a:lnTo>
                <a:lnTo>
                  <a:pt x="1716133" y="1743770"/>
                </a:lnTo>
                <a:lnTo>
                  <a:pt x="1717239" y="1743096"/>
                </a:lnTo>
                <a:lnTo>
                  <a:pt x="1718197" y="1742309"/>
                </a:lnTo>
                <a:lnTo>
                  <a:pt x="1717979" y="1741361"/>
                </a:lnTo>
                <a:close/>
                <a:moveTo>
                  <a:pt x="1637844" y="1917779"/>
                </a:moveTo>
                <a:lnTo>
                  <a:pt x="1640531" y="1917912"/>
                </a:lnTo>
                <a:lnTo>
                  <a:pt x="1640564" y="1916514"/>
                </a:lnTo>
                <a:close/>
                <a:moveTo>
                  <a:pt x="1703898" y="1769814"/>
                </a:moveTo>
                <a:lnTo>
                  <a:pt x="1704404" y="1769638"/>
                </a:lnTo>
                <a:lnTo>
                  <a:pt x="1704564" y="1769527"/>
                </a:lnTo>
                <a:close/>
                <a:moveTo>
                  <a:pt x="1640970" y="1910675"/>
                </a:moveTo>
                <a:lnTo>
                  <a:pt x="1640940" y="1911940"/>
                </a:lnTo>
                <a:lnTo>
                  <a:pt x="1641076" y="1911917"/>
                </a:lnTo>
                <a:lnTo>
                  <a:pt x="1640979" y="1910661"/>
                </a:lnTo>
                <a:lnTo>
                  <a:pt x="1640977" y="1910662"/>
                </a:lnTo>
                <a:close/>
                <a:moveTo>
                  <a:pt x="1590814" y="2022979"/>
                </a:moveTo>
                <a:lnTo>
                  <a:pt x="1592257" y="2023449"/>
                </a:lnTo>
                <a:lnTo>
                  <a:pt x="1591970" y="2022939"/>
                </a:lnTo>
                <a:close/>
                <a:moveTo>
                  <a:pt x="1801023" y="1552200"/>
                </a:moveTo>
                <a:lnTo>
                  <a:pt x="1801046" y="1552322"/>
                </a:lnTo>
                <a:lnTo>
                  <a:pt x="1804832" y="1551921"/>
                </a:lnTo>
                <a:lnTo>
                  <a:pt x="1808415" y="1546613"/>
                </a:lnTo>
                <a:lnTo>
                  <a:pt x="1807229" y="1544261"/>
                </a:lnTo>
                <a:lnTo>
                  <a:pt x="1804478" y="1547262"/>
                </a:lnTo>
                <a:close/>
                <a:moveTo>
                  <a:pt x="1774359" y="1611711"/>
                </a:moveTo>
                <a:lnTo>
                  <a:pt x="1774291" y="1613200"/>
                </a:lnTo>
                <a:lnTo>
                  <a:pt x="1774480" y="1615051"/>
                </a:lnTo>
                <a:lnTo>
                  <a:pt x="1775448" y="1614747"/>
                </a:lnTo>
                <a:lnTo>
                  <a:pt x="1780571" y="1611630"/>
                </a:lnTo>
                <a:lnTo>
                  <a:pt x="1783879" y="1609340"/>
                </a:lnTo>
                <a:lnTo>
                  <a:pt x="1782394" y="1606438"/>
                </a:lnTo>
                <a:lnTo>
                  <a:pt x="1778396" y="1609062"/>
                </a:lnTo>
                <a:lnTo>
                  <a:pt x="1780962" y="1610522"/>
                </a:lnTo>
                <a:lnTo>
                  <a:pt x="1781009" y="1610678"/>
                </a:lnTo>
                <a:lnTo>
                  <a:pt x="1778291" y="1609131"/>
                </a:lnTo>
                <a:close/>
                <a:moveTo>
                  <a:pt x="1683975" y="1814071"/>
                </a:moveTo>
                <a:lnTo>
                  <a:pt x="1683985" y="1814113"/>
                </a:lnTo>
                <a:lnTo>
                  <a:pt x="1685036" y="1815220"/>
                </a:lnTo>
                <a:lnTo>
                  <a:pt x="1685449" y="1815194"/>
                </a:lnTo>
                <a:lnTo>
                  <a:pt x="1685789" y="1813542"/>
                </a:lnTo>
                <a:lnTo>
                  <a:pt x="1685749" y="1813293"/>
                </a:lnTo>
                <a:close/>
                <a:moveTo>
                  <a:pt x="1792256" y="1571604"/>
                </a:moveTo>
                <a:lnTo>
                  <a:pt x="1795967" y="1570159"/>
                </a:lnTo>
                <a:lnTo>
                  <a:pt x="1797983" y="1568641"/>
                </a:lnTo>
                <a:lnTo>
                  <a:pt x="1797451" y="1567744"/>
                </a:lnTo>
                <a:lnTo>
                  <a:pt x="1792602" y="1571092"/>
                </a:lnTo>
                <a:close/>
                <a:moveTo>
                  <a:pt x="1640184" y="1912069"/>
                </a:moveTo>
                <a:lnTo>
                  <a:pt x="1640671" y="1911986"/>
                </a:lnTo>
                <a:lnTo>
                  <a:pt x="1640691" y="1911171"/>
                </a:lnTo>
                <a:close/>
                <a:moveTo>
                  <a:pt x="1754873" y="1655215"/>
                </a:moveTo>
                <a:lnTo>
                  <a:pt x="1755672" y="1656864"/>
                </a:lnTo>
                <a:lnTo>
                  <a:pt x="1756783" y="1656605"/>
                </a:lnTo>
                <a:lnTo>
                  <a:pt x="1757187" y="1656319"/>
                </a:lnTo>
                <a:lnTo>
                  <a:pt x="1758731" y="1654403"/>
                </a:lnTo>
                <a:lnTo>
                  <a:pt x="1758409" y="1652903"/>
                </a:lnTo>
                <a:close/>
                <a:moveTo>
                  <a:pt x="1716882" y="1740115"/>
                </a:moveTo>
                <a:lnTo>
                  <a:pt x="1717714" y="1740210"/>
                </a:lnTo>
                <a:lnTo>
                  <a:pt x="1717525" y="1739391"/>
                </a:lnTo>
                <a:lnTo>
                  <a:pt x="1717448" y="1739404"/>
                </a:lnTo>
                <a:close/>
                <a:moveTo>
                  <a:pt x="1583788" y="2038139"/>
                </a:moveTo>
                <a:lnTo>
                  <a:pt x="1588314" y="2038364"/>
                </a:lnTo>
                <a:lnTo>
                  <a:pt x="1588265" y="2037701"/>
                </a:lnTo>
                <a:close/>
                <a:moveTo>
                  <a:pt x="1800392" y="1553102"/>
                </a:moveTo>
                <a:lnTo>
                  <a:pt x="1801039" y="1554198"/>
                </a:lnTo>
                <a:lnTo>
                  <a:pt x="1800778" y="1552856"/>
                </a:lnTo>
                <a:lnTo>
                  <a:pt x="1800546" y="1552880"/>
                </a:lnTo>
                <a:close/>
                <a:moveTo>
                  <a:pt x="1617822" y="1961842"/>
                </a:moveTo>
                <a:lnTo>
                  <a:pt x="1617812" y="1963553"/>
                </a:lnTo>
                <a:lnTo>
                  <a:pt x="1620422" y="1962463"/>
                </a:lnTo>
                <a:lnTo>
                  <a:pt x="1621006" y="1960784"/>
                </a:lnTo>
                <a:close/>
                <a:moveTo>
                  <a:pt x="1627738" y="1939602"/>
                </a:moveTo>
                <a:lnTo>
                  <a:pt x="1627784" y="1940193"/>
                </a:lnTo>
                <a:lnTo>
                  <a:pt x="1627972" y="1939490"/>
                </a:lnTo>
                <a:close/>
                <a:moveTo>
                  <a:pt x="1794617" y="1565716"/>
                </a:moveTo>
                <a:lnTo>
                  <a:pt x="1795614" y="1565572"/>
                </a:lnTo>
                <a:lnTo>
                  <a:pt x="1795906" y="1565139"/>
                </a:lnTo>
                <a:lnTo>
                  <a:pt x="1795620" y="1564655"/>
                </a:lnTo>
                <a:close/>
                <a:moveTo>
                  <a:pt x="1724068" y="1723687"/>
                </a:moveTo>
                <a:lnTo>
                  <a:pt x="1724124" y="1723892"/>
                </a:lnTo>
                <a:lnTo>
                  <a:pt x="1724852" y="1723577"/>
                </a:lnTo>
                <a:lnTo>
                  <a:pt x="1724822" y="1723333"/>
                </a:lnTo>
                <a:close/>
                <a:moveTo>
                  <a:pt x="1591476" y="2020579"/>
                </a:moveTo>
                <a:lnTo>
                  <a:pt x="1599317" y="2019600"/>
                </a:lnTo>
                <a:lnTo>
                  <a:pt x="1600373" y="2016918"/>
                </a:lnTo>
                <a:lnTo>
                  <a:pt x="1593231" y="2017764"/>
                </a:lnTo>
                <a:close/>
                <a:moveTo>
                  <a:pt x="1590690" y="2022330"/>
                </a:moveTo>
                <a:lnTo>
                  <a:pt x="1590697" y="2022674"/>
                </a:lnTo>
                <a:lnTo>
                  <a:pt x="1591800" y="2022635"/>
                </a:lnTo>
                <a:lnTo>
                  <a:pt x="1591680" y="2022421"/>
                </a:lnTo>
                <a:lnTo>
                  <a:pt x="1591130" y="2022275"/>
                </a:lnTo>
                <a:close/>
                <a:moveTo>
                  <a:pt x="1800899" y="1551569"/>
                </a:moveTo>
                <a:lnTo>
                  <a:pt x="1800992" y="1552045"/>
                </a:lnTo>
                <a:lnTo>
                  <a:pt x="1804204" y="1547561"/>
                </a:lnTo>
                <a:lnTo>
                  <a:pt x="1801951" y="1550018"/>
                </a:lnTo>
                <a:close/>
                <a:moveTo>
                  <a:pt x="1638758" y="1914599"/>
                </a:moveTo>
                <a:lnTo>
                  <a:pt x="1640616" y="1914300"/>
                </a:lnTo>
                <a:lnTo>
                  <a:pt x="1640665" y="1912247"/>
                </a:lnTo>
                <a:lnTo>
                  <a:pt x="1640017" y="1912366"/>
                </a:lnTo>
                <a:close/>
                <a:moveTo>
                  <a:pt x="1800278" y="1552909"/>
                </a:moveTo>
                <a:lnTo>
                  <a:pt x="1800322" y="1552982"/>
                </a:lnTo>
                <a:lnTo>
                  <a:pt x="1800382" y="1552897"/>
                </a:lnTo>
                <a:close/>
                <a:moveTo>
                  <a:pt x="1818892" y="1511086"/>
                </a:moveTo>
                <a:lnTo>
                  <a:pt x="1819754" y="1514362"/>
                </a:lnTo>
                <a:lnTo>
                  <a:pt x="1822968" y="1512114"/>
                </a:lnTo>
                <a:lnTo>
                  <a:pt x="1823721" y="1511529"/>
                </a:lnTo>
                <a:lnTo>
                  <a:pt x="1821694" y="1509507"/>
                </a:lnTo>
                <a:close/>
                <a:moveTo>
                  <a:pt x="1795545" y="1563302"/>
                </a:moveTo>
                <a:lnTo>
                  <a:pt x="1795809" y="1563747"/>
                </a:lnTo>
                <a:lnTo>
                  <a:pt x="1797443" y="1562018"/>
                </a:lnTo>
                <a:close/>
                <a:moveTo>
                  <a:pt x="1716157" y="1741027"/>
                </a:moveTo>
                <a:lnTo>
                  <a:pt x="1716117" y="1742026"/>
                </a:lnTo>
                <a:lnTo>
                  <a:pt x="1717868" y="1740882"/>
                </a:lnTo>
                <a:lnTo>
                  <a:pt x="1717809" y="1740624"/>
                </a:lnTo>
                <a:lnTo>
                  <a:pt x="1716588" y="1740485"/>
                </a:lnTo>
                <a:close/>
                <a:moveTo>
                  <a:pt x="1830361" y="1485249"/>
                </a:moveTo>
                <a:lnTo>
                  <a:pt x="1832478" y="1488095"/>
                </a:lnTo>
                <a:lnTo>
                  <a:pt x="1838730" y="1482378"/>
                </a:lnTo>
                <a:lnTo>
                  <a:pt x="1844120" y="1477313"/>
                </a:lnTo>
                <a:lnTo>
                  <a:pt x="1845400" y="1475968"/>
                </a:lnTo>
                <a:lnTo>
                  <a:pt x="1845169" y="1475492"/>
                </a:lnTo>
                <a:lnTo>
                  <a:pt x="1839133" y="1478219"/>
                </a:lnTo>
                <a:lnTo>
                  <a:pt x="1832552" y="1483530"/>
                </a:lnTo>
                <a:close/>
                <a:moveTo>
                  <a:pt x="1617825" y="1961140"/>
                </a:moveTo>
                <a:lnTo>
                  <a:pt x="1617823" y="1961524"/>
                </a:lnTo>
                <a:lnTo>
                  <a:pt x="1621130" y="1960425"/>
                </a:lnTo>
                <a:lnTo>
                  <a:pt x="1621178" y="1960289"/>
                </a:lnTo>
                <a:lnTo>
                  <a:pt x="1621165" y="1959952"/>
                </a:lnTo>
                <a:lnTo>
                  <a:pt x="1620658" y="1960008"/>
                </a:lnTo>
                <a:close/>
                <a:moveTo>
                  <a:pt x="1800339" y="1552396"/>
                </a:moveTo>
                <a:lnTo>
                  <a:pt x="1800682" y="1552360"/>
                </a:lnTo>
                <a:lnTo>
                  <a:pt x="1800611" y="1551995"/>
                </a:lnTo>
                <a:close/>
                <a:moveTo>
                  <a:pt x="1757909" y="1647204"/>
                </a:moveTo>
                <a:lnTo>
                  <a:pt x="1758933" y="1647168"/>
                </a:lnTo>
                <a:lnTo>
                  <a:pt x="1760036" y="1646972"/>
                </a:lnTo>
                <a:lnTo>
                  <a:pt x="1759860" y="1645987"/>
                </a:lnTo>
                <a:close/>
                <a:moveTo>
                  <a:pt x="1685009" y="1810429"/>
                </a:moveTo>
                <a:lnTo>
                  <a:pt x="1685391" y="1811062"/>
                </a:lnTo>
                <a:lnTo>
                  <a:pt x="1685296" y="1810469"/>
                </a:lnTo>
                <a:close/>
                <a:moveTo>
                  <a:pt x="1600901" y="1998715"/>
                </a:moveTo>
                <a:lnTo>
                  <a:pt x="1603230" y="1999077"/>
                </a:lnTo>
                <a:lnTo>
                  <a:pt x="1604153" y="1997597"/>
                </a:lnTo>
                <a:lnTo>
                  <a:pt x="1604166" y="1997470"/>
                </a:lnTo>
                <a:lnTo>
                  <a:pt x="1604139" y="1997262"/>
                </a:lnTo>
                <a:lnTo>
                  <a:pt x="1601217" y="1998511"/>
                </a:lnTo>
                <a:close/>
                <a:moveTo>
                  <a:pt x="1790402" y="1574351"/>
                </a:moveTo>
                <a:lnTo>
                  <a:pt x="1794944" y="1570930"/>
                </a:lnTo>
                <a:lnTo>
                  <a:pt x="1791871" y="1572175"/>
                </a:lnTo>
                <a:close/>
                <a:moveTo>
                  <a:pt x="1590156" y="2022694"/>
                </a:moveTo>
                <a:lnTo>
                  <a:pt x="1590274" y="2022690"/>
                </a:lnTo>
                <a:lnTo>
                  <a:pt x="1590268" y="2022514"/>
                </a:lnTo>
                <a:close/>
                <a:moveTo>
                  <a:pt x="1532151" y="2152537"/>
                </a:moveTo>
                <a:lnTo>
                  <a:pt x="1529560" y="2164407"/>
                </a:lnTo>
                <a:lnTo>
                  <a:pt x="1545040" y="2165980"/>
                </a:lnTo>
                <a:lnTo>
                  <a:pt x="1547542" y="2155770"/>
                </a:lnTo>
                <a:close/>
                <a:moveTo>
                  <a:pt x="1636994" y="1917729"/>
                </a:moveTo>
                <a:lnTo>
                  <a:pt x="1640573" y="1916123"/>
                </a:lnTo>
                <a:lnTo>
                  <a:pt x="1640605" y="1914766"/>
                </a:lnTo>
                <a:lnTo>
                  <a:pt x="1638470" y="1915110"/>
                </a:lnTo>
                <a:close/>
                <a:moveTo>
                  <a:pt x="1680058" y="1821285"/>
                </a:moveTo>
                <a:lnTo>
                  <a:pt x="1680211" y="1822216"/>
                </a:lnTo>
                <a:lnTo>
                  <a:pt x="1680461" y="1822066"/>
                </a:lnTo>
                <a:close/>
                <a:moveTo>
                  <a:pt x="1823482" y="1500074"/>
                </a:moveTo>
                <a:lnTo>
                  <a:pt x="1829020" y="1505038"/>
                </a:lnTo>
                <a:lnTo>
                  <a:pt x="1833275" y="1502642"/>
                </a:lnTo>
                <a:lnTo>
                  <a:pt x="1837223" y="1496820"/>
                </a:lnTo>
                <a:lnTo>
                  <a:pt x="1835273" y="1494197"/>
                </a:lnTo>
                <a:close/>
                <a:moveTo>
                  <a:pt x="1833309" y="1477994"/>
                </a:moveTo>
                <a:lnTo>
                  <a:pt x="1843107" y="1471694"/>
                </a:lnTo>
                <a:lnTo>
                  <a:pt x="1841512" y="1469071"/>
                </a:lnTo>
                <a:lnTo>
                  <a:pt x="1839220" y="1470305"/>
                </a:lnTo>
                <a:lnTo>
                  <a:pt x="1838620" y="1470814"/>
                </a:lnTo>
                <a:close/>
                <a:moveTo>
                  <a:pt x="1863653" y="1409954"/>
                </a:moveTo>
                <a:lnTo>
                  <a:pt x="1864880" y="1412494"/>
                </a:lnTo>
                <a:lnTo>
                  <a:pt x="1866975" y="1411242"/>
                </a:lnTo>
                <a:lnTo>
                  <a:pt x="1869614" y="1406113"/>
                </a:lnTo>
                <a:close/>
                <a:moveTo>
                  <a:pt x="1621371" y="1952461"/>
                </a:moveTo>
                <a:lnTo>
                  <a:pt x="1621444" y="1954366"/>
                </a:lnTo>
                <a:lnTo>
                  <a:pt x="1621860" y="1954459"/>
                </a:lnTo>
                <a:lnTo>
                  <a:pt x="1623199" y="1953729"/>
                </a:lnTo>
                <a:lnTo>
                  <a:pt x="1622821" y="1951718"/>
                </a:lnTo>
                <a:close/>
                <a:moveTo>
                  <a:pt x="1636399" y="1918784"/>
                </a:moveTo>
                <a:lnTo>
                  <a:pt x="1639466" y="1918484"/>
                </a:lnTo>
                <a:lnTo>
                  <a:pt x="1636647" y="1918346"/>
                </a:lnTo>
                <a:close/>
                <a:moveTo>
                  <a:pt x="1774453" y="1609636"/>
                </a:moveTo>
                <a:lnTo>
                  <a:pt x="1774390" y="1611023"/>
                </a:lnTo>
                <a:lnTo>
                  <a:pt x="1777746" y="1608821"/>
                </a:lnTo>
                <a:lnTo>
                  <a:pt x="1776209" y="1607948"/>
                </a:lnTo>
                <a:close/>
                <a:moveTo>
                  <a:pt x="1627640" y="1938362"/>
                </a:moveTo>
                <a:lnTo>
                  <a:pt x="1627700" y="1939125"/>
                </a:lnTo>
                <a:lnTo>
                  <a:pt x="1628125" y="1938921"/>
                </a:lnTo>
                <a:lnTo>
                  <a:pt x="1628381" y="1937966"/>
                </a:lnTo>
                <a:close/>
                <a:moveTo>
                  <a:pt x="1754466" y="1654373"/>
                </a:moveTo>
                <a:lnTo>
                  <a:pt x="1754757" y="1654973"/>
                </a:lnTo>
                <a:lnTo>
                  <a:pt x="1758349" y="1652624"/>
                </a:lnTo>
                <a:lnTo>
                  <a:pt x="1758314" y="1652459"/>
                </a:lnTo>
                <a:lnTo>
                  <a:pt x="1755715" y="1653037"/>
                </a:lnTo>
                <a:close/>
                <a:moveTo>
                  <a:pt x="1619515" y="1956500"/>
                </a:moveTo>
                <a:lnTo>
                  <a:pt x="1621030" y="1956469"/>
                </a:lnTo>
                <a:lnTo>
                  <a:pt x="1621000" y="1955690"/>
                </a:lnTo>
                <a:close/>
                <a:moveTo>
                  <a:pt x="1612996" y="1970900"/>
                </a:moveTo>
                <a:lnTo>
                  <a:pt x="1613177" y="1972455"/>
                </a:lnTo>
                <a:lnTo>
                  <a:pt x="1616174" y="1972598"/>
                </a:lnTo>
                <a:lnTo>
                  <a:pt x="1616208" y="1971675"/>
                </a:lnTo>
                <a:lnTo>
                  <a:pt x="1615814" y="1971529"/>
                </a:lnTo>
                <a:lnTo>
                  <a:pt x="1614057" y="1970850"/>
                </a:lnTo>
                <a:close/>
                <a:moveTo>
                  <a:pt x="1810743" y="1528015"/>
                </a:moveTo>
                <a:lnTo>
                  <a:pt x="1813056" y="1529528"/>
                </a:lnTo>
                <a:lnTo>
                  <a:pt x="1816634" y="1527190"/>
                </a:lnTo>
                <a:lnTo>
                  <a:pt x="1816710" y="1527076"/>
                </a:lnTo>
                <a:lnTo>
                  <a:pt x="1816448" y="1524787"/>
                </a:lnTo>
                <a:lnTo>
                  <a:pt x="1816360" y="1524525"/>
                </a:lnTo>
                <a:lnTo>
                  <a:pt x="1812896" y="1526074"/>
                </a:lnTo>
                <a:close/>
                <a:moveTo>
                  <a:pt x="1635486" y="1920405"/>
                </a:moveTo>
                <a:lnTo>
                  <a:pt x="1638475" y="1919249"/>
                </a:lnTo>
                <a:lnTo>
                  <a:pt x="1636002" y="1919491"/>
                </a:lnTo>
                <a:close/>
                <a:moveTo>
                  <a:pt x="1832381" y="1479449"/>
                </a:moveTo>
                <a:lnTo>
                  <a:pt x="1841849" y="1475360"/>
                </a:lnTo>
                <a:lnTo>
                  <a:pt x="1844208" y="1473517"/>
                </a:lnTo>
                <a:lnTo>
                  <a:pt x="1844184" y="1473466"/>
                </a:lnTo>
                <a:lnTo>
                  <a:pt x="1843482" y="1472310"/>
                </a:lnTo>
                <a:close/>
                <a:moveTo>
                  <a:pt x="1759394" y="1642876"/>
                </a:moveTo>
                <a:lnTo>
                  <a:pt x="1759662" y="1644386"/>
                </a:lnTo>
                <a:lnTo>
                  <a:pt x="1761124" y="1643555"/>
                </a:lnTo>
                <a:lnTo>
                  <a:pt x="1760555" y="1642353"/>
                </a:lnTo>
                <a:lnTo>
                  <a:pt x="1759828" y="1642566"/>
                </a:lnTo>
                <a:close/>
                <a:moveTo>
                  <a:pt x="1723779" y="1722615"/>
                </a:moveTo>
                <a:lnTo>
                  <a:pt x="1724007" y="1723461"/>
                </a:lnTo>
                <a:lnTo>
                  <a:pt x="1724792" y="1723094"/>
                </a:lnTo>
                <a:lnTo>
                  <a:pt x="1724732" y="1722607"/>
                </a:lnTo>
                <a:lnTo>
                  <a:pt x="1724550" y="1722302"/>
                </a:lnTo>
                <a:close/>
                <a:moveTo>
                  <a:pt x="1795181" y="1562688"/>
                </a:moveTo>
                <a:lnTo>
                  <a:pt x="1795418" y="1563088"/>
                </a:lnTo>
                <a:lnTo>
                  <a:pt x="1797123" y="1561935"/>
                </a:lnTo>
                <a:lnTo>
                  <a:pt x="1796874" y="1562000"/>
                </a:lnTo>
                <a:close/>
                <a:moveTo>
                  <a:pt x="1760379" y="1640591"/>
                </a:moveTo>
                <a:lnTo>
                  <a:pt x="1760921" y="1641175"/>
                </a:lnTo>
                <a:lnTo>
                  <a:pt x="1763866" y="1639074"/>
                </a:lnTo>
                <a:close/>
                <a:moveTo>
                  <a:pt x="1588637" y="2025131"/>
                </a:moveTo>
                <a:lnTo>
                  <a:pt x="1588738" y="2026472"/>
                </a:lnTo>
                <a:lnTo>
                  <a:pt x="1590394" y="2026168"/>
                </a:lnTo>
                <a:lnTo>
                  <a:pt x="1590348" y="2024824"/>
                </a:lnTo>
                <a:lnTo>
                  <a:pt x="1588995" y="2024557"/>
                </a:lnTo>
                <a:close/>
                <a:moveTo>
                  <a:pt x="1616713" y="1962211"/>
                </a:moveTo>
                <a:lnTo>
                  <a:pt x="1616645" y="1964041"/>
                </a:lnTo>
                <a:lnTo>
                  <a:pt x="1617590" y="1963646"/>
                </a:lnTo>
                <a:lnTo>
                  <a:pt x="1617599" y="1961917"/>
                </a:lnTo>
                <a:close/>
                <a:moveTo>
                  <a:pt x="1532575" y="2150594"/>
                </a:moveTo>
                <a:lnTo>
                  <a:pt x="1532215" y="2152239"/>
                </a:lnTo>
                <a:lnTo>
                  <a:pt x="1547615" y="2155472"/>
                </a:lnTo>
                <a:lnTo>
                  <a:pt x="1549521" y="2147697"/>
                </a:lnTo>
                <a:lnTo>
                  <a:pt x="1546546" y="2147358"/>
                </a:lnTo>
                <a:close/>
                <a:moveTo>
                  <a:pt x="1713667" y="1745038"/>
                </a:moveTo>
                <a:lnTo>
                  <a:pt x="1713721" y="1745240"/>
                </a:lnTo>
                <a:lnTo>
                  <a:pt x="1714346" y="1744859"/>
                </a:lnTo>
                <a:close/>
                <a:moveTo>
                  <a:pt x="1684692" y="1809905"/>
                </a:moveTo>
                <a:lnTo>
                  <a:pt x="1684870" y="1810200"/>
                </a:lnTo>
                <a:lnTo>
                  <a:pt x="1685261" y="1810253"/>
                </a:lnTo>
                <a:lnTo>
                  <a:pt x="1685205" y="1809900"/>
                </a:lnTo>
                <a:close/>
                <a:moveTo>
                  <a:pt x="1714542" y="1743057"/>
                </a:moveTo>
                <a:lnTo>
                  <a:pt x="1715926" y="1742151"/>
                </a:lnTo>
                <a:lnTo>
                  <a:pt x="1715960" y="1741274"/>
                </a:lnTo>
                <a:close/>
                <a:moveTo>
                  <a:pt x="1797480" y="1557262"/>
                </a:moveTo>
                <a:lnTo>
                  <a:pt x="1801425" y="1556186"/>
                </a:lnTo>
                <a:lnTo>
                  <a:pt x="1801360" y="1555850"/>
                </a:lnTo>
                <a:lnTo>
                  <a:pt x="1800037" y="1553609"/>
                </a:lnTo>
                <a:close/>
                <a:moveTo>
                  <a:pt x="1704937" y="1764472"/>
                </a:moveTo>
                <a:lnTo>
                  <a:pt x="1704620" y="1766011"/>
                </a:lnTo>
                <a:lnTo>
                  <a:pt x="1707278" y="1765913"/>
                </a:lnTo>
                <a:lnTo>
                  <a:pt x="1708564" y="1765377"/>
                </a:lnTo>
                <a:lnTo>
                  <a:pt x="1708554" y="1764531"/>
                </a:lnTo>
                <a:lnTo>
                  <a:pt x="1708366" y="1762561"/>
                </a:lnTo>
                <a:lnTo>
                  <a:pt x="1705774" y="1763724"/>
                </a:lnTo>
                <a:close/>
                <a:moveTo>
                  <a:pt x="1792843" y="1567592"/>
                </a:moveTo>
                <a:lnTo>
                  <a:pt x="1794008" y="1567183"/>
                </a:lnTo>
                <a:lnTo>
                  <a:pt x="1794696" y="1566931"/>
                </a:lnTo>
                <a:lnTo>
                  <a:pt x="1795501" y="1565739"/>
                </a:lnTo>
                <a:lnTo>
                  <a:pt x="1794452" y="1565891"/>
                </a:lnTo>
                <a:close/>
                <a:moveTo>
                  <a:pt x="1616737" y="1961575"/>
                </a:moveTo>
                <a:lnTo>
                  <a:pt x="1616725" y="1961890"/>
                </a:lnTo>
                <a:lnTo>
                  <a:pt x="1617597" y="1961600"/>
                </a:lnTo>
                <a:lnTo>
                  <a:pt x="1617594" y="1961233"/>
                </a:lnTo>
                <a:close/>
                <a:moveTo>
                  <a:pt x="1765962" y="1627310"/>
                </a:moveTo>
                <a:lnTo>
                  <a:pt x="1766630" y="1627937"/>
                </a:lnTo>
                <a:lnTo>
                  <a:pt x="1768124" y="1627366"/>
                </a:lnTo>
                <a:lnTo>
                  <a:pt x="1768156" y="1626662"/>
                </a:lnTo>
                <a:close/>
                <a:moveTo>
                  <a:pt x="1812027" y="1524149"/>
                </a:moveTo>
                <a:lnTo>
                  <a:pt x="1815706" y="1522552"/>
                </a:lnTo>
                <a:lnTo>
                  <a:pt x="1815307" y="1521351"/>
                </a:lnTo>
                <a:close/>
                <a:moveTo>
                  <a:pt x="1752026" y="1658490"/>
                </a:moveTo>
                <a:lnTo>
                  <a:pt x="1752614" y="1659560"/>
                </a:lnTo>
                <a:lnTo>
                  <a:pt x="1753358" y="1659032"/>
                </a:lnTo>
                <a:lnTo>
                  <a:pt x="1752977" y="1658246"/>
                </a:lnTo>
                <a:close/>
                <a:moveTo>
                  <a:pt x="1822960" y="1499608"/>
                </a:moveTo>
                <a:lnTo>
                  <a:pt x="1823286" y="1499899"/>
                </a:lnTo>
                <a:lnTo>
                  <a:pt x="1826098" y="1498546"/>
                </a:lnTo>
                <a:lnTo>
                  <a:pt x="1835151" y="1494032"/>
                </a:lnTo>
                <a:lnTo>
                  <a:pt x="1833306" y="1491551"/>
                </a:lnTo>
                <a:lnTo>
                  <a:pt x="1832057" y="1490429"/>
                </a:lnTo>
                <a:close/>
                <a:moveTo>
                  <a:pt x="1571427" y="2062839"/>
                </a:moveTo>
                <a:lnTo>
                  <a:pt x="1571403" y="2066163"/>
                </a:lnTo>
                <a:lnTo>
                  <a:pt x="1576379" y="2063614"/>
                </a:lnTo>
                <a:lnTo>
                  <a:pt x="1578982" y="2062029"/>
                </a:lnTo>
                <a:lnTo>
                  <a:pt x="1574911" y="2062492"/>
                </a:lnTo>
                <a:close/>
                <a:moveTo>
                  <a:pt x="1717925" y="1734710"/>
                </a:moveTo>
                <a:lnTo>
                  <a:pt x="1718225" y="1736309"/>
                </a:lnTo>
                <a:lnTo>
                  <a:pt x="1718424" y="1736059"/>
                </a:lnTo>
                <a:lnTo>
                  <a:pt x="1718022" y="1734566"/>
                </a:lnTo>
                <a:close/>
                <a:moveTo>
                  <a:pt x="1869717" y="1394795"/>
                </a:moveTo>
                <a:lnTo>
                  <a:pt x="1872583" y="1397712"/>
                </a:lnTo>
                <a:lnTo>
                  <a:pt x="1874204" y="1397198"/>
                </a:lnTo>
                <a:lnTo>
                  <a:pt x="1878462" y="1388924"/>
                </a:lnTo>
                <a:lnTo>
                  <a:pt x="1877134" y="1386050"/>
                </a:lnTo>
                <a:lnTo>
                  <a:pt x="1874824" y="1387361"/>
                </a:lnTo>
                <a:close/>
                <a:moveTo>
                  <a:pt x="1534655" y="2145034"/>
                </a:moveTo>
                <a:lnTo>
                  <a:pt x="1545179" y="2146669"/>
                </a:lnTo>
                <a:lnTo>
                  <a:pt x="1550049" y="2145541"/>
                </a:lnTo>
                <a:lnTo>
                  <a:pt x="1550800" y="2142474"/>
                </a:lnTo>
                <a:lnTo>
                  <a:pt x="1555188" y="2123443"/>
                </a:lnTo>
                <a:lnTo>
                  <a:pt x="1552075" y="2124812"/>
                </a:lnTo>
                <a:lnTo>
                  <a:pt x="1548234" y="2126323"/>
                </a:lnTo>
                <a:close/>
                <a:moveTo>
                  <a:pt x="1627534" y="1937013"/>
                </a:moveTo>
                <a:lnTo>
                  <a:pt x="1627612" y="1938010"/>
                </a:lnTo>
                <a:lnTo>
                  <a:pt x="1628496" y="1937538"/>
                </a:lnTo>
                <a:lnTo>
                  <a:pt x="1628923" y="1935940"/>
                </a:lnTo>
                <a:close/>
                <a:moveTo>
                  <a:pt x="1813217" y="1521169"/>
                </a:moveTo>
                <a:lnTo>
                  <a:pt x="1814993" y="1520405"/>
                </a:lnTo>
                <a:lnTo>
                  <a:pt x="1814830" y="1519913"/>
                </a:lnTo>
                <a:close/>
                <a:moveTo>
                  <a:pt x="1568001" y="2070256"/>
                </a:moveTo>
                <a:lnTo>
                  <a:pt x="1565787" y="2079862"/>
                </a:lnTo>
                <a:lnTo>
                  <a:pt x="1571136" y="2081928"/>
                </a:lnTo>
                <a:lnTo>
                  <a:pt x="1571193" y="2074272"/>
                </a:lnTo>
                <a:lnTo>
                  <a:pt x="1570153" y="2068946"/>
                </a:lnTo>
                <a:close/>
                <a:moveTo>
                  <a:pt x="1713489" y="1744379"/>
                </a:moveTo>
                <a:lnTo>
                  <a:pt x="1713510" y="1744458"/>
                </a:lnTo>
                <a:lnTo>
                  <a:pt x="1715860" y="1743841"/>
                </a:lnTo>
                <a:lnTo>
                  <a:pt x="1715904" y="1742716"/>
                </a:lnTo>
                <a:lnTo>
                  <a:pt x="1713629" y="1744203"/>
                </a:lnTo>
                <a:close/>
                <a:moveTo>
                  <a:pt x="1796940" y="1557410"/>
                </a:moveTo>
                <a:lnTo>
                  <a:pt x="1797203" y="1557337"/>
                </a:lnTo>
                <a:lnTo>
                  <a:pt x="1799962" y="1553484"/>
                </a:lnTo>
                <a:lnTo>
                  <a:pt x="1799794" y="1553199"/>
                </a:lnTo>
                <a:close/>
                <a:moveTo>
                  <a:pt x="1830963" y="1481165"/>
                </a:moveTo>
                <a:lnTo>
                  <a:pt x="1837320" y="1478293"/>
                </a:lnTo>
                <a:lnTo>
                  <a:pt x="1831100" y="1480979"/>
                </a:lnTo>
                <a:close/>
                <a:moveTo>
                  <a:pt x="1754003" y="1653417"/>
                </a:moveTo>
                <a:lnTo>
                  <a:pt x="1754086" y="1653590"/>
                </a:lnTo>
                <a:lnTo>
                  <a:pt x="1754331" y="1653344"/>
                </a:lnTo>
                <a:close/>
                <a:moveTo>
                  <a:pt x="1675723" y="1828693"/>
                </a:moveTo>
                <a:lnTo>
                  <a:pt x="1675480" y="1829599"/>
                </a:lnTo>
                <a:lnTo>
                  <a:pt x="1675524" y="1829604"/>
                </a:lnTo>
                <a:lnTo>
                  <a:pt x="1675678" y="1829559"/>
                </a:lnTo>
                <a:lnTo>
                  <a:pt x="1676402" y="1828661"/>
                </a:lnTo>
                <a:close/>
                <a:moveTo>
                  <a:pt x="1800470" y="1549355"/>
                </a:moveTo>
                <a:lnTo>
                  <a:pt x="1800723" y="1550659"/>
                </a:lnTo>
                <a:lnTo>
                  <a:pt x="1803460" y="1546622"/>
                </a:lnTo>
                <a:close/>
                <a:moveTo>
                  <a:pt x="1828341" y="1486833"/>
                </a:moveTo>
                <a:lnTo>
                  <a:pt x="1831123" y="1489335"/>
                </a:lnTo>
                <a:lnTo>
                  <a:pt x="1831440" y="1489044"/>
                </a:lnTo>
                <a:lnTo>
                  <a:pt x="1829259" y="1486113"/>
                </a:lnTo>
                <a:close/>
                <a:moveTo>
                  <a:pt x="1776849" y="1602109"/>
                </a:moveTo>
                <a:lnTo>
                  <a:pt x="1777798" y="1601814"/>
                </a:lnTo>
                <a:lnTo>
                  <a:pt x="1779635" y="1601048"/>
                </a:lnTo>
                <a:lnTo>
                  <a:pt x="1779564" y="1600907"/>
                </a:lnTo>
                <a:lnTo>
                  <a:pt x="1777535" y="1601632"/>
                </a:lnTo>
                <a:close/>
                <a:moveTo>
                  <a:pt x="1627495" y="1936519"/>
                </a:moveTo>
                <a:lnTo>
                  <a:pt x="1627503" y="1936624"/>
                </a:lnTo>
                <a:lnTo>
                  <a:pt x="1627933" y="1936292"/>
                </a:lnTo>
                <a:close/>
                <a:moveTo>
                  <a:pt x="1738418" y="1688120"/>
                </a:moveTo>
                <a:lnTo>
                  <a:pt x="1739035" y="1688835"/>
                </a:lnTo>
                <a:lnTo>
                  <a:pt x="1740245" y="1687454"/>
                </a:lnTo>
                <a:lnTo>
                  <a:pt x="1739903" y="1686552"/>
                </a:lnTo>
                <a:lnTo>
                  <a:pt x="1739468" y="1687094"/>
                </a:lnTo>
                <a:close/>
                <a:moveTo>
                  <a:pt x="1805721" y="1537338"/>
                </a:moveTo>
                <a:lnTo>
                  <a:pt x="1806894" y="1539661"/>
                </a:lnTo>
                <a:lnTo>
                  <a:pt x="1809402" y="1537857"/>
                </a:lnTo>
                <a:lnTo>
                  <a:pt x="1811320" y="1535026"/>
                </a:lnTo>
                <a:close/>
                <a:moveTo>
                  <a:pt x="1774573" y="1607016"/>
                </a:moveTo>
                <a:lnTo>
                  <a:pt x="1774475" y="1609157"/>
                </a:lnTo>
                <a:lnTo>
                  <a:pt x="1775935" y="1607791"/>
                </a:lnTo>
                <a:close/>
                <a:moveTo>
                  <a:pt x="1859523" y="1416739"/>
                </a:moveTo>
                <a:lnTo>
                  <a:pt x="1861000" y="1418366"/>
                </a:lnTo>
                <a:lnTo>
                  <a:pt x="1865342" y="1414002"/>
                </a:lnTo>
                <a:lnTo>
                  <a:pt x="1864950" y="1413189"/>
                </a:lnTo>
                <a:close/>
                <a:moveTo>
                  <a:pt x="1725073" y="1717759"/>
                </a:moveTo>
                <a:lnTo>
                  <a:pt x="1725225" y="1718013"/>
                </a:lnTo>
                <a:lnTo>
                  <a:pt x="1725232" y="1717654"/>
                </a:lnTo>
                <a:close/>
                <a:moveTo>
                  <a:pt x="1822110" y="1500466"/>
                </a:moveTo>
                <a:lnTo>
                  <a:pt x="1822923" y="1500074"/>
                </a:lnTo>
                <a:lnTo>
                  <a:pt x="1822695" y="1499875"/>
                </a:lnTo>
                <a:close/>
                <a:moveTo>
                  <a:pt x="1781146" y="1592145"/>
                </a:moveTo>
                <a:lnTo>
                  <a:pt x="1781255" y="1592444"/>
                </a:lnTo>
                <a:lnTo>
                  <a:pt x="1782693" y="1591586"/>
                </a:lnTo>
                <a:close/>
                <a:moveTo>
                  <a:pt x="1748405" y="1665443"/>
                </a:moveTo>
                <a:lnTo>
                  <a:pt x="1748479" y="1665919"/>
                </a:lnTo>
                <a:lnTo>
                  <a:pt x="1750141" y="1664300"/>
                </a:lnTo>
                <a:lnTo>
                  <a:pt x="1750113" y="1664233"/>
                </a:lnTo>
                <a:close/>
                <a:moveTo>
                  <a:pt x="1784463" y="1584700"/>
                </a:moveTo>
                <a:lnTo>
                  <a:pt x="1787812" y="1583524"/>
                </a:lnTo>
                <a:lnTo>
                  <a:pt x="1801497" y="1574574"/>
                </a:lnTo>
                <a:lnTo>
                  <a:pt x="1800275" y="1572511"/>
                </a:lnTo>
                <a:close/>
                <a:moveTo>
                  <a:pt x="1583519" y="2034635"/>
                </a:moveTo>
                <a:lnTo>
                  <a:pt x="1588143" y="2036093"/>
                </a:lnTo>
                <a:lnTo>
                  <a:pt x="1587977" y="2033867"/>
                </a:lnTo>
                <a:lnTo>
                  <a:pt x="1584378" y="2034496"/>
                </a:lnTo>
                <a:close/>
                <a:moveTo>
                  <a:pt x="1875330" y="1381207"/>
                </a:moveTo>
                <a:lnTo>
                  <a:pt x="1876585" y="1383918"/>
                </a:lnTo>
                <a:lnTo>
                  <a:pt x="1880424" y="1378329"/>
                </a:lnTo>
                <a:close/>
                <a:moveTo>
                  <a:pt x="1816803" y="1512262"/>
                </a:moveTo>
                <a:lnTo>
                  <a:pt x="1818458" y="1515268"/>
                </a:lnTo>
                <a:lnTo>
                  <a:pt x="1818610" y="1515162"/>
                </a:lnTo>
                <a:lnTo>
                  <a:pt x="1817710" y="1511752"/>
                </a:lnTo>
                <a:close/>
                <a:moveTo>
                  <a:pt x="1533415" y="2146744"/>
                </a:moveTo>
                <a:lnTo>
                  <a:pt x="1532805" y="2149536"/>
                </a:lnTo>
                <a:lnTo>
                  <a:pt x="1543642" y="2147026"/>
                </a:lnTo>
                <a:lnTo>
                  <a:pt x="1534008" y="2145927"/>
                </a:lnTo>
                <a:close/>
                <a:moveTo>
                  <a:pt x="1521123" y="2174230"/>
                </a:moveTo>
                <a:lnTo>
                  <a:pt x="1521402" y="2176094"/>
                </a:lnTo>
                <a:lnTo>
                  <a:pt x="1530730" y="2180747"/>
                </a:lnTo>
                <a:close/>
                <a:moveTo>
                  <a:pt x="1716310" y="1737092"/>
                </a:moveTo>
                <a:lnTo>
                  <a:pt x="1716243" y="1738800"/>
                </a:lnTo>
                <a:lnTo>
                  <a:pt x="1717132" y="1737683"/>
                </a:lnTo>
                <a:lnTo>
                  <a:pt x="1716823" y="1736336"/>
                </a:lnTo>
                <a:close/>
                <a:moveTo>
                  <a:pt x="1609565" y="1976111"/>
                </a:moveTo>
                <a:lnTo>
                  <a:pt x="1609745" y="1976095"/>
                </a:lnTo>
                <a:lnTo>
                  <a:pt x="1609738" y="1976040"/>
                </a:lnTo>
                <a:close/>
                <a:moveTo>
                  <a:pt x="1590612" y="2018535"/>
                </a:moveTo>
                <a:lnTo>
                  <a:pt x="1590628" y="2019290"/>
                </a:lnTo>
                <a:lnTo>
                  <a:pt x="1591361" y="2018114"/>
                </a:lnTo>
                <a:close/>
                <a:moveTo>
                  <a:pt x="1759087" y="1641153"/>
                </a:moveTo>
                <a:lnTo>
                  <a:pt x="1759275" y="1642215"/>
                </a:lnTo>
                <a:lnTo>
                  <a:pt x="1759593" y="1642122"/>
                </a:lnTo>
                <a:lnTo>
                  <a:pt x="1760230" y="1641667"/>
                </a:lnTo>
                <a:lnTo>
                  <a:pt x="1759834" y="1640828"/>
                </a:lnTo>
                <a:close/>
                <a:moveTo>
                  <a:pt x="1617846" y="1957411"/>
                </a:moveTo>
                <a:lnTo>
                  <a:pt x="1617838" y="1958893"/>
                </a:lnTo>
                <a:lnTo>
                  <a:pt x="1621076" y="1957642"/>
                </a:lnTo>
                <a:lnTo>
                  <a:pt x="1621044" y="1956818"/>
                </a:lnTo>
                <a:lnTo>
                  <a:pt x="1618791" y="1956896"/>
                </a:lnTo>
                <a:close/>
                <a:moveTo>
                  <a:pt x="1809856" y="1527435"/>
                </a:moveTo>
                <a:lnTo>
                  <a:pt x="1810282" y="1527713"/>
                </a:lnTo>
                <a:lnTo>
                  <a:pt x="1811316" y="1526781"/>
                </a:lnTo>
                <a:close/>
                <a:moveTo>
                  <a:pt x="1736631" y="1691379"/>
                </a:moveTo>
                <a:lnTo>
                  <a:pt x="1736686" y="1691514"/>
                </a:lnTo>
                <a:lnTo>
                  <a:pt x="1736882" y="1691290"/>
                </a:lnTo>
                <a:close/>
                <a:moveTo>
                  <a:pt x="1733375" y="1698670"/>
                </a:moveTo>
                <a:lnTo>
                  <a:pt x="1733567" y="1698838"/>
                </a:lnTo>
                <a:lnTo>
                  <a:pt x="1733829" y="1698665"/>
                </a:lnTo>
                <a:lnTo>
                  <a:pt x="1733864" y="1698625"/>
                </a:lnTo>
                <a:close/>
                <a:moveTo>
                  <a:pt x="1683201" y="1810902"/>
                </a:moveTo>
                <a:lnTo>
                  <a:pt x="1683873" y="1813655"/>
                </a:lnTo>
                <a:lnTo>
                  <a:pt x="1684943" y="1813253"/>
                </a:lnTo>
                <a:lnTo>
                  <a:pt x="1685591" y="1812969"/>
                </a:lnTo>
                <a:lnTo>
                  <a:pt x="1683971" y="1810287"/>
                </a:lnTo>
                <a:lnTo>
                  <a:pt x="1683946" y="1810284"/>
                </a:lnTo>
                <a:close/>
                <a:moveTo>
                  <a:pt x="1605950" y="1983768"/>
                </a:moveTo>
                <a:lnTo>
                  <a:pt x="1605721" y="1986029"/>
                </a:lnTo>
                <a:lnTo>
                  <a:pt x="1606036" y="1988404"/>
                </a:lnTo>
                <a:lnTo>
                  <a:pt x="1610784" y="1986819"/>
                </a:lnTo>
                <a:lnTo>
                  <a:pt x="1610920" y="1986747"/>
                </a:lnTo>
                <a:lnTo>
                  <a:pt x="1610976" y="1986656"/>
                </a:lnTo>
                <a:lnTo>
                  <a:pt x="1610569" y="1983165"/>
                </a:lnTo>
                <a:close/>
                <a:moveTo>
                  <a:pt x="1590602" y="2018075"/>
                </a:moveTo>
                <a:lnTo>
                  <a:pt x="1590605" y="2018183"/>
                </a:lnTo>
                <a:lnTo>
                  <a:pt x="1590850" y="2018046"/>
                </a:lnTo>
                <a:close/>
                <a:moveTo>
                  <a:pt x="1717693" y="1733475"/>
                </a:moveTo>
                <a:lnTo>
                  <a:pt x="1717796" y="1734026"/>
                </a:lnTo>
                <a:lnTo>
                  <a:pt x="1717853" y="1733942"/>
                </a:lnTo>
                <a:lnTo>
                  <a:pt x="1717721" y="1733452"/>
                </a:lnTo>
                <a:close/>
                <a:moveTo>
                  <a:pt x="1584400" y="2031926"/>
                </a:moveTo>
                <a:lnTo>
                  <a:pt x="1587875" y="2032518"/>
                </a:lnTo>
                <a:lnTo>
                  <a:pt x="1587706" y="2030252"/>
                </a:lnTo>
                <a:lnTo>
                  <a:pt x="1585201" y="2030642"/>
                </a:lnTo>
                <a:close/>
                <a:moveTo>
                  <a:pt x="1751505" y="1657542"/>
                </a:moveTo>
                <a:lnTo>
                  <a:pt x="1751648" y="1657803"/>
                </a:lnTo>
                <a:lnTo>
                  <a:pt x="1752650" y="1657569"/>
                </a:lnTo>
                <a:lnTo>
                  <a:pt x="1752319" y="1656886"/>
                </a:lnTo>
                <a:lnTo>
                  <a:pt x="1751801" y="1657224"/>
                </a:lnTo>
                <a:close/>
                <a:moveTo>
                  <a:pt x="1733354" y="1698165"/>
                </a:moveTo>
                <a:lnTo>
                  <a:pt x="1734342" y="1698075"/>
                </a:lnTo>
                <a:lnTo>
                  <a:pt x="1734970" y="1697352"/>
                </a:lnTo>
                <a:lnTo>
                  <a:pt x="1733897" y="1697545"/>
                </a:lnTo>
                <a:close/>
                <a:moveTo>
                  <a:pt x="1714724" y="1739868"/>
                </a:moveTo>
                <a:lnTo>
                  <a:pt x="1715237" y="1739928"/>
                </a:lnTo>
                <a:lnTo>
                  <a:pt x="1715476" y="1739740"/>
                </a:lnTo>
                <a:close/>
                <a:moveTo>
                  <a:pt x="1747454" y="1666570"/>
                </a:moveTo>
                <a:lnTo>
                  <a:pt x="1747431" y="1666940"/>
                </a:lnTo>
                <a:lnTo>
                  <a:pt x="1747519" y="1666854"/>
                </a:lnTo>
                <a:close/>
                <a:moveTo>
                  <a:pt x="1805426" y="1536753"/>
                </a:moveTo>
                <a:lnTo>
                  <a:pt x="1805503" y="1536906"/>
                </a:lnTo>
                <a:lnTo>
                  <a:pt x="1808412" y="1535705"/>
                </a:lnTo>
                <a:close/>
                <a:moveTo>
                  <a:pt x="1829148" y="1483619"/>
                </a:moveTo>
                <a:lnTo>
                  <a:pt x="1829929" y="1484671"/>
                </a:lnTo>
                <a:lnTo>
                  <a:pt x="1836891" y="1479232"/>
                </a:lnTo>
                <a:lnTo>
                  <a:pt x="1830135" y="1482285"/>
                </a:lnTo>
                <a:close/>
                <a:moveTo>
                  <a:pt x="1624857" y="1940989"/>
                </a:moveTo>
                <a:lnTo>
                  <a:pt x="1626065" y="1942942"/>
                </a:lnTo>
                <a:lnTo>
                  <a:pt x="1627278" y="1942083"/>
                </a:lnTo>
                <a:lnTo>
                  <a:pt x="1627561" y="1941027"/>
                </a:lnTo>
                <a:lnTo>
                  <a:pt x="1627442" y="1939745"/>
                </a:lnTo>
                <a:close/>
                <a:moveTo>
                  <a:pt x="1590023" y="2018864"/>
                </a:moveTo>
                <a:lnTo>
                  <a:pt x="1590150" y="2019090"/>
                </a:lnTo>
                <a:lnTo>
                  <a:pt x="1590141" y="2018798"/>
                </a:lnTo>
                <a:close/>
                <a:moveTo>
                  <a:pt x="1714875" y="1739209"/>
                </a:moveTo>
                <a:lnTo>
                  <a:pt x="1716048" y="1739008"/>
                </a:lnTo>
                <a:lnTo>
                  <a:pt x="1716112" y="1737385"/>
                </a:lnTo>
                <a:close/>
                <a:moveTo>
                  <a:pt x="1751153" y="1657918"/>
                </a:moveTo>
                <a:lnTo>
                  <a:pt x="1751226" y="1657901"/>
                </a:lnTo>
                <a:lnTo>
                  <a:pt x="1751205" y="1657863"/>
                </a:lnTo>
                <a:close/>
                <a:moveTo>
                  <a:pt x="1778393" y="1596913"/>
                </a:moveTo>
                <a:lnTo>
                  <a:pt x="1778477" y="1597078"/>
                </a:lnTo>
                <a:lnTo>
                  <a:pt x="1782242" y="1596337"/>
                </a:lnTo>
                <a:lnTo>
                  <a:pt x="1781709" y="1594936"/>
                </a:lnTo>
                <a:close/>
                <a:moveTo>
                  <a:pt x="1612984" y="1967265"/>
                </a:moveTo>
                <a:lnTo>
                  <a:pt x="1616392" y="1966709"/>
                </a:lnTo>
                <a:lnTo>
                  <a:pt x="1616421" y="1965921"/>
                </a:lnTo>
                <a:lnTo>
                  <a:pt x="1614436" y="1966530"/>
                </a:lnTo>
                <a:close/>
                <a:moveTo>
                  <a:pt x="1798977" y="1550703"/>
                </a:moveTo>
                <a:lnTo>
                  <a:pt x="1799648" y="1551841"/>
                </a:lnTo>
                <a:lnTo>
                  <a:pt x="1800422" y="1551020"/>
                </a:lnTo>
                <a:lnTo>
                  <a:pt x="1800155" y="1549645"/>
                </a:lnTo>
                <a:lnTo>
                  <a:pt x="1799742" y="1550022"/>
                </a:lnTo>
                <a:close/>
                <a:moveTo>
                  <a:pt x="1757013" y="1644574"/>
                </a:moveTo>
                <a:lnTo>
                  <a:pt x="1757265" y="1645749"/>
                </a:lnTo>
                <a:lnTo>
                  <a:pt x="1759583" y="1644431"/>
                </a:lnTo>
                <a:lnTo>
                  <a:pt x="1759437" y="1643609"/>
                </a:lnTo>
                <a:lnTo>
                  <a:pt x="1759296" y="1642946"/>
                </a:lnTo>
                <a:close/>
                <a:moveTo>
                  <a:pt x="1598027" y="2000566"/>
                </a:moveTo>
                <a:lnTo>
                  <a:pt x="1602099" y="2000315"/>
                </a:lnTo>
                <a:lnTo>
                  <a:pt x="1599131" y="1999855"/>
                </a:lnTo>
                <a:close/>
                <a:moveTo>
                  <a:pt x="1765079" y="1626482"/>
                </a:moveTo>
                <a:lnTo>
                  <a:pt x="1765586" y="1626958"/>
                </a:lnTo>
                <a:lnTo>
                  <a:pt x="1768177" y="1626193"/>
                </a:lnTo>
                <a:lnTo>
                  <a:pt x="1768242" y="1624752"/>
                </a:lnTo>
                <a:close/>
                <a:moveTo>
                  <a:pt x="1866354" y="1399690"/>
                </a:moveTo>
                <a:lnTo>
                  <a:pt x="1871856" y="1397943"/>
                </a:lnTo>
                <a:lnTo>
                  <a:pt x="1869325" y="1395366"/>
                </a:lnTo>
                <a:close/>
                <a:moveTo>
                  <a:pt x="1612625" y="1967728"/>
                </a:moveTo>
                <a:lnTo>
                  <a:pt x="1612866" y="1969787"/>
                </a:lnTo>
                <a:lnTo>
                  <a:pt x="1616284" y="1969626"/>
                </a:lnTo>
                <a:lnTo>
                  <a:pt x="1616379" y="1967064"/>
                </a:lnTo>
                <a:close/>
                <a:moveTo>
                  <a:pt x="1605430" y="1983836"/>
                </a:moveTo>
                <a:lnTo>
                  <a:pt x="1605491" y="1984291"/>
                </a:lnTo>
                <a:lnTo>
                  <a:pt x="1605520" y="1983824"/>
                </a:lnTo>
                <a:close/>
                <a:moveTo>
                  <a:pt x="1571448" y="2059863"/>
                </a:moveTo>
                <a:lnTo>
                  <a:pt x="1571430" y="2062391"/>
                </a:lnTo>
                <a:lnTo>
                  <a:pt x="1579753" y="2061560"/>
                </a:lnTo>
                <a:lnTo>
                  <a:pt x="1580619" y="2061034"/>
                </a:lnTo>
                <a:close/>
                <a:moveTo>
                  <a:pt x="1590580" y="2016994"/>
                </a:moveTo>
                <a:lnTo>
                  <a:pt x="1590581" y="2017043"/>
                </a:lnTo>
                <a:lnTo>
                  <a:pt x="1592144" y="2016858"/>
                </a:lnTo>
                <a:lnTo>
                  <a:pt x="1592415" y="2016424"/>
                </a:lnTo>
                <a:close/>
                <a:moveTo>
                  <a:pt x="1618803" y="1953777"/>
                </a:moveTo>
                <a:lnTo>
                  <a:pt x="1620945" y="1954255"/>
                </a:lnTo>
                <a:lnTo>
                  <a:pt x="1620885" y="1952710"/>
                </a:lnTo>
                <a:close/>
                <a:moveTo>
                  <a:pt x="1569304" y="2064601"/>
                </a:moveTo>
                <a:lnTo>
                  <a:pt x="1568615" y="2067590"/>
                </a:lnTo>
                <a:lnTo>
                  <a:pt x="1569772" y="2066998"/>
                </a:lnTo>
                <a:close/>
                <a:moveTo>
                  <a:pt x="1582784" y="2034403"/>
                </a:moveTo>
                <a:lnTo>
                  <a:pt x="1582792" y="2034405"/>
                </a:lnTo>
                <a:lnTo>
                  <a:pt x="1587955" y="2033573"/>
                </a:lnTo>
                <a:lnTo>
                  <a:pt x="1587906" y="2032918"/>
                </a:lnTo>
                <a:lnTo>
                  <a:pt x="1584178" y="2032282"/>
                </a:lnTo>
                <a:lnTo>
                  <a:pt x="1583645" y="2033137"/>
                </a:lnTo>
                <a:close/>
                <a:moveTo>
                  <a:pt x="1820405" y="1502238"/>
                </a:moveTo>
                <a:lnTo>
                  <a:pt x="1821462" y="1503921"/>
                </a:lnTo>
                <a:lnTo>
                  <a:pt x="1823817" y="1507964"/>
                </a:lnTo>
                <a:lnTo>
                  <a:pt x="1824000" y="1507865"/>
                </a:lnTo>
                <a:lnTo>
                  <a:pt x="1828776" y="1505176"/>
                </a:lnTo>
                <a:lnTo>
                  <a:pt x="1823127" y="1500251"/>
                </a:lnTo>
                <a:lnTo>
                  <a:pt x="1821546" y="1501039"/>
                </a:lnTo>
                <a:close/>
                <a:moveTo>
                  <a:pt x="1815625" y="1512925"/>
                </a:moveTo>
                <a:lnTo>
                  <a:pt x="1816085" y="1516929"/>
                </a:lnTo>
                <a:lnTo>
                  <a:pt x="1817783" y="1515741"/>
                </a:lnTo>
                <a:lnTo>
                  <a:pt x="1816088" y="1512665"/>
                </a:lnTo>
                <a:close/>
                <a:moveTo>
                  <a:pt x="1774683" y="1604597"/>
                </a:moveTo>
                <a:lnTo>
                  <a:pt x="1774579" y="1606890"/>
                </a:lnTo>
                <a:lnTo>
                  <a:pt x="1776021" y="1607711"/>
                </a:lnTo>
                <a:lnTo>
                  <a:pt x="1780613" y="1603412"/>
                </a:lnTo>
                <a:close/>
                <a:moveTo>
                  <a:pt x="1627568" y="1934008"/>
                </a:moveTo>
                <a:lnTo>
                  <a:pt x="1629591" y="1933447"/>
                </a:lnTo>
                <a:lnTo>
                  <a:pt x="1629981" y="1931989"/>
                </a:lnTo>
                <a:lnTo>
                  <a:pt x="1628550" y="1932543"/>
                </a:lnTo>
                <a:close/>
                <a:moveTo>
                  <a:pt x="1616871" y="1957942"/>
                </a:moveTo>
                <a:lnTo>
                  <a:pt x="1616821" y="1959286"/>
                </a:lnTo>
                <a:lnTo>
                  <a:pt x="1617576" y="1958995"/>
                </a:lnTo>
                <a:lnTo>
                  <a:pt x="1617563" y="1957565"/>
                </a:lnTo>
                <a:close/>
                <a:moveTo>
                  <a:pt x="1682012" y="1812036"/>
                </a:moveTo>
                <a:lnTo>
                  <a:pt x="1683164" y="1813249"/>
                </a:lnTo>
                <a:lnTo>
                  <a:pt x="1682695" y="1811324"/>
                </a:lnTo>
                <a:lnTo>
                  <a:pt x="1682383" y="1811583"/>
                </a:lnTo>
                <a:close/>
                <a:moveTo>
                  <a:pt x="1821923" y="1498677"/>
                </a:moveTo>
                <a:lnTo>
                  <a:pt x="1822933" y="1499581"/>
                </a:lnTo>
                <a:lnTo>
                  <a:pt x="1831585" y="1490488"/>
                </a:lnTo>
                <a:lnTo>
                  <a:pt x="1828466" y="1492531"/>
                </a:lnTo>
                <a:close/>
                <a:moveTo>
                  <a:pt x="1531071" y="2149937"/>
                </a:moveTo>
                <a:lnTo>
                  <a:pt x="1532562" y="2149593"/>
                </a:lnTo>
                <a:lnTo>
                  <a:pt x="1533084" y="2147200"/>
                </a:lnTo>
                <a:lnTo>
                  <a:pt x="1532008" y="2148682"/>
                </a:lnTo>
                <a:close/>
                <a:moveTo>
                  <a:pt x="1688610" y="1797158"/>
                </a:moveTo>
                <a:lnTo>
                  <a:pt x="1688627" y="1797268"/>
                </a:lnTo>
                <a:lnTo>
                  <a:pt x="1688908" y="1797162"/>
                </a:lnTo>
                <a:lnTo>
                  <a:pt x="1688955" y="1797106"/>
                </a:lnTo>
                <a:lnTo>
                  <a:pt x="1688904" y="1796966"/>
                </a:lnTo>
                <a:close/>
                <a:moveTo>
                  <a:pt x="1627326" y="1934369"/>
                </a:moveTo>
                <a:lnTo>
                  <a:pt x="1627455" y="1936021"/>
                </a:lnTo>
                <a:lnTo>
                  <a:pt x="1629135" y="1935149"/>
                </a:lnTo>
                <a:lnTo>
                  <a:pt x="1629531" y="1933673"/>
                </a:lnTo>
                <a:lnTo>
                  <a:pt x="1627396" y="1934265"/>
                </a:lnTo>
                <a:close/>
                <a:moveTo>
                  <a:pt x="1713429" y="1741342"/>
                </a:moveTo>
                <a:lnTo>
                  <a:pt x="1714788" y="1740279"/>
                </a:lnTo>
                <a:lnTo>
                  <a:pt x="1714196" y="1740211"/>
                </a:lnTo>
                <a:close/>
                <a:moveTo>
                  <a:pt x="1712900" y="1742460"/>
                </a:moveTo>
                <a:lnTo>
                  <a:pt x="1713052" y="1742809"/>
                </a:lnTo>
                <a:lnTo>
                  <a:pt x="1714096" y="1741497"/>
                </a:lnTo>
                <a:close/>
                <a:moveTo>
                  <a:pt x="1736184" y="1690305"/>
                </a:moveTo>
                <a:lnTo>
                  <a:pt x="1736419" y="1690869"/>
                </a:lnTo>
                <a:lnTo>
                  <a:pt x="1737548" y="1690469"/>
                </a:lnTo>
                <a:lnTo>
                  <a:pt x="1736847" y="1689657"/>
                </a:lnTo>
                <a:close/>
                <a:moveTo>
                  <a:pt x="1716409" y="1734540"/>
                </a:moveTo>
                <a:lnTo>
                  <a:pt x="1716346" y="1736165"/>
                </a:lnTo>
                <a:lnTo>
                  <a:pt x="1716673" y="1735684"/>
                </a:lnTo>
                <a:close/>
                <a:moveTo>
                  <a:pt x="1800056" y="1547222"/>
                </a:moveTo>
                <a:lnTo>
                  <a:pt x="1800372" y="1548848"/>
                </a:lnTo>
                <a:lnTo>
                  <a:pt x="1804354" y="1545302"/>
                </a:lnTo>
                <a:lnTo>
                  <a:pt x="1805499" y="1543614"/>
                </a:lnTo>
                <a:close/>
                <a:moveTo>
                  <a:pt x="1756372" y="1645032"/>
                </a:moveTo>
                <a:lnTo>
                  <a:pt x="1756906" y="1645953"/>
                </a:lnTo>
                <a:lnTo>
                  <a:pt x="1756917" y="1645946"/>
                </a:lnTo>
                <a:lnTo>
                  <a:pt x="1756675" y="1644815"/>
                </a:lnTo>
                <a:close/>
                <a:moveTo>
                  <a:pt x="1677782" y="1821007"/>
                </a:moveTo>
                <a:lnTo>
                  <a:pt x="1676960" y="1824075"/>
                </a:lnTo>
                <a:lnTo>
                  <a:pt x="1677640" y="1823768"/>
                </a:lnTo>
                <a:lnTo>
                  <a:pt x="1678914" y="1823000"/>
                </a:lnTo>
                <a:lnTo>
                  <a:pt x="1678538" y="1820717"/>
                </a:lnTo>
                <a:close/>
                <a:moveTo>
                  <a:pt x="1827398" y="1485984"/>
                </a:moveTo>
                <a:lnTo>
                  <a:pt x="1827793" y="1486339"/>
                </a:lnTo>
                <a:lnTo>
                  <a:pt x="1828828" y="1485531"/>
                </a:lnTo>
                <a:lnTo>
                  <a:pt x="1828279" y="1484793"/>
                </a:lnTo>
                <a:close/>
                <a:moveTo>
                  <a:pt x="1722996" y="1719713"/>
                </a:moveTo>
                <a:lnTo>
                  <a:pt x="1723670" y="1722211"/>
                </a:lnTo>
                <a:lnTo>
                  <a:pt x="1724333" y="1721942"/>
                </a:lnTo>
                <a:close/>
                <a:moveTo>
                  <a:pt x="1731837" y="1699895"/>
                </a:moveTo>
                <a:lnTo>
                  <a:pt x="1731979" y="1699889"/>
                </a:lnTo>
                <a:lnTo>
                  <a:pt x="1733298" y="1699016"/>
                </a:lnTo>
                <a:lnTo>
                  <a:pt x="1732947" y="1698708"/>
                </a:lnTo>
                <a:lnTo>
                  <a:pt x="1732871" y="1698715"/>
                </a:lnTo>
                <a:close/>
                <a:moveTo>
                  <a:pt x="1569670" y="2063015"/>
                </a:moveTo>
                <a:lnTo>
                  <a:pt x="1569527" y="2063638"/>
                </a:lnTo>
                <a:lnTo>
                  <a:pt x="1570146" y="2066807"/>
                </a:lnTo>
                <a:lnTo>
                  <a:pt x="1571212" y="2066260"/>
                </a:lnTo>
                <a:lnTo>
                  <a:pt x="1571190" y="2062863"/>
                </a:lnTo>
                <a:close/>
                <a:moveTo>
                  <a:pt x="1621182" y="1947571"/>
                </a:moveTo>
                <a:lnTo>
                  <a:pt x="1621183" y="1947588"/>
                </a:lnTo>
                <a:lnTo>
                  <a:pt x="1621966" y="1947298"/>
                </a:lnTo>
                <a:lnTo>
                  <a:pt x="1621845" y="1947102"/>
                </a:lnTo>
                <a:close/>
                <a:moveTo>
                  <a:pt x="1589644" y="2018189"/>
                </a:moveTo>
                <a:lnTo>
                  <a:pt x="1589872" y="2018594"/>
                </a:lnTo>
                <a:lnTo>
                  <a:pt x="1590128" y="2018450"/>
                </a:lnTo>
                <a:lnTo>
                  <a:pt x="1590117" y="2018132"/>
                </a:lnTo>
                <a:close/>
                <a:moveTo>
                  <a:pt x="1800019" y="1547031"/>
                </a:moveTo>
                <a:lnTo>
                  <a:pt x="1800020" y="1547034"/>
                </a:lnTo>
                <a:lnTo>
                  <a:pt x="1805761" y="1543228"/>
                </a:lnTo>
                <a:lnTo>
                  <a:pt x="1806303" y="1542428"/>
                </a:lnTo>
                <a:lnTo>
                  <a:pt x="1806207" y="1542237"/>
                </a:lnTo>
                <a:lnTo>
                  <a:pt x="1800771" y="1546491"/>
                </a:lnTo>
                <a:close/>
                <a:moveTo>
                  <a:pt x="1774729" y="1603585"/>
                </a:moveTo>
                <a:lnTo>
                  <a:pt x="1774719" y="1603806"/>
                </a:lnTo>
                <a:lnTo>
                  <a:pt x="1780460" y="1602657"/>
                </a:lnTo>
                <a:lnTo>
                  <a:pt x="1779825" y="1601417"/>
                </a:lnTo>
                <a:lnTo>
                  <a:pt x="1774886" y="1603476"/>
                </a:lnTo>
                <a:close/>
                <a:moveTo>
                  <a:pt x="1616908" y="1956961"/>
                </a:moveTo>
                <a:lnTo>
                  <a:pt x="1616901" y="1957164"/>
                </a:lnTo>
                <a:lnTo>
                  <a:pt x="1617298" y="1956947"/>
                </a:lnTo>
                <a:close/>
                <a:moveTo>
                  <a:pt x="1606266" y="1980657"/>
                </a:moveTo>
                <a:lnTo>
                  <a:pt x="1605985" y="1983429"/>
                </a:lnTo>
                <a:lnTo>
                  <a:pt x="1610531" y="1982837"/>
                </a:lnTo>
                <a:lnTo>
                  <a:pt x="1610300" y="1980860"/>
                </a:lnTo>
                <a:close/>
                <a:moveTo>
                  <a:pt x="1607979" y="1976757"/>
                </a:moveTo>
                <a:lnTo>
                  <a:pt x="1609789" y="1976477"/>
                </a:lnTo>
                <a:lnTo>
                  <a:pt x="1609759" y="1976215"/>
                </a:lnTo>
                <a:lnTo>
                  <a:pt x="1609188" y="1976264"/>
                </a:lnTo>
                <a:close/>
                <a:moveTo>
                  <a:pt x="1820104" y="1501758"/>
                </a:moveTo>
                <a:lnTo>
                  <a:pt x="1820385" y="1502206"/>
                </a:lnTo>
                <a:lnTo>
                  <a:pt x="1821535" y="1501045"/>
                </a:lnTo>
                <a:close/>
                <a:moveTo>
                  <a:pt x="1624329" y="1940134"/>
                </a:moveTo>
                <a:lnTo>
                  <a:pt x="1624621" y="1940607"/>
                </a:lnTo>
                <a:lnTo>
                  <a:pt x="1627398" y="1939270"/>
                </a:lnTo>
                <a:lnTo>
                  <a:pt x="1627330" y="1938529"/>
                </a:lnTo>
                <a:close/>
                <a:moveTo>
                  <a:pt x="1808904" y="1526813"/>
                </a:moveTo>
                <a:lnTo>
                  <a:pt x="1808936" y="1526834"/>
                </a:lnTo>
                <a:lnTo>
                  <a:pt x="1813521" y="1524794"/>
                </a:lnTo>
                <a:lnTo>
                  <a:pt x="1815730" y="1522803"/>
                </a:lnTo>
                <a:lnTo>
                  <a:pt x="1811402" y="1524682"/>
                </a:lnTo>
                <a:close/>
                <a:moveTo>
                  <a:pt x="1756775" y="1643461"/>
                </a:moveTo>
                <a:lnTo>
                  <a:pt x="1756900" y="1644044"/>
                </a:lnTo>
                <a:lnTo>
                  <a:pt x="1758372" y="1642993"/>
                </a:lnTo>
                <a:close/>
                <a:moveTo>
                  <a:pt x="1791255" y="1566202"/>
                </a:moveTo>
                <a:lnTo>
                  <a:pt x="1793841" y="1565829"/>
                </a:lnTo>
                <a:lnTo>
                  <a:pt x="1795362" y="1564219"/>
                </a:lnTo>
                <a:lnTo>
                  <a:pt x="1795026" y="1563653"/>
                </a:lnTo>
                <a:close/>
                <a:moveTo>
                  <a:pt x="1529741" y="2151719"/>
                </a:moveTo>
                <a:lnTo>
                  <a:pt x="1531995" y="2152192"/>
                </a:lnTo>
                <a:lnTo>
                  <a:pt x="1532331" y="2150650"/>
                </a:lnTo>
                <a:lnTo>
                  <a:pt x="1530164" y="2151153"/>
                </a:lnTo>
                <a:close/>
                <a:moveTo>
                  <a:pt x="1749529" y="1659521"/>
                </a:moveTo>
                <a:lnTo>
                  <a:pt x="1750250" y="1661236"/>
                </a:lnTo>
                <a:lnTo>
                  <a:pt x="1752271" y="1659803"/>
                </a:lnTo>
                <a:lnTo>
                  <a:pt x="1751608" y="1658597"/>
                </a:lnTo>
                <a:lnTo>
                  <a:pt x="1750130" y="1658977"/>
                </a:lnTo>
                <a:close/>
                <a:moveTo>
                  <a:pt x="1804857" y="1535626"/>
                </a:moveTo>
                <a:lnTo>
                  <a:pt x="1805198" y="1536301"/>
                </a:lnTo>
                <a:lnTo>
                  <a:pt x="1812097" y="1533880"/>
                </a:lnTo>
                <a:lnTo>
                  <a:pt x="1814192" y="1530792"/>
                </a:lnTo>
                <a:lnTo>
                  <a:pt x="1813220" y="1530160"/>
                </a:lnTo>
                <a:close/>
                <a:moveTo>
                  <a:pt x="1598218" y="1998299"/>
                </a:moveTo>
                <a:lnTo>
                  <a:pt x="1599150" y="1998443"/>
                </a:lnTo>
                <a:lnTo>
                  <a:pt x="1601336" y="1997675"/>
                </a:lnTo>
                <a:close/>
                <a:moveTo>
                  <a:pt x="1617863" y="1954258"/>
                </a:moveTo>
                <a:lnTo>
                  <a:pt x="1617851" y="1956535"/>
                </a:lnTo>
                <a:lnTo>
                  <a:pt x="1618062" y="1956531"/>
                </a:lnTo>
                <a:lnTo>
                  <a:pt x="1620971" y="1954944"/>
                </a:lnTo>
                <a:lnTo>
                  <a:pt x="1620963" y="1954713"/>
                </a:lnTo>
                <a:lnTo>
                  <a:pt x="1618184" y="1954094"/>
                </a:lnTo>
                <a:close/>
                <a:moveTo>
                  <a:pt x="1625558" y="1937005"/>
                </a:moveTo>
                <a:lnTo>
                  <a:pt x="1627113" y="1936198"/>
                </a:lnTo>
                <a:lnTo>
                  <a:pt x="1626990" y="1934869"/>
                </a:lnTo>
                <a:close/>
                <a:moveTo>
                  <a:pt x="1606329" y="1980042"/>
                </a:moveTo>
                <a:lnTo>
                  <a:pt x="1606294" y="1980389"/>
                </a:lnTo>
                <a:lnTo>
                  <a:pt x="1610274" y="1980645"/>
                </a:lnTo>
                <a:lnTo>
                  <a:pt x="1610140" y="1979483"/>
                </a:lnTo>
                <a:lnTo>
                  <a:pt x="1609423" y="1979527"/>
                </a:lnTo>
                <a:close/>
                <a:moveTo>
                  <a:pt x="1814674" y="1513460"/>
                </a:moveTo>
                <a:lnTo>
                  <a:pt x="1815399" y="1515642"/>
                </a:lnTo>
                <a:lnTo>
                  <a:pt x="1815120" y="1513210"/>
                </a:lnTo>
                <a:close/>
                <a:moveTo>
                  <a:pt x="1826234" y="1487557"/>
                </a:moveTo>
                <a:lnTo>
                  <a:pt x="1827642" y="1486457"/>
                </a:lnTo>
                <a:lnTo>
                  <a:pt x="1827286" y="1486136"/>
                </a:lnTo>
                <a:close/>
                <a:moveTo>
                  <a:pt x="1815465" y="1511534"/>
                </a:moveTo>
                <a:lnTo>
                  <a:pt x="1815572" y="1512462"/>
                </a:lnTo>
                <a:lnTo>
                  <a:pt x="1815883" y="1512293"/>
                </a:lnTo>
                <a:close/>
                <a:moveTo>
                  <a:pt x="1580358" y="2037968"/>
                </a:moveTo>
                <a:lnTo>
                  <a:pt x="1580414" y="2037972"/>
                </a:lnTo>
                <a:lnTo>
                  <a:pt x="1588228" y="2037207"/>
                </a:lnTo>
                <a:lnTo>
                  <a:pt x="1588187" y="2036668"/>
                </a:lnTo>
                <a:lnTo>
                  <a:pt x="1582469" y="2034865"/>
                </a:lnTo>
                <a:close/>
                <a:moveTo>
                  <a:pt x="1774773" y="1602619"/>
                </a:moveTo>
                <a:lnTo>
                  <a:pt x="1774766" y="1602757"/>
                </a:lnTo>
                <a:lnTo>
                  <a:pt x="1775263" y="1602602"/>
                </a:lnTo>
                <a:lnTo>
                  <a:pt x="1775731" y="1602276"/>
                </a:lnTo>
                <a:close/>
                <a:moveTo>
                  <a:pt x="1780384" y="1590054"/>
                </a:moveTo>
                <a:lnTo>
                  <a:pt x="1780977" y="1591682"/>
                </a:lnTo>
                <a:lnTo>
                  <a:pt x="1784922" y="1590259"/>
                </a:lnTo>
                <a:lnTo>
                  <a:pt x="1786779" y="1589152"/>
                </a:lnTo>
                <a:lnTo>
                  <a:pt x="1785760" y="1588166"/>
                </a:lnTo>
                <a:close/>
                <a:moveTo>
                  <a:pt x="1688488" y="1795817"/>
                </a:moveTo>
                <a:lnTo>
                  <a:pt x="1688446" y="1796139"/>
                </a:lnTo>
                <a:lnTo>
                  <a:pt x="1688492" y="1796426"/>
                </a:lnTo>
                <a:lnTo>
                  <a:pt x="1688667" y="1796312"/>
                </a:lnTo>
                <a:close/>
                <a:moveTo>
                  <a:pt x="1791119" y="1565995"/>
                </a:moveTo>
                <a:lnTo>
                  <a:pt x="1794900" y="1563439"/>
                </a:lnTo>
                <a:lnTo>
                  <a:pt x="1794596" y="1562925"/>
                </a:lnTo>
                <a:lnTo>
                  <a:pt x="1792669" y="1563710"/>
                </a:lnTo>
                <a:close/>
                <a:moveTo>
                  <a:pt x="1779043" y="1592904"/>
                </a:moveTo>
                <a:lnTo>
                  <a:pt x="1779816" y="1593302"/>
                </a:lnTo>
                <a:lnTo>
                  <a:pt x="1780854" y="1592683"/>
                </a:lnTo>
                <a:lnTo>
                  <a:pt x="1780709" y="1592303"/>
                </a:lnTo>
                <a:close/>
                <a:moveTo>
                  <a:pt x="1911889" y="1295231"/>
                </a:moveTo>
                <a:lnTo>
                  <a:pt x="1918877" y="1288769"/>
                </a:lnTo>
                <a:lnTo>
                  <a:pt x="1926191" y="1280167"/>
                </a:lnTo>
                <a:lnTo>
                  <a:pt x="1928311" y="1274458"/>
                </a:lnTo>
                <a:lnTo>
                  <a:pt x="1917639" y="1288029"/>
                </a:lnTo>
                <a:lnTo>
                  <a:pt x="1919249" y="1287307"/>
                </a:lnTo>
                <a:lnTo>
                  <a:pt x="1919023" y="1287739"/>
                </a:lnTo>
                <a:lnTo>
                  <a:pt x="1917237" y="1288538"/>
                </a:lnTo>
                <a:lnTo>
                  <a:pt x="1915061" y="1291305"/>
                </a:lnTo>
                <a:close/>
                <a:moveTo>
                  <a:pt x="1624060" y="1939699"/>
                </a:moveTo>
                <a:lnTo>
                  <a:pt x="1624102" y="1939767"/>
                </a:lnTo>
                <a:lnTo>
                  <a:pt x="1625161" y="1939322"/>
                </a:lnTo>
                <a:lnTo>
                  <a:pt x="1627297" y="1938179"/>
                </a:lnTo>
                <a:lnTo>
                  <a:pt x="1627212" y="1937263"/>
                </a:lnTo>
                <a:close/>
                <a:moveTo>
                  <a:pt x="1588242" y="2019863"/>
                </a:moveTo>
                <a:lnTo>
                  <a:pt x="1588297" y="2020603"/>
                </a:lnTo>
                <a:lnTo>
                  <a:pt x="1589813" y="2020597"/>
                </a:lnTo>
                <a:lnTo>
                  <a:pt x="1590182" y="2020004"/>
                </a:lnTo>
                <a:lnTo>
                  <a:pt x="1590173" y="2019739"/>
                </a:lnTo>
                <a:lnTo>
                  <a:pt x="1589764" y="2019009"/>
                </a:lnTo>
                <a:close/>
                <a:moveTo>
                  <a:pt x="1570427" y="2059732"/>
                </a:moveTo>
                <a:lnTo>
                  <a:pt x="1569776" y="2062556"/>
                </a:lnTo>
                <a:lnTo>
                  <a:pt x="1571187" y="2062415"/>
                </a:lnTo>
                <a:lnTo>
                  <a:pt x="1571171" y="2059827"/>
                </a:lnTo>
                <a:close/>
                <a:moveTo>
                  <a:pt x="1818393" y="1504354"/>
                </a:moveTo>
                <a:lnTo>
                  <a:pt x="1822650" y="1508601"/>
                </a:lnTo>
                <a:lnTo>
                  <a:pt x="1823616" y="1508075"/>
                </a:lnTo>
                <a:lnTo>
                  <a:pt x="1820134" y="1502524"/>
                </a:lnTo>
                <a:close/>
                <a:moveTo>
                  <a:pt x="1794339" y="1558119"/>
                </a:moveTo>
                <a:lnTo>
                  <a:pt x="1795966" y="1557675"/>
                </a:lnTo>
                <a:lnTo>
                  <a:pt x="1799072" y="1553094"/>
                </a:lnTo>
                <a:close/>
                <a:moveTo>
                  <a:pt x="1621119" y="1945926"/>
                </a:moveTo>
                <a:lnTo>
                  <a:pt x="1621138" y="1946431"/>
                </a:lnTo>
                <a:lnTo>
                  <a:pt x="1621342" y="1946287"/>
                </a:lnTo>
                <a:close/>
                <a:moveTo>
                  <a:pt x="1796634" y="1552788"/>
                </a:moveTo>
                <a:lnTo>
                  <a:pt x="1798991" y="1552539"/>
                </a:lnTo>
                <a:lnTo>
                  <a:pt x="1799245" y="1552269"/>
                </a:lnTo>
                <a:lnTo>
                  <a:pt x="1798547" y="1551085"/>
                </a:lnTo>
                <a:close/>
                <a:moveTo>
                  <a:pt x="1623995" y="1939335"/>
                </a:moveTo>
                <a:lnTo>
                  <a:pt x="1627177" y="1936876"/>
                </a:lnTo>
                <a:lnTo>
                  <a:pt x="1627159" y="1936694"/>
                </a:lnTo>
                <a:lnTo>
                  <a:pt x="1625024" y="1937802"/>
                </a:lnTo>
                <a:close/>
                <a:moveTo>
                  <a:pt x="1876999" y="1372621"/>
                </a:moveTo>
                <a:lnTo>
                  <a:pt x="1883189" y="1369928"/>
                </a:lnTo>
                <a:lnTo>
                  <a:pt x="1887680" y="1367754"/>
                </a:lnTo>
                <a:lnTo>
                  <a:pt x="1892218" y="1360953"/>
                </a:lnTo>
                <a:lnTo>
                  <a:pt x="1890133" y="1362213"/>
                </a:lnTo>
                <a:close/>
                <a:moveTo>
                  <a:pt x="1607883" y="1975164"/>
                </a:moveTo>
                <a:lnTo>
                  <a:pt x="1609632" y="1975140"/>
                </a:lnTo>
                <a:lnTo>
                  <a:pt x="1609599" y="1974851"/>
                </a:lnTo>
                <a:close/>
                <a:moveTo>
                  <a:pt x="1616992" y="1954704"/>
                </a:moveTo>
                <a:lnTo>
                  <a:pt x="1616923" y="1956554"/>
                </a:lnTo>
                <a:lnTo>
                  <a:pt x="1617555" y="1956541"/>
                </a:lnTo>
                <a:lnTo>
                  <a:pt x="1617538" y="1954424"/>
                </a:lnTo>
                <a:close/>
                <a:moveTo>
                  <a:pt x="1756519" y="1642269"/>
                </a:moveTo>
                <a:lnTo>
                  <a:pt x="1756672" y="1642978"/>
                </a:lnTo>
                <a:lnTo>
                  <a:pt x="1759149" y="1642252"/>
                </a:lnTo>
                <a:lnTo>
                  <a:pt x="1758929" y="1641222"/>
                </a:lnTo>
                <a:close/>
                <a:moveTo>
                  <a:pt x="1787184" y="1573579"/>
                </a:moveTo>
                <a:lnTo>
                  <a:pt x="1788514" y="1573060"/>
                </a:lnTo>
                <a:lnTo>
                  <a:pt x="1789312" y="1572557"/>
                </a:lnTo>
                <a:lnTo>
                  <a:pt x="1792282" y="1570507"/>
                </a:lnTo>
                <a:lnTo>
                  <a:pt x="1794483" y="1567247"/>
                </a:lnTo>
                <a:lnTo>
                  <a:pt x="1792474" y="1567983"/>
                </a:lnTo>
                <a:close/>
                <a:moveTo>
                  <a:pt x="1861857" y="1406236"/>
                </a:moveTo>
                <a:lnTo>
                  <a:pt x="1863462" y="1409560"/>
                </a:lnTo>
                <a:lnTo>
                  <a:pt x="1870014" y="1405338"/>
                </a:lnTo>
                <a:lnTo>
                  <a:pt x="1873145" y="1399256"/>
                </a:lnTo>
                <a:lnTo>
                  <a:pt x="1872163" y="1398255"/>
                </a:lnTo>
                <a:lnTo>
                  <a:pt x="1865994" y="1400214"/>
                </a:lnTo>
                <a:close/>
                <a:moveTo>
                  <a:pt x="1819563" y="1500894"/>
                </a:moveTo>
                <a:lnTo>
                  <a:pt x="1819946" y="1501507"/>
                </a:lnTo>
                <a:lnTo>
                  <a:pt x="1822078" y="1500481"/>
                </a:lnTo>
                <a:lnTo>
                  <a:pt x="1822672" y="1499856"/>
                </a:lnTo>
                <a:lnTo>
                  <a:pt x="1821633" y="1498950"/>
                </a:lnTo>
                <a:close/>
                <a:moveTo>
                  <a:pt x="1789159" y="1568886"/>
                </a:moveTo>
                <a:lnTo>
                  <a:pt x="1791839" y="1567946"/>
                </a:lnTo>
                <a:lnTo>
                  <a:pt x="1793676" y="1566003"/>
                </a:lnTo>
                <a:lnTo>
                  <a:pt x="1790973" y="1566393"/>
                </a:lnTo>
                <a:lnTo>
                  <a:pt x="1790745" y="1566547"/>
                </a:lnTo>
                <a:close/>
                <a:moveTo>
                  <a:pt x="1612292" y="1964866"/>
                </a:moveTo>
                <a:lnTo>
                  <a:pt x="1612398" y="1965774"/>
                </a:lnTo>
                <a:lnTo>
                  <a:pt x="1612777" y="1965658"/>
                </a:lnTo>
                <a:lnTo>
                  <a:pt x="1615452" y="1964540"/>
                </a:lnTo>
                <a:close/>
                <a:moveTo>
                  <a:pt x="1755652" y="1643791"/>
                </a:moveTo>
                <a:lnTo>
                  <a:pt x="1756121" y="1644599"/>
                </a:lnTo>
                <a:lnTo>
                  <a:pt x="1756561" y="1644285"/>
                </a:lnTo>
                <a:lnTo>
                  <a:pt x="1756408" y="1643569"/>
                </a:lnTo>
                <a:close/>
                <a:moveTo>
                  <a:pt x="1774856" y="1600786"/>
                </a:moveTo>
                <a:lnTo>
                  <a:pt x="1774847" y="1600991"/>
                </a:lnTo>
                <a:lnTo>
                  <a:pt x="1776609" y="1600441"/>
                </a:lnTo>
                <a:close/>
                <a:moveTo>
                  <a:pt x="1752598" y="1650514"/>
                </a:moveTo>
                <a:lnTo>
                  <a:pt x="1752706" y="1650738"/>
                </a:lnTo>
                <a:lnTo>
                  <a:pt x="1757326" y="1648648"/>
                </a:lnTo>
                <a:lnTo>
                  <a:pt x="1755014" y="1649007"/>
                </a:lnTo>
                <a:close/>
                <a:moveTo>
                  <a:pt x="1817394" y="1505404"/>
                </a:moveTo>
                <a:lnTo>
                  <a:pt x="1818791" y="1510707"/>
                </a:lnTo>
                <a:lnTo>
                  <a:pt x="1821445" y="1509259"/>
                </a:lnTo>
                <a:lnTo>
                  <a:pt x="1817485" y="1505308"/>
                </a:lnTo>
                <a:close/>
                <a:moveTo>
                  <a:pt x="1744711" y="1668063"/>
                </a:moveTo>
                <a:lnTo>
                  <a:pt x="1745518" y="1668803"/>
                </a:lnTo>
                <a:lnTo>
                  <a:pt x="1745546" y="1668776"/>
                </a:lnTo>
                <a:lnTo>
                  <a:pt x="1745630" y="1667411"/>
                </a:lnTo>
                <a:close/>
                <a:moveTo>
                  <a:pt x="1571477" y="2055933"/>
                </a:moveTo>
                <a:lnTo>
                  <a:pt x="1571477" y="2055973"/>
                </a:lnTo>
                <a:lnTo>
                  <a:pt x="1571475" y="2056229"/>
                </a:lnTo>
                <a:lnTo>
                  <a:pt x="1585561" y="2058027"/>
                </a:lnTo>
                <a:lnTo>
                  <a:pt x="1589512" y="2055623"/>
                </a:lnTo>
                <a:lnTo>
                  <a:pt x="1589429" y="2053222"/>
                </a:lnTo>
                <a:lnTo>
                  <a:pt x="1589077" y="2048531"/>
                </a:lnTo>
                <a:lnTo>
                  <a:pt x="1587894" y="2048740"/>
                </a:lnTo>
                <a:lnTo>
                  <a:pt x="1584975" y="2055878"/>
                </a:lnTo>
                <a:lnTo>
                  <a:pt x="1584781" y="2055989"/>
                </a:lnTo>
                <a:lnTo>
                  <a:pt x="1587733" y="2048769"/>
                </a:lnTo>
                <a:lnTo>
                  <a:pt x="1587186" y="2048866"/>
                </a:lnTo>
                <a:lnTo>
                  <a:pt x="1579990" y="2049895"/>
                </a:lnTo>
                <a:lnTo>
                  <a:pt x="1574023" y="2054440"/>
                </a:lnTo>
                <a:close/>
                <a:moveTo>
                  <a:pt x="1596147" y="2000681"/>
                </a:moveTo>
                <a:lnTo>
                  <a:pt x="1596717" y="2000646"/>
                </a:lnTo>
                <a:lnTo>
                  <a:pt x="1598016" y="1999881"/>
                </a:lnTo>
                <a:close/>
                <a:moveTo>
                  <a:pt x="1747790" y="1661093"/>
                </a:moveTo>
                <a:lnTo>
                  <a:pt x="1747772" y="1661371"/>
                </a:lnTo>
                <a:lnTo>
                  <a:pt x="1748000" y="1662832"/>
                </a:lnTo>
                <a:lnTo>
                  <a:pt x="1749174" y="1661999"/>
                </a:lnTo>
                <a:lnTo>
                  <a:pt x="1748517" y="1660436"/>
                </a:lnTo>
                <a:close/>
                <a:moveTo>
                  <a:pt x="1762597" y="1627840"/>
                </a:moveTo>
                <a:lnTo>
                  <a:pt x="1764114" y="1627392"/>
                </a:lnTo>
                <a:lnTo>
                  <a:pt x="1763857" y="1627151"/>
                </a:lnTo>
                <a:close/>
                <a:moveTo>
                  <a:pt x="1820722" y="1497601"/>
                </a:moveTo>
                <a:lnTo>
                  <a:pt x="1821410" y="1498217"/>
                </a:lnTo>
                <a:lnTo>
                  <a:pt x="1825517" y="1494461"/>
                </a:lnTo>
                <a:close/>
                <a:moveTo>
                  <a:pt x="1786426" y="1574380"/>
                </a:moveTo>
                <a:lnTo>
                  <a:pt x="1786708" y="1574202"/>
                </a:lnTo>
                <a:lnTo>
                  <a:pt x="1786528" y="1574272"/>
                </a:lnTo>
                <a:close/>
                <a:moveTo>
                  <a:pt x="1807942" y="1526184"/>
                </a:moveTo>
                <a:lnTo>
                  <a:pt x="1808722" y="1526693"/>
                </a:lnTo>
                <a:lnTo>
                  <a:pt x="1810748" y="1524966"/>
                </a:lnTo>
                <a:close/>
                <a:moveTo>
                  <a:pt x="1528681" y="2151496"/>
                </a:moveTo>
                <a:lnTo>
                  <a:pt x="1529373" y="2151641"/>
                </a:lnTo>
                <a:lnTo>
                  <a:pt x="1529639" y="2151274"/>
                </a:lnTo>
                <a:close/>
                <a:moveTo>
                  <a:pt x="1605000" y="1980593"/>
                </a:moveTo>
                <a:lnTo>
                  <a:pt x="1605387" y="1983508"/>
                </a:lnTo>
                <a:lnTo>
                  <a:pt x="1605539" y="1983489"/>
                </a:lnTo>
                <a:lnTo>
                  <a:pt x="1605715" y="1980629"/>
                </a:lnTo>
                <a:close/>
                <a:moveTo>
                  <a:pt x="1588129" y="2018369"/>
                </a:moveTo>
                <a:lnTo>
                  <a:pt x="1588216" y="2019522"/>
                </a:lnTo>
                <a:lnTo>
                  <a:pt x="1589612" y="2018739"/>
                </a:lnTo>
                <a:lnTo>
                  <a:pt x="1589324" y="2018227"/>
                </a:lnTo>
                <a:close/>
                <a:moveTo>
                  <a:pt x="1817327" y="1505150"/>
                </a:moveTo>
                <a:lnTo>
                  <a:pt x="1817356" y="1505261"/>
                </a:lnTo>
                <a:lnTo>
                  <a:pt x="1817397" y="1505220"/>
                </a:lnTo>
                <a:close/>
                <a:moveTo>
                  <a:pt x="1612759" y="1963165"/>
                </a:moveTo>
                <a:lnTo>
                  <a:pt x="1615659" y="1962244"/>
                </a:lnTo>
                <a:lnTo>
                  <a:pt x="1616569" y="1961942"/>
                </a:lnTo>
                <a:lnTo>
                  <a:pt x="1616580" y="1961638"/>
                </a:lnTo>
                <a:close/>
                <a:moveTo>
                  <a:pt x="1767776" y="1616032"/>
                </a:moveTo>
                <a:lnTo>
                  <a:pt x="1768078" y="1616634"/>
                </a:lnTo>
                <a:lnTo>
                  <a:pt x="1768613" y="1616611"/>
                </a:lnTo>
                <a:lnTo>
                  <a:pt x="1768666" y="1615448"/>
                </a:lnTo>
                <a:close/>
                <a:moveTo>
                  <a:pt x="1797804" y="1548715"/>
                </a:moveTo>
                <a:lnTo>
                  <a:pt x="1798739" y="1550300"/>
                </a:lnTo>
                <a:lnTo>
                  <a:pt x="1800055" y="1549129"/>
                </a:lnTo>
                <a:lnTo>
                  <a:pt x="1799727" y="1547440"/>
                </a:lnTo>
                <a:close/>
                <a:moveTo>
                  <a:pt x="1590495" y="2012878"/>
                </a:moveTo>
                <a:lnTo>
                  <a:pt x="1590516" y="2013904"/>
                </a:lnTo>
                <a:lnTo>
                  <a:pt x="1594821" y="2012565"/>
                </a:lnTo>
                <a:lnTo>
                  <a:pt x="1599071" y="2005747"/>
                </a:lnTo>
                <a:close/>
                <a:moveTo>
                  <a:pt x="1606690" y="1976480"/>
                </a:moveTo>
                <a:lnTo>
                  <a:pt x="1606666" y="1976720"/>
                </a:lnTo>
                <a:lnTo>
                  <a:pt x="1607089" y="1976772"/>
                </a:lnTo>
                <a:lnTo>
                  <a:pt x="1608159" y="1976353"/>
                </a:lnTo>
                <a:close/>
                <a:moveTo>
                  <a:pt x="1778176" y="1592457"/>
                </a:moveTo>
                <a:lnTo>
                  <a:pt x="1778444" y="1592595"/>
                </a:lnTo>
                <a:lnTo>
                  <a:pt x="1780534" y="1591842"/>
                </a:lnTo>
                <a:lnTo>
                  <a:pt x="1779917" y="1590218"/>
                </a:lnTo>
                <a:lnTo>
                  <a:pt x="1779617" y="1590323"/>
                </a:lnTo>
                <a:close/>
                <a:moveTo>
                  <a:pt x="1604957" y="1980270"/>
                </a:moveTo>
                <a:lnTo>
                  <a:pt x="1604962" y="1980304"/>
                </a:lnTo>
                <a:lnTo>
                  <a:pt x="1605732" y="1980352"/>
                </a:lnTo>
                <a:lnTo>
                  <a:pt x="1605745" y="1980139"/>
                </a:lnTo>
                <a:close/>
                <a:moveTo>
                  <a:pt x="1586910" y="2020609"/>
                </a:moveTo>
                <a:lnTo>
                  <a:pt x="1586982" y="2020609"/>
                </a:lnTo>
                <a:lnTo>
                  <a:pt x="1586979" y="2020570"/>
                </a:lnTo>
                <a:close/>
                <a:moveTo>
                  <a:pt x="1711976" y="1740337"/>
                </a:moveTo>
                <a:lnTo>
                  <a:pt x="1712579" y="1741722"/>
                </a:lnTo>
                <a:lnTo>
                  <a:pt x="1713646" y="1740148"/>
                </a:lnTo>
                <a:lnTo>
                  <a:pt x="1713309" y="1740109"/>
                </a:lnTo>
                <a:close/>
                <a:moveTo>
                  <a:pt x="1576507" y="2043628"/>
                </a:moveTo>
                <a:lnTo>
                  <a:pt x="1584161" y="2043716"/>
                </a:lnTo>
                <a:lnTo>
                  <a:pt x="1585416" y="2042980"/>
                </a:lnTo>
                <a:lnTo>
                  <a:pt x="1588486" y="2040643"/>
                </a:lnTo>
                <a:lnTo>
                  <a:pt x="1588349" y="2038832"/>
                </a:lnTo>
                <a:lnTo>
                  <a:pt x="1580622" y="2038448"/>
                </a:lnTo>
                <a:lnTo>
                  <a:pt x="1579990" y="2038510"/>
                </a:lnTo>
                <a:close/>
                <a:moveTo>
                  <a:pt x="1606749" y="1975901"/>
                </a:moveTo>
                <a:lnTo>
                  <a:pt x="1606702" y="1976357"/>
                </a:lnTo>
                <a:lnTo>
                  <a:pt x="1608554" y="1976198"/>
                </a:lnTo>
                <a:lnTo>
                  <a:pt x="1609401" y="1975865"/>
                </a:lnTo>
                <a:close/>
                <a:moveTo>
                  <a:pt x="1804057" y="1534042"/>
                </a:moveTo>
                <a:lnTo>
                  <a:pt x="1804576" y="1535070"/>
                </a:lnTo>
                <a:lnTo>
                  <a:pt x="1812654" y="1529791"/>
                </a:lnTo>
                <a:lnTo>
                  <a:pt x="1810400" y="1528323"/>
                </a:lnTo>
                <a:close/>
                <a:moveTo>
                  <a:pt x="1612159" y="1963725"/>
                </a:moveTo>
                <a:lnTo>
                  <a:pt x="1612268" y="1964663"/>
                </a:lnTo>
                <a:lnTo>
                  <a:pt x="1615940" y="1964336"/>
                </a:lnTo>
                <a:lnTo>
                  <a:pt x="1616488" y="1964107"/>
                </a:lnTo>
                <a:lnTo>
                  <a:pt x="1616557" y="1962263"/>
                </a:lnTo>
                <a:close/>
                <a:moveTo>
                  <a:pt x="1747870" y="1659796"/>
                </a:moveTo>
                <a:lnTo>
                  <a:pt x="1747866" y="1659843"/>
                </a:lnTo>
                <a:lnTo>
                  <a:pt x="1747995" y="1659713"/>
                </a:lnTo>
                <a:close/>
                <a:moveTo>
                  <a:pt x="1750039" y="1654876"/>
                </a:moveTo>
                <a:lnTo>
                  <a:pt x="1751024" y="1656669"/>
                </a:lnTo>
                <a:lnTo>
                  <a:pt x="1751728" y="1655961"/>
                </a:lnTo>
                <a:lnTo>
                  <a:pt x="1750742" y="1654558"/>
                </a:lnTo>
                <a:close/>
                <a:moveTo>
                  <a:pt x="1766993" y="1616681"/>
                </a:moveTo>
                <a:lnTo>
                  <a:pt x="1767642" y="1616653"/>
                </a:lnTo>
                <a:lnTo>
                  <a:pt x="1767444" y="1616259"/>
                </a:lnTo>
                <a:close/>
                <a:moveTo>
                  <a:pt x="1892215" y="1336244"/>
                </a:moveTo>
                <a:lnTo>
                  <a:pt x="1895493" y="1339631"/>
                </a:lnTo>
                <a:lnTo>
                  <a:pt x="1903175" y="1334620"/>
                </a:lnTo>
                <a:lnTo>
                  <a:pt x="1899170" y="1332487"/>
                </a:lnTo>
                <a:lnTo>
                  <a:pt x="1897308" y="1331528"/>
                </a:lnTo>
                <a:close/>
                <a:moveTo>
                  <a:pt x="1777002" y="1594196"/>
                </a:moveTo>
                <a:lnTo>
                  <a:pt x="1777309" y="1594795"/>
                </a:lnTo>
                <a:lnTo>
                  <a:pt x="1779435" y="1593528"/>
                </a:lnTo>
                <a:lnTo>
                  <a:pt x="1778560" y="1593078"/>
                </a:lnTo>
                <a:lnTo>
                  <a:pt x="1777498" y="1593461"/>
                </a:lnTo>
                <a:close/>
                <a:moveTo>
                  <a:pt x="1742886" y="1670404"/>
                </a:moveTo>
                <a:lnTo>
                  <a:pt x="1743182" y="1671079"/>
                </a:lnTo>
                <a:lnTo>
                  <a:pt x="1743459" y="1670808"/>
                </a:lnTo>
                <a:lnTo>
                  <a:pt x="1742978" y="1670366"/>
                </a:lnTo>
                <a:close/>
                <a:moveTo>
                  <a:pt x="1730478" y="1698158"/>
                </a:moveTo>
                <a:lnTo>
                  <a:pt x="1730642" y="1698410"/>
                </a:lnTo>
                <a:lnTo>
                  <a:pt x="1730933" y="1698077"/>
                </a:lnTo>
                <a:close/>
                <a:moveTo>
                  <a:pt x="1817824" y="1502529"/>
                </a:moveTo>
                <a:lnTo>
                  <a:pt x="1819599" y="1501674"/>
                </a:lnTo>
                <a:lnTo>
                  <a:pt x="1819279" y="1501162"/>
                </a:lnTo>
                <a:close/>
                <a:moveTo>
                  <a:pt x="1755122" y="1642877"/>
                </a:moveTo>
                <a:lnTo>
                  <a:pt x="1755398" y="1643352"/>
                </a:lnTo>
                <a:lnTo>
                  <a:pt x="1756304" y="1643086"/>
                </a:lnTo>
                <a:lnTo>
                  <a:pt x="1756163" y="1642424"/>
                </a:lnTo>
                <a:close/>
                <a:moveTo>
                  <a:pt x="1753095" y="1647369"/>
                </a:moveTo>
                <a:lnTo>
                  <a:pt x="1754500" y="1647321"/>
                </a:lnTo>
                <a:lnTo>
                  <a:pt x="1756811" y="1646008"/>
                </a:lnTo>
                <a:lnTo>
                  <a:pt x="1756281" y="1645095"/>
                </a:lnTo>
                <a:close/>
                <a:moveTo>
                  <a:pt x="1802228" y="1537344"/>
                </a:moveTo>
                <a:lnTo>
                  <a:pt x="1803509" y="1536894"/>
                </a:lnTo>
                <a:lnTo>
                  <a:pt x="1803362" y="1536603"/>
                </a:lnTo>
                <a:close/>
                <a:moveTo>
                  <a:pt x="1613536" y="1959762"/>
                </a:moveTo>
                <a:lnTo>
                  <a:pt x="1616414" y="1959444"/>
                </a:lnTo>
                <a:lnTo>
                  <a:pt x="1616665" y="1959347"/>
                </a:lnTo>
                <a:lnTo>
                  <a:pt x="1616714" y="1958028"/>
                </a:lnTo>
                <a:close/>
                <a:moveTo>
                  <a:pt x="1589121" y="2014338"/>
                </a:moveTo>
                <a:lnTo>
                  <a:pt x="1589977" y="2014072"/>
                </a:lnTo>
                <a:lnTo>
                  <a:pt x="1589952" y="2013331"/>
                </a:lnTo>
                <a:lnTo>
                  <a:pt x="1589362" y="2013822"/>
                </a:lnTo>
                <a:close/>
                <a:moveTo>
                  <a:pt x="1857165" y="1414136"/>
                </a:moveTo>
                <a:lnTo>
                  <a:pt x="1858913" y="1416066"/>
                </a:lnTo>
                <a:lnTo>
                  <a:pt x="1864674" y="1412618"/>
                </a:lnTo>
                <a:lnTo>
                  <a:pt x="1863451" y="1410085"/>
                </a:lnTo>
                <a:lnTo>
                  <a:pt x="1858950" y="1412986"/>
                </a:lnTo>
                <a:lnTo>
                  <a:pt x="1860207" y="1414377"/>
                </a:lnTo>
                <a:lnTo>
                  <a:pt x="1860198" y="1414670"/>
                </a:lnTo>
                <a:lnTo>
                  <a:pt x="1858778" y="1413096"/>
                </a:lnTo>
                <a:close/>
                <a:moveTo>
                  <a:pt x="1742796" y="1670199"/>
                </a:moveTo>
                <a:lnTo>
                  <a:pt x="1742828" y="1670271"/>
                </a:lnTo>
                <a:lnTo>
                  <a:pt x="1742861" y="1670258"/>
                </a:lnTo>
                <a:close/>
                <a:moveTo>
                  <a:pt x="1593510" y="2004438"/>
                </a:moveTo>
                <a:lnTo>
                  <a:pt x="1591569" y="2009084"/>
                </a:lnTo>
                <a:lnTo>
                  <a:pt x="1590748" y="2010847"/>
                </a:lnTo>
                <a:lnTo>
                  <a:pt x="1597404" y="2005312"/>
                </a:lnTo>
                <a:close/>
                <a:moveTo>
                  <a:pt x="1776118" y="1595506"/>
                </a:moveTo>
                <a:lnTo>
                  <a:pt x="1776640" y="1595195"/>
                </a:lnTo>
                <a:lnTo>
                  <a:pt x="1776506" y="1594931"/>
                </a:lnTo>
                <a:close/>
                <a:moveTo>
                  <a:pt x="1594063" y="2003116"/>
                </a:moveTo>
                <a:lnTo>
                  <a:pt x="1593866" y="2003588"/>
                </a:lnTo>
                <a:lnTo>
                  <a:pt x="1598285" y="2004580"/>
                </a:lnTo>
                <a:lnTo>
                  <a:pt x="1601430" y="2001964"/>
                </a:lnTo>
                <a:lnTo>
                  <a:pt x="1601620" y="2001660"/>
                </a:lnTo>
                <a:lnTo>
                  <a:pt x="1595770" y="2002017"/>
                </a:lnTo>
                <a:close/>
                <a:moveTo>
                  <a:pt x="1586210" y="2020589"/>
                </a:moveTo>
                <a:lnTo>
                  <a:pt x="1586280" y="2020607"/>
                </a:lnTo>
                <a:lnTo>
                  <a:pt x="1586953" y="2020230"/>
                </a:lnTo>
                <a:lnTo>
                  <a:pt x="1586873" y="2019165"/>
                </a:lnTo>
                <a:close/>
                <a:moveTo>
                  <a:pt x="1785546" y="1574215"/>
                </a:moveTo>
                <a:lnTo>
                  <a:pt x="1786124" y="1573990"/>
                </a:lnTo>
                <a:lnTo>
                  <a:pt x="1791449" y="1568358"/>
                </a:lnTo>
                <a:lnTo>
                  <a:pt x="1788878" y="1569301"/>
                </a:lnTo>
                <a:close/>
                <a:moveTo>
                  <a:pt x="1595220" y="2000350"/>
                </a:moveTo>
                <a:lnTo>
                  <a:pt x="1595055" y="2000748"/>
                </a:lnTo>
                <a:lnTo>
                  <a:pt x="1595150" y="2000741"/>
                </a:lnTo>
                <a:lnTo>
                  <a:pt x="1596114" y="2000373"/>
                </a:lnTo>
                <a:lnTo>
                  <a:pt x="1597807" y="1999649"/>
                </a:lnTo>
                <a:lnTo>
                  <a:pt x="1597396" y="1999585"/>
                </a:lnTo>
                <a:close/>
                <a:moveTo>
                  <a:pt x="1817227" y="1503192"/>
                </a:moveTo>
                <a:lnTo>
                  <a:pt x="1818324" y="1504285"/>
                </a:lnTo>
                <a:lnTo>
                  <a:pt x="1820108" y="1502484"/>
                </a:lnTo>
                <a:lnTo>
                  <a:pt x="1819760" y="1501929"/>
                </a:lnTo>
                <a:close/>
                <a:moveTo>
                  <a:pt x="1595653" y="1999315"/>
                </a:moveTo>
                <a:lnTo>
                  <a:pt x="1595478" y="1999733"/>
                </a:lnTo>
                <a:lnTo>
                  <a:pt x="1596358" y="1999425"/>
                </a:lnTo>
                <a:close/>
                <a:moveTo>
                  <a:pt x="1606938" y="1974039"/>
                </a:moveTo>
                <a:lnTo>
                  <a:pt x="1606874" y="1974671"/>
                </a:lnTo>
                <a:lnTo>
                  <a:pt x="1608461" y="1974382"/>
                </a:lnTo>
                <a:close/>
                <a:moveTo>
                  <a:pt x="1857968" y="1411899"/>
                </a:moveTo>
                <a:lnTo>
                  <a:pt x="1858653" y="1412658"/>
                </a:lnTo>
                <a:lnTo>
                  <a:pt x="1863260" y="1409690"/>
                </a:lnTo>
                <a:lnTo>
                  <a:pt x="1861701" y="1406464"/>
                </a:lnTo>
                <a:close/>
                <a:moveTo>
                  <a:pt x="1807146" y="1525663"/>
                </a:moveTo>
                <a:lnTo>
                  <a:pt x="1807702" y="1526026"/>
                </a:lnTo>
                <a:lnTo>
                  <a:pt x="1811373" y="1524432"/>
                </a:lnTo>
                <a:lnTo>
                  <a:pt x="1815236" y="1521138"/>
                </a:lnTo>
                <a:lnTo>
                  <a:pt x="1815055" y="1520590"/>
                </a:lnTo>
                <a:lnTo>
                  <a:pt x="1812608" y="1521644"/>
                </a:lnTo>
                <a:lnTo>
                  <a:pt x="1810936" y="1522948"/>
                </a:lnTo>
                <a:close/>
                <a:moveTo>
                  <a:pt x="1536897" y="2130782"/>
                </a:moveTo>
                <a:lnTo>
                  <a:pt x="1535160" y="2138744"/>
                </a:lnTo>
                <a:lnTo>
                  <a:pt x="1536160" y="2138709"/>
                </a:lnTo>
                <a:lnTo>
                  <a:pt x="1536031" y="2138817"/>
                </a:lnTo>
                <a:lnTo>
                  <a:pt x="1535137" y="2138849"/>
                </a:lnTo>
                <a:lnTo>
                  <a:pt x="1533815" y="2144905"/>
                </a:lnTo>
                <a:lnTo>
                  <a:pt x="1534217" y="2144967"/>
                </a:lnTo>
                <a:lnTo>
                  <a:pt x="1547552" y="2126591"/>
                </a:lnTo>
                <a:close/>
                <a:moveTo>
                  <a:pt x="1568721" y="2059514"/>
                </a:moveTo>
                <a:lnTo>
                  <a:pt x="1569274" y="2062343"/>
                </a:lnTo>
                <a:lnTo>
                  <a:pt x="1569891" y="2059664"/>
                </a:lnTo>
                <a:close/>
                <a:moveTo>
                  <a:pt x="1866856" y="1391883"/>
                </a:moveTo>
                <a:lnTo>
                  <a:pt x="1869361" y="1394433"/>
                </a:lnTo>
                <a:lnTo>
                  <a:pt x="1873833" y="1387923"/>
                </a:lnTo>
                <a:close/>
                <a:moveTo>
                  <a:pt x="1582979" y="2027529"/>
                </a:moveTo>
                <a:lnTo>
                  <a:pt x="1585815" y="2027008"/>
                </a:lnTo>
                <a:lnTo>
                  <a:pt x="1587285" y="2024651"/>
                </a:lnTo>
                <a:lnTo>
                  <a:pt x="1587252" y="2024213"/>
                </a:lnTo>
                <a:lnTo>
                  <a:pt x="1584752" y="2023720"/>
                </a:lnTo>
                <a:close/>
                <a:moveTo>
                  <a:pt x="1815046" y="1507872"/>
                </a:moveTo>
                <a:lnTo>
                  <a:pt x="1815219" y="1509389"/>
                </a:lnTo>
                <a:lnTo>
                  <a:pt x="1816603" y="1511899"/>
                </a:lnTo>
                <a:lnTo>
                  <a:pt x="1817605" y="1511353"/>
                </a:lnTo>
                <a:lnTo>
                  <a:pt x="1816332" y="1506521"/>
                </a:lnTo>
                <a:close/>
                <a:moveTo>
                  <a:pt x="1581186" y="2031378"/>
                </a:moveTo>
                <a:lnTo>
                  <a:pt x="1582907" y="2031671"/>
                </a:lnTo>
                <a:lnTo>
                  <a:pt x="1583371" y="2030927"/>
                </a:lnTo>
                <a:lnTo>
                  <a:pt x="1581241" y="2031260"/>
                </a:lnTo>
                <a:close/>
                <a:moveTo>
                  <a:pt x="1597883" y="1993980"/>
                </a:moveTo>
                <a:lnTo>
                  <a:pt x="1596707" y="1996796"/>
                </a:lnTo>
                <a:lnTo>
                  <a:pt x="1603886" y="1995361"/>
                </a:lnTo>
                <a:lnTo>
                  <a:pt x="1603314" y="1991055"/>
                </a:lnTo>
                <a:close/>
                <a:moveTo>
                  <a:pt x="1580161" y="2033576"/>
                </a:moveTo>
                <a:lnTo>
                  <a:pt x="1581463" y="2033986"/>
                </a:lnTo>
                <a:lnTo>
                  <a:pt x="1582685" y="2032028"/>
                </a:lnTo>
                <a:lnTo>
                  <a:pt x="1581015" y="2031743"/>
                </a:lnTo>
                <a:close/>
                <a:moveTo>
                  <a:pt x="1598550" y="1992386"/>
                </a:moveTo>
                <a:lnTo>
                  <a:pt x="1597998" y="1993706"/>
                </a:lnTo>
                <a:lnTo>
                  <a:pt x="1603288" y="1990856"/>
                </a:lnTo>
                <a:lnTo>
                  <a:pt x="1603281" y="1990807"/>
                </a:lnTo>
                <a:close/>
                <a:moveTo>
                  <a:pt x="1579531" y="2034931"/>
                </a:moveTo>
                <a:lnTo>
                  <a:pt x="1581025" y="2034690"/>
                </a:lnTo>
                <a:lnTo>
                  <a:pt x="1581171" y="2034456"/>
                </a:lnTo>
                <a:lnTo>
                  <a:pt x="1579933" y="2034066"/>
                </a:lnTo>
                <a:close/>
                <a:moveTo>
                  <a:pt x="1765830" y="1617771"/>
                </a:moveTo>
                <a:lnTo>
                  <a:pt x="1767878" y="1617126"/>
                </a:lnTo>
                <a:lnTo>
                  <a:pt x="1767838" y="1617046"/>
                </a:lnTo>
                <a:lnTo>
                  <a:pt x="1766544" y="1617102"/>
                </a:lnTo>
                <a:close/>
                <a:moveTo>
                  <a:pt x="1799224" y="1542935"/>
                </a:moveTo>
                <a:lnTo>
                  <a:pt x="1799606" y="1544902"/>
                </a:lnTo>
                <a:lnTo>
                  <a:pt x="1803172" y="1542337"/>
                </a:lnTo>
                <a:close/>
                <a:moveTo>
                  <a:pt x="1784691" y="1575476"/>
                </a:moveTo>
                <a:lnTo>
                  <a:pt x="1784762" y="1575431"/>
                </a:lnTo>
                <a:lnTo>
                  <a:pt x="1785469" y="1574684"/>
                </a:lnTo>
                <a:lnTo>
                  <a:pt x="1785142" y="1574811"/>
                </a:lnTo>
                <a:close/>
                <a:moveTo>
                  <a:pt x="1578167" y="2037860"/>
                </a:moveTo>
                <a:lnTo>
                  <a:pt x="1579022" y="2037902"/>
                </a:lnTo>
                <a:lnTo>
                  <a:pt x="1580785" y="2035075"/>
                </a:lnTo>
                <a:lnTo>
                  <a:pt x="1579356" y="2035306"/>
                </a:lnTo>
                <a:close/>
                <a:moveTo>
                  <a:pt x="1605528" y="1976580"/>
                </a:moveTo>
                <a:lnTo>
                  <a:pt x="1605959" y="1976632"/>
                </a:lnTo>
                <a:lnTo>
                  <a:pt x="1605965" y="1976542"/>
                </a:lnTo>
                <a:close/>
                <a:moveTo>
                  <a:pt x="1577737" y="2038782"/>
                </a:moveTo>
                <a:lnTo>
                  <a:pt x="1577052" y="2041062"/>
                </a:lnTo>
                <a:lnTo>
                  <a:pt x="1578555" y="2038650"/>
                </a:lnTo>
                <a:lnTo>
                  <a:pt x="1577762" y="2038728"/>
                </a:lnTo>
                <a:close/>
                <a:moveTo>
                  <a:pt x="1683598" y="1801631"/>
                </a:moveTo>
                <a:lnTo>
                  <a:pt x="1683734" y="1801860"/>
                </a:lnTo>
                <a:lnTo>
                  <a:pt x="1683902" y="1801777"/>
                </a:lnTo>
                <a:lnTo>
                  <a:pt x="1683867" y="1801558"/>
                </a:lnTo>
                <a:close/>
                <a:moveTo>
                  <a:pt x="1689792" y="1787745"/>
                </a:moveTo>
                <a:lnTo>
                  <a:pt x="1689840" y="1787836"/>
                </a:lnTo>
                <a:lnTo>
                  <a:pt x="1690127" y="1787719"/>
                </a:lnTo>
                <a:lnTo>
                  <a:pt x="1690138" y="1787519"/>
                </a:lnTo>
                <a:close/>
                <a:moveTo>
                  <a:pt x="1575563" y="2043450"/>
                </a:moveTo>
                <a:lnTo>
                  <a:pt x="1576772" y="2041511"/>
                </a:lnTo>
                <a:lnTo>
                  <a:pt x="1577329" y="2039659"/>
                </a:lnTo>
                <a:close/>
                <a:moveTo>
                  <a:pt x="1601933" y="1984292"/>
                </a:moveTo>
                <a:lnTo>
                  <a:pt x="1599270" y="1990663"/>
                </a:lnTo>
                <a:lnTo>
                  <a:pt x="1603093" y="1989386"/>
                </a:lnTo>
                <a:lnTo>
                  <a:pt x="1602410" y="1984230"/>
                </a:lnTo>
                <a:close/>
                <a:moveTo>
                  <a:pt x="1856747" y="1413675"/>
                </a:moveTo>
                <a:lnTo>
                  <a:pt x="1856868" y="1413809"/>
                </a:lnTo>
                <a:lnTo>
                  <a:pt x="1858481" y="1412769"/>
                </a:lnTo>
                <a:lnTo>
                  <a:pt x="1857850" y="1412071"/>
                </a:lnTo>
                <a:close/>
                <a:moveTo>
                  <a:pt x="1602301" y="1983412"/>
                </a:moveTo>
                <a:lnTo>
                  <a:pt x="1602080" y="1983939"/>
                </a:lnTo>
                <a:lnTo>
                  <a:pt x="1602366" y="1983901"/>
                </a:lnTo>
                <a:close/>
                <a:moveTo>
                  <a:pt x="1607071" y="1972728"/>
                </a:moveTo>
                <a:lnTo>
                  <a:pt x="1606988" y="1973545"/>
                </a:lnTo>
                <a:lnTo>
                  <a:pt x="1609512" y="1974113"/>
                </a:lnTo>
                <a:lnTo>
                  <a:pt x="1609364" y="1972837"/>
                </a:lnTo>
                <a:close/>
                <a:moveTo>
                  <a:pt x="1617896" y="1948430"/>
                </a:moveTo>
                <a:lnTo>
                  <a:pt x="1617895" y="1948728"/>
                </a:lnTo>
                <a:lnTo>
                  <a:pt x="1620656" y="1946773"/>
                </a:lnTo>
                <a:lnTo>
                  <a:pt x="1620590" y="1945071"/>
                </a:lnTo>
                <a:lnTo>
                  <a:pt x="1620379" y="1944728"/>
                </a:lnTo>
                <a:close/>
                <a:moveTo>
                  <a:pt x="1757928" y="1634849"/>
                </a:moveTo>
                <a:lnTo>
                  <a:pt x="1758145" y="1635870"/>
                </a:lnTo>
                <a:lnTo>
                  <a:pt x="1758183" y="1636085"/>
                </a:lnTo>
                <a:lnTo>
                  <a:pt x="1758943" y="1637694"/>
                </a:lnTo>
                <a:lnTo>
                  <a:pt x="1767836" y="1633690"/>
                </a:lnTo>
                <a:lnTo>
                  <a:pt x="1767958" y="1631002"/>
                </a:lnTo>
                <a:lnTo>
                  <a:pt x="1766894" y="1630003"/>
                </a:lnTo>
                <a:lnTo>
                  <a:pt x="1765689" y="1630464"/>
                </a:lnTo>
                <a:close/>
                <a:moveTo>
                  <a:pt x="1572826" y="2049324"/>
                </a:moveTo>
                <a:lnTo>
                  <a:pt x="1572547" y="2050533"/>
                </a:lnTo>
                <a:lnTo>
                  <a:pt x="1583678" y="2044000"/>
                </a:lnTo>
                <a:lnTo>
                  <a:pt x="1576311" y="2043916"/>
                </a:lnTo>
                <a:lnTo>
                  <a:pt x="1573251" y="2048413"/>
                </a:lnTo>
                <a:close/>
                <a:moveTo>
                  <a:pt x="1856487" y="1414054"/>
                </a:moveTo>
                <a:lnTo>
                  <a:pt x="1856581" y="1413993"/>
                </a:lnTo>
                <a:lnTo>
                  <a:pt x="1856550" y="1413962"/>
                </a:lnTo>
                <a:close/>
                <a:moveTo>
                  <a:pt x="1819568" y="1496568"/>
                </a:moveTo>
                <a:lnTo>
                  <a:pt x="1820082" y="1497029"/>
                </a:lnTo>
                <a:lnTo>
                  <a:pt x="1821086" y="1496449"/>
                </a:lnTo>
                <a:lnTo>
                  <a:pt x="1829034" y="1491245"/>
                </a:lnTo>
                <a:lnTo>
                  <a:pt x="1830982" y="1489463"/>
                </a:lnTo>
                <a:lnTo>
                  <a:pt x="1828191" y="1486951"/>
                </a:lnTo>
                <a:lnTo>
                  <a:pt x="1824597" y="1489770"/>
                </a:lnTo>
                <a:close/>
                <a:moveTo>
                  <a:pt x="1818435" y="1499098"/>
                </a:moveTo>
                <a:lnTo>
                  <a:pt x="1819169" y="1500267"/>
                </a:lnTo>
                <a:lnTo>
                  <a:pt x="1821109" y="1498492"/>
                </a:lnTo>
                <a:lnTo>
                  <a:pt x="1820359" y="1497838"/>
                </a:lnTo>
                <a:close/>
                <a:moveTo>
                  <a:pt x="1605024" y="1976897"/>
                </a:moveTo>
                <a:lnTo>
                  <a:pt x="1604882" y="1977237"/>
                </a:lnTo>
                <a:lnTo>
                  <a:pt x="1605932" y="1977074"/>
                </a:lnTo>
                <a:lnTo>
                  <a:pt x="1605936" y="1977010"/>
                </a:lnTo>
                <a:close/>
                <a:moveTo>
                  <a:pt x="1605433" y="1975919"/>
                </a:moveTo>
                <a:lnTo>
                  <a:pt x="1605196" y="1976485"/>
                </a:lnTo>
                <a:lnTo>
                  <a:pt x="1605335" y="1976476"/>
                </a:lnTo>
                <a:lnTo>
                  <a:pt x="1605972" y="1976421"/>
                </a:lnTo>
                <a:lnTo>
                  <a:pt x="1606004" y="1975911"/>
                </a:lnTo>
                <a:close/>
                <a:moveTo>
                  <a:pt x="1606102" y="1974318"/>
                </a:moveTo>
                <a:lnTo>
                  <a:pt x="1605878" y="1974853"/>
                </a:lnTo>
                <a:lnTo>
                  <a:pt x="1606071" y="1974818"/>
                </a:lnTo>
                <a:close/>
                <a:moveTo>
                  <a:pt x="1566513" y="2062881"/>
                </a:moveTo>
                <a:lnTo>
                  <a:pt x="1568921" y="2062640"/>
                </a:lnTo>
                <a:lnTo>
                  <a:pt x="1568301" y="2059461"/>
                </a:lnTo>
                <a:lnTo>
                  <a:pt x="1568117" y="2059437"/>
                </a:lnTo>
                <a:close/>
                <a:moveTo>
                  <a:pt x="1578752" y="2035403"/>
                </a:moveTo>
                <a:lnTo>
                  <a:pt x="1578530" y="2036143"/>
                </a:lnTo>
                <a:lnTo>
                  <a:pt x="1578885" y="2035381"/>
                </a:lnTo>
                <a:close/>
                <a:moveTo>
                  <a:pt x="1607422" y="1971160"/>
                </a:moveTo>
                <a:lnTo>
                  <a:pt x="1607169" y="1971766"/>
                </a:lnTo>
                <a:lnTo>
                  <a:pt x="1607128" y="1972166"/>
                </a:lnTo>
                <a:lnTo>
                  <a:pt x="1609297" y="1972270"/>
                </a:lnTo>
                <a:lnTo>
                  <a:pt x="1609159" y="1971079"/>
                </a:lnTo>
                <a:close/>
                <a:moveTo>
                  <a:pt x="1608022" y="1969725"/>
                </a:moveTo>
                <a:lnTo>
                  <a:pt x="1607899" y="1970018"/>
                </a:lnTo>
                <a:lnTo>
                  <a:pt x="1609029" y="1969965"/>
                </a:lnTo>
                <a:lnTo>
                  <a:pt x="1608953" y="1969309"/>
                </a:lnTo>
                <a:lnTo>
                  <a:pt x="1608639" y="1969468"/>
                </a:lnTo>
                <a:close/>
                <a:moveTo>
                  <a:pt x="1562965" y="2070484"/>
                </a:moveTo>
                <a:lnTo>
                  <a:pt x="1567990" y="2067911"/>
                </a:lnTo>
                <a:lnTo>
                  <a:pt x="1569051" y="2063306"/>
                </a:lnTo>
                <a:lnTo>
                  <a:pt x="1569008" y="2063081"/>
                </a:lnTo>
                <a:lnTo>
                  <a:pt x="1566294" y="2063352"/>
                </a:lnTo>
                <a:lnTo>
                  <a:pt x="1563128" y="2070146"/>
                </a:lnTo>
                <a:close/>
                <a:moveTo>
                  <a:pt x="1611857" y="1960982"/>
                </a:moveTo>
                <a:lnTo>
                  <a:pt x="1611847" y="1961054"/>
                </a:lnTo>
                <a:lnTo>
                  <a:pt x="1611864" y="1961203"/>
                </a:lnTo>
                <a:lnTo>
                  <a:pt x="1612667" y="1960892"/>
                </a:lnTo>
                <a:close/>
                <a:moveTo>
                  <a:pt x="1711194" y="1738541"/>
                </a:moveTo>
                <a:lnTo>
                  <a:pt x="1711618" y="1739514"/>
                </a:lnTo>
                <a:lnTo>
                  <a:pt x="1712493" y="1739614"/>
                </a:lnTo>
                <a:lnTo>
                  <a:pt x="1714206" y="1739322"/>
                </a:lnTo>
                <a:lnTo>
                  <a:pt x="1716148" y="1736458"/>
                </a:lnTo>
                <a:lnTo>
                  <a:pt x="1716177" y="1735708"/>
                </a:lnTo>
                <a:lnTo>
                  <a:pt x="1716204" y="1734635"/>
                </a:lnTo>
                <a:close/>
                <a:moveTo>
                  <a:pt x="1682927" y="1801812"/>
                </a:moveTo>
                <a:lnTo>
                  <a:pt x="1682823" y="1802198"/>
                </a:lnTo>
                <a:lnTo>
                  <a:pt x="1683101" y="1802173"/>
                </a:lnTo>
                <a:lnTo>
                  <a:pt x="1683316" y="1802067"/>
                </a:lnTo>
                <a:lnTo>
                  <a:pt x="1683132" y="1801756"/>
                </a:lnTo>
                <a:close/>
                <a:moveTo>
                  <a:pt x="1813396" y="1509607"/>
                </a:moveTo>
                <a:lnTo>
                  <a:pt x="1814532" y="1513030"/>
                </a:lnTo>
                <a:lnTo>
                  <a:pt x="1815066" y="1512738"/>
                </a:lnTo>
                <a:lnTo>
                  <a:pt x="1814786" y="1510300"/>
                </a:lnTo>
                <a:lnTo>
                  <a:pt x="1814034" y="1508935"/>
                </a:lnTo>
                <a:close/>
                <a:moveTo>
                  <a:pt x="1748118" y="1655745"/>
                </a:moveTo>
                <a:lnTo>
                  <a:pt x="1748095" y="1656113"/>
                </a:lnTo>
                <a:lnTo>
                  <a:pt x="1749060" y="1658407"/>
                </a:lnTo>
                <a:lnTo>
                  <a:pt x="1749365" y="1658336"/>
                </a:lnTo>
                <a:lnTo>
                  <a:pt x="1750717" y="1656977"/>
                </a:lnTo>
                <a:lnTo>
                  <a:pt x="1749657" y="1655048"/>
                </a:lnTo>
                <a:close/>
                <a:moveTo>
                  <a:pt x="1818587" y="1497894"/>
                </a:moveTo>
                <a:lnTo>
                  <a:pt x="1819691" y="1497255"/>
                </a:lnTo>
                <a:lnTo>
                  <a:pt x="1819306" y="1496922"/>
                </a:lnTo>
                <a:close/>
                <a:moveTo>
                  <a:pt x="1579222" y="2033841"/>
                </a:moveTo>
                <a:lnTo>
                  <a:pt x="1578863" y="2035038"/>
                </a:lnTo>
                <a:lnTo>
                  <a:pt x="1579059" y="2035006"/>
                </a:lnTo>
                <a:lnTo>
                  <a:pt x="1579554" y="2033946"/>
                </a:lnTo>
                <a:close/>
                <a:moveTo>
                  <a:pt x="1571653" y="2050761"/>
                </a:moveTo>
                <a:lnTo>
                  <a:pt x="1571726" y="2050750"/>
                </a:lnTo>
                <a:lnTo>
                  <a:pt x="1571800" y="2050593"/>
                </a:lnTo>
                <a:lnTo>
                  <a:pt x="1571812" y="2050526"/>
                </a:lnTo>
                <a:close/>
                <a:moveTo>
                  <a:pt x="1571447" y="2051118"/>
                </a:moveTo>
                <a:lnTo>
                  <a:pt x="1571448" y="2051179"/>
                </a:lnTo>
                <a:lnTo>
                  <a:pt x="1571558" y="2051115"/>
                </a:lnTo>
                <a:lnTo>
                  <a:pt x="1571564" y="2051101"/>
                </a:lnTo>
                <a:close/>
                <a:moveTo>
                  <a:pt x="1683172" y="1800895"/>
                </a:moveTo>
                <a:lnTo>
                  <a:pt x="1683169" y="1800906"/>
                </a:lnTo>
                <a:lnTo>
                  <a:pt x="1683447" y="1801375"/>
                </a:lnTo>
                <a:lnTo>
                  <a:pt x="1683822" y="1801274"/>
                </a:lnTo>
                <a:lnTo>
                  <a:pt x="1683729" y="1800696"/>
                </a:lnTo>
                <a:close/>
                <a:moveTo>
                  <a:pt x="1593883" y="2000820"/>
                </a:moveTo>
                <a:lnTo>
                  <a:pt x="1593897" y="2000819"/>
                </a:lnTo>
                <a:lnTo>
                  <a:pt x="1593899" y="2000814"/>
                </a:lnTo>
                <a:close/>
                <a:moveTo>
                  <a:pt x="1818313" y="1498265"/>
                </a:moveTo>
                <a:lnTo>
                  <a:pt x="1819760" y="1497317"/>
                </a:lnTo>
                <a:lnTo>
                  <a:pt x="1819754" y="1497312"/>
                </a:lnTo>
                <a:lnTo>
                  <a:pt x="1818467" y="1498056"/>
                </a:lnTo>
                <a:close/>
                <a:moveTo>
                  <a:pt x="1559596" y="2077472"/>
                </a:moveTo>
                <a:lnTo>
                  <a:pt x="1565280" y="2079666"/>
                </a:lnTo>
                <a:lnTo>
                  <a:pt x="1567359" y="2070646"/>
                </a:lnTo>
                <a:lnTo>
                  <a:pt x="1561031" y="2074496"/>
                </a:lnTo>
                <a:close/>
                <a:moveTo>
                  <a:pt x="1537946" y="2125948"/>
                </a:moveTo>
                <a:lnTo>
                  <a:pt x="1537848" y="2126429"/>
                </a:lnTo>
                <a:lnTo>
                  <a:pt x="1537164" y="2129561"/>
                </a:lnTo>
                <a:lnTo>
                  <a:pt x="1548686" y="2125029"/>
                </a:lnTo>
                <a:lnTo>
                  <a:pt x="1550163" y="2122994"/>
                </a:lnTo>
                <a:close/>
                <a:moveTo>
                  <a:pt x="1689476" y="1786622"/>
                </a:moveTo>
                <a:lnTo>
                  <a:pt x="1689436" y="1787067"/>
                </a:lnTo>
                <a:lnTo>
                  <a:pt x="1689542" y="1787269"/>
                </a:lnTo>
                <a:lnTo>
                  <a:pt x="1689938" y="1787104"/>
                </a:lnTo>
                <a:lnTo>
                  <a:pt x="1690170" y="1786953"/>
                </a:lnTo>
                <a:lnTo>
                  <a:pt x="1690221" y="1786043"/>
                </a:lnTo>
                <a:close/>
                <a:moveTo>
                  <a:pt x="1776551" y="1591621"/>
                </a:moveTo>
                <a:lnTo>
                  <a:pt x="1777645" y="1592184"/>
                </a:lnTo>
                <a:lnTo>
                  <a:pt x="1778679" y="1590653"/>
                </a:lnTo>
                <a:lnTo>
                  <a:pt x="1777278" y="1591145"/>
                </a:lnTo>
                <a:close/>
                <a:moveTo>
                  <a:pt x="1872873" y="1375892"/>
                </a:moveTo>
                <a:lnTo>
                  <a:pt x="1875213" y="1380953"/>
                </a:lnTo>
                <a:lnTo>
                  <a:pt x="1875775" y="1380636"/>
                </a:lnTo>
                <a:lnTo>
                  <a:pt x="1877618" y="1378950"/>
                </a:lnTo>
                <a:lnTo>
                  <a:pt x="1877587" y="1379142"/>
                </a:lnTo>
                <a:lnTo>
                  <a:pt x="1876241" y="1380373"/>
                </a:lnTo>
                <a:lnTo>
                  <a:pt x="1880784" y="1377806"/>
                </a:lnTo>
                <a:lnTo>
                  <a:pt x="1887120" y="1368582"/>
                </a:lnTo>
                <a:lnTo>
                  <a:pt x="1874206" y="1374836"/>
                </a:lnTo>
                <a:close/>
                <a:moveTo>
                  <a:pt x="1613306" y="1957085"/>
                </a:moveTo>
                <a:lnTo>
                  <a:pt x="1612201" y="1959727"/>
                </a:lnTo>
                <a:lnTo>
                  <a:pt x="1616743" y="1957250"/>
                </a:lnTo>
                <a:lnTo>
                  <a:pt x="1616753" y="1956966"/>
                </a:lnTo>
                <a:close/>
                <a:moveTo>
                  <a:pt x="1743907" y="1664606"/>
                </a:moveTo>
                <a:lnTo>
                  <a:pt x="1745829" y="1664156"/>
                </a:lnTo>
                <a:lnTo>
                  <a:pt x="1745913" y="1662791"/>
                </a:lnTo>
                <a:close/>
                <a:moveTo>
                  <a:pt x="1613568" y="1956458"/>
                </a:moveTo>
                <a:lnTo>
                  <a:pt x="1613498" y="1956625"/>
                </a:lnTo>
                <a:lnTo>
                  <a:pt x="1616764" y="1956557"/>
                </a:lnTo>
                <a:lnTo>
                  <a:pt x="1616806" y="1954799"/>
                </a:lnTo>
                <a:close/>
                <a:moveTo>
                  <a:pt x="1558136" y="2080500"/>
                </a:moveTo>
                <a:lnTo>
                  <a:pt x="1564744" y="2081988"/>
                </a:lnTo>
                <a:lnTo>
                  <a:pt x="1565220" y="2079925"/>
                </a:lnTo>
                <a:lnTo>
                  <a:pt x="1559606" y="2077846"/>
                </a:lnTo>
                <a:lnTo>
                  <a:pt x="1559445" y="2077785"/>
                </a:lnTo>
                <a:close/>
                <a:moveTo>
                  <a:pt x="1743640" y="1665035"/>
                </a:moveTo>
                <a:lnTo>
                  <a:pt x="1743764" y="1665835"/>
                </a:lnTo>
                <a:lnTo>
                  <a:pt x="1745510" y="1664598"/>
                </a:lnTo>
                <a:close/>
                <a:moveTo>
                  <a:pt x="1787532" y="1566740"/>
                </a:moveTo>
                <a:lnTo>
                  <a:pt x="1790069" y="1566373"/>
                </a:lnTo>
                <a:lnTo>
                  <a:pt x="1791574" y="1564155"/>
                </a:lnTo>
                <a:lnTo>
                  <a:pt x="1790821" y="1564460"/>
                </a:lnTo>
                <a:close/>
                <a:moveTo>
                  <a:pt x="1791843" y="1557054"/>
                </a:moveTo>
                <a:lnTo>
                  <a:pt x="1792734" y="1558557"/>
                </a:lnTo>
                <a:lnTo>
                  <a:pt x="1793527" y="1558340"/>
                </a:lnTo>
                <a:lnTo>
                  <a:pt x="1798462" y="1553102"/>
                </a:lnTo>
                <a:lnTo>
                  <a:pt x="1795989" y="1553363"/>
                </a:lnTo>
                <a:close/>
                <a:moveTo>
                  <a:pt x="1557280" y="2082274"/>
                </a:moveTo>
                <a:lnTo>
                  <a:pt x="1564474" y="2083162"/>
                </a:lnTo>
                <a:lnTo>
                  <a:pt x="1564662" y="2082347"/>
                </a:lnTo>
                <a:lnTo>
                  <a:pt x="1557971" y="2080841"/>
                </a:lnTo>
                <a:close/>
                <a:moveTo>
                  <a:pt x="1579909" y="2031554"/>
                </a:moveTo>
                <a:lnTo>
                  <a:pt x="1579376" y="2033328"/>
                </a:lnTo>
                <a:lnTo>
                  <a:pt x="1579782" y="2033456"/>
                </a:lnTo>
                <a:lnTo>
                  <a:pt x="1580611" y="2031674"/>
                </a:lnTo>
                <a:close/>
                <a:moveTo>
                  <a:pt x="1757650" y="1633541"/>
                </a:moveTo>
                <a:lnTo>
                  <a:pt x="1757882" y="1634637"/>
                </a:lnTo>
                <a:lnTo>
                  <a:pt x="1764380" y="1630966"/>
                </a:lnTo>
                <a:close/>
                <a:moveTo>
                  <a:pt x="1764484" y="1618194"/>
                </a:moveTo>
                <a:lnTo>
                  <a:pt x="1764990" y="1618034"/>
                </a:lnTo>
                <a:lnTo>
                  <a:pt x="1765610" y="1617454"/>
                </a:lnTo>
                <a:close/>
                <a:moveTo>
                  <a:pt x="1775151" y="1594308"/>
                </a:moveTo>
                <a:lnTo>
                  <a:pt x="1775086" y="1595724"/>
                </a:lnTo>
                <a:lnTo>
                  <a:pt x="1776163" y="1594261"/>
                </a:lnTo>
                <a:lnTo>
                  <a:pt x="1776025" y="1593992"/>
                </a:lnTo>
                <a:close/>
                <a:moveTo>
                  <a:pt x="1520924" y="2163530"/>
                </a:moveTo>
                <a:lnTo>
                  <a:pt x="1529334" y="2164385"/>
                </a:lnTo>
                <a:lnTo>
                  <a:pt x="1531930" y="2152490"/>
                </a:lnTo>
                <a:lnTo>
                  <a:pt x="1529540" y="2151988"/>
                </a:lnTo>
                <a:close/>
                <a:moveTo>
                  <a:pt x="1802965" y="1531878"/>
                </a:moveTo>
                <a:lnTo>
                  <a:pt x="1803808" y="1533548"/>
                </a:lnTo>
                <a:lnTo>
                  <a:pt x="1809938" y="1528023"/>
                </a:lnTo>
                <a:lnTo>
                  <a:pt x="1809369" y="1527652"/>
                </a:lnTo>
                <a:lnTo>
                  <a:pt x="1806320" y="1529017"/>
                </a:lnTo>
                <a:close/>
                <a:moveTo>
                  <a:pt x="1555467" y="2086033"/>
                </a:moveTo>
                <a:lnTo>
                  <a:pt x="1563519" y="2087302"/>
                </a:lnTo>
                <a:lnTo>
                  <a:pt x="1564411" y="2083437"/>
                </a:lnTo>
                <a:lnTo>
                  <a:pt x="1557152" y="2082540"/>
                </a:lnTo>
                <a:close/>
                <a:moveTo>
                  <a:pt x="1814762" y="1505405"/>
                </a:moveTo>
                <a:lnTo>
                  <a:pt x="1815016" y="1507622"/>
                </a:lnTo>
                <a:lnTo>
                  <a:pt x="1816285" y="1506343"/>
                </a:lnTo>
                <a:lnTo>
                  <a:pt x="1815784" y="1504444"/>
                </a:lnTo>
                <a:close/>
                <a:moveTo>
                  <a:pt x="1805004" y="1527197"/>
                </a:moveTo>
                <a:lnTo>
                  <a:pt x="1807204" y="1526243"/>
                </a:lnTo>
                <a:lnTo>
                  <a:pt x="1806750" y="1525947"/>
                </a:lnTo>
                <a:close/>
                <a:moveTo>
                  <a:pt x="1775902" y="1592045"/>
                </a:moveTo>
                <a:lnTo>
                  <a:pt x="1776535" y="1593284"/>
                </a:lnTo>
                <a:lnTo>
                  <a:pt x="1777004" y="1593115"/>
                </a:lnTo>
                <a:lnTo>
                  <a:pt x="1777158" y="1592906"/>
                </a:lnTo>
                <a:lnTo>
                  <a:pt x="1777433" y="1592498"/>
                </a:lnTo>
                <a:lnTo>
                  <a:pt x="1776189" y="1591857"/>
                </a:lnTo>
                <a:close/>
                <a:moveTo>
                  <a:pt x="1574079" y="2043890"/>
                </a:moveTo>
                <a:lnTo>
                  <a:pt x="1573370" y="2046966"/>
                </a:lnTo>
                <a:lnTo>
                  <a:pt x="1573842" y="2046209"/>
                </a:lnTo>
                <a:lnTo>
                  <a:pt x="1574918" y="2043899"/>
                </a:lnTo>
                <a:close/>
                <a:moveTo>
                  <a:pt x="1780293" y="1581963"/>
                </a:moveTo>
                <a:lnTo>
                  <a:pt x="1788946" y="1575447"/>
                </a:lnTo>
                <a:lnTo>
                  <a:pt x="1790886" y="1572574"/>
                </a:lnTo>
                <a:lnTo>
                  <a:pt x="1790785" y="1572615"/>
                </a:lnTo>
                <a:lnTo>
                  <a:pt x="1789891" y="1572963"/>
                </a:lnTo>
                <a:lnTo>
                  <a:pt x="1783774" y="1577185"/>
                </a:lnTo>
                <a:lnTo>
                  <a:pt x="1782922" y="1578086"/>
                </a:lnTo>
                <a:close/>
                <a:moveTo>
                  <a:pt x="1727921" y="1699169"/>
                </a:moveTo>
                <a:lnTo>
                  <a:pt x="1727961" y="1700068"/>
                </a:lnTo>
                <a:lnTo>
                  <a:pt x="1729236" y="1700011"/>
                </a:lnTo>
                <a:lnTo>
                  <a:pt x="1729702" y="1699481"/>
                </a:lnTo>
                <a:lnTo>
                  <a:pt x="1729658" y="1699287"/>
                </a:lnTo>
                <a:lnTo>
                  <a:pt x="1729487" y="1699026"/>
                </a:lnTo>
                <a:close/>
                <a:moveTo>
                  <a:pt x="1915444" y="1279182"/>
                </a:moveTo>
                <a:lnTo>
                  <a:pt x="1928406" y="1270280"/>
                </a:lnTo>
                <a:lnTo>
                  <a:pt x="1930379" y="1268884"/>
                </a:lnTo>
                <a:lnTo>
                  <a:pt x="1940178" y="1242485"/>
                </a:lnTo>
                <a:lnTo>
                  <a:pt x="1940682" y="1240750"/>
                </a:lnTo>
                <a:lnTo>
                  <a:pt x="1940574" y="1240842"/>
                </a:lnTo>
                <a:lnTo>
                  <a:pt x="1924682" y="1265198"/>
                </a:lnTo>
                <a:lnTo>
                  <a:pt x="1932072" y="1255484"/>
                </a:lnTo>
                <a:lnTo>
                  <a:pt x="1932123" y="1255954"/>
                </a:lnTo>
                <a:lnTo>
                  <a:pt x="1922224" y="1268965"/>
                </a:lnTo>
                <a:lnTo>
                  <a:pt x="1919396" y="1273299"/>
                </a:lnTo>
                <a:close/>
                <a:moveTo>
                  <a:pt x="1757084" y="1633758"/>
                </a:moveTo>
                <a:lnTo>
                  <a:pt x="1757557" y="1634759"/>
                </a:lnTo>
                <a:lnTo>
                  <a:pt x="1757325" y="1633666"/>
                </a:lnTo>
                <a:close/>
                <a:moveTo>
                  <a:pt x="1756039" y="1635916"/>
                </a:moveTo>
                <a:lnTo>
                  <a:pt x="1758058" y="1638091"/>
                </a:lnTo>
                <a:lnTo>
                  <a:pt x="1758246" y="1638007"/>
                </a:lnTo>
                <a:lnTo>
                  <a:pt x="1758039" y="1637033"/>
                </a:lnTo>
                <a:lnTo>
                  <a:pt x="1757201" y="1635260"/>
                </a:lnTo>
                <a:close/>
                <a:moveTo>
                  <a:pt x="1816247" y="1501057"/>
                </a:moveTo>
                <a:lnTo>
                  <a:pt x="1816647" y="1502573"/>
                </a:lnTo>
                <a:lnTo>
                  <a:pt x="1818882" y="1500529"/>
                </a:lnTo>
                <a:lnTo>
                  <a:pt x="1818115" y="1499307"/>
                </a:lnTo>
                <a:lnTo>
                  <a:pt x="1817002" y="1500036"/>
                </a:lnTo>
                <a:close/>
                <a:moveTo>
                  <a:pt x="1852446" y="1419936"/>
                </a:moveTo>
                <a:lnTo>
                  <a:pt x="1858661" y="1416217"/>
                </a:lnTo>
                <a:lnTo>
                  <a:pt x="1856883" y="1414318"/>
                </a:lnTo>
                <a:lnTo>
                  <a:pt x="1855847" y="1414985"/>
                </a:lnTo>
                <a:close/>
                <a:moveTo>
                  <a:pt x="1798701" y="1540236"/>
                </a:moveTo>
                <a:lnTo>
                  <a:pt x="1799150" y="1542550"/>
                </a:lnTo>
                <a:lnTo>
                  <a:pt x="1803868" y="1541837"/>
                </a:lnTo>
                <a:lnTo>
                  <a:pt x="1805436" y="1540708"/>
                </a:lnTo>
                <a:lnTo>
                  <a:pt x="1804076" y="1538017"/>
                </a:lnTo>
                <a:close/>
                <a:moveTo>
                  <a:pt x="1785261" y="1570256"/>
                </a:moveTo>
                <a:lnTo>
                  <a:pt x="1787629" y="1569424"/>
                </a:lnTo>
                <a:lnTo>
                  <a:pt x="1789096" y="1567662"/>
                </a:lnTo>
                <a:close/>
                <a:moveTo>
                  <a:pt x="1539557" y="2120375"/>
                </a:moveTo>
                <a:lnTo>
                  <a:pt x="1551645" y="2120952"/>
                </a:lnTo>
                <a:lnTo>
                  <a:pt x="1552186" y="2120206"/>
                </a:lnTo>
                <a:close/>
                <a:moveTo>
                  <a:pt x="1727897" y="1698620"/>
                </a:moveTo>
                <a:lnTo>
                  <a:pt x="1727899" y="1698665"/>
                </a:lnTo>
                <a:lnTo>
                  <a:pt x="1729170" y="1698549"/>
                </a:lnTo>
                <a:lnTo>
                  <a:pt x="1729057" y="1698413"/>
                </a:lnTo>
                <a:close/>
                <a:moveTo>
                  <a:pt x="1740068" y="1671354"/>
                </a:moveTo>
                <a:lnTo>
                  <a:pt x="1742615" y="1670354"/>
                </a:lnTo>
                <a:lnTo>
                  <a:pt x="1742379" y="1669815"/>
                </a:lnTo>
                <a:lnTo>
                  <a:pt x="1742318" y="1669759"/>
                </a:lnTo>
                <a:close/>
                <a:moveTo>
                  <a:pt x="1688118" y="1787679"/>
                </a:moveTo>
                <a:lnTo>
                  <a:pt x="1688176" y="1787841"/>
                </a:lnTo>
                <a:lnTo>
                  <a:pt x="1688505" y="1787703"/>
                </a:lnTo>
                <a:lnTo>
                  <a:pt x="1688518" y="1787560"/>
                </a:lnTo>
                <a:lnTo>
                  <a:pt x="1688446" y="1787423"/>
                </a:lnTo>
                <a:close/>
                <a:moveTo>
                  <a:pt x="1775234" y="1592482"/>
                </a:moveTo>
                <a:lnTo>
                  <a:pt x="1775176" y="1593776"/>
                </a:lnTo>
                <a:lnTo>
                  <a:pt x="1775799" y="1593550"/>
                </a:lnTo>
                <a:lnTo>
                  <a:pt x="1775248" y="1592473"/>
                </a:lnTo>
                <a:close/>
                <a:moveTo>
                  <a:pt x="1742416" y="1665955"/>
                </a:moveTo>
                <a:lnTo>
                  <a:pt x="1742930" y="1666427"/>
                </a:lnTo>
                <a:lnTo>
                  <a:pt x="1743018" y="1666365"/>
                </a:lnTo>
                <a:lnTo>
                  <a:pt x="1742888" y="1665528"/>
                </a:lnTo>
                <a:close/>
                <a:moveTo>
                  <a:pt x="1795789" y="1546410"/>
                </a:moveTo>
                <a:lnTo>
                  <a:pt x="1795985" y="1547507"/>
                </a:lnTo>
                <a:lnTo>
                  <a:pt x="1796301" y="1547279"/>
                </a:lnTo>
                <a:close/>
                <a:moveTo>
                  <a:pt x="1813612" y="1506468"/>
                </a:moveTo>
                <a:lnTo>
                  <a:pt x="1814522" y="1508122"/>
                </a:lnTo>
                <a:lnTo>
                  <a:pt x="1814535" y="1508108"/>
                </a:lnTo>
                <a:lnTo>
                  <a:pt x="1814277" y="1505861"/>
                </a:lnTo>
                <a:close/>
                <a:moveTo>
                  <a:pt x="1799223" y="1538398"/>
                </a:moveTo>
                <a:lnTo>
                  <a:pt x="1799787" y="1538201"/>
                </a:lnTo>
                <a:lnTo>
                  <a:pt x="1803081" y="1536048"/>
                </a:lnTo>
                <a:lnTo>
                  <a:pt x="1802690" y="1535273"/>
                </a:lnTo>
                <a:close/>
                <a:moveTo>
                  <a:pt x="1865343" y="1390340"/>
                </a:moveTo>
                <a:lnTo>
                  <a:pt x="1866674" y="1391697"/>
                </a:lnTo>
                <a:lnTo>
                  <a:pt x="1874160" y="1387448"/>
                </a:lnTo>
                <a:lnTo>
                  <a:pt x="1876324" y="1384298"/>
                </a:lnTo>
                <a:lnTo>
                  <a:pt x="1875023" y="1381486"/>
                </a:lnTo>
                <a:close/>
                <a:moveTo>
                  <a:pt x="1798600" y="1539715"/>
                </a:moveTo>
                <a:lnTo>
                  <a:pt x="1798607" y="1539753"/>
                </a:lnTo>
                <a:lnTo>
                  <a:pt x="1803858" y="1537586"/>
                </a:lnTo>
                <a:lnTo>
                  <a:pt x="1803737" y="1537345"/>
                </a:lnTo>
                <a:lnTo>
                  <a:pt x="1800472" y="1538492"/>
                </a:lnTo>
                <a:close/>
                <a:moveTo>
                  <a:pt x="1539006" y="2120752"/>
                </a:moveTo>
                <a:lnTo>
                  <a:pt x="1538057" y="2125405"/>
                </a:lnTo>
                <a:lnTo>
                  <a:pt x="1550618" y="2122368"/>
                </a:lnTo>
                <a:lnTo>
                  <a:pt x="1551484" y="2121174"/>
                </a:lnTo>
                <a:close/>
                <a:moveTo>
                  <a:pt x="1859886" y="1402154"/>
                </a:moveTo>
                <a:lnTo>
                  <a:pt x="1861608" y="1405719"/>
                </a:lnTo>
                <a:lnTo>
                  <a:pt x="1865222" y="1400459"/>
                </a:lnTo>
                <a:close/>
                <a:moveTo>
                  <a:pt x="1755643" y="1635490"/>
                </a:moveTo>
                <a:lnTo>
                  <a:pt x="1755893" y="1635760"/>
                </a:lnTo>
                <a:lnTo>
                  <a:pt x="1757112" y="1635072"/>
                </a:lnTo>
                <a:lnTo>
                  <a:pt x="1756659" y="1634114"/>
                </a:lnTo>
                <a:close/>
                <a:moveTo>
                  <a:pt x="1755253" y="1636360"/>
                </a:moveTo>
                <a:lnTo>
                  <a:pt x="1755838" y="1639091"/>
                </a:lnTo>
                <a:lnTo>
                  <a:pt x="1757737" y="1638236"/>
                </a:lnTo>
                <a:lnTo>
                  <a:pt x="1755739" y="1636085"/>
                </a:lnTo>
                <a:close/>
                <a:moveTo>
                  <a:pt x="1802404" y="1530768"/>
                </a:moveTo>
                <a:lnTo>
                  <a:pt x="1802827" y="1531605"/>
                </a:lnTo>
                <a:lnTo>
                  <a:pt x="1805514" y="1529376"/>
                </a:lnTo>
                <a:close/>
                <a:moveTo>
                  <a:pt x="1582369" y="2023369"/>
                </a:moveTo>
                <a:lnTo>
                  <a:pt x="1581010" y="2027889"/>
                </a:lnTo>
                <a:lnTo>
                  <a:pt x="1582502" y="2027616"/>
                </a:lnTo>
                <a:lnTo>
                  <a:pt x="1584353" y="2023641"/>
                </a:lnTo>
                <a:lnTo>
                  <a:pt x="1582738" y="2023323"/>
                </a:lnTo>
                <a:close/>
                <a:moveTo>
                  <a:pt x="1590344" y="2005511"/>
                </a:moveTo>
                <a:lnTo>
                  <a:pt x="1590418" y="2009142"/>
                </a:lnTo>
                <a:lnTo>
                  <a:pt x="1592481" y="2004207"/>
                </a:lnTo>
                <a:lnTo>
                  <a:pt x="1592397" y="2004189"/>
                </a:lnTo>
                <a:close/>
                <a:moveTo>
                  <a:pt x="1751536" y="1644437"/>
                </a:moveTo>
                <a:lnTo>
                  <a:pt x="1752596" y="1644173"/>
                </a:lnTo>
                <a:lnTo>
                  <a:pt x="1755289" y="1643383"/>
                </a:lnTo>
                <a:lnTo>
                  <a:pt x="1755021" y="1642922"/>
                </a:lnTo>
                <a:close/>
                <a:moveTo>
                  <a:pt x="1814530" y="1503378"/>
                </a:moveTo>
                <a:lnTo>
                  <a:pt x="1814610" y="1504075"/>
                </a:lnTo>
                <a:lnTo>
                  <a:pt x="1815441" y="1503676"/>
                </a:lnTo>
                <a:lnTo>
                  <a:pt x="1815554" y="1503573"/>
                </a:lnTo>
                <a:lnTo>
                  <a:pt x="1815486" y="1503313"/>
                </a:lnTo>
                <a:lnTo>
                  <a:pt x="1814963" y="1502792"/>
                </a:lnTo>
                <a:close/>
                <a:moveTo>
                  <a:pt x="1743291" y="1662791"/>
                </a:moveTo>
                <a:lnTo>
                  <a:pt x="1743513" y="1664219"/>
                </a:lnTo>
                <a:lnTo>
                  <a:pt x="1745977" y="1661742"/>
                </a:lnTo>
                <a:lnTo>
                  <a:pt x="1746022" y="1661004"/>
                </a:lnTo>
                <a:close/>
                <a:moveTo>
                  <a:pt x="1786141" y="1566822"/>
                </a:moveTo>
                <a:lnTo>
                  <a:pt x="1788381" y="1565401"/>
                </a:lnTo>
                <a:lnTo>
                  <a:pt x="1787169" y="1565732"/>
                </a:lnTo>
                <a:close/>
                <a:moveTo>
                  <a:pt x="1755196" y="1636096"/>
                </a:moveTo>
                <a:lnTo>
                  <a:pt x="1755207" y="1636148"/>
                </a:lnTo>
                <a:lnTo>
                  <a:pt x="1755594" y="1635929"/>
                </a:lnTo>
                <a:lnTo>
                  <a:pt x="1755441" y="1635764"/>
                </a:lnTo>
                <a:close/>
                <a:moveTo>
                  <a:pt x="1767831" y="1607777"/>
                </a:moveTo>
                <a:lnTo>
                  <a:pt x="1768471" y="1607332"/>
                </a:lnTo>
                <a:lnTo>
                  <a:pt x="1768426" y="1606896"/>
                </a:lnTo>
                <a:close/>
                <a:moveTo>
                  <a:pt x="1608258" y="1965021"/>
                </a:moveTo>
                <a:lnTo>
                  <a:pt x="1608450" y="1965004"/>
                </a:lnTo>
                <a:lnTo>
                  <a:pt x="1608445" y="1964959"/>
                </a:lnTo>
                <a:close/>
                <a:moveTo>
                  <a:pt x="1812646" y="1507351"/>
                </a:moveTo>
                <a:lnTo>
                  <a:pt x="1813309" y="1509345"/>
                </a:lnTo>
                <a:lnTo>
                  <a:pt x="1813920" y="1508728"/>
                </a:lnTo>
                <a:lnTo>
                  <a:pt x="1812989" y="1507037"/>
                </a:lnTo>
                <a:close/>
                <a:moveTo>
                  <a:pt x="1575211" y="2038977"/>
                </a:moveTo>
                <a:lnTo>
                  <a:pt x="1574146" y="2043601"/>
                </a:lnTo>
                <a:lnTo>
                  <a:pt x="1575052" y="2043611"/>
                </a:lnTo>
                <a:lnTo>
                  <a:pt x="1577305" y="2038773"/>
                </a:lnTo>
                <a:close/>
                <a:moveTo>
                  <a:pt x="1519455" y="2163773"/>
                </a:moveTo>
                <a:lnTo>
                  <a:pt x="1519647" y="2164945"/>
                </a:lnTo>
                <a:lnTo>
                  <a:pt x="1520447" y="2163874"/>
                </a:lnTo>
                <a:close/>
                <a:moveTo>
                  <a:pt x="1908700" y="1292033"/>
                </a:moveTo>
                <a:lnTo>
                  <a:pt x="1916913" y="1288354"/>
                </a:lnTo>
                <a:lnTo>
                  <a:pt x="1925443" y="1277802"/>
                </a:lnTo>
                <a:lnTo>
                  <a:pt x="1928523" y="1273886"/>
                </a:lnTo>
                <a:lnTo>
                  <a:pt x="1929144" y="1272214"/>
                </a:lnTo>
                <a:close/>
                <a:moveTo>
                  <a:pt x="1738936" y="1672158"/>
                </a:moveTo>
                <a:lnTo>
                  <a:pt x="1742337" y="1671902"/>
                </a:lnTo>
                <a:lnTo>
                  <a:pt x="1743008" y="1671249"/>
                </a:lnTo>
                <a:lnTo>
                  <a:pt x="1742675" y="1670490"/>
                </a:lnTo>
                <a:lnTo>
                  <a:pt x="1739406" y="1671824"/>
                </a:lnTo>
                <a:close/>
                <a:moveTo>
                  <a:pt x="1841023" y="1443515"/>
                </a:moveTo>
                <a:lnTo>
                  <a:pt x="1845995" y="1442197"/>
                </a:lnTo>
                <a:lnTo>
                  <a:pt x="1848372" y="1438984"/>
                </a:lnTo>
                <a:close/>
                <a:moveTo>
                  <a:pt x="1741867" y="1665450"/>
                </a:moveTo>
                <a:lnTo>
                  <a:pt x="1742087" y="1665653"/>
                </a:lnTo>
                <a:lnTo>
                  <a:pt x="1742098" y="1665642"/>
                </a:lnTo>
                <a:lnTo>
                  <a:pt x="1742415" y="1665322"/>
                </a:lnTo>
                <a:close/>
                <a:moveTo>
                  <a:pt x="1575393" y="2038189"/>
                </a:moveTo>
                <a:lnTo>
                  <a:pt x="1575329" y="2038469"/>
                </a:lnTo>
                <a:lnTo>
                  <a:pt x="1577248" y="2038281"/>
                </a:lnTo>
                <a:close/>
                <a:moveTo>
                  <a:pt x="1813683" y="1504522"/>
                </a:moveTo>
                <a:lnTo>
                  <a:pt x="1814101" y="1504321"/>
                </a:lnTo>
                <a:lnTo>
                  <a:pt x="1814065" y="1504007"/>
                </a:lnTo>
                <a:close/>
                <a:moveTo>
                  <a:pt x="1583317" y="2020215"/>
                </a:moveTo>
                <a:lnTo>
                  <a:pt x="1583228" y="2020511"/>
                </a:lnTo>
                <a:lnTo>
                  <a:pt x="1583573" y="2020622"/>
                </a:lnTo>
                <a:lnTo>
                  <a:pt x="1584840" y="2020616"/>
                </a:lnTo>
                <a:close/>
                <a:moveTo>
                  <a:pt x="1789015" y="1559571"/>
                </a:moveTo>
                <a:lnTo>
                  <a:pt x="1792108" y="1558728"/>
                </a:lnTo>
                <a:lnTo>
                  <a:pt x="1791367" y="1557477"/>
                </a:lnTo>
                <a:close/>
                <a:moveTo>
                  <a:pt x="1835185" y="1456169"/>
                </a:moveTo>
                <a:lnTo>
                  <a:pt x="1835398" y="1456521"/>
                </a:lnTo>
                <a:lnTo>
                  <a:pt x="1836117" y="1455549"/>
                </a:lnTo>
                <a:close/>
                <a:moveTo>
                  <a:pt x="1757080" y="1630859"/>
                </a:moveTo>
                <a:lnTo>
                  <a:pt x="1757224" y="1631538"/>
                </a:lnTo>
                <a:lnTo>
                  <a:pt x="1758910" y="1630892"/>
                </a:lnTo>
                <a:lnTo>
                  <a:pt x="1760129" y="1629242"/>
                </a:lnTo>
                <a:lnTo>
                  <a:pt x="1760134" y="1629409"/>
                </a:lnTo>
                <a:lnTo>
                  <a:pt x="1759089" y="1630824"/>
                </a:lnTo>
                <a:lnTo>
                  <a:pt x="1765255" y="1628463"/>
                </a:lnTo>
                <a:lnTo>
                  <a:pt x="1764490" y="1627745"/>
                </a:lnTo>
                <a:lnTo>
                  <a:pt x="1760756" y="1628846"/>
                </a:lnTo>
                <a:close/>
                <a:moveTo>
                  <a:pt x="1590905" y="2002923"/>
                </a:moveTo>
                <a:lnTo>
                  <a:pt x="1592311" y="2003239"/>
                </a:lnTo>
                <a:lnTo>
                  <a:pt x="1593073" y="2002791"/>
                </a:lnTo>
                <a:lnTo>
                  <a:pt x="1593333" y="2002167"/>
                </a:lnTo>
                <a:lnTo>
                  <a:pt x="1592563" y="2002214"/>
                </a:lnTo>
                <a:close/>
                <a:moveTo>
                  <a:pt x="1607685" y="1965342"/>
                </a:moveTo>
                <a:lnTo>
                  <a:pt x="1607568" y="1967255"/>
                </a:lnTo>
                <a:lnTo>
                  <a:pt x="1607981" y="1967129"/>
                </a:lnTo>
                <a:lnTo>
                  <a:pt x="1608542" y="1965788"/>
                </a:lnTo>
                <a:lnTo>
                  <a:pt x="1608480" y="1965259"/>
                </a:lnTo>
                <a:close/>
                <a:moveTo>
                  <a:pt x="1760808" y="1622471"/>
                </a:moveTo>
                <a:lnTo>
                  <a:pt x="1761573" y="1623189"/>
                </a:lnTo>
                <a:lnTo>
                  <a:pt x="1768505" y="1618972"/>
                </a:lnTo>
                <a:lnTo>
                  <a:pt x="1768530" y="1618431"/>
                </a:lnTo>
                <a:lnTo>
                  <a:pt x="1768499" y="1618370"/>
                </a:lnTo>
                <a:lnTo>
                  <a:pt x="1766449" y="1619107"/>
                </a:lnTo>
                <a:lnTo>
                  <a:pt x="1763367" y="1620075"/>
                </a:lnTo>
                <a:close/>
                <a:moveTo>
                  <a:pt x="1583636" y="2019154"/>
                </a:moveTo>
                <a:lnTo>
                  <a:pt x="1583426" y="2019855"/>
                </a:lnTo>
                <a:lnTo>
                  <a:pt x="1585690" y="2020452"/>
                </a:lnTo>
                <a:lnTo>
                  <a:pt x="1586480" y="2018564"/>
                </a:lnTo>
                <a:lnTo>
                  <a:pt x="1584949" y="2018746"/>
                </a:lnTo>
                <a:close/>
                <a:moveTo>
                  <a:pt x="1755030" y="1635320"/>
                </a:moveTo>
                <a:lnTo>
                  <a:pt x="1755167" y="1635961"/>
                </a:lnTo>
                <a:lnTo>
                  <a:pt x="1755370" y="1635686"/>
                </a:lnTo>
                <a:close/>
                <a:moveTo>
                  <a:pt x="1604044" y="1973387"/>
                </a:moveTo>
                <a:lnTo>
                  <a:pt x="1604277" y="1975141"/>
                </a:lnTo>
                <a:lnTo>
                  <a:pt x="1604298" y="1975141"/>
                </a:lnTo>
                <a:lnTo>
                  <a:pt x="1604660" y="1975075"/>
                </a:lnTo>
                <a:lnTo>
                  <a:pt x="1605251" y="1973659"/>
                </a:lnTo>
                <a:close/>
                <a:moveTo>
                  <a:pt x="1813028" y="1505408"/>
                </a:moveTo>
                <a:lnTo>
                  <a:pt x="1813202" y="1505724"/>
                </a:lnTo>
                <a:lnTo>
                  <a:pt x="1814161" y="1504847"/>
                </a:lnTo>
                <a:lnTo>
                  <a:pt x="1814147" y="1504727"/>
                </a:lnTo>
                <a:lnTo>
                  <a:pt x="1813172" y="1505214"/>
                </a:lnTo>
                <a:close/>
                <a:moveTo>
                  <a:pt x="1913364" y="1280611"/>
                </a:moveTo>
                <a:lnTo>
                  <a:pt x="1914335" y="1279944"/>
                </a:lnTo>
                <a:lnTo>
                  <a:pt x="1917836" y="1274732"/>
                </a:lnTo>
                <a:close/>
                <a:moveTo>
                  <a:pt x="1590295" y="2003717"/>
                </a:moveTo>
                <a:lnTo>
                  <a:pt x="1590319" y="2004412"/>
                </a:lnTo>
                <a:lnTo>
                  <a:pt x="1591167" y="2003913"/>
                </a:lnTo>
                <a:close/>
                <a:moveTo>
                  <a:pt x="1575931" y="2035857"/>
                </a:moveTo>
                <a:lnTo>
                  <a:pt x="1575500" y="2037728"/>
                </a:lnTo>
                <a:lnTo>
                  <a:pt x="1577740" y="2037839"/>
                </a:lnTo>
                <a:lnTo>
                  <a:pt x="1578122" y="2037019"/>
                </a:lnTo>
                <a:lnTo>
                  <a:pt x="1578600" y="2035427"/>
                </a:lnTo>
                <a:close/>
                <a:moveTo>
                  <a:pt x="1690040" y="1780331"/>
                </a:moveTo>
                <a:lnTo>
                  <a:pt x="1689491" y="1786459"/>
                </a:lnTo>
                <a:lnTo>
                  <a:pt x="1690227" y="1785924"/>
                </a:lnTo>
                <a:lnTo>
                  <a:pt x="1690361" y="1783503"/>
                </a:lnTo>
                <a:lnTo>
                  <a:pt x="1690070" y="1780320"/>
                </a:lnTo>
                <a:close/>
                <a:moveTo>
                  <a:pt x="1515877" y="2170292"/>
                </a:moveTo>
                <a:lnTo>
                  <a:pt x="1520784" y="2173720"/>
                </a:lnTo>
                <a:lnTo>
                  <a:pt x="1519439" y="2165520"/>
                </a:lnTo>
                <a:close/>
                <a:moveTo>
                  <a:pt x="1812319" y="1506365"/>
                </a:moveTo>
                <a:lnTo>
                  <a:pt x="1812362" y="1506493"/>
                </a:lnTo>
                <a:lnTo>
                  <a:pt x="1812579" y="1506293"/>
                </a:lnTo>
                <a:lnTo>
                  <a:pt x="1812492" y="1506132"/>
                </a:lnTo>
                <a:close/>
                <a:moveTo>
                  <a:pt x="1539905" y="2116352"/>
                </a:moveTo>
                <a:lnTo>
                  <a:pt x="1539192" y="2119842"/>
                </a:lnTo>
                <a:lnTo>
                  <a:pt x="1552581" y="2119662"/>
                </a:lnTo>
                <a:lnTo>
                  <a:pt x="1554861" y="2116521"/>
                </a:lnTo>
                <a:lnTo>
                  <a:pt x="1549157" y="2114813"/>
                </a:lnTo>
                <a:close/>
                <a:moveTo>
                  <a:pt x="1765430" y="1611335"/>
                </a:moveTo>
                <a:lnTo>
                  <a:pt x="1767525" y="1615529"/>
                </a:lnTo>
                <a:lnTo>
                  <a:pt x="1767998" y="1615219"/>
                </a:lnTo>
                <a:lnTo>
                  <a:pt x="1768706" y="1614556"/>
                </a:lnTo>
                <a:lnTo>
                  <a:pt x="1768861" y="1611158"/>
                </a:lnTo>
                <a:lnTo>
                  <a:pt x="1768529" y="1607903"/>
                </a:lnTo>
                <a:lnTo>
                  <a:pt x="1767052" y="1608931"/>
                </a:lnTo>
                <a:close/>
                <a:moveTo>
                  <a:pt x="1871699" y="1373353"/>
                </a:moveTo>
                <a:lnTo>
                  <a:pt x="1872306" y="1374665"/>
                </a:lnTo>
                <a:lnTo>
                  <a:pt x="1874765" y="1373595"/>
                </a:lnTo>
                <a:lnTo>
                  <a:pt x="1887342" y="1363900"/>
                </a:lnTo>
                <a:close/>
                <a:moveTo>
                  <a:pt x="1752952" y="1639135"/>
                </a:moveTo>
                <a:lnTo>
                  <a:pt x="1753529" y="1640131"/>
                </a:lnTo>
                <a:lnTo>
                  <a:pt x="1755482" y="1639251"/>
                </a:lnTo>
                <a:lnTo>
                  <a:pt x="1754904" y="1636557"/>
                </a:lnTo>
                <a:lnTo>
                  <a:pt x="1754820" y="1636605"/>
                </a:lnTo>
                <a:close/>
                <a:moveTo>
                  <a:pt x="1750126" y="1645410"/>
                </a:moveTo>
                <a:lnTo>
                  <a:pt x="1751108" y="1647438"/>
                </a:lnTo>
                <a:lnTo>
                  <a:pt x="1752194" y="1647400"/>
                </a:lnTo>
                <a:lnTo>
                  <a:pt x="1756030" y="1644663"/>
                </a:lnTo>
                <a:lnTo>
                  <a:pt x="1755543" y="1643822"/>
                </a:lnTo>
                <a:close/>
                <a:moveTo>
                  <a:pt x="1791218" y="1553362"/>
                </a:moveTo>
                <a:lnTo>
                  <a:pt x="1795852" y="1552870"/>
                </a:lnTo>
                <a:lnTo>
                  <a:pt x="1798310" y="1550683"/>
                </a:lnTo>
                <a:lnTo>
                  <a:pt x="1797333" y="1549027"/>
                </a:lnTo>
                <a:lnTo>
                  <a:pt x="1796370" y="1549666"/>
                </a:lnTo>
                <a:lnTo>
                  <a:pt x="1796595" y="1550930"/>
                </a:lnTo>
                <a:lnTo>
                  <a:pt x="1796482" y="1551140"/>
                </a:lnTo>
                <a:lnTo>
                  <a:pt x="1796235" y="1549755"/>
                </a:lnTo>
                <a:lnTo>
                  <a:pt x="1796191" y="1549784"/>
                </a:lnTo>
                <a:close/>
                <a:moveTo>
                  <a:pt x="1964136" y="1166163"/>
                </a:moveTo>
                <a:lnTo>
                  <a:pt x="1957756" y="1188164"/>
                </a:lnTo>
                <a:lnTo>
                  <a:pt x="1988617" y="1147020"/>
                </a:lnTo>
                <a:lnTo>
                  <a:pt x="1976024" y="1156999"/>
                </a:lnTo>
                <a:close/>
                <a:moveTo>
                  <a:pt x="1754876" y="1634603"/>
                </a:moveTo>
                <a:lnTo>
                  <a:pt x="1754893" y="1634682"/>
                </a:lnTo>
                <a:lnTo>
                  <a:pt x="1755571" y="1635413"/>
                </a:lnTo>
                <a:lnTo>
                  <a:pt x="1756610" y="1634008"/>
                </a:lnTo>
                <a:lnTo>
                  <a:pt x="1756582" y="1633950"/>
                </a:lnTo>
                <a:close/>
                <a:moveTo>
                  <a:pt x="1603936" y="1972578"/>
                </a:moveTo>
                <a:lnTo>
                  <a:pt x="1603975" y="1972866"/>
                </a:lnTo>
                <a:lnTo>
                  <a:pt x="1605445" y="1973197"/>
                </a:lnTo>
                <a:lnTo>
                  <a:pt x="1605669" y="1972661"/>
                </a:lnTo>
                <a:close/>
                <a:moveTo>
                  <a:pt x="1801771" y="1529514"/>
                </a:moveTo>
                <a:lnTo>
                  <a:pt x="1801886" y="1529741"/>
                </a:lnTo>
                <a:lnTo>
                  <a:pt x="1805829" y="1528217"/>
                </a:lnTo>
                <a:lnTo>
                  <a:pt x="1808144" y="1527187"/>
                </a:lnTo>
                <a:lnTo>
                  <a:pt x="1808364" y="1526999"/>
                </a:lnTo>
                <a:lnTo>
                  <a:pt x="1807445" y="1526400"/>
                </a:lnTo>
                <a:lnTo>
                  <a:pt x="1804073" y="1527864"/>
                </a:lnTo>
                <a:close/>
                <a:moveTo>
                  <a:pt x="1515123" y="2171303"/>
                </a:moveTo>
                <a:lnTo>
                  <a:pt x="1514700" y="2172749"/>
                </a:lnTo>
                <a:lnTo>
                  <a:pt x="1521153" y="2175968"/>
                </a:lnTo>
                <a:lnTo>
                  <a:pt x="1520835" y="2174035"/>
                </a:lnTo>
                <a:lnTo>
                  <a:pt x="1515690" y="2170544"/>
                </a:lnTo>
                <a:close/>
                <a:moveTo>
                  <a:pt x="1742984" y="1660811"/>
                </a:moveTo>
                <a:lnTo>
                  <a:pt x="1743196" y="1662178"/>
                </a:lnTo>
                <a:lnTo>
                  <a:pt x="1746044" y="1660475"/>
                </a:lnTo>
                <a:lnTo>
                  <a:pt x="1745946" y="1660051"/>
                </a:lnTo>
                <a:close/>
                <a:moveTo>
                  <a:pt x="1515401" y="2170347"/>
                </a:moveTo>
                <a:lnTo>
                  <a:pt x="1515265" y="2170815"/>
                </a:lnTo>
                <a:lnTo>
                  <a:pt x="1515542" y="2170443"/>
                </a:lnTo>
                <a:close/>
                <a:moveTo>
                  <a:pt x="1687346" y="1785320"/>
                </a:moveTo>
                <a:lnTo>
                  <a:pt x="1687310" y="1785449"/>
                </a:lnTo>
                <a:lnTo>
                  <a:pt x="1688054" y="1787503"/>
                </a:lnTo>
                <a:lnTo>
                  <a:pt x="1688368" y="1787274"/>
                </a:lnTo>
                <a:close/>
                <a:moveTo>
                  <a:pt x="1557259" y="2076569"/>
                </a:moveTo>
                <a:lnTo>
                  <a:pt x="1559329" y="2077369"/>
                </a:lnTo>
                <a:lnTo>
                  <a:pt x="1560523" y="2074805"/>
                </a:lnTo>
                <a:lnTo>
                  <a:pt x="1559564" y="2075389"/>
                </a:lnTo>
                <a:close/>
                <a:moveTo>
                  <a:pt x="1541517" y="2111816"/>
                </a:moveTo>
                <a:lnTo>
                  <a:pt x="1547159" y="2113505"/>
                </a:lnTo>
                <a:lnTo>
                  <a:pt x="1557861" y="2111848"/>
                </a:lnTo>
                <a:lnTo>
                  <a:pt x="1558203" y="2110367"/>
                </a:lnTo>
                <a:lnTo>
                  <a:pt x="1554452" y="2110111"/>
                </a:lnTo>
                <a:lnTo>
                  <a:pt x="1551453" y="2109865"/>
                </a:lnTo>
                <a:close/>
                <a:moveTo>
                  <a:pt x="1795276" y="1543532"/>
                </a:moveTo>
                <a:lnTo>
                  <a:pt x="1795506" y="1544819"/>
                </a:lnTo>
                <a:lnTo>
                  <a:pt x="1796761" y="1546948"/>
                </a:lnTo>
                <a:lnTo>
                  <a:pt x="1799280" y="1545136"/>
                </a:lnTo>
                <a:lnTo>
                  <a:pt x="1798863" y="1542989"/>
                </a:lnTo>
                <a:close/>
                <a:moveTo>
                  <a:pt x="1563180" y="2063214"/>
                </a:moveTo>
                <a:lnTo>
                  <a:pt x="1566056" y="2062927"/>
                </a:lnTo>
                <a:lnTo>
                  <a:pt x="1567705" y="2059385"/>
                </a:lnTo>
                <a:lnTo>
                  <a:pt x="1565975" y="2059163"/>
                </a:lnTo>
                <a:lnTo>
                  <a:pt x="1565911" y="2059201"/>
                </a:lnTo>
                <a:close/>
                <a:moveTo>
                  <a:pt x="1755994" y="1631453"/>
                </a:moveTo>
                <a:lnTo>
                  <a:pt x="1756216" y="1631923"/>
                </a:lnTo>
                <a:lnTo>
                  <a:pt x="1756899" y="1631662"/>
                </a:lnTo>
                <a:lnTo>
                  <a:pt x="1756765" y="1631030"/>
                </a:lnTo>
                <a:close/>
                <a:moveTo>
                  <a:pt x="1767856" y="1604870"/>
                </a:moveTo>
                <a:lnTo>
                  <a:pt x="1768051" y="1604845"/>
                </a:lnTo>
                <a:lnTo>
                  <a:pt x="1768212" y="1604796"/>
                </a:lnTo>
                <a:lnTo>
                  <a:pt x="1768208" y="1604759"/>
                </a:lnTo>
                <a:close/>
                <a:moveTo>
                  <a:pt x="1783287" y="1570188"/>
                </a:moveTo>
                <a:lnTo>
                  <a:pt x="1783437" y="1570897"/>
                </a:lnTo>
                <a:lnTo>
                  <a:pt x="1783929" y="1570723"/>
                </a:lnTo>
                <a:lnTo>
                  <a:pt x="1788166" y="1567940"/>
                </a:lnTo>
                <a:close/>
                <a:moveTo>
                  <a:pt x="1843706" y="1434869"/>
                </a:moveTo>
                <a:lnTo>
                  <a:pt x="1852165" y="1428428"/>
                </a:lnTo>
                <a:lnTo>
                  <a:pt x="1861964" y="1419764"/>
                </a:lnTo>
                <a:lnTo>
                  <a:pt x="1861479" y="1419229"/>
                </a:lnTo>
                <a:lnTo>
                  <a:pt x="1861257" y="1418992"/>
                </a:lnTo>
                <a:close/>
                <a:moveTo>
                  <a:pt x="1590248" y="2002356"/>
                </a:moveTo>
                <a:lnTo>
                  <a:pt x="1590257" y="2002607"/>
                </a:lnTo>
                <a:lnTo>
                  <a:pt x="1591043" y="2002307"/>
                </a:lnTo>
                <a:close/>
                <a:moveTo>
                  <a:pt x="1710140" y="1733861"/>
                </a:moveTo>
                <a:lnTo>
                  <a:pt x="1710383" y="1736406"/>
                </a:lnTo>
                <a:lnTo>
                  <a:pt x="1710436" y="1736590"/>
                </a:lnTo>
                <a:lnTo>
                  <a:pt x="1710406" y="1736646"/>
                </a:lnTo>
                <a:lnTo>
                  <a:pt x="1710417" y="1736755"/>
                </a:lnTo>
                <a:lnTo>
                  <a:pt x="1710754" y="1737530"/>
                </a:lnTo>
                <a:lnTo>
                  <a:pt x="1714119" y="1735177"/>
                </a:lnTo>
                <a:lnTo>
                  <a:pt x="1716186" y="1733571"/>
                </a:lnTo>
                <a:lnTo>
                  <a:pt x="1715825" y="1732002"/>
                </a:lnTo>
                <a:close/>
                <a:moveTo>
                  <a:pt x="1576544" y="2032997"/>
                </a:moveTo>
                <a:lnTo>
                  <a:pt x="1576337" y="2034091"/>
                </a:lnTo>
                <a:lnTo>
                  <a:pt x="1576013" y="2035498"/>
                </a:lnTo>
                <a:lnTo>
                  <a:pt x="1578710" y="2035063"/>
                </a:lnTo>
                <a:lnTo>
                  <a:pt x="1579089" y="2033799"/>
                </a:lnTo>
                <a:close/>
                <a:moveTo>
                  <a:pt x="1751563" y="1641015"/>
                </a:moveTo>
                <a:lnTo>
                  <a:pt x="1753401" y="1640188"/>
                </a:lnTo>
                <a:lnTo>
                  <a:pt x="1752852" y="1639270"/>
                </a:lnTo>
                <a:close/>
                <a:moveTo>
                  <a:pt x="1582424" y="2019591"/>
                </a:moveTo>
                <a:lnTo>
                  <a:pt x="1583002" y="2019744"/>
                </a:lnTo>
                <a:lnTo>
                  <a:pt x="1583116" y="2019316"/>
                </a:lnTo>
                <a:lnTo>
                  <a:pt x="1582537" y="2019496"/>
                </a:lnTo>
                <a:close/>
                <a:moveTo>
                  <a:pt x="1783229" y="1569916"/>
                </a:moveTo>
                <a:lnTo>
                  <a:pt x="1783265" y="1570086"/>
                </a:lnTo>
                <a:lnTo>
                  <a:pt x="1788751" y="1567557"/>
                </a:lnTo>
                <a:lnTo>
                  <a:pt x="1789680" y="1566947"/>
                </a:lnTo>
                <a:lnTo>
                  <a:pt x="1789956" y="1566541"/>
                </a:lnTo>
                <a:lnTo>
                  <a:pt x="1787258" y="1566930"/>
                </a:lnTo>
                <a:lnTo>
                  <a:pt x="1783753" y="1569358"/>
                </a:lnTo>
                <a:close/>
                <a:moveTo>
                  <a:pt x="1540518" y="2113345"/>
                </a:moveTo>
                <a:lnTo>
                  <a:pt x="1540268" y="2114572"/>
                </a:lnTo>
                <a:lnTo>
                  <a:pt x="1544482" y="2113920"/>
                </a:lnTo>
                <a:close/>
                <a:moveTo>
                  <a:pt x="1603792" y="1971494"/>
                </a:moveTo>
                <a:lnTo>
                  <a:pt x="1603854" y="1971954"/>
                </a:lnTo>
                <a:lnTo>
                  <a:pt x="1604729" y="1972052"/>
                </a:lnTo>
                <a:lnTo>
                  <a:pt x="1605900" y="1972108"/>
                </a:lnTo>
                <a:lnTo>
                  <a:pt x="1606274" y="1971214"/>
                </a:lnTo>
                <a:lnTo>
                  <a:pt x="1604233" y="1971309"/>
                </a:lnTo>
                <a:close/>
                <a:moveTo>
                  <a:pt x="1576739" y="2031960"/>
                </a:moveTo>
                <a:lnTo>
                  <a:pt x="1576644" y="2032466"/>
                </a:lnTo>
                <a:lnTo>
                  <a:pt x="1579244" y="2033287"/>
                </a:lnTo>
                <a:lnTo>
                  <a:pt x="1579771" y="2031531"/>
                </a:lnTo>
                <a:lnTo>
                  <a:pt x="1579639" y="2031509"/>
                </a:lnTo>
                <a:close/>
                <a:moveTo>
                  <a:pt x="1790122" y="1554149"/>
                </a:moveTo>
                <a:lnTo>
                  <a:pt x="1791605" y="1556651"/>
                </a:lnTo>
                <a:lnTo>
                  <a:pt x="1795206" y="1553446"/>
                </a:lnTo>
                <a:lnTo>
                  <a:pt x="1790392" y="1553956"/>
                </a:lnTo>
                <a:close/>
                <a:moveTo>
                  <a:pt x="1782918" y="1570246"/>
                </a:moveTo>
                <a:lnTo>
                  <a:pt x="1783059" y="1570180"/>
                </a:lnTo>
                <a:lnTo>
                  <a:pt x="1783044" y="1570111"/>
                </a:lnTo>
                <a:close/>
                <a:moveTo>
                  <a:pt x="1571401" y="2043859"/>
                </a:moveTo>
                <a:lnTo>
                  <a:pt x="1571440" y="2050062"/>
                </a:lnTo>
                <a:lnTo>
                  <a:pt x="1572100" y="2049004"/>
                </a:lnTo>
                <a:lnTo>
                  <a:pt x="1573064" y="2043878"/>
                </a:lnTo>
                <a:close/>
                <a:moveTo>
                  <a:pt x="1794789" y="1543606"/>
                </a:moveTo>
                <a:lnTo>
                  <a:pt x="1795290" y="1544455"/>
                </a:lnTo>
                <a:lnTo>
                  <a:pt x="1795130" y="1543554"/>
                </a:lnTo>
                <a:close/>
                <a:moveTo>
                  <a:pt x="1585691" y="2011761"/>
                </a:moveTo>
                <a:lnTo>
                  <a:pt x="1584639" y="2015732"/>
                </a:lnTo>
                <a:lnTo>
                  <a:pt x="1585011" y="2015617"/>
                </a:lnTo>
                <a:lnTo>
                  <a:pt x="1586513" y="2014367"/>
                </a:lnTo>
                <a:lnTo>
                  <a:pt x="1586414" y="2013047"/>
                </a:lnTo>
                <a:close/>
                <a:moveTo>
                  <a:pt x="1740768" y="1664441"/>
                </a:moveTo>
                <a:lnTo>
                  <a:pt x="1741549" y="1665158"/>
                </a:lnTo>
                <a:lnTo>
                  <a:pt x="1742785" y="1664869"/>
                </a:lnTo>
                <a:lnTo>
                  <a:pt x="1742539" y="1663282"/>
                </a:lnTo>
                <a:close/>
                <a:moveTo>
                  <a:pt x="1540734" y="2112291"/>
                </a:moveTo>
                <a:lnTo>
                  <a:pt x="1540663" y="2112637"/>
                </a:lnTo>
                <a:lnTo>
                  <a:pt x="1543044" y="2112983"/>
                </a:lnTo>
                <a:close/>
                <a:moveTo>
                  <a:pt x="1581856" y="2020063"/>
                </a:moveTo>
                <a:lnTo>
                  <a:pt x="1582833" y="2020381"/>
                </a:lnTo>
                <a:lnTo>
                  <a:pt x="1582906" y="2020106"/>
                </a:lnTo>
                <a:lnTo>
                  <a:pt x="1582069" y="2019886"/>
                </a:lnTo>
                <a:close/>
                <a:moveTo>
                  <a:pt x="1797914" y="1536186"/>
                </a:moveTo>
                <a:lnTo>
                  <a:pt x="1798356" y="1538462"/>
                </a:lnTo>
                <a:lnTo>
                  <a:pt x="1802441" y="1534780"/>
                </a:lnTo>
                <a:lnTo>
                  <a:pt x="1801575" y="1533065"/>
                </a:lnTo>
                <a:lnTo>
                  <a:pt x="1800260" y="1534186"/>
                </a:lnTo>
                <a:lnTo>
                  <a:pt x="1800174" y="1534427"/>
                </a:lnTo>
                <a:lnTo>
                  <a:pt x="1799418" y="1534904"/>
                </a:lnTo>
                <a:close/>
                <a:moveTo>
                  <a:pt x="1688433" y="1781262"/>
                </a:moveTo>
                <a:lnTo>
                  <a:pt x="1687744" y="1783832"/>
                </a:lnTo>
                <a:lnTo>
                  <a:pt x="1688690" y="1785640"/>
                </a:lnTo>
                <a:lnTo>
                  <a:pt x="1689124" y="1780786"/>
                </a:lnTo>
                <a:close/>
                <a:moveTo>
                  <a:pt x="1592022" y="1997136"/>
                </a:moveTo>
                <a:lnTo>
                  <a:pt x="1593407" y="1997456"/>
                </a:lnTo>
                <a:lnTo>
                  <a:pt x="1595475" y="1997043"/>
                </a:lnTo>
                <a:lnTo>
                  <a:pt x="1596428" y="1994763"/>
                </a:lnTo>
                <a:close/>
                <a:moveTo>
                  <a:pt x="1767966" y="1603128"/>
                </a:moveTo>
                <a:lnTo>
                  <a:pt x="1767979" y="1603136"/>
                </a:lnTo>
                <a:lnTo>
                  <a:pt x="1768040" y="1603117"/>
                </a:lnTo>
                <a:lnTo>
                  <a:pt x="1768037" y="1603085"/>
                </a:lnTo>
                <a:close/>
                <a:moveTo>
                  <a:pt x="1738137" y="1669825"/>
                </a:moveTo>
                <a:lnTo>
                  <a:pt x="1740538" y="1668124"/>
                </a:lnTo>
                <a:lnTo>
                  <a:pt x="1740280" y="1667887"/>
                </a:lnTo>
                <a:close/>
                <a:moveTo>
                  <a:pt x="1752307" y="1638024"/>
                </a:moveTo>
                <a:lnTo>
                  <a:pt x="1752887" y="1639023"/>
                </a:lnTo>
                <a:lnTo>
                  <a:pt x="1753293" y="1638498"/>
                </a:lnTo>
                <a:lnTo>
                  <a:pt x="1754599" y="1636730"/>
                </a:lnTo>
                <a:close/>
                <a:moveTo>
                  <a:pt x="1586179" y="2009920"/>
                </a:moveTo>
                <a:lnTo>
                  <a:pt x="1585801" y="2011346"/>
                </a:lnTo>
                <a:lnTo>
                  <a:pt x="1586361" y="2012343"/>
                </a:lnTo>
                <a:close/>
                <a:moveTo>
                  <a:pt x="1890812" y="1327781"/>
                </a:moveTo>
                <a:lnTo>
                  <a:pt x="1897376" y="1331275"/>
                </a:lnTo>
                <a:lnTo>
                  <a:pt x="1904528" y="1324653"/>
                </a:lnTo>
                <a:lnTo>
                  <a:pt x="1904493" y="1324875"/>
                </a:lnTo>
                <a:lnTo>
                  <a:pt x="1897507" y="1331344"/>
                </a:lnTo>
                <a:lnTo>
                  <a:pt x="1903392" y="1334479"/>
                </a:lnTo>
                <a:lnTo>
                  <a:pt x="1906877" y="1332205"/>
                </a:lnTo>
                <a:lnTo>
                  <a:pt x="1915261" y="1309617"/>
                </a:lnTo>
                <a:lnTo>
                  <a:pt x="1905771" y="1316788"/>
                </a:lnTo>
                <a:close/>
                <a:moveTo>
                  <a:pt x="1587305" y="2007392"/>
                </a:moveTo>
                <a:lnTo>
                  <a:pt x="1587751" y="2013338"/>
                </a:lnTo>
                <a:lnTo>
                  <a:pt x="1589151" y="2012174"/>
                </a:lnTo>
                <a:lnTo>
                  <a:pt x="1589855" y="2010490"/>
                </a:lnTo>
                <a:lnTo>
                  <a:pt x="1589698" y="2005926"/>
                </a:lnTo>
                <a:lnTo>
                  <a:pt x="1588676" y="2006584"/>
                </a:lnTo>
                <a:close/>
                <a:moveTo>
                  <a:pt x="1795034" y="1542174"/>
                </a:moveTo>
                <a:lnTo>
                  <a:pt x="1795208" y="1543147"/>
                </a:lnTo>
                <a:lnTo>
                  <a:pt x="1798789" y="1542605"/>
                </a:lnTo>
                <a:lnTo>
                  <a:pt x="1798356" y="1540378"/>
                </a:lnTo>
                <a:lnTo>
                  <a:pt x="1796268" y="1541240"/>
                </a:lnTo>
                <a:lnTo>
                  <a:pt x="1795550" y="1541709"/>
                </a:lnTo>
                <a:close/>
                <a:moveTo>
                  <a:pt x="1759639" y="1621373"/>
                </a:moveTo>
                <a:lnTo>
                  <a:pt x="1760529" y="1622209"/>
                </a:lnTo>
                <a:lnTo>
                  <a:pt x="1762528" y="1620339"/>
                </a:lnTo>
                <a:lnTo>
                  <a:pt x="1760006" y="1621131"/>
                </a:lnTo>
                <a:close/>
                <a:moveTo>
                  <a:pt x="1777247" y="1581690"/>
                </a:moveTo>
                <a:lnTo>
                  <a:pt x="1777298" y="1581826"/>
                </a:lnTo>
                <a:lnTo>
                  <a:pt x="1777634" y="1581422"/>
                </a:lnTo>
                <a:close/>
                <a:moveTo>
                  <a:pt x="1517386" y="2163563"/>
                </a:moveTo>
                <a:lnTo>
                  <a:pt x="1515496" y="2170025"/>
                </a:lnTo>
                <a:lnTo>
                  <a:pt x="1515732" y="2170190"/>
                </a:lnTo>
                <a:lnTo>
                  <a:pt x="1519399" y="2165277"/>
                </a:lnTo>
                <a:lnTo>
                  <a:pt x="1519147" y="2163742"/>
                </a:lnTo>
                <a:close/>
                <a:moveTo>
                  <a:pt x="1688920" y="1779443"/>
                </a:moveTo>
                <a:lnTo>
                  <a:pt x="1688638" y="1780497"/>
                </a:lnTo>
                <a:lnTo>
                  <a:pt x="1689015" y="1780259"/>
                </a:lnTo>
                <a:lnTo>
                  <a:pt x="1689182" y="1780144"/>
                </a:lnTo>
                <a:lnTo>
                  <a:pt x="1689278" y="1779065"/>
                </a:lnTo>
                <a:close/>
                <a:moveTo>
                  <a:pt x="1781745" y="1571490"/>
                </a:moveTo>
                <a:lnTo>
                  <a:pt x="1783226" y="1570970"/>
                </a:lnTo>
                <a:lnTo>
                  <a:pt x="1783081" y="1570283"/>
                </a:lnTo>
                <a:lnTo>
                  <a:pt x="1782728" y="1570446"/>
                </a:lnTo>
                <a:close/>
                <a:moveTo>
                  <a:pt x="1905997" y="1293243"/>
                </a:moveTo>
                <a:lnTo>
                  <a:pt x="1906279" y="1293117"/>
                </a:lnTo>
                <a:lnTo>
                  <a:pt x="1929824" y="1270381"/>
                </a:lnTo>
                <a:lnTo>
                  <a:pt x="1930230" y="1269286"/>
                </a:lnTo>
                <a:lnTo>
                  <a:pt x="1914726" y="1280251"/>
                </a:lnTo>
                <a:close/>
                <a:moveTo>
                  <a:pt x="1761441" y="1616924"/>
                </a:moveTo>
                <a:lnTo>
                  <a:pt x="1765683" y="1616739"/>
                </a:lnTo>
                <a:lnTo>
                  <a:pt x="1767190" y="1615750"/>
                </a:lnTo>
                <a:lnTo>
                  <a:pt x="1765173" y="1611714"/>
                </a:lnTo>
                <a:lnTo>
                  <a:pt x="1764071" y="1613346"/>
                </a:lnTo>
                <a:close/>
                <a:moveTo>
                  <a:pt x="1567199" y="2051725"/>
                </a:moveTo>
                <a:lnTo>
                  <a:pt x="1567541" y="2053472"/>
                </a:lnTo>
                <a:lnTo>
                  <a:pt x="1570244" y="2051886"/>
                </a:lnTo>
                <a:lnTo>
                  <a:pt x="1570694" y="2051225"/>
                </a:lnTo>
                <a:close/>
                <a:moveTo>
                  <a:pt x="1732591" y="1681370"/>
                </a:moveTo>
                <a:lnTo>
                  <a:pt x="1732602" y="1681384"/>
                </a:lnTo>
                <a:lnTo>
                  <a:pt x="1732618" y="1681368"/>
                </a:lnTo>
                <a:close/>
                <a:moveTo>
                  <a:pt x="1511791" y="2175766"/>
                </a:moveTo>
                <a:lnTo>
                  <a:pt x="1512917" y="2176105"/>
                </a:lnTo>
                <a:lnTo>
                  <a:pt x="1513794" y="2173082"/>
                </a:lnTo>
                <a:close/>
                <a:moveTo>
                  <a:pt x="1757352" y="1625705"/>
                </a:moveTo>
                <a:lnTo>
                  <a:pt x="1757599" y="1625607"/>
                </a:lnTo>
                <a:lnTo>
                  <a:pt x="1760399" y="1623904"/>
                </a:lnTo>
                <a:lnTo>
                  <a:pt x="1759838" y="1623378"/>
                </a:lnTo>
                <a:close/>
                <a:moveTo>
                  <a:pt x="1754388" y="1632331"/>
                </a:moveTo>
                <a:lnTo>
                  <a:pt x="1754447" y="1632601"/>
                </a:lnTo>
                <a:lnTo>
                  <a:pt x="1755715" y="1632115"/>
                </a:lnTo>
                <a:lnTo>
                  <a:pt x="1755523" y="1631710"/>
                </a:lnTo>
                <a:close/>
                <a:moveTo>
                  <a:pt x="1589066" y="2002510"/>
                </a:moveTo>
                <a:lnTo>
                  <a:pt x="1589585" y="2002627"/>
                </a:lnTo>
                <a:lnTo>
                  <a:pt x="1589576" y="2002397"/>
                </a:lnTo>
                <a:lnTo>
                  <a:pt x="1589349" y="2002411"/>
                </a:lnTo>
                <a:close/>
                <a:moveTo>
                  <a:pt x="1712149" y="1726876"/>
                </a:moveTo>
                <a:lnTo>
                  <a:pt x="1714433" y="1725951"/>
                </a:lnTo>
                <a:lnTo>
                  <a:pt x="1714203" y="1724952"/>
                </a:lnTo>
                <a:lnTo>
                  <a:pt x="1713246" y="1725586"/>
                </a:lnTo>
                <a:close/>
                <a:moveTo>
                  <a:pt x="1794323" y="1542815"/>
                </a:moveTo>
                <a:lnTo>
                  <a:pt x="1794575" y="1543243"/>
                </a:lnTo>
                <a:lnTo>
                  <a:pt x="1795061" y="1543169"/>
                </a:lnTo>
                <a:lnTo>
                  <a:pt x="1794905" y="1542291"/>
                </a:lnTo>
                <a:close/>
                <a:moveTo>
                  <a:pt x="1805401" y="1518010"/>
                </a:moveTo>
                <a:lnTo>
                  <a:pt x="1812849" y="1513947"/>
                </a:lnTo>
                <a:lnTo>
                  <a:pt x="1812441" y="1512720"/>
                </a:lnTo>
                <a:lnTo>
                  <a:pt x="1811832" y="1511250"/>
                </a:lnTo>
                <a:close/>
                <a:moveTo>
                  <a:pt x="1590164" y="1999909"/>
                </a:moveTo>
                <a:lnTo>
                  <a:pt x="1590203" y="2001045"/>
                </a:lnTo>
                <a:lnTo>
                  <a:pt x="1592069" y="2000931"/>
                </a:lnTo>
                <a:lnTo>
                  <a:pt x="1594156" y="2000197"/>
                </a:lnTo>
                <a:lnTo>
                  <a:pt x="1594594" y="1999150"/>
                </a:lnTo>
                <a:lnTo>
                  <a:pt x="1594236" y="1999094"/>
                </a:lnTo>
                <a:close/>
                <a:moveTo>
                  <a:pt x="1541397" y="2109042"/>
                </a:moveTo>
                <a:lnTo>
                  <a:pt x="1540896" y="2111495"/>
                </a:lnTo>
                <a:lnTo>
                  <a:pt x="1550335" y="2109773"/>
                </a:lnTo>
                <a:close/>
                <a:moveTo>
                  <a:pt x="1604804" y="1966781"/>
                </a:moveTo>
                <a:lnTo>
                  <a:pt x="1606523" y="1967445"/>
                </a:lnTo>
                <a:lnTo>
                  <a:pt x="1606636" y="1965611"/>
                </a:lnTo>
                <a:lnTo>
                  <a:pt x="1605320" y="1966137"/>
                </a:lnTo>
                <a:close/>
                <a:moveTo>
                  <a:pt x="1742586" y="1658248"/>
                </a:moveTo>
                <a:lnTo>
                  <a:pt x="1742836" y="1659859"/>
                </a:lnTo>
                <a:lnTo>
                  <a:pt x="1745744" y="1659181"/>
                </a:lnTo>
                <a:lnTo>
                  <a:pt x="1745250" y="1657043"/>
                </a:lnTo>
                <a:close/>
                <a:moveTo>
                  <a:pt x="1781590" y="1570857"/>
                </a:moveTo>
                <a:lnTo>
                  <a:pt x="1781851" y="1570737"/>
                </a:lnTo>
                <a:lnTo>
                  <a:pt x="1782015" y="1570563"/>
                </a:lnTo>
                <a:close/>
                <a:moveTo>
                  <a:pt x="1863138" y="1388096"/>
                </a:moveTo>
                <a:lnTo>
                  <a:pt x="1865206" y="1390202"/>
                </a:lnTo>
                <a:lnTo>
                  <a:pt x="1867756" y="1387971"/>
                </a:lnTo>
                <a:lnTo>
                  <a:pt x="1874860" y="1381474"/>
                </a:lnTo>
                <a:close/>
                <a:moveTo>
                  <a:pt x="1842359" y="1434619"/>
                </a:moveTo>
                <a:lnTo>
                  <a:pt x="1860479" y="1418891"/>
                </a:lnTo>
                <a:lnTo>
                  <a:pt x="1860831" y="1418536"/>
                </a:lnTo>
                <a:lnTo>
                  <a:pt x="1859291" y="1416890"/>
                </a:lnTo>
                <a:lnTo>
                  <a:pt x="1858492" y="1417413"/>
                </a:lnTo>
                <a:lnTo>
                  <a:pt x="1851168" y="1421795"/>
                </a:lnTo>
                <a:close/>
                <a:moveTo>
                  <a:pt x="1577576" y="2027511"/>
                </a:moveTo>
                <a:lnTo>
                  <a:pt x="1577380" y="2028556"/>
                </a:lnTo>
                <a:lnTo>
                  <a:pt x="1577753" y="2028487"/>
                </a:lnTo>
                <a:close/>
                <a:moveTo>
                  <a:pt x="1518495" y="2159770"/>
                </a:moveTo>
                <a:lnTo>
                  <a:pt x="1517497" y="2163182"/>
                </a:lnTo>
                <a:lnTo>
                  <a:pt x="1519082" y="2163343"/>
                </a:lnTo>
                <a:close/>
                <a:moveTo>
                  <a:pt x="1793703" y="1543375"/>
                </a:moveTo>
                <a:lnTo>
                  <a:pt x="1793975" y="1543334"/>
                </a:lnTo>
                <a:lnTo>
                  <a:pt x="1793896" y="1543200"/>
                </a:lnTo>
                <a:close/>
                <a:moveTo>
                  <a:pt x="1578256" y="2025460"/>
                </a:moveTo>
                <a:lnTo>
                  <a:pt x="1577715" y="2026907"/>
                </a:lnTo>
                <a:lnTo>
                  <a:pt x="1577992" y="2028443"/>
                </a:lnTo>
                <a:lnTo>
                  <a:pt x="1580835" y="2027922"/>
                </a:lnTo>
                <a:lnTo>
                  <a:pt x="1582030" y="2023411"/>
                </a:lnTo>
                <a:lnTo>
                  <a:pt x="1581877" y="2023430"/>
                </a:lnTo>
                <a:close/>
                <a:moveTo>
                  <a:pt x="1782735" y="1567584"/>
                </a:moveTo>
                <a:lnTo>
                  <a:pt x="1782997" y="1568819"/>
                </a:lnTo>
                <a:lnTo>
                  <a:pt x="1784640" y="1567776"/>
                </a:lnTo>
                <a:lnTo>
                  <a:pt x="1785150" y="1567234"/>
                </a:lnTo>
                <a:close/>
                <a:moveTo>
                  <a:pt x="1709846" y="1730788"/>
                </a:moveTo>
                <a:lnTo>
                  <a:pt x="1710074" y="1733184"/>
                </a:lnTo>
                <a:lnTo>
                  <a:pt x="1715676" y="1731353"/>
                </a:lnTo>
                <a:lnTo>
                  <a:pt x="1715031" y="1728549"/>
                </a:lnTo>
                <a:close/>
                <a:moveTo>
                  <a:pt x="1587666" y="2004308"/>
                </a:moveTo>
                <a:lnTo>
                  <a:pt x="1587204" y="2006053"/>
                </a:lnTo>
                <a:lnTo>
                  <a:pt x="1587218" y="2006237"/>
                </a:lnTo>
                <a:lnTo>
                  <a:pt x="1589659" y="2004800"/>
                </a:lnTo>
                <a:lnTo>
                  <a:pt x="1589617" y="2003565"/>
                </a:lnTo>
                <a:lnTo>
                  <a:pt x="1589478" y="2003534"/>
                </a:lnTo>
                <a:close/>
                <a:moveTo>
                  <a:pt x="1794737" y="1540504"/>
                </a:moveTo>
                <a:lnTo>
                  <a:pt x="1794877" y="1541293"/>
                </a:lnTo>
                <a:lnTo>
                  <a:pt x="1795363" y="1541092"/>
                </a:lnTo>
                <a:lnTo>
                  <a:pt x="1795640" y="1540911"/>
                </a:lnTo>
                <a:lnTo>
                  <a:pt x="1796956" y="1539725"/>
                </a:lnTo>
                <a:close/>
                <a:moveTo>
                  <a:pt x="1759315" y="1619818"/>
                </a:moveTo>
                <a:lnTo>
                  <a:pt x="1762533" y="1618807"/>
                </a:lnTo>
                <a:lnTo>
                  <a:pt x="1765029" y="1617168"/>
                </a:lnTo>
                <a:lnTo>
                  <a:pt x="1761137" y="1617339"/>
                </a:lnTo>
                <a:close/>
                <a:moveTo>
                  <a:pt x="1745888" y="1649877"/>
                </a:moveTo>
                <a:lnTo>
                  <a:pt x="1746188" y="1651172"/>
                </a:lnTo>
                <a:lnTo>
                  <a:pt x="1746259" y="1651633"/>
                </a:lnTo>
                <a:lnTo>
                  <a:pt x="1746612" y="1651381"/>
                </a:lnTo>
                <a:lnTo>
                  <a:pt x="1746706" y="1649849"/>
                </a:lnTo>
                <a:close/>
                <a:moveTo>
                  <a:pt x="1780097" y="1573240"/>
                </a:moveTo>
                <a:lnTo>
                  <a:pt x="1782585" y="1571606"/>
                </a:lnTo>
                <a:lnTo>
                  <a:pt x="1781136" y="1572137"/>
                </a:lnTo>
                <a:close/>
                <a:moveTo>
                  <a:pt x="1578918" y="2023687"/>
                </a:moveTo>
                <a:lnTo>
                  <a:pt x="1578423" y="2025011"/>
                </a:lnTo>
                <a:lnTo>
                  <a:pt x="1581065" y="2023531"/>
                </a:lnTo>
                <a:lnTo>
                  <a:pt x="1579834" y="2023684"/>
                </a:lnTo>
                <a:close/>
                <a:moveTo>
                  <a:pt x="1859160" y="1395961"/>
                </a:moveTo>
                <a:lnTo>
                  <a:pt x="1866062" y="1392044"/>
                </a:lnTo>
                <a:lnTo>
                  <a:pt x="1864841" y="1390800"/>
                </a:lnTo>
                <a:lnTo>
                  <a:pt x="1859766" y="1395442"/>
                </a:lnTo>
                <a:close/>
                <a:moveTo>
                  <a:pt x="1587961" y="2003193"/>
                </a:moveTo>
                <a:lnTo>
                  <a:pt x="1587876" y="2003515"/>
                </a:lnTo>
                <a:lnTo>
                  <a:pt x="1588439" y="2003301"/>
                </a:lnTo>
                <a:close/>
                <a:moveTo>
                  <a:pt x="1577928" y="2025643"/>
                </a:moveTo>
                <a:lnTo>
                  <a:pt x="1577867" y="2025965"/>
                </a:lnTo>
                <a:lnTo>
                  <a:pt x="1578004" y="2025601"/>
                </a:lnTo>
                <a:close/>
                <a:moveTo>
                  <a:pt x="1710420" y="1728909"/>
                </a:moveTo>
                <a:lnTo>
                  <a:pt x="1714605" y="1726954"/>
                </a:lnTo>
                <a:lnTo>
                  <a:pt x="1714424" y="1727312"/>
                </a:lnTo>
                <a:lnTo>
                  <a:pt x="1710667" y="1729067"/>
                </a:lnTo>
                <a:lnTo>
                  <a:pt x="1713312" y="1728343"/>
                </a:lnTo>
                <a:lnTo>
                  <a:pt x="1714826" y="1727658"/>
                </a:lnTo>
                <a:lnTo>
                  <a:pt x="1714527" y="1726361"/>
                </a:lnTo>
                <a:lnTo>
                  <a:pt x="1711568" y="1727559"/>
                </a:lnTo>
                <a:close/>
                <a:moveTo>
                  <a:pt x="1753275" y="1632940"/>
                </a:moveTo>
                <a:lnTo>
                  <a:pt x="1753332" y="1633001"/>
                </a:lnTo>
                <a:lnTo>
                  <a:pt x="1753535" y="1632950"/>
                </a:lnTo>
                <a:lnTo>
                  <a:pt x="1754085" y="1632739"/>
                </a:lnTo>
                <a:lnTo>
                  <a:pt x="1754039" y="1632522"/>
                </a:lnTo>
                <a:close/>
                <a:moveTo>
                  <a:pt x="1603402" y="1968532"/>
                </a:moveTo>
                <a:lnTo>
                  <a:pt x="1605995" y="1967738"/>
                </a:lnTo>
                <a:lnTo>
                  <a:pt x="1604500" y="1967160"/>
                </a:lnTo>
                <a:close/>
                <a:moveTo>
                  <a:pt x="1775675" y="1582774"/>
                </a:moveTo>
                <a:lnTo>
                  <a:pt x="1775627" y="1583831"/>
                </a:lnTo>
                <a:lnTo>
                  <a:pt x="1776906" y="1582296"/>
                </a:lnTo>
                <a:lnTo>
                  <a:pt x="1776794" y="1582002"/>
                </a:lnTo>
                <a:close/>
                <a:moveTo>
                  <a:pt x="1631695" y="1904908"/>
                </a:moveTo>
                <a:lnTo>
                  <a:pt x="1631754" y="1904904"/>
                </a:lnTo>
                <a:lnTo>
                  <a:pt x="1631775" y="1904864"/>
                </a:lnTo>
                <a:close/>
                <a:moveTo>
                  <a:pt x="1782607" y="1566976"/>
                </a:moveTo>
                <a:lnTo>
                  <a:pt x="1782704" y="1567437"/>
                </a:lnTo>
                <a:lnTo>
                  <a:pt x="1785313" y="1567060"/>
                </a:lnTo>
                <a:lnTo>
                  <a:pt x="1786357" y="1565953"/>
                </a:lnTo>
                <a:close/>
                <a:moveTo>
                  <a:pt x="1800444" y="1526886"/>
                </a:moveTo>
                <a:lnTo>
                  <a:pt x="1800811" y="1527612"/>
                </a:lnTo>
                <a:lnTo>
                  <a:pt x="1804103" y="1525310"/>
                </a:lnTo>
                <a:close/>
                <a:moveTo>
                  <a:pt x="1630778" y="1906734"/>
                </a:moveTo>
                <a:lnTo>
                  <a:pt x="1630732" y="1906872"/>
                </a:lnTo>
                <a:lnTo>
                  <a:pt x="1630804" y="1906733"/>
                </a:lnTo>
                <a:close/>
                <a:moveTo>
                  <a:pt x="1631058" y="1905899"/>
                </a:moveTo>
                <a:lnTo>
                  <a:pt x="1630873" y="1906451"/>
                </a:lnTo>
                <a:lnTo>
                  <a:pt x="1630950" y="1906453"/>
                </a:lnTo>
                <a:lnTo>
                  <a:pt x="1631248" y="1905880"/>
                </a:lnTo>
                <a:close/>
                <a:moveTo>
                  <a:pt x="1709742" y="1729707"/>
                </a:moveTo>
                <a:lnTo>
                  <a:pt x="1709765" y="1729944"/>
                </a:lnTo>
                <a:lnTo>
                  <a:pt x="1711138" y="1729324"/>
                </a:lnTo>
                <a:close/>
                <a:moveTo>
                  <a:pt x="1600128" y="1975029"/>
                </a:moveTo>
                <a:lnTo>
                  <a:pt x="1601192" y="1975057"/>
                </a:lnTo>
                <a:lnTo>
                  <a:pt x="1600960" y="1973309"/>
                </a:lnTo>
                <a:close/>
                <a:moveTo>
                  <a:pt x="1571372" y="2039353"/>
                </a:moveTo>
                <a:lnTo>
                  <a:pt x="1571398" y="2043570"/>
                </a:lnTo>
                <a:lnTo>
                  <a:pt x="1573119" y="2043589"/>
                </a:lnTo>
                <a:lnTo>
                  <a:pt x="1573963" y="2039099"/>
                </a:lnTo>
                <a:close/>
                <a:moveTo>
                  <a:pt x="1538761" y="2112357"/>
                </a:moveTo>
                <a:lnTo>
                  <a:pt x="1538839" y="2112373"/>
                </a:lnTo>
                <a:lnTo>
                  <a:pt x="1540166" y="2112565"/>
                </a:lnTo>
                <a:lnTo>
                  <a:pt x="1540251" y="2112147"/>
                </a:lnTo>
                <a:lnTo>
                  <a:pt x="1540086" y="2112097"/>
                </a:lnTo>
                <a:close/>
                <a:moveTo>
                  <a:pt x="1757753" y="1621943"/>
                </a:moveTo>
                <a:lnTo>
                  <a:pt x="1758055" y="1621745"/>
                </a:lnTo>
                <a:lnTo>
                  <a:pt x="1757852" y="1621809"/>
                </a:lnTo>
                <a:close/>
                <a:moveTo>
                  <a:pt x="1599214" y="1976920"/>
                </a:moveTo>
                <a:lnTo>
                  <a:pt x="1601418" y="1976759"/>
                </a:lnTo>
                <a:lnTo>
                  <a:pt x="1601376" y="1976446"/>
                </a:lnTo>
                <a:lnTo>
                  <a:pt x="1601066" y="1976408"/>
                </a:lnTo>
                <a:lnTo>
                  <a:pt x="1599307" y="1976728"/>
                </a:lnTo>
                <a:close/>
                <a:moveTo>
                  <a:pt x="1578295" y="2023690"/>
                </a:moveTo>
                <a:lnTo>
                  <a:pt x="1578002" y="2025247"/>
                </a:lnTo>
                <a:lnTo>
                  <a:pt x="1578172" y="2025153"/>
                </a:lnTo>
                <a:lnTo>
                  <a:pt x="1578719" y="2023689"/>
                </a:lnTo>
                <a:close/>
                <a:moveTo>
                  <a:pt x="1598797" y="1977782"/>
                </a:moveTo>
                <a:lnTo>
                  <a:pt x="1601524" y="1977561"/>
                </a:lnTo>
                <a:lnTo>
                  <a:pt x="1601441" y="1976932"/>
                </a:lnTo>
                <a:lnTo>
                  <a:pt x="1599110" y="1977134"/>
                </a:lnTo>
                <a:close/>
                <a:moveTo>
                  <a:pt x="1520351" y="2153425"/>
                </a:moveTo>
                <a:lnTo>
                  <a:pt x="1518689" y="2159107"/>
                </a:lnTo>
                <a:lnTo>
                  <a:pt x="1519389" y="2163375"/>
                </a:lnTo>
                <a:lnTo>
                  <a:pt x="1520719" y="2163509"/>
                </a:lnTo>
                <a:lnTo>
                  <a:pt x="1522199" y="2161525"/>
                </a:lnTo>
                <a:lnTo>
                  <a:pt x="1529176" y="2151912"/>
                </a:lnTo>
                <a:lnTo>
                  <a:pt x="1527975" y="2151660"/>
                </a:lnTo>
                <a:close/>
                <a:moveTo>
                  <a:pt x="1588757" y="2000190"/>
                </a:moveTo>
                <a:lnTo>
                  <a:pt x="1588504" y="2001148"/>
                </a:lnTo>
                <a:lnTo>
                  <a:pt x="1589532" y="2001085"/>
                </a:lnTo>
                <a:lnTo>
                  <a:pt x="1589496" y="2000043"/>
                </a:lnTo>
                <a:close/>
                <a:moveTo>
                  <a:pt x="1555701" y="2074206"/>
                </a:moveTo>
                <a:lnTo>
                  <a:pt x="1562401" y="2070774"/>
                </a:lnTo>
                <a:lnTo>
                  <a:pt x="1565836" y="2063397"/>
                </a:lnTo>
                <a:lnTo>
                  <a:pt x="1562853" y="2063695"/>
                </a:lnTo>
                <a:close/>
                <a:moveTo>
                  <a:pt x="1797306" y="1533049"/>
                </a:moveTo>
                <a:lnTo>
                  <a:pt x="1797781" y="1535497"/>
                </a:lnTo>
                <a:lnTo>
                  <a:pt x="1799255" y="1534568"/>
                </a:lnTo>
                <a:lnTo>
                  <a:pt x="1801425" y="1532768"/>
                </a:lnTo>
                <a:lnTo>
                  <a:pt x="1800782" y="1531494"/>
                </a:lnTo>
                <a:lnTo>
                  <a:pt x="1799573" y="1532035"/>
                </a:lnTo>
                <a:lnTo>
                  <a:pt x="1799593" y="1532238"/>
                </a:lnTo>
                <a:lnTo>
                  <a:pt x="1799449" y="1532090"/>
                </a:lnTo>
                <a:close/>
                <a:moveTo>
                  <a:pt x="1878776" y="1350536"/>
                </a:moveTo>
                <a:lnTo>
                  <a:pt x="1895404" y="1339688"/>
                </a:lnTo>
                <a:lnTo>
                  <a:pt x="1893662" y="1337889"/>
                </a:lnTo>
                <a:lnTo>
                  <a:pt x="1892087" y="1336363"/>
                </a:lnTo>
                <a:lnTo>
                  <a:pt x="1883910" y="1343935"/>
                </a:lnTo>
                <a:lnTo>
                  <a:pt x="1881483" y="1346122"/>
                </a:lnTo>
                <a:close/>
                <a:moveTo>
                  <a:pt x="1794488" y="1539108"/>
                </a:moveTo>
                <a:lnTo>
                  <a:pt x="1794647" y="1540003"/>
                </a:lnTo>
                <a:lnTo>
                  <a:pt x="1797921" y="1538855"/>
                </a:lnTo>
                <a:lnTo>
                  <a:pt x="1798040" y="1538747"/>
                </a:lnTo>
                <a:lnTo>
                  <a:pt x="1797596" y="1536458"/>
                </a:lnTo>
                <a:close/>
                <a:moveTo>
                  <a:pt x="1892927" y="1318682"/>
                </a:moveTo>
                <a:lnTo>
                  <a:pt x="1909511" y="1308541"/>
                </a:lnTo>
                <a:lnTo>
                  <a:pt x="1917538" y="1303483"/>
                </a:lnTo>
                <a:lnTo>
                  <a:pt x="1923977" y="1286132"/>
                </a:lnTo>
                <a:lnTo>
                  <a:pt x="1910343" y="1302169"/>
                </a:lnTo>
                <a:lnTo>
                  <a:pt x="1894258" y="1317037"/>
                </a:lnTo>
                <a:close/>
                <a:moveTo>
                  <a:pt x="1595398" y="1984811"/>
                </a:moveTo>
                <a:lnTo>
                  <a:pt x="1600888" y="1984095"/>
                </a:lnTo>
                <a:lnTo>
                  <a:pt x="1602028" y="1981366"/>
                </a:lnTo>
                <a:lnTo>
                  <a:pt x="1601929" y="1980613"/>
                </a:lnTo>
                <a:lnTo>
                  <a:pt x="1597305" y="1981041"/>
                </a:lnTo>
                <a:lnTo>
                  <a:pt x="1597202" y="1981081"/>
                </a:lnTo>
                <a:close/>
                <a:moveTo>
                  <a:pt x="1751151" y="1636029"/>
                </a:moveTo>
                <a:lnTo>
                  <a:pt x="1752204" y="1637844"/>
                </a:lnTo>
                <a:lnTo>
                  <a:pt x="1754859" y="1636344"/>
                </a:lnTo>
                <a:lnTo>
                  <a:pt x="1754522" y="1634774"/>
                </a:lnTo>
                <a:lnTo>
                  <a:pt x="1754498" y="1634748"/>
                </a:lnTo>
                <a:close/>
                <a:moveTo>
                  <a:pt x="1779577" y="1572252"/>
                </a:moveTo>
                <a:lnTo>
                  <a:pt x="1780842" y="1571807"/>
                </a:lnTo>
                <a:lnTo>
                  <a:pt x="1781661" y="1570938"/>
                </a:lnTo>
                <a:lnTo>
                  <a:pt x="1781099" y="1571198"/>
                </a:lnTo>
                <a:close/>
                <a:moveTo>
                  <a:pt x="1584505" y="2009040"/>
                </a:moveTo>
                <a:lnTo>
                  <a:pt x="1585412" y="2010652"/>
                </a:lnTo>
                <a:lnTo>
                  <a:pt x="1586052" y="2008233"/>
                </a:lnTo>
                <a:lnTo>
                  <a:pt x="1586045" y="2008133"/>
                </a:lnTo>
                <a:close/>
                <a:moveTo>
                  <a:pt x="1584304" y="2009291"/>
                </a:moveTo>
                <a:lnTo>
                  <a:pt x="1581534" y="2016698"/>
                </a:lnTo>
                <a:lnTo>
                  <a:pt x="1584014" y="2015926"/>
                </a:lnTo>
                <a:lnTo>
                  <a:pt x="1585302" y="2011067"/>
                </a:lnTo>
                <a:close/>
                <a:moveTo>
                  <a:pt x="1586993" y="2003238"/>
                </a:moveTo>
                <a:lnTo>
                  <a:pt x="1587037" y="2003835"/>
                </a:lnTo>
                <a:lnTo>
                  <a:pt x="1587238" y="2003758"/>
                </a:lnTo>
                <a:lnTo>
                  <a:pt x="1587416" y="2003090"/>
                </a:lnTo>
                <a:close/>
                <a:moveTo>
                  <a:pt x="1857557" y="1397332"/>
                </a:moveTo>
                <a:lnTo>
                  <a:pt x="1859714" y="1401799"/>
                </a:lnTo>
                <a:lnTo>
                  <a:pt x="1865581" y="1399936"/>
                </a:lnTo>
                <a:lnTo>
                  <a:pt x="1868969" y="1395003"/>
                </a:lnTo>
                <a:lnTo>
                  <a:pt x="1866245" y="1392228"/>
                </a:lnTo>
                <a:lnTo>
                  <a:pt x="1858158" y="1396818"/>
                </a:lnTo>
                <a:close/>
                <a:moveTo>
                  <a:pt x="1877596" y="1352459"/>
                </a:moveTo>
                <a:lnTo>
                  <a:pt x="1878923" y="1351803"/>
                </a:lnTo>
                <a:lnTo>
                  <a:pt x="1896363" y="1340679"/>
                </a:lnTo>
                <a:lnTo>
                  <a:pt x="1895884" y="1340185"/>
                </a:lnTo>
                <a:lnTo>
                  <a:pt x="1877949" y="1351884"/>
                </a:lnTo>
                <a:close/>
                <a:moveTo>
                  <a:pt x="1521279" y="2150253"/>
                </a:moveTo>
                <a:lnTo>
                  <a:pt x="1520666" y="2152349"/>
                </a:lnTo>
                <a:lnTo>
                  <a:pt x="1525701" y="2151183"/>
                </a:lnTo>
                <a:close/>
                <a:moveTo>
                  <a:pt x="1571363" y="2037990"/>
                </a:moveTo>
                <a:lnTo>
                  <a:pt x="1571368" y="2038853"/>
                </a:lnTo>
                <a:lnTo>
                  <a:pt x="1571441" y="2038849"/>
                </a:lnTo>
                <a:lnTo>
                  <a:pt x="1574059" y="2038593"/>
                </a:lnTo>
                <a:lnTo>
                  <a:pt x="1574147" y="2038127"/>
                </a:lnTo>
                <a:close/>
                <a:moveTo>
                  <a:pt x="1763560" y="1607594"/>
                </a:moveTo>
                <a:lnTo>
                  <a:pt x="1764694" y="1609864"/>
                </a:lnTo>
                <a:lnTo>
                  <a:pt x="1767193" y="1606464"/>
                </a:lnTo>
                <a:close/>
                <a:moveTo>
                  <a:pt x="1776265" y="1579109"/>
                </a:moveTo>
                <a:lnTo>
                  <a:pt x="1776785" y="1580473"/>
                </a:lnTo>
                <a:lnTo>
                  <a:pt x="1777404" y="1580082"/>
                </a:lnTo>
                <a:lnTo>
                  <a:pt x="1777042" y="1579731"/>
                </a:lnTo>
                <a:close/>
                <a:moveTo>
                  <a:pt x="1591278" y="1993330"/>
                </a:moveTo>
                <a:lnTo>
                  <a:pt x="1597959" y="1991100"/>
                </a:lnTo>
                <a:lnTo>
                  <a:pt x="1600740" y="1984448"/>
                </a:lnTo>
                <a:lnTo>
                  <a:pt x="1595226" y="1985166"/>
                </a:lnTo>
                <a:close/>
                <a:moveTo>
                  <a:pt x="1793265" y="1541021"/>
                </a:moveTo>
                <a:lnTo>
                  <a:pt x="1793709" y="1541775"/>
                </a:lnTo>
                <a:lnTo>
                  <a:pt x="1794738" y="1541351"/>
                </a:lnTo>
                <a:lnTo>
                  <a:pt x="1794596" y="1540554"/>
                </a:lnTo>
                <a:close/>
                <a:moveTo>
                  <a:pt x="1749093" y="1639841"/>
                </a:moveTo>
                <a:lnTo>
                  <a:pt x="1748949" y="1642193"/>
                </a:lnTo>
                <a:lnTo>
                  <a:pt x="1751232" y="1641165"/>
                </a:lnTo>
                <a:lnTo>
                  <a:pt x="1752784" y="1639156"/>
                </a:lnTo>
                <a:lnTo>
                  <a:pt x="1752158" y="1638109"/>
                </a:lnTo>
                <a:close/>
                <a:moveTo>
                  <a:pt x="1590027" y="1995919"/>
                </a:moveTo>
                <a:lnTo>
                  <a:pt x="1590053" y="1996682"/>
                </a:lnTo>
                <a:lnTo>
                  <a:pt x="1591707" y="1997064"/>
                </a:lnTo>
                <a:lnTo>
                  <a:pt x="1593486" y="1996136"/>
                </a:lnTo>
                <a:lnTo>
                  <a:pt x="1596542" y="1994490"/>
                </a:lnTo>
                <a:lnTo>
                  <a:pt x="1597239" y="1992824"/>
                </a:lnTo>
                <a:lnTo>
                  <a:pt x="1590423" y="1995099"/>
                </a:lnTo>
                <a:close/>
                <a:moveTo>
                  <a:pt x="1633589" y="1898332"/>
                </a:moveTo>
                <a:lnTo>
                  <a:pt x="1632300" y="1902187"/>
                </a:lnTo>
                <a:lnTo>
                  <a:pt x="1633310" y="1901627"/>
                </a:lnTo>
                <a:lnTo>
                  <a:pt x="1635082" y="1897553"/>
                </a:lnTo>
                <a:close/>
                <a:moveTo>
                  <a:pt x="1585827" y="2005221"/>
                </a:moveTo>
                <a:lnTo>
                  <a:pt x="1584946" y="2007575"/>
                </a:lnTo>
                <a:lnTo>
                  <a:pt x="1585959" y="2006979"/>
                </a:lnTo>
                <a:close/>
                <a:moveTo>
                  <a:pt x="1755761" y="1624653"/>
                </a:moveTo>
                <a:lnTo>
                  <a:pt x="1756091" y="1626206"/>
                </a:lnTo>
                <a:lnTo>
                  <a:pt x="1756383" y="1626090"/>
                </a:lnTo>
                <a:lnTo>
                  <a:pt x="1759560" y="1623117"/>
                </a:lnTo>
                <a:lnTo>
                  <a:pt x="1758500" y="1622121"/>
                </a:lnTo>
                <a:lnTo>
                  <a:pt x="1756805" y="1623232"/>
                </a:lnTo>
                <a:close/>
                <a:moveTo>
                  <a:pt x="1801581" y="1522024"/>
                </a:moveTo>
                <a:lnTo>
                  <a:pt x="1805312" y="1524464"/>
                </a:lnTo>
                <a:lnTo>
                  <a:pt x="1814262" y="1518203"/>
                </a:lnTo>
                <a:lnTo>
                  <a:pt x="1813001" y="1514403"/>
                </a:lnTo>
                <a:lnTo>
                  <a:pt x="1804023" y="1519457"/>
                </a:lnTo>
                <a:close/>
                <a:moveTo>
                  <a:pt x="1739115" y="1661804"/>
                </a:moveTo>
                <a:lnTo>
                  <a:pt x="1739936" y="1663677"/>
                </a:lnTo>
                <a:lnTo>
                  <a:pt x="1740235" y="1663950"/>
                </a:lnTo>
                <a:lnTo>
                  <a:pt x="1742438" y="1662632"/>
                </a:lnTo>
                <a:lnTo>
                  <a:pt x="1742187" y="1661016"/>
                </a:lnTo>
                <a:close/>
                <a:moveTo>
                  <a:pt x="1794312" y="1538121"/>
                </a:moveTo>
                <a:lnTo>
                  <a:pt x="1794397" y="1538598"/>
                </a:lnTo>
                <a:lnTo>
                  <a:pt x="1797056" y="1536392"/>
                </a:lnTo>
                <a:close/>
                <a:moveTo>
                  <a:pt x="1775826" y="1579456"/>
                </a:moveTo>
                <a:lnTo>
                  <a:pt x="1775750" y="1581127"/>
                </a:lnTo>
                <a:lnTo>
                  <a:pt x="1776323" y="1580765"/>
                </a:lnTo>
                <a:close/>
                <a:moveTo>
                  <a:pt x="1587468" y="2001211"/>
                </a:moveTo>
                <a:lnTo>
                  <a:pt x="1587921" y="2001183"/>
                </a:lnTo>
                <a:lnTo>
                  <a:pt x="1588151" y="2000311"/>
                </a:lnTo>
                <a:lnTo>
                  <a:pt x="1587877" y="2000367"/>
                </a:lnTo>
                <a:close/>
                <a:moveTo>
                  <a:pt x="1886833" y="1330703"/>
                </a:moveTo>
                <a:lnTo>
                  <a:pt x="1887167" y="1331026"/>
                </a:lnTo>
                <a:lnTo>
                  <a:pt x="1892106" y="1336131"/>
                </a:lnTo>
                <a:lnTo>
                  <a:pt x="1893137" y="1335201"/>
                </a:lnTo>
                <a:lnTo>
                  <a:pt x="1897176" y="1331461"/>
                </a:lnTo>
                <a:lnTo>
                  <a:pt x="1890489" y="1328017"/>
                </a:lnTo>
                <a:close/>
                <a:moveTo>
                  <a:pt x="1584169" y="2008032"/>
                </a:moveTo>
                <a:lnTo>
                  <a:pt x="1584544" y="2007812"/>
                </a:lnTo>
                <a:lnTo>
                  <a:pt x="1585312" y="2005671"/>
                </a:lnTo>
                <a:close/>
                <a:moveTo>
                  <a:pt x="1776057" y="1578348"/>
                </a:moveTo>
                <a:lnTo>
                  <a:pt x="1777674" y="1579911"/>
                </a:lnTo>
                <a:lnTo>
                  <a:pt x="1780247" y="1578285"/>
                </a:lnTo>
                <a:lnTo>
                  <a:pt x="1782181" y="1575964"/>
                </a:lnTo>
                <a:close/>
                <a:moveTo>
                  <a:pt x="1571353" y="2036595"/>
                </a:moveTo>
                <a:lnTo>
                  <a:pt x="1571360" y="2037523"/>
                </a:lnTo>
                <a:lnTo>
                  <a:pt x="1574233" y="2037665"/>
                </a:lnTo>
                <a:lnTo>
                  <a:pt x="1574531" y="2036083"/>
                </a:lnTo>
                <a:close/>
                <a:moveTo>
                  <a:pt x="1891601" y="1319494"/>
                </a:moveTo>
                <a:lnTo>
                  <a:pt x="1891871" y="1319330"/>
                </a:lnTo>
                <a:lnTo>
                  <a:pt x="1892141" y="1318995"/>
                </a:lnTo>
                <a:close/>
                <a:moveTo>
                  <a:pt x="1552310" y="2079189"/>
                </a:moveTo>
                <a:lnTo>
                  <a:pt x="1557895" y="2080447"/>
                </a:lnTo>
                <a:lnTo>
                  <a:pt x="1559182" y="2077683"/>
                </a:lnTo>
                <a:lnTo>
                  <a:pt x="1556846" y="2076780"/>
                </a:lnTo>
                <a:lnTo>
                  <a:pt x="1552399" y="2079059"/>
                </a:lnTo>
                <a:close/>
                <a:moveTo>
                  <a:pt x="1792914" y="1540428"/>
                </a:moveTo>
                <a:lnTo>
                  <a:pt x="1793004" y="1540580"/>
                </a:lnTo>
                <a:lnTo>
                  <a:pt x="1794506" y="1540053"/>
                </a:lnTo>
                <a:lnTo>
                  <a:pt x="1794357" y="1539219"/>
                </a:lnTo>
                <a:lnTo>
                  <a:pt x="1793900" y="1539610"/>
                </a:lnTo>
                <a:close/>
                <a:moveTo>
                  <a:pt x="1745247" y="1647103"/>
                </a:moveTo>
                <a:lnTo>
                  <a:pt x="1745370" y="1647635"/>
                </a:lnTo>
                <a:lnTo>
                  <a:pt x="1745576" y="1647627"/>
                </a:lnTo>
                <a:lnTo>
                  <a:pt x="1745279" y="1647088"/>
                </a:lnTo>
                <a:close/>
                <a:moveTo>
                  <a:pt x="1902592" y="1294769"/>
                </a:moveTo>
                <a:lnTo>
                  <a:pt x="1905142" y="1293626"/>
                </a:lnTo>
                <a:lnTo>
                  <a:pt x="1906279" y="1291935"/>
                </a:lnTo>
                <a:lnTo>
                  <a:pt x="1908830" y="1287792"/>
                </a:lnTo>
                <a:lnTo>
                  <a:pt x="1908854" y="1287996"/>
                </a:lnTo>
                <a:lnTo>
                  <a:pt x="1908074" y="1289263"/>
                </a:lnTo>
                <a:lnTo>
                  <a:pt x="1913588" y="1281056"/>
                </a:lnTo>
                <a:lnTo>
                  <a:pt x="1912369" y="1281918"/>
                </a:lnTo>
                <a:close/>
                <a:moveTo>
                  <a:pt x="1754035" y="1627310"/>
                </a:moveTo>
                <a:lnTo>
                  <a:pt x="1754136" y="1627523"/>
                </a:lnTo>
                <a:lnTo>
                  <a:pt x="1755824" y="1626600"/>
                </a:lnTo>
                <a:lnTo>
                  <a:pt x="1755824" y="1626599"/>
                </a:lnTo>
                <a:close/>
                <a:moveTo>
                  <a:pt x="1741966" y="1654256"/>
                </a:moveTo>
                <a:lnTo>
                  <a:pt x="1741971" y="1654287"/>
                </a:lnTo>
                <a:lnTo>
                  <a:pt x="1742418" y="1654188"/>
                </a:lnTo>
                <a:lnTo>
                  <a:pt x="1742558" y="1654108"/>
                </a:lnTo>
                <a:close/>
                <a:moveTo>
                  <a:pt x="1736121" y="1667230"/>
                </a:moveTo>
                <a:lnTo>
                  <a:pt x="1737465" y="1669664"/>
                </a:lnTo>
                <a:lnTo>
                  <a:pt x="1739907" y="1667544"/>
                </a:lnTo>
                <a:lnTo>
                  <a:pt x="1738489" y="1666241"/>
                </a:lnTo>
                <a:lnTo>
                  <a:pt x="1737313" y="1666517"/>
                </a:lnTo>
                <a:close/>
                <a:moveTo>
                  <a:pt x="1876988" y="1351703"/>
                </a:moveTo>
                <a:lnTo>
                  <a:pt x="1878091" y="1350983"/>
                </a:lnTo>
                <a:lnTo>
                  <a:pt x="1881025" y="1346535"/>
                </a:lnTo>
                <a:lnTo>
                  <a:pt x="1880260" y="1347224"/>
                </a:lnTo>
                <a:lnTo>
                  <a:pt x="1880262" y="1347268"/>
                </a:lnTo>
                <a:close/>
                <a:moveTo>
                  <a:pt x="1523025" y="2144284"/>
                </a:moveTo>
                <a:lnTo>
                  <a:pt x="1521365" y="2149959"/>
                </a:lnTo>
                <a:lnTo>
                  <a:pt x="1526406" y="2151018"/>
                </a:lnTo>
                <a:lnTo>
                  <a:pt x="1530516" y="2150066"/>
                </a:lnTo>
                <a:lnTo>
                  <a:pt x="1533290" y="2146243"/>
                </a:lnTo>
                <a:lnTo>
                  <a:pt x="1533370" y="2145854"/>
                </a:lnTo>
                <a:lnTo>
                  <a:pt x="1532475" y="2145752"/>
                </a:lnTo>
                <a:close/>
                <a:moveTo>
                  <a:pt x="1754013" y="1627032"/>
                </a:moveTo>
                <a:lnTo>
                  <a:pt x="1755767" y="1626335"/>
                </a:lnTo>
                <a:lnTo>
                  <a:pt x="1755489" y="1625024"/>
                </a:lnTo>
                <a:close/>
                <a:moveTo>
                  <a:pt x="1589344" y="1995666"/>
                </a:moveTo>
                <a:lnTo>
                  <a:pt x="1589177" y="1996133"/>
                </a:lnTo>
                <a:lnTo>
                  <a:pt x="1589348" y="1995778"/>
                </a:lnTo>
                <a:close/>
                <a:moveTo>
                  <a:pt x="1597617" y="1977037"/>
                </a:moveTo>
                <a:lnTo>
                  <a:pt x="1598440" y="1976976"/>
                </a:lnTo>
                <a:lnTo>
                  <a:pt x="1598487" y="1976878"/>
                </a:lnTo>
                <a:close/>
                <a:moveTo>
                  <a:pt x="1835185" y="1445062"/>
                </a:moveTo>
                <a:lnTo>
                  <a:pt x="1839641" y="1443881"/>
                </a:lnTo>
                <a:lnTo>
                  <a:pt x="1849032" y="1438091"/>
                </a:lnTo>
                <a:lnTo>
                  <a:pt x="1862050" y="1420496"/>
                </a:lnTo>
                <a:lnTo>
                  <a:pt x="1845525" y="1435106"/>
                </a:lnTo>
                <a:lnTo>
                  <a:pt x="1838184" y="1440696"/>
                </a:lnTo>
                <a:close/>
                <a:moveTo>
                  <a:pt x="1579615" y="2017295"/>
                </a:moveTo>
                <a:lnTo>
                  <a:pt x="1581308" y="2016769"/>
                </a:lnTo>
                <a:lnTo>
                  <a:pt x="1581869" y="2015268"/>
                </a:lnTo>
                <a:lnTo>
                  <a:pt x="1583996" y="2009340"/>
                </a:lnTo>
                <a:lnTo>
                  <a:pt x="1583355" y="2009717"/>
                </a:lnTo>
                <a:lnTo>
                  <a:pt x="1581869" y="2012790"/>
                </a:lnTo>
                <a:close/>
                <a:moveTo>
                  <a:pt x="1895952" y="1308945"/>
                </a:moveTo>
                <a:lnTo>
                  <a:pt x="1907028" y="1299723"/>
                </a:lnTo>
                <a:lnTo>
                  <a:pt x="1909771" y="1297188"/>
                </a:lnTo>
                <a:lnTo>
                  <a:pt x="1916494" y="1288871"/>
                </a:lnTo>
                <a:lnTo>
                  <a:pt x="1908068" y="1292645"/>
                </a:lnTo>
                <a:lnTo>
                  <a:pt x="1903281" y="1297287"/>
                </a:lnTo>
                <a:lnTo>
                  <a:pt x="1901494" y="1299946"/>
                </a:lnTo>
                <a:close/>
                <a:moveTo>
                  <a:pt x="1741906" y="1653871"/>
                </a:moveTo>
                <a:lnTo>
                  <a:pt x="1741928" y="1654012"/>
                </a:lnTo>
                <a:lnTo>
                  <a:pt x="1743296" y="1653689"/>
                </a:lnTo>
                <a:lnTo>
                  <a:pt x="1743697" y="1653461"/>
                </a:lnTo>
                <a:lnTo>
                  <a:pt x="1744319" y="1653017"/>
                </a:lnTo>
                <a:lnTo>
                  <a:pt x="1743908" y="1651237"/>
                </a:lnTo>
                <a:close/>
                <a:moveTo>
                  <a:pt x="1775906" y="1577689"/>
                </a:moveTo>
                <a:lnTo>
                  <a:pt x="1775893" y="1577973"/>
                </a:lnTo>
                <a:lnTo>
                  <a:pt x="1782721" y="1575315"/>
                </a:lnTo>
                <a:lnTo>
                  <a:pt x="1787228" y="1569905"/>
                </a:lnTo>
                <a:lnTo>
                  <a:pt x="1784065" y="1571065"/>
                </a:lnTo>
                <a:lnTo>
                  <a:pt x="1783546" y="1571415"/>
                </a:lnTo>
                <a:lnTo>
                  <a:pt x="1784002" y="1573569"/>
                </a:lnTo>
                <a:lnTo>
                  <a:pt x="1783844" y="1573890"/>
                </a:lnTo>
                <a:lnTo>
                  <a:pt x="1783349" y="1571549"/>
                </a:lnTo>
                <a:lnTo>
                  <a:pt x="1778782" y="1574636"/>
                </a:lnTo>
                <a:close/>
                <a:moveTo>
                  <a:pt x="1868452" y="1370383"/>
                </a:moveTo>
                <a:lnTo>
                  <a:pt x="1869641" y="1369847"/>
                </a:lnTo>
                <a:lnTo>
                  <a:pt x="1869409" y="1369343"/>
                </a:lnTo>
                <a:close/>
                <a:moveTo>
                  <a:pt x="1654246" y="1850024"/>
                </a:moveTo>
                <a:lnTo>
                  <a:pt x="1654658" y="1850077"/>
                </a:lnTo>
                <a:lnTo>
                  <a:pt x="1654853" y="1849556"/>
                </a:lnTo>
                <a:close/>
                <a:moveTo>
                  <a:pt x="1738163" y="1662048"/>
                </a:moveTo>
                <a:lnTo>
                  <a:pt x="1739518" y="1663293"/>
                </a:lnTo>
                <a:lnTo>
                  <a:pt x="1738890" y="1661862"/>
                </a:lnTo>
                <a:close/>
                <a:moveTo>
                  <a:pt x="1753424" y="1627832"/>
                </a:moveTo>
                <a:lnTo>
                  <a:pt x="1753440" y="1627905"/>
                </a:lnTo>
                <a:lnTo>
                  <a:pt x="1753543" y="1627847"/>
                </a:lnTo>
                <a:lnTo>
                  <a:pt x="1753489" y="1627744"/>
                </a:lnTo>
                <a:close/>
                <a:moveTo>
                  <a:pt x="1620338" y="1925705"/>
                </a:moveTo>
                <a:lnTo>
                  <a:pt x="1620359" y="1926260"/>
                </a:lnTo>
                <a:lnTo>
                  <a:pt x="1620745" y="1926111"/>
                </a:lnTo>
                <a:lnTo>
                  <a:pt x="1621142" y="1925344"/>
                </a:lnTo>
                <a:close/>
                <a:moveTo>
                  <a:pt x="1550760" y="2081468"/>
                </a:moveTo>
                <a:lnTo>
                  <a:pt x="1557057" y="2082246"/>
                </a:lnTo>
                <a:lnTo>
                  <a:pt x="1557736" y="2080788"/>
                </a:lnTo>
                <a:lnTo>
                  <a:pt x="1552088" y="2079516"/>
                </a:lnTo>
                <a:close/>
                <a:moveTo>
                  <a:pt x="1598241" y="1974978"/>
                </a:moveTo>
                <a:lnTo>
                  <a:pt x="1599391" y="1975008"/>
                </a:lnTo>
                <a:lnTo>
                  <a:pt x="1600407" y="1972908"/>
                </a:lnTo>
                <a:lnTo>
                  <a:pt x="1599642" y="1973228"/>
                </a:lnTo>
                <a:close/>
                <a:moveTo>
                  <a:pt x="1749283" y="1636745"/>
                </a:moveTo>
                <a:lnTo>
                  <a:pt x="1749108" y="1639593"/>
                </a:lnTo>
                <a:lnTo>
                  <a:pt x="1752051" y="1637931"/>
                </a:lnTo>
                <a:lnTo>
                  <a:pt x="1750958" y="1636104"/>
                </a:lnTo>
                <a:close/>
                <a:moveTo>
                  <a:pt x="1586794" y="2000583"/>
                </a:moveTo>
                <a:lnTo>
                  <a:pt x="1586825" y="2000996"/>
                </a:lnTo>
                <a:lnTo>
                  <a:pt x="1587049" y="2000532"/>
                </a:lnTo>
                <a:close/>
                <a:moveTo>
                  <a:pt x="1801240" y="1520279"/>
                </a:moveTo>
                <a:lnTo>
                  <a:pt x="1803925" y="1518814"/>
                </a:lnTo>
                <a:lnTo>
                  <a:pt x="1811711" y="1510958"/>
                </a:lnTo>
                <a:lnTo>
                  <a:pt x="1810883" y="1508963"/>
                </a:lnTo>
                <a:lnTo>
                  <a:pt x="1809381" y="1510337"/>
                </a:lnTo>
                <a:lnTo>
                  <a:pt x="1804799" y="1516532"/>
                </a:lnTo>
                <a:lnTo>
                  <a:pt x="1801404" y="1519933"/>
                </a:lnTo>
                <a:close/>
                <a:moveTo>
                  <a:pt x="1875757" y="1353369"/>
                </a:moveTo>
                <a:lnTo>
                  <a:pt x="1876886" y="1352810"/>
                </a:lnTo>
                <a:lnTo>
                  <a:pt x="1877155" y="1352403"/>
                </a:lnTo>
                <a:lnTo>
                  <a:pt x="1875835" y="1353263"/>
                </a:lnTo>
                <a:close/>
                <a:moveTo>
                  <a:pt x="1800688" y="1521439"/>
                </a:moveTo>
                <a:lnTo>
                  <a:pt x="1801037" y="1521669"/>
                </a:lnTo>
                <a:lnTo>
                  <a:pt x="1801472" y="1521289"/>
                </a:lnTo>
                <a:lnTo>
                  <a:pt x="1802359" y="1520394"/>
                </a:lnTo>
                <a:lnTo>
                  <a:pt x="1800756" y="1521297"/>
                </a:lnTo>
                <a:close/>
                <a:moveTo>
                  <a:pt x="1800255" y="1522350"/>
                </a:moveTo>
                <a:lnTo>
                  <a:pt x="1800670" y="1521989"/>
                </a:lnTo>
                <a:lnTo>
                  <a:pt x="1800485" y="1521868"/>
                </a:lnTo>
                <a:close/>
                <a:moveTo>
                  <a:pt x="1894431" y="1311369"/>
                </a:moveTo>
                <a:lnTo>
                  <a:pt x="1899110" y="1307043"/>
                </a:lnTo>
                <a:lnTo>
                  <a:pt x="1895008" y="1310458"/>
                </a:lnTo>
                <a:close/>
                <a:moveTo>
                  <a:pt x="1799236" y="1524494"/>
                </a:moveTo>
                <a:lnTo>
                  <a:pt x="1800328" y="1526657"/>
                </a:lnTo>
                <a:lnTo>
                  <a:pt x="1804544" y="1524907"/>
                </a:lnTo>
                <a:lnTo>
                  <a:pt x="1804894" y="1524757"/>
                </a:lnTo>
                <a:lnTo>
                  <a:pt x="1804908" y="1524748"/>
                </a:lnTo>
                <a:lnTo>
                  <a:pt x="1801253" y="1522369"/>
                </a:lnTo>
                <a:lnTo>
                  <a:pt x="1799241" y="1524484"/>
                </a:lnTo>
                <a:close/>
                <a:moveTo>
                  <a:pt x="1622911" y="1919292"/>
                </a:moveTo>
                <a:lnTo>
                  <a:pt x="1624251" y="1919262"/>
                </a:lnTo>
                <a:lnTo>
                  <a:pt x="1624660" y="1918042"/>
                </a:lnTo>
                <a:close/>
                <a:moveTo>
                  <a:pt x="1775959" y="1576545"/>
                </a:moveTo>
                <a:lnTo>
                  <a:pt x="1775937" y="1577015"/>
                </a:lnTo>
                <a:lnTo>
                  <a:pt x="1777119" y="1575761"/>
                </a:lnTo>
                <a:close/>
                <a:moveTo>
                  <a:pt x="1574721" y="2027077"/>
                </a:moveTo>
                <a:lnTo>
                  <a:pt x="1574919" y="2026976"/>
                </a:lnTo>
                <a:lnTo>
                  <a:pt x="1576401" y="2026145"/>
                </a:lnTo>
                <a:lnTo>
                  <a:pt x="1576747" y="2024311"/>
                </a:lnTo>
                <a:lnTo>
                  <a:pt x="1575647" y="2025225"/>
                </a:lnTo>
                <a:close/>
                <a:moveTo>
                  <a:pt x="1797688" y="1527753"/>
                </a:moveTo>
                <a:lnTo>
                  <a:pt x="1798684" y="1527339"/>
                </a:lnTo>
                <a:lnTo>
                  <a:pt x="1798271" y="1526524"/>
                </a:lnTo>
                <a:close/>
                <a:moveTo>
                  <a:pt x="1755326" y="1622603"/>
                </a:moveTo>
                <a:lnTo>
                  <a:pt x="1755327" y="1622610"/>
                </a:lnTo>
                <a:lnTo>
                  <a:pt x="1755334" y="1622601"/>
                </a:lnTo>
                <a:close/>
                <a:moveTo>
                  <a:pt x="1747104" y="1640964"/>
                </a:moveTo>
                <a:lnTo>
                  <a:pt x="1747240" y="1641158"/>
                </a:lnTo>
                <a:lnTo>
                  <a:pt x="1747257" y="1640878"/>
                </a:lnTo>
                <a:close/>
                <a:moveTo>
                  <a:pt x="1796946" y="1529312"/>
                </a:moveTo>
                <a:lnTo>
                  <a:pt x="1797525" y="1529910"/>
                </a:lnTo>
                <a:lnTo>
                  <a:pt x="1799341" y="1528640"/>
                </a:lnTo>
                <a:lnTo>
                  <a:pt x="1798810" y="1527590"/>
                </a:lnTo>
                <a:lnTo>
                  <a:pt x="1797495" y="1528156"/>
                </a:lnTo>
                <a:close/>
                <a:moveTo>
                  <a:pt x="1779731" y="1567838"/>
                </a:moveTo>
                <a:lnTo>
                  <a:pt x="1781822" y="1567565"/>
                </a:lnTo>
                <a:lnTo>
                  <a:pt x="1782486" y="1567469"/>
                </a:lnTo>
                <a:lnTo>
                  <a:pt x="1782394" y="1567034"/>
                </a:lnTo>
                <a:lnTo>
                  <a:pt x="1779857" y="1567725"/>
                </a:lnTo>
                <a:close/>
                <a:moveTo>
                  <a:pt x="1796687" y="1529858"/>
                </a:moveTo>
                <a:lnTo>
                  <a:pt x="1796795" y="1530421"/>
                </a:lnTo>
                <a:lnTo>
                  <a:pt x="1797415" y="1529988"/>
                </a:lnTo>
                <a:lnTo>
                  <a:pt x="1796885" y="1529439"/>
                </a:lnTo>
                <a:close/>
                <a:moveTo>
                  <a:pt x="1573880" y="2028759"/>
                </a:moveTo>
                <a:lnTo>
                  <a:pt x="1575918" y="2028719"/>
                </a:lnTo>
                <a:lnTo>
                  <a:pt x="1576327" y="2026540"/>
                </a:lnTo>
                <a:lnTo>
                  <a:pt x="1574468" y="2027583"/>
                </a:lnTo>
                <a:close/>
                <a:moveTo>
                  <a:pt x="1875409" y="1353542"/>
                </a:moveTo>
                <a:lnTo>
                  <a:pt x="1875410" y="1353541"/>
                </a:lnTo>
                <a:lnTo>
                  <a:pt x="1875411" y="1353540"/>
                </a:lnTo>
                <a:close/>
                <a:moveTo>
                  <a:pt x="1833319" y="1447778"/>
                </a:moveTo>
                <a:lnTo>
                  <a:pt x="1838163" y="1444792"/>
                </a:lnTo>
                <a:lnTo>
                  <a:pt x="1834749" y="1445696"/>
                </a:lnTo>
                <a:close/>
                <a:moveTo>
                  <a:pt x="1796231" y="1530815"/>
                </a:moveTo>
                <a:lnTo>
                  <a:pt x="1796469" y="1530650"/>
                </a:lnTo>
                <a:lnTo>
                  <a:pt x="1796423" y="1530412"/>
                </a:lnTo>
                <a:close/>
                <a:moveTo>
                  <a:pt x="1558236" y="2063706"/>
                </a:moveTo>
                <a:lnTo>
                  <a:pt x="1562489" y="2063282"/>
                </a:lnTo>
                <a:lnTo>
                  <a:pt x="1564837" y="2059832"/>
                </a:lnTo>
                <a:close/>
                <a:moveTo>
                  <a:pt x="1524504" y="2139226"/>
                </a:moveTo>
                <a:lnTo>
                  <a:pt x="1523320" y="2143274"/>
                </a:lnTo>
                <a:lnTo>
                  <a:pt x="1533571" y="2144866"/>
                </a:lnTo>
                <a:lnTo>
                  <a:pt x="1534797" y="2138861"/>
                </a:lnTo>
                <a:close/>
                <a:moveTo>
                  <a:pt x="1517852" y="2154004"/>
                </a:moveTo>
                <a:lnTo>
                  <a:pt x="1518387" y="2157263"/>
                </a:lnTo>
                <a:lnTo>
                  <a:pt x="1519440" y="2153637"/>
                </a:lnTo>
                <a:close/>
                <a:moveTo>
                  <a:pt x="1894810" y="1309896"/>
                </a:moveTo>
                <a:lnTo>
                  <a:pt x="1895275" y="1309508"/>
                </a:lnTo>
                <a:lnTo>
                  <a:pt x="1898773" y="1303997"/>
                </a:lnTo>
                <a:close/>
                <a:moveTo>
                  <a:pt x="1738388" y="1660147"/>
                </a:moveTo>
                <a:lnTo>
                  <a:pt x="1738686" y="1660827"/>
                </a:lnTo>
                <a:lnTo>
                  <a:pt x="1742036" y="1660046"/>
                </a:lnTo>
                <a:lnTo>
                  <a:pt x="1741811" y="1658599"/>
                </a:lnTo>
                <a:close/>
                <a:moveTo>
                  <a:pt x="1792302" y="1539389"/>
                </a:moveTo>
                <a:lnTo>
                  <a:pt x="1792677" y="1540024"/>
                </a:lnTo>
                <a:lnTo>
                  <a:pt x="1794266" y="1538707"/>
                </a:lnTo>
                <a:lnTo>
                  <a:pt x="1794177" y="1538207"/>
                </a:lnTo>
                <a:close/>
                <a:moveTo>
                  <a:pt x="1740838" y="1654539"/>
                </a:moveTo>
                <a:lnTo>
                  <a:pt x="1740901" y="1654526"/>
                </a:lnTo>
                <a:lnTo>
                  <a:pt x="1740903" y="1654522"/>
                </a:lnTo>
                <a:close/>
                <a:moveTo>
                  <a:pt x="1793888" y="1535745"/>
                </a:moveTo>
                <a:lnTo>
                  <a:pt x="1794242" y="1537728"/>
                </a:lnTo>
                <a:lnTo>
                  <a:pt x="1797450" y="1535706"/>
                </a:lnTo>
                <a:lnTo>
                  <a:pt x="1796964" y="1533202"/>
                </a:lnTo>
                <a:lnTo>
                  <a:pt x="1796052" y="1533610"/>
                </a:lnTo>
                <a:lnTo>
                  <a:pt x="1794310" y="1534858"/>
                </a:lnTo>
                <a:close/>
                <a:moveTo>
                  <a:pt x="1832796" y="1448586"/>
                </a:moveTo>
                <a:lnTo>
                  <a:pt x="1843383" y="1445727"/>
                </a:lnTo>
                <a:lnTo>
                  <a:pt x="1845517" y="1442842"/>
                </a:lnTo>
                <a:lnTo>
                  <a:pt x="1839545" y="1444426"/>
                </a:lnTo>
                <a:close/>
                <a:moveTo>
                  <a:pt x="1597052" y="1976462"/>
                </a:moveTo>
                <a:lnTo>
                  <a:pt x="1598847" y="1976135"/>
                </a:lnTo>
                <a:lnTo>
                  <a:pt x="1598848" y="1976133"/>
                </a:lnTo>
                <a:lnTo>
                  <a:pt x="1597926" y="1976019"/>
                </a:lnTo>
                <a:lnTo>
                  <a:pt x="1597401" y="1976026"/>
                </a:lnTo>
                <a:close/>
                <a:moveTo>
                  <a:pt x="1593006" y="1985457"/>
                </a:moveTo>
                <a:lnTo>
                  <a:pt x="1591686" y="1989137"/>
                </a:lnTo>
                <a:lnTo>
                  <a:pt x="1590626" y="1993135"/>
                </a:lnTo>
                <a:lnTo>
                  <a:pt x="1594429" y="1985271"/>
                </a:lnTo>
                <a:close/>
                <a:moveTo>
                  <a:pt x="1792392" y="1538894"/>
                </a:moveTo>
                <a:lnTo>
                  <a:pt x="1794106" y="1537813"/>
                </a:lnTo>
                <a:lnTo>
                  <a:pt x="1793780" y="1535975"/>
                </a:lnTo>
                <a:close/>
                <a:moveTo>
                  <a:pt x="1571336" y="2033845"/>
                </a:moveTo>
                <a:lnTo>
                  <a:pt x="1571351" y="2036249"/>
                </a:lnTo>
                <a:lnTo>
                  <a:pt x="1574598" y="2035726"/>
                </a:lnTo>
                <a:lnTo>
                  <a:pt x="1574804" y="2034634"/>
                </a:lnTo>
                <a:lnTo>
                  <a:pt x="1574573" y="2034775"/>
                </a:lnTo>
                <a:lnTo>
                  <a:pt x="1574986" y="2033670"/>
                </a:lnTo>
                <a:lnTo>
                  <a:pt x="1575193" y="2032570"/>
                </a:lnTo>
                <a:lnTo>
                  <a:pt x="1574409" y="2032323"/>
                </a:lnTo>
                <a:lnTo>
                  <a:pt x="1571902" y="2032713"/>
                </a:lnTo>
                <a:close/>
                <a:moveTo>
                  <a:pt x="1791319" y="1541151"/>
                </a:moveTo>
                <a:lnTo>
                  <a:pt x="1792238" y="1540389"/>
                </a:lnTo>
                <a:lnTo>
                  <a:pt x="1791930" y="1539867"/>
                </a:lnTo>
                <a:close/>
                <a:moveTo>
                  <a:pt x="1622219" y="1919786"/>
                </a:moveTo>
                <a:lnTo>
                  <a:pt x="1624083" y="1919680"/>
                </a:lnTo>
                <a:lnTo>
                  <a:pt x="1624165" y="1919521"/>
                </a:lnTo>
                <a:lnTo>
                  <a:pt x="1624202" y="1919410"/>
                </a:lnTo>
                <a:lnTo>
                  <a:pt x="1622669" y="1919465"/>
                </a:lnTo>
                <a:close/>
                <a:moveTo>
                  <a:pt x="1790366" y="1543156"/>
                </a:moveTo>
                <a:lnTo>
                  <a:pt x="1793183" y="1541993"/>
                </a:lnTo>
                <a:lnTo>
                  <a:pt x="1792722" y="1541211"/>
                </a:lnTo>
                <a:lnTo>
                  <a:pt x="1791418" y="1541669"/>
                </a:lnTo>
                <a:lnTo>
                  <a:pt x="1790849" y="1542141"/>
                </a:lnTo>
                <a:close/>
                <a:moveTo>
                  <a:pt x="1548410" y="2084921"/>
                </a:moveTo>
                <a:lnTo>
                  <a:pt x="1555284" y="2086004"/>
                </a:lnTo>
                <a:lnTo>
                  <a:pt x="1555949" y="2084625"/>
                </a:lnTo>
                <a:lnTo>
                  <a:pt x="1556933" y="2082513"/>
                </a:lnTo>
                <a:lnTo>
                  <a:pt x="1550583" y="2081728"/>
                </a:lnTo>
                <a:close/>
                <a:moveTo>
                  <a:pt x="1789995" y="1543936"/>
                </a:moveTo>
                <a:lnTo>
                  <a:pt x="1791321" y="1543735"/>
                </a:lnTo>
                <a:lnTo>
                  <a:pt x="1793199" y="1542507"/>
                </a:lnTo>
                <a:lnTo>
                  <a:pt x="1790058" y="1543804"/>
                </a:lnTo>
                <a:close/>
                <a:moveTo>
                  <a:pt x="1570026" y="2036463"/>
                </a:moveTo>
                <a:lnTo>
                  <a:pt x="1571021" y="2036302"/>
                </a:lnTo>
                <a:lnTo>
                  <a:pt x="1571009" y="2034498"/>
                </a:lnTo>
                <a:close/>
                <a:moveTo>
                  <a:pt x="1789536" y="1544901"/>
                </a:moveTo>
                <a:lnTo>
                  <a:pt x="1790535" y="1544249"/>
                </a:lnTo>
                <a:lnTo>
                  <a:pt x="1789794" y="1544360"/>
                </a:lnTo>
                <a:close/>
                <a:moveTo>
                  <a:pt x="1569546" y="2037423"/>
                </a:moveTo>
                <a:lnTo>
                  <a:pt x="1569795" y="2037445"/>
                </a:lnTo>
                <a:lnTo>
                  <a:pt x="1571028" y="2037506"/>
                </a:lnTo>
                <a:lnTo>
                  <a:pt x="1571023" y="2036647"/>
                </a:lnTo>
                <a:lnTo>
                  <a:pt x="1569838" y="2036839"/>
                </a:lnTo>
                <a:close/>
                <a:moveTo>
                  <a:pt x="1594145" y="1982281"/>
                </a:moveTo>
                <a:lnTo>
                  <a:pt x="1593132" y="1985107"/>
                </a:lnTo>
                <a:lnTo>
                  <a:pt x="1594601" y="1984915"/>
                </a:lnTo>
                <a:lnTo>
                  <a:pt x="1596280" y="1981443"/>
                </a:lnTo>
                <a:close/>
                <a:moveTo>
                  <a:pt x="1788280" y="1547545"/>
                </a:moveTo>
                <a:lnTo>
                  <a:pt x="1792219" y="1543994"/>
                </a:lnTo>
                <a:lnTo>
                  <a:pt x="1792006" y="1544027"/>
                </a:lnTo>
                <a:lnTo>
                  <a:pt x="1789027" y="1545974"/>
                </a:lnTo>
                <a:close/>
                <a:moveTo>
                  <a:pt x="1568755" y="2039003"/>
                </a:moveTo>
                <a:lnTo>
                  <a:pt x="1571037" y="2038872"/>
                </a:lnTo>
                <a:lnTo>
                  <a:pt x="1571031" y="2037973"/>
                </a:lnTo>
                <a:lnTo>
                  <a:pt x="1569313" y="2037888"/>
                </a:lnTo>
                <a:close/>
                <a:moveTo>
                  <a:pt x="1787358" y="1549483"/>
                </a:moveTo>
                <a:lnTo>
                  <a:pt x="1789114" y="1552447"/>
                </a:lnTo>
                <a:lnTo>
                  <a:pt x="1795852" y="1547602"/>
                </a:lnTo>
                <a:lnTo>
                  <a:pt x="1795574" y="1546045"/>
                </a:lnTo>
                <a:lnTo>
                  <a:pt x="1794188" y="1543697"/>
                </a:lnTo>
                <a:lnTo>
                  <a:pt x="1793176" y="1543849"/>
                </a:lnTo>
                <a:lnTo>
                  <a:pt x="1787682" y="1548801"/>
                </a:lnTo>
                <a:close/>
                <a:moveTo>
                  <a:pt x="1594497" y="1981300"/>
                </a:moveTo>
                <a:lnTo>
                  <a:pt x="1594324" y="1981782"/>
                </a:lnTo>
                <a:lnTo>
                  <a:pt x="1595877" y="1981173"/>
                </a:lnTo>
                <a:close/>
                <a:moveTo>
                  <a:pt x="1776042" y="1574701"/>
                </a:moveTo>
                <a:lnTo>
                  <a:pt x="1775986" y="1575940"/>
                </a:lnTo>
                <a:lnTo>
                  <a:pt x="1778513" y="1574280"/>
                </a:lnTo>
                <a:lnTo>
                  <a:pt x="1780214" y="1572476"/>
                </a:lnTo>
                <a:lnTo>
                  <a:pt x="1778179" y="1573221"/>
                </a:lnTo>
                <a:close/>
                <a:moveTo>
                  <a:pt x="1831602" y="1450277"/>
                </a:moveTo>
                <a:lnTo>
                  <a:pt x="1834906" y="1455711"/>
                </a:lnTo>
                <a:lnTo>
                  <a:pt x="1837057" y="1454277"/>
                </a:lnTo>
                <a:lnTo>
                  <a:pt x="1843095" y="1446116"/>
                </a:lnTo>
                <a:lnTo>
                  <a:pt x="1832493" y="1448980"/>
                </a:lnTo>
                <a:close/>
                <a:moveTo>
                  <a:pt x="1887150" y="1325830"/>
                </a:moveTo>
                <a:lnTo>
                  <a:pt x="1887966" y="1326264"/>
                </a:lnTo>
                <a:lnTo>
                  <a:pt x="1889211" y="1325477"/>
                </a:lnTo>
                <a:lnTo>
                  <a:pt x="1889106" y="1325774"/>
                </a:lnTo>
                <a:lnTo>
                  <a:pt x="1888165" y="1326369"/>
                </a:lnTo>
                <a:lnTo>
                  <a:pt x="1890528" y="1327628"/>
                </a:lnTo>
                <a:lnTo>
                  <a:pt x="1915177" y="1309517"/>
                </a:lnTo>
                <a:lnTo>
                  <a:pt x="1915345" y="1309390"/>
                </a:lnTo>
                <a:lnTo>
                  <a:pt x="1917413" y="1303817"/>
                </a:lnTo>
                <a:lnTo>
                  <a:pt x="1892944" y="1319237"/>
                </a:lnTo>
                <a:lnTo>
                  <a:pt x="1892025" y="1319800"/>
                </a:lnTo>
                <a:close/>
                <a:moveTo>
                  <a:pt x="1525684" y="2135193"/>
                </a:moveTo>
                <a:lnTo>
                  <a:pt x="1524535" y="2139120"/>
                </a:lnTo>
                <a:lnTo>
                  <a:pt x="1524548" y="2139120"/>
                </a:lnTo>
                <a:lnTo>
                  <a:pt x="1534819" y="2138756"/>
                </a:lnTo>
                <a:lnTo>
                  <a:pt x="1536407" y="2130975"/>
                </a:lnTo>
                <a:close/>
                <a:moveTo>
                  <a:pt x="1860514" y="1385424"/>
                </a:moveTo>
                <a:lnTo>
                  <a:pt x="1862885" y="1387839"/>
                </a:lnTo>
                <a:lnTo>
                  <a:pt x="1867355" y="1385393"/>
                </a:lnTo>
                <a:lnTo>
                  <a:pt x="1874867" y="1381149"/>
                </a:lnTo>
                <a:lnTo>
                  <a:pt x="1872553" y="1376145"/>
                </a:lnTo>
                <a:close/>
                <a:moveTo>
                  <a:pt x="1785214" y="1553995"/>
                </a:moveTo>
                <a:lnTo>
                  <a:pt x="1787261" y="1553781"/>
                </a:lnTo>
                <a:lnTo>
                  <a:pt x="1788604" y="1552814"/>
                </a:lnTo>
                <a:lnTo>
                  <a:pt x="1787035" y="1550165"/>
                </a:lnTo>
                <a:close/>
                <a:moveTo>
                  <a:pt x="1595800" y="1978025"/>
                </a:moveTo>
                <a:lnTo>
                  <a:pt x="1598019" y="1977845"/>
                </a:lnTo>
                <a:lnTo>
                  <a:pt x="1598331" y="1977201"/>
                </a:lnTo>
                <a:lnTo>
                  <a:pt x="1596322" y="1977374"/>
                </a:lnTo>
                <a:close/>
                <a:moveTo>
                  <a:pt x="1571329" y="2032803"/>
                </a:moveTo>
                <a:lnTo>
                  <a:pt x="1571331" y="2033039"/>
                </a:lnTo>
                <a:lnTo>
                  <a:pt x="1571454" y="2032783"/>
                </a:lnTo>
                <a:close/>
                <a:moveTo>
                  <a:pt x="1784306" y="1555906"/>
                </a:moveTo>
                <a:lnTo>
                  <a:pt x="1786437" y="1554373"/>
                </a:lnTo>
                <a:lnTo>
                  <a:pt x="1784960" y="1554529"/>
                </a:lnTo>
                <a:close/>
                <a:moveTo>
                  <a:pt x="1892819" y="1312859"/>
                </a:moveTo>
                <a:lnTo>
                  <a:pt x="1893618" y="1312120"/>
                </a:lnTo>
                <a:lnTo>
                  <a:pt x="1894296" y="1311051"/>
                </a:lnTo>
                <a:lnTo>
                  <a:pt x="1893699" y="1311548"/>
                </a:lnTo>
                <a:close/>
                <a:moveTo>
                  <a:pt x="1566499" y="2043513"/>
                </a:moveTo>
                <a:lnTo>
                  <a:pt x="1571067" y="2043566"/>
                </a:lnTo>
                <a:lnTo>
                  <a:pt x="1571040" y="2039386"/>
                </a:lnTo>
                <a:lnTo>
                  <a:pt x="1568437" y="2039640"/>
                </a:lnTo>
                <a:close/>
                <a:moveTo>
                  <a:pt x="1565849" y="2044812"/>
                </a:moveTo>
                <a:lnTo>
                  <a:pt x="1567138" y="2051407"/>
                </a:lnTo>
                <a:lnTo>
                  <a:pt x="1570940" y="2050863"/>
                </a:lnTo>
                <a:lnTo>
                  <a:pt x="1570944" y="2050857"/>
                </a:lnTo>
                <a:lnTo>
                  <a:pt x="1571112" y="2050588"/>
                </a:lnTo>
                <a:lnTo>
                  <a:pt x="1571069" y="2043855"/>
                </a:lnTo>
                <a:lnTo>
                  <a:pt x="1566355" y="2043801"/>
                </a:lnTo>
                <a:close/>
                <a:moveTo>
                  <a:pt x="1781603" y="1561592"/>
                </a:moveTo>
                <a:lnTo>
                  <a:pt x="1788022" y="1559842"/>
                </a:lnTo>
                <a:lnTo>
                  <a:pt x="1791129" y="1557075"/>
                </a:lnTo>
                <a:lnTo>
                  <a:pt x="1789612" y="1554516"/>
                </a:lnTo>
                <a:lnTo>
                  <a:pt x="1782554" y="1559593"/>
                </a:lnTo>
                <a:close/>
                <a:moveTo>
                  <a:pt x="1653300" y="1848824"/>
                </a:moveTo>
                <a:lnTo>
                  <a:pt x="1653378" y="1849010"/>
                </a:lnTo>
                <a:lnTo>
                  <a:pt x="1653904" y="1848637"/>
                </a:lnTo>
                <a:close/>
                <a:moveTo>
                  <a:pt x="1851555" y="1404799"/>
                </a:moveTo>
                <a:lnTo>
                  <a:pt x="1857624" y="1411519"/>
                </a:lnTo>
                <a:lnTo>
                  <a:pt x="1861451" y="1405947"/>
                </a:lnTo>
                <a:lnTo>
                  <a:pt x="1859654" y="1402227"/>
                </a:lnTo>
                <a:close/>
                <a:moveTo>
                  <a:pt x="1618560" y="1926503"/>
                </a:moveTo>
                <a:lnTo>
                  <a:pt x="1618639" y="1926926"/>
                </a:lnTo>
                <a:lnTo>
                  <a:pt x="1619752" y="1926495"/>
                </a:lnTo>
                <a:lnTo>
                  <a:pt x="1619711" y="1925987"/>
                </a:lnTo>
                <a:close/>
                <a:moveTo>
                  <a:pt x="1587467" y="1996085"/>
                </a:moveTo>
                <a:lnTo>
                  <a:pt x="1588653" y="1996359"/>
                </a:lnTo>
                <a:lnTo>
                  <a:pt x="1588926" y="1995598"/>
                </a:lnTo>
                <a:close/>
                <a:moveTo>
                  <a:pt x="1582929" y="2006234"/>
                </a:moveTo>
                <a:lnTo>
                  <a:pt x="1583662" y="2007538"/>
                </a:lnTo>
                <a:lnTo>
                  <a:pt x="1584600" y="2005597"/>
                </a:lnTo>
                <a:close/>
                <a:moveTo>
                  <a:pt x="1580623" y="2011326"/>
                </a:moveTo>
                <a:lnTo>
                  <a:pt x="1579853" y="2015414"/>
                </a:lnTo>
                <a:lnTo>
                  <a:pt x="1582311" y="2010332"/>
                </a:lnTo>
                <a:close/>
                <a:moveTo>
                  <a:pt x="1586594" y="1997908"/>
                </a:moveTo>
                <a:lnTo>
                  <a:pt x="1586661" y="1998805"/>
                </a:lnTo>
                <a:lnTo>
                  <a:pt x="1587861" y="1998565"/>
                </a:lnTo>
                <a:lnTo>
                  <a:pt x="1588017" y="1998129"/>
                </a:lnTo>
                <a:close/>
                <a:moveTo>
                  <a:pt x="1593428" y="1982561"/>
                </a:moveTo>
                <a:lnTo>
                  <a:pt x="1592936" y="1984418"/>
                </a:lnTo>
                <a:lnTo>
                  <a:pt x="1593631" y="1982482"/>
                </a:lnTo>
                <a:close/>
                <a:moveTo>
                  <a:pt x="1955208" y="1172449"/>
                </a:moveTo>
                <a:lnTo>
                  <a:pt x="1962000" y="1167235"/>
                </a:lnTo>
                <a:lnTo>
                  <a:pt x="1970207" y="1138929"/>
                </a:lnTo>
                <a:close/>
                <a:moveTo>
                  <a:pt x="1778336" y="1568465"/>
                </a:moveTo>
                <a:lnTo>
                  <a:pt x="1778666" y="1568171"/>
                </a:lnTo>
                <a:lnTo>
                  <a:pt x="1778462" y="1568201"/>
                </a:lnTo>
                <a:close/>
                <a:moveTo>
                  <a:pt x="1777659" y="1569890"/>
                </a:moveTo>
                <a:lnTo>
                  <a:pt x="1778587" y="1571617"/>
                </a:lnTo>
                <a:lnTo>
                  <a:pt x="1782798" y="1568945"/>
                </a:lnTo>
                <a:lnTo>
                  <a:pt x="1782516" y="1567615"/>
                </a:lnTo>
                <a:lnTo>
                  <a:pt x="1779489" y="1568053"/>
                </a:lnTo>
                <a:lnTo>
                  <a:pt x="1777830" y="1569529"/>
                </a:lnTo>
                <a:close/>
                <a:moveTo>
                  <a:pt x="1868479" y="1366391"/>
                </a:moveTo>
                <a:lnTo>
                  <a:pt x="1869641" y="1368903"/>
                </a:lnTo>
                <a:lnTo>
                  <a:pt x="1870033" y="1368477"/>
                </a:lnTo>
                <a:lnTo>
                  <a:pt x="1870018" y="1368681"/>
                </a:lnTo>
                <a:lnTo>
                  <a:pt x="1869699" y="1369028"/>
                </a:lnTo>
                <a:lnTo>
                  <a:pt x="1870002" y="1369684"/>
                </a:lnTo>
                <a:lnTo>
                  <a:pt x="1878233" y="1365972"/>
                </a:lnTo>
                <a:lnTo>
                  <a:pt x="1895515" y="1355797"/>
                </a:lnTo>
                <a:lnTo>
                  <a:pt x="1900889" y="1345357"/>
                </a:lnTo>
                <a:lnTo>
                  <a:pt x="1898088" y="1342463"/>
                </a:lnTo>
                <a:lnTo>
                  <a:pt x="1889447" y="1347176"/>
                </a:lnTo>
                <a:lnTo>
                  <a:pt x="1875130" y="1356309"/>
                </a:lnTo>
                <a:close/>
                <a:moveTo>
                  <a:pt x="1776113" y="1573141"/>
                </a:moveTo>
                <a:lnTo>
                  <a:pt x="1776111" y="1573188"/>
                </a:lnTo>
                <a:lnTo>
                  <a:pt x="1778429" y="1571717"/>
                </a:lnTo>
                <a:lnTo>
                  <a:pt x="1777560" y="1570099"/>
                </a:lnTo>
                <a:close/>
                <a:moveTo>
                  <a:pt x="1562197" y="2052114"/>
                </a:moveTo>
                <a:lnTo>
                  <a:pt x="1566739" y="2051464"/>
                </a:lnTo>
                <a:lnTo>
                  <a:pt x="1566408" y="2049770"/>
                </a:lnTo>
                <a:lnTo>
                  <a:pt x="1565429" y="2045653"/>
                </a:lnTo>
                <a:close/>
                <a:moveTo>
                  <a:pt x="1897283" y="1301746"/>
                </a:moveTo>
                <a:lnTo>
                  <a:pt x="1897910" y="1301198"/>
                </a:lnTo>
                <a:lnTo>
                  <a:pt x="1904017" y="1295301"/>
                </a:lnTo>
                <a:lnTo>
                  <a:pt x="1904826" y="1294098"/>
                </a:lnTo>
                <a:lnTo>
                  <a:pt x="1902211" y="1295270"/>
                </a:lnTo>
                <a:close/>
                <a:moveTo>
                  <a:pt x="1593744" y="1981369"/>
                </a:moveTo>
                <a:lnTo>
                  <a:pt x="1593554" y="1982084"/>
                </a:lnTo>
                <a:lnTo>
                  <a:pt x="1593810" y="1981984"/>
                </a:lnTo>
                <a:lnTo>
                  <a:pt x="1594040" y="1981343"/>
                </a:lnTo>
                <a:close/>
                <a:moveTo>
                  <a:pt x="1736851" y="1660843"/>
                </a:moveTo>
                <a:lnTo>
                  <a:pt x="1737209" y="1661172"/>
                </a:lnTo>
                <a:lnTo>
                  <a:pt x="1738460" y="1660880"/>
                </a:lnTo>
                <a:lnTo>
                  <a:pt x="1738179" y="1660242"/>
                </a:lnTo>
                <a:close/>
                <a:moveTo>
                  <a:pt x="1628769" y="1902827"/>
                </a:moveTo>
                <a:lnTo>
                  <a:pt x="1628997" y="1903911"/>
                </a:lnTo>
                <a:lnTo>
                  <a:pt x="1629343" y="1902226"/>
                </a:lnTo>
                <a:close/>
                <a:moveTo>
                  <a:pt x="1885575" y="1327778"/>
                </a:moveTo>
                <a:lnTo>
                  <a:pt x="1887571" y="1326515"/>
                </a:lnTo>
                <a:lnTo>
                  <a:pt x="1886883" y="1326161"/>
                </a:lnTo>
                <a:close/>
                <a:moveTo>
                  <a:pt x="1561061" y="2054385"/>
                </a:moveTo>
                <a:lnTo>
                  <a:pt x="1564388" y="2055323"/>
                </a:lnTo>
                <a:lnTo>
                  <a:pt x="1567173" y="2053688"/>
                </a:lnTo>
                <a:lnTo>
                  <a:pt x="1566801" y="2051782"/>
                </a:lnTo>
                <a:lnTo>
                  <a:pt x="1562021" y="2052466"/>
                </a:lnTo>
                <a:close/>
                <a:moveTo>
                  <a:pt x="1727183" y="1682362"/>
                </a:moveTo>
                <a:lnTo>
                  <a:pt x="1727183" y="1682376"/>
                </a:lnTo>
                <a:lnTo>
                  <a:pt x="1727196" y="1682376"/>
                </a:lnTo>
                <a:close/>
                <a:moveTo>
                  <a:pt x="1545426" y="2089306"/>
                </a:moveTo>
                <a:lnTo>
                  <a:pt x="1541498" y="2108549"/>
                </a:lnTo>
                <a:lnTo>
                  <a:pt x="1552227" y="2109428"/>
                </a:lnTo>
                <a:lnTo>
                  <a:pt x="1556368" y="2108674"/>
                </a:lnTo>
                <a:lnTo>
                  <a:pt x="1558698" y="2108215"/>
                </a:lnTo>
                <a:lnTo>
                  <a:pt x="1563466" y="2087533"/>
                </a:lnTo>
                <a:lnTo>
                  <a:pt x="1555301" y="2086378"/>
                </a:lnTo>
                <a:lnTo>
                  <a:pt x="1547630" y="2102285"/>
                </a:lnTo>
                <a:lnTo>
                  <a:pt x="1547373" y="2102411"/>
                </a:lnTo>
                <a:lnTo>
                  <a:pt x="1555116" y="2086352"/>
                </a:lnTo>
                <a:lnTo>
                  <a:pt x="1551016" y="2085772"/>
                </a:lnTo>
                <a:lnTo>
                  <a:pt x="1548136" y="2085324"/>
                </a:lnTo>
                <a:close/>
                <a:moveTo>
                  <a:pt x="1762144" y="1603835"/>
                </a:moveTo>
                <a:lnTo>
                  <a:pt x="1763500" y="1603026"/>
                </a:lnTo>
                <a:lnTo>
                  <a:pt x="1763505" y="1603020"/>
                </a:lnTo>
                <a:lnTo>
                  <a:pt x="1762940" y="1603132"/>
                </a:lnTo>
                <a:close/>
                <a:moveTo>
                  <a:pt x="1565650" y="2043793"/>
                </a:moveTo>
                <a:lnTo>
                  <a:pt x="1565755" y="2044327"/>
                </a:lnTo>
                <a:lnTo>
                  <a:pt x="1566020" y="2043797"/>
                </a:lnTo>
                <a:close/>
                <a:moveTo>
                  <a:pt x="1653008" y="1848124"/>
                </a:moveTo>
                <a:lnTo>
                  <a:pt x="1653216" y="1848623"/>
                </a:lnTo>
                <a:lnTo>
                  <a:pt x="1654427" y="1848266"/>
                </a:lnTo>
                <a:lnTo>
                  <a:pt x="1655663" y="1847389"/>
                </a:lnTo>
                <a:lnTo>
                  <a:pt x="1656304" y="1845678"/>
                </a:lnTo>
                <a:close/>
                <a:moveTo>
                  <a:pt x="1572313" y="2028791"/>
                </a:moveTo>
                <a:lnTo>
                  <a:pt x="1573396" y="2028769"/>
                </a:lnTo>
                <a:lnTo>
                  <a:pt x="1573784" y="2027967"/>
                </a:lnTo>
                <a:close/>
                <a:moveTo>
                  <a:pt x="1617810" y="1926840"/>
                </a:moveTo>
                <a:lnTo>
                  <a:pt x="1617805" y="1927058"/>
                </a:lnTo>
                <a:lnTo>
                  <a:pt x="1617806" y="1927247"/>
                </a:lnTo>
                <a:lnTo>
                  <a:pt x="1618160" y="1927111"/>
                </a:lnTo>
                <a:lnTo>
                  <a:pt x="1618071" y="1926723"/>
                </a:lnTo>
                <a:close/>
                <a:moveTo>
                  <a:pt x="1559013" y="2058478"/>
                </a:moveTo>
                <a:lnTo>
                  <a:pt x="1559299" y="2058310"/>
                </a:lnTo>
                <a:lnTo>
                  <a:pt x="1559110" y="2058286"/>
                </a:lnTo>
                <a:close/>
                <a:moveTo>
                  <a:pt x="1933132" y="1220678"/>
                </a:moveTo>
                <a:lnTo>
                  <a:pt x="1936079" y="1217064"/>
                </a:lnTo>
                <a:lnTo>
                  <a:pt x="1954780" y="1192132"/>
                </a:lnTo>
                <a:lnTo>
                  <a:pt x="1961785" y="1167975"/>
                </a:lnTo>
                <a:lnTo>
                  <a:pt x="1954800" y="1173358"/>
                </a:lnTo>
                <a:lnTo>
                  <a:pt x="1947210" y="1190320"/>
                </a:lnTo>
                <a:lnTo>
                  <a:pt x="1940296" y="1205230"/>
                </a:lnTo>
                <a:lnTo>
                  <a:pt x="1950580" y="1195568"/>
                </a:lnTo>
                <a:lnTo>
                  <a:pt x="1950527" y="1195913"/>
                </a:lnTo>
                <a:lnTo>
                  <a:pt x="1940052" y="1205756"/>
                </a:lnTo>
                <a:close/>
                <a:moveTo>
                  <a:pt x="1727158" y="1681800"/>
                </a:moveTo>
                <a:lnTo>
                  <a:pt x="1727171" y="1682101"/>
                </a:lnTo>
                <a:lnTo>
                  <a:pt x="1727427" y="1682383"/>
                </a:lnTo>
                <a:lnTo>
                  <a:pt x="1729582" y="1682455"/>
                </a:lnTo>
                <a:lnTo>
                  <a:pt x="1728901" y="1681662"/>
                </a:lnTo>
                <a:close/>
                <a:moveTo>
                  <a:pt x="1862383" y="1378983"/>
                </a:moveTo>
                <a:lnTo>
                  <a:pt x="1871943" y="1374823"/>
                </a:lnTo>
                <a:lnTo>
                  <a:pt x="1871358" y="1373559"/>
                </a:lnTo>
                <a:close/>
                <a:moveTo>
                  <a:pt x="1584505" y="2001184"/>
                </a:moveTo>
                <a:lnTo>
                  <a:pt x="1585525" y="2001202"/>
                </a:lnTo>
                <a:lnTo>
                  <a:pt x="1585498" y="2000842"/>
                </a:lnTo>
                <a:lnTo>
                  <a:pt x="1584930" y="2000956"/>
                </a:lnTo>
                <a:close/>
                <a:moveTo>
                  <a:pt x="1884800" y="1328736"/>
                </a:moveTo>
                <a:lnTo>
                  <a:pt x="1886622" y="1330498"/>
                </a:lnTo>
                <a:lnTo>
                  <a:pt x="1890201" y="1327869"/>
                </a:lnTo>
                <a:lnTo>
                  <a:pt x="1887772" y="1326618"/>
                </a:lnTo>
                <a:lnTo>
                  <a:pt x="1885192" y="1328251"/>
                </a:lnTo>
                <a:close/>
                <a:moveTo>
                  <a:pt x="1741310" y="1650034"/>
                </a:moveTo>
                <a:lnTo>
                  <a:pt x="1741823" y="1653333"/>
                </a:lnTo>
                <a:lnTo>
                  <a:pt x="1743801" y="1650775"/>
                </a:lnTo>
                <a:lnTo>
                  <a:pt x="1743611" y="1649955"/>
                </a:lnTo>
                <a:close/>
                <a:moveTo>
                  <a:pt x="1527660" y="2128435"/>
                </a:moveTo>
                <a:lnTo>
                  <a:pt x="1526053" y="2133931"/>
                </a:lnTo>
                <a:lnTo>
                  <a:pt x="1536655" y="2129761"/>
                </a:lnTo>
                <a:lnTo>
                  <a:pt x="1537407" y="2126079"/>
                </a:lnTo>
                <a:close/>
                <a:moveTo>
                  <a:pt x="1620166" y="1921253"/>
                </a:moveTo>
                <a:lnTo>
                  <a:pt x="1620319" y="1925213"/>
                </a:lnTo>
                <a:lnTo>
                  <a:pt x="1621481" y="1924692"/>
                </a:lnTo>
                <a:lnTo>
                  <a:pt x="1623548" y="1920709"/>
                </a:lnTo>
                <a:lnTo>
                  <a:pt x="1620512" y="1921007"/>
                </a:lnTo>
                <a:close/>
                <a:moveTo>
                  <a:pt x="1755599" y="1617580"/>
                </a:moveTo>
                <a:lnTo>
                  <a:pt x="1757625" y="1619483"/>
                </a:lnTo>
                <a:lnTo>
                  <a:pt x="1759136" y="1617426"/>
                </a:lnTo>
                <a:close/>
                <a:moveTo>
                  <a:pt x="1647709" y="1858951"/>
                </a:moveTo>
                <a:lnTo>
                  <a:pt x="1647458" y="1860709"/>
                </a:lnTo>
                <a:lnTo>
                  <a:pt x="1647978" y="1860203"/>
                </a:lnTo>
                <a:close/>
                <a:moveTo>
                  <a:pt x="1617837" y="1925705"/>
                </a:moveTo>
                <a:lnTo>
                  <a:pt x="1617822" y="1926334"/>
                </a:lnTo>
                <a:lnTo>
                  <a:pt x="1617967" y="1926269"/>
                </a:lnTo>
                <a:close/>
                <a:moveTo>
                  <a:pt x="1756132" y="1615925"/>
                </a:moveTo>
                <a:lnTo>
                  <a:pt x="1764400" y="1610167"/>
                </a:lnTo>
                <a:lnTo>
                  <a:pt x="1763174" y="1607714"/>
                </a:lnTo>
                <a:lnTo>
                  <a:pt x="1761897" y="1608111"/>
                </a:lnTo>
                <a:close/>
                <a:moveTo>
                  <a:pt x="1647866" y="1858324"/>
                </a:moveTo>
                <a:lnTo>
                  <a:pt x="1648218" y="1859969"/>
                </a:lnTo>
                <a:lnTo>
                  <a:pt x="1651351" y="1856918"/>
                </a:lnTo>
                <a:close/>
                <a:moveTo>
                  <a:pt x="1548292" y="2081163"/>
                </a:moveTo>
                <a:lnTo>
                  <a:pt x="1549551" y="2081319"/>
                </a:lnTo>
                <a:lnTo>
                  <a:pt x="1550301" y="2081195"/>
                </a:lnTo>
                <a:lnTo>
                  <a:pt x="1551409" y="2079566"/>
                </a:lnTo>
                <a:close/>
                <a:moveTo>
                  <a:pt x="1581476" y="2006788"/>
                </a:moveTo>
                <a:lnTo>
                  <a:pt x="1580877" y="2009970"/>
                </a:lnTo>
                <a:lnTo>
                  <a:pt x="1583126" y="2008646"/>
                </a:lnTo>
                <a:lnTo>
                  <a:pt x="1583504" y="2007865"/>
                </a:lnTo>
                <a:lnTo>
                  <a:pt x="1582648" y="2006342"/>
                </a:lnTo>
                <a:close/>
                <a:moveTo>
                  <a:pt x="1819691" y="1473248"/>
                </a:moveTo>
                <a:lnTo>
                  <a:pt x="1819188" y="1474546"/>
                </a:lnTo>
                <a:lnTo>
                  <a:pt x="1820214" y="1473949"/>
                </a:lnTo>
                <a:close/>
                <a:moveTo>
                  <a:pt x="1759024" y="1609094"/>
                </a:moveTo>
                <a:lnTo>
                  <a:pt x="1759109" y="1608978"/>
                </a:lnTo>
                <a:lnTo>
                  <a:pt x="1759074" y="1608990"/>
                </a:lnTo>
                <a:close/>
                <a:moveTo>
                  <a:pt x="1582194" y="2004924"/>
                </a:moveTo>
                <a:lnTo>
                  <a:pt x="1582544" y="2005549"/>
                </a:lnTo>
                <a:lnTo>
                  <a:pt x="1585093" y="2004577"/>
                </a:lnTo>
                <a:lnTo>
                  <a:pt x="1585484" y="2003768"/>
                </a:lnTo>
                <a:close/>
                <a:moveTo>
                  <a:pt x="1821032" y="1470110"/>
                </a:moveTo>
                <a:lnTo>
                  <a:pt x="1820320" y="1471749"/>
                </a:lnTo>
                <a:lnTo>
                  <a:pt x="1821430" y="1473243"/>
                </a:lnTo>
                <a:lnTo>
                  <a:pt x="1824232" y="1471612"/>
                </a:lnTo>
                <a:lnTo>
                  <a:pt x="1826611" y="1468398"/>
                </a:lnTo>
                <a:close/>
                <a:moveTo>
                  <a:pt x="1913703" y="1262574"/>
                </a:moveTo>
                <a:lnTo>
                  <a:pt x="1940784" y="1240113"/>
                </a:lnTo>
                <a:lnTo>
                  <a:pt x="1940932" y="1239885"/>
                </a:lnTo>
                <a:lnTo>
                  <a:pt x="1954065" y="1194599"/>
                </a:lnTo>
                <a:lnTo>
                  <a:pt x="1930911" y="1225468"/>
                </a:lnTo>
                <a:lnTo>
                  <a:pt x="1923372" y="1241724"/>
                </a:lnTo>
                <a:lnTo>
                  <a:pt x="1929180" y="1245637"/>
                </a:lnTo>
                <a:lnTo>
                  <a:pt x="1929257" y="1245982"/>
                </a:lnTo>
                <a:lnTo>
                  <a:pt x="1923268" y="1241948"/>
                </a:lnTo>
                <a:close/>
                <a:moveTo>
                  <a:pt x="1752494" y="1623493"/>
                </a:moveTo>
                <a:lnTo>
                  <a:pt x="1752713" y="1624515"/>
                </a:lnTo>
                <a:lnTo>
                  <a:pt x="1752979" y="1625077"/>
                </a:lnTo>
                <a:lnTo>
                  <a:pt x="1754011" y="1624400"/>
                </a:lnTo>
                <a:lnTo>
                  <a:pt x="1755054" y="1622981"/>
                </a:lnTo>
                <a:lnTo>
                  <a:pt x="1754997" y="1622707"/>
                </a:lnTo>
                <a:close/>
                <a:moveTo>
                  <a:pt x="1592090" y="1982659"/>
                </a:moveTo>
                <a:lnTo>
                  <a:pt x="1592915" y="1982335"/>
                </a:lnTo>
                <a:lnTo>
                  <a:pt x="1593156" y="1981424"/>
                </a:lnTo>
                <a:lnTo>
                  <a:pt x="1593072" y="1981432"/>
                </a:lnTo>
                <a:close/>
                <a:moveTo>
                  <a:pt x="1651753" y="1849055"/>
                </a:moveTo>
                <a:lnTo>
                  <a:pt x="1652380" y="1848871"/>
                </a:lnTo>
                <a:lnTo>
                  <a:pt x="1652290" y="1848657"/>
                </a:lnTo>
                <a:close/>
                <a:moveTo>
                  <a:pt x="1885733" y="1325075"/>
                </a:moveTo>
                <a:lnTo>
                  <a:pt x="1886776" y="1325630"/>
                </a:lnTo>
                <a:lnTo>
                  <a:pt x="1890967" y="1320446"/>
                </a:lnTo>
                <a:lnTo>
                  <a:pt x="1889795" y="1321164"/>
                </a:lnTo>
                <a:lnTo>
                  <a:pt x="1885973" y="1324696"/>
                </a:lnTo>
                <a:close/>
                <a:moveTo>
                  <a:pt x="1823789" y="1463761"/>
                </a:moveTo>
                <a:lnTo>
                  <a:pt x="1821431" y="1469190"/>
                </a:lnTo>
                <a:lnTo>
                  <a:pt x="1827374" y="1467366"/>
                </a:lnTo>
                <a:lnTo>
                  <a:pt x="1834566" y="1457645"/>
                </a:lnTo>
                <a:lnTo>
                  <a:pt x="1834106" y="1456888"/>
                </a:lnTo>
                <a:close/>
                <a:moveTo>
                  <a:pt x="1864743" y="1372056"/>
                </a:moveTo>
                <a:lnTo>
                  <a:pt x="1868156" y="1370516"/>
                </a:lnTo>
                <a:lnTo>
                  <a:pt x="1869351" y="1369218"/>
                </a:lnTo>
                <a:lnTo>
                  <a:pt x="1868223" y="1366780"/>
                </a:lnTo>
                <a:close/>
                <a:moveTo>
                  <a:pt x="1546297" y="2085038"/>
                </a:moveTo>
                <a:lnTo>
                  <a:pt x="1545702" y="2087954"/>
                </a:lnTo>
                <a:lnTo>
                  <a:pt x="1547553" y="2085233"/>
                </a:lnTo>
                <a:close/>
                <a:moveTo>
                  <a:pt x="1625091" y="1908571"/>
                </a:moveTo>
                <a:lnTo>
                  <a:pt x="1625216" y="1909917"/>
                </a:lnTo>
                <a:lnTo>
                  <a:pt x="1627528" y="1909468"/>
                </a:lnTo>
                <a:lnTo>
                  <a:pt x="1627971" y="1908142"/>
                </a:lnTo>
                <a:lnTo>
                  <a:pt x="1627751" y="1907096"/>
                </a:lnTo>
                <a:close/>
                <a:moveTo>
                  <a:pt x="1755192" y="1617198"/>
                </a:moveTo>
                <a:lnTo>
                  <a:pt x="1759441" y="1617012"/>
                </a:lnTo>
                <a:lnTo>
                  <a:pt x="1763626" y="1611318"/>
                </a:lnTo>
                <a:lnTo>
                  <a:pt x="1755204" y="1617183"/>
                </a:lnTo>
                <a:close/>
                <a:moveTo>
                  <a:pt x="1647935" y="1857365"/>
                </a:moveTo>
                <a:lnTo>
                  <a:pt x="1647843" y="1858012"/>
                </a:lnTo>
                <a:lnTo>
                  <a:pt x="1651563" y="1856511"/>
                </a:lnTo>
                <a:lnTo>
                  <a:pt x="1649966" y="1856307"/>
                </a:lnTo>
                <a:close/>
                <a:moveTo>
                  <a:pt x="1734395" y="1663761"/>
                </a:moveTo>
                <a:lnTo>
                  <a:pt x="1734910" y="1665118"/>
                </a:lnTo>
                <a:lnTo>
                  <a:pt x="1735417" y="1665955"/>
                </a:lnTo>
                <a:lnTo>
                  <a:pt x="1735729" y="1666521"/>
                </a:lnTo>
                <a:lnTo>
                  <a:pt x="1736077" y="1666439"/>
                </a:lnTo>
                <a:lnTo>
                  <a:pt x="1737668" y="1665487"/>
                </a:lnTo>
                <a:lnTo>
                  <a:pt x="1736471" y="1664387"/>
                </a:lnTo>
                <a:lnTo>
                  <a:pt x="1734786" y="1663246"/>
                </a:lnTo>
                <a:close/>
                <a:moveTo>
                  <a:pt x="1826497" y="1457523"/>
                </a:moveTo>
                <a:lnTo>
                  <a:pt x="1824182" y="1462856"/>
                </a:lnTo>
                <a:lnTo>
                  <a:pt x="1833827" y="1456430"/>
                </a:lnTo>
                <a:lnTo>
                  <a:pt x="1830798" y="1451448"/>
                </a:lnTo>
                <a:lnTo>
                  <a:pt x="1828073" y="1455415"/>
                </a:lnTo>
                <a:close/>
                <a:moveTo>
                  <a:pt x="1558251" y="2058176"/>
                </a:moveTo>
                <a:lnTo>
                  <a:pt x="1558223" y="2058942"/>
                </a:lnTo>
                <a:lnTo>
                  <a:pt x="1558535" y="2058759"/>
                </a:lnTo>
                <a:lnTo>
                  <a:pt x="1558792" y="2058246"/>
                </a:lnTo>
                <a:close/>
                <a:moveTo>
                  <a:pt x="1571366" y="2028785"/>
                </a:moveTo>
                <a:lnTo>
                  <a:pt x="1574048" y="2027420"/>
                </a:lnTo>
                <a:lnTo>
                  <a:pt x="1574748" y="2025974"/>
                </a:lnTo>
                <a:close/>
                <a:moveTo>
                  <a:pt x="1652532" y="1846987"/>
                </a:moveTo>
                <a:lnTo>
                  <a:pt x="1652871" y="1847798"/>
                </a:lnTo>
                <a:lnTo>
                  <a:pt x="1656525" y="1845086"/>
                </a:lnTo>
                <a:lnTo>
                  <a:pt x="1656794" y="1844366"/>
                </a:lnTo>
                <a:lnTo>
                  <a:pt x="1656670" y="1843906"/>
                </a:lnTo>
                <a:lnTo>
                  <a:pt x="1655917" y="1843786"/>
                </a:lnTo>
                <a:lnTo>
                  <a:pt x="1655250" y="1844597"/>
                </a:lnTo>
                <a:close/>
                <a:moveTo>
                  <a:pt x="1626488" y="1905214"/>
                </a:moveTo>
                <a:lnTo>
                  <a:pt x="1626885" y="1905191"/>
                </a:lnTo>
                <a:lnTo>
                  <a:pt x="1627301" y="1904960"/>
                </a:lnTo>
                <a:lnTo>
                  <a:pt x="1627198" y="1904471"/>
                </a:lnTo>
                <a:close/>
                <a:moveTo>
                  <a:pt x="1745476" y="1638648"/>
                </a:moveTo>
                <a:lnTo>
                  <a:pt x="1746982" y="1640790"/>
                </a:lnTo>
                <a:lnTo>
                  <a:pt x="1747227" y="1640656"/>
                </a:lnTo>
                <a:lnTo>
                  <a:pt x="1747271" y="1640631"/>
                </a:lnTo>
                <a:lnTo>
                  <a:pt x="1747467" y="1637439"/>
                </a:lnTo>
                <a:lnTo>
                  <a:pt x="1745932" y="1638027"/>
                </a:lnTo>
                <a:close/>
                <a:moveTo>
                  <a:pt x="1829416" y="1450670"/>
                </a:moveTo>
                <a:lnTo>
                  <a:pt x="1829066" y="1451608"/>
                </a:lnTo>
                <a:lnTo>
                  <a:pt x="1828768" y="1452294"/>
                </a:lnTo>
                <a:lnTo>
                  <a:pt x="1830171" y="1450416"/>
                </a:lnTo>
                <a:lnTo>
                  <a:pt x="1830077" y="1450262"/>
                </a:lnTo>
                <a:close/>
                <a:moveTo>
                  <a:pt x="1616484" y="1927435"/>
                </a:moveTo>
                <a:lnTo>
                  <a:pt x="1616645" y="1927697"/>
                </a:lnTo>
                <a:lnTo>
                  <a:pt x="1617315" y="1927438"/>
                </a:lnTo>
                <a:lnTo>
                  <a:pt x="1617312" y="1927220"/>
                </a:lnTo>
                <a:lnTo>
                  <a:pt x="1617274" y="1927367"/>
                </a:lnTo>
                <a:lnTo>
                  <a:pt x="1617149" y="1927137"/>
                </a:lnTo>
                <a:close/>
                <a:moveTo>
                  <a:pt x="1749757" y="1629010"/>
                </a:moveTo>
                <a:lnTo>
                  <a:pt x="1749748" y="1629142"/>
                </a:lnTo>
                <a:lnTo>
                  <a:pt x="1749981" y="1629393"/>
                </a:lnTo>
                <a:lnTo>
                  <a:pt x="1750466" y="1629222"/>
                </a:lnTo>
                <a:lnTo>
                  <a:pt x="1750979" y="1628524"/>
                </a:lnTo>
                <a:close/>
                <a:moveTo>
                  <a:pt x="1581802" y="2005062"/>
                </a:moveTo>
                <a:lnTo>
                  <a:pt x="1581646" y="2005892"/>
                </a:lnTo>
                <a:lnTo>
                  <a:pt x="1582263" y="2005656"/>
                </a:lnTo>
                <a:lnTo>
                  <a:pt x="1581908" y="2005024"/>
                </a:lnTo>
                <a:close/>
                <a:moveTo>
                  <a:pt x="1723434" y="1687917"/>
                </a:moveTo>
                <a:lnTo>
                  <a:pt x="1724174" y="1688802"/>
                </a:lnTo>
                <a:lnTo>
                  <a:pt x="1724122" y="1687838"/>
                </a:lnTo>
                <a:close/>
                <a:moveTo>
                  <a:pt x="1567410" y="2037230"/>
                </a:moveTo>
                <a:lnTo>
                  <a:pt x="1569224" y="2037394"/>
                </a:lnTo>
                <a:lnTo>
                  <a:pt x="1569287" y="2037267"/>
                </a:lnTo>
                <a:lnTo>
                  <a:pt x="1569465" y="2036899"/>
                </a:lnTo>
                <a:close/>
                <a:moveTo>
                  <a:pt x="1829762" y="1449745"/>
                </a:moveTo>
                <a:lnTo>
                  <a:pt x="1829653" y="1450037"/>
                </a:lnTo>
                <a:lnTo>
                  <a:pt x="1829862" y="1449909"/>
                </a:lnTo>
                <a:close/>
                <a:moveTo>
                  <a:pt x="1754424" y="1618355"/>
                </a:moveTo>
                <a:lnTo>
                  <a:pt x="1755021" y="1621167"/>
                </a:lnTo>
                <a:lnTo>
                  <a:pt x="1756796" y="1620610"/>
                </a:lnTo>
                <a:lnTo>
                  <a:pt x="1756835" y="1620557"/>
                </a:lnTo>
                <a:lnTo>
                  <a:pt x="1754447" y="1618315"/>
                </a:lnTo>
                <a:close/>
                <a:moveTo>
                  <a:pt x="1737084" y="1657174"/>
                </a:moveTo>
                <a:lnTo>
                  <a:pt x="1737100" y="1657211"/>
                </a:lnTo>
                <a:lnTo>
                  <a:pt x="1737215" y="1657145"/>
                </a:lnTo>
                <a:close/>
                <a:moveTo>
                  <a:pt x="1850368" y="1403485"/>
                </a:moveTo>
                <a:lnTo>
                  <a:pt x="1851267" y="1404481"/>
                </a:lnTo>
                <a:lnTo>
                  <a:pt x="1859482" y="1401872"/>
                </a:lnTo>
                <a:lnTo>
                  <a:pt x="1857368" y="1397494"/>
                </a:lnTo>
                <a:close/>
                <a:moveTo>
                  <a:pt x="1855249" y="1392554"/>
                </a:moveTo>
                <a:lnTo>
                  <a:pt x="1856486" y="1395116"/>
                </a:lnTo>
                <a:lnTo>
                  <a:pt x="1862513" y="1391783"/>
                </a:lnTo>
                <a:lnTo>
                  <a:pt x="1862280" y="1392335"/>
                </a:lnTo>
                <a:lnTo>
                  <a:pt x="1856647" y="1395451"/>
                </a:lnTo>
                <a:lnTo>
                  <a:pt x="1857371" y="1396949"/>
                </a:lnTo>
                <a:lnTo>
                  <a:pt x="1857703" y="1396767"/>
                </a:lnTo>
                <a:lnTo>
                  <a:pt x="1864694" y="1390650"/>
                </a:lnTo>
                <a:lnTo>
                  <a:pt x="1862526" y="1388442"/>
                </a:lnTo>
                <a:close/>
                <a:moveTo>
                  <a:pt x="1651158" y="1849497"/>
                </a:moveTo>
                <a:lnTo>
                  <a:pt x="1651174" y="1849631"/>
                </a:lnTo>
                <a:lnTo>
                  <a:pt x="1651774" y="1849708"/>
                </a:lnTo>
                <a:lnTo>
                  <a:pt x="1652645" y="1849503"/>
                </a:lnTo>
                <a:lnTo>
                  <a:pt x="1652469" y="1849083"/>
                </a:lnTo>
                <a:lnTo>
                  <a:pt x="1651175" y="1849484"/>
                </a:lnTo>
                <a:close/>
                <a:moveTo>
                  <a:pt x="1831299" y="1446092"/>
                </a:moveTo>
                <a:lnTo>
                  <a:pt x="1833923" y="1445396"/>
                </a:lnTo>
                <a:lnTo>
                  <a:pt x="1836448" y="1442018"/>
                </a:lnTo>
                <a:lnTo>
                  <a:pt x="1832368" y="1445125"/>
                </a:lnTo>
                <a:close/>
                <a:moveTo>
                  <a:pt x="1901589" y="1288697"/>
                </a:moveTo>
                <a:lnTo>
                  <a:pt x="1912510" y="1281196"/>
                </a:lnTo>
                <a:lnTo>
                  <a:pt x="1920917" y="1270147"/>
                </a:lnTo>
                <a:lnTo>
                  <a:pt x="1930320" y="1256150"/>
                </a:lnTo>
                <a:lnTo>
                  <a:pt x="1939975" y="1241353"/>
                </a:lnTo>
                <a:lnTo>
                  <a:pt x="1929930" y="1249921"/>
                </a:lnTo>
                <a:lnTo>
                  <a:pt x="1913096" y="1263883"/>
                </a:lnTo>
                <a:close/>
                <a:moveTo>
                  <a:pt x="1648120" y="1856070"/>
                </a:moveTo>
                <a:lnTo>
                  <a:pt x="1648093" y="1856261"/>
                </a:lnTo>
                <a:lnTo>
                  <a:pt x="1648419" y="1856108"/>
                </a:lnTo>
                <a:close/>
                <a:moveTo>
                  <a:pt x="1849337" y="1405503"/>
                </a:moveTo>
                <a:lnTo>
                  <a:pt x="1856403" y="1413296"/>
                </a:lnTo>
                <a:lnTo>
                  <a:pt x="1857506" y="1411690"/>
                </a:lnTo>
                <a:lnTo>
                  <a:pt x="1851343" y="1404866"/>
                </a:lnTo>
                <a:close/>
                <a:moveTo>
                  <a:pt x="1830894" y="1446718"/>
                </a:moveTo>
                <a:lnTo>
                  <a:pt x="1830340" y="1448201"/>
                </a:lnTo>
                <a:lnTo>
                  <a:pt x="1830888" y="1449101"/>
                </a:lnTo>
                <a:lnTo>
                  <a:pt x="1831220" y="1449012"/>
                </a:lnTo>
                <a:lnTo>
                  <a:pt x="1833439" y="1446044"/>
                </a:lnTo>
                <a:close/>
                <a:moveTo>
                  <a:pt x="1517094" y="2149374"/>
                </a:moveTo>
                <a:lnTo>
                  <a:pt x="1517694" y="2153037"/>
                </a:lnTo>
                <a:lnTo>
                  <a:pt x="1519752" y="2152560"/>
                </a:lnTo>
                <a:lnTo>
                  <a:pt x="1520471" y="2150083"/>
                </a:lnTo>
                <a:close/>
                <a:moveTo>
                  <a:pt x="1529980" y="2120504"/>
                </a:moveTo>
                <a:lnTo>
                  <a:pt x="1527823" y="2127880"/>
                </a:lnTo>
                <a:lnTo>
                  <a:pt x="1537518" y="2125536"/>
                </a:lnTo>
                <a:lnTo>
                  <a:pt x="1538498" y="2120734"/>
                </a:lnTo>
                <a:lnTo>
                  <a:pt x="1537565" y="2120703"/>
                </a:lnTo>
                <a:lnTo>
                  <a:pt x="1532663" y="2120468"/>
                </a:lnTo>
                <a:close/>
                <a:moveTo>
                  <a:pt x="1883939" y="1327902"/>
                </a:moveTo>
                <a:lnTo>
                  <a:pt x="1884500" y="1328445"/>
                </a:lnTo>
                <a:lnTo>
                  <a:pt x="1886505" y="1325966"/>
                </a:lnTo>
                <a:lnTo>
                  <a:pt x="1885497" y="1325446"/>
                </a:lnTo>
                <a:close/>
                <a:moveTo>
                  <a:pt x="1867579" y="1364443"/>
                </a:moveTo>
                <a:lnTo>
                  <a:pt x="1868252" y="1365899"/>
                </a:lnTo>
                <a:lnTo>
                  <a:pt x="1874177" y="1356917"/>
                </a:lnTo>
                <a:lnTo>
                  <a:pt x="1872211" y="1358171"/>
                </a:lnTo>
                <a:close/>
                <a:moveTo>
                  <a:pt x="1547245" y="2081699"/>
                </a:moveTo>
                <a:lnTo>
                  <a:pt x="1548571" y="2081481"/>
                </a:lnTo>
                <a:lnTo>
                  <a:pt x="1547847" y="2081391"/>
                </a:lnTo>
                <a:close/>
                <a:moveTo>
                  <a:pt x="1734137" y="1663082"/>
                </a:moveTo>
                <a:lnTo>
                  <a:pt x="1734185" y="1663210"/>
                </a:lnTo>
                <a:lnTo>
                  <a:pt x="1734321" y="1663034"/>
                </a:lnTo>
                <a:close/>
                <a:moveTo>
                  <a:pt x="1749830" y="1627811"/>
                </a:moveTo>
                <a:lnTo>
                  <a:pt x="1749775" y="1628715"/>
                </a:lnTo>
                <a:lnTo>
                  <a:pt x="1751278" y="1628118"/>
                </a:lnTo>
                <a:lnTo>
                  <a:pt x="1752684" y="1626205"/>
                </a:lnTo>
                <a:lnTo>
                  <a:pt x="1752580" y="1626006"/>
                </a:lnTo>
                <a:close/>
                <a:moveTo>
                  <a:pt x="1897545" y="1297029"/>
                </a:moveTo>
                <a:lnTo>
                  <a:pt x="1901524" y="1295247"/>
                </a:lnTo>
                <a:lnTo>
                  <a:pt x="1910736" y="1283528"/>
                </a:lnTo>
                <a:lnTo>
                  <a:pt x="1911487" y="1282541"/>
                </a:lnTo>
                <a:lnTo>
                  <a:pt x="1911129" y="1282795"/>
                </a:lnTo>
                <a:lnTo>
                  <a:pt x="1901147" y="1289650"/>
                </a:lnTo>
                <a:lnTo>
                  <a:pt x="1899404" y="1293405"/>
                </a:lnTo>
                <a:close/>
                <a:moveTo>
                  <a:pt x="1858809" y="1383688"/>
                </a:moveTo>
                <a:lnTo>
                  <a:pt x="1860042" y="1384944"/>
                </a:lnTo>
                <a:lnTo>
                  <a:pt x="1871379" y="1376205"/>
                </a:lnTo>
                <a:lnTo>
                  <a:pt x="1865395" y="1379102"/>
                </a:lnTo>
                <a:lnTo>
                  <a:pt x="1861239" y="1380911"/>
                </a:lnTo>
                <a:lnTo>
                  <a:pt x="1861228" y="1381050"/>
                </a:lnTo>
                <a:close/>
                <a:moveTo>
                  <a:pt x="1546905" y="2082061"/>
                </a:moveTo>
                <a:lnTo>
                  <a:pt x="1546386" y="2084602"/>
                </a:lnTo>
                <a:lnTo>
                  <a:pt x="1547828" y="2084829"/>
                </a:lnTo>
                <a:lnTo>
                  <a:pt x="1549988" y="2081655"/>
                </a:lnTo>
                <a:lnTo>
                  <a:pt x="1549631" y="2081610"/>
                </a:lnTo>
                <a:close/>
                <a:moveTo>
                  <a:pt x="1882974" y="1329424"/>
                </a:moveTo>
                <a:lnTo>
                  <a:pt x="1884146" y="1328682"/>
                </a:lnTo>
                <a:lnTo>
                  <a:pt x="1883712" y="1328261"/>
                </a:lnTo>
                <a:close/>
                <a:moveTo>
                  <a:pt x="1582219" y="2002848"/>
                </a:moveTo>
                <a:lnTo>
                  <a:pt x="1581920" y="2004436"/>
                </a:lnTo>
                <a:lnTo>
                  <a:pt x="1581947" y="2004485"/>
                </a:lnTo>
                <a:lnTo>
                  <a:pt x="1585673" y="2003176"/>
                </a:lnTo>
                <a:lnTo>
                  <a:pt x="1585635" y="2002671"/>
                </a:lnTo>
                <a:lnTo>
                  <a:pt x="1585521" y="2002645"/>
                </a:lnTo>
                <a:close/>
                <a:moveTo>
                  <a:pt x="1752287" y="1622027"/>
                </a:moveTo>
                <a:lnTo>
                  <a:pt x="1754692" y="1621271"/>
                </a:lnTo>
                <a:lnTo>
                  <a:pt x="1754166" y="1618798"/>
                </a:lnTo>
                <a:close/>
                <a:moveTo>
                  <a:pt x="1617904" y="1922870"/>
                </a:moveTo>
                <a:lnTo>
                  <a:pt x="1617901" y="1922995"/>
                </a:lnTo>
                <a:lnTo>
                  <a:pt x="1618473" y="1926043"/>
                </a:lnTo>
                <a:lnTo>
                  <a:pt x="1619673" y="1925504"/>
                </a:lnTo>
                <a:lnTo>
                  <a:pt x="1619381" y="1921814"/>
                </a:lnTo>
                <a:close/>
                <a:moveTo>
                  <a:pt x="1730509" y="1670589"/>
                </a:moveTo>
                <a:lnTo>
                  <a:pt x="1730796" y="1671959"/>
                </a:lnTo>
                <a:lnTo>
                  <a:pt x="1733582" y="1672118"/>
                </a:lnTo>
                <a:lnTo>
                  <a:pt x="1732317" y="1669506"/>
                </a:lnTo>
                <a:close/>
                <a:moveTo>
                  <a:pt x="1530749" y="2117875"/>
                </a:moveTo>
                <a:lnTo>
                  <a:pt x="1530149" y="2119927"/>
                </a:lnTo>
                <a:lnTo>
                  <a:pt x="1530748" y="2119956"/>
                </a:lnTo>
                <a:lnTo>
                  <a:pt x="1538678" y="2119849"/>
                </a:lnTo>
                <a:lnTo>
                  <a:pt x="1539374" y="2116441"/>
                </a:lnTo>
                <a:close/>
                <a:moveTo>
                  <a:pt x="1589683" y="1985890"/>
                </a:moveTo>
                <a:lnTo>
                  <a:pt x="1589921" y="1992823"/>
                </a:lnTo>
                <a:lnTo>
                  <a:pt x="1590744" y="1990530"/>
                </a:lnTo>
                <a:lnTo>
                  <a:pt x="1592055" y="1985580"/>
                </a:lnTo>
                <a:close/>
                <a:moveTo>
                  <a:pt x="1589810" y="1985507"/>
                </a:moveTo>
                <a:lnTo>
                  <a:pt x="1590598" y="1985437"/>
                </a:lnTo>
                <a:lnTo>
                  <a:pt x="1592146" y="1985235"/>
                </a:lnTo>
                <a:lnTo>
                  <a:pt x="1592788" y="1982813"/>
                </a:lnTo>
                <a:lnTo>
                  <a:pt x="1591590" y="1983284"/>
                </a:lnTo>
                <a:close/>
                <a:moveTo>
                  <a:pt x="1651016" y="1848320"/>
                </a:moveTo>
                <a:lnTo>
                  <a:pt x="1651111" y="1849105"/>
                </a:lnTo>
                <a:lnTo>
                  <a:pt x="1652154" y="1848330"/>
                </a:lnTo>
                <a:lnTo>
                  <a:pt x="1651845" y="1847591"/>
                </a:lnTo>
                <a:close/>
                <a:moveTo>
                  <a:pt x="1870852" y="1355706"/>
                </a:moveTo>
                <a:lnTo>
                  <a:pt x="1876563" y="1351980"/>
                </a:lnTo>
                <a:lnTo>
                  <a:pt x="1879705" y="1347726"/>
                </a:lnTo>
                <a:close/>
                <a:moveTo>
                  <a:pt x="1893370" y="1305165"/>
                </a:moveTo>
                <a:lnTo>
                  <a:pt x="1894513" y="1304166"/>
                </a:lnTo>
                <a:lnTo>
                  <a:pt x="1901124" y="1295756"/>
                </a:lnTo>
                <a:lnTo>
                  <a:pt x="1897325" y="1297458"/>
                </a:lnTo>
                <a:close/>
                <a:moveTo>
                  <a:pt x="1616254" y="1925491"/>
                </a:moveTo>
                <a:lnTo>
                  <a:pt x="1616107" y="1926825"/>
                </a:lnTo>
                <a:lnTo>
                  <a:pt x="1616242" y="1927044"/>
                </a:lnTo>
                <a:lnTo>
                  <a:pt x="1616930" y="1926735"/>
                </a:lnTo>
                <a:close/>
                <a:moveTo>
                  <a:pt x="1848757" y="1404864"/>
                </a:moveTo>
                <a:lnTo>
                  <a:pt x="1849022" y="1405155"/>
                </a:lnTo>
                <a:lnTo>
                  <a:pt x="1849899" y="1404915"/>
                </a:lnTo>
                <a:lnTo>
                  <a:pt x="1851055" y="1404548"/>
                </a:lnTo>
                <a:lnTo>
                  <a:pt x="1850214" y="1403617"/>
                </a:lnTo>
                <a:close/>
                <a:moveTo>
                  <a:pt x="1749937" y="1626064"/>
                </a:moveTo>
                <a:lnTo>
                  <a:pt x="1749873" y="1627115"/>
                </a:lnTo>
                <a:lnTo>
                  <a:pt x="1752320" y="1625509"/>
                </a:lnTo>
                <a:lnTo>
                  <a:pt x="1751439" y="1623825"/>
                </a:lnTo>
                <a:lnTo>
                  <a:pt x="1751196" y="1623902"/>
                </a:lnTo>
                <a:close/>
                <a:moveTo>
                  <a:pt x="1629567" y="1895488"/>
                </a:moveTo>
                <a:lnTo>
                  <a:pt x="1630120" y="1895340"/>
                </a:lnTo>
                <a:lnTo>
                  <a:pt x="1630944" y="1894440"/>
                </a:lnTo>
                <a:lnTo>
                  <a:pt x="1630981" y="1894261"/>
                </a:lnTo>
                <a:close/>
                <a:moveTo>
                  <a:pt x="1883238" y="1327225"/>
                </a:moveTo>
                <a:lnTo>
                  <a:pt x="1883731" y="1327702"/>
                </a:lnTo>
                <a:lnTo>
                  <a:pt x="1885161" y="1325447"/>
                </a:lnTo>
                <a:close/>
                <a:moveTo>
                  <a:pt x="1721495" y="1689373"/>
                </a:moveTo>
                <a:lnTo>
                  <a:pt x="1721516" y="1690618"/>
                </a:lnTo>
                <a:lnTo>
                  <a:pt x="1721688" y="1692015"/>
                </a:lnTo>
                <a:lnTo>
                  <a:pt x="1722800" y="1690932"/>
                </a:lnTo>
                <a:close/>
                <a:moveTo>
                  <a:pt x="1564907" y="2039986"/>
                </a:moveTo>
                <a:lnTo>
                  <a:pt x="1565594" y="2043503"/>
                </a:lnTo>
                <a:lnTo>
                  <a:pt x="1566164" y="2043510"/>
                </a:lnTo>
                <a:lnTo>
                  <a:pt x="1568082" y="2039675"/>
                </a:lnTo>
                <a:close/>
                <a:moveTo>
                  <a:pt x="1880403" y="1333476"/>
                </a:moveTo>
                <a:lnTo>
                  <a:pt x="1880802" y="1333020"/>
                </a:lnTo>
                <a:lnTo>
                  <a:pt x="1884097" y="1328944"/>
                </a:lnTo>
                <a:lnTo>
                  <a:pt x="1882728" y="1329811"/>
                </a:lnTo>
                <a:close/>
                <a:moveTo>
                  <a:pt x="1531993" y="2113624"/>
                </a:moveTo>
                <a:lnTo>
                  <a:pt x="1531310" y="2115959"/>
                </a:lnTo>
                <a:lnTo>
                  <a:pt x="1539739" y="2114654"/>
                </a:lnTo>
                <a:lnTo>
                  <a:pt x="1540020" y="2113273"/>
                </a:lnTo>
                <a:lnTo>
                  <a:pt x="1536612" y="2112779"/>
                </a:lnTo>
                <a:lnTo>
                  <a:pt x="1536461" y="2112809"/>
                </a:lnTo>
                <a:close/>
                <a:moveTo>
                  <a:pt x="1837057" y="1430240"/>
                </a:moveTo>
                <a:lnTo>
                  <a:pt x="1832085" y="1443537"/>
                </a:lnTo>
                <a:lnTo>
                  <a:pt x="1840861" y="1435919"/>
                </a:lnTo>
                <a:lnTo>
                  <a:pt x="1850141" y="1422411"/>
                </a:lnTo>
                <a:close/>
                <a:moveTo>
                  <a:pt x="1604651" y="1950619"/>
                </a:moveTo>
                <a:lnTo>
                  <a:pt x="1604704" y="1950631"/>
                </a:lnTo>
                <a:lnTo>
                  <a:pt x="1604695" y="1950600"/>
                </a:lnTo>
                <a:close/>
                <a:moveTo>
                  <a:pt x="1848131" y="1405400"/>
                </a:moveTo>
                <a:lnTo>
                  <a:pt x="1848455" y="1405311"/>
                </a:lnTo>
                <a:lnTo>
                  <a:pt x="1848357" y="1405206"/>
                </a:lnTo>
                <a:close/>
                <a:moveTo>
                  <a:pt x="1609321" y="1939985"/>
                </a:moveTo>
                <a:lnTo>
                  <a:pt x="1609223" y="1940256"/>
                </a:lnTo>
                <a:lnTo>
                  <a:pt x="1608931" y="1945018"/>
                </a:lnTo>
                <a:lnTo>
                  <a:pt x="1609504" y="1944749"/>
                </a:lnTo>
                <a:lnTo>
                  <a:pt x="1614016" y="1938168"/>
                </a:lnTo>
                <a:close/>
                <a:moveTo>
                  <a:pt x="1730228" y="1669247"/>
                </a:moveTo>
                <a:lnTo>
                  <a:pt x="1730357" y="1669863"/>
                </a:lnTo>
                <a:lnTo>
                  <a:pt x="1732011" y="1668872"/>
                </a:lnTo>
                <a:lnTo>
                  <a:pt x="1731526" y="1667871"/>
                </a:lnTo>
                <a:lnTo>
                  <a:pt x="1731218" y="1667943"/>
                </a:lnTo>
                <a:close/>
                <a:moveTo>
                  <a:pt x="1532418" y="2112171"/>
                </a:moveTo>
                <a:lnTo>
                  <a:pt x="1532149" y="2113089"/>
                </a:lnTo>
                <a:lnTo>
                  <a:pt x="1535076" y="2112556"/>
                </a:lnTo>
                <a:close/>
                <a:moveTo>
                  <a:pt x="1649736" y="1849446"/>
                </a:moveTo>
                <a:lnTo>
                  <a:pt x="1650219" y="1849508"/>
                </a:lnTo>
                <a:lnTo>
                  <a:pt x="1650796" y="1849338"/>
                </a:lnTo>
                <a:lnTo>
                  <a:pt x="1650805" y="1849331"/>
                </a:lnTo>
                <a:lnTo>
                  <a:pt x="1650715" y="1848585"/>
                </a:lnTo>
                <a:close/>
                <a:moveTo>
                  <a:pt x="1616426" y="1923927"/>
                </a:moveTo>
                <a:lnTo>
                  <a:pt x="1616288" y="1925176"/>
                </a:lnTo>
                <a:lnTo>
                  <a:pt x="1617095" y="1926660"/>
                </a:lnTo>
                <a:lnTo>
                  <a:pt x="1617307" y="1926566"/>
                </a:lnTo>
                <a:lnTo>
                  <a:pt x="1617281" y="1923315"/>
                </a:lnTo>
                <a:close/>
                <a:moveTo>
                  <a:pt x="1619963" y="1915990"/>
                </a:moveTo>
                <a:lnTo>
                  <a:pt x="1619975" y="1916314"/>
                </a:lnTo>
                <a:lnTo>
                  <a:pt x="1620484" y="1915901"/>
                </a:lnTo>
                <a:close/>
                <a:moveTo>
                  <a:pt x="1888057" y="1315519"/>
                </a:moveTo>
                <a:lnTo>
                  <a:pt x="1893451" y="1311026"/>
                </a:lnTo>
                <a:lnTo>
                  <a:pt x="1901566" y="1298949"/>
                </a:lnTo>
                <a:lnTo>
                  <a:pt x="1893325" y="1306939"/>
                </a:lnTo>
                <a:lnTo>
                  <a:pt x="1890812" y="1310149"/>
                </a:lnTo>
                <a:close/>
                <a:moveTo>
                  <a:pt x="1532689" y="2111242"/>
                </a:moveTo>
                <a:lnTo>
                  <a:pt x="1532645" y="2111392"/>
                </a:lnTo>
                <a:lnTo>
                  <a:pt x="1534631" y="2111763"/>
                </a:lnTo>
                <a:lnTo>
                  <a:pt x="1536441" y="2112025"/>
                </a:lnTo>
                <a:close/>
                <a:moveTo>
                  <a:pt x="1661054" y="1823761"/>
                </a:moveTo>
                <a:lnTo>
                  <a:pt x="1661059" y="1823892"/>
                </a:lnTo>
                <a:lnTo>
                  <a:pt x="1661084" y="1823896"/>
                </a:lnTo>
                <a:lnTo>
                  <a:pt x="1662955" y="1822686"/>
                </a:lnTo>
                <a:lnTo>
                  <a:pt x="1662947" y="1822529"/>
                </a:lnTo>
                <a:lnTo>
                  <a:pt x="1661984" y="1822891"/>
                </a:lnTo>
                <a:close/>
                <a:moveTo>
                  <a:pt x="1838608" y="1426095"/>
                </a:moveTo>
                <a:lnTo>
                  <a:pt x="1837585" y="1428830"/>
                </a:lnTo>
                <a:lnTo>
                  <a:pt x="1851418" y="1420551"/>
                </a:lnTo>
                <a:lnTo>
                  <a:pt x="1854761" y="1415685"/>
                </a:lnTo>
                <a:close/>
                <a:moveTo>
                  <a:pt x="1878626" y="1336374"/>
                </a:moveTo>
                <a:lnTo>
                  <a:pt x="1886282" y="1330748"/>
                </a:lnTo>
                <a:lnTo>
                  <a:pt x="1884538" y="1329060"/>
                </a:lnTo>
                <a:close/>
                <a:moveTo>
                  <a:pt x="1740577" y="1645314"/>
                </a:moveTo>
                <a:lnTo>
                  <a:pt x="1740671" y="1645919"/>
                </a:lnTo>
                <a:lnTo>
                  <a:pt x="1742136" y="1645260"/>
                </a:lnTo>
                <a:lnTo>
                  <a:pt x="1741630" y="1644057"/>
                </a:lnTo>
                <a:lnTo>
                  <a:pt x="1741407" y="1644183"/>
                </a:lnTo>
                <a:close/>
                <a:moveTo>
                  <a:pt x="1533055" y="2109991"/>
                </a:moveTo>
                <a:lnTo>
                  <a:pt x="1532732" y="2111098"/>
                </a:lnTo>
                <a:lnTo>
                  <a:pt x="1537553" y="2112104"/>
                </a:lnTo>
                <a:lnTo>
                  <a:pt x="1539144" y="2111815"/>
                </a:lnTo>
                <a:close/>
                <a:moveTo>
                  <a:pt x="1886356" y="1318834"/>
                </a:moveTo>
                <a:lnTo>
                  <a:pt x="1891240" y="1314318"/>
                </a:lnTo>
                <a:lnTo>
                  <a:pt x="1892342" y="1312679"/>
                </a:lnTo>
                <a:lnTo>
                  <a:pt x="1887405" y="1316789"/>
                </a:lnTo>
                <a:close/>
                <a:moveTo>
                  <a:pt x="1729264" y="1670517"/>
                </a:moveTo>
                <a:lnTo>
                  <a:pt x="1730251" y="1669926"/>
                </a:lnTo>
                <a:lnTo>
                  <a:pt x="1730135" y="1669369"/>
                </a:lnTo>
                <a:close/>
                <a:moveTo>
                  <a:pt x="1583225" y="1997501"/>
                </a:moveTo>
                <a:lnTo>
                  <a:pt x="1582836" y="1999569"/>
                </a:lnTo>
                <a:lnTo>
                  <a:pt x="1585364" y="1999064"/>
                </a:lnTo>
                <a:lnTo>
                  <a:pt x="1585262" y="1997701"/>
                </a:lnTo>
                <a:lnTo>
                  <a:pt x="1583463" y="1997421"/>
                </a:lnTo>
                <a:close/>
                <a:moveTo>
                  <a:pt x="1558445" y="2052977"/>
                </a:moveTo>
                <a:lnTo>
                  <a:pt x="1558420" y="2053642"/>
                </a:lnTo>
                <a:lnTo>
                  <a:pt x="1560764" y="2054302"/>
                </a:lnTo>
                <a:lnTo>
                  <a:pt x="1561657" y="2052518"/>
                </a:lnTo>
                <a:close/>
                <a:moveTo>
                  <a:pt x="1661035" y="1823247"/>
                </a:moveTo>
                <a:lnTo>
                  <a:pt x="1661040" y="1823384"/>
                </a:lnTo>
                <a:lnTo>
                  <a:pt x="1661288" y="1823151"/>
                </a:lnTo>
                <a:close/>
                <a:moveTo>
                  <a:pt x="1728736" y="1671650"/>
                </a:moveTo>
                <a:lnTo>
                  <a:pt x="1728787" y="1671844"/>
                </a:lnTo>
                <a:lnTo>
                  <a:pt x="1730676" y="1671952"/>
                </a:lnTo>
                <a:lnTo>
                  <a:pt x="1730404" y="1670652"/>
                </a:lnTo>
                <a:close/>
                <a:moveTo>
                  <a:pt x="1857768" y="1382628"/>
                </a:moveTo>
                <a:lnTo>
                  <a:pt x="1858419" y="1383290"/>
                </a:lnTo>
                <a:lnTo>
                  <a:pt x="1859348" y="1382463"/>
                </a:lnTo>
                <a:lnTo>
                  <a:pt x="1859309" y="1382933"/>
                </a:lnTo>
                <a:lnTo>
                  <a:pt x="1858647" y="1383524"/>
                </a:lnTo>
                <a:lnTo>
                  <a:pt x="1858728" y="1383606"/>
                </a:lnTo>
                <a:lnTo>
                  <a:pt x="1861172" y="1380940"/>
                </a:lnTo>
                <a:lnTo>
                  <a:pt x="1857960" y="1382338"/>
                </a:lnTo>
                <a:close/>
                <a:moveTo>
                  <a:pt x="1615837" y="1924347"/>
                </a:moveTo>
                <a:lnTo>
                  <a:pt x="1615997" y="1924642"/>
                </a:lnTo>
                <a:lnTo>
                  <a:pt x="1616046" y="1924198"/>
                </a:lnTo>
                <a:close/>
                <a:moveTo>
                  <a:pt x="1849027" y="1402000"/>
                </a:moveTo>
                <a:lnTo>
                  <a:pt x="1850217" y="1403317"/>
                </a:lnTo>
                <a:lnTo>
                  <a:pt x="1856696" y="1397648"/>
                </a:lnTo>
                <a:close/>
                <a:moveTo>
                  <a:pt x="1533521" y="2108397"/>
                </a:moveTo>
                <a:lnTo>
                  <a:pt x="1533246" y="2109340"/>
                </a:lnTo>
                <a:lnTo>
                  <a:pt x="1540387" y="2111477"/>
                </a:lnTo>
                <a:lnTo>
                  <a:pt x="1540893" y="2109001"/>
                </a:lnTo>
                <a:close/>
                <a:moveTo>
                  <a:pt x="1880740" y="1330837"/>
                </a:moveTo>
                <a:lnTo>
                  <a:pt x="1882412" y="1329779"/>
                </a:lnTo>
                <a:lnTo>
                  <a:pt x="1883504" y="1328060"/>
                </a:lnTo>
                <a:lnTo>
                  <a:pt x="1882960" y="1327533"/>
                </a:lnTo>
                <a:close/>
                <a:moveTo>
                  <a:pt x="1854168" y="1390316"/>
                </a:moveTo>
                <a:lnTo>
                  <a:pt x="1855043" y="1392128"/>
                </a:lnTo>
                <a:lnTo>
                  <a:pt x="1862265" y="1388177"/>
                </a:lnTo>
                <a:lnTo>
                  <a:pt x="1859973" y="1385843"/>
                </a:lnTo>
                <a:close/>
                <a:moveTo>
                  <a:pt x="1641681" y="1866097"/>
                </a:moveTo>
                <a:lnTo>
                  <a:pt x="1641685" y="1866332"/>
                </a:lnTo>
                <a:lnTo>
                  <a:pt x="1641960" y="1866065"/>
                </a:lnTo>
                <a:close/>
                <a:moveTo>
                  <a:pt x="1575446" y="2014373"/>
                </a:moveTo>
                <a:lnTo>
                  <a:pt x="1576078" y="2017866"/>
                </a:lnTo>
                <a:lnTo>
                  <a:pt x="1576499" y="2018028"/>
                </a:lnTo>
                <a:lnTo>
                  <a:pt x="1576910" y="2018137"/>
                </a:lnTo>
                <a:lnTo>
                  <a:pt x="1577971" y="2017806"/>
                </a:lnTo>
                <a:lnTo>
                  <a:pt x="1579013" y="2012273"/>
                </a:lnTo>
                <a:close/>
                <a:moveTo>
                  <a:pt x="1571271" y="2023720"/>
                </a:moveTo>
                <a:lnTo>
                  <a:pt x="1571292" y="2027023"/>
                </a:lnTo>
                <a:lnTo>
                  <a:pt x="1575285" y="2023702"/>
                </a:lnTo>
                <a:close/>
                <a:moveTo>
                  <a:pt x="1730014" y="1668225"/>
                </a:moveTo>
                <a:lnTo>
                  <a:pt x="1730076" y="1668525"/>
                </a:lnTo>
                <a:lnTo>
                  <a:pt x="1730373" y="1668141"/>
                </a:lnTo>
                <a:close/>
                <a:moveTo>
                  <a:pt x="1627585" y="1897208"/>
                </a:moveTo>
                <a:lnTo>
                  <a:pt x="1627608" y="1897320"/>
                </a:lnTo>
                <a:lnTo>
                  <a:pt x="1627896" y="1897218"/>
                </a:lnTo>
                <a:lnTo>
                  <a:pt x="1628818" y="1896763"/>
                </a:lnTo>
                <a:lnTo>
                  <a:pt x="1628907" y="1896666"/>
                </a:lnTo>
                <a:lnTo>
                  <a:pt x="1627746" y="1897069"/>
                </a:lnTo>
                <a:close/>
                <a:moveTo>
                  <a:pt x="1660995" y="1822164"/>
                </a:moveTo>
                <a:lnTo>
                  <a:pt x="1660998" y="1822250"/>
                </a:lnTo>
                <a:lnTo>
                  <a:pt x="1662890" y="1821540"/>
                </a:lnTo>
                <a:lnTo>
                  <a:pt x="1662878" y="1821334"/>
                </a:lnTo>
                <a:lnTo>
                  <a:pt x="1662314" y="1821369"/>
                </a:lnTo>
                <a:close/>
                <a:moveTo>
                  <a:pt x="1586004" y="1990060"/>
                </a:moveTo>
                <a:lnTo>
                  <a:pt x="1586373" y="1994968"/>
                </a:lnTo>
                <a:lnTo>
                  <a:pt x="1589287" y="1993995"/>
                </a:lnTo>
                <a:lnTo>
                  <a:pt x="1589028" y="1986482"/>
                </a:lnTo>
                <a:lnTo>
                  <a:pt x="1587138" y="1988842"/>
                </a:lnTo>
                <a:close/>
                <a:moveTo>
                  <a:pt x="1548630" y="2073608"/>
                </a:moveTo>
                <a:lnTo>
                  <a:pt x="1547703" y="2078152"/>
                </a:lnTo>
                <a:lnTo>
                  <a:pt x="1547907" y="2078198"/>
                </a:lnTo>
                <a:lnTo>
                  <a:pt x="1553327" y="2075422"/>
                </a:lnTo>
                <a:close/>
                <a:moveTo>
                  <a:pt x="1534340" y="2105598"/>
                </a:moveTo>
                <a:lnTo>
                  <a:pt x="1533664" y="2107908"/>
                </a:lnTo>
                <a:lnTo>
                  <a:pt x="1540994" y="2108508"/>
                </a:lnTo>
                <a:lnTo>
                  <a:pt x="1544694" y="2090380"/>
                </a:lnTo>
                <a:lnTo>
                  <a:pt x="1541328" y="2095328"/>
                </a:lnTo>
                <a:lnTo>
                  <a:pt x="1541300" y="2100398"/>
                </a:lnTo>
                <a:lnTo>
                  <a:pt x="1541134" y="2100572"/>
                </a:lnTo>
                <a:lnTo>
                  <a:pt x="1541162" y="2095571"/>
                </a:lnTo>
                <a:close/>
                <a:moveTo>
                  <a:pt x="1614962" y="1924972"/>
                </a:moveTo>
                <a:lnTo>
                  <a:pt x="1615810" y="1926345"/>
                </a:lnTo>
                <a:lnTo>
                  <a:pt x="1615963" y="1924956"/>
                </a:lnTo>
                <a:lnTo>
                  <a:pt x="1615689" y="1924452"/>
                </a:lnTo>
                <a:close/>
                <a:moveTo>
                  <a:pt x="1880929" y="1329409"/>
                </a:moveTo>
                <a:lnTo>
                  <a:pt x="1881039" y="1329258"/>
                </a:lnTo>
                <a:lnTo>
                  <a:pt x="1880976" y="1329316"/>
                </a:lnTo>
                <a:close/>
                <a:moveTo>
                  <a:pt x="1866394" y="1361882"/>
                </a:moveTo>
                <a:lnTo>
                  <a:pt x="1867483" y="1364236"/>
                </a:lnTo>
                <a:lnTo>
                  <a:pt x="1868524" y="1362865"/>
                </a:lnTo>
                <a:lnTo>
                  <a:pt x="1871794" y="1358437"/>
                </a:lnTo>
                <a:close/>
                <a:moveTo>
                  <a:pt x="1855774" y="1385651"/>
                </a:moveTo>
                <a:lnTo>
                  <a:pt x="1857912" y="1383744"/>
                </a:lnTo>
                <a:lnTo>
                  <a:pt x="1857386" y="1383208"/>
                </a:lnTo>
                <a:close/>
                <a:moveTo>
                  <a:pt x="1621291" y="1910679"/>
                </a:moveTo>
                <a:lnTo>
                  <a:pt x="1624688" y="1910019"/>
                </a:lnTo>
                <a:lnTo>
                  <a:pt x="1624580" y="1908855"/>
                </a:lnTo>
                <a:close/>
                <a:moveTo>
                  <a:pt x="1564462" y="2037705"/>
                </a:moveTo>
                <a:lnTo>
                  <a:pt x="1564759" y="2039231"/>
                </a:lnTo>
                <a:lnTo>
                  <a:pt x="1568409" y="2039022"/>
                </a:lnTo>
                <a:lnTo>
                  <a:pt x="1568984" y="2037871"/>
                </a:lnTo>
                <a:lnTo>
                  <a:pt x="1564734" y="2037661"/>
                </a:lnTo>
                <a:close/>
                <a:moveTo>
                  <a:pt x="1640957" y="1866180"/>
                </a:moveTo>
                <a:lnTo>
                  <a:pt x="1640857" y="1866670"/>
                </a:lnTo>
                <a:lnTo>
                  <a:pt x="1640986" y="1866638"/>
                </a:lnTo>
                <a:lnTo>
                  <a:pt x="1640979" y="1866178"/>
                </a:lnTo>
                <a:close/>
                <a:moveTo>
                  <a:pt x="1624558" y="1902819"/>
                </a:moveTo>
                <a:lnTo>
                  <a:pt x="1624660" y="1903921"/>
                </a:lnTo>
                <a:lnTo>
                  <a:pt x="1626645" y="1901844"/>
                </a:lnTo>
                <a:lnTo>
                  <a:pt x="1626643" y="1901835"/>
                </a:lnTo>
                <a:close/>
                <a:moveTo>
                  <a:pt x="1618033" y="1917422"/>
                </a:moveTo>
                <a:lnTo>
                  <a:pt x="1618022" y="1917861"/>
                </a:lnTo>
                <a:lnTo>
                  <a:pt x="1618465" y="1917544"/>
                </a:lnTo>
                <a:lnTo>
                  <a:pt x="1618581" y="1917449"/>
                </a:lnTo>
                <a:close/>
                <a:moveTo>
                  <a:pt x="1659802" y="1823710"/>
                </a:moveTo>
                <a:lnTo>
                  <a:pt x="1660456" y="1823805"/>
                </a:lnTo>
                <a:lnTo>
                  <a:pt x="1660444" y="1823469"/>
                </a:lnTo>
                <a:close/>
                <a:moveTo>
                  <a:pt x="1860567" y="1373938"/>
                </a:moveTo>
                <a:lnTo>
                  <a:pt x="1863958" y="1372409"/>
                </a:lnTo>
                <a:lnTo>
                  <a:pt x="1867996" y="1366288"/>
                </a:lnTo>
                <a:lnTo>
                  <a:pt x="1867311" y="1364807"/>
                </a:lnTo>
                <a:close/>
                <a:moveTo>
                  <a:pt x="1845508" y="1407644"/>
                </a:moveTo>
                <a:lnTo>
                  <a:pt x="1844975" y="1409068"/>
                </a:lnTo>
                <a:lnTo>
                  <a:pt x="1849309" y="1407443"/>
                </a:lnTo>
                <a:lnTo>
                  <a:pt x="1849189" y="1407687"/>
                </a:lnTo>
                <a:lnTo>
                  <a:pt x="1844888" y="1409301"/>
                </a:lnTo>
                <a:lnTo>
                  <a:pt x="1838863" y="1425411"/>
                </a:lnTo>
                <a:lnTo>
                  <a:pt x="1855400" y="1414755"/>
                </a:lnTo>
                <a:lnTo>
                  <a:pt x="1856201" y="1413588"/>
                </a:lnTo>
                <a:lnTo>
                  <a:pt x="1848795" y="1405675"/>
                </a:lnTo>
                <a:lnTo>
                  <a:pt x="1847228" y="1406173"/>
                </a:lnTo>
                <a:close/>
                <a:moveTo>
                  <a:pt x="1853672" y="1389291"/>
                </a:moveTo>
                <a:lnTo>
                  <a:pt x="1853870" y="1389700"/>
                </a:lnTo>
                <a:lnTo>
                  <a:pt x="1859500" y="1385361"/>
                </a:lnTo>
                <a:lnTo>
                  <a:pt x="1858349" y="1384190"/>
                </a:lnTo>
                <a:close/>
                <a:moveTo>
                  <a:pt x="1733680" y="1657931"/>
                </a:moveTo>
                <a:lnTo>
                  <a:pt x="1734504" y="1658686"/>
                </a:lnTo>
                <a:lnTo>
                  <a:pt x="1736900" y="1657324"/>
                </a:lnTo>
                <a:lnTo>
                  <a:pt x="1736856" y="1657225"/>
                </a:lnTo>
                <a:close/>
                <a:moveTo>
                  <a:pt x="1876637" y="1337771"/>
                </a:moveTo>
                <a:lnTo>
                  <a:pt x="1879186" y="1334863"/>
                </a:lnTo>
                <a:lnTo>
                  <a:pt x="1882167" y="1330166"/>
                </a:lnTo>
                <a:lnTo>
                  <a:pt x="1880470" y="1331240"/>
                </a:lnTo>
                <a:lnTo>
                  <a:pt x="1878435" y="1334269"/>
                </a:lnTo>
                <a:close/>
                <a:moveTo>
                  <a:pt x="1845901" y="1406593"/>
                </a:moveTo>
                <a:lnTo>
                  <a:pt x="1845623" y="1407335"/>
                </a:lnTo>
                <a:lnTo>
                  <a:pt x="1846796" y="1406309"/>
                </a:lnTo>
                <a:close/>
                <a:moveTo>
                  <a:pt x="1607280" y="1940775"/>
                </a:moveTo>
                <a:lnTo>
                  <a:pt x="1607731" y="1942447"/>
                </a:lnTo>
                <a:lnTo>
                  <a:pt x="1608133" y="1941167"/>
                </a:lnTo>
                <a:lnTo>
                  <a:pt x="1608178" y="1940427"/>
                </a:lnTo>
                <a:close/>
                <a:moveTo>
                  <a:pt x="1920280" y="1239641"/>
                </a:moveTo>
                <a:lnTo>
                  <a:pt x="1922813" y="1241347"/>
                </a:lnTo>
                <a:lnTo>
                  <a:pt x="1928988" y="1228030"/>
                </a:lnTo>
                <a:close/>
                <a:moveTo>
                  <a:pt x="1532047" y="2108947"/>
                </a:moveTo>
                <a:lnTo>
                  <a:pt x="1532381" y="2109061"/>
                </a:lnTo>
                <a:lnTo>
                  <a:pt x="1532596" y="2108321"/>
                </a:lnTo>
                <a:lnTo>
                  <a:pt x="1532492" y="2108313"/>
                </a:lnTo>
                <a:close/>
                <a:moveTo>
                  <a:pt x="1853546" y="1389030"/>
                </a:moveTo>
                <a:lnTo>
                  <a:pt x="1853618" y="1389179"/>
                </a:lnTo>
                <a:lnTo>
                  <a:pt x="1858269" y="1384107"/>
                </a:lnTo>
                <a:lnTo>
                  <a:pt x="1858140" y="1383976"/>
                </a:lnTo>
                <a:lnTo>
                  <a:pt x="1855076" y="1386710"/>
                </a:lnTo>
                <a:close/>
                <a:moveTo>
                  <a:pt x="1770414" y="1575171"/>
                </a:moveTo>
                <a:lnTo>
                  <a:pt x="1770443" y="1575461"/>
                </a:lnTo>
                <a:lnTo>
                  <a:pt x="1770487" y="1575444"/>
                </a:lnTo>
                <a:lnTo>
                  <a:pt x="1770506" y="1575018"/>
                </a:lnTo>
                <a:close/>
                <a:moveTo>
                  <a:pt x="1618059" y="1916314"/>
                </a:moveTo>
                <a:lnTo>
                  <a:pt x="1618059" y="1916332"/>
                </a:lnTo>
                <a:lnTo>
                  <a:pt x="1618953" y="1916414"/>
                </a:lnTo>
                <a:lnTo>
                  <a:pt x="1618933" y="1916165"/>
                </a:lnTo>
                <a:close/>
                <a:moveTo>
                  <a:pt x="1846973" y="1403727"/>
                </a:moveTo>
                <a:lnTo>
                  <a:pt x="1846143" y="1405945"/>
                </a:lnTo>
                <a:lnTo>
                  <a:pt x="1847701" y="1405518"/>
                </a:lnTo>
                <a:lnTo>
                  <a:pt x="1848222" y="1405062"/>
                </a:lnTo>
                <a:close/>
                <a:moveTo>
                  <a:pt x="1740188" y="1642811"/>
                </a:moveTo>
                <a:lnTo>
                  <a:pt x="1740239" y="1643138"/>
                </a:lnTo>
                <a:lnTo>
                  <a:pt x="1740878" y="1642268"/>
                </a:lnTo>
                <a:lnTo>
                  <a:pt x="1740722" y="1641895"/>
                </a:lnTo>
                <a:close/>
                <a:moveTo>
                  <a:pt x="1584277" y="1991913"/>
                </a:moveTo>
                <a:lnTo>
                  <a:pt x="1583657" y="1995207"/>
                </a:lnTo>
                <a:lnTo>
                  <a:pt x="1584840" y="1995480"/>
                </a:lnTo>
                <a:lnTo>
                  <a:pt x="1585089" y="1995396"/>
                </a:lnTo>
                <a:lnTo>
                  <a:pt x="1584786" y="1991366"/>
                </a:lnTo>
                <a:close/>
                <a:moveTo>
                  <a:pt x="1847239" y="1403014"/>
                </a:moveTo>
                <a:lnTo>
                  <a:pt x="1847184" y="1403162"/>
                </a:lnTo>
                <a:lnTo>
                  <a:pt x="1848336" y="1404398"/>
                </a:lnTo>
                <a:lnTo>
                  <a:pt x="1848621" y="1404713"/>
                </a:lnTo>
                <a:lnTo>
                  <a:pt x="1850064" y="1403451"/>
                </a:lnTo>
                <a:lnTo>
                  <a:pt x="1848847" y="1402102"/>
                </a:lnTo>
                <a:close/>
                <a:moveTo>
                  <a:pt x="1556863" y="2053204"/>
                </a:moveTo>
                <a:lnTo>
                  <a:pt x="1558128" y="2053560"/>
                </a:lnTo>
                <a:lnTo>
                  <a:pt x="1558130" y="2053022"/>
                </a:lnTo>
                <a:close/>
                <a:moveTo>
                  <a:pt x="1874123" y="1342669"/>
                </a:moveTo>
                <a:lnTo>
                  <a:pt x="1875440" y="1340767"/>
                </a:lnTo>
                <a:lnTo>
                  <a:pt x="1876774" y="1338664"/>
                </a:lnTo>
                <a:lnTo>
                  <a:pt x="1875144" y="1340681"/>
                </a:lnTo>
                <a:close/>
                <a:moveTo>
                  <a:pt x="1765456" y="1585908"/>
                </a:moveTo>
                <a:lnTo>
                  <a:pt x="1765579" y="1585971"/>
                </a:lnTo>
                <a:lnTo>
                  <a:pt x="1765666" y="1585786"/>
                </a:lnTo>
                <a:close/>
                <a:moveTo>
                  <a:pt x="1853009" y="1389844"/>
                </a:moveTo>
                <a:lnTo>
                  <a:pt x="1853431" y="1389384"/>
                </a:lnTo>
                <a:lnTo>
                  <a:pt x="1853380" y="1389281"/>
                </a:lnTo>
                <a:close/>
                <a:moveTo>
                  <a:pt x="1847951" y="1401112"/>
                </a:moveTo>
                <a:lnTo>
                  <a:pt x="1847475" y="1402386"/>
                </a:lnTo>
                <a:lnTo>
                  <a:pt x="1848563" y="1401788"/>
                </a:lnTo>
                <a:close/>
                <a:moveTo>
                  <a:pt x="1848352" y="1400039"/>
                </a:moveTo>
                <a:lnTo>
                  <a:pt x="1848032" y="1400898"/>
                </a:lnTo>
                <a:lnTo>
                  <a:pt x="1848745" y="1401689"/>
                </a:lnTo>
                <a:lnTo>
                  <a:pt x="1857161" y="1397065"/>
                </a:lnTo>
                <a:lnTo>
                  <a:pt x="1856437" y="1395567"/>
                </a:lnTo>
                <a:close/>
                <a:moveTo>
                  <a:pt x="1739081" y="1644712"/>
                </a:moveTo>
                <a:lnTo>
                  <a:pt x="1739355" y="1644339"/>
                </a:lnTo>
                <a:lnTo>
                  <a:pt x="1739339" y="1644269"/>
                </a:lnTo>
                <a:close/>
                <a:moveTo>
                  <a:pt x="1719534" y="1688475"/>
                </a:moveTo>
                <a:lnTo>
                  <a:pt x="1719949" y="1693709"/>
                </a:lnTo>
                <a:lnTo>
                  <a:pt x="1720334" y="1693333"/>
                </a:lnTo>
                <a:close/>
                <a:moveTo>
                  <a:pt x="1601111" y="1953563"/>
                </a:moveTo>
                <a:lnTo>
                  <a:pt x="1600915" y="1954303"/>
                </a:lnTo>
                <a:lnTo>
                  <a:pt x="1601122" y="1954988"/>
                </a:lnTo>
                <a:lnTo>
                  <a:pt x="1602943" y="1954316"/>
                </a:lnTo>
                <a:lnTo>
                  <a:pt x="1603838" y="1953012"/>
                </a:lnTo>
                <a:lnTo>
                  <a:pt x="1602827" y="1953100"/>
                </a:lnTo>
                <a:close/>
                <a:moveTo>
                  <a:pt x="1549620" y="2068764"/>
                </a:moveTo>
                <a:lnTo>
                  <a:pt x="1548701" y="2073264"/>
                </a:lnTo>
                <a:lnTo>
                  <a:pt x="1553740" y="2075210"/>
                </a:lnTo>
                <a:lnTo>
                  <a:pt x="1554712" y="2074713"/>
                </a:lnTo>
                <a:lnTo>
                  <a:pt x="1562162" y="2063763"/>
                </a:lnTo>
                <a:lnTo>
                  <a:pt x="1558028" y="2064176"/>
                </a:lnTo>
                <a:lnTo>
                  <a:pt x="1557826" y="2069632"/>
                </a:lnTo>
                <a:lnTo>
                  <a:pt x="1557733" y="2069743"/>
                </a:lnTo>
                <a:lnTo>
                  <a:pt x="1557939" y="2064185"/>
                </a:lnTo>
                <a:lnTo>
                  <a:pt x="1557314" y="2064247"/>
                </a:lnTo>
                <a:lnTo>
                  <a:pt x="1555634" y="2065233"/>
                </a:lnTo>
                <a:lnTo>
                  <a:pt x="1554683" y="2067135"/>
                </a:lnTo>
                <a:lnTo>
                  <a:pt x="1554242" y="2067342"/>
                </a:lnTo>
                <a:lnTo>
                  <a:pt x="1555156" y="2065514"/>
                </a:lnTo>
                <a:close/>
                <a:moveTo>
                  <a:pt x="1601196" y="1953242"/>
                </a:moveTo>
                <a:lnTo>
                  <a:pt x="1601174" y="1953324"/>
                </a:lnTo>
                <a:lnTo>
                  <a:pt x="1601612" y="1953206"/>
                </a:lnTo>
                <a:close/>
                <a:moveTo>
                  <a:pt x="1852311" y="1390901"/>
                </a:moveTo>
                <a:lnTo>
                  <a:pt x="1853667" y="1389856"/>
                </a:lnTo>
                <a:lnTo>
                  <a:pt x="1853486" y="1389494"/>
                </a:lnTo>
                <a:lnTo>
                  <a:pt x="1852610" y="1390450"/>
                </a:lnTo>
                <a:close/>
                <a:moveTo>
                  <a:pt x="1866121" y="1359970"/>
                </a:moveTo>
                <a:lnTo>
                  <a:pt x="1870918" y="1356909"/>
                </a:lnTo>
                <a:lnTo>
                  <a:pt x="1868132" y="1358288"/>
                </a:lnTo>
                <a:lnTo>
                  <a:pt x="1867606" y="1358631"/>
                </a:lnTo>
                <a:close/>
                <a:moveTo>
                  <a:pt x="1642761" y="1860063"/>
                </a:moveTo>
                <a:lnTo>
                  <a:pt x="1644394" y="1859404"/>
                </a:lnTo>
                <a:lnTo>
                  <a:pt x="1644424" y="1859196"/>
                </a:lnTo>
                <a:close/>
                <a:moveTo>
                  <a:pt x="1530821" y="2110699"/>
                </a:moveTo>
                <a:lnTo>
                  <a:pt x="1531843" y="2110913"/>
                </a:lnTo>
                <a:lnTo>
                  <a:pt x="1532187" y="2109730"/>
                </a:lnTo>
                <a:lnTo>
                  <a:pt x="1531618" y="2109560"/>
                </a:lnTo>
                <a:close/>
                <a:moveTo>
                  <a:pt x="1617146" y="1917378"/>
                </a:moveTo>
                <a:lnTo>
                  <a:pt x="1617067" y="1918095"/>
                </a:lnTo>
                <a:lnTo>
                  <a:pt x="1617237" y="1918068"/>
                </a:lnTo>
                <a:lnTo>
                  <a:pt x="1617232" y="1917383"/>
                </a:lnTo>
                <a:close/>
                <a:moveTo>
                  <a:pt x="1542709" y="2084023"/>
                </a:moveTo>
                <a:lnTo>
                  <a:pt x="1545891" y="2084524"/>
                </a:lnTo>
                <a:lnTo>
                  <a:pt x="1546375" y="2082148"/>
                </a:lnTo>
                <a:lnTo>
                  <a:pt x="1546366" y="2082150"/>
                </a:lnTo>
                <a:close/>
                <a:moveTo>
                  <a:pt x="1530602" y="2111011"/>
                </a:moveTo>
                <a:lnTo>
                  <a:pt x="1531752" y="2111226"/>
                </a:lnTo>
                <a:lnTo>
                  <a:pt x="1531801" y="2111057"/>
                </a:lnTo>
                <a:lnTo>
                  <a:pt x="1530727" y="2110832"/>
                </a:lnTo>
                <a:close/>
                <a:moveTo>
                  <a:pt x="1850054" y="1395489"/>
                </a:moveTo>
                <a:lnTo>
                  <a:pt x="1848552" y="1399505"/>
                </a:lnTo>
                <a:lnTo>
                  <a:pt x="1856276" y="1395233"/>
                </a:lnTo>
                <a:lnTo>
                  <a:pt x="1855039" y="1392672"/>
                </a:lnTo>
                <a:close/>
                <a:moveTo>
                  <a:pt x="1601534" y="1951967"/>
                </a:moveTo>
                <a:lnTo>
                  <a:pt x="1601457" y="1952258"/>
                </a:lnTo>
                <a:lnTo>
                  <a:pt x="1604540" y="1951987"/>
                </a:lnTo>
                <a:lnTo>
                  <a:pt x="1604607" y="1951889"/>
                </a:lnTo>
                <a:lnTo>
                  <a:pt x="1604856" y="1951195"/>
                </a:lnTo>
                <a:lnTo>
                  <a:pt x="1604834" y="1951115"/>
                </a:lnTo>
                <a:lnTo>
                  <a:pt x="1603957" y="1950919"/>
                </a:lnTo>
                <a:close/>
                <a:moveTo>
                  <a:pt x="1853224" y="1388363"/>
                </a:moveTo>
                <a:lnTo>
                  <a:pt x="1853313" y="1388547"/>
                </a:lnTo>
                <a:lnTo>
                  <a:pt x="1853737" y="1387905"/>
                </a:lnTo>
                <a:close/>
                <a:moveTo>
                  <a:pt x="1616275" y="1918920"/>
                </a:moveTo>
                <a:lnTo>
                  <a:pt x="1616199" y="1919164"/>
                </a:lnTo>
                <a:lnTo>
                  <a:pt x="1616313" y="1919082"/>
                </a:lnTo>
                <a:close/>
                <a:moveTo>
                  <a:pt x="1735131" y="1652723"/>
                </a:moveTo>
                <a:lnTo>
                  <a:pt x="1736281" y="1655345"/>
                </a:lnTo>
                <a:lnTo>
                  <a:pt x="1741128" y="1654201"/>
                </a:lnTo>
                <a:lnTo>
                  <a:pt x="1740485" y="1650064"/>
                </a:lnTo>
                <a:lnTo>
                  <a:pt x="1738520" y="1650131"/>
                </a:lnTo>
                <a:lnTo>
                  <a:pt x="1736302" y="1651130"/>
                </a:lnTo>
                <a:close/>
                <a:moveTo>
                  <a:pt x="1516081" y="2143206"/>
                </a:moveTo>
                <a:lnTo>
                  <a:pt x="1517036" y="2149021"/>
                </a:lnTo>
                <a:lnTo>
                  <a:pt x="1518970" y="2149456"/>
                </a:lnTo>
                <a:lnTo>
                  <a:pt x="1520557" y="2149790"/>
                </a:lnTo>
                <a:lnTo>
                  <a:pt x="1522193" y="2144155"/>
                </a:lnTo>
                <a:close/>
                <a:moveTo>
                  <a:pt x="1727966" y="1668704"/>
                </a:moveTo>
                <a:lnTo>
                  <a:pt x="1728464" y="1670609"/>
                </a:lnTo>
                <a:lnTo>
                  <a:pt x="1729983" y="1668645"/>
                </a:lnTo>
                <a:lnTo>
                  <a:pt x="1729900" y="1668252"/>
                </a:lnTo>
                <a:close/>
                <a:moveTo>
                  <a:pt x="1761805" y="1592659"/>
                </a:moveTo>
                <a:lnTo>
                  <a:pt x="1762012" y="1592587"/>
                </a:lnTo>
                <a:lnTo>
                  <a:pt x="1762236" y="1592203"/>
                </a:lnTo>
                <a:close/>
                <a:moveTo>
                  <a:pt x="1851060" y="1392799"/>
                </a:moveTo>
                <a:lnTo>
                  <a:pt x="1850351" y="1394694"/>
                </a:lnTo>
                <a:lnTo>
                  <a:pt x="1854832" y="1392244"/>
                </a:lnTo>
                <a:lnTo>
                  <a:pt x="1854026" y="1390575"/>
                </a:lnTo>
                <a:lnTo>
                  <a:pt x="1853972" y="1390467"/>
                </a:lnTo>
                <a:lnTo>
                  <a:pt x="1851176" y="1392622"/>
                </a:lnTo>
                <a:close/>
                <a:moveTo>
                  <a:pt x="1602188" y="1950070"/>
                </a:moveTo>
                <a:lnTo>
                  <a:pt x="1602711" y="1950187"/>
                </a:lnTo>
                <a:lnTo>
                  <a:pt x="1604388" y="1949462"/>
                </a:lnTo>
                <a:lnTo>
                  <a:pt x="1604312" y="1949177"/>
                </a:lnTo>
                <a:close/>
                <a:moveTo>
                  <a:pt x="1642094" y="1860652"/>
                </a:moveTo>
                <a:lnTo>
                  <a:pt x="1641787" y="1862142"/>
                </a:lnTo>
                <a:lnTo>
                  <a:pt x="1643993" y="1862216"/>
                </a:lnTo>
                <a:lnTo>
                  <a:pt x="1644346" y="1859744"/>
                </a:lnTo>
                <a:close/>
                <a:moveTo>
                  <a:pt x="1601931" y="1950467"/>
                </a:moveTo>
                <a:lnTo>
                  <a:pt x="1601914" y="1950532"/>
                </a:lnTo>
                <a:lnTo>
                  <a:pt x="1602018" y="1950487"/>
                </a:lnTo>
                <a:close/>
                <a:moveTo>
                  <a:pt x="1883898" y="1318981"/>
                </a:moveTo>
                <a:lnTo>
                  <a:pt x="1884617" y="1318383"/>
                </a:lnTo>
                <a:lnTo>
                  <a:pt x="1885094" y="1317453"/>
                </a:lnTo>
                <a:close/>
                <a:moveTo>
                  <a:pt x="1865520" y="1359992"/>
                </a:moveTo>
                <a:lnTo>
                  <a:pt x="1865554" y="1360064"/>
                </a:lnTo>
                <a:lnTo>
                  <a:pt x="1865928" y="1359725"/>
                </a:lnTo>
                <a:close/>
                <a:moveTo>
                  <a:pt x="1852467" y="1389038"/>
                </a:moveTo>
                <a:lnTo>
                  <a:pt x="1851783" y="1390867"/>
                </a:lnTo>
                <a:lnTo>
                  <a:pt x="1853142" y="1388806"/>
                </a:lnTo>
                <a:lnTo>
                  <a:pt x="1853014" y="1388550"/>
                </a:lnTo>
                <a:close/>
                <a:moveTo>
                  <a:pt x="1852806" y="1388132"/>
                </a:moveTo>
                <a:lnTo>
                  <a:pt x="1852711" y="1388385"/>
                </a:lnTo>
                <a:lnTo>
                  <a:pt x="1852864" y="1388248"/>
                </a:lnTo>
                <a:close/>
                <a:moveTo>
                  <a:pt x="1563927" y="2034970"/>
                </a:moveTo>
                <a:lnTo>
                  <a:pt x="1564314" y="2036951"/>
                </a:lnTo>
                <a:lnTo>
                  <a:pt x="1566033" y="2037106"/>
                </a:lnTo>
                <a:lnTo>
                  <a:pt x="1569646" y="2036523"/>
                </a:lnTo>
                <a:lnTo>
                  <a:pt x="1571004" y="2033715"/>
                </a:lnTo>
                <a:lnTo>
                  <a:pt x="1570998" y="2032854"/>
                </a:lnTo>
                <a:lnTo>
                  <a:pt x="1565430" y="2033721"/>
                </a:lnTo>
                <a:close/>
                <a:moveTo>
                  <a:pt x="1866208" y="1358093"/>
                </a:moveTo>
                <a:lnTo>
                  <a:pt x="1869601" y="1356414"/>
                </a:lnTo>
                <a:lnTo>
                  <a:pt x="1881703" y="1345506"/>
                </a:lnTo>
                <a:lnTo>
                  <a:pt x="1882019" y="1345027"/>
                </a:lnTo>
                <a:lnTo>
                  <a:pt x="1888717" y="1334107"/>
                </a:lnTo>
                <a:lnTo>
                  <a:pt x="1888738" y="1334292"/>
                </a:lnTo>
                <a:lnTo>
                  <a:pt x="1882055" y="1345189"/>
                </a:lnTo>
                <a:lnTo>
                  <a:pt x="1891971" y="1336252"/>
                </a:lnTo>
                <a:lnTo>
                  <a:pt x="1886494" y="1330953"/>
                </a:lnTo>
                <a:lnTo>
                  <a:pt x="1878080" y="1337135"/>
                </a:lnTo>
                <a:lnTo>
                  <a:pt x="1872240" y="1346338"/>
                </a:lnTo>
                <a:close/>
                <a:moveTo>
                  <a:pt x="1528707" y="2113718"/>
                </a:moveTo>
                <a:lnTo>
                  <a:pt x="1531159" y="2113270"/>
                </a:lnTo>
                <a:lnTo>
                  <a:pt x="1531516" y="2112040"/>
                </a:lnTo>
                <a:lnTo>
                  <a:pt x="1530032" y="2111825"/>
                </a:lnTo>
                <a:close/>
                <a:moveTo>
                  <a:pt x="1853277" y="1386873"/>
                </a:moveTo>
                <a:lnTo>
                  <a:pt x="1852939" y="1387775"/>
                </a:lnTo>
                <a:lnTo>
                  <a:pt x="1853077" y="1388058"/>
                </a:lnTo>
                <a:lnTo>
                  <a:pt x="1854435" y="1386846"/>
                </a:lnTo>
                <a:lnTo>
                  <a:pt x="1857056" y="1382872"/>
                </a:lnTo>
                <a:lnTo>
                  <a:pt x="1857006" y="1382821"/>
                </a:lnTo>
                <a:close/>
                <a:moveTo>
                  <a:pt x="1642450" y="1858920"/>
                </a:moveTo>
                <a:lnTo>
                  <a:pt x="1642450" y="1858923"/>
                </a:lnTo>
                <a:lnTo>
                  <a:pt x="1644609" y="1857905"/>
                </a:lnTo>
                <a:lnTo>
                  <a:pt x="1644690" y="1857333"/>
                </a:lnTo>
                <a:close/>
                <a:moveTo>
                  <a:pt x="1600712" y="1952323"/>
                </a:moveTo>
                <a:lnTo>
                  <a:pt x="1600870" y="1952309"/>
                </a:lnTo>
                <a:lnTo>
                  <a:pt x="1600887" y="1952247"/>
                </a:lnTo>
                <a:close/>
                <a:moveTo>
                  <a:pt x="1727291" y="1668863"/>
                </a:moveTo>
                <a:lnTo>
                  <a:pt x="1728172" y="1670987"/>
                </a:lnTo>
                <a:lnTo>
                  <a:pt x="1728219" y="1670926"/>
                </a:lnTo>
                <a:lnTo>
                  <a:pt x="1727634" y="1668782"/>
                </a:lnTo>
                <a:close/>
                <a:moveTo>
                  <a:pt x="1572104" y="2016340"/>
                </a:moveTo>
                <a:lnTo>
                  <a:pt x="1575812" y="2017764"/>
                </a:lnTo>
                <a:lnTo>
                  <a:pt x="1575222" y="2014505"/>
                </a:lnTo>
                <a:close/>
                <a:moveTo>
                  <a:pt x="1661268" y="1816671"/>
                </a:moveTo>
                <a:lnTo>
                  <a:pt x="1661386" y="1816664"/>
                </a:lnTo>
                <a:lnTo>
                  <a:pt x="1662570" y="1815947"/>
                </a:lnTo>
                <a:lnTo>
                  <a:pt x="1662515" y="1814996"/>
                </a:lnTo>
                <a:lnTo>
                  <a:pt x="1662498" y="1815004"/>
                </a:lnTo>
                <a:close/>
                <a:moveTo>
                  <a:pt x="1864889" y="1360663"/>
                </a:moveTo>
                <a:lnTo>
                  <a:pt x="1865246" y="1360340"/>
                </a:lnTo>
                <a:lnTo>
                  <a:pt x="1865185" y="1360210"/>
                </a:lnTo>
                <a:lnTo>
                  <a:pt x="1865088" y="1360273"/>
                </a:lnTo>
                <a:close/>
                <a:moveTo>
                  <a:pt x="1729213" y="1664404"/>
                </a:moveTo>
                <a:lnTo>
                  <a:pt x="1729940" y="1667876"/>
                </a:lnTo>
                <a:lnTo>
                  <a:pt x="1730719" y="1667693"/>
                </a:lnTo>
                <a:lnTo>
                  <a:pt x="1731162" y="1667120"/>
                </a:lnTo>
                <a:lnTo>
                  <a:pt x="1729753" y="1664207"/>
                </a:lnTo>
                <a:lnTo>
                  <a:pt x="1729341" y="1664313"/>
                </a:lnTo>
                <a:close/>
                <a:moveTo>
                  <a:pt x="1581642" y="1994741"/>
                </a:moveTo>
                <a:lnTo>
                  <a:pt x="1582285" y="1994890"/>
                </a:lnTo>
                <a:lnTo>
                  <a:pt x="1582483" y="1993838"/>
                </a:lnTo>
                <a:close/>
                <a:moveTo>
                  <a:pt x="1854392" y="1383891"/>
                </a:moveTo>
                <a:lnTo>
                  <a:pt x="1853689" y="1385768"/>
                </a:lnTo>
                <a:lnTo>
                  <a:pt x="1856391" y="1383021"/>
                </a:lnTo>
                <a:close/>
                <a:moveTo>
                  <a:pt x="1541386" y="2084701"/>
                </a:moveTo>
                <a:lnTo>
                  <a:pt x="1541333" y="2094373"/>
                </a:lnTo>
                <a:lnTo>
                  <a:pt x="1544970" y="2089029"/>
                </a:lnTo>
                <a:lnTo>
                  <a:pt x="1545801" y="2084961"/>
                </a:lnTo>
                <a:lnTo>
                  <a:pt x="1542024" y="2084374"/>
                </a:lnTo>
                <a:close/>
                <a:moveTo>
                  <a:pt x="1621375" y="1905516"/>
                </a:moveTo>
                <a:lnTo>
                  <a:pt x="1623242" y="1905405"/>
                </a:lnTo>
                <a:lnTo>
                  <a:pt x="1624170" y="1904434"/>
                </a:lnTo>
                <a:lnTo>
                  <a:pt x="1624043" y="1903062"/>
                </a:lnTo>
                <a:lnTo>
                  <a:pt x="1623299" y="1903413"/>
                </a:lnTo>
                <a:close/>
                <a:moveTo>
                  <a:pt x="1715959" y="1693625"/>
                </a:moveTo>
                <a:lnTo>
                  <a:pt x="1716452" y="1695452"/>
                </a:lnTo>
                <a:lnTo>
                  <a:pt x="1716951" y="1695362"/>
                </a:lnTo>
                <a:lnTo>
                  <a:pt x="1716530" y="1693512"/>
                </a:lnTo>
                <a:close/>
                <a:moveTo>
                  <a:pt x="1764281" y="1585304"/>
                </a:moveTo>
                <a:lnTo>
                  <a:pt x="1765308" y="1585832"/>
                </a:lnTo>
                <a:lnTo>
                  <a:pt x="1765772" y="1585564"/>
                </a:lnTo>
                <a:lnTo>
                  <a:pt x="1766008" y="1585067"/>
                </a:lnTo>
                <a:lnTo>
                  <a:pt x="1765570" y="1583442"/>
                </a:lnTo>
                <a:lnTo>
                  <a:pt x="1765302" y="1583617"/>
                </a:lnTo>
                <a:close/>
                <a:moveTo>
                  <a:pt x="1732557" y="1656224"/>
                </a:moveTo>
                <a:lnTo>
                  <a:pt x="1736055" y="1655398"/>
                </a:lnTo>
                <a:lnTo>
                  <a:pt x="1734975" y="1652935"/>
                </a:lnTo>
                <a:close/>
                <a:moveTo>
                  <a:pt x="1571506" y="2016692"/>
                </a:moveTo>
                <a:lnTo>
                  <a:pt x="1571802" y="2016789"/>
                </a:lnTo>
                <a:lnTo>
                  <a:pt x="1572779" y="2017047"/>
                </a:lnTo>
                <a:lnTo>
                  <a:pt x="1571644" y="2016611"/>
                </a:lnTo>
                <a:close/>
                <a:moveTo>
                  <a:pt x="1758616" y="1597700"/>
                </a:moveTo>
                <a:lnTo>
                  <a:pt x="1758758" y="1597985"/>
                </a:lnTo>
                <a:lnTo>
                  <a:pt x="1758938" y="1597868"/>
                </a:lnTo>
                <a:lnTo>
                  <a:pt x="1759143" y="1597515"/>
                </a:lnTo>
                <a:close/>
                <a:moveTo>
                  <a:pt x="1603283" y="1945364"/>
                </a:moveTo>
                <a:lnTo>
                  <a:pt x="1602586" y="1947996"/>
                </a:lnTo>
                <a:lnTo>
                  <a:pt x="1603835" y="1947410"/>
                </a:lnTo>
                <a:close/>
                <a:moveTo>
                  <a:pt x="1763237" y="1587030"/>
                </a:moveTo>
                <a:lnTo>
                  <a:pt x="1764836" y="1586106"/>
                </a:lnTo>
                <a:lnTo>
                  <a:pt x="1764024" y="1585728"/>
                </a:lnTo>
                <a:close/>
                <a:moveTo>
                  <a:pt x="1574551" y="2009430"/>
                </a:moveTo>
                <a:lnTo>
                  <a:pt x="1575248" y="2013284"/>
                </a:lnTo>
                <a:lnTo>
                  <a:pt x="1579267" y="2010918"/>
                </a:lnTo>
                <a:lnTo>
                  <a:pt x="1579934" y="2007377"/>
                </a:lnTo>
                <a:close/>
                <a:moveTo>
                  <a:pt x="1526630" y="2116684"/>
                </a:moveTo>
                <a:lnTo>
                  <a:pt x="1530334" y="2116110"/>
                </a:lnTo>
                <a:lnTo>
                  <a:pt x="1531004" y="2113804"/>
                </a:lnTo>
                <a:lnTo>
                  <a:pt x="1528301" y="2114297"/>
                </a:lnTo>
                <a:close/>
                <a:moveTo>
                  <a:pt x="1876272" y="1333664"/>
                </a:moveTo>
                <a:lnTo>
                  <a:pt x="1877016" y="1333194"/>
                </a:lnTo>
                <a:lnTo>
                  <a:pt x="1877228" y="1332781"/>
                </a:lnTo>
                <a:close/>
                <a:moveTo>
                  <a:pt x="1717796" y="1688513"/>
                </a:moveTo>
                <a:lnTo>
                  <a:pt x="1717638" y="1694723"/>
                </a:lnTo>
                <a:lnTo>
                  <a:pt x="1717731" y="1695223"/>
                </a:lnTo>
                <a:lnTo>
                  <a:pt x="1718320" y="1695117"/>
                </a:lnTo>
                <a:close/>
                <a:moveTo>
                  <a:pt x="1762576" y="1588123"/>
                </a:moveTo>
                <a:lnTo>
                  <a:pt x="1764616" y="1587997"/>
                </a:lnTo>
                <a:lnTo>
                  <a:pt x="1765392" y="1586363"/>
                </a:lnTo>
                <a:lnTo>
                  <a:pt x="1764991" y="1586177"/>
                </a:lnTo>
                <a:lnTo>
                  <a:pt x="1763087" y="1587279"/>
                </a:lnTo>
                <a:close/>
                <a:moveTo>
                  <a:pt x="1619694" y="1908041"/>
                </a:moveTo>
                <a:lnTo>
                  <a:pt x="1619609" y="1908312"/>
                </a:lnTo>
                <a:lnTo>
                  <a:pt x="1619662" y="1908986"/>
                </a:lnTo>
                <a:lnTo>
                  <a:pt x="1619893" y="1908911"/>
                </a:lnTo>
                <a:lnTo>
                  <a:pt x="1621113" y="1907635"/>
                </a:lnTo>
                <a:close/>
                <a:moveTo>
                  <a:pt x="1643167" y="1855435"/>
                </a:moveTo>
                <a:lnTo>
                  <a:pt x="1642971" y="1856388"/>
                </a:lnTo>
                <a:lnTo>
                  <a:pt x="1644140" y="1855560"/>
                </a:lnTo>
                <a:close/>
                <a:moveTo>
                  <a:pt x="1881066" y="1322599"/>
                </a:moveTo>
                <a:lnTo>
                  <a:pt x="1881548" y="1322847"/>
                </a:lnTo>
                <a:lnTo>
                  <a:pt x="1881844" y="1323004"/>
                </a:lnTo>
                <a:lnTo>
                  <a:pt x="1882607" y="1322298"/>
                </a:lnTo>
                <a:lnTo>
                  <a:pt x="1883966" y="1319652"/>
                </a:lnTo>
                <a:lnTo>
                  <a:pt x="1882263" y="1321070"/>
                </a:lnTo>
                <a:close/>
                <a:moveTo>
                  <a:pt x="1858216" y="1373666"/>
                </a:moveTo>
                <a:lnTo>
                  <a:pt x="1857617" y="1375268"/>
                </a:lnTo>
                <a:lnTo>
                  <a:pt x="1859878" y="1374248"/>
                </a:lnTo>
                <a:lnTo>
                  <a:pt x="1867212" y="1364594"/>
                </a:lnTo>
                <a:lnTo>
                  <a:pt x="1866058" y="1362097"/>
                </a:lnTo>
                <a:lnTo>
                  <a:pt x="1863227" y="1363903"/>
                </a:lnTo>
                <a:close/>
                <a:moveTo>
                  <a:pt x="1620021" y="1906999"/>
                </a:moveTo>
                <a:lnTo>
                  <a:pt x="1619786" y="1907747"/>
                </a:lnTo>
                <a:lnTo>
                  <a:pt x="1621464" y="1907266"/>
                </a:lnTo>
                <a:lnTo>
                  <a:pt x="1621899" y="1906812"/>
                </a:lnTo>
                <a:close/>
                <a:moveTo>
                  <a:pt x="1579801" y="1996854"/>
                </a:moveTo>
                <a:lnTo>
                  <a:pt x="1579855" y="1997143"/>
                </a:lnTo>
                <a:lnTo>
                  <a:pt x="1580430" y="1996951"/>
                </a:lnTo>
                <a:close/>
                <a:moveTo>
                  <a:pt x="1578845" y="1998963"/>
                </a:moveTo>
                <a:lnTo>
                  <a:pt x="1579554" y="2000225"/>
                </a:lnTo>
                <a:lnTo>
                  <a:pt x="1581349" y="1999867"/>
                </a:lnTo>
                <a:lnTo>
                  <a:pt x="1581698" y="1998010"/>
                </a:lnTo>
                <a:lnTo>
                  <a:pt x="1580115" y="1998539"/>
                </a:lnTo>
                <a:lnTo>
                  <a:pt x="1580350" y="1999797"/>
                </a:lnTo>
                <a:lnTo>
                  <a:pt x="1580232" y="1999979"/>
                </a:lnTo>
                <a:lnTo>
                  <a:pt x="1579972" y="1998586"/>
                </a:lnTo>
                <a:close/>
                <a:moveTo>
                  <a:pt x="1656566" y="1824927"/>
                </a:moveTo>
                <a:lnTo>
                  <a:pt x="1657001" y="1826538"/>
                </a:lnTo>
                <a:lnTo>
                  <a:pt x="1659171" y="1825134"/>
                </a:lnTo>
                <a:lnTo>
                  <a:pt x="1660282" y="1824094"/>
                </a:lnTo>
                <a:lnTo>
                  <a:pt x="1659169" y="1823948"/>
                </a:lnTo>
                <a:close/>
                <a:moveTo>
                  <a:pt x="1540252" y="2085282"/>
                </a:moveTo>
                <a:lnTo>
                  <a:pt x="1540072" y="2086002"/>
                </a:lnTo>
                <a:lnTo>
                  <a:pt x="1534825" y="2103938"/>
                </a:lnTo>
                <a:lnTo>
                  <a:pt x="1541167" y="2094618"/>
                </a:lnTo>
                <a:lnTo>
                  <a:pt x="1541221" y="2084785"/>
                </a:lnTo>
                <a:close/>
                <a:moveTo>
                  <a:pt x="1759919" y="1593322"/>
                </a:moveTo>
                <a:lnTo>
                  <a:pt x="1760777" y="1593021"/>
                </a:lnTo>
                <a:lnTo>
                  <a:pt x="1761863" y="1591956"/>
                </a:lnTo>
                <a:lnTo>
                  <a:pt x="1760420" y="1592869"/>
                </a:lnTo>
                <a:close/>
                <a:moveTo>
                  <a:pt x="1761273" y="1590276"/>
                </a:moveTo>
                <a:lnTo>
                  <a:pt x="1763681" y="1588754"/>
                </a:lnTo>
                <a:lnTo>
                  <a:pt x="1762096" y="1588916"/>
                </a:lnTo>
                <a:close/>
                <a:moveTo>
                  <a:pt x="1561817" y="2036725"/>
                </a:moveTo>
                <a:lnTo>
                  <a:pt x="1563340" y="2036863"/>
                </a:lnTo>
                <a:lnTo>
                  <a:pt x="1563061" y="2035690"/>
                </a:lnTo>
                <a:close/>
                <a:moveTo>
                  <a:pt x="1620775" y="1904603"/>
                </a:moveTo>
                <a:lnTo>
                  <a:pt x="1620471" y="1905569"/>
                </a:lnTo>
                <a:lnTo>
                  <a:pt x="1620778" y="1905551"/>
                </a:lnTo>
                <a:lnTo>
                  <a:pt x="1622306" y="1903881"/>
                </a:lnTo>
                <a:close/>
                <a:moveTo>
                  <a:pt x="1476215" y="2228124"/>
                </a:moveTo>
                <a:lnTo>
                  <a:pt x="1475633" y="2231508"/>
                </a:lnTo>
                <a:lnTo>
                  <a:pt x="1494868" y="2237269"/>
                </a:lnTo>
                <a:lnTo>
                  <a:pt x="1496764" y="2231102"/>
                </a:lnTo>
                <a:close/>
                <a:moveTo>
                  <a:pt x="1609931" y="1928702"/>
                </a:moveTo>
                <a:lnTo>
                  <a:pt x="1609857" y="1929909"/>
                </a:lnTo>
                <a:lnTo>
                  <a:pt x="1610662" y="1929549"/>
                </a:lnTo>
                <a:close/>
                <a:moveTo>
                  <a:pt x="1879941" y="1324035"/>
                </a:moveTo>
                <a:lnTo>
                  <a:pt x="1880326" y="1324407"/>
                </a:lnTo>
                <a:lnTo>
                  <a:pt x="1881454" y="1323365"/>
                </a:lnTo>
                <a:lnTo>
                  <a:pt x="1880750" y="1323002"/>
                </a:lnTo>
                <a:close/>
                <a:moveTo>
                  <a:pt x="1599923" y="1951022"/>
                </a:moveTo>
                <a:lnTo>
                  <a:pt x="1600023" y="1951349"/>
                </a:lnTo>
                <a:lnTo>
                  <a:pt x="1601267" y="1950812"/>
                </a:lnTo>
                <a:lnTo>
                  <a:pt x="1601373" y="1950413"/>
                </a:lnTo>
                <a:close/>
                <a:moveTo>
                  <a:pt x="1558527" y="2043712"/>
                </a:moveTo>
                <a:lnTo>
                  <a:pt x="1558494" y="2051631"/>
                </a:lnTo>
                <a:lnTo>
                  <a:pt x="1558457" y="2052649"/>
                </a:lnTo>
                <a:lnTo>
                  <a:pt x="1561833" y="2052166"/>
                </a:lnTo>
                <a:lnTo>
                  <a:pt x="1565320" y="2045195"/>
                </a:lnTo>
                <a:lnTo>
                  <a:pt x="1564985" y="2043785"/>
                </a:lnTo>
                <a:close/>
                <a:moveTo>
                  <a:pt x="1579198" y="1997363"/>
                </a:moveTo>
                <a:lnTo>
                  <a:pt x="1579712" y="1997192"/>
                </a:lnTo>
                <a:lnTo>
                  <a:pt x="1579653" y="1996875"/>
                </a:lnTo>
                <a:close/>
                <a:moveTo>
                  <a:pt x="1524546" y="2119660"/>
                </a:moveTo>
                <a:lnTo>
                  <a:pt x="1529239" y="2119884"/>
                </a:lnTo>
                <a:lnTo>
                  <a:pt x="1529775" y="2118037"/>
                </a:lnTo>
                <a:lnTo>
                  <a:pt x="1525142" y="2118808"/>
                </a:lnTo>
                <a:close/>
                <a:moveTo>
                  <a:pt x="1727216" y="1665830"/>
                </a:moveTo>
                <a:lnTo>
                  <a:pt x="1727876" y="1668359"/>
                </a:lnTo>
                <a:lnTo>
                  <a:pt x="1729827" y="1667903"/>
                </a:lnTo>
                <a:lnTo>
                  <a:pt x="1729109" y="1664479"/>
                </a:lnTo>
                <a:close/>
                <a:moveTo>
                  <a:pt x="1716627" y="1689283"/>
                </a:moveTo>
                <a:lnTo>
                  <a:pt x="1717274" y="1692765"/>
                </a:lnTo>
                <a:lnTo>
                  <a:pt x="1717380" y="1688602"/>
                </a:lnTo>
                <a:close/>
                <a:moveTo>
                  <a:pt x="1515481" y="2139545"/>
                </a:moveTo>
                <a:lnTo>
                  <a:pt x="1515904" y="2142123"/>
                </a:lnTo>
                <a:lnTo>
                  <a:pt x="1522486" y="2143145"/>
                </a:lnTo>
                <a:lnTo>
                  <a:pt x="1523614" y="2139257"/>
                </a:lnTo>
                <a:close/>
                <a:moveTo>
                  <a:pt x="1529492" y="2108067"/>
                </a:moveTo>
                <a:lnTo>
                  <a:pt x="1531538" y="2108771"/>
                </a:lnTo>
                <a:lnTo>
                  <a:pt x="1531883" y="2108263"/>
                </a:lnTo>
                <a:close/>
                <a:moveTo>
                  <a:pt x="1810318" y="1479170"/>
                </a:moveTo>
                <a:lnTo>
                  <a:pt x="1810405" y="1479422"/>
                </a:lnTo>
                <a:lnTo>
                  <a:pt x="1810775" y="1478691"/>
                </a:lnTo>
                <a:lnTo>
                  <a:pt x="1810758" y="1478581"/>
                </a:lnTo>
                <a:close/>
                <a:moveTo>
                  <a:pt x="1574241" y="2007717"/>
                </a:moveTo>
                <a:lnTo>
                  <a:pt x="1574410" y="2008651"/>
                </a:lnTo>
                <a:lnTo>
                  <a:pt x="1580104" y="2006480"/>
                </a:lnTo>
                <a:lnTo>
                  <a:pt x="1580269" y="2005600"/>
                </a:lnTo>
                <a:close/>
                <a:moveTo>
                  <a:pt x="1515429" y="2139226"/>
                </a:moveTo>
                <a:lnTo>
                  <a:pt x="1515444" y="2139319"/>
                </a:lnTo>
                <a:lnTo>
                  <a:pt x="1523648" y="2139139"/>
                </a:lnTo>
                <a:lnTo>
                  <a:pt x="1524680" y="2135587"/>
                </a:lnTo>
                <a:close/>
                <a:moveTo>
                  <a:pt x="1618233" y="1908950"/>
                </a:moveTo>
                <a:lnTo>
                  <a:pt x="1618231" y="1909040"/>
                </a:lnTo>
                <a:lnTo>
                  <a:pt x="1618273" y="1908907"/>
                </a:lnTo>
                <a:close/>
                <a:moveTo>
                  <a:pt x="1541222" y="2081383"/>
                </a:moveTo>
                <a:lnTo>
                  <a:pt x="1541154" y="2081657"/>
                </a:lnTo>
                <a:lnTo>
                  <a:pt x="1541224" y="2081621"/>
                </a:lnTo>
                <a:close/>
                <a:moveTo>
                  <a:pt x="1613363" y="1919798"/>
                </a:moveTo>
                <a:lnTo>
                  <a:pt x="1613624" y="1920277"/>
                </a:lnTo>
                <a:lnTo>
                  <a:pt x="1614719" y="1920215"/>
                </a:lnTo>
                <a:lnTo>
                  <a:pt x="1614867" y="1919744"/>
                </a:lnTo>
                <a:close/>
                <a:moveTo>
                  <a:pt x="1726479" y="1666355"/>
                </a:moveTo>
                <a:lnTo>
                  <a:pt x="1726506" y="1666972"/>
                </a:lnTo>
                <a:lnTo>
                  <a:pt x="1727152" y="1668529"/>
                </a:lnTo>
                <a:lnTo>
                  <a:pt x="1727540" y="1668438"/>
                </a:lnTo>
                <a:lnTo>
                  <a:pt x="1726892" y="1666060"/>
                </a:lnTo>
                <a:close/>
                <a:moveTo>
                  <a:pt x="1878505" y="1325870"/>
                </a:moveTo>
                <a:lnTo>
                  <a:pt x="1879350" y="1325310"/>
                </a:lnTo>
                <a:lnTo>
                  <a:pt x="1880021" y="1324690"/>
                </a:lnTo>
                <a:lnTo>
                  <a:pt x="1879684" y="1324364"/>
                </a:lnTo>
                <a:close/>
                <a:moveTo>
                  <a:pt x="1552063" y="2056796"/>
                </a:moveTo>
                <a:lnTo>
                  <a:pt x="1550726" y="2063343"/>
                </a:lnTo>
                <a:lnTo>
                  <a:pt x="1558106" y="2059011"/>
                </a:lnTo>
                <a:lnTo>
                  <a:pt x="1558109" y="2058159"/>
                </a:lnTo>
                <a:lnTo>
                  <a:pt x="1555897" y="2057876"/>
                </a:lnTo>
                <a:close/>
                <a:moveTo>
                  <a:pt x="1541418" y="2080596"/>
                </a:moveTo>
                <a:lnTo>
                  <a:pt x="1541410" y="2080631"/>
                </a:lnTo>
                <a:lnTo>
                  <a:pt x="1541404" y="2081529"/>
                </a:lnTo>
                <a:lnTo>
                  <a:pt x="1542874" y="2080776"/>
                </a:lnTo>
                <a:close/>
                <a:moveTo>
                  <a:pt x="1863394" y="1359485"/>
                </a:moveTo>
                <a:lnTo>
                  <a:pt x="1863568" y="1359399"/>
                </a:lnTo>
                <a:lnTo>
                  <a:pt x="1863895" y="1358762"/>
                </a:lnTo>
                <a:close/>
                <a:moveTo>
                  <a:pt x="1613656" y="1918645"/>
                </a:moveTo>
                <a:lnTo>
                  <a:pt x="1615295" y="1918381"/>
                </a:lnTo>
                <a:lnTo>
                  <a:pt x="1615634" y="1917304"/>
                </a:lnTo>
                <a:lnTo>
                  <a:pt x="1614968" y="1917270"/>
                </a:lnTo>
                <a:close/>
                <a:moveTo>
                  <a:pt x="1560236" y="2038040"/>
                </a:moveTo>
                <a:lnTo>
                  <a:pt x="1563091" y="2037580"/>
                </a:lnTo>
                <a:lnTo>
                  <a:pt x="1560919" y="2037472"/>
                </a:lnTo>
                <a:close/>
                <a:moveTo>
                  <a:pt x="1862535" y="1361057"/>
                </a:moveTo>
                <a:lnTo>
                  <a:pt x="1862505" y="1361151"/>
                </a:lnTo>
                <a:lnTo>
                  <a:pt x="1862752" y="1360989"/>
                </a:lnTo>
                <a:lnTo>
                  <a:pt x="1862779" y="1360936"/>
                </a:lnTo>
                <a:close/>
                <a:moveTo>
                  <a:pt x="1812622" y="1472691"/>
                </a:moveTo>
                <a:lnTo>
                  <a:pt x="1813160" y="1473176"/>
                </a:lnTo>
                <a:lnTo>
                  <a:pt x="1813240" y="1473069"/>
                </a:lnTo>
                <a:lnTo>
                  <a:pt x="1813513" y="1472419"/>
                </a:lnTo>
                <a:close/>
                <a:moveTo>
                  <a:pt x="1574062" y="2006731"/>
                </a:moveTo>
                <a:lnTo>
                  <a:pt x="1574124" y="2007075"/>
                </a:lnTo>
                <a:lnTo>
                  <a:pt x="1577678" y="2005985"/>
                </a:lnTo>
                <a:lnTo>
                  <a:pt x="1580375" y="2005038"/>
                </a:lnTo>
                <a:lnTo>
                  <a:pt x="1580716" y="2003226"/>
                </a:lnTo>
                <a:lnTo>
                  <a:pt x="1578569" y="2004382"/>
                </a:lnTo>
                <a:close/>
                <a:moveTo>
                  <a:pt x="1619368" y="1905267"/>
                </a:moveTo>
                <a:lnTo>
                  <a:pt x="1619378" y="1905392"/>
                </a:lnTo>
                <a:lnTo>
                  <a:pt x="1619426" y="1905239"/>
                </a:lnTo>
                <a:close/>
                <a:moveTo>
                  <a:pt x="1618263" y="1907704"/>
                </a:moveTo>
                <a:lnTo>
                  <a:pt x="1618251" y="1908186"/>
                </a:lnTo>
                <a:lnTo>
                  <a:pt x="1618300" y="1908172"/>
                </a:lnTo>
                <a:close/>
                <a:moveTo>
                  <a:pt x="1658826" y="1816822"/>
                </a:moveTo>
                <a:lnTo>
                  <a:pt x="1659589" y="1816774"/>
                </a:lnTo>
                <a:lnTo>
                  <a:pt x="1659975" y="1816252"/>
                </a:lnTo>
                <a:close/>
                <a:moveTo>
                  <a:pt x="1613069" y="1919258"/>
                </a:moveTo>
                <a:lnTo>
                  <a:pt x="1613204" y="1919505"/>
                </a:lnTo>
                <a:lnTo>
                  <a:pt x="1614954" y="1919467"/>
                </a:lnTo>
                <a:lnTo>
                  <a:pt x="1615141" y="1918869"/>
                </a:lnTo>
                <a:lnTo>
                  <a:pt x="1613132" y="1919194"/>
                </a:lnTo>
                <a:close/>
                <a:moveTo>
                  <a:pt x="1660648" y="1812707"/>
                </a:moveTo>
                <a:lnTo>
                  <a:pt x="1660662" y="1813081"/>
                </a:lnTo>
                <a:lnTo>
                  <a:pt x="1662349" y="1812076"/>
                </a:lnTo>
                <a:lnTo>
                  <a:pt x="1662252" y="1810377"/>
                </a:lnTo>
                <a:lnTo>
                  <a:pt x="1662120" y="1810380"/>
                </a:lnTo>
                <a:close/>
                <a:moveTo>
                  <a:pt x="1715148" y="1690620"/>
                </a:moveTo>
                <a:lnTo>
                  <a:pt x="1715901" y="1693409"/>
                </a:lnTo>
                <a:lnTo>
                  <a:pt x="1716480" y="1693294"/>
                </a:lnTo>
                <a:lnTo>
                  <a:pt x="1715746" y="1690080"/>
                </a:lnTo>
                <a:close/>
                <a:moveTo>
                  <a:pt x="1612826" y="1919513"/>
                </a:moveTo>
                <a:lnTo>
                  <a:pt x="1613002" y="1919509"/>
                </a:lnTo>
                <a:lnTo>
                  <a:pt x="1612939" y="1919395"/>
                </a:lnTo>
                <a:close/>
                <a:moveTo>
                  <a:pt x="1617652" y="1908626"/>
                </a:moveTo>
                <a:lnTo>
                  <a:pt x="1617655" y="1908965"/>
                </a:lnTo>
                <a:lnTo>
                  <a:pt x="1617732" y="1908880"/>
                </a:lnTo>
                <a:lnTo>
                  <a:pt x="1617764" y="1908594"/>
                </a:lnTo>
                <a:close/>
                <a:moveTo>
                  <a:pt x="1576938" y="1999788"/>
                </a:moveTo>
                <a:lnTo>
                  <a:pt x="1579081" y="2000268"/>
                </a:lnTo>
                <a:lnTo>
                  <a:pt x="1578373" y="1999120"/>
                </a:lnTo>
                <a:lnTo>
                  <a:pt x="1577193" y="1999514"/>
                </a:lnTo>
                <a:close/>
                <a:moveTo>
                  <a:pt x="1542239" y="2077299"/>
                </a:moveTo>
                <a:lnTo>
                  <a:pt x="1541487" y="2080322"/>
                </a:lnTo>
                <a:lnTo>
                  <a:pt x="1543318" y="2080549"/>
                </a:lnTo>
                <a:lnTo>
                  <a:pt x="1547097" y="2078612"/>
                </a:lnTo>
                <a:lnTo>
                  <a:pt x="1547140" y="2078402"/>
                </a:lnTo>
                <a:close/>
                <a:moveTo>
                  <a:pt x="1863793" y="1357200"/>
                </a:moveTo>
                <a:lnTo>
                  <a:pt x="1863549" y="1357948"/>
                </a:lnTo>
                <a:lnTo>
                  <a:pt x="1863903" y="1357437"/>
                </a:lnTo>
                <a:close/>
                <a:moveTo>
                  <a:pt x="1755216" y="1600287"/>
                </a:moveTo>
                <a:lnTo>
                  <a:pt x="1758293" y="1598287"/>
                </a:lnTo>
                <a:lnTo>
                  <a:pt x="1757754" y="1598004"/>
                </a:lnTo>
                <a:lnTo>
                  <a:pt x="1756287" y="1598519"/>
                </a:lnTo>
                <a:lnTo>
                  <a:pt x="1756282" y="1598525"/>
                </a:lnTo>
                <a:close/>
                <a:moveTo>
                  <a:pt x="1558540" y="2040608"/>
                </a:moveTo>
                <a:lnTo>
                  <a:pt x="1558529" y="2043422"/>
                </a:lnTo>
                <a:lnTo>
                  <a:pt x="1564916" y="2043495"/>
                </a:lnTo>
                <a:lnTo>
                  <a:pt x="1564101" y="2040064"/>
                </a:lnTo>
                <a:close/>
                <a:moveTo>
                  <a:pt x="1544630" y="2071693"/>
                </a:moveTo>
                <a:lnTo>
                  <a:pt x="1548227" y="2073082"/>
                </a:lnTo>
                <a:lnTo>
                  <a:pt x="1549038" y="2069105"/>
                </a:lnTo>
                <a:close/>
                <a:moveTo>
                  <a:pt x="1616298" y="1911065"/>
                </a:moveTo>
                <a:lnTo>
                  <a:pt x="1617175" y="1910578"/>
                </a:lnTo>
                <a:lnTo>
                  <a:pt x="1617173" y="1910319"/>
                </a:lnTo>
                <a:lnTo>
                  <a:pt x="1616897" y="1910410"/>
                </a:lnTo>
                <a:close/>
                <a:moveTo>
                  <a:pt x="1747270" y="1617546"/>
                </a:moveTo>
                <a:lnTo>
                  <a:pt x="1747442" y="1617538"/>
                </a:lnTo>
                <a:lnTo>
                  <a:pt x="1747440" y="1617372"/>
                </a:lnTo>
                <a:close/>
                <a:moveTo>
                  <a:pt x="1612007" y="1920369"/>
                </a:moveTo>
                <a:lnTo>
                  <a:pt x="1613425" y="1920288"/>
                </a:lnTo>
                <a:lnTo>
                  <a:pt x="1613162" y="1919805"/>
                </a:lnTo>
                <a:lnTo>
                  <a:pt x="1612666" y="1919823"/>
                </a:lnTo>
                <a:lnTo>
                  <a:pt x="1612527" y="1919826"/>
                </a:lnTo>
                <a:close/>
                <a:moveTo>
                  <a:pt x="1575838" y="2000968"/>
                </a:moveTo>
                <a:lnTo>
                  <a:pt x="1577008" y="2000734"/>
                </a:lnTo>
                <a:lnTo>
                  <a:pt x="1576221" y="2000557"/>
                </a:lnTo>
                <a:close/>
                <a:moveTo>
                  <a:pt x="1865059" y="1353321"/>
                </a:moveTo>
                <a:lnTo>
                  <a:pt x="1863974" y="1356646"/>
                </a:lnTo>
                <a:lnTo>
                  <a:pt x="1864164" y="1357059"/>
                </a:lnTo>
                <a:lnTo>
                  <a:pt x="1866500" y="1353683"/>
                </a:lnTo>
                <a:lnTo>
                  <a:pt x="1869830" y="1347197"/>
                </a:lnTo>
                <a:lnTo>
                  <a:pt x="1868070" y="1349204"/>
                </a:lnTo>
                <a:close/>
                <a:moveTo>
                  <a:pt x="1747262" y="1617013"/>
                </a:moveTo>
                <a:lnTo>
                  <a:pt x="1747434" y="1616842"/>
                </a:lnTo>
                <a:lnTo>
                  <a:pt x="1747433" y="1616765"/>
                </a:lnTo>
                <a:close/>
                <a:moveTo>
                  <a:pt x="1617641" y="1907236"/>
                </a:moveTo>
                <a:lnTo>
                  <a:pt x="1617650" y="1908358"/>
                </a:lnTo>
                <a:lnTo>
                  <a:pt x="1617794" y="1908317"/>
                </a:lnTo>
                <a:lnTo>
                  <a:pt x="1617916" y="1907209"/>
                </a:lnTo>
                <a:close/>
                <a:moveTo>
                  <a:pt x="1589913" y="1969316"/>
                </a:moveTo>
                <a:lnTo>
                  <a:pt x="1590627" y="1969413"/>
                </a:lnTo>
                <a:lnTo>
                  <a:pt x="1590909" y="1969305"/>
                </a:lnTo>
                <a:close/>
                <a:moveTo>
                  <a:pt x="1607220" y="1930506"/>
                </a:moveTo>
                <a:lnTo>
                  <a:pt x="1607043" y="1931173"/>
                </a:lnTo>
                <a:lnTo>
                  <a:pt x="1608794" y="1930387"/>
                </a:lnTo>
                <a:lnTo>
                  <a:pt x="1608858" y="1929334"/>
                </a:lnTo>
                <a:close/>
                <a:moveTo>
                  <a:pt x="1558545" y="2039446"/>
                </a:moveTo>
                <a:lnTo>
                  <a:pt x="1558544" y="2039586"/>
                </a:lnTo>
                <a:lnTo>
                  <a:pt x="1563915" y="2039279"/>
                </a:lnTo>
                <a:lnTo>
                  <a:pt x="1563574" y="2037848"/>
                </a:lnTo>
                <a:lnTo>
                  <a:pt x="1559720" y="2038469"/>
                </a:lnTo>
                <a:close/>
                <a:moveTo>
                  <a:pt x="1503845" y="2161883"/>
                </a:moveTo>
                <a:lnTo>
                  <a:pt x="1514819" y="2169552"/>
                </a:lnTo>
                <a:lnTo>
                  <a:pt x="1516581" y="2163481"/>
                </a:lnTo>
                <a:lnTo>
                  <a:pt x="1507030" y="2162511"/>
                </a:lnTo>
                <a:close/>
                <a:moveTo>
                  <a:pt x="1812000" y="1471616"/>
                </a:moveTo>
                <a:lnTo>
                  <a:pt x="1814045" y="1471148"/>
                </a:lnTo>
                <a:lnTo>
                  <a:pt x="1814566" y="1469906"/>
                </a:lnTo>
                <a:close/>
                <a:moveTo>
                  <a:pt x="1657319" y="1817976"/>
                </a:moveTo>
                <a:lnTo>
                  <a:pt x="1658248" y="1817987"/>
                </a:lnTo>
                <a:lnTo>
                  <a:pt x="1658851" y="1817775"/>
                </a:lnTo>
                <a:lnTo>
                  <a:pt x="1659064" y="1817487"/>
                </a:lnTo>
                <a:lnTo>
                  <a:pt x="1657570" y="1817578"/>
                </a:lnTo>
                <a:close/>
                <a:moveTo>
                  <a:pt x="1714787" y="1689279"/>
                </a:moveTo>
                <a:lnTo>
                  <a:pt x="1714802" y="1689335"/>
                </a:lnTo>
                <a:lnTo>
                  <a:pt x="1715213" y="1688978"/>
                </a:lnTo>
                <a:close/>
                <a:moveTo>
                  <a:pt x="1571188" y="2010712"/>
                </a:moveTo>
                <a:lnTo>
                  <a:pt x="1571219" y="2015656"/>
                </a:lnTo>
                <a:lnTo>
                  <a:pt x="1575024" y="2013415"/>
                </a:lnTo>
                <a:lnTo>
                  <a:pt x="1574319" y="2009518"/>
                </a:lnTo>
                <a:close/>
                <a:moveTo>
                  <a:pt x="1838802" y="1411382"/>
                </a:moveTo>
                <a:lnTo>
                  <a:pt x="1839179" y="1411241"/>
                </a:lnTo>
                <a:lnTo>
                  <a:pt x="1839674" y="1410061"/>
                </a:lnTo>
                <a:close/>
                <a:moveTo>
                  <a:pt x="1843992" y="1399738"/>
                </a:moveTo>
                <a:lnTo>
                  <a:pt x="1844001" y="1399747"/>
                </a:lnTo>
                <a:lnTo>
                  <a:pt x="1844014" y="1399715"/>
                </a:lnTo>
                <a:close/>
                <a:moveTo>
                  <a:pt x="1660564" y="1810412"/>
                </a:moveTo>
                <a:lnTo>
                  <a:pt x="1660624" y="1812038"/>
                </a:lnTo>
                <a:lnTo>
                  <a:pt x="1661357" y="1810973"/>
                </a:lnTo>
                <a:lnTo>
                  <a:pt x="1661727" y="1810388"/>
                </a:lnTo>
                <a:close/>
                <a:moveTo>
                  <a:pt x="1723100" y="1670372"/>
                </a:moveTo>
                <a:lnTo>
                  <a:pt x="1723101" y="1670379"/>
                </a:lnTo>
                <a:lnTo>
                  <a:pt x="1723144" y="1670428"/>
                </a:lnTo>
                <a:lnTo>
                  <a:pt x="1723124" y="1670338"/>
                </a:lnTo>
                <a:close/>
                <a:moveTo>
                  <a:pt x="1809500" y="1476788"/>
                </a:moveTo>
                <a:lnTo>
                  <a:pt x="1809802" y="1477669"/>
                </a:lnTo>
                <a:lnTo>
                  <a:pt x="1810267" y="1477047"/>
                </a:lnTo>
                <a:lnTo>
                  <a:pt x="1810233" y="1476994"/>
                </a:lnTo>
                <a:close/>
                <a:moveTo>
                  <a:pt x="1615615" y="1910829"/>
                </a:moveTo>
                <a:lnTo>
                  <a:pt x="1615672" y="1911132"/>
                </a:lnTo>
                <a:lnTo>
                  <a:pt x="1616093" y="1910673"/>
                </a:lnTo>
                <a:close/>
                <a:moveTo>
                  <a:pt x="1811066" y="1473170"/>
                </a:moveTo>
                <a:lnTo>
                  <a:pt x="1811345" y="1475605"/>
                </a:lnTo>
                <a:lnTo>
                  <a:pt x="1812985" y="1473410"/>
                </a:lnTo>
                <a:lnTo>
                  <a:pt x="1812282" y="1472796"/>
                </a:lnTo>
                <a:close/>
                <a:moveTo>
                  <a:pt x="1543465" y="2072377"/>
                </a:moveTo>
                <a:lnTo>
                  <a:pt x="1542328" y="2076942"/>
                </a:lnTo>
                <a:lnTo>
                  <a:pt x="1547214" y="2078042"/>
                </a:lnTo>
                <a:lnTo>
                  <a:pt x="1548156" y="2073425"/>
                </a:lnTo>
                <a:lnTo>
                  <a:pt x="1544249" y="2071916"/>
                </a:lnTo>
                <a:close/>
                <a:moveTo>
                  <a:pt x="1572370" y="2007613"/>
                </a:moveTo>
                <a:lnTo>
                  <a:pt x="1573890" y="2007147"/>
                </a:lnTo>
                <a:lnTo>
                  <a:pt x="1573836" y="2006849"/>
                </a:lnTo>
                <a:close/>
                <a:moveTo>
                  <a:pt x="1620401" y="1899861"/>
                </a:moveTo>
                <a:lnTo>
                  <a:pt x="1620701" y="1899755"/>
                </a:lnTo>
                <a:lnTo>
                  <a:pt x="1621318" y="1899220"/>
                </a:lnTo>
                <a:lnTo>
                  <a:pt x="1621341" y="1899148"/>
                </a:lnTo>
                <a:close/>
                <a:moveTo>
                  <a:pt x="1660576" y="1809576"/>
                </a:moveTo>
                <a:lnTo>
                  <a:pt x="1662204" y="1809542"/>
                </a:lnTo>
                <a:lnTo>
                  <a:pt x="1662110" y="1807914"/>
                </a:lnTo>
                <a:close/>
                <a:moveTo>
                  <a:pt x="1589113" y="1969363"/>
                </a:moveTo>
                <a:lnTo>
                  <a:pt x="1589118" y="1969523"/>
                </a:lnTo>
                <a:lnTo>
                  <a:pt x="1589893" y="1969697"/>
                </a:lnTo>
                <a:lnTo>
                  <a:pt x="1590327" y="1969529"/>
                </a:lnTo>
                <a:close/>
                <a:moveTo>
                  <a:pt x="1814635" y="1464105"/>
                </a:moveTo>
                <a:lnTo>
                  <a:pt x="1816147" y="1466139"/>
                </a:lnTo>
                <a:lnTo>
                  <a:pt x="1817691" y="1462460"/>
                </a:lnTo>
                <a:close/>
                <a:moveTo>
                  <a:pt x="1841788" y="1403246"/>
                </a:moveTo>
                <a:lnTo>
                  <a:pt x="1842758" y="1402709"/>
                </a:lnTo>
                <a:lnTo>
                  <a:pt x="1843768" y="1400301"/>
                </a:lnTo>
                <a:lnTo>
                  <a:pt x="1843655" y="1400181"/>
                </a:lnTo>
                <a:close/>
                <a:moveTo>
                  <a:pt x="1517002" y="2130434"/>
                </a:moveTo>
                <a:lnTo>
                  <a:pt x="1518518" y="2130130"/>
                </a:lnTo>
                <a:lnTo>
                  <a:pt x="1526849" y="2128115"/>
                </a:lnTo>
                <a:lnTo>
                  <a:pt x="1529055" y="2120516"/>
                </a:lnTo>
                <a:lnTo>
                  <a:pt x="1523897" y="2120586"/>
                </a:lnTo>
                <a:close/>
                <a:moveTo>
                  <a:pt x="1589100" y="1968975"/>
                </a:moveTo>
                <a:lnTo>
                  <a:pt x="1589107" y="1969158"/>
                </a:lnTo>
                <a:lnTo>
                  <a:pt x="1591075" y="1969137"/>
                </a:lnTo>
                <a:lnTo>
                  <a:pt x="1593052" y="1966715"/>
                </a:lnTo>
                <a:lnTo>
                  <a:pt x="1592810" y="1966736"/>
                </a:lnTo>
                <a:close/>
                <a:moveTo>
                  <a:pt x="1558554" y="2037354"/>
                </a:moveTo>
                <a:lnTo>
                  <a:pt x="1558553" y="2037410"/>
                </a:lnTo>
                <a:lnTo>
                  <a:pt x="1558626" y="2037358"/>
                </a:lnTo>
                <a:close/>
                <a:moveTo>
                  <a:pt x="1562453" y="2028579"/>
                </a:moveTo>
                <a:lnTo>
                  <a:pt x="1562549" y="2028986"/>
                </a:lnTo>
                <a:lnTo>
                  <a:pt x="1563754" y="2028962"/>
                </a:lnTo>
                <a:lnTo>
                  <a:pt x="1562641" y="2028611"/>
                </a:lnTo>
                <a:close/>
                <a:moveTo>
                  <a:pt x="1656510" y="1817967"/>
                </a:moveTo>
                <a:lnTo>
                  <a:pt x="1656536" y="1817967"/>
                </a:lnTo>
                <a:lnTo>
                  <a:pt x="1656550" y="1817947"/>
                </a:lnTo>
                <a:close/>
                <a:moveTo>
                  <a:pt x="1867899" y="1344615"/>
                </a:moveTo>
                <a:lnTo>
                  <a:pt x="1866363" y="1349323"/>
                </a:lnTo>
                <a:lnTo>
                  <a:pt x="1872022" y="1341586"/>
                </a:lnTo>
                <a:close/>
                <a:moveTo>
                  <a:pt x="1571175" y="2008794"/>
                </a:moveTo>
                <a:lnTo>
                  <a:pt x="1571182" y="2009882"/>
                </a:lnTo>
                <a:lnTo>
                  <a:pt x="1574178" y="2008739"/>
                </a:lnTo>
                <a:lnTo>
                  <a:pt x="1574008" y="2007799"/>
                </a:lnTo>
                <a:close/>
                <a:moveTo>
                  <a:pt x="1573477" y="2003501"/>
                </a:moveTo>
                <a:lnTo>
                  <a:pt x="1573984" y="2006302"/>
                </a:lnTo>
                <a:lnTo>
                  <a:pt x="1580397" y="2002960"/>
                </a:lnTo>
                <a:lnTo>
                  <a:pt x="1576833" y="2003177"/>
                </a:lnTo>
                <a:lnTo>
                  <a:pt x="1578765" y="2003603"/>
                </a:lnTo>
                <a:lnTo>
                  <a:pt x="1578627" y="2003687"/>
                </a:lnTo>
                <a:lnTo>
                  <a:pt x="1576424" y="2003203"/>
                </a:lnTo>
                <a:lnTo>
                  <a:pt x="1573593" y="2003376"/>
                </a:lnTo>
                <a:close/>
                <a:moveTo>
                  <a:pt x="1588426" y="1969872"/>
                </a:moveTo>
                <a:lnTo>
                  <a:pt x="1588396" y="1970033"/>
                </a:lnTo>
                <a:lnTo>
                  <a:pt x="1588463" y="1970038"/>
                </a:lnTo>
                <a:lnTo>
                  <a:pt x="1588458" y="1969879"/>
                </a:lnTo>
                <a:close/>
                <a:moveTo>
                  <a:pt x="1835806" y="1415925"/>
                </a:moveTo>
                <a:lnTo>
                  <a:pt x="1838031" y="1413978"/>
                </a:lnTo>
                <a:lnTo>
                  <a:pt x="1839079" y="1411479"/>
                </a:lnTo>
                <a:lnTo>
                  <a:pt x="1838626" y="1411649"/>
                </a:lnTo>
                <a:close/>
                <a:moveTo>
                  <a:pt x="1743514" y="1622429"/>
                </a:moveTo>
                <a:lnTo>
                  <a:pt x="1744207" y="1623174"/>
                </a:lnTo>
                <a:lnTo>
                  <a:pt x="1747250" y="1617945"/>
                </a:lnTo>
                <a:lnTo>
                  <a:pt x="1746861" y="1617962"/>
                </a:lnTo>
                <a:lnTo>
                  <a:pt x="1745992" y="1618847"/>
                </a:lnTo>
                <a:close/>
                <a:moveTo>
                  <a:pt x="1743273" y="1622777"/>
                </a:moveTo>
                <a:lnTo>
                  <a:pt x="1743863" y="1623765"/>
                </a:lnTo>
                <a:lnTo>
                  <a:pt x="1744018" y="1623499"/>
                </a:lnTo>
                <a:lnTo>
                  <a:pt x="1743280" y="1622767"/>
                </a:lnTo>
                <a:close/>
                <a:moveTo>
                  <a:pt x="1615312" y="1909296"/>
                </a:moveTo>
                <a:lnTo>
                  <a:pt x="1615401" y="1909680"/>
                </a:lnTo>
                <a:lnTo>
                  <a:pt x="1615524" y="1910338"/>
                </a:lnTo>
                <a:lnTo>
                  <a:pt x="1616771" y="1909931"/>
                </a:lnTo>
                <a:lnTo>
                  <a:pt x="1617167" y="1909498"/>
                </a:lnTo>
                <a:lnTo>
                  <a:pt x="1617160" y="1908766"/>
                </a:lnTo>
                <a:close/>
                <a:moveTo>
                  <a:pt x="1605170" y="1931970"/>
                </a:moveTo>
                <a:lnTo>
                  <a:pt x="1605176" y="1932011"/>
                </a:lnTo>
                <a:lnTo>
                  <a:pt x="1606392" y="1931465"/>
                </a:lnTo>
                <a:lnTo>
                  <a:pt x="1606512" y="1931011"/>
                </a:lnTo>
                <a:close/>
                <a:moveTo>
                  <a:pt x="1745555" y="1617621"/>
                </a:moveTo>
                <a:lnTo>
                  <a:pt x="1746182" y="1617593"/>
                </a:lnTo>
                <a:lnTo>
                  <a:pt x="1747184" y="1616146"/>
                </a:lnTo>
                <a:close/>
                <a:moveTo>
                  <a:pt x="1558558" y="2036218"/>
                </a:moveTo>
                <a:lnTo>
                  <a:pt x="1558557" y="2036431"/>
                </a:lnTo>
                <a:lnTo>
                  <a:pt x="1559771" y="2036540"/>
                </a:lnTo>
                <a:lnTo>
                  <a:pt x="1560312" y="2036153"/>
                </a:lnTo>
                <a:lnTo>
                  <a:pt x="1562699" y="2034168"/>
                </a:lnTo>
                <a:lnTo>
                  <a:pt x="1562695" y="2034147"/>
                </a:lnTo>
                <a:lnTo>
                  <a:pt x="1562595" y="2034162"/>
                </a:lnTo>
                <a:close/>
                <a:moveTo>
                  <a:pt x="1839712" y="1406651"/>
                </a:moveTo>
                <a:lnTo>
                  <a:pt x="1841522" y="1405657"/>
                </a:lnTo>
                <a:lnTo>
                  <a:pt x="1842527" y="1403262"/>
                </a:lnTo>
                <a:lnTo>
                  <a:pt x="1841397" y="1403886"/>
                </a:lnTo>
                <a:close/>
                <a:moveTo>
                  <a:pt x="1658989" y="1811296"/>
                </a:moveTo>
                <a:lnTo>
                  <a:pt x="1657517" y="1814830"/>
                </a:lnTo>
                <a:lnTo>
                  <a:pt x="1658767" y="1814212"/>
                </a:lnTo>
                <a:lnTo>
                  <a:pt x="1659374" y="1813850"/>
                </a:lnTo>
                <a:lnTo>
                  <a:pt x="1660054" y="1812864"/>
                </a:lnTo>
                <a:lnTo>
                  <a:pt x="1659965" y="1810424"/>
                </a:lnTo>
                <a:lnTo>
                  <a:pt x="1659790" y="1810428"/>
                </a:lnTo>
                <a:close/>
                <a:moveTo>
                  <a:pt x="1877952" y="1320995"/>
                </a:moveTo>
                <a:lnTo>
                  <a:pt x="1880131" y="1322118"/>
                </a:lnTo>
                <a:lnTo>
                  <a:pt x="1880915" y="1321465"/>
                </a:lnTo>
                <a:lnTo>
                  <a:pt x="1887022" y="1313695"/>
                </a:lnTo>
                <a:lnTo>
                  <a:pt x="1887788" y="1312204"/>
                </a:lnTo>
                <a:close/>
                <a:moveTo>
                  <a:pt x="1869554" y="1339544"/>
                </a:moveTo>
                <a:lnTo>
                  <a:pt x="1868233" y="1343592"/>
                </a:lnTo>
                <a:lnTo>
                  <a:pt x="1872820" y="1340495"/>
                </a:lnTo>
                <a:lnTo>
                  <a:pt x="1874325" y="1338437"/>
                </a:lnTo>
                <a:lnTo>
                  <a:pt x="1876840" y="1333537"/>
                </a:lnTo>
                <a:lnTo>
                  <a:pt x="1875478" y="1334399"/>
                </a:lnTo>
                <a:lnTo>
                  <a:pt x="1870816" y="1338708"/>
                </a:lnTo>
                <a:close/>
                <a:moveTo>
                  <a:pt x="1838940" y="1407919"/>
                </a:moveTo>
                <a:lnTo>
                  <a:pt x="1840784" y="1407413"/>
                </a:lnTo>
                <a:lnTo>
                  <a:pt x="1841190" y="1406447"/>
                </a:lnTo>
                <a:lnTo>
                  <a:pt x="1839598" y="1407352"/>
                </a:lnTo>
                <a:lnTo>
                  <a:pt x="1839128" y="1407610"/>
                </a:lnTo>
                <a:close/>
                <a:moveTo>
                  <a:pt x="1545189" y="2065456"/>
                </a:moveTo>
                <a:lnTo>
                  <a:pt x="1544857" y="2066788"/>
                </a:lnTo>
                <a:lnTo>
                  <a:pt x="1547522" y="2065224"/>
                </a:lnTo>
                <a:close/>
                <a:moveTo>
                  <a:pt x="1521030" y="2119492"/>
                </a:moveTo>
                <a:lnTo>
                  <a:pt x="1524141" y="2119640"/>
                </a:lnTo>
                <a:lnTo>
                  <a:pt x="1524652" y="2118889"/>
                </a:lnTo>
                <a:close/>
                <a:moveTo>
                  <a:pt x="1514559" y="2133922"/>
                </a:moveTo>
                <a:lnTo>
                  <a:pt x="1515257" y="2138178"/>
                </a:lnTo>
                <a:lnTo>
                  <a:pt x="1525045" y="2134328"/>
                </a:lnTo>
                <a:lnTo>
                  <a:pt x="1526688" y="2128671"/>
                </a:lnTo>
                <a:lnTo>
                  <a:pt x="1516513" y="2131130"/>
                </a:lnTo>
                <a:close/>
                <a:moveTo>
                  <a:pt x="1877352" y="1321531"/>
                </a:moveTo>
                <a:lnTo>
                  <a:pt x="1878964" y="1323089"/>
                </a:lnTo>
                <a:lnTo>
                  <a:pt x="1879710" y="1322468"/>
                </a:lnTo>
                <a:lnTo>
                  <a:pt x="1877550" y="1321355"/>
                </a:lnTo>
                <a:close/>
                <a:moveTo>
                  <a:pt x="1584963" y="1976194"/>
                </a:moveTo>
                <a:lnTo>
                  <a:pt x="1584993" y="1976588"/>
                </a:lnTo>
                <a:lnTo>
                  <a:pt x="1585319" y="1976189"/>
                </a:lnTo>
                <a:close/>
                <a:moveTo>
                  <a:pt x="1809006" y="1474380"/>
                </a:moveTo>
                <a:lnTo>
                  <a:pt x="1809263" y="1474791"/>
                </a:lnTo>
                <a:lnTo>
                  <a:pt x="1810439" y="1476817"/>
                </a:lnTo>
                <a:lnTo>
                  <a:pt x="1810477" y="1476766"/>
                </a:lnTo>
                <a:lnTo>
                  <a:pt x="1809970" y="1473505"/>
                </a:lnTo>
                <a:lnTo>
                  <a:pt x="1809533" y="1473640"/>
                </a:lnTo>
                <a:close/>
                <a:moveTo>
                  <a:pt x="1554743" y="2043668"/>
                </a:moveTo>
                <a:lnTo>
                  <a:pt x="1553017" y="2052121"/>
                </a:lnTo>
                <a:lnTo>
                  <a:pt x="1556093" y="2052987"/>
                </a:lnTo>
                <a:lnTo>
                  <a:pt x="1558132" y="2052695"/>
                </a:lnTo>
                <a:lnTo>
                  <a:pt x="1558169" y="2043706"/>
                </a:lnTo>
                <a:close/>
                <a:moveTo>
                  <a:pt x="1740669" y="1627305"/>
                </a:moveTo>
                <a:lnTo>
                  <a:pt x="1740991" y="1628699"/>
                </a:lnTo>
                <a:lnTo>
                  <a:pt x="1742124" y="1626753"/>
                </a:lnTo>
                <a:lnTo>
                  <a:pt x="1740917" y="1627133"/>
                </a:lnTo>
                <a:close/>
                <a:moveTo>
                  <a:pt x="1585871" y="1973908"/>
                </a:moveTo>
                <a:lnTo>
                  <a:pt x="1586257" y="1973790"/>
                </a:lnTo>
                <a:lnTo>
                  <a:pt x="1586264" y="1973751"/>
                </a:lnTo>
                <a:close/>
                <a:moveTo>
                  <a:pt x="1808781" y="1474696"/>
                </a:moveTo>
                <a:lnTo>
                  <a:pt x="1809446" y="1476634"/>
                </a:lnTo>
                <a:lnTo>
                  <a:pt x="1810127" y="1476825"/>
                </a:lnTo>
                <a:lnTo>
                  <a:pt x="1808790" y="1474684"/>
                </a:lnTo>
                <a:close/>
                <a:moveTo>
                  <a:pt x="1630246" y="1874472"/>
                </a:moveTo>
                <a:lnTo>
                  <a:pt x="1629932" y="1875471"/>
                </a:lnTo>
                <a:lnTo>
                  <a:pt x="1630780" y="1875169"/>
                </a:lnTo>
                <a:lnTo>
                  <a:pt x="1632683" y="1873825"/>
                </a:lnTo>
                <a:close/>
                <a:moveTo>
                  <a:pt x="1741430" y="1625440"/>
                </a:moveTo>
                <a:lnTo>
                  <a:pt x="1743215" y="1624878"/>
                </a:lnTo>
                <a:lnTo>
                  <a:pt x="1743722" y="1624007"/>
                </a:lnTo>
                <a:lnTo>
                  <a:pt x="1743120" y="1622998"/>
                </a:lnTo>
                <a:close/>
                <a:moveTo>
                  <a:pt x="1743009" y="1621885"/>
                </a:moveTo>
                <a:lnTo>
                  <a:pt x="1743126" y="1622010"/>
                </a:lnTo>
                <a:lnTo>
                  <a:pt x="1743697" y="1621185"/>
                </a:lnTo>
                <a:close/>
                <a:moveTo>
                  <a:pt x="1558564" y="2034790"/>
                </a:moveTo>
                <a:lnTo>
                  <a:pt x="1558561" y="2035305"/>
                </a:lnTo>
                <a:lnTo>
                  <a:pt x="1560018" y="2034564"/>
                </a:lnTo>
                <a:close/>
                <a:moveTo>
                  <a:pt x="1615036" y="1908102"/>
                </a:moveTo>
                <a:lnTo>
                  <a:pt x="1615253" y="1909044"/>
                </a:lnTo>
                <a:lnTo>
                  <a:pt x="1617158" y="1908499"/>
                </a:lnTo>
                <a:lnTo>
                  <a:pt x="1617148" y="1907285"/>
                </a:lnTo>
                <a:lnTo>
                  <a:pt x="1615962" y="1907404"/>
                </a:lnTo>
                <a:lnTo>
                  <a:pt x="1615832" y="1907411"/>
                </a:lnTo>
                <a:close/>
                <a:moveTo>
                  <a:pt x="1564696" y="2020701"/>
                </a:moveTo>
                <a:lnTo>
                  <a:pt x="1568718" y="2020684"/>
                </a:lnTo>
                <a:lnTo>
                  <a:pt x="1569659" y="2020392"/>
                </a:lnTo>
                <a:lnTo>
                  <a:pt x="1564757" y="2020665"/>
                </a:lnTo>
                <a:close/>
                <a:moveTo>
                  <a:pt x="1554994" y="2042398"/>
                </a:moveTo>
                <a:lnTo>
                  <a:pt x="1554964" y="2042586"/>
                </a:lnTo>
                <a:lnTo>
                  <a:pt x="1554802" y="2043379"/>
                </a:lnTo>
                <a:lnTo>
                  <a:pt x="1558170" y="2043418"/>
                </a:lnTo>
                <a:lnTo>
                  <a:pt x="1558181" y="2040643"/>
                </a:lnTo>
                <a:lnTo>
                  <a:pt x="1556961" y="2040763"/>
                </a:lnTo>
                <a:close/>
                <a:moveTo>
                  <a:pt x="1610610" y="1917714"/>
                </a:moveTo>
                <a:lnTo>
                  <a:pt x="1610604" y="1917738"/>
                </a:lnTo>
                <a:lnTo>
                  <a:pt x="1610545" y="1918693"/>
                </a:lnTo>
                <a:lnTo>
                  <a:pt x="1611680" y="1917505"/>
                </a:lnTo>
                <a:close/>
                <a:moveTo>
                  <a:pt x="1593790" y="1955316"/>
                </a:moveTo>
                <a:lnTo>
                  <a:pt x="1595959" y="1954730"/>
                </a:lnTo>
                <a:lnTo>
                  <a:pt x="1595865" y="1954418"/>
                </a:lnTo>
                <a:close/>
                <a:moveTo>
                  <a:pt x="1571158" y="2005990"/>
                </a:moveTo>
                <a:lnTo>
                  <a:pt x="1571169" y="2007770"/>
                </a:lnTo>
                <a:lnTo>
                  <a:pt x="1573758" y="2006421"/>
                </a:lnTo>
                <a:lnTo>
                  <a:pt x="1573270" y="2003723"/>
                </a:lnTo>
                <a:close/>
                <a:moveTo>
                  <a:pt x="1836243" y="1412343"/>
                </a:moveTo>
                <a:lnTo>
                  <a:pt x="1838068" y="1411657"/>
                </a:lnTo>
                <a:lnTo>
                  <a:pt x="1840218" y="1408398"/>
                </a:lnTo>
                <a:lnTo>
                  <a:pt x="1838271" y="1409016"/>
                </a:lnTo>
                <a:close/>
                <a:moveTo>
                  <a:pt x="1808703" y="1473894"/>
                </a:moveTo>
                <a:lnTo>
                  <a:pt x="1808931" y="1474259"/>
                </a:lnTo>
                <a:lnTo>
                  <a:pt x="1809327" y="1473703"/>
                </a:lnTo>
                <a:close/>
                <a:moveTo>
                  <a:pt x="1631329" y="1871024"/>
                </a:moveTo>
                <a:lnTo>
                  <a:pt x="1630677" y="1873097"/>
                </a:lnTo>
                <a:lnTo>
                  <a:pt x="1634228" y="1872309"/>
                </a:lnTo>
                <a:close/>
                <a:moveTo>
                  <a:pt x="1606881" y="1925735"/>
                </a:moveTo>
                <a:lnTo>
                  <a:pt x="1607215" y="1925552"/>
                </a:lnTo>
                <a:lnTo>
                  <a:pt x="1607139" y="1925465"/>
                </a:lnTo>
                <a:close/>
                <a:moveTo>
                  <a:pt x="1800137" y="1492791"/>
                </a:moveTo>
                <a:lnTo>
                  <a:pt x="1803602" y="1491457"/>
                </a:lnTo>
                <a:lnTo>
                  <a:pt x="1802395" y="1490252"/>
                </a:lnTo>
                <a:lnTo>
                  <a:pt x="1801759" y="1490622"/>
                </a:lnTo>
                <a:close/>
                <a:moveTo>
                  <a:pt x="1561825" y="2025939"/>
                </a:moveTo>
                <a:lnTo>
                  <a:pt x="1562301" y="2027943"/>
                </a:lnTo>
                <a:lnTo>
                  <a:pt x="1563791" y="2028412"/>
                </a:lnTo>
                <a:lnTo>
                  <a:pt x="1566674" y="2028903"/>
                </a:lnTo>
                <a:lnTo>
                  <a:pt x="1569089" y="2028856"/>
                </a:lnTo>
                <a:lnTo>
                  <a:pt x="1570962" y="2027298"/>
                </a:lnTo>
                <a:lnTo>
                  <a:pt x="1570940" y="2023721"/>
                </a:lnTo>
                <a:lnTo>
                  <a:pt x="1569805" y="2023726"/>
                </a:lnTo>
                <a:lnTo>
                  <a:pt x="1568829" y="2023760"/>
                </a:lnTo>
                <a:close/>
                <a:moveTo>
                  <a:pt x="1742487" y="1621322"/>
                </a:moveTo>
                <a:lnTo>
                  <a:pt x="1742690" y="1621541"/>
                </a:lnTo>
                <a:lnTo>
                  <a:pt x="1745107" y="1619147"/>
                </a:lnTo>
                <a:lnTo>
                  <a:pt x="1745898" y="1618004"/>
                </a:lnTo>
                <a:lnTo>
                  <a:pt x="1745093" y="1618039"/>
                </a:lnTo>
                <a:lnTo>
                  <a:pt x="1744715" y="1618381"/>
                </a:lnTo>
                <a:lnTo>
                  <a:pt x="1743617" y="1619453"/>
                </a:lnTo>
                <a:close/>
                <a:moveTo>
                  <a:pt x="1510283" y="2141250"/>
                </a:moveTo>
                <a:lnTo>
                  <a:pt x="1515592" y="2142074"/>
                </a:lnTo>
                <a:lnTo>
                  <a:pt x="1515180" y="2139556"/>
                </a:lnTo>
                <a:lnTo>
                  <a:pt x="1515050" y="2139561"/>
                </a:lnTo>
                <a:lnTo>
                  <a:pt x="1514552" y="2139571"/>
                </a:lnTo>
                <a:close/>
                <a:moveTo>
                  <a:pt x="1873089" y="1328708"/>
                </a:moveTo>
                <a:lnTo>
                  <a:pt x="1872779" y="1329657"/>
                </a:lnTo>
                <a:lnTo>
                  <a:pt x="1876312" y="1327321"/>
                </a:lnTo>
                <a:lnTo>
                  <a:pt x="1879089" y="1323788"/>
                </a:lnTo>
                <a:lnTo>
                  <a:pt x="1879047" y="1323748"/>
                </a:lnTo>
                <a:close/>
                <a:moveTo>
                  <a:pt x="1813328" y="1462348"/>
                </a:moveTo>
                <a:lnTo>
                  <a:pt x="1814569" y="1464017"/>
                </a:lnTo>
                <a:lnTo>
                  <a:pt x="1817758" y="1462299"/>
                </a:lnTo>
                <a:lnTo>
                  <a:pt x="1820272" y="1456307"/>
                </a:lnTo>
                <a:lnTo>
                  <a:pt x="1819436" y="1456823"/>
                </a:lnTo>
                <a:close/>
                <a:moveTo>
                  <a:pt x="1851673" y="1376422"/>
                </a:moveTo>
                <a:lnTo>
                  <a:pt x="1852712" y="1377480"/>
                </a:lnTo>
                <a:lnTo>
                  <a:pt x="1852932" y="1377381"/>
                </a:lnTo>
                <a:lnTo>
                  <a:pt x="1854880" y="1371788"/>
                </a:lnTo>
                <a:close/>
                <a:moveTo>
                  <a:pt x="1741750" y="1622472"/>
                </a:moveTo>
                <a:lnTo>
                  <a:pt x="1742368" y="1621860"/>
                </a:lnTo>
                <a:lnTo>
                  <a:pt x="1742238" y="1621732"/>
                </a:lnTo>
                <a:lnTo>
                  <a:pt x="1741989" y="1622144"/>
                </a:lnTo>
                <a:close/>
                <a:moveTo>
                  <a:pt x="1824126" y="1437979"/>
                </a:moveTo>
                <a:lnTo>
                  <a:pt x="1825254" y="1439834"/>
                </a:lnTo>
                <a:lnTo>
                  <a:pt x="1826748" y="1437784"/>
                </a:lnTo>
                <a:lnTo>
                  <a:pt x="1826807" y="1438223"/>
                </a:lnTo>
                <a:lnTo>
                  <a:pt x="1825426" y="1440117"/>
                </a:lnTo>
                <a:lnTo>
                  <a:pt x="1826395" y="1441712"/>
                </a:lnTo>
                <a:lnTo>
                  <a:pt x="1829247" y="1434915"/>
                </a:lnTo>
                <a:close/>
                <a:moveTo>
                  <a:pt x="1597922" y="1944396"/>
                </a:moveTo>
                <a:lnTo>
                  <a:pt x="1599451" y="1949460"/>
                </a:lnTo>
                <a:lnTo>
                  <a:pt x="1599461" y="1949461"/>
                </a:lnTo>
                <a:lnTo>
                  <a:pt x="1601931" y="1948303"/>
                </a:lnTo>
                <a:lnTo>
                  <a:pt x="1602994" y="1944292"/>
                </a:lnTo>
                <a:lnTo>
                  <a:pt x="1602540" y="1942609"/>
                </a:lnTo>
                <a:close/>
                <a:moveTo>
                  <a:pt x="1805773" y="1478922"/>
                </a:moveTo>
                <a:lnTo>
                  <a:pt x="1807184" y="1481172"/>
                </a:lnTo>
                <a:lnTo>
                  <a:pt x="1807777" y="1480379"/>
                </a:lnTo>
                <a:lnTo>
                  <a:pt x="1806787" y="1477497"/>
                </a:lnTo>
                <a:close/>
                <a:moveTo>
                  <a:pt x="1555524" y="2039145"/>
                </a:moveTo>
                <a:lnTo>
                  <a:pt x="1555445" y="2039631"/>
                </a:lnTo>
                <a:lnTo>
                  <a:pt x="1556300" y="2039020"/>
                </a:lnTo>
                <a:close/>
                <a:moveTo>
                  <a:pt x="1514193" y="2131692"/>
                </a:moveTo>
                <a:lnTo>
                  <a:pt x="1514503" y="2133583"/>
                </a:lnTo>
                <a:lnTo>
                  <a:pt x="1516161" y="2131216"/>
                </a:lnTo>
                <a:close/>
                <a:moveTo>
                  <a:pt x="1510706" y="2139422"/>
                </a:moveTo>
                <a:lnTo>
                  <a:pt x="1512172" y="2139391"/>
                </a:lnTo>
                <a:lnTo>
                  <a:pt x="1514971" y="2138290"/>
                </a:lnTo>
                <a:lnTo>
                  <a:pt x="1514313" y="2134272"/>
                </a:lnTo>
                <a:close/>
                <a:moveTo>
                  <a:pt x="1613310" y="1909600"/>
                </a:moveTo>
                <a:lnTo>
                  <a:pt x="1614081" y="1909380"/>
                </a:lnTo>
                <a:lnTo>
                  <a:pt x="1613995" y="1909006"/>
                </a:lnTo>
                <a:close/>
                <a:moveTo>
                  <a:pt x="1856438" y="1365108"/>
                </a:moveTo>
                <a:lnTo>
                  <a:pt x="1857430" y="1364461"/>
                </a:lnTo>
                <a:lnTo>
                  <a:pt x="1857799" y="1363400"/>
                </a:lnTo>
                <a:lnTo>
                  <a:pt x="1857624" y="1363487"/>
                </a:lnTo>
                <a:close/>
                <a:moveTo>
                  <a:pt x="1798084" y="1495538"/>
                </a:moveTo>
                <a:lnTo>
                  <a:pt x="1803042" y="1493535"/>
                </a:lnTo>
                <a:lnTo>
                  <a:pt x="1803374" y="1493291"/>
                </a:lnTo>
                <a:lnTo>
                  <a:pt x="1803594" y="1492859"/>
                </a:lnTo>
                <a:lnTo>
                  <a:pt x="1798414" y="1495096"/>
                </a:lnTo>
                <a:close/>
                <a:moveTo>
                  <a:pt x="1510181" y="2140174"/>
                </a:moveTo>
                <a:lnTo>
                  <a:pt x="1511547" y="2139637"/>
                </a:lnTo>
                <a:lnTo>
                  <a:pt x="1510541" y="2139659"/>
                </a:lnTo>
                <a:close/>
                <a:moveTo>
                  <a:pt x="1818624" y="1449450"/>
                </a:moveTo>
                <a:lnTo>
                  <a:pt x="1823714" y="1448102"/>
                </a:lnTo>
                <a:lnTo>
                  <a:pt x="1825763" y="1443219"/>
                </a:lnTo>
                <a:lnTo>
                  <a:pt x="1824416" y="1441504"/>
                </a:lnTo>
                <a:close/>
                <a:moveTo>
                  <a:pt x="1874640" y="1323956"/>
                </a:moveTo>
                <a:lnTo>
                  <a:pt x="1873415" y="1327709"/>
                </a:lnTo>
                <a:lnTo>
                  <a:pt x="1878643" y="1323357"/>
                </a:lnTo>
                <a:lnTo>
                  <a:pt x="1877042" y="1321808"/>
                </a:lnTo>
                <a:close/>
                <a:moveTo>
                  <a:pt x="1832128" y="1419094"/>
                </a:moveTo>
                <a:lnTo>
                  <a:pt x="1834222" y="1417303"/>
                </a:lnTo>
                <a:lnTo>
                  <a:pt x="1834907" y="1416450"/>
                </a:lnTo>
                <a:lnTo>
                  <a:pt x="1837892" y="1411925"/>
                </a:lnTo>
                <a:lnTo>
                  <a:pt x="1836085" y="1412602"/>
                </a:lnTo>
                <a:close/>
                <a:moveTo>
                  <a:pt x="1850137" y="1378641"/>
                </a:moveTo>
                <a:lnTo>
                  <a:pt x="1852053" y="1377777"/>
                </a:lnTo>
                <a:lnTo>
                  <a:pt x="1851280" y="1376990"/>
                </a:lnTo>
                <a:close/>
                <a:moveTo>
                  <a:pt x="1555770" y="2037638"/>
                </a:moveTo>
                <a:lnTo>
                  <a:pt x="1555582" y="2038789"/>
                </a:lnTo>
                <a:lnTo>
                  <a:pt x="1556926" y="2038573"/>
                </a:lnTo>
                <a:lnTo>
                  <a:pt x="1558194" y="2037667"/>
                </a:lnTo>
                <a:lnTo>
                  <a:pt x="1558195" y="2037337"/>
                </a:lnTo>
                <a:lnTo>
                  <a:pt x="1556524" y="2037254"/>
                </a:lnTo>
                <a:close/>
                <a:moveTo>
                  <a:pt x="1740101" y="1624846"/>
                </a:moveTo>
                <a:lnTo>
                  <a:pt x="1740318" y="1625789"/>
                </a:lnTo>
                <a:lnTo>
                  <a:pt x="1740563" y="1625712"/>
                </a:lnTo>
                <a:lnTo>
                  <a:pt x="1742805" y="1622473"/>
                </a:lnTo>
                <a:lnTo>
                  <a:pt x="1742664" y="1622237"/>
                </a:lnTo>
                <a:close/>
                <a:moveTo>
                  <a:pt x="1913997" y="1235407"/>
                </a:moveTo>
                <a:lnTo>
                  <a:pt x="1918596" y="1238506"/>
                </a:lnTo>
                <a:lnTo>
                  <a:pt x="1931431" y="1222765"/>
                </a:lnTo>
                <a:lnTo>
                  <a:pt x="1938752" y="1206977"/>
                </a:lnTo>
                <a:lnTo>
                  <a:pt x="1919472" y="1225092"/>
                </a:lnTo>
                <a:close/>
                <a:moveTo>
                  <a:pt x="1568553" y="2008786"/>
                </a:moveTo>
                <a:lnTo>
                  <a:pt x="1570180" y="2008285"/>
                </a:lnTo>
                <a:lnTo>
                  <a:pt x="1570605" y="2008064"/>
                </a:lnTo>
                <a:lnTo>
                  <a:pt x="1570538" y="2006654"/>
                </a:lnTo>
                <a:close/>
                <a:moveTo>
                  <a:pt x="1547654" y="2055555"/>
                </a:moveTo>
                <a:lnTo>
                  <a:pt x="1545303" y="2064996"/>
                </a:lnTo>
                <a:lnTo>
                  <a:pt x="1548444" y="2064683"/>
                </a:lnTo>
                <a:lnTo>
                  <a:pt x="1550145" y="2063684"/>
                </a:lnTo>
                <a:lnTo>
                  <a:pt x="1550368" y="2062593"/>
                </a:lnTo>
                <a:lnTo>
                  <a:pt x="1551345" y="2056594"/>
                </a:lnTo>
                <a:close/>
                <a:moveTo>
                  <a:pt x="1611626" y="1912132"/>
                </a:moveTo>
                <a:lnTo>
                  <a:pt x="1611553" y="1912571"/>
                </a:lnTo>
                <a:lnTo>
                  <a:pt x="1614675" y="1911965"/>
                </a:lnTo>
                <a:lnTo>
                  <a:pt x="1614497" y="1911193"/>
                </a:lnTo>
                <a:close/>
                <a:moveTo>
                  <a:pt x="1855015" y="1367054"/>
                </a:moveTo>
                <a:lnTo>
                  <a:pt x="1856959" y="1365814"/>
                </a:lnTo>
                <a:lnTo>
                  <a:pt x="1857066" y="1365507"/>
                </a:lnTo>
                <a:lnTo>
                  <a:pt x="1855308" y="1366654"/>
                </a:lnTo>
                <a:close/>
                <a:moveTo>
                  <a:pt x="1803841" y="1481634"/>
                </a:moveTo>
                <a:lnTo>
                  <a:pt x="1804453" y="1483112"/>
                </a:lnTo>
                <a:lnTo>
                  <a:pt x="1806720" y="1481794"/>
                </a:lnTo>
                <a:lnTo>
                  <a:pt x="1806939" y="1481500"/>
                </a:lnTo>
                <a:lnTo>
                  <a:pt x="1805532" y="1479259"/>
                </a:lnTo>
                <a:close/>
                <a:moveTo>
                  <a:pt x="1875748" y="1320556"/>
                </a:moveTo>
                <a:lnTo>
                  <a:pt x="1875745" y="1320566"/>
                </a:lnTo>
                <a:lnTo>
                  <a:pt x="1875752" y="1320560"/>
                </a:lnTo>
                <a:close/>
                <a:moveTo>
                  <a:pt x="1918076" y="1225733"/>
                </a:moveTo>
                <a:lnTo>
                  <a:pt x="1919212" y="1224693"/>
                </a:lnTo>
                <a:lnTo>
                  <a:pt x="1921326" y="1220712"/>
                </a:lnTo>
                <a:close/>
                <a:moveTo>
                  <a:pt x="1830069" y="1422474"/>
                </a:moveTo>
                <a:lnTo>
                  <a:pt x="1834204" y="1417326"/>
                </a:lnTo>
                <a:lnTo>
                  <a:pt x="1832067" y="1419196"/>
                </a:lnTo>
                <a:close/>
                <a:moveTo>
                  <a:pt x="1735653" y="1633788"/>
                </a:moveTo>
                <a:lnTo>
                  <a:pt x="1736051" y="1633648"/>
                </a:lnTo>
                <a:lnTo>
                  <a:pt x="1735899" y="1633432"/>
                </a:lnTo>
                <a:close/>
                <a:moveTo>
                  <a:pt x="1611835" y="1910880"/>
                </a:moveTo>
                <a:lnTo>
                  <a:pt x="1611718" y="1911582"/>
                </a:lnTo>
                <a:lnTo>
                  <a:pt x="1614387" y="1910711"/>
                </a:lnTo>
                <a:lnTo>
                  <a:pt x="1614139" y="1909631"/>
                </a:lnTo>
                <a:lnTo>
                  <a:pt x="1612849" y="1910000"/>
                </a:lnTo>
                <a:close/>
                <a:moveTo>
                  <a:pt x="1810295" y="1466443"/>
                </a:moveTo>
                <a:lnTo>
                  <a:pt x="1810825" y="1471076"/>
                </a:lnTo>
                <a:lnTo>
                  <a:pt x="1810871" y="1471116"/>
                </a:lnTo>
                <a:lnTo>
                  <a:pt x="1811398" y="1470795"/>
                </a:lnTo>
                <a:lnTo>
                  <a:pt x="1813747" y="1467496"/>
                </a:lnTo>
                <a:lnTo>
                  <a:pt x="1813757" y="1467708"/>
                </a:lnTo>
                <a:lnTo>
                  <a:pt x="1811683" y="1470621"/>
                </a:lnTo>
                <a:lnTo>
                  <a:pt x="1815154" y="1468507"/>
                </a:lnTo>
                <a:lnTo>
                  <a:pt x="1815487" y="1467712"/>
                </a:lnTo>
                <a:lnTo>
                  <a:pt x="1813092" y="1464936"/>
                </a:lnTo>
                <a:close/>
                <a:moveTo>
                  <a:pt x="1738024" y="1628041"/>
                </a:moveTo>
                <a:lnTo>
                  <a:pt x="1738257" y="1628373"/>
                </a:lnTo>
                <a:lnTo>
                  <a:pt x="1738569" y="1628156"/>
                </a:lnTo>
                <a:lnTo>
                  <a:pt x="1738508" y="1627890"/>
                </a:lnTo>
                <a:close/>
                <a:moveTo>
                  <a:pt x="1556173" y="2035163"/>
                </a:moveTo>
                <a:lnTo>
                  <a:pt x="1556004" y="2036200"/>
                </a:lnTo>
                <a:lnTo>
                  <a:pt x="1556684" y="2036261"/>
                </a:lnTo>
                <a:lnTo>
                  <a:pt x="1558203" y="2035488"/>
                </a:lnTo>
                <a:lnTo>
                  <a:pt x="1558205" y="2034846"/>
                </a:lnTo>
                <a:close/>
                <a:moveTo>
                  <a:pt x="1590714" y="1957717"/>
                </a:moveTo>
                <a:lnTo>
                  <a:pt x="1590489" y="1958911"/>
                </a:lnTo>
                <a:lnTo>
                  <a:pt x="1593901" y="1957652"/>
                </a:lnTo>
                <a:close/>
                <a:moveTo>
                  <a:pt x="1731050" y="1643417"/>
                </a:moveTo>
                <a:lnTo>
                  <a:pt x="1731140" y="1643624"/>
                </a:lnTo>
                <a:lnTo>
                  <a:pt x="1731357" y="1643309"/>
                </a:lnTo>
                <a:close/>
                <a:moveTo>
                  <a:pt x="1805946" y="1475650"/>
                </a:moveTo>
                <a:lnTo>
                  <a:pt x="1806174" y="1475713"/>
                </a:lnTo>
                <a:lnTo>
                  <a:pt x="1806114" y="1475537"/>
                </a:lnTo>
                <a:close/>
                <a:moveTo>
                  <a:pt x="1816051" y="1452982"/>
                </a:moveTo>
                <a:lnTo>
                  <a:pt x="1820667" y="1451784"/>
                </a:lnTo>
                <a:lnTo>
                  <a:pt x="1822660" y="1450614"/>
                </a:lnTo>
                <a:lnTo>
                  <a:pt x="1823469" y="1448686"/>
                </a:lnTo>
                <a:lnTo>
                  <a:pt x="1818156" y="1450093"/>
                </a:lnTo>
                <a:close/>
                <a:moveTo>
                  <a:pt x="1795364" y="1499177"/>
                </a:moveTo>
                <a:lnTo>
                  <a:pt x="1799544" y="1496106"/>
                </a:lnTo>
                <a:lnTo>
                  <a:pt x="1796699" y="1497392"/>
                </a:lnTo>
                <a:close/>
                <a:moveTo>
                  <a:pt x="1792114" y="1506297"/>
                </a:moveTo>
                <a:lnTo>
                  <a:pt x="1792477" y="1508170"/>
                </a:lnTo>
                <a:lnTo>
                  <a:pt x="1799296" y="1501336"/>
                </a:lnTo>
                <a:lnTo>
                  <a:pt x="1799759" y="1500423"/>
                </a:lnTo>
                <a:lnTo>
                  <a:pt x="1795841" y="1502942"/>
                </a:lnTo>
                <a:close/>
                <a:moveTo>
                  <a:pt x="1590933" y="1956551"/>
                </a:moveTo>
                <a:lnTo>
                  <a:pt x="1590832" y="1957092"/>
                </a:lnTo>
                <a:lnTo>
                  <a:pt x="1595690" y="1956992"/>
                </a:lnTo>
                <a:lnTo>
                  <a:pt x="1596547" y="1956676"/>
                </a:lnTo>
                <a:lnTo>
                  <a:pt x="1596021" y="1954936"/>
                </a:lnTo>
                <a:lnTo>
                  <a:pt x="1592432" y="1955903"/>
                </a:lnTo>
                <a:close/>
                <a:moveTo>
                  <a:pt x="1537529" y="2075862"/>
                </a:moveTo>
                <a:lnTo>
                  <a:pt x="1540659" y="2076566"/>
                </a:lnTo>
                <a:lnTo>
                  <a:pt x="1541165" y="2074432"/>
                </a:lnTo>
                <a:lnTo>
                  <a:pt x="1541159" y="2073731"/>
                </a:lnTo>
                <a:close/>
                <a:moveTo>
                  <a:pt x="1855733" y="1363276"/>
                </a:moveTo>
                <a:lnTo>
                  <a:pt x="1856400" y="1362946"/>
                </a:lnTo>
                <a:lnTo>
                  <a:pt x="1858298" y="1360350"/>
                </a:lnTo>
                <a:close/>
                <a:moveTo>
                  <a:pt x="1810112" y="1465256"/>
                </a:moveTo>
                <a:lnTo>
                  <a:pt x="1810278" y="1466319"/>
                </a:lnTo>
                <a:lnTo>
                  <a:pt x="1810783" y="1466056"/>
                </a:lnTo>
                <a:lnTo>
                  <a:pt x="1813019" y="1464851"/>
                </a:lnTo>
                <a:lnTo>
                  <a:pt x="1811941" y="1463603"/>
                </a:lnTo>
                <a:close/>
                <a:moveTo>
                  <a:pt x="1823011" y="1436145"/>
                </a:moveTo>
                <a:lnTo>
                  <a:pt x="1823638" y="1437176"/>
                </a:lnTo>
                <a:lnTo>
                  <a:pt x="1829860" y="1433453"/>
                </a:lnTo>
                <a:lnTo>
                  <a:pt x="1830850" y="1431094"/>
                </a:lnTo>
                <a:close/>
                <a:moveTo>
                  <a:pt x="1505758" y="2146490"/>
                </a:moveTo>
                <a:lnTo>
                  <a:pt x="1516720" y="2148951"/>
                </a:lnTo>
                <a:lnTo>
                  <a:pt x="1515770" y="2143157"/>
                </a:lnTo>
                <a:lnTo>
                  <a:pt x="1508844" y="2142082"/>
                </a:lnTo>
                <a:close/>
                <a:moveTo>
                  <a:pt x="1791949" y="1505445"/>
                </a:moveTo>
                <a:lnTo>
                  <a:pt x="1792025" y="1505840"/>
                </a:lnTo>
                <a:lnTo>
                  <a:pt x="1793755" y="1504284"/>
                </a:lnTo>
                <a:close/>
                <a:moveTo>
                  <a:pt x="1558592" y="2027921"/>
                </a:moveTo>
                <a:lnTo>
                  <a:pt x="1558587" y="2029066"/>
                </a:lnTo>
                <a:lnTo>
                  <a:pt x="1561473" y="2029008"/>
                </a:lnTo>
                <a:lnTo>
                  <a:pt x="1561325" y="2028387"/>
                </a:lnTo>
                <a:close/>
                <a:moveTo>
                  <a:pt x="1591293" y="1954636"/>
                </a:moveTo>
                <a:lnTo>
                  <a:pt x="1591194" y="1955167"/>
                </a:lnTo>
                <a:lnTo>
                  <a:pt x="1594233" y="1953853"/>
                </a:lnTo>
                <a:lnTo>
                  <a:pt x="1592671" y="1953990"/>
                </a:lnTo>
                <a:close/>
                <a:moveTo>
                  <a:pt x="1814125" y="1455624"/>
                </a:moveTo>
                <a:lnTo>
                  <a:pt x="1819440" y="1452505"/>
                </a:lnTo>
                <a:lnTo>
                  <a:pt x="1815654" y="1453528"/>
                </a:lnTo>
                <a:close/>
                <a:moveTo>
                  <a:pt x="1565517" y="2012042"/>
                </a:moveTo>
                <a:lnTo>
                  <a:pt x="1570699" y="2010066"/>
                </a:lnTo>
                <a:lnTo>
                  <a:pt x="1570648" y="2008979"/>
                </a:lnTo>
                <a:lnTo>
                  <a:pt x="1567898" y="2009945"/>
                </a:lnTo>
                <a:lnTo>
                  <a:pt x="1567069" y="2010377"/>
                </a:lnTo>
                <a:close/>
                <a:moveTo>
                  <a:pt x="1558865" y="2026859"/>
                </a:moveTo>
                <a:lnTo>
                  <a:pt x="1561132" y="2027574"/>
                </a:lnTo>
                <a:lnTo>
                  <a:pt x="1560818" y="2026252"/>
                </a:lnTo>
                <a:close/>
                <a:moveTo>
                  <a:pt x="1541461" y="2065828"/>
                </a:moveTo>
                <a:lnTo>
                  <a:pt x="1541479" y="2068010"/>
                </a:lnTo>
                <a:lnTo>
                  <a:pt x="1541475" y="2068774"/>
                </a:lnTo>
                <a:lnTo>
                  <a:pt x="1542673" y="2068070"/>
                </a:lnTo>
                <a:lnTo>
                  <a:pt x="1543247" y="2065650"/>
                </a:lnTo>
                <a:close/>
                <a:moveTo>
                  <a:pt x="1558595" y="2027335"/>
                </a:moveTo>
                <a:lnTo>
                  <a:pt x="1558594" y="2027526"/>
                </a:lnTo>
                <a:lnTo>
                  <a:pt x="1559922" y="2027753"/>
                </a:lnTo>
                <a:close/>
                <a:moveTo>
                  <a:pt x="1517145" y="2120139"/>
                </a:moveTo>
                <a:lnTo>
                  <a:pt x="1523855" y="2120048"/>
                </a:lnTo>
                <a:lnTo>
                  <a:pt x="1519061" y="2119820"/>
                </a:lnTo>
                <a:close/>
                <a:moveTo>
                  <a:pt x="1790692" y="1507577"/>
                </a:moveTo>
                <a:lnTo>
                  <a:pt x="1791491" y="1509158"/>
                </a:lnTo>
                <a:lnTo>
                  <a:pt x="1792130" y="1508518"/>
                </a:lnTo>
                <a:lnTo>
                  <a:pt x="1791695" y="1506673"/>
                </a:lnTo>
                <a:close/>
                <a:moveTo>
                  <a:pt x="1549869" y="2046660"/>
                </a:moveTo>
                <a:lnTo>
                  <a:pt x="1548804" y="2050935"/>
                </a:lnTo>
                <a:lnTo>
                  <a:pt x="1548890" y="2050959"/>
                </a:lnTo>
                <a:lnTo>
                  <a:pt x="1551548" y="2051151"/>
                </a:lnTo>
                <a:lnTo>
                  <a:pt x="1551420" y="2051238"/>
                </a:lnTo>
                <a:lnTo>
                  <a:pt x="1549350" y="2051088"/>
                </a:lnTo>
                <a:lnTo>
                  <a:pt x="1552115" y="2051867"/>
                </a:lnTo>
                <a:lnTo>
                  <a:pt x="1553447" y="2043684"/>
                </a:lnTo>
                <a:close/>
                <a:moveTo>
                  <a:pt x="1804375" y="1476695"/>
                </a:moveTo>
                <a:lnTo>
                  <a:pt x="1805696" y="1478802"/>
                </a:lnTo>
                <a:lnTo>
                  <a:pt x="1806734" y="1477345"/>
                </a:lnTo>
                <a:lnTo>
                  <a:pt x="1806227" y="1475868"/>
                </a:lnTo>
                <a:lnTo>
                  <a:pt x="1805798" y="1475748"/>
                </a:lnTo>
                <a:close/>
                <a:moveTo>
                  <a:pt x="1880232" y="1306815"/>
                </a:moveTo>
                <a:lnTo>
                  <a:pt x="1875943" y="1319961"/>
                </a:lnTo>
                <a:lnTo>
                  <a:pt x="1876254" y="1320121"/>
                </a:lnTo>
                <a:lnTo>
                  <a:pt x="1889798" y="1308286"/>
                </a:lnTo>
                <a:lnTo>
                  <a:pt x="1894767" y="1298603"/>
                </a:lnTo>
                <a:lnTo>
                  <a:pt x="1884997" y="1302980"/>
                </a:lnTo>
                <a:close/>
                <a:moveTo>
                  <a:pt x="1729523" y="1644232"/>
                </a:moveTo>
                <a:lnTo>
                  <a:pt x="1728589" y="1647024"/>
                </a:lnTo>
                <a:lnTo>
                  <a:pt x="1728950" y="1646811"/>
                </a:lnTo>
                <a:lnTo>
                  <a:pt x="1730938" y="1643918"/>
                </a:lnTo>
                <a:lnTo>
                  <a:pt x="1730757" y="1643520"/>
                </a:lnTo>
                <a:lnTo>
                  <a:pt x="1730606" y="1643573"/>
                </a:lnTo>
                <a:close/>
                <a:moveTo>
                  <a:pt x="1584682" y="1968524"/>
                </a:moveTo>
                <a:lnTo>
                  <a:pt x="1584974" y="1968590"/>
                </a:lnTo>
                <a:lnTo>
                  <a:pt x="1585482" y="1968229"/>
                </a:lnTo>
                <a:close/>
                <a:moveTo>
                  <a:pt x="1849887" y="1374602"/>
                </a:moveTo>
                <a:lnTo>
                  <a:pt x="1851140" y="1375879"/>
                </a:lnTo>
                <a:lnTo>
                  <a:pt x="1855565" y="1369484"/>
                </a:lnTo>
                <a:close/>
                <a:moveTo>
                  <a:pt x="1584420" y="1968970"/>
                </a:moveTo>
                <a:lnTo>
                  <a:pt x="1584421" y="1968982"/>
                </a:lnTo>
                <a:lnTo>
                  <a:pt x="1584434" y="1968974"/>
                </a:lnTo>
                <a:close/>
                <a:moveTo>
                  <a:pt x="1912478" y="1234383"/>
                </a:moveTo>
                <a:lnTo>
                  <a:pt x="1913650" y="1235174"/>
                </a:lnTo>
                <a:lnTo>
                  <a:pt x="1918539" y="1225963"/>
                </a:lnTo>
                <a:lnTo>
                  <a:pt x="1917041" y="1227333"/>
                </a:lnTo>
                <a:close/>
                <a:moveTo>
                  <a:pt x="1850172" y="1373675"/>
                </a:moveTo>
                <a:lnTo>
                  <a:pt x="1853797" y="1370661"/>
                </a:lnTo>
                <a:lnTo>
                  <a:pt x="1855947" y="1368723"/>
                </a:lnTo>
                <a:lnTo>
                  <a:pt x="1856025" y="1368496"/>
                </a:lnTo>
                <a:lnTo>
                  <a:pt x="1852154" y="1370966"/>
                </a:lnTo>
                <a:close/>
                <a:moveTo>
                  <a:pt x="1792261" y="1503328"/>
                </a:moveTo>
                <a:lnTo>
                  <a:pt x="1799613" y="1499011"/>
                </a:lnTo>
                <a:lnTo>
                  <a:pt x="1801198" y="1497585"/>
                </a:lnTo>
                <a:lnTo>
                  <a:pt x="1802662" y="1494697"/>
                </a:lnTo>
                <a:lnTo>
                  <a:pt x="1801727" y="1495120"/>
                </a:lnTo>
                <a:lnTo>
                  <a:pt x="1794339" y="1500548"/>
                </a:lnTo>
                <a:close/>
                <a:moveTo>
                  <a:pt x="1900708" y="1260445"/>
                </a:moveTo>
                <a:lnTo>
                  <a:pt x="1918441" y="1238695"/>
                </a:lnTo>
                <a:lnTo>
                  <a:pt x="1913882" y="1235624"/>
                </a:lnTo>
                <a:close/>
                <a:moveTo>
                  <a:pt x="1880882" y="1304823"/>
                </a:moveTo>
                <a:lnTo>
                  <a:pt x="1880376" y="1306373"/>
                </a:lnTo>
                <a:lnTo>
                  <a:pt x="1884086" y="1303388"/>
                </a:lnTo>
                <a:close/>
                <a:moveTo>
                  <a:pt x="1768019" y="1557411"/>
                </a:moveTo>
                <a:lnTo>
                  <a:pt x="1768144" y="1557739"/>
                </a:lnTo>
                <a:lnTo>
                  <a:pt x="1768585" y="1557475"/>
                </a:lnTo>
                <a:lnTo>
                  <a:pt x="1768692" y="1557297"/>
                </a:lnTo>
                <a:lnTo>
                  <a:pt x="1768608" y="1556569"/>
                </a:lnTo>
                <a:close/>
                <a:moveTo>
                  <a:pt x="1604135" y="1924360"/>
                </a:moveTo>
                <a:lnTo>
                  <a:pt x="1605336" y="1923372"/>
                </a:lnTo>
                <a:lnTo>
                  <a:pt x="1605191" y="1923206"/>
                </a:lnTo>
                <a:close/>
                <a:moveTo>
                  <a:pt x="1811529" y="1459929"/>
                </a:moveTo>
                <a:lnTo>
                  <a:pt x="1811541" y="1459946"/>
                </a:lnTo>
                <a:lnTo>
                  <a:pt x="1811805" y="1459767"/>
                </a:lnTo>
                <a:close/>
                <a:moveTo>
                  <a:pt x="1626566" y="1874011"/>
                </a:moveTo>
                <a:lnTo>
                  <a:pt x="1628607" y="1873557"/>
                </a:lnTo>
                <a:lnTo>
                  <a:pt x="1629405" y="1870170"/>
                </a:lnTo>
                <a:lnTo>
                  <a:pt x="1629190" y="1870076"/>
                </a:lnTo>
                <a:lnTo>
                  <a:pt x="1628726" y="1870192"/>
                </a:lnTo>
                <a:close/>
                <a:moveTo>
                  <a:pt x="1564304" y="2013345"/>
                </a:moveTo>
                <a:lnTo>
                  <a:pt x="1570864" y="2015864"/>
                </a:lnTo>
                <a:lnTo>
                  <a:pt x="1570890" y="2015849"/>
                </a:lnTo>
                <a:lnTo>
                  <a:pt x="1570877" y="2013858"/>
                </a:lnTo>
                <a:lnTo>
                  <a:pt x="1570737" y="2010884"/>
                </a:lnTo>
                <a:lnTo>
                  <a:pt x="1564314" y="2013334"/>
                </a:lnTo>
                <a:close/>
                <a:moveTo>
                  <a:pt x="1860711" y="1349592"/>
                </a:moveTo>
                <a:lnTo>
                  <a:pt x="1861793" y="1351930"/>
                </a:lnTo>
                <a:lnTo>
                  <a:pt x="1863189" y="1347919"/>
                </a:lnTo>
                <a:close/>
                <a:moveTo>
                  <a:pt x="1881410" y="1303204"/>
                </a:moveTo>
                <a:lnTo>
                  <a:pt x="1881054" y="1304294"/>
                </a:lnTo>
                <a:lnTo>
                  <a:pt x="1885166" y="1302518"/>
                </a:lnTo>
                <a:lnTo>
                  <a:pt x="1887506" y="1300634"/>
                </a:lnTo>
                <a:lnTo>
                  <a:pt x="1887456" y="1300999"/>
                </a:lnTo>
                <a:lnTo>
                  <a:pt x="1886038" y="1302141"/>
                </a:lnTo>
                <a:lnTo>
                  <a:pt x="1888661" y="1301008"/>
                </a:lnTo>
                <a:lnTo>
                  <a:pt x="1894988" y="1298175"/>
                </a:lnTo>
                <a:lnTo>
                  <a:pt x="1898391" y="1291541"/>
                </a:lnTo>
                <a:close/>
                <a:moveTo>
                  <a:pt x="1767532" y="1558104"/>
                </a:moveTo>
                <a:lnTo>
                  <a:pt x="1767678" y="1558017"/>
                </a:lnTo>
                <a:lnTo>
                  <a:pt x="1767649" y="1557938"/>
                </a:lnTo>
                <a:close/>
                <a:moveTo>
                  <a:pt x="1733983" y="1633155"/>
                </a:moveTo>
                <a:lnTo>
                  <a:pt x="1735401" y="1633171"/>
                </a:lnTo>
                <a:lnTo>
                  <a:pt x="1735558" y="1632945"/>
                </a:lnTo>
                <a:lnTo>
                  <a:pt x="1734859" y="1631951"/>
                </a:lnTo>
                <a:close/>
                <a:moveTo>
                  <a:pt x="1822375" y="1435099"/>
                </a:moveTo>
                <a:lnTo>
                  <a:pt x="1822785" y="1435772"/>
                </a:lnTo>
                <a:lnTo>
                  <a:pt x="1831148" y="1430383"/>
                </a:lnTo>
                <a:lnTo>
                  <a:pt x="1837988" y="1414080"/>
                </a:lnTo>
                <a:lnTo>
                  <a:pt x="1835771" y="1415977"/>
                </a:lnTo>
                <a:lnTo>
                  <a:pt x="1829525" y="1425447"/>
                </a:lnTo>
                <a:lnTo>
                  <a:pt x="1824270" y="1431989"/>
                </a:lnTo>
                <a:close/>
                <a:moveTo>
                  <a:pt x="1552549" y="2039278"/>
                </a:moveTo>
                <a:lnTo>
                  <a:pt x="1554209" y="2039011"/>
                </a:lnTo>
                <a:lnTo>
                  <a:pt x="1554312" y="2038381"/>
                </a:lnTo>
                <a:close/>
                <a:moveTo>
                  <a:pt x="1806987" y="1469473"/>
                </a:moveTo>
                <a:lnTo>
                  <a:pt x="1808035" y="1472522"/>
                </a:lnTo>
                <a:lnTo>
                  <a:pt x="1808882" y="1472328"/>
                </a:lnTo>
                <a:lnTo>
                  <a:pt x="1809709" y="1471825"/>
                </a:lnTo>
                <a:lnTo>
                  <a:pt x="1809479" y="1470342"/>
                </a:lnTo>
                <a:lnTo>
                  <a:pt x="1807663" y="1468753"/>
                </a:lnTo>
                <a:close/>
                <a:moveTo>
                  <a:pt x="1625118" y="1876572"/>
                </a:moveTo>
                <a:lnTo>
                  <a:pt x="1627235" y="1876427"/>
                </a:lnTo>
                <a:lnTo>
                  <a:pt x="1627995" y="1876157"/>
                </a:lnTo>
                <a:lnTo>
                  <a:pt x="1628273" y="1874975"/>
                </a:lnTo>
                <a:lnTo>
                  <a:pt x="1625697" y="1875547"/>
                </a:lnTo>
                <a:close/>
                <a:moveTo>
                  <a:pt x="1624689" y="1877330"/>
                </a:moveTo>
                <a:lnTo>
                  <a:pt x="1626872" y="1876555"/>
                </a:lnTo>
                <a:lnTo>
                  <a:pt x="1625056" y="1876680"/>
                </a:lnTo>
                <a:close/>
                <a:moveTo>
                  <a:pt x="1790222" y="1506644"/>
                </a:moveTo>
                <a:lnTo>
                  <a:pt x="1790506" y="1507208"/>
                </a:lnTo>
                <a:lnTo>
                  <a:pt x="1791591" y="1506231"/>
                </a:lnTo>
                <a:lnTo>
                  <a:pt x="1791477" y="1505749"/>
                </a:lnTo>
                <a:lnTo>
                  <a:pt x="1790359" y="1506467"/>
                </a:lnTo>
                <a:lnTo>
                  <a:pt x="1790360" y="1506492"/>
                </a:lnTo>
                <a:close/>
                <a:moveTo>
                  <a:pt x="1563586" y="2014114"/>
                </a:moveTo>
                <a:lnTo>
                  <a:pt x="1570187" y="2016263"/>
                </a:lnTo>
                <a:lnTo>
                  <a:pt x="1570404" y="2016135"/>
                </a:lnTo>
                <a:lnTo>
                  <a:pt x="1563996" y="2013674"/>
                </a:lnTo>
                <a:close/>
                <a:moveTo>
                  <a:pt x="1807406" y="1467998"/>
                </a:moveTo>
                <a:lnTo>
                  <a:pt x="1809392" y="1469785"/>
                </a:lnTo>
                <a:lnTo>
                  <a:pt x="1808983" y="1467149"/>
                </a:lnTo>
                <a:close/>
                <a:moveTo>
                  <a:pt x="1624266" y="1878076"/>
                </a:moveTo>
                <a:lnTo>
                  <a:pt x="1627755" y="1877171"/>
                </a:lnTo>
                <a:lnTo>
                  <a:pt x="1627882" y="1876634"/>
                </a:lnTo>
                <a:lnTo>
                  <a:pt x="1624380" y="1877876"/>
                </a:lnTo>
                <a:close/>
                <a:moveTo>
                  <a:pt x="1579442" y="1978358"/>
                </a:moveTo>
                <a:lnTo>
                  <a:pt x="1583014" y="1978099"/>
                </a:lnTo>
                <a:lnTo>
                  <a:pt x="1583766" y="1977784"/>
                </a:lnTo>
                <a:lnTo>
                  <a:pt x="1583648" y="1976211"/>
                </a:lnTo>
                <a:lnTo>
                  <a:pt x="1583371" y="1976215"/>
                </a:lnTo>
                <a:close/>
                <a:moveTo>
                  <a:pt x="1557386" y="2027716"/>
                </a:moveTo>
                <a:lnTo>
                  <a:pt x="1557162" y="2029094"/>
                </a:lnTo>
                <a:lnTo>
                  <a:pt x="1558229" y="2029073"/>
                </a:lnTo>
                <a:lnTo>
                  <a:pt x="1558234" y="2027860"/>
                </a:lnTo>
                <a:close/>
                <a:moveTo>
                  <a:pt x="1860596" y="1348745"/>
                </a:moveTo>
                <a:lnTo>
                  <a:pt x="1863609" y="1346712"/>
                </a:lnTo>
                <a:lnTo>
                  <a:pt x="1864747" y="1343444"/>
                </a:lnTo>
                <a:close/>
                <a:moveTo>
                  <a:pt x="1732792" y="1634793"/>
                </a:moveTo>
                <a:lnTo>
                  <a:pt x="1734756" y="1634103"/>
                </a:lnTo>
                <a:lnTo>
                  <a:pt x="1735274" y="1633354"/>
                </a:lnTo>
                <a:lnTo>
                  <a:pt x="1733837" y="1633356"/>
                </a:lnTo>
                <a:close/>
                <a:moveTo>
                  <a:pt x="1623644" y="1879177"/>
                </a:moveTo>
                <a:lnTo>
                  <a:pt x="1626225" y="1878386"/>
                </a:lnTo>
                <a:lnTo>
                  <a:pt x="1626965" y="1877864"/>
                </a:lnTo>
                <a:lnTo>
                  <a:pt x="1623949" y="1878638"/>
                </a:lnTo>
                <a:close/>
                <a:moveTo>
                  <a:pt x="1551204" y="2041300"/>
                </a:moveTo>
                <a:lnTo>
                  <a:pt x="1550791" y="2042956"/>
                </a:lnTo>
                <a:lnTo>
                  <a:pt x="1553370" y="2041114"/>
                </a:lnTo>
                <a:lnTo>
                  <a:pt x="1551840" y="2041264"/>
                </a:lnTo>
                <a:close/>
                <a:moveTo>
                  <a:pt x="1557454" y="2027298"/>
                </a:moveTo>
                <a:lnTo>
                  <a:pt x="1557449" y="2027332"/>
                </a:lnTo>
                <a:lnTo>
                  <a:pt x="1558236" y="2027466"/>
                </a:lnTo>
                <a:lnTo>
                  <a:pt x="1558236" y="2027222"/>
                </a:lnTo>
                <a:lnTo>
                  <a:pt x="1557971" y="2027138"/>
                </a:lnTo>
                <a:close/>
                <a:moveTo>
                  <a:pt x="1579149" y="1978647"/>
                </a:moveTo>
                <a:lnTo>
                  <a:pt x="1581362" y="1978789"/>
                </a:lnTo>
                <a:lnTo>
                  <a:pt x="1582239" y="1978422"/>
                </a:lnTo>
                <a:close/>
                <a:moveTo>
                  <a:pt x="1498866" y="2158403"/>
                </a:moveTo>
                <a:lnTo>
                  <a:pt x="1501375" y="2160156"/>
                </a:lnTo>
                <a:lnTo>
                  <a:pt x="1515883" y="2163018"/>
                </a:lnTo>
                <a:lnTo>
                  <a:pt x="1516692" y="2163101"/>
                </a:lnTo>
                <a:lnTo>
                  <a:pt x="1518193" y="2157929"/>
                </a:lnTo>
                <a:lnTo>
                  <a:pt x="1517560" y="2154072"/>
                </a:lnTo>
                <a:close/>
                <a:moveTo>
                  <a:pt x="1804016" y="1475106"/>
                </a:moveTo>
                <a:lnTo>
                  <a:pt x="1804224" y="1475165"/>
                </a:lnTo>
                <a:lnTo>
                  <a:pt x="1804503" y="1474995"/>
                </a:lnTo>
                <a:close/>
                <a:moveTo>
                  <a:pt x="1577196" y="1982899"/>
                </a:moveTo>
                <a:lnTo>
                  <a:pt x="1577686" y="1985529"/>
                </a:lnTo>
                <a:lnTo>
                  <a:pt x="1577767" y="1985443"/>
                </a:lnTo>
                <a:lnTo>
                  <a:pt x="1580060" y="1982634"/>
                </a:lnTo>
                <a:close/>
                <a:moveTo>
                  <a:pt x="1847737" y="1377004"/>
                </a:moveTo>
                <a:lnTo>
                  <a:pt x="1848802" y="1379209"/>
                </a:lnTo>
                <a:lnTo>
                  <a:pt x="1849034" y="1378921"/>
                </a:lnTo>
                <a:lnTo>
                  <a:pt x="1850746" y="1376448"/>
                </a:lnTo>
                <a:lnTo>
                  <a:pt x="1849382" y="1375059"/>
                </a:lnTo>
                <a:lnTo>
                  <a:pt x="1848733" y="1375643"/>
                </a:lnTo>
                <a:close/>
                <a:moveTo>
                  <a:pt x="1767621" y="1556364"/>
                </a:moveTo>
                <a:lnTo>
                  <a:pt x="1767795" y="1556822"/>
                </a:lnTo>
                <a:lnTo>
                  <a:pt x="1768156" y="1556307"/>
                </a:lnTo>
                <a:close/>
                <a:moveTo>
                  <a:pt x="1819722" y="1439452"/>
                </a:moveTo>
                <a:lnTo>
                  <a:pt x="1820430" y="1439096"/>
                </a:lnTo>
                <a:lnTo>
                  <a:pt x="1821853" y="1438244"/>
                </a:lnTo>
                <a:lnTo>
                  <a:pt x="1821148" y="1437346"/>
                </a:lnTo>
                <a:lnTo>
                  <a:pt x="1820913" y="1437497"/>
                </a:lnTo>
                <a:close/>
                <a:moveTo>
                  <a:pt x="1592443" y="1948350"/>
                </a:moveTo>
                <a:lnTo>
                  <a:pt x="1592389" y="1948815"/>
                </a:lnTo>
                <a:lnTo>
                  <a:pt x="1591740" y="1952266"/>
                </a:lnTo>
                <a:lnTo>
                  <a:pt x="1594939" y="1951354"/>
                </a:lnTo>
                <a:lnTo>
                  <a:pt x="1594146" y="1948730"/>
                </a:lnTo>
                <a:close/>
                <a:moveTo>
                  <a:pt x="1551582" y="2039781"/>
                </a:moveTo>
                <a:lnTo>
                  <a:pt x="1551531" y="2039986"/>
                </a:lnTo>
                <a:lnTo>
                  <a:pt x="1554073" y="2039841"/>
                </a:lnTo>
                <a:lnTo>
                  <a:pt x="1554151" y="2039366"/>
                </a:lnTo>
                <a:close/>
                <a:moveTo>
                  <a:pt x="1806625" y="1468419"/>
                </a:moveTo>
                <a:lnTo>
                  <a:pt x="1806905" y="1469231"/>
                </a:lnTo>
                <a:lnTo>
                  <a:pt x="1807492" y="1468605"/>
                </a:lnTo>
                <a:lnTo>
                  <a:pt x="1807030" y="1468201"/>
                </a:lnTo>
                <a:close/>
                <a:moveTo>
                  <a:pt x="1806951" y="1467590"/>
                </a:moveTo>
                <a:lnTo>
                  <a:pt x="1807278" y="1467884"/>
                </a:lnTo>
                <a:lnTo>
                  <a:pt x="1808960" y="1467006"/>
                </a:lnTo>
                <a:lnTo>
                  <a:pt x="1808851" y="1466304"/>
                </a:lnTo>
                <a:close/>
                <a:moveTo>
                  <a:pt x="1802318" y="1477965"/>
                </a:moveTo>
                <a:lnTo>
                  <a:pt x="1803766" y="1481454"/>
                </a:lnTo>
                <a:lnTo>
                  <a:pt x="1805269" y="1479403"/>
                </a:lnTo>
                <a:lnTo>
                  <a:pt x="1805457" y="1479138"/>
                </a:lnTo>
                <a:lnTo>
                  <a:pt x="1804056" y="1476906"/>
                </a:lnTo>
                <a:close/>
                <a:moveTo>
                  <a:pt x="1803458" y="1475234"/>
                </a:moveTo>
                <a:lnTo>
                  <a:pt x="1803638" y="1475523"/>
                </a:lnTo>
                <a:lnTo>
                  <a:pt x="1804067" y="1475262"/>
                </a:lnTo>
                <a:lnTo>
                  <a:pt x="1803741" y="1475170"/>
                </a:lnTo>
                <a:close/>
                <a:moveTo>
                  <a:pt x="1851038" y="1368630"/>
                </a:moveTo>
                <a:lnTo>
                  <a:pt x="1853339" y="1367129"/>
                </a:lnTo>
                <a:lnTo>
                  <a:pt x="1855085" y="1364743"/>
                </a:lnTo>
                <a:lnTo>
                  <a:pt x="1853958" y="1365300"/>
                </a:lnTo>
                <a:close/>
                <a:moveTo>
                  <a:pt x="1603647" y="1922584"/>
                </a:moveTo>
                <a:lnTo>
                  <a:pt x="1603821" y="1923421"/>
                </a:lnTo>
                <a:lnTo>
                  <a:pt x="1604653" y="1922581"/>
                </a:lnTo>
                <a:lnTo>
                  <a:pt x="1604608" y="1922529"/>
                </a:lnTo>
                <a:close/>
                <a:moveTo>
                  <a:pt x="1574413" y="1987754"/>
                </a:moveTo>
                <a:lnTo>
                  <a:pt x="1573566" y="1989834"/>
                </a:lnTo>
                <a:lnTo>
                  <a:pt x="1573579" y="1989854"/>
                </a:lnTo>
                <a:lnTo>
                  <a:pt x="1575681" y="1987640"/>
                </a:lnTo>
                <a:close/>
                <a:moveTo>
                  <a:pt x="1840280" y="1392316"/>
                </a:moveTo>
                <a:lnTo>
                  <a:pt x="1842545" y="1394822"/>
                </a:lnTo>
                <a:lnTo>
                  <a:pt x="1847335" y="1386963"/>
                </a:lnTo>
                <a:lnTo>
                  <a:pt x="1843104" y="1388804"/>
                </a:lnTo>
                <a:lnTo>
                  <a:pt x="1843051" y="1388880"/>
                </a:lnTo>
                <a:close/>
                <a:moveTo>
                  <a:pt x="1806456" y="1467925"/>
                </a:moveTo>
                <a:lnTo>
                  <a:pt x="1806568" y="1468254"/>
                </a:lnTo>
                <a:lnTo>
                  <a:pt x="1806895" y="1468083"/>
                </a:lnTo>
                <a:lnTo>
                  <a:pt x="1806602" y="1467825"/>
                </a:lnTo>
                <a:close/>
                <a:moveTo>
                  <a:pt x="1809472" y="1461137"/>
                </a:moveTo>
                <a:lnTo>
                  <a:pt x="1809502" y="1461326"/>
                </a:lnTo>
                <a:lnTo>
                  <a:pt x="1809681" y="1461205"/>
                </a:lnTo>
                <a:lnTo>
                  <a:pt x="1809768" y="1461086"/>
                </a:lnTo>
                <a:lnTo>
                  <a:pt x="1809698" y="1461005"/>
                </a:lnTo>
                <a:close/>
                <a:moveTo>
                  <a:pt x="1552264" y="2037042"/>
                </a:moveTo>
                <a:lnTo>
                  <a:pt x="1551845" y="2038725"/>
                </a:lnTo>
                <a:lnTo>
                  <a:pt x="1554474" y="2037387"/>
                </a:lnTo>
                <a:lnTo>
                  <a:pt x="1554511" y="2037154"/>
                </a:lnTo>
                <a:close/>
                <a:moveTo>
                  <a:pt x="1766892" y="1556441"/>
                </a:moveTo>
                <a:lnTo>
                  <a:pt x="1767217" y="1557647"/>
                </a:lnTo>
                <a:lnTo>
                  <a:pt x="1767425" y="1557351"/>
                </a:lnTo>
                <a:lnTo>
                  <a:pt x="1767072" y="1556423"/>
                </a:lnTo>
                <a:close/>
                <a:moveTo>
                  <a:pt x="1576356" y="1982977"/>
                </a:moveTo>
                <a:lnTo>
                  <a:pt x="1574779" y="1986852"/>
                </a:lnTo>
                <a:lnTo>
                  <a:pt x="1576584" y="1986690"/>
                </a:lnTo>
                <a:lnTo>
                  <a:pt x="1577560" y="1985662"/>
                </a:lnTo>
                <a:lnTo>
                  <a:pt x="1577264" y="1984078"/>
                </a:lnTo>
                <a:lnTo>
                  <a:pt x="1577030" y="1982914"/>
                </a:lnTo>
                <a:close/>
                <a:moveTo>
                  <a:pt x="1592661" y="1946433"/>
                </a:moveTo>
                <a:lnTo>
                  <a:pt x="1592493" y="1947907"/>
                </a:lnTo>
                <a:lnTo>
                  <a:pt x="1593999" y="1948243"/>
                </a:lnTo>
                <a:lnTo>
                  <a:pt x="1593369" y="1946159"/>
                </a:lnTo>
                <a:close/>
                <a:moveTo>
                  <a:pt x="1873415" y="1317721"/>
                </a:moveTo>
                <a:lnTo>
                  <a:pt x="1873630" y="1317930"/>
                </a:lnTo>
                <a:lnTo>
                  <a:pt x="1874308" y="1315983"/>
                </a:lnTo>
                <a:close/>
                <a:moveTo>
                  <a:pt x="1873034" y="1318463"/>
                </a:moveTo>
                <a:lnTo>
                  <a:pt x="1873382" y="1318643"/>
                </a:lnTo>
                <a:lnTo>
                  <a:pt x="1873480" y="1318362"/>
                </a:lnTo>
                <a:lnTo>
                  <a:pt x="1873217" y="1318107"/>
                </a:lnTo>
                <a:close/>
                <a:moveTo>
                  <a:pt x="1848564" y="1373256"/>
                </a:moveTo>
                <a:lnTo>
                  <a:pt x="1848733" y="1373427"/>
                </a:lnTo>
                <a:lnTo>
                  <a:pt x="1849116" y="1372904"/>
                </a:lnTo>
                <a:close/>
                <a:moveTo>
                  <a:pt x="1794126" y="1495107"/>
                </a:moveTo>
                <a:lnTo>
                  <a:pt x="1797837" y="1493678"/>
                </a:lnTo>
                <a:lnTo>
                  <a:pt x="1798863" y="1492305"/>
                </a:lnTo>
                <a:lnTo>
                  <a:pt x="1794188" y="1495023"/>
                </a:lnTo>
                <a:close/>
                <a:moveTo>
                  <a:pt x="1577890" y="1979205"/>
                </a:moveTo>
                <a:lnTo>
                  <a:pt x="1577775" y="1979487"/>
                </a:lnTo>
                <a:lnTo>
                  <a:pt x="1580154" y="1979294"/>
                </a:lnTo>
                <a:lnTo>
                  <a:pt x="1580598" y="1979109"/>
                </a:lnTo>
                <a:lnTo>
                  <a:pt x="1578333" y="1978963"/>
                </a:lnTo>
                <a:close/>
                <a:moveTo>
                  <a:pt x="1767185" y="1555217"/>
                </a:moveTo>
                <a:lnTo>
                  <a:pt x="1767436" y="1555878"/>
                </a:lnTo>
                <a:lnTo>
                  <a:pt x="1768513" y="1555764"/>
                </a:lnTo>
                <a:lnTo>
                  <a:pt x="1768363" y="1554475"/>
                </a:lnTo>
                <a:close/>
                <a:moveTo>
                  <a:pt x="1552594" y="2035719"/>
                </a:moveTo>
                <a:lnTo>
                  <a:pt x="1552551" y="2035888"/>
                </a:lnTo>
                <a:lnTo>
                  <a:pt x="1554686" y="2036081"/>
                </a:lnTo>
                <a:lnTo>
                  <a:pt x="1554801" y="2035376"/>
                </a:lnTo>
                <a:close/>
                <a:moveTo>
                  <a:pt x="1578573" y="1977527"/>
                </a:moveTo>
                <a:lnTo>
                  <a:pt x="1578520" y="1977655"/>
                </a:lnTo>
                <a:lnTo>
                  <a:pt x="1579116" y="1977361"/>
                </a:lnTo>
                <a:close/>
                <a:moveTo>
                  <a:pt x="1888468" y="1283505"/>
                </a:moveTo>
                <a:lnTo>
                  <a:pt x="1912510" y="1263564"/>
                </a:lnTo>
                <a:lnTo>
                  <a:pt x="1922709" y="1241570"/>
                </a:lnTo>
                <a:lnTo>
                  <a:pt x="1920134" y="1239835"/>
                </a:lnTo>
                <a:lnTo>
                  <a:pt x="1915086" y="1246567"/>
                </a:lnTo>
                <a:lnTo>
                  <a:pt x="1894997" y="1271203"/>
                </a:lnTo>
                <a:close/>
                <a:moveTo>
                  <a:pt x="1652813" y="1810991"/>
                </a:moveTo>
                <a:lnTo>
                  <a:pt x="1652902" y="1811326"/>
                </a:lnTo>
                <a:lnTo>
                  <a:pt x="1653038" y="1811238"/>
                </a:lnTo>
                <a:lnTo>
                  <a:pt x="1653319" y="1810562"/>
                </a:lnTo>
                <a:lnTo>
                  <a:pt x="1653307" y="1810562"/>
                </a:lnTo>
                <a:close/>
                <a:moveTo>
                  <a:pt x="1844769" y="1381061"/>
                </a:moveTo>
                <a:lnTo>
                  <a:pt x="1848445" y="1379404"/>
                </a:lnTo>
                <a:lnTo>
                  <a:pt x="1847445" y="1377405"/>
                </a:lnTo>
                <a:close/>
                <a:moveTo>
                  <a:pt x="1787013" y="1510351"/>
                </a:moveTo>
                <a:lnTo>
                  <a:pt x="1788187" y="1509295"/>
                </a:lnTo>
                <a:lnTo>
                  <a:pt x="1788039" y="1509047"/>
                </a:lnTo>
                <a:lnTo>
                  <a:pt x="1787752" y="1509362"/>
                </a:lnTo>
                <a:close/>
                <a:moveTo>
                  <a:pt x="1581888" y="1969555"/>
                </a:moveTo>
                <a:lnTo>
                  <a:pt x="1582072" y="1969568"/>
                </a:lnTo>
                <a:lnTo>
                  <a:pt x="1581907" y="1969547"/>
                </a:lnTo>
                <a:close/>
                <a:moveTo>
                  <a:pt x="1838793" y="1394160"/>
                </a:moveTo>
                <a:lnTo>
                  <a:pt x="1841306" y="1396856"/>
                </a:lnTo>
                <a:lnTo>
                  <a:pt x="1842401" y="1395059"/>
                </a:lnTo>
                <a:lnTo>
                  <a:pt x="1840082" y="1392562"/>
                </a:lnTo>
                <a:close/>
                <a:moveTo>
                  <a:pt x="1886832" y="1286586"/>
                </a:moveTo>
                <a:lnTo>
                  <a:pt x="1882683" y="1299305"/>
                </a:lnTo>
                <a:lnTo>
                  <a:pt x="1882736" y="1299576"/>
                </a:lnTo>
                <a:lnTo>
                  <a:pt x="1882347" y="1300334"/>
                </a:lnTo>
                <a:lnTo>
                  <a:pt x="1881684" y="1302364"/>
                </a:lnTo>
                <a:lnTo>
                  <a:pt x="1898907" y="1290538"/>
                </a:lnTo>
                <a:lnTo>
                  <a:pt x="1910266" y="1268403"/>
                </a:lnTo>
                <a:lnTo>
                  <a:pt x="1911904" y="1264872"/>
                </a:lnTo>
                <a:lnTo>
                  <a:pt x="1887704" y="1284943"/>
                </a:lnTo>
                <a:close/>
                <a:moveTo>
                  <a:pt x="1829539" y="1414846"/>
                </a:moveTo>
                <a:lnTo>
                  <a:pt x="1830253" y="1414589"/>
                </a:lnTo>
                <a:lnTo>
                  <a:pt x="1830571" y="1414470"/>
                </a:lnTo>
                <a:lnTo>
                  <a:pt x="1832231" y="1411745"/>
                </a:lnTo>
                <a:lnTo>
                  <a:pt x="1830733" y="1413275"/>
                </a:lnTo>
                <a:close/>
                <a:moveTo>
                  <a:pt x="1910666" y="1233163"/>
                </a:moveTo>
                <a:lnTo>
                  <a:pt x="1912149" y="1234162"/>
                </a:lnTo>
                <a:lnTo>
                  <a:pt x="1916171" y="1228128"/>
                </a:lnTo>
                <a:close/>
                <a:moveTo>
                  <a:pt x="1766654" y="1555552"/>
                </a:moveTo>
                <a:lnTo>
                  <a:pt x="1766760" y="1555949"/>
                </a:lnTo>
                <a:lnTo>
                  <a:pt x="1766887" y="1555936"/>
                </a:lnTo>
                <a:lnTo>
                  <a:pt x="1766725" y="1555507"/>
                </a:lnTo>
                <a:close/>
                <a:moveTo>
                  <a:pt x="1577302" y="1979525"/>
                </a:moveTo>
                <a:lnTo>
                  <a:pt x="1577545" y="1979506"/>
                </a:lnTo>
                <a:lnTo>
                  <a:pt x="1577600" y="1979363"/>
                </a:lnTo>
                <a:close/>
                <a:moveTo>
                  <a:pt x="1849129" y="1370808"/>
                </a:moveTo>
                <a:lnTo>
                  <a:pt x="1851978" y="1368991"/>
                </a:lnTo>
                <a:lnTo>
                  <a:pt x="1852209" y="1368675"/>
                </a:lnTo>
                <a:lnTo>
                  <a:pt x="1849383" y="1370518"/>
                </a:lnTo>
                <a:close/>
                <a:moveTo>
                  <a:pt x="1545760" y="2050077"/>
                </a:moveTo>
                <a:lnTo>
                  <a:pt x="1546866" y="2050389"/>
                </a:lnTo>
                <a:lnTo>
                  <a:pt x="1547229" y="2048855"/>
                </a:lnTo>
                <a:close/>
                <a:moveTo>
                  <a:pt x="1868866" y="1326578"/>
                </a:moveTo>
                <a:lnTo>
                  <a:pt x="1871386" y="1324375"/>
                </a:lnTo>
                <a:lnTo>
                  <a:pt x="1873215" y="1319123"/>
                </a:lnTo>
                <a:lnTo>
                  <a:pt x="1872804" y="1318911"/>
                </a:lnTo>
                <a:close/>
                <a:moveTo>
                  <a:pt x="1784196" y="1516134"/>
                </a:moveTo>
                <a:lnTo>
                  <a:pt x="1784359" y="1516304"/>
                </a:lnTo>
                <a:lnTo>
                  <a:pt x="1786082" y="1514577"/>
                </a:lnTo>
                <a:close/>
                <a:moveTo>
                  <a:pt x="1803056" y="1473659"/>
                </a:moveTo>
                <a:lnTo>
                  <a:pt x="1805293" y="1473148"/>
                </a:lnTo>
                <a:lnTo>
                  <a:pt x="1804822" y="1471778"/>
                </a:lnTo>
                <a:close/>
                <a:moveTo>
                  <a:pt x="1766915" y="1554507"/>
                </a:moveTo>
                <a:lnTo>
                  <a:pt x="1767051" y="1554863"/>
                </a:lnTo>
                <a:lnTo>
                  <a:pt x="1768315" y="1554067"/>
                </a:lnTo>
                <a:lnTo>
                  <a:pt x="1768252" y="1553525"/>
                </a:lnTo>
                <a:lnTo>
                  <a:pt x="1767025" y="1554404"/>
                </a:lnTo>
                <a:close/>
                <a:moveTo>
                  <a:pt x="1785976" y="1511821"/>
                </a:moveTo>
                <a:lnTo>
                  <a:pt x="1787416" y="1512761"/>
                </a:lnTo>
                <a:lnTo>
                  <a:pt x="1789071" y="1511396"/>
                </a:lnTo>
                <a:lnTo>
                  <a:pt x="1788894" y="1510472"/>
                </a:lnTo>
                <a:lnTo>
                  <a:pt x="1788396" y="1509643"/>
                </a:lnTo>
                <a:close/>
                <a:moveTo>
                  <a:pt x="1632108" y="1856191"/>
                </a:moveTo>
                <a:lnTo>
                  <a:pt x="1632851" y="1855537"/>
                </a:lnTo>
                <a:lnTo>
                  <a:pt x="1632974" y="1855019"/>
                </a:lnTo>
                <a:close/>
                <a:moveTo>
                  <a:pt x="1559900" y="2017841"/>
                </a:moveTo>
                <a:lnTo>
                  <a:pt x="1560213" y="2019157"/>
                </a:lnTo>
                <a:lnTo>
                  <a:pt x="1565801" y="2018845"/>
                </a:lnTo>
                <a:lnTo>
                  <a:pt x="1566704" y="2018313"/>
                </a:lnTo>
                <a:lnTo>
                  <a:pt x="1561309" y="2016557"/>
                </a:lnTo>
                <a:lnTo>
                  <a:pt x="1561287" y="2016582"/>
                </a:lnTo>
                <a:close/>
                <a:moveTo>
                  <a:pt x="1792015" y="1497989"/>
                </a:moveTo>
                <a:lnTo>
                  <a:pt x="1795739" y="1496485"/>
                </a:lnTo>
                <a:lnTo>
                  <a:pt x="1795996" y="1496140"/>
                </a:lnTo>
                <a:lnTo>
                  <a:pt x="1792154" y="1497800"/>
                </a:lnTo>
                <a:close/>
                <a:moveTo>
                  <a:pt x="1585705" y="1959904"/>
                </a:moveTo>
                <a:lnTo>
                  <a:pt x="1585352" y="1960806"/>
                </a:lnTo>
                <a:lnTo>
                  <a:pt x="1586729" y="1960298"/>
                </a:lnTo>
                <a:close/>
                <a:moveTo>
                  <a:pt x="1789091" y="1504405"/>
                </a:moveTo>
                <a:lnTo>
                  <a:pt x="1789304" y="1504828"/>
                </a:lnTo>
                <a:lnTo>
                  <a:pt x="1790562" y="1503323"/>
                </a:lnTo>
                <a:close/>
                <a:moveTo>
                  <a:pt x="1831781" y="1408781"/>
                </a:moveTo>
                <a:lnTo>
                  <a:pt x="1835005" y="1406998"/>
                </a:lnTo>
                <a:lnTo>
                  <a:pt x="1835615" y="1406193"/>
                </a:lnTo>
                <a:lnTo>
                  <a:pt x="1837427" y="1403220"/>
                </a:lnTo>
                <a:lnTo>
                  <a:pt x="1836688" y="1403791"/>
                </a:lnTo>
                <a:close/>
                <a:moveTo>
                  <a:pt x="1586219" y="1958590"/>
                </a:moveTo>
                <a:lnTo>
                  <a:pt x="1585874" y="1959471"/>
                </a:lnTo>
                <a:lnTo>
                  <a:pt x="1587387" y="1960056"/>
                </a:lnTo>
                <a:lnTo>
                  <a:pt x="1588110" y="1959789"/>
                </a:lnTo>
                <a:lnTo>
                  <a:pt x="1588041" y="1957801"/>
                </a:lnTo>
                <a:close/>
                <a:moveTo>
                  <a:pt x="1766484" y="1554926"/>
                </a:moveTo>
                <a:lnTo>
                  <a:pt x="1766552" y="1555177"/>
                </a:lnTo>
                <a:lnTo>
                  <a:pt x="1766590" y="1555154"/>
                </a:lnTo>
                <a:lnTo>
                  <a:pt x="1766498" y="1554912"/>
                </a:lnTo>
                <a:close/>
                <a:moveTo>
                  <a:pt x="1877734" y="1305728"/>
                </a:moveTo>
                <a:lnTo>
                  <a:pt x="1877904" y="1305654"/>
                </a:lnTo>
                <a:lnTo>
                  <a:pt x="1877924" y="1305597"/>
                </a:lnTo>
                <a:close/>
                <a:moveTo>
                  <a:pt x="1758057" y="1573672"/>
                </a:moveTo>
                <a:lnTo>
                  <a:pt x="1758277" y="1574001"/>
                </a:lnTo>
                <a:lnTo>
                  <a:pt x="1758782" y="1573676"/>
                </a:lnTo>
                <a:lnTo>
                  <a:pt x="1758928" y="1573434"/>
                </a:lnTo>
                <a:close/>
                <a:moveTo>
                  <a:pt x="1586972" y="1956664"/>
                </a:moveTo>
                <a:lnTo>
                  <a:pt x="1586880" y="1956899"/>
                </a:lnTo>
                <a:lnTo>
                  <a:pt x="1587528" y="1956752"/>
                </a:lnTo>
                <a:lnTo>
                  <a:pt x="1587998" y="1956549"/>
                </a:lnTo>
                <a:lnTo>
                  <a:pt x="1587986" y="1956189"/>
                </a:lnTo>
                <a:close/>
                <a:moveTo>
                  <a:pt x="1790895" y="1500014"/>
                </a:moveTo>
                <a:lnTo>
                  <a:pt x="1791310" y="1502156"/>
                </a:lnTo>
                <a:lnTo>
                  <a:pt x="1791732" y="1501846"/>
                </a:lnTo>
                <a:lnTo>
                  <a:pt x="1794226" y="1498509"/>
                </a:lnTo>
                <a:close/>
                <a:moveTo>
                  <a:pt x="1864454" y="1335167"/>
                </a:moveTo>
                <a:lnTo>
                  <a:pt x="1864472" y="1335156"/>
                </a:lnTo>
                <a:lnTo>
                  <a:pt x="1868923" y="1331449"/>
                </a:lnTo>
                <a:lnTo>
                  <a:pt x="1870128" y="1327988"/>
                </a:lnTo>
                <a:lnTo>
                  <a:pt x="1866455" y="1331272"/>
                </a:lnTo>
                <a:close/>
                <a:moveTo>
                  <a:pt x="1812667" y="1451029"/>
                </a:moveTo>
                <a:lnTo>
                  <a:pt x="1818156" y="1449575"/>
                </a:lnTo>
                <a:lnTo>
                  <a:pt x="1824219" y="1441254"/>
                </a:lnTo>
                <a:lnTo>
                  <a:pt x="1822439" y="1438989"/>
                </a:lnTo>
                <a:lnTo>
                  <a:pt x="1818606" y="1441282"/>
                </a:lnTo>
                <a:close/>
                <a:moveTo>
                  <a:pt x="1783029" y="1517097"/>
                </a:moveTo>
                <a:lnTo>
                  <a:pt x="1784184" y="1516480"/>
                </a:lnTo>
                <a:lnTo>
                  <a:pt x="1784197" y="1516468"/>
                </a:lnTo>
                <a:lnTo>
                  <a:pt x="1784014" y="1516284"/>
                </a:lnTo>
                <a:close/>
                <a:moveTo>
                  <a:pt x="1571262" y="1991261"/>
                </a:moveTo>
                <a:lnTo>
                  <a:pt x="1571418" y="1992129"/>
                </a:lnTo>
                <a:lnTo>
                  <a:pt x="1572826" y="1990647"/>
                </a:lnTo>
                <a:close/>
                <a:moveTo>
                  <a:pt x="1532041" y="2079084"/>
                </a:moveTo>
                <a:lnTo>
                  <a:pt x="1536539" y="2079711"/>
                </a:lnTo>
                <a:lnTo>
                  <a:pt x="1539817" y="2080116"/>
                </a:lnTo>
                <a:lnTo>
                  <a:pt x="1540574" y="2076924"/>
                </a:lnTo>
                <a:lnTo>
                  <a:pt x="1537064" y="2076135"/>
                </a:lnTo>
                <a:lnTo>
                  <a:pt x="1534171" y="2077833"/>
                </a:lnTo>
                <a:lnTo>
                  <a:pt x="1535407" y="2077884"/>
                </a:lnTo>
                <a:lnTo>
                  <a:pt x="1535314" y="2077952"/>
                </a:lnTo>
                <a:lnTo>
                  <a:pt x="1534058" y="2077899"/>
                </a:lnTo>
                <a:close/>
                <a:moveTo>
                  <a:pt x="1859225" y="1346378"/>
                </a:moveTo>
                <a:lnTo>
                  <a:pt x="1860005" y="1348064"/>
                </a:lnTo>
                <a:lnTo>
                  <a:pt x="1863614" y="1343474"/>
                </a:lnTo>
                <a:close/>
                <a:moveTo>
                  <a:pt x="1589152" y="1951093"/>
                </a:moveTo>
                <a:lnTo>
                  <a:pt x="1588539" y="1952661"/>
                </a:lnTo>
                <a:lnTo>
                  <a:pt x="1588553" y="1953081"/>
                </a:lnTo>
                <a:lnTo>
                  <a:pt x="1588898" y="1953077"/>
                </a:lnTo>
                <a:lnTo>
                  <a:pt x="1588928" y="1953068"/>
                </a:lnTo>
                <a:close/>
                <a:moveTo>
                  <a:pt x="1649050" y="1816824"/>
                </a:moveTo>
                <a:lnTo>
                  <a:pt x="1649062" y="1817418"/>
                </a:lnTo>
                <a:lnTo>
                  <a:pt x="1649302" y="1817403"/>
                </a:lnTo>
                <a:close/>
                <a:moveTo>
                  <a:pt x="1801382" y="1475709"/>
                </a:moveTo>
                <a:lnTo>
                  <a:pt x="1801776" y="1476658"/>
                </a:lnTo>
                <a:lnTo>
                  <a:pt x="1803313" y="1475721"/>
                </a:lnTo>
                <a:lnTo>
                  <a:pt x="1803064" y="1475324"/>
                </a:lnTo>
                <a:close/>
                <a:moveTo>
                  <a:pt x="1558837" y="2018806"/>
                </a:moveTo>
                <a:lnTo>
                  <a:pt x="1558767" y="2019238"/>
                </a:lnTo>
                <a:lnTo>
                  <a:pt x="1559145" y="2019217"/>
                </a:lnTo>
                <a:lnTo>
                  <a:pt x="1559009" y="2018649"/>
                </a:lnTo>
                <a:close/>
                <a:moveTo>
                  <a:pt x="1846548" y="1374542"/>
                </a:moveTo>
                <a:lnTo>
                  <a:pt x="1847092" y="1375670"/>
                </a:lnTo>
                <a:lnTo>
                  <a:pt x="1848326" y="1373984"/>
                </a:lnTo>
                <a:lnTo>
                  <a:pt x="1847979" y="1373629"/>
                </a:lnTo>
                <a:close/>
                <a:moveTo>
                  <a:pt x="1803964" y="1469612"/>
                </a:moveTo>
                <a:lnTo>
                  <a:pt x="1804060" y="1469561"/>
                </a:lnTo>
                <a:lnTo>
                  <a:pt x="1804056" y="1469548"/>
                </a:lnTo>
                <a:close/>
                <a:moveTo>
                  <a:pt x="1554459" y="2028230"/>
                </a:moveTo>
                <a:lnTo>
                  <a:pt x="1554229" y="2029152"/>
                </a:lnTo>
                <a:lnTo>
                  <a:pt x="1555820" y="2029120"/>
                </a:lnTo>
                <a:lnTo>
                  <a:pt x="1556045" y="2027736"/>
                </a:lnTo>
                <a:close/>
                <a:moveTo>
                  <a:pt x="1889447" y="1278011"/>
                </a:moveTo>
                <a:lnTo>
                  <a:pt x="1888355" y="1281855"/>
                </a:lnTo>
                <a:lnTo>
                  <a:pt x="1893482" y="1273061"/>
                </a:lnTo>
                <a:close/>
                <a:moveTo>
                  <a:pt x="1572396" y="1987934"/>
                </a:moveTo>
                <a:lnTo>
                  <a:pt x="1573432" y="1989617"/>
                </a:lnTo>
                <a:lnTo>
                  <a:pt x="1574182" y="1987774"/>
                </a:lnTo>
                <a:close/>
                <a:moveTo>
                  <a:pt x="1810617" y="1454392"/>
                </a:moveTo>
                <a:lnTo>
                  <a:pt x="1815586" y="1453103"/>
                </a:lnTo>
                <a:lnTo>
                  <a:pt x="1817688" y="1450217"/>
                </a:lnTo>
                <a:lnTo>
                  <a:pt x="1812289" y="1451648"/>
                </a:lnTo>
                <a:close/>
                <a:moveTo>
                  <a:pt x="1830300" y="1410287"/>
                </a:moveTo>
                <a:lnTo>
                  <a:pt x="1833086" y="1409523"/>
                </a:lnTo>
                <a:lnTo>
                  <a:pt x="1834448" y="1407730"/>
                </a:lnTo>
                <a:lnTo>
                  <a:pt x="1830867" y="1409711"/>
                </a:lnTo>
                <a:close/>
                <a:moveTo>
                  <a:pt x="1570752" y="1991460"/>
                </a:moveTo>
                <a:lnTo>
                  <a:pt x="1570904" y="1992263"/>
                </a:lnTo>
                <a:lnTo>
                  <a:pt x="1571049" y="1992297"/>
                </a:lnTo>
                <a:lnTo>
                  <a:pt x="1570877" y="1991412"/>
                </a:lnTo>
                <a:close/>
                <a:moveTo>
                  <a:pt x="1586089" y="1957079"/>
                </a:moveTo>
                <a:lnTo>
                  <a:pt x="1586340" y="1957022"/>
                </a:lnTo>
                <a:lnTo>
                  <a:pt x="1586369" y="1956948"/>
                </a:lnTo>
                <a:close/>
                <a:moveTo>
                  <a:pt x="1783346" y="1515257"/>
                </a:moveTo>
                <a:lnTo>
                  <a:pt x="1783812" y="1515737"/>
                </a:lnTo>
                <a:lnTo>
                  <a:pt x="1787011" y="1513096"/>
                </a:lnTo>
                <a:lnTo>
                  <a:pt x="1785632" y="1512199"/>
                </a:lnTo>
                <a:close/>
                <a:moveTo>
                  <a:pt x="1584979" y="1959126"/>
                </a:moveTo>
                <a:lnTo>
                  <a:pt x="1585446" y="1959306"/>
                </a:lnTo>
                <a:lnTo>
                  <a:pt x="1585627" y="1958845"/>
                </a:lnTo>
                <a:close/>
                <a:moveTo>
                  <a:pt x="1838800" y="1390677"/>
                </a:moveTo>
                <a:lnTo>
                  <a:pt x="1839199" y="1391119"/>
                </a:lnTo>
                <a:lnTo>
                  <a:pt x="1839965" y="1390170"/>
                </a:lnTo>
                <a:close/>
                <a:moveTo>
                  <a:pt x="1495644" y="2159026"/>
                </a:moveTo>
                <a:lnTo>
                  <a:pt x="1500150" y="2159915"/>
                </a:lnTo>
                <a:lnTo>
                  <a:pt x="1498205" y="2158556"/>
                </a:lnTo>
                <a:lnTo>
                  <a:pt x="1497262" y="2158774"/>
                </a:lnTo>
                <a:close/>
                <a:moveTo>
                  <a:pt x="1790608" y="1498535"/>
                </a:moveTo>
                <a:lnTo>
                  <a:pt x="1790611" y="1498557"/>
                </a:lnTo>
                <a:lnTo>
                  <a:pt x="1791502" y="1498196"/>
                </a:lnTo>
                <a:lnTo>
                  <a:pt x="1791625" y="1498028"/>
                </a:lnTo>
                <a:lnTo>
                  <a:pt x="1790687" y="1498433"/>
                </a:lnTo>
                <a:close/>
                <a:moveTo>
                  <a:pt x="1576322" y="1978217"/>
                </a:moveTo>
                <a:lnTo>
                  <a:pt x="1576370" y="1978469"/>
                </a:lnTo>
                <a:lnTo>
                  <a:pt x="1576817" y="1978498"/>
                </a:lnTo>
                <a:lnTo>
                  <a:pt x="1578208" y="1977809"/>
                </a:lnTo>
                <a:lnTo>
                  <a:pt x="1578284" y="1977615"/>
                </a:lnTo>
                <a:close/>
                <a:moveTo>
                  <a:pt x="1809173" y="1456762"/>
                </a:moveTo>
                <a:lnTo>
                  <a:pt x="1810090" y="1457994"/>
                </a:lnTo>
                <a:lnTo>
                  <a:pt x="1813465" y="1456013"/>
                </a:lnTo>
                <a:lnTo>
                  <a:pt x="1815183" y="1453654"/>
                </a:lnTo>
                <a:lnTo>
                  <a:pt x="1810256" y="1454985"/>
                </a:lnTo>
                <a:close/>
                <a:moveTo>
                  <a:pt x="1754095" y="1580059"/>
                </a:moveTo>
                <a:lnTo>
                  <a:pt x="1754724" y="1580382"/>
                </a:lnTo>
                <a:lnTo>
                  <a:pt x="1755553" y="1579010"/>
                </a:lnTo>
                <a:close/>
                <a:moveTo>
                  <a:pt x="1622347" y="1874884"/>
                </a:moveTo>
                <a:lnTo>
                  <a:pt x="1622361" y="1874945"/>
                </a:lnTo>
                <a:lnTo>
                  <a:pt x="1622665" y="1874878"/>
                </a:lnTo>
                <a:lnTo>
                  <a:pt x="1623232" y="1873874"/>
                </a:lnTo>
                <a:close/>
                <a:moveTo>
                  <a:pt x="1659147" y="1792354"/>
                </a:moveTo>
                <a:lnTo>
                  <a:pt x="1659306" y="1792479"/>
                </a:lnTo>
                <a:lnTo>
                  <a:pt x="1659299" y="1792295"/>
                </a:lnTo>
                <a:close/>
                <a:moveTo>
                  <a:pt x="1512395" y="2120929"/>
                </a:moveTo>
                <a:lnTo>
                  <a:pt x="1512557" y="2121713"/>
                </a:lnTo>
                <a:lnTo>
                  <a:pt x="1514082" y="2131017"/>
                </a:lnTo>
                <a:lnTo>
                  <a:pt x="1516661" y="2130501"/>
                </a:lnTo>
                <a:lnTo>
                  <a:pt x="1519819" y="2125992"/>
                </a:lnTo>
                <a:lnTo>
                  <a:pt x="1523494" y="2120591"/>
                </a:lnTo>
                <a:lnTo>
                  <a:pt x="1513624" y="2120724"/>
                </a:lnTo>
                <a:close/>
                <a:moveTo>
                  <a:pt x="1788366" y="1502970"/>
                </a:moveTo>
                <a:lnTo>
                  <a:pt x="1788863" y="1503954"/>
                </a:lnTo>
                <a:lnTo>
                  <a:pt x="1790730" y="1502582"/>
                </a:lnTo>
                <a:lnTo>
                  <a:pt x="1790223" y="1500435"/>
                </a:lnTo>
                <a:close/>
                <a:moveTo>
                  <a:pt x="1555453" y="2024235"/>
                </a:moveTo>
                <a:lnTo>
                  <a:pt x="1555298" y="2024858"/>
                </a:lnTo>
                <a:lnTo>
                  <a:pt x="1555906" y="2024669"/>
                </a:lnTo>
                <a:lnTo>
                  <a:pt x="1556613" y="2024253"/>
                </a:lnTo>
                <a:lnTo>
                  <a:pt x="1556622" y="2024194"/>
                </a:lnTo>
                <a:close/>
                <a:moveTo>
                  <a:pt x="1855570" y="1352139"/>
                </a:moveTo>
                <a:lnTo>
                  <a:pt x="1858197" y="1350366"/>
                </a:lnTo>
                <a:lnTo>
                  <a:pt x="1859731" y="1348414"/>
                </a:lnTo>
                <a:lnTo>
                  <a:pt x="1858892" y="1346599"/>
                </a:lnTo>
                <a:lnTo>
                  <a:pt x="1858304" y="1346988"/>
                </a:lnTo>
                <a:close/>
                <a:moveTo>
                  <a:pt x="1570631" y="1990154"/>
                </a:moveTo>
                <a:lnTo>
                  <a:pt x="1570672" y="1991039"/>
                </a:lnTo>
                <a:lnTo>
                  <a:pt x="1570677" y="1991063"/>
                </a:lnTo>
                <a:lnTo>
                  <a:pt x="1570799" y="1991014"/>
                </a:lnTo>
                <a:close/>
                <a:moveTo>
                  <a:pt x="1801781" y="1472563"/>
                </a:moveTo>
                <a:lnTo>
                  <a:pt x="1802543" y="1473777"/>
                </a:lnTo>
                <a:lnTo>
                  <a:pt x="1802661" y="1473750"/>
                </a:lnTo>
                <a:lnTo>
                  <a:pt x="1804739" y="1471537"/>
                </a:lnTo>
                <a:lnTo>
                  <a:pt x="1804130" y="1469763"/>
                </a:lnTo>
                <a:lnTo>
                  <a:pt x="1803624" y="1470036"/>
                </a:lnTo>
                <a:close/>
                <a:moveTo>
                  <a:pt x="1555566" y="2023784"/>
                </a:moveTo>
                <a:lnTo>
                  <a:pt x="1555531" y="2023923"/>
                </a:lnTo>
                <a:lnTo>
                  <a:pt x="1556672" y="2023882"/>
                </a:lnTo>
                <a:lnTo>
                  <a:pt x="1556689" y="2023781"/>
                </a:lnTo>
                <a:close/>
                <a:moveTo>
                  <a:pt x="1781659" y="1517514"/>
                </a:moveTo>
                <a:lnTo>
                  <a:pt x="1783625" y="1515891"/>
                </a:lnTo>
                <a:lnTo>
                  <a:pt x="1783195" y="1515459"/>
                </a:lnTo>
                <a:close/>
                <a:moveTo>
                  <a:pt x="1621089" y="1876953"/>
                </a:moveTo>
                <a:lnTo>
                  <a:pt x="1621086" y="1877147"/>
                </a:lnTo>
                <a:lnTo>
                  <a:pt x="1621206" y="1877457"/>
                </a:lnTo>
                <a:lnTo>
                  <a:pt x="1621508" y="1876924"/>
                </a:lnTo>
                <a:close/>
                <a:moveTo>
                  <a:pt x="1541375" y="2055419"/>
                </a:moveTo>
                <a:lnTo>
                  <a:pt x="1541458" y="2065380"/>
                </a:lnTo>
                <a:lnTo>
                  <a:pt x="1543356" y="2065191"/>
                </a:lnTo>
                <a:lnTo>
                  <a:pt x="1545767" y="2055023"/>
                </a:lnTo>
                <a:lnTo>
                  <a:pt x="1545221" y="2054870"/>
                </a:lnTo>
                <a:close/>
                <a:moveTo>
                  <a:pt x="1807494" y="1459518"/>
                </a:moveTo>
                <a:lnTo>
                  <a:pt x="1807772" y="1459354"/>
                </a:lnTo>
                <a:lnTo>
                  <a:pt x="1807735" y="1459121"/>
                </a:lnTo>
                <a:close/>
                <a:moveTo>
                  <a:pt x="1597787" y="1929021"/>
                </a:moveTo>
                <a:lnTo>
                  <a:pt x="1597470" y="1929830"/>
                </a:lnTo>
                <a:lnTo>
                  <a:pt x="1597934" y="1929363"/>
                </a:lnTo>
                <a:close/>
                <a:moveTo>
                  <a:pt x="1575650" y="1978423"/>
                </a:moveTo>
                <a:lnTo>
                  <a:pt x="1576134" y="1978454"/>
                </a:lnTo>
                <a:lnTo>
                  <a:pt x="1576100" y="1978285"/>
                </a:lnTo>
                <a:close/>
                <a:moveTo>
                  <a:pt x="1796928" y="1482938"/>
                </a:moveTo>
                <a:lnTo>
                  <a:pt x="1799808" y="1485812"/>
                </a:lnTo>
                <a:lnTo>
                  <a:pt x="1800939" y="1485155"/>
                </a:lnTo>
                <a:lnTo>
                  <a:pt x="1799984" y="1483421"/>
                </a:lnTo>
                <a:lnTo>
                  <a:pt x="1798628" y="1481335"/>
                </a:lnTo>
                <a:close/>
                <a:moveTo>
                  <a:pt x="1621096" y="1876568"/>
                </a:moveTo>
                <a:lnTo>
                  <a:pt x="1621091" y="1876848"/>
                </a:lnTo>
                <a:lnTo>
                  <a:pt x="1621569" y="1876815"/>
                </a:lnTo>
                <a:lnTo>
                  <a:pt x="1621605" y="1876750"/>
                </a:lnTo>
                <a:lnTo>
                  <a:pt x="1621578" y="1876461"/>
                </a:lnTo>
                <a:close/>
                <a:moveTo>
                  <a:pt x="1751743" y="1583948"/>
                </a:moveTo>
                <a:lnTo>
                  <a:pt x="1752115" y="1584693"/>
                </a:lnTo>
                <a:lnTo>
                  <a:pt x="1752847" y="1583483"/>
                </a:lnTo>
                <a:close/>
                <a:moveTo>
                  <a:pt x="1569520" y="1991944"/>
                </a:moveTo>
                <a:lnTo>
                  <a:pt x="1569852" y="1992021"/>
                </a:lnTo>
                <a:lnTo>
                  <a:pt x="1569842" y="1991818"/>
                </a:lnTo>
                <a:close/>
                <a:moveTo>
                  <a:pt x="1853007" y="1356967"/>
                </a:moveTo>
                <a:lnTo>
                  <a:pt x="1856650" y="1352332"/>
                </a:lnTo>
                <a:lnTo>
                  <a:pt x="1854806" y="1353578"/>
                </a:lnTo>
                <a:close/>
                <a:moveTo>
                  <a:pt x="1800696" y="1474053"/>
                </a:moveTo>
                <a:lnTo>
                  <a:pt x="1800751" y="1474186"/>
                </a:lnTo>
                <a:lnTo>
                  <a:pt x="1802149" y="1473866"/>
                </a:lnTo>
                <a:lnTo>
                  <a:pt x="1801539" y="1472895"/>
                </a:lnTo>
                <a:close/>
                <a:moveTo>
                  <a:pt x="1502735" y="2141133"/>
                </a:moveTo>
                <a:lnTo>
                  <a:pt x="1502120" y="2142949"/>
                </a:lnTo>
                <a:lnTo>
                  <a:pt x="1502007" y="2143008"/>
                </a:lnTo>
                <a:lnTo>
                  <a:pt x="1506270" y="2141682"/>
                </a:lnTo>
                <a:close/>
                <a:moveTo>
                  <a:pt x="1780421" y="1519251"/>
                </a:moveTo>
                <a:lnTo>
                  <a:pt x="1780791" y="1519880"/>
                </a:lnTo>
                <a:lnTo>
                  <a:pt x="1783399" y="1517267"/>
                </a:lnTo>
                <a:lnTo>
                  <a:pt x="1781766" y="1518141"/>
                </a:lnTo>
                <a:close/>
                <a:moveTo>
                  <a:pt x="1583722" y="1959670"/>
                </a:moveTo>
                <a:lnTo>
                  <a:pt x="1583848" y="1961347"/>
                </a:lnTo>
                <a:lnTo>
                  <a:pt x="1584142" y="1961252"/>
                </a:lnTo>
                <a:lnTo>
                  <a:pt x="1584776" y="1961018"/>
                </a:lnTo>
                <a:lnTo>
                  <a:pt x="1585277" y="1959738"/>
                </a:lnTo>
                <a:lnTo>
                  <a:pt x="1584372" y="1959389"/>
                </a:lnTo>
                <a:close/>
                <a:moveTo>
                  <a:pt x="1845749" y="1372889"/>
                </a:moveTo>
                <a:lnTo>
                  <a:pt x="1845777" y="1372946"/>
                </a:lnTo>
                <a:lnTo>
                  <a:pt x="1845825" y="1372916"/>
                </a:lnTo>
                <a:lnTo>
                  <a:pt x="1845982" y="1372737"/>
                </a:lnTo>
                <a:close/>
                <a:moveTo>
                  <a:pt x="1875836" y="1305501"/>
                </a:moveTo>
                <a:lnTo>
                  <a:pt x="1878371" y="1304314"/>
                </a:lnTo>
                <a:lnTo>
                  <a:pt x="1881101" y="1296470"/>
                </a:lnTo>
                <a:close/>
                <a:moveTo>
                  <a:pt x="1658598" y="1791920"/>
                </a:moveTo>
                <a:lnTo>
                  <a:pt x="1658870" y="1792136"/>
                </a:lnTo>
                <a:lnTo>
                  <a:pt x="1659287" y="1791973"/>
                </a:lnTo>
                <a:lnTo>
                  <a:pt x="1659264" y="1791328"/>
                </a:lnTo>
                <a:close/>
                <a:moveTo>
                  <a:pt x="1503179" y="2139820"/>
                </a:moveTo>
                <a:lnTo>
                  <a:pt x="1503074" y="2140130"/>
                </a:lnTo>
                <a:lnTo>
                  <a:pt x="1508248" y="2140934"/>
                </a:lnTo>
                <a:lnTo>
                  <a:pt x="1509777" y="2140332"/>
                </a:lnTo>
                <a:lnTo>
                  <a:pt x="1510244" y="2139665"/>
                </a:lnTo>
                <a:lnTo>
                  <a:pt x="1504246" y="2139797"/>
                </a:lnTo>
                <a:lnTo>
                  <a:pt x="1504352" y="2139839"/>
                </a:lnTo>
                <a:lnTo>
                  <a:pt x="1504067" y="2139951"/>
                </a:lnTo>
                <a:lnTo>
                  <a:pt x="1503715" y="2139809"/>
                </a:lnTo>
                <a:close/>
                <a:moveTo>
                  <a:pt x="1754851" y="1576207"/>
                </a:moveTo>
                <a:lnTo>
                  <a:pt x="1758125" y="1574100"/>
                </a:lnTo>
                <a:lnTo>
                  <a:pt x="1757874" y="1573721"/>
                </a:lnTo>
                <a:lnTo>
                  <a:pt x="1756290" y="1574154"/>
                </a:lnTo>
                <a:close/>
                <a:moveTo>
                  <a:pt x="1805022" y="1463749"/>
                </a:moveTo>
                <a:lnTo>
                  <a:pt x="1805191" y="1464243"/>
                </a:lnTo>
                <a:lnTo>
                  <a:pt x="1808214" y="1462197"/>
                </a:lnTo>
                <a:lnTo>
                  <a:pt x="1808168" y="1461903"/>
                </a:lnTo>
                <a:close/>
                <a:moveTo>
                  <a:pt x="1787898" y="1502042"/>
                </a:moveTo>
                <a:lnTo>
                  <a:pt x="1788219" y="1502677"/>
                </a:lnTo>
                <a:lnTo>
                  <a:pt x="1789812" y="1500503"/>
                </a:lnTo>
                <a:lnTo>
                  <a:pt x="1788698" y="1501006"/>
                </a:lnTo>
                <a:close/>
                <a:moveTo>
                  <a:pt x="1798321" y="1478702"/>
                </a:moveTo>
                <a:lnTo>
                  <a:pt x="1798347" y="1478747"/>
                </a:lnTo>
                <a:lnTo>
                  <a:pt x="1798349" y="1478746"/>
                </a:lnTo>
                <a:lnTo>
                  <a:pt x="1798328" y="1478695"/>
                </a:lnTo>
                <a:close/>
                <a:moveTo>
                  <a:pt x="1875020" y="1306899"/>
                </a:moveTo>
                <a:lnTo>
                  <a:pt x="1875184" y="1306829"/>
                </a:lnTo>
                <a:lnTo>
                  <a:pt x="1878221" y="1304743"/>
                </a:lnTo>
                <a:lnTo>
                  <a:pt x="1878266" y="1304615"/>
                </a:lnTo>
                <a:lnTo>
                  <a:pt x="1875633" y="1305849"/>
                </a:lnTo>
                <a:close/>
                <a:moveTo>
                  <a:pt x="1570707" y="1988196"/>
                </a:moveTo>
                <a:lnTo>
                  <a:pt x="1571189" y="1990861"/>
                </a:lnTo>
                <a:lnTo>
                  <a:pt x="1572875" y="1990200"/>
                </a:lnTo>
                <a:lnTo>
                  <a:pt x="1571670" y="1988244"/>
                </a:lnTo>
                <a:lnTo>
                  <a:pt x="1571642" y="1988262"/>
                </a:lnTo>
                <a:close/>
                <a:moveTo>
                  <a:pt x="1570741" y="1988082"/>
                </a:moveTo>
                <a:lnTo>
                  <a:pt x="1571608" y="1988144"/>
                </a:lnTo>
                <a:lnTo>
                  <a:pt x="1571527" y="1988012"/>
                </a:lnTo>
                <a:close/>
                <a:moveTo>
                  <a:pt x="1541362" y="2053782"/>
                </a:moveTo>
                <a:lnTo>
                  <a:pt x="1541367" y="2054494"/>
                </a:lnTo>
                <a:lnTo>
                  <a:pt x="1541735" y="2054643"/>
                </a:lnTo>
                <a:lnTo>
                  <a:pt x="1541370" y="2054787"/>
                </a:lnTo>
                <a:lnTo>
                  <a:pt x="1541372" y="2055093"/>
                </a:lnTo>
                <a:lnTo>
                  <a:pt x="1544451" y="2054653"/>
                </a:lnTo>
                <a:close/>
                <a:moveTo>
                  <a:pt x="1783948" y="1510494"/>
                </a:moveTo>
                <a:lnTo>
                  <a:pt x="1784258" y="1510696"/>
                </a:lnTo>
                <a:lnTo>
                  <a:pt x="1785112" y="1509713"/>
                </a:lnTo>
                <a:lnTo>
                  <a:pt x="1784417" y="1510121"/>
                </a:lnTo>
                <a:close/>
                <a:moveTo>
                  <a:pt x="1836774" y="1391995"/>
                </a:moveTo>
                <a:lnTo>
                  <a:pt x="1837697" y="1392984"/>
                </a:lnTo>
                <a:lnTo>
                  <a:pt x="1838987" y="1391384"/>
                </a:lnTo>
                <a:lnTo>
                  <a:pt x="1838466" y="1390822"/>
                </a:lnTo>
                <a:lnTo>
                  <a:pt x="1837242" y="1391355"/>
                </a:lnTo>
                <a:close/>
                <a:moveTo>
                  <a:pt x="1750820" y="1584397"/>
                </a:moveTo>
                <a:lnTo>
                  <a:pt x="1750848" y="1586739"/>
                </a:lnTo>
                <a:lnTo>
                  <a:pt x="1751024" y="1586497"/>
                </a:lnTo>
                <a:lnTo>
                  <a:pt x="1751522" y="1585673"/>
                </a:lnTo>
                <a:close/>
                <a:moveTo>
                  <a:pt x="1588381" y="1948089"/>
                </a:moveTo>
                <a:lnTo>
                  <a:pt x="1588499" y="1951504"/>
                </a:lnTo>
                <a:lnTo>
                  <a:pt x="1589354" y="1949318"/>
                </a:lnTo>
                <a:lnTo>
                  <a:pt x="1589538" y="1947703"/>
                </a:lnTo>
                <a:lnTo>
                  <a:pt x="1589437" y="1947680"/>
                </a:lnTo>
                <a:close/>
                <a:moveTo>
                  <a:pt x="1827018" y="1413625"/>
                </a:moveTo>
                <a:lnTo>
                  <a:pt x="1832007" y="1410885"/>
                </a:lnTo>
                <a:lnTo>
                  <a:pt x="1828867" y="1411745"/>
                </a:lnTo>
                <a:close/>
                <a:moveTo>
                  <a:pt x="1753606" y="1577984"/>
                </a:moveTo>
                <a:lnTo>
                  <a:pt x="1754633" y="1577246"/>
                </a:lnTo>
                <a:lnTo>
                  <a:pt x="1756915" y="1575348"/>
                </a:lnTo>
                <a:lnTo>
                  <a:pt x="1754252" y="1577063"/>
                </a:lnTo>
                <a:close/>
                <a:moveTo>
                  <a:pt x="1618736" y="1879976"/>
                </a:moveTo>
                <a:lnTo>
                  <a:pt x="1618748" y="1880675"/>
                </a:lnTo>
                <a:lnTo>
                  <a:pt x="1619188" y="1880541"/>
                </a:lnTo>
                <a:lnTo>
                  <a:pt x="1618948" y="1879922"/>
                </a:lnTo>
                <a:close/>
                <a:moveTo>
                  <a:pt x="1801132" y="1471527"/>
                </a:moveTo>
                <a:lnTo>
                  <a:pt x="1801531" y="1472164"/>
                </a:lnTo>
                <a:lnTo>
                  <a:pt x="1802793" y="1470483"/>
                </a:lnTo>
                <a:lnTo>
                  <a:pt x="1802216" y="1470794"/>
                </a:lnTo>
                <a:close/>
                <a:moveTo>
                  <a:pt x="1784967" y="1507611"/>
                </a:moveTo>
                <a:lnTo>
                  <a:pt x="1786602" y="1506651"/>
                </a:lnTo>
                <a:lnTo>
                  <a:pt x="1786429" y="1506360"/>
                </a:lnTo>
                <a:lnTo>
                  <a:pt x="1785248" y="1507228"/>
                </a:lnTo>
                <a:close/>
                <a:moveTo>
                  <a:pt x="1500158" y="2145233"/>
                </a:moveTo>
                <a:lnTo>
                  <a:pt x="1505504" y="2146434"/>
                </a:lnTo>
                <a:lnTo>
                  <a:pt x="1508580" y="2142041"/>
                </a:lnTo>
                <a:lnTo>
                  <a:pt x="1508360" y="2142007"/>
                </a:lnTo>
                <a:close/>
                <a:moveTo>
                  <a:pt x="1787621" y="1501494"/>
                </a:moveTo>
                <a:lnTo>
                  <a:pt x="1787807" y="1501861"/>
                </a:lnTo>
                <a:lnTo>
                  <a:pt x="1787850" y="1501807"/>
                </a:lnTo>
                <a:lnTo>
                  <a:pt x="1788346" y="1501166"/>
                </a:lnTo>
                <a:close/>
                <a:moveTo>
                  <a:pt x="1505193" y="2133868"/>
                </a:moveTo>
                <a:lnTo>
                  <a:pt x="1503315" y="2139418"/>
                </a:lnTo>
                <a:lnTo>
                  <a:pt x="1503703" y="2139576"/>
                </a:lnTo>
                <a:lnTo>
                  <a:pt x="1510409" y="2139430"/>
                </a:lnTo>
                <a:lnTo>
                  <a:pt x="1514257" y="2133934"/>
                </a:lnTo>
                <a:lnTo>
                  <a:pt x="1514188" y="2133508"/>
                </a:lnTo>
                <a:lnTo>
                  <a:pt x="1513832" y="2131779"/>
                </a:lnTo>
                <a:close/>
                <a:moveTo>
                  <a:pt x="1583615" y="1958240"/>
                </a:moveTo>
                <a:lnTo>
                  <a:pt x="1583630" y="1958437"/>
                </a:lnTo>
                <a:lnTo>
                  <a:pt x="1584717" y="1957967"/>
                </a:lnTo>
                <a:lnTo>
                  <a:pt x="1583707" y="1958197"/>
                </a:lnTo>
                <a:close/>
                <a:moveTo>
                  <a:pt x="1847496" y="1367351"/>
                </a:moveTo>
                <a:lnTo>
                  <a:pt x="1853162" y="1364547"/>
                </a:lnTo>
                <a:lnTo>
                  <a:pt x="1860192" y="1356529"/>
                </a:lnTo>
                <a:lnTo>
                  <a:pt x="1861605" y="1352468"/>
                </a:lnTo>
                <a:lnTo>
                  <a:pt x="1860378" y="1349816"/>
                </a:lnTo>
                <a:lnTo>
                  <a:pt x="1859064" y="1350703"/>
                </a:lnTo>
                <a:lnTo>
                  <a:pt x="1850579" y="1361542"/>
                </a:lnTo>
                <a:close/>
                <a:moveTo>
                  <a:pt x="1778700" y="1521363"/>
                </a:moveTo>
                <a:lnTo>
                  <a:pt x="1779876" y="1520796"/>
                </a:lnTo>
                <a:lnTo>
                  <a:pt x="1780379" y="1520293"/>
                </a:lnTo>
                <a:lnTo>
                  <a:pt x="1780028" y="1519697"/>
                </a:lnTo>
                <a:lnTo>
                  <a:pt x="1779292" y="1520681"/>
                </a:lnTo>
                <a:close/>
                <a:moveTo>
                  <a:pt x="1827992" y="1410877"/>
                </a:moveTo>
                <a:lnTo>
                  <a:pt x="1830211" y="1409649"/>
                </a:lnTo>
                <a:lnTo>
                  <a:pt x="1833729" y="1406071"/>
                </a:lnTo>
                <a:lnTo>
                  <a:pt x="1831144" y="1408063"/>
                </a:lnTo>
                <a:close/>
                <a:moveTo>
                  <a:pt x="1893151" y="1264964"/>
                </a:moveTo>
                <a:lnTo>
                  <a:pt x="1892365" y="1267734"/>
                </a:lnTo>
                <a:lnTo>
                  <a:pt x="1892870" y="1266263"/>
                </a:lnTo>
                <a:lnTo>
                  <a:pt x="1893403" y="1264639"/>
                </a:lnTo>
                <a:close/>
                <a:moveTo>
                  <a:pt x="1895007" y="1260783"/>
                </a:moveTo>
                <a:lnTo>
                  <a:pt x="1894335" y="1262830"/>
                </a:lnTo>
                <a:lnTo>
                  <a:pt x="1903791" y="1250626"/>
                </a:lnTo>
                <a:lnTo>
                  <a:pt x="1903796" y="1251226"/>
                </a:lnTo>
                <a:lnTo>
                  <a:pt x="1893989" y="1263882"/>
                </a:lnTo>
                <a:lnTo>
                  <a:pt x="1891350" y="1271921"/>
                </a:lnTo>
                <a:lnTo>
                  <a:pt x="1899356" y="1262102"/>
                </a:lnTo>
                <a:lnTo>
                  <a:pt x="1913535" y="1235390"/>
                </a:lnTo>
                <a:lnTo>
                  <a:pt x="1912345" y="1234588"/>
                </a:lnTo>
                <a:lnTo>
                  <a:pt x="1908326" y="1240799"/>
                </a:lnTo>
                <a:close/>
                <a:moveTo>
                  <a:pt x="1618727" y="1879349"/>
                </a:moveTo>
                <a:lnTo>
                  <a:pt x="1618728" y="1879444"/>
                </a:lnTo>
                <a:lnTo>
                  <a:pt x="1618759" y="1879433"/>
                </a:lnTo>
                <a:close/>
                <a:moveTo>
                  <a:pt x="1751122" y="1582771"/>
                </a:moveTo>
                <a:lnTo>
                  <a:pt x="1751478" y="1583417"/>
                </a:lnTo>
                <a:lnTo>
                  <a:pt x="1751558" y="1583576"/>
                </a:lnTo>
                <a:lnTo>
                  <a:pt x="1753213" y="1582879"/>
                </a:lnTo>
                <a:lnTo>
                  <a:pt x="1753860" y="1581810"/>
                </a:lnTo>
                <a:close/>
                <a:moveTo>
                  <a:pt x="1818957" y="1430667"/>
                </a:moveTo>
                <a:lnTo>
                  <a:pt x="1819940" y="1431916"/>
                </a:lnTo>
                <a:lnTo>
                  <a:pt x="1822692" y="1427399"/>
                </a:lnTo>
                <a:close/>
                <a:moveTo>
                  <a:pt x="1845835" y="1370477"/>
                </a:moveTo>
                <a:lnTo>
                  <a:pt x="1846761" y="1371420"/>
                </a:lnTo>
                <a:lnTo>
                  <a:pt x="1847638" y="1370849"/>
                </a:lnTo>
                <a:lnTo>
                  <a:pt x="1851386" y="1366573"/>
                </a:lnTo>
                <a:lnTo>
                  <a:pt x="1846670" y="1368906"/>
                </a:lnTo>
                <a:close/>
                <a:moveTo>
                  <a:pt x="1845181" y="1371711"/>
                </a:moveTo>
                <a:lnTo>
                  <a:pt x="1845453" y="1372273"/>
                </a:lnTo>
                <a:lnTo>
                  <a:pt x="1846119" y="1371839"/>
                </a:lnTo>
                <a:lnTo>
                  <a:pt x="1845448" y="1371208"/>
                </a:lnTo>
                <a:close/>
                <a:moveTo>
                  <a:pt x="1777853" y="1522338"/>
                </a:moveTo>
                <a:lnTo>
                  <a:pt x="1778829" y="1521796"/>
                </a:lnTo>
                <a:lnTo>
                  <a:pt x="1777960" y="1522214"/>
                </a:lnTo>
                <a:close/>
                <a:moveTo>
                  <a:pt x="1545349" y="2042944"/>
                </a:moveTo>
                <a:lnTo>
                  <a:pt x="1548591" y="2043111"/>
                </a:lnTo>
                <a:lnTo>
                  <a:pt x="1548991" y="2041426"/>
                </a:lnTo>
                <a:lnTo>
                  <a:pt x="1548246" y="2041469"/>
                </a:lnTo>
                <a:close/>
                <a:moveTo>
                  <a:pt x="1870861" y="1314033"/>
                </a:moveTo>
                <a:lnTo>
                  <a:pt x="1876593" y="1309420"/>
                </a:lnTo>
                <a:lnTo>
                  <a:pt x="1877697" y="1306249"/>
                </a:lnTo>
                <a:lnTo>
                  <a:pt x="1875620" y="1307179"/>
                </a:lnTo>
                <a:lnTo>
                  <a:pt x="1874348" y="1308052"/>
                </a:lnTo>
                <a:close/>
                <a:moveTo>
                  <a:pt x="1839957" y="1383232"/>
                </a:moveTo>
                <a:lnTo>
                  <a:pt x="1842352" y="1382151"/>
                </a:lnTo>
                <a:lnTo>
                  <a:pt x="1844056" y="1379823"/>
                </a:lnTo>
                <a:close/>
                <a:moveTo>
                  <a:pt x="1540360" y="2054085"/>
                </a:moveTo>
                <a:lnTo>
                  <a:pt x="1540999" y="2054344"/>
                </a:lnTo>
                <a:lnTo>
                  <a:pt x="1540993" y="2053678"/>
                </a:lnTo>
                <a:lnTo>
                  <a:pt x="1540947" y="2053666"/>
                </a:lnTo>
                <a:close/>
                <a:moveTo>
                  <a:pt x="1844580" y="1372842"/>
                </a:moveTo>
                <a:lnTo>
                  <a:pt x="1845021" y="1372555"/>
                </a:lnTo>
                <a:lnTo>
                  <a:pt x="1844881" y="1372276"/>
                </a:lnTo>
                <a:close/>
                <a:moveTo>
                  <a:pt x="1893843" y="1262529"/>
                </a:moveTo>
                <a:lnTo>
                  <a:pt x="1893423" y="1264006"/>
                </a:lnTo>
                <a:lnTo>
                  <a:pt x="1893748" y="1263586"/>
                </a:lnTo>
                <a:lnTo>
                  <a:pt x="1894340" y="1261782"/>
                </a:lnTo>
                <a:close/>
                <a:moveTo>
                  <a:pt x="1795876" y="1481890"/>
                </a:moveTo>
                <a:lnTo>
                  <a:pt x="1796690" y="1482701"/>
                </a:lnTo>
                <a:lnTo>
                  <a:pt x="1798441" y="1481049"/>
                </a:lnTo>
                <a:lnTo>
                  <a:pt x="1798106" y="1480531"/>
                </a:lnTo>
                <a:close/>
                <a:moveTo>
                  <a:pt x="1750990" y="1582292"/>
                </a:moveTo>
                <a:lnTo>
                  <a:pt x="1754202" y="1581164"/>
                </a:lnTo>
                <a:lnTo>
                  <a:pt x="1753204" y="1580700"/>
                </a:lnTo>
                <a:close/>
                <a:moveTo>
                  <a:pt x="1870407" y="1314811"/>
                </a:moveTo>
                <a:lnTo>
                  <a:pt x="1873235" y="1317548"/>
                </a:lnTo>
                <a:lnTo>
                  <a:pt x="1874874" y="1314359"/>
                </a:lnTo>
                <a:lnTo>
                  <a:pt x="1876436" y="1309870"/>
                </a:lnTo>
                <a:lnTo>
                  <a:pt x="1870504" y="1314646"/>
                </a:lnTo>
                <a:close/>
                <a:moveTo>
                  <a:pt x="1843884" y="1374154"/>
                </a:moveTo>
                <a:lnTo>
                  <a:pt x="1845352" y="1373217"/>
                </a:lnTo>
                <a:lnTo>
                  <a:pt x="1845325" y="1373165"/>
                </a:lnTo>
                <a:lnTo>
                  <a:pt x="1843924" y="1374080"/>
                </a:lnTo>
                <a:close/>
                <a:moveTo>
                  <a:pt x="1551303" y="2029211"/>
                </a:moveTo>
                <a:lnTo>
                  <a:pt x="1551890" y="2029199"/>
                </a:lnTo>
                <a:lnTo>
                  <a:pt x="1551934" y="2029015"/>
                </a:lnTo>
                <a:close/>
                <a:moveTo>
                  <a:pt x="1594720" y="1931930"/>
                </a:moveTo>
                <a:lnTo>
                  <a:pt x="1595152" y="1931746"/>
                </a:lnTo>
                <a:lnTo>
                  <a:pt x="1596740" y="1930440"/>
                </a:lnTo>
                <a:lnTo>
                  <a:pt x="1597529" y="1928422"/>
                </a:lnTo>
                <a:lnTo>
                  <a:pt x="1597459" y="1928260"/>
                </a:lnTo>
                <a:close/>
                <a:moveTo>
                  <a:pt x="1570449" y="1986262"/>
                </a:moveTo>
                <a:lnTo>
                  <a:pt x="1570481" y="1986945"/>
                </a:lnTo>
                <a:lnTo>
                  <a:pt x="1570532" y="1987231"/>
                </a:lnTo>
                <a:lnTo>
                  <a:pt x="1571019" y="1987188"/>
                </a:lnTo>
                <a:close/>
                <a:moveTo>
                  <a:pt x="1799973" y="1472311"/>
                </a:moveTo>
                <a:lnTo>
                  <a:pt x="1800488" y="1473554"/>
                </a:lnTo>
                <a:lnTo>
                  <a:pt x="1801286" y="1472492"/>
                </a:lnTo>
                <a:lnTo>
                  <a:pt x="1800816" y="1471741"/>
                </a:lnTo>
                <a:close/>
                <a:moveTo>
                  <a:pt x="1577111" y="1971317"/>
                </a:moveTo>
                <a:lnTo>
                  <a:pt x="1578048" y="1971357"/>
                </a:lnTo>
                <a:lnTo>
                  <a:pt x="1577536" y="1971319"/>
                </a:lnTo>
                <a:lnTo>
                  <a:pt x="1577155" y="1971301"/>
                </a:lnTo>
                <a:close/>
                <a:moveTo>
                  <a:pt x="1570770" y="1985297"/>
                </a:moveTo>
                <a:lnTo>
                  <a:pt x="1571887" y="1987110"/>
                </a:lnTo>
                <a:lnTo>
                  <a:pt x="1574548" y="1986872"/>
                </a:lnTo>
                <a:lnTo>
                  <a:pt x="1576095" y="1983071"/>
                </a:lnTo>
                <a:close/>
                <a:moveTo>
                  <a:pt x="1783768" y="1508315"/>
                </a:moveTo>
                <a:lnTo>
                  <a:pt x="1784332" y="1507984"/>
                </a:lnTo>
                <a:lnTo>
                  <a:pt x="1784464" y="1507805"/>
                </a:lnTo>
                <a:close/>
                <a:moveTo>
                  <a:pt x="1869376" y="1316580"/>
                </a:moveTo>
                <a:lnTo>
                  <a:pt x="1872822" y="1318353"/>
                </a:lnTo>
                <a:lnTo>
                  <a:pt x="1873037" y="1317934"/>
                </a:lnTo>
                <a:lnTo>
                  <a:pt x="1870192" y="1315180"/>
                </a:lnTo>
                <a:close/>
                <a:moveTo>
                  <a:pt x="1796418" y="1479922"/>
                </a:moveTo>
                <a:lnTo>
                  <a:pt x="1797343" y="1479359"/>
                </a:lnTo>
                <a:lnTo>
                  <a:pt x="1797100" y="1478986"/>
                </a:lnTo>
                <a:close/>
                <a:moveTo>
                  <a:pt x="1527664" y="2081653"/>
                </a:moveTo>
                <a:lnTo>
                  <a:pt x="1537823" y="2083253"/>
                </a:lnTo>
                <a:lnTo>
                  <a:pt x="1538141" y="2083201"/>
                </a:lnTo>
                <a:lnTo>
                  <a:pt x="1539216" y="2082650"/>
                </a:lnTo>
                <a:lnTo>
                  <a:pt x="1539752" y="2080391"/>
                </a:lnTo>
                <a:lnTo>
                  <a:pt x="1531542" y="2079377"/>
                </a:lnTo>
                <a:close/>
                <a:moveTo>
                  <a:pt x="1583489" y="1956570"/>
                </a:moveTo>
                <a:lnTo>
                  <a:pt x="1583518" y="1956944"/>
                </a:lnTo>
                <a:lnTo>
                  <a:pt x="1585594" y="1955969"/>
                </a:lnTo>
                <a:close/>
                <a:moveTo>
                  <a:pt x="1617420" y="1880504"/>
                </a:moveTo>
                <a:lnTo>
                  <a:pt x="1617422" y="1880718"/>
                </a:lnTo>
                <a:lnTo>
                  <a:pt x="1617450" y="1881073"/>
                </a:lnTo>
                <a:lnTo>
                  <a:pt x="1617851" y="1880950"/>
                </a:lnTo>
                <a:lnTo>
                  <a:pt x="1617840" y="1880206"/>
                </a:lnTo>
                <a:lnTo>
                  <a:pt x="1617733" y="1880234"/>
                </a:lnTo>
                <a:lnTo>
                  <a:pt x="1617622" y="1880273"/>
                </a:lnTo>
                <a:close/>
                <a:moveTo>
                  <a:pt x="1511654" y="2117333"/>
                </a:moveTo>
                <a:lnTo>
                  <a:pt x="1511988" y="2118951"/>
                </a:lnTo>
                <a:lnTo>
                  <a:pt x="1526097" y="2116766"/>
                </a:lnTo>
                <a:lnTo>
                  <a:pt x="1527703" y="2114405"/>
                </a:lnTo>
                <a:close/>
                <a:moveTo>
                  <a:pt x="1787379" y="1499861"/>
                </a:moveTo>
                <a:lnTo>
                  <a:pt x="1789853" y="1498863"/>
                </a:lnTo>
                <a:lnTo>
                  <a:pt x="1789838" y="1498799"/>
                </a:lnTo>
                <a:close/>
                <a:moveTo>
                  <a:pt x="1781371" y="1513216"/>
                </a:moveTo>
                <a:lnTo>
                  <a:pt x="1781740" y="1513596"/>
                </a:lnTo>
                <a:lnTo>
                  <a:pt x="1782737" y="1512448"/>
                </a:lnTo>
                <a:close/>
                <a:moveTo>
                  <a:pt x="1759595" y="1561830"/>
                </a:moveTo>
                <a:lnTo>
                  <a:pt x="1759870" y="1562283"/>
                </a:lnTo>
                <a:lnTo>
                  <a:pt x="1759715" y="1561710"/>
                </a:lnTo>
                <a:close/>
                <a:moveTo>
                  <a:pt x="1828906" y="1406423"/>
                </a:moveTo>
                <a:lnTo>
                  <a:pt x="1833273" y="1404035"/>
                </a:lnTo>
                <a:lnTo>
                  <a:pt x="1833796" y="1403619"/>
                </a:lnTo>
                <a:lnTo>
                  <a:pt x="1833764" y="1403754"/>
                </a:lnTo>
                <a:lnTo>
                  <a:pt x="1833717" y="1403792"/>
                </a:lnTo>
                <a:lnTo>
                  <a:pt x="1838173" y="1401355"/>
                </a:lnTo>
                <a:lnTo>
                  <a:pt x="1839030" y="1400590"/>
                </a:lnTo>
                <a:lnTo>
                  <a:pt x="1841004" y="1397350"/>
                </a:lnTo>
                <a:lnTo>
                  <a:pt x="1838435" y="1394605"/>
                </a:lnTo>
                <a:close/>
                <a:moveTo>
                  <a:pt x="1501337" y="2139860"/>
                </a:moveTo>
                <a:lnTo>
                  <a:pt x="1502872" y="2140098"/>
                </a:lnTo>
                <a:lnTo>
                  <a:pt x="1502965" y="2139825"/>
                </a:lnTo>
                <a:close/>
                <a:moveTo>
                  <a:pt x="1575497" y="1973798"/>
                </a:moveTo>
                <a:lnTo>
                  <a:pt x="1575603" y="1974365"/>
                </a:lnTo>
                <a:lnTo>
                  <a:pt x="1576199" y="1974381"/>
                </a:lnTo>
                <a:lnTo>
                  <a:pt x="1577637" y="1973513"/>
                </a:lnTo>
                <a:lnTo>
                  <a:pt x="1577415" y="1973485"/>
                </a:lnTo>
                <a:close/>
                <a:moveTo>
                  <a:pt x="1781662" y="1512122"/>
                </a:moveTo>
                <a:lnTo>
                  <a:pt x="1783396" y="1510744"/>
                </a:lnTo>
                <a:lnTo>
                  <a:pt x="1783378" y="1510731"/>
                </a:lnTo>
                <a:lnTo>
                  <a:pt x="1782154" y="1511450"/>
                </a:lnTo>
                <a:close/>
                <a:moveTo>
                  <a:pt x="1744583" y="1595052"/>
                </a:moveTo>
                <a:lnTo>
                  <a:pt x="1744586" y="1595060"/>
                </a:lnTo>
                <a:lnTo>
                  <a:pt x="1744590" y="1595048"/>
                </a:lnTo>
                <a:close/>
                <a:moveTo>
                  <a:pt x="1839372" y="1382655"/>
                </a:moveTo>
                <a:lnTo>
                  <a:pt x="1846038" y="1377112"/>
                </a:lnTo>
                <a:lnTo>
                  <a:pt x="1846786" y="1376089"/>
                </a:lnTo>
                <a:lnTo>
                  <a:pt x="1846142" y="1374800"/>
                </a:lnTo>
                <a:lnTo>
                  <a:pt x="1844979" y="1375542"/>
                </a:lnTo>
                <a:lnTo>
                  <a:pt x="1840338" y="1380837"/>
                </a:lnTo>
                <a:close/>
                <a:moveTo>
                  <a:pt x="1509403" y="2121426"/>
                </a:moveTo>
                <a:lnTo>
                  <a:pt x="1509326" y="2121657"/>
                </a:lnTo>
                <a:lnTo>
                  <a:pt x="1511871" y="2122916"/>
                </a:lnTo>
                <a:lnTo>
                  <a:pt x="1511685" y="2122974"/>
                </a:lnTo>
                <a:lnTo>
                  <a:pt x="1509283" y="2121785"/>
                </a:lnTo>
                <a:lnTo>
                  <a:pt x="1505583" y="2132716"/>
                </a:lnTo>
                <a:lnTo>
                  <a:pt x="1513691" y="2131095"/>
                </a:lnTo>
                <a:lnTo>
                  <a:pt x="1511625" y="2121057"/>
                </a:lnTo>
                <a:close/>
                <a:moveTo>
                  <a:pt x="1845069" y="1369698"/>
                </a:moveTo>
                <a:lnTo>
                  <a:pt x="1845445" y="1370080"/>
                </a:lnTo>
                <a:lnTo>
                  <a:pt x="1845854" y="1369309"/>
                </a:lnTo>
                <a:close/>
                <a:moveTo>
                  <a:pt x="1781081" y="1512915"/>
                </a:moveTo>
                <a:lnTo>
                  <a:pt x="1781193" y="1513031"/>
                </a:lnTo>
                <a:lnTo>
                  <a:pt x="1783221" y="1511891"/>
                </a:lnTo>
                <a:lnTo>
                  <a:pt x="1783921" y="1511085"/>
                </a:lnTo>
                <a:lnTo>
                  <a:pt x="1783527" y="1510828"/>
                </a:lnTo>
                <a:lnTo>
                  <a:pt x="1781333" y="1512571"/>
                </a:lnTo>
                <a:close/>
                <a:moveTo>
                  <a:pt x="1818224" y="1429732"/>
                </a:moveTo>
                <a:lnTo>
                  <a:pt x="1818817" y="1430488"/>
                </a:lnTo>
                <a:lnTo>
                  <a:pt x="1822982" y="1426922"/>
                </a:lnTo>
                <a:lnTo>
                  <a:pt x="1830413" y="1414731"/>
                </a:lnTo>
                <a:lnTo>
                  <a:pt x="1829315" y="1415142"/>
                </a:lnTo>
                <a:lnTo>
                  <a:pt x="1819372" y="1428231"/>
                </a:lnTo>
                <a:lnTo>
                  <a:pt x="1821669" y="1426153"/>
                </a:lnTo>
                <a:lnTo>
                  <a:pt x="1821633" y="1426367"/>
                </a:lnTo>
                <a:lnTo>
                  <a:pt x="1818931" y="1428812"/>
                </a:lnTo>
                <a:lnTo>
                  <a:pt x="1818322" y="1429613"/>
                </a:lnTo>
                <a:close/>
                <a:moveTo>
                  <a:pt x="1783212" y="1508106"/>
                </a:moveTo>
                <a:lnTo>
                  <a:pt x="1785444" y="1506466"/>
                </a:lnTo>
                <a:lnTo>
                  <a:pt x="1786020" y="1505679"/>
                </a:lnTo>
                <a:lnTo>
                  <a:pt x="1785612" y="1505000"/>
                </a:lnTo>
                <a:close/>
                <a:moveTo>
                  <a:pt x="1797200" y="1476663"/>
                </a:moveTo>
                <a:lnTo>
                  <a:pt x="1797593" y="1477379"/>
                </a:lnTo>
                <a:lnTo>
                  <a:pt x="1797609" y="1477393"/>
                </a:lnTo>
                <a:lnTo>
                  <a:pt x="1797724" y="1477240"/>
                </a:lnTo>
                <a:lnTo>
                  <a:pt x="1797460" y="1476604"/>
                </a:lnTo>
                <a:close/>
                <a:moveTo>
                  <a:pt x="1780859" y="1513218"/>
                </a:moveTo>
                <a:lnTo>
                  <a:pt x="1780928" y="1513179"/>
                </a:lnTo>
                <a:lnTo>
                  <a:pt x="1780905" y="1513155"/>
                </a:lnTo>
                <a:close/>
                <a:moveTo>
                  <a:pt x="1575392" y="1973235"/>
                </a:moveTo>
                <a:lnTo>
                  <a:pt x="1575421" y="1973390"/>
                </a:lnTo>
                <a:lnTo>
                  <a:pt x="1575951" y="1973304"/>
                </a:lnTo>
                <a:close/>
                <a:moveTo>
                  <a:pt x="1751507" y="1578829"/>
                </a:moveTo>
                <a:lnTo>
                  <a:pt x="1751705" y="1578921"/>
                </a:lnTo>
                <a:lnTo>
                  <a:pt x="1752115" y="1578437"/>
                </a:lnTo>
                <a:close/>
                <a:moveTo>
                  <a:pt x="1823785" y="1416914"/>
                </a:moveTo>
                <a:lnTo>
                  <a:pt x="1826348" y="1415993"/>
                </a:lnTo>
                <a:lnTo>
                  <a:pt x="1826791" y="1415643"/>
                </a:lnTo>
                <a:lnTo>
                  <a:pt x="1826762" y="1415844"/>
                </a:lnTo>
                <a:lnTo>
                  <a:pt x="1828012" y="1415395"/>
                </a:lnTo>
                <a:lnTo>
                  <a:pt x="1830751" y="1412598"/>
                </a:lnTo>
                <a:lnTo>
                  <a:pt x="1831255" y="1411935"/>
                </a:lnTo>
                <a:lnTo>
                  <a:pt x="1825655" y="1415012"/>
                </a:lnTo>
                <a:close/>
                <a:moveTo>
                  <a:pt x="1552261" y="2024776"/>
                </a:moveTo>
                <a:lnTo>
                  <a:pt x="1552891" y="2024975"/>
                </a:lnTo>
                <a:lnTo>
                  <a:pt x="1553047" y="2024321"/>
                </a:lnTo>
                <a:lnTo>
                  <a:pt x="1552751" y="2024331"/>
                </a:lnTo>
                <a:close/>
                <a:moveTo>
                  <a:pt x="1844501" y="1370320"/>
                </a:moveTo>
                <a:lnTo>
                  <a:pt x="1844728" y="1370775"/>
                </a:lnTo>
                <a:lnTo>
                  <a:pt x="1844894" y="1371117"/>
                </a:lnTo>
                <a:lnTo>
                  <a:pt x="1845046" y="1370831"/>
                </a:lnTo>
                <a:close/>
                <a:moveTo>
                  <a:pt x="1508997" y="2121494"/>
                </a:moveTo>
                <a:lnTo>
                  <a:pt x="1509133" y="2121561"/>
                </a:lnTo>
                <a:lnTo>
                  <a:pt x="1509164" y="2121467"/>
                </a:lnTo>
                <a:close/>
                <a:moveTo>
                  <a:pt x="1510733" y="2117501"/>
                </a:moveTo>
                <a:lnTo>
                  <a:pt x="1510232" y="2118977"/>
                </a:lnTo>
                <a:lnTo>
                  <a:pt x="1511206" y="2119024"/>
                </a:lnTo>
                <a:lnTo>
                  <a:pt x="1510887" y="2117473"/>
                </a:lnTo>
                <a:close/>
                <a:moveTo>
                  <a:pt x="1538343" y="2055527"/>
                </a:moveTo>
                <a:lnTo>
                  <a:pt x="1541006" y="2055146"/>
                </a:lnTo>
                <a:lnTo>
                  <a:pt x="1541001" y="2054650"/>
                </a:lnTo>
                <a:lnTo>
                  <a:pt x="1540088" y="2054279"/>
                </a:lnTo>
                <a:close/>
                <a:moveTo>
                  <a:pt x="1710590" y="1669804"/>
                </a:moveTo>
                <a:lnTo>
                  <a:pt x="1710679" y="1670813"/>
                </a:lnTo>
                <a:lnTo>
                  <a:pt x="1711361" y="1670852"/>
                </a:lnTo>
                <a:lnTo>
                  <a:pt x="1711067" y="1669564"/>
                </a:lnTo>
                <a:lnTo>
                  <a:pt x="1710782" y="1669640"/>
                </a:lnTo>
                <a:close/>
                <a:moveTo>
                  <a:pt x="1858654" y="1338244"/>
                </a:moveTo>
                <a:lnTo>
                  <a:pt x="1859083" y="1338487"/>
                </a:lnTo>
                <a:lnTo>
                  <a:pt x="1859142" y="1338683"/>
                </a:lnTo>
                <a:lnTo>
                  <a:pt x="1863716" y="1335656"/>
                </a:lnTo>
                <a:lnTo>
                  <a:pt x="1865671" y="1331972"/>
                </a:lnTo>
                <a:close/>
                <a:moveTo>
                  <a:pt x="1845106" y="1368533"/>
                </a:moveTo>
                <a:lnTo>
                  <a:pt x="1846678" y="1367755"/>
                </a:lnTo>
                <a:lnTo>
                  <a:pt x="1848707" y="1363932"/>
                </a:lnTo>
                <a:close/>
                <a:moveTo>
                  <a:pt x="1758104" y="1563324"/>
                </a:moveTo>
                <a:lnTo>
                  <a:pt x="1758403" y="1563564"/>
                </a:lnTo>
                <a:lnTo>
                  <a:pt x="1758627" y="1563431"/>
                </a:lnTo>
                <a:lnTo>
                  <a:pt x="1758389" y="1563038"/>
                </a:lnTo>
                <a:close/>
                <a:moveTo>
                  <a:pt x="1900001" y="1245570"/>
                </a:moveTo>
                <a:lnTo>
                  <a:pt x="1895588" y="1259011"/>
                </a:lnTo>
                <a:lnTo>
                  <a:pt x="1912015" y="1234365"/>
                </a:lnTo>
                <a:lnTo>
                  <a:pt x="1910732" y="1233502"/>
                </a:lnTo>
                <a:lnTo>
                  <a:pt x="1910737" y="1233709"/>
                </a:lnTo>
                <a:close/>
                <a:moveTo>
                  <a:pt x="1889385" y="1269218"/>
                </a:moveTo>
                <a:lnTo>
                  <a:pt x="1890403" y="1267904"/>
                </a:lnTo>
                <a:lnTo>
                  <a:pt x="1890521" y="1267515"/>
                </a:lnTo>
                <a:close/>
                <a:moveTo>
                  <a:pt x="1774607" y="1526076"/>
                </a:moveTo>
                <a:lnTo>
                  <a:pt x="1774773" y="1525911"/>
                </a:lnTo>
                <a:lnTo>
                  <a:pt x="1774731" y="1525934"/>
                </a:lnTo>
                <a:close/>
                <a:moveTo>
                  <a:pt x="1752495" y="1575585"/>
                </a:moveTo>
                <a:lnTo>
                  <a:pt x="1751583" y="1578311"/>
                </a:lnTo>
                <a:lnTo>
                  <a:pt x="1752998" y="1577400"/>
                </a:lnTo>
                <a:lnTo>
                  <a:pt x="1755164" y="1574853"/>
                </a:lnTo>
                <a:lnTo>
                  <a:pt x="1755432" y="1574470"/>
                </a:lnTo>
                <a:close/>
                <a:moveTo>
                  <a:pt x="1811327" y="1443676"/>
                </a:moveTo>
                <a:lnTo>
                  <a:pt x="1813412" y="1442626"/>
                </a:lnTo>
                <a:lnTo>
                  <a:pt x="1813708" y="1442140"/>
                </a:lnTo>
                <a:close/>
                <a:moveTo>
                  <a:pt x="1617399" y="1877884"/>
                </a:moveTo>
                <a:lnTo>
                  <a:pt x="1617403" y="1878396"/>
                </a:lnTo>
                <a:lnTo>
                  <a:pt x="1617803" y="1877939"/>
                </a:lnTo>
                <a:lnTo>
                  <a:pt x="1617796" y="1877534"/>
                </a:lnTo>
                <a:close/>
                <a:moveTo>
                  <a:pt x="1780558" y="1512386"/>
                </a:moveTo>
                <a:lnTo>
                  <a:pt x="1780874" y="1512705"/>
                </a:lnTo>
                <a:lnTo>
                  <a:pt x="1781520" y="1511823"/>
                </a:lnTo>
                <a:close/>
                <a:moveTo>
                  <a:pt x="1826480" y="1409433"/>
                </a:moveTo>
                <a:lnTo>
                  <a:pt x="1830422" y="1406300"/>
                </a:lnTo>
                <a:lnTo>
                  <a:pt x="1827888" y="1407686"/>
                </a:lnTo>
                <a:close/>
                <a:moveTo>
                  <a:pt x="1833177" y="1394326"/>
                </a:moveTo>
                <a:lnTo>
                  <a:pt x="1834800" y="1392417"/>
                </a:lnTo>
                <a:lnTo>
                  <a:pt x="1834007" y="1392762"/>
                </a:lnTo>
                <a:close/>
                <a:moveTo>
                  <a:pt x="1575168" y="1972034"/>
                </a:moveTo>
                <a:lnTo>
                  <a:pt x="1575290" y="1972690"/>
                </a:lnTo>
                <a:lnTo>
                  <a:pt x="1577678" y="1973022"/>
                </a:lnTo>
                <a:lnTo>
                  <a:pt x="1578735" y="1972850"/>
                </a:lnTo>
                <a:lnTo>
                  <a:pt x="1580365" y="1971866"/>
                </a:lnTo>
                <a:lnTo>
                  <a:pt x="1580598" y="1971701"/>
                </a:lnTo>
                <a:lnTo>
                  <a:pt x="1580652" y="1971561"/>
                </a:lnTo>
                <a:lnTo>
                  <a:pt x="1576881" y="1971402"/>
                </a:lnTo>
                <a:close/>
                <a:moveTo>
                  <a:pt x="1512471" y="2112360"/>
                </a:moveTo>
                <a:lnTo>
                  <a:pt x="1511327" y="2115743"/>
                </a:lnTo>
                <a:lnTo>
                  <a:pt x="1511555" y="2116846"/>
                </a:lnTo>
                <a:lnTo>
                  <a:pt x="1528096" y="2113829"/>
                </a:lnTo>
                <a:lnTo>
                  <a:pt x="1529511" y="2111750"/>
                </a:lnTo>
                <a:lnTo>
                  <a:pt x="1522043" y="2110668"/>
                </a:lnTo>
                <a:close/>
                <a:moveTo>
                  <a:pt x="1561478" y="2002590"/>
                </a:moveTo>
                <a:lnTo>
                  <a:pt x="1561476" y="2002600"/>
                </a:lnTo>
                <a:lnTo>
                  <a:pt x="1561487" y="2002589"/>
                </a:lnTo>
                <a:close/>
                <a:moveTo>
                  <a:pt x="1901245" y="1241779"/>
                </a:moveTo>
                <a:lnTo>
                  <a:pt x="1900261" y="1244776"/>
                </a:lnTo>
                <a:lnTo>
                  <a:pt x="1910567" y="1233390"/>
                </a:lnTo>
                <a:lnTo>
                  <a:pt x="1910481" y="1233333"/>
                </a:lnTo>
                <a:close/>
                <a:moveTo>
                  <a:pt x="1652152" y="1799490"/>
                </a:moveTo>
                <a:lnTo>
                  <a:pt x="1657361" y="1798301"/>
                </a:lnTo>
                <a:lnTo>
                  <a:pt x="1657083" y="1798083"/>
                </a:lnTo>
                <a:lnTo>
                  <a:pt x="1655478" y="1797185"/>
                </a:lnTo>
                <a:close/>
                <a:moveTo>
                  <a:pt x="1778644" y="1516242"/>
                </a:moveTo>
                <a:lnTo>
                  <a:pt x="1778967" y="1516789"/>
                </a:lnTo>
                <a:lnTo>
                  <a:pt x="1781555" y="1513809"/>
                </a:lnTo>
                <a:lnTo>
                  <a:pt x="1781110" y="1513362"/>
                </a:lnTo>
                <a:lnTo>
                  <a:pt x="1780504" y="1513704"/>
                </a:lnTo>
                <a:close/>
                <a:moveTo>
                  <a:pt x="1571696" y="1979636"/>
                </a:moveTo>
                <a:lnTo>
                  <a:pt x="1574529" y="1979630"/>
                </a:lnTo>
                <a:lnTo>
                  <a:pt x="1576060" y="1978873"/>
                </a:lnTo>
                <a:lnTo>
                  <a:pt x="1573603" y="1979051"/>
                </a:lnTo>
                <a:close/>
                <a:moveTo>
                  <a:pt x="1779695" y="1513872"/>
                </a:moveTo>
                <a:lnTo>
                  <a:pt x="1780244" y="1513564"/>
                </a:lnTo>
                <a:lnTo>
                  <a:pt x="1780469" y="1513258"/>
                </a:lnTo>
                <a:close/>
                <a:moveTo>
                  <a:pt x="1653404" y="1796544"/>
                </a:moveTo>
                <a:lnTo>
                  <a:pt x="1652444" y="1798745"/>
                </a:lnTo>
                <a:lnTo>
                  <a:pt x="1655044" y="1796943"/>
                </a:lnTo>
                <a:lnTo>
                  <a:pt x="1653762" y="1796226"/>
                </a:lnTo>
                <a:close/>
                <a:moveTo>
                  <a:pt x="1757066" y="1564364"/>
                </a:moveTo>
                <a:lnTo>
                  <a:pt x="1757518" y="1564094"/>
                </a:lnTo>
                <a:lnTo>
                  <a:pt x="1757417" y="1564012"/>
                </a:lnTo>
                <a:close/>
                <a:moveTo>
                  <a:pt x="1550712" y="2026183"/>
                </a:moveTo>
                <a:lnTo>
                  <a:pt x="1550923" y="2026219"/>
                </a:lnTo>
                <a:lnTo>
                  <a:pt x="1552730" y="2025656"/>
                </a:lnTo>
                <a:lnTo>
                  <a:pt x="1552768" y="2025496"/>
                </a:lnTo>
                <a:lnTo>
                  <a:pt x="1551803" y="2025191"/>
                </a:lnTo>
                <a:close/>
                <a:moveTo>
                  <a:pt x="1578843" y="1963077"/>
                </a:moveTo>
                <a:lnTo>
                  <a:pt x="1578776" y="1963233"/>
                </a:lnTo>
                <a:lnTo>
                  <a:pt x="1581650" y="1962172"/>
                </a:lnTo>
                <a:close/>
                <a:moveTo>
                  <a:pt x="1561641" y="2001591"/>
                </a:moveTo>
                <a:lnTo>
                  <a:pt x="1561505" y="2002424"/>
                </a:lnTo>
                <a:lnTo>
                  <a:pt x="1561648" y="2002420"/>
                </a:lnTo>
                <a:lnTo>
                  <a:pt x="1562421" y="2001605"/>
                </a:lnTo>
                <a:close/>
                <a:moveTo>
                  <a:pt x="1513465" y="2109425"/>
                </a:moveTo>
                <a:lnTo>
                  <a:pt x="1512523" y="2112210"/>
                </a:lnTo>
                <a:lnTo>
                  <a:pt x="1521605" y="2110604"/>
                </a:lnTo>
                <a:close/>
                <a:moveTo>
                  <a:pt x="1579534" y="1961481"/>
                </a:moveTo>
                <a:lnTo>
                  <a:pt x="1578910" y="1962921"/>
                </a:lnTo>
                <a:lnTo>
                  <a:pt x="1580085" y="1962560"/>
                </a:lnTo>
                <a:lnTo>
                  <a:pt x="1581808" y="1962005"/>
                </a:lnTo>
                <a:lnTo>
                  <a:pt x="1581597" y="1960589"/>
                </a:lnTo>
                <a:close/>
                <a:moveTo>
                  <a:pt x="1794365" y="1480382"/>
                </a:moveTo>
                <a:lnTo>
                  <a:pt x="1794858" y="1480873"/>
                </a:lnTo>
                <a:lnTo>
                  <a:pt x="1795118" y="1480714"/>
                </a:lnTo>
                <a:lnTo>
                  <a:pt x="1796782" y="1478496"/>
                </a:lnTo>
                <a:lnTo>
                  <a:pt x="1796292" y="1477743"/>
                </a:lnTo>
                <a:close/>
                <a:moveTo>
                  <a:pt x="1580255" y="1959817"/>
                </a:moveTo>
                <a:lnTo>
                  <a:pt x="1580213" y="1959915"/>
                </a:lnTo>
                <a:lnTo>
                  <a:pt x="1581420" y="1959393"/>
                </a:lnTo>
                <a:lnTo>
                  <a:pt x="1581403" y="1959278"/>
                </a:lnTo>
                <a:close/>
                <a:moveTo>
                  <a:pt x="1581004" y="1958088"/>
                </a:moveTo>
                <a:lnTo>
                  <a:pt x="1580985" y="1958132"/>
                </a:lnTo>
                <a:lnTo>
                  <a:pt x="1581045" y="1958104"/>
                </a:lnTo>
                <a:close/>
                <a:moveTo>
                  <a:pt x="1837113" y="1384514"/>
                </a:moveTo>
                <a:lnTo>
                  <a:pt x="1837165" y="1384491"/>
                </a:lnTo>
                <a:lnTo>
                  <a:pt x="1838293" y="1383552"/>
                </a:lnTo>
                <a:lnTo>
                  <a:pt x="1838810" y="1382578"/>
                </a:lnTo>
                <a:close/>
                <a:moveTo>
                  <a:pt x="1626104" y="1856972"/>
                </a:moveTo>
                <a:lnTo>
                  <a:pt x="1627146" y="1858692"/>
                </a:lnTo>
                <a:lnTo>
                  <a:pt x="1629474" y="1855977"/>
                </a:lnTo>
                <a:close/>
                <a:moveTo>
                  <a:pt x="1584849" y="1949210"/>
                </a:moveTo>
                <a:lnTo>
                  <a:pt x="1583220" y="1952972"/>
                </a:lnTo>
                <a:lnTo>
                  <a:pt x="1583234" y="1953160"/>
                </a:lnTo>
                <a:lnTo>
                  <a:pt x="1587878" y="1953092"/>
                </a:lnTo>
                <a:lnTo>
                  <a:pt x="1587879" y="1953087"/>
                </a:lnTo>
                <a:lnTo>
                  <a:pt x="1587716" y="1948346"/>
                </a:lnTo>
                <a:lnTo>
                  <a:pt x="1586371" y="1948867"/>
                </a:lnTo>
                <a:close/>
                <a:moveTo>
                  <a:pt x="1514160" y="2107372"/>
                </a:moveTo>
                <a:lnTo>
                  <a:pt x="1513977" y="2107910"/>
                </a:lnTo>
                <a:lnTo>
                  <a:pt x="1530080" y="2110913"/>
                </a:lnTo>
                <a:lnTo>
                  <a:pt x="1530208" y="2110724"/>
                </a:lnTo>
                <a:lnTo>
                  <a:pt x="1514414" y="2107429"/>
                </a:lnTo>
                <a:close/>
                <a:moveTo>
                  <a:pt x="1672064" y="1753782"/>
                </a:moveTo>
                <a:lnTo>
                  <a:pt x="1671874" y="1754216"/>
                </a:lnTo>
                <a:lnTo>
                  <a:pt x="1671977" y="1754147"/>
                </a:lnTo>
                <a:close/>
                <a:moveTo>
                  <a:pt x="1898046" y="1247728"/>
                </a:moveTo>
                <a:lnTo>
                  <a:pt x="1894288" y="1260963"/>
                </a:lnTo>
                <a:lnTo>
                  <a:pt x="1894922" y="1260011"/>
                </a:lnTo>
                <a:lnTo>
                  <a:pt x="1899471" y="1246154"/>
                </a:lnTo>
                <a:close/>
                <a:moveTo>
                  <a:pt x="1514344" y="2106827"/>
                </a:moveTo>
                <a:lnTo>
                  <a:pt x="1514266" y="2107056"/>
                </a:lnTo>
                <a:lnTo>
                  <a:pt x="1527377" y="2109981"/>
                </a:lnTo>
                <a:lnTo>
                  <a:pt x="1530300" y="2110591"/>
                </a:lnTo>
                <a:lnTo>
                  <a:pt x="1531105" y="2109407"/>
                </a:lnTo>
                <a:lnTo>
                  <a:pt x="1525556" y="2107744"/>
                </a:lnTo>
                <a:close/>
                <a:moveTo>
                  <a:pt x="1574284" y="1972549"/>
                </a:moveTo>
                <a:lnTo>
                  <a:pt x="1574966" y="1972644"/>
                </a:lnTo>
                <a:lnTo>
                  <a:pt x="1574866" y="1972145"/>
                </a:lnTo>
                <a:lnTo>
                  <a:pt x="1574407" y="1972314"/>
                </a:lnTo>
                <a:close/>
                <a:moveTo>
                  <a:pt x="1711625" y="1664995"/>
                </a:moveTo>
                <a:lnTo>
                  <a:pt x="1712870" y="1664659"/>
                </a:lnTo>
                <a:lnTo>
                  <a:pt x="1713032" y="1663926"/>
                </a:lnTo>
                <a:lnTo>
                  <a:pt x="1712689" y="1663610"/>
                </a:lnTo>
                <a:lnTo>
                  <a:pt x="1711698" y="1664840"/>
                </a:lnTo>
                <a:close/>
                <a:moveTo>
                  <a:pt x="1840547" y="1376283"/>
                </a:moveTo>
                <a:lnTo>
                  <a:pt x="1842973" y="1374736"/>
                </a:lnTo>
                <a:lnTo>
                  <a:pt x="1843002" y="1374681"/>
                </a:lnTo>
                <a:close/>
                <a:moveTo>
                  <a:pt x="1573697" y="1973672"/>
                </a:moveTo>
                <a:lnTo>
                  <a:pt x="1575126" y="1973439"/>
                </a:lnTo>
                <a:lnTo>
                  <a:pt x="1575078" y="1973196"/>
                </a:lnTo>
                <a:lnTo>
                  <a:pt x="1574015" y="1973065"/>
                </a:lnTo>
                <a:close/>
                <a:moveTo>
                  <a:pt x="1754549" y="1568702"/>
                </a:moveTo>
                <a:lnTo>
                  <a:pt x="1754463" y="1568995"/>
                </a:lnTo>
                <a:lnTo>
                  <a:pt x="1754701" y="1568930"/>
                </a:lnTo>
                <a:close/>
                <a:moveTo>
                  <a:pt x="1814691" y="1434018"/>
                </a:moveTo>
                <a:lnTo>
                  <a:pt x="1816987" y="1432054"/>
                </a:lnTo>
                <a:lnTo>
                  <a:pt x="1816657" y="1431634"/>
                </a:lnTo>
                <a:close/>
                <a:moveTo>
                  <a:pt x="1793326" y="1481807"/>
                </a:moveTo>
                <a:lnTo>
                  <a:pt x="1793650" y="1481609"/>
                </a:lnTo>
                <a:lnTo>
                  <a:pt x="1793540" y="1481513"/>
                </a:lnTo>
                <a:close/>
                <a:moveTo>
                  <a:pt x="1561897" y="2000014"/>
                </a:moveTo>
                <a:lnTo>
                  <a:pt x="1561774" y="2000774"/>
                </a:lnTo>
                <a:lnTo>
                  <a:pt x="1563186" y="2000800"/>
                </a:lnTo>
                <a:lnTo>
                  <a:pt x="1563581" y="2000383"/>
                </a:lnTo>
                <a:close/>
                <a:moveTo>
                  <a:pt x="1573367" y="1974304"/>
                </a:moveTo>
                <a:lnTo>
                  <a:pt x="1575311" y="1974357"/>
                </a:lnTo>
                <a:lnTo>
                  <a:pt x="1575208" y="1973845"/>
                </a:lnTo>
                <a:lnTo>
                  <a:pt x="1573457" y="1974130"/>
                </a:lnTo>
                <a:close/>
                <a:moveTo>
                  <a:pt x="1570815" y="1980011"/>
                </a:moveTo>
                <a:lnTo>
                  <a:pt x="1571476" y="1979998"/>
                </a:lnTo>
                <a:lnTo>
                  <a:pt x="1572270" y="1979933"/>
                </a:lnTo>
                <a:lnTo>
                  <a:pt x="1570940" y="1979936"/>
                </a:lnTo>
                <a:close/>
                <a:moveTo>
                  <a:pt x="1824512" y="1411872"/>
                </a:moveTo>
                <a:lnTo>
                  <a:pt x="1825431" y="1411621"/>
                </a:lnTo>
                <a:lnTo>
                  <a:pt x="1834509" y="1404625"/>
                </a:lnTo>
                <a:lnTo>
                  <a:pt x="1836130" y="1403177"/>
                </a:lnTo>
                <a:lnTo>
                  <a:pt x="1830865" y="1406057"/>
                </a:lnTo>
                <a:lnTo>
                  <a:pt x="1826234" y="1409737"/>
                </a:lnTo>
                <a:close/>
                <a:moveTo>
                  <a:pt x="1515080" y="2104607"/>
                </a:moveTo>
                <a:lnTo>
                  <a:pt x="1514761" y="2105596"/>
                </a:lnTo>
                <a:lnTo>
                  <a:pt x="1514509" y="2106340"/>
                </a:lnTo>
                <a:lnTo>
                  <a:pt x="1523259" y="2107057"/>
                </a:lnTo>
                <a:close/>
                <a:moveTo>
                  <a:pt x="1754813" y="1567791"/>
                </a:moveTo>
                <a:lnTo>
                  <a:pt x="1754614" y="1568474"/>
                </a:lnTo>
                <a:lnTo>
                  <a:pt x="1754883" y="1568881"/>
                </a:lnTo>
                <a:lnTo>
                  <a:pt x="1755613" y="1568681"/>
                </a:lnTo>
                <a:close/>
                <a:moveTo>
                  <a:pt x="1856397" y="1340262"/>
                </a:moveTo>
                <a:lnTo>
                  <a:pt x="1856481" y="1340444"/>
                </a:lnTo>
                <a:lnTo>
                  <a:pt x="1859118" y="1338699"/>
                </a:lnTo>
                <a:lnTo>
                  <a:pt x="1858524" y="1338361"/>
                </a:lnTo>
                <a:close/>
                <a:moveTo>
                  <a:pt x="1754876" y="1567571"/>
                </a:moveTo>
                <a:lnTo>
                  <a:pt x="1754868" y="1567601"/>
                </a:lnTo>
                <a:lnTo>
                  <a:pt x="1755795" y="1568632"/>
                </a:lnTo>
                <a:lnTo>
                  <a:pt x="1759358" y="1567660"/>
                </a:lnTo>
                <a:lnTo>
                  <a:pt x="1760582" y="1566645"/>
                </a:lnTo>
                <a:lnTo>
                  <a:pt x="1760466" y="1566454"/>
                </a:lnTo>
                <a:lnTo>
                  <a:pt x="1758875" y="1565180"/>
                </a:lnTo>
                <a:close/>
                <a:moveTo>
                  <a:pt x="1744596" y="1590591"/>
                </a:moveTo>
                <a:lnTo>
                  <a:pt x="1745860" y="1591255"/>
                </a:lnTo>
                <a:lnTo>
                  <a:pt x="1746131" y="1590444"/>
                </a:lnTo>
                <a:lnTo>
                  <a:pt x="1744758" y="1590528"/>
                </a:lnTo>
                <a:close/>
                <a:moveTo>
                  <a:pt x="1531911" y="2066781"/>
                </a:moveTo>
                <a:lnTo>
                  <a:pt x="1539728" y="2069800"/>
                </a:lnTo>
                <a:lnTo>
                  <a:pt x="1541119" y="2068982"/>
                </a:lnTo>
                <a:lnTo>
                  <a:pt x="1541094" y="2065865"/>
                </a:lnTo>
                <a:close/>
                <a:moveTo>
                  <a:pt x="1877653" y="1292476"/>
                </a:moveTo>
                <a:lnTo>
                  <a:pt x="1884457" y="1286832"/>
                </a:lnTo>
                <a:lnTo>
                  <a:pt x="1886099" y="1282118"/>
                </a:lnTo>
                <a:close/>
                <a:moveTo>
                  <a:pt x="1745102" y="1589194"/>
                </a:moveTo>
                <a:lnTo>
                  <a:pt x="1746580" y="1589102"/>
                </a:lnTo>
                <a:lnTo>
                  <a:pt x="1747085" y="1587593"/>
                </a:lnTo>
                <a:lnTo>
                  <a:pt x="1747076" y="1586872"/>
                </a:lnTo>
                <a:close/>
                <a:moveTo>
                  <a:pt x="1826556" y="1406801"/>
                </a:moveTo>
                <a:lnTo>
                  <a:pt x="1837337" y="1393430"/>
                </a:lnTo>
                <a:lnTo>
                  <a:pt x="1836432" y="1392463"/>
                </a:lnTo>
                <a:lnTo>
                  <a:pt x="1828177" y="1403748"/>
                </a:lnTo>
                <a:close/>
                <a:moveTo>
                  <a:pt x="1626117" y="1855406"/>
                </a:moveTo>
                <a:lnTo>
                  <a:pt x="1630174" y="1854625"/>
                </a:lnTo>
                <a:lnTo>
                  <a:pt x="1627009" y="1854635"/>
                </a:lnTo>
                <a:close/>
                <a:moveTo>
                  <a:pt x="1638077" y="1828604"/>
                </a:moveTo>
                <a:lnTo>
                  <a:pt x="1638946" y="1828864"/>
                </a:lnTo>
                <a:lnTo>
                  <a:pt x="1639138" y="1828656"/>
                </a:lnTo>
                <a:lnTo>
                  <a:pt x="1638116" y="1828581"/>
                </a:lnTo>
                <a:close/>
                <a:moveTo>
                  <a:pt x="1778028" y="1515197"/>
                </a:moveTo>
                <a:lnTo>
                  <a:pt x="1778483" y="1515967"/>
                </a:lnTo>
                <a:lnTo>
                  <a:pt x="1779889" y="1514049"/>
                </a:lnTo>
                <a:lnTo>
                  <a:pt x="1778470" y="1514846"/>
                </a:lnTo>
                <a:close/>
                <a:moveTo>
                  <a:pt x="1612236" y="1886417"/>
                </a:moveTo>
                <a:lnTo>
                  <a:pt x="1613208" y="1885936"/>
                </a:lnTo>
                <a:lnTo>
                  <a:pt x="1613460" y="1885208"/>
                </a:lnTo>
                <a:lnTo>
                  <a:pt x="1613235" y="1885277"/>
                </a:lnTo>
                <a:close/>
                <a:moveTo>
                  <a:pt x="1858021" y="1336054"/>
                </a:moveTo>
                <a:lnTo>
                  <a:pt x="1868247" y="1327119"/>
                </a:lnTo>
                <a:lnTo>
                  <a:pt x="1870490" y="1322893"/>
                </a:lnTo>
                <a:lnTo>
                  <a:pt x="1872591" y="1318802"/>
                </a:lnTo>
                <a:lnTo>
                  <a:pt x="1869122" y="1317015"/>
                </a:lnTo>
                <a:lnTo>
                  <a:pt x="1860566" y="1331688"/>
                </a:lnTo>
                <a:lnTo>
                  <a:pt x="1865108" y="1327780"/>
                </a:lnTo>
                <a:lnTo>
                  <a:pt x="1865058" y="1328036"/>
                </a:lnTo>
                <a:lnTo>
                  <a:pt x="1860317" y="1332115"/>
                </a:lnTo>
                <a:close/>
                <a:moveTo>
                  <a:pt x="1750722" y="1576258"/>
                </a:moveTo>
                <a:lnTo>
                  <a:pt x="1750728" y="1576707"/>
                </a:lnTo>
                <a:lnTo>
                  <a:pt x="1750900" y="1576190"/>
                </a:lnTo>
                <a:close/>
                <a:moveTo>
                  <a:pt x="1640412" y="1823216"/>
                </a:moveTo>
                <a:lnTo>
                  <a:pt x="1640419" y="1823289"/>
                </a:lnTo>
                <a:lnTo>
                  <a:pt x="1640454" y="1823272"/>
                </a:lnTo>
                <a:lnTo>
                  <a:pt x="1640496" y="1823092"/>
                </a:lnTo>
                <a:close/>
                <a:moveTo>
                  <a:pt x="1899205" y="1243643"/>
                </a:moveTo>
                <a:lnTo>
                  <a:pt x="1898255" y="1246991"/>
                </a:lnTo>
                <a:lnTo>
                  <a:pt x="1899732" y="1245360"/>
                </a:lnTo>
                <a:lnTo>
                  <a:pt x="1900763" y="1242220"/>
                </a:lnTo>
                <a:close/>
                <a:moveTo>
                  <a:pt x="1541289" y="2045011"/>
                </a:moveTo>
                <a:lnTo>
                  <a:pt x="1541321" y="2048827"/>
                </a:lnTo>
                <a:lnTo>
                  <a:pt x="1542223" y="2049081"/>
                </a:lnTo>
                <a:lnTo>
                  <a:pt x="1548186" y="2044819"/>
                </a:lnTo>
                <a:lnTo>
                  <a:pt x="1548476" y="2043596"/>
                </a:lnTo>
                <a:lnTo>
                  <a:pt x="1544167" y="2043546"/>
                </a:lnTo>
                <a:close/>
                <a:moveTo>
                  <a:pt x="1788874" y="1490533"/>
                </a:moveTo>
                <a:lnTo>
                  <a:pt x="1789107" y="1491520"/>
                </a:lnTo>
                <a:lnTo>
                  <a:pt x="1791530" y="1490625"/>
                </a:lnTo>
                <a:lnTo>
                  <a:pt x="1798630" y="1486497"/>
                </a:lnTo>
                <a:lnTo>
                  <a:pt x="1795969" y="1483841"/>
                </a:lnTo>
                <a:close/>
                <a:moveTo>
                  <a:pt x="1778034" y="1514806"/>
                </a:moveTo>
                <a:lnTo>
                  <a:pt x="1778754" y="1514402"/>
                </a:lnTo>
                <a:lnTo>
                  <a:pt x="1780183" y="1513298"/>
                </a:lnTo>
                <a:lnTo>
                  <a:pt x="1780666" y="1512914"/>
                </a:lnTo>
                <a:lnTo>
                  <a:pt x="1780295" y="1512542"/>
                </a:lnTo>
                <a:lnTo>
                  <a:pt x="1779360" y="1513091"/>
                </a:lnTo>
                <a:close/>
                <a:moveTo>
                  <a:pt x="1625583" y="1856113"/>
                </a:moveTo>
                <a:lnTo>
                  <a:pt x="1625927" y="1856680"/>
                </a:lnTo>
                <a:lnTo>
                  <a:pt x="1629870" y="1855516"/>
                </a:lnTo>
                <a:lnTo>
                  <a:pt x="1630307" y="1855006"/>
                </a:lnTo>
                <a:close/>
                <a:moveTo>
                  <a:pt x="1789119" y="1489841"/>
                </a:moveTo>
                <a:lnTo>
                  <a:pt x="1795731" y="1483605"/>
                </a:lnTo>
                <a:lnTo>
                  <a:pt x="1794719" y="1482594"/>
                </a:lnTo>
                <a:lnTo>
                  <a:pt x="1794595" y="1482670"/>
                </a:lnTo>
                <a:lnTo>
                  <a:pt x="1793797" y="1483519"/>
                </a:lnTo>
                <a:lnTo>
                  <a:pt x="1791614" y="1486515"/>
                </a:lnTo>
                <a:close/>
                <a:moveTo>
                  <a:pt x="1775117" y="1521057"/>
                </a:moveTo>
                <a:lnTo>
                  <a:pt x="1775781" y="1520460"/>
                </a:lnTo>
                <a:lnTo>
                  <a:pt x="1778578" y="1517238"/>
                </a:lnTo>
                <a:lnTo>
                  <a:pt x="1778282" y="1516736"/>
                </a:lnTo>
                <a:lnTo>
                  <a:pt x="1775915" y="1519968"/>
                </a:lnTo>
                <a:lnTo>
                  <a:pt x="1775977" y="1519951"/>
                </a:lnTo>
                <a:lnTo>
                  <a:pt x="1775827" y="1520201"/>
                </a:lnTo>
                <a:lnTo>
                  <a:pt x="1775723" y="1520230"/>
                </a:lnTo>
                <a:close/>
                <a:moveTo>
                  <a:pt x="1562318" y="1997436"/>
                </a:moveTo>
                <a:lnTo>
                  <a:pt x="1561943" y="1999732"/>
                </a:lnTo>
                <a:lnTo>
                  <a:pt x="1563760" y="2000195"/>
                </a:lnTo>
                <a:lnTo>
                  <a:pt x="1565666" y="1998188"/>
                </a:lnTo>
                <a:close/>
                <a:moveTo>
                  <a:pt x="1855375" y="1341176"/>
                </a:moveTo>
                <a:lnTo>
                  <a:pt x="1856004" y="1340759"/>
                </a:lnTo>
                <a:lnTo>
                  <a:pt x="1855953" y="1340659"/>
                </a:lnTo>
                <a:close/>
                <a:moveTo>
                  <a:pt x="1816616" y="1427688"/>
                </a:moveTo>
                <a:lnTo>
                  <a:pt x="1817567" y="1428898"/>
                </a:lnTo>
                <a:lnTo>
                  <a:pt x="1827780" y="1416510"/>
                </a:lnTo>
                <a:lnTo>
                  <a:pt x="1828526" y="1415528"/>
                </a:lnTo>
                <a:close/>
                <a:moveTo>
                  <a:pt x="1510696" y="2112675"/>
                </a:moveTo>
                <a:lnTo>
                  <a:pt x="1511205" y="2115149"/>
                </a:lnTo>
                <a:lnTo>
                  <a:pt x="1512084" y="2112429"/>
                </a:lnTo>
                <a:close/>
                <a:moveTo>
                  <a:pt x="1821534" y="1416638"/>
                </a:moveTo>
                <a:lnTo>
                  <a:pt x="1825461" y="1414481"/>
                </a:lnTo>
                <a:lnTo>
                  <a:pt x="1827886" y="1412013"/>
                </a:lnTo>
                <a:lnTo>
                  <a:pt x="1826198" y="1412476"/>
                </a:lnTo>
                <a:close/>
                <a:moveTo>
                  <a:pt x="1803013" y="1457903"/>
                </a:moveTo>
                <a:lnTo>
                  <a:pt x="1803131" y="1458248"/>
                </a:lnTo>
                <a:lnTo>
                  <a:pt x="1804305" y="1456641"/>
                </a:lnTo>
                <a:close/>
                <a:moveTo>
                  <a:pt x="1867957" y="1312442"/>
                </a:moveTo>
                <a:lnTo>
                  <a:pt x="1869596" y="1314027"/>
                </a:lnTo>
                <a:lnTo>
                  <a:pt x="1872232" y="1309506"/>
                </a:lnTo>
                <a:close/>
                <a:moveTo>
                  <a:pt x="1821871" y="1415628"/>
                </a:moveTo>
                <a:lnTo>
                  <a:pt x="1824862" y="1413032"/>
                </a:lnTo>
                <a:lnTo>
                  <a:pt x="1824279" y="1413354"/>
                </a:lnTo>
                <a:lnTo>
                  <a:pt x="1822246" y="1414922"/>
                </a:lnTo>
                <a:close/>
                <a:moveTo>
                  <a:pt x="1566412" y="1987599"/>
                </a:moveTo>
                <a:lnTo>
                  <a:pt x="1569630" y="1987312"/>
                </a:lnTo>
                <a:lnTo>
                  <a:pt x="1569573" y="1986105"/>
                </a:lnTo>
                <a:lnTo>
                  <a:pt x="1569520" y="1985819"/>
                </a:lnTo>
                <a:lnTo>
                  <a:pt x="1566734" y="1986983"/>
                </a:lnTo>
                <a:close/>
                <a:moveTo>
                  <a:pt x="1807414" y="1447886"/>
                </a:moveTo>
                <a:lnTo>
                  <a:pt x="1807681" y="1449607"/>
                </a:lnTo>
                <a:lnTo>
                  <a:pt x="1810458" y="1446891"/>
                </a:lnTo>
                <a:lnTo>
                  <a:pt x="1811591" y="1445480"/>
                </a:lnTo>
                <a:lnTo>
                  <a:pt x="1808396" y="1447393"/>
                </a:lnTo>
                <a:close/>
                <a:moveTo>
                  <a:pt x="1517571" y="2096901"/>
                </a:moveTo>
                <a:lnTo>
                  <a:pt x="1515517" y="2103256"/>
                </a:lnTo>
                <a:lnTo>
                  <a:pt x="1527587" y="2107411"/>
                </a:lnTo>
                <a:lnTo>
                  <a:pt x="1532206" y="2107789"/>
                </a:lnTo>
                <a:lnTo>
                  <a:pt x="1533157" y="2106391"/>
                </a:lnTo>
                <a:lnTo>
                  <a:pt x="1535504" y="2098306"/>
                </a:lnTo>
                <a:lnTo>
                  <a:pt x="1538363" y="2086249"/>
                </a:lnTo>
                <a:close/>
                <a:moveTo>
                  <a:pt x="1485751" y="2168134"/>
                </a:moveTo>
                <a:lnTo>
                  <a:pt x="1485741" y="2168159"/>
                </a:lnTo>
                <a:lnTo>
                  <a:pt x="1477180" y="2222461"/>
                </a:lnTo>
                <a:lnTo>
                  <a:pt x="1488500" y="2223234"/>
                </a:lnTo>
                <a:lnTo>
                  <a:pt x="1488277" y="2223386"/>
                </a:lnTo>
                <a:lnTo>
                  <a:pt x="1477153" y="2222626"/>
                </a:lnTo>
                <a:lnTo>
                  <a:pt x="1477087" y="2223049"/>
                </a:lnTo>
                <a:lnTo>
                  <a:pt x="1476306" y="2227594"/>
                </a:lnTo>
                <a:lnTo>
                  <a:pt x="1496924" y="2230583"/>
                </a:lnTo>
                <a:lnTo>
                  <a:pt x="1500092" y="2220278"/>
                </a:lnTo>
                <a:lnTo>
                  <a:pt x="1512867" y="2176277"/>
                </a:lnTo>
                <a:lnTo>
                  <a:pt x="1511676" y="2175919"/>
                </a:lnTo>
                <a:lnTo>
                  <a:pt x="1510664" y="2177274"/>
                </a:lnTo>
                <a:lnTo>
                  <a:pt x="1510388" y="2177349"/>
                </a:lnTo>
                <a:lnTo>
                  <a:pt x="1511496" y="2175865"/>
                </a:lnTo>
                <a:close/>
                <a:moveTo>
                  <a:pt x="1743379" y="1591220"/>
                </a:moveTo>
                <a:lnTo>
                  <a:pt x="1744097" y="1593506"/>
                </a:lnTo>
                <a:lnTo>
                  <a:pt x="1745378" y="1592693"/>
                </a:lnTo>
                <a:lnTo>
                  <a:pt x="1745716" y="1591682"/>
                </a:lnTo>
                <a:lnTo>
                  <a:pt x="1744046" y="1590805"/>
                </a:lnTo>
                <a:lnTo>
                  <a:pt x="1743576" y="1590988"/>
                </a:lnTo>
                <a:close/>
                <a:moveTo>
                  <a:pt x="1818989" y="1421792"/>
                </a:moveTo>
                <a:lnTo>
                  <a:pt x="1825714" y="1416493"/>
                </a:lnTo>
                <a:lnTo>
                  <a:pt x="1823314" y="1417393"/>
                </a:lnTo>
                <a:close/>
                <a:moveTo>
                  <a:pt x="1562554" y="1995983"/>
                </a:moveTo>
                <a:lnTo>
                  <a:pt x="1562464" y="1996539"/>
                </a:lnTo>
                <a:lnTo>
                  <a:pt x="1566394" y="1997421"/>
                </a:lnTo>
                <a:lnTo>
                  <a:pt x="1567529" y="1996225"/>
                </a:lnTo>
                <a:close/>
                <a:moveTo>
                  <a:pt x="1636955" y="1829272"/>
                </a:moveTo>
                <a:lnTo>
                  <a:pt x="1637111" y="1829982"/>
                </a:lnTo>
                <a:lnTo>
                  <a:pt x="1638232" y="1829638"/>
                </a:lnTo>
                <a:lnTo>
                  <a:pt x="1638586" y="1829254"/>
                </a:lnTo>
                <a:lnTo>
                  <a:pt x="1637502" y="1828946"/>
                </a:lnTo>
                <a:close/>
                <a:moveTo>
                  <a:pt x="1541276" y="2043497"/>
                </a:moveTo>
                <a:lnTo>
                  <a:pt x="1541282" y="2044104"/>
                </a:lnTo>
                <a:lnTo>
                  <a:pt x="1542417" y="2043526"/>
                </a:lnTo>
                <a:lnTo>
                  <a:pt x="1541663" y="2043517"/>
                </a:lnTo>
                <a:close/>
                <a:moveTo>
                  <a:pt x="1624338" y="1857493"/>
                </a:moveTo>
                <a:lnTo>
                  <a:pt x="1626029" y="1858591"/>
                </a:lnTo>
                <a:lnTo>
                  <a:pt x="1625208" y="1857237"/>
                </a:lnTo>
                <a:close/>
                <a:moveTo>
                  <a:pt x="1820576" y="1418068"/>
                </a:moveTo>
                <a:lnTo>
                  <a:pt x="1822677" y="1417313"/>
                </a:lnTo>
                <a:lnTo>
                  <a:pt x="1824097" y="1415867"/>
                </a:lnTo>
                <a:lnTo>
                  <a:pt x="1820775" y="1417693"/>
                </a:lnTo>
                <a:close/>
                <a:moveTo>
                  <a:pt x="1489210" y="2160028"/>
                </a:moveTo>
                <a:lnTo>
                  <a:pt x="1503384" y="2167101"/>
                </a:lnTo>
                <a:lnTo>
                  <a:pt x="1506259" y="2167552"/>
                </a:lnTo>
                <a:lnTo>
                  <a:pt x="1506075" y="2167656"/>
                </a:lnTo>
                <a:lnTo>
                  <a:pt x="1503772" y="2167295"/>
                </a:lnTo>
                <a:lnTo>
                  <a:pt x="1513993" y="2172396"/>
                </a:lnTo>
                <a:lnTo>
                  <a:pt x="1514722" y="2169887"/>
                </a:lnTo>
                <a:lnTo>
                  <a:pt x="1504299" y="2162815"/>
                </a:lnTo>
                <a:lnTo>
                  <a:pt x="1502620" y="2161642"/>
                </a:lnTo>
                <a:lnTo>
                  <a:pt x="1492135" y="2159573"/>
                </a:lnTo>
                <a:lnTo>
                  <a:pt x="1490625" y="2159809"/>
                </a:lnTo>
                <a:lnTo>
                  <a:pt x="1501030" y="2163639"/>
                </a:lnTo>
                <a:lnTo>
                  <a:pt x="1500843" y="2163720"/>
                </a:lnTo>
                <a:lnTo>
                  <a:pt x="1490340" y="2159852"/>
                </a:lnTo>
                <a:close/>
                <a:moveTo>
                  <a:pt x="1564719" y="1990836"/>
                </a:moveTo>
                <a:lnTo>
                  <a:pt x="1568833" y="1991785"/>
                </a:lnTo>
                <a:lnTo>
                  <a:pt x="1569823" y="1991398"/>
                </a:lnTo>
                <a:lnTo>
                  <a:pt x="1569671" y="1988178"/>
                </a:lnTo>
                <a:lnTo>
                  <a:pt x="1565935" y="1988511"/>
                </a:lnTo>
                <a:close/>
                <a:moveTo>
                  <a:pt x="1487074" y="2164679"/>
                </a:moveTo>
                <a:lnTo>
                  <a:pt x="1485887" y="2167778"/>
                </a:lnTo>
                <a:lnTo>
                  <a:pt x="1499731" y="2172145"/>
                </a:lnTo>
                <a:lnTo>
                  <a:pt x="1511609" y="2175712"/>
                </a:lnTo>
                <a:lnTo>
                  <a:pt x="1513741" y="2172857"/>
                </a:lnTo>
                <a:lnTo>
                  <a:pt x="1513043" y="2172520"/>
                </a:lnTo>
                <a:lnTo>
                  <a:pt x="1502023" y="2167021"/>
                </a:lnTo>
                <a:lnTo>
                  <a:pt x="1492132" y="2165472"/>
                </a:lnTo>
                <a:lnTo>
                  <a:pt x="1512437" y="2173216"/>
                </a:lnTo>
                <a:lnTo>
                  <a:pt x="1511887" y="2173445"/>
                </a:lnTo>
                <a:lnTo>
                  <a:pt x="1490182" y="2165166"/>
                </a:lnTo>
                <a:close/>
                <a:moveTo>
                  <a:pt x="1624588" y="1856726"/>
                </a:moveTo>
                <a:lnTo>
                  <a:pt x="1624454" y="1857115"/>
                </a:lnTo>
                <a:lnTo>
                  <a:pt x="1625031" y="1856945"/>
                </a:lnTo>
                <a:lnTo>
                  <a:pt x="1624791" y="1856550"/>
                </a:lnTo>
                <a:close/>
                <a:moveTo>
                  <a:pt x="1787384" y="1492155"/>
                </a:moveTo>
                <a:lnTo>
                  <a:pt x="1788200" y="1491854"/>
                </a:lnTo>
                <a:lnTo>
                  <a:pt x="1788068" y="1491293"/>
                </a:lnTo>
                <a:lnTo>
                  <a:pt x="1787938" y="1491416"/>
                </a:lnTo>
                <a:close/>
                <a:moveTo>
                  <a:pt x="1487307" y="2164069"/>
                </a:moveTo>
                <a:lnTo>
                  <a:pt x="1487146" y="2164490"/>
                </a:lnTo>
                <a:lnTo>
                  <a:pt x="1489437" y="2164881"/>
                </a:lnTo>
                <a:close/>
                <a:moveTo>
                  <a:pt x="1777448" y="1514214"/>
                </a:moveTo>
                <a:lnTo>
                  <a:pt x="1777680" y="1514608"/>
                </a:lnTo>
                <a:lnTo>
                  <a:pt x="1778471" y="1513613"/>
                </a:lnTo>
                <a:close/>
                <a:moveTo>
                  <a:pt x="1818982" y="1421072"/>
                </a:moveTo>
                <a:lnTo>
                  <a:pt x="1822180" y="1417819"/>
                </a:lnTo>
                <a:lnTo>
                  <a:pt x="1820342" y="1418508"/>
                </a:lnTo>
                <a:close/>
                <a:moveTo>
                  <a:pt x="1824427" y="1408874"/>
                </a:moveTo>
                <a:lnTo>
                  <a:pt x="1824613" y="1408772"/>
                </a:lnTo>
                <a:lnTo>
                  <a:pt x="1825054" y="1408016"/>
                </a:lnTo>
                <a:close/>
                <a:moveTo>
                  <a:pt x="1562841" y="1994565"/>
                </a:moveTo>
                <a:lnTo>
                  <a:pt x="1562680" y="1995210"/>
                </a:lnTo>
                <a:lnTo>
                  <a:pt x="1562578" y="1995836"/>
                </a:lnTo>
                <a:lnTo>
                  <a:pt x="1567665" y="1996082"/>
                </a:lnTo>
                <a:lnTo>
                  <a:pt x="1568871" y="1994812"/>
                </a:lnTo>
                <a:lnTo>
                  <a:pt x="1564677" y="1993845"/>
                </a:lnTo>
                <a:close/>
                <a:moveTo>
                  <a:pt x="1625332" y="1854577"/>
                </a:moveTo>
                <a:lnTo>
                  <a:pt x="1625084" y="1855291"/>
                </a:lnTo>
                <a:lnTo>
                  <a:pt x="1625092" y="1855303"/>
                </a:lnTo>
                <a:lnTo>
                  <a:pt x="1625888" y="1854616"/>
                </a:lnTo>
                <a:close/>
                <a:moveTo>
                  <a:pt x="1788540" y="1489117"/>
                </a:moveTo>
                <a:lnTo>
                  <a:pt x="1788606" y="1489397"/>
                </a:lnTo>
                <a:lnTo>
                  <a:pt x="1789910" y="1487658"/>
                </a:lnTo>
                <a:close/>
                <a:moveTo>
                  <a:pt x="1563031" y="1994062"/>
                </a:moveTo>
                <a:lnTo>
                  <a:pt x="1563990" y="1993686"/>
                </a:lnTo>
                <a:lnTo>
                  <a:pt x="1563310" y="1993529"/>
                </a:lnTo>
                <a:close/>
                <a:moveTo>
                  <a:pt x="1838758" y="1376641"/>
                </a:moveTo>
                <a:lnTo>
                  <a:pt x="1843658" y="1373444"/>
                </a:lnTo>
                <a:lnTo>
                  <a:pt x="1844589" y="1371692"/>
                </a:lnTo>
                <a:lnTo>
                  <a:pt x="1843885" y="1370283"/>
                </a:lnTo>
                <a:lnTo>
                  <a:pt x="1843641" y="1370404"/>
                </a:lnTo>
                <a:close/>
                <a:moveTo>
                  <a:pt x="1739705" y="1598389"/>
                </a:moveTo>
                <a:lnTo>
                  <a:pt x="1740069" y="1599084"/>
                </a:lnTo>
                <a:lnTo>
                  <a:pt x="1741098" y="1598851"/>
                </a:lnTo>
                <a:lnTo>
                  <a:pt x="1742904" y="1597665"/>
                </a:lnTo>
                <a:lnTo>
                  <a:pt x="1743778" y="1596463"/>
                </a:lnTo>
                <a:lnTo>
                  <a:pt x="1743542" y="1595713"/>
                </a:lnTo>
                <a:lnTo>
                  <a:pt x="1740795" y="1597456"/>
                </a:lnTo>
                <a:close/>
                <a:moveTo>
                  <a:pt x="1488719" y="2160382"/>
                </a:moveTo>
                <a:lnTo>
                  <a:pt x="1487454" y="2163687"/>
                </a:lnTo>
                <a:lnTo>
                  <a:pt x="1491513" y="2165236"/>
                </a:lnTo>
                <a:lnTo>
                  <a:pt x="1491954" y="2165311"/>
                </a:lnTo>
                <a:lnTo>
                  <a:pt x="1501636" y="2166828"/>
                </a:lnTo>
                <a:close/>
                <a:moveTo>
                  <a:pt x="1742319" y="1592467"/>
                </a:moveTo>
                <a:lnTo>
                  <a:pt x="1742492" y="1592375"/>
                </a:lnTo>
                <a:lnTo>
                  <a:pt x="1742466" y="1592293"/>
                </a:lnTo>
                <a:close/>
                <a:moveTo>
                  <a:pt x="1512598" y="2106684"/>
                </a:moveTo>
                <a:lnTo>
                  <a:pt x="1513850" y="2106963"/>
                </a:lnTo>
                <a:lnTo>
                  <a:pt x="1513906" y="2106791"/>
                </a:lnTo>
                <a:close/>
                <a:moveTo>
                  <a:pt x="1576375" y="1963872"/>
                </a:moveTo>
                <a:lnTo>
                  <a:pt x="1576501" y="1963859"/>
                </a:lnTo>
                <a:lnTo>
                  <a:pt x="1576514" y="1963827"/>
                </a:lnTo>
                <a:close/>
                <a:moveTo>
                  <a:pt x="1613402" y="1880894"/>
                </a:moveTo>
                <a:lnTo>
                  <a:pt x="1614908" y="1880504"/>
                </a:lnTo>
                <a:lnTo>
                  <a:pt x="1614944" y="1879699"/>
                </a:lnTo>
                <a:lnTo>
                  <a:pt x="1613547" y="1880603"/>
                </a:lnTo>
                <a:close/>
                <a:moveTo>
                  <a:pt x="1800633" y="1461634"/>
                </a:moveTo>
                <a:lnTo>
                  <a:pt x="1800614" y="1461696"/>
                </a:lnTo>
                <a:lnTo>
                  <a:pt x="1800645" y="1461653"/>
                </a:lnTo>
                <a:close/>
                <a:moveTo>
                  <a:pt x="1613138" y="1881427"/>
                </a:moveTo>
                <a:lnTo>
                  <a:pt x="1613287" y="1881374"/>
                </a:lnTo>
                <a:lnTo>
                  <a:pt x="1613146" y="1881410"/>
                </a:lnTo>
                <a:close/>
                <a:moveTo>
                  <a:pt x="1739610" y="1598207"/>
                </a:moveTo>
                <a:lnTo>
                  <a:pt x="1739615" y="1598218"/>
                </a:lnTo>
                <a:lnTo>
                  <a:pt x="1739677" y="1598165"/>
                </a:lnTo>
                <a:close/>
                <a:moveTo>
                  <a:pt x="1612572" y="1882567"/>
                </a:moveTo>
                <a:lnTo>
                  <a:pt x="1614178" y="1882075"/>
                </a:lnTo>
                <a:lnTo>
                  <a:pt x="1614783" y="1881385"/>
                </a:lnTo>
                <a:lnTo>
                  <a:pt x="1614824" y="1881266"/>
                </a:lnTo>
                <a:lnTo>
                  <a:pt x="1612875" y="1881957"/>
                </a:lnTo>
                <a:close/>
                <a:moveTo>
                  <a:pt x="1557203" y="2006499"/>
                </a:moveTo>
                <a:lnTo>
                  <a:pt x="1557238" y="2006644"/>
                </a:lnTo>
                <a:lnTo>
                  <a:pt x="1557276" y="2006484"/>
                </a:lnTo>
                <a:close/>
                <a:moveTo>
                  <a:pt x="1800975" y="1460579"/>
                </a:moveTo>
                <a:lnTo>
                  <a:pt x="1800773" y="1461205"/>
                </a:lnTo>
                <a:lnTo>
                  <a:pt x="1800864" y="1461353"/>
                </a:lnTo>
                <a:lnTo>
                  <a:pt x="1801121" y="1461001"/>
                </a:lnTo>
                <a:close/>
                <a:moveTo>
                  <a:pt x="1788405" y="1488545"/>
                </a:moveTo>
                <a:lnTo>
                  <a:pt x="1788465" y="1488797"/>
                </a:lnTo>
                <a:lnTo>
                  <a:pt x="1790900" y="1486275"/>
                </a:lnTo>
                <a:lnTo>
                  <a:pt x="1791134" y="1486026"/>
                </a:lnTo>
                <a:lnTo>
                  <a:pt x="1792858" y="1483728"/>
                </a:lnTo>
                <a:lnTo>
                  <a:pt x="1791172" y="1484756"/>
                </a:lnTo>
                <a:close/>
                <a:moveTo>
                  <a:pt x="1746686" y="1581933"/>
                </a:moveTo>
                <a:lnTo>
                  <a:pt x="1746876" y="1582825"/>
                </a:lnTo>
                <a:lnTo>
                  <a:pt x="1747027" y="1582716"/>
                </a:lnTo>
                <a:lnTo>
                  <a:pt x="1747015" y="1581721"/>
                </a:lnTo>
                <a:close/>
                <a:moveTo>
                  <a:pt x="1541263" y="2041867"/>
                </a:moveTo>
                <a:lnTo>
                  <a:pt x="1541270" y="2042734"/>
                </a:lnTo>
                <a:lnTo>
                  <a:pt x="1543724" y="2042860"/>
                </a:lnTo>
                <a:lnTo>
                  <a:pt x="1546230" y="2041584"/>
                </a:lnTo>
                <a:close/>
                <a:moveTo>
                  <a:pt x="1491273" y="2153712"/>
                </a:moveTo>
                <a:lnTo>
                  <a:pt x="1489692" y="2157842"/>
                </a:lnTo>
                <a:lnTo>
                  <a:pt x="1495818" y="2156888"/>
                </a:lnTo>
                <a:close/>
                <a:moveTo>
                  <a:pt x="1486309" y="2164559"/>
                </a:moveTo>
                <a:lnTo>
                  <a:pt x="1485963" y="2166754"/>
                </a:lnTo>
                <a:lnTo>
                  <a:pt x="1486776" y="2164632"/>
                </a:lnTo>
                <a:close/>
                <a:moveTo>
                  <a:pt x="1815807" y="1426658"/>
                </a:moveTo>
                <a:lnTo>
                  <a:pt x="1816329" y="1427323"/>
                </a:lnTo>
                <a:lnTo>
                  <a:pt x="1827648" y="1415767"/>
                </a:lnTo>
                <a:lnTo>
                  <a:pt x="1826497" y="1416199"/>
                </a:lnTo>
                <a:lnTo>
                  <a:pt x="1818003" y="1422893"/>
                </a:lnTo>
                <a:close/>
                <a:moveTo>
                  <a:pt x="1635429" y="1830497"/>
                </a:moveTo>
                <a:lnTo>
                  <a:pt x="1636982" y="1830021"/>
                </a:lnTo>
                <a:lnTo>
                  <a:pt x="1636833" y="1829345"/>
                </a:lnTo>
                <a:lnTo>
                  <a:pt x="1635794" y="1829964"/>
                </a:lnTo>
                <a:close/>
                <a:moveTo>
                  <a:pt x="1863390" y="1319985"/>
                </a:moveTo>
                <a:lnTo>
                  <a:pt x="1866116" y="1317852"/>
                </a:lnTo>
                <a:lnTo>
                  <a:pt x="1867923" y="1316398"/>
                </a:lnTo>
                <a:lnTo>
                  <a:pt x="1865641" y="1315223"/>
                </a:lnTo>
                <a:close/>
                <a:moveTo>
                  <a:pt x="1619618" y="1865791"/>
                </a:moveTo>
                <a:lnTo>
                  <a:pt x="1619402" y="1866491"/>
                </a:lnTo>
                <a:lnTo>
                  <a:pt x="1620087" y="1866049"/>
                </a:lnTo>
                <a:lnTo>
                  <a:pt x="1620115" y="1865969"/>
                </a:lnTo>
                <a:lnTo>
                  <a:pt x="1620079" y="1865806"/>
                </a:lnTo>
                <a:close/>
                <a:moveTo>
                  <a:pt x="1751838" y="1569711"/>
                </a:moveTo>
                <a:lnTo>
                  <a:pt x="1753193" y="1569342"/>
                </a:lnTo>
                <a:lnTo>
                  <a:pt x="1753512" y="1568387"/>
                </a:lnTo>
                <a:lnTo>
                  <a:pt x="1752371" y="1569070"/>
                </a:lnTo>
                <a:lnTo>
                  <a:pt x="1752210" y="1569231"/>
                </a:lnTo>
                <a:close/>
                <a:moveTo>
                  <a:pt x="1787458" y="1489840"/>
                </a:moveTo>
                <a:lnTo>
                  <a:pt x="1787673" y="1489618"/>
                </a:lnTo>
                <a:lnTo>
                  <a:pt x="1787660" y="1489563"/>
                </a:lnTo>
                <a:close/>
                <a:moveTo>
                  <a:pt x="1738471" y="1599447"/>
                </a:moveTo>
                <a:lnTo>
                  <a:pt x="1738658" y="1599404"/>
                </a:lnTo>
                <a:lnTo>
                  <a:pt x="1738616" y="1599323"/>
                </a:lnTo>
                <a:close/>
                <a:moveTo>
                  <a:pt x="1557520" y="2004598"/>
                </a:moveTo>
                <a:lnTo>
                  <a:pt x="1557741" y="2004524"/>
                </a:lnTo>
                <a:lnTo>
                  <a:pt x="1557784" y="2004345"/>
                </a:lnTo>
                <a:lnTo>
                  <a:pt x="1557649" y="2004353"/>
                </a:lnTo>
                <a:close/>
                <a:moveTo>
                  <a:pt x="1565066" y="1987680"/>
                </a:moveTo>
                <a:lnTo>
                  <a:pt x="1565311" y="1987698"/>
                </a:lnTo>
                <a:lnTo>
                  <a:pt x="1565391" y="1987691"/>
                </a:lnTo>
                <a:lnTo>
                  <a:pt x="1565488" y="1987504"/>
                </a:lnTo>
                <a:close/>
                <a:moveTo>
                  <a:pt x="1486439" y="2163738"/>
                </a:moveTo>
                <a:lnTo>
                  <a:pt x="1486342" y="2164354"/>
                </a:lnTo>
                <a:lnTo>
                  <a:pt x="1486849" y="2164440"/>
                </a:lnTo>
                <a:lnTo>
                  <a:pt x="1487031" y="2163964"/>
                </a:lnTo>
                <a:close/>
                <a:moveTo>
                  <a:pt x="1493520" y="2147844"/>
                </a:moveTo>
                <a:lnTo>
                  <a:pt x="1491459" y="2153227"/>
                </a:lnTo>
                <a:lnTo>
                  <a:pt x="1496538" y="2156776"/>
                </a:lnTo>
                <a:lnTo>
                  <a:pt x="1511835" y="2154394"/>
                </a:lnTo>
                <a:lnTo>
                  <a:pt x="1517401" y="2153105"/>
                </a:lnTo>
                <a:lnTo>
                  <a:pt x="1516779" y="2149308"/>
                </a:lnTo>
                <a:lnTo>
                  <a:pt x="1505451" y="2146928"/>
                </a:lnTo>
                <a:lnTo>
                  <a:pt x="1504910" y="2147701"/>
                </a:lnTo>
                <a:lnTo>
                  <a:pt x="1504538" y="2147813"/>
                </a:lnTo>
                <a:lnTo>
                  <a:pt x="1505195" y="2146875"/>
                </a:lnTo>
                <a:lnTo>
                  <a:pt x="1499190" y="2145613"/>
                </a:lnTo>
                <a:close/>
                <a:moveTo>
                  <a:pt x="1520985" y="2086338"/>
                </a:moveTo>
                <a:lnTo>
                  <a:pt x="1518795" y="2093111"/>
                </a:lnTo>
                <a:lnTo>
                  <a:pt x="1537262" y="2083651"/>
                </a:lnTo>
                <a:close/>
                <a:moveTo>
                  <a:pt x="1773323" y="1520896"/>
                </a:moveTo>
                <a:lnTo>
                  <a:pt x="1773476" y="1522210"/>
                </a:lnTo>
                <a:lnTo>
                  <a:pt x="1773948" y="1521957"/>
                </a:lnTo>
                <a:lnTo>
                  <a:pt x="1775210" y="1520372"/>
                </a:lnTo>
                <a:close/>
                <a:moveTo>
                  <a:pt x="1814081" y="1429619"/>
                </a:moveTo>
                <a:lnTo>
                  <a:pt x="1814631" y="1429057"/>
                </a:lnTo>
                <a:lnTo>
                  <a:pt x="1814503" y="1428894"/>
                </a:lnTo>
                <a:close/>
                <a:moveTo>
                  <a:pt x="1494733" y="2144676"/>
                </a:moveTo>
                <a:lnTo>
                  <a:pt x="1494475" y="2145351"/>
                </a:lnTo>
                <a:lnTo>
                  <a:pt x="1495873" y="2144916"/>
                </a:lnTo>
                <a:close/>
                <a:moveTo>
                  <a:pt x="1785887" y="1492707"/>
                </a:moveTo>
                <a:lnTo>
                  <a:pt x="1786204" y="1492590"/>
                </a:lnTo>
                <a:lnTo>
                  <a:pt x="1786226" y="1492570"/>
                </a:lnTo>
                <a:lnTo>
                  <a:pt x="1787856" y="1490396"/>
                </a:lnTo>
                <a:lnTo>
                  <a:pt x="1787753" y="1489956"/>
                </a:lnTo>
                <a:lnTo>
                  <a:pt x="1786655" y="1491124"/>
                </a:lnTo>
                <a:close/>
                <a:moveTo>
                  <a:pt x="1773379" y="1520671"/>
                </a:moveTo>
                <a:lnTo>
                  <a:pt x="1775423" y="1520105"/>
                </a:lnTo>
                <a:lnTo>
                  <a:pt x="1775797" y="1519634"/>
                </a:lnTo>
                <a:lnTo>
                  <a:pt x="1778120" y="1516464"/>
                </a:lnTo>
                <a:lnTo>
                  <a:pt x="1777582" y="1515551"/>
                </a:lnTo>
                <a:lnTo>
                  <a:pt x="1777215" y="1515843"/>
                </a:lnTo>
                <a:close/>
                <a:moveTo>
                  <a:pt x="1856006" y="1335611"/>
                </a:moveTo>
                <a:lnTo>
                  <a:pt x="1857237" y="1334553"/>
                </a:lnTo>
                <a:lnTo>
                  <a:pt x="1859849" y="1330742"/>
                </a:lnTo>
                <a:lnTo>
                  <a:pt x="1868113" y="1316570"/>
                </a:lnTo>
                <a:lnTo>
                  <a:pt x="1863096" y="1320609"/>
                </a:lnTo>
                <a:close/>
                <a:moveTo>
                  <a:pt x="1569971" y="1976099"/>
                </a:moveTo>
                <a:lnTo>
                  <a:pt x="1570001" y="1976741"/>
                </a:lnTo>
                <a:lnTo>
                  <a:pt x="1571066" y="1976403"/>
                </a:lnTo>
                <a:lnTo>
                  <a:pt x="1571184" y="1976132"/>
                </a:lnTo>
                <a:close/>
                <a:moveTo>
                  <a:pt x="1803077" y="1454090"/>
                </a:moveTo>
                <a:lnTo>
                  <a:pt x="1803069" y="1454116"/>
                </a:lnTo>
                <a:lnTo>
                  <a:pt x="1803103" y="1454083"/>
                </a:lnTo>
                <a:close/>
                <a:moveTo>
                  <a:pt x="1855584" y="1336505"/>
                </a:moveTo>
                <a:lnTo>
                  <a:pt x="1855810" y="1336633"/>
                </a:lnTo>
                <a:lnTo>
                  <a:pt x="1856879" y="1335075"/>
                </a:lnTo>
                <a:lnTo>
                  <a:pt x="1855835" y="1335973"/>
                </a:lnTo>
                <a:close/>
                <a:moveTo>
                  <a:pt x="1521697" y="2084134"/>
                </a:moveTo>
                <a:lnTo>
                  <a:pt x="1521089" y="2086016"/>
                </a:lnTo>
                <a:lnTo>
                  <a:pt x="1536367" y="2083494"/>
                </a:lnTo>
                <a:lnTo>
                  <a:pt x="1527007" y="2082038"/>
                </a:lnTo>
                <a:lnTo>
                  <a:pt x="1526802" y="2082159"/>
                </a:lnTo>
                <a:close/>
                <a:moveTo>
                  <a:pt x="1855117" y="1337493"/>
                </a:moveTo>
                <a:lnTo>
                  <a:pt x="1855159" y="1337583"/>
                </a:lnTo>
                <a:lnTo>
                  <a:pt x="1855717" y="1336770"/>
                </a:lnTo>
                <a:lnTo>
                  <a:pt x="1855513" y="1336655"/>
                </a:lnTo>
                <a:close/>
                <a:moveTo>
                  <a:pt x="1564312" y="1988657"/>
                </a:moveTo>
                <a:lnTo>
                  <a:pt x="1563821" y="1990629"/>
                </a:lnTo>
                <a:lnTo>
                  <a:pt x="1563850" y="1990636"/>
                </a:lnTo>
                <a:lnTo>
                  <a:pt x="1564913" y="1988603"/>
                </a:lnTo>
                <a:close/>
                <a:moveTo>
                  <a:pt x="1554995" y="2009426"/>
                </a:moveTo>
                <a:lnTo>
                  <a:pt x="1556453" y="2007891"/>
                </a:lnTo>
                <a:lnTo>
                  <a:pt x="1556248" y="2007031"/>
                </a:lnTo>
                <a:close/>
                <a:moveTo>
                  <a:pt x="1903143" y="1229776"/>
                </a:moveTo>
                <a:lnTo>
                  <a:pt x="1899456" y="1242762"/>
                </a:lnTo>
                <a:lnTo>
                  <a:pt x="1901069" y="1241286"/>
                </a:lnTo>
                <a:lnTo>
                  <a:pt x="1904008" y="1232330"/>
                </a:lnTo>
                <a:lnTo>
                  <a:pt x="1904186" y="1232817"/>
                </a:lnTo>
                <a:lnTo>
                  <a:pt x="1901551" y="1240846"/>
                </a:lnTo>
                <a:lnTo>
                  <a:pt x="1910070" y="1233055"/>
                </a:lnTo>
                <a:lnTo>
                  <a:pt x="1907387" y="1231248"/>
                </a:lnTo>
                <a:lnTo>
                  <a:pt x="1903880" y="1228965"/>
                </a:lnTo>
                <a:close/>
                <a:moveTo>
                  <a:pt x="1742682" y="1589006"/>
                </a:moveTo>
                <a:lnTo>
                  <a:pt x="1742786" y="1589335"/>
                </a:lnTo>
                <a:lnTo>
                  <a:pt x="1742852" y="1589331"/>
                </a:lnTo>
                <a:lnTo>
                  <a:pt x="1744209" y="1587736"/>
                </a:lnTo>
                <a:close/>
                <a:moveTo>
                  <a:pt x="1623104" y="1856693"/>
                </a:moveTo>
                <a:lnTo>
                  <a:pt x="1623283" y="1856808"/>
                </a:lnTo>
                <a:lnTo>
                  <a:pt x="1623342" y="1856637"/>
                </a:lnTo>
                <a:close/>
                <a:moveTo>
                  <a:pt x="1496463" y="2140158"/>
                </a:moveTo>
                <a:lnTo>
                  <a:pt x="1494965" y="2144068"/>
                </a:lnTo>
                <a:lnTo>
                  <a:pt x="1497076" y="2144542"/>
                </a:lnTo>
                <a:lnTo>
                  <a:pt x="1501873" y="2143050"/>
                </a:lnTo>
                <a:lnTo>
                  <a:pt x="1502533" y="2141101"/>
                </a:lnTo>
                <a:close/>
                <a:moveTo>
                  <a:pt x="1866665" y="1311190"/>
                </a:moveTo>
                <a:lnTo>
                  <a:pt x="1867564" y="1312062"/>
                </a:lnTo>
                <a:lnTo>
                  <a:pt x="1872865" y="1308421"/>
                </a:lnTo>
                <a:lnTo>
                  <a:pt x="1872871" y="1308411"/>
                </a:lnTo>
                <a:close/>
                <a:moveTo>
                  <a:pt x="1855363" y="1336380"/>
                </a:moveTo>
                <a:lnTo>
                  <a:pt x="1855377" y="1336387"/>
                </a:lnTo>
                <a:lnTo>
                  <a:pt x="1855393" y="1336354"/>
                </a:lnTo>
                <a:close/>
                <a:moveTo>
                  <a:pt x="1903453" y="1228686"/>
                </a:moveTo>
                <a:lnTo>
                  <a:pt x="1903374" y="1228961"/>
                </a:lnTo>
                <a:lnTo>
                  <a:pt x="1903561" y="1228756"/>
                </a:lnTo>
                <a:close/>
                <a:moveTo>
                  <a:pt x="1821199" y="1412781"/>
                </a:moveTo>
                <a:lnTo>
                  <a:pt x="1821886" y="1412594"/>
                </a:lnTo>
                <a:lnTo>
                  <a:pt x="1823690" y="1410355"/>
                </a:lnTo>
                <a:lnTo>
                  <a:pt x="1824010" y="1409808"/>
                </a:lnTo>
                <a:lnTo>
                  <a:pt x="1823379" y="1410152"/>
                </a:lnTo>
                <a:lnTo>
                  <a:pt x="1821547" y="1412306"/>
                </a:lnTo>
                <a:close/>
                <a:moveTo>
                  <a:pt x="1535636" y="2052171"/>
                </a:moveTo>
                <a:lnTo>
                  <a:pt x="1537079" y="2052756"/>
                </a:lnTo>
                <a:lnTo>
                  <a:pt x="1537259" y="2052628"/>
                </a:lnTo>
                <a:close/>
                <a:moveTo>
                  <a:pt x="1865121" y="1314389"/>
                </a:moveTo>
                <a:lnTo>
                  <a:pt x="1865645" y="1314659"/>
                </a:lnTo>
                <a:lnTo>
                  <a:pt x="1866084" y="1313730"/>
                </a:lnTo>
                <a:lnTo>
                  <a:pt x="1866169" y="1314103"/>
                </a:lnTo>
                <a:lnTo>
                  <a:pt x="1865856" y="1314767"/>
                </a:lnTo>
                <a:lnTo>
                  <a:pt x="1868352" y="1316053"/>
                </a:lnTo>
                <a:lnTo>
                  <a:pt x="1868471" y="1315958"/>
                </a:lnTo>
                <a:lnTo>
                  <a:pt x="1869381" y="1314396"/>
                </a:lnTo>
                <a:lnTo>
                  <a:pt x="1867608" y="1312681"/>
                </a:lnTo>
                <a:close/>
                <a:moveTo>
                  <a:pt x="1568775" y="1977833"/>
                </a:moveTo>
                <a:lnTo>
                  <a:pt x="1568781" y="1977859"/>
                </a:lnTo>
                <a:lnTo>
                  <a:pt x="1569179" y="1977705"/>
                </a:lnTo>
                <a:lnTo>
                  <a:pt x="1569179" y="1977704"/>
                </a:lnTo>
                <a:close/>
                <a:moveTo>
                  <a:pt x="1497553" y="2137310"/>
                </a:moveTo>
                <a:lnTo>
                  <a:pt x="1496844" y="2139163"/>
                </a:lnTo>
                <a:lnTo>
                  <a:pt x="1500027" y="2139657"/>
                </a:lnTo>
                <a:lnTo>
                  <a:pt x="1503045" y="2139591"/>
                </a:lnTo>
                <a:lnTo>
                  <a:pt x="1503061" y="2139542"/>
                </a:lnTo>
                <a:close/>
                <a:moveTo>
                  <a:pt x="1505922" y="2118378"/>
                </a:moveTo>
                <a:lnTo>
                  <a:pt x="1505765" y="2118764"/>
                </a:lnTo>
                <a:lnTo>
                  <a:pt x="1509971" y="2118965"/>
                </a:lnTo>
                <a:lnTo>
                  <a:pt x="1510427" y="2117557"/>
                </a:lnTo>
                <a:close/>
                <a:moveTo>
                  <a:pt x="1778863" y="1507168"/>
                </a:moveTo>
                <a:lnTo>
                  <a:pt x="1781838" y="1509115"/>
                </a:lnTo>
                <a:lnTo>
                  <a:pt x="1782333" y="1508752"/>
                </a:lnTo>
                <a:lnTo>
                  <a:pt x="1785484" y="1504786"/>
                </a:lnTo>
                <a:lnTo>
                  <a:pt x="1784385" y="1502955"/>
                </a:lnTo>
                <a:lnTo>
                  <a:pt x="1783738" y="1503248"/>
                </a:lnTo>
                <a:lnTo>
                  <a:pt x="1780042" y="1504740"/>
                </a:lnTo>
                <a:close/>
                <a:moveTo>
                  <a:pt x="1498157" y="2135547"/>
                </a:moveTo>
                <a:lnTo>
                  <a:pt x="1497627" y="2137115"/>
                </a:lnTo>
                <a:lnTo>
                  <a:pt x="1503128" y="2139343"/>
                </a:lnTo>
                <a:lnTo>
                  <a:pt x="1504962" y="2133924"/>
                </a:lnTo>
                <a:lnTo>
                  <a:pt x="1498689" y="2135441"/>
                </a:lnTo>
                <a:close/>
                <a:moveTo>
                  <a:pt x="1804633" y="1449286"/>
                </a:moveTo>
                <a:lnTo>
                  <a:pt x="1804314" y="1450269"/>
                </a:lnTo>
                <a:lnTo>
                  <a:pt x="1804536" y="1450526"/>
                </a:lnTo>
                <a:lnTo>
                  <a:pt x="1805464" y="1451774"/>
                </a:lnTo>
                <a:lnTo>
                  <a:pt x="1806445" y="1450815"/>
                </a:lnTo>
                <a:lnTo>
                  <a:pt x="1806094" y="1448551"/>
                </a:lnTo>
                <a:close/>
                <a:moveTo>
                  <a:pt x="1876226" y="1288963"/>
                </a:moveTo>
                <a:lnTo>
                  <a:pt x="1878900" y="1287191"/>
                </a:lnTo>
                <a:lnTo>
                  <a:pt x="1887912" y="1276137"/>
                </a:lnTo>
                <a:lnTo>
                  <a:pt x="1890101" y="1268900"/>
                </a:lnTo>
                <a:lnTo>
                  <a:pt x="1886496" y="1273553"/>
                </a:lnTo>
                <a:close/>
                <a:moveTo>
                  <a:pt x="1777717" y="1509528"/>
                </a:moveTo>
                <a:lnTo>
                  <a:pt x="1779185" y="1511006"/>
                </a:lnTo>
                <a:lnTo>
                  <a:pt x="1779579" y="1510775"/>
                </a:lnTo>
                <a:lnTo>
                  <a:pt x="1781395" y="1509441"/>
                </a:lnTo>
                <a:lnTo>
                  <a:pt x="1778633" y="1507642"/>
                </a:lnTo>
                <a:close/>
                <a:moveTo>
                  <a:pt x="1854818" y="1336847"/>
                </a:moveTo>
                <a:lnTo>
                  <a:pt x="1854987" y="1337213"/>
                </a:lnTo>
                <a:lnTo>
                  <a:pt x="1855306" y="1336537"/>
                </a:lnTo>
                <a:lnTo>
                  <a:pt x="1855228" y="1336494"/>
                </a:lnTo>
                <a:close/>
                <a:moveTo>
                  <a:pt x="1844692" y="1359482"/>
                </a:moveTo>
                <a:lnTo>
                  <a:pt x="1854631" y="1352773"/>
                </a:lnTo>
                <a:lnTo>
                  <a:pt x="1857374" y="1347604"/>
                </a:lnTo>
                <a:lnTo>
                  <a:pt x="1847139" y="1354377"/>
                </a:lnTo>
                <a:lnTo>
                  <a:pt x="1845734" y="1357350"/>
                </a:lnTo>
                <a:close/>
                <a:moveTo>
                  <a:pt x="1738782" y="1596626"/>
                </a:moveTo>
                <a:lnTo>
                  <a:pt x="1738882" y="1596816"/>
                </a:lnTo>
                <a:lnTo>
                  <a:pt x="1743056" y="1594167"/>
                </a:lnTo>
                <a:lnTo>
                  <a:pt x="1742535" y="1592511"/>
                </a:lnTo>
                <a:lnTo>
                  <a:pt x="1742469" y="1592659"/>
                </a:lnTo>
                <a:lnTo>
                  <a:pt x="1741897" y="1592962"/>
                </a:lnTo>
                <a:close/>
                <a:moveTo>
                  <a:pt x="1508065" y="2113140"/>
                </a:moveTo>
                <a:lnTo>
                  <a:pt x="1506145" y="2117833"/>
                </a:lnTo>
                <a:lnTo>
                  <a:pt x="1510600" y="2117021"/>
                </a:lnTo>
                <a:lnTo>
                  <a:pt x="1510718" y="2116655"/>
                </a:lnTo>
                <a:lnTo>
                  <a:pt x="1509927" y="2112811"/>
                </a:lnTo>
                <a:close/>
                <a:moveTo>
                  <a:pt x="1486968" y="2160377"/>
                </a:moveTo>
                <a:lnTo>
                  <a:pt x="1486504" y="2163325"/>
                </a:lnTo>
                <a:lnTo>
                  <a:pt x="1487178" y="2163582"/>
                </a:lnTo>
                <a:lnTo>
                  <a:pt x="1488454" y="2160250"/>
                </a:lnTo>
                <a:lnTo>
                  <a:pt x="1488295" y="2160171"/>
                </a:lnTo>
                <a:close/>
                <a:moveTo>
                  <a:pt x="1776347" y="1512348"/>
                </a:moveTo>
                <a:lnTo>
                  <a:pt x="1776490" y="1512589"/>
                </a:lnTo>
                <a:lnTo>
                  <a:pt x="1778922" y="1511161"/>
                </a:lnTo>
                <a:lnTo>
                  <a:pt x="1777580" y="1509810"/>
                </a:lnTo>
                <a:close/>
                <a:moveTo>
                  <a:pt x="1509921" y="2108911"/>
                </a:moveTo>
                <a:lnTo>
                  <a:pt x="1510668" y="2112539"/>
                </a:lnTo>
                <a:lnTo>
                  <a:pt x="1512132" y="2112280"/>
                </a:lnTo>
                <a:lnTo>
                  <a:pt x="1513073" y="2109368"/>
                </a:lnTo>
                <a:close/>
                <a:moveTo>
                  <a:pt x="1622789" y="1856045"/>
                </a:moveTo>
                <a:lnTo>
                  <a:pt x="1623601" y="1855889"/>
                </a:lnTo>
                <a:lnTo>
                  <a:pt x="1623765" y="1855414"/>
                </a:lnTo>
                <a:close/>
                <a:moveTo>
                  <a:pt x="1509348" y="2110002"/>
                </a:moveTo>
                <a:lnTo>
                  <a:pt x="1508136" y="2112965"/>
                </a:lnTo>
                <a:lnTo>
                  <a:pt x="1509714" y="2112708"/>
                </a:lnTo>
                <a:lnTo>
                  <a:pt x="1509898" y="2112675"/>
                </a:lnTo>
                <a:close/>
                <a:moveTo>
                  <a:pt x="1737209" y="1599732"/>
                </a:moveTo>
                <a:lnTo>
                  <a:pt x="1738077" y="1599535"/>
                </a:lnTo>
                <a:lnTo>
                  <a:pt x="1738526" y="1599150"/>
                </a:lnTo>
                <a:lnTo>
                  <a:pt x="1738425" y="1598960"/>
                </a:lnTo>
                <a:close/>
                <a:moveTo>
                  <a:pt x="1558710" y="1999314"/>
                </a:moveTo>
                <a:lnTo>
                  <a:pt x="1558706" y="2000454"/>
                </a:lnTo>
                <a:lnTo>
                  <a:pt x="1558963" y="1999370"/>
                </a:lnTo>
                <a:close/>
                <a:moveTo>
                  <a:pt x="1841919" y="1365152"/>
                </a:moveTo>
                <a:lnTo>
                  <a:pt x="1843279" y="1367875"/>
                </a:lnTo>
                <a:lnTo>
                  <a:pt x="1843920" y="1368528"/>
                </a:lnTo>
                <a:lnTo>
                  <a:pt x="1851150" y="1359330"/>
                </a:lnTo>
                <a:lnTo>
                  <a:pt x="1853867" y="1354212"/>
                </a:lnTo>
                <a:lnTo>
                  <a:pt x="1844018" y="1360859"/>
                </a:lnTo>
                <a:close/>
                <a:moveTo>
                  <a:pt x="1774072" y="1517032"/>
                </a:moveTo>
                <a:lnTo>
                  <a:pt x="1777109" y="1515326"/>
                </a:lnTo>
                <a:lnTo>
                  <a:pt x="1777305" y="1515081"/>
                </a:lnTo>
                <a:lnTo>
                  <a:pt x="1776961" y="1514499"/>
                </a:lnTo>
                <a:lnTo>
                  <a:pt x="1774641" y="1515861"/>
                </a:lnTo>
                <a:close/>
                <a:moveTo>
                  <a:pt x="1809903" y="1436783"/>
                </a:moveTo>
                <a:lnTo>
                  <a:pt x="1810567" y="1436199"/>
                </a:lnTo>
                <a:lnTo>
                  <a:pt x="1814428" y="1432705"/>
                </a:lnTo>
                <a:lnTo>
                  <a:pt x="1816000" y="1430798"/>
                </a:lnTo>
                <a:lnTo>
                  <a:pt x="1814918" y="1429421"/>
                </a:lnTo>
                <a:lnTo>
                  <a:pt x="1813133" y="1431244"/>
                </a:lnTo>
                <a:close/>
                <a:moveTo>
                  <a:pt x="1841482" y="1366045"/>
                </a:moveTo>
                <a:lnTo>
                  <a:pt x="1842063" y="1366636"/>
                </a:lnTo>
                <a:lnTo>
                  <a:pt x="1841623" y="1365757"/>
                </a:lnTo>
                <a:close/>
                <a:moveTo>
                  <a:pt x="1730561" y="1614413"/>
                </a:moveTo>
                <a:lnTo>
                  <a:pt x="1730622" y="1614559"/>
                </a:lnTo>
                <a:lnTo>
                  <a:pt x="1731751" y="1613007"/>
                </a:lnTo>
                <a:lnTo>
                  <a:pt x="1730860" y="1614077"/>
                </a:lnTo>
                <a:close/>
                <a:moveTo>
                  <a:pt x="1773113" y="1519102"/>
                </a:moveTo>
                <a:lnTo>
                  <a:pt x="1773241" y="1520195"/>
                </a:lnTo>
                <a:lnTo>
                  <a:pt x="1775816" y="1516955"/>
                </a:lnTo>
                <a:close/>
                <a:moveTo>
                  <a:pt x="1510736" y="2106609"/>
                </a:moveTo>
                <a:lnTo>
                  <a:pt x="1510471" y="2107256"/>
                </a:lnTo>
                <a:lnTo>
                  <a:pt x="1513569" y="2107834"/>
                </a:lnTo>
                <a:lnTo>
                  <a:pt x="1513747" y="2107280"/>
                </a:lnTo>
                <a:close/>
                <a:moveTo>
                  <a:pt x="1565476" y="1983983"/>
                </a:moveTo>
                <a:lnTo>
                  <a:pt x="1565440" y="1984127"/>
                </a:lnTo>
                <a:lnTo>
                  <a:pt x="1565791" y="1983953"/>
                </a:lnTo>
                <a:close/>
                <a:moveTo>
                  <a:pt x="1773304" y="1518614"/>
                </a:moveTo>
                <a:lnTo>
                  <a:pt x="1776397" y="1516223"/>
                </a:lnTo>
                <a:lnTo>
                  <a:pt x="1776702" y="1515840"/>
                </a:lnTo>
                <a:lnTo>
                  <a:pt x="1773881" y="1517426"/>
                </a:lnTo>
                <a:close/>
                <a:moveTo>
                  <a:pt x="1806755" y="1443645"/>
                </a:moveTo>
                <a:lnTo>
                  <a:pt x="1807005" y="1445251"/>
                </a:lnTo>
                <a:lnTo>
                  <a:pt x="1813111" y="1442006"/>
                </a:lnTo>
                <a:lnTo>
                  <a:pt x="1814229" y="1441286"/>
                </a:lnTo>
                <a:lnTo>
                  <a:pt x="1818603" y="1434109"/>
                </a:lnTo>
                <a:lnTo>
                  <a:pt x="1817144" y="1432253"/>
                </a:lnTo>
                <a:lnTo>
                  <a:pt x="1816768" y="1432582"/>
                </a:lnTo>
                <a:lnTo>
                  <a:pt x="1814497" y="1434254"/>
                </a:lnTo>
                <a:close/>
                <a:moveTo>
                  <a:pt x="1569871" y="1973988"/>
                </a:moveTo>
                <a:lnTo>
                  <a:pt x="1569882" y="1974210"/>
                </a:lnTo>
                <a:lnTo>
                  <a:pt x="1570327" y="1974222"/>
                </a:lnTo>
                <a:lnTo>
                  <a:pt x="1572139" y="1973926"/>
                </a:lnTo>
                <a:lnTo>
                  <a:pt x="1572538" y="1973004"/>
                </a:lnTo>
                <a:close/>
                <a:moveTo>
                  <a:pt x="1511930" y="2103664"/>
                </a:moveTo>
                <a:lnTo>
                  <a:pt x="1511838" y="2103913"/>
                </a:lnTo>
                <a:lnTo>
                  <a:pt x="1510964" y="2106050"/>
                </a:lnTo>
                <a:lnTo>
                  <a:pt x="1514063" y="2106304"/>
                </a:lnTo>
                <a:lnTo>
                  <a:pt x="1514653" y="2104480"/>
                </a:lnTo>
                <a:close/>
                <a:moveTo>
                  <a:pt x="1746115" y="1579244"/>
                </a:moveTo>
                <a:lnTo>
                  <a:pt x="1746598" y="1581520"/>
                </a:lnTo>
                <a:lnTo>
                  <a:pt x="1747009" y="1581255"/>
                </a:lnTo>
                <a:lnTo>
                  <a:pt x="1746977" y="1578529"/>
                </a:lnTo>
                <a:close/>
                <a:moveTo>
                  <a:pt x="1524481" y="2075518"/>
                </a:moveTo>
                <a:lnTo>
                  <a:pt x="1524300" y="2076076"/>
                </a:lnTo>
                <a:lnTo>
                  <a:pt x="1526012" y="2075413"/>
                </a:lnTo>
                <a:close/>
                <a:moveTo>
                  <a:pt x="1809030" y="1438280"/>
                </a:moveTo>
                <a:lnTo>
                  <a:pt x="1811070" y="1436778"/>
                </a:lnTo>
                <a:lnTo>
                  <a:pt x="1813839" y="1433420"/>
                </a:lnTo>
                <a:lnTo>
                  <a:pt x="1809885" y="1436997"/>
                </a:lnTo>
                <a:lnTo>
                  <a:pt x="1809882" y="1437054"/>
                </a:lnTo>
                <a:lnTo>
                  <a:pt x="1809486" y="1437497"/>
                </a:lnTo>
                <a:close/>
                <a:moveTo>
                  <a:pt x="1838721" y="1371692"/>
                </a:moveTo>
                <a:lnTo>
                  <a:pt x="1843159" y="1369497"/>
                </a:lnTo>
                <a:lnTo>
                  <a:pt x="1843356" y="1369245"/>
                </a:lnTo>
                <a:lnTo>
                  <a:pt x="1841000" y="1367032"/>
                </a:lnTo>
                <a:close/>
                <a:moveTo>
                  <a:pt x="1730972" y="1612926"/>
                </a:moveTo>
                <a:lnTo>
                  <a:pt x="1730630" y="1613848"/>
                </a:lnTo>
                <a:lnTo>
                  <a:pt x="1731958" y="1612356"/>
                </a:lnTo>
                <a:lnTo>
                  <a:pt x="1731951" y="1612327"/>
                </a:lnTo>
                <a:close/>
                <a:moveTo>
                  <a:pt x="1528603" y="2065875"/>
                </a:moveTo>
                <a:lnTo>
                  <a:pt x="1528406" y="2066682"/>
                </a:lnTo>
                <a:lnTo>
                  <a:pt x="1530223" y="2066501"/>
                </a:lnTo>
                <a:close/>
                <a:moveTo>
                  <a:pt x="1731618" y="1611186"/>
                </a:moveTo>
                <a:lnTo>
                  <a:pt x="1731174" y="1612382"/>
                </a:lnTo>
                <a:lnTo>
                  <a:pt x="1731866" y="1611959"/>
                </a:lnTo>
                <a:lnTo>
                  <a:pt x="1731708" y="1611274"/>
                </a:lnTo>
                <a:close/>
                <a:moveTo>
                  <a:pt x="1541227" y="2037490"/>
                </a:moveTo>
                <a:lnTo>
                  <a:pt x="1541252" y="2040572"/>
                </a:lnTo>
                <a:lnTo>
                  <a:pt x="1546307" y="2040283"/>
                </a:lnTo>
                <a:lnTo>
                  <a:pt x="1549379" y="2039789"/>
                </a:lnTo>
                <a:lnTo>
                  <a:pt x="1550067" y="2036887"/>
                </a:lnTo>
                <a:lnTo>
                  <a:pt x="1546920" y="2036603"/>
                </a:lnTo>
                <a:close/>
                <a:moveTo>
                  <a:pt x="1525149" y="2073452"/>
                </a:moveTo>
                <a:lnTo>
                  <a:pt x="1524529" y="2075371"/>
                </a:lnTo>
                <a:lnTo>
                  <a:pt x="1525323" y="2075328"/>
                </a:lnTo>
                <a:lnTo>
                  <a:pt x="1526429" y="2075252"/>
                </a:lnTo>
                <a:lnTo>
                  <a:pt x="1528898" y="2074297"/>
                </a:lnTo>
                <a:close/>
                <a:moveTo>
                  <a:pt x="1854451" y="1336054"/>
                </a:moveTo>
                <a:lnTo>
                  <a:pt x="1854748" y="1336695"/>
                </a:lnTo>
                <a:lnTo>
                  <a:pt x="1855080" y="1336410"/>
                </a:lnTo>
                <a:close/>
                <a:moveTo>
                  <a:pt x="1865870" y="1310422"/>
                </a:moveTo>
                <a:lnTo>
                  <a:pt x="1866177" y="1310718"/>
                </a:lnTo>
                <a:lnTo>
                  <a:pt x="1873325" y="1307631"/>
                </a:lnTo>
                <a:lnTo>
                  <a:pt x="1873888" y="1306665"/>
                </a:lnTo>
                <a:close/>
                <a:moveTo>
                  <a:pt x="1513704" y="2098881"/>
                </a:moveTo>
                <a:lnTo>
                  <a:pt x="1512470" y="2102208"/>
                </a:lnTo>
                <a:lnTo>
                  <a:pt x="1515095" y="2103111"/>
                </a:lnTo>
                <a:lnTo>
                  <a:pt x="1517009" y="2097188"/>
                </a:lnTo>
                <a:close/>
                <a:moveTo>
                  <a:pt x="1832881" y="1384148"/>
                </a:moveTo>
                <a:lnTo>
                  <a:pt x="1833632" y="1384957"/>
                </a:lnTo>
                <a:lnTo>
                  <a:pt x="1834304" y="1384774"/>
                </a:lnTo>
                <a:lnTo>
                  <a:pt x="1834167" y="1384997"/>
                </a:lnTo>
                <a:lnTo>
                  <a:pt x="1833768" y="1385106"/>
                </a:lnTo>
                <a:lnTo>
                  <a:pt x="1834353" y="1385754"/>
                </a:lnTo>
                <a:lnTo>
                  <a:pt x="1835950" y="1384180"/>
                </a:lnTo>
                <a:lnTo>
                  <a:pt x="1841045" y="1378367"/>
                </a:lnTo>
                <a:lnTo>
                  <a:pt x="1841299" y="1377889"/>
                </a:lnTo>
                <a:lnTo>
                  <a:pt x="1834272" y="1382372"/>
                </a:lnTo>
                <a:close/>
                <a:moveTo>
                  <a:pt x="1536695" y="2047350"/>
                </a:moveTo>
                <a:lnTo>
                  <a:pt x="1537773" y="2047829"/>
                </a:lnTo>
                <a:lnTo>
                  <a:pt x="1540953" y="2048723"/>
                </a:lnTo>
                <a:lnTo>
                  <a:pt x="1540923" y="2045198"/>
                </a:lnTo>
                <a:close/>
                <a:moveTo>
                  <a:pt x="1835149" y="1378995"/>
                </a:moveTo>
                <a:lnTo>
                  <a:pt x="1836264" y="1378268"/>
                </a:lnTo>
                <a:lnTo>
                  <a:pt x="1841684" y="1371372"/>
                </a:lnTo>
                <a:lnTo>
                  <a:pt x="1837982" y="1373204"/>
                </a:lnTo>
                <a:close/>
                <a:moveTo>
                  <a:pt x="1568429" y="1976057"/>
                </a:moveTo>
                <a:lnTo>
                  <a:pt x="1568647" y="1977170"/>
                </a:lnTo>
                <a:lnTo>
                  <a:pt x="1569146" y="1977012"/>
                </a:lnTo>
                <a:lnTo>
                  <a:pt x="1569103" y="1976075"/>
                </a:lnTo>
                <a:close/>
                <a:moveTo>
                  <a:pt x="1807159" y="1441490"/>
                </a:moveTo>
                <a:lnTo>
                  <a:pt x="1807142" y="1441543"/>
                </a:lnTo>
                <a:lnTo>
                  <a:pt x="1810119" y="1437932"/>
                </a:lnTo>
                <a:lnTo>
                  <a:pt x="1808351" y="1439445"/>
                </a:lnTo>
                <a:close/>
                <a:moveTo>
                  <a:pt x="1559505" y="1995874"/>
                </a:moveTo>
                <a:lnTo>
                  <a:pt x="1559777" y="1995935"/>
                </a:lnTo>
                <a:lnTo>
                  <a:pt x="1559797" y="1995850"/>
                </a:lnTo>
                <a:lnTo>
                  <a:pt x="1559591" y="1995841"/>
                </a:lnTo>
                <a:close/>
                <a:moveTo>
                  <a:pt x="1832017" y="1385398"/>
                </a:moveTo>
                <a:lnTo>
                  <a:pt x="1833144" y="1385090"/>
                </a:lnTo>
                <a:lnTo>
                  <a:pt x="1832601" y="1384506"/>
                </a:lnTo>
                <a:lnTo>
                  <a:pt x="1832207" y="1385009"/>
                </a:lnTo>
                <a:close/>
                <a:moveTo>
                  <a:pt x="1556309" y="2002733"/>
                </a:moveTo>
                <a:lnTo>
                  <a:pt x="1556400" y="2003114"/>
                </a:lnTo>
                <a:lnTo>
                  <a:pt x="1557354" y="2003056"/>
                </a:lnTo>
                <a:lnTo>
                  <a:pt x="1557540" y="2002699"/>
                </a:lnTo>
                <a:close/>
                <a:moveTo>
                  <a:pt x="1573579" y="1964056"/>
                </a:moveTo>
                <a:lnTo>
                  <a:pt x="1573603" y="1964179"/>
                </a:lnTo>
                <a:lnTo>
                  <a:pt x="1575510" y="1963968"/>
                </a:lnTo>
                <a:lnTo>
                  <a:pt x="1576598" y="1963633"/>
                </a:lnTo>
                <a:lnTo>
                  <a:pt x="1577069" y="1962546"/>
                </a:lnTo>
                <a:close/>
                <a:moveTo>
                  <a:pt x="1831538" y="1386377"/>
                </a:moveTo>
                <a:lnTo>
                  <a:pt x="1831966" y="1386835"/>
                </a:lnTo>
                <a:lnTo>
                  <a:pt x="1833938" y="1385945"/>
                </a:lnTo>
                <a:lnTo>
                  <a:pt x="1833281" y="1385239"/>
                </a:lnTo>
                <a:lnTo>
                  <a:pt x="1831912" y="1385612"/>
                </a:lnTo>
                <a:close/>
                <a:moveTo>
                  <a:pt x="1831130" y="1387212"/>
                </a:moveTo>
                <a:lnTo>
                  <a:pt x="1831402" y="1387090"/>
                </a:lnTo>
                <a:lnTo>
                  <a:pt x="1831263" y="1386940"/>
                </a:lnTo>
                <a:close/>
                <a:moveTo>
                  <a:pt x="1739392" y="1592617"/>
                </a:moveTo>
                <a:lnTo>
                  <a:pt x="1738868" y="1594018"/>
                </a:lnTo>
                <a:lnTo>
                  <a:pt x="1740389" y="1592228"/>
                </a:lnTo>
                <a:close/>
                <a:moveTo>
                  <a:pt x="1844350" y="1357476"/>
                </a:moveTo>
                <a:lnTo>
                  <a:pt x="1846291" y="1355008"/>
                </a:lnTo>
                <a:lnTo>
                  <a:pt x="1846342" y="1354904"/>
                </a:lnTo>
                <a:lnTo>
                  <a:pt x="1845924" y="1355181"/>
                </a:lnTo>
                <a:close/>
                <a:moveTo>
                  <a:pt x="1745855" y="1578018"/>
                </a:moveTo>
                <a:lnTo>
                  <a:pt x="1745977" y="1578597"/>
                </a:lnTo>
                <a:lnTo>
                  <a:pt x="1746969" y="1577840"/>
                </a:lnTo>
                <a:lnTo>
                  <a:pt x="1746968" y="1577802"/>
                </a:lnTo>
                <a:lnTo>
                  <a:pt x="1746772" y="1577712"/>
                </a:lnTo>
                <a:close/>
                <a:moveTo>
                  <a:pt x="1504175" y="2119109"/>
                </a:moveTo>
                <a:lnTo>
                  <a:pt x="1505793" y="2119909"/>
                </a:lnTo>
                <a:lnTo>
                  <a:pt x="1509363" y="2119356"/>
                </a:lnTo>
                <a:close/>
                <a:moveTo>
                  <a:pt x="1739866" y="1591347"/>
                </a:moveTo>
                <a:lnTo>
                  <a:pt x="1739635" y="1591965"/>
                </a:lnTo>
                <a:lnTo>
                  <a:pt x="1741016" y="1591491"/>
                </a:lnTo>
                <a:lnTo>
                  <a:pt x="1741675" y="1590717"/>
                </a:lnTo>
                <a:lnTo>
                  <a:pt x="1740540" y="1590787"/>
                </a:lnTo>
                <a:close/>
                <a:moveTo>
                  <a:pt x="1502542" y="2122568"/>
                </a:moveTo>
                <a:lnTo>
                  <a:pt x="1498645" y="2134103"/>
                </a:lnTo>
                <a:lnTo>
                  <a:pt x="1505355" y="2132762"/>
                </a:lnTo>
                <a:lnTo>
                  <a:pt x="1508858" y="2122413"/>
                </a:lnTo>
                <a:lnTo>
                  <a:pt x="1509091" y="2121691"/>
                </a:lnTo>
                <a:lnTo>
                  <a:pt x="1508770" y="2121532"/>
                </a:lnTo>
                <a:close/>
                <a:moveTo>
                  <a:pt x="1573252" y="1964197"/>
                </a:moveTo>
                <a:lnTo>
                  <a:pt x="1573268" y="1964196"/>
                </a:lnTo>
                <a:lnTo>
                  <a:pt x="1573267" y="1964191"/>
                </a:lnTo>
                <a:close/>
                <a:moveTo>
                  <a:pt x="1504213" y="2118690"/>
                </a:moveTo>
                <a:lnTo>
                  <a:pt x="1505679" y="2118760"/>
                </a:lnTo>
                <a:lnTo>
                  <a:pt x="1505828" y="2118395"/>
                </a:lnTo>
                <a:close/>
                <a:moveTo>
                  <a:pt x="1558722" y="1996629"/>
                </a:moveTo>
                <a:lnTo>
                  <a:pt x="1558712" y="1998907"/>
                </a:lnTo>
                <a:lnTo>
                  <a:pt x="1559052" y="1998994"/>
                </a:lnTo>
                <a:lnTo>
                  <a:pt x="1559568" y="1996819"/>
                </a:lnTo>
                <a:close/>
                <a:moveTo>
                  <a:pt x="1529610" y="2061767"/>
                </a:moveTo>
                <a:lnTo>
                  <a:pt x="1528686" y="2065537"/>
                </a:lnTo>
                <a:lnTo>
                  <a:pt x="1530987" y="2066424"/>
                </a:lnTo>
                <a:lnTo>
                  <a:pt x="1541090" y="2065416"/>
                </a:lnTo>
                <a:lnTo>
                  <a:pt x="1541008" y="2055472"/>
                </a:lnTo>
                <a:lnTo>
                  <a:pt x="1537772" y="2055935"/>
                </a:lnTo>
                <a:lnTo>
                  <a:pt x="1535833" y="2057320"/>
                </a:lnTo>
                <a:lnTo>
                  <a:pt x="1537209" y="2057619"/>
                </a:lnTo>
                <a:lnTo>
                  <a:pt x="1536860" y="2057790"/>
                </a:lnTo>
                <a:lnTo>
                  <a:pt x="1535568" y="2057509"/>
                </a:lnTo>
                <a:close/>
                <a:moveTo>
                  <a:pt x="1527151" y="2067256"/>
                </a:moveTo>
                <a:lnTo>
                  <a:pt x="1525262" y="2073101"/>
                </a:lnTo>
                <a:lnTo>
                  <a:pt x="1529514" y="2074058"/>
                </a:lnTo>
                <a:lnTo>
                  <a:pt x="1538197" y="2070698"/>
                </a:lnTo>
                <a:lnTo>
                  <a:pt x="1539346" y="2070023"/>
                </a:lnTo>
                <a:lnTo>
                  <a:pt x="1531147" y="2066857"/>
                </a:lnTo>
                <a:lnTo>
                  <a:pt x="1528293" y="2067142"/>
                </a:lnTo>
                <a:lnTo>
                  <a:pt x="1526930" y="2072702"/>
                </a:lnTo>
                <a:lnTo>
                  <a:pt x="1526533" y="2072958"/>
                </a:lnTo>
                <a:lnTo>
                  <a:pt x="1527950" y="2067176"/>
                </a:lnTo>
                <a:close/>
                <a:moveTo>
                  <a:pt x="1567844" y="1976041"/>
                </a:moveTo>
                <a:lnTo>
                  <a:pt x="1568091" y="1977348"/>
                </a:lnTo>
                <a:lnTo>
                  <a:pt x="1568127" y="1977336"/>
                </a:lnTo>
                <a:lnTo>
                  <a:pt x="1567875" y="1976042"/>
                </a:lnTo>
                <a:close/>
                <a:moveTo>
                  <a:pt x="1566725" y="1978484"/>
                </a:moveTo>
                <a:lnTo>
                  <a:pt x="1566693" y="1978666"/>
                </a:lnTo>
                <a:lnTo>
                  <a:pt x="1567693" y="1978280"/>
                </a:lnTo>
                <a:lnTo>
                  <a:pt x="1567423" y="1978262"/>
                </a:lnTo>
                <a:close/>
                <a:moveTo>
                  <a:pt x="1826566" y="1396546"/>
                </a:moveTo>
                <a:lnTo>
                  <a:pt x="1828487" y="1399842"/>
                </a:lnTo>
                <a:lnTo>
                  <a:pt x="1831574" y="1396212"/>
                </a:lnTo>
                <a:lnTo>
                  <a:pt x="1833223" y="1393103"/>
                </a:lnTo>
                <a:lnTo>
                  <a:pt x="1827338" y="1395664"/>
                </a:lnTo>
                <a:lnTo>
                  <a:pt x="1826567" y="1396544"/>
                </a:lnTo>
                <a:close/>
                <a:moveTo>
                  <a:pt x="1741856" y="1586025"/>
                </a:moveTo>
                <a:lnTo>
                  <a:pt x="1741795" y="1586187"/>
                </a:lnTo>
                <a:lnTo>
                  <a:pt x="1741869" y="1586425"/>
                </a:lnTo>
                <a:lnTo>
                  <a:pt x="1742968" y="1585635"/>
                </a:lnTo>
                <a:close/>
                <a:moveTo>
                  <a:pt x="1527709" y="2065529"/>
                </a:moveTo>
                <a:lnTo>
                  <a:pt x="1527301" y="2066792"/>
                </a:lnTo>
                <a:lnTo>
                  <a:pt x="1528063" y="2066716"/>
                </a:lnTo>
                <a:lnTo>
                  <a:pt x="1528298" y="2065757"/>
                </a:lnTo>
                <a:close/>
                <a:moveTo>
                  <a:pt x="1814021" y="1424387"/>
                </a:moveTo>
                <a:lnTo>
                  <a:pt x="1814662" y="1425202"/>
                </a:lnTo>
                <a:lnTo>
                  <a:pt x="1815349" y="1424661"/>
                </a:lnTo>
                <a:lnTo>
                  <a:pt x="1818347" y="1419521"/>
                </a:lnTo>
                <a:lnTo>
                  <a:pt x="1815895" y="1422561"/>
                </a:lnTo>
                <a:close/>
                <a:moveTo>
                  <a:pt x="1518187" y="2086799"/>
                </a:moveTo>
                <a:lnTo>
                  <a:pt x="1515153" y="2094977"/>
                </a:lnTo>
                <a:lnTo>
                  <a:pt x="1518233" y="2093399"/>
                </a:lnTo>
                <a:lnTo>
                  <a:pt x="1520488" y="2086420"/>
                </a:lnTo>
                <a:close/>
                <a:moveTo>
                  <a:pt x="1509409" y="2106423"/>
                </a:moveTo>
                <a:lnTo>
                  <a:pt x="1509544" y="2107083"/>
                </a:lnTo>
                <a:lnTo>
                  <a:pt x="1510268" y="2107218"/>
                </a:lnTo>
                <a:lnTo>
                  <a:pt x="1510513" y="2106558"/>
                </a:lnTo>
                <a:lnTo>
                  <a:pt x="1510192" y="2106487"/>
                </a:lnTo>
                <a:close/>
                <a:moveTo>
                  <a:pt x="1503718" y="2119087"/>
                </a:moveTo>
                <a:lnTo>
                  <a:pt x="1503310" y="2120294"/>
                </a:lnTo>
                <a:lnTo>
                  <a:pt x="1505562" y="2119945"/>
                </a:lnTo>
                <a:lnTo>
                  <a:pt x="1503840" y="2119093"/>
                </a:lnTo>
                <a:close/>
                <a:moveTo>
                  <a:pt x="1742339" y="1584731"/>
                </a:moveTo>
                <a:lnTo>
                  <a:pt x="1742082" y="1585421"/>
                </a:lnTo>
                <a:lnTo>
                  <a:pt x="1744398" y="1584607"/>
                </a:lnTo>
                <a:lnTo>
                  <a:pt x="1746570" y="1583045"/>
                </a:lnTo>
                <a:lnTo>
                  <a:pt x="1746376" y="1582133"/>
                </a:lnTo>
                <a:close/>
                <a:moveTo>
                  <a:pt x="1870722" y="1297220"/>
                </a:moveTo>
                <a:lnTo>
                  <a:pt x="1878385" y="1287822"/>
                </a:lnTo>
                <a:lnTo>
                  <a:pt x="1875879" y="1289482"/>
                </a:lnTo>
                <a:close/>
                <a:moveTo>
                  <a:pt x="1518753" y="2085274"/>
                </a:moveTo>
                <a:lnTo>
                  <a:pt x="1518307" y="2086474"/>
                </a:lnTo>
                <a:lnTo>
                  <a:pt x="1520593" y="2086097"/>
                </a:lnTo>
                <a:lnTo>
                  <a:pt x="1521159" y="2084342"/>
                </a:lnTo>
                <a:close/>
                <a:moveTo>
                  <a:pt x="1556013" y="2001490"/>
                </a:moveTo>
                <a:lnTo>
                  <a:pt x="1556269" y="2002570"/>
                </a:lnTo>
                <a:lnTo>
                  <a:pt x="1557627" y="2002532"/>
                </a:lnTo>
                <a:lnTo>
                  <a:pt x="1558152" y="2001528"/>
                </a:lnTo>
                <a:close/>
                <a:moveTo>
                  <a:pt x="1830130" y="1387663"/>
                </a:moveTo>
                <a:lnTo>
                  <a:pt x="1830374" y="1387553"/>
                </a:lnTo>
                <a:lnTo>
                  <a:pt x="1830639" y="1387013"/>
                </a:lnTo>
                <a:close/>
                <a:moveTo>
                  <a:pt x="1743616" y="1581316"/>
                </a:moveTo>
                <a:lnTo>
                  <a:pt x="1742570" y="1584113"/>
                </a:lnTo>
                <a:lnTo>
                  <a:pt x="1746288" y="1581720"/>
                </a:lnTo>
                <a:lnTo>
                  <a:pt x="1746130" y="1580976"/>
                </a:lnTo>
                <a:lnTo>
                  <a:pt x="1745697" y="1579591"/>
                </a:lnTo>
                <a:close/>
                <a:moveTo>
                  <a:pt x="1528718" y="2062405"/>
                </a:moveTo>
                <a:lnTo>
                  <a:pt x="1527816" y="2065200"/>
                </a:lnTo>
                <a:lnTo>
                  <a:pt x="1528381" y="2065419"/>
                </a:lnTo>
                <a:lnTo>
                  <a:pt x="1529205" y="2062057"/>
                </a:lnTo>
                <a:close/>
                <a:moveTo>
                  <a:pt x="1820171" y="1409622"/>
                </a:moveTo>
                <a:lnTo>
                  <a:pt x="1828373" y="1399976"/>
                </a:lnTo>
                <a:lnTo>
                  <a:pt x="1826479" y="1396723"/>
                </a:lnTo>
                <a:close/>
                <a:moveTo>
                  <a:pt x="1744334" y="1579396"/>
                </a:moveTo>
                <a:lnTo>
                  <a:pt x="1744096" y="1580033"/>
                </a:lnTo>
                <a:lnTo>
                  <a:pt x="1745500" y="1578961"/>
                </a:lnTo>
                <a:lnTo>
                  <a:pt x="1745267" y="1578214"/>
                </a:lnTo>
                <a:lnTo>
                  <a:pt x="1745244" y="1578221"/>
                </a:lnTo>
                <a:close/>
                <a:moveTo>
                  <a:pt x="1485786" y="2158320"/>
                </a:moveTo>
                <a:lnTo>
                  <a:pt x="1485985" y="2158419"/>
                </a:lnTo>
                <a:lnTo>
                  <a:pt x="1486156" y="2158393"/>
                </a:lnTo>
                <a:close/>
                <a:moveTo>
                  <a:pt x="1567151" y="1976023"/>
                </a:moveTo>
                <a:lnTo>
                  <a:pt x="1566854" y="1977740"/>
                </a:lnTo>
                <a:lnTo>
                  <a:pt x="1567907" y="1977406"/>
                </a:lnTo>
                <a:lnTo>
                  <a:pt x="1567629" y="1976036"/>
                </a:lnTo>
                <a:close/>
                <a:moveTo>
                  <a:pt x="1841495" y="1361640"/>
                </a:moveTo>
                <a:lnTo>
                  <a:pt x="1843813" y="1360076"/>
                </a:lnTo>
                <a:lnTo>
                  <a:pt x="1845791" y="1356032"/>
                </a:lnTo>
                <a:lnTo>
                  <a:pt x="1842281" y="1360494"/>
                </a:lnTo>
                <a:close/>
                <a:moveTo>
                  <a:pt x="1840844" y="1363002"/>
                </a:moveTo>
                <a:lnTo>
                  <a:pt x="1841621" y="1364557"/>
                </a:lnTo>
                <a:lnTo>
                  <a:pt x="1843139" y="1361452"/>
                </a:lnTo>
                <a:close/>
                <a:moveTo>
                  <a:pt x="1810862" y="1430059"/>
                </a:moveTo>
                <a:lnTo>
                  <a:pt x="1809484" y="1434311"/>
                </a:lnTo>
                <a:lnTo>
                  <a:pt x="1810071" y="1433714"/>
                </a:lnTo>
                <a:lnTo>
                  <a:pt x="1813572" y="1427709"/>
                </a:lnTo>
                <a:lnTo>
                  <a:pt x="1813395" y="1427483"/>
                </a:lnTo>
                <a:close/>
                <a:moveTo>
                  <a:pt x="1505578" y="2113581"/>
                </a:moveTo>
                <a:lnTo>
                  <a:pt x="1504010" y="2118223"/>
                </a:lnTo>
                <a:lnTo>
                  <a:pt x="1506051" y="2117851"/>
                </a:lnTo>
                <a:lnTo>
                  <a:pt x="1507971" y="2113157"/>
                </a:lnTo>
                <a:close/>
                <a:moveTo>
                  <a:pt x="1872793" y="1291238"/>
                </a:moveTo>
                <a:lnTo>
                  <a:pt x="1875152" y="1289674"/>
                </a:lnTo>
                <a:lnTo>
                  <a:pt x="1882212" y="1279081"/>
                </a:lnTo>
                <a:close/>
                <a:moveTo>
                  <a:pt x="1530795" y="2056933"/>
                </a:moveTo>
                <a:lnTo>
                  <a:pt x="1530702" y="2057313"/>
                </a:lnTo>
                <a:lnTo>
                  <a:pt x="1531344" y="2056855"/>
                </a:lnTo>
                <a:close/>
                <a:moveTo>
                  <a:pt x="1522318" y="2075667"/>
                </a:moveTo>
                <a:lnTo>
                  <a:pt x="1521808" y="2077040"/>
                </a:lnTo>
                <a:lnTo>
                  <a:pt x="1523764" y="2076283"/>
                </a:lnTo>
                <a:lnTo>
                  <a:pt x="1524000" y="2075551"/>
                </a:lnTo>
                <a:close/>
                <a:moveTo>
                  <a:pt x="1811531" y="1427993"/>
                </a:moveTo>
                <a:lnTo>
                  <a:pt x="1811213" y="1428973"/>
                </a:lnTo>
                <a:lnTo>
                  <a:pt x="1813076" y="1427079"/>
                </a:lnTo>
                <a:lnTo>
                  <a:pt x="1812929" y="1426891"/>
                </a:lnTo>
                <a:close/>
                <a:moveTo>
                  <a:pt x="1495213" y="2136136"/>
                </a:moveTo>
                <a:lnTo>
                  <a:pt x="1496905" y="2136822"/>
                </a:lnTo>
                <a:lnTo>
                  <a:pt x="1497277" y="2135723"/>
                </a:lnTo>
                <a:close/>
                <a:moveTo>
                  <a:pt x="1530380" y="2057261"/>
                </a:moveTo>
                <a:lnTo>
                  <a:pt x="1530262" y="2057628"/>
                </a:lnTo>
                <a:lnTo>
                  <a:pt x="1530297" y="2057603"/>
                </a:lnTo>
                <a:close/>
                <a:moveTo>
                  <a:pt x="1523294" y="2073035"/>
                </a:moveTo>
                <a:lnTo>
                  <a:pt x="1522384" y="2075489"/>
                </a:lnTo>
                <a:lnTo>
                  <a:pt x="1524050" y="2075397"/>
                </a:lnTo>
                <a:lnTo>
                  <a:pt x="1524710" y="2073353"/>
                </a:lnTo>
                <a:close/>
                <a:moveTo>
                  <a:pt x="1571294" y="1965510"/>
                </a:moveTo>
                <a:lnTo>
                  <a:pt x="1572107" y="1965693"/>
                </a:lnTo>
                <a:lnTo>
                  <a:pt x="1573323" y="1965245"/>
                </a:lnTo>
                <a:lnTo>
                  <a:pt x="1571490" y="1965447"/>
                </a:lnTo>
                <a:close/>
                <a:moveTo>
                  <a:pt x="1812090" y="1426267"/>
                </a:moveTo>
                <a:lnTo>
                  <a:pt x="1811672" y="1427559"/>
                </a:lnTo>
                <a:lnTo>
                  <a:pt x="1812772" y="1426692"/>
                </a:lnTo>
                <a:lnTo>
                  <a:pt x="1812287" y="1426075"/>
                </a:lnTo>
                <a:close/>
                <a:moveTo>
                  <a:pt x="1576708" y="1953256"/>
                </a:moveTo>
                <a:lnTo>
                  <a:pt x="1580499" y="1953200"/>
                </a:lnTo>
                <a:lnTo>
                  <a:pt x="1580066" y="1950289"/>
                </a:lnTo>
                <a:lnTo>
                  <a:pt x="1579807" y="1950348"/>
                </a:lnTo>
                <a:lnTo>
                  <a:pt x="1578426" y="1951313"/>
                </a:lnTo>
                <a:close/>
                <a:moveTo>
                  <a:pt x="1488153" y="2151532"/>
                </a:moveTo>
                <a:lnTo>
                  <a:pt x="1487564" y="2156598"/>
                </a:lnTo>
                <a:lnTo>
                  <a:pt x="1487437" y="2157406"/>
                </a:lnTo>
                <a:lnTo>
                  <a:pt x="1489394" y="2157793"/>
                </a:lnTo>
                <a:lnTo>
                  <a:pt x="1491024" y="2153538"/>
                </a:lnTo>
                <a:close/>
                <a:moveTo>
                  <a:pt x="1839711" y="1364242"/>
                </a:moveTo>
                <a:lnTo>
                  <a:pt x="1841089" y="1365645"/>
                </a:lnTo>
                <a:lnTo>
                  <a:pt x="1841326" y="1365161"/>
                </a:lnTo>
                <a:lnTo>
                  <a:pt x="1840397" y="1363303"/>
                </a:lnTo>
                <a:lnTo>
                  <a:pt x="1840318" y="1363358"/>
                </a:lnTo>
                <a:close/>
                <a:moveTo>
                  <a:pt x="1507284" y="2108529"/>
                </a:moveTo>
                <a:lnTo>
                  <a:pt x="1505649" y="2113371"/>
                </a:lnTo>
                <a:lnTo>
                  <a:pt x="1508044" y="2112980"/>
                </a:lnTo>
                <a:lnTo>
                  <a:pt x="1508977" y="2110697"/>
                </a:lnTo>
                <a:lnTo>
                  <a:pt x="1509307" y="2109806"/>
                </a:lnTo>
                <a:lnTo>
                  <a:pt x="1509099" y="2108791"/>
                </a:lnTo>
                <a:close/>
                <a:moveTo>
                  <a:pt x="1862497" y="1313037"/>
                </a:moveTo>
                <a:lnTo>
                  <a:pt x="1864581" y="1314110"/>
                </a:lnTo>
                <a:lnTo>
                  <a:pt x="1867215" y="1312301"/>
                </a:lnTo>
                <a:lnTo>
                  <a:pt x="1866257" y="1311374"/>
                </a:lnTo>
                <a:lnTo>
                  <a:pt x="1863752" y="1312495"/>
                </a:lnTo>
                <a:close/>
                <a:moveTo>
                  <a:pt x="1864277" y="1308880"/>
                </a:moveTo>
                <a:lnTo>
                  <a:pt x="1865695" y="1310252"/>
                </a:lnTo>
                <a:lnTo>
                  <a:pt x="1874091" y="1306320"/>
                </a:lnTo>
                <a:lnTo>
                  <a:pt x="1882980" y="1291072"/>
                </a:lnTo>
                <a:lnTo>
                  <a:pt x="1884063" y="1287963"/>
                </a:lnTo>
                <a:lnTo>
                  <a:pt x="1875627" y="1294960"/>
                </a:lnTo>
                <a:close/>
                <a:moveTo>
                  <a:pt x="1830217" y="1384959"/>
                </a:moveTo>
                <a:lnTo>
                  <a:pt x="1830644" y="1385416"/>
                </a:lnTo>
                <a:lnTo>
                  <a:pt x="1831795" y="1383952"/>
                </a:lnTo>
                <a:close/>
                <a:moveTo>
                  <a:pt x="1909486" y="1207437"/>
                </a:moveTo>
                <a:lnTo>
                  <a:pt x="1903544" y="1228364"/>
                </a:lnTo>
                <a:lnTo>
                  <a:pt x="1903776" y="1228520"/>
                </a:lnTo>
                <a:lnTo>
                  <a:pt x="1925172" y="1204973"/>
                </a:lnTo>
                <a:lnTo>
                  <a:pt x="1925184" y="1205519"/>
                </a:lnTo>
                <a:lnTo>
                  <a:pt x="1904091" y="1228733"/>
                </a:lnTo>
                <a:lnTo>
                  <a:pt x="1910255" y="1232886"/>
                </a:lnTo>
                <a:lnTo>
                  <a:pt x="1917286" y="1226456"/>
                </a:lnTo>
                <a:lnTo>
                  <a:pt x="1919221" y="1223553"/>
                </a:lnTo>
                <a:lnTo>
                  <a:pt x="1922541" y="1218423"/>
                </a:lnTo>
                <a:lnTo>
                  <a:pt x="1927411" y="1209248"/>
                </a:lnTo>
                <a:lnTo>
                  <a:pt x="1936920" y="1190735"/>
                </a:lnTo>
                <a:lnTo>
                  <a:pt x="1936979" y="1191031"/>
                </a:lnTo>
                <a:lnTo>
                  <a:pt x="1924321" y="1215672"/>
                </a:lnTo>
                <a:lnTo>
                  <a:pt x="1932765" y="1202626"/>
                </a:lnTo>
                <a:lnTo>
                  <a:pt x="1932798" y="1202988"/>
                </a:lnTo>
                <a:lnTo>
                  <a:pt x="1923296" y="1217668"/>
                </a:lnTo>
                <a:lnTo>
                  <a:pt x="1920108" y="1223875"/>
                </a:lnTo>
                <a:lnTo>
                  <a:pt x="1933020" y="1212067"/>
                </a:lnTo>
                <a:lnTo>
                  <a:pt x="1938996" y="1206452"/>
                </a:lnTo>
                <a:lnTo>
                  <a:pt x="1954088" y="1173908"/>
                </a:lnTo>
                <a:lnTo>
                  <a:pt x="1923245" y="1197682"/>
                </a:lnTo>
                <a:close/>
                <a:moveTo>
                  <a:pt x="1508034" y="2106310"/>
                </a:moveTo>
                <a:lnTo>
                  <a:pt x="1507878" y="2106772"/>
                </a:lnTo>
                <a:lnTo>
                  <a:pt x="1508716" y="2106928"/>
                </a:lnTo>
                <a:lnTo>
                  <a:pt x="1508598" y="2106357"/>
                </a:lnTo>
                <a:close/>
                <a:moveTo>
                  <a:pt x="1525372" y="2067433"/>
                </a:moveTo>
                <a:lnTo>
                  <a:pt x="1523423" y="2072688"/>
                </a:lnTo>
                <a:lnTo>
                  <a:pt x="1524824" y="2073003"/>
                </a:lnTo>
                <a:lnTo>
                  <a:pt x="1526665" y="2067304"/>
                </a:lnTo>
                <a:close/>
                <a:moveTo>
                  <a:pt x="1537242" y="2040801"/>
                </a:moveTo>
                <a:lnTo>
                  <a:pt x="1540885" y="2040593"/>
                </a:lnTo>
                <a:lnTo>
                  <a:pt x="1540860" y="2037546"/>
                </a:lnTo>
                <a:lnTo>
                  <a:pt x="1538941" y="2037845"/>
                </a:lnTo>
                <a:close/>
                <a:moveTo>
                  <a:pt x="1508378" y="2105290"/>
                </a:moveTo>
                <a:lnTo>
                  <a:pt x="1508236" y="2105710"/>
                </a:lnTo>
                <a:lnTo>
                  <a:pt x="1508476" y="2105764"/>
                </a:lnTo>
                <a:close/>
                <a:moveTo>
                  <a:pt x="1558738" y="1992474"/>
                </a:moveTo>
                <a:lnTo>
                  <a:pt x="1558726" y="1995605"/>
                </a:lnTo>
                <a:lnTo>
                  <a:pt x="1559049" y="1995625"/>
                </a:lnTo>
                <a:lnTo>
                  <a:pt x="1559933" y="1995278"/>
                </a:lnTo>
                <a:lnTo>
                  <a:pt x="1560502" y="1992881"/>
                </a:lnTo>
                <a:close/>
                <a:moveTo>
                  <a:pt x="1559958" y="1989738"/>
                </a:moveTo>
                <a:lnTo>
                  <a:pt x="1561179" y="1990020"/>
                </a:lnTo>
                <a:lnTo>
                  <a:pt x="1561367" y="1989226"/>
                </a:lnTo>
                <a:lnTo>
                  <a:pt x="1560533" y="1989575"/>
                </a:lnTo>
                <a:close/>
                <a:moveTo>
                  <a:pt x="1572895" y="1960654"/>
                </a:moveTo>
                <a:lnTo>
                  <a:pt x="1572943" y="1960896"/>
                </a:lnTo>
                <a:lnTo>
                  <a:pt x="1574808" y="1960362"/>
                </a:lnTo>
                <a:lnTo>
                  <a:pt x="1574620" y="1960623"/>
                </a:lnTo>
                <a:lnTo>
                  <a:pt x="1572983" y="1961092"/>
                </a:lnTo>
                <a:lnTo>
                  <a:pt x="1573129" y="1961819"/>
                </a:lnTo>
                <a:lnTo>
                  <a:pt x="1578164" y="1959457"/>
                </a:lnTo>
                <a:close/>
                <a:moveTo>
                  <a:pt x="1526283" y="2064979"/>
                </a:moveTo>
                <a:lnTo>
                  <a:pt x="1525546" y="2066966"/>
                </a:lnTo>
                <a:lnTo>
                  <a:pt x="1526815" y="2066840"/>
                </a:lnTo>
                <a:lnTo>
                  <a:pt x="1527290" y="2065368"/>
                </a:lnTo>
                <a:close/>
                <a:moveTo>
                  <a:pt x="1536278" y="2042477"/>
                </a:moveTo>
                <a:lnTo>
                  <a:pt x="1540902" y="2042715"/>
                </a:lnTo>
                <a:lnTo>
                  <a:pt x="1540896" y="2041888"/>
                </a:lnTo>
                <a:lnTo>
                  <a:pt x="1537177" y="2042101"/>
                </a:lnTo>
                <a:lnTo>
                  <a:pt x="1536424" y="2042222"/>
                </a:lnTo>
                <a:close/>
                <a:moveTo>
                  <a:pt x="1575182" y="1955343"/>
                </a:moveTo>
                <a:lnTo>
                  <a:pt x="1577633" y="1956289"/>
                </a:lnTo>
                <a:lnTo>
                  <a:pt x="1580082" y="1955590"/>
                </a:lnTo>
                <a:lnTo>
                  <a:pt x="1580306" y="1955073"/>
                </a:lnTo>
                <a:lnTo>
                  <a:pt x="1578274" y="1955251"/>
                </a:lnTo>
                <a:lnTo>
                  <a:pt x="1575213" y="1955295"/>
                </a:lnTo>
                <a:close/>
                <a:moveTo>
                  <a:pt x="1526704" y="2063845"/>
                </a:moveTo>
                <a:lnTo>
                  <a:pt x="1526403" y="2064655"/>
                </a:lnTo>
                <a:lnTo>
                  <a:pt x="1527397" y="2065039"/>
                </a:lnTo>
                <a:lnTo>
                  <a:pt x="1528106" y="2062843"/>
                </a:lnTo>
                <a:close/>
                <a:moveTo>
                  <a:pt x="1532326" y="2051239"/>
                </a:moveTo>
                <a:lnTo>
                  <a:pt x="1531765" y="2052976"/>
                </a:lnTo>
                <a:lnTo>
                  <a:pt x="1530973" y="2056206"/>
                </a:lnTo>
                <a:lnTo>
                  <a:pt x="1532344" y="2056140"/>
                </a:lnTo>
                <a:lnTo>
                  <a:pt x="1536808" y="2052950"/>
                </a:lnTo>
                <a:lnTo>
                  <a:pt x="1533176" y="2051478"/>
                </a:lnTo>
                <a:close/>
                <a:moveTo>
                  <a:pt x="1488382" y="2149566"/>
                </a:moveTo>
                <a:lnTo>
                  <a:pt x="1488219" y="2150963"/>
                </a:lnTo>
                <a:lnTo>
                  <a:pt x="1491209" y="2153053"/>
                </a:lnTo>
                <a:lnTo>
                  <a:pt x="1493023" y="2148315"/>
                </a:lnTo>
                <a:lnTo>
                  <a:pt x="1493130" y="2147997"/>
                </a:lnTo>
                <a:lnTo>
                  <a:pt x="1492006" y="2148440"/>
                </a:lnTo>
                <a:close/>
                <a:moveTo>
                  <a:pt x="1509204" y="2102847"/>
                </a:moveTo>
                <a:lnTo>
                  <a:pt x="1508874" y="2103825"/>
                </a:lnTo>
                <a:lnTo>
                  <a:pt x="1509304" y="2105914"/>
                </a:lnTo>
                <a:lnTo>
                  <a:pt x="1510709" y="2106029"/>
                </a:lnTo>
                <a:lnTo>
                  <a:pt x="1511621" y="2103571"/>
                </a:lnTo>
                <a:close/>
                <a:moveTo>
                  <a:pt x="1509883" y="2100839"/>
                </a:moveTo>
                <a:lnTo>
                  <a:pt x="1509739" y="2101267"/>
                </a:lnTo>
                <a:lnTo>
                  <a:pt x="1512166" y="2102102"/>
                </a:lnTo>
                <a:lnTo>
                  <a:pt x="1513280" y="2099099"/>
                </a:lnTo>
                <a:close/>
                <a:moveTo>
                  <a:pt x="1574078" y="1956999"/>
                </a:moveTo>
                <a:lnTo>
                  <a:pt x="1575888" y="1956787"/>
                </a:lnTo>
                <a:lnTo>
                  <a:pt x="1576893" y="1956500"/>
                </a:lnTo>
                <a:lnTo>
                  <a:pt x="1574918" y="1955738"/>
                </a:lnTo>
                <a:close/>
                <a:moveTo>
                  <a:pt x="1534130" y="2046213"/>
                </a:moveTo>
                <a:lnTo>
                  <a:pt x="1535739" y="2046926"/>
                </a:lnTo>
                <a:lnTo>
                  <a:pt x="1540916" y="2044290"/>
                </a:lnTo>
                <a:lnTo>
                  <a:pt x="1540909" y="2043478"/>
                </a:lnTo>
                <a:lnTo>
                  <a:pt x="1535852" y="2043217"/>
                </a:lnTo>
                <a:close/>
                <a:moveTo>
                  <a:pt x="1551028" y="2008247"/>
                </a:moveTo>
                <a:lnTo>
                  <a:pt x="1554034" y="2009402"/>
                </a:lnTo>
                <a:lnTo>
                  <a:pt x="1555360" y="2006867"/>
                </a:lnTo>
                <a:lnTo>
                  <a:pt x="1554871" y="2006965"/>
                </a:lnTo>
                <a:close/>
                <a:moveTo>
                  <a:pt x="1529183" y="2057164"/>
                </a:moveTo>
                <a:lnTo>
                  <a:pt x="1528559" y="2058845"/>
                </a:lnTo>
                <a:lnTo>
                  <a:pt x="1529650" y="2058065"/>
                </a:lnTo>
                <a:lnTo>
                  <a:pt x="1529978" y="2057050"/>
                </a:lnTo>
                <a:close/>
                <a:moveTo>
                  <a:pt x="1572693" y="1959648"/>
                </a:moveTo>
                <a:lnTo>
                  <a:pt x="1572783" y="1960102"/>
                </a:lnTo>
                <a:lnTo>
                  <a:pt x="1578711" y="1958754"/>
                </a:lnTo>
                <a:lnTo>
                  <a:pt x="1579056" y="1957958"/>
                </a:lnTo>
                <a:lnTo>
                  <a:pt x="1578585" y="1957968"/>
                </a:lnTo>
                <a:close/>
                <a:moveTo>
                  <a:pt x="1525862" y="2064446"/>
                </a:moveTo>
                <a:lnTo>
                  <a:pt x="1526101" y="2064538"/>
                </a:lnTo>
                <a:lnTo>
                  <a:pt x="1526234" y="2064181"/>
                </a:lnTo>
                <a:close/>
                <a:moveTo>
                  <a:pt x="1529540" y="2056201"/>
                </a:moveTo>
                <a:lnTo>
                  <a:pt x="1529512" y="2056277"/>
                </a:lnTo>
                <a:lnTo>
                  <a:pt x="1529821" y="2056262"/>
                </a:lnTo>
                <a:close/>
                <a:moveTo>
                  <a:pt x="1555302" y="1998496"/>
                </a:moveTo>
                <a:lnTo>
                  <a:pt x="1555817" y="2000667"/>
                </a:lnTo>
                <a:lnTo>
                  <a:pt x="1558346" y="2000712"/>
                </a:lnTo>
                <a:lnTo>
                  <a:pt x="1558352" y="1999235"/>
                </a:lnTo>
                <a:lnTo>
                  <a:pt x="1557261" y="1998996"/>
                </a:lnTo>
                <a:close/>
                <a:moveTo>
                  <a:pt x="1861591" y="1312174"/>
                </a:moveTo>
                <a:lnTo>
                  <a:pt x="1865293" y="1310440"/>
                </a:lnTo>
                <a:lnTo>
                  <a:pt x="1864014" y="1309203"/>
                </a:lnTo>
                <a:close/>
                <a:moveTo>
                  <a:pt x="1861445" y="1312496"/>
                </a:moveTo>
                <a:lnTo>
                  <a:pt x="1861726" y="1312640"/>
                </a:lnTo>
                <a:lnTo>
                  <a:pt x="1865764" y="1310897"/>
                </a:lnTo>
                <a:lnTo>
                  <a:pt x="1865468" y="1310610"/>
                </a:lnTo>
                <a:close/>
                <a:moveTo>
                  <a:pt x="1816004" y="1414186"/>
                </a:moveTo>
                <a:lnTo>
                  <a:pt x="1815997" y="1414207"/>
                </a:lnTo>
                <a:lnTo>
                  <a:pt x="1816356" y="1414108"/>
                </a:lnTo>
                <a:lnTo>
                  <a:pt x="1816539" y="1413894"/>
                </a:lnTo>
                <a:close/>
                <a:moveTo>
                  <a:pt x="1569499" y="1966073"/>
                </a:moveTo>
                <a:lnTo>
                  <a:pt x="1569514" y="1966376"/>
                </a:lnTo>
                <a:lnTo>
                  <a:pt x="1570040" y="1966456"/>
                </a:lnTo>
                <a:lnTo>
                  <a:pt x="1571255" y="1966007"/>
                </a:lnTo>
                <a:lnTo>
                  <a:pt x="1570364" y="1965806"/>
                </a:lnTo>
                <a:close/>
                <a:moveTo>
                  <a:pt x="1563457" y="1979521"/>
                </a:moveTo>
                <a:lnTo>
                  <a:pt x="1563643" y="1979508"/>
                </a:lnTo>
                <a:lnTo>
                  <a:pt x="1563650" y="1979460"/>
                </a:lnTo>
                <a:close/>
                <a:moveTo>
                  <a:pt x="1511984" y="2094670"/>
                </a:moveTo>
                <a:lnTo>
                  <a:pt x="1511882" y="2094919"/>
                </a:lnTo>
                <a:lnTo>
                  <a:pt x="1511175" y="2097015"/>
                </a:lnTo>
                <a:lnTo>
                  <a:pt x="1514093" y="2095520"/>
                </a:lnTo>
                <a:close/>
                <a:moveTo>
                  <a:pt x="1569532" y="1965806"/>
                </a:moveTo>
                <a:lnTo>
                  <a:pt x="1569881" y="1965698"/>
                </a:lnTo>
                <a:lnTo>
                  <a:pt x="1569815" y="1965683"/>
                </a:lnTo>
                <a:close/>
                <a:moveTo>
                  <a:pt x="1531470" y="2050998"/>
                </a:moveTo>
                <a:lnTo>
                  <a:pt x="1529624" y="2055974"/>
                </a:lnTo>
                <a:lnTo>
                  <a:pt x="1530279" y="2056116"/>
                </a:lnTo>
                <a:lnTo>
                  <a:pt x="1531807" y="2051390"/>
                </a:lnTo>
                <a:lnTo>
                  <a:pt x="1531884" y="2051115"/>
                </a:lnTo>
                <a:close/>
                <a:moveTo>
                  <a:pt x="1534933" y="2043170"/>
                </a:moveTo>
                <a:lnTo>
                  <a:pt x="1534205" y="2045423"/>
                </a:lnTo>
                <a:lnTo>
                  <a:pt x="1535484" y="2043199"/>
                </a:lnTo>
                <a:close/>
                <a:moveTo>
                  <a:pt x="1571873" y="1960309"/>
                </a:moveTo>
                <a:lnTo>
                  <a:pt x="1572460" y="1960175"/>
                </a:lnTo>
                <a:lnTo>
                  <a:pt x="1572372" y="1959740"/>
                </a:lnTo>
                <a:lnTo>
                  <a:pt x="1572223" y="1959783"/>
                </a:lnTo>
                <a:close/>
                <a:moveTo>
                  <a:pt x="1535193" y="2042421"/>
                </a:moveTo>
                <a:lnTo>
                  <a:pt x="1535910" y="2042458"/>
                </a:lnTo>
                <a:lnTo>
                  <a:pt x="1536007" y="2042290"/>
                </a:lnTo>
                <a:close/>
                <a:moveTo>
                  <a:pt x="1860930" y="1312984"/>
                </a:moveTo>
                <a:lnTo>
                  <a:pt x="1861127" y="1312899"/>
                </a:lnTo>
                <a:lnTo>
                  <a:pt x="1861038" y="1312853"/>
                </a:lnTo>
                <a:close/>
                <a:moveTo>
                  <a:pt x="1816759" y="1411854"/>
                </a:moveTo>
                <a:lnTo>
                  <a:pt x="1816282" y="1413329"/>
                </a:lnTo>
                <a:lnTo>
                  <a:pt x="1817660" y="1412575"/>
                </a:lnTo>
                <a:lnTo>
                  <a:pt x="1818784" y="1411254"/>
                </a:lnTo>
                <a:lnTo>
                  <a:pt x="1819169" y="1410466"/>
                </a:lnTo>
                <a:close/>
                <a:moveTo>
                  <a:pt x="1555090" y="1997607"/>
                </a:moveTo>
                <a:lnTo>
                  <a:pt x="1555186" y="1998008"/>
                </a:lnTo>
                <a:lnTo>
                  <a:pt x="1558354" y="1998816"/>
                </a:lnTo>
                <a:lnTo>
                  <a:pt x="1558363" y="1996549"/>
                </a:lnTo>
                <a:lnTo>
                  <a:pt x="1557996" y="1996466"/>
                </a:lnTo>
                <a:close/>
                <a:moveTo>
                  <a:pt x="1514970" y="2087330"/>
                </a:moveTo>
                <a:lnTo>
                  <a:pt x="1513628" y="2090629"/>
                </a:lnTo>
                <a:lnTo>
                  <a:pt x="1513781" y="2090624"/>
                </a:lnTo>
                <a:lnTo>
                  <a:pt x="1513551" y="2090818"/>
                </a:lnTo>
                <a:lnTo>
                  <a:pt x="1512080" y="2094434"/>
                </a:lnTo>
                <a:lnTo>
                  <a:pt x="1514392" y="2095367"/>
                </a:lnTo>
                <a:lnTo>
                  <a:pt x="1514729" y="2095194"/>
                </a:lnTo>
                <a:lnTo>
                  <a:pt x="1517821" y="2086859"/>
                </a:lnTo>
                <a:close/>
                <a:moveTo>
                  <a:pt x="1515256" y="2086627"/>
                </a:moveTo>
                <a:lnTo>
                  <a:pt x="1515113" y="2086978"/>
                </a:lnTo>
                <a:lnTo>
                  <a:pt x="1517356" y="2086631"/>
                </a:lnTo>
                <a:lnTo>
                  <a:pt x="1517941" y="2086535"/>
                </a:lnTo>
                <a:lnTo>
                  <a:pt x="1518351" y="2085429"/>
                </a:lnTo>
                <a:close/>
                <a:moveTo>
                  <a:pt x="1571137" y="1961412"/>
                </a:moveTo>
                <a:lnTo>
                  <a:pt x="1572623" y="1960987"/>
                </a:lnTo>
                <a:lnTo>
                  <a:pt x="1572571" y="1960727"/>
                </a:lnTo>
                <a:lnTo>
                  <a:pt x="1571419" y="1960989"/>
                </a:lnTo>
                <a:close/>
                <a:moveTo>
                  <a:pt x="1486886" y="2150032"/>
                </a:moveTo>
                <a:lnTo>
                  <a:pt x="1487266" y="2150297"/>
                </a:lnTo>
                <a:lnTo>
                  <a:pt x="1487307" y="2149901"/>
                </a:lnTo>
                <a:close/>
                <a:moveTo>
                  <a:pt x="1513207" y="2090883"/>
                </a:moveTo>
                <a:lnTo>
                  <a:pt x="1513082" y="2091367"/>
                </a:lnTo>
                <a:lnTo>
                  <a:pt x="1513023" y="2091543"/>
                </a:lnTo>
                <a:lnTo>
                  <a:pt x="1513282" y="2090881"/>
                </a:lnTo>
                <a:close/>
                <a:moveTo>
                  <a:pt x="1536151" y="2039403"/>
                </a:moveTo>
                <a:lnTo>
                  <a:pt x="1535670" y="2040891"/>
                </a:lnTo>
                <a:lnTo>
                  <a:pt x="1536851" y="2040823"/>
                </a:lnTo>
                <a:lnTo>
                  <a:pt x="1538526" y="2037910"/>
                </a:lnTo>
                <a:lnTo>
                  <a:pt x="1537644" y="2038047"/>
                </a:lnTo>
                <a:close/>
                <a:moveTo>
                  <a:pt x="1827671" y="1386583"/>
                </a:moveTo>
                <a:lnTo>
                  <a:pt x="1830267" y="1385874"/>
                </a:lnTo>
                <a:lnTo>
                  <a:pt x="1829711" y="1385281"/>
                </a:lnTo>
                <a:close/>
                <a:moveTo>
                  <a:pt x="1549748" y="2008675"/>
                </a:moveTo>
                <a:lnTo>
                  <a:pt x="1553423" y="2010571"/>
                </a:lnTo>
                <a:lnTo>
                  <a:pt x="1553839" y="2009775"/>
                </a:lnTo>
                <a:lnTo>
                  <a:pt x="1550404" y="2008456"/>
                </a:lnTo>
                <a:close/>
                <a:moveTo>
                  <a:pt x="1453191" y="2224787"/>
                </a:moveTo>
                <a:lnTo>
                  <a:pt x="1475344" y="2231422"/>
                </a:lnTo>
                <a:lnTo>
                  <a:pt x="1475865" y="2228073"/>
                </a:lnTo>
                <a:close/>
                <a:moveTo>
                  <a:pt x="1528639" y="2055760"/>
                </a:moveTo>
                <a:lnTo>
                  <a:pt x="1529304" y="2055904"/>
                </a:lnTo>
                <a:lnTo>
                  <a:pt x="1529877" y="2054358"/>
                </a:lnTo>
                <a:lnTo>
                  <a:pt x="1530255" y="2052950"/>
                </a:lnTo>
                <a:close/>
                <a:moveTo>
                  <a:pt x="1518768" y="2077798"/>
                </a:moveTo>
                <a:lnTo>
                  <a:pt x="1518575" y="2078292"/>
                </a:lnTo>
                <a:lnTo>
                  <a:pt x="1519588" y="2077900"/>
                </a:lnTo>
                <a:close/>
                <a:moveTo>
                  <a:pt x="1519002" y="2077198"/>
                </a:moveTo>
                <a:lnTo>
                  <a:pt x="1518978" y="2077260"/>
                </a:lnTo>
                <a:lnTo>
                  <a:pt x="1520641" y="2077492"/>
                </a:lnTo>
                <a:lnTo>
                  <a:pt x="1521011" y="2077349"/>
                </a:lnTo>
                <a:lnTo>
                  <a:pt x="1521009" y="2077349"/>
                </a:lnTo>
                <a:close/>
                <a:moveTo>
                  <a:pt x="1569836" y="1963365"/>
                </a:moveTo>
                <a:lnTo>
                  <a:pt x="1572820" y="1961964"/>
                </a:lnTo>
                <a:lnTo>
                  <a:pt x="1572663" y="1961184"/>
                </a:lnTo>
                <a:lnTo>
                  <a:pt x="1570966" y="1961669"/>
                </a:lnTo>
                <a:close/>
                <a:moveTo>
                  <a:pt x="1528308" y="2056336"/>
                </a:moveTo>
                <a:lnTo>
                  <a:pt x="1529159" y="2056295"/>
                </a:lnTo>
                <a:lnTo>
                  <a:pt x="1529220" y="2056132"/>
                </a:lnTo>
                <a:lnTo>
                  <a:pt x="1528514" y="2055979"/>
                </a:lnTo>
                <a:close/>
                <a:moveTo>
                  <a:pt x="1519527" y="2075858"/>
                </a:moveTo>
                <a:lnTo>
                  <a:pt x="1519111" y="2076920"/>
                </a:lnTo>
                <a:lnTo>
                  <a:pt x="1521443" y="2077096"/>
                </a:lnTo>
                <a:lnTo>
                  <a:pt x="1521964" y="2075691"/>
                </a:lnTo>
                <a:close/>
                <a:moveTo>
                  <a:pt x="1524020" y="2065762"/>
                </a:moveTo>
                <a:lnTo>
                  <a:pt x="1523834" y="2067138"/>
                </a:lnTo>
                <a:lnTo>
                  <a:pt x="1525187" y="2067003"/>
                </a:lnTo>
                <a:lnTo>
                  <a:pt x="1525981" y="2064862"/>
                </a:lnTo>
                <a:lnTo>
                  <a:pt x="1525525" y="2064687"/>
                </a:lnTo>
                <a:close/>
                <a:moveTo>
                  <a:pt x="1832689" y="1374483"/>
                </a:moveTo>
                <a:lnTo>
                  <a:pt x="1834886" y="1373589"/>
                </a:lnTo>
                <a:lnTo>
                  <a:pt x="1837945" y="1372076"/>
                </a:lnTo>
                <a:lnTo>
                  <a:pt x="1840597" y="1366654"/>
                </a:lnTo>
                <a:lnTo>
                  <a:pt x="1839052" y="1365204"/>
                </a:lnTo>
                <a:close/>
                <a:moveTo>
                  <a:pt x="1520847" y="2072484"/>
                </a:moveTo>
                <a:lnTo>
                  <a:pt x="1519611" y="2075642"/>
                </a:lnTo>
                <a:lnTo>
                  <a:pt x="1522032" y="2075508"/>
                </a:lnTo>
                <a:lnTo>
                  <a:pt x="1522976" y="2072963"/>
                </a:lnTo>
                <a:close/>
                <a:moveTo>
                  <a:pt x="1839169" y="1359650"/>
                </a:moveTo>
                <a:lnTo>
                  <a:pt x="1839530" y="1360374"/>
                </a:lnTo>
                <a:lnTo>
                  <a:pt x="1840740" y="1358610"/>
                </a:lnTo>
                <a:close/>
                <a:moveTo>
                  <a:pt x="1481151" y="2161284"/>
                </a:moveTo>
                <a:lnTo>
                  <a:pt x="1485921" y="2163102"/>
                </a:lnTo>
                <a:lnTo>
                  <a:pt x="1486194" y="2160498"/>
                </a:lnTo>
                <a:close/>
                <a:moveTo>
                  <a:pt x="1489095" y="2143444"/>
                </a:moveTo>
                <a:lnTo>
                  <a:pt x="1488663" y="2147159"/>
                </a:lnTo>
                <a:lnTo>
                  <a:pt x="1493971" y="2145507"/>
                </a:lnTo>
                <a:lnTo>
                  <a:pt x="1494284" y="2144582"/>
                </a:lnTo>
                <a:lnTo>
                  <a:pt x="1492477" y="2144203"/>
                </a:lnTo>
                <a:close/>
                <a:moveTo>
                  <a:pt x="1514086" y="2087476"/>
                </a:moveTo>
                <a:lnTo>
                  <a:pt x="1513270" y="2090642"/>
                </a:lnTo>
                <a:lnTo>
                  <a:pt x="1513377" y="2090638"/>
                </a:lnTo>
                <a:lnTo>
                  <a:pt x="1514650" y="2087383"/>
                </a:lnTo>
                <a:close/>
                <a:moveTo>
                  <a:pt x="1819373" y="1403786"/>
                </a:moveTo>
                <a:lnTo>
                  <a:pt x="1816801" y="1411726"/>
                </a:lnTo>
                <a:lnTo>
                  <a:pt x="1819239" y="1410321"/>
                </a:lnTo>
                <a:lnTo>
                  <a:pt x="1825283" y="1397963"/>
                </a:lnTo>
                <a:close/>
                <a:moveTo>
                  <a:pt x="1514200" y="2087036"/>
                </a:moveTo>
                <a:lnTo>
                  <a:pt x="1514177" y="2087123"/>
                </a:lnTo>
                <a:lnTo>
                  <a:pt x="1514789" y="2087028"/>
                </a:lnTo>
                <a:lnTo>
                  <a:pt x="1514891" y="2086768"/>
                </a:lnTo>
                <a:close/>
                <a:moveTo>
                  <a:pt x="1522719" y="2067698"/>
                </a:moveTo>
                <a:lnTo>
                  <a:pt x="1520991" y="2072115"/>
                </a:lnTo>
                <a:lnTo>
                  <a:pt x="1521575" y="2072272"/>
                </a:lnTo>
                <a:lnTo>
                  <a:pt x="1523105" y="2072616"/>
                </a:lnTo>
                <a:lnTo>
                  <a:pt x="1525014" y="2067470"/>
                </a:lnTo>
                <a:lnTo>
                  <a:pt x="1523773" y="2067593"/>
                </a:lnTo>
                <a:lnTo>
                  <a:pt x="1523492" y="2069669"/>
                </a:lnTo>
                <a:lnTo>
                  <a:pt x="1523264" y="2069853"/>
                </a:lnTo>
                <a:lnTo>
                  <a:pt x="1523567" y="2067614"/>
                </a:lnTo>
                <a:close/>
                <a:moveTo>
                  <a:pt x="1534788" y="2040638"/>
                </a:moveTo>
                <a:lnTo>
                  <a:pt x="1534714" y="2040945"/>
                </a:lnTo>
                <a:lnTo>
                  <a:pt x="1534721" y="2040945"/>
                </a:lnTo>
                <a:lnTo>
                  <a:pt x="1534812" y="2040617"/>
                </a:lnTo>
                <a:close/>
                <a:moveTo>
                  <a:pt x="1525684" y="2060900"/>
                </a:moveTo>
                <a:lnTo>
                  <a:pt x="1528088" y="2059182"/>
                </a:lnTo>
                <a:lnTo>
                  <a:pt x="1528817" y="2057217"/>
                </a:lnTo>
                <a:lnTo>
                  <a:pt x="1527711" y="2057375"/>
                </a:lnTo>
                <a:close/>
                <a:moveTo>
                  <a:pt x="1523265" y="2066302"/>
                </a:moveTo>
                <a:lnTo>
                  <a:pt x="1522902" y="2067231"/>
                </a:lnTo>
                <a:lnTo>
                  <a:pt x="1523628" y="2067158"/>
                </a:lnTo>
                <a:lnTo>
                  <a:pt x="1523795" y="2065923"/>
                </a:lnTo>
                <a:close/>
                <a:moveTo>
                  <a:pt x="1554640" y="1995713"/>
                </a:moveTo>
                <a:lnTo>
                  <a:pt x="1554997" y="1997215"/>
                </a:lnTo>
                <a:lnTo>
                  <a:pt x="1557302" y="1996310"/>
                </a:lnTo>
                <a:close/>
                <a:moveTo>
                  <a:pt x="1561300" y="1980206"/>
                </a:moveTo>
                <a:lnTo>
                  <a:pt x="1562787" y="1980176"/>
                </a:lnTo>
                <a:lnTo>
                  <a:pt x="1563370" y="1979950"/>
                </a:lnTo>
                <a:lnTo>
                  <a:pt x="1562098" y="1979953"/>
                </a:lnTo>
                <a:close/>
                <a:moveTo>
                  <a:pt x="1610969" y="1868945"/>
                </a:moveTo>
                <a:lnTo>
                  <a:pt x="1610985" y="1870252"/>
                </a:lnTo>
                <a:lnTo>
                  <a:pt x="1611382" y="1868966"/>
                </a:lnTo>
                <a:close/>
                <a:moveTo>
                  <a:pt x="1517985" y="2077122"/>
                </a:moveTo>
                <a:lnTo>
                  <a:pt x="1518629" y="2077211"/>
                </a:lnTo>
                <a:lnTo>
                  <a:pt x="1518645" y="2077171"/>
                </a:lnTo>
                <a:close/>
                <a:moveTo>
                  <a:pt x="1526739" y="2057423"/>
                </a:moveTo>
                <a:lnTo>
                  <a:pt x="1525535" y="2060501"/>
                </a:lnTo>
                <a:lnTo>
                  <a:pt x="1527321" y="2057394"/>
                </a:lnTo>
                <a:close/>
                <a:moveTo>
                  <a:pt x="1851591" y="1329870"/>
                </a:moveTo>
                <a:lnTo>
                  <a:pt x="1851979" y="1330708"/>
                </a:lnTo>
                <a:lnTo>
                  <a:pt x="1857571" y="1327081"/>
                </a:lnTo>
                <a:lnTo>
                  <a:pt x="1857476" y="1327474"/>
                </a:lnTo>
                <a:lnTo>
                  <a:pt x="1852097" y="1330963"/>
                </a:lnTo>
                <a:lnTo>
                  <a:pt x="1854332" y="1335795"/>
                </a:lnTo>
                <a:lnTo>
                  <a:pt x="1855213" y="1336294"/>
                </a:lnTo>
                <a:lnTo>
                  <a:pt x="1855564" y="1335992"/>
                </a:lnTo>
                <a:lnTo>
                  <a:pt x="1862672" y="1320950"/>
                </a:lnTo>
                <a:close/>
                <a:moveTo>
                  <a:pt x="1527399" y="2055737"/>
                </a:moveTo>
                <a:lnTo>
                  <a:pt x="1527142" y="2056393"/>
                </a:lnTo>
                <a:lnTo>
                  <a:pt x="1527919" y="2056355"/>
                </a:lnTo>
                <a:lnTo>
                  <a:pt x="1528177" y="2055905"/>
                </a:lnTo>
                <a:close/>
                <a:moveTo>
                  <a:pt x="1498176" y="2120931"/>
                </a:moveTo>
                <a:lnTo>
                  <a:pt x="1498505" y="2121038"/>
                </a:lnTo>
                <a:lnTo>
                  <a:pt x="1499289" y="2120917"/>
                </a:lnTo>
                <a:close/>
                <a:moveTo>
                  <a:pt x="1489482" y="2140120"/>
                </a:moveTo>
                <a:lnTo>
                  <a:pt x="1489173" y="2142768"/>
                </a:lnTo>
                <a:lnTo>
                  <a:pt x="1494494" y="2143962"/>
                </a:lnTo>
                <a:lnTo>
                  <a:pt x="1495812" y="2140058"/>
                </a:lnTo>
                <a:lnTo>
                  <a:pt x="1495383" y="2139991"/>
                </a:lnTo>
                <a:close/>
                <a:moveTo>
                  <a:pt x="1861769" y="1306454"/>
                </a:moveTo>
                <a:lnTo>
                  <a:pt x="1862565" y="1307224"/>
                </a:lnTo>
                <a:lnTo>
                  <a:pt x="1863704" y="1305827"/>
                </a:lnTo>
                <a:lnTo>
                  <a:pt x="1865487" y="1303370"/>
                </a:lnTo>
                <a:close/>
                <a:moveTo>
                  <a:pt x="1828958" y="1379923"/>
                </a:moveTo>
                <a:lnTo>
                  <a:pt x="1830757" y="1381860"/>
                </a:lnTo>
                <a:lnTo>
                  <a:pt x="1834285" y="1379559"/>
                </a:lnTo>
                <a:lnTo>
                  <a:pt x="1837205" y="1373587"/>
                </a:lnTo>
                <a:lnTo>
                  <a:pt x="1831299" y="1376510"/>
                </a:lnTo>
                <a:close/>
                <a:moveTo>
                  <a:pt x="1529183" y="2051176"/>
                </a:moveTo>
                <a:lnTo>
                  <a:pt x="1527487" y="2055511"/>
                </a:lnTo>
                <a:lnTo>
                  <a:pt x="1528303" y="2055687"/>
                </a:lnTo>
                <a:lnTo>
                  <a:pt x="1530584" y="2051720"/>
                </a:lnTo>
                <a:lnTo>
                  <a:pt x="1530826" y="2050816"/>
                </a:lnTo>
                <a:lnTo>
                  <a:pt x="1530222" y="2050647"/>
                </a:lnTo>
                <a:close/>
                <a:moveTo>
                  <a:pt x="1521916" y="2067329"/>
                </a:moveTo>
                <a:lnTo>
                  <a:pt x="1522519" y="2067269"/>
                </a:lnTo>
                <a:lnTo>
                  <a:pt x="1522755" y="2066666"/>
                </a:lnTo>
                <a:lnTo>
                  <a:pt x="1521981" y="2067219"/>
                </a:lnTo>
                <a:close/>
                <a:moveTo>
                  <a:pt x="1862319" y="1304755"/>
                </a:moveTo>
                <a:lnTo>
                  <a:pt x="1867167" y="1301055"/>
                </a:lnTo>
                <a:lnTo>
                  <a:pt x="1872059" y="1294316"/>
                </a:lnTo>
                <a:lnTo>
                  <a:pt x="1874806" y="1290193"/>
                </a:lnTo>
                <a:lnTo>
                  <a:pt x="1872331" y="1291833"/>
                </a:lnTo>
                <a:close/>
                <a:moveTo>
                  <a:pt x="1489601" y="2139092"/>
                </a:moveTo>
                <a:lnTo>
                  <a:pt x="1489509" y="2139887"/>
                </a:lnTo>
                <a:lnTo>
                  <a:pt x="1494074" y="2139787"/>
                </a:lnTo>
                <a:close/>
                <a:moveTo>
                  <a:pt x="1532366" y="2043038"/>
                </a:moveTo>
                <a:lnTo>
                  <a:pt x="1531568" y="2045078"/>
                </a:lnTo>
                <a:lnTo>
                  <a:pt x="1532279" y="2045393"/>
                </a:lnTo>
                <a:lnTo>
                  <a:pt x="1532903" y="2043065"/>
                </a:lnTo>
                <a:close/>
                <a:moveTo>
                  <a:pt x="1827502" y="1382046"/>
                </a:moveTo>
                <a:lnTo>
                  <a:pt x="1828625" y="1383251"/>
                </a:lnTo>
                <a:lnTo>
                  <a:pt x="1830375" y="1382110"/>
                </a:lnTo>
                <a:lnTo>
                  <a:pt x="1828698" y="1380303"/>
                </a:lnTo>
                <a:close/>
                <a:moveTo>
                  <a:pt x="1836765" y="1361242"/>
                </a:moveTo>
                <a:lnTo>
                  <a:pt x="1838043" y="1362543"/>
                </a:lnTo>
                <a:lnTo>
                  <a:pt x="1839185" y="1360878"/>
                </a:lnTo>
                <a:lnTo>
                  <a:pt x="1838720" y="1359948"/>
                </a:lnTo>
                <a:close/>
                <a:moveTo>
                  <a:pt x="1611323" y="1865724"/>
                </a:moveTo>
                <a:lnTo>
                  <a:pt x="1611158" y="1867011"/>
                </a:lnTo>
                <a:lnTo>
                  <a:pt x="1612052" y="1866346"/>
                </a:lnTo>
                <a:lnTo>
                  <a:pt x="1611529" y="1865423"/>
                </a:lnTo>
                <a:close/>
                <a:moveTo>
                  <a:pt x="1519341" y="2071672"/>
                </a:moveTo>
                <a:lnTo>
                  <a:pt x="1520658" y="2072026"/>
                </a:lnTo>
                <a:lnTo>
                  <a:pt x="1522337" y="2067737"/>
                </a:lnTo>
                <a:lnTo>
                  <a:pt x="1521633" y="2067806"/>
                </a:lnTo>
                <a:close/>
                <a:moveTo>
                  <a:pt x="1516651" y="2077537"/>
                </a:moveTo>
                <a:lnTo>
                  <a:pt x="1516222" y="2079202"/>
                </a:lnTo>
                <a:lnTo>
                  <a:pt x="1518141" y="2078459"/>
                </a:lnTo>
                <a:lnTo>
                  <a:pt x="1518417" y="2077755"/>
                </a:lnTo>
                <a:close/>
                <a:moveTo>
                  <a:pt x="1824236" y="1388774"/>
                </a:moveTo>
                <a:lnTo>
                  <a:pt x="1823655" y="1390565"/>
                </a:lnTo>
                <a:lnTo>
                  <a:pt x="1824736" y="1390096"/>
                </a:lnTo>
                <a:lnTo>
                  <a:pt x="1828190" y="1388538"/>
                </a:lnTo>
                <a:lnTo>
                  <a:pt x="1830102" y="1386106"/>
                </a:lnTo>
                <a:lnTo>
                  <a:pt x="1827160" y="1386908"/>
                </a:lnTo>
                <a:close/>
                <a:moveTo>
                  <a:pt x="1849162" y="1332867"/>
                </a:moveTo>
                <a:lnTo>
                  <a:pt x="1853109" y="1335102"/>
                </a:lnTo>
                <a:lnTo>
                  <a:pt x="1851266" y="1331502"/>
                </a:lnTo>
                <a:close/>
                <a:moveTo>
                  <a:pt x="1489820" y="2137214"/>
                </a:moveTo>
                <a:lnTo>
                  <a:pt x="1489722" y="2138056"/>
                </a:lnTo>
                <a:lnTo>
                  <a:pt x="1496151" y="2139055"/>
                </a:lnTo>
                <a:lnTo>
                  <a:pt x="1496838" y="2137021"/>
                </a:lnTo>
                <a:lnTo>
                  <a:pt x="1494839" y="2136210"/>
                </a:lnTo>
                <a:close/>
                <a:moveTo>
                  <a:pt x="1854254" y="1321173"/>
                </a:moveTo>
                <a:lnTo>
                  <a:pt x="1854766" y="1320851"/>
                </a:lnTo>
                <a:lnTo>
                  <a:pt x="1864109" y="1314434"/>
                </a:lnTo>
                <a:lnTo>
                  <a:pt x="1861898" y="1313296"/>
                </a:lnTo>
                <a:lnTo>
                  <a:pt x="1860012" y="1314111"/>
                </a:lnTo>
                <a:close/>
                <a:moveTo>
                  <a:pt x="1517041" y="2076028"/>
                </a:moveTo>
                <a:lnTo>
                  <a:pt x="1516855" y="2076750"/>
                </a:lnTo>
                <a:lnTo>
                  <a:pt x="1518754" y="2076893"/>
                </a:lnTo>
                <a:lnTo>
                  <a:pt x="1519149" y="2075884"/>
                </a:lnTo>
                <a:close/>
                <a:moveTo>
                  <a:pt x="1517259" y="2075182"/>
                </a:moveTo>
                <a:lnTo>
                  <a:pt x="1517105" y="2075779"/>
                </a:lnTo>
                <a:lnTo>
                  <a:pt x="1519235" y="2075662"/>
                </a:lnTo>
                <a:lnTo>
                  <a:pt x="1520509" y="2072408"/>
                </a:lnTo>
                <a:lnTo>
                  <a:pt x="1519093" y="2072089"/>
                </a:lnTo>
                <a:close/>
                <a:moveTo>
                  <a:pt x="1525137" y="2057501"/>
                </a:moveTo>
                <a:lnTo>
                  <a:pt x="1524569" y="2061696"/>
                </a:lnTo>
                <a:lnTo>
                  <a:pt x="1524750" y="2061567"/>
                </a:lnTo>
                <a:lnTo>
                  <a:pt x="1526364" y="2057441"/>
                </a:lnTo>
                <a:close/>
                <a:moveTo>
                  <a:pt x="1825441" y="1385052"/>
                </a:moveTo>
                <a:lnTo>
                  <a:pt x="1825328" y="1385401"/>
                </a:lnTo>
                <a:lnTo>
                  <a:pt x="1828120" y="1383580"/>
                </a:lnTo>
                <a:lnTo>
                  <a:pt x="1827156" y="1382551"/>
                </a:lnTo>
                <a:close/>
                <a:moveTo>
                  <a:pt x="1503343" y="2105926"/>
                </a:moveTo>
                <a:lnTo>
                  <a:pt x="1506964" y="2106601"/>
                </a:lnTo>
                <a:lnTo>
                  <a:pt x="1507113" y="2106235"/>
                </a:lnTo>
                <a:close/>
                <a:moveTo>
                  <a:pt x="1560487" y="1977450"/>
                </a:moveTo>
                <a:lnTo>
                  <a:pt x="1563902" y="1977669"/>
                </a:lnTo>
                <a:lnTo>
                  <a:pt x="1564037" y="1976141"/>
                </a:lnTo>
                <a:close/>
                <a:moveTo>
                  <a:pt x="1542273" y="2018219"/>
                </a:moveTo>
                <a:lnTo>
                  <a:pt x="1542006" y="2019175"/>
                </a:lnTo>
                <a:lnTo>
                  <a:pt x="1544187" y="2019290"/>
                </a:lnTo>
                <a:lnTo>
                  <a:pt x="1547078" y="2016744"/>
                </a:lnTo>
                <a:close/>
                <a:moveTo>
                  <a:pt x="1598948" y="1891212"/>
                </a:moveTo>
                <a:lnTo>
                  <a:pt x="1598901" y="1891629"/>
                </a:lnTo>
                <a:lnTo>
                  <a:pt x="1599241" y="1891233"/>
                </a:lnTo>
                <a:close/>
                <a:moveTo>
                  <a:pt x="1530448" y="2044581"/>
                </a:moveTo>
                <a:lnTo>
                  <a:pt x="1531255" y="2044939"/>
                </a:lnTo>
                <a:lnTo>
                  <a:pt x="1531917" y="2043247"/>
                </a:lnTo>
                <a:close/>
                <a:moveTo>
                  <a:pt x="1848396" y="1332433"/>
                </a:moveTo>
                <a:lnTo>
                  <a:pt x="1848888" y="1332712"/>
                </a:lnTo>
                <a:lnTo>
                  <a:pt x="1851138" y="1331252"/>
                </a:lnTo>
                <a:lnTo>
                  <a:pt x="1850769" y="1330532"/>
                </a:lnTo>
                <a:lnTo>
                  <a:pt x="1848808" y="1332111"/>
                </a:lnTo>
                <a:close/>
                <a:moveTo>
                  <a:pt x="1518115" y="2071869"/>
                </a:moveTo>
                <a:lnTo>
                  <a:pt x="1517396" y="2074656"/>
                </a:lnTo>
                <a:lnTo>
                  <a:pt x="1518897" y="2072045"/>
                </a:lnTo>
                <a:close/>
                <a:moveTo>
                  <a:pt x="1490157" y="2134314"/>
                </a:moveTo>
                <a:lnTo>
                  <a:pt x="1489980" y="2135836"/>
                </a:lnTo>
                <a:lnTo>
                  <a:pt x="1492614" y="2135309"/>
                </a:lnTo>
                <a:close/>
                <a:moveTo>
                  <a:pt x="1525433" y="2055310"/>
                </a:moveTo>
                <a:lnTo>
                  <a:pt x="1525274" y="2056483"/>
                </a:lnTo>
                <a:lnTo>
                  <a:pt x="1526767" y="2056411"/>
                </a:lnTo>
                <a:lnTo>
                  <a:pt x="1527059" y="2055663"/>
                </a:lnTo>
                <a:close/>
                <a:moveTo>
                  <a:pt x="1560041" y="1977789"/>
                </a:moveTo>
                <a:lnTo>
                  <a:pt x="1560473" y="1979500"/>
                </a:lnTo>
                <a:lnTo>
                  <a:pt x="1560386" y="1979657"/>
                </a:lnTo>
                <a:lnTo>
                  <a:pt x="1560817" y="1979657"/>
                </a:lnTo>
                <a:lnTo>
                  <a:pt x="1563770" y="1978719"/>
                </a:lnTo>
                <a:lnTo>
                  <a:pt x="1563857" y="1978183"/>
                </a:lnTo>
                <a:lnTo>
                  <a:pt x="1563870" y="1978034"/>
                </a:lnTo>
                <a:close/>
                <a:moveTo>
                  <a:pt x="1553730" y="1991887"/>
                </a:moveTo>
                <a:lnTo>
                  <a:pt x="1554406" y="1994730"/>
                </a:lnTo>
                <a:lnTo>
                  <a:pt x="1558141" y="1995568"/>
                </a:lnTo>
                <a:lnTo>
                  <a:pt x="1558367" y="1995582"/>
                </a:lnTo>
                <a:lnTo>
                  <a:pt x="1558377" y="1993195"/>
                </a:lnTo>
                <a:lnTo>
                  <a:pt x="1558303" y="1992374"/>
                </a:lnTo>
                <a:lnTo>
                  <a:pt x="1554514" y="1991500"/>
                </a:lnTo>
                <a:close/>
                <a:moveTo>
                  <a:pt x="1857778" y="1310607"/>
                </a:moveTo>
                <a:lnTo>
                  <a:pt x="1859206" y="1311344"/>
                </a:lnTo>
                <a:lnTo>
                  <a:pt x="1862302" y="1307547"/>
                </a:lnTo>
                <a:lnTo>
                  <a:pt x="1861447" y="1306721"/>
                </a:lnTo>
                <a:lnTo>
                  <a:pt x="1859626" y="1308231"/>
                </a:lnTo>
                <a:lnTo>
                  <a:pt x="1858038" y="1310281"/>
                </a:lnTo>
                <a:close/>
                <a:moveTo>
                  <a:pt x="1518712" y="2069555"/>
                </a:moveTo>
                <a:lnTo>
                  <a:pt x="1518242" y="2071377"/>
                </a:lnTo>
                <a:lnTo>
                  <a:pt x="1519142" y="2071619"/>
                </a:lnTo>
                <a:lnTo>
                  <a:pt x="1521317" y="2067839"/>
                </a:lnTo>
                <a:lnTo>
                  <a:pt x="1521083" y="2067862"/>
                </a:lnTo>
                <a:close/>
                <a:moveTo>
                  <a:pt x="1495927" y="2120201"/>
                </a:moveTo>
                <a:lnTo>
                  <a:pt x="1496584" y="2120415"/>
                </a:lnTo>
                <a:lnTo>
                  <a:pt x="1502474" y="2120335"/>
                </a:lnTo>
                <a:lnTo>
                  <a:pt x="1502909" y="2119049"/>
                </a:lnTo>
                <a:lnTo>
                  <a:pt x="1502384" y="2119024"/>
                </a:lnTo>
                <a:close/>
                <a:moveTo>
                  <a:pt x="1558637" y="1979661"/>
                </a:moveTo>
                <a:lnTo>
                  <a:pt x="1560381" y="1979657"/>
                </a:lnTo>
                <a:lnTo>
                  <a:pt x="1559931" y="1977878"/>
                </a:lnTo>
                <a:close/>
                <a:moveTo>
                  <a:pt x="1558331" y="1980161"/>
                </a:moveTo>
                <a:lnTo>
                  <a:pt x="1558341" y="1980268"/>
                </a:lnTo>
                <a:lnTo>
                  <a:pt x="1558929" y="1980256"/>
                </a:lnTo>
                <a:lnTo>
                  <a:pt x="1559492" y="1980077"/>
                </a:lnTo>
                <a:close/>
                <a:moveTo>
                  <a:pt x="1850061" y="1326859"/>
                </a:moveTo>
                <a:lnTo>
                  <a:pt x="1851361" y="1329399"/>
                </a:lnTo>
                <a:lnTo>
                  <a:pt x="1862974" y="1320311"/>
                </a:lnTo>
                <a:lnTo>
                  <a:pt x="1865430" y="1315114"/>
                </a:lnTo>
                <a:lnTo>
                  <a:pt x="1864650" y="1314712"/>
                </a:lnTo>
                <a:lnTo>
                  <a:pt x="1853141" y="1322616"/>
                </a:lnTo>
                <a:close/>
                <a:moveTo>
                  <a:pt x="1502758" y="2104489"/>
                </a:moveTo>
                <a:lnTo>
                  <a:pt x="1507402" y="2105525"/>
                </a:lnTo>
                <a:lnTo>
                  <a:pt x="1507852" y="2104420"/>
                </a:lnTo>
                <a:lnTo>
                  <a:pt x="1508068" y="2103781"/>
                </a:lnTo>
                <a:lnTo>
                  <a:pt x="1507788" y="2102423"/>
                </a:lnTo>
                <a:lnTo>
                  <a:pt x="1507158" y="2102234"/>
                </a:lnTo>
                <a:close/>
                <a:moveTo>
                  <a:pt x="1525757" y="2052921"/>
                </a:moveTo>
                <a:lnTo>
                  <a:pt x="1525466" y="2055072"/>
                </a:lnTo>
                <a:lnTo>
                  <a:pt x="1527148" y="2055437"/>
                </a:lnTo>
                <a:lnTo>
                  <a:pt x="1528723" y="2051409"/>
                </a:lnTo>
                <a:close/>
                <a:moveTo>
                  <a:pt x="1546177" y="2006833"/>
                </a:moveTo>
                <a:lnTo>
                  <a:pt x="1546269" y="2006880"/>
                </a:lnTo>
                <a:lnTo>
                  <a:pt x="1546290" y="2006876"/>
                </a:lnTo>
                <a:close/>
                <a:moveTo>
                  <a:pt x="1544283" y="2011015"/>
                </a:moveTo>
                <a:lnTo>
                  <a:pt x="1542690" y="2016724"/>
                </a:lnTo>
                <a:lnTo>
                  <a:pt x="1549463" y="2014645"/>
                </a:lnTo>
                <a:lnTo>
                  <a:pt x="1551076" y="2013225"/>
                </a:lnTo>
                <a:close/>
                <a:moveTo>
                  <a:pt x="1830273" y="1370138"/>
                </a:moveTo>
                <a:lnTo>
                  <a:pt x="1828286" y="1376273"/>
                </a:lnTo>
                <a:lnTo>
                  <a:pt x="1828763" y="1376078"/>
                </a:lnTo>
                <a:lnTo>
                  <a:pt x="1835045" y="1366916"/>
                </a:lnTo>
                <a:close/>
                <a:moveTo>
                  <a:pt x="1487405" y="2137697"/>
                </a:moveTo>
                <a:lnTo>
                  <a:pt x="1488570" y="2137877"/>
                </a:lnTo>
                <a:lnTo>
                  <a:pt x="1488614" y="2137455"/>
                </a:lnTo>
                <a:close/>
                <a:moveTo>
                  <a:pt x="1603971" y="1876467"/>
                </a:moveTo>
                <a:lnTo>
                  <a:pt x="1604142" y="1876357"/>
                </a:lnTo>
                <a:lnTo>
                  <a:pt x="1604027" y="1876386"/>
                </a:lnTo>
                <a:close/>
                <a:moveTo>
                  <a:pt x="1854156" y="1315910"/>
                </a:moveTo>
                <a:lnTo>
                  <a:pt x="1856204" y="1315026"/>
                </a:lnTo>
                <a:lnTo>
                  <a:pt x="1856303" y="1314903"/>
                </a:lnTo>
                <a:close/>
                <a:moveTo>
                  <a:pt x="1540150" y="2018871"/>
                </a:moveTo>
                <a:lnTo>
                  <a:pt x="1540123" y="2019056"/>
                </a:lnTo>
                <a:lnTo>
                  <a:pt x="1540304" y="2019085"/>
                </a:lnTo>
                <a:lnTo>
                  <a:pt x="1540351" y="2019088"/>
                </a:lnTo>
                <a:lnTo>
                  <a:pt x="1540459" y="2018776"/>
                </a:lnTo>
                <a:close/>
                <a:moveTo>
                  <a:pt x="1520472" y="2062736"/>
                </a:moveTo>
                <a:lnTo>
                  <a:pt x="1519874" y="2065051"/>
                </a:lnTo>
                <a:lnTo>
                  <a:pt x="1522188" y="2063398"/>
                </a:lnTo>
                <a:close/>
                <a:moveTo>
                  <a:pt x="1558165" y="1978306"/>
                </a:moveTo>
                <a:lnTo>
                  <a:pt x="1558169" y="1978358"/>
                </a:lnTo>
                <a:lnTo>
                  <a:pt x="1558217" y="1978287"/>
                </a:lnTo>
                <a:close/>
                <a:moveTo>
                  <a:pt x="1546157" y="2005057"/>
                </a:moveTo>
                <a:lnTo>
                  <a:pt x="1545754" y="2006223"/>
                </a:lnTo>
                <a:lnTo>
                  <a:pt x="1547056" y="2006723"/>
                </a:lnTo>
                <a:lnTo>
                  <a:pt x="1555762" y="2004983"/>
                </a:lnTo>
                <a:lnTo>
                  <a:pt x="1555642" y="2004476"/>
                </a:lnTo>
                <a:close/>
                <a:moveTo>
                  <a:pt x="1494613" y="2120441"/>
                </a:moveTo>
                <a:lnTo>
                  <a:pt x="1496150" y="2120420"/>
                </a:lnTo>
                <a:lnTo>
                  <a:pt x="1495638" y="2120255"/>
                </a:lnTo>
                <a:close/>
                <a:moveTo>
                  <a:pt x="1526242" y="2049331"/>
                </a:moveTo>
                <a:lnTo>
                  <a:pt x="1525941" y="2051558"/>
                </a:lnTo>
                <a:lnTo>
                  <a:pt x="1529019" y="2050265"/>
                </a:lnTo>
                <a:lnTo>
                  <a:pt x="1527073" y="2049403"/>
                </a:lnTo>
                <a:close/>
                <a:moveTo>
                  <a:pt x="1501260" y="2105255"/>
                </a:moveTo>
                <a:lnTo>
                  <a:pt x="1506653" y="2105697"/>
                </a:lnTo>
                <a:lnTo>
                  <a:pt x="1502296" y="2104725"/>
                </a:lnTo>
                <a:close/>
                <a:moveTo>
                  <a:pt x="1832169" y="1364282"/>
                </a:moveTo>
                <a:lnTo>
                  <a:pt x="1830866" y="1368305"/>
                </a:lnTo>
                <a:lnTo>
                  <a:pt x="1835881" y="1365429"/>
                </a:lnTo>
                <a:lnTo>
                  <a:pt x="1836222" y="1365199"/>
                </a:lnTo>
                <a:lnTo>
                  <a:pt x="1837329" y="1363585"/>
                </a:lnTo>
                <a:lnTo>
                  <a:pt x="1835631" y="1361992"/>
                </a:lnTo>
                <a:close/>
                <a:moveTo>
                  <a:pt x="1540525" y="2017231"/>
                </a:moveTo>
                <a:lnTo>
                  <a:pt x="1540483" y="2017402"/>
                </a:lnTo>
                <a:lnTo>
                  <a:pt x="1540533" y="2017386"/>
                </a:lnTo>
                <a:close/>
                <a:moveTo>
                  <a:pt x="1546870" y="2002995"/>
                </a:moveTo>
                <a:lnTo>
                  <a:pt x="1546740" y="2003372"/>
                </a:lnTo>
                <a:lnTo>
                  <a:pt x="1551339" y="2003425"/>
                </a:lnTo>
                <a:lnTo>
                  <a:pt x="1555334" y="2003180"/>
                </a:lnTo>
                <a:lnTo>
                  <a:pt x="1555234" y="2002763"/>
                </a:lnTo>
                <a:close/>
                <a:moveTo>
                  <a:pt x="1526280" y="2049051"/>
                </a:moveTo>
                <a:lnTo>
                  <a:pt x="1526271" y="2049119"/>
                </a:lnTo>
                <a:lnTo>
                  <a:pt x="1526475" y="2049137"/>
                </a:lnTo>
                <a:close/>
                <a:moveTo>
                  <a:pt x="1846709" y="1331478"/>
                </a:moveTo>
                <a:lnTo>
                  <a:pt x="1847866" y="1332134"/>
                </a:lnTo>
                <a:lnTo>
                  <a:pt x="1850524" y="1330054"/>
                </a:lnTo>
                <a:lnTo>
                  <a:pt x="1849374" y="1327806"/>
                </a:lnTo>
                <a:close/>
                <a:moveTo>
                  <a:pt x="1550825" y="1993926"/>
                </a:moveTo>
                <a:lnTo>
                  <a:pt x="1553263" y="1994473"/>
                </a:lnTo>
                <a:lnTo>
                  <a:pt x="1552799" y="1992522"/>
                </a:lnTo>
                <a:close/>
                <a:moveTo>
                  <a:pt x="1853598" y="1315854"/>
                </a:moveTo>
                <a:lnTo>
                  <a:pt x="1856654" y="1314473"/>
                </a:lnTo>
                <a:lnTo>
                  <a:pt x="1858881" y="1311742"/>
                </a:lnTo>
                <a:lnTo>
                  <a:pt x="1857457" y="1311010"/>
                </a:lnTo>
                <a:close/>
                <a:moveTo>
                  <a:pt x="1547445" y="2001336"/>
                </a:moveTo>
                <a:lnTo>
                  <a:pt x="1546927" y="2002830"/>
                </a:lnTo>
                <a:lnTo>
                  <a:pt x="1555195" y="2002599"/>
                </a:lnTo>
                <a:lnTo>
                  <a:pt x="1554927" y="2001470"/>
                </a:lnTo>
                <a:close/>
                <a:moveTo>
                  <a:pt x="1547736" y="2000493"/>
                </a:moveTo>
                <a:lnTo>
                  <a:pt x="1547726" y="2000521"/>
                </a:lnTo>
                <a:lnTo>
                  <a:pt x="1554731" y="2000647"/>
                </a:lnTo>
                <a:lnTo>
                  <a:pt x="1554150" y="1998202"/>
                </a:lnTo>
                <a:lnTo>
                  <a:pt x="1553800" y="1998113"/>
                </a:lnTo>
                <a:close/>
                <a:moveTo>
                  <a:pt x="1506537" y="2092474"/>
                </a:moveTo>
                <a:lnTo>
                  <a:pt x="1507811" y="2098663"/>
                </a:lnTo>
                <a:lnTo>
                  <a:pt x="1508337" y="2098469"/>
                </a:lnTo>
                <a:lnTo>
                  <a:pt x="1509720" y="2097760"/>
                </a:lnTo>
                <a:lnTo>
                  <a:pt x="1510655" y="2094134"/>
                </a:lnTo>
                <a:close/>
                <a:moveTo>
                  <a:pt x="1496357" y="2115198"/>
                </a:moveTo>
                <a:lnTo>
                  <a:pt x="1498803" y="2116451"/>
                </a:lnTo>
                <a:lnTo>
                  <a:pt x="1502822" y="2118439"/>
                </a:lnTo>
                <a:lnTo>
                  <a:pt x="1503135" y="2118383"/>
                </a:lnTo>
                <a:lnTo>
                  <a:pt x="1504705" y="2113735"/>
                </a:lnTo>
                <a:lnTo>
                  <a:pt x="1497297" y="2115045"/>
                </a:lnTo>
                <a:close/>
                <a:moveTo>
                  <a:pt x="1548984" y="1996884"/>
                </a:moveTo>
                <a:lnTo>
                  <a:pt x="1548009" y="1999703"/>
                </a:lnTo>
                <a:lnTo>
                  <a:pt x="1553103" y="1997935"/>
                </a:lnTo>
                <a:close/>
                <a:moveTo>
                  <a:pt x="1521781" y="2057664"/>
                </a:moveTo>
                <a:lnTo>
                  <a:pt x="1520559" y="2062398"/>
                </a:lnTo>
                <a:lnTo>
                  <a:pt x="1522525" y="2063157"/>
                </a:lnTo>
                <a:lnTo>
                  <a:pt x="1524346" y="2061855"/>
                </a:lnTo>
                <a:lnTo>
                  <a:pt x="1524933" y="2057511"/>
                </a:lnTo>
                <a:close/>
                <a:moveTo>
                  <a:pt x="1556282" y="1980311"/>
                </a:moveTo>
                <a:lnTo>
                  <a:pt x="1556876" y="1980298"/>
                </a:lnTo>
                <a:lnTo>
                  <a:pt x="1556898" y="1980266"/>
                </a:lnTo>
                <a:close/>
                <a:moveTo>
                  <a:pt x="1549514" y="1995352"/>
                </a:moveTo>
                <a:lnTo>
                  <a:pt x="1549130" y="1996463"/>
                </a:lnTo>
                <a:lnTo>
                  <a:pt x="1553847" y="1997666"/>
                </a:lnTo>
                <a:lnTo>
                  <a:pt x="1554007" y="1997604"/>
                </a:lnTo>
                <a:lnTo>
                  <a:pt x="1553518" y="1995546"/>
                </a:lnTo>
                <a:close/>
                <a:moveTo>
                  <a:pt x="1525519" y="2049055"/>
                </a:moveTo>
                <a:lnTo>
                  <a:pt x="1526070" y="2049102"/>
                </a:lnTo>
                <a:lnTo>
                  <a:pt x="1526088" y="2048965"/>
                </a:lnTo>
                <a:lnTo>
                  <a:pt x="1525772" y="2048825"/>
                </a:lnTo>
                <a:close/>
                <a:moveTo>
                  <a:pt x="1549741" y="1994697"/>
                </a:moveTo>
                <a:lnTo>
                  <a:pt x="1549623" y="1995037"/>
                </a:lnTo>
                <a:lnTo>
                  <a:pt x="1552403" y="1995211"/>
                </a:lnTo>
                <a:lnTo>
                  <a:pt x="1549830" y="1994633"/>
                </a:lnTo>
                <a:close/>
                <a:moveTo>
                  <a:pt x="1843925" y="1335931"/>
                </a:moveTo>
                <a:lnTo>
                  <a:pt x="1848731" y="1332814"/>
                </a:lnTo>
                <a:lnTo>
                  <a:pt x="1848254" y="1332544"/>
                </a:lnTo>
                <a:close/>
                <a:moveTo>
                  <a:pt x="1844089" y="1335088"/>
                </a:moveTo>
                <a:lnTo>
                  <a:pt x="1847725" y="1332244"/>
                </a:lnTo>
                <a:lnTo>
                  <a:pt x="1846612" y="1331613"/>
                </a:lnTo>
                <a:close/>
                <a:moveTo>
                  <a:pt x="1522706" y="2054474"/>
                </a:moveTo>
                <a:lnTo>
                  <a:pt x="1525268" y="2055029"/>
                </a:lnTo>
                <a:lnTo>
                  <a:pt x="1525539" y="2053031"/>
                </a:lnTo>
                <a:close/>
                <a:moveTo>
                  <a:pt x="1541988" y="2011266"/>
                </a:moveTo>
                <a:lnTo>
                  <a:pt x="1541042" y="2015122"/>
                </a:lnTo>
                <a:lnTo>
                  <a:pt x="1541058" y="2017045"/>
                </a:lnTo>
                <a:lnTo>
                  <a:pt x="1542767" y="2012106"/>
                </a:lnTo>
                <a:lnTo>
                  <a:pt x="1543105" y="2010893"/>
                </a:lnTo>
                <a:close/>
                <a:moveTo>
                  <a:pt x="1522550" y="2054685"/>
                </a:moveTo>
                <a:lnTo>
                  <a:pt x="1522045" y="2056640"/>
                </a:lnTo>
                <a:lnTo>
                  <a:pt x="1525071" y="2056493"/>
                </a:lnTo>
                <a:lnTo>
                  <a:pt x="1525236" y="2055267"/>
                </a:lnTo>
                <a:close/>
                <a:moveTo>
                  <a:pt x="1506260" y="2091129"/>
                </a:moveTo>
                <a:lnTo>
                  <a:pt x="1506475" y="2092174"/>
                </a:lnTo>
                <a:lnTo>
                  <a:pt x="1510719" y="2093886"/>
                </a:lnTo>
                <a:lnTo>
                  <a:pt x="1511478" y="2090945"/>
                </a:lnTo>
                <a:close/>
                <a:moveTo>
                  <a:pt x="1835870" y="1353049"/>
                </a:moveTo>
                <a:lnTo>
                  <a:pt x="1836003" y="1353315"/>
                </a:lnTo>
                <a:lnTo>
                  <a:pt x="1839385" y="1351428"/>
                </a:lnTo>
                <a:lnTo>
                  <a:pt x="1842859" y="1349304"/>
                </a:lnTo>
                <a:lnTo>
                  <a:pt x="1853495" y="1340009"/>
                </a:lnTo>
                <a:lnTo>
                  <a:pt x="1853953" y="1339341"/>
                </a:lnTo>
                <a:lnTo>
                  <a:pt x="1854601" y="1338017"/>
                </a:lnTo>
                <a:lnTo>
                  <a:pt x="1854251" y="1337335"/>
                </a:lnTo>
                <a:lnTo>
                  <a:pt x="1840361" y="1349288"/>
                </a:lnTo>
                <a:close/>
                <a:moveTo>
                  <a:pt x="1474449" y="2162327"/>
                </a:moveTo>
                <a:lnTo>
                  <a:pt x="1485796" y="2164261"/>
                </a:lnTo>
                <a:lnTo>
                  <a:pt x="1485805" y="2164203"/>
                </a:lnTo>
                <a:lnTo>
                  <a:pt x="1485876" y="2163523"/>
                </a:lnTo>
                <a:lnTo>
                  <a:pt x="1480336" y="2161410"/>
                </a:lnTo>
                <a:close/>
                <a:moveTo>
                  <a:pt x="1491311" y="2124400"/>
                </a:moveTo>
                <a:lnTo>
                  <a:pt x="1490183" y="2134097"/>
                </a:lnTo>
                <a:lnTo>
                  <a:pt x="1492988" y="2135234"/>
                </a:lnTo>
                <a:lnTo>
                  <a:pt x="1497764" y="2134279"/>
                </a:lnTo>
                <a:lnTo>
                  <a:pt x="1501672" y="2122712"/>
                </a:lnTo>
                <a:lnTo>
                  <a:pt x="1491797" y="2124355"/>
                </a:lnTo>
                <a:close/>
                <a:moveTo>
                  <a:pt x="1474048" y="2162553"/>
                </a:moveTo>
                <a:lnTo>
                  <a:pt x="1473508" y="2163875"/>
                </a:lnTo>
                <a:lnTo>
                  <a:pt x="1485278" y="2167587"/>
                </a:lnTo>
                <a:lnTo>
                  <a:pt x="1485763" y="2164474"/>
                </a:lnTo>
                <a:lnTo>
                  <a:pt x="1480228" y="2163607"/>
                </a:lnTo>
                <a:close/>
                <a:moveTo>
                  <a:pt x="1475300" y="2159489"/>
                </a:moveTo>
                <a:lnTo>
                  <a:pt x="1475041" y="2160123"/>
                </a:lnTo>
                <a:lnTo>
                  <a:pt x="1476405" y="2159911"/>
                </a:lnTo>
                <a:close/>
                <a:moveTo>
                  <a:pt x="1512368" y="2076336"/>
                </a:moveTo>
                <a:lnTo>
                  <a:pt x="1513552" y="2076502"/>
                </a:lnTo>
                <a:lnTo>
                  <a:pt x="1515175" y="2076624"/>
                </a:lnTo>
                <a:lnTo>
                  <a:pt x="1515298" y="2076148"/>
                </a:lnTo>
                <a:lnTo>
                  <a:pt x="1513268" y="2076287"/>
                </a:lnTo>
                <a:close/>
                <a:moveTo>
                  <a:pt x="1476525" y="2156492"/>
                </a:moveTo>
                <a:lnTo>
                  <a:pt x="1475455" y="2159111"/>
                </a:lnTo>
                <a:lnTo>
                  <a:pt x="1477220" y="2159784"/>
                </a:lnTo>
                <a:lnTo>
                  <a:pt x="1485071" y="2158562"/>
                </a:lnTo>
                <a:lnTo>
                  <a:pt x="1483802" y="2157928"/>
                </a:lnTo>
                <a:close/>
                <a:moveTo>
                  <a:pt x="1834934" y="1353832"/>
                </a:moveTo>
                <a:lnTo>
                  <a:pt x="1834917" y="1353921"/>
                </a:lnTo>
                <a:lnTo>
                  <a:pt x="1835536" y="1353576"/>
                </a:lnTo>
                <a:lnTo>
                  <a:pt x="1835449" y="1353402"/>
                </a:lnTo>
                <a:close/>
                <a:moveTo>
                  <a:pt x="1506065" y="2090185"/>
                </a:moveTo>
                <a:lnTo>
                  <a:pt x="1506210" y="2090891"/>
                </a:lnTo>
                <a:lnTo>
                  <a:pt x="1511541" y="2090703"/>
                </a:lnTo>
                <a:lnTo>
                  <a:pt x="1512297" y="2087772"/>
                </a:lnTo>
                <a:close/>
                <a:moveTo>
                  <a:pt x="1478042" y="2152782"/>
                </a:moveTo>
                <a:lnTo>
                  <a:pt x="1477474" y="2154172"/>
                </a:lnTo>
                <a:lnTo>
                  <a:pt x="1480348" y="2155606"/>
                </a:lnTo>
                <a:lnTo>
                  <a:pt x="1483483" y="2156626"/>
                </a:lnTo>
                <a:lnTo>
                  <a:pt x="1486538" y="2157229"/>
                </a:lnTo>
                <a:lnTo>
                  <a:pt x="1487205" y="2150869"/>
                </a:lnTo>
                <a:lnTo>
                  <a:pt x="1486278" y="2150221"/>
                </a:lnTo>
                <a:close/>
                <a:moveTo>
                  <a:pt x="1523539" y="2050852"/>
                </a:moveTo>
                <a:lnTo>
                  <a:pt x="1523042" y="2052776"/>
                </a:lnTo>
                <a:lnTo>
                  <a:pt x="1525726" y="2051648"/>
                </a:lnTo>
                <a:lnTo>
                  <a:pt x="1526041" y="2049314"/>
                </a:lnTo>
                <a:lnTo>
                  <a:pt x="1525305" y="2049250"/>
                </a:lnTo>
                <a:close/>
                <a:moveTo>
                  <a:pt x="1533848" y="2027697"/>
                </a:moveTo>
                <a:lnTo>
                  <a:pt x="1534538" y="2027785"/>
                </a:lnTo>
                <a:lnTo>
                  <a:pt x="1535787" y="2026686"/>
                </a:lnTo>
                <a:close/>
                <a:moveTo>
                  <a:pt x="1555294" y="1979668"/>
                </a:moveTo>
                <a:lnTo>
                  <a:pt x="1557164" y="1979663"/>
                </a:lnTo>
                <a:lnTo>
                  <a:pt x="1557078" y="1978707"/>
                </a:lnTo>
                <a:lnTo>
                  <a:pt x="1555616" y="1979246"/>
                </a:lnTo>
                <a:close/>
                <a:moveTo>
                  <a:pt x="1835141" y="1352786"/>
                </a:moveTo>
                <a:lnTo>
                  <a:pt x="1835046" y="1353268"/>
                </a:lnTo>
                <a:lnTo>
                  <a:pt x="1835283" y="1353070"/>
                </a:lnTo>
                <a:close/>
                <a:moveTo>
                  <a:pt x="1518403" y="2061937"/>
                </a:moveTo>
                <a:lnTo>
                  <a:pt x="1516560" y="2067420"/>
                </a:lnTo>
                <a:lnTo>
                  <a:pt x="1517775" y="2066551"/>
                </a:lnTo>
                <a:lnTo>
                  <a:pt x="1518915" y="2062134"/>
                </a:lnTo>
                <a:close/>
                <a:moveTo>
                  <a:pt x="1480686" y="2146313"/>
                </a:moveTo>
                <a:lnTo>
                  <a:pt x="1479128" y="2150125"/>
                </a:lnTo>
                <a:lnTo>
                  <a:pt x="1483980" y="2148615"/>
                </a:lnTo>
                <a:close/>
                <a:moveTo>
                  <a:pt x="1482467" y="2141956"/>
                </a:moveTo>
                <a:lnTo>
                  <a:pt x="1480881" y="2145835"/>
                </a:lnTo>
                <a:lnTo>
                  <a:pt x="1484589" y="2148426"/>
                </a:lnTo>
                <a:lnTo>
                  <a:pt x="1487559" y="2147502"/>
                </a:lnTo>
                <a:lnTo>
                  <a:pt x="1488011" y="2143201"/>
                </a:lnTo>
                <a:close/>
                <a:moveTo>
                  <a:pt x="1483160" y="2140259"/>
                </a:moveTo>
                <a:lnTo>
                  <a:pt x="1482726" y="2141320"/>
                </a:lnTo>
                <a:lnTo>
                  <a:pt x="1488082" y="2142523"/>
                </a:lnTo>
                <a:lnTo>
                  <a:pt x="1488332" y="2140145"/>
                </a:lnTo>
                <a:close/>
                <a:moveTo>
                  <a:pt x="1455633" y="2201893"/>
                </a:moveTo>
                <a:lnTo>
                  <a:pt x="1457842" y="2197224"/>
                </a:lnTo>
                <a:lnTo>
                  <a:pt x="1457395" y="2198248"/>
                </a:lnTo>
                <a:close/>
                <a:moveTo>
                  <a:pt x="1491705" y="2121018"/>
                </a:moveTo>
                <a:lnTo>
                  <a:pt x="1491580" y="2122090"/>
                </a:lnTo>
                <a:lnTo>
                  <a:pt x="1491849" y="2122069"/>
                </a:lnTo>
                <a:lnTo>
                  <a:pt x="1498198" y="2121085"/>
                </a:lnTo>
                <a:lnTo>
                  <a:pt x="1497741" y="2120937"/>
                </a:lnTo>
                <a:close/>
                <a:moveTo>
                  <a:pt x="1483923" y="2138393"/>
                </a:moveTo>
                <a:lnTo>
                  <a:pt x="1483283" y="2139959"/>
                </a:lnTo>
                <a:lnTo>
                  <a:pt x="1484922" y="2139988"/>
                </a:lnTo>
                <a:lnTo>
                  <a:pt x="1488356" y="2139913"/>
                </a:lnTo>
                <a:lnTo>
                  <a:pt x="1488461" y="2138915"/>
                </a:lnTo>
                <a:lnTo>
                  <a:pt x="1484434" y="2138291"/>
                </a:lnTo>
                <a:close/>
                <a:moveTo>
                  <a:pt x="1543386" y="2005226"/>
                </a:moveTo>
                <a:lnTo>
                  <a:pt x="1543368" y="2005306"/>
                </a:lnTo>
                <a:lnTo>
                  <a:pt x="1544538" y="2005756"/>
                </a:lnTo>
                <a:lnTo>
                  <a:pt x="1544709" y="2005145"/>
                </a:lnTo>
                <a:close/>
                <a:moveTo>
                  <a:pt x="1848015" y="1322863"/>
                </a:moveTo>
                <a:lnTo>
                  <a:pt x="1848709" y="1324218"/>
                </a:lnTo>
                <a:lnTo>
                  <a:pt x="1855286" y="1316152"/>
                </a:lnTo>
                <a:lnTo>
                  <a:pt x="1852351" y="1317419"/>
                </a:lnTo>
                <a:close/>
                <a:moveTo>
                  <a:pt x="1519809" y="2057760"/>
                </a:moveTo>
                <a:lnTo>
                  <a:pt x="1518517" y="2061599"/>
                </a:lnTo>
                <a:lnTo>
                  <a:pt x="1518736" y="2061694"/>
                </a:lnTo>
                <a:lnTo>
                  <a:pt x="1519002" y="2061797"/>
                </a:lnTo>
                <a:lnTo>
                  <a:pt x="1519738" y="2058943"/>
                </a:lnTo>
                <a:lnTo>
                  <a:pt x="1519897" y="2057756"/>
                </a:lnTo>
                <a:close/>
                <a:moveTo>
                  <a:pt x="1486216" y="2132716"/>
                </a:moveTo>
                <a:lnTo>
                  <a:pt x="1486090" y="2133091"/>
                </a:lnTo>
                <a:lnTo>
                  <a:pt x="1484522" y="2136927"/>
                </a:lnTo>
                <a:lnTo>
                  <a:pt x="1488759" y="2136080"/>
                </a:lnTo>
                <a:lnTo>
                  <a:pt x="1488994" y="2133842"/>
                </a:lnTo>
                <a:close/>
                <a:moveTo>
                  <a:pt x="1857093" y="1301930"/>
                </a:moveTo>
                <a:lnTo>
                  <a:pt x="1860787" y="1305504"/>
                </a:lnTo>
                <a:lnTo>
                  <a:pt x="1870945" y="1292752"/>
                </a:lnTo>
                <a:close/>
                <a:moveTo>
                  <a:pt x="1543881" y="2003079"/>
                </a:moveTo>
                <a:lnTo>
                  <a:pt x="1543821" y="2003339"/>
                </a:lnTo>
                <a:lnTo>
                  <a:pt x="1545208" y="2003355"/>
                </a:lnTo>
                <a:lnTo>
                  <a:pt x="1545296" y="2003039"/>
                </a:lnTo>
                <a:close/>
                <a:moveTo>
                  <a:pt x="1445846" y="2222587"/>
                </a:moveTo>
                <a:lnTo>
                  <a:pt x="1449674" y="2223733"/>
                </a:lnTo>
                <a:lnTo>
                  <a:pt x="1475948" y="2227542"/>
                </a:lnTo>
                <a:lnTo>
                  <a:pt x="1476717" y="2222596"/>
                </a:lnTo>
                <a:lnTo>
                  <a:pt x="1454759" y="2221095"/>
                </a:lnTo>
                <a:lnTo>
                  <a:pt x="1446858" y="2220449"/>
                </a:lnTo>
                <a:close/>
                <a:moveTo>
                  <a:pt x="1445584" y="2223140"/>
                </a:moveTo>
                <a:lnTo>
                  <a:pt x="1446252" y="2223237"/>
                </a:lnTo>
                <a:lnTo>
                  <a:pt x="1445627" y="2223050"/>
                </a:lnTo>
                <a:close/>
                <a:moveTo>
                  <a:pt x="1592364" y="1894433"/>
                </a:moveTo>
                <a:lnTo>
                  <a:pt x="1592409" y="1894429"/>
                </a:lnTo>
                <a:lnTo>
                  <a:pt x="1594646" y="1893641"/>
                </a:lnTo>
                <a:lnTo>
                  <a:pt x="1593516" y="1893616"/>
                </a:lnTo>
                <a:close/>
                <a:moveTo>
                  <a:pt x="1491934" y="2119052"/>
                </a:moveTo>
                <a:lnTo>
                  <a:pt x="1491775" y="2120420"/>
                </a:lnTo>
                <a:lnTo>
                  <a:pt x="1491939" y="2120425"/>
                </a:lnTo>
                <a:lnTo>
                  <a:pt x="1494641" y="2119931"/>
                </a:lnTo>
                <a:close/>
                <a:moveTo>
                  <a:pt x="1544153" y="2001899"/>
                </a:moveTo>
                <a:lnTo>
                  <a:pt x="1543926" y="2002886"/>
                </a:lnTo>
                <a:lnTo>
                  <a:pt x="1545344" y="2002866"/>
                </a:lnTo>
                <a:lnTo>
                  <a:pt x="1545779" y="2001306"/>
                </a:lnTo>
                <a:lnTo>
                  <a:pt x="1545670" y="2001304"/>
                </a:lnTo>
                <a:close/>
                <a:moveTo>
                  <a:pt x="1491995" y="2118528"/>
                </a:moveTo>
                <a:lnTo>
                  <a:pt x="1491950" y="2118911"/>
                </a:lnTo>
                <a:lnTo>
                  <a:pt x="1494932" y="2119878"/>
                </a:lnTo>
                <a:lnTo>
                  <a:pt x="1500190" y="2118919"/>
                </a:lnTo>
                <a:close/>
                <a:moveTo>
                  <a:pt x="1504074" y="2091207"/>
                </a:moveTo>
                <a:lnTo>
                  <a:pt x="1505605" y="2091824"/>
                </a:lnTo>
                <a:lnTo>
                  <a:pt x="1505468" y="2091157"/>
                </a:lnTo>
                <a:close/>
                <a:moveTo>
                  <a:pt x="1504042" y="2090968"/>
                </a:moveTo>
                <a:lnTo>
                  <a:pt x="1505419" y="2090919"/>
                </a:lnTo>
                <a:lnTo>
                  <a:pt x="1505327" y="2090471"/>
                </a:lnTo>
                <a:close/>
                <a:moveTo>
                  <a:pt x="1488952" y="2124618"/>
                </a:moveTo>
                <a:lnTo>
                  <a:pt x="1487937" y="2127621"/>
                </a:lnTo>
                <a:lnTo>
                  <a:pt x="1488761" y="2130785"/>
                </a:lnTo>
                <a:lnTo>
                  <a:pt x="1488683" y="2130927"/>
                </a:lnTo>
                <a:lnTo>
                  <a:pt x="1487872" y="2127814"/>
                </a:lnTo>
                <a:lnTo>
                  <a:pt x="1486283" y="2132517"/>
                </a:lnTo>
                <a:lnTo>
                  <a:pt x="1489016" y="2133625"/>
                </a:lnTo>
                <a:lnTo>
                  <a:pt x="1489973" y="2124524"/>
                </a:lnTo>
                <a:close/>
                <a:moveTo>
                  <a:pt x="1475976" y="2153424"/>
                </a:moveTo>
                <a:lnTo>
                  <a:pt x="1476692" y="2153781"/>
                </a:lnTo>
                <a:lnTo>
                  <a:pt x="1476920" y="2153131"/>
                </a:lnTo>
                <a:close/>
                <a:moveTo>
                  <a:pt x="1855895" y="1302388"/>
                </a:moveTo>
                <a:lnTo>
                  <a:pt x="1856540" y="1301973"/>
                </a:lnTo>
                <a:lnTo>
                  <a:pt x="1856312" y="1301752"/>
                </a:lnTo>
                <a:close/>
                <a:moveTo>
                  <a:pt x="1544923" y="1998559"/>
                </a:moveTo>
                <a:lnTo>
                  <a:pt x="1544484" y="2000463"/>
                </a:lnTo>
                <a:lnTo>
                  <a:pt x="1545754" y="2000485"/>
                </a:lnTo>
                <a:lnTo>
                  <a:pt x="1546035" y="2000388"/>
                </a:lnTo>
                <a:lnTo>
                  <a:pt x="1547099" y="1996575"/>
                </a:lnTo>
                <a:lnTo>
                  <a:pt x="1545577" y="1997657"/>
                </a:lnTo>
                <a:close/>
                <a:moveTo>
                  <a:pt x="1836598" y="1345412"/>
                </a:moveTo>
                <a:lnTo>
                  <a:pt x="1835311" y="1351930"/>
                </a:lnTo>
                <a:lnTo>
                  <a:pt x="1835704" y="1352717"/>
                </a:lnTo>
                <a:lnTo>
                  <a:pt x="1851441" y="1339541"/>
                </a:lnTo>
                <a:lnTo>
                  <a:pt x="1854175" y="1337188"/>
                </a:lnTo>
                <a:lnTo>
                  <a:pt x="1853246" y="1335371"/>
                </a:lnTo>
                <a:lnTo>
                  <a:pt x="1849005" y="1332968"/>
                </a:lnTo>
                <a:lnTo>
                  <a:pt x="1842625" y="1337106"/>
                </a:lnTo>
                <a:close/>
                <a:moveTo>
                  <a:pt x="1490084" y="2121268"/>
                </a:moveTo>
                <a:lnTo>
                  <a:pt x="1489756" y="2122238"/>
                </a:lnTo>
                <a:lnTo>
                  <a:pt x="1490216" y="2122201"/>
                </a:lnTo>
                <a:lnTo>
                  <a:pt x="1490319" y="2121224"/>
                </a:lnTo>
                <a:close/>
                <a:moveTo>
                  <a:pt x="1520160" y="2053920"/>
                </a:moveTo>
                <a:lnTo>
                  <a:pt x="1520265" y="2053943"/>
                </a:lnTo>
                <a:lnTo>
                  <a:pt x="1520415" y="2053880"/>
                </a:lnTo>
                <a:lnTo>
                  <a:pt x="1520443" y="2053663"/>
                </a:lnTo>
                <a:close/>
                <a:moveTo>
                  <a:pt x="1490418" y="2120278"/>
                </a:moveTo>
                <a:lnTo>
                  <a:pt x="1490383" y="2120382"/>
                </a:lnTo>
                <a:lnTo>
                  <a:pt x="1490407" y="2120383"/>
                </a:lnTo>
                <a:close/>
                <a:moveTo>
                  <a:pt x="1844453" y="1327334"/>
                </a:moveTo>
                <a:lnTo>
                  <a:pt x="1847972" y="1325121"/>
                </a:lnTo>
                <a:lnTo>
                  <a:pt x="1847989" y="1325101"/>
                </a:lnTo>
                <a:lnTo>
                  <a:pt x="1847302" y="1323758"/>
                </a:lnTo>
                <a:close/>
                <a:moveTo>
                  <a:pt x="1492305" y="2115859"/>
                </a:moveTo>
                <a:lnTo>
                  <a:pt x="1492043" y="2118110"/>
                </a:lnTo>
                <a:lnTo>
                  <a:pt x="1502020" y="2118586"/>
                </a:lnTo>
                <a:lnTo>
                  <a:pt x="1502601" y="2118479"/>
                </a:lnTo>
                <a:lnTo>
                  <a:pt x="1496064" y="2115246"/>
                </a:lnTo>
                <a:close/>
                <a:moveTo>
                  <a:pt x="1542399" y="2003120"/>
                </a:moveTo>
                <a:lnTo>
                  <a:pt x="1542370" y="2003322"/>
                </a:lnTo>
                <a:lnTo>
                  <a:pt x="1543082" y="2003330"/>
                </a:lnTo>
                <a:lnTo>
                  <a:pt x="1543135" y="2003100"/>
                </a:lnTo>
                <a:close/>
                <a:moveTo>
                  <a:pt x="1543574" y="2000416"/>
                </a:moveTo>
                <a:lnTo>
                  <a:pt x="1543750" y="2000433"/>
                </a:lnTo>
                <a:lnTo>
                  <a:pt x="1543838" y="2000053"/>
                </a:lnTo>
                <a:close/>
                <a:moveTo>
                  <a:pt x="1843162" y="1329469"/>
                </a:moveTo>
                <a:lnTo>
                  <a:pt x="1844028" y="1329960"/>
                </a:lnTo>
                <a:lnTo>
                  <a:pt x="1846038" y="1327493"/>
                </a:lnTo>
                <a:close/>
                <a:moveTo>
                  <a:pt x="1509737" y="2075970"/>
                </a:moveTo>
                <a:lnTo>
                  <a:pt x="1510849" y="2076125"/>
                </a:lnTo>
                <a:lnTo>
                  <a:pt x="1515368" y="2075876"/>
                </a:lnTo>
                <a:lnTo>
                  <a:pt x="1516497" y="2071504"/>
                </a:lnTo>
                <a:lnTo>
                  <a:pt x="1516107" y="2071417"/>
                </a:lnTo>
                <a:close/>
                <a:moveTo>
                  <a:pt x="1542479" y="2002556"/>
                </a:moveTo>
                <a:lnTo>
                  <a:pt x="1542429" y="2002908"/>
                </a:lnTo>
                <a:lnTo>
                  <a:pt x="1543182" y="2002897"/>
                </a:lnTo>
                <a:lnTo>
                  <a:pt x="1543338" y="2002218"/>
                </a:lnTo>
                <a:close/>
                <a:moveTo>
                  <a:pt x="1474797" y="2153791"/>
                </a:moveTo>
                <a:lnTo>
                  <a:pt x="1474923" y="2153840"/>
                </a:lnTo>
                <a:lnTo>
                  <a:pt x="1476492" y="2154351"/>
                </a:lnTo>
                <a:lnTo>
                  <a:pt x="1476513" y="2154291"/>
                </a:lnTo>
                <a:lnTo>
                  <a:pt x="1475237" y="2153654"/>
                </a:lnTo>
                <a:close/>
                <a:moveTo>
                  <a:pt x="1542773" y="2001520"/>
                </a:moveTo>
                <a:lnTo>
                  <a:pt x="1543510" y="2001265"/>
                </a:lnTo>
                <a:lnTo>
                  <a:pt x="1542965" y="2001255"/>
                </a:lnTo>
                <a:close/>
                <a:moveTo>
                  <a:pt x="1837270" y="1342002"/>
                </a:moveTo>
                <a:lnTo>
                  <a:pt x="1837203" y="1342344"/>
                </a:lnTo>
                <a:lnTo>
                  <a:pt x="1838916" y="1339984"/>
                </a:lnTo>
                <a:close/>
                <a:moveTo>
                  <a:pt x="1492683" y="2113574"/>
                </a:moveTo>
                <a:lnTo>
                  <a:pt x="1492513" y="2114075"/>
                </a:lnTo>
                <a:lnTo>
                  <a:pt x="1492343" y="2115540"/>
                </a:lnTo>
                <a:lnTo>
                  <a:pt x="1495588" y="2115011"/>
                </a:lnTo>
                <a:close/>
                <a:moveTo>
                  <a:pt x="1470534" y="2162937"/>
                </a:moveTo>
                <a:lnTo>
                  <a:pt x="1472494" y="2163555"/>
                </a:lnTo>
                <a:lnTo>
                  <a:pt x="1472925" y="2162564"/>
                </a:lnTo>
                <a:close/>
                <a:moveTo>
                  <a:pt x="1517830" y="2056845"/>
                </a:moveTo>
                <a:lnTo>
                  <a:pt x="1519833" y="2056748"/>
                </a:lnTo>
                <a:lnTo>
                  <a:pt x="1520162" y="2055771"/>
                </a:lnTo>
                <a:lnTo>
                  <a:pt x="1520162" y="2055769"/>
                </a:lnTo>
                <a:lnTo>
                  <a:pt x="1519083" y="2056318"/>
                </a:lnTo>
                <a:close/>
                <a:moveTo>
                  <a:pt x="1891456" y="1220222"/>
                </a:moveTo>
                <a:lnTo>
                  <a:pt x="1893983" y="1221923"/>
                </a:lnTo>
                <a:lnTo>
                  <a:pt x="1896491" y="1218526"/>
                </a:lnTo>
                <a:lnTo>
                  <a:pt x="1896497" y="1218694"/>
                </a:lnTo>
                <a:lnTo>
                  <a:pt x="1894069" y="1221981"/>
                </a:lnTo>
                <a:lnTo>
                  <a:pt x="1902562" y="1227704"/>
                </a:lnTo>
                <a:lnTo>
                  <a:pt x="1908475" y="1208155"/>
                </a:lnTo>
                <a:close/>
                <a:moveTo>
                  <a:pt x="1852341" y="1307809"/>
                </a:moveTo>
                <a:lnTo>
                  <a:pt x="1855912" y="1309646"/>
                </a:lnTo>
                <a:lnTo>
                  <a:pt x="1859930" y="1306579"/>
                </a:lnTo>
                <a:lnTo>
                  <a:pt x="1860527" y="1305830"/>
                </a:lnTo>
                <a:lnTo>
                  <a:pt x="1856738" y="1302165"/>
                </a:lnTo>
                <a:lnTo>
                  <a:pt x="1855506" y="1302981"/>
                </a:lnTo>
                <a:close/>
                <a:moveTo>
                  <a:pt x="1494285" y="2108829"/>
                </a:moveTo>
                <a:lnTo>
                  <a:pt x="1492756" y="2113355"/>
                </a:lnTo>
                <a:lnTo>
                  <a:pt x="1495894" y="2114961"/>
                </a:lnTo>
                <a:lnTo>
                  <a:pt x="1504780" y="2113512"/>
                </a:lnTo>
                <a:lnTo>
                  <a:pt x="1506501" y="2108416"/>
                </a:lnTo>
                <a:lnTo>
                  <a:pt x="1506398" y="2108400"/>
                </a:lnTo>
                <a:lnTo>
                  <a:pt x="1505106" y="2111575"/>
                </a:lnTo>
                <a:lnTo>
                  <a:pt x="1504891" y="2111699"/>
                </a:lnTo>
                <a:lnTo>
                  <a:pt x="1506242" y="2108377"/>
                </a:lnTo>
                <a:lnTo>
                  <a:pt x="1506055" y="2108351"/>
                </a:lnTo>
                <a:lnTo>
                  <a:pt x="1498988" y="2107032"/>
                </a:lnTo>
                <a:lnTo>
                  <a:pt x="1499702" y="2111800"/>
                </a:lnTo>
                <a:lnTo>
                  <a:pt x="1499552" y="2112015"/>
                </a:lnTo>
                <a:lnTo>
                  <a:pt x="1498800" y="2106997"/>
                </a:lnTo>
                <a:lnTo>
                  <a:pt x="1498111" y="2106869"/>
                </a:lnTo>
                <a:close/>
                <a:moveTo>
                  <a:pt x="1585036" y="1905486"/>
                </a:moveTo>
                <a:lnTo>
                  <a:pt x="1585392" y="1905541"/>
                </a:lnTo>
                <a:lnTo>
                  <a:pt x="1585469" y="1905552"/>
                </a:lnTo>
                <a:lnTo>
                  <a:pt x="1585693" y="1905520"/>
                </a:lnTo>
                <a:lnTo>
                  <a:pt x="1585620" y="1904552"/>
                </a:lnTo>
                <a:close/>
                <a:moveTo>
                  <a:pt x="1846518" y="1319938"/>
                </a:moveTo>
                <a:lnTo>
                  <a:pt x="1847602" y="1322055"/>
                </a:lnTo>
                <a:lnTo>
                  <a:pt x="1850741" y="1318114"/>
                </a:lnTo>
                <a:close/>
                <a:moveTo>
                  <a:pt x="1542948" y="1999261"/>
                </a:moveTo>
                <a:lnTo>
                  <a:pt x="1542794" y="2000345"/>
                </a:lnTo>
                <a:lnTo>
                  <a:pt x="1542962" y="2000360"/>
                </a:lnTo>
                <a:lnTo>
                  <a:pt x="1544143" y="1998734"/>
                </a:lnTo>
                <a:lnTo>
                  <a:pt x="1544195" y="1998505"/>
                </a:lnTo>
                <a:close/>
                <a:moveTo>
                  <a:pt x="1846118" y="1319156"/>
                </a:moveTo>
                <a:lnTo>
                  <a:pt x="1846150" y="1319220"/>
                </a:lnTo>
                <a:lnTo>
                  <a:pt x="1851949" y="1316599"/>
                </a:lnTo>
                <a:lnTo>
                  <a:pt x="1856644" y="1310705"/>
                </a:lnTo>
                <a:lnTo>
                  <a:pt x="1850332" y="1315941"/>
                </a:lnTo>
                <a:close/>
                <a:moveTo>
                  <a:pt x="1530692" y="2025398"/>
                </a:moveTo>
                <a:lnTo>
                  <a:pt x="1530081" y="2027214"/>
                </a:lnTo>
                <a:lnTo>
                  <a:pt x="1533125" y="2027605"/>
                </a:lnTo>
                <a:lnTo>
                  <a:pt x="1537093" y="2025535"/>
                </a:lnTo>
                <a:lnTo>
                  <a:pt x="1537336" y="2025321"/>
                </a:lnTo>
                <a:lnTo>
                  <a:pt x="1537479" y="2024321"/>
                </a:lnTo>
                <a:lnTo>
                  <a:pt x="1535445" y="2023974"/>
                </a:lnTo>
                <a:close/>
                <a:moveTo>
                  <a:pt x="1497789" y="2099032"/>
                </a:moveTo>
                <a:lnTo>
                  <a:pt x="1498262" y="2102186"/>
                </a:lnTo>
                <a:lnTo>
                  <a:pt x="1502455" y="2100639"/>
                </a:lnTo>
                <a:close/>
                <a:moveTo>
                  <a:pt x="1570398" y="1936200"/>
                </a:moveTo>
                <a:lnTo>
                  <a:pt x="1570346" y="1936782"/>
                </a:lnTo>
                <a:lnTo>
                  <a:pt x="1570566" y="1936634"/>
                </a:lnTo>
                <a:lnTo>
                  <a:pt x="1570638" y="1936183"/>
                </a:lnTo>
                <a:lnTo>
                  <a:pt x="1570490" y="1936162"/>
                </a:lnTo>
                <a:close/>
                <a:moveTo>
                  <a:pt x="1890229" y="1219394"/>
                </a:moveTo>
                <a:lnTo>
                  <a:pt x="1890237" y="1219399"/>
                </a:lnTo>
                <a:lnTo>
                  <a:pt x="1909004" y="1206405"/>
                </a:lnTo>
                <a:lnTo>
                  <a:pt x="1913633" y="1191100"/>
                </a:lnTo>
                <a:lnTo>
                  <a:pt x="1906352" y="1196171"/>
                </a:lnTo>
                <a:lnTo>
                  <a:pt x="1899398" y="1206590"/>
                </a:lnTo>
                <a:close/>
                <a:moveTo>
                  <a:pt x="1838753" y="1334489"/>
                </a:moveTo>
                <a:lnTo>
                  <a:pt x="1838408" y="1336240"/>
                </a:lnTo>
                <a:lnTo>
                  <a:pt x="1843575" y="1330514"/>
                </a:lnTo>
                <a:lnTo>
                  <a:pt x="1843921" y="1330089"/>
                </a:lnTo>
                <a:lnTo>
                  <a:pt x="1843505" y="1329853"/>
                </a:lnTo>
                <a:lnTo>
                  <a:pt x="1843003" y="1329578"/>
                </a:lnTo>
                <a:lnTo>
                  <a:pt x="1842259" y="1330088"/>
                </a:lnTo>
                <a:close/>
                <a:moveTo>
                  <a:pt x="1543870" y="1994679"/>
                </a:moveTo>
                <a:lnTo>
                  <a:pt x="1544083" y="1994692"/>
                </a:lnTo>
                <a:lnTo>
                  <a:pt x="1545202" y="1994139"/>
                </a:lnTo>
                <a:lnTo>
                  <a:pt x="1545218" y="1994072"/>
                </a:lnTo>
                <a:close/>
                <a:moveTo>
                  <a:pt x="1537630" y="2008607"/>
                </a:moveTo>
                <a:lnTo>
                  <a:pt x="1538585" y="2008416"/>
                </a:lnTo>
                <a:lnTo>
                  <a:pt x="1537900" y="2008235"/>
                </a:lnTo>
                <a:close/>
                <a:moveTo>
                  <a:pt x="1497313" y="2098869"/>
                </a:moveTo>
                <a:lnTo>
                  <a:pt x="1496677" y="2101751"/>
                </a:lnTo>
                <a:lnTo>
                  <a:pt x="1496283" y="2102917"/>
                </a:lnTo>
                <a:lnTo>
                  <a:pt x="1498089" y="2102250"/>
                </a:lnTo>
                <a:lnTo>
                  <a:pt x="1497597" y="2098966"/>
                </a:lnTo>
                <a:close/>
                <a:moveTo>
                  <a:pt x="1506460" y="2078311"/>
                </a:moveTo>
                <a:lnTo>
                  <a:pt x="1514415" y="2079565"/>
                </a:lnTo>
                <a:lnTo>
                  <a:pt x="1514992" y="2077331"/>
                </a:lnTo>
                <a:lnTo>
                  <a:pt x="1511844" y="2076943"/>
                </a:lnTo>
                <a:lnTo>
                  <a:pt x="1508936" y="2076542"/>
                </a:lnTo>
                <a:close/>
                <a:moveTo>
                  <a:pt x="1846337" y="1316954"/>
                </a:moveTo>
                <a:lnTo>
                  <a:pt x="1855468" y="1309985"/>
                </a:lnTo>
                <a:lnTo>
                  <a:pt x="1852063" y="1308232"/>
                </a:lnTo>
                <a:lnTo>
                  <a:pt x="1846544" y="1316647"/>
                </a:lnTo>
                <a:close/>
                <a:moveTo>
                  <a:pt x="1478458" y="2140362"/>
                </a:moveTo>
                <a:lnTo>
                  <a:pt x="1481184" y="2140974"/>
                </a:lnTo>
                <a:lnTo>
                  <a:pt x="1481421" y="2140297"/>
                </a:lnTo>
                <a:close/>
                <a:moveTo>
                  <a:pt x="1839209" y="1332184"/>
                </a:moveTo>
                <a:lnTo>
                  <a:pt x="1839101" y="1332726"/>
                </a:lnTo>
                <a:lnTo>
                  <a:pt x="1839926" y="1331692"/>
                </a:lnTo>
                <a:close/>
                <a:moveTo>
                  <a:pt x="1486455" y="2121929"/>
                </a:moveTo>
                <a:lnTo>
                  <a:pt x="1486603" y="2122494"/>
                </a:lnTo>
                <a:lnTo>
                  <a:pt x="1487696" y="2122405"/>
                </a:lnTo>
                <a:lnTo>
                  <a:pt x="1487959" y="2121654"/>
                </a:lnTo>
                <a:close/>
                <a:moveTo>
                  <a:pt x="1536084" y="2010736"/>
                </a:moveTo>
                <a:lnTo>
                  <a:pt x="1536375" y="2010662"/>
                </a:lnTo>
                <a:lnTo>
                  <a:pt x="1536098" y="2010718"/>
                </a:lnTo>
                <a:close/>
                <a:moveTo>
                  <a:pt x="1529357" y="2025798"/>
                </a:moveTo>
                <a:lnTo>
                  <a:pt x="1529200" y="2027101"/>
                </a:lnTo>
                <a:lnTo>
                  <a:pt x="1529545" y="2027146"/>
                </a:lnTo>
                <a:lnTo>
                  <a:pt x="1530040" y="2025594"/>
                </a:lnTo>
                <a:close/>
                <a:moveTo>
                  <a:pt x="1545416" y="1989476"/>
                </a:moveTo>
                <a:lnTo>
                  <a:pt x="1545653" y="1989455"/>
                </a:lnTo>
                <a:lnTo>
                  <a:pt x="1545457" y="1989410"/>
                </a:lnTo>
                <a:close/>
                <a:moveTo>
                  <a:pt x="1534578" y="2013739"/>
                </a:moveTo>
                <a:lnTo>
                  <a:pt x="1533814" y="2016116"/>
                </a:lnTo>
                <a:lnTo>
                  <a:pt x="1533195" y="2017957"/>
                </a:lnTo>
                <a:lnTo>
                  <a:pt x="1536807" y="2018530"/>
                </a:lnTo>
                <a:lnTo>
                  <a:pt x="1538373" y="2018049"/>
                </a:lnTo>
                <a:lnTo>
                  <a:pt x="1539209" y="2012193"/>
                </a:lnTo>
                <a:close/>
                <a:moveTo>
                  <a:pt x="1509460" y="2069920"/>
                </a:moveTo>
                <a:lnTo>
                  <a:pt x="1509081" y="2072765"/>
                </a:lnTo>
                <a:lnTo>
                  <a:pt x="1512198" y="2070537"/>
                </a:lnTo>
                <a:close/>
                <a:moveTo>
                  <a:pt x="1513904" y="2059600"/>
                </a:moveTo>
                <a:lnTo>
                  <a:pt x="1518242" y="2061480"/>
                </a:lnTo>
                <a:lnTo>
                  <a:pt x="1519488" y="2057775"/>
                </a:lnTo>
                <a:lnTo>
                  <a:pt x="1515712" y="2057959"/>
                </a:lnTo>
                <a:close/>
                <a:moveTo>
                  <a:pt x="1509581" y="2069008"/>
                </a:moveTo>
                <a:lnTo>
                  <a:pt x="1509575" y="2069054"/>
                </a:lnTo>
                <a:lnTo>
                  <a:pt x="1512992" y="2069970"/>
                </a:lnTo>
                <a:lnTo>
                  <a:pt x="1515108" y="2068457"/>
                </a:lnTo>
                <a:close/>
                <a:moveTo>
                  <a:pt x="1850023" y="1306614"/>
                </a:moveTo>
                <a:lnTo>
                  <a:pt x="1852159" y="1307715"/>
                </a:lnTo>
                <a:lnTo>
                  <a:pt x="1854171" y="1304735"/>
                </a:lnTo>
                <a:lnTo>
                  <a:pt x="1855179" y="1303198"/>
                </a:lnTo>
                <a:close/>
                <a:moveTo>
                  <a:pt x="1486237" y="2121092"/>
                </a:moveTo>
                <a:lnTo>
                  <a:pt x="1486330" y="2121447"/>
                </a:lnTo>
                <a:lnTo>
                  <a:pt x="1488148" y="2121115"/>
                </a:lnTo>
                <a:lnTo>
                  <a:pt x="1488166" y="2121065"/>
                </a:lnTo>
                <a:close/>
                <a:moveTo>
                  <a:pt x="1504137" y="2080820"/>
                </a:moveTo>
                <a:lnTo>
                  <a:pt x="1504720" y="2083654"/>
                </a:lnTo>
                <a:lnTo>
                  <a:pt x="1507299" y="2082656"/>
                </a:lnTo>
                <a:close/>
                <a:moveTo>
                  <a:pt x="1498592" y="2093076"/>
                </a:moveTo>
                <a:lnTo>
                  <a:pt x="1497699" y="2097123"/>
                </a:lnTo>
                <a:lnTo>
                  <a:pt x="1505090" y="2099666"/>
                </a:lnTo>
                <a:lnTo>
                  <a:pt x="1507070" y="2098936"/>
                </a:lnTo>
                <a:lnTo>
                  <a:pt x="1505667" y="2092124"/>
                </a:lnTo>
                <a:lnTo>
                  <a:pt x="1503449" y="2091229"/>
                </a:lnTo>
                <a:lnTo>
                  <a:pt x="1503357" y="2091232"/>
                </a:lnTo>
                <a:close/>
                <a:moveTo>
                  <a:pt x="1529645" y="2023425"/>
                </a:moveTo>
                <a:lnTo>
                  <a:pt x="1529575" y="2024002"/>
                </a:lnTo>
                <a:lnTo>
                  <a:pt x="1530650" y="2023680"/>
                </a:lnTo>
                <a:lnTo>
                  <a:pt x="1530711" y="2023488"/>
                </a:lnTo>
                <a:close/>
                <a:moveTo>
                  <a:pt x="1536482" y="2007808"/>
                </a:moveTo>
                <a:lnTo>
                  <a:pt x="1536129" y="2008907"/>
                </a:lnTo>
                <a:lnTo>
                  <a:pt x="1536866" y="2008760"/>
                </a:lnTo>
                <a:lnTo>
                  <a:pt x="1537360" y="2008078"/>
                </a:lnTo>
                <a:close/>
                <a:moveTo>
                  <a:pt x="1840044" y="1327955"/>
                </a:moveTo>
                <a:lnTo>
                  <a:pt x="1839559" y="1330412"/>
                </a:lnTo>
                <a:lnTo>
                  <a:pt x="1841871" y="1328957"/>
                </a:lnTo>
                <a:close/>
                <a:moveTo>
                  <a:pt x="1778765" y="1465119"/>
                </a:moveTo>
                <a:lnTo>
                  <a:pt x="1779146" y="1465447"/>
                </a:lnTo>
                <a:lnTo>
                  <a:pt x="1779489" y="1464786"/>
                </a:lnTo>
                <a:lnTo>
                  <a:pt x="1779435" y="1464552"/>
                </a:lnTo>
                <a:close/>
                <a:moveTo>
                  <a:pt x="1503984" y="2080081"/>
                </a:moveTo>
                <a:lnTo>
                  <a:pt x="1504055" y="2080423"/>
                </a:lnTo>
                <a:lnTo>
                  <a:pt x="1507661" y="2082516"/>
                </a:lnTo>
                <a:lnTo>
                  <a:pt x="1514086" y="2080029"/>
                </a:lnTo>
                <a:lnTo>
                  <a:pt x="1505849" y="2078748"/>
                </a:lnTo>
                <a:close/>
                <a:moveTo>
                  <a:pt x="1779916" y="1461971"/>
                </a:moveTo>
                <a:lnTo>
                  <a:pt x="1780085" y="1462118"/>
                </a:lnTo>
                <a:lnTo>
                  <a:pt x="1781005" y="1461341"/>
                </a:lnTo>
                <a:lnTo>
                  <a:pt x="1780977" y="1461223"/>
                </a:lnTo>
                <a:close/>
                <a:moveTo>
                  <a:pt x="1849432" y="1306311"/>
                </a:moveTo>
                <a:lnTo>
                  <a:pt x="1849634" y="1306414"/>
                </a:lnTo>
                <a:lnTo>
                  <a:pt x="1855575" y="1302594"/>
                </a:lnTo>
                <a:lnTo>
                  <a:pt x="1856199" y="1301642"/>
                </a:lnTo>
                <a:lnTo>
                  <a:pt x="1854388" y="1299891"/>
                </a:lnTo>
                <a:close/>
                <a:moveTo>
                  <a:pt x="1849076" y="1306773"/>
                </a:moveTo>
                <a:lnTo>
                  <a:pt x="1849144" y="1306730"/>
                </a:lnTo>
                <a:lnTo>
                  <a:pt x="1849119" y="1306716"/>
                </a:lnTo>
                <a:close/>
                <a:moveTo>
                  <a:pt x="1840513" y="1325581"/>
                </a:moveTo>
                <a:lnTo>
                  <a:pt x="1840089" y="1327727"/>
                </a:lnTo>
                <a:lnTo>
                  <a:pt x="1842056" y="1328841"/>
                </a:lnTo>
                <a:lnTo>
                  <a:pt x="1842337" y="1328664"/>
                </a:lnTo>
                <a:lnTo>
                  <a:pt x="1846888" y="1322950"/>
                </a:lnTo>
                <a:lnTo>
                  <a:pt x="1845559" y="1320352"/>
                </a:lnTo>
                <a:lnTo>
                  <a:pt x="1843418" y="1321276"/>
                </a:lnTo>
                <a:lnTo>
                  <a:pt x="1841356" y="1324332"/>
                </a:lnTo>
                <a:lnTo>
                  <a:pt x="1843497" y="1325550"/>
                </a:lnTo>
                <a:lnTo>
                  <a:pt x="1843559" y="1325758"/>
                </a:lnTo>
                <a:lnTo>
                  <a:pt x="1841271" y="1324457"/>
                </a:lnTo>
                <a:close/>
                <a:moveTo>
                  <a:pt x="1538326" y="2002063"/>
                </a:moveTo>
                <a:lnTo>
                  <a:pt x="1538128" y="2002680"/>
                </a:lnTo>
                <a:lnTo>
                  <a:pt x="1538653" y="2002951"/>
                </a:lnTo>
                <a:lnTo>
                  <a:pt x="1539809" y="2002549"/>
                </a:lnTo>
                <a:lnTo>
                  <a:pt x="1539744" y="2001204"/>
                </a:lnTo>
                <a:close/>
                <a:moveTo>
                  <a:pt x="1476685" y="2139841"/>
                </a:moveTo>
                <a:lnTo>
                  <a:pt x="1481551" y="2139928"/>
                </a:lnTo>
                <a:lnTo>
                  <a:pt x="1481950" y="2138787"/>
                </a:lnTo>
                <a:close/>
                <a:moveTo>
                  <a:pt x="1527180" y="2026451"/>
                </a:moveTo>
                <a:lnTo>
                  <a:pt x="1527129" y="2026836"/>
                </a:lnTo>
                <a:lnTo>
                  <a:pt x="1528756" y="2027045"/>
                </a:lnTo>
                <a:lnTo>
                  <a:pt x="1528890" y="2025938"/>
                </a:lnTo>
                <a:close/>
                <a:moveTo>
                  <a:pt x="1840789" y="1324181"/>
                </a:moveTo>
                <a:lnTo>
                  <a:pt x="1840684" y="1324709"/>
                </a:lnTo>
                <a:lnTo>
                  <a:pt x="1840971" y="1324285"/>
                </a:lnTo>
                <a:close/>
                <a:moveTo>
                  <a:pt x="1531087" y="2017622"/>
                </a:moveTo>
                <a:lnTo>
                  <a:pt x="1532510" y="2017848"/>
                </a:lnTo>
                <a:lnTo>
                  <a:pt x="1533730" y="2014022"/>
                </a:lnTo>
                <a:lnTo>
                  <a:pt x="1533690" y="2014035"/>
                </a:lnTo>
                <a:close/>
                <a:moveTo>
                  <a:pt x="1886310" y="1222118"/>
                </a:moveTo>
                <a:lnTo>
                  <a:pt x="1889692" y="1219775"/>
                </a:lnTo>
                <a:lnTo>
                  <a:pt x="1889716" y="1219742"/>
                </a:lnTo>
                <a:lnTo>
                  <a:pt x="1888499" y="1218950"/>
                </a:lnTo>
                <a:close/>
                <a:moveTo>
                  <a:pt x="1852572" y="1297556"/>
                </a:moveTo>
                <a:lnTo>
                  <a:pt x="1854401" y="1299325"/>
                </a:lnTo>
                <a:lnTo>
                  <a:pt x="1865575" y="1284849"/>
                </a:lnTo>
                <a:lnTo>
                  <a:pt x="1865580" y="1285390"/>
                </a:lnTo>
                <a:lnTo>
                  <a:pt x="1854643" y="1299560"/>
                </a:lnTo>
                <a:lnTo>
                  <a:pt x="1856430" y="1301289"/>
                </a:lnTo>
                <a:lnTo>
                  <a:pt x="1863648" y="1290284"/>
                </a:lnTo>
                <a:lnTo>
                  <a:pt x="1863670" y="1290532"/>
                </a:lnTo>
                <a:lnTo>
                  <a:pt x="1856544" y="1301399"/>
                </a:lnTo>
                <a:lnTo>
                  <a:pt x="1856900" y="1301743"/>
                </a:lnTo>
                <a:lnTo>
                  <a:pt x="1858247" y="1300877"/>
                </a:lnTo>
                <a:lnTo>
                  <a:pt x="1871434" y="1292139"/>
                </a:lnTo>
                <a:lnTo>
                  <a:pt x="1878469" y="1283308"/>
                </a:lnTo>
                <a:lnTo>
                  <a:pt x="1885101" y="1274747"/>
                </a:lnTo>
                <a:lnTo>
                  <a:pt x="1891018" y="1265868"/>
                </a:lnTo>
                <a:lnTo>
                  <a:pt x="1895732" y="1250285"/>
                </a:lnTo>
                <a:lnTo>
                  <a:pt x="1866096" y="1283024"/>
                </a:lnTo>
                <a:close/>
                <a:moveTo>
                  <a:pt x="1841011" y="1323054"/>
                </a:moveTo>
                <a:lnTo>
                  <a:pt x="1840819" y="1324027"/>
                </a:lnTo>
                <a:lnTo>
                  <a:pt x="1841055" y="1324160"/>
                </a:lnTo>
                <a:lnTo>
                  <a:pt x="1842642" y="1321809"/>
                </a:lnTo>
                <a:close/>
                <a:moveTo>
                  <a:pt x="1798053" y="1419125"/>
                </a:moveTo>
                <a:lnTo>
                  <a:pt x="1798186" y="1419088"/>
                </a:lnTo>
                <a:lnTo>
                  <a:pt x="1798267" y="1418881"/>
                </a:lnTo>
                <a:close/>
                <a:moveTo>
                  <a:pt x="1510414" y="2062769"/>
                </a:moveTo>
                <a:lnTo>
                  <a:pt x="1509690" y="2068195"/>
                </a:lnTo>
                <a:lnTo>
                  <a:pt x="1515994" y="2067824"/>
                </a:lnTo>
                <a:lnTo>
                  <a:pt x="1516144" y="2067716"/>
                </a:lnTo>
                <a:lnTo>
                  <a:pt x="1518124" y="2061829"/>
                </a:lnTo>
                <a:lnTo>
                  <a:pt x="1513442" y="2060020"/>
                </a:lnTo>
                <a:close/>
                <a:moveTo>
                  <a:pt x="1488709" y="2111282"/>
                </a:moveTo>
                <a:lnTo>
                  <a:pt x="1491157" y="2112536"/>
                </a:lnTo>
                <a:lnTo>
                  <a:pt x="1491208" y="2112391"/>
                </a:lnTo>
                <a:lnTo>
                  <a:pt x="1491281" y="2112058"/>
                </a:lnTo>
                <a:lnTo>
                  <a:pt x="1491470" y="2110263"/>
                </a:lnTo>
                <a:close/>
                <a:moveTo>
                  <a:pt x="1485489" y="2118217"/>
                </a:moveTo>
                <a:lnTo>
                  <a:pt x="1486022" y="2120264"/>
                </a:lnTo>
                <a:lnTo>
                  <a:pt x="1488424" y="2120329"/>
                </a:lnTo>
                <a:lnTo>
                  <a:pt x="1489104" y="2118390"/>
                </a:lnTo>
                <a:close/>
                <a:moveTo>
                  <a:pt x="1776072" y="1467397"/>
                </a:moveTo>
                <a:lnTo>
                  <a:pt x="1777659" y="1467820"/>
                </a:lnTo>
                <a:lnTo>
                  <a:pt x="1776626" y="1466929"/>
                </a:lnTo>
                <a:close/>
                <a:moveTo>
                  <a:pt x="1777539" y="1464062"/>
                </a:moveTo>
                <a:lnTo>
                  <a:pt x="1777663" y="1464168"/>
                </a:lnTo>
                <a:lnTo>
                  <a:pt x="1778851" y="1463164"/>
                </a:lnTo>
                <a:lnTo>
                  <a:pt x="1778151" y="1463343"/>
                </a:lnTo>
                <a:close/>
                <a:moveTo>
                  <a:pt x="1494400" y="2097866"/>
                </a:moveTo>
                <a:lnTo>
                  <a:pt x="1494383" y="2098008"/>
                </a:lnTo>
                <a:lnTo>
                  <a:pt x="1494414" y="2097871"/>
                </a:lnTo>
                <a:close/>
                <a:moveTo>
                  <a:pt x="1485858" y="2116910"/>
                </a:moveTo>
                <a:lnTo>
                  <a:pt x="1487383" y="2117428"/>
                </a:lnTo>
                <a:lnTo>
                  <a:pt x="1489041" y="2117967"/>
                </a:lnTo>
                <a:lnTo>
                  <a:pt x="1489249" y="2117976"/>
                </a:lnTo>
                <a:lnTo>
                  <a:pt x="1489851" y="2116260"/>
                </a:lnTo>
                <a:close/>
                <a:moveTo>
                  <a:pt x="1527600" y="2023307"/>
                </a:moveTo>
                <a:lnTo>
                  <a:pt x="1527420" y="2024649"/>
                </a:lnTo>
                <a:lnTo>
                  <a:pt x="1529108" y="2024142"/>
                </a:lnTo>
                <a:lnTo>
                  <a:pt x="1529198" y="2023400"/>
                </a:lnTo>
                <a:close/>
                <a:moveTo>
                  <a:pt x="1795365" y="1423558"/>
                </a:moveTo>
                <a:lnTo>
                  <a:pt x="1795120" y="1424396"/>
                </a:lnTo>
                <a:lnTo>
                  <a:pt x="1796685" y="1422855"/>
                </a:lnTo>
                <a:close/>
                <a:moveTo>
                  <a:pt x="1465938" y="2161170"/>
                </a:moveTo>
                <a:lnTo>
                  <a:pt x="1465842" y="2161456"/>
                </a:lnTo>
                <a:lnTo>
                  <a:pt x="1466054" y="2161523"/>
                </a:lnTo>
                <a:lnTo>
                  <a:pt x="1467075" y="2161364"/>
                </a:lnTo>
                <a:close/>
                <a:moveTo>
                  <a:pt x="1534576" y="2007222"/>
                </a:moveTo>
                <a:lnTo>
                  <a:pt x="1534286" y="2009275"/>
                </a:lnTo>
                <a:lnTo>
                  <a:pt x="1535308" y="2009071"/>
                </a:lnTo>
                <a:lnTo>
                  <a:pt x="1535780" y="2007592"/>
                </a:lnTo>
                <a:close/>
                <a:moveTo>
                  <a:pt x="1795747" y="1422253"/>
                </a:moveTo>
                <a:lnTo>
                  <a:pt x="1795403" y="1423431"/>
                </a:lnTo>
                <a:lnTo>
                  <a:pt x="1796781" y="1422676"/>
                </a:lnTo>
                <a:lnTo>
                  <a:pt x="1797718" y="1420283"/>
                </a:lnTo>
                <a:lnTo>
                  <a:pt x="1796819" y="1420529"/>
                </a:lnTo>
                <a:lnTo>
                  <a:pt x="1796275" y="1421148"/>
                </a:lnTo>
                <a:close/>
                <a:moveTo>
                  <a:pt x="1500990" y="2082220"/>
                </a:moveTo>
                <a:lnTo>
                  <a:pt x="1500295" y="2085366"/>
                </a:lnTo>
                <a:lnTo>
                  <a:pt x="1503814" y="2084005"/>
                </a:lnTo>
                <a:lnTo>
                  <a:pt x="1502919" y="2080842"/>
                </a:lnTo>
                <a:close/>
                <a:moveTo>
                  <a:pt x="1503316" y="2076835"/>
                </a:moveTo>
                <a:lnTo>
                  <a:pt x="1503325" y="2076878"/>
                </a:lnTo>
                <a:lnTo>
                  <a:pt x="1503390" y="2076831"/>
                </a:lnTo>
                <a:close/>
                <a:moveTo>
                  <a:pt x="1485177" y="2117021"/>
                </a:moveTo>
                <a:lnTo>
                  <a:pt x="1485378" y="2117792"/>
                </a:lnTo>
                <a:lnTo>
                  <a:pt x="1488511" y="2117941"/>
                </a:lnTo>
                <a:lnTo>
                  <a:pt x="1485510" y="2116967"/>
                </a:lnTo>
                <a:close/>
                <a:moveTo>
                  <a:pt x="1769411" y="1480516"/>
                </a:moveTo>
                <a:lnTo>
                  <a:pt x="1769374" y="1480666"/>
                </a:lnTo>
                <a:lnTo>
                  <a:pt x="1770180" y="1480582"/>
                </a:lnTo>
                <a:lnTo>
                  <a:pt x="1770449" y="1480289"/>
                </a:lnTo>
                <a:lnTo>
                  <a:pt x="1770643" y="1480044"/>
                </a:lnTo>
                <a:lnTo>
                  <a:pt x="1770641" y="1480040"/>
                </a:lnTo>
                <a:close/>
                <a:moveTo>
                  <a:pt x="1467504" y="2156516"/>
                </a:moveTo>
                <a:lnTo>
                  <a:pt x="1466032" y="2160892"/>
                </a:lnTo>
                <a:lnTo>
                  <a:pt x="1467976" y="2161224"/>
                </a:lnTo>
                <a:lnTo>
                  <a:pt x="1473910" y="2160299"/>
                </a:lnTo>
                <a:lnTo>
                  <a:pt x="1474410" y="2159150"/>
                </a:lnTo>
                <a:close/>
                <a:moveTo>
                  <a:pt x="1530661" y="2015046"/>
                </a:moveTo>
                <a:lnTo>
                  <a:pt x="1530363" y="2017507"/>
                </a:lnTo>
                <a:lnTo>
                  <a:pt x="1530502" y="2017529"/>
                </a:lnTo>
                <a:lnTo>
                  <a:pt x="1532829" y="2014322"/>
                </a:lnTo>
                <a:close/>
                <a:moveTo>
                  <a:pt x="1519609" y="2039775"/>
                </a:moveTo>
                <a:lnTo>
                  <a:pt x="1520036" y="2039965"/>
                </a:lnTo>
                <a:lnTo>
                  <a:pt x="1520685" y="2039505"/>
                </a:lnTo>
                <a:close/>
                <a:moveTo>
                  <a:pt x="1467675" y="2156007"/>
                </a:moveTo>
                <a:lnTo>
                  <a:pt x="1467653" y="2156073"/>
                </a:lnTo>
                <a:lnTo>
                  <a:pt x="1471013" y="2157416"/>
                </a:lnTo>
                <a:lnTo>
                  <a:pt x="1474574" y="2158774"/>
                </a:lnTo>
                <a:lnTo>
                  <a:pt x="1475642" y="2156319"/>
                </a:lnTo>
                <a:lnTo>
                  <a:pt x="1474630" y="2156119"/>
                </a:lnTo>
                <a:lnTo>
                  <a:pt x="1471055" y="2154956"/>
                </a:lnTo>
                <a:close/>
                <a:moveTo>
                  <a:pt x="1533073" y="2009518"/>
                </a:moveTo>
                <a:lnTo>
                  <a:pt x="1534187" y="2009295"/>
                </a:lnTo>
                <a:lnTo>
                  <a:pt x="1534478" y="2007236"/>
                </a:lnTo>
                <a:close/>
                <a:moveTo>
                  <a:pt x="1788116" y="1438339"/>
                </a:moveTo>
                <a:lnTo>
                  <a:pt x="1788202" y="1438314"/>
                </a:lnTo>
                <a:lnTo>
                  <a:pt x="1788216" y="1438265"/>
                </a:lnTo>
                <a:close/>
                <a:moveTo>
                  <a:pt x="1787372" y="1439762"/>
                </a:moveTo>
                <a:lnTo>
                  <a:pt x="1787462" y="1439909"/>
                </a:lnTo>
                <a:lnTo>
                  <a:pt x="1787804" y="1439667"/>
                </a:lnTo>
                <a:lnTo>
                  <a:pt x="1788122" y="1438586"/>
                </a:lnTo>
                <a:lnTo>
                  <a:pt x="1787901" y="1438655"/>
                </a:lnTo>
                <a:close/>
                <a:moveTo>
                  <a:pt x="1506181" y="2069347"/>
                </a:moveTo>
                <a:lnTo>
                  <a:pt x="1504884" y="2075291"/>
                </a:lnTo>
                <a:lnTo>
                  <a:pt x="1505437" y="2075369"/>
                </a:lnTo>
                <a:lnTo>
                  <a:pt x="1508831" y="2072943"/>
                </a:lnTo>
                <a:lnTo>
                  <a:pt x="1509241" y="2069872"/>
                </a:lnTo>
                <a:lnTo>
                  <a:pt x="1507216" y="2069415"/>
                </a:lnTo>
                <a:lnTo>
                  <a:pt x="1506750" y="2069290"/>
                </a:lnTo>
                <a:close/>
                <a:moveTo>
                  <a:pt x="1780508" y="1455059"/>
                </a:moveTo>
                <a:lnTo>
                  <a:pt x="1780547" y="1455222"/>
                </a:lnTo>
                <a:lnTo>
                  <a:pt x="1781188" y="1454584"/>
                </a:lnTo>
                <a:close/>
                <a:moveTo>
                  <a:pt x="1843487" y="1314014"/>
                </a:moveTo>
                <a:lnTo>
                  <a:pt x="1845369" y="1317692"/>
                </a:lnTo>
                <a:lnTo>
                  <a:pt x="1845478" y="1317609"/>
                </a:lnTo>
                <a:lnTo>
                  <a:pt x="1851875" y="1308135"/>
                </a:lnTo>
                <a:lnTo>
                  <a:pt x="1849541" y="1306933"/>
                </a:lnTo>
                <a:lnTo>
                  <a:pt x="1848335" y="1307733"/>
                </a:lnTo>
                <a:close/>
                <a:moveTo>
                  <a:pt x="1503145" y="2076004"/>
                </a:moveTo>
                <a:lnTo>
                  <a:pt x="1503255" y="2076543"/>
                </a:lnTo>
                <a:lnTo>
                  <a:pt x="1503838" y="2076511"/>
                </a:lnTo>
                <a:lnTo>
                  <a:pt x="1504395" y="2076113"/>
                </a:lnTo>
                <a:lnTo>
                  <a:pt x="1504398" y="2076099"/>
                </a:lnTo>
                <a:close/>
                <a:moveTo>
                  <a:pt x="1494786" y="2094550"/>
                </a:moveTo>
                <a:lnTo>
                  <a:pt x="1494611" y="2096060"/>
                </a:lnTo>
                <a:lnTo>
                  <a:pt x="1494799" y="2096125"/>
                </a:lnTo>
                <a:lnTo>
                  <a:pt x="1495181" y="2094397"/>
                </a:lnTo>
                <a:close/>
                <a:moveTo>
                  <a:pt x="1773433" y="1470601"/>
                </a:moveTo>
                <a:lnTo>
                  <a:pt x="1777533" y="1468546"/>
                </a:lnTo>
                <a:lnTo>
                  <a:pt x="1777738" y="1468151"/>
                </a:lnTo>
                <a:lnTo>
                  <a:pt x="1775794" y="1467633"/>
                </a:lnTo>
                <a:lnTo>
                  <a:pt x="1774728" y="1468534"/>
                </a:lnTo>
                <a:close/>
                <a:moveTo>
                  <a:pt x="1783975" y="1446863"/>
                </a:moveTo>
                <a:lnTo>
                  <a:pt x="1784364" y="1446591"/>
                </a:lnTo>
                <a:lnTo>
                  <a:pt x="1784205" y="1446383"/>
                </a:lnTo>
                <a:close/>
                <a:moveTo>
                  <a:pt x="1531621" y="2011874"/>
                </a:moveTo>
                <a:lnTo>
                  <a:pt x="1534662" y="2011099"/>
                </a:lnTo>
                <a:lnTo>
                  <a:pt x="1534694" y="2010999"/>
                </a:lnTo>
                <a:lnTo>
                  <a:pt x="1531804" y="2011577"/>
                </a:lnTo>
                <a:close/>
                <a:moveTo>
                  <a:pt x="1469050" y="2151919"/>
                </a:moveTo>
                <a:lnTo>
                  <a:pt x="1469047" y="2151927"/>
                </a:lnTo>
                <a:lnTo>
                  <a:pt x="1469199" y="2151976"/>
                </a:lnTo>
                <a:close/>
                <a:moveTo>
                  <a:pt x="1801220" y="1408016"/>
                </a:moveTo>
                <a:lnTo>
                  <a:pt x="1801233" y="1408103"/>
                </a:lnTo>
                <a:lnTo>
                  <a:pt x="1801295" y="1407974"/>
                </a:lnTo>
                <a:close/>
                <a:moveTo>
                  <a:pt x="1469439" y="2150761"/>
                </a:moveTo>
                <a:lnTo>
                  <a:pt x="1469149" y="2151624"/>
                </a:lnTo>
                <a:lnTo>
                  <a:pt x="1471458" y="2152511"/>
                </a:lnTo>
                <a:lnTo>
                  <a:pt x="1472374" y="2152226"/>
                </a:lnTo>
                <a:close/>
                <a:moveTo>
                  <a:pt x="1842574" y="1315198"/>
                </a:moveTo>
                <a:lnTo>
                  <a:pt x="1842552" y="1315249"/>
                </a:lnTo>
                <a:lnTo>
                  <a:pt x="1841485" y="1320657"/>
                </a:lnTo>
                <a:lnTo>
                  <a:pt x="1844527" y="1318336"/>
                </a:lnTo>
                <a:lnTo>
                  <a:pt x="1842782" y="1314927"/>
                </a:lnTo>
                <a:close/>
                <a:moveTo>
                  <a:pt x="1779460" y="1456303"/>
                </a:moveTo>
                <a:lnTo>
                  <a:pt x="1779749" y="1456016"/>
                </a:lnTo>
                <a:lnTo>
                  <a:pt x="1779698" y="1455804"/>
                </a:lnTo>
                <a:close/>
                <a:moveTo>
                  <a:pt x="1844656" y="1310170"/>
                </a:moveTo>
                <a:lnTo>
                  <a:pt x="1843253" y="1313558"/>
                </a:lnTo>
                <a:lnTo>
                  <a:pt x="1843318" y="1313685"/>
                </a:lnTo>
                <a:lnTo>
                  <a:pt x="1847468" y="1308306"/>
                </a:lnTo>
                <a:close/>
                <a:moveTo>
                  <a:pt x="1808138" y="1391802"/>
                </a:moveTo>
                <a:lnTo>
                  <a:pt x="1808954" y="1391591"/>
                </a:lnTo>
                <a:lnTo>
                  <a:pt x="1809251" y="1390831"/>
                </a:lnTo>
                <a:lnTo>
                  <a:pt x="1808565" y="1390914"/>
                </a:lnTo>
                <a:close/>
                <a:moveTo>
                  <a:pt x="1810833" y="1385736"/>
                </a:moveTo>
                <a:lnTo>
                  <a:pt x="1808848" y="1390325"/>
                </a:lnTo>
                <a:lnTo>
                  <a:pt x="1808652" y="1390733"/>
                </a:lnTo>
                <a:lnTo>
                  <a:pt x="1809321" y="1390652"/>
                </a:lnTo>
                <a:lnTo>
                  <a:pt x="1811325" y="1385537"/>
                </a:lnTo>
                <a:close/>
                <a:moveTo>
                  <a:pt x="1812074" y="1382865"/>
                </a:moveTo>
                <a:lnTo>
                  <a:pt x="1812427" y="1382722"/>
                </a:lnTo>
                <a:lnTo>
                  <a:pt x="1812427" y="1382722"/>
                </a:lnTo>
                <a:lnTo>
                  <a:pt x="1812079" y="1382853"/>
                </a:lnTo>
                <a:close/>
                <a:moveTo>
                  <a:pt x="1846620" y="1305430"/>
                </a:moveTo>
                <a:lnTo>
                  <a:pt x="1844970" y="1309413"/>
                </a:lnTo>
                <a:lnTo>
                  <a:pt x="1848235" y="1307313"/>
                </a:lnTo>
                <a:lnTo>
                  <a:pt x="1848816" y="1306560"/>
                </a:lnTo>
                <a:close/>
                <a:moveTo>
                  <a:pt x="1813171" y="1380329"/>
                </a:moveTo>
                <a:lnTo>
                  <a:pt x="1812183" y="1382612"/>
                </a:lnTo>
                <a:lnTo>
                  <a:pt x="1812520" y="1382485"/>
                </a:lnTo>
                <a:lnTo>
                  <a:pt x="1813420" y="1380186"/>
                </a:lnTo>
                <a:close/>
                <a:moveTo>
                  <a:pt x="1771339" y="1473945"/>
                </a:moveTo>
                <a:lnTo>
                  <a:pt x="1772175" y="1475338"/>
                </a:lnTo>
                <a:lnTo>
                  <a:pt x="1774457" y="1474454"/>
                </a:lnTo>
                <a:lnTo>
                  <a:pt x="1777354" y="1468888"/>
                </a:lnTo>
                <a:lnTo>
                  <a:pt x="1773203" y="1470970"/>
                </a:lnTo>
                <a:close/>
                <a:moveTo>
                  <a:pt x="1806061" y="1396126"/>
                </a:moveTo>
                <a:lnTo>
                  <a:pt x="1807276" y="1395469"/>
                </a:lnTo>
                <a:lnTo>
                  <a:pt x="1808155" y="1393632"/>
                </a:lnTo>
                <a:lnTo>
                  <a:pt x="1808830" y="1391908"/>
                </a:lnTo>
                <a:lnTo>
                  <a:pt x="1807976" y="1392140"/>
                </a:lnTo>
                <a:close/>
                <a:moveTo>
                  <a:pt x="1506925" y="2065937"/>
                </a:moveTo>
                <a:lnTo>
                  <a:pt x="1506429" y="2068211"/>
                </a:lnTo>
                <a:lnTo>
                  <a:pt x="1506971" y="2068356"/>
                </a:lnTo>
                <a:lnTo>
                  <a:pt x="1509463" y="2068209"/>
                </a:lnTo>
                <a:lnTo>
                  <a:pt x="1510157" y="2063003"/>
                </a:lnTo>
                <a:close/>
                <a:moveTo>
                  <a:pt x="1847723" y="1302767"/>
                </a:moveTo>
                <a:lnTo>
                  <a:pt x="1846814" y="1304962"/>
                </a:lnTo>
                <a:lnTo>
                  <a:pt x="1849129" y="1306155"/>
                </a:lnTo>
                <a:lnTo>
                  <a:pt x="1854146" y="1299655"/>
                </a:lnTo>
                <a:lnTo>
                  <a:pt x="1852289" y="1297860"/>
                </a:lnTo>
                <a:close/>
                <a:moveTo>
                  <a:pt x="1801076" y="1407093"/>
                </a:moveTo>
                <a:lnTo>
                  <a:pt x="1801162" y="1407651"/>
                </a:lnTo>
                <a:lnTo>
                  <a:pt x="1801586" y="1407365"/>
                </a:lnTo>
                <a:lnTo>
                  <a:pt x="1801885" y="1406741"/>
                </a:lnTo>
                <a:close/>
                <a:moveTo>
                  <a:pt x="1890602" y="1206528"/>
                </a:moveTo>
                <a:lnTo>
                  <a:pt x="1906821" y="1195232"/>
                </a:lnTo>
                <a:lnTo>
                  <a:pt x="1913952" y="1184546"/>
                </a:lnTo>
                <a:lnTo>
                  <a:pt x="1913969" y="1184757"/>
                </a:lnTo>
                <a:lnTo>
                  <a:pt x="1907114" y="1195028"/>
                </a:lnTo>
                <a:lnTo>
                  <a:pt x="1913868" y="1190325"/>
                </a:lnTo>
                <a:lnTo>
                  <a:pt x="1918669" y="1174451"/>
                </a:lnTo>
                <a:lnTo>
                  <a:pt x="1920761" y="1166867"/>
                </a:lnTo>
                <a:close/>
                <a:moveTo>
                  <a:pt x="1850481" y="1296111"/>
                </a:moveTo>
                <a:lnTo>
                  <a:pt x="1848550" y="1300772"/>
                </a:lnTo>
                <a:lnTo>
                  <a:pt x="1851748" y="1297336"/>
                </a:lnTo>
                <a:close/>
                <a:moveTo>
                  <a:pt x="1528434" y="2017048"/>
                </a:moveTo>
                <a:lnTo>
                  <a:pt x="1528414" y="2017198"/>
                </a:lnTo>
                <a:lnTo>
                  <a:pt x="1529921" y="2017437"/>
                </a:lnTo>
                <a:lnTo>
                  <a:pt x="1530191" y="2015203"/>
                </a:lnTo>
                <a:lnTo>
                  <a:pt x="1529409" y="2015464"/>
                </a:lnTo>
                <a:close/>
                <a:moveTo>
                  <a:pt x="1473278" y="2140521"/>
                </a:moveTo>
                <a:lnTo>
                  <a:pt x="1479755" y="2145048"/>
                </a:lnTo>
                <a:lnTo>
                  <a:pt x="1480958" y="2141618"/>
                </a:lnTo>
                <a:lnTo>
                  <a:pt x="1475641" y="2140424"/>
                </a:lnTo>
                <a:lnTo>
                  <a:pt x="1475424" y="2140429"/>
                </a:lnTo>
                <a:lnTo>
                  <a:pt x="1473880" y="2140401"/>
                </a:lnTo>
                <a:close/>
                <a:moveTo>
                  <a:pt x="1798430" y="1412003"/>
                </a:moveTo>
                <a:lnTo>
                  <a:pt x="1798387" y="1412174"/>
                </a:lnTo>
                <a:lnTo>
                  <a:pt x="1798897" y="1411594"/>
                </a:lnTo>
                <a:lnTo>
                  <a:pt x="1798710" y="1411420"/>
                </a:lnTo>
                <a:close/>
                <a:moveTo>
                  <a:pt x="1843389" y="1311010"/>
                </a:moveTo>
                <a:lnTo>
                  <a:pt x="1842988" y="1313040"/>
                </a:lnTo>
                <a:lnTo>
                  <a:pt x="1843135" y="1313327"/>
                </a:lnTo>
                <a:lnTo>
                  <a:pt x="1844362" y="1310365"/>
                </a:lnTo>
                <a:close/>
                <a:moveTo>
                  <a:pt x="1771568" y="1471789"/>
                </a:moveTo>
                <a:lnTo>
                  <a:pt x="1771423" y="1472375"/>
                </a:lnTo>
                <a:lnTo>
                  <a:pt x="1771894" y="1471626"/>
                </a:lnTo>
                <a:close/>
                <a:moveTo>
                  <a:pt x="1480758" y="2122969"/>
                </a:moveTo>
                <a:lnTo>
                  <a:pt x="1486490" y="2122504"/>
                </a:lnTo>
                <a:lnTo>
                  <a:pt x="1486345" y="2121949"/>
                </a:lnTo>
                <a:close/>
                <a:moveTo>
                  <a:pt x="1472791" y="2140796"/>
                </a:moveTo>
                <a:lnTo>
                  <a:pt x="1469611" y="2150248"/>
                </a:lnTo>
                <a:lnTo>
                  <a:pt x="1473114" y="2151995"/>
                </a:lnTo>
                <a:lnTo>
                  <a:pt x="1477833" y="2150528"/>
                </a:lnTo>
                <a:lnTo>
                  <a:pt x="1479582" y="2145541"/>
                </a:lnTo>
                <a:close/>
                <a:moveTo>
                  <a:pt x="1771646" y="1471474"/>
                </a:moveTo>
                <a:lnTo>
                  <a:pt x="1771640" y="1471501"/>
                </a:lnTo>
                <a:lnTo>
                  <a:pt x="1772127" y="1471257"/>
                </a:lnTo>
                <a:lnTo>
                  <a:pt x="1772828" y="1470141"/>
                </a:lnTo>
                <a:lnTo>
                  <a:pt x="1772015" y="1470829"/>
                </a:lnTo>
                <a:close/>
                <a:moveTo>
                  <a:pt x="1463756" y="2160798"/>
                </a:moveTo>
                <a:lnTo>
                  <a:pt x="1465629" y="2161389"/>
                </a:lnTo>
                <a:lnTo>
                  <a:pt x="1465715" y="2161132"/>
                </a:lnTo>
                <a:close/>
                <a:moveTo>
                  <a:pt x="1846047" y="1304568"/>
                </a:moveTo>
                <a:lnTo>
                  <a:pt x="1846638" y="1304871"/>
                </a:lnTo>
                <a:lnTo>
                  <a:pt x="1847339" y="1303180"/>
                </a:lnTo>
                <a:close/>
                <a:moveTo>
                  <a:pt x="1492638" y="2095381"/>
                </a:moveTo>
                <a:lnTo>
                  <a:pt x="1493019" y="2095513"/>
                </a:lnTo>
                <a:lnTo>
                  <a:pt x="1493050" y="2095222"/>
                </a:lnTo>
                <a:close/>
                <a:moveTo>
                  <a:pt x="1845561" y="1305091"/>
                </a:moveTo>
                <a:lnTo>
                  <a:pt x="1843653" y="1309670"/>
                </a:lnTo>
                <a:lnTo>
                  <a:pt x="1843520" y="1310345"/>
                </a:lnTo>
                <a:lnTo>
                  <a:pt x="1844679" y="1309599"/>
                </a:lnTo>
                <a:lnTo>
                  <a:pt x="1846444" y="1305339"/>
                </a:lnTo>
                <a:lnTo>
                  <a:pt x="1845691" y="1304951"/>
                </a:lnTo>
                <a:close/>
                <a:moveTo>
                  <a:pt x="1474169" y="2136696"/>
                </a:moveTo>
                <a:lnTo>
                  <a:pt x="1473340" y="2139162"/>
                </a:lnTo>
                <a:lnTo>
                  <a:pt x="1480645" y="2137702"/>
                </a:lnTo>
                <a:close/>
                <a:moveTo>
                  <a:pt x="1504879" y="2067794"/>
                </a:moveTo>
                <a:lnTo>
                  <a:pt x="1506137" y="2068132"/>
                </a:lnTo>
                <a:lnTo>
                  <a:pt x="1506539" y="2066287"/>
                </a:lnTo>
                <a:close/>
                <a:moveTo>
                  <a:pt x="1787137" y="1435536"/>
                </a:moveTo>
                <a:lnTo>
                  <a:pt x="1787527" y="1435323"/>
                </a:lnTo>
                <a:lnTo>
                  <a:pt x="1787447" y="1435230"/>
                </a:lnTo>
                <a:close/>
                <a:moveTo>
                  <a:pt x="1745511" y="1528609"/>
                </a:moveTo>
                <a:lnTo>
                  <a:pt x="1745635" y="1529030"/>
                </a:lnTo>
                <a:lnTo>
                  <a:pt x="1746094" y="1528610"/>
                </a:lnTo>
                <a:lnTo>
                  <a:pt x="1746078" y="1528452"/>
                </a:lnTo>
                <a:close/>
                <a:moveTo>
                  <a:pt x="1517619" y="2038893"/>
                </a:moveTo>
                <a:lnTo>
                  <a:pt x="1519093" y="2039546"/>
                </a:lnTo>
                <a:lnTo>
                  <a:pt x="1521470" y="2038950"/>
                </a:lnTo>
                <a:lnTo>
                  <a:pt x="1521753" y="2038750"/>
                </a:lnTo>
                <a:close/>
                <a:moveTo>
                  <a:pt x="1849640" y="1295297"/>
                </a:moveTo>
                <a:lnTo>
                  <a:pt x="1846395" y="1303087"/>
                </a:lnTo>
                <a:lnTo>
                  <a:pt x="1848165" y="1301186"/>
                </a:lnTo>
                <a:lnTo>
                  <a:pt x="1850328" y="1295963"/>
                </a:lnTo>
                <a:close/>
                <a:moveTo>
                  <a:pt x="1503780" y="2069586"/>
                </a:moveTo>
                <a:lnTo>
                  <a:pt x="1502754" y="2074230"/>
                </a:lnTo>
                <a:lnTo>
                  <a:pt x="1502849" y="2074565"/>
                </a:lnTo>
                <a:lnTo>
                  <a:pt x="1502943" y="2075021"/>
                </a:lnTo>
                <a:lnTo>
                  <a:pt x="1504583" y="2075249"/>
                </a:lnTo>
                <a:lnTo>
                  <a:pt x="1505865" y="2069378"/>
                </a:lnTo>
                <a:close/>
                <a:moveTo>
                  <a:pt x="1520418" y="2032325"/>
                </a:moveTo>
                <a:lnTo>
                  <a:pt x="1523362" y="2031785"/>
                </a:lnTo>
                <a:lnTo>
                  <a:pt x="1523406" y="2031454"/>
                </a:lnTo>
                <a:lnTo>
                  <a:pt x="1521250" y="2031177"/>
                </a:lnTo>
                <a:close/>
                <a:moveTo>
                  <a:pt x="1782150" y="1445875"/>
                </a:moveTo>
                <a:lnTo>
                  <a:pt x="1782866" y="1446501"/>
                </a:lnTo>
                <a:lnTo>
                  <a:pt x="1783415" y="1445353"/>
                </a:lnTo>
                <a:lnTo>
                  <a:pt x="1783175" y="1445039"/>
                </a:lnTo>
                <a:lnTo>
                  <a:pt x="1782186" y="1445801"/>
                </a:lnTo>
                <a:close/>
                <a:moveTo>
                  <a:pt x="1854088" y="1284619"/>
                </a:moveTo>
                <a:lnTo>
                  <a:pt x="1849811" y="1294885"/>
                </a:lnTo>
                <a:lnTo>
                  <a:pt x="1850500" y="1295551"/>
                </a:lnTo>
                <a:lnTo>
                  <a:pt x="1850813" y="1294795"/>
                </a:lnTo>
                <a:lnTo>
                  <a:pt x="1850899" y="1295103"/>
                </a:lnTo>
                <a:lnTo>
                  <a:pt x="1850652" y="1295699"/>
                </a:lnTo>
                <a:lnTo>
                  <a:pt x="1852031" y="1297032"/>
                </a:lnTo>
                <a:lnTo>
                  <a:pt x="1886020" y="1260507"/>
                </a:lnTo>
                <a:lnTo>
                  <a:pt x="1895962" y="1249524"/>
                </a:lnTo>
                <a:lnTo>
                  <a:pt x="1897181" y="1245495"/>
                </a:lnTo>
                <a:lnTo>
                  <a:pt x="1858138" y="1281201"/>
                </a:lnTo>
                <a:close/>
                <a:moveTo>
                  <a:pt x="1484123" y="2112974"/>
                </a:moveTo>
                <a:lnTo>
                  <a:pt x="1485080" y="2116646"/>
                </a:lnTo>
                <a:lnTo>
                  <a:pt x="1485236" y="2116699"/>
                </a:lnTo>
                <a:lnTo>
                  <a:pt x="1489967" y="2115928"/>
                </a:lnTo>
                <a:lnTo>
                  <a:pt x="1491072" y="2112776"/>
                </a:lnTo>
                <a:lnTo>
                  <a:pt x="1488332" y="2111421"/>
                </a:lnTo>
                <a:close/>
                <a:moveTo>
                  <a:pt x="1780510" y="1449289"/>
                </a:moveTo>
                <a:lnTo>
                  <a:pt x="1782047" y="1448213"/>
                </a:lnTo>
                <a:lnTo>
                  <a:pt x="1782679" y="1446892"/>
                </a:lnTo>
                <a:lnTo>
                  <a:pt x="1781963" y="1446266"/>
                </a:lnTo>
                <a:close/>
                <a:moveTo>
                  <a:pt x="1844287" y="1306459"/>
                </a:moveTo>
                <a:lnTo>
                  <a:pt x="1844041" y="1307709"/>
                </a:lnTo>
                <a:lnTo>
                  <a:pt x="1844835" y="1305870"/>
                </a:lnTo>
                <a:close/>
                <a:moveTo>
                  <a:pt x="1522924" y="2025996"/>
                </a:moveTo>
                <a:lnTo>
                  <a:pt x="1524184" y="2025618"/>
                </a:lnTo>
                <a:lnTo>
                  <a:pt x="1524441" y="2023693"/>
                </a:lnTo>
                <a:lnTo>
                  <a:pt x="1524317" y="2023731"/>
                </a:lnTo>
                <a:close/>
                <a:moveTo>
                  <a:pt x="1855215" y="1281911"/>
                </a:moveTo>
                <a:lnTo>
                  <a:pt x="1855153" y="1282061"/>
                </a:lnTo>
                <a:lnTo>
                  <a:pt x="1872360" y="1267542"/>
                </a:lnTo>
                <a:lnTo>
                  <a:pt x="1897454" y="1244593"/>
                </a:lnTo>
                <a:lnTo>
                  <a:pt x="1901333" y="1231767"/>
                </a:lnTo>
                <a:lnTo>
                  <a:pt x="1875615" y="1260071"/>
                </a:lnTo>
                <a:close/>
                <a:moveTo>
                  <a:pt x="1481989" y="2117541"/>
                </a:moveTo>
                <a:lnTo>
                  <a:pt x="1484142" y="2117732"/>
                </a:lnTo>
                <a:lnTo>
                  <a:pt x="1485240" y="2117785"/>
                </a:lnTo>
                <a:lnTo>
                  <a:pt x="1485036" y="2117044"/>
                </a:lnTo>
                <a:close/>
                <a:moveTo>
                  <a:pt x="1476792" y="2128897"/>
                </a:moveTo>
                <a:lnTo>
                  <a:pt x="1474748" y="2134975"/>
                </a:lnTo>
                <a:lnTo>
                  <a:pt x="1482649" y="2136798"/>
                </a:lnTo>
                <a:lnTo>
                  <a:pt x="1484346" y="2131958"/>
                </a:lnTo>
                <a:close/>
                <a:moveTo>
                  <a:pt x="1757624" y="1499969"/>
                </a:moveTo>
                <a:lnTo>
                  <a:pt x="1761118" y="1499290"/>
                </a:lnTo>
                <a:lnTo>
                  <a:pt x="1760608" y="1497398"/>
                </a:lnTo>
                <a:lnTo>
                  <a:pt x="1759661" y="1497836"/>
                </a:lnTo>
                <a:close/>
                <a:moveTo>
                  <a:pt x="1854786" y="1282370"/>
                </a:moveTo>
                <a:lnTo>
                  <a:pt x="1854787" y="1282370"/>
                </a:lnTo>
                <a:lnTo>
                  <a:pt x="1854788" y="1282369"/>
                </a:lnTo>
                <a:close/>
                <a:moveTo>
                  <a:pt x="1776039" y="1458591"/>
                </a:moveTo>
                <a:lnTo>
                  <a:pt x="1776127" y="1458667"/>
                </a:lnTo>
                <a:lnTo>
                  <a:pt x="1776641" y="1457767"/>
                </a:lnTo>
                <a:lnTo>
                  <a:pt x="1776331" y="1457984"/>
                </a:lnTo>
                <a:close/>
                <a:moveTo>
                  <a:pt x="1887699" y="1208549"/>
                </a:moveTo>
                <a:lnTo>
                  <a:pt x="1888208" y="1208195"/>
                </a:lnTo>
                <a:lnTo>
                  <a:pt x="1921324" y="1164825"/>
                </a:lnTo>
                <a:lnTo>
                  <a:pt x="1926788" y="1145016"/>
                </a:lnTo>
                <a:lnTo>
                  <a:pt x="1909994" y="1172796"/>
                </a:lnTo>
                <a:close/>
                <a:moveTo>
                  <a:pt x="1858734" y="1273372"/>
                </a:moveTo>
                <a:lnTo>
                  <a:pt x="1858750" y="1273425"/>
                </a:lnTo>
                <a:lnTo>
                  <a:pt x="1856135" y="1279701"/>
                </a:lnTo>
                <a:lnTo>
                  <a:pt x="1897740" y="1235162"/>
                </a:lnTo>
                <a:lnTo>
                  <a:pt x="1901587" y="1230929"/>
                </a:lnTo>
                <a:lnTo>
                  <a:pt x="1902461" y="1228040"/>
                </a:lnTo>
                <a:lnTo>
                  <a:pt x="1893772" y="1222384"/>
                </a:lnTo>
                <a:lnTo>
                  <a:pt x="1884144" y="1235420"/>
                </a:lnTo>
                <a:lnTo>
                  <a:pt x="1881157" y="1239352"/>
                </a:lnTo>
                <a:lnTo>
                  <a:pt x="1881166" y="1239455"/>
                </a:lnTo>
                <a:lnTo>
                  <a:pt x="1867647" y="1259986"/>
                </a:lnTo>
                <a:lnTo>
                  <a:pt x="1891409" y="1238178"/>
                </a:lnTo>
                <a:lnTo>
                  <a:pt x="1891377" y="1238649"/>
                </a:lnTo>
                <a:lnTo>
                  <a:pt x="1866909" y="1261107"/>
                </a:lnTo>
                <a:lnTo>
                  <a:pt x="1862135" y="1268357"/>
                </a:lnTo>
                <a:close/>
                <a:moveTo>
                  <a:pt x="1745204" y="1527556"/>
                </a:moveTo>
                <a:lnTo>
                  <a:pt x="1745417" y="1528286"/>
                </a:lnTo>
                <a:lnTo>
                  <a:pt x="1746047" y="1528120"/>
                </a:lnTo>
                <a:lnTo>
                  <a:pt x="1746033" y="1527980"/>
                </a:lnTo>
                <a:close/>
                <a:moveTo>
                  <a:pt x="1775345" y="1460033"/>
                </a:moveTo>
                <a:lnTo>
                  <a:pt x="1775892" y="1459078"/>
                </a:lnTo>
                <a:lnTo>
                  <a:pt x="1775830" y="1459024"/>
                </a:lnTo>
                <a:close/>
                <a:moveTo>
                  <a:pt x="1436143" y="2219572"/>
                </a:moveTo>
                <a:lnTo>
                  <a:pt x="1438604" y="2220418"/>
                </a:lnTo>
                <a:lnTo>
                  <a:pt x="1445654" y="2222529"/>
                </a:lnTo>
                <a:lnTo>
                  <a:pt x="1446668" y="2220433"/>
                </a:lnTo>
                <a:close/>
                <a:moveTo>
                  <a:pt x="1495822" y="2085912"/>
                </a:moveTo>
                <a:lnTo>
                  <a:pt x="1495990" y="2087032"/>
                </a:lnTo>
                <a:lnTo>
                  <a:pt x="1496884" y="2086686"/>
                </a:lnTo>
                <a:lnTo>
                  <a:pt x="1497285" y="2084867"/>
                </a:lnTo>
                <a:close/>
                <a:moveTo>
                  <a:pt x="1844687" y="1304435"/>
                </a:moveTo>
                <a:lnTo>
                  <a:pt x="1844565" y="1305054"/>
                </a:lnTo>
                <a:lnTo>
                  <a:pt x="1844994" y="1304593"/>
                </a:lnTo>
                <a:close/>
                <a:moveTo>
                  <a:pt x="1477887" y="2125641"/>
                </a:moveTo>
                <a:lnTo>
                  <a:pt x="1476889" y="2128608"/>
                </a:lnTo>
                <a:lnTo>
                  <a:pt x="1483248" y="2131287"/>
                </a:lnTo>
                <a:lnTo>
                  <a:pt x="1484415" y="2131760"/>
                </a:lnTo>
                <a:lnTo>
                  <a:pt x="1486852" y="2124812"/>
                </a:lnTo>
                <a:close/>
                <a:moveTo>
                  <a:pt x="1886637" y="1210251"/>
                </a:moveTo>
                <a:lnTo>
                  <a:pt x="1887210" y="1209501"/>
                </a:lnTo>
                <a:lnTo>
                  <a:pt x="1887024" y="1209631"/>
                </a:lnTo>
                <a:close/>
                <a:moveTo>
                  <a:pt x="1495324" y="2086268"/>
                </a:moveTo>
                <a:lnTo>
                  <a:pt x="1495279" y="2087307"/>
                </a:lnTo>
                <a:lnTo>
                  <a:pt x="1495744" y="2087128"/>
                </a:lnTo>
                <a:lnTo>
                  <a:pt x="1495574" y="2086090"/>
                </a:lnTo>
                <a:close/>
                <a:moveTo>
                  <a:pt x="1461951" y="2160648"/>
                </a:moveTo>
                <a:lnTo>
                  <a:pt x="1461462" y="2162238"/>
                </a:lnTo>
                <a:lnTo>
                  <a:pt x="1465165" y="2161661"/>
                </a:lnTo>
                <a:close/>
                <a:moveTo>
                  <a:pt x="1787648" y="1430965"/>
                </a:moveTo>
                <a:lnTo>
                  <a:pt x="1787717" y="1431043"/>
                </a:lnTo>
                <a:lnTo>
                  <a:pt x="1787938" y="1430872"/>
                </a:lnTo>
                <a:lnTo>
                  <a:pt x="1788192" y="1430345"/>
                </a:lnTo>
                <a:close/>
                <a:moveTo>
                  <a:pt x="1883949" y="1215276"/>
                </a:moveTo>
                <a:lnTo>
                  <a:pt x="1888579" y="1218303"/>
                </a:lnTo>
                <a:lnTo>
                  <a:pt x="1895238" y="1208668"/>
                </a:lnTo>
                <a:lnTo>
                  <a:pt x="1895268" y="1209155"/>
                </a:lnTo>
                <a:lnTo>
                  <a:pt x="1888831" y="1218469"/>
                </a:lnTo>
                <a:lnTo>
                  <a:pt x="1889663" y="1219012"/>
                </a:lnTo>
                <a:lnTo>
                  <a:pt x="1890045" y="1219271"/>
                </a:lnTo>
                <a:lnTo>
                  <a:pt x="1905888" y="1196630"/>
                </a:lnTo>
                <a:lnTo>
                  <a:pt x="1906058" y="1196375"/>
                </a:lnTo>
                <a:lnTo>
                  <a:pt x="1889613" y="1207829"/>
                </a:lnTo>
                <a:close/>
                <a:moveTo>
                  <a:pt x="1479357" y="2121185"/>
                </a:moveTo>
                <a:lnTo>
                  <a:pt x="1478833" y="2122815"/>
                </a:lnTo>
                <a:lnTo>
                  <a:pt x="1486220" y="2121467"/>
                </a:lnTo>
                <a:lnTo>
                  <a:pt x="1486123" y="2121093"/>
                </a:lnTo>
                <a:close/>
                <a:moveTo>
                  <a:pt x="1505154" y="2063359"/>
                </a:moveTo>
                <a:lnTo>
                  <a:pt x="1505113" y="2063545"/>
                </a:lnTo>
                <a:lnTo>
                  <a:pt x="1506153" y="2062601"/>
                </a:lnTo>
                <a:close/>
                <a:moveTo>
                  <a:pt x="1808335" y="1384072"/>
                </a:moveTo>
                <a:lnTo>
                  <a:pt x="1810900" y="1383100"/>
                </a:lnTo>
                <a:lnTo>
                  <a:pt x="1811875" y="1381071"/>
                </a:lnTo>
                <a:lnTo>
                  <a:pt x="1809298" y="1382549"/>
                </a:lnTo>
                <a:close/>
                <a:moveTo>
                  <a:pt x="1462923" y="2157485"/>
                </a:moveTo>
                <a:lnTo>
                  <a:pt x="1462083" y="2160219"/>
                </a:lnTo>
                <a:lnTo>
                  <a:pt x="1465809" y="2160854"/>
                </a:lnTo>
                <a:lnTo>
                  <a:pt x="1467295" y="2156437"/>
                </a:lnTo>
                <a:lnTo>
                  <a:pt x="1466845" y="2156266"/>
                </a:lnTo>
                <a:close/>
                <a:moveTo>
                  <a:pt x="1808068" y="1384495"/>
                </a:moveTo>
                <a:lnTo>
                  <a:pt x="1810755" y="1383402"/>
                </a:lnTo>
                <a:lnTo>
                  <a:pt x="1810782" y="1383345"/>
                </a:lnTo>
                <a:lnTo>
                  <a:pt x="1808168" y="1384336"/>
                </a:lnTo>
                <a:close/>
                <a:moveTo>
                  <a:pt x="1498704" y="2077089"/>
                </a:moveTo>
                <a:lnTo>
                  <a:pt x="1498993" y="2077135"/>
                </a:lnTo>
                <a:lnTo>
                  <a:pt x="1499007" y="2077073"/>
                </a:lnTo>
                <a:close/>
                <a:moveTo>
                  <a:pt x="1480387" y="2117974"/>
                </a:moveTo>
                <a:lnTo>
                  <a:pt x="1479707" y="2120093"/>
                </a:lnTo>
                <a:lnTo>
                  <a:pt x="1485906" y="2120260"/>
                </a:lnTo>
                <a:lnTo>
                  <a:pt x="1485632" y="2119212"/>
                </a:lnTo>
                <a:lnTo>
                  <a:pt x="1485357" y="2118211"/>
                </a:lnTo>
                <a:close/>
                <a:moveTo>
                  <a:pt x="1860801" y="1266154"/>
                </a:moveTo>
                <a:lnTo>
                  <a:pt x="1865449" y="1262003"/>
                </a:lnTo>
                <a:lnTo>
                  <a:pt x="1866855" y="1260713"/>
                </a:lnTo>
                <a:lnTo>
                  <a:pt x="1870612" y="1255173"/>
                </a:lnTo>
                <a:lnTo>
                  <a:pt x="1880195" y="1240619"/>
                </a:lnTo>
                <a:close/>
                <a:moveTo>
                  <a:pt x="1796249" y="1410590"/>
                </a:moveTo>
                <a:lnTo>
                  <a:pt x="1796392" y="1410508"/>
                </a:lnTo>
                <a:lnTo>
                  <a:pt x="1796517" y="1410084"/>
                </a:lnTo>
                <a:close/>
                <a:moveTo>
                  <a:pt x="1533228" y="1999470"/>
                </a:moveTo>
                <a:lnTo>
                  <a:pt x="1534239" y="1999563"/>
                </a:lnTo>
                <a:lnTo>
                  <a:pt x="1534429" y="1999468"/>
                </a:lnTo>
                <a:lnTo>
                  <a:pt x="1534889" y="1998722"/>
                </a:lnTo>
                <a:close/>
                <a:moveTo>
                  <a:pt x="1795936" y="1411184"/>
                </a:moveTo>
                <a:lnTo>
                  <a:pt x="1796257" y="1410967"/>
                </a:lnTo>
                <a:lnTo>
                  <a:pt x="1796301" y="1410816"/>
                </a:lnTo>
                <a:lnTo>
                  <a:pt x="1796056" y="1410956"/>
                </a:lnTo>
                <a:close/>
                <a:moveTo>
                  <a:pt x="1743144" y="1529265"/>
                </a:moveTo>
                <a:lnTo>
                  <a:pt x="1742798" y="1531630"/>
                </a:lnTo>
                <a:lnTo>
                  <a:pt x="1745522" y="1529133"/>
                </a:lnTo>
                <a:lnTo>
                  <a:pt x="1745380" y="1528646"/>
                </a:lnTo>
                <a:close/>
                <a:moveTo>
                  <a:pt x="1518199" y="2032732"/>
                </a:moveTo>
                <a:lnTo>
                  <a:pt x="1519663" y="2032463"/>
                </a:lnTo>
                <a:lnTo>
                  <a:pt x="1520651" y="2031101"/>
                </a:lnTo>
                <a:lnTo>
                  <a:pt x="1519604" y="2030967"/>
                </a:lnTo>
                <a:close/>
                <a:moveTo>
                  <a:pt x="1481163" y="2115557"/>
                </a:moveTo>
                <a:lnTo>
                  <a:pt x="1480566" y="2117416"/>
                </a:lnTo>
                <a:lnTo>
                  <a:pt x="1480744" y="2117432"/>
                </a:lnTo>
                <a:lnTo>
                  <a:pt x="1484869" y="2116759"/>
                </a:lnTo>
                <a:close/>
                <a:moveTo>
                  <a:pt x="1812039" y="1374421"/>
                </a:moveTo>
                <a:lnTo>
                  <a:pt x="1812125" y="1374569"/>
                </a:lnTo>
                <a:lnTo>
                  <a:pt x="1812388" y="1374258"/>
                </a:lnTo>
                <a:close/>
                <a:moveTo>
                  <a:pt x="1803545" y="1393349"/>
                </a:moveTo>
                <a:lnTo>
                  <a:pt x="1802487" y="1395934"/>
                </a:lnTo>
                <a:lnTo>
                  <a:pt x="1802186" y="1396957"/>
                </a:lnTo>
                <a:lnTo>
                  <a:pt x="1801822" y="1398414"/>
                </a:lnTo>
                <a:lnTo>
                  <a:pt x="1804142" y="1397161"/>
                </a:lnTo>
                <a:lnTo>
                  <a:pt x="1806340" y="1392587"/>
                </a:lnTo>
                <a:close/>
                <a:moveTo>
                  <a:pt x="1464339" y="2152882"/>
                </a:moveTo>
                <a:lnTo>
                  <a:pt x="1463828" y="2154545"/>
                </a:lnTo>
                <a:lnTo>
                  <a:pt x="1464303" y="2154736"/>
                </a:lnTo>
                <a:lnTo>
                  <a:pt x="1467397" y="2153773"/>
                </a:lnTo>
                <a:close/>
                <a:moveTo>
                  <a:pt x="1795680" y="1410914"/>
                </a:moveTo>
                <a:lnTo>
                  <a:pt x="1795876" y="1410802"/>
                </a:lnTo>
                <a:lnTo>
                  <a:pt x="1796582" y="1409466"/>
                </a:lnTo>
                <a:lnTo>
                  <a:pt x="1796457" y="1409351"/>
                </a:lnTo>
                <a:close/>
                <a:moveTo>
                  <a:pt x="1464370" y="2152779"/>
                </a:moveTo>
                <a:lnTo>
                  <a:pt x="1464369" y="2152783"/>
                </a:lnTo>
                <a:lnTo>
                  <a:pt x="1464488" y="2152818"/>
                </a:lnTo>
                <a:close/>
                <a:moveTo>
                  <a:pt x="1807496" y="1384390"/>
                </a:moveTo>
                <a:lnTo>
                  <a:pt x="1807826" y="1384266"/>
                </a:lnTo>
                <a:lnTo>
                  <a:pt x="1808496" y="1383205"/>
                </a:lnTo>
                <a:close/>
                <a:moveTo>
                  <a:pt x="1795349" y="1411580"/>
                </a:moveTo>
                <a:lnTo>
                  <a:pt x="1795529" y="1411459"/>
                </a:lnTo>
                <a:lnTo>
                  <a:pt x="1795683" y="1411167"/>
                </a:lnTo>
                <a:lnTo>
                  <a:pt x="1795503" y="1411270"/>
                </a:lnTo>
                <a:close/>
                <a:moveTo>
                  <a:pt x="1481706" y="2113866"/>
                </a:moveTo>
                <a:lnTo>
                  <a:pt x="1481233" y="2115340"/>
                </a:lnTo>
                <a:lnTo>
                  <a:pt x="1484911" y="2116589"/>
                </a:lnTo>
                <a:lnTo>
                  <a:pt x="1483935" y="2113043"/>
                </a:lnTo>
                <a:close/>
                <a:moveTo>
                  <a:pt x="1804333" y="1391420"/>
                </a:moveTo>
                <a:lnTo>
                  <a:pt x="1803710" y="1392943"/>
                </a:lnTo>
                <a:lnTo>
                  <a:pt x="1806517" y="1392220"/>
                </a:lnTo>
                <a:lnTo>
                  <a:pt x="1807058" y="1391094"/>
                </a:lnTo>
                <a:close/>
                <a:moveTo>
                  <a:pt x="1753243" y="1505780"/>
                </a:moveTo>
                <a:lnTo>
                  <a:pt x="1753306" y="1506012"/>
                </a:lnTo>
                <a:lnTo>
                  <a:pt x="1753738" y="1505908"/>
                </a:lnTo>
                <a:lnTo>
                  <a:pt x="1753828" y="1505872"/>
                </a:lnTo>
                <a:lnTo>
                  <a:pt x="1754325" y="1505570"/>
                </a:lnTo>
                <a:close/>
                <a:moveTo>
                  <a:pt x="1805510" y="1388542"/>
                </a:moveTo>
                <a:lnTo>
                  <a:pt x="1804412" y="1391228"/>
                </a:lnTo>
                <a:lnTo>
                  <a:pt x="1805389" y="1391124"/>
                </a:lnTo>
                <a:lnTo>
                  <a:pt x="1807145" y="1390914"/>
                </a:lnTo>
                <a:lnTo>
                  <a:pt x="1809341" y="1386343"/>
                </a:lnTo>
                <a:lnTo>
                  <a:pt x="1806056" y="1387679"/>
                </a:lnTo>
                <a:close/>
                <a:moveTo>
                  <a:pt x="1512985" y="2043482"/>
                </a:moveTo>
                <a:lnTo>
                  <a:pt x="1512843" y="2044549"/>
                </a:lnTo>
                <a:lnTo>
                  <a:pt x="1513687" y="2044447"/>
                </a:lnTo>
                <a:lnTo>
                  <a:pt x="1514466" y="2043897"/>
                </a:lnTo>
                <a:lnTo>
                  <a:pt x="1513387" y="2043459"/>
                </a:lnTo>
                <a:close/>
                <a:moveTo>
                  <a:pt x="1793490" y="1415317"/>
                </a:moveTo>
                <a:lnTo>
                  <a:pt x="1795345" y="1411808"/>
                </a:lnTo>
                <a:lnTo>
                  <a:pt x="1795180" y="1411919"/>
                </a:lnTo>
                <a:close/>
                <a:moveTo>
                  <a:pt x="1807063" y="1384904"/>
                </a:moveTo>
                <a:lnTo>
                  <a:pt x="1807547" y="1384707"/>
                </a:lnTo>
                <a:lnTo>
                  <a:pt x="1807659" y="1384529"/>
                </a:lnTo>
                <a:lnTo>
                  <a:pt x="1807246" y="1384687"/>
                </a:lnTo>
                <a:close/>
                <a:moveTo>
                  <a:pt x="1497746" y="2077487"/>
                </a:moveTo>
                <a:lnTo>
                  <a:pt x="1496035" y="2082087"/>
                </a:lnTo>
                <a:lnTo>
                  <a:pt x="1498248" y="2080506"/>
                </a:lnTo>
                <a:lnTo>
                  <a:pt x="1498855" y="2077754"/>
                </a:lnTo>
                <a:lnTo>
                  <a:pt x="1498634" y="2077626"/>
                </a:lnTo>
                <a:close/>
                <a:moveTo>
                  <a:pt x="1741890" y="1530664"/>
                </a:moveTo>
                <a:lnTo>
                  <a:pt x="1741767" y="1531001"/>
                </a:lnTo>
                <a:lnTo>
                  <a:pt x="1741536" y="1532123"/>
                </a:lnTo>
                <a:lnTo>
                  <a:pt x="1741649" y="1532310"/>
                </a:lnTo>
                <a:close/>
                <a:moveTo>
                  <a:pt x="1465101" y="2150402"/>
                </a:moveTo>
                <a:lnTo>
                  <a:pt x="1465034" y="2150620"/>
                </a:lnTo>
                <a:lnTo>
                  <a:pt x="1468835" y="2151857"/>
                </a:lnTo>
                <a:lnTo>
                  <a:pt x="1468841" y="2151839"/>
                </a:lnTo>
                <a:close/>
                <a:moveTo>
                  <a:pt x="1791364" y="1419837"/>
                </a:moveTo>
                <a:lnTo>
                  <a:pt x="1792139" y="1419283"/>
                </a:lnTo>
                <a:lnTo>
                  <a:pt x="1794649" y="1416428"/>
                </a:lnTo>
                <a:lnTo>
                  <a:pt x="1796174" y="1411248"/>
                </a:lnTo>
                <a:lnTo>
                  <a:pt x="1795751" y="1411535"/>
                </a:lnTo>
                <a:close/>
                <a:moveTo>
                  <a:pt x="1744426" y="1524892"/>
                </a:moveTo>
                <a:lnTo>
                  <a:pt x="1745079" y="1527129"/>
                </a:lnTo>
                <a:lnTo>
                  <a:pt x="1745998" y="1527616"/>
                </a:lnTo>
                <a:lnTo>
                  <a:pt x="1745633" y="1523797"/>
                </a:lnTo>
                <a:close/>
                <a:moveTo>
                  <a:pt x="1498429" y="2075649"/>
                </a:moveTo>
                <a:lnTo>
                  <a:pt x="1497989" y="2076833"/>
                </a:lnTo>
                <a:lnTo>
                  <a:pt x="1499073" y="2076773"/>
                </a:lnTo>
                <a:lnTo>
                  <a:pt x="1499306" y="2075716"/>
                </a:lnTo>
                <a:close/>
                <a:moveTo>
                  <a:pt x="1498625" y="2075124"/>
                </a:moveTo>
                <a:lnTo>
                  <a:pt x="1498532" y="2075372"/>
                </a:lnTo>
                <a:lnTo>
                  <a:pt x="1499369" y="2075435"/>
                </a:lnTo>
                <a:lnTo>
                  <a:pt x="1499413" y="2075233"/>
                </a:lnTo>
                <a:close/>
                <a:moveTo>
                  <a:pt x="1743520" y="1526695"/>
                </a:moveTo>
                <a:lnTo>
                  <a:pt x="1743202" y="1528866"/>
                </a:lnTo>
                <a:lnTo>
                  <a:pt x="1745285" y="1528320"/>
                </a:lnTo>
                <a:lnTo>
                  <a:pt x="1745037" y="1527471"/>
                </a:lnTo>
                <a:close/>
                <a:moveTo>
                  <a:pt x="1465583" y="2148837"/>
                </a:moveTo>
                <a:lnTo>
                  <a:pt x="1465193" y="2150105"/>
                </a:lnTo>
                <a:lnTo>
                  <a:pt x="1468940" y="2151543"/>
                </a:lnTo>
                <a:lnTo>
                  <a:pt x="1469238" y="2150661"/>
                </a:lnTo>
                <a:close/>
                <a:moveTo>
                  <a:pt x="1777167" y="1451051"/>
                </a:moveTo>
                <a:lnTo>
                  <a:pt x="1777276" y="1451517"/>
                </a:lnTo>
                <a:lnTo>
                  <a:pt x="1778185" y="1449935"/>
                </a:lnTo>
                <a:lnTo>
                  <a:pt x="1778167" y="1449876"/>
                </a:lnTo>
                <a:close/>
                <a:moveTo>
                  <a:pt x="1499659" y="2072343"/>
                </a:moveTo>
                <a:lnTo>
                  <a:pt x="1498874" y="2074453"/>
                </a:lnTo>
                <a:lnTo>
                  <a:pt x="1499564" y="2074549"/>
                </a:lnTo>
                <a:lnTo>
                  <a:pt x="1499948" y="2072808"/>
                </a:lnTo>
                <a:lnTo>
                  <a:pt x="1499988" y="2072085"/>
                </a:lnTo>
                <a:close/>
                <a:moveTo>
                  <a:pt x="1781585" y="1441006"/>
                </a:moveTo>
                <a:lnTo>
                  <a:pt x="1782092" y="1441668"/>
                </a:lnTo>
                <a:lnTo>
                  <a:pt x="1782685" y="1440986"/>
                </a:lnTo>
                <a:lnTo>
                  <a:pt x="1782424" y="1440355"/>
                </a:lnTo>
                <a:lnTo>
                  <a:pt x="1782163" y="1440436"/>
                </a:lnTo>
                <a:close/>
                <a:moveTo>
                  <a:pt x="1811106" y="1374857"/>
                </a:moveTo>
                <a:lnTo>
                  <a:pt x="1810376" y="1376641"/>
                </a:lnTo>
                <a:lnTo>
                  <a:pt x="1812024" y="1374689"/>
                </a:lnTo>
                <a:lnTo>
                  <a:pt x="1811905" y="1374484"/>
                </a:lnTo>
                <a:close/>
                <a:moveTo>
                  <a:pt x="1743785" y="1525475"/>
                </a:moveTo>
                <a:lnTo>
                  <a:pt x="1743643" y="1525865"/>
                </a:lnTo>
                <a:lnTo>
                  <a:pt x="1743572" y="1526346"/>
                </a:lnTo>
                <a:lnTo>
                  <a:pt x="1744345" y="1526741"/>
                </a:lnTo>
                <a:lnTo>
                  <a:pt x="1744912" y="1527040"/>
                </a:lnTo>
                <a:lnTo>
                  <a:pt x="1744314" y="1524995"/>
                </a:lnTo>
                <a:close/>
                <a:moveTo>
                  <a:pt x="1818179" y="1358657"/>
                </a:moveTo>
                <a:lnTo>
                  <a:pt x="1820452" y="1356138"/>
                </a:lnTo>
                <a:lnTo>
                  <a:pt x="1820572" y="1355987"/>
                </a:lnTo>
                <a:lnTo>
                  <a:pt x="1821006" y="1354469"/>
                </a:lnTo>
                <a:close/>
                <a:moveTo>
                  <a:pt x="1511355" y="2045635"/>
                </a:moveTo>
                <a:lnTo>
                  <a:pt x="1511236" y="2046179"/>
                </a:lnTo>
                <a:lnTo>
                  <a:pt x="1512032" y="2045616"/>
                </a:lnTo>
                <a:lnTo>
                  <a:pt x="1511863" y="2045574"/>
                </a:lnTo>
                <a:close/>
                <a:moveTo>
                  <a:pt x="1492206" y="2088496"/>
                </a:moveTo>
                <a:lnTo>
                  <a:pt x="1493500" y="2087996"/>
                </a:lnTo>
                <a:lnTo>
                  <a:pt x="1493514" y="2087562"/>
                </a:lnTo>
                <a:close/>
                <a:moveTo>
                  <a:pt x="1776480" y="1451918"/>
                </a:moveTo>
                <a:lnTo>
                  <a:pt x="1776423" y="1452149"/>
                </a:lnTo>
                <a:lnTo>
                  <a:pt x="1776518" y="1452083"/>
                </a:lnTo>
                <a:close/>
                <a:moveTo>
                  <a:pt x="1745377" y="1521116"/>
                </a:moveTo>
                <a:lnTo>
                  <a:pt x="1744235" y="1524241"/>
                </a:lnTo>
                <a:lnTo>
                  <a:pt x="1744259" y="1524322"/>
                </a:lnTo>
                <a:lnTo>
                  <a:pt x="1745570" y="1523132"/>
                </a:lnTo>
                <a:close/>
                <a:moveTo>
                  <a:pt x="1511611" y="2044459"/>
                </a:moveTo>
                <a:lnTo>
                  <a:pt x="1511558" y="2044703"/>
                </a:lnTo>
                <a:lnTo>
                  <a:pt x="1512529" y="2044587"/>
                </a:lnTo>
                <a:lnTo>
                  <a:pt x="1512659" y="2043501"/>
                </a:lnTo>
                <a:lnTo>
                  <a:pt x="1512291" y="2043522"/>
                </a:lnTo>
                <a:close/>
                <a:moveTo>
                  <a:pt x="1484745" y="2104403"/>
                </a:moveTo>
                <a:lnTo>
                  <a:pt x="1483736" y="2107544"/>
                </a:lnTo>
                <a:lnTo>
                  <a:pt x="1489781" y="2105314"/>
                </a:lnTo>
                <a:lnTo>
                  <a:pt x="1485018" y="2104426"/>
                </a:lnTo>
                <a:close/>
                <a:moveTo>
                  <a:pt x="1849966" y="1286306"/>
                </a:moveTo>
                <a:lnTo>
                  <a:pt x="1855708" y="1280161"/>
                </a:lnTo>
                <a:lnTo>
                  <a:pt x="1858216" y="1274137"/>
                </a:lnTo>
                <a:close/>
                <a:moveTo>
                  <a:pt x="1818851" y="1355918"/>
                </a:moveTo>
                <a:lnTo>
                  <a:pt x="1818070" y="1357827"/>
                </a:lnTo>
                <a:lnTo>
                  <a:pt x="1820948" y="1353911"/>
                </a:lnTo>
                <a:lnTo>
                  <a:pt x="1819566" y="1354992"/>
                </a:lnTo>
                <a:close/>
                <a:moveTo>
                  <a:pt x="1819071" y="1355379"/>
                </a:moveTo>
                <a:lnTo>
                  <a:pt x="1819002" y="1355549"/>
                </a:lnTo>
                <a:lnTo>
                  <a:pt x="1819227" y="1355258"/>
                </a:lnTo>
                <a:close/>
                <a:moveTo>
                  <a:pt x="1467804" y="2141616"/>
                </a:moveTo>
                <a:lnTo>
                  <a:pt x="1465743" y="2148317"/>
                </a:lnTo>
                <a:lnTo>
                  <a:pt x="1469410" y="2150147"/>
                </a:lnTo>
                <a:lnTo>
                  <a:pt x="1472233" y="2141756"/>
                </a:lnTo>
                <a:lnTo>
                  <a:pt x="1472582" y="2140660"/>
                </a:lnTo>
                <a:close/>
                <a:moveTo>
                  <a:pt x="1820739" y="1351301"/>
                </a:moveTo>
                <a:lnTo>
                  <a:pt x="1819500" y="1354331"/>
                </a:lnTo>
                <a:lnTo>
                  <a:pt x="1821493" y="1352771"/>
                </a:lnTo>
                <a:lnTo>
                  <a:pt x="1822182" y="1350365"/>
                </a:lnTo>
                <a:close/>
                <a:moveTo>
                  <a:pt x="1779467" y="1443527"/>
                </a:moveTo>
                <a:lnTo>
                  <a:pt x="1779964" y="1443962"/>
                </a:lnTo>
                <a:lnTo>
                  <a:pt x="1780339" y="1443684"/>
                </a:lnTo>
                <a:lnTo>
                  <a:pt x="1781294" y="1442586"/>
                </a:lnTo>
                <a:lnTo>
                  <a:pt x="1780729" y="1441849"/>
                </a:lnTo>
                <a:lnTo>
                  <a:pt x="1780373" y="1442200"/>
                </a:lnTo>
                <a:lnTo>
                  <a:pt x="1779974" y="1442507"/>
                </a:lnTo>
                <a:close/>
                <a:moveTo>
                  <a:pt x="1485821" y="2101049"/>
                </a:moveTo>
                <a:lnTo>
                  <a:pt x="1485334" y="2102566"/>
                </a:lnTo>
                <a:lnTo>
                  <a:pt x="1492145" y="2103836"/>
                </a:lnTo>
                <a:lnTo>
                  <a:pt x="1492286" y="2102491"/>
                </a:lnTo>
                <a:close/>
                <a:moveTo>
                  <a:pt x="1821711" y="1348922"/>
                </a:moveTo>
                <a:lnTo>
                  <a:pt x="1821044" y="1350553"/>
                </a:lnTo>
                <a:lnTo>
                  <a:pt x="1822365" y="1349723"/>
                </a:lnTo>
                <a:lnTo>
                  <a:pt x="1822407" y="1349575"/>
                </a:lnTo>
                <a:close/>
                <a:moveTo>
                  <a:pt x="1778834" y="1444800"/>
                </a:moveTo>
                <a:lnTo>
                  <a:pt x="1779620" y="1444217"/>
                </a:lnTo>
                <a:lnTo>
                  <a:pt x="1779275" y="1443914"/>
                </a:lnTo>
                <a:close/>
                <a:moveTo>
                  <a:pt x="1778329" y="1445816"/>
                </a:moveTo>
                <a:lnTo>
                  <a:pt x="1778362" y="1445956"/>
                </a:lnTo>
                <a:lnTo>
                  <a:pt x="1779290" y="1444888"/>
                </a:lnTo>
                <a:lnTo>
                  <a:pt x="1778498" y="1445477"/>
                </a:lnTo>
                <a:close/>
                <a:moveTo>
                  <a:pt x="1863032" y="1255800"/>
                </a:moveTo>
                <a:lnTo>
                  <a:pt x="1865027" y="1253969"/>
                </a:lnTo>
                <a:lnTo>
                  <a:pt x="1866389" y="1252684"/>
                </a:lnTo>
                <a:lnTo>
                  <a:pt x="1878432" y="1235867"/>
                </a:lnTo>
                <a:lnTo>
                  <a:pt x="1867199" y="1251919"/>
                </a:lnTo>
                <a:lnTo>
                  <a:pt x="1880846" y="1239049"/>
                </a:lnTo>
                <a:lnTo>
                  <a:pt x="1880823" y="1239206"/>
                </a:lnTo>
                <a:lnTo>
                  <a:pt x="1889656" y="1227782"/>
                </a:lnTo>
                <a:lnTo>
                  <a:pt x="1893685" y="1222327"/>
                </a:lnTo>
                <a:lnTo>
                  <a:pt x="1890975" y="1220563"/>
                </a:lnTo>
                <a:lnTo>
                  <a:pt x="1887759" y="1222843"/>
                </a:lnTo>
                <a:lnTo>
                  <a:pt x="1878432" y="1235867"/>
                </a:lnTo>
                <a:lnTo>
                  <a:pt x="1887336" y="1223142"/>
                </a:lnTo>
                <a:lnTo>
                  <a:pt x="1883935" y="1225554"/>
                </a:lnTo>
                <a:close/>
                <a:moveTo>
                  <a:pt x="1524574" y="2013669"/>
                </a:moveTo>
                <a:lnTo>
                  <a:pt x="1525020" y="2013556"/>
                </a:lnTo>
                <a:lnTo>
                  <a:pt x="1525002" y="2012936"/>
                </a:lnTo>
                <a:lnTo>
                  <a:pt x="1524950" y="2012947"/>
                </a:lnTo>
                <a:close/>
                <a:moveTo>
                  <a:pt x="1824653" y="1341727"/>
                </a:moveTo>
                <a:lnTo>
                  <a:pt x="1822431" y="1347161"/>
                </a:lnTo>
                <a:lnTo>
                  <a:pt x="1822957" y="1347654"/>
                </a:lnTo>
                <a:close/>
                <a:moveTo>
                  <a:pt x="1468652" y="2138855"/>
                </a:moveTo>
                <a:lnTo>
                  <a:pt x="1468396" y="2139690"/>
                </a:lnTo>
                <a:lnTo>
                  <a:pt x="1470509" y="2139729"/>
                </a:lnTo>
                <a:lnTo>
                  <a:pt x="1471095" y="2139611"/>
                </a:lnTo>
                <a:lnTo>
                  <a:pt x="1470658" y="2139305"/>
                </a:lnTo>
                <a:close/>
                <a:moveTo>
                  <a:pt x="1479398" y="2114717"/>
                </a:moveTo>
                <a:lnTo>
                  <a:pt x="1480712" y="2115163"/>
                </a:lnTo>
                <a:lnTo>
                  <a:pt x="1481048" y="2114109"/>
                </a:lnTo>
                <a:close/>
                <a:moveTo>
                  <a:pt x="1509428" y="2047455"/>
                </a:moveTo>
                <a:lnTo>
                  <a:pt x="1510870" y="2046437"/>
                </a:lnTo>
                <a:lnTo>
                  <a:pt x="1511037" y="2045674"/>
                </a:lnTo>
                <a:lnTo>
                  <a:pt x="1510700" y="2045714"/>
                </a:lnTo>
                <a:lnTo>
                  <a:pt x="1509725" y="2047057"/>
                </a:lnTo>
                <a:close/>
                <a:moveTo>
                  <a:pt x="1468893" y="2138072"/>
                </a:moveTo>
                <a:lnTo>
                  <a:pt x="1468852" y="2138206"/>
                </a:lnTo>
                <a:lnTo>
                  <a:pt x="1469195" y="2138283"/>
                </a:lnTo>
                <a:close/>
                <a:moveTo>
                  <a:pt x="1486931" y="2097590"/>
                </a:moveTo>
                <a:lnTo>
                  <a:pt x="1485923" y="2100733"/>
                </a:lnTo>
                <a:lnTo>
                  <a:pt x="1492321" y="2102160"/>
                </a:lnTo>
                <a:lnTo>
                  <a:pt x="1492829" y="2097324"/>
                </a:lnTo>
                <a:lnTo>
                  <a:pt x="1490070" y="2096375"/>
                </a:lnTo>
                <a:close/>
                <a:moveTo>
                  <a:pt x="1853507" y="1276530"/>
                </a:moveTo>
                <a:lnTo>
                  <a:pt x="1859322" y="1271813"/>
                </a:lnTo>
                <a:lnTo>
                  <a:pt x="1859320" y="1271827"/>
                </a:lnTo>
                <a:lnTo>
                  <a:pt x="1864797" y="1263749"/>
                </a:lnTo>
                <a:close/>
                <a:moveTo>
                  <a:pt x="1497253" y="2074227"/>
                </a:moveTo>
                <a:lnTo>
                  <a:pt x="1498664" y="2074423"/>
                </a:lnTo>
                <a:lnTo>
                  <a:pt x="1499347" y="2072587"/>
                </a:lnTo>
                <a:close/>
                <a:moveTo>
                  <a:pt x="1846456" y="1292216"/>
                </a:moveTo>
                <a:lnTo>
                  <a:pt x="1845731" y="1299151"/>
                </a:lnTo>
                <a:lnTo>
                  <a:pt x="1844789" y="1303920"/>
                </a:lnTo>
                <a:lnTo>
                  <a:pt x="1845351" y="1304209"/>
                </a:lnTo>
                <a:lnTo>
                  <a:pt x="1845729" y="1303803"/>
                </a:lnTo>
                <a:lnTo>
                  <a:pt x="1849289" y="1295569"/>
                </a:lnTo>
                <a:lnTo>
                  <a:pt x="1849471" y="1295133"/>
                </a:lnTo>
                <a:close/>
                <a:moveTo>
                  <a:pt x="1873867" y="1230733"/>
                </a:moveTo>
                <a:lnTo>
                  <a:pt x="1885606" y="1222604"/>
                </a:lnTo>
                <a:lnTo>
                  <a:pt x="1888246" y="1218785"/>
                </a:lnTo>
                <a:lnTo>
                  <a:pt x="1883587" y="1215752"/>
                </a:lnTo>
                <a:lnTo>
                  <a:pt x="1881479" y="1218524"/>
                </a:lnTo>
                <a:close/>
                <a:moveTo>
                  <a:pt x="1469537" y="2135977"/>
                </a:moveTo>
                <a:lnTo>
                  <a:pt x="1469049" y="2137566"/>
                </a:lnTo>
                <a:lnTo>
                  <a:pt x="1470491" y="2138574"/>
                </a:lnTo>
                <a:lnTo>
                  <a:pt x="1473063" y="2139151"/>
                </a:lnTo>
                <a:lnTo>
                  <a:pt x="1473861" y="2136649"/>
                </a:lnTo>
                <a:close/>
                <a:moveTo>
                  <a:pt x="1495714" y="2077255"/>
                </a:moveTo>
                <a:lnTo>
                  <a:pt x="1495488" y="2082478"/>
                </a:lnTo>
                <a:lnTo>
                  <a:pt x="1495734" y="2082302"/>
                </a:lnTo>
                <a:lnTo>
                  <a:pt x="1497537" y="2077455"/>
                </a:lnTo>
                <a:lnTo>
                  <a:pt x="1496107" y="2077232"/>
                </a:lnTo>
                <a:close/>
                <a:moveTo>
                  <a:pt x="1881353" y="1213580"/>
                </a:moveTo>
                <a:lnTo>
                  <a:pt x="1883002" y="1214657"/>
                </a:lnTo>
                <a:lnTo>
                  <a:pt x="1885454" y="1210723"/>
                </a:lnTo>
                <a:close/>
                <a:moveTo>
                  <a:pt x="1846546" y="1291353"/>
                </a:moveTo>
                <a:lnTo>
                  <a:pt x="1846510" y="1291692"/>
                </a:lnTo>
                <a:lnTo>
                  <a:pt x="1849642" y="1294722"/>
                </a:lnTo>
                <a:lnTo>
                  <a:pt x="1853723" y="1284927"/>
                </a:lnTo>
                <a:lnTo>
                  <a:pt x="1847471" y="1290202"/>
                </a:lnTo>
                <a:lnTo>
                  <a:pt x="1846941" y="1290769"/>
                </a:lnTo>
                <a:close/>
                <a:moveTo>
                  <a:pt x="1767703" y="1467882"/>
                </a:moveTo>
                <a:lnTo>
                  <a:pt x="1767745" y="1467954"/>
                </a:lnTo>
                <a:lnTo>
                  <a:pt x="1767950" y="1467750"/>
                </a:lnTo>
                <a:close/>
                <a:moveTo>
                  <a:pt x="1509459" y="2045863"/>
                </a:moveTo>
                <a:lnTo>
                  <a:pt x="1508997" y="2047160"/>
                </a:lnTo>
                <a:lnTo>
                  <a:pt x="1509984" y="2045800"/>
                </a:lnTo>
                <a:close/>
                <a:moveTo>
                  <a:pt x="1769008" y="1464567"/>
                </a:moveTo>
                <a:lnTo>
                  <a:pt x="1769986" y="1464214"/>
                </a:lnTo>
                <a:lnTo>
                  <a:pt x="1770903" y="1462617"/>
                </a:lnTo>
                <a:lnTo>
                  <a:pt x="1769836" y="1462900"/>
                </a:lnTo>
                <a:close/>
                <a:moveTo>
                  <a:pt x="1744643" y="1519037"/>
                </a:moveTo>
                <a:lnTo>
                  <a:pt x="1743999" y="1523432"/>
                </a:lnTo>
                <a:lnTo>
                  <a:pt x="1744019" y="1523501"/>
                </a:lnTo>
                <a:lnTo>
                  <a:pt x="1745276" y="1520060"/>
                </a:lnTo>
                <a:lnTo>
                  <a:pt x="1745158" y="1518830"/>
                </a:lnTo>
                <a:close/>
                <a:moveTo>
                  <a:pt x="1519152" y="2023949"/>
                </a:moveTo>
                <a:lnTo>
                  <a:pt x="1519397" y="2023874"/>
                </a:lnTo>
                <a:lnTo>
                  <a:pt x="1520143" y="2022663"/>
                </a:lnTo>
                <a:lnTo>
                  <a:pt x="1519912" y="2022621"/>
                </a:lnTo>
                <a:close/>
                <a:moveTo>
                  <a:pt x="1510253" y="2043639"/>
                </a:moveTo>
                <a:lnTo>
                  <a:pt x="1509803" y="2044900"/>
                </a:lnTo>
                <a:lnTo>
                  <a:pt x="1509842" y="2044910"/>
                </a:lnTo>
                <a:lnTo>
                  <a:pt x="1510705" y="2044806"/>
                </a:lnTo>
                <a:lnTo>
                  <a:pt x="1511445" y="2043787"/>
                </a:lnTo>
                <a:lnTo>
                  <a:pt x="1511489" y="2043568"/>
                </a:lnTo>
                <a:close/>
                <a:moveTo>
                  <a:pt x="1801463" y="1391539"/>
                </a:moveTo>
                <a:lnTo>
                  <a:pt x="1801867" y="1391496"/>
                </a:lnTo>
                <a:lnTo>
                  <a:pt x="1802173" y="1390882"/>
                </a:lnTo>
                <a:lnTo>
                  <a:pt x="1802256" y="1390600"/>
                </a:lnTo>
                <a:close/>
                <a:moveTo>
                  <a:pt x="1495770" y="2075963"/>
                </a:moveTo>
                <a:lnTo>
                  <a:pt x="1495741" y="2076623"/>
                </a:lnTo>
                <a:lnTo>
                  <a:pt x="1497313" y="2076869"/>
                </a:lnTo>
                <a:lnTo>
                  <a:pt x="1497331" y="2076869"/>
                </a:lnTo>
                <a:close/>
                <a:moveTo>
                  <a:pt x="1518157" y="2025686"/>
                </a:moveTo>
                <a:lnTo>
                  <a:pt x="1518271" y="2025701"/>
                </a:lnTo>
                <a:lnTo>
                  <a:pt x="1518359" y="2025560"/>
                </a:lnTo>
                <a:lnTo>
                  <a:pt x="1518203" y="2025607"/>
                </a:lnTo>
                <a:close/>
                <a:moveTo>
                  <a:pt x="1496030" y="2075184"/>
                </a:moveTo>
                <a:lnTo>
                  <a:pt x="1498317" y="2075355"/>
                </a:lnTo>
                <a:lnTo>
                  <a:pt x="1498414" y="2075095"/>
                </a:lnTo>
                <a:lnTo>
                  <a:pt x="1496482" y="2074829"/>
                </a:lnTo>
                <a:close/>
                <a:moveTo>
                  <a:pt x="1807966" y="1376529"/>
                </a:moveTo>
                <a:lnTo>
                  <a:pt x="1807124" y="1379874"/>
                </a:lnTo>
                <a:lnTo>
                  <a:pt x="1807644" y="1379475"/>
                </a:lnTo>
                <a:lnTo>
                  <a:pt x="1809098" y="1375923"/>
                </a:lnTo>
                <a:close/>
                <a:moveTo>
                  <a:pt x="1495792" y="2075451"/>
                </a:moveTo>
                <a:lnTo>
                  <a:pt x="1495785" y="2075621"/>
                </a:lnTo>
                <a:lnTo>
                  <a:pt x="1497787" y="2076783"/>
                </a:lnTo>
                <a:lnTo>
                  <a:pt x="1498214" y="2075633"/>
                </a:lnTo>
                <a:close/>
                <a:moveTo>
                  <a:pt x="1458052" y="2159000"/>
                </a:moveTo>
                <a:lnTo>
                  <a:pt x="1461678" y="2160143"/>
                </a:lnTo>
                <a:lnTo>
                  <a:pt x="1462450" y="2157632"/>
                </a:lnTo>
                <a:close/>
                <a:moveTo>
                  <a:pt x="1472277" y="2127067"/>
                </a:moveTo>
                <a:lnTo>
                  <a:pt x="1470170" y="2133919"/>
                </a:lnTo>
                <a:lnTo>
                  <a:pt x="1474419" y="2134899"/>
                </a:lnTo>
                <a:lnTo>
                  <a:pt x="1476385" y="2128733"/>
                </a:lnTo>
                <a:close/>
                <a:moveTo>
                  <a:pt x="1472564" y="2126133"/>
                </a:moveTo>
                <a:lnTo>
                  <a:pt x="1472387" y="2126711"/>
                </a:lnTo>
                <a:lnTo>
                  <a:pt x="1476480" y="2128435"/>
                </a:lnTo>
                <a:lnTo>
                  <a:pt x="1477355" y="2125690"/>
                </a:lnTo>
                <a:close/>
                <a:moveTo>
                  <a:pt x="1813316" y="1363079"/>
                </a:moveTo>
                <a:lnTo>
                  <a:pt x="1813758" y="1363554"/>
                </a:lnTo>
                <a:lnTo>
                  <a:pt x="1814305" y="1362948"/>
                </a:lnTo>
                <a:lnTo>
                  <a:pt x="1814526" y="1362649"/>
                </a:lnTo>
                <a:lnTo>
                  <a:pt x="1815511" y="1360239"/>
                </a:lnTo>
                <a:close/>
                <a:moveTo>
                  <a:pt x="1524052" y="2010714"/>
                </a:moveTo>
                <a:lnTo>
                  <a:pt x="1524934" y="2010604"/>
                </a:lnTo>
                <a:lnTo>
                  <a:pt x="1524922" y="2010187"/>
                </a:lnTo>
                <a:close/>
                <a:moveTo>
                  <a:pt x="1799126" y="1394539"/>
                </a:moveTo>
                <a:lnTo>
                  <a:pt x="1799419" y="1396422"/>
                </a:lnTo>
                <a:lnTo>
                  <a:pt x="1800539" y="1394169"/>
                </a:lnTo>
                <a:lnTo>
                  <a:pt x="1800206" y="1394260"/>
                </a:lnTo>
                <a:close/>
                <a:moveTo>
                  <a:pt x="1799323" y="1394075"/>
                </a:moveTo>
                <a:lnTo>
                  <a:pt x="1800771" y="1393702"/>
                </a:lnTo>
                <a:lnTo>
                  <a:pt x="1801751" y="1391729"/>
                </a:lnTo>
                <a:lnTo>
                  <a:pt x="1801252" y="1391789"/>
                </a:lnTo>
                <a:close/>
                <a:moveTo>
                  <a:pt x="1508732" y="2044631"/>
                </a:moveTo>
                <a:lnTo>
                  <a:pt x="1509354" y="2044788"/>
                </a:lnTo>
                <a:lnTo>
                  <a:pt x="1509754" y="2043667"/>
                </a:lnTo>
                <a:lnTo>
                  <a:pt x="1509487" y="2043682"/>
                </a:lnTo>
                <a:close/>
                <a:moveTo>
                  <a:pt x="1497865" y="2068892"/>
                </a:moveTo>
                <a:lnTo>
                  <a:pt x="1499318" y="2068807"/>
                </a:lnTo>
                <a:lnTo>
                  <a:pt x="1499474" y="2068665"/>
                </a:lnTo>
                <a:lnTo>
                  <a:pt x="1499242" y="2067846"/>
                </a:lnTo>
                <a:close/>
                <a:moveTo>
                  <a:pt x="1508369" y="2045088"/>
                </a:moveTo>
                <a:lnTo>
                  <a:pt x="1509286" y="2044977"/>
                </a:lnTo>
                <a:lnTo>
                  <a:pt x="1509303" y="2044930"/>
                </a:lnTo>
                <a:lnTo>
                  <a:pt x="1508629" y="2044761"/>
                </a:lnTo>
                <a:close/>
                <a:moveTo>
                  <a:pt x="1481747" y="2104158"/>
                </a:moveTo>
                <a:lnTo>
                  <a:pt x="1482776" y="2107898"/>
                </a:lnTo>
                <a:lnTo>
                  <a:pt x="1483061" y="2107794"/>
                </a:lnTo>
                <a:lnTo>
                  <a:pt x="1484157" y="2104355"/>
                </a:lnTo>
                <a:close/>
                <a:moveTo>
                  <a:pt x="1822502" y="1341136"/>
                </a:moveTo>
                <a:lnTo>
                  <a:pt x="1823607" y="1340441"/>
                </a:lnTo>
                <a:lnTo>
                  <a:pt x="1824195" y="1339002"/>
                </a:lnTo>
                <a:close/>
                <a:moveTo>
                  <a:pt x="1474065" y="2121255"/>
                </a:moveTo>
                <a:lnTo>
                  <a:pt x="1473353" y="2123568"/>
                </a:lnTo>
                <a:lnTo>
                  <a:pt x="1475775" y="2123372"/>
                </a:lnTo>
                <a:lnTo>
                  <a:pt x="1478237" y="2122923"/>
                </a:lnTo>
                <a:lnTo>
                  <a:pt x="1478789" y="2121192"/>
                </a:lnTo>
                <a:close/>
                <a:moveTo>
                  <a:pt x="1811733" y="1365128"/>
                </a:moveTo>
                <a:lnTo>
                  <a:pt x="1811749" y="1365146"/>
                </a:lnTo>
                <a:lnTo>
                  <a:pt x="1812741" y="1364682"/>
                </a:lnTo>
                <a:lnTo>
                  <a:pt x="1813457" y="1363889"/>
                </a:lnTo>
                <a:lnTo>
                  <a:pt x="1813039" y="1363438"/>
                </a:lnTo>
                <a:close/>
                <a:moveTo>
                  <a:pt x="1456947" y="2159343"/>
                </a:moveTo>
                <a:lnTo>
                  <a:pt x="1458839" y="2159666"/>
                </a:lnTo>
                <a:lnTo>
                  <a:pt x="1457385" y="2159207"/>
                </a:lnTo>
                <a:close/>
                <a:moveTo>
                  <a:pt x="1849806" y="1279532"/>
                </a:moveTo>
                <a:lnTo>
                  <a:pt x="1852379" y="1277445"/>
                </a:lnTo>
                <a:lnTo>
                  <a:pt x="1865348" y="1262763"/>
                </a:lnTo>
                <a:lnTo>
                  <a:pt x="1865337" y="1262952"/>
                </a:lnTo>
                <a:lnTo>
                  <a:pt x="1866060" y="1261886"/>
                </a:lnTo>
                <a:lnTo>
                  <a:pt x="1859047" y="1268324"/>
                </a:lnTo>
                <a:close/>
                <a:moveTo>
                  <a:pt x="1788718" y="1416287"/>
                </a:moveTo>
                <a:lnTo>
                  <a:pt x="1789055" y="1417270"/>
                </a:lnTo>
                <a:lnTo>
                  <a:pt x="1789962" y="1415446"/>
                </a:lnTo>
                <a:close/>
                <a:moveTo>
                  <a:pt x="1493614" y="2077075"/>
                </a:moveTo>
                <a:lnTo>
                  <a:pt x="1493850" y="2077061"/>
                </a:lnTo>
                <a:lnTo>
                  <a:pt x="1493855" y="2076885"/>
                </a:lnTo>
                <a:close/>
                <a:moveTo>
                  <a:pt x="1493419" y="2077381"/>
                </a:moveTo>
                <a:lnTo>
                  <a:pt x="1490913" y="2085188"/>
                </a:lnTo>
                <a:lnTo>
                  <a:pt x="1493638" y="2083697"/>
                </a:lnTo>
                <a:lnTo>
                  <a:pt x="1493840" y="2077357"/>
                </a:lnTo>
                <a:close/>
                <a:moveTo>
                  <a:pt x="1870391" y="1233105"/>
                </a:moveTo>
                <a:lnTo>
                  <a:pt x="1870718" y="1232913"/>
                </a:lnTo>
                <a:lnTo>
                  <a:pt x="1872303" y="1231815"/>
                </a:lnTo>
                <a:lnTo>
                  <a:pt x="1876543" y="1225015"/>
                </a:lnTo>
                <a:close/>
                <a:moveTo>
                  <a:pt x="1474849" y="2118706"/>
                </a:moveTo>
                <a:lnTo>
                  <a:pt x="1474466" y="2119951"/>
                </a:lnTo>
                <a:lnTo>
                  <a:pt x="1479144" y="2120077"/>
                </a:lnTo>
                <a:lnTo>
                  <a:pt x="1479824" y="2117947"/>
                </a:lnTo>
                <a:lnTo>
                  <a:pt x="1479573" y="2117935"/>
                </a:lnTo>
                <a:close/>
                <a:moveTo>
                  <a:pt x="1517879" y="2022256"/>
                </a:moveTo>
                <a:lnTo>
                  <a:pt x="1517044" y="2024596"/>
                </a:lnTo>
                <a:lnTo>
                  <a:pt x="1517953" y="2024318"/>
                </a:lnTo>
                <a:lnTo>
                  <a:pt x="1518928" y="2022444"/>
                </a:lnTo>
                <a:close/>
                <a:moveTo>
                  <a:pt x="1797214" y="1396574"/>
                </a:moveTo>
                <a:lnTo>
                  <a:pt x="1797570" y="1396359"/>
                </a:lnTo>
                <a:lnTo>
                  <a:pt x="1797532" y="1396197"/>
                </a:lnTo>
                <a:close/>
                <a:moveTo>
                  <a:pt x="1475151" y="2117724"/>
                </a:moveTo>
                <a:lnTo>
                  <a:pt x="1474950" y="2118377"/>
                </a:lnTo>
                <a:lnTo>
                  <a:pt x="1478090" y="2117865"/>
                </a:lnTo>
                <a:close/>
                <a:moveTo>
                  <a:pt x="1506515" y="2047419"/>
                </a:moveTo>
                <a:lnTo>
                  <a:pt x="1508359" y="2047578"/>
                </a:lnTo>
                <a:lnTo>
                  <a:pt x="1508949" y="2045925"/>
                </a:lnTo>
                <a:lnTo>
                  <a:pt x="1507572" y="2046091"/>
                </a:lnTo>
                <a:close/>
                <a:moveTo>
                  <a:pt x="1471294" y="2126250"/>
                </a:moveTo>
                <a:lnTo>
                  <a:pt x="1471756" y="2126444"/>
                </a:lnTo>
                <a:lnTo>
                  <a:pt x="1471826" y="2126201"/>
                </a:lnTo>
                <a:close/>
                <a:moveTo>
                  <a:pt x="1506221" y="2047789"/>
                </a:moveTo>
                <a:lnTo>
                  <a:pt x="1506108" y="2049800"/>
                </a:lnTo>
                <a:lnTo>
                  <a:pt x="1508057" y="2048424"/>
                </a:lnTo>
                <a:lnTo>
                  <a:pt x="1508285" y="2047785"/>
                </a:lnTo>
                <a:lnTo>
                  <a:pt x="1506357" y="2047618"/>
                </a:lnTo>
                <a:close/>
                <a:moveTo>
                  <a:pt x="1475650" y="2116099"/>
                </a:moveTo>
                <a:lnTo>
                  <a:pt x="1475386" y="2116958"/>
                </a:lnTo>
                <a:lnTo>
                  <a:pt x="1480009" y="2117367"/>
                </a:lnTo>
                <a:lnTo>
                  <a:pt x="1480640" y="2115387"/>
                </a:lnTo>
                <a:lnTo>
                  <a:pt x="1479014" y="2114859"/>
                </a:lnTo>
                <a:close/>
                <a:moveTo>
                  <a:pt x="1496014" y="2070298"/>
                </a:moveTo>
                <a:lnTo>
                  <a:pt x="1495946" y="2071867"/>
                </a:lnTo>
                <a:lnTo>
                  <a:pt x="1497939" y="2070059"/>
                </a:lnTo>
                <a:lnTo>
                  <a:pt x="1496194" y="2070162"/>
                </a:lnTo>
                <a:close/>
                <a:moveTo>
                  <a:pt x="1847369" y="1283479"/>
                </a:moveTo>
                <a:lnTo>
                  <a:pt x="1846778" y="1289127"/>
                </a:lnTo>
                <a:lnTo>
                  <a:pt x="1848678" y="1287524"/>
                </a:lnTo>
                <a:lnTo>
                  <a:pt x="1858845" y="1272528"/>
                </a:lnTo>
                <a:lnTo>
                  <a:pt x="1852487" y="1277684"/>
                </a:lnTo>
                <a:close/>
                <a:moveTo>
                  <a:pt x="1788673" y="1414901"/>
                </a:moveTo>
                <a:lnTo>
                  <a:pt x="1790848" y="1413664"/>
                </a:lnTo>
                <a:lnTo>
                  <a:pt x="1792192" y="1410960"/>
                </a:lnTo>
                <a:lnTo>
                  <a:pt x="1791187" y="1411397"/>
                </a:lnTo>
                <a:lnTo>
                  <a:pt x="1791034" y="1411451"/>
                </a:lnTo>
                <a:lnTo>
                  <a:pt x="1790831" y="1411772"/>
                </a:lnTo>
                <a:close/>
                <a:moveTo>
                  <a:pt x="1788411" y="1415395"/>
                </a:moveTo>
                <a:lnTo>
                  <a:pt x="1788655" y="1416103"/>
                </a:lnTo>
                <a:lnTo>
                  <a:pt x="1790130" y="1415106"/>
                </a:lnTo>
                <a:lnTo>
                  <a:pt x="1790671" y="1414019"/>
                </a:lnTo>
                <a:lnTo>
                  <a:pt x="1788706" y="1415137"/>
                </a:lnTo>
                <a:lnTo>
                  <a:pt x="1789531" y="1414752"/>
                </a:lnTo>
                <a:lnTo>
                  <a:pt x="1789453" y="1414907"/>
                </a:lnTo>
                <a:close/>
                <a:moveTo>
                  <a:pt x="1810838" y="1365113"/>
                </a:moveTo>
                <a:lnTo>
                  <a:pt x="1810708" y="1365633"/>
                </a:lnTo>
                <a:lnTo>
                  <a:pt x="1811137" y="1365432"/>
                </a:lnTo>
                <a:close/>
                <a:moveTo>
                  <a:pt x="1756046" y="1487725"/>
                </a:moveTo>
                <a:lnTo>
                  <a:pt x="1756325" y="1488008"/>
                </a:lnTo>
                <a:lnTo>
                  <a:pt x="1757515" y="1485935"/>
                </a:lnTo>
                <a:lnTo>
                  <a:pt x="1757430" y="1485618"/>
                </a:lnTo>
                <a:close/>
                <a:moveTo>
                  <a:pt x="1825423" y="1332145"/>
                </a:moveTo>
                <a:lnTo>
                  <a:pt x="1825702" y="1332703"/>
                </a:lnTo>
                <a:lnTo>
                  <a:pt x="1827256" y="1331517"/>
                </a:lnTo>
                <a:lnTo>
                  <a:pt x="1827971" y="1329767"/>
                </a:lnTo>
                <a:close/>
                <a:moveTo>
                  <a:pt x="1782078" y="1429010"/>
                </a:moveTo>
                <a:lnTo>
                  <a:pt x="1782054" y="1429114"/>
                </a:lnTo>
                <a:lnTo>
                  <a:pt x="1782190" y="1429442"/>
                </a:lnTo>
                <a:lnTo>
                  <a:pt x="1782342" y="1429317"/>
                </a:lnTo>
                <a:close/>
                <a:moveTo>
                  <a:pt x="1829868" y="1321955"/>
                </a:moveTo>
                <a:lnTo>
                  <a:pt x="1830252" y="1322165"/>
                </a:lnTo>
                <a:lnTo>
                  <a:pt x="1830259" y="1322144"/>
                </a:lnTo>
                <a:lnTo>
                  <a:pt x="1830411" y="1321371"/>
                </a:lnTo>
                <a:close/>
                <a:moveTo>
                  <a:pt x="1520911" y="2013753"/>
                </a:moveTo>
                <a:lnTo>
                  <a:pt x="1520676" y="2014412"/>
                </a:lnTo>
                <a:lnTo>
                  <a:pt x="1521083" y="2014558"/>
                </a:lnTo>
                <a:lnTo>
                  <a:pt x="1523332" y="2013985"/>
                </a:lnTo>
                <a:lnTo>
                  <a:pt x="1523748" y="2013186"/>
                </a:lnTo>
                <a:close/>
                <a:moveTo>
                  <a:pt x="1819732" y="1344626"/>
                </a:moveTo>
                <a:lnTo>
                  <a:pt x="1821295" y="1346094"/>
                </a:lnTo>
                <a:lnTo>
                  <a:pt x="1822698" y="1342664"/>
                </a:lnTo>
                <a:lnTo>
                  <a:pt x="1819886" y="1344432"/>
                </a:lnTo>
                <a:close/>
                <a:moveTo>
                  <a:pt x="1847488" y="1282344"/>
                </a:moveTo>
                <a:lnTo>
                  <a:pt x="1847413" y="1283058"/>
                </a:lnTo>
                <a:lnTo>
                  <a:pt x="1847713" y="1282728"/>
                </a:lnTo>
                <a:lnTo>
                  <a:pt x="1851360" y="1278598"/>
                </a:lnTo>
                <a:lnTo>
                  <a:pt x="1848992" y="1280520"/>
                </a:lnTo>
                <a:close/>
                <a:moveTo>
                  <a:pt x="1770712" y="1453948"/>
                </a:moveTo>
                <a:lnTo>
                  <a:pt x="1770789" y="1454014"/>
                </a:lnTo>
                <a:lnTo>
                  <a:pt x="1770881" y="1453829"/>
                </a:lnTo>
                <a:close/>
                <a:moveTo>
                  <a:pt x="1754615" y="1489903"/>
                </a:moveTo>
                <a:lnTo>
                  <a:pt x="1755395" y="1489627"/>
                </a:lnTo>
                <a:lnTo>
                  <a:pt x="1756173" y="1488274"/>
                </a:lnTo>
                <a:lnTo>
                  <a:pt x="1755879" y="1487979"/>
                </a:lnTo>
                <a:close/>
                <a:moveTo>
                  <a:pt x="1811639" y="1361931"/>
                </a:moveTo>
                <a:lnTo>
                  <a:pt x="1811026" y="1364369"/>
                </a:lnTo>
                <a:lnTo>
                  <a:pt x="1811628" y="1365016"/>
                </a:lnTo>
                <a:lnTo>
                  <a:pt x="1812508" y="1363952"/>
                </a:lnTo>
                <a:lnTo>
                  <a:pt x="1812966" y="1363359"/>
                </a:lnTo>
                <a:close/>
                <a:moveTo>
                  <a:pt x="1752911" y="1493046"/>
                </a:moveTo>
                <a:lnTo>
                  <a:pt x="1753072" y="1493295"/>
                </a:lnTo>
                <a:lnTo>
                  <a:pt x="1753378" y="1493141"/>
                </a:lnTo>
                <a:lnTo>
                  <a:pt x="1753565" y="1492815"/>
                </a:lnTo>
                <a:close/>
                <a:moveTo>
                  <a:pt x="1811870" y="1361015"/>
                </a:moveTo>
                <a:lnTo>
                  <a:pt x="1811770" y="1361412"/>
                </a:lnTo>
                <a:lnTo>
                  <a:pt x="1813243" y="1363000"/>
                </a:lnTo>
                <a:lnTo>
                  <a:pt x="1815661" y="1359871"/>
                </a:lnTo>
                <a:lnTo>
                  <a:pt x="1816758" y="1357189"/>
                </a:lnTo>
                <a:close/>
                <a:moveTo>
                  <a:pt x="1523105" y="2007603"/>
                </a:moveTo>
                <a:lnTo>
                  <a:pt x="1522803" y="2008451"/>
                </a:lnTo>
                <a:lnTo>
                  <a:pt x="1524851" y="2007740"/>
                </a:lnTo>
                <a:lnTo>
                  <a:pt x="1524842" y="2007419"/>
                </a:lnTo>
                <a:close/>
                <a:moveTo>
                  <a:pt x="1516385" y="2022583"/>
                </a:moveTo>
                <a:lnTo>
                  <a:pt x="1515867" y="2024957"/>
                </a:lnTo>
                <a:lnTo>
                  <a:pt x="1516248" y="2024841"/>
                </a:lnTo>
                <a:lnTo>
                  <a:pt x="1516284" y="2024328"/>
                </a:lnTo>
                <a:close/>
                <a:moveTo>
                  <a:pt x="1516623" y="2022030"/>
                </a:moveTo>
                <a:lnTo>
                  <a:pt x="1516426" y="2024786"/>
                </a:lnTo>
                <a:lnTo>
                  <a:pt x="1516494" y="2024765"/>
                </a:lnTo>
                <a:lnTo>
                  <a:pt x="1517419" y="2022173"/>
                </a:lnTo>
                <a:close/>
                <a:moveTo>
                  <a:pt x="1523350" y="2006917"/>
                </a:moveTo>
                <a:lnTo>
                  <a:pt x="1523157" y="2007458"/>
                </a:lnTo>
                <a:lnTo>
                  <a:pt x="1524838" y="2007279"/>
                </a:lnTo>
                <a:lnTo>
                  <a:pt x="1524806" y="2006196"/>
                </a:lnTo>
                <a:close/>
                <a:moveTo>
                  <a:pt x="1848961" y="1277579"/>
                </a:moveTo>
                <a:lnTo>
                  <a:pt x="1847870" y="1280586"/>
                </a:lnTo>
                <a:lnTo>
                  <a:pt x="1853976" y="1273927"/>
                </a:lnTo>
                <a:lnTo>
                  <a:pt x="1856507" y="1270653"/>
                </a:lnTo>
                <a:close/>
                <a:moveTo>
                  <a:pt x="1849548" y="1276201"/>
                </a:moveTo>
                <a:lnTo>
                  <a:pt x="1858171" y="1268501"/>
                </a:lnTo>
                <a:lnTo>
                  <a:pt x="1880439" y="1239703"/>
                </a:lnTo>
                <a:lnTo>
                  <a:pt x="1866646" y="1252711"/>
                </a:lnTo>
                <a:lnTo>
                  <a:pt x="1863673" y="1256959"/>
                </a:lnTo>
                <a:lnTo>
                  <a:pt x="1861210" y="1259915"/>
                </a:lnTo>
                <a:lnTo>
                  <a:pt x="1865796" y="1253512"/>
                </a:lnTo>
                <a:lnTo>
                  <a:pt x="1862400" y="1256715"/>
                </a:lnTo>
                <a:lnTo>
                  <a:pt x="1860720" y="1259145"/>
                </a:lnTo>
                <a:lnTo>
                  <a:pt x="1854114" y="1268434"/>
                </a:lnTo>
                <a:lnTo>
                  <a:pt x="1861210" y="1259915"/>
                </a:lnTo>
                <a:close/>
                <a:moveTo>
                  <a:pt x="1454828" y="2160003"/>
                </a:moveTo>
                <a:lnTo>
                  <a:pt x="1454393" y="2163163"/>
                </a:lnTo>
                <a:lnTo>
                  <a:pt x="1455842" y="2163113"/>
                </a:lnTo>
                <a:lnTo>
                  <a:pt x="1461013" y="2162308"/>
                </a:lnTo>
                <a:lnTo>
                  <a:pt x="1461561" y="2160525"/>
                </a:lnTo>
                <a:lnTo>
                  <a:pt x="1460868" y="2160306"/>
                </a:lnTo>
                <a:lnTo>
                  <a:pt x="1456336" y="2159534"/>
                </a:lnTo>
                <a:close/>
                <a:moveTo>
                  <a:pt x="1478590" y="2106437"/>
                </a:moveTo>
                <a:lnTo>
                  <a:pt x="1477970" y="2108557"/>
                </a:lnTo>
                <a:lnTo>
                  <a:pt x="1477583" y="2109815"/>
                </a:lnTo>
                <a:lnTo>
                  <a:pt x="1482003" y="2108184"/>
                </a:lnTo>
                <a:close/>
                <a:moveTo>
                  <a:pt x="1793697" y="1400742"/>
                </a:moveTo>
                <a:lnTo>
                  <a:pt x="1797821" y="1399635"/>
                </a:lnTo>
                <a:lnTo>
                  <a:pt x="1798167" y="1398940"/>
                </a:lnTo>
                <a:lnTo>
                  <a:pt x="1797613" y="1396549"/>
                </a:lnTo>
                <a:lnTo>
                  <a:pt x="1796844" y="1397012"/>
                </a:lnTo>
                <a:close/>
                <a:moveTo>
                  <a:pt x="1783183" y="1424267"/>
                </a:moveTo>
                <a:lnTo>
                  <a:pt x="1782903" y="1425468"/>
                </a:lnTo>
                <a:lnTo>
                  <a:pt x="1783125" y="1425725"/>
                </a:lnTo>
                <a:lnTo>
                  <a:pt x="1785803" y="1423811"/>
                </a:lnTo>
                <a:lnTo>
                  <a:pt x="1785954" y="1423508"/>
                </a:lnTo>
                <a:close/>
                <a:moveTo>
                  <a:pt x="1506440" y="2043856"/>
                </a:moveTo>
                <a:lnTo>
                  <a:pt x="1506435" y="2043962"/>
                </a:lnTo>
                <a:lnTo>
                  <a:pt x="1506523" y="2043851"/>
                </a:lnTo>
                <a:close/>
                <a:moveTo>
                  <a:pt x="1875736" y="1216881"/>
                </a:moveTo>
                <a:lnTo>
                  <a:pt x="1880366" y="1213656"/>
                </a:lnTo>
                <a:lnTo>
                  <a:pt x="1877974" y="1212098"/>
                </a:lnTo>
                <a:lnTo>
                  <a:pt x="1877444" y="1213260"/>
                </a:lnTo>
                <a:close/>
                <a:moveTo>
                  <a:pt x="1481411" y="2099725"/>
                </a:moveTo>
                <a:lnTo>
                  <a:pt x="1485353" y="2100606"/>
                </a:lnTo>
                <a:lnTo>
                  <a:pt x="1486227" y="2097862"/>
                </a:lnTo>
                <a:close/>
                <a:moveTo>
                  <a:pt x="1473723" y="2116811"/>
                </a:moveTo>
                <a:lnTo>
                  <a:pt x="1474532" y="2116882"/>
                </a:lnTo>
                <a:lnTo>
                  <a:pt x="1474652" y="2116468"/>
                </a:lnTo>
                <a:close/>
                <a:moveTo>
                  <a:pt x="1493680" y="2072070"/>
                </a:moveTo>
                <a:lnTo>
                  <a:pt x="1493942" y="2073667"/>
                </a:lnTo>
                <a:lnTo>
                  <a:pt x="1493960" y="2073608"/>
                </a:lnTo>
                <a:lnTo>
                  <a:pt x="1494018" y="2071813"/>
                </a:lnTo>
                <a:close/>
                <a:moveTo>
                  <a:pt x="1465515" y="2135096"/>
                </a:moveTo>
                <a:lnTo>
                  <a:pt x="1468615" y="2137262"/>
                </a:lnTo>
                <a:lnTo>
                  <a:pt x="1469011" y="2135895"/>
                </a:lnTo>
                <a:lnTo>
                  <a:pt x="1468913" y="2135880"/>
                </a:lnTo>
                <a:close/>
                <a:moveTo>
                  <a:pt x="1519585" y="2014019"/>
                </a:moveTo>
                <a:lnTo>
                  <a:pt x="1520243" y="2014256"/>
                </a:lnTo>
                <a:lnTo>
                  <a:pt x="1520385" y="2013859"/>
                </a:lnTo>
                <a:close/>
                <a:moveTo>
                  <a:pt x="1808803" y="1366247"/>
                </a:moveTo>
                <a:lnTo>
                  <a:pt x="1808932" y="1366462"/>
                </a:lnTo>
                <a:lnTo>
                  <a:pt x="1809223" y="1366326"/>
                </a:lnTo>
                <a:lnTo>
                  <a:pt x="1809681" y="1364488"/>
                </a:lnTo>
                <a:close/>
                <a:moveTo>
                  <a:pt x="1479315" y="2103959"/>
                </a:moveTo>
                <a:lnTo>
                  <a:pt x="1478675" y="2106145"/>
                </a:lnTo>
                <a:lnTo>
                  <a:pt x="1482383" y="2108044"/>
                </a:lnTo>
                <a:lnTo>
                  <a:pt x="1482543" y="2107985"/>
                </a:lnTo>
                <a:lnTo>
                  <a:pt x="1481485" y="2104136"/>
                </a:lnTo>
                <a:close/>
                <a:moveTo>
                  <a:pt x="1769061" y="1455119"/>
                </a:moveTo>
                <a:lnTo>
                  <a:pt x="1768623" y="1456373"/>
                </a:lnTo>
                <a:lnTo>
                  <a:pt x="1769011" y="1456707"/>
                </a:lnTo>
                <a:lnTo>
                  <a:pt x="1770036" y="1455529"/>
                </a:lnTo>
                <a:lnTo>
                  <a:pt x="1770503" y="1454588"/>
                </a:lnTo>
                <a:lnTo>
                  <a:pt x="1770177" y="1454328"/>
                </a:lnTo>
                <a:close/>
                <a:moveTo>
                  <a:pt x="1847882" y="1278570"/>
                </a:moveTo>
                <a:lnTo>
                  <a:pt x="1847828" y="1279080"/>
                </a:lnTo>
                <a:lnTo>
                  <a:pt x="1848080" y="1278389"/>
                </a:lnTo>
                <a:close/>
                <a:moveTo>
                  <a:pt x="1783675" y="1422153"/>
                </a:moveTo>
                <a:lnTo>
                  <a:pt x="1783540" y="1422734"/>
                </a:lnTo>
                <a:lnTo>
                  <a:pt x="1786642" y="1422124"/>
                </a:lnTo>
                <a:lnTo>
                  <a:pt x="1786696" y="1422014"/>
                </a:lnTo>
                <a:lnTo>
                  <a:pt x="1785490" y="1419521"/>
                </a:lnTo>
                <a:close/>
                <a:moveTo>
                  <a:pt x="1813096" y="1356258"/>
                </a:moveTo>
                <a:lnTo>
                  <a:pt x="1813022" y="1356438"/>
                </a:lnTo>
                <a:lnTo>
                  <a:pt x="1812093" y="1360126"/>
                </a:lnTo>
                <a:lnTo>
                  <a:pt x="1817187" y="1356140"/>
                </a:lnTo>
                <a:lnTo>
                  <a:pt x="1818598" y="1352690"/>
                </a:lnTo>
                <a:close/>
                <a:moveTo>
                  <a:pt x="1867194" y="1234987"/>
                </a:moveTo>
                <a:lnTo>
                  <a:pt x="1868204" y="1234394"/>
                </a:lnTo>
                <a:lnTo>
                  <a:pt x="1881792" y="1216597"/>
                </a:lnTo>
                <a:lnTo>
                  <a:pt x="1882685" y="1215165"/>
                </a:lnTo>
                <a:lnTo>
                  <a:pt x="1880820" y="1213951"/>
                </a:lnTo>
                <a:lnTo>
                  <a:pt x="1875306" y="1217791"/>
                </a:lnTo>
                <a:close/>
                <a:moveTo>
                  <a:pt x="1515739" y="2021870"/>
                </a:moveTo>
                <a:lnTo>
                  <a:pt x="1515486" y="2023992"/>
                </a:lnTo>
                <a:lnTo>
                  <a:pt x="1515913" y="2021902"/>
                </a:lnTo>
                <a:close/>
                <a:moveTo>
                  <a:pt x="1506522" y="2042386"/>
                </a:moveTo>
                <a:lnTo>
                  <a:pt x="1506513" y="2042555"/>
                </a:lnTo>
                <a:lnTo>
                  <a:pt x="1507268" y="2042512"/>
                </a:lnTo>
                <a:lnTo>
                  <a:pt x="1507669" y="2042411"/>
                </a:lnTo>
                <a:lnTo>
                  <a:pt x="1508161" y="2041793"/>
                </a:lnTo>
                <a:lnTo>
                  <a:pt x="1507062" y="2041736"/>
                </a:lnTo>
                <a:close/>
                <a:moveTo>
                  <a:pt x="1522012" y="2007579"/>
                </a:moveTo>
                <a:lnTo>
                  <a:pt x="1522649" y="2007512"/>
                </a:lnTo>
                <a:lnTo>
                  <a:pt x="1522756" y="2007211"/>
                </a:lnTo>
                <a:close/>
                <a:moveTo>
                  <a:pt x="1770309" y="1451555"/>
                </a:moveTo>
                <a:lnTo>
                  <a:pt x="1770068" y="1452243"/>
                </a:lnTo>
                <a:lnTo>
                  <a:pt x="1772542" y="1450489"/>
                </a:lnTo>
                <a:lnTo>
                  <a:pt x="1773008" y="1449551"/>
                </a:lnTo>
                <a:close/>
                <a:moveTo>
                  <a:pt x="1815884" y="1349476"/>
                </a:moveTo>
                <a:lnTo>
                  <a:pt x="1813486" y="1355309"/>
                </a:lnTo>
                <a:lnTo>
                  <a:pt x="1818927" y="1351886"/>
                </a:lnTo>
                <a:lnTo>
                  <a:pt x="1820575" y="1347855"/>
                </a:lnTo>
                <a:lnTo>
                  <a:pt x="1818624" y="1346023"/>
                </a:lnTo>
                <a:close/>
                <a:moveTo>
                  <a:pt x="1853483" y="1265125"/>
                </a:moveTo>
                <a:lnTo>
                  <a:pt x="1851230" y="1271328"/>
                </a:lnTo>
                <a:lnTo>
                  <a:pt x="1860042" y="1258938"/>
                </a:lnTo>
                <a:close/>
                <a:moveTo>
                  <a:pt x="1480613" y="2100035"/>
                </a:moveTo>
                <a:lnTo>
                  <a:pt x="1481091" y="2101774"/>
                </a:lnTo>
                <a:lnTo>
                  <a:pt x="1484762" y="2102459"/>
                </a:lnTo>
                <a:lnTo>
                  <a:pt x="1485252" y="2100922"/>
                </a:lnTo>
                <a:lnTo>
                  <a:pt x="1480856" y="2099941"/>
                </a:lnTo>
                <a:close/>
                <a:moveTo>
                  <a:pt x="1817285" y="1346068"/>
                </a:moveTo>
                <a:lnTo>
                  <a:pt x="1817152" y="1346389"/>
                </a:lnTo>
                <a:lnTo>
                  <a:pt x="1817611" y="1345863"/>
                </a:lnTo>
                <a:close/>
                <a:moveTo>
                  <a:pt x="1787484" y="1412698"/>
                </a:moveTo>
                <a:lnTo>
                  <a:pt x="1788037" y="1414305"/>
                </a:lnTo>
                <a:lnTo>
                  <a:pt x="1789674" y="1411928"/>
                </a:lnTo>
                <a:close/>
                <a:moveTo>
                  <a:pt x="1771066" y="1449391"/>
                </a:moveTo>
                <a:lnTo>
                  <a:pt x="1770787" y="1450190"/>
                </a:lnTo>
                <a:lnTo>
                  <a:pt x="1773511" y="1448538"/>
                </a:lnTo>
                <a:lnTo>
                  <a:pt x="1774348" y="1446855"/>
                </a:lnTo>
                <a:close/>
                <a:moveTo>
                  <a:pt x="1480408" y="2100222"/>
                </a:moveTo>
                <a:lnTo>
                  <a:pt x="1480013" y="2101573"/>
                </a:lnTo>
                <a:lnTo>
                  <a:pt x="1480821" y="2101724"/>
                </a:lnTo>
                <a:close/>
                <a:moveTo>
                  <a:pt x="1782118" y="1424559"/>
                </a:moveTo>
                <a:lnTo>
                  <a:pt x="1782595" y="1425110"/>
                </a:lnTo>
                <a:lnTo>
                  <a:pt x="1782775" y="1424379"/>
                </a:lnTo>
                <a:close/>
                <a:moveTo>
                  <a:pt x="1471887" y="2119189"/>
                </a:moveTo>
                <a:lnTo>
                  <a:pt x="1471630" y="2119874"/>
                </a:lnTo>
                <a:lnTo>
                  <a:pt x="1473647" y="2119929"/>
                </a:lnTo>
                <a:lnTo>
                  <a:pt x="1473960" y="2118851"/>
                </a:lnTo>
                <a:close/>
                <a:moveTo>
                  <a:pt x="1857707" y="1255096"/>
                </a:moveTo>
                <a:lnTo>
                  <a:pt x="1858638" y="1253730"/>
                </a:lnTo>
                <a:lnTo>
                  <a:pt x="1870196" y="1235194"/>
                </a:lnTo>
                <a:lnTo>
                  <a:pt x="1867617" y="1236752"/>
                </a:lnTo>
                <a:lnTo>
                  <a:pt x="1864307" y="1241106"/>
                </a:lnTo>
                <a:lnTo>
                  <a:pt x="1861045" y="1248021"/>
                </a:lnTo>
                <a:lnTo>
                  <a:pt x="1861632" y="1247551"/>
                </a:lnTo>
                <a:lnTo>
                  <a:pt x="1861577" y="1247954"/>
                </a:lnTo>
                <a:lnTo>
                  <a:pt x="1860772" y="1248598"/>
                </a:lnTo>
                <a:close/>
                <a:moveTo>
                  <a:pt x="1768022" y="1455856"/>
                </a:moveTo>
                <a:lnTo>
                  <a:pt x="1768455" y="1456229"/>
                </a:lnTo>
                <a:lnTo>
                  <a:pt x="1768772" y="1455324"/>
                </a:lnTo>
                <a:close/>
                <a:moveTo>
                  <a:pt x="1472482" y="2117597"/>
                </a:moveTo>
                <a:lnTo>
                  <a:pt x="1472011" y="2118856"/>
                </a:lnTo>
                <a:lnTo>
                  <a:pt x="1474055" y="2118523"/>
                </a:lnTo>
                <a:lnTo>
                  <a:pt x="1474299" y="2117683"/>
                </a:lnTo>
                <a:close/>
                <a:moveTo>
                  <a:pt x="1820223" y="1338921"/>
                </a:moveTo>
                <a:lnTo>
                  <a:pt x="1818394" y="1343370"/>
                </a:lnTo>
                <a:lnTo>
                  <a:pt x="1818616" y="1343579"/>
                </a:lnTo>
                <a:lnTo>
                  <a:pt x="1820601" y="1342331"/>
                </a:lnTo>
                <a:lnTo>
                  <a:pt x="1825208" y="1336526"/>
                </a:lnTo>
                <a:lnTo>
                  <a:pt x="1826021" y="1334537"/>
                </a:lnTo>
                <a:lnTo>
                  <a:pt x="1826006" y="1334507"/>
                </a:lnTo>
                <a:close/>
                <a:moveTo>
                  <a:pt x="1784356" y="1419234"/>
                </a:moveTo>
                <a:lnTo>
                  <a:pt x="1784210" y="1419857"/>
                </a:lnTo>
                <a:lnTo>
                  <a:pt x="1784886" y="1418876"/>
                </a:lnTo>
                <a:close/>
                <a:moveTo>
                  <a:pt x="1829692" y="1317696"/>
                </a:moveTo>
                <a:lnTo>
                  <a:pt x="1830962" y="1318419"/>
                </a:lnTo>
                <a:lnTo>
                  <a:pt x="1830999" y="1318395"/>
                </a:lnTo>
                <a:lnTo>
                  <a:pt x="1831921" y="1313721"/>
                </a:lnTo>
                <a:close/>
                <a:moveTo>
                  <a:pt x="1854962" y="1261050"/>
                </a:moveTo>
                <a:lnTo>
                  <a:pt x="1853787" y="1264287"/>
                </a:lnTo>
                <a:lnTo>
                  <a:pt x="1860849" y="1257804"/>
                </a:lnTo>
                <a:lnTo>
                  <a:pt x="1876119" y="1236333"/>
                </a:lnTo>
                <a:lnTo>
                  <a:pt x="1883215" y="1226064"/>
                </a:lnTo>
                <a:lnTo>
                  <a:pt x="1871676" y="1234247"/>
                </a:lnTo>
                <a:close/>
                <a:moveTo>
                  <a:pt x="1799142" y="1385990"/>
                </a:moveTo>
                <a:lnTo>
                  <a:pt x="1804917" y="1381566"/>
                </a:lnTo>
                <a:lnTo>
                  <a:pt x="1805780" y="1378634"/>
                </a:lnTo>
                <a:close/>
                <a:moveTo>
                  <a:pt x="1821506" y="1335799"/>
                </a:moveTo>
                <a:lnTo>
                  <a:pt x="1821443" y="1335954"/>
                </a:lnTo>
                <a:lnTo>
                  <a:pt x="1825270" y="1333033"/>
                </a:lnTo>
                <a:lnTo>
                  <a:pt x="1825016" y="1332525"/>
                </a:lnTo>
                <a:close/>
                <a:moveTo>
                  <a:pt x="1824198" y="1329693"/>
                </a:moveTo>
                <a:lnTo>
                  <a:pt x="1825358" y="1332015"/>
                </a:lnTo>
                <a:lnTo>
                  <a:pt x="1828097" y="1329460"/>
                </a:lnTo>
                <a:lnTo>
                  <a:pt x="1828321" y="1328912"/>
                </a:lnTo>
                <a:lnTo>
                  <a:pt x="1828676" y="1327670"/>
                </a:lnTo>
                <a:close/>
                <a:moveTo>
                  <a:pt x="1828026" y="1320945"/>
                </a:moveTo>
                <a:lnTo>
                  <a:pt x="1829186" y="1321581"/>
                </a:lnTo>
                <a:lnTo>
                  <a:pt x="1830689" y="1319966"/>
                </a:lnTo>
                <a:lnTo>
                  <a:pt x="1830855" y="1319126"/>
                </a:lnTo>
                <a:close/>
                <a:moveTo>
                  <a:pt x="1491941" y="2073390"/>
                </a:moveTo>
                <a:lnTo>
                  <a:pt x="1492156" y="2073515"/>
                </a:lnTo>
                <a:lnTo>
                  <a:pt x="1493543" y="2073708"/>
                </a:lnTo>
                <a:lnTo>
                  <a:pt x="1493319" y="2072344"/>
                </a:lnTo>
                <a:close/>
                <a:moveTo>
                  <a:pt x="1518001" y="2015034"/>
                </a:moveTo>
                <a:lnTo>
                  <a:pt x="1517935" y="2015360"/>
                </a:lnTo>
                <a:lnTo>
                  <a:pt x="1518568" y="2015200"/>
                </a:lnTo>
                <a:close/>
                <a:moveTo>
                  <a:pt x="1828342" y="1320103"/>
                </a:moveTo>
                <a:lnTo>
                  <a:pt x="1830820" y="1318510"/>
                </a:lnTo>
                <a:lnTo>
                  <a:pt x="1829618" y="1317827"/>
                </a:lnTo>
                <a:close/>
                <a:moveTo>
                  <a:pt x="1784679" y="1417847"/>
                </a:moveTo>
                <a:lnTo>
                  <a:pt x="1784429" y="1418916"/>
                </a:lnTo>
                <a:lnTo>
                  <a:pt x="1785012" y="1418534"/>
                </a:lnTo>
                <a:close/>
                <a:moveTo>
                  <a:pt x="1823829" y="1330149"/>
                </a:moveTo>
                <a:lnTo>
                  <a:pt x="1821666" y="1335412"/>
                </a:lnTo>
                <a:lnTo>
                  <a:pt x="1823635" y="1333622"/>
                </a:lnTo>
                <a:lnTo>
                  <a:pt x="1824951" y="1332395"/>
                </a:lnTo>
                <a:close/>
                <a:moveTo>
                  <a:pt x="1769979" y="1450679"/>
                </a:moveTo>
                <a:lnTo>
                  <a:pt x="1770511" y="1450357"/>
                </a:lnTo>
                <a:lnTo>
                  <a:pt x="1770717" y="1449767"/>
                </a:lnTo>
                <a:close/>
                <a:moveTo>
                  <a:pt x="1518098" y="2014562"/>
                </a:moveTo>
                <a:lnTo>
                  <a:pt x="1518078" y="2014661"/>
                </a:lnTo>
                <a:lnTo>
                  <a:pt x="1519256" y="2015024"/>
                </a:lnTo>
                <a:lnTo>
                  <a:pt x="1519428" y="2014980"/>
                </a:lnTo>
                <a:close/>
                <a:moveTo>
                  <a:pt x="1825085" y="1327094"/>
                </a:moveTo>
                <a:lnTo>
                  <a:pt x="1824399" y="1328761"/>
                </a:lnTo>
                <a:lnTo>
                  <a:pt x="1828923" y="1326807"/>
                </a:lnTo>
                <a:lnTo>
                  <a:pt x="1830148" y="1322528"/>
                </a:lnTo>
                <a:lnTo>
                  <a:pt x="1829609" y="1322232"/>
                </a:lnTo>
                <a:close/>
                <a:moveTo>
                  <a:pt x="1848237" y="1275171"/>
                </a:moveTo>
                <a:lnTo>
                  <a:pt x="1848198" y="1275536"/>
                </a:lnTo>
                <a:lnTo>
                  <a:pt x="1848469" y="1275211"/>
                </a:lnTo>
                <a:lnTo>
                  <a:pt x="1850029" y="1273016"/>
                </a:lnTo>
                <a:lnTo>
                  <a:pt x="1852589" y="1265968"/>
                </a:lnTo>
                <a:lnTo>
                  <a:pt x="1852571" y="1265984"/>
                </a:lnTo>
                <a:close/>
                <a:moveTo>
                  <a:pt x="1769044" y="1452493"/>
                </a:moveTo>
                <a:lnTo>
                  <a:pt x="1769345" y="1452756"/>
                </a:lnTo>
                <a:lnTo>
                  <a:pt x="1769779" y="1452448"/>
                </a:lnTo>
                <a:lnTo>
                  <a:pt x="1770015" y="1451772"/>
                </a:lnTo>
                <a:close/>
                <a:moveTo>
                  <a:pt x="1826903" y="1322671"/>
                </a:moveTo>
                <a:lnTo>
                  <a:pt x="1825899" y="1325112"/>
                </a:lnTo>
                <a:lnTo>
                  <a:pt x="1828927" y="1321859"/>
                </a:lnTo>
                <a:lnTo>
                  <a:pt x="1827727" y="1321201"/>
                </a:lnTo>
                <a:close/>
                <a:moveTo>
                  <a:pt x="1794250" y="1395384"/>
                </a:moveTo>
                <a:lnTo>
                  <a:pt x="1794644" y="1395283"/>
                </a:lnTo>
                <a:lnTo>
                  <a:pt x="1796745" y="1392793"/>
                </a:lnTo>
                <a:lnTo>
                  <a:pt x="1796641" y="1392341"/>
                </a:lnTo>
                <a:lnTo>
                  <a:pt x="1796590" y="1392347"/>
                </a:lnTo>
                <a:lnTo>
                  <a:pt x="1795251" y="1393380"/>
                </a:lnTo>
                <a:close/>
                <a:moveTo>
                  <a:pt x="1829026" y="1317508"/>
                </a:moveTo>
                <a:lnTo>
                  <a:pt x="1827820" y="1320439"/>
                </a:lnTo>
                <a:lnTo>
                  <a:pt x="1827846" y="1320423"/>
                </a:lnTo>
                <a:lnTo>
                  <a:pt x="1829376" y="1317693"/>
                </a:lnTo>
                <a:close/>
                <a:moveTo>
                  <a:pt x="1829353" y="1316711"/>
                </a:moveTo>
                <a:lnTo>
                  <a:pt x="1829089" y="1317353"/>
                </a:lnTo>
                <a:lnTo>
                  <a:pt x="1829451" y="1317559"/>
                </a:lnTo>
                <a:lnTo>
                  <a:pt x="1832094" y="1312845"/>
                </a:lnTo>
                <a:lnTo>
                  <a:pt x="1832143" y="1312595"/>
                </a:lnTo>
                <a:close/>
                <a:moveTo>
                  <a:pt x="1793804" y="1396277"/>
                </a:moveTo>
                <a:lnTo>
                  <a:pt x="1794199" y="1395810"/>
                </a:lnTo>
                <a:lnTo>
                  <a:pt x="1794013" y="1395858"/>
                </a:lnTo>
                <a:close/>
                <a:moveTo>
                  <a:pt x="1476967" y="2105605"/>
                </a:moveTo>
                <a:lnTo>
                  <a:pt x="1475042" y="2110752"/>
                </a:lnTo>
                <a:lnTo>
                  <a:pt x="1476464" y="2110227"/>
                </a:lnTo>
                <a:lnTo>
                  <a:pt x="1477697" y="2105979"/>
                </a:lnTo>
                <a:close/>
                <a:moveTo>
                  <a:pt x="1830852" y="1313065"/>
                </a:moveTo>
                <a:lnTo>
                  <a:pt x="1830497" y="1313929"/>
                </a:lnTo>
                <a:lnTo>
                  <a:pt x="1832385" y="1311370"/>
                </a:lnTo>
                <a:lnTo>
                  <a:pt x="1832392" y="1311336"/>
                </a:lnTo>
                <a:close/>
                <a:moveTo>
                  <a:pt x="1851815" y="1266096"/>
                </a:moveTo>
                <a:lnTo>
                  <a:pt x="1852023" y="1265906"/>
                </a:lnTo>
                <a:lnTo>
                  <a:pt x="1852298" y="1265322"/>
                </a:lnTo>
                <a:close/>
                <a:moveTo>
                  <a:pt x="1858953" y="1250058"/>
                </a:moveTo>
                <a:lnTo>
                  <a:pt x="1857127" y="1255086"/>
                </a:lnTo>
                <a:lnTo>
                  <a:pt x="1859832" y="1249351"/>
                </a:lnTo>
                <a:close/>
                <a:moveTo>
                  <a:pt x="1477634" y="2103821"/>
                </a:moveTo>
                <a:lnTo>
                  <a:pt x="1477071" y="2105324"/>
                </a:lnTo>
                <a:lnTo>
                  <a:pt x="1477782" y="2105687"/>
                </a:lnTo>
                <a:lnTo>
                  <a:pt x="1478308" y="2103877"/>
                </a:lnTo>
                <a:close/>
                <a:moveTo>
                  <a:pt x="1833158" y="1307456"/>
                </a:moveTo>
                <a:lnTo>
                  <a:pt x="1830984" y="1312747"/>
                </a:lnTo>
                <a:lnTo>
                  <a:pt x="1831251" y="1312455"/>
                </a:lnTo>
                <a:lnTo>
                  <a:pt x="1832434" y="1311126"/>
                </a:lnTo>
                <a:close/>
                <a:moveTo>
                  <a:pt x="1455916" y="2152096"/>
                </a:moveTo>
                <a:lnTo>
                  <a:pt x="1455161" y="2157579"/>
                </a:lnTo>
                <a:lnTo>
                  <a:pt x="1463239" y="2155066"/>
                </a:lnTo>
                <a:lnTo>
                  <a:pt x="1463288" y="2154908"/>
                </a:lnTo>
                <a:close/>
                <a:moveTo>
                  <a:pt x="1517133" y="2014907"/>
                </a:moveTo>
                <a:lnTo>
                  <a:pt x="1517098" y="2015402"/>
                </a:lnTo>
                <a:lnTo>
                  <a:pt x="1517235" y="2015424"/>
                </a:lnTo>
                <a:lnTo>
                  <a:pt x="1517354" y="2014844"/>
                </a:lnTo>
                <a:lnTo>
                  <a:pt x="1517275" y="2014821"/>
                </a:lnTo>
                <a:close/>
                <a:moveTo>
                  <a:pt x="1478756" y="2100753"/>
                </a:moveTo>
                <a:lnTo>
                  <a:pt x="1478560" y="2101302"/>
                </a:lnTo>
                <a:lnTo>
                  <a:pt x="1479030" y="2101390"/>
                </a:lnTo>
                <a:lnTo>
                  <a:pt x="1479273" y="2100554"/>
                </a:lnTo>
                <a:close/>
                <a:moveTo>
                  <a:pt x="1860280" y="1246403"/>
                </a:moveTo>
                <a:lnTo>
                  <a:pt x="1859136" y="1249552"/>
                </a:lnTo>
                <a:lnTo>
                  <a:pt x="1860105" y="1248775"/>
                </a:lnTo>
                <a:lnTo>
                  <a:pt x="1862767" y="1243131"/>
                </a:lnTo>
                <a:close/>
                <a:moveTo>
                  <a:pt x="1518838" y="2010937"/>
                </a:moveTo>
                <a:lnTo>
                  <a:pt x="1518748" y="2011376"/>
                </a:lnTo>
                <a:lnTo>
                  <a:pt x="1519582" y="2011272"/>
                </a:lnTo>
                <a:lnTo>
                  <a:pt x="1521784" y="2009938"/>
                </a:lnTo>
                <a:lnTo>
                  <a:pt x="1521792" y="2009912"/>
                </a:lnTo>
                <a:close/>
                <a:moveTo>
                  <a:pt x="1490161" y="2074742"/>
                </a:moveTo>
                <a:lnTo>
                  <a:pt x="1492581" y="2074924"/>
                </a:lnTo>
                <a:lnTo>
                  <a:pt x="1493126" y="2074429"/>
                </a:lnTo>
                <a:lnTo>
                  <a:pt x="1492989" y="2074348"/>
                </a:lnTo>
                <a:lnTo>
                  <a:pt x="1491033" y="2074080"/>
                </a:lnTo>
                <a:close/>
                <a:moveTo>
                  <a:pt x="1451584" y="2161011"/>
                </a:moveTo>
                <a:lnTo>
                  <a:pt x="1451439" y="2163265"/>
                </a:lnTo>
                <a:lnTo>
                  <a:pt x="1454073" y="2163174"/>
                </a:lnTo>
                <a:lnTo>
                  <a:pt x="1454450" y="2160120"/>
                </a:lnTo>
                <a:close/>
                <a:moveTo>
                  <a:pt x="1776173" y="1433946"/>
                </a:moveTo>
                <a:lnTo>
                  <a:pt x="1776221" y="1434010"/>
                </a:lnTo>
                <a:lnTo>
                  <a:pt x="1776956" y="1433745"/>
                </a:lnTo>
                <a:lnTo>
                  <a:pt x="1777784" y="1433065"/>
                </a:lnTo>
                <a:close/>
                <a:moveTo>
                  <a:pt x="1489626" y="2075520"/>
                </a:moveTo>
                <a:lnTo>
                  <a:pt x="1491494" y="2075911"/>
                </a:lnTo>
                <a:lnTo>
                  <a:pt x="1492290" y="2075188"/>
                </a:lnTo>
                <a:lnTo>
                  <a:pt x="1489918" y="2075009"/>
                </a:lnTo>
                <a:close/>
                <a:moveTo>
                  <a:pt x="1516526" y="2015275"/>
                </a:moveTo>
                <a:lnTo>
                  <a:pt x="1516522" y="2015310"/>
                </a:lnTo>
                <a:lnTo>
                  <a:pt x="1516802" y="2015355"/>
                </a:lnTo>
                <a:lnTo>
                  <a:pt x="1516816" y="2015099"/>
                </a:lnTo>
                <a:close/>
                <a:moveTo>
                  <a:pt x="1456136" y="2150492"/>
                </a:moveTo>
                <a:lnTo>
                  <a:pt x="1456009" y="2151421"/>
                </a:lnTo>
                <a:lnTo>
                  <a:pt x="1463447" y="2154393"/>
                </a:lnTo>
                <a:lnTo>
                  <a:pt x="1463946" y="2152767"/>
                </a:lnTo>
                <a:close/>
                <a:moveTo>
                  <a:pt x="1766899" y="1454490"/>
                </a:moveTo>
                <a:lnTo>
                  <a:pt x="1768747" y="1453179"/>
                </a:lnTo>
                <a:lnTo>
                  <a:pt x="1768393" y="1452894"/>
                </a:lnTo>
                <a:lnTo>
                  <a:pt x="1767993" y="1453136"/>
                </a:lnTo>
                <a:close/>
                <a:moveTo>
                  <a:pt x="1519243" y="2008949"/>
                </a:moveTo>
                <a:lnTo>
                  <a:pt x="1519081" y="2009743"/>
                </a:lnTo>
                <a:lnTo>
                  <a:pt x="1522244" y="2008645"/>
                </a:lnTo>
                <a:lnTo>
                  <a:pt x="1522597" y="2007657"/>
                </a:lnTo>
                <a:lnTo>
                  <a:pt x="1521651" y="2007758"/>
                </a:lnTo>
                <a:close/>
                <a:moveTo>
                  <a:pt x="1456188" y="2150115"/>
                </a:moveTo>
                <a:lnTo>
                  <a:pt x="1456164" y="2150291"/>
                </a:lnTo>
                <a:lnTo>
                  <a:pt x="1458962" y="2151207"/>
                </a:lnTo>
                <a:lnTo>
                  <a:pt x="1463977" y="2152668"/>
                </a:lnTo>
                <a:lnTo>
                  <a:pt x="1463981" y="2152653"/>
                </a:lnTo>
                <a:close/>
                <a:moveTo>
                  <a:pt x="1862705" y="1239722"/>
                </a:moveTo>
                <a:lnTo>
                  <a:pt x="1861409" y="1243291"/>
                </a:lnTo>
                <a:lnTo>
                  <a:pt x="1864766" y="1238896"/>
                </a:lnTo>
                <a:lnTo>
                  <a:pt x="1865042" y="1238309"/>
                </a:lnTo>
                <a:close/>
                <a:moveTo>
                  <a:pt x="1848656" y="1271163"/>
                </a:moveTo>
                <a:lnTo>
                  <a:pt x="1848403" y="1273578"/>
                </a:lnTo>
                <a:lnTo>
                  <a:pt x="1851540" y="1266928"/>
                </a:lnTo>
                <a:lnTo>
                  <a:pt x="1850983" y="1267431"/>
                </a:lnTo>
                <a:close/>
                <a:moveTo>
                  <a:pt x="1508855" y="2031942"/>
                </a:moveTo>
                <a:lnTo>
                  <a:pt x="1513535" y="2032365"/>
                </a:lnTo>
                <a:lnTo>
                  <a:pt x="1513865" y="2031934"/>
                </a:lnTo>
                <a:lnTo>
                  <a:pt x="1514152" y="2030523"/>
                </a:lnTo>
                <a:lnTo>
                  <a:pt x="1513583" y="2030526"/>
                </a:lnTo>
                <a:close/>
                <a:moveTo>
                  <a:pt x="1488559" y="2077352"/>
                </a:moveTo>
                <a:lnTo>
                  <a:pt x="1489993" y="2077274"/>
                </a:lnTo>
                <a:lnTo>
                  <a:pt x="1490926" y="2076426"/>
                </a:lnTo>
                <a:lnTo>
                  <a:pt x="1489256" y="2076166"/>
                </a:lnTo>
                <a:lnTo>
                  <a:pt x="1489122" y="2076400"/>
                </a:lnTo>
                <a:close/>
                <a:moveTo>
                  <a:pt x="1783068" y="1417772"/>
                </a:moveTo>
                <a:lnTo>
                  <a:pt x="1784353" y="1417172"/>
                </a:lnTo>
                <a:lnTo>
                  <a:pt x="1783868" y="1416171"/>
                </a:lnTo>
                <a:close/>
                <a:moveTo>
                  <a:pt x="1782877" y="1418157"/>
                </a:moveTo>
                <a:lnTo>
                  <a:pt x="1784418" y="1417307"/>
                </a:lnTo>
                <a:lnTo>
                  <a:pt x="1784400" y="1417270"/>
                </a:lnTo>
                <a:lnTo>
                  <a:pt x="1782991" y="1417928"/>
                </a:lnTo>
                <a:close/>
                <a:moveTo>
                  <a:pt x="1489223" y="2075436"/>
                </a:moveTo>
                <a:lnTo>
                  <a:pt x="1489252" y="2075442"/>
                </a:lnTo>
                <a:lnTo>
                  <a:pt x="1489274" y="2075405"/>
                </a:lnTo>
                <a:close/>
                <a:moveTo>
                  <a:pt x="1781555" y="1420802"/>
                </a:moveTo>
                <a:lnTo>
                  <a:pt x="1784067" y="1419154"/>
                </a:lnTo>
                <a:lnTo>
                  <a:pt x="1784463" y="1417553"/>
                </a:lnTo>
                <a:lnTo>
                  <a:pt x="1782669" y="1418573"/>
                </a:lnTo>
                <a:close/>
                <a:moveTo>
                  <a:pt x="1775843" y="1433516"/>
                </a:moveTo>
                <a:lnTo>
                  <a:pt x="1776083" y="1433829"/>
                </a:lnTo>
                <a:lnTo>
                  <a:pt x="1778274" y="1432662"/>
                </a:lnTo>
                <a:lnTo>
                  <a:pt x="1778988" y="1432075"/>
                </a:lnTo>
                <a:lnTo>
                  <a:pt x="1778587" y="1431108"/>
                </a:lnTo>
                <a:lnTo>
                  <a:pt x="1776449" y="1432637"/>
                </a:lnTo>
                <a:close/>
                <a:moveTo>
                  <a:pt x="1780573" y="1422769"/>
                </a:moveTo>
                <a:lnTo>
                  <a:pt x="1780978" y="1423238"/>
                </a:lnTo>
                <a:lnTo>
                  <a:pt x="1782021" y="1423032"/>
                </a:lnTo>
                <a:lnTo>
                  <a:pt x="1783716" y="1420574"/>
                </a:lnTo>
                <a:lnTo>
                  <a:pt x="1783986" y="1419485"/>
                </a:lnTo>
                <a:lnTo>
                  <a:pt x="1781310" y="1421293"/>
                </a:lnTo>
                <a:close/>
                <a:moveTo>
                  <a:pt x="1487004" y="2079987"/>
                </a:moveTo>
                <a:lnTo>
                  <a:pt x="1489646" y="2077588"/>
                </a:lnTo>
                <a:lnTo>
                  <a:pt x="1488379" y="2077658"/>
                </a:lnTo>
                <a:close/>
                <a:moveTo>
                  <a:pt x="1816765" y="1341560"/>
                </a:moveTo>
                <a:lnTo>
                  <a:pt x="1816708" y="1341787"/>
                </a:lnTo>
                <a:lnTo>
                  <a:pt x="1817027" y="1342086"/>
                </a:lnTo>
                <a:lnTo>
                  <a:pt x="1817614" y="1340911"/>
                </a:lnTo>
                <a:close/>
                <a:moveTo>
                  <a:pt x="1500585" y="2049526"/>
                </a:moveTo>
                <a:lnTo>
                  <a:pt x="1501240" y="2049677"/>
                </a:lnTo>
                <a:lnTo>
                  <a:pt x="1501296" y="2048671"/>
                </a:lnTo>
                <a:close/>
                <a:moveTo>
                  <a:pt x="1485191" y="2083870"/>
                </a:moveTo>
                <a:lnTo>
                  <a:pt x="1483641" y="2089165"/>
                </a:lnTo>
                <a:lnTo>
                  <a:pt x="1489872" y="2085757"/>
                </a:lnTo>
                <a:close/>
                <a:moveTo>
                  <a:pt x="1485304" y="2083577"/>
                </a:moveTo>
                <a:lnTo>
                  <a:pt x="1489343" y="2085270"/>
                </a:lnTo>
                <a:lnTo>
                  <a:pt x="1490140" y="2085590"/>
                </a:lnTo>
                <a:lnTo>
                  <a:pt x="1492603" y="2077864"/>
                </a:lnTo>
                <a:close/>
                <a:moveTo>
                  <a:pt x="1817970" y="1338605"/>
                </a:moveTo>
                <a:lnTo>
                  <a:pt x="1818901" y="1337894"/>
                </a:lnTo>
                <a:lnTo>
                  <a:pt x="1820366" y="1334332"/>
                </a:lnTo>
                <a:close/>
                <a:moveTo>
                  <a:pt x="1477410" y="2101087"/>
                </a:moveTo>
                <a:lnTo>
                  <a:pt x="1478319" y="2101257"/>
                </a:lnTo>
                <a:lnTo>
                  <a:pt x="1478465" y="2100849"/>
                </a:lnTo>
                <a:close/>
                <a:moveTo>
                  <a:pt x="1517381" y="2011442"/>
                </a:moveTo>
                <a:lnTo>
                  <a:pt x="1517374" y="2011548"/>
                </a:lnTo>
                <a:lnTo>
                  <a:pt x="1518044" y="2011464"/>
                </a:lnTo>
                <a:lnTo>
                  <a:pt x="1518099" y="2011194"/>
                </a:lnTo>
                <a:close/>
                <a:moveTo>
                  <a:pt x="1776949" y="1430025"/>
                </a:moveTo>
                <a:lnTo>
                  <a:pt x="1777358" y="1429798"/>
                </a:lnTo>
                <a:lnTo>
                  <a:pt x="1777786" y="1429178"/>
                </a:lnTo>
                <a:lnTo>
                  <a:pt x="1777598" y="1428725"/>
                </a:lnTo>
                <a:close/>
                <a:moveTo>
                  <a:pt x="1815609" y="1343191"/>
                </a:moveTo>
                <a:lnTo>
                  <a:pt x="1814933" y="1345895"/>
                </a:lnTo>
                <a:lnTo>
                  <a:pt x="1815009" y="1345847"/>
                </a:lnTo>
                <a:lnTo>
                  <a:pt x="1815664" y="1343243"/>
                </a:lnTo>
                <a:close/>
                <a:moveTo>
                  <a:pt x="1456562" y="2147124"/>
                </a:moveTo>
                <a:lnTo>
                  <a:pt x="1456475" y="2147834"/>
                </a:lnTo>
                <a:lnTo>
                  <a:pt x="1464646" y="2150494"/>
                </a:lnTo>
                <a:lnTo>
                  <a:pt x="1464719" y="2150255"/>
                </a:lnTo>
                <a:close/>
                <a:moveTo>
                  <a:pt x="1501331" y="2046841"/>
                </a:moveTo>
                <a:lnTo>
                  <a:pt x="1501398" y="2046850"/>
                </a:lnTo>
                <a:lnTo>
                  <a:pt x="1501399" y="2046833"/>
                </a:lnTo>
                <a:close/>
                <a:moveTo>
                  <a:pt x="1507451" y="2033038"/>
                </a:moveTo>
                <a:lnTo>
                  <a:pt x="1508924" y="2033994"/>
                </a:lnTo>
                <a:lnTo>
                  <a:pt x="1511877" y="2033893"/>
                </a:lnTo>
                <a:lnTo>
                  <a:pt x="1512443" y="2033789"/>
                </a:lnTo>
                <a:lnTo>
                  <a:pt x="1512658" y="2033509"/>
                </a:lnTo>
                <a:close/>
                <a:moveTo>
                  <a:pt x="1825945" y="1319803"/>
                </a:moveTo>
                <a:lnTo>
                  <a:pt x="1826100" y="1319889"/>
                </a:lnTo>
                <a:lnTo>
                  <a:pt x="1826559" y="1319266"/>
                </a:lnTo>
                <a:lnTo>
                  <a:pt x="1827592" y="1316756"/>
                </a:lnTo>
                <a:lnTo>
                  <a:pt x="1827575" y="1316746"/>
                </a:lnTo>
                <a:lnTo>
                  <a:pt x="1827488" y="1316843"/>
                </a:lnTo>
                <a:close/>
                <a:moveTo>
                  <a:pt x="1516966" y="2011587"/>
                </a:moveTo>
                <a:lnTo>
                  <a:pt x="1516965" y="2011598"/>
                </a:lnTo>
                <a:lnTo>
                  <a:pt x="1517019" y="2011591"/>
                </a:lnTo>
                <a:lnTo>
                  <a:pt x="1517020" y="2011568"/>
                </a:lnTo>
                <a:close/>
                <a:moveTo>
                  <a:pt x="1451813" y="2157450"/>
                </a:moveTo>
                <a:lnTo>
                  <a:pt x="1451748" y="2158457"/>
                </a:lnTo>
                <a:lnTo>
                  <a:pt x="1452128" y="2158522"/>
                </a:lnTo>
                <a:lnTo>
                  <a:pt x="1453681" y="2158039"/>
                </a:lnTo>
                <a:close/>
                <a:moveTo>
                  <a:pt x="1825420" y="1320810"/>
                </a:moveTo>
                <a:lnTo>
                  <a:pt x="1825880" y="1320187"/>
                </a:lnTo>
                <a:lnTo>
                  <a:pt x="1825775" y="1320130"/>
                </a:lnTo>
                <a:close/>
                <a:moveTo>
                  <a:pt x="1517481" y="2010056"/>
                </a:moveTo>
                <a:lnTo>
                  <a:pt x="1517463" y="2010305"/>
                </a:lnTo>
                <a:lnTo>
                  <a:pt x="1518343" y="2009999"/>
                </a:lnTo>
                <a:lnTo>
                  <a:pt x="1518480" y="2009327"/>
                </a:lnTo>
                <a:lnTo>
                  <a:pt x="1518146" y="2009492"/>
                </a:lnTo>
                <a:close/>
                <a:moveTo>
                  <a:pt x="1855930" y="1252123"/>
                </a:moveTo>
                <a:lnTo>
                  <a:pt x="1858307" y="1250217"/>
                </a:lnTo>
                <a:lnTo>
                  <a:pt x="1859154" y="1247883"/>
                </a:lnTo>
                <a:close/>
                <a:moveTo>
                  <a:pt x="1468245" y="2119782"/>
                </a:moveTo>
                <a:lnTo>
                  <a:pt x="1471514" y="2119871"/>
                </a:lnTo>
                <a:lnTo>
                  <a:pt x="1471762" y="2119209"/>
                </a:lnTo>
                <a:close/>
                <a:moveTo>
                  <a:pt x="1487015" y="2077734"/>
                </a:moveTo>
                <a:lnTo>
                  <a:pt x="1486855" y="2078180"/>
                </a:lnTo>
                <a:lnTo>
                  <a:pt x="1486081" y="2080824"/>
                </a:lnTo>
                <a:lnTo>
                  <a:pt x="1486268" y="2080654"/>
                </a:lnTo>
                <a:lnTo>
                  <a:pt x="1487971" y="2077681"/>
                </a:lnTo>
                <a:close/>
                <a:moveTo>
                  <a:pt x="1822550" y="1326396"/>
                </a:moveTo>
                <a:lnTo>
                  <a:pt x="1823141" y="1327580"/>
                </a:lnTo>
                <a:lnTo>
                  <a:pt x="1824984" y="1323098"/>
                </a:lnTo>
                <a:close/>
                <a:moveTo>
                  <a:pt x="1487190" y="2077248"/>
                </a:moveTo>
                <a:lnTo>
                  <a:pt x="1487124" y="2077431"/>
                </a:lnTo>
                <a:lnTo>
                  <a:pt x="1488146" y="2077375"/>
                </a:lnTo>
                <a:lnTo>
                  <a:pt x="1488872" y="2076107"/>
                </a:lnTo>
                <a:lnTo>
                  <a:pt x="1488263" y="2076012"/>
                </a:lnTo>
                <a:lnTo>
                  <a:pt x="1487989" y="2076176"/>
                </a:lnTo>
                <a:close/>
                <a:moveTo>
                  <a:pt x="1813300" y="1346922"/>
                </a:moveTo>
                <a:lnTo>
                  <a:pt x="1814209" y="1346350"/>
                </a:lnTo>
                <a:lnTo>
                  <a:pt x="1814676" y="1344481"/>
                </a:lnTo>
                <a:lnTo>
                  <a:pt x="1813533" y="1346518"/>
                </a:lnTo>
                <a:close/>
                <a:moveTo>
                  <a:pt x="1807266" y="1360336"/>
                </a:moveTo>
                <a:lnTo>
                  <a:pt x="1807687" y="1360787"/>
                </a:lnTo>
                <a:lnTo>
                  <a:pt x="1808487" y="1359185"/>
                </a:lnTo>
                <a:lnTo>
                  <a:pt x="1807872" y="1359572"/>
                </a:lnTo>
                <a:close/>
                <a:moveTo>
                  <a:pt x="1868923" y="1222236"/>
                </a:moveTo>
                <a:lnTo>
                  <a:pt x="1865940" y="1230810"/>
                </a:lnTo>
                <a:lnTo>
                  <a:pt x="1863671" y="1237061"/>
                </a:lnTo>
                <a:lnTo>
                  <a:pt x="1866385" y="1235464"/>
                </a:lnTo>
                <a:lnTo>
                  <a:pt x="1874436" y="1218398"/>
                </a:lnTo>
                <a:close/>
                <a:moveTo>
                  <a:pt x="1497956" y="2052687"/>
                </a:moveTo>
                <a:lnTo>
                  <a:pt x="1499099" y="2053183"/>
                </a:lnTo>
                <a:lnTo>
                  <a:pt x="1501151" y="2050603"/>
                </a:lnTo>
                <a:lnTo>
                  <a:pt x="1501198" y="2050427"/>
                </a:lnTo>
                <a:lnTo>
                  <a:pt x="1501219" y="2050056"/>
                </a:lnTo>
                <a:lnTo>
                  <a:pt x="1500308" y="2049859"/>
                </a:lnTo>
                <a:close/>
                <a:moveTo>
                  <a:pt x="1456887" y="2144497"/>
                </a:moveTo>
                <a:lnTo>
                  <a:pt x="1456602" y="2146806"/>
                </a:lnTo>
                <a:lnTo>
                  <a:pt x="1464810" y="2149958"/>
                </a:lnTo>
                <a:lnTo>
                  <a:pt x="1465212" y="2148652"/>
                </a:lnTo>
                <a:close/>
                <a:moveTo>
                  <a:pt x="1762737" y="1459602"/>
                </a:moveTo>
                <a:lnTo>
                  <a:pt x="1763635" y="1461101"/>
                </a:lnTo>
                <a:lnTo>
                  <a:pt x="1767075" y="1458693"/>
                </a:lnTo>
                <a:lnTo>
                  <a:pt x="1765696" y="1457505"/>
                </a:lnTo>
                <a:close/>
                <a:moveTo>
                  <a:pt x="1820364" y="1330504"/>
                </a:moveTo>
                <a:lnTo>
                  <a:pt x="1821230" y="1330131"/>
                </a:lnTo>
                <a:lnTo>
                  <a:pt x="1822776" y="1328468"/>
                </a:lnTo>
                <a:lnTo>
                  <a:pt x="1822872" y="1328236"/>
                </a:lnTo>
                <a:lnTo>
                  <a:pt x="1822224" y="1326938"/>
                </a:lnTo>
                <a:close/>
                <a:moveTo>
                  <a:pt x="1465960" y="2124002"/>
                </a:moveTo>
                <a:lnTo>
                  <a:pt x="1466289" y="2124141"/>
                </a:lnTo>
                <a:lnTo>
                  <a:pt x="1468050" y="2123998"/>
                </a:lnTo>
                <a:close/>
                <a:moveTo>
                  <a:pt x="1819704" y="1331770"/>
                </a:moveTo>
                <a:lnTo>
                  <a:pt x="1819778" y="1331690"/>
                </a:lnTo>
                <a:lnTo>
                  <a:pt x="1819736" y="1331709"/>
                </a:lnTo>
                <a:close/>
                <a:moveTo>
                  <a:pt x="1835016" y="1297463"/>
                </a:moveTo>
                <a:lnTo>
                  <a:pt x="1835100" y="1297626"/>
                </a:lnTo>
                <a:lnTo>
                  <a:pt x="1835165" y="1297294"/>
                </a:lnTo>
                <a:close/>
                <a:moveTo>
                  <a:pt x="1818672" y="1333986"/>
                </a:moveTo>
                <a:lnTo>
                  <a:pt x="1817596" y="1338261"/>
                </a:lnTo>
                <a:lnTo>
                  <a:pt x="1821586" y="1331363"/>
                </a:lnTo>
                <a:lnTo>
                  <a:pt x="1821833" y="1330762"/>
                </a:lnTo>
                <a:lnTo>
                  <a:pt x="1821556" y="1330888"/>
                </a:lnTo>
                <a:close/>
                <a:moveTo>
                  <a:pt x="1808152" y="1357517"/>
                </a:moveTo>
                <a:lnTo>
                  <a:pt x="1808367" y="1357748"/>
                </a:lnTo>
                <a:lnTo>
                  <a:pt x="1810628" y="1354900"/>
                </a:lnTo>
                <a:lnTo>
                  <a:pt x="1810898" y="1354360"/>
                </a:lnTo>
                <a:close/>
                <a:moveTo>
                  <a:pt x="1854172" y="1254436"/>
                </a:moveTo>
                <a:lnTo>
                  <a:pt x="1849568" y="1267043"/>
                </a:lnTo>
                <a:lnTo>
                  <a:pt x="1855199" y="1258778"/>
                </a:lnTo>
                <a:lnTo>
                  <a:pt x="1858124" y="1250723"/>
                </a:lnTo>
                <a:lnTo>
                  <a:pt x="1855232" y="1253041"/>
                </a:lnTo>
                <a:close/>
                <a:moveTo>
                  <a:pt x="1456976" y="2143780"/>
                </a:moveTo>
                <a:lnTo>
                  <a:pt x="1456956" y="2143933"/>
                </a:lnTo>
                <a:lnTo>
                  <a:pt x="1465371" y="2148133"/>
                </a:lnTo>
                <a:lnTo>
                  <a:pt x="1466936" y="2143044"/>
                </a:lnTo>
                <a:lnTo>
                  <a:pt x="1467323" y="2141711"/>
                </a:lnTo>
                <a:close/>
                <a:moveTo>
                  <a:pt x="1480602" y="2090828"/>
                </a:moveTo>
                <a:lnTo>
                  <a:pt x="1482379" y="2089856"/>
                </a:lnTo>
                <a:lnTo>
                  <a:pt x="1483542" y="2085850"/>
                </a:lnTo>
                <a:close/>
                <a:moveTo>
                  <a:pt x="1806120" y="1361781"/>
                </a:moveTo>
                <a:lnTo>
                  <a:pt x="1806704" y="1362755"/>
                </a:lnTo>
                <a:lnTo>
                  <a:pt x="1807375" y="1361412"/>
                </a:lnTo>
                <a:lnTo>
                  <a:pt x="1806854" y="1360855"/>
                </a:lnTo>
                <a:close/>
                <a:moveTo>
                  <a:pt x="1496988" y="2053852"/>
                </a:moveTo>
                <a:lnTo>
                  <a:pt x="1497193" y="2054575"/>
                </a:lnTo>
                <a:lnTo>
                  <a:pt x="1498508" y="2053926"/>
                </a:lnTo>
                <a:lnTo>
                  <a:pt x="1498516" y="2053915"/>
                </a:lnTo>
                <a:lnTo>
                  <a:pt x="1497355" y="2053411"/>
                </a:lnTo>
                <a:close/>
                <a:moveTo>
                  <a:pt x="1451592" y="2155449"/>
                </a:moveTo>
                <a:lnTo>
                  <a:pt x="1451005" y="2156777"/>
                </a:lnTo>
                <a:lnTo>
                  <a:pt x="1451517" y="2156939"/>
                </a:lnTo>
                <a:close/>
                <a:moveTo>
                  <a:pt x="1450354" y="2158220"/>
                </a:moveTo>
                <a:lnTo>
                  <a:pt x="1451443" y="2158405"/>
                </a:lnTo>
                <a:lnTo>
                  <a:pt x="1451496" y="2157349"/>
                </a:lnTo>
                <a:lnTo>
                  <a:pt x="1450843" y="2157143"/>
                </a:lnTo>
                <a:lnTo>
                  <a:pt x="1450509" y="2157897"/>
                </a:lnTo>
                <a:close/>
                <a:moveTo>
                  <a:pt x="1453485" y="2151169"/>
                </a:moveTo>
                <a:lnTo>
                  <a:pt x="1452126" y="2154243"/>
                </a:lnTo>
                <a:lnTo>
                  <a:pt x="1453176" y="2154285"/>
                </a:lnTo>
                <a:lnTo>
                  <a:pt x="1453092" y="2154345"/>
                </a:lnTo>
                <a:lnTo>
                  <a:pt x="1452098" y="2154305"/>
                </a:lnTo>
                <a:lnTo>
                  <a:pt x="1451971" y="2154594"/>
                </a:lnTo>
                <a:lnTo>
                  <a:pt x="1451875" y="2156481"/>
                </a:lnTo>
                <a:lnTo>
                  <a:pt x="1451839" y="2157040"/>
                </a:lnTo>
                <a:lnTo>
                  <a:pt x="1454349" y="2157831"/>
                </a:lnTo>
                <a:lnTo>
                  <a:pt x="1454748" y="2157707"/>
                </a:lnTo>
                <a:lnTo>
                  <a:pt x="1455463" y="2151923"/>
                </a:lnTo>
                <a:close/>
                <a:moveTo>
                  <a:pt x="1454053" y="2149885"/>
                </a:moveTo>
                <a:lnTo>
                  <a:pt x="1453769" y="2150526"/>
                </a:lnTo>
                <a:lnTo>
                  <a:pt x="1455548" y="2151237"/>
                </a:lnTo>
                <a:lnTo>
                  <a:pt x="1455657" y="2150351"/>
                </a:lnTo>
                <a:close/>
                <a:moveTo>
                  <a:pt x="1454233" y="2149478"/>
                </a:moveTo>
                <a:lnTo>
                  <a:pt x="1454163" y="2149635"/>
                </a:lnTo>
                <a:lnTo>
                  <a:pt x="1455684" y="2150134"/>
                </a:lnTo>
                <a:lnTo>
                  <a:pt x="1455706" y="2149959"/>
                </a:lnTo>
                <a:close/>
                <a:moveTo>
                  <a:pt x="1449869" y="2159224"/>
                </a:moveTo>
                <a:lnTo>
                  <a:pt x="1451426" y="2158740"/>
                </a:lnTo>
                <a:lnTo>
                  <a:pt x="1451428" y="2158697"/>
                </a:lnTo>
                <a:lnTo>
                  <a:pt x="1450223" y="2158491"/>
                </a:lnTo>
                <a:close/>
                <a:moveTo>
                  <a:pt x="1455461" y="2146701"/>
                </a:moveTo>
                <a:lnTo>
                  <a:pt x="1455150" y="2147403"/>
                </a:lnTo>
                <a:lnTo>
                  <a:pt x="1455988" y="2147675"/>
                </a:lnTo>
                <a:lnTo>
                  <a:pt x="1456079" y="2146938"/>
                </a:lnTo>
                <a:close/>
                <a:moveTo>
                  <a:pt x="1456360" y="2144668"/>
                </a:moveTo>
                <a:lnTo>
                  <a:pt x="1455587" y="2146416"/>
                </a:lnTo>
                <a:lnTo>
                  <a:pt x="1456118" y="2146620"/>
                </a:lnTo>
                <a:close/>
                <a:moveTo>
                  <a:pt x="1458371" y="2140122"/>
                </a:moveTo>
                <a:lnTo>
                  <a:pt x="1457384" y="2142352"/>
                </a:lnTo>
                <a:lnTo>
                  <a:pt x="1467703" y="2140290"/>
                </a:lnTo>
                <a:close/>
                <a:moveTo>
                  <a:pt x="1817318" y="1336345"/>
                </a:moveTo>
                <a:lnTo>
                  <a:pt x="1816467" y="1339751"/>
                </a:lnTo>
                <a:lnTo>
                  <a:pt x="1816561" y="1339680"/>
                </a:lnTo>
                <a:lnTo>
                  <a:pt x="1817477" y="1336038"/>
                </a:lnTo>
                <a:close/>
                <a:moveTo>
                  <a:pt x="1459809" y="2136869"/>
                </a:moveTo>
                <a:lnTo>
                  <a:pt x="1458639" y="2139515"/>
                </a:lnTo>
                <a:lnTo>
                  <a:pt x="1467912" y="2139682"/>
                </a:lnTo>
                <a:lnTo>
                  <a:pt x="1468183" y="2138750"/>
                </a:lnTo>
                <a:close/>
                <a:moveTo>
                  <a:pt x="1461049" y="2134066"/>
                </a:moveTo>
                <a:lnTo>
                  <a:pt x="1460088" y="2136238"/>
                </a:lnTo>
                <a:lnTo>
                  <a:pt x="1468373" y="2138098"/>
                </a:lnTo>
                <a:lnTo>
                  <a:pt x="1468466" y="2137774"/>
                </a:lnTo>
                <a:lnTo>
                  <a:pt x="1464201" y="2134793"/>
                </a:lnTo>
                <a:close/>
                <a:moveTo>
                  <a:pt x="1464215" y="2126905"/>
                </a:moveTo>
                <a:lnTo>
                  <a:pt x="1462937" y="2129795"/>
                </a:lnTo>
                <a:lnTo>
                  <a:pt x="1467697" y="2130132"/>
                </a:lnTo>
                <a:lnTo>
                  <a:pt x="1467582" y="2130211"/>
                </a:lnTo>
                <a:lnTo>
                  <a:pt x="1462899" y="2129880"/>
                </a:lnTo>
                <a:lnTo>
                  <a:pt x="1461952" y="2132023"/>
                </a:lnTo>
                <a:lnTo>
                  <a:pt x="1469622" y="2133793"/>
                </a:lnTo>
                <a:lnTo>
                  <a:pt x="1471648" y="2126813"/>
                </a:lnTo>
                <a:lnTo>
                  <a:pt x="1470452" y="2126328"/>
                </a:lnTo>
                <a:close/>
                <a:moveTo>
                  <a:pt x="1466760" y="2121149"/>
                </a:moveTo>
                <a:lnTo>
                  <a:pt x="1465597" y="2123781"/>
                </a:lnTo>
                <a:lnTo>
                  <a:pt x="1470868" y="2123771"/>
                </a:lnTo>
                <a:lnTo>
                  <a:pt x="1472572" y="2123632"/>
                </a:lnTo>
                <a:lnTo>
                  <a:pt x="1473259" y="2121266"/>
                </a:lnTo>
                <a:lnTo>
                  <a:pt x="1471794" y="2121286"/>
                </a:lnTo>
                <a:lnTo>
                  <a:pt x="1471109" y="2121267"/>
                </a:lnTo>
                <a:lnTo>
                  <a:pt x="1470488" y="2122927"/>
                </a:lnTo>
                <a:lnTo>
                  <a:pt x="1470337" y="2123018"/>
                </a:lnTo>
                <a:lnTo>
                  <a:pt x="1470993" y="2121265"/>
                </a:lnTo>
                <a:close/>
                <a:moveTo>
                  <a:pt x="1467696" y="2119035"/>
                </a:moveTo>
                <a:lnTo>
                  <a:pt x="1467445" y="2119600"/>
                </a:lnTo>
                <a:lnTo>
                  <a:pt x="1471887" y="2118876"/>
                </a:lnTo>
                <a:lnTo>
                  <a:pt x="1472367" y="2117592"/>
                </a:lnTo>
                <a:lnTo>
                  <a:pt x="1471694" y="2117560"/>
                </a:lnTo>
                <a:close/>
                <a:moveTo>
                  <a:pt x="1834151" y="1298443"/>
                </a:moveTo>
                <a:lnTo>
                  <a:pt x="1834415" y="1298579"/>
                </a:lnTo>
                <a:lnTo>
                  <a:pt x="1834274" y="1298303"/>
                </a:lnTo>
                <a:close/>
                <a:moveTo>
                  <a:pt x="1797086" y="1381409"/>
                </a:moveTo>
                <a:lnTo>
                  <a:pt x="1797147" y="1381799"/>
                </a:lnTo>
                <a:lnTo>
                  <a:pt x="1797210" y="1381763"/>
                </a:lnTo>
                <a:lnTo>
                  <a:pt x="1797478" y="1381226"/>
                </a:lnTo>
                <a:close/>
                <a:moveTo>
                  <a:pt x="1447862" y="2163388"/>
                </a:moveTo>
                <a:lnTo>
                  <a:pt x="1451197" y="2163273"/>
                </a:lnTo>
                <a:lnTo>
                  <a:pt x="1451307" y="2161097"/>
                </a:lnTo>
                <a:lnTo>
                  <a:pt x="1448553" y="2161953"/>
                </a:lnTo>
                <a:close/>
                <a:moveTo>
                  <a:pt x="1470757" y="2112111"/>
                </a:moveTo>
                <a:lnTo>
                  <a:pt x="1470640" y="2112376"/>
                </a:lnTo>
                <a:lnTo>
                  <a:pt x="1471069" y="2112217"/>
                </a:lnTo>
                <a:close/>
                <a:moveTo>
                  <a:pt x="1474249" y="2104214"/>
                </a:moveTo>
                <a:lnTo>
                  <a:pt x="1470883" y="2111825"/>
                </a:lnTo>
                <a:lnTo>
                  <a:pt x="1471533" y="2112046"/>
                </a:lnTo>
                <a:lnTo>
                  <a:pt x="1474891" y="2110808"/>
                </a:lnTo>
                <a:lnTo>
                  <a:pt x="1476791" y="2105515"/>
                </a:lnTo>
                <a:close/>
                <a:moveTo>
                  <a:pt x="1474535" y="2103568"/>
                </a:moveTo>
                <a:lnTo>
                  <a:pt x="1474370" y="2103940"/>
                </a:lnTo>
                <a:lnTo>
                  <a:pt x="1476892" y="2105232"/>
                </a:lnTo>
                <a:lnTo>
                  <a:pt x="1477405" y="2103802"/>
                </a:lnTo>
                <a:close/>
                <a:moveTo>
                  <a:pt x="1805304" y="1362808"/>
                </a:moveTo>
                <a:lnTo>
                  <a:pt x="1806042" y="1364081"/>
                </a:lnTo>
                <a:lnTo>
                  <a:pt x="1806512" y="1363141"/>
                </a:lnTo>
                <a:lnTo>
                  <a:pt x="1805877" y="1362086"/>
                </a:lnTo>
                <a:close/>
                <a:moveTo>
                  <a:pt x="1815212" y="1340383"/>
                </a:moveTo>
                <a:lnTo>
                  <a:pt x="1815404" y="1340563"/>
                </a:lnTo>
                <a:lnTo>
                  <a:pt x="1815712" y="1340327"/>
                </a:lnTo>
                <a:lnTo>
                  <a:pt x="1816145" y="1338593"/>
                </a:lnTo>
                <a:close/>
                <a:moveTo>
                  <a:pt x="1482102" y="2086082"/>
                </a:moveTo>
                <a:lnTo>
                  <a:pt x="1481593" y="2087605"/>
                </a:lnTo>
                <a:lnTo>
                  <a:pt x="1480067" y="2091055"/>
                </a:lnTo>
                <a:lnTo>
                  <a:pt x="1480141" y="2091080"/>
                </a:lnTo>
                <a:lnTo>
                  <a:pt x="1480322" y="2090981"/>
                </a:lnTo>
                <a:lnTo>
                  <a:pt x="1481422" y="2089119"/>
                </a:lnTo>
                <a:lnTo>
                  <a:pt x="1483797" y="2084971"/>
                </a:lnTo>
                <a:lnTo>
                  <a:pt x="1483878" y="2084693"/>
                </a:lnTo>
                <a:close/>
                <a:moveTo>
                  <a:pt x="1496794" y="2053168"/>
                </a:moveTo>
                <a:lnTo>
                  <a:pt x="1496850" y="2053365"/>
                </a:lnTo>
                <a:lnTo>
                  <a:pt x="1496956" y="2053238"/>
                </a:lnTo>
                <a:close/>
                <a:moveTo>
                  <a:pt x="1806456" y="1359466"/>
                </a:moveTo>
                <a:lnTo>
                  <a:pt x="1806612" y="1359633"/>
                </a:lnTo>
                <a:lnTo>
                  <a:pt x="1807130" y="1359307"/>
                </a:lnTo>
                <a:lnTo>
                  <a:pt x="1808085" y="1358103"/>
                </a:lnTo>
                <a:lnTo>
                  <a:pt x="1807856" y="1357857"/>
                </a:lnTo>
                <a:close/>
                <a:moveTo>
                  <a:pt x="1485776" y="2077506"/>
                </a:moveTo>
                <a:lnTo>
                  <a:pt x="1485967" y="2077495"/>
                </a:lnTo>
                <a:lnTo>
                  <a:pt x="1486004" y="2077369"/>
                </a:lnTo>
                <a:close/>
                <a:moveTo>
                  <a:pt x="1807547" y="1356865"/>
                </a:moveTo>
                <a:lnTo>
                  <a:pt x="1807802" y="1357140"/>
                </a:lnTo>
                <a:lnTo>
                  <a:pt x="1811811" y="1352531"/>
                </a:lnTo>
                <a:lnTo>
                  <a:pt x="1813521" y="1349107"/>
                </a:lnTo>
                <a:lnTo>
                  <a:pt x="1813720" y="1348309"/>
                </a:lnTo>
                <a:lnTo>
                  <a:pt x="1811798" y="1349517"/>
                </a:lnTo>
                <a:close/>
                <a:moveTo>
                  <a:pt x="1873470" y="1209166"/>
                </a:moveTo>
                <a:lnTo>
                  <a:pt x="1869204" y="1221429"/>
                </a:lnTo>
                <a:lnTo>
                  <a:pt x="1874866" y="1217487"/>
                </a:lnTo>
                <a:lnTo>
                  <a:pt x="1877541" y="1211817"/>
                </a:lnTo>
                <a:close/>
                <a:moveTo>
                  <a:pt x="1805637" y="1360978"/>
                </a:moveTo>
                <a:lnTo>
                  <a:pt x="1805709" y="1361098"/>
                </a:lnTo>
                <a:lnTo>
                  <a:pt x="1805970" y="1360769"/>
                </a:lnTo>
                <a:close/>
                <a:moveTo>
                  <a:pt x="1858650" y="1242172"/>
                </a:moveTo>
                <a:lnTo>
                  <a:pt x="1855659" y="1250363"/>
                </a:lnTo>
                <a:lnTo>
                  <a:pt x="1859273" y="1246088"/>
                </a:lnTo>
                <a:lnTo>
                  <a:pt x="1860288" y="1244759"/>
                </a:lnTo>
                <a:lnTo>
                  <a:pt x="1861952" y="1240176"/>
                </a:lnTo>
                <a:close/>
                <a:moveTo>
                  <a:pt x="1483122" y="2083036"/>
                </a:moveTo>
                <a:lnTo>
                  <a:pt x="1482909" y="2083671"/>
                </a:lnTo>
                <a:lnTo>
                  <a:pt x="1483177" y="2083461"/>
                </a:lnTo>
                <a:lnTo>
                  <a:pt x="1483485" y="2083182"/>
                </a:lnTo>
                <a:close/>
                <a:moveTo>
                  <a:pt x="1805946" y="1360053"/>
                </a:moveTo>
                <a:lnTo>
                  <a:pt x="1806045" y="1359990"/>
                </a:lnTo>
                <a:lnTo>
                  <a:pt x="1806021" y="1359966"/>
                </a:lnTo>
                <a:close/>
                <a:moveTo>
                  <a:pt x="1483326" y="2082423"/>
                </a:moveTo>
                <a:lnTo>
                  <a:pt x="1483231" y="2082708"/>
                </a:lnTo>
                <a:lnTo>
                  <a:pt x="1483762" y="2082930"/>
                </a:lnTo>
                <a:lnTo>
                  <a:pt x="1484614" y="2082157"/>
                </a:lnTo>
                <a:lnTo>
                  <a:pt x="1485307" y="2079770"/>
                </a:lnTo>
                <a:close/>
                <a:moveTo>
                  <a:pt x="1806566" y="1358563"/>
                </a:moveTo>
                <a:lnTo>
                  <a:pt x="1807506" y="1357481"/>
                </a:lnTo>
                <a:lnTo>
                  <a:pt x="1807312" y="1357272"/>
                </a:lnTo>
                <a:close/>
                <a:moveTo>
                  <a:pt x="1811071" y="1348323"/>
                </a:moveTo>
                <a:lnTo>
                  <a:pt x="1812176" y="1347628"/>
                </a:lnTo>
                <a:lnTo>
                  <a:pt x="1814836" y="1343032"/>
                </a:lnTo>
                <a:lnTo>
                  <a:pt x="1813166" y="1344306"/>
                </a:lnTo>
                <a:close/>
                <a:moveTo>
                  <a:pt x="1762155" y="1457854"/>
                </a:moveTo>
                <a:lnTo>
                  <a:pt x="1762752" y="1457430"/>
                </a:lnTo>
                <a:lnTo>
                  <a:pt x="1763982" y="1456027"/>
                </a:lnTo>
                <a:lnTo>
                  <a:pt x="1763668" y="1455757"/>
                </a:lnTo>
                <a:lnTo>
                  <a:pt x="1763095" y="1456104"/>
                </a:lnTo>
                <a:close/>
                <a:moveTo>
                  <a:pt x="1457430" y="2140104"/>
                </a:moveTo>
                <a:lnTo>
                  <a:pt x="1457237" y="2141661"/>
                </a:lnTo>
                <a:lnTo>
                  <a:pt x="1457922" y="2140113"/>
                </a:lnTo>
                <a:close/>
                <a:moveTo>
                  <a:pt x="1510510" y="2020930"/>
                </a:moveTo>
                <a:lnTo>
                  <a:pt x="1509798" y="2023498"/>
                </a:lnTo>
                <a:lnTo>
                  <a:pt x="1510814" y="2023780"/>
                </a:lnTo>
                <a:lnTo>
                  <a:pt x="1512201" y="2023497"/>
                </a:lnTo>
                <a:lnTo>
                  <a:pt x="1512095" y="2023623"/>
                </a:lnTo>
                <a:lnTo>
                  <a:pt x="1511031" y="2023840"/>
                </a:lnTo>
                <a:lnTo>
                  <a:pt x="1514879" y="2024906"/>
                </a:lnTo>
                <a:lnTo>
                  <a:pt x="1515251" y="2021782"/>
                </a:lnTo>
                <a:close/>
                <a:moveTo>
                  <a:pt x="1473473" y="2103480"/>
                </a:moveTo>
                <a:lnTo>
                  <a:pt x="1474001" y="2103751"/>
                </a:lnTo>
                <a:lnTo>
                  <a:pt x="1474098" y="2103532"/>
                </a:lnTo>
                <a:close/>
                <a:moveTo>
                  <a:pt x="1804706" y="1361778"/>
                </a:moveTo>
                <a:lnTo>
                  <a:pt x="1804901" y="1362116"/>
                </a:lnTo>
                <a:lnTo>
                  <a:pt x="1805467" y="1361403"/>
                </a:lnTo>
                <a:lnTo>
                  <a:pt x="1805329" y="1361172"/>
                </a:lnTo>
                <a:lnTo>
                  <a:pt x="1804900" y="1361443"/>
                </a:lnTo>
                <a:close/>
                <a:moveTo>
                  <a:pt x="1484768" y="2078110"/>
                </a:moveTo>
                <a:lnTo>
                  <a:pt x="1483568" y="2081702"/>
                </a:lnTo>
                <a:lnTo>
                  <a:pt x="1485495" y="2079119"/>
                </a:lnTo>
                <a:lnTo>
                  <a:pt x="1485880" y="2077796"/>
                </a:lnTo>
                <a:lnTo>
                  <a:pt x="1485234" y="2077831"/>
                </a:lnTo>
                <a:close/>
                <a:moveTo>
                  <a:pt x="1820780" y="1325605"/>
                </a:moveTo>
                <a:lnTo>
                  <a:pt x="1820250" y="1327710"/>
                </a:lnTo>
                <a:lnTo>
                  <a:pt x="1821455" y="1325400"/>
                </a:lnTo>
                <a:lnTo>
                  <a:pt x="1821369" y="1325226"/>
                </a:lnTo>
                <a:close/>
                <a:moveTo>
                  <a:pt x="1473797" y="2102351"/>
                </a:moveTo>
                <a:lnTo>
                  <a:pt x="1474086" y="2102387"/>
                </a:lnTo>
                <a:lnTo>
                  <a:pt x="1473807" y="2102334"/>
                </a:lnTo>
                <a:close/>
                <a:moveTo>
                  <a:pt x="1494527" y="2055862"/>
                </a:moveTo>
                <a:lnTo>
                  <a:pt x="1494516" y="2055898"/>
                </a:lnTo>
                <a:lnTo>
                  <a:pt x="1494527" y="2055893"/>
                </a:lnTo>
                <a:close/>
                <a:moveTo>
                  <a:pt x="1452169" y="2150667"/>
                </a:moveTo>
                <a:lnTo>
                  <a:pt x="1452029" y="2153439"/>
                </a:lnTo>
                <a:lnTo>
                  <a:pt x="1453099" y="2151022"/>
                </a:lnTo>
                <a:close/>
                <a:moveTo>
                  <a:pt x="1786175" y="1402759"/>
                </a:moveTo>
                <a:lnTo>
                  <a:pt x="1786809" y="1402589"/>
                </a:lnTo>
                <a:lnTo>
                  <a:pt x="1787528" y="1401148"/>
                </a:lnTo>
                <a:lnTo>
                  <a:pt x="1787427" y="1401056"/>
                </a:lnTo>
                <a:close/>
                <a:moveTo>
                  <a:pt x="1806951" y="1356224"/>
                </a:moveTo>
                <a:lnTo>
                  <a:pt x="1807107" y="1356391"/>
                </a:lnTo>
                <a:lnTo>
                  <a:pt x="1810675" y="1350224"/>
                </a:lnTo>
                <a:lnTo>
                  <a:pt x="1809790" y="1350780"/>
                </a:lnTo>
                <a:close/>
                <a:moveTo>
                  <a:pt x="1821041" y="1324571"/>
                </a:moveTo>
                <a:lnTo>
                  <a:pt x="1820972" y="1324841"/>
                </a:lnTo>
                <a:lnTo>
                  <a:pt x="1821126" y="1324742"/>
                </a:lnTo>
                <a:close/>
                <a:moveTo>
                  <a:pt x="1803457" y="1363936"/>
                </a:moveTo>
                <a:lnTo>
                  <a:pt x="1804746" y="1362312"/>
                </a:lnTo>
                <a:lnTo>
                  <a:pt x="1804568" y="1362016"/>
                </a:lnTo>
                <a:close/>
                <a:moveTo>
                  <a:pt x="1465929" y="2119686"/>
                </a:moveTo>
                <a:lnTo>
                  <a:pt x="1465915" y="2119720"/>
                </a:lnTo>
                <a:lnTo>
                  <a:pt x="1466601" y="2119738"/>
                </a:lnTo>
                <a:lnTo>
                  <a:pt x="1466957" y="2119680"/>
                </a:lnTo>
                <a:lnTo>
                  <a:pt x="1467154" y="2119234"/>
                </a:lnTo>
                <a:close/>
                <a:moveTo>
                  <a:pt x="1849827" y="1259961"/>
                </a:moveTo>
                <a:lnTo>
                  <a:pt x="1849447" y="1263592"/>
                </a:lnTo>
                <a:lnTo>
                  <a:pt x="1852081" y="1257185"/>
                </a:lnTo>
                <a:lnTo>
                  <a:pt x="1851619" y="1257792"/>
                </a:lnTo>
                <a:close/>
                <a:moveTo>
                  <a:pt x="1877022" y="1198955"/>
                </a:moveTo>
                <a:lnTo>
                  <a:pt x="1873680" y="1208562"/>
                </a:lnTo>
                <a:lnTo>
                  <a:pt x="1877804" y="1211258"/>
                </a:lnTo>
                <a:lnTo>
                  <a:pt x="1886207" y="1193446"/>
                </a:lnTo>
                <a:lnTo>
                  <a:pt x="1887377" y="1190876"/>
                </a:lnTo>
                <a:close/>
                <a:moveTo>
                  <a:pt x="1805689" y="1358643"/>
                </a:moveTo>
                <a:lnTo>
                  <a:pt x="1805760" y="1358720"/>
                </a:lnTo>
                <a:lnTo>
                  <a:pt x="1806873" y="1356797"/>
                </a:lnTo>
                <a:lnTo>
                  <a:pt x="1806731" y="1356645"/>
                </a:lnTo>
                <a:close/>
                <a:moveTo>
                  <a:pt x="1821298" y="1323548"/>
                </a:moveTo>
                <a:lnTo>
                  <a:pt x="1821240" y="1323775"/>
                </a:lnTo>
                <a:lnTo>
                  <a:pt x="1821579" y="1324452"/>
                </a:lnTo>
                <a:lnTo>
                  <a:pt x="1822136" y="1324093"/>
                </a:lnTo>
                <a:lnTo>
                  <a:pt x="1823783" y="1320936"/>
                </a:lnTo>
                <a:close/>
                <a:moveTo>
                  <a:pt x="1805014" y="1359939"/>
                </a:moveTo>
                <a:lnTo>
                  <a:pt x="1805035" y="1359974"/>
                </a:lnTo>
                <a:lnTo>
                  <a:pt x="1805415" y="1359317"/>
                </a:lnTo>
                <a:lnTo>
                  <a:pt x="1805366" y="1359264"/>
                </a:lnTo>
                <a:close/>
                <a:moveTo>
                  <a:pt x="1469291" y="2111613"/>
                </a:moveTo>
                <a:lnTo>
                  <a:pt x="1468671" y="2113102"/>
                </a:lnTo>
                <a:lnTo>
                  <a:pt x="1470099" y="2112576"/>
                </a:lnTo>
                <a:lnTo>
                  <a:pt x="1470363" y="2111978"/>
                </a:lnTo>
                <a:close/>
                <a:moveTo>
                  <a:pt x="1804636" y="1360663"/>
                </a:moveTo>
                <a:lnTo>
                  <a:pt x="1804826" y="1360335"/>
                </a:lnTo>
                <a:lnTo>
                  <a:pt x="1804816" y="1360318"/>
                </a:lnTo>
                <a:close/>
                <a:moveTo>
                  <a:pt x="1877712" y="1196972"/>
                </a:moveTo>
                <a:lnTo>
                  <a:pt x="1877247" y="1198309"/>
                </a:lnTo>
                <a:lnTo>
                  <a:pt x="1887710" y="1190145"/>
                </a:lnTo>
                <a:lnTo>
                  <a:pt x="1897179" y="1169357"/>
                </a:lnTo>
                <a:lnTo>
                  <a:pt x="1897270" y="1169730"/>
                </a:lnTo>
                <a:lnTo>
                  <a:pt x="1878229" y="1211536"/>
                </a:lnTo>
                <a:lnTo>
                  <a:pt x="1880901" y="1213283"/>
                </a:lnTo>
                <a:lnTo>
                  <a:pt x="1886129" y="1209643"/>
                </a:lnTo>
                <a:lnTo>
                  <a:pt x="1925257" y="1146891"/>
                </a:lnTo>
                <a:lnTo>
                  <a:pt x="1927122" y="1143808"/>
                </a:lnTo>
                <a:lnTo>
                  <a:pt x="1939992" y="1097147"/>
                </a:lnTo>
                <a:lnTo>
                  <a:pt x="1932741" y="1109089"/>
                </a:lnTo>
                <a:close/>
                <a:moveTo>
                  <a:pt x="1463969" y="2123165"/>
                </a:moveTo>
                <a:lnTo>
                  <a:pt x="1465189" y="2123678"/>
                </a:lnTo>
                <a:lnTo>
                  <a:pt x="1466313" y="2121138"/>
                </a:lnTo>
                <a:lnTo>
                  <a:pt x="1465134" y="2121106"/>
                </a:lnTo>
                <a:close/>
                <a:moveTo>
                  <a:pt x="1819849" y="1326204"/>
                </a:moveTo>
                <a:lnTo>
                  <a:pt x="1819036" y="1329463"/>
                </a:lnTo>
                <a:lnTo>
                  <a:pt x="1819182" y="1329264"/>
                </a:lnTo>
                <a:lnTo>
                  <a:pt x="1819972" y="1326124"/>
                </a:lnTo>
                <a:close/>
                <a:moveTo>
                  <a:pt x="1452236" y="2149354"/>
                </a:moveTo>
                <a:lnTo>
                  <a:pt x="1452208" y="2149902"/>
                </a:lnTo>
                <a:lnTo>
                  <a:pt x="1453385" y="2150373"/>
                </a:lnTo>
                <a:lnTo>
                  <a:pt x="1453653" y="2149768"/>
                </a:lnTo>
                <a:close/>
                <a:moveTo>
                  <a:pt x="1463618" y="2123785"/>
                </a:moveTo>
                <a:lnTo>
                  <a:pt x="1464239" y="2123784"/>
                </a:lnTo>
                <a:lnTo>
                  <a:pt x="1463738" y="2123573"/>
                </a:lnTo>
                <a:close/>
                <a:moveTo>
                  <a:pt x="1472703" y="2103422"/>
                </a:moveTo>
                <a:lnTo>
                  <a:pt x="1469411" y="2111326"/>
                </a:lnTo>
                <a:lnTo>
                  <a:pt x="1470490" y="2111692"/>
                </a:lnTo>
                <a:lnTo>
                  <a:pt x="1473880" y="2104025"/>
                </a:lnTo>
                <a:lnTo>
                  <a:pt x="1473058" y="2103604"/>
                </a:lnTo>
                <a:lnTo>
                  <a:pt x="1472431" y="2104666"/>
                </a:lnTo>
                <a:lnTo>
                  <a:pt x="1472186" y="2104761"/>
                </a:lnTo>
                <a:lnTo>
                  <a:pt x="1472913" y="2103530"/>
                </a:lnTo>
                <a:close/>
                <a:moveTo>
                  <a:pt x="1492333" y="2059448"/>
                </a:moveTo>
                <a:lnTo>
                  <a:pt x="1492303" y="2059551"/>
                </a:lnTo>
                <a:lnTo>
                  <a:pt x="1492723" y="2059255"/>
                </a:lnTo>
                <a:lnTo>
                  <a:pt x="1492334" y="2059447"/>
                </a:lnTo>
                <a:close/>
                <a:moveTo>
                  <a:pt x="1496930" y="2049126"/>
                </a:moveTo>
                <a:lnTo>
                  <a:pt x="1496797" y="2052185"/>
                </a:lnTo>
                <a:lnTo>
                  <a:pt x="1497558" y="2052515"/>
                </a:lnTo>
                <a:lnTo>
                  <a:pt x="1499849" y="2049760"/>
                </a:lnTo>
                <a:close/>
                <a:moveTo>
                  <a:pt x="1473203" y="2102222"/>
                </a:moveTo>
                <a:lnTo>
                  <a:pt x="1473180" y="2102276"/>
                </a:lnTo>
                <a:lnTo>
                  <a:pt x="1473622" y="2102330"/>
                </a:lnTo>
                <a:lnTo>
                  <a:pt x="1473638" y="2102303"/>
                </a:lnTo>
                <a:close/>
                <a:moveTo>
                  <a:pt x="1463279" y="2124385"/>
                </a:moveTo>
                <a:lnTo>
                  <a:pt x="1464936" y="2124250"/>
                </a:lnTo>
                <a:lnTo>
                  <a:pt x="1465001" y="2124104"/>
                </a:lnTo>
                <a:lnTo>
                  <a:pt x="1464765" y="2124004"/>
                </a:lnTo>
                <a:lnTo>
                  <a:pt x="1463492" y="2124007"/>
                </a:lnTo>
                <a:close/>
                <a:moveTo>
                  <a:pt x="1864909" y="1225032"/>
                </a:moveTo>
                <a:lnTo>
                  <a:pt x="1859652" y="1239427"/>
                </a:lnTo>
                <a:lnTo>
                  <a:pt x="1862923" y="1237501"/>
                </a:lnTo>
                <a:lnTo>
                  <a:pt x="1868310" y="1222663"/>
                </a:lnTo>
                <a:close/>
                <a:moveTo>
                  <a:pt x="1457883" y="2136437"/>
                </a:moveTo>
                <a:lnTo>
                  <a:pt x="1457506" y="2139494"/>
                </a:lnTo>
                <a:lnTo>
                  <a:pt x="1458190" y="2139506"/>
                </a:lnTo>
                <a:lnTo>
                  <a:pt x="1459397" y="2136777"/>
                </a:lnTo>
                <a:close/>
                <a:moveTo>
                  <a:pt x="1876520" y="1198877"/>
                </a:moveTo>
                <a:lnTo>
                  <a:pt x="1876886" y="1198591"/>
                </a:lnTo>
                <a:lnTo>
                  <a:pt x="1877120" y="1197918"/>
                </a:lnTo>
                <a:close/>
                <a:moveTo>
                  <a:pt x="1813881" y="1339133"/>
                </a:moveTo>
                <a:lnTo>
                  <a:pt x="1814158" y="1339392"/>
                </a:lnTo>
                <a:lnTo>
                  <a:pt x="1814817" y="1338127"/>
                </a:lnTo>
                <a:close/>
                <a:moveTo>
                  <a:pt x="1452262" y="2148837"/>
                </a:moveTo>
                <a:lnTo>
                  <a:pt x="1452253" y="2149009"/>
                </a:lnTo>
                <a:lnTo>
                  <a:pt x="1453769" y="2149506"/>
                </a:lnTo>
                <a:lnTo>
                  <a:pt x="1453837" y="2149350"/>
                </a:lnTo>
                <a:close/>
                <a:moveTo>
                  <a:pt x="1800340" y="1369324"/>
                </a:moveTo>
                <a:lnTo>
                  <a:pt x="1805402" y="1365362"/>
                </a:lnTo>
                <a:lnTo>
                  <a:pt x="1805934" y="1364298"/>
                </a:lnTo>
                <a:lnTo>
                  <a:pt x="1805155" y="1362997"/>
                </a:lnTo>
                <a:lnTo>
                  <a:pt x="1800895" y="1368364"/>
                </a:lnTo>
                <a:close/>
                <a:moveTo>
                  <a:pt x="1778000" y="1419340"/>
                </a:moveTo>
                <a:lnTo>
                  <a:pt x="1778201" y="1419825"/>
                </a:lnTo>
                <a:lnTo>
                  <a:pt x="1779083" y="1418057"/>
                </a:lnTo>
                <a:close/>
                <a:moveTo>
                  <a:pt x="1820233" y="1324668"/>
                </a:moveTo>
                <a:lnTo>
                  <a:pt x="1820039" y="1325442"/>
                </a:lnTo>
                <a:lnTo>
                  <a:pt x="1820164" y="1325361"/>
                </a:lnTo>
                <a:lnTo>
                  <a:pt x="1820378" y="1324516"/>
                </a:lnTo>
                <a:close/>
                <a:moveTo>
                  <a:pt x="1477397" y="2092151"/>
                </a:moveTo>
                <a:lnTo>
                  <a:pt x="1477375" y="2092206"/>
                </a:lnTo>
                <a:lnTo>
                  <a:pt x="1477660" y="2092141"/>
                </a:lnTo>
                <a:close/>
                <a:moveTo>
                  <a:pt x="1824531" y="1314760"/>
                </a:moveTo>
                <a:lnTo>
                  <a:pt x="1826438" y="1315845"/>
                </a:lnTo>
                <a:lnTo>
                  <a:pt x="1830131" y="1308764"/>
                </a:lnTo>
                <a:close/>
                <a:moveTo>
                  <a:pt x="1799426" y="1370905"/>
                </a:moveTo>
                <a:lnTo>
                  <a:pt x="1803611" y="1368949"/>
                </a:lnTo>
                <a:lnTo>
                  <a:pt x="1804817" y="1366534"/>
                </a:lnTo>
                <a:lnTo>
                  <a:pt x="1799587" y="1370626"/>
                </a:lnTo>
                <a:close/>
                <a:moveTo>
                  <a:pt x="1814302" y="1337574"/>
                </a:moveTo>
                <a:lnTo>
                  <a:pt x="1816130" y="1335610"/>
                </a:lnTo>
                <a:lnTo>
                  <a:pt x="1817043" y="1333860"/>
                </a:lnTo>
                <a:close/>
                <a:moveTo>
                  <a:pt x="1820518" y="1323525"/>
                </a:moveTo>
                <a:lnTo>
                  <a:pt x="1820291" y="1324433"/>
                </a:lnTo>
                <a:lnTo>
                  <a:pt x="1820439" y="1324272"/>
                </a:lnTo>
                <a:lnTo>
                  <a:pt x="1820590" y="1323670"/>
                </a:lnTo>
                <a:close/>
                <a:moveTo>
                  <a:pt x="1497206" y="2047338"/>
                </a:moveTo>
                <a:lnTo>
                  <a:pt x="1496975" y="2048073"/>
                </a:lnTo>
                <a:lnTo>
                  <a:pt x="1496949" y="2048685"/>
                </a:lnTo>
                <a:lnTo>
                  <a:pt x="1500131" y="2049420"/>
                </a:lnTo>
                <a:lnTo>
                  <a:pt x="1501335" y="2047973"/>
                </a:lnTo>
                <a:lnTo>
                  <a:pt x="1501379" y="2047190"/>
                </a:lnTo>
                <a:lnTo>
                  <a:pt x="1499662" y="2047043"/>
                </a:lnTo>
                <a:close/>
                <a:moveTo>
                  <a:pt x="1829041" y="1304092"/>
                </a:moveTo>
                <a:lnTo>
                  <a:pt x="1834720" y="1299302"/>
                </a:lnTo>
                <a:lnTo>
                  <a:pt x="1833806" y="1298832"/>
                </a:lnTo>
                <a:lnTo>
                  <a:pt x="1833459" y="1299226"/>
                </a:lnTo>
                <a:close/>
                <a:moveTo>
                  <a:pt x="1507964" y="2022990"/>
                </a:moveTo>
                <a:lnTo>
                  <a:pt x="1508431" y="2023120"/>
                </a:lnTo>
                <a:lnTo>
                  <a:pt x="1508816" y="2021666"/>
                </a:lnTo>
                <a:close/>
                <a:moveTo>
                  <a:pt x="1460324" y="2129610"/>
                </a:moveTo>
                <a:lnTo>
                  <a:pt x="1462498" y="2129764"/>
                </a:lnTo>
                <a:lnTo>
                  <a:pt x="1463743" y="2126948"/>
                </a:lnTo>
                <a:lnTo>
                  <a:pt x="1461723" y="2127135"/>
                </a:lnTo>
                <a:close/>
                <a:moveTo>
                  <a:pt x="1478506" y="2088897"/>
                </a:moveTo>
                <a:lnTo>
                  <a:pt x="1478176" y="2090284"/>
                </a:lnTo>
                <a:lnTo>
                  <a:pt x="1478133" y="2090389"/>
                </a:lnTo>
                <a:lnTo>
                  <a:pt x="1479181" y="2090749"/>
                </a:lnTo>
                <a:lnTo>
                  <a:pt x="1480259" y="2087524"/>
                </a:lnTo>
                <a:close/>
                <a:moveTo>
                  <a:pt x="1822596" y="1318386"/>
                </a:moveTo>
                <a:lnTo>
                  <a:pt x="1821373" y="1323251"/>
                </a:lnTo>
                <a:lnTo>
                  <a:pt x="1824170" y="1320193"/>
                </a:lnTo>
                <a:lnTo>
                  <a:pt x="1824552" y="1319460"/>
                </a:lnTo>
                <a:close/>
                <a:moveTo>
                  <a:pt x="1497742" y="2045633"/>
                </a:moveTo>
                <a:lnTo>
                  <a:pt x="1497514" y="2046359"/>
                </a:lnTo>
                <a:lnTo>
                  <a:pt x="1497659" y="2046377"/>
                </a:lnTo>
                <a:lnTo>
                  <a:pt x="1501450" y="2045921"/>
                </a:lnTo>
                <a:lnTo>
                  <a:pt x="1501540" y="2044306"/>
                </a:lnTo>
                <a:lnTo>
                  <a:pt x="1499441" y="2044832"/>
                </a:lnTo>
                <a:close/>
                <a:moveTo>
                  <a:pt x="1459570" y="2130942"/>
                </a:moveTo>
                <a:lnTo>
                  <a:pt x="1460707" y="2131736"/>
                </a:lnTo>
                <a:lnTo>
                  <a:pt x="1461541" y="2131928"/>
                </a:lnTo>
                <a:lnTo>
                  <a:pt x="1462461" y="2129849"/>
                </a:lnTo>
                <a:lnTo>
                  <a:pt x="1460276" y="2129694"/>
                </a:lnTo>
                <a:close/>
                <a:moveTo>
                  <a:pt x="1459304" y="2131412"/>
                </a:moveTo>
                <a:lnTo>
                  <a:pt x="1459393" y="2131433"/>
                </a:lnTo>
                <a:lnTo>
                  <a:pt x="1459322" y="2131383"/>
                </a:lnTo>
                <a:close/>
                <a:moveTo>
                  <a:pt x="1458256" y="2133421"/>
                </a:moveTo>
                <a:lnTo>
                  <a:pt x="1457966" y="2135763"/>
                </a:lnTo>
                <a:lnTo>
                  <a:pt x="1459676" y="2136146"/>
                </a:lnTo>
                <a:lnTo>
                  <a:pt x="1460638" y="2133970"/>
                </a:lnTo>
                <a:close/>
                <a:moveTo>
                  <a:pt x="1818641" y="1326341"/>
                </a:moveTo>
                <a:lnTo>
                  <a:pt x="1819312" y="1325909"/>
                </a:lnTo>
                <a:lnTo>
                  <a:pt x="1819404" y="1325538"/>
                </a:lnTo>
                <a:close/>
                <a:moveTo>
                  <a:pt x="1823132" y="1316257"/>
                </a:moveTo>
                <a:lnTo>
                  <a:pt x="1822689" y="1318018"/>
                </a:lnTo>
                <a:lnTo>
                  <a:pt x="1824723" y="1319133"/>
                </a:lnTo>
                <a:lnTo>
                  <a:pt x="1826314" y="1316084"/>
                </a:lnTo>
                <a:lnTo>
                  <a:pt x="1824288" y="1315020"/>
                </a:lnTo>
                <a:close/>
                <a:moveTo>
                  <a:pt x="1494465" y="2052158"/>
                </a:moveTo>
                <a:lnTo>
                  <a:pt x="1493248" y="2056322"/>
                </a:lnTo>
                <a:lnTo>
                  <a:pt x="1493606" y="2056348"/>
                </a:lnTo>
                <a:lnTo>
                  <a:pt x="1493722" y="2056290"/>
                </a:lnTo>
                <a:lnTo>
                  <a:pt x="1494603" y="2053490"/>
                </a:lnTo>
                <a:lnTo>
                  <a:pt x="1494643" y="2052236"/>
                </a:lnTo>
                <a:close/>
                <a:moveTo>
                  <a:pt x="1498793" y="2042287"/>
                </a:moveTo>
                <a:lnTo>
                  <a:pt x="1498566" y="2043009"/>
                </a:lnTo>
                <a:lnTo>
                  <a:pt x="1500440" y="2042902"/>
                </a:lnTo>
                <a:lnTo>
                  <a:pt x="1500826" y="2042798"/>
                </a:lnTo>
                <a:close/>
                <a:moveTo>
                  <a:pt x="1490749" y="2060230"/>
                </a:moveTo>
                <a:lnTo>
                  <a:pt x="1490566" y="2060778"/>
                </a:lnTo>
                <a:lnTo>
                  <a:pt x="1490853" y="2060575"/>
                </a:lnTo>
                <a:lnTo>
                  <a:pt x="1490894" y="2060527"/>
                </a:lnTo>
                <a:lnTo>
                  <a:pt x="1491018" y="2060097"/>
                </a:lnTo>
                <a:close/>
                <a:moveTo>
                  <a:pt x="1498921" y="2041881"/>
                </a:moveTo>
                <a:lnTo>
                  <a:pt x="1498880" y="2042014"/>
                </a:lnTo>
                <a:lnTo>
                  <a:pt x="1501322" y="2042664"/>
                </a:lnTo>
                <a:lnTo>
                  <a:pt x="1501636" y="2042579"/>
                </a:lnTo>
                <a:lnTo>
                  <a:pt x="1501699" y="2041460"/>
                </a:lnTo>
                <a:lnTo>
                  <a:pt x="1501320" y="2041441"/>
                </a:lnTo>
                <a:close/>
                <a:moveTo>
                  <a:pt x="1456971" y="2135539"/>
                </a:moveTo>
                <a:lnTo>
                  <a:pt x="1457474" y="2135652"/>
                </a:lnTo>
                <a:lnTo>
                  <a:pt x="1457633" y="2134367"/>
                </a:lnTo>
                <a:close/>
                <a:moveTo>
                  <a:pt x="1783880" y="1403375"/>
                </a:moveTo>
                <a:lnTo>
                  <a:pt x="1784147" y="1403304"/>
                </a:lnTo>
                <a:lnTo>
                  <a:pt x="1786665" y="1400355"/>
                </a:lnTo>
                <a:lnTo>
                  <a:pt x="1786454" y="1400161"/>
                </a:lnTo>
                <a:lnTo>
                  <a:pt x="1786415" y="1400191"/>
                </a:lnTo>
                <a:close/>
                <a:moveTo>
                  <a:pt x="1452428" y="2145537"/>
                </a:moveTo>
                <a:lnTo>
                  <a:pt x="1452403" y="2146030"/>
                </a:lnTo>
                <a:lnTo>
                  <a:pt x="1454766" y="2147250"/>
                </a:lnTo>
                <a:lnTo>
                  <a:pt x="1455074" y="2146553"/>
                </a:lnTo>
                <a:close/>
                <a:moveTo>
                  <a:pt x="1871234" y="1207711"/>
                </a:moveTo>
                <a:lnTo>
                  <a:pt x="1867130" y="1218950"/>
                </a:lnTo>
                <a:lnTo>
                  <a:pt x="1868447" y="1220309"/>
                </a:lnTo>
                <a:lnTo>
                  <a:pt x="1868475" y="1220596"/>
                </a:lnTo>
                <a:lnTo>
                  <a:pt x="1867062" y="1219136"/>
                </a:lnTo>
                <a:lnTo>
                  <a:pt x="1865209" y="1224211"/>
                </a:lnTo>
                <a:lnTo>
                  <a:pt x="1868607" y="1221845"/>
                </a:lnTo>
                <a:lnTo>
                  <a:pt x="1873143" y="1209352"/>
                </a:lnTo>
                <a:lnTo>
                  <a:pt x="1873256" y="1209027"/>
                </a:lnTo>
                <a:close/>
                <a:moveTo>
                  <a:pt x="1871578" y="1206769"/>
                </a:moveTo>
                <a:lnTo>
                  <a:pt x="1871455" y="1207106"/>
                </a:lnTo>
                <a:lnTo>
                  <a:pt x="1873466" y="1208422"/>
                </a:lnTo>
                <a:lnTo>
                  <a:pt x="1876661" y="1199236"/>
                </a:lnTo>
                <a:lnTo>
                  <a:pt x="1875943" y="1199797"/>
                </a:lnTo>
                <a:close/>
                <a:moveTo>
                  <a:pt x="1821856" y="1317981"/>
                </a:moveTo>
                <a:lnTo>
                  <a:pt x="1821099" y="1321195"/>
                </a:lnTo>
                <a:lnTo>
                  <a:pt x="1820717" y="1322727"/>
                </a:lnTo>
                <a:lnTo>
                  <a:pt x="1820791" y="1322874"/>
                </a:lnTo>
                <a:lnTo>
                  <a:pt x="1822001" y="1318061"/>
                </a:lnTo>
                <a:close/>
                <a:moveTo>
                  <a:pt x="1773120" y="1427017"/>
                </a:moveTo>
                <a:lnTo>
                  <a:pt x="1773513" y="1428267"/>
                </a:lnTo>
                <a:lnTo>
                  <a:pt x="1774499" y="1426647"/>
                </a:lnTo>
                <a:lnTo>
                  <a:pt x="1773207" y="1427000"/>
                </a:lnTo>
                <a:close/>
                <a:moveTo>
                  <a:pt x="1821969" y="1317504"/>
                </a:moveTo>
                <a:lnTo>
                  <a:pt x="1821944" y="1317609"/>
                </a:lnTo>
                <a:lnTo>
                  <a:pt x="1822094" y="1317691"/>
                </a:lnTo>
                <a:lnTo>
                  <a:pt x="1822206" y="1317249"/>
                </a:lnTo>
                <a:close/>
                <a:moveTo>
                  <a:pt x="1807059" y="1350844"/>
                </a:moveTo>
                <a:lnTo>
                  <a:pt x="1808734" y="1349791"/>
                </a:lnTo>
                <a:lnTo>
                  <a:pt x="1810557" y="1346297"/>
                </a:lnTo>
                <a:lnTo>
                  <a:pt x="1809525" y="1347085"/>
                </a:lnTo>
                <a:close/>
                <a:moveTo>
                  <a:pt x="1452471" y="2144681"/>
                </a:moveTo>
                <a:lnTo>
                  <a:pt x="1452444" y="2145210"/>
                </a:lnTo>
                <a:lnTo>
                  <a:pt x="1455201" y="2146268"/>
                </a:lnTo>
                <a:lnTo>
                  <a:pt x="1456147" y="2144128"/>
                </a:lnTo>
                <a:lnTo>
                  <a:pt x="1455887" y="2143998"/>
                </a:lnTo>
                <a:close/>
                <a:moveTo>
                  <a:pt x="1492490" y="2055029"/>
                </a:moveTo>
                <a:lnTo>
                  <a:pt x="1492085" y="2056239"/>
                </a:lnTo>
                <a:lnTo>
                  <a:pt x="1492138" y="2056242"/>
                </a:lnTo>
                <a:close/>
                <a:moveTo>
                  <a:pt x="1454761" y="2139446"/>
                </a:moveTo>
                <a:lnTo>
                  <a:pt x="1457001" y="2139486"/>
                </a:lnTo>
                <a:lnTo>
                  <a:pt x="1457391" y="2136327"/>
                </a:lnTo>
                <a:lnTo>
                  <a:pt x="1456623" y="2136154"/>
                </a:lnTo>
                <a:close/>
                <a:moveTo>
                  <a:pt x="1497136" y="2044387"/>
                </a:moveTo>
                <a:lnTo>
                  <a:pt x="1497121" y="2044715"/>
                </a:lnTo>
                <a:lnTo>
                  <a:pt x="1497295" y="2044632"/>
                </a:lnTo>
                <a:lnTo>
                  <a:pt x="1497342" y="2044376"/>
                </a:lnTo>
                <a:close/>
                <a:moveTo>
                  <a:pt x="1810350" y="1342932"/>
                </a:moveTo>
                <a:lnTo>
                  <a:pt x="1810415" y="1342857"/>
                </a:lnTo>
                <a:lnTo>
                  <a:pt x="1810360" y="1342917"/>
                </a:lnTo>
                <a:close/>
                <a:moveTo>
                  <a:pt x="1480179" y="2081850"/>
                </a:moveTo>
                <a:lnTo>
                  <a:pt x="1479025" y="2086710"/>
                </a:lnTo>
                <a:lnTo>
                  <a:pt x="1480958" y="2085198"/>
                </a:lnTo>
                <a:lnTo>
                  <a:pt x="1481102" y="2085005"/>
                </a:lnTo>
                <a:lnTo>
                  <a:pt x="1481923" y="2082552"/>
                </a:lnTo>
                <a:close/>
                <a:moveTo>
                  <a:pt x="1453265" y="2142091"/>
                </a:moveTo>
                <a:lnTo>
                  <a:pt x="1454818" y="2142865"/>
                </a:lnTo>
                <a:lnTo>
                  <a:pt x="1456628" y="2142504"/>
                </a:lnTo>
                <a:lnTo>
                  <a:pt x="1456926" y="2140096"/>
                </a:lnTo>
                <a:lnTo>
                  <a:pt x="1454419" y="2140051"/>
                </a:lnTo>
                <a:close/>
                <a:moveTo>
                  <a:pt x="1497912" y="2042066"/>
                </a:moveTo>
                <a:lnTo>
                  <a:pt x="1497730" y="2043057"/>
                </a:lnTo>
                <a:lnTo>
                  <a:pt x="1497886" y="2043048"/>
                </a:lnTo>
                <a:lnTo>
                  <a:pt x="1498173" y="2042131"/>
                </a:lnTo>
                <a:lnTo>
                  <a:pt x="1497916" y="2042066"/>
                </a:lnTo>
                <a:close/>
                <a:moveTo>
                  <a:pt x="1791291" y="1384967"/>
                </a:moveTo>
                <a:lnTo>
                  <a:pt x="1794055" y="1383532"/>
                </a:lnTo>
                <a:lnTo>
                  <a:pt x="1794541" y="1383260"/>
                </a:lnTo>
                <a:lnTo>
                  <a:pt x="1794402" y="1382663"/>
                </a:lnTo>
                <a:lnTo>
                  <a:pt x="1791964" y="1383803"/>
                </a:lnTo>
                <a:close/>
                <a:moveTo>
                  <a:pt x="1452573" y="2143314"/>
                </a:moveTo>
                <a:lnTo>
                  <a:pt x="1453961" y="2143036"/>
                </a:lnTo>
                <a:lnTo>
                  <a:pt x="1453001" y="2142558"/>
                </a:lnTo>
                <a:close/>
                <a:moveTo>
                  <a:pt x="1773461" y="1424718"/>
                </a:moveTo>
                <a:lnTo>
                  <a:pt x="1775749" y="1424266"/>
                </a:lnTo>
                <a:lnTo>
                  <a:pt x="1775160" y="1422846"/>
                </a:lnTo>
                <a:lnTo>
                  <a:pt x="1774932" y="1422976"/>
                </a:lnTo>
                <a:close/>
                <a:moveTo>
                  <a:pt x="1749576" y="1478176"/>
                </a:moveTo>
                <a:lnTo>
                  <a:pt x="1749554" y="1478383"/>
                </a:lnTo>
                <a:lnTo>
                  <a:pt x="1751225" y="1476934"/>
                </a:lnTo>
                <a:lnTo>
                  <a:pt x="1751458" y="1476515"/>
                </a:lnTo>
                <a:lnTo>
                  <a:pt x="1750170" y="1477200"/>
                </a:lnTo>
                <a:close/>
                <a:moveTo>
                  <a:pt x="1824791" y="1309665"/>
                </a:moveTo>
                <a:lnTo>
                  <a:pt x="1823637" y="1314252"/>
                </a:lnTo>
                <a:lnTo>
                  <a:pt x="1823785" y="1314335"/>
                </a:lnTo>
                <a:lnTo>
                  <a:pt x="1831575" y="1305994"/>
                </a:lnTo>
                <a:lnTo>
                  <a:pt x="1833651" y="1302015"/>
                </a:lnTo>
                <a:lnTo>
                  <a:pt x="1833747" y="1301781"/>
                </a:lnTo>
                <a:lnTo>
                  <a:pt x="1825373" y="1308847"/>
                </a:lnTo>
                <a:close/>
                <a:moveTo>
                  <a:pt x="1480452" y="2080703"/>
                </a:moveTo>
                <a:lnTo>
                  <a:pt x="1480270" y="2081466"/>
                </a:lnTo>
                <a:lnTo>
                  <a:pt x="1482037" y="2082207"/>
                </a:lnTo>
                <a:lnTo>
                  <a:pt x="1483066" y="2079133"/>
                </a:lnTo>
                <a:close/>
                <a:moveTo>
                  <a:pt x="1443452" y="2163540"/>
                </a:moveTo>
                <a:lnTo>
                  <a:pt x="1447625" y="2163396"/>
                </a:lnTo>
                <a:lnTo>
                  <a:pt x="1448217" y="2162058"/>
                </a:lnTo>
                <a:close/>
                <a:moveTo>
                  <a:pt x="1804947" y="1354066"/>
                </a:moveTo>
                <a:lnTo>
                  <a:pt x="1805754" y="1354934"/>
                </a:lnTo>
                <a:lnTo>
                  <a:pt x="1807390" y="1352289"/>
                </a:lnTo>
                <a:lnTo>
                  <a:pt x="1805216" y="1353656"/>
                </a:lnTo>
                <a:close/>
                <a:moveTo>
                  <a:pt x="1822744" y="1314208"/>
                </a:moveTo>
                <a:lnTo>
                  <a:pt x="1822353" y="1315868"/>
                </a:lnTo>
                <a:lnTo>
                  <a:pt x="1822628" y="1315575"/>
                </a:lnTo>
                <a:lnTo>
                  <a:pt x="1822945" y="1314315"/>
                </a:lnTo>
                <a:close/>
                <a:moveTo>
                  <a:pt x="1451679" y="2144916"/>
                </a:moveTo>
                <a:lnTo>
                  <a:pt x="1452116" y="2145084"/>
                </a:lnTo>
                <a:lnTo>
                  <a:pt x="1452133" y="2144749"/>
                </a:lnTo>
                <a:lnTo>
                  <a:pt x="1451723" y="2144831"/>
                </a:lnTo>
                <a:close/>
                <a:moveTo>
                  <a:pt x="1451373" y="2145499"/>
                </a:moveTo>
                <a:lnTo>
                  <a:pt x="1452077" y="2145862"/>
                </a:lnTo>
                <a:lnTo>
                  <a:pt x="1452100" y="2145410"/>
                </a:lnTo>
                <a:lnTo>
                  <a:pt x="1451534" y="2145193"/>
                </a:lnTo>
                <a:close/>
                <a:moveTo>
                  <a:pt x="1493275" y="2051643"/>
                </a:moveTo>
                <a:lnTo>
                  <a:pt x="1492793" y="2053985"/>
                </a:lnTo>
                <a:lnTo>
                  <a:pt x="1493451" y="2051719"/>
                </a:lnTo>
                <a:close/>
                <a:moveTo>
                  <a:pt x="1789997" y="1387204"/>
                </a:moveTo>
                <a:lnTo>
                  <a:pt x="1790642" y="1386757"/>
                </a:lnTo>
                <a:lnTo>
                  <a:pt x="1790070" y="1387077"/>
                </a:lnTo>
                <a:close/>
                <a:moveTo>
                  <a:pt x="1804806" y="1353914"/>
                </a:moveTo>
                <a:lnTo>
                  <a:pt x="1804807" y="1353916"/>
                </a:lnTo>
                <a:lnTo>
                  <a:pt x="1804811" y="1353910"/>
                </a:lnTo>
                <a:close/>
                <a:moveTo>
                  <a:pt x="1497389" y="2042162"/>
                </a:moveTo>
                <a:lnTo>
                  <a:pt x="1497205" y="2042795"/>
                </a:lnTo>
                <a:lnTo>
                  <a:pt x="1497192" y="2043087"/>
                </a:lnTo>
                <a:lnTo>
                  <a:pt x="1497582" y="2043065"/>
                </a:lnTo>
                <a:lnTo>
                  <a:pt x="1497760" y="2042095"/>
                </a:lnTo>
                <a:close/>
                <a:moveTo>
                  <a:pt x="1789355" y="1388314"/>
                </a:moveTo>
                <a:lnTo>
                  <a:pt x="1793952" y="1385260"/>
                </a:lnTo>
                <a:lnTo>
                  <a:pt x="1794749" y="1384454"/>
                </a:lnTo>
                <a:lnTo>
                  <a:pt x="1789473" y="1388111"/>
                </a:lnTo>
                <a:close/>
                <a:moveTo>
                  <a:pt x="1449935" y="2148250"/>
                </a:moveTo>
                <a:lnTo>
                  <a:pt x="1451923" y="2148902"/>
                </a:lnTo>
                <a:lnTo>
                  <a:pt x="1451932" y="2148730"/>
                </a:lnTo>
                <a:lnTo>
                  <a:pt x="1450011" y="2148104"/>
                </a:lnTo>
                <a:close/>
                <a:moveTo>
                  <a:pt x="1803252" y="1357006"/>
                </a:moveTo>
                <a:lnTo>
                  <a:pt x="1803853" y="1358007"/>
                </a:lnTo>
                <a:lnTo>
                  <a:pt x="1803987" y="1357792"/>
                </a:lnTo>
                <a:close/>
                <a:moveTo>
                  <a:pt x="1449613" y="2148865"/>
                </a:moveTo>
                <a:lnTo>
                  <a:pt x="1451879" y="2149770"/>
                </a:lnTo>
                <a:lnTo>
                  <a:pt x="1451905" y="2149259"/>
                </a:lnTo>
                <a:lnTo>
                  <a:pt x="1449861" y="2148663"/>
                </a:lnTo>
                <a:lnTo>
                  <a:pt x="1449740" y="2148623"/>
                </a:lnTo>
                <a:close/>
                <a:moveTo>
                  <a:pt x="1803491" y="1356286"/>
                </a:moveTo>
                <a:lnTo>
                  <a:pt x="1804349" y="1357206"/>
                </a:lnTo>
                <a:lnTo>
                  <a:pt x="1805509" y="1355330"/>
                </a:lnTo>
                <a:lnTo>
                  <a:pt x="1804694" y="1354452"/>
                </a:lnTo>
                <a:close/>
                <a:moveTo>
                  <a:pt x="1823330" y="1311720"/>
                </a:moveTo>
                <a:lnTo>
                  <a:pt x="1822841" y="1313798"/>
                </a:lnTo>
                <a:lnTo>
                  <a:pt x="1823046" y="1313915"/>
                </a:lnTo>
                <a:lnTo>
                  <a:pt x="1823744" y="1311137"/>
                </a:lnTo>
                <a:close/>
                <a:moveTo>
                  <a:pt x="1403861" y="2250980"/>
                </a:moveTo>
                <a:lnTo>
                  <a:pt x="1403460" y="2257012"/>
                </a:lnTo>
                <a:lnTo>
                  <a:pt x="1437066" y="2273782"/>
                </a:lnTo>
                <a:lnTo>
                  <a:pt x="1417351" y="2260407"/>
                </a:lnTo>
                <a:close/>
                <a:moveTo>
                  <a:pt x="1807834" y="1346340"/>
                </a:moveTo>
                <a:lnTo>
                  <a:pt x="1812320" y="1342917"/>
                </a:lnTo>
                <a:lnTo>
                  <a:pt x="1813304" y="1341028"/>
                </a:lnTo>
                <a:lnTo>
                  <a:pt x="1812671" y="1340434"/>
                </a:lnTo>
                <a:lnTo>
                  <a:pt x="1811685" y="1341493"/>
                </a:lnTo>
                <a:lnTo>
                  <a:pt x="1811669" y="1341767"/>
                </a:lnTo>
                <a:lnTo>
                  <a:pt x="1809034" y="1344713"/>
                </a:lnTo>
                <a:close/>
                <a:moveTo>
                  <a:pt x="1819452" y="1320197"/>
                </a:moveTo>
                <a:lnTo>
                  <a:pt x="1820310" y="1321913"/>
                </a:lnTo>
                <a:lnTo>
                  <a:pt x="1821207" y="1318319"/>
                </a:lnTo>
                <a:close/>
                <a:moveTo>
                  <a:pt x="1787383" y="1391724"/>
                </a:moveTo>
                <a:lnTo>
                  <a:pt x="1787682" y="1391597"/>
                </a:lnTo>
                <a:lnTo>
                  <a:pt x="1792169" y="1387062"/>
                </a:lnTo>
                <a:lnTo>
                  <a:pt x="1788774" y="1389317"/>
                </a:lnTo>
                <a:close/>
                <a:moveTo>
                  <a:pt x="1446911" y="2154033"/>
                </a:moveTo>
                <a:lnTo>
                  <a:pt x="1451655" y="2154224"/>
                </a:lnTo>
                <a:lnTo>
                  <a:pt x="1451840" y="2150542"/>
                </a:lnTo>
                <a:lnTo>
                  <a:pt x="1449253" y="2149555"/>
                </a:lnTo>
                <a:close/>
                <a:moveTo>
                  <a:pt x="1802445" y="1357881"/>
                </a:moveTo>
                <a:lnTo>
                  <a:pt x="1803165" y="1359121"/>
                </a:lnTo>
                <a:lnTo>
                  <a:pt x="1803638" y="1358356"/>
                </a:lnTo>
                <a:lnTo>
                  <a:pt x="1802918" y="1357159"/>
                </a:lnTo>
                <a:close/>
                <a:moveTo>
                  <a:pt x="1493857" y="2048812"/>
                </a:moveTo>
                <a:lnTo>
                  <a:pt x="1493461" y="2050739"/>
                </a:lnTo>
                <a:lnTo>
                  <a:pt x="1493705" y="2050845"/>
                </a:lnTo>
                <a:lnTo>
                  <a:pt x="1494073" y="2049576"/>
                </a:lnTo>
                <a:close/>
                <a:moveTo>
                  <a:pt x="1446259" y="2155280"/>
                </a:moveTo>
                <a:lnTo>
                  <a:pt x="1450608" y="2156652"/>
                </a:lnTo>
                <a:lnTo>
                  <a:pt x="1451651" y="2154294"/>
                </a:lnTo>
                <a:lnTo>
                  <a:pt x="1451651" y="2154287"/>
                </a:lnTo>
                <a:lnTo>
                  <a:pt x="1446878" y="2154095"/>
                </a:lnTo>
                <a:close/>
                <a:moveTo>
                  <a:pt x="1822136" y="1313398"/>
                </a:moveTo>
                <a:lnTo>
                  <a:pt x="1822398" y="1313547"/>
                </a:lnTo>
                <a:lnTo>
                  <a:pt x="1822597" y="1312751"/>
                </a:lnTo>
                <a:close/>
                <a:moveTo>
                  <a:pt x="1865200" y="1216955"/>
                </a:moveTo>
                <a:lnTo>
                  <a:pt x="1866657" y="1218460"/>
                </a:lnTo>
                <a:lnTo>
                  <a:pt x="1870013" y="1209267"/>
                </a:lnTo>
                <a:close/>
                <a:moveTo>
                  <a:pt x="1788758" y="1388062"/>
                </a:moveTo>
                <a:lnTo>
                  <a:pt x="1788806" y="1388029"/>
                </a:lnTo>
                <a:lnTo>
                  <a:pt x="1789014" y="1387669"/>
                </a:lnTo>
                <a:lnTo>
                  <a:pt x="1788994" y="1387681"/>
                </a:lnTo>
                <a:close/>
                <a:moveTo>
                  <a:pt x="1829712" y="1296157"/>
                </a:moveTo>
                <a:lnTo>
                  <a:pt x="1829728" y="1296165"/>
                </a:lnTo>
                <a:lnTo>
                  <a:pt x="1829757" y="1296120"/>
                </a:lnTo>
                <a:close/>
                <a:moveTo>
                  <a:pt x="1788076" y="1389165"/>
                </a:moveTo>
                <a:lnTo>
                  <a:pt x="1788195" y="1389085"/>
                </a:lnTo>
                <a:lnTo>
                  <a:pt x="1788281" y="1388936"/>
                </a:lnTo>
                <a:lnTo>
                  <a:pt x="1788170" y="1389013"/>
                </a:lnTo>
                <a:close/>
                <a:moveTo>
                  <a:pt x="1445003" y="2157307"/>
                </a:moveTo>
                <a:lnTo>
                  <a:pt x="1449945" y="2158150"/>
                </a:lnTo>
                <a:lnTo>
                  <a:pt x="1450446" y="2157018"/>
                </a:lnTo>
                <a:lnTo>
                  <a:pt x="1446071" y="2155639"/>
                </a:lnTo>
                <a:lnTo>
                  <a:pt x="1445824" y="2156113"/>
                </a:lnTo>
                <a:close/>
                <a:moveTo>
                  <a:pt x="1882243" y="1177563"/>
                </a:moveTo>
                <a:lnTo>
                  <a:pt x="1879812" y="1184220"/>
                </a:lnTo>
                <a:lnTo>
                  <a:pt x="1882566" y="1181862"/>
                </a:lnTo>
                <a:lnTo>
                  <a:pt x="1882538" y="1182133"/>
                </a:lnTo>
                <a:lnTo>
                  <a:pt x="1879681" y="1184580"/>
                </a:lnTo>
                <a:lnTo>
                  <a:pt x="1873639" y="1201124"/>
                </a:lnTo>
                <a:lnTo>
                  <a:pt x="1873939" y="1200890"/>
                </a:lnTo>
                <a:lnTo>
                  <a:pt x="1878744" y="1193250"/>
                </a:lnTo>
                <a:lnTo>
                  <a:pt x="1882230" y="1183230"/>
                </a:lnTo>
                <a:lnTo>
                  <a:pt x="1882361" y="1183610"/>
                </a:lnTo>
                <a:lnTo>
                  <a:pt x="1879333" y="1192313"/>
                </a:lnTo>
                <a:lnTo>
                  <a:pt x="1940009" y="1095840"/>
                </a:lnTo>
                <a:lnTo>
                  <a:pt x="1885161" y="1174131"/>
                </a:lnTo>
                <a:close/>
                <a:moveTo>
                  <a:pt x="1851217" y="1246664"/>
                </a:moveTo>
                <a:lnTo>
                  <a:pt x="1850163" y="1256747"/>
                </a:lnTo>
                <a:lnTo>
                  <a:pt x="1850469" y="1256500"/>
                </a:lnTo>
                <a:lnTo>
                  <a:pt x="1854154" y="1252143"/>
                </a:lnTo>
                <a:lnTo>
                  <a:pt x="1855969" y="1247728"/>
                </a:lnTo>
                <a:lnTo>
                  <a:pt x="1857813" y="1242678"/>
                </a:lnTo>
                <a:close/>
                <a:moveTo>
                  <a:pt x="1786187" y="1392219"/>
                </a:moveTo>
                <a:lnTo>
                  <a:pt x="1786358" y="1392158"/>
                </a:lnTo>
                <a:lnTo>
                  <a:pt x="1786437" y="1392124"/>
                </a:lnTo>
                <a:lnTo>
                  <a:pt x="1787615" y="1390088"/>
                </a:lnTo>
                <a:lnTo>
                  <a:pt x="1787428" y="1390212"/>
                </a:lnTo>
                <a:close/>
                <a:moveTo>
                  <a:pt x="1494674" y="2044838"/>
                </a:moveTo>
                <a:lnTo>
                  <a:pt x="1494575" y="2045321"/>
                </a:lnTo>
                <a:lnTo>
                  <a:pt x="1494673" y="2045670"/>
                </a:lnTo>
                <a:lnTo>
                  <a:pt x="1494758" y="2045649"/>
                </a:lnTo>
                <a:lnTo>
                  <a:pt x="1494699" y="2044830"/>
                </a:lnTo>
                <a:close/>
                <a:moveTo>
                  <a:pt x="1835693" y="1281226"/>
                </a:moveTo>
                <a:lnTo>
                  <a:pt x="1837913" y="1283374"/>
                </a:lnTo>
                <a:lnTo>
                  <a:pt x="1838909" y="1278324"/>
                </a:lnTo>
                <a:close/>
                <a:moveTo>
                  <a:pt x="1819928" y="1316504"/>
                </a:moveTo>
                <a:lnTo>
                  <a:pt x="1821139" y="1317167"/>
                </a:lnTo>
                <a:lnTo>
                  <a:pt x="1821624" y="1316649"/>
                </a:lnTo>
                <a:lnTo>
                  <a:pt x="1822292" y="1313973"/>
                </a:lnTo>
                <a:lnTo>
                  <a:pt x="1821882" y="1313756"/>
                </a:lnTo>
                <a:close/>
                <a:moveTo>
                  <a:pt x="1802583" y="1355311"/>
                </a:moveTo>
                <a:lnTo>
                  <a:pt x="1803351" y="1356136"/>
                </a:lnTo>
                <a:lnTo>
                  <a:pt x="1804555" y="1354301"/>
                </a:lnTo>
                <a:lnTo>
                  <a:pt x="1804419" y="1354156"/>
                </a:lnTo>
                <a:close/>
                <a:moveTo>
                  <a:pt x="1804184" y="1351286"/>
                </a:moveTo>
                <a:lnTo>
                  <a:pt x="1805046" y="1350503"/>
                </a:lnTo>
                <a:lnTo>
                  <a:pt x="1804395" y="1350999"/>
                </a:lnTo>
                <a:close/>
                <a:moveTo>
                  <a:pt x="1442724" y="2160625"/>
                </a:moveTo>
                <a:lnTo>
                  <a:pt x="1449168" y="2159443"/>
                </a:lnTo>
                <a:lnTo>
                  <a:pt x="1449407" y="2159368"/>
                </a:lnTo>
                <a:lnTo>
                  <a:pt x="1449825" y="2158423"/>
                </a:lnTo>
                <a:lnTo>
                  <a:pt x="1444822" y="2157570"/>
                </a:lnTo>
                <a:close/>
                <a:moveTo>
                  <a:pt x="1836870" y="1277964"/>
                </a:moveTo>
                <a:lnTo>
                  <a:pt x="1839306" y="1276317"/>
                </a:lnTo>
                <a:lnTo>
                  <a:pt x="1840246" y="1271556"/>
                </a:lnTo>
                <a:lnTo>
                  <a:pt x="1839395" y="1272586"/>
                </a:lnTo>
                <a:close/>
                <a:moveTo>
                  <a:pt x="1835449" y="1280990"/>
                </a:moveTo>
                <a:lnTo>
                  <a:pt x="1835518" y="1281057"/>
                </a:lnTo>
                <a:lnTo>
                  <a:pt x="1839001" y="1277860"/>
                </a:lnTo>
                <a:lnTo>
                  <a:pt x="1839276" y="1276468"/>
                </a:lnTo>
                <a:lnTo>
                  <a:pt x="1836781" y="1278155"/>
                </a:lnTo>
                <a:close/>
                <a:moveTo>
                  <a:pt x="1400072" y="2255768"/>
                </a:moveTo>
                <a:lnTo>
                  <a:pt x="1398865" y="2258799"/>
                </a:lnTo>
                <a:lnTo>
                  <a:pt x="1403011" y="2260380"/>
                </a:lnTo>
                <a:lnTo>
                  <a:pt x="1403173" y="2257315"/>
                </a:lnTo>
                <a:close/>
                <a:moveTo>
                  <a:pt x="1798020" y="1364629"/>
                </a:moveTo>
                <a:lnTo>
                  <a:pt x="1801425" y="1361933"/>
                </a:lnTo>
                <a:lnTo>
                  <a:pt x="1802998" y="1359391"/>
                </a:lnTo>
                <a:lnTo>
                  <a:pt x="1802262" y="1358161"/>
                </a:lnTo>
                <a:close/>
                <a:moveTo>
                  <a:pt x="1828802" y="1295688"/>
                </a:moveTo>
                <a:lnTo>
                  <a:pt x="1829319" y="1295955"/>
                </a:lnTo>
                <a:lnTo>
                  <a:pt x="1830511" y="1295014"/>
                </a:lnTo>
                <a:lnTo>
                  <a:pt x="1831699" y="1293271"/>
                </a:lnTo>
                <a:lnTo>
                  <a:pt x="1831639" y="1293156"/>
                </a:lnTo>
                <a:close/>
                <a:moveTo>
                  <a:pt x="1821121" y="1312820"/>
                </a:moveTo>
                <a:lnTo>
                  <a:pt x="1821549" y="1313064"/>
                </a:lnTo>
                <a:lnTo>
                  <a:pt x="1823042" y="1310964"/>
                </a:lnTo>
                <a:lnTo>
                  <a:pt x="1823090" y="1310773"/>
                </a:lnTo>
                <a:lnTo>
                  <a:pt x="1822611" y="1311178"/>
                </a:lnTo>
                <a:close/>
                <a:moveTo>
                  <a:pt x="1803409" y="1352410"/>
                </a:moveTo>
                <a:lnTo>
                  <a:pt x="1803837" y="1352870"/>
                </a:lnTo>
                <a:lnTo>
                  <a:pt x="1806655" y="1351099"/>
                </a:lnTo>
                <a:lnTo>
                  <a:pt x="1809049" y="1347448"/>
                </a:lnTo>
                <a:lnTo>
                  <a:pt x="1807945" y="1348290"/>
                </a:lnTo>
                <a:close/>
                <a:moveTo>
                  <a:pt x="1818565" y="1318420"/>
                </a:moveTo>
                <a:lnTo>
                  <a:pt x="1818893" y="1319079"/>
                </a:lnTo>
                <a:lnTo>
                  <a:pt x="1819861" y="1318348"/>
                </a:lnTo>
                <a:lnTo>
                  <a:pt x="1819792" y="1318609"/>
                </a:lnTo>
                <a:lnTo>
                  <a:pt x="1818969" y="1319231"/>
                </a:lnTo>
                <a:lnTo>
                  <a:pt x="1819054" y="1319400"/>
                </a:lnTo>
                <a:lnTo>
                  <a:pt x="1820880" y="1317446"/>
                </a:lnTo>
                <a:lnTo>
                  <a:pt x="1819713" y="1316805"/>
                </a:lnTo>
                <a:close/>
                <a:moveTo>
                  <a:pt x="1827800" y="1297709"/>
                </a:moveTo>
                <a:lnTo>
                  <a:pt x="1827287" y="1299747"/>
                </a:lnTo>
                <a:lnTo>
                  <a:pt x="1829442" y="1296584"/>
                </a:lnTo>
                <a:lnTo>
                  <a:pt x="1829285" y="1296504"/>
                </a:lnTo>
                <a:close/>
                <a:moveTo>
                  <a:pt x="1797562" y="1365326"/>
                </a:moveTo>
                <a:lnTo>
                  <a:pt x="1800451" y="1363509"/>
                </a:lnTo>
                <a:lnTo>
                  <a:pt x="1801279" y="1362170"/>
                </a:lnTo>
                <a:lnTo>
                  <a:pt x="1797855" y="1364880"/>
                </a:lnTo>
                <a:close/>
                <a:moveTo>
                  <a:pt x="1416639" y="2217975"/>
                </a:moveTo>
                <a:lnTo>
                  <a:pt x="1439976" y="2222328"/>
                </a:lnTo>
                <a:lnTo>
                  <a:pt x="1445373" y="2223110"/>
                </a:lnTo>
                <a:lnTo>
                  <a:pt x="1445431" y="2222991"/>
                </a:lnTo>
                <a:lnTo>
                  <a:pt x="1433206" y="2219330"/>
                </a:lnTo>
                <a:close/>
                <a:moveTo>
                  <a:pt x="1767969" y="1431226"/>
                </a:moveTo>
                <a:lnTo>
                  <a:pt x="1768686" y="1432082"/>
                </a:lnTo>
                <a:lnTo>
                  <a:pt x="1769897" y="1433944"/>
                </a:lnTo>
                <a:lnTo>
                  <a:pt x="1770140" y="1433809"/>
                </a:lnTo>
                <a:lnTo>
                  <a:pt x="1771661" y="1431308"/>
                </a:lnTo>
                <a:lnTo>
                  <a:pt x="1771227" y="1429454"/>
                </a:lnTo>
                <a:lnTo>
                  <a:pt x="1770525" y="1428539"/>
                </a:lnTo>
                <a:lnTo>
                  <a:pt x="1769878" y="1428964"/>
                </a:lnTo>
                <a:close/>
                <a:moveTo>
                  <a:pt x="1868800" y="1205371"/>
                </a:moveTo>
                <a:lnTo>
                  <a:pt x="1870444" y="1206446"/>
                </a:lnTo>
                <a:lnTo>
                  <a:pt x="1871874" y="1204174"/>
                </a:lnTo>
                <a:lnTo>
                  <a:pt x="1872488" y="1202494"/>
                </a:lnTo>
                <a:close/>
                <a:moveTo>
                  <a:pt x="1810473" y="1335933"/>
                </a:moveTo>
                <a:lnTo>
                  <a:pt x="1812711" y="1338034"/>
                </a:lnTo>
                <a:lnTo>
                  <a:pt x="1816199" y="1333308"/>
                </a:lnTo>
                <a:lnTo>
                  <a:pt x="1810543" y="1335863"/>
                </a:lnTo>
                <a:close/>
                <a:moveTo>
                  <a:pt x="1828165" y="1296257"/>
                </a:moveTo>
                <a:lnTo>
                  <a:pt x="1827975" y="1297014"/>
                </a:lnTo>
                <a:lnTo>
                  <a:pt x="1828885" y="1296297"/>
                </a:lnTo>
                <a:lnTo>
                  <a:pt x="1828399" y="1296048"/>
                </a:lnTo>
                <a:close/>
                <a:moveTo>
                  <a:pt x="1801390" y="1356061"/>
                </a:moveTo>
                <a:lnTo>
                  <a:pt x="1801414" y="1356103"/>
                </a:lnTo>
                <a:lnTo>
                  <a:pt x="1802333" y="1357689"/>
                </a:lnTo>
                <a:lnTo>
                  <a:pt x="1802805" y="1356969"/>
                </a:lnTo>
                <a:lnTo>
                  <a:pt x="1802064" y="1355736"/>
                </a:lnTo>
                <a:lnTo>
                  <a:pt x="1802005" y="1355674"/>
                </a:lnTo>
                <a:close/>
                <a:moveTo>
                  <a:pt x="1831031" y="1289676"/>
                </a:moveTo>
                <a:lnTo>
                  <a:pt x="1832104" y="1291773"/>
                </a:lnTo>
                <a:lnTo>
                  <a:pt x="1833675" y="1290371"/>
                </a:lnTo>
                <a:lnTo>
                  <a:pt x="1837697" y="1284467"/>
                </a:lnTo>
                <a:lnTo>
                  <a:pt x="1837805" y="1283919"/>
                </a:lnTo>
                <a:lnTo>
                  <a:pt x="1835105" y="1281757"/>
                </a:lnTo>
                <a:lnTo>
                  <a:pt x="1835078" y="1281781"/>
                </a:lnTo>
                <a:lnTo>
                  <a:pt x="1833057" y="1286086"/>
                </a:lnTo>
                <a:close/>
                <a:moveTo>
                  <a:pt x="1402219" y="2249831"/>
                </a:moveTo>
                <a:lnTo>
                  <a:pt x="1400213" y="2255392"/>
                </a:lnTo>
                <a:lnTo>
                  <a:pt x="1403196" y="2256881"/>
                </a:lnTo>
                <a:lnTo>
                  <a:pt x="1403520" y="2250741"/>
                </a:lnTo>
                <a:close/>
                <a:moveTo>
                  <a:pt x="1485793" y="2062679"/>
                </a:moveTo>
                <a:lnTo>
                  <a:pt x="1487303" y="2063083"/>
                </a:lnTo>
                <a:lnTo>
                  <a:pt x="1488671" y="2062116"/>
                </a:lnTo>
                <a:lnTo>
                  <a:pt x="1488867" y="2061160"/>
                </a:lnTo>
                <a:close/>
                <a:moveTo>
                  <a:pt x="1802304" y="1353834"/>
                </a:moveTo>
                <a:lnTo>
                  <a:pt x="1803451" y="1353113"/>
                </a:lnTo>
                <a:lnTo>
                  <a:pt x="1803108" y="1352744"/>
                </a:lnTo>
                <a:close/>
                <a:moveTo>
                  <a:pt x="1817172" y="1320379"/>
                </a:moveTo>
                <a:lnTo>
                  <a:pt x="1818460" y="1319405"/>
                </a:lnTo>
                <a:lnTo>
                  <a:pt x="1818214" y="1318914"/>
                </a:lnTo>
                <a:close/>
                <a:moveTo>
                  <a:pt x="1490341" y="2051711"/>
                </a:moveTo>
                <a:lnTo>
                  <a:pt x="1490550" y="2052984"/>
                </a:lnTo>
                <a:lnTo>
                  <a:pt x="1491026" y="2050668"/>
                </a:lnTo>
                <a:lnTo>
                  <a:pt x="1490878" y="2050604"/>
                </a:lnTo>
                <a:close/>
                <a:moveTo>
                  <a:pt x="1403800" y="2245447"/>
                </a:moveTo>
                <a:lnTo>
                  <a:pt x="1402351" y="2249465"/>
                </a:lnTo>
                <a:lnTo>
                  <a:pt x="1403544" y="2250298"/>
                </a:lnTo>
                <a:close/>
                <a:moveTo>
                  <a:pt x="1452944" y="2135329"/>
                </a:moveTo>
                <a:lnTo>
                  <a:pt x="1452914" y="2135910"/>
                </a:lnTo>
                <a:lnTo>
                  <a:pt x="1453189" y="2135383"/>
                </a:lnTo>
                <a:close/>
                <a:moveTo>
                  <a:pt x="1828848" y="1293544"/>
                </a:moveTo>
                <a:lnTo>
                  <a:pt x="1828479" y="1295008"/>
                </a:lnTo>
                <a:lnTo>
                  <a:pt x="1831299" y="1292492"/>
                </a:lnTo>
                <a:lnTo>
                  <a:pt x="1830416" y="1290765"/>
                </a:lnTo>
                <a:close/>
                <a:moveTo>
                  <a:pt x="1488277" y="2055966"/>
                </a:moveTo>
                <a:lnTo>
                  <a:pt x="1489912" y="2056083"/>
                </a:lnTo>
                <a:lnTo>
                  <a:pt x="1490324" y="2054083"/>
                </a:lnTo>
                <a:lnTo>
                  <a:pt x="1490038" y="2052337"/>
                </a:lnTo>
                <a:close/>
                <a:moveTo>
                  <a:pt x="1826352" y="1298884"/>
                </a:moveTo>
                <a:lnTo>
                  <a:pt x="1825547" y="1302301"/>
                </a:lnTo>
                <a:lnTo>
                  <a:pt x="1826213" y="1301323"/>
                </a:lnTo>
                <a:lnTo>
                  <a:pt x="1826949" y="1298399"/>
                </a:lnTo>
                <a:close/>
                <a:moveTo>
                  <a:pt x="1856757" y="1230710"/>
                </a:moveTo>
                <a:lnTo>
                  <a:pt x="1851806" y="1244047"/>
                </a:lnTo>
                <a:lnTo>
                  <a:pt x="1858821" y="1239917"/>
                </a:lnTo>
                <a:lnTo>
                  <a:pt x="1864035" y="1225641"/>
                </a:lnTo>
                <a:close/>
                <a:moveTo>
                  <a:pt x="1796239" y="1366160"/>
                </a:moveTo>
                <a:lnTo>
                  <a:pt x="1797038" y="1365656"/>
                </a:lnTo>
                <a:lnTo>
                  <a:pt x="1797227" y="1365377"/>
                </a:lnTo>
                <a:close/>
                <a:moveTo>
                  <a:pt x="1818710" y="1315835"/>
                </a:moveTo>
                <a:lnTo>
                  <a:pt x="1819334" y="1316178"/>
                </a:lnTo>
                <a:lnTo>
                  <a:pt x="1821281" y="1313441"/>
                </a:lnTo>
                <a:lnTo>
                  <a:pt x="1820790" y="1313184"/>
                </a:lnTo>
                <a:lnTo>
                  <a:pt x="1819689" y="1314397"/>
                </a:lnTo>
                <a:close/>
                <a:moveTo>
                  <a:pt x="1857328" y="1229342"/>
                </a:moveTo>
                <a:lnTo>
                  <a:pt x="1863456" y="1225433"/>
                </a:lnTo>
                <a:lnTo>
                  <a:pt x="1864334" y="1224820"/>
                </a:lnTo>
                <a:lnTo>
                  <a:pt x="1866588" y="1218646"/>
                </a:lnTo>
                <a:lnTo>
                  <a:pt x="1865102" y="1217110"/>
                </a:lnTo>
                <a:lnTo>
                  <a:pt x="1858701" y="1227335"/>
                </a:lnTo>
                <a:close/>
                <a:moveTo>
                  <a:pt x="1486861" y="2058886"/>
                </a:moveTo>
                <a:lnTo>
                  <a:pt x="1489530" y="2057945"/>
                </a:lnTo>
                <a:lnTo>
                  <a:pt x="1489531" y="2057936"/>
                </a:lnTo>
                <a:lnTo>
                  <a:pt x="1487396" y="2057782"/>
                </a:lnTo>
                <a:close/>
                <a:moveTo>
                  <a:pt x="1794537" y="1369938"/>
                </a:moveTo>
                <a:lnTo>
                  <a:pt x="1794896" y="1371491"/>
                </a:lnTo>
                <a:lnTo>
                  <a:pt x="1795268" y="1371085"/>
                </a:lnTo>
                <a:lnTo>
                  <a:pt x="1795251" y="1371322"/>
                </a:lnTo>
                <a:lnTo>
                  <a:pt x="1794937" y="1371665"/>
                </a:lnTo>
                <a:lnTo>
                  <a:pt x="1794985" y="1371877"/>
                </a:lnTo>
                <a:lnTo>
                  <a:pt x="1795991" y="1370719"/>
                </a:lnTo>
                <a:lnTo>
                  <a:pt x="1799710" y="1364706"/>
                </a:lnTo>
                <a:lnTo>
                  <a:pt x="1796746" y="1366571"/>
                </a:lnTo>
                <a:close/>
                <a:moveTo>
                  <a:pt x="1827556" y="1295833"/>
                </a:moveTo>
                <a:lnTo>
                  <a:pt x="1827606" y="1295788"/>
                </a:lnTo>
                <a:lnTo>
                  <a:pt x="1827626" y="1295709"/>
                </a:lnTo>
                <a:close/>
                <a:moveTo>
                  <a:pt x="1826652" y="1297608"/>
                </a:moveTo>
                <a:lnTo>
                  <a:pt x="1826522" y="1298159"/>
                </a:lnTo>
                <a:lnTo>
                  <a:pt x="1827130" y="1297680"/>
                </a:lnTo>
                <a:lnTo>
                  <a:pt x="1827292" y="1297037"/>
                </a:lnTo>
                <a:close/>
                <a:moveTo>
                  <a:pt x="1484453" y="2063852"/>
                </a:moveTo>
                <a:lnTo>
                  <a:pt x="1484098" y="2065347"/>
                </a:lnTo>
                <a:lnTo>
                  <a:pt x="1486283" y="2063804"/>
                </a:lnTo>
                <a:lnTo>
                  <a:pt x="1484684" y="2063375"/>
                </a:lnTo>
                <a:close/>
                <a:moveTo>
                  <a:pt x="1448588" y="2144062"/>
                </a:moveTo>
                <a:lnTo>
                  <a:pt x="1448638" y="2144088"/>
                </a:lnTo>
                <a:lnTo>
                  <a:pt x="1448640" y="2144083"/>
                </a:lnTo>
                <a:close/>
                <a:moveTo>
                  <a:pt x="1817881" y="1317052"/>
                </a:moveTo>
                <a:lnTo>
                  <a:pt x="1818224" y="1317739"/>
                </a:lnTo>
                <a:lnTo>
                  <a:pt x="1819120" y="1316480"/>
                </a:lnTo>
                <a:lnTo>
                  <a:pt x="1818502" y="1316141"/>
                </a:lnTo>
                <a:close/>
                <a:moveTo>
                  <a:pt x="1771321" y="1421300"/>
                </a:moveTo>
                <a:lnTo>
                  <a:pt x="1771476" y="1421790"/>
                </a:lnTo>
                <a:lnTo>
                  <a:pt x="1773123" y="1420256"/>
                </a:lnTo>
                <a:lnTo>
                  <a:pt x="1772667" y="1419725"/>
                </a:lnTo>
                <a:close/>
                <a:moveTo>
                  <a:pt x="1826018" y="1298557"/>
                </a:moveTo>
                <a:lnTo>
                  <a:pt x="1826170" y="1298437"/>
                </a:lnTo>
                <a:lnTo>
                  <a:pt x="1826237" y="1298170"/>
                </a:lnTo>
                <a:close/>
                <a:moveTo>
                  <a:pt x="1759287" y="1447866"/>
                </a:moveTo>
                <a:lnTo>
                  <a:pt x="1759322" y="1447993"/>
                </a:lnTo>
                <a:lnTo>
                  <a:pt x="1759379" y="1447962"/>
                </a:lnTo>
                <a:close/>
                <a:moveTo>
                  <a:pt x="1809544" y="1335061"/>
                </a:moveTo>
                <a:lnTo>
                  <a:pt x="1809629" y="1335141"/>
                </a:lnTo>
                <a:lnTo>
                  <a:pt x="1810717" y="1334671"/>
                </a:lnTo>
                <a:lnTo>
                  <a:pt x="1811245" y="1334115"/>
                </a:lnTo>
                <a:close/>
                <a:moveTo>
                  <a:pt x="1814086" y="1324718"/>
                </a:moveTo>
                <a:lnTo>
                  <a:pt x="1818665" y="1319817"/>
                </a:lnTo>
                <a:lnTo>
                  <a:pt x="1818536" y="1319558"/>
                </a:lnTo>
                <a:lnTo>
                  <a:pt x="1816849" y="1320833"/>
                </a:lnTo>
                <a:close/>
                <a:moveTo>
                  <a:pt x="1801159" y="1353523"/>
                </a:moveTo>
                <a:lnTo>
                  <a:pt x="1801215" y="1353615"/>
                </a:lnTo>
                <a:lnTo>
                  <a:pt x="1801529" y="1353189"/>
                </a:lnTo>
                <a:lnTo>
                  <a:pt x="1801308" y="1353357"/>
                </a:lnTo>
                <a:close/>
                <a:moveTo>
                  <a:pt x="1759120" y="1447244"/>
                </a:moveTo>
                <a:lnTo>
                  <a:pt x="1759163" y="1447404"/>
                </a:lnTo>
                <a:lnTo>
                  <a:pt x="1759588" y="1447849"/>
                </a:lnTo>
                <a:lnTo>
                  <a:pt x="1760220" y="1447508"/>
                </a:lnTo>
                <a:lnTo>
                  <a:pt x="1760943" y="1446914"/>
                </a:lnTo>
                <a:lnTo>
                  <a:pt x="1760755" y="1446762"/>
                </a:lnTo>
                <a:close/>
                <a:moveTo>
                  <a:pt x="1791546" y="1374500"/>
                </a:moveTo>
                <a:lnTo>
                  <a:pt x="1792074" y="1374341"/>
                </a:lnTo>
                <a:lnTo>
                  <a:pt x="1792438" y="1374171"/>
                </a:lnTo>
                <a:lnTo>
                  <a:pt x="1792262" y="1373408"/>
                </a:lnTo>
                <a:close/>
                <a:moveTo>
                  <a:pt x="1760147" y="1444738"/>
                </a:moveTo>
                <a:lnTo>
                  <a:pt x="1761739" y="1446126"/>
                </a:lnTo>
                <a:lnTo>
                  <a:pt x="1761990" y="1446052"/>
                </a:lnTo>
                <a:lnTo>
                  <a:pt x="1763390" y="1444902"/>
                </a:lnTo>
                <a:lnTo>
                  <a:pt x="1765156" y="1441999"/>
                </a:lnTo>
                <a:close/>
                <a:moveTo>
                  <a:pt x="1453100" y="2132232"/>
                </a:moveTo>
                <a:lnTo>
                  <a:pt x="1452978" y="2134643"/>
                </a:lnTo>
                <a:lnTo>
                  <a:pt x="1453514" y="2134763"/>
                </a:lnTo>
                <a:lnTo>
                  <a:pt x="1454651" y="2132590"/>
                </a:lnTo>
                <a:close/>
                <a:moveTo>
                  <a:pt x="1455010" y="2127755"/>
                </a:moveTo>
                <a:lnTo>
                  <a:pt x="1456598" y="2128865"/>
                </a:lnTo>
                <a:lnTo>
                  <a:pt x="1456665" y="2128737"/>
                </a:lnTo>
                <a:lnTo>
                  <a:pt x="1457054" y="2127567"/>
                </a:lnTo>
                <a:close/>
                <a:moveTo>
                  <a:pt x="1800388" y="1354387"/>
                </a:moveTo>
                <a:lnTo>
                  <a:pt x="1800503" y="1354580"/>
                </a:lnTo>
                <a:lnTo>
                  <a:pt x="1800713" y="1354294"/>
                </a:lnTo>
                <a:lnTo>
                  <a:pt x="1800589" y="1354161"/>
                </a:lnTo>
                <a:close/>
                <a:moveTo>
                  <a:pt x="1862719" y="1214647"/>
                </a:moveTo>
                <a:lnTo>
                  <a:pt x="1859957" y="1222088"/>
                </a:lnTo>
                <a:lnTo>
                  <a:pt x="1864141" y="1216116"/>
                </a:lnTo>
                <a:close/>
                <a:moveTo>
                  <a:pt x="1794138" y="1368213"/>
                </a:moveTo>
                <a:lnTo>
                  <a:pt x="1794438" y="1369508"/>
                </a:lnTo>
                <a:lnTo>
                  <a:pt x="1796180" y="1366928"/>
                </a:lnTo>
                <a:close/>
                <a:moveTo>
                  <a:pt x="1785221" y="1388118"/>
                </a:moveTo>
                <a:lnTo>
                  <a:pt x="1785237" y="1388108"/>
                </a:lnTo>
                <a:lnTo>
                  <a:pt x="1785271" y="1388053"/>
                </a:lnTo>
                <a:close/>
                <a:moveTo>
                  <a:pt x="1800253" y="1354162"/>
                </a:moveTo>
                <a:lnTo>
                  <a:pt x="1800276" y="1354201"/>
                </a:lnTo>
                <a:lnTo>
                  <a:pt x="1800433" y="1354025"/>
                </a:lnTo>
                <a:close/>
                <a:moveTo>
                  <a:pt x="1449315" y="2139959"/>
                </a:moveTo>
                <a:lnTo>
                  <a:pt x="1450465" y="2140592"/>
                </a:lnTo>
                <a:lnTo>
                  <a:pt x="1450783" y="2139985"/>
                </a:lnTo>
                <a:close/>
                <a:moveTo>
                  <a:pt x="1806994" y="1338968"/>
                </a:moveTo>
                <a:lnTo>
                  <a:pt x="1808992" y="1336978"/>
                </a:lnTo>
                <a:lnTo>
                  <a:pt x="1808896" y="1336889"/>
                </a:lnTo>
                <a:close/>
                <a:moveTo>
                  <a:pt x="1784697" y="1388776"/>
                </a:moveTo>
                <a:lnTo>
                  <a:pt x="1784891" y="1388668"/>
                </a:lnTo>
                <a:lnTo>
                  <a:pt x="1784961" y="1388555"/>
                </a:lnTo>
                <a:lnTo>
                  <a:pt x="1784812" y="1388632"/>
                </a:lnTo>
                <a:close/>
                <a:moveTo>
                  <a:pt x="1768901" y="1424133"/>
                </a:moveTo>
                <a:lnTo>
                  <a:pt x="1769011" y="1424085"/>
                </a:lnTo>
                <a:lnTo>
                  <a:pt x="1769548" y="1423584"/>
                </a:lnTo>
                <a:lnTo>
                  <a:pt x="1769501" y="1423431"/>
                </a:lnTo>
                <a:close/>
                <a:moveTo>
                  <a:pt x="1813960" y="1322806"/>
                </a:moveTo>
                <a:lnTo>
                  <a:pt x="1815389" y="1321727"/>
                </a:lnTo>
                <a:lnTo>
                  <a:pt x="1817874" y="1318232"/>
                </a:lnTo>
                <a:lnTo>
                  <a:pt x="1817536" y="1317558"/>
                </a:lnTo>
                <a:close/>
                <a:moveTo>
                  <a:pt x="1865087" y="1208267"/>
                </a:moveTo>
                <a:lnTo>
                  <a:pt x="1864440" y="1210013"/>
                </a:lnTo>
                <a:lnTo>
                  <a:pt x="1868826" y="1206697"/>
                </a:lnTo>
                <a:lnTo>
                  <a:pt x="1868787" y="1206849"/>
                </a:lnTo>
                <a:lnTo>
                  <a:pt x="1864376" y="1210182"/>
                </a:lnTo>
                <a:lnTo>
                  <a:pt x="1862788" y="1214462"/>
                </a:lnTo>
                <a:lnTo>
                  <a:pt x="1864245" y="1215968"/>
                </a:lnTo>
                <a:lnTo>
                  <a:pt x="1866298" y="1213038"/>
                </a:lnTo>
                <a:lnTo>
                  <a:pt x="1870110" y="1206979"/>
                </a:lnTo>
                <a:lnTo>
                  <a:pt x="1868272" y="1205783"/>
                </a:lnTo>
                <a:close/>
                <a:moveTo>
                  <a:pt x="1819932" y="1309341"/>
                </a:moveTo>
                <a:lnTo>
                  <a:pt x="1820370" y="1308944"/>
                </a:lnTo>
                <a:lnTo>
                  <a:pt x="1823947" y="1304649"/>
                </a:lnTo>
                <a:lnTo>
                  <a:pt x="1825008" y="1303093"/>
                </a:lnTo>
                <a:lnTo>
                  <a:pt x="1825984" y="1299182"/>
                </a:lnTo>
                <a:lnTo>
                  <a:pt x="1825397" y="1299658"/>
                </a:lnTo>
                <a:close/>
                <a:moveTo>
                  <a:pt x="1445664" y="2147287"/>
                </a:moveTo>
                <a:lnTo>
                  <a:pt x="1446740" y="2147717"/>
                </a:lnTo>
                <a:lnTo>
                  <a:pt x="1446774" y="2147651"/>
                </a:lnTo>
                <a:close/>
                <a:moveTo>
                  <a:pt x="1799054" y="1355878"/>
                </a:moveTo>
                <a:lnTo>
                  <a:pt x="1799291" y="1355729"/>
                </a:lnTo>
                <a:lnTo>
                  <a:pt x="1800274" y="1354837"/>
                </a:lnTo>
                <a:lnTo>
                  <a:pt x="1800159" y="1354643"/>
                </a:lnTo>
                <a:close/>
                <a:moveTo>
                  <a:pt x="1866450" y="1204596"/>
                </a:moveTo>
                <a:lnTo>
                  <a:pt x="1865333" y="1207605"/>
                </a:lnTo>
                <a:lnTo>
                  <a:pt x="1867943" y="1205568"/>
                </a:lnTo>
                <a:close/>
                <a:moveTo>
                  <a:pt x="1749476" y="1466282"/>
                </a:moveTo>
                <a:lnTo>
                  <a:pt x="1749767" y="1466218"/>
                </a:lnTo>
                <a:lnTo>
                  <a:pt x="1750550" y="1465243"/>
                </a:lnTo>
                <a:lnTo>
                  <a:pt x="1750550" y="1465242"/>
                </a:lnTo>
                <a:lnTo>
                  <a:pt x="1749964" y="1465696"/>
                </a:lnTo>
                <a:close/>
                <a:moveTo>
                  <a:pt x="1758663" y="1445551"/>
                </a:moveTo>
                <a:lnTo>
                  <a:pt x="1759034" y="1446924"/>
                </a:lnTo>
                <a:lnTo>
                  <a:pt x="1760440" y="1446510"/>
                </a:lnTo>
                <a:lnTo>
                  <a:pt x="1759009" y="1445362"/>
                </a:lnTo>
                <a:close/>
                <a:moveTo>
                  <a:pt x="1460885" y="2112147"/>
                </a:moveTo>
                <a:lnTo>
                  <a:pt x="1460453" y="2115638"/>
                </a:lnTo>
                <a:lnTo>
                  <a:pt x="1460995" y="2115685"/>
                </a:lnTo>
                <a:lnTo>
                  <a:pt x="1462304" y="2111741"/>
                </a:lnTo>
                <a:close/>
                <a:moveTo>
                  <a:pt x="1453253" y="2129198"/>
                </a:moveTo>
                <a:lnTo>
                  <a:pt x="1453212" y="2130007"/>
                </a:lnTo>
                <a:lnTo>
                  <a:pt x="1455701" y="2130580"/>
                </a:lnTo>
                <a:lnTo>
                  <a:pt x="1456312" y="2129414"/>
                </a:lnTo>
                <a:close/>
                <a:moveTo>
                  <a:pt x="1782609" y="1391408"/>
                </a:moveTo>
                <a:lnTo>
                  <a:pt x="1782983" y="1391752"/>
                </a:lnTo>
                <a:lnTo>
                  <a:pt x="1783649" y="1390676"/>
                </a:lnTo>
                <a:lnTo>
                  <a:pt x="1782823" y="1391138"/>
                </a:lnTo>
                <a:close/>
                <a:moveTo>
                  <a:pt x="1415225" y="2213772"/>
                </a:moveTo>
                <a:lnTo>
                  <a:pt x="1413924" y="2217379"/>
                </a:lnTo>
                <a:lnTo>
                  <a:pt x="1431494" y="2218818"/>
                </a:lnTo>
                <a:lnTo>
                  <a:pt x="1419102" y="2215107"/>
                </a:lnTo>
                <a:close/>
                <a:moveTo>
                  <a:pt x="1759061" y="1443723"/>
                </a:moveTo>
                <a:lnTo>
                  <a:pt x="1766286" y="1440143"/>
                </a:lnTo>
                <a:lnTo>
                  <a:pt x="1766625" y="1439586"/>
                </a:lnTo>
                <a:close/>
                <a:moveTo>
                  <a:pt x="1441865" y="2153894"/>
                </a:moveTo>
                <a:lnTo>
                  <a:pt x="1443276" y="2154339"/>
                </a:lnTo>
                <a:lnTo>
                  <a:pt x="1443475" y="2153959"/>
                </a:lnTo>
                <a:close/>
                <a:moveTo>
                  <a:pt x="1808133" y="1333737"/>
                </a:moveTo>
                <a:lnTo>
                  <a:pt x="1809375" y="1334902"/>
                </a:lnTo>
                <a:lnTo>
                  <a:pt x="1811759" y="1333574"/>
                </a:lnTo>
                <a:lnTo>
                  <a:pt x="1816172" y="1328937"/>
                </a:lnTo>
                <a:lnTo>
                  <a:pt x="1812104" y="1333383"/>
                </a:lnTo>
                <a:lnTo>
                  <a:pt x="1814763" y="1331903"/>
                </a:lnTo>
                <a:lnTo>
                  <a:pt x="1814667" y="1332210"/>
                </a:lnTo>
                <a:lnTo>
                  <a:pt x="1811630" y="1333900"/>
                </a:lnTo>
                <a:lnTo>
                  <a:pt x="1811062" y="1334522"/>
                </a:lnTo>
                <a:lnTo>
                  <a:pt x="1817286" y="1331834"/>
                </a:lnTo>
                <a:lnTo>
                  <a:pt x="1818112" y="1330715"/>
                </a:lnTo>
                <a:lnTo>
                  <a:pt x="1819121" y="1326673"/>
                </a:lnTo>
                <a:lnTo>
                  <a:pt x="1817075" y="1327987"/>
                </a:lnTo>
                <a:lnTo>
                  <a:pt x="1816172" y="1328937"/>
                </a:lnTo>
                <a:lnTo>
                  <a:pt x="1816991" y="1328041"/>
                </a:lnTo>
                <a:close/>
                <a:moveTo>
                  <a:pt x="1453315" y="2127974"/>
                </a:moveTo>
                <a:lnTo>
                  <a:pt x="1453265" y="2128951"/>
                </a:lnTo>
                <a:lnTo>
                  <a:pt x="1456292" y="2129266"/>
                </a:lnTo>
                <a:lnTo>
                  <a:pt x="1454233" y="2127827"/>
                </a:lnTo>
                <a:lnTo>
                  <a:pt x="1453995" y="2127849"/>
                </a:lnTo>
                <a:close/>
                <a:moveTo>
                  <a:pt x="1871530" y="1191310"/>
                </a:moveTo>
                <a:lnTo>
                  <a:pt x="1878864" y="1185032"/>
                </a:lnTo>
                <a:lnTo>
                  <a:pt x="1881101" y="1178906"/>
                </a:lnTo>
                <a:lnTo>
                  <a:pt x="1873447" y="1187907"/>
                </a:lnTo>
                <a:lnTo>
                  <a:pt x="1873482" y="1188240"/>
                </a:lnTo>
                <a:close/>
                <a:moveTo>
                  <a:pt x="1808122" y="1333104"/>
                </a:moveTo>
                <a:lnTo>
                  <a:pt x="1818410" y="1326490"/>
                </a:lnTo>
                <a:lnTo>
                  <a:pt x="1819451" y="1325351"/>
                </a:lnTo>
                <a:lnTo>
                  <a:pt x="1820111" y="1322710"/>
                </a:lnTo>
                <a:lnTo>
                  <a:pt x="1819063" y="1320614"/>
                </a:lnTo>
                <a:lnTo>
                  <a:pt x="1810439" y="1329845"/>
                </a:lnTo>
                <a:close/>
                <a:moveTo>
                  <a:pt x="1793554" y="1365693"/>
                </a:moveTo>
                <a:lnTo>
                  <a:pt x="1793990" y="1367574"/>
                </a:lnTo>
                <a:lnTo>
                  <a:pt x="1795495" y="1366627"/>
                </a:lnTo>
                <a:lnTo>
                  <a:pt x="1797403" y="1365118"/>
                </a:lnTo>
                <a:lnTo>
                  <a:pt x="1799462" y="1362067"/>
                </a:lnTo>
                <a:lnTo>
                  <a:pt x="1802148" y="1357971"/>
                </a:lnTo>
                <a:lnTo>
                  <a:pt x="1801111" y="1356237"/>
                </a:lnTo>
                <a:lnTo>
                  <a:pt x="1800030" y="1356916"/>
                </a:lnTo>
                <a:close/>
                <a:moveTo>
                  <a:pt x="1871171" y="1191876"/>
                </a:moveTo>
                <a:lnTo>
                  <a:pt x="1866677" y="1203983"/>
                </a:lnTo>
                <a:lnTo>
                  <a:pt x="1868472" y="1205156"/>
                </a:lnTo>
                <a:lnTo>
                  <a:pt x="1872728" y="1201836"/>
                </a:lnTo>
                <a:lnTo>
                  <a:pt x="1878732" y="1185392"/>
                </a:lnTo>
                <a:lnTo>
                  <a:pt x="1871185" y="1191854"/>
                </a:lnTo>
                <a:close/>
                <a:moveTo>
                  <a:pt x="1760745" y="1438881"/>
                </a:moveTo>
                <a:lnTo>
                  <a:pt x="1767225" y="1435396"/>
                </a:lnTo>
                <a:lnTo>
                  <a:pt x="1765844" y="1433744"/>
                </a:lnTo>
                <a:lnTo>
                  <a:pt x="1764305" y="1435567"/>
                </a:lnTo>
                <a:close/>
                <a:moveTo>
                  <a:pt x="1872021" y="1189584"/>
                </a:moveTo>
                <a:lnTo>
                  <a:pt x="1871705" y="1190437"/>
                </a:lnTo>
                <a:lnTo>
                  <a:pt x="1872915" y="1188533"/>
                </a:lnTo>
                <a:close/>
                <a:moveTo>
                  <a:pt x="1797232" y="1357024"/>
                </a:moveTo>
                <a:lnTo>
                  <a:pt x="1798420" y="1356277"/>
                </a:lnTo>
                <a:lnTo>
                  <a:pt x="1800047" y="1354457"/>
                </a:lnTo>
                <a:lnTo>
                  <a:pt x="1799990" y="1354363"/>
                </a:lnTo>
                <a:lnTo>
                  <a:pt x="1799017" y="1355105"/>
                </a:lnTo>
                <a:close/>
                <a:moveTo>
                  <a:pt x="1454774" y="2123801"/>
                </a:moveTo>
                <a:lnTo>
                  <a:pt x="1458305" y="2123795"/>
                </a:lnTo>
                <a:lnTo>
                  <a:pt x="1458795" y="2122318"/>
                </a:lnTo>
                <a:close/>
                <a:moveTo>
                  <a:pt x="1467916" y="2094285"/>
                </a:moveTo>
                <a:lnTo>
                  <a:pt x="1468105" y="2094256"/>
                </a:lnTo>
                <a:lnTo>
                  <a:pt x="1468286" y="2093710"/>
                </a:lnTo>
                <a:close/>
                <a:moveTo>
                  <a:pt x="1429874" y="2179335"/>
                </a:moveTo>
                <a:lnTo>
                  <a:pt x="1430236" y="2179413"/>
                </a:lnTo>
                <a:lnTo>
                  <a:pt x="1430376" y="2178604"/>
                </a:lnTo>
                <a:close/>
                <a:moveTo>
                  <a:pt x="1461287" y="2108896"/>
                </a:moveTo>
                <a:lnTo>
                  <a:pt x="1460905" y="2111987"/>
                </a:lnTo>
                <a:lnTo>
                  <a:pt x="1462360" y="2111570"/>
                </a:lnTo>
                <a:lnTo>
                  <a:pt x="1463049" y="2109495"/>
                </a:lnTo>
                <a:close/>
                <a:moveTo>
                  <a:pt x="1808809" y="1330368"/>
                </a:moveTo>
                <a:lnTo>
                  <a:pt x="1810630" y="1328417"/>
                </a:lnTo>
                <a:lnTo>
                  <a:pt x="1815067" y="1322180"/>
                </a:lnTo>
                <a:lnTo>
                  <a:pt x="1813666" y="1323238"/>
                </a:lnTo>
                <a:close/>
                <a:moveTo>
                  <a:pt x="1417184" y="2206995"/>
                </a:moveTo>
                <a:lnTo>
                  <a:pt x="1417228" y="2207013"/>
                </a:lnTo>
                <a:lnTo>
                  <a:pt x="1417233" y="2206993"/>
                </a:lnTo>
                <a:close/>
                <a:moveTo>
                  <a:pt x="1812698" y="1321161"/>
                </a:moveTo>
                <a:lnTo>
                  <a:pt x="1814064" y="1319156"/>
                </a:lnTo>
                <a:lnTo>
                  <a:pt x="1813188" y="1320072"/>
                </a:lnTo>
                <a:close/>
                <a:moveTo>
                  <a:pt x="1461443" y="2107636"/>
                </a:moveTo>
                <a:lnTo>
                  <a:pt x="1461326" y="2108581"/>
                </a:lnTo>
                <a:lnTo>
                  <a:pt x="1463147" y="2109199"/>
                </a:lnTo>
                <a:lnTo>
                  <a:pt x="1464158" y="2106149"/>
                </a:lnTo>
                <a:close/>
                <a:moveTo>
                  <a:pt x="1444130" y="2146349"/>
                </a:moveTo>
                <a:lnTo>
                  <a:pt x="1446969" y="2147279"/>
                </a:lnTo>
                <a:lnTo>
                  <a:pt x="1447042" y="2147137"/>
                </a:lnTo>
                <a:lnTo>
                  <a:pt x="1446059" y="2146818"/>
                </a:lnTo>
                <a:lnTo>
                  <a:pt x="1444865" y="2146202"/>
                </a:lnTo>
                <a:close/>
                <a:moveTo>
                  <a:pt x="1805624" y="1336870"/>
                </a:moveTo>
                <a:lnTo>
                  <a:pt x="1806574" y="1336460"/>
                </a:lnTo>
                <a:lnTo>
                  <a:pt x="1807745" y="1335808"/>
                </a:lnTo>
                <a:lnTo>
                  <a:pt x="1806818" y="1334938"/>
                </a:lnTo>
                <a:lnTo>
                  <a:pt x="1805935" y="1336180"/>
                </a:lnTo>
                <a:close/>
                <a:moveTo>
                  <a:pt x="1802929" y="1342855"/>
                </a:moveTo>
                <a:lnTo>
                  <a:pt x="1808743" y="1336744"/>
                </a:lnTo>
                <a:lnTo>
                  <a:pt x="1808694" y="1336698"/>
                </a:lnTo>
                <a:lnTo>
                  <a:pt x="1804937" y="1338396"/>
                </a:lnTo>
                <a:lnTo>
                  <a:pt x="1803804" y="1340912"/>
                </a:lnTo>
                <a:lnTo>
                  <a:pt x="1804389" y="1340157"/>
                </a:lnTo>
                <a:lnTo>
                  <a:pt x="1804391" y="1340418"/>
                </a:lnTo>
                <a:lnTo>
                  <a:pt x="1803520" y="1341541"/>
                </a:lnTo>
                <a:close/>
                <a:moveTo>
                  <a:pt x="1800189" y="1348941"/>
                </a:moveTo>
                <a:lnTo>
                  <a:pt x="1801947" y="1350834"/>
                </a:lnTo>
                <a:lnTo>
                  <a:pt x="1802001" y="1350793"/>
                </a:lnTo>
                <a:lnTo>
                  <a:pt x="1808258" y="1344069"/>
                </a:lnTo>
                <a:lnTo>
                  <a:pt x="1811649" y="1339473"/>
                </a:lnTo>
                <a:lnTo>
                  <a:pt x="1809214" y="1337187"/>
                </a:lnTo>
                <a:lnTo>
                  <a:pt x="1802443" y="1343935"/>
                </a:lnTo>
                <a:close/>
                <a:moveTo>
                  <a:pt x="1799426" y="1350636"/>
                </a:moveTo>
                <a:lnTo>
                  <a:pt x="1800300" y="1352091"/>
                </a:lnTo>
                <a:lnTo>
                  <a:pt x="1801589" y="1351108"/>
                </a:lnTo>
                <a:lnTo>
                  <a:pt x="1799989" y="1349385"/>
                </a:lnTo>
                <a:close/>
                <a:moveTo>
                  <a:pt x="1799035" y="1351504"/>
                </a:moveTo>
                <a:lnTo>
                  <a:pt x="1799881" y="1352411"/>
                </a:lnTo>
                <a:lnTo>
                  <a:pt x="1800009" y="1352314"/>
                </a:lnTo>
                <a:lnTo>
                  <a:pt x="1799243" y="1351040"/>
                </a:lnTo>
                <a:close/>
                <a:moveTo>
                  <a:pt x="1797969" y="1353870"/>
                </a:moveTo>
                <a:lnTo>
                  <a:pt x="1799154" y="1352966"/>
                </a:lnTo>
                <a:lnTo>
                  <a:pt x="1798711" y="1352224"/>
                </a:lnTo>
                <a:close/>
                <a:moveTo>
                  <a:pt x="1793550" y="1363390"/>
                </a:moveTo>
                <a:lnTo>
                  <a:pt x="1796783" y="1359621"/>
                </a:lnTo>
                <a:lnTo>
                  <a:pt x="1797695" y="1358384"/>
                </a:lnTo>
                <a:lnTo>
                  <a:pt x="1795685" y="1359648"/>
                </a:lnTo>
                <a:lnTo>
                  <a:pt x="1794872" y="1360557"/>
                </a:lnTo>
                <a:close/>
                <a:moveTo>
                  <a:pt x="1781473" y="1390365"/>
                </a:moveTo>
                <a:lnTo>
                  <a:pt x="1781621" y="1390501"/>
                </a:lnTo>
                <a:lnTo>
                  <a:pt x="1782983" y="1389737"/>
                </a:lnTo>
                <a:lnTo>
                  <a:pt x="1783193" y="1389471"/>
                </a:lnTo>
                <a:close/>
                <a:moveTo>
                  <a:pt x="1875164" y="1180567"/>
                </a:moveTo>
                <a:lnTo>
                  <a:pt x="1874434" y="1183083"/>
                </a:lnTo>
                <a:lnTo>
                  <a:pt x="1873674" y="1185132"/>
                </a:lnTo>
                <a:lnTo>
                  <a:pt x="1881163" y="1176325"/>
                </a:lnTo>
                <a:close/>
                <a:moveTo>
                  <a:pt x="1790604" y="1369704"/>
                </a:moveTo>
                <a:lnTo>
                  <a:pt x="1791304" y="1369264"/>
                </a:lnTo>
                <a:lnTo>
                  <a:pt x="1791212" y="1368867"/>
                </a:lnTo>
                <a:lnTo>
                  <a:pt x="1790621" y="1369669"/>
                </a:lnTo>
                <a:close/>
                <a:moveTo>
                  <a:pt x="1787842" y="1375624"/>
                </a:moveTo>
                <a:lnTo>
                  <a:pt x="1790944" y="1374683"/>
                </a:lnTo>
                <a:lnTo>
                  <a:pt x="1792145" y="1372904"/>
                </a:lnTo>
                <a:lnTo>
                  <a:pt x="1791460" y="1369942"/>
                </a:lnTo>
                <a:lnTo>
                  <a:pt x="1789928" y="1371155"/>
                </a:lnTo>
                <a:close/>
                <a:moveTo>
                  <a:pt x="1453501" y="2124271"/>
                </a:moveTo>
                <a:lnTo>
                  <a:pt x="1453456" y="2125182"/>
                </a:lnTo>
                <a:lnTo>
                  <a:pt x="1457966" y="2124816"/>
                </a:lnTo>
                <a:lnTo>
                  <a:pt x="1458231" y="2124017"/>
                </a:lnTo>
                <a:lnTo>
                  <a:pt x="1454167" y="2124025"/>
                </a:lnTo>
                <a:close/>
                <a:moveTo>
                  <a:pt x="1781117" y="1390037"/>
                </a:moveTo>
                <a:lnTo>
                  <a:pt x="1781263" y="1390171"/>
                </a:lnTo>
                <a:lnTo>
                  <a:pt x="1783602" y="1388957"/>
                </a:lnTo>
                <a:lnTo>
                  <a:pt x="1785174" y="1386976"/>
                </a:lnTo>
                <a:lnTo>
                  <a:pt x="1783539" y="1387740"/>
                </a:lnTo>
                <a:lnTo>
                  <a:pt x="1782435" y="1388075"/>
                </a:lnTo>
                <a:lnTo>
                  <a:pt x="1781135" y="1390000"/>
                </a:lnTo>
                <a:close/>
                <a:moveTo>
                  <a:pt x="1460332" y="2108243"/>
                </a:moveTo>
                <a:lnTo>
                  <a:pt x="1460840" y="2108416"/>
                </a:lnTo>
                <a:lnTo>
                  <a:pt x="1460900" y="2107932"/>
                </a:lnTo>
                <a:close/>
                <a:moveTo>
                  <a:pt x="1776112" y="1400765"/>
                </a:moveTo>
                <a:lnTo>
                  <a:pt x="1776329" y="1400597"/>
                </a:lnTo>
                <a:lnTo>
                  <a:pt x="1776258" y="1400452"/>
                </a:lnTo>
                <a:close/>
                <a:moveTo>
                  <a:pt x="1774557" y="1404098"/>
                </a:moveTo>
                <a:lnTo>
                  <a:pt x="1775888" y="1403224"/>
                </a:lnTo>
                <a:lnTo>
                  <a:pt x="1776849" y="1401672"/>
                </a:lnTo>
                <a:lnTo>
                  <a:pt x="1776751" y="1401470"/>
                </a:lnTo>
                <a:lnTo>
                  <a:pt x="1775238" y="1402638"/>
                </a:lnTo>
                <a:close/>
                <a:moveTo>
                  <a:pt x="1860362" y="1211954"/>
                </a:moveTo>
                <a:lnTo>
                  <a:pt x="1860639" y="1212240"/>
                </a:lnTo>
                <a:lnTo>
                  <a:pt x="1860901" y="1211534"/>
                </a:lnTo>
                <a:close/>
                <a:moveTo>
                  <a:pt x="1835152" y="1268200"/>
                </a:moveTo>
                <a:lnTo>
                  <a:pt x="1835092" y="1268450"/>
                </a:lnTo>
                <a:lnTo>
                  <a:pt x="1835793" y="1268052"/>
                </a:lnTo>
                <a:lnTo>
                  <a:pt x="1835872" y="1267790"/>
                </a:lnTo>
                <a:close/>
                <a:moveTo>
                  <a:pt x="1792882" y="1362784"/>
                </a:moveTo>
                <a:lnTo>
                  <a:pt x="1792981" y="1363209"/>
                </a:lnTo>
                <a:lnTo>
                  <a:pt x="1793503" y="1362089"/>
                </a:lnTo>
                <a:close/>
                <a:moveTo>
                  <a:pt x="1800629" y="1345273"/>
                </a:moveTo>
                <a:lnTo>
                  <a:pt x="1802042" y="1343788"/>
                </a:lnTo>
                <a:lnTo>
                  <a:pt x="1802438" y="1342939"/>
                </a:lnTo>
                <a:close/>
                <a:moveTo>
                  <a:pt x="1809611" y="1324710"/>
                </a:moveTo>
                <a:lnTo>
                  <a:pt x="1811986" y="1322093"/>
                </a:lnTo>
                <a:lnTo>
                  <a:pt x="1812635" y="1320651"/>
                </a:lnTo>
                <a:lnTo>
                  <a:pt x="1812540" y="1320750"/>
                </a:lnTo>
                <a:close/>
                <a:moveTo>
                  <a:pt x="1792727" y="1362111"/>
                </a:moveTo>
                <a:lnTo>
                  <a:pt x="1792806" y="1362454"/>
                </a:lnTo>
                <a:lnTo>
                  <a:pt x="1793878" y="1361287"/>
                </a:lnTo>
                <a:lnTo>
                  <a:pt x="1794057" y="1360903"/>
                </a:lnTo>
                <a:close/>
                <a:moveTo>
                  <a:pt x="1775645" y="1400185"/>
                </a:moveTo>
                <a:lnTo>
                  <a:pt x="1775741" y="1400159"/>
                </a:lnTo>
                <a:lnTo>
                  <a:pt x="1775829" y="1399971"/>
                </a:lnTo>
                <a:lnTo>
                  <a:pt x="1775807" y="1399980"/>
                </a:lnTo>
                <a:close/>
                <a:moveTo>
                  <a:pt x="1780422" y="1389399"/>
                </a:moveTo>
                <a:lnTo>
                  <a:pt x="1780660" y="1389617"/>
                </a:lnTo>
                <a:lnTo>
                  <a:pt x="1781153" y="1388560"/>
                </a:lnTo>
                <a:close/>
                <a:moveTo>
                  <a:pt x="1807904" y="1327382"/>
                </a:moveTo>
                <a:lnTo>
                  <a:pt x="1809048" y="1326518"/>
                </a:lnTo>
                <a:lnTo>
                  <a:pt x="1810129" y="1324930"/>
                </a:lnTo>
                <a:close/>
                <a:moveTo>
                  <a:pt x="1798880" y="1347531"/>
                </a:moveTo>
                <a:lnTo>
                  <a:pt x="1799823" y="1348545"/>
                </a:lnTo>
                <a:lnTo>
                  <a:pt x="1801566" y="1344809"/>
                </a:lnTo>
                <a:lnTo>
                  <a:pt x="1799033" y="1347333"/>
                </a:lnTo>
                <a:close/>
                <a:moveTo>
                  <a:pt x="1422659" y="2189839"/>
                </a:moveTo>
                <a:lnTo>
                  <a:pt x="1419898" y="2200535"/>
                </a:lnTo>
                <a:lnTo>
                  <a:pt x="1422659" y="2202138"/>
                </a:lnTo>
                <a:lnTo>
                  <a:pt x="1422340" y="2202214"/>
                </a:lnTo>
                <a:lnTo>
                  <a:pt x="1419839" y="2200762"/>
                </a:lnTo>
                <a:lnTo>
                  <a:pt x="1419643" y="2201520"/>
                </a:lnTo>
                <a:lnTo>
                  <a:pt x="1417740" y="2206797"/>
                </a:lnTo>
                <a:lnTo>
                  <a:pt x="1424424" y="2206560"/>
                </a:lnTo>
                <a:lnTo>
                  <a:pt x="1424204" y="2206747"/>
                </a:lnTo>
                <a:lnTo>
                  <a:pt x="1417675" y="2206978"/>
                </a:lnTo>
                <a:lnTo>
                  <a:pt x="1417607" y="2207166"/>
                </a:lnTo>
                <a:lnTo>
                  <a:pt x="1425255" y="2210249"/>
                </a:lnTo>
                <a:lnTo>
                  <a:pt x="1424999" y="2210350"/>
                </a:lnTo>
                <a:lnTo>
                  <a:pt x="1417543" y="2207345"/>
                </a:lnTo>
                <a:lnTo>
                  <a:pt x="1415674" y="2212525"/>
                </a:lnTo>
                <a:lnTo>
                  <a:pt x="1434722" y="2219082"/>
                </a:lnTo>
                <a:lnTo>
                  <a:pt x="1446841" y="2220074"/>
                </a:lnTo>
                <a:lnTo>
                  <a:pt x="1455633" y="2201893"/>
                </a:lnTo>
                <a:lnTo>
                  <a:pt x="1447027" y="2220089"/>
                </a:lnTo>
                <a:lnTo>
                  <a:pt x="1469951" y="2221966"/>
                </a:lnTo>
                <a:lnTo>
                  <a:pt x="1476743" y="2222431"/>
                </a:lnTo>
                <a:lnTo>
                  <a:pt x="1484811" y="2170588"/>
                </a:lnTo>
                <a:lnTo>
                  <a:pt x="1479595" y="2184209"/>
                </a:lnTo>
                <a:lnTo>
                  <a:pt x="1469712" y="2209014"/>
                </a:lnTo>
                <a:lnTo>
                  <a:pt x="1469526" y="2209121"/>
                </a:lnTo>
                <a:lnTo>
                  <a:pt x="1474996" y="2195394"/>
                </a:lnTo>
                <a:lnTo>
                  <a:pt x="1485027" y="2169196"/>
                </a:lnTo>
                <a:lnTo>
                  <a:pt x="1485218" y="2167974"/>
                </a:lnTo>
                <a:lnTo>
                  <a:pt x="1484442" y="2167741"/>
                </a:lnTo>
                <a:lnTo>
                  <a:pt x="1473356" y="2164245"/>
                </a:lnTo>
                <a:lnTo>
                  <a:pt x="1472834" y="2165523"/>
                </a:lnTo>
                <a:lnTo>
                  <a:pt x="1457842" y="2197224"/>
                </a:lnTo>
                <a:lnTo>
                  <a:pt x="1472333" y="2163922"/>
                </a:lnTo>
                <a:lnTo>
                  <a:pt x="1469646" y="2163075"/>
                </a:lnTo>
                <a:lnTo>
                  <a:pt x="1465058" y="2163789"/>
                </a:lnTo>
                <a:lnTo>
                  <a:pt x="1464810" y="2164525"/>
                </a:lnTo>
                <a:lnTo>
                  <a:pt x="1464523" y="2164676"/>
                </a:lnTo>
                <a:lnTo>
                  <a:pt x="1464808" y="2163828"/>
                </a:lnTo>
                <a:lnTo>
                  <a:pt x="1460780" y="2164455"/>
                </a:lnTo>
                <a:lnTo>
                  <a:pt x="1454422" y="2185129"/>
                </a:lnTo>
                <a:lnTo>
                  <a:pt x="1453906" y="2185421"/>
                </a:lnTo>
                <a:lnTo>
                  <a:pt x="1460331" y="2164525"/>
                </a:lnTo>
                <a:lnTo>
                  <a:pt x="1454072" y="2165500"/>
                </a:lnTo>
                <a:lnTo>
                  <a:pt x="1450190" y="2193705"/>
                </a:lnTo>
                <a:lnTo>
                  <a:pt x="1449934" y="2193910"/>
                </a:lnTo>
                <a:lnTo>
                  <a:pt x="1453275" y="2169627"/>
                </a:lnTo>
                <a:lnTo>
                  <a:pt x="1453780" y="2165545"/>
                </a:lnTo>
                <a:lnTo>
                  <a:pt x="1451267" y="2165936"/>
                </a:lnTo>
                <a:lnTo>
                  <a:pt x="1449981" y="2185932"/>
                </a:lnTo>
                <a:lnTo>
                  <a:pt x="1449821" y="2186080"/>
                </a:lnTo>
                <a:lnTo>
                  <a:pt x="1450869" y="2169782"/>
                </a:lnTo>
                <a:lnTo>
                  <a:pt x="1451061" y="2165969"/>
                </a:lnTo>
                <a:lnTo>
                  <a:pt x="1446257" y="2166716"/>
                </a:lnTo>
                <a:lnTo>
                  <a:pt x="1441478" y="2176627"/>
                </a:lnTo>
                <a:lnTo>
                  <a:pt x="1441328" y="2176701"/>
                </a:lnTo>
                <a:lnTo>
                  <a:pt x="1446132" y="2166736"/>
                </a:lnTo>
                <a:lnTo>
                  <a:pt x="1441270" y="2167492"/>
                </a:lnTo>
                <a:lnTo>
                  <a:pt x="1437928" y="2167608"/>
                </a:lnTo>
                <a:lnTo>
                  <a:pt x="1430704" y="2178125"/>
                </a:lnTo>
                <a:lnTo>
                  <a:pt x="1430474" y="2179465"/>
                </a:lnTo>
                <a:lnTo>
                  <a:pt x="1441898" y="2181944"/>
                </a:lnTo>
                <a:lnTo>
                  <a:pt x="1441639" y="2182070"/>
                </a:lnTo>
                <a:lnTo>
                  <a:pt x="1430444" y="2179641"/>
                </a:lnTo>
                <a:lnTo>
                  <a:pt x="1428025" y="2193721"/>
                </a:lnTo>
                <a:lnTo>
                  <a:pt x="1427742" y="2193932"/>
                </a:lnTo>
                <a:lnTo>
                  <a:pt x="1430206" y="2179590"/>
                </a:lnTo>
                <a:lnTo>
                  <a:pt x="1429765" y="2179494"/>
                </a:lnTo>
                <a:close/>
                <a:moveTo>
                  <a:pt x="1432479" y="2167796"/>
                </a:moveTo>
                <a:lnTo>
                  <a:pt x="1431376" y="2174219"/>
                </a:lnTo>
                <a:lnTo>
                  <a:pt x="1435868" y="2167679"/>
                </a:lnTo>
                <a:close/>
                <a:moveTo>
                  <a:pt x="1832934" y="1270922"/>
                </a:moveTo>
                <a:lnTo>
                  <a:pt x="1832383" y="1273262"/>
                </a:lnTo>
                <a:lnTo>
                  <a:pt x="1834048" y="1270028"/>
                </a:lnTo>
                <a:close/>
                <a:moveTo>
                  <a:pt x="1798136" y="1348491"/>
                </a:moveTo>
                <a:lnTo>
                  <a:pt x="1799100" y="1350094"/>
                </a:lnTo>
                <a:lnTo>
                  <a:pt x="1799617" y="1348985"/>
                </a:lnTo>
                <a:lnTo>
                  <a:pt x="1798601" y="1347890"/>
                </a:lnTo>
                <a:close/>
                <a:moveTo>
                  <a:pt x="1451274" y="2125092"/>
                </a:moveTo>
                <a:lnTo>
                  <a:pt x="1451590" y="2125333"/>
                </a:lnTo>
                <a:lnTo>
                  <a:pt x="1453120" y="2125209"/>
                </a:lnTo>
                <a:lnTo>
                  <a:pt x="1453161" y="2124396"/>
                </a:lnTo>
                <a:close/>
                <a:moveTo>
                  <a:pt x="1793100" y="1359622"/>
                </a:moveTo>
                <a:lnTo>
                  <a:pt x="1793481" y="1359381"/>
                </a:lnTo>
                <a:lnTo>
                  <a:pt x="1793707" y="1359159"/>
                </a:lnTo>
                <a:close/>
                <a:moveTo>
                  <a:pt x="1833273" y="1269482"/>
                </a:moveTo>
                <a:lnTo>
                  <a:pt x="1833074" y="1270326"/>
                </a:lnTo>
                <a:lnTo>
                  <a:pt x="1834241" y="1269420"/>
                </a:lnTo>
                <a:lnTo>
                  <a:pt x="1834384" y="1268852"/>
                </a:lnTo>
                <a:close/>
                <a:moveTo>
                  <a:pt x="1798037" y="1348325"/>
                </a:moveTo>
                <a:lnTo>
                  <a:pt x="1798047" y="1348342"/>
                </a:lnTo>
                <a:lnTo>
                  <a:pt x="1798135" y="1348228"/>
                </a:lnTo>
                <a:close/>
                <a:moveTo>
                  <a:pt x="1773720" y="1402610"/>
                </a:moveTo>
                <a:lnTo>
                  <a:pt x="1775091" y="1401553"/>
                </a:lnTo>
                <a:lnTo>
                  <a:pt x="1775522" y="1400629"/>
                </a:lnTo>
                <a:lnTo>
                  <a:pt x="1775234" y="1400703"/>
                </a:lnTo>
                <a:close/>
                <a:moveTo>
                  <a:pt x="1797417" y="1349419"/>
                </a:moveTo>
                <a:lnTo>
                  <a:pt x="1797997" y="1350390"/>
                </a:lnTo>
                <a:lnTo>
                  <a:pt x="1798640" y="1351080"/>
                </a:lnTo>
                <a:lnTo>
                  <a:pt x="1798914" y="1350492"/>
                </a:lnTo>
                <a:lnTo>
                  <a:pt x="1797897" y="1348799"/>
                </a:lnTo>
                <a:close/>
                <a:moveTo>
                  <a:pt x="1779776" y="1388881"/>
                </a:moveTo>
                <a:lnTo>
                  <a:pt x="1780040" y="1389061"/>
                </a:lnTo>
                <a:lnTo>
                  <a:pt x="1780345" y="1388709"/>
                </a:lnTo>
                <a:close/>
                <a:moveTo>
                  <a:pt x="1772715" y="1404584"/>
                </a:moveTo>
                <a:lnTo>
                  <a:pt x="1772876" y="1405203"/>
                </a:lnTo>
                <a:lnTo>
                  <a:pt x="1773614" y="1404717"/>
                </a:lnTo>
                <a:lnTo>
                  <a:pt x="1774216" y="1403427"/>
                </a:lnTo>
                <a:close/>
                <a:moveTo>
                  <a:pt x="1449345" y="2128544"/>
                </a:moveTo>
                <a:lnTo>
                  <a:pt x="1452933" y="2128917"/>
                </a:lnTo>
                <a:lnTo>
                  <a:pt x="1452977" y="2128031"/>
                </a:lnTo>
                <a:close/>
                <a:moveTo>
                  <a:pt x="1785204" y="1376424"/>
                </a:moveTo>
                <a:lnTo>
                  <a:pt x="1787081" y="1375855"/>
                </a:lnTo>
                <a:lnTo>
                  <a:pt x="1788843" y="1372078"/>
                </a:lnTo>
                <a:lnTo>
                  <a:pt x="1788307" y="1372805"/>
                </a:lnTo>
                <a:close/>
                <a:moveTo>
                  <a:pt x="1859183" y="1210736"/>
                </a:moveTo>
                <a:lnTo>
                  <a:pt x="1860102" y="1211686"/>
                </a:lnTo>
                <a:lnTo>
                  <a:pt x="1861147" y="1210871"/>
                </a:lnTo>
                <a:lnTo>
                  <a:pt x="1864024" y="1203120"/>
                </a:lnTo>
                <a:close/>
                <a:moveTo>
                  <a:pt x="1798303" y="1346911"/>
                </a:moveTo>
                <a:lnTo>
                  <a:pt x="1798650" y="1347283"/>
                </a:lnTo>
                <a:lnTo>
                  <a:pt x="1799601" y="1346336"/>
                </a:lnTo>
                <a:lnTo>
                  <a:pt x="1802748" y="1342275"/>
                </a:lnTo>
                <a:lnTo>
                  <a:pt x="1804456" y="1338613"/>
                </a:lnTo>
                <a:lnTo>
                  <a:pt x="1804085" y="1338781"/>
                </a:lnTo>
                <a:lnTo>
                  <a:pt x="1803170" y="1340066"/>
                </a:lnTo>
                <a:lnTo>
                  <a:pt x="1803044" y="1340326"/>
                </a:lnTo>
                <a:lnTo>
                  <a:pt x="1802965" y="1340356"/>
                </a:lnTo>
                <a:close/>
                <a:moveTo>
                  <a:pt x="1453810" y="2118158"/>
                </a:moveTo>
                <a:lnTo>
                  <a:pt x="1453788" y="2118593"/>
                </a:lnTo>
                <a:lnTo>
                  <a:pt x="1454849" y="2118202"/>
                </a:lnTo>
                <a:close/>
                <a:moveTo>
                  <a:pt x="1797239" y="1349122"/>
                </a:moveTo>
                <a:lnTo>
                  <a:pt x="1797327" y="1349271"/>
                </a:lnTo>
                <a:lnTo>
                  <a:pt x="1797808" y="1348651"/>
                </a:lnTo>
                <a:lnTo>
                  <a:pt x="1797772" y="1348590"/>
                </a:lnTo>
                <a:lnTo>
                  <a:pt x="1797293" y="1349067"/>
                </a:lnTo>
                <a:close/>
                <a:moveTo>
                  <a:pt x="1405162" y="2226801"/>
                </a:moveTo>
                <a:lnTo>
                  <a:pt x="1404298" y="2243155"/>
                </a:lnTo>
                <a:lnTo>
                  <a:pt x="1409668" y="2228264"/>
                </a:lnTo>
                <a:close/>
                <a:moveTo>
                  <a:pt x="1797698" y="1347762"/>
                </a:moveTo>
                <a:lnTo>
                  <a:pt x="1797875" y="1348056"/>
                </a:lnTo>
                <a:lnTo>
                  <a:pt x="1798332" y="1347600"/>
                </a:lnTo>
                <a:lnTo>
                  <a:pt x="1798038" y="1347284"/>
                </a:lnTo>
                <a:close/>
                <a:moveTo>
                  <a:pt x="1772082" y="1405074"/>
                </a:moveTo>
                <a:lnTo>
                  <a:pt x="1772294" y="1405584"/>
                </a:lnTo>
                <a:lnTo>
                  <a:pt x="1772649" y="1405352"/>
                </a:lnTo>
                <a:lnTo>
                  <a:pt x="1772493" y="1404756"/>
                </a:lnTo>
                <a:close/>
                <a:moveTo>
                  <a:pt x="1450349" y="2125434"/>
                </a:moveTo>
                <a:lnTo>
                  <a:pt x="1450761" y="2125400"/>
                </a:lnTo>
                <a:lnTo>
                  <a:pt x="1450650" y="2125323"/>
                </a:lnTo>
                <a:close/>
                <a:moveTo>
                  <a:pt x="1837492" y="1258338"/>
                </a:moveTo>
                <a:lnTo>
                  <a:pt x="1835291" y="1267614"/>
                </a:lnTo>
                <a:lnTo>
                  <a:pt x="1843074" y="1252494"/>
                </a:lnTo>
                <a:lnTo>
                  <a:pt x="1843176" y="1251524"/>
                </a:lnTo>
                <a:lnTo>
                  <a:pt x="1841433" y="1252577"/>
                </a:lnTo>
                <a:close/>
                <a:moveTo>
                  <a:pt x="1455544" y="2113520"/>
                </a:moveTo>
                <a:lnTo>
                  <a:pt x="1460380" y="2112137"/>
                </a:lnTo>
                <a:lnTo>
                  <a:pt x="1460801" y="2108731"/>
                </a:lnTo>
                <a:lnTo>
                  <a:pt x="1459962" y="2108446"/>
                </a:lnTo>
                <a:lnTo>
                  <a:pt x="1458182" y="2109420"/>
                </a:lnTo>
                <a:close/>
                <a:moveTo>
                  <a:pt x="1805065" y="1330855"/>
                </a:moveTo>
                <a:lnTo>
                  <a:pt x="1805692" y="1331444"/>
                </a:lnTo>
                <a:lnTo>
                  <a:pt x="1808753" y="1326951"/>
                </a:lnTo>
                <a:lnTo>
                  <a:pt x="1807300" y="1328049"/>
                </a:lnTo>
                <a:lnTo>
                  <a:pt x="1806440" y="1328996"/>
                </a:lnTo>
                <a:close/>
                <a:moveTo>
                  <a:pt x="1465083" y="2092050"/>
                </a:moveTo>
                <a:lnTo>
                  <a:pt x="1466171" y="2092026"/>
                </a:lnTo>
                <a:lnTo>
                  <a:pt x="1467572" y="2089138"/>
                </a:lnTo>
                <a:close/>
                <a:moveTo>
                  <a:pt x="1797006" y="1348734"/>
                </a:moveTo>
                <a:lnTo>
                  <a:pt x="1797077" y="1348851"/>
                </a:lnTo>
                <a:lnTo>
                  <a:pt x="1797610" y="1348320"/>
                </a:lnTo>
                <a:lnTo>
                  <a:pt x="1797468" y="1348085"/>
                </a:lnTo>
                <a:close/>
                <a:moveTo>
                  <a:pt x="1857080" y="1214044"/>
                </a:moveTo>
                <a:lnTo>
                  <a:pt x="1859961" y="1211796"/>
                </a:lnTo>
                <a:lnTo>
                  <a:pt x="1859085" y="1210890"/>
                </a:lnTo>
                <a:close/>
                <a:moveTo>
                  <a:pt x="1796767" y="1349071"/>
                </a:moveTo>
                <a:lnTo>
                  <a:pt x="1796810" y="1349117"/>
                </a:lnTo>
                <a:lnTo>
                  <a:pt x="1796837" y="1349090"/>
                </a:lnTo>
                <a:lnTo>
                  <a:pt x="1796799" y="1349026"/>
                </a:lnTo>
                <a:close/>
                <a:moveTo>
                  <a:pt x="1454519" y="2115113"/>
                </a:moveTo>
                <a:lnTo>
                  <a:pt x="1459953" y="2115594"/>
                </a:lnTo>
                <a:lnTo>
                  <a:pt x="1460360" y="2112297"/>
                </a:lnTo>
                <a:lnTo>
                  <a:pt x="1455422" y="2113710"/>
                </a:lnTo>
                <a:close/>
                <a:moveTo>
                  <a:pt x="1453911" y="2116164"/>
                </a:moveTo>
                <a:lnTo>
                  <a:pt x="1453816" y="2118036"/>
                </a:lnTo>
                <a:lnTo>
                  <a:pt x="1455147" y="2118093"/>
                </a:lnTo>
                <a:lnTo>
                  <a:pt x="1459125" y="2116625"/>
                </a:lnTo>
                <a:close/>
                <a:moveTo>
                  <a:pt x="1772317" y="1403059"/>
                </a:moveTo>
                <a:lnTo>
                  <a:pt x="1772340" y="1403150"/>
                </a:lnTo>
                <a:lnTo>
                  <a:pt x="1774036" y="1401012"/>
                </a:lnTo>
                <a:lnTo>
                  <a:pt x="1773628" y="1401117"/>
                </a:lnTo>
                <a:close/>
                <a:moveTo>
                  <a:pt x="1855334" y="1216792"/>
                </a:moveTo>
                <a:lnTo>
                  <a:pt x="1860182" y="1213229"/>
                </a:lnTo>
                <a:lnTo>
                  <a:pt x="1860306" y="1213136"/>
                </a:lnTo>
                <a:lnTo>
                  <a:pt x="1860570" y="1212425"/>
                </a:lnTo>
                <a:lnTo>
                  <a:pt x="1860221" y="1212064"/>
                </a:lnTo>
                <a:lnTo>
                  <a:pt x="1856487" y="1214977"/>
                </a:lnTo>
                <a:close/>
                <a:moveTo>
                  <a:pt x="1771777" y="1403859"/>
                </a:moveTo>
                <a:lnTo>
                  <a:pt x="1772139" y="1403403"/>
                </a:lnTo>
                <a:lnTo>
                  <a:pt x="1772124" y="1403345"/>
                </a:lnTo>
                <a:close/>
                <a:moveTo>
                  <a:pt x="1862243" y="1201084"/>
                </a:moveTo>
                <a:lnTo>
                  <a:pt x="1864147" y="1202328"/>
                </a:lnTo>
                <a:lnTo>
                  <a:pt x="1864558" y="1201682"/>
                </a:lnTo>
                <a:lnTo>
                  <a:pt x="1866746" y="1195787"/>
                </a:lnTo>
                <a:close/>
                <a:moveTo>
                  <a:pt x="1452672" y="2117987"/>
                </a:moveTo>
                <a:lnTo>
                  <a:pt x="1453483" y="2118022"/>
                </a:lnTo>
                <a:lnTo>
                  <a:pt x="1453554" y="2116616"/>
                </a:lnTo>
                <a:close/>
                <a:moveTo>
                  <a:pt x="1425564" y="2178583"/>
                </a:moveTo>
                <a:lnTo>
                  <a:pt x="1423882" y="2185101"/>
                </a:lnTo>
                <a:lnTo>
                  <a:pt x="1425375" y="2182956"/>
                </a:lnTo>
                <a:lnTo>
                  <a:pt x="1428013" y="2179114"/>
                </a:lnTo>
                <a:close/>
                <a:moveTo>
                  <a:pt x="1447812" y="2128761"/>
                </a:moveTo>
                <a:lnTo>
                  <a:pt x="1452881" y="2129930"/>
                </a:lnTo>
                <a:lnTo>
                  <a:pt x="1452919" y="2129175"/>
                </a:lnTo>
                <a:lnTo>
                  <a:pt x="1450193" y="2128982"/>
                </a:lnTo>
                <a:lnTo>
                  <a:pt x="1447922" y="2128746"/>
                </a:lnTo>
                <a:close/>
                <a:moveTo>
                  <a:pt x="1452461" y="2118315"/>
                </a:moveTo>
                <a:lnTo>
                  <a:pt x="1453433" y="2118724"/>
                </a:lnTo>
                <a:lnTo>
                  <a:pt x="1453448" y="2118719"/>
                </a:lnTo>
                <a:lnTo>
                  <a:pt x="1453477" y="2118145"/>
                </a:lnTo>
                <a:lnTo>
                  <a:pt x="1452594" y="2118107"/>
                </a:lnTo>
                <a:close/>
                <a:moveTo>
                  <a:pt x="1463079" y="2094396"/>
                </a:moveTo>
                <a:lnTo>
                  <a:pt x="1462998" y="2095046"/>
                </a:lnTo>
                <a:lnTo>
                  <a:pt x="1464845" y="2094761"/>
                </a:lnTo>
                <a:lnTo>
                  <a:pt x="1465914" y="2092557"/>
                </a:lnTo>
                <a:lnTo>
                  <a:pt x="1465220" y="2092582"/>
                </a:lnTo>
                <a:lnTo>
                  <a:pt x="1464618" y="2092595"/>
                </a:lnTo>
                <a:close/>
                <a:moveTo>
                  <a:pt x="1854143" y="1218665"/>
                </a:moveTo>
                <a:lnTo>
                  <a:pt x="1852720" y="1232281"/>
                </a:lnTo>
                <a:lnTo>
                  <a:pt x="1852893" y="1232171"/>
                </a:lnTo>
                <a:lnTo>
                  <a:pt x="1853634" y="1231112"/>
                </a:lnTo>
                <a:lnTo>
                  <a:pt x="1860243" y="1213305"/>
                </a:lnTo>
                <a:lnTo>
                  <a:pt x="1855060" y="1217223"/>
                </a:lnTo>
                <a:close/>
                <a:moveTo>
                  <a:pt x="1451814" y="2119322"/>
                </a:moveTo>
                <a:lnTo>
                  <a:pt x="1452793" y="2118960"/>
                </a:lnTo>
                <a:lnTo>
                  <a:pt x="1452205" y="2118713"/>
                </a:lnTo>
                <a:close/>
                <a:moveTo>
                  <a:pt x="1786277" y="1370173"/>
                </a:moveTo>
                <a:lnTo>
                  <a:pt x="1788587" y="1369178"/>
                </a:lnTo>
                <a:lnTo>
                  <a:pt x="1790711" y="1366702"/>
                </a:lnTo>
                <a:lnTo>
                  <a:pt x="1790438" y="1365519"/>
                </a:lnTo>
                <a:close/>
                <a:moveTo>
                  <a:pt x="1854229" y="1217851"/>
                </a:moveTo>
                <a:lnTo>
                  <a:pt x="1854219" y="1217945"/>
                </a:lnTo>
                <a:lnTo>
                  <a:pt x="1854272" y="1217865"/>
                </a:lnTo>
                <a:lnTo>
                  <a:pt x="1854329" y="1217775"/>
                </a:lnTo>
                <a:close/>
                <a:moveTo>
                  <a:pt x="1771992" y="1401819"/>
                </a:moveTo>
                <a:lnTo>
                  <a:pt x="1772168" y="1402489"/>
                </a:lnTo>
                <a:lnTo>
                  <a:pt x="1772982" y="1401283"/>
                </a:lnTo>
                <a:lnTo>
                  <a:pt x="1772663" y="1401366"/>
                </a:lnTo>
                <a:close/>
                <a:moveTo>
                  <a:pt x="1821604" y="1290645"/>
                </a:moveTo>
                <a:lnTo>
                  <a:pt x="1826071" y="1285361"/>
                </a:lnTo>
                <a:lnTo>
                  <a:pt x="1823140" y="1287249"/>
                </a:lnTo>
                <a:close/>
                <a:moveTo>
                  <a:pt x="1416201" y="2198389"/>
                </a:moveTo>
                <a:lnTo>
                  <a:pt x="1419030" y="2200032"/>
                </a:lnTo>
                <a:lnTo>
                  <a:pt x="1421060" y="2192166"/>
                </a:lnTo>
                <a:lnTo>
                  <a:pt x="1420325" y="2193237"/>
                </a:lnTo>
                <a:close/>
                <a:moveTo>
                  <a:pt x="1817006" y="1300805"/>
                </a:moveTo>
                <a:lnTo>
                  <a:pt x="1820949" y="1295474"/>
                </a:lnTo>
                <a:lnTo>
                  <a:pt x="1821724" y="1293970"/>
                </a:lnTo>
                <a:lnTo>
                  <a:pt x="1818131" y="1298317"/>
                </a:lnTo>
                <a:close/>
                <a:moveTo>
                  <a:pt x="1774168" y="1396590"/>
                </a:moveTo>
                <a:lnTo>
                  <a:pt x="1774355" y="1396521"/>
                </a:lnTo>
                <a:lnTo>
                  <a:pt x="1774309" y="1396427"/>
                </a:lnTo>
                <a:close/>
                <a:moveTo>
                  <a:pt x="1771925" y="1401559"/>
                </a:moveTo>
                <a:lnTo>
                  <a:pt x="1771943" y="1401629"/>
                </a:lnTo>
                <a:lnTo>
                  <a:pt x="1772128" y="1401504"/>
                </a:lnTo>
                <a:lnTo>
                  <a:pt x="1771941" y="1401552"/>
                </a:lnTo>
                <a:close/>
                <a:moveTo>
                  <a:pt x="1463297" y="2092624"/>
                </a:moveTo>
                <a:lnTo>
                  <a:pt x="1463140" y="2093901"/>
                </a:lnTo>
                <a:lnTo>
                  <a:pt x="1464218" y="2092604"/>
                </a:lnTo>
                <a:close/>
                <a:moveTo>
                  <a:pt x="1773743" y="1397189"/>
                </a:moveTo>
                <a:lnTo>
                  <a:pt x="1774206" y="1397304"/>
                </a:lnTo>
                <a:lnTo>
                  <a:pt x="1774644" y="1397119"/>
                </a:lnTo>
                <a:lnTo>
                  <a:pt x="1774539" y="1396900"/>
                </a:lnTo>
                <a:close/>
                <a:moveTo>
                  <a:pt x="1800035" y="1338304"/>
                </a:moveTo>
                <a:lnTo>
                  <a:pt x="1801785" y="1337179"/>
                </a:lnTo>
                <a:lnTo>
                  <a:pt x="1804680" y="1332930"/>
                </a:lnTo>
                <a:lnTo>
                  <a:pt x="1804002" y="1332293"/>
                </a:lnTo>
                <a:lnTo>
                  <a:pt x="1800793" y="1336629"/>
                </a:lnTo>
                <a:close/>
                <a:moveTo>
                  <a:pt x="1799484" y="1339522"/>
                </a:moveTo>
                <a:lnTo>
                  <a:pt x="1800483" y="1339091"/>
                </a:lnTo>
                <a:lnTo>
                  <a:pt x="1801009" y="1338318"/>
                </a:lnTo>
                <a:lnTo>
                  <a:pt x="1799626" y="1339207"/>
                </a:lnTo>
                <a:close/>
                <a:moveTo>
                  <a:pt x="1854356" y="1216641"/>
                </a:moveTo>
                <a:lnTo>
                  <a:pt x="1854257" y="1217583"/>
                </a:lnTo>
                <a:lnTo>
                  <a:pt x="1854621" y="1217316"/>
                </a:lnTo>
                <a:lnTo>
                  <a:pt x="1855732" y="1215567"/>
                </a:lnTo>
                <a:close/>
                <a:moveTo>
                  <a:pt x="1799030" y="1340509"/>
                </a:moveTo>
                <a:lnTo>
                  <a:pt x="1799102" y="1340476"/>
                </a:lnTo>
                <a:lnTo>
                  <a:pt x="1799209" y="1340370"/>
                </a:lnTo>
                <a:lnTo>
                  <a:pt x="1799066" y="1340432"/>
                </a:lnTo>
                <a:close/>
                <a:moveTo>
                  <a:pt x="1791545" y="1356998"/>
                </a:moveTo>
                <a:lnTo>
                  <a:pt x="1791894" y="1358507"/>
                </a:lnTo>
                <a:lnTo>
                  <a:pt x="1796989" y="1354618"/>
                </a:lnTo>
                <a:lnTo>
                  <a:pt x="1798328" y="1351746"/>
                </a:lnTo>
                <a:lnTo>
                  <a:pt x="1797805" y="1351186"/>
                </a:lnTo>
                <a:lnTo>
                  <a:pt x="1796801" y="1350214"/>
                </a:lnTo>
                <a:close/>
                <a:moveTo>
                  <a:pt x="1828294" y="1274642"/>
                </a:moveTo>
                <a:lnTo>
                  <a:pt x="1829032" y="1275233"/>
                </a:lnTo>
                <a:lnTo>
                  <a:pt x="1830772" y="1273307"/>
                </a:lnTo>
                <a:lnTo>
                  <a:pt x="1830783" y="1273741"/>
                </a:lnTo>
                <a:lnTo>
                  <a:pt x="1829266" y="1275421"/>
                </a:lnTo>
                <a:lnTo>
                  <a:pt x="1830686" y="1276559"/>
                </a:lnTo>
                <a:lnTo>
                  <a:pt x="1831879" y="1274241"/>
                </a:lnTo>
                <a:lnTo>
                  <a:pt x="1832597" y="1271192"/>
                </a:lnTo>
                <a:close/>
                <a:moveTo>
                  <a:pt x="1773163" y="1397746"/>
                </a:moveTo>
                <a:lnTo>
                  <a:pt x="1773926" y="1397423"/>
                </a:lnTo>
                <a:lnTo>
                  <a:pt x="1773530" y="1397323"/>
                </a:lnTo>
                <a:close/>
                <a:moveTo>
                  <a:pt x="1771008" y="1402486"/>
                </a:moveTo>
                <a:lnTo>
                  <a:pt x="1771450" y="1403552"/>
                </a:lnTo>
                <a:lnTo>
                  <a:pt x="1771975" y="1402774"/>
                </a:lnTo>
                <a:lnTo>
                  <a:pt x="1771766" y="1401972"/>
                </a:lnTo>
                <a:close/>
                <a:moveTo>
                  <a:pt x="1791463" y="1356647"/>
                </a:moveTo>
                <a:lnTo>
                  <a:pt x="1791484" y="1356736"/>
                </a:lnTo>
                <a:lnTo>
                  <a:pt x="1793382" y="1354362"/>
                </a:lnTo>
                <a:lnTo>
                  <a:pt x="1796683" y="1350101"/>
                </a:lnTo>
                <a:lnTo>
                  <a:pt x="1796472" y="1349896"/>
                </a:lnTo>
                <a:lnTo>
                  <a:pt x="1795439" y="1350938"/>
                </a:lnTo>
                <a:lnTo>
                  <a:pt x="1794229" y="1352639"/>
                </a:lnTo>
                <a:lnTo>
                  <a:pt x="1791975" y="1355555"/>
                </a:lnTo>
                <a:close/>
                <a:moveTo>
                  <a:pt x="1434538" y="2155817"/>
                </a:moveTo>
                <a:lnTo>
                  <a:pt x="1433988" y="2159017"/>
                </a:lnTo>
                <a:lnTo>
                  <a:pt x="1435005" y="2159559"/>
                </a:lnTo>
                <a:lnTo>
                  <a:pt x="1434751" y="2159629"/>
                </a:lnTo>
                <a:lnTo>
                  <a:pt x="1433955" y="2159205"/>
                </a:lnTo>
                <a:lnTo>
                  <a:pt x="1433418" y="2162334"/>
                </a:lnTo>
                <a:lnTo>
                  <a:pt x="1439698" y="2161181"/>
                </a:lnTo>
                <a:lnTo>
                  <a:pt x="1441851" y="2157064"/>
                </a:lnTo>
                <a:close/>
                <a:moveTo>
                  <a:pt x="1463514" y="2090875"/>
                </a:moveTo>
                <a:lnTo>
                  <a:pt x="1463364" y="2092088"/>
                </a:lnTo>
                <a:lnTo>
                  <a:pt x="1464671" y="2092059"/>
                </a:lnTo>
                <a:lnTo>
                  <a:pt x="1467533" y="2088618"/>
                </a:lnTo>
                <a:lnTo>
                  <a:pt x="1467366" y="2088561"/>
                </a:lnTo>
                <a:close/>
                <a:moveTo>
                  <a:pt x="1787316" y="1365492"/>
                </a:moveTo>
                <a:lnTo>
                  <a:pt x="1788923" y="1363900"/>
                </a:lnTo>
                <a:lnTo>
                  <a:pt x="1787703" y="1364666"/>
                </a:lnTo>
                <a:close/>
                <a:moveTo>
                  <a:pt x="1825735" y="1279331"/>
                </a:moveTo>
                <a:lnTo>
                  <a:pt x="1827493" y="1282764"/>
                </a:lnTo>
                <a:lnTo>
                  <a:pt x="1830082" y="1277733"/>
                </a:lnTo>
                <a:lnTo>
                  <a:pt x="1828397" y="1276384"/>
                </a:lnTo>
                <a:close/>
                <a:moveTo>
                  <a:pt x="1784829" y="1370798"/>
                </a:moveTo>
                <a:lnTo>
                  <a:pt x="1785349" y="1370574"/>
                </a:lnTo>
                <a:lnTo>
                  <a:pt x="1790348" y="1365131"/>
                </a:lnTo>
                <a:lnTo>
                  <a:pt x="1790217" y="1364563"/>
                </a:lnTo>
                <a:lnTo>
                  <a:pt x="1785248" y="1369902"/>
                </a:lnTo>
                <a:close/>
                <a:moveTo>
                  <a:pt x="1784500" y="1371498"/>
                </a:moveTo>
                <a:lnTo>
                  <a:pt x="1785109" y="1370835"/>
                </a:lnTo>
                <a:lnTo>
                  <a:pt x="1784736" y="1370996"/>
                </a:lnTo>
                <a:close/>
                <a:moveTo>
                  <a:pt x="1770817" y="1402027"/>
                </a:moveTo>
                <a:lnTo>
                  <a:pt x="1770935" y="1402311"/>
                </a:lnTo>
                <a:lnTo>
                  <a:pt x="1771717" y="1401781"/>
                </a:lnTo>
                <a:lnTo>
                  <a:pt x="1771685" y="1401660"/>
                </a:lnTo>
                <a:close/>
                <a:moveTo>
                  <a:pt x="1783139" y="1374401"/>
                </a:moveTo>
                <a:lnTo>
                  <a:pt x="1785243" y="1373077"/>
                </a:lnTo>
                <a:lnTo>
                  <a:pt x="1788371" y="1369430"/>
                </a:lnTo>
                <a:lnTo>
                  <a:pt x="1786046" y="1370432"/>
                </a:lnTo>
                <a:lnTo>
                  <a:pt x="1783876" y="1372859"/>
                </a:lnTo>
                <a:lnTo>
                  <a:pt x="1783847" y="1372890"/>
                </a:lnTo>
                <a:close/>
                <a:moveTo>
                  <a:pt x="1782093" y="1376633"/>
                </a:moveTo>
                <a:lnTo>
                  <a:pt x="1782370" y="1376428"/>
                </a:lnTo>
                <a:lnTo>
                  <a:pt x="1783881" y="1374665"/>
                </a:lnTo>
                <a:lnTo>
                  <a:pt x="1782653" y="1375438"/>
                </a:lnTo>
                <a:close/>
                <a:moveTo>
                  <a:pt x="1798426" y="1339979"/>
                </a:moveTo>
                <a:lnTo>
                  <a:pt x="1798585" y="1339910"/>
                </a:lnTo>
                <a:lnTo>
                  <a:pt x="1798608" y="1339862"/>
                </a:lnTo>
                <a:close/>
                <a:moveTo>
                  <a:pt x="1434946" y="2153442"/>
                </a:moveTo>
                <a:lnTo>
                  <a:pt x="1434646" y="2155185"/>
                </a:lnTo>
                <a:lnTo>
                  <a:pt x="1442017" y="2156746"/>
                </a:lnTo>
                <a:lnTo>
                  <a:pt x="1443089" y="2154698"/>
                </a:lnTo>
                <a:lnTo>
                  <a:pt x="1440344" y="2153832"/>
                </a:lnTo>
                <a:lnTo>
                  <a:pt x="1440181" y="2153826"/>
                </a:lnTo>
                <a:close/>
                <a:moveTo>
                  <a:pt x="1773441" y="1395085"/>
                </a:moveTo>
                <a:lnTo>
                  <a:pt x="1773612" y="1394989"/>
                </a:lnTo>
                <a:lnTo>
                  <a:pt x="1773577" y="1394914"/>
                </a:lnTo>
                <a:lnTo>
                  <a:pt x="1773466" y="1395032"/>
                </a:lnTo>
                <a:close/>
                <a:moveTo>
                  <a:pt x="1795363" y="1345986"/>
                </a:moveTo>
                <a:lnTo>
                  <a:pt x="1795560" y="1346315"/>
                </a:lnTo>
                <a:lnTo>
                  <a:pt x="1795630" y="1346212"/>
                </a:lnTo>
                <a:lnTo>
                  <a:pt x="1795943" y="1345546"/>
                </a:lnTo>
                <a:lnTo>
                  <a:pt x="1795877" y="1345436"/>
                </a:lnTo>
                <a:close/>
                <a:moveTo>
                  <a:pt x="1772589" y="1396902"/>
                </a:moveTo>
                <a:lnTo>
                  <a:pt x="1773016" y="1397009"/>
                </a:lnTo>
                <a:lnTo>
                  <a:pt x="1773177" y="1396950"/>
                </a:lnTo>
                <a:lnTo>
                  <a:pt x="1773868" y="1396157"/>
                </a:lnTo>
                <a:lnTo>
                  <a:pt x="1772607" y="1396863"/>
                </a:lnTo>
                <a:close/>
                <a:moveTo>
                  <a:pt x="1772441" y="1397218"/>
                </a:moveTo>
                <a:lnTo>
                  <a:pt x="1772710" y="1397120"/>
                </a:lnTo>
                <a:lnTo>
                  <a:pt x="1772511" y="1397070"/>
                </a:lnTo>
                <a:close/>
                <a:moveTo>
                  <a:pt x="1772017" y="1398122"/>
                </a:moveTo>
                <a:lnTo>
                  <a:pt x="1772202" y="1398072"/>
                </a:lnTo>
                <a:lnTo>
                  <a:pt x="1772611" y="1397601"/>
                </a:lnTo>
                <a:lnTo>
                  <a:pt x="1772189" y="1397754"/>
                </a:lnTo>
                <a:close/>
                <a:moveTo>
                  <a:pt x="1797368" y="1341259"/>
                </a:moveTo>
                <a:lnTo>
                  <a:pt x="1798110" y="1340923"/>
                </a:lnTo>
                <a:lnTo>
                  <a:pt x="1798156" y="1340825"/>
                </a:lnTo>
                <a:lnTo>
                  <a:pt x="1797471" y="1341121"/>
                </a:lnTo>
                <a:close/>
                <a:moveTo>
                  <a:pt x="1435160" y="2152197"/>
                </a:moveTo>
                <a:lnTo>
                  <a:pt x="1434990" y="2153187"/>
                </a:lnTo>
                <a:lnTo>
                  <a:pt x="1439301" y="2153504"/>
                </a:lnTo>
                <a:close/>
                <a:moveTo>
                  <a:pt x="1788418" y="1361033"/>
                </a:moveTo>
                <a:lnTo>
                  <a:pt x="1788798" y="1360784"/>
                </a:lnTo>
                <a:lnTo>
                  <a:pt x="1789085" y="1360172"/>
                </a:lnTo>
                <a:close/>
                <a:moveTo>
                  <a:pt x="1767754" y="1407214"/>
                </a:moveTo>
                <a:lnTo>
                  <a:pt x="1768007" y="1407019"/>
                </a:lnTo>
                <a:lnTo>
                  <a:pt x="1767919" y="1406862"/>
                </a:lnTo>
                <a:close/>
                <a:moveTo>
                  <a:pt x="1827951" y="1272286"/>
                </a:moveTo>
                <a:lnTo>
                  <a:pt x="1833016" y="1269412"/>
                </a:lnTo>
                <a:lnTo>
                  <a:pt x="1833196" y="1268646"/>
                </a:lnTo>
                <a:lnTo>
                  <a:pt x="1833378" y="1269036"/>
                </a:lnTo>
                <a:lnTo>
                  <a:pt x="1833332" y="1269233"/>
                </a:lnTo>
                <a:lnTo>
                  <a:pt x="1834447" y="1268600"/>
                </a:lnTo>
                <a:lnTo>
                  <a:pt x="1836760" y="1259408"/>
                </a:lnTo>
                <a:close/>
                <a:moveTo>
                  <a:pt x="1794627" y="1346774"/>
                </a:moveTo>
                <a:lnTo>
                  <a:pt x="1794985" y="1347159"/>
                </a:lnTo>
                <a:lnTo>
                  <a:pt x="1795356" y="1346615"/>
                </a:lnTo>
                <a:lnTo>
                  <a:pt x="1795129" y="1346236"/>
                </a:lnTo>
                <a:close/>
                <a:moveTo>
                  <a:pt x="1796358" y="1342624"/>
                </a:moveTo>
                <a:lnTo>
                  <a:pt x="1797275" y="1342278"/>
                </a:lnTo>
                <a:lnTo>
                  <a:pt x="1797646" y="1341912"/>
                </a:lnTo>
                <a:lnTo>
                  <a:pt x="1797778" y="1341630"/>
                </a:lnTo>
                <a:lnTo>
                  <a:pt x="1797560" y="1341729"/>
                </a:lnTo>
                <a:lnTo>
                  <a:pt x="1796643" y="1342239"/>
                </a:lnTo>
                <a:close/>
                <a:moveTo>
                  <a:pt x="1440320" y="2139796"/>
                </a:moveTo>
                <a:lnTo>
                  <a:pt x="1446057" y="2142756"/>
                </a:lnTo>
                <a:lnTo>
                  <a:pt x="1448786" y="2143804"/>
                </a:lnTo>
                <a:lnTo>
                  <a:pt x="1450175" y="2141148"/>
                </a:lnTo>
                <a:lnTo>
                  <a:pt x="1447734" y="2139930"/>
                </a:lnTo>
                <a:close/>
                <a:moveTo>
                  <a:pt x="1451462" y="2114843"/>
                </a:moveTo>
                <a:lnTo>
                  <a:pt x="1452004" y="2114890"/>
                </a:lnTo>
                <a:lnTo>
                  <a:pt x="1452164" y="2114642"/>
                </a:lnTo>
                <a:close/>
                <a:moveTo>
                  <a:pt x="1405660" y="2217356"/>
                </a:moveTo>
                <a:lnTo>
                  <a:pt x="1405167" y="2226694"/>
                </a:lnTo>
                <a:lnTo>
                  <a:pt x="1409704" y="2228166"/>
                </a:lnTo>
                <a:lnTo>
                  <a:pt x="1413101" y="2218745"/>
                </a:lnTo>
                <a:close/>
                <a:moveTo>
                  <a:pt x="1443973" y="2131512"/>
                </a:moveTo>
                <a:lnTo>
                  <a:pt x="1448435" y="2133623"/>
                </a:lnTo>
                <a:lnTo>
                  <a:pt x="1452647" y="2134568"/>
                </a:lnTo>
                <a:lnTo>
                  <a:pt x="1452769" y="2132155"/>
                </a:lnTo>
                <a:lnTo>
                  <a:pt x="1444750" y="2130305"/>
                </a:lnTo>
                <a:close/>
                <a:moveTo>
                  <a:pt x="1856427" y="1207887"/>
                </a:moveTo>
                <a:lnTo>
                  <a:pt x="1858954" y="1210499"/>
                </a:lnTo>
                <a:lnTo>
                  <a:pt x="1863801" y="1202873"/>
                </a:lnTo>
                <a:lnTo>
                  <a:pt x="1861820" y="1201581"/>
                </a:lnTo>
                <a:lnTo>
                  <a:pt x="1856576" y="1207749"/>
                </a:lnTo>
                <a:close/>
                <a:moveTo>
                  <a:pt x="1860078" y="1199668"/>
                </a:moveTo>
                <a:lnTo>
                  <a:pt x="1860543" y="1199972"/>
                </a:lnTo>
                <a:lnTo>
                  <a:pt x="1862942" y="1197754"/>
                </a:lnTo>
                <a:lnTo>
                  <a:pt x="1868398" y="1191337"/>
                </a:lnTo>
                <a:lnTo>
                  <a:pt x="1869978" y="1187080"/>
                </a:lnTo>
                <a:lnTo>
                  <a:pt x="1860095" y="1199647"/>
                </a:lnTo>
                <a:close/>
                <a:moveTo>
                  <a:pt x="1827031" y="1273631"/>
                </a:moveTo>
                <a:lnTo>
                  <a:pt x="1827910" y="1274335"/>
                </a:lnTo>
                <a:lnTo>
                  <a:pt x="1832740" y="1270586"/>
                </a:lnTo>
                <a:lnTo>
                  <a:pt x="1832957" y="1269661"/>
                </a:lnTo>
                <a:lnTo>
                  <a:pt x="1827710" y="1272639"/>
                </a:lnTo>
                <a:close/>
                <a:moveTo>
                  <a:pt x="1841630" y="1240911"/>
                </a:moveTo>
                <a:lnTo>
                  <a:pt x="1839111" y="1251520"/>
                </a:lnTo>
                <a:lnTo>
                  <a:pt x="1839493" y="1251295"/>
                </a:lnTo>
                <a:lnTo>
                  <a:pt x="1843849" y="1245078"/>
                </a:lnTo>
                <a:lnTo>
                  <a:pt x="1844474" y="1239096"/>
                </a:lnTo>
                <a:close/>
                <a:moveTo>
                  <a:pt x="1908431" y="1091328"/>
                </a:moveTo>
                <a:lnTo>
                  <a:pt x="1935333" y="1051709"/>
                </a:lnTo>
                <a:lnTo>
                  <a:pt x="1943227" y="1039513"/>
                </a:lnTo>
                <a:lnTo>
                  <a:pt x="1943245" y="1039724"/>
                </a:lnTo>
                <a:lnTo>
                  <a:pt x="1928983" y="1061760"/>
                </a:lnTo>
                <a:close/>
                <a:moveTo>
                  <a:pt x="1411232" y="2204597"/>
                </a:moveTo>
                <a:lnTo>
                  <a:pt x="1416774" y="2206831"/>
                </a:lnTo>
                <a:lnTo>
                  <a:pt x="1417280" y="2206813"/>
                </a:lnTo>
                <a:lnTo>
                  <a:pt x="1418971" y="2200258"/>
                </a:lnTo>
                <a:lnTo>
                  <a:pt x="1416058" y="2198567"/>
                </a:lnTo>
                <a:close/>
                <a:moveTo>
                  <a:pt x="1781531" y="1375413"/>
                </a:moveTo>
                <a:lnTo>
                  <a:pt x="1782110" y="1375048"/>
                </a:lnTo>
                <a:lnTo>
                  <a:pt x="1782366" y="1374504"/>
                </a:lnTo>
                <a:close/>
                <a:moveTo>
                  <a:pt x="1461423" y="2092130"/>
                </a:moveTo>
                <a:lnTo>
                  <a:pt x="1462857" y="2092099"/>
                </a:lnTo>
                <a:lnTo>
                  <a:pt x="1462968" y="2091202"/>
                </a:lnTo>
                <a:close/>
                <a:moveTo>
                  <a:pt x="1443350" y="2132481"/>
                </a:moveTo>
                <a:lnTo>
                  <a:pt x="1447511" y="2133415"/>
                </a:lnTo>
                <a:lnTo>
                  <a:pt x="1443860" y="2131689"/>
                </a:lnTo>
                <a:close/>
                <a:moveTo>
                  <a:pt x="1795456" y="1343844"/>
                </a:moveTo>
                <a:lnTo>
                  <a:pt x="1795568" y="1343964"/>
                </a:lnTo>
                <a:lnTo>
                  <a:pt x="1796910" y="1342639"/>
                </a:lnTo>
                <a:lnTo>
                  <a:pt x="1796129" y="1342934"/>
                </a:lnTo>
                <a:close/>
                <a:moveTo>
                  <a:pt x="1787515" y="1361624"/>
                </a:moveTo>
                <a:lnTo>
                  <a:pt x="1787640" y="1361542"/>
                </a:lnTo>
                <a:lnTo>
                  <a:pt x="1789097" y="1359721"/>
                </a:lnTo>
                <a:lnTo>
                  <a:pt x="1789024" y="1359408"/>
                </a:lnTo>
                <a:close/>
                <a:moveTo>
                  <a:pt x="1427288" y="2167975"/>
                </a:moveTo>
                <a:lnTo>
                  <a:pt x="1426204" y="2176106"/>
                </a:lnTo>
                <a:lnTo>
                  <a:pt x="1425609" y="2178409"/>
                </a:lnTo>
                <a:lnTo>
                  <a:pt x="1428123" y="2178955"/>
                </a:lnTo>
                <a:lnTo>
                  <a:pt x="1431047" y="2174698"/>
                </a:lnTo>
                <a:lnTo>
                  <a:pt x="1432208" y="2167943"/>
                </a:lnTo>
                <a:lnTo>
                  <a:pt x="1432229" y="2167805"/>
                </a:lnTo>
                <a:close/>
                <a:moveTo>
                  <a:pt x="1771040" y="1398173"/>
                </a:moveTo>
                <a:lnTo>
                  <a:pt x="1771093" y="1398374"/>
                </a:lnTo>
                <a:lnTo>
                  <a:pt x="1771186" y="1398349"/>
                </a:lnTo>
                <a:lnTo>
                  <a:pt x="1771315" y="1398072"/>
                </a:lnTo>
                <a:close/>
                <a:moveTo>
                  <a:pt x="1794823" y="1344698"/>
                </a:moveTo>
                <a:lnTo>
                  <a:pt x="1795206" y="1344321"/>
                </a:lnTo>
                <a:lnTo>
                  <a:pt x="1795160" y="1344243"/>
                </a:lnTo>
                <a:close/>
                <a:moveTo>
                  <a:pt x="1771117" y="1397699"/>
                </a:moveTo>
                <a:lnTo>
                  <a:pt x="1771567" y="1397535"/>
                </a:lnTo>
                <a:lnTo>
                  <a:pt x="1771623" y="1397416"/>
                </a:lnTo>
                <a:close/>
                <a:moveTo>
                  <a:pt x="1824779" y="1277461"/>
                </a:moveTo>
                <a:lnTo>
                  <a:pt x="1825589" y="1279046"/>
                </a:lnTo>
                <a:lnTo>
                  <a:pt x="1828163" y="1276196"/>
                </a:lnTo>
                <a:lnTo>
                  <a:pt x="1827259" y="1275472"/>
                </a:lnTo>
                <a:close/>
                <a:moveTo>
                  <a:pt x="1812141" y="1305567"/>
                </a:moveTo>
                <a:lnTo>
                  <a:pt x="1812682" y="1306649"/>
                </a:lnTo>
                <a:lnTo>
                  <a:pt x="1816173" y="1301932"/>
                </a:lnTo>
                <a:lnTo>
                  <a:pt x="1817417" y="1299183"/>
                </a:lnTo>
                <a:close/>
                <a:moveTo>
                  <a:pt x="1473633" y="2063550"/>
                </a:moveTo>
                <a:lnTo>
                  <a:pt x="1473834" y="2063479"/>
                </a:lnTo>
                <a:lnTo>
                  <a:pt x="1473873" y="2063252"/>
                </a:lnTo>
                <a:lnTo>
                  <a:pt x="1473812" y="2063216"/>
                </a:lnTo>
                <a:close/>
                <a:moveTo>
                  <a:pt x="1435881" y="2147998"/>
                </a:moveTo>
                <a:lnTo>
                  <a:pt x="1435235" y="2151760"/>
                </a:lnTo>
                <a:lnTo>
                  <a:pt x="1436187" y="2152103"/>
                </a:lnTo>
                <a:lnTo>
                  <a:pt x="1441030" y="2153630"/>
                </a:lnTo>
                <a:lnTo>
                  <a:pt x="1443550" y="2153815"/>
                </a:lnTo>
                <a:lnTo>
                  <a:pt x="1446356" y="2148450"/>
                </a:lnTo>
                <a:lnTo>
                  <a:pt x="1441976" y="2146779"/>
                </a:lnTo>
                <a:close/>
                <a:moveTo>
                  <a:pt x="1825009" y="1276587"/>
                </a:moveTo>
                <a:lnTo>
                  <a:pt x="1826858" y="1275152"/>
                </a:lnTo>
                <a:lnTo>
                  <a:pt x="1826298" y="1274703"/>
                </a:lnTo>
                <a:close/>
                <a:moveTo>
                  <a:pt x="1855146" y="1209070"/>
                </a:moveTo>
                <a:lnTo>
                  <a:pt x="1854411" y="1216111"/>
                </a:lnTo>
                <a:lnTo>
                  <a:pt x="1855164" y="1215540"/>
                </a:lnTo>
                <a:lnTo>
                  <a:pt x="1856326" y="1214633"/>
                </a:lnTo>
                <a:lnTo>
                  <a:pt x="1858855" y="1210653"/>
                </a:lnTo>
                <a:lnTo>
                  <a:pt x="1856296" y="1208009"/>
                </a:lnTo>
                <a:close/>
                <a:moveTo>
                  <a:pt x="1842470" y="1237370"/>
                </a:moveTo>
                <a:lnTo>
                  <a:pt x="1842065" y="1239077"/>
                </a:lnTo>
                <a:lnTo>
                  <a:pt x="1844648" y="1237429"/>
                </a:lnTo>
                <a:lnTo>
                  <a:pt x="1844850" y="1235506"/>
                </a:lnTo>
                <a:close/>
                <a:moveTo>
                  <a:pt x="1458899" y="2096019"/>
                </a:moveTo>
                <a:lnTo>
                  <a:pt x="1459380" y="2096265"/>
                </a:lnTo>
                <a:lnTo>
                  <a:pt x="1461588" y="2095767"/>
                </a:lnTo>
                <a:lnTo>
                  <a:pt x="1461675" y="2095662"/>
                </a:lnTo>
                <a:lnTo>
                  <a:pt x="1461536" y="2095631"/>
                </a:lnTo>
                <a:close/>
                <a:moveTo>
                  <a:pt x="1842599" y="1236828"/>
                </a:moveTo>
                <a:lnTo>
                  <a:pt x="1842594" y="1236847"/>
                </a:lnTo>
                <a:lnTo>
                  <a:pt x="1844898" y="1235044"/>
                </a:lnTo>
                <a:lnTo>
                  <a:pt x="1845127" y="1232851"/>
                </a:lnTo>
                <a:close/>
                <a:moveTo>
                  <a:pt x="1441249" y="2135517"/>
                </a:moveTo>
                <a:lnTo>
                  <a:pt x="1448167" y="2139327"/>
                </a:lnTo>
                <a:lnTo>
                  <a:pt x="1451100" y="2139379"/>
                </a:lnTo>
                <a:lnTo>
                  <a:pt x="1452543" y="2136619"/>
                </a:lnTo>
                <a:lnTo>
                  <a:pt x="1452613" y="2135254"/>
                </a:lnTo>
                <a:lnTo>
                  <a:pt x="1451224" y="2134943"/>
                </a:lnTo>
                <a:lnTo>
                  <a:pt x="1452311" y="2135457"/>
                </a:lnTo>
                <a:lnTo>
                  <a:pt x="1452024" y="2135550"/>
                </a:lnTo>
                <a:lnTo>
                  <a:pt x="1450301" y="2134735"/>
                </a:lnTo>
                <a:lnTo>
                  <a:pt x="1442960" y="2133088"/>
                </a:lnTo>
                <a:lnTo>
                  <a:pt x="1442277" y="2134151"/>
                </a:lnTo>
                <a:close/>
                <a:moveTo>
                  <a:pt x="1409230" y="2207098"/>
                </a:moveTo>
                <a:lnTo>
                  <a:pt x="1416308" y="2206848"/>
                </a:lnTo>
                <a:lnTo>
                  <a:pt x="1411108" y="2204752"/>
                </a:lnTo>
                <a:close/>
                <a:moveTo>
                  <a:pt x="1857728" y="1202574"/>
                </a:moveTo>
                <a:lnTo>
                  <a:pt x="1860049" y="1200429"/>
                </a:lnTo>
                <a:lnTo>
                  <a:pt x="1859665" y="1200179"/>
                </a:lnTo>
                <a:close/>
                <a:moveTo>
                  <a:pt x="1770051" y="1398659"/>
                </a:moveTo>
                <a:lnTo>
                  <a:pt x="1770844" y="1398441"/>
                </a:lnTo>
                <a:lnTo>
                  <a:pt x="1770797" y="1398260"/>
                </a:lnTo>
                <a:lnTo>
                  <a:pt x="1770232" y="1398466"/>
                </a:lnTo>
                <a:close/>
                <a:moveTo>
                  <a:pt x="1818376" y="1290320"/>
                </a:moveTo>
                <a:lnTo>
                  <a:pt x="1820816" y="1291576"/>
                </a:lnTo>
                <a:lnTo>
                  <a:pt x="1820908" y="1291467"/>
                </a:lnTo>
                <a:lnTo>
                  <a:pt x="1822684" y="1287543"/>
                </a:lnTo>
                <a:close/>
                <a:moveTo>
                  <a:pt x="1810758" y="1307240"/>
                </a:moveTo>
                <a:lnTo>
                  <a:pt x="1811828" y="1307803"/>
                </a:lnTo>
                <a:lnTo>
                  <a:pt x="1812270" y="1307206"/>
                </a:lnTo>
                <a:lnTo>
                  <a:pt x="1811677" y="1306128"/>
                </a:lnTo>
                <a:close/>
                <a:moveTo>
                  <a:pt x="1843093" y="1234744"/>
                </a:moveTo>
                <a:lnTo>
                  <a:pt x="1843021" y="1235052"/>
                </a:lnTo>
                <a:lnTo>
                  <a:pt x="1843189" y="1234794"/>
                </a:lnTo>
                <a:close/>
                <a:moveTo>
                  <a:pt x="1778828" y="1378356"/>
                </a:moveTo>
                <a:lnTo>
                  <a:pt x="1780410" y="1377877"/>
                </a:lnTo>
                <a:lnTo>
                  <a:pt x="1780983" y="1377453"/>
                </a:lnTo>
                <a:lnTo>
                  <a:pt x="1781624" y="1376085"/>
                </a:lnTo>
                <a:lnTo>
                  <a:pt x="1779941" y="1377144"/>
                </a:lnTo>
                <a:close/>
                <a:moveTo>
                  <a:pt x="1840558" y="1240038"/>
                </a:moveTo>
                <a:lnTo>
                  <a:pt x="1841708" y="1239305"/>
                </a:lnTo>
                <a:lnTo>
                  <a:pt x="1842098" y="1237661"/>
                </a:lnTo>
                <a:lnTo>
                  <a:pt x="1842042" y="1237705"/>
                </a:lnTo>
                <a:close/>
                <a:moveTo>
                  <a:pt x="1770630" y="1396602"/>
                </a:moveTo>
                <a:lnTo>
                  <a:pt x="1770643" y="1396653"/>
                </a:lnTo>
                <a:lnTo>
                  <a:pt x="1770701" y="1396621"/>
                </a:lnTo>
                <a:close/>
                <a:moveTo>
                  <a:pt x="1766730" y="1405142"/>
                </a:moveTo>
                <a:lnTo>
                  <a:pt x="1766899" y="1405031"/>
                </a:lnTo>
                <a:lnTo>
                  <a:pt x="1766871" y="1404980"/>
                </a:lnTo>
                <a:close/>
                <a:moveTo>
                  <a:pt x="1436426" y="2144653"/>
                </a:moveTo>
                <a:lnTo>
                  <a:pt x="1436143" y="2146451"/>
                </a:lnTo>
                <a:lnTo>
                  <a:pt x="1438118" y="2146204"/>
                </a:lnTo>
                <a:lnTo>
                  <a:pt x="1439660" y="2145896"/>
                </a:lnTo>
                <a:lnTo>
                  <a:pt x="1437036" y="2144895"/>
                </a:lnTo>
                <a:close/>
                <a:moveTo>
                  <a:pt x="1769457" y="1398748"/>
                </a:moveTo>
                <a:lnTo>
                  <a:pt x="1769475" y="1398791"/>
                </a:lnTo>
                <a:lnTo>
                  <a:pt x="1769547" y="1398715"/>
                </a:lnTo>
                <a:close/>
                <a:moveTo>
                  <a:pt x="1766385" y="1405610"/>
                </a:moveTo>
                <a:lnTo>
                  <a:pt x="1766744" y="1406749"/>
                </a:lnTo>
                <a:lnTo>
                  <a:pt x="1767070" y="1407127"/>
                </a:lnTo>
                <a:lnTo>
                  <a:pt x="1767526" y="1406155"/>
                </a:lnTo>
                <a:lnTo>
                  <a:pt x="1767025" y="1405257"/>
                </a:lnTo>
                <a:lnTo>
                  <a:pt x="1766658" y="1405426"/>
                </a:lnTo>
                <a:close/>
                <a:moveTo>
                  <a:pt x="1407298" y="2209642"/>
                </a:moveTo>
                <a:lnTo>
                  <a:pt x="1415381" y="2212424"/>
                </a:lnTo>
                <a:lnTo>
                  <a:pt x="1416963" y="2208039"/>
                </a:lnTo>
                <a:lnTo>
                  <a:pt x="1417180" y="2207199"/>
                </a:lnTo>
                <a:lnTo>
                  <a:pt x="1416717" y="2207012"/>
                </a:lnTo>
                <a:lnTo>
                  <a:pt x="1409083" y="2207282"/>
                </a:lnTo>
                <a:lnTo>
                  <a:pt x="1407993" y="2208643"/>
                </a:lnTo>
                <a:close/>
                <a:moveTo>
                  <a:pt x="1438951" y="2138573"/>
                </a:moveTo>
                <a:lnTo>
                  <a:pt x="1446376" y="2139252"/>
                </a:lnTo>
                <a:lnTo>
                  <a:pt x="1440606" y="2136373"/>
                </a:lnTo>
                <a:close/>
                <a:moveTo>
                  <a:pt x="1770490" y="1396066"/>
                </a:moveTo>
                <a:lnTo>
                  <a:pt x="1770578" y="1396402"/>
                </a:lnTo>
                <a:lnTo>
                  <a:pt x="1770933" y="1396490"/>
                </a:lnTo>
                <a:lnTo>
                  <a:pt x="1772434" y="1395649"/>
                </a:lnTo>
                <a:lnTo>
                  <a:pt x="1772468" y="1395613"/>
                </a:lnTo>
                <a:lnTo>
                  <a:pt x="1772778" y="1394953"/>
                </a:lnTo>
                <a:lnTo>
                  <a:pt x="1772596" y="1394971"/>
                </a:lnTo>
                <a:close/>
                <a:moveTo>
                  <a:pt x="1790261" y="1351448"/>
                </a:moveTo>
                <a:lnTo>
                  <a:pt x="1790718" y="1353424"/>
                </a:lnTo>
                <a:lnTo>
                  <a:pt x="1794452" y="1347942"/>
                </a:lnTo>
                <a:lnTo>
                  <a:pt x="1793970" y="1347476"/>
                </a:lnTo>
                <a:close/>
                <a:moveTo>
                  <a:pt x="1770079" y="1396279"/>
                </a:moveTo>
                <a:lnTo>
                  <a:pt x="1770293" y="1396331"/>
                </a:lnTo>
                <a:lnTo>
                  <a:pt x="1770256" y="1396186"/>
                </a:lnTo>
                <a:close/>
                <a:moveTo>
                  <a:pt x="1405967" y="2211553"/>
                </a:moveTo>
                <a:lnTo>
                  <a:pt x="1405735" y="2215939"/>
                </a:lnTo>
                <a:lnTo>
                  <a:pt x="1413078" y="2217309"/>
                </a:lnTo>
                <a:lnTo>
                  <a:pt x="1413604" y="2217353"/>
                </a:lnTo>
                <a:lnTo>
                  <a:pt x="1414932" y="2213671"/>
                </a:lnTo>
                <a:lnTo>
                  <a:pt x="1406510" y="2210772"/>
                </a:lnTo>
                <a:close/>
                <a:moveTo>
                  <a:pt x="1891407" y="1124555"/>
                </a:moveTo>
                <a:lnTo>
                  <a:pt x="1875305" y="1180081"/>
                </a:lnTo>
                <a:lnTo>
                  <a:pt x="1877436" y="1177371"/>
                </a:lnTo>
                <a:lnTo>
                  <a:pt x="1877436" y="1177597"/>
                </a:lnTo>
                <a:lnTo>
                  <a:pt x="1875411" y="1180172"/>
                </a:lnTo>
                <a:lnTo>
                  <a:pt x="1881633" y="1175772"/>
                </a:lnTo>
                <a:lnTo>
                  <a:pt x="1882706" y="1174511"/>
                </a:lnTo>
                <a:lnTo>
                  <a:pt x="1891831" y="1149520"/>
                </a:lnTo>
                <a:lnTo>
                  <a:pt x="1901954" y="1120595"/>
                </a:lnTo>
                <a:lnTo>
                  <a:pt x="1902098" y="1121015"/>
                </a:lnTo>
                <a:lnTo>
                  <a:pt x="1883845" y="1173170"/>
                </a:lnTo>
                <a:lnTo>
                  <a:pt x="1891527" y="1164136"/>
                </a:lnTo>
                <a:lnTo>
                  <a:pt x="1940988" y="1093534"/>
                </a:lnTo>
                <a:lnTo>
                  <a:pt x="1949361" y="1063181"/>
                </a:lnTo>
                <a:lnTo>
                  <a:pt x="1956331" y="1036891"/>
                </a:lnTo>
                <a:lnTo>
                  <a:pt x="1927976" y="1075800"/>
                </a:lnTo>
                <a:close/>
                <a:moveTo>
                  <a:pt x="1458396" y="2093948"/>
                </a:moveTo>
                <a:lnTo>
                  <a:pt x="1462247" y="2094974"/>
                </a:lnTo>
                <a:lnTo>
                  <a:pt x="1462546" y="2094615"/>
                </a:lnTo>
                <a:lnTo>
                  <a:pt x="1462791" y="2092635"/>
                </a:lnTo>
                <a:lnTo>
                  <a:pt x="1460499" y="2092685"/>
                </a:lnTo>
                <a:close/>
                <a:moveTo>
                  <a:pt x="1436835" y="2142058"/>
                </a:moveTo>
                <a:lnTo>
                  <a:pt x="1436583" y="2143659"/>
                </a:lnTo>
                <a:lnTo>
                  <a:pt x="1439605" y="2144867"/>
                </a:lnTo>
                <a:lnTo>
                  <a:pt x="1441578" y="2145512"/>
                </a:lnTo>
                <a:lnTo>
                  <a:pt x="1442985" y="2145231"/>
                </a:lnTo>
                <a:close/>
                <a:moveTo>
                  <a:pt x="1808351" y="1310154"/>
                </a:moveTo>
                <a:lnTo>
                  <a:pt x="1809587" y="1310832"/>
                </a:lnTo>
                <a:lnTo>
                  <a:pt x="1811470" y="1308288"/>
                </a:lnTo>
                <a:lnTo>
                  <a:pt x="1810370" y="1307711"/>
                </a:lnTo>
                <a:close/>
                <a:moveTo>
                  <a:pt x="1770268" y="1395217"/>
                </a:moveTo>
                <a:lnTo>
                  <a:pt x="1770403" y="1395733"/>
                </a:lnTo>
                <a:lnTo>
                  <a:pt x="1771861" y="1395049"/>
                </a:lnTo>
                <a:close/>
                <a:moveTo>
                  <a:pt x="1766017" y="1404439"/>
                </a:moveTo>
                <a:lnTo>
                  <a:pt x="1766189" y="1404986"/>
                </a:lnTo>
                <a:lnTo>
                  <a:pt x="1766607" y="1404506"/>
                </a:lnTo>
                <a:lnTo>
                  <a:pt x="1766421" y="1404172"/>
                </a:lnTo>
                <a:close/>
                <a:moveTo>
                  <a:pt x="1842068" y="1233950"/>
                </a:moveTo>
                <a:lnTo>
                  <a:pt x="1842878" y="1234376"/>
                </a:lnTo>
                <a:lnTo>
                  <a:pt x="1843243" y="1232836"/>
                </a:lnTo>
                <a:close/>
                <a:moveTo>
                  <a:pt x="1448710" y="2114600"/>
                </a:moveTo>
                <a:lnTo>
                  <a:pt x="1450930" y="2114796"/>
                </a:lnTo>
                <a:lnTo>
                  <a:pt x="1452306" y="2114422"/>
                </a:lnTo>
                <a:lnTo>
                  <a:pt x="1453703" y="2112249"/>
                </a:lnTo>
                <a:lnTo>
                  <a:pt x="1453707" y="2111867"/>
                </a:lnTo>
                <a:close/>
                <a:moveTo>
                  <a:pt x="1456872" y="2096317"/>
                </a:moveTo>
                <a:lnTo>
                  <a:pt x="1458352" y="2096497"/>
                </a:lnTo>
                <a:lnTo>
                  <a:pt x="1458926" y="2096367"/>
                </a:lnTo>
                <a:lnTo>
                  <a:pt x="1458391" y="2096094"/>
                </a:lnTo>
                <a:close/>
                <a:moveTo>
                  <a:pt x="1777260" y="1378831"/>
                </a:moveTo>
                <a:lnTo>
                  <a:pt x="1777961" y="1378618"/>
                </a:lnTo>
                <a:lnTo>
                  <a:pt x="1778458" y="1378077"/>
                </a:lnTo>
                <a:close/>
                <a:moveTo>
                  <a:pt x="1844792" y="1227587"/>
                </a:moveTo>
                <a:lnTo>
                  <a:pt x="1843736" y="1232035"/>
                </a:lnTo>
                <a:lnTo>
                  <a:pt x="1845286" y="1230566"/>
                </a:lnTo>
                <a:lnTo>
                  <a:pt x="1845267" y="1230915"/>
                </a:lnTo>
                <a:lnTo>
                  <a:pt x="1843635" y="1232464"/>
                </a:lnTo>
                <a:lnTo>
                  <a:pt x="1843147" y="1234518"/>
                </a:lnTo>
                <a:lnTo>
                  <a:pt x="1843236" y="1234565"/>
                </a:lnTo>
                <a:lnTo>
                  <a:pt x="1843271" y="1234668"/>
                </a:lnTo>
                <a:lnTo>
                  <a:pt x="1845254" y="1231641"/>
                </a:lnTo>
                <a:lnTo>
                  <a:pt x="1845817" y="1226244"/>
                </a:lnTo>
                <a:close/>
                <a:moveTo>
                  <a:pt x="1777618" y="1377875"/>
                </a:moveTo>
                <a:lnTo>
                  <a:pt x="1780049" y="1376345"/>
                </a:lnTo>
                <a:lnTo>
                  <a:pt x="1783019" y="1373112"/>
                </a:lnTo>
                <a:lnTo>
                  <a:pt x="1783787" y="1371471"/>
                </a:lnTo>
                <a:lnTo>
                  <a:pt x="1780322" y="1375195"/>
                </a:lnTo>
                <a:close/>
                <a:moveTo>
                  <a:pt x="1779817" y="1372922"/>
                </a:moveTo>
                <a:lnTo>
                  <a:pt x="1785961" y="1366835"/>
                </a:lnTo>
                <a:lnTo>
                  <a:pt x="1786674" y="1365313"/>
                </a:lnTo>
                <a:lnTo>
                  <a:pt x="1784033" y="1366973"/>
                </a:lnTo>
                <a:lnTo>
                  <a:pt x="1783371" y="1367706"/>
                </a:lnTo>
                <a:close/>
                <a:moveTo>
                  <a:pt x="1769992" y="1394161"/>
                </a:moveTo>
                <a:lnTo>
                  <a:pt x="1770172" y="1394850"/>
                </a:lnTo>
                <a:lnTo>
                  <a:pt x="1772777" y="1394574"/>
                </a:lnTo>
                <a:lnTo>
                  <a:pt x="1773012" y="1394453"/>
                </a:lnTo>
                <a:lnTo>
                  <a:pt x="1773180" y="1394095"/>
                </a:lnTo>
                <a:lnTo>
                  <a:pt x="1772232" y="1392136"/>
                </a:lnTo>
                <a:lnTo>
                  <a:pt x="1771395" y="1392525"/>
                </a:lnTo>
                <a:close/>
                <a:moveTo>
                  <a:pt x="1768724" y="1396982"/>
                </a:moveTo>
                <a:lnTo>
                  <a:pt x="1768976" y="1397588"/>
                </a:lnTo>
                <a:lnTo>
                  <a:pt x="1770411" y="1396784"/>
                </a:lnTo>
                <a:lnTo>
                  <a:pt x="1770345" y="1396532"/>
                </a:lnTo>
                <a:lnTo>
                  <a:pt x="1769835" y="1396405"/>
                </a:lnTo>
                <a:close/>
                <a:moveTo>
                  <a:pt x="1435464" y="2143211"/>
                </a:moveTo>
                <a:lnTo>
                  <a:pt x="1436021" y="2143434"/>
                </a:lnTo>
                <a:lnTo>
                  <a:pt x="1436210" y="2142218"/>
                </a:lnTo>
                <a:close/>
                <a:moveTo>
                  <a:pt x="1403143" y="2215456"/>
                </a:moveTo>
                <a:lnTo>
                  <a:pt x="1405363" y="2215870"/>
                </a:lnTo>
                <a:lnTo>
                  <a:pt x="1405560" y="2212137"/>
                </a:lnTo>
                <a:lnTo>
                  <a:pt x="1404720" y="2213343"/>
                </a:lnTo>
                <a:close/>
                <a:moveTo>
                  <a:pt x="1816626" y="1289418"/>
                </a:moveTo>
                <a:lnTo>
                  <a:pt x="1818044" y="1290148"/>
                </a:lnTo>
                <a:lnTo>
                  <a:pt x="1822931" y="1286998"/>
                </a:lnTo>
                <a:lnTo>
                  <a:pt x="1823631" y="1285450"/>
                </a:lnTo>
                <a:lnTo>
                  <a:pt x="1823745" y="1285912"/>
                </a:lnTo>
                <a:lnTo>
                  <a:pt x="1823387" y="1286704"/>
                </a:lnTo>
                <a:lnTo>
                  <a:pt x="1826495" y="1284701"/>
                </a:lnTo>
                <a:lnTo>
                  <a:pt x="1826773" y="1284161"/>
                </a:lnTo>
                <a:lnTo>
                  <a:pt x="1824601" y="1280587"/>
                </a:lnTo>
                <a:close/>
                <a:moveTo>
                  <a:pt x="1445329" y="2120569"/>
                </a:moveTo>
                <a:lnTo>
                  <a:pt x="1446343" y="2121340"/>
                </a:lnTo>
                <a:lnTo>
                  <a:pt x="1448221" y="2120648"/>
                </a:lnTo>
                <a:close/>
                <a:moveTo>
                  <a:pt x="1456766" y="2094927"/>
                </a:moveTo>
                <a:lnTo>
                  <a:pt x="1458392" y="2095759"/>
                </a:lnTo>
                <a:lnTo>
                  <a:pt x="1460588" y="2095419"/>
                </a:lnTo>
                <a:lnTo>
                  <a:pt x="1460415" y="2095381"/>
                </a:lnTo>
                <a:lnTo>
                  <a:pt x="1457363" y="2094569"/>
                </a:lnTo>
                <a:close/>
                <a:moveTo>
                  <a:pt x="1845592" y="1224219"/>
                </a:moveTo>
                <a:lnTo>
                  <a:pt x="1844969" y="1226840"/>
                </a:lnTo>
                <a:lnTo>
                  <a:pt x="1845880" y="1225645"/>
                </a:lnTo>
                <a:lnTo>
                  <a:pt x="1846066" y="1223871"/>
                </a:lnTo>
                <a:close/>
                <a:moveTo>
                  <a:pt x="1769324" y="1394940"/>
                </a:moveTo>
                <a:lnTo>
                  <a:pt x="1769911" y="1394878"/>
                </a:lnTo>
                <a:lnTo>
                  <a:pt x="1769781" y="1394407"/>
                </a:lnTo>
                <a:close/>
                <a:moveTo>
                  <a:pt x="1447152" y="2116076"/>
                </a:moveTo>
                <a:lnTo>
                  <a:pt x="1450370" y="2117432"/>
                </a:lnTo>
                <a:lnTo>
                  <a:pt x="1451332" y="2115935"/>
                </a:lnTo>
                <a:lnTo>
                  <a:pt x="1448514" y="2115686"/>
                </a:lnTo>
                <a:close/>
                <a:moveTo>
                  <a:pt x="1845808" y="1223311"/>
                </a:moveTo>
                <a:lnTo>
                  <a:pt x="1845669" y="1223894"/>
                </a:lnTo>
                <a:lnTo>
                  <a:pt x="1846096" y="1223580"/>
                </a:lnTo>
                <a:lnTo>
                  <a:pt x="1846152" y="1223042"/>
                </a:lnTo>
                <a:close/>
                <a:moveTo>
                  <a:pt x="1816334" y="1289269"/>
                </a:moveTo>
                <a:lnTo>
                  <a:pt x="1816351" y="1289277"/>
                </a:lnTo>
                <a:lnTo>
                  <a:pt x="1824438" y="1280320"/>
                </a:lnTo>
                <a:lnTo>
                  <a:pt x="1823505" y="1278785"/>
                </a:lnTo>
                <a:close/>
                <a:moveTo>
                  <a:pt x="1447099" y="2115837"/>
                </a:moveTo>
                <a:lnTo>
                  <a:pt x="1447863" y="2115629"/>
                </a:lnTo>
                <a:lnTo>
                  <a:pt x="1447333" y="2115582"/>
                </a:lnTo>
                <a:close/>
                <a:moveTo>
                  <a:pt x="1406187" y="2207385"/>
                </a:moveTo>
                <a:lnTo>
                  <a:pt x="1406089" y="2209226"/>
                </a:lnTo>
                <a:lnTo>
                  <a:pt x="1406435" y="2209345"/>
                </a:lnTo>
                <a:lnTo>
                  <a:pt x="1408056" y="2207319"/>
                </a:lnTo>
                <a:close/>
                <a:moveTo>
                  <a:pt x="1402618" y="2215358"/>
                </a:moveTo>
                <a:lnTo>
                  <a:pt x="1402790" y="2215390"/>
                </a:lnTo>
                <a:lnTo>
                  <a:pt x="1404115" y="2213486"/>
                </a:lnTo>
                <a:close/>
                <a:moveTo>
                  <a:pt x="1768511" y="1395888"/>
                </a:moveTo>
                <a:lnTo>
                  <a:pt x="1769532" y="1396142"/>
                </a:lnTo>
                <a:lnTo>
                  <a:pt x="1770165" y="1395845"/>
                </a:lnTo>
                <a:lnTo>
                  <a:pt x="1770009" y="1395245"/>
                </a:lnTo>
                <a:lnTo>
                  <a:pt x="1768968" y="1395355"/>
                </a:lnTo>
                <a:close/>
                <a:moveTo>
                  <a:pt x="1428822" y="2156469"/>
                </a:moveTo>
                <a:lnTo>
                  <a:pt x="1427905" y="2163346"/>
                </a:lnTo>
                <a:lnTo>
                  <a:pt x="1433071" y="2162398"/>
                </a:lnTo>
                <a:lnTo>
                  <a:pt x="1433597" y="2159014"/>
                </a:lnTo>
                <a:close/>
                <a:moveTo>
                  <a:pt x="1768349" y="1396077"/>
                </a:moveTo>
                <a:lnTo>
                  <a:pt x="1768564" y="1396595"/>
                </a:lnTo>
                <a:lnTo>
                  <a:pt x="1769270" y="1396264"/>
                </a:lnTo>
                <a:lnTo>
                  <a:pt x="1768378" y="1396043"/>
                </a:lnTo>
                <a:close/>
                <a:moveTo>
                  <a:pt x="1846374" y="1220926"/>
                </a:moveTo>
                <a:lnTo>
                  <a:pt x="1846001" y="1222493"/>
                </a:lnTo>
                <a:lnTo>
                  <a:pt x="1846228" y="1222321"/>
                </a:lnTo>
                <a:close/>
                <a:moveTo>
                  <a:pt x="1440380" y="2129812"/>
                </a:moveTo>
                <a:lnTo>
                  <a:pt x="1441934" y="2130548"/>
                </a:lnTo>
                <a:lnTo>
                  <a:pt x="1442434" y="2129770"/>
                </a:lnTo>
                <a:lnTo>
                  <a:pt x="1441764" y="2129616"/>
                </a:lnTo>
                <a:close/>
                <a:moveTo>
                  <a:pt x="1432706" y="2146879"/>
                </a:moveTo>
                <a:lnTo>
                  <a:pt x="1435540" y="2146526"/>
                </a:lnTo>
                <a:lnTo>
                  <a:pt x="1435866" y="2144430"/>
                </a:lnTo>
                <a:lnTo>
                  <a:pt x="1434851" y="2144027"/>
                </a:lnTo>
                <a:close/>
                <a:moveTo>
                  <a:pt x="1455331" y="2096129"/>
                </a:moveTo>
                <a:lnTo>
                  <a:pt x="1455705" y="2096175"/>
                </a:lnTo>
                <a:lnTo>
                  <a:pt x="1457889" y="2095837"/>
                </a:lnTo>
                <a:lnTo>
                  <a:pt x="1456465" y="2095107"/>
                </a:lnTo>
                <a:lnTo>
                  <a:pt x="1455789" y="2095514"/>
                </a:lnTo>
                <a:close/>
                <a:moveTo>
                  <a:pt x="1437941" y="2135043"/>
                </a:moveTo>
                <a:lnTo>
                  <a:pt x="1437583" y="2137314"/>
                </a:lnTo>
                <a:lnTo>
                  <a:pt x="1438776" y="2135459"/>
                </a:lnTo>
                <a:close/>
                <a:moveTo>
                  <a:pt x="1429049" y="2154779"/>
                </a:moveTo>
                <a:lnTo>
                  <a:pt x="1428849" y="2156278"/>
                </a:lnTo>
                <a:lnTo>
                  <a:pt x="1433627" y="2158824"/>
                </a:lnTo>
                <a:lnTo>
                  <a:pt x="1434106" y="2155744"/>
                </a:lnTo>
                <a:lnTo>
                  <a:pt x="1431536" y="2155305"/>
                </a:lnTo>
                <a:close/>
                <a:moveTo>
                  <a:pt x="1813912" y="1292810"/>
                </a:moveTo>
                <a:lnTo>
                  <a:pt x="1817245" y="1290662"/>
                </a:lnTo>
                <a:lnTo>
                  <a:pt x="1816017" y="1290093"/>
                </a:lnTo>
                <a:lnTo>
                  <a:pt x="1815001" y="1291218"/>
                </a:lnTo>
                <a:close/>
                <a:moveTo>
                  <a:pt x="1840550" y="1233150"/>
                </a:moveTo>
                <a:lnTo>
                  <a:pt x="1841843" y="1233832"/>
                </a:lnTo>
                <a:lnTo>
                  <a:pt x="1843345" y="1232407"/>
                </a:lnTo>
                <a:lnTo>
                  <a:pt x="1844352" y="1228164"/>
                </a:lnTo>
                <a:close/>
                <a:moveTo>
                  <a:pt x="1454783" y="2096866"/>
                </a:moveTo>
                <a:lnTo>
                  <a:pt x="1455840" y="2097063"/>
                </a:lnTo>
                <a:lnTo>
                  <a:pt x="1457617" y="2096663"/>
                </a:lnTo>
                <a:lnTo>
                  <a:pt x="1455923" y="2096457"/>
                </a:lnTo>
                <a:lnTo>
                  <a:pt x="1454985" y="2096595"/>
                </a:lnTo>
                <a:close/>
                <a:moveTo>
                  <a:pt x="1422732" y="2168480"/>
                </a:moveTo>
                <a:lnTo>
                  <a:pt x="1419270" y="2176989"/>
                </a:lnTo>
                <a:lnTo>
                  <a:pt x="1422416" y="2177716"/>
                </a:lnTo>
                <a:lnTo>
                  <a:pt x="1424129" y="2178088"/>
                </a:lnTo>
                <a:lnTo>
                  <a:pt x="1425469" y="2168038"/>
                </a:lnTo>
                <a:lnTo>
                  <a:pt x="1425063" y="2168052"/>
                </a:lnTo>
                <a:close/>
                <a:moveTo>
                  <a:pt x="1445397" y="2117681"/>
                </a:moveTo>
                <a:lnTo>
                  <a:pt x="1450082" y="2117879"/>
                </a:lnTo>
                <a:lnTo>
                  <a:pt x="1450113" y="2117831"/>
                </a:lnTo>
                <a:lnTo>
                  <a:pt x="1446617" y="2116358"/>
                </a:lnTo>
                <a:close/>
                <a:moveTo>
                  <a:pt x="1829742" y="1256639"/>
                </a:moveTo>
                <a:lnTo>
                  <a:pt x="1832626" y="1255338"/>
                </a:lnTo>
                <a:lnTo>
                  <a:pt x="1838681" y="1251773"/>
                </a:lnTo>
                <a:lnTo>
                  <a:pt x="1839855" y="1247111"/>
                </a:lnTo>
                <a:lnTo>
                  <a:pt x="1841273" y="1241138"/>
                </a:lnTo>
                <a:lnTo>
                  <a:pt x="1838896" y="1242655"/>
                </a:lnTo>
                <a:lnTo>
                  <a:pt x="1838864" y="1242704"/>
                </a:lnTo>
                <a:close/>
                <a:moveTo>
                  <a:pt x="1879402" y="1145404"/>
                </a:moveTo>
                <a:lnTo>
                  <a:pt x="1883652" y="1146599"/>
                </a:lnTo>
                <a:lnTo>
                  <a:pt x="1887158" y="1134512"/>
                </a:lnTo>
                <a:close/>
                <a:moveTo>
                  <a:pt x="1802815" y="1316853"/>
                </a:moveTo>
                <a:lnTo>
                  <a:pt x="1808378" y="1312466"/>
                </a:lnTo>
                <a:lnTo>
                  <a:pt x="1809365" y="1311132"/>
                </a:lnTo>
                <a:lnTo>
                  <a:pt x="1808111" y="1310443"/>
                </a:lnTo>
                <a:close/>
                <a:moveTo>
                  <a:pt x="1855944" y="1197757"/>
                </a:moveTo>
                <a:lnTo>
                  <a:pt x="1855826" y="1202569"/>
                </a:lnTo>
                <a:lnTo>
                  <a:pt x="1855621" y="1204521"/>
                </a:lnTo>
                <a:lnTo>
                  <a:pt x="1856149" y="1204033"/>
                </a:lnTo>
                <a:lnTo>
                  <a:pt x="1859403" y="1200008"/>
                </a:lnTo>
                <a:close/>
                <a:moveTo>
                  <a:pt x="1429282" y="2153026"/>
                </a:moveTo>
                <a:lnTo>
                  <a:pt x="1429150" y="2154021"/>
                </a:lnTo>
                <a:lnTo>
                  <a:pt x="1434207" y="2155093"/>
                </a:lnTo>
                <a:lnTo>
                  <a:pt x="1434470" y="2153407"/>
                </a:lnTo>
                <a:close/>
                <a:moveTo>
                  <a:pt x="1812195" y="1295320"/>
                </a:moveTo>
                <a:lnTo>
                  <a:pt x="1819038" y="1291496"/>
                </a:lnTo>
                <a:lnTo>
                  <a:pt x="1817593" y="1290825"/>
                </a:lnTo>
                <a:lnTo>
                  <a:pt x="1813439" y="1293501"/>
                </a:lnTo>
                <a:close/>
                <a:moveTo>
                  <a:pt x="1438410" y="2132067"/>
                </a:moveTo>
                <a:lnTo>
                  <a:pt x="1438137" y="2133803"/>
                </a:lnTo>
                <a:lnTo>
                  <a:pt x="1439395" y="2134496"/>
                </a:lnTo>
                <a:lnTo>
                  <a:pt x="1440637" y="2132566"/>
                </a:lnTo>
                <a:close/>
                <a:moveTo>
                  <a:pt x="1430359" y="2150001"/>
                </a:moveTo>
                <a:lnTo>
                  <a:pt x="1434753" y="2151585"/>
                </a:lnTo>
                <a:lnTo>
                  <a:pt x="1435293" y="2148115"/>
                </a:lnTo>
                <a:lnTo>
                  <a:pt x="1431155" y="2148942"/>
                </a:lnTo>
                <a:close/>
                <a:moveTo>
                  <a:pt x="1426659" y="2158194"/>
                </a:moveTo>
                <a:lnTo>
                  <a:pt x="1424531" y="2163966"/>
                </a:lnTo>
                <a:lnTo>
                  <a:pt x="1426050" y="2163687"/>
                </a:lnTo>
                <a:lnTo>
                  <a:pt x="1426681" y="2158953"/>
                </a:lnTo>
                <a:close/>
                <a:moveTo>
                  <a:pt x="1444062" y="2119128"/>
                </a:moveTo>
                <a:lnTo>
                  <a:pt x="1449190" y="2119266"/>
                </a:lnTo>
                <a:lnTo>
                  <a:pt x="1450005" y="2117998"/>
                </a:lnTo>
                <a:lnTo>
                  <a:pt x="1445287" y="2117800"/>
                </a:lnTo>
                <a:close/>
                <a:moveTo>
                  <a:pt x="1406425" y="2202864"/>
                </a:moveTo>
                <a:lnTo>
                  <a:pt x="1406196" y="2207205"/>
                </a:lnTo>
                <a:lnTo>
                  <a:pt x="1408204" y="2207134"/>
                </a:lnTo>
                <a:lnTo>
                  <a:pt x="1410354" y="2204448"/>
                </a:lnTo>
                <a:close/>
                <a:moveTo>
                  <a:pt x="1761532" y="1407703"/>
                </a:moveTo>
                <a:lnTo>
                  <a:pt x="1762118" y="1407434"/>
                </a:lnTo>
                <a:lnTo>
                  <a:pt x="1761960" y="1407249"/>
                </a:lnTo>
                <a:close/>
                <a:moveTo>
                  <a:pt x="1429330" y="2151369"/>
                </a:moveTo>
                <a:lnTo>
                  <a:pt x="1429361" y="2152435"/>
                </a:lnTo>
                <a:lnTo>
                  <a:pt x="1429317" y="2152771"/>
                </a:lnTo>
                <a:lnTo>
                  <a:pt x="1434510" y="2153152"/>
                </a:lnTo>
                <a:lnTo>
                  <a:pt x="1434681" y="2152046"/>
                </a:lnTo>
                <a:lnTo>
                  <a:pt x="1429944" y="2150552"/>
                </a:lnTo>
                <a:close/>
                <a:moveTo>
                  <a:pt x="1396856" y="2223878"/>
                </a:moveTo>
                <a:lnTo>
                  <a:pt x="1404735" y="2226554"/>
                </a:lnTo>
                <a:lnTo>
                  <a:pt x="1404798" y="2226574"/>
                </a:lnTo>
                <a:lnTo>
                  <a:pt x="1405289" y="2217287"/>
                </a:lnTo>
                <a:lnTo>
                  <a:pt x="1402971" y="2216855"/>
                </a:lnTo>
                <a:lnTo>
                  <a:pt x="1402149" y="2216788"/>
                </a:lnTo>
                <a:close/>
                <a:moveTo>
                  <a:pt x="1438729" y="2130045"/>
                </a:moveTo>
                <a:lnTo>
                  <a:pt x="1438516" y="2131397"/>
                </a:lnTo>
                <a:lnTo>
                  <a:pt x="1441026" y="2131960"/>
                </a:lnTo>
                <a:lnTo>
                  <a:pt x="1441821" y="2130724"/>
                </a:lnTo>
                <a:lnTo>
                  <a:pt x="1440005" y="2129865"/>
                </a:lnTo>
                <a:close/>
                <a:moveTo>
                  <a:pt x="1760364" y="1409682"/>
                </a:moveTo>
                <a:lnTo>
                  <a:pt x="1762625" y="1409076"/>
                </a:lnTo>
                <a:lnTo>
                  <a:pt x="1762667" y="1409036"/>
                </a:lnTo>
                <a:lnTo>
                  <a:pt x="1763083" y="1408558"/>
                </a:lnTo>
                <a:lnTo>
                  <a:pt x="1762695" y="1408105"/>
                </a:lnTo>
                <a:close/>
                <a:moveTo>
                  <a:pt x="1805415" y="1308544"/>
                </a:moveTo>
                <a:lnTo>
                  <a:pt x="1806136" y="1308939"/>
                </a:lnTo>
                <a:lnTo>
                  <a:pt x="1808158" y="1306549"/>
                </a:lnTo>
                <a:lnTo>
                  <a:pt x="1807822" y="1306372"/>
                </a:lnTo>
                <a:close/>
                <a:moveTo>
                  <a:pt x="1779304" y="1366994"/>
                </a:moveTo>
                <a:lnTo>
                  <a:pt x="1779936" y="1366581"/>
                </a:lnTo>
                <a:lnTo>
                  <a:pt x="1782074" y="1364423"/>
                </a:lnTo>
                <a:lnTo>
                  <a:pt x="1782793" y="1363518"/>
                </a:lnTo>
                <a:close/>
                <a:moveTo>
                  <a:pt x="1837201" y="1237026"/>
                </a:moveTo>
                <a:lnTo>
                  <a:pt x="1840132" y="1233182"/>
                </a:lnTo>
                <a:lnTo>
                  <a:pt x="1839698" y="1232953"/>
                </a:lnTo>
                <a:close/>
                <a:moveTo>
                  <a:pt x="1809205" y="1299692"/>
                </a:moveTo>
                <a:lnTo>
                  <a:pt x="1810969" y="1303223"/>
                </a:lnTo>
                <a:lnTo>
                  <a:pt x="1820363" y="1292111"/>
                </a:lnTo>
                <a:lnTo>
                  <a:pt x="1819262" y="1291599"/>
                </a:lnTo>
                <a:lnTo>
                  <a:pt x="1811941" y="1295691"/>
                </a:lnTo>
                <a:close/>
                <a:moveTo>
                  <a:pt x="1760541" y="1408160"/>
                </a:moveTo>
                <a:lnTo>
                  <a:pt x="1760736" y="1408069"/>
                </a:lnTo>
                <a:lnTo>
                  <a:pt x="1760858" y="1407940"/>
                </a:lnTo>
                <a:close/>
                <a:moveTo>
                  <a:pt x="1799452" y="1320923"/>
                </a:moveTo>
                <a:lnTo>
                  <a:pt x="1806163" y="1314931"/>
                </a:lnTo>
                <a:lnTo>
                  <a:pt x="1801111" y="1318915"/>
                </a:lnTo>
                <a:close/>
                <a:moveTo>
                  <a:pt x="1767151" y="1393188"/>
                </a:moveTo>
                <a:lnTo>
                  <a:pt x="1767318" y="1393591"/>
                </a:lnTo>
                <a:lnTo>
                  <a:pt x="1768190" y="1392962"/>
                </a:lnTo>
                <a:lnTo>
                  <a:pt x="1768775" y="1392280"/>
                </a:lnTo>
                <a:close/>
                <a:moveTo>
                  <a:pt x="1432264" y="2142999"/>
                </a:moveTo>
                <a:lnTo>
                  <a:pt x="1430742" y="2147124"/>
                </a:lnTo>
                <a:lnTo>
                  <a:pt x="1431258" y="2147060"/>
                </a:lnTo>
                <a:lnTo>
                  <a:pt x="1431654" y="2146534"/>
                </a:lnTo>
                <a:lnTo>
                  <a:pt x="1433589" y="2143525"/>
                </a:lnTo>
                <a:close/>
                <a:moveTo>
                  <a:pt x="1856035" y="1194072"/>
                </a:moveTo>
                <a:lnTo>
                  <a:pt x="1855963" y="1196977"/>
                </a:lnTo>
                <a:lnTo>
                  <a:pt x="1859817" y="1199498"/>
                </a:lnTo>
                <a:lnTo>
                  <a:pt x="1867839" y="1189573"/>
                </a:lnTo>
                <a:lnTo>
                  <a:pt x="1870136" y="1186653"/>
                </a:lnTo>
                <a:lnTo>
                  <a:pt x="1871410" y="1183222"/>
                </a:lnTo>
                <a:lnTo>
                  <a:pt x="1857162" y="1193298"/>
                </a:lnTo>
                <a:close/>
                <a:moveTo>
                  <a:pt x="1835432" y="1239910"/>
                </a:moveTo>
                <a:lnTo>
                  <a:pt x="1841671" y="1233994"/>
                </a:lnTo>
                <a:lnTo>
                  <a:pt x="1840412" y="1233331"/>
                </a:lnTo>
                <a:lnTo>
                  <a:pt x="1835588" y="1239656"/>
                </a:lnTo>
                <a:close/>
                <a:moveTo>
                  <a:pt x="1429271" y="2149318"/>
                </a:moveTo>
                <a:lnTo>
                  <a:pt x="1429280" y="2149613"/>
                </a:lnTo>
                <a:lnTo>
                  <a:pt x="1429326" y="2149629"/>
                </a:lnTo>
                <a:lnTo>
                  <a:pt x="1429611" y="2149250"/>
                </a:lnTo>
                <a:close/>
                <a:moveTo>
                  <a:pt x="1759432" y="1409932"/>
                </a:moveTo>
                <a:lnTo>
                  <a:pt x="1759437" y="1409929"/>
                </a:lnTo>
                <a:lnTo>
                  <a:pt x="1762522" y="1407904"/>
                </a:lnTo>
                <a:lnTo>
                  <a:pt x="1762170" y="1407494"/>
                </a:lnTo>
                <a:lnTo>
                  <a:pt x="1761390" y="1407852"/>
                </a:lnTo>
                <a:close/>
                <a:moveTo>
                  <a:pt x="1396023" y="2223596"/>
                </a:moveTo>
                <a:lnTo>
                  <a:pt x="1396753" y="2223843"/>
                </a:lnTo>
                <a:lnTo>
                  <a:pt x="1399004" y="2220827"/>
                </a:lnTo>
                <a:lnTo>
                  <a:pt x="1401835" y="2216762"/>
                </a:lnTo>
                <a:lnTo>
                  <a:pt x="1401515" y="2216736"/>
                </a:lnTo>
                <a:close/>
                <a:moveTo>
                  <a:pt x="1426558" y="2155056"/>
                </a:moveTo>
                <a:lnTo>
                  <a:pt x="1426568" y="2155062"/>
                </a:lnTo>
                <a:lnTo>
                  <a:pt x="1426568" y="2155043"/>
                </a:lnTo>
                <a:close/>
                <a:moveTo>
                  <a:pt x="1443243" y="2117590"/>
                </a:moveTo>
                <a:lnTo>
                  <a:pt x="1444037" y="2117624"/>
                </a:lnTo>
                <a:lnTo>
                  <a:pt x="1444860" y="2116732"/>
                </a:lnTo>
                <a:lnTo>
                  <a:pt x="1444758" y="2116761"/>
                </a:lnTo>
                <a:close/>
                <a:moveTo>
                  <a:pt x="1395249" y="2224563"/>
                </a:moveTo>
                <a:lnTo>
                  <a:pt x="1395876" y="2225017"/>
                </a:lnTo>
                <a:lnTo>
                  <a:pt x="1396616" y="2224027"/>
                </a:lnTo>
                <a:lnTo>
                  <a:pt x="1395871" y="2223786"/>
                </a:lnTo>
                <a:close/>
                <a:moveTo>
                  <a:pt x="1435708" y="2133928"/>
                </a:moveTo>
                <a:lnTo>
                  <a:pt x="1434596" y="2136843"/>
                </a:lnTo>
                <a:lnTo>
                  <a:pt x="1436865" y="2138014"/>
                </a:lnTo>
                <a:lnTo>
                  <a:pt x="1437372" y="2134758"/>
                </a:lnTo>
                <a:close/>
                <a:moveTo>
                  <a:pt x="1759463" y="1408907"/>
                </a:moveTo>
                <a:lnTo>
                  <a:pt x="1759076" y="1409831"/>
                </a:lnTo>
                <a:lnTo>
                  <a:pt x="1760595" y="1408220"/>
                </a:lnTo>
                <a:lnTo>
                  <a:pt x="1760176" y="1408413"/>
                </a:lnTo>
                <a:close/>
                <a:moveTo>
                  <a:pt x="1760515" y="1406390"/>
                </a:moveTo>
                <a:lnTo>
                  <a:pt x="1759985" y="1407658"/>
                </a:lnTo>
                <a:lnTo>
                  <a:pt x="1761491" y="1406702"/>
                </a:lnTo>
                <a:lnTo>
                  <a:pt x="1761034" y="1406171"/>
                </a:lnTo>
                <a:close/>
                <a:moveTo>
                  <a:pt x="1832500" y="1245179"/>
                </a:moveTo>
                <a:lnTo>
                  <a:pt x="1839180" y="1240918"/>
                </a:lnTo>
                <a:lnTo>
                  <a:pt x="1840484" y="1238925"/>
                </a:lnTo>
                <a:close/>
                <a:moveTo>
                  <a:pt x="1797435" y="1323690"/>
                </a:moveTo>
                <a:lnTo>
                  <a:pt x="1798992" y="1325152"/>
                </a:lnTo>
                <a:lnTo>
                  <a:pt x="1805206" y="1316753"/>
                </a:lnTo>
                <a:close/>
                <a:moveTo>
                  <a:pt x="1440436" y="2123058"/>
                </a:moveTo>
                <a:lnTo>
                  <a:pt x="1443078" y="2122544"/>
                </a:lnTo>
                <a:lnTo>
                  <a:pt x="1445431" y="2121676"/>
                </a:lnTo>
                <a:lnTo>
                  <a:pt x="1443788" y="2120528"/>
                </a:lnTo>
                <a:lnTo>
                  <a:pt x="1442795" y="2120501"/>
                </a:lnTo>
                <a:close/>
                <a:moveTo>
                  <a:pt x="1436574" y="2131654"/>
                </a:moveTo>
                <a:lnTo>
                  <a:pt x="1436169" y="2132719"/>
                </a:lnTo>
                <a:lnTo>
                  <a:pt x="1437570" y="2133490"/>
                </a:lnTo>
                <a:lnTo>
                  <a:pt x="1437811" y="2131932"/>
                </a:lnTo>
                <a:close/>
                <a:moveTo>
                  <a:pt x="1821087" y="1270530"/>
                </a:moveTo>
                <a:lnTo>
                  <a:pt x="1821992" y="1272018"/>
                </a:lnTo>
                <a:lnTo>
                  <a:pt x="1823251" y="1274477"/>
                </a:lnTo>
                <a:lnTo>
                  <a:pt x="1824244" y="1273058"/>
                </a:lnTo>
                <a:close/>
                <a:moveTo>
                  <a:pt x="1437079" y="2130329"/>
                </a:moveTo>
                <a:lnTo>
                  <a:pt x="1436818" y="2131016"/>
                </a:lnTo>
                <a:lnTo>
                  <a:pt x="1437916" y="2131262"/>
                </a:lnTo>
                <a:lnTo>
                  <a:pt x="1438091" y="2130135"/>
                </a:lnTo>
                <a:lnTo>
                  <a:pt x="1437303" y="2130247"/>
                </a:lnTo>
                <a:close/>
                <a:moveTo>
                  <a:pt x="1805816" y="1304646"/>
                </a:moveTo>
                <a:lnTo>
                  <a:pt x="1808261" y="1305930"/>
                </a:lnTo>
                <a:lnTo>
                  <a:pt x="1809110" y="1305211"/>
                </a:lnTo>
                <a:lnTo>
                  <a:pt x="1808294" y="1305947"/>
                </a:lnTo>
                <a:lnTo>
                  <a:pt x="1808552" y="1306082"/>
                </a:lnTo>
                <a:lnTo>
                  <a:pt x="1809743" y="1304673"/>
                </a:lnTo>
                <a:lnTo>
                  <a:pt x="1809110" y="1305211"/>
                </a:lnTo>
                <a:lnTo>
                  <a:pt x="1809866" y="1304528"/>
                </a:lnTo>
                <a:lnTo>
                  <a:pt x="1810429" y="1303862"/>
                </a:lnTo>
                <a:lnTo>
                  <a:pt x="1808610" y="1300560"/>
                </a:lnTo>
                <a:close/>
                <a:moveTo>
                  <a:pt x="1832426" y="1244812"/>
                </a:moveTo>
                <a:lnTo>
                  <a:pt x="1841056" y="1238053"/>
                </a:lnTo>
                <a:lnTo>
                  <a:pt x="1842545" y="1235778"/>
                </a:lnTo>
                <a:lnTo>
                  <a:pt x="1842824" y="1234601"/>
                </a:lnTo>
                <a:lnTo>
                  <a:pt x="1841896" y="1234113"/>
                </a:lnTo>
                <a:lnTo>
                  <a:pt x="1834945" y="1240703"/>
                </a:lnTo>
                <a:close/>
                <a:moveTo>
                  <a:pt x="1821512" y="1269210"/>
                </a:moveTo>
                <a:lnTo>
                  <a:pt x="1824989" y="1271995"/>
                </a:lnTo>
                <a:lnTo>
                  <a:pt x="1836510" y="1255552"/>
                </a:lnTo>
                <a:lnTo>
                  <a:pt x="1826489" y="1261607"/>
                </a:lnTo>
                <a:close/>
                <a:moveTo>
                  <a:pt x="1776975" y="1368519"/>
                </a:moveTo>
                <a:lnTo>
                  <a:pt x="1777125" y="1368420"/>
                </a:lnTo>
                <a:lnTo>
                  <a:pt x="1784730" y="1361077"/>
                </a:lnTo>
                <a:lnTo>
                  <a:pt x="1788354" y="1356510"/>
                </a:lnTo>
                <a:lnTo>
                  <a:pt x="1787813" y="1354175"/>
                </a:lnTo>
                <a:lnTo>
                  <a:pt x="1777852" y="1367640"/>
                </a:lnTo>
                <a:close/>
                <a:moveTo>
                  <a:pt x="1442179" y="2118173"/>
                </a:moveTo>
                <a:lnTo>
                  <a:pt x="1442973" y="2118776"/>
                </a:lnTo>
                <a:lnTo>
                  <a:pt x="1443927" y="2117742"/>
                </a:lnTo>
                <a:lnTo>
                  <a:pt x="1443035" y="2117705"/>
                </a:lnTo>
                <a:close/>
                <a:moveTo>
                  <a:pt x="1803767" y="1307640"/>
                </a:moveTo>
                <a:lnTo>
                  <a:pt x="1804081" y="1307814"/>
                </a:lnTo>
                <a:lnTo>
                  <a:pt x="1805132" y="1307106"/>
                </a:lnTo>
                <a:lnTo>
                  <a:pt x="1805028" y="1307425"/>
                </a:lnTo>
                <a:lnTo>
                  <a:pt x="1804285" y="1307925"/>
                </a:lnTo>
                <a:lnTo>
                  <a:pt x="1805268" y="1308464"/>
                </a:lnTo>
                <a:lnTo>
                  <a:pt x="1807770" y="1306345"/>
                </a:lnTo>
                <a:lnTo>
                  <a:pt x="1805478" y="1305141"/>
                </a:lnTo>
                <a:close/>
                <a:moveTo>
                  <a:pt x="1803280" y="1308353"/>
                </a:moveTo>
                <a:lnTo>
                  <a:pt x="1803737" y="1308045"/>
                </a:lnTo>
                <a:lnTo>
                  <a:pt x="1803558" y="1307947"/>
                </a:lnTo>
                <a:close/>
                <a:moveTo>
                  <a:pt x="1440584" y="2120441"/>
                </a:moveTo>
                <a:lnTo>
                  <a:pt x="1440016" y="2121982"/>
                </a:lnTo>
                <a:lnTo>
                  <a:pt x="1441417" y="2120463"/>
                </a:lnTo>
                <a:close/>
                <a:moveTo>
                  <a:pt x="1876401" y="1144561"/>
                </a:moveTo>
                <a:lnTo>
                  <a:pt x="1879222" y="1145353"/>
                </a:lnTo>
                <a:lnTo>
                  <a:pt x="1887306" y="1134001"/>
                </a:lnTo>
                <a:lnTo>
                  <a:pt x="1889187" y="1127514"/>
                </a:lnTo>
                <a:close/>
                <a:moveTo>
                  <a:pt x="1441215" y="2118730"/>
                </a:moveTo>
                <a:lnTo>
                  <a:pt x="1441098" y="2119048"/>
                </a:lnTo>
                <a:lnTo>
                  <a:pt x="1441693" y="2119064"/>
                </a:lnTo>
                <a:close/>
                <a:moveTo>
                  <a:pt x="1435825" y="2130793"/>
                </a:moveTo>
                <a:lnTo>
                  <a:pt x="1436694" y="2130987"/>
                </a:lnTo>
                <a:lnTo>
                  <a:pt x="1436914" y="2130391"/>
                </a:lnTo>
                <a:close/>
                <a:moveTo>
                  <a:pt x="1772716" y="1376175"/>
                </a:moveTo>
                <a:lnTo>
                  <a:pt x="1772691" y="1376249"/>
                </a:lnTo>
                <a:lnTo>
                  <a:pt x="1772767" y="1376153"/>
                </a:lnTo>
                <a:close/>
                <a:moveTo>
                  <a:pt x="1812403" y="1287245"/>
                </a:moveTo>
                <a:lnTo>
                  <a:pt x="1813800" y="1287964"/>
                </a:lnTo>
                <a:lnTo>
                  <a:pt x="1816591" y="1283981"/>
                </a:lnTo>
                <a:close/>
                <a:moveTo>
                  <a:pt x="1440246" y="2120432"/>
                </a:moveTo>
                <a:lnTo>
                  <a:pt x="1440055" y="2121637"/>
                </a:lnTo>
                <a:lnTo>
                  <a:pt x="1440401" y="2120436"/>
                </a:lnTo>
                <a:close/>
                <a:moveTo>
                  <a:pt x="1444655" y="2110490"/>
                </a:moveTo>
                <a:lnTo>
                  <a:pt x="1450917" y="2107065"/>
                </a:lnTo>
                <a:lnTo>
                  <a:pt x="1446453" y="2108072"/>
                </a:lnTo>
                <a:close/>
                <a:moveTo>
                  <a:pt x="1773163" y="1374839"/>
                </a:moveTo>
                <a:lnTo>
                  <a:pt x="1772808" y="1375901"/>
                </a:lnTo>
                <a:lnTo>
                  <a:pt x="1773046" y="1375802"/>
                </a:lnTo>
                <a:lnTo>
                  <a:pt x="1774803" y="1373587"/>
                </a:lnTo>
                <a:close/>
                <a:moveTo>
                  <a:pt x="1401247" y="2207559"/>
                </a:moveTo>
                <a:lnTo>
                  <a:pt x="1405720" y="2209099"/>
                </a:lnTo>
                <a:lnTo>
                  <a:pt x="1405810" y="2207397"/>
                </a:lnTo>
                <a:close/>
                <a:moveTo>
                  <a:pt x="1830512" y="1246311"/>
                </a:moveTo>
                <a:lnTo>
                  <a:pt x="1831730" y="1245358"/>
                </a:lnTo>
                <a:lnTo>
                  <a:pt x="1834554" y="1241075"/>
                </a:lnTo>
                <a:lnTo>
                  <a:pt x="1834379" y="1241240"/>
                </a:lnTo>
                <a:close/>
                <a:moveTo>
                  <a:pt x="1440603" y="2119034"/>
                </a:moveTo>
                <a:lnTo>
                  <a:pt x="1440803" y="2119039"/>
                </a:lnTo>
                <a:lnTo>
                  <a:pt x="1440842" y="2118903"/>
                </a:lnTo>
                <a:close/>
                <a:moveTo>
                  <a:pt x="1800360" y="1312620"/>
                </a:moveTo>
                <a:lnTo>
                  <a:pt x="1804967" y="1308719"/>
                </a:lnTo>
                <a:lnTo>
                  <a:pt x="1803941" y="1308156"/>
                </a:lnTo>
                <a:lnTo>
                  <a:pt x="1802964" y="1308815"/>
                </a:lnTo>
                <a:close/>
                <a:moveTo>
                  <a:pt x="1406933" y="2193271"/>
                </a:moveTo>
                <a:lnTo>
                  <a:pt x="1406436" y="2202664"/>
                </a:lnTo>
                <a:lnTo>
                  <a:pt x="1410478" y="2204293"/>
                </a:lnTo>
                <a:lnTo>
                  <a:pt x="1410777" y="2203919"/>
                </a:lnTo>
                <a:lnTo>
                  <a:pt x="1414951" y="2197925"/>
                </a:lnTo>
                <a:close/>
                <a:moveTo>
                  <a:pt x="1836408" y="1230966"/>
                </a:moveTo>
                <a:lnTo>
                  <a:pt x="1839739" y="1232722"/>
                </a:lnTo>
                <a:lnTo>
                  <a:pt x="1840446" y="1231571"/>
                </a:lnTo>
                <a:lnTo>
                  <a:pt x="1840461" y="1231709"/>
                </a:lnTo>
                <a:lnTo>
                  <a:pt x="1839815" y="1232763"/>
                </a:lnTo>
                <a:lnTo>
                  <a:pt x="1840270" y="1233002"/>
                </a:lnTo>
                <a:lnTo>
                  <a:pt x="1844529" y="1227416"/>
                </a:lnTo>
                <a:lnTo>
                  <a:pt x="1845225" y="1224488"/>
                </a:lnTo>
                <a:close/>
                <a:moveTo>
                  <a:pt x="1419559" y="2164365"/>
                </a:moveTo>
                <a:lnTo>
                  <a:pt x="1423004" y="2164246"/>
                </a:lnTo>
                <a:lnTo>
                  <a:pt x="1424234" y="2164020"/>
                </a:lnTo>
                <a:lnTo>
                  <a:pt x="1426645" y="2157696"/>
                </a:lnTo>
                <a:lnTo>
                  <a:pt x="1426574" y="2155271"/>
                </a:lnTo>
                <a:lnTo>
                  <a:pt x="1426447" y="2155203"/>
                </a:lnTo>
                <a:close/>
                <a:moveTo>
                  <a:pt x="1814569" y="1279815"/>
                </a:moveTo>
                <a:lnTo>
                  <a:pt x="1818171" y="1277836"/>
                </a:lnTo>
                <a:lnTo>
                  <a:pt x="1821708" y="1275829"/>
                </a:lnTo>
                <a:lnTo>
                  <a:pt x="1819528" y="1272241"/>
                </a:lnTo>
                <a:close/>
                <a:moveTo>
                  <a:pt x="1805846" y="1298868"/>
                </a:moveTo>
                <a:lnTo>
                  <a:pt x="1806362" y="1298579"/>
                </a:lnTo>
                <a:lnTo>
                  <a:pt x="1807011" y="1297654"/>
                </a:lnTo>
                <a:lnTo>
                  <a:pt x="1807006" y="1297647"/>
                </a:lnTo>
                <a:lnTo>
                  <a:pt x="1806757" y="1297807"/>
                </a:lnTo>
                <a:close/>
                <a:moveTo>
                  <a:pt x="1424051" y="2153720"/>
                </a:moveTo>
                <a:lnTo>
                  <a:pt x="1425621" y="2154557"/>
                </a:lnTo>
                <a:lnTo>
                  <a:pt x="1425948" y="2154121"/>
                </a:lnTo>
                <a:close/>
                <a:moveTo>
                  <a:pt x="1874887" y="1144136"/>
                </a:moveTo>
                <a:lnTo>
                  <a:pt x="1875696" y="1144363"/>
                </a:lnTo>
                <a:lnTo>
                  <a:pt x="1875772" y="1144271"/>
                </a:lnTo>
                <a:lnTo>
                  <a:pt x="1889720" y="1125674"/>
                </a:lnTo>
                <a:lnTo>
                  <a:pt x="1893244" y="1113522"/>
                </a:lnTo>
                <a:lnTo>
                  <a:pt x="1891549" y="1115617"/>
                </a:lnTo>
                <a:lnTo>
                  <a:pt x="1893416" y="1112931"/>
                </a:lnTo>
                <a:lnTo>
                  <a:pt x="1901227" y="1085992"/>
                </a:lnTo>
                <a:lnTo>
                  <a:pt x="1884075" y="1124322"/>
                </a:lnTo>
                <a:lnTo>
                  <a:pt x="1883501" y="1125558"/>
                </a:lnTo>
                <a:lnTo>
                  <a:pt x="1891549" y="1115617"/>
                </a:lnTo>
                <a:lnTo>
                  <a:pt x="1881223" y="1130473"/>
                </a:lnTo>
                <a:lnTo>
                  <a:pt x="1878920" y="1135438"/>
                </a:lnTo>
                <a:lnTo>
                  <a:pt x="1879315" y="1135017"/>
                </a:lnTo>
                <a:lnTo>
                  <a:pt x="1879318" y="1135457"/>
                </a:lnTo>
                <a:lnTo>
                  <a:pt x="1878515" y="1136312"/>
                </a:lnTo>
                <a:close/>
                <a:moveTo>
                  <a:pt x="1836161" y="1230836"/>
                </a:moveTo>
                <a:lnTo>
                  <a:pt x="1836195" y="1230854"/>
                </a:lnTo>
                <a:lnTo>
                  <a:pt x="1845302" y="1224164"/>
                </a:lnTo>
                <a:lnTo>
                  <a:pt x="1845435" y="1223601"/>
                </a:lnTo>
                <a:close/>
                <a:moveTo>
                  <a:pt x="1433935" y="2131489"/>
                </a:moveTo>
                <a:lnTo>
                  <a:pt x="1436075" y="2132667"/>
                </a:lnTo>
                <a:lnTo>
                  <a:pt x="1436458" y="2131628"/>
                </a:lnTo>
                <a:lnTo>
                  <a:pt x="1434655" y="2131224"/>
                </a:lnTo>
                <a:close/>
                <a:moveTo>
                  <a:pt x="1873574" y="1146967"/>
                </a:moveTo>
                <a:lnTo>
                  <a:pt x="1875573" y="1144515"/>
                </a:lnTo>
                <a:lnTo>
                  <a:pt x="1874810" y="1144301"/>
                </a:lnTo>
                <a:close/>
                <a:moveTo>
                  <a:pt x="1820805" y="1265043"/>
                </a:moveTo>
                <a:lnTo>
                  <a:pt x="1819862" y="1267575"/>
                </a:lnTo>
                <a:lnTo>
                  <a:pt x="1819748" y="1267796"/>
                </a:lnTo>
                <a:lnTo>
                  <a:pt x="1820952" y="1268762"/>
                </a:lnTo>
                <a:lnTo>
                  <a:pt x="1825078" y="1262460"/>
                </a:lnTo>
                <a:close/>
                <a:moveTo>
                  <a:pt x="1837408" y="1227709"/>
                </a:moveTo>
                <a:lnTo>
                  <a:pt x="1838818" y="1226570"/>
                </a:lnTo>
                <a:lnTo>
                  <a:pt x="1837816" y="1227203"/>
                </a:lnTo>
                <a:close/>
                <a:moveTo>
                  <a:pt x="1429055" y="2141847"/>
                </a:moveTo>
                <a:lnTo>
                  <a:pt x="1429213" y="2147315"/>
                </a:lnTo>
                <a:lnTo>
                  <a:pt x="1430672" y="2147134"/>
                </a:lnTo>
                <a:lnTo>
                  <a:pt x="1432250" y="2142994"/>
                </a:lnTo>
                <a:lnTo>
                  <a:pt x="1430818" y="2142424"/>
                </a:lnTo>
                <a:close/>
                <a:moveTo>
                  <a:pt x="1865713" y="1163918"/>
                </a:moveTo>
                <a:lnTo>
                  <a:pt x="1876084" y="1149760"/>
                </a:lnTo>
                <a:lnTo>
                  <a:pt x="1879111" y="1145510"/>
                </a:lnTo>
                <a:lnTo>
                  <a:pt x="1876285" y="1144716"/>
                </a:lnTo>
                <a:lnTo>
                  <a:pt x="1871917" y="1150539"/>
                </a:lnTo>
                <a:close/>
                <a:moveTo>
                  <a:pt x="1822943" y="1259300"/>
                </a:moveTo>
                <a:lnTo>
                  <a:pt x="1822763" y="1259786"/>
                </a:lnTo>
                <a:lnTo>
                  <a:pt x="1828531" y="1257185"/>
                </a:lnTo>
                <a:lnTo>
                  <a:pt x="1837431" y="1243590"/>
                </a:lnTo>
                <a:lnTo>
                  <a:pt x="1830311" y="1248132"/>
                </a:lnTo>
                <a:close/>
                <a:moveTo>
                  <a:pt x="1392682" y="2222706"/>
                </a:moveTo>
                <a:lnTo>
                  <a:pt x="1394618" y="2224107"/>
                </a:lnTo>
                <a:lnTo>
                  <a:pt x="1395086" y="2223523"/>
                </a:lnTo>
                <a:close/>
                <a:moveTo>
                  <a:pt x="1789312" y="1334507"/>
                </a:moveTo>
                <a:lnTo>
                  <a:pt x="1789102" y="1334991"/>
                </a:lnTo>
                <a:lnTo>
                  <a:pt x="1789061" y="1335097"/>
                </a:lnTo>
                <a:lnTo>
                  <a:pt x="1789483" y="1334790"/>
                </a:lnTo>
                <a:close/>
                <a:moveTo>
                  <a:pt x="1790515" y="1331738"/>
                </a:moveTo>
                <a:lnTo>
                  <a:pt x="1790056" y="1332795"/>
                </a:lnTo>
                <a:lnTo>
                  <a:pt x="1793780" y="1331199"/>
                </a:lnTo>
                <a:lnTo>
                  <a:pt x="1793655" y="1331427"/>
                </a:lnTo>
                <a:lnTo>
                  <a:pt x="1789962" y="1333011"/>
                </a:lnTo>
                <a:lnTo>
                  <a:pt x="1789490" y="1334097"/>
                </a:lnTo>
                <a:lnTo>
                  <a:pt x="1789779" y="1334576"/>
                </a:lnTo>
                <a:lnTo>
                  <a:pt x="1791911" y="1333029"/>
                </a:lnTo>
                <a:lnTo>
                  <a:pt x="1792067" y="1332693"/>
                </a:lnTo>
                <a:lnTo>
                  <a:pt x="1792127" y="1332872"/>
                </a:lnTo>
                <a:lnTo>
                  <a:pt x="1794618" y="1331066"/>
                </a:lnTo>
                <a:lnTo>
                  <a:pt x="1797929" y="1326590"/>
                </a:lnTo>
                <a:lnTo>
                  <a:pt x="1796149" y="1324919"/>
                </a:lnTo>
                <a:close/>
                <a:moveTo>
                  <a:pt x="1835233" y="1231561"/>
                </a:moveTo>
                <a:lnTo>
                  <a:pt x="1835994" y="1231002"/>
                </a:lnTo>
                <a:lnTo>
                  <a:pt x="1835968" y="1230988"/>
                </a:lnTo>
                <a:close/>
                <a:moveTo>
                  <a:pt x="1856276" y="1184267"/>
                </a:moveTo>
                <a:lnTo>
                  <a:pt x="1856178" y="1188223"/>
                </a:lnTo>
                <a:lnTo>
                  <a:pt x="1878902" y="1159921"/>
                </a:lnTo>
                <a:lnTo>
                  <a:pt x="1878946" y="1160467"/>
                </a:lnTo>
                <a:lnTo>
                  <a:pt x="1856163" y="1188844"/>
                </a:lnTo>
                <a:lnTo>
                  <a:pt x="1856047" y="1193579"/>
                </a:lnTo>
                <a:lnTo>
                  <a:pt x="1870049" y="1183964"/>
                </a:lnTo>
                <a:lnTo>
                  <a:pt x="1871521" y="1182922"/>
                </a:lnTo>
                <a:lnTo>
                  <a:pt x="1878829" y="1163232"/>
                </a:lnTo>
                <a:lnTo>
                  <a:pt x="1883603" y="1146772"/>
                </a:lnTo>
                <a:lnTo>
                  <a:pt x="1879291" y="1145560"/>
                </a:lnTo>
                <a:lnTo>
                  <a:pt x="1866925" y="1162926"/>
                </a:lnTo>
                <a:lnTo>
                  <a:pt x="1864875" y="1165724"/>
                </a:lnTo>
                <a:close/>
                <a:moveTo>
                  <a:pt x="1469118" y="2051055"/>
                </a:moveTo>
                <a:lnTo>
                  <a:pt x="1469732" y="2050916"/>
                </a:lnTo>
                <a:lnTo>
                  <a:pt x="1469873" y="2050529"/>
                </a:lnTo>
                <a:lnTo>
                  <a:pt x="1469605" y="2050541"/>
                </a:lnTo>
                <a:close/>
                <a:moveTo>
                  <a:pt x="1796077" y="1318883"/>
                </a:moveTo>
                <a:lnTo>
                  <a:pt x="1795953" y="1319213"/>
                </a:lnTo>
                <a:lnTo>
                  <a:pt x="1795001" y="1321405"/>
                </a:lnTo>
                <a:lnTo>
                  <a:pt x="1795333" y="1321718"/>
                </a:lnTo>
                <a:lnTo>
                  <a:pt x="1805893" y="1309227"/>
                </a:lnTo>
                <a:lnTo>
                  <a:pt x="1805124" y="1308806"/>
                </a:lnTo>
                <a:lnTo>
                  <a:pt x="1799497" y="1313883"/>
                </a:lnTo>
                <a:close/>
                <a:moveTo>
                  <a:pt x="1813066" y="1280642"/>
                </a:moveTo>
                <a:lnTo>
                  <a:pt x="1813237" y="1280547"/>
                </a:lnTo>
                <a:lnTo>
                  <a:pt x="1819117" y="1271566"/>
                </a:lnTo>
                <a:lnTo>
                  <a:pt x="1818400" y="1270386"/>
                </a:lnTo>
                <a:close/>
                <a:moveTo>
                  <a:pt x="1812642" y="1281456"/>
                </a:moveTo>
                <a:lnTo>
                  <a:pt x="1812920" y="1281033"/>
                </a:lnTo>
                <a:lnTo>
                  <a:pt x="1812839" y="1281078"/>
                </a:lnTo>
                <a:close/>
                <a:moveTo>
                  <a:pt x="1825176" y="1253308"/>
                </a:moveTo>
                <a:lnTo>
                  <a:pt x="1823478" y="1257867"/>
                </a:lnTo>
                <a:lnTo>
                  <a:pt x="1829601" y="1248585"/>
                </a:lnTo>
                <a:lnTo>
                  <a:pt x="1827999" y="1249606"/>
                </a:lnTo>
                <a:close/>
                <a:moveTo>
                  <a:pt x="1810386" y="1286206"/>
                </a:moveTo>
                <a:lnTo>
                  <a:pt x="1811729" y="1286897"/>
                </a:lnTo>
                <a:lnTo>
                  <a:pt x="1817910" y="1282098"/>
                </a:lnTo>
                <a:lnTo>
                  <a:pt x="1821985" y="1276284"/>
                </a:lnTo>
                <a:lnTo>
                  <a:pt x="1821806" y="1275989"/>
                </a:lnTo>
                <a:lnTo>
                  <a:pt x="1814277" y="1280263"/>
                </a:lnTo>
                <a:close/>
                <a:moveTo>
                  <a:pt x="1835262" y="1230363"/>
                </a:moveTo>
                <a:lnTo>
                  <a:pt x="1835479" y="1230476"/>
                </a:lnTo>
                <a:lnTo>
                  <a:pt x="1845632" y="1222772"/>
                </a:lnTo>
                <a:lnTo>
                  <a:pt x="1846612" y="1218644"/>
                </a:lnTo>
                <a:lnTo>
                  <a:pt x="1846807" y="1216779"/>
                </a:lnTo>
                <a:lnTo>
                  <a:pt x="1844579" y="1218839"/>
                </a:lnTo>
                <a:lnTo>
                  <a:pt x="1838102" y="1226850"/>
                </a:lnTo>
                <a:lnTo>
                  <a:pt x="1839801" y="1225776"/>
                </a:lnTo>
                <a:lnTo>
                  <a:pt x="1845426" y="1221230"/>
                </a:lnTo>
                <a:lnTo>
                  <a:pt x="1845373" y="1221636"/>
                </a:lnTo>
                <a:lnTo>
                  <a:pt x="1836564" y="1228753"/>
                </a:lnTo>
                <a:close/>
                <a:moveTo>
                  <a:pt x="1826104" y="1250815"/>
                </a:moveTo>
                <a:lnTo>
                  <a:pt x="1825749" y="1251769"/>
                </a:lnTo>
                <a:lnTo>
                  <a:pt x="1826892" y="1250312"/>
                </a:lnTo>
                <a:close/>
                <a:moveTo>
                  <a:pt x="1827099" y="1248143"/>
                </a:moveTo>
                <a:lnTo>
                  <a:pt x="1826864" y="1248774"/>
                </a:lnTo>
                <a:lnTo>
                  <a:pt x="1829336" y="1247198"/>
                </a:lnTo>
                <a:lnTo>
                  <a:pt x="1832941" y="1242604"/>
                </a:lnTo>
                <a:close/>
                <a:moveTo>
                  <a:pt x="1834679" y="1231084"/>
                </a:moveTo>
                <a:lnTo>
                  <a:pt x="1835282" y="1230627"/>
                </a:lnTo>
                <a:lnTo>
                  <a:pt x="1835119" y="1230539"/>
                </a:lnTo>
                <a:close/>
                <a:moveTo>
                  <a:pt x="1423115" y="2152574"/>
                </a:moveTo>
                <a:lnTo>
                  <a:pt x="1423079" y="2152734"/>
                </a:lnTo>
                <a:lnTo>
                  <a:pt x="1426453" y="2153449"/>
                </a:lnTo>
                <a:lnTo>
                  <a:pt x="1426519" y="2153362"/>
                </a:lnTo>
                <a:lnTo>
                  <a:pt x="1426504" y="2152822"/>
                </a:lnTo>
                <a:close/>
                <a:moveTo>
                  <a:pt x="1808515" y="1289392"/>
                </a:moveTo>
                <a:lnTo>
                  <a:pt x="1810761" y="1287648"/>
                </a:lnTo>
                <a:lnTo>
                  <a:pt x="1809749" y="1287179"/>
                </a:lnTo>
                <a:lnTo>
                  <a:pt x="1809344" y="1287798"/>
                </a:lnTo>
                <a:close/>
                <a:moveTo>
                  <a:pt x="1802417" y="1302861"/>
                </a:moveTo>
                <a:lnTo>
                  <a:pt x="1803109" y="1303223"/>
                </a:lnTo>
                <a:lnTo>
                  <a:pt x="1806099" y="1298956"/>
                </a:lnTo>
                <a:lnTo>
                  <a:pt x="1805468" y="1299309"/>
                </a:lnTo>
                <a:close/>
                <a:moveTo>
                  <a:pt x="1834845" y="1230142"/>
                </a:moveTo>
                <a:lnTo>
                  <a:pt x="1834982" y="1230216"/>
                </a:lnTo>
                <a:lnTo>
                  <a:pt x="1835412" y="1229684"/>
                </a:lnTo>
                <a:close/>
                <a:moveTo>
                  <a:pt x="1428971" y="2138969"/>
                </a:moveTo>
                <a:lnTo>
                  <a:pt x="1429020" y="2140636"/>
                </a:lnTo>
                <a:lnTo>
                  <a:pt x="1432603" y="2142069"/>
                </a:lnTo>
                <a:lnTo>
                  <a:pt x="1432716" y="2141773"/>
                </a:lnTo>
                <a:lnTo>
                  <a:pt x="1432607" y="2142070"/>
                </a:lnTo>
                <a:lnTo>
                  <a:pt x="1434132" y="2142680"/>
                </a:lnTo>
                <a:lnTo>
                  <a:pt x="1435106" y="2141166"/>
                </a:lnTo>
                <a:lnTo>
                  <a:pt x="1433302" y="2140235"/>
                </a:lnTo>
                <a:lnTo>
                  <a:pt x="1432716" y="2141773"/>
                </a:lnTo>
                <a:lnTo>
                  <a:pt x="1433286" y="2140227"/>
                </a:lnTo>
                <a:lnTo>
                  <a:pt x="1431252" y="2139177"/>
                </a:lnTo>
                <a:close/>
                <a:moveTo>
                  <a:pt x="1806242" y="1293763"/>
                </a:moveTo>
                <a:lnTo>
                  <a:pt x="1807588" y="1296458"/>
                </a:lnTo>
                <a:lnTo>
                  <a:pt x="1809002" y="1294811"/>
                </a:lnTo>
                <a:lnTo>
                  <a:pt x="1813220" y="1288792"/>
                </a:lnTo>
                <a:lnTo>
                  <a:pt x="1811465" y="1287977"/>
                </a:lnTo>
                <a:lnTo>
                  <a:pt x="1807742" y="1290879"/>
                </a:lnTo>
                <a:close/>
                <a:moveTo>
                  <a:pt x="1423595" y="2150454"/>
                </a:moveTo>
                <a:lnTo>
                  <a:pt x="1423173" y="2152320"/>
                </a:lnTo>
                <a:lnTo>
                  <a:pt x="1426496" y="2152563"/>
                </a:lnTo>
                <a:lnTo>
                  <a:pt x="1426418" y="2149890"/>
                </a:lnTo>
                <a:close/>
                <a:moveTo>
                  <a:pt x="1801799" y="1303580"/>
                </a:moveTo>
                <a:lnTo>
                  <a:pt x="1800874" y="1306054"/>
                </a:lnTo>
                <a:lnTo>
                  <a:pt x="1800944" y="1306093"/>
                </a:lnTo>
                <a:lnTo>
                  <a:pt x="1801571" y="1305418"/>
                </a:lnTo>
                <a:lnTo>
                  <a:pt x="1802764" y="1303715"/>
                </a:lnTo>
                <a:lnTo>
                  <a:pt x="1802019" y="1303324"/>
                </a:lnTo>
                <a:close/>
                <a:moveTo>
                  <a:pt x="1384744" y="2237161"/>
                </a:moveTo>
                <a:lnTo>
                  <a:pt x="1402088" y="2249281"/>
                </a:lnTo>
                <a:lnTo>
                  <a:pt x="1403857" y="2244377"/>
                </a:lnTo>
                <a:lnTo>
                  <a:pt x="1404792" y="2226682"/>
                </a:lnTo>
                <a:lnTo>
                  <a:pt x="1396720" y="2224061"/>
                </a:lnTo>
                <a:lnTo>
                  <a:pt x="1395961" y="2225079"/>
                </a:lnTo>
                <a:lnTo>
                  <a:pt x="1404522" y="2231275"/>
                </a:lnTo>
                <a:lnTo>
                  <a:pt x="1404080" y="2231334"/>
                </a:lnTo>
                <a:lnTo>
                  <a:pt x="1395777" y="2225325"/>
                </a:lnTo>
                <a:lnTo>
                  <a:pt x="1392283" y="2230006"/>
                </a:lnTo>
                <a:lnTo>
                  <a:pt x="1392121" y="2230049"/>
                </a:lnTo>
                <a:lnTo>
                  <a:pt x="1395693" y="2225264"/>
                </a:lnTo>
                <a:lnTo>
                  <a:pt x="1395057" y="2224803"/>
                </a:lnTo>
                <a:lnTo>
                  <a:pt x="1390139" y="2230947"/>
                </a:lnTo>
                <a:close/>
                <a:moveTo>
                  <a:pt x="1839953" y="1217706"/>
                </a:moveTo>
                <a:lnTo>
                  <a:pt x="1847354" y="1211544"/>
                </a:lnTo>
                <a:lnTo>
                  <a:pt x="1848439" y="1201166"/>
                </a:lnTo>
                <a:lnTo>
                  <a:pt x="1848417" y="1201213"/>
                </a:lnTo>
                <a:close/>
                <a:moveTo>
                  <a:pt x="1802849" y="1300772"/>
                </a:moveTo>
                <a:lnTo>
                  <a:pt x="1802126" y="1302707"/>
                </a:lnTo>
                <a:lnTo>
                  <a:pt x="1802191" y="1302742"/>
                </a:lnTo>
                <a:lnTo>
                  <a:pt x="1804837" y="1299661"/>
                </a:lnTo>
                <a:close/>
                <a:moveTo>
                  <a:pt x="1803069" y="1300184"/>
                </a:moveTo>
                <a:lnTo>
                  <a:pt x="1802958" y="1300482"/>
                </a:lnTo>
                <a:lnTo>
                  <a:pt x="1805216" y="1299220"/>
                </a:lnTo>
                <a:lnTo>
                  <a:pt x="1806023" y="1298280"/>
                </a:lnTo>
                <a:close/>
                <a:moveTo>
                  <a:pt x="1874498" y="1140148"/>
                </a:moveTo>
                <a:lnTo>
                  <a:pt x="1877838" y="1136590"/>
                </a:lnTo>
                <a:lnTo>
                  <a:pt x="1879578" y="1132839"/>
                </a:lnTo>
                <a:close/>
                <a:moveTo>
                  <a:pt x="1803499" y="1299035"/>
                </a:moveTo>
                <a:lnTo>
                  <a:pt x="1803260" y="1299673"/>
                </a:lnTo>
                <a:lnTo>
                  <a:pt x="1806768" y="1297414"/>
                </a:lnTo>
                <a:lnTo>
                  <a:pt x="1806835" y="1297336"/>
                </a:lnTo>
                <a:lnTo>
                  <a:pt x="1805574" y="1295047"/>
                </a:lnTo>
                <a:close/>
                <a:moveTo>
                  <a:pt x="1838684" y="1220180"/>
                </a:moveTo>
                <a:lnTo>
                  <a:pt x="1847283" y="1212230"/>
                </a:lnTo>
                <a:lnTo>
                  <a:pt x="1847292" y="1212139"/>
                </a:lnTo>
                <a:lnTo>
                  <a:pt x="1839467" y="1218655"/>
                </a:lnTo>
                <a:close/>
                <a:moveTo>
                  <a:pt x="1453742" y="2081993"/>
                </a:moveTo>
                <a:lnTo>
                  <a:pt x="1453807" y="2082015"/>
                </a:lnTo>
                <a:lnTo>
                  <a:pt x="1453888" y="2081865"/>
                </a:lnTo>
                <a:close/>
                <a:moveTo>
                  <a:pt x="1832399" y="1233912"/>
                </a:moveTo>
                <a:lnTo>
                  <a:pt x="1827291" y="1247630"/>
                </a:lnTo>
                <a:lnTo>
                  <a:pt x="1833876" y="1241385"/>
                </a:lnTo>
                <a:lnTo>
                  <a:pt x="1836688" y="1237698"/>
                </a:lnTo>
                <a:lnTo>
                  <a:pt x="1839622" y="1232914"/>
                </a:lnTo>
                <a:lnTo>
                  <a:pt x="1836208" y="1231113"/>
                </a:lnTo>
                <a:close/>
                <a:moveTo>
                  <a:pt x="1847926" y="1199103"/>
                </a:moveTo>
                <a:lnTo>
                  <a:pt x="1847957" y="1199134"/>
                </a:lnTo>
                <a:lnTo>
                  <a:pt x="1848045" y="1199074"/>
                </a:lnTo>
                <a:lnTo>
                  <a:pt x="1848215" y="1198742"/>
                </a:lnTo>
                <a:close/>
                <a:moveTo>
                  <a:pt x="1469013" y="2047371"/>
                </a:moveTo>
                <a:lnTo>
                  <a:pt x="1469626" y="2047661"/>
                </a:lnTo>
                <a:lnTo>
                  <a:pt x="1469790" y="2047228"/>
                </a:lnTo>
                <a:close/>
                <a:moveTo>
                  <a:pt x="1434887" y="2123630"/>
                </a:moveTo>
                <a:lnTo>
                  <a:pt x="1437346" y="2123658"/>
                </a:lnTo>
                <a:lnTo>
                  <a:pt x="1438715" y="2123392"/>
                </a:lnTo>
                <a:lnTo>
                  <a:pt x="1439227" y="2122837"/>
                </a:lnTo>
                <a:lnTo>
                  <a:pt x="1439604" y="2120414"/>
                </a:lnTo>
                <a:lnTo>
                  <a:pt x="1438275" y="2120379"/>
                </a:lnTo>
                <a:lnTo>
                  <a:pt x="1435954" y="2122195"/>
                </a:lnTo>
                <a:close/>
                <a:moveTo>
                  <a:pt x="1833354" y="1231346"/>
                </a:moveTo>
                <a:lnTo>
                  <a:pt x="1832969" y="1232382"/>
                </a:lnTo>
                <a:lnTo>
                  <a:pt x="1833421" y="1232038"/>
                </a:lnTo>
                <a:lnTo>
                  <a:pt x="1834542" y="1230760"/>
                </a:lnTo>
                <a:lnTo>
                  <a:pt x="1834839" y="1230392"/>
                </a:lnTo>
                <a:lnTo>
                  <a:pt x="1834655" y="1230295"/>
                </a:lnTo>
                <a:close/>
                <a:moveTo>
                  <a:pt x="1421899" y="2152484"/>
                </a:moveTo>
                <a:lnTo>
                  <a:pt x="1422896" y="2152696"/>
                </a:lnTo>
                <a:lnTo>
                  <a:pt x="1422927" y="2152560"/>
                </a:lnTo>
                <a:close/>
                <a:moveTo>
                  <a:pt x="1833895" y="1229895"/>
                </a:moveTo>
                <a:lnTo>
                  <a:pt x="1833547" y="1230828"/>
                </a:lnTo>
                <a:lnTo>
                  <a:pt x="1834384" y="1230152"/>
                </a:lnTo>
                <a:close/>
                <a:moveTo>
                  <a:pt x="1833996" y="1229621"/>
                </a:moveTo>
                <a:lnTo>
                  <a:pt x="1833973" y="1229683"/>
                </a:lnTo>
                <a:lnTo>
                  <a:pt x="1834573" y="1229999"/>
                </a:lnTo>
                <a:lnTo>
                  <a:pt x="1836257" y="1228638"/>
                </a:lnTo>
                <a:lnTo>
                  <a:pt x="1836999" y="1227721"/>
                </a:lnTo>
                <a:close/>
                <a:moveTo>
                  <a:pt x="1834415" y="1228496"/>
                </a:moveTo>
                <a:lnTo>
                  <a:pt x="1834082" y="1229394"/>
                </a:lnTo>
                <a:lnTo>
                  <a:pt x="1837286" y="1227367"/>
                </a:lnTo>
                <a:lnTo>
                  <a:pt x="1842999" y="1220300"/>
                </a:lnTo>
                <a:lnTo>
                  <a:pt x="1834672" y="1227997"/>
                </a:lnTo>
                <a:close/>
                <a:moveTo>
                  <a:pt x="1390734" y="2221676"/>
                </a:moveTo>
                <a:lnTo>
                  <a:pt x="1390723" y="2221796"/>
                </a:lnTo>
                <a:lnTo>
                  <a:pt x="1391059" y="2221910"/>
                </a:lnTo>
                <a:close/>
                <a:moveTo>
                  <a:pt x="1411429" y="2175177"/>
                </a:moveTo>
                <a:lnTo>
                  <a:pt x="1419182" y="2176970"/>
                </a:lnTo>
                <a:lnTo>
                  <a:pt x="1421009" y="2172477"/>
                </a:lnTo>
                <a:lnTo>
                  <a:pt x="1422518" y="2168519"/>
                </a:lnTo>
                <a:lnTo>
                  <a:pt x="1415461" y="2169815"/>
                </a:lnTo>
                <a:close/>
                <a:moveTo>
                  <a:pt x="1452288" y="2083371"/>
                </a:moveTo>
                <a:lnTo>
                  <a:pt x="1452129" y="2083969"/>
                </a:lnTo>
                <a:lnTo>
                  <a:pt x="1452870" y="2083571"/>
                </a:lnTo>
                <a:close/>
                <a:moveTo>
                  <a:pt x="1872006" y="1143327"/>
                </a:moveTo>
                <a:lnTo>
                  <a:pt x="1874403" y="1144000"/>
                </a:lnTo>
                <a:lnTo>
                  <a:pt x="1877433" y="1137464"/>
                </a:lnTo>
                <a:lnTo>
                  <a:pt x="1872697" y="1142507"/>
                </a:lnTo>
                <a:close/>
                <a:moveTo>
                  <a:pt x="1429442" y="2134134"/>
                </a:moveTo>
                <a:lnTo>
                  <a:pt x="1429690" y="2134311"/>
                </a:lnTo>
                <a:lnTo>
                  <a:pt x="1434544" y="2136816"/>
                </a:lnTo>
                <a:lnTo>
                  <a:pt x="1435625" y="2133887"/>
                </a:lnTo>
                <a:lnTo>
                  <a:pt x="1433112" y="2132633"/>
                </a:lnTo>
                <a:lnTo>
                  <a:pt x="1432199" y="2132130"/>
                </a:lnTo>
                <a:lnTo>
                  <a:pt x="1431005" y="2132570"/>
                </a:lnTo>
                <a:close/>
                <a:moveTo>
                  <a:pt x="1468088" y="2047541"/>
                </a:moveTo>
                <a:lnTo>
                  <a:pt x="1467993" y="2048695"/>
                </a:lnTo>
                <a:lnTo>
                  <a:pt x="1468858" y="2048655"/>
                </a:lnTo>
                <a:lnTo>
                  <a:pt x="1469508" y="2047968"/>
                </a:lnTo>
                <a:lnTo>
                  <a:pt x="1469526" y="2047921"/>
                </a:lnTo>
                <a:lnTo>
                  <a:pt x="1468545" y="2047457"/>
                </a:lnTo>
                <a:close/>
                <a:moveTo>
                  <a:pt x="1466505" y="2050685"/>
                </a:moveTo>
                <a:lnTo>
                  <a:pt x="1466512" y="2050686"/>
                </a:lnTo>
                <a:lnTo>
                  <a:pt x="1466512" y="2050685"/>
                </a:lnTo>
                <a:close/>
                <a:moveTo>
                  <a:pt x="1463785" y="2056689"/>
                </a:moveTo>
                <a:lnTo>
                  <a:pt x="1463948" y="2056786"/>
                </a:lnTo>
                <a:lnTo>
                  <a:pt x="1464410" y="2056947"/>
                </a:lnTo>
                <a:lnTo>
                  <a:pt x="1465042" y="2057117"/>
                </a:lnTo>
                <a:lnTo>
                  <a:pt x="1466079" y="2055930"/>
                </a:lnTo>
                <a:lnTo>
                  <a:pt x="1466178" y="2054732"/>
                </a:lnTo>
                <a:lnTo>
                  <a:pt x="1465737" y="2054627"/>
                </a:lnTo>
                <a:close/>
                <a:moveTo>
                  <a:pt x="1856448" y="1177227"/>
                </a:moveTo>
                <a:lnTo>
                  <a:pt x="1856308" y="1182974"/>
                </a:lnTo>
                <a:lnTo>
                  <a:pt x="1856519" y="1182564"/>
                </a:lnTo>
                <a:lnTo>
                  <a:pt x="1863383" y="1167761"/>
                </a:lnTo>
                <a:close/>
                <a:moveTo>
                  <a:pt x="1466260" y="2050883"/>
                </a:moveTo>
                <a:lnTo>
                  <a:pt x="1466383" y="2051268"/>
                </a:lnTo>
                <a:lnTo>
                  <a:pt x="1466471" y="2051176"/>
                </a:lnTo>
                <a:lnTo>
                  <a:pt x="1466492" y="2050925"/>
                </a:lnTo>
                <a:close/>
                <a:moveTo>
                  <a:pt x="1425787" y="2140776"/>
                </a:moveTo>
                <a:lnTo>
                  <a:pt x="1424200" y="2147781"/>
                </a:lnTo>
                <a:lnTo>
                  <a:pt x="1424530" y="2147900"/>
                </a:lnTo>
                <a:lnTo>
                  <a:pt x="1426354" y="2147672"/>
                </a:lnTo>
                <a:lnTo>
                  <a:pt x="1426159" y="2140898"/>
                </a:lnTo>
                <a:close/>
                <a:moveTo>
                  <a:pt x="1450493" y="2084851"/>
                </a:moveTo>
                <a:lnTo>
                  <a:pt x="1450675" y="2084753"/>
                </a:lnTo>
                <a:lnTo>
                  <a:pt x="1450699" y="2084670"/>
                </a:lnTo>
                <a:close/>
                <a:moveTo>
                  <a:pt x="1428810" y="2133381"/>
                </a:moveTo>
                <a:lnTo>
                  <a:pt x="1428819" y="2133685"/>
                </a:lnTo>
                <a:lnTo>
                  <a:pt x="1429058" y="2133857"/>
                </a:lnTo>
                <a:lnTo>
                  <a:pt x="1429853" y="2132995"/>
                </a:lnTo>
                <a:close/>
                <a:moveTo>
                  <a:pt x="1426113" y="2139335"/>
                </a:moveTo>
                <a:lnTo>
                  <a:pt x="1426084" y="2139463"/>
                </a:lnTo>
                <a:lnTo>
                  <a:pt x="1426118" y="2139477"/>
                </a:lnTo>
                <a:close/>
                <a:moveTo>
                  <a:pt x="1407357" y="2180593"/>
                </a:moveTo>
                <a:lnTo>
                  <a:pt x="1407283" y="2186650"/>
                </a:lnTo>
                <a:lnTo>
                  <a:pt x="1406946" y="2193017"/>
                </a:lnTo>
                <a:lnTo>
                  <a:pt x="1415080" y="2197739"/>
                </a:lnTo>
                <a:lnTo>
                  <a:pt x="1422296" y="2187377"/>
                </a:lnTo>
                <a:lnTo>
                  <a:pt x="1423524" y="2182625"/>
                </a:lnTo>
                <a:lnTo>
                  <a:pt x="1424105" y="2178266"/>
                </a:lnTo>
                <a:lnTo>
                  <a:pt x="1419184" y="2177199"/>
                </a:lnTo>
                <a:lnTo>
                  <a:pt x="1417378" y="2181639"/>
                </a:lnTo>
                <a:lnTo>
                  <a:pt x="1417253" y="2181712"/>
                </a:lnTo>
                <a:lnTo>
                  <a:pt x="1419097" y="2177179"/>
                </a:lnTo>
                <a:lnTo>
                  <a:pt x="1411210" y="2175469"/>
                </a:lnTo>
                <a:close/>
                <a:moveTo>
                  <a:pt x="1391283" y="2215888"/>
                </a:moveTo>
                <a:lnTo>
                  <a:pt x="1390768" y="2221321"/>
                </a:lnTo>
                <a:lnTo>
                  <a:pt x="1392044" y="2222244"/>
                </a:lnTo>
                <a:lnTo>
                  <a:pt x="1395240" y="2223330"/>
                </a:lnTo>
                <a:lnTo>
                  <a:pt x="1400579" y="2216660"/>
                </a:lnTo>
                <a:lnTo>
                  <a:pt x="1391542" y="2215919"/>
                </a:lnTo>
                <a:close/>
                <a:moveTo>
                  <a:pt x="1459076" y="2063867"/>
                </a:moveTo>
                <a:lnTo>
                  <a:pt x="1459011" y="2064018"/>
                </a:lnTo>
                <a:lnTo>
                  <a:pt x="1459188" y="2063815"/>
                </a:lnTo>
                <a:close/>
                <a:moveTo>
                  <a:pt x="1378386" y="2244485"/>
                </a:moveTo>
                <a:lnTo>
                  <a:pt x="1378665" y="2244639"/>
                </a:lnTo>
                <a:lnTo>
                  <a:pt x="1399934" y="2255252"/>
                </a:lnTo>
                <a:lnTo>
                  <a:pt x="1401956" y="2249648"/>
                </a:lnTo>
                <a:lnTo>
                  <a:pt x="1384497" y="2237446"/>
                </a:lnTo>
                <a:close/>
                <a:moveTo>
                  <a:pt x="1460837" y="2059803"/>
                </a:moveTo>
                <a:lnTo>
                  <a:pt x="1460148" y="2061392"/>
                </a:lnTo>
                <a:lnTo>
                  <a:pt x="1461892" y="2060721"/>
                </a:lnTo>
                <a:lnTo>
                  <a:pt x="1464339" y="2057921"/>
                </a:lnTo>
                <a:lnTo>
                  <a:pt x="1462967" y="2057553"/>
                </a:lnTo>
                <a:close/>
                <a:moveTo>
                  <a:pt x="1463327" y="2054056"/>
                </a:moveTo>
                <a:lnTo>
                  <a:pt x="1462974" y="2054871"/>
                </a:lnTo>
                <a:lnTo>
                  <a:pt x="1463669" y="2054137"/>
                </a:lnTo>
                <a:close/>
                <a:moveTo>
                  <a:pt x="1464751" y="2050767"/>
                </a:moveTo>
                <a:lnTo>
                  <a:pt x="1464536" y="2051263"/>
                </a:lnTo>
                <a:lnTo>
                  <a:pt x="1465798" y="2051563"/>
                </a:lnTo>
                <a:lnTo>
                  <a:pt x="1465538" y="2050749"/>
                </a:lnTo>
                <a:lnTo>
                  <a:pt x="1465457" y="2050734"/>
                </a:lnTo>
                <a:close/>
                <a:moveTo>
                  <a:pt x="1465791" y="2048366"/>
                </a:moveTo>
                <a:lnTo>
                  <a:pt x="1465600" y="2048807"/>
                </a:lnTo>
                <a:lnTo>
                  <a:pt x="1466671" y="2048757"/>
                </a:lnTo>
                <a:lnTo>
                  <a:pt x="1466752" y="2047786"/>
                </a:lnTo>
                <a:lnTo>
                  <a:pt x="1466549" y="2047823"/>
                </a:lnTo>
                <a:close/>
                <a:moveTo>
                  <a:pt x="1391397" y="2214696"/>
                </a:moveTo>
                <a:lnTo>
                  <a:pt x="1391376" y="2214913"/>
                </a:lnTo>
                <a:lnTo>
                  <a:pt x="1394817" y="2215334"/>
                </a:lnTo>
                <a:close/>
                <a:moveTo>
                  <a:pt x="1419471" y="2151278"/>
                </a:moveTo>
                <a:lnTo>
                  <a:pt x="1421144" y="2152170"/>
                </a:lnTo>
                <a:lnTo>
                  <a:pt x="1422984" y="2152306"/>
                </a:lnTo>
                <a:lnTo>
                  <a:pt x="1423394" y="2150494"/>
                </a:lnTo>
                <a:close/>
                <a:moveTo>
                  <a:pt x="1840501" y="1208350"/>
                </a:moveTo>
                <a:lnTo>
                  <a:pt x="1837110" y="1220073"/>
                </a:lnTo>
                <a:lnTo>
                  <a:pt x="1837388" y="1219842"/>
                </a:lnTo>
                <a:lnTo>
                  <a:pt x="1847661" y="1199823"/>
                </a:lnTo>
                <a:lnTo>
                  <a:pt x="1846962" y="1200303"/>
                </a:lnTo>
                <a:close/>
                <a:moveTo>
                  <a:pt x="1424678" y="2138902"/>
                </a:moveTo>
                <a:lnTo>
                  <a:pt x="1425908" y="2139393"/>
                </a:lnTo>
                <a:lnTo>
                  <a:pt x="1426065" y="2138703"/>
                </a:lnTo>
                <a:lnTo>
                  <a:pt x="1424976" y="2138603"/>
                </a:lnTo>
                <a:close/>
                <a:moveTo>
                  <a:pt x="1474879" y="2026023"/>
                </a:moveTo>
                <a:lnTo>
                  <a:pt x="1475833" y="2026090"/>
                </a:lnTo>
                <a:lnTo>
                  <a:pt x="1476209" y="2025993"/>
                </a:lnTo>
                <a:lnTo>
                  <a:pt x="1476219" y="2025670"/>
                </a:lnTo>
                <a:lnTo>
                  <a:pt x="1476202" y="2025669"/>
                </a:lnTo>
                <a:close/>
                <a:moveTo>
                  <a:pt x="1423868" y="2139712"/>
                </a:moveTo>
                <a:lnTo>
                  <a:pt x="1424555" y="2139937"/>
                </a:lnTo>
                <a:lnTo>
                  <a:pt x="1423903" y="2139677"/>
                </a:lnTo>
                <a:close/>
                <a:moveTo>
                  <a:pt x="1841803" y="1203845"/>
                </a:moveTo>
                <a:lnTo>
                  <a:pt x="1840992" y="1206650"/>
                </a:lnTo>
                <a:lnTo>
                  <a:pt x="1845320" y="1201431"/>
                </a:lnTo>
                <a:close/>
                <a:moveTo>
                  <a:pt x="1856612" y="1170569"/>
                </a:moveTo>
                <a:lnTo>
                  <a:pt x="1856466" y="1176541"/>
                </a:lnTo>
                <a:lnTo>
                  <a:pt x="1864220" y="1165956"/>
                </a:lnTo>
                <a:lnTo>
                  <a:pt x="1870483" y="1152450"/>
                </a:lnTo>
                <a:lnTo>
                  <a:pt x="1860113" y="1166277"/>
                </a:lnTo>
                <a:close/>
                <a:moveTo>
                  <a:pt x="1374360" y="2249122"/>
                </a:moveTo>
                <a:lnTo>
                  <a:pt x="1392523" y="2256380"/>
                </a:lnTo>
                <a:lnTo>
                  <a:pt x="1398680" y="2258729"/>
                </a:lnTo>
                <a:lnTo>
                  <a:pt x="1399797" y="2255631"/>
                </a:lnTo>
                <a:lnTo>
                  <a:pt x="1378106" y="2244807"/>
                </a:lnTo>
                <a:lnTo>
                  <a:pt x="1374616" y="2248827"/>
                </a:lnTo>
                <a:lnTo>
                  <a:pt x="1383535" y="2251749"/>
                </a:lnTo>
                <a:lnTo>
                  <a:pt x="1391803" y="2254159"/>
                </a:lnTo>
                <a:lnTo>
                  <a:pt x="1391687" y="2254205"/>
                </a:lnTo>
                <a:lnTo>
                  <a:pt x="1376748" y="2249851"/>
                </a:lnTo>
                <a:lnTo>
                  <a:pt x="1374396" y="2249081"/>
                </a:lnTo>
                <a:close/>
                <a:moveTo>
                  <a:pt x="1455964" y="2066376"/>
                </a:moveTo>
                <a:lnTo>
                  <a:pt x="1455774" y="2067721"/>
                </a:lnTo>
                <a:lnTo>
                  <a:pt x="1456598" y="2066779"/>
                </a:lnTo>
                <a:close/>
                <a:moveTo>
                  <a:pt x="1462826" y="2050857"/>
                </a:moveTo>
                <a:lnTo>
                  <a:pt x="1463346" y="2050980"/>
                </a:lnTo>
                <a:lnTo>
                  <a:pt x="1463390" y="2050831"/>
                </a:lnTo>
                <a:close/>
                <a:moveTo>
                  <a:pt x="1423622" y="2138480"/>
                </a:moveTo>
                <a:lnTo>
                  <a:pt x="1424279" y="2138742"/>
                </a:lnTo>
                <a:lnTo>
                  <a:pt x="1424464" y="2138556"/>
                </a:lnTo>
                <a:close/>
                <a:moveTo>
                  <a:pt x="1407430" y="2174648"/>
                </a:moveTo>
                <a:lnTo>
                  <a:pt x="1407378" y="2178819"/>
                </a:lnTo>
                <a:lnTo>
                  <a:pt x="1410082" y="2175223"/>
                </a:lnTo>
                <a:close/>
                <a:moveTo>
                  <a:pt x="1475329" y="2022605"/>
                </a:moveTo>
                <a:lnTo>
                  <a:pt x="1474964" y="2023685"/>
                </a:lnTo>
                <a:lnTo>
                  <a:pt x="1476288" y="2023331"/>
                </a:lnTo>
                <a:lnTo>
                  <a:pt x="1476357" y="2021031"/>
                </a:lnTo>
                <a:close/>
                <a:moveTo>
                  <a:pt x="1417679" y="2151591"/>
                </a:moveTo>
                <a:lnTo>
                  <a:pt x="1420036" y="2152089"/>
                </a:lnTo>
                <a:lnTo>
                  <a:pt x="1420697" y="2152138"/>
                </a:lnTo>
                <a:lnTo>
                  <a:pt x="1419190" y="2151335"/>
                </a:lnTo>
                <a:lnTo>
                  <a:pt x="1418288" y="2151515"/>
                </a:lnTo>
                <a:close/>
                <a:moveTo>
                  <a:pt x="1456120" y="2065261"/>
                </a:moveTo>
                <a:lnTo>
                  <a:pt x="1455980" y="2066255"/>
                </a:lnTo>
                <a:lnTo>
                  <a:pt x="1456672" y="2066694"/>
                </a:lnTo>
                <a:lnTo>
                  <a:pt x="1456694" y="2066669"/>
                </a:lnTo>
                <a:lnTo>
                  <a:pt x="1457609" y="2064559"/>
                </a:lnTo>
                <a:close/>
                <a:moveTo>
                  <a:pt x="1474551" y="2023795"/>
                </a:moveTo>
                <a:lnTo>
                  <a:pt x="1474651" y="2023769"/>
                </a:lnTo>
                <a:lnTo>
                  <a:pt x="1474738" y="2023508"/>
                </a:lnTo>
                <a:close/>
                <a:moveTo>
                  <a:pt x="1400599" y="2189316"/>
                </a:moveTo>
                <a:lnTo>
                  <a:pt x="1401460" y="2189832"/>
                </a:lnTo>
                <a:lnTo>
                  <a:pt x="1406227" y="2192600"/>
                </a:lnTo>
                <a:lnTo>
                  <a:pt x="1406358" y="2181921"/>
                </a:lnTo>
                <a:lnTo>
                  <a:pt x="1403114" y="2186236"/>
                </a:lnTo>
                <a:close/>
                <a:moveTo>
                  <a:pt x="1423870" y="2137194"/>
                </a:moveTo>
                <a:lnTo>
                  <a:pt x="1425662" y="2137358"/>
                </a:lnTo>
                <a:lnTo>
                  <a:pt x="1426045" y="2136976"/>
                </a:lnTo>
                <a:lnTo>
                  <a:pt x="1426031" y="2136484"/>
                </a:lnTo>
                <a:lnTo>
                  <a:pt x="1425099" y="2136003"/>
                </a:lnTo>
                <a:close/>
                <a:moveTo>
                  <a:pt x="1846509" y="1190796"/>
                </a:moveTo>
                <a:lnTo>
                  <a:pt x="1849330" y="1192640"/>
                </a:lnTo>
                <a:lnTo>
                  <a:pt x="1850025" y="1185996"/>
                </a:lnTo>
                <a:close/>
                <a:moveTo>
                  <a:pt x="1844147" y="1195742"/>
                </a:moveTo>
                <a:lnTo>
                  <a:pt x="1841978" y="1203241"/>
                </a:lnTo>
                <a:lnTo>
                  <a:pt x="1846253" y="1200305"/>
                </a:lnTo>
                <a:lnTo>
                  <a:pt x="1847358" y="1198973"/>
                </a:lnTo>
                <a:close/>
                <a:moveTo>
                  <a:pt x="1772124" y="1356890"/>
                </a:moveTo>
                <a:lnTo>
                  <a:pt x="1771659" y="1358032"/>
                </a:lnTo>
                <a:lnTo>
                  <a:pt x="1773832" y="1355792"/>
                </a:lnTo>
                <a:close/>
                <a:moveTo>
                  <a:pt x="1392042" y="2207885"/>
                </a:moveTo>
                <a:lnTo>
                  <a:pt x="1391530" y="2213290"/>
                </a:lnTo>
                <a:lnTo>
                  <a:pt x="1401750" y="2215196"/>
                </a:lnTo>
                <a:lnTo>
                  <a:pt x="1405555" y="2210443"/>
                </a:lnTo>
                <a:lnTo>
                  <a:pt x="1397556" y="2207690"/>
                </a:lnTo>
                <a:close/>
                <a:moveTo>
                  <a:pt x="1773603" y="1353259"/>
                </a:moveTo>
                <a:lnTo>
                  <a:pt x="1772986" y="1354775"/>
                </a:lnTo>
                <a:lnTo>
                  <a:pt x="1775101" y="1353637"/>
                </a:lnTo>
                <a:lnTo>
                  <a:pt x="1776259" y="1351353"/>
                </a:lnTo>
                <a:lnTo>
                  <a:pt x="1775562" y="1351668"/>
                </a:lnTo>
                <a:lnTo>
                  <a:pt x="1773842" y="1352930"/>
                </a:lnTo>
                <a:close/>
                <a:moveTo>
                  <a:pt x="1373617" y="2248825"/>
                </a:moveTo>
                <a:lnTo>
                  <a:pt x="1374069" y="2249006"/>
                </a:lnTo>
                <a:lnTo>
                  <a:pt x="1374092" y="2248981"/>
                </a:lnTo>
                <a:close/>
                <a:moveTo>
                  <a:pt x="1844970" y="1192897"/>
                </a:moveTo>
                <a:lnTo>
                  <a:pt x="1844268" y="1195322"/>
                </a:lnTo>
                <a:lnTo>
                  <a:pt x="1847562" y="1198726"/>
                </a:lnTo>
                <a:lnTo>
                  <a:pt x="1848857" y="1197164"/>
                </a:lnTo>
                <a:lnTo>
                  <a:pt x="1849251" y="1193399"/>
                </a:lnTo>
                <a:lnTo>
                  <a:pt x="1846103" y="1191349"/>
                </a:lnTo>
                <a:close/>
                <a:moveTo>
                  <a:pt x="1867002" y="1143233"/>
                </a:moveTo>
                <a:lnTo>
                  <a:pt x="1867618" y="1142281"/>
                </a:lnTo>
                <a:lnTo>
                  <a:pt x="1867507" y="1142250"/>
                </a:lnTo>
                <a:close/>
                <a:moveTo>
                  <a:pt x="1845526" y="1190973"/>
                </a:moveTo>
                <a:lnTo>
                  <a:pt x="1845287" y="1191802"/>
                </a:lnTo>
                <a:lnTo>
                  <a:pt x="1845774" y="1191136"/>
                </a:lnTo>
                <a:close/>
                <a:moveTo>
                  <a:pt x="1392234" y="2205859"/>
                </a:moveTo>
                <a:lnTo>
                  <a:pt x="1392075" y="2207537"/>
                </a:lnTo>
                <a:lnTo>
                  <a:pt x="1396811" y="2207433"/>
                </a:lnTo>
                <a:close/>
                <a:moveTo>
                  <a:pt x="1421929" y="2139076"/>
                </a:moveTo>
                <a:lnTo>
                  <a:pt x="1423448" y="2139573"/>
                </a:lnTo>
                <a:lnTo>
                  <a:pt x="1423503" y="2139519"/>
                </a:lnTo>
                <a:lnTo>
                  <a:pt x="1422063" y="2138946"/>
                </a:lnTo>
                <a:close/>
                <a:moveTo>
                  <a:pt x="1434537" y="2110760"/>
                </a:moveTo>
                <a:lnTo>
                  <a:pt x="1435545" y="2111185"/>
                </a:lnTo>
                <a:lnTo>
                  <a:pt x="1436276" y="2110368"/>
                </a:lnTo>
                <a:close/>
                <a:moveTo>
                  <a:pt x="1407471" y="2171282"/>
                </a:moveTo>
                <a:lnTo>
                  <a:pt x="1407435" y="2174254"/>
                </a:lnTo>
                <a:lnTo>
                  <a:pt x="1410311" y="2174919"/>
                </a:lnTo>
                <a:lnTo>
                  <a:pt x="1413939" y="2170094"/>
                </a:lnTo>
                <a:close/>
                <a:moveTo>
                  <a:pt x="1863152" y="1150698"/>
                </a:moveTo>
                <a:lnTo>
                  <a:pt x="1869530" y="1142818"/>
                </a:lnTo>
                <a:lnTo>
                  <a:pt x="1867787" y="1142327"/>
                </a:lnTo>
                <a:lnTo>
                  <a:pt x="1866237" y="1144722"/>
                </a:lnTo>
                <a:lnTo>
                  <a:pt x="1863625" y="1149805"/>
                </a:lnTo>
                <a:close/>
                <a:moveTo>
                  <a:pt x="1459633" y="2054201"/>
                </a:moveTo>
                <a:lnTo>
                  <a:pt x="1461588" y="2055372"/>
                </a:lnTo>
                <a:lnTo>
                  <a:pt x="1462267" y="2053804"/>
                </a:lnTo>
                <a:lnTo>
                  <a:pt x="1461964" y="2053732"/>
                </a:lnTo>
                <a:lnTo>
                  <a:pt x="1461131" y="2053860"/>
                </a:lnTo>
                <a:close/>
                <a:moveTo>
                  <a:pt x="1372551" y="2249089"/>
                </a:moveTo>
                <a:lnTo>
                  <a:pt x="1371683" y="2251755"/>
                </a:lnTo>
                <a:lnTo>
                  <a:pt x="1373638" y="2249503"/>
                </a:lnTo>
                <a:close/>
                <a:moveTo>
                  <a:pt x="1433731" y="2111744"/>
                </a:moveTo>
                <a:lnTo>
                  <a:pt x="1434512" y="2112339"/>
                </a:lnTo>
                <a:lnTo>
                  <a:pt x="1435215" y="2111554"/>
                </a:lnTo>
                <a:lnTo>
                  <a:pt x="1434095" y="2111081"/>
                </a:lnTo>
                <a:close/>
                <a:moveTo>
                  <a:pt x="1432929" y="2113205"/>
                </a:moveTo>
                <a:lnTo>
                  <a:pt x="1433547" y="2113259"/>
                </a:lnTo>
                <a:lnTo>
                  <a:pt x="1433090" y="2112912"/>
                </a:lnTo>
                <a:close/>
                <a:moveTo>
                  <a:pt x="1431645" y="2115542"/>
                </a:moveTo>
                <a:lnTo>
                  <a:pt x="1432762" y="2114294"/>
                </a:lnTo>
                <a:lnTo>
                  <a:pt x="1432350" y="2114258"/>
                </a:lnTo>
                <a:close/>
                <a:moveTo>
                  <a:pt x="1374528" y="2243021"/>
                </a:moveTo>
                <a:lnTo>
                  <a:pt x="1372827" y="2248241"/>
                </a:lnTo>
                <a:lnTo>
                  <a:pt x="1374312" y="2248727"/>
                </a:lnTo>
                <a:lnTo>
                  <a:pt x="1377833" y="2244671"/>
                </a:lnTo>
                <a:close/>
                <a:moveTo>
                  <a:pt x="1418028" y="2145556"/>
                </a:moveTo>
                <a:lnTo>
                  <a:pt x="1424023" y="2147717"/>
                </a:lnTo>
                <a:lnTo>
                  <a:pt x="1425608" y="2140718"/>
                </a:lnTo>
                <a:lnTo>
                  <a:pt x="1423540" y="2140040"/>
                </a:lnTo>
                <a:close/>
                <a:moveTo>
                  <a:pt x="1452590" y="2067780"/>
                </a:moveTo>
                <a:lnTo>
                  <a:pt x="1453637" y="2068000"/>
                </a:lnTo>
                <a:lnTo>
                  <a:pt x="1453826" y="2066651"/>
                </a:lnTo>
                <a:close/>
                <a:moveTo>
                  <a:pt x="1856807" y="1162652"/>
                </a:moveTo>
                <a:lnTo>
                  <a:pt x="1856683" y="1167681"/>
                </a:lnTo>
                <a:lnTo>
                  <a:pt x="1872305" y="1148522"/>
                </a:lnTo>
                <a:lnTo>
                  <a:pt x="1874325" y="1144165"/>
                </a:lnTo>
                <a:lnTo>
                  <a:pt x="1871878" y="1143478"/>
                </a:lnTo>
                <a:lnTo>
                  <a:pt x="1858691" y="1159103"/>
                </a:lnTo>
                <a:close/>
                <a:moveTo>
                  <a:pt x="1431697" y="2114200"/>
                </a:moveTo>
                <a:lnTo>
                  <a:pt x="1431512" y="2115069"/>
                </a:lnTo>
                <a:lnTo>
                  <a:pt x="1431976" y="2114225"/>
                </a:lnTo>
                <a:close/>
                <a:moveTo>
                  <a:pt x="1432404" y="2112389"/>
                </a:moveTo>
                <a:lnTo>
                  <a:pt x="1432109" y="2113132"/>
                </a:lnTo>
                <a:lnTo>
                  <a:pt x="1432555" y="2113172"/>
                </a:lnTo>
                <a:lnTo>
                  <a:pt x="1432813" y="2112701"/>
                </a:lnTo>
                <a:close/>
                <a:moveTo>
                  <a:pt x="1848576" y="1180425"/>
                </a:moveTo>
                <a:lnTo>
                  <a:pt x="1845725" y="1190284"/>
                </a:lnTo>
                <a:lnTo>
                  <a:pt x="1846181" y="1190581"/>
                </a:lnTo>
                <a:lnTo>
                  <a:pt x="1850106" y="1185223"/>
                </a:lnTo>
                <a:lnTo>
                  <a:pt x="1850906" y="1177568"/>
                </a:lnTo>
                <a:close/>
                <a:moveTo>
                  <a:pt x="1432917" y="2111125"/>
                </a:moveTo>
                <a:lnTo>
                  <a:pt x="1433454" y="2111534"/>
                </a:lnTo>
                <a:lnTo>
                  <a:pt x="1433776" y="2110947"/>
                </a:lnTo>
                <a:lnTo>
                  <a:pt x="1433752" y="2110937"/>
                </a:lnTo>
                <a:close/>
                <a:moveTo>
                  <a:pt x="1457414" y="2056065"/>
                </a:moveTo>
                <a:lnTo>
                  <a:pt x="1456642" y="2061559"/>
                </a:lnTo>
                <a:lnTo>
                  <a:pt x="1460819" y="2057145"/>
                </a:lnTo>
                <a:lnTo>
                  <a:pt x="1460885" y="2056995"/>
                </a:lnTo>
                <a:close/>
                <a:moveTo>
                  <a:pt x="1451381" y="2069357"/>
                </a:moveTo>
                <a:lnTo>
                  <a:pt x="1452381" y="2069776"/>
                </a:lnTo>
                <a:lnTo>
                  <a:pt x="1453290" y="2069932"/>
                </a:lnTo>
                <a:lnTo>
                  <a:pt x="1453399" y="2069439"/>
                </a:lnTo>
                <a:close/>
                <a:moveTo>
                  <a:pt x="1856841" y="1161296"/>
                </a:moveTo>
                <a:lnTo>
                  <a:pt x="1856824" y="1161958"/>
                </a:lnTo>
                <a:lnTo>
                  <a:pt x="1857744" y="1160226"/>
                </a:lnTo>
                <a:close/>
                <a:moveTo>
                  <a:pt x="1432126" y="2112177"/>
                </a:moveTo>
                <a:lnTo>
                  <a:pt x="1431931" y="2113097"/>
                </a:lnTo>
                <a:lnTo>
                  <a:pt x="1432257" y="2112278"/>
                </a:lnTo>
                <a:close/>
                <a:moveTo>
                  <a:pt x="1457745" y="2054629"/>
                </a:moveTo>
                <a:lnTo>
                  <a:pt x="1460922" y="2055734"/>
                </a:lnTo>
                <a:lnTo>
                  <a:pt x="1459631" y="2054985"/>
                </a:lnTo>
                <a:lnTo>
                  <a:pt x="1458683" y="2054416"/>
                </a:lnTo>
                <a:close/>
                <a:moveTo>
                  <a:pt x="1393967" y="2197441"/>
                </a:moveTo>
                <a:lnTo>
                  <a:pt x="1406068" y="2202513"/>
                </a:lnTo>
                <a:lnTo>
                  <a:pt x="1406117" y="2201587"/>
                </a:lnTo>
                <a:lnTo>
                  <a:pt x="1406224" y="2192859"/>
                </a:lnTo>
                <a:lnTo>
                  <a:pt x="1400446" y="2189504"/>
                </a:lnTo>
                <a:close/>
                <a:moveTo>
                  <a:pt x="1859247" y="1155522"/>
                </a:moveTo>
                <a:lnTo>
                  <a:pt x="1862132" y="1151957"/>
                </a:lnTo>
                <a:lnTo>
                  <a:pt x="1864768" y="1146992"/>
                </a:lnTo>
                <a:close/>
                <a:moveTo>
                  <a:pt x="1451038" y="2069196"/>
                </a:moveTo>
                <a:lnTo>
                  <a:pt x="1453407" y="2069291"/>
                </a:lnTo>
                <a:lnTo>
                  <a:pt x="1451373" y="2068890"/>
                </a:lnTo>
                <a:close/>
                <a:moveTo>
                  <a:pt x="1377855" y="2232805"/>
                </a:moveTo>
                <a:lnTo>
                  <a:pt x="1374710" y="2242461"/>
                </a:lnTo>
                <a:lnTo>
                  <a:pt x="1378121" y="2244340"/>
                </a:lnTo>
                <a:lnTo>
                  <a:pt x="1381990" y="2239883"/>
                </a:lnTo>
                <a:lnTo>
                  <a:pt x="1384140" y="2237197"/>
                </a:lnTo>
                <a:close/>
                <a:moveTo>
                  <a:pt x="1849390" y="1176626"/>
                </a:moveTo>
                <a:lnTo>
                  <a:pt x="1849390" y="1176627"/>
                </a:lnTo>
                <a:lnTo>
                  <a:pt x="1851241" y="1174357"/>
                </a:lnTo>
                <a:lnTo>
                  <a:pt x="1851400" y="1172839"/>
                </a:lnTo>
                <a:close/>
                <a:moveTo>
                  <a:pt x="1392772" y="2198904"/>
                </a:moveTo>
                <a:lnTo>
                  <a:pt x="1392556" y="2202469"/>
                </a:lnTo>
                <a:lnTo>
                  <a:pt x="1392363" y="2204502"/>
                </a:lnTo>
                <a:lnTo>
                  <a:pt x="1400638" y="2207350"/>
                </a:lnTo>
                <a:lnTo>
                  <a:pt x="1404501" y="2207265"/>
                </a:lnTo>
                <a:lnTo>
                  <a:pt x="1405819" y="2207218"/>
                </a:lnTo>
                <a:lnTo>
                  <a:pt x="1406057" y="2202715"/>
                </a:lnTo>
                <a:lnTo>
                  <a:pt x="1393720" y="2197743"/>
                </a:lnTo>
                <a:close/>
                <a:moveTo>
                  <a:pt x="1457853" y="2053134"/>
                </a:moveTo>
                <a:lnTo>
                  <a:pt x="1458030" y="2053241"/>
                </a:lnTo>
                <a:lnTo>
                  <a:pt x="1459161" y="2053067"/>
                </a:lnTo>
                <a:lnTo>
                  <a:pt x="1458330" y="2052870"/>
                </a:lnTo>
                <a:close/>
                <a:moveTo>
                  <a:pt x="1447047" y="2077286"/>
                </a:moveTo>
                <a:lnTo>
                  <a:pt x="1446965" y="2077803"/>
                </a:lnTo>
                <a:lnTo>
                  <a:pt x="1447582" y="2077097"/>
                </a:lnTo>
                <a:close/>
                <a:moveTo>
                  <a:pt x="1820023" y="1242118"/>
                </a:moveTo>
                <a:lnTo>
                  <a:pt x="1820913" y="1241517"/>
                </a:lnTo>
                <a:lnTo>
                  <a:pt x="1821019" y="1241313"/>
                </a:lnTo>
                <a:close/>
                <a:moveTo>
                  <a:pt x="1414831" y="2148755"/>
                </a:moveTo>
                <a:lnTo>
                  <a:pt x="1415358" y="2149045"/>
                </a:lnTo>
                <a:lnTo>
                  <a:pt x="1422384" y="2148168"/>
                </a:lnTo>
                <a:lnTo>
                  <a:pt x="1420897" y="2147699"/>
                </a:lnTo>
                <a:lnTo>
                  <a:pt x="1417213" y="2146371"/>
                </a:lnTo>
                <a:close/>
                <a:moveTo>
                  <a:pt x="1450947" y="2067437"/>
                </a:moveTo>
                <a:lnTo>
                  <a:pt x="1451055" y="2067460"/>
                </a:lnTo>
                <a:lnTo>
                  <a:pt x="1451150" y="2067359"/>
                </a:lnTo>
                <a:close/>
                <a:moveTo>
                  <a:pt x="1414423" y="2149162"/>
                </a:moveTo>
                <a:lnTo>
                  <a:pt x="1414983" y="2149092"/>
                </a:lnTo>
                <a:lnTo>
                  <a:pt x="1414663" y="2148921"/>
                </a:lnTo>
                <a:close/>
                <a:moveTo>
                  <a:pt x="1392865" y="2197398"/>
                </a:moveTo>
                <a:lnTo>
                  <a:pt x="1392817" y="2198186"/>
                </a:lnTo>
                <a:lnTo>
                  <a:pt x="1393283" y="2197566"/>
                </a:lnTo>
                <a:close/>
                <a:moveTo>
                  <a:pt x="1812765" y="1256839"/>
                </a:moveTo>
                <a:lnTo>
                  <a:pt x="1812862" y="1256998"/>
                </a:lnTo>
                <a:lnTo>
                  <a:pt x="1813206" y="1256336"/>
                </a:lnTo>
                <a:close/>
                <a:moveTo>
                  <a:pt x="1416000" y="2144825"/>
                </a:moveTo>
                <a:lnTo>
                  <a:pt x="1417618" y="2145407"/>
                </a:lnTo>
                <a:lnTo>
                  <a:pt x="1423120" y="2139903"/>
                </a:lnTo>
                <a:lnTo>
                  <a:pt x="1421593" y="2139402"/>
                </a:lnTo>
                <a:close/>
                <a:moveTo>
                  <a:pt x="1445975" y="2077663"/>
                </a:moveTo>
                <a:lnTo>
                  <a:pt x="1445638" y="2078543"/>
                </a:lnTo>
                <a:lnTo>
                  <a:pt x="1446121" y="2078536"/>
                </a:lnTo>
                <a:lnTo>
                  <a:pt x="1446273" y="2077559"/>
                </a:lnTo>
                <a:close/>
                <a:moveTo>
                  <a:pt x="1826400" y="1225692"/>
                </a:moveTo>
                <a:lnTo>
                  <a:pt x="1826882" y="1225945"/>
                </a:lnTo>
                <a:lnTo>
                  <a:pt x="1827450" y="1224419"/>
                </a:lnTo>
                <a:close/>
                <a:moveTo>
                  <a:pt x="1810764" y="1260601"/>
                </a:moveTo>
                <a:lnTo>
                  <a:pt x="1810922" y="1260727"/>
                </a:lnTo>
                <a:lnTo>
                  <a:pt x="1811098" y="1260388"/>
                </a:lnTo>
                <a:close/>
                <a:moveTo>
                  <a:pt x="1448240" y="2071748"/>
                </a:moveTo>
                <a:lnTo>
                  <a:pt x="1448212" y="2071823"/>
                </a:lnTo>
                <a:lnTo>
                  <a:pt x="1450560" y="2071684"/>
                </a:lnTo>
                <a:lnTo>
                  <a:pt x="1453077" y="2070797"/>
                </a:lnTo>
                <a:lnTo>
                  <a:pt x="1449880" y="2070252"/>
                </a:lnTo>
                <a:close/>
                <a:moveTo>
                  <a:pt x="1382294" y="2219178"/>
                </a:moveTo>
                <a:lnTo>
                  <a:pt x="1377984" y="2232410"/>
                </a:lnTo>
                <a:lnTo>
                  <a:pt x="1378418" y="2232739"/>
                </a:lnTo>
                <a:lnTo>
                  <a:pt x="1384375" y="2236903"/>
                </a:lnTo>
                <a:lnTo>
                  <a:pt x="1394426" y="2224346"/>
                </a:lnTo>
                <a:lnTo>
                  <a:pt x="1391696" y="2222371"/>
                </a:lnTo>
                <a:lnTo>
                  <a:pt x="1390701" y="2222033"/>
                </a:lnTo>
                <a:lnTo>
                  <a:pt x="1390491" y="2224245"/>
                </a:lnTo>
                <a:lnTo>
                  <a:pt x="1390368" y="2224352"/>
                </a:lnTo>
                <a:lnTo>
                  <a:pt x="1390592" y="2221995"/>
                </a:lnTo>
                <a:close/>
                <a:moveTo>
                  <a:pt x="1811244" y="1258615"/>
                </a:moveTo>
                <a:lnTo>
                  <a:pt x="1811200" y="1258766"/>
                </a:lnTo>
                <a:lnTo>
                  <a:pt x="1811297" y="1258704"/>
                </a:lnTo>
                <a:close/>
                <a:moveTo>
                  <a:pt x="1449478" y="2068516"/>
                </a:moveTo>
                <a:lnTo>
                  <a:pt x="1449464" y="2068554"/>
                </a:lnTo>
                <a:lnTo>
                  <a:pt x="1449861" y="2068721"/>
                </a:lnTo>
                <a:lnTo>
                  <a:pt x="1449965" y="2068612"/>
                </a:lnTo>
                <a:close/>
                <a:moveTo>
                  <a:pt x="1807432" y="1266698"/>
                </a:moveTo>
                <a:lnTo>
                  <a:pt x="1807494" y="1266671"/>
                </a:lnTo>
                <a:lnTo>
                  <a:pt x="1807508" y="1266628"/>
                </a:lnTo>
                <a:close/>
                <a:moveTo>
                  <a:pt x="1389116" y="2203384"/>
                </a:moveTo>
                <a:lnTo>
                  <a:pt x="1391995" y="2204374"/>
                </a:lnTo>
                <a:lnTo>
                  <a:pt x="1392292" y="2199493"/>
                </a:lnTo>
                <a:close/>
                <a:moveTo>
                  <a:pt x="1455144" y="2055456"/>
                </a:moveTo>
                <a:lnTo>
                  <a:pt x="1455124" y="2057428"/>
                </a:lnTo>
                <a:lnTo>
                  <a:pt x="1455392" y="2055522"/>
                </a:lnTo>
                <a:close/>
                <a:moveTo>
                  <a:pt x="1451515" y="2063421"/>
                </a:moveTo>
                <a:lnTo>
                  <a:pt x="1452785" y="2064227"/>
                </a:lnTo>
                <a:lnTo>
                  <a:pt x="1454187" y="2063687"/>
                </a:lnTo>
                <a:lnTo>
                  <a:pt x="1454192" y="2063213"/>
                </a:lnTo>
                <a:lnTo>
                  <a:pt x="1453203" y="2063298"/>
                </a:lnTo>
                <a:close/>
                <a:moveTo>
                  <a:pt x="1383246" y="2216256"/>
                </a:moveTo>
                <a:lnTo>
                  <a:pt x="1382365" y="2218958"/>
                </a:lnTo>
                <a:lnTo>
                  <a:pt x="1390614" y="2221759"/>
                </a:lnTo>
                <a:lnTo>
                  <a:pt x="1390629" y="2221599"/>
                </a:lnTo>
                <a:close/>
                <a:moveTo>
                  <a:pt x="1451405" y="2063483"/>
                </a:moveTo>
                <a:lnTo>
                  <a:pt x="1450833" y="2064979"/>
                </a:lnTo>
                <a:lnTo>
                  <a:pt x="1452655" y="2064277"/>
                </a:lnTo>
                <a:close/>
                <a:moveTo>
                  <a:pt x="1383669" y="2214957"/>
                </a:moveTo>
                <a:lnTo>
                  <a:pt x="1383346" y="2215949"/>
                </a:lnTo>
                <a:lnTo>
                  <a:pt x="1390663" y="2221245"/>
                </a:lnTo>
                <a:lnTo>
                  <a:pt x="1391172" y="2215874"/>
                </a:lnTo>
                <a:close/>
                <a:moveTo>
                  <a:pt x="1851102" y="1168095"/>
                </a:moveTo>
                <a:lnTo>
                  <a:pt x="1849604" y="1175560"/>
                </a:lnTo>
                <a:lnTo>
                  <a:pt x="1851486" y="1172014"/>
                </a:lnTo>
                <a:lnTo>
                  <a:pt x="1852008" y="1167022"/>
                </a:lnTo>
                <a:close/>
                <a:moveTo>
                  <a:pt x="1384192" y="2213352"/>
                </a:moveTo>
                <a:lnTo>
                  <a:pt x="1383977" y="2214010"/>
                </a:lnTo>
                <a:lnTo>
                  <a:pt x="1391265" y="2214900"/>
                </a:lnTo>
                <a:lnTo>
                  <a:pt x="1391286" y="2214675"/>
                </a:lnTo>
                <a:close/>
                <a:moveTo>
                  <a:pt x="1448202" y="2069966"/>
                </a:moveTo>
                <a:lnTo>
                  <a:pt x="1448106" y="2070576"/>
                </a:lnTo>
                <a:lnTo>
                  <a:pt x="1448375" y="2070292"/>
                </a:lnTo>
                <a:lnTo>
                  <a:pt x="1448481" y="2070014"/>
                </a:lnTo>
                <a:close/>
                <a:moveTo>
                  <a:pt x="1823829" y="1228805"/>
                </a:moveTo>
                <a:lnTo>
                  <a:pt x="1825489" y="1229684"/>
                </a:lnTo>
                <a:lnTo>
                  <a:pt x="1826803" y="1226157"/>
                </a:lnTo>
                <a:lnTo>
                  <a:pt x="1826255" y="1225868"/>
                </a:lnTo>
                <a:close/>
                <a:moveTo>
                  <a:pt x="1454010" y="2056682"/>
                </a:moveTo>
                <a:lnTo>
                  <a:pt x="1451607" y="2062957"/>
                </a:lnTo>
                <a:lnTo>
                  <a:pt x="1454196" y="2062768"/>
                </a:lnTo>
                <a:lnTo>
                  <a:pt x="1454222" y="2060073"/>
                </a:lnTo>
                <a:close/>
                <a:moveTo>
                  <a:pt x="1448399" y="2068718"/>
                </a:moveTo>
                <a:lnTo>
                  <a:pt x="1448389" y="2068778"/>
                </a:lnTo>
                <a:lnTo>
                  <a:pt x="1448897" y="2068928"/>
                </a:lnTo>
                <a:lnTo>
                  <a:pt x="1448898" y="2068927"/>
                </a:lnTo>
                <a:close/>
                <a:moveTo>
                  <a:pt x="1412992" y="2147742"/>
                </a:moveTo>
                <a:lnTo>
                  <a:pt x="1414471" y="2148556"/>
                </a:lnTo>
                <a:lnTo>
                  <a:pt x="1416803" y="2146223"/>
                </a:lnTo>
                <a:lnTo>
                  <a:pt x="1415167" y="2145633"/>
                </a:lnTo>
                <a:close/>
                <a:moveTo>
                  <a:pt x="1799021" y="1283144"/>
                </a:moveTo>
                <a:lnTo>
                  <a:pt x="1798468" y="1284671"/>
                </a:lnTo>
                <a:lnTo>
                  <a:pt x="1799145" y="1283370"/>
                </a:lnTo>
                <a:close/>
                <a:moveTo>
                  <a:pt x="1385912" y="2208071"/>
                </a:moveTo>
                <a:lnTo>
                  <a:pt x="1384631" y="2212002"/>
                </a:lnTo>
                <a:lnTo>
                  <a:pt x="1391419" y="2213269"/>
                </a:lnTo>
                <a:lnTo>
                  <a:pt x="1391511" y="2212300"/>
                </a:lnTo>
                <a:lnTo>
                  <a:pt x="1391780" y="2207895"/>
                </a:lnTo>
                <a:lnTo>
                  <a:pt x="1388203" y="2208021"/>
                </a:lnTo>
                <a:close/>
                <a:moveTo>
                  <a:pt x="1386324" y="2206804"/>
                </a:moveTo>
                <a:lnTo>
                  <a:pt x="1386042" y="2207670"/>
                </a:lnTo>
                <a:lnTo>
                  <a:pt x="1391801" y="2207543"/>
                </a:lnTo>
                <a:lnTo>
                  <a:pt x="1391911" y="2205747"/>
                </a:lnTo>
                <a:lnTo>
                  <a:pt x="1388223" y="2204478"/>
                </a:lnTo>
                <a:close/>
                <a:moveTo>
                  <a:pt x="1443598" y="2078501"/>
                </a:moveTo>
                <a:lnTo>
                  <a:pt x="1443801" y="2078571"/>
                </a:lnTo>
                <a:lnTo>
                  <a:pt x="1445213" y="2078550"/>
                </a:lnTo>
                <a:lnTo>
                  <a:pt x="1445486" y="2077836"/>
                </a:lnTo>
                <a:close/>
                <a:moveTo>
                  <a:pt x="1426401" y="2116939"/>
                </a:moveTo>
                <a:lnTo>
                  <a:pt x="1426444" y="2117183"/>
                </a:lnTo>
                <a:lnTo>
                  <a:pt x="1426782" y="2117200"/>
                </a:lnTo>
                <a:lnTo>
                  <a:pt x="1426599" y="2117330"/>
                </a:lnTo>
                <a:lnTo>
                  <a:pt x="1426470" y="2117324"/>
                </a:lnTo>
                <a:lnTo>
                  <a:pt x="1426708" y="2118657"/>
                </a:lnTo>
                <a:lnTo>
                  <a:pt x="1428805" y="2118714"/>
                </a:lnTo>
                <a:lnTo>
                  <a:pt x="1430205" y="2117151"/>
                </a:lnTo>
                <a:close/>
                <a:moveTo>
                  <a:pt x="1832911" y="1206679"/>
                </a:moveTo>
                <a:lnTo>
                  <a:pt x="1834114" y="1205369"/>
                </a:lnTo>
                <a:lnTo>
                  <a:pt x="1834764" y="1203500"/>
                </a:lnTo>
                <a:close/>
                <a:moveTo>
                  <a:pt x="1814494" y="1247438"/>
                </a:moveTo>
                <a:lnTo>
                  <a:pt x="1812085" y="1255722"/>
                </a:lnTo>
                <a:lnTo>
                  <a:pt x="1812320" y="1256107"/>
                </a:lnTo>
                <a:lnTo>
                  <a:pt x="1814789" y="1253292"/>
                </a:lnTo>
                <a:lnTo>
                  <a:pt x="1820011" y="1243252"/>
                </a:lnTo>
                <a:close/>
                <a:moveTo>
                  <a:pt x="1387197" y="2204125"/>
                </a:moveTo>
                <a:lnTo>
                  <a:pt x="1386666" y="2205755"/>
                </a:lnTo>
                <a:lnTo>
                  <a:pt x="1387822" y="2204339"/>
                </a:lnTo>
                <a:close/>
                <a:moveTo>
                  <a:pt x="1793834" y="1293563"/>
                </a:moveTo>
                <a:lnTo>
                  <a:pt x="1793854" y="1293542"/>
                </a:lnTo>
                <a:lnTo>
                  <a:pt x="1793862" y="1293527"/>
                </a:lnTo>
                <a:close/>
                <a:moveTo>
                  <a:pt x="1801364" y="1276663"/>
                </a:moveTo>
                <a:lnTo>
                  <a:pt x="1799764" y="1281088"/>
                </a:lnTo>
                <a:lnTo>
                  <a:pt x="1800221" y="1281301"/>
                </a:lnTo>
                <a:lnTo>
                  <a:pt x="1804167" y="1273715"/>
                </a:lnTo>
                <a:close/>
                <a:moveTo>
                  <a:pt x="1852200" y="1162629"/>
                </a:moveTo>
                <a:lnTo>
                  <a:pt x="1851913" y="1164056"/>
                </a:lnTo>
                <a:lnTo>
                  <a:pt x="1852171" y="1163789"/>
                </a:lnTo>
                <a:close/>
                <a:moveTo>
                  <a:pt x="1802549" y="1273367"/>
                </a:moveTo>
                <a:lnTo>
                  <a:pt x="1802369" y="1273885"/>
                </a:lnTo>
                <a:lnTo>
                  <a:pt x="1801600" y="1276012"/>
                </a:lnTo>
                <a:lnTo>
                  <a:pt x="1804630" y="1272823"/>
                </a:lnTo>
                <a:lnTo>
                  <a:pt x="1804899" y="1272307"/>
                </a:lnTo>
                <a:close/>
                <a:moveTo>
                  <a:pt x="1830200" y="1211329"/>
                </a:moveTo>
                <a:lnTo>
                  <a:pt x="1830859" y="1210876"/>
                </a:lnTo>
                <a:lnTo>
                  <a:pt x="1833237" y="1207889"/>
                </a:lnTo>
                <a:lnTo>
                  <a:pt x="1833985" y="1205738"/>
                </a:lnTo>
                <a:lnTo>
                  <a:pt x="1832472" y="1207431"/>
                </a:lnTo>
                <a:close/>
                <a:moveTo>
                  <a:pt x="1411101" y="2149576"/>
                </a:moveTo>
                <a:lnTo>
                  <a:pt x="1413786" y="2149241"/>
                </a:lnTo>
                <a:lnTo>
                  <a:pt x="1414299" y="2148727"/>
                </a:lnTo>
                <a:lnTo>
                  <a:pt x="1412800" y="2147928"/>
                </a:lnTo>
                <a:close/>
                <a:moveTo>
                  <a:pt x="1829379" y="1212737"/>
                </a:moveTo>
                <a:lnTo>
                  <a:pt x="1830009" y="1211946"/>
                </a:lnTo>
                <a:lnTo>
                  <a:pt x="1829728" y="1212138"/>
                </a:lnTo>
                <a:close/>
                <a:moveTo>
                  <a:pt x="1815969" y="1242365"/>
                </a:moveTo>
                <a:lnTo>
                  <a:pt x="1815069" y="1245461"/>
                </a:lnTo>
                <a:lnTo>
                  <a:pt x="1816396" y="1244566"/>
                </a:lnTo>
                <a:lnTo>
                  <a:pt x="1821352" y="1240673"/>
                </a:lnTo>
                <a:lnTo>
                  <a:pt x="1821511" y="1240366"/>
                </a:lnTo>
                <a:lnTo>
                  <a:pt x="1822336" y="1238151"/>
                </a:lnTo>
                <a:close/>
                <a:moveTo>
                  <a:pt x="1449207" y="2063589"/>
                </a:moveTo>
                <a:lnTo>
                  <a:pt x="1448869" y="2065734"/>
                </a:lnTo>
                <a:lnTo>
                  <a:pt x="1450336" y="2065169"/>
                </a:lnTo>
                <a:lnTo>
                  <a:pt x="1450991" y="2063458"/>
                </a:lnTo>
                <a:close/>
                <a:moveTo>
                  <a:pt x="1381630" y="2214708"/>
                </a:moveTo>
                <a:lnTo>
                  <a:pt x="1382918" y="2215640"/>
                </a:lnTo>
                <a:lnTo>
                  <a:pt x="1383162" y="2214895"/>
                </a:lnTo>
                <a:close/>
                <a:moveTo>
                  <a:pt x="1804798" y="1266878"/>
                </a:moveTo>
                <a:lnTo>
                  <a:pt x="1804383" y="1268074"/>
                </a:lnTo>
                <a:lnTo>
                  <a:pt x="1805886" y="1267397"/>
                </a:lnTo>
                <a:lnTo>
                  <a:pt x="1807860" y="1265575"/>
                </a:lnTo>
                <a:lnTo>
                  <a:pt x="1808358" y="1264089"/>
                </a:lnTo>
                <a:close/>
                <a:moveTo>
                  <a:pt x="1389794" y="2196148"/>
                </a:moveTo>
                <a:lnTo>
                  <a:pt x="1387607" y="2202865"/>
                </a:lnTo>
                <a:lnTo>
                  <a:pt x="1388714" y="2203245"/>
                </a:lnTo>
                <a:lnTo>
                  <a:pt x="1392333" y="2198813"/>
                </a:lnTo>
                <a:lnTo>
                  <a:pt x="1392430" y="2197223"/>
                </a:lnTo>
                <a:lnTo>
                  <a:pt x="1390560" y="2196469"/>
                </a:lnTo>
                <a:close/>
                <a:moveTo>
                  <a:pt x="1400281" y="2172602"/>
                </a:moveTo>
                <a:lnTo>
                  <a:pt x="1406455" y="2174029"/>
                </a:lnTo>
                <a:lnTo>
                  <a:pt x="1406487" y="2171462"/>
                </a:lnTo>
                <a:close/>
                <a:moveTo>
                  <a:pt x="1407660" y="2155929"/>
                </a:moveTo>
                <a:lnTo>
                  <a:pt x="1407551" y="2164779"/>
                </a:lnTo>
                <a:lnTo>
                  <a:pt x="1418211" y="2164412"/>
                </a:lnTo>
                <a:lnTo>
                  <a:pt x="1425511" y="2154704"/>
                </a:lnTo>
                <a:lnTo>
                  <a:pt x="1423411" y="2153584"/>
                </a:lnTo>
                <a:lnTo>
                  <a:pt x="1422910" y="2153478"/>
                </a:lnTo>
                <a:lnTo>
                  <a:pt x="1421972" y="2157620"/>
                </a:lnTo>
                <a:lnTo>
                  <a:pt x="1421745" y="2157772"/>
                </a:lnTo>
                <a:lnTo>
                  <a:pt x="1422727" y="2153440"/>
                </a:lnTo>
                <a:lnTo>
                  <a:pt x="1416273" y="2152072"/>
                </a:lnTo>
                <a:lnTo>
                  <a:pt x="1414731" y="2151959"/>
                </a:lnTo>
                <a:lnTo>
                  <a:pt x="1411185" y="2152401"/>
                </a:lnTo>
                <a:lnTo>
                  <a:pt x="1409816" y="2153771"/>
                </a:lnTo>
                <a:lnTo>
                  <a:pt x="1411558" y="2155249"/>
                </a:lnTo>
                <a:lnTo>
                  <a:pt x="1411331" y="2155262"/>
                </a:lnTo>
                <a:lnTo>
                  <a:pt x="1409706" y="2153882"/>
                </a:lnTo>
                <a:close/>
                <a:moveTo>
                  <a:pt x="1819138" y="1234486"/>
                </a:moveTo>
                <a:lnTo>
                  <a:pt x="1822361" y="1232353"/>
                </a:lnTo>
                <a:lnTo>
                  <a:pt x="1825369" y="1229849"/>
                </a:lnTo>
                <a:lnTo>
                  <a:pt x="1823698" y="1228963"/>
                </a:lnTo>
                <a:close/>
                <a:moveTo>
                  <a:pt x="1805342" y="1265305"/>
                </a:moveTo>
                <a:lnTo>
                  <a:pt x="1805168" y="1265808"/>
                </a:lnTo>
                <a:lnTo>
                  <a:pt x="1808677" y="1263135"/>
                </a:lnTo>
                <a:lnTo>
                  <a:pt x="1809188" y="1261606"/>
                </a:lnTo>
                <a:lnTo>
                  <a:pt x="1807822" y="1262478"/>
                </a:lnTo>
                <a:close/>
                <a:moveTo>
                  <a:pt x="1449422" y="2062226"/>
                </a:moveTo>
                <a:lnTo>
                  <a:pt x="1449280" y="2063126"/>
                </a:lnTo>
                <a:lnTo>
                  <a:pt x="1450681" y="2063024"/>
                </a:lnTo>
                <a:close/>
                <a:moveTo>
                  <a:pt x="1791172" y="1296955"/>
                </a:moveTo>
                <a:lnTo>
                  <a:pt x="1791885" y="1297329"/>
                </a:lnTo>
                <a:lnTo>
                  <a:pt x="1793311" y="1294588"/>
                </a:lnTo>
                <a:lnTo>
                  <a:pt x="1791896" y="1296033"/>
                </a:lnTo>
                <a:close/>
                <a:moveTo>
                  <a:pt x="1438988" y="2085018"/>
                </a:moveTo>
                <a:lnTo>
                  <a:pt x="1439707" y="2085424"/>
                </a:lnTo>
                <a:lnTo>
                  <a:pt x="1440735" y="2084520"/>
                </a:lnTo>
                <a:close/>
                <a:moveTo>
                  <a:pt x="1784671" y="1310916"/>
                </a:moveTo>
                <a:lnTo>
                  <a:pt x="1784526" y="1311477"/>
                </a:lnTo>
                <a:lnTo>
                  <a:pt x="1784875" y="1310807"/>
                </a:lnTo>
                <a:close/>
                <a:moveTo>
                  <a:pt x="1382417" y="2211589"/>
                </a:moveTo>
                <a:lnTo>
                  <a:pt x="1384133" y="2211910"/>
                </a:lnTo>
                <a:lnTo>
                  <a:pt x="1385380" y="2208083"/>
                </a:lnTo>
                <a:lnTo>
                  <a:pt x="1385278" y="2208085"/>
                </a:lnTo>
                <a:close/>
                <a:moveTo>
                  <a:pt x="1798637" y="1279532"/>
                </a:moveTo>
                <a:lnTo>
                  <a:pt x="1799345" y="1280817"/>
                </a:lnTo>
                <a:lnTo>
                  <a:pt x="1800528" y="1277543"/>
                </a:lnTo>
                <a:close/>
                <a:moveTo>
                  <a:pt x="1408586" y="2152726"/>
                </a:moveTo>
                <a:lnTo>
                  <a:pt x="1409515" y="2153515"/>
                </a:lnTo>
                <a:lnTo>
                  <a:pt x="1410548" y="2152481"/>
                </a:lnTo>
                <a:close/>
                <a:moveTo>
                  <a:pt x="1804366" y="1266419"/>
                </a:moveTo>
                <a:lnTo>
                  <a:pt x="1804622" y="1266223"/>
                </a:lnTo>
                <a:lnTo>
                  <a:pt x="1804682" y="1266058"/>
                </a:lnTo>
                <a:close/>
                <a:moveTo>
                  <a:pt x="1807170" y="1260033"/>
                </a:moveTo>
                <a:lnTo>
                  <a:pt x="1806589" y="1261708"/>
                </a:lnTo>
                <a:lnTo>
                  <a:pt x="1808206" y="1260675"/>
                </a:lnTo>
                <a:close/>
                <a:moveTo>
                  <a:pt x="1425821" y="2113681"/>
                </a:moveTo>
                <a:lnTo>
                  <a:pt x="1426352" y="2116664"/>
                </a:lnTo>
                <a:lnTo>
                  <a:pt x="1430420" y="2116890"/>
                </a:lnTo>
                <a:lnTo>
                  <a:pt x="1431020" y="2115382"/>
                </a:lnTo>
                <a:lnTo>
                  <a:pt x="1431279" y="2114162"/>
                </a:lnTo>
                <a:close/>
                <a:moveTo>
                  <a:pt x="1785334" y="1308346"/>
                </a:moveTo>
                <a:lnTo>
                  <a:pt x="1784822" y="1310330"/>
                </a:lnTo>
                <a:lnTo>
                  <a:pt x="1785241" y="1310103"/>
                </a:lnTo>
                <a:lnTo>
                  <a:pt x="1786715" y="1307269"/>
                </a:lnTo>
                <a:close/>
                <a:moveTo>
                  <a:pt x="1393588" y="2185524"/>
                </a:moveTo>
                <a:lnTo>
                  <a:pt x="1392890" y="2196990"/>
                </a:lnTo>
                <a:lnTo>
                  <a:pt x="1393518" y="2197253"/>
                </a:lnTo>
                <a:lnTo>
                  <a:pt x="1399679" y="2189059"/>
                </a:lnTo>
                <a:close/>
                <a:moveTo>
                  <a:pt x="1437401" y="2087297"/>
                </a:moveTo>
                <a:lnTo>
                  <a:pt x="1437360" y="2087489"/>
                </a:lnTo>
                <a:lnTo>
                  <a:pt x="1437582" y="2087294"/>
                </a:lnTo>
                <a:close/>
                <a:moveTo>
                  <a:pt x="1789099" y="1299597"/>
                </a:moveTo>
                <a:lnTo>
                  <a:pt x="1790349" y="1300283"/>
                </a:lnTo>
                <a:lnTo>
                  <a:pt x="1791610" y="1297858"/>
                </a:lnTo>
                <a:lnTo>
                  <a:pt x="1790798" y="1297431"/>
                </a:lnTo>
                <a:close/>
                <a:moveTo>
                  <a:pt x="1822901" y="1223846"/>
                </a:moveTo>
                <a:lnTo>
                  <a:pt x="1825567" y="1225252"/>
                </a:lnTo>
                <a:lnTo>
                  <a:pt x="1828367" y="1221875"/>
                </a:lnTo>
                <a:lnTo>
                  <a:pt x="1832396" y="1210306"/>
                </a:lnTo>
                <a:lnTo>
                  <a:pt x="1832035" y="1210554"/>
                </a:lnTo>
                <a:lnTo>
                  <a:pt x="1827413" y="1216864"/>
                </a:lnTo>
                <a:lnTo>
                  <a:pt x="1825765" y="1218934"/>
                </a:lnTo>
                <a:close/>
                <a:moveTo>
                  <a:pt x="1808962" y="1254862"/>
                </a:moveTo>
                <a:lnTo>
                  <a:pt x="1807797" y="1258224"/>
                </a:lnTo>
                <a:lnTo>
                  <a:pt x="1809363" y="1259481"/>
                </a:lnTo>
                <a:lnTo>
                  <a:pt x="1810231" y="1258490"/>
                </a:lnTo>
                <a:lnTo>
                  <a:pt x="1810564" y="1257497"/>
                </a:lnTo>
                <a:close/>
                <a:moveTo>
                  <a:pt x="1380762" y="2213616"/>
                </a:moveTo>
                <a:lnTo>
                  <a:pt x="1383470" y="2213947"/>
                </a:lnTo>
                <a:lnTo>
                  <a:pt x="1383694" y="2213259"/>
                </a:lnTo>
                <a:lnTo>
                  <a:pt x="1381403" y="2212832"/>
                </a:lnTo>
                <a:close/>
                <a:moveTo>
                  <a:pt x="1393117" y="2185947"/>
                </a:moveTo>
                <a:lnTo>
                  <a:pt x="1389925" y="2195747"/>
                </a:lnTo>
                <a:lnTo>
                  <a:pt x="1392455" y="2196808"/>
                </a:lnTo>
                <a:close/>
                <a:moveTo>
                  <a:pt x="1425802" y="2112575"/>
                </a:moveTo>
                <a:lnTo>
                  <a:pt x="1431509" y="2113079"/>
                </a:lnTo>
                <a:lnTo>
                  <a:pt x="1431759" y="2111898"/>
                </a:lnTo>
                <a:lnTo>
                  <a:pt x="1431240" y="2111503"/>
                </a:lnTo>
                <a:lnTo>
                  <a:pt x="1429413" y="2111916"/>
                </a:lnTo>
                <a:lnTo>
                  <a:pt x="1426894" y="2112116"/>
                </a:lnTo>
                <a:close/>
                <a:moveTo>
                  <a:pt x="1407697" y="2152877"/>
                </a:moveTo>
                <a:lnTo>
                  <a:pt x="1407666" y="2155364"/>
                </a:lnTo>
                <a:lnTo>
                  <a:pt x="1409404" y="2153626"/>
                </a:lnTo>
                <a:lnTo>
                  <a:pt x="1408375" y="2152752"/>
                </a:lnTo>
                <a:lnTo>
                  <a:pt x="1407745" y="2152830"/>
                </a:lnTo>
                <a:close/>
                <a:moveTo>
                  <a:pt x="1437814" y="2085353"/>
                </a:moveTo>
                <a:lnTo>
                  <a:pt x="1437472" y="2086965"/>
                </a:lnTo>
                <a:lnTo>
                  <a:pt x="1437965" y="2086957"/>
                </a:lnTo>
                <a:lnTo>
                  <a:pt x="1439088" y="2085970"/>
                </a:lnTo>
                <a:lnTo>
                  <a:pt x="1437933" y="2085319"/>
                </a:lnTo>
                <a:close/>
                <a:moveTo>
                  <a:pt x="1820910" y="1227260"/>
                </a:moveTo>
                <a:lnTo>
                  <a:pt x="1822990" y="1228360"/>
                </a:lnTo>
                <a:lnTo>
                  <a:pt x="1825421" y="1225429"/>
                </a:lnTo>
                <a:lnTo>
                  <a:pt x="1822788" y="1224040"/>
                </a:lnTo>
                <a:close/>
                <a:moveTo>
                  <a:pt x="1450172" y="2057391"/>
                </a:moveTo>
                <a:lnTo>
                  <a:pt x="1450140" y="2057669"/>
                </a:lnTo>
                <a:lnTo>
                  <a:pt x="1449441" y="2062104"/>
                </a:lnTo>
                <a:lnTo>
                  <a:pt x="1449536" y="2062166"/>
                </a:lnTo>
                <a:lnTo>
                  <a:pt x="1450868" y="2063011"/>
                </a:lnTo>
                <a:lnTo>
                  <a:pt x="1451171" y="2062989"/>
                </a:lnTo>
                <a:lnTo>
                  <a:pt x="1453950" y="2055731"/>
                </a:lnTo>
                <a:lnTo>
                  <a:pt x="1453935" y="2055495"/>
                </a:lnTo>
                <a:lnTo>
                  <a:pt x="1453355" y="2055627"/>
                </a:lnTo>
                <a:close/>
                <a:moveTo>
                  <a:pt x="1810479" y="1250485"/>
                </a:moveTo>
                <a:lnTo>
                  <a:pt x="1809907" y="1252137"/>
                </a:lnTo>
                <a:lnTo>
                  <a:pt x="1811487" y="1254737"/>
                </a:lnTo>
                <a:lnTo>
                  <a:pt x="1812895" y="1250530"/>
                </a:lnTo>
                <a:lnTo>
                  <a:pt x="1813597" y="1248118"/>
                </a:lnTo>
                <a:close/>
                <a:moveTo>
                  <a:pt x="1826899" y="1213595"/>
                </a:moveTo>
                <a:lnTo>
                  <a:pt x="1828621" y="1212412"/>
                </a:lnTo>
                <a:lnTo>
                  <a:pt x="1829749" y="1210477"/>
                </a:lnTo>
                <a:lnTo>
                  <a:pt x="1828361" y="1212030"/>
                </a:lnTo>
                <a:close/>
                <a:moveTo>
                  <a:pt x="1801955" y="1269169"/>
                </a:moveTo>
                <a:lnTo>
                  <a:pt x="1803870" y="1268305"/>
                </a:lnTo>
                <a:lnTo>
                  <a:pt x="1804223" y="1267328"/>
                </a:lnTo>
                <a:lnTo>
                  <a:pt x="1802138" y="1268961"/>
                </a:lnTo>
                <a:close/>
                <a:moveTo>
                  <a:pt x="1819816" y="1229136"/>
                </a:moveTo>
                <a:lnTo>
                  <a:pt x="1818449" y="1233838"/>
                </a:lnTo>
                <a:lnTo>
                  <a:pt x="1822859" y="1228519"/>
                </a:lnTo>
                <a:lnTo>
                  <a:pt x="1820809" y="1227433"/>
                </a:lnTo>
                <a:close/>
                <a:moveTo>
                  <a:pt x="1839094" y="1185947"/>
                </a:moveTo>
                <a:lnTo>
                  <a:pt x="1840324" y="1186751"/>
                </a:lnTo>
                <a:lnTo>
                  <a:pt x="1841791" y="1181901"/>
                </a:lnTo>
                <a:close/>
                <a:moveTo>
                  <a:pt x="1822164" y="1223459"/>
                </a:moveTo>
                <a:lnTo>
                  <a:pt x="1822177" y="1223465"/>
                </a:lnTo>
                <a:lnTo>
                  <a:pt x="1822226" y="1223381"/>
                </a:lnTo>
                <a:close/>
                <a:moveTo>
                  <a:pt x="1786850" y="1302462"/>
                </a:moveTo>
                <a:lnTo>
                  <a:pt x="1785642" y="1307148"/>
                </a:lnTo>
                <a:lnTo>
                  <a:pt x="1787548" y="1305668"/>
                </a:lnTo>
                <a:lnTo>
                  <a:pt x="1790179" y="1300609"/>
                </a:lnTo>
                <a:lnTo>
                  <a:pt x="1789572" y="1300277"/>
                </a:lnTo>
                <a:lnTo>
                  <a:pt x="1788848" y="1299916"/>
                </a:lnTo>
                <a:close/>
                <a:moveTo>
                  <a:pt x="1812496" y="1244663"/>
                </a:moveTo>
                <a:lnTo>
                  <a:pt x="1811350" y="1247972"/>
                </a:lnTo>
                <a:lnTo>
                  <a:pt x="1814198" y="1246050"/>
                </a:lnTo>
                <a:lnTo>
                  <a:pt x="1815103" y="1242938"/>
                </a:lnTo>
                <a:close/>
                <a:moveTo>
                  <a:pt x="1809400" y="1251304"/>
                </a:moveTo>
                <a:lnTo>
                  <a:pt x="1809759" y="1251893"/>
                </a:lnTo>
                <a:lnTo>
                  <a:pt x="1810165" y="1250723"/>
                </a:lnTo>
                <a:close/>
                <a:moveTo>
                  <a:pt x="1787297" y="1300727"/>
                </a:moveTo>
                <a:lnTo>
                  <a:pt x="1787281" y="1300790"/>
                </a:lnTo>
                <a:lnTo>
                  <a:pt x="1787465" y="1300556"/>
                </a:lnTo>
                <a:close/>
                <a:moveTo>
                  <a:pt x="1837438" y="1188431"/>
                </a:moveTo>
                <a:lnTo>
                  <a:pt x="1838716" y="1189717"/>
                </a:lnTo>
                <a:lnTo>
                  <a:pt x="1839845" y="1188332"/>
                </a:lnTo>
                <a:lnTo>
                  <a:pt x="1840112" y="1187449"/>
                </a:lnTo>
                <a:lnTo>
                  <a:pt x="1838704" y="1186532"/>
                </a:lnTo>
                <a:close/>
                <a:moveTo>
                  <a:pt x="1821066" y="1224839"/>
                </a:moveTo>
                <a:lnTo>
                  <a:pt x="1820757" y="1225901"/>
                </a:lnTo>
                <a:lnTo>
                  <a:pt x="1822064" y="1223659"/>
                </a:lnTo>
                <a:lnTo>
                  <a:pt x="1822023" y="1223637"/>
                </a:lnTo>
                <a:close/>
                <a:moveTo>
                  <a:pt x="1377696" y="2217374"/>
                </a:moveTo>
                <a:lnTo>
                  <a:pt x="1381890" y="2218797"/>
                </a:lnTo>
                <a:lnTo>
                  <a:pt x="1382818" y="2215947"/>
                </a:lnTo>
                <a:lnTo>
                  <a:pt x="1381001" y="2214632"/>
                </a:lnTo>
                <a:lnTo>
                  <a:pt x="1380031" y="2214513"/>
                </a:lnTo>
                <a:close/>
                <a:moveTo>
                  <a:pt x="1787659" y="1299326"/>
                </a:moveTo>
                <a:lnTo>
                  <a:pt x="1787469" y="1300062"/>
                </a:lnTo>
                <a:lnTo>
                  <a:pt x="1788016" y="1299503"/>
                </a:lnTo>
                <a:close/>
                <a:moveTo>
                  <a:pt x="1438889" y="2080280"/>
                </a:moveTo>
                <a:lnTo>
                  <a:pt x="1438818" y="2080613"/>
                </a:lnTo>
                <a:lnTo>
                  <a:pt x="1442893" y="2080136"/>
                </a:lnTo>
                <a:lnTo>
                  <a:pt x="1440903" y="2079452"/>
                </a:lnTo>
                <a:lnTo>
                  <a:pt x="1439101" y="2080087"/>
                </a:lnTo>
                <a:close/>
                <a:moveTo>
                  <a:pt x="1815162" y="1237117"/>
                </a:moveTo>
                <a:lnTo>
                  <a:pt x="1816419" y="1236286"/>
                </a:lnTo>
                <a:lnTo>
                  <a:pt x="1817372" y="1235136"/>
                </a:lnTo>
                <a:lnTo>
                  <a:pt x="1818420" y="1231529"/>
                </a:lnTo>
                <a:close/>
                <a:moveTo>
                  <a:pt x="1397080" y="2173189"/>
                </a:moveTo>
                <a:lnTo>
                  <a:pt x="1395851" y="2177554"/>
                </a:lnTo>
                <a:lnTo>
                  <a:pt x="1393665" y="2184264"/>
                </a:lnTo>
                <a:lnTo>
                  <a:pt x="1393612" y="2185131"/>
                </a:lnTo>
                <a:lnTo>
                  <a:pt x="1399831" y="2188857"/>
                </a:lnTo>
                <a:lnTo>
                  <a:pt x="1406380" y="2180146"/>
                </a:lnTo>
                <a:lnTo>
                  <a:pt x="1406450" y="2174436"/>
                </a:lnTo>
                <a:lnTo>
                  <a:pt x="1406434" y="2174432"/>
                </a:lnTo>
                <a:lnTo>
                  <a:pt x="1399295" y="2172781"/>
                </a:lnTo>
                <a:close/>
                <a:moveTo>
                  <a:pt x="1822180" y="1221007"/>
                </a:moveTo>
                <a:lnTo>
                  <a:pt x="1821825" y="1222229"/>
                </a:lnTo>
                <a:lnTo>
                  <a:pt x="1825839" y="1217185"/>
                </a:lnTo>
                <a:lnTo>
                  <a:pt x="1826081" y="1216771"/>
                </a:lnTo>
                <a:close/>
                <a:moveTo>
                  <a:pt x="1819664" y="1226599"/>
                </a:moveTo>
                <a:lnTo>
                  <a:pt x="1819829" y="1226687"/>
                </a:lnTo>
                <a:lnTo>
                  <a:pt x="1819963" y="1226224"/>
                </a:lnTo>
                <a:close/>
                <a:moveTo>
                  <a:pt x="1442709" y="2070609"/>
                </a:moveTo>
                <a:lnTo>
                  <a:pt x="1442228" y="2071872"/>
                </a:lnTo>
                <a:lnTo>
                  <a:pt x="1446393" y="2071930"/>
                </a:lnTo>
                <a:lnTo>
                  <a:pt x="1446786" y="2071907"/>
                </a:lnTo>
                <a:lnTo>
                  <a:pt x="1447214" y="2071517"/>
                </a:lnTo>
                <a:lnTo>
                  <a:pt x="1447474" y="2069843"/>
                </a:lnTo>
                <a:lnTo>
                  <a:pt x="1445550" y="2069515"/>
                </a:lnTo>
                <a:close/>
                <a:moveTo>
                  <a:pt x="1788463" y="1296206"/>
                </a:moveTo>
                <a:lnTo>
                  <a:pt x="1787775" y="1298872"/>
                </a:lnTo>
                <a:lnTo>
                  <a:pt x="1788334" y="1299178"/>
                </a:lnTo>
                <a:lnTo>
                  <a:pt x="1789400" y="1298091"/>
                </a:lnTo>
                <a:lnTo>
                  <a:pt x="1790174" y="1297105"/>
                </a:lnTo>
                <a:close/>
                <a:moveTo>
                  <a:pt x="1440501" y="2075173"/>
                </a:moveTo>
                <a:lnTo>
                  <a:pt x="1440827" y="2075115"/>
                </a:lnTo>
                <a:lnTo>
                  <a:pt x="1444808" y="2073712"/>
                </a:lnTo>
                <a:lnTo>
                  <a:pt x="1445416" y="2073157"/>
                </a:lnTo>
                <a:lnTo>
                  <a:pt x="1441438" y="2073392"/>
                </a:lnTo>
                <a:close/>
                <a:moveTo>
                  <a:pt x="1808828" y="1250363"/>
                </a:moveTo>
                <a:lnTo>
                  <a:pt x="1808889" y="1250463"/>
                </a:lnTo>
                <a:lnTo>
                  <a:pt x="1810168" y="1249458"/>
                </a:lnTo>
                <a:close/>
                <a:moveTo>
                  <a:pt x="1788935" y="1294374"/>
                </a:moveTo>
                <a:lnTo>
                  <a:pt x="1788616" y="1295613"/>
                </a:lnTo>
                <a:lnTo>
                  <a:pt x="1790548" y="1296627"/>
                </a:lnTo>
                <a:lnTo>
                  <a:pt x="1794878" y="1291110"/>
                </a:lnTo>
                <a:close/>
                <a:moveTo>
                  <a:pt x="1445278" y="2063875"/>
                </a:moveTo>
                <a:lnTo>
                  <a:pt x="1444439" y="2066077"/>
                </a:lnTo>
                <a:lnTo>
                  <a:pt x="1446734" y="2066556"/>
                </a:lnTo>
                <a:lnTo>
                  <a:pt x="1447969" y="2066081"/>
                </a:lnTo>
                <a:lnTo>
                  <a:pt x="1448223" y="2063660"/>
                </a:lnTo>
                <a:close/>
                <a:moveTo>
                  <a:pt x="1796913" y="1276401"/>
                </a:moveTo>
                <a:lnTo>
                  <a:pt x="1798473" y="1279233"/>
                </a:lnTo>
                <a:lnTo>
                  <a:pt x="1800767" y="1276883"/>
                </a:lnTo>
                <a:lnTo>
                  <a:pt x="1801939" y="1273641"/>
                </a:lnTo>
                <a:lnTo>
                  <a:pt x="1797959" y="1275436"/>
                </a:lnTo>
                <a:close/>
                <a:moveTo>
                  <a:pt x="1823177" y="1217579"/>
                </a:moveTo>
                <a:lnTo>
                  <a:pt x="1822367" y="1220364"/>
                </a:lnTo>
                <a:lnTo>
                  <a:pt x="1826779" y="1215573"/>
                </a:lnTo>
                <a:lnTo>
                  <a:pt x="1828150" y="1213222"/>
                </a:lnTo>
                <a:lnTo>
                  <a:pt x="1825634" y="1214950"/>
                </a:lnTo>
                <a:close/>
                <a:moveTo>
                  <a:pt x="1446752" y="2060346"/>
                </a:moveTo>
                <a:lnTo>
                  <a:pt x="1448455" y="2061458"/>
                </a:lnTo>
                <a:lnTo>
                  <a:pt x="1448802" y="2058151"/>
                </a:lnTo>
                <a:lnTo>
                  <a:pt x="1448153" y="2058510"/>
                </a:lnTo>
                <a:close/>
                <a:moveTo>
                  <a:pt x="1446496" y="2060682"/>
                </a:moveTo>
                <a:lnTo>
                  <a:pt x="1445458" y="2063404"/>
                </a:lnTo>
                <a:lnTo>
                  <a:pt x="1448272" y="2063199"/>
                </a:lnTo>
                <a:lnTo>
                  <a:pt x="1448440" y="2061602"/>
                </a:lnTo>
                <a:lnTo>
                  <a:pt x="1446657" y="2060472"/>
                </a:lnTo>
                <a:close/>
                <a:moveTo>
                  <a:pt x="1823520" y="1216401"/>
                </a:moveTo>
                <a:lnTo>
                  <a:pt x="1823305" y="1217139"/>
                </a:lnTo>
                <a:lnTo>
                  <a:pt x="1824773" y="1215540"/>
                </a:lnTo>
                <a:close/>
                <a:moveTo>
                  <a:pt x="1820655" y="1222664"/>
                </a:moveTo>
                <a:lnTo>
                  <a:pt x="1820953" y="1222820"/>
                </a:lnTo>
                <a:lnTo>
                  <a:pt x="1821157" y="1222117"/>
                </a:lnTo>
                <a:close/>
                <a:moveTo>
                  <a:pt x="1409781" y="2142582"/>
                </a:moveTo>
                <a:lnTo>
                  <a:pt x="1411650" y="2143256"/>
                </a:lnTo>
                <a:lnTo>
                  <a:pt x="1412994" y="2141953"/>
                </a:lnTo>
                <a:lnTo>
                  <a:pt x="1416088" y="2137791"/>
                </a:lnTo>
                <a:lnTo>
                  <a:pt x="1414863" y="2137679"/>
                </a:lnTo>
                <a:close/>
                <a:moveTo>
                  <a:pt x="1419815" y="2119878"/>
                </a:moveTo>
                <a:lnTo>
                  <a:pt x="1422576" y="2121232"/>
                </a:lnTo>
                <a:lnTo>
                  <a:pt x="1423281" y="2120983"/>
                </a:lnTo>
                <a:lnTo>
                  <a:pt x="1423099" y="2119967"/>
                </a:lnTo>
                <a:close/>
                <a:moveTo>
                  <a:pt x="1434269" y="2087017"/>
                </a:moveTo>
                <a:lnTo>
                  <a:pt x="1437045" y="2086972"/>
                </a:lnTo>
                <a:lnTo>
                  <a:pt x="1437361" y="2085482"/>
                </a:lnTo>
                <a:lnTo>
                  <a:pt x="1434673" y="2086249"/>
                </a:lnTo>
                <a:close/>
                <a:moveTo>
                  <a:pt x="1434033" y="2087466"/>
                </a:moveTo>
                <a:lnTo>
                  <a:pt x="1436608" y="2088151"/>
                </a:lnTo>
                <a:lnTo>
                  <a:pt x="1436837" y="2087950"/>
                </a:lnTo>
                <a:lnTo>
                  <a:pt x="1436975" y="2087304"/>
                </a:lnTo>
                <a:lnTo>
                  <a:pt x="1434093" y="2087351"/>
                </a:lnTo>
                <a:close/>
                <a:moveTo>
                  <a:pt x="1857376" y="1139519"/>
                </a:moveTo>
                <a:lnTo>
                  <a:pt x="1856912" y="1158407"/>
                </a:lnTo>
                <a:lnTo>
                  <a:pt x="1857423" y="1157775"/>
                </a:lnTo>
                <a:lnTo>
                  <a:pt x="1863198" y="1149110"/>
                </a:lnTo>
                <a:lnTo>
                  <a:pt x="1865674" y="1145284"/>
                </a:lnTo>
                <a:lnTo>
                  <a:pt x="1867314" y="1142195"/>
                </a:lnTo>
                <a:lnTo>
                  <a:pt x="1865191" y="1141599"/>
                </a:lnTo>
                <a:close/>
                <a:moveTo>
                  <a:pt x="1378217" y="2212237"/>
                </a:moveTo>
                <a:lnTo>
                  <a:pt x="1379991" y="2213523"/>
                </a:lnTo>
                <a:lnTo>
                  <a:pt x="1380294" y="2213560"/>
                </a:lnTo>
                <a:lnTo>
                  <a:pt x="1380956" y="2212748"/>
                </a:lnTo>
                <a:close/>
                <a:moveTo>
                  <a:pt x="1790085" y="1289911"/>
                </a:moveTo>
                <a:lnTo>
                  <a:pt x="1789078" y="1293820"/>
                </a:lnTo>
                <a:lnTo>
                  <a:pt x="1795533" y="1290273"/>
                </a:lnTo>
                <a:lnTo>
                  <a:pt x="1795594" y="1290197"/>
                </a:lnTo>
                <a:lnTo>
                  <a:pt x="1796767" y="1287942"/>
                </a:lnTo>
                <a:lnTo>
                  <a:pt x="1798454" y="1283279"/>
                </a:lnTo>
                <a:close/>
                <a:moveTo>
                  <a:pt x="1399694" y="2163898"/>
                </a:moveTo>
                <a:lnTo>
                  <a:pt x="1399585" y="2164287"/>
                </a:lnTo>
                <a:lnTo>
                  <a:pt x="1404315" y="2164892"/>
                </a:lnTo>
                <a:lnTo>
                  <a:pt x="1406568" y="2164814"/>
                </a:lnTo>
                <a:lnTo>
                  <a:pt x="1406666" y="2156923"/>
                </a:lnTo>
                <a:close/>
                <a:moveTo>
                  <a:pt x="1431383" y="2092501"/>
                </a:moveTo>
                <a:lnTo>
                  <a:pt x="1431612" y="2092544"/>
                </a:lnTo>
                <a:lnTo>
                  <a:pt x="1435826" y="2088839"/>
                </a:lnTo>
                <a:lnTo>
                  <a:pt x="1433619" y="2088253"/>
                </a:lnTo>
                <a:close/>
                <a:moveTo>
                  <a:pt x="1407791" y="2145258"/>
                </a:moveTo>
                <a:lnTo>
                  <a:pt x="1407768" y="2147020"/>
                </a:lnTo>
                <a:lnTo>
                  <a:pt x="1408949" y="2145875"/>
                </a:lnTo>
                <a:close/>
                <a:moveTo>
                  <a:pt x="1790574" y="1288016"/>
                </a:moveTo>
                <a:lnTo>
                  <a:pt x="1790158" y="1289630"/>
                </a:lnTo>
                <a:lnTo>
                  <a:pt x="1798567" y="1282966"/>
                </a:lnTo>
                <a:lnTo>
                  <a:pt x="1798708" y="1282576"/>
                </a:lnTo>
                <a:lnTo>
                  <a:pt x="1798318" y="1281867"/>
                </a:lnTo>
                <a:lnTo>
                  <a:pt x="1797000" y="1281254"/>
                </a:lnTo>
                <a:close/>
                <a:moveTo>
                  <a:pt x="1794488" y="1278637"/>
                </a:moveTo>
                <a:lnTo>
                  <a:pt x="1797243" y="1279918"/>
                </a:lnTo>
                <a:lnTo>
                  <a:pt x="1795848" y="1277383"/>
                </a:lnTo>
                <a:close/>
                <a:moveTo>
                  <a:pt x="1407799" y="2144494"/>
                </a:moveTo>
                <a:lnTo>
                  <a:pt x="1407795" y="2144879"/>
                </a:lnTo>
                <a:lnTo>
                  <a:pt x="1409186" y="2145645"/>
                </a:lnTo>
                <a:lnTo>
                  <a:pt x="1410817" y="2144065"/>
                </a:lnTo>
                <a:lnTo>
                  <a:pt x="1408944" y="2143390"/>
                </a:lnTo>
                <a:close/>
                <a:moveTo>
                  <a:pt x="1825890" y="1208249"/>
                </a:moveTo>
                <a:lnTo>
                  <a:pt x="1823696" y="1215795"/>
                </a:lnTo>
                <a:lnTo>
                  <a:pt x="1825980" y="1214227"/>
                </a:lnTo>
                <a:lnTo>
                  <a:pt x="1830317" y="1209503"/>
                </a:lnTo>
                <a:lnTo>
                  <a:pt x="1836166" y="1199473"/>
                </a:lnTo>
                <a:lnTo>
                  <a:pt x="1838492" y="1192793"/>
                </a:lnTo>
                <a:close/>
                <a:moveTo>
                  <a:pt x="1400958" y="2159412"/>
                </a:moveTo>
                <a:lnTo>
                  <a:pt x="1399914" y="2163121"/>
                </a:lnTo>
                <a:lnTo>
                  <a:pt x="1406673" y="2156359"/>
                </a:lnTo>
                <a:lnTo>
                  <a:pt x="1406703" y="2153840"/>
                </a:lnTo>
                <a:close/>
                <a:moveTo>
                  <a:pt x="1807696" y="1248501"/>
                </a:moveTo>
                <a:lnTo>
                  <a:pt x="1808531" y="1249875"/>
                </a:lnTo>
                <a:lnTo>
                  <a:pt x="1811047" y="1248177"/>
                </a:lnTo>
                <a:lnTo>
                  <a:pt x="1812196" y="1244862"/>
                </a:lnTo>
                <a:lnTo>
                  <a:pt x="1808607" y="1247237"/>
                </a:lnTo>
                <a:lnTo>
                  <a:pt x="1808349" y="1247549"/>
                </a:lnTo>
                <a:close/>
                <a:moveTo>
                  <a:pt x="1817894" y="1225662"/>
                </a:moveTo>
                <a:lnTo>
                  <a:pt x="1818738" y="1226108"/>
                </a:lnTo>
                <a:lnTo>
                  <a:pt x="1820722" y="1223614"/>
                </a:lnTo>
                <a:lnTo>
                  <a:pt x="1820885" y="1223055"/>
                </a:lnTo>
                <a:lnTo>
                  <a:pt x="1820483" y="1222850"/>
                </a:lnTo>
                <a:close/>
                <a:moveTo>
                  <a:pt x="1394309" y="2173697"/>
                </a:moveTo>
                <a:lnTo>
                  <a:pt x="1393960" y="2179431"/>
                </a:lnTo>
                <a:lnTo>
                  <a:pt x="1395642" y="2173453"/>
                </a:lnTo>
                <a:close/>
                <a:moveTo>
                  <a:pt x="1405004" y="2149684"/>
                </a:moveTo>
                <a:lnTo>
                  <a:pt x="1405013" y="2149692"/>
                </a:lnTo>
                <a:lnTo>
                  <a:pt x="1405018" y="2149687"/>
                </a:lnTo>
                <a:close/>
                <a:moveTo>
                  <a:pt x="1819162" y="1221877"/>
                </a:moveTo>
                <a:lnTo>
                  <a:pt x="1820383" y="1222520"/>
                </a:lnTo>
                <a:lnTo>
                  <a:pt x="1821344" y="1221476"/>
                </a:lnTo>
                <a:lnTo>
                  <a:pt x="1822161" y="1218666"/>
                </a:lnTo>
                <a:close/>
                <a:moveTo>
                  <a:pt x="1793895" y="1278362"/>
                </a:moveTo>
                <a:lnTo>
                  <a:pt x="1793963" y="1278393"/>
                </a:lnTo>
                <a:lnTo>
                  <a:pt x="1795582" y="1276900"/>
                </a:lnTo>
                <a:lnTo>
                  <a:pt x="1795426" y="1276617"/>
                </a:lnTo>
                <a:close/>
                <a:moveTo>
                  <a:pt x="1827175" y="1203830"/>
                </a:moveTo>
                <a:lnTo>
                  <a:pt x="1827157" y="1203895"/>
                </a:lnTo>
                <a:lnTo>
                  <a:pt x="1838465" y="1190025"/>
                </a:lnTo>
                <a:lnTo>
                  <a:pt x="1837214" y="1188768"/>
                </a:lnTo>
                <a:close/>
                <a:moveTo>
                  <a:pt x="1804121" y="1255309"/>
                </a:moveTo>
                <a:lnTo>
                  <a:pt x="1804280" y="1255408"/>
                </a:lnTo>
                <a:lnTo>
                  <a:pt x="1807579" y="1258050"/>
                </a:lnTo>
                <a:lnTo>
                  <a:pt x="1808690" y="1254980"/>
                </a:lnTo>
                <a:lnTo>
                  <a:pt x="1808814" y="1254619"/>
                </a:lnTo>
                <a:lnTo>
                  <a:pt x="1807620" y="1252654"/>
                </a:lnTo>
                <a:close/>
                <a:moveTo>
                  <a:pt x="1417954" y="2119827"/>
                </a:moveTo>
                <a:lnTo>
                  <a:pt x="1417784" y="2120863"/>
                </a:lnTo>
                <a:lnTo>
                  <a:pt x="1420689" y="2121897"/>
                </a:lnTo>
                <a:lnTo>
                  <a:pt x="1422105" y="2121397"/>
                </a:lnTo>
                <a:lnTo>
                  <a:pt x="1418837" y="2119851"/>
                </a:lnTo>
                <a:close/>
                <a:moveTo>
                  <a:pt x="1370235" y="2226513"/>
                </a:moveTo>
                <a:lnTo>
                  <a:pt x="1377561" y="2232087"/>
                </a:lnTo>
                <a:lnTo>
                  <a:pt x="1381819" y="2219017"/>
                </a:lnTo>
                <a:lnTo>
                  <a:pt x="1377540" y="2217564"/>
                </a:lnTo>
                <a:close/>
                <a:moveTo>
                  <a:pt x="1835856" y="1183829"/>
                </a:moveTo>
                <a:lnTo>
                  <a:pt x="1838783" y="1185743"/>
                </a:lnTo>
                <a:lnTo>
                  <a:pt x="1842163" y="1180673"/>
                </a:lnTo>
                <a:lnTo>
                  <a:pt x="1843306" y="1176890"/>
                </a:lnTo>
                <a:close/>
                <a:moveTo>
                  <a:pt x="1805224" y="1252108"/>
                </a:moveTo>
                <a:lnTo>
                  <a:pt x="1806687" y="1251119"/>
                </a:lnTo>
                <a:lnTo>
                  <a:pt x="1806318" y="1250512"/>
                </a:lnTo>
                <a:close/>
                <a:moveTo>
                  <a:pt x="1792524" y="1280448"/>
                </a:moveTo>
                <a:lnTo>
                  <a:pt x="1790816" y="1287075"/>
                </a:lnTo>
                <a:lnTo>
                  <a:pt x="1796655" y="1281095"/>
                </a:lnTo>
                <a:lnTo>
                  <a:pt x="1793442" y="1279602"/>
                </a:lnTo>
                <a:close/>
                <a:moveTo>
                  <a:pt x="1418434" y="2116907"/>
                </a:moveTo>
                <a:lnTo>
                  <a:pt x="1418184" y="2118426"/>
                </a:lnTo>
                <a:lnTo>
                  <a:pt x="1422848" y="2118552"/>
                </a:lnTo>
                <a:lnTo>
                  <a:pt x="1422593" y="2117123"/>
                </a:lnTo>
                <a:close/>
                <a:moveTo>
                  <a:pt x="1437738" y="2073610"/>
                </a:moveTo>
                <a:lnTo>
                  <a:pt x="1438040" y="2073770"/>
                </a:lnTo>
                <a:lnTo>
                  <a:pt x="1438110" y="2073588"/>
                </a:lnTo>
                <a:close/>
                <a:moveTo>
                  <a:pt x="1803389" y="1254782"/>
                </a:moveTo>
                <a:lnTo>
                  <a:pt x="1807129" y="1251846"/>
                </a:lnTo>
                <a:lnTo>
                  <a:pt x="1806983" y="1251608"/>
                </a:lnTo>
                <a:lnTo>
                  <a:pt x="1804345" y="1253389"/>
                </a:lnTo>
                <a:close/>
                <a:moveTo>
                  <a:pt x="1418659" y="2116236"/>
                </a:moveTo>
                <a:lnTo>
                  <a:pt x="1422473" y="2116448"/>
                </a:lnTo>
                <a:lnTo>
                  <a:pt x="1422174" y="2114771"/>
                </a:lnTo>
                <a:lnTo>
                  <a:pt x="1421979" y="2114182"/>
                </a:lnTo>
                <a:lnTo>
                  <a:pt x="1419216" y="2115342"/>
                </a:lnTo>
                <a:close/>
                <a:moveTo>
                  <a:pt x="1418501" y="2116499"/>
                </a:moveTo>
                <a:lnTo>
                  <a:pt x="1418457" y="2116768"/>
                </a:lnTo>
                <a:lnTo>
                  <a:pt x="1422567" y="2116982"/>
                </a:lnTo>
                <a:lnTo>
                  <a:pt x="1422522" y="2116723"/>
                </a:lnTo>
                <a:close/>
                <a:moveTo>
                  <a:pt x="1403769" y="2149423"/>
                </a:moveTo>
                <a:lnTo>
                  <a:pt x="1403457" y="2150530"/>
                </a:lnTo>
                <a:lnTo>
                  <a:pt x="1404251" y="2150430"/>
                </a:lnTo>
                <a:lnTo>
                  <a:pt x="1404900" y="2149801"/>
                </a:lnTo>
                <a:lnTo>
                  <a:pt x="1404682" y="2149616"/>
                </a:lnTo>
                <a:close/>
                <a:moveTo>
                  <a:pt x="1431695" y="2086844"/>
                </a:moveTo>
                <a:lnTo>
                  <a:pt x="1432307" y="2087007"/>
                </a:lnTo>
                <a:lnTo>
                  <a:pt x="1432564" y="2086518"/>
                </a:lnTo>
                <a:lnTo>
                  <a:pt x="1431978" y="2086587"/>
                </a:lnTo>
                <a:close/>
                <a:moveTo>
                  <a:pt x="1834302" y="1185276"/>
                </a:moveTo>
                <a:lnTo>
                  <a:pt x="1837171" y="1188163"/>
                </a:lnTo>
                <a:lnTo>
                  <a:pt x="1838392" y="1186330"/>
                </a:lnTo>
                <a:lnTo>
                  <a:pt x="1835319" y="1184329"/>
                </a:lnTo>
                <a:close/>
                <a:moveTo>
                  <a:pt x="1406065" y="2143926"/>
                </a:moveTo>
                <a:lnTo>
                  <a:pt x="1406183" y="2143991"/>
                </a:lnTo>
                <a:lnTo>
                  <a:pt x="1406561" y="2143569"/>
                </a:lnTo>
                <a:close/>
                <a:moveTo>
                  <a:pt x="1404170" y="2147997"/>
                </a:moveTo>
                <a:lnTo>
                  <a:pt x="1403976" y="2148688"/>
                </a:lnTo>
                <a:lnTo>
                  <a:pt x="1405677" y="2149048"/>
                </a:lnTo>
                <a:lnTo>
                  <a:pt x="1406775" y="2147983"/>
                </a:lnTo>
                <a:lnTo>
                  <a:pt x="1406806" y="2145454"/>
                </a:lnTo>
                <a:close/>
                <a:moveTo>
                  <a:pt x="1428345" y="2093853"/>
                </a:moveTo>
                <a:lnTo>
                  <a:pt x="1428646" y="2093966"/>
                </a:lnTo>
                <a:lnTo>
                  <a:pt x="1428673" y="2093914"/>
                </a:lnTo>
                <a:close/>
                <a:moveTo>
                  <a:pt x="1837059" y="1178571"/>
                </a:moveTo>
                <a:lnTo>
                  <a:pt x="1838879" y="1176876"/>
                </a:lnTo>
                <a:lnTo>
                  <a:pt x="1842952" y="1172436"/>
                </a:lnTo>
                <a:lnTo>
                  <a:pt x="1842959" y="1172828"/>
                </a:lnTo>
                <a:lnTo>
                  <a:pt x="1841390" y="1174537"/>
                </a:lnTo>
                <a:lnTo>
                  <a:pt x="1845043" y="1171135"/>
                </a:lnTo>
                <a:lnTo>
                  <a:pt x="1845632" y="1169101"/>
                </a:lnTo>
                <a:close/>
                <a:moveTo>
                  <a:pt x="1816375" y="1224858"/>
                </a:moveTo>
                <a:lnTo>
                  <a:pt x="1817602" y="1225507"/>
                </a:lnTo>
                <a:lnTo>
                  <a:pt x="1818697" y="1224351"/>
                </a:lnTo>
                <a:lnTo>
                  <a:pt x="1820208" y="1222710"/>
                </a:lnTo>
                <a:lnTo>
                  <a:pt x="1818972" y="1222080"/>
                </a:lnTo>
                <a:close/>
                <a:moveTo>
                  <a:pt x="1417308" y="2118402"/>
                </a:moveTo>
                <a:lnTo>
                  <a:pt x="1418017" y="2118421"/>
                </a:lnTo>
                <a:lnTo>
                  <a:pt x="1418268" y="2116898"/>
                </a:lnTo>
                <a:lnTo>
                  <a:pt x="1418246" y="2116897"/>
                </a:lnTo>
                <a:close/>
                <a:moveTo>
                  <a:pt x="1394589" y="2169104"/>
                </a:moveTo>
                <a:lnTo>
                  <a:pt x="1394574" y="2169346"/>
                </a:lnTo>
                <a:lnTo>
                  <a:pt x="1395311" y="2169331"/>
                </a:lnTo>
                <a:lnTo>
                  <a:pt x="1396883" y="2169042"/>
                </a:lnTo>
                <a:lnTo>
                  <a:pt x="1396889" y="2169024"/>
                </a:lnTo>
                <a:close/>
                <a:moveTo>
                  <a:pt x="1416139" y="2120277"/>
                </a:moveTo>
                <a:lnTo>
                  <a:pt x="1417626" y="2120806"/>
                </a:lnTo>
                <a:lnTo>
                  <a:pt x="1417787" y="2119822"/>
                </a:lnTo>
                <a:lnTo>
                  <a:pt x="1416445" y="2119786"/>
                </a:lnTo>
                <a:close/>
                <a:moveTo>
                  <a:pt x="1405125" y="2144603"/>
                </a:moveTo>
                <a:lnTo>
                  <a:pt x="1404891" y="2145436"/>
                </a:lnTo>
                <a:lnTo>
                  <a:pt x="1405935" y="2144268"/>
                </a:lnTo>
                <a:lnTo>
                  <a:pt x="1405737" y="2144163"/>
                </a:lnTo>
                <a:close/>
                <a:moveTo>
                  <a:pt x="1396355" y="2163874"/>
                </a:moveTo>
                <a:lnTo>
                  <a:pt x="1398269" y="2164119"/>
                </a:lnTo>
                <a:lnTo>
                  <a:pt x="1399082" y="2161229"/>
                </a:lnTo>
                <a:close/>
                <a:moveTo>
                  <a:pt x="1407881" y="2137890"/>
                </a:moveTo>
                <a:lnTo>
                  <a:pt x="1407831" y="2141880"/>
                </a:lnTo>
                <a:lnTo>
                  <a:pt x="1407941" y="2141919"/>
                </a:lnTo>
                <a:lnTo>
                  <a:pt x="1408213" y="2141724"/>
                </a:lnTo>
                <a:lnTo>
                  <a:pt x="1412062" y="2137423"/>
                </a:lnTo>
                <a:lnTo>
                  <a:pt x="1410856" y="2137312"/>
                </a:lnTo>
                <a:close/>
                <a:moveTo>
                  <a:pt x="1414378" y="2123293"/>
                </a:moveTo>
                <a:lnTo>
                  <a:pt x="1414519" y="2123396"/>
                </a:lnTo>
                <a:lnTo>
                  <a:pt x="1414834" y="2123399"/>
                </a:lnTo>
                <a:close/>
                <a:moveTo>
                  <a:pt x="1405786" y="2142251"/>
                </a:moveTo>
                <a:lnTo>
                  <a:pt x="1405416" y="2143568"/>
                </a:lnTo>
                <a:lnTo>
                  <a:pt x="1405550" y="2143641"/>
                </a:lnTo>
                <a:lnTo>
                  <a:pt x="1406839" y="2142713"/>
                </a:lnTo>
                <a:lnTo>
                  <a:pt x="1406840" y="2142631"/>
                </a:lnTo>
                <a:close/>
                <a:moveTo>
                  <a:pt x="1817117" y="1220798"/>
                </a:moveTo>
                <a:lnTo>
                  <a:pt x="1819022" y="1221802"/>
                </a:lnTo>
                <a:lnTo>
                  <a:pt x="1822281" y="1218254"/>
                </a:lnTo>
                <a:lnTo>
                  <a:pt x="1822645" y="1217001"/>
                </a:lnTo>
                <a:close/>
                <a:moveTo>
                  <a:pt x="1831928" y="1187487"/>
                </a:moveTo>
                <a:lnTo>
                  <a:pt x="1827551" y="1202538"/>
                </a:lnTo>
                <a:lnTo>
                  <a:pt x="1828020" y="1201892"/>
                </a:lnTo>
                <a:lnTo>
                  <a:pt x="1836947" y="1188499"/>
                </a:lnTo>
                <a:lnTo>
                  <a:pt x="1834012" y="1185546"/>
                </a:lnTo>
                <a:close/>
                <a:moveTo>
                  <a:pt x="1794692" y="1270852"/>
                </a:moveTo>
                <a:lnTo>
                  <a:pt x="1794462" y="1271952"/>
                </a:lnTo>
                <a:lnTo>
                  <a:pt x="1794726" y="1272429"/>
                </a:lnTo>
                <a:lnTo>
                  <a:pt x="1799016" y="1270494"/>
                </a:lnTo>
                <a:lnTo>
                  <a:pt x="1801096" y="1268910"/>
                </a:lnTo>
                <a:lnTo>
                  <a:pt x="1805357" y="1264050"/>
                </a:lnTo>
                <a:close/>
                <a:moveTo>
                  <a:pt x="1435121" y="2075584"/>
                </a:moveTo>
                <a:lnTo>
                  <a:pt x="1436179" y="2075948"/>
                </a:lnTo>
                <a:lnTo>
                  <a:pt x="1437286" y="2075750"/>
                </a:lnTo>
                <a:lnTo>
                  <a:pt x="1438007" y="2073858"/>
                </a:lnTo>
                <a:lnTo>
                  <a:pt x="1437920" y="2073882"/>
                </a:lnTo>
                <a:lnTo>
                  <a:pt x="1437438" y="2073628"/>
                </a:lnTo>
                <a:lnTo>
                  <a:pt x="1436576" y="2073678"/>
                </a:lnTo>
                <a:close/>
                <a:moveTo>
                  <a:pt x="1834721" y="1180664"/>
                </a:moveTo>
                <a:lnTo>
                  <a:pt x="1838433" y="1176675"/>
                </a:lnTo>
                <a:lnTo>
                  <a:pt x="1845792" y="1168546"/>
                </a:lnTo>
                <a:lnTo>
                  <a:pt x="1850394" y="1152633"/>
                </a:lnTo>
                <a:lnTo>
                  <a:pt x="1851743" y="1145913"/>
                </a:lnTo>
                <a:lnTo>
                  <a:pt x="1842261" y="1165980"/>
                </a:lnTo>
                <a:close/>
                <a:moveTo>
                  <a:pt x="1406731" y="2138894"/>
                </a:moveTo>
                <a:lnTo>
                  <a:pt x="1406070" y="2141245"/>
                </a:lnTo>
                <a:lnTo>
                  <a:pt x="1406854" y="2141527"/>
                </a:lnTo>
                <a:lnTo>
                  <a:pt x="1406860" y="2141025"/>
                </a:lnTo>
                <a:close/>
                <a:moveTo>
                  <a:pt x="1806994" y="1242522"/>
                </a:moveTo>
                <a:lnTo>
                  <a:pt x="1811918" y="1239264"/>
                </a:lnTo>
                <a:lnTo>
                  <a:pt x="1816402" y="1232723"/>
                </a:lnTo>
                <a:lnTo>
                  <a:pt x="1816665" y="1231966"/>
                </a:lnTo>
                <a:lnTo>
                  <a:pt x="1816751" y="1232215"/>
                </a:lnTo>
                <a:lnTo>
                  <a:pt x="1818913" y="1229062"/>
                </a:lnTo>
                <a:lnTo>
                  <a:pt x="1819362" y="1228294"/>
                </a:lnTo>
                <a:lnTo>
                  <a:pt x="1819771" y="1226884"/>
                </a:lnTo>
                <a:lnTo>
                  <a:pt x="1819537" y="1226760"/>
                </a:lnTo>
                <a:close/>
                <a:moveTo>
                  <a:pt x="1401349" y="2150719"/>
                </a:moveTo>
                <a:lnTo>
                  <a:pt x="1401721" y="2150746"/>
                </a:lnTo>
                <a:lnTo>
                  <a:pt x="1402044" y="2150706"/>
                </a:lnTo>
                <a:lnTo>
                  <a:pt x="1402298" y="2149803"/>
                </a:lnTo>
                <a:close/>
                <a:moveTo>
                  <a:pt x="1416113" y="2116647"/>
                </a:moveTo>
                <a:lnTo>
                  <a:pt x="1416694" y="2116677"/>
                </a:lnTo>
                <a:lnTo>
                  <a:pt x="1416836" y="2116406"/>
                </a:lnTo>
                <a:lnTo>
                  <a:pt x="1416702" y="2116399"/>
                </a:lnTo>
                <a:close/>
                <a:moveTo>
                  <a:pt x="1414620" y="2119737"/>
                </a:moveTo>
                <a:lnTo>
                  <a:pt x="1415011" y="2119876"/>
                </a:lnTo>
                <a:lnTo>
                  <a:pt x="1415077" y="2119749"/>
                </a:lnTo>
                <a:close/>
                <a:moveTo>
                  <a:pt x="1439333" y="2064307"/>
                </a:moveTo>
                <a:lnTo>
                  <a:pt x="1441330" y="2065144"/>
                </a:lnTo>
                <a:lnTo>
                  <a:pt x="1441592" y="2064457"/>
                </a:lnTo>
                <a:lnTo>
                  <a:pt x="1441647" y="2064138"/>
                </a:lnTo>
                <a:close/>
                <a:moveTo>
                  <a:pt x="1362640" y="2235815"/>
                </a:moveTo>
                <a:lnTo>
                  <a:pt x="1374263" y="2242215"/>
                </a:lnTo>
                <a:lnTo>
                  <a:pt x="1377426" y="2232505"/>
                </a:lnTo>
                <a:lnTo>
                  <a:pt x="1369732" y="2227128"/>
                </a:lnTo>
                <a:close/>
                <a:moveTo>
                  <a:pt x="1795705" y="1265989"/>
                </a:moveTo>
                <a:lnTo>
                  <a:pt x="1795069" y="1269041"/>
                </a:lnTo>
                <a:lnTo>
                  <a:pt x="1795224" y="1268957"/>
                </a:lnTo>
                <a:lnTo>
                  <a:pt x="1806156" y="1261984"/>
                </a:lnTo>
                <a:lnTo>
                  <a:pt x="1806918" y="1259877"/>
                </a:lnTo>
                <a:lnTo>
                  <a:pt x="1802068" y="1256867"/>
                </a:lnTo>
                <a:lnTo>
                  <a:pt x="1801843" y="1257039"/>
                </a:lnTo>
                <a:close/>
                <a:moveTo>
                  <a:pt x="1358920" y="2244010"/>
                </a:moveTo>
                <a:lnTo>
                  <a:pt x="1343164" y="2284427"/>
                </a:lnTo>
                <a:lnTo>
                  <a:pt x="1348940" y="2277951"/>
                </a:lnTo>
                <a:lnTo>
                  <a:pt x="1370838" y="2252729"/>
                </a:lnTo>
                <a:lnTo>
                  <a:pt x="1372082" y="2248910"/>
                </a:lnTo>
                <a:lnTo>
                  <a:pt x="1367182" y="2247041"/>
                </a:lnTo>
                <a:lnTo>
                  <a:pt x="1362544" y="2245198"/>
                </a:lnTo>
                <a:close/>
                <a:moveTo>
                  <a:pt x="1816096" y="1220260"/>
                </a:moveTo>
                <a:lnTo>
                  <a:pt x="1816717" y="1220588"/>
                </a:lnTo>
                <a:lnTo>
                  <a:pt x="1822821" y="1216396"/>
                </a:lnTo>
                <a:lnTo>
                  <a:pt x="1824802" y="1209583"/>
                </a:lnTo>
                <a:close/>
                <a:moveTo>
                  <a:pt x="1361634" y="2237048"/>
                </a:moveTo>
                <a:lnTo>
                  <a:pt x="1359277" y="2243094"/>
                </a:lnTo>
                <a:lnTo>
                  <a:pt x="1369098" y="2247019"/>
                </a:lnTo>
                <a:lnTo>
                  <a:pt x="1372351" y="2248085"/>
                </a:lnTo>
                <a:lnTo>
                  <a:pt x="1374074" y="2242794"/>
                </a:lnTo>
                <a:lnTo>
                  <a:pt x="1364254" y="2237894"/>
                </a:lnTo>
                <a:lnTo>
                  <a:pt x="1361970" y="2236637"/>
                </a:lnTo>
                <a:close/>
                <a:moveTo>
                  <a:pt x="1401821" y="2146982"/>
                </a:moveTo>
                <a:lnTo>
                  <a:pt x="1402628" y="2147668"/>
                </a:lnTo>
                <a:lnTo>
                  <a:pt x="1403000" y="2147309"/>
                </a:lnTo>
                <a:lnTo>
                  <a:pt x="1403416" y="2145835"/>
                </a:lnTo>
                <a:close/>
                <a:moveTo>
                  <a:pt x="1426494" y="2091589"/>
                </a:moveTo>
                <a:lnTo>
                  <a:pt x="1429592" y="2092167"/>
                </a:lnTo>
                <a:lnTo>
                  <a:pt x="1431893" y="2087793"/>
                </a:lnTo>
                <a:lnTo>
                  <a:pt x="1430934" y="2087538"/>
                </a:lnTo>
                <a:close/>
                <a:moveTo>
                  <a:pt x="1814740" y="1221925"/>
                </a:moveTo>
                <a:lnTo>
                  <a:pt x="1815122" y="1221683"/>
                </a:lnTo>
                <a:lnTo>
                  <a:pt x="1816430" y="1220785"/>
                </a:lnTo>
                <a:lnTo>
                  <a:pt x="1815893" y="1220511"/>
                </a:lnTo>
                <a:close/>
                <a:moveTo>
                  <a:pt x="1438400" y="2063916"/>
                </a:moveTo>
                <a:lnTo>
                  <a:pt x="1438402" y="2063917"/>
                </a:lnTo>
                <a:lnTo>
                  <a:pt x="1441726" y="2063676"/>
                </a:lnTo>
                <a:lnTo>
                  <a:pt x="1442027" y="2061906"/>
                </a:lnTo>
                <a:close/>
                <a:moveTo>
                  <a:pt x="1414558" y="2117300"/>
                </a:moveTo>
                <a:lnTo>
                  <a:pt x="1415995" y="2118005"/>
                </a:lnTo>
                <a:lnTo>
                  <a:pt x="1416622" y="2116813"/>
                </a:lnTo>
                <a:lnTo>
                  <a:pt x="1415817" y="2116771"/>
                </a:lnTo>
                <a:close/>
                <a:moveTo>
                  <a:pt x="1366407" y="2224804"/>
                </a:moveTo>
                <a:lnTo>
                  <a:pt x="1362207" y="2235576"/>
                </a:lnTo>
                <a:lnTo>
                  <a:pt x="1362285" y="2235619"/>
                </a:lnTo>
                <a:lnTo>
                  <a:pt x="1369404" y="2226899"/>
                </a:lnTo>
                <a:close/>
                <a:moveTo>
                  <a:pt x="1813620" y="1223399"/>
                </a:moveTo>
                <a:lnTo>
                  <a:pt x="1816269" y="1224801"/>
                </a:lnTo>
                <a:lnTo>
                  <a:pt x="1818833" y="1222009"/>
                </a:lnTo>
                <a:lnTo>
                  <a:pt x="1816835" y="1220991"/>
                </a:lnTo>
                <a:lnTo>
                  <a:pt x="1813909" y="1223001"/>
                </a:lnTo>
                <a:close/>
                <a:moveTo>
                  <a:pt x="1437759" y="2064680"/>
                </a:moveTo>
                <a:lnTo>
                  <a:pt x="1439769" y="2065101"/>
                </a:lnTo>
                <a:lnTo>
                  <a:pt x="1438091" y="2064398"/>
                </a:lnTo>
                <a:lnTo>
                  <a:pt x="1437887" y="2064413"/>
                </a:lnTo>
                <a:close/>
                <a:moveTo>
                  <a:pt x="1400482" y="2147947"/>
                </a:moveTo>
                <a:lnTo>
                  <a:pt x="1402004" y="2148270"/>
                </a:lnTo>
                <a:lnTo>
                  <a:pt x="1402515" y="2147777"/>
                </a:lnTo>
                <a:lnTo>
                  <a:pt x="1401691" y="2147077"/>
                </a:lnTo>
                <a:close/>
                <a:moveTo>
                  <a:pt x="1435921" y="2068536"/>
                </a:moveTo>
                <a:lnTo>
                  <a:pt x="1438854" y="2068693"/>
                </a:lnTo>
                <a:lnTo>
                  <a:pt x="1439491" y="2067859"/>
                </a:lnTo>
                <a:lnTo>
                  <a:pt x="1436646" y="2067014"/>
                </a:lnTo>
                <a:close/>
                <a:moveTo>
                  <a:pt x="1800141" y="1252840"/>
                </a:moveTo>
                <a:lnTo>
                  <a:pt x="1801826" y="1253884"/>
                </a:lnTo>
                <a:lnTo>
                  <a:pt x="1802210" y="1253421"/>
                </a:lnTo>
                <a:lnTo>
                  <a:pt x="1804661" y="1249848"/>
                </a:lnTo>
                <a:close/>
                <a:moveTo>
                  <a:pt x="1434647" y="2071209"/>
                </a:moveTo>
                <a:lnTo>
                  <a:pt x="1437886" y="2069962"/>
                </a:lnTo>
                <a:lnTo>
                  <a:pt x="1438736" y="2068847"/>
                </a:lnTo>
                <a:lnTo>
                  <a:pt x="1435828" y="2068730"/>
                </a:lnTo>
                <a:close/>
                <a:moveTo>
                  <a:pt x="1432923" y="2074827"/>
                </a:moveTo>
                <a:lnTo>
                  <a:pt x="1433912" y="2075168"/>
                </a:lnTo>
                <a:lnTo>
                  <a:pt x="1434976" y="2073773"/>
                </a:lnTo>
                <a:lnTo>
                  <a:pt x="1434403" y="2073806"/>
                </a:lnTo>
                <a:lnTo>
                  <a:pt x="1433186" y="2074275"/>
                </a:lnTo>
                <a:close/>
                <a:moveTo>
                  <a:pt x="1403617" y="2140361"/>
                </a:moveTo>
                <a:lnTo>
                  <a:pt x="1404833" y="2140799"/>
                </a:lnTo>
                <a:lnTo>
                  <a:pt x="1405523" y="2138349"/>
                </a:lnTo>
                <a:lnTo>
                  <a:pt x="1404782" y="2138493"/>
                </a:lnTo>
                <a:close/>
                <a:moveTo>
                  <a:pt x="1390631" y="2169424"/>
                </a:moveTo>
                <a:lnTo>
                  <a:pt x="1393673" y="2169364"/>
                </a:lnTo>
                <a:lnTo>
                  <a:pt x="1393910" y="2169127"/>
                </a:lnTo>
                <a:lnTo>
                  <a:pt x="1390828" y="2169233"/>
                </a:lnTo>
                <a:close/>
                <a:moveTo>
                  <a:pt x="1815367" y="1218354"/>
                </a:moveTo>
                <a:lnTo>
                  <a:pt x="1821789" y="1210477"/>
                </a:lnTo>
                <a:lnTo>
                  <a:pt x="1826384" y="1204146"/>
                </a:lnTo>
                <a:lnTo>
                  <a:pt x="1830967" y="1188381"/>
                </a:lnTo>
                <a:lnTo>
                  <a:pt x="1830565" y="1188756"/>
                </a:lnTo>
                <a:close/>
                <a:moveTo>
                  <a:pt x="1432035" y="2076690"/>
                </a:moveTo>
                <a:lnTo>
                  <a:pt x="1432592" y="2076591"/>
                </a:lnTo>
                <a:lnTo>
                  <a:pt x="1432155" y="2076440"/>
                </a:lnTo>
                <a:close/>
                <a:moveTo>
                  <a:pt x="1422760" y="2097434"/>
                </a:moveTo>
                <a:lnTo>
                  <a:pt x="1421954" y="2099478"/>
                </a:lnTo>
                <a:lnTo>
                  <a:pt x="1422007" y="2099638"/>
                </a:lnTo>
                <a:lnTo>
                  <a:pt x="1424826" y="2098514"/>
                </a:lnTo>
                <a:lnTo>
                  <a:pt x="1425652" y="2097788"/>
                </a:lnTo>
                <a:close/>
                <a:moveTo>
                  <a:pt x="1427330" y="2087130"/>
                </a:moveTo>
                <a:lnTo>
                  <a:pt x="1429281" y="2087098"/>
                </a:lnTo>
                <a:lnTo>
                  <a:pt x="1428769" y="2086962"/>
                </a:lnTo>
                <a:close/>
                <a:moveTo>
                  <a:pt x="1423349" y="2095943"/>
                </a:moveTo>
                <a:lnTo>
                  <a:pt x="1423258" y="2096175"/>
                </a:lnTo>
                <a:lnTo>
                  <a:pt x="1424269" y="2096298"/>
                </a:lnTo>
                <a:close/>
                <a:moveTo>
                  <a:pt x="1423817" y="2094757"/>
                </a:moveTo>
                <a:lnTo>
                  <a:pt x="1423650" y="2095182"/>
                </a:lnTo>
                <a:lnTo>
                  <a:pt x="1427105" y="2096510"/>
                </a:lnTo>
                <a:lnTo>
                  <a:pt x="1427482" y="2096179"/>
                </a:lnTo>
                <a:lnTo>
                  <a:pt x="1427585" y="2095983"/>
                </a:lnTo>
                <a:close/>
                <a:moveTo>
                  <a:pt x="1424265" y="2093622"/>
                </a:moveTo>
                <a:lnTo>
                  <a:pt x="1423921" y="2094494"/>
                </a:lnTo>
                <a:lnTo>
                  <a:pt x="1427717" y="2095731"/>
                </a:lnTo>
                <a:lnTo>
                  <a:pt x="1428580" y="2094090"/>
                </a:lnTo>
                <a:lnTo>
                  <a:pt x="1427548" y="2093705"/>
                </a:lnTo>
                <a:lnTo>
                  <a:pt x="1426123" y="2093439"/>
                </a:lnTo>
                <a:lnTo>
                  <a:pt x="1424425" y="2093476"/>
                </a:lnTo>
                <a:close/>
                <a:moveTo>
                  <a:pt x="1437221" y="2064568"/>
                </a:moveTo>
                <a:lnTo>
                  <a:pt x="1437339" y="2064593"/>
                </a:lnTo>
                <a:lnTo>
                  <a:pt x="1437398" y="2064470"/>
                </a:lnTo>
                <a:close/>
                <a:moveTo>
                  <a:pt x="1372987" y="2208354"/>
                </a:moveTo>
                <a:lnTo>
                  <a:pt x="1375630" y="2210323"/>
                </a:lnTo>
                <a:lnTo>
                  <a:pt x="1381970" y="2211506"/>
                </a:lnTo>
                <a:lnTo>
                  <a:pt x="1384754" y="2208097"/>
                </a:lnTo>
                <a:close/>
                <a:moveTo>
                  <a:pt x="1797346" y="1258112"/>
                </a:moveTo>
                <a:lnTo>
                  <a:pt x="1797025" y="1259657"/>
                </a:lnTo>
                <a:lnTo>
                  <a:pt x="1797062" y="1259629"/>
                </a:lnTo>
                <a:lnTo>
                  <a:pt x="1799556" y="1256621"/>
                </a:lnTo>
                <a:close/>
                <a:moveTo>
                  <a:pt x="1402588" y="2142010"/>
                </a:moveTo>
                <a:lnTo>
                  <a:pt x="1404237" y="2142918"/>
                </a:lnTo>
                <a:lnTo>
                  <a:pt x="1404550" y="2141806"/>
                </a:lnTo>
                <a:lnTo>
                  <a:pt x="1403053" y="2141265"/>
                </a:lnTo>
                <a:close/>
                <a:moveTo>
                  <a:pt x="1369882" y="2214963"/>
                </a:moveTo>
                <a:lnTo>
                  <a:pt x="1367184" y="2222810"/>
                </a:lnTo>
                <a:lnTo>
                  <a:pt x="1366769" y="2223876"/>
                </a:lnTo>
                <a:lnTo>
                  <a:pt x="1369917" y="2226271"/>
                </a:lnTo>
                <a:lnTo>
                  <a:pt x="1377137" y="2217427"/>
                </a:lnTo>
                <a:close/>
                <a:moveTo>
                  <a:pt x="1426426" y="2088148"/>
                </a:moveTo>
                <a:lnTo>
                  <a:pt x="1425166" y="2091342"/>
                </a:lnTo>
                <a:lnTo>
                  <a:pt x="1425431" y="2091391"/>
                </a:lnTo>
                <a:lnTo>
                  <a:pt x="1429782" y="2087421"/>
                </a:lnTo>
                <a:lnTo>
                  <a:pt x="1426760" y="2087470"/>
                </a:lnTo>
                <a:close/>
                <a:moveTo>
                  <a:pt x="1370440" y="2213340"/>
                </a:moveTo>
                <a:lnTo>
                  <a:pt x="1369957" y="2214746"/>
                </a:lnTo>
                <a:lnTo>
                  <a:pt x="1377293" y="2217236"/>
                </a:lnTo>
                <a:lnTo>
                  <a:pt x="1379562" y="2214456"/>
                </a:lnTo>
                <a:close/>
                <a:moveTo>
                  <a:pt x="1432305" y="2074614"/>
                </a:moveTo>
                <a:lnTo>
                  <a:pt x="1432528" y="2074691"/>
                </a:lnTo>
                <a:lnTo>
                  <a:pt x="1432623" y="2074492"/>
                </a:lnTo>
                <a:close/>
                <a:moveTo>
                  <a:pt x="1357274" y="2242294"/>
                </a:moveTo>
                <a:lnTo>
                  <a:pt x="1358806" y="2242906"/>
                </a:lnTo>
                <a:lnTo>
                  <a:pt x="1359373" y="2241452"/>
                </a:lnTo>
                <a:lnTo>
                  <a:pt x="1360345" y="2238628"/>
                </a:lnTo>
                <a:lnTo>
                  <a:pt x="1360104" y="2238921"/>
                </a:lnTo>
                <a:close/>
                <a:moveTo>
                  <a:pt x="1371266" y="2210941"/>
                </a:moveTo>
                <a:lnTo>
                  <a:pt x="1370766" y="2212394"/>
                </a:lnTo>
                <a:lnTo>
                  <a:pt x="1379362" y="2213445"/>
                </a:lnTo>
                <a:lnTo>
                  <a:pt x="1377512" y="2212106"/>
                </a:lnTo>
                <a:close/>
                <a:moveTo>
                  <a:pt x="1412555" y="2118273"/>
                </a:moveTo>
                <a:lnTo>
                  <a:pt x="1415680" y="2118358"/>
                </a:lnTo>
                <a:lnTo>
                  <a:pt x="1415186" y="2118123"/>
                </a:lnTo>
                <a:lnTo>
                  <a:pt x="1413991" y="2117539"/>
                </a:lnTo>
                <a:lnTo>
                  <a:pt x="1412828" y="2118028"/>
                </a:lnTo>
                <a:close/>
                <a:moveTo>
                  <a:pt x="1400295" y="2145687"/>
                </a:moveTo>
                <a:lnTo>
                  <a:pt x="1401403" y="2146628"/>
                </a:lnTo>
                <a:lnTo>
                  <a:pt x="1403647" y="2145011"/>
                </a:lnTo>
                <a:lnTo>
                  <a:pt x="1404128" y="2143305"/>
                </a:lnTo>
                <a:lnTo>
                  <a:pt x="1403388" y="2142910"/>
                </a:lnTo>
                <a:lnTo>
                  <a:pt x="1402374" y="2142352"/>
                </a:lnTo>
                <a:close/>
                <a:moveTo>
                  <a:pt x="1395357" y="2156502"/>
                </a:moveTo>
                <a:lnTo>
                  <a:pt x="1395192" y="2159214"/>
                </a:lnTo>
                <a:lnTo>
                  <a:pt x="1400894" y="2153686"/>
                </a:lnTo>
                <a:lnTo>
                  <a:pt x="1397887" y="2154061"/>
                </a:lnTo>
                <a:close/>
                <a:moveTo>
                  <a:pt x="1356713" y="2242963"/>
                </a:moveTo>
                <a:lnTo>
                  <a:pt x="1357873" y="2243342"/>
                </a:lnTo>
                <a:lnTo>
                  <a:pt x="1356764" y="2242902"/>
                </a:lnTo>
                <a:close/>
                <a:moveTo>
                  <a:pt x="1372149" y="2208372"/>
                </a:moveTo>
                <a:lnTo>
                  <a:pt x="1371728" y="2209595"/>
                </a:lnTo>
                <a:lnTo>
                  <a:pt x="1374847" y="2210177"/>
                </a:lnTo>
                <a:lnTo>
                  <a:pt x="1372347" y="2208368"/>
                </a:lnTo>
                <a:close/>
                <a:moveTo>
                  <a:pt x="1798151" y="1254437"/>
                </a:moveTo>
                <a:lnTo>
                  <a:pt x="1798044" y="1254770"/>
                </a:lnTo>
                <a:lnTo>
                  <a:pt x="1797599" y="1256905"/>
                </a:lnTo>
                <a:lnTo>
                  <a:pt x="1799953" y="1255555"/>
                </a:lnTo>
                <a:close/>
                <a:moveTo>
                  <a:pt x="1431181" y="2076104"/>
                </a:moveTo>
                <a:lnTo>
                  <a:pt x="1430866" y="2076899"/>
                </a:lnTo>
                <a:lnTo>
                  <a:pt x="1431532" y="2076781"/>
                </a:lnTo>
                <a:lnTo>
                  <a:pt x="1431759" y="2076304"/>
                </a:lnTo>
                <a:close/>
                <a:moveTo>
                  <a:pt x="1399072" y="2147648"/>
                </a:moveTo>
                <a:lnTo>
                  <a:pt x="1399777" y="2147798"/>
                </a:lnTo>
                <a:lnTo>
                  <a:pt x="1401273" y="2146721"/>
                </a:lnTo>
                <a:lnTo>
                  <a:pt x="1400212" y="2145820"/>
                </a:lnTo>
                <a:close/>
                <a:moveTo>
                  <a:pt x="1863057" y="1108525"/>
                </a:moveTo>
                <a:lnTo>
                  <a:pt x="1861229" y="1117634"/>
                </a:lnTo>
                <a:lnTo>
                  <a:pt x="1862786" y="1112487"/>
                </a:lnTo>
                <a:lnTo>
                  <a:pt x="1864346" y="1106830"/>
                </a:lnTo>
                <a:close/>
                <a:moveTo>
                  <a:pt x="1804686" y="1239153"/>
                </a:moveTo>
                <a:lnTo>
                  <a:pt x="1817458" y="1225660"/>
                </a:lnTo>
                <a:lnTo>
                  <a:pt x="1816233" y="1225011"/>
                </a:lnTo>
                <a:lnTo>
                  <a:pt x="1807091" y="1234795"/>
                </a:lnTo>
                <a:lnTo>
                  <a:pt x="1816127" y="1224955"/>
                </a:lnTo>
                <a:lnTo>
                  <a:pt x="1813500" y="1223564"/>
                </a:lnTo>
                <a:lnTo>
                  <a:pt x="1810734" y="1227377"/>
                </a:lnTo>
                <a:lnTo>
                  <a:pt x="1806721" y="1235191"/>
                </a:lnTo>
                <a:lnTo>
                  <a:pt x="1807091" y="1234795"/>
                </a:lnTo>
                <a:lnTo>
                  <a:pt x="1806713" y="1235207"/>
                </a:lnTo>
                <a:close/>
                <a:moveTo>
                  <a:pt x="1398328" y="2148841"/>
                </a:moveTo>
                <a:lnTo>
                  <a:pt x="1398941" y="2148400"/>
                </a:lnTo>
                <a:lnTo>
                  <a:pt x="1398643" y="2148337"/>
                </a:lnTo>
                <a:close/>
                <a:moveTo>
                  <a:pt x="1803462" y="1241537"/>
                </a:moveTo>
                <a:lnTo>
                  <a:pt x="1804760" y="1243672"/>
                </a:lnTo>
                <a:lnTo>
                  <a:pt x="1818609" y="1226269"/>
                </a:lnTo>
                <a:lnTo>
                  <a:pt x="1817753" y="1225815"/>
                </a:lnTo>
                <a:lnTo>
                  <a:pt x="1803697" y="1241082"/>
                </a:lnTo>
                <a:close/>
                <a:moveTo>
                  <a:pt x="1432911" y="2071239"/>
                </a:moveTo>
                <a:lnTo>
                  <a:pt x="1432802" y="2071742"/>
                </a:lnTo>
                <a:lnTo>
                  <a:pt x="1433247" y="2071748"/>
                </a:lnTo>
                <a:lnTo>
                  <a:pt x="1433611" y="2071608"/>
                </a:lnTo>
                <a:close/>
                <a:moveTo>
                  <a:pt x="1397398" y="2150334"/>
                </a:moveTo>
                <a:lnTo>
                  <a:pt x="1398399" y="2150502"/>
                </a:lnTo>
                <a:lnTo>
                  <a:pt x="1399599" y="2150591"/>
                </a:lnTo>
                <a:lnTo>
                  <a:pt x="1401342" y="2148909"/>
                </a:lnTo>
                <a:lnTo>
                  <a:pt x="1399646" y="2148550"/>
                </a:lnTo>
                <a:lnTo>
                  <a:pt x="1397586" y="2150032"/>
                </a:lnTo>
                <a:close/>
                <a:moveTo>
                  <a:pt x="1408073" y="2126344"/>
                </a:moveTo>
                <a:lnTo>
                  <a:pt x="1408992" y="2126020"/>
                </a:lnTo>
                <a:lnTo>
                  <a:pt x="1409140" y="2125496"/>
                </a:lnTo>
                <a:lnTo>
                  <a:pt x="1408597" y="2125375"/>
                </a:lnTo>
                <a:close/>
                <a:moveTo>
                  <a:pt x="1395487" y="2154360"/>
                </a:moveTo>
                <a:lnTo>
                  <a:pt x="1395475" y="2154571"/>
                </a:lnTo>
                <a:lnTo>
                  <a:pt x="1395723" y="2154331"/>
                </a:lnTo>
                <a:close/>
                <a:moveTo>
                  <a:pt x="1801004" y="1246325"/>
                </a:moveTo>
                <a:lnTo>
                  <a:pt x="1801834" y="1245937"/>
                </a:lnTo>
                <a:lnTo>
                  <a:pt x="1803048" y="1245133"/>
                </a:lnTo>
                <a:lnTo>
                  <a:pt x="1802271" y="1243856"/>
                </a:lnTo>
                <a:close/>
                <a:moveTo>
                  <a:pt x="1396754" y="2151367"/>
                </a:moveTo>
                <a:lnTo>
                  <a:pt x="1399099" y="2151073"/>
                </a:lnTo>
                <a:lnTo>
                  <a:pt x="1399351" y="2150831"/>
                </a:lnTo>
                <a:lnTo>
                  <a:pt x="1397187" y="2150672"/>
                </a:lnTo>
                <a:close/>
                <a:moveTo>
                  <a:pt x="1375047" y="2199943"/>
                </a:moveTo>
                <a:lnTo>
                  <a:pt x="1372324" y="2207861"/>
                </a:lnTo>
                <a:lnTo>
                  <a:pt x="1372467" y="2207967"/>
                </a:lnTo>
                <a:lnTo>
                  <a:pt x="1385085" y="2207691"/>
                </a:lnTo>
                <a:lnTo>
                  <a:pt x="1385787" y="2206831"/>
                </a:lnTo>
                <a:lnTo>
                  <a:pt x="1386722" y="2203961"/>
                </a:lnTo>
                <a:close/>
                <a:moveTo>
                  <a:pt x="1433478" y="2068636"/>
                </a:moveTo>
                <a:lnTo>
                  <a:pt x="1432945" y="2071081"/>
                </a:lnTo>
                <a:lnTo>
                  <a:pt x="1433804" y="2071534"/>
                </a:lnTo>
                <a:lnTo>
                  <a:pt x="1434084" y="2071426"/>
                </a:lnTo>
                <a:lnTo>
                  <a:pt x="1435377" y="2068712"/>
                </a:lnTo>
                <a:close/>
                <a:moveTo>
                  <a:pt x="1384012" y="2179379"/>
                </a:moveTo>
                <a:lnTo>
                  <a:pt x="1392537" y="2184486"/>
                </a:lnTo>
                <a:lnTo>
                  <a:pt x="1393391" y="2181450"/>
                </a:lnTo>
                <a:lnTo>
                  <a:pt x="1393859" y="2173780"/>
                </a:lnTo>
                <a:lnTo>
                  <a:pt x="1388809" y="2174708"/>
                </a:lnTo>
                <a:close/>
                <a:moveTo>
                  <a:pt x="1829768" y="1180715"/>
                </a:moveTo>
                <a:lnTo>
                  <a:pt x="1832167" y="1183128"/>
                </a:lnTo>
                <a:lnTo>
                  <a:pt x="1832618" y="1182706"/>
                </a:lnTo>
                <a:lnTo>
                  <a:pt x="1832652" y="1182592"/>
                </a:lnTo>
                <a:close/>
                <a:moveTo>
                  <a:pt x="1433971" y="2066370"/>
                </a:moveTo>
                <a:lnTo>
                  <a:pt x="1433527" y="2068407"/>
                </a:lnTo>
                <a:lnTo>
                  <a:pt x="1435473" y="2068511"/>
                </a:lnTo>
                <a:lnTo>
                  <a:pt x="1436243" y="2066894"/>
                </a:lnTo>
                <a:lnTo>
                  <a:pt x="1434148" y="2066272"/>
                </a:lnTo>
                <a:close/>
                <a:moveTo>
                  <a:pt x="1393668" y="2156314"/>
                </a:moveTo>
                <a:lnTo>
                  <a:pt x="1395002" y="2155027"/>
                </a:lnTo>
                <a:lnTo>
                  <a:pt x="1395039" y="2154416"/>
                </a:lnTo>
                <a:lnTo>
                  <a:pt x="1394837" y="2154441"/>
                </a:lnTo>
                <a:close/>
                <a:moveTo>
                  <a:pt x="1378046" y="2191223"/>
                </a:moveTo>
                <a:lnTo>
                  <a:pt x="1375478" y="2198690"/>
                </a:lnTo>
                <a:lnTo>
                  <a:pt x="1387132" y="2202701"/>
                </a:lnTo>
                <a:lnTo>
                  <a:pt x="1389176" y="2196428"/>
                </a:lnTo>
                <a:lnTo>
                  <a:pt x="1389311" y="2195945"/>
                </a:lnTo>
                <a:close/>
                <a:moveTo>
                  <a:pt x="1395667" y="2151413"/>
                </a:moveTo>
                <a:lnTo>
                  <a:pt x="1395662" y="2151502"/>
                </a:lnTo>
                <a:lnTo>
                  <a:pt x="1395710" y="2151497"/>
                </a:lnTo>
                <a:lnTo>
                  <a:pt x="1395839" y="2151290"/>
                </a:lnTo>
                <a:close/>
                <a:moveTo>
                  <a:pt x="1800720" y="1244306"/>
                </a:moveTo>
                <a:lnTo>
                  <a:pt x="1800305" y="1246413"/>
                </a:lnTo>
                <a:lnTo>
                  <a:pt x="1800460" y="1246170"/>
                </a:lnTo>
                <a:lnTo>
                  <a:pt x="1801933" y="1243300"/>
                </a:lnTo>
                <a:lnTo>
                  <a:pt x="1801822" y="1243117"/>
                </a:lnTo>
                <a:lnTo>
                  <a:pt x="1800982" y="1244029"/>
                </a:lnTo>
                <a:close/>
                <a:moveTo>
                  <a:pt x="1801392" y="1242410"/>
                </a:moveTo>
                <a:lnTo>
                  <a:pt x="1801237" y="1242797"/>
                </a:lnTo>
                <a:lnTo>
                  <a:pt x="1801474" y="1242546"/>
                </a:lnTo>
                <a:close/>
                <a:moveTo>
                  <a:pt x="1400795" y="2139343"/>
                </a:moveTo>
                <a:lnTo>
                  <a:pt x="1402831" y="2140078"/>
                </a:lnTo>
                <a:lnTo>
                  <a:pt x="1403686" y="2138706"/>
                </a:lnTo>
                <a:lnTo>
                  <a:pt x="1400850" y="2139257"/>
                </a:lnTo>
                <a:close/>
                <a:moveTo>
                  <a:pt x="1395719" y="2150564"/>
                </a:moveTo>
                <a:lnTo>
                  <a:pt x="1395709" y="2150728"/>
                </a:lnTo>
                <a:lnTo>
                  <a:pt x="1395917" y="2150578"/>
                </a:lnTo>
                <a:close/>
                <a:moveTo>
                  <a:pt x="1421276" y="2093010"/>
                </a:moveTo>
                <a:lnTo>
                  <a:pt x="1421762" y="2093000"/>
                </a:lnTo>
                <a:lnTo>
                  <a:pt x="1421899" y="2092651"/>
                </a:lnTo>
                <a:lnTo>
                  <a:pt x="1421617" y="2092598"/>
                </a:lnTo>
                <a:close/>
                <a:moveTo>
                  <a:pt x="1421022" y="2093551"/>
                </a:moveTo>
                <a:lnTo>
                  <a:pt x="1421485" y="2093701"/>
                </a:lnTo>
                <a:lnTo>
                  <a:pt x="1421549" y="2093539"/>
                </a:lnTo>
                <a:close/>
                <a:moveTo>
                  <a:pt x="1803226" y="1237723"/>
                </a:moveTo>
                <a:lnTo>
                  <a:pt x="1803030" y="1238334"/>
                </a:lnTo>
                <a:lnTo>
                  <a:pt x="1802522" y="1239599"/>
                </a:lnTo>
                <a:lnTo>
                  <a:pt x="1803845" y="1238269"/>
                </a:lnTo>
                <a:lnTo>
                  <a:pt x="1802462" y="1239749"/>
                </a:lnTo>
                <a:lnTo>
                  <a:pt x="1802427" y="1239835"/>
                </a:lnTo>
                <a:lnTo>
                  <a:pt x="1803058" y="1240873"/>
                </a:lnTo>
                <a:lnTo>
                  <a:pt x="1803323" y="1240593"/>
                </a:lnTo>
                <a:lnTo>
                  <a:pt x="1805298" y="1236748"/>
                </a:lnTo>
                <a:lnTo>
                  <a:pt x="1804571" y="1237540"/>
                </a:lnTo>
                <a:lnTo>
                  <a:pt x="1803845" y="1238269"/>
                </a:lnTo>
                <a:lnTo>
                  <a:pt x="1805337" y="1236672"/>
                </a:lnTo>
                <a:lnTo>
                  <a:pt x="1808601" y="1230315"/>
                </a:lnTo>
                <a:close/>
                <a:moveTo>
                  <a:pt x="1400000" y="2140585"/>
                </a:moveTo>
                <a:lnTo>
                  <a:pt x="1401872" y="2141616"/>
                </a:lnTo>
                <a:lnTo>
                  <a:pt x="1402267" y="2140982"/>
                </a:lnTo>
                <a:lnTo>
                  <a:pt x="1400218" y="2140244"/>
                </a:lnTo>
                <a:close/>
                <a:moveTo>
                  <a:pt x="1420413" y="2094814"/>
                </a:moveTo>
                <a:lnTo>
                  <a:pt x="1420702" y="2095686"/>
                </a:lnTo>
                <a:lnTo>
                  <a:pt x="1420963" y="2095025"/>
                </a:lnTo>
                <a:close/>
                <a:moveTo>
                  <a:pt x="1869724" y="1088536"/>
                </a:moveTo>
                <a:lnTo>
                  <a:pt x="1869698" y="1088623"/>
                </a:lnTo>
                <a:lnTo>
                  <a:pt x="1869821" y="1088421"/>
                </a:lnTo>
                <a:close/>
                <a:moveTo>
                  <a:pt x="1381166" y="2182152"/>
                </a:moveTo>
                <a:lnTo>
                  <a:pt x="1378259" y="2190603"/>
                </a:lnTo>
                <a:lnTo>
                  <a:pt x="1381447" y="2190731"/>
                </a:lnTo>
                <a:lnTo>
                  <a:pt x="1381304" y="2190836"/>
                </a:lnTo>
                <a:lnTo>
                  <a:pt x="1378222" y="2190712"/>
                </a:lnTo>
                <a:lnTo>
                  <a:pt x="1378183" y="2190825"/>
                </a:lnTo>
                <a:lnTo>
                  <a:pt x="1389426" y="2195537"/>
                </a:lnTo>
                <a:lnTo>
                  <a:pt x="1392433" y="2184853"/>
                </a:lnTo>
                <a:lnTo>
                  <a:pt x="1384035" y="2179979"/>
                </a:lnTo>
                <a:lnTo>
                  <a:pt x="1383640" y="2179742"/>
                </a:lnTo>
                <a:close/>
                <a:moveTo>
                  <a:pt x="1417405" y="2100977"/>
                </a:moveTo>
                <a:lnTo>
                  <a:pt x="1417247" y="2101536"/>
                </a:lnTo>
                <a:lnTo>
                  <a:pt x="1417736" y="2101342"/>
                </a:lnTo>
                <a:lnTo>
                  <a:pt x="1417685" y="2101190"/>
                </a:lnTo>
                <a:close/>
                <a:moveTo>
                  <a:pt x="1420485" y="2093964"/>
                </a:moveTo>
                <a:lnTo>
                  <a:pt x="1421263" y="2094263"/>
                </a:lnTo>
                <a:lnTo>
                  <a:pt x="1421382" y="2093963"/>
                </a:lnTo>
                <a:lnTo>
                  <a:pt x="1420677" y="2093734"/>
                </a:lnTo>
                <a:close/>
                <a:moveTo>
                  <a:pt x="1423173" y="2087615"/>
                </a:moveTo>
                <a:lnTo>
                  <a:pt x="1422870" y="2089635"/>
                </a:lnTo>
                <a:lnTo>
                  <a:pt x="1423325" y="2089039"/>
                </a:lnTo>
                <a:lnTo>
                  <a:pt x="1423921" y="2087528"/>
                </a:lnTo>
                <a:close/>
                <a:moveTo>
                  <a:pt x="1382276" y="2178925"/>
                </a:moveTo>
                <a:lnTo>
                  <a:pt x="1381309" y="2181735"/>
                </a:lnTo>
                <a:lnTo>
                  <a:pt x="1383428" y="2179615"/>
                </a:lnTo>
                <a:close/>
                <a:moveTo>
                  <a:pt x="1397996" y="2143719"/>
                </a:moveTo>
                <a:lnTo>
                  <a:pt x="1398691" y="2144326"/>
                </a:lnTo>
                <a:lnTo>
                  <a:pt x="1399666" y="2145153"/>
                </a:lnTo>
                <a:lnTo>
                  <a:pt x="1401658" y="2141958"/>
                </a:lnTo>
                <a:lnTo>
                  <a:pt x="1399783" y="2140925"/>
                </a:lnTo>
                <a:close/>
                <a:moveTo>
                  <a:pt x="1389181" y="2162957"/>
                </a:moveTo>
                <a:lnTo>
                  <a:pt x="1391081" y="2163200"/>
                </a:lnTo>
                <a:lnTo>
                  <a:pt x="1394719" y="2159673"/>
                </a:lnTo>
                <a:lnTo>
                  <a:pt x="1394884" y="2156959"/>
                </a:lnTo>
                <a:lnTo>
                  <a:pt x="1390162" y="2161515"/>
                </a:lnTo>
                <a:close/>
                <a:moveTo>
                  <a:pt x="1865512" y="1096292"/>
                </a:moveTo>
                <a:lnTo>
                  <a:pt x="1863325" y="1107194"/>
                </a:lnTo>
                <a:lnTo>
                  <a:pt x="1864767" y="1105306"/>
                </a:lnTo>
                <a:lnTo>
                  <a:pt x="1867894" y="1093968"/>
                </a:lnTo>
                <a:close/>
                <a:moveTo>
                  <a:pt x="1395890" y="2147754"/>
                </a:moveTo>
                <a:lnTo>
                  <a:pt x="1395750" y="2150056"/>
                </a:lnTo>
                <a:lnTo>
                  <a:pt x="1396472" y="2150178"/>
                </a:lnTo>
                <a:lnTo>
                  <a:pt x="1396582" y="2150099"/>
                </a:lnTo>
                <a:lnTo>
                  <a:pt x="1397793" y="2148157"/>
                </a:lnTo>
                <a:close/>
                <a:moveTo>
                  <a:pt x="1383384" y="2175704"/>
                </a:moveTo>
                <a:lnTo>
                  <a:pt x="1382443" y="2178439"/>
                </a:lnTo>
                <a:lnTo>
                  <a:pt x="1383794" y="2179248"/>
                </a:lnTo>
                <a:lnTo>
                  <a:pt x="1388226" y="2174814"/>
                </a:lnTo>
                <a:close/>
                <a:moveTo>
                  <a:pt x="1865637" y="1095834"/>
                </a:moveTo>
                <a:lnTo>
                  <a:pt x="1868021" y="1093508"/>
                </a:lnTo>
                <a:lnTo>
                  <a:pt x="1868843" y="1090531"/>
                </a:lnTo>
                <a:close/>
                <a:moveTo>
                  <a:pt x="1806243" y="1228265"/>
                </a:moveTo>
                <a:lnTo>
                  <a:pt x="1805643" y="1230145"/>
                </a:lnTo>
                <a:lnTo>
                  <a:pt x="1806775" y="1228891"/>
                </a:lnTo>
                <a:lnTo>
                  <a:pt x="1808612" y="1226639"/>
                </a:lnTo>
                <a:close/>
                <a:moveTo>
                  <a:pt x="1395954" y="2146910"/>
                </a:moveTo>
                <a:lnTo>
                  <a:pt x="1396963" y="2147202"/>
                </a:lnTo>
                <a:lnTo>
                  <a:pt x="1398222" y="2147468"/>
                </a:lnTo>
                <a:lnTo>
                  <a:pt x="1399583" y="2145286"/>
                </a:lnTo>
                <a:lnTo>
                  <a:pt x="1397905" y="2143862"/>
                </a:lnTo>
                <a:close/>
                <a:moveTo>
                  <a:pt x="1871723" y="1081494"/>
                </a:moveTo>
                <a:lnTo>
                  <a:pt x="1869890" y="1087953"/>
                </a:lnTo>
                <a:lnTo>
                  <a:pt x="1870631" y="1087082"/>
                </a:lnTo>
                <a:lnTo>
                  <a:pt x="1881906" y="1068433"/>
                </a:lnTo>
                <a:lnTo>
                  <a:pt x="1881986" y="1068791"/>
                </a:lnTo>
                <a:lnTo>
                  <a:pt x="1871654" y="1085881"/>
                </a:lnTo>
                <a:lnTo>
                  <a:pt x="1879230" y="1076983"/>
                </a:lnTo>
                <a:lnTo>
                  <a:pt x="1879250" y="1077348"/>
                </a:lnTo>
                <a:lnTo>
                  <a:pt x="1870844" y="1087220"/>
                </a:lnTo>
                <a:lnTo>
                  <a:pt x="1869437" y="1089547"/>
                </a:lnTo>
                <a:lnTo>
                  <a:pt x="1868424" y="1093116"/>
                </a:lnTo>
                <a:lnTo>
                  <a:pt x="1875213" y="1086494"/>
                </a:lnTo>
                <a:lnTo>
                  <a:pt x="1875199" y="1086845"/>
                </a:lnTo>
                <a:lnTo>
                  <a:pt x="1868292" y="1093581"/>
                </a:lnTo>
                <a:lnTo>
                  <a:pt x="1865078" y="1104900"/>
                </a:lnTo>
                <a:lnTo>
                  <a:pt x="1879742" y="1085695"/>
                </a:lnTo>
                <a:lnTo>
                  <a:pt x="1895361" y="1064556"/>
                </a:lnTo>
                <a:lnTo>
                  <a:pt x="1895404" y="1064906"/>
                </a:lnTo>
                <a:lnTo>
                  <a:pt x="1867183" y="1103100"/>
                </a:lnTo>
                <a:lnTo>
                  <a:pt x="1864639" y="1106445"/>
                </a:lnTo>
                <a:lnTo>
                  <a:pt x="1860670" y="1120423"/>
                </a:lnTo>
                <a:lnTo>
                  <a:pt x="1857452" y="1136460"/>
                </a:lnTo>
                <a:lnTo>
                  <a:pt x="1857383" y="1139217"/>
                </a:lnTo>
                <a:lnTo>
                  <a:pt x="1867401" y="1142031"/>
                </a:lnTo>
                <a:lnTo>
                  <a:pt x="1869306" y="1138441"/>
                </a:lnTo>
                <a:lnTo>
                  <a:pt x="1876400" y="1124632"/>
                </a:lnTo>
                <a:lnTo>
                  <a:pt x="1876444" y="1124853"/>
                </a:lnTo>
                <a:lnTo>
                  <a:pt x="1867591" y="1142085"/>
                </a:lnTo>
                <a:lnTo>
                  <a:pt x="1867721" y="1142122"/>
                </a:lnTo>
                <a:lnTo>
                  <a:pt x="1873300" y="1133503"/>
                </a:lnTo>
                <a:lnTo>
                  <a:pt x="1873325" y="1133770"/>
                </a:lnTo>
                <a:lnTo>
                  <a:pt x="1867889" y="1142169"/>
                </a:lnTo>
                <a:lnTo>
                  <a:pt x="1869654" y="1142665"/>
                </a:lnTo>
                <a:lnTo>
                  <a:pt x="1882220" y="1127141"/>
                </a:lnTo>
                <a:lnTo>
                  <a:pt x="1892176" y="1105674"/>
                </a:lnTo>
                <a:lnTo>
                  <a:pt x="1901602" y="1084608"/>
                </a:lnTo>
                <a:lnTo>
                  <a:pt x="1918673" y="1015546"/>
                </a:lnTo>
                <a:lnTo>
                  <a:pt x="1917329" y="1017281"/>
                </a:lnTo>
                <a:lnTo>
                  <a:pt x="1885906" y="1056728"/>
                </a:lnTo>
                <a:lnTo>
                  <a:pt x="1881044" y="1066201"/>
                </a:lnTo>
                <a:lnTo>
                  <a:pt x="1873831" y="1078036"/>
                </a:lnTo>
                <a:lnTo>
                  <a:pt x="1888115" y="1060035"/>
                </a:lnTo>
                <a:lnTo>
                  <a:pt x="1901402" y="1042821"/>
                </a:lnTo>
                <a:lnTo>
                  <a:pt x="1901405" y="1043138"/>
                </a:lnTo>
                <a:lnTo>
                  <a:pt x="1877397" y="1074241"/>
                </a:lnTo>
                <a:lnTo>
                  <a:pt x="1871993" y="1081052"/>
                </a:lnTo>
                <a:close/>
                <a:moveTo>
                  <a:pt x="1426594" y="2077666"/>
                </a:moveTo>
                <a:lnTo>
                  <a:pt x="1427360" y="2077529"/>
                </a:lnTo>
                <a:lnTo>
                  <a:pt x="1427600" y="2076426"/>
                </a:lnTo>
                <a:lnTo>
                  <a:pt x="1427087" y="2076622"/>
                </a:lnTo>
                <a:close/>
                <a:moveTo>
                  <a:pt x="1866250" y="1092615"/>
                </a:moveTo>
                <a:lnTo>
                  <a:pt x="1865765" y="1095035"/>
                </a:lnTo>
                <a:lnTo>
                  <a:pt x="1867700" y="1091930"/>
                </a:lnTo>
                <a:lnTo>
                  <a:pt x="1869091" y="1089631"/>
                </a:lnTo>
                <a:lnTo>
                  <a:pt x="1869234" y="1089111"/>
                </a:lnTo>
                <a:close/>
                <a:moveTo>
                  <a:pt x="1394117" y="2149782"/>
                </a:moveTo>
                <a:lnTo>
                  <a:pt x="1395309" y="2149982"/>
                </a:lnTo>
                <a:lnTo>
                  <a:pt x="1395449" y="2147701"/>
                </a:lnTo>
                <a:close/>
                <a:moveTo>
                  <a:pt x="1420535" y="2090478"/>
                </a:moveTo>
                <a:lnTo>
                  <a:pt x="1422016" y="2090754"/>
                </a:lnTo>
                <a:lnTo>
                  <a:pt x="1422407" y="2090241"/>
                </a:lnTo>
                <a:lnTo>
                  <a:pt x="1422795" y="2087659"/>
                </a:lnTo>
                <a:lnTo>
                  <a:pt x="1421814" y="2087774"/>
                </a:lnTo>
                <a:close/>
                <a:moveTo>
                  <a:pt x="1419619" y="2092414"/>
                </a:moveTo>
                <a:lnTo>
                  <a:pt x="1419827" y="2093041"/>
                </a:lnTo>
                <a:lnTo>
                  <a:pt x="1420277" y="2093033"/>
                </a:lnTo>
                <a:lnTo>
                  <a:pt x="1420734" y="2092434"/>
                </a:lnTo>
                <a:lnTo>
                  <a:pt x="1419701" y="2092241"/>
                </a:lnTo>
                <a:close/>
                <a:moveTo>
                  <a:pt x="1404853" y="2125364"/>
                </a:moveTo>
                <a:lnTo>
                  <a:pt x="1405942" y="2125834"/>
                </a:lnTo>
                <a:lnTo>
                  <a:pt x="1405877" y="2124763"/>
                </a:lnTo>
                <a:lnTo>
                  <a:pt x="1405499" y="2124679"/>
                </a:lnTo>
                <a:close/>
                <a:moveTo>
                  <a:pt x="1398440" y="2139725"/>
                </a:moveTo>
                <a:lnTo>
                  <a:pt x="1399078" y="2140077"/>
                </a:lnTo>
                <a:lnTo>
                  <a:pt x="1399189" y="2139872"/>
                </a:lnTo>
                <a:lnTo>
                  <a:pt x="1398660" y="2139682"/>
                </a:lnTo>
                <a:close/>
                <a:moveTo>
                  <a:pt x="1846293" y="1136568"/>
                </a:moveTo>
                <a:lnTo>
                  <a:pt x="1838917" y="1163265"/>
                </a:lnTo>
                <a:lnTo>
                  <a:pt x="1842454" y="1160019"/>
                </a:lnTo>
                <a:lnTo>
                  <a:pt x="1842429" y="1160371"/>
                </a:lnTo>
                <a:lnTo>
                  <a:pt x="1838795" y="1163706"/>
                </a:lnTo>
                <a:lnTo>
                  <a:pt x="1837892" y="1166975"/>
                </a:lnTo>
                <a:lnTo>
                  <a:pt x="1833670" y="1181496"/>
                </a:lnTo>
                <a:lnTo>
                  <a:pt x="1847530" y="1154506"/>
                </a:lnTo>
                <a:lnTo>
                  <a:pt x="1851856" y="1145350"/>
                </a:lnTo>
                <a:lnTo>
                  <a:pt x="1852731" y="1140989"/>
                </a:lnTo>
                <a:lnTo>
                  <a:pt x="1852797" y="1138300"/>
                </a:lnTo>
                <a:close/>
                <a:moveTo>
                  <a:pt x="1808568" y="1220980"/>
                </a:moveTo>
                <a:lnTo>
                  <a:pt x="1806642" y="1227015"/>
                </a:lnTo>
                <a:lnTo>
                  <a:pt x="1810055" y="1224870"/>
                </a:lnTo>
                <a:lnTo>
                  <a:pt x="1811837" y="1222683"/>
                </a:lnTo>
                <a:lnTo>
                  <a:pt x="1810113" y="1221771"/>
                </a:lnTo>
                <a:close/>
                <a:moveTo>
                  <a:pt x="1392787" y="2151862"/>
                </a:moveTo>
                <a:lnTo>
                  <a:pt x="1394416" y="2151658"/>
                </a:lnTo>
                <a:lnTo>
                  <a:pt x="1395243" y="2151063"/>
                </a:lnTo>
                <a:lnTo>
                  <a:pt x="1395276" y="2150531"/>
                </a:lnTo>
                <a:lnTo>
                  <a:pt x="1393712" y="2150416"/>
                </a:lnTo>
                <a:close/>
                <a:moveTo>
                  <a:pt x="1403899" y="2126379"/>
                </a:moveTo>
                <a:lnTo>
                  <a:pt x="1405215" y="2126409"/>
                </a:lnTo>
                <a:lnTo>
                  <a:pt x="1404259" y="2125996"/>
                </a:lnTo>
                <a:close/>
                <a:moveTo>
                  <a:pt x="1866891" y="1089423"/>
                </a:moveTo>
                <a:lnTo>
                  <a:pt x="1866352" y="1092106"/>
                </a:lnTo>
                <a:lnTo>
                  <a:pt x="1869393" y="1088535"/>
                </a:lnTo>
                <a:lnTo>
                  <a:pt x="1871014" y="1082659"/>
                </a:lnTo>
                <a:close/>
                <a:moveTo>
                  <a:pt x="1809679" y="1217497"/>
                </a:moveTo>
                <a:lnTo>
                  <a:pt x="1808637" y="1220761"/>
                </a:lnTo>
                <a:lnTo>
                  <a:pt x="1811967" y="1222524"/>
                </a:lnTo>
                <a:lnTo>
                  <a:pt x="1813682" y="1220421"/>
                </a:lnTo>
                <a:lnTo>
                  <a:pt x="1814104" y="1219599"/>
                </a:lnTo>
                <a:lnTo>
                  <a:pt x="1809754" y="1217383"/>
                </a:lnTo>
                <a:close/>
                <a:moveTo>
                  <a:pt x="1380869" y="2177496"/>
                </a:moveTo>
                <a:lnTo>
                  <a:pt x="1381281" y="2177742"/>
                </a:lnTo>
                <a:lnTo>
                  <a:pt x="1381542" y="2176984"/>
                </a:lnTo>
                <a:close/>
                <a:moveTo>
                  <a:pt x="1405018" y="2123286"/>
                </a:moveTo>
                <a:lnTo>
                  <a:pt x="1405309" y="2123289"/>
                </a:lnTo>
                <a:lnTo>
                  <a:pt x="1405715" y="2122924"/>
                </a:lnTo>
                <a:lnTo>
                  <a:pt x="1405322" y="2122641"/>
                </a:lnTo>
                <a:close/>
                <a:moveTo>
                  <a:pt x="1858146" y="1108225"/>
                </a:moveTo>
                <a:lnTo>
                  <a:pt x="1857999" y="1114168"/>
                </a:lnTo>
                <a:lnTo>
                  <a:pt x="1858155" y="1113965"/>
                </a:lnTo>
                <a:lnTo>
                  <a:pt x="1859884" y="1105349"/>
                </a:lnTo>
                <a:close/>
                <a:moveTo>
                  <a:pt x="1425317" y="2077304"/>
                </a:moveTo>
                <a:lnTo>
                  <a:pt x="1425424" y="2077364"/>
                </a:lnTo>
                <a:lnTo>
                  <a:pt x="1425477" y="2077243"/>
                </a:lnTo>
                <a:close/>
                <a:moveTo>
                  <a:pt x="1396215" y="2142427"/>
                </a:moveTo>
                <a:lnTo>
                  <a:pt x="1396021" y="2145607"/>
                </a:lnTo>
                <a:lnTo>
                  <a:pt x="1396446" y="2144943"/>
                </a:lnTo>
                <a:lnTo>
                  <a:pt x="1397307" y="2143353"/>
                </a:lnTo>
                <a:close/>
                <a:moveTo>
                  <a:pt x="1390182" y="2155934"/>
                </a:moveTo>
                <a:lnTo>
                  <a:pt x="1388254" y="2161539"/>
                </a:lnTo>
                <a:lnTo>
                  <a:pt x="1391252" y="2158647"/>
                </a:lnTo>
                <a:lnTo>
                  <a:pt x="1393793" y="2154572"/>
                </a:lnTo>
                <a:lnTo>
                  <a:pt x="1390816" y="2154943"/>
                </a:lnTo>
                <a:close/>
                <a:moveTo>
                  <a:pt x="1874796" y="1070675"/>
                </a:moveTo>
                <a:lnTo>
                  <a:pt x="1873949" y="1073658"/>
                </a:lnTo>
                <a:lnTo>
                  <a:pt x="1878928" y="1065488"/>
                </a:lnTo>
                <a:close/>
                <a:moveTo>
                  <a:pt x="1396252" y="2141822"/>
                </a:moveTo>
                <a:lnTo>
                  <a:pt x="1396230" y="2142176"/>
                </a:lnTo>
                <a:lnTo>
                  <a:pt x="1397394" y="2143192"/>
                </a:lnTo>
                <a:lnTo>
                  <a:pt x="1398888" y="2140432"/>
                </a:lnTo>
                <a:lnTo>
                  <a:pt x="1397822" y="2139845"/>
                </a:lnTo>
                <a:lnTo>
                  <a:pt x="1397123" y="2139981"/>
                </a:lnTo>
                <a:close/>
                <a:moveTo>
                  <a:pt x="1394100" y="2146372"/>
                </a:moveTo>
                <a:lnTo>
                  <a:pt x="1395307" y="2146723"/>
                </a:lnTo>
                <a:lnTo>
                  <a:pt x="1395529" y="2146376"/>
                </a:lnTo>
                <a:lnTo>
                  <a:pt x="1395741" y="2142903"/>
                </a:lnTo>
                <a:close/>
                <a:moveTo>
                  <a:pt x="1420166" y="2087966"/>
                </a:moveTo>
                <a:lnTo>
                  <a:pt x="1419694" y="2090277"/>
                </a:lnTo>
                <a:lnTo>
                  <a:pt x="1419792" y="2090304"/>
                </a:lnTo>
                <a:lnTo>
                  <a:pt x="1420844" y="2087887"/>
                </a:lnTo>
                <a:close/>
                <a:moveTo>
                  <a:pt x="1413904" y="2101907"/>
                </a:moveTo>
                <a:lnTo>
                  <a:pt x="1414638" y="2101239"/>
                </a:lnTo>
                <a:lnTo>
                  <a:pt x="1414696" y="2100953"/>
                </a:lnTo>
                <a:close/>
                <a:moveTo>
                  <a:pt x="1424643" y="2077820"/>
                </a:moveTo>
                <a:lnTo>
                  <a:pt x="1424614" y="2078021"/>
                </a:lnTo>
                <a:lnTo>
                  <a:pt x="1424906" y="2077968"/>
                </a:lnTo>
                <a:close/>
                <a:moveTo>
                  <a:pt x="1392608" y="2149527"/>
                </a:moveTo>
                <a:lnTo>
                  <a:pt x="1393425" y="2149665"/>
                </a:lnTo>
                <a:lnTo>
                  <a:pt x="1394796" y="2147522"/>
                </a:lnTo>
                <a:lnTo>
                  <a:pt x="1393669" y="2147283"/>
                </a:lnTo>
                <a:close/>
                <a:moveTo>
                  <a:pt x="1391790" y="2151256"/>
                </a:moveTo>
                <a:lnTo>
                  <a:pt x="1391528" y="2152019"/>
                </a:lnTo>
                <a:lnTo>
                  <a:pt x="1391954" y="2151966"/>
                </a:lnTo>
                <a:lnTo>
                  <a:pt x="1392979" y="2150363"/>
                </a:lnTo>
                <a:lnTo>
                  <a:pt x="1392550" y="2150331"/>
                </a:lnTo>
                <a:lnTo>
                  <a:pt x="1392251" y="2150281"/>
                </a:lnTo>
                <a:close/>
                <a:moveTo>
                  <a:pt x="1812268" y="1209381"/>
                </a:moveTo>
                <a:lnTo>
                  <a:pt x="1809939" y="1216682"/>
                </a:lnTo>
                <a:lnTo>
                  <a:pt x="1814678" y="1209663"/>
                </a:lnTo>
                <a:lnTo>
                  <a:pt x="1821747" y="1198883"/>
                </a:lnTo>
                <a:lnTo>
                  <a:pt x="1821764" y="1199069"/>
                </a:lnTo>
                <a:lnTo>
                  <a:pt x="1809980" y="1217037"/>
                </a:lnTo>
                <a:lnTo>
                  <a:pt x="1814261" y="1219293"/>
                </a:lnTo>
                <a:lnTo>
                  <a:pt x="1829371" y="1189868"/>
                </a:lnTo>
                <a:lnTo>
                  <a:pt x="1822109" y="1196632"/>
                </a:lnTo>
                <a:close/>
                <a:moveTo>
                  <a:pt x="1848895" y="1127150"/>
                </a:moveTo>
                <a:lnTo>
                  <a:pt x="1846399" y="1136182"/>
                </a:lnTo>
                <a:lnTo>
                  <a:pt x="1849873" y="1137106"/>
                </a:lnTo>
                <a:lnTo>
                  <a:pt x="1852807" y="1137930"/>
                </a:lnTo>
                <a:lnTo>
                  <a:pt x="1853211" y="1121473"/>
                </a:lnTo>
                <a:close/>
                <a:moveTo>
                  <a:pt x="1414259" y="2100265"/>
                </a:moveTo>
                <a:lnTo>
                  <a:pt x="1413830" y="2101276"/>
                </a:lnTo>
                <a:lnTo>
                  <a:pt x="1414645" y="2100292"/>
                </a:lnTo>
                <a:close/>
                <a:moveTo>
                  <a:pt x="1365906" y="2208509"/>
                </a:moveTo>
                <a:lnTo>
                  <a:pt x="1370412" y="2209350"/>
                </a:lnTo>
                <a:lnTo>
                  <a:pt x="1370738" y="2208403"/>
                </a:lnTo>
                <a:close/>
                <a:moveTo>
                  <a:pt x="1414799" y="2098994"/>
                </a:moveTo>
                <a:lnTo>
                  <a:pt x="1414383" y="2099973"/>
                </a:lnTo>
                <a:lnTo>
                  <a:pt x="1414875" y="2100016"/>
                </a:lnTo>
                <a:lnTo>
                  <a:pt x="1414891" y="2099995"/>
                </a:lnTo>
                <a:lnTo>
                  <a:pt x="1415056" y="2099189"/>
                </a:lnTo>
                <a:close/>
                <a:moveTo>
                  <a:pt x="1415372" y="2097642"/>
                </a:moveTo>
                <a:lnTo>
                  <a:pt x="1415330" y="2097742"/>
                </a:lnTo>
                <a:lnTo>
                  <a:pt x="1415349" y="2097757"/>
                </a:lnTo>
                <a:close/>
                <a:moveTo>
                  <a:pt x="1386341" y="2162595"/>
                </a:moveTo>
                <a:lnTo>
                  <a:pt x="1386363" y="2162598"/>
                </a:lnTo>
                <a:lnTo>
                  <a:pt x="1386390" y="2162497"/>
                </a:lnTo>
                <a:close/>
                <a:moveTo>
                  <a:pt x="1403900" y="2123274"/>
                </a:moveTo>
                <a:lnTo>
                  <a:pt x="1404966" y="2123286"/>
                </a:lnTo>
                <a:lnTo>
                  <a:pt x="1405289" y="2122618"/>
                </a:lnTo>
                <a:lnTo>
                  <a:pt x="1405102" y="2122483"/>
                </a:lnTo>
                <a:lnTo>
                  <a:pt x="1403911" y="2123251"/>
                </a:lnTo>
                <a:close/>
                <a:moveTo>
                  <a:pt x="1396355" y="2140129"/>
                </a:moveTo>
                <a:lnTo>
                  <a:pt x="1396288" y="2141234"/>
                </a:lnTo>
                <a:lnTo>
                  <a:pt x="1396870" y="2140029"/>
                </a:lnTo>
                <a:close/>
                <a:moveTo>
                  <a:pt x="1393191" y="2147182"/>
                </a:moveTo>
                <a:lnTo>
                  <a:pt x="1392648" y="2148760"/>
                </a:lnTo>
                <a:lnTo>
                  <a:pt x="1393391" y="2147224"/>
                </a:lnTo>
                <a:close/>
                <a:moveTo>
                  <a:pt x="1403239" y="2124669"/>
                </a:moveTo>
                <a:lnTo>
                  <a:pt x="1403602" y="2124825"/>
                </a:lnTo>
                <a:lnTo>
                  <a:pt x="1404111" y="2124367"/>
                </a:lnTo>
                <a:lnTo>
                  <a:pt x="1403452" y="2124219"/>
                </a:lnTo>
                <a:close/>
                <a:moveTo>
                  <a:pt x="1402842" y="2125509"/>
                </a:moveTo>
                <a:lnTo>
                  <a:pt x="1402935" y="2125425"/>
                </a:lnTo>
                <a:lnTo>
                  <a:pt x="1402891" y="2125406"/>
                </a:lnTo>
                <a:close/>
                <a:moveTo>
                  <a:pt x="1363910" y="2212542"/>
                </a:moveTo>
                <a:lnTo>
                  <a:pt x="1367203" y="2213810"/>
                </a:lnTo>
                <a:lnTo>
                  <a:pt x="1368703" y="2214320"/>
                </a:lnTo>
                <a:lnTo>
                  <a:pt x="1369096" y="2213176"/>
                </a:lnTo>
                <a:close/>
                <a:moveTo>
                  <a:pt x="1383299" y="2168678"/>
                </a:moveTo>
                <a:lnTo>
                  <a:pt x="1384318" y="2168913"/>
                </a:lnTo>
                <a:lnTo>
                  <a:pt x="1384429" y="2168591"/>
                </a:lnTo>
                <a:lnTo>
                  <a:pt x="1383407" y="2168461"/>
                </a:lnTo>
                <a:close/>
                <a:moveTo>
                  <a:pt x="1768600" y="1305866"/>
                </a:moveTo>
                <a:lnTo>
                  <a:pt x="1768457" y="1306355"/>
                </a:lnTo>
                <a:lnTo>
                  <a:pt x="1768677" y="1305794"/>
                </a:lnTo>
                <a:close/>
                <a:moveTo>
                  <a:pt x="1813783" y="1204634"/>
                </a:moveTo>
                <a:lnTo>
                  <a:pt x="1812490" y="1208685"/>
                </a:lnTo>
                <a:lnTo>
                  <a:pt x="1820986" y="1197677"/>
                </a:lnTo>
                <a:lnTo>
                  <a:pt x="1815572" y="1202720"/>
                </a:lnTo>
                <a:lnTo>
                  <a:pt x="1815488" y="1202775"/>
                </a:lnTo>
                <a:close/>
                <a:moveTo>
                  <a:pt x="1382847" y="2169579"/>
                </a:moveTo>
                <a:lnTo>
                  <a:pt x="1384097" y="2169554"/>
                </a:lnTo>
                <a:lnTo>
                  <a:pt x="1384188" y="2169292"/>
                </a:lnTo>
                <a:lnTo>
                  <a:pt x="1383116" y="2169044"/>
                </a:lnTo>
                <a:close/>
                <a:moveTo>
                  <a:pt x="1385952" y="2162545"/>
                </a:moveTo>
                <a:lnTo>
                  <a:pt x="1385981" y="2162549"/>
                </a:lnTo>
                <a:lnTo>
                  <a:pt x="1386077" y="2162352"/>
                </a:lnTo>
                <a:close/>
                <a:moveTo>
                  <a:pt x="1423748" y="2077908"/>
                </a:moveTo>
                <a:lnTo>
                  <a:pt x="1423625" y="2078198"/>
                </a:lnTo>
                <a:lnTo>
                  <a:pt x="1424232" y="2078089"/>
                </a:lnTo>
                <a:lnTo>
                  <a:pt x="1424290" y="2077699"/>
                </a:lnTo>
                <a:close/>
                <a:moveTo>
                  <a:pt x="1374043" y="2189089"/>
                </a:moveTo>
                <a:lnTo>
                  <a:pt x="1376959" y="2190311"/>
                </a:lnTo>
                <a:lnTo>
                  <a:pt x="1378645" y="2185409"/>
                </a:lnTo>
                <a:lnTo>
                  <a:pt x="1378385" y="2186108"/>
                </a:lnTo>
                <a:lnTo>
                  <a:pt x="1378219" y="2186209"/>
                </a:lnTo>
                <a:lnTo>
                  <a:pt x="1378911" y="2184348"/>
                </a:lnTo>
                <a:close/>
                <a:moveTo>
                  <a:pt x="1395329" y="2141389"/>
                </a:moveTo>
                <a:lnTo>
                  <a:pt x="1395808" y="2141807"/>
                </a:lnTo>
                <a:lnTo>
                  <a:pt x="1395904" y="2140217"/>
                </a:lnTo>
                <a:lnTo>
                  <a:pt x="1395881" y="2140222"/>
                </a:lnTo>
                <a:close/>
                <a:moveTo>
                  <a:pt x="1425363" y="2074102"/>
                </a:moveTo>
                <a:lnTo>
                  <a:pt x="1425114" y="2074691"/>
                </a:lnTo>
                <a:lnTo>
                  <a:pt x="1425084" y="2074890"/>
                </a:lnTo>
                <a:lnTo>
                  <a:pt x="1426297" y="2074423"/>
                </a:lnTo>
                <a:close/>
                <a:moveTo>
                  <a:pt x="1394252" y="2143666"/>
                </a:moveTo>
                <a:lnTo>
                  <a:pt x="1393755" y="2145541"/>
                </a:lnTo>
                <a:lnTo>
                  <a:pt x="1393526" y="2146207"/>
                </a:lnTo>
                <a:lnTo>
                  <a:pt x="1393839" y="2146298"/>
                </a:lnTo>
                <a:lnTo>
                  <a:pt x="1395778" y="2142288"/>
                </a:lnTo>
                <a:lnTo>
                  <a:pt x="1395792" y="2142068"/>
                </a:lnTo>
                <a:lnTo>
                  <a:pt x="1395233" y="2141592"/>
                </a:lnTo>
                <a:close/>
                <a:moveTo>
                  <a:pt x="1427007" y="2070229"/>
                </a:moveTo>
                <a:lnTo>
                  <a:pt x="1426402" y="2071654"/>
                </a:lnTo>
                <a:lnTo>
                  <a:pt x="1427900" y="2071675"/>
                </a:lnTo>
                <a:lnTo>
                  <a:pt x="1428990" y="2069169"/>
                </a:lnTo>
                <a:lnTo>
                  <a:pt x="1428954" y="2069151"/>
                </a:lnTo>
                <a:close/>
                <a:moveTo>
                  <a:pt x="1763809" y="1316045"/>
                </a:moveTo>
                <a:lnTo>
                  <a:pt x="1764276" y="1316506"/>
                </a:lnTo>
                <a:lnTo>
                  <a:pt x="1764845" y="1314559"/>
                </a:lnTo>
                <a:lnTo>
                  <a:pt x="1764666" y="1314743"/>
                </a:lnTo>
                <a:close/>
                <a:moveTo>
                  <a:pt x="1769100" y="1304158"/>
                </a:moveTo>
                <a:lnTo>
                  <a:pt x="1768878" y="1304919"/>
                </a:lnTo>
                <a:lnTo>
                  <a:pt x="1769058" y="1304819"/>
                </a:lnTo>
                <a:lnTo>
                  <a:pt x="1769236" y="1304366"/>
                </a:lnTo>
                <a:close/>
                <a:moveTo>
                  <a:pt x="1859099" y="1102209"/>
                </a:moveTo>
                <a:lnTo>
                  <a:pt x="1860858" y="1100494"/>
                </a:lnTo>
                <a:lnTo>
                  <a:pt x="1861209" y="1098747"/>
                </a:lnTo>
                <a:close/>
                <a:moveTo>
                  <a:pt x="1382848" y="2168573"/>
                </a:moveTo>
                <a:lnTo>
                  <a:pt x="1383046" y="2168619"/>
                </a:lnTo>
                <a:lnTo>
                  <a:pt x="1383139" y="2168427"/>
                </a:lnTo>
                <a:lnTo>
                  <a:pt x="1383016" y="2168411"/>
                </a:lnTo>
                <a:close/>
                <a:moveTo>
                  <a:pt x="1850537" y="1121209"/>
                </a:moveTo>
                <a:lnTo>
                  <a:pt x="1849352" y="1125494"/>
                </a:lnTo>
                <a:lnTo>
                  <a:pt x="1853238" y="1120405"/>
                </a:lnTo>
                <a:lnTo>
                  <a:pt x="1853275" y="1118872"/>
                </a:lnTo>
                <a:close/>
                <a:moveTo>
                  <a:pt x="1769629" y="1302351"/>
                </a:moveTo>
                <a:lnTo>
                  <a:pt x="1769584" y="1302501"/>
                </a:lnTo>
                <a:lnTo>
                  <a:pt x="1769824" y="1302865"/>
                </a:lnTo>
                <a:lnTo>
                  <a:pt x="1770275" y="1301714"/>
                </a:lnTo>
                <a:close/>
                <a:moveTo>
                  <a:pt x="1763598" y="1315837"/>
                </a:moveTo>
                <a:lnTo>
                  <a:pt x="1763644" y="1315882"/>
                </a:lnTo>
                <a:lnTo>
                  <a:pt x="1763849" y="1315580"/>
                </a:lnTo>
                <a:close/>
                <a:moveTo>
                  <a:pt x="1385700" y="2161742"/>
                </a:moveTo>
                <a:lnTo>
                  <a:pt x="1387217" y="2159370"/>
                </a:lnTo>
                <a:lnTo>
                  <a:pt x="1387717" y="2157477"/>
                </a:lnTo>
                <a:close/>
                <a:moveTo>
                  <a:pt x="1858259" y="1103587"/>
                </a:moveTo>
                <a:lnTo>
                  <a:pt x="1858171" y="1107213"/>
                </a:lnTo>
                <a:lnTo>
                  <a:pt x="1860145" y="1104046"/>
                </a:lnTo>
                <a:lnTo>
                  <a:pt x="1860774" y="1100913"/>
                </a:lnTo>
                <a:lnTo>
                  <a:pt x="1858594" y="1103039"/>
                </a:lnTo>
                <a:close/>
                <a:moveTo>
                  <a:pt x="1850878" y="1119971"/>
                </a:moveTo>
                <a:lnTo>
                  <a:pt x="1850635" y="1120851"/>
                </a:lnTo>
                <a:lnTo>
                  <a:pt x="1853282" y="1118593"/>
                </a:lnTo>
                <a:lnTo>
                  <a:pt x="1853345" y="1116015"/>
                </a:lnTo>
                <a:close/>
                <a:moveTo>
                  <a:pt x="1771142" y="1298415"/>
                </a:moveTo>
                <a:lnTo>
                  <a:pt x="1771609" y="1297955"/>
                </a:lnTo>
                <a:lnTo>
                  <a:pt x="1771521" y="1297711"/>
                </a:lnTo>
                <a:close/>
                <a:moveTo>
                  <a:pt x="1372717" y="2190380"/>
                </a:moveTo>
                <a:lnTo>
                  <a:pt x="1376386" y="2190528"/>
                </a:lnTo>
                <a:lnTo>
                  <a:pt x="1373715" y="2189408"/>
                </a:lnTo>
                <a:close/>
                <a:moveTo>
                  <a:pt x="1381984" y="2169596"/>
                </a:moveTo>
                <a:lnTo>
                  <a:pt x="1382579" y="2169585"/>
                </a:lnTo>
                <a:lnTo>
                  <a:pt x="1382869" y="2168987"/>
                </a:lnTo>
                <a:lnTo>
                  <a:pt x="1382506" y="2168903"/>
                </a:lnTo>
                <a:lnTo>
                  <a:pt x="1382148" y="2169249"/>
                </a:lnTo>
                <a:close/>
                <a:moveTo>
                  <a:pt x="1825341" y="1176822"/>
                </a:moveTo>
                <a:lnTo>
                  <a:pt x="1825302" y="1176929"/>
                </a:lnTo>
                <a:lnTo>
                  <a:pt x="1825715" y="1177197"/>
                </a:lnTo>
                <a:close/>
                <a:moveTo>
                  <a:pt x="1756383" y="1331026"/>
                </a:moveTo>
                <a:lnTo>
                  <a:pt x="1754622" y="1337319"/>
                </a:lnTo>
                <a:lnTo>
                  <a:pt x="1754637" y="1337376"/>
                </a:lnTo>
                <a:lnTo>
                  <a:pt x="1759106" y="1328789"/>
                </a:lnTo>
                <a:lnTo>
                  <a:pt x="1758092" y="1329579"/>
                </a:lnTo>
                <a:close/>
                <a:moveTo>
                  <a:pt x="1849983" y="1121407"/>
                </a:moveTo>
                <a:lnTo>
                  <a:pt x="1850226" y="1121200"/>
                </a:lnTo>
                <a:lnTo>
                  <a:pt x="1850316" y="1120873"/>
                </a:lnTo>
                <a:close/>
                <a:moveTo>
                  <a:pt x="1373254" y="2188758"/>
                </a:moveTo>
                <a:lnTo>
                  <a:pt x="1373865" y="2189015"/>
                </a:lnTo>
                <a:lnTo>
                  <a:pt x="1379057" y="2183958"/>
                </a:lnTo>
                <a:lnTo>
                  <a:pt x="1380211" y="2180853"/>
                </a:lnTo>
                <a:lnTo>
                  <a:pt x="1381114" y="2178228"/>
                </a:lnTo>
                <a:lnTo>
                  <a:pt x="1380439" y="2177823"/>
                </a:lnTo>
                <a:lnTo>
                  <a:pt x="1377671" y="2179927"/>
                </a:lnTo>
                <a:close/>
                <a:moveTo>
                  <a:pt x="1761137" y="1320102"/>
                </a:moveTo>
                <a:lnTo>
                  <a:pt x="1762793" y="1320821"/>
                </a:lnTo>
                <a:lnTo>
                  <a:pt x="1763665" y="1318594"/>
                </a:lnTo>
                <a:lnTo>
                  <a:pt x="1763764" y="1318256"/>
                </a:lnTo>
                <a:lnTo>
                  <a:pt x="1762902" y="1317421"/>
                </a:lnTo>
                <a:close/>
                <a:moveTo>
                  <a:pt x="1372448" y="2190369"/>
                </a:moveTo>
                <a:lnTo>
                  <a:pt x="1372474" y="2190370"/>
                </a:lnTo>
                <a:lnTo>
                  <a:pt x="1373538" y="2189333"/>
                </a:lnTo>
                <a:lnTo>
                  <a:pt x="1373065" y="2189135"/>
                </a:lnTo>
                <a:close/>
                <a:moveTo>
                  <a:pt x="1376725" y="2180712"/>
                </a:moveTo>
                <a:lnTo>
                  <a:pt x="1376816" y="2180577"/>
                </a:lnTo>
                <a:lnTo>
                  <a:pt x="1376772" y="2180610"/>
                </a:lnTo>
                <a:close/>
                <a:moveTo>
                  <a:pt x="1825234" y="1176153"/>
                </a:moveTo>
                <a:lnTo>
                  <a:pt x="1827310" y="1178242"/>
                </a:lnTo>
                <a:lnTo>
                  <a:pt x="1832861" y="1181872"/>
                </a:lnTo>
                <a:lnTo>
                  <a:pt x="1837906" y="1164522"/>
                </a:lnTo>
                <a:close/>
                <a:moveTo>
                  <a:pt x="1766241" y="1308082"/>
                </a:moveTo>
                <a:lnTo>
                  <a:pt x="1766885" y="1307588"/>
                </a:lnTo>
                <a:lnTo>
                  <a:pt x="1766930" y="1307435"/>
                </a:lnTo>
                <a:close/>
                <a:moveTo>
                  <a:pt x="1869020" y="1077926"/>
                </a:moveTo>
                <a:lnTo>
                  <a:pt x="1868720" y="1080310"/>
                </a:lnTo>
                <a:lnTo>
                  <a:pt x="1868144" y="1083183"/>
                </a:lnTo>
                <a:lnTo>
                  <a:pt x="1873123" y="1075013"/>
                </a:lnTo>
                <a:lnTo>
                  <a:pt x="1874067" y="1071589"/>
                </a:lnTo>
                <a:close/>
                <a:moveTo>
                  <a:pt x="1372974" y="2188641"/>
                </a:moveTo>
                <a:lnTo>
                  <a:pt x="1373091" y="2188690"/>
                </a:lnTo>
                <a:lnTo>
                  <a:pt x="1377031" y="2180814"/>
                </a:lnTo>
                <a:lnTo>
                  <a:pt x="1375869" y="2182522"/>
                </a:lnTo>
                <a:close/>
                <a:moveTo>
                  <a:pt x="1372161" y="2190358"/>
                </a:moveTo>
                <a:lnTo>
                  <a:pt x="1372255" y="2190362"/>
                </a:lnTo>
                <a:lnTo>
                  <a:pt x="1372902" y="2189067"/>
                </a:lnTo>
                <a:lnTo>
                  <a:pt x="1372794" y="2189021"/>
                </a:lnTo>
                <a:close/>
                <a:moveTo>
                  <a:pt x="1371884" y="2190945"/>
                </a:moveTo>
                <a:lnTo>
                  <a:pt x="1372038" y="2190795"/>
                </a:lnTo>
                <a:lnTo>
                  <a:pt x="1372201" y="2190470"/>
                </a:lnTo>
                <a:lnTo>
                  <a:pt x="1372110" y="2190466"/>
                </a:lnTo>
                <a:close/>
                <a:moveTo>
                  <a:pt x="1807407" y="1215681"/>
                </a:moveTo>
                <a:lnTo>
                  <a:pt x="1807951" y="1215968"/>
                </a:lnTo>
                <a:lnTo>
                  <a:pt x="1808782" y="1213898"/>
                </a:lnTo>
                <a:close/>
                <a:moveTo>
                  <a:pt x="1767124" y="1305882"/>
                </a:moveTo>
                <a:lnTo>
                  <a:pt x="1767432" y="1305712"/>
                </a:lnTo>
                <a:lnTo>
                  <a:pt x="1767691" y="1304828"/>
                </a:lnTo>
                <a:close/>
                <a:moveTo>
                  <a:pt x="1805623" y="1219473"/>
                </a:moveTo>
                <a:lnTo>
                  <a:pt x="1804735" y="1223972"/>
                </a:lnTo>
                <a:lnTo>
                  <a:pt x="1806386" y="1219863"/>
                </a:lnTo>
                <a:close/>
                <a:moveTo>
                  <a:pt x="1757358" y="1327539"/>
                </a:moveTo>
                <a:lnTo>
                  <a:pt x="1756898" y="1329186"/>
                </a:lnTo>
                <a:lnTo>
                  <a:pt x="1760475" y="1326160"/>
                </a:lnTo>
                <a:lnTo>
                  <a:pt x="1760674" y="1325777"/>
                </a:lnTo>
                <a:close/>
                <a:moveTo>
                  <a:pt x="1824769" y="1176580"/>
                </a:moveTo>
                <a:lnTo>
                  <a:pt x="1825236" y="1176885"/>
                </a:lnTo>
                <a:lnTo>
                  <a:pt x="1825339" y="1176820"/>
                </a:lnTo>
                <a:lnTo>
                  <a:pt x="1824942" y="1176421"/>
                </a:lnTo>
                <a:close/>
                <a:moveTo>
                  <a:pt x="1369235" y="2196541"/>
                </a:moveTo>
                <a:lnTo>
                  <a:pt x="1374226" y="2198259"/>
                </a:lnTo>
                <a:lnTo>
                  <a:pt x="1376822" y="2190711"/>
                </a:lnTo>
                <a:lnTo>
                  <a:pt x="1376677" y="2190650"/>
                </a:lnTo>
                <a:lnTo>
                  <a:pt x="1372608" y="2190486"/>
                </a:lnTo>
                <a:lnTo>
                  <a:pt x="1372181" y="2190902"/>
                </a:lnTo>
                <a:lnTo>
                  <a:pt x="1372078" y="2191108"/>
                </a:lnTo>
                <a:lnTo>
                  <a:pt x="1371868" y="2191207"/>
                </a:lnTo>
                <a:lnTo>
                  <a:pt x="1371666" y="2191404"/>
                </a:lnTo>
                <a:close/>
                <a:moveTo>
                  <a:pt x="1766046" y="1307885"/>
                </a:moveTo>
                <a:lnTo>
                  <a:pt x="1767083" y="1306911"/>
                </a:lnTo>
                <a:lnTo>
                  <a:pt x="1767267" y="1306279"/>
                </a:lnTo>
                <a:lnTo>
                  <a:pt x="1766761" y="1306558"/>
                </a:lnTo>
                <a:close/>
                <a:moveTo>
                  <a:pt x="1764202" y="1311739"/>
                </a:moveTo>
                <a:lnTo>
                  <a:pt x="1765340" y="1312869"/>
                </a:lnTo>
                <a:lnTo>
                  <a:pt x="1766675" y="1308304"/>
                </a:lnTo>
                <a:lnTo>
                  <a:pt x="1765362" y="1309315"/>
                </a:lnTo>
                <a:close/>
                <a:moveTo>
                  <a:pt x="1366080" y="2203209"/>
                </a:moveTo>
                <a:lnTo>
                  <a:pt x="1371210" y="2207030"/>
                </a:lnTo>
                <a:lnTo>
                  <a:pt x="1373795" y="2199511"/>
                </a:lnTo>
                <a:lnTo>
                  <a:pt x="1368666" y="2197745"/>
                </a:lnTo>
                <a:close/>
                <a:moveTo>
                  <a:pt x="1762678" y="1314926"/>
                </a:moveTo>
                <a:lnTo>
                  <a:pt x="1763159" y="1315401"/>
                </a:lnTo>
                <a:lnTo>
                  <a:pt x="1764669" y="1313854"/>
                </a:lnTo>
                <a:lnTo>
                  <a:pt x="1763667" y="1312859"/>
                </a:lnTo>
                <a:close/>
                <a:moveTo>
                  <a:pt x="1363762" y="2208110"/>
                </a:moveTo>
                <a:lnTo>
                  <a:pt x="1363993" y="2208153"/>
                </a:lnTo>
                <a:lnTo>
                  <a:pt x="1370876" y="2208002"/>
                </a:lnTo>
                <a:lnTo>
                  <a:pt x="1371068" y="2207443"/>
                </a:lnTo>
                <a:lnTo>
                  <a:pt x="1365861" y="2203674"/>
                </a:lnTo>
                <a:close/>
                <a:moveTo>
                  <a:pt x="1757968" y="1325361"/>
                </a:moveTo>
                <a:lnTo>
                  <a:pt x="1757786" y="1326010"/>
                </a:lnTo>
                <a:lnTo>
                  <a:pt x="1761543" y="1324014"/>
                </a:lnTo>
                <a:lnTo>
                  <a:pt x="1761835" y="1323269"/>
                </a:lnTo>
                <a:close/>
                <a:moveTo>
                  <a:pt x="1761771" y="1316822"/>
                </a:moveTo>
                <a:lnTo>
                  <a:pt x="1762020" y="1316568"/>
                </a:lnTo>
                <a:lnTo>
                  <a:pt x="1761933" y="1316484"/>
                </a:lnTo>
                <a:close/>
                <a:moveTo>
                  <a:pt x="1362228" y="2211351"/>
                </a:moveTo>
                <a:lnTo>
                  <a:pt x="1369422" y="2212230"/>
                </a:lnTo>
                <a:lnTo>
                  <a:pt x="1369949" y="2210696"/>
                </a:lnTo>
                <a:lnTo>
                  <a:pt x="1363140" y="2209425"/>
                </a:lnTo>
                <a:close/>
                <a:moveTo>
                  <a:pt x="1760363" y="1319766"/>
                </a:moveTo>
                <a:lnTo>
                  <a:pt x="1760864" y="1319983"/>
                </a:lnTo>
                <a:lnTo>
                  <a:pt x="1762719" y="1317245"/>
                </a:lnTo>
                <a:lnTo>
                  <a:pt x="1762465" y="1316998"/>
                </a:lnTo>
                <a:lnTo>
                  <a:pt x="1760941" y="1318557"/>
                </a:lnTo>
                <a:close/>
                <a:moveTo>
                  <a:pt x="1842762" y="1135214"/>
                </a:moveTo>
                <a:lnTo>
                  <a:pt x="1846108" y="1136105"/>
                </a:lnTo>
                <a:lnTo>
                  <a:pt x="1848404" y="1127795"/>
                </a:lnTo>
                <a:close/>
                <a:moveTo>
                  <a:pt x="1806028" y="1217468"/>
                </a:moveTo>
                <a:lnTo>
                  <a:pt x="1806012" y="1217506"/>
                </a:lnTo>
                <a:lnTo>
                  <a:pt x="1805678" y="1219194"/>
                </a:lnTo>
                <a:lnTo>
                  <a:pt x="1806483" y="1219621"/>
                </a:lnTo>
                <a:lnTo>
                  <a:pt x="1807786" y="1216379"/>
                </a:lnTo>
                <a:lnTo>
                  <a:pt x="1807126" y="1216044"/>
                </a:lnTo>
                <a:close/>
                <a:moveTo>
                  <a:pt x="1758185" y="1324584"/>
                </a:moveTo>
                <a:lnTo>
                  <a:pt x="1758179" y="1324608"/>
                </a:lnTo>
                <a:lnTo>
                  <a:pt x="1759656" y="1323488"/>
                </a:lnTo>
                <a:lnTo>
                  <a:pt x="1759583" y="1323769"/>
                </a:lnTo>
                <a:lnTo>
                  <a:pt x="1758603" y="1324512"/>
                </a:lnTo>
                <a:lnTo>
                  <a:pt x="1762085" y="1322628"/>
                </a:lnTo>
                <a:lnTo>
                  <a:pt x="1762743" y="1320950"/>
                </a:lnTo>
                <a:lnTo>
                  <a:pt x="1761060" y="1320219"/>
                </a:lnTo>
                <a:close/>
                <a:moveTo>
                  <a:pt x="1853037" y="1112157"/>
                </a:moveTo>
                <a:lnTo>
                  <a:pt x="1851405" y="1118063"/>
                </a:lnTo>
                <a:lnTo>
                  <a:pt x="1853372" y="1114908"/>
                </a:lnTo>
                <a:lnTo>
                  <a:pt x="1853457" y="1111468"/>
                </a:lnTo>
                <a:close/>
                <a:moveTo>
                  <a:pt x="1806706" y="1215829"/>
                </a:moveTo>
                <a:lnTo>
                  <a:pt x="1806395" y="1216583"/>
                </a:lnTo>
                <a:lnTo>
                  <a:pt x="1806900" y="1215929"/>
                </a:lnTo>
                <a:close/>
                <a:moveTo>
                  <a:pt x="1758812" y="1323009"/>
                </a:moveTo>
                <a:lnTo>
                  <a:pt x="1760784" y="1320100"/>
                </a:lnTo>
                <a:lnTo>
                  <a:pt x="1760304" y="1319891"/>
                </a:lnTo>
                <a:close/>
                <a:moveTo>
                  <a:pt x="1413425" y="2096294"/>
                </a:moveTo>
                <a:lnTo>
                  <a:pt x="1413877" y="2096637"/>
                </a:lnTo>
                <a:lnTo>
                  <a:pt x="1413993" y="2096363"/>
                </a:lnTo>
                <a:close/>
                <a:moveTo>
                  <a:pt x="1400330" y="2125555"/>
                </a:moveTo>
                <a:lnTo>
                  <a:pt x="1400068" y="2126291"/>
                </a:lnTo>
                <a:lnTo>
                  <a:pt x="1401278" y="2126318"/>
                </a:lnTo>
                <a:lnTo>
                  <a:pt x="1401855" y="2124959"/>
                </a:lnTo>
                <a:lnTo>
                  <a:pt x="1401496" y="2124804"/>
                </a:lnTo>
                <a:close/>
                <a:moveTo>
                  <a:pt x="1359015" y="2217976"/>
                </a:moveTo>
                <a:lnTo>
                  <a:pt x="1365697" y="2223061"/>
                </a:lnTo>
                <a:lnTo>
                  <a:pt x="1368628" y="2214538"/>
                </a:lnTo>
                <a:lnTo>
                  <a:pt x="1362097" y="2212320"/>
                </a:lnTo>
                <a:lnTo>
                  <a:pt x="1361788" y="2212283"/>
                </a:lnTo>
                <a:lnTo>
                  <a:pt x="1361305" y="2213303"/>
                </a:lnTo>
                <a:close/>
                <a:moveTo>
                  <a:pt x="1809335" y="1209482"/>
                </a:moveTo>
                <a:lnTo>
                  <a:pt x="1806883" y="1215404"/>
                </a:lnTo>
                <a:lnTo>
                  <a:pt x="1807183" y="1215562"/>
                </a:lnTo>
                <a:lnTo>
                  <a:pt x="1809125" y="1213045"/>
                </a:lnTo>
                <a:lnTo>
                  <a:pt x="1809693" y="1211632"/>
                </a:lnTo>
                <a:lnTo>
                  <a:pt x="1810935" y="1207739"/>
                </a:lnTo>
                <a:close/>
                <a:moveTo>
                  <a:pt x="1810826" y="1205886"/>
                </a:moveTo>
                <a:lnTo>
                  <a:pt x="1810486" y="1206706"/>
                </a:lnTo>
                <a:lnTo>
                  <a:pt x="1811670" y="1205433"/>
                </a:lnTo>
                <a:lnTo>
                  <a:pt x="1811715" y="1205293"/>
                </a:lnTo>
                <a:close/>
                <a:moveTo>
                  <a:pt x="1381074" y="2168163"/>
                </a:moveTo>
                <a:lnTo>
                  <a:pt x="1381329" y="2168222"/>
                </a:lnTo>
                <a:lnTo>
                  <a:pt x="1381353" y="2168199"/>
                </a:lnTo>
                <a:close/>
                <a:moveTo>
                  <a:pt x="1806376" y="1215662"/>
                </a:moveTo>
                <a:lnTo>
                  <a:pt x="1806157" y="1216771"/>
                </a:lnTo>
                <a:lnTo>
                  <a:pt x="1806574" y="1215762"/>
                </a:lnTo>
                <a:close/>
                <a:moveTo>
                  <a:pt x="1423009" y="2074063"/>
                </a:moveTo>
                <a:lnTo>
                  <a:pt x="1422654" y="2075801"/>
                </a:lnTo>
                <a:lnTo>
                  <a:pt x="1422679" y="2075816"/>
                </a:lnTo>
                <a:lnTo>
                  <a:pt x="1422721" y="2075800"/>
                </a:lnTo>
                <a:lnTo>
                  <a:pt x="1423455" y="2074070"/>
                </a:lnTo>
                <a:close/>
                <a:moveTo>
                  <a:pt x="1371987" y="2188227"/>
                </a:moveTo>
                <a:lnTo>
                  <a:pt x="1372348" y="2188379"/>
                </a:lnTo>
                <a:lnTo>
                  <a:pt x="1373410" y="2186135"/>
                </a:lnTo>
                <a:close/>
                <a:moveTo>
                  <a:pt x="1823842" y="1175973"/>
                </a:moveTo>
                <a:lnTo>
                  <a:pt x="1824559" y="1176443"/>
                </a:lnTo>
                <a:lnTo>
                  <a:pt x="1824771" y="1176248"/>
                </a:lnTo>
                <a:lnTo>
                  <a:pt x="1824047" y="1175521"/>
                </a:lnTo>
                <a:close/>
                <a:moveTo>
                  <a:pt x="1822969" y="1177899"/>
                </a:moveTo>
                <a:lnTo>
                  <a:pt x="1823090" y="1177791"/>
                </a:lnTo>
                <a:lnTo>
                  <a:pt x="1823998" y="1176958"/>
                </a:lnTo>
                <a:lnTo>
                  <a:pt x="1823533" y="1176656"/>
                </a:lnTo>
                <a:close/>
                <a:moveTo>
                  <a:pt x="1822710" y="1178470"/>
                </a:moveTo>
                <a:lnTo>
                  <a:pt x="1822705" y="1178481"/>
                </a:lnTo>
                <a:lnTo>
                  <a:pt x="1824550" y="1177318"/>
                </a:lnTo>
                <a:lnTo>
                  <a:pt x="1824208" y="1177095"/>
                </a:lnTo>
                <a:close/>
                <a:moveTo>
                  <a:pt x="1352901" y="2230452"/>
                </a:moveTo>
                <a:lnTo>
                  <a:pt x="1361522" y="2235199"/>
                </a:lnTo>
                <a:lnTo>
                  <a:pt x="1365361" y="2224039"/>
                </a:lnTo>
                <a:lnTo>
                  <a:pt x="1358574" y="2218875"/>
                </a:lnTo>
                <a:close/>
                <a:moveTo>
                  <a:pt x="1377081" y="2176271"/>
                </a:moveTo>
                <a:lnTo>
                  <a:pt x="1376936" y="2176917"/>
                </a:lnTo>
                <a:lnTo>
                  <a:pt x="1377613" y="2176260"/>
                </a:lnTo>
                <a:close/>
                <a:moveTo>
                  <a:pt x="1820758" y="1182773"/>
                </a:moveTo>
                <a:lnTo>
                  <a:pt x="1816433" y="1196329"/>
                </a:lnTo>
                <a:lnTo>
                  <a:pt x="1821922" y="1192668"/>
                </a:lnTo>
                <a:lnTo>
                  <a:pt x="1831877" y="1183398"/>
                </a:lnTo>
                <a:lnTo>
                  <a:pt x="1828185" y="1179684"/>
                </a:lnTo>
                <a:lnTo>
                  <a:pt x="1824700" y="1177414"/>
                </a:lnTo>
                <a:lnTo>
                  <a:pt x="1822583" y="1178748"/>
                </a:lnTo>
                <a:close/>
                <a:moveTo>
                  <a:pt x="1813820" y="1198072"/>
                </a:moveTo>
                <a:lnTo>
                  <a:pt x="1814073" y="1197905"/>
                </a:lnTo>
                <a:lnTo>
                  <a:pt x="1814491" y="1196592"/>
                </a:lnTo>
                <a:close/>
                <a:moveTo>
                  <a:pt x="1768144" y="1300306"/>
                </a:moveTo>
                <a:lnTo>
                  <a:pt x="1768474" y="1300809"/>
                </a:lnTo>
                <a:lnTo>
                  <a:pt x="1769093" y="1299514"/>
                </a:lnTo>
                <a:lnTo>
                  <a:pt x="1768954" y="1299384"/>
                </a:lnTo>
                <a:close/>
                <a:moveTo>
                  <a:pt x="1765304" y="1306612"/>
                </a:moveTo>
                <a:lnTo>
                  <a:pt x="1765784" y="1306435"/>
                </a:lnTo>
                <a:lnTo>
                  <a:pt x="1766053" y="1305873"/>
                </a:lnTo>
                <a:close/>
                <a:moveTo>
                  <a:pt x="1858357" y="1098235"/>
                </a:moveTo>
                <a:lnTo>
                  <a:pt x="1858378" y="1098777"/>
                </a:lnTo>
                <a:lnTo>
                  <a:pt x="1858367" y="1099226"/>
                </a:lnTo>
                <a:lnTo>
                  <a:pt x="1861001" y="1094903"/>
                </a:lnTo>
                <a:close/>
                <a:moveTo>
                  <a:pt x="1809352" y="1207926"/>
                </a:moveTo>
                <a:lnTo>
                  <a:pt x="1810199" y="1207016"/>
                </a:lnTo>
                <a:lnTo>
                  <a:pt x="1810606" y="1206033"/>
                </a:lnTo>
                <a:lnTo>
                  <a:pt x="1810039" y="1206410"/>
                </a:lnTo>
                <a:close/>
                <a:moveTo>
                  <a:pt x="1399217" y="2126271"/>
                </a:moveTo>
                <a:lnTo>
                  <a:pt x="1399603" y="2126280"/>
                </a:lnTo>
                <a:lnTo>
                  <a:pt x="1399704" y="2125958"/>
                </a:lnTo>
                <a:close/>
                <a:moveTo>
                  <a:pt x="1806786" y="1213583"/>
                </a:moveTo>
                <a:lnTo>
                  <a:pt x="1806470" y="1215187"/>
                </a:lnTo>
                <a:lnTo>
                  <a:pt x="1806751" y="1215335"/>
                </a:lnTo>
                <a:lnTo>
                  <a:pt x="1809045" y="1209800"/>
                </a:lnTo>
                <a:lnTo>
                  <a:pt x="1807972" y="1210970"/>
                </a:lnTo>
                <a:close/>
                <a:moveTo>
                  <a:pt x="1763335" y="1310879"/>
                </a:moveTo>
                <a:lnTo>
                  <a:pt x="1763554" y="1311096"/>
                </a:lnTo>
                <a:lnTo>
                  <a:pt x="1763847" y="1310484"/>
                </a:lnTo>
                <a:close/>
                <a:moveTo>
                  <a:pt x="1370580" y="2190294"/>
                </a:moveTo>
                <a:lnTo>
                  <a:pt x="1371426" y="2190328"/>
                </a:lnTo>
                <a:lnTo>
                  <a:pt x="1372168" y="2188759"/>
                </a:lnTo>
                <a:lnTo>
                  <a:pt x="1371745" y="2188581"/>
                </a:lnTo>
                <a:close/>
                <a:moveTo>
                  <a:pt x="1761147" y="1315723"/>
                </a:moveTo>
                <a:lnTo>
                  <a:pt x="1761115" y="1315799"/>
                </a:lnTo>
                <a:lnTo>
                  <a:pt x="1761153" y="1315730"/>
                </a:lnTo>
                <a:close/>
                <a:moveTo>
                  <a:pt x="1348764" y="2238894"/>
                </a:moveTo>
                <a:lnTo>
                  <a:pt x="1356943" y="2242162"/>
                </a:lnTo>
                <a:lnTo>
                  <a:pt x="1360718" y="2237539"/>
                </a:lnTo>
                <a:lnTo>
                  <a:pt x="1361178" y="2236200"/>
                </a:lnTo>
                <a:lnTo>
                  <a:pt x="1352442" y="2231389"/>
                </a:lnTo>
                <a:close/>
                <a:moveTo>
                  <a:pt x="1762725" y="1311924"/>
                </a:moveTo>
                <a:lnTo>
                  <a:pt x="1761828" y="1314084"/>
                </a:lnTo>
                <a:lnTo>
                  <a:pt x="1761965" y="1314220"/>
                </a:lnTo>
                <a:lnTo>
                  <a:pt x="1762819" y="1312634"/>
                </a:lnTo>
                <a:lnTo>
                  <a:pt x="1763019" y="1312216"/>
                </a:lnTo>
                <a:close/>
                <a:moveTo>
                  <a:pt x="1348145" y="2240156"/>
                </a:moveTo>
                <a:lnTo>
                  <a:pt x="1356379" y="2242853"/>
                </a:lnTo>
                <a:lnTo>
                  <a:pt x="1356444" y="2242775"/>
                </a:lnTo>
                <a:lnTo>
                  <a:pt x="1348424" y="2239588"/>
                </a:lnTo>
                <a:close/>
                <a:moveTo>
                  <a:pt x="1764419" y="1307845"/>
                </a:moveTo>
                <a:lnTo>
                  <a:pt x="1763420" y="1310248"/>
                </a:lnTo>
                <a:lnTo>
                  <a:pt x="1764028" y="1309781"/>
                </a:lnTo>
                <a:lnTo>
                  <a:pt x="1764309" y="1309517"/>
                </a:lnTo>
                <a:lnTo>
                  <a:pt x="1765356" y="1307330"/>
                </a:lnTo>
                <a:close/>
                <a:moveTo>
                  <a:pt x="1764678" y="1307226"/>
                </a:moveTo>
                <a:lnTo>
                  <a:pt x="1765663" y="1306686"/>
                </a:lnTo>
                <a:lnTo>
                  <a:pt x="1765703" y="1306604"/>
                </a:lnTo>
                <a:lnTo>
                  <a:pt x="1765078" y="1306832"/>
                </a:lnTo>
                <a:close/>
                <a:moveTo>
                  <a:pt x="1841571" y="1134898"/>
                </a:moveTo>
                <a:lnTo>
                  <a:pt x="1842071" y="1135030"/>
                </a:lnTo>
                <a:lnTo>
                  <a:pt x="1848863" y="1126135"/>
                </a:lnTo>
                <a:lnTo>
                  <a:pt x="1850127" y="1121558"/>
                </a:lnTo>
                <a:lnTo>
                  <a:pt x="1849618" y="1121992"/>
                </a:lnTo>
                <a:close/>
                <a:moveTo>
                  <a:pt x="1773954" y="1286260"/>
                </a:moveTo>
                <a:lnTo>
                  <a:pt x="1773687" y="1287328"/>
                </a:lnTo>
                <a:lnTo>
                  <a:pt x="1773758" y="1287523"/>
                </a:lnTo>
                <a:lnTo>
                  <a:pt x="1775167" y="1285809"/>
                </a:lnTo>
                <a:lnTo>
                  <a:pt x="1775253" y="1285674"/>
                </a:lnTo>
                <a:close/>
                <a:moveTo>
                  <a:pt x="1375270" y="2178532"/>
                </a:moveTo>
                <a:lnTo>
                  <a:pt x="1376662" y="2177182"/>
                </a:lnTo>
                <a:lnTo>
                  <a:pt x="1376866" y="2176275"/>
                </a:lnTo>
                <a:lnTo>
                  <a:pt x="1376844" y="2176276"/>
                </a:lnTo>
                <a:close/>
                <a:moveTo>
                  <a:pt x="1822852" y="1176211"/>
                </a:moveTo>
                <a:lnTo>
                  <a:pt x="1822052" y="1178717"/>
                </a:lnTo>
                <a:lnTo>
                  <a:pt x="1822118" y="1178659"/>
                </a:lnTo>
                <a:lnTo>
                  <a:pt x="1823142" y="1176401"/>
                </a:lnTo>
                <a:close/>
                <a:moveTo>
                  <a:pt x="1766570" y="1302097"/>
                </a:moveTo>
                <a:lnTo>
                  <a:pt x="1766340" y="1302924"/>
                </a:lnTo>
                <a:lnTo>
                  <a:pt x="1767378" y="1302123"/>
                </a:lnTo>
                <a:lnTo>
                  <a:pt x="1767616" y="1301888"/>
                </a:lnTo>
                <a:lnTo>
                  <a:pt x="1767248" y="1301325"/>
                </a:lnTo>
                <a:close/>
                <a:moveTo>
                  <a:pt x="1823309" y="1174778"/>
                </a:moveTo>
                <a:lnTo>
                  <a:pt x="1823086" y="1175479"/>
                </a:lnTo>
                <a:lnTo>
                  <a:pt x="1823452" y="1175718"/>
                </a:lnTo>
                <a:lnTo>
                  <a:pt x="1823700" y="1175171"/>
                </a:lnTo>
                <a:close/>
                <a:moveTo>
                  <a:pt x="1367134" y="2195818"/>
                </a:moveTo>
                <a:lnTo>
                  <a:pt x="1368591" y="2196319"/>
                </a:lnTo>
                <a:lnTo>
                  <a:pt x="1370276" y="2192757"/>
                </a:lnTo>
                <a:close/>
                <a:moveTo>
                  <a:pt x="1838895" y="1139189"/>
                </a:moveTo>
                <a:lnTo>
                  <a:pt x="1841808" y="1135374"/>
                </a:lnTo>
                <a:lnTo>
                  <a:pt x="1841350" y="1135252"/>
                </a:lnTo>
                <a:close/>
                <a:moveTo>
                  <a:pt x="1776250" y="1279204"/>
                </a:moveTo>
                <a:lnTo>
                  <a:pt x="1779700" y="1277340"/>
                </a:lnTo>
                <a:lnTo>
                  <a:pt x="1780356" y="1275969"/>
                </a:lnTo>
                <a:lnTo>
                  <a:pt x="1780687" y="1275122"/>
                </a:lnTo>
                <a:lnTo>
                  <a:pt x="1780900" y="1274165"/>
                </a:lnTo>
                <a:close/>
                <a:moveTo>
                  <a:pt x="1366881" y="2195731"/>
                </a:moveTo>
                <a:lnTo>
                  <a:pt x="1366946" y="2195753"/>
                </a:lnTo>
                <a:lnTo>
                  <a:pt x="1370494" y="2192298"/>
                </a:lnTo>
                <a:lnTo>
                  <a:pt x="1371375" y="2190436"/>
                </a:lnTo>
                <a:lnTo>
                  <a:pt x="1370507" y="2190401"/>
                </a:lnTo>
                <a:close/>
                <a:moveTo>
                  <a:pt x="1413576" y="2091099"/>
                </a:moveTo>
                <a:lnTo>
                  <a:pt x="1413598" y="2091105"/>
                </a:lnTo>
                <a:lnTo>
                  <a:pt x="1413596" y="2091102"/>
                </a:lnTo>
                <a:close/>
                <a:moveTo>
                  <a:pt x="1824808" y="1170081"/>
                </a:moveTo>
                <a:lnTo>
                  <a:pt x="1823445" y="1174354"/>
                </a:lnTo>
                <a:lnTo>
                  <a:pt x="1823874" y="1174785"/>
                </a:lnTo>
                <a:lnTo>
                  <a:pt x="1826905" y="1168103"/>
                </a:lnTo>
                <a:close/>
                <a:moveTo>
                  <a:pt x="1807924" y="1207822"/>
                </a:moveTo>
                <a:lnTo>
                  <a:pt x="1807514" y="1209901"/>
                </a:lnTo>
                <a:lnTo>
                  <a:pt x="1808365" y="1208986"/>
                </a:lnTo>
                <a:lnTo>
                  <a:pt x="1809314" y="1206895"/>
                </a:lnTo>
                <a:close/>
                <a:moveTo>
                  <a:pt x="1378920" y="2168074"/>
                </a:moveTo>
                <a:lnTo>
                  <a:pt x="1378563" y="2169665"/>
                </a:lnTo>
                <a:lnTo>
                  <a:pt x="1379860" y="2169639"/>
                </a:lnTo>
                <a:lnTo>
                  <a:pt x="1380987" y="2168552"/>
                </a:lnTo>
                <a:close/>
                <a:moveTo>
                  <a:pt x="1826001" y="1166343"/>
                </a:moveTo>
                <a:lnTo>
                  <a:pt x="1824899" y="1169793"/>
                </a:lnTo>
                <a:lnTo>
                  <a:pt x="1827064" y="1167753"/>
                </a:lnTo>
                <a:lnTo>
                  <a:pt x="1828998" y="1163488"/>
                </a:lnTo>
                <a:lnTo>
                  <a:pt x="1830532" y="1159787"/>
                </a:lnTo>
                <a:close/>
                <a:moveTo>
                  <a:pt x="1408995" y="2099878"/>
                </a:moveTo>
                <a:lnTo>
                  <a:pt x="1411482" y="2101046"/>
                </a:lnTo>
                <a:lnTo>
                  <a:pt x="1411926" y="2101232"/>
                </a:lnTo>
                <a:lnTo>
                  <a:pt x="1412394" y="2100129"/>
                </a:lnTo>
                <a:lnTo>
                  <a:pt x="1409343" y="2099908"/>
                </a:lnTo>
                <a:close/>
                <a:moveTo>
                  <a:pt x="1779864" y="1269077"/>
                </a:moveTo>
                <a:lnTo>
                  <a:pt x="1782230" y="1268180"/>
                </a:lnTo>
                <a:lnTo>
                  <a:pt x="1782501" y="1266962"/>
                </a:lnTo>
                <a:lnTo>
                  <a:pt x="1780850" y="1267908"/>
                </a:lnTo>
                <a:close/>
                <a:moveTo>
                  <a:pt x="1381074" y="2161922"/>
                </a:moveTo>
                <a:lnTo>
                  <a:pt x="1384650" y="2162379"/>
                </a:lnTo>
                <a:lnTo>
                  <a:pt x="1386824" y="2157781"/>
                </a:lnTo>
                <a:close/>
                <a:moveTo>
                  <a:pt x="1778235" y="1272536"/>
                </a:moveTo>
                <a:lnTo>
                  <a:pt x="1777417" y="1274537"/>
                </a:lnTo>
                <a:lnTo>
                  <a:pt x="1777911" y="1274162"/>
                </a:lnTo>
                <a:lnTo>
                  <a:pt x="1779059" y="1272918"/>
                </a:lnTo>
                <a:close/>
                <a:moveTo>
                  <a:pt x="1769219" y="1292544"/>
                </a:moveTo>
                <a:lnTo>
                  <a:pt x="1769010" y="1293300"/>
                </a:lnTo>
                <a:lnTo>
                  <a:pt x="1769645" y="1292528"/>
                </a:lnTo>
                <a:lnTo>
                  <a:pt x="1769469" y="1292042"/>
                </a:lnTo>
                <a:close/>
                <a:moveTo>
                  <a:pt x="1789801" y="1246423"/>
                </a:moveTo>
                <a:lnTo>
                  <a:pt x="1789826" y="1246439"/>
                </a:lnTo>
                <a:lnTo>
                  <a:pt x="1790069" y="1246110"/>
                </a:lnTo>
                <a:lnTo>
                  <a:pt x="1790170" y="1245960"/>
                </a:lnTo>
                <a:lnTo>
                  <a:pt x="1790317" y="1245445"/>
                </a:lnTo>
                <a:close/>
                <a:moveTo>
                  <a:pt x="1408464" y="2100281"/>
                </a:moveTo>
                <a:lnTo>
                  <a:pt x="1407614" y="2103000"/>
                </a:lnTo>
                <a:lnTo>
                  <a:pt x="1411382" y="2102512"/>
                </a:lnTo>
                <a:lnTo>
                  <a:pt x="1411743" y="2101663"/>
                </a:lnTo>
                <a:close/>
                <a:moveTo>
                  <a:pt x="1779447" y="1269571"/>
                </a:moveTo>
                <a:lnTo>
                  <a:pt x="1778734" y="1271316"/>
                </a:lnTo>
                <a:lnTo>
                  <a:pt x="1779996" y="1271903"/>
                </a:lnTo>
                <a:lnTo>
                  <a:pt x="1781849" y="1269894"/>
                </a:lnTo>
                <a:lnTo>
                  <a:pt x="1782194" y="1268343"/>
                </a:lnTo>
                <a:lnTo>
                  <a:pt x="1779678" y="1269297"/>
                </a:lnTo>
                <a:close/>
                <a:moveTo>
                  <a:pt x="1363229" y="2201085"/>
                </a:moveTo>
                <a:lnTo>
                  <a:pt x="1365527" y="2202797"/>
                </a:lnTo>
                <a:lnTo>
                  <a:pt x="1368021" y="2197524"/>
                </a:lnTo>
                <a:lnTo>
                  <a:pt x="1366109" y="2196865"/>
                </a:lnTo>
                <a:lnTo>
                  <a:pt x="1363520" y="2200669"/>
                </a:lnTo>
                <a:close/>
                <a:moveTo>
                  <a:pt x="1788173" y="1249504"/>
                </a:moveTo>
                <a:lnTo>
                  <a:pt x="1788901" y="1248697"/>
                </a:lnTo>
                <a:lnTo>
                  <a:pt x="1788711" y="1248580"/>
                </a:lnTo>
                <a:lnTo>
                  <a:pt x="1788481" y="1248920"/>
                </a:lnTo>
                <a:close/>
                <a:moveTo>
                  <a:pt x="1419829" y="2074208"/>
                </a:moveTo>
                <a:lnTo>
                  <a:pt x="1420129" y="2074377"/>
                </a:lnTo>
                <a:lnTo>
                  <a:pt x="1420201" y="2074025"/>
                </a:lnTo>
                <a:lnTo>
                  <a:pt x="1420159" y="2074025"/>
                </a:lnTo>
                <a:close/>
                <a:moveTo>
                  <a:pt x="1369295" y="2187098"/>
                </a:moveTo>
                <a:lnTo>
                  <a:pt x="1371694" y="2188105"/>
                </a:lnTo>
                <a:lnTo>
                  <a:pt x="1374266" y="2184325"/>
                </a:lnTo>
                <a:lnTo>
                  <a:pt x="1375604" y="2181499"/>
                </a:lnTo>
                <a:lnTo>
                  <a:pt x="1370487" y="2185388"/>
                </a:lnTo>
                <a:close/>
                <a:moveTo>
                  <a:pt x="1409845" y="2095856"/>
                </a:moveTo>
                <a:lnTo>
                  <a:pt x="1408712" y="2099485"/>
                </a:lnTo>
                <a:lnTo>
                  <a:pt x="1412528" y="2099814"/>
                </a:lnTo>
                <a:lnTo>
                  <a:pt x="1413345" y="2097888"/>
                </a:lnTo>
                <a:lnTo>
                  <a:pt x="1410834" y="2095977"/>
                </a:lnTo>
                <a:close/>
                <a:moveTo>
                  <a:pt x="1821913" y="1172812"/>
                </a:moveTo>
                <a:lnTo>
                  <a:pt x="1822039" y="1172938"/>
                </a:lnTo>
                <a:lnTo>
                  <a:pt x="1822151" y="1172586"/>
                </a:lnTo>
                <a:close/>
                <a:moveTo>
                  <a:pt x="1788169" y="1248243"/>
                </a:moveTo>
                <a:lnTo>
                  <a:pt x="1788152" y="1248282"/>
                </a:lnTo>
                <a:lnTo>
                  <a:pt x="1788073" y="1248826"/>
                </a:lnTo>
                <a:lnTo>
                  <a:pt x="1788397" y="1248385"/>
                </a:lnTo>
                <a:close/>
                <a:moveTo>
                  <a:pt x="1410494" y="2093781"/>
                </a:moveTo>
                <a:lnTo>
                  <a:pt x="1410422" y="2094009"/>
                </a:lnTo>
                <a:lnTo>
                  <a:pt x="1411356" y="2094719"/>
                </a:lnTo>
                <a:lnTo>
                  <a:pt x="1414526" y="2095107"/>
                </a:lnTo>
                <a:lnTo>
                  <a:pt x="1415041" y="2093895"/>
                </a:lnTo>
                <a:lnTo>
                  <a:pt x="1414931" y="2093683"/>
                </a:lnTo>
                <a:close/>
                <a:moveTo>
                  <a:pt x="1345817" y="2238552"/>
                </a:moveTo>
                <a:lnTo>
                  <a:pt x="1345494" y="2239288"/>
                </a:lnTo>
                <a:lnTo>
                  <a:pt x="1347853" y="2240060"/>
                </a:lnTo>
                <a:lnTo>
                  <a:pt x="1348139" y="2239476"/>
                </a:lnTo>
                <a:close/>
                <a:moveTo>
                  <a:pt x="1349559" y="2229801"/>
                </a:moveTo>
                <a:lnTo>
                  <a:pt x="1347039" y="2235768"/>
                </a:lnTo>
                <a:lnTo>
                  <a:pt x="1346129" y="2237841"/>
                </a:lnTo>
                <a:lnTo>
                  <a:pt x="1348480" y="2238781"/>
                </a:lnTo>
                <a:lnTo>
                  <a:pt x="1349147" y="2237420"/>
                </a:lnTo>
                <a:lnTo>
                  <a:pt x="1352091" y="2231196"/>
                </a:lnTo>
                <a:close/>
                <a:moveTo>
                  <a:pt x="1821687" y="1172585"/>
                </a:moveTo>
                <a:lnTo>
                  <a:pt x="1821797" y="1172695"/>
                </a:lnTo>
                <a:lnTo>
                  <a:pt x="1822249" y="1172280"/>
                </a:lnTo>
                <a:lnTo>
                  <a:pt x="1822550" y="1171335"/>
                </a:lnTo>
                <a:close/>
                <a:moveTo>
                  <a:pt x="1367180" y="2190130"/>
                </a:moveTo>
                <a:lnTo>
                  <a:pt x="1369187" y="2190238"/>
                </a:lnTo>
                <a:lnTo>
                  <a:pt x="1370215" y="2190279"/>
                </a:lnTo>
                <a:lnTo>
                  <a:pt x="1371453" y="2188459"/>
                </a:lnTo>
                <a:lnTo>
                  <a:pt x="1369049" y="2187451"/>
                </a:lnTo>
                <a:close/>
                <a:moveTo>
                  <a:pt x="1858087" y="1090864"/>
                </a:moveTo>
                <a:lnTo>
                  <a:pt x="1858333" y="1097566"/>
                </a:lnTo>
                <a:lnTo>
                  <a:pt x="1862500" y="1092316"/>
                </a:lnTo>
                <a:lnTo>
                  <a:pt x="1864215" y="1083771"/>
                </a:lnTo>
                <a:close/>
                <a:moveTo>
                  <a:pt x="1368613" y="2186813"/>
                </a:moveTo>
                <a:lnTo>
                  <a:pt x="1369063" y="2187001"/>
                </a:lnTo>
                <a:lnTo>
                  <a:pt x="1369851" y="2185871"/>
                </a:lnTo>
                <a:close/>
                <a:moveTo>
                  <a:pt x="1411269" y="2091296"/>
                </a:moveTo>
                <a:lnTo>
                  <a:pt x="1410662" y="2093244"/>
                </a:lnTo>
                <a:lnTo>
                  <a:pt x="1414658" y="2093156"/>
                </a:lnTo>
                <a:lnTo>
                  <a:pt x="1414300" y="2092462"/>
                </a:lnTo>
                <a:close/>
                <a:moveTo>
                  <a:pt x="1821287" y="1173163"/>
                </a:moveTo>
                <a:lnTo>
                  <a:pt x="1821505" y="1172963"/>
                </a:lnTo>
                <a:lnTo>
                  <a:pt x="1821458" y="1172915"/>
                </a:lnTo>
                <a:close/>
                <a:moveTo>
                  <a:pt x="1792661" y="1237255"/>
                </a:moveTo>
                <a:lnTo>
                  <a:pt x="1789092" y="1245983"/>
                </a:lnTo>
                <a:lnTo>
                  <a:pt x="1789685" y="1246351"/>
                </a:lnTo>
                <a:lnTo>
                  <a:pt x="1789777" y="1246182"/>
                </a:lnTo>
                <a:lnTo>
                  <a:pt x="1790497" y="1244819"/>
                </a:lnTo>
                <a:close/>
                <a:moveTo>
                  <a:pt x="1830233" y="1153080"/>
                </a:moveTo>
                <a:lnTo>
                  <a:pt x="1826349" y="1165252"/>
                </a:lnTo>
                <a:lnTo>
                  <a:pt x="1830945" y="1158788"/>
                </a:lnTo>
                <a:lnTo>
                  <a:pt x="1833902" y="1151654"/>
                </a:lnTo>
                <a:lnTo>
                  <a:pt x="1833952" y="1151832"/>
                </a:lnTo>
                <a:lnTo>
                  <a:pt x="1831252" y="1158348"/>
                </a:lnTo>
                <a:lnTo>
                  <a:pt x="1845309" y="1138009"/>
                </a:lnTo>
                <a:lnTo>
                  <a:pt x="1845331" y="1138372"/>
                </a:lnTo>
                <a:lnTo>
                  <a:pt x="1830843" y="1159336"/>
                </a:lnTo>
                <a:lnTo>
                  <a:pt x="1827544" y="1167300"/>
                </a:lnTo>
                <a:lnTo>
                  <a:pt x="1834575" y="1160670"/>
                </a:lnTo>
                <a:lnTo>
                  <a:pt x="1834540" y="1160903"/>
                </a:lnTo>
                <a:lnTo>
                  <a:pt x="1827407" y="1167631"/>
                </a:lnTo>
                <a:lnTo>
                  <a:pt x="1825092" y="1173218"/>
                </a:lnTo>
                <a:lnTo>
                  <a:pt x="1824222" y="1175136"/>
                </a:lnTo>
                <a:lnTo>
                  <a:pt x="1825062" y="1175981"/>
                </a:lnTo>
                <a:lnTo>
                  <a:pt x="1838037" y="1164073"/>
                </a:lnTo>
                <a:lnTo>
                  <a:pt x="1844931" y="1140367"/>
                </a:lnTo>
                <a:lnTo>
                  <a:pt x="1846001" y="1136491"/>
                </a:lnTo>
                <a:lnTo>
                  <a:pt x="1842500" y="1135559"/>
                </a:lnTo>
                <a:lnTo>
                  <a:pt x="1835047" y="1145360"/>
                </a:lnTo>
                <a:close/>
                <a:moveTo>
                  <a:pt x="1355245" y="2216342"/>
                </a:moveTo>
                <a:lnTo>
                  <a:pt x="1352035" y="2223942"/>
                </a:lnTo>
                <a:lnTo>
                  <a:pt x="1353508" y="2224173"/>
                </a:lnTo>
                <a:lnTo>
                  <a:pt x="1353192" y="2224350"/>
                </a:lnTo>
                <a:lnTo>
                  <a:pt x="1351945" y="2224154"/>
                </a:lnTo>
                <a:lnTo>
                  <a:pt x="1349967" y="2228836"/>
                </a:lnTo>
                <a:lnTo>
                  <a:pt x="1352538" y="2230251"/>
                </a:lnTo>
                <a:lnTo>
                  <a:pt x="1358094" y="2218509"/>
                </a:lnTo>
                <a:close/>
                <a:moveTo>
                  <a:pt x="1820745" y="1173949"/>
                </a:moveTo>
                <a:lnTo>
                  <a:pt x="1821549" y="1174475"/>
                </a:lnTo>
                <a:lnTo>
                  <a:pt x="1821903" y="1173364"/>
                </a:lnTo>
                <a:lnTo>
                  <a:pt x="1821625" y="1173083"/>
                </a:lnTo>
                <a:lnTo>
                  <a:pt x="1820816" y="1173847"/>
                </a:lnTo>
                <a:close/>
                <a:moveTo>
                  <a:pt x="1357197" y="2211722"/>
                </a:moveTo>
                <a:lnTo>
                  <a:pt x="1355640" y="2215408"/>
                </a:lnTo>
                <a:lnTo>
                  <a:pt x="1358523" y="2217601"/>
                </a:lnTo>
                <a:lnTo>
                  <a:pt x="1361080" y="2212196"/>
                </a:lnTo>
                <a:close/>
                <a:moveTo>
                  <a:pt x="1357599" y="2210770"/>
                </a:moveTo>
                <a:lnTo>
                  <a:pt x="1357593" y="2210785"/>
                </a:lnTo>
                <a:lnTo>
                  <a:pt x="1357659" y="2210793"/>
                </a:lnTo>
                <a:close/>
                <a:moveTo>
                  <a:pt x="1830997" y="1150686"/>
                </a:moveTo>
                <a:lnTo>
                  <a:pt x="1830928" y="1150903"/>
                </a:lnTo>
                <a:lnTo>
                  <a:pt x="1831365" y="1150201"/>
                </a:lnTo>
                <a:close/>
                <a:moveTo>
                  <a:pt x="1358485" y="2208673"/>
                </a:moveTo>
                <a:lnTo>
                  <a:pt x="1357838" y="2210206"/>
                </a:lnTo>
                <a:lnTo>
                  <a:pt x="1360155" y="2211098"/>
                </a:lnTo>
                <a:lnTo>
                  <a:pt x="1361520" y="2211265"/>
                </a:lnTo>
                <a:lnTo>
                  <a:pt x="1362452" y="2209297"/>
                </a:lnTo>
                <a:lnTo>
                  <a:pt x="1359041" y="2208660"/>
                </a:lnTo>
                <a:close/>
                <a:moveTo>
                  <a:pt x="1359351" y="2206623"/>
                </a:moveTo>
                <a:lnTo>
                  <a:pt x="1359091" y="2207239"/>
                </a:lnTo>
                <a:lnTo>
                  <a:pt x="1363074" y="2207982"/>
                </a:lnTo>
                <a:lnTo>
                  <a:pt x="1365303" y="2203270"/>
                </a:lnTo>
                <a:lnTo>
                  <a:pt x="1362911" y="2201539"/>
                </a:lnTo>
                <a:close/>
                <a:moveTo>
                  <a:pt x="1361829" y="2200755"/>
                </a:moveTo>
                <a:lnTo>
                  <a:pt x="1359770" y="2205629"/>
                </a:lnTo>
                <a:lnTo>
                  <a:pt x="1362671" y="2201365"/>
                </a:lnTo>
                <a:close/>
                <a:moveTo>
                  <a:pt x="1416489" y="2078199"/>
                </a:moveTo>
                <a:lnTo>
                  <a:pt x="1419593" y="2077004"/>
                </a:lnTo>
                <a:lnTo>
                  <a:pt x="1419965" y="2075180"/>
                </a:lnTo>
                <a:lnTo>
                  <a:pt x="1419028" y="2074652"/>
                </a:lnTo>
                <a:lnTo>
                  <a:pt x="1418288" y="2075061"/>
                </a:lnTo>
                <a:close/>
                <a:moveTo>
                  <a:pt x="1363807" y="2196073"/>
                </a:moveTo>
                <a:lnTo>
                  <a:pt x="1362058" y="2200213"/>
                </a:lnTo>
                <a:lnTo>
                  <a:pt x="1362985" y="2200903"/>
                </a:lnTo>
                <a:lnTo>
                  <a:pt x="1365804" y="2196760"/>
                </a:lnTo>
                <a:close/>
                <a:moveTo>
                  <a:pt x="1381611" y="2156092"/>
                </a:moveTo>
                <a:lnTo>
                  <a:pt x="1380329" y="2161802"/>
                </a:lnTo>
                <a:lnTo>
                  <a:pt x="1387295" y="2156786"/>
                </a:lnTo>
                <a:lnTo>
                  <a:pt x="1388001" y="2155294"/>
                </a:lnTo>
                <a:close/>
                <a:moveTo>
                  <a:pt x="1364993" y="2193266"/>
                </a:moveTo>
                <a:lnTo>
                  <a:pt x="1364323" y="2194851"/>
                </a:lnTo>
                <a:lnTo>
                  <a:pt x="1366576" y="2195626"/>
                </a:lnTo>
                <a:lnTo>
                  <a:pt x="1370141" y="2190387"/>
                </a:lnTo>
                <a:lnTo>
                  <a:pt x="1367087" y="2190264"/>
                </a:lnTo>
                <a:close/>
                <a:moveTo>
                  <a:pt x="1778971" y="1266180"/>
                </a:moveTo>
                <a:lnTo>
                  <a:pt x="1779457" y="1265808"/>
                </a:lnTo>
                <a:lnTo>
                  <a:pt x="1780083" y="1265146"/>
                </a:lnTo>
                <a:lnTo>
                  <a:pt x="1781107" y="1262644"/>
                </a:lnTo>
                <a:lnTo>
                  <a:pt x="1780949" y="1262718"/>
                </a:lnTo>
                <a:close/>
                <a:moveTo>
                  <a:pt x="1366276" y="2190231"/>
                </a:moveTo>
                <a:lnTo>
                  <a:pt x="1365453" y="2192177"/>
                </a:lnTo>
                <a:lnTo>
                  <a:pt x="1366796" y="2190252"/>
                </a:lnTo>
                <a:close/>
                <a:moveTo>
                  <a:pt x="1386771" y="2144250"/>
                </a:moveTo>
                <a:lnTo>
                  <a:pt x="1390899" y="2145446"/>
                </a:lnTo>
                <a:lnTo>
                  <a:pt x="1391962" y="2141429"/>
                </a:lnTo>
                <a:lnTo>
                  <a:pt x="1388223" y="2142748"/>
                </a:lnTo>
                <a:close/>
                <a:moveTo>
                  <a:pt x="1367296" y="2187815"/>
                </a:moveTo>
                <a:lnTo>
                  <a:pt x="1366337" y="2190084"/>
                </a:lnTo>
                <a:lnTo>
                  <a:pt x="1366892" y="2190114"/>
                </a:lnTo>
                <a:lnTo>
                  <a:pt x="1368817" y="2187355"/>
                </a:lnTo>
                <a:lnTo>
                  <a:pt x="1368227" y="2187107"/>
                </a:lnTo>
                <a:close/>
                <a:moveTo>
                  <a:pt x="1839558" y="1130298"/>
                </a:moveTo>
                <a:lnTo>
                  <a:pt x="1848567" y="1122616"/>
                </a:lnTo>
                <a:lnTo>
                  <a:pt x="1850844" y="1118963"/>
                </a:lnTo>
                <a:lnTo>
                  <a:pt x="1852465" y="1113097"/>
                </a:lnTo>
                <a:lnTo>
                  <a:pt x="1850256" y="1116721"/>
                </a:lnTo>
                <a:close/>
                <a:moveTo>
                  <a:pt x="1406427" y="2099657"/>
                </a:moveTo>
                <a:lnTo>
                  <a:pt x="1406637" y="2103128"/>
                </a:lnTo>
                <a:lnTo>
                  <a:pt x="1406842" y="2103101"/>
                </a:lnTo>
                <a:lnTo>
                  <a:pt x="1407808" y="2100005"/>
                </a:lnTo>
                <a:lnTo>
                  <a:pt x="1407126" y="2099717"/>
                </a:lnTo>
                <a:close/>
                <a:moveTo>
                  <a:pt x="1370047" y="2180926"/>
                </a:moveTo>
                <a:lnTo>
                  <a:pt x="1369003" y="2183707"/>
                </a:lnTo>
                <a:lnTo>
                  <a:pt x="1373305" y="2180437"/>
                </a:lnTo>
                <a:lnTo>
                  <a:pt x="1374346" y="2179427"/>
                </a:lnTo>
                <a:lnTo>
                  <a:pt x="1374833" y="2178730"/>
                </a:lnTo>
                <a:lnTo>
                  <a:pt x="1376397" y="2176284"/>
                </a:lnTo>
                <a:lnTo>
                  <a:pt x="1374824" y="2176316"/>
                </a:lnTo>
                <a:close/>
                <a:moveTo>
                  <a:pt x="1779534" y="1263910"/>
                </a:moveTo>
                <a:lnTo>
                  <a:pt x="1779054" y="1265832"/>
                </a:lnTo>
                <a:lnTo>
                  <a:pt x="1780657" y="1262895"/>
                </a:lnTo>
                <a:close/>
                <a:moveTo>
                  <a:pt x="1357052" y="2209904"/>
                </a:moveTo>
                <a:lnTo>
                  <a:pt x="1357524" y="2210086"/>
                </a:lnTo>
                <a:lnTo>
                  <a:pt x="1358118" y="2208681"/>
                </a:lnTo>
                <a:lnTo>
                  <a:pt x="1357906" y="2208686"/>
                </a:lnTo>
                <a:close/>
                <a:moveTo>
                  <a:pt x="1409204" y="2093083"/>
                </a:moveTo>
                <a:lnTo>
                  <a:pt x="1409450" y="2093270"/>
                </a:lnTo>
                <a:lnTo>
                  <a:pt x="1409915" y="2093260"/>
                </a:lnTo>
                <a:lnTo>
                  <a:pt x="1410607" y="2091042"/>
                </a:lnTo>
                <a:lnTo>
                  <a:pt x="1410370" y="2090950"/>
                </a:lnTo>
                <a:close/>
                <a:moveTo>
                  <a:pt x="1778666" y="1265561"/>
                </a:moveTo>
                <a:lnTo>
                  <a:pt x="1778279" y="1266710"/>
                </a:lnTo>
                <a:lnTo>
                  <a:pt x="1778403" y="1266616"/>
                </a:lnTo>
                <a:close/>
                <a:moveTo>
                  <a:pt x="1408525" y="2094324"/>
                </a:moveTo>
                <a:lnTo>
                  <a:pt x="1408710" y="2094361"/>
                </a:lnTo>
                <a:lnTo>
                  <a:pt x="1408565" y="2094250"/>
                </a:lnTo>
                <a:close/>
                <a:moveTo>
                  <a:pt x="1356527" y="2210655"/>
                </a:moveTo>
                <a:lnTo>
                  <a:pt x="1357247" y="2210742"/>
                </a:lnTo>
                <a:lnTo>
                  <a:pt x="1357286" y="2210650"/>
                </a:lnTo>
                <a:lnTo>
                  <a:pt x="1356691" y="2210421"/>
                </a:lnTo>
                <a:close/>
                <a:moveTo>
                  <a:pt x="1371755" y="2176378"/>
                </a:moveTo>
                <a:lnTo>
                  <a:pt x="1371117" y="2178077"/>
                </a:lnTo>
                <a:lnTo>
                  <a:pt x="1372901" y="2176355"/>
                </a:lnTo>
                <a:close/>
                <a:moveTo>
                  <a:pt x="1791165" y="1236677"/>
                </a:moveTo>
                <a:lnTo>
                  <a:pt x="1791894" y="1236265"/>
                </a:lnTo>
                <a:lnTo>
                  <a:pt x="1792319" y="1235223"/>
                </a:lnTo>
                <a:close/>
                <a:moveTo>
                  <a:pt x="1406346" y="2098308"/>
                </a:moveTo>
                <a:lnTo>
                  <a:pt x="1406366" y="2098642"/>
                </a:lnTo>
                <a:lnTo>
                  <a:pt x="1407995" y="2099407"/>
                </a:lnTo>
                <a:lnTo>
                  <a:pt x="1409131" y="2095769"/>
                </a:lnTo>
                <a:lnTo>
                  <a:pt x="1407822" y="2095609"/>
                </a:lnTo>
                <a:close/>
                <a:moveTo>
                  <a:pt x="1836913" y="1133657"/>
                </a:moveTo>
                <a:lnTo>
                  <a:pt x="1841003" y="1134746"/>
                </a:lnTo>
                <a:lnTo>
                  <a:pt x="1848202" y="1123200"/>
                </a:lnTo>
                <a:lnTo>
                  <a:pt x="1838901" y="1131134"/>
                </a:lnTo>
                <a:close/>
                <a:moveTo>
                  <a:pt x="1375125" y="2167403"/>
                </a:moveTo>
                <a:lnTo>
                  <a:pt x="1374244" y="2169752"/>
                </a:lnTo>
                <a:lnTo>
                  <a:pt x="1378349" y="2169670"/>
                </a:lnTo>
                <a:lnTo>
                  <a:pt x="1378718" y="2168027"/>
                </a:lnTo>
                <a:lnTo>
                  <a:pt x="1377117" y="2167658"/>
                </a:lnTo>
                <a:close/>
                <a:moveTo>
                  <a:pt x="1819203" y="1172941"/>
                </a:moveTo>
                <a:lnTo>
                  <a:pt x="1820348" y="1173690"/>
                </a:lnTo>
                <a:lnTo>
                  <a:pt x="1821132" y="1172587"/>
                </a:lnTo>
                <a:lnTo>
                  <a:pt x="1820226" y="1171676"/>
                </a:lnTo>
                <a:close/>
                <a:moveTo>
                  <a:pt x="1360801" y="2199277"/>
                </a:moveTo>
                <a:lnTo>
                  <a:pt x="1361783" y="2200008"/>
                </a:lnTo>
                <a:lnTo>
                  <a:pt x="1363279" y="2196466"/>
                </a:lnTo>
                <a:lnTo>
                  <a:pt x="1363470" y="2195957"/>
                </a:lnTo>
                <a:lnTo>
                  <a:pt x="1363185" y="2195859"/>
                </a:lnTo>
                <a:close/>
                <a:moveTo>
                  <a:pt x="1354047" y="2214196"/>
                </a:moveTo>
                <a:lnTo>
                  <a:pt x="1355365" y="2215198"/>
                </a:lnTo>
                <a:lnTo>
                  <a:pt x="1356851" y="2211680"/>
                </a:lnTo>
                <a:lnTo>
                  <a:pt x="1355892" y="2211562"/>
                </a:lnTo>
                <a:close/>
                <a:moveTo>
                  <a:pt x="1383256" y="2148767"/>
                </a:moveTo>
                <a:lnTo>
                  <a:pt x="1382266" y="2153174"/>
                </a:lnTo>
                <a:lnTo>
                  <a:pt x="1389080" y="2152324"/>
                </a:lnTo>
                <a:lnTo>
                  <a:pt x="1389733" y="2149857"/>
                </a:lnTo>
                <a:close/>
                <a:moveTo>
                  <a:pt x="1390900" y="2131625"/>
                </a:moveTo>
                <a:lnTo>
                  <a:pt x="1392266" y="2131917"/>
                </a:lnTo>
                <a:lnTo>
                  <a:pt x="1393395" y="2131519"/>
                </a:lnTo>
                <a:lnTo>
                  <a:pt x="1391145" y="2131468"/>
                </a:lnTo>
                <a:close/>
                <a:moveTo>
                  <a:pt x="1789511" y="1239018"/>
                </a:moveTo>
                <a:lnTo>
                  <a:pt x="1788809" y="1243809"/>
                </a:lnTo>
                <a:lnTo>
                  <a:pt x="1791203" y="1237954"/>
                </a:lnTo>
                <a:close/>
                <a:moveTo>
                  <a:pt x="1836102" y="1134685"/>
                </a:moveTo>
                <a:lnTo>
                  <a:pt x="1831629" y="1148705"/>
                </a:lnTo>
                <a:lnTo>
                  <a:pt x="1835281" y="1143922"/>
                </a:lnTo>
                <a:lnTo>
                  <a:pt x="1840781" y="1135101"/>
                </a:lnTo>
                <a:lnTo>
                  <a:pt x="1836643" y="1133999"/>
                </a:lnTo>
                <a:close/>
                <a:moveTo>
                  <a:pt x="1406987" y="2095507"/>
                </a:moveTo>
                <a:lnTo>
                  <a:pt x="1406560" y="2097123"/>
                </a:lnTo>
                <a:lnTo>
                  <a:pt x="1407415" y="2095560"/>
                </a:lnTo>
                <a:close/>
                <a:moveTo>
                  <a:pt x="1408334" y="2092422"/>
                </a:moveTo>
                <a:lnTo>
                  <a:pt x="1408839" y="2092805"/>
                </a:lnTo>
                <a:lnTo>
                  <a:pt x="1409742" y="2090709"/>
                </a:lnTo>
                <a:lnTo>
                  <a:pt x="1409393" y="2090575"/>
                </a:lnTo>
                <a:close/>
                <a:moveTo>
                  <a:pt x="1872031" y="1053941"/>
                </a:moveTo>
                <a:lnTo>
                  <a:pt x="1869222" y="1076315"/>
                </a:lnTo>
                <a:lnTo>
                  <a:pt x="1871599" y="1073625"/>
                </a:lnTo>
                <a:lnTo>
                  <a:pt x="1874509" y="1069987"/>
                </a:lnTo>
                <a:lnTo>
                  <a:pt x="1882225" y="1042014"/>
                </a:lnTo>
                <a:close/>
                <a:moveTo>
                  <a:pt x="1385229" y="2143803"/>
                </a:moveTo>
                <a:lnTo>
                  <a:pt x="1386446" y="2144156"/>
                </a:lnTo>
                <a:lnTo>
                  <a:pt x="1387546" y="2142987"/>
                </a:lnTo>
                <a:close/>
                <a:moveTo>
                  <a:pt x="1383513" y="2147622"/>
                </a:moveTo>
                <a:lnTo>
                  <a:pt x="1383432" y="2147983"/>
                </a:lnTo>
                <a:lnTo>
                  <a:pt x="1389939" y="2149078"/>
                </a:lnTo>
                <a:lnTo>
                  <a:pt x="1390586" y="2146631"/>
                </a:lnTo>
                <a:lnTo>
                  <a:pt x="1385510" y="2145555"/>
                </a:lnTo>
                <a:close/>
                <a:moveTo>
                  <a:pt x="1810253" y="1192057"/>
                </a:moveTo>
                <a:lnTo>
                  <a:pt x="1808850" y="1201024"/>
                </a:lnTo>
                <a:lnTo>
                  <a:pt x="1808824" y="1201280"/>
                </a:lnTo>
                <a:lnTo>
                  <a:pt x="1809590" y="1200895"/>
                </a:lnTo>
                <a:lnTo>
                  <a:pt x="1813094" y="1198558"/>
                </a:lnTo>
                <a:lnTo>
                  <a:pt x="1815692" y="1192830"/>
                </a:lnTo>
                <a:lnTo>
                  <a:pt x="1817924" y="1185835"/>
                </a:lnTo>
                <a:close/>
                <a:moveTo>
                  <a:pt x="1407374" y="2094097"/>
                </a:moveTo>
                <a:lnTo>
                  <a:pt x="1408133" y="2094247"/>
                </a:lnTo>
                <a:lnTo>
                  <a:pt x="1408258" y="2094017"/>
                </a:lnTo>
                <a:lnTo>
                  <a:pt x="1408020" y="2093836"/>
                </a:lnTo>
                <a:lnTo>
                  <a:pt x="1407517" y="2093846"/>
                </a:lnTo>
                <a:close/>
                <a:moveTo>
                  <a:pt x="1782714" y="1253531"/>
                </a:moveTo>
                <a:lnTo>
                  <a:pt x="1782178" y="1255124"/>
                </a:lnTo>
                <a:lnTo>
                  <a:pt x="1783301" y="1254599"/>
                </a:lnTo>
                <a:close/>
                <a:moveTo>
                  <a:pt x="1364444" y="2189983"/>
                </a:moveTo>
                <a:lnTo>
                  <a:pt x="1365687" y="2190050"/>
                </a:lnTo>
                <a:lnTo>
                  <a:pt x="1366220" y="2188632"/>
                </a:lnTo>
                <a:close/>
                <a:moveTo>
                  <a:pt x="1813373" y="1184362"/>
                </a:moveTo>
                <a:lnTo>
                  <a:pt x="1819658" y="1180401"/>
                </a:lnTo>
                <a:lnTo>
                  <a:pt x="1821292" y="1175280"/>
                </a:lnTo>
                <a:lnTo>
                  <a:pt x="1820246" y="1174671"/>
                </a:lnTo>
                <a:lnTo>
                  <a:pt x="1819563" y="1175658"/>
                </a:lnTo>
                <a:close/>
                <a:moveTo>
                  <a:pt x="1379262" y="2156385"/>
                </a:moveTo>
                <a:lnTo>
                  <a:pt x="1377361" y="2161447"/>
                </a:lnTo>
                <a:lnTo>
                  <a:pt x="1380117" y="2161799"/>
                </a:lnTo>
                <a:lnTo>
                  <a:pt x="1380720" y="2159113"/>
                </a:lnTo>
                <a:lnTo>
                  <a:pt x="1381348" y="2156125"/>
                </a:lnTo>
                <a:close/>
                <a:moveTo>
                  <a:pt x="1843119" y="1117439"/>
                </a:moveTo>
                <a:lnTo>
                  <a:pt x="1848744" y="1112102"/>
                </a:lnTo>
                <a:lnTo>
                  <a:pt x="1853592" y="1105948"/>
                </a:lnTo>
                <a:lnTo>
                  <a:pt x="1853636" y="1104186"/>
                </a:lnTo>
                <a:close/>
                <a:moveTo>
                  <a:pt x="1819465" y="1170348"/>
                </a:moveTo>
                <a:lnTo>
                  <a:pt x="1820400" y="1171290"/>
                </a:lnTo>
                <a:lnTo>
                  <a:pt x="1821374" y="1170084"/>
                </a:lnTo>
                <a:lnTo>
                  <a:pt x="1821373" y="1170260"/>
                </a:lnTo>
                <a:lnTo>
                  <a:pt x="1820477" y="1171367"/>
                </a:lnTo>
                <a:lnTo>
                  <a:pt x="1821365" y="1172260"/>
                </a:lnTo>
                <a:lnTo>
                  <a:pt x="1822981" y="1169988"/>
                </a:lnTo>
                <a:lnTo>
                  <a:pt x="1826429" y="1159181"/>
                </a:lnTo>
                <a:close/>
                <a:moveTo>
                  <a:pt x="1384065" y="2145158"/>
                </a:moveTo>
                <a:lnTo>
                  <a:pt x="1383614" y="2147166"/>
                </a:lnTo>
                <a:lnTo>
                  <a:pt x="1385196" y="2145485"/>
                </a:lnTo>
                <a:close/>
                <a:moveTo>
                  <a:pt x="1872308" y="1051729"/>
                </a:moveTo>
                <a:lnTo>
                  <a:pt x="1872094" y="1053438"/>
                </a:lnTo>
                <a:lnTo>
                  <a:pt x="1882399" y="1041381"/>
                </a:lnTo>
                <a:lnTo>
                  <a:pt x="1884130" y="1035106"/>
                </a:lnTo>
                <a:close/>
                <a:moveTo>
                  <a:pt x="1841508" y="1120638"/>
                </a:moveTo>
                <a:lnTo>
                  <a:pt x="1846614" y="1114806"/>
                </a:lnTo>
                <a:lnTo>
                  <a:pt x="1846897" y="1114447"/>
                </a:lnTo>
                <a:lnTo>
                  <a:pt x="1842274" y="1118955"/>
                </a:lnTo>
                <a:close/>
                <a:moveTo>
                  <a:pt x="1810793" y="1189408"/>
                </a:moveTo>
                <a:lnTo>
                  <a:pt x="1810574" y="1190012"/>
                </a:lnTo>
                <a:lnTo>
                  <a:pt x="1810297" y="1191777"/>
                </a:lnTo>
                <a:lnTo>
                  <a:pt x="1818029" y="1185506"/>
                </a:lnTo>
                <a:lnTo>
                  <a:pt x="1819265" y="1181632"/>
                </a:lnTo>
                <a:close/>
                <a:moveTo>
                  <a:pt x="1818241" y="1172312"/>
                </a:moveTo>
                <a:lnTo>
                  <a:pt x="1819112" y="1172881"/>
                </a:lnTo>
                <a:lnTo>
                  <a:pt x="1820149" y="1171599"/>
                </a:lnTo>
                <a:lnTo>
                  <a:pt x="1819250" y="1170694"/>
                </a:lnTo>
                <a:close/>
                <a:moveTo>
                  <a:pt x="1381944" y="2149246"/>
                </a:moveTo>
                <a:lnTo>
                  <a:pt x="1380380" y="2153409"/>
                </a:lnTo>
                <a:lnTo>
                  <a:pt x="1381959" y="2153213"/>
                </a:lnTo>
                <a:lnTo>
                  <a:pt x="1382905" y="2148707"/>
                </a:lnTo>
                <a:lnTo>
                  <a:pt x="1382525" y="2148644"/>
                </a:lnTo>
                <a:close/>
                <a:moveTo>
                  <a:pt x="1785128" y="1246356"/>
                </a:moveTo>
                <a:lnTo>
                  <a:pt x="1783322" y="1251723"/>
                </a:lnTo>
                <a:lnTo>
                  <a:pt x="1784402" y="1253683"/>
                </a:lnTo>
                <a:lnTo>
                  <a:pt x="1784943" y="1253085"/>
                </a:lnTo>
                <a:lnTo>
                  <a:pt x="1785107" y="1252860"/>
                </a:lnTo>
                <a:lnTo>
                  <a:pt x="1786263" y="1250033"/>
                </a:lnTo>
                <a:lnTo>
                  <a:pt x="1786844" y="1247420"/>
                </a:lnTo>
                <a:close/>
                <a:moveTo>
                  <a:pt x="1811843" y="1186514"/>
                </a:moveTo>
                <a:lnTo>
                  <a:pt x="1811134" y="1188465"/>
                </a:lnTo>
                <a:lnTo>
                  <a:pt x="1819455" y="1181036"/>
                </a:lnTo>
                <a:lnTo>
                  <a:pt x="1819581" y="1180640"/>
                </a:lnTo>
                <a:lnTo>
                  <a:pt x="1813128" y="1184707"/>
                </a:lnTo>
                <a:close/>
                <a:moveTo>
                  <a:pt x="1382191" y="2148587"/>
                </a:moveTo>
                <a:lnTo>
                  <a:pt x="1382155" y="2148683"/>
                </a:lnTo>
                <a:lnTo>
                  <a:pt x="1382240" y="2148595"/>
                </a:lnTo>
                <a:close/>
                <a:moveTo>
                  <a:pt x="1815144" y="1178803"/>
                </a:moveTo>
                <a:lnTo>
                  <a:pt x="1819660" y="1174659"/>
                </a:lnTo>
                <a:lnTo>
                  <a:pt x="1819825" y="1174426"/>
                </a:lnTo>
                <a:lnTo>
                  <a:pt x="1818586" y="1173704"/>
                </a:lnTo>
                <a:lnTo>
                  <a:pt x="1816012" y="1176884"/>
                </a:lnTo>
                <a:lnTo>
                  <a:pt x="1816048" y="1177076"/>
                </a:lnTo>
                <a:close/>
                <a:moveTo>
                  <a:pt x="1383536" y="2145004"/>
                </a:moveTo>
                <a:lnTo>
                  <a:pt x="1382478" y="2147822"/>
                </a:lnTo>
                <a:lnTo>
                  <a:pt x="1382915" y="2147896"/>
                </a:lnTo>
                <a:lnTo>
                  <a:pt x="1383120" y="2147684"/>
                </a:lnTo>
                <a:lnTo>
                  <a:pt x="1383675" y="2145044"/>
                </a:lnTo>
                <a:close/>
                <a:moveTo>
                  <a:pt x="1793940" y="1225873"/>
                </a:moveTo>
                <a:lnTo>
                  <a:pt x="1795257" y="1228040"/>
                </a:lnTo>
                <a:lnTo>
                  <a:pt x="1795398" y="1227696"/>
                </a:lnTo>
                <a:lnTo>
                  <a:pt x="1796781" y="1222860"/>
                </a:lnTo>
                <a:close/>
                <a:moveTo>
                  <a:pt x="1810917" y="1187816"/>
                </a:moveTo>
                <a:lnTo>
                  <a:pt x="1810906" y="1187887"/>
                </a:lnTo>
                <a:lnTo>
                  <a:pt x="1810947" y="1187774"/>
                </a:lnTo>
                <a:close/>
                <a:moveTo>
                  <a:pt x="1401964" y="2103530"/>
                </a:moveTo>
                <a:lnTo>
                  <a:pt x="1401985" y="2103528"/>
                </a:lnTo>
                <a:lnTo>
                  <a:pt x="1402001" y="2103466"/>
                </a:lnTo>
                <a:close/>
                <a:moveTo>
                  <a:pt x="1365360" y="2185450"/>
                </a:moveTo>
                <a:lnTo>
                  <a:pt x="1366231" y="2185814"/>
                </a:lnTo>
                <a:lnTo>
                  <a:pt x="1367696" y="2184700"/>
                </a:lnTo>
                <a:lnTo>
                  <a:pt x="1368583" y="2182340"/>
                </a:lnTo>
                <a:close/>
                <a:moveTo>
                  <a:pt x="1823723" y="1159060"/>
                </a:moveTo>
                <a:lnTo>
                  <a:pt x="1828438" y="1152884"/>
                </a:lnTo>
                <a:lnTo>
                  <a:pt x="1832219" y="1141032"/>
                </a:lnTo>
                <a:lnTo>
                  <a:pt x="1832037" y="1141434"/>
                </a:lnTo>
                <a:close/>
                <a:moveTo>
                  <a:pt x="1813504" y="1181937"/>
                </a:moveTo>
                <a:lnTo>
                  <a:pt x="1812485" y="1184746"/>
                </a:lnTo>
                <a:lnTo>
                  <a:pt x="1819058" y="1175504"/>
                </a:lnTo>
                <a:lnTo>
                  <a:pt x="1814740" y="1179576"/>
                </a:lnTo>
                <a:close/>
                <a:moveTo>
                  <a:pt x="1786339" y="1242759"/>
                </a:moveTo>
                <a:lnTo>
                  <a:pt x="1785917" y="1244013"/>
                </a:lnTo>
                <a:lnTo>
                  <a:pt x="1787249" y="1244840"/>
                </a:lnTo>
                <a:lnTo>
                  <a:pt x="1787830" y="1240881"/>
                </a:lnTo>
                <a:close/>
                <a:moveTo>
                  <a:pt x="1838996" y="1124355"/>
                </a:moveTo>
                <a:lnTo>
                  <a:pt x="1838945" y="1124540"/>
                </a:lnTo>
                <a:lnTo>
                  <a:pt x="1839940" y="1123278"/>
                </a:lnTo>
                <a:close/>
                <a:moveTo>
                  <a:pt x="1355662" y="2206598"/>
                </a:moveTo>
                <a:lnTo>
                  <a:pt x="1358723" y="2207169"/>
                </a:lnTo>
                <a:lnTo>
                  <a:pt x="1358814" y="2207035"/>
                </a:lnTo>
                <a:lnTo>
                  <a:pt x="1361552" y="2200555"/>
                </a:lnTo>
                <a:lnTo>
                  <a:pt x="1360460" y="2199765"/>
                </a:lnTo>
                <a:lnTo>
                  <a:pt x="1356831" y="2204969"/>
                </a:lnTo>
                <a:close/>
                <a:moveTo>
                  <a:pt x="1787084" y="1240544"/>
                </a:moveTo>
                <a:lnTo>
                  <a:pt x="1786862" y="1241205"/>
                </a:lnTo>
                <a:lnTo>
                  <a:pt x="1787689" y="1240163"/>
                </a:lnTo>
                <a:close/>
                <a:moveTo>
                  <a:pt x="1818740" y="1169619"/>
                </a:moveTo>
                <a:lnTo>
                  <a:pt x="1819057" y="1169939"/>
                </a:lnTo>
                <a:lnTo>
                  <a:pt x="1827124" y="1157003"/>
                </a:lnTo>
                <a:lnTo>
                  <a:pt x="1827796" y="1154894"/>
                </a:lnTo>
                <a:lnTo>
                  <a:pt x="1822238" y="1162203"/>
                </a:lnTo>
                <a:close/>
                <a:moveTo>
                  <a:pt x="1811675" y="1185432"/>
                </a:moveTo>
                <a:lnTo>
                  <a:pt x="1811834" y="1185332"/>
                </a:lnTo>
                <a:lnTo>
                  <a:pt x="1812073" y="1184671"/>
                </a:lnTo>
                <a:close/>
                <a:moveTo>
                  <a:pt x="1814792" y="1178392"/>
                </a:moveTo>
                <a:lnTo>
                  <a:pt x="1814392" y="1179494"/>
                </a:lnTo>
                <a:lnTo>
                  <a:pt x="1814502" y="1179392"/>
                </a:lnTo>
                <a:lnTo>
                  <a:pt x="1815453" y="1177574"/>
                </a:lnTo>
                <a:close/>
                <a:moveTo>
                  <a:pt x="1817652" y="1171926"/>
                </a:moveTo>
                <a:lnTo>
                  <a:pt x="1817755" y="1171993"/>
                </a:lnTo>
                <a:lnTo>
                  <a:pt x="1818010" y="1171619"/>
                </a:lnTo>
                <a:lnTo>
                  <a:pt x="1818842" y="1170284"/>
                </a:lnTo>
                <a:lnTo>
                  <a:pt x="1818560" y="1170000"/>
                </a:lnTo>
                <a:close/>
                <a:moveTo>
                  <a:pt x="1811125" y="1186483"/>
                </a:moveTo>
                <a:lnTo>
                  <a:pt x="1811090" y="1186706"/>
                </a:lnTo>
                <a:lnTo>
                  <a:pt x="1811589" y="1186005"/>
                </a:lnTo>
                <a:lnTo>
                  <a:pt x="1811744" y="1185579"/>
                </a:lnTo>
                <a:lnTo>
                  <a:pt x="1811527" y="1185716"/>
                </a:lnTo>
                <a:close/>
                <a:moveTo>
                  <a:pt x="1790433" y="1232723"/>
                </a:moveTo>
                <a:lnTo>
                  <a:pt x="1789735" y="1237485"/>
                </a:lnTo>
                <a:lnTo>
                  <a:pt x="1789877" y="1237405"/>
                </a:lnTo>
                <a:lnTo>
                  <a:pt x="1793074" y="1233376"/>
                </a:lnTo>
                <a:lnTo>
                  <a:pt x="1793924" y="1231298"/>
                </a:lnTo>
                <a:lnTo>
                  <a:pt x="1793094" y="1230241"/>
                </a:lnTo>
                <a:close/>
                <a:moveTo>
                  <a:pt x="1815268" y="1177079"/>
                </a:moveTo>
                <a:lnTo>
                  <a:pt x="1814904" y="1178080"/>
                </a:lnTo>
                <a:lnTo>
                  <a:pt x="1815709" y="1177086"/>
                </a:lnTo>
                <a:lnTo>
                  <a:pt x="1815960" y="1176606"/>
                </a:lnTo>
                <a:lnTo>
                  <a:pt x="1815986" y="1176744"/>
                </a:lnTo>
                <a:lnTo>
                  <a:pt x="1818491" y="1173648"/>
                </a:lnTo>
                <a:lnTo>
                  <a:pt x="1817696" y="1173185"/>
                </a:lnTo>
                <a:close/>
                <a:moveTo>
                  <a:pt x="1787634" y="1238911"/>
                </a:moveTo>
                <a:lnTo>
                  <a:pt x="1787610" y="1238980"/>
                </a:lnTo>
                <a:lnTo>
                  <a:pt x="1788159" y="1238635"/>
                </a:lnTo>
                <a:lnTo>
                  <a:pt x="1788162" y="1238612"/>
                </a:lnTo>
                <a:close/>
                <a:moveTo>
                  <a:pt x="1811294" y="1185403"/>
                </a:moveTo>
                <a:lnTo>
                  <a:pt x="1811268" y="1185574"/>
                </a:lnTo>
                <a:lnTo>
                  <a:pt x="1812831" y="1182587"/>
                </a:lnTo>
                <a:lnTo>
                  <a:pt x="1813498" y="1180746"/>
                </a:lnTo>
                <a:lnTo>
                  <a:pt x="1813485" y="1180759"/>
                </a:lnTo>
                <a:close/>
                <a:moveTo>
                  <a:pt x="1839722" y="1121719"/>
                </a:moveTo>
                <a:lnTo>
                  <a:pt x="1839338" y="1123116"/>
                </a:lnTo>
                <a:lnTo>
                  <a:pt x="1841103" y="1121100"/>
                </a:lnTo>
                <a:lnTo>
                  <a:pt x="1841925" y="1119296"/>
                </a:lnTo>
                <a:lnTo>
                  <a:pt x="1841412" y="1119796"/>
                </a:lnTo>
                <a:lnTo>
                  <a:pt x="1840751" y="1120424"/>
                </a:lnTo>
                <a:close/>
                <a:moveTo>
                  <a:pt x="1788492" y="1236359"/>
                </a:moveTo>
                <a:lnTo>
                  <a:pt x="1787732" y="1238617"/>
                </a:lnTo>
                <a:lnTo>
                  <a:pt x="1788200" y="1238352"/>
                </a:lnTo>
                <a:close/>
                <a:moveTo>
                  <a:pt x="1354395" y="2208363"/>
                </a:moveTo>
                <a:lnTo>
                  <a:pt x="1357129" y="2208303"/>
                </a:lnTo>
                <a:lnTo>
                  <a:pt x="1354756" y="2207861"/>
                </a:lnTo>
                <a:close/>
                <a:moveTo>
                  <a:pt x="1347698" y="2223263"/>
                </a:moveTo>
                <a:lnTo>
                  <a:pt x="1351694" y="2223889"/>
                </a:lnTo>
                <a:lnTo>
                  <a:pt x="1354970" y="2216133"/>
                </a:lnTo>
                <a:lnTo>
                  <a:pt x="1353484" y="2215001"/>
                </a:lnTo>
                <a:close/>
                <a:moveTo>
                  <a:pt x="1354103" y="2208770"/>
                </a:moveTo>
                <a:lnTo>
                  <a:pt x="1356901" y="2209847"/>
                </a:lnTo>
                <a:lnTo>
                  <a:pt x="1357688" y="2208690"/>
                </a:lnTo>
                <a:lnTo>
                  <a:pt x="1354104" y="2208769"/>
                </a:lnTo>
                <a:close/>
                <a:moveTo>
                  <a:pt x="1818032" y="1169469"/>
                </a:moveTo>
                <a:lnTo>
                  <a:pt x="1817237" y="1171656"/>
                </a:lnTo>
                <a:lnTo>
                  <a:pt x="1817318" y="1171708"/>
                </a:lnTo>
                <a:lnTo>
                  <a:pt x="1818265" y="1169703"/>
                </a:lnTo>
                <a:close/>
                <a:moveTo>
                  <a:pt x="1812922" y="1180842"/>
                </a:moveTo>
                <a:lnTo>
                  <a:pt x="1813077" y="1180700"/>
                </a:lnTo>
                <a:lnTo>
                  <a:pt x="1813281" y="1180267"/>
                </a:lnTo>
                <a:close/>
                <a:moveTo>
                  <a:pt x="1353055" y="2210230"/>
                </a:moveTo>
                <a:lnTo>
                  <a:pt x="1356365" y="2210635"/>
                </a:lnTo>
                <a:lnTo>
                  <a:pt x="1356548" y="2210365"/>
                </a:lnTo>
                <a:lnTo>
                  <a:pt x="1353735" y="2209283"/>
                </a:lnTo>
                <a:close/>
                <a:moveTo>
                  <a:pt x="1819235" y="1166154"/>
                </a:moveTo>
                <a:lnTo>
                  <a:pt x="1818180" y="1169058"/>
                </a:lnTo>
                <a:lnTo>
                  <a:pt x="1818444" y="1169322"/>
                </a:lnTo>
                <a:lnTo>
                  <a:pt x="1821089" y="1163714"/>
                </a:lnTo>
                <a:close/>
                <a:moveTo>
                  <a:pt x="1797426" y="1214825"/>
                </a:moveTo>
                <a:lnTo>
                  <a:pt x="1798296" y="1215285"/>
                </a:lnTo>
                <a:lnTo>
                  <a:pt x="1798533" y="1214086"/>
                </a:lnTo>
                <a:close/>
                <a:moveTo>
                  <a:pt x="1811702" y="1182800"/>
                </a:moveTo>
                <a:lnTo>
                  <a:pt x="1811511" y="1184018"/>
                </a:lnTo>
                <a:lnTo>
                  <a:pt x="1812716" y="1181464"/>
                </a:lnTo>
                <a:lnTo>
                  <a:pt x="1812301" y="1181838"/>
                </a:lnTo>
                <a:close/>
                <a:moveTo>
                  <a:pt x="1866714" y="1059596"/>
                </a:moveTo>
                <a:lnTo>
                  <a:pt x="1869762" y="1056128"/>
                </a:lnTo>
                <a:lnTo>
                  <a:pt x="1869990" y="1054989"/>
                </a:lnTo>
                <a:close/>
                <a:moveTo>
                  <a:pt x="1790977" y="1229016"/>
                </a:moveTo>
                <a:lnTo>
                  <a:pt x="1790464" y="1232516"/>
                </a:lnTo>
                <a:lnTo>
                  <a:pt x="1791902" y="1231210"/>
                </a:lnTo>
                <a:lnTo>
                  <a:pt x="1793028" y="1230159"/>
                </a:lnTo>
                <a:lnTo>
                  <a:pt x="1791605" y="1228349"/>
                </a:lnTo>
                <a:close/>
                <a:moveTo>
                  <a:pt x="1360093" y="2193290"/>
                </a:moveTo>
                <a:lnTo>
                  <a:pt x="1361342" y="2193825"/>
                </a:lnTo>
                <a:lnTo>
                  <a:pt x="1363731" y="2194647"/>
                </a:lnTo>
                <a:lnTo>
                  <a:pt x="1364230" y="2193931"/>
                </a:lnTo>
                <a:lnTo>
                  <a:pt x="1365629" y="2190205"/>
                </a:lnTo>
                <a:lnTo>
                  <a:pt x="1364226" y="2190148"/>
                </a:lnTo>
                <a:close/>
                <a:moveTo>
                  <a:pt x="1351565" y="2212307"/>
                </a:moveTo>
                <a:lnTo>
                  <a:pt x="1353937" y="2214113"/>
                </a:lnTo>
                <a:lnTo>
                  <a:pt x="1355735" y="2211543"/>
                </a:lnTo>
                <a:lnTo>
                  <a:pt x="1352405" y="2211136"/>
                </a:lnTo>
                <a:close/>
                <a:moveTo>
                  <a:pt x="1377583" y="2153759"/>
                </a:moveTo>
                <a:lnTo>
                  <a:pt x="1379401" y="2153531"/>
                </a:lnTo>
                <a:lnTo>
                  <a:pt x="1380417" y="2150827"/>
                </a:lnTo>
                <a:close/>
                <a:moveTo>
                  <a:pt x="1817527" y="1168399"/>
                </a:moveTo>
                <a:lnTo>
                  <a:pt x="1817859" y="1168733"/>
                </a:lnTo>
                <a:lnTo>
                  <a:pt x="1818395" y="1167259"/>
                </a:lnTo>
                <a:close/>
                <a:moveTo>
                  <a:pt x="1815805" y="1172084"/>
                </a:moveTo>
                <a:lnTo>
                  <a:pt x="1812525" y="1179670"/>
                </a:lnTo>
                <a:lnTo>
                  <a:pt x="1815445" y="1175385"/>
                </a:lnTo>
                <a:lnTo>
                  <a:pt x="1816496" y="1172487"/>
                </a:lnTo>
                <a:close/>
                <a:moveTo>
                  <a:pt x="1817228" y="1168793"/>
                </a:moveTo>
                <a:lnTo>
                  <a:pt x="1816265" y="1171019"/>
                </a:lnTo>
                <a:lnTo>
                  <a:pt x="1816883" y="1171423"/>
                </a:lnTo>
                <a:lnTo>
                  <a:pt x="1817710" y="1169144"/>
                </a:lnTo>
                <a:lnTo>
                  <a:pt x="1817285" y="1168718"/>
                </a:lnTo>
                <a:close/>
                <a:moveTo>
                  <a:pt x="1370086" y="2169835"/>
                </a:moveTo>
                <a:lnTo>
                  <a:pt x="1373303" y="2169771"/>
                </a:lnTo>
                <a:lnTo>
                  <a:pt x="1374235" y="2167289"/>
                </a:lnTo>
                <a:lnTo>
                  <a:pt x="1373715" y="2167223"/>
                </a:lnTo>
                <a:close/>
                <a:moveTo>
                  <a:pt x="1821030" y="1160000"/>
                </a:moveTo>
                <a:lnTo>
                  <a:pt x="1818457" y="1165951"/>
                </a:lnTo>
                <a:lnTo>
                  <a:pt x="1818483" y="1165919"/>
                </a:lnTo>
                <a:lnTo>
                  <a:pt x="1819241" y="1164928"/>
                </a:lnTo>
                <a:close/>
                <a:moveTo>
                  <a:pt x="1793820" y="1220528"/>
                </a:moveTo>
                <a:lnTo>
                  <a:pt x="1792705" y="1223841"/>
                </a:lnTo>
                <a:lnTo>
                  <a:pt x="1793281" y="1224791"/>
                </a:lnTo>
                <a:lnTo>
                  <a:pt x="1797226" y="1220704"/>
                </a:lnTo>
                <a:lnTo>
                  <a:pt x="1798218" y="1215682"/>
                </a:lnTo>
                <a:lnTo>
                  <a:pt x="1797044" y="1215080"/>
                </a:lnTo>
                <a:lnTo>
                  <a:pt x="1796456" y="1215471"/>
                </a:lnTo>
                <a:close/>
                <a:moveTo>
                  <a:pt x="1826956" y="1146295"/>
                </a:moveTo>
                <a:lnTo>
                  <a:pt x="1823700" y="1153823"/>
                </a:lnTo>
                <a:lnTo>
                  <a:pt x="1823457" y="1154524"/>
                </a:lnTo>
                <a:lnTo>
                  <a:pt x="1820077" y="1163834"/>
                </a:lnTo>
                <a:lnTo>
                  <a:pt x="1822580" y="1160555"/>
                </a:lnTo>
                <a:lnTo>
                  <a:pt x="1832818" y="1138854"/>
                </a:lnTo>
                <a:close/>
                <a:moveTo>
                  <a:pt x="1360801" y="2189787"/>
                </a:moveTo>
                <a:lnTo>
                  <a:pt x="1360992" y="2189798"/>
                </a:lnTo>
                <a:lnTo>
                  <a:pt x="1365844" y="2186108"/>
                </a:lnTo>
                <a:lnTo>
                  <a:pt x="1365031" y="2185767"/>
                </a:lnTo>
                <a:lnTo>
                  <a:pt x="1361641" y="2189038"/>
                </a:lnTo>
                <a:close/>
                <a:moveTo>
                  <a:pt x="1380462" y="2145638"/>
                </a:moveTo>
                <a:lnTo>
                  <a:pt x="1380742" y="2145385"/>
                </a:lnTo>
                <a:lnTo>
                  <a:pt x="1380566" y="2145448"/>
                </a:lnTo>
                <a:close/>
                <a:moveTo>
                  <a:pt x="1799114" y="1207883"/>
                </a:moveTo>
                <a:lnTo>
                  <a:pt x="1799313" y="1207751"/>
                </a:lnTo>
                <a:lnTo>
                  <a:pt x="1800071" y="1206297"/>
                </a:lnTo>
                <a:lnTo>
                  <a:pt x="1800152" y="1205881"/>
                </a:lnTo>
                <a:lnTo>
                  <a:pt x="1800053" y="1205929"/>
                </a:lnTo>
                <a:close/>
                <a:moveTo>
                  <a:pt x="1833704" y="1130399"/>
                </a:moveTo>
                <a:lnTo>
                  <a:pt x="1833003" y="1132082"/>
                </a:lnTo>
                <a:lnTo>
                  <a:pt x="1836486" y="1127661"/>
                </a:lnTo>
                <a:lnTo>
                  <a:pt x="1836706" y="1126971"/>
                </a:lnTo>
                <a:close/>
                <a:moveTo>
                  <a:pt x="1379538" y="2147327"/>
                </a:moveTo>
                <a:lnTo>
                  <a:pt x="1381599" y="2147674"/>
                </a:lnTo>
                <a:lnTo>
                  <a:pt x="1382234" y="2145983"/>
                </a:lnTo>
                <a:lnTo>
                  <a:pt x="1382594" y="2144766"/>
                </a:lnTo>
                <a:lnTo>
                  <a:pt x="1379568" y="2147273"/>
                </a:lnTo>
                <a:close/>
                <a:moveTo>
                  <a:pt x="1834664" y="1128094"/>
                </a:moveTo>
                <a:lnTo>
                  <a:pt x="1834378" y="1128781"/>
                </a:lnTo>
                <a:lnTo>
                  <a:pt x="1837133" y="1125635"/>
                </a:lnTo>
                <a:lnTo>
                  <a:pt x="1837481" y="1124544"/>
                </a:lnTo>
                <a:close/>
                <a:moveTo>
                  <a:pt x="1835969" y="1124960"/>
                </a:moveTo>
                <a:lnTo>
                  <a:pt x="1835812" y="1125338"/>
                </a:lnTo>
                <a:lnTo>
                  <a:pt x="1836888" y="1124088"/>
                </a:lnTo>
                <a:close/>
                <a:moveTo>
                  <a:pt x="1843608" y="1107621"/>
                </a:moveTo>
                <a:lnTo>
                  <a:pt x="1840117" y="1120287"/>
                </a:lnTo>
                <a:lnTo>
                  <a:pt x="1840352" y="1120064"/>
                </a:lnTo>
                <a:lnTo>
                  <a:pt x="1842003" y="1118146"/>
                </a:lnTo>
                <a:lnTo>
                  <a:pt x="1843050" y="1116827"/>
                </a:lnTo>
                <a:lnTo>
                  <a:pt x="1846758" y="1108686"/>
                </a:lnTo>
                <a:lnTo>
                  <a:pt x="1846825" y="1108965"/>
                </a:lnTo>
                <a:lnTo>
                  <a:pt x="1843506" y="1116252"/>
                </a:lnTo>
                <a:lnTo>
                  <a:pt x="1853654" y="1103464"/>
                </a:lnTo>
                <a:lnTo>
                  <a:pt x="1853843" y="1095776"/>
                </a:lnTo>
                <a:close/>
                <a:moveTo>
                  <a:pt x="1401424" y="2097314"/>
                </a:moveTo>
                <a:lnTo>
                  <a:pt x="1401263" y="2098483"/>
                </a:lnTo>
                <a:lnTo>
                  <a:pt x="1401823" y="2097482"/>
                </a:lnTo>
                <a:close/>
                <a:moveTo>
                  <a:pt x="1359608" y="2190849"/>
                </a:moveTo>
                <a:lnTo>
                  <a:pt x="1360716" y="2190007"/>
                </a:lnTo>
                <a:lnTo>
                  <a:pt x="1360561" y="2190001"/>
                </a:lnTo>
                <a:close/>
                <a:moveTo>
                  <a:pt x="1831997" y="1132348"/>
                </a:moveTo>
                <a:lnTo>
                  <a:pt x="1832562" y="1132498"/>
                </a:lnTo>
                <a:lnTo>
                  <a:pt x="1833273" y="1130891"/>
                </a:lnTo>
                <a:close/>
                <a:moveTo>
                  <a:pt x="1375632" y="2154002"/>
                </a:moveTo>
                <a:lnTo>
                  <a:pt x="1377204" y="2153806"/>
                </a:lnTo>
                <a:lnTo>
                  <a:pt x="1380627" y="2150263"/>
                </a:lnTo>
                <a:lnTo>
                  <a:pt x="1381312" y="2148440"/>
                </a:lnTo>
                <a:lnTo>
                  <a:pt x="1379131" y="2148072"/>
                </a:lnTo>
                <a:lnTo>
                  <a:pt x="1379091" y="2148145"/>
                </a:lnTo>
                <a:close/>
                <a:moveTo>
                  <a:pt x="1813029" y="1174315"/>
                </a:moveTo>
                <a:lnTo>
                  <a:pt x="1812471" y="1177884"/>
                </a:lnTo>
                <a:lnTo>
                  <a:pt x="1815195" y="1171728"/>
                </a:lnTo>
                <a:lnTo>
                  <a:pt x="1815057" y="1171648"/>
                </a:lnTo>
                <a:close/>
                <a:moveTo>
                  <a:pt x="1401761" y="2094868"/>
                </a:moveTo>
                <a:lnTo>
                  <a:pt x="1401552" y="2096380"/>
                </a:lnTo>
                <a:lnTo>
                  <a:pt x="1402254" y="2096710"/>
                </a:lnTo>
                <a:lnTo>
                  <a:pt x="1403185" y="2095042"/>
                </a:lnTo>
                <a:close/>
                <a:moveTo>
                  <a:pt x="1356466" y="2196047"/>
                </a:moveTo>
                <a:lnTo>
                  <a:pt x="1360604" y="2199130"/>
                </a:lnTo>
                <a:lnTo>
                  <a:pt x="1362944" y="2195776"/>
                </a:lnTo>
                <a:lnTo>
                  <a:pt x="1358731" y="2194325"/>
                </a:lnTo>
                <a:close/>
                <a:moveTo>
                  <a:pt x="1831614" y="1131938"/>
                </a:moveTo>
                <a:lnTo>
                  <a:pt x="1834032" y="1129175"/>
                </a:lnTo>
                <a:lnTo>
                  <a:pt x="1834319" y="1128529"/>
                </a:lnTo>
                <a:close/>
                <a:moveTo>
                  <a:pt x="1400613" y="2096972"/>
                </a:moveTo>
                <a:lnTo>
                  <a:pt x="1399958" y="2098731"/>
                </a:lnTo>
                <a:lnTo>
                  <a:pt x="1400912" y="2098814"/>
                </a:lnTo>
                <a:lnTo>
                  <a:pt x="1401136" y="2097192"/>
                </a:lnTo>
                <a:close/>
                <a:moveTo>
                  <a:pt x="1799295" y="1204156"/>
                </a:moveTo>
                <a:lnTo>
                  <a:pt x="1799241" y="1204419"/>
                </a:lnTo>
                <a:lnTo>
                  <a:pt x="1798723" y="1205959"/>
                </a:lnTo>
                <a:lnTo>
                  <a:pt x="1800935" y="1201915"/>
                </a:lnTo>
                <a:lnTo>
                  <a:pt x="1800953" y="1201826"/>
                </a:lnTo>
                <a:close/>
                <a:moveTo>
                  <a:pt x="1373460" y="2157681"/>
                </a:moveTo>
                <a:lnTo>
                  <a:pt x="1374088" y="2157030"/>
                </a:lnTo>
                <a:lnTo>
                  <a:pt x="1373824" y="2157063"/>
                </a:lnTo>
                <a:close/>
                <a:moveTo>
                  <a:pt x="1830628" y="1133913"/>
                </a:moveTo>
                <a:lnTo>
                  <a:pt x="1829890" y="1136033"/>
                </a:lnTo>
                <a:lnTo>
                  <a:pt x="1832385" y="1132866"/>
                </a:lnTo>
                <a:lnTo>
                  <a:pt x="1831703" y="1132684"/>
                </a:lnTo>
                <a:close/>
                <a:moveTo>
                  <a:pt x="1401411" y="2094826"/>
                </a:moveTo>
                <a:lnTo>
                  <a:pt x="1400939" y="2096093"/>
                </a:lnTo>
                <a:lnTo>
                  <a:pt x="1401265" y="2096246"/>
                </a:lnTo>
                <a:lnTo>
                  <a:pt x="1401460" y="2094832"/>
                </a:lnTo>
                <a:close/>
                <a:moveTo>
                  <a:pt x="1349570" y="2210789"/>
                </a:moveTo>
                <a:lnTo>
                  <a:pt x="1351466" y="2212232"/>
                </a:lnTo>
                <a:lnTo>
                  <a:pt x="1352245" y="2211116"/>
                </a:lnTo>
                <a:close/>
                <a:moveTo>
                  <a:pt x="1344106" y="2222700"/>
                </a:moveTo>
                <a:lnTo>
                  <a:pt x="1347546" y="2223239"/>
                </a:lnTo>
                <a:lnTo>
                  <a:pt x="1353373" y="2214917"/>
                </a:lnTo>
                <a:lnTo>
                  <a:pt x="1350992" y="2213105"/>
                </a:lnTo>
                <a:close/>
                <a:moveTo>
                  <a:pt x="1371665" y="2160719"/>
                </a:moveTo>
                <a:lnTo>
                  <a:pt x="1376471" y="2161334"/>
                </a:lnTo>
                <a:lnTo>
                  <a:pt x="1378284" y="2156506"/>
                </a:lnTo>
                <a:lnTo>
                  <a:pt x="1374467" y="2156983"/>
                </a:lnTo>
                <a:lnTo>
                  <a:pt x="1372935" y="2158568"/>
                </a:lnTo>
                <a:close/>
                <a:moveTo>
                  <a:pt x="1403156" y="2090134"/>
                </a:moveTo>
                <a:lnTo>
                  <a:pt x="1402071" y="2093051"/>
                </a:lnTo>
                <a:lnTo>
                  <a:pt x="1403806" y="2093393"/>
                </a:lnTo>
                <a:lnTo>
                  <a:pt x="1403980" y="2093389"/>
                </a:lnTo>
                <a:lnTo>
                  <a:pt x="1403813" y="2090635"/>
                </a:lnTo>
                <a:close/>
                <a:moveTo>
                  <a:pt x="1800872" y="1199383"/>
                </a:moveTo>
                <a:lnTo>
                  <a:pt x="1801539" y="1198858"/>
                </a:lnTo>
                <a:lnTo>
                  <a:pt x="1801665" y="1198221"/>
                </a:lnTo>
                <a:close/>
                <a:moveTo>
                  <a:pt x="1857418" y="1072667"/>
                </a:moveTo>
                <a:lnTo>
                  <a:pt x="1858018" y="1088993"/>
                </a:lnTo>
                <a:lnTo>
                  <a:pt x="1864679" y="1081455"/>
                </a:lnTo>
                <a:lnTo>
                  <a:pt x="1869640" y="1056738"/>
                </a:lnTo>
                <a:lnTo>
                  <a:pt x="1864321" y="1062961"/>
                </a:lnTo>
                <a:close/>
                <a:moveTo>
                  <a:pt x="1832645" y="1128112"/>
                </a:moveTo>
                <a:lnTo>
                  <a:pt x="1832117" y="1129631"/>
                </a:lnTo>
                <a:lnTo>
                  <a:pt x="1835543" y="1125650"/>
                </a:lnTo>
                <a:lnTo>
                  <a:pt x="1835741" y="1125176"/>
                </a:lnTo>
                <a:close/>
                <a:moveTo>
                  <a:pt x="1813581" y="1170788"/>
                </a:moveTo>
                <a:lnTo>
                  <a:pt x="1813402" y="1171930"/>
                </a:lnTo>
                <a:lnTo>
                  <a:pt x="1814107" y="1171096"/>
                </a:lnTo>
                <a:close/>
                <a:moveTo>
                  <a:pt x="1800029" y="1200622"/>
                </a:moveTo>
                <a:lnTo>
                  <a:pt x="1799549" y="1202936"/>
                </a:lnTo>
                <a:lnTo>
                  <a:pt x="1801189" y="1200629"/>
                </a:lnTo>
                <a:lnTo>
                  <a:pt x="1801475" y="1199177"/>
                </a:lnTo>
                <a:lnTo>
                  <a:pt x="1800443" y="1200014"/>
                </a:lnTo>
                <a:close/>
                <a:moveTo>
                  <a:pt x="1370945" y="2160628"/>
                </a:moveTo>
                <a:lnTo>
                  <a:pt x="1371562" y="2160707"/>
                </a:lnTo>
                <a:lnTo>
                  <a:pt x="1372653" y="2158861"/>
                </a:lnTo>
                <a:close/>
                <a:moveTo>
                  <a:pt x="1402425" y="2090038"/>
                </a:moveTo>
                <a:lnTo>
                  <a:pt x="1402076" y="2092571"/>
                </a:lnTo>
                <a:lnTo>
                  <a:pt x="1403021" y="2090032"/>
                </a:lnTo>
                <a:lnTo>
                  <a:pt x="1402949" y="2089977"/>
                </a:lnTo>
                <a:close/>
                <a:moveTo>
                  <a:pt x="1376680" y="2146818"/>
                </a:moveTo>
                <a:lnTo>
                  <a:pt x="1376907" y="2146885"/>
                </a:lnTo>
                <a:lnTo>
                  <a:pt x="1378733" y="2147192"/>
                </a:lnTo>
                <a:lnTo>
                  <a:pt x="1379609" y="2146405"/>
                </a:lnTo>
                <a:lnTo>
                  <a:pt x="1380028" y="2145637"/>
                </a:lnTo>
                <a:close/>
                <a:moveTo>
                  <a:pt x="1398014" y="2098933"/>
                </a:moveTo>
                <a:lnTo>
                  <a:pt x="1397331" y="2101250"/>
                </a:lnTo>
                <a:lnTo>
                  <a:pt x="1399054" y="2102439"/>
                </a:lnTo>
                <a:lnTo>
                  <a:pt x="1400858" y="2099209"/>
                </a:lnTo>
                <a:lnTo>
                  <a:pt x="1400862" y="2099178"/>
                </a:lnTo>
                <a:lnTo>
                  <a:pt x="1399826" y="2099089"/>
                </a:lnTo>
                <a:lnTo>
                  <a:pt x="1399272" y="2100577"/>
                </a:lnTo>
                <a:lnTo>
                  <a:pt x="1399049" y="2100713"/>
                </a:lnTo>
                <a:lnTo>
                  <a:pt x="1399658" y="2099074"/>
                </a:lnTo>
                <a:lnTo>
                  <a:pt x="1398402" y="2098966"/>
                </a:lnTo>
                <a:lnTo>
                  <a:pt x="1398278" y="2099002"/>
                </a:lnTo>
                <a:lnTo>
                  <a:pt x="1398134" y="2098943"/>
                </a:lnTo>
                <a:close/>
                <a:moveTo>
                  <a:pt x="1399905" y="2094642"/>
                </a:moveTo>
                <a:lnTo>
                  <a:pt x="1399845" y="2095578"/>
                </a:lnTo>
                <a:lnTo>
                  <a:pt x="1400792" y="2096023"/>
                </a:lnTo>
                <a:lnTo>
                  <a:pt x="1401245" y="2094806"/>
                </a:lnTo>
                <a:close/>
                <a:moveTo>
                  <a:pt x="1400623" y="2092765"/>
                </a:moveTo>
                <a:lnTo>
                  <a:pt x="1401714" y="2092981"/>
                </a:lnTo>
                <a:lnTo>
                  <a:pt x="1402115" y="2090074"/>
                </a:lnTo>
                <a:lnTo>
                  <a:pt x="1401823" y="2090109"/>
                </a:lnTo>
                <a:close/>
                <a:moveTo>
                  <a:pt x="1399438" y="2095387"/>
                </a:moveTo>
                <a:lnTo>
                  <a:pt x="1399648" y="2095486"/>
                </a:lnTo>
                <a:lnTo>
                  <a:pt x="1399691" y="2094829"/>
                </a:lnTo>
                <a:close/>
                <a:moveTo>
                  <a:pt x="1398345" y="2097806"/>
                </a:moveTo>
                <a:lnTo>
                  <a:pt x="1398120" y="2098573"/>
                </a:lnTo>
                <a:lnTo>
                  <a:pt x="1399791" y="2098717"/>
                </a:lnTo>
                <a:lnTo>
                  <a:pt x="1400463" y="2096910"/>
                </a:lnTo>
                <a:lnTo>
                  <a:pt x="1399778" y="2096620"/>
                </a:lnTo>
                <a:lnTo>
                  <a:pt x="1399753" y="2096997"/>
                </a:lnTo>
                <a:lnTo>
                  <a:pt x="1399538" y="2097196"/>
                </a:lnTo>
                <a:lnTo>
                  <a:pt x="1399581" y="2096537"/>
                </a:lnTo>
                <a:lnTo>
                  <a:pt x="1399025" y="2096303"/>
                </a:lnTo>
                <a:close/>
                <a:moveTo>
                  <a:pt x="1814365" y="1165780"/>
                </a:moveTo>
                <a:lnTo>
                  <a:pt x="1813794" y="1169426"/>
                </a:lnTo>
                <a:lnTo>
                  <a:pt x="1814177" y="1169654"/>
                </a:lnTo>
                <a:lnTo>
                  <a:pt x="1814917" y="1170138"/>
                </a:lnTo>
                <a:lnTo>
                  <a:pt x="1816654" y="1168083"/>
                </a:lnTo>
                <a:close/>
                <a:moveTo>
                  <a:pt x="1398815" y="2096215"/>
                </a:moveTo>
                <a:lnTo>
                  <a:pt x="1398592" y="2096972"/>
                </a:lnTo>
                <a:lnTo>
                  <a:pt x="1398915" y="2096257"/>
                </a:lnTo>
                <a:close/>
                <a:moveTo>
                  <a:pt x="1801284" y="1194572"/>
                </a:moveTo>
                <a:lnTo>
                  <a:pt x="1800807" y="1196870"/>
                </a:lnTo>
                <a:lnTo>
                  <a:pt x="1802390" y="1194546"/>
                </a:lnTo>
                <a:lnTo>
                  <a:pt x="1802711" y="1192924"/>
                </a:lnTo>
                <a:close/>
                <a:moveTo>
                  <a:pt x="1399300" y="2094568"/>
                </a:moveTo>
                <a:lnTo>
                  <a:pt x="1399105" y="2095230"/>
                </a:lnTo>
                <a:lnTo>
                  <a:pt x="1399330" y="2095336"/>
                </a:lnTo>
                <a:lnTo>
                  <a:pt x="1399657" y="2094612"/>
                </a:lnTo>
                <a:close/>
                <a:moveTo>
                  <a:pt x="1348901" y="2206769"/>
                </a:moveTo>
                <a:lnTo>
                  <a:pt x="1353119" y="2208391"/>
                </a:lnTo>
                <a:lnTo>
                  <a:pt x="1354161" y="2208368"/>
                </a:lnTo>
                <a:lnTo>
                  <a:pt x="1354543" y="2207822"/>
                </a:lnTo>
                <a:close/>
                <a:moveTo>
                  <a:pt x="1372967" y="2152743"/>
                </a:moveTo>
                <a:lnTo>
                  <a:pt x="1372867" y="2154347"/>
                </a:lnTo>
                <a:lnTo>
                  <a:pt x="1375441" y="2154026"/>
                </a:lnTo>
                <a:lnTo>
                  <a:pt x="1378734" y="2148005"/>
                </a:lnTo>
                <a:lnTo>
                  <a:pt x="1378693" y="2147998"/>
                </a:lnTo>
                <a:close/>
                <a:moveTo>
                  <a:pt x="1829017" y="1131555"/>
                </a:moveTo>
                <a:lnTo>
                  <a:pt x="1830192" y="1131868"/>
                </a:lnTo>
                <a:lnTo>
                  <a:pt x="1831787" y="1130014"/>
                </a:lnTo>
                <a:lnTo>
                  <a:pt x="1832351" y="1128392"/>
                </a:lnTo>
                <a:close/>
                <a:moveTo>
                  <a:pt x="1801858" y="1191809"/>
                </a:moveTo>
                <a:lnTo>
                  <a:pt x="1801466" y="1193701"/>
                </a:lnTo>
                <a:lnTo>
                  <a:pt x="1802880" y="1192065"/>
                </a:lnTo>
                <a:lnTo>
                  <a:pt x="1803083" y="1191038"/>
                </a:lnTo>
                <a:close/>
                <a:moveTo>
                  <a:pt x="1400570" y="2090255"/>
                </a:moveTo>
                <a:lnTo>
                  <a:pt x="1400080" y="2091920"/>
                </a:lnTo>
                <a:lnTo>
                  <a:pt x="1400033" y="2092649"/>
                </a:lnTo>
                <a:lnTo>
                  <a:pt x="1400502" y="2092742"/>
                </a:lnTo>
                <a:lnTo>
                  <a:pt x="1401214" y="2091165"/>
                </a:lnTo>
                <a:lnTo>
                  <a:pt x="1401666" y="2090127"/>
                </a:lnTo>
                <a:close/>
                <a:moveTo>
                  <a:pt x="1801998" y="1191134"/>
                </a:moveTo>
                <a:lnTo>
                  <a:pt x="1801940" y="1191415"/>
                </a:lnTo>
                <a:lnTo>
                  <a:pt x="1803155" y="1190671"/>
                </a:lnTo>
                <a:lnTo>
                  <a:pt x="1803295" y="1189964"/>
                </a:lnTo>
                <a:close/>
                <a:moveTo>
                  <a:pt x="1875485" y="1026427"/>
                </a:moveTo>
                <a:lnTo>
                  <a:pt x="1872412" y="1050907"/>
                </a:lnTo>
                <a:lnTo>
                  <a:pt x="1884434" y="1034003"/>
                </a:lnTo>
                <a:lnTo>
                  <a:pt x="1885678" y="1029492"/>
                </a:lnTo>
                <a:lnTo>
                  <a:pt x="1890995" y="1009438"/>
                </a:lnTo>
                <a:close/>
                <a:moveTo>
                  <a:pt x="1850915" y="1081109"/>
                </a:moveTo>
                <a:lnTo>
                  <a:pt x="1844538" y="1104246"/>
                </a:lnTo>
                <a:lnTo>
                  <a:pt x="1853894" y="1093659"/>
                </a:lnTo>
                <a:lnTo>
                  <a:pt x="1854311" y="1076716"/>
                </a:lnTo>
                <a:close/>
                <a:moveTo>
                  <a:pt x="1373074" y="2151035"/>
                </a:moveTo>
                <a:lnTo>
                  <a:pt x="1373004" y="2152159"/>
                </a:lnTo>
                <a:lnTo>
                  <a:pt x="1375647" y="2149968"/>
                </a:lnTo>
                <a:lnTo>
                  <a:pt x="1377972" y="2147877"/>
                </a:lnTo>
                <a:lnTo>
                  <a:pt x="1376040" y="2147552"/>
                </a:lnTo>
                <a:close/>
                <a:moveTo>
                  <a:pt x="1347115" y="2208921"/>
                </a:moveTo>
                <a:lnTo>
                  <a:pt x="1348027" y="2209615"/>
                </a:lnTo>
                <a:lnTo>
                  <a:pt x="1352878" y="2210208"/>
                </a:lnTo>
                <a:lnTo>
                  <a:pt x="1353568" y="2209219"/>
                </a:lnTo>
                <a:lnTo>
                  <a:pt x="1352489" y="2208803"/>
                </a:lnTo>
                <a:close/>
                <a:moveTo>
                  <a:pt x="1815171" y="1160628"/>
                </a:moveTo>
                <a:lnTo>
                  <a:pt x="1814441" y="1165295"/>
                </a:lnTo>
                <a:lnTo>
                  <a:pt x="1816911" y="1167780"/>
                </a:lnTo>
                <a:lnTo>
                  <a:pt x="1816979" y="1167700"/>
                </a:lnTo>
                <a:lnTo>
                  <a:pt x="1823959" y="1151930"/>
                </a:lnTo>
                <a:lnTo>
                  <a:pt x="1825193" y="1148532"/>
                </a:lnTo>
                <a:lnTo>
                  <a:pt x="1816943" y="1159004"/>
                </a:lnTo>
                <a:close/>
                <a:moveTo>
                  <a:pt x="1851959" y="1077322"/>
                </a:moveTo>
                <a:lnTo>
                  <a:pt x="1851638" y="1078488"/>
                </a:lnTo>
                <a:lnTo>
                  <a:pt x="1854354" y="1074974"/>
                </a:lnTo>
                <a:lnTo>
                  <a:pt x="1854363" y="1074587"/>
                </a:lnTo>
                <a:close/>
                <a:moveTo>
                  <a:pt x="1370705" y="2154617"/>
                </a:moveTo>
                <a:lnTo>
                  <a:pt x="1372698" y="2154368"/>
                </a:lnTo>
                <a:lnTo>
                  <a:pt x="1372790" y="2152890"/>
                </a:lnTo>
                <a:close/>
                <a:moveTo>
                  <a:pt x="1395164" y="2099753"/>
                </a:moveTo>
                <a:lnTo>
                  <a:pt x="1395451" y="2099951"/>
                </a:lnTo>
                <a:lnTo>
                  <a:pt x="1395428" y="2099233"/>
                </a:lnTo>
                <a:close/>
                <a:moveTo>
                  <a:pt x="1802952" y="1186536"/>
                </a:moveTo>
                <a:lnTo>
                  <a:pt x="1802065" y="1190809"/>
                </a:lnTo>
                <a:lnTo>
                  <a:pt x="1803363" y="1189618"/>
                </a:lnTo>
                <a:lnTo>
                  <a:pt x="1804291" y="1184915"/>
                </a:lnTo>
                <a:close/>
                <a:moveTo>
                  <a:pt x="1373227" y="2148583"/>
                </a:moveTo>
                <a:lnTo>
                  <a:pt x="1373112" y="2150427"/>
                </a:lnTo>
                <a:lnTo>
                  <a:pt x="1375560" y="2147471"/>
                </a:lnTo>
                <a:lnTo>
                  <a:pt x="1375063" y="2147387"/>
                </a:lnTo>
                <a:lnTo>
                  <a:pt x="1373712" y="2147863"/>
                </a:lnTo>
                <a:close/>
                <a:moveTo>
                  <a:pt x="1396664" y="2095308"/>
                </a:moveTo>
                <a:lnTo>
                  <a:pt x="1396678" y="2095783"/>
                </a:lnTo>
                <a:lnTo>
                  <a:pt x="1396875" y="2095397"/>
                </a:lnTo>
                <a:close/>
                <a:moveTo>
                  <a:pt x="1370090" y="2154540"/>
                </a:moveTo>
                <a:lnTo>
                  <a:pt x="1370120" y="2154549"/>
                </a:lnTo>
                <a:lnTo>
                  <a:pt x="1372826" y="2152305"/>
                </a:lnTo>
                <a:lnTo>
                  <a:pt x="1372893" y="2151247"/>
                </a:lnTo>
                <a:close/>
                <a:moveTo>
                  <a:pt x="1369992" y="2154655"/>
                </a:moveTo>
                <a:lnTo>
                  <a:pt x="1370009" y="2154640"/>
                </a:lnTo>
                <a:lnTo>
                  <a:pt x="1370005" y="2154639"/>
                </a:lnTo>
                <a:close/>
                <a:moveTo>
                  <a:pt x="1854525" y="1068010"/>
                </a:moveTo>
                <a:lnTo>
                  <a:pt x="1852335" y="1075956"/>
                </a:lnTo>
                <a:lnTo>
                  <a:pt x="1854388" y="1073621"/>
                </a:lnTo>
                <a:close/>
                <a:moveTo>
                  <a:pt x="1369365" y="2154309"/>
                </a:moveTo>
                <a:lnTo>
                  <a:pt x="1369784" y="2154442"/>
                </a:lnTo>
                <a:lnTo>
                  <a:pt x="1372930" y="2150645"/>
                </a:lnTo>
                <a:lnTo>
                  <a:pt x="1373041" y="2148858"/>
                </a:lnTo>
                <a:close/>
                <a:moveTo>
                  <a:pt x="1784153" y="1225450"/>
                </a:moveTo>
                <a:lnTo>
                  <a:pt x="1783735" y="1229164"/>
                </a:lnTo>
                <a:lnTo>
                  <a:pt x="1782437" y="1235718"/>
                </a:lnTo>
                <a:lnTo>
                  <a:pt x="1783604" y="1233585"/>
                </a:lnTo>
                <a:lnTo>
                  <a:pt x="1787236" y="1222792"/>
                </a:lnTo>
                <a:lnTo>
                  <a:pt x="1786634" y="1222024"/>
                </a:lnTo>
                <a:lnTo>
                  <a:pt x="1786549" y="1222082"/>
                </a:lnTo>
                <a:close/>
                <a:moveTo>
                  <a:pt x="1805032" y="1178569"/>
                </a:moveTo>
                <a:lnTo>
                  <a:pt x="1805609" y="1178245"/>
                </a:lnTo>
                <a:lnTo>
                  <a:pt x="1805616" y="1178208"/>
                </a:lnTo>
                <a:lnTo>
                  <a:pt x="1805690" y="1177501"/>
                </a:lnTo>
                <a:close/>
                <a:moveTo>
                  <a:pt x="1369016" y="2154827"/>
                </a:moveTo>
                <a:lnTo>
                  <a:pt x="1369517" y="2154765"/>
                </a:lnTo>
                <a:lnTo>
                  <a:pt x="1369701" y="2154543"/>
                </a:lnTo>
                <a:lnTo>
                  <a:pt x="1369295" y="2154414"/>
                </a:lnTo>
                <a:close/>
                <a:moveTo>
                  <a:pt x="1338944" y="2222117"/>
                </a:moveTo>
                <a:lnTo>
                  <a:pt x="1341139" y="2223974"/>
                </a:lnTo>
                <a:lnTo>
                  <a:pt x="1349672" y="2228673"/>
                </a:lnTo>
                <a:lnTo>
                  <a:pt x="1351604" y="2224101"/>
                </a:lnTo>
                <a:lnTo>
                  <a:pt x="1347556" y="2223467"/>
                </a:lnTo>
                <a:lnTo>
                  <a:pt x="1347429" y="2223648"/>
                </a:lnTo>
                <a:lnTo>
                  <a:pt x="1347214" y="2223713"/>
                </a:lnTo>
                <a:lnTo>
                  <a:pt x="1347403" y="2223443"/>
                </a:lnTo>
                <a:lnTo>
                  <a:pt x="1343960" y="2222903"/>
                </a:lnTo>
                <a:lnTo>
                  <a:pt x="1343904" y="2222982"/>
                </a:lnTo>
                <a:lnTo>
                  <a:pt x="1343732" y="2223031"/>
                </a:lnTo>
                <a:lnTo>
                  <a:pt x="1343838" y="2222884"/>
                </a:lnTo>
                <a:close/>
                <a:moveTo>
                  <a:pt x="1804389" y="1179613"/>
                </a:moveTo>
                <a:lnTo>
                  <a:pt x="1803570" y="1183559"/>
                </a:lnTo>
                <a:lnTo>
                  <a:pt x="1804860" y="1182033"/>
                </a:lnTo>
                <a:lnTo>
                  <a:pt x="1805564" y="1178470"/>
                </a:lnTo>
                <a:lnTo>
                  <a:pt x="1804842" y="1178877"/>
                </a:lnTo>
                <a:close/>
                <a:moveTo>
                  <a:pt x="1394488" y="2097354"/>
                </a:moveTo>
                <a:lnTo>
                  <a:pt x="1395378" y="2097718"/>
                </a:lnTo>
                <a:lnTo>
                  <a:pt x="1395334" y="2096339"/>
                </a:lnTo>
                <a:close/>
                <a:moveTo>
                  <a:pt x="1393908" y="2098579"/>
                </a:moveTo>
                <a:lnTo>
                  <a:pt x="1393453" y="2100743"/>
                </a:lnTo>
                <a:lnTo>
                  <a:pt x="1394680" y="2099418"/>
                </a:lnTo>
                <a:lnTo>
                  <a:pt x="1394794" y="2099496"/>
                </a:lnTo>
                <a:lnTo>
                  <a:pt x="1395203" y="2098691"/>
                </a:lnTo>
                <a:close/>
                <a:moveTo>
                  <a:pt x="1818472" y="1147795"/>
                </a:moveTo>
                <a:lnTo>
                  <a:pt x="1824678" y="1142648"/>
                </a:lnTo>
                <a:lnTo>
                  <a:pt x="1829537" y="1136481"/>
                </a:lnTo>
                <a:lnTo>
                  <a:pt x="1830300" y="1134286"/>
                </a:lnTo>
                <a:close/>
                <a:moveTo>
                  <a:pt x="1804503" y="1179068"/>
                </a:moveTo>
                <a:lnTo>
                  <a:pt x="1804446" y="1179341"/>
                </a:lnTo>
                <a:lnTo>
                  <a:pt x="1804673" y="1178972"/>
                </a:lnTo>
                <a:close/>
                <a:moveTo>
                  <a:pt x="1394057" y="2097871"/>
                </a:moveTo>
                <a:lnTo>
                  <a:pt x="1393984" y="2098217"/>
                </a:lnTo>
                <a:lnTo>
                  <a:pt x="1395382" y="2098338"/>
                </a:lnTo>
                <a:lnTo>
                  <a:pt x="1395398" y="2098306"/>
                </a:lnTo>
                <a:lnTo>
                  <a:pt x="1395382" y="2097814"/>
                </a:lnTo>
                <a:lnTo>
                  <a:pt x="1394430" y="2097423"/>
                </a:lnTo>
                <a:close/>
                <a:moveTo>
                  <a:pt x="1784359" y="1223622"/>
                </a:moveTo>
                <a:lnTo>
                  <a:pt x="1784269" y="1224421"/>
                </a:lnTo>
                <a:lnTo>
                  <a:pt x="1785377" y="1222863"/>
                </a:lnTo>
                <a:lnTo>
                  <a:pt x="1784458" y="1223475"/>
                </a:lnTo>
                <a:close/>
                <a:moveTo>
                  <a:pt x="1790000" y="1210970"/>
                </a:moveTo>
                <a:lnTo>
                  <a:pt x="1790890" y="1211426"/>
                </a:lnTo>
                <a:lnTo>
                  <a:pt x="1791230" y="1210928"/>
                </a:lnTo>
                <a:lnTo>
                  <a:pt x="1791462" y="1210238"/>
                </a:lnTo>
                <a:close/>
                <a:moveTo>
                  <a:pt x="1344215" y="2208985"/>
                </a:moveTo>
                <a:lnTo>
                  <a:pt x="1346054" y="2209348"/>
                </a:lnTo>
                <a:lnTo>
                  <a:pt x="1345539" y="2208956"/>
                </a:lnTo>
                <a:close/>
                <a:moveTo>
                  <a:pt x="1791307" y="1207424"/>
                </a:moveTo>
                <a:lnTo>
                  <a:pt x="1792247" y="1207903"/>
                </a:lnTo>
                <a:lnTo>
                  <a:pt x="1792823" y="1206195"/>
                </a:lnTo>
                <a:close/>
                <a:moveTo>
                  <a:pt x="1795986" y="1196558"/>
                </a:moveTo>
                <a:lnTo>
                  <a:pt x="1795801" y="1197343"/>
                </a:lnTo>
                <a:lnTo>
                  <a:pt x="1796100" y="1196455"/>
                </a:lnTo>
                <a:close/>
                <a:moveTo>
                  <a:pt x="1816878" y="1149719"/>
                </a:moveTo>
                <a:lnTo>
                  <a:pt x="1816772" y="1150390"/>
                </a:lnTo>
                <a:lnTo>
                  <a:pt x="1823273" y="1144432"/>
                </a:lnTo>
                <a:lnTo>
                  <a:pt x="1823313" y="1144381"/>
                </a:lnTo>
                <a:close/>
                <a:moveTo>
                  <a:pt x="1345873" y="2204100"/>
                </a:moveTo>
                <a:lnTo>
                  <a:pt x="1354670" y="2206413"/>
                </a:lnTo>
                <a:lnTo>
                  <a:pt x="1355426" y="2206555"/>
                </a:lnTo>
                <a:lnTo>
                  <a:pt x="1360262" y="2199621"/>
                </a:lnTo>
                <a:lnTo>
                  <a:pt x="1355909" y="2196471"/>
                </a:lnTo>
                <a:close/>
                <a:moveTo>
                  <a:pt x="1795696" y="1196820"/>
                </a:moveTo>
                <a:lnTo>
                  <a:pt x="1795656" y="1197087"/>
                </a:lnTo>
                <a:lnTo>
                  <a:pt x="1795726" y="1196792"/>
                </a:lnTo>
                <a:close/>
                <a:moveTo>
                  <a:pt x="1365568" y="2159940"/>
                </a:moveTo>
                <a:lnTo>
                  <a:pt x="1370649" y="2160590"/>
                </a:lnTo>
                <a:lnTo>
                  <a:pt x="1373177" y="2157974"/>
                </a:lnTo>
                <a:lnTo>
                  <a:pt x="1373706" y="2157078"/>
                </a:lnTo>
                <a:lnTo>
                  <a:pt x="1367242" y="2157884"/>
                </a:lnTo>
                <a:lnTo>
                  <a:pt x="1365859" y="2159509"/>
                </a:lnTo>
                <a:close/>
                <a:moveTo>
                  <a:pt x="1796283" y="1195296"/>
                </a:moveTo>
                <a:lnTo>
                  <a:pt x="1796036" y="1196344"/>
                </a:lnTo>
                <a:lnTo>
                  <a:pt x="1796182" y="1196209"/>
                </a:lnTo>
                <a:lnTo>
                  <a:pt x="1796544" y="1195135"/>
                </a:lnTo>
                <a:close/>
                <a:moveTo>
                  <a:pt x="1790937" y="1207217"/>
                </a:moveTo>
                <a:lnTo>
                  <a:pt x="1793003" y="1205588"/>
                </a:lnTo>
                <a:lnTo>
                  <a:pt x="1793039" y="1205341"/>
                </a:lnTo>
                <a:close/>
                <a:moveTo>
                  <a:pt x="1796509" y="1194334"/>
                </a:moveTo>
                <a:lnTo>
                  <a:pt x="1796398" y="1194803"/>
                </a:lnTo>
                <a:lnTo>
                  <a:pt x="1796723" y="1194605"/>
                </a:lnTo>
                <a:lnTo>
                  <a:pt x="1797023" y="1193711"/>
                </a:lnTo>
                <a:close/>
                <a:moveTo>
                  <a:pt x="1791066" y="1206381"/>
                </a:moveTo>
                <a:lnTo>
                  <a:pt x="1793161" y="1204511"/>
                </a:lnTo>
                <a:lnTo>
                  <a:pt x="1793258" y="1203848"/>
                </a:lnTo>
                <a:close/>
                <a:moveTo>
                  <a:pt x="1795883" y="1195539"/>
                </a:moveTo>
                <a:lnTo>
                  <a:pt x="1795723" y="1196632"/>
                </a:lnTo>
                <a:lnTo>
                  <a:pt x="1795776" y="1196583"/>
                </a:lnTo>
                <a:lnTo>
                  <a:pt x="1796045" y="1195442"/>
                </a:lnTo>
                <a:close/>
                <a:moveTo>
                  <a:pt x="1795964" y="1194994"/>
                </a:moveTo>
                <a:lnTo>
                  <a:pt x="1795951" y="1195077"/>
                </a:lnTo>
                <a:lnTo>
                  <a:pt x="1796161" y="1194948"/>
                </a:lnTo>
                <a:lnTo>
                  <a:pt x="1796225" y="1194678"/>
                </a:lnTo>
                <a:close/>
                <a:moveTo>
                  <a:pt x="1337299" y="2221860"/>
                </a:moveTo>
                <a:lnTo>
                  <a:pt x="1340514" y="2223631"/>
                </a:lnTo>
                <a:lnTo>
                  <a:pt x="1338677" y="2222076"/>
                </a:lnTo>
                <a:close/>
                <a:moveTo>
                  <a:pt x="1786678" y="1215399"/>
                </a:moveTo>
                <a:lnTo>
                  <a:pt x="1786723" y="1215457"/>
                </a:lnTo>
                <a:lnTo>
                  <a:pt x="1788816" y="1214469"/>
                </a:lnTo>
                <a:lnTo>
                  <a:pt x="1790636" y="1211800"/>
                </a:lnTo>
                <a:lnTo>
                  <a:pt x="1789503" y="1211219"/>
                </a:lnTo>
                <a:lnTo>
                  <a:pt x="1788285" y="1211831"/>
                </a:lnTo>
                <a:close/>
                <a:moveTo>
                  <a:pt x="1788655" y="1210785"/>
                </a:moveTo>
                <a:lnTo>
                  <a:pt x="1788690" y="1210930"/>
                </a:lnTo>
                <a:lnTo>
                  <a:pt x="1788585" y="1211165"/>
                </a:lnTo>
                <a:lnTo>
                  <a:pt x="1789002" y="1210963"/>
                </a:lnTo>
                <a:close/>
                <a:moveTo>
                  <a:pt x="1368704" y="2151013"/>
                </a:moveTo>
                <a:lnTo>
                  <a:pt x="1369889" y="2149211"/>
                </a:lnTo>
                <a:lnTo>
                  <a:pt x="1369596" y="2149315"/>
                </a:lnTo>
                <a:close/>
                <a:moveTo>
                  <a:pt x="1390547" y="2102080"/>
                </a:moveTo>
                <a:lnTo>
                  <a:pt x="1391429" y="2102929"/>
                </a:lnTo>
                <a:lnTo>
                  <a:pt x="1392842" y="2101402"/>
                </a:lnTo>
                <a:lnTo>
                  <a:pt x="1393425" y="2098628"/>
                </a:lnTo>
                <a:close/>
                <a:moveTo>
                  <a:pt x="1797396" y="1190863"/>
                </a:moveTo>
                <a:lnTo>
                  <a:pt x="1798369" y="1189711"/>
                </a:lnTo>
                <a:lnTo>
                  <a:pt x="1798644" y="1188894"/>
                </a:lnTo>
                <a:close/>
                <a:moveTo>
                  <a:pt x="1351282" y="2189521"/>
                </a:moveTo>
                <a:lnTo>
                  <a:pt x="1356809" y="2191885"/>
                </a:lnTo>
                <a:lnTo>
                  <a:pt x="1358838" y="2189927"/>
                </a:lnTo>
                <a:close/>
                <a:moveTo>
                  <a:pt x="1824298" y="1130299"/>
                </a:moveTo>
                <a:lnTo>
                  <a:pt x="1828409" y="1131393"/>
                </a:lnTo>
                <a:lnTo>
                  <a:pt x="1832734" y="1127290"/>
                </a:lnTo>
                <a:lnTo>
                  <a:pt x="1835607" y="1119035"/>
                </a:lnTo>
                <a:lnTo>
                  <a:pt x="1835705" y="1119319"/>
                </a:lnTo>
                <a:lnTo>
                  <a:pt x="1833029" y="1127011"/>
                </a:lnTo>
                <a:lnTo>
                  <a:pt x="1836249" y="1123956"/>
                </a:lnTo>
                <a:lnTo>
                  <a:pt x="1840214" y="1114435"/>
                </a:lnTo>
                <a:lnTo>
                  <a:pt x="1840270" y="1114634"/>
                </a:lnTo>
                <a:lnTo>
                  <a:pt x="1836477" y="1123740"/>
                </a:lnTo>
                <a:lnTo>
                  <a:pt x="1838284" y="1122026"/>
                </a:lnTo>
                <a:lnTo>
                  <a:pt x="1842454" y="1108956"/>
                </a:lnTo>
                <a:lnTo>
                  <a:pt x="1825087" y="1129056"/>
                </a:lnTo>
                <a:close/>
                <a:moveTo>
                  <a:pt x="1350224" y="2191397"/>
                </a:moveTo>
                <a:lnTo>
                  <a:pt x="1354226" y="2194378"/>
                </a:lnTo>
                <a:lnTo>
                  <a:pt x="1355450" y="2193196"/>
                </a:lnTo>
                <a:close/>
                <a:moveTo>
                  <a:pt x="1361539" y="2165915"/>
                </a:moveTo>
                <a:lnTo>
                  <a:pt x="1368145" y="2169874"/>
                </a:lnTo>
                <a:lnTo>
                  <a:pt x="1369148" y="2169854"/>
                </a:lnTo>
                <a:lnTo>
                  <a:pt x="1372939" y="2167124"/>
                </a:lnTo>
                <a:lnTo>
                  <a:pt x="1365577" y="2166183"/>
                </a:lnTo>
                <a:lnTo>
                  <a:pt x="1365277" y="2166493"/>
                </a:lnTo>
                <a:lnTo>
                  <a:pt x="1364894" y="2166545"/>
                </a:lnTo>
                <a:lnTo>
                  <a:pt x="1365280" y="2166146"/>
                </a:lnTo>
                <a:lnTo>
                  <a:pt x="1361693" y="2165687"/>
                </a:lnTo>
                <a:close/>
                <a:moveTo>
                  <a:pt x="1813874" y="1153047"/>
                </a:moveTo>
                <a:lnTo>
                  <a:pt x="1813979" y="1152951"/>
                </a:lnTo>
                <a:lnTo>
                  <a:pt x="1813983" y="1152923"/>
                </a:lnTo>
                <a:close/>
                <a:moveTo>
                  <a:pt x="1806564" y="1169131"/>
                </a:moveTo>
                <a:lnTo>
                  <a:pt x="1804550" y="1178841"/>
                </a:lnTo>
                <a:lnTo>
                  <a:pt x="1804862" y="1178665"/>
                </a:lnTo>
                <a:lnTo>
                  <a:pt x="1805713" y="1177284"/>
                </a:lnTo>
                <a:close/>
                <a:moveTo>
                  <a:pt x="1354565" y="2180924"/>
                </a:moveTo>
                <a:lnTo>
                  <a:pt x="1364048" y="2184899"/>
                </a:lnTo>
                <a:lnTo>
                  <a:pt x="1369653" y="2179490"/>
                </a:lnTo>
                <a:lnTo>
                  <a:pt x="1370815" y="2176397"/>
                </a:lnTo>
                <a:lnTo>
                  <a:pt x="1369366" y="2176426"/>
                </a:lnTo>
                <a:lnTo>
                  <a:pt x="1369283" y="2176482"/>
                </a:lnTo>
                <a:lnTo>
                  <a:pt x="1368683" y="2176440"/>
                </a:lnTo>
                <a:lnTo>
                  <a:pt x="1360691" y="2176600"/>
                </a:lnTo>
                <a:lnTo>
                  <a:pt x="1358850" y="2177926"/>
                </a:lnTo>
                <a:close/>
                <a:moveTo>
                  <a:pt x="1343325" y="2206038"/>
                </a:moveTo>
                <a:lnTo>
                  <a:pt x="1346606" y="2208534"/>
                </a:lnTo>
                <a:lnTo>
                  <a:pt x="1351508" y="2208426"/>
                </a:lnTo>
                <a:lnTo>
                  <a:pt x="1345596" y="2206152"/>
                </a:lnTo>
                <a:lnTo>
                  <a:pt x="1343652" y="2205789"/>
                </a:lnTo>
                <a:close/>
                <a:moveTo>
                  <a:pt x="1788095" y="1209995"/>
                </a:moveTo>
                <a:lnTo>
                  <a:pt x="1789508" y="1210718"/>
                </a:lnTo>
                <a:lnTo>
                  <a:pt x="1791649" y="1209681"/>
                </a:lnTo>
                <a:lnTo>
                  <a:pt x="1792087" y="1208379"/>
                </a:lnTo>
                <a:lnTo>
                  <a:pt x="1790885" y="1207767"/>
                </a:lnTo>
                <a:lnTo>
                  <a:pt x="1789648" y="1208770"/>
                </a:lnTo>
                <a:close/>
                <a:moveTo>
                  <a:pt x="1818100" y="1141911"/>
                </a:moveTo>
                <a:lnTo>
                  <a:pt x="1817334" y="1146805"/>
                </a:lnTo>
                <a:lnTo>
                  <a:pt x="1829902" y="1132205"/>
                </a:lnTo>
                <a:lnTo>
                  <a:pt x="1828676" y="1131878"/>
                </a:lnTo>
                <a:close/>
                <a:moveTo>
                  <a:pt x="1358742" y="2170062"/>
                </a:moveTo>
                <a:lnTo>
                  <a:pt x="1367200" y="2169892"/>
                </a:lnTo>
                <a:lnTo>
                  <a:pt x="1361258" y="2166332"/>
                </a:lnTo>
                <a:close/>
                <a:moveTo>
                  <a:pt x="1791114" y="1200863"/>
                </a:moveTo>
                <a:lnTo>
                  <a:pt x="1794097" y="1198125"/>
                </a:lnTo>
                <a:lnTo>
                  <a:pt x="1794252" y="1197066"/>
                </a:lnTo>
                <a:close/>
                <a:moveTo>
                  <a:pt x="1818486" y="1139442"/>
                </a:moveTo>
                <a:lnTo>
                  <a:pt x="1818235" y="1141046"/>
                </a:lnTo>
                <a:lnTo>
                  <a:pt x="1828068" y="1131717"/>
                </a:lnTo>
                <a:lnTo>
                  <a:pt x="1824072" y="1130653"/>
                </a:lnTo>
                <a:close/>
                <a:moveTo>
                  <a:pt x="1393377" y="2091336"/>
                </a:moveTo>
                <a:lnTo>
                  <a:pt x="1394012" y="2091461"/>
                </a:lnTo>
                <a:lnTo>
                  <a:pt x="1394298" y="2090976"/>
                </a:lnTo>
                <a:lnTo>
                  <a:pt x="1393692" y="2090958"/>
                </a:lnTo>
                <a:close/>
                <a:moveTo>
                  <a:pt x="1785532" y="1213200"/>
                </a:moveTo>
                <a:lnTo>
                  <a:pt x="1785459" y="1213849"/>
                </a:lnTo>
                <a:lnTo>
                  <a:pt x="1786539" y="1215223"/>
                </a:lnTo>
                <a:lnTo>
                  <a:pt x="1788002" y="1211973"/>
                </a:lnTo>
                <a:lnTo>
                  <a:pt x="1786097" y="1212928"/>
                </a:lnTo>
                <a:close/>
                <a:moveTo>
                  <a:pt x="1863586" y="1038350"/>
                </a:moveTo>
                <a:lnTo>
                  <a:pt x="1873555" y="1027728"/>
                </a:lnTo>
                <a:lnTo>
                  <a:pt x="1874186" y="1022704"/>
                </a:lnTo>
                <a:lnTo>
                  <a:pt x="1870479" y="1028433"/>
                </a:lnTo>
                <a:close/>
                <a:moveTo>
                  <a:pt x="1785728" y="1212548"/>
                </a:moveTo>
                <a:lnTo>
                  <a:pt x="1788306" y="1211300"/>
                </a:lnTo>
                <a:lnTo>
                  <a:pt x="1788560" y="1210737"/>
                </a:lnTo>
                <a:lnTo>
                  <a:pt x="1787708" y="1210300"/>
                </a:lnTo>
                <a:lnTo>
                  <a:pt x="1787602" y="1210384"/>
                </a:lnTo>
                <a:close/>
                <a:moveTo>
                  <a:pt x="1785676" y="1211914"/>
                </a:moveTo>
                <a:lnTo>
                  <a:pt x="1785672" y="1211951"/>
                </a:lnTo>
                <a:lnTo>
                  <a:pt x="1785796" y="1211808"/>
                </a:lnTo>
                <a:lnTo>
                  <a:pt x="1785794" y="1211809"/>
                </a:lnTo>
                <a:close/>
                <a:moveTo>
                  <a:pt x="1861949" y="1041077"/>
                </a:moveTo>
                <a:lnTo>
                  <a:pt x="1856927" y="1059293"/>
                </a:lnTo>
                <a:lnTo>
                  <a:pt x="1856989" y="1060947"/>
                </a:lnTo>
                <a:lnTo>
                  <a:pt x="1857946" y="1059992"/>
                </a:lnTo>
                <a:lnTo>
                  <a:pt x="1857934" y="1060436"/>
                </a:lnTo>
                <a:lnTo>
                  <a:pt x="1857004" y="1061363"/>
                </a:lnTo>
                <a:lnTo>
                  <a:pt x="1857331" y="1070272"/>
                </a:lnTo>
                <a:lnTo>
                  <a:pt x="1862799" y="1064051"/>
                </a:lnTo>
                <a:lnTo>
                  <a:pt x="1866124" y="1059750"/>
                </a:lnTo>
                <a:lnTo>
                  <a:pt x="1870180" y="1054045"/>
                </a:lnTo>
                <a:lnTo>
                  <a:pt x="1870369" y="1053101"/>
                </a:lnTo>
                <a:lnTo>
                  <a:pt x="1873437" y="1028672"/>
                </a:lnTo>
                <a:lnTo>
                  <a:pt x="1867868" y="1034771"/>
                </a:lnTo>
                <a:close/>
                <a:moveTo>
                  <a:pt x="1862667" y="1039327"/>
                </a:moveTo>
                <a:lnTo>
                  <a:pt x="1862881" y="1039100"/>
                </a:lnTo>
                <a:lnTo>
                  <a:pt x="1874225" y="1022395"/>
                </a:lnTo>
                <a:lnTo>
                  <a:pt x="1875145" y="1015067"/>
                </a:lnTo>
                <a:lnTo>
                  <a:pt x="1862960" y="1038737"/>
                </a:lnTo>
                <a:close/>
                <a:moveTo>
                  <a:pt x="1335571" y="2219448"/>
                </a:moveTo>
                <a:lnTo>
                  <a:pt x="1335477" y="2220857"/>
                </a:lnTo>
                <a:lnTo>
                  <a:pt x="1336725" y="2221544"/>
                </a:lnTo>
                <a:lnTo>
                  <a:pt x="1338348" y="2221798"/>
                </a:lnTo>
                <a:close/>
                <a:moveTo>
                  <a:pt x="1340430" y="2208238"/>
                </a:moveTo>
                <a:lnTo>
                  <a:pt x="1342396" y="2208626"/>
                </a:lnTo>
                <a:lnTo>
                  <a:pt x="1345030" y="2208568"/>
                </a:lnTo>
                <a:lnTo>
                  <a:pt x="1342514" y="2206654"/>
                </a:lnTo>
                <a:close/>
                <a:moveTo>
                  <a:pt x="1787966" y="1205722"/>
                </a:moveTo>
                <a:lnTo>
                  <a:pt x="1790115" y="1206817"/>
                </a:lnTo>
                <a:lnTo>
                  <a:pt x="1793375" y="1203049"/>
                </a:lnTo>
                <a:lnTo>
                  <a:pt x="1794073" y="1198284"/>
                </a:lnTo>
                <a:lnTo>
                  <a:pt x="1790831" y="1201209"/>
                </a:lnTo>
                <a:close/>
                <a:moveTo>
                  <a:pt x="1819011" y="1136090"/>
                </a:moveTo>
                <a:lnTo>
                  <a:pt x="1818578" y="1138850"/>
                </a:lnTo>
                <a:lnTo>
                  <a:pt x="1823830" y="1130589"/>
                </a:lnTo>
                <a:lnTo>
                  <a:pt x="1823776" y="1130574"/>
                </a:lnTo>
                <a:close/>
                <a:moveTo>
                  <a:pt x="1791288" y="1197929"/>
                </a:moveTo>
                <a:lnTo>
                  <a:pt x="1791564" y="1197760"/>
                </a:lnTo>
                <a:lnTo>
                  <a:pt x="1793366" y="1195629"/>
                </a:lnTo>
                <a:close/>
                <a:moveTo>
                  <a:pt x="1389375" y="2097820"/>
                </a:moveTo>
                <a:lnTo>
                  <a:pt x="1389592" y="2097839"/>
                </a:lnTo>
                <a:lnTo>
                  <a:pt x="1390291" y="2097000"/>
                </a:lnTo>
                <a:close/>
                <a:moveTo>
                  <a:pt x="1856641" y="1051480"/>
                </a:moveTo>
                <a:lnTo>
                  <a:pt x="1856846" y="1057061"/>
                </a:lnTo>
                <a:lnTo>
                  <a:pt x="1860564" y="1043567"/>
                </a:lnTo>
                <a:close/>
                <a:moveTo>
                  <a:pt x="1814658" y="1145464"/>
                </a:moveTo>
                <a:lnTo>
                  <a:pt x="1814128" y="1150530"/>
                </a:lnTo>
                <a:lnTo>
                  <a:pt x="1814408" y="1150205"/>
                </a:lnTo>
                <a:lnTo>
                  <a:pt x="1815288" y="1144579"/>
                </a:lnTo>
                <a:lnTo>
                  <a:pt x="1815120" y="1144739"/>
                </a:lnTo>
                <a:close/>
                <a:moveTo>
                  <a:pt x="1785959" y="1209405"/>
                </a:moveTo>
                <a:lnTo>
                  <a:pt x="1785767" y="1211112"/>
                </a:lnTo>
                <a:lnTo>
                  <a:pt x="1787052" y="1209965"/>
                </a:lnTo>
                <a:close/>
                <a:moveTo>
                  <a:pt x="1797733" y="1182880"/>
                </a:moveTo>
                <a:lnTo>
                  <a:pt x="1797716" y="1183035"/>
                </a:lnTo>
                <a:lnTo>
                  <a:pt x="1796396" y="1192042"/>
                </a:lnTo>
                <a:lnTo>
                  <a:pt x="1797109" y="1190919"/>
                </a:lnTo>
                <a:lnTo>
                  <a:pt x="1799034" y="1182744"/>
                </a:lnTo>
                <a:lnTo>
                  <a:pt x="1799168" y="1183036"/>
                </a:lnTo>
                <a:lnTo>
                  <a:pt x="1797434" y="1190408"/>
                </a:lnTo>
                <a:lnTo>
                  <a:pt x="1798927" y="1188055"/>
                </a:lnTo>
                <a:lnTo>
                  <a:pt x="1800694" y="1182803"/>
                </a:lnTo>
                <a:lnTo>
                  <a:pt x="1801068" y="1181002"/>
                </a:lnTo>
                <a:close/>
                <a:moveTo>
                  <a:pt x="1786030" y="1208774"/>
                </a:moveTo>
                <a:lnTo>
                  <a:pt x="1786013" y="1208928"/>
                </a:lnTo>
                <a:lnTo>
                  <a:pt x="1787411" y="1209644"/>
                </a:lnTo>
                <a:lnTo>
                  <a:pt x="1788543" y="1208633"/>
                </a:lnTo>
                <a:lnTo>
                  <a:pt x="1789780" y="1207204"/>
                </a:lnTo>
                <a:lnTo>
                  <a:pt x="1787699" y="1206143"/>
                </a:lnTo>
                <a:close/>
                <a:moveTo>
                  <a:pt x="1389935" y="2095485"/>
                </a:moveTo>
                <a:lnTo>
                  <a:pt x="1390886" y="2095875"/>
                </a:lnTo>
                <a:lnTo>
                  <a:pt x="1391989" y="2094888"/>
                </a:lnTo>
                <a:lnTo>
                  <a:pt x="1392408" y="2094178"/>
                </a:lnTo>
                <a:lnTo>
                  <a:pt x="1390994" y="2094208"/>
                </a:lnTo>
                <a:close/>
                <a:moveTo>
                  <a:pt x="1787356" y="1205411"/>
                </a:moveTo>
                <a:lnTo>
                  <a:pt x="1787777" y="1205626"/>
                </a:lnTo>
                <a:lnTo>
                  <a:pt x="1789763" y="1202497"/>
                </a:lnTo>
                <a:close/>
                <a:moveTo>
                  <a:pt x="1352111" y="2179895"/>
                </a:moveTo>
                <a:lnTo>
                  <a:pt x="1354065" y="2180714"/>
                </a:lnTo>
                <a:lnTo>
                  <a:pt x="1359754" y="2176618"/>
                </a:lnTo>
                <a:lnTo>
                  <a:pt x="1354247" y="2176728"/>
                </a:lnTo>
                <a:close/>
                <a:moveTo>
                  <a:pt x="1856596" y="1050255"/>
                </a:moveTo>
                <a:lnTo>
                  <a:pt x="1856599" y="1050319"/>
                </a:lnTo>
                <a:lnTo>
                  <a:pt x="1856698" y="1050118"/>
                </a:lnTo>
                <a:close/>
                <a:moveTo>
                  <a:pt x="1391648" y="2090994"/>
                </a:moveTo>
                <a:lnTo>
                  <a:pt x="1393111" y="2091283"/>
                </a:lnTo>
                <a:lnTo>
                  <a:pt x="1393381" y="2090948"/>
                </a:lnTo>
                <a:lnTo>
                  <a:pt x="1391706" y="2090895"/>
                </a:lnTo>
                <a:close/>
                <a:moveTo>
                  <a:pt x="1387825" y="2099208"/>
                </a:moveTo>
                <a:lnTo>
                  <a:pt x="1388122" y="2099602"/>
                </a:lnTo>
                <a:lnTo>
                  <a:pt x="1389305" y="2098183"/>
                </a:lnTo>
                <a:lnTo>
                  <a:pt x="1388999" y="2098157"/>
                </a:lnTo>
                <a:close/>
                <a:moveTo>
                  <a:pt x="1819602" y="1132309"/>
                </a:moveTo>
                <a:lnTo>
                  <a:pt x="1819573" y="1132495"/>
                </a:lnTo>
                <a:lnTo>
                  <a:pt x="1821748" y="1130035"/>
                </a:lnTo>
                <a:lnTo>
                  <a:pt x="1821053" y="1129849"/>
                </a:lnTo>
                <a:close/>
                <a:moveTo>
                  <a:pt x="1847021" y="1070882"/>
                </a:moveTo>
                <a:lnTo>
                  <a:pt x="1854641" y="1063287"/>
                </a:lnTo>
                <a:lnTo>
                  <a:pt x="1854668" y="1062190"/>
                </a:lnTo>
                <a:lnTo>
                  <a:pt x="1854438" y="1055923"/>
                </a:lnTo>
                <a:close/>
                <a:moveTo>
                  <a:pt x="1786259" y="1206737"/>
                </a:moveTo>
                <a:lnTo>
                  <a:pt x="1786084" y="1208295"/>
                </a:lnTo>
                <a:lnTo>
                  <a:pt x="1787510" y="1206047"/>
                </a:lnTo>
                <a:lnTo>
                  <a:pt x="1787031" y="1205803"/>
                </a:lnTo>
                <a:close/>
                <a:moveTo>
                  <a:pt x="1390208" y="2093464"/>
                </a:moveTo>
                <a:lnTo>
                  <a:pt x="1390278" y="2093465"/>
                </a:lnTo>
                <a:lnTo>
                  <a:pt x="1390212" y="2093457"/>
                </a:lnTo>
                <a:close/>
                <a:moveTo>
                  <a:pt x="1388089" y="2097709"/>
                </a:moveTo>
                <a:lnTo>
                  <a:pt x="1388771" y="2097768"/>
                </a:lnTo>
                <a:lnTo>
                  <a:pt x="1390815" y="2095939"/>
                </a:lnTo>
                <a:lnTo>
                  <a:pt x="1389877" y="2095554"/>
                </a:lnTo>
                <a:close/>
                <a:moveTo>
                  <a:pt x="1389211" y="2095174"/>
                </a:moveTo>
                <a:lnTo>
                  <a:pt x="1389543" y="2095324"/>
                </a:lnTo>
                <a:lnTo>
                  <a:pt x="1389773" y="2095418"/>
                </a:lnTo>
                <a:lnTo>
                  <a:pt x="1390745" y="2094214"/>
                </a:lnTo>
                <a:lnTo>
                  <a:pt x="1389758" y="2094236"/>
                </a:lnTo>
                <a:close/>
                <a:moveTo>
                  <a:pt x="1349256" y="2184130"/>
                </a:moveTo>
                <a:lnTo>
                  <a:pt x="1349290" y="2184152"/>
                </a:lnTo>
                <a:lnTo>
                  <a:pt x="1353664" y="2181004"/>
                </a:lnTo>
                <a:lnTo>
                  <a:pt x="1351871" y="2180252"/>
                </a:lnTo>
                <a:close/>
                <a:moveTo>
                  <a:pt x="1387359" y="2098589"/>
                </a:moveTo>
                <a:lnTo>
                  <a:pt x="1387558" y="2098854"/>
                </a:lnTo>
                <a:lnTo>
                  <a:pt x="1388395" y="2098104"/>
                </a:lnTo>
                <a:lnTo>
                  <a:pt x="1387803" y="2098053"/>
                </a:lnTo>
                <a:close/>
                <a:moveTo>
                  <a:pt x="1387749" y="2097681"/>
                </a:moveTo>
                <a:lnTo>
                  <a:pt x="1387909" y="2097694"/>
                </a:lnTo>
                <a:lnTo>
                  <a:pt x="1388861" y="2096547"/>
                </a:lnTo>
                <a:lnTo>
                  <a:pt x="1389716" y="2095489"/>
                </a:lnTo>
                <a:lnTo>
                  <a:pt x="1389161" y="2095260"/>
                </a:lnTo>
                <a:close/>
                <a:moveTo>
                  <a:pt x="1815173" y="1140531"/>
                </a:moveTo>
                <a:lnTo>
                  <a:pt x="1814777" y="1144327"/>
                </a:lnTo>
                <a:lnTo>
                  <a:pt x="1815424" y="1143713"/>
                </a:lnTo>
                <a:lnTo>
                  <a:pt x="1816087" y="1139473"/>
                </a:lnTo>
                <a:close/>
                <a:moveTo>
                  <a:pt x="1820029" y="1129577"/>
                </a:moveTo>
                <a:lnTo>
                  <a:pt x="1819717" y="1131576"/>
                </a:lnTo>
                <a:lnTo>
                  <a:pt x="1820761" y="1129771"/>
                </a:lnTo>
                <a:close/>
                <a:moveTo>
                  <a:pt x="1387346" y="2098372"/>
                </a:moveTo>
                <a:lnTo>
                  <a:pt x="1387624" y="2098038"/>
                </a:lnTo>
                <a:lnTo>
                  <a:pt x="1387545" y="2098031"/>
                </a:lnTo>
                <a:close/>
                <a:moveTo>
                  <a:pt x="1834368" y="1096400"/>
                </a:moveTo>
                <a:lnTo>
                  <a:pt x="1851320" y="1077110"/>
                </a:lnTo>
                <a:lnTo>
                  <a:pt x="1854593" y="1065234"/>
                </a:lnTo>
                <a:lnTo>
                  <a:pt x="1854631" y="1063728"/>
                </a:lnTo>
                <a:lnTo>
                  <a:pt x="1846598" y="1071733"/>
                </a:lnTo>
                <a:close/>
                <a:moveTo>
                  <a:pt x="1786676" y="1203033"/>
                </a:moveTo>
                <a:lnTo>
                  <a:pt x="1786609" y="1203621"/>
                </a:lnTo>
                <a:lnTo>
                  <a:pt x="1790828" y="1198630"/>
                </a:lnTo>
                <a:lnTo>
                  <a:pt x="1790438" y="1198870"/>
                </a:lnTo>
                <a:close/>
                <a:moveTo>
                  <a:pt x="1346888" y="2187641"/>
                </a:moveTo>
                <a:lnTo>
                  <a:pt x="1350626" y="2189240"/>
                </a:lnTo>
                <a:lnTo>
                  <a:pt x="1359079" y="2189694"/>
                </a:lnTo>
                <a:lnTo>
                  <a:pt x="1363718" y="2185217"/>
                </a:lnTo>
                <a:lnTo>
                  <a:pt x="1354157" y="2181210"/>
                </a:lnTo>
                <a:lnTo>
                  <a:pt x="1349624" y="2184381"/>
                </a:lnTo>
                <a:lnTo>
                  <a:pt x="1351118" y="2185405"/>
                </a:lnTo>
                <a:lnTo>
                  <a:pt x="1350880" y="2185443"/>
                </a:lnTo>
                <a:lnTo>
                  <a:pt x="1349478" y="2184484"/>
                </a:lnTo>
                <a:lnTo>
                  <a:pt x="1348606" y="2185094"/>
                </a:lnTo>
                <a:close/>
                <a:moveTo>
                  <a:pt x="1336081" y="2211806"/>
                </a:moveTo>
                <a:lnTo>
                  <a:pt x="1336079" y="2211840"/>
                </a:lnTo>
                <a:lnTo>
                  <a:pt x="1338372" y="2212781"/>
                </a:lnTo>
                <a:lnTo>
                  <a:pt x="1338272" y="2212810"/>
                </a:lnTo>
                <a:lnTo>
                  <a:pt x="1336074" y="2211908"/>
                </a:lnTo>
                <a:lnTo>
                  <a:pt x="1335583" y="2219275"/>
                </a:lnTo>
                <a:lnTo>
                  <a:pt x="1338616" y="2221840"/>
                </a:lnTo>
                <a:lnTo>
                  <a:pt x="1343984" y="2222681"/>
                </a:lnTo>
                <a:lnTo>
                  <a:pt x="1350887" y="2213062"/>
                </a:lnTo>
                <a:lnTo>
                  <a:pt x="1350904" y="2213039"/>
                </a:lnTo>
                <a:lnTo>
                  <a:pt x="1347639" y="2210554"/>
                </a:lnTo>
                <a:lnTo>
                  <a:pt x="1338755" y="2209468"/>
                </a:lnTo>
                <a:lnTo>
                  <a:pt x="1338571" y="2209588"/>
                </a:lnTo>
                <a:close/>
                <a:moveTo>
                  <a:pt x="1798468" y="1175938"/>
                </a:moveTo>
                <a:lnTo>
                  <a:pt x="1797755" y="1182666"/>
                </a:lnTo>
                <a:lnTo>
                  <a:pt x="1801115" y="1180774"/>
                </a:lnTo>
                <a:lnTo>
                  <a:pt x="1802977" y="1171805"/>
                </a:lnTo>
                <a:close/>
                <a:moveTo>
                  <a:pt x="1828246" y="1108744"/>
                </a:moveTo>
                <a:lnTo>
                  <a:pt x="1850555" y="1079888"/>
                </a:lnTo>
                <a:lnTo>
                  <a:pt x="1850944" y="1078477"/>
                </a:lnTo>
                <a:lnTo>
                  <a:pt x="1833301" y="1098552"/>
                </a:lnTo>
                <a:close/>
                <a:moveTo>
                  <a:pt x="1786901" y="1201033"/>
                </a:moveTo>
                <a:lnTo>
                  <a:pt x="1786701" y="1202807"/>
                </a:lnTo>
                <a:lnTo>
                  <a:pt x="1790037" y="1199115"/>
                </a:lnTo>
                <a:close/>
                <a:moveTo>
                  <a:pt x="1335484" y="2211596"/>
                </a:moveTo>
                <a:lnTo>
                  <a:pt x="1335543" y="2211620"/>
                </a:lnTo>
                <a:lnTo>
                  <a:pt x="1335803" y="2211388"/>
                </a:lnTo>
                <a:close/>
                <a:moveTo>
                  <a:pt x="1362060" y="2151972"/>
                </a:moveTo>
                <a:lnTo>
                  <a:pt x="1363695" y="2152514"/>
                </a:lnTo>
                <a:lnTo>
                  <a:pt x="1367021" y="2153567"/>
                </a:lnTo>
                <a:lnTo>
                  <a:pt x="1367576" y="2152724"/>
                </a:lnTo>
                <a:lnTo>
                  <a:pt x="1369316" y="2149413"/>
                </a:lnTo>
                <a:close/>
                <a:moveTo>
                  <a:pt x="1804206" y="1161910"/>
                </a:moveTo>
                <a:lnTo>
                  <a:pt x="1804807" y="1161359"/>
                </a:lnTo>
                <a:lnTo>
                  <a:pt x="1805252" y="1160842"/>
                </a:lnTo>
                <a:lnTo>
                  <a:pt x="1805430" y="1159983"/>
                </a:lnTo>
                <a:close/>
                <a:moveTo>
                  <a:pt x="1358255" y="2159006"/>
                </a:moveTo>
                <a:lnTo>
                  <a:pt x="1363040" y="2159617"/>
                </a:lnTo>
                <a:lnTo>
                  <a:pt x="1363906" y="2158301"/>
                </a:lnTo>
                <a:close/>
                <a:moveTo>
                  <a:pt x="1822442" y="1119225"/>
                </a:moveTo>
                <a:lnTo>
                  <a:pt x="1827671" y="1114444"/>
                </a:lnTo>
                <a:lnTo>
                  <a:pt x="1831957" y="1110416"/>
                </a:lnTo>
                <a:lnTo>
                  <a:pt x="1832114" y="1110146"/>
                </a:lnTo>
                <a:lnTo>
                  <a:pt x="1840932" y="1094416"/>
                </a:lnTo>
                <a:lnTo>
                  <a:pt x="1840972" y="1094676"/>
                </a:lnTo>
                <a:lnTo>
                  <a:pt x="1832359" y="1110038"/>
                </a:lnTo>
                <a:lnTo>
                  <a:pt x="1840769" y="1102136"/>
                </a:lnTo>
                <a:lnTo>
                  <a:pt x="1840731" y="1102394"/>
                </a:lnTo>
                <a:lnTo>
                  <a:pt x="1832097" y="1110505"/>
                </a:lnTo>
                <a:lnTo>
                  <a:pt x="1825038" y="1123096"/>
                </a:lnTo>
                <a:lnTo>
                  <a:pt x="1821265" y="1129491"/>
                </a:lnTo>
                <a:lnTo>
                  <a:pt x="1822045" y="1129699"/>
                </a:lnTo>
                <a:lnTo>
                  <a:pt x="1843526" y="1105392"/>
                </a:lnTo>
                <a:lnTo>
                  <a:pt x="1849832" y="1082509"/>
                </a:lnTo>
                <a:lnTo>
                  <a:pt x="1825915" y="1113447"/>
                </a:lnTo>
                <a:lnTo>
                  <a:pt x="1825504" y="1114273"/>
                </a:lnTo>
                <a:close/>
                <a:moveTo>
                  <a:pt x="1821381" y="1120942"/>
                </a:moveTo>
                <a:lnTo>
                  <a:pt x="1820092" y="1129179"/>
                </a:lnTo>
                <a:lnTo>
                  <a:pt x="1820968" y="1129412"/>
                </a:lnTo>
                <a:lnTo>
                  <a:pt x="1831677" y="1110900"/>
                </a:lnTo>
                <a:lnTo>
                  <a:pt x="1821922" y="1120065"/>
                </a:lnTo>
                <a:close/>
                <a:moveTo>
                  <a:pt x="1805466" y="1156266"/>
                </a:moveTo>
                <a:lnTo>
                  <a:pt x="1806075" y="1156878"/>
                </a:lnTo>
                <a:lnTo>
                  <a:pt x="1806601" y="1154343"/>
                </a:lnTo>
                <a:close/>
                <a:moveTo>
                  <a:pt x="1801749" y="1163898"/>
                </a:moveTo>
                <a:lnTo>
                  <a:pt x="1801590" y="1164308"/>
                </a:lnTo>
                <a:lnTo>
                  <a:pt x="1801925" y="1164000"/>
                </a:lnTo>
                <a:close/>
                <a:moveTo>
                  <a:pt x="1802414" y="1162186"/>
                </a:moveTo>
                <a:lnTo>
                  <a:pt x="1802276" y="1162543"/>
                </a:lnTo>
                <a:lnTo>
                  <a:pt x="1802927" y="1162932"/>
                </a:lnTo>
                <a:lnTo>
                  <a:pt x="1804469" y="1160576"/>
                </a:lnTo>
                <a:close/>
                <a:moveTo>
                  <a:pt x="1802685" y="1161490"/>
                </a:moveTo>
                <a:lnTo>
                  <a:pt x="1802591" y="1161731"/>
                </a:lnTo>
                <a:lnTo>
                  <a:pt x="1804896" y="1159926"/>
                </a:lnTo>
                <a:lnTo>
                  <a:pt x="1805282" y="1159336"/>
                </a:lnTo>
                <a:close/>
                <a:moveTo>
                  <a:pt x="1791691" y="1186007"/>
                </a:moveTo>
                <a:lnTo>
                  <a:pt x="1795866" y="1183731"/>
                </a:lnTo>
                <a:lnTo>
                  <a:pt x="1796237" y="1183522"/>
                </a:lnTo>
                <a:lnTo>
                  <a:pt x="1797175" y="1177124"/>
                </a:lnTo>
                <a:lnTo>
                  <a:pt x="1794940" y="1179172"/>
                </a:lnTo>
                <a:close/>
                <a:moveTo>
                  <a:pt x="1358396" y="2155828"/>
                </a:moveTo>
                <a:lnTo>
                  <a:pt x="1362257" y="2155671"/>
                </a:lnTo>
                <a:lnTo>
                  <a:pt x="1365939" y="2155211"/>
                </a:lnTo>
                <a:lnTo>
                  <a:pt x="1366952" y="2153673"/>
                </a:lnTo>
                <a:lnTo>
                  <a:pt x="1361834" y="2152051"/>
                </a:lnTo>
                <a:lnTo>
                  <a:pt x="1361434" y="2152192"/>
                </a:lnTo>
                <a:lnTo>
                  <a:pt x="1359777" y="2153501"/>
                </a:lnTo>
                <a:close/>
                <a:moveTo>
                  <a:pt x="1788383" y="1192967"/>
                </a:moveTo>
                <a:lnTo>
                  <a:pt x="1787070" y="1199531"/>
                </a:lnTo>
                <a:lnTo>
                  <a:pt x="1786951" y="1200581"/>
                </a:lnTo>
                <a:lnTo>
                  <a:pt x="1790887" y="1198175"/>
                </a:lnTo>
                <a:lnTo>
                  <a:pt x="1794684" y="1193972"/>
                </a:lnTo>
                <a:lnTo>
                  <a:pt x="1794677" y="1194078"/>
                </a:lnTo>
                <a:lnTo>
                  <a:pt x="1794692" y="1194061"/>
                </a:lnTo>
                <a:lnTo>
                  <a:pt x="1796205" y="1183741"/>
                </a:lnTo>
                <a:lnTo>
                  <a:pt x="1791513" y="1186382"/>
                </a:lnTo>
                <a:lnTo>
                  <a:pt x="1788879" y="1191924"/>
                </a:lnTo>
                <a:lnTo>
                  <a:pt x="1789353" y="1191390"/>
                </a:lnTo>
                <a:lnTo>
                  <a:pt x="1789363" y="1191680"/>
                </a:lnTo>
                <a:lnTo>
                  <a:pt x="1788571" y="1192571"/>
                </a:lnTo>
                <a:close/>
                <a:moveTo>
                  <a:pt x="1331537" y="2215853"/>
                </a:moveTo>
                <a:lnTo>
                  <a:pt x="1335367" y="2219092"/>
                </a:lnTo>
                <a:lnTo>
                  <a:pt x="1335839" y="2212021"/>
                </a:lnTo>
                <a:close/>
                <a:moveTo>
                  <a:pt x="1804718" y="1156256"/>
                </a:moveTo>
                <a:lnTo>
                  <a:pt x="1803265" y="1159997"/>
                </a:lnTo>
                <a:lnTo>
                  <a:pt x="1803811" y="1159071"/>
                </a:lnTo>
                <a:lnTo>
                  <a:pt x="1803242" y="1160055"/>
                </a:lnTo>
                <a:lnTo>
                  <a:pt x="1803029" y="1160604"/>
                </a:lnTo>
                <a:lnTo>
                  <a:pt x="1805774" y="1158328"/>
                </a:lnTo>
                <a:lnTo>
                  <a:pt x="1805964" y="1157412"/>
                </a:lnTo>
                <a:lnTo>
                  <a:pt x="1805206" y="1156707"/>
                </a:lnTo>
                <a:lnTo>
                  <a:pt x="1803811" y="1159071"/>
                </a:lnTo>
                <a:lnTo>
                  <a:pt x="1805188" y="1156692"/>
                </a:lnTo>
                <a:close/>
                <a:moveTo>
                  <a:pt x="1351901" y="2170199"/>
                </a:moveTo>
                <a:lnTo>
                  <a:pt x="1356132" y="2170115"/>
                </a:lnTo>
                <a:lnTo>
                  <a:pt x="1359251" y="2165375"/>
                </a:lnTo>
                <a:lnTo>
                  <a:pt x="1357927" y="2165206"/>
                </a:lnTo>
                <a:close/>
                <a:moveTo>
                  <a:pt x="1336570" y="2204468"/>
                </a:moveTo>
                <a:lnTo>
                  <a:pt x="1336372" y="2207438"/>
                </a:lnTo>
                <a:lnTo>
                  <a:pt x="1337496" y="2207660"/>
                </a:lnTo>
                <a:lnTo>
                  <a:pt x="1340667" y="2205249"/>
                </a:lnTo>
                <a:lnTo>
                  <a:pt x="1340638" y="2205227"/>
                </a:lnTo>
                <a:close/>
                <a:moveTo>
                  <a:pt x="1805733" y="1153644"/>
                </a:moveTo>
                <a:lnTo>
                  <a:pt x="1804926" y="1155722"/>
                </a:lnTo>
                <a:lnTo>
                  <a:pt x="1805446" y="1156245"/>
                </a:lnTo>
                <a:lnTo>
                  <a:pt x="1806632" y="1154196"/>
                </a:lnTo>
                <a:lnTo>
                  <a:pt x="1806994" y="1152447"/>
                </a:lnTo>
                <a:close/>
                <a:moveTo>
                  <a:pt x="1816824" y="1128309"/>
                </a:moveTo>
                <a:lnTo>
                  <a:pt x="1817794" y="1128568"/>
                </a:lnTo>
                <a:lnTo>
                  <a:pt x="1818177" y="1126122"/>
                </a:lnTo>
                <a:close/>
                <a:moveTo>
                  <a:pt x="1337481" y="2201591"/>
                </a:moveTo>
                <a:lnTo>
                  <a:pt x="1338089" y="2202054"/>
                </a:lnTo>
                <a:lnTo>
                  <a:pt x="1343128" y="2203379"/>
                </a:lnTo>
                <a:lnTo>
                  <a:pt x="1351475" y="2197032"/>
                </a:lnTo>
                <a:lnTo>
                  <a:pt x="1353730" y="2194857"/>
                </a:lnTo>
                <a:lnTo>
                  <a:pt x="1348110" y="2190670"/>
                </a:lnTo>
                <a:lnTo>
                  <a:pt x="1345461" y="2189758"/>
                </a:lnTo>
                <a:close/>
                <a:moveTo>
                  <a:pt x="1807908" y="1148044"/>
                </a:moveTo>
                <a:lnTo>
                  <a:pt x="1806186" y="1152476"/>
                </a:lnTo>
                <a:lnTo>
                  <a:pt x="1807184" y="1151529"/>
                </a:lnTo>
                <a:close/>
                <a:moveTo>
                  <a:pt x="1816006" y="1129632"/>
                </a:moveTo>
                <a:lnTo>
                  <a:pt x="1815912" y="1133459"/>
                </a:lnTo>
                <a:lnTo>
                  <a:pt x="1815535" y="1137064"/>
                </a:lnTo>
                <a:lnTo>
                  <a:pt x="1816664" y="1135787"/>
                </a:lnTo>
                <a:lnTo>
                  <a:pt x="1817732" y="1128965"/>
                </a:lnTo>
                <a:lnTo>
                  <a:pt x="1816604" y="1128665"/>
                </a:lnTo>
                <a:close/>
                <a:moveTo>
                  <a:pt x="1329571" y="2217604"/>
                </a:moveTo>
                <a:lnTo>
                  <a:pt x="1335257" y="2220737"/>
                </a:lnTo>
                <a:lnTo>
                  <a:pt x="1335356" y="2219267"/>
                </a:lnTo>
                <a:lnTo>
                  <a:pt x="1331432" y="2215947"/>
                </a:lnTo>
                <a:close/>
                <a:moveTo>
                  <a:pt x="1822669" y="1112702"/>
                </a:moveTo>
                <a:lnTo>
                  <a:pt x="1822197" y="1115720"/>
                </a:lnTo>
                <a:lnTo>
                  <a:pt x="1823413" y="1114365"/>
                </a:lnTo>
                <a:lnTo>
                  <a:pt x="1830611" y="1102726"/>
                </a:lnTo>
                <a:lnTo>
                  <a:pt x="1831879" y="1100169"/>
                </a:lnTo>
                <a:lnTo>
                  <a:pt x="1825510" y="1107416"/>
                </a:lnTo>
                <a:close/>
                <a:moveTo>
                  <a:pt x="1330409" y="2214898"/>
                </a:moveTo>
                <a:lnTo>
                  <a:pt x="1331155" y="2215529"/>
                </a:lnTo>
                <a:lnTo>
                  <a:pt x="1335489" y="2211668"/>
                </a:lnTo>
                <a:lnTo>
                  <a:pt x="1335418" y="2211639"/>
                </a:lnTo>
                <a:close/>
                <a:moveTo>
                  <a:pt x="1333871" y="2206944"/>
                </a:moveTo>
                <a:lnTo>
                  <a:pt x="1336147" y="2207394"/>
                </a:lnTo>
                <a:lnTo>
                  <a:pt x="1336346" y="2204426"/>
                </a:lnTo>
                <a:lnTo>
                  <a:pt x="1335656" y="2204297"/>
                </a:lnTo>
                <a:close/>
                <a:moveTo>
                  <a:pt x="1799861" y="1162798"/>
                </a:moveTo>
                <a:lnTo>
                  <a:pt x="1799810" y="1163274"/>
                </a:lnTo>
                <a:lnTo>
                  <a:pt x="1799977" y="1163136"/>
                </a:lnTo>
                <a:lnTo>
                  <a:pt x="1800078" y="1162925"/>
                </a:lnTo>
                <a:close/>
                <a:moveTo>
                  <a:pt x="1349842" y="2170240"/>
                </a:moveTo>
                <a:lnTo>
                  <a:pt x="1351217" y="2170213"/>
                </a:lnTo>
                <a:lnTo>
                  <a:pt x="1357348" y="2165132"/>
                </a:lnTo>
                <a:lnTo>
                  <a:pt x="1353189" y="2164601"/>
                </a:lnTo>
                <a:close/>
                <a:moveTo>
                  <a:pt x="1823061" y="1110201"/>
                </a:moveTo>
                <a:lnTo>
                  <a:pt x="1822822" y="1111733"/>
                </a:lnTo>
                <a:lnTo>
                  <a:pt x="1824561" y="1108495"/>
                </a:lnTo>
                <a:close/>
                <a:moveTo>
                  <a:pt x="1790289" y="1183436"/>
                </a:moveTo>
                <a:lnTo>
                  <a:pt x="1790261" y="1183578"/>
                </a:lnTo>
                <a:lnTo>
                  <a:pt x="1790359" y="1183372"/>
                </a:lnTo>
                <a:close/>
                <a:moveTo>
                  <a:pt x="1331764" y="2210069"/>
                </a:moveTo>
                <a:lnTo>
                  <a:pt x="1333428" y="2210752"/>
                </a:lnTo>
                <a:lnTo>
                  <a:pt x="1335500" y="2209176"/>
                </a:lnTo>
                <a:lnTo>
                  <a:pt x="1332320" y="2209245"/>
                </a:lnTo>
                <a:close/>
                <a:moveTo>
                  <a:pt x="1326906" y="2219978"/>
                </a:moveTo>
                <a:lnTo>
                  <a:pt x="1328962" y="2220328"/>
                </a:lnTo>
                <a:lnTo>
                  <a:pt x="1333705" y="2221071"/>
                </a:lnTo>
                <a:lnTo>
                  <a:pt x="1328745" y="2218340"/>
                </a:lnTo>
                <a:close/>
                <a:moveTo>
                  <a:pt x="1800283" y="1158814"/>
                </a:moveTo>
                <a:lnTo>
                  <a:pt x="1800030" y="1161202"/>
                </a:lnTo>
                <a:lnTo>
                  <a:pt x="1800706" y="1161604"/>
                </a:lnTo>
                <a:lnTo>
                  <a:pt x="1803468" y="1155793"/>
                </a:lnTo>
                <a:close/>
                <a:moveTo>
                  <a:pt x="1329076" y="2213751"/>
                </a:moveTo>
                <a:lnTo>
                  <a:pt x="1329266" y="2213916"/>
                </a:lnTo>
                <a:lnTo>
                  <a:pt x="1333368" y="2210797"/>
                </a:lnTo>
                <a:lnTo>
                  <a:pt x="1331728" y="2210123"/>
                </a:lnTo>
                <a:lnTo>
                  <a:pt x="1331581" y="2210341"/>
                </a:lnTo>
                <a:close/>
                <a:moveTo>
                  <a:pt x="1327772" y="2216614"/>
                </a:moveTo>
                <a:lnTo>
                  <a:pt x="1329109" y="2217351"/>
                </a:lnTo>
                <a:lnTo>
                  <a:pt x="1331049" y="2215623"/>
                </a:lnTo>
                <a:lnTo>
                  <a:pt x="1330286" y="2214978"/>
                </a:lnTo>
                <a:close/>
                <a:moveTo>
                  <a:pt x="1802501" y="1153282"/>
                </a:moveTo>
                <a:lnTo>
                  <a:pt x="1803877" y="1154667"/>
                </a:lnTo>
                <a:lnTo>
                  <a:pt x="1804107" y="1154449"/>
                </a:lnTo>
                <a:lnTo>
                  <a:pt x="1804865" y="1152854"/>
                </a:lnTo>
                <a:lnTo>
                  <a:pt x="1806093" y="1149693"/>
                </a:lnTo>
                <a:close/>
                <a:moveTo>
                  <a:pt x="1328559" y="2214454"/>
                </a:moveTo>
                <a:lnTo>
                  <a:pt x="1329142" y="2214010"/>
                </a:lnTo>
                <a:lnTo>
                  <a:pt x="1328983" y="2213876"/>
                </a:lnTo>
                <a:close/>
                <a:moveTo>
                  <a:pt x="1804644" y="1148002"/>
                </a:moveTo>
                <a:lnTo>
                  <a:pt x="1808036" y="1144690"/>
                </a:lnTo>
                <a:lnTo>
                  <a:pt x="1809257" y="1141547"/>
                </a:lnTo>
                <a:lnTo>
                  <a:pt x="1809570" y="1140038"/>
                </a:lnTo>
                <a:close/>
                <a:moveTo>
                  <a:pt x="1344996" y="2176913"/>
                </a:moveTo>
                <a:lnTo>
                  <a:pt x="1350218" y="2179102"/>
                </a:lnTo>
                <a:lnTo>
                  <a:pt x="1351747" y="2176778"/>
                </a:lnTo>
                <a:lnTo>
                  <a:pt x="1351147" y="2176790"/>
                </a:lnTo>
                <a:lnTo>
                  <a:pt x="1350940" y="2177034"/>
                </a:lnTo>
                <a:lnTo>
                  <a:pt x="1350610" y="2177100"/>
                </a:lnTo>
                <a:lnTo>
                  <a:pt x="1350869" y="2176795"/>
                </a:lnTo>
                <a:close/>
                <a:moveTo>
                  <a:pt x="1798642" y="1160371"/>
                </a:moveTo>
                <a:lnTo>
                  <a:pt x="1799530" y="1160902"/>
                </a:lnTo>
                <a:lnTo>
                  <a:pt x="1799692" y="1159376"/>
                </a:lnTo>
                <a:close/>
                <a:moveTo>
                  <a:pt x="1337336" y="2192982"/>
                </a:moveTo>
                <a:lnTo>
                  <a:pt x="1336914" y="2199317"/>
                </a:lnTo>
                <a:lnTo>
                  <a:pt x="1343621" y="2189124"/>
                </a:lnTo>
                <a:lnTo>
                  <a:pt x="1343568" y="2189106"/>
                </a:lnTo>
                <a:lnTo>
                  <a:pt x="1342923" y="2189071"/>
                </a:lnTo>
                <a:close/>
                <a:moveTo>
                  <a:pt x="1330044" y="2209296"/>
                </a:moveTo>
                <a:lnTo>
                  <a:pt x="1330277" y="2209400"/>
                </a:lnTo>
                <a:lnTo>
                  <a:pt x="1330351" y="2209289"/>
                </a:lnTo>
                <a:close/>
                <a:moveTo>
                  <a:pt x="1800676" y="1155105"/>
                </a:moveTo>
                <a:lnTo>
                  <a:pt x="1800370" y="1157993"/>
                </a:lnTo>
                <a:lnTo>
                  <a:pt x="1803447" y="1155074"/>
                </a:lnTo>
                <a:lnTo>
                  <a:pt x="1802027" y="1153755"/>
                </a:lnTo>
                <a:close/>
                <a:moveTo>
                  <a:pt x="1830516" y="1087761"/>
                </a:moveTo>
                <a:lnTo>
                  <a:pt x="1824367" y="1105677"/>
                </a:lnTo>
                <a:lnTo>
                  <a:pt x="1823365" y="1108255"/>
                </a:lnTo>
                <a:lnTo>
                  <a:pt x="1823240" y="1109061"/>
                </a:lnTo>
                <a:lnTo>
                  <a:pt x="1825857" y="1106083"/>
                </a:lnTo>
                <a:lnTo>
                  <a:pt x="1837059" y="1085233"/>
                </a:lnTo>
                <a:lnTo>
                  <a:pt x="1837184" y="1085688"/>
                </a:lnTo>
                <a:lnTo>
                  <a:pt x="1826807" y="1105003"/>
                </a:lnTo>
                <a:lnTo>
                  <a:pt x="1832947" y="1098016"/>
                </a:lnTo>
                <a:lnTo>
                  <a:pt x="1845375" y="1072953"/>
                </a:lnTo>
                <a:close/>
                <a:moveTo>
                  <a:pt x="1324767" y="2219613"/>
                </a:moveTo>
                <a:lnTo>
                  <a:pt x="1326280" y="2219871"/>
                </a:lnTo>
                <a:lnTo>
                  <a:pt x="1328284" y="2218086"/>
                </a:lnTo>
                <a:lnTo>
                  <a:pt x="1326782" y="2217258"/>
                </a:lnTo>
                <a:lnTo>
                  <a:pt x="1326236" y="2217613"/>
                </a:lnTo>
                <a:close/>
                <a:moveTo>
                  <a:pt x="1793988" y="1168786"/>
                </a:moveTo>
                <a:lnTo>
                  <a:pt x="1792581" y="1172566"/>
                </a:lnTo>
                <a:lnTo>
                  <a:pt x="1797746" y="1167831"/>
                </a:lnTo>
                <a:lnTo>
                  <a:pt x="1798888" y="1165427"/>
                </a:lnTo>
                <a:lnTo>
                  <a:pt x="1798968" y="1164887"/>
                </a:lnTo>
                <a:close/>
                <a:moveTo>
                  <a:pt x="1831760" y="1084138"/>
                </a:moveTo>
                <a:lnTo>
                  <a:pt x="1830801" y="1086931"/>
                </a:lnTo>
                <a:lnTo>
                  <a:pt x="1834523" y="1083336"/>
                </a:lnTo>
                <a:lnTo>
                  <a:pt x="1845797" y="1072101"/>
                </a:lnTo>
                <a:lnTo>
                  <a:pt x="1854396" y="1054761"/>
                </a:lnTo>
                <a:lnTo>
                  <a:pt x="1854343" y="1053303"/>
                </a:lnTo>
                <a:lnTo>
                  <a:pt x="1835332" y="1078999"/>
                </a:lnTo>
                <a:close/>
                <a:moveTo>
                  <a:pt x="1755774" y="1254205"/>
                </a:moveTo>
                <a:lnTo>
                  <a:pt x="1755718" y="1254647"/>
                </a:lnTo>
                <a:lnTo>
                  <a:pt x="1755804" y="1254287"/>
                </a:lnTo>
                <a:close/>
                <a:moveTo>
                  <a:pt x="1342424" y="2179452"/>
                </a:moveTo>
                <a:lnTo>
                  <a:pt x="1347638" y="2183022"/>
                </a:lnTo>
                <a:lnTo>
                  <a:pt x="1349982" y="2179460"/>
                </a:lnTo>
                <a:lnTo>
                  <a:pt x="1344384" y="2177113"/>
                </a:lnTo>
                <a:close/>
                <a:moveTo>
                  <a:pt x="1816690" y="1117451"/>
                </a:moveTo>
                <a:lnTo>
                  <a:pt x="1816218" y="1121020"/>
                </a:lnTo>
                <a:lnTo>
                  <a:pt x="1816183" y="1122422"/>
                </a:lnTo>
                <a:lnTo>
                  <a:pt x="1817071" y="1121433"/>
                </a:lnTo>
                <a:lnTo>
                  <a:pt x="1820146" y="1113519"/>
                </a:lnTo>
                <a:close/>
                <a:moveTo>
                  <a:pt x="1796292" y="1162600"/>
                </a:moveTo>
                <a:lnTo>
                  <a:pt x="1794357" y="1167798"/>
                </a:lnTo>
                <a:lnTo>
                  <a:pt x="1799120" y="1163846"/>
                </a:lnTo>
                <a:lnTo>
                  <a:pt x="1799320" y="1162484"/>
                </a:lnTo>
                <a:lnTo>
                  <a:pt x="1797520" y="1161435"/>
                </a:lnTo>
                <a:close/>
                <a:moveTo>
                  <a:pt x="1796867" y="1161056"/>
                </a:moveTo>
                <a:lnTo>
                  <a:pt x="1796717" y="1161459"/>
                </a:lnTo>
                <a:lnTo>
                  <a:pt x="1797038" y="1161155"/>
                </a:lnTo>
                <a:close/>
                <a:moveTo>
                  <a:pt x="1797936" y="1158188"/>
                </a:moveTo>
                <a:lnTo>
                  <a:pt x="1797399" y="1159629"/>
                </a:lnTo>
                <a:lnTo>
                  <a:pt x="1798165" y="1160086"/>
                </a:lnTo>
                <a:lnTo>
                  <a:pt x="1799778" y="1158555"/>
                </a:lnTo>
                <a:lnTo>
                  <a:pt x="1800081" y="1155700"/>
                </a:lnTo>
                <a:lnTo>
                  <a:pt x="1798365" y="1157414"/>
                </a:lnTo>
                <a:close/>
                <a:moveTo>
                  <a:pt x="1337615" y="2188786"/>
                </a:moveTo>
                <a:lnTo>
                  <a:pt x="1337356" y="2192675"/>
                </a:lnTo>
                <a:lnTo>
                  <a:pt x="1340852" y="2190229"/>
                </a:lnTo>
                <a:lnTo>
                  <a:pt x="1342491" y="2189048"/>
                </a:lnTo>
                <a:close/>
                <a:moveTo>
                  <a:pt x="1750913" y="1263285"/>
                </a:moveTo>
                <a:lnTo>
                  <a:pt x="1750487" y="1266842"/>
                </a:lnTo>
                <a:lnTo>
                  <a:pt x="1750980" y="1266371"/>
                </a:lnTo>
                <a:lnTo>
                  <a:pt x="1751605" y="1262850"/>
                </a:lnTo>
                <a:close/>
                <a:moveTo>
                  <a:pt x="1817036" y="1114831"/>
                </a:moveTo>
                <a:lnTo>
                  <a:pt x="1816835" y="1116348"/>
                </a:lnTo>
                <a:lnTo>
                  <a:pt x="1820328" y="1112374"/>
                </a:lnTo>
                <a:lnTo>
                  <a:pt x="1820548" y="1110966"/>
                </a:lnTo>
                <a:close/>
                <a:moveTo>
                  <a:pt x="1321347" y="2224266"/>
                </a:moveTo>
                <a:lnTo>
                  <a:pt x="1326030" y="2220094"/>
                </a:lnTo>
                <a:lnTo>
                  <a:pt x="1324580" y="2219867"/>
                </a:lnTo>
                <a:close/>
                <a:moveTo>
                  <a:pt x="1323495" y="2219396"/>
                </a:moveTo>
                <a:lnTo>
                  <a:pt x="1323678" y="2219427"/>
                </a:lnTo>
                <a:lnTo>
                  <a:pt x="1323851" y="2219165"/>
                </a:lnTo>
                <a:close/>
                <a:moveTo>
                  <a:pt x="1337750" y="2186763"/>
                </a:moveTo>
                <a:lnTo>
                  <a:pt x="1337632" y="2188542"/>
                </a:lnTo>
                <a:lnTo>
                  <a:pt x="1342722" y="2188815"/>
                </a:lnTo>
                <a:lnTo>
                  <a:pt x="1341841" y="2188512"/>
                </a:lnTo>
                <a:close/>
                <a:moveTo>
                  <a:pt x="1339260" y="2183230"/>
                </a:moveTo>
                <a:lnTo>
                  <a:pt x="1342881" y="2185928"/>
                </a:lnTo>
                <a:lnTo>
                  <a:pt x="1345101" y="2186877"/>
                </a:lnTo>
                <a:lnTo>
                  <a:pt x="1347546" y="2183161"/>
                </a:lnTo>
                <a:lnTo>
                  <a:pt x="1342317" y="2179581"/>
                </a:lnTo>
                <a:lnTo>
                  <a:pt x="1339803" y="2182582"/>
                </a:lnTo>
                <a:lnTo>
                  <a:pt x="1343463" y="2183649"/>
                </a:lnTo>
                <a:lnTo>
                  <a:pt x="1343197" y="2183756"/>
                </a:lnTo>
                <a:lnTo>
                  <a:pt x="1339678" y="2182731"/>
                </a:lnTo>
                <a:close/>
                <a:moveTo>
                  <a:pt x="1751962" y="1258875"/>
                </a:moveTo>
                <a:lnTo>
                  <a:pt x="1752285" y="1259026"/>
                </a:lnTo>
                <a:lnTo>
                  <a:pt x="1752350" y="1258659"/>
                </a:lnTo>
                <a:lnTo>
                  <a:pt x="1751966" y="1258869"/>
                </a:lnTo>
                <a:close/>
                <a:moveTo>
                  <a:pt x="1751305" y="1260022"/>
                </a:moveTo>
                <a:lnTo>
                  <a:pt x="1751192" y="1260958"/>
                </a:lnTo>
                <a:lnTo>
                  <a:pt x="1752020" y="1260518"/>
                </a:lnTo>
                <a:lnTo>
                  <a:pt x="1752047" y="1260366"/>
                </a:lnTo>
                <a:close/>
                <a:moveTo>
                  <a:pt x="1338551" y="2184076"/>
                </a:moveTo>
                <a:lnTo>
                  <a:pt x="1340212" y="2184786"/>
                </a:lnTo>
                <a:lnTo>
                  <a:pt x="1338823" y="2183751"/>
                </a:lnTo>
                <a:close/>
                <a:moveTo>
                  <a:pt x="1880830" y="969787"/>
                </a:moveTo>
                <a:lnTo>
                  <a:pt x="1867362" y="1021348"/>
                </a:lnTo>
                <a:lnTo>
                  <a:pt x="1876612" y="1003377"/>
                </a:lnTo>
                <a:close/>
                <a:moveTo>
                  <a:pt x="1319260" y="2227105"/>
                </a:moveTo>
                <a:lnTo>
                  <a:pt x="1345847" y="2237728"/>
                </a:lnTo>
                <a:lnTo>
                  <a:pt x="1349264" y="2229639"/>
                </a:lnTo>
                <a:lnTo>
                  <a:pt x="1335401" y="2222004"/>
                </a:lnTo>
                <a:lnTo>
                  <a:pt x="1335115" y="2226298"/>
                </a:lnTo>
                <a:lnTo>
                  <a:pt x="1334872" y="2226521"/>
                </a:lnTo>
                <a:lnTo>
                  <a:pt x="1335181" y="2221883"/>
                </a:lnTo>
                <a:lnTo>
                  <a:pt x="1334279" y="2221386"/>
                </a:lnTo>
                <a:lnTo>
                  <a:pt x="1326665" y="2220193"/>
                </a:lnTo>
                <a:lnTo>
                  <a:pt x="1319932" y="2226191"/>
                </a:lnTo>
                <a:close/>
                <a:moveTo>
                  <a:pt x="1825844" y="1092417"/>
                </a:moveTo>
                <a:lnTo>
                  <a:pt x="1824158" y="1103192"/>
                </a:lnTo>
                <a:lnTo>
                  <a:pt x="1829501" y="1089435"/>
                </a:lnTo>
                <a:lnTo>
                  <a:pt x="1829848" y="1088426"/>
                </a:lnTo>
                <a:close/>
                <a:moveTo>
                  <a:pt x="1826236" y="1091339"/>
                </a:moveTo>
                <a:lnTo>
                  <a:pt x="1830143" y="1087566"/>
                </a:lnTo>
                <a:lnTo>
                  <a:pt x="1830892" y="1085387"/>
                </a:lnTo>
                <a:lnTo>
                  <a:pt x="1829176" y="1087856"/>
                </a:lnTo>
                <a:close/>
                <a:moveTo>
                  <a:pt x="1317835" y="2229044"/>
                </a:moveTo>
                <a:lnTo>
                  <a:pt x="1328874" y="2233843"/>
                </a:lnTo>
                <a:lnTo>
                  <a:pt x="1345226" y="2239200"/>
                </a:lnTo>
                <a:lnTo>
                  <a:pt x="1345545" y="2238445"/>
                </a:lnTo>
                <a:lnTo>
                  <a:pt x="1318750" y="2227799"/>
                </a:lnTo>
                <a:close/>
                <a:moveTo>
                  <a:pt x="1804062" y="1139225"/>
                </a:moveTo>
                <a:lnTo>
                  <a:pt x="1801447" y="1148264"/>
                </a:lnTo>
                <a:lnTo>
                  <a:pt x="1805295" y="1143447"/>
                </a:lnTo>
                <a:lnTo>
                  <a:pt x="1810167" y="1134672"/>
                </a:lnTo>
                <a:lnTo>
                  <a:pt x="1810433" y="1132124"/>
                </a:lnTo>
                <a:close/>
                <a:moveTo>
                  <a:pt x="1318280" y="2226713"/>
                </a:moveTo>
                <a:lnTo>
                  <a:pt x="1318383" y="2226754"/>
                </a:lnTo>
                <a:lnTo>
                  <a:pt x="1323079" y="2220338"/>
                </a:lnTo>
                <a:lnTo>
                  <a:pt x="1323500" y="2219697"/>
                </a:lnTo>
                <a:lnTo>
                  <a:pt x="1323123" y="2219639"/>
                </a:lnTo>
                <a:lnTo>
                  <a:pt x="1321097" y="2220957"/>
                </a:lnTo>
                <a:lnTo>
                  <a:pt x="1320761" y="2221969"/>
                </a:lnTo>
                <a:close/>
                <a:moveTo>
                  <a:pt x="1331517" y="2197054"/>
                </a:moveTo>
                <a:lnTo>
                  <a:pt x="1336106" y="2200544"/>
                </a:lnTo>
                <a:lnTo>
                  <a:pt x="1336626" y="2199753"/>
                </a:lnTo>
                <a:lnTo>
                  <a:pt x="1336970" y="2193237"/>
                </a:lnTo>
                <a:close/>
                <a:moveTo>
                  <a:pt x="1367036" y="2117410"/>
                </a:moveTo>
                <a:lnTo>
                  <a:pt x="1367205" y="2117444"/>
                </a:lnTo>
                <a:lnTo>
                  <a:pt x="1367260" y="2117342"/>
                </a:lnTo>
                <a:lnTo>
                  <a:pt x="1367187" y="2117278"/>
                </a:lnTo>
                <a:close/>
                <a:moveTo>
                  <a:pt x="1323012" y="2215183"/>
                </a:moveTo>
                <a:lnTo>
                  <a:pt x="1321715" y="2219093"/>
                </a:lnTo>
                <a:lnTo>
                  <a:pt x="1321971" y="2219137"/>
                </a:lnTo>
                <a:lnTo>
                  <a:pt x="1324934" y="2217209"/>
                </a:lnTo>
                <a:lnTo>
                  <a:pt x="1325343" y="2216898"/>
                </a:lnTo>
                <a:lnTo>
                  <a:pt x="1325551" y="2216581"/>
                </a:lnTo>
                <a:close/>
                <a:moveTo>
                  <a:pt x="1334933" y="2188396"/>
                </a:moveTo>
                <a:lnTo>
                  <a:pt x="1337219" y="2188519"/>
                </a:lnTo>
                <a:lnTo>
                  <a:pt x="1337322" y="2186580"/>
                </a:lnTo>
                <a:lnTo>
                  <a:pt x="1336684" y="2186307"/>
                </a:lnTo>
                <a:close/>
                <a:moveTo>
                  <a:pt x="1326158" y="2207548"/>
                </a:moveTo>
                <a:lnTo>
                  <a:pt x="1328521" y="2208611"/>
                </a:lnTo>
                <a:lnTo>
                  <a:pt x="1330769" y="2208652"/>
                </a:lnTo>
                <a:lnTo>
                  <a:pt x="1330882" y="2208481"/>
                </a:lnTo>
                <a:close/>
                <a:moveTo>
                  <a:pt x="1757314" y="1242089"/>
                </a:moveTo>
                <a:lnTo>
                  <a:pt x="1757360" y="1242219"/>
                </a:lnTo>
                <a:lnTo>
                  <a:pt x="1758317" y="1240704"/>
                </a:lnTo>
                <a:close/>
                <a:moveTo>
                  <a:pt x="1366442" y="2117292"/>
                </a:moveTo>
                <a:lnTo>
                  <a:pt x="1366791" y="2117360"/>
                </a:lnTo>
                <a:lnTo>
                  <a:pt x="1367037" y="2117146"/>
                </a:lnTo>
                <a:lnTo>
                  <a:pt x="1367018" y="2117131"/>
                </a:lnTo>
                <a:lnTo>
                  <a:pt x="1366623" y="2117091"/>
                </a:lnTo>
                <a:close/>
                <a:moveTo>
                  <a:pt x="1326012" y="2207766"/>
                </a:moveTo>
                <a:lnTo>
                  <a:pt x="1325695" y="2208561"/>
                </a:lnTo>
                <a:lnTo>
                  <a:pt x="1328022" y="2208603"/>
                </a:lnTo>
                <a:lnTo>
                  <a:pt x="1326318" y="2207904"/>
                </a:lnTo>
                <a:close/>
                <a:moveTo>
                  <a:pt x="1808982" y="1126221"/>
                </a:moveTo>
                <a:lnTo>
                  <a:pt x="1810994" y="1126756"/>
                </a:lnTo>
                <a:lnTo>
                  <a:pt x="1811329" y="1123551"/>
                </a:lnTo>
                <a:close/>
                <a:moveTo>
                  <a:pt x="1365744" y="2118535"/>
                </a:moveTo>
                <a:lnTo>
                  <a:pt x="1366456" y="2118844"/>
                </a:lnTo>
                <a:lnTo>
                  <a:pt x="1366672" y="2118441"/>
                </a:lnTo>
                <a:lnTo>
                  <a:pt x="1366005" y="2118307"/>
                </a:lnTo>
                <a:close/>
                <a:moveTo>
                  <a:pt x="1327712" y="2203500"/>
                </a:moveTo>
                <a:lnTo>
                  <a:pt x="1326889" y="2205567"/>
                </a:lnTo>
                <a:lnTo>
                  <a:pt x="1331325" y="2206443"/>
                </a:lnTo>
                <a:close/>
                <a:moveTo>
                  <a:pt x="1328114" y="2202490"/>
                </a:moveTo>
                <a:lnTo>
                  <a:pt x="1327829" y="2203206"/>
                </a:lnTo>
                <a:lnTo>
                  <a:pt x="1331957" y="2206567"/>
                </a:lnTo>
                <a:lnTo>
                  <a:pt x="1332120" y="2206599"/>
                </a:lnTo>
                <a:lnTo>
                  <a:pt x="1333856" y="2203962"/>
                </a:lnTo>
                <a:lnTo>
                  <a:pt x="1333356" y="2203868"/>
                </a:lnTo>
                <a:close/>
                <a:moveTo>
                  <a:pt x="1324659" y="2210218"/>
                </a:moveTo>
                <a:lnTo>
                  <a:pt x="1323346" y="2214176"/>
                </a:lnTo>
                <a:lnTo>
                  <a:pt x="1326126" y="2215707"/>
                </a:lnTo>
                <a:lnTo>
                  <a:pt x="1327922" y="2212979"/>
                </a:lnTo>
                <a:close/>
                <a:moveTo>
                  <a:pt x="1324928" y="2209407"/>
                </a:moveTo>
                <a:lnTo>
                  <a:pt x="1324739" y="2209979"/>
                </a:lnTo>
                <a:lnTo>
                  <a:pt x="1328019" y="2212831"/>
                </a:lnTo>
                <a:lnTo>
                  <a:pt x="1330211" y="2209501"/>
                </a:lnTo>
                <a:lnTo>
                  <a:pt x="1329728" y="2209303"/>
                </a:lnTo>
                <a:lnTo>
                  <a:pt x="1325361" y="2209398"/>
                </a:lnTo>
                <a:lnTo>
                  <a:pt x="1325194" y="2209818"/>
                </a:lnTo>
                <a:lnTo>
                  <a:pt x="1325049" y="2209902"/>
                </a:lnTo>
                <a:lnTo>
                  <a:pt x="1325249" y="2209400"/>
                </a:lnTo>
                <a:close/>
                <a:moveTo>
                  <a:pt x="1329802" y="2198254"/>
                </a:moveTo>
                <a:lnTo>
                  <a:pt x="1329467" y="2199094"/>
                </a:lnTo>
                <a:lnTo>
                  <a:pt x="1331758" y="2200173"/>
                </a:lnTo>
                <a:lnTo>
                  <a:pt x="1333534" y="2200857"/>
                </a:lnTo>
                <a:lnTo>
                  <a:pt x="1335551" y="2201387"/>
                </a:lnTo>
                <a:lnTo>
                  <a:pt x="1335565" y="2201366"/>
                </a:lnTo>
                <a:lnTo>
                  <a:pt x="1330673" y="2197644"/>
                </a:lnTo>
                <a:close/>
                <a:moveTo>
                  <a:pt x="1365438" y="2118401"/>
                </a:moveTo>
                <a:lnTo>
                  <a:pt x="1365543" y="2118447"/>
                </a:lnTo>
                <a:lnTo>
                  <a:pt x="1365760" y="2118259"/>
                </a:lnTo>
                <a:lnTo>
                  <a:pt x="1365597" y="2118226"/>
                </a:lnTo>
                <a:close/>
                <a:moveTo>
                  <a:pt x="1330191" y="2197277"/>
                </a:moveTo>
                <a:lnTo>
                  <a:pt x="1329963" y="2197849"/>
                </a:lnTo>
                <a:lnTo>
                  <a:pt x="1330473" y="2197492"/>
                </a:lnTo>
                <a:close/>
                <a:moveTo>
                  <a:pt x="1325543" y="2207554"/>
                </a:moveTo>
                <a:lnTo>
                  <a:pt x="1325212" y="2208552"/>
                </a:lnTo>
                <a:lnTo>
                  <a:pt x="1325584" y="2208559"/>
                </a:lnTo>
                <a:lnTo>
                  <a:pt x="1325917" y="2207723"/>
                </a:lnTo>
                <a:close/>
                <a:moveTo>
                  <a:pt x="1332285" y="2192021"/>
                </a:moveTo>
                <a:lnTo>
                  <a:pt x="1331918" y="2192942"/>
                </a:lnTo>
                <a:lnTo>
                  <a:pt x="1334420" y="2194220"/>
                </a:lnTo>
                <a:lnTo>
                  <a:pt x="1334031" y="2194334"/>
                </a:lnTo>
                <a:lnTo>
                  <a:pt x="1331814" y="2193203"/>
                </a:lnTo>
                <a:lnTo>
                  <a:pt x="1330568" y="2196331"/>
                </a:lnTo>
                <a:lnTo>
                  <a:pt x="1331317" y="2196901"/>
                </a:lnTo>
                <a:lnTo>
                  <a:pt x="1336986" y="2192934"/>
                </a:lnTo>
                <a:lnTo>
                  <a:pt x="1337206" y="2188764"/>
                </a:lnTo>
                <a:lnTo>
                  <a:pt x="1334736" y="2188631"/>
                </a:lnTo>
                <a:lnTo>
                  <a:pt x="1333275" y="2190375"/>
                </a:lnTo>
                <a:close/>
                <a:moveTo>
                  <a:pt x="1364611" y="2119522"/>
                </a:moveTo>
                <a:lnTo>
                  <a:pt x="1364816" y="2119543"/>
                </a:lnTo>
                <a:lnTo>
                  <a:pt x="1364663" y="2119477"/>
                </a:lnTo>
                <a:close/>
                <a:moveTo>
                  <a:pt x="1807253" y="1128188"/>
                </a:moveTo>
                <a:lnTo>
                  <a:pt x="1805467" y="1134367"/>
                </a:lnTo>
                <a:lnTo>
                  <a:pt x="1810823" y="1128397"/>
                </a:lnTo>
                <a:lnTo>
                  <a:pt x="1810952" y="1127160"/>
                </a:lnTo>
                <a:lnTo>
                  <a:pt x="1808687" y="1126557"/>
                </a:lnTo>
                <a:close/>
                <a:moveTo>
                  <a:pt x="1328950" y="2198850"/>
                </a:moveTo>
                <a:lnTo>
                  <a:pt x="1329368" y="2199047"/>
                </a:lnTo>
                <a:lnTo>
                  <a:pt x="1329605" y="2198392"/>
                </a:lnTo>
                <a:close/>
                <a:moveTo>
                  <a:pt x="1327063" y="2202972"/>
                </a:moveTo>
                <a:lnTo>
                  <a:pt x="1326244" y="2205440"/>
                </a:lnTo>
                <a:lnTo>
                  <a:pt x="1326784" y="2205547"/>
                </a:lnTo>
                <a:lnTo>
                  <a:pt x="1327627" y="2203431"/>
                </a:lnTo>
                <a:close/>
                <a:moveTo>
                  <a:pt x="1364079" y="2119986"/>
                </a:moveTo>
                <a:lnTo>
                  <a:pt x="1364656" y="2119845"/>
                </a:lnTo>
                <a:lnTo>
                  <a:pt x="1364284" y="2119806"/>
                </a:lnTo>
                <a:close/>
                <a:moveTo>
                  <a:pt x="1327294" y="2202274"/>
                </a:moveTo>
                <a:lnTo>
                  <a:pt x="1327164" y="2202665"/>
                </a:lnTo>
                <a:lnTo>
                  <a:pt x="1327744" y="2203137"/>
                </a:lnTo>
                <a:lnTo>
                  <a:pt x="1328013" y="2202463"/>
                </a:lnTo>
                <a:close/>
                <a:moveTo>
                  <a:pt x="1807794" y="1126320"/>
                </a:moveTo>
                <a:lnTo>
                  <a:pt x="1807658" y="1126790"/>
                </a:lnTo>
                <a:lnTo>
                  <a:pt x="1808019" y="1126379"/>
                </a:lnTo>
                <a:close/>
                <a:moveTo>
                  <a:pt x="1329980" y="2195854"/>
                </a:moveTo>
                <a:lnTo>
                  <a:pt x="1330218" y="2196065"/>
                </a:lnTo>
                <a:lnTo>
                  <a:pt x="1330395" y="2196200"/>
                </a:lnTo>
                <a:lnTo>
                  <a:pt x="1331330" y="2193608"/>
                </a:lnTo>
                <a:close/>
                <a:moveTo>
                  <a:pt x="1331363" y="2192659"/>
                </a:moveTo>
                <a:lnTo>
                  <a:pt x="1331549" y="2192754"/>
                </a:lnTo>
                <a:lnTo>
                  <a:pt x="1331773" y="2192382"/>
                </a:lnTo>
                <a:lnTo>
                  <a:pt x="1331907" y="2192009"/>
                </a:lnTo>
                <a:close/>
                <a:moveTo>
                  <a:pt x="1338329" y="2177047"/>
                </a:moveTo>
                <a:lnTo>
                  <a:pt x="1338303" y="2177550"/>
                </a:lnTo>
                <a:lnTo>
                  <a:pt x="1338604" y="2177042"/>
                </a:lnTo>
                <a:close/>
                <a:moveTo>
                  <a:pt x="1808352" y="1124388"/>
                </a:moveTo>
                <a:lnTo>
                  <a:pt x="1807905" y="1125934"/>
                </a:lnTo>
                <a:lnTo>
                  <a:pt x="1808314" y="1126044"/>
                </a:lnTo>
                <a:lnTo>
                  <a:pt x="1811440" y="1122486"/>
                </a:lnTo>
                <a:lnTo>
                  <a:pt x="1811618" y="1120795"/>
                </a:lnTo>
                <a:close/>
                <a:moveTo>
                  <a:pt x="1328118" y="2199433"/>
                </a:moveTo>
                <a:lnTo>
                  <a:pt x="1328156" y="2199442"/>
                </a:lnTo>
                <a:lnTo>
                  <a:pt x="1328122" y="2199430"/>
                </a:lnTo>
                <a:close/>
                <a:moveTo>
                  <a:pt x="1819011" y="1099899"/>
                </a:moveTo>
                <a:lnTo>
                  <a:pt x="1817101" y="1114342"/>
                </a:lnTo>
                <a:lnTo>
                  <a:pt x="1820627" y="1110461"/>
                </a:lnTo>
                <a:lnTo>
                  <a:pt x="1823008" y="1095244"/>
                </a:lnTo>
                <a:lnTo>
                  <a:pt x="1822585" y="1095665"/>
                </a:lnTo>
                <a:close/>
                <a:moveTo>
                  <a:pt x="1328347" y="2198566"/>
                </a:moveTo>
                <a:lnTo>
                  <a:pt x="1328701" y="2198732"/>
                </a:lnTo>
                <a:lnTo>
                  <a:pt x="1329746" y="2198001"/>
                </a:lnTo>
                <a:lnTo>
                  <a:pt x="1330047" y="2197168"/>
                </a:lnTo>
                <a:lnTo>
                  <a:pt x="1329458" y="2196720"/>
                </a:lnTo>
                <a:close/>
                <a:moveTo>
                  <a:pt x="1337741" y="2177060"/>
                </a:moveTo>
                <a:lnTo>
                  <a:pt x="1336506" y="2180485"/>
                </a:lnTo>
                <a:lnTo>
                  <a:pt x="1336696" y="2180258"/>
                </a:lnTo>
                <a:lnTo>
                  <a:pt x="1337750" y="2178483"/>
                </a:lnTo>
                <a:lnTo>
                  <a:pt x="1337825" y="2177058"/>
                </a:lnTo>
                <a:close/>
                <a:moveTo>
                  <a:pt x="1329236" y="2195199"/>
                </a:moveTo>
                <a:lnTo>
                  <a:pt x="1329786" y="2195684"/>
                </a:lnTo>
                <a:lnTo>
                  <a:pt x="1331405" y="2192994"/>
                </a:lnTo>
                <a:lnTo>
                  <a:pt x="1331179" y="2192879"/>
                </a:lnTo>
                <a:close/>
                <a:moveTo>
                  <a:pt x="1328643" y="2196100"/>
                </a:moveTo>
                <a:lnTo>
                  <a:pt x="1328277" y="2198192"/>
                </a:lnTo>
                <a:lnTo>
                  <a:pt x="1329255" y="2196566"/>
                </a:lnTo>
                <a:close/>
                <a:moveTo>
                  <a:pt x="1340365" y="2169782"/>
                </a:moveTo>
                <a:lnTo>
                  <a:pt x="1340308" y="2169942"/>
                </a:lnTo>
                <a:lnTo>
                  <a:pt x="1342641" y="2170242"/>
                </a:lnTo>
                <a:lnTo>
                  <a:pt x="1346496" y="2163746"/>
                </a:lnTo>
                <a:lnTo>
                  <a:pt x="1345795" y="2163656"/>
                </a:lnTo>
                <a:close/>
                <a:moveTo>
                  <a:pt x="1853158" y="1021032"/>
                </a:moveTo>
                <a:lnTo>
                  <a:pt x="1847418" y="1038517"/>
                </a:lnTo>
                <a:lnTo>
                  <a:pt x="1838918" y="1063282"/>
                </a:lnTo>
                <a:lnTo>
                  <a:pt x="1853961" y="1042948"/>
                </a:lnTo>
                <a:close/>
                <a:moveTo>
                  <a:pt x="1816669" y="1102675"/>
                </a:moveTo>
                <a:lnTo>
                  <a:pt x="1816581" y="1106256"/>
                </a:lnTo>
                <a:lnTo>
                  <a:pt x="1817089" y="1103806"/>
                </a:lnTo>
                <a:lnTo>
                  <a:pt x="1817345" y="1101873"/>
                </a:lnTo>
                <a:close/>
                <a:moveTo>
                  <a:pt x="1314545" y="2225220"/>
                </a:moveTo>
                <a:lnTo>
                  <a:pt x="1316414" y="2225967"/>
                </a:lnTo>
                <a:lnTo>
                  <a:pt x="1317243" y="2223464"/>
                </a:lnTo>
                <a:close/>
                <a:moveTo>
                  <a:pt x="1796789" y="1144038"/>
                </a:moveTo>
                <a:lnTo>
                  <a:pt x="1796940" y="1143870"/>
                </a:lnTo>
                <a:lnTo>
                  <a:pt x="1797142" y="1143328"/>
                </a:lnTo>
                <a:close/>
                <a:moveTo>
                  <a:pt x="1812831" y="1107223"/>
                </a:moveTo>
                <a:lnTo>
                  <a:pt x="1812170" y="1108840"/>
                </a:lnTo>
                <a:lnTo>
                  <a:pt x="1810631" y="1116508"/>
                </a:lnTo>
                <a:lnTo>
                  <a:pt x="1808529" y="1123775"/>
                </a:lnTo>
                <a:lnTo>
                  <a:pt x="1811667" y="1120323"/>
                </a:lnTo>
                <a:lnTo>
                  <a:pt x="1813065" y="1106945"/>
                </a:lnTo>
                <a:close/>
                <a:moveTo>
                  <a:pt x="1787635" y="1162452"/>
                </a:moveTo>
                <a:lnTo>
                  <a:pt x="1788177" y="1161964"/>
                </a:lnTo>
                <a:lnTo>
                  <a:pt x="1788264" y="1161186"/>
                </a:lnTo>
                <a:close/>
                <a:moveTo>
                  <a:pt x="1312341" y="2226655"/>
                </a:moveTo>
                <a:lnTo>
                  <a:pt x="1315555" y="2228053"/>
                </a:lnTo>
                <a:lnTo>
                  <a:pt x="1316012" y="2227177"/>
                </a:lnTo>
                <a:lnTo>
                  <a:pt x="1316148" y="2226766"/>
                </a:lnTo>
                <a:lnTo>
                  <a:pt x="1313678" y="2225784"/>
                </a:lnTo>
                <a:close/>
                <a:moveTo>
                  <a:pt x="1322845" y="2202831"/>
                </a:moveTo>
                <a:lnTo>
                  <a:pt x="1323737" y="2202207"/>
                </a:lnTo>
                <a:lnTo>
                  <a:pt x="1323834" y="2201650"/>
                </a:lnTo>
                <a:close/>
                <a:moveTo>
                  <a:pt x="1785548" y="1166651"/>
                </a:moveTo>
                <a:lnTo>
                  <a:pt x="1787777" y="1164474"/>
                </a:lnTo>
                <a:lnTo>
                  <a:pt x="1787999" y="1163543"/>
                </a:lnTo>
                <a:lnTo>
                  <a:pt x="1788130" y="1162380"/>
                </a:lnTo>
                <a:lnTo>
                  <a:pt x="1787299" y="1163129"/>
                </a:lnTo>
                <a:close/>
                <a:moveTo>
                  <a:pt x="1320710" y="2206474"/>
                </a:moveTo>
                <a:lnTo>
                  <a:pt x="1322395" y="2207940"/>
                </a:lnTo>
                <a:lnTo>
                  <a:pt x="1322747" y="2206876"/>
                </a:lnTo>
                <a:close/>
                <a:moveTo>
                  <a:pt x="1330793" y="2183786"/>
                </a:moveTo>
                <a:lnTo>
                  <a:pt x="1330109" y="2187703"/>
                </a:lnTo>
                <a:lnTo>
                  <a:pt x="1331255" y="2186754"/>
                </a:lnTo>
                <a:lnTo>
                  <a:pt x="1332963" y="2184715"/>
                </a:lnTo>
                <a:close/>
                <a:moveTo>
                  <a:pt x="1321451" y="2204494"/>
                </a:moveTo>
                <a:lnTo>
                  <a:pt x="1323274" y="2204854"/>
                </a:lnTo>
                <a:lnTo>
                  <a:pt x="1323679" y="2202539"/>
                </a:lnTo>
                <a:lnTo>
                  <a:pt x="1322253" y="2203536"/>
                </a:lnTo>
                <a:close/>
                <a:moveTo>
                  <a:pt x="1333009" y="2178572"/>
                </a:moveTo>
                <a:lnTo>
                  <a:pt x="1335961" y="2180771"/>
                </a:lnTo>
                <a:lnTo>
                  <a:pt x="1337296" y="2177068"/>
                </a:lnTo>
                <a:lnTo>
                  <a:pt x="1334080" y="2177132"/>
                </a:lnTo>
                <a:close/>
                <a:moveTo>
                  <a:pt x="1796215" y="1140747"/>
                </a:moveTo>
                <a:lnTo>
                  <a:pt x="1796158" y="1141247"/>
                </a:lnTo>
                <a:lnTo>
                  <a:pt x="1796655" y="1140248"/>
                </a:lnTo>
                <a:close/>
                <a:moveTo>
                  <a:pt x="1331767" y="2180240"/>
                </a:moveTo>
                <a:lnTo>
                  <a:pt x="1335614" y="2181361"/>
                </a:lnTo>
                <a:lnTo>
                  <a:pt x="1332603" y="2179118"/>
                </a:lnTo>
                <a:close/>
                <a:moveTo>
                  <a:pt x="1826619" y="1072165"/>
                </a:moveTo>
                <a:lnTo>
                  <a:pt x="1823321" y="1081250"/>
                </a:lnTo>
                <a:lnTo>
                  <a:pt x="1825572" y="1078851"/>
                </a:lnTo>
                <a:close/>
                <a:moveTo>
                  <a:pt x="1331304" y="2180862"/>
                </a:moveTo>
                <a:lnTo>
                  <a:pt x="1331285" y="2180968"/>
                </a:lnTo>
                <a:lnTo>
                  <a:pt x="1334831" y="2182485"/>
                </a:lnTo>
                <a:lnTo>
                  <a:pt x="1335617" y="2181547"/>
                </a:lnTo>
                <a:lnTo>
                  <a:pt x="1331653" y="2180392"/>
                </a:lnTo>
                <a:close/>
                <a:moveTo>
                  <a:pt x="1738980" y="1267450"/>
                </a:moveTo>
                <a:lnTo>
                  <a:pt x="1739484" y="1267182"/>
                </a:lnTo>
                <a:lnTo>
                  <a:pt x="1740395" y="1266154"/>
                </a:lnTo>
                <a:lnTo>
                  <a:pt x="1740897" y="1264924"/>
                </a:lnTo>
                <a:lnTo>
                  <a:pt x="1740688" y="1265038"/>
                </a:lnTo>
                <a:lnTo>
                  <a:pt x="1739065" y="1267276"/>
                </a:lnTo>
                <a:close/>
                <a:moveTo>
                  <a:pt x="1765213" y="1207651"/>
                </a:moveTo>
                <a:lnTo>
                  <a:pt x="1764848" y="1208841"/>
                </a:lnTo>
                <a:lnTo>
                  <a:pt x="1765384" y="1208416"/>
                </a:lnTo>
                <a:lnTo>
                  <a:pt x="1765272" y="1208890"/>
                </a:lnTo>
                <a:lnTo>
                  <a:pt x="1764692" y="1209349"/>
                </a:lnTo>
                <a:lnTo>
                  <a:pt x="1763517" y="1213180"/>
                </a:lnTo>
                <a:lnTo>
                  <a:pt x="1767315" y="1205878"/>
                </a:lnTo>
                <a:lnTo>
                  <a:pt x="1767345" y="1205635"/>
                </a:lnTo>
                <a:close/>
                <a:moveTo>
                  <a:pt x="1796608" y="1137312"/>
                </a:moveTo>
                <a:lnTo>
                  <a:pt x="1796412" y="1139029"/>
                </a:lnTo>
                <a:lnTo>
                  <a:pt x="1798184" y="1137170"/>
                </a:lnTo>
                <a:lnTo>
                  <a:pt x="1799930" y="1133657"/>
                </a:lnTo>
                <a:close/>
                <a:moveTo>
                  <a:pt x="1318159" y="2208425"/>
                </a:moveTo>
                <a:lnTo>
                  <a:pt x="1322079" y="2208495"/>
                </a:lnTo>
                <a:lnTo>
                  <a:pt x="1322262" y="2208191"/>
                </a:lnTo>
                <a:lnTo>
                  <a:pt x="1320321" y="2206550"/>
                </a:lnTo>
                <a:lnTo>
                  <a:pt x="1320094" y="2206353"/>
                </a:lnTo>
                <a:lnTo>
                  <a:pt x="1319923" y="2206319"/>
                </a:lnTo>
                <a:close/>
                <a:moveTo>
                  <a:pt x="1325487" y="2191889"/>
                </a:moveTo>
                <a:lnTo>
                  <a:pt x="1325531" y="2191929"/>
                </a:lnTo>
                <a:lnTo>
                  <a:pt x="1325547" y="2191841"/>
                </a:lnTo>
                <a:close/>
                <a:moveTo>
                  <a:pt x="1765604" y="1206374"/>
                </a:moveTo>
                <a:lnTo>
                  <a:pt x="1765350" y="1207203"/>
                </a:lnTo>
                <a:lnTo>
                  <a:pt x="1767389" y="1205274"/>
                </a:lnTo>
                <a:lnTo>
                  <a:pt x="1767499" y="1204379"/>
                </a:lnTo>
                <a:close/>
                <a:moveTo>
                  <a:pt x="1763958" y="1209931"/>
                </a:moveTo>
                <a:lnTo>
                  <a:pt x="1763950" y="1209965"/>
                </a:lnTo>
                <a:lnTo>
                  <a:pt x="1763960" y="1209928"/>
                </a:lnTo>
                <a:close/>
                <a:moveTo>
                  <a:pt x="1764331" y="1208485"/>
                </a:moveTo>
                <a:lnTo>
                  <a:pt x="1764084" y="1209447"/>
                </a:lnTo>
                <a:lnTo>
                  <a:pt x="1764116" y="1209421"/>
                </a:lnTo>
                <a:lnTo>
                  <a:pt x="1764432" y="1208389"/>
                </a:lnTo>
                <a:close/>
                <a:moveTo>
                  <a:pt x="1764604" y="1207427"/>
                </a:moveTo>
                <a:lnTo>
                  <a:pt x="1764440" y="1208064"/>
                </a:lnTo>
                <a:lnTo>
                  <a:pt x="1764570" y="1207940"/>
                </a:lnTo>
                <a:lnTo>
                  <a:pt x="1764787" y="1207234"/>
                </a:lnTo>
                <a:close/>
                <a:moveTo>
                  <a:pt x="1316812" y="2210034"/>
                </a:moveTo>
                <a:lnTo>
                  <a:pt x="1320833" y="2212646"/>
                </a:lnTo>
                <a:lnTo>
                  <a:pt x="1321885" y="2209475"/>
                </a:lnTo>
                <a:lnTo>
                  <a:pt x="1321783" y="2209476"/>
                </a:lnTo>
                <a:lnTo>
                  <a:pt x="1321463" y="2210009"/>
                </a:lnTo>
                <a:lnTo>
                  <a:pt x="1321108" y="2210108"/>
                </a:lnTo>
                <a:lnTo>
                  <a:pt x="1321484" y="2209484"/>
                </a:lnTo>
                <a:lnTo>
                  <a:pt x="1320208" y="2209512"/>
                </a:lnTo>
                <a:lnTo>
                  <a:pt x="1317293" y="2209459"/>
                </a:lnTo>
                <a:close/>
                <a:moveTo>
                  <a:pt x="1289019" y="2271734"/>
                </a:moveTo>
                <a:lnTo>
                  <a:pt x="1292927" y="2274646"/>
                </a:lnTo>
                <a:lnTo>
                  <a:pt x="1297387" y="2275946"/>
                </a:lnTo>
                <a:lnTo>
                  <a:pt x="1297188" y="2276027"/>
                </a:lnTo>
                <a:lnTo>
                  <a:pt x="1293231" y="2274874"/>
                </a:lnTo>
                <a:lnTo>
                  <a:pt x="1322881" y="2296961"/>
                </a:lnTo>
                <a:lnTo>
                  <a:pt x="1334466" y="2305345"/>
                </a:lnTo>
                <a:lnTo>
                  <a:pt x="1342060" y="2285865"/>
                </a:lnTo>
                <a:lnTo>
                  <a:pt x="1339315" y="2288941"/>
                </a:lnTo>
                <a:lnTo>
                  <a:pt x="1339104" y="2288978"/>
                </a:lnTo>
                <a:lnTo>
                  <a:pt x="1342196" y="2285511"/>
                </a:lnTo>
                <a:lnTo>
                  <a:pt x="1358437" y="2243853"/>
                </a:lnTo>
                <a:lnTo>
                  <a:pt x="1356499" y="2243218"/>
                </a:lnTo>
                <a:lnTo>
                  <a:pt x="1336951" y="2266517"/>
                </a:lnTo>
                <a:lnTo>
                  <a:pt x="1336667" y="2266577"/>
                </a:lnTo>
                <a:lnTo>
                  <a:pt x="1349480" y="2251304"/>
                </a:lnTo>
                <a:lnTo>
                  <a:pt x="1356170" y="2243110"/>
                </a:lnTo>
                <a:lnTo>
                  <a:pt x="1348008" y="2240436"/>
                </a:lnTo>
                <a:lnTo>
                  <a:pt x="1335010" y="2266960"/>
                </a:lnTo>
                <a:lnTo>
                  <a:pt x="1334594" y="2267114"/>
                </a:lnTo>
                <a:lnTo>
                  <a:pt x="1347716" y="2240341"/>
                </a:lnTo>
                <a:lnTo>
                  <a:pt x="1345369" y="2239572"/>
                </a:lnTo>
                <a:lnTo>
                  <a:pt x="1335181" y="2262793"/>
                </a:lnTo>
                <a:lnTo>
                  <a:pt x="1334978" y="2262877"/>
                </a:lnTo>
                <a:lnTo>
                  <a:pt x="1341541" y="2247921"/>
                </a:lnTo>
                <a:lnTo>
                  <a:pt x="1345104" y="2239485"/>
                </a:lnTo>
                <a:lnTo>
                  <a:pt x="1322086" y="2231945"/>
                </a:lnTo>
                <a:lnTo>
                  <a:pt x="1317248" y="2229842"/>
                </a:lnTo>
                <a:lnTo>
                  <a:pt x="1315154" y="2232691"/>
                </a:lnTo>
                <a:lnTo>
                  <a:pt x="1309693" y="2243131"/>
                </a:lnTo>
                <a:cubicBezTo>
                  <a:pt x="1305313" y="2250271"/>
                  <a:pt x="1300301" y="2257491"/>
                  <a:pt x="1294833" y="2264766"/>
                </a:cubicBezTo>
                <a:close/>
                <a:moveTo>
                  <a:pt x="1804828" y="1115931"/>
                </a:moveTo>
                <a:lnTo>
                  <a:pt x="1804059" y="1123192"/>
                </a:lnTo>
                <a:lnTo>
                  <a:pt x="1806648" y="1114236"/>
                </a:lnTo>
                <a:close/>
                <a:moveTo>
                  <a:pt x="1325967" y="2187858"/>
                </a:moveTo>
                <a:lnTo>
                  <a:pt x="1326238" y="2187883"/>
                </a:lnTo>
                <a:lnTo>
                  <a:pt x="1326305" y="2187498"/>
                </a:lnTo>
                <a:close/>
                <a:moveTo>
                  <a:pt x="1784575" y="1160943"/>
                </a:moveTo>
                <a:lnTo>
                  <a:pt x="1784434" y="1164709"/>
                </a:lnTo>
                <a:lnTo>
                  <a:pt x="1784682" y="1164332"/>
                </a:lnTo>
                <a:lnTo>
                  <a:pt x="1788591" y="1156467"/>
                </a:lnTo>
                <a:close/>
                <a:moveTo>
                  <a:pt x="1287828" y="2273161"/>
                </a:moveTo>
                <a:lnTo>
                  <a:pt x="1291532" y="2274241"/>
                </a:lnTo>
                <a:lnTo>
                  <a:pt x="1288693" y="2272125"/>
                </a:lnTo>
                <a:close/>
                <a:moveTo>
                  <a:pt x="1789725" y="1148132"/>
                </a:moveTo>
                <a:lnTo>
                  <a:pt x="1789734" y="1148134"/>
                </a:lnTo>
                <a:lnTo>
                  <a:pt x="1789735" y="1148121"/>
                </a:lnTo>
                <a:close/>
                <a:moveTo>
                  <a:pt x="1324668" y="2189239"/>
                </a:moveTo>
                <a:lnTo>
                  <a:pt x="1325892" y="2189864"/>
                </a:lnTo>
                <a:lnTo>
                  <a:pt x="1326187" y="2188173"/>
                </a:lnTo>
                <a:lnTo>
                  <a:pt x="1325696" y="2188146"/>
                </a:lnTo>
                <a:close/>
                <a:moveTo>
                  <a:pt x="1323677" y="2190292"/>
                </a:moveTo>
                <a:lnTo>
                  <a:pt x="1325279" y="2191706"/>
                </a:lnTo>
                <a:lnTo>
                  <a:pt x="1325620" y="2191424"/>
                </a:lnTo>
                <a:lnTo>
                  <a:pt x="1325842" y="2190152"/>
                </a:lnTo>
                <a:lnTo>
                  <a:pt x="1324468" y="2189451"/>
                </a:lnTo>
                <a:close/>
                <a:moveTo>
                  <a:pt x="1321314" y="2195251"/>
                </a:moveTo>
                <a:lnTo>
                  <a:pt x="1323338" y="2196206"/>
                </a:lnTo>
                <a:lnTo>
                  <a:pt x="1325165" y="2194025"/>
                </a:lnTo>
                <a:lnTo>
                  <a:pt x="1325253" y="2193521"/>
                </a:lnTo>
                <a:lnTo>
                  <a:pt x="1324332" y="2192820"/>
                </a:lnTo>
                <a:close/>
                <a:moveTo>
                  <a:pt x="1287364" y="2270502"/>
                </a:moveTo>
                <a:lnTo>
                  <a:pt x="1288770" y="2271549"/>
                </a:lnTo>
                <a:lnTo>
                  <a:pt x="1290084" y="2269975"/>
                </a:lnTo>
                <a:cubicBezTo>
                  <a:pt x="1295552" y="2262698"/>
                  <a:pt x="1300564" y="2255479"/>
                  <a:pt x="1304944" y="2248339"/>
                </a:cubicBezTo>
                <a:lnTo>
                  <a:pt x="1308129" y="2242249"/>
                </a:lnTo>
                <a:close/>
                <a:moveTo>
                  <a:pt x="1786147" y="1152905"/>
                </a:moveTo>
                <a:lnTo>
                  <a:pt x="1787895" y="1153950"/>
                </a:lnTo>
                <a:lnTo>
                  <a:pt x="1789249" y="1152442"/>
                </a:lnTo>
                <a:lnTo>
                  <a:pt x="1789546" y="1149796"/>
                </a:lnTo>
                <a:close/>
                <a:moveTo>
                  <a:pt x="1285837" y="2272580"/>
                </a:moveTo>
                <a:lnTo>
                  <a:pt x="1287504" y="2273066"/>
                </a:lnTo>
                <a:lnTo>
                  <a:pt x="1288444" y="2271940"/>
                </a:lnTo>
                <a:lnTo>
                  <a:pt x="1287064" y="2270911"/>
                </a:lnTo>
                <a:close/>
                <a:moveTo>
                  <a:pt x="1754319" y="1223411"/>
                </a:moveTo>
                <a:lnTo>
                  <a:pt x="1753889" y="1227086"/>
                </a:lnTo>
                <a:lnTo>
                  <a:pt x="1755288" y="1222747"/>
                </a:lnTo>
                <a:close/>
                <a:moveTo>
                  <a:pt x="1319678" y="2196570"/>
                </a:moveTo>
                <a:lnTo>
                  <a:pt x="1320847" y="2197521"/>
                </a:lnTo>
                <a:lnTo>
                  <a:pt x="1321986" y="2197821"/>
                </a:lnTo>
                <a:lnTo>
                  <a:pt x="1322474" y="2197238"/>
                </a:lnTo>
                <a:lnTo>
                  <a:pt x="1320187" y="2196159"/>
                </a:lnTo>
                <a:close/>
                <a:moveTo>
                  <a:pt x="1785682" y="1152628"/>
                </a:moveTo>
                <a:lnTo>
                  <a:pt x="1785825" y="1152713"/>
                </a:lnTo>
                <a:lnTo>
                  <a:pt x="1789607" y="1149254"/>
                </a:lnTo>
                <a:lnTo>
                  <a:pt x="1789715" y="1148299"/>
                </a:lnTo>
                <a:lnTo>
                  <a:pt x="1789596" y="1148279"/>
                </a:lnTo>
                <a:lnTo>
                  <a:pt x="1786850" y="1151402"/>
                </a:lnTo>
                <a:close/>
                <a:moveTo>
                  <a:pt x="1319075" y="2197055"/>
                </a:moveTo>
                <a:lnTo>
                  <a:pt x="1320138" y="2197334"/>
                </a:lnTo>
                <a:lnTo>
                  <a:pt x="1319437" y="2196764"/>
                </a:lnTo>
                <a:close/>
                <a:moveTo>
                  <a:pt x="1784832" y="1154107"/>
                </a:moveTo>
                <a:lnTo>
                  <a:pt x="1784726" y="1156928"/>
                </a:lnTo>
                <a:lnTo>
                  <a:pt x="1786744" y="1155160"/>
                </a:lnTo>
                <a:lnTo>
                  <a:pt x="1784873" y="1154070"/>
                </a:lnTo>
                <a:close/>
                <a:moveTo>
                  <a:pt x="1798148" y="1123857"/>
                </a:moveTo>
                <a:lnTo>
                  <a:pt x="1796682" y="1136674"/>
                </a:lnTo>
                <a:lnTo>
                  <a:pt x="1800420" y="1132672"/>
                </a:lnTo>
                <a:lnTo>
                  <a:pt x="1802565" y="1128357"/>
                </a:lnTo>
                <a:lnTo>
                  <a:pt x="1803219" y="1126095"/>
                </a:lnTo>
                <a:lnTo>
                  <a:pt x="1803321" y="1125129"/>
                </a:lnTo>
                <a:lnTo>
                  <a:pt x="1800589" y="1124402"/>
                </a:lnTo>
                <a:close/>
                <a:moveTo>
                  <a:pt x="1754628" y="1220770"/>
                </a:moveTo>
                <a:lnTo>
                  <a:pt x="1754345" y="1223184"/>
                </a:lnTo>
                <a:lnTo>
                  <a:pt x="1755375" y="1222479"/>
                </a:lnTo>
                <a:lnTo>
                  <a:pt x="1756245" y="1219782"/>
                </a:lnTo>
                <a:close/>
                <a:moveTo>
                  <a:pt x="1319719" y="2194499"/>
                </a:moveTo>
                <a:lnTo>
                  <a:pt x="1321115" y="2195157"/>
                </a:lnTo>
                <a:lnTo>
                  <a:pt x="1324125" y="2192662"/>
                </a:lnTo>
                <a:lnTo>
                  <a:pt x="1322564" y="2191475"/>
                </a:lnTo>
                <a:close/>
                <a:moveTo>
                  <a:pt x="1787167" y="1147703"/>
                </a:moveTo>
                <a:lnTo>
                  <a:pt x="1788007" y="1147844"/>
                </a:lnTo>
                <a:lnTo>
                  <a:pt x="1790001" y="1145752"/>
                </a:lnTo>
                <a:lnTo>
                  <a:pt x="1790151" y="1144419"/>
                </a:lnTo>
                <a:close/>
                <a:moveTo>
                  <a:pt x="1309581" y="2217025"/>
                </a:moveTo>
                <a:lnTo>
                  <a:pt x="1318856" y="2218605"/>
                </a:lnTo>
                <a:lnTo>
                  <a:pt x="1320458" y="2213776"/>
                </a:lnTo>
                <a:lnTo>
                  <a:pt x="1315784" y="2211202"/>
                </a:lnTo>
                <a:close/>
                <a:moveTo>
                  <a:pt x="1798366" y="1121949"/>
                </a:moveTo>
                <a:lnTo>
                  <a:pt x="1798206" y="1123353"/>
                </a:lnTo>
                <a:lnTo>
                  <a:pt x="1803364" y="1124726"/>
                </a:lnTo>
                <a:lnTo>
                  <a:pt x="1804238" y="1116482"/>
                </a:lnTo>
                <a:close/>
                <a:moveTo>
                  <a:pt x="1786121" y="1148855"/>
                </a:moveTo>
                <a:lnTo>
                  <a:pt x="1785564" y="1150407"/>
                </a:lnTo>
                <a:lnTo>
                  <a:pt x="1787869" y="1147989"/>
                </a:lnTo>
                <a:lnTo>
                  <a:pt x="1787035" y="1147849"/>
                </a:lnTo>
                <a:close/>
                <a:moveTo>
                  <a:pt x="1318599" y="2195690"/>
                </a:moveTo>
                <a:lnTo>
                  <a:pt x="1319526" y="2196445"/>
                </a:lnTo>
                <a:lnTo>
                  <a:pt x="1319994" y="2196068"/>
                </a:lnTo>
                <a:lnTo>
                  <a:pt x="1318780" y="2195497"/>
                </a:lnTo>
                <a:close/>
                <a:moveTo>
                  <a:pt x="1818876" y="1075424"/>
                </a:moveTo>
                <a:lnTo>
                  <a:pt x="1817125" y="1084149"/>
                </a:lnTo>
                <a:lnTo>
                  <a:pt x="1817031" y="1087951"/>
                </a:lnTo>
                <a:lnTo>
                  <a:pt x="1819540" y="1085279"/>
                </a:lnTo>
                <a:lnTo>
                  <a:pt x="1821436" y="1070938"/>
                </a:lnTo>
                <a:close/>
                <a:moveTo>
                  <a:pt x="1793695" y="1131731"/>
                </a:moveTo>
                <a:lnTo>
                  <a:pt x="1793648" y="1132938"/>
                </a:lnTo>
                <a:lnTo>
                  <a:pt x="1793817" y="1131460"/>
                </a:lnTo>
                <a:close/>
                <a:moveTo>
                  <a:pt x="1754884" y="1218577"/>
                </a:moveTo>
                <a:lnTo>
                  <a:pt x="1754702" y="1220136"/>
                </a:lnTo>
                <a:lnTo>
                  <a:pt x="1756443" y="1219164"/>
                </a:lnTo>
                <a:lnTo>
                  <a:pt x="1757002" y="1217432"/>
                </a:lnTo>
                <a:close/>
                <a:moveTo>
                  <a:pt x="1789612" y="1140801"/>
                </a:moveTo>
                <a:lnTo>
                  <a:pt x="1790469" y="1141598"/>
                </a:lnTo>
                <a:lnTo>
                  <a:pt x="1790875" y="1137996"/>
                </a:lnTo>
                <a:close/>
                <a:moveTo>
                  <a:pt x="1787000" y="1146405"/>
                </a:moveTo>
                <a:lnTo>
                  <a:pt x="1786631" y="1147434"/>
                </a:lnTo>
                <a:lnTo>
                  <a:pt x="1790248" y="1143561"/>
                </a:lnTo>
                <a:lnTo>
                  <a:pt x="1790324" y="1142887"/>
                </a:lnTo>
                <a:lnTo>
                  <a:pt x="1789151" y="1141797"/>
                </a:lnTo>
                <a:close/>
                <a:moveTo>
                  <a:pt x="1784957" y="1150786"/>
                </a:moveTo>
                <a:lnTo>
                  <a:pt x="1784953" y="1150883"/>
                </a:lnTo>
                <a:lnTo>
                  <a:pt x="1785093" y="1150493"/>
                </a:lnTo>
                <a:close/>
                <a:moveTo>
                  <a:pt x="1755007" y="1217532"/>
                </a:moveTo>
                <a:lnTo>
                  <a:pt x="1754932" y="1218175"/>
                </a:lnTo>
                <a:lnTo>
                  <a:pt x="1757148" y="1216975"/>
                </a:lnTo>
                <a:lnTo>
                  <a:pt x="1757862" y="1214762"/>
                </a:lnTo>
                <a:lnTo>
                  <a:pt x="1756954" y="1215481"/>
                </a:lnTo>
                <a:close/>
                <a:moveTo>
                  <a:pt x="1317664" y="2196684"/>
                </a:moveTo>
                <a:lnTo>
                  <a:pt x="1318845" y="2196994"/>
                </a:lnTo>
                <a:lnTo>
                  <a:pt x="1319285" y="2196639"/>
                </a:lnTo>
                <a:lnTo>
                  <a:pt x="1318390" y="2195911"/>
                </a:lnTo>
                <a:close/>
                <a:moveTo>
                  <a:pt x="1788778" y="1141452"/>
                </a:moveTo>
                <a:lnTo>
                  <a:pt x="1788271" y="1142865"/>
                </a:lnTo>
                <a:lnTo>
                  <a:pt x="1788884" y="1141550"/>
                </a:lnTo>
                <a:close/>
                <a:moveTo>
                  <a:pt x="1791266" y="1134519"/>
                </a:moveTo>
                <a:lnTo>
                  <a:pt x="1789162" y="1140383"/>
                </a:lnTo>
                <a:lnTo>
                  <a:pt x="1789348" y="1140556"/>
                </a:lnTo>
                <a:lnTo>
                  <a:pt x="1790980" y="1137058"/>
                </a:lnTo>
                <a:close/>
                <a:moveTo>
                  <a:pt x="1785080" y="1147521"/>
                </a:moveTo>
                <a:lnTo>
                  <a:pt x="1785018" y="1149160"/>
                </a:lnTo>
                <a:lnTo>
                  <a:pt x="1785648" y="1148487"/>
                </a:lnTo>
                <a:lnTo>
                  <a:pt x="1786024" y="1147680"/>
                </a:lnTo>
                <a:close/>
                <a:moveTo>
                  <a:pt x="1277541" y="2283869"/>
                </a:moveTo>
                <a:lnTo>
                  <a:pt x="1278105" y="2284329"/>
                </a:lnTo>
                <a:lnTo>
                  <a:pt x="1287411" y="2273177"/>
                </a:lnTo>
                <a:lnTo>
                  <a:pt x="1285753" y="2272694"/>
                </a:lnTo>
                <a:close/>
                <a:moveTo>
                  <a:pt x="1833135" y="1039617"/>
                </a:moveTo>
                <a:lnTo>
                  <a:pt x="1833076" y="1040133"/>
                </a:lnTo>
                <a:lnTo>
                  <a:pt x="1833370" y="1039787"/>
                </a:lnTo>
                <a:lnTo>
                  <a:pt x="1833385" y="1040058"/>
                </a:lnTo>
                <a:lnTo>
                  <a:pt x="1833036" y="1040467"/>
                </a:lnTo>
                <a:lnTo>
                  <a:pt x="1830813" y="1059669"/>
                </a:lnTo>
                <a:lnTo>
                  <a:pt x="1837682" y="1040748"/>
                </a:lnTo>
                <a:close/>
                <a:moveTo>
                  <a:pt x="1314302" y="2200901"/>
                </a:moveTo>
                <a:lnTo>
                  <a:pt x="1317255" y="2203469"/>
                </a:lnTo>
                <a:lnTo>
                  <a:pt x="1319887" y="2200327"/>
                </a:lnTo>
                <a:lnTo>
                  <a:pt x="1316214" y="2199361"/>
                </a:lnTo>
                <a:close/>
                <a:moveTo>
                  <a:pt x="1854433" y="991328"/>
                </a:moveTo>
                <a:lnTo>
                  <a:pt x="1854479" y="992596"/>
                </a:lnTo>
                <a:lnTo>
                  <a:pt x="1855911" y="990239"/>
                </a:lnTo>
                <a:lnTo>
                  <a:pt x="1855997" y="990638"/>
                </a:lnTo>
                <a:lnTo>
                  <a:pt x="1854499" y="993106"/>
                </a:lnTo>
                <a:lnTo>
                  <a:pt x="1855266" y="1014010"/>
                </a:lnTo>
                <a:lnTo>
                  <a:pt x="1859044" y="1002499"/>
                </a:lnTo>
                <a:lnTo>
                  <a:pt x="1859147" y="1002783"/>
                </a:lnTo>
                <a:lnTo>
                  <a:pt x="1855286" y="1014549"/>
                </a:lnTo>
                <a:lnTo>
                  <a:pt x="1856216" y="1039901"/>
                </a:lnTo>
                <a:lnTo>
                  <a:pt x="1861461" y="1032812"/>
                </a:lnTo>
                <a:lnTo>
                  <a:pt x="1865914" y="1024160"/>
                </a:lnTo>
                <a:lnTo>
                  <a:pt x="1873590" y="996310"/>
                </a:lnTo>
                <a:lnTo>
                  <a:pt x="1881118" y="967487"/>
                </a:lnTo>
                <a:lnTo>
                  <a:pt x="1883933" y="945071"/>
                </a:lnTo>
                <a:lnTo>
                  <a:pt x="1885562" y="925943"/>
                </a:lnTo>
                <a:lnTo>
                  <a:pt x="1877111" y="944828"/>
                </a:lnTo>
                <a:close/>
                <a:moveTo>
                  <a:pt x="1794476" y="1125573"/>
                </a:moveTo>
                <a:lnTo>
                  <a:pt x="1793870" y="1127263"/>
                </a:lnTo>
                <a:lnTo>
                  <a:pt x="1793716" y="1131193"/>
                </a:lnTo>
                <a:lnTo>
                  <a:pt x="1793891" y="1130818"/>
                </a:lnTo>
                <a:lnTo>
                  <a:pt x="1794493" y="1125558"/>
                </a:lnTo>
                <a:close/>
                <a:moveTo>
                  <a:pt x="1304938" y="2221381"/>
                </a:moveTo>
                <a:lnTo>
                  <a:pt x="1313353" y="2224744"/>
                </a:lnTo>
                <a:lnTo>
                  <a:pt x="1317774" y="2221868"/>
                </a:lnTo>
                <a:lnTo>
                  <a:pt x="1318741" y="2218952"/>
                </a:lnTo>
                <a:lnTo>
                  <a:pt x="1309131" y="2217447"/>
                </a:lnTo>
                <a:close/>
                <a:moveTo>
                  <a:pt x="1851099" y="998165"/>
                </a:moveTo>
                <a:lnTo>
                  <a:pt x="1852248" y="996271"/>
                </a:lnTo>
                <a:lnTo>
                  <a:pt x="1852232" y="995839"/>
                </a:lnTo>
                <a:close/>
                <a:moveTo>
                  <a:pt x="1313969" y="2200611"/>
                </a:moveTo>
                <a:lnTo>
                  <a:pt x="1314155" y="2200772"/>
                </a:lnTo>
                <a:lnTo>
                  <a:pt x="1315982" y="2199300"/>
                </a:lnTo>
                <a:lnTo>
                  <a:pt x="1315357" y="2199136"/>
                </a:lnTo>
                <a:close/>
                <a:moveTo>
                  <a:pt x="1806897" y="1096418"/>
                </a:moveTo>
                <a:lnTo>
                  <a:pt x="1806640" y="1098842"/>
                </a:lnTo>
                <a:lnTo>
                  <a:pt x="1808821" y="1096700"/>
                </a:lnTo>
                <a:lnTo>
                  <a:pt x="1812563" y="1092712"/>
                </a:lnTo>
                <a:lnTo>
                  <a:pt x="1813605" y="1087527"/>
                </a:lnTo>
                <a:lnTo>
                  <a:pt x="1813678" y="1084534"/>
                </a:lnTo>
                <a:close/>
                <a:moveTo>
                  <a:pt x="1313252" y="2201746"/>
                </a:moveTo>
                <a:lnTo>
                  <a:pt x="1316455" y="2203186"/>
                </a:lnTo>
                <a:lnTo>
                  <a:pt x="1314055" y="2201099"/>
                </a:lnTo>
                <a:close/>
                <a:moveTo>
                  <a:pt x="1323839" y="2177784"/>
                </a:moveTo>
                <a:lnTo>
                  <a:pt x="1324911" y="2178242"/>
                </a:lnTo>
                <a:lnTo>
                  <a:pt x="1326256" y="2178634"/>
                </a:lnTo>
                <a:lnTo>
                  <a:pt x="1327094" y="2177508"/>
                </a:lnTo>
                <a:lnTo>
                  <a:pt x="1327109" y="2176996"/>
                </a:lnTo>
                <a:lnTo>
                  <a:pt x="1324544" y="2176667"/>
                </a:lnTo>
                <a:lnTo>
                  <a:pt x="1324006" y="2177525"/>
                </a:lnTo>
                <a:close/>
                <a:moveTo>
                  <a:pt x="1313005" y="2201635"/>
                </a:moveTo>
                <a:lnTo>
                  <a:pt x="1313056" y="2201658"/>
                </a:lnTo>
                <a:lnTo>
                  <a:pt x="1313908" y="2200971"/>
                </a:lnTo>
                <a:lnTo>
                  <a:pt x="1313755" y="2200838"/>
                </a:lnTo>
                <a:close/>
                <a:moveTo>
                  <a:pt x="1303576" y="2222658"/>
                </a:moveTo>
                <a:lnTo>
                  <a:pt x="1304804" y="2223377"/>
                </a:lnTo>
                <a:lnTo>
                  <a:pt x="1311187" y="2226153"/>
                </a:lnTo>
                <a:lnTo>
                  <a:pt x="1312484" y="2225309"/>
                </a:lnTo>
                <a:lnTo>
                  <a:pt x="1304241" y="2222035"/>
                </a:lnTo>
                <a:close/>
                <a:moveTo>
                  <a:pt x="1833591" y="1035685"/>
                </a:moveTo>
                <a:lnTo>
                  <a:pt x="1833163" y="1039373"/>
                </a:lnTo>
                <a:lnTo>
                  <a:pt x="1837766" y="1040518"/>
                </a:lnTo>
                <a:lnTo>
                  <a:pt x="1844786" y="1021179"/>
                </a:lnTo>
                <a:close/>
                <a:moveTo>
                  <a:pt x="1312760" y="2201895"/>
                </a:moveTo>
                <a:lnTo>
                  <a:pt x="1312830" y="2201839"/>
                </a:lnTo>
                <a:lnTo>
                  <a:pt x="1312818" y="2201834"/>
                </a:lnTo>
                <a:close/>
                <a:moveTo>
                  <a:pt x="1804075" y="1101362"/>
                </a:moveTo>
                <a:lnTo>
                  <a:pt x="1806046" y="1099426"/>
                </a:lnTo>
                <a:lnTo>
                  <a:pt x="1806243" y="1097562"/>
                </a:lnTo>
                <a:close/>
                <a:moveTo>
                  <a:pt x="1312126" y="2202654"/>
                </a:moveTo>
                <a:lnTo>
                  <a:pt x="1316613" y="2203540"/>
                </a:lnTo>
                <a:lnTo>
                  <a:pt x="1313027" y="2201928"/>
                </a:lnTo>
                <a:close/>
                <a:moveTo>
                  <a:pt x="1845487" y="1007949"/>
                </a:moveTo>
                <a:lnTo>
                  <a:pt x="1845911" y="1007613"/>
                </a:lnTo>
                <a:lnTo>
                  <a:pt x="1846811" y="1005769"/>
                </a:lnTo>
                <a:close/>
                <a:moveTo>
                  <a:pt x="1833889" y="1033112"/>
                </a:moveTo>
                <a:lnTo>
                  <a:pt x="1833654" y="1035139"/>
                </a:lnTo>
                <a:lnTo>
                  <a:pt x="1839996" y="1027147"/>
                </a:lnTo>
                <a:lnTo>
                  <a:pt x="1844950" y="1020729"/>
                </a:lnTo>
                <a:lnTo>
                  <a:pt x="1845254" y="1019889"/>
                </a:lnTo>
                <a:lnTo>
                  <a:pt x="1850551" y="1004665"/>
                </a:lnTo>
                <a:lnTo>
                  <a:pt x="1850628" y="1004887"/>
                </a:lnTo>
                <a:lnTo>
                  <a:pt x="1845253" y="1020336"/>
                </a:lnTo>
                <a:lnTo>
                  <a:pt x="1849907" y="1014306"/>
                </a:lnTo>
                <a:lnTo>
                  <a:pt x="1849909" y="1014542"/>
                </a:lnTo>
                <a:lnTo>
                  <a:pt x="1845102" y="1020770"/>
                </a:lnTo>
                <a:lnTo>
                  <a:pt x="1841058" y="1032394"/>
                </a:lnTo>
                <a:lnTo>
                  <a:pt x="1838080" y="1040596"/>
                </a:lnTo>
                <a:lnTo>
                  <a:pt x="1840145" y="1041109"/>
                </a:lnTo>
                <a:lnTo>
                  <a:pt x="1840335" y="1041407"/>
                </a:lnTo>
                <a:lnTo>
                  <a:pt x="1837997" y="1040826"/>
                </a:lnTo>
                <a:lnTo>
                  <a:pt x="1830653" y="1061055"/>
                </a:lnTo>
                <a:lnTo>
                  <a:pt x="1830371" y="1063479"/>
                </a:lnTo>
                <a:lnTo>
                  <a:pt x="1828445" y="1075790"/>
                </a:lnTo>
                <a:lnTo>
                  <a:pt x="1834203" y="1069656"/>
                </a:lnTo>
                <a:lnTo>
                  <a:pt x="1838098" y="1064391"/>
                </a:lnTo>
                <a:lnTo>
                  <a:pt x="1852552" y="1022276"/>
                </a:lnTo>
                <a:lnTo>
                  <a:pt x="1853138" y="1020492"/>
                </a:lnTo>
                <a:lnTo>
                  <a:pt x="1852267" y="996782"/>
                </a:lnTo>
                <a:lnTo>
                  <a:pt x="1849756" y="1000918"/>
                </a:lnTo>
                <a:lnTo>
                  <a:pt x="1846856" y="1006864"/>
                </a:lnTo>
                <a:lnTo>
                  <a:pt x="1849000" y="1005165"/>
                </a:lnTo>
                <a:lnTo>
                  <a:pt x="1848934" y="1005442"/>
                </a:lnTo>
                <a:lnTo>
                  <a:pt x="1846678" y="1007229"/>
                </a:lnTo>
                <a:lnTo>
                  <a:pt x="1834722" y="1031743"/>
                </a:lnTo>
                <a:close/>
                <a:moveTo>
                  <a:pt x="1831112" y="1038864"/>
                </a:moveTo>
                <a:lnTo>
                  <a:pt x="1831803" y="1039035"/>
                </a:lnTo>
                <a:lnTo>
                  <a:pt x="1832006" y="1037737"/>
                </a:lnTo>
                <a:lnTo>
                  <a:pt x="1832002" y="1037742"/>
                </a:lnTo>
                <a:close/>
                <a:moveTo>
                  <a:pt x="1318634" y="2185841"/>
                </a:moveTo>
                <a:lnTo>
                  <a:pt x="1319487" y="2186594"/>
                </a:lnTo>
                <a:lnTo>
                  <a:pt x="1320100" y="2186907"/>
                </a:lnTo>
                <a:lnTo>
                  <a:pt x="1324443" y="2181071"/>
                </a:lnTo>
                <a:lnTo>
                  <a:pt x="1322306" y="2180157"/>
                </a:lnTo>
                <a:close/>
                <a:moveTo>
                  <a:pt x="1270534" y="2293402"/>
                </a:moveTo>
                <a:lnTo>
                  <a:pt x="1277960" y="2284503"/>
                </a:lnTo>
                <a:lnTo>
                  <a:pt x="1277406" y="2284051"/>
                </a:lnTo>
                <a:close/>
                <a:moveTo>
                  <a:pt x="1785346" y="1140412"/>
                </a:moveTo>
                <a:lnTo>
                  <a:pt x="1785086" y="1147354"/>
                </a:lnTo>
                <a:lnTo>
                  <a:pt x="1786097" y="1147524"/>
                </a:lnTo>
                <a:lnTo>
                  <a:pt x="1786364" y="1146952"/>
                </a:lnTo>
                <a:lnTo>
                  <a:pt x="1788448" y="1141144"/>
                </a:lnTo>
                <a:lnTo>
                  <a:pt x="1786224" y="1139079"/>
                </a:lnTo>
                <a:close/>
                <a:moveTo>
                  <a:pt x="1309545" y="2205314"/>
                </a:moveTo>
                <a:lnTo>
                  <a:pt x="1313538" y="2207908"/>
                </a:lnTo>
                <a:lnTo>
                  <a:pt x="1315585" y="2205463"/>
                </a:lnTo>
                <a:lnTo>
                  <a:pt x="1310372" y="2204435"/>
                </a:lnTo>
                <a:close/>
                <a:moveTo>
                  <a:pt x="1830479" y="1038706"/>
                </a:moveTo>
                <a:lnTo>
                  <a:pt x="1830766" y="1038778"/>
                </a:lnTo>
                <a:lnTo>
                  <a:pt x="1832108" y="1037087"/>
                </a:lnTo>
                <a:lnTo>
                  <a:pt x="1832329" y="1035670"/>
                </a:lnTo>
                <a:close/>
                <a:moveTo>
                  <a:pt x="1825738" y="1049039"/>
                </a:moveTo>
                <a:lnTo>
                  <a:pt x="1825379" y="1051751"/>
                </a:lnTo>
                <a:lnTo>
                  <a:pt x="1830373" y="1046880"/>
                </a:lnTo>
                <a:lnTo>
                  <a:pt x="1830363" y="1047142"/>
                </a:lnTo>
                <a:lnTo>
                  <a:pt x="1825340" y="1052040"/>
                </a:lnTo>
                <a:lnTo>
                  <a:pt x="1821175" y="1083536"/>
                </a:lnTo>
                <a:lnTo>
                  <a:pt x="1821927" y="1082735"/>
                </a:lnTo>
                <a:lnTo>
                  <a:pt x="1826491" y="1071575"/>
                </a:lnTo>
                <a:lnTo>
                  <a:pt x="1826878" y="1070507"/>
                </a:lnTo>
                <a:lnTo>
                  <a:pt x="1831251" y="1042564"/>
                </a:lnTo>
                <a:close/>
                <a:moveTo>
                  <a:pt x="1829342" y="1040573"/>
                </a:moveTo>
                <a:lnTo>
                  <a:pt x="1830600" y="1038988"/>
                </a:lnTo>
                <a:lnTo>
                  <a:pt x="1830347" y="1038924"/>
                </a:lnTo>
                <a:close/>
                <a:moveTo>
                  <a:pt x="1823138" y="1054189"/>
                </a:moveTo>
                <a:lnTo>
                  <a:pt x="1819065" y="1074484"/>
                </a:lnTo>
                <a:lnTo>
                  <a:pt x="1821541" y="1070144"/>
                </a:lnTo>
                <a:lnTo>
                  <a:pt x="1823727" y="1053614"/>
                </a:lnTo>
                <a:close/>
                <a:moveTo>
                  <a:pt x="1785424" y="1138336"/>
                </a:moveTo>
                <a:lnTo>
                  <a:pt x="1785356" y="1140165"/>
                </a:lnTo>
                <a:lnTo>
                  <a:pt x="1786129" y="1138991"/>
                </a:lnTo>
                <a:close/>
                <a:moveTo>
                  <a:pt x="1314673" y="2191971"/>
                </a:moveTo>
                <a:lnTo>
                  <a:pt x="1318618" y="2188472"/>
                </a:lnTo>
                <a:lnTo>
                  <a:pt x="1317726" y="2187793"/>
                </a:lnTo>
                <a:lnTo>
                  <a:pt x="1317635" y="2187713"/>
                </a:lnTo>
                <a:lnTo>
                  <a:pt x="1317432" y="2187702"/>
                </a:lnTo>
                <a:close/>
                <a:moveTo>
                  <a:pt x="1321301" y="2176698"/>
                </a:moveTo>
                <a:lnTo>
                  <a:pt x="1323550" y="2177660"/>
                </a:lnTo>
                <a:lnTo>
                  <a:pt x="1324199" y="2176623"/>
                </a:lnTo>
                <a:lnTo>
                  <a:pt x="1321951" y="2176335"/>
                </a:lnTo>
                <a:close/>
                <a:moveTo>
                  <a:pt x="1312858" y="2195420"/>
                </a:moveTo>
                <a:lnTo>
                  <a:pt x="1313615" y="2195620"/>
                </a:lnTo>
                <a:lnTo>
                  <a:pt x="1315023" y="2193727"/>
                </a:lnTo>
                <a:lnTo>
                  <a:pt x="1314855" y="2193648"/>
                </a:lnTo>
                <a:close/>
                <a:moveTo>
                  <a:pt x="1823688" y="1051446"/>
                </a:moveTo>
                <a:lnTo>
                  <a:pt x="1823200" y="1053876"/>
                </a:lnTo>
                <a:lnTo>
                  <a:pt x="1823765" y="1053326"/>
                </a:lnTo>
                <a:lnTo>
                  <a:pt x="1824073" y="1050995"/>
                </a:lnTo>
                <a:close/>
                <a:moveTo>
                  <a:pt x="1826168" y="1045780"/>
                </a:moveTo>
                <a:lnTo>
                  <a:pt x="1825782" y="1048697"/>
                </a:lnTo>
                <a:lnTo>
                  <a:pt x="1831306" y="1042210"/>
                </a:lnTo>
                <a:lnTo>
                  <a:pt x="1831765" y="1039277"/>
                </a:lnTo>
                <a:lnTo>
                  <a:pt x="1830946" y="1039073"/>
                </a:lnTo>
                <a:lnTo>
                  <a:pt x="1827972" y="1042820"/>
                </a:lnTo>
                <a:close/>
                <a:moveTo>
                  <a:pt x="1316393" y="2186959"/>
                </a:moveTo>
                <a:lnTo>
                  <a:pt x="1316827" y="2187000"/>
                </a:lnTo>
                <a:lnTo>
                  <a:pt x="1316506" y="2186716"/>
                </a:lnTo>
                <a:close/>
                <a:moveTo>
                  <a:pt x="1319820" y="2179093"/>
                </a:moveTo>
                <a:lnTo>
                  <a:pt x="1319228" y="2180874"/>
                </a:lnTo>
                <a:lnTo>
                  <a:pt x="1317415" y="2184765"/>
                </a:lnTo>
                <a:lnTo>
                  <a:pt x="1318497" y="2185720"/>
                </a:lnTo>
                <a:lnTo>
                  <a:pt x="1322053" y="2180048"/>
                </a:lnTo>
                <a:close/>
                <a:moveTo>
                  <a:pt x="1306811" y="2208220"/>
                </a:moveTo>
                <a:lnTo>
                  <a:pt x="1310490" y="2208286"/>
                </a:lnTo>
                <a:lnTo>
                  <a:pt x="1308026" y="2206930"/>
                </a:lnTo>
                <a:close/>
                <a:moveTo>
                  <a:pt x="1314111" y="2191856"/>
                </a:moveTo>
                <a:lnTo>
                  <a:pt x="1314468" y="2192025"/>
                </a:lnTo>
                <a:lnTo>
                  <a:pt x="1317035" y="2188053"/>
                </a:lnTo>
                <a:lnTo>
                  <a:pt x="1317263" y="2187689"/>
                </a:lnTo>
                <a:lnTo>
                  <a:pt x="1316104" y="2187580"/>
                </a:lnTo>
                <a:close/>
                <a:moveTo>
                  <a:pt x="1311169" y="2198175"/>
                </a:moveTo>
                <a:lnTo>
                  <a:pt x="1311499" y="2198463"/>
                </a:lnTo>
                <a:lnTo>
                  <a:pt x="1311711" y="2198177"/>
                </a:lnTo>
                <a:lnTo>
                  <a:pt x="1311227" y="2198050"/>
                </a:lnTo>
                <a:close/>
                <a:moveTo>
                  <a:pt x="1310258" y="2200130"/>
                </a:moveTo>
                <a:lnTo>
                  <a:pt x="1311312" y="2198713"/>
                </a:lnTo>
                <a:lnTo>
                  <a:pt x="1311031" y="2198469"/>
                </a:lnTo>
                <a:close/>
                <a:moveTo>
                  <a:pt x="1834756" y="1025624"/>
                </a:moveTo>
                <a:lnTo>
                  <a:pt x="1834335" y="1029258"/>
                </a:lnTo>
                <a:lnTo>
                  <a:pt x="1839443" y="1020874"/>
                </a:lnTo>
                <a:lnTo>
                  <a:pt x="1845733" y="1007978"/>
                </a:lnTo>
                <a:lnTo>
                  <a:pt x="1845224" y="1008381"/>
                </a:lnTo>
                <a:close/>
                <a:moveTo>
                  <a:pt x="1824166" y="1049066"/>
                </a:moveTo>
                <a:lnTo>
                  <a:pt x="1823763" y="1051067"/>
                </a:lnTo>
                <a:lnTo>
                  <a:pt x="1824119" y="1050649"/>
                </a:lnTo>
                <a:lnTo>
                  <a:pt x="1824373" y="1048726"/>
                </a:lnTo>
                <a:close/>
                <a:moveTo>
                  <a:pt x="1789391" y="1126897"/>
                </a:moveTo>
                <a:lnTo>
                  <a:pt x="1789461" y="1126850"/>
                </a:lnTo>
                <a:lnTo>
                  <a:pt x="1792228" y="1124178"/>
                </a:lnTo>
                <a:lnTo>
                  <a:pt x="1789787" y="1126224"/>
                </a:lnTo>
                <a:close/>
                <a:moveTo>
                  <a:pt x="1763125" y="1185437"/>
                </a:moveTo>
                <a:lnTo>
                  <a:pt x="1763265" y="1185614"/>
                </a:lnTo>
                <a:lnTo>
                  <a:pt x="1763806" y="1184268"/>
                </a:lnTo>
                <a:lnTo>
                  <a:pt x="1763670" y="1184390"/>
                </a:lnTo>
                <a:close/>
                <a:moveTo>
                  <a:pt x="1302917" y="2215889"/>
                </a:moveTo>
                <a:lnTo>
                  <a:pt x="1306362" y="2216476"/>
                </a:lnTo>
                <a:lnTo>
                  <a:pt x="1312314" y="2209369"/>
                </a:lnTo>
                <a:lnTo>
                  <a:pt x="1306007" y="2209256"/>
                </a:lnTo>
                <a:close/>
                <a:moveTo>
                  <a:pt x="1301077" y="2219839"/>
                </a:moveTo>
                <a:lnTo>
                  <a:pt x="1302800" y="2220527"/>
                </a:lnTo>
                <a:lnTo>
                  <a:pt x="1303591" y="2219784"/>
                </a:lnTo>
                <a:lnTo>
                  <a:pt x="1305994" y="2216916"/>
                </a:lnTo>
                <a:lnTo>
                  <a:pt x="1302700" y="2216355"/>
                </a:lnTo>
                <a:close/>
                <a:moveTo>
                  <a:pt x="1300582" y="2220903"/>
                </a:moveTo>
                <a:lnTo>
                  <a:pt x="1301700" y="2221559"/>
                </a:lnTo>
                <a:lnTo>
                  <a:pt x="1302099" y="2221184"/>
                </a:lnTo>
                <a:lnTo>
                  <a:pt x="1300708" y="2220632"/>
                </a:lnTo>
                <a:close/>
                <a:moveTo>
                  <a:pt x="1299171" y="2223932"/>
                </a:moveTo>
                <a:lnTo>
                  <a:pt x="1300590" y="2222600"/>
                </a:lnTo>
                <a:lnTo>
                  <a:pt x="1299926" y="2222311"/>
                </a:lnTo>
                <a:close/>
                <a:moveTo>
                  <a:pt x="1762868" y="1185111"/>
                </a:moveTo>
                <a:lnTo>
                  <a:pt x="1762900" y="1185150"/>
                </a:lnTo>
                <a:lnTo>
                  <a:pt x="1762971" y="1185019"/>
                </a:lnTo>
                <a:close/>
                <a:moveTo>
                  <a:pt x="1765260" y="1179415"/>
                </a:moveTo>
                <a:lnTo>
                  <a:pt x="1765013" y="1181224"/>
                </a:lnTo>
                <a:lnTo>
                  <a:pt x="1765061" y="1181134"/>
                </a:lnTo>
                <a:lnTo>
                  <a:pt x="1765859" y="1178890"/>
                </a:lnTo>
                <a:close/>
                <a:moveTo>
                  <a:pt x="1785593" y="1133866"/>
                </a:moveTo>
                <a:lnTo>
                  <a:pt x="1785477" y="1136960"/>
                </a:lnTo>
                <a:lnTo>
                  <a:pt x="1786711" y="1138107"/>
                </a:lnTo>
                <a:lnTo>
                  <a:pt x="1788978" y="1134665"/>
                </a:lnTo>
                <a:lnTo>
                  <a:pt x="1788995" y="1134872"/>
                </a:lnTo>
                <a:lnTo>
                  <a:pt x="1786806" y="1138195"/>
                </a:lnTo>
                <a:lnTo>
                  <a:pt x="1788831" y="1140077"/>
                </a:lnTo>
                <a:lnTo>
                  <a:pt x="1791467" y="1132731"/>
                </a:lnTo>
                <a:lnTo>
                  <a:pt x="1792015" y="1127865"/>
                </a:lnTo>
                <a:lnTo>
                  <a:pt x="1785888" y="1133571"/>
                </a:lnTo>
                <a:lnTo>
                  <a:pt x="1785825" y="1133613"/>
                </a:lnTo>
                <a:close/>
                <a:moveTo>
                  <a:pt x="1769678" y="1169416"/>
                </a:moveTo>
                <a:lnTo>
                  <a:pt x="1769318" y="1170430"/>
                </a:lnTo>
                <a:lnTo>
                  <a:pt x="1769391" y="1170366"/>
                </a:lnTo>
                <a:lnTo>
                  <a:pt x="1769842" y="1169243"/>
                </a:lnTo>
                <a:close/>
                <a:moveTo>
                  <a:pt x="1292122" y="2238557"/>
                </a:moveTo>
                <a:lnTo>
                  <a:pt x="1310217" y="2226785"/>
                </a:lnTo>
                <a:lnTo>
                  <a:pt x="1302674" y="2223506"/>
                </a:lnTo>
                <a:lnTo>
                  <a:pt x="1296804" y="2229013"/>
                </a:lnTo>
                <a:lnTo>
                  <a:pt x="1293556" y="2235985"/>
                </a:lnTo>
                <a:close/>
                <a:moveTo>
                  <a:pt x="1787945" y="1127862"/>
                </a:moveTo>
                <a:lnTo>
                  <a:pt x="1788107" y="1127753"/>
                </a:lnTo>
                <a:lnTo>
                  <a:pt x="1788248" y="1127514"/>
                </a:lnTo>
                <a:lnTo>
                  <a:pt x="1788207" y="1127547"/>
                </a:lnTo>
                <a:close/>
                <a:moveTo>
                  <a:pt x="1818354" y="1058602"/>
                </a:moveTo>
                <a:lnTo>
                  <a:pt x="1819666" y="1057323"/>
                </a:lnTo>
                <a:lnTo>
                  <a:pt x="1819927" y="1056020"/>
                </a:lnTo>
                <a:close/>
                <a:moveTo>
                  <a:pt x="1763709" y="1180773"/>
                </a:moveTo>
                <a:lnTo>
                  <a:pt x="1762237" y="1184308"/>
                </a:lnTo>
                <a:lnTo>
                  <a:pt x="1762621" y="1184796"/>
                </a:lnTo>
                <a:lnTo>
                  <a:pt x="1763509" y="1184019"/>
                </a:lnTo>
                <a:lnTo>
                  <a:pt x="1764046" y="1183021"/>
                </a:lnTo>
                <a:lnTo>
                  <a:pt x="1764441" y="1180132"/>
                </a:lnTo>
                <a:close/>
                <a:moveTo>
                  <a:pt x="1817727" y="1059631"/>
                </a:moveTo>
                <a:lnTo>
                  <a:pt x="1817522" y="1068008"/>
                </a:lnTo>
                <a:lnTo>
                  <a:pt x="1819604" y="1057636"/>
                </a:lnTo>
                <a:lnTo>
                  <a:pt x="1817977" y="1059222"/>
                </a:lnTo>
                <a:close/>
                <a:moveTo>
                  <a:pt x="1827289" y="1037913"/>
                </a:moveTo>
                <a:lnTo>
                  <a:pt x="1828828" y="1038295"/>
                </a:lnTo>
                <a:lnTo>
                  <a:pt x="1832986" y="1031470"/>
                </a:lnTo>
                <a:lnTo>
                  <a:pt x="1833604" y="1027521"/>
                </a:lnTo>
                <a:lnTo>
                  <a:pt x="1827464" y="1037633"/>
                </a:lnTo>
                <a:close/>
                <a:moveTo>
                  <a:pt x="1827113" y="1038195"/>
                </a:moveTo>
                <a:lnTo>
                  <a:pt x="1826981" y="1039635"/>
                </a:lnTo>
                <a:lnTo>
                  <a:pt x="1826695" y="1041793"/>
                </a:lnTo>
                <a:lnTo>
                  <a:pt x="1828694" y="1038513"/>
                </a:lnTo>
                <a:lnTo>
                  <a:pt x="1827153" y="1038131"/>
                </a:lnTo>
                <a:close/>
                <a:moveTo>
                  <a:pt x="1767480" y="1171721"/>
                </a:moveTo>
                <a:lnTo>
                  <a:pt x="1767270" y="1172223"/>
                </a:lnTo>
                <a:lnTo>
                  <a:pt x="1768663" y="1171003"/>
                </a:lnTo>
                <a:lnTo>
                  <a:pt x="1768960" y="1170168"/>
                </a:lnTo>
                <a:close/>
                <a:moveTo>
                  <a:pt x="1769639" y="1166539"/>
                </a:moveTo>
                <a:lnTo>
                  <a:pt x="1769592" y="1166651"/>
                </a:lnTo>
                <a:lnTo>
                  <a:pt x="1770477" y="1165903"/>
                </a:lnTo>
                <a:lnTo>
                  <a:pt x="1770628" y="1165479"/>
                </a:lnTo>
                <a:close/>
                <a:moveTo>
                  <a:pt x="1769318" y="1166882"/>
                </a:moveTo>
                <a:lnTo>
                  <a:pt x="1769320" y="1166879"/>
                </a:lnTo>
                <a:lnTo>
                  <a:pt x="1769319" y="1166880"/>
                </a:lnTo>
                <a:close/>
                <a:moveTo>
                  <a:pt x="1772024" y="1160810"/>
                </a:moveTo>
                <a:lnTo>
                  <a:pt x="1770325" y="1164890"/>
                </a:lnTo>
                <a:lnTo>
                  <a:pt x="1771152" y="1164006"/>
                </a:lnTo>
                <a:lnTo>
                  <a:pt x="1771488" y="1163060"/>
                </a:lnTo>
                <a:lnTo>
                  <a:pt x="1771840" y="1161695"/>
                </a:lnTo>
                <a:close/>
                <a:moveTo>
                  <a:pt x="1284664" y="2251936"/>
                </a:moveTo>
                <a:lnTo>
                  <a:pt x="1287973" y="2253994"/>
                </a:lnTo>
                <a:lnTo>
                  <a:pt x="1314210" y="2230623"/>
                </a:lnTo>
                <a:lnTo>
                  <a:pt x="1315106" y="2228911"/>
                </a:lnTo>
                <a:lnTo>
                  <a:pt x="1311370" y="2227287"/>
                </a:lnTo>
                <a:lnTo>
                  <a:pt x="1291027" y="2240523"/>
                </a:lnTo>
                <a:lnTo>
                  <a:pt x="1285444" y="2250536"/>
                </a:lnTo>
                <a:lnTo>
                  <a:pt x="1287047" y="2251628"/>
                </a:lnTo>
                <a:lnTo>
                  <a:pt x="1286830" y="2251664"/>
                </a:lnTo>
                <a:lnTo>
                  <a:pt x="1285370" y="2250669"/>
                </a:lnTo>
                <a:close/>
                <a:moveTo>
                  <a:pt x="1762247" y="1182055"/>
                </a:moveTo>
                <a:lnTo>
                  <a:pt x="1762077" y="1183991"/>
                </a:lnTo>
                <a:lnTo>
                  <a:pt x="1763323" y="1181112"/>
                </a:lnTo>
                <a:close/>
                <a:moveTo>
                  <a:pt x="1283352" y="2254289"/>
                </a:moveTo>
                <a:lnTo>
                  <a:pt x="1286495" y="2255309"/>
                </a:lnTo>
                <a:lnTo>
                  <a:pt x="1287735" y="2254205"/>
                </a:lnTo>
                <a:lnTo>
                  <a:pt x="1284515" y="2252203"/>
                </a:lnTo>
                <a:close/>
                <a:moveTo>
                  <a:pt x="1766117" y="1173150"/>
                </a:moveTo>
                <a:lnTo>
                  <a:pt x="1766104" y="1173245"/>
                </a:lnTo>
                <a:lnTo>
                  <a:pt x="1766992" y="1172467"/>
                </a:lnTo>
                <a:lnTo>
                  <a:pt x="1767166" y="1172049"/>
                </a:lnTo>
                <a:close/>
                <a:moveTo>
                  <a:pt x="1835896" y="1015774"/>
                </a:moveTo>
                <a:lnTo>
                  <a:pt x="1834876" y="1024584"/>
                </a:lnTo>
                <a:lnTo>
                  <a:pt x="1840120" y="1016247"/>
                </a:lnTo>
                <a:lnTo>
                  <a:pt x="1844590" y="1008884"/>
                </a:lnTo>
                <a:close/>
                <a:moveTo>
                  <a:pt x="1761192" y="1182979"/>
                </a:moveTo>
                <a:lnTo>
                  <a:pt x="1761533" y="1183412"/>
                </a:lnTo>
                <a:lnTo>
                  <a:pt x="1761603" y="1182619"/>
                </a:lnTo>
                <a:close/>
                <a:moveTo>
                  <a:pt x="1300057" y="2215401"/>
                </a:moveTo>
                <a:lnTo>
                  <a:pt x="1300677" y="2215506"/>
                </a:lnTo>
                <a:lnTo>
                  <a:pt x="1301382" y="2213992"/>
                </a:lnTo>
                <a:close/>
                <a:moveTo>
                  <a:pt x="1758320" y="1189204"/>
                </a:moveTo>
                <a:lnTo>
                  <a:pt x="1758203" y="1190207"/>
                </a:lnTo>
                <a:lnTo>
                  <a:pt x="1759737" y="1189004"/>
                </a:lnTo>
                <a:lnTo>
                  <a:pt x="1759146" y="1188460"/>
                </a:lnTo>
                <a:close/>
                <a:moveTo>
                  <a:pt x="1279217" y="2261706"/>
                </a:moveTo>
                <a:lnTo>
                  <a:pt x="1282844" y="2258562"/>
                </a:lnTo>
                <a:lnTo>
                  <a:pt x="1286340" y="2255448"/>
                </a:lnTo>
                <a:lnTo>
                  <a:pt x="1283262" y="2254449"/>
                </a:lnTo>
                <a:close/>
                <a:moveTo>
                  <a:pt x="1817800" y="1055637"/>
                </a:moveTo>
                <a:lnTo>
                  <a:pt x="1817815" y="1056044"/>
                </a:lnTo>
                <a:lnTo>
                  <a:pt x="1817808" y="1056377"/>
                </a:lnTo>
                <a:lnTo>
                  <a:pt x="1819772" y="1053154"/>
                </a:lnTo>
                <a:close/>
                <a:moveTo>
                  <a:pt x="1758557" y="1187919"/>
                </a:moveTo>
                <a:lnTo>
                  <a:pt x="1758428" y="1188466"/>
                </a:lnTo>
                <a:lnTo>
                  <a:pt x="1758799" y="1188141"/>
                </a:lnTo>
                <a:close/>
                <a:moveTo>
                  <a:pt x="1797280" y="1101208"/>
                </a:moveTo>
                <a:lnTo>
                  <a:pt x="1794636" y="1107590"/>
                </a:lnTo>
                <a:lnTo>
                  <a:pt x="1794558" y="1109591"/>
                </a:lnTo>
                <a:lnTo>
                  <a:pt x="1796507" y="1107958"/>
                </a:lnTo>
                <a:close/>
                <a:moveTo>
                  <a:pt x="1278142" y="2263632"/>
                </a:moveTo>
                <a:lnTo>
                  <a:pt x="1286717" y="2270019"/>
                </a:lnTo>
                <a:lnTo>
                  <a:pt x="1310852" y="2237043"/>
                </a:lnTo>
                <a:lnTo>
                  <a:pt x="1313560" y="2231867"/>
                </a:lnTo>
                <a:lnTo>
                  <a:pt x="1298351" y="2245412"/>
                </a:lnTo>
                <a:lnTo>
                  <a:pt x="1288252" y="2254167"/>
                </a:lnTo>
                <a:lnTo>
                  <a:pt x="1289619" y="2255017"/>
                </a:lnTo>
                <a:lnTo>
                  <a:pt x="1289185" y="2255106"/>
                </a:lnTo>
                <a:lnTo>
                  <a:pt x="1288011" y="2254377"/>
                </a:lnTo>
                <a:lnTo>
                  <a:pt x="1286815" y="2255413"/>
                </a:lnTo>
                <a:lnTo>
                  <a:pt x="1287576" y="2255661"/>
                </a:lnTo>
                <a:lnTo>
                  <a:pt x="1287304" y="2255761"/>
                </a:lnTo>
                <a:lnTo>
                  <a:pt x="1286657" y="2255551"/>
                </a:lnTo>
                <a:lnTo>
                  <a:pt x="1278897" y="2262277"/>
                </a:lnTo>
                <a:close/>
                <a:moveTo>
                  <a:pt x="1768984" y="1164498"/>
                </a:moveTo>
                <a:lnTo>
                  <a:pt x="1772264" y="1159660"/>
                </a:lnTo>
                <a:lnTo>
                  <a:pt x="1773187" y="1155229"/>
                </a:lnTo>
                <a:close/>
                <a:moveTo>
                  <a:pt x="1305899" y="2201426"/>
                </a:moveTo>
                <a:lnTo>
                  <a:pt x="1306338" y="2201513"/>
                </a:lnTo>
                <a:lnTo>
                  <a:pt x="1306647" y="2200854"/>
                </a:lnTo>
                <a:close/>
                <a:moveTo>
                  <a:pt x="1767373" y="1168051"/>
                </a:moveTo>
                <a:lnTo>
                  <a:pt x="1770006" y="1165232"/>
                </a:lnTo>
                <a:lnTo>
                  <a:pt x="1771876" y="1160741"/>
                </a:lnTo>
                <a:lnTo>
                  <a:pt x="1768286" y="1166038"/>
                </a:lnTo>
                <a:close/>
                <a:moveTo>
                  <a:pt x="1802028" y="1089963"/>
                </a:moveTo>
                <a:lnTo>
                  <a:pt x="1800336" y="1104751"/>
                </a:lnTo>
                <a:lnTo>
                  <a:pt x="1801885" y="1103453"/>
                </a:lnTo>
                <a:lnTo>
                  <a:pt x="1806577" y="1089803"/>
                </a:lnTo>
                <a:lnTo>
                  <a:pt x="1806676" y="1090086"/>
                </a:lnTo>
                <a:lnTo>
                  <a:pt x="1802162" y="1103220"/>
                </a:lnTo>
                <a:lnTo>
                  <a:pt x="1802319" y="1103088"/>
                </a:lnTo>
                <a:lnTo>
                  <a:pt x="1803047" y="1102372"/>
                </a:lnTo>
                <a:lnTo>
                  <a:pt x="1806324" y="1096805"/>
                </a:lnTo>
                <a:lnTo>
                  <a:pt x="1807922" y="1081729"/>
                </a:lnTo>
                <a:close/>
                <a:moveTo>
                  <a:pt x="1809048" y="1073612"/>
                </a:moveTo>
                <a:lnTo>
                  <a:pt x="1808395" y="1080669"/>
                </a:lnTo>
                <a:lnTo>
                  <a:pt x="1812720" y="1074627"/>
                </a:lnTo>
                <a:lnTo>
                  <a:pt x="1812767" y="1074960"/>
                </a:lnTo>
                <a:lnTo>
                  <a:pt x="1808353" y="1081126"/>
                </a:lnTo>
                <a:lnTo>
                  <a:pt x="1807235" y="1093224"/>
                </a:lnTo>
                <a:lnTo>
                  <a:pt x="1806976" y="1095669"/>
                </a:lnTo>
                <a:lnTo>
                  <a:pt x="1813693" y="1083897"/>
                </a:lnTo>
                <a:lnTo>
                  <a:pt x="1814146" y="1065508"/>
                </a:lnTo>
                <a:lnTo>
                  <a:pt x="1811758" y="1069426"/>
                </a:lnTo>
                <a:lnTo>
                  <a:pt x="1810065" y="1071574"/>
                </a:lnTo>
                <a:close/>
                <a:moveTo>
                  <a:pt x="1819227" y="1050789"/>
                </a:moveTo>
                <a:lnTo>
                  <a:pt x="1817754" y="1054372"/>
                </a:lnTo>
                <a:lnTo>
                  <a:pt x="1817782" y="1055139"/>
                </a:lnTo>
                <a:lnTo>
                  <a:pt x="1820891" y="1051223"/>
                </a:lnTo>
                <a:lnTo>
                  <a:pt x="1821803" y="1046675"/>
                </a:lnTo>
                <a:close/>
                <a:moveTo>
                  <a:pt x="1274984" y="2269297"/>
                </a:moveTo>
                <a:lnTo>
                  <a:pt x="1283201" y="2271811"/>
                </a:lnTo>
                <a:lnTo>
                  <a:pt x="1285018" y="2272341"/>
                </a:lnTo>
                <a:lnTo>
                  <a:pt x="1286416" y="2270430"/>
                </a:lnTo>
                <a:lnTo>
                  <a:pt x="1277892" y="2264080"/>
                </a:lnTo>
                <a:close/>
                <a:moveTo>
                  <a:pt x="1822647" y="1042468"/>
                </a:moveTo>
                <a:lnTo>
                  <a:pt x="1820796" y="1046972"/>
                </a:lnTo>
                <a:lnTo>
                  <a:pt x="1822188" y="1044759"/>
                </a:lnTo>
                <a:close/>
                <a:moveTo>
                  <a:pt x="1297397" y="2218368"/>
                </a:moveTo>
                <a:lnTo>
                  <a:pt x="1299038" y="2219024"/>
                </a:lnTo>
                <a:lnTo>
                  <a:pt x="1300459" y="2215973"/>
                </a:lnTo>
                <a:lnTo>
                  <a:pt x="1299649" y="2215834"/>
                </a:lnTo>
                <a:lnTo>
                  <a:pt x="1297719" y="2217887"/>
                </a:lnTo>
                <a:close/>
                <a:moveTo>
                  <a:pt x="1793163" y="1108017"/>
                </a:moveTo>
                <a:lnTo>
                  <a:pt x="1791967" y="1111764"/>
                </a:lnTo>
                <a:lnTo>
                  <a:pt x="1792861" y="1111014"/>
                </a:lnTo>
                <a:lnTo>
                  <a:pt x="1793063" y="1110569"/>
                </a:lnTo>
                <a:close/>
                <a:moveTo>
                  <a:pt x="1802369" y="1086985"/>
                </a:moveTo>
                <a:lnTo>
                  <a:pt x="1802082" y="1089489"/>
                </a:lnTo>
                <a:lnTo>
                  <a:pt x="1807971" y="1081262"/>
                </a:lnTo>
                <a:lnTo>
                  <a:pt x="1808710" y="1074288"/>
                </a:lnTo>
                <a:close/>
                <a:moveTo>
                  <a:pt x="1270195" y="2277888"/>
                </a:moveTo>
                <a:lnTo>
                  <a:pt x="1276939" y="2283379"/>
                </a:lnTo>
                <a:lnTo>
                  <a:pt x="1284934" y="2272456"/>
                </a:lnTo>
                <a:lnTo>
                  <a:pt x="1274860" y="2269520"/>
                </a:lnTo>
                <a:close/>
                <a:moveTo>
                  <a:pt x="1313329" y="2181159"/>
                </a:moveTo>
                <a:lnTo>
                  <a:pt x="1314568" y="2182252"/>
                </a:lnTo>
                <a:lnTo>
                  <a:pt x="1315297" y="2180057"/>
                </a:lnTo>
                <a:close/>
                <a:moveTo>
                  <a:pt x="1832522" y="1018447"/>
                </a:moveTo>
                <a:lnTo>
                  <a:pt x="1827892" y="1029711"/>
                </a:lnTo>
                <a:lnTo>
                  <a:pt x="1827249" y="1036712"/>
                </a:lnTo>
                <a:lnTo>
                  <a:pt x="1833766" y="1026348"/>
                </a:lnTo>
                <a:lnTo>
                  <a:pt x="1834900" y="1016563"/>
                </a:lnTo>
                <a:close/>
                <a:moveTo>
                  <a:pt x="1767313" y="1164407"/>
                </a:moveTo>
                <a:lnTo>
                  <a:pt x="1766966" y="1166940"/>
                </a:lnTo>
                <a:lnTo>
                  <a:pt x="1769544" y="1162430"/>
                </a:lnTo>
                <a:lnTo>
                  <a:pt x="1773128" y="1154528"/>
                </a:lnTo>
                <a:close/>
                <a:moveTo>
                  <a:pt x="1836676" y="1009040"/>
                </a:moveTo>
                <a:lnTo>
                  <a:pt x="1835925" y="1015528"/>
                </a:lnTo>
                <a:lnTo>
                  <a:pt x="1844853" y="1008452"/>
                </a:lnTo>
                <a:lnTo>
                  <a:pt x="1848153" y="1003015"/>
                </a:lnTo>
                <a:lnTo>
                  <a:pt x="1852192" y="994735"/>
                </a:lnTo>
                <a:lnTo>
                  <a:pt x="1851921" y="987354"/>
                </a:lnTo>
                <a:lnTo>
                  <a:pt x="1845802" y="996207"/>
                </a:lnTo>
                <a:close/>
                <a:moveTo>
                  <a:pt x="1762962" y="1173891"/>
                </a:moveTo>
                <a:lnTo>
                  <a:pt x="1762956" y="1173956"/>
                </a:lnTo>
                <a:lnTo>
                  <a:pt x="1763163" y="1173594"/>
                </a:lnTo>
                <a:close/>
                <a:moveTo>
                  <a:pt x="1275534" y="2265194"/>
                </a:moveTo>
                <a:lnTo>
                  <a:pt x="1274800" y="2267487"/>
                </a:lnTo>
                <a:lnTo>
                  <a:pt x="1276588" y="2264280"/>
                </a:lnTo>
                <a:close/>
                <a:moveTo>
                  <a:pt x="1835529" y="1011134"/>
                </a:moveTo>
                <a:lnTo>
                  <a:pt x="1832674" y="1018078"/>
                </a:lnTo>
                <a:lnTo>
                  <a:pt x="1833691" y="1017298"/>
                </a:lnTo>
                <a:lnTo>
                  <a:pt x="1834929" y="1016318"/>
                </a:lnTo>
                <a:close/>
                <a:moveTo>
                  <a:pt x="1795461" y="1100816"/>
                </a:moveTo>
                <a:lnTo>
                  <a:pt x="1794822" y="1102818"/>
                </a:lnTo>
                <a:lnTo>
                  <a:pt x="1794657" y="1107054"/>
                </a:lnTo>
                <a:lnTo>
                  <a:pt x="1795902" y="1104309"/>
                </a:lnTo>
                <a:lnTo>
                  <a:pt x="1797316" y="1100896"/>
                </a:lnTo>
                <a:lnTo>
                  <a:pt x="1797879" y="1095973"/>
                </a:lnTo>
                <a:close/>
                <a:moveTo>
                  <a:pt x="1276277" y="2262876"/>
                </a:moveTo>
                <a:lnTo>
                  <a:pt x="1275665" y="2264784"/>
                </a:lnTo>
                <a:lnTo>
                  <a:pt x="1276907" y="2263709"/>
                </a:lnTo>
                <a:lnTo>
                  <a:pt x="1277050" y="2263452"/>
                </a:lnTo>
                <a:close/>
                <a:moveTo>
                  <a:pt x="1761579" y="1175166"/>
                </a:moveTo>
                <a:lnTo>
                  <a:pt x="1761486" y="1175558"/>
                </a:lnTo>
                <a:lnTo>
                  <a:pt x="1762209" y="1174492"/>
                </a:lnTo>
                <a:close/>
                <a:moveTo>
                  <a:pt x="1811713" y="1062789"/>
                </a:moveTo>
                <a:lnTo>
                  <a:pt x="1813066" y="1061084"/>
                </a:lnTo>
                <a:lnTo>
                  <a:pt x="1814190" y="1058834"/>
                </a:lnTo>
                <a:close/>
                <a:moveTo>
                  <a:pt x="1753185" y="1193824"/>
                </a:moveTo>
                <a:lnTo>
                  <a:pt x="1753073" y="1194230"/>
                </a:lnTo>
                <a:lnTo>
                  <a:pt x="1753497" y="1193897"/>
                </a:lnTo>
                <a:lnTo>
                  <a:pt x="1753667" y="1193391"/>
                </a:lnTo>
                <a:close/>
                <a:moveTo>
                  <a:pt x="1763177" y="1171433"/>
                </a:moveTo>
                <a:lnTo>
                  <a:pt x="1763117" y="1172114"/>
                </a:lnTo>
                <a:lnTo>
                  <a:pt x="1764762" y="1170725"/>
                </a:lnTo>
                <a:lnTo>
                  <a:pt x="1765019" y="1170346"/>
                </a:lnTo>
                <a:lnTo>
                  <a:pt x="1766018" y="1168598"/>
                </a:lnTo>
                <a:lnTo>
                  <a:pt x="1766374" y="1166001"/>
                </a:lnTo>
                <a:close/>
                <a:moveTo>
                  <a:pt x="1753665" y="1192367"/>
                </a:moveTo>
                <a:lnTo>
                  <a:pt x="1753857" y="1192466"/>
                </a:lnTo>
                <a:lnTo>
                  <a:pt x="1754026" y="1192318"/>
                </a:lnTo>
                <a:lnTo>
                  <a:pt x="1754296" y="1191511"/>
                </a:lnTo>
                <a:lnTo>
                  <a:pt x="1754316" y="1191228"/>
                </a:lnTo>
                <a:close/>
                <a:moveTo>
                  <a:pt x="1753476" y="1192774"/>
                </a:moveTo>
                <a:lnTo>
                  <a:pt x="1753467" y="1192807"/>
                </a:lnTo>
                <a:lnTo>
                  <a:pt x="1753494" y="1192783"/>
                </a:lnTo>
                <a:close/>
                <a:moveTo>
                  <a:pt x="1762439" y="1172685"/>
                </a:moveTo>
                <a:lnTo>
                  <a:pt x="1762474" y="1172656"/>
                </a:lnTo>
                <a:lnTo>
                  <a:pt x="1762477" y="1172621"/>
                </a:lnTo>
                <a:close/>
                <a:moveTo>
                  <a:pt x="1788102" y="1115003"/>
                </a:moveTo>
                <a:lnTo>
                  <a:pt x="1790076" y="1113347"/>
                </a:lnTo>
                <a:lnTo>
                  <a:pt x="1791624" y="1108497"/>
                </a:lnTo>
                <a:lnTo>
                  <a:pt x="1789226" y="1113299"/>
                </a:lnTo>
                <a:close/>
                <a:moveTo>
                  <a:pt x="1307671" y="2190261"/>
                </a:moveTo>
                <a:lnTo>
                  <a:pt x="1307327" y="2193966"/>
                </a:lnTo>
                <a:lnTo>
                  <a:pt x="1309600" y="2194564"/>
                </a:lnTo>
                <a:lnTo>
                  <a:pt x="1310903" y="2191785"/>
                </a:lnTo>
                <a:close/>
                <a:moveTo>
                  <a:pt x="1311190" y="2182356"/>
                </a:moveTo>
                <a:lnTo>
                  <a:pt x="1312080" y="2182810"/>
                </a:lnTo>
                <a:lnTo>
                  <a:pt x="1311419" y="2182227"/>
                </a:lnTo>
                <a:close/>
                <a:moveTo>
                  <a:pt x="1809760" y="1065907"/>
                </a:moveTo>
                <a:lnTo>
                  <a:pt x="1809669" y="1066894"/>
                </a:lnTo>
                <a:lnTo>
                  <a:pt x="1810609" y="1066001"/>
                </a:lnTo>
                <a:lnTo>
                  <a:pt x="1812362" y="1062493"/>
                </a:lnTo>
                <a:lnTo>
                  <a:pt x="1810163" y="1065264"/>
                </a:lnTo>
                <a:close/>
                <a:moveTo>
                  <a:pt x="1279378" y="2253188"/>
                </a:moveTo>
                <a:lnTo>
                  <a:pt x="1276440" y="2262365"/>
                </a:lnTo>
                <a:lnTo>
                  <a:pt x="1277300" y="2263004"/>
                </a:lnTo>
                <a:lnTo>
                  <a:pt x="1282252" y="2254121"/>
                </a:lnTo>
                <a:close/>
                <a:moveTo>
                  <a:pt x="1803124" y="1080385"/>
                </a:moveTo>
                <a:lnTo>
                  <a:pt x="1803035" y="1081167"/>
                </a:lnTo>
                <a:lnTo>
                  <a:pt x="1803947" y="1079341"/>
                </a:lnTo>
                <a:close/>
                <a:moveTo>
                  <a:pt x="1808371" y="1068125"/>
                </a:moveTo>
                <a:lnTo>
                  <a:pt x="1809407" y="1067142"/>
                </a:lnTo>
                <a:lnTo>
                  <a:pt x="1809480" y="1066355"/>
                </a:lnTo>
                <a:close/>
                <a:moveTo>
                  <a:pt x="1280493" y="2249702"/>
                </a:moveTo>
                <a:lnTo>
                  <a:pt x="1279433" y="2253016"/>
                </a:lnTo>
                <a:lnTo>
                  <a:pt x="1282341" y="2253961"/>
                </a:lnTo>
                <a:lnTo>
                  <a:pt x="1283629" y="2251652"/>
                </a:lnTo>
                <a:close/>
                <a:moveTo>
                  <a:pt x="1844383" y="986954"/>
                </a:moveTo>
                <a:lnTo>
                  <a:pt x="1836842" y="1007605"/>
                </a:lnTo>
                <a:lnTo>
                  <a:pt x="1836745" y="1008439"/>
                </a:lnTo>
                <a:lnTo>
                  <a:pt x="1851912" y="987113"/>
                </a:lnTo>
                <a:lnTo>
                  <a:pt x="1851615" y="979033"/>
                </a:lnTo>
                <a:close/>
                <a:moveTo>
                  <a:pt x="1806967" y="1070367"/>
                </a:moveTo>
                <a:lnTo>
                  <a:pt x="1809042" y="1067998"/>
                </a:lnTo>
                <a:lnTo>
                  <a:pt x="1809252" y="1067731"/>
                </a:lnTo>
                <a:lnTo>
                  <a:pt x="1807624" y="1069319"/>
                </a:lnTo>
                <a:close/>
                <a:moveTo>
                  <a:pt x="1281113" y="2247766"/>
                </a:moveTo>
                <a:lnTo>
                  <a:pt x="1280589" y="2249403"/>
                </a:lnTo>
                <a:lnTo>
                  <a:pt x="1283777" y="2251385"/>
                </a:lnTo>
                <a:lnTo>
                  <a:pt x="1284505" y="2250079"/>
                </a:lnTo>
                <a:close/>
                <a:moveTo>
                  <a:pt x="1271892" y="2268350"/>
                </a:moveTo>
                <a:lnTo>
                  <a:pt x="1273965" y="2268984"/>
                </a:lnTo>
                <a:lnTo>
                  <a:pt x="1274452" y="2268109"/>
                </a:lnTo>
                <a:lnTo>
                  <a:pt x="1275329" y="2265371"/>
                </a:lnTo>
                <a:close/>
                <a:moveTo>
                  <a:pt x="1773397" y="1145287"/>
                </a:moveTo>
                <a:lnTo>
                  <a:pt x="1773645" y="1145435"/>
                </a:lnTo>
                <a:lnTo>
                  <a:pt x="1774155" y="1145520"/>
                </a:lnTo>
                <a:lnTo>
                  <a:pt x="1774433" y="1145226"/>
                </a:lnTo>
                <a:lnTo>
                  <a:pt x="1774479" y="1143990"/>
                </a:lnTo>
                <a:close/>
                <a:moveTo>
                  <a:pt x="1828644" y="1021522"/>
                </a:moveTo>
                <a:lnTo>
                  <a:pt x="1828184" y="1026530"/>
                </a:lnTo>
                <a:lnTo>
                  <a:pt x="1831015" y="1019642"/>
                </a:lnTo>
                <a:close/>
                <a:moveTo>
                  <a:pt x="1307937" y="2187400"/>
                </a:moveTo>
                <a:lnTo>
                  <a:pt x="1307799" y="2188881"/>
                </a:lnTo>
                <a:lnTo>
                  <a:pt x="1311457" y="2190606"/>
                </a:lnTo>
                <a:lnTo>
                  <a:pt x="1311572" y="2190360"/>
                </a:lnTo>
                <a:close/>
                <a:moveTo>
                  <a:pt x="1281502" y="2246551"/>
                </a:moveTo>
                <a:lnTo>
                  <a:pt x="1281162" y="2247615"/>
                </a:lnTo>
                <a:lnTo>
                  <a:pt x="1284579" y="2249946"/>
                </a:lnTo>
                <a:lnTo>
                  <a:pt x="1284914" y="2249345"/>
                </a:lnTo>
                <a:lnTo>
                  <a:pt x="1288153" y="2242392"/>
                </a:lnTo>
                <a:lnTo>
                  <a:pt x="1284532" y="2244749"/>
                </a:lnTo>
                <a:close/>
                <a:moveTo>
                  <a:pt x="1307991" y="2186818"/>
                </a:moveTo>
                <a:lnTo>
                  <a:pt x="1307970" y="2187037"/>
                </a:lnTo>
                <a:lnTo>
                  <a:pt x="1311705" y="2190078"/>
                </a:lnTo>
                <a:lnTo>
                  <a:pt x="1312603" y="2188164"/>
                </a:lnTo>
                <a:lnTo>
                  <a:pt x="1312897" y="2187280"/>
                </a:lnTo>
                <a:close/>
                <a:moveTo>
                  <a:pt x="1828768" y="1020159"/>
                </a:moveTo>
                <a:lnTo>
                  <a:pt x="1828678" y="1021146"/>
                </a:lnTo>
                <a:lnTo>
                  <a:pt x="1831189" y="1019218"/>
                </a:lnTo>
                <a:lnTo>
                  <a:pt x="1833589" y="1013381"/>
                </a:lnTo>
                <a:close/>
                <a:moveTo>
                  <a:pt x="1307665" y="2186788"/>
                </a:moveTo>
                <a:lnTo>
                  <a:pt x="1307855" y="2186943"/>
                </a:lnTo>
                <a:lnTo>
                  <a:pt x="1307868" y="2186807"/>
                </a:lnTo>
                <a:close/>
                <a:moveTo>
                  <a:pt x="1282953" y="2242010"/>
                </a:moveTo>
                <a:lnTo>
                  <a:pt x="1282866" y="2242298"/>
                </a:lnTo>
                <a:lnTo>
                  <a:pt x="1281942" y="2245182"/>
                </a:lnTo>
                <a:lnTo>
                  <a:pt x="1288990" y="2240596"/>
                </a:lnTo>
                <a:lnTo>
                  <a:pt x="1292507" y="2233046"/>
                </a:lnTo>
                <a:close/>
                <a:moveTo>
                  <a:pt x="1849138" y="973934"/>
                </a:moveTo>
                <a:lnTo>
                  <a:pt x="1844587" y="986396"/>
                </a:lnTo>
                <a:lnTo>
                  <a:pt x="1851603" y="978710"/>
                </a:lnTo>
                <a:lnTo>
                  <a:pt x="1851260" y="969367"/>
                </a:lnTo>
                <a:close/>
                <a:moveTo>
                  <a:pt x="1280487" y="2247156"/>
                </a:moveTo>
                <a:lnTo>
                  <a:pt x="1280959" y="2247477"/>
                </a:lnTo>
                <a:lnTo>
                  <a:pt x="1281183" y="2246741"/>
                </a:lnTo>
                <a:close/>
                <a:moveTo>
                  <a:pt x="1767794" y="1155624"/>
                </a:moveTo>
                <a:lnTo>
                  <a:pt x="1763417" y="1168682"/>
                </a:lnTo>
                <a:lnTo>
                  <a:pt x="1763313" y="1169877"/>
                </a:lnTo>
                <a:lnTo>
                  <a:pt x="1766610" y="1164275"/>
                </a:lnTo>
                <a:close/>
                <a:moveTo>
                  <a:pt x="1842060" y="989164"/>
                </a:moveTo>
                <a:lnTo>
                  <a:pt x="1843954" y="987089"/>
                </a:lnTo>
                <a:lnTo>
                  <a:pt x="1847363" y="977753"/>
                </a:lnTo>
                <a:close/>
                <a:moveTo>
                  <a:pt x="1284413" y="2237779"/>
                </a:moveTo>
                <a:lnTo>
                  <a:pt x="1294874" y="2227964"/>
                </a:lnTo>
                <a:lnTo>
                  <a:pt x="1297920" y="2221424"/>
                </a:lnTo>
                <a:lnTo>
                  <a:pt x="1296076" y="2220344"/>
                </a:lnTo>
                <a:close/>
                <a:moveTo>
                  <a:pt x="1850983" y="968880"/>
                </a:moveTo>
                <a:lnTo>
                  <a:pt x="1850792" y="969405"/>
                </a:lnTo>
                <a:lnTo>
                  <a:pt x="1851227" y="968468"/>
                </a:lnTo>
                <a:lnTo>
                  <a:pt x="1851225" y="968414"/>
                </a:lnTo>
                <a:close/>
                <a:moveTo>
                  <a:pt x="1837955" y="997996"/>
                </a:moveTo>
                <a:lnTo>
                  <a:pt x="1837187" y="1004629"/>
                </a:lnTo>
                <a:lnTo>
                  <a:pt x="1840423" y="996756"/>
                </a:lnTo>
                <a:lnTo>
                  <a:pt x="1843749" y="987648"/>
                </a:lnTo>
                <a:lnTo>
                  <a:pt x="1841742" y="989847"/>
                </a:lnTo>
                <a:close/>
                <a:moveTo>
                  <a:pt x="1804431" y="1072992"/>
                </a:moveTo>
                <a:lnTo>
                  <a:pt x="1805340" y="1071545"/>
                </a:lnTo>
                <a:lnTo>
                  <a:pt x="1805162" y="1071720"/>
                </a:lnTo>
                <a:lnTo>
                  <a:pt x="1804889" y="1071979"/>
                </a:lnTo>
                <a:close/>
                <a:moveTo>
                  <a:pt x="1308253" y="2183998"/>
                </a:moveTo>
                <a:lnTo>
                  <a:pt x="1308051" y="2186176"/>
                </a:lnTo>
                <a:lnTo>
                  <a:pt x="1313106" y="2186650"/>
                </a:lnTo>
                <a:lnTo>
                  <a:pt x="1313860" y="2184382"/>
                </a:lnTo>
                <a:lnTo>
                  <a:pt x="1312926" y="2183557"/>
                </a:lnTo>
                <a:lnTo>
                  <a:pt x="1310896" y="2182520"/>
                </a:lnTo>
                <a:close/>
                <a:moveTo>
                  <a:pt x="1795187" y="1093417"/>
                </a:moveTo>
                <a:lnTo>
                  <a:pt x="1795041" y="1097171"/>
                </a:lnTo>
                <a:lnTo>
                  <a:pt x="1795587" y="1096079"/>
                </a:lnTo>
                <a:lnTo>
                  <a:pt x="1798873" y="1085780"/>
                </a:lnTo>
                <a:lnTo>
                  <a:pt x="1798334" y="1086465"/>
                </a:lnTo>
                <a:close/>
                <a:moveTo>
                  <a:pt x="1792633" y="1099061"/>
                </a:moveTo>
                <a:lnTo>
                  <a:pt x="1793539" y="1098354"/>
                </a:lnTo>
                <a:lnTo>
                  <a:pt x="1793594" y="1096938"/>
                </a:lnTo>
                <a:close/>
                <a:moveTo>
                  <a:pt x="1772283" y="1144622"/>
                </a:moveTo>
                <a:lnTo>
                  <a:pt x="1773164" y="1145148"/>
                </a:lnTo>
                <a:lnTo>
                  <a:pt x="1774495" y="1143553"/>
                </a:lnTo>
                <a:lnTo>
                  <a:pt x="1774537" y="1142436"/>
                </a:lnTo>
                <a:close/>
                <a:moveTo>
                  <a:pt x="1769095" y="1151740"/>
                </a:moveTo>
                <a:lnTo>
                  <a:pt x="1769009" y="1151995"/>
                </a:lnTo>
                <a:lnTo>
                  <a:pt x="1767548" y="1162681"/>
                </a:lnTo>
                <a:lnTo>
                  <a:pt x="1773544" y="1152494"/>
                </a:lnTo>
                <a:close/>
                <a:moveTo>
                  <a:pt x="1769200" y="1151427"/>
                </a:moveTo>
                <a:lnTo>
                  <a:pt x="1769143" y="1151597"/>
                </a:lnTo>
                <a:lnTo>
                  <a:pt x="1773625" y="1152357"/>
                </a:lnTo>
                <a:lnTo>
                  <a:pt x="1773874" y="1151934"/>
                </a:lnTo>
                <a:lnTo>
                  <a:pt x="1774012" y="1151272"/>
                </a:lnTo>
                <a:lnTo>
                  <a:pt x="1774291" y="1148998"/>
                </a:lnTo>
                <a:lnTo>
                  <a:pt x="1774331" y="1147931"/>
                </a:lnTo>
                <a:lnTo>
                  <a:pt x="1773147" y="1147241"/>
                </a:lnTo>
                <a:close/>
                <a:moveTo>
                  <a:pt x="1789081" y="1106760"/>
                </a:moveTo>
                <a:lnTo>
                  <a:pt x="1793471" y="1100106"/>
                </a:lnTo>
                <a:lnTo>
                  <a:pt x="1793525" y="1098718"/>
                </a:lnTo>
                <a:lnTo>
                  <a:pt x="1792386" y="1099605"/>
                </a:lnTo>
                <a:lnTo>
                  <a:pt x="1791051" y="1102557"/>
                </a:lnTo>
                <a:close/>
                <a:moveTo>
                  <a:pt x="1297232" y="2208048"/>
                </a:moveTo>
                <a:lnTo>
                  <a:pt x="1302818" y="2208148"/>
                </a:lnTo>
                <a:lnTo>
                  <a:pt x="1303630" y="2207285"/>
                </a:lnTo>
                <a:lnTo>
                  <a:pt x="1304780" y="2204834"/>
                </a:lnTo>
                <a:lnTo>
                  <a:pt x="1302974" y="2203660"/>
                </a:lnTo>
                <a:close/>
                <a:moveTo>
                  <a:pt x="1829043" y="1017173"/>
                </a:moveTo>
                <a:lnTo>
                  <a:pt x="1828821" y="1019582"/>
                </a:lnTo>
                <a:lnTo>
                  <a:pt x="1834079" y="1012188"/>
                </a:lnTo>
                <a:lnTo>
                  <a:pt x="1835928" y="1007692"/>
                </a:lnTo>
                <a:lnTo>
                  <a:pt x="1836750" y="1000588"/>
                </a:lnTo>
                <a:close/>
                <a:moveTo>
                  <a:pt x="1769824" y="1149566"/>
                </a:moveTo>
                <a:lnTo>
                  <a:pt x="1769538" y="1150417"/>
                </a:lnTo>
                <a:lnTo>
                  <a:pt x="1772751" y="1147010"/>
                </a:lnTo>
                <a:lnTo>
                  <a:pt x="1772217" y="1146700"/>
                </a:lnTo>
                <a:close/>
                <a:moveTo>
                  <a:pt x="1826374" y="1022914"/>
                </a:moveTo>
                <a:lnTo>
                  <a:pt x="1826542" y="1022786"/>
                </a:lnTo>
                <a:lnTo>
                  <a:pt x="1826619" y="1022678"/>
                </a:lnTo>
                <a:lnTo>
                  <a:pt x="1826721" y="1022168"/>
                </a:lnTo>
                <a:close/>
                <a:moveTo>
                  <a:pt x="1803902" y="1073154"/>
                </a:moveTo>
                <a:lnTo>
                  <a:pt x="1803614" y="1074197"/>
                </a:lnTo>
                <a:lnTo>
                  <a:pt x="1803784" y="1074003"/>
                </a:lnTo>
                <a:lnTo>
                  <a:pt x="1804521" y="1072374"/>
                </a:lnTo>
                <a:close/>
                <a:moveTo>
                  <a:pt x="1810494" y="1057963"/>
                </a:moveTo>
                <a:lnTo>
                  <a:pt x="1809910" y="1064280"/>
                </a:lnTo>
                <a:lnTo>
                  <a:pt x="1814350" y="1057221"/>
                </a:lnTo>
                <a:lnTo>
                  <a:pt x="1814444" y="1053386"/>
                </a:lnTo>
                <a:close/>
                <a:moveTo>
                  <a:pt x="1771018" y="1146002"/>
                </a:moveTo>
                <a:lnTo>
                  <a:pt x="1770058" y="1148869"/>
                </a:lnTo>
                <a:lnTo>
                  <a:pt x="1771982" y="1146563"/>
                </a:lnTo>
                <a:close/>
                <a:moveTo>
                  <a:pt x="1820071" y="1036119"/>
                </a:moveTo>
                <a:lnTo>
                  <a:pt x="1823738" y="1037031"/>
                </a:lnTo>
                <a:lnTo>
                  <a:pt x="1826478" y="1023380"/>
                </a:lnTo>
                <a:lnTo>
                  <a:pt x="1825553" y="1024680"/>
                </a:lnTo>
                <a:lnTo>
                  <a:pt x="1824811" y="1026278"/>
                </a:lnTo>
                <a:close/>
                <a:moveTo>
                  <a:pt x="1278693" y="2248224"/>
                </a:moveTo>
                <a:lnTo>
                  <a:pt x="1280406" y="2249289"/>
                </a:lnTo>
                <a:lnTo>
                  <a:pt x="1280912" y="2247629"/>
                </a:lnTo>
                <a:lnTo>
                  <a:pt x="1280344" y="2247241"/>
                </a:lnTo>
                <a:close/>
                <a:moveTo>
                  <a:pt x="1817296" y="1041882"/>
                </a:moveTo>
                <a:lnTo>
                  <a:pt x="1817574" y="1049454"/>
                </a:lnTo>
                <a:lnTo>
                  <a:pt x="1818735" y="1048108"/>
                </a:lnTo>
                <a:lnTo>
                  <a:pt x="1818750" y="1048397"/>
                </a:lnTo>
                <a:lnTo>
                  <a:pt x="1817584" y="1049747"/>
                </a:lnTo>
                <a:lnTo>
                  <a:pt x="1817663" y="1051881"/>
                </a:lnTo>
                <a:lnTo>
                  <a:pt x="1818225" y="1050752"/>
                </a:lnTo>
                <a:lnTo>
                  <a:pt x="1823617" y="1037639"/>
                </a:lnTo>
                <a:lnTo>
                  <a:pt x="1823690" y="1037270"/>
                </a:lnTo>
                <a:lnTo>
                  <a:pt x="1819963" y="1036344"/>
                </a:lnTo>
                <a:close/>
                <a:moveTo>
                  <a:pt x="1771863" y="1143483"/>
                </a:moveTo>
                <a:lnTo>
                  <a:pt x="1771684" y="1144016"/>
                </a:lnTo>
                <a:lnTo>
                  <a:pt x="1774583" y="1141216"/>
                </a:lnTo>
                <a:lnTo>
                  <a:pt x="1774587" y="1141110"/>
                </a:lnTo>
                <a:lnTo>
                  <a:pt x="1772241" y="1142676"/>
                </a:lnTo>
                <a:close/>
                <a:moveTo>
                  <a:pt x="1286758" y="2229537"/>
                </a:moveTo>
                <a:lnTo>
                  <a:pt x="1284360" y="2237396"/>
                </a:lnTo>
                <a:lnTo>
                  <a:pt x="1295853" y="2220212"/>
                </a:lnTo>
                <a:lnTo>
                  <a:pt x="1295645" y="2220091"/>
                </a:lnTo>
                <a:close/>
                <a:moveTo>
                  <a:pt x="1795309" y="1090304"/>
                </a:moveTo>
                <a:lnTo>
                  <a:pt x="1795212" y="1092780"/>
                </a:lnTo>
                <a:lnTo>
                  <a:pt x="1797356" y="1088208"/>
                </a:lnTo>
                <a:lnTo>
                  <a:pt x="1797889" y="1087029"/>
                </a:lnTo>
                <a:close/>
                <a:moveTo>
                  <a:pt x="1838486" y="993414"/>
                </a:moveTo>
                <a:lnTo>
                  <a:pt x="1838125" y="996523"/>
                </a:lnTo>
                <a:lnTo>
                  <a:pt x="1839699" y="993272"/>
                </a:lnTo>
                <a:lnTo>
                  <a:pt x="1840823" y="990854"/>
                </a:lnTo>
                <a:close/>
                <a:moveTo>
                  <a:pt x="1810718" y="1055540"/>
                </a:moveTo>
                <a:lnTo>
                  <a:pt x="1810526" y="1057621"/>
                </a:lnTo>
                <a:lnTo>
                  <a:pt x="1814452" y="1053071"/>
                </a:lnTo>
                <a:lnTo>
                  <a:pt x="1814589" y="1047504"/>
                </a:lnTo>
                <a:close/>
                <a:moveTo>
                  <a:pt x="1785513" y="1111680"/>
                </a:moveTo>
                <a:lnTo>
                  <a:pt x="1785529" y="1112112"/>
                </a:lnTo>
                <a:lnTo>
                  <a:pt x="1785727" y="1111844"/>
                </a:lnTo>
                <a:lnTo>
                  <a:pt x="1787619" y="1108975"/>
                </a:lnTo>
                <a:lnTo>
                  <a:pt x="1788491" y="1107115"/>
                </a:lnTo>
                <a:close/>
                <a:moveTo>
                  <a:pt x="1808693" y="1059745"/>
                </a:moveTo>
                <a:lnTo>
                  <a:pt x="1810258" y="1057931"/>
                </a:lnTo>
                <a:lnTo>
                  <a:pt x="1810423" y="1056154"/>
                </a:lnTo>
                <a:close/>
                <a:moveTo>
                  <a:pt x="1278877" y="2246058"/>
                </a:moveTo>
                <a:lnTo>
                  <a:pt x="1279716" y="2246629"/>
                </a:lnTo>
                <a:lnTo>
                  <a:pt x="1281589" y="2245411"/>
                </a:lnTo>
                <a:lnTo>
                  <a:pt x="1282495" y="2242439"/>
                </a:lnTo>
                <a:lnTo>
                  <a:pt x="1279277" y="2245459"/>
                </a:lnTo>
                <a:close/>
                <a:moveTo>
                  <a:pt x="1838555" y="992813"/>
                </a:moveTo>
                <a:lnTo>
                  <a:pt x="1838530" y="993031"/>
                </a:lnTo>
                <a:lnTo>
                  <a:pt x="1841141" y="990171"/>
                </a:lnTo>
                <a:lnTo>
                  <a:pt x="1849017" y="973225"/>
                </a:lnTo>
                <a:lnTo>
                  <a:pt x="1849702" y="971347"/>
                </a:lnTo>
                <a:close/>
                <a:moveTo>
                  <a:pt x="1305891" y="2185319"/>
                </a:moveTo>
                <a:lnTo>
                  <a:pt x="1306770" y="2186055"/>
                </a:lnTo>
                <a:lnTo>
                  <a:pt x="1307928" y="2186164"/>
                </a:lnTo>
                <a:lnTo>
                  <a:pt x="1308079" y="2184537"/>
                </a:lnTo>
                <a:lnTo>
                  <a:pt x="1308116" y="2184076"/>
                </a:lnTo>
                <a:close/>
                <a:moveTo>
                  <a:pt x="1806131" y="1065065"/>
                </a:moveTo>
                <a:lnTo>
                  <a:pt x="1804196" y="1072086"/>
                </a:lnTo>
                <a:lnTo>
                  <a:pt x="1804371" y="1071920"/>
                </a:lnTo>
                <a:lnTo>
                  <a:pt x="1805120" y="1071049"/>
                </a:lnTo>
                <a:lnTo>
                  <a:pt x="1805251" y="1070761"/>
                </a:lnTo>
                <a:lnTo>
                  <a:pt x="1805278" y="1070867"/>
                </a:lnTo>
                <a:lnTo>
                  <a:pt x="1805603" y="1070489"/>
                </a:lnTo>
                <a:lnTo>
                  <a:pt x="1807543" y="1068044"/>
                </a:lnTo>
                <a:lnTo>
                  <a:pt x="1809630" y="1064726"/>
                </a:lnTo>
                <a:lnTo>
                  <a:pt x="1810226" y="1058274"/>
                </a:lnTo>
                <a:lnTo>
                  <a:pt x="1808359" y="1060437"/>
                </a:lnTo>
                <a:close/>
                <a:moveTo>
                  <a:pt x="1803681" y="1070151"/>
                </a:moveTo>
                <a:lnTo>
                  <a:pt x="1803655" y="1070793"/>
                </a:lnTo>
                <a:lnTo>
                  <a:pt x="1804210" y="1069054"/>
                </a:lnTo>
                <a:close/>
                <a:moveTo>
                  <a:pt x="1277765" y="2247646"/>
                </a:moveTo>
                <a:lnTo>
                  <a:pt x="1277964" y="2247770"/>
                </a:lnTo>
                <a:lnTo>
                  <a:pt x="1279579" y="2246719"/>
                </a:lnTo>
                <a:lnTo>
                  <a:pt x="1278793" y="2246184"/>
                </a:lnTo>
                <a:lnTo>
                  <a:pt x="1278498" y="2246626"/>
                </a:lnTo>
                <a:close/>
                <a:moveTo>
                  <a:pt x="1277424" y="2248121"/>
                </a:moveTo>
                <a:lnTo>
                  <a:pt x="1277681" y="2247954"/>
                </a:lnTo>
                <a:lnTo>
                  <a:pt x="1277587" y="2247895"/>
                </a:lnTo>
                <a:close/>
                <a:moveTo>
                  <a:pt x="1799432" y="1078973"/>
                </a:moveTo>
                <a:lnTo>
                  <a:pt x="1799884" y="1078457"/>
                </a:lnTo>
                <a:lnTo>
                  <a:pt x="1799915" y="1078178"/>
                </a:lnTo>
                <a:lnTo>
                  <a:pt x="1799661" y="1078498"/>
                </a:lnTo>
                <a:close/>
                <a:moveTo>
                  <a:pt x="1797918" y="1082116"/>
                </a:moveTo>
                <a:lnTo>
                  <a:pt x="1799728" y="1079820"/>
                </a:lnTo>
                <a:lnTo>
                  <a:pt x="1799759" y="1079547"/>
                </a:lnTo>
                <a:lnTo>
                  <a:pt x="1798400" y="1081115"/>
                </a:lnTo>
                <a:close/>
                <a:moveTo>
                  <a:pt x="1304892" y="2185879"/>
                </a:moveTo>
                <a:lnTo>
                  <a:pt x="1306221" y="2186003"/>
                </a:lnTo>
                <a:lnTo>
                  <a:pt x="1305589" y="2185489"/>
                </a:lnTo>
                <a:close/>
                <a:moveTo>
                  <a:pt x="1304229" y="2187199"/>
                </a:moveTo>
                <a:lnTo>
                  <a:pt x="1307680" y="2188825"/>
                </a:lnTo>
                <a:lnTo>
                  <a:pt x="1307821" y="2187306"/>
                </a:lnTo>
                <a:lnTo>
                  <a:pt x="1307121" y="2186737"/>
                </a:lnTo>
                <a:lnTo>
                  <a:pt x="1304569" y="2186497"/>
                </a:lnTo>
                <a:close/>
                <a:moveTo>
                  <a:pt x="1265461" y="2273926"/>
                </a:moveTo>
                <a:lnTo>
                  <a:pt x="1269380" y="2277207"/>
                </a:lnTo>
                <a:lnTo>
                  <a:pt x="1273833" y="2269220"/>
                </a:lnTo>
                <a:lnTo>
                  <a:pt x="1271630" y="2268579"/>
                </a:lnTo>
                <a:close/>
                <a:moveTo>
                  <a:pt x="1277272" y="2247340"/>
                </a:moveTo>
                <a:lnTo>
                  <a:pt x="1277581" y="2247532"/>
                </a:lnTo>
                <a:lnTo>
                  <a:pt x="1278445" y="2246239"/>
                </a:lnTo>
                <a:close/>
                <a:moveTo>
                  <a:pt x="1302544" y="2190674"/>
                </a:moveTo>
                <a:lnTo>
                  <a:pt x="1305895" y="2193590"/>
                </a:lnTo>
                <a:lnTo>
                  <a:pt x="1307205" y="2193934"/>
                </a:lnTo>
                <a:lnTo>
                  <a:pt x="1307551" y="2190206"/>
                </a:lnTo>
                <a:lnTo>
                  <a:pt x="1303661" y="2188371"/>
                </a:lnTo>
                <a:close/>
                <a:moveTo>
                  <a:pt x="1301669" y="2192478"/>
                </a:moveTo>
                <a:lnTo>
                  <a:pt x="1305215" y="2193410"/>
                </a:lnTo>
                <a:lnTo>
                  <a:pt x="1302403" y="2190965"/>
                </a:lnTo>
                <a:close/>
                <a:moveTo>
                  <a:pt x="1290550" y="2217105"/>
                </a:moveTo>
                <a:lnTo>
                  <a:pt x="1288707" y="2223148"/>
                </a:lnTo>
                <a:lnTo>
                  <a:pt x="1293026" y="2218556"/>
                </a:lnTo>
                <a:close/>
                <a:moveTo>
                  <a:pt x="1300052" y="2195812"/>
                </a:moveTo>
                <a:lnTo>
                  <a:pt x="1306881" y="2198882"/>
                </a:lnTo>
                <a:lnTo>
                  <a:pt x="1308067" y="2197830"/>
                </a:lnTo>
                <a:lnTo>
                  <a:pt x="1308322" y="2197286"/>
                </a:lnTo>
                <a:lnTo>
                  <a:pt x="1307049" y="2196952"/>
                </a:lnTo>
                <a:lnTo>
                  <a:pt x="1306972" y="2197775"/>
                </a:lnTo>
                <a:lnTo>
                  <a:pt x="1306837" y="2197893"/>
                </a:lnTo>
                <a:lnTo>
                  <a:pt x="1306927" y="2196920"/>
                </a:lnTo>
                <a:lnTo>
                  <a:pt x="1300353" y="2195191"/>
                </a:lnTo>
                <a:close/>
                <a:moveTo>
                  <a:pt x="1298821" y="2198348"/>
                </a:moveTo>
                <a:lnTo>
                  <a:pt x="1302540" y="2200764"/>
                </a:lnTo>
                <a:lnTo>
                  <a:pt x="1304357" y="2201122"/>
                </a:lnTo>
                <a:lnTo>
                  <a:pt x="1306669" y="2199070"/>
                </a:lnTo>
                <a:lnTo>
                  <a:pt x="1299939" y="2196044"/>
                </a:lnTo>
                <a:close/>
                <a:moveTo>
                  <a:pt x="1829758" y="1009374"/>
                </a:moveTo>
                <a:lnTo>
                  <a:pt x="1829257" y="1014845"/>
                </a:lnTo>
                <a:lnTo>
                  <a:pt x="1836937" y="998979"/>
                </a:lnTo>
                <a:lnTo>
                  <a:pt x="1837391" y="995053"/>
                </a:lnTo>
                <a:lnTo>
                  <a:pt x="1835730" y="998251"/>
                </a:lnTo>
                <a:close/>
                <a:moveTo>
                  <a:pt x="1274954" y="2251563"/>
                </a:moveTo>
                <a:lnTo>
                  <a:pt x="1279284" y="2252968"/>
                </a:lnTo>
                <a:lnTo>
                  <a:pt x="1280314" y="2249591"/>
                </a:lnTo>
                <a:lnTo>
                  <a:pt x="1278398" y="2248399"/>
                </a:lnTo>
                <a:lnTo>
                  <a:pt x="1276349" y="2249620"/>
                </a:lnTo>
                <a:close/>
                <a:moveTo>
                  <a:pt x="1788025" y="1102658"/>
                </a:moveTo>
                <a:lnTo>
                  <a:pt x="1792057" y="1099511"/>
                </a:lnTo>
                <a:lnTo>
                  <a:pt x="1793623" y="1096167"/>
                </a:lnTo>
                <a:lnTo>
                  <a:pt x="1793776" y="1092249"/>
                </a:lnTo>
                <a:lnTo>
                  <a:pt x="1791876" y="1094661"/>
                </a:lnTo>
                <a:close/>
                <a:moveTo>
                  <a:pt x="1291368" y="2214423"/>
                </a:moveTo>
                <a:lnTo>
                  <a:pt x="1291089" y="2215341"/>
                </a:lnTo>
                <a:lnTo>
                  <a:pt x="1293806" y="2216933"/>
                </a:lnTo>
                <a:lnTo>
                  <a:pt x="1294349" y="2217150"/>
                </a:lnTo>
                <a:lnTo>
                  <a:pt x="1296148" y="2215238"/>
                </a:lnTo>
                <a:close/>
                <a:moveTo>
                  <a:pt x="1785808" y="1107261"/>
                </a:moveTo>
                <a:lnTo>
                  <a:pt x="1785455" y="1110141"/>
                </a:lnTo>
                <a:lnTo>
                  <a:pt x="1785498" y="1111294"/>
                </a:lnTo>
                <a:lnTo>
                  <a:pt x="1789144" y="1105706"/>
                </a:lnTo>
                <a:lnTo>
                  <a:pt x="1789146" y="1105720"/>
                </a:lnTo>
                <a:lnTo>
                  <a:pt x="1791796" y="1100065"/>
                </a:lnTo>
                <a:lnTo>
                  <a:pt x="1787754" y="1103219"/>
                </a:lnTo>
                <a:close/>
                <a:moveTo>
                  <a:pt x="1817817" y="1035559"/>
                </a:moveTo>
                <a:lnTo>
                  <a:pt x="1819078" y="1035873"/>
                </a:lnTo>
                <a:lnTo>
                  <a:pt x="1822241" y="1029338"/>
                </a:lnTo>
                <a:close/>
                <a:moveTo>
                  <a:pt x="1817100" y="1036566"/>
                </a:moveTo>
                <a:lnTo>
                  <a:pt x="1817216" y="1039719"/>
                </a:lnTo>
                <a:lnTo>
                  <a:pt x="1818970" y="1036096"/>
                </a:lnTo>
                <a:lnTo>
                  <a:pt x="1817666" y="1035772"/>
                </a:lnTo>
                <a:close/>
                <a:moveTo>
                  <a:pt x="1320388" y="2148689"/>
                </a:moveTo>
                <a:lnTo>
                  <a:pt x="1320469" y="2148712"/>
                </a:lnTo>
                <a:lnTo>
                  <a:pt x="1320487" y="2148685"/>
                </a:lnTo>
                <a:close/>
                <a:moveTo>
                  <a:pt x="1292122" y="2211952"/>
                </a:moveTo>
                <a:lnTo>
                  <a:pt x="1291514" y="2213945"/>
                </a:lnTo>
                <a:lnTo>
                  <a:pt x="1296556" y="2214804"/>
                </a:lnTo>
                <a:lnTo>
                  <a:pt x="1301847" y="2209181"/>
                </a:lnTo>
                <a:lnTo>
                  <a:pt x="1295889" y="2209074"/>
                </a:lnTo>
                <a:close/>
                <a:moveTo>
                  <a:pt x="1293827" y="2207986"/>
                </a:moveTo>
                <a:lnTo>
                  <a:pt x="1296194" y="2208029"/>
                </a:lnTo>
                <a:lnTo>
                  <a:pt x="1298905" y="2205958"/>
                </a:lnTo>
                <a:lnTo>
                  <a:pt x="1302120" y="2203106"/>
                </a:lnTo>
                <a:lnTo>
                  <a:pt x="1301459" y="2202676"/>
                </a:lnTo>
                <a:lnTo>
                  <a:pt x="1297136" y="2201824"/>
                </a:lnTo>
                <a:lnTo>
                  <a:pt x="1295132" y="2205955"/>
                </a:lnTo>
                <a:close/>
                <a:moveTo>
                  <a:pt x="1795537" y="1084421"/>
                </a:moveTo>
                <a:lnTo>
                  <a:pt x="1795534" y="1084508"/>
                </a:lnTo>
                <a:lnTo>
                  <a:pt x="1795626" y="1084318"/>
                </a:lnTo>
                <a:close/>
                <a:moveTo>
                  <a:pt x="1803865" y="1065646"/>
                </a:moveTo>
                <a:lnTo>
                  <a:pt x="1803791" y="1067451"/>
                </a:lnTo>
                <a:lnTo>
                  <a:pt x="1805686" y="1063535"/>
                </a:lnTo>
                <a:close/>
                <a:moveTo>
                  <a:pt x="1292886" y="2209449"/>
                </a:moveTo>
                <a:lnTo>
                  <a:pt x="1292446" y="2210893"/>
                </a:lnTo>
                <a:lnTo>
                  <a:pt x="1294851" y="2209055"/>
                </a:lnTo>
                <a:lnTo>
                  <a:pt x="1293159" y="2209024"/>
                </a:lnTo>
                <a:close/>
                <a:moveTo>
                  <a:pt x="1291485" y="2211626"/>
                </a:moveTo>
                <a:lnTo>
                  <a:pt x="1292021" y="2211217"/>
                </a:lnTo>
                <a:lnTo>
                  <a:pt x="1292266" y="2210413"/>
                </a:lnTo>
                <a:close/>
                <a:moveTo>
                  <a:pt x="1273744" y="2251170"/>
                </a:moveTo>
                <a:lnTo>
                  <a:pt x="1274890" y="2251542"/>
                </a:lnTo>
                <a:lnTo>
                  <a:pt x="1275034" y="2251343"/>
                </a:lnTo>
                <a:lnTo>
                  <a:pt x="1276077" y="2249781"/>
                </a:lnTo>
                <a:close/>
                <a:moveTo>
                  <a:pt x="1786281" y="1103405"/>
                </a:moveTo>
                <a:lnTo>
                  <a:pt x="1786245" y="1103698"/>
                </a:lnTo>
                <a:lnTo>
                  <a:pt x="1786748" y="1102659"/>
                </a:lnTo>
                <a:close/>
                <a:moveTo>
                  <a:pt x="1760720" y="1160469"/>
                </a:moveTo>
                <a:lnTo>
                  <a:pt x="1760694" y="1160606"/>
                </a:lnTo>
                <a:lnTo>
                  <a:pt x="1760752" y="1160431"/>
                </a:lnTo>
                <a:close/>
                <a:moveTo>
                  <a:pt x="1273833" y="2250457"/>
                </a:moveTo>
                <a:lnTo>
                  <a:pt x="1277006" y="2248394"/>
                </a:lnTo>
                <a:lnTo>
                  <a:pt x="1277412" y="2247786"/>
                </a:lnTo>
                <a:lnTo>
                  <a:pt x="1277042" y="2247556"/>
                </a:lnTo>
                <a:lnTo>
                  <a:pt x="1274687" y="2249767"/>
                </a:lnTo>
                <a:close/>
                <a:moveTo>
                  <a:pt x="1819763" y="1027990"/>
                </a:moveTo>
                <a:lnTo>
                  <a:pt x="1824745" y="1024165"/>
                </a:lnTo>
                <a:lnTo>
                  <a:pt x="1827094" y="1019312"/>
                </a:lnTo>
                <a:lnTo>
                  <a:pt x="1827910" y="1012817"/>
                </a:lnTo>
                <a:close/>
                <a:moveTo>
                  <a:pt x="1290144" y="2213711"/>
                </a:moveTo>
                <a:lnTo>
                  <a:pt x="1291205" y="2213892"/>
                </a:lnTo>
                <a:lnTo>
                  <a:pt x="1291698" y="2212277"/>
                </a:lnTo>
                <a:lnTo>
                  <a:pt x="1290458" y="2213224"/>
                </a:lnTo>
                <a:close/>
                <a:moveTo>
                  <a:pt x="1289642" y="2214493"/>
                </a:moveTo>
                <a:lnTo>
                  <a:pt x="1290812" y="2215179"/>
                </a:lnTo>
                <a:lnTo>
                  <a:pt x="1291059" y="2214370"/>
                </a:lnTo>
                <a:lnTo>
                  <a:pt x="1289853" y="2214165"/>
                </a:lnTo>
                <a:close/>
                <a:moveTo>
                  <a:pt x="1811348" y="1046133"/>
                </a:moveTo>
                <a:lnTo>
                  <a:pt x="1807697" y="1059382"/>
                </a:lnTo>
                <a:lnTo>
                  <a:pt x="1810696" y="1053186"/>
                </a:lnTo>
                <a:close/>
                <a:moveTo>
                  <a:pt x="1761097" y="1158569"/>
                </a:moveTo>
                <a:lnTo>
                  <a:pt x="1760961" y="1159254"/>
                </a:lnTo>
                <a:lnTo>
                  <a:pt x="1761034" y="1159221"/>
                </a:lnTo>
                <a:lnTo>
                  <a:pt x="1761233" y="1159002"/>
                </a:lnTo>
                <a:lnTo>
                  <a:pt x="1762033" y="1156625"/>
                </a:lnTo>
                <a:close/>
                <a:moveTo>
                  <a:pt x="1816977" y="1033180"/>
                </a:moveTo>
                <a:lnTo>
                  <a:pt x="1817057" y="1035370"/>
                </a:lnTo>
                <a:lnTo>
                  <a:pt x="1817068" y="1035372"/>
                </a:lnTo>
                <a:lnTo>
                  <a:pt x="1823091" y="1027583"/>
                </a:lnTo>
                <a:lnTo>
                  <a:pt x="1824396" y="1024888"/>
                </a:lnTo>
                <a:lnTo>
                  <a:pt x="1821272" y="1027364"/>
                </a:lnTo>
                <a:lnTo>
                  <a:pt x="1819272" y="1028904"/>
                </a:lnTo>
                <a:close/>
                <a:moveTo>
                  <a:pt x="1786537" y="1101307"/>
                </a:moveTo>
                <a:lnTo>
                  <a:pt x="1786517" y="1101476"/>
                </a:lnTo>
                <a:lnTo>
                  <a:pt x="1786739" y="1101122"/>
                </a:lnTo>
                <a:close/>
                <a:moveTo>
                  <a:pt x="1795682" y="1080714"/>
                </a:moveTo>
                <a:lnTo>
                  <a:pt x="1795629" y="1082076"/>
                </a:lnTo>
                <a:lnTo>
                  <a:pt x="1798102" y="1079203"/>
                </a:lnTo>
                <a:lnTo>
                  <a:pt x="1798806" y="1077750"/>
                </a:lnTo>
                <a:close/>
                <a:moveTo>
                  <a:pt x="1830576" y="1002078"/>
                </a:moveTo>
                <a:lnTo>
                  <a:pt x="1830022" y="1006489"/>
                </a:lnTo>
                <a:lnTo>
                  <a:pt x="1829926" y="1007535"/>
                </a:lnTo>
                <a:lnTo>
                  <a:pt x="1836114" y="996012"/>
                </a:lnTo>
                <a:close/>
                <a:moveTo>
                  <a:pt x="1812249" y="1042864"/>
                </a:moveTo>
                <a:lnTo>
                  <a:pt x="1811539" y="1045442"/>
                </a:lnTo>
                <a:lnTo>
                  <a:pt x="1811637" y="1045592"/>
                </a:lnTo>
                <a:lnTo>
                  <a:pt x="1810992" y="1052577"/>
                </a:lnTo>
                <a:lnTo>
                  <a:pt x="1814650" y="1045021"/>
                </a:lnTo>
                <a:lnTo>
                  <a:pt x="1814783" y="1039587"/>
                </a:lnTo>
                <a:close/>
                <a:moveTo>
                  <a:pt x="1300262" y="2188689"/>
                </a:moveTo>
                <a:lnTo>
                  <a:pt x="1300651" y="2189028"/>
                </a:lnTo>
                <a:lnTo>
                  <a:pt x="1301168" y="2187963"/>
                </a:lnTo>
                <a:lnTo>
                  <a:pt x="1300675" y="2188239"/>
                </a:lnTo>
                <a:close/>
                <a:moveTo>
                  <a:pt x="1812912" y="1040749"/>
                </a:moveTo>
                <a:lnTo>
                  <a:pt x="1814814" y="1038289"/>
                </a:lnTo>
                <a:lnTo>
                  <a:pt x="1814842" y="1037155"/>
                </a:lnTo>
                <a:close/>
                <a:moveTo>
                  <a:pt x="1297334" y="2194873"/>
                </a:moveTo>
                <a:lnTo>
                  <a:pt x="1296695" y="2196966"/>
                </a:lnTo>
                <a:lnTo>
                  <a:pt x="1296776" y="2197019"/>
                </a:lnTo>
                <a:lnTo>
                  <a:pt x="1297730" y="2195052"/>
                </a:lnTo>
                <a:close/>
                <a:moveTo>
                  <a:pt x="1297468" y="2194432"/>
                </a:moveTo>
                <a:lnTo>
                  <a:pt x="1297409" y="2194624"/>
                </a:lnTo>
                <a:lnTo>
                  <a:pt x="1297843" y="2194819"/>
                </a:lnTo>
                <a:lnTo>
                  <a:pt x="1297967" y="2194564"/>
                </a:lnTo>
                <a:close/>
                <a:moveTo>
                  <a:pt x="1816887" y="1030742"/>
                </a:moveTo>
                <a:lnTo>
                  <a:pt x="1816924" y="1031752"/>
                </a:lnTo>
                <a:lnTo>
                  <a:pt x="1817875" y="1029981"/>
                </a:lnTo>
                <a:close/>
                <a:moveTo>
                  <a:pt x="1274238" y="2245813"/>
                </a:moveTo>
                <a:lnTo>
                  <a:pt x="1273478" y="2248040"/>
                </a:lnTo>
                <a:lnTo>
                  <a:pt x="1275209" y="2246417"/>
                </a:lnTo>
                <a:close/>
                <a:moveTo>
                  <a:pt x="1274995" y="2243593"/>
                </a:moveTo>
                <a:lnTo>
                  <a:pt x="1274339" y="2245517"/>
                </a:lnTo>
                <a:lnTo>
                  <a:pt x="1275439" y="2246200"/>
                </a:lnTo>
                <a:lnTo>
                  <a:pt x="1276861" y="2244866"/>
                </a:lnTo>
                <a:close/>
                <a:moveTo>
                  <a:pt x="1298608" y="2190397"/>
                </a:moveTo>
                <a:lnTo>
                  <a:pt x="1298296" y="2191591"/>
                </a:lnTo>
                <a:lnTo>
                  <a:pt x="1299283" y="2191851"/>
                </a:lnTo>
                <a:lnTo>
                  <a:pt x="1300511" y="2189318"/>
                </a:lnTo>
                <a:lnTo>
                  <a:pt x="1300051" y="2188919"/>
                </a:lnTo>
                <a:lnTo>
                  <a:pt x="1298965" y="2190104"/>
                </a:lnTo>
                <a:close/>
                <a:moveTo>
                  <a:pt x="1275825" y="2241159"/>
                </a:moveTo>
                <a:lnTo>
                  <a:pt x="1275045" y="2243445"/>
                </a:lnTo>
                <a:lnTo>
                  <a:pt x="1276974" y="2244761"/>
                </a:lnTo>
                <a:lnTo>
                  <a:pt x="1283583" y="2238559"/>
                </a:lnTo>
                <a:lnTo>
                  <a:pt x="1283760" y="2238293"/>
                </a:lnTo>
                <a:lnTo>
                  <a:pt x="1286275" y="2230051"/>
                </a:lnTo>
                <a:close/>
                <a:moveTo>
                  <a:pt x="1814425" y="1034972"/>
                </a:moveTo>
                <a:lnTo>
                  <a:pt x="1813612" y="1037920"/>
                </a:lnTo>
                <a:lnTo>
                  <a:pt x="1814882" y="1035556"/>
                </a:lnTo>
                <a:lnTo>
                  <a:pt x="1814893" y="1035084"/>
                </a:lnTo>
                <a:lnTo>
                  <a:pt x="1814743" y="1035046"/>
                </a:lnTo>
                <a:close/>
                <a:moveTo>
                  <a:pt x="1788320" y="1092753"/>
                </a:moveTo>
                <a:lnTo>
                  <a:pt x="1788113" y="1093321"/>
                </a:lnTo>
                <a:lnTo>
                  <a:pt x="1791631" y="1090096"/>
                </a:lnTo>
                <a:lnTo>
                  <a:pt x="1793977" y="1087119"/>
                </a:lnTo>
                <a:lnTo>
                  <a:pt x="1794012" y="1086181"/>
                </a:lnTo>
                <a:close/>
                <a:moveTo>
                  <a:pt x="1814942" y="1033093"/>
                </a:moveTo>
                <a:lnTo>
                  <a:pt x="1814491" y="1034732"/>
                </a:lnTo>
                <a:lnTo>
                  <a:pt x="1814899" y="1034834"/>
                </a:lnTo>
                <a:close/>
                <a:moveTo>
                  <a:pt x="1804221" y="1056936"/>
                </a:moveTo>
                <a:lnTo>
                  <a:pt x="1803879" y="1065302"/>
                </a:lnTo>
                <a:lnTo>
                  <a:pt x="1804567" y="1064526"/>
                </a:lnTo>
                <a:lnTo>
                  <a:pt x="1806024" y="1062837"/>
                </a:lnTo>
                <a:lnTo>
                  <a:pt x="1806491" y="1061874"/>
                </a:lnTo>
                <a:lnTo>
                  <a:pt x="1811442" y="1043907"/>
                </a:lnTo>
                <a:lnTo>
                  <a:pt x="1810703" y="1044864"/>
                </a:lnTo>
                <a:close/>
                <a:moveTo>
                  <a:pt x="1296296" y="2194124"/>
                </a:moveTo>
                <a:lnTo>
                  <a:pt x="1296739" y="2194323"/>
                </a:lnTo>
                <a:lnTo>
                  <a:pt x="1296759" y="2194246"/>
                </a:lnTo>
                <a:close/>
                <a:moveTo>
                  <a:pt x="1297428" y="2191363"/>
                </a:moveTo>
                <a:lnTo>
                  <a:pt x="1297508" y="2191384"/>
                </a:lnTo>
                <a:lnTo>
                  <a:pt x="1297536" y="2191275"/>
                </a:lnTo>
                <a:close/>
                <a:moveTo>
                  <a:pt x="1795910" y="1074865"/>
                </a:moveTo>
                <a:lnTo>
                  <a:pt x="1795704" y="1080141"/>
                </a:lnTo>
                <a:lnTo>
                  <a:pt x="1799299" y="1076731"/>
                </a:lnTo>
                <a:lnTo>
                  <a:pt x="1800324" y="1074613"/>
                </a:lnTo>
                <a:lnTo>
                  <a:pt x="1800965" y="1069006"/>
                </a:lnTo>
                <a:close/>
                <a:moveTo>
                  <a:pt x="1787463" y="1093743"/>
                </a:moveTo>
                <a:lnTo>
                  <a:pt x="1787458" y="1093783"/>
                </a:lnTo>
                <a:lnTo>
                  <a:pt x="1787480" y="1093723"/>
                </a:lnTo>
                <a:close/>
                <a:moveTo>
                  <a:pt x="1274210" y="2242876"/>
                </a:moveTo>
                <a:lnTo>
                  <a:pt x="1274786" y="2243268"/>
                </a:lnTo>
                <a:lnTo>
                  <a:pt x="1275324" y="2241692"/>
                </a:lnTo>
                <a:close/>
                <a:moveTo>
                  <a:pt x="1791133" y="1085028"/>
                </a:moveTo>
                <a:lnTo>
                  <a:pt x="1790963" y="1085516"/>
                </a:lnTo>
                <a:lnTo>
                  <a:pt x="1789706" y="1088956"/>
                </a:lnTo>
                <a:lnTo>
                  <a:pt x="1794103" y="1083848"/>
                </a:lnTo>
                <a:lnTo>
                  <a:pt x="1794170" y="1082148"/>
                </a:lnTo>
                <a:close/>
                <a:moveTo>
                  <a:pt x="1279589" y="2230124"/>
                </a:moveTo>
                <a:lnTo>
                  <a:pt x="1278134" y="2234387"/>
                </a:lnTo>
                <a:lnTo>
                  <a:pt x="1288225" y="2223661"/>
                </a:lnTo>
                <a:lnTo>
                  <a:pt x="1290274" y="2216944"/>
                </a:lnTo>
                <a:lnTo>
                  <a:pt x="1288670" y="2216004"/>
                </a:lnTo>
                <a:close/>
                <a:moveTo>
                  <a:pt x="1272690" y="2244492"/>
                </a:moveTo>
                <a:lnTo>
                  <a:pt x="1274076" y="2245353"/>
                </a:lnTo>
                <a:lnTo>
                  <a:pt x="1274736" y="2243417"/>
                </a:lnTo>
                <a:lnTo>
                  <a:pt x="1274105" y="2242987"/>
                </a:lnTo>
                <a:close/>
                <a:moveTo>
                  <a:pt x="1793858" y="1077242"/>
                </a:moveTo>
                <a:lnTo>
                  <a:pt x="1791422" y="1084204"/>
                </a:lnTo>
                <a:lnTo>
                  <a:pt x="1794192" y="1081575"/>
                </a:lnTo>
                <a:lnTo>
                  <a:pt x="1794385" y="1076633"/>
                </a:lnTo>
                <a:close/>
                <a:moveTo>
                  <a:pt x="1796013" y="1072223"/>
                </a:moveTo>
                <a:lnTo>
                  <a:pt x="1795934" y="1074257"/>
                </a:lnTo>
                <a:lnTo>
                  <a:pt x="1801021" y="1068523"/>
                </a:lnTo>
                <a:lnTo>
                  <a:pt x="1801840" y="1061369"/>
                </a:lnTo>
                <a:close/>
                <a:moveTo>
                  <a:pt x="1794424" y="1075628"/>
                </a:moveTo>
                <a:lnTo>
                  <a:pt x="1794232" y="1076176"/>
                </a:lnTo>
                <a:lnTo>
                  <a:pt x="1794410" y="1075974"/>
                </a:lnTo>
                <a:close/>
                <a:moveTo>
                  <a:pt x="1267422" y="2255646"/>
                </a:moveTo>
                <a:lnTo>
                  <a:pt x="1276320" y="2262275"/>
                </a:lnTo>
                <a:lnTo>
                  <a:pt x="1278938" y="2254101"/>
                </a:lnTo>
                <a:lnTo>
                  <a:pt x="1279231" y="2253140"/>
                </a:lnTo>
                <a:lnTo>
                  <a:pt x="1274844" y="2251716"/>
                </a:lnTo>
                <a:lnTo>
                  <a:pt x="1270964" y="2257123"/>
                </a:lnTo>
                <a:lnTo>
                  <a:pt x="1270864" y="2257152"/>
                </a:lnTo>
                <a:lnTo>
                  <a:pt x="1274781" y="2251696"/>
                </a:lnTo>
                <a:lnTo>
                  <a:pt x="1273538" y="2251292"/>
                </a:lnTo>
                <a:lnTo>
                  <a:pt x="1270756" y="2252948"/>
                </a:lnTo>
                <a:close/>
                <a:moveTo>
                  <a:pt x="1804379" y="1053043"/>
                </a:moveTo>
                <a:lnTo>
                  <a:pt x="1804288" y="1055286"/>
                </a:lnTo>
                <a:lnTo>
                  <a:pt x="1808022" y="1048332"/>
                </a:lnTo>
                <a:close/>
                <a:moveTo>
                  <a:pt x="1771024" y="1127606"/>
                </a:moveTo>
                <a:lnTo>
                  <a:pt x="1771220" y="1127492"/>
                </a:lnTo>
                <a:lnTo>
                  <a:pt x="1771284" y="1127226"/>
                </a:lnTo>
                <a:close/>
                <a:moveTo>
                  <a:pt x="1793366" y="1077152"/>
                </a:moveTo>
                <a:lnTo>
                  <a:pt x="1793647" y="1076835"/>
                </a:lnTo>
                <a:lnTo>
                  <a:pt x="1793884" y="1076187"/>
                </a:lnTo>
                <a:close/>
                <a:moveTo>
                  <a:pt x="1283552" y="2218501"/>
                </a:moveTo>
                <a:lnTo>
                  <a:pt x="1281337" y="2224997"/>
                </a:lnTo>
                <a:lnTo>
                  <a:pt x="1287411" y="2215552"/>
                </a:lnTo>
                <a:close/>
                <a:moveTo>
                  <a:pt x="1812390" y="1034210"/>
                </a:moveTo>
                <a:lnTo>
                  <a:pt x="1814004" y="1034611"/>
                </a:lnTo>
                <a:lnTo>
                  <a:pt x="1814580" y="1032521"/>
                </a:lnTo>
                <a:close/>
                <a:moveTo>
                  <a:pt x="1788607" y="1087425"/>
                </a:moveTo>
                <a:lnTo>
                  <a:pt x="1787906" y="1091048"/>
                </a:lnTo>
                <a:lnTo>
                  <a:pt x="1788863" y="1089937"/>
                </a:lnTo>
                <a:lnTo>
                  <a:pt x="1790402" y="1085722"/>
                </a:lnTo>
                <a:close/>
                <a:moveTo>
                  <a:pt x="1829978" y="994273"/>
                </a:moveTo>
                <a:lnTo>
                  <a:pt x="1830290" y="993859"/>
                </a:lnTo>
                <a:lnTo>
                  <a:pt x="1830322" y="993605"/>
                </a:lnTo>
                <a:close/>
                <a:moveTo>
                  <a:pt x="1284959" y="2214375"/>
                </a:moveTo>
                <a:lnTo>
                  <a:pt x="1283927" y="2217401"/>
                </a:lnTo>
                <a:lnTo>
                  <a:pt x="1286886" y="2215140"/>
                </a:lnTo>
                <a:close/>
                <a:moveTo>
                  <a:pt x="1789032" y="1085222"/>
                </a:moveTo>
                <a:lnTo>
                  <a:pt x="1788736" y="1086751"/>
                </a:lnTo>
                <a:lnTo>
                  <a:pt x="1790709" y="1084879"/>
                </a:lnTo>
                <a:lnTo>
                  <a:pt x="1793234" y="1077966"/>
                </a:lnTo>
                <a:lnTo>
                  <a:pt x="1793148" y="1078066"/>
                </a:lnTo>
                <a:lnTo>
                  <a:pt x="1792456" y="1078846"/>
                </a:lnTo>
                <a:close/>
                <a:moveTo>
                  <a:pt x="1840261" y="970265"/>
                </a:moveTo>
                <a:lnTo>
                  <a:pt x="1835930" y="982712"/>
                </a:lnTo>
                <a:lnTo>
                  <a:pt x="1832065" y="990220"/>
                </a:lnTo>
                <a:lnTo>
                  <a:pt x="1831870" y="991764"/>
                </a:lnTo>
                <a:lnTo>
                  <a:pt x="1833826" y="989171"/>
                </a:lnTo>
                <a:lnTo>
                  <a:pt x="1833871" y="989574"/>
                </a:lnTo>
                <a:lnTo>
                  <a:pt x="1831801" y="992319"/>
                </a:lnTo>
                <a:lnTo>
                  <a:pt x="1830658" y="1001426"/>
                </a:lnTo>
                <a:lnTo>
                  <a:pt x="1836614" y="995081"/>
                </a:lnTo>
                <a:lnTo>
                  <a:pt x="1837601" y="993243"/>
                </a:lnTo>
                <a:close/>
                <a:moveTo>
                  <a:pt x="1771577" y="1124052"/>
                </a:moveTo>
                <a:lnTo>
                  <a:pt x="1771640" y="1124110"/>
                </a:lnTo>
                <a:lnTo>
                  <a:pt x="1772216" y="1123286"/>
                </a:lnTo>
                <a:lnTo>
                  <a:pt x="1772330" y="1122456"/>
                </a:lnTo>
                <a:close/>
                <a:moveTo>
                  <a:pt x="1293288" y="2194754"/>
                </a:moveTo>
                <a:lnTo>
                  <a:pt x="1296142" y="2196608"/>
                </a:lnTo>
                <a:lnTo>
                  <a:pt x="1296673" y="2194576"/>
                </a:lnTo>
                <a:lnTo>
                  <a:pt x="1294785" y="2193728"/>
                </a:lnTo>
                <a:lnTo>
                  <a:pt x="1294600" y="2193679"/>
                </a:lnTo>
                <a:close/>
                <a:moveTo>
                  <a:pt x="1286823" y="2208910"/>
                </a:moveTo>
                <a:lnTo>
                  <a:pt x="1285705" y="2212186"/>
                </a:lnTo>
                <a:lnTo>
                  <a:pt x="1287554" y="2213269"/>
                </a:lnTo>
                <a:lnTo>
                  <a:pt x="1288749" y="2213473"/>
                </a:lnTo>
                <a:lnTo>
                  <a:pt x="1288942" y="2213172"/>
                </a:lnTo>
                <a:lnTo>
                  <a:pt x="1290973" y="2208985"/>
                </a:lnTo>
                <a:close/>
                <a:moveTo>
                  <a:pt x="1794569" y="1071898"/>
                </a:moveTo>
                <a:lnTo>
                  <a:pt x="1791622" y="1078861"/>
                </a:lnTo>
                <a:lnTo>
                  <a:pt x="1791694" y="1078740"/>
                </a:lnTo>
                <a:lnTo>
                  <a:pt x="1794507" y="1073503"/>
                </a:lnTo>
                <a:close/>
                <a:moveTo>
                  <a:pt x="1800630" y="1057893"/>
                </a:moveTo>
                <a:lnTo>
                  <a:pt x="1796405" y="1069966"/>
                </a:lnTo>
                <a:lnTo>
                  <a:pt x="1802062" y="1059431"/>
                </a:lnTo>
                <a:lnTo>
                  <a:pt x="1802517" y="1055452"/>
                </a:lnTo>
                <a:close/>
                <a:moveTo>
                  <a:pt x="1272454" y="2240425"/>
                </a:moveTo>
                <a:lnTo>
                  <a:pt x="1277632" y="2234921"/>
                </a:lnTo>
                <a:lnTo>
                  <a:pt x="1278907" y="2231184"/>
                </a:lnTo>
                <a:lnTo>
                  <a:pt x="1275978" y="2235738"/>
                </a:lnTo>
                <a:close/>
                <a:moveTo>
                  <a:pt x="1800031" y="1058986"/>
                </a:moveTo>
                <a:lnTo>
                  <a:pt x="1796173" y="1068105"/>
                </a:lnTo>
                <a:lnTo>
                  <a:pt x="1796094" y="1070134"/>
                </a:lnTo>
                <a:lnTo>
                  <a:pt x="1796950" y="1067790"/>
                </a:lnTo>
                <a:close/>
                <a:moveTo>
                  <a:pt x="1820479" y="1013005"/>
                </a:moveTo>
                <a:lnTo>
                  <a:pt x="1816734" y="1026591"/>
                </a:lnTo>
                <a:lnTo>
                  <a:pt x="1816867" y="1030212"/>
                </a:lnTo>
                <a:lnTo>
                  <a:pt x="1818370" y="1029059"/>
                </a:lnTo>
                <a:lnTo>
                  <a:pt x="1828160" y="1010827"/>
                </a:lnTo>
                <a:lnTo>
                  <a:pt x="1829048" y="1003751"/>
                </a:lnTo>
                <a:lnTo>
                  <a:pt x="1824894" y="1008302"/>
                </a:lnTo>
                <a:close/>
                <a:moveTo>
                  <a:pt x="1821015" y="1011701"/>
                </a:moveTo>
                <a:lnTo>
                  <a:pt x="1829136" y="1003048"/>
                </a:lnTo>
                <a:lnTo>
                  <a:pt x="1830221" y="994415"/>
                </a:lnTo>
                <a:lnTo>
                  <a:pt x="1829227" y="995732"/>
                </a:lnTo>
                <a:lnTo>
                  <a:pt x="1821233" y="1011260"/>
                </a:lnTo>
                <a:close/>
                <a:moveTo>
                  <a:pt x="1802789" y="1052466"/>
                </a:moveTo>
                <a:lnTo>
                  <a:pt x="1801503" y="1055507"/>
                </a:lnTo>
                <a:lnTo>
                  <a:pt x="1802686" y="1053977"/>
                </a:lnTo>
                <a:lnTo>
                  <a:pt x="1802750" y="1053414"/>
                </a:lnTo>
                <a:close/>
                <a:moveTo>
                  <a:pt x="1809603" y="1036358"/>
                </a:moveTo>
                <a:lnTo>
                  <a:pt x="1804575" y="1048243"/>
                </a:lnTo>
                <a:lnTo>
                  <a:pt x="1804434" y="1051716"/>
                </a:lnTo>
                <a:lnTo>
                  <a:pt x="1810232" y="1044216"/>
                </a:lnTo>
                <a:lnTo>
                  <a:pt x="1812544" y="1039909"/>
                </a:lnTo>
                <a:lnTo>
                  <a:pt x="1813936" y="1034858"/>
                </a:lnTo>
                <a:lnTo>
                  <a:pt x="1812106" y="1034429"/>
                </a:lnTo>
                <a:close/>
                <a:moveTo>
                  <a:pt x="1289737" y="2200364"/>
                </a:moveTo>
                <a:lnTo>
                  <a:pt x="1287179" y="2207867"/>
                </a:lnTo>
                <a:lnTo>
                  <a:pt x="1291477" y="2207944"/>
                </a:lnTo>
                <a:lnTo>
                  <a:pt x="1294681" y="2201339"/>
                </a:lnTo>
                <a:close/>
                <a:moveTo>
                  <a:pt x="1816520" y="1020765"/>
                </a:moveTo>
                <a:lnTo>
                  <a:pt x="1816674" y="1024926"/>
                </a:lnTo>
                <a:lnTo>
                  <a:pt x="1819446" y="1014863"/>
                </a:lnTo>
                <a:close/>
                <a:moveTo>
                  <a:pt x="1810571" y="1034070"/>
                </a:moveTo>
                <a:lnTo>
                  <a:pt x="1809960" y="1035517"/>
                </a:lnTo>
                <a:lnTo>
                  <a:pt x="1811547" y="1034299"/>
                </a:lnTo>
                <a:close/>
                <a:moveTo>
                  <a:pt x="1267871" y="2249252"/>
                </a:moveTo>
                <a:lnTo>
                  <a:pt x="1268615" y="2249505"/>
                </a:lnTo>
                <a:lnTo>
                  <a:pt x="1271069" y="2250301"/>
                </a:lnTo>
                <a:lnTo>
                  <a:pt x="1273009" y="2248482"/>
                </a:lnTo>
                <a:lnTo>
                  <a:pt x="1273975" y="2245649"/>
                </a:lnTo>
                <a:lnTo>
                  <a:pt x="1272477" y="2244718"/>
                </a:lnTo>
                <a:lnTo>
                  <a:pt x="1270391" y="2246935"/>
                </a:lnTo>
                <a:close/>
                <a:moveTo>
                  <a:pt x="1814337" y="1025169"/>
                </a:moveTo>
                <a:lnTo>
                  <a:pt x="1810691" y="1033787"/>
                </a:lnTo>
                <a:lnTo>
                  <a:pt x="1811840" y="1034073"/>
                </a:lnTo>
                <a:lnTo>
                  <a:pt x="1814773" y="1031821"/>
                </a:lnTo>
                <a:lnTo>
                  <a:pt x="1814993" y="1031023"/>
                </a:lnTo>
                <a:lnTo>
                  <a:pt x="1815049" y="1028752"/>
                </a:lnTo>
                <a:lnTo>
                  <a:pt x="1814878" y="1024078"/>
                </a:lnTo>
                <a:close/>
                <a:moveTo>
                  <a:pt x="1291016" y="2196615"/>
                </a:moveTo>
                <a:lnTo>
                  <a:pt x="1290432" y="2198326"/>
                </a:lnTo>
                <a:lnTo>
                  <a:pt x="1290812" y="2198450"/>
                </a:lnTo>
                <a:lnTo>
                  <a:pt x="1295423" y="2199359"/>
                </a:lnTo>
                <a:lnTo>
                  <a:pt x="1295558" y="2198843"/>
                </a:lnTo>
                <a:lnTo>
                  <a:pt x="1291507" y="2196212"/>
                </a:lnTo>
                <a:close/>
                <a:moveTo>
                  <a:pt x="1258590" y="2268733"/>
                </a:moveTo>
                <a:lnTo>
                  <a:pt x="1253699" y="2281670"/>
                </a:lnTo>
                <a:cubicBezTo>
                  <a:pt x="1245926" y="2300773"/>
                  <a:pt x="1237633" y="2320057"/>
                  <a:pt x="1229150" y="2339406"/>
                </a:cubicBezTo>
                <a:lnTo>
                  <a:pt x="1219526" y="2361200"/>
                </a:lnTo>
                <a:lnTo>
                  <a:pt x="1253591" y="2305526"/>
                </a:lnTo>
                <a:lnTo>
                  <a:pt x="1269261" y="2277420"/>
                </a:lnTo>
                <a:lnTo>
                  <a:pt x="1265223" y="2274132"/>
                </a:lnTo>
                <a:lnTo>
                  <a:pt x="1264432" y="2274818"/>
                </a:lnTo>
                <a:lnTo>
                  <a:pt x="1264071" y="2274835"/>
                </a:lnTo>
                <a:lnTo>
                  <a:pt x="1265047" y="2273989"/>
                </a:lnTo>
                <a:close/>
                <a:moveTo>
                  <a:pt x="1808742" y="1036451"/>
                </a:moveTo>
                <a:lnTo>
                  <a:pt x="1808747" y="1036449"/>
                </a:lnTo>
                <a:lnTo>
                  <a:pt x="1808765" y="1036405"/>
                </a:lnTo>
                <a:close/>
                <a:moveTo>
                  <a:pt x="1259995" y="2265018"/>
                </a:moveTo>
                <a:lnTo>
                  <a:pt x="1258751" y="2268308"/>
                </a:lnTo>
                <a:lnTo>
                  <a:pt x="1265288" y="2273780"/>
                </a:lnTo>
                <a:lnTo>
                  <a:pt x="1271377" y="2268502"/>
                </a:lnTo>
                <a:close/>
                <a:moveTo>
                  <a:pt x="1773933" y="1114004"/>
                </a:moveTo>
                <a:lnTo>
                  <a:pt x="1773860" y="1114593"/>
                </a:lnTo>
                <a:lnTo>
                  <a:pt x="1774258" y="1113751"/>
                </a:lnTo>
                <a:close/>
                <a:moveTo>
                  <a:pt x="1796355" y="1063424"/>
                </a:moveTo>
                <a:lnTo>
                  <a:pt x="1796256" y="1065975"/>
                </a:lnTo>
                <a:lnTo>
                  <a:pt x="1798519" y="1060625"/>
                </a:lnTo>
                <a:close/>
                <a:moveTo>
                  <a:pt x="1804726" y="1044550"/>
                </a:moveTo>
                <a:lnTo>
                  <a:pt x="1804663" y="1046103"/>
                </a:lnTo>
                <a:lnTo>
                  <a:pt x="1808389" y="1037293"/>
                </a:lnTo>
                <a:lnTo>
                  <a:pt x="1808284" y="1037375"/>
                </a:lnTo>
                <a:close/>
                <a:moveTo>
                  <a:pt x="1261826" y="2260176"/>
                </a:moveTo>
                <a:lnTo>
                  <a:pt x="1260100" y="2264742"/>
                </a:lnTo>
                <a:lnTo>
                  <a:pt x="1271640" y="2268273"/>
                </a:lnTo>
                <a:lnTo>
                  <a:pt x="1275460" y="2264962"/>
                </a:lnTo>
                <a:lnTo>
                  <a:pt x="1276157" y="2262787"/>
                </a:lnTo>
                <a:lnTo>
                  <a:pt x="1267015" y="2255976"/>
                </a:lnTo>
                <a:close/>
                <a:moveTo>
                  <a:pt x="1831464" y="984513"/>
                </a:moveTo>
                <a:lnTo>
                  <a:pt x="1830917" y="985856"/>
                </a:lnTo>
                <a:lnTo>
                  <a:pt x="1831417" y="984885"/>
                </a:lnTo>
                <a:close/>
                <a:moveTo>
                  <a:pt x="1771837" y="1117982"/>
                </a:moveTo>
                <a:lnTo>
                  <a:pt x="1770124" y="1122515"/>
                </a:lnTo>
                <a:lnTo>
                  <a:pt x="1772221" y="1118068"/>
                </a:lnTo>
                <a:close/>
                <a:moveTo>
                  <a:pt x="1289452" y="2198007"/>
                </a:moveTo>
                <a:lnTo>
                  <a:pt x="1289871" y="2198143"/>
                </a:lnTo>
                <a:lnTo>
                  <a:pt x="1290133" y="2197339"/>
                </a:lnTo>
                <a:lnTo>
                  <a:pt x="1289582" y="2197789"/>
                </a:lnTo>
                <a:close/>
                <a:moveTo>
                  <a:pt x="1262759" y="2257708"/>
                </a:moveTo>
                <a:lnTo>
                  <a:pt x="1262531" y="2258314"/>
                </a:lnTo>
                <a:lnTo>
                  <a:pt x="1263898" y="2257030"/>
                </a:lnTo>
                <a:close/>
                <a:moveTo>
                  <a:pt x="1774092" y="1112714"/>
                </a:moveTo>
                <a:lnTo>
                  <a:pt x="1773980" y="1113616"/>
                </a:lnTo>
                <a:lnTo>
                  <a:pt x="1774519" y="1113195"/>
                </a:lnTo>
                <a:lnTo>
                  <a:pt x="1774699" y="1112815"/>
                </a:lnTo>
                <a:lnTo>
                  <a:pt x="1774898" y="1111976"/>
                </a:lnTo>
                <a:close/>
                <a:moveTo>
                  <a:pt x="1773094" y="1114658"/>
                </a:moveTo>
                <a:lnTo>
                  <a:pt x="1772211" y="1116993"/>
                </a:lnTo>
                <a:lnTo>
                  <a:pt x="1772679" y="1117098"/>
                </a:lnTo>
                <a:lnTo>
                  <a:pt x="1773219" y="1115953"/>
                </a:lnTo>
                <a:lnTo>
                  <a:pt x="1773432" y="1114394"/>
                </a:lnTo>
                <a:close/>
                <a:moveTo>
                  <a:pt x="1773568" y="1113406"/>
                </a:moveTo>
                <a:lnTo>
                  <a:pt x="1773282" y="1114161"/>
                </a:lnTo>
                <a:lnTo>
                  <a:pt x="1773486" y="1114002"/>
                </a:lnTo>
                <a:close/>
                <a:moveTo>
                  <a:pt x="1264206" y="2253884"/>
                </a:moveTo>
                <a:lnTo>
                  <a:pt x="1262986" y="2257109"/>
                </a:lnTo>
                <a:lnTo>
                  <a:pt x="1265250" y="2255762"/>
                </a:lnTo>
                <a:lnTo>
                  <a:pt x="1265903" y="2255148"/>
                </a:lnTo>
                <a:close/>
                <a:moveTo>
                  <a:pt x="1850241" y="941591"/>
                </a:moveTo>
                <a:lnTo>
                  <a:pt x="1841617" y="966370"/>
                </a:lnTo>
                <a:lnTo>
                  <a:pt x="1838754" y="991095"/>
                </a:lnTo>
                <a:lnTo>
                  <a:pt x="1848705" y="972563"/>
                </a:lnTo>
                <a:lnTo>
                  <a:pt x="1850568" y="968976"/>
                </a:lnTo>
                <a:lnTo>
                  <a:pt x="1851185" y="967288"/>
                </a:lnTo>
                <a:close/>
                <a:moveTo>
                  <a:pt x="1264938" y="2251948"/>
                </a:moveTo>
                <a:lnTo>
                  <a:pt x="1264393" y="2253389"/>
                </a:lnTo>
                <a:lnTo>
                  <a:pt x="1266280" y="2254796"/>
                </a:lnTo>
                <a:lnTo>
                  <a:pt x="1270919" y="2250442"/>
                </a:lnTo>
                <a:lnTo>
                  <a:pt x="1267710" y="2249400"/>
                </a:lnTo>
                <a:close/>
                <a:moveTo>
                  <a:pt x="1794502" y="1065821"/>
                </a:moveTo>
                <a:lnTo>
                  <a:pt x="1790689" y="1078911"/>
                </a:lnTo>
                <a:lnTo>
                  <a:pt x="1791600" y="1076981"/>
                </a:lnTo>
                <a:lnTo>
                  <a:pt x="1794652" y="1069766"/>
                </a:lnTo>
                <a:lnTo>
                  <a:pt x="1794821" y="1065407"/>
                </a:lnTo>
                <a:close/>
                <a:moveTo>
                  <a:pt x="1772712" y="1114605"/>
                </a:moveTo>
                <a:lnTo>
                  <a:pt x="1772902" y="1114457"/>
                </a:lnTo>
                <a:lnTo>
                  <a:pt x="1773084" y="1113976"/>
                </a:lnTo>
                <a:close/>
                <a:moveTo>
                  <a:pt x="1771189" y="1117838"/>
                </a:moveTo>
                <a:lnTo>
                  <a:pt x="1770345" y="1121221"/>
                </a:lnTo>
                <a:lnTo>
                  <a:pt x="1771590" y="1117927"/>
                </a:lnTo>
                <a:close/>
                <a:moveTo>
                  <a:pt x="1796439" y="1061264"/>
                </a:moveTo>
                <a:lnTo>
                  <a:pt x="1796406" y="1062099"/>
                </a:lnTo>
                <a:lnTo>
                  <a:pt x="1799695" y="1057847"/>
                </a:lnTo>
                <a:lnTo>
                  <a:pt x="1802877" y="1050325"/>
                </a:lnTo>
                <a:lnTo>
                  <a:pt x="1802967" y="1048097"/>
                </a:lnTo>
                <a:close/>
                <a:moveTo>
                  <a:pt x="1784614" y="1087684"/>
                </a:moveTo>
                <a:lnTo>
                  <a:pt x="1784722" y="1090551"/>
                </a:lnTo>
                <a:lnTo>
                  <a:pt x="1785947" y="1088476"/>
                </a:lnTo>
                <a:lnTo>
                  <a:pt x="1786382" y="1085691"/>
                </a:lnTo>
                <a:close/>
                <a:moveTo>
                  <a:pt x="1771472" y="1116707"/>
                </a:moveTo>
                <a:lnTo>
                  <a:pt x="1771443" y="1116822"/>
                </a:lnTo>
                <a:lnTo>
                  <a:pt x="1771963" y="1116938"/>
                </a:lnTo>
                <a:lnTo>
                  <a:pt x="1772713" y="1114956"/>
                </a:lnTo>
                <a:lnTo>
                  <a:pt x="1772328" y="1115256"/>
                </a:lnTo>
                <a:close/>
                <a:moveTo>
                  <a:pt x="1841455" y="959957"/>
                </a:moveTo>
                <a:lnTo>
                  <a:pt x="1833369" y="979831"/>
                </a:lnTo>
                <a:lnTo>
                  <a:pt x="1833159" y="981500"/>
                </a:lnTo>
                <a:lnTo>
                  <a:pt x="1838491" y="971142"/>
                </a:lnTo>
                <a:lnTo>
                  <a:pt x="1840992" y="963958"/>
                </a:lnTo>
                <a:close/>
                <a:moveTo>
                  <a:pt x="1268587" y="2242299"/>
                </a:moveTo>
                <a:lnTo>
                  <a:pt x="1267172" y="2246041"/>
                </a:lnTo>
                <a:lnTo>
                  <a:pt x="1268644" y="2244476"/>
                </a:lnTo>
                <a:lnTo>
                  <a:pt x="1269741" y="2243016"/>
                </a:lnTo>
                <a:close/>
                <a:moveTo>
                  <a:pt x="1269511" y="2239854"/>
                </a:moveTo>
                <a:lnTo>
                  <a:pt x="1268696" y="2242008"/>
                </a:lnTo>
                <a:lnTo>
                  <a:pt x="1269911" y="2242763"/>
                </a:lnTo>
                <a:lnTo>
                  <a:pt x="1271090" y="2240930"/>
                </a:lnTo>
                <a:close/>
                <a:moveTo>
                  <a:pt x="1792046" y="1069622"/>
                </a:moveTo>
                <a:lnTo>
                  <a:pt x="1790476" y="1077747"/>
                </a:lnTo>
                <a:lnTo>
                  <a:pt x="1793617" y="1066966"/>
                </a:lnTo>
                <a:lnTo>
                  <a:pt x="1793603" y="1066984"/>
                </a:lnTo>
                <a:lnTo>
                  <a:pt x="1793296" y="1067601"/>
                </a:lnTo>
                <a:close/>
                <a:moveTo>
                  <a:pt x="1283583" y="2207802"/>
                </a:moveTo>
                <a:lnTo>
                  <a:pt x="1286707" y="2207858"/>
                </a:lnTo>
                <a:lnTo>
                  <a:pt x="1289183" y="2200255"/>
                </a:lnTo>
                <a:lnTo>
                  <a:pt x="1288219" y="2200064"/>
                </a:lnTo>
                <a:close/>
                <a:moveTo>
                  <a:pt x="1847878" y="944172"/>
                </a:moveTo>
                <a:lnTo>
                  <a:pt x="1842720" y="956850"/>
                </a:lnTo>
                <a:lnTo>
                  <a:pt x="1842347" y="960063"/>
                </a:lnTo>
                <a:close/>
                <a:moveTo>
                  <a:pt x="1768708" y="1121388"/>
                </a:moveTo>
                <a:lnTo>
                  <a:pt x="1769714" y="1122322"/>
                </a:lnTo>
                <a:lnTo>
                  <a:pt x="1770852" y="1117762"/>
                </a:lnTo>
                <a:lnTo>
                  <a:pt x="1770849" y="1117761"/>
                </a:lnTo>
                <a:close/>
                <a:moveTo>
                  <a:pt x="1804913" y="1039972"/>
                </a:moveTo>
                <a:lnTo>
                  <a:pt x="1804768" y="1043535"/>
                </a:lnTo>
                <a:lnTo>
                  <a:pt x="1807537" y="1037949"/>
                </a:lnTo>
                <a:close/>
                <a:moveTo>
                  <a:pt x="1282385" y="2209801"/>
                </a:moveTo>
                <a:lnTo>
                  <a:pt x="1284199" y="2211303"/>
                </a:lnTo>
                <a:lnTo>
                  <a:pt x="1285363" y="2211985"/>
                </a:lnTo>
                <a:lnTo>
                  <a:pt x="1286367" y="2208902"/>
                </a:lnTo>
                <a:lnTo>
                  <a:pt x="1282961" y="2208840"/>
                </a:lnTo>
                <a:close/>
                <a:moveTo>
                  <a:pt x="1790221" y="1072574"/>
                </a:moveTo>
                <a:lnTo>
                  <a:pt x="1789460" y="1077438"/>
                </a:lnTo>
                <a:lnTo>
                  <a:pt x="1788875" y="1082212"/>
                </a:lnTo>
                <a:lnTo>
                  <a:pt x="1789100" y="1081960"/>
                </a:lnTo>
                <a:lnTo>
                  <a:pt x="1791228" y="1070946"/>
                </a:lnTo>
                <a:close/>
                <a:moveTo>
                  <a:pt x="1766956" y="1124355"/>
                </a:moveTo>
                <a:lnTo>
                  <a:pt x="1766528" y="1130137"/>
                </a:lnTo>
                <a:lnTo>
                  <a:pt x="1768773" y="1125378"/>
                </a:lnTo>
                <a:lnTo>
                  <a:pt x="1769297" y="1123993"/>
                </a:lnTo>
                <a:lnTo>
                  <a:pt x="1769426" y="1123476"/>
                </a:lnTo>
                <a:lnTo>
                  <a:pt x="1768165" y="1122306"/>
                </a:lnTo>
                <a:close/>
                <a:moveTo>
                  <a:pt x="1787589" y="1077983"/>
                </a:moveTo>
                <a:lnTo>
                  <a:pt x="1784577" y="1086677"/>
                </a:lnTo>
                <a:lnTo>
                  <a:pt x="1784590" y="1087043"/>
                </a:lnTo>
                <a:lnTo>
                  <a:pt x="1786510" y="1084880"/>
                </a:lnTo>
                <a:close/>
                <a:moveTo>
                  <a:pt x="1281144" y="2211873"/>
                </a:moveTo>
                <a:lnTo>
                  <a:pt x="1282466" y="2212402"/>
                </a:lnTo>
                <a:lnTo>
                  <a:pt x="1282548" y="2212416"/>
                </a:lnTo>
                <a:lnTo>
                  <a:pt x="1281268" y="2211666"/>
                </a:lnTo>
                <a:close/>
                <a:moveTo>
                  <a:pt x="1776000" y="1103528"/>
                </a:moveTo>
                <a:lnTo>
                  <a:pt x="1775459" y="1104920"/>
                </a:lnTo>
                <a:lnTo>
                  <a:pt x="1775965" y="1104456"/>
                </a:lnTo>
                <a:close/>
                <a:moveTo>
                  <a:pt x="1275155" y="2224903"/>
                </a:moveTo>
                <a:lnTo>
                  <a:pt x="1275121" y="2225019"/>
                </a:lnTo>
                <a:lnTo>
                  <a:pt x="1269591" y="2239645"/>
                </a:lnTo>
                <a:lnTo>
                  <a:pt x="1271193" y="2240770"/>
                </a:lnTo>
                <a:lnTo>
                  <a:pt x="1280655" y="2226058"/>
                </a:lnTo>
                <a:lnTo>
                  <a:pt x="1283119" y="2218832"/>
                </a:lnTo>
                <a:lnTo>
                  <a:pt x="1275389" y="2224738"/>
                </a:lnTo>
                <a:close/>
                <a:moveTo>
                  <a:pt x="1765032" y="1127614"/>
                </a:moveTo>
                <a:lnTo>
                  <a:pt x="1764612" y="1131345"/>
                </a:lnTo>
                <a:lnTo>
                  <a:pt x="1766170" y="1130436"/>
                </a:lnTo>
                <a:lnTo>
                  <a:pt x="1766621" y="1125274"/>
                </a:lnTo>
                <a:lnTo>
                  <a:pt x="1766651" y="1124873"/>
                </a:lnTo>
                <a:close/>
                <a:moveTo>
                  <a:pt x="1257259" y="2263872"/>
                </a:moveTo>
                <a:lnTo>
                  <a:pt x="1259159" y="2264454"/>
                </a:lnTo>
                <a:lnTo>
                  <a:pt x="1260314" y="2261400"/>
                </a:lnTo>
                <a:close/>
                <a:moveTo>
                  <a:pt x="1806878" y="1032839"/>
                </a:moveTo>
                <a:lnTo>
                  <a:pt x="1809721" y="1033547"/>
                </a:lnTo>
                <a:lnTo>
                  <a:pt x="1811447" y="1030066"/>
                </a:lnTo>
                <a:lnTo>
                  <a:pt x="1814806" y="1022125"/>
                </a:lnTo>
                <a:lnTo>
                  <a:pt x="1814806" y="1022124"/>
                </a:lnTo>
                <a:close/>
                <a:moveTo>
                  <a:pt x="1276945" y="2218881"/>
                </a:moveTo>
                <a:lnTo>
                  <a:pt x="1275463" y="2223869"/>
                </a:lnTo>
                <a:lnTo>
                  <a:pt x="1283489" y="2217736"/>
                </a:lnTo>
                <a:lnTo>
                  <a:pt x="1284627" y="2214243"/>
                </a:lnTo>
                <a:lnTo>
                  <a:pt x="1280666" y="2212670"/>
                </a:lnTo>
                <a:close/>
                <a:moveTo>
                  <a:pt x="1784816" y="1081313"/>
                </a:moveTo>
                <a:lnTo>
                  <a:pt x="1784443" y="1083109"/>
                </a:lnTo>
                <a:lnTo>
                  <a:pt x="1784563" y="1086325"/>
                </a:lnTo>
                <a:lnTo>
                  <a:pt x="1787700" y="1077276"/>
                </a:lnTo>
                <a:lnTo>
                  <a:pt x="1787830" y="1076440"/>
                </a:lnTo>
                <a:close/>
                <a:moveTo>
                  <a:pt x="1281187" y="2208808"/>
                </a:moveTo>
                <a:lnTo>
                  <a:pt x="1282115" y="2209577"/>
                </a:lnTo>
                <a:lnTo>
                  <a:pt x="1282545" y="2208833"/>
                </a:lnTo>
                <a:close/>
                <a:moveTo>
                  <a:pt x="1805106" y="1035235"/>
                </a:moveTo>
                <a:lnTo>
                  <a:pt x="1804937" y="1039372"/>
                </a:lnTo>
                <a:lnTo>
                  <a:pt x="1807997" y="1037024"/>
                </a:lnTo>
                <a:lnTo>
                  <a:pt x="1809577" y="1033837"/>
                </a:lnTo>
                <a:lnTo>
                  <a:pt x="1806648" y="1033151"/>
                </a:lnTo>
                <a:close/>
                <a:moveTo>
                  <a:pt x="1255325" y="2265439"/>
                </a:moveTo>
                <a:lnTo>
                  <a:pt x="1257954" y="2267640"/>
                </a:lnTo>
                <a:lnTo>
                  <a:pt x="1259054" y="2264730"/>
                </a:lnTo>
                <a:lnTo>
                  <a:pt x="1256983" y="2264096"/>
                </a:lnTo>
                <a:close/>
                <a:moveTo>
                  <a:pt x="1775188" y="1101181"/>
                </a:moveTo>
                <a:lnTo>
                  <a:pt x="1774767" y="1102973"/>
                </a:lnTo>
                <a:lnTo>
                  <a:pt x="1775038" y="1102401"/>
                </a:lnTo>
                <a:close/>
                <a:moveTo>
                  <a:pt x="1788712" y="1070807"/>
                </a:moveTo>
                <a:lnTo>
                  <a:pt x="1788553" y="1071217"/>
                </a:lnTo>
                <a:lnTo>
                  <a:pt x="1788668" y="1071089"/>
                </a:lnTo>
                <a:close/>
                <a:moveTo>
                  <a:pt x="1257417" y="2260424"/>
                </a:moveTo>
                <a:lnTo>
                  <a:pt x="1261631" y="2257916"/>
                </a:lnTo>
                <a:lnTo>
                  <a:pt x="1263329" y="2253426"/>
                </a:lnTo>
                <a:lnTo>
                  <a:pt x="1261224" y="2255361"/>
                </a:lnTo>
                <a:close/>
                <a:moveTo>
                  <a:pt x="1278901" y="2212298"/>
                </a:moveTo>
                <a:lnTo>
                  <a:pt x="1277266" y="2217800"/>
                </a:lnTo>
                <a:lnTo>
                  <a:pt x="1280011" y="2213219"/>
                </a:lnTo>
                <a:lnTo>
                  <a:pt x="1280391" y="2212560"/>
                </a:lnTo>
                <a:lnTo>
                  <a:pt x="1280354" y="2212545"/>
                </a:lnTo>
                <a:close/>
                <a:moveTo>
                  <a:pt x="1775697" y="1099672"/>
                </a:moveTo>
                <a:lnTo>
                  <a:pt x="1775474" y="1101484"/>
                </a:lnTo>
                <a:lnTo>
                  <a:pt x="1776128" y="1100107"/>
                </a:lnTo>
                <a:lnTo>
                  <a:pt x="1776162" y="1099231"/>
                </a:lnTo>
                <a:close/>
                <a:moveTo>
                  <a:pt x="1766773" y="1119591"/>
                </a:moveTo>
                <a:lnTo>
                  <a:pt x="1766840" y="1119651"/>
                </a:lnTo>
                <a:lnTo>
                  <a:pt x="1766924" y="1119473"/>
                </a:lnTo>
                <a:close/>
                <a:moveTo>
                  <a:pt x="1800946" y="1043030"/>
                </a:moveTo>
                <a:lnTo>
                  <a:pt x="1797247" y="1056397"/>
                </a:lnTo>
                <a:lnTo>
                  <a:pt x="1796533" y="1058848"/>
                </a:lnTo>
                <a:lnTo>
                  <a:pt x="1796489" y="1059984"/>
                </a:lnTo>
                <a:lnTo>
                  <a:pt x="1797105" y="1058989"/>
                </a:lnTo>
                <a:lnTo>
                  <a:pt x="1803009" y="1047082"/>
                </a:lnTo>
                <a:lnTo>
                  <a:pt x="1803246" y="1041258"/>
                </a:lnTo>
                <a:close/>
                <a:moveTo>
                  <a:pt x="1279412" y="2210578"/>
                </a:moveTo>
                <a:lnTo>
                  <a:pt x="1279252" y="2211118"/>
                </a:lnTo>
                <a:lnTo>
                  <a:pt x="1280855" y="2211758"/>
                </a:lnTo>
                <a:lnTo>
                  <a:pt x="1280999" y="2211508"/>
                </a:lnTo>
                <a:close/>
                <a:moveTo>
                  <a:pt x="1736817" y="1185771"/>
                </a:moveTo>
                <a:lnTo>
                  <a:pt x="1736788" y="1186012"/>
                </a:lnTo>
                <a:lnTo>
                  <a:pt x="1736874" y="1185916"/>
                </a:lnTo>
                <a:lnTo>
                  <a:pt x="1737003" y="1185574"/>
                </a:lnTo>
                <a:close/>
                <a:moveTo>
                  <a:pt x="1765791" y="1120871"/>
                </a:moveTo>
                <a:lnTo>
                  <a:pt x="1765646" y="1122161"/>
                </a:lnTo>
                <a:lnTo>
                  <a:pt x="1766370" y="1120638"/>
                </a:lnTo>
                <a:lnTo>
                  <a:pt x="1766135" y="1120420"/>
                </a:lnTo>
                <a:close/>
                <a:moveTo>
                  <a:pt x="1737488" y="1184085"/>
                </a:moveTo>
                <a:lnTo>
                  <a:pt x="1737545" y="1184114"/>
                </a:lnTo>
                <a:lnTo>
                  <a:pt x="1737555" y="1184105"/>
                </a:lnTo>
                <a:lnTo>
                  <a:pt x="1737657" y="1183833"/>
                </a:lnTo>
                <a:close/>
                <a:moveTo>
                  <a:pt x="1765854" y="1120306"/>
                </a:moveTo>
                <a:lnTo>
                  <a:pt x="1765841" y="1120421"/>
                </a:lnTo>
                <a:lnTo>
                  <a:pt x="1765964" y="1120261"/>
                </a:lnTo>
                <a:lnTo>
                  <a:pt x="1765940" y="1120239"/>
                </a:lnTo>
                <a:close/>
                <a:moveTo>
                  <a:pt x="1801907" y="1039558"/>
                </a:moveTo>
                <a:lnTo>
                  <a:pt x="1801155" y="1042275"/>
                </a:lnTo>
                <a:lnTo>
                  <a:pt x="1803271" y="1040650"/>
                </a:lnTo>
                <a:lnTo>
                  <a:pt x="1803398" y="1037544"/>
                </a:lnTo>
                <a:close/>
                <a:moveTo>
                  <a:pt x="1776110" y="1097270"/>
                </a:moveTo>
                <a:lnTo>
                  <a:pt x="1775866" y="1098305"/>
                </a:lnTo>
                <a:lnTo>
                  <a:pt x="1775773" y="1099050"/>
                </a:lnTo>
                <a:lnTo>
                  <a:pt x="1776183" y="1098662"/>
                </a:lnTo>
                <a:lnTo>
                  <a:pt x="1776241" y="1097121"/>
                </a:lnTo>
                <a:close/>
                <a:moveTo>
                  <a:pt x="1255280" y="2263266"/>
                </a:moveTo>
                <a:lnTo>
                  <a:pt x="1256131" y="2263527"/>
                </a:lnTo>
                <a:lnTo>
                  <a:pt x="1260999" y="2259586"/>
                </a:lnTo>
                <a:lnTo>
                  <a:pt x="1261405" y="2258514"/>
                </a:lnTo>
                <a:lnTo>
                  <a:pt x="1256785" y="2261264"/>
                </a:lnTo>
                <a:close/>
                <a:moveTo>
                  <a:pt x="1793972" y="1056748"/>
                </a:moveTo>
                <a:lnTo>
                  <a:pt x="1792448" y="1061190"/>
                </a:lnTo>
                <a:lnTo>
                  <a:pt x="1791700" y="1063113"/>
                </a:lnTo>
                <a:lnTo>
                  <a:pt x="1790830" y="1068679"/>
                </a:lnTo>
                <a:lnTo>
                  <a:pt x="1791736" y="1067669"/>
                </a:lnTo>
                <a:lnTo>
                  <a:pt x="1791918" y="1067374"/>
                </a:lnTo>
                <a:close/>
                <a:moveTo>
                  <a:pt x="1281164" y="2204684"/>
                </a:moveTo>
                <a:lnTo>
                  <a:pt x="1280255" y="2207743"/>
                </a:lnTo>
                <a:lnTo>
                  <a:pt x="1283145" y="2207795"/>
                </a:lnTo>
                <a:lnTo>
                  <a:pt x="1287674" y="2199956"/>
                </a:lnTo>
                <a:lnTo>
                  <a:pt x="1287079" y="2199840"/>
                </a:lnTo>
                <a:close/>
                <a:moveTo>
                  <a:pt x="1254295" y="2264576"/>
                </a:moveTo>
                <a:lnTo>
                  <a:pt x="1254560" y="2264798"/>
                </a:lnTo>
                <a:lnTo>
                  <a:pt x="1255855" y="2263750"/>
                </a:lnTo>
                <a:lnTo>
                  <a:pt x="1255092" y="2263517"/>
                </a:lnTo>
                <a:close/>
                <a:moveTo>
                  <a:pt x="1795310" y="1052849"/>
                </a:moveTo>
                <a:lnTo>
                  <a:pt x="1795253" y="1053014"/>
                </a:lnTo>
                <a:lnTo>
                  <a:pt x="1795220" y="1053201"/>
                </a:lnTo>
                <a:lnTo>
                  <a:pt x="1792737" y="1066051"/>
                </a:lnTo>
                <a:lnTo>
                  <a:pt x="1794904" y="1062547"/>
                </a:lnTo>
                <a:lnTo>
                  <a:pt x="1794937" y="1062434"/>
                </a:lnTo>
                <a:close/>
                <a:moveTo>
                  <a:pt x="1776253" y="1095159"/>
                </a:moveTo>
                <a:lnTo>
                  <a:pt x="1776070" y="1096645"/>
                </a:lnTo>
                <a:lnTo>
                  <a:pt x="1776106" y="1096604"/>
                </a:lnTo>
                <a:lnTo>
                  <a:pt x="1776289" y="1095824"/>
                </a:lnTo>
                <a:lnTo>
                  <a:pt x="1776318" y="1095053"/>
                </a:lnTo>
                <a:close/>
                <a:moveTo>
                  <a:pt x="1253457" y="2265692"/>
                </a:moveTo>
                <a:lnTo>
                  <a:pt x="1254163" y="2265120"/>
                </a:lnTo>
                <a:lnTo>
                  <a:pt x="1253993" y="2264978"/>
                </a:lnTo>
                <a:close/>
                <a:moveTo>
                  <a:pt x="1266010" y="2237131"/>
                </a:moveTo>
                <a:lnTo>
                  <a:pt x="1268762" y="2239062"/>
                </a:lnTo>
                <a:lnTo>
                  <a:pt x="1268915" y="2238655"/>
                </a:lnTo>
                <a:lnTo>
                  <a:pt x="1272434" y="2226815"/>
                </a:lnTo>
                <a:lnTo>
                  <a:pt x="1272015" y="2227109"/>
                </a:lnTo>
                <a:close/>
                <a:moveTo>
                  <a:pt x="1737350" y="1181327"/>
                </a:moveTo>
                <a:lnTo>
                  <a:pt x="1737048" y="1183851"/>
                </a:lnTo>
                <a:lnTo>
                  <a:pt x="1738294" y="1181995"/>
                </a:lnTo>
                <a:lnTo>
                  <a:pt x="1737787" y="1181216"/>
                </a:lnTo>
                <a:lnTo>
                  <a:pt x="1737552" y="1181108"/>
                </a:lnTo>
                <a:close/>
                <a:moveTo>
                  <a:pt x="1732645" y="1191638"/>
                </a:moveTo>
                <a:lnTo>
                  <a:pt x="1732496" y="1193702"/>
                </a:lnTo>
                <a:lnTo>
                  <a:pt x="1733060" y="1194710"/>
                </a:lnTo>
                <a:lnTo>
                  <a:pt x="1733272" y="1193445"/>
                </a:lnTo>
                <a:lnTo>
                  <a:pt x="1733619" y="1190563"/>
                </a:lnTo>
                <a:close/>
                <a:moveTo>
                  <a:pt x="1797865" y="1045406"/>
                </a:moveTo>
                <a:lnTo>
                  <a:pt x="1796674" y="1048876"/>
                </a:lnTo>
                <a:lnTo>
                  <a:pt x="1796680" y="1055063"/>
                </a:lnTo>
                <a:lnTo>
                  <a:pt x="1796618" y="1056663"/>
                </a:lnTo>
                <a:lnTo>
                  <a:pt x="1800485" y="1043386"/>
                </a:lnTo>
                <a:close/>
                <a:moveTo>
                  <a:pt x="1798244" y="1044510"/>
                </a:moveTo>
                <a:lnTo>
                  <a:pt x="1800710" y="1042618"/>
                </a:lnTo>
                <a:lnTo>
                  <a:pt x="1801402" y="1040242"/>
                </a:lnTo>
                <a:close/>
                <a:moveTo>
                  <a:pt x="1254054" y="2262891"/>
                </a:moveTo>
                <a:lnTo>
                  <a:pt x="1254659" y="2263077"/>
                </a:lnTo>
                <a:lnTo>
                  <a:pt x="1255402" y="2262089"/>
                </a:lnTo>
                <a:close/>
                <a:moveTo>
                  <a:pt x="1313440" y="2129442"/>
                </a:moveTo>
                <a:lnTo>
                  <a:pt x="1313273" y="2130346"/>
                </a:lnTo>
                <a:lnTo>
                  <a:pt x="1314146" y="2129493"/>
                </a:lnTo>
                <a:close/>
                <a:moveTo>
                  <a:pt x="1796672" y="1046636"/>
                </a:moveTo>
                <a:lnTo>
                  <a:pt x="1796673" y="1047923"/>
                </a:lnTo>
                <a:lnTo>
                  <a:pt x="1797420" y="1045749"/>
                </a:lnTo>
                <a:lnTo>
                  <a:pt x="1797206" y="1045914"/>
                </a:lnTo>
                <a:close/>
                <a:moveTo>
                  <a:pt x="1833347" y="964481"/>
                </a:moveTo>
                <a:lnTo>
                  <a:pt x="1824517" y="998289"/>
                </a:lnTo>
                <a:lnTo>
                  <a:pt x="1826608" y="994226"/>
                </a:lnTo>
                <a:lnTo>
                  <a:pt x="1831729" y="982122"/>
                </a:lnTo>
                <a:close/>
                <a:moveTo>
                  <a:pt x="1253019" y="2263507"/>
                </a:moveTo>
                <a:lnTo>
                  <a:pt x="1253826" y="2264183"/>
                </a:lnTo>
                <a:lnTo>
                  <a:pt x="1254471" y="2263327"/>
                </a:lnTo>
                <a:lnTo>
                  <a:pt x="1253712" y="2263094"/>
                </a:lnTo>
                <a:close/>
                <a:moveTo>
                  <a:pt x="1253287" y="2262656"/>
                </a:moveTo>
                <a:lnTo>
                  <a:pt x="1253538" y="2262733"/>
                </a:lnTo>
                <a:lnTo>
                  <a:pt x="1256033" y="2261248"/>
                </a:lnTo>
                <a:lnTo>
                  <a:pt x="1258749" y="2257637"/>
                </a:lnTo>
                <a:close/>
                <a:moveTo>
                  <a:pt x="1252675" y="2263219"/>
                </a:moveTo>
                <a:lnTo>
                  <a:pt x="1252694" y="2263236"/>
                </a:lnTo>
                <a:lnTo>
                  <a:pt x="1253196" y="2262937"/>
                </a:lnTo>
                <a:lnTo>
                  <a:pt x="1253035" y="2262887"/>
                </a:lnTo>
                <a:close/>
                <a:moveTo>
                  <a:pt x="1834562" y="959831"/>
                </a:moveTo>
                <a:lnTo>
                  <a:pt x="1834168" y="961342"/>
                </a:lnTo>
                <a:lnTo>
                  <a:pt x="1833610" y="967418"/>
                </a:lnTo>
                <a:close/>
                <a:moveTo>
                  <a:pt x="1803781" y="1028171"/>
                </a:moveTo>
                <a:lnTo>
                  <a:pt x="1803539" y="1028877"/>
                </a:lnTo>
                <a:lnTo>
                  <a:pt x="1803764" y="1028587"/>
                </a:lnTo>
                <a:close/>
                <a:moveTo>
                  <a:pt x="1292664" y="2172600"/>
                </a:moveTo>
                <a:lnTo>
                  <a:pt x="1293143" y="2172854"/>
                </a:lnTo>
                <a:lnTo>
                  <a:pt x="1293353" y="2172671"/>
                </a:lnTo>
                <a:lnTo>
                  <a:pt x="1292687" y="2172586"/>
                </a:lnTo>
                <a:close/>
                <a:moveTo>
                  <a:pt x="1770104" y="1103369"/>
                </a:moveTo>
                <a:lnTo>
                  <a:pt x="1775694" y="1097069"/>
                </a:lnTo>
                <a:lnTo>
                  <a:pt x="1775849" y="1095811"/>
                </a:lnTo>
                <a:lnTo>
                  <a:pt x="1774849" y="1097428"/>
                </a:lnTo>
                <a:close/>
                <a:moveTo>
                  <a:pt x="1292064" y="2173741"/>
                </a:moveTo>
                <a:lnTo>
                  <a:pt x="1292094" y="2173767"/>
                </a:lnTo>
                <a:lnTo>
                  <a:pt x="1292709" y="2173232"/>
                </a:lnTo>
                <a:lnTo>
                  <a:pt x="1292373" y="2173061"/>
                </a:lnTo>
                <a:close/>
                <a:moveTo>
                  <a:pt x="1793717" y="1050227"/>
                </a:moveTo>
                <a:lnTo>
                  <a:pt x="1792292" y="1059335"/>
                </a:lnTo>
                <a:lnTo>
                  <a:pt x="1794641" y="1053287"/>
                </a:lnTo>
                <a:lnTo>
                  <a:pt x="1795458" y="1049060"/>
                </a:lnTo>
                <a:lnTo>
                  <a:pt x="1795490" y="1048232"/>
                </a:lnTo>
                <a:lnTo>
                  <a:pt x="1794999" y="1048896"/>
                </a:lnTo>
                <a:close/>
                <a:moveTo>
                  <a:pt x="1733051" y="1185990"/>
                </a:moveTo>
                <a:lnTo>
                  <a:pt x="1732856" y="1188700"/>
                </a:lnTo>
                <a:lnTo>
                  <a:pt x="1733974" y="1187608"/>
                </a:lnTo>
                <a:lnTo>
                  <a:pt x="1734335" y="1184597"/>
                </a:lnTo>
                <a:close/>
                <a:moveTo>
                  <a:pt x="1768260" y="1106727"/>
                </a:moveTo>
                <a:lnTo>
                  <a:pt x="1767880" y="1111869"/>
                </a:lnTo>
                <a:lnTo>
                  <a:pt x="1772591" y="1107549"/>
                </a:lnTo>
                <a:lnTo>
                  <a:pt x="1774299" y="1103957"/>
                </a:lnTo>
                <a:lnTo>
                  <a:pt x="1775266" y="1100081"/>
                </a:lnTo>
                <a:close/>
                <a:moveTo>
                  <a:pt x="1845362" y="934026"/>
                </a:moveTo>
                <a:lnTo>
                  <a:pt x="1842866" y="955591"/>
                </a:lnTo>
                <a:lnTo>
                  <a:pt x="1850046" y="937943"/>
                </a:lnTo>
                <a:lnTo>
                  <a:pt x="1850101" y="937784"/>
                </a:lnTo>
                <a:lnTo>
                  <a:pt x="1849676" y="926213"/>
                </a:lnTo>
                <a:close/>
                <a:moveTo>
                  <a:pt x="1768309" y="1106061"/>
                </a:moveTo>
                <a:lnTo>
                  <a:pt x="1768304" y="1106135"/>
                </a:lnTo>
                <a:lnTo>
                  <a:pt x="1775408" y="1099397"/>
                </a:lnTo>
                <a:lnTo>
                  <a:pt x="1775599" y="1097844"/>
                </a:lnTo>
                <a:close/>
                <a:moveTo>
                  <a:pt x="1767968" y="1106446"/>
                </a:moveTo>
                <a:lnTo>
                  <a:pt x="1768018" y="1106402"/>
                </a:lnTo>
                <a:lnTo>
                  <a:pt x="1768019" y="1106389"/>
                </a:lnTo>
                <a:close/>
                <a:moveTo>
                  <a:pt x="1291504" y="2173273"/>
                </a:moveTo>
                <a:lnTo>
                  <a:pt x="1291915" y="2173617"/>
                </a:lnTo>
                <a:lnTo>
                  <a:pt x="1292198" y="2172972"/>
                </a:lnTo>
                <a:lnTo>
                  <a:pt x="1292105" y="2172924"/>
                </a:lnTo>
                <a:close/>
                <a:moveTo>
                  <a:pt x="1275257" y="2209521"/>
                </a:moveTo>
                <a:lnTo>
                  <a:pt x="1277327" y="2210349"/>
                </a:lnTo>
                <a:lnTo>
                  <a:pt x="1277578" y="2209503"/>
                </a:lnTo>
                <a:lnTo>
                  <a:pt x="1277412" y="2209406"/>
                </a:lnTo>
                <a:lnTo>
                  <a:pt x="1276591" y="2208726"/>
                </a:lnTo>
                <a:lnTo>
                  <a:pt x="1276237" y="2208719"/>
                </a:lnTo>
                <a:close/>
                <a:moveTo>
                  <a:pt x="1767278" y="1107659"/>
                </a:moveTo>
                <a:lnTo>
                  <a:pt x="1766681" y="1112968"/>
                </a:lnTo>
                <a:lnTo>
                  <a:pt x="1767594" y="1112131"/>
                </a:lnTo>
                <a:lnTo>
                  <a:pt x="1767973" y="1107000"/>
                </a:lnTo>
                <a:close/>
                <a:moveTo>
                  <a:pt x="1274138" y="2210982"/>
                </a:moveTo>
                <a:lnTo>
                  <a:pt x="1276994" y="2211470"/>
                </a:lnTo>
                <a:lnTo>
                  <a:pt x="1277063" y="2211238"/>
                </a:lnTo>
                <a:lnTo>
                  <a:pt x="1274631" y="2210272"/>
                </a:lnTo>
                <a:close/>
                <a:moveTo>
                  <a:pt x="1809107" y="1012649"/>
                </a:moveTo>
                <a:lnTo>
                  <a:pt x="1805613" y="1022833"/>
                </a:lnTo>
                <a:lnTo>
                  <a:pt x="1805495" y="1025700"/>
                </a:lnTo>
                <a:close/>
                <a:moveTo>
                  <a:pt x="1290287" y="2173981"/>
                </a:moveTo>
                <a:lnTo>
                  <a:pt x="1289743" y="2175814"/>
                </a:lnTo>
                <a:lnTo>
                  <a:pt x="1291658" y="2174147"/>
                </a:lnTo>
                <a:lnTo>
                  <a:pt x="1290968" y="2173586"/>
                </a:lnTo>
                <a:close/>
                <a:moveTo>
                  <a:pt x="1836660" y="949788"/>
                </a:moveTo>
                <a:lnTo>
                  <a:pt x="1835646" y="961691"/>
                </a:lnTo>
                <a:lnTo>
                  <a:pt x="1833652" y="977574"/>
                </a:lnTo>
                <a:lnTo>
                  <a:pt x="1840654" y="961024"/>
                </a:lnTo>
                <a:lnTo>
                  <a:pt x="1841601" y="958697"/>
                </a:lnTo>
                <a:lnTo>
                  <a:pt x="1844217" y="936100"/>
                </a:lnTo>
                <a:close/>
                <a:moveTo>
                  <a:pt x="1834943" y="952898"/>
                </a:moveTo>
                <a:lnTo>
                  <a:pt x="1834294" y="959967"/>
                </a:lnTo>
                <a:lnTo>
                  <a:pt x="1834777" y="958116"/>
                </a:lnTo>
                <a:lnTo>
                  <a:pt x="1835577" y="951750"/>
                </a:lnTo>
                <a:close/>
                <a:moveTo>
                  <a:pt x="1764347" y="1110577"/>
                </a:moveTo>
                <a:lnTo>
                  <a:pt x="1764008" y="1115162"/>
                </a:lnTo>
                <a:lnTo>
                  <a:pt x="1764102" y="1115183"/>
                </a:lnTo>
                <a:lnTo>
                  <a:pt x="1764666" y="1110178"/>
                </a:lnTo>
                <a:close/>
                <a:moveTo>
                  <a:pt x="1788636" y="1055501"/>
                </a:moveTo>
                <a:lnTo>
                  <a:pt x="1786212" y="1073826"/>
                </a:lnTo>
                <a:lnTo>
                  <a:pt x="1787006" y="1072941"/>
                </a:lnTo>
                <a:lnTo>
                  <a:pt x="1789303" y="1067030"/>
                </a:lnTo>
                <a:lnTo>
                  <a:pt x="1791585" y="1052440"/>
                </a:lnTo>
                <a:close/>
                <a:moveTo>
                  <a:pt x="1787245" y="1058089"/>
                </a:moveTo>
                <a:lnTo>
                  <a:pt x="1785209" y="1068520"/>
                </a:lnTo>
                <a:lnTo>
                  <a:pt x="1787020" y="1059793"/>
                </a:lnTo>
                <a:close/>
                <a:moveTo>
                  <a:pt x="1799131" y="1031392"/>
                </a:moveTo>
                <a:lnTo>
                  <a:pt x="1798393" y="1035507"/>
                </a:lnTo>
                <a:lnTo>
                  <a:pt x="1801209" y="1031879"/>
                </a:lnTo>
                <a:close/>
                <a:moveTo>
                  <a:pt x="1261880" y="2234230"/>
                </a:moveTo>
                <a:lnTo>
                  <a:pt x="1265782" y="2236970"/>
                </a:lnTo>
                <a:lnTo>
                  <a:pt x="1271452" y="2227505"/>
                </a:lnTo>
                <a:close/>
                <a:moveTo>
                  <a:pt x="1813922" y="998054"/>
                </a:moveTo>
                <a:lnTo>
                  <a:pt x="1809948" y="1010158"/>
                </a:lnTo>
                <a:lnTo>
                  <a:pt x="1810006" y="1010294"/>
                </a:lnTo>
                <a:lnTo>
                  <a:pt x="1805598" y="1026223"/>
                </a:lnTo>
                <a:lnTo>
                  <a:pt x="1809402" y="1021322"/>
                </a:lnTo>
                <a:lnTo>
                  <a:pt x="1814522" y="1014400"/>
                </a:lnTo>
                <a:close/>
                <a:moveTo>
                  <a:pt x="1741119" y="1159367"/>
                </a:moveTo>
                <a:lnTo>
                  <a:pt x="1740248" y="1162142"/>
                </a:lnTo>
                <a:lnTo>
                  <a:pt x="1740967" y="1162801"/>
                </a:lnTo>
                <a:close/>
                <a:moveTo>
                  <a:pt x="1771879" y="1089801"/>
                </a:moveTo>
                <a:lnTo>
                  <a:pt x="1776437" y="1084721"/>
                </a:lnTo>
                <a:lnTo>
                  <a:pt x="1776291" y="1080809"/>
                </a:lnTo>
                <a:lnTo>
                  <a:pt x="1776027" y="1081455"/>
                </a:lnTo>
                <a:close/>
                <a:moveTo>
                  <a:pt x="1795974" y="1035801"/>
                </a:moveTo>
                <a:lnTo>
                  <a:pt x="1795489" y="1038898"/>
                </a:lnTo>
                <a:lnTo>
                  <a:pt x="1795869" y="1038492"/>
                </a:lnTo>
                <a:close/>
                <a:moveTo>
                  <a:pt x="1768888" y="1095817"/>
                </a:moveTo>
                <a:lnTo>
                  <a:pt x="1769050" y="1096056"/>
                </a:lnTo>
                <a:lnTo>
                  <a:pt x="1768659" y="1101335"/>
                </a:lnTo>
                <a:lnTo>
                  <a:pt x="1776355" y="1091699"/>
                </a:lnTo>
                <a:lnTo>
                  <a:pt x="1776484" y="1090653"/>
                </a:lnTo>
                <a:lnTo>
                  <a:pt x="1776572" y="1088312"/>
                </a:lnTo>
                <a:lnTo>
                  <a:pt x="1776526" y="1087078"/>
                </a:lnTo>
                <a:lnTo>
                  <a:pt x="1769140" y="1095308"/>
                </a:lnTo>
                <a:close/>
                <a:moveTo>
                  <a:pt x="1286347" y="2176272"/>
                </a:moveTo>
                <a:lnTo>
                  <a:pt x="1286513" y="2176429"/>
                </a:lnTo>
                <a:lnTo>
                  <a:pt x="1286562" y="2176147"/>
                </a:lnTo>
                <a:close/>
                <a:moveTo>
                  <a:pt x="1768530" y="1096536"/>
                </a:moveTo>
                <a:lnTo>
                  <a:pt x="1767880" y="1102310"/>
                </a:lnTo>
                <a:lnTo>
                  <a:pt x="1768365" y="1101703"/>
                </a:lnTo>
                <a:lnTo>
                  <a:pt x="1768785" y="1096023"/>
                </a:lnTo>
                <a:close/>
                <a:moveTo>
                  <a:pt x="1785169" y="1059099"/>
                </a:moveTo>
                <a:lnTo>
                  <a:pt x="1783680" y="1062740"/>
                </a:lnTo>
                <a:lnTo>
                  <a:pt x="1784008" y="1071475"/>
                </a:lnTo>
                <a:lnTo>
                  <a:pt x="1786742" y="1057467"/>
                </a:lnTo>
                <a:close/>
                <a:moveTo>
                  <a:pt x="1765047" y="1103542"/>
                </a:moveTo>
                <a:lnTo>
                  <a:pt x="1764794" y="1104550"/>
                </a:lnTo>
                <a:lnTo>
                  <a:pt x="1764661" y="1106341"/>
                </a:lnTo>
                <a:lnTo>
                  <a:pt x="1765170" y="1105705"/>
                </a:lnTo>
                <a:lnTo>
                  <a:pt x="1765520" y="1102592"/>
                </a:lnTo>
                <a:close/>
                <a:moveTo>
                  <a:pt x="1259241" y="2236085"/>
                </a:moveTo>
                <a:lnTo>
                  <a:pt x="1261536" y="2237556"/>
                </a:lnTo>
                <a:lnTo>
                  <a:pt x="1267847" y="2241480"/>
                </a:lnTo>
                <a:lnTo>
                  <a:pt x="1268677" y="2239285"/>
                </a:lnTo>
                <a:lnTo>
                  <a:pt x="1265867" y="2237369"/>
                </a:lnTo>
                <a:lnTo>
                  <a:pt x="1264765" y="2239209"/>
                </a:lnTo>
                <a:lnTo>
                  <a:pt x="1264374" y="2239319"/>
                </a:lnTo>
                <a:lnTo>
                  <a:pt x="1265636" y="2237212"/>
                </a:lnTo>
                <a:lnTo>
                  <a:pt x="1262448" y="2235037"/>
                </a:lnTo>
                <a:lnTo>
                  <a:pt x="1261589" y="2234434"/>
                </a:lnTo>
                <a:close/>
                <a:moveTo>
                  <a:pt x="1733157" y="1174632"/>
                </a:moveTo>
                <a:lnTo>
                  <a:pt x="1733246" y="1176538"/>
                </a:lnTo>
                <a:lnTo>
                  <a:pt x="1733328" y="1176471"/>
                </a:lnTo>
                <a:lnTo>
                  <a:pt x="1733775" y="1175046"/>
                </a:lnTo>
                <a:lnTo>
                  <a:pt x="1733372" y="1174426"/>
                </a:lnTo>
                <a:close/>
                <a:moveTo>
                  <a:pt x="1783605" y="1060722"/>
                </a:moveTo>
                <a:lnTo>
                  <a:pt x="1783623" y="1061208"/>
                </a:lnTo>
                <a:lnTo>
                  <a:pt x="1783982" y="1060331"/>
                </a:lnTo>
                <a:close/>
                <a:moveTo>
                  <a:pt x="1796751" y="1030835"/>
                </a:moveTo>
                <a:lnTo>
                  <a:pt x="1796657" y="1031437"/>
                </a:lnTo>
                <a:lnTo>
                  <a:pt x="1796660" y="1034145"/>
                </a:lnTo>
                <a:lnTo>
                  <a:pt x="1797419" y="1033600"/>
                </a:lnTo>
                <a:lnTo>
                  <a:pt x="1797357" y="1033925"/>
                </a:lnTo>
                <a:lnTo>
                  <a:pt x="1796660" y="1034423"/>
                </a:lnTo>
                <a:lnTo>
                  <a:pt x="1796663" y="1037647"/>
                </a:lnTo>
                <a:lnTo>
                  <a:pt x="1797064" y="1037221"/>
                </a:lnTo>
                <a:lnTo>
                  <a:pt x="1797972" y="1036050"/>
                </a:lnTo>
                <a:lnTo>
                  <a:pt x="1798883" y="1031334"/>
                </a:lnTo>
                <a:close/>
                <a:moveTo>
                  <a:pt x="1793622" y="1037586"/>
                </a:moveTo>
                <a:lnTo>
                  <a:pt x="1791667" y="1042970"/>
                </a:lnTo>
                <a:lnTo>
                  <a:pt x="1793157" y="1041383"/>
                </a:lnTo>
                <a:close/>
                <a:moveTo>
                  <a:pt x="1305243" y="2130817"/>
                </a:moveTo>
                <a:lnTo>
                  <a:pt x="1305553" y="2131020"/>
                </a:lnTo>
                <a:lnTo>
                  <a:pt x="1306868" y="2130909"/>
                </a:lnTo>
                <a:lnTo>
                  <a:pt x="1307891" y="2129045"/>
                </a:lnTo>
                <a:lnTo>
                  <a:pt x="1306127" y="2128919"/>
                </a:lnTo>
                <a:close/>
                <a:moveTo>
                  <a:pt x="1735657" y="1166881"/>
                </a:moveTo>
                <a:lnTo>
                  <a:pt x="1734516" y="1169700"/>
                </a:lnTo>
                <a:lnTo>
                  <a:pt x="1735869" y="1168371"/>
                </a:lnTo>
                <a:lnTo>
                  <a:pt x="1736184" y="1167367"/>
                </a:lnTo>
                <a:close/>
                <a:moveTo>
                  <a:pt x="1748945" y="1137050"/>
                </a:moveTo>
                <a:lnTo>
                  <a:pt x="1749029" y="1139779"/>
                </a:lnTo>
                <a:lnTo>
                  <a:pt x="1749833" y="1136421"/>
                </a:lnTo>
                <a:lnTo>
                  <a:pt x="1749886" y="1135994"/>
                </a:lnTo>
                <a:close/>
                <a:moveTo>
                  <a:pt x="1815321" y="988089"/>
                </a:moveTo>
                <a:lnTo>
                  <a:pt x="1815495" y="992815"/>
                </a:lnTo>
                <a:lnTo>
                  <a:pt x="1818313" y="984230"/>
                </a:lnTo>
                <a:lnTo>
                  <a:pt x="1818389" y="984443"/>
                </a:lnTo>
                <a:lnTo>
                  <a:pt x="1815510" y="993218"/>
                </a:lnTo>
                <a:lnTo>
                  <a:pt x="1816204" y="1012127"/>
                </a:lnTo>
                <a:lnTo>
                  <a:pt x="1820115" y="1006840"/>
                </a:lnTo>
                <a:lnTo>
                  <a:pt x="1823436" y="1000388"/>
                </a:lnTo>
                <a:lnTo>
                  <a:pt x="1829163" y="979613"/>
                </a:lnTo>
                <a:lnTo>
                  <a:pt x="1833473" y="963108"/>
                </a:lnTo>
                <a:lnTo>
                  <a:pt x="1834305" y="954052"/>
                </a:lnTo>
                <a:lnTo>
                  <a:pt x="1821467" y="977304"/>
                </a:lnTo>
                <a:close/>
                <a:moveTo>
                  <a:pt x="1765120" y="1099789"/>
                </a:moveTo>
                <a:lnTo>
                  <a:pt x="1765114" y="1099988"/>
                </a:lnTo>
                <a:lnTo>
                  <a:pt x="1765197" y="1099703"/>
                </a:lnTo>
                <a:close/>
                <a:moveTo>
                  <a:pt x="1748912" y="1135987"/>
                </a:moveTo>
                <a:lnTo>
                  <a:pt x="1748923" y="1136334"/>
                </a:lnTo>
                <a:lnTo>
                  <a:pt x="1749991" y="1135134"/>
                </a:lnTo>
                <a:lnTo>
                  <a:pt x="1750031" y="1134809"/>
                </a:lnTo>
                <a:close/>
                <a:moveTo>
                  <a:pt x="1259251" y="2232383"/>
                </a:moveTo>
                <a:lnTo>
                  <a:pt x="1261667" y="2234080"/>
                </a:lnTo>
                <a:lnTo>
                  <a:pt x="1267034" y="2230309"/>
                </a:lnTo>
                <a:lnTo>
                  <a:pt x="1272083" y="2226451"/>
                </a:lnTo>
                <a:lnTo>
                  <a:pt x="1272992" y="2224935"/>
                </a:lnTo>
                <a:lnTo>
                  <a:pt x="1276852" y="2211948"/>
                </a:lnTo>
                <a:lnTo>
                  <a:pt x="1273825" y="2211432"/>
                </a:lnTo>
                <a:lnTo>
                  <a:pt x="1267599" y="2220383"/>
                </a:lnTo>
                <a:lnTo>
                  <a:pt x="1267861" y="2220746"/>
                </a:lnTo>
                <a:lnTo>
                  <a:pt x="1267537" y="2220686"/>
                </a:lnTo>
                <a:lnTo>
                  <a:pt x="1267461" y="2220581"/>
                </a:lnTo>
                <a:close/>
                <a:moveTo>
                  <a:pt x="1265517" y="2217500"/>
                </a:moveTo>
                <a:lnTo>
                  <a:pt x="1265871" y="2217990"/>
                </a:lnTo>
                <a:lnTo>
                  <a:pt x="1267132" y="2216177"/>
                </a:lnTo>
                <a:close/>
                <a:moveTo>
                  <a:pt x="1257467" y="2234947"/>
                </a:moveTo>
                <a:lnTo>
                  <a:pt x="1259018" y="2235942"/>
                </a:lnTo>
                <a:lnTo>
                  <a:pt x="1261376" y="2234285"/>
                </a:lnTo>
                <a:lnTo>
                  <a:pt x="1259060" y="2232658"/>
                </a:lnTo>
                <a:close/>
                <a:moveTo>
                  <a:pt x="1789098" y="1044080"/>
                </a:moveTo>
                <a:lnTo>
                  <a:pt x="1787832" y="1047057"/>
                </a:lnTo>
                <a:lnTo>
                  <a:pt x="1788847" y="1045975"/>
                </a:lnTo>
                <a:close/>
                <a:moveTo>
                  <a:pt x="1791689" y="1037988"/>
                </a:moveTo>
                <a:lnTo>
                  <a:pt x="1790727" y="1040250"/>
                </a:lnTo>
                <a:lnTo>
                  <a:pt x="1790493" y="1041450"/>
                </a:lnTo>
                <a:lnTo>
                  <a:pt x="1790066" y="1044675"/>
                </a:lnTo>
                <a:lnTo>
                  <a:pt x="1790628" y="1044077"/>
                </a:lnTo>
                <a:lnTo>
                  <a:pt x="1793710" y="1036539"/>
                </a:lnTo>
                <a:close/>
                <a:moveTo>
                  <a:pt x="1284605" y="2173294"/>
                </a:moveTo>
                <a:lnTo>
                  <a:pt x="1287062" y="2171866"/>
                </a:lnTo>
                <a:lnTo>
                  <a:pt x="1285647" y="2171684"/>
                </a:lnTo>
                <a:close/>
                <a:moveTo>
                  <a:pt x="1801816" y="1015017"/>
                </a:moveTo>
                <a:lnTo>
                  <a:pt x="1797136" y="1027907"/>
                </a:lnTo>
                <a:lnTo>
                  <a:pt x="1796927" y="1029715"/>
                </a:lnTo>
                <a:lnTo>
                  <a:pt x="1796828" y="1030342"/>
                </a:lnTo>
                <a:lnTo>
                  <a:pt x="1798972" y="1030874"/>
                </a:lnTo>
                <a:close/>
                <a:moveTo>
                  <a:pt x="1794335" y="1031767"/>
                </a:moveTo>
                <a:lnTo>
                  <a:pt x="1791858" y="1037589"/>
                </a:lnTo>
                <a:lnTo>
                  <a:pt x="1793791" y="1036203"/>
                </a:lnTo>
                <a:close/>
                <a:moveTo>
                  <a:pt x="1762768" y="1102411"/>
                </a:moveTo>
                <a:lnTo>
                  <a:pt x="1762662" y="1105220"/>
                </a:lnTo>
                <a:lnTo>
                  <a:pt x="1762744" y="1105096"/>
                </a:lnTo>
                <a:lnTo>
                  <a:pt x="1763022" y="1102127"/>
                </a:lnTo>
                <a:close/>
                <a:moveTo>
                  <a:pt x="1769292" y="1087769"/>
                </a:moveTo>
                <a:lnTo>
                  <a:pt x="1769174" y="1090817"/>
                </a:lnTo>
                <a:lnTo>
                  <a:pt x="1768971" y="1092620"/>
                </a:lnTo>
                <a:lnTo>
                  <a:pt x="1776190" y="1078099"/>
                </a:lnTo>
                <a:lnTo>
                  <a:pt x="1776021" y="1073574"/>
                </a:lnTo>
                <a:close/>
                <a:moveTo>
                  <a:pt x="1252682" y="2244517"/>
                </a:moveTo>
                <a:lnTo>
                  <a:pt x="1255003" y="2246396"/>
                </a:lnTo>
                <a:lnTo>
                  <a:pt x="1261961" y="2251579"/>
                </a:lnTo>
                <a:lnTo>
                  <a:pt x="1264876" y="2248480"/>
                </a:lnTo>
                <a:lnTo>
                  <a:pt x="1253042" y="2244638"/>
                </a:lnTo>
                <a:close/>
                <a:moveTo>
                  <a:pt x="1231738" y="2291086"/>
                </a:moveTo>
                <a:lnTo>
                  <a:pt x="1231032" y="2292826"/>
                </a:lnTo>
                <a:lnTo>
                  <a:pt x="1232074" y="2291550"/>
                </a:lnTo>
                <a:close/>
                <a:moveTo>
                  <a:pt x="1765242" y="1096313"/>
                </a:moveTo>
                <a:lnTo>
                  <a:pt x="1765210" y="1097234"/>
                </a:lnTo>
                <a:lnTo>
                  <a:pt x="1766254" y="1096069"/>
                </a:lnTo>
                <a:lnTo>
                  <a:pt x="1766533" y="1093593"/>
                </a:lnTo>
                <a:close/>
                <a:moveTo>
                  <a:pt x="1802077" y="1013561"/>
                </a:moveTo>
                <a:lnTo>
                  <a:pt x="1797570" y="1024159"/>
                </a:lnTo>
                <a:lnTo>
                  <a:pt x="1797255" y="1026873"/>
                </a:lnTo>
                <a:lnTo>
                  <a:pt x="1802065" y="1013626"/>
                </a:lnTo>
                <a:close/>
                <a:moveTo>
                  <a:pt x="1806391" y="1003761"/>
                </a:moveTo>
                <a:lnTo>
                  <a:pt x="1805656" y="1021749"/>
                </a:lnTo>
                <a:lnTo>
                  <a:pt x="1813471" y="998980"/>
                </a:lnTo>
                <a:lnTo>
                  <a:pt x="1813908" y="997651"/>
                </a:lnTo>
                <a:lnTo>
                  <a:pt x="1813663" y="990999"/>
                </a:lnTo>
                <a:close/>
                <a:moveTo>
                  <a:pt x="1234332" y="2284695"/>
                </a:moveTo>
                <a:lnTo>
                  <a:pt x="1231814" y="2290900"/>
                </a:lnTo>
                <a:lnTo>
                  <a:pt x="1232185" y="2291414"/>
                </a:lnTo>
                <a:lnTo>
                  <a:pt x="1236420" y="2286226"/>
                </a:lnTo>
                <a:close/>
                <a:moveTo>
                  <a:pt x="1804621" y="1007577"/>
                </a:moveTo>
                <a:lnTo>
                  <a:pt x="1803904" y="1009263"/>
                </a:lnTo>
                <a:lnTo>
                  <a:pt x="1802315" y="1013641"/>
                </a:lnTo>
                <a:lnTo>
                  <a:pt x="1799213" y="1030935"/>
                </a:lnTo>
                <a:lnTo>
                  <a:pt x="1801500" y="1031503"/>
                </a:lnTo>
                <a:lnTo>
                  <a:pt x="1802950" y="1029636"/>
                </a:lnTo>
                <a:lnTo>
                  <a:pt x="1803825" y="1027085"/>
                </a:lnTo>
                <a:close/>
                <a:moveTo>
                  <a:pt x="1235701" y="2281322"/>
                </a:moveTo>
                <a:lnTo>
                  <a:pt x="1234363" y="2284620"/>
                </a:lnTo>
                <a:lnTo>
                  <a:pt x="1236470" y="2286166"/>
                </a:lnTo>
                <a:lnTo>
                  <a:pt x="1246965" y="2273310"/>
                </a:lnTo>
                <a:lnTo>
                  <a:pt x="1249085" y="2270488"/>
                </a:lnTo>
                <a:close/>
                <a:moveTo>
                  <a:pt x="1254469" y="2239138"/>
                </a:moveTo>
                <a:lnTo>
                  <a:pt x="1258710" y="2236158"/>
                </a:lnTo>
                <a:lnTo>
                  <a:pt x="1257255" y="2235252"/>
                </a:lnTo>
                <a:lnTo>
                  <a:pt x="1255056" y="2238414"/>
                </a:lnTo>
                <a:close/>
                <a:moveTo>
                  <a:pt x="1733995" y="1165355"/>
                </a:moveTo>
                <a:lnTo>
                  <a:pt x="1732862" y="1168142"/>
                </a:lnTo>
                <a:lnTo>
                  <a:pt x="1733271" y="1168771"/>
                </a:lnTo>
                <a:lnTo>
                  <a:pt x="1734655" y="1165962"/>
                </a:lnTo>
                <a:close/>
                <a:moveTo>
                  <a:pt x="1237320" y="2277331"/>
                </a:moveTo>
                <a:lnTo>
                  <a:pt x="1236461" y="2279448"/>
                </a:lnTo>
                <a:lnTo>
                  <a:pt x="1251502" y="2267274"/>
                </a:lnTo>
                <a:lnTo>
                  <a:pt x="1253524" y="2264585"/>
                </a:lnTo>
                <a:lnTo>
                  <a:pt x="1252561" y="2263779"/>
                </a:lnTo>
                <a:lnTo>
                  <a:pt x="1251155" y="2264616"/>
                </a:lnTo>
                <a:close/>
                <a:moveTo>
                  <a:pt x="1813505" y="986687"/>
                </a:moveTo>
                <a:lnTo>
                  <a:pt x="1808090" y="999421"/>
                </a:lnTo>
                <a:lnTo>
                  <a:pt x="1813617" y="989722"/>
                </a:lnTo>
                <a:close/>
                <a:moveTo>
                  <a:pt x="1239718" y="2271423"/>
                </a:moveTo>
                <a:lnTo>
                  <a:pt x="1238557" y="2274282"/>
                </a:lnTo>
                <a:lnTo>
                  <a:pt x="1245254" y="2268127"/>
                </a:lnTo>
                <a:close/>
                <a:moveTo>
                  <a:pt x="1271155" y="2200502"/>
                </a:moveTo>
                <a:lnTo>
                  <a:pt x="1271865" y="2201090"/>
                </a:lnTo>
                <a:lnTo>
                  <a:pt x="1274345" y="2199058"/>
                </a:lnTo>
                <a:lnTo>
                  <a:pt x="1271506" y="2200151"/>
                </a:lnTo>
                <a:close/>
                <a:moveTo>
                  <a:pt x="1283235" y="2173335"/>
                </a:moveTo>
                <a:lnTo>
                  <a:pt x="1283255" y="2173355"/>
                </a:lnTo>
                <a:lnTo>
                  <a:pt x="1283301" y="2173284"/>
                </a:lnTo>
                <a:close/>
                <a:moveTo>
                  <a:pt x="1244270" y="2260205"/>
                </a:moveTo>
                <a:lnTo>
                  <a:pt x="1239965" y="2270812"/>
                </a:lnTo>
                <a:lnTo>
                  <a:pt x="1246687" y="2266811"/>
                </a:lnTo>
                <a:lnTo>
                  <a:pt x="1251213" y="2262651"/>
                </a:lnTo>
                <a:lnTo>
                  <a:pt x="1250609" y="2262145"/>
                </a:lnTo>
                <a:close/>
                <a:moveTo>
                  <a:pt x="1245290" y="2257691"/>
                </a:moveTo>
                <a:lnTo>
                  <a:pt x="1244382" y="2259930"/>
                </a:lnTo>
                <a:lnTo>
                  <a:pt x="1250028" y="2261659"/>
                </a:lnTo>
                <a:close/>
                <a:moveTo>
                  <a:pt x="1278184" y="2184020"/>
                </a:moveTo>
                <a:lnTo>
                  <a:pt x="1278626" y="2184305"/>
                </a:lnTo>
                <a:lnTo>
                  <a:pt x="1278999" y="2184096"/>
                </a:lnTo>
                <a:close/>
                <a:moveTo>
                  <a:pt x="1827034" y="954873"/>
                </a:moveTo>
                <a:lnTo>
                  <a:pt x="1815130" y="982865"/>
                </a:lnTo>
                <a:lnTo>
                  <a:pt x="1815275" y="986812"/>
                </a:lnTo>
                <a:lnTo>
                  <a:pt x="1834374" y="953293"/>
                </a:lnTo>
                <a:lnTo>
                  <a:pt x="1835196" y="944338"/>
                </a:lnTo>
                <a:close/>
                <a:moveTo>
                  <a:pt x="1278494" y="2182733"/>
                </a:moveTo>
                <a:lnTo>
                  <a:pt x="1280755" y="2183114"/>
                </a:lnTo>
                <a:lnTo>
                  <a:pt x="1282436" y="2182173"/>
                </a:lnTo>
                <a:lnTo>
                  <a:pt x="1285834" y="2179217"/>
                </a:lnTo>
                <a:lnTo>
                  <a:pt x="1283454" y="2177723"/>
                </a:lnTo>
                <a:lnTo>
                  <a:pt x="1281074" y="2178749"/>
                </a:lnTo>
                <a:close/>
                <a:moveTo>
                  <a:pt x="1282239" y="2174103"/>
                </a:moveTo>
                <a:lnTo>
                  <a:pt x="1282617" y="2174340"/>
                </a:lnTo>
                <a:lnTo>
                  <a:pt x="1282859" y="2173967"/>
                </a:lnTo>
                <a:lnTo>
                  <a:pt x="1282651" y="2173786"/>
                </a:lnTo>
                <a:close/>
                <a:moveTo>
                  <a:pt x="1848550" y="905885"/>
                </a:moveTo>
                <a:lnTo>
                  <a:pt x="1848006" y="911196"/>
                </a:lnTo>
                <a:lnTo>
                  <a:pt x="1845454" y="933235"/>
                </a:lnTo>
                <a:lnTo>
                  <a:pt x="1849654" y="925628"/>
                </a:lnTo>
                <a:lnTo>
                  <a:pt x="1849279" y="915403"/>
                </a:lnTo>
                <a:close/>
                <a:moveTo>
                  <a:pt x="1796096" y="1023255"/>
                </a:moveTo>
                <a:lnTo>
                  <a:pt x="1795894" y="1024899"/>
                </a:lnTo>
                <a:lnTo>
                  <a:pt x="1796096" y="1023610"/>
                </a:lnTo>
                <a:close/>
                <a:moveTo>
                  <a:pt x="1836214" y="933250"/>
                </a:moveTo>
                <a:lnTo>
                  <a:pt x="1835829" y="934192"/>
                </a:lnTo>
                <a:lnTo>
                  <a:pt x="1827283" y="954288"/>
                </a:lnTo>
                <a:lnTo>
                  <a:pt x="1835224" y="944038"/>
                </a:lnTo>
                <a:close/>
                <a:moveTo>
                  <a:pt x="1732707" y="1164962"/>
                </a:moveTo>
                <a:lnTo>
                  <a:pt x="1732722" y="1165283"/>
                </a:lnTo>
                <a:lnTo>
                  <a:pt x="1733047" y="1164484"/>
                </a:lnTo>
                <a:lnTo>
                  <a:pt x="1732968" y="1164411"/>
                </a:lnTo>
                <a:close/>
                <a:moveTo>
                  <a:pt x="1251132" y="2243260"/>
                </a:moveTo>
                <a:lnTo>
                  <a:pt x="1251788" y="2243792"/>
                </a:lnTo>
                <a:lnTo>
                  <a:pt x="1265051" y="2248295"/>
                </a:lnTo>
                <a:lnTo>
                  <a:pt x="1265416" y="2247907"/>
                </a:lnTo>
                <a:lnTo>
                  <a:pt x="1267737" y="2241770"/>
                </a:lnTo>
                <a:lnTo>
                  <a:pt x="1258937" y="2236298"/>
                </a:lnTo>
                <a:lnTo>
                  <a:pt x="1253907" y="2239833"/>
                </a:lnTo>
                <a:close/>
                <a:moveTo>
                  <a:pt x="1798284" y="1017987"/>
                </a:moveTo>
                <a:lnTo>
                  <a:pt x="1797909" y="1021224"/>
                </a:lnTo>
                <a:lnTo>
                  <a:pt x="1802233" y="1011057"/>
                </a:lnTo>
                <a:close/>
                <a:moveTo>
                  <a:pt x="1250765" y="2243871"/>
                </a:moveTo>
                <a:lnTo>
                  <a:pt x="1247532" y="2252167"/>
                </a:lnTo>
                <a:lnTo>
                  <a:pt x="1245488" y="2257202"/>
                </a:lnTo>
                <a:lnTo>
                  <a:pt x="1251261" y="2262036"/>
                </a:lnTo>
                <a:lnTo>
                  <a:pt x="1251727" y="2262179"/>
                </a:lnTo>
                <a:lnTo>
                  <a:pt x="1253669" y="2260394"/>
                </a:lnTo>
                <a:lnTo>
                  <a:pt x="1261612" y="2251951"/>
                </a:lnTo>
                <a:close/>
                <a:moveTo>
                  <a:pt x="1837927" y="929062"/>
                </a:moveTo>
                <a:lnTo>
                  <a:pt x="1836596" y="932316"/>
                </a:lnTo>
                <a:lnTo>
                  <a:pt x="1835730" y="943385"/>
                </a:lnTo>
                <a:lnTo>
                  <a:pt x="1835855" y="943224"/>
                </a:lnTo>
                <a:lnTo>
                  <a:pt x="1835858" y="943485"/>
                </a:lnTo>
                <a:lnTo>
                  <a:pt x="1835707" y="943679"/>
                </a:lnTo>
                <a:lnTo>
                  <a:pt x="1835236" y="949702"/>
                </a:lnTo>
                <a:lnTo>
                  <a:pt x="1835011" y="952149"/>
                </a:lnTo>
                <a:lnTo>
                  <a:pt x="1835678" y="950941"/>
                </a:lnTo>
                <a:lnTo>
                  <a:pt x="1836876" y="941397"/>
                </a:lnTo>
                <a:close/>
                <a:moveTo>
                  <a:pt x="1232952" y="2283547"/>
                </a:moveTo>
                <a:lnTo>
                  <a:pt x="1233693" y="2284128"/>
                </a:lnTo>
                <a:lnTo>
                  <a:pt x="1234107" y="2284433"/>
                </a:lnTo>
                <a:lnTo>
                  <a:pt x="1235208" y="2281720"/>
                </a:lnTo>
                <a:close/>
                <a:moveTo>
                  <a:pt x="1792747" y="1029899"/>
                </a:moveTo>
                <a:lnTo>
                  <a:pt x="1791657" y="1035482"/>
                </a:lnTo>
                <a:lnTo>
                  <a:pt x="1793495" y="1031605"/>
                </a:lnTo>
                <a:lnTo>
                  <a:pt x="1794087" y="1030213"/>
                </a:lnTo>
                <a:close/>
                <a:moveTo>
                  <a:pt x="1763478" y="1094631"/>
                </a:moveTo>
                <a:lnTo>
                  <a:pt x="1763023" y="1095899"/>
                </a:lnTo>
                <a:lnTo>
                  <a:pt x="1763459" y="1094978"/>
                </a:lnTo>
                <a:close/>
                <a:moveTo>
                  <a:pt x="1254736" y="2233686"/>
                </a:moveTo>
                <a:lnTo>
                  <a:pt x="1254461" y="2234391"/>
                </a:lnTo>
                <a:lnTo>
                  <a:pt x="1254886" y="2233780"/>
                </a:lnTo>
                <a:close/>
                <a:moveTo>
                  <a:pt x="1772392" y="1074358"/>
                </a:moveTo>
                <a:lnTo>
                  <a:pt x="1771438" y="1078143"/>
                </a:lnTo>
                <a:lnTo>
                  <a:pt x="1775843" y="1068850"/>
                </a:lnTo>
                <a:lnTo>
                  <a:pt x="1775841" y="1068780"/>
                </a:lnTo>
                <a:lnTo>
                  <a:pt x="1775657" y="1068971"/>
                </a:lnTo>
                <a:lnTo>
                  <a:pt x="1774309" y="1070100"/>
                </a:lnTo>
                <a:close/>
                <a:moveTo>
                  <a:pt x="1769570" y="1080622"/>
                </a:moveTo>
                <a:lnTo>
                  <a:pt x="1769508" y="1082215"/>
                </a:lnTo>
                <a:lnTo>
                  <a:pt x="1770596" y="1079921"/>
                </a:lnTo>
                <a:lnTo>
                  <a:pt x="1771495" y="1076349"/>
                </a:lnTo>
                <a:close/>
                <a:moveTo>
                  <a:pt x="1765702" y="1089157"/>
                </a:moveTo>
                <a:lnTo>
                  <a:pt x="1765604" y="1090455"/>
                </a:lnTo>
                <a:lnTo>
                  <a:pt x="1767286" y="1086906"/>
                </a:lnTo>
                <a:lnTo>
                  <a:pt x="1767467" y="1085295"/>
                </a:lnTo>
                <a:lnTo>
                  <a:pt x="1766453" y="1087549"/>
                </a:lnTo>
                <a:close/>
                <a:moveTo>
                  <a:pt x="1255980" y="2230495"/>
                </a:moveTo>
                <a:lnTo>
                  <a:pt x="1254888" y="2233295"/>
                </a:lnTo>
                <a:lnTo>
                  <a:pt x="1255120" y="2233443"/>
                </a:lnTo>
                <a:lnTo>
                  <a:pt x="1256780" y="2231057"/>
                </a:lnTo>
                <a:close/>
                <a:moveTo>
                  <a:pt x="1256358" y="2229524"/>
                </a:moveTo>
                <a:lnTo>
                  <a:pt x="1256105" y="2230174"/>
                </a:lnTo>
                <a:lnTo>
                  <a:pt x="1256972" y="2230783"/>
                </a:lnTo>
                <a:lnTo>
                  <a:pt x="1263119" y="2221945"/>
                </a:lnTo>
                <a:close/>
                <a:moveTo>
                  <a:pt x="1763052" y="1094835"/>
                </a:moveTo>
                <a:lnTo>
                  <a:pt x="1763050" y="1094908"/>
                </a:lnTo>
                <a:lnTo>
                  <a:pt x="1763154" y="1094617"/>
                </a:lnTo>
                <a:close/>
                <a:moveTo>
                  <a:pt x="1847838" y="904835"/>
                </a:moveTo>
                <a:lnTo>
                  <a:pt x="1838557" y="927523"/>
                </a:lnTo>
                <a:lnTo>
                  <a:pt x="1836723" y="949048"/>
                </a:lnTo>
                <a:lnTo>
                  <a:pt x="1844309" y="935309"/>
                </a:lnTo>
                <a:close/>
                <a:moveTo>
                  <a:pt x="1792042" y="1029734"/>
                </a:moveTo>
                <a:lnTo>
                  <a:pt x="1791806" y="1031524"/>
                </a:lnTo>
                <a:lnTo>
                  <a:pt x="1792150" y="1029760"/>
                </a:lnTo>
                <a:close/>
                <a:moveTo>
                  <a:pt x="1793399" y="1026560"/>
                </a:moveTo>
                <a:lnTo>
                  <a:pt x="1792851" y="1029369"/>
                </a:lnTo>
                <a:lnTo>
                  <a:pt x="1793903" y="1029615"/>
                </a:lnTo>
                <a:lnTo>
                  <a:pt x="1794300" y="1029713"/>
                </a:lnTo>
                <a:lnTo>
                  <a:pt x="1794702" y="1028767"/>
                </a:lnTo>
                <a:lnTo>
                  <a:pt x="1795403" y="1023044"/>
                </a:lnTo>
                <a:close/>
                <a:moveTo>
                  <a:pt x="1259066" y="2222580"/>
                </a:moveTo>
                <a:lnTo>
                  <a:pt x="1256543" y="2229049"/>
                </a:lnTo>
                <a:lnTo>
                  <a:pt x="1263965" y="2220730"/>
                </a:lnTo>
                <a:lnTo>
                  <a:pt x="1265733" y="2218188"/>
                </a:lnTo>
                <a:lnTo>
                  <a:pt x="1265340" y="2217644"/>
                </a:lnTo>
                <a:lnTo>
                  <a:pt x="1259984" y="2222031"/>
                </a:lnTo>
                <a:close/>
                <a:moveTo>
                  <a:pt x="1792180" y="1028700"/>
                </a:moveTo>
                <a:lnTo>
                  <a:pt x="1792114" y="1029196"/>
                </a:lnTo>
                <a:lnTo>
                  <a:pt x="1792254" y="1029229"/>
                </a:lnTo>
                <a:lnTo>
                  <a:pt x="1792450" y="1028226"/>
                </a:lnTo>
                <a:close/>
                <a:moveTo>
                  <a:pt x="1773236" y="1070999"/>
                </a:moveTo>
                <a:lnTo>
                  <a:pt x="1772552" y="1073720"/>
                </a:lnTo>
                <a:lnTo>
                  <a:pt x="1774104" y="1070271"/>
                </a:lnTo>
                <a:close/>
                <a:moveTo>
                  <a:pt x="1797066" y="1017412"/>
                </a:moveTo>
                <a:lnTo>
                  <a:pt x="1796700" y="1018314"/>
                </a:lnTo>
                <a:lnTo>
                  <a:pt x="1796644" y="1018772"/>
                </a:lnTo>
                <a:lnTo>
                  <a:pt x="1796645" y="1019506"/>
                </a:lnTo>
                <a:lnTo>
                  <a:pt x="1796774" y="1019280"/>
                </a:lnTo>
                <a:close/>
                <a:moveTo>
                  <a:pt x="1763597" y="1092349"/>
                </a:moveTo>
                <a:lnTo>
                  <a:pt x="1763103" y="1093495"/>
                </a:lnTo>
                <a:lnTo>
                  <a:pt x="1763077" y="1094172"/>
                </a:lnTo>
                <a:lnTo>
                  <a:pt x="1763555" y="1093147"/>
                </a:lnTo>
                <a:close/>
                <a:moveTo>
                  <a:pt x="1793847" y="1024416"/>
                </a:moveTo>
                <a:lnTo>
                  <a:pt x="1795613" y="1021315"/>
                </a:lnTo>
                <a:lnTo>
                  <a:pt x="1795671" y="1020849"/>
                </a:lnTo>
                <a:lnTo>
                  <a:pt x="1795253" y="1021876"/>
                </a:lnTo>
                <a:close/>
                <a:moveTo>
                  <a:pt x="1767758" y="1082702"/>
                </a:moveTo>
                <a:lnTo>
                  <a:pt x="1765772" y="1088237"/>
                </a:lnTo>
                <a:lnTo>
                  <a:pt x="1765757" y="1088427"/>
                </a:lnTo>
                <a:lnTo>
                  <a:pt x="1767545" y="1084596"/>
                </a:lnTo>
                <a:close/>
                <a:moveTo>
                  <a:pt x="1279264" y="2176400"/>
                </a:moveTo>
                <a:lnTo>
                  <a:pt x="1280344" y="2175772"/>
                </a:lnTo>
                <a:lnTo>
                  <a:pt x="1280198" y="2175679"/>
                </a:lnTo>
                <a:close/>
                <a:moveTo>
                  <a:pt x="1266235" y="2205425"/>
                </a:moveTo>
                <a:lnTo>
                  <a:pt x="1266451" y="2205523"/>
                </a:lnTo>
                <a:lnTo>
                  <a:pt x="1269605" y="2202940"/>
                </a:lnTo>
                <a:lnTo>
                  <a:pt x="1269119" y="2202538"/>
                </a:lnTo>
                <a:close/>
                <a:moveTo>
                  <a:pt x="1231660" y="2282532"/>
                </a:moveTo>
                <a:lnTo>
                  <a:pt x="1232163" y="2282927"/>
                </a:lnTo>
                <a:lnTo>
                  <a:pt x="1235969" y="2279846"/>
                </a:lnTo>
                <a:lnTo>
                  <a:pt x="1236793" y="2277816"/>
                </a:lnTo>
                <a:close/>
                <a:moveTo>
                  <a:pt x="1772224" y="1071848"/>
                </a:moveTo>
                <a:lnTo>
                  <a:pt x="1772321" y="1072113"/>
                </a:lnTo>
                <a:lnTo>
                  <a:pt x="1769661" y="1078282"/>
                </a:lnTo>
                <a:lnTo>
                  <a:pt x="1769586" y="1080221"/>
                </a:lnTo>
                <a:lnTo>
                  <a:pt x="1770678" y="1077882"/>
                </a:lnTo>
                <a:lnTo>
                  <a:pt x="1771656" y="1075711"/>
                </a:lnTo>
                <a:lnTo>
                  <a:pt x="1772736" y="1071419"/>
                </a:lnTo>
                <a:close/>
                <a:moveTo>
                  <a:pt x="1253684" y="2232522"/>
                </a:moveTo>
                <a:lnTo>
                  <a:pt x="1254306" y="2232920"/>
                </a:lnTo>
                <a:lnTo>
                  <a:pt x="1255063" y="2230977"/>
                </a:lnTo>
                <a:close/>
                <a:moveTo>
                  <a:pt x="1805019" y="997827"/>
                </a:moveTo>
                <a:lnTo>
                  <a:pt x="1798864" y="1012985"/>
                </a:lnTo>
                <a:lnTo>
                  <a:pt x="1798482" y="1016282"/>
                </a:lnTo>
                <a:lnTo>
                  <a:pt x="1803016" y="1008326"/>
                </a:lnTo>
                <a:lnTo>
                  <a:pt x="1803853" y="1003657"/>
                </a:lnTo>
                <a:lnTo>
                  <a:pt x="1804042" y="1004012"/>
                </a:lnTo>
                <a:lnTo>
                  <a:pt x="1803384" y="1007680"/>
                </a:lnTo>
                <a:lnTo>
                  <a:pt x="1804511" y="1005701"/>
                </a:lnTo>
                <a:lnTo>
                  <a:pt x="1804717" y="1005216"/>
                </a:lnTo>
                <a:close/>
                <a:moveTo>
                  <a:pt x="1267157" y="2201825"/>
                </a:moveTo>
                <a:lnTo>
                  <a:pt x="1265838" y="2205207"/>
                </a:lnTo>
                <a:lnTo>
                  <a:pt x="1268756" y="2202237"/>
                </a:lnTo>
                <a:lnTo>
                  <a:pt x="1267909" y="2201535"/>
                </a:lnTo>
                <a:close/>
                <a:moveTo>
                  <a:pt x="1771335" y="1072593"/>
                </a:moveTo>
                <a:lnTo>
                  <a:pt x="1770184" y="1075942"/>
                </a:lnTo>
                <a:lnTo>
                  <a:pt x="1769700" y="1077289"/>
                </a:lnTo>
                <a:lnTo>
                  <a:pt x="1769691" y="1077532"/>
                </a:lnTo>
                <a:lnTo>
                  <a:pt x="1772094" y="1071956"/>
                </a:lnTo>
                <a:close/>
                <a:moveTo>
                  <a:pt x="1228908" y="2286820"/>
                </a:moveTo>
                <a:lnTo>
                  <a:pt x="1230257" y="2288745"/>
                </a:lnTo>
                <a:lnTo>
                  <a:pt x="1231602" y="2290607"/>
                </a:lnTo>
                <a:lnTo>
                  <a:pt x="1234077" y="2284508"/>
                </a:lnTo>
                <a:lnTo>
                  <a:pt x="1232864" y="2283618"/>
                </a:lnTo>
                <a:close/>
                <a:moveTo>
                  <a:pt x="1813176" y="977738"/>
                </a:moveTo>
                <a:lnTo>
                  <a:pt x="1806813" y="993407"/>
                </a:lnTo>
                <a:lnTo>
                  <a:pt x="1806502" y="1001018"/>
                </a:lnTo>
                <a:lnTo>
                  <a:pt x="1807455" y="998779"/>
                </a:lnTo>
                <a:lnTo>
                  <a:pt x="1808028" y="997200"/>
                </a:lnTo>
                <a:lnTo>
                  <a:pt x="1811977" y="985847"/>
                </a:lnTo>
                <a:lnTo>
                  <a:pt x="1812035" y="986012"/>
                </a:lnTo>
                <a:lnTo>
                  <a:pt x="1808215" y="996993"/>
                </a:lnTo>
                <a:lnTo>
                  <a:pt x="1813433" y="984722"/>
                </a:lnTo>
                <a:close/>
                <a:moveTo>
                  <a:pt x="1783835" y="1043343"/>
                </a:moveTo>
                <a:lnTo>
                  <a:pt x="1789757" y="1039096"/>
                </a:lnTo>
                <a:lnTo>
                  <a:pt x="1790815" y="1031095"/>
                </a:lnTo>
                <a:close/>
                <a:moveTo>
                  <a:pt x="1273823" y="2184725"/>
                </a:moveTo>
                <a:lnTo>
                  <a:pt x="1273743" y="2184931"/>
                </a:lnTo>
                <a:lnTo>
                  <a:pt x="1274738" y="2185320"/>
                </a:lnTo>
                <a:close/>
                <a:moveTo>
                  <a:pt x="1782234" y="1046152"/>
                </a:moveTo>
                <a:lnTo>
                  <a:pt x="1782840" y="1052376"/>
                </a:lnTo>
                <a:lnTo>
                  <a:pt x="1784478" y="1050630"/>
                </a:lnTo>
                <a:lnTo>
                  <a:pt x="1789684" y="1039645"/>
                </a:lnTo>
                <a:lnTo>
                  <a:pt x="1789716" y="1039402"/>
                </a:lnTo>
                <a:lnTo>
                  <a:pt x="1783568" y="1043812"/>
                </a:lnTo>
                <a:close/>
                <a:moveTo>
                  <a:pt x="1769835" y="1073850"/>
                </a:moveTo>
                <a:lnTo>
                  <a:pt x="1769741" y="1076263"/>
                </a:lnTo>
                <a:lnTo>
                  <a:pt x="1770938" y="1072925"/>
                </a:lnTo>
                <a:close/>
                <a:moveTo>
                  <a:pt x="1817425" y="967274"/>
                </a:moveTo>
                <a:lnTo>
                  <a:pt x="1814795" y="973752"/>
                </a:lnTo>
                <a:lnTo>
                  <a:pt x="1815058" y="980900"/>
                </a:lnTo>
                <a:lnTo>
                  <a:pt x="1825022" y="957470"/>
                </a:lnTo>
                <a:close/>
                <a:moveTo>
                  <a:pt x="1752084" y="1113572"/>
                </a:moveTo>
                <a:lnTo>
                  <a:pt x="1750289" y="1121213"/>
                </a:lnTo>
                <a:lnTo>
                  <a:pt x="1751777" y="1118329"/>
                </a:lnTo>
                <a:lnTo>
                  <a:pt x="1752155" y="1117485"/>
                </a:lnTo>
                <a:lnTo>
                  <a:pt x="1752620" y="1113692"/>
                </a:lnTo>
                <a:close/>
                <a:moveTo>
                  <a:pt x="1752472" y="1112587"/>
                </a:moveTo>
                <a:lnTo>
                  <a:pt x="1752532" y="1112600"/>
                </a:lnTo>
                <a:lnTo>
                  <a:pt x="1752789" y="1112321"/>
                </a:lnTo>
                <a:lnTo>
                  <a:pt x="1752790" y="1112308"/>
                </a:lnTo>
                <a:close/>
                <a:moveTo>
                  <a:pt x="1275160" y="2181295"/>
                </a:moveTo>
                <a:lnTo>
                  <a:pt x="1274919" y="2181913"/>
                </a:lnTo>
                <a:lnTo>
                  <a:pt x="1275377" y="2182208"/>
                </a:lnTo>
                <a:lnTo>
                  <a:pt x="1277313" y="2182534"/>
                </a:lnTo>
                <a:lnTo>
                  <a:pt x="1279257" y="2179531"/>
                </a:lnTo>
                <a:lnTo>
                  <a:pt x="1275953" y="2180953"/>
                </a:lnTo>
                <a:lnTo>
                  <a:pt x="1276454" y="2181610"/>
                </a:lnTo>
                <a:lnTo>
                  <a:pt x="1276276" y="2181582"/>
                </a:lnTo>
                <a:lnTo>
                  <a:pt x="1275836" y="2181004"/>
                </a:lnTo>
                <a:close/>
                <a:moveTo>
                  <a:pt x="1763893" y="1086699"/>
                </a:moveTo>
                <a:lnTo>
                  <a:pt x="1763296" y="1088352"/>
                </a:lnTo>
                <a:lnTo>
                  <a:pt x="1763131" y="1092747"/>
                </a:lnTo>
                <a:lnTo>
                  <a:pt x="1763638" y="1091571"/>
                </a:lnTo>
                <a:close/>
                <a:moveTo>
                  <a:pt x="1228158" y="2285751"/>
                </a:moveTo>
                <a:lnTo>
                  <a:pt x="1228345" y="2286017"/>
                </a:lnTo>
                <a:lnTo>
                  <a:pt x="1232048" y="2283020"/>
                </a:lnTo>
                <a:lnTo>
                  <a:pt x="1231538" y="2282645"/>
                </a:lnTo>
                <a:close/>
                <a:moveTo>
                  <a:pt x="1242126" y="2254387"/>
                </a:moveTo>
                <a:lnTo>
                  <a:pt x="1244999" y="2256793"/>
                </a:lnTo>
                <a:lnTo>
                  <a:pt x="1249478" y="2245305"/>
                </a:lnTo>
                <a:close/>
                <a:moveTo>
                  <a:pt x="1264360" y="2204565"/>
                </a:moveTo>
                <a:lnTo>
                  <a:pt x="1265207" y="2204953"/>
                </a:lnTo>
                <a:lnTo>
                  <a:pt x="1266298" y="2202155"/>
                </a:lnTo>
                <a:lnTo>
                  <a:pt x="1265795" y="2202348"/>
                </a:lnTo>
                <a:close/>
                <a:moveTo>
                  <a:pt x="1766045" y="1080739"/>
                </a:moveTo>
                <a:lnTo>
                  <a:pt x="1765764" y="1081515"/>
                </a:lnTo>
                <a:lnTo>
                  <a:pt x="1765588" y="1086490"/>
                </a:lnTo>
                <a:lnTo>
                  <a:pt x="1765716" y="1085065"/>
                </a:lnTo>
                <a:close/>
                <a:moveTo>
                  <a:pt x="1262907" y="2206810"/>
                </a:moveTo>
                <a:lnTo>
                  <a:pt x="1264151" y="2206924"/>
                </a:lnTo>
                <a:lnTo>
                  <a:pt x="1264628" y="2206439"/>
                </a:lnTo>
                <a:lnTo>
                  <a:pt x="1264675" y="2206317"/>
                </a:lnTo>
                <a:lnTo>
                  <a:pt x="1263523" y="2205859"/>
                </a:lnTo>
                <a:close/>
                <a:moveTo>
                  <a:pt x="1767757" y="1075994"/>
                </a:moveTo>
                <a:lnTo>
                  <a:pt x="1766420" y="1079699"/>
                </a:lnTo>
                <a:lnTo>
                  <a:pt x="1765920" y="1086276"/>
                </a:lnTo>
                <a:lnTo>
                  <a:pt x="1767272" y="1083142"/>
                </a:lnTo>
                <a:lnTo>
                  <a:pt x="1767909" y="1081368"/>
                </a:lnTo>
                <a:lnTo>
                  <a:pt x="1768641" y="1074855"/>
                </a:lnTo>
                <a:close/>
                <a:moveTo>
                  <a:pt x="1261591" y="2208843"/>
                </a:moveTo>
                <a:lnTo>
                  <a:pt x="1262169" y="2208941"/>
                </a:lnTo>
                <a:lnTo>
                  <a:pt x="1262629" y="2208474"/>
                </a:lnTo>
                <a:lnTo>
                  <a:pt x="1261839" y="2208460"/>
                </a:lnTo>
                <a:close/>
                <a:moveTo>
                  <a:pt x="1766586" y="1077502"/>
                </a:moveTo>
                <a:lnTo>
                  <a:pt x="1766549" y="1077989"/>
                </a:lnTo>
                <a:lnTo>
                  <a:pt x="1766845" y="1077169"/>
                </a:lnTo>
                <a:close/>
                <a:moveTo>
                  <a:pt x="1260678" y="2210252"/>
                </a:moveTo>
                <a:lnTo>
                  <a:pt x="1261721" y="2209398"/>
                </a:lnTo>
                <a:lnTo>
                  <a:pt x="1261745" y="2209373"/>
                </a:lnTo>
                <a:lnTo>
                  <a:pt x="1261297" y="2209297"/>
                </a:lnTo>
                <a:close/>
                <a:moveTo>
                  <a:pt x="1773636" y="1061242"/>
                </a:moveTo>
                <a:lnTo>
                  <a:pt x="1775500" y="1059680"/>
                </a:lnTo>
                <a:lnTo>
                  <a:pt x="1775440" y="1058076"/>
                </a:lnTo>
                <a:close/>
                <a:moveTo>
                  <a:pt x="1238978" y="2258277"/>
                </a:moveTo>
                <a:lnTo>
                  <a:pt x="1243840" y="2259765"/>
                </a:lnTo>
                <a:lnTo>
                  <a:pt x="1244807" y="2257286"/>
                </a:lnTo>
                <a:lnTo>
                  <a:pt x="1241810" y="2254777"/>
                </a:lnTo>
                <a:close/>
                <a:moveTo>
                  <a:pt x="1765873" y="1078421"/>
                </a:moveTo>
                <a:lnTo>
                  <a:pt x="1765817" y="1080018"/>
                </a:lnTo>
                <a:lnTo>
                  <a:pt x="1766174" y="1079029"/>
                </a:lnTo>
                <a:lnTo>
                  <a:pt x="1766257" y="1077927"/>
                </a:lnTo>
                <a:close/>
                <a:moveTo>
                  <a:pt x="1748342" y="1117479"/>
                </a:moveTo>
                <a:lnTo>
                  <a:pt x="1748512" y="1123005"/>
                </a:lnTo>
                <a:lnTo>
                  <a:pt x="1748817" y="1122729"/>
                </a:lnTo>
                <a:lnTo>
                  <a:pt x="1750637" y="1114987"/>
                </a:lnTo>
                <a:close/>
                <a:moveTo>
                  <a:pt x="1765919" y="1077131"/>
                </a:moveTo>
                <a:lnTo>
                  <a:pt x="1765910" y="1077363"/>
                </a:lnTo>
                <a:lnTo>
                  <a:pt x="1766342" y="1076807"/>
                </a:lnTo>
                <a:lnTo>
                  <a:pt x="1766345" y="1076773"/>
                </a:lnTo>
                <a:close/>
                <a:moveTo>
                  <a:pt x="1271529" y="2184067"/>
                </a:moveTo>
                <a:lnTo>
                  <a:pt x="1273109" y="2184684"/>
                </a:lnTo>
                <a:lnTo>
                  <a:pt x="1273241" y="2184347"/>
                </a:lnTo>
                <a:lnTo>
                  <a:pt x="1272004" y="2183544"/>
                </a:lnTo>
                <a:close/>
                <a:moveTo>
                  <a:pt x="1748303" y="1116240"/>
                </a:moveTo>
                <a:lnTo>
                  <a:pt x="1748332" y="1117163"/>
                </a:lnTo>
                <a:lnTo>
                  <a:pt x="1750740" y="1114545"/>
                </a:lnTo>
                <a:lnTo>
                  <a:pt x="1750871" y="1113989"/>
                </a:lnTo>
                <a:close/>
                <a:moveTo>
                  <a:pt x="1224359" y="2289243"/>
                </a:moveTo>
                <a:lnTo>
                  <a:pt x="1228177" y="2286153"/>
                </a:lnTo>
                <a:lnTo>
                  <a:pt x="1227994" y="2285901"/>
                </a:lnTo>
                <a:close/>
                <a:moveTo>
                  <a:pt x="1262387" y="2203660"/>
                </a:moveTo>
                <a:lnTo>
                  <a:pt x="1263350" y="2204101"/>
                </a:lnTo>
                <a:lnTo>
                  <a:pt x="1264051" y="2203019"/>
                </a:lnTo>
                <a:close/>
                <a:moveTo>
                  <a:pt x="1763557" y="1081405"/>
                </a:moveTo>
                <a:lnTo>
                  <a:pt x="1763353" y="1086845"/>
                </a:lnTo>
                <a:lnTo>
                  <a:pt x="1763975" y="1085121"/>
                </a:lnTo>
                <a:lnTo>
                  <a:pt x="1764214" y="1080559"/>
                </a:lnTo>
                <a:close/>
                <a:moveTo>
                  <a:pt x="1797628" y="1004868"/>
                </a:moveTo>
                <a:lnTo>
                  <a:pt x="1797557" y="1005262"/>
                </a:lnTo>
                <a:lnTo>
                  <a:pt x="1797198" y="1007095"/>
                </a:lnTo>
                <a:lnTo>
                  <a:pt x="1797400" y="1006732"/>
                </a:lnTo>
                <a:close/>
                <a:moveTo>
                  <a:pt x="1250055" y="2230776"/>
                </a:moveTo>
                <a:lnTo>
                  <a:pt x="1246310" y="2239355"/>
                </a:lnTo>
                <a:lnTo>
                  <a:pt x="1249315" y="2241788"/>
                </a:lnTo>
                <a:lnTo>
                  <a:pt x="1252803" y="2236774"/>
                </a:lnTo>
                <a:lnTo>
                  <a:pt x="1254149" y="2233322"/>
                </a:lnTo>
                <a:lnTo>
                  <a:pt x="1253392" y="2232850"/>
                </a:lnTo>
                <a:lnTo>
                  <a:pt x="1251384" y="2235100"/>
                </a:lnTo>
                <a:lnTo>
                  <a:pt x="1251102" y="2235150"/>
                </a:lnTo>
                <a:lnTo>
                  <a:pt x="1253238" y="2232755"/>
                </a:lnTo>
                <a:close/>
                <a:moveTo>
                  <a:pt x="1251540" y="2227376"/>
                </a:moveTo>
                <a:lnTo>
                  <a:pt x="1250253" y="2230323"/>
                </a:lnTo>
                <a:lnTo>
                  <a:pt x="1253532" y="2232425"/>
                </a:lnTo>
                <a:lnTo>
                  <a:pt x="1255248" y="2230501"/>
                </a:lnTo>
                <a:lnTo>
                  <a:pt x="1255407" y="2230093"/>
                </a:lnTo>
                <a:close/>
                <a:moveTo>
                  <a:pt x="1251715" y="2226974"/>
                </a:moveTo>
                <a:lnTo>
                  <a:pt x="1251676" y="2227063"/>
                </a:lnTo>
                <a:lnTo>
                  <a:pt x="1255532" y="2229771"/>
                </a:lnTo>
                <a:lnTo>
                  <a:pt x="1258114" y="2223148"/>
                </a:lnTo>
                <a:lnTo>
                  <a:pt x="1255476" y="2224725"/>
                </a:lnTo>
                <a:lnTo>
                  <a:pt x="1255908" y="2224909"/>
                </a:lnTo>
                <a:lnTo>
                  <a:pt x="1255691" y="2224968"/>
                </a:lnTo>
                <a:lnTo>
                  <a:pt x="1255328" y="2224814"/>
                </a:lnTo>
                <a:close/>
                <a:moveTo>
                  <a:pt x="1259375" y="2209382"/>
                </a:moveTo>
                <a:lnTo>
                  <a:pt x="1258848" y="2210633"/>
                </a:lnTo>
                <a:lnTo>
                  <a:pt x="1258284" y="2211926"/>
                </a:lnTo>
                <a:lnTo>
                  <a:pt x="1259668" y="2209789"/>
                </a:lnTo>
                <a:close/>
                <a:moveTo>
                  <a:pt x="1259537" y="2208996"/>
                </a:moveTo>
                <a:lnTo>
                  <a:pt x="1259477" y="2209137"/>
                </a:lnTo>
                <a:lnTo>
                  <a:pt x="1259800" y="2209584"/>
                </a:lnTo>
                <a:lnTo>
                  <a:pt x="1260117" y="2209095"/>
                </a:lnTo>
                <a:close/>
                <a:moveTo>
                  <a:pt x="1259778" y="2208423"/>
                </a:moveTo>
                <a:lnTo>
                  <a:pt x="1259734" y="2208526"/>
                </a:lnTo>
                <a:lnTo>
                  <a:pt x="1260411" y="2208641"/>
                </a:lnTo>
                <a:lnTo>
                  <a:pt x="1260544" y="2208436"/>
                </a:lnTo>
                <a:close/>
                <a:moveTo>
                  <a:pt x="1751290" y="1107694"/>
                </a:moveTo>
                <a:lnTo>
                  <a:pt x="1750304" y="1110436"/>
                </a:lnTo>
                <a:lnTo>
                  <a:pt x="1752070" y="1108889"/>
                </a:lnTo>
                <a:lnTo>
                  <a:pt x="1752183" y="1108410"/>
                </a:lnTo>
                <a:close/>
                <a:moveTo>
                  <a:pt x="1261251" y="2204918"/>
                </a:moveTo>
                <a:lnTo>
                  <a:pt x="1260546" y="2206594"/>
                </a:lnTo>
                <a:lnTo>
                  <a:pt x="1261670" y="2206697"/>
                </a:lnTo>
                <a:lnTo>
                  <a:pt x="1262480" y="2205445"/>
                </a:lnTo>
                <a:lnTo>
                  <a:pt x="1262072" y="2205283"/>
                </a:lnTo>
                <a:close/>
                <a:moveTo>
                  <a:pt x="1848253" y="890301"/>
                </a:moveTo>
                <a:lnTo>
                  <a:pt x="1848759" y="896888"/>
                </a:lnTo>
                <a:lnTo>
                  <a:pt x="1849943" y="886662"/>
                </a:lnTo>
                <a:close/>
                <a:moveTo>
                  <a:pt x="1735504" y="1142446"/>
                </a:moveTo>
                <a:lnTo>
                  <a:pt x="1735401" y="1142753"/>
                </a:lnTo>
                <a:lnTo>
                  <a:pt x="1735973" y="1142129"/>
                </a:lnTo>
                <a:close/>
                <a:moveTo>
                  <a:pt x="1840261" y="907509"/>
                </a:moveTo>
                <a:lnTo>
                  <a:pt x="1838757" y="925171"/>
                </a:lnTo>
                <a:lnTo>
                  <a:pt x="1848000" y="903436"/>
                </a:lnTo>
                <a:lnTo>
                  <a:pt x="1848217" y="901565"/>
                </a:lnTo>
                <a:lnTo>
                  <a:pt x="1847480" y="891965"/>
                </a:lnTo>
                <a:close/>
                <a:moveTo>
                  <a:pt x="1763646" y="1079036"/>
                </a:moveTo>
                <a:lnTo>
                  <a:pt x="1763597" y="1080344"/>
                </a:lnTo>
                <a:lnTo>
                  <a:pt x="1764270" y="1079477"/>
                </a:lnTo>
                <a:lnTo>
                  <a:pt x="1764323" y="1078468"/>
                </a:lnTo>
                <a:close/>
                <a:moveTo>
                  <a:pt x="1741406" y="1128756"/>
                </a:moveTo>
                <a:lnTo>
                  <a:pt x="1741356" y="1129479"/>
                </a:lnTo>
                <a:lnTo>
                  <a:pt x="1741862" y="1129021"/>
                </a:lnTo>
                <a:close/>
                <a:moveTo>
                  <a:pt x="1268474" y="2187728"/>
                </a:moveTo>
                <a:lnTo>
                  <a:pt x="1267946" y="2188985"/>
                </a:lnTo>
                <a:lnTo>
                  <a:pt x="1270562" y="2187979"/>
                </a:lnTo>
                <a:close/>
                <a:moveTo>
                  <a:pt x="1268708" y="2187172"/>
                </a:moveTo>
                <a:lnTo>
                  <a:pt x="1268551" y="2187544"/>
                </a:lnTo>
                <a:lnTo>
                  <a:pt x="1270945" y="2187832"/>
                </a:lnTo>
                <a:lnTo>
                  <a:pt x="1271520" y="2187609"/>
                </a:lnTo>
                <a:lnTo>
                  <a:pt x="1268929" y="2186929"/>
                </a:lnTo>
                <a:close/>
                <a:moveTo>
                  <a:pt x="1838188" y="911972"/>
                </a:moveTo>
                <a:lnTo>
                  <a:pt x="1836794" y="929788"/>
                </a:lnTo>
                <a:lnTo>
                  <a:pt x="1838133" y="926637"/>
                </a:lnTo>
                <a:lnTo>
                  <a:pt x="1839652" y="908822"/>
                </a:lnTo>
                <a:close/>
                <a:moveTo>
                  <a:pt x="1833956" y="921085"/>
                </a:moveTo>
                <a:lnTo>
                  <a:pt x="1825283" y="947922"/>
                </a:lnTo>
                <a:lnTo>
                  <a:pt x="1817889" y="966131"/>
                </a:lnTo>
                <a:lnTo>
                  <a:pt x="1824849" y="957430"/>
                </a:lnTo>
                <a:lnTo>
                  <a:pt x="1825270" y="956885"/>
                </a:lnTo>
                <a:lnTo>
                  <a:pt x="1836461" y="930572"/>
                </a:lnTo>
                <a:lnTo>
                  <a:pt x="1836689" y="928084"/>
                </a:lnTo>
                <a:lnTo>
                  <a:pt x="1837902" y="912589"/>
                </a:lnTo>
                <a:close/>
                <a:moveTo>
                  <a:pt x="1259049" y="2208409"/>
                </a:moveTo>
                <a:lnTo>
                  <a:pt x="1259325" y="2208456"/>
                </a:lnTo>
                <a:lnTo>
                  <a:pt x="1259342" y="2208415"/>
                </a:lnTo>
                <a:close/>
                <a:moveTo>
                  <a:pt x="1807363" y="979957"/>
                </a:moveTo>
                <a:lnTo>
                  <a:pt x="1807168" y="984724"/>
                </a:lnTo>
                <a:lnTo>
                  <a:pt x="1810914" y="975499"/>
                </a:lnTo>
                <a:close/>
                <a:moveTo>
                  <a:pt x="1227088" y="2278941"/>
                </a:moveTo>
                <a:lnTo>
                  <a:pt x="1230539" y="2281652"/>
                </a:lnTo>
                <a:lnTo>
                  <a:pt x="1237970" y="2274822"/>
                </a:lnTo>
                <a:lnTo>
                  <a:pt x="1239168" y="2271750"/>
                </a:lnTo>
                <a:close/>
                <a:moveTo>
                  <a:pt x="1814406" y="963178"/>
                </a:moveTo>
                <a:lnTo>
                  <a:pt x="1814532" y="966591"/>
                </a:lnTo>
                <a:lnTo>
                  <a:pt x="1826430" y="937289"/>
                </a:lnTo>
                <a:close/>
                <a:moveTo>
                  <a:pt x="1266585" y="2189508"/>
                </a:moveTo>
                <a:lnTo>
                  <a:pt x="1267368" y="2189207"/>
                </a:lnTo>
                <a:lnTo>
                  <a:pt x="1267803" y="2188167"/>
                </a:lnTo>
                <a:close/>
                <a:moveTo>
                  <a:pt x="1807426" y="978208"/>
                </a:moveTo>
                <a:lnTo>
                  <a:pt x="1807426" y="978395"/>
                </a:lnTo>
                <a:lnTo>
                  <a:pt x="1807391" y="979258"/>
                </a:lnTo>
                <a:lnTo>
                  <a:pt x="1811447" y="974185"/>
                </a:lnTo>
                <a:lnTo>
                  <a:pt x="1812913" y="970576"/>
                </a:lnTo>
                <a:lnTo>
                  <a:pt x="1812771" y="966700"/>
                </a:lnTo>
                <a:close/>
                <a:moveTo>
                  <a:pt x="1739898" y="1129333"/>
                </a:moveTo>
                <a:lnTo>
                  <a:pt x="1739194" y="1131435"/>
                </a:lnTo>
                <a:lnTo>
                  <a:pt x="1739789" y="1130897"/>
                </a:lnTo>
                <a:close/>
                <a:moveTo>
                  <a:pt x="1801384" y="991217"/>
                </a:moveTo>
                <a:lnTo>
                  <a:pt x="1800166" y="1001736"/>
                </a:lnTo>
                <a:lnTo>
                  <a:pt x="1800519" y="1001099"/>
                </a:lnTo>
                <a:lnTo>
                  <a:pt x="1805373" y="989145"/>
                </a:lnTo>
                <a:lnTo>
                  <a:pt x="1805661" y="982093"/>
                </a:lnTo>
                <a:lnTo>
                  <a:pt x="1805567" y="982211"/>
                </a:lnTo>
                <a:close/>
                <a:moveTo>
                  <a:pt x="1799529" y="995213"/>
                </a:moveTo>
                <a:lnTo>
                  <a:pt x="1798322" y="1005066"/>
                </a:lnTo>
                <a:lnTo>
                  <a:pt x="1799264" y="1003366"/>
                </a:lnTo>
                <a:lnTo>
                  <a:pt x="1799416" y="1002395"/>
                </a:lnTo>
                <a:lnTo>
                  <a:pt x="1800486" y="993152"/>
                </a:lnTo>
                <a:close/>
                <a:moveTo>
                  <a:pt x="1741686" y="1124708"/>
                </a:moveTo>
                <a:lnTo>
                  <a:pt x="1741578" y="1126274"/>
                </a:lnTo>
                <a:lnTo>
                  <a:pt x="1742215" y="1126655"/>
                </a:lnTo>
                <a:lnTo>
                  <a:pt x="1742140" y="1124215"/>
                </a:lnTo>
                <a:close/>
                <a:moveTo>
                  <a:pt x="1796627" y="1001463"/>
                </a:moveTo>
                <a:lnTo>
                  <a:pt x="1796633" y="1006800"/>
                </a:lnTo>
                <a:lnTo>
                  <a:pt x="1798433" y="997572"/>
                </a:lnTo>
                <a:close/>
                <a:moveTo>
                  <a:pt x="1795045" y="1004870"/>
                </a:moveTo>
                <a:lnTo>
                  <a:pt x="1794397" y="1011929"/>
                </a:lnTo>
                <a:lnTo>
                  <a:pt x="1794358" y="1012227"/>
                </a:lnTo>
                <a:lnTo>
                  <a:pt x="1796081" y="1009113"/>
                </a:lnTo>
                <a:lnTo>
                  <a:pt x="1796075" y="1002652"/>
                </a:lnTo>
                <a:close/>
                <a:moveTo>
                  <a:pt x="1248256" y="2229043"/>
                </a:moveTo>
                <a:lnTo>
                  <a:pt x="1250111" y="2230231"/>
                </a:lnTo>
                <a:lnTo>
                  <a:pt x="1251400" y="2227279"/>
                </a:lnTo>
                <a:lnTo>
                  <a:pt x="1251311" y="2227216"/>
                </a:lnTo>
                <a:close/>
                <a:moveTo>
                  <a:pt x="1784615" y="1027996"/>
                </a:moveTo>
                <a:lnTo>
                  <a:pt x="1782935" y="1032855"/>
                </a:lnTo>
                <a:lnTo>
                  <a:pt x="1785510" y="1028205"/>
                </a:lnTo>
                <a:close/>
                <a:moveTo>
                  <a:pt x="1838285" y="907689"/>
                </a:moveTo>
                <a:lnTo>
                  <a:pt x="1836599" y="912904"/>
                </a:lnTo>
                <a:lnTo>
                  <a:pt x="1838133" y="909618"/>
                </a:lnTo>
                <a:close/>
                <a:moveTo>
                  <a:pt x="1742096" y="1122777"/>
                </a:moveTo>
                <a:lnTo>
                  <a:pt x="1741749" y="1123810"/>
                </a:lnTo>
                <a:lnTo>
                  <a:pt x="1741712" y="1124331"/>
                </a:lnTo>
                <a:lnTo>
                  <a:pt x="1742129" y="1123891"/>
                </a:lnTo>
                <a:close/>
                <a:moveTo>
                  <a:pt x="1786069" y="1023793"/>
                </a:moveTo>
                <a:lnTo>
                  <a:pt x="1784792" y="1027484"/>
                </a:lnTo>
                <a:lnTo>
                  <a:pt x="1785782" y="1027714"/>
                </a:lnTo>
                <a:lnTo>
                  <a:pt x="1792981" y="1014714"/>
                </a:lnTo>
                <a:lnTo>
                  <a:pt x="1793978" y="1007166"/>
                </a:lnTo>
                <a:lnTo>
                  <a:pt x="1787999" y="1020041"/>
                </a:lnTo>
                <a:close/>
                <a:moveTo>
                  <a:pt x="1238010" y="2250941"/>
                </a:moveTo>
                <a:lnTo>
                  <a:pt x="1241111" y="2253538"/>
                </a:lnTo>
                <a:lnTo>
                  <a:pt x="1241338" y="2253257"/>
                </a:lnTo>
                <a:lnTo>
                  <a:pt x="1247586" y="2244275"/>
                </a:lnTo>
                <a:lnTo>
                  <a:pt x="1241140" y="2248804"/>
                </a:lnTo>
                <a:close/>
                <a:moveTo>
                  <a:pt x="1290555" y="2132874"/>
                </a:moveTo>
                <a:lnTo>
                  <a:pt x="1290493" y="2133039"/>
                </a:lnTo>
                <a:lnTo>
                  <a:pt x="1291729" y="2132309"/>
                </a:lnTo>
                <a:lnTo>
                  <a:pt x="1291916" y="2131766"/>
                </a:lnTo>
                <a:close/>
                <a:moveTo>
                  <a:pt x="1784237" y="1027353"/>
                </a:moveTo>
                <a:lnTo>
                  <a:pt x="1784591" y="1027436"/>
                </a:lnTo>
                <a:lnTo>
                  <a:pt x="1785404" y="1025084"/>
                </a:lnTo>
                <a:close/>
                <a:moveTo>
                  <a:pt x="1292967" y="2127316"/>
                </a:moveTo>
                <a:lnTo>
                  <a:pt x="1293633" y="2126774"/>
                </a:lnTo>
                <a:lnTo>
                  <a:pt x="1293653" y="2126717"/>
                </a:lnTo>
                <a:lnTo>
                  <a:pt x="1293547" y="2126644"/>
                </a:lnTo>
                <a:close/>
                <a:moveTo>
                  <a:pt x="1783821" y="1028160"/>
                </a:moveTo>
                <a:lnTo>
                  <a:pt x="1782685" y="1032948"/>
                </a:lnTo>
                <a:lnTo>
                  <a:pt x="1784414" y="1027949"/>
                </a:lnTo>
                <a:lnTo>
                  <a:pt x="1783982" y="1027848"/>
                </a:lnTo>
                <a:close/>
                <a:moveTo>
                  <a:pt x="1224459" y="2280477"/>
                </a:moveTo>
                <a:lnTo>
                  <a:pt x="1227343" y="2284589"/>
                </a:lnTo>
                <a:lnTo>
                  <a:pt x="1230381" y="2281797"/>
                </a:lnTo>
                <a:lnTo>
                  <a:pt x="1227963" y="2280023"/>
                </a:lnTo>
                <a:lnTo>
                  <a:pt x="1226802" y="2279112"/>
                </a:lnTo>
                <a:lnTo>
                  <a:pt x="1226090" y="2279536"/>
                </a:lnTo>
                <a:close/>
                <a:moveTo>
                  <a:pt x="1840272" y="901541"/>
                </a:moveTo>
                <a:lnTo>
                  <a:pt x="1838600" y="906714"/>
                </a:lnTo>
                <a:lnTo>
                  <a:pt x="1838421" y="909005"/>
                </a:lnTo>
                <a:lnTo>
                  <a:pt x="1839907" y="905822"/>
                </a:lnTo>
                <a:close/>
                <a:moveTo>
                  <a:pt x="1283361" y="2148265"/>
                </a:moveTo>
                <a:lnTo>
                  <a:pt x="1283743" y="2148444"/>
                </a:lnTo>
                <a:lnTo>
                  <a:pt x="1283792" y="2148308"/>
                </a:lnTo>
                <a:close/>
                <a:moveTo>
                  <a:pt x="1781015" y="1033614"/>
                </a:moveTo>
                <a:lnTo>
                  <a:pt x="1781238" y="1035919"/>
                </a:lnTo>
                <a:lnTo>
                  <a:pt x="1782027" y="1034494"/>
                </a:lnTo>
                <a:lnTo>
                  <a:pt x="1783429" y="1028922"/>
                </a:lnTo>
                <a:close/>
                <a:moveTo>
                  <a:pt x="1801893" y="986823"/>
                </a:moveTo>
                <a:lnTo>
                  <a:pt x="1801828" y="987385"/>
                </a:lnTo>
                <a:lnTo>
                  <a:pt x="1802371" y="986223"/>
                </a:lnTo>
                <a:close/>
                <a:moveTo>
                  <a:pt x="1257015" y="2205727"/>
                </a:moveTo>
                <a:lnTo>
                  <a:pt x="1257436" y="2206310"/>
                </a:lnTo>
                <a:lnTo>
                  <a:pt x="1260119" y="2206555"/>
                </a:lnTo>
                <a:lnTo>
                  <a:pt x="1260873" y="2204749"/>
                </a:lnTo>
                <a:lnTo>
                  <a:pt x="1260262" y="2204478"/>
                </a:lnTo>
                <a:close/>
                <a:moveTo>
                  <a:pt x="1800606" y="988439"/>
                </a:moveTo>
                <a:lnTo>
                  <a:pt x="1800142" y="990998"/>
                </a:lnTo>
                <a:lnTo>
                  <a:pt x="1800931" y="989308"/>
                </a:lnTo>
                <a:lnTo>
                  <a:pt x="1801104" y="987813"/>
                </a:lnTo>
                <a:close/>
                <a:moveTo>
                  <a:pt x="1737032" y="1129763"/>
                </a:moveTo>
                <a:lnTo>
                  <a:pt x="1735658" y="1134458"/>
                </a:lnTo>
                <a:lnTo>
                  <a:pt x="1736393" y="1133969"/>
                </a:lnTo>
                <a:lnTo>
                  <a:pt x="1737621" y="1132858"/>
                </a:lnTo>
                <a:lnTo>
                  <a:pt x="1739390" y="1127582"/>
                </a:lnTo>
                <a:lnTo>
                  <a:pt x="1739161" y="1127449"/>
                </a:lnTo>
                <a:close/>
                <a:moveTo>
                  <a:pt x="1748027" y="1105080"/>
                </a:moveTo>
                <a:lnTo>
                  <a:pt x="1747743" y="1105926"/>
                </a:lnTo>
                <a:lnTo>
                  <a:pt x="1748073" y="1108794"/>
                </a:lnTo>
                <a:lnTo>
                  <a:pt x="1748160" y="1111624"/>
                </a:lnTo>
                <a:lnTo>
                  <a:pt x="1748788" y="1111764"/>
                </a:lnTo>
                <a:lnTo>
                  <a:pt x="1750126" y="1110592"/>
                </a:lnTo>
                <a:lnTo>
                  <a:pt x="1750206" y="1110389"/>
                </a:lnTo>
                <a:lnTo>
                  <a:pt x="1751201" y="1107623"/>
                </a:lnTo>
                <a:close/>
                <a:moveTo>
                  <a:pt x="1771531" y="1052042"/>
                </a:moveTo>
                <a:lnTo>
                  <a:pt x="1772801" y="1051158"/>
                </a:lnTo>
                <a:lnTo>
                  <a:pt x="1775030" y="1047132"/>
                </a:lnTo>
                <a:lnTo>
                  <a:pt x="1774964" y="1045371"/>
                </a:lnTo>
                <a:close/>
                <a:moveTo>
                  <a:pt x="1256091" y="2206188"/>
                </a:moveTo>
                <a:lnTo>
                  <a:pt x="1257137" y="2206283"/>
                </a:lnTo>
                <a:lnTo>
                  <a:pt x="1256796" y="2205811"/>
                </a:lnTo>
                <a:lnTo>
                  <a:pt x="1256661" y="2205863"/>
                </a:lnTo>
                <a:close/>
                <a:moveTo>
                  <a:pt x="1770614" y="1053824"/>
                </a:moveTo>
                <a:lnTo>
                  <a:pt x="1770560" y="1055203"/>
                </a:lnTo>
                <a:lnTo>
                  <a:pt x="1772456" y="1051780"/>
                </a:lnTo>
                <a:lnTo>
                  <a:pt x="1771204" y="1052678"/>
                </a:lnTo>
                <a:close/>
                <a:moveTo>
                  <a:pt x="1749063" y="1101987"/>
                </a:moveTo>
                <a:lnTo>
                  <a:pt x="1748768" y="1102867"/>
                </a:lnTo>
                <a:lnTo>
                  <a:pt x="1751874" y="1105751"/>
                </a:lnTo>
                <a:lnTo>
                  <a:pt x="1754288" y="1099038"/>
                </a:lnTo>
                <a:lnTo>
                  <a:pt x="1754343" y="1099204"/>
                </a:lnTo>
                <a:lnTo>
                  <a:pt x="1751960" y="1105831"/>
                </a:lnTo>
                <a:lnTo>
                  <a:pt x="1752640" y="1106463"/>
                </a:lnTo>
                <a:lnTo>
                  <a:pt x="1754454" y="1098745"/>
                </a:lnTo>
                <a:lnTo>
                  <a:pt x="1755097" y="1093502"/>
                </a:lnTo>
                <a:lnTo>
                  <a:pt x="1755144" y="1092246"/>
                </a:lnTo>
                <a:lnTo>
                  <a:pt x="1755131" y="1092263"/>
                </a:lnTo>
                <a:close/>
                <a:moveTo>
                  <a:pt x="1242497" y="2236267"/>
                </a:moveTo>
                <a:lnTo>
                  <a:pt x="1246176" y="2239246"/>
                </a:lnTo>
                <a:lnTo>
                  <a:pt x="1249912" y="2230687"/>
                </a:lnTo>
                <a:lnTo>
                  <a:pt x="1247752" y="2229343"/>
                </a:lnTo>
                <a:lnTo>
                  <a:pt x="1247123" y="2229719"/>
                </a:lnTo>
                <a:close/>
                <a:moveTo>
                  <a:pt x="1737903" y="1126786"/>
                </a:moveTo>
                <a:lnTo>
                  <a:pt x="1737238" y="1129059"/>
                </a:lnTo>
                <a:lnTo>
                  <a:pt x="1738904" y="1127299"/>
                </a:lnTo>
                <a:lnTo>
                  <a:pt x="1738646" y="1127149"/>
                </a:lnTo>
                <a:close/>
                <a:moveTo>
                  <a:pt x="1738722" y="1124635"/>
                </a:moveTo>
                <a:lnTo>
                  <a:pt x="1739436" y="1124995"/>
                </a:lnTo>
                <a:lnTo>
                  <a:pt x="1740120" y="1125403"/>
                </a:lnTo>
                <a:lnTo>
                  <a:pt x="1740184" y="1125210"/>
                </a:lnTo>
                <a:lnTo>
                  <a:pt x="1740321" y="1123234"/>
                </a:lnTo>
                <a:close/>
                <a:moveTo>
                  <a:pt x="1767997" y="1058910"/>
                </a:moveTo>
                <a:lnTo>
                  <a:pt x="1767915" y="1059980"/>
                </a:lnTo>
                <a:lnTo>
                  <a:pt x="1769392" y="1057314"/>
                </a:lnTo>
                <a:lnTo>
                  <a:pt x="1769439" y="1056108"/>
                </a:lnTo>
                <a:close/>
                <a:moveTo>
                  <a:pt x="1224131" y="2276619"/>
                </a:moveTo>
                <a:lnTo>
                  <a:pt x="1226752" y="2278677"/>
                </a:lnTo>
                <a:lnTo>
                  <a:pt x="1239403" y="2271147"/>
                </a:lnTo>
                <a:lnTo>
                  <a:pt x="1243733" y="2260040"/>
                </a:lnTo>
                <a:lnTo>
                  <a:pt x="1238778" y="2258524"/>
                </a:lnTo>
                <a:close/>
                <a:moveTo>
                  <a:pt x="1735380" y="1131557"/>
                </a:moveTo>
                <a:lnTo>
                  <a:pt x="1735305" y="1133250"/>
                </a:lnTo>
                <a:lnTo>
                  <a:pt x="1735996" y="1130888"/>
                </a:lnTo>
                <a:close/>
                <a:moveTo>
                  <a:pt x="1766455" y="1061907"/>
                </a:moveTo>
                <a:lnTo>
                  <a:pt x="1766428" y="1062666"/>
                </a:lnTo>
                <a:lnTo>
                  <a:pt x="1767573" y="1060599"/>
                </a:lnTo>
                <a:lnTo>
                  <a:pt x="1767650" y="1059584"/>
                </a:lnTo>
                <a:close/>
                <a:moveTo>
                  <a:pt x="1736958" y="1127598"/>
                </a:moveTo>
                <a:lnTo>
                  <a:pt x="1735503" y="1130892"/>
                </a:lnTo>
                <a:lnTo>
                  <a:pt x="1736214" y="1130140"/>
                </a:lnTo>
                <a:close/>
                <a:moveTo>
                  <a:pt x="1846690" y="881677"/>
                </a:moveTo>
                <a:lnTo>
                  <a:pt x="1840948" y="899447"/>
                </a:lnTo>
                <a:lnTo>
                  <a:pt x="1840517" y="904516"/>
                </a:lnTo>
                <a:lnTo>
                  <a:pt x="1847324" y="889933"/>
                </a:lnTo>
                <a:close/>
                <a:moveTo>
                  <a:pt x="1764511" y="1065683"/>
                </a:moveTo>
                <a:lnTo>
                  <a:pt x="1765027" y="1065028"/>
                </a:lnTo>
                <a:lnTo>
                  <a:pt x="1765047" y="1064642"/>
                </a:lnTo>
                <a:close/>
                <a:moveTo>
                  <a:pt x="1801785" y="981932"/>
                </a:moveTo>
                <a:lnTo>
                  <a:pt x="1800769" y="987538"/>
                </a:lnTo>
                <a:lnTo>
                  <a:pt x="1801198" y="987001"/>
                </a:lnTo>
                <a:close/>
                <a:moveTo>
                  <a:pt x="1796618" y="993444"/>
                </a:moveTo>
                <a:lnTo>
                  <a:pt x="1796623" y="998536"/>
                </a:lnTo>
                <a:lnTo>
                  <a:pt x="1799036" y="993369"/>
                </a:lnTo>
                <a:lnTo>
                  <a:pt x="1799464" y="989872"/>
                </a:lnTo>
                <a:close/>
                <a:moveTo>
                  <a:pt x="1240007" y="2239792"/>
                </a:moveTo>
                <a:lnTo>
                  <a:pt x="1248660" y="2242730"/>
                </a:lnTo>
                <a:lnTo>
                  <a:pt x="1248855" y="2242448"/>
                </a:lnTo>
                <a:lnTo>
                  <a:pt x="1245915" y="2240258"/>
                </a:lnTo>
                <a:lnTo>
                  <a:pt x="1245764" y="2240603"/>
                </a:lnTo>
                <a:lnTo>
                  <a:pt x="1245543" y="2240698"/>
                </a:lnTo>
                <a:lnTo>
                  <a:pt x="1245779" y="2240156"/>
                </a:lnTo>
                <a:lnTo>
                  <a:pt x="1241828" y="2237213"/>
                </a:lnTo>
                <a:close/>
                <a:moveTo>
                  <a:pt x="1222858" y="2278193"/>
                </a:moveTo>
                <a:lnTo>
                  <a:pt x="1224244" y="2280170"/>
                </a:lnTo>
                <a:lnTo>
                  <a:pt x="1226466" y="2278848"/>
                </a:lnTo>
                <a:lnTo>
                  <a:pt x="1223936" y="2276861"/>
                </a:lnTo>
                <a:close/>
                <a:moveTo>
                  <a:pt x="1796026" y="994188"/>
                </a:moveTo>
                <a:lnTo>
                  <a:pt x="1795382" y="1001196"/>
                </a:lnTo>
                <a:lnTo>
                  <a:pt x="1796072" y="999719"/>
                </a:lnTo>
                <a:lnTo>
                  <a:pt x="1796066" y="994139"/>
                </a:lnTo>
                <a:close/>
                <a:moveTo>
                  <a:pt x="1807435" y="968524"/>
                </a:moveTo>
                <a:lnTo>
                  <a:pt x="1807429" y="975389"/>
                </a:lnTo>
                <a:lnTo>
                  <a:pt x="1812678" y="964146"/>
                </a:lnTo>
                <a:lnTo>
                  <a:pt x="1812481" y="958806"/>
                </a:lnTo>
                <a:close/>
                <a:moveTo>
                  <a:pt x="1781201" y="1026642"/>
                </a:moveTo>
                <a:lnTo>
                  <a:pt x="1781976" y="1026824"/>
                </a:lnTo>
                <a:lnTo>
                  <a:pt x="1783451" y="1024035"/>
                </a:lnTo>
                <a:close/>
                <a:moveTo>
                  <a:pt x="1740749" y="1117054"/>
                </a:moveTo>
                <a:lnTo>
                  <a:pt x="1740060" y="1119412"/>
                </a:lnTo>
                <a:lnTo>
                  <a:pt x="1740347" y="1119160"/>
                </a:lnTo>
                <a:lnTo>
                  <a:pt x="1740651" y="1118472"/>
                </a:lnTo>
                <a:close/>
                <a:moveTo>
                  <a:pt x="1803030" y="977005"/>
                </a:moveTo>
                <a:lnTo>
                  <a:pt x="1801987" y="986015"/>
                </a:lnTo>
                <a:lnTo>
                  <a:pt x="1803143" y="984570"/>
                </a:lnTo>
                <a:lnTo>
                  <a:pt x="1805792" y="978896"/>
                </a:lnTo>
                <a:lnTo>
                  <a:pt x="1806111" y="971074"/>
                </a:lnTo>
                <a:close/>
                <a:moveTo>
                  <a:pt x="1780424" y="1027544"/>
                </a:moveTo>
                <a:lnTo>
                  <a:pt x="1780606" y="1029414"/>
                </a:lnTo>
                <a:lnTo>
                  <a:pt x="1781715" y="1027317"/>
                </a:lnTo>
                <a:lnTo>
                  <a:pt x="1780803" y="1027104"/>
                </a:lnTo>
                <a:close/>
                <a:moveTo>
                  <a:pt x="1801183" y="980563"/>
                </a:moveTo>
                <a:lnTo>
                  <a:pt x="1800464" y="987171"/>
                </a:lnTo>
                <a:lnTo>
                  <a:pt x="1801758" y="980536"/>
                </a:lnTo>
                <a:lnTo>
                  <a:pt x="1802060" y="978874"/>
                </a:lnTo>
                <a:close/>
                <a:moveTo>
                  <a:pt x="1735564" y="1127402"/>
                </a:moveTo>
                <a:lnTo>
                  <a:pt x="1735436" y="1130280"/>
                </a:lnTo>
                <a:lnTo>
                  <a:pt x="1737143" y="1126414"/>
                </a:lnTo>
                <a:lnTo>
                  <a:pt x="1736853" y="1126273"/>
                </a:lnTo>
                <a:close/>
                <a:moveTo>
                  <a:pt x="1780372" y="1027003"/>
                </a:moveTo>
                <a:lnTo>
                  <a:pt x="1780404" y="1027338"/>
                </a:lnTo>
                <a:lnTo>
                  <a:pt x="1780639" y="1027066"/>
                </a:lnTo>
                <a:close/>
                <a:moveTo>
                  <a:pt x="1231067" y="2255681"/>
                </a:moveTo>
                <a:lnTo>
                  <a:pt x="1234995" y="2257058"/>
                </a:lnTo>
                <a:lnTo>
                  <a:pt x="1237613" y="2257859"/>
                </a:lnTo>
                <a:lnTo>
                  <a:pt x="1240795" y="2253928"/>
                </a:lnTo>
                <a:lnTo>
                  <a:pt x="1237579" y="2251235"/>
                </a:lnTo>
                <a:close/>
                <a:moveTo>
                  <a:pt x="1796614" y="989088"/>
                </a:moveTo>
                <a:lnTo>
                  <a:pt x="1796618" y="992728"/>
                </a:lnTo>
                <a:lnTo>
                  <a:pt x="1799566" y="989042"/>
                </a:lnTo>
                <a:lnTo>
                  <a:pt x="1800431" y="981980"/>
                </a:lnTo>
                <a:close/>
                <a:moveTo>
                  <a:pt x="1218480" y="2283601"/>
                </a:moveTo>
                <a:lnTo>
                  <a:pt x="1223973" y="2280332"/>
                </a:lnTo>
                <a:lnTo>
                  <a:pt x="1222631" y="2278474"/>
                </a:lnTo>
                <a:close/>
                <a:moveTo>
                  <a:pt x="1234316" y="2247848"/>
                </a:moveTo>
                <a:lnTo>
                  <a:pt x="1237856" y="2250811"/>
                </a:lnTo>
                <a:lnTo>
                  <a:pt x="1247993" y="2243688"/>
                </a:lnTo>
                <a:lnTo>
                  <a:pt x="1248423" y="2243070"/>
                </a:lnTo>
                <a:lnTo>
                  <a:pt x="1239767" y="2240131"/>
                </a:lnTo>
                <a:close/>
                <a:moveTo>
                  <a:pt x="1852497" y="863281"/>
                </a:moveTo>
                <a:lnTo>
                  <a:pt x="1851605" y="866467"/>
                </a:lnTo>
                <a:lnTo>
                  <a:pt x="1847418" y="879426"/>
                </a:lnTo>
                <a:lnTo>
                  <a:pt x="1848097" y="888276"/>
                </a:lnTo>
                <a:lnTo>
                  <a:pt x="1850303" y="883553"/>
                </a:lnTo>
                <a:lnTo>
                  <a:pt x="1851343" y="874571"/>
                </a:lnTo>
                <a:close/>
                <a:moveTo>
                  <a:pt x="1239810" y="2234091"/>
                </a:moveTo>
                <a:lnTo>
                  <a:pt x="1242169" y="2236001"/>
                </a:lnTo>
                <a:lnTo>
                  <a:pt x="1246230" y="2230252"/>
                </a:lnTo>
                <a:close/>
                <a:moveTo>
                  <a:pt x="1735994" y="1122975"/>
                </a:moveTo>
                <a:lnTo>
                  <a:pt x="1739108" y="1120247"/>
                </a:lnTo>
                <a:lnTo>
                  <a:pt x="1740377" y="1115907"/>
                </a:lnTo>
                <a:lnTo>
                  <a:pt x="1736221" y="1122567"/>
                </a:lnTo>
                <a:close/>
                <a:moveTo>
                  <a:pt x="1790661" y="1000175"/>
                </a:moveTo>
                <a:lnTo>
                  <a:pt x="1795652" y="993935"/>
                </a:lnTo>
                <a:lnTo>
                  <a:pt x="1795991" y="990249"/>
                </a:lnTo>
                <a:close/>
                <a:moveTo>
                  <a:pt x="1740417" y="1112501"/>
                </a:moveTo>
                <a:lnTo>
                  <a:pt x="1741145" y="1111333"/>
                </a:lnTo>
                <a:lnTo>
                  <a:pt x="1741159" y="1111133"/>
                </a:lnTo>
                <a:lnTo>
                  <a:pt x="1741125" y="1111125"/>
                </a:lnTo>
                <a:close/>
                <a:moveTo>
                  <a:pt x="1277890" y="2147726"/>
                </a:moveTo>
                <a:lnTo>
                  <a:pt x="1279096" y="2149067"/>
                </a:lnTo>
                <a:lnTo>
                  <a:pt x="1282261" y="2148965"/>
                </a:lnTo>
                <a:lnTo>
                  <a:pt x="1280070" y="2147941"/>
                </a:lnTo>
                <a:lnTo>
                  <a:pt x="1278231" y="2147759"/>
                </a:lnTo>
                <a:lnTo>
                  <a:pt x="1278206" y="2147788"/>
                </a:lnTo>
                <a:lnTo>
                  <a:pt x="1278069" y="2147818"/>
                </a:lnTo>
                <a:lnTo>
                  <a:pt x="1278127" y="2147749"/>
                </a:lnTo>
                <a:close/>
                <a:moveTo>
                  <a:pt x="1275528" y="2152634"/>
                </a:moveTo>
                <a:lnTo>
                  <a:pt x="1276679" y="2153419"/>
                </a:lnTo>
                <a:lnTo>
                  <a:pt x="1279240" y="2153826"/>
                </a:lnTo>
                <a:lnTo>
                  <a:pt x="1277807" y="2152561"/>
                </a:lnTo>
                <a:close/>
                <a:moveTo>
                  <a:pt x="1764265" y="1057654"/>
                </a:moveTo>
                <a:lnTo>
                  <a:pt x="1763842" y="1061109"/>
                </a:lnTo>
                <a:lnTo>
                  <a:pt x="1765385" y="1058192"/>
                </a:lnTo>
                <a:lnTo>
                  <a:pt x="1765457" y="1056799"/>
                </a:lnTo>
                <a:close/>
                <a:moveTo>
                  <a:pt x="1229235" y="2255040"/>
                </a:moveTo>
                <a:lnTo>
                  <a:pt x="1230938" y="2255636"/>
                </a:lnTo>
                <a:lnTo>
                  <a:pt x="1232784" y="2254376"/>
                </a:lnTo>
                <a:lnTo>
                  <a:pt x="1237431" y="2251110"/>
                </a:lnTo>
                <a:lnTo>
                  <a:pt x="1234025" y="2248259"/>
                </a:lnTo>
                <a:close/>
                <a:moveTo>
                  <a:pt x="1779741" y="1020514"/>
                </a:moveTo>
                <a:lnTo>
                  <a:pt x="1780316" y="1026435"/>
                </a:lnTo>
                <a:lnTo>
                  <a:pt x="1781037" y="1026604"/>
                </a:lnTo>
                <a:lnTo>
                  <a:pt x="1783763" y="1023445"/>
                </a:lnTo>
                <a:lnTo>
                  <a:pt x="1785578" y="1020013"/>
                </a:lnTo>
                <a:lnTo>
                  <a:pt x="1788454" y="1007898"/>
                </a:lnTo>
                <a:lnTo>
                  <a:pt x="1788572" y="1008149"/>
                </a:lnTo>
                <a:lnTo>
                  <a:pt x="1785900" y="1019406"/>
                </a:lnTo>
                <a:lnTo>
                  <a:pt x="1794261" y="1003597"/>
                </a:lnTo>
                <a:lnTo>
                  <a:pt x="1794525" y="1003032"/>
                </a:lnTo>
                <a:lnTo>
                  <a:pt x="1795480" y="995807"/>
                </a:lnTo>
                <a:lnTo>
                  <a:pt x="1795577" y="994753"/>
                </a:lnTo>
                <a:lnTo>
                  <a:pt x="1789430" y="1002469"/>
                </a:lnTo>
                <a:close/>
                <a:moveTo>
                  <a:pt x="1226834" y="2258438"/>
                </a:moveTo>
                <a:lnTo>
                  <a:pt x="1230444" y="2255973"/>
                </a:lnTo>
                <a:lnTo>
                  <a:pt x="1228908" y="2255503"/>
                </a:lnTo>
                <a:close/>
                <a:moveTo>
                  <a:pt x="1771222" y="1038206"/>
                </a:moveTo>
                <a:lnTo>
                  <a:pt x="1770846" y="1047866"/>
                </a:lnTo>
                <a:lnTo>
                  <a:pt x="1774779" y="1040430"/>
                </a:lnTo>
                <a:lnTo>
                  <a:pt x="1774552" y="1034349"/>
                </a:lnTo>
                <a:close/>
                <a:moveTo>
                  <a:pt x="1219453" y="2273338"/>
                </a:moveTo>
                <a:lnTo>
                  <a:pt x="1222066" y="2277065"/>
                </a:lnTo>
                <a:lnTo>
                  <a:pt x="1222894" y="2276042"/>
                </a:lnTo>
                <a:close/>
                <a:moveTo>
                  <a:pt x="1763984" y="1052706"/>
                </a:moveTo>
                <a:lnTo>
                  <a:pt x="1763096" y="1055754"/>
                </a:lnTo>
                <a:lnTo>
                  <a:pt x="1763168" y="1057698"/>
                </a:lnTo>
                <a:close/>
                <a:moveTo>
                  <a:pt x="1771299" y="1036236"/>
                </a:moveTo>
                <a:lnTo>
                  <a:pt x="1771240" y="1037754"/>
                </a:lnTo>
                <a:lnTo>
                  <a:pt x="1774540" y="1034034"/>
                </a:lnTo>
                <a:lnTo>
                  <a:pt x="1774405" y="1030450"/>
                </a:lnTo>
                <a:close/>
                <a:moveTo>
                  <a:pt x="1272368" y="2152735"/>
                </a:moveTo>
                <a:lnTo>
                  <a:pt x="1276252" y="2153351"/>
                </a:lnTo>
                <a:lnTo>
                  <a:pt x="1275186" y="2152645"/>
                </a:lnTo>
                <a:close/>
                <a:moveTo>
                  <a:pt x="1769324" y="1039914"/>
                </a:moveTo>
                <a:lnTo>
                  <a:pt x="1770104" y="1039033"/>
                </a:lnTo>
                <a:lnTo>
                  <a:pt x="1770128" y="1038416"/>
                </a:lnTo>
                <a:close/>
                <a:moveTo>
                  <a:pt x="1767083" y="1044088"/>
                </a:moveTo>
                <a:lnTo>
                  <a:pt x="1766683" y="1055418"/>
                </a:lnTo>
                <a:lnTo>
                  <a:pt x="1766950" y="1055233"/>
                </a:lnTo>
                <a:lnTo>
                  <a:pt x="1768152" y="1052960"/>
                </a:lnTo>
                <a:lnTo>
                  <a:pt x="1768202" y="1052299"/>
                </a:lnTo>
                <a:lnTo>
                  <a:pt x="1768369" y="1052548"/>
                </a:lnTo>
                <a:lnTo>
                  <a:pt x="1769673" y="1050084"/>
                </a:lnTo>
                <a:lnTo>
                  <a:pt x="1770084" y="1039527"/>
                </a:lnTo>
                <a:lnTo>
                  <a:pt x="1769162" y="1040595"/>
                </a:lnTo>
                <a:lnTo>
                  <a:pt x="1768646" y="1041177"/>
                </a:lnTo>
                <a:close/>
                <a:moveTo>
                  <a:pt x="1766001" y="1046404"/>
                </a:moveTo>
                <a:lnTo>
                  <a:pt x="1765021" y="1051472"/>
                </a:lnTo>
                <a:lnTo>
                  <a:pt x="1764338" y="1057051"/>
                </a:lnTo>
                <a:lnTo>
                  <a:pt x="1765486" y="1056252"/>
                </a:lnTo>
                <a:close/>
                <a:moveTo>
                  <a:pt x="1764502" y="1049513"/>
                </a:moveTo>
                <a:lnTo>
                  <a:pt x="1762995" y="1053075"/>
                </a:lnTo>
                <a:lnTo>
                  <a:pt x="1763049" y="1054503"/>
                </a:lnTo>
                <a:close/>
                <a:moveTo>
                  <a:pt x="1273325" y="2149253"/>
                </a:moveTo>
                <a:lnTo>
                  <a:pt x="1273343" y="2149252"/>
                </a:lnTo>
                <a:lnTo>
                  <a:pt x="1273386" y="2149195"/>
                </a:lnTo>
                <a:lnTo>
                  <a:pt x="1273394" y="2149183"/>
                </a:lnTo>
                <a:close/>
                <a:moveTo>
                  <a:pt x="1233800" y="2237684"/>
                </a:moveTo>
                <a:lnTo>
                  <a:pt x="1239591" y="2239651"/>
                </a:lnTo>
                <a:lnTo>
                  <a:pt x="1241491" y="2236962"/>
                </a:lnTo>
                <a:lnTo>
                  <a:pt x="1238604" y="2234812"/>
                </a:lnTo>
                <a:close/>
                <a:moveTo>
                  <a:pt x="1751505" y="1078220"/>
                </a:moveTo>
                <a:lnTo>
                  <a:pt x="1755642" y="1075807"/>
                </a:lnTo>
                <a:lnTo>
                  <a:pt x="1755766" y="1075720"/>
                </a:lnTo>
                <a:lnTo>
                  <a:pt x="1756031" y="1068620"/>
                </a:lnTo>
                <a:close/>
                <a:moveTo>
                  <a:pt x="1263535" y="2170791"/>
                </a:moveTo>
                <a:lnTo>
                  <a:pt x="1263928" y="2171345"/>
                </a:lnTo>
                <a:lnTo>
                  <a:pt x="1264720" y="2170734"/>
                </a:lnTo>
                <a:close/>
                <a:moveTo>
                  <a:pt x="1806796" y="954291"/>
                </a:moveTo>
                <a:lnTo>
                  <a:pt x="1803653" y="971628"/>
                </a:lnTo>
                <a:lnTo>
                  <a:pt x="1803179" y="975724"/>
                </a:lnTo>
                <a:lnTo>
                  <a:pt x="1806146" y="970197"/>
                </a:lnTo>
                <a:close/>
                <a:moveTo>
                  <a:pt x="1770222" y="1035993"/>
                </a:moveTo>
                <a:lnTo>
                  <a:pt x="1768024" y="1041188"/>
                </a:lnTo>
                <a:lnTo>
                  <a:pt x="1768078" y="1041097"/>
                </a:lnTo>
                <a:lnTo>
                  <a:pt x="1770175" y="1037191"/>
                </a:lnTo>
                <a:close/>
                <a:moveTo>
                  <a:pt x="1774256" y="1026457"/>
                </a:moveTo>
                <a:lnTo>
                  <a:pt x="1771418" y="1033166"/>
                </a:lnTo>
                <a:lnTo>
                  <a:pt x="1771347" y="1035008"/>
                </a:lnTo>
                <a:lnTo>
                  <a:pt x="1774366" y="1029385"/>
                </a:lnTo>
                <a:close/>
                <a:moveTo>
                  <a:pt x="1779230" y="1015273"/>
                </a:moveTo>
                <a:lnTo>
                  <a:pt x="1779646" y="1019551"/>
                </a:lnTo>
                <a:lnTo>
                  <a:pt x="1787556" y="1004822"/>
                </a:lnTo>
                <a:close/>
                <a:moveTo>
                  <a:pt x="1242614" y="2215894"/>
                </a:moveTo>
                <a:lnTo>
                  <a:pt x="1247146" y="2217826"/>
                </a:lnTo>
                <a:lnTo>
                  <a:pt x="1250000" y="2218997"/>
                </a:lnTo>
                <a:lnTo>
                  <a:pt x="1257479" y="2212872"/>
                </a:lnTo>
                <a:lnTo>
                  <a:pt x="1259098" y="2208999"/>
                </a:lnTo>
                <a:lnTo>
                  <a:pt x="1259034" y="2208910"/>
                </a:lnTo>
                <a:lnTo>
                  <a:pt x="1255747" y="2208350"/>
                </a:lnTo>
                <a:lnTo>
                  <a:pt x="1255052" y="2208338"/>
                </a:lnTo>
                <a:lnTo>
                  <a:pt x="1252697" y="2208122"/>
                </a:lnTo>
                <a:lnTo>
                  <a:pt x="1246428" y="2211697"/>
                </a:lnTo>
                <a:close/>
                <a:moveTo>
                  <a:pt x="1217885" y="2271103"/>
                </a:moveTo>
                <a:lnTo>
                  <a:pt x="1218837" y="2272462"/>
                </a:lnTo>
                <a:lnTo>
                  <a:pt x="1223089" y="2275801"/>
                </a:lnTo>
                <a:lnTo>
                  <a:pt x="1237413" y="2258106"/>
                </a:lnTo>
                <a:lnTo>
                  <a:pt x="1230579" y="2256015"/>
                </a:lnTo>
                <a:lnTo>
                  <a:pt x="1226652" y="2258696"/>
                </a:lnTo>
                <a:lnTo>
                  <a:pt x="1217966" y="2270990"/>
                </a:lnTo>
                <a:close/>
                <a:moveTo>
                  <a:pt x="1217602" y="2271491"/>
                </a:moveTo>
                <a:lnTo>
                  <a:pt x="1217816" y="2271659"/>
                </a:lnTo>
                <a:lnTo>
                  <a:pt x="1217651" y="2271424"/>
                </a:lnTo>
                <a:close/>
                <a:moveTo>
                  <a:pt x="1796047" y="974948"/>
                </a:moveTo>
                <a:lnTo>
                  <a:pt x="1791852" y="984863"/>
                </a:lnTo>
                <a:lnTo>
                  <a:pt x="1796030" y="979976"/>
                </a:lnTo>
                <a:lnTo>
                  <a:pt x="1796045" y="980278"/>
                </a:lnTo>
                <a:lnTo>
                  <a:pt x="1791584" y="985498"/>
                </a:lnTo>
                <a:lnTo>
                  <a:pt x="1779671" y="1013658"/>
                </a:lnTo>
                <a:lnTo>
                  <a:pt x="1781859" y="1011181"/>
                </a:lnTo>
                <a:lnTo>
                  <a:pt x="1788803" y="1002500"/>
                </a:lnTo>
                <a:lnTo>
                  <a:pt x="1796061" y="988982"/>
                </a:lnTo>
                <a:close/>
                <a:moveTo>
                  <a:pt x="1766269" y="1041286"/>
                </a:moveTo>
                <a:lnTo>
                  <a:pt x="1765974" y="1043688"/>
                </a:lnTo>
                <a:lnTo>
                  <a:pt x="1766142" y="1043499"/>
                </a:lnTo>
                <a:lnTo>
                  <a:pt x="1766157" y="1043421"/>
                </a:lnTo>
                <a:close/>
                <a:moveTo>
                  <a:pt x="1797785" y="970708"/>
                </a:moveTo>
                <a:lnTo>
                  <a:pt x="1796599" y="973623"/>
                </a:lnTo>
                <a:lnTo>
                  <a:pt x="1796609" y="983525"/>
                </a:lnTo>
                <a:close/>
                <a:moveTo>
                  <a:pt x="1251620" y="2193563"/>
                </a:moveTo>
                <a:lnTo>
                  <a:pt x="1251858" y="2193576"/>
                </a:lnTo>
                <a:lnTo>
                  <a:pt x="1252131" y="2193275"/>
                </a:lnTo>
                <a:close/>
                <a:moveTo>
                  <a:pt x="1251124" y="2194384"/>
                </a:moveTo>
                <a:lnTo>
                  <a:pt x="1251650" y="2193805"/>
                </a:lnTo>
                <a:lnTo>
                  <a:pt x="1251413" y="2193793"/>
                </a:lnTo>
                <a:close/>
                <a:moveTo>
                  <a:pt x="1754752" y="1066438"/>
                </a:moveTo>
                <a:lnTo>
                  <a:pt x="1751988" y="1073748"/>
                </a:lnTo>
                <a:lnTo>
                  <a:pt x="1756173" y="1064876"/>
                </a:lnTo>
                <a:lnTo>
                  <a:pt x="1756207" y="1063973"/>
                </a:lnTo>
                <a:close/>
                <a:moveTo>
                  <a:pt x="1803447" y="956793"/>
                </a:moveTo>
                <a:lnTo>
                  <a:pt x="1798296" y="969450"/>
                </a:lnTo>
                <a:lnTo>
                  <a:pt x="1796613" y="987781"/>
                </a:lnTo>
                <a:lnTo>
                  <a:pt x="1796613" y="987952"/>
                </a:lnTo>
                <a:lnTo>
                  <a:pt x="1800611" y="980506"/>
                </a:lnTo>
                <a:lnTo>
                  <a:pt x="1802899" y="961819"/>
                </a:lnTo>
                <a:close/>
                <a:moveTo>
                  <a:pt x="1762797" y="1047769"/>
                </a:moveTo>
                <a:lnTo>
                  <a:pt x="1762877" y="1049907"/>
                </a:lnTo>
                <a:lnTo>
                  <a:pt x="1764648" y="1046906"/>
                </a:lnTo>
                <a:lnTo>
                  <a:pt x="1765078" y="1045995"/>
                </a:lnTo>
                <a:lnTo>
                  <a:pt x="1765238" y="1045017"/>
                </a:lnTo>
                <a:close/>
                <a:moveTo>
                  <a:pt x="1240072" y="2218169"/>
                </a:moveTo>
                <a:lnTo>
                  <a:pt x="1241615" y="2218848"/>
                </a:lnTo>
                <a:lnTo>
                  <a:pt x="1247260" y="2221242"/>
                </a:lnTo>
                <a:lnTo>
                  <a:pt x="1249904" y="2219077"/>
                </a:lnTo>
                <a:lnTo>
                  <a:pt x="1242488" y="2216033"/>
                </a:lnTo>
                <a:lnTo>
                  <a:pt x="1241925" y="2216653"/>
                </a:lnTo>
                <a:close/>
                <a:moveTo>
                  <a:pt x="1770433" y="1030564"/>
                </a:moveTo>
                <a:lnTo>
                  <a:pt x="1767328" y="1041224"/>
                </a:lnTo>
                <a:lnTo>
                  <a:pt x="1768007" y="1039784"/>
                </a:lnTo>
                <a:lnTo>
                  <a:pt x="1770284" y="1034404"/>
                </a:lnTo>
                <a:close/>
                <a:moveTo>
                  <a:pt x="1752994" y="1069416"/>
                </a:moveTo>
                <a:lnTo>
                  <a:pt x="1752154" y="1072783"/>
                </a:lnTo>
                <a:lnTo>
                  <a:pt x="1754196" y="1067380"/>
                </a:lnTo>
                <a:close/>
                <a:moveTo>
                  <a:pt x="1805194" y="952499"/>
                </a:moveTo>
                <a:lnTo>
                  <a:pt x="1803888" y="955709"/>
                </a:lnTo>
                <a:lnTo>
                  <a:pt x="1801335" y="979157"/>
                </a:lnTo>
                <a:lnTo>
                  <a:pt x="1802319" y="977326"/>
                </a:lnTo>
                <a:close/>
                <a:moveTo>
                  <a:pt x="1806840" y="948453"/>
                </a:moveTo>
                <a:lnTo>
                  <a:pt x="1806137" y="950180"/>
                </a:lnTo>
                <a:lnTo>
                  <a:pt x="1804148" y="967356"/>
                </a:lnTo>
                <a:lnTo>
                  <a:pt x="1806836" y="952524"/>
                </a:lnTo>
                <a:close/>
                <a:moveTo>
                  <a:pt x="1239582" y="2218570"/>
                </a:moveTo>
                <a:lnTo>
                  <a:pt x="1245473" y="2222706"/>
                </a:lnTo>
                <a:lnTo>
                  <a:pt x="1247139" y="2221342"/>
                </a:lnTo>
                <a:lnTo>
                  <a:pt x="1239931" y="2218284"/>
                </a:lnTo>
                <a:close/>
                <a:moveTo>
                  <a:pt x="1811666" y="936592"/>
                </a:moveTo>
                <a:lnTo>
                  <a:pt x="1807453" y="946945"/>
                </a:lnTo>
                <a:lnTo>
                  <a:pt x="1807435" y="967797"/>
                </a:lnTo>
                <a:lnTo>
                  <a:pt x="1810602" y="961901"/>
                </a:lnTo>
                <a:lnTo>
                  <a:pt x="1812463" y="958316"/>
                </a:lnTo>
                <a:close/>
                <a:moveTo>
                  <a:pt x="1740372" y="1096102"/>
                </a:moveTo>
                <a:lnTo>
                  <a:pt x="1740479" y="1096187"/>
                </a:lnTo>
                <a:lnTo>
                  <a:pt x="1741143" y="1095344"/>
                </a:lnTo>
                <a:close/>
                <a:moveTo>
                  <a:pt x="1772039" y="1025053"/>
                </a:moveTo>
                <a:lnTo>
                  <a:pt x="1771687" y="1026259"/>
                </a:lnTo>
                <a:lnTo>
                  <a:pt x="1771480" y="1031576"/>
                </a:lnTo>
                <a:lnTo>
                  <a:pt x="1774041" y="1025522"/>
                </a:lnTo>
                <a:close/>
                <a:moveTo>
                  <a:pt x="1749627" y="1075120"/>
                </a:moveTo>
                <a:lnTo>
                  <a:pt x="1749307" y="1079434"/>
                </a:lnTo>
                <a:lnTo>
                  <a:pt x="1750982" y="1075883"/>
                </a:lnTo>
                <a:lnTo>
                  <a:pt x="1751372" y="1074851"/>
                </a:lnTo>
                <a:lnTo>
                  <a:pt x="1752535" y="1070194"/>
                </a:lnTo>
                <a:close/>
                <a:moveTo>
                  <a:pt x="1249302" y="2194874"/>
                </a:moveTo>
                <a:lnTo>
                  <a:pt x="1249901" y="2195729"/>
                </a:lnTo>
                <a:lnTo>
                  <a:pt x="1250136" y="2195471"/>
                </a:lnTo>
                <a:lnTo>
                  <a:pt x="1250860" y="2193993"/>
                </a:lnTo>
                <a:close/>
                <a:moveTo>
                  <a:pt x="1772586" y="1023107"/>
                </a:moveTo>
                <a:lnTo>
                  <a:pt x="1772219" y="1024432"/>
                </a:lnTo>
                <a:lnTo>
                  <a:pt x="1772189" y="1024534"/>
                </a:lnTo>
                <a:lnTo>
                  <a:pt x="1774202" y="1025005"/>
                </a:lnTo>
                <a:lnTo>
                  <a:pt x="1774178" y="1024390"/>
                </a:lnTo>
                <a:lnTo>
                  <a:pt x="1773905" y="1021580"/>
                </a:lnTo>
                <a:close/>
                <a:moveTo>
                  <a:pt x="1771773" y="1024048"/>
                </a:moveTo>
                <a:lnTo>
                  <a:pt x="1771758" y="1024433"/>
                </a:lnTo>
                <a:lnTo>
                  <a:pt x="1771804" y="1024444"/>
                </a:lnTo>
                <a:lnTo>
                  <a:pt x="1771995" y="1023791"/>
                </a:lnTo>
                <a:close/>
                <a:moveTo>
                  <a:pt x="1745850" y="1081517"/>
                </a:moveTo>
                <a:lnTo>
                  <a:pt x="1749039" y="1079657"/>
                </a:lnTo>
                <a:lnTo>
                  <a:pt x="1749377" y="1075805"/>
                </a:lnTo>
                <a:lnTo>
                  <a:pt x="1749399" y="1075506"/>
                </a:lnTo>
                <a:close/>
                <a:moveTo>
                  <a:pt x="1773672" y="1019183"/>
                </a:moveTo>
                <a:lnTo>
                  <a:pt x="1773163" y="1021021"/>
                </a:lnTo>
                <a:lnTo>
                  <a:pt x="1773783" y="1020321"/>
                </a:lnTo>
                <a:close/>
                <a:moveTo>
                  <a:pt x="1738191" y="1098245"/>
                </a:moveTo>
                <a:lnTo>
                  <a:pt x="1737963" y="1099382"/>
                </a:lnTo>
                <a:lnTo>
                  <a:pt x="1739103" y="1097934"/>
                </a:lnTo>
                <a:lnTo>
                  <a:pt x="1738775" y="1097671"/>
                </a:lnTo>
                <a:close/>
                <a:moveTo>
                  <a:pt x="1806843" y="944081"/>
                </a:moveTo>
                <a:lnTo>
                  <a:pt x="1806246" y="949242"/>
                </a:lnTo>
                <a:lnTo>
                  <a:pt x="1806840" y="947781"/>
                </a:lnTo>
                <a:close/>
                <a:moveTo>
                  <a:pt x="1247717" y="2195769"/>
                </a:moveTo>
                <a:lnTo>
                  <a:pt x="1247292" y="2196739"/>
                </a:lnTo>
                <a:lnTo>
                  <a:pt x="1247521" y="2196844"/>
                </a:lnTo>
                <a:lnTo>
                  <a:pt x="1249624" y="2196034"/>
                </a:lnTo>
                <a:lnTo>
                  <a:pt x="1249687" y="2195965"/>
                </a:lnTo>
                <a:lnTo>
                  <a:pt x="1249015" y="2195036"/>
                </a:lnTo>
                <a:close/>
                <a:moveTo>
                  <a:pt x="1236217" y="2221324"/>
                </a:moveTo>
                <a:lnTo>
                  <a:pt x="1242072" y="2225078"/>
                </a:lnTo>
                <a:lnTo>
                  <a:pt x="1243940" y="2223962"/>
                </a:lnTo>
                <a:lnTo>
                  <a:pt x="1245204" y="2222927"/>
                </a:lnTo>
                <a:lnTo>
                  <a:pt x="1239313" y="2218791"/>
                </a:lnTo>
                <a:close/>
                <a:moveTo>
                  <a:pt x="1769902" y="1026212"/>
                </a:moveTo>
                <a:lnTo>
                  <a:pt x="1767224" y="1040073"/>
                </a:lnTo>
                <a:lnTo>
                  <a:pt x="1767220" y="1040182"/>
                </a:lnTo>
                <a:lnTo>
                  <a:pt x="1770496" y="1028936"/>
                </a:lnTo>
                <a:lnTo>
                  <a:pt x="1770635" y="1025365"/>
                </a:lnTo>
                <a:close/>
                <a:moveTo>
                  <a:pt x="1227019" y="2241738"/>
                </a:moveTo>
                <a:lnTo>
                  <a:pt x="1233992" y="2247576"/>
                </a:lnTo>
                <a:lnTo>
                  <a:pt x="1239351" y="2239990"/>
                </a:lnTo>
                <a:lnTo>
                  <a:pt x="1233351" y="2237952"/>
                </a:lnTo>
                <a:close/>
                <a:moveTo>
                  <a:pt x="1736659" y="1099749"/>
                </a:moveTo>
                <a:lnTo>
                  <a:pt x="1736676" y="1100284"/>
                </a:lnTo>
                <a:lnTo>
                  <a:pt x="1736852" y="1099560"/>
                </a:lnTo>
                <a:close/>
                <a:moveTo>
                  <a:pt x="1756453" y="1054918"/>
                </a:moveTo>
                <a:lnTo>
                  <a:pt x="1754307" y="1064038"/>
                </a:lnTo>
                <a:lnTo>
                  <a:pt x="1754694" y="1063767"/>
                </a:lnTo>
                <a:lnTo>
                  <a:pt x="1756319" y="1061016"/>
                </a:lnTo>
                <a:lnTo>
                  <a:pt x="1756551" y="1054808"/>
                </a:lnTo>
                <a:close/>
                <a:moveTo>
                  <a:pt x="1246580" y="2196412"/>
                </a:moveTo>
                <a:lnTo>
                  <a:pt x="1247108" y="2196654"/>
                </a:lnTo>
                <a:lnTo>
                  <a:pt x="1247422" y="2195936"/>
                </a:lnTo>
                <a:close/>
                <a:moveTo>
                  <a:pt x="1195109" y="2311643"/>
                </a:moveTo>
                <a:lnTo>
                  <a:pt x="1209924" y="2300599"/>
                </a:lnTo>
                <a:lnTo>
                  <a:pt x="1227165" y="2284753"/>
                </a:lnTo>
                <a:lnTo>
                  <a:pt x="1224190" y="2280632"/>
                </a:lnTo>
                <a:lnTo>
                  <a:pt x="1217984" y="2284214"/>
                </a:lnTo>
                <a:lnTo>
                  <a:pt x="1203648" y="2301925"/>
                </a:lnTo>
                <a:close/>
                <a:moveTo>
                  <a:pt x="1778292" y="1005622"/>
                </a:moveTo>
                <a:lnTo>
                  <a:pt x="1779071" y="1013633"/>
                </a:lnTo>
                <a:lnTo>
                  <a:pt x="1790374" y="986913"/>
                </a:lnTo>
                <a:lnTo>
                  <a:pt x="1786178" y="991822"/>
                </a:lnTo>
                <a:close/>
                <a:moveTo>
                  <a:pt x="1767820" y="1028623"/>
                </a:moveTo>
                <a:lnTo>
                  <a:pt x="1767550" y="1030827"/>
                </a:lnTo>
                <a:lnTo>
                  <a:pt x="1767317" y="1037415"/>
                </a:lnTo>
                <a:lnTo>
                  <a:pt x="1769362" y="1026838"/>
                </a:lnTo>
                <a:close/>
                <a:moveTo>
                  <a:pt x="1770780" y="1021643"/>
                </a:moveTo>
                <a:lnTo>
                  <a:pt x="1770708" y="1022049"/>
                </a:lnTo>
                <a:lnTo>
                  <a:pt x="1770311" y="1024095"/>
                </a:lnTo>
                <a:lnTo>
                  <a:pt x="1770424" y="1024121"/>
                </a:lnTo>
                <a:lnTo>
                  <a:pt x="1770696" y="1023813"/>
                </a:lnTo>
                <a:close/>
                <a:moveTo>
                  <a:pt x="1750189" y="1067517"/>
                </a:moveTo>
                <a:lnTo>
                  <a:pt x="1749860" y="1071957"/>
                </a:lnTo>
                <a:lnTo>
                  <a:pt x="1753731" y="1065400"/>
                </a:lnTo>
                <a:lnTo>
                  <a:pt x="1753837" y="1064977"/>
                </a:lnTo>
                <a:close/>
                <a:moveTo>
                  <a:pt x="1736582" y="1097217"/>
                </a:moveTo>
                <a:lnTo>
                  <a:pt x="1736602" y="1097886"/>
                </a:lnTo>
                <a:lnTo>
                  <a:pt x="1736966" y="1097405"/>
                </a:lnTo>
                <a:lnTo>
                  <a:pt x="1736987" y="1097588"/>
                </a:lnTo>
                <a:lnTo>
                  <a:pt x="1737436" y="1097148"/>
                </a:lnTo>
                <a:lnTo>
                  <a:pt x="1737547" y="1096687"/>
                </a:lnTo>
                <a:lnTo>
                  <a:pt x="1737364" y="1096541"/>
                </a:lnTo>
                <a:lnTo>
                  <a:pt x="1736779" y="1096882"/>
                </a:lnTo>
                <a:close/>
                <a:moveTo>
                  <a:pt x="1771790" y="1016998"/>
                </a:moveTo>
                <a:lnTo>
                  <a:pt x="1771796" y="1022569"/>
                </a:lnTo>
                <a:lnTo>
                  <a:pt x="1772623" y="1021632"/>
                </a:lnTo>
                <a:lnTo>
                  <a:pt x="1773588" y="1018320"/>
                </a:lnTo>
                <a:lnTo>
                  <a:pt x="1773217" y="1014503"/>
                </a:lnTo>
                <a:close/>
                <a:moveTo>
                  <a:pt x="1201638" y="2293442"/>
                </a:moveTo>
                <a:lnTo>
                  <a:pt x="1211871" y="2287536"/>
                </a:lnTo>
                <a:lnTo>
                  <a:pt x="1215190" y="2285559"/>
                </a:lnTo>
                <a:lnTo>
                  <a:pt x="1221827" y="2277361"/>
                </a:lnTo>
                <a:lnTo>
                  <a:pt x="1221350" y="2276699"/>
                </a:lnTo>
                <a:lnTo>
                  <a:pt x="1218431" y="2272536"/>
                </a:lnTo>
                <a:lnTo>
                  <a:pt x="1217420" y="2271742"/>
                </a:lnTo>
                <a:close/>
                <a:moveTo>
                  <a:pt x="1768363" y="1024193"/>
                </a:moveTo>
                <a:lnTo>
                  <a:pt x="1768041" y="1026817"/>
                </a:lnTo>
                <a:lnTo>
                  <a:pt x="1769736" y="1024898"/>
                </a:lnTo>
                <a:lnTo>
                  <a:pt x="1769808" y="1024532"/>
                </a:lnTo>
                <a:close/>
                <a:moveTo>
                  <a:pt x="1844534" y="853592"/>
                </a:moveTo>
                <a:lnTo>
                  <a:pt x="1842840" y="877239"/>
                </a:lnTo>
                <a:lnTo>
                  <a:pt x="1841467" y="893360"/>
                </a:lnTo>
                <a:lnTo>
                  <a:pt x="1846412" y="878057"/>
                </a:lnTo>
                <a:close/>
                <a:moveTo>
                  <a:pt x="1778882" y="1000359"/>
                </a:moveTo>
                <a:lnTo>
                  <a:pt x="1778067" y="1003306"/>
                </a:lnTo>
                <a:lnTo>
                  <a:pt x="1778229" y="1004974"/>
                </a:lnTo>
                <a:lnTo>
                  <a:pt x="1784869" y="993354"/>
                </a:lnTo>
                <a:close/>
                <a:moveTo>
                  <a:pt x="1200780" y="2294142"/>
                </a:moveTo>
                <a:lnTo>
                  <a:pt x="1200858" y="2294190"/>
                </a:lnTo>
                <a:lnTo>
                  <a:pt x="1200974" y="2294031"/>
                </a:lnTo>
                <a:close/>
                <a:moveTo>
                  <a:pt x="1768549" y="1022671"/>
                </a:moveTo>
                <a:lnTo>
                  <a:pt x="1768429" y="1023654"/>
                </a:lnTo>
                <a:lnTo>
                  <a:pt x="1769910" y="1024000"/>
                </a:lnTo>
                <a:lnTo>
                  <a:pt x="1770884" y="1018959"/>
                </a:lnTo>
                <a:lnTo>
                  <a:pt x="1770900" y="1018556"/>
                </a:lnTo>
                <a:close/>
                <a:moveTo>
                  <a:pt x="1729874" y="1109194"/>
                </a:moveTo>
                <a:lnTo>
                  <a:pt x="1729769" y="1109783"/>
                </a:lnTo>
                <a:lnTo>
                  <a:pt x="1729989" y="1109502"/>
                </a:lnTo>
                <a:lnTo>
                  <a:pt x="1730002" y="1109213"/>
                </a:lnTo>
                <a:close/>
                <a:moveTo>
                  <a:pt x="1777892" y="1001517"/>
                </a:moveTo>
                <a:lnTo>
                  <a:pt x="1778018" y="1002813"/>
                </a:lnTo>
                <a:lnTo>
                  <a:pt x="1778609" y="1000678"/>
                </a:lnTo>
                <a:close/>
                <a:moveTo>
                  <a:pt x="1767788" y="1024058"/>
                </a:moveTo>
                <a:lnTo>
                  <a:pt x="1767767" y="1024680"/>
                </a:lnTo>
                <a:lnTo>
                  <a:pt x="1767841" y="1024071"/>
                </a:lnTo>
                <a:close/>
                <a:moveTo>
                  <a:pt x="1763176" y="1033997"/>
                </a:moveTo>
                <a:lnTo>
                  <a:pt x="1762787" y="1047281"/>
                </a:lnTo>
                <a:lnTo>
                  <a:pt x="1765338" y="1044405"/>
                </a:lnTo>
                <a:lnTo>
                  <a:pt x="1765389" y="1044092"/>
                </a:lnTo>
                <a:lnTo>
                  <a:pt x="1766668" y="1033647"/>
                </a:lnTo>
                <a:lnTo>
                  <a:pt x="1766874" y="1029718"/>
                </a:lnTo>
                <a:close/>
                <a:moveTo>
                  <a:pt x="1808108" y="933158"/>
                </a:moveTo>
                <a:lnTo>
                  <a:pt x="1807460" y="938752"/>
                </a:lnTo>
                <a:lnTo>
                  <a:pt x="1807454" y="946273"/>
                </a:lnTo>
                <a:lnTo>
                  <a:pt x="1811643" y="935976"/>
                </a:lnTo>
                <a:lnTo>
                  <a:pt x="1811325" y="927330"/>
                </a:lnTo>
                <a:close/>
                <a:moveTo>
                  <a:pt x="1728853" y="1110457"/>
                </a:moveTo>
                <a:lnTo>
                  <a:pt x="1728911" y="1110871"/>
                </a:lnTo>
                <a:lnTo>
                  <a:pt x="1729207" y="1110496"/>
                </a:lnTo>
                <a:lnTo>
                  <a:pt x="1729424" y="1109366"/>
                </a:lnTo>
                <a:close/>
                <a:moveTo>
                  <a:pt x="1242787" y="2198665"/>
                </a:moveTo>
                <a:lnTo>
                  <a:pt x="1245154" y="2197754"/>
                </a:lnTo>
                <a:lnTo>
                  <a:pt x="1244623" y="2197518"/>
                </a:lnTo>
                <a:lnTo>
                  <a:pt x="1242867" y="2198510"/>
                </a:lnTo>
                <a:close/>
                <a:moveTo>
                  <a:pt x="1750635" y="1061475"/>
                </a:moveTo>
                <a:lnTo>
                  <a:pt x="1750237" y="1066871"/>
                </a:lnTo>
                <a:lnTo>
                  <a:pt x="1754023" y="1064236"/>
                </a:lnTo>
                <a:lnTo>
                  <a:pt x="1756111" y="1055867"/>
                </a:lnTo>
                <a:lnTo>
                  <a:pt x="1756291" y="1055101"/>
                </a:lnTo>
                <a:close/>
                <a:moveTo>
                  <a:pt x="1740662" y="1083651"/>
                </a:moveTo>
                <a:lnTo>
                  <a:pt x="1740147" y="1084843"/>
                </a:lnTo>
                <a:lnTo>
                  <a:pt x="1740456" y="1084662"/>
                </a:lnTo>
                <a:lnTo>
                  <a:pt x="1740476" y="1084579"/>
                </a:lnTo>
                <a:close/>
                <a:moveTo>
                  <a:pt x="1762318" y="1034990"/>
                </a:moveTo>
                <a:lnTo>
                  <a:pt x="1762365" y="1036234"/>
                </a:lnTo>
                <a:lnTo>
                  <a:pt x="1762404" y="1034891"/>
                </a:lnTo>
                <a:close/>
                <a:moveTo>
                  <a:pt x="1805908" y="937141"/>
                </a:moveTo>
                <a:lnTo>
                  <a:pt x="1803996" y="954713"/>
                </a:lnTo>
                <a:lnTo>
                  <a:pt x="1804596" y="953295"/>
                </a:lnTo>
                <a:lnTo>
                  <a:pt x="1805303" y="951559"/>
                </a:lnTo>
                <a:lnTo>
                  <a:pt x="1806848" y="938207"/>
                </a:lnTo>
                <a:lnTo>
                  <a:pt x="1806851" y="935434"/>
                </a:lnTo>
                <a:close/>
                <a:moveTo>
                  <a:pt x="1746539" y="1070059"/>
                </a:moveTo>
                <a:lnTo>
                  <a:pt x="1744867" y="1073927"/>
                </a:lnTo>
                <a:lnTo>
                  <a:pt x="1744704" y="1079449"/>
                </a:lnTo>
                <a:lnTo>
                  <a:pt x="1744821" y="1080466"/>
                </a:lnTo>
                <a:lnTo>
                  <a:pt x="1744964" y="1080249"/>
                </a:lnTo>
                <a:lnTo>
                  <a:pt x="1749632" y="1072343"/>
                </a:lnTo>
                <a:lnTo>
                  <a:pt x="1749978" y="1067664"/>
                </a:lnTo>
                <a:close/>
                <a:moveTo>
                  <a:pt x="1230163" y="2226278"/>
                </a:moveTo>
                <a:lnTo>
                  <a:pt x="1234368" y="2229684"/>
                </a:lnTo>
                <a:lnTo>
                  <a:pt x="1241471" y="2225437"/>
                </a:lnTo>
                <a:lnTo>
                  <a:pt x="1238442" y="2223555"/>
                </a:lnTo>
                <a:lnTo>
                  <a:pt x="1235666" y="2221775"/>
                </a:lnTo>
                <a:close/>
                <a:moveTo>
                  <a:pt x="1749885" y="1062321"/>
                </a:moveTo>
                <a:lnTo>
                  <a:pt x="1746918" y="1069184"/>
                </a:lnTo>
                <a:lnTo>
                  <a:pt x="1750027" y="1067018"/>
                </a:lnTo>
                <a:lnTo>
                  <a:pt x="1750418" y="1061720"/>
                </a:lnTo>
                <a:close/>
                <a:moveTo>
                  <a:pt x="1750475" y="1060957"/>
                </a:moveTo>
                <a:lnTo>
                  <a:pt x="1750305" y="1061348"/>
                </a:lnTo>
                <a:lnTo>
                  <a:pt x="1750458" y="1061176"/>
                </a:lnTo>
                <a:close/>
                <a:moveTo>
                  <a:pt x="1763236" y="1031969"/>
                </a:moveTo>
                <a:lnTo>
                  <a:pt x="1763227" y="1032264"/>
                </a:lnTo>
                <a:lnTo>
                  <a:pt x="1766961" y="1028039"/>
                </a:lnTo>
                <a:lnTo>
                  <a:pt x="1767110" y="1025189"/>
                </a:lnTo>
                <a:close/>
                <a:moveTo>
                  <a:pt x="1772810" y="1010322"/>
                </a:moveTo>
                <a:lnTo>
                  <a:pt x="1771789" y="1016015"/>
                </a:lnTo>
                <a:lnTo>
                  <a:pt x="1771789" y="1016241"/>
                </a:lnTo>
                <a:lnTo>
                  <a:pt x="1773154" y="1013854"/>
                </a:lnTo>
                <a:close/>
                <a:moveTo>
                  <a:pt x="1748744" y="1064108"/>
                </a:moveTo>
                <a:lnTo>
                  <a:pt x="1748712" y="1064196"/>
                </a:lnTo>
                <a:lnTo>
                  <a:pt x="1748767" y="1064072"/>
                </a:lnTo>
                <a:close/>
                <a:moveTo>
                  <a:pt x="1749047" y="1063266"/>
                </a:moveTo>
                <a:lnTo>
                  <a:pt x="1748990" y="1063424"/>
                </a:lnTo>
                <a:lnTo>
                  <a:pt x="1749001" y="1063542"/>
                </a:lnTo>
                <a:lnTo>
                  <a:pt x="1749200" y="1063093"/>
                </a:lnTo>
                <a:close/>
                <a:moveTo>
                  <a:pt x="1756715" y="1046032"/>
                </a:moveTo>
                <a:lnTo>
                  <a:pt x="1751135" y="1059430"/>
                </a:lnTo>
                <a:lnTo>
                  <a:pt x="1750715" y="1060401"/>
                </a:lnTo>
                <a:lnTo>
                  <a:pt x="1750675" y="1060931"/>
                </a:lnTo>
                <a:lnTo>
                  <a:pt x="1756451" y="1054422"/>
                </a:lnTo>
                <a:lnTo>
                  <a:pt x="1756587" y="1053840"/>
                </a:lnTo>
                <a:lnTo>
                  <a:pt x="1756798" y="1048236"/>
                </a:lnTo>
                <a:close/>
                <a:moveTo>
                  <a:pt x="1750629" y="1058868"/>
                </a:moveTo>
                <a:lnTo>
                  <a:pt x="1749349" y="1062426"/>
                </a:lnTo>
                <a:lnTo>
                  <a:pt x="1749642" y="1062097"/>
                </a:lnTo>
                <a:lnTo>
                  <a:pt x="1750541" y="1060066"/>
                </a:lnTo>
                <a:close/>
                <a:moveTo>
                  <a:pt x="1800336" y="947234"/>
                </a:moveTo>
                <a:lnTo>
                  <a:pt x="1798444" y="967836"/>
                </a:lnTo>
                <a:lnTo>
                  <a:pt x="1803561" y="955740"/>
                </a:lnTo>
                <a:lnTo>
                  <a:pt x="1805506" y="937870"/>
                </a:lnTo>
                <a:close/>
                <a:moveTo>
                  <a:pt x="1796492" y="954195"/>
                </a:moveTo>
                <a:lnTo>
                  <a:pt x="1796586" y="960709"/>
                </a:lnTo>
                <a:lnTo>
                  <a:pt x="1796598" y="972203"/>
                </a:lnTo>
                <a:lnTo>
                  <a:pt x="1797938" y="969033"/>
                </a:lnTo>
                <a:lnTo>
                  <a:pt x="1799861" y="948094"/>
                </a:lnTo>
                <a:close/>
                <a:moveTo>
                  <a:pt x="1184939" y="2323214"/>
                </a:moveTo>
                <a:lnTo>
                  <a:pt x="1189778" y="2319116"/>
                </a:lnTo>
                <a:lnTo>
                  <a:pt x="1207257" y="2303052"/>
                </a:lnTo>
                <a:lnTo>
                  <a:pt x="1193929" y="2312985"/>
                </a:lnTo>
                <a:close/>
                <a:moveTo>
                  <a:pt x="1224475" y="2234518"/>
                </a:moveTo>
                <a:lnTo>
                  <a:pt x="1225627" y="2234909"/>
                </a:lnTo>
                <a:lnTo>
                  <a:pt x="1233158" y="2230408"/>
                </a:lnTo>
                <a:lnTo>
                  <a:pt x="1229117" y="2227134"/>
                </a:lnTo>
                <a:lnTo>
                  <a:pt x="1227620" y="2228359"/>
                </a:lnTo>
                <a:close/>
                <a:moveTo>
                  <a:pt x="1755329" y="1045805"/>
                </a:moveTo>
                <a:lnTo>
                  <a:pt x="1750880" y="1058171"/>
                </a:lnTo>
                <a:lnTo>
                  <a:pt x="1750780" y="1059525"/>
                </a:lnTo>
                <a:lnTo>
                  <a:pt x="1754378" y="1051395"/>
                </a:lnTo>
                <a:lnTo>
                  <a:pt x="1756707" y="1045804"/>
                </a:lnTo>
                <a:lnTo>
                  <a:pt x="1756623" y="1043542"/>
                </a:lnTo>
                <a:close/>
                <a:moveTo>
                  <a:pt x="1223682" y="2236072"/>
                </a:moveTo>
                <a:lnTo>
                  <a:pt x="1225178" y="2235177"/>
                </a:lnTo>
                <a:lnTo>
                  <a:pt x="1224292" y="2234877"/>
                </a:lnTo>
                <a:close/>
                <a:moveTo>
                  <a:pt x="1771782" y="1008666"/>
                </a:moveTo>
                <a:lnTo>
                  <a:pt x="1771788" y="1014287"/>
                </a:lnTo>
                <a:lnTo>
                  <a:pt x="1772724" y="1009439"/>
                </a:lnTo>
                <a:lnTo>
                  <a:pt x="1772561" y="1007754"/>
                </a:lnTo>
                <a:close/>
                <a:moveTo>
                  <a:pt x="1806856" y="928425"/>
                </a:moveTo>
                <a:lnTo>
                  <a:pt x="1805971" y="936561"/>
                </a:lnTo>
                <a:lnTo>
                  <a:pt x="1806851" y="934968"/>
                </a:lnTo>
                <a:close/>
                <a:moveTo>
                  <a:pt x="1770010" y="1010737"/>
                </a:moveTo>
                <a:lnTo>
                  <a:pt x="1768668" y="1021704"/>
                </a:lnTo>
                <a:lnTo>
                  <a:pt x="1770932" y="1017742"/>
                </a:lnTo>
                <a:lnTo>
                  <a:pt x="1771262" y="1009274"/>
                </a:lnTo>
                <a:close/>
                <a:moveTo>
                  <a:pt x="1216307" y="2250511"/>
                </a:moveTo>
                <a:lnTo>
                  <a:pt x="1228822" y="2254895"/>
                </a:lnTo>
                <a:lnTo>
                  <a:pt x="1233701" y="2247988"/>
                </a:lnTo>
                <a:lnTo>
                  <a:pt x="1226564" y="2242011"/>
                </a:lnTo>
                <a:lnTo>
                  <a:pt x="1225896" y="2242410"/>
                </a:lnTo>
                <a:lnTo>
                  <a:pt x="1225409" y="2242763"/>
                </a:lnTo>
                <a:lnTo>
                  <a:pt x="1225310" y="2242760"/>
                </a:lnTo>
                <a:lnTo>
                  <a:pt x="1218506" y="2246826"/>
                </a:lnTo>
                <a:lnTo>
                  <a:pt x="1219657" y="2248331"/>
                </a:lnTo>
                <a:lnTo>
                  <a:pt x="1219496" y="2248305"/>
                </a:lnTo>
                <a:lnTo>
                  <a:pt x="1218409" y="2246884"/>
                </a:lnTo>
                <a:lnTo>
                  <a:pt x="1218049" y="2247099"/>
                </a:lnTo>
                <a:close/>
                <a:moveTo>
                  <a:pt x="1762684" y="1025367"/>
                </a:moveTo>
                <a:lnTo>
                  <a:pt x="1762026" y="1027195"/>
                </a:lnTo>
                <a:lnTo>
                  <a:pt x="1762234" y="1032738"/>
                </a:lnTo>
                <a:lnTo>
                  <a:pt x="1762480" y="1032321"/>
                </a:lnTo>
                <a:close/>
                <a:moveTo>
                  <a:pt x="1210811" y="2261017"/>
                </a:moveTo>
                <a:lnTo>
                  <a:pt x="1217629" y="2270739"/>
                </a:lnTo>
                <a:lnTo>
                  <a:pt x="1225657" y="2259376"/>
                </a:lnTo>
                <a:lnTo>
                  <a:pt x="1222828" y="2261307"/>
                </a:lnTo>
                <a:lnTo>
                  <a:pt x="1222651" y="2261294"/>
                </a:lnTo>
                <a:lnTo>
                  <a:pt x="1225839" y="2259118"/>
                </a:lnTo>
                <a:lnTo>
                  <a:pt x="1228484" y="2255374"/>
                </a:lnTo>
                <a:lnTo>
                  <a:pt x="1223348" y="2253801"/>
                </a:lnTo>
                <a:lnTo>
                  <a:pt x="1215950" y="2251210"/>
                </a:lnTo>
                <a:lnTo>
                  <a:pt x="1215590" y="2251913"/>
                </a:lnTo>
                <a:lnTo>
                  <a:pt x="1221191" y="2254091"/>
                </a:lnTo>
                <a:lnTo>
                  <a:pt x="1221031" y="2254140"/>
                </a:lnTo>
                <a:lnTo>
                  <a:pt x="1215543" y="2252006"/>
                </a:lnTo>
                <a:lnTo>
                  <a:pt x="1214756" y="2253549"/>
                </a:lnTo>
                <a:close/>
                <a:moveTo>
                  <a:pt x="1768184" y="1012830"/>
                </a:moveTo>
                <a:lnTo>
                  <a:pt x="1767819" y="1023188"/>
                </a:lnTo>
                <a:lnTo>
                  <a:pt x="1767985" y="1022898"/>
                </a:lnTo>
                <a:lnTo>
                  <a:pt x="1769386" y="1011464"/>
                </a:lnTo>
                <a:close/>
                <a:moveTo>
                  <a:pt x="1763498" y="1023055"/>
                </a:moveTo>
                <a:lnTo>
                  <a:pt x="1763497" y="1023060"/>
                </a:lnTo>
                <a:lnTo>
                  <a:pt x="1763264" y="1030991"/>
                </a:lnTo>
                <a:lnTo>
                  <a:pt x="1766349" y="1025761"/>
                </a:lnTo>
                <a:lnTo>
                  <a:pt x="1767154" y="1024352"/>
                </a:lnTo>
                <a:lnTo>
                  <a:pt x="1767177" y="1023915"/>
                </a:lnTo>
                <a:close/>
                <a:moveTo>
                  <a:pt x="1208892" y="2264650"/>
                </a:moveTo>
                <a:lnTo>
                  <a:pt x="1217278" y="2271236"/>
                </a:lnTo>
                <a:lnTo>
                  <a:pt x="1217399" y="2271064"/>
                </a:lnTo>
                <a:lnTo>
                  <a:pt x="1210614" y="2261390"/>
                </a:lnTo>
                <a:close/>
                <a:moveTo>
                  <a:pt x="1736394" y="1083239"/>
                </a:moveTo>
                <a:lnTo>
                  <a:pt x="1736168" y="1083831"/>
                </a:lnTo>
                <a:lnTo>
                  <a:pt x="1736269" y="1087104"/>
                </a:lnTo>
                <a:lnTo>
                  <a:pt x="1736432" y="1087009"/>
                </a:lnTo>
                <a:lnTo>
                  <a:pt x="1740439" y="1077426"/>
                </a:lnTo>
                <a:lnTo>
                  <a:pt x="1740395" y="1077041"/>
                </a:lnTo>
                <a:close/>
                <a:moveTo>
                  <a:pt x="1727968" y="1102021"/>
                </a:moveTo>
                <a:lnTo>
                  <a:pt x="1727801" y="1102843"/>
                </a:lnTo>
                <a:lnTo>
                  <a:pt x="1727855" y="1103237"/>
                </a:lnTo>
                <a:lnTo>
                  <a:pt x="1728448" y="1101741"/>
                </a:lnTo>
                <a:close/>
                <a:moveTo>
                  <a:pt x="1745184" y="1063286"/>
                </a:moveTo>
                <a:lnTo>
                  <a:pt x="1745176" y="1063324"/>
                </a:lnTo>
                <a:lnTo>
                  <a:pt x="1745089" y="1066305"/>
                </a:lnTo>
                <a:lnTo>
                  <a:pt x="1749196" y="1056486"/>
                </a:lnTo>
                <a:close/>
                <a:moveTo>
                  <a:pt x="1739555" y="1074922"/>
                </a:moveTo>
                <a:lnTo>
                  <a:pt x="1736757" y="1082282"/>
                </a:lnTo>
                <a:lnTo>
                  <a:pt x="1738137" y="1080207"/>
                </a:lnTo>
                <a:lnTo>
                  <a:pt x="1740363" y="1076759"/>
                </a:lnTo>
                <a:lnTo>
                  <a:pt x="1740108" y="1074537"/>
                </a:lnTo>
                <a:close/>
                <a:moveTo>
                  <a:pt x="1743229" y="1066601"/>
                </a:moveTo>
                <a:lnTo>
                  <a:pt x="1743506" y="1069013"/>
                </a:lnTo>
                <a:lnTo>
                  <a:pt x="1743615" y="1068887"/>
                </a:lnTo>
                <a:lnTo>
                  <a:pt x="1744341" y="1065262"/>
                </a:lnTo>
                <a:lnTo>
                  <a:pt x="1744383" y="1064644"/>
                </a:lnTo>
                <a:close/>
                <a:moveTo>
                  <a:pt x="1740012" y="1073718"/>
                </a:moveTo>
                <a:lnTo>
                  <a:pt x="1739872" y="1074090"/>
                </a:lnTo>
                <a:lnTo>
                  <a:pt x="1740042" y="1073971"/>
                </a:lnTo>
                <a:close/>
                <a:moveTo>
                  <a:pt x="1249276" y="2172209"/>
                </a:moveTo>
                <a:lnTo>
                  <a:pt x="1250612" y="2172857"/>
                </a:lnTo>
                <a:lnTo>
                  <a:pt x="1253699" y="2171271"/>
                </a:lnTo>
                <a:lnTo>
                  <a:pt x="1250336" y="2171435"/>
                </a:lnTo>
                <a:close/>
                <a:moveTo>
                  <a:pt x="1765729" y="1015624"/>
                </a:moveTo>
                <a:lnTo>
                  <a:pt x="1763654" y="1022537"/>
                </a:lnTo>
                <a:lnTo>
                  <a:pt x="1767206" y="1023368"/>
                </a:lnTo>
                <a:lnTo>
                  <a:pt x="1767730" y="1013346"/>
                </a:lnTo>
                <a:close/>
                <a:moveTo>
                  <a:pt x="1221381" y="2233466"/>
                </a:moveTo>
                <a:lnTo>
                  <a:pt x="1223996" y="2234355"/>
                </a:lnTo>
                <a:lnTo>
                  <a:pt x="1226652" y="2229152"/>
                </a:lnTo>
                <a:close/>
                <a:moveTo>
                  <a:pt x="1738749" y="1074872"/>
                </a:moveTo>
                <a:lnTo>
                  <a:pt x="1739203" y="1074557"/>
                </a:lnTo>
                <a:lnTo>
                  <a:pt x="1739342" y="1074204"/>
                </a:lnTo>
                <a:close/>
                <a:moveTo>
                  <a:pt x="1744589" y="1061679"/>
                </a:moveTo>
                <a:lnTo>
                  <a:pt x="1743551" y="1064410"/>
                </a:lnTo>
                <a:lnTo>
                  <a:pt x="1744513" y="1062780"/>
                </a:lnTo>
                <a:close/>
                <a:moveTo>
                  <a:pt x="1745578" y="1059079"/>
                </a:moveTo>
                <a:lnTo>
                  <a:pt x="1745277" y="1059869"/>
                </a:lnTo>
                <a:lnTo>
                  <a:pt x="1745253" y="1060703"/>
                </a:lnTo>
                <a:close/>
                <a:moveTo>
                  <a:pt x="1738776" y="1074150"/>
                </a:moveTo>
                <a:lnTo>
                  <a:pt x="1739773" y="1073114"/>
                </a:lnTo>
                <a:lnTo>
                  <a:pt x="1739906" y="1072780"/>
                </a:lnTo>
                <a:lnTo>
                  <a:pt x="1739853" y="1072324"/>
                </a:lnTo>
                <a:close/>
                <a:moveTo>
                  <a:pt x="1776553" y="989535"/>
                </a:moveTo>
                <a:lnTo>
                  <a:pt x="1777082" y="993184"/>
                </a:lnTo>
                <a:lnTo>
                  <a:pt x="1777854" y="1001128"/>
                </a:lnTo>
                <a:lnTo>
                  <a:pt x="1778774" y="1000082"/>
                </a:lnTo>
                <a:lnTo>
                  <a:pt x="1781625" y="989781"/>
                </a:lnTo>
                <a:lnTo>
                  <a:pt x="1781737" y="990045"/>
                </a:lnTo>
                <a:lnTo>
                  <a:pt x="1779044" y="999774"/>
                </a:lnTo>
                <a:lnTo>
                  <a:pt x="1781376" y="997122"/>
                </a:lnTo>
                <a:lnTo>
                  <a:pt x="1785421" y="992388"/>
                </a:lnTo>
                <a:lnTo>
                  <a:pt x="1786589" y="990344"/>
                </a:lnTo>
                <a:lnTo>
                  <a:pt x="1786718" y="990871"/>
                </a:lnTo>
                <a:lnTo>
                  <a:pt x="1790643" y="986279"/>
                </a:lnTo>
                <a:lnTo>
                  <a:pt x="1796045" y="973508"/>
                </a:lnTo>
                <a:lnTo>
                  <a:pt x="1796027" y="955038"/>
                </a:lnTo>
                <a:lnTo>
                  <a:pt x="1790285" y="965438"/>
                </a:lnTo>
                <a:close/>
                <a:moveTo>
                  <a:pt x="1761587" y="1022607"/>
                </a:moveTo>
                <a:lnTo>
                  <a:pt x="1761704" y="1023810"/>
                </a:lnTo>
                <a:lnTo>
                  <a:pt x="1762069" y="1022721"/>
                </a:lnTo>
                <a:close/>
                <a:moveTo>
                  <a:pt x="1763645" y="1017996"/>
                </a:moveTo>
                <a:lnTo>
                  <a:pt x="1763644" y="1018012"/>
                </a:lnTo>
                <a:lnTo>
                  <a:pt x="1763653" y="1017986"/>
                </a:lnTo>
                <a:close/>
                <a:moveTo>
                  <a:pt x="1771773" y="999658"/>
                </a:moveTo>
                <a:lnTo>
                  <a:pt x="1771782" y="1008037"/>
                </a:lnTo>
                <a:lnTo>
                  <a:pt x="1772508" y="1007210"/>
                </a:lnTo>
                <a:close/>
                <a:moveTo>
                  <a:pt x="1768008" y="1008031"/>
                </a:moveTo>
                <a:lnTo>
                  <a:pt x="1766048" y="1014561"/>
                </a:lnTo>
                <a:lnTo>
                  <a:pt x="1767769" y="1012603"/>
                </a:lnTo>
                <a:close/>
                <a:moveTo>
                  <a:pt x="1195132" y="2290695"/>
                </a:moveTo>
                <a:lnTo>
                  <a:pt x="1200606" y="2294036"/>
                </a:lnTo>
                <a:lnTo>
                  <a:pt x="1201233" y="2293675"/>
                </a:lnTo>
                <a:lnTo>
                  <a:pt x="1207942" y="2284451"/>
                </a:lnTo>
                <a:lnTo>
                  <a:pt x="1217099" y="2271490"/>
                </a:lnTo>
                <a:lnTo>
                  <a:pt x="1208745" y="2264927"/>
                </a:lnTo>
                <a:close/>
                <a:moveTo>
                  <a:pt x="1247450" y="2173540"/>
                </a:moveTo>
                <a:lnTo>
                  <a:pt x="1247918" y="2174241"/>
                </a:lnTo>
                <a:lnTo>
                  <a:pt x="1250261" y="2173037"/>
                </a:lnTo>
                <a:lnTo>
                  <a:pt x="1248988" y="2172419"/>
                </a:lnTo>
                <a:close/>
                <a:moveTo>
                  <a:pt x="1748778" y="1050661"/>
                </a:moveTo>
                <a:lnTo>
                  <a:pt x="1746524" y="1056591"/>
                </a:lnTo>
                <a:lnTo>
                  <a:pt x="1745683" y="1060797"/>
                </a:lnTo>
                <a:lnTo>
                  <a:pt x="1751560" y="1050833"/>
                </a:lnTo>
                <a:lnTo>
                  <a:pt x="1754309" y="1044259"/>
                </a:lnTo>
                <a:close/>
                <a:moveTo>
                  <a:pt x="1213326" y="2249466"/>
                </a:moveTo>
                <a:lnTo>
                  <a:pt x="1215829" y="2250344"/>
                </a:lnTo>
                <a:lnTo>
                  <a:pt x="1217238" y="2247584"/>
                </a:lnTo>
                <a:lnTo>
                  <a:pt x="1215593" y="2248568"/>
                </a:lnTo>
                <a:close/>
                <a:moveTo>
                  <a:pt x="1739447" y="1071367"/>
                </a:moveTo>
                <a:lnTo>
                  <a:pt x="1739695" y="1070948"/>
                </a:lnTo>
                <a:lnTo>
                  <a:pt x="1739686" y="1070870"/>
                </a:lnTo>
                <a:close/>
                <a:moveTo>
                  <a:pt x="1810485" y="912166"/>
                </a:moveTo>
                <a:lnTo>
                  <a:pt x="1810081" y="916128"/>
                </a:lnTo>
                <a:lnTo>
                  <a:pt x="1808176" y="932568"/>
                </a:lnTo>
                <a:lnTo>
                  <a:pt x="1811309" y="926893"/>
                </a:lnTo>
                <a:lnTo>
                  <a:pt x="1811029" y="919266"/>
                </a:lnTo>
                <a:close/>
                <a:moveTo>
                  <a:pt x="1771361" y="999711"/>
                </a:moveTo>
                <a:lnTo>
                  <a:pt x="1770108" y="1009941"/>
                </a:lnTo>
                <a:lnTo>
                  <a:pt x="1771288" y="1008599"/>
                </a:lnTo>
                <a:lnTo>
                  <a:pt x="1771368" y="1006559"/>
                </a:lnTo>
                <a:close/>
                <a:moveTo>
                  <a:pt x="1736013" y="1078833"/>
                </a:moveTo>
                <a:lnTo>
                  <a:pt x="1736122" y="1082342"/>
                </a:lnTo>
                <a:lnTo>
                  <a:pt x="1738869" y="1075401"/>
                </a:lnTo>
                <a:lnTo>
                  <a:pt x="1737460" y="1076382"/>
                </a:lnTo>
                <a:close/>
                <a:moveTo>
                  <a:pt x="1744740" y="1059258"/>
                </a:moveTo>
                <a:lnTo>
                  <a:pt x="1742881" y="1063573"/>
                </a:lnTo>
                <a:lnTo>
                  <a:pt x="1743031" y="1064879"/>
                </a:lnTo>
                <a:lnTo>
                  <a:pt x="1744166" y="1062011"/>
                </a:lnTo>
                <a:lnTo>
                  <a:pt x="1744656" y="1060722"/>
                </a:lnTo>
                <a:lnTo>
                  <a:pt x="1744727" y="1059695"/>
                </a:lnTo>
                <a:close/>
                <a:moveTo>
                  <a:pt x="1746238" y="1055783"/>
                </a:moveTo>
                <a:lnTo>
                  <a:pt x="1745336" y="1057875"/>
                </a:lnTo>
                <a:lnTo>
                  <a:pt x="1745303" y="1059021"/>
                </a:lnTo>
                <a:lnTo>
                  <a:pt x="1745908" y="1057427"/>
                </a:lnTo>
                <a:close/>
                <a:moveTo>
                  <a:pt x="1748112" y="1051433"/>
                </a:moveTo>
                <a:lnTo>
                  <a:pt x="1747074" y="1053841"/>
                </a:lnTo>
                <a:lnTo>
                  <a:pt x="1746854" y="1054939"/>
                </a:lnTo>
                <a:lnTo>
                  <a:pt x="1748247" y="1051275"/>
                </a:lnTo>
                <a:close/>
                <a:moveTo>
                  <a:pt x="1227978" y="2216042"/>
                </a:moveTo>
                <a:lnTo>
                  <a:pt x="1228798" y="2216568"/>
                </a:lnTo>
                <a:lnTo>
                  <a:pt x="1230843" y="2215402"/>
                </a:lnTo>
                <a:close/>
                <a:moveTo>
                  <a:pt x="1225182" y="2222244"/>
                </a:moveTo>
                <a:lnTo>
                  <a:pt x="1225250" y="2222299"/>
                </a:lnTo>
                <a:lnTo>
                  <a:pt x="1225494" y="2222099"/>
                </a:lnTo>
                <a:close/>
                <a:moveTo>
                  <a:pt x="1219237" y="2235221"/>
                </a:moveTo>
                <a:lnTo>
                  <a:pt x="1221681" y="2237269"/>
                </a:lnTo>
                <a:lnTo>
                  <a:pt x="1222871" y="2236557"/>
                </a:lnTo>
                <a:lnTo>
                  <a:pt x="1223812" y="2234714"/>
                </a:lnTo>
                <a:lnTo>
                  <a:pt x="1221016" y="2233764"/>
                </a:lnTo>
                <a:close/>
                <a:moveTo>
                  <a:pt x="1756214" y="1032626"/>
                </a:moveTo>
                <a:lnTo>
                  <a:pt x="1751283" y="1044072"/>
                </a:lnTo>
                <a:lnTo>
                  <a:pt x="1750144" y="1047069"/>
                </a:lnTo>
                <a:lnTo>
                  <a:pt x="1755821" y="1040646"/>
                </a:lnTo>
                <a:lnTo>
                  <a:pt x="1756457" y="1039123"/>
                </a:lnTo>
                <a:close/>
                <a:moveTo>
                  <a:pt x="1761433" y="1020511"/>
                </a:moveTo>
                <a:lnTo>
                  <a:pt x="1761392" y="1020606"/>
                </a:lnTo>
                <a:lnTo>
                  <a:pt x="1761532" y="1022040"/>
                </a:lnTo>
                <a:lnTo>
                  <a:pt x="1762241" y="1022206"/>
                </a:lnTo>
                <a:lnTo>
                  <a:pt x="1762828" y="1020454"/>
                </a:lnTo>
                <a:lnTo>
                  <a:pt x="1762873" y="1018872"/>
                </a:lnTo>
                <a:close/>
                <a:moveTo>
                  <a:pt x="1762927" y="1017043"/>
                </a:moveTo>
                <a:lnTo>
                  <a:pt x="1762025" y="1019138"/>
                </a:lnTo>
                <a:lnTo>
                  <a:pt x="1762895" y="1018148"/>
                </a:lnTo>
                <a:close/>
                <a:moveTo>
                  <a:pt x="1720377" y="1112319"/>
                </a:moveTo>
                <a:lnTo>
                  <a:pt x="1719648" y="1114159"/>
                </a:lnTo>
                <a:lnTo>
                  <a:pt x="1720415" y="1113507"/>
                </a:lnTo>
                <a:lnTo>
                  <a:pt x="1720430" y="1113468"/>
                </a:lnTo>
                <a:close/>
                <a:moveTo>
                  <a:pt x="1770228" y="1000635"/>
                </a:moveTo>
                <a:lnTo>
                  <a:pt x="1768399" y="1006730"/>
                </a:lnTo>
                <a:lnTo>
                  <a:pt x="1768210" y="1012101"/>
                </a:lnTo>
                <a:lnTo>
                  <a:pt x="1769484" y="1010650"/>
                </a:lnTo>
                <a:lnTo>
                  <a:pt x="1770844" y="999554"/>
                </a:lnTo>
                <a:close/>
                <a:moveTo>
                  <a:pt x="1258736" y="2145835"/>
                </a:moveTo>
                <a:lnTo>
                  <a:pt x="1260174" y="2147039"/>
                </a:lnTo>
                <a:lnTo>
                  <a:pt x="1260910" y="2146604"/>
                </a:lnTo>
                <a:lnTo>
                  <a:pt x="1261468" y="2146105"/>
                </a:lnTo>
                <a:close/>
                <a:moveTo>
                  <a:pt x="1767591" y="1006219"/>
                </a:moveTo>
                <a:lnTo>
                  <a:pt x="1763727" y="1015185"/>
                </a:lnTo>
                <a:lnTo>
                  <a:pt x="1763666" y="1017271"/>
                </a:lnTo>
                <a:lnTo>
                  <a:pt x="1764032" y="1016855"/>
                </a:lnTo>
                <a:close/>
                <a:moveTo>
                  <a:pt x="1720329" y="1111285"/>
                </a:moveTo>
                <a:lnTo>
                  <a:pt x="1720096" y="1111979"/>
                </a:lnTo>
                <a:lnTo>
                  <a:pt x="1720127" y="1111910"/>
                </a:lnTo>
                <a:lnTo>
                  <a:pt x="1720333" y="1111389"/>
                </a:lnTo>
                <a:close/>
                <a:moveTo>
                  <a:pt x="1745426" y="1054824"/>
                </a:moveTo>
                <a:lnTo>
                  <a:pt x="1745411" y="1055315"/>
                </a:lnTo>
                <a:lnTo>
                  <a:pt x="1746228" y="1053613"/>
                </a:lnTo>
                <a:lnTo>
                  <a:pt x="1745750" y="1054165"/>
                </a:lnTo>
                <a:close/>
                <a:moveTo>
                  <a:pt x="1257799" y="2146305"/>
                </a:moveTo>
                <a:lnTo>
                  <a:pt x="1257935" y="2146389"/>
                </a:lnTo>
                <a:lnTo>
                  <a:pt x="1259050" y="2146977"/>
                </a:lnTo>
                <a:lnTo>
                  <a:pt x="1257967" y="2146070"/>
                </a:lnTo>
                <a:close/>
                <a:moveTo>
                  <a:pt x="1211330" y="2250257"/>
                </a:moveTo>
                <a:lnTo>
                  <a:pt x="1215120" y="2251730"/>
                </a:lnTo>
                <a:lnTo>
                  <a:pt x="1215472" y="2251042"/>
                </a:lnTo>
                <a:lnTo>
                  <a:pt x="1212222" y="2249904"/>
                </a:lnTo>
                <a:close/>
                <a:moveTo>
                  <a:pt x="1742548" y="1060668"/>
                </a:moveTo>
                <a:lnTo>
                  <a:pt x="1742605" y="1061165"/>
                </a:lnTo>
                <a:lnTo>
                  <a:pt x="1744819" y="1056549"/>
                </a:lnTo>
                <a:lnTo>
                  <a:pt x="1744834" y="1056024"/>
                </a:lnTo>
                <a:close/>
                <a:moveTo>
                  <a:pt x="1783742" y="968367"/>
                </a:moveTo>
                <a:lnTo>
                  <a:pt x="1779782" y="977920"/>
                </a:lnTo>
                <a:lnTo>
                  <a:pt x="1776107" y="986450"/>
                </a:lnTo>
                <a:lnTo>
                  <a:pt x="1776437" y="988727"/>
                </a:lnTo>
                <a:lnTo>
                  <a:pt x="1776522" y="988576"/>
                </a:lnTo>
                <a:lnTo>
                  <a:pt x="1777147" y="985094"/>
                </a:lnTo>
                <a:lnTo>
                  <a:pt x="1777288" y="985358"/>
                </a:lnTo>
                <a:lnTo>
                  <a:pt x="1776796" y="988093"/>
                </a:lnTo>
                <a:lnTo>
                  <a:pt x="1796026" y="954349"/>
                </a:lnTo>
                <a:lnTo>
                  <a:pt x="1796022" y="949774"/>
                </a:lnTo>
                <a:lnTo>
                  <a:pt x="1785895" y="965293"/>
                </a:lnTo>
                <a:close/>
                <a:moveTo>
                  <a:pt x="1763825" y="1011872"/>
                </a:moveTo>
                <a:lnTo>
                  <a:pt x="1763775" y="1013561"/>
                </a:lnTo>
                <a:lnTo>
                  <a:pt x="1766603" y="1006996"/>
                </a:lnTo>
                <a:close/>
                <a:moveTo>
                  <a:pt x="1736233" y="1073489"/>
                </a:moveTo>
                <a:lnTo>
                  <a:pt x="1735961" y="1075017"/>
                </a:lnTo>
                <a:lnTo>
                  <a:pt x="1739351" y="1067949"/>
                </a:lnTo>
                <a:lnTo>
                  <a:pt x="1739278" y="1067308"/>
                </a:lnTo>
                <a:close/>
                <a:moveTo>
                  <a:pt x="1735872" y="1074222"/>
                </a:moveTo>
                <a:lnTo>
                  <a:pt x="1735873" y="1074263"/>
                </a:lnTo>
                <a:lnTo>
                  <a:pt x="1735885" y="1074196"/>
                </a:lnTo>
                <a:close/>
                <a:moveTo>
                  <a:pt x="1782079" y="970740"/>
                </a:moveTo>
                <a:lnTo>
                  <a:pt x="1779726" y="976536"/>
                </a:lnTo>
                <a:lnTo>
                  <a:pt x="1782452" y="970209"/>
                </a:lnTo>
                <a:close/>
                <a:moveTo>
                  <a:pt x="1796010" y="938775"/>
                </a:moveTo>
                <a:lnTo>
                  <a:pt x="1784664" y="966143"/>
                </a:lnTo>
                <a:lnTo>
                  <a:pt x="1792261" y="955299"/>
                </a:lnTo>
                <a:lnTo>
                  <a:pt x="1796021" y="949536"/>
                </a:lnTo>
                <a:close/>
                <a:moveTo>
                  <a:pt x="1761021" y="1016790"/>
                </a:moveTo>
                <a:lnTo>
                  <a:pt x="1761272" y="1019369"/>
                </a:lnTo>
                <a:lnTo>
                  <a:pt x="1762975" y="1015417"/>
                </a:lnTo>
                <a:lnTo>
                  <a:pt x="1763038" y="1013252"/>
                </a:lnTo>
                <a:close/>
                <a:moveTo>
                  <a:pt x="1756031" y="1027727"/>
                </a:moveTo>
                <a:lnTo>
                  <a:pt x="1748173" y="1048346"/>
                </a:lnTo>
                <a:lnTo>
                  <a:pt x="1747928" y="1049576"/>
                </a:lnTo>
                <a:lnTo>
                  <a:pt x="1748446" y="1048990"/>
                </a:lnTo>
                <a:lnTo>
                  <a:pt x="1749090" y="1047648"/>
                </a:lnTo>
                <a:lnTo>
                  <a:pt x="1753655" y="1037050"/>
                </a:lnTo>
                <a:lnTo>
                  <a:pt x="1755161" y="1033090"/>
                </a:lnTo>
                <a:lnTo>
                  <a:pt x="1755245" y="1033359"/>
                </a:lnTo>
                <a:lnTo>
                  <a:pt x="1756162" y="1031232"/>
                </a:lnTo>
                <a:close/>
                <a:moveTo>
                  <a:pt x="1256721" y="2145636"/>
                </a:moveTo>
                <a:lnTo>
                  <a:pt x="1257673" y="2146226"/>
                </a:lnTo>
                <a:lnTo>
                  <a:pt x="1257853" y="2145975"/>
                </a:lnTo>
                <a:lnTo>
                  <a:pt x="1257546" y="2145718"/>
                </a:lnTo>
                <a:close/>
                <a:moveTo>
                  <a:pt x="1729205" y="1087157"/>
                </a:moveTo>
                <a:lnTo>
                  <a:pt x="1729761" y="1087604"/>
                </a:lnTo>
                <a:lnTo>
                  <a:pt x="1730519" y="1085691"/>
                </a:lnTo>
                <a:lnTo>
                  <a:pt x="1730601" y="1084923"/>
                </a:lnTo>
                <a:lnTo>
                  <a:pt x="1730416" y="1085299"/>
                </a:lnTo>
                <a:close/>
                <a:moveTo>
                  <a:pt x="1719164" y="1109186"/>
                </a:moveTo>
                <a:lnTo>
                  <a:pt x="1718968" y="1110318"/>
                </a:lnTo>
                <a:lnTo>
                  <a:pt x="1718979" y="1110414"/>
                </a:lnTo>
                <a:lnTo>
                  <a:pt x="1720172" y="1107928"/>
                </a:lnTo>
                <a:lnTo>
                  <a:pt x="1720164" y="1107757"/>
                </a:lnTo>
                <a:lnTo>
                  <a:pt x="1720135" y="1107753"/>
                </a:lnTo>
                <a:close/>
                <a:moveTo>
                  <a:pt x="1727551" y="1089694"/>
                </a:moveTo>
                <a:lnTo>
                  <a:pt x="1726515" y="1092791"/>
                </a:lnTo>
                <a:lnTo>
                  <a:pt x="1726965" y="1092530"/>
                </a:lnTo>
                <a:lnTo>
                  <a:pt x="1728694" y="1089597"/>
                </a:lnTo>
                <a:lnTo>
                  <a:pt x="1727986" y="1089029"/>
                </a:lnTo>
                <a:close/>
                <a:moveTo>
                  <a:pt x="1719430" y="1107648"/>
                </a:moveTo>
                <a:lnTo>
                  <a:pt x="1719267" y="1108593"/>
                </a:lnTo>
                <a:lnTo>
                  <a:pt x="1719853" y="1107711"/>
                </a:lnTo>
                <a:close/>
                <a:moveTo>
                  <a:pt x="1738872" y="1063771"/>
                </a:moveTo>
                <a:lnTo>
                  <a:pt x="1737608" y="1067635"/>
                </a:lnTo>
                <a:lnTo>
                  <a:pt x="1737955" y="1066931"/>
                </a:lnTo>
                <a:lnTo>
                  <a:pt x="1738947" y="1064428"/>
                </a:lnTo>
                <a:close/>
                <a:moveTo>
                  <a:pt x="1755367" y="1026714"/>
                </a:moveTo>
                <a:lnTo>
                  <a:pt x="1755967" y="1026031"/>
                </a:lnTo>
                <a:lnTo>
                  <a:pt x="1755954" y="1025684"/>
                </a:lnTo>
                <a:close/>
                <a:moveTo>
                  <a:pt x="1213386" y="2240138"/>
                </a:moveTo>
                <a:lnTo>
                  <a:pt x="1214482" y="2241572"/>
                </a:lnTo>
                <a:lnTo>
                  <a:pt x="1221225" y="2237541"/>
                </a:lnTo>
                <a:lnTo>
                  <a:pt x="1218841" y="2235545"/>
                </a:lnTo>
                <a:lnTo>
                  <a:pt x="1214089" y="2239435"/>
                </a:lnTo>
                <a:close/>
                <a:moveTo>
                  <a:pt x="1726258" y="1091679"/>
                </a:moveTo>
                <a:lnTo>
                  <a:pt x="1726360" y="1092415"/>
                </a:lnTo>
                <a:lnTo>
                  <a:pt x="1726974" y="1090580"/>
                </a:lnTo>
                <a:close/>
                <a:moveTo>
                  <a:pt x="1745026" y="1049491"/>
                </a:moveTo>
                <a:lnTo>
                  <a:pt x="1742770" y="1055412"/>
                </a:lnTo>
                <a:lnTo>
                  <a:pt x="1744707" y="1053221"/>
                </a:lnTo>
                <a:lnTo>
                  <a:pt x="1744930" y="1052768"/>
                </a:lnTo>
                <a:close/>
                <a:moveTo>
                  <a:pt x="1795961" y="934765"/>
                </a:moveTo>
                <a:lnTo>
                  <a:pt x="1793131" y="943523"/>
                </a:lnTo>
                <a:lnTo>
                  <a:pt x="1782956" y="968580"/>
                </a:lnTo>
                <a:lnTo>
                  <a:pt x="1783467" y="967851"/>
                </a:lnTo>
                <a:lnTo>
                  <a:pt x="1788684" y="955743"/>
                </a:lnTo>
                <a:lnTo>
                  <a:pt x="1796009" y="938072"/>
                </a:lnTo>
                <a:close/>
                <a:moveTo>
                  <a:pt x="1775244" y="980497"/>
                </a:moveTo>
                <a:lnTo>
                  <a:pt x="1775378" y="981419"/>
                </a:lnTo>
                <a:lnTo>
                  <a:pt x="1776452" y="978772"/>
                </a:lnTo>
                <a:close/>
                <a:moveTo>
                  <a:pt x="1731229" y="1078702"/>
                </a:moveTo>
                <a:lnTo>
                  <a:pt x="1730716" y="1080236"/>
                </a:lnTo>
                <a:lnTo>
                  <a:pt x="1731180" y="1079524"/>
                </a:lnTo>
                <a:lnTo>
                  <a:pt x="1731238" y="1078979"/>
                </a:lnTo>
                <a:close/>
                <a:moveTo>
                  <a:pt x="1750951" y="1034464"/>
                </a:moveTo>
                <a:lnTo>
                  <a:pt x="1748902" y="1044702"/>
                </a:lnTo>
                <a:lnTo>
                  <a:pt x="1749766" y="1042949"/>
                </a:lnTo>
                <a:lnTo>
                  <a:pt x="1755930" y="1026773"/>
                </a:lnTo>
                <a:lnTo>
                  <a:pt x="1754233" y="1028703"/>
                </a:lnTo>
                <a:close/>
                <a:moveTo>
                  <a:pt x="1750229" y="1035829"/>
                </a:moveTo>
                <a:lnTo>
                  <a:pt x="1745628" y="1047910"/>
                </a:lnTo>
                <a:lnTo>
                  <a:pt x="1745520" y="1051568"/>
                </a:lnTo>
                <a:lnTo>
                  <a:pt x="1748148" y="1046233"/>
                </a:lnTo>
                <a:close/>
                <a:moveTo>
                  <a:pt x="1770746" y="989109"/>
                </a:moveTo>
                <a:lnTo>
                  <a:pt x="1769349" y="992778"/>
                </a:lnTo>
                <a:lnTo>
                  <a:pt x="1770841" y="990082"/>
                </a:lnTo>
                <a:close/>
                <a:moveTo>
                  <a:pt x="1810263" y="900544"/>
                </a:moveTo>
                <a:lnTo>
                  <a:pt x="1810641" y="905457"/>
                </a:lnTo>
                <a:lnTo>
                  <a:pt x="1811523" y="897831"/>
                </a:lnTo>
                <a:close/>
                <a:moveTo>
                  <a:pt x="1807488" y="906520"/>
                </a:moveTo>
                <a:lnTo>
                  <a:pt x="1807465" y="932879"/>
                </a:lnTo>
                <a:lnTo>
                  <a:pt x="1810237" y="908944"/>
                </a:lnTo>
                <a:lnTo>
                  <a:pt x="1809688" y="901784"/>
                </a:lnTo>
                <a:close/>
                <a:moveTo>
                  <a:pt x="1728801" y="1082412"/>
                </a:moveTo>
                <a:lnTo>
                  <a:pt x="1727819" y="1084681"/>
                </a:lnTo>
                <a:lnTo>
                  <a:pt x="1729711" y="1081779"/>
                </a:lnTo>
                <a:close/>
                <a:moveTo>
                  <a:pt x="1802756" y="916709"/>
                </a:moveTo>
                <a:lnTo>
                  <a:pt x="1800554" y="944850"/>
                </a:lnTo>
                <a:lnTo>
                  <a:pt x="1800388" y="946674"/>
                </a:lnTo>
                <a:lnTo>
                  <a:pt x="1805569" y="937289"/>
                </a:lnTo>
                <a:lnTo>
                  <a:pt x="1806764" y="926314"/>
                </a:lnTo>
                <a:lnTo>
                  <a:pt x="1806859" y="926466"/>
                </a:lnTo>
                <a:lnTo>
                  <a:pt x="1806874" y="907841"/>
                </a:lnTo>
                <a:close/>
                <a:moveTo>
                  <a:pt x="1731175" y="1076931"/>
                </a:moveTo>
                <a:lnTo>
                  <a:pt x="1729181" y="1081536"/>
                </a:lnTo>
                <a:lnTo>
                  <a:pt x="1730250" y="1080791"/>
                </a:lnTo>
                <a:lnTo>
                  <a:pt x="1731206" y="1077933"/>
                </a:lnTo>
                <a:close/>
                <a:moveTo>
                  <a:pt x="1799600" y="923504"/>
                </a:moveTo>
                <a:lnTo>
                  <a:pt x="1796199" y="934028"/>
                </a:lnTo>
                <a:lnTo>
                  <a:pt x="1796249" y="937493"/>
                </a:lnTo>
                <a:lnTo>
                  <a:pt x="1799889" y="928715"/>
                </a:lnTo>
                <a:lnTo>
                  <a:pt x="1800029" y="929082"/>
                </a:lnTo>
                <a:lnTo>
                  <a:pt x="1796260" y="938173"/>
                </a:lnTo>
                <a:lnTo>
                  <a:pt x="1796415" y="948932"/>
                </a:lnTo>
                <a:lnTo>
                  <a:pt x="1800173" y="943172"/>
                </a:lnTo>
                <a:lnTo>
                  <a:pt x="1800191" y="943383"/>
                </a:lnTo>
                <a:lnTo>
                  <a:pt x="1796418" y="949165"/>
                </a:lnTo>
                <a:lnTo>
                  <a:pt x="1796482" y="953548"/>
                </a:lnTo>
                <a:lnTo>
                  <a:pt x="1799912" y="947528"/>
                </a:lnTo>
                <a:lnTo>
                  <a:pt x="1801639" y="928725"/>
                </a:lnTo>
                <a:lnTo>
                  <a:pt x="1802543" y="917168"/>
                </a:lnTo>
                <a:close/>
                <a:moveTo>
                  <a:pt x="1736664" y="1064256"/>
                </a:moveTo>
                <a:lnTo>
                  <a:pt x="1735637" y="1066627"/>
                </a:lnTo>
                <a:lnTo>
                  <a:pt x="1735773" y="1071015"/>
                </a:lnTo>
                <a:lnTo>
                  <a:pt x="1738624" y="1062297"/>
                </a:lnTo>
                <a:close/>
                <a:moveTo>
                  <a:pt x="1745749" y="1043802"/>
                </a:moveTo>
                <a:lnTo>
                  <a:pt x="1745643" y="1047388"/>
                </a:lnTo>
                <a:lnTo>
                  <a:pt x="1749786" y="1036512"/>
                </a:lnTo>
                <a:close/>
                <a:moveTo>
                  <a:pt x="1738453" y="1060124"/>
                </a:moveTo>
                <a:lnTo>
                  <a:pt x="1738339" y="1060387"/>
                </a:lnTo>
                <a:lnTo>
                  <a:pt x="1738469" y="1060261"/>
                </a:lnTo>
                <a:close/>
                <a:moveTo>
                  <a:pt x="1742055" y="1051807"/>
                </a:moveTo>
                <a:lnTo>
                  <a:pt x="1741641" y="1052765"/>
                </a:lnTo>
                <a:lnTo>
                  <a:pt x="1741667" y="1052996"/>
                </a:lnTo>
                <a:close/>
                <a:moveTo>
                  <a:pt x="1744906" y="1045323"/>
                </a:moveTo>
                <a:lnTo>
                  <a:pt x="1741856" y="1054647"/>
                </a:lnTo>
                <a:lnTo>
                  <a:pt x="1742039" y="1056239"/>
                </a:lnTo>
                <a:lnTo>
                  <a:pt x="1742318" y="1055924"/>
                </a:lnTo>
                <a:lnTo>
                  <a:pt x="1744201" y="1051174"/>
                </a:lnTo>
                <a:lnTo>
                  <a:pt x="1745041" y="1048967"/>
                </a:lnTo>
                <a:lnTo>
                  <a:pt x="1745161" y="1044863"/>
                </a:lnTo>
                <a:close/>
                <a:moveTo>
                  <a:pt x="1777081" y="971993"/>
                </a:moveTo>
                <a:lnTo>
                  <a:pt x="1775348" y="977036"/>
                </a:lnTo>
                <a:lnTo>
                  <a:pt x="1774909" y="978185"/>
                </a:lnTo>
                <a:lnTo>
                  <a:pt x="1775135" y="979744"/>
                </a:lnTo>
                <a:lnTo>
                  <a:pt x="1777330" y="976612"/>
                </a:lnTo>
                <a:lnTo>
                  <a:pt x="1777749" y="975578"/>
                </a:lnTo>
                <a:lnTo>
                  <a:pt x="1778919" y="971684"/>
                </a:lnTo>
                <a:lnTo>
                  <a:pt x="1777879" y="975258"/>
                </a:lnTo>
                <a:lnTo>
                  <a:pt x="1793986" y="935592"/>
                </a:lnTo>
                <a:lnTo>
                  <a:pt x="1782015" y="961370"/>
                </a:lnTo>
                <a:lnTo>
                  <a:pt x="1778919" y="971684"/>
                </a:lnTo>
                <a:lnTo>
                  <a:pt x="1781756" y="961927"/>
                </a:lnTo>
                <a:close/>
                <a:moveTo>
                  <a:pt x="1763350" y="1002637"/>
                </a:moveTo>
                <a:lnTo>
                  <a:pt x="1761411" y="1007114"/>
                </a:lnTo>
                <a:lnTo>
                  <a:pt x="1763319" y="1003667"/>
                </a:lnTo>
                <a:close/>
                <a:moveTo>
                  <a:pt x="1205018" y="2252758"/>
                </a:moveTo>
                <a:lnTo>
                  <a:pt x="1210560" y="2260659"/>
                </a:lnTo>
                <a:lnTo>
                  <a:pt x="1215073" y="2251823"/>
                </a:lnTo>
                <a:lnTo>
                  <a:pt x="1211188" y="2250314"/>
                </a:lnTo>
                <a:close/>
                <a:moveTo>
                  <a:pt x="1774743" y="977028"/>
                </a:moveTo>
                <a:lnTo>
                  <a:pt x="1774782" y="977303"/>
                </a:lnTo>
                <a:lnTo>
                  <a:pt x="1775546" y="975298"/>
                </a:lnTo>
                <a:close/>
                <a:moveTo>
                  <a:pt x="1768767" y="990129"/>
                </a:moveTo>
                <a:lnTo>
                  <a:pt x="1764063" y="1000990"/>
                </a:lnTo>
                <a:lnTo>
                  <a:pt x="1764041" y="1002363"/>
                </a:lnTo>
                <a:lnTo>
                  <a:pt x="1767861" y="995464"/>
                </a:lnTo>
                <a:lnTo>
                  <a:pt x="1768678" y="993321"/>
                </a:lnTo>
                <a:close/>
                <a:moveTo>
                  <a:pt x="1208205" y="2245324"/>
                </a:moveTo>
                <a:lnTo>
                  <a:pt x="1214385" y="2241630"/>
                </a:lnTo>
                <a:lnTo>
                  <a:pt x="1213306" y="2240219"/>
                </a:lnTo>
                <a:close/>
                <a:moveTo>
                  <a:pt x="1769204" y="989118"/>
                </a:moveTo>
                <a:lnTo>
                  <a:pt x="1769003" y="989583"/>
                </a:lnTo>
                <a:lnTo>
                  <a:pt x="1768891" y="992762"/>
                </a:lnTo>
                <a:lnTo>
                  <a:pt x="1770652" y="988139"/>
                </a:lnTo>
                <a:lnTo>
                  <a:pt x="1770560" y="987183"/>
                </a:lnTo>
                <a:close/>
                <a:moveTo>
                  <a:pt x="1770263" y="986672"/>
                </a:moveTo>
                <a:lnTo>
                  <a:pt x="1770235" y="986739"/>
                </a:lnTo>
                <a:lnTo>
                  <a:pt x="1770482" y="986386"/>
                </a:lnTo>
                <a:lnTo>
                  <a:pt x="1770467" y="986234"/>
                </a:lnTo>
                <a:close/>
                <a:moveTo>
                  <a:pt x="1802829" y="913512"/>
                </a:moveTo>
                <a:lnTo>
                  <a:pt x="1801572" y="917403"/>
                </a:lnTo>
                <a:lnTo>
                  <a:pt x="1802716" y="914953"/>
                </a:lnTo>
                <a:close/>
                <a:moveTo>
                  <a:pt x="1741358" y="1050299"/>
                </a:moveTo>
                <a:lnTo>
                  <a:pt x="1741444" y="1051052"/>
                </a:lnTo>
                <a:lnTo>
                  <a:pt x="1742527" y="1048564"/>
                </a:lnTo>
                <a:lnTo>
                  <a:pt x="1742109" y="1049096"/>
                </a:lnTo>
                <a:close/>
                <a:moveTo>
                  <a:pt x="1779577" y="964398"/>
                </a:moveTo>
                <a:lnTo>
                  <a:pt x="1779116" y="965506"/>
                </a:lnTo>
                <a:lnTo>
                  <a:pt x="1779423" y="964848"/>
                </a:lnTo>
                <a:close/>
                <a:moveTo>
                  <a:pt x="1219785" y="2217873"/>
                </a:moveTo>
                <a:lnTo>
                  <a:pt x="1222563" y="2220122"/>
                </a:lnTo>
                <a:lnTo>
                  <a:pt x="1228134" y="2216946"/>
                </a:lnTo>
                <a:lnTo>
                  <a:pt x="1227048" y="2216250"/>
                </a:lnTo>
                <a:close/>
                <a:moveTo>
                  <a:pt x="1725847" y="1084468"/>
                </a:moveTo>
                <a:lnTo>
                  <a:pt x="1726161" y="1084719"/>
                </a:lnTo>
                <a:lnTo>
                  <a:pt x="1726516" y="1084003"/>
                </a:lnTo>
                <a:close/>
                <a:moveTo>
                  <a:pt x="1760112" y="1007438"/>
                </a:moveTo>
                <a:lnTo>
                  <a:pt x="1760171" y="1008044"/>
                </a:lnTo>
                <a:lnTo>
                  <a:pt x="1762209" y="1003362"/>
                </a:lnTo>
                <a:close/>
                <a:moveTo>
                  <a:pt x="1784408" y="952808"/>
                </a:moveTo>
                <a:lnTo>
                  <a:pt x="1780231" y="962830"/>
                </a:lnTo>
                <a:lnTo>
                  <a:pt x="1779857" y="963917"/>
                </a:lnTo>
                <a:lnTo>
                  <a:pt x="1783358" y="956418"/>
                </a:lnTo>
                <a:close/>
                <a:moveTo>
                  <a:pt x="1753585" y="1020736"/>
                </a:moveTo>
                <a:lnTo>
                  <a:pt x="1753442" y="1021507"/>
                </a:lnTo>
                <a:lnTo>
                  <a:pt x="1753836" y="1020794"/>
                </a:lnTo>
                <a:close/>
                <a:moveTo>
                  <a:pt x="1806881" y="900974"/>
                </a:moveTo>
                <a:lnTo>
                  <a:pt x="1803064" y="912786"/>
                </a:lnTo>
                <a:lnTo>
                  <a:pt x="1802930" y="914495"/>
                </a:lnTo>
                <a:lnTo>
                  <a:pt x="1806876" y="906042"/>
                </a:lnTo>
                <a:close/>
                <a:moveTo>
                  <a:pt x="1753765" y="1019772"/>
                </a:moveTo>
                <a:lnTo>
                  <a:pt x="1753684" y="1020205"/>
                </a:lnTo>
                <a:lnTo>
                  <a:pt x="1754108" y="1020303"/>
                </a:lnTo>
                <a:lnTo>
                  <a:pt x="1755649" y="1017522"/>
                </a:lnTo>
                <a:lnTo>
                  <a:pt x="1755599" y="1016207"/>
                </a:lnTo>
                <a:close/>
                <a:moveTo>
                  <a:pt x="1737009" y="1057269"/>
                </a:moveTo>
                <a:lnTo>
                  <a:pt x="1735897" y="1062773"/>
                </a:lnTo>
                <a:lnTo>
                  <a:pt x="1736668" y="1062020"/>
                </a:lnTo>
                <a:lnTo>
                  <a:pt x="1738252" y="1058380"/>
                </a:lnTo>
                <a:lnTo>
                  <a:pt x="1737952" y="1055758"/>
                </a:lnTo>
                <a:close/>
                <a:moveTo>
                  <a:pt x="1752389" y="1022445"/>
                </a:moveTo>
                <a:lnTo>
                  <a:pt x="1751620" y="1024797"/>
                </a:lnTo>
                <a:lnTo>
                  <a:pt x="1752900" y="1022486"/>
                </a:lnTo>
                <a:lnTo>
                  <a:pt x="1753237" y="1020796"/>
                </a:lnTo>
                <a:close/>
                <a:moveTo>
                  <a:pt x="1735164" y="1060226"/>
                </a:moveTo>
                <a:lnTo>
                  <a:pt x="1735436" y="1062597"/>
                </a:lnTo>
                <a:lnTo>
                  <a:pt x="1736275" y="1058445"/>
                </a:lnTo>
                <a:close/>
                <a:moveTo>
                  <a:pt x="1205276" y="2246647"/>
                </a:moveTo>
                <a:lnTo>
                  <a:pt x="1205729" y="2246805"/>
                </a:lnTo>
                <a:lnTo>
                  <a:pt x="1206808" y="2246160"/>
                </a:lnTo>
                <a:lnTo>
                  <a:pt x="1211002" y="2241962"/>
                </a:lnTo>
                <a:close/>
                <a:moveTo>
                  <a:pt x="1809099" y="894111"/>
                </a:moveTo>
                <a:lnTo>
                  <a:pt x="1807759" y="898256"/>
                </a:lnTo>
                <a:lnTo>
                  <a:pt x="1808359" y="897432"/>
                </a:lnTo>
                <a:lnTo>
                  <a:pt x="1808417" y="897872"/>
                </a:lnTo>
                <a:lnTo>
                  <a:pt x="1807494" y="899137"/>
                </a:lnTo>
                <a:lnTo>
                  <a:pt x="1807490" y="904727"/>
                </a:lnTo>
                <a:lnTo>
                  <a:pt x="1809572" y="900268"/>
                </a:lnTo>
                <a:close/>
                <a:moveTo>
                  <a:pt x="1747802" y="1031359"/>
                </a:moveTo>
                <a:lnTo>
                  <a:pt x="1748421" y="1030573"/>
                </a:lnTo>
                <a:lnTo>
                  <a:pt x="1749837" y="1028017"/>
                </a:lnTo>
                <a:lnTo>
                  <a:pt x="1750385" y="1026338"/>
                </a:lnTo>
                <a:close/>
                <a:moveTo>
                  <a:pt x="1204427" y="2247341"/>
                </a:moveTo>
                <a:lnTo>
                  <a:pt x="1204663" y="2247442"/>
                </a:lnTo>
                <a:lnTo>
                  <a:pt x="1204859" y="2247325"/>
                </a:lnTo>
                <a:lnTo>
                  <a:pt x="1204571" y="2247224"/>
                </a:lnTo>
                <a:close/>
                <a:moveTo>
                  <a:pt x="1759656" y="1002748"/>
                </a:moveTo>
                <a:lnTo>
                  <a:pt x="1759807" y="1004307"/>
                </a:lnTo>
                <a:lnTo>
                  <a:pt x="1763506" y="997313"/>
                </a:lnTo>
                <a:lnTo>
                  <a:pt x="1763507" y="997250"/>
                </a:lnTo>
                <a:close/>
                <a:moveTo>
                  <a:pt x="1729953" y="1068576"/>
                </a:moveTo>
                <a:lnTo>
                  <a:pt x="1730890" y="1067663"/>
                </a:lnTo>
                <a:lnTo>
                  <a:pt x="1730873" y="1067104"/>
                </a:lnTo>
                <a:close/>
                <a:moveTo>
                  <a:pt x="1755403" y="1010967"/>
                </a:moveTo>
                <a:lnTo>
                  <a:pt x="1755390" y="1011036"/>
                </a:lnTo>
                <a:lnTo>
                  <a:pt x="1755404" y="1010995"/>
                </a:lnTo>
                <a:close/>
                <a:moveTo>
                  <a:pt x="1211388" y="2228649"/>
                </a:moveTo>
                <a:lnTo>
                  <a:pt x="1214251" y="2231046"/>
                </a:lnTo>
                <a:lnTo>
                  <a:pt x="1214472" y="2231120"/>
                </a:lnTo>
                <a:lnTo>
                  <a:pt x="1224204" y="2223155"/>
                </a:lnTo>
                <a:lnTo>
                  <a:pt x="1223845" y="2222864"/>
                </a:lnTo>
                <a:close/>
                <a:moveTo>
                  <a:pt x="1213117" y="2224743"/>
                </a:moveTo>
                <a:lnTo>
                  <a:pt x="1220333" y="2221393"/>
                </a:lnTo>
                <a:lnTo>
                  <a:pt x="1221328" y="2220826"/>
                </a:lnTo>
                <a:lnTo>
                  <a:pt x="1218441" y="2218489"/>
                </a:lnTo>
                <a:close/>
                <a:moveTo>
                  <a:pt x="1813429" y="880390"/>
                </a:moveTo>
                <a:lnTo>
                  <a:pt x="1812765" y="882766"/>
                </a:lnTo>
                <a:lnTo>
                  <a:pt x="1809641" y="892431"/>
                </a:lnTo>
                <a:lnTo>
                  <a:pt x="1810148" y="899033"/>
                </a:lnTo>
                <a:lnTo>
                  <a:pt x="1811793" y="895511"/>
                </a:lnTo>
                <a:lnTo>
                  <a:pt x="1812568" y="888812"/>
                </a:lnTo>
                <a:close/>
                <a:moveTo>
                  <a:pt x="1202168" y="2248694"/>
                </a:moveTo>
                <a:lnTo>
                  <a:pt x="1202287" y="2248863"/>
                </a:lnTo>
                <a:lnTo>
                  <a:pt x="1204324" y="2247645"/>
                </a:lnTo>
                <a:lnTo>
                  <a:pt x="1204119" y="2247565"/>
                </a:lnTo>
                <a:close/>
                <a:moveTo>
                  <a:pt x="1729831" y="1066279"/>
                </a:moveTo>
                <a:lnTo>
                  <a:pt x="1730798" y="1064729"/>
                </a:lnTo>
                <a:lnTo>
                  <a:pt x="1730789" y="1064418"/>
                </a:lnTo>
                <a:close/>
                <a:moveTo>
                  <a:pt x="1724762" y="1076895"/>
                </a:moveTo>
                <a:lnTo>
                  <a:pt x="1724458" y="1078647"/>
                </a:lnTo>
                <a:lnTo>
                  <a:pt x="1725189" y="1083941"/>
                </a:lnTo>
                <a:lnTo>
                  <a:pt x="1725439" y="1084141"/>
                </a:lnTo>
                <a:lnTo>
                  <a:pt x="1726980" y="1083068"/>
                </a:lnTo>
                <a:lnTo>
                  <a:pt x="1731107" y="1074745"/>
                </a:lnTo>
                <a:lnTo>
                  <a:pt x="1730960" y="1069956"/>
                </a:lnTo>
                <a:lnTo>
                  <a:pt x="1725997" y="1074916"/>
                </a:lnTo>
                <a:close/>
                <a:moveTo>
                  <a:pt x="1769479" y="976075"/>
                </a:moveTo>
                <a:lnTo>
                  <a:pt x="1769104" y="986730"/>
                </a:lnTo>
                <a:lnTo>
                  <a:pt x="1769992" y="985049"/>
                </a:lnTo>
                <a:lnTo>
                  <a:pt x="1770290" y="984412"/>
                </a:lnTo>
                <a:close/>
                <a:moveTo>
                  <a:pt x="1209614" y="2229472"/>
                </a:moveTo>
                <a:lnTo>
                  <a:pt x="1212936" y="2230600"/>
                </a:lnTo>
                <a:lnTo>
                  <a:pt x="1210885" y="2228882"/>
                </a:lnTo>
                <a:close/>
                <a:moveTo>
                  <a:pt x="1197689" y="2255850"/>
                </a:moveTo>
                <a:lnTo>
                  <a:pt x="1208628" y="2264442"/>
                </a:lnTo>
                <a:lnTo>
                  <a:pt x="1210367" y="2261037"/>
                </a:lnTo>
                <a:lnTo>
                  <a:pt x="1204660" y="2252900"/>
                </a:lnTo>
                <a:lnTo>
                  <a:pt x="1198001" y="2255538"/>
                </a:lnTo>
                <a:close/>
                <a:moveTo>
                  <a:pt x="1763807" y="987037"/>
                </a:moveTo>
                <a:lnTo>
                  <a:pt x="1760452" y="997794"/>
                </a:lnTo>
                <a:lnTo>
                  <a:pt x="1759466" y="1000808"/>
                </a:lnTo>
                <a:lnTo>
                  <a:pt x="1759577" y="1001952"/>
                </a:lnTo>
                <a:lnTo>
                  <a:pt x="1763535" y="996303"/>
                </a:lnTo>
                <a:close/>
                <a:moveTo>
                  <a:pt x="1795924" y="915014"/>
                </a:moveTo>
                <a:lnTo>
                  <a:pt x="1796128" y="929065"/>
                </a:lnTo>
                <a:lnTo>
                  <a:pt x="1798063" y="924920"/>
                </a:lnTo>
                <a:lnTo>
                  <a:pt x="1803174" y="909101"/>
                </a:lnTo>
                <a:lnTo>
                  <a:pt x="1803180" y="909040"/>
                </a:lnTo>
                <a:lnTo>
                  <a:pt x="1803189" y="909055"/>
                </a:lnTo>
                <a:lnTo>
                  <a:pt x="1805517" y="901851"/>
                </a:lnTo>
                <a:close/>
                <a:moveTo>
                  <a:pt x="1795425" y="915701"/>
                </a:moveTo>
                <a:lnTo>
                  <a:pt x="1791971" y="928202"/>
                </a:lnTo>
                <a:lnTo>
                  <a:pt x="1785874" y="948512"/>
                </a:lnTo>
                <a:lnTo>
                  <a:pt x="1793445" y="930347"/>
                </a:lnTo>
                <a:lnTo>
                  <a:pt x="1793601" y="930753"/>
                </a:lnTo>
                <a:lnTo>
                  <a:pt x="1785040" y="951290"/>
                </a:lnTo>
                <a:lnTo>
                  <a:pt x="1783760" y="955558"/>
                </a:lnTo>
                <a:lnTo>
                  <a:pt x="1795887" y="929581"/>
                </a:lnTo>
                <a:lnTo>
                  <a:pt x="1795681" y="915349"/>
                </a:lnTo>
                <a:close/>
                <a:moveTo>
                  <a:pt x="1795673" y="914802"/>
                </a:moveTo>
                <a:lnTo>
                  <a:pt x="1795656" y="914865"/>
                </a:lnTo>
                <a:lnTo>
                  <a:pt x="1795673" y="914840"/>
                </a:lnTo>
                <a:close/>
                <a:moveTo>
                  <a:pt x="1748308" y="1018946"/>
                </a:moveTo>
                <a:lnTo>
                  <a:pt x="1751650" y="1019728"/>
                </a:lnTo>
                <a:lnTo>
                  <a:pt x="1754002" y="1015281"/>
                </a:lnTo>
                <a:lnTo>
                  <a:pt x="1754874" y="1012614"/>
                </a:lnTo>
                <a:lnTo>
                  <a:pt x="1755188" y="1011047"/>
                </a:lnTo>
                <a:lnTo>
                  <a:pt x="1755370" y="1010070"/>
                </a:lnTo>
                <a:lnTo>
                  <a:pt x="1755327" y="1008926"/>
                </a:lnTo>
                <a:close/>
                <a:moveTo>
                  <a:pt x="1197954" y="2251131"/>
                </a:moveTo>
                <a:lnTo>
                  <a:pt x="1199549" y="2250500"/>
                </a:lnTo>
                <a:lnTo>
                  <a:pt x="1201964" y="2249056"/>
                </a:lnTo>
                <a:lnTo>
                  <a:pt x="1201843" y="2248882"/>
                </a:lnTo>
                <a:close/>
                <a:moveTo>
                  <a:pt x="1206675" y="2230837"/>
                </a:moveTo>
                <a:lnTo>
                  <a:pt x="1209677" y="2235045"/>
                </a:lnTo>
                <a:lnTo>
                  <a:pt x="1214009" y="2231499"/>
                </a:lnTo>
                <a:lnTo>
                  <a:pt x="1213781" y="2231308"/>
                </a:lnTo>
                <a:lnTo>
                  <a:pt x="1209091" y="2229715"/>
                </a:lnTo>
                <a:close/>
                <a:moveTo>
                  <a:pt x="1746397" y="1021673"/>
                </a:moveTo>
                <a:lnTo>
                  <a:pt x="1746149" y="1030127"/>
                </a:lnTo>
                <a:lnTo>
                  <a:pt x="1751389" y="1020221"/>
                </a:lnTo>
                <a:lnTo>
                  <a:pt x="1747974" y="1019422"/>
                </a:lnTo>
                <a:close/>
                <a:moveTo>
                  <a:pt x="1768943" y="970567"/>
                </a:moveTo>
                <a:lnTo>
                  <a:pt x="1764310" y="985423"/>
                </a:lnTo>
                <a:lnTo>
                  <a:pt x="1764151" y="995423"/>
                </a:lnTo>
                <a:lnTo>
                  <a:pt x="1765596" y="993361"/>
                </a:lnTo>
                <a:lnTo>
                  <a:pt x="1768847" y="987215"/>
                </a:lnTo>
                <a:lnTo>
                  <a:pt x="1769227" y="973489"/>
                </a:lnTo>
                <a:close/>
                <a:moveTo>
                  <a:pt x="1746473" y="1019071"/>
                </a:moveTo>
                <a:lnTo>
                  <a:pt x="1746425" y="1020726"/>
                </a:lnTo>
                <a:lnTo>
                  <a:pt x="1747427" y="1019294"/>
                </a:lnTo>
                <a:close/>
                <a:moveTo>
                  <a:pt x="1743023" y="1026489"/>
                </a:moveTo>
                <a:lnTo>
                  <a:pt x="1740322" y="1040854"/>
                </a:lnTo>
                <a:lnTo>
                  <a:pt x="1740791" y="1040257"/>
                </a:lnTo>
                <a:lnTo>
                  <a:pt x="1745560" y="1031241"/>
                </a:lnTo>
                <a:lnTo>
                  <a:pt x="1745817" y="1022501"/>
                </a:lnTo>
                <a:close/>
                <a:moveTo>
                  <a:pt x="1715836" y="1085069"/>
                </a:moveTo>
                <a:lnTo>
                  <a:pt x="1716074" y="1086988"/>
                </a:lnTo>
                <a:lnTo>
                  <a:pt x="1718117" y="1083126"/>
                </a:lnTo>
                <a:lnTo>
                  <a:pt x="1718077" y="1082830"/>
                </a:lnTo>
                <a:close/>
                <a:moveTo>
                  <a:pt x="1739243" y="1031885"/>
                </a:moveTo>
                <a:lnTo>
                  <a:pt x="1740111" y="1039453"/>
                </a:lnTo>
                <a:lnTo>
                  <a:pt x="1742612" y="1027077"/>
                </a:lnTo>
                <a:close/>
                <a:moveTo>
                  <a:pt x="1204846" y="2228274"/>
                </a:moveTo>
                <a:lnTo>
                  <a:pt x="1205012" y="2228506"/>
                </a:lnTo>
                <a:lnTo>
                  <a:pt x="1205232" y="2228404"/>
                </a:lnTo>
                <a:close/>
                <a:moveTo>
                  <a:pt x="1744505" y="1018611"/>
                </a:moveTo>
                <a:lnTo>
                  <a:pt x="1743256" y="1025248"/>
                </a:lnTo>
                <a:lnTo>
                  <a:pt x="1745845" y="1021554"/>
                </a:lnTo>
                <a:lnTo>
                  <a:pt x="1745921" y="1018942"/>
                </a:lnTo>
                <a:close/>
                <a:moveTo>
                  <a:pt x="1735880" y="1037716"/>
                </a:moveTo>
                <a:lnTo>
                  <a:pt x="1734948" y="1047675"/>
                </a:lnTo>
                <a:lnTo>
                  <a:pt x="1736759" y="1045376"/>
                </a:lnTo>
                <a:close/>
                <a:moveTo>
                  <a:pt x="1758104" y="986800"/>
                </a:moveTo>
                <a:lnTo>
                  <a:pt x="1758652" y="992435"/>
                </a:lnTo>
                <a:lnTo>
                  <a:pt x="1759210" y="989437"/>
                </a:lnTo>
                <a:lnTo>
                  <a:pt x="1759358" y="989720"/>
                </a:lnTo>
                <a:lnTo>
                  <a:pt x="1758721" y="993143"/>
                </a:lnTo>
                <a:lnTo>
                  <a:pt x="1759299" y="999086"/>
                </a:lnTo>
                <a:lnTo>
                  <a:pt x="1763863" y="985132"/>
                </a:lnTo>
                <a:lnTo>
                  <a:pt x="1764071" y="978014"/>
                </a:lnTo>
                <a:close/>
                <a:moveTo>
                  <a:pt x="1777663" y="942607"/>
                </a:moveTo>
                <a:lnTo>
                  <a:pt x="1772265" y="959916"/>
                </a:lnTo>
                <a:lnTo>
                  <a:pt x="1774125" y="972759"/>
                </a:lnTo>
                <a:lnTo>
                  <a:pt x="1776435" y="953888"/>
                </a:lnTo>
                <a:close/>
                <a:moveTo>
                  <a:pt x="1778475" y="938959"/>
                </a:moveTo>
                <a:lnTo>
                  <a:pt x="1778675" y="939365"/>
                </a:lnTo>
                <a:lnTo>
                  <a:pt x="1778034" y="941419"/>
                </a:lnTo>
                <a:lnTo>
                  <a:pt x="1774409" y="974727"/>
                </a:lnTo>
                <a:lnTo>
                  <a:pt x="1774476" y="975192"/>
                </a:lnTo>
                <a:lnTo>
                  <a:pt x="1780973" y="960273"/>
                </a:lnTo>
                <a:lnTo>
                  <a:pt x="1781099" y="959971"/>
                </a:lnTo>
                <a:lnTo>
                  <a:pt x="1782375" y="956258"/>
                </a:lnTo>
                <a:lnTo>
                  <a:pt x="1782433" y="956423"/>
                </a:lnTo>
                <a:lnTo>
                  <a:pt x="1781754" y="958398"/>
                </a:lnTo>
                <a:lnTo>
                  <a:pt x="1785155" y="950239"/>
                </a:lnTo>
                <a:lnTo>
                  <a:pt x="1795049" y="916217"/>
                </a:lnTo>
                <a:close/>
                <a:moveTo>
                  <a:pt x="1732943" y="1040879"/>
                </a:moveTo>
                <a:lnTo>
                  <a:pt x="1733879" y="1049031"/>
                </a:lnTo>
                <a:lnTo>
                  <a:pt x="1734538" y="1048194"/>
                </a:lnTo>
                <a:lnTo>
                  <a:pt x="1735571" y="1038561"/>
                </a:lnTo>
                <a:lnTo>
                  <a:pt x="1735726" y="1036906"/>
                </a:lnTo>
                <a:close/>
                <a:moveTo>
                  <a:pt x="1778271" y="939238"/>
                </a:moveTo>
                <a:lnTo>
                  <a:pt x="1778209" y="939810"/>
                </a:lnTo>
                <a:lnTo>
                  <a:pt x="1778474" y="938961"/>
                </a:lnTo>
                <a:close/>
                <a:moveTo>
                  <a:pt x="1807511" y="873440"/>
                </a:moveTo>
                <a:lnTo>
                  <a:pt x="1807517" y="873844"/>
                </a:lnTo>
                <a:lnTo>
                  <a:pt x="1807498" y="895723"/>
                </a:lnTo>
                <a:lnTo>
                  <a:pt x="1808891" y="891410"/>
                </a:lnTo>
                <a:close/>
                <a:moveTo>
                  <a:pt x="1730204" y="1045477"/>
                </a:moveTo>
                <a:lnTo>
                  <a:pt x="1728000" y="1056494"/>
                </a:lnTo>
                <a:lnTo>
                  <a:pt x="1730449" y="1053386"/>
                </a:lnTo>
                <a:close/>
                <a:moveTo>
                  <a:pt x="1746194" y="1009630"/>
                </a:moveTo>
                <a:lnTo>
                  <a:pt x="1744605" y="1018080"/>
                </a:lnTo>
                <a:lnTo>
                  <a:pt x="1745937" y="1018391"/>
                </a:lnTo>
                <a:close/>
                <a:moveTo>
                  <a:pt x="1726508" y="1053591"/>
                </a:moveTo>
                <a:lnTo>
                  <a:pt x="1725866" y="1059203"/>
                </a:lnTo>
                <a:lnTo>
                  <a:pt x="1726284" y="1058672"/>
                </a:lnTo>
                <a:lnTo>
                  <a:pt x="1727279" y="1052932"/>
                </a:lnTo>
                <a:close/>
                <a:moveTo>
                  <a:pt x="1203883" y="2222223"/>
                </a:moveTo>
                <a:lnTo>
                  <a:pt x="1205863" y="2224022"/>
                </a:lnTo>
                <a:lnTo>
                  <a:pt x="1209005" y="2226653"/>
                </a:lnTo>
                <a:lnTo>
                  <a:pt x="1212853" y="2224866"/>
                </a:lnTo>
                <a:lnTo>
                  <a:pt x="1217440" y="2219479"/>
                </a:lnTo>
                <a:lnTo>
                  <a:pt x="1218333" y="2218400"/>
                </a:lnTo>
                <a:lnTo>
                  <a:pt x="1218137" y="2218241"/>
                </a:lnTo>
                <a:lnTo>
                  <a:pt x="1205083" y="2221159"/>
                </a:lnTo>
                <a:close/>
                <a:moveTo>
                  <a:pt x="1706212" y="1097385"/>
                </a:moveTo>
                <a:lnTo>
                  <a:pt x="1706365" y="1097287"/>
                </a:lnTo>
                <a:lnTo>
                  <a:pt x="1706383" y="1097135"/>
                </a:lnTo>
                <a:close/>
                <a:moveTo>
                  <a:pt x="1729040" y="1046104"/>
                </a:moveTo>
                <a:lnTo>
                  <a:pt x="1728221" y="1052289"/>
                </a:lnTo>
                <a:lnTo>
                  <a:pt x="1729875" y="1045453"/>
                </a:lnTo>
                <a:lnTo>
                  <a:pt x="1729962" y="1045020"/>
                </a:lnTo>
                <a:close/>
                <a:moveTo>
                  <a:pt x="1705560" y="1098597"/>
                </a:moveTo>
                <a:lnTo>
                  <a:pt x="1705192" y="1099721"/>
                </a:lnTo>
                <a:lnTo>
                  <a:pt x="1704766" y="1102768"/>
                </a:lnTo>
                <a:lnTo>
                  <a:pt x="1705782" y="1102421"/>
                </a:lnTo>
                <a:lnTo>
                  <a:pt x="1706273" y="1098100"/>
                </a:lnTo>
                <a:close/>
                <a:moveTo>
                  <a:pt x="1706564" y="1095535"/>
                </a:moveTo>
                <a:lnTo>
                  <a:pt x="1706395" y="1096054"/>
                </a:lnTo>
                <a:lnTo>
                  <a:pt x="1706528" y="1095858"/>
                </a:lnTo>
                <a:close/>
                <a:moveTo>
                  <a:pt x="1203180" y="2221585"/>
                </a:moveTo>
                <a:lnTo>
                  <a:pt x="1203282" y="2221677"/>
                </a:lnTo>
                <a:lnTo>
                  <a:pt x="1203410" y="2221533"/>
                </a:lnTo>
                <a:close/>
                <a:moveTo>
                  <a:pt x="1727104" y="1048382"/>
                </a:moveTo>
                <a:lnTo>
                  <a:pt x="1726539" y="1053317"/>
                </a:lnTo>
                <a:lnTo>
                  <a:pt x="1727329" y="1052641"/>
                </a:lnTo>
                <a:lnTo>
                  <a:pt x="1728293" y="1047079"/>
                </a:lnTo>
                <a:lnTo>
                  <a:pt x="1728308" y="1046965"/>
                </a:lnTo>
                <a:close/>
                <a:moveTo>
                  <a:pt x="1747572" y="1002306"/>
                </a:moveTo>
                <a:lnTo>
                  <a:pt x="1746853" y="1006128"/>
                </a:lnTo>
                <a:lnTo>
                  <a:pt x="1746489" y="1018521"/>
                </a:lnTo>
                <a:lnTo>
                  <a:pt x="1747761" y="1018818"/>
                </a:lnTo>
                <a:lnTo>
                  <a:pt x="1755294" y="1008066"/>
                </a:lnTo>
                <a:lnTo>
                  <a:pt x="1755012" y="1000559"/>
                </a:lnTo>
                <a:lnTo>
                  <a:pt x="1754230" y="992504"/>
                </a:lnTo>
                <a:close/>
                <a:moveTo>
                  <a:pt x="1771657" y="948254"/>
                </a:moveTo>
                <a:lnTo>
                  <a:pt x="1771726" y="953060"/>
                </a:lnTo>
                <a:lnTo>
                  <a:pt x="1771730" y="956220"/>
                </a:lnTo>
                <a:lnTo>
                  <a:pt x="1772161" y="959200"/>
                </a:lnTo>
                <a:lnTo>
                  <a:pt x="1777839" y="940997"/>
                </a:lnTo>
                <a:lnTo>
                  <a:pt x="1777988" y="939627"/>
                </a:lnTo>
                <a:lnTo>
                  <a:pt x="1773225" y="946164"/>
                </a:lnTo>
                <a:close/>
                <a:moveTo>
                  <a:pt x="1201829" y="2224045"/>
                </a:moveTo>
                <a:lnTo>
                  <a:pt x="1204450" y="2227719"/>
                </a:lnTo>
                <a:lnTo>
                  <a:pt x="1205755" y="2228162"/>
                </a:lnTo>
                <a:lnTo>
                  <a:pt x="1208501" y="2226887"/>
                </a:lnTo>
                <a:lnTo>
                  <a:pt x="1203422" y="2222633"/>
                </a:lnTo>
                <a:close/>
                <a:moveTo>
                  <a:pt x="1746938" y="1003238"/>
                </a:moveTo>
                <a:lnTo>
                  <a:pt x="1746894" y="1004728"/>
                </a:lnTo>
                <a:lnTo>
                  <a:pt x="1747265" y="1002758"/>
                </a:lnTo>
                <a:close/>
                <a:moveTo>
                  <a:pt x="1231292" y="2157868"/>
                </a:moveTo>
                <a:lnTo>
                  <a:pt x="1232264" y="2157975"/>
                </a:lnTo>
                <a:lnTo>
                  <a:pt x="1232102" y="2157621"/>
                </a:lnTo>
                <a:lnTo>
                  <a:pt x="1231684" y="2157430"/>
                </a:lnTo>
                <a:close/>
                <a:moveTo>
                  <a:pt x="1705842" y="1095056"/>
                </a:moveTo>
                <a:lnTo>
                  <a:pt x="1705624" y="1096626"/>
                </a:lnTo>
                <a:lnTo>
                  <a:pt x="1706283" y="1094616"/>
                </a:lnTo>
                <a:close/>
                <a:moveTo>
                  <a:pt x="1770751" y="949463"/>
                </a:moveTo>
                <a:lnTo>
                  <a:pt x="1771313" y="953349"/>
                </a:lnTo>
                <a:lnTo>
                  <a:pt x="1771309" y="948718"/>
                </a:lnTo>
                <a:close/>
                <a:moveTo>
                  <a:pt x="1729841" y="1040062"/>
                </a:moveTo>
                <a:lnTo>
                  <a:pt x="1729434" y="1043134"/>
                </a:lnTo>
                <a:lnTo>
                  <a:pt x="1730103" y="1042347"/>
                </a:lnTo>
                <a:close/>
                <a:moveTo>
                  <a:pt x="1218929" y="2183734"/>
                </a:moveTo>
                <a:lnTo>
                  <a:pt x="1219228" y="2183871"/>
                </a:lnTo>
                <a:lnTo>
                  <a:pt x="1221007" y="2182280"/>
                </a:lnTo>
                <a:close/>
                <a:moveTo>
                  <a:pt x="1702570" y="1100680"/>
                </a:moveTo>
                <a:lnTo>
                  <a:pt x="1702383" y="1101210"/>
                </a:lnTo>
                <a:lnTo>
                  <a:pt x="1702114" y="1102329"/>
                </a:lnTo>
                <a:lnTo>
                  <a:pt x="1702485" y="1101785"/>
                </a:lnTo>
                <a:lnTo>
                  <a:pt x="1702582" y="1101507"/>
                </a:lnTo>
                <a:lnTo>
                  <a:pt x="1702712" y="1100581"/>
                </a:lnTo>
                <a:close/>
                <a:moveTo>
                  <a:pt x="1721578" y="1057812"/>
                </a:moveTo>
                <a:lnTo>
                  <a:pt x="1722370" y="1063539"/>
                </a:lnTo>
                <a:lnTo>
                  <a:pt x="1722827" y="1063060"/>
                </a:lnTo>
                <a:lnTo>
                  <a:pt x="1722845" y="1063037"/>
                </a:lnTo>
                <a:lnTo>
                  <a:pt x="1723645" y="1056043"/>
                </a:lnTo>
                <a:close/>
                <a:moveTo>
                  <a:pt x="1199725" y="2225911"/>
                </a:moveTo>
                <a:lnTo>
                  <a:pt x="1203708" y="2227444"/>
                </a:lnTo>
                <a:lnTo>
                  <a:pt x="1201495" y="2224342"/>
                </a:lnTo>
                <a:close/>
                <a:moveTo>
                  <a:pt x="1223107" y="2172851"/>
                </a:moveTo>
                <a:lnTo>
                  <a:pt x="1228345" y="2175553"/>
                </a:lnTo>
                <a:lnTo>
                  <a:pt x="1229197" y="2174958"/>
                </a:lnTo>
                <a:lnTo>
                  <a:pt x="1229670" y="2174534"/>
                </a:lnTo>
                <a:lnTo>
                  <a:pt x="1223582" y="2172739"/>
                </a:lnTo>
                <a:lnTo>
                  <a:pt x="1223219" y="2172756"/>
                </a:lnTo>
                <a:close/>
                <a:moveTo>
                  <a:pt x="1727922" y="1041231"/>
                </a:moveTo>
                <a:lnTo>
                  <a:pt x="1727436" y="1045485"/>
                </a:lnTo>
                <a:lnTo>
                  <a:pt x="1728701" y="1043995"/>
                </a:lnTo>
                <a:lnTo>
                  <a:pt x="1729291" y="1039546"/>
                </a:lnTo>
                <a:close/>
                <a:moveTo>
                  <a:pt x="1200502" y="2222183"/>
                </a:moveTo>
                <a:lnTo>
                  <a:pt x="1201361" y="2223389"/>
                </a:lnTo>
                <a:lnTo>
                  <a:pt x="1202800" y="2222112"/>
                </a:lnTo>
                <a:lnTo>
                  <a:pt x="1202383" y="2221763"/>
                </a:lnTo>
                <a:close/>
                <a:moveTo>
                  <a:pt x="1193855" y="2236789"/>
                </a:moveTo>
                <a:lnTo>
                  <a:pt x="1194234" y="2237379"/>
                </a:lnTo>
                <a:lnTo>
                  <a:pt x="1198826" y="2243927"/>
                </a:lnTo>
                <a:lnTo>
                  <a:pt x="1209473" y="2235212"/>
                </a:lnTo>
                <a:lnTo>
                  <a:pt x="1206268" y="2231026"/>
                </a:lnTo>
                <a:close/>
                <a:moveTo>
                  <a:pt x="1721231" y="1055290"/>
                </a:moveTo>
                <a:lnTo>
                  <a:pt x="1721549" y="1057590"/>
                </a:lnTo>
                <a:lnTo>
                  <a:pt x="1723677" y="1055768"/>
                </a:lnTo>
                <a:lnTo>
                  <a:pt x="1724121" y="1051891"/>
                </a:lnTo>
                <a:close/>
                <a:moveTo>
                  <a:pt x="1174993" y="2278097"/>
                </a:moveTo>
                <a:lnTo>
                  <a:pt x="1191197" y="2288292"/>
                </a:lnTo>
                <a:lnTo>
                  <a:pt x="1194939" y="2290577"/>
                </a:lnTo>
                <a:lnTo>
                  <a:pt x="1205206" y="2271143"/>
                </a:lnTo>
                <a:lnTo>
                  <a:pt x="1208484" y="2264723"/>
                </a:lnTo>
                <a:lnTo>
                  <a:pt x="1197469" y="2256071"/>
                </a:lnTo>
                <a:lnTo>
                  <a:pt x="1192823" y="2260723"/>
                </a:lnTo>
                <a:close/>
                <a:moveTo>
                  <a:pt x="1764754" y="957457"/>
                </a:moveTo>
                <a:lnTo>
                  <a:pt x="1764445" y="976925"/>
                </a:lnTo>
                <a:lnTo>
                  <a:pt x="1766078" y="974521"/>
                </a:lnTo>
                <a:lnTo>
                  <a:pt x="1766149" y="974956"/>
                </a:lnTo>
                <a:lnTo>
                  <a:pt x="1764436" y="977477"/>
                </a:lnTo>
                <a:lnTo>
                  <a:pt x="1764338" y="983679"/>
                </a:lnTo>
                <a:lnTo>
                  <a:pt x="1768389" y="971293"/>
                </a:lnTo>
                <a:lnTo>
                  <a:pt x="1768866" y="969766"/>
                </a:lnTo>
                <a:lnTo>
                  <a:pt x="1767685" y="957630"/>
                </a:lnTo>
                <a:lnTo>
                  <a:pt x="1767190" y="954209"/>
                </a:lnTo>
                <a:close/>
                <a:moveTo>
                  <a:pt x="1737815" y="1017045"/>
                </a:moveTo>
                <a:lnTo>
                  <a:pt x="1737691" y="1018369"/>
                </a:lnTo>
                <a:lnTo>
                  <a:pt x="1739154" y="1031105"/>
                </a:lnTo>
                <a:lnTo>
                  <a:pt x="1742870" y="1025802"/>
                </a:lnTo>
                <a:lnTo>
                  <a:pt x="1743743" y="1021477"/>
                </a:lnTo>
                <a:lnTo>
                  <a:pt x="1744292" y="1018561"/>
                </a:lnTo>
                <a:close/>
                <a:moveTo>
                  <a:pt x="1734376" y="1024624"/>
                </a:moveTo>
                <a:lnTo>
                  <a:pt x="1732280" y="1035103"/>
                </a:lnTo>
                <a:lnTo>
                  <a:pt x="1732754" y="1039230"/>
                </a:lnTo>
                <a:lnTo>
                  <a:pt x="1735661" y="1035811"/>
                </a:lnTo>
                <a:close/>
                <a:moveTo>
                  <a:pt x="1737920" y="1016515"/>
                </a:moveTo>
                <a:lnTo>
                  <a:pt x="1744392" y="1018030"/>
                </a:lnTo>
                <a:lnTo>
                  <a:pt x="1746236" y="1008229"/>
                </a:lnTo>
                <a:lnTo>
                  <a:pt x="1746357" y="1004095"/>
                </a:lnTo>
                <a:close/>
                <a:moveTo>
                  <a:pt x="1737543" y="1017071"/>
                </a:moveTo>
                <a:lnTo>
                  <a:pt x="1737565" y="1017266"/>
                </a:lnTo>
                <a:lnTo>
                  <a:pt x="1737590" y="1017003"/>
                </a:lnTo>
                <a:close/>
                <a:moveTo>
                  <a:pt x="1728398" y="1037076"/>
                </a:moveTo>
                <a:lnTo>
                  <a:pt x="1727942" y="1041065"/>
                </a:lnTo>
                <a:lnTo>
                  <a:pt x="1729314" y="1039377"/>
                </a:lnTo>
                <a:lnTo>
                  <a:pt x="1729554" y="1037563"/>
                </a:lnTo>
                <a:lnTo>
                  <a:pt x="1729285" y="1035227"/>
                </a:lnTo>
                <a:close/>
                <a:moveTo>
                  <a:pt x="1734172" y="1023973"/>
                </a:moveTo>
                <a:lnTo>
                  <a:pt x="1731670" y="1029784"/>
                </a:lnTo>
                <a:lnTo>
                  <a:pt x="1732158" y="1034043"/>
                </a:lnTo>
                <a:close/>
                <a:moveTo>
                  <a:pt x="1737704" y="1015777"/>
                </a:moveTo>
                <a:lnTo>
                  <a:pt x="1737599" y="1016021"/>
                </a:lnTo>
                <a:lnTo>
                  <a:pt x="1737694" y="1015885"/>
                </a:lnTo>
                <a:close/>
                <a:moveTo>
                  <a:pt x="1724400" y="1045410"/>
                </a:moveTo>
                <a:lnTo>
                  <a:pt x="1724846" y="1044877"/>
                </a:lnTo>
                <a:lnTo>
                  <a:pt x="1724936" y="1044765"/>
                </a:lnTo>
                <a:lnTo>
                  <a:pt x="1725007" y="1044145"/>
                </a:lnTo>
                <a:close/>
                <a:moveTo>
                  <a:pt x="1722600" y="1049163"/>
                </a:moveTo>
                <a:lnTo>
                  <a:pt x="1724594" y="1047753"/>
                </a:lnTo>
                <a:lnTo>
                  <a:pt x="1724917" y="1044930"/>
                </a:lnTo>
                <a:lnTo>
                  <a:pt x="1724216" y="1045793"/>
                </a:lnTo>
                <a:close/>
                <a:moveTo>
                  <a:pt x="1720880" y="1052750"/>
                </a:moveTo>
                <a:lnTo>
                  <a:pt x="1720933" y="1053132"/>
                </a:lnTo>
                <a:lnTo>
                  <a:pt x="1724452" y="1048993"/>
                </a:lnTo>
                <a:lnTo>
                  <a:pt x="1724567" y="1047994"/>
                </a:lnTo>
                <a:lnTo>
                  <a:pt x="1722440" y="1049496"/>
                </a:lnTo>
                <a:close/>
                <a:moveTo>
                  <a:pt x="1746621" y="995078"/>
                </a:moveTo>
                <a:lnTo>
                  <a:pt x="1737997" y="1015095"/>
                </a:lnTo>
                <a:lnTo>
                  <a:pt x="1737959" y="1015506"/>
                </a:lnTo>
                <a:lnTo>
                  <a:pt x="1746375" y="1003476"/>
                </a:lnTo>
                <a:close/>
                <a:moveTo>
                  <a:pt x="1753033" y="980196"/>
                </a:moveTo>
                <a:lnTo>
                  <a:pt x="1747218" y="993692"/>
                </a:lnTo>
                <a:lnTo>
                  <a:pt x="1746955" y="1002646"/>
                </a:lnTo>
                <a:lnTo>
                  <a:pt x="1747408" y="1002000"/>
                </a:lnTo>
                <a:lnTo>
                  <a:pt x="1748246" y="997541"/>
                </a:lnTo>
                <a:lnTo>
                  <a:pt x="1748409" y="997855"/>
                </a:lnTo>
                <a:lnTo>
                  <a:pt x="1747712" y="1001560"/>
                </a:lnTo>
                <a:lnTo>
                  <a:pt x="1754184" y="992032"/>
                </a:lnTo>
                <a:close/>
                <a:moveTo>
                  <a:pt x="1216717" y="2180674"/>
                </a:moveTo>
                <a:lnTo>
                  <a:pt x="1220329" y="2181158"/>
                </a:lnTo>
                <a:lnTo>
                  <a:pt x="1222611" y="2179562"/>
                </a:lnTo>
                <a:lnTo>
                  <a:pt x="1219036" y="2177717"/>
                </a:lnTo>
                <a:lnTo>
                  <a:pt x="1218964" y="2178065"/>
                </a:lnTo>
                <a:lnTo>
                  <a:pt x="1218804" y="2178177"/>
                </a:lnTo>
                <a:lnTo>
                  <a:pt x="1218912" y="2177653"/>
                </a:lnTo>
                <a:lnTo>
                  <a:pt x="1218655" y="2177521"/>
                </a:lnTo>
                <a:lnTo>
                  <a:pt x="1217608" y="2179477"/>
                </a:lnTo>
                <a:close/>
                <a:moveTo>
                  <a:pt x="1760143" y="963604"/>
                </a:moveTo>
                <a:lnTo>
                  <a:pt x="1760024" y="963889"/>
                </a:lnTo>
                <a:lnTo>
                  <a:pt x="1763706" y="963612"/>
                </a:lnTo>
                <a:lnTo>
                  <a:pt x="1763909" y="963777"/>
                </a:lnTo>
                <a:lnTo>
                  <a:pt x="1759947" y="964075"/>
                </a:lnTo>
                <a:lnTo>
                  <a:pt x="1759192" y="965899"/>
                </a:lnTo>
                <a:lnTo>
                  <a:pt x="1756451" y="972260"/>
                </a:lnTo>
                <a:lnTo>
                  <a:pt x="1757178" y="977283"/>
                </a:lnTo>
                <a:lnTo>
                  <a:pt x="1758058" y="986329"/>
                </a:lnTo>
                <a:lnTo>
                  <a:pt x="1764088" y="977450"/>
                </a:lnTo>
                <a:lnTo>
                  <a:pt x="1764118" y="976437"/>
                </a:lnTo>
                <a:lnTo>
                  <a:pt x="1764411" y="957915"/>
                </a:lnTo>
                <a:close/>
                <a:moveTo>
                  <a:pt x="1839346" y="786012"/>
                </a:moveTo>
                <a:lnTo>
                  <a:pt x="1830709" y="818589"/>
                </a:lnTo>
                <a:lnTo>
                  <a:pt x="1813906" y="878683"/>
                </a:lnTo>
                <a:lnTo>
                  <a:pt x="1812297" y="894430"/>
                </a:lnTo>
                <a:lnTo>
                  <a:pt x="1823719" y="869963"/>
                </a:lnTo>
                <a:lnTo>
                  <a:pt x="1837233" y="839782"/>
                </a:lnTo>
                <a:lnTo>
                  <a:pt x="1837380" y="840201"/>
                </a:lnTo>
                <a:lnTo>
                  <a:pt x="1812962" y="894735"/>
                </a:lnTo>
                <a:lnTo>
                  <a:pt x="1812070" y="896655"/>
                </a:lnTo>
                <a:lnTo>
                  <a:pt x="1810868" y="908413"/>
                </a:lnTo>
                <a:lnTo>
                  <a:pt x="1812772" y="933202"/>
                </a:lnTo>
                <a:lnTo>
                  <a:pt x="1814945" y="927861"/>
                </a:lnTo>
                <a:lnTo>
                  <a:pt x="1815079" y="928205"/>
                </a:lnTo>
                <a:lnTo>
                  <a:pt x="1812815" y="933767"/>
                </a:lnTo>
                <a:lnTo>
                  <a:pt x="1813796" y="946557"/>
                </a:lnTo>
                <a:lnTo>
                  <a:pt x="1814111" y="955142"/>
                </a:lnTo>
                <a:lnTo>
                  <a:pt x="1822714" y="938576"/>
                </a:lnTo>
                <a:lnTo>
                  <a:pt x="1822811" y="938915"/>
                </a:lnTo>
                <a:lnTo>
                  <a:pt x="1814130" y="955633"/>
                </a:lnTo>
                <a:lnTo>
                  <a:pt x="1814313" y="960642"/>
                </a:lnTo>
                <a:lnTo>
                  <a:pt x="1831894" y="922984"/>
                </a:lnTo>
                <a:lnTo>
                  <a:pt x="1838748" y="901774"/>
                </a:lnTo>
                <a:lnTo>
                  <a:pt x="1838755" y="901693"/>
                </a:lnTo>
                <a:lnTo>
                  <a:pt x="1838767" y="901714"/>
                </a:lnTo>
                <a:lnTo>
                  <a:pt x="1840790" y="895454"/>
                </a:lnTo>
                <a:lnTo>
                  <a:pt x="1844070" y="856944"/>
                </a:lnTo>
                <a:lnTo>
                  <a:pt x="1844419" y="852087"/>
                </a:lnTo>
                <a:close/>
                <a:moveTo>
                  <a:pt x="1731515" y="1027424"/>
                </a:moveTo>
                <a:lnTo>
                  <a:pt x="1731452" y="1027900"/>
                </a:lnTo>
                <a:lnTo>
                  <a:pt x="1731462" y="1027989"/>
                </a:lnTo>
                <a:lnTo>
                  <a:pt x="1734126" y="1022438"/>
                </a:lnTo>
                <a:lnTo>
                  <a:pt x="1734096" y="1022184"/>
                </a:lnTo>
                <a:close/>
                <a:moveTo>
                  <a:pt x="1764486" y="953127"/>
                </a:moveTo>
                <a:lnTo>
                  <a:pt x="1761189" y="961081"/>
                </a:lnTo>
                <a:lnTo>
                  <a:pt x="1764429" y="956761"/>
                </a:lnTo>
                <a:close/>
                <a:moveTo>
                  <a:pt x="1215583" y="2182200"/>
                </a:moveTo>
                <a:lnTo>
                  <a:pt x="1217550" y="2183101"/>
                </a:lnTo>
                <a:lnTo>
                  <a:pt x="1219813" y="2181519"/>
                </a:lnTo>
                <a:lnTo>
                  <a:pt x="1216426" y="2181065"/>
                </a:lnTo>
                <a:close/>
                <a:moveTo>
                  <a:pt x="1728893" y="1032748"/>
                </a:moveTo>
                <a:lnTo>
                  <a:pt x="1728804" y="1033534"/>
                </a:lnTo>
                <a:lnTo>
                  <a:pt x="1729037" y="1033048"/>
                </a:lnTo>
                <a:lnTo>
                  <a:pt x="1728981" y="1032570"/>
                </a:lnTo>
                <a:close/>
                <a:moveTo>
                  <a:pt x="1766373" y="948575"/>
                </a:moveTo>
                <a:lnTo>
                  <a:pt x="1764835" y="952286"/>
                </a:lnTo>
                <a:lnTo>
                  <a:pt x="1764771" y="956305"/>
                </a:lnTo>
                <a:lnTo>
                  <a:pt x="1767053" y="953264"/>
                </a:lnTo>
                <a:close/>
                <a:moveTo>
                  <a:pt x="1770172" y="939414"/>
                </a:moveTo>
                <a:lnTo>
                  <a:pt x="1769522" y="940980"/>
                </a:lnTo>
                <a:lnTo>
                  <a:pt x="1770031" y="944492"/>
                </a:lnTo>
                <a:close/>
                <a:moveTo>
                  <a:pt x="1737118" y="1013376"/>
                </a:moveTo>
                <a:lnTo>
                  <a:pt x="1737136" y="1013531"/>
                </a:lnTo>
                <a:lnTo>
                  <a:pt x="1737281" y="1013149"/>
                </a:lnTo>
                <a:close/>
                <a:moveTo>
                  <a:pt x="1212574" y="2187904"/>
                </a:moveTo>
                <a:lnTo>
                  <a:pt x="1215973" y="2186781"/>
                </a:lnTo>
                <a:lnTo>
                  <a:pt x="1217475" y="2185438"/>
                </a:lnTo>
                <a:lnTo>
                  <a:pt x="1216851" y="2185160"/>
                </a:lnTo>
                <a:close/>
                <a:moveTo>
                  <a:pt x="1723719" y="1043254"/>
                </a:moveTo>
                <a:lnTo>
                  <a:pt x="1722807" y="1046033"/>
                </a:lnTo>
                <a:lnTo>
                  <a:pt x="1725413" y="1040601"/>
                </a:lnTo>
                <a:lnTo>
                  <a:pt x="1725530" y="1039577"/>
                </a:lnTo>
                <a:close/>
                <a:moveTo>
                  <a:pt x="1771297" y="936699"/>
                </a:moveTo>
                <a:lnTo>
                  <a:pt x="1770827" y="937834"/>
                </a:lnTo>
                <a:lnTo>
                  <a:pt x="1770482" y="947610"/>
                </a:lnTo>
                <a:lnTo>
                  <a:pt x="1770614" y="948516"/>
                </a:lnTo>
                <a:lnTo>
                  <a:pt x="1771308" y="947590"/>
                </a:lnTo>
                <a:close/>
                <a:moveTo>
                  <a:pt x="1758774" y="964165"/>
                </a:moveTo>
                <a:lnTo>
                  <a:pt x="1758671" y="964438"/>
                </a:lnTo>
                <a:lnTo>
                  <a:pt x="1758882" y="964156"/>
                </a:lnTo>
                <a:close/>
                <a:moveTo>
                  <a:pt x="1195909" y="2224443"/>
                </a:moveTo>
                <a:lnTo>
                  <a:pt x="1198882" y="2225587"/>
                </a:lnTo>
                <a:lnTo>
                  <a:pt x="1201027" y="2223686"/>
                </a:lnTo>
                <a:lnTo>
                  <a:pt x="1200030" y="2222289"/>
                </a:lnTo>
                <a:lnTo>
                  <a:pt x="1197288" y="2222902"/>
                </a:lnTo>
                <a:close/>
                <a:moveTo>
                  <a:pt x="1721423" y="1047444"/>
                </a:moveTo>
                <a:lnTo>
                  <a:pt x="1720743" y="1049790"/>
                </a:lnTo>
                <a:lnTo>
                  <a:pt x="1720776" y="1049751"/>
                </a:lnTo>
                <a:lnTo>
                  <a:pt x="1721691" y="1047034"/>
                </a:lnTo>
                <a:close/>
                <a:moveTo>
                  <a:pt x="1756068" y="969611"/>
                </a:moveTo>
                <a:lnTo>
                  <a:pt x="1756329" y="971415"/>
                </a:lnTo>
                <a:lnTo>
                  <a:pt x="1759087" y="965011"/>
                </a:lnTo>
                <a:lnTo>
                  <a:pt x="1757242" y="967472"/>
                </a:lnTo>
                <a:close/>
                <a:moveTo>
                  <a:pt x="1191516" y="2233148"/>
                </a:moveTo>
                <a:lnTo>
                  <a:pt x="1192320" y="2234399"/>
                </a:lnTo>
                <a:lnTo>
                  <a:pt x="1204602" y="2228696"/>
                </a:lnTo>
                <a:lnTo>
                  <a:pt x="1204126" y="2228029"/>
                </a:lnTo>
                <a:lnTo>
                  <a:pt x="1199218" y="2226363"/>
                </a:lnTo>
                <a:lnTo>
                  <a:pt x="1191817" y="2232926"/>
                </a:lnTo>
                <a:close/>
                <a:moveTo>
                  <a:pt x="1212056" y="2186943"/>
                </a:moveTo>
                <a:lnTo>
                  <a:pt x="1215479" y="2184549"/>
                </a:lnTo>
                <a:lnTo>
                  <a:pt x="1214244" y="2184000"/>
                </a:lnTo>
                <a:close/>
                <a:moveTo>
                  <a:pt x="1746796" y="989088"/>
                </a:moveTo>
                <a:lnTo>
                  <a:pt x="1737216" y="1014229"/>
                </a:lnTo>
                <a:lnTo>
                  <a:pt x="1737357" y="1015452"/>
                </a:lnTo>
                <a:lnTo>
                  <a:pt x="1737839" y="1014330"/>
                </a:lnTo>
                <a:lnTo>
                  <a:pt x="1737943" y="1013225"/>
                </a:lnTo>
                <a:lnTo>
                  <a:pt x="1738144" y="1013535"/>
                </a:lnTo>
                <a:lnTo>
                  <a:pt x="1738133" y="1013649"/>
                </a:lnTo>
                <a:lnTo>
                  <a:pt x="1746656" y="993867"/>
                </a:lnTo>
                <a:close/>
                <a:moveTo>
                  <a:pt x="1764554" y="948879"/>
                </a:moveTo>
                <a:lnTo>
                  <a:pt x="1758845" y="963978"/>
                </a:lnTo>
                <a:lnTo>
                  <a:pt x="1759026" y="963965"/>
                </a:lnTo>
                <a:lnTo>
                  <a:pt x="1760229" y="962359"/>
                </a:lnTo>
                <a:lnTo>
                  <a:pt x="1764497" y="952453"/>
                </a:lnTo>
                <a:close/>
                <a:moveTo>
                  <a:pt x="1765901" y="945317"/>
                </a:moveTo>
                <a:lnTo>
                  <a:pt x="1764904" y="947954"/>
                </a:lnTo>
                <a:lnTo>
                  <a:pt x="1764846" y="951644"/>
                </a:lnTo>
                <a:lnTo>
                  <a:pt x="1765832" y="949355"/>
                </a:lnTo>
                <a:lnTo>
                  <a:pt x="1766317" y="948184"/>
                </a:lnTo>
                <a:close/>
                <a:moveTo>
                  <a:pt x="1750019" y="980630"/>
                </a:moveTo>
                <a:lnTo>
                  <a:pt x="1747398" y="987508"/>
                </a:lnTo>
                <a:lnTo>
                  <a:pt x="1747397" y="987568"/>
                </a:lnTo>
                <a:lnTo>
                  <a:pt x="1747253" y="992481"/>
                </a:lnTo>
                <a:lnTo>
                  <a:pt x="1752942" y="979275"/>
                </a:lnTo>
                <a:lnTo>
                  <a:pt x="1752615" y="975902"/>
                </a:lnTo>
                <a:close/>
                <a:moveTo>
                  <a:pt x="1732526" y="1019791"/>
                </a:moveTo>
                <a:lnTo>
                  <a:pt x="1731957" y="1024086"/>
                </a:lnTo>
                <a:lnTo>
                  <a:pt x="1732216" y="1023717"/>
                </a:lnTo>
                <a:lnTo>
                  <a:pt x="1733884" y="1020330"/>
                </a:lnTo>
                <a:lnTo>
                  <a:pt x="1733642" y="1018232"/>
                </a:lnTo>
                <a:close/>
                <a:moveTo>
                  <a:pt x="1747432" y="985344"/>
                </a:moveTo>
                <a:lnTo>
                  <a:pt x="1747413" y="986561"/>
                </a:lnTo>
                <a:lnTo>
                  <a:pt x="1748887" y="982692"/>
                </a:lnTo>
                <a:close/>
                <a:moveTo>
                  <a:pt x="1187085" y="2239933"/>
                </a:moveTo>
                <a:lnTo>
                  <a:pt x="1191520" y="2241827"/>
                </a:lnTo>
                <a:lnTo>
                  <a:pt x="1198432" y="2244249"/>
                </a:lnTo>
                <a:lnTo>
                  <a:pt x="1198535" y="2244165"/>
                </a:lnTo>
                <a:lnTo>
                  <a:pt x="1193483" y="2236962"/>
                </a:lnTo>
                <a:close/>
                <a:moveTo>
                  <a:pt x="1730799" y="1022206"/>
                </a:moveTo>
                <a:lnTo>
                  <a:pt x="1731147" y="1025245"/>
                </a:lnTo>
                <a:lnTo>
                  <a:pt x="1731195" y="1025176"/>
                </a:lnTo>
                <a:lnTo>
                  <a:pt x="1731769" y="1020850"/>
                </a:lnTo>
                <a:close/>
                <a:moveTo>
                  <a:pt x="1724954" y="1035270"/>
                </a:moveTo>
                <a:lnTo>
                  <a:pt x="1723217" y="1041258"/>
                </a:lnTo>
                <a:lnTo>
                  <a:pt x="1724081" y="1039932"/>
                </a:lnTo>
                <a:lnTo>
                  <a:pt x="1726214" y="1033597"/>
                </a:lnTo>
                <a:lnTo>
                  <a:pt x="1726232" y="1033444"/>
                </a:lnTo>
                <a:close/>
                <a:moveTo>
                  <a:pt x="1770332" y="933601"/>
                </a:moveTo>
                <a:lnTo>
                  <a:pt x="1768974" y="937193"/>
                </a:lnTo>
                <a:lnTo>
                  <a:pt x="1769466" y="940589"/>
                </a:lnTo>
                <a:lnTo>
                  <a:pt x="1770187" y="938850"/>
                </a:lnTo>
                <a:close/>
                <a:moveTo>
                  <a:pt x="1771224" y="931242"/>
                </a:moveTo>
                <a:lnTo>
                  <a:pt x="1771042" y="931724"/>
                </a:lnTo>
                <a:lnTo>
                  <a:pt x="1770847" y="937258"/>
                </a:lnTo>
                <a:lnTo>
                  <a:pt x="1771296" y="936175"/>
                </a:lnTo>
                <a:close/>
                <a:moveTo>
                  <a:pt x="1193880" y="2223663"/>
                </a:moveTo>
                <a:lnTo>
                  <a:pt x="1194287" y="2223819"/>
                </a:lnTo>
                <a:lnTo>
                  <a:pt x="1194564" y="2223510"/>
                </a:lnTo>
                <a:close/>
                <a:moveTo>
                  <a:pt x="1736554" y="1008466"/>
                </a:moveTo>
                <a:lnTo>
                  <a:pt x="1736817" y="1010753"/>
                </a:lnTo>
                <a:lnTo>
                  <a:pt x="1737755" y="1006061"/>
                </a:lnTo>
                <a:close/>
                <a:moveTo>
                  <a:pt x="1733039" y="1015927"/>
                </a:moveTo>
                <a:lnTo>
                  <a:pt x="1732575" y="1019427"/>
                </a:lnTo>
                <a:lnTo>
                  <a:pt x="1733613" y="1017977"/>
                </a:lnTo>
                <a:lnTo>
                  <a:pt x="1733387" y="1016010"/>
                </a:lnTo>
                <a:close/>
                <a:moveTo>
                  <a:pt x="1733114" y="1015353"/>
                </a:moveTo>
                <a:lnTo>
                  <a:pt x="1733109" y="1015391"/>
                </a:lnTo>
                <a:lnTo>
                  <a:pt x="1733322" y="1015441"/>
                </a:lnTo>
                <a:lnTo>
                  <a:pt x="1733275" y="1015032"/>
                </a:lnTo>
                <a:close/>
                <a:moveTo>
                  <a:pt x="1732241" y="1017278"/>
                </a:moveTo>
                <a:lnTo>
                  <a:pt x="1730753" y="1021813"/>
                </a:lnTo>
                <a:lnTo>
                  <a:pt x="1730769" y="1021950"/>
                </a:lnTo>
                <a:lnTo>
                  <a:pt x="1731817" y="1020486"/>
                </a:lnTo>
                <a:close/>
                <a:moveTo>
                  <a:pt x="1742437" y="994443"/>
                </a:moveTo>
                <a:lnTo>
                  <a:pt x="1739318" y="1002495"/>
                </a:lnTo>
                <a:lnTo>
                  <a:pt x="1742038" y="998387"/>
                </a:lnTo>
                <a:lnTo>
                  <a:pt x="1742088" y="998676"/>
                </a:lnTo>
                <a:lnTo>
                  <a:pt x="1738977" y="1003374"/>
                </a:lnTo>
                <a:lnTo>
                  <a:pt x="1738560" y="1004450"/>
                </a:lnTo>
                <a:lnTo>
                  <a:pt x="1738313" y="1004944"/>
                </a:lnTo>
                <a:lnTo>
                  <a:pt x="1736939" y="1011815"/>
                </a:lnTo>
                <a:lnTo>
                  <a:pt x="1737089" y="1013121"/>
                </a:lnTo>
                <a:lnTo>
                  <a:pt x="1737523" y="1012514"/>
                </a:lnTo>
                <a:lnTo>
                  <a:pt x="1746825" y="988105"/>
                </a:lnTo>
                <a:lnTo>
                  <a:pt x="1746876" y="986356"/>
                </a:lnTo>
                <a:close/>
                <a:moveTo>
                  <a:pt x="1726720" y="1029181"/>
                </a:moveTo>
                <a:lnTo>
                  <a:pt x="1726014" y="1031616"/>
                </a:lnTo>
                <a:lnTo>
                  <a:pt x="1726079" y="1031800"/>
                </a:lnTo>
                <a:lnTo>
                  <a:pt x="1725637" y="1033120"/>
                </a:lnTo>
                <a:lnTo>
                  <a:pt x="1726392" y="1032041"/>
                </a:lnTo>
                <a:close/>
                <a:moveTo>
                  <a:pt x="1730592" y="1020404"/>
                </a:moveTo>
                <a:lnTo>
                  <a:pt x="1730602" y="1020496"/>
                </a:lnTo>
                <a:lnTo>
                  <a:pt x="1730710" y="1020167"/>
                </a:lnTo>
                <a:close/>
                <a:moveTo>
                  <a:pt x="1189772" y="2230434"/>
                </a:moveTo>
                <a:lnTo>
                  <a:pt x="1191096" y="2232494"/>
                </a:lnTo>
                <a:lnTo>
                  <a:pt x="1198344" y="2226065"/>
                </a:lnTo>
                <a:lnTo>
                  <a:pt x="1195352" y="2225049"/>
                </a:lnTo>
                <a:close/>
                <a:moveTo>
                  <a:pt x="1720498" y="1041641"/>
                </a:moveTo>
                <a:lnTo>
                  <a:pt x="1719640" y="1043779"/>
                </a:lnTo>
                <a:lnTo>
                  <a:pt x="1719819" y="1045071"/>
                </a:lnTo>
                <a:lnTo>
                  <a:pt x="1721764" y="1039831"/>
                </a:lnTo>
                <a:close/>
                <a:moveTo>
                  <a:pt x="1722594" y="1036417"/>
                </a:moveTo>
                <a:lnTo>
                  <a:pt x="1721604" y="1038886"/>
                </a:lnTo>
                <a:lnTo>
                  <a:pt x="1722692" y="1037330"/>
                </a:lnTo>
                <a:lnTo>
                  <a:pt x="1724078" y="1033595"/>
                </a:lnTo>
                <a:lnTo>
                  <a:pt x="1724182" y="1033237"/>
                </a:lnTo>
                <a:close/>
                <a:moveTo>
                  <a:pt x="1736241" y="1005732"/>
                </a:moveTo>
                <a:lnTo>
                  <a:pt x="1736242" y="1005746"/>
                </a:lnTo>
                <a:lnTo>
                  <a:pt x="1736337" y="1005556"/>
                </a:lnTo>
                <a:close/>
                <a:moveTo>
                  <a:pt x="1211461" y="2179970"/>
                </a:moveTo>
                <a:lnTo>
                  <a:pt x="1211548" y="2179982"/>
                </a:lnTo>
                <a:lnTo>
                  <a:pt x="1211940" y="2179251"/>
                </a:lnTo>
                <a:close/>
                <a:moveTo>
                  <a:pt x="1185451" y="2237588"/>
                </a:moveTo>
                <a:lnTo>
                  <a:pt x="1191842" y="2234622"/>
                </a:lnTo>
                <a:lnTo>
                  <a:pt x="1191048" y="2233489"/>
                </a:lnTo>
                <a:close/>
                <a:moveTo>
                  <a:pt x="1731300" y="1014967"/>
                </a:moveTo>
                <a:lnTo>
                  <a:pt x="1731602" y="1015037"/>
                </a:lnTo>
                <a:lnTo>
                  <a:pt x="1732668" y="1012900"/>
                </a:lnTo>
                <a:close/>
                <a:moveTo>
                  <a:pt x="1730850" y="1015646"/>
                </a:moveTo>
                <a:lnTo>
                  <a:pt x="1730717" y="1016807"/>
                </a:lnTo>
                <a:lnTo>
                  <a:pt x="1731353" y="1015533"/>
                </a:lnTo>
                <a:lnTo>
                  <a:pt x="1730982" y="1015447"/>
                </a:lnTo>
                <a:close/>
                <a:moveTo>
                  <a:pt x="1208344" y="2185249"/>
                </a:moveTo>
                <a:lnTo>
                  <a:pt x="1208472" y="2185281"/>
                </a:lnTo>
                <a:lnTo>
                  <a:pt x="1208705" y="2184968"/>
                </a:lnTo>
                <a:close/>
                <a:moveTo>
                  <a:pt x="1208939" y="2183754"/>
                </a:moveTo>
                <a:lnTo>
                  <a:pt x="1210014" y="2182845"/>
                </a:lnTo>
                <a:lnTo>
                  <a:pt x="1210329" y="2182258"/>
                </a:lnTo>
                <a:lnTo>
                  <a:pt x="1210026" y="2182123"/>
                </a:lnTo>
                <a:close/>
                <a:moveTo>
                  <a:pt x="1730946" y="1014808"/>
                </a:moveTo>
                <a:lnTo>
                  <a:pt x="1730946" y="1014809"/>
                </a:lnTo>
                <a:lnTo>
                  <a:pt x="1730937" y="1014882"/>
                </a:lnTo>
                <a:lnTo>
                  <a:pt x="1731091" y="1014917"/>
                </a:lnTo>
                <a:lnTo>
                  <a:pt x="1732921" y="1012154"/>
                </a:lnTo>
                <a:lnTo>
                  <a:pt x="1732934" y="1012053"/>
                </a:lnTo>
                <a:lnTo>
                  <a:pt x="1732905" y="1011808"/>
                </a:lnTo>
                <a:lnTo>
                  <a:pt x="1731995" y="1013465"/>
                </a:lnTo>
                <a:close/>
                <a:moveTo>
                  <a:pt x="1210578" y="2179852"/>
                </a:moveTo>
                <a:lnTo>
                  <a:pt x="1210662" y="2179863"/>
                </a:lnTo>
                <a:lnTo>
                  <a:pt x="1210732" y="2179733"/>
                </a:lnTo>
                <a:close/>
                <a:moveTo>
                  <a:pt x="1181876" y="2242351"/>
                </a:moveTo>
                <a:lnTo>
                  <a:pt x="1188459" y="2248600"/>
                </a:lnTo>
                <a:lnTo>
                  <a:pt x="1190836" y="2250467"/>
                </a:lnTo>
                <a:lnTo>
                  <a:pt x="1197644" y="2244894"/>
                </a:lnTo>
                <a:lnTo>
                  <a:pt x="1196385" y="2244356"/>
                </a:lnTo>
                <a:lnTo>
                  <a:pt x="1185653" y="2240597"/>
                </a:lnTo>
                <a:close/>
                <a:moveTo>
                  <a:pt x="1764697" y="936995"/>
                </a:moveTo>
                <a:lnTo>
                  <a:pt x="1754977" y="962079"/>
                </a:lnTo>
                <a:lnTo>
                  <a:pt x="1755096" y="962894"/>
                </a:lnTo>
                <a:lnTo>
                  <a:pt x="1759134" y="955536"/>
                </a:lnTo>
                <a:lnTo>
                  <a:pt x="1761127" y="949740"/>
                </a:lnTo>
                <a:lnTo>
                  <a:pt x="1761170" y="949864"/>
                </a:lnTo>
                <a:lnTo>
                  <a:pt x="1759363" y="955119"/>
                </a:lnTo>
                <a:lnTo>
                  <a:pt x="1762030" y="950261"/>
                </a:lnTo>
                <a:lnTo>
                  <a:pt x="1764635" y="943776"/>
                </a:lnTo>
                <a:lnTo>
                  <a:pt x="1764709" y="939130"/>
                </a:lnTo>
                <a:lnTo>
                  <a:pt x="1765037" y="939561"/>
                </a:lnTo>
                <a:lnTo>
                  <a:pt x="1764984" y="942909"/>
                </a:lnTo>
                <a:lnTo>
                  <a:pt x="1765402" y="941868"/>
                </a:lnTo>
                <a:close/>
                <a:moveTo>
                  <a:pt x="1713211" y="1052056"/>
                </a:moveTo>
                <a:lnTo>
                  <a:pt x="1713273" y="1053427"/>
                </a:lnTo>
                <a:lnTo>
                  <a:pt x="1713752" y="1052273"/>
                </a:lnTo>
                <a:lnTo>
                  <a:pt x="1713785" y="1051766"/>
                </a:lnTo>
                <a:lnTo>
                  <a:pt x="1713723" y="1051324"/>
                </a:lnTo>
                <a:close/>
                <a:moveTo>
                  <a:pt x="1722374" y="1031447"/>
                </a:moveTo>
                <a:lnTo>
                  <a:pt x="1722368" y="1031477"/>
                </a:lnTo>
                <a:lnTo>
                  <a:pt x="1722442" y="1031298"/>
                </a:lnTo>
                <a:close/>
                <a:moveTo>
                  <a:pt x="1204389" y="2190587"/>
                </a:moveTo>
                <a:lnTo>
                  <a:pt x="1204441" y="2190590"/>
                </a:lnTo>
                <a:lnTo>
                  <a:pt x="1204551" y="2190554"/>
                </a:lnTo>
                <a:lnTo>
                  <a:pt x="1208318" y="2185489"/>
                </a:lnTo>
                <a:lnTo>
                  <a:pt x="1208104" y="2185437"/>
                </a:lnTo>
                <a:lnTo>
                  <a:pt x="1207513" y="2185897"/>
                </a:lnTo>
                <a:close/>
                <a:moveTo>
                  <a:pt x="1770664" y="921592"/>
                </a:moveTo>
                <a:lnTo>
                  <a:pt x="1767789" y="929013"/>
                </a:lnTo>
                <a:lnTo>
                  <a:pt x="1768525" y="934094"/>
                </a:lnTo>
                <a:lnTo>
                  <a:pt x="1770452" y="929300"/>
                </a:lnTo>
                <a:close/>
                <a:moveTo>
                  <a:pt x="1723378" y="1026930"/>
                </a:moveTo>
                <a:lnTo>
                  <a:pt x="1722639" y="1030255"/>
                </a:lnTo>
                <a:lnTo>
                  <a:pt x="1724654" y="1025956"/>
                </a:lnTo>
                <a:lnTo>
                  <a:pt x="1725710" y="1023409"/>
                </a:lnTo>
                <a:close/>
                <a:moveTo>
                  <a:pt x="1738786" y="992078"/>
                </a:moveTo>
                <a:lnTo>
                  <a:pt x="1738253" y="993578"/>
                </a:lnTo>
                <a:lnTo>
                  <a:pt x="1739871" y="990631"/>
                </a:lnTo>
                <a:close/>
                <a:moveTo>
                  <a:pt x="1741884" y="985042"/>
                </a:moveTo>
                <a:lnTo>
                  <a:pt x="1741034" y="987950"/>
                </a:lnTo>
                <a:lnTo>
                  <a:pt x="1741444" y="987405"/>
                </a:lnTo>
                <a:close/>
                <a:moveTo>
                  <a:pt x="1193666" y="2212604"/>
                </a:moveTo>
                <a:lnTo>
                  <a:pt x="1194065" y="2213162"/>
                </a:lnTo>
                <a:lnTo>
                  <a:pt x="1195567" y="2212585"/>
                </a:lnTo>
                <a:lnTo>
                  <a:pt x="1198495" y="2210931"/>
                </a:lnTo>
                <a:close/>
                <a:moveTo>
                  <a:pt x="1182124" y="2237813"/>
                </a:moveTo>
                <a:lnTo>
                  <a:pt x="1183604" y="2238446"/>
                </a:lnTo>
                <a:lnTo>
                  <a:pt x="1184261" y="2238141"/>
                </a:lnTo>
                <a:lnTo>
                  <a:pt x="1186948" y="2236173"/>
                </a:lnTo>
                <a:lnTo>
                  <a:pt x="1190636" y="2232902"/>
                </a:lnTo>
                <a:lnTo>
                  <a:pt x="1189255" y="2230933"/>
                </a:lnTo>
                <a:close/>
                <a:moveTo>
                  <a:pt x="1724136" y="1023517"/>
                </a:moveTo>
                <a:lnTo>
                  <a:pt x="1723595" y="1025954"/>
                </a:lnTo>
                <a:lnTo>
                  <a:pt x="1726295" y="1021996"/>
                </a:lnTo>
                <a:lnTo>
                  <a:pt x="1727388" y="1019357"/>
                </a:lnTo>
                <a:close/>
                <a:moveTo>
                  <a:pt x="1202568" y="2191003"/>
                </a:moveTo>
                <a:lnTo>
                  <a:pt x="1202757" y="2191147"/>
                </a:lnTo>
                <a:lnTo>
                  <a:pt x="1203091" y="2191037"/>
                </a:lnTo>
                <a:close/>
                <a:moveTo>
                  <a:pt x="1181075" y="2238994"/>
                </a:moveTo>
                <a:lnTo>
                  <a:pt x="1180841" y="2239729"/>
                </a:lnTo>
                <a:lnTo>
                  <a:pt x="1181845" y="2239263"/>
                </a:lnTo>
                <a:close/>
                <a:moveTo>
                  <a:pt x="1719941" y="1032104"/>
                </a:moveTo>
                <a:lnTo>
                  <a:pt x="1719802" y="1035040"/>
                </a:lnTo>
                <a:lnTo>
                  <a:pt x="1720709" y="1030961"/>
                </a:lnTo>
                <a:lnTo>
                  <a:pt x="1720316" y="1031554"/>
                </a:lnTo>
                <a:close/>
                <a:moveTo>
                  <a:pt x="1742547" y="981479"/>
                </a:moveTo>
                <a:lnTo>
                  <a:pt x="1739546" y="989935"/>
                </a:lnTo>
                <a:lnTo>
                  <a:pt x="1740799" y="988265"/>
                </a:lnTo>
                <a:lnTo>
                  <a:pt x="1742061" y="983939"/>
                </a:lnTo>
                <a:lnTo>
                  <a:pt x="1742080" y="983986"/>
                </a:lnTo>
                <a:close/>
                <a:moveTo>
                  <a:pt x="1193068" y="2211765"/>
                </a:moveTo>
                <a:lnTo>
                  <a:pt x="1193139" y="2211864"/>
                </a:lnTo>
                <a:lnTo>
                  <a:pt x="1200531" y="2209304"/>
                </a:lnTo>
                <a:lnTo>
                  <a:pt x="1194193" y="2210333"/>
                </a:lnTo>
                <a:close/>
                <a:moveTo>
                  <a:pt x="1712977" y="1046891"/>
                </a:moveTo>
                <a:lnTo>
                  <a:pt x="1712982" y="1047003"/>
                </a:lnTo>
                <a:lnTo>
                  <a:pt x="1713101" y="1046822"/>
                </a:lnTo>
                <a:lnTo>
                  <a:pt x="1713090" y="1046738"/>
                </a:lnTo>
                <a:close/>
                <a:moveTo>
                  <a:pt x="1204837" y="2184377"/>
                </a:moveTo>
                <a:lnTo>
                  <a:pt x="1207438" y="2185024"/>
                </a:lnTo>
                <a:lnTo>
                  <a:pt x="1208155" y="2184418"/>
                </a:lnTo>
                <a:lnTo>
                  <a:pt x="1208436" y="2183996"/>
                </a:lnTo>
                <a:lnTo>
                  <a:pt x="1209557" y="2181915"/>
                </a:lnTo>
                <a:lnTo>
                  <a:pt x="1208513" y="2181450"/>
                </a:lnTo>
                <a:lnTo>
                  <a:pt x="1205032" y="2184143"/>
                </a:lnTo>
                <a:close/>
                <a:moveTo>
                  <a:pt x="1186483" y="2225316"/>
                </a:moveTo>
                <a:lnTo>
                  <a:pt x="1189185" y="2229520"/>
                </a:lnTo>
                <a:lnTo>
                  <a:pt x="1193691" y="2224486"/>
                </a:lnTo>
                <a:lnTo>
                  <a:pt x="1192305" y="2224015"/>
                </a:lnTo>
                <a:close/>
                <a:moveTo>
                  <a:pt x="1179631" y="2240220"/>
                </a:moveTo>
                <a:lnTo>
                  <a:pt x="1179681" y="2240267"/>
                </a:lnTo>
                <a:lnTo>
                  <a:pt x="1180649" y="2239818"/>
                </a:lnTo>
                <a:lnTo>
                  <a:pt x="1180915" y="2238981"/>
                </a:lnTo>
                <a:close/>
                <a:moveTo>
                  <a:pt x="1201755" y="2190380"/>
                </a:moveTo>
                <a:lnTo>
                  <a:pt x="1201805" y="2190419"/>
                </a:lnTo>
                <a:lnTo>
                  <a:pt x="1204060" y="2190566"/>
                </a:lnTo>
                <a:lnTo>
                  <a:pt x="1206801" y="2186451"/>
                </a:lnTo>
                <a:close/>
                <a:moveTo>
                  <a:pt x="1191063" y="2214317"/>
                </a:moveTo>
                <a:lnTo>
                  <a:pt x="1192726" y="2213677"/>
                </a:lnTo>
                <a:lnTo>
                  <a:pt x="1192095" y="2213148"/>
                </a:lnTo>
                <a:lnTo>
                  <a:pt x="1191937" y="2213203"/>
                </a:lnTo>
                <a:close/>
                <a:moveTo>
                  <a:pt x="1203926" y="2185470"/>
                </a:moveTo>
                <a:lnTo>
                  <a:pt x="1205777" y="2186430"/>
                </a:lnTo>
                <a:lnTo>
                  <a:pt x="1207213" y="2185215"/>
                </a:lnTo>
                <a:lnTo>
                  <a:pt x="1204667" y="2184582"/>
                </a:lnTo>
                <a:close/>
                <a:moveTo>
                  <a:pt x="1712913" y="1045457"/>
                </a:moveTo>
                <a:lnTo>
                  <a:pt x="1712949" y="1046281"/>
                </a:lnTo>
                <a:lnTo>
                  <a:pt x="1713014" y="1046193"/>
                </a:lnTo>
                <a:close/>
                <a:moveTo>
                  <a:pt x="1192361" y="2210774"/>
                </a:moveTo>
                <a:lnTo>
                  <a:pt x="1192437" y="2210880"/>
                </a:lnTo>
                <a:lnTo>
                  <a:pt x="1192674" y="2210579"/>
                </a:lnTo>
                <a:lnTo>
                  <a:pt x="1192541" y="2210600"/>
                </a:lnTo>
                <a:close/>
                <a:moveTo>
                  <a:pt x="1747422" y="967741"/>
                </a:moveTo>
                <a:lnTo>
                  <a:pt x="1742862" y="980593"/>
                </a:lnTo>
                <a:lnTo>
                  <a:pt x="1741643" y="987140"/>
                </a:lnTo>
                <a:lnTo>
                  <a:pt x="1742180" y="986423"/>
                </a:lnTo>
                <a:lnTo>
                  <a:pt x="1747140" y="977389"/>
                </a:lnTo>
                <a:close/>
                <a:moveTo>
                  <a:pt x="1720103" y="1028676"/>
                </a:moveTo>
                <a:lnTo>
                  <a:pt x="1719981" y="1031251"/>
                </a:lnTo>
                <a:lnTo>
                  <a:pt x="1720965" y="1029810"/>
                </a:lnTo>
                <a:lnTo>
                  <a:pt x="1721659" y="1026686"/>
                </a:lnTo>
                <a:close/>
                <a:moveTo>
                  <a:pt x="1191840" y="2211279"/>
                </a:moveTo>
                <a:lnTo>
                  <a:pt x="1192005" y="2211430"/>
                </a:lnTo>
                <a:lnTo>
                  <a:pt x="1192151" y="2211244"/>
                </a:lnTo>
                <a:lnTo>
                  <a:pt x="1192038" y="2211088"/>
                </a:lnTo>
                <a:close/>
                <a:moveTo>
                  <a:pt x="1748414" y="964946"/>
                </a:moveTo>
                <a:lnTo>
                  <a:pt x="1747725" y="966889"/>
                </a:lnTo>
                <a:lnTo>
                  <a:pt x="1747571" y="976603"/>
                </a:lnTo>
                <a:lnTo>
                  <a:pt x="1751872" y="968766"/>
                </a:lnTo>
                <a:lnTo>
                  <a:pt x="1751911" y="968667"/>
                </a:lnTo>
                <a:lnTo>
                  <a:pt x="1751526" y="964712"/>
                </a:lnTo>
                <a:close/>
                <a:moveTo>
                  <a:pt x="1185346" y="2225570"/>
                </a:moveTo>
                <a:lnTo>
                  <a:pt x="1181638" y="2237224"/>
                </a:lnTo>
                <a:lnTo>
                  <a:pt x="1186416" y="2232612"/>
                </a:lnTo>
                <a:lnTo>
                  <a:pt x="1188668" y="2230097"/>
                </a:lnTo>
                <a:lnTo>
                  <a:pt x="1185473" y="2225541"/>
                </a:lnTo>
                <a:close/>
                <a:moveTo>
                  <a:pt x="1731476" y="1001823"/>
                </a:moveTo>
                <a:lnTo>
                  <a:pt x="1731402" y="1003629"/>
                </a:lnTo>
                <a:lnTo>
                  <a:pt x="1731894" y="1003000"/>
                </a:lnTo>
                <a:lnTo>
                  <a:pt x="1731722" y="1001495"/>
                </a:lnTo>
                <a:close/>
                <a:moveTo>
                  <a:pt x="1750875" y="958014"/>
                </a:moveTo>
                <a:lnTo>
                  <a:pt x="1748480" y="964761"/>
                </a:lnTo>
                <a:lnTo>
                  <a:pt x="1751509" y="964532"/>
                </a:lnTo>
                <a:close/>
                <a:moveTo>
                  <a:pt x="1200737" y="2189602"/>
                </a:moveTo>
                <a:lnTo>
                  <a:pt x="1201415" y="2190120"/>
                </a:lnTo>
                <a:lnTo>
                  <a:pt x="1205698" y="2186496"/>
                </a:lnTo>
                <a:lnTo>
                  <a:pt x="1203864" y="2185545"/>
                </a:lnTo>
                <a:lnTo>
                  <a:pt x="1203825" y="2185591"/>
                </a:lnTo>
                <a:lnTo>
                  <a:pt x="1202879" y="2186484"/>
                </a:lnTo>
                <a:close/>
                <a:moveTo>
                  <a:pt x="1190179" y="2212891"/>
                </a:moveTo>
                <a:lnTo>
                  <a:pt x="1191111" y="2212567"/>
                </a:lnTo>
                <a:lnTo>
                  <a:pt x="1191226" y="2212421"/>
                </a:lnTo>
                <a:lnTo>
                  <a:pt x="1190924" y="2212168"/>
                </a:lnTo>
                <a:close/>
                <a:moveTo>
                  <a:pt x="1199305" y="2192288"/>
                </a:moveTo>
                <a:lnTo>
                  <a:pt x="1201753" y="2191479"/>
                </a:lnTo>
                <a:lnTo>
                  <a:pt x="1201042" y="2190936"/>
                </a:lnTo>
                <a:close/>
                <a:moveTo>
                  <a:pt x="1731550" y="1000000"/>
                </a:moveTo>
                <a:lnTo>
                  <a:pt x="1731525" y="1000629"/>
                </a:lnTo>
                <a:lnTo>
                  <a:pt x="1731610" y="1000516"/>
                </a:lnTo>
                <a:close/>
                <a:moveTo>
                  <a:pt x="1199009" y="2192118"/>
                </a:moveTo>
                <a:lnTo>
                  <a:pt x="1199568" y="2191682"/>
                </a:lnTo>
                <a:lnTo>
                  <a:pt x="1200529" y="2190869"/>
                </a:lnTo>
                <a:lnTo>
                  <a:pt x="1199895" y="2190828"/>
                </a:lnTo>
                <a:close/>
                <a:moveTo>
                  <a:pt x="1163658" y="2270966"/>
                </a:moveTo>
                <a:lnTo>
                  <a:pt x="1174838" y="2277999"/>
                </a:lnTo>
                <a:lnTo>
                  <a:pt x="1181014" y="2271981"/>
                </a:lnTo>
                <a:lnTo>
                  <a:pt x="1197070" y="2255908"/>
                </a:lnTo>
                <a:lnTo>
                  <a:pt x="1173646" y="2265189"/>
                </a:lnTo>
                <a:close/>
                <a:moveTo>
                  <a:pt x="1728858" y="1005312"/>
                </a:moveTo>
                <a:lnTo>
                  <a:pt x="1729016" y="1006680"/>
                </a:lnTo>
                <a:lnTo>
                  <a:pt x="1729343" y="1006263"/>
                </a:lnTo>
                <a:lnTo>
                  <a:pt x="1729559" y="1004380"/>
                </a:lnTo>
                <a:close/>
                <a:moveTo>
                  <a:pt x="1188887" y="2214260"/>
                </a:moveTo>
                <a:lnTo>
                  <a:pt x="1188581" y="2215271"/>
                </a:lnTo>
                <a:lnTo>
                  <a:pt x="1189163" y="2215047"/>
                </a:lnTo>
                <a:lnTo>
                  <a:pt x="1190116" y="2213834"/>
                </a:lnTo>
                <a:close/>
                <a:moveTo>
                  <a:pt x="1187729" y="2215599"/>
                </a:moveTo>
                <a:lnTo>
                  <a:pt x="1188172" y="2215428"/>
                </a:lnTo>
                <a:lnTo>
                  <a:pt x="1188425" y="2214592"/>
                </a:lnTo>
                <a:lnTo>
                  <a:pt x="1188351" y="2214663"/>
                </a:lnTo>
                <a:close/>
                <a:moveTo>
                  <a:pt x="1187161" y="2215817"/>
                </a:moveTo>
                <a:lnTo>
                  <a:pt x="1187269" y="2215775"/>
                </a:lnTo>
                <a:lnTo>
                  <a:pt x="1187386" y="2215598"/>
                </a:lnTo>
                <a:close/>
                <a:moveTo>
                  <a:pt x="1197169" y="2191866"/>
                </a:moveTo>
                <a:lnTo>
                  <a:pt x="1197429" y="2192130"/>
                </a:lnTo>
                <a:lnTo>
                  <a:pt x="1198392" y="2190729"/>
                </a:lnTo>
                <a:lnTo>
                  <a:pt x="1198376" y="2190728"/>
                </a:lnTo>
                <a:close/>
                <a:moveTo>
                  <a:pt x="1744830" y="965217"/>
                </a:moveTo>
                <a:lnTo>
                  <a:pt x="1742300" y="975450"/>
                </a:lnTo>
                <a:lnTo>
                  <a:pt x="1737189" y="993078"/>
                </a:lnTo>
                <a:lnTo>
                  <a:pt x="1737311" y="992913"/>
                </a:lnTo>
                <a:lnTo>
                  <a:pt x="1743800" y="974746"/>
                </a:lnTo>
                <a:lnTo>
                  <a:pt x="1743848" y="974487"/>
                </a:lnTo>
                <a:lnTo>
                  <a:pt x="1743874" y="974537"/>
                </a:lnTo>
                <a:lnTo>
                  <a:pt x="1747269" y="965033"/>
                </a:lnTo>
                <a:close/>
                <a:moveTo>
                  <a:pt x="1176570" y="2237314"/>
                </a:moveTo>
                <a:lnTo>
                  <a:pt x="1179078" y="2239695"/>
                </a:lnTo>
                <a:lnTo>
                  <a:pt x="1180143" y="2238667"/>
                </a:lnTo>
                <a:lnTo>
                  <a:pt x="1177761" y="2237832"/>
                </a:lnTo>
                <a:close/>
                <a:moveTo>
                  <a:pt x="1762853" y="924264"/>
                </a:moveTo>
                <a:lnTo>
                  <a:pt x="1753371" y="950981"/>
                </a:lnTo>
                <a:lnTo>
                  <a:pt x="1754838" y="961113"/>
                </a:lnTo>
                <a:lnTo>
                  <a:pt x="1764557" y="936030"/>
                </a:lnTo>
                <a:close/>
                <a:moveTo>
                  <a:pt x="1723063" y="1013040"/>
                </a:moveTo>
                <a:lnTo>
                  <a:pt x="1723893" y="1013233"/>
                </a:lnTo>
                <a:lnTo>
                  <a:pt x="1724950" y="1011882"/>
                </a:lnTo>
                <a:lnTo>
                  <a:pt x="1725378" y="1009954"/>
                </a:lnTo>
                <a:close/>
                <a:moveTo>
                  <a:pt x="1197304" y="2190124"/>
                </a:moveTo>
                <a:lnTo>
                  <a:pt x="1197424" y="2190132"/>
                </a:lnTo>
                <a:lnTo>
                  <a:pt x="1197657" y="2189851"/>
                </a:lnTo>
                <a:close/>
                <a:moveTo>
                  <a:pt x="1195328" y="2193602"/>
                </a:moveTo>
                <a:lnTo>
                  <a:pt x="1196738" y="2193137"/>
                </a:lnTo>
                <a:lnTo>
                  <a:pt x="1197310" y="2192304"/>
                </a:lnTo>
                <a:lnTo>
                  <a:pt x="1197018" y="2192008"/>
                </a:lnTo>
                <a:close/>
                <a:moveTo>
                  <a:pt x="1196252" y="2190938"/>
                </a:moveTo>
                <a:lnTo>
                  <a:pt x="1196409" y="2191096"/>
                </a:lnTo>
                <a:lnTo>
                  <a:pt x="1196902" y="2190632"/>
                </a:lnTo>
                <a:lnTo>
                  <a:pt x="1196668" y="2190616"/>
                </a:lnTo>
                <a:close/>
                <a:moveTo>
                  <a:pt x="1212553" y="2154247"/>
                </a:moveTo>
                <a:lnTo>
                  <a:pt x="1213608" y="2154813"/>
                </a:lnTo>
                <a:lnTo>
                  <a:pt x="1215887" y="2152298"/>
                </a:lnTo>
                <a:close/>
                <a:moveTo>
                  <a:pt x="1720694" y="1016199"/>
                </a:moveTo>
                <a:lnTo>
                  <a:pt x="1720636" y="1017398"/>
                </a:lnTo>
                <a:lnTo>
                  <a:pt x="1723429" y="1013827"/>
                </a:lnTo>
                <a:lnTo>
                  <a:pt x="1722593" y="1013667"/>
                </a:lnTo>
                <a:close/>
                <a:moveTo>
                  <a:pt x="1195862" y="2191240"/>
                </a:moveTo>
                <a:lnTo>
                  <a:pt x="1195705" y="2191760"/>
                </a:lnTo>
                <a:lnTo>
                  <a:pt x="1196257" y="2191239"/>
                </a:lnTo>
                <a:lnTo>
                  <a:pt x="1196086" y="2191066"/>
                </a:lnTo>
                <a:close/>
                <a:moveTo>
                  <a:pt x="1194775" y="2192636"/>
                </a:moveTo>
                <a:lnTo>
                  <a:pt x="1195200" y="2192235"/>
                </a:lnTo>
                <a:lnTo>
                  <a:pt x="1195291" y="2191933"/>
                </a:lnTo>
                <a:close/>
                <a:moveTo>
                  <a:pt x="1697293" y="1067186"/>
                </a:moveTo>
                <a:lnTo>
                  <a:pt x="1697141" y="1067735"/>
                </a:lnTo>
                <a:lnTo>
                  <a:pt x="1697461" y="1067301"/>
                </a:lnTo>
                <a:lnTo>
                  <a:pt x="1697462" y="1067290"/>
                </a:lnTo>
                <a:close/>
                <a:moveTo>
                  <a:pt x="1210903" y="2155625"/>
                </a:moveTo>
                <a:lnTo>
                  <a:pt x="1212694" y="2155822"/>
                </a:lnTo>
                <a:lnTo>
                  <a:pt x="1213341" y="2155108"/>
                </a:lnTo>
                <a:lnTo>
                  <a:pt x="1212105" y="2154507"/>
                </a:lnTo>
                <a:lnTo>
                  <a:pt x="1211552" y="2154831"/>
                </a:lnTo>
                <a:close/>
                <a:moveTo>
                  <a:pt x="1747685" y="953665"/>
                </a:moveTo>
                <a:lnTo>
                  <a:pt x="1744875" y="965032"/>
                </a:lnTo>
                <a:lnTo>
                  <a:pt x="1747335" y="964846"/>
                </a:lnTo>
                <a:lnTo>
                  <a:pt x="1747516" y="964341"/>
                </a:lnTo>
                <a:close/>
                <a:moveTo>
                  <a:pt x="1742513" y="965211"/>
                </a:moveTo>
                <a:lnTo>
                  <a:pt x="1743939" y="965103"/>
                </a:lnTo>
                <a:lnTo>
                  <a:pt x="1746476" y="956356"/>
                </a:lnTo>
                <a:close/>
                <a:moveTo>
                  <a:pt x="1738599" y="973959"/>
                </a:moveTo>
                <a:lnTo>
                  <a:pt x="1736266" y="991564"/>
                </a:lnTo>
                <a:lnTo>
                  <a:pt x="1743884" y="965296"/>
                </a:lnTo>
                <a:lnTo>
                  <a:pt x="1742417" y="965427"/>
                </a:lnTo>
                <a:close/>
                <a:moveTo>
                  <a:pt x="1732977" y="986521"/>
                </a:moveTo>
                <a:lnTo>
                  <a:pt x="1734820" y="996237"/>
                </a:lnTo>
                <a:lnTo>
                  <a:pt x="1734969" y="996038"/>
                </a:lnTo>
                <a:lnTo>
                  <a:pt x="1735129" y="995485"/>
                </a:lnTo>
                <a:lnTo>
                  <a:pt x="1737722" y="975920"/>
                </a:lnTo>
                <a:close/>
                <a:moveTo>
                  <a:pt x="1728659" y="996118"/>
                </a:moveTo>
                <a:lnTo>
                  <a:pt x="1728180" y="999390"/>
                </a:lnTo>
                <a:lnTo>
                  <a:pt x="1728747" y="1004333"/>
                </a:lnTo>
                <a:lnTo>
                  <a:pt x="1729711" y="1003047"/>
                </a:lnTo>
                <a:lnTo>
                  <a:pt x="1730505" y="996106"/>
                </a:lnTo>
                <a:lnTo>
                  <a:pt x="1730663" y="992264"/>
                </a:lnTo>
                <a:lnTo>
                  <a:pt x="1730610" y="991810"/>
                </a:lnTo>
                <a:lnTo>
                  <a:pt x="1729323" y="994686"/>
                </a:lnTo>
                <a:close/>
                <a:moveTo>
                  <a:pt x="1771245" y="900615"/>
                </a:moveTo>
                <a:lnTo>
                  <a:pt x="1765596" y="916531"/>
                </a:lnTo>
                <a:lnTo>
                  <a:pt x="1767062" y="923986"/>
                </a:lnTo>
                <a:lnTo>
                  <a:pt x="1767650" y="928048"/>
                </a:lnTo>
                <a:lnTo>
                  <a:pt x="1770704" y="920165"/>
                </a:lnTo>
                <a:close/>
                <a:moveTo>
                  <a:pt x="1720829" y="1013329"/>
                </a:moveTo>
                <a:lnTo>
                  <a:pt x="1720752" y="1014963"/>
                </a:lnTo>
                <a:lnTo>
                  <a:pt x="1721020" y="1014634"/>
                </a:lnTo>
                <a:lnTo>
                  <a:pt x="1721852" y="1013525"/>
                </a:lnTo>
                <a:close/>
                <a:moveTo>
                  <a:pt x="1721032" y="1012564"/>
                </a:moveTo>
                <a:lnTo>
                  <a:pt x="1722342" y="1012871"/>
                </a:lnTo>
                <a:lnTo>
                  <a:pt x="1725734" y="1008349"/>
                </a:lnTo>
                <a:lnTo>
                  <a:pt x="1726042" y="1006967"/>
                </a:lnTo>
                <a:lnTo>
                  <a:pt x="1725562" y="1002796"/>
                </a:lnTo>
                <a:close/>
                <a:moveTo>
                  <a:pt x="1716099" y="1023202"/>
                </a:moveTo>
                <a:lnTo>
                  <a:pt x="1717472" y="1021445"/>
                </a:lnTo>
                <a:lnTo>
                  <a:pt x="1717521" y="1020430"/>
                </a:lnTo>
                <a:lnTo>
                  <a:pt x="1717166" y="1020902"/>
                </a:lnTo>
                <a:close/>
                <a:moveTo>
                  <a:pt x="1174994" y="2234769"/>
                </a:moveTo>
                <a:lnTo>
                  <a:pt x="1181364" y="2237489"/>
                </a:lnTo>
                <a:lnTo>
                  <a:pt x="1181401" y="2237452"/>
                </a:lnTo>
                <a:lnTo>
                  <a:pt x="1183426" y="2231090"/>
                </a:lnTo>
                <a:lnTo>
                  <a:pt x="1185080" y="2225629"/>
                </a:lnTo>
                <a:lnTo>
                  <a:pt x="1184676" y="2225720"/>
                </a:lnTo>
                <a:lnTo>
                  <a:pt x="1180990" y="2227137"/>
                </a:lnTo>
                <a:close/>
                <a:moveTo>
                  <a:pt x="1749517" y="946255"/>
                </a:moveTo>
                <a:lnTo>
                  <a:pt x="1747952" y="952587"/>
                </a:lnTo>
                <a:lnTo>
                  <a:pt x="1747777" y="963611"/>
                </a:lnTo>
                <a:lnTo>
                  <a:pt x="1750639" y="955596"/>
                </a:lnTo>
                <a:lnTo>
                  <a:pt x="1750170" y="950763"/>
                </a:lnTo>
                <a:close/>
                <a:moveTo>
                  <a:pt x="1191822" y="2194366"/>
                </a:moveTo>
                <a:lnTo>
                  <a:pt x="1192021" y="2194492"/>
                </a:lnTo>
                <a:lnTo>
                  <a:pt x="1192155" y="2194308"/>
                </a:lnTo>
                <a:lnTo>
                  <a:pt x="1191995" y="2194232"/>
                </a:lnTo>
                <a:close/>
                <a:moveTo>
                  <a:pt x="1191452" y="2194653"/>
                </a:moveTo>
                <a:lnTo>
                  <a:pt x="1191785" y="2194723"/>
                </a:lnTo>
                <a:lnTo>
                  <a:pt x="1191548" y="2194578"/>
                </a:lnTo>
                <a:close/>
                <a:moveTo>
                  <a:pt x="1181328" y="2217292"/>
                </a:moveTo>
                <a:lnTo>
                  <a:pt x="1181377" y="2217368"/>
                </a:lnTo>
                <a:lnTo>
                  <a:pt x="1182296" y="2217163"/>
                </a:lnTo>
                <a:lnTo>
                  <a:pt x="1183568" y="2215928"/>
                </a:lnTo>
                <a:lnTo>
                  <a:pt x="1183258" y="2216022"/>
                </a:lnTo>
                <a:close/>
                <a:moveTo>
                  <a:pt x="1739659" y="965673"/>
                </a:moveTo>
                <a:lnTo>
                  <a:pt x="1739339" y="968371"/>
                </a:lnTo>
                <a:lnTo>
                  <a:pt x="1738701" y="973182"/>
                </a:lnTo>
                <a:lnTo>
                  <a:pt x="1742162" y="965449"/>
                </a:lnTo>
                <a:close/>
                <a:moveTo>
                  <a:pt x="1730030" y="986761"/>
                </a:moveTo>
                <a:lnTo>
                  <a:pt x="1728911" y="994395"/>
                </a:lnTo>
                <a:lnTo>
                  <a:pt x="1730511" y="990946"/>
                </a:lnTo>
                <a:close/>
                <a:moveTo>
                  <a:pt x="1715519" y="1017120"/>
                </a:moveTo>
                <a:lnTo>
                  <a:pt x="1714984" y="1019861"/>
                </a:lnTo>
                <a:lnTo>
                  <a:pt x="1715362" y="1021574"/>
                </a:lnTo>
                <a:lnTo>
                  <a:pt x="1715406" y="1021518"/>
                </a:lnTo>
                <a:close/>
                <a:moveTo>
                  <a:pt x="1747834" y="944235"/>
                </a:moveTo>
                <a:lnTo>
                  <a:pt x="1743055" y="956875"/>
                </a:lnTo>
                <a:lnTo>
                  <a:pt x="1740055" y="962341"/>
                </a:lnTo>
                <a:lnTo>
                  <a:pt x="1739689" y="965424"/>
                </a:lnTo>
                <a:lnTo>
                  <a:pt x="1742260" y="965230"/>
                </a:lnTo>
                <a:lnTo>
                  <a:pt x="1746851" y="954971"/>
                </a:lnTo>
                <a:lnTo>
                  <a:pt x="1747721" y="951453"/>
                </a:lnTo>
                <a:close/>
                <a:moveTo>
                  <a:pt x="1738306" y="965528"/>
                </a:moveTo>
                <a:lnTo>
                  <a:pt x="1739106" y="965468"/>
                </a:lnTo>
                <a:lnTo>
                  <a:pt x="1739350" y="963625"/>
                </a:lnTo>
                <a:close/>
                <a:moveTo>
                  <a:pt x="1748840" y="941579"/>
                </a:moveTo>
                <a:lnTo>
                  <a:pt x="1748095" y="943546"/>
                </a:lnTo>
                <a:lnTo>
                  <a:pt x="1747987" y="950376"/>
                </a:lnTo>
                <a:lnTo>
                  <a:pt x="1749327" y="944950"/>
                </a:lnTo>
                <a:close/>
                <a:moveTo>
                  <a:pt x="1165375" y="2246910"/>
                </a:moveTo>
                <a:lnTo>
                  <a:pt x="1177375" y="2241339"/>
                </a:lnTo>
                <a:lnTo>
                  <a:pt x="1178382" y="2240367"/>
                </a:lnTo>
                <a:lnTo>
                  <a:pt x="1173980" y="2236188"/>
                </a:lnTo>
                <a:lnTo>
                  <a:pt x="1173904" y="2236155"/>
                </a:lnTo>
                <a:lnTo>
                  <a:pt x="1170348" y="2240682"/>
                </a:lnTo>
                <a:lnTo>
                  <a:pt x="1171841" y="2242354"/>
                </a:lnTo>
                <a:lnTo>
                  <a:pt x="1171488" y="2242325"/>
                </a:lnTo>
                <a:lnTo>
                  <a:pt x="1170195" y="2240876"/>
                </a:lnTo>
                <a:lnTo>
                  <a:pt x="1166387" y="2245724"/>
                </a:lnTo>
                <a:close/>
                <a:moveTo>
                  <a:pt x="1752655" y="931489"/>
                </a:moveTo>
                <a:lnTo>
                  <a:pt x="1751132" y="935519"/>
                </a:lnTo>
                <a:lnTo>
                  <a:pt x="1751327" y="936865"/>
                </a:lnTo>
                <a:close/>
                <a:moveTo>
                  <a:pt x="1716424" y="1012485"/>
                </a:moveTo>
                <a:lnTo>
                  <a:pt x="1716163" y="1013824"/>
                </a:lnTo>
                <a:lnTo>
                  <a:pt x="1715984" y="1020810"/>
                </a:lnTo>
                <a:lnTo>
                  <a:pt x="1717553" y="1018886"/>
                </a:lnTo>
                <a:lnTo>
                  <a:pt x="1717598" y="1018789"/>
                </a:lnTo>
                <a:lnTo>
                  <a:pt x="1717883" y="1012764"/>
                </a:lnTo>
                <a:close/>
                <a:moveTo>
                  <a:pt x="1732527" y="976054"/>
                </a:moveTo>
                <a:lnTo>
                  <a:pt x="1732256" y="982717"/>
                </a:lnTo>
                <a:lnTo>
                  <a:pt x="1732857" y="985887"/>
                </a:lnTo>
                <a:lnTo>
                  <a:pt x="1737424" y="976037"/>
                </a:lnTo>
                <a:lnTo>
                  <a:pt x="1737824" y="975143"/>
                </a:lnTo>
                <a:lnTo>
                  <a:pt x="1739072" y="965725"/>
                </a:lnTo>
                <a:lnTo>
                  <a:pt x="1738152" y="965807"/>
                </a:lnTo>
                <a:close/>
                <a:moveTo>
                  <a:pt x="1726716" y="986641"/>
                </a:moveTo>
                <a:lnTo>
                  <a:pt x="1727819" y="996246"/>
                </a:lnTo>
                <a:lnTo>
                  <a:pt x="1729670" y="983620"/>
                </a:lnTo>
                <a:lnTo>
                  <a:pt x="1729446" y="981668"/>
                </a:lnTo>
                <a:close/>
                <a:moveTo>
                  <a:pt x="1760786" y="909988"/>
                </a:moveTo>
                <a:lnTo>
                  <a:pt x="1754132" y="927584"/>
                </a:lnTo>
                <a:lnTo>
                  <a:pt x="1751515" y="938170"/>
                </a:lnTo>
                <a:lnTo>
                  <a:pt x="1753058" y="948824"/>
                </a:lnTo>
                <a:lnTo>
                  <a:pt x="1762558" y="922225"/>
                </a:lnTo>
                <a:close/>
                <a:moveTo>
                  <a:pt x="1717829" y="1005283"/>
                </a:moveTo>
                <a:lnTo>
                  <a:pt x="1716611" y="1011529"/>
                </a:lnTo>
                <a:lnTo>
                  <a:pt x="1717927" y="1011838"/>
                </a:lnTo>
                <a:lnTo>
                  <a:pt x="1718270" y="1004603"/>
                </a:lnTo>
                <a:close/>
                <a:moveTo>
                  <a:pt x="1170211" y="2231280"/>
                </a:moveTo>
                <a:lnTo>
                  <a:pt x="1172982" y="2233909"/>
                </a:lnTo>
                <a:lnTo>
                  <a:pt x="1174001" y="2234344"/>
                </a:lnTo>
                <a:lnTo>
                  <a:pt x="1179091" y="2227867"/>
                </a:lnTo>
                <a:close/>
                <a:moveTo>
                  <a:pt x="1718313" y="1003685"/>
                </a:moveTo>
                <a:lnTo>
                  <a:pt x="1718005" y="1004385"/>
                </a:lnTo>
                <a:lnTo>
                  <a:pt x="1717915" y="1004844"/>
                </a:lnTo>
                <a:lnTo>
                  <a:pt x="1718285" y="1004272"/>
                </a:lnTo>
                <a:close/>
                <a:moveTo>
                  <a:pt x="1722240" y="994083"/>
                </a:moveTo>
                <a:lnTo>
                  <a:pt x="1721673" y="995525"/>
                </a:lnTo>
                <a:lnTo>
                  <a:pt x="1720909" y="1011648"/>
                </a:lnTo>
                <a:lnTo>
                  <a:pt x="1725453" y="1001851"/>
                </a:lnTo>
                <a:lnTo>
                  <a:pt x="1724228" y="991173"/>
                </a:lnTo>
                <a:lnTo>
                  <a:pt x="1723548" y="992410"/>
                </a:lnTo>
                <a:close/>
                <a:moveTo>
                  <a:pt x="1168735" y="2232094"/>
                </a:moveTo>
                <a:lnTo>
                  <a:pt x="1170431" y="2232819"/>
                </a:lnTo>
                <a:lnTo>
                  <a:pt x="1169252" y="2231701"/>
                </a:lnTo>
                <a:close/>
                <a:moveTo>
                  <a:pt x="1153681" y="2264690"/>
                </a:moveTo>
                <a:lnTo>
                  <a:pt x="1157567" y="2267134"/>
                </a:lnTo>
                <a:lnTo>
                  <a:pt x="1173373" y="2260871"/>
                </a:lnTo>
                <a:lnTo>
                  <a:pt x="1189561" y="2251510"/>
                </a:lnTo>
                <a:lnTo>
                  <a:pt x="1190590" y="2250668"/>
                </a:lnTo>
                <a:lnTo>
                  <a:pt x="1182730" y="2244494"/>
                </a:lnTo>
                <a:lnTo>
                  <a:pt x="1180933" y="2242788"/>
                </a:lnTo>
                <a:lnTo>
                  <a:pt x="1179683" y="2243369"/>
                </a:lnTo>
                <a:lnTo>
                  <a:pt x="1178507" y="2247065"/>
                </a:lnTo>
                <a:lnTo>
                  <a:pt x="1178308" y="2247174"/>
                </a:lnTo>
                <a:lnTo>
                  <a:pt x="1179491" y="2243459"/>
                </a:lnTo>
                <a:lnTo>
                  <a:pt x="1173874" y="2246066"/>
                </a:lnTo>
                <a:lnTo>
                  <a:pt x="1172626" y="2246980"/>
                </a:lnTo>
                <a:lnTo>
                  <a:pt x="1161399" y="2257814"/>
                </a:lnTo>
                <a:close/>
                <a:moveTo>
                  <a:pt x="1731554" y="970411"/>
                </a:moveTo>
                <a:lnTo>
                  <a:pt x="1730452" y="973211"/>
                </a:lnTo>
                <a:lnTo>
                  <a:pt x="1730494" y="973428"/>
                </a:lnTo>
                <a:lnTo>
                  <a:pt x="1731407" y="971764"/>
                </a:lnTo>
                <a:lnTo>
                  <a:pt x="1731535" y="970898"/>
                </a:lnTo>
                <a:close/>
                <a:moveTo>
                  <a:pt x="1733190" y="966252"/>
                </a:moveTo>
                <a:lnTo>
                  <a:pt x="1732941" y="966885"/>
                </a:lnTo>
                <a:lnTo>
                  <a:pt x="1732936" y="966929"/>
                </a:lnTo>
                <a:lnTo>
                  <a:pt x="1732886" y="967273"/>
                </a:lnTo>
                <a:lnTo>
                  <a:pt x="1732807" y="969214"/>
                </a:lnTo>
                <a:lnTo>
                  <a:pt x="1734497" y="966134"/>
                </a:lnTo>
                <a:close/>
                <a:moveTo>
                  <a:pt x="1759934" y="904109"/>
                </a:moveTo>
                <a:lnTo>
                  <a:pt x="1755852" y="920624"/>
                </a:lnTo>
                <a:lnTo>
                  <a:pt x="1760611" y="908780"/>
                </a:lnTo>
                <a:close/>
                <a:moveTo>
                  <a:pt x="1741993" y="943676"/>
                </a:moveTo>
                <a:lnTo>
                  <a:pt x="1740041" y="948839"/>
                </a:lnTo>
                <a:lnTo>
                  <a:pt x="1733328" y="965903"/>
                </a:lnTo>
                <a:lnTo>
                  <a:pt x="1734680" y="965802"/>
                </a:lnTo>
                <a:lnTo>
                  <a:pt x="1740455" y="955279"/>
                </a:lnTo>
                <a:close/>
                <a:moveTo>
                  <a:pt x="1771758" y="876973"/>
                </a:moveTo>
                <a:lnTo>
                  <a:pt x="1767137" y="893193"/>
                </a:lnTo>
                <a:lnTo>
                  <a:pt x="1763106" y="903854"/>
                </a:lnTo>
                <a:lnTo>
                  <a:pt x="1765240" y="914715"/>
                </a:lnTo>
                <a:lnTo>
                  <a:pt x="1771327" y="897672"/>
                </a:lnTo>
                <a:lnTo>
                  <a:pt x="1771506" y="891205"/>
                </a:lnTo>
                <a:close/>
                <a:moveTo>
                  <a:pt x="1153859" y="2260403"/>
                </a:moveTo>
                <a:lnTo>
                  <a:pt x="1169445" y="2248990"/>
                </a:lnTo>
                <a:lnTo>
                  <a:pt x="1171179" y="2247318"/>
                </a:lnTo>
                <a:lnTo>
                  <a:pt x="1170622" y="2247576"/>
                </a:lnTo>
                <a:lnTo>
                  <a:pt x="1162036" y="2250823"/>
                </a:lnTo>
                <a:close/>
                <a:moveTo>
                  <a:pt x="1714951" y="1003752"/>
                </a:moveTo>
                <a:lnTo>
                  <a:pt x="1714645" y="1004483"/>
                </a:lnTo>
                <a:lnTo>
                  <a:pt x="1714612" y="1005169"/>
                </a:lnTo>
                <a:close/>
                <a:moveTo>
                  <a:pt x="1165127" y="2234837"/>
                </a:moveTo>
                <a:lnTo>
                  <a:pt x="1169642" y="2239892"/>
                </a:lnTo>
                <a:lnTo>
                  <a:pt x="1172916" y="2235726"/>
                </a:lnTo>
                <a:lnTo>
                  <a:pt x="1167218" y="2233248"/>
                </a:lnTo>
                <a:close/>
                <a:moveTo>
                  <a:pt x="1723365" y="983657"/>
                </a:moveTo>
                <a:lnTo>
                  <a:pt x="1722384" y="985997"/>
                </a:lnTo>
                <a:lnTo>
                  <a:pt x="1723474" y="984605"/>
                </a:lnTo>
                <a:close/>
                <a:moveTo>
                  <a:pt x="1747163" y="930001"/>
                </a:moveTo>
                <a:lnTo>
                  <a:pt x="1742401" y="942596"/>
                </a:lnTo>
                <a:lnTo>
                  <a:pt x="1741015" y="954260"/>
                </a:lnTo>
                <a:lnTo>
                  <a:pt x="1745951" y="945267"/>
                </a:lnTo>
                <a:lnTo>
                  <a:pt x="1747894" y="940430"/>
                </a:lnTo>
                <a:lnTo>
                  <a:pt x="1747949" y="936964"/>
                </a:lnTo>
                <a:lnTo>
                  <a:pt x="1748194" y="937286"/>
                </a:lnTo>
                <a:lnTo>
                  <a:pt x="1748154" y="939784"/>
                </a:lnTo>
                <a:lnTo>
                  <a:pt x="1748467" y="939007"/>
                </a:lnTo>
                <a:close/>
                <a:moveTo>
                  <a:pt x="1728290" y="971896"/>
                </a:moveTo>
                <a:lnTo>
                  <a:pt x="1725478" y="978613"/>
                </a:lnTo>
                <a:lnTo>
                  <a:pt x="1726000" y="981372"/>
                </a:lnTo>
                <a:lnTo>
                  <a:pt x="1726446" y="980802"/>
                </a:lnTo>
                <a:lnTo>
                  <a:pt x="1728811" y="976494"/>
                </a:lnTo>
                <a:lnTo>
                  <a:pt x="1728842" y="976414"/>
                </a:lnTo>
                <a:lnTo>
                  <a:pt x="1728376" y="972343"/>
                </a:lnTo>
                <a:close/>
                <a:moveTo>
                  <a:pt x="1164754" y="2233484"/>
                </a:moveTo>
                <a:lnTo>
                  <a:pt x="1165038" y="2233268"/>
                </a:lnTo>
                <a:lnTo>
                  <a:pt x="1164863" y="2233335"/>
                </a:lnTo>
                <a:close/>
                <a:moveTo>
                  <a:pt x="1730524" y="966489"/>
                </a:moveTo>
                <a:lnTo>
                  <a:pt x="1730437" y="966766"/>
                </a:lnTo>
                <a:lnTo>
                  <a:pt x="1729606" y="968753"/>
                </a:lnTo>
                <a:lnTo>
                  <a:pt x="1730339" y="972612"/>
                </a:lnTo>
                <a:lnTo>
                  <a:pt x="1731595" y="969419"/>
                </a:lnTo>
                <a:lnTo>
                  <a:pt x="1731719" y="966382"/>
                </a:lnTo>
                <a:close/>
                <a:moveTo>
                  <a:pt x="1731893" y="962110"/>
                </a:moveTo>
                <a:lnTo>
                  <a:pt x="1730644" y="966105"/>
                </a:lnTo>
                <a:lnTo>
                  <a:pt x="1731733" y="966024"/>
                </a:lnTo>
                <a:close/>
                <a:moveTo>
                  <a:pt x="1733349" y="958512"/>
                </a:moveTo>
                <a:lnTo>
                  <a:pt x="1733233" y="958786"/>
                </a:lnTo>
                <a:lnTo>
                  <a:pt x="1733203" y="959512"/>
                </a:lnTo>
                <a:close/>
                <a:moveTo>
                  <a:pt x="1150787" y="2262849"/>
                </a:moveTo>
                <a:lnTo>
                  <a:pt x="1151085" y="2263040"/>
                </a:lnTo>
                <a:lnTo>
                  <a:pt x="1151894" y="2262093"/>
                </a:lnTo>
                <a:close/>
                <a:moveTo>
                  <a:pt x="1191559" y="2171185"/>
                </a:moveTo>
                <a:lnTo>
                  <a:pt x="1191800" y="2171295"/>
                </a:lnTo>
                <a:lnTo>
                  <a:pt x="1191933" y="2171064"/>
                </a:lnTo>
                <a:close/>
                <a:moveTo>
                  <a:pt x="1742903" y="936046"/>
                </a:moveTo>
                <a:lnTo>
                  <a:pt x="1733988" y="957011"/>
                </a:lnTo>
                <a:lnTo>
                  <a:pt x="1733070" y="965670"/>
                </a:lnTo>
                <a:lnTo>
                  <a:pt x="1742115" y="942683"/>
                </a:lnTo>
                <a:close/>
                <a:moveTo>
                  <a:pt x="1746734" y="927038"/>
                </a:moveTo>
                <a:lnTo>
                  <a:pt x="1743287" y="935142"/>
                </a:lnTo>
                <a:lnTo>
                  <a:pt x="1742511" y="941675"/>
                </a:lnTo>
                <a:lnTo>
                  <a:pt x="1744614" y="936330"/>
                </a:lnTo>
                <a:lnTo>
                  <a:pt x="1747119" y="929703"/>
                </a:lnTo>
                <a:close/>
                <a:moveTo>
                  <a:pt x="1146265" y="2271296"/>
                </a:moveTo>
                <a:lnTo>
                  <a:pt x="1148643" y="2270670"/>
                </a:lnTo>
                <a:lnTo>
                  <a:pt x="1157506" y="2267158"/>
                </a:lnTo>
                <a:lnTo>
                  <a:pt x="1153671" y="2264698"/>
                </a:lnTo>
                <a:close/>
                <a:moveTo>
                  <a:pt x="1171397" y="2215014"/>
                </a:moveTo>
                <a:lnTo>
                  <a:pt x="1173671" y="2215888"/>
                </a:lnTo>
                <a:lnTo>
                  <a:pt x="1177599" y="2213305"/>
                </a:lnTo>
                <a:lnTo>
                  <a:pt x="1177436" y="2213052"/>
                </a:lnTo>
                <a:lnTo>
                  <a:pt x="1172162" y="2213908"/>
                </a:lnTo>
                <a:close/>
                <a:moveTo>
                  <a:pt x="1722926" y="979831"/>
                </a:moveTo>
                <a:lnTo>
                  <a:pt x="1722760" y="980620"/>
                </a:lnTo>
                <a:lnTo>
                  <a:pt x="1722962" y="980140"/>
                </a:lnTo>
                <a:close/>
                <a:moveTo>
                  <a:pt x="1159169" y="2241082"/>
                </a:moveTo>
                <a:lnTo>
                  <a:pt x="1163085" y="2236389"/>
                </a:lnTo>
                <a:lnTo>
                  <a:pt x="1162027" y="2237194"/>
                </a:lnTo>
                <a:close/>
                <a:moveTo>
                  <a:pt x="1759020" y="897791"/>
                </a:moveTo>
                <a:lnTo>
                  <a:pt x="1755178" y="907182"/>
                </a:lnTo>
                <a:lnTo>
                  <a:pt x="1748950" y="921827"/>
                </a:lnTo>
                <a:lnTo>
                  <a:pt x="1749343" y="923823"/>
                </a:lnTo>
                <a:lnTo>
                  <a:pt x="1750368" y="921108"/>
                </a:lnTo>
                <a:lnTo>
                  <a:pt x="1750439" y="921334"/>
                </a:lnTo>
                <a:lnTo>
                  <a:pt x="1749395" y="924096"/>
                </a:lnTo>
                <a:lnTo>
                  <a:pt x="1749704" y="925669"/>
                </a:lnTo>
                <a:lnTo>
                  <a:pt x="1750796" y="933209"/>
                </a:lnTo>
                <a:lnTo>
                  <a:pt x="1754523" y="923933"/>
                </a:lnTo>
                <a:lnTo>
                  <a:pt x="1759746" y="902803"/>
                </a:lnTo>
                <a:close/>
                <a:moveTo>
                  <a:pt x="1778162" y="854500"/>
                </a:moveTo>
                <a:lnTo>
                  <a:pt x="1777086" y="858404"/>
                </a:lnTo>
                <a:lnTo>
                  <a:pt x="1776746" y="859468"/>
                </a:lnTo>
                <a:close/>
                <a:moveTo>
                  <a:pt x="1168396" y="2219357"/>
                </a:moveTo>
                <a:lnTo>
                  <a:pt x="1172593" y="2216597"/>
                </a:lnTo>
                <a:lnTo>
                  <a:pt x="1170784" y="2215901"/>
                </a:lnTo>
                <a:close/>
                <a:moveTo>
                  <a:pt x="1763985" y="885653"/>
                </a:moveTo>
                <a:lnTo>
                  <a:pt x="1760974" y="893011"/>
                </a:lnTo>
                <a:lnTo>
                  <a:pt x="1761502" y="895697"/>
                </a:lnTo>
                <a:close/>
                <a:moveTo>
                  <a:pt x="1185687" y="2179862"/>
                </a:moveTo>
                <a:lnTo>
                  <a:pt x="1185642" y="2179991"/>
                </a:lnTo>
                <a:lnTo>
                  <a:pt x="1185729" y="2180081"/>
                </a:lnTo>
                <a:lnTo>
                  <a:pt x="1185940" y="2179925"/>
                </a:lnTo>
                <a:close/>
                <a:moveTo>
                  <a:pt x="1185871" y="2179336"/>
                </a:moveTo>
                <a:lnTo>
                  <a:pt x="1185766" y="2179635"/>
                </a:lnTo>
                <a:lnTo>
                  <a:pt x="1186189" y="2179741"/>
                </a:lnTo>
                <a:lnTo>
                  <a:pt x="1186296" y="2179661"/>
                </a:lnTo>
                <a:close/>
                <a:moveTo>
                  <a:pt x="1185465" y="2179807"/>
                </a:moveTo>
                <a:lnTo>
                  <a:pt x="1185497" y="2179841"/>
                </a:lnTo>
                <a:lnTo>
                  <a:pt x="1185504" y="2179817"/>
                </a:lnTo>
                <a:close/>
                <a:moveTo>
                  <a:pt x="1186660" y="2177079"/>
                </a:moveTo>
                <a:lnTo>
                  <a:pt x="1186174" y="2178467"/>
                </a:lnTo>
                <a:lnTo>
                  <a:pt x="1187027" y="2179119"/>
                </a:lnTo>
                <a:lnTo>
                  <a:pt x="1187496" y="2178772"/>
                </a:lnTo>
                <a:lnTo>
                  <a:pt x="1188268" y="2177431"/>
                </a:lnTo>
                <a:lnTo>
                  <a:pt x="1187948" y="2177251"/>
                </a:lnTo>
                <a:close/>
                <a:moveTo>
                  <a:pt x="1771950" y="866183"/>
                </a:moveTo>
                <a:lnTo>
                  <a:pt x="1764924" y="883356"/>
                </a:lnTo>
                <a:lnTo>
                  <a:pt x="1762638" y="893172"/>
                </a:lnTo>
                <a:lnTo>
                  <a:pt x="1761729" y="896851"/>
                </a:lnTo>
                <a:lnTo>
                  <a:pt x="1762907" y="902844"/>
                </a:lnTo>
                <a:lnTo>
                  <a:pt x="1771793" y="874990"/>
                </a:lnTo>
                <a:close/>
                <a:moveTo>
                  <a:pt x="1187563" y="2174491"/>
                </a:moveTo>
                <a:lnTo>
                  <a:pt x="1186948" y="2176253"/>
                </a:lnTo>
                <a:lnTo>
                  <a:pt x="1187453" y="2176537"/>
                </a:lnTo>
                <a:lnTo>
                  <a:pt x="1188661" y="2176749"/>
                </a:lnTo>
                <a:lnTo>
                  <a:pt x="1189586" y="2175142"/>
                </a:lnTo>
                <a:lnTo>
                  <a:pt x="1188243" y="2174717"/>
                </a:lnTo>
                <a:close/>
                <a:moveTo>
                  <a:pt x="1144072" y="2271873"/>
                </a:moveTo>
                <a:lnTo>
                  <a:pt x="1145646" y="2271459"/>
                </a:lnTo>
                <a:lnTo>
                  <a:pt x="1152361" y="2265477"/>
                </a:lnTo>
                <a:lnTo>
                  <a:pt x="1153369" y="2264504"/>
                </a:lnTo>
                <a:lnTo>
                  <a:pt x="1152413" y="2263891"/>
                </a:lnTo>
                <a:lnTo>
                  <a:pt x="1153376" y="2264497"/>
                </a:lnTo>
                <a:lnTo>
                  <a:pt x="1168075" y="2250312"/>
                </a:lnTo>
                <a:lnTo>
                  <a:pt x="1153285" y="2261143"/>
                </a:lnTo>
                <a:lnTo>
                  <a:pt x="1153150" y="2261235"/>
                </a:lnTo>
                <a:lnTo>
                  <a:pt x="1151424" y="2263257"/>
                </a:lnTo>
                <a:lnTo>
                  <a:pt x="1152413" y="2263891"/>
                </a:lnTo>
                <a:lnTo>
                  <a:pt x="1151417" y="2263265"/>
                </a:lnTo>
                <a:close/>
                <a:moveTo>
                  <a:pt x="1169604" y="2214323"/>
                </a:moveTo>
                <a:lnTo>
                  <a:pt x="1169610" y="2214325"/>
                </a:lnTo>
                <a:lnTo>
                  <a:pt x="1169613" y="2214322"/>
                </a:lnTo>
                <a:close/>
                <a:moveTo>
                  <a:pt x="1188238" y="2172427"/>
                </a:moveTo>
                <a:lnTo>
                  <a:pt x="1187857" y="2173650"/>
                </a:lnTo>
                <a:lnTo>
                  <a:pt x="1187715" y="2174056"/>
                </a:lnTo>
                <a:lnTo>
                  <a:pt x="1189811" y="2174751"/>
                </a:lnTo>
                <a:lnTo>
                  <a:pt x="1190555" y="2173459"/>
                </a:lnTo>
                <a:close/>
                <a:moveTo>
                  <a:pt x="1726504" y="966446"/>
                </a:moveTo>
                <a:lnTo>
                  <a:pt x="1727243" y="966380"/>
                </a:lnTo>
                <a:lnTo>
                  <a:pt x="1727058" y="965399"/>
                </a:lnTo>
                <a:close/>
                <a:moveTo>
                  <a:pt x="1725234" y="968848"/>
                </a:moveTo>
                <a:lnTo>
                  <a:pt x="1724388" y="972874"/>
                </a:lnTo>
                <a:lnTo>
                  <a:pt x="1724892" y="975528"/>
                </a:lnTo>
                <a:lnTo>
                  <a:pt x="1727704" y="968812"/>
                </a:lnTo>
                <a:lnTo>
                  <a:pt x="1727318" y="966776"/>
                </a:lnTo>
                <a:lnTo>
                  <a:pt x="1726281" y="966868"/>
                </a:lnTo>
                <a:close/>
                <a:moveTo>
                  <a:pt x="1732292" y="952328"/>
                </a:moveTo>
                <a:lnTo>
                  <a:pt x="1729358" y="961046"/>
                </a:lnTo>
                <a:lnTo>
                  <a:pt x="1728465" y="962735"/>
                </a:lnTo>
                <a:lnTo>
                  <a:pt x="1729021" y="965669"/>
                </a:lnTo>
                <a:lnTo>
                  <a:pt x="1732041" y="958454"/>
                </a:lnTo>
                <a:close/>
                <a:moveTo>
                  <a:pt x="1772386" y="862536"/>
                </a:moveTo>
                <a:lnTo>
                  <a:pt x="1772352" y="864457"/>
                </a:lnTo>
                <a:lnTo>
                  <a:pt x="1774369" y="859527"/>
                </a:lnTo>
                <a:close/>
                <a:moveTo>
                  <a:pt x="1141329" y="2275087"/>
                </a:moveTo>
                <a:lnTo>
                  <a:pt x="1141462" y="2275184"/>
                </a:lnTo>
                <a:lnTo>
                  <a:pt x="1141995" y="2274710"/>
                </a:lnTo>
                <a:lnTo>
                  <a:pt x="1141551" y="2274827"/>
                </a:lnTo>
                <a:close/>
                <a:moveTo>
                  <a:pt x="1716868" y="986212"/>
                </a:moveTo>
                <a:lnTo>
                  <a:pt x="1716688" y="993284"/>
                </a:lnTo>
                <a:lnTo>
                  <a:pt x="1717794" y="991868"/>
                </a:lnTo>
                <a:lnTo>
                  <a:pt x="1719138" y="986250"/>
                </a:lnTo>
                <a:lnTo>
                  <a:pt x="1719380" y="981138"/>
                </a:lnTo>
                <a:close/>
                <a:moveTo>
                  <a:pt x="1715366" y="989250"/>
                </a:moveTo>
                <a:lnTo>
                  <a:pt x="1715077" y="995344"/>
                </a:lnTo>
                <a:lnTo>
                  <a:pt x="1716111" y="994021"/>
                </a:lnTo>
                <a:lnTo>
                  <a:pt x="1716280" y="987402"/>
                </a:lnTo>
                <a:close/>
                <a:moveTo>
                  <a:pt x="1711172" y="998570"/>
                </a:moveTo>
                <a:lnTo>
                  <a:pt x="1710847" y="999862"/>
                </a:lnTo>
                <a:lnTo>
                  <a:pt x="1710885" y="1000705"/>
                </a:lnTo>
                <a:lnTo>
                  <a:pt x="1711125" y="1000398"/>
                </a:lnTo>
                <a:close/>
                <a:moveTo>
                  <a:pt x="1140561" y="2275987"/>
                </a:moveTo>
                <a:lnTo>
                  <a:pt x="1141361" y="2275275"/>
                </a:lnTo>
                <a:lnTo>
                  <a:pt x="1141243" y="2275188"/>
                </a:lnTo>
                <a:close/>
                <a:moveTo>
                  <a:pt x="1151198" y="2251928"/>
                </a:moveTo>
                <a:lnTo>
                  <a:pt x="1152139" y="2253055"/>
                </a:lnTo>
                <a:lnTo>
                  <a:pt x="1163413" y="2247820"/>
                </a:lnTo>
                <a:lnTo>
                  <a:pt x="1169490" y="2240086"/>
                </a:lnTo>
                <a:lnTo>
                  <a:pt x="1164933" y="2234985"/>
                </a:lnTo>
                <a:lnTo>
                  <a:pt x="1164562" y="2235266"/>
                </a:lnTo>
                <a:lnTo>
                  <a:pt x="1155179" y="2246512"/>
                </a:lnTo>
                <a:lnTo>
                  <a:pt x="1151216" y="2251904"/>
                </a:lnTo>
                <a:close/>
                <a:moveTo>
                  <a:pt x="1711635" y="996789"/>
                </a:moveTo>
                <a:lnTo>
                  <a:pt x="1711556" y="999848"/>
                </a:lnTo>
                <a:lnTo>
                  <a:pt x="1712717" y="998362"/>
                </a:lnTo>
                <a:lnTo>
                  <a:pt x="1712914" y="994205"/>
                </a:lnTo>
                <a:close/>
                <a:moveTo>
                  <a:pt x="1165314" y="2219943"/>
                </a:moveTo>
                <a:lnTo>
                  <a:pt x="1166173" y="2220593"/>
                </a:lnTo>
                <a:lnTo>
                  <a:pt x="1166337" y="2220711"/>
                </a:lnTo>
                <a:lnTo>
                  <a:pt x="1166577" y="2220552"/>
                </a:lnTo>
                <a:lnTo>
                  <a:pt x="1170002" y="2215600"/>
                </a:lnTo>
                <a:lnTo>
                  <a:pt x="1169877" y="2215552"/>
                </a:lnTo>
                <a:lnTo>
                  <a:pt x="1169303" y="2215999"/>
                </a:lnTo>
                <a:close/>
                <a:moveTo>
                  <a:pt x="1710785" y="998505"/>
                </a:moveTo>
                <a:lnTo>
                  <a:pt x="1710802" y="998869"/>
                </a:lnTo>
                <a:lnTo>
                  <a:pt x="1711006" y="998060"/>
                </a:lnTo>
                <a:close/>
                <a:moveTo>
                  <a:pt x="1735039" y="944164"/>
                </a:moveTo>
                <a:lnTo>
                  <a:pt x="1733663" y="948254"/>
                </a:lnTo>
                <a:lnTo>
                  <a:pt x="1733376" y="955267"/>
                </a:lnTo>
                <a:lnTo>
                  <a:pt x="1733672" y="954561"/>
                </a:lnTo>
                <a:lnTo>
                  <a:pt x="1734073" y="953276"/>
                </a:lnTo>
                <a:close/>
                <a:moveTo>
                  <a:pt x="1735842" y="941778"/>
                </a:moveTo>
                <a:lnTo>
                  <a:pt x="1735492" y="942818"/>
                </a:lnTo>
                <a:lnTo>
                  <a:pt x="1734543" y="951775"/>
                </a:lnTo>
                <a:lnTo>
                  <a:pt x="1739006" y="937496"/>
                </a:lnTo>
                <a:close/>
                <a:moveTo>
                  <a:pt x="1768346" y="868668"/>
                </a:moveTo>
                <a:lnTo>
                  <a:pt x="1765325" y="881634"/>
                </a:lnTo>
                <a:lnTo>
                  <a:pt x="1771963" y="865407"/>
                </a:lnTo>
                <a:lnTo>
                  <a:pt x="1772004" y="863116"/>
                </a:lnTo>
                <a:close/>
                <a:moveTo>
                  <a:pt x="1164425" y="2220823"/>
                </a:moveTo>
                <a:lnTo>
                  <a:pt x="1164274" y="2221190"/>
                </a:lnTo>
                <a:lnTo>
                  <a:pt x="1166239" y="2220751"/>
                </a:lnTo>
                <a:lnTo>
                  <a:pt x="1165233" y="2220024"/>
                </a:lnTo>
                <a:close/>
                <a:moveTo>
                  <a:pt x="1149522" y="2254143"/>
                </a:moveTo>
                <a:lnTo>
                  <a:pt x="1150993" y="2253587"/>
                </a:lnTo>
                <a:lnTo>
                  <a:pt x="1151927" y="2253153"/>
                </a:lnTo>
                <a:lnTo>
                  <a:pt x="1151058" y="2252112"/>
                </a:lnTo>
                <a:close/>
                <a:moveTo>
                  <a:pt x="1184053" y="2176729"/>
                </a:moveTo>
                <a:lnTo>
                  <a:pt x="1185003" y="2177571"/>
                </a:lnTo>
                <a:lnTo>
                  <a:pt x="1185973" y="2178313"/>
                </a:lnTo>
                <a:lnTo>
                  <a:pt x="1186370" y="2177040"/>
                </a:lnTo>
                <a:close/>
                <a:moveTo>
                  <a:pt x="1165553" y="2218065"/>
                </a:moveTo>
                <a:lnTo>
                  <a:pt x="1165487" y="2218224"/>
                </a:lnTo>
                <a:lnTo>
                  <a:pt x="1166342" y="2217558"/>
                </a:lnTo>
                <a:close/>
                <a:moveTo>
                  <a:pt x="1744658" y="921277"/>
                </a:moveTo>
                <a:lnTo>
                  <a:pt x="1740235" y="935426"/>
                </a:lnTo>
                <a:lnTo>
                  <a:pt x="1740609" y="934919"/>
                </a:lnTo>
                <a:lnTo>
                  <a:pt x="1740653" y="935267"/>
                </a:lnTo>
                <a:lnTo>
                  <a:pt x="1740014" y="936132"/>
                </a:lnTo>
                <a:lnTo>
                  <a:pt x="1734245" y="954587"/>
                </a:lnTo>
                <a:lnTo>
                  <a:pt x="1734213" y="954889"/>
                </a:lnTo>
                <a:lnTo>
                  <a:pt x="1743166" y="933836"/>
                </a:lnTo>
                <a:close/>
                <a:moveTo>
                  <a:pt x="1166904" y="2214761"/>
                </a:moveTo>
                <a:lnTo>
                  <a:pt x="1165879" y="2217264"/>
                </a:lnTo>
                <a:lnTo>
                  <a:pt x="1168340" y="2215687"/>
                </a:lnTo>
                <a:lnTo>
                  <a:pt x="1168838" y="2215152"/>
                </a:lnTo>
                <a:lnTo>
                  <a:pt x="1167549" y="2214657"/>
                </a:lnTo>
                <a:close/>
                <a:moveTo>
                  <a:pt x="1185222" y="2173230"/>
                </a:moveTo>
                <a:lnTo>
                  <a:pt x="1187340" y="2173932"/>
                </a:lnTo>
                <a:lnTo>
                  <a:pt x="1187822" y="2172387"/>
                </a:lnTo>
                <a:lnTo>
                  <a:pt x="1185235" y="2173219"/>
                </a:lnTo>
                <a:close/>
                <a:moveTo>
                  <a:pt x="1745506" y="918563"/>
                </a:moveTo>
                <a:lnTo>
                  <a:pt x="1745105" y="919846"/>
                </a:lnTo>
                <a:lnTo>
                  <a:pt x="1743550" y="932931"/>
                </a:lnTo>
                <a:lnTo>
                  <a:pt x="1746561" y="925850"/>
                </a:lnTo>
                <a:close/>
                <a:moveTo>
                  <a:pt x="1154860" y="2241006"/>
                </a:moveTo>
                <a:lnTo>
                  <a:pt x="1161889" y="2235662"/>
                </a:lnTo>
                <a:lnTo>
                  <a:pt x="1163095" y="2234015"/>
                </a:lnTo>
                <a:lnTo>
                  <a:pt x="1157801" y="2236050"/>
                </a:lnTo>
                <a:close/>
                <a:moveTo>
                  <a:pt x="1184140" y="2174678"/>
                </a:moveTo>
                <a:lnTo>
                  <a:pt x="1186665" y="2176095"/>
                </a:lnTo>
                <a:lnTo>
                  <a:pt x="1187203" y="2174372"/>
                </a:lnTo>
                <a:lnTo>
                  <a:pt x="1184774" y="2173567"/>
                </a:lnTo>
                <a:lnTo>
                  <a:pt x="1184750" y="2173585"/>
                </a:lnTo>
                <a:close/>
                <a:moveTo>
                  <a:pt x="1183491" y="2175842"/>
                </a:moveTo>
                <a:lnTo>
                  <a:pt x="1186322" y="2176339"/>
                </a:lnTo>
                <a:lnTo>
                  <a:pt x="1183955" y="2175010"/>
                </a:lnTo>
                <a:close/>
                <a:moveTo>
                  <a:pt x="1182817" y="2177053"/>
                </a:moveTo>
                <a:lnTo>
                  <a:pt x="1185154" y="2179483"/>
                </a:lnTo>
                <a:lnTo>
                  <a:pt x="1185575" y="2179589"/>
                </a:lnTo>
                <a:lnTo>
                  <a:pt x="1185696" y="2179202"/>
                </a:lnTo>
                <a:lnTo>
                  <a:pt x="1182837" y="2177015"/>
                </a:lnTo>
                <a:close/>
                <a:moveTo>
                  <a:pt x="1136256" y="2281033"/>
                </a:moveTo>
                <a:lnTo>
                  <a:pt x="1144930" y="2277321"/>
                </a:lnTo>
                <a:lnTo>
                  <a:pt x="1155661" y="2271114"/>
                </a:lnTo>
                <a:lnTo>
                  <a:pt x="1142614" y="2274548"/>
                </a:lnTo>
                <a:lnTo>
                  <a:pt x="1141702" y="2275360"/>
                </a:lnTo>
                <a:lnTo>
                  <a:pt x="1144465" y="2277386"/>
                </a:lnTo>
                <a:lnTo>
                  <a:pt x="1144250" y="2277394"/>
                </a:lnTo>
                <a:lnTo>
                  <a:pt x="1141600" y="2275450"/>
                </a:lnTo>
                <a:lnTo>
                  <a:pt x="1139181" y="2277606"/>
                </a:lnTo>
                <a:close/>
                <a:moveTo>
                  <a:pt x="1181931" y="2178641"/>
                </a:moveTo>
                <a:lnTo>
                  <a:pt x="1184460" y="2179306"/>
                </a:lnTo>
                <a:lnTo>
                  <a:pt x="1182605" y="2177431"/>
                </a:lnTo>
                <a:close/>
                <a:moveTo>
                  <a:pt x="1149549" y="2249953"/>
                </a:moveTo>
                <a:lnTo>
                  <a:pt x="1150552" y="2251153"/>
                </a:lnTo>
                <a:lnTo>
                  <a:pt x="1159188" y="2239352"/>
                </a:lnTo>
                <a:lnTo>
                  <a:pt x="1153089" y="2243989"/>
                </a:lnTo>
                <a:close/>
                <a:moveTo>
                  <a:pt x="1179242" y="2183464"/>
                </a:moveTo>
                <a:lnTo>
                  <a:pt x="1180092" y="2184262"/>
                </a:lnTo>
                <a:lnTo>
                  <a:pt x="1185329" y="2180378"/>
                </a:lnTo>
                <a:lnTo>
                  <a:pt x="1185375" y="2180233"/>
                </a:lnTo>
                <a:lnTo>
                  <a:pt x="1184788" y="2179639"/>
                </a:lnTo>
                <a:lnTo>
                  <a:pt x="1181790" y="2178893"/>
                </a:lnTo>
                <a:close/>
                <a:moveTo>
                  <a:pt x="1135419" y="2280956"/>
                </a:moveTo>
                <a:lnTo>
                  <a:pt x="1135609" y="2281176"/>
                </a:lnTo>
                <a:lnTo>
                  <a:pt x="1136993" y="2279554"/>
                </a:lnTo>
                <a:close/>
                <a:moveTo>
                  <a:pt x="1745021" y="915209"/>
                </a:moveTo>
                <a:lnTo>
                  <a:pt x="1743016" y="920439"/>
                </a:lnTo>
                <a:lnTo>
                  <a:pt x="1743004" y="920499"/>
                </a:lnTo>
                <a:lnTo>
                  <a:pt x="1736094" y="941029"/>
                </a:lnTo>
                <a:lnTo>
                  <a:pt x="1739228" y="936788"/>
                </a:lnTo>
                <a:lnTo>
                  <a:pt x="1745015" y="918277"/>
                </a:lnTo>
                <a:lnTo>
                  <a:pt x="1745217" y="916568"/>
                </a:lnTo>
                <a:close/>
                <a:moveTo>
                  <a:pt x="1144846" y="2258894"/>
                </a:moveTo>
                <a:lnTo>
                  <a:pt x="1144872" y="2258911"/>
                </a:lnTo>
                <a:lnTo>
                  <a:pt x="1145169" y="2258506"/>
                </a:lnTo>
                <a:close/>
                <a:moveTo>
                  <a:pt x="1146351" y="2255342"/>
                </a:moveTo>
                <a:lnTo>
                  <a:pt x="1147692" y="2254835"/>
                </a:lnTo>
                <a:lnTo>
                  <a:pt x="1149023" y="2253241"/>
                </a:lnTo>
                <a:lnTo>
                  <a:pt x="1150414" y="2251341"/>
                </a:lnTo>
                <a:lnTo>
                  <a:pt x="1149427" y="2250159"/>
                </a:lnTo>
                <a:close/>
                <a:moveTo>
                  <a:pt x="1134479" y="2281793"/>
                </a:moveTo>
                <a:lnTo>
                  <a:pt x="1135244" y="2281466"/>
                </a:lnTo>
                <a:lnTo>
                  <a:pt x="1135070" y="2281266"/>
                </a:lnTo>
                <a:close/>
                <a:moveTo>
                  <a:pt x="1758977" y="882849"/>
                </a:moveTo>
                <a:lnTo>
                  <a:pt x="1760832" y="892292"/>
                </a:lnTo>
                <a:lnTo>
                  <a:pt x="1764326" y="884077"/>
                </a:lnTo>
                <a:lnTo>
                  <a:pt x="1764447" y="883780"/>
                </a:lnTo>
                <a:lnTo>
                  <a:pt x="1767033" y="873318"/>
                </a:lnTo>
                <a:lnTo>
                  <a:pt x="1767992" y="869205"/>
                </a:lnTo>
                <a:lnTo>
                  <a:pt x="1759820" y="881608"/>
                </a:lnTo>
                <a:close/>
                <a:moveTo>
                  <a:pt x="1144374" y="2258570"/>
                </a:moveTo>
                <a:lnTo>
                  <a:pt x="1144503" y="2258659"/>
                </a:lnTo>
                <a:lnTo>
                  <a:pt x="1145972" y="2256898"/>
                </a:lnTo>
                <a:lnTo>
                  <a:pt x="1145271" y="2257162"/>
                </a:lnTo>
                <a:lnTo>
                  <a:pt x="1144585" y="2258317"/>
                </a:lnTo>
                <a:close/>
                <a:moveTo>
                  <a:pt x="1750192" y="901713"/>
                </a:moveTo>
                <a:lnTo>
                  <a:pt x="1746758" y="910676"/>
                </a:lnTo>
                <a:lnTo>
                  <a:pt x="1747002" y="911919"/>
                </a:lnTo>
                <a:close/>
                <a:moveTo>
                  <a:pt x="1726809" y="954004"/>
                </a:moveTo>
                <a:lnTo>
                  <a:pt x="1726828" y="954102"/>
                </a:lnTo>
                <a:lnTo>
                  <a:pt x="1726871" y="953920"/>
                </a:lnTo>
                <a:close/>
                <a:moveTo>
                  <a:pt x="1180088" y="2178157"/>
                </a:moveTo>
                <a:lnTo>
                  <a:pt x="1180229" y="2178194"/>
                </a:lnTo>
                <a:lnTo>
                  <a:pt x="1180718" y="2177144"/>
                </a:lnTo>
                <a:close/>
                <a:moveTo>
                  <a:pt x="1772198" y="852130"/>
                </a:moveTo>
                <a:lnTo>
                  <a:pt x="1768636" y="867423"/>
                </a:lnTo>
                <a:lnTo>
                  <a:pt x="1772015" y="862445"/>
                </a:lnTo>
                <a:close/>
                <a:moveTo>
                  <a:pt x="1181464" y="2174434"/>
                </a:moveTo>
                <a:lnTo>
                  <a:pt x="1181719" y="2174659"/>
                </a:lnTo>
                <a:lnTo>
                  <a:pt x="1181959" y="2174274"/>
                </a:lnTo>
                <a:close/>
                <a:moveTo>
                  <a:pt x="1744643" y="912600"/>
                </a:moveTo>
                <a:lnTo>
                  <a:pt x="1743094" y="920064"/>
                </a:lnTo>
                <a:lnTo>
                  <a:pt x="1744985" y="914963"/>
                </a:lnTo>
                <a:close/>
                <a:moveTo>
                  <a:pt x="1177692" y="2182011"/>
                </a:moveTo>
                <a:lnTo>
                  <a:pt x="1178191" y="2182479"/>
                </a:lnTo>
                <a:lnTo>
                  <a:pt x="1178449" y="2182015"/>
                </a:lnTo>
                <a:lnTo>
                  <a:pt x="1180099" y="2178473"/>
                </a:lnTo>
                <a:lnTo>
                  <a:pt x="1179920" y="2178428"/>
                </a:lnTo>
                <a:close/>
                <a:moveTo>
                  <a:pt x="1724427" y="957228"/>
                </a:moveTo>
                <a:lnTo>
                  <a:pt x="1722399" y="962385"/>
                </a:lnTo>
                <a:lnTo>
                  <a:pt x="1722515" y="963000"/>
                </a:lnTo>
                <a:lnTo>
                  <a:pt x="1725523" y="957309"/>
                </a:lnTo>
                <a:lnTo>
                  <a:pt x="1725287" y="956065"/>
                </a:lnTo>
                <a:close/>
                <a:moveTo>
                  <a:pt x="1754925" y="888818"/>
                </a:moveTo>
                <a:lnTo>
                  <a:pt x="1753673" y="892438"/>
                </a:lnTo>
                <a:lnTo>
                  <a:pt x="1747226" y="913061"/>
                </a:lnTo>
                <a:lnTo>
                  <a:pt x="1748736" y="920739"/>
                </a:lnTo>
                <a:lnTo>
                  <a:pt x="1758886" y="896869"/>
                </a:lnTo>
                <a:lnTo>
                  <a:pt x="1757664" y="888431"/>
                </a:lnTo>
                <a:lnTo>
                  <a:pt x="1757108" y="885602"/>
                </a:lnTo>
                <a:close/>
                <a:moveTo>
                  <a:pt x="1725156" y="955376"/>
                </a:moveTo>
                <a:lnTo>
                  <a:pt x="1724779" y="956337"/>
                </a:lnTo>
                <a:lnTo>
                  <a:pt x="1724991" y="956058"/>
                </a:lnTo>
                <a:lnTo>
                  <a:pt x="1725225" y="955741"/>
                </a:lnTo>
                <a:close/>
                <a:moveTo>
                  <a:pt x="1176143" y="2184502"/>
                </a:moveTo>
                <a:lnTo>
                  <a:pt x="1176824" y="2184930"/>
                </a:lnTo>
                <a:lnTo>
                  <a:pt x="1176881" y="2184828"/>
                </a:lnTo>
                <a:lnTo>
                  <a:pt x="1176255" y="2184321"/>
                </a:lnTo>
                <a:close/>
                <a:moveTo>
                  <a:pt x="1179037" y="2177880"/>
                </a:moveTo>
                <a:lnTo>
                  <a:pt x="1179621" y="2178034"/>
                </a:lnTo>
                <a:lnTo>
                  <a:pt x="1180314" y="2176920"/>
                </a:lnTo>
                <a:close/>
                <a:moveTo>
                  <a:pt x="1174871" y="2187025"/>
                </a:moveTo>
                <a:lnTo>
                  <a:pt x="1174530" y="2188387"/>
                </a:lnTo>
                <a:lnTo>
                  <a:pt x="1175156" y="2187923"/>
                </a:lnTo>
                <a:lnTo>
                  <a:pt x="1175312" y="2187642"/>
                </a:lnTo>
                <a:close/>
                <a:moveTo>
                  <a:pt x="1175424" y="2185657"/>
                </a:moveTo>
                <a:lnTo>
                  <a:pt x="1176210" y="2186031"/>
                </a:lnTo>
                <a:lnTo>
                  <a:pt x="1176686" y="2185178"/>
                </a:lnTo>
                <a:lnTo>
                  <a:pt x="1175997" y="2184736"/>
                </a:lnTo>
                <a:close/>
                <a:moveTo>
                  <a:pt x="1175071" y="2186225"/>
                </a:moveTo>
                <a:lnTo>
                  <a:pt x="1175013" y="2186459"/>
                </a:lnTo>
                <a:lnTo>
                  <a:pt x="1175551" y="2187213"/>
                </a:lnTo>
                <a:lnTo>
                  <a:pt x="1175895" y="2186596"/>
                </a:lnTo>
                <a:lnTo>
                  <a:pt x="1175080" y="2186210"/>
                </a:lnTo>
                <a:close/>
                <a:moveTo>
                  <a:pt x="1728349" y="947260"/>
                </a:moveTo>
                <a:lnTo>
                  <a:pt x="1726447" y="952094"/>
                </a:lnTo>
                <a:lnTo>
                  <a:pt x="1726748" y="953679"/>
                </a:lnTo>
                <a:lnTo>
                  <a:pt x="1727016" y="953318"/>
                </a:lnTo>
                <a:lnTo>
                  <a:pt x="1727827" y="949921"/>
                </a:lnTo>
                <a:close/>
                <a:moveTo>
                  <a:pt x="1756720" y="883627"/>
                </a:moveTo>
                <a:lnTo>
                  <a:pt x="1755769" y="886378"/>
                </a:lnTo>
                <a:lnTo>
                  <a:pt x="1756926" y="884673"/>
                </a:lnTo>
                <a:close/>
                <a:moveTo>
                  <a:pt x="1175521" y="2184431"/>
                </a:moveTo>
                <a:lnTo>
                  <a:pt x="1175438" y="2184760"/>
                </a:lnTo>
                <a:lnTo>
                  <a:pt x="1175608" y="2184487"/>
                </a:lnTo>
                <a:close/>
                <a:moveTo>
                  <a:pt x="1756608" y="883053"/>
                </a:moveTo>
                <a:lnTo>
                  <a:pt x="1755490" y="886630"/>
                </a:lnTo>
                <a:lnTo>
                  <a:pt x="1756450" y="884040"/>
                </a:lnTo>
                <a:lnTo>
                  <a:pt x="1756674" y="883392"/>
                </a:lnTo>
                <a:close/>
                <a:moveTo>
                  <a:pt x="1722034" y="960466"/>
                </a:moveTo>
                <a:lnTo>
                  <a:pt x="1722313" y="961938"/>
                </a:lnTo>
                <a:lnTo>
                  <a:pt x="1723870" y="957982"/>
                </a:lnTo>
                <a:close/>
                <a:moveTo>
                  <a:pt x="1175668" y="2183845"/>
                </a:moveTo>
                <a:lnTo>
                  <a:pt x="1175590" y="2184154"/>
                </a:lnTo>
                <a:lnTo>
                  <a:pt x="1175752" y="2184256"/>
                </a:lnTo>
                <a:lnTo>
                  <a:pt x="1175894" y="2184028"/>
                </a:lnTo>
                <a:close/>
                <a:moveTo>
                  <a:pt x="1158644" y="2221905"/>
                </a:moveTo>
                <a:lnTo>
                  <a:pt x="1158909" y="2221736"/>
                </a:lnTo>
                <a:lnTo>
                  <a:pt x="1158974" y="2221574"/>
                </a:lnTo>
                <a:close/>
                <a:moveTo>
                  <a:pt x="1136409" y="2271478"/>
                </a:moveTo>
                <a:lnTo>
                  <a:pt x="1138829" y="2273253"/>
                </a:lnTo>
                <a:lnTo>
                  <a:pt x="1143396" y="2272051"/>
                </a:lnTo>
                <a:lnTo>
                  <a:pt x="1151077" y="2263050"/>
                </a:lnTo>
                <a:lnTo>
                  <a:pt x="1150773" y="2262859"/>
                </a:lnTo>
                <a:lnTo>
                  <a:pt x="1142614" y="2268429"/>
                </a:lnTo>
                <a:lnTo>
                  <a:pt x="1142510" y="2268422"/>
                </a:lnTo>
                <a:lnTo>
                  <a:pt x="1148416" y="2264390"/>
                </a:lnTo>
                <a:lnTo>
                  <a:pt x="1150629" y="2262769"/>
                </a:lnTo>
                <a:lnTo>
                  <a:pt x="1148986" y="2261735"/>
                </a:lnTo>
                <a:lnTo>
                  <a:pt x="1148064" y="2261103"/>
                </a:lnTo>
                <a:lnTo>
                  <a:pt x="1150645" y="2262758"/>
                </a:lnTo>
                <a:lnTo>
                  <a:pt x="1152462" y="2261427"/>
                </a:lnTo>
                <a:lnTo>
                  <a:pt x="1155757" y="2257565"/>
                </a:lnTo>
                <a:lnTo>
                  <a:pt x="1160640" y="2251350"/>
                </a:lnTo>
                <a:lnTo>
                  <a:pt x="1148027" y="2256120"/>
                </a:lnTo>
                <a:lnTo>
                  <a:pt x="1145559" y="2259383"/>
                </a:lnTo>
                <a:lnTo>
                  <a:pt x="1148064" y="2261103"/>
                </a:lnTo>
                <a:lnTo>
                  <a:pt x="1145501" y="2259460"/>
                </a:lnTo>
                <a:close/>
                <a:moveTo>
                  <a:pt x="1718695" y="967545"/>
                </a:moveTo>
                <a:lnTo>
                  <a:pt x="1717540" y="972411"/>
                </a:lnTo>
                <a:lnTo>
                  <a:pt x="1720014" y="967731"/>
                </a:lnTo>
                <a:lnTo>
                  <a:pt x="1720028" y="967427"/>
                </a:lnTo>
                <a:close/>
                <a:moveTo>
                  <a:pt x="1179347" y="2175115"/>
                </a:moveTo>
                <a:lnTo>
                  <a:pt x="1180520" y="2175320"/>
                </a:lnTo>
                <a:lnTo>
                  <a:pt x="1180209" y="2175007"/>
                </a:lnTo>
                <a:lnTo>
                  <a:pt x="1180053" y="2174887"/>
                </a:lnTo>
                <a:close/>
                <a:moveTo>
                  <a:pt x="1732995" y="935094"/>
                </a:moveTo>
                <a:lnTo>
                  <a:pt x="1731495" y="939062"/>
                </a:lnTo>
                <a:lnTo>
                  <a:pt x="1729088" y="950512"/>
                </a:lnTo>
                <a:lnTo>
                  <a:pt x="1729179" y="950388"/>
                </a:lnTo>
                <a:lnTo>
                  <a:pt x="1730205" y="948448"/>
                </a:lnTo>
                <a:lnTo>
                  <a:pt x="1732760" y="940856"/>
                </a:lnTo>
                <a:close/>
                <a:moveTo>
                  <a:pt x="1716697" y="971167"/>
                </a:moveTo>
                <a:lnTo>
                  <a:pt x="1716160" y="972449"/>
                </a:lnTo>
                <a:lnTo>
                  <a:pt x="1716027" y="975278"/>
                </a:lnTo>
                <a:lnTo>
                  <a:pt x="1716620" y="974155"/>
                </a:lnTo>
                <a:close/>
                <a:moveTo>
                  <a:pt x="1718194" y="967590"/>
                </a:moveTo>
                <a:lnTo>
                  <a:pt x="1717291" y="969749"/>
                </a:lnTo>
                <a:lnTo>
                  <a:pt x="1717206" y="973044"/>
                </a:lnTo>
                <a:lnTo>
                  <a:pt x="1717300" y="972865"/>
                </a:lnTo>
                <a:lnTo>
                  <a:pt x="1718560" y="967558"/>
                </a:lnTo>
                <a:close/>
                <a:moveTo>
                  <a:pt x="1719021" y="965616"/>
                </a:moveTo>
                <a:lnTo>
                  <a:pt x="1718369" y="967173"/>
                </a:lnTo>
                <a:lnTo>
                  <a:pt x="1718658" y="967147"/>
                </a:lnTo>
                <a:close/>
                <a:moveTo>
                  <a:pt x="1720058" y="963141"/>
                </a:moveTo>
                <a:lnTo>
                  <a:pt x="1719327" y="964888"/>
                </a:lnTo>
                <a:lnTo>
                  <a:pt x="1718793" y="967134"/>
                </a:lnTo>
                <a:lnTo>
                  <a:pt x="1720047" y="967022"/>
                </a:lnTo>
                <a:lnTo>
                  <a:pt x="1720243" y="962891"/>
                </a:lnTo>
                <a:close/>
                <a:moveTo>
                  <a:pt x="1134134" y="2274487"/>
                </a:moveTo>
                <a:lnTo>
                  <a:pt x="1138663" y="2273296"/>
                </a:lnTo>
                <a:lnTo>
                  <a:pt x="1136330" y="2271584"/>
                </a:lnTo>
                <a:close/>
                <a:moveTo>
                  <a:pt x="1737172" y="924047"/>
                </a:moveTo>
                <a:lnTo>
                  <a:pt x="1734000" y="932436"/>
                </a:lnTo>
                <a:lnTo>
                  <a:pt x="1733996" y="937183"/>
                </a:lnTo>
                <a:lnTo>
                  <a:pt x="1736600" y="929445"/>
                </a:lnTo>
                <a:close/>
                <a:moveTo>
                  <a:pt x="1176120" y="2180073"/>
                </a:moveTo>
                <a:lnTo>
                  <a:pt x="1176082" y="2180501"/>
                </a:lnTo>
                <a:lnTo>
                  <a:pt x="1177348" y="2181688"/>
                </a:lnTo>
                <a:lnTo>
                  <a:pt x="1179449" y="2178311"/>
                </a:lnTo>
                <a:lnTo>
                  <a:pt x="1178708" y="2178127"/>
                </a:lnTo>
                <a:close/>
                <a:moveTo>
                  <a:pt x="1132237" y="2277278"/>
                </a:moveTo>
                <a:lnTo>
                  <a:pt x="1135229" y="2280737"/>
                </a:lnTo>
                <a:lnTo>
                  <a:pt x="1138374" y="2277935"/>
                </a:lnTo>
                <a:lnTo>
                  <a:pt x="1140876" y="2275005"/>
                </a:lnTo>
                <a:close/>
                <a:moveTo>
                  <a:pt x="1747224" y="900164"/>
                </a:moveTo>
                <a:lnTo>
                  <a:pt x="1745924" y="906430"/>
                </a:lnTo>
                <a:lnTo>
                  <a:pt x="1746694" y="910354"/>
                </a:lnTo>
                <a:lnTo>
                  <a:pt x="1751777" y="896646"/>
                </a:lnTo>
                <a:lnTo>
                  <a:pt x="1753625" y="890733"/>
                </a:lnTo>
                <a:close/>
                <a:moveTo>
                  <a:pt x="1724370" y="951234"/>
                </a:moveTo>
                <a:lnTo>
                  <a:pt x="1722387" y="957578"/>
                </a:lnTo>
                <a:lnTo>
                  <a:pt x="1721906" y="958727"/>
                </a:lnTo>
                <a:lnTo>
                  <a:pt x="1721938" y="959964"/>
                </a:lnTo>
                <a:lnTo>
                  <a:pt x="1721952" y="960037"/>
                </a:lnTo>
                <a:lnTo>
                  <a:pt x="1724241" y="957041"/>
                </a:lnTo>
                <a:lnTo>
                  <a:pt x="1725071" y="954930"/>
                </a:lnTo>
                <a:close/>
                <a:moveTo>
                  <a:pt x="1757698" y="876342"/>
                </a:moveTo>
                <a:lnTo>
                  <a:pt x="1757863" y="877176"/>
                </a:lnTo>
                <a:lnTo>
                  <a:pt x="1758764" y="874294"/>
                </a:lnTo>
                <a:close/>
                <a:moveTo>
                  <a:pt x="1140926" y="2257394"/>
                </a:moveTo>
                <a:lnTo>
                  <a:pt x="1140940" y="2257388"/>
                </a:lnTo>
                <a:lnTo>
                  <a:pt x="1140981" y="2257322"/>
                </a:lnTo>
                <a:close/>
                <a:moveTo>
                  <a:pt x="1733155" y="931165"/>
                </a:moveTo>
                <a:lnTo>
                  <a:pt x="1731703" y="938074"/>
                </a:lnTo>
                <a:lnTo>
                  <a:pt x="1732961" y="934876"/>
                </a:lnTo>
                <a:lnTo>
                  <a:pt x="1733009" y="934750"/>
                </a:lnTo>
                <a:close/>
                <a:moveTo>
                  <a:pt x="1716700" y="967723"/>
                </a:moveTo>
                <a:lnTo>
                  <a:pt x="1716661" y="967911"/>
                </a:lnTo>
                <a:lnTo>
                  <a:pt x="1716741" y="967720"/>
                </a:lnTo>
                <a:close/>
                <a:moveTo>
                  <a:pt x="1176341" y="2177538"/>
                </a:moveTo>
                <a:lnTo>
                  <a:pt x="1176162" y="2179582"/>
                </a:lnTo>
                <a:lnTo>
                  <a:pt x="1178249" y="2178013"/>
                </a:lnTo>
                <a:close/>
                <a:moveTo>
                  <a:pt x="1134828" y="2270319"/>
                </a:moveTo>
                <a:lnTo>
                  <a:pt x="1135931" y="2271128"/>
                </a:lnTo>
                <a:lnTo>
                  <a:pt x="1144800" y="2259010"/>
                </a:lnTo>
                <a:lnTo>
                  <a:pt x="1144767" y="2258989"/>
                </a:lnTo>
                <a:lnTo>
                  <a:pt x="1142339" y="2261898"/>
                </a:lnTo>
                <a:close/>
                <a:moveTo>
                  <a:pt x="1176408" y="2176762"/>
                </a:moveTo>
                <a:lnTo>
                  <a:pt x="1176372" y="2177180"/>
                </a:lnTo>
                <a:lnTo>
                  <a:pt x="1178583" y="2177761"/>
                </a:lnTo>
                <a:lnTo>
                  <a:pt x="1180575" y="2176264"/>
                </a:lnTo>
                <a:lnTo>
                  <a:pt x="1177857" y="2175900"/>
                </a:lnTo>
                <a:close/>
                <a:moveTo>
                  <a:pt x="1134646" y="2270185"/>
                </a:moveTo>
                <a:lnTo>
                  <a:pt x="1134744" y="2270257"/>
                </a:lnTo>
                <a:lnTo>
                  <a:pt x="1135973" y="2268880"/>
                </a:lnTo>
                <a:lnTo>
                  <a:pt x="1144415" y="2258763"/>
                </a:lnTo>
                <a:lnTo>
                  <a:pt x="1144283" y="2258678"/>
                </a:lnTo>
                <a:close/>
                <a:moveTo>
                  <a:pt x="1748494" y="894041"/>
                </a:moveTo>
                <a:lnTo>
                  <a:pt x="1747581" y="898440"/>
                </a:lnTo>
                <a:lnTo>
                  <a:pt x="1754318" y="888513"/>
                </a:lnTo>
                <a:lnTo>
                  <a:pt x="1756383" y="881910"/>
                </a:lnTo>
                <a:lnTo>
                  <a:pt x="1755949" y="879705"/>
                </a:lnTo>
                <a:close/>
                <a:moveTo>
                  <a:pt x="1145827" y="2243046"/>
                </a:moveTo>
                <a:lnTo>
                  <a:pt x="1147813" y="2245810"/>
                </a:lnTo>
                <a:lnTo>
                  <a:pt x="1151834" y="2239035"/>
                </a:lnTo>
                <a:lnTo>
                  <a:pt x="1152372" y="2237719"/>
                </a:lnTo>
                <a:lnTo>
                  <a:pt x="1148550" y="2238515"/>
                </a:lnTo>
                <a:lnTo>
                  <a:pt x="1148042" y="2239426"/>
                </a:lnTo>
                <a:close/>
                <a:moveTo>
                  <a:pt x="1157617" y="2216268"/>
                </a:moveTo>
                <a:lnTo>
                  <a:pt x="1157747" y="2216426"/>
                </a:lnTo>
                <a:lnTo>
                  <a:pt x="1158102" y="2216190"/>
                </a:lnTo>
                <a:close/>
                <a:moveTo>
                  <a:pt x="1132141" y="2273176"/>
                </a:moveTo>
                <a:lnTo>
                  <a:pt x="1134656" y="2270356"/>
                </a:lnTo>
                <a:lnTo>
                  <a:pt x="1134561" y="2270286"/>
                </a:lnTo>
                <a:close/>
                <a:moveTo>
                  <a:pt x="1144963" y="2244458"/>
                </a:moveTo>
                <a:lnTo>
                  <a:pt x="1147042" y="2246949"/>
                </a:lnTo>
                <a:lnTo>
                  <a:pt x="1147215" y="2246818"/>
                </a:lnTo>
                <a:lnTo>
                  <a:pt x="1147729" y="2245951"/>
                </a:lnTo>
                <a:lnTo>
                  <a:pt x="1145742" y="2243186"/>
                </a:lnTo>
                <a:close/>
                <a:moveTo>
                  <a:pt x="1744861" y="901026"/>
                </a:moveTo>
                <a:lnTo>
                  <a:pt x="1745064" y="902055"/>
                </a:lnTo>
                <a:lnTo>
                  <a:pt x="1745553" y="899696"/>
                </a:lnTo>
                <a:close/>
                <a:moveTo>
                  <a:pt x="1712224" y="973735"/>
                </a:moveTo>
                <a:lnTo>
                  <a:pt x="1712166" y="975991"/>
                </a:lnTo>
                <a:lnTo>
                  <a:pt x="1713350" y="972219"/>
                </a:lnTo>
                <a:lnTo>
                  <a:pt x="1712431" y="973463"/>
                </a:lnTo>
                <a:close/>
                <a:moveTo>
                  <a:pt x="1718996" y="958205"/>
                </a:moveTo>
                <a:lnTo>
                  <a:pt x="1717414" y="964937"/>
                </a:lnTo>
                <a:lnTo>
                  <a:pt x="1717386" y="966017"/>
                </a:lnTo>
                <a:lnTo>
                  <a:pt x="1717536" y="965820"/>
                </a:lnTo>
                <a:lnTo>
                  <a:pt x="1720348" y="959104"/>
                </a:lnTo>
                <a:lnTo>
                  <a:pt x="1719866" y="956559"/>
                </a:lnTo>
                <a:close/>
                <a:moveTo>
                  <a:pt x="1143206" y="2247331"/>
                </a:moveTo>
                <a:lnTo>
                  <a:pt x="1144765" y="2248681"/>
                </a:lnTo>
                <a:lnTo>
                  <a:pt x="1146862" y="2247086"/>
                </a:lnTo>
                <a:lnTo>
                  <a:pt x="1144839" y="2244662"/>
                </a:lnTo>
                <a:close/>
                <a:moveTo>
                  <a:pt x="1741702" y="907099"/>
                </a:moveTo>
                <a:lnTo>
                  <a:pt x="1743469" y="904497"/>
                </a:lnTo>
                <a:lnTo>
                  <a:pt x="1743379" y="903875"/>
                </a:lnTo>
                <a:close/>
                <a:moveTo>
                  <a:pt x="1723617" y="947264"/>
                </a:moveTo>
                <a:lnTo>
                  <a:pt x="1721753" y="952804"/>
                </a:lnTo>
                <a:lnTo>
                  <a:pt x="1721825" y="955578"/>
                </a:lnTo>
                <a:lnTo>
                  <a:pt x="1724144" y="950039"/>
                </a:lnTo>
                <a:close/>
                <a:moveTo>
                  <a:pt x="1130456" y="2275220"/>
                </a:moveTo>
                <a:lnTo>
                  <a:pt x="1130622" y="2275411"/>
                </a:lnTo>
                <a:lnTo>
                  <a:pt x="1133314" y="2274703"/>
                </a:lnTo>
                <a:lnTo>
                  <a:pt x="1135853" y="2271235"/>
                </a:lnTo>
                <a:lnTo>
                  <a:pt x="1134739" y="2270418"/>
                </a:lnTo>
                <a:close/>
                <a:moveTo>
                  <a:pt x="1125798" y="2285508"/>
                </a:moveTo>
                <a:lnTo>
                  <a:pt x="1133640" y="2282152"/>
                </a:lnTo>
                <a:lnTo>
                  <a:pt x="1134880" y="2281047"/>
                </a:lnTo>
                <a:lnTo>
                  <a:pt x="1131829" y="2277535"/>
                </a:lnTo>
                <a:close/>
                <a:moveTo>
                  <a:pt x="1738631" y="913006"/>
                </a:moveTo>
                <a:lnTo>
                  <a:pt x="1738484" y="914589"/>
                </a:lnTo>
                <a:lnTo>
                  <a:pt x="1737052" y="928100"/>
                </a:lnTo>
                <a:lnTo>
                  <a:pt x="1743850" y="907901"/>
                </a:lnTo>
                <a:lnTo>
                  <a:pt x="1743916" y="907581"/>
                </a:lnTo>
                <a:lnTo>
                  <a:pt x="1743612" y="905484"/>
                </a:lnTo>
                <a:lnTo>
                  <a:pt x="1739037" y="912224"/>
                </a:lnTo>
                <a:close/>
                <a:moveTo>
                  <a:pt x="1714053" y="967558"/>
                </a:moveTo>
                <a:lnTo>
                  <a:pt x="1714175" y="967547"/>
                </a:lnTo>
                <a:lnTo>
                  <a:pt x="1714187" y="967305"/>
                </a:lnTo>
                <a:close/>
                <a:moveTo>
                  <a:pt x="1709887" y="976808"/>
                </a:moveTo>
                <a:lnTo>
                  <a:pt x="1709649" y="977648"/>
                </a:lnTo>
                <a:lnTo>
                  <a:pt x="1709959" y="980249"/>
                </a:lnTo>
                <a:lnTo>
                  <a:pt x="1710068" y="982680"/>
                </a:lnTo>
                <a:lnTo>
                  <a:pt x="1711713" y="977436"/>
                </a:lnTo>
                <a:lnTo>
                  <a:pt x="1711793" y="974302"/>
                </a:lnTo>
                <a:close/>
                <a:moveTo>
                  <a:pt x="1140305" y="2252071"/>
                </a:moveTo>
                <a:lnTo>
                  <a:pt x="1144432" y="2248933"/>
                </a:lnTo>
                <a:lnTo>
                  <a:pt x="1142990" y="2247683"/>
                </a:lnTo>
                <a:close/>
                <a:moveTo>
                  <a:pt x="1735847" y="918356"/>
                </a:moveTo>
                <a:lnTo>
                  <a:pt x="1734005" y="927124"/>
                </a:lnTo>
                <a:lnTo>
                  <a:pt x="1734001" y="932127"/>
                </a:lnTo>
                <a:lnTo>
                  <a:pt x="1737217" y="923618"/>
                </a:lnTo>
                <a:lnTo>
                  <a:pt x="1738269" y="913702"/>
                </a:lnTo>
                <a:close/>
                <a:moveTo>
                  <a:pt x="1712298" y="970879"/>
                </a:moveTo>
                <a:lnTo>
                  <a:pt x="1712250" y="972742"/>
                </a:lnTo>
                <a:lnTo>
                  <a:pt x="1713839" y="970662"/>
                </a:lnTo>
                <a:lnTo>
                  <a:pt x="1714061" y="969953"/>
                </a:lnTo>
                <a:lnTo>
                  <a:pt x="1714156" y="967952"/>
                </a:lnTo>
                <a:lnTo>
                  <a:pt x="1713829" y="967981"/>
                </a:lnTo>
                <a:close/>
                <a:moveTo>
                  <a:pt x="1155253" y="2218080"/>
                </a:moveTo>
                <a:lnTo>
                  <a:pt x="1156244" y="2217423"/>
                </a:lnTo>
                <a:lnTo>
                  <a:pt x="1155916" y="2217029"/>
                </a:lnTo>
                <a:lnTo>
                  <a:pt x="1155549" y="2217619"/>
                </a:lnTo>
                <a:close/>
                <a:moveTo>
                  <a:pt x="1710727" y="973851"/>
                </a:moveTo>
                <a:lnTo>
                  <a:pt x="1710327" y="975262"/>
                </a:lnTo>
                <a:lnTo>
                  <a:pt x="1711818" y="973308"/>
                </a:lnTo>
                <a:lnTo>
                  <a:pt x="1711860" y="971708"/>
                </a:lnTo>
                <a:close/>
                <a:moveTo>
                  <a:pt x="1138708" y="2254681"/>
                </a:moveTo>
                <a:lnTo>
                  <a:pt x="1141260" y="2256432"/>
                </a:lnTo>
                <a:lnTo>
                  <a:pt x="1142434" y="2254872"/>
                </a:lnTo>
                <a:lnTo>
                  <a:pt x="1145728" y="2249322"/>
                </a:lnTo>
                <a:lnTo>
                  <a:pt x="1139513" y="2253365"/>
                </a:lnTo>
                <a:close/>
                <a:moveTo>
                  <a:pt x="1132488" y="2268601"/>
                </a:moveTo>
                <a:lnTo>
                  <a:pt x="1132549" y="2268647"/>
                </a:lnTo>
                <a:lnTo>
                  <a:pt x="1132821" y="2268847"/>
                </a:lnTo>
                <a:lnTo>
                  <a:pt x="1137349" y="2263441"/>
                </a:lnTo>
                <a:lnTo>
                  <a:pt x="1139861" y="2259208"/>
                </a:lnTo>
                <a:lnTo>
                  <a:pt x="1139440" y="2259366"/>
                </a:lnTo>
                <a:close/>
                <a:moveTo>
                  <a:pt x="1732944" y="923804"/>
                </a:moveTo>
                <a:lnTo>
                  <a:pt x="1725561" y="947424"/>
                </a:lnTo>
                <a:lnTo>
                  <a:pt x="1726362" y="951648"/>
                </a:lnTo>
                <a:lnTo>
                  <a:pt x="1728607" y="945941"/>
                </a:lnTo>
                <a:close/>
                <a:moveTo>
                  <a:pt x="1709478" y="976214"/>
                </a:moveTo>
                <a:lnTo>
                  <a:pt x="1709495" y="976352"/>
                </a:lnTo>
                <a:lnTo>
                  <a:pt x="1710015" y="975670"/>
                </a:lnTo>
                <a:lnTo>
                  <a:pt x="1710286" y="974685"/>
                </a:lnTo>
                <a:close/>
                <a:moveTo>
                  <a:pt x="1153141" y="2221376"/>
                </a:moveTo>
                <a:lnTo>
                  <a:pt x="1153982" y="2222348"/>
                </a:lnTo>
                <a:lnTo>
                  <a:pt x="1156884" y="2218687"/>
                </a:lnTo>
                <a:lnTo>
                  <a:pt x="1153369" y="2221020"/>
                </a:lnTo>
                <a:close/>
                <a:moveTo>
                  <a:pt x="1144214" y="2240801"/>
                </a:moveTo>
                <a:lnTo>
                  <a:pt x="1145036" y="2241945"/>
                </a:lnTo>
                <a:lnTo>
                  <a:pt x="1146738" y="2238892"/>
                </a:lnTo>
                <a:lnTo>
                  <a:pt x="1145986" y="2239050"/>
                </a:lnTo>
                <a:close/>
                <a:moveTo>
                  <a:pt x="1135881" y="2259301"/>
                </a:moveTo>
                <a:lnTo>
                  <a:pt x="1140380" y="2257600"/>
                </a:lnTo>
                <a:lnTo>
                  <a:pt x="1141104" y="2256639"/>
                </a:lnTo>
                <a:lnTo>
                  <a:pt x="1138522" y="2254984"/>
                </a:lnTo>
                <a:close/>
                <a:moveTo>
                  <a:pt x="1138116" y="2254275"/>
                </a:moveTo>
                <a:lnTo>
                  <a:pt x="1138149" y="2254298"/>
                </a:lnTo>
                <a:lnTo>
                  <a:pt x="1138188" y="2254228"/>
                </a:lnTo>
                <a:close/>
                <a:moveTo>
                  <a:pt x="1168757" y="2185609"/>
                </a:moveTo>
                <a:lnTo>
                  <a:pt x="1168843" y="2185650"/>
                </a:lnTo>
                <a:lnTo>
                  <a:pt x="1168853" y="2185537"/>
                </a:lnTo>
                <a:close/>
                <a:moveTo>
                  <a:pt x="1151418" y="2224064"/>
                </a:moveTo>
                <a:lnTo>
                  <a:pt x="1152883" y="2223736"/>
                </a:lnTo>
                <a:lnTo>
                  <a:pt x="1153825" y="2222547"/>
                </a:lnTo>
                <a:lnTo>
                  <a:pt x="1152990" y="2221612"/>
                </a:lnTo>
                <a:close/>
                <a:moveTo>
                  <a:pt x="1695189" y="1006141"/>
                </a:moveTo>
                <a:lnTo>
                  <a:pt x="1696519" y="1004330"/>
                </a:lnTo>
                <a:lnTo>
                  <a:pt x="1696521" y="1004317"/>
                </a:lnTo>
                <a:lnTo>
                  <a:pt x="1696347" y="1003573"/>
                </a:lnTo>
                <a:close/>
                <a:moveTo>
                  <a:pt x="1166965" y="2188676"/>
                </a:moveTo>
                <a:lnTo>
                  <a:pt x="1168098" y="2189705"/>
                </a:lnTo>
                <a:lnTo>
                  <a:pt x="1168238" y="2189735"/>
                </a:lnTo>
                <a:lnTo>
                  <a:pt x="1168479" y="2188774"/>
                </a:lnTo>
                <a:close/>
                <a:moveTo>
                  <a:pt x="1731005" y="925310"/>
                </a:moveTo>
                <a:lnTo>
                  <a:pt x="1725602" y="941365"/>
                </a:lnTo>
                <a:lnTo>
                  <a:pt x="1727155" y="938795"/>
                </a:lnTo>
                <a:lnTo>
                  <a:pt x="1727234" y="939155"/>
                </a:lnTo>
                <a:lnTo>
                  <a:pt x="1725232" y="942467"/>
                </a:lnTo>
                <a:lnTo>
                  <a:pt x="1724840" y="943628"/>
                </a:lnTo>
                <a:lnTo>
                  <a:pt x="1725397" y="946561"/>
                </a:lnTo>
                <a:lnTo>
                  <a:pt x="1732826" y="922796"/>
                </a:lnTo>
                <a:close/>
                <a:moveTo>
                  <a:pt x="1142952" y="2242048"/>
                </a:moveTo>
                <a:lnTo>
                  <a:pt x="1144167" y="2243504"/>
                </a:lnTo>
                <a:lnTo>
                  <a:pt x="1144955" y="2242091"/>
                </a:lnTo>
                <a:lnTo>
                  <a:pt x="1144106" y="2240908"/>
                </a:lnTo>
                <a:close/>
                <a:moveTo>
                  <a:pt x="1128878" y="2273395"/>
                </a:moveTo>
                <a:lnTo>
                  <a:pt x="1128945" y="2273473"/>
                </a:lnTo>
                <a:lnTo>
                  <a:pt x="1132735" y="2268948"/>
                </a:lnTo>
                <a:lnTo>
                  <a:pt x="1132407" y="2268708"/>
                </a:lnTo>
                <a:close/>
                <a:moveTo>
                  <a:pt x="1127700" y="2274960"/>
                </a:moveTo>
                <a:lnTo>
                  <a:pt x="1128629" y="2273851"/>
                </a:lnTo>
                <a:lnTo>
                  <a:pt x="1128579" y="2273793"/>
                </a:lnTo>
                <a:close/>
                <a:moveTo>
                  <a:pt x="1722701" y="942438"/>
                </a:moveTo>
                <a:lnTo>
                  <a:pt x="1722679" y="942531"/>
                </a:lnTo>
                <a:lnTo>
                  <a:pt x="1722705" y="942457"/>
                </a:lnTo>
                <a:close/>
                <a:moveTo>
                  <a:pt x="1143350" y="2239598"/>
                </a:moveTo>
                <a:lnTo>
                  <a:pt x="1143814" y="2240245"/>
                </a:lnTo>
                <a:lnTo>
                  <a:pt x="1144766" y="2239304"/>
                </a:lnTo>
                <a:close/>
                <a:moveTo>
                  <a:pt x="1130916" y="2267416"/>
                </a:moveTo>
                <a:lnTo>
                  <a:pt x="1132239" y="2268414"/>
                </a:lnTo>
                <a:lnTo>
                  <a:pt x="1138896" y="2259573"/>
                </a:lnTo>
                <a:lnTo>
                  <a:pt x="1134758" y="2261138"/>
                </a:lnTo>
                <a:close/>
                <a:moveTo>
                  <a:pt x="1117457" y="2296787"/>
                </a:moveTo>
                <a:lnTo>
                  <a:pt x="1120197" y="2299237"/>
                </a:lnTo>
                <a:lnTo>
                  <a:pt x="1132380" y="2284961"/>
                </a:lnTo>
                <a:lnTo>
                  <a:pt x="1129576" y="2286160"/>
                </a:lnTo>
                <a:lnTo>
                  <a:pt x="1124516" y="2290669"/>
                </a:lnTo>
                <a:close/>
                <a:moveTo>
                  <a:pt x="1117383" y="2296632"/>
                </a:moveTo>
                <a:lnTo>
                  <a:pt x="1128738" y="2286519"/>
                </a:lnTo>
                <a:lnTo>
                  <a:pt x="1123260" y="2288863"/>
                </a:lnTo>
                <a:close/>
                <a:moveTo>
                  <a:pt x="1165929" y="2187735"/>
                </a:moveTo>
                <a:lnTo>
                  <a:pt x="1166332" y="2188100"/>
                </a:lnTo>
                <a:lnTo>
                  <a:pt x="1168611" y="2188249"/>
                </a:lnTo>
                <a:lnTo>
                  <a:pt x="1168618" y="2188217"/>
                </a:lnTo>
                <a:lnTo>
                  <a:pt x="1168766" y="2186522"/>
                </a:lnTo>
                <a:lnTo>
                  <a:pt x="1168025" y="2186159"/>
                </a:lnTo>
                <a:close/>
                <a:moveTo>
                  <a:pt x="1127929" y="2272298"/>
                </a:moveTo>
                <a:lnTo>
                  <a:pt x="1128670" y="2273156"/>
                </a:lnTo>
                <a:lnTo>
                  <a:pt x="1132157" y="2268524"/>
                </a:lnTo>
                <a:lnTo>
                  <a:pt x="1130833" y="2267552"/>
                </a:lnTo>
                <a:close/>
                <a:moveTo>
                  <a:pt x="1140222" y="2244747"/>
                </a:moveTo>
                <a:lnTo>
                  <a:pt x="1142415" y="2246646"/>
                </a:lnTo>
                <a:lnTo>
                  <a:pt x="1144048" y="2243716"/>
                </a:lnTo>
                <a:lnTo>
                  <a:pt x="1142791" y="2242208"/>
                </a:lnTo>
                <a:close/>
                <a:moveTo>
                  <a:pt x="1168910" y="2179952"/>
                </a:moveTo>
                <a:lnTo>
                  <a:pt x="1168984" y="2179998"/>
                </a:lnTo>
                <a:lnTo>
                  <a:pt x="1169358" y="2179755"/>
                </a:lnTo>
                <a:lnTo>
                  <a:pt x="1169394" y="2179347"/>
                </a:lnTo>
                <a:lnTo>
                  <a:pt x="1169319" y="2179243"/>
                </a:lnTo>
                <a:lnTo>
                  <a:pt x="1169309" y="2179237"/>
                </a:lnTo>
                <a:close/>
                <a:moveTo>
                  <a:pt x="1149364" y="2223678"/>
                </a:moveTo>
                <a:lnTo>
                  <a:pt x="1150647" y="2224236"/>
                </a:lnTo>
                <a:lnTo>
                  <a:pt x="1150930" y="2224173"/>
                </a:lnTo>
                <a:lnTo>
                  <a:pt x="1152553" y="2221561"/>
                </a:lnTo>
                <a:close/>
                <a:moveTo>
                  <a:pt x="1168034" y="2181747"/>
                </a:moveTo>
                <a:lnTo>
                  <a:pt x="1169129" y="2182369"/>
                </a:lnTo>
                <a:lnTo>
                  <a:pt x="1169247" y="2181025"/>
                </a:lnTo>
                <a:close/>
                <a:moveTo>
                  <a:pt x="1151115" y="2219034"/>
                </a:moveTo>
                <a:lnTo>
                  <a:pt x="1152100" y="2220173"/>
                </a:lnTo>
                <a:lnTo>
                  <a:pt x="1154341" y="2218686"/>
                </a:lnTo>
                <a:lnTo>
                  <a:pt x="1155605" y="2216652"/>
                </a:lnTo>
                <a:lnTo>
                  <a:pt x="1155563" y="2216602"/>
                </a:lnTo>
                <a:lnTo>
                  <a:pt x="1154297" y="2216808"/>
                </a:lnTo>
                <a:close/>
                <a:moveTo>
                  <a:pt x="1141550" y="2240369"/>
                </a:moveTo>
                <a:lnTo>
                  <a:pt x="1142517" y="2241528"/>
                </a:lnTo>
                <a:lnTo>
                  <a:pt x="1143706" y="2240352"/>
                </a:lnTo>
                <a:lnTo>
                  <a:pt x="1143193" y="2239639"/>
                </a:lnTo>
                <a:close/>
                <a:moveTo>
                  <a:pt x="1164482" y="2188824"/>
                </a:moveTo>
                <a:lnTo>
                  <a:pt x="1165503" y="2189120"/>
                </a:lnTo>
                <a:lnTo>
                  <a:pt x="1164862" y="2188538"/>
                </a:lnTo>
                <a:close/>
                <a:moveTo>
                  <a:pt x="1163889" y="2190150"/>
                </a:moveTo>
                <a:lnTo>
                  <a:pt x="1165256" y="2192279"/>
                </a:lnTo>
                <a:lnTo>
                  <a:pt x="1167482" y="2192755"/>
                </a:lnTo>
                <a:lnTo>
                  <a:pt x="1167857" y="2191258"/>
                </a:lnTo>
                <a:lnTo>
                  <a:pt x="1167472" y="2190909"/>
                </a:lnTo>
                <a:close/>
                <a:moveTo>
                  <a:pt x="1125141" y="2276855"/>
                </a:moveTo>
                <a:lnTo>
                  <a:pt x="1126068" y="2276611"/>
                </a:lnTo>
                <a:lnTo>
                  <a:pt x="1128370" y="2273553"/>
                </a:lnTo>
                <a:lnTo>
                  <a:pt x="1127660" y="2272736"/>
                </a:lnTo>
                <a:close/>
                <a:moveTo>
                  <a:pt x="1166400" y="2184456"/>
                </a:moveTo>
                <a:lnTo>
                  <a:pt x="1168387" y="2185428"/>
                </a:lnTo>
                <a:lnTo>
                  <a:pt x="1168895" y="2185045"/>
                </a:lnTo>
                <a:lnTo>
                  <a:pt x="1169044" y="2183347"/>
                </a:lnTo>
                <a:lnTo>
                  <a:pt x="1167442" y="2182587"/>
                </a:lnTo>
                <a:close/>
                <a:moveTo>
                  <a:pt x="1717213" y="951012"/>
                </a:moveTo>
                <a:lnTo>
                  <a:pt x="1716110" y="954894"/>
                </a:lnTo>
                <a:lnTo>
                  <a:pt x="1716124" y="955439"/>
                </a:lnTo>
                <a:lnTo>
                  <a:pt x="1717149" y="953500"/>
                </a:lnTo>
                <a:close/>
                <a:moveTo>
                  <a:pt x="1724673" y="934051"/>
                </a:moveTo>
                <a:lnTo>
                  <a:pt x="1723760" y="937934"/>
                </a:lnTo>
                <a:lnTo>
                  <a:pt x="1723928" y="938820"/>
                </a:lnTo>
                <a:lnTo>
                  <a:pt x="1726279" y="931833"/>
                </a:lnTo>
                <a:close/>
                <a:moveTo>
                  <a:pt x="1145302" y="2231236"/>
                </a:moveTo>
                <a:lnTo>
                  <a:pt x="1145508" y="2231366"/>
                </a:lnTo>
                <a:lnTo>
                  <a:pt x="1145856" y="2231204"/>
                </a:lnTo>
                <a:close/>
                <a:moveTo>
                  <a:pt x="1150848" y="2218725"/>
                </a:moveTo>
                <a:lnTo>
                  <a:pt x="1151023" y="2218928"/>
                </a:lnTo>
                <a:lnTo>
                  <a:pt x="1153980" y="2216859"/>
                </a:lnTo>
                <a:lnTo>
                  <a:pt x="1153348" y="2216961"/>
                </a:lnTo>
                <a:close/>
                <a:moveTo>
                  <a:pt x="1165020" y="2186908"/>
                </a:moveTo>
                <a:lnTo>
                  <a:pt x="1165653" y="2187484"/>
                </a:lnTo>
                <a:lnTo>
                  <a:pt x="1167655" y="2185978"/>
                </a:lnTo>
                <a:lnTo>
                  <a:pt x="1166002" y="2185171"/>
                </a:lnTo>
                <a:lnTo>
                  <a:pt x="1165438" y="2186181"/>
                </a:lnTo>
                <a:close/>
                <a:moveTo>
                  <a:pt x="1163999" y="2188683"/>
                </a:moveTo>
                <a:lnTo>
                  <a:pt x="1164041" y="2188696"/>
                </a:lnTo>
                <a:lnTo>
                  <a:pt x="1164300" y="2188501"/>
                </a:lnTo>
                <a:lnTo>
                  <a:pt x="1164111" y="2188489"/>
                </a:lnTo>
                <a:close/>
                <a:moveTo>
                  <a:pt x="1168089" y="2179435"/>
                </a:moveTo>
                <a:lnTo>
                  <a:pt x="1168532" y="2179713"/>
                </a:lnTo>
                <a:lnTo>
                  <a:pt x="1168833" y="2179264"/>
                </a:lnTo>
                <a:lnTo>
                  <a:pt x="1168969" y="2179019"/>
                </a:lnTo>
                <a:lnTo>
                  <a:pt x="1168709" y="2178853"/>
                </a:lnTo>
                <a:close/>
                <a:moveTo>
                  <a:pt x="1718172" y="947631"/>
                </a:moveTo>
                <a:lnTo>
                  <a:pt x="1717694" y="949314"/>
                </a:lnTo>
                <a:lnTo>
                  <a:pt x="1717655" y="952541"/>
                </a:lnTo>
                <a:lnTo>
                  <a:pt x="1718722" y="950524"/>
                </a:lnTo>
                <a:close/>
                <a:moveTo>
                  <a:pt x="1122502" y="2281167"/>
                </a:moveTo>
                <a:lnTo>
                  <a:pt x="1123836" y="2279575"/>
                </a:lnTo>
                <a:lnTo>
                  <a:pt x="1123917" y="2279466"/>
                </a:lnTo>
                <a:lnTo>
                  <a:pt x="1123470" y="2279584"/>
                </a:lnTo>
                <a:close/>
                <a:moveTo>
                  <a:pt x="1165717" y="2184123"/>
                </a:moveTo>
                <a:lnTo>
                  <a:pt x="1166037" y="2184280"/>
                </a:lnTo>
                <a:lnTo>
                  <a:pt x="1167078" y="2182414"/>
                </a:lnTo>
                <a:lnTo>
                  <a:pt x="1166987" y="2182370"/>
                </a:lnTo>
                <a:lnTo>
                  <a:pt x="1166967" y="2182382"/>
                </a:lnTo>
                <a:close/>
                <a:moveTo>
                  <a:pt x="1147445" y="2224951"/>
                </a:moveTo>
                <a:lnTo>
                  <a:pt x="1147901" y="2224850"/>
                </a:lnTo>
                <a:lnTo>
                  <a:pt x="1147718" y="2224770"/>
                </a:lnTo>
                <a:close/>
                <a:moveTo>
                  <a:pt x="1162294" y="2191644"/>
                </a:moveTo>
                <a:lnTo>
                  <a:pt x="1163902" y="2191988"/>
                </a:lnTo>
                <a:lnTo>
                  <a:pt x="1162950" y="2190506"/>
                </a:lnTo>
                <a:close/>
                <a:moveTo>
                  <a:pt x="1696673" y="994697"/>
                </a:moveTo>
                <a:lnTo>
                  <a:pt x="1697035" y="995958"/>
                </a:lnTo>
                <a:lnTo>
                  <a:pt x="1698124" y="993548"/>
                </a:lnTo>
                <a:lnTo>
                  <a:pt x="1698278" y="992512"/>
                </a:lnTo>
                <a:close/>
                <a:moveTo>
                  <a:pt x="1138894" y="2243597"/>
                </a:moveTo>
                <a:lnTo>
                  <a:pt x="1139709" y="2244302"/>
                </a:lnTo>
                <a:lnTo>
                  <a:pt x="1142355" y="2241687"/>
                </a:lnTo>
                <a:lnTo>
                  <a:pt x="1141335" y="2240465"/>
                </a:lnTo>
                <a:lnTo>
                  <a:pt x="1140730" y="2240734"/>
                </a:lnTo>
                <a:close/>
                <a:moveTo>
                  <a:pt x="1753508" y="867280"/>
                </a:moveTo>
                <a:lnTo>
                  <a:pt x="1752956" y="871452"/>
                </a:lnTo>
                <a:lnTo>
                  <a:pt x="1753951" y="869538"/>
                </a:lnTo>
                <a:close/>
                <a:moveTo>
                  <a:pt x="1164232" y="2186193"/>
                </a:moveTo>
                <a:lnTo>
                  <a:pt x="1164723" y="2186638"/>
                </a:lnTo>
                <a:lnTo>
                  <a:pt x="1165639" y="2184994"/>
                </a:lnTo>
                <a:lnTo>
                  <a:pt x="1165234" y="2184797"/>
                </a:lnTo>
                <a:close/>
                <a:moveTo>
                  <a:pt x="1721384" y="938589"/>
                </a:moveTo>
                <a:lnTo>
                  <a:pt x="1721421" y="940010"/>
                </a:lnTo>
                <a:lnTo>
                  <a:pt x="1721816" y="937993"/>
                </a:lnTo>
                <a:close/>
                <a:moveTo>
                  <a:pt x="1166534" y="2180895"/>
                </a:moveTo>
                <a:lnTo>
                  <a:pt x="1167107" y="2181220"/>
                </a:lnTo>
                <a:lnTo>
                  <a:pt x="1167846" y="2180739"/>
                </a:lnTo>
                <a:lnTo>
                  <a:pt x="1168421" y="2179879"/>
                </a:lnTo>
                <a:lnTo>
                  <a:pt x="1167943" y="2179572"/>
                </a:lnTo>
                <a:close/>
                <a:moveTo>
                  <a:pt x="1163097" y="2188422"/>
                </a:moveTo>
                <a:lnTo>
                  <a:pt x="1163641" y="2188579"/>
                </a:lnTo>
                <a:lnTo>
                  <a:pt x="1163706" y="2188462"/>
                </a:lnTo>
                <a:close/>
                <a:moveTo>
                  <a:pt x="1159271" y="2196898"/>
                </a:moveTo>
                <a:lnTo>
                  <a:pt x="1160879" y="2197269"/>
                </a:lnTo>
                <a:lnTo>
                  <a:pt x="1163165" y="2196080"/>
                </a:lnTo>
                <a:lnTo>
                  <a:pt x="1160118" y="2195426"/>
                </a:lnTo>
                <a:close/>
                <a:moveTo>
                  <a:pt x="1720054" y="941006"/>
                </a:moveTo>
                <a:lnTo>
                  <a:pt x="1719028" y="944618"/>
                </a:lnTo>
                <a:lnTo>
                  <a:pt x="1719695" y="948131"/>
                </a:lnTo>
                <a:lnTo>
                  <a:pt x="1720185" y="946082"/>
                </a:lnTo>
                <a:close/>
                <a:moveTo>
                  <a:pt x="1742721" y="890132"/>
                </a:moveTo>
                <a:lnTo>
                  <a:pt x="1742843" y="890756"/>
                </a:lnTo>
                <a:lnTo>
                  <a:pt x="1743516" y="888604"/>
                </a:lnTo>
                <a:close/>
                <a:moveTo>
                  <a:pt x="1158279" y="2198623"/>
                </a:moveTo>
                <a:lnTo>
                  <a:pt x="1160339" y="2197550"/>
                </a:lnTo>
                <a:lnTo>
                  <a:pt x="1159065" y="2197256"/>
                </a:lnTo>
                <a:close/>
                <a:moveTo>
                  <a:pt x="1149818" y="2217535"/>
                </a:moveTo>
                <a:lnTo>
                  <a:pt x="1150670" y="2218519"/>
                </a:lnTo>
                <a:lnTo>
                  <a:pt x="1152737" y="2217061"/>
                </a:lnTo>
                <a:close/>
                <a:moveTo>
                  <a:pt x="1163019" y="2187884"/>
                </a:moveTo>
                <a:lnTo>
                  <a:pt x="1163993" y="2187947"/>
                </a:lnTo>
                <a:lnTo>
                  <a:pt x="1164068" y="2187814"/>
                </a:lnTo>
                <a:lnTo>
                  <a:pt x="1163463" y="2187265"/>
                </a:lnTo>
                <a:close/>
                <a:moveTo>
                  <a:pt x="1136249" y="2247724"/>
                </a:moveTo>
                <a:lnTo>
                  <a:pt x="1139418" y="2244591"/>
                </a:lnTo>
                <a:lnTo>
                  <a:pt x="1138672" y="2243945"/>
                </a:lnTo>
                <a:close/>
                <a:moveTo>
                  <a:pt x="1690133" y="1007447"/>
                </a:moveTo>
                <a:lnTo>
                  <a:pt x="1690131" y="1008090"/>
                </a:lnTo>
                <a:lnTo>
                  <a:pt x="1690163" y="1008943"/>
                </a:lnTo>
                <a:lnTo>
                  <a:pt x="1690557" y="1008372"/>
                </a:lnTo>
                <a:lnTo>
                  <a:pt x="1690581" y="1008735"/>
                </a:lnTo>
                <a:lnTo>
                  <a:pt x="1690178" y="1009317"/>
                </a:lnTo>
                <a:lnTo>
                  <a:pt x="1690211" y="1010178"/>
                </a:lnTo>
                <a:lnTo>
                  <a:pt x="1690123" y="1011276"/>
                </a:lnTo>
                <a:lnTo>
                  <a:pt x="1690826" y="1009714"/>
                </a:lnTo>
                <a:lnTo>
                  <a:pt x="1690833" y="1008368"/>
                </a:lnTo>
                <a:lnTo>
                  <a:pt x="1690640" y="1007544"/>
                </a:lnTo>
                <a:close/>
                <a:moveTo>
                  <a:pt x="1712212" y="957958"/>
                </a:moveTo>
                <a:lnTo>
                  <a:pt x="1709258" y="967375"/>
                </a:lnTo>
                <a:lnTo>
                  <a:pt x="1709264" y="967986"/>
                </a:lnTo>
                <a:lnTo>
                  <a:pt x="1709407" y="967973"/>
                </a:lnTo>
                <a:lnTo>
                  <a:pt x="1710015" y="966998"/>
                </a:lnTo>
                <a:lnTo>
                  <a:pt x="1712081" y="963088"/>
                </a:lnTo>
                <a:close/>
                <a:moveTo>
                  <a:pt x="1164796" y="2183674"/>
                </a:moveTo>
                <a:lnTo>
                  <a:pt x="1165616" y="2184074"/>
                </a:lnTo>
                <a:lnTo>
                  <a:pt x="1166602" y="2182599"/>
                </a:lnTo>
                <a:close/>
                <a:moveTo>
                  <a:pt x="1117735" y="2288959"/>
                </a:moveTo>
                <a:lnTo>
                  <a:pt x="1125039" y="2285833"/>
                </a:lnTo>
                <a:lnTo>
                  <a:pt x="1129047" y="2280534"/>
                </a:lnTo>
                <a:lnTo>
                  <a:pt x="1131238" y="2277541"/>
                </a:lnTo>
                <a:lnTo>
                  <a:pt x="1127706" y="2278470"/>
                </a:lnTo>
                <a:lnTo>
                  <a:pt x="1125293" y="2281351"/>
                </a:lnTo>
                <a:lnTo>
                  <a:pt x="1118474" y="2287749"/>
                </a:lnTo>
                <a:close/>
                <a:moveTo>
                  <a:pt x="1740541" y="894324"/>
                </a:moveTo>
                <a:lnTo>
                  <a:pt x="1740281" y="895823"/>
                </a:lnTo>
                <a:lnTo>
                  <a:pt x="1741559" y="893367"/>
                </a:lnTo>
                <a:lnTo>
                  <a:pt x="1741416" y="892640"/>
                </a:lnTo>
                <a:close/>
                <a:moveTo>
                  <a:pt x="1717742" y="945367"/>
                </a:moveTo>
                <a:lnTo>
                  <a:pt x="1717714" y="947760"/>
                </a:lnTo>
                <a:lnTo>
                  <a:pt x="1718000" y="946722"/>
                </a:lnTo>
                <a:close/>
                <a:moveTo>
                  <a:pt x="1161078" y="2191383"/>
                </a:moveTo>
                <a:lnTo>
                  <a:pt x="1161972" y="2191574"/>
                </a:lnTo>
                <a:lnTo>
                  <a:pt x="1162745" y="2190187"/>
                </a:lnTo>
                <a:lnTo>
                  <a:pt x="1162720" y="2190148"/>
                </a:lnTo>
                <a:close/>
                <a:moveTo>
                  <a:pt x="1142590" y="2232730"/>
                </a:moveTo>
                <a:lnTo>
                  <a:pt x="1145397" y="2231418"/>
                </a:lnTo>
                <a:lnTo>
                  <a:pt x="1145124" y="2231247"/>
                </a:lnTo>
                <a:lnTo>
                  <a:pt x="1144957" y="2231256"/>
                </a:lnTo>
                <a:close/>
                <a:moveTo>
                  <a:pt x="1718611" y="942418"/>
                </a:moveTo>
                <a:lnTo>
                  <a:pt x="1718846" y="943656"/>
                </a:lnTo>
                <a:lnTo>
                  <a:pt x="1719542" y="941132"/>
                </a:lnTo>
                <a:close/>
                <a:moveTo>
                  <a:pt x="1137860" y="2242702"/>
                </a:moveTo>
                <a:lnTo>
                  <a:pt x="1138735" y="2243460"/>
                </a:lnTo>
                <a:lnTo>
                  <a:pt x="1140385" y="2240888"/>
                </a:lnTo>
                <a:lnTo>
                  <a:pt x="1139107" y="2241455"/>
                </a:lnTo>
                <a:close/>
                <a:moveTo>
                  <a:pt x="1133903" y="2251383"/>
                </a:moveTo>
                <a:lnTo>
                  <a:pt x="1137570" y="2253900"/>
                </a:lnTo>
                <a:lnTo>
                  <a:pt x="1138826" y="2253084"/>
                </a:lnTo>
                <a:lnTo>
                  <a:pt x="1142212" y="2247010"/>
                </a:lnTo>
                <a:lnTo>
                  <a:pt x="1139931" y="2245035"/>
                </a:lnTo>
                <a:lnTo>
                  <a:pt x="1134583" y="2250322"/>
                </a:lnTo>
                <a:close/>
                <a:moveTo>
                  <a:pt x="1735855" y="903333"/>
                </a:moveTo>
                <a:lnTo>
                  <a:pt x="1735635" y="904390"/>
                </a:lnTo>
                <a:lnTo>
                  <a:pt x="1736309" y="903460"/>
                </a:lnTo>
                <a:lnTo>
                  <a:pt x="1737307" y="901541"/>
                </a:lnTo>
                <a:lnTo>
                  <a:pt x="1737621" y="899937"/>
                </a:lnTo>
                <a:close/>
                <a:moveTo>
                  <a:pt x="1160583" y="2191277"/>
                </a:moveTo>
                <a:lnTo>
                  <a:pt x="1160603" y="2191281"/>
                </a:lnTo>
                <a:lnTo>
                  <a:pt x="1162499" y="2189855"/>
                </a:lnTo>
                <a:lnTo>
                  <a:pt x="1161722" y="2189690"/>
                </a:lnTo>
                <a:close/>
                <a:moveTo>
                  <a:pt x="1692268" y="1000693"/>
                </a:moveTo>
                <a:lnTo>
                  <a:pt x="1692255" y="1003637"/>
                </a:lnTo>
                <a:lnTo>
                  <a:pt x="1692767" y="1005417"/>
                </a:lnTo>
                <a:lnTo>
                  <a:pt x="1695408" y="999562"/>
                </a:lnTo>
                <a:lnTo>
                  <a:pt x="1694852" y="997176"/>
                </a:lnTo>
                <a:close/>
                <a:moveTo>
                  <a:pt x="1690142" y="1005417"/>
                </a:moveTo>
                <a:lnTo>
                  <a:pt x="1690140" y="1006010"/>
                </a:lnTo>
                <a:lnTo>
                  <a:pt x="1690287" y="1006039"/>
                </a:lnTo>
                <a:close/>
                <a:moveTo>
                  <a:pt x="1116726" y="2289390"/>
                </a:moveTo>
                <a:lnTo>
                  <a:pt x="1116884" y="2289322"/>
                </a:lnTo>
                <a:lnTo>
                  <a:pt x="1117000" y="2289133"/>
                </a:lnTo>
                <a:close/>
                <a:moveTo>
                  <a:pt x="1114540" y="2294180"/>
                </a:moveTo>
                <a:lnTo>
                  <a:pt x="1117037" y="2296412"/>
                </a:lnTo>
                <a:lnTo>
                  <a:pt x="1122501" y="2289188"/>
                </a:lnTo>
                <a:lnTo>
                  <a:pt x="1115854" y="2292032"/>
                </a:lnTo>
                <a:close/>
                <a:moveTo>
                  <a:pt x="1133671" y="2251224"/>
                </a:moveTo>
                <a:lnTo>
                  <a:pt x="1133731" y="2251265"/>
                </a:lnTo>
                <a:lnTo>
                  <a:pt x="1133910" y="2250987"/>
                </a:lnTo>
                <a:close/>
                <a:moveTo>
                  <a:pt x="1146557" y="2222224"/>
                </a:moveTo>
                <a:lnTo>
                  <a:pt x="1147860" y="2222988"/>
                </a:lnTo>
                <a:lnTo>
                  <a:pt x="1151852" y="2220338"/>
                </a:lnTo>
                <a:lnTo>
                  <a:pt x="1150852" y="2219219"/>
                </a:lnTo>
                <a:close/>
                <a:moveTo>
                  <a:pt x="1163918" y="2183244"/>
                </a:moveTo>
                <a:lnTo>
                  <a:pt x="1163962" y="2183266"/>
                </a:lnTo>
                <a:lnTo>
                  <a:pt x="1166033" y="2181919"/>
                </a:lnTo>
                <a:lnTo>
                  <a:pt x="1165641" y="2181733"/>
                </a:lnTo>
                <a:lnTo>
                  <a:pt x="1164737" y="2182580"/>
                </a:lnTo>
                <a:close/>
                <a:moveTo>
                  <a:pt x="1683403" y="1019239"/>
                </a:moveTo>
                <a:lnTo>
                  <a:pt x="1683304" y="1020701"/>
                </a:lnTo>
                <a:lnTo>
                  <a:pt x="1683600" y="1020400"/>
                </a:lnTo>
                <a:lnTo>
                  <a:pt x="1683604" y="1020381"/>
                </a:lnTo>
                <a:close/>
                <a:moveTo>
                  <a:pt x="1162781" y="2184874"/>
                </a:moveTo>
                <a:lnTo>
                  <a:pt x="1164168" y="2186134"/>
                </a:lnTo>
                <a:lnTo>
                  <a:pt x="1165155" y="2184758"/>
                </a:lnTo>
                <a:lnTo>
                  <a:pt x="1163958" y="2184173"/>
                </a:lnTo>
                <a:close/>
                <a:moveTo>
                  <a:pt x="1146193" y="2222010"/>
                </a:moveTo>
                <a:lnTo>
                  <a:pt x="1146425" y="2222147"/>
                </a:lnTo>
                <a:lnTo>
                  <a:pt x="1150758" y="2219114"/>
                </a:lnTo>
                <a:lnTo>
                  <a:pt x="1150580" y="2218915"/>
                </a:lnTo>
                <a:close/>
                <a:moveTo>
                  <a:pt x="1715888" y="946326"/>
                </a:moveTo>
                <a:lnTo>
                  <a:pt x="1716078" y="953688"/>
                </a:lnTo>
                <a:lnTo>
                  <a:pt x="1717253" y="949431"/>
                </a:lnTo>
                <a:lnTo>
                  <a:pt x="1717389" y="944115"/>
                </a:lnTo>
                <a:close/>
                <a:moveTo>
                  <a:pt x="1714525" y="948334"/>
                </a:moveTo>
                <a:lnTo>
                  <a:pt x="1712673" y="956213"/>
                </a:lnTo>
                <a:lnTo>
                  <a:pt x="1712518" y="962260"/>
                </a:lnTo>
                <a:lnTo>
                  <a:pt x="1714612" y="958297"/>
                </a:lnTo>
                <a:lnTo>
                  <a:pt x="1714965" y="950851"/>
                </a:lnTo>
                <a:lnTo>
                  <a:pt x="1714886" y="947801"/>
                </a:lnTo>
                <a:close/>
                <a:moveTo>
                  <a:pt x="1126655" y="2264201"/>
                </a:moveTo>
                <a:lnTo>
                  <a:pt x="1130487" y="2267091"/>
                </a:lnTo>
                <a:lnTo>
                  <a:pt x="1133940" y="2261447"/>
                </a:lnTo>
                <a:close/>
                <a:moveTo>
                  <a:pt x="1681314" y="1022143"/>
                </a:moveTo>
                <a:lnTo>
                  <a:pt x="1681312" y="1022729"/>
                </a:lnTo>
                <a:lnTo>
                  <a:pt x="1681552" y="1022485"/>
                </a:lnTo>
                <a:lnTo>
                  <a:pt x="1681604" y="1021723"/>
                </a:lnTo>
                <a:close/>
                <a:moveTo>
                  <a:pt x="1113581" y="2293323"/>
                </a:moveTo>
                <a:lnTo>
                  <a:pt x="1114134" y="2293816"/>
                </a:lnTo>
                <a:lnTo>
                  <a:pt x="1115003" y="2292397"/>
                </a:lnTo>
                <a:lnTo>
                  <a:pt x="1113951" y="2292846"/>
                </a:lnTo>
                <a:close/>
                <a:moveTo>
                  <a:pt x="1712806" y="950865"/>
                </a:moveTo>
                <a:lnTo>
                  <a:pt x="1712802" y="951206"/>
                </a:lnTo>
                <a:lnTo>
                  <a:pt x="1712791" y="951605"/>
                </a:lnTo>
                <a:lnTo>
                  <a:pt x="1713211" y="950269"/>
                </a:lnTo>
                <a:close/>
                <a:moveTo>
                  <a:pt x="1113341" y="2293108"/>
                </a:moveTo>
                <a:lnTo>
                  <a:pt x="1113477" y="2293230"/>
                </a:lnTo>
                <a:lnTo>
                  <a:pt x="1113686" y="2292961"/>
                </a:lnTo>
                <a:close/>
                <a:moveTo>
                  <a:pt x="1686252" y="1010233"/>
                </a:moveTo>
                <a:lnTo>
                  <a:pt x="1686413" y="1014370"/>
                </a:lnTo>
                <a:lnTo>
                  <a:pt x="1686447" y="1014321"/>
                </a:lnTo>
                <a:lnTo>
                  <a:pt x="1686855" y="1009300"/>
                </a:lnTo>
                <a:close/>
                <a:moveTo>
                  <a:pt x="1108072" y="2304750"/>
                </a:moveTo>
                <a:lnTo>
                  <a:pt x="1115477" y="2298331"/>
                </a:lnTo>
                <a:lnTo>
                  <a:pt x="1115810" y="2298033"/>
                </a:lnTo>
                <a:lnTo>
                  <a:pt x="1116758" y="2296781"/>
                </a:lnTo>
                <a:lnTo>
                  <a:pt x="1114267" y="2294625"/>
                </a:lnTo>
                <a:close/>
                <a:moveTo>
                  <a:pt x="1161172" y="2185831"/>
                </a:moveTo>
                <a:lnTo>
                  <a:pt x="1161494" y="2186424"/>
                </a:lnTo>
                <a:lnTo>
                  <a:pt x="1162407" y="2187844"/>
                </a:lnTo>
                <a:lnTo>
                  <a:pt x="1162917" y="2187877"/>
                </a:lnTo>
                <a:lnTo>
                  <a:pt x="1163398" y="2187206"/>
                </a:lnTo>
                <a:lnTo>
                  <a:pt x="1161603" y="2185575"/>
                </a:lnTo>
                <a:close/>
                <a:moveTo>
                  <a:pt x="1752402" y="861650"/>
                </a:moveTo>
                <a:lnTo>
                  <a:pt x="1747161" y="877568"/>
                </a:lnTo>
                <a:lnTo>
                  <a:pt x="1745321" y="884219"/>
                </a:lnTo>
                <a:lnTo>
                  <a:pt x="1743820" y="889018"/>
                </a:lnTo>
                <a:lnTo>
                  <a:pt x="1750391" y="876384"/>
                </a:lnTo>
                <a:lnTo>
                  <a:pt x="1752910" y="864242"/>
                </a:lnTo>
                <a:close/>
                <a:moveTo>
                  <a:pt x="1159843" y="2187479"/>
                </a:moveTo>
                <a:lnTo>
                  <a:pt x="1160718" y="2187734"/>
                </a:lnTo>
                <a:lnTo>
                  <a:pt x="1161189" y="2187764"/>
                </a:lnTo>
                <a:lnTo>
                  <a:pt x="1160451" y="2186616"/>
                </a:lnTo>
                <a:close/>
                <a:moveTo>
                  <a:pt x="1683822" y="1013999"/>
                </a:moveTo>
                <a:lnTo>
                  <a:pt x="1683954" y="1014606"/>
                </a:lnTo>
                <a:lnTo>
                  <a:pt x="1683924" y="1013841"/>
                </a:lnTo>
                <a:close/>
                <a:moveTo>
                  <a:pt x="1754125" y="856412"/>
                </a:moveTo>
                <a:lnTo>
                  <a:pt x="1753910" y="857067"/>
                </a:lnTo>
                <a:lnTo>
                  <a:pt x="1753987" y="857458"/>
                </a:lnTo>
                <a:close/>
                <a:moveTo>
                  <a:pt x="1681876" y="1017690"/>
                </a:moveTo>
                <a:lnTo>
                  <a:pt x="1681321" y="1020050"/>
                </a:lnTo>
                <a:lnTo>
                  <a:pt x="1681315" y="1021746"/>
                </a:lnTo>
                <a:lnTo>
                  <a:pt x="1681633" y="1021284"/>
                </a:lnTo>
                <a:close/>
                <a:moveTo>
                  <a:pt x="1686166" y="1008003"/>
                </a:moveTo>
                <a:lnTo>
                  <a:pt x="1686244" y="1009999"/>
                </a:lnTo>
                <a:lnTo>
                  <a:pt x="1686878" y="1009017"/>
                </a:lnTo>
                <a:lnTo>
                  <a:pt x="1687054" y="1006857"/>
                </a:lnTo>
                <a:lnTo>
                  <a:pt x="1687040" y="1006854"/>
                </a:lnTo>
                <a:close/>
                <a:moveTo>
                  <a:pt x="1709140" y="956267"/>
                </a:moveTo>
                <a:lnTo>
                  <a:pt x="1709212" y="963017"/>
                </a:lnTo>
                <a:lnTo>
                  <a:pt x="1712338" y="953051"/>
                </a:lnTo>
                <a:lnTo>
                  <a:pt x="1712379" y="951497"/>
                </a:lnTo>
                <a:close/>
                <a:moveTo>
                  <a:pt x="1683867" y="1012366"/>
                </a:moveTo>
                <a:lnTo>
                  <a:pt x="1683773" y="1013770"/>
                </a:lnTo>
                <a:lnTo>
                  <a:pt x="1683782" y="1013812"/>
                </a:lnTo>
                <a:lnTo>
                  <a:pt x="1683915" y="1013605"/>
                </a:lnTo>
                <a:close/>
                <a:moveTo>
                  <a:pt x="1157618" y="2190642"/>
                </a:moveTo>
                <a:lnTo>
                  <a:pt x="1160490" y="2191257"/>
                </a:lnTo>
                <a:lnTo>
                  <a:pt x="1161628" y="2189671"/>
                </a:lnTo>
                <a:lnTo>
                  <a:pt x="1158732" y="2189057"/>
                </a:lnTo>
                <a:close/>
                <a:moveTo>
                  <a:pt x="1681328" y="1017861"/>
                </a:moveTo>
                <a:lnTo>
                  <a:pt x="1681328" y="1018009"/>
                </a:lnTo>
                <a:lnTo>
                  <a:pt x="1681382" y="1017778"/>
                </a:lnTo>
                <a:close/>
                <a:moveTo>
                  <a:pt x="1155041" y="2195923"/>
                </a:moveTo>
                <a:lnTo>
                  <a:pt x="1159034" y="2196844"/>
                </a:lnTo>
                <a:lnTo>
                  <a:pt x="1159856" y="2195370"/>
                </a:lnTo>
                <a:lnTo>
                  <a:pt x="1156681" y="2194689"/>
                </a:lnTo>
                <a:close/>
                <a:moveTo>
                  <a:pt x="1131103" y="2249461"/>
                </a:moveTo>
                <a:lnTo>
                  <a:pt x="1133102" y="2250834"/>
                </a:lnTo>
                <a:lnTo>
                  <a:pt x="1135575" y="2248390"/>
                </a:lnTo>
                <a:lnTo>
                  <a:pt x="1138513" y="2243807"/>
                </a:lnTo>
                <a:lnTo>
                  <a:pt x="1137572" y="2242992"/>
                </a:lnTo>
                <a:close/>
                <a:moveTo>
                  <a:pt x="1681631" y="1016722"/>
                </a:moveTo>
                <a:lnTo>
                  <a:pt x="1681330" y="1017514"/>
                </a:lnTo>
                <a:lnTo>
                  <a:pt x="1681330" y="1017567"/>
                </a:lnTo>
                <a:lnTo>
                  <a:pt x="1681488" y="1017329"/>
                </a:lnTo>
                <a:close/>
                <a:moveTo>
                  <a:pt x="1161242" y="2181937"/>
                </a:moveTo>
                <a:lnTo>
                  <a:pt x="1161304" y="2181967"/>
                </a:lnTo>
                <a:lnTo>
                  <a:pt x="1161575" y="2181713"/>
                </a:lnTo>
                <a:close/>
                <a:moveTo>
                  <a:pt x="1124897" y="2262875"/>
                </a:moveTo>
                <a:lnTo>
                  <a:pt x="1125409" y="2263260"/>
                </a:lnTo>
                <a:lnTo>
                  <a:pt x="1135064" y="2259610"/>
                </a:lnTo>
                <a:lnTo>
                  <a:pt x="1136455" y="2257336"/>
                </a:lnTo>
                <a:lnTo>
                  <a:pt x="1137966" y="2254627"/>
                </a:lnTo>
                <a:lnTo>
                  <a:pt x="1137769" y="2254501"/>
                </a:lnTo>
                <a:close/>
                <a:moveTo>
                  <a:pt x="1160267" y="2182589"/>
                </a:moveTo>
                <a:lnTo>
                  <a:pt x="1160457" y="2182763"/>
                </a:lnTo>
                <a:lnTo>
                  <a:pt x="1160667" y="2182565"/>
                </a:lnTo>
                <a:lnTo>
                  <a:pt x="1160456" y="2182463"/>
                </a:lnTo>
                <a:close/>
                <a:moveTo>
                  <a:pt x="1143179" y="2220244"/>
                </a:moveTo>
                <a:lnTo>
                  <a:pt x="1145935" y="2221859"/>
                </a:lnTo>
                <a:lnTo>
                  <a:pt x="1150398" y="2218710"/>
                </a:lnTo>
                <a:lnTo>
                  <a:pt x="1149408" y="2217601"/>
                </a:lnTo>
                <a:lnTo>
                  <a:pt x="1145930" y="2218166"/>
                </a:lnTo>
                <a:close/>
                <a:moveTo>
                  <a:pt x="1677462" y="1023850"/>
                </a:moveTo>
                <a:lnTo>
                  <a:pt x="1677051" y="1027068"/>
                </a:lnTo>
                <a:lnTo>
                  <a:pt x="1677127" y="1026991"/>
                </a:lnTo>
                <a:lnTo>
                  <a:pt x="1677565" y="1025882"/>
                </a:lnTo>
                <a:lnTo>
                  <a:pt x="1677573" y="1023679"/>
                </a:lnTo>
                <a:close/>
                <a:moveTo>
                  <a:pt x="1140581" y="2225951"/>
                </a:moveTo>
                <a:lnTo>
                  <a:pt x="1143668" y="2225770"/>
                </a:lnTo>
                <a:lnTo>
                  <a:pt x="1146181" y="2224102"/>
                </a:lnTo>
                <a:lnTo>
                  <a:pt x="1144354" y="2223307"/>
                </a:lnTo>
                <a:lnTo>
                  <a:pt x="1141530" y="2225300"/>
                </a:lnTo>
                <a:close/>
                <a:moveTo>
                  <a:pt x="1154061" y="2195696"/>
                </a:moveTo>
                <a:lnTo>
                  <a:pt x="1154573" y="2195815"/>
                </a:lnTo>
                <a:lnTo>
                  <a:pt x="1156205" y="2194587"/>
                </a:lnTo>
                <a:lnTo>
                  <a:pt x="1155020" y="2194333"/>
                </a:lnTo>
                <a:close/>
                <a:moveTo>
                  <a:pt x="1677575" y="1022968"/>
                </a:moveTo>
                <a:lnTo>
                  <a:pt x="1677536" y="1023275"/>
                </a:lnTo>
                <a:lnTo>
                  <a:pt x="1677574" y="1023217"/>
                </a:lnTo>
                <a:close/>
                <a:moveTo>
                  <a:pt x="1153308" y="2196766"/>
                </a:moveTo>
                <a:lnTo>
                  <a:pt x="1154161" y="2196124"/>
                </a:lnTo>
                <a:lnTo>
                  <a:pt x="1153815" y="2196045"/>
                </a:lnTo>
                <a:close/>
                <a:moveTo>
                  <a:pt x="1137710" y="2231679"/>
                </a:moveTo>
                <a:lnTo>
                  <a:pt x="1139427" y="2234139"/>
                </a:lnTo>
                <a:lnTo>
                  <a:pt x="1139441" y="2234158"/>
                </a:lnTo>
                <a:lnTo>
                  <a:pt x="1139694" y="2234061"/>
                </a:lnTo>
                <a:lnTo>
                  <a:pt x="1143979" y="2231313"/>
                </a:lnTo>
                <a:close/>
                <a:moveTo>
                  <a:pt x="1681340" y="1014349"/>
                </a:moveTo>
                <a:lnTo>
                  <a:pt x="1681334" y="1016359"/>
                </a:lnTo>
                <a:lnTo>
                  <a:pt x="1682097" y="1014429"/>
                </a:lnTo>
                <a:lnTo>
                  <a:pt x="1682176" y="1013250"/>
                </a:lnTo>
                <a:close/>
                <a:moveTo>
                  <a:pt x="1122336" y="2265834"/>
                </a:moveTo>
                <a:lnTo>
                  <a:pt x="1127560" y="2271873"/>
                </a:lnTo>
                <a:lnTo>
                  <a:pt x="1130399" y="2267235"/>
                </a:lnTo>
                <a:lnTo>
                  <a:pt x="1126397" y="2264299"/>
                </a:lnTo>
                <a:close/>
                <a:moveTo>
                  <a:pt x="1690359" y="993764"/>
                </a:moveTo>
                <a:lnTo>
                  <a:pt x="1690192" y="994200"/>
                </a:lnTo>
                <a:lnTo>
                  <a:pt x="1690190" y="994795"/>
                </a:lnTo>
                <a:lnTo>
                  <a:pt x="1690401" y="994580"/>
                </a:lnTo>
                <a:close/>
                <a:moveTo>
                  <a:pt x="1739595" y="883373"/>
                </a:moveTo>
                <a:lnTo>
                  <a:pt x="1739184" y="886484"/>
                </a:lnTo>
                <a:lnTo>
                  <a:pt x="1739926" y="885056"/>
                </a:lnTo>
                <a:close/>
                <a:moveTo>
                  <a:pt x="1690904" y="992329"/>
                </a:moveTo>
                <a:lnTo>
                  <a:pt x="1690825" y="992538"/>
                </a:lnTo>
                <a:lnTo>
                  <a:pt x="1690896" y="993930"/>
                </a:lnTo>
                <a:close/>
                <a:moveTo>
                  <a:pt x="1122772" y="2264258"/>
                </a:moveTo>
                <a:lnTo>
                  <a:pt x="1125127" y="2263367"/>
                </a:lnTo>
                <a:lnTo>
                  <a:pt x="1124663" y="2263028"/>
                </a:lnTo>
                <a:close/>
                <a:moveTo>
                  <a:pt x="1692646" y="987747"/>
                </a:moveTo>
                <a:lnTo>
                  <a:pt x="1692322" y="988598"/>
                </a:lnTo>
                <a:lnTo>
                  <a:pt x="1692306" y="992105"/>
                </a:lnTo>
                <a:lnTo>
                  <a:pt x="1693336" y="990702"/>
                </a:lnTo>
                <a:close/>
                <a:moveTo>
                  <a:pt x="1155581" y="2189991"/>
                </a:moveTo>
                <a:lnTo>
                  <a:pt x="1156591" y="2190387"/>
                </a:lnTo>
                <a:lnTo>
                  <a:pt x="1157603" y="2188818"/>
                </a:lnTo>
                <a:lnTo>
                  <a:pt x="1157149" y="2188722"/>
                </a:lnTo>
                <a:close/>
                <a:moveTo>
                  <a:pt x="1681346" y="1012552"/>
                </a:moveTo>
                <a:lnTo>
                  <a:pt x="1681344" y="1012977"/>
                </a:lnTo>
                <a:lnTo>
                  <a:pt x="1682069" y="1011817"/>
                </a:lnTo>
                <a:close/>
                <a:moveTo>
                  <a:pt x="1150315" y="2201020"/>
                </a:moveTo>
                <a:lnTo>
                  <a:pt x="1151290" y="2202003"/>
                </a:lnTo>
                <a:lnTo>
                  <a:pt x="1155433" y="2200103"/>
                </a:lnTo>
                <a:lnTo>
                  <a:pt x="1157948" y="2198794"/>
                </a:lnTo>
                <a:lnTo>
                  <a:pt x="1158835" y="2197203"/>
                </a:lnTo>
                <a:lnTo>
                  <a:pt x="1154629" y="2196232"/>
                </a:lnTo>
                <a:lnTo>
                  <a:pt x="1152623" y="2197740"/>
                </a:lnTo>
                <a:close/>
                <a:moveTo>
                  <a:pt x="1123189" y="2261586"/>
                </a:moveTo>
                <a:lnTo>
                  <a:pt x="1124378" y="2262484"/>
                </a:lnTo>
                <a:lnTo>
                  <a:pt x="1137204" y="2254138"/>
                </a:lnTo>
                <a:lnTo>
                  <a:pt x="1133612" y="2251836"/>
                </a:lnTo>
                <a:lnTo>
                  <a:pt x="1133555" y="2251926"/>
                </a:lnTo>
                <a:lnTo>
                  <a:pt x="1133261" y="2251999"/>
                </a:lnTo>
                <a:lnTo>
                  <a:pt x="1133437" y="2251723"/>
                </a:lnTo>
                <a:lnTo>
                  <a:pt x="1133272" y="2251618"/>
                </a:lnTo>
                <a:close/>
                <a:moveTo>
                  <a:pt x="1692332" y="986406"/>
                </a:moveTo>
                <a:lnTo>
                  <a:pt x="1692325" y="988008"/>
                </a:lnTo>
                <a:lnTo>
                  <a:pt x="1692561" y="987386"/>
                </a:lnTo>
                <a:close/>
                <a:moveTo>
                  <a:pt x="1687832" y="996265"/>
                </a:moveTo>
                <a:lnTo>
                  <a:pt x="1687665" y="997366"/>
                </a:lnTo>
                <a:lnTo>
                  <a:pt x="1687842" y="997185"/>
                </a:lnTo>
                <a:lnTo>
                  <a:pt x="1687860" y="996968"/>
                </a:lnTo>
                <a:close/>
                <a:moveTo>
                  <a:pt x="1148879" y="2203060"/>
                </a:moveTo>
                <a:lnTo>
                  <a:pt x="1148901" y="2203098"/>
                </a:lnTo>
                <a:lnTo>
                  <a:pt x="1151108" y="2202086"/>
                </a:lnTo>
                <a:lnTo>
                  <a:pt x="1150206" y="2201176"/>
                </a:lnTo>
                <a:close/>
                <a:moveTo>
                  <a:pt x="1690207" y="990845"/>
                </a:moveTo>
                <a:lnTo>
                  <a:pt x="1690195" y="993610"/>
                </a:lnTo>
                <a:lnTo>
                  <a:pt x="1690331" y="993251"/>
                </a:lnTo>
                <a:close/>
                <a:moveTo>
                  <a:pt x="1135405" y="2232943"/>
                </a:moveTo>
                <a:lnTo>
                  <a:pt x="1137116" y="2235051"/>
                </a:lnTo>
                <a:lnTo>
                  <a:pt x="1139295" y="2234213"/>
                </a:lnTo>
                <a:lnTo>
                  <a:pt x="1137483" y="2231692"/>
                </a:lnTo>
                <a:lnTo>
                  <a:pt x="1137271" y="2231705"/>
                </a:lnTo>
                <a:close/>
                <a:moveTo>
                  <a:pt x="1141464" y="2219239"/>
                </a:moveTo>
                <a:lnTo>
                  <a:pt x="1142151" y="2219642"/>
                </a:lnTo>
                <a:lnTo>
                  <a:pt x="1143606" y="2218543"/>
                </a:lnTo>
                <a:lnTo>
                  <a:pt x="1142436" y="2218733"/>
                </a:lnTo>
                <a:close/>
                <a:moveTo>
                  <a:pt x="1675358" y="1023641"/>
                </a:moveTo>
                <a:lnTo>
                  <a:pt x="1675458" y="1023843"/>
                </a:lnTo>
                <a:lnTo>
                  <a:pt x="1675792" y="1022947"/>
                </a:lnTo>
                <a:close/>
                <a:moveTo>
                  <a:pt x="1128490" y="2247669"/>
                </a:moveTo>
                <a:lnTo>
                  <a:pt x="1129264" y="2248200"/>
                </a:lnTo>
                <a:lnTo>
                  <a:pt x="1133525" y="2243937"/>
                </a:lnTo>
                <a:lnTo>
                  <a:pt x="1133425" y="2243982"/>
                </a:lnTo>
                <a:lnTo>
                  <a:pt x="1131624" y="2245387"/>
                </a:lnTo>
                <a:close/>
                <a:moveTo>
                  <a:pt x="1104488" y="2300875"/>
                </a:moveTo>
                <a:lnTo>
                  <a:pt x="1103687" y="2302759"/>
                </a:lnTo>
                <a:lnTo>
                  <a:pt x="1090784" y="2331977"/>
                </a:lnTo>
                <a:lnTo>
                  <a:pt x="1106509" y="2306279"/>
                </a:lnTo>
                <a:lnTo>
                  <a:pt x="1104747" y="2307806"/>
                </a:lnTo>
                <a:lnTo>
                  <a:pt x="1104536" y="2307815"/>
                </a:lnTo>
                <a:lnTo>
                  <a:pt x="1106735" y="2305909"/>
                </a:lnTo>
                <a:lnTo>
                  <a:pt x="1113857" y="2294270"/>
                </a:lnTo>
                <a:lnTo>
                  <a:pt x="1113254" y="2293748"/>
                </a:lnTo>
                <a:lnTo>
                  <a:pt x="1107097" y="2301694"/>
                </a:lnTo>
                <a:lnTo>
                  <a:pt x="1106895" y="2301725"/>
                </a:lnTo>
                <a:lnTo>
                  <a:pt x="1113148" y="2293656"/>
                </a:lnTo>
                <a:lnTo>
                  <a:pt x="1112788" y="2293344"/>
                </a:lnTo>
                <a:lnTo>
                  <a:pt x="1112281" y="2293562"/>
                </a:lnTo>
                <a:close/>
                <a:moveTo>
                  <a:pt x="1149420" y="2200119"/>
                </a:moveTo>
                <a:lnTo>
                  <a:pt x="1149963" y="2200667"/>
                </a:lnTo>
                <a:lnTo>
                  <a:pt x="1151124" y="2198867"/>
                </a:lnTo>
                <a:lnTo>
                  <a:pt x="1150844" y="2199077"/>
                </a:lnTo>
                <a:close/>
                <a:moveTo>
                  <a:pt x="1733577" y="892059"/>
                </a:moveTo>
                <a:lnTo>
                  <a:pt x="1731978" y="900340"/>
                </a:lnTo>
                <a:lnTo>
                  <a:pt x="1733573" y="897271"/>
                </a:lnTo>
                <a:close/>
                <a:moveTo>
                  <a:pt x="1106595" y="2295918"/>
                </a:moveTo>
                <a:lnTo>
                  <a:pt x="1105667" y="2298101"/>
                </a:lnTo>
                <a:lnTo>
                  <a:pt x="1109016" y="2294958"/>
                </a:lnTo>
                <a:lnTo>
                  <a:pt x="1107511" y="2295603"/>
                </a:lnTo>
                <a:close/>
                <a:moveTo>
                  <a:pt x="1733100" y="892834"/>
                </a:moveTo>
                <a:lnTo>
                  <a:pt x="1730208" y="903743"/>
                </a:lnTo>
                <a:lnTo>
                  <a:pt x="1731456" y="901344"/>
                </a:lnTo>
                <a:close/>
                <a:moveTo>
                  <a:pt x="1120748" y="2263998"/>
                </a:moveTo>
                <a:lnTo>
                  <a:pt x="1121217" y="2264540"/>
                </a:lnTo>
                <a:lnTo>
                  <a:pt x="1124136" y="2262641"/>
                </a:lnTo>
                <a:lnTo>
                  <a:pt x="1122979" y="2261792"/>
                </a:lnTo>
                <a:close/>
                <a:moveTo>
                  <a:pt x="1109061" y="2290118"/>
                </a:moveTo>
                <a:lnTo>
                  <a:pt x="1107735" y="2293237"/>
                </a:lnTo>
                <a:lnTo>
                  <a:pt x="1111034" y="2291826"/>
                </a:lnTo>
                <a:close/>
                <a:moveTo>
                  <a:pt x="1674932" y="1022776"/>
                </a:moveTo>
                <a:lnTo>
                  <a:pt x="1675065" y="1023048"/>
                </a:lnTo>
                <a:lnTo>
                  <a:pt x="1676583" y="1020615"/>
                </a:lnTo>
                <a:lnTo>
                  <a:pt x="1676583" y="1020604"/>
                </a:lnTo>
                <a:close/>
                <a:moveTo>
                  <a:pt x="1112289" y="2282526"/>
                </a:moveTo>
                <a:lnTo>
                  <a:pt x="1109319" y="2289513"/>
                </a:lnTo>
                <a:lnTo>
                  <a:pt x="1111624" y="2291573"/>
                </a:lnTo>
                <a:lnTo>
                  <a:pt x="1113459" y="2290788"/>
                </a:lnTo>
                <a:lnTo>
                  <a:pt x="1118055" y="2286475"/>
                </a:lnTo>
                <a:lnTo>
                  <a:pt x="1120171" y="2283949"/>
                </a:lnTo>
                <a:lnTo>
                  <a:pt x="1122722" y="2279781"/>
                </a:lnTo>
                <a:close/>
                <a:moveTo>
                  <a:pt x="1677398" y="1016571"/>
                </a:moveTo>
                <a:lnTo>
                  <a:pt x="1677230" y="1018132"/>
                </a:lnTo>
                <a:lnTo>
                  <a:pt x="1677357" y="1017509"/>
                </a:lnTo>
                <a:lnTo>
                  <a:pt x="1677458" y="1016718"/>
                </a:lnTo>
                <a:lnTo>
                  <a:pt x="1677441" y="1016527"/>
                </a:lnTo>
                <a:close/>
                <a:moveTo>
                  <a:pt x="1118822" y="2267163"/>
                </a:moveTo>
                <a:lnTo>
                  <a:pt x="1113386" y="2279947"/>
                </a:lnTo>
                <a:lnTo>
                  <a:pt x="1124392" y="2277051"/>
                </a:lnTo>
                <a:lnTo>
                  <a:pt x="1127292" y="2272311"/>
                </a:lnTo>
                <a:lnTo>
                  <a:pt x="1121831" y="2266025"/>
                </a:lnTo>
                <a:close/>
                <a:moveTo>
                  <a:pt x="1119745" y="2264989"/>
                </a:moveTo>
                <a:lnTo>
                  <a:pt x="1119537" y="2265481"/>
                </a:lnTo>
                <a:lnTo>
                  <a:pt x="1120096" y="2265269"/>
                </a:lnTo>
                <a:lnTo>
                  <a:pt x="1120786" y="2264821"/>
                </a:lnTo>
                <a:lnTo>
                  <a:pt x="1120384" y="2264359"/>
                </a:lnTo>
                <a:close/>
                <a:moveTo>
                  <a:pt x="1121558" y="2260726"/>
                </a:moveTo>
                <a:lnTo>
                  <a:pt x="1120444" y="2263347"/>
                </a:lnTo>
                <a:lnTo>
                  <a:pt x="1122430" y="2261383"/>
                </a:lnTo>
                <a:close/>
                <a:moveTo>
                  <a:pt x="1122827" y="2257740"/>
                </a:moveTo>
                <a:lnTo>
                  <a:pt x="1121677" y="2260446"/>
                </a:lnTo>
                <a:lnTo>
                  <a:pt x="1122642" y="2261174"/>
                </a:lnTo>
                <a:lnTo>
                  <a:pt x="1132688" y="2251243"/>
                </a:lnTo>
                <a:lnTo>
                  <a:pt x="1130637" y="2249928"/>
                </a:lnTo>
                <a:close/>
                <a:moveTo>
                  <a:pt x="1126491" y="2249124"/>
                </a:moveTo>
                <a:lnTo>
                  <a:pt x="1125123" y="2252342"/>
                </a:lnTo>
                <a:lnTo>
                  <a:pt x="1128748" y="2248716"/>
                </a:lnTo>
                <a:lnTo>
                  <a:pt x="1127845" y="2248137"/>
                </a:lnTo>
                <a:close/>
                <a:moveTo>
                  <a:pt x="1147835" y="2201277"/>
                </a:moveTo>
                <a:lnTo>
                  <a:pt x="1148620" y="2202617"/>
                </a:lnTo>
                <a:lnTo>
                  <a:pt x="1149634" y="2201176"/>
                </a:lnTo>
                <a:lnTo>
                  <a:pt x="1149859" y="2200828"/>
                </a:lnTo>
                <a:lnTo>
                  <a:pt x="1149267" y="2200230"/>
                </a:lnTo>
                <a:close/>
                <a:moveTo>
                  <a:pt x="1127111" y="2247667"/>
                </a:moveTo>
                <a:lnTo>
                  <a:pt x="1126603" y="2248861"/>
                </a:lnTo>
                <a:lnTo>
                  <a:pt x="1127672" y="2248026"/>
                </a:lnTo>
                <a:close/>
                <a:moveTo>
                  <a:pt x="1127586" y="2246549"/>
                </a:moveTo>
                <a:lnTo>
                  <a:pt x="1127422" y="2246935"/>
                </a:lnTo>
                <a:lnTo>
                  <a:pt x="1128300" y="2247538"/>
                </a:lnTo>
                <a:lnTo>
                  <a:pt x="1132111" y="2244566"/>
                </a:lnTo>
                <a:lnTo>
                  <a:pt x="1128664" y="2246099"/>
                </a:lnTo>
                <a:lnTo>
                  <a:pt x="1127799" y="2246442"/>
                </a:lnTo>
                <a:close/>
                <a:moveTo>
                  <a:pt x="1129296" y="2242526"/>
                </a:moveTo>
                <a:lnTo>
                  <a:pt x="1129244" y="2242651"/>
                </a:lnTo>
                <a:lnTo>
                  <a:pt x="1129610" y="2242461"/>
                </a:lnTo>
                <a:close/>
                <a:moveTo>
                  <a:pt x="1132572" y="2234822"/>
                </a:moveTo>
                <a:lnTo>
                  <a:pt x="1131788" y="2236668"/>
                </a:lnTo>
                <a:lnTo>
                  <a:pt x="1134243" y="2236156"/>
                </a:lnTo>
                <a:lnTo>
                  <a:pt x="1136890" y="2235139"/>
                </a:lnTo>
                <a:lnTo>
                  <a:pt x="1135180" y="2233092"/>
                </a:lnTo>
                <a:close/>
                <a:moveTo>
                  <a:pt x="1133812" y="2231907"/>
                </a:moveTo>
                <a:lnTo>
                  <a:pt x="1133572" y="2232471"/>
                </a:lnTo>
                <a:lnTo>
                  <a:pt x="1134273" y="2232005"/>
                </a:lnTo>
                <a:lnTo>
                  <a:pt x="1134174" y="2231886"/>
                </a:lnTo>
                <a:close/>
                <a:moveTo>
                  <a:pt x="1136425" y="2225761"/>
                </a:moveTo>
                <a:lnTo>
                  <a:pt x="1136237" y="2226204"/>
                </a:lnTo>
                <a:lnTo>
                  <a:pt x="1137054" y="2226156"/>
                </a:lnTo>
                <a:close/>
                <a:moveTo>
                  <a:pt x="1136672" y="2225160"/>
                </a:moveTo>
                <a:lnTo>
                  <a:pt x="1136599" y="2225351"/>
                </a:lnTo>
                <a:lnTo>
                  <a:pt x="1136544" y="2225482"/>
                </a:lnTo>
                <a:lnTo>
                  <a:pt x="1137501" y="2226130"/>
                </a:lnTo>
                <a:lnTo>
                  <a:pt x="1140095" y="2225979"/>
                </a:lnTo>
                <a:lnTo>
                  <a:pt x="1144062" y="2223180"/>
                </a:lnTo>
                <a:lnTo>
                  <a:pt x="1141035" y="2221864"/>
                </a:lnTo>
                <a:close/>
                <a:moveTo>
                  <a:pt x="1692518" y="980248"/>
                </a:moveTo>
                <a:lnTo>
                  <a:pt x="1693705" y="984377"/>
                </a:lnTo>
                <a:lnTo>
                  <a:pt x="1695009" y="980946"/>
                </a:lnTo>
                <a:lnTo>
                  <a:pt x="1695109" y="981266"/>
                </a:lnTo>
                <a:lnTo>
                  <a:pt x="1693801" y="984708"/>
                </a:lnTo>
                <a:lnTo>
                  <a:pt x="1694909" y="988562"/>
                </a:lnTo>
                <a:lnTo>
                  <a:pt x="1699871" y="981807"/>
                </a:lnTo>
                <a:lnTo>
                  <a:pt x="1700833" y="975338"/>
                </a:lnTo>
                <a:lnTo>
                  <a:pt x="1699696" y="970179"/>
                </a:lnTo>
                <a:lnTo>
                  <a:pt x="1696694" y="974602"/>
                </a:lnTo>
                <a:close/>
                <a:moveTo>
                  <a:pt x="1154076" y="2185810"/>
                </a:moveTo>
                <a:lnTo>
                  <a:pt x="1156471" y="2186504"/>
                </a:lnTo>
                <a:lnTo>
                  <a:pt x="1158909" y="2184215"/>
                </a:lnTo>
                <a:lnTo>
                  <a:pt x="1158565" y="2183681"/>
                </a:lnTo>
                <a:close/>
                <a:moveTo>
                  <a:pt x="1138358" y="2220701"/>
                </a:moveTo>
                <a:lnTo>
                  <a:pt x="1137402" y="2223230"/>
                </a:lnTo>
                <a:lnTo>
                  <a:pt x="1139876" y="2221360"/>
                </a:lnTo>
                <a:close/>
                <a:moveTo>
                  <a:pt x="1120791" y="2259778"/>
                </a:moveTo>
                <a:lnTo>
                  <a:pt x="1121263" y="2260133"/>
                </a:lnTo>
                <a:lnTo>
                  <a:pt x="1121874" y="2258694"/>
                </a:lnTo>
                <a:close/>
                <a:moveTo>
                  <a:pt x="1149759" y="2194704"/>
                </a:moveTo>
                <a:lnTo>
                  <a:pt x="1153283" y="2195517"/>
                </a:lnTo>
                <a:lnTo>
                  <a:pt x="1154165" y="2194150"/>
                </a:lnTo>
                <a:lnTo>
                  <a:pt x="1151223" y="2193519"/>
                </a:lnTo>
                <a:close/>
                <a:moveTo>
                  <a:pt x="1674634" y="1019385"/>
                </a:moveTo>
                <a:lnTo>
                  <a:pt x="1674158" y="1020486"/>
                </a:lnTo>
                <a:lnTo>
                  <a:pt x="1674191" y="1020875"/>
                </a:lnTo>
                <a:lnTo>
                  <a:pt x="1674250" y="1021395"/>
                </a:lnTo>
                <a:lnTo>
                  <a:pt x="1674584" y="1022071"/>
                </a:lnTo>
                <a:lnTo>
                  <a:pt x="1676727" y="1019264"/>
                </a:lnTo>
                <a:lnTo>
                  <a:pt x="1676969" y="1017008"/>
                </a:lnTo>
                <a:close/>
                <a:moveTo>
                  <a:pt x="1686802" y="991779"/>
                </a:moveTo>
                <a:lnTo>
                  <a:pt x="1685671" y="995235"/>
                </a:lnTo>
                <a:lnTo>
                  <a:pt x="1685768" y="997735"/>
                </a:lnTo>
                <a:lnTo>
                  <a:pt x="1686373" y="994721"/>
                </a:lnTo>
                <a:lnTo>
                  <a:pt x="1686457" y="994887"/>
                </a:lnTo>
                <a:lnTo>
                  <a:pt x="1685787" y="998224"/>
                </a:lnTo>
                <a:lnTo>
                  <a:pt x="1685826" y="999238"/>
                </a:lnTo>
                <a:lnTo>
                  <a:pt x="1687537" y="997495"/>
                </a:lnTo>
                <a:lnTo>
                  <a:pt x="1687810" y="995705"/>
                </a:lnTo>
                <a:lnTo>
                  <a:pt x="1687799" y="995398"/>
                </a:lnTo>
                <a:lnTo>
                  <a:pt x="1687608" y="994583"/>
                </a:lnTo>
                <a:close/>
                <a:moveTo>
                  <a:pt x="1696921" y="969088"/>
                </a:moveTo>
                <a:lnTo>
                  <a:pt x="1698703" y="968929"/>
                </a:lnTo>
                <a:lnTo>
                  <a:pt x="1699256" y="968181"/>
                </a:lnTo>
                <a:lnTo>
                  <a:pt x="1698987" y="966957"/>
                </a:lnTo>
                <a:close/>
                <a:moveTo>
                  <a:pt x="1681867" y="1002682"/>
                </a:moveTo>
                <a:lnTo>
                  <a:pt x="1681536" y="1003446"/>
                </a:lnTo>
                <a:lnTo>
                  <a:pt x="1681564" y="1003577"/>
                </a:lnTo>
                <a:lnTo>
                  <a:pt x="1681781" y="1003356"/>
                </a:lnTo>
                <a:close/>
                <a:moveTo>
                  <a:pt x="1683079" y="999885"/>
                </a:moveTo>
                <a:lnTo>
                  <a:pt x="1682838" y="1000441"/>
                </a:lnTo>
                <a:lnTo>
                  <a:pt x="1682567" y="1002556"/>
                </a:lnTo>
                <a:lnTo>
                  <a:pt x="1682815" y="1002303"/>
                </a:lnTo>
                <a:lnTo>
                  <a:pt x="1682941" y="1001917"/>
                </a:lnTo>
                <a:close/>
                <a:moveTo>
                  <a:pt x="1690340" y="983191"/>
                </a:moveTo>
                <a:lnTo>
                  <a:pt x="1690798" y="992024"/>
                </a:lnTo>
                <a:lnTo>
                  <a:pt x="1690906" y="991739"/>
                </a:lnTo>
                <a:lnTo>
                  <a:pt x="1690948" y="982370"/>
                </a:lnTo>
                <a:close/>
                <a:moveTo>
                  <a:pt x="1160112" y="2170317"/>
                </a:moveTo>
                <a:lnTo>
                  <a:pt x="1160157" y="2170355"/>
                </a:lnTo>
                <a:lnTo>
                  <a:pt x="1160216" y="2170264"/>
                </a:lnTo>
                <a:close/>
                <a:moveTo>
                  <a:pt x="1696009" y="970029"/>
                </a:moveTo>
                <a:lnTo>
                  <a:pt x="1693353" y="976161"/>
                </a:lnTo>
                <a:lnTo>
                  <a:pt x="1698384" y="969360"/>
                </a:lnTo>
                <a:lnTo>
                  <a:pt x="1696494" y="969529"/>
                </a:lnTo>
                <a:close/>
                <a:moveTo>
                  <a:pt x="1130414" y="2236254"/>
                </a:moveTo>
                <a:lnTo>
                  <a:pt x="1130906" y="2236681"/>
                </a:lnTo>
                <a:lnTo>
                  <a:pt x="1131287" y="2235675"/>
                </a:lnTo>
                <a:close/>
                <a:moveTo>
                  <a:pt x="1144554" y="2204316"/>
                </a:moveTo>
                <a:lnTo>
                  <a:pt x="1144431" y="2204640"/>
                </a:lnTo>
                <a:lnTo>
                  <a:pt x="1144632" y="2204716"/>
                </a:lnTo>
                <a:lnTo>
                  <a:pt x="1144988" y="2204652"/>
                </a:lnTo>
                <a:close/>
                <a:moveTo>
                  <a:pt x="1159826" y="2170071"/>
                </a:moveTo>
                <a:lnTo>
                  <a:pt x="1159868" y="2170108"/>
                </a:lnTo>
                <a:lnTo>
                  <a:pt x="1160063" y="2170005"/>
                </a:lnTo>
                <a:close/>
                <a:moveTo>
                  <a:pt x="1144888" y="2203431"/>
                </a:moveTo>
                <a:lnTo>
                  <a:pt x="1144577" y="2204254"/>
                </a:lnTo>
                <a:lnTo>
                  <a:pt x="1145081" y="2204635"/>
                </a:lnTo>
                <a:lnTo>
                  <a:pt x="1145855" y="2204495"/>
                </a:lnTo>
                <a:lnTo>
                  <a:pt x="1146281" y="2204299"/>
                </a:lnTo>
                <a:lnTo>
                  <a:pt x="1145508" y="2202978"/>
                </a:lnTo>
                <a:close/>
                <a:moveTo>
                  <a:pt x="1145236" y="2202514"/>
                </a:moveTo>
                <a:lnTo>
                  <a:pt x="1145066" y="2202963"/>
                </a:lnTo>
                <a:lnTo>
                  <a:pt x="1145366" y="2202737"/>
                </a:lnTo>
                <a:close/>
                <a:moveTo>
                  <a:pt x="1683150" y="997998"/>
                </a:moveTo>
                <a:lnTo>
                  <a:pt x="1683134" y="998121"/>
                </a:lnTo>
                <a:lnTo>
                  <a:pt x="1683156" y="998069"/>
                </a:lnTo>
                <a:close/>
                <a:moveTo>
                  <a:pt x="1118770" y="2261712"/>
                </a:moveTo>
                <a:lnTo>
                  <a:pt x="1119991" y="2263123"/>
                </a:lnTo>
                <a:lnTo>
                  <a:pt x="1121144" y="2260413"/>
                </a:lnTo>
                <a:lnTo>
                  <a:pt x="1120581" y="2259989"/>
                </a:lnTo>
                <a:lnTo>
                  <a:pt x="1119409" y="2261160"/>
                </a:lnTo>
                <a:close/>
                <a:moveTo>
                  <a:pt x="1737898" y="874738"/>
                </a:moveTo>
                <a:lnTo>
                  <a:pt x="1734309" y="888276"/>
                </a:lnTo>
                <a:lnTo>
                  <a:pt x="1734037" y="889683"/>
                </a:lnTo>
                <a:lnTo>
                  <a:pt x="1734031" y="896391"/>
                </a:lnTo>
                <a:lnTo>
                  <a:pt x="1737269" y="890164"/>
                </a:lnTo>
                <a:lnTo>
                  <a:pt x="1739149" y="881108"/>
                </a:lnTo>
                <a:close/>
                <a:moveTo>
                  <a:pt x="1146973" y="2197918"/>
                </a:moveTo>
                <a:lnTo>
                  <a:pt x="1146539" y="2199065"/>
                </a:lnTo>
                <a:lnTo>
                  <a:pt x="1147674" y="2201002"/>
                </a:lnTo>
                <a:lnTo>
                  <a:pt x="1149025" y="2199986"/>
                </a:lnTo>
                <a:close/>
                <a:moveTo>
                  <a:pt x="1147496" y="2196535"/>
                </a:moveTo>
                <a:lnTo>
                  <a:pt x="1147046" y="2197726"/>
                </a:lnTo>
                <a:lnTo>
                  <a:pt x="1149176" y="2199872"/>
                </a:lnTo>
                <a:lnTo>
                  <a:pt x="1151697" y="2197977"/>
                </a:lnTo>
                <a:lnTo>
                  <a:pt x="1153056" y="2195870"/>
                </a:lnTo>
                <a:lnTo>
                  <a:pt x="1149370" y="2195018"/>
                </a:lnTo>
                <a:close/>
                <a:moveTo>
                  <a:pt x="1714289" y="927149"/>
                </a:moveTo>
                <a:lnTo>
                  <a:pt x="1713866" y="928163"/>
                </a:lnTo>
                <a:lnTo>
                  <a:pt x="1714353" y="927490"/>
                </a:lnTo>
                <a:close/>
                <a:moveTo>
                  <a:pt x="1148747" y="2193227"/>
                </a:moveTo>
                <a:lnTo>
                  <a:pt x="1148440" y="2194039"/>
                </a:lnTo>
                <a:lnTo>
                  <a:pt x="1149408" y="2193130"/>
                </a:lnTo>
                <a:lnTo>
                  <a:pt x="1149041" y="2193052"/>
                </a:lnTo>
                <a:close/>
                <a:moveTo>
                  <a:pt x="1158578" y="2171098"/>
                </a:moveTo>
                <a:lnTo>
                  <a:pt x="1159289" y="2171596"/>
                </a:lnTo>
                <a:lnTo>
                  <a:pt x="1159352" y="2171607"/>
                </a:lnTo>
                <a:lnTo>
                  <a:pt x="1159927" y="2170714"/>
                </a:lnTo>
                <a:lnTo>
                  <a:pt x="1159694" y="2170530"/>
                </a:lnTo>
                <a:close/>
                <a:moveTo>
                  <a:pt x="1717816" y="918686"/>
                </a:moveTo>
                <a:lnTo>
                  <a:pt x="1715326" y="924660"/>
                </a:lnTo>
                <a:lnTo>
                  <a:pt x="1715340" y="925179"/>
                </a:lnTo>
                <a:lnTo>
                  <a:pt x="1715483" y="925932"/>
                </a:lnTo>
                <a:lnTo>
                  <a:pt x="1717766" y="922783"/>
                </a:lnTo>
                <a:close/>
                <a:moveTo>
                  <a:pt x="1718077" y="918058"/>
                </a:moveTo>
                <a:lnTo>
                  <a:pt x="1718074" y="918066"/>
                </a:lnTo>
                <a:lnTo>
                  <a:pt x="1718021" y="922429"/>
                </a:lnTo>
                <a:lnTo>
                  <a:pt x="1718722" y="921461"/>
                </a:lnTo>
                <a:close/>
                <a:moveTo>
                  <a:pt x="1128877" y="2237274"/>
                </a:moveTo>
                <a:lnTo>
                  <a:pt x="1130562" y="2236923"/>
                </a:lnTo>
                <a:lnTo>
                  <a:pt x="1130061" y="2236489"/>
                </a:lnTo>
                <a:close/>
                <a:moveTo>
                  <a:pt x="1150866" y="2187623"/>
                </a:moveTo>
                <a:lnTo>
                  <a:pt x="1150693" y="2188080"/>
                </a:lnTo>
                <a:lnTo>
                  <a:pt x="1153585" y="2189211"/>
                </a:lnTo>
                <a:lnTo>
                  <a:pt x="1154666" y="2188196"/>
                </a:lnTo>
                <a:lnTo>
                  <a:pt x="1152452" y="2187727"/>
                </a:lnTo>
                <a:close/>
                <a:moveTo>
                  <a:pt x="1157484" y="2172762"/>
                </a:moveTo>
                <a:lnTo>
                  <a:pt x="1158285" y="2173266"/>
                </a:lnTo>
                <a:lnTo>
                  <a:pt x="1158446" y="2173015"/>
                </a:lnTo>
                <a:close/>
                <a:moveTo>
                  <a:pt x="1733586" y="882387"/>
                </a:moveTo>
                <a:lnTo>
                  <a:pt x="1729946" y="903414"/>
                </a:lnTo>
                <a:lnTo>
                  <a:pt x="1730927" y="899856"/>
                </a:lnTo>
                <a:lnTo>
                  <a:pt x="1733580" y="889850"/>
                </a:lnTo>
                <a:close/>
                <a:moveTo>
                  <a:pt x="1692850" y="973287"/>
                </a:moveTo>
                <a:lnTo>
                  <a:pt x="1692384" y="974713"/>
                </a:lnTo>
                <a:lnTo>
                  <a:pt x="1692374" y="976900"/>
                </a:lnTo>
                <a:lnTo>
                  <a:pt x="1694842" y="971233"/>
                </a:lnTo>
                <a:close/>
                <a:moveTo>
                  <a:pt x="1685461" y="989787"/>
                </a:moveTo>
                <a:lnTo>
                  <a:pt x="1685567" y="992533"/>
                </a:lnTo>
                <a:lnTo>
                  <a:pt x="1686441" y="990526"/>
                </a:lnTo>
                <a:lnTo>
                  <a:pt x="1686014" y="989040"/>
                </a:lnTo>
                <a:close/>
                <a:moveTo>
                  <a:pt x="1142635" y="2205078"/>
                </a:moveTo>
                <a:lnTo>
                  <a:pt x="1142647" y="2205077"/>
                </a:lnTo>
                <a:lnTo>
                  <a:pt x="1142641" y="2205074"/>
                </a:lnTo>
                <a:close/>
                <a:moveTo>
                  <a:pt x="1134214" y="2223903"/>
                </a:moveTo>
                <a:lnTo>
                  <a:pt x="1135424" y="2224723"/>
                </a:lnTo>
                <a:lnTo>
                  <a:pt x="1135431" y="2224719"/>
                </a:lnTo>
                <a:lnTo>
                  <a:pt x="1136804" y="2221087"/>
                </a:lnTo>
                <a:lnTo>
                  <a:pt x="1135996" y="2221370"/>
                </a:lnTo>
                <a:close/>
                <a:moveTo>
                  <a:pt x="1157882" y="2170611"/>
                </a:moveTo>
                <a:lnTo>
                  <a:pt x="1158324" y="2170920"/>
                </a:lnTo>
                <a:lnTo>
                  <a:pt x="1159443" y="2170332"/>
                </a:lnTo>
                <a:lnTo>
                  <a:pt x="1159299" y="2170218"/>
                </a:lnTo>
                <a:close/>
                <a:moveTo>
                  <a:pt x="1133245" y="2225280"/>
                </a:moveTo>
                <a:lnTo>
                  <a:pt x="1133743" y="2225994"/>
                </a:lnTo>
                <a:lnTo>
                  <a:pt x="1135132" y="2224945"/>
                </a:lnTo>
                <a:lnTo>
                  <a:pt x="1133989" y="2224224"/>
                </a:lnTo>
                <a:close/>
                <a:moveTo>
                  <a:pt x="1737407" y="872242"/>
                </a:moveTo>
                <a:lnTo>
                  <a:pt x="1735146" y="883942"/>
                </a:lnTo>
                <a:lnTo>
                  <a:pt x="1737765" y="874065"/>
                </a:lnTo>
                <a:close/>
                <a:moveTo>
                  <a:pt x="1690264" y="977713"/>
                </a:moveTo>
                <a:lnTo>
                  <a:pt x="1690257" y="979553"/>
                </a:lnTo>
                <a:lnTo>
                  <a:pt x="1690532" y="978713"/>
                </a:lnTo>
                <a:lnTo>
                  <a:pt x="1690441" y="978325"/>
                </a:lnTo>
                <a:close/>
                <a:moveTo>
                  <a:pt x="1681390" y="997545"/>
                </a:moveTo>
                <a:lnTo>
                  <a:pt x="1680693" y="999221"/>
                </a:lnTo>
                <a:lnTo>
                  <a:pt x="1680728" y="999714"/>
                </a:lnTo>
                <a:lnTo>
                  <a:pt x="1680844" y="1000249"/>
                </a:lnTo>
                <a:close/>
                <a:moveTo>
                  <a:pt x="1156575" y="2172524"/>
                </a:moveTo>
                <a:lnTo>
                  <a:pt x="1155728" y="2174765"/>
                </a:lnTo>
                <a:lnTo>
                  <a:pt x="1156746" y="2175342"/>
                </a:lnTo>
                <a:lnTo>
                  <a:pt x="1158169" y="2173447"/>
                </a:lnTo>
                <a:lnTo>
                  <a:pt x="1158234" y="2173346"/>
                </a:lnTo>
                <a:lnTo>
                  <a:pt x="1157214" y="2172692"/>
                </a:lnTo>
                <a:close/>
                <a:moveTo>
                  <a:pt x="1682809" y="994129"/>
                </a:moveTo>
                <a:lnTo>
                  <a:pt x="1682111" y="995808"/>
                </a:lnTo>
                <a:lnTo>
                  <a:pt x="1681035" y="1001135"/>
                </a:lnTo>
                <a:lnTo>
                  <a:pt x="1681296" y="1002340"/>
                </a:lnTo>
                <a:lnTo>
                  <a:pt x="1682166" y="1000344"/>
                </a:lnTo>
                <a:lnTo>
                  <a:pt x="1682870" y="994836"/>
                </a:lnTo>
                <a:close/>
                <a:moveTo>
                  <a:pt x="1132439" y="2226426"/>
                </a:moveTo>
                <a:lnTo>
                  <a:pt x="1133232" y="2226379"/>
                </a:lnTo>
                <a:lnTo>
                  <a:pt x="1133513" y="2226168"/>
                </a:lnTo>
                <a:lnTo>
                  <a:pt x="1133062" y="2225540"/>
                </a:lnTo>
                <a:close/>
                <a:moveTo>
                  <a:pt x="1687329" y="983243"/>
                </a:moveTo>
                <a:lnTo>
                  <a:pt x="1686774" y="984578"/>
                </a:lnTo>
                <a:lnTo>
                  <a:pt x="1686873" y="984922"/>
                </a:lnTo>
                <a:lnTo>
                  <a:pt x="1687368" y="984253"/>
                </a:lnTo>
                <a:close/>
                <a:moveTo>
                  <a:pt x="1749103" y="844872"/>
                </a:moveTo>
                <a:lnTo>
                  <a:pt x="1743253" y="878660"/>
                </a:lnTo>
                <a:lnTo>
                  <a:pt x="1744265" y="876714"/>
                </a:lnTo>
                <a:lnTo>
                  <a:pt x="1751214" y="855608"/>
                </a:lnTo>
                <a:close/>
                <a:moveTo>
                  <a:pt x="1123784" y="2244438"/>
                </a:moveTo>
                <a:lnTo>
                  <a:pt x="1124648" y="2245031"/>
                </a:lnTo>
                <a:lnTo>
                  <a:pt x="1128505" y="2243034"/>
                </a:lnTo>
                <a:lnTo>
                  <a:pt x="1128645" y="2242662"/>
                </a:lnTo>
                <a:lnTo>
                  <a:pt x="1125627" y="2243291"/>
                </a:lnTo>
                <a:close/>
                <a:moveTo>
                  <a:pt x="1128265" y="2234394"/>
                </a:moveTo>
                <a:lnTo>
                  <a:pt x="1129310" y="2235299"/>
                </a:lnTo>
                <a:lnTo>
                  <a:pt x="1132140" y="2233421"/>
                </a:lnTo>
                <a:lnTo>
                  <a:pt x="1132687" y="2231972"/>
                </a:lnTo>
                <a:lnTo>
                  <a:pt x="1131714" y="2232029"/>
                </a:lnTo>
                <a:close/>
                <a:moveTo>
                  <a:pt x="1144871" y="2195534"/>
                </a:moveTo>
                <a:lnTo>
                  <a:pt x="1145662" y="2196331"/>
                </a:lnTo>
                <a:lnTo>
                  <a:pt x="1146387" y="2195745"/>
                </a:lnTo>
                <a:lnTo>
                  <a:pt x="1146879" y="2194444"/>
                </a:lnTo>
                <a:lnTo>
                  <a:pt x="1146752" y="2194414"/>
                </a:lnTo>
                <a:close/>
                <a:moveTo>
                  <a:pt x="1154564" y="2173692"/>
                </a:moveTo>
                <a:lnTo>
                  <a:pt x="1154660" y="2173867"/>
                </a:lnTo>
                <a:lnTo>
                  <a:pt x="1154893" y="2173251"/>
                </a:lnTo>
                <a:close/>
                <a:moveTo>
                  <a:pt x="1128315" y="2232287"/>
                </a:moveTo>
                <a:lnTo>
                  <a:pt x="1128558" y="2232213"/>
                </a:lnTo>
                <a:lnTo>
                  <a:pt x="1128358" y="2232225"/>
                </a:lnTo>
                <a:close/>
                <a:moveTo>
                  <a:pt x="1144574" y="2195710"/>
                </a:moveTo>
                <a:lnTo>
                  <a:pt x="1145171" y="2196729"/>
                </a:lnTo>
                <a:lnTo>
                  <a:pt x="1145516" y="2196450"/>
                </a:lnTo>
                <a:lnTo>
                  <a:pt x="1144705" y="2195632"/>
                </a:lnTo>
                <a:close/>
                <a:moveTo>
                  <a:pt x="1122931" y="2243853"/>
                </a:moveTo>
                <a:lnTo>
                  <a:pt x="1123584" y="2244301"/>
                </a:lnTo>
                <a:lnTo>
                  <a:pt x="1124993" y="2243423"/>
                </a:lnTo>
                <a:close/>
                <a:moveTo>
                  <a:pt x="1132357" y="2222645"/>
                </a:moveTo>
                <a:lnTo>
                  <a:pt x="1133827" y="2223641"/>
                </a:lnTo>
                <a:lnTo>
                  <a:pt x="1135238" y="2221636"/>
                </a:lnTo>
                <a:close/>
                <a:moveTo>
                  <a:pt x="1127375" y="2233623"/>
                </a:moveTo>
                <a:lnTo>
                  <a:pt x="1128169" y="2234310"/>
                </a:lnTo>
                <a:lnTo>
                  <a:pt x="1131477" y="2232043"/>
                </a:lnTo>
                <a:lnTo>
                  <a:pt x="1129752" y="2232143"/>
                </a:lnTo>
                <a:lnTo>
                  <a:pt x="1128076" y="2232625"/>
                </a:lnTo>
                <a:close/>
                <a:moveTo>
                  <a:pt x="1154330" y="2173261"/>
                </a:moveTo>
                <a:lnTo>
                  <a:pt x="1154402" y="2173393"/>
                </a:lnTo>
                <a:lnTo>
                  <a:pt x="1154606" y="2173120"/>
                </a:lnTo>
                <a:close/>
                <a:moveTo>
                  <a:pt x="1152912" y="2175905"/>
                </a:moveTo>
                <a:lnTo>
                  <a:pt x="1153640" y="2176566"/>
                </a:lnTo>
                <a:lnTo>
                  <a:pt x="1153771" y="2176219"/>
                </a:lnTo>
                <a:lnTo>
                  <a:pt x="1153266" y="2175432"/>
                </a:lnTo>
                <a:close/>
                <a:moveTo>
                  <a:pt x="1144274" y="2195199"/>
                </a:moveTo>
                <a:lnTo>
                  <a:pt x="1144304" y="2195250"/>
                </a:lnTo>
                <a:lnTo>
                  <a:pt x="1144317" y="2195242"/>
                </a:lnTo>
                <a:close/>
                <a:moveTo>
                  <a:pt x="1713166" y="921238"/>
                </a:moveTo>
                <a:lnTo>
                  <a:pt x="1713068" y="929265"/>
                </a:lnTo>
                <a:lnTo>
                  <a:pt x="1713189" y="929098"/>
                </a:lnTo>
                <a:lnTo>
                  <a:pt x="1714212" y="926749"/>
                </a:lnTo>
                <a:close/>
                <a:moveTo>
                  <a:pt x="1154098" y="2172835"/>
                </a:moveTo>
                <a:lnTo>
                  <a:pt x="1154229" y="2173075"/>
                </a:lnTo>
                <a:lnTo>
                  <a:pt x="1154905" y="2172719"/>
                </a:lnTo>
                <a:lnTo>
                  <a:pt x="1155288" y="2172207"/>
                </a:lnTo>
                <a:lnTo>
                  <a:pt x="1155295" y="2172187"/>
                </a:lnTo>
                <a:lnTo>
                  <a:pt x="1154945" y="2172095"/>
                </a:lnTo>
                <a:close/>
                <a:moveTo>
                  <a:pt x="1141157" y="2201666"/>
                </a:moveTo>
                <a:lnTo>
                  <a:pt x="1143482" y="2203426"/>
                </a:lnTo>
                <a:lnTo>
                  <a:pt x="1144380" y="2201052"/>
                </a:lnTo>
                <a:lnTo>
                  <a:pt x="1143587" y="2199699"/>
                </a:lnTo>
                <a:close/>
                <a:moveTo>
                  <a:pt x="1131593" y="2222912"/>
                </a:moveTo>
                <a:lnTo>
                  <a:pt x="1132960" y="2224872"/>
                </a:lnTo>
                <a:lnTo>
                  <a:pt x="1133592" y="2223973"/>
                </a:lnTo>
                <a:lnTo>
                  <a:pt x="1133431" y="2223872"/>
                </a:lnTo>
                <a:lnTo>
                  <a:pt x="1131871" y="2222815"/>
                </a:lnTo>
                <a:close/>
                <a:moveTo>
                  <a:pt x="1125698" y="2236005"/>
                </a:moveTo>
                <a:lnTo>
                  <a:pt x="1127821" y="2234549"/>
                </a:lnTo>
                <a:lnTo>
                  <a:pt x="1127138" y="2233959"/>
                </a:lnTo>
                <a:close/>
                <a:moveTo>
                  <a:pt x="1151839" y="2177344"/>
                </a:moveTo>
                <a:lnTo>
                  <a:pt x="1152992" y="2177906"/>
                </a:lnTo>
                <a:lnTo>
                  <a:pt x="1153111" y="2177859"/>
                </a:lnTo>
                <a:lnTo>
                  <a:pt x="1152123" y="2176962"/>
                </a:lnTo>
                <a:close/>
                <a:moveTo>
                  <a:pt x="1103775" y="2284558"/>
                </a:moveTo>
                <a:lnTo>
                  <a:pt x="1108922" y="2289158"/>
                </a:lnTo>
                <a:lnTo>
                  <a:pt x="1111673" y="2282688"/>
                </a:lnTo>
                <a:lnTo>
                  <a:pt x="1106488" y="2284053"/>
                </a:lnTo>
                <a:close/>
                <a:moveTo>
                  <a:pt x="1126686" y="2233026"/>
                </a:moveTo>
                <a:lnTo>
                  <a:pt x="1127019" y="2233315"/>
                </a:lnTo>
                <a:lnTo>
                  <a:pt x="1127359" y="2232832"/>
                </a:lnTo>
                <a:close/>
                <a:moveTo>
                  <a:pt x="1150745" y="2178808"/>
                </a:moveTo>
                <a:lnTo>
                  <a:pt x="1151971" y="2178317"/>
                </a:lnTo>
                <a:lnTo>
                  <a:pt x="1151342" y="2178009"/>
                </a:lnTo>
                <a:close/>
                <a:moveTo>
                  <a:pt x="1144181" y="2193415"/>
                </a:moveTo>
                <a:lnTo>
                  <a:pt x="1146490" y="2193948"/>
                </a:lnTo>
                <a:lnTo>
                  <a:pt x="1147235" y="2193505"/>
                </a:lnTo>
                <a:lnTo>
                  <a:pt x="1147529" y="2192728"/>
                </a:lnTo>
                <a:lnTo>
                  <a:pt x="1145091" y="2192205"/>
                </a:lnTo>
                <a:close/>
                <a:moveTo>
                  <a:pt x="1110427" y="2268926"/>
                </a:moveTo>
                <a:lnTo>
                  <a:pt x="1117510" y="2266247"/>
                </a:lnTo>
                <a:lnTo>
                  <a:pt x="1119499" y="2264281"/>
                </a:lnTo>
                <a:lnTo>
                  <a:pt x="1119768" y="2263649"/>
                </a:lnTo>
                <a:lnTo>
                  <a:pt x="1118379" y="2262051"/>
                </a:lnTo>
                <a:close/>
                <a:moveTo>
                  <a:pt x="1124105" y="2238268"/>
                </a:moveTo>
                <a:lnTo>
                  <a:pt x="1125169" y="2238047"/>
                </a:lnTo>
                <a:lnTo>
                  <a:pt x="1128957" y="2235533"/>
                </a:lnTo>
                <a:lnTo>
                  <a:pt x="1127917" y="2234632"/>
                </a:lnTo>
                <a:lnTo>
                  <a:pt x="1125497" y="2236292"/>
                </a:lnTo>
                <a:lnTo>
                  <a:pt x="1125029" y="2236956"/>
                </a:lnTo>
                <a:lnTo>
                  <a:pt x="1125143" y="2237050"/>
                </a:lnTo>
                <a:lnTo>
                  <a:pt x="1124953" y="2237064"/>
                </a:lnTo>
                <a:close/>
                <a:moveTo>
                  <a:pt x="1126520" y="2232830"/>
                </a:moveTo>
                <a:lnTo>
                  <a:pt x="1127588" y="2232507"/>
                </a:lnTo>
                <a:lnTo>
                  <a:pt x="1127762" y="2232260"/>
                </a:lnTo>
                <a:lnTo>
                  <a:pt x="1127233" y="2232291"/>
                </a:lnTo>
                <a:close/>
                <a:moveTo>
                  <a:pt x="1139970" y="2202626"/>
                </a:moveTo>
                <a:lnTo>
                  <a:pt x="1143208" y="2204152"/>
                </a:lnTo>
                <a:lnTo>
                  <a:pt x="1143465" y="2203472"/>
                </a:lnTo>
                <a:lnTo>
                  <a:pt x="1141144" y="2201677"/>
                </a:lnTo>
                <a:close/>
                <a:moveTo>
                  <a:pt x="1143646" y="2194127"/>
                </a:moveTo>
                <a:lnTo>
                  <a:pt x="1143893" y="2194548"/>
                </a:lnTo>
                <a:lnTo>
                  <a:pt x="1144483" y="2195143"/>
                </a:lnTo>
                <a:lnTo>
                  <a:pt x="1146000" y="2194240"/>
                </a:lnTo>
                <a:lnTo>
                  <a:pt x="1143921" y="2193761"/>
                </a:lnTo>
                <a:close/>
                <a:moveTo>
                  <a:pt x="1153544" y="2171817"/>
                </a:moveTo>
                <a:lnTo>
                  <a:pt x="1154030" y="2172710"/>
                </a:lnTo>
                <a:lnTo>
                  <a:pt x="1154767" y="2172048"/>
                </a:lnTo>
                <a:lnTo>
                  <a:pt x="1153712" y="2171771"/>
                </a:lnTo>
                <a:close/>
                <a:moveTo>
                  <a:pt x="1736310" y="866658"/>
                </a:moveTo>
                <a:lnTo>
                  <a:pt x="1734046" y="879734"/>
                </a:lnTo>
                <a:lnTo>
                  <a:pt x="1734038" y="887979"/>
                </a:lnTo>
                <a:lnTo>
                  <a:pt x="1737242" y="871401"/>
                </a:lnTo>
                <a:close/>
                <a:moveTo>
                  <a:pt x="1151772" y="2174869"/>
                </a:moveTo>
                <a:lnTo>
                  <a:pt x="1152683" y="2175697"/>
                </a:lnTo>
                <a:lnTo>
                  <a:pt x="1153087" y="2175155"/>
                </a:lnTo>
                <a:lnTo>
                  <a:pt x="1152778" y="2174673"/>
                </a:lnTo>
                <a:lnTo>
                  <a:pt x="1152303" y="2174404"/>
                </a:lnTo>
                <a:close/>
                <a:moveTo>
                  <a:pt x="1151556" y="2174673"/>
                </a:moveTo>
                <a:lnTo>
                  <a:pt x="1151677" y="2174782"/>
                </a:lnTo>
                <a:lnTo>
                  <a:pt x="1152145" y="2174374"/>
                </a:lnTo>
                <a:close/>
                <a:moveTo>
                  <a:pt x="1141585" y="2196868"/>
                </a:moveTo>
                <a:lnTo>
                  <a:pt x="1141840" y="2196716"/>
                </a:lnTo>
                <a:lnTo>
                  <a:pt x="1141778" y="2196611"/>
                </a:lnTo>
                <a:close/>
                <a:moveTo>
                  <a:pt x="1138176" y="2204078"/>
                </a:moveTo>
                <a:lnTo>
                  <a:pt x="1139529" y="2205642"/>
                </a:lnTo>
                <a:lnTo>
                  <a:pt x="1142131" y="2205170"/>
                </a:lnTo>
                <a:lnTo>
                  <a:pt x="1142388" y="2204976"/>
                </a:lnTo>
                <a:lnTo>
                  <a:pt x="1138781" y="2203589"/>
                </a:lnTo>
                <a:close/>
                <a:moveTo>
                  <a:pt x="1699903" y="945626"/>
                </a:moveTo>
                <a:lnTo>
                  <a:pt x="1700682" y="944823"/>
                </a:lnTo>
                <a:lnTo>
                  <a:pt x="1700665" y="944403"/>
                </a:lnTo>
                <a:close/>
                <a:moveTo>
                  <a:pt x="1149980" y="2176435"/>
                </a:moveTo>
                <a:lnTo>
                  <a:pt x="1151556" y="2177206"/>
                </a:lnTo>
                <a:lnTo>
                  <a:pt x="1151894" y="2176753"/>
                </a:lnTo>
                <a:lnTo>
                  <a:pt x="1150777" y="2175738"/>
                </a:lnTo>
                <a:close/>
                <a:moveTo>
                  <a:pt x="1121961" y="2238715"/>
                </a:moveTo>
                <a:lnTo>
                  <a:pt x="1123438" y="2238407"/>
                </a:lnTo>
                <a:lnTo>
                  <a:pt x="1124395" y="2237047"/>
                </a:lnTo>
                <a:close/>
                <a:moveTo>
                  <a:pt x="1128222" y="2224093"/>
                </a:moveTo>
                <a:lnTo>
                  <a:pt x="1130221" y="2226555"/>
                </a:lnTo>
                <a:lnTo>
                  <a:pt x="1131842" y="2226460"/>
                </a:lnTo>
                <a:lnTo>
                  <a:pt x="1132774" y="2225137"/>
                </a:lnTo>
                <a:lnTo>
                  <a:pt x="1131521" y="2223395"/>
                </a:lnTo>
                <a:lnTo>
                  <a:pt x="1131265" y="2223027"/>
                </a:lnTo>
                <a:close/>
                <a:moveTo>
                  <a:pt x="1700576" y="942373"/>
                </a:moveTo>
                <a:lnTo>
                  <a:pt x="1699453" y="945930"/>
                </a:lnTo>
                <a:lnTo>
                  <a:pt x="1700647" y="944010"/>
                </a:lnTo>
                <a:close/>
                <a:moveTo>
                  <a:pt x="1123126" y="2235394"/>
                </a:moveTo>
                <a:lnTo>
                  <a:pt x="1124666" y="2236658"/>
                </a:lnTo>
                <a:lnTo>
                  <a:pt x="1126783" y="2233651"/>
                </a:lnTo>
                <a:lnTo>
                  <a:pt x="1126217" y="2233161"/>
                </a:lnTo>
                <a:lnTo>
                  <a:pt x="1125998" y="2233223"/>
                </a:lnTo>
                <a:close/>
                <a:moveTo>
                  <a:pt x="1137965" y="2201681"/>
                </a:moveTo>
                <a:lnTo>
                  <a:pt x="1138652" y="2202006"/>
                </a:lnTo>
                <a:lnTo>
                  <a:pt x="1140078" y="2200851"/>
                </a:lnTo>
                <a:lnTo>
                  <a:pt x="1139969" y="2200767"/>
                </a:lnTo>
                <a:lnTo>
                  <a:pt x="1140079" y="2200851"/>
                </a:lnTo>
                <a:lnTo>
                  <a:pt x="1142916" y="2198554"/>
                </a:lnTo>
                <a:lnTo>
                  <a:pt x="1142110" y="2197177"/>
                </a:lnTo>
                <a:lnTo>
                  <a:pt x="1140737" y="2197994"/>
                </a:lnTo>
                <a:lnTo>
                  <a:pt x="1139137" y="2200123"/>
                </a:lnTo>
                <a:lnTo>
                  <a:pt x="1139969" y="2200767"/>
                </a:lnTo>
                <a:lnTo>
                  <a:pt x="1139130" y="2200133"/>
                </a:lnTo>
                <a:close/>
                <a:moveTo>
                  <a:pt x="1101737" y="2282735"/>
                </a:moveTo>
                <a:lnTo>
                  <a:pt x="1101975" y="2282949"/>
                </a:lnTo>
                <a:lnTo>
                  <a:pt x="1112769" y="2280109"/>
                </a:lnTo>
                <a:lnTo>
                  <a:pt x="1118169" y="2267410"/>
                </a:lnTo>
                <a:lnTo>
                  <a:pt x="1117594" y="2267627"/>
                </a:lnTo>
                <a:lnTo>
                  <a:pt x="1116300" y="2268470"/>
                </a:lnTo>
                <a:lnTo>
                  <a:pt x="1116114" y="2268580"/>
                </a:lnTo>
                <a:lnTo>
                  <a:pt x="1103842" y="2280711"/>
                </a:lnTo>
                <a:close/>
                <a:moveTo>
                  <a:pt x="1116958" y="2248427"/>
                </a:moveTo>
                <a:lnTo>
                  <a:pt x="1122710" y="2244845"/>
                </a:lnTo>
                <a:lnTo>
                  <a:pt x="1121597" y="2244130"/>
                </a:lnTo>
                <a:lnTo>
                  <a:pt x="1119703" y="2244525"/>
                </a:lnTo>
                <a:close/>
                <a:moveTo>
                  <a:pt x="1137241" y="2202996"/>
                </a:moveTo>
                <a:lnTo>
                  <a:pt x="1137318" y="2203085"/>
                </a:lnTo>
                <a:lnTo>
                  <a:pt x="1137368" y="2203045"/>
                </a:lnTo>
                <a:close/>
                <a:moveTo>
                  <a:pt x="1139340" y="2198205"/>
                </a:moveTo>
                <a:lnTo>
                  <a:pt x="1139728" y="2197973"/>
                </a:lnTo>
                <a:lnTo>
                  <a:pt x="1141329" y="2195844"/>
                </a:lnTo>
                <a:lnTo>
                  <a:pt x="1141324" y="2195836"/>
                </a:lnTo>
                <a:close/>
                <a:moveTo>
                  <a:pt x="1116307" y="2249351"/>
                </a:moveTo>
                <a:lnTo>
                  <a:pt x="1123737" y="2245503"/>
                </a:lnTo>
                <a:lnTo>
                  <a:pt x="1122918" y="2244978"/>
                </a:lnTo>
                <a:lnTo>
                  <a:pt x="1116630" y="2248892"/>
                </a:lnTo>
                <a:close/>
                <a:moveTo>
                  <a:pt x="1149018" y="2175965"/>
                </a:moveTo>
                <a:lnTo>
                  <a:pt x="1149856" y="2176374"/>
                </a:lnTo>
                <a:lnTo>
                  <a:pt x="1150682" y="2175653"/>
                </a:lnTo>
                <a:lnTo>
                  <a:pt x="1150306" y="2175309"/>
                </a:lnTo>
                <a:close/>
                <a:moveTo>
                  <a:pt x="1135367" y="2206352"/>
                </a:moveTo>
                <a:lnTo>
                  <a:pt x="1135747" y="2206328"/>
                </a:lnTo>
                <a:lnTo>
                  <a:pt x="1138860" y="2205763"/>
                </a:lnTo>
                <a:lnTo>
                  <a:pt x="1137718" y="2204449"/>
                </a:lnTo>
                <a:close/>
                <a:moveTo>
                  <a:pt x="1138286" y="2199465"/>
                </a:moveTo>
                <a:lnTo>
                  <a:pt x="1138489" y="2199622"/>
                </a:lnTo>
                <a:lnTo>
                  <a:pt x="1138882" y="2199099"/>
                </a:lnTo>
                <a:lnTo>
                  <a:pt x="1138301" y="2199445"/>
                </a:lnTo>
                <a:close/>
                <a:moveTo>
                  <a:pt x="1136275" y="2203930"/>
                </a:moveTo>
                <a:lnTo>
                  <a:pt x="1136858" y="2203458"/>
                </a:lnTo>
                <a:lnTo>
                  <a:pt x="1136736" y="2203317"/>
                </a:lnTo>
                <a:close/>
                <a:moveTo>
                  <a:pt x="1149849" y="2173122"/>
                </a:moveTo>
                <a:lnTo>
                  <a:pt x="1151409" y="2174540"/>
                </a:lnTo>
                <a:lnTo>
                  <a:pt x="1152006" y="2174235"/>
                </a:lnTo>
                <a:lnTo>
                  <a:pt x="1149910" y="2173047"/>
                </a:lnTo>
                <a:close/>
                <a:moveTo>
                  <a:pt x="1136863" y="2201162"/>
                </a:moveTo>
                <a:lnTo>
                  <a:pt x="1137208" y="2201325"/>
                </a:lnTo>
                <a:lnTo>
                  <a:pt x="1138477" y="2199638"/>
                </a:lnTo>
                <a:lnTo>
                  <a:pt x="1138270" y="2199482"/>
                </a:lnTo>
                <a:close/>
                <a:moveTo>
                  <a:pt x="1121914" y="2234398"/>
                </a:moveTo>
                <a:lnTo>
                  <a:pt x="1122252" y="2234675"/>
                </a:lnTo>
                <a:lnTo>
                  <a:pt x="1123051" y="2234072"/>
                </a:lnTo>
                <a:close/>
                <a:moveTo>
                  <a:pt x="1711729" y="913662"/>
                </a:moveTo>
                <a:lnTo>
                  <a:pt x="1708785" y="923102"/>
                </a:lnTo>
                <a:lnTo>
                  <a:pt x="1708807" y="925123"/>
                </a:lnTo>
                <a:lnTo>
                  <a:pt x="1711888" y="918964"/>
                </a:lnTo>
                <a:lnTo>
                  <a:pt x="1711987" y="919285"/>
                </a:lnTo>
                <a:lnTo>
                  <a:pt x="1708812" y="925630"/>
                </a:lnTo>
                <a:lnTo>
                  <a:pt x="1708867" y="930796"/>
                </a:lnTo>
                <a:lnTo>
                  <a:pt x="1710392" y="928344"/>
                </a:lnTo>
                <a:lnTo>
                  <a:pt x="1710456" y="928661"/>
                </a:lnTo>
                <a:lnTo>
                  <a:pt x="1708872" y="931209"/>
                </a:lnTo>
                <a:lnTo>
                  <a:pt x="1708912" y="935000"/>
                </a:lnTo>
                <a:lnTo>
                  <a:pt x="1712877" y="929529"/>
                </a:lnTo>
                <a:lnTo>
                  <a:pt x="1712990" y="920308"/>
                </a:lnTo>
                <a:close/>
                <a:moveTo>
                  <a:pt x="1113015" y="2253911"/>
                </a:moveTo>
                <a:lnTo>
                  <a:pt x="1119023" y="2258443"/>
                </a:lnTo>
                <a:lnTo>
                  <a:pt x="1124169" y="2253296"/>
                </a:lnTo>
                <a:lnTo>
                  <a:pt x="1125698" y="2249701"/>
                </a:lnTo>
                <a:lnTo>
                  <a:pt x="1117532" y="2255648"/>
                </a:lnTo>
                <a:lnTo>
                  <a:pt x="1117393" y="2255642"/>
                </a:lnTo>
                <a:lnTo>
                  <a:pt x="1125190" y="2249963"/>
                </a:lnTo>
                <a:lnTo>
                  <a:pt x="1125784" y="2249501"/>
                </a:lnTo>
                <a:lnTo>
                  <a:pt x="1126681" y="2247391"/>
                </a:lnTo>
                <a:lnTo>
                  <a:pt x="1126344" y="2247175"/>
                </a:lnTo>
                <a:lnTo>
                  <a:pt x="1113039" y="2253877"/>
                </a:lnTo>
                <a:close/>
                <a:moveTo>
                  <a:pt x="1695263" y="950057"/>
                </a:moveTo>
                <a:lnTo>
                  <a:pt x="1695151" y="950529"/>
                </a:lnTo>
                <a:lnTo>
                  <a:pt x="1695326" y="950348"/>
                </a:lnTo>
                <a:close/>
                <a:moveTo>
                  <a:pt x="1147968" y="2175452"/>
                </a:moveTo>
                <a:lnTo>
                  <a:pt x="1148810" y="2175863"/>
                </a:lnTo>
                <a:lnTo>
                  <a:pt x="1150159" y="2175176"/>
                </a:lnTo>
                <a:lnTo>
                  <a:pt x="1149023" y="2174145"/>
                </a:lnTo>
                <a:close/>
                <a:moveTo>
                  <a:pt x="1112562" y="2254536"/>
                </a:moveTo>
                <a:lnTo>
                  <a:pt x="1117372" y="2260096"/>
                </a:lnTo>
                <a:lnTo>
                  <a:pt x="1118813" y="2258654"/>
                </a:lnTo>
                <a:lnTo>
                  <a:pt x="1112842" y="2254150"/>
                </a:lnTo>
                <a:close/>
                <a:moveTo>
                  <a:pt x="1137304" y="2198705"/>
                </a:moveTo>
                <a:lnTo>
                  <a:pt x="1137824" y="2199106"/>
                </a:lnTo>
                <a:lnTo>
                  <a:pt x="1138610" y="2198638"/>
                </a:lnTo>
                <a:lnTo>
                  <a:pt x="1141173" y="2195578"/>
                </a:lnTo>
                <a:lnTo>
                  <a:pt x="1141010" y="2195300"/>
                </a:lnTo>
                <a:close/>
                <a:moveTo>
                  <a:pt x="1708740" y="918899"/>
                </a:moveTo>
                <a:lnTo>
                  <a:pt x="1708777" y="922345"/>
                </a:lnTo>
                <a:lnTo>
                  <a:pt x="1711636" y="913177"/>
                </a:lnTo>
                <a:lnTo>
                  <a:pt x="1711536" y="912643"/>
                </a:lnTo>
                <a:lnTo>
                  <a:pt x="1709648" y="916918"/>
                </a:lnTo>
                <a:close/>
                <a:moveTo>
                  <a:pt x="1713841" y="907422"/>
                </a:moveTo>
                <a:lnTo>
                  <a:pt x="1712534" y="910382"/>
                </a:lnTo>
                <a:lnTo>
                  <a:pt x="1713100" y="913369"/>
                </a:lnTo>
                <a:lnTo>
                  <a:pt x="1713259" y="913576"/>
                </a:lnTo>
                <a:lnTo>
                  <a:pt x="1713252" y="914168"/>
                </a:lnTo>
                <a:lnTo>
                  <a:pt x="1714137" y="918833"/>
                </a:lnTo>
                <a:close/>
                <a:moveTo>
                  <a:pt x="1715393" y="903908"/>
                </a:moveTo>
                <a:lnTo>
                  <a:pt x="1714823" y="905199"/>
                </a:lnTo>
                <a:lnTo>
                  <a:pt x="1715312" y="924114"/>
                </a:lnTo>
                <a:lnTo>
                  <a:pt x="1717823" y="918090"/>
                </a:lnTo>
                <a:lnTo>
                  <a:pt x="1717839" y="916801"/>
                </a:lnTo>
                <a:close/>
                <a:moveTo>
                  <a:pt x="1718889" y="895993"/>
                </a:moveTo>
                <a:lnTo>
                  <a:pt x="1716732" y="900878"/>
                </a:lnTo>
                <a:lnTo>
                  <a:pt x="1717986" y="907495"/>
                </a:lnTo>
                <a:lnTo>
                  <a:pt x="1718199" y="907773"/>
                </a:lnTo>
                <a:lnTo>
                  <a:pt x="1718190" y="908567"/>
                </a:lnTo>
                <a:lnTo>
                  <a:pt x="1719317" y="914507"/>
                </a:lnTo>
                <a:lnTo>
                  <a:pt x="1719365" y="914390"/>
                </a:lnTo>
                <a:close/>
                <a:moveTo>
                  <a:pt x="1146816" y="2176878"/>
                </a:moveTo>
                <a:lnTo>
                  <a:pt x="1147899" y="2176328"/>
                </a:lnTo>
                <a:lnTo>
                  <a:pt x="1147442" y="2176104"/>
                </a:lnTo>
                <a:close/>
                <a:moveTo>
                  <a:pt x="1113841" y="2250629"/>
                </a:moveTo>
                <a:lnTo>
                  <a:pt x="1115410" y="2249816"/>
                </a:lnTo>
                <a:lnTo>
                  <a:pt x="1115616" y="2249524"/>
                </a:lnTo>
                <a:close/>
                <a:moveTo>
                  <a:pt x="1136056" y="2200781"/>
                </a:moveTo>
                <a:lnTo>
                  <a:pt x="1136601" y="2201038"/>
                </a:lnTo>
                <a:lnTo>
                  <a:pt x="1137572" y="2199879"/>
                </a:lnTo>
                <a:close/>
                <a:moveTo>
                  <a:pt x="1697916" y="942543"/>
                </a:moveTo>
                <a:lnTo>
                  <a:pt x="1698053" y="943024"/>
                </a:lnTo>
                <a:lnTo>
                  <a:pt x="1698142" y="943426"/>
                </a:lnTo>
                <a:lnTo>
                  <a:pt x="1699544" y="938986"/>
                </a:lnTo>
                <a:close/>
                <a:moveTo>
                  <a:pt x="1144317" y="2181386"/>
                </a:moveTo>
                <a:lnTo>
                  <a:pt x="1150196" y="2179028"/>
                </a:lnTo>
                <a:lnTo>
                  <a:pt x="1151060" y="2177871"/>
                </a:lnTo>
                <a:lnTo>
                  <a:pt x="1149313" y="2177018"/>
                </a:lnTo>
                <a:close/>
                <a:moveTo>
                  <a:pt x="1720144" y="891972"/>
                </a:moveTo>
                <a:lnTo>
                  <a:pt x="1720187" y="892609"/>
                </a:lnTo>
                <a:lnTo>
                  <a:pt x="1721163" y="890398"/>
                </a:lnTo>
                <a:close/>
                <a:moveTo>
                  <a:pt x="1700302" y="936046"/>
                </a:moveTo>
                <a:lnTo>
                  <a:pt x="1697719" y="941853"/>
                </a:lnTo>
                <a:lnTo>
                  <a:pt x="1697747" y="941951"/>
                </a:lnTo>
                <a:lnTo>
                  <a:pt x="1700315" y="936342"/>
                </a:lnTo>
                <a:close/>
                <a:moveTo>
                  <a:pt x="1674046" y="994748"/>
                </a:moveTo>
                <a:lnTo>
                  <a:pt x="1673973" y="995037"/>
                </a:lnTo>
                <a:lnTo>
                  <a:pt x="1674968" y="993502"/>
                </a:lnTo>
                <a:close/>
                <a:moveTo>
                  <a:pt x="1711290" y="911344"/>
                </a:moveTo>
                <a:lnTo>
                  <a:pt x="1708721" y="917117"/>
                </a:lnTo>
                <a:lnTo>
                  <a:pt x="1708730" y="917960"/>
                </a:lnTo>
                <a:lnTo>
                  <a:pt x="1711427" y="912070"/>
                </a:lnTo>
                <a:close/>
                <a:moveTo>
                  <a:pt x="1713797" y="905707"/>
                </a:moveTo>
                <a:lnTo>
                  <a:pt x="1712290" y="909094"/>
                </a:lnTo>
                <a:lnTo>
                  <a:pt x="1712437" y="909866"/>
                </a:lnTo>
                <a:lnTo>
                  <a:pt x="1713826" y="906830"/>
                </a:lnTo>
                <a:close/>
                <a:moveTo>
                  <a:pt x="1715155" y="902654"/>
                </a:moveTo>
                <a:lnTo>
                  <a:pt x="1714779" y="903499"/>
                </a:lnTo>
                <a:lnTo>
                  <a:pt x="1714810" y="904681"/>
                </a:lnTo>
                <a:lnTo>
                  <a:pt x="1715325" y="903553"/>
                </a:lnTo>
                <a:close/>
                <a:moveTo>
                  <a:pt x="1718846" y="894355"/>
                </a:moveTo>
                <a:lnTo>
                  <a:pt x="1716496" y="899638"/>
                </a:lnTo>
                <a:lnTo>
                  <a:pt x="1716672" y="900567"/>
                </a:lnTo>
                <a:lnTo>
                  <a:pt x="1718877" y="895573"/>
                </a:lnTo>
                <a:close/>
                <a:moveTo>
                  <a:pt x="1731311" y="866331"/>
                </a:moveTo>
                <a:lnTo>
                  <a:pt x="1720113" y="891505"/>
                </a:lnTo>
                <a:lnTo>
                  <a:pt x="1720132" y="891788"/>
                </a:lnTo>
                <a:lnTo>
                  <a:pt x="1720464" y="891298"/>
                </a:lnTo>
                <a:lnTo>
                  <a:pt x="1721412" y="889833"/>
                </a:lnTo>
                <a:lnTo>
                  <a:pt x="1724180" y="883566"/>
                </a:lnTo>
                <a:lnTo>
                  <a:pt x="1724253" y="883848"/>
                </a:lnTo>
                <a:lnTo>
                  <a:pt x="1722032" y="888875"/>
                </a:lnTo>
                <a:lnTo>
                  <a:pt x="1726352" y="882201"/>
                </a:lnTo>
                <a:lnTo>
                  <a:pt x="1726366" y="882360"/>
                </a:lnTo>
                <a:lnTo>
                  <a:pt x="1721782" y="889441"/>
                </a:lnTo>
                <a:lnTo>
                  <a:pt x="1720205" y="893013"/>
                </a:lnTo>
                <a:lnTo>
                  <a:pt x="1720677" y="911244"/>
                </a:lnTo>
                <a:lnTo>
                  <a:pt x="1723565" y="904313"/>
                </a:lnTo>
                <a:lnTo>
                  <a:pt x="1723680" y="904615"/>
                </a:lnTo>
                <a:lnTo>
                  <a:pt x="1720691" y="911788"/>
                </a:lnTo>
                <a:lnTo>
                  <a:pt x="1720864" y="918505"/>
                </a:lnTo>
                <a:lnTo>
                  <a:pt x="1720896" y="918462"/>
                </a:lnTo>
                <a:lnTo>
                  <a:pt x="1723035" y="909356"/>
                </a:lnTo>
                <a:cubicBezTo>
                  <a:pt x="1725788" y="896196"/>
                  <a:pt x="1728340" y="882702"/>
                  <a:pt x="1730817" y="869086"/>
                </a:cubicBezTo>
                <a:close/>
                <a:moveTo>
                  <a:pt x="1733604" y="861175"/>
                </a:moveTo>
                <a:lnTo>
                  <a:pt x="1731495" y="865918"/>
                </a:lnTo>
                <a:lnTo>
                  <a:pt x="1729187" y="878789"/>
                </a:lnTo>
                <a:lnTo>
                  <a:pt x="1721748" y="917286"/>
                </a:lnTo>
                <a:lnTo>
                  <a:pt x="1726767" y="910358"/>
                </a:lnTo>
                <a:lnTo>
                  <a:pt x="1727511" y="908926"/>
                </a:lnTo>
                <a:lnTo>
                  <a:pt x="1733590" y="877903"/>
                </a:lnTo>
                <a:close/>
                <a:moveTo>
                  <a:pt x="1734734" y="858635"/>
                </a:moveTo>
                <a:lnTo>
                  <a:pt x="1734036" y="860205"/>
                </a:lnTo>
                <a:lnTo>
                  <a:pt x="1734060" y="862167"/>
                </a:lnTo>
                <a:lnTo>
                  <a:pt x="1734049" y="875559"/>
                </a:lnTo>
                <a:lnTo>
                  <a:pt x="1736052" y="865339"/>
                </a:lnTo>
                <a:close/>
                <a:moveTo>
                  <a:pt x="1738830" y="849428"/>
                </a:moveTo>
                <a:lnTo>
                  <a:pt x="1735981" y="855832"/>
                </a:lnTo>
                <a:lnTo>
                  <a:pt x="1736922" y="860619"/>
                </a:lnTo>
                <a:close/>
                <a:moveTo>
                  <a:pt x="1743318" y="839330"/>
                </a:moveTo>
                <a:lnTo>
                  <a:pt x="1743210" y="839579"/>
                </a:lnTo>
                <a:lnTo>
                  <a:pt x="1739590" y="847720"/>
                </a:lnTo>
                <a:lnTo>
                  <a:pt x="1737152" y="861795"/>
                </a:lnTo>
                <a:lnTo>
                  <a:pt x="1738134" y="866788"/>
                </a:lnTo>
                <a:lnTo>
                  <a:pt x="1741740" y="848126"/>
                </a:lnTo>
                <a:close/>
                <a:moveTo>
                  <a:pt x="1135388" y="2200467"/>
                </a:moveTo>
                <a:lnTo>
                  <a:pt x="1135472" y="2200507"/>
                </a:lnTo>
                <a:lnTo>
                  <a:pt x="1137796" y="2199123"/>
                </a:lnTo>
                <a:lnTo>
                  <a:pt x="1137277" y="2198730"/>
                </a:lnTo>
                <a:close/>
                <a:moveTo>
                  <a:pt x="1745075" y="835227"/>
                </a:moveTo>
                <a:lnTo>
                  <a:pt x="1743569" y="838742"/>
                </a:lnTo>
                <a:lnTo>
                  <a:pt x="1739553" y="861135"/>
                </a:lnTo>
                <a:lnTo>
                  <a:pt x="1738298" y="867629"/>
                </a:lnTo>
                <a:lnTo>
                  <a:pt x="1738799" y="870170"/>
                </a:lnTo>
                <a:lnTo>
                  <a:pt x="1739516" y="867458"/>
                </a:lnTo>
                <a:lnTo>
                  <a:pt x="1739710" y="867904"/>
                </a:lnTo>
                <a:lnTo>
                  <a:pt x="1738931" y="870845"/>
                </a:lnTo>
                <a:lnTo>
                  <a:pt x="1739952" y="876047"/>
                </a:lnTo>
                <a:lnTo>
                  <a:pt x="1744449" y="842040"/>
                </a:lnTo>
                <a:close/>
                <a:moveTo>
                  <a:pt x="1746538" y="831812"/>
                </a:moveTo>
                <a:lnTo>
                  <a:pt x="1745368" y="834542"/>
                </a:lnTo>
                <a:lnTo>
                  <a:pt x="1743818" y="851435"/>
                </a:lnTo>
                <a:lnTo>
                  <a:pt x="1740318" y="877905"/>
                </a:lnTo>
                <a:lnTo>
                  <a:pt x="1741129" y="882033"/>
                </a:lnTo>
                <a:lnTo>
                  <a:pt x="1748757" y="843103"/>
                </a:lnTo>
                <a:close/>
                <a:moveTo>
                  <a:pt x="1132353" y="2206548"/>
                </a:moveTo>
                <a:lnTo>
                  <a:pt x="1133100" y="2206500"/>
                </a:lnTo>
                <a:lnTo>
                  <a:pt x="1133654" y="2206052"/>
                </a:lnTo>
                <a:lnTo>
                  <a:pt x="1136186" y="2202685"/>
                </a:lnTo>
                <a:lnTo>
                  <a:pt x="1136064" y="2202543"/>
                </a:lnTo>
                <a:lnTo>
                  <a:pt x="1135794" y="2202440"/>
                </a:lnTo>
                <a:close/>
                <a:moveTo>
                  <a:pt x="1753568" y="815401"/>
                </a:moveTo>
                <a:lnTo>
                  <a:pt x="1748190" y="827955"/>
                </a:lnTo>
                <a:lnTo>
                  <a:pt x="1749923" y="836775"/>
                </a:lnTo>
                <a:close/>
                <a:moveTo>
                  <a:pt x="1117499" y="2239644"/>
                </a:moveTo>
                <a:lnTo>
                  <a:pt x="1121650" y="2238780"/>
                </a:lnTo>
                <a:lnTo>
                  <a:pt x="1124509" y="2236819"/>
                </a:lnTo>
                <a:lnTo>
                  <a:pt x="1122942" y="2235532"/>
                </a:lnTo>
                <a:close/>
                <a:moveTo>
                  <a:pt x="1672175" y="997548"/>
                </a:moveTo>
                <a:lnTo>
                  <a:pt x="1672195" y="997776"/>
                </a:lnTo>
                <a:lnTo>
                  <a:pt x="1673304" y="996067"/>
                </a:lnTo>
                <a:lnTo>
                  <a:pt x="1673428" y="995586"/>
                </a:lnTo>
                <a:lnTo>
                  <a:pt x="1672640" y="996651"/>
                </a:lnTo>
                <a:close/>
                <a:moveTo>
                  <a:pt x="1100147" y="2277813"/>
                </a:moveTo>
                <a:lnTo>
                  <a:pt x="1108013" y="2273132"/>
                </a:lnTo>
                <a:lnTo>
                  <a:pt x="1114919" y="2268639"/>
                </a:lnTo>
                <a:lnTo>
                  <a:pt x="1107527" y="2271434"/>
                </a:lnTo>
                <a:close/>
                <a:moveTo>
                  <a:pt x="1761362" y="797208"/>
                </a:moveTo>
                <a:lnTo>
                  <a:pt x="1754641" y="812896"/>
                </a:lnTo>
                <a:lnTo>
                  <a:pt x="1750233" y="838350"/>
                </a:lnTo>
                <a:lnTo>
                  <a:pt x="1752723" y="851023"/>
                </a:lnTo>
                <a:lnTo>
                  <a:pt x="1756257" y="840287"/>
                </a:lnTo>
                <a:lnTo>
                  <a:pt x="1760016" y="811865"/>
                </a:lnTo>
                <a:close/>
                <a:moveTo>
                  <a:pt x="1716198" y="898068"/>
                </a:moveTo>
                <a:lnTo>
                  <a:pt x="1716275" y="898479"/>
                </a:lnTo>
                <a:lnTo>
                  <a:pt x="1717029" y="896787"/>
                </a:lnTo>
                <a:close/>
                <a:moveTo>
                  <a:pt x="1710946" y="909534"/>
                </a:moveTo>
                <a:lnTo>
                  <a:pt x="1709939" y="912725"/>
                </a:lnTo>
                <a:lnTo>
                  <a:pt x="1711069" y="910184"/>
                </a:lnTo>
                <a:close/>
                <a:moveTo>
                  <a:pt x="1142629" y="2182064"/>
                </a:moveTo>
                <a:lnTo>
                  <a:pt x="1143959" y="2181530"/>
                </a:lnTo>
                <a:lnTo>
                  <a:pt x="1149189" y="2176957"/>
                </a:lnTo>
                <a:lnTo>
                  <a:pt x="1148107" y="2176429"/>
                </a:lnTo>
                <a:lnTo>
                  <a:pt x="1146531" y="2177231"/>
                </a:lnTo>
                <a:close/>
                <a:moveTo>
                  <a:pt x="1119871" y="2232721"/>
                </a:moveTo>
                <a:lnTo>
                  <a:pt x="1121757" y="2234269"/>
                </a:lnTo>
                <a:lnTo>
                  <a:pt x="1123478" y="2233749"/>
                </a:lnTo>
                <a:lnTo>
                  <a:pt x="1125256" y="2232407"/>
                </a:lnTo>
                <a:close/>
                <a:moveTo>
                  <a:pt x="1714617" y="900393"/>
                </a:moveTo>
                <a:lnTo>
                  <a:pt x="1714721" y="901972"/>
                </a:lnTo>
                <a:lnTo>
                  <a:pt x="1714935" y="901493"/>
                </a:lnTo>
                <a:lnTo>
                  <a:pt x="1714703" y="900270"/>
                </a:lnTo>
                <a:close/>
                <a:moveTo>
                  <a:pt x="1145498" y="2174053"/>
                </a:moveTo>
                <a:lnTo>
                  <a:pt x="1146354" y="2174552"/>
                </a:lnTo>
                <a:lnTo>
                  <a:pt x="1147121" y="2173603"/>
                </a:lnTo>
                <a:close/>
                <a:moveTo>
                  <a:pt x="1714560" y="899517"/>
                </a:moveTo>
                <a:lnTo>
                  <a:pt x="1714589" y="899951"/>
                </a:lnTo>
                <a:lnTo>
                  <a:pt x="1714631" y="899889"/>
                </a:lnTo>
                <a:close/>
                <a:moveTo>
                  <a:pt x="1098156" y="2279536"/>
                </a:moveTo>
                <a:lnTo>
                  <a:pt x="1101261" y="2282311"/>
                </a:lnTo>
                <a:lnTo>
                  <a:pt x="1113693" y="2270021"/>
                </a:lnTo>
                <a:lnTo>
                  <a:pt x="1099145" y="2278680"/>
                </a:lnTo>
                <a:close/>
                <a:moveTo>
                  <a:pt x="1671980" y="994285"/>
                </a:moveTo>
                <a:lnTo>
                  <a:pt x="1671914" y="994530"/>
                </a:lnTo>
                <a:lnTo>
                  <a:pt x="1671951" y="994960"/>
                </a:lnTo>
                <a:lnTo>
                  <a:pt x="1672486" y="993906"/>
                </a:lnTo>
                <a:close/>
                <a:moveTo>
                  <a:pt x="1745912" y="828624"/>
                </a:moveTo>
                <a:lnTo>
                  <a:pt x="1745539" y="832688"/>
                </a:lnTo>
                <a:lnTo>
                  <a:pt x="1746351" y="830862"/>
                </a:lnTo>
                <a:close/>
                <a:moveTo>
                  <a:pt x="1712406" y="903574"/>
                </a:moveTo>
                <a:lnTo>
                  <a:pt x="1712222" y="904353"/>
                </a:lnTo>
                <a:lnTo>
                  <a:pt x="1713384" y="902477"/>
                </a:lnTo>
                <a:lnTo>
                  <a:pt x="1713442" y="902763"/>
                </a:lnTo>
                <a:lnTo>
                  <a:pt x="1712076" y="904968"/>
                </a:lnTo>
                <a:lnTo>
                  <a:pt x="1711760" y="906300"/>
                </a:lnTo>
                <a:lnTo>
                  <a:pt x="1712070" y="907934"/>
                </a:lnTo>
                <a:lnTo>
                  <a:pt x="1713756" y="904143"/>
                </a:lnTo>
                <a:lnTo>
                  <a:pt x="1713694" y="901722"/>
                </a:lnTo>
                <a:close/>
                <a:moveTo>
                  <a:pt x="1733967" y="854733"/>
                </a:moveTo>
                <a:lnTo>
                  <a:pt x="1734015" y="858595"/>
                </a:lnTo>
                <a:lnTo>
                  <a:pt x="1734509" y="857487"/>
                </a:lnTo>
                <a:close/>
                <a:moveTo>
                  <a:pt x="1142374" y="2179139"/>
                </a:moveTo>
                <a:lnTo>
                  <a:pt x="1142841" y="2178902"/>
                </a:lnTo>
                <a:lnTo>
                  <a:pt x="1143260" y="2178383"/>
                </a:lnTo>
                <a:close/>
                <a:moveTo>
                  <a:pt x="1129620" y="2206725"/>
                </a:moveTo>
                <a:lnTo>
                  <a:pt x="1131966" y="2206573"/>
                </a:lnTo>
                <a:lnTo>
                  <a:pt x="1135517" y="2202333"/>
                </a:lnTo>
                <a:lnTo>
                  <a:pt x="1134260" y="2201850"/>
                </a:lnTo>
                <a:lnTo>
                  <a:pt x="1133188" y="2202489"/>
                </a:lnTo>
                <a:lnTo>
                  <a:pt x="1132120" y="2203470"/>
                </a:lnTo>
                <a:close/>
                <a:moveTo>
                  <a:pt x="1713610" y="898495"/>
                </a:moveTo>
                <a:lnTo>
                  <a:pt x="1712555" y="902946"/>
                </a:lnTo>
                <a:lnTo>
                  <a:pt x="1713682" y="901286"/>
                </a:lnTo>
                <a:close/>
                <a:moveTo>
                  <a:pt x="1708633" y="909002"/>
                </a:moveTo>
                <a:lnTo>
                  <a:pt x="1708646" y="910125"/>
                </a:lnTo>
                <a:lnTo>
                  <a:pt x="1708671" y="910084"/>
                </a:lnTo>
                <a:lnTo>
                  <a:pt x="1709328" y="908002"/>
                </a:lnTo>
                <a:close/>
                <a:moveTo>
                  <a:pt x="1119784" y="2227049"/>
                </a:moveTo>
                <a:lnTo>
                  <a:pt x="1119907" y="2227157"/>
                </a:lnTo>
                <a:lnTo>
                  <a:pt x="1129747" y="2226583"/>
                </a:lnTo>
                <a:lnTo>
                  <a:pt x="1127794" y="2224243"/>
                </a:lnTo>
                <a:close/>
                <a:moveTo>
                  <a:pt x="1099011" y="2273242"/>
                </a:moveTo>
                <a:lnTo>
                  <a:pt x="1107402" y="2270070"/>
                </a:lnTo>
                <a:lnTo>
                  <a:pt x="1117002" y="2260466"/>
                </a:lnTo>
                <a:lnTo>
                  <a:pt x="1112239" y="2254982"/>
                </a:lnTo>
                <a:close/>
                <a:moveTo>
                  <a:pt x="1702890" y="920849"/>
                </a:moveTo>
                <a:lnTo>
                  <a:pt x="1703456" y="925604"/>
                </a:lnTo>
                <a:lnTo>
                  <a:pt x="1703398" y="920030"/>
                </a:lnTo>
                <a:close/>
                <a:moveTo>
                  <a:pt x="1109019" y="2250441"/>
                </a:moveTo>
                <a:lnTo>
                  <a:pt x="1110154" y="2251753"/>
                </a:lnTo>
                <a:lnTo>
                  <a:pt x="1110772" y="2252219"/>
                </a:lnTo>
                <a:lnTo>
                  <a:pt x="1111331" y="2251929"/>
                </a:lnTo>
                <a:lnTo>
                  <a:pt x="1115944" y="2249057"/>
                </a:lnTo>
                <a:lnTo>
                  <a:pt x="1119036" y="2244665"/>
                </a:lnTo>
                <a:lnTo>
                  <a:pt x="1117150" y="2245057"/>
                </a:lnTo>
                <a:lnTo>
                  <a:pt x="1109228" y="2250314"/>
                </a:lnTo>
                <a:close/>
                <a:moveTo>
                  <a:pt x="1128499" y="2206798"/>
                </a:moveTo>
                <a:lnTo>
                  <a:pt x="1129435" y="2206737"/>
                </a:lnTo>
                <a:lnTo>
                  <a:pt x="1131524" y="2204018"/>
                </a:lnTo>
                <a:close/>
                <a:moveTo>
                  <a:pt x="1133339" y="2195637"/>
                </a:moveTo>
                <a:lnTo>
                  <a:pt x="1135791" y="2197534"/>
                </a:lnTo>
                <a:lnTo>
                  <a:pt x="1136560" y="2196828"/>
                </a:lnTo>
                <a:lnTo>
                  <a:pt x="1138264" y="2195016"/>
                </a:lnTo>
                <a:lnTo>
                  <a:pt x="1139709" y="2193079"/>
                </a:lnTo>
                <a:lnTo>
                  <a:pt x="1139512" y="2192743"/>
                </a:lnTo>
                <a:lnTo>
                  <a:pt x="1139468" y="2192733"/>
                </a:lnTo>
                <a:close/>
                <a:moveTo>
                  <a:pt x="1702785" y="919966"/>
                </a:moveTo>
                <a:lnTo>
                  <a:pt x="1702862" y="920611"/>
                </a:lnTo>
                <a:lnTo>
                  <a:pt x="1703394" y="919753"/>
                </a:lnTo>
                <a:lnTo>
                  <a:pt x="1703385" y="918998"/>
                </a:lnTo>
                <a:close/>
                <a:moveTo>
                  <a:pt x="1699404" y="926477"/>
                </a:moveTo>
                <a:lnTo>
                  <a:pt x="1698070" y="937215"/>
                </a:lnTo>
                <a:lnTo>
                  <a:pt x="1700168" y="932970"/>
                </a:lnTo>
                <a:lnTo>
                  <a:pt x="1699855" y="925750"/>
                </a:lnTo>
                <a:close/>
                <a:moveTo>
                  <a:pt x="1141743" y="2175097"/>
                </a:moveTo>
                <a:lnTo>
                  <a:pt x="1143918" y="2177569"/>
                </a:lnTo>
                <a:lnTo>
                  <a:pt x="1145763" y="2175284"/>
                </a:lnTo>
                <a:lnTo>
                  <a:pt x="1144061" y="2174452"/>
                </a:lnTo>
                <a:close/>
                <a:moveTo>
                  <a:pt x="1095908" y="2277525"/>
                </a:moveTo>
                <a:lnTo>
                  <a:pt x="1097372" y="2278835"/>
                </a:lnTo>
                <a:lnTo>
                  <a:pt x="1104693" y="2272505"/>
                </a:lnTo>
                <a:lnTo>
                  <a:pt x="1097602" y="2275186"/>
                </a:lnTo>
                <a:close/>
                <a:moveTo>
                  <a:pt x="1699568" y="925162"/>
                </a:moveTo>
                <a:lnTo>
                  <a:pt x="1699461" y="926019"/>
                </a:lnTo>
                <a:lnTo>
                  <a:pt x="1699841" y="925425"/>
                </a:lnTo>
                <a:lnTo>
                  <a:pt x="1699812" y="924767"/>
                </a:lnTo>
                <a:close/>
                <a:moveTo>
                  <a:pt x="1138527" y="2181306"/>
                </a:moveTo>
                <a:lnTo>
                  <a:pt x="1140450" y="2181863"/>
                </a:lnTo>
                <a:lnTo>
                  <a:pt x="1142557" y="2179254"/>
                </a:lnTo>
                <a:lnTo>
                  <a:pt x="1141771" y="2179654"/>
                </a:lnTo>
                <a:lnTo>
                  <a:pt x="1139877" y="2181272"/>
                </a:lnTo>
                <a:lnTo>
                  <a:pt x="1139714" y="2181279"/>
                </a:lnTo>
                <a:lnTo>
                  <a:pt x="1141387" y="2179850"/>
                </a:lnTo>
                <a:close/>
                <a:moveTo>
                  <a:pt x="1131607" y="2196484"/>
                </a:moveTo>
                <a:lnTo>
                  <a:pt x="1133966" y="2199211"/>
                </a:lnTo>
                <a:lnTo>
                  <a:pt x="1135748" y="2197574"/>
                </a:lnTo>
                <a:lnTo>
                  <a:pt x="1133246" y="2195681"/>
                </a:lnTo>
                <a:lnTo>
                  <a:pt x="1131812" y="2196361"/>
                </a:lnTo>
                <a:close/>
                <a:moveTo>
                  <a:pt x="1702526" y="917788"/>
                </a:moveTo>
                <a:lnTo>
                  <a:pt x="1702747" y="919647"/>
                </a:lnTo>
                <a:lnTo>
                  <a:pt x="1703381" y="918625"/>
                </a:lnTo>
                <a:lnTo>
                  <a:pt x="1703359" y="916590"/>
                </a:lnTo>
                <a:close/>
                <a:moveTo>
                  <a:pt x="1699761" y="923601"/>
                </a:moveTo>
                <a:lnTo>
                  <a:pt x="1699644" y="924545"/>
                </a:lnTo>
                <a:lnTo>
                  <a:pt x="1699792" y="924313"/>
                </a:lnTo>
                <a:close/>
                <a:moveTo>
                  <a:pt x="1695246" y="933191"/>
                </a:moveTo>
                <a:lnTo>
                  <a:pt x="1695520" y="934154"/>
                </a:lnTo>
                <a:lnTo>
                  <a:pt x="1696002" y="931971"/>
                </a:lnTo>
                <a:close/>
                <a:moveTo>
                  <a:pt x="1112925" y="2236985"/>
                </a:moveTo>
                <a:lnTo>
                  <a:pt x="1116210" y="2239239"/>
                </a:lnTo>
                <a:lnTo>
                  <a:pt x="1122068" y="2234815"/>
                </a:lnTo>
                <a:lnTo>
                  <a:pt x="1121653" y="2234474"/>
                </a:lnTo>
                <a:close/>
                <a:moveTo>
                  <a:pt x="1107579" y="2248777"/>
                </a:moveTo>
                <a:lnTo>
                  <a:pt x="1108097" y="2249377"/>
                </a:lnTo>
                <a:lnTo>
                  <a:pt x="1111440" y="2247158"/>
                </a:lnTo>
                <a:close/>
                <a:moveTo>
                  <a:pt x="1090811" y="2285886"/>
                </a:moveTo>
                <a:lnTo>
                  <a:pt x="1100123" y="2283436"/>
                </a:lnTo>
                <a:lnTo>
                  <a:pt x="1100734" y="2282832"/>
                </a:lnTo>
                <a:lnTo>
                  <a:pt x="1097586" y="2280028"/>
                </a:lnTo>
                <a:close/>
                <a:moveTo>
                  <a:pt x="1092327" y="2282468"/>
                </a:moveTo>
                <a:lnTo>
                  <a:pt x="1095031" y="2280860"/>
                </a:lnTo>
                <a:lnTo>
                  <a:pt x="1096800" y="2279329"/>
                </a:lnTo>
                <a:lnTo>
                  <a:pt x="1095463" y="2278139"/>
                </a:lnTo>
                <a:close/>
                <a:moveTo>
                  <a:pt x="1695039" y="932470"/>
                </a:moveTo>
                <a:lnTo>
                  <a:pt x="1695133" y="932797"/>
                </a:lnTo>
                <a:lnTo>
                  <a:pt x="1696181" y="931156"/>
                </a:lnTo>
                <a:lnTo>
                  <a:pt x="1696361" y="930337"/>
                </a:lnTo>
                <a:close/>
                <a:moveTo>
                  <a:pt x="1094573" y="2276332"/>
                </a:moveTo>
                <a:lnTo>
                  <a:pt x="1095751" y="2277385"/>
                </a:lnTo>
                <a:lnTo>
                  <a:pt x="1097245" y="2275321"/>
                </a:lnTo>
                <a:close/>
                <a:moveTo>
                  <a:pt x="1106698" y="2249147"/>
                </a:moveTo>
                <a:lnTo>
                  <a:pt x="1107515" y="2249763"/>
                </a:lnTo>
                <a:lnTo>
                  <a:pt x="1107636" y="2249682"/>
                </a:lnTo>
                <a:lnTo>
                  <a:pt x="1107044" y="2249002"/>
                </a:lnTo>
                <a:close/>
                <a:moveTo>
                  <a:pt x="1129559" y="2197719"/>
                </a:moveTo>
                <a:lnTo>
                  <a:pt x="1133477" y="2199566"/>
                </a:lnTo>
                <a:lnTo>
                  <a:pt x="1131078" y="2196803"/>
                </a:lnTo>
                <a:close/>
                <a:moveTo>
                  <a:pt x="1691678" y="938822"/>
                </a:moveTo>
                <a:lnTo>
                  <a:pt x="1692042" y="949080"/>
                </a:lnTo>
                <a:lnTo>
                  <a:pt x="1693597" y="942498"/>
                </a:lnTo>
                <a:lnTo>
                  <a:pt x="1692502" y="937531"/>
                </a:lnTo>
                <a:close/>
                <a:moveTo>
                  <a:pt x="1687943" y="947143"/>
                </a:moveTo>
                <a:lnTo>
                  <a:pt x="1687446" y="952831"/>
                </a:lnTo>
                <a:lnTo>
                  <a:pt x="1687984" y="957623"/>
                </a:lnTo>
                <a:lnTo>
                  <a:pt x="1688438" y="956703"/>
                </a:lnTo>
                <a:close/>
                <a:moveTo>
                  <a:pt x="1683987" y="955881"/>
                </a:moveTo>
                <a:lnTo>
                  <a:pt x="1683592" y="960402"/>
                </a:lnTo>
                <a:lnTo>
                  <a:pt x="1683798" y="962240"/>
                </a:lnTo>
                <a:lnTo>
                  <a:pt x="1685354" y="960635"/>
                </a:lnTo>
                <a:close/>
                <a:moveTo>
                  <a:pt x="1744308" y="820468"/>
                </a:moveTo>
                <a:lnTo>
                  <a:pt x="1740059" y="845007"/>
                </a:lnTo>
                <a:lnTo>
                  <a:pt x="1743812" y="836569"/>
                </a:lnTo>
                <a:lnTo>
                  <a:pt x="1744585" y="832262"/>
                </a:lnTo>
                <a:lnTo>
                  <a:pt x="1744694" y="832467"/>
                </a:lnTo>
                <a:lnTo>
                  <a:pt x="1744057" y="836018"/>
                </a:lnTo>
                <a:lnTo>
                  <a:pt x="1745248" y="833341"/>
                </a:lnTo>
                <a:lnTo>
                  <a:pt x="1745755" y="827824"/>
                </a:lnTo>
                <a:close/>
                <a:moveTo>
                  <a:pt x="1663874" y="1000354"/>
                </a:moveTo>
                <a:lnTo>
                  <a:pt x="1663886" y="1000377"/>
                </a:lnTo>
                <a:lnTo>
                  <a:pt x="1663884" y="1000347"/>
                </a:lnTo>
                <a:close/>
                <a:moveTo>
                  <a:pt x="1718427" y="878169"/>
                </a:moveTo>
                <a:lnTo>
                  <a:pt x="1715092" y="892239"/>
                </a:lnTo>
                <a:lnTo>
                  <a:pt x="1716126" y="897687"/>
                </a:lnTo>
                <a:lnTo>
                  <a:pt x="1717580" y="895546"/>
                </a:lnTo>
                <a:lnTo>
                  <a:pt x="1718806" y="892790"/>
                </a:lnTo>
                <a:close/>
                <a:moveTo>
                  <a:pt x="1691644" y="937897"/>
                </a:moveTo>
                <a:lnTo>
                  <a:pt x="1691656" y="938239"/>
                </a:lnTo>
                <a:lnTo>
                  <a:pt x="1692401" y="937073"/>
                </a:lnTo>
                <a:lnTo>
                  <a:pt x="1692342" y="936803"/>
                </a:lnTo>
                <a:close/>
                <a:moveTo>
                  <a:pt x="1106599" y="2247614"/>
                </a:moveTo>
                <a:lnTo>
                  <a:pt x="1106847" y="2247932"/>
                </a:lnTo>
                <a:lnTo>
                  <a:pt x="1107367" y="2248532"/>
                </a:lnTo>
                <a:lnTo>
                  <a:pt x="1112810" y="2246248"/>
                </a:lnTo>
                <a:lnTo>
                  <a:pt x="1113442" y="2245830"/>
                </a:lnTo>
                <a:lnTo>
                  <a:pt x="1107338" y="2247102"/>
                </a:lnTo>
                <a:close/>
                <a:moveTo>
                  <a:pt x="1689297" y="942548"/>
                </a:moveTo>
                <a:lnTo>
                  <a:pt x="1689709" y="954134"/>
                </a:lnTo>
                <a:lnTo>
                  <a:pt x="1691086" y="951347"/>
                </a:lnTo>
                <a:lnTo>
                  <a:pt x="1691137" y="939668"/>
                </a:lnTo>
                <a:close/>
                <a:moveTo>
                  <a:pt x="1088062" y="2288262"/>
                </a:moveTo>
                <a:lnTo>
                  <a:pt x="1090220" y="2293226"/>
                </a:lnTo>
                <a:lnTo>
                  <a:pt x="1097876" y="2285656"/>
                </a:lnTo>
                <a:lnTo>
                  <a:pt x="1089210" y="2287269"/>
                </a:lnTo>
                <a:close/>
                <a:moveTo>
                  <a:pt x="1688310" y="944095"/>
                </a:moveTo>
                <a:lnTo>
                  <a:pt x="1688339" y="944539"/>
                </a:lnTo>
                <a:lnTo>
                  <a:pt x="1688517" y="947990"/>
                </a:lnTo>
                <a:lnTo>
                  <a:pt x="1688536" y="943740"/>
                </a:lnTo>
                <a:close/>
                <a:moveTo>
                  <a:pt x="1689264" y="941622"/>
                </a:moveTo>
                <a:lnTo>
                  <a:pt x="1689277" y="941965"/>
                </a:lnTo>
                <a:lnTo>
                  <a:pt x="1691140" y="939049"/>
                </a:lnTo>
                <a:lnTo>
                  <a:pt x="1691142" y="938732"/>
                </a:lnTo>
                <a:lnTo>
                  <a:pt x="1691139" y="938686"/>
                </a:lnTo>
                <a:close/>
                <a:moveTo>
                  <a:pt x="1105593" y="2248313"/>
                </a:moveTo>
                <a:lnTo>
                  <a:pt x="1106413" y="2248932"/>
                </a:lnTo>
                <a:lnTo>
                  <a:pt x="1106832" y="2248756"/>
                </a:lnTo>
                <a:lnTo>
                  <a:pt x="1106125" y="2247943"/>
                </a:lnTo>
                <a:close/>
                <a:moveTo>
                  <a:pt x="1694290" y="929846"/>
                </a:moveTo>
                <a:lnTo>
                  <a:pt x="1694899" y="931976"/>
                </a:lnTo>
                <a:lnTo>
                  <a:pt x="1696582" y="929340"/>
                </a:lnTo>
                <a:lnTo>
                  <a:pt x="1697520" y="925089"/>
                </a:lnTo>
                <a:close/>
                <a:moveTo>
                  <a:pt x="1687025" y="946106"/>
                </a:moveTo>
                <a:lnTo>
                  <a:pt x="1686960" y="948502"/>
                </a:lnTo>
                <a:lnTo>
                  <a:pt x="1687301" y="951538"/>
                </a:lnTo>
                <a:lnTo>
                  <a:pt x="1687847" y="945284"/>
                </a:lnTo>
                <a:lnTo>
                  <a:pt x="1687825" y="944853"/>
                </a:lnTo>
                <a:close/>
                <a:moveTo>
                  <a:pt x="1688255" y="943203"/>
                </a:moveTo>
                <a:lnTo>
                  <a:pt x="1688253" y="943224"/>
                </a:lnTo>
                <a:lnTo>
                  <a:pt x="1688273" y="943536"/>
                </a:lnTo>
                <a:lnTo>
                  <a:pt x="1688539" y="943120"/>
                </a:lnTo>
                <a:lnTo>
                  <a:pt x="1688540" y="942755"/>
                </a:lnTo>
                <a:close/>
                <a:moveTo>
                  <a:pt x="1687054" y="945083"/>
                </a:moveTo>
                <a:lnTo>
                  <a:pt x="1687043" y="945463"/>
                </a:lnTo>
                <a:lnTo>
                  <a:pt x="1687795" y="944286"/>
                </a:lnTo>
                <a:lnTo>
                  <a:pt x="1687778" y="943949"/>
                </a:lnTo>
                <a:close/>
                <a:moveTo>
                  <a:pt x="1136605" y="2177288"/>
                </a:moveTo>
                <a:lnTo>
                  <a:pt x="1138181" y="2181206"/>
                </a:lnTo>
                <a:lnTo>
                  <a:pt x="1138267" y="2181230"/>
                </a:lnTo>
                <a:lnTo>
                  <a:pt x="1141990" y="2179336"/>
                </a:lnTo>
                <a:lnTo>
                  <a:pt x="1143606" y="2177955"/>
                </a:lnTo>
                <a:lnTo>
                  <a:pt x="1143812" y="2177699"/>
                </a:lnTo>
                <a:lnTo>
                  <a:pt x="1141565" y="2175146"/>
                </a:lnTo>
                <a:lnTo>
                  <a:pt x="1138687" y="2175946"/>
                </a:lnTo>
                <a:close/>
                <a:moveTo>
                  <a:pt x="1708502" y="896649"/>
                </a:moveTo>
                <a:lnTo>
                  <a:pt x="1708630" y="908727"/>
                </a:lnTo>
                <a:lnTo>
                  <a:pt x="1709507" y="907435"/>
                </a:lnTo>
                <a:lnTo>
                  <a:pt x="1710158" y="905376"/>
                </a:lnTo>
                <a:close/>
                <a:moveTo>
                  <a:pt x="1110618" y="2235402"/>
                </a:moveTo>
                <a:lnTo>
                  <a:pt x="1112766" y="2236876"/>
                </a:lnTo>
                <a:lnTo>
                  <a:pt x="1120404" y="2234678"/>
                </a:lnTo>
                <a:lnTo>
                  <a:pt x="1121499" y="2234347"/>
                </a:lnTo>
                <a:lnTo>
                  <a:pt x="1119542" y="2232740"/>
                </a:lnTo>
                <a:lnTo>
                  <a:pt x="1112453" y="2233154"/>
                </a:lnTo>
                <a:close/>
                <a:moveTo>
                  <a:pt x="1684484" y="950084"/>
                </a:moveTo>
                <a:lnTo>
                  <a:pt x="1684430" y="950831"/>
                </a:lnTo>
                <a:lnTo>
                  <a:pt x="1684342" y="951819"/>
                </a:lnTo>
                <a:lnTo>
                  <a:pt x="1685946" y="957398"/>
                </a:lnTo>
                <a:lnTo>
                  <a:pt x="1686188" y="953821"/>
                </a:lnTo>
                <a:lnTo>
                  <a:pt x="1685955" y="947782"/>
                </a:lnTo>
                <a:close/>
                <a:moveTo>
                  <a:pt x="1684043" y="950775"/>
                </a:moveTo>
                <a:lnTo>
                  <a:pt x="1684077" y="950898"/>
                </a:lnTo>
                <a:lnTo>
                  <a:pt x="1684095" y="950694"/>
                </a:lnTo>
                <a:close/>
                <a:moveTo>
                  <a:pt x="1691505" y="933947"/>
                </a:moveTo>
                <a:lnTo>
                  <a:pt x="1691617" y="937113"/>
                </a:lnTo>
                <a:lnTo>
                  <a:pt x="1692206" y="936191"/>
                </a:lnTo>
                <a:lnTo>
                  <a:pt x="1691661" y="933716"/>
                </a:lnTo>
                <a:close/>
                <a:moveTo>
                  <a:pt x="1104712" y="2247648"/>
                </a:moveTo>
                <a:lnTo>
                  <a:pt x="1104896" y="2247787"/>
                </a:lnTo>
                <a:lnTo>
                  <a:pt x="1105220" y="2247542"/>
                </a:lnTo>
                <a:close/>
                <a:moveTo>
                  <a:pt x="1713556" y="884288"/>
                </a:moveTo>
                <a:lnTo>
                  <a:pt x="1713572" y="884533"/>
                </a:lnTo>
                <a:lnTo>
                  <a:pt x="1713901" y="885952"/>
                </a:lnTo>
                <a:lnTo>
                  <a:pt x="1714663" y="889973"/>
                </a:lnTo>
                <a:lnTo>
                  <a:pt x="1717918" y="876239"/>
                </a:lnTo>
                <a:close/>
                <a:moveTo>
                  <a:pt x="1079373" y="2304244"/>
                </a:moveTo>
                <a:lnTo>
                  <a:pt x="1092832" y="2299615"/>
                </a:lnTo>
                <a:lnTo>
                  <a:pt x="1107066" y="2293524"/>
                </a:lnTo>
                <a:lnTo>
                  <a:pt x="1108661" y="2289771"/>
                </a:lnTo>
                <a:lnTo>
                  <a:pt x="1103849" y="2285604"/>
                </a:lnTo>
                <a:lnTo>
                  <a:pt x="1102864" y="2284728"/>
                </a:lnTo>
                <a:lnTo>
                  <a:pt x="1098898" y="2285466"/>
                </a:lnTo>
                <a:lnTo>
                  <a:pt x="1090399" y="2293639"/>
                </a:lnTo>
                <a:lnTo>
                  <a:pt x="1091567" y="2296325"/>
                </a:lnTo>
                <a:lnTo>
                  <a:pt x="1091387" y="2296249"/>
                </a:lnTo>
                <a:lnTo>
                  <a:pt x="1090295" y="2293739"/>
                </a:lnTo>
                <a:close/>
                <a:moveTo>
                  <a:pt x="1684566" y="948977"/>
                </a:moveTo>
                <a:lnTo>
                  <a:pt x="1684536" y="949389"/>
                </a:lnTo>
                <a:lnTo>
                  <a:pt x="1685934" y="947201"/>
                </a:lnTo>
                <a:lnTo>
                  <a:pt x="1685926" y="947034"/>
                </a:lnTo>
                <a:lnTo>
                  <a:pt x="1685908" y="946876"/>
                </a:lnTo>
                <a:close/>
                <a:moveTo>
                  <a:pt x="1688492" y="939996"/>
                </a:moveTo>
                <a:lnTo>
                  <a:pt x="1688323" y="942272"/>
                </a:lnTo>
                <a:lnTo>
                  <a:pt x="1688544" y="941925"/>
                </a:lnTo>
                <a:lnTo>
                  <a:pt x="1688546" y="941501"/>
                </a:lnTo>
                <a:close/>
                <a:moveTo>
                  <a:pt x="1682740" y="952817"/>
                </a:moveTo>
                <a:lnTo>
                  <a:pt x="1683397" y="958669"/>
                </a:lnTo>
                <a:lnTo>
                  <a:pt x="1683722" y="954959"/>
                </a:lnTo>
                <a:lnTo>
                  <a:pt x="1682992" y="952421"/>
                </a:lnTo>
                <a:close/>
                <a:moveTo>
                  <a:pt x="1683849" y="950102"/>
                </a:moveTo>
                <a:lnTo>
                  <a:pt x="1683920" y="950352"/>
                </a:lnTo>
                <a:lnTo>
                  <a:pt x="1684158" y="949981"/>
                </a:lnTo>
                <a:lnTo>
                  <a:pt x="1684195" y="949560"/>
                </a:lnTo>
                <a:close/>
                <a:moveTo>
                  <a:pt x="1691465" y="932819"/>
                </a:moveTo>
                <a:lnTo>
                  <a:pt x="1691494" y="933660"/>
                </a:lnTo>
                <a:lnTo>
                  <a:pt x="1691612" y="933491"/>
                </a:lnTo>
                <a:close/>
                <a:moveTo>
                  <a:pt x="1108386" y="2238136"/>
                </a:moveTo>
                <a:lnTo>
                  <a:pt x="1111637" y="2237201"/>
                </a:lnTo>
                <a:lnTo>
                  <a:pt x="1110070" y="2236073"/>
                </a:lnTo>
                <a:close/>
                <a:moveTo>
                  <a:pt x="1087031" y="2285891"/>
                </a:moveTo>
                <a:lnTo>
                  <a:pt x="1087323" y="2286564"/>
                </a:lnTo>
                <a:lnTo>
                  <a:pt x="1088737" y="2286300"/>
                </a:lnTo>
                <a:lnTo>
                  <a:pt x="1094028" y="2281726"/>
                </a:lnTo>
                <a:lnTo>
                  <a:pt x="1091984" y="2282943"/>
                </a:lnTo>
                <a:lnTo>
                  <a:pt x="1091760" y="2283251"/>
                </a:lnTo>
                <a:lnTo>
                  <a:pt x="1091460" y="2283306"/>
                </a:lnTo>
                <a:lnTo>
                  <a:pt x="1091527" y="2283215"/>
                </a:lnTo>
                <a:close/>
                <a:moveTo>
                  <a:pt x="1682646" y="951984"/>
                </a:moveTo>
                <a:lnTo>
                  <a:pt x="1682681" y="952293"/>
                </a:lnTo>
                <a:lnTo>
                  <a:pt x="1682870" y="951996"/>
                </a:lnTo>
                <a:lnTo>
                  <a:pt x="1682798" y="951746"/>
                </a:lnTo>
                <a:close/>
                <a:moveTo>
                  <a:pt x="1689113" y="937351"/>
                </a:moveTo>
                <a:lnTo>
                  <a:pt x="1689237" y="940840"/>
                </a:lnTo>
                <a:lnTo>
                  <a:pt x="1691112" y="937905"/>
                </a:lnTo>
                <a:lnTo>
                  <a:pt x="1690997" y="934695"/>
                </a:lnTo>
                <a:lnTo>
                  <a:pt x="1689612" y="936736"/>
                </a:lnTo>
                <a:close/>
                <a:moveTo>
                  <a:pt x="1708991" y="892714"/>
                </a:moveTo>
                <a:lnTo>
                  <a:pt x="1710052" y="897301"/>
                </a:lnTo>
                <a:lnTo>
                  <a:pt x="1711049" y="902552"/>
                </a:lnTo>
                <a:lnTo>
                  <a:pt x="1713513" y="894750"/>
                </a:lnTo>
                <a:lnTo>
                  <a:pt x="1713490" y="893877"/>
                </a:lnTo>
                <a:lnTo>
                  <a:pt x="1712160" y="886865"/>
                </a:lnTo>
                <a:close/>
                <a:moveTo>
                  <a:pt x="1680633" y="956116"/>
                </a:moveTo>
                <a:lnTo>
                  <a:pt x="1681549" y="963241"/>
                </a:lnTo>
                <a:lnTo>
                  <a:pt x="1681656" y="964451"/>
                </a:lnTo>
                <a:lnTo>
                  <a:pt x="1681998" y="964098"/>
                </a:lnTo>
                <a:lnTo>
                  <a:pt x="1681628" y="954556"/>
                </a:lnTo>
                <a:close/>
                <a:moveTo>
                  <a:pt x="1678043" y="961323"/>
                </a:moveTo>
                <a:lnTo>
                  <a:pt x="1678445" y="967068"/>
                </a:lnTo>
                <a:lnTo>
                  <a:pt x="1679474" y="966297"/>
                </a:lnTo>
                <a:close/>
                <a:moveTo>
                  <a:pt x="1102077" y="2250751"/>
                </a:moveTo>
                <a:lnTo>
                  <a:pt x="1106098" y="2249064"/>
                </a:lnTo>
                <a:lnTo>
                  <a:pt x="1105337" y="2248490"/>
                </a:lnTo>
                <a:close/>
                <a:moveTo>
                  <a:pt x="1687962" y="938773"/>
                </a:moveTo>
                <a:lnTo>
                  <a:pt x="1688157" y="941756"/>
                </a:lnTo>
                <a:lnTo>
                  <a:pt x="1688440" y="938525"/>
                </a:lnTo>
                <a:lnTo>
                  <a:pt x="1688428" y="938199"/>
                </a:lnTo>
                <a:close/>
                <a:moveTo>
                  <a:pt x="1679223" y="958322"/>
                </a:moveTo>
                <a:lnTo>
                  <a:pt x="1679832" y="960442"/>
                </a:lnTo>
                <a:lnTo>
                  <a:pt x="1679594" y="957742"/>
                </a:lnTo>
                <a:close/>
                <a:moveTo>
                  <a:pt x="1680527" y="955302"/>
                </a:moveTo>
                <a:lnTo>
                  <a:pt x="1680566" y="955604"/>
                </a:lnTo>
                <a:lnTo>
                  <a:pt x="1681606" y="953976"/>
                </a:lnTo>
                <a:lnTo>
                  <a:pt x="1681593" y="953634"/>
                </a:lnTo>
                <a:close/>
                <a:moveTo>
                  <a:pt x="1722363" y="861558"/>
                </a:moveTo>
                <a:lnTo>
                  <a:pt x="1719800" y="872373"/>
                </a:lnTo>
                <a:lnTo>
                  <a:pt x="1723599" y="865362"/>
                </a:lnTo>
                <a:lnTo>
                  <a:pt x="1723671" y="865623"/>
                </a:lnTo>
                <a:lnTo>
                  <a:pt x="1719635" y="873071"/>
                </a:lnTo>
                <a:lnTo>
                  <a:pt x="1719059" y="875501"/>
                </a:lnTo>
                <a:lnTo>
                  <a:pt x="1720018" y="890063"/>
                </a:lnTo>
                <a:lnTo>
                  <a:pt x="1731808" y="863557"/>
                </a:lnTo>
                <a:lnTo>
                  <a:pt x="1732939" y="857253"/>
                </a:lnTo>
                <a:lnTo>
                  <a:pt x="1733021" y="857407"/>
                </a:lnTo>
                <a:lnTo>
                  <a:pt x="1731993" y="863142"/>
                </a:lnTo>
                <a:lnTo>
                  <a:pt x="1733606" y="859516"/>
                </a:lnTo>
                <a:lnTo>
                  <a:pt x="1733612" y="852923"/>
                </a:lnTo>
                <a:lnTo>
                  <a:pt x="1731863" y="844028"/>
                </a:lnTo>
                <a:close/>
                <a:moveTo>
                  <a:pt x="1682506" y="950730"/>
                </a:moveTo>
                <a:lnTo>
                  <a:pt x="1682568" y="951282"/>
                </a:lnTo>
                <a:lnTo>
                  <a:pt x="1682634" y="951178"/>
                </a:lnTo>
                <a:close/>
                <a:moveTo>
                  <a:pt x="1687198" y="939842"/>
                </a:moveTo>
                <a:lnTo>
                  <a:pt x="1687078" y="944221"/>
                </a:lnTo>
                <a:lnTo>
                  <a:pt x="1687738" y="943187"/>
                </a:lnTo>
                <a:lnTo>
                  <a:pt x="1687540" y="939349"/>
                </a:lnTo>
                <a:close/>
                <a:moveTo>
                  <a:pt x="1703221" y="903652"/>
                </a:moveTo>
                <a:lnTo>
                  <a:pt x="1701678" y="910654"/>
                </a:lnTo>
                <a:lnTo>
                  <a:pt x="1702519" y="917726"/>
                </a:lnTo>
                <a:lnTo>
                  <a:pt x="1703358" y="916491"/>
                </a:lnTo>
                <a:close/>
                <a:moveTo>
                  <a:pt x="1679029" y="957648"/>
                </a:moveTo>
                <a:lnTo>
                  <a:pt x="1679101" y="957898"/>
                </a:lnTo>
                <a:lnTo>
                  <a:pt x="1679546" y="957202"/>
                </a:lnTo>
                <a:lnTo>
                  <a:pt x="1679517" y="956883"/>
                </a:lnTo>
                <a:close/>
                <a:moveTo>
                  <a:pt x="1085253" y="2286950"/>
                </a:moveTo>
                <a:lnTo>
                  <a:pt x="1087188" y="2286589"/>
                </a:lnTo>
                <a:lnTo>
                  <a:pt x="1086914" y="2285961"/>
                </a:lnTo>
                <a:close/>
                <a:moveTo>
                  <a:pt x="1686155" y="941341"/>
                </a:moveTo>
                <a:lnTo>
                  <a:pt x="1686463" y="944078"/>
                </a:lnTo>
                <a:lnTo>
                  <a:pt x="1686554" y="940767"/>
                </a:lnTo>
                <a:close/>
                <a:moveTo>
                  <a:pt x="1718598" y="868507"/>
                </a:moveTo>
                <a:lnTo>
                  <a:pt x="1718849" y="872310"/>
                </a:lnTo>
                <a:lnTo>
                  <a:pt x="1720646" y="864728"/>
                </a:lnTo>
                <a:close/>
                <a:moveTo>
                  <a:pt x="1702559" y="904369"/>
                </a:moveTo>
                <a:lnTo>
                  <a:pt x="1701624" y="908610"/>
                </a:lnTo>
                <a:lnTo>
                  <a:pt x="1701527" y="909390"/>
                </a:lnTo>
                <a:lnTo>
                  <a:pt x="1701554" y="909617"/>
                </a:lnTo>
                <a:lnTo>
                  <a:pt x="1702810" y="903921"/>
                </a:lnTo>
                <a:close/>
                <a:moveTo>
                  <a:pt x="1105034" y="2242241"/>
                </a:moveTo>
                <a:lnTo>
                  <a:pt x="1114979" y="2240169"/>
                </a:lnTo>
                <a:lnTo>
                  <a:pt x="1115361" y="2239881"/>
                </a:lnTo>
                <a:lnTo>
                  <a:pt x="1111791" y="2237311"/>
                </a:lnTo>
                <a:lnTo>
                  <a:pt x="1108220" y="2238339"/>
                </a:lnTo>
                <a:close/>
                <a:moveTo>
                  <a:pt x="1676370" y="962790"/>
                </a:moveTo>
                <a:lnTo>
                  <a:pt x="1675069" y="969563"/>
                </a:lnTo>
                <a:lnTo>
                  <a:pt x="1675073" y="969592"/>
                </a:lnTo>
                <a:lnTo>
                  <a:pt x="1676775" y="968318"/>
                </a:lnTo>
                <a:lnTo>
                  <a:pt x="1676387" y="962764"/>
                </a:lnTo>
                <a:close/>
                <a:moveTo>
                  <a:pt x="1132901" y="2179676"/>
                </a:moveTo>
                <a:lnTo>
                  <a:pt x="1133566" y="2179869"/>
                </a:lnTo>
                <a:lnTo>
                  <a:pt x="1133368" y="2179375"/>
                </a:lnTo>
                <a:close/>
                <a:moveTo>
                  <a:pt x="1685010" y="942990"/>
                </a:moveTo>
                <a:lnTo>
                  <a:pt x="1684636" y="948045"/>
                </a:lnTo>
                <a:lnTo>
                  <a:pt x="1685829" y="946176"/>
                </a:lnTo>
                <a:lnTo>
                  <a:pt x="1685408" y="942417"/>
                </a:lnTo>
                <a:close/>
                <a:moveTo>
                  <a:pt x="1671846" y="971976"/>
                </a:moveTo>
                <a:lnTo>
                  <a:pt x="1671829" y="972022"/>
                </a:lnTo>
                <a:lnTo>
                  <a:pt x="1671901" y="971967"/>
                </a:lnTo>
                <a:close/>
                <a:moveTo>
                  <a:pt x="1703199" y="901468"/>
                </a:moveTo>
                <a:lnTo>
                  <a:pt x="1702870" y="902961"/>
                </a:lnTo>
                <a:lnTo>
                  <a:pt x="1703120" y="902514"/>
                </a:lnTo>
                <a:lnTo>
                  <a:pt x="1703206" y="902128"/>
                </a:lnTo>
                <a:close/>
                <a:moveTo>
                  <a:pt x="1673186" y="968361"/>
                </a:moveTo>
                <a:lnTo>
                  <a:pt x="1672094" y="971306"/>
                </a:lnTo>
                <a:lnTo>
                  <a:pt x="1672879" y="971235"/>
                </a:lnTo>
                <a:lnTo>
                  <a:pt x="1673405" y="970842"/>
                </a:lnTo>
                <a:close/>
                <a:moveTo>
                  <a:pt x="1713175" y="878516"/>
                </a:moveTo>
                <a:lnTo>
                  <a:pt x="1713531" y="883917"/>
                </a:lnTo>
                <a:lnTo>
                  <a:pt x="1713903" y="883255"/>
                </a:lnTo>
                <a:lnTo>
                  <a:pt x="1718083" y="875540"/>
                </a:lnTo>
                <a:lnTo>
                  <a:pt x="1718331" y="874494"/>
                </a:lnTo>
                <a:lnTo>
                  <a:pt x="1718247" y="871242"/>
                </a:lnTo>
                <a:lnTo>
                  <a:pt x="1718125" y="869382"/>
                </a:lnTo>
                <a:close/>
                <a:moveTo>
                  <a:pt x="1107987" y="2233414"/>
                </a:moveTo>
                <a:lnTo>
                  <a:pt x="1109589" y="2234695"/>
                </a:lnTo>
                <a:lnTo>
                  <a:pt x="1110361" y="2235225"/>
                </a:lnTo>
                <a:lnTo>
                  <a:pt x="1112032" y="2233178"/>
                </a:lnTo>
                <a:close/>
                <a:moveTo>
                  <a:pt x="1120052" y="2206375"/>
                </a:moveTo>
                <a:lnTo>
                  <a:pt x="1120425" y="2206910"/>
                </a:lnTo>
                <a:lnTo>
                  <a:pt x="1121058" y="2207280"/>
                </a:lnTo>
                <a:lnTo>
                  <a:pt x="1124463" y="2207060"/>
                </a:lnTo>
                <a:lnTo>
                  <a:pt x="1127198" y="2205432"/>
                </a:lnTo>
                <a:lnTo>
                  <a:pt x="1132029" y="2200992"/>
                </a:lnTo>
                <a:lnTo>
                  <a:pt x="1127821" y="2199373"/>
                </a:lnTo>
                <a:lnTo>
                  <a:pt x="1127258" y="2199107"/>
                </a:lnTo>
                <a:lnTo>
                  <a:pt x="1126320" y="2199673"/>
                </a:lnTo>
                <a:close/>
                <a:moveTo>
                  <a:pt x="1712478" y="879803"/>
                </a:moveTo>
                <a:lnTo>
                  <a:pt x="1713020" y="882145"/>
                </a:lnTo>
                <a:lnTo>
                  <a:pt x="1712823" y="879165"/>
                </a:lnTo>
                <a:close/>
                <a:moveTo>
                  <a:pt x="1674566" y="964637"/>
                </a:moveTo>
                <a:lnTo>
                  <a:pt x="1674469" y="964898"/>
                </a:lnTo>
                <a:lnTo>
                  <a:pt x="1674495" y="965109"/>
                </a:lnTo>
                <a:lnTo>
                  <a:pt x="1674554" y="965018"/>
                </a:lnTo>
                <a:lnTo>
                  <a:pt x="1674643" y="964516"/>
                </a:lnTo>
                <a:close/>
                <a:moveTo>
                  <a:pt x="1682741" y="946252"/>
                </a:moveTo>
                <a:lnTo>
                  <a:pt x="1683685" y="949534"/>
                </a:lnTo>
                <a:lnTo>
                  <a:pt x="1684277" y="948605"/>
                </a:lnTo>
                <a:lnTo>
                  <a:pt x="1684735" y="943385"/>
                </a:lnTo>
                <a:close/>
                <a:moveTo>
                  <a:pt x="1685194" y="940504"/>
                </a:moveTo>
                <a:lnTo>
                  <a:pt x="1685055" y="942364"/>
                </a:lnTo>
                <a:lnTo>
                  <a:pt x="1685360" y="941989"/>
                </a:lnTo>
                <a:close/>
                <a:moveTo>
                  <a:pt x="1687325" y="935203"/>
                </a:moveTo>
                <a:lnTo>
                  <a:pt x="1687201" y="939714"/>
                </a:lnTo>
                <a:lnTo>
                  <a:pt x="1687537" y="939299"/>
                </a:lnTo>
                <a:close/>
                <a:moveTo>
                  <a:pt x="1708402" y="887307"/>
                </a:moveTo>
                <a:lnTo>
                  <a:pt x="1708434" y="890307"/>
                </a:lnTo>
                <a:lnTo>
                  <a:pt x="1708879" y="892228"/>
                </a:lnTo>
                <a:lnTo>
                  <a:pt x="1712090" y="886493"/>
                </a:lnTo>
                <a:lnTo>
                  <a:pt x="1711250" y="882067"/>
                </a:lnTo>
                <a:lnTo>
                  <a:pt x="1708665" y="886837"/>
                </a:lnTo>
                <a:close/>
                <a:moveTo>
                  <a:pt x="1679118" y="952354"/>
                </a:moveTo>
                <a:lnTo>
                  <a:pt x="1678211" y="954802"/>
                </a:lnTo>
                <a:lnTo>
                  <a:pt x="1678866" y="957078"/>
                </a:lnTo>
                <a:lnTo>
                  <a:pt x="1679454" y="956159"/>
                </a:lnTo>
                <a:close/>
                <a:moveTo>
                  <a:pt x="1692266" y="922755"/>
                </a:moveTo>
                <a:lnTo>
                  <a:pt x="1694248" y="929699"/>
                </a:lnTo>
                <a:lnTo>
                  <a:pt x="1697550" y="924946"/>
                </a:lnTo>
                <a:lnTo>
                  <a:pt x="1697711" y="924218"/>
                </a:lnTo>
                <a:lnTo>
                  <a:pt x="1699250" y="911828"/>
                </a:lnTo>
                <a:lnTo>
                  <a:pt x="1699187" y="910391"/>
                </a:lnTo>
                <a:close/>
                <a:moveTo>
                  <a:pt x="1679890" y="950355"/>
                </a:moveTo>
                <a:lnTo>
                  <a:pt x="1680439" y="954615"/>
                </a:lnTo>
                <a:lnTo>
                  <a:pt x="1681564" y="952854"/>
                </a:lnTo>
                <a:lnTo>
                  <a:pt x="1681555" y="952631"/>
                </a:lnTo>
                <a:lnTo>
                  <a:pt x="1681103" y="948610"/>
                </a:lnTo>
                <a:close/>
                <a:moveTo>
                  <a:pt x="1771739" y="744364"/>
                </a:moveTo>
                <a:lnTo>
                  <a:pt x="1771400" y="748351"/>
                </a:lnTo>
                <a:lnTo>
                  <a:pt x="1771261" y="749448"/>
                </a:lnTo>
                <a:close/>
                <a:moveTo>
                  <a:pt x="1680964" y="947373"/>
                </a:moveTo>
                <a:lnTo>
                  <a:pt x="1680933" y="947457"/>
                </a:lnTo>
                <a:lnTo>
                  <a:pt x="1680969" y="947413"/>
                </a:lnTo>
                <a:close/>
                <a:moveTo>
                  <a:pt x="1094996" y="2258950"/>
                </a:moveTo>
                <a:lnTo>
                  <a:pt x="1106959" y="2254194"/>
                </a:lnTo>
                <a:lnTo>
                  <a:pt x="1110129" y="2252552"/>
                </a:lnTo>
                <a:lnTo>
                  <a:pt x="1108999" y="2251252"/>
                </a:lnTo>
                <a:lnTo>
                  <a:pt x="1108412" y="2250809"/>
                </a:lnTo>
                <a:close/>
                <a:moveTo>
                  <a:pt x="1689387" y="927896"/>
                </a:moveTo>
                <a:lnTo>
                  <a:pt x="1688976" y="933464"/>
                </a:lnTo>
                <a:lnTo>
                  <a:pt x="1689104" y="937099"/>
                </a:lnTo>
                <a:lnTo>
                  <a:pt x="1690986" y="934390"/>
                </a:lnTo>
                <a:lnTo>
                  <a:pt x="1690829" y="929936"/>
                </a:lnTo>
                <a:lnTo>
                  <a:pt x="1690099" y="926624"/>
                </a:lnTo>
                <a:close/>
                <a:moveTo>
                  <a:pt x="1688813" y="928920"/>
                </a:moveTo>
                <a:lnTo>
                  <a:pt x="1688938" y="932407"/>
                </a:lnTo>
                <a:lnTo>
                  <a:pt x="1689253" y="928134"/>
                </a:lnTo>
                <a:close/>
                <a:moveTo>
                  <a:pt x="1702652" y="897578"/>
                </a:moveTo>
                <a:lnTo>
                  <a:pt x="1702315" y="903043"/>
                </a:lnTo>
                <a:lnTo>
                  <a:pt x="1702232" y="903713"/>
                </a:lnTo>
                <a:lnTo>
                  <a:pt x="1703176" y="899428"/>
                </a:lnTo>
                <a:lnTo>
                  <a:pt x="1703148" y="896692"/>
                </a:lnTo>
                <a:close/>
                <a:moveTo>
                  <a:pt x="1687475" y="931311"/>
                </a:moveTo>
                <a:lnTo>
                  <a:pt x="1687961" y="938744"/>
                </a:lnTo>
                <a:lnTo>
                  <a:pt x="1688424" y="938076"/>
                </a:lnTo>
                <a:lnTo>
                  <a:pt x="1688142" y="930120"/>
                </a:lnTo>
                <a:close/>
                <a:moveTo>
                  <a:pt x="1748727" y="794143"/>
                </a:moveTo>
                <a:lnTo>
                  <a:pt x="1746982" y="805031"/>
                </a:lnTo>
                <a:lnTo>
                  <a:pt x="1745438" y="813949"/>
                </a:lnTo>
                <a:lnTo>
                  <a:pt x="1746522" y="819466"/>
                </a:lnTo>
                <a:lnTo>
                  <a:pt x="1748039" y="802944"/>
                </a:lnTo>
                <a:close/>
                <a:moveTo>
                  <a:pt x="1118616" y="2204318"/>
                </a:moveTo>
                <a:lnTo>
                  <a:pt x="1119545" y="2205648"/>
                </a:lnTo>
                <a:lnTo>
                  <a:pt x="1123601" y="2201312"/>
                </a:lnTo>
                <a:close/>
                <a:moveTo>
                  <a:pt x="1685630" y="934607"/>
                </a:moveTo>
                <a:lnTo>
                  <a:pt x="1685538" y="935845"/>
                </a:lnTo>
                <a:lnTo>
                  <a:pt x="1686122" y="941047"/>
                </a:lnTo>
                <a:lnTo>
                  <a:pt x="1686561" y="940505"/>
                </a:lnTo>
                <a:lnTo>
                  <a:pt x="1686779" y="932553"/>
                </a:lnTo>
                <a:close/>
                <a:moveTo>
                  <a:pt x="1685437" y="934950"/>
                </a:moveTo>
                <a:lnTo>
                  <a:pt x="1685444" y="935014"/>
                </a:lnTo>
                <a:lnTo>
                  <a:pt x="1685451" y="934926"/>
                </a:lnTo>
                <a:close/>
                <a:moveTo>
                  <a:pt x="1683728" y="938004"/>
                </a:moveTo>
                <a:lnTo>
                  <a:pt x="1682436" y="943400"/>
                </a:lnTo>
                <a:lnTo>
                  <a:pt x="1682146" y="944183"/>
                </a:lnTo>
                <a:lnTo>
                  <a:pt x="1682523" y="945492"/>
                </a:lnTo>
                <a:lnTo>
                  <a:pt x="1684797" y="942685"/>
                </a:lnTo>
                <a:lnTo>
                  <a:pt x="1685077" y="939471"/>
                </a:lnTo>
                <a:lnTo>
                  <a:pt x="1684715" y="936242"/>
                </a:lnTo>
                <a:close/>
                <a:moveTo>
                  <a:pt x="1125252" y="2188394"/>
                </a:moveTo>
                <a:lnTo>
                  <a:pt x="1126201" y="2188653"/>
                </a:lnTo>
                <a:lnTo>
                  <a:pt x="1128336" y="2187796"/>
                </a:lnTo>
                <a:close/>
                <a:moveTo>
                  <a:pt x="1084412" y="2279746"/>
                </a:moveTo>
                <a:lnTo>
                  <a:pt x="1085754" y="2282955"/>
                </a:lnTo>
                <a:lnTo>
                  <a:pt x="1086937" y="2285677"/>
                </a:lnTo>
                <a:lnTo>
                  <a:pt x="1091871" y="2282740"/>
                </a:lnTo>
                <a:lnTo>
                  <a:pt x="1095306" y="2277999"/>
                </a:lnTo>
                <a:lnTo>
                  <a:pt x="1093767" y="2276629"/>
                </a:lnTo>
                <a:close/>
                <a:moveTo>
                  <a:pt x="1689636" y="924526"/>
                </a:moveTo>
                <a:lnTo>
                  <a:pt x="1689460" y="926913"/>
                </a:lnTo>
                <a:lnTo>
                  <a:pt x="1689964" y="926012"/>
                </a:lnTo>
                <a:close/>
                <a:moveTo>
                  <a:pt x="1684617" y="935388"/>
                </a:moveTo>
                <a:lnTo>
                  <a:pt x="1684252" y="936215"/>
                </a:lnTo>
                <a:lnTo>
                  <a:pt x="1684634" y="935532"/>
                </a:lnTo>
                <a:close/>
                <a:moveTo>
                  <a:pt x="1685577" y="933221"/>
                </a:moveTo>
                <a:lnTo>
                  <a:pt x="1685310" y="933825"/>
                </a:lnTo>
                <a:lnTo>
                  <a:pt x="1685357" y="934241"/>
                </a:lnTo>
                <a:lnTo>
                  <a:pt x="1685524" y="933942"/>
                </a:lnTo>
                <a:close/>
                <a:moveTo>
                  <a:pt x="1686839" y="930368"/>
                </a:moveTo>
                <a:lnTo>
                  <a:pt x="1685763" y="932801"/>
                </a:lnTo>
                <a:lnTo>
                  <a:pt x="1685702" y="933623"/>
                </a:lnTo>
                <a:lnTo>
                  <a:pt x="1686804" y="931656"/>
                </a:lnTo>
                <a:close/>
                <a:moveTo>
                  <a:pt x="1688053" y="927627"/>
                </a:moveTo>
                <a:lnTo>
                  <a:pt x="1687499" y="928879"/>
                </a:lnTo>
                <a:lnTo>
                  <a:pt x="1687455" y="930494"/>
                </a:lnTo>
                <a:lnTo>
                  <a:pt x="1688113" y="929318"/>
                </a:lnTo>
                <a:close/>
                <a:moveTo>
                  <a:pt x="1689540" y="924268"/>
                </a:moveTo>
                <a:lnTo>
                  <a:pt x="1688715" y="926132"/>
                </a:lnTo>
                <a:lnTo>
                  <a:pt x="1688785" y="928118"/>
                </a:lnTo>
                <a:lnTo>
                  <a:pt x="1689326" y="927152"/>
                </a:lnTo>
                <a:close/>
                <a:moveTo>
                  <a:pt x="1129294" y="2178631"/>
                </a:moveTo>
                <a:lnTo>
                  <a:pt x="1129773" y="2178770"/>
                </a:lnTo>
                <a:lnTo>
                  <a:pt x="1132434" y="2177054"/>
                </a:lnTo>
                <a:lnTo>
                  <a:pt x="1132314" y="2176755"/>
                </a:lnTo>
                <a:lnTo>
                  <a:pt x="1130644" y="2176963"/>
                </a:lnTo>
                <a:close/>
                <a:moveTo>
                  <a:pt x="1117328" y="2205094"/>
                </a:moveTo>
                <a:lnTo>
                  <a:pt x="1119095" y="2206129"/>
                </a:lnTo>
                <a:lnTo>
                  <a:pt x="1119311" y="2205898"/>
                </a:lnTo>
                <a:lnTo>
                  <a:pt x="1118329" y="2204491"/>
                </a:lnTo>
                <a:close/>
                <a:moveTo>
                  <a:pt x="1095742" y="2253408"/>
                </a:moveTo>
                <a:lnTo>
                  <a:pt x="1099596" y="2251792"/>
                </a:lnTo>
                <a:lnTo>
                  <a:pt x="1104651" y="2247972"/>
                </a:lnTo>
                <a:lnTo>
                  <a:pt x="1104327" y="2247728"/>
                </a:lnTo>
                <a:lnTo>
                  <a:pt x="1099699" y="2248692"/>
                </a:lnTo>
                <a:close/>
                <a:moveTo>
                  <a:pt x="1110415" y="2220125"/>
                </a:moveTo>
                <a:lnTo>
                  <a:pt x="1110831" y="2219946"/>
                </a:lnTo>
                <a:lnTo>
                  <a:pt x="1110632" y="2219949"/>
                </a:lnTo>
                <a:close/>
                <a:moveTo>
                  <a:pt x="1694587" y="911982"/>
                </a:moveTo>
                <a:lnTo>
                  <a:pt x="1691451" y="919906"/>
                </a:lnTo>
                <a:lnTo>
                  <a:pt x="1692104" y="922190"/>
                </a:lnTo>
                <a:lnTo>
                  <a:pt x="1699121" y="909657"/>
                </a:lnTo>
                <a:lnTo>
                  <a:pt x="1698554" y="904896"/>
                </a:lnTo>
                <a:close/>
                <a:moveTo>
                  <a:pt x="1698285" y="902635"/>
                </a:moveTo>
                <a:lnTo>
                  <a:pt x="1696129" y="908085"/>
                </a:lnTo>
                <a:lnTo>
                  <a:pt x="1698442" y="903953"/>
                </a:lnTo>
                <a:close/>
                <a:moveTo>
                  <a:pt x="1691013" y="918366"/>
                </a:moveTo>
                <a:lnTo>
                  <a:pt x="1691052" y="918505"/>
                </a:lnTo>
                <a:lnTo>
                  <a:pt x="1691497" y="917502"/>
                </a:lnTo>
                <a:close/>
                <a:moveTo>
                  <a:pt x="1701357" y="894870"/>
                </a:moveTo>
                <a:lnTo>
                  <a:pt x="1700159" y="897897"/>
                </a:lnTo>
                <a:lnTo>
                  <a:pt x="1700452" y="900362"/>
                </a:lnTo>
                <a:lnTo>
                  <a:pt x="1700738" y="899851"/>
                </a:lnTo>
                <a:close/>
                <a:moveTo>
                  <a:pt x="1093281" y="2256341"/>
                </a:moveTo>
                <a:lnTo>
                  <a:pt x="1096875" y="2253848"/>
                </a:lnTo>
                <a:lnTo>
                  <a:pt x="1098599" y="2252544"/>
                </a:lnTo>
                <a:lnTo>
                  <a:pt x="1095309" y="2253924"/>
                </a:lnTo>
                <a:close/>
                <a:moveTo>
                  <a:pt x="1703082" y="890575"/>
                </a:moveTo>
                <a:lnTo>
                  <a:pt x="1702731" y="896292"/>
                </a:lnTo>
                <a:lnTo>
                  <a:pt x="1703135" y="895569"/>
                </a:lnTo>
                <a:close/>
                <a:moveTo>
                  <a:pt x="1117234" y="2202338"/>
                </a:moveTo>
                <a:lnTo>
                  <a:pt x="1118426" y="2204046"/>
                </a:lnTo>
                <a:lnTo>
                  <a:pt x="1124429" y="2200427"/>
                </a:lnTo>
                <a:lnTo>
                  <a:pt x="1125381" y="2199409"/>
                </a:lnTo>
                <a:lnTo>
                  <a:pt x="1122265" y="2200885"/>
                </a:lnTo>
                <a:close/>
                <a:moveTo>
                  <a:pt x="1685892" y="928962"/>
                </a:moveTo>
                <a:lnTo>
                  <a:pt x="1685265" y="931584"/>
                </a:lnTo>
                <a:lnTo>
                  <a:pt x="1685785" y="930407"/>
                </a:lnTo>
                <a:close/>
                <a:moveTo>
                  <a:pt x="1674152" y="955108"/>
                </a:moveTo>
                <a:lnTo>
                  <a:pt x="1674007" y="955500"/>
                </a:lnTo>
                <a:lnTo>
                  <a:pt x="1673849" y="956209"/>
                </a:lnTo>
                <a:lnTo>
                  <a:pt x="1674568" y="955320"/>
                </a:lnTo>
                <a:lnTo>
                  <a:pt x="1675552" y="952663"/>
                </a:lnTo>
                <a:lnTo>
                  <a:pt x="1675541" y="952626"/>
                </a:lnTo>
                <a:close/>
                <a:moveTo>
                  <a:pt x="1796605" y="680901"/>
                </a:moveTo>
                <a:lnTo>
                  <a:pt x="1796148" y="686259"/>
                </a:lnTo>
                <a:lnTo>
                  <a:pt x="1795963" y="687731"/>
                </a:lnTo>
                <a:close/>
                <a:moveTo>
                  <a:pt x="1688593" y="922689"/>
                </a:moveTo>
                <a:lnTo>
                  <a:pt x="1688638" y="923962"/>
                </a:lnTo>
                <a:lnTo>
                  <a:pt x="1689222" y="922642"/>
                </a:lnTo>
                <a:lnTo>
                  <a:pt x="1689052" y="921869"/>
                </a:lnTo>
                <a:close/>
                <a:moveTo>
                  <a:pt x="1108194" y="2221920"/>
                </a:moveTo>
                <a:lnTo>
                  <a:pt x="1109913" y="2221318"/>
                </a:lnTo>
                <a:lnTo>
                  <a:pt x="1111187" y="2220147"/>
                </a:lnTo>
                <a:lnTo>
                  <a:pt x="1111165" y="2220127"/>
                </a:lnTo>
                <a:lnTo>
                  <a:pt x="1109520" y="2220848"/>
                </a:lnTo>
                <a:close/>
                <a:moveTo>
                  <a:pt x="1687622" y="924421"/>
                </a:moveTo>
                <a:lnTo>
                  <a:pt x="1687568" y="926379"/>
                </a:lnTo>
                <a:lnTo>
                  <a:pt x="1687976" y="925456"/>
                </a:lnTo>
                <a:lnTo>
                  <a:pt x="1687921" y="923889"/>
                </a:lnTo>
                <a:close/>
                <a:moveTo>
                  <a:pt x="1708457" y="877619"/>
                </a:moveTo>
                <a:lnTo>
                  <a:pt x="1708307" y="878302"/>
                </a:lnTo>
                <a:lnTo>
                  <a:pt x="1708308" y="878421"/>
                </a:lnTo>
                <a:close/>
                <a:moveTo>
                  <a:pt x="1686499" y="926429"/>
                </a:moveTo>
                <a:lnTo>
                  <a:pt x="1686117" y="928024"/>
                </a:lnTo>
                <a:lnTo>
                  <a:pt x="1685971" y="929987"/>
                </a:lnTo>
                <a:lnTo>
                  <a:pt x="1686909" y="927867"/>
                </a:lnTo>
                <a:lnTo>
                  <a:pt x="1686922" y="927410"/>
                </a:lnTo>
                <a:lnTo>
                  <a:pt x="1686839" y="925819"/>
                </a:lnTo>
                <a:close/>
                <a:moveTo>
                  <a:pt x="1709686" y="873818"/>
                </a:moveTo>
                <a:lnTo>
                  <a:pt x="1708866" y="875890"/>
                </a:lnTo>
                <a:lnTo>
                  <a:pt x="1708313" y="878864"/>
                </a:lnTo>
                <a:lnTo>
                  <a:pt x="1708391" y="886183"/>
                </a:lnTo>
                <a:lnTo>
                  <a:pt x="1711110" y="881327"/>
                </a:lnTo>
                <a:close/>
                <a:moveTo>
                  <a:pt x="1765752" y="747650"/>
                </a:moveTo>
                <a:lnTo>
                  <a:pt x="1763412" y="762248"/>
                </a:lnTo>
                <a:lnTo>
                  <a:pt x="1754865" y="811602"/>
                </a:lnTo>
                <a:lnTo>
                  <a:pt x="1761452" y="796229"/>
                </a:lnTo>
                <a:lnTo>
                  <a:pt x="1764828" y="759451"/>
                </a:lnTo>
                <a:close/>
                <a:moveTo>
                  <a:pt x="1712073" y="867784"/>
                </a:moveTo>
                <a:lnTo>
                  <a:pt x="1710573" y="871575"/>
                </a:lnTo>
                <a:lnTo>
                  <a:pt x="1712327" y="879154"/>
                </a:lnTo>
                <a:lnTo>
                  <a:pt x="1712770" y="878362"/>
                </a:lnTo>
                <a:close/>
                <a:moveTo>
                  <a:pt x="1729012" y="829519"/>
                </a:moveTo>
                <a:lnTo>
                  <a:pt x="1724599" y="852124"/>
                </a:lnTo>
                <a:lnTo>
                  <a:pt x="1722586" y="860620"/>
                </a:lnTo>
                <a:lnTo>
                  <a:pt x="1731787" y="843641"/>
                </a:lnTo>
                <a:close/>
                <a:moveTo>
                  <a:pt x="1122959" y="2186458"/>
                </a:moveTo>
                <a:lnTo>
                  <a:pt x="1126249" y="2185820"/>
                </a:lnTo>
                <a:lnTo>
                  <a:pt x="1123772" y="2185559"/>
                </a:lnTo>
                <a:lnTo>
                  <a:pt x="1123592" y="2185676"/>
                </a:lnTo>
                <a:close/>
                <a:moveTo>
                  <a:pt x="1681488" y="935377"/>
                </a:moveTo>
                <a:lnTo>
                  <a:pt x="1681055" y="937814"/>
                </a:lnTo>
                <a:lnTo>
                  <a:pt x="1681055" y="937819"/>
                </a:lnTo>
                <a:lnTo>
                  <a:pt x="1682883" y="932887"/>
                </a:lnTo>
                <a:close/>
                <a:moveTo>
                  <a:pt x="1126759" y="2177447"/>
                </a:moveTo>
                <a:lnTo>
                  <a:pt x="1126826" y="2177484"/>
                </a:lnTo>
                <a:lnTo>
                  <a:pt x="1126827" y="2177483"/>
                </a:lnTo>
                <a:lnTo>
                  <a:pt x="1126788" y="2177443"/>
                </a:lnTo>
                <a:close/>
                <a:moveTo>
                  <a:pt x="1106841" y="2222021"/>
                </a:moveTo>
                <a:lnTo>
                  <a:pt x="1107159" y="2222282"/>
                </a:lnTo>
                <a:lnTo>
                  <a:pt x="1107483" y="2222169"/>
                </a:lnTo>
                <a:lnTo>
                  <a:pt x="1108642" y="2221232"/>
                </a:lnTo>
                <a:close/>
                <a:moveTo>
                  <a:pt x="1709454" y="872595"/>
                </a:moveTo>
                <a:lnTo>
                  <a:pt x="1709426" y="872739"/>
                </a:lnTo>
                <a:lnTo>
                  <a:pt x="1709445" y="872775"/>
                </a:lnTo>
                <a:lnTo>
                  <a:pt x="1709210" y="874039"/>
                </a:lnTo>
                <a:lnTo>
                  <a:pt x="1709560" y="873156"/>
                </a:lnTo>
                <a:close/>
                <a:moveTo>
                  <a:pt x="1680899" y="936432"/>
                </a:moveTo>
                <a:lnTo>
                  <a:pt x="1680979" y="937150"/>
                </a:lnTo>
                <a:lnTo>
                  <a:pt x="1681250" y="935803"/>
                </a:lnTo>
                <a:close/>
                <a:moveTo>
                  <a:pt x="1687815" y="920927"/>
                </a:moveTo>
                <a:lnTo>
                  <a:pt x="1687705" y="921389"/>
                </a:lnTo>
                <a:lnTo>
                  <a:pt x="1687655" y="923220"/>
                </a:lnTo>
                <a:lnTo>
                  <a:pt x="1687882" y="922814"/>
                </a:lnTo>
                <a:close/>
                <a:moveTo>
                  <a:pt x="1089138" y="2261279"/>
                </a:moveTo>
                <a:lnTo>
                  <a:pt x="1091691" y="2260264"/>
                </a:lnTo>
                <a:lnTo>
                  <a:pt x="1107254" y="2249936"/>
                </a:lnTo>
                <a:lnTo>
                  <a:pt x="1106383" y="2249279"/>
                </a:lnTo>
                <a:lnTo>
                  <a:pt x="1100856" y="2251598"/>
                </a:lnTo>
                <a:lnTo>
                  <a:pt x="1092254" y="2257565"/>
                </a:lnTo>
                <a:close/>
                <a:moveTo>
                  <a:pt x="1688470" y="919230"/>
                </a:moveTo>
                <a:lnTo>
                  <a:pt x="1688554" y="921613"/>
                </a:lnTo>
                <a:lnTo>
                  <a:pt x="1688870" y="921048"/>
                </a:lnTo>
                <a:close/>
                <a:moveTo>
                  <a:pt x="1678217" y="942157"/>
                </a:moveTo>
                <a:lnTo>
                  <a:pt x="1677045" y="947050"/>
                </a:lnTo>
                <a:lnTo>
                  <a:pt x="1677139" y="948382"/>
                </a:lnTo>
                <a:lnTo>
                  <a:pt x="1677851" y="946461"/>
                </a:lnTo>
                <a:lnTo>
                  <a:pt x="1678349" y="943660"/>
                </a:lnTo>
                <a:lnTo>
                  <a:pt x="1678349" y="943657"/>
                </a:lnTo>
                <a:close/>
                <a:moveTo>
                  <a:pt x="1679318" y="939645"/>
                </a:moveTo>
                <a:lnTo>
                  <a:pt x="1678903" y="942682"/>
                </a:lnTo>
                <a:lnTo>
                  <a:pt x="1678993" y="943383"/>
                </a:lnTo>
                <a:lnTo>
                  <a:pt x="1679781" y="941255"/>
                </a:lnTo>
                <a:close/>
                <a:moveTo>
                  <a:pt x="1717152" y="854614"/>
                </a:moveTo>
                <a:lnTo>
                  <a:pt x="1713926" y="863099"/>
                </a:lnTo>
                <a:lnTo>
                  <a:pt x="1712412" y="866928"/>
                </a:lnTo>
                <a:lnTo>
                  <a:pt x="1713123" y="877731"/>
                </a:lnTo>
                <a:lnTo>
                  <a:pt x="1718090" y="868858"/>
                </a:lnTo>
                <a:close/>
                <a:moveTo>
                  <a:pt x="1112817" y="2207814"/>
                </a:moveTo>
                <a:lnTo>
                  <a:pt x="1114285" y="2207719"/>
                </a:lnTo>
                <a:lnTo>
                  <a:pt x="1113854" y="2207189"/>
                </a:lnTo>
                <a:close/>
                <a:moveTo>
                  <a:pt x="1678621" y="940500"/>
                </a:moveTo>
                <a:lnTo>
                  <a:pt x="1678699" y="941100"/>
                </a:lnTo>
                <a:lnTo>
                  <a:pt x="1678832" y="940122"/>
                </a:lnTo>
                <a:close/>
                <a:moveTo>
                  <a:pt x="1088119" y="2262494"/>
                </a:moveTo>
                <a:lnTo>
                  <a:pt x="1089433" y="2261696"/>
                </a:lnTo>
                <a:lnTo>
                  <a:pt x="1088465" y="2262081"/>
                </a:lnTo>
                <a:close/>
                <a:moveTo>
                  <a:pt x="1125670" y="2177581"/>
                </a:moveTo>
                <a:lnTo>
                  <a:pt x="1126575" y="2177844"/>
                </a:lnTo>
                <a:lnTo>
                  <a:pt x="1126629" y="2177768"/>
                </a:lnTo>
                <a:lnTo>
                  <a:pt x="1126182" y="2177518"/>
                </a:lnTo>
                <a:close/>
                <a:moveTo>
                  <a:pt x="1114146" y="2203229"/>
                </a:moveTo>
                <a:lnTo>
                  <a:pt x="1117003" y="2204904"/>
                </a:lnTo>
                <a:lnTo>
                  <a:pt x="1118140" y="2204219"/>
                </a:lnTo>
                <a:lnTo>
                  <a:pt x="1116895" y="2202435"/>
                </a:lnTo>
                <a:close/>
                <a:moveTo>
                  <a:pt x="1106042" y="2221354"/>
                </a:moveTo>
                <a:lnTo>
                  <a:pt x="1106454" y="2221704"/>
                </a:lnTo>
                <a:lnTo>
                  <a:pt x="1106550" y="2221783"/>
                </a:lnTo>
                <a:lnTo>
                  <a:pt x="1109556" y="2220493"/>
                </a:lnTo>
                <a:lnTo>
                  <a:pt x="1110219" y="2219957"/>
                </a:lnTo>
                <a:lnTo>
                  <a:pt x="1107299" y="2220010"/>
                </a:lnTo>
                <a:close/>
                <a:moveTo>
                  <a:pt x="1086735" y="2264144"/>
                </a:moveTo>
                <a:lnTo>
                  <a:pt x="1092639" y="2261611"/>
                </a:lnTo>
                <a:lnTo>
                  <a:pt x="1102520" y="2256493"/>
                </a:lnTo>
                <a:lnTo>
                  <a:pt x="1092441" y="2260500"/>
                </a:lnTo>
                <a:lnTo>
                  <a:pt x="1087044" y="2263775"/>
                </a:lnTo>
                <a:close/>
                <a:moveTo>
                  <a:pt x="1105015" y="2222441"/>
                </a:moveTo>
                <a:lnTo>
                  <a:pt x="1106320" y="2221881"/>
                </a:lnTo>
                <a:lnTo>
                  <a:pt x="1105883" y="2221523"/>
                </a:lnTo>
                <a:lnTo>
                  <a:pt x="1105142" y="2222316"/>
                </a:lnTo>
                <a:close/>
                <a:moveTo>
                  <a:pt x="1118770" y="2191633"/>
                </a:moveTo>
                <a:lnTo>
                  <a:pt x="1124566" y="2189308"/>
                </a:lnTo>
                <a:lnTo>
                  <a:pt x="1124538" y="2189275"/>
                </a:lnTo>
                <a:lnTo>
                  <a:pt x="1122947" y="2188840"/>
                </a:lnTo>
                <a:lnTo>
                  <a:pt x="1120674" y="2189281"/>
                </a:lnTo>
                <a:close/>
                <a:moveTo>
                  <a:pt x="1084575" y="2267397"/>
                </a:moveTo>
                <a:lnTo>
                  <a:pt x="1087447" y="2269963"/>
                </a:lnTo>
                <a:lnTo>
                  <a:pt x="1092975" y="2272111"/>
                </a:lnTo>
                <a:lnTo>
                  <a:pt x="1092700" y="2272195"/>
                </a:lnTo>
                <a:lnTo>
                  <a:pt x="1087824" y="2270299"/>
                </a:lnTo>
                <a:lnTo>
                  <a:pt x="1093463" y="2275340"/>
                </a:lnTo>
                <a:lnTo>
                  <a:pt x="1098654" y="2273377"/>
                </a:lnTo>
                <a:lnTo>
                  <a:pt x="1104819" y="2264867"/>
                </a:lnTo>
                <a:lnTo>
                  <a:pt x="1111983" y="2254687"/>
                </a:lnTo>
                <a:lnTo>
                  <a:pt x="1111816" y="2254495"/>
                </a:lnTo>
                <a:lnTo>
                  <a:pt x="1093895" y="2263522"/>
                </a:lnTo>
                <a:close/>
                <a:moveTo>
                  <a:pt x="1690161" y="911130"/>
                </a:moveTo>
                <a:lnTo>
                  <a:pt x="1689607" y="913443"/>
                </a:lnTo>
                <a:lnTo>
                  <a:pt x="1690333" y="915987"/>
                </a:lnTo>
                <a:close/>
                <a:moveTo>
                  <a:pt x="1085720" y="2264579"/>
                </a:moveTo>
                <a:lnTo>
                  <a:pt x="1086450" y="2264266"/>
                </a:lnTo>
                <a:lnTo>
                  <a:pt x="1086672" y="2264001"/>
                </a:lnTo>
                <a:close/>
                <a:moveTo>
                  <a:pt x="1104084" y="2223360"/>
                </a:moveTo>
                <a:lnTo>
                  <a:pt x="1106913" y="2222369"/>
                </a:lnTo>
                <a:lnTo>
                  <a:pt x="1106612" y="2222121"/>
                </a:lnTo>
                <a:lnTo>
                  <a:pt x="1104324" y="2223123"/>
                </a:lnTo>
                <a:close/>
                <a:moveTo>
                  <a:pt x="1097884" y="2236465"/>
                </a:moveTo>
                <a:lnTo>
                  <a:pt x="1102768" y="2242713"/>
                </a:lnTo>
                <a:lnTo>
                  <a:pt x="1104551" y="2242342"/>
                </a:lnTo>
                <a:lnTo>
                  <a:pt x="1107696" y="2238490"/>
                </a:lnTo>
                <a:lnTo>
                  <a:pt x="1104719" y="2239346"/>
                </a:lnTo>
                <a:lnTo>
                  <a:pt x="1104496" y="2239255"/>
                </a:lnTo>
                <a:lnTo>
                  <a:pt x="1107861" y="2238288"/>
                </a:lnTo>
                <a:lnTo>
                  <a:pt x="1109817" y="2235891"/>
                </a:lnTo>
                <a:lnTo>
                  <a:pt x="1106498" y="2233501"/>
                </a:lnTo>
                <a:lnTo>
                  <a:pt x="1101462" y="2233795"/>
                </a:lnTo>
                <a:lnTo>
                  <a:pt x="1101403" y="2233843"/>
                </a:lnTo>
                <a:close/>
                <a:moveTo>
                  <a:pt x="1683407" y="924604"/>
                </a:moveTo>
                <a:lnTo>
                  <a:pt x="1681787" y="933700"/>
                </a:lnTo>
                <a:lnTo>
                  <a:pt x="1683849" y="930017"/>
                </a:lnTo>
                <a:lnTo>
                  <a:pt x="1683962" y="929546"/>
                </a:lnTo>
                <a:close/>
                <a:moveTo>
                  <a:pt x="1711622" y="860943"/>
                </a:moveTo>
                <a:lnTo>
                  <a:pt x="1710058" y="869347"/>
                </a:lnTo>
                <a:lnTo>
                  <a:pt x="1710430" y="870957"/>
                </a:lnTo>
                <a:lnTo>
                  <a:pt x="1712018" y="866943"/>
                </a:lnTo>
                <a:close/>
                <a:moveTo>
                  <a:pt x="1114357" y="2198216"/>
                </a:moveTo>
                <a:lnTo>
                  <a:pt x="1114739" y="2198763"/>
                </a:lnTo>
                <a:lnTo>
                  <a:pt x="1117267" y="2197566"/>
                </a:lnTo>
                <a:close/>
                <a:moveTo>
                  <a:pt x="1104515" y="2220060"/>
                </a:moveTo>
                <a:lnTo>
                  <a:pt x="1105381" y="2220794"/>
                </a:lnTo>
                <a:lnTo>
                  <a:pt x="1106094" y="2220031"/>
                </a:lnTo>
                <a:close/>
                <a:moveTo>
                  <a:pt x="1665098" y="964654"/>
                </a:moveTo>
                <a:lnTo>
                  <a:pt x="1665401" y="966239"/>
                </a:lnTo>
                <a:lnTo>
                  <a:pt x="1666928" y="962117"/>
                </a:lnTo>
                <a:lnTo>
                  <a:pt x="1666873" y="961484"/>
                </a:lnTo>
                <a:close/>
                <a:moveTo>
                  <a:pt x="1082773" y="2268146"/>
                </a:moveTo>
                <a:lnTo>
                  <a:pt x="1085375" y="2269157"/>
                </a:lnTo>
                <a:lnTo>
                  <a:pt x="1083772" y="2267730"/>
                </a:lnTo>
                <a:close/>
                <a:moveTo>
                  <a:pt x="1097264" y="2235505"/>
                </a:moveTo>
                <a:lnTo>
                  <a:pt x="1098502" y="2234503"/>
                </a:lnTo>
                <a:lnTo>
                  <a:pt x="1098263" y="2234587"/>
                </a:lnTo>
                <a:close/>
                <a:moveTo>
                  <a:pt x="1120183" y="2183280"/>
                </a:moveTo>
                <a:lnTo>
                  <a:pt x="1120651" y="2183820"/>
                </a:lnTo>
                <a:lnTo>
                  <a:pt x="1121756" y="2183937"/>
                </a:lnTo>
                <a:lnTo>
                  <a:pt x="1121797" y="2183910"/>
                </a:lnTo>
                <a:close/>
                <a:moveTo>
                  <a:pt x="1688594" y="909899"/>
                </a:moveTo>
                <a:lnTo>
                  <a:pt x="1688633" y="910033"/>
                </a:lnTo>
                <a:lnTo>
                  <a:pt x="1688711" y="909708"/>
                </a:lnTo>
                <a:close/>
                <a:moveTo>
                  <a:pt x="1683091" y="921792"/>
                </a:moveTo>
                <a:lnTo>
                  <a:pt x="1680480" y="932702"/>
                </a:lnTo>
                <a:lnTo>
                  <a:pt x="1680791" y="935478"/>
                </a:lnTo>
                <a:lnTo>
                  <a:pt x="1681598" y="934038"/>
                </a:lnTo>
                <a:lnTo>
                  <a:pt x="1683357" y="924160"/>
                </a:lnTo>
                <a:close/>
                <a:moveTo>
                  <a:pt x="1083897" y="2263363"/>
                </a:moveTo>
                <a:lnTo>
                  <a:pt x="1088864" y="2261388"/>
                </a:lnTo>
                <a:lnTo>
                  <a:pt x="1091818" y="2257867"/>
                </a:lnTo>
                <a:close/>
                <a:moveTo>
                  <a:pt x="1669621" y="951813"/>
                </a:moveTo>
                <a:lnTo>
                  <a:pt x="1669306" y="955334"/>
                </a:lnTo>
                <a:lnTo>
                  <a:pt x="1669648" y="954777"/>
                </a:lnTo>
                <a:lnTo>
                  <a:pt x="1670036" y="953730"/>
                </a:lnTo>
                <a:close/>
                <a:moveTo>
                  <a:pt x="1111916" y="2200101"/>
                </a:moveTo>
                <a:lnTo>
                  <a:pt x="1114434" y="2198908"/>
                </a:lnTo>
                <a:lnTo>
                  <a:pt x="1114005" y="2198295"/>
                </a:lnTo>
                <a:lnTo>
                  <a:pt x="1113239" y="2198466"/>
                </a:lnTo>
                <a:close/>
                <a:moveTo>
                  <a:pt x="1686321" y="913643"/>
                </a:moveTo>
                <a:lnTo>
                  <a:pt x="1686631" y="918394"/>
                </a:lnTo>
                <a:lnTo>
                  <a:pt x="1687239" y="915859"/>
                </a:lnTo>
                <a:lnTo>
                  <a:pt x="1687293" y="913887"/>
                </a:lnTo>
                <a:lnTo>
                  <a:pt x="1686995" y="912533"/>
                </a:lnTo>
                <a:close/>
                <a:moveTo>
                  <a:pt x="1708020" y="865042"/>
                </a:moveTo>
                <a:lnTo>
                  <a:pt x="1708184" y="867001"/>
                </a:lnTo>
                <a:lnTo>
                  <a:pt x="1708285" y="876262"/>
                </a:lnTo>
                <a:lnTo>
                  <a:pt x="1709287" y="871717"/>
                </a:lnTo>
                <a:close/>
                <a:moveTo>
                  <a:pt x="1093862" y="2239463"/>
                </a:moveTo>
                <a:lnTo>
                  <a:pt x="1099165" y="2243464"/>
                </a:lnTo>
                <a:lnTo>
                  <a:pt x="1101764" y="2242922"/>
                </a:lnTo>
                <a:lnTo>
                  <a:pt x="1101324" y="2242417"/>
                </a:lnTo>
                <a:lnTo>
                  <a:pt x="1097057" y="2237082"/>
                </a:lnTo>
                <a:close/>
                <a:moveTo>
                  <a:pt x="1684209" y="917123"/>
                </a:moveTo>
                <a:lnTo>
                  <a:pt x="1683682" y="919323"/>
                </a:lnTo>
                <a:lnTo>
                  <a:pt x="1683889" y="921170"/>
                </a:lnTo>
                <a:lnTo>
                  <a:pt x="1684033" y="920365"/>
                </a:lnTo>
                <a:lnTo>
                  <a:pt x="1684130" y="920547"/>
                </a:lnTo>
                <a:lnTo>
                  <a:pt x="1683940" y="921615"/>
                </a:lnTo>
                <a:lnTo>
                  <a:pt x="1684553" y="927077"/>
                </a:lnTo>
                <a:lnTo>
                  <a:pt x="1686444" y="919177"/>
                </a:lnTo>
                <a:lnTo>
                  <a:pt x="1686106" y="913997"/>
                </a:lnTo>
                <a:close/>
                <a:moveTo>
                  <a:pt x="1061957" y="2310231"/>
                </a:moveTo>
                <a:lnTo>
                  <a:pt x="1078688" y="2304478"/>
                </a:lnTo>
                <a:lnTo>
                  <a:pt x="1084165" y="2299211"/>
                </a:lnTo>
                <a:lnTo>
                  <a:pt x="1090116" y="2293327"/>
                </a:lnTo>
                <a:lnTo>
                  <a:pt x="1087955" y="2288355"/>
                </a:lnTo>
                <a:lnTo>
                  <a:pt x="1070750" y="2303231"/>
                </a:lnTo>
                <a:close/>
                <a:moveTo>
                  <a:pt x="1080035" y="2269285"/>
                </a:moveTo>
                <a:lnTo>
                  <a:pt x="1084056" y="2278897"/>
                </a:lnTo>
                <a:lnTo>
                  <a:pt x="1092660" y="2275643"/>
                </a:lnTo>
                <a:lnTo>
                  <a:pt x="1085754" y="2269496"/>
                </a:lnTo>
                <a:lnTo>
                  <a:pt x="1082536" y="2268244"/>
                </a:lnTo>
                <a:close/>
                <a:moveTo>
                  <a:pt x="1081739" y="2264860"/>
                </a:moveTo>
                <a:lnTo>
                  <a:pt x="1082741" y="2265757"/>
                </a:lnTo>
                <a:lnTo>
                  <a:pt x="1087747" y="2262719"/>
                </a:lnTo>
                <a:lnTo>
                  <a:pt x="1088191" y="2262190"/>
                </a:lnTo>
                <a:lnTo>
                  <a:pt x="1082092" y="2264614"/>
                </a:lnTo>
                <a:close/>
                <a:moveTo>
                  <a:pt x="1114793" y="2190760"/>
                </a:moveTo>
                <a:lnTo>
                  <a:pt x="1116530" y="2191579"/>
                </a:lnTo>
                <a:lnTo>
                  <a:pt x="1117966" y="2189805"/>
                </a:lnTo>
                <a:lnTo>
                  <a:pt x="1115758" y="2190233"/>
                </a:lnTo>
                <a:close/>
                <a:moveTo>
                  <a:pt x="1117657" y="2182726"/>
                </a:moveTo>
                <a:lnTo>
                  <a:pt x="1118639" y="2183608"/>
                </a:lnTo>
                <a:lnTo>
                  <a:pt x="1119714" y="2183721"/>
                </a:lnTo>
                <a:lnTo>
                  <a:pt x="1118892" y="2182774"/>
                </a:lnTo>
                <a:lnTo>
                  <a:pt x="1118061" y="2182450"/>
                </a:lnTo>
                <a:close/>
                <a:moveTo>
                  <a:pt x="1107374" y="2205713"/>
                </a:moveTo>
                <a:lnTo>
                  <a:pt x="1110679" y="2207953"/>
                </a:lnTo>
                <a:lnTo>
                  <a:pt x="1112099" y="2207861"/>
                </a:lnTo>
                <a:lnTo>
                  <a:pt x="1113575" y="2206971"/>
                </a:lnTo>
                <a:lnTo>
                  <a:pt x="1109272" y="2204636"/>
                </a:lnTo>
                <a:lnTo>
                  <a:pt x="1107933" y="2205022"/>
                </a:lnTo>
                <a:close/>
                <a:moveTo>
                  <a:pt x="1685860" y="910225"/>
                </a:moveTo>
                <a:lnTo>
                  <a:pt x="1684423" y="916230"/>
                </a:lnTo>
                <a:lnTo>
                  <a:pt x="1686074" y="913510"/>
                </a:lnTo>
                <a:close/>
                <a:moveTo>
                  <a:pt x="1686118" y="909148"/>
                </a:moveTo>
                <a:lnTo>
                  <a:pt x="1686048" y="909443"/>
                </a:lnTo>
                <a:lnTo>
                  <a:pt x="1686290" y="913155"/>
                </a:lnTo>
                <a:lnTo>
                  <a:pt x="1686907" y="912137"/>
                </a:lnTo>
                <a:lnTo>
                  <a:pt x="1686690" y="911152"/>
                </a:lnTo>
                <a:close/>
                <a:moveTo>
                  <a:pt x="1677528" y="928126"/>
                </a:moveTo>
                <a:lnTo>
                  <a:pt x="1678014" y="929813"/>
                </a:lnTo>
                <a:lnTo>
                  <a:pt x="1678725" y="927442"/>
                </a:lnTo>
                <a:lnTo>
                  <a:pt x="1678603" y="926357"/>
                </a:lnTo>
                <a:close/>
                <a:moveTo>
                  <a:pt x="1116670" y="2183399"/>
                </a:moveTo>
                <a:lnTo>
                  <a:pt x="1117661" y="2183504"/>
                </a:lnTo>
                <a:lnTo>
                  <a:pt x="1117125" y="2183089"/>
                </a:lnTo>
                <a:close/>
                <a:moveTo>
                  <a:pt x="1122093" y="2171036"/>
                </a:moveTo>
                <a:lnTo>
                  <a:pt x="1122261" y="2171016"/>
                </a:lnTo>
                <a:lnTo>
                  <a:pt x="1126787" y="2169758"/>
                </a:lnTo>
                <a:lnTo>
                  <a:pt x="1128794" y="2167899"/>
                </a:lnTo>
                <a:lnTo>
                  <a:pt x="1128697" y="2167503"/>
                </a:lnTo>
                <a:lnTo>
                  <a:pt x="1126767" y="2167187"/>
                </a:lnTo>
                <a:lnTo>
                  <a:pt x="1124362" y="2167432"/>
                </a:lnTo>
                <a:close/>
                <a:moveTo>
                  <a:pt x="1675909" y="930794"/>
                </a:moveTo>
                <a:lnTo>
                  <a:pt x="1676251" y="935688"/>
                </a:lnTo>
                <a:lnTo>
                  <a:pt x="1677083" y="932913"/>
                </a:lnTo>
                <a:lnTo>
                  <a:pt x="1676843" y="931040"/>
                </a:lnTo>
                <a:lnTo>
                  <a:pt x="1676494" y="929829"/>
                </a:lnTo>
                <a:close/>
                <a:moveTo>
                  <a:pt x="1105278" y="2208303"/>
                </a:moveTo>
                <a:lnTo>
                  <a:pt x="1110005" y="2207997"/>
                </a:lnTo>
                <a:lnTo>
                  <a:pt x="1107112" y="2206036"/>
                </a:lnTo>
                <a:close/>
                <a:moveTo>
                  <a:pt x="1079029" y="2266881"/>
                </a:moveTo>
                <a:lnTo>
                  <a:pt x="1079230" y="2267362"/>
                </a:lnTo>
                <a:lnTo>
                  <a:pt x="1079723" y="2267151"/>
                </a:lnTo>
                <a:close/>
                <a:moveTo>
                  <a:pt x="1079074" y="2266708"/>
                </a:moveTo>
                <a:lnTo>
                  <a:pt x="1079955" y="2267051"/>
                </a:lnTo>
                <a:lnTo>
                  <a:pt x="1082017" y="2266167"/>
                </a:lnTo>
                <a:lnTo>
                  <a:pt x="1081069" y="2265324"/>
                </a:lnTo>
                <a:close/>
                <a:moveTo>
                  <a:pt x="1109102" y="2199390"/>
                </a:moveTo>
                <a:lnTo>
                  <a:pt x="1109764" y="2199938"/>
                </a:lnTo>
                <a:lnTo>
                  <a:pt x="1110451" y="2199089"/>
                </a:lnTo>
                <a:close/>
                <a:moveTo>
                  <a:pt x="1116802" y="2181958"/>
                </a:moveTo>
                <a:lnTo>
                  <a:pt x="1117433" y="2182524"/>
                </a:lnTo>
                <a:lnTo>
                  <a:pt x="1117725" y="2182318"/>
                </a:lnTo>
                <a:close/>
                <a:moveTo>
                  <a:pt x="1687232" y="904494"/>
                </a:moveTo>
                <a:lnTo>
                  <a:pt x="1687149" y="904840"/>
                </a:lnTo>
                <a:lnTo>
                  <a:pt x="1687258" y="905217"/>
                </a:lnTo>
                <a:close/>
                <a:moveTo>
                  <a:pt x="1672785" y="935938"/>
                </a:moveTo>
                <a:lnTo>
                  <a:pt x="1674444" y="941707"/>
                </a:lnTo>
                <a:lnTo>
                  <a:pt x="1674826" y="940437"/>
                </a:lnTo>
                <a:lnTo>
                  <a:pt x="1674332" y="933390"/>
                </a:lnTo>
                <a:close/>
                <a:moveTo>
                  <a:pt x="1665981" y="951161"/>
                </a:moveTo>
                <a:lnTo>
                  <a:pt x="1663812" y="958860"/>
                </a:lnTo>
                <a:lnTo>
                  <a:pt x="1663908" y="959729"/>
                </a:lnTo>
                <a:lnTo>
                  <a:pt x="1664705" y="962591"/>
                </a:lnTo>
                <a:lnTo>
                  <a:pt x="1664739" y="962769"/>
                </a:lnTo>
                <a:lnTo>
                  <a:pt x="1666707" y="959564"/>
                </a:lnTo>
                <a:close/>
                <a:moveTo>
                  <a:pt x="1670609" y="940759"/>
                </a:moveTo>
                <a:lnTo>
                  <a:pt x="1669834" y="949427"/>
                </a:lnTo>
                <a:lnTo>
                  <a:pt x="1670497" y="952487"/>
                </a:lnTo>
                <a:lnTo>
                  <a:pt x="1671535" y="949684"/>
                </a:lnTo>
                <a:lnTo>
                  <a:pt x="1671049" y="944175"/>
                </a:lnTo>
                <a:close/>
                <a:moveTo>
                  <a:pt x="1078652" y="2265982"/>
                </a:moveTo>
                <a:lnTo>
                  <a:pt x="1078817" y="2266375"/>
                </a:lnTo>
                <a:lnTo>
                  <a:pt x="1080364" y="2265301"/>
                </a:lnTo>
                <a:close/>
                <a:moveTo>
                  <a:pt x="1711245" y="849223"/>
                </a:moveTo>
                <a:lnTo>
                  <a:pt x="1711883" y="858912"/>
                </a:lnTo>
                <a:lnTo>
                  <a:pt x="1713001" y="852906"/>
                </a:lnTo>
                <a:lnTo>
                  <a:pt x="1713087" y="853071"/>
                </a:lnTo>
                <a:lnTo>
                  <a:pt x="1711914" y="859375"/>
                </a:lnTo>
                <a:lnTo>
                  <a:pt x="1712356" y="866088"/>
                </a:lnTo>
                <a:lnTo>
                  <a:pt x="1717115" y="854060"/>
                </a:lnTo>
                <a:lnTo>
                  <a:pt x="1716197" y="840124"/>
                </a:lnTo>
                <a:close/>
                <a:moveTo>
                  <a:pt x="1671098" y="938718"/>
                </a:moveTo>
                <a:lnTo>
                  <a:pt x="1672258" y="947734"/>
                </a:lnTo>
                <a:lnTo>
                  <a:pt x="1673315" y="944884"/>
                </a:lnTo>
                <a:lnTo>
                  <a:pt x="1671399" y="938221"/>
                </a:lnTo>
                <a:close/>
                <a:moveTo>
                  <a:pt x="1110710" y="2192990"/>
                </a:moveTo>
                <a:lnTo>
                  <a:pt x="1111734" y="2194456"/>
                </a:lnTo>
                <a:lnTo>
                  <a:pt x="1114788" y="2193230"/>
                </a:lnTo>
                <a:lnTo>
                  <a:pt x="1112363" y="2192087"/>
                </a:lnTo>
                <a:close/>
                <a:moveTo>
                  <a:pt x="1695852" y="882673"/>
                </a:moveTo>
                <a:lnTo>
                  <a:pt x="1693451" y="897384"/>
                </a:lnTo>
                <a:lnTo>
                  <a:pt x="1690626" y="909190"/>
                </a:lnTo>
                <a:lnTo>
                  <a:pt x="1690916" y="917395"/>
                </a:lnTo>
                <a:lnTo>
                  <a:pt x="1693912" y="912045"/>
                </a:lnTo>
                <a:lnTo>
                  <a:pt x="1696388" y="906451"/>
                </a:lnTo>
                <a:lnTo>
                  <a:pt x="1698195" y="901881"/>
                </a:lnTo>
                <a:lnTo>
                  <a:pt x="1696076" y="884074"/>
                </a:lnTo>
                <a:close/>
                <a:moveTo>
                  <a:pt x="1077937" y="2266266"/>
                </a:moveTo>
                <a:lnTo>
                  <a:pt x="1078547" y="2266503"/>
                </a:lnTo>
                <a:lnTo>
                  <a:pt x="1078375" y="2266092"/>
                </a:lnTo>
                <a:close/>
                <a:moveTo>
                  <a:pt x="1707826" y="855505"/>
                </a:moveTo>
                <a:lnTo>
                  <a:pt x="1707756" y="859404"/>
                </a:lnTo>
                <a:lnTo>
                  <a:pt x="1709930" y="868798"/>
                </a:lnTo>
                <a:lnTo>
                  <a:pt x="1710657" y="865501"/>
                </a:lnTo>
                <a:lnTo>
                  <a:pt x="1711592" y="860478"/>
                </a:lnTo>
                <a:lnTo>
                  <a:pt x="1710892" y="849869"/>
                </a:lnTo>
                <a:close/>
                <a:moveTo>
                  <a:pt x="1096532" y="2224252"/>
                </a:moveTo>
                <a:lnTo>
                  <a:pt x="1098019" y="2225442"/>
                </a:lnTo>
                <a:lnTo>
                  <a:pt x="1103054" y="2223283"/>
                </a:lnTo>
                <a:lnTo>
                  <a:pt x="1105214" y="2220973"/>
                </a:lnTo>
                <a:lnTo>
                  <a:pt x="1104110" y="2220067"/>
                </a:lnTo>
                <a:lnTo>
                  <a:pt x="1103642" y="2220075"/>
                </a:lnTo>
                <a:lnTo>
                  <a:pt x="1099584" y="2222491"/>
                </a:lnTo>
                <a:close/>
                <a:moveTo>
                  <a:pt x="1675672" y="927402"/>
                </a:moveTo>
                <a:lnTo>
                  <a:pt x="1675875" y="930309"/>
                </a:lnTo>
                <a:lnTo>
                  <a:pt x="1676389" y="929462"/>
                </a:lnTo>
                <a:lnTo>
                  <a:pt x="1675750" y="927239"/>
                </a:lnTo>
                <a:lnTo>
                  <a:pt x="1675725" y="927307"/>
                </a:lnTo>
                <a:close/>
                <a:moveTo>
                  <a:pt x="1113899" y="2185291"/>
                </a:moveTo>
                <a:lnTo>
                  <a:pt x="1117942" y="2186396"/>
                </a:lnTo>
                <a:lnTo>
                  <a:pt x="1119827" y="2185180"/>
                </a:lnTo>
                <a:lnTo>
                  <a:pt x="1119771" y="2185137"/>
                </a:lnTo>
                <a:lnTo>
                  <a:pt x="1114882" y="2184621"/>
                </a:lnTo>
                <a:close/>
                <a:moveTo>
                  <a:pt x="1707299" y="856471"/>
                </a:moveTo>
                <a:lnTo>
                  <a:pt x="1707427" y="857979"/>
                </a:lnTo>
                <a:lnTo>
                  <a:pt x="1707499" y="858292"/>
                </a:lnTo>
                <a:lnTo>
                  <a:pt x="1707539" y="856032"/>
                </a:lnTo>
                <a:close/>
                <a:moveTo>
                  <a:pt x="1090656" y="2236938"/>
                </a:moveTo>
                <a:lnTo>
                  <a:pt x="1091852" y="2237917"/>
                </a:lnTo>
                <a:lnTo>
                  <a:pt x="1093758" y="2236165"/>
                </a:lnTo>
                <a:lnTo>
                  <a:pt x="1092637" y="2236558"/>
                </a:lnTo>
                <a:close/>
                <a:moveTo>
                  <a:pt x="1668456" y="943069"/>
                </a:moveTo>
                <a:lnTo>
                  <a:pt x="1669381" y="947339"/>
                </a:lnTo>
                <a:lnTo>
                  <a:pt x="1670201" y="941029"/>
                </a:lnTo>
                <a:lnTo>
                  <a:pt x="1670288" y="940052"/>
                </a:lnTo>
                <a:close/>
                <a:moveTo>
                  <a:pt x="1667959" y="944140"/>
                </a:moveTo>
                <a:lnTo>
                  <a:pt x="1667651" y="945229"/>
                </a:lnTo>
                <a:lnTo>
                  <a:pt x="1668453" y="954494"/>
                </a:lnTo>
                <a:lnTo>
                  <a:pt x="1669108" y="949446"/>
                </a:lnTo>
                <a:close/>
                <a:moveTo>
                  <a:pt x="1076352" y="2268596"/>
                </a:moveTo>
                <a:lnTo>
                  <a:pt x="1078956" y="2267479"/>
                </a:lnTo>
                <a:lnTo>
                  <a:pt x="1078733" y="2266945"/>
                </a:lnTo>
                <a:close/>
                <a:moveTo>
                  <a:pt x="1678004" y="921030"/>
                </a:moveTo>
                <a:lnTo>
                  <a:pt x="1676609" y="924872"/>
                </a:lnTo>
                <a:lnTo>
                  <a:pt x="1676624" y="924978"/>
                </a:lnTo>
                <a:lnTo>
                  <a:pt x="1677422" y="927759"/>
                </a:lnTo>
                <a:lnTo>
                  <a:pt x="1678551" y="925900"/>
                </a:lnTo>
                <a:close/>
                <a:moveTo>
                  <a:pt x="1670970" y="936726"/>
                </a:moveTo>
                <a:lnTo>
                  <a:pt x="1670917" y="937313"/>
                </a:lnTo>
                <a:lnTo>
                  <a:pt x="1671026" y="938162"/>
                </a:lnTo>
                <a:lnTo>
                  <a:pt x="1671270" y="937774"/>
                </a:lnTo>
                <a:close/>
                <a:moveTo>
                  <a:pt x="1696368" y="879510"/>
                </a:moveTo>
                <a:lnTo>
                  <a:pt x="1696064" y="881380"/>
                </a:lnTo>
                <a:lnTo>
                  <a:pt x="1698027" y="893676"/>
                </a:lnTo>
                <a:close/>
                <a:moveTo>
                  <a:pt x="1689578" y="894695"/>
                </a:moveTo>
                <a:lnTo>
                  <a:pt x="1688291" y="900071"/>
                </a:lnTo>
                <a:lnTo>
                  <a:pt x="1688072" y="908027"/>
                </a:lnTo>
                <a:lnTo>
                  <a:pt x="1688073" y="908077"/>
                </a:lnTo>
                <a:lnTo>
                  <a:pt x="1688490" y="909531"/>
                </a:lnTo>
                <a:lnTo>
                  <a:pt x="1688925" y="908815"/>
                </a:lnTo>
                <a:lnTo>
                  <a:pt x="1689930" y="904616"/>
                </a:lnTo>
                <a:close/>
                <a:moveTo>
                  <a:pt x="1672145" y="933709"/>
                </a:moveTo>
                <a:lnTo>
                  <a:pt x="1672672" y="935545"/>
                </a:lnTo>
                <a:lnTo>
                  <a:pt x="1673345" y="934475"/>
                </a:lnTo>
                <a:lnTo>
                  <a:pt x="1674299" y="932905"/>
                </a:lnTo>
                <a:lnTo>
                  <a:pt x="1674110" y="930196"/>
                </a:lnTo>
                <a:close/>
                <a:moveTo>
                  <a:pt x="1670243" y="937913"/>
                </a:moveTo>
                <a:lnTo>
                  <a:pt x="1669562" y="939690"/>
                </a:lnTo>
                <a:lnTo>
                  <a:pt x="1668750" y="941329"/>
                </a:lnTo>
                <a:lnTo>
                  <a:pt x="1668520" y="942147"/>
                </a:lnTo>
                <a:lnTo>
                  <a:pt x="1670363" y="939217"/>
                </a:lnTo>
                <a:lnTo>
                  <a:pt x="1670382" y="938996"/>
                </a:lnTo>
                <a:close/>
                <a:moveTo>
                  <a:pt x="1725806" y="813206"/>
                </a:moveTo>
                <a:lnTo>
                  <a:pt x="1717154" y="833419"/>
                </a:lnTo>
                <a:lnTo>
                  <a:pt x="1716390" y="835021"/>
                </a:lnTo>
                <a:lnTo>
                  <a:pt x="1716635" y="838737"/>
                </a:lnTo>
                <a:lnTo>
                  <a:pt x="1718466" y="835373"/>
                </a:lnTo>
                <a:lnTo>
                  <a:pt x="1718571" y="835763"/>
                </a:lnTo>
                <a:lnTo>
                  <a:pt x="1716670" y="839257"/>
                </a:lnTo>
                <a:lnTo>
                  <a:pt x="1717569" y="852912"/>
                </a:lnTo>
                <a:lnTo>
                  <a:pt x="1719019" y="849248"/>
                </a:lnTo>
                <a:lnTo>
                  <a:pt x="1725426" y="832393"/>
                </a:lnTo>
                <a:lnTo>
                  <a:pt x="1725504" y="832643"/>
                </a:lnTo>
                <a:lnTo>
                  <a:pt x="1717603" y="853426"/>
                </a:lnTo>
                <a:lnTo>
                  <a:pt x="1718565" y="868011"/>
                </a:lnTo>
                <a:lnTo>
                  <a:pt x="1719061" y="867124"/>
                </a:lnTo>
                <a:lnTo>
                  <a:pt x="1720868" y="863788"/>
                </a:lnTo>
                <a:lnTo>
                  <a:pt x="1727048" y="837714"/>
                </a:lnTo>
                <a:lnTo>
                  <a:pt x="1728829" y="828589"/>
                </a:lnTo>
                <a:close/>
                <a:moveTo>
                  <a:pt x="1711047" y="846225"/>
                </a:moveTo>
                <a:lnTo>
                  <a:pt x="1711210" y="848704"/>
                </a:lnTo>
                <a:lnTo>
                  <a:pt x="1716163" y="839605"/>
                </a:lnTo>
                <a:lnTo>
                  <a:pt x="1715925" y="835997"/>
                </a:lnTo>
                <a:close/>
                <a:moveTo>
                  <a:pt x="1702601" y="865102"/>
                </a:moveTo>
                <a:lnTo>
                  <a:pt x="1702818" y="866043"/>
                </a:lnTo>
                <a:lnTo>
                  <a:pt x="1702805" y="864728"/>
                </a:lnTo>
                <a:close/>
                <a:moveTo>
                  <a:pt x="1665532" y="947885"/>
                </a:moveTo>
                <a:lnTo>
                  <a:pt x="1663337" y="954556"/>
                </a:lnTo>
                <a:lnTo>
                  <a:pt x="1663648" y="957380"/>
                </a:lnTo>
                <a:lnTo>
                  <a:pt x="1665844" y="949586"/>
                </a:lnTo>
                <a:lnTo>
                  <a:pt x="1665677" y="947647"/>
                </a:lnTo>
                <a:close/>
                <a:moveTo>
                  <a:pt x="1707872" y="852883"/>
                </a:moveTo>
                <a:lnTo>
                  <a:pt x="1707837" y="854902"/>
                </a:lnTo>
                <a:lnTo>
                  <a:pt x="1710859" y="849351"/>
                </a:lnTo>
                <a:lnTo>
                  <a:pt x="1710700" y="846952"/>
                </a:lnTo>
                <a:close/>
                <a:moveTo>
                  <a:pt x="1707129" y="854442"/>
                </a:moveTo>
                <a:lnTo>
                  <a:pt x="1707257" y="855966"/>
                </a:lnTo>
                <a:lnTo>
                  <a:pt x="1707550" y="855429"/>
                </a:lnTo>
                <a:lnTo>
                  <a:pt x="1707584" y="853487"/>
                </a:lnTo>
                <a:close/>
                <a:moveTo>
                  <a:pt x="1085509" y="2246309"/>
                </a:moveTo>
                <a:lnTo>
                  <a:pt x="1098781" y="2243544"/>
                </a:lnTo>
                <a:lnTo>
                  <a:pt x="1093615" y="2239647"/>
                </a:lnTo>
                <a:lnTo>
                  <a:pt x="1089076" y="2243030"/>
                </a:lnTo>
                <a:close/>
                <a:moveTo>
                  <a:pt x="1736882" y="787334"/>
                </a:moveTo>
                <a:lnTo>
                  <a:pt x="1726827" y="810821"/>
                </a:lnTo>
                <a:lnTo>
                  <a:pt x="1728578" y="818165"/>
                </a:lnTo>
                <a:lnTo>
                  <a:pt x="1729725" y="823999"/>
                </a:lnTo>
                <a:close/>
                <a:moveTo>
                  <a:pt x="1690704" y="890675"/>
                </a:moveTo>
                <a:lnTo>
                  <a:pt x="1690046" y="892868"/>
                </a:lnTo>
                <a:lnTo>
                  <a:pt x="1690394" y="902677"/>
                </a:lnTo>
                <a:lnTo>
                  <a:pt x="1694419" y="885861"/>
                </a:lnTo>
                <a:close/>
                <a:moveTo>
                  <a:pt x="1737509" y="785868"/>
                </a:moveTo>
                <a:lnTo>
                  <a:pt x="1737393" y="786140"/>
                </a:lnTo>
                <a:lnTo>
                  <a:pt x="1736273" y="792321"/>
                </a:lnTo>
                <a:lnTo>
                  <a:pt x="1729907" y="824929"/>
                </a:lnTo>
                <a:lnTo>
                  <a:pt x="1733619" y="843817"/>
                </a:lnTo>
                <a:lnTo>
                  <a:pt x="1733620" y="843467"/>
                </a:lnTo>
                <a:lnTo>
                  <a:pt x="1733332" y="820610"/>
                </a:lnTo>
                <a:lnTo>
                  <a:pt x="1733541" y="820867"/>
                </a:lnTo>
                <a:lnTo>
                  <a:pt x="1733844" y="844960"/>
                </a:lnTo>
                <a:lnTo>
                  <a:pt x="1735755" y="854684"/>
                </a:lnTo>
                <a:lnTo>
                  <a:pt x="1739288" y="846742"/>
                </a:lnTo>
                <a:lnTo>
                  <a:pt x="1744019" y="818994"/>
                </a:lnTo>
                <a:close/>
                <a:moveTo>
                  <a:pt x="1681824" y="910512"/>
                </a:moveTo>
                <a:lnTo>
                  <a:pt x="1678895" y="918579"/>
                </a:lnTo>
                <a:lnTo>
                  <a:pt x="1679535" y="924279"/>
                </a:lnTo>
                <a:lnTo>
                  <a:pt x="1679808" y="923829"/>
                </a:lnTo>
                <a:lnTo>
                  <a:pt x="1681763" y="917315"/>
                </a:lnTo>
                <a:lnTo>
                  <a:pt x="1682203" y="915476"/>
                </a:lnTo>
                <a:lnTo>
                  <a:pt x="1682301" y="914761"/>
                </a:lnTo>
                <a:close/>
                <a:moveTo>
                  <a:pt x="1702420" y="864318"/>
                </a:moveTo>
                <a:lnTo>
                  <a:pt x="1702492" y="864631"/>
                </a:lnTo>
                <a:lnTo>
                  <a:pt x="1702798" y="864087"/>
                </a:lnTo>
                <a:lnTo>
                  <a:pt x="1702792" y="863536"/>
                </a:lnTo>
                <a:close/>
                <a:moveTo>
                  <a:pt x="1701026" y="867237"/>
                </a:moveTo>
                <a:lnTo>
                  <a:pt x="1702105" y="865320"/>
                </a:lnTo>
                <a:lnTo>
                  <a:pt x="1702051" y="865088"/>
                </a:lnTo>
                <a:close/>
                <a:moveTo>
                  <a:pt x="1109617" y="2191422"/>
                </a:moveTo>
                <a:lnTo>
                  <a:pt x="1109780" y="2191657"/>
                </a:lnTo>
                <a:lnTo>
                  <a:pt x="1110370" y="2191277"/>
                </a:lnTo>
                <a:close/>
                <a:moveTo>
                  <a:pt x="1119460" y="2169252"/>
                </a:moveTo>
                <a:lnTo>
                  <a:pt x="1119847" y="2169653"/>
                </a:lnTo>
                <a:lnTo>
                  <a:pt x="1120469" y="2168665"/>
                </a:lnTo>
                <a:close/>
                <a:moveTo>
                  <a:pt x="1697437" y="874765"/>
                </a:moveTo>
                <a:lnTo>
                  <a:pt x="1699287" y="890568"/>
                </a:lnTo>
                <a:lnTo>
                  <a:pt x="1700069" y="897144"/>
                </a:lnTo>
                <a:lnTo>
                  <a:pt x="1701534" y="893442"/>
                </a:lnTo>
                <a:lnTo>
                  <a:pt x="1701619" y="892756"/>
                </a:lnTo>
                <a:lnTo>
                  <a:pt x="1702884" y="872171"/>
                </a:lnTo>
                <a:lnTo>
                  <a:pt x="1702846" y="868518"/>
                </a:lnTo>
                <a:lnTo>
                  <a:pt x="1702217" y="865807"/>
                </a:lnTo>
                <a:lnTo>
                  <a:pt x="1698109" y="873355"/>
                </a:lnTo>
                <a:close/>
                <a:moveTo>
                  <a:pt x="1683521" y="905839"/>
                </a:moveTo>
                <a:lnTo>
                  <a:pt x="1682487" y="908687"/>
                </a:lnTo>
                <a:lnTo>
                  <a:pt x="1682778" y="911272"/>
                </a:lnTo>
                <a:close/>
                <a:moveTo>
                  <a:pt x="1695617" y="878584"/>
                </a:moveTo>
                <a:lnTo>
                  <a:pt x="1695655" y="878817"/>
                </a:lnTo>
                <a:lnTo>
                  <a:pt x="1695732" y="878342"/>
                </a:lnTo>
                <a:close/>
                <a:moveTo>
                  <a:pt x="1684446" y="903292"/>
                </a:moveTo>
                <a:lnTo>
                  <a:pt x="1684194" y="903984"/>
                </a:lnTo>
                <a:lnTo>
                  <a:pt x="1683183" y="911383"/>
                </a:lnTo>
                <a:lnTo>
                  <a:pt x="1684805" y="904607"/>
                </a:lnTo>
                <a:lnTo>
                  <a:pt x="1684812" y="904574"/>
                </a:lnTo>
                <a:close/>
                <a:moveTo>
                  <a:pt x="1692151" y="885851"/>
                </a:moveTo>
                <a:lnTo>
                  <a:pt x="1690821" y="890285"/>
                </a:lnTo>
                <a:lnTo>
                  <a:pt x="1694502" y="885514"/>
                </a:lnTo>
                <a:lnTo>
                  <a:pt x="1694688" y="884739"/>
                </a:lnTo>
                <a:lnTo>
                  <a:pt x="1695442" y="880111"/>
                </a:lnTo>
                <a:lnTo>
                  <a:pt x="1695304" y="879240"/>
                </a:lnTo>
                <a:close/>
                <a:moveTo>
                  <a:pt x="1685847" y="899920"/>
                </a:moveTo>
                <a:lnTo>
                  <a:pt x="1685786" y="900066"/>
                </a:lnTo>
                <a:lnTo>
                  <a:pt x="1685803" y="900122"/>
                </a:lnTo>
                <a:close/>
                <a:moveTo>
                  <a:pt x="1112811" y="2182992"/>
                </a:moveTo>
                <a:lnTo>
                  <a:pt x="1116250" y="2183355"/>
                </a:lnTo>
                <a:lnTo>
                  <a:pt x="1116889" y="2182906"/>
                </a:lnTo>
                <a:lnTo>
                  <a:pt x="1114826" y="2181310"/>
                </a:lnTo>
                <a:close/>
                <a:moveTo>
                  <a:pt x="1077667" y="2261221"/>
                </a:moveTo>
                <a:lnTo>
                  <a:pt x="1081244" y="2264418"/>
                </a:lnTo>
                <a:lnTo>
                  <a:pt x="1082168" y="2264051"/>
                </a:lnTo>
                <a:lnTo>
                  <a:pt x="1092845" y="2256644"/>
                </a:lnTo>
                <a:lnTo>
                  <a:pt x="1093965" y="2255308"/>
                </a:lnTo>
                <a:lnTo>
                  <a:pt x="1094984" y="2254061"/>
                </a:lnTo>
                <a:lnTo>
                  <a:pt x="1084296" y="2258544"/>
                </a:lnTo>
                <a:close/>
                <a:moveTo>
                  <a:pt x="1117706" y="2170271"/>
                </a:moveTo>
                <a:lnTo>
                  <a:pt x="1118894" y="2171167"/>
                </a:lnTo>
                <a:lnTo>
                  <a:pt x="1119619" y="2170016"/>
                </a:lnTo>
                <a:lnTo>
                  <a:pt x="1119089" y="2169468"/>
                </a:lnTo>
                <a:close/>
                <a:moveTo>
                  <a:pt x="1111227" y="2184561"/>
                </a:moveTo>
                <a:lnTo>
                  <a:pt x="1113608" y="2185212"/>
                </a:lnTo>
                <a:lnTo>
                  <a:pt x="1114403" y="2184653"/>
                </a:lnTo>
                <a:lnTo>
                  <a:pt x="1114006" y="2184529"/>
                </a:lnTo>
                <a:lnTo>
                  <a:pt x="1111490" y="2184263"/>
                </a:lnTo>
                <a:close/>
                <a:moveTo>
                  <a:pt x="1076807" y="2261569"/>
                </a:moveTo>
                <a:lnTo>
                  <a:pt x="1078462" y="2265524"/>
                </a:lnTo>
                <a:lnTo>
                  <a:pt x="1080420" y="2264746"/>
                </a:lnTo>
                <a:lnTo>
                  <a:pt x="1076837" y="2261556"/>
                </a:lnTo>
                <a:close/>
                <a:moveTo>
                  <a:pt x="1109526" y="2188278"/>
                </a:moveTo>
                <a:lnTo>
                  <a:pt x="1110703" y="2188832"/>
                </a:lnTo>
                <a:lnTo>
                  <a:pt x="1115647" y="2187875"/>
                </a:lnTo>
                <a:lnTo>
                  <a:pt x="1116769" y="2187152"/>
                </a:lnTo>
                <a:lnTo>
                  <a:pt x="1112774" y="2186060"/>
                </a:lnTo>
                <a:close/>
                <a:moveTo>
                  <a:pt x="1094004" y="2222230"/>
                </a:moveTo>
                <a:lnTo>
                  <a:pt x="1096125" y="2223927"/>
                </a:lnTo>
                <a:lnTo>
                  <a:pt x="1102564" y="2220095"/>
                </a:lnTo>
                <a:lnTo>
                  <a:pt x="1095632" y="2220220"/>
                </a:lnTo>
                <a:close/>
                <a:moveTo>
                  <a:pt x="1694898" y="876697"/>
                </a:moveTo>
                <a:lnTo>
                  <a:pt x="1694618" y="877630"/>
                </a:lnTo>
                <a:lnTo>
                  <a:pt x="1694940" y="876956"/>
                </a:lnTo>
                <a:close/>
                <a:moveTo>
                  <a:pt x="1116479" y="2171702"/>
                </a:moveTo>
                <a:lnTo>
                  <a:pt x="1116526" y="2171728"/>
                </a:lnTo>
                <a:lnTo>
                  <a:pt x="1118712" y="2171456"/>
                </a:lnTo>
                <a:lnTo>
                  <a:pt x="1118766" y="2171370"/>
                </a:lnTo>
                <a:lnTo>
                  <a:pt x="1117462" y="2170412"/>
                </a:lnTo>
                <a:lnTo>
                  <a:pt x="1117340" y="2170484"/>
                </a:lnTo>
                <a:close/>
                <a:moveTo>
                  <a:pt x="1105354" y="2195916"/>
                </a:moveTo>
                <a:lnTo>
                  <a:pt x="1105419" y="2195997"/>
                </a:lnTo>
                <a:lnTo>
                  <a:pt x="1111005" y="2194748"/>
                </a:lnTo>
                <a:lnTo>
                  <a:pt x="1111416" y="2194583"/>
                </a:lnTo>
                <a:lnTo>
                  <a:pt x="1110416" y="2193151"/>
                </a:lnTo>
                <a:close/>
                <a:moveTo>
                  <a:pt x="1695711" y="873897"/>
                </a:moveTo>
                <a:lnTo>
                  <a:pt x="1695207" y="875666"/>
                </a:lnTo>
                <a:lnTo>
                  <a:pt x="1695170" y="875789"/>
                </a:lnTo>
                <a:lnTo>
                  <a:pt x="1695252" y="876300"/>
                </a:lnTo>
                <a:lnTo>
                  <a:pt x="1695847" y="875054"/>
                </a:lnTo>
                <a:close/>
                <a:moveTo>
                  <a:pt x="1715950" y="828334"/>
                </a:moveTo>
                <a:lnTo>
                  <a:pt x="1716214" y="832343"/>
                </a:lnTo>
                <a:lnTo>
                  <a:pt x="1724568" y="814824"/>
                </a:lnTo>
                <a:lnTo>
                  <a:pt x="1725634" y="812333"/>
                </a:lnTo>
                <a:lnTo>
                  <a:pt x="1725025" y="809236"/>
                </a:lnTo>
                <a:lnTo>
                  <a:pt x="1722360" y="815189"/>
                </a:lnTo>
                <a:close/>
                <a:moveTo>
                  <a:pt x="1693214" y="879151"/>
                </a:moveTo>
                <a:lnTo>
                  <a:pt x="1692412" y="881360"/>
                </a:lnTo>
                <a:lnTo>
                  <a:pt x="1692246" y="882378"/>
                </a:lnTo>
                <a:close/>
                <a:moveTo>
                  <a:pt x="1090885" y="2227511"/>
                </a:moveTo>
                <a:lnTo>
                  <a:pt x="1091175" y="2227882"/>
                </a:lnTo>
                <a:lnTo>
                  <a:pt x="1096232" y="2226111"/>
                </a:lnTo>
                <a:lnTo>
                  <a:pt x="1094933" y="2225175"/>
                </a:lnTo>
                <a:close/>
                <a:moveTo>
                  <a:pt x="1115850" y="2171350"/>
                </a:moveTo>
                <a:lnTo>
                  <a:pt x="1115985" y="2171425"/>
                </a:lnTo>
                <a:lnTo>
                  <a:pt x="1116168" y="2171165"/>
                </a:lnTo>
                <a:close/>
                <a:moveTo>
                  <a:pt x="1108410" y="2187752"/>
                </a:moveTo>
                <a:lnTo>
                  <a:pt x="1109357" y="2188198"/>
                </a:lnTo>
                <a:lnTo>
                  <a:pt x="1112505" y="2185987"/>
                </a:lnTo>
                <a:lnTo>
                  <a:pt x="1110461" y="2185428"/>
                </a:lnTo>
                <a:close/>
                <a:moveTo>
                  <a:pt x="1710592" y="839318"/>
                </a:moveTo>
                <a:lnTo>
                  <a:pt x="1710872" y="843546"/>
                </a:lnTo>
                <a:lnTo>
                  <a:pt x="1715748" y="833320"/>
                </a:lnTo>
                <a:lnTo>
                  <a:pt x="1715483" y="829292"/>
                </a:lnTo>
                <a:close/>
                <a:moveTo>
                  <a:pt x="1110424" y="2182740"/>
                </a:moveTo>
                <a:lnTo>
                  <a:pt x="1110614" y="2182761"/>
                </a:lnTo>
                <a:lnTo>
                  <a:pt x="1110814" y="2182534"/>
                </a:lnTo>
                <a:close/>
                <a:moveTo>
                  <a:pt x="1708005" y="844623"/>
                </a:moveTo>
                <a:lnTo>
                  <a:pt x="1708018" y="844640"/>
                </a:lnTo>
                <a:lnTo>
                  <a:pt x="1707928" y="849719"/>
                </a:lnTo>
                <a:lnTo>
                  <a:pt x="1710524" y="844276"/>
                </a:lnTo>
                <a:lnTo>
                  <a:pt x="1710244" y="840033"/>
                </a:lnTo>
                <a:close/>
                <a:moveTo>
                  <a:pt x="1706554" y="847599"/>
                </a:moveTo>
                <a:lnTo>
                  <a:pt x="1706911" y="851850"/>
                </a:lnTo>
                <a:lnTo>
                  <a:pt x="1707641" y="850322"/>
                </a:lnTo>
                <a:lnTo>
                  <a:pt x="1707731" y="845184"/>
                </a:lnTo>
                <a:close/>
                <a:moveTo>
                  <a:pt x="1697455" y="867780"/>
                </a:moveTo>
                <a:lnTo>
                  <a:pt x="1696862" y="869860"/>
                </a:lnTo>
                <a:lnTo>
                  <a:pt x="1696968" y="870765"/>
                </a:lnTo>
                <a:close/>
                <a:moveTo>
                  <a:pt x="1703386" y="854095"/>
                </a:moveTo>
                <a:lnTo>
                  <a:pt x="1703383" y="854538"/>
                </a:lnTo>
                <a:lnTo>
                  <a:pt x="1703720" y="858544"/>
                </a:lnTo>
                <a:lnTo>
                  <a:pt x="1703932" y="858098"/>
                </a:lnTo>
                <a:lnTo>
                  <a:pt x="1704291" y="852262"/>
                </a:lnTo>
                <a:lnTo>
                  <a:pt x="1704291" y="852241"/>
                </a:lnTo>
                <a:close/>
                <a:moveTo>
                  <a:pt x="1114840" y="2171938"/>
                </a:moveTo>
                <a:lnTo>
                  <a:pt x="1115698" y="2171831"/>
                </a:lnTo>
                <a:lnTo>
                  <a:pt x="1115785" y="2171708"/>
                </a:lnTo>
                <a:lnTo>
                  <a:pt x="1115505" y="2171551"/>
                </a:lnTo>
                <a:close/>
                <a:moveTo>
                  <a:pt x="1090317" y="2226785"/>
                </a:moveTo>
                <a:lnTo>
                  <a:pt x="1090637" y="2227194"/>
                </a:lnTo>
                <a:lnTo>
                  <a:pt x="1094524" y="2224880"/>
                </a:lnTo>
                <a:lnTo>
                  <a:pt x="1092840" y="2223669"/>
                </a:lnTo>
                <a:close/>
                <a:moveTo>
                  <a:pt x="1695440" y="871582"/>
                </a:moveTo>
                <a:lnTo>
                  <a:pt x="1695114" y="872523"/>
                </a:lnTo>
                <a:lnTo>
                  <a:pt x="1694838" y="873712"/>
                </a:lnTo>
                <a:lnTo>
                  <a:pt x="1694841" y="873728"/>
                </a:lnTo>
                <a:lnTo>
                  <a:pt x="1695453" y="871689"/>
                </a:lnTo>
                <a:close/>
                <a:moveTo>
                  <a:pt x="1109285" y="2184030"/>
                </a:moveTo>
                <a:lnTo>
                  <a:pt x="1109452" y="2184076"/>
                </a:lnTo>
                <a:lnTo>
                  <a:pt x="1109475" y="2184050"/>
                </a:lnTo>
                <a:close/>
                <a:moveTo>
                  <a:pt x="1106785" y="2189592"/>
                </a:moveTo>
                <a:lnTo>
                  <a:pt x="1106987" y="2189552"/>
                </a:lnTo>
                <a:lnTo>
                  <a:pt x="1106868" y="2189497"/>
                </a:lnTo>
                <a:close/>
                <a:moveTo>
                  <a:pt x="1701126" y="858728"/>
                </a:moveTo>
                <a:lnTo>
                  <a:pt x="1701945" y="862266"/>
                </a:lnTo>
                <a:lnTo>
                  <a:pt x="1702603" y="860884"/>
                </a:lnTo>
                <a:lnTo>
                  <a:pt x="1702232" y="856462"/>
                </a:lnTo>
                <a:close/>
                <a:moveTo>
                  <a:pt x="1695404" y="871275"/>
                </a:moveTo>
                <a:lnTo>
                  <a:pt x="1695388" y="871348"/>
                </a:lnTo>
                <a:lnTo>
                  <a:pt x="1695407" y="871296"/>
                </a:lnTo>
                <a:close/>
                <a:moveTo>
                  <a:pt x="1699073" y="862939"/>
                </a:moveTo>
                <a:lnTo>
                  <a:pt x="1697746" y="871069"/>
                </a:lnTo>
                <a:lnTo>
                  <a:pt x="1701577" y="863036"/>
                </a:lnTo>
                <a:lnTo>
                  <a:pt x="1700756" y="859487"/>
                </a:lnTo>
                <a:close/>
                <a:moveTo>
                  <a:pt x="1089381" y="2227941"/>
                </a:moveTo>
                <a:lnTo>
                  <a:pt x="1089628" y="2227795"/>
                </a:lnTo>
                <a:lnTo>
                  <a:pt x="1089564" y="2227715"/>
                </a:lnTo>
                <a:close/>
                <a:moveTo>
                  <a:pt x="1706426" y="846068"/>
                </a:moveTo>
                <a:lnTo>
                  <a:pt x="1706469" y="846585"/>
                </a:lnTo>
                <a:lnTo>
                  <a:pt x="1709988" y="839371"/>
                </a:lnTo>
                <a:close/>
                <a:moveTo>
                  <a:pt x="1088802" y="2228713"/>
                </a:moveTo>
                <a:lnTo>
                  <a:pt x="1090021" y="2228286"/>
                </a:lnTo>
                <a:lnTo>
                  <a:pt x="1089870" y="2228098"/>
                </a:lnTo>
                <a:close/>
                <a:moveTo>
                  <a:pt x="1098070" y="2207869"/>
                </a:moveTo>
                <a:lnTo>
                  <a:pt x="1099010" y="2208709"/>
                </a:lnTo>
                <a:lnTo>
                  <a:pt x="1102866" y="2208459"/>
                </a:lnTo>
                <a:lnTo>
                  <a:pt x="1104952" y="2205882"/>
                </a:lnTo>
                <a:close/>
                <a:moveTo>
                  <a:pt x="1100787" y="2201249"/>
                </a:moveTo>
                <a:lnTo>
                  <a:pt x="1103361" y="2202993"/>
                </a:lnTo>
                <a:lnTo>
                  <a:pt x="1105244" y="2202450"/>
                </a:lnTo>
                <a:lnTo>
                  <a:pt x="1102377" y="2200894"/>
                </a:lnTo>
                <a:close/>
                <a:moveTo>
                  <a:pt x="1703404" y="851747"/>
                </a:moveTo>
                <a:lnTo>
                  <a:pt x="1703396" y="852887"/>
                </a:lnTo>
                <a:lnTo>
                  <a:pt x="1704278" y="851077"/>
                </a:lnTo>
                <a:lnTo>
                  <a:pt x="1704268" y="850123"/>
                </a:lnTo>
                <a:close/>
                <a:moveTo>
                  <a:pt x="1115170" y="2168358"/>
                </a:moveTo>
                <a:lnTo>
                  <a:pt x="1115966" y="2168958"/>
                </a:lnTo>
                <a:lnTo>
                  <a:pt x="1117367" y="2168143"/>
                </a:lnTo>
                <a:lnTo>
                  <a:pt x="1115279" y="2168356"/>
                </a:lnTo>
                <a:close/>
                <a:moveTo>
                  <a:pt x="1108802" y="2182569"/>
                </a:moveTo>
                <a:lnTo>
                  <a:pt x="1109610" y="2182654"/>
                </a:lnTo>
                <a:lnTo>
                  <a:pt x="1111669" y="2181566"/>
                </a:lnTo>
                <a:lnTo>
                  <a:pt x="1112729" y="2180365"/>
                </a:lnTo>
                <a:lnTo>
                  <a:pt x="1110872" y="2179639"/>
                </a:lnTo>
                <a:close/>
                <a:moveTo>
                  <a:pt x="1700337" y="857673"/>
                </a:moveTo>
                <a:lnTo>
                  <a:pt x="1699391" y="860988"/>
                </a:lnTo>
                <a:lnTo>
                  <a:pt x="1699364" y="861152"/>
                </a:lnTo>
                <a:lnTo>
                  <a:pt x="1700570" y="858682"/>
                </a:lnTo>
                <a:close/>
                <a:moveTo>
                  <a:pt x="1700691" y="856848"/>
                </a:moveTo>
                <a:lnTo>
                  <a:pt x="1700940" y="857923"/>
                </a:lnTo>
                <a:lnTo>
                  <a:pt x="1702147" y="855448"/>
                </a:lnTo>
                <a:lnTo>
                  <a:pt x="1702050" y="854294"/>
                </a:lnTo>
                <a:close/>
                <a:moveTo>
                  <a:pt x="1079549" y="2247551"/>
                </a:moveTo>
                <a:lnTo>
                  <a:pt x="1081905" y="2247060"/>
                </a:lnTo>
                <a:lnTo>
                  <a:pt x="1091613" y="2238137"/>
                </a:lnTo>
                <a:lnTo>
                  <a:pt x="1090187" y="2237061"/>
                </a:lnTo>
                <a:close/>
                <a:moveTo>
                  <a:pt x="1091581" y="2220293"/>
                </a:moveTo>
                <a:lnTo>
                  <a:pt x="1092618" y="2221122"/>
                </a:lnTo>
                <a:lnTo>
                  <a:pt x="1093314" y="2220262"/>
                </a:lnTo>
                <a:close/>
                <a:moveTo>
                  <a:pt x="1697257" y="863304"/>
                </a:moveTo>
                <a:lnTo>
                  <a:pt x="1696484" y="866630"/>
                </a:lnTo>
                <a:lnTo>
                  <a:pt x="1696525" y="866976"/>
                </a:lnTo>
                <a:lnTo>
                  <a:pt x="1697414" y="865152"/>
                </a:lnTo>
                <a:lnTo>
                  <a:pt x="1698445" y="861715"/>
                </a:lnTo>
                <a:lnTo>
                  <a:pt x="1698597" y="860786"/>
                </a:lnTo>
                <a:close/>
                <a:moveTo>
                  <a:pt x="1103191" y="2193252"/>
                </a:moveTo>
                <a:lnTo>
                  <a:pt x="1104605" y="2194994"/>
                </a:lnTo>
                <a:lnTo>
                  <a:pt x="1109500" y="2191838"/>
                </a:lnTo>
                <a:lnTo>
                  <a:pt x="1109259" y="2191492"/>
                </a:lnTo>
                <a:lnTo>
                  <a:pt x="1104031" y="2192504"/>
                </a:lnTo>
                <a:close/>
                <a:moveTo>
                  <a:pt x="1106164" y="2186304"/>
                </a:moveTo>
                <a:lnTo>
                  <a:pt x="1106520" y="2186861"/>
                </a:lnTo>
                <a:lnTo>
                  <a:pt x="1106764" y="2186976"/>
                </a:lnTo>
                <a:lnTo>
                  <a:pt x="1107256" y="2186564"/>
                </a:lnTo>
                <a:lnTo>
                  <a:pt x="1108687" y="2184943"/>
                </a:lnTo>
                <a:lnTo>
                  <a:pt x="1107378" y="2184586"/>
                </a:lnTo>
                <a:close/>
                <a:moveTo>
                  <a:pt x="1068800" y="2269899"/>
                </a:moveTo>
                <a:lnTo>
                  <a:pt x="1070134" y="2271265"/>
                </a:lnTo>
                <a:lnTo>
                  <a:pt x="1074417" y="2269427"/>
                </a:lnTo>
                <a:lnTo>
                  <a:pt x="1078425" y="2266647"/>
                </a:lnTo>
                <a:lnTo>
                  <a:pt x="1077695" y="2266363"/>
                </a:lnTo>
                <a:close/>
                <a:moveTo>
                  <a:pt x="1701879" y="852262"/>
                </a:moveTo>
                <a:lnTo>
                  <a:pt x="1700810" y="856014"/>
                </a:lnTo>
                <a:lnTo>
                  <a:pt x="1701114" y="855461"/>
                </a:lnTo>
                <a:lnTo>
                  <a:pt x="1702007" y="853781"/>
                </a:lnTo>
                <a:close/>
                <a:moveTo>
                  <a:pt x="1071493" y="2263714"/>
                </a:moveTo>
                <a:lnTo>
                  <a:pt x="1074570" y="2264957"/>
                </a:lnTo>
                <a:lnTo>
                  <a:pt x="1077258" y="2266003"/>
                </a:lnTo>
                <a:lnTo>
                  <a:pt x="1078183" y="2265635"/>
                </a:lnTo>
                <a:lnTo>
                  <a:pt x="1076529" y="2261680"/>
                </a:lnTo>
                <a:close/>
                <a:moveTo>
                  <a:pt x="1703428" y="848663"/>
                </a:moveTo>
                <a:lnTo>
                  <a:pt x="1703409" y="851145"/>
                </a:lnTo>
                <a:lnTo>
                  <a:pt x="1704262" y="849542"/>
                </a:lnTo>
                <a:lnTo>
                  <a:pt x="1704240" y="847487"/>
                </a:lnTo>
                <a:close/>
                <a:moveTo>
                  <a:pt x="1776626" y="684695"/>
                </a:moveTo>
                <a:lnTo>
                  <a:pt x="1776745" y="684868"/>
                </a:lnTo>
                <a:lnTo>
                  <a:pt x="1774874" y="710964"/>
                </a:lnTo>
                <a:lnTo>
                  <a:pt x="1771739" y="744364"/>
                </a:lnTo>
                <a:lnTo>
                  <a:pt x="1775592" y="699136"/>
                </a:lnTo>
                <a:close/>
                <a:moveTo>
                  <a:pt x="1074613" y="2256324"/>
                </a:moveTo>
                <a:lnTo>
                  <a:pt x="1076061" y="2259784"/>
                </a:lnTo>
                <a:lnTo>
                  <a:pt x="1077491" y="2261064"/>
                </a:lnTo>
                <a:lnTo>
                  <a:pt x="1095400" y="2253552"/>
                </a:lnTo>
                <a:lnTo>
                  <a:pt x="1099298" y="2248776"/>
                </a:lnTo>
                <a:lnTo>
                  <a:pt x="1086647" y="2251412"/>
                </a:lnTo>
                <a:lnTo>
                  <a:pt x="1079270" y="2252043"/>
                </a:lnTo>
                <a:close/>
                <a:moveTo>
                  <a:pt x="1702947" y="849357"/>
                </a:moveTo>
                <a:lnTo>
                  <a:pt x="1703085" y="850990"/>
                </a:lnTo>
                <a:lnTo>
                  <a:pt x="1703099" y="849138"/>
                </a:lnTo>
                <a:close/>
                <a:moveTo>
                  <a:pt x="1102468" y="2193896"/>
                </a:moveTo>
                <a:lnTo>
                  <a:pt x="1104116" y="2195262"/>
                </a:lnTo>
                <a:lnTo>
                  <a:pt x="1104157" y="2195239"/>
                </a:lnTo>
                <a:lnTo>
                  <a:pt x="1102816" y="2193587"/>
                </a:lnTo>
                <a:close/>
                <a:moveTo>
                  <a:pt x="1104130" y="2189183"/>
                </a:moveTo>
                <a:lnTo>
                  <a:pt x="1104876" y="2188558"/>
                </a:lnTo>
                <a:lnTo>
                  <a:pt x="1104648" y="2188450"/>
                </a:lnTo>
                <a:close/>
                <a:moveTo>
                  <a:pt x="1703109" y="847950"/>
                </a:moveTo>
                <a:lnTo>
                  <a:pt x="1702893" y="848707"/>
                </a:lnTo>
                <a:lnTo>
                  <a:pt x="1702930" y="849152"/>
                </a:lnTo>
                <a:lnTo>
                  <a:pt x="1703101" y="848904"/>
                </a:lnTo>
                <a:close/>
                <a:moveTo>
                  <a:pt x="1669265" y="923696"/>
                </a:moveTo>
                <a:lnTo>
                  <a:pt x="1669269" y="923711"/>
                </a:lnTo>
                <a:lnTo>
                  <a:pt x="1669293" y="923669"/>
                </a:lnTo>
                <a:close/>
                <a:moveTo>
                  <a:pt x="1073418" y="2257423"/>
                </a:moveTo>
                <a:lnTo>
                  <a:pt x="1075542" y="2259322"/>
                </a:lnTo>
                <a:lnTo>
                  <a:pt x="1074378" y="2256539"/>
                </a:lnTo>
                <a:close/>
                <a:moveTo>
                  <a:pt x="1700777" y="852497"/>
                </a:moveTo>
                <a:lnTo>
                  <a:pt x="1700326" y="855266"/>
                </a:lnTo>
                <a:lnTo>
                  <a:pt x="1700349" y="855368"/>
                </a:lnTo>
                <a:lnTo>
                  <a:pt x="1701544" y="851388"/>
                </a:lnTo>
                <a:close/>
                <a:moveTo>
                  <a:pt x="1105537" y="2185323"/>
                </a:moveTo>
                <a:lnTo>
                  <a:pt x="1105836" y="2185791"/>
                </a:lnTo>
                <a:lnTo>
                  <a:pt x="1106542" y="2184792"/>
                </a:lnTo>
                <a:close/>
                <a:moveTo>
                  <a:pt x="1674776" y="910631"/>
                </a:moveTo>
                <a:lnTo>
                  <a:pt x="1674784" y="910692"/>
                </a:lnTo>
                <a:lnTo>
                  <a:pt x="1675041" y="910369"/>
                </a:lnTo>
                <a:lnTo>
                  <a:pt x="1675267" y="909825"/>
                </a:lnTo>
                <a:close/>
                <a:moveTo>
                  <a:pt x="1703806" y="845501"/>
                </a:moveTo>
                <a:lnTo>
                  <a:pt x="1703442" y="846779"/>
                </a:lnTo>
                <a:lnTo>
                  <a:pt x="1703430" y="848429"/>
                </a:lnTo>
                <a:lnTo>
                  <a:pt x="1704220" y="847286"/>
                </a:lnTo>
                <a:close/>
                <a:moveTo>
                  <a:pt x="1064430" y="2276866"/>
                </a:moveTo>
                <a:lnTo>
                  <a:pt x="1070168" y="2273386"/>
                </a:lnTo>
                <a:lnTo>
                  <a:pt x="1068374" y="2274132"/>
                </a:lnTo>
                <a:close/>
                <a:moveTo>
                  <a:pt x="1669859" y="920726"/>
                </a:moveTo>
                <a:lnTo>
                  <a:pt x="1669064" y="922917"/>
                </a:lnTo>
                <a:lnTo>
                  <a:pt x="1669081" y="923061"/>
                </a:lnTo>
                <a:lnTo>
                  <a:pt x="1669208" y="923500"/>
                </a:lnTo>
                <a:lnTo>
                  <a:pt x="1669607" y="923110"/>
                </a:lnTo>
                <a:lnTo>
                  <a:pt x="1670049" y="922324"/>
                </a:lnTo>
                <a:lnTo>
                  <a:pt x="1671540" y="918753"/>
                </a:lnTo>
                <a:close/>
                <a:moveTo>
                  <a:pt x="1699259" y="854694"/>
                </a:moveTo>
                <a:lnTo>
                  <a:pt x="1697591" y="861869"/>
                </a:lnTo>
                <a:lnTo>
                  <a:pt x="1698770" y="859724"/>
                </a:lnTo>
                <a:lnTo>
                  <a:pt x="1699614" y="854554"/>
                </a:lnTo>
                <a:lnTo>
                  <a:pt x="1699550" y="854273"/>
                </a:lnTo>
                <a:close/>
                <a:moveTo>
                  <a:pt x="1101416" y="2193024"/>
                </a:moveTo>
                <a:lnTo>
                  <a:pt x="1101494" y="2193089"/>
                </a:lnTo>
                <a:lnTo>
                  <a:pt x="1101593" y="2192977"/>
                </a:lnTo>
                <a:lnTo>
                  <a:pt x="1101426" y="2193009"/>
                </a:lnTo>
                <a:close/>
                <a:moveTo>
                  <a:pt x="1699453" y="853856"/>
                </a:moveTo>
                <a:lnTo>
                  <a:pt x="1699339" y="854348"/>
                </a:lnTo>
                <a:lnTo>
                  <a:pt x="1699510" y="854102"/>
                </a:lnTo>
                <a:close/>
                <a:moveTo>
                  <a:pt x="1104462" y="2185891"/>
                </a:moveTo>
                <a:lnTo>
                  <a:pt x="1105440" y="2186352"/>
                </a:lnTo>
                <a:lnTo>
                  <a:pt x="1105556" y="2186188"/>
                </a:lnTo>
                <a:lnTo>
                  <a:pt x="1105110" y="2185549"/>
                </a:lnTo>
                <a:close/>
                <a:moveTo>
                  <a:pt x="1671681" y="915709"/>
                </a:moveTo>
                <a:lnTo>
                  <a:pt x="1670043" y="920221"/>
                </a:lnTo>
                <a:lnTo>
                  <a:pt x="1671778" y="918183"/>
                </a:lnTo>
                <a:lnTo>
                  <a:pt x="1672370" y="916764"/>
                </a:lnTo>
                <a:lnTo>
                  <a:pt x="1672457" y="915788"/>
                </a:lnTo>
                <a:lnTo>
                  <a:pt x="1672193" y="914870"/>
                </a:lnTo>
                <a:close/>
                <a:moveTo>
                  <a:pt x="1073811" y="2254408"/>
                </a:moveTo>
                <a:lnTo>
                  <a:pt x="1073839" y="2254474"/>
                </a:lnTo>
                <a:lnTo>
                  <a:pt x="1074335" y="2254018"/>
                </a:lnTo>
                <a:close/>
                <a:moveTo>
                  <a:pt x="1094043" y="2209031"/>
                </a:moveTo>
                <a:lnTo>
                  <a:pt x="1098049" y="2208772"/>
                </a:lnTo>
                <a:lnTo>
                  <a:pt x="1097272" y="2208099"/>
                </a:lnTo>
                <a:close/>
                <a:moveTo>
                  <a:pt x="1703463" y="844020"/>
                </a:moveTo>
                <a:lnTo>
                  <a:pt x="1703456" y="845014"/>
                </a:lnTo>
                <a:lnTo>
                  <a:pt x="1703590" y="844567"/>
                </a:lnTo>
                <a:close/>
                <a:moveTo>
                  <a:pt x="1735021" y="773208"/>
                </a:moveTo>
                <a:lnTo>
                  <a:pt x="1724000" y="798955"/>
                </a:lnTo>
                <a:lnTo>
                  <a:pt x="1725870" y="806804"/>
                </a:lnTo>
                <a:lnTo>
                  <a:pt x="1727081" y="804321"/>
                </a:lnTo>
                <a:lnTo>
                  <a:pt x="1732996" y="791106"/>
                </a:lnTo>
                <a:lnTo>
                  <a:pt x="1733047" y="791309"/>
                </a:lnTo>
                <a:lnTo>
                  <a:pt x="1725955" y="807156"/>
                </a:lnTo>
                <a:lnTo>
                  <a:pt x="1726633" y="810001"/>
                </a:lnTo>
                <a:lnTo>
                  <a:pt x="1737337" y="784994"/>
                </a:lnTo>
                <a:close/>
                <a:moveTo>
                  <a:pt x="1715234" y="817475"/>
                </a:moveTo>
                <a:lnTo>
                  <a:pt x="1715881" y="827288"/>
                </a:lnTo>
                <a:lnTo>
                  <a:pt x="1724928" y="808737"/>
                </a:lnTo>
                <a:lnTo>
                  <a:pt x="1723315" y="800531"/>
                </a:lnTo>
                <a:close/>
                <a:moveTo>
                  <a:pt x="1701518" y="847960"/>
                </a:moveTo>
                <a:lnTo>
                  <a:pt x="1700827" y="852195"/>
                </a:lnTo>
                <a:lnTo>
                  <a:pt x="1701665" y="850983"/>
                </a:lnTo>
                <a:lnTo>
                  <a:pt x="1701749" y="850706"/>
                </a:lnTo>
                <a:close/>
                <a:moveTo>
                  <a:pt x="1709815" y="828840"/>
                </a:moveTo>
                <a:lnTo>
                  <a:pt x="1710321" y="835205"/>
                </a:lnTo>
                <a:lnTo>
                  <a:pt x="1710494" y="837825"/>
                </a:lnTo>
                <a:lnTo>
                  <a:pt x="1713479" y="832213"/>
                </a:lnTo>
                <a:lnTo>
                  <a:pt x="1715414" y="828245"/>
                </a:lnTo>
                <a:lnTo>
                  <a:pt x="1714768" y="818452"/>
                </a:lnTo>
                <a:close/>
                <a:moveTo>
                  <a:pt x="1700374" y="849894"/>
                </a:moveTo>
                <a:lnTo>
                  <a:pt x="1699727" y="852681"/>
                </a:lnTo>
                <a:lnTo>
                  <a:pt x="1699840" y="853168"/>
                </a:lnTo>
                <a:close/>
                <a:moveTo>
                  <a:pt x="1087222" y="2222824"/>
                </a:moveTo>
                <a:lnTo>
                  <a:pt x="1089195" y="2225349"/>
                </a:lnTo>
                <a:lnTo>
                  <a:pt x="1091397" y="2222629"/>
                </a:lnTo>
                <a:lnTo>
                  <a:pt x="1090111" y="2221703"/>
                </a:lnTo>
                <a:lnTo>
                  <a:pt x="1089706" y="2221371"/>
                </a:lnTo>
                <a:close/>
                <a:moveTo>
                  <a:pt x="1073455" y="2253558"/>
                </a:moveTo>
                <a:lnTo>
                  <a:pt x="1073613" y="2253934"/>
                </a:lnTo>
                <a:lnTo>
                  <a:pt x="1075745" y="2252345"/>
                </a:lnTo>
                <a:lnTo>
                  <a:pt x="1074585" y="2252444"/>
                </a:lnTo>
                <a:close/>
                <a:moveTo>
                  <a:pt x="1104575" y="2183820"/>
                </a:moveTo>
                <a:lnTo>
                  <a:pt x="1105290" y="2184937"/>
                </a:lnTo>
                <a:lnTo>
                  <a:pt x="1106440" y="2184330"/>
                </a:lnTo>
                <a:close/>
                <a:moveTo>
                  <a:pt x="1680380" y="894463"/>
                </a:moveTo>
                <a:lnTo>
                  <a:pt x="1680656" y="896267"/>
                </a:lnTo>
                <a:lnTo>
                  <a:pt x="1680849" y="895680"/>
                </a:lnTo>
                <a:lnTo>
                  <a:pt x="1681536" y="893106"/>
                </a:lnTo>
                <a:lnTo>
                  <a:pt x="1681396" y="892614"/>
                </a:lnTo>
                <a:close/>
                <a:moveTo>
                  <a:pt x="1706685" y="835407"/>
                </a:moveTo>
                <a:lnTo>
                  <a:pt x="1705793" y="838535"/>
                </a:lnTo>
                <a:lnTo>
                  <a:pt x="1706382" y="845555"/>
                </a:lnTo>
                <a:lnTo>
                  <a:pt x="1710142" y="838486"/>
                </a:lnTo>
                <a:lnTo>
                  <a:pt x="1709544" y="829410"/>
                </a:lnTo>
                <a:close/>
                <a:moveTo>
                  <a:pt x="1676055" y="903668"/>
                </a:moveTo>
                <a:lnTo>
                  <a:pt x="1674487" y="907985"/>
                </a:lnTo>
                <a:lnTo>
                  <a:pt x="1676220" y="905141"/>
                </a:lnTo>
                <a:close/>
                <a:moveTo>
                  <a:pt x="1703667" y="841733"/>
                </a:moveTo>
                <a:lnTo>
                  <a:pt x="1704003" y="843189"/>
                </a:lnTo>
                <a:lnTo>
                  <a:pt x="1704187" y="842579"/>
                </a:lnTo>
                <a:lnTo>
                  <a:pt x="1704167" y="840686"/>
                </a:lnTo>
                <a:close/>
                <a:moveTo>
                  <a:pt x="1702510" y="844159"/>
                </a:moveTo>
                <a:lnTo>
                  <a:pt x="1702774" y="847289"/>
                </a:lnTo>
                <a:lnTo>
                  <a:pt x="1703122" y="846126"/>
                </a:lnTo>
                <a:lnTo>
                  <a:pt x="1703148" y="842823"/>
                </a:lnTo>
                <a:close/>
                <a:moveTo>
                  <a:pt x="1677485" y="899730"/>
                </a:moveTo>
                <a:lnTo>
                  <a:pt x="1676944" y="901218"/>
                </a:lnTo>
                <a:lnTo>
                  <a:pt x="1677203" y="903527"/>
                </a:lnTo>
                <a:lnTo>
                  <a:pt x="1679404" y="899917"/>
                </a:lnTo>
                <a:lnTo>
                  <a:pt x="1679648" y="899330"/>
                </a:lnTo>
                <a:lnTo>
                  <a:pt x="1680334" y="897249"/>
                </a:lnTo>
                <a:lnTo>
                  <a:pt x="1680082" y="895006"/>
                </a:lnTo>
                <a:close/>
                <a:moveTo>
                  <a:pt x="1071758" y="2255939"/>
                </a:moveTo>
                <a:lnTo>
                  <a:pt x="1072005" y="2256160"/>
                </a:lnTo>
                <a:lnTo>
                  <a:pt x="1073604" y="2254689"/>
                </a:lnTo>
                <a:lnTo>
                  <a:pt x="1073564" y="2254593"/>
                </a:lnTo>
                <a:close/>
                <a:moveTo>
                  <a:pt x="1696444" y="856879"/>
                </a:moveTo>
                <a:lnTo>
                  <a:pt x="1696325" y="857380"/>
                </a:lnTo>
                <a:lnTo>
                  <a:pt x="1696183" y="858248"/>
                </a:lnTo>
                <a:lnTo>
                  <a:pt x="1696556" y="856644"/>
                </a:lnTo>
                <a:close/>
                <a:moveTo>
                  <a:pt x="1110688" y="2168465"/>
                </a:moveTo>
                <a:lnTo>
                  <a:pt x="1113812" y="2170211"/>
                </a:lnTo>
                <a:lnTo>
                  <a:pt x="1115694" y="2169116"/>
                </a:lnTo>
                <a:lnTo>
                  <a:pt x="1114677" y="2168370"/>
                </a:lnTo>
                <a:close/>
                <a:moveTo>
                  <a:pt x="1073045" y="2252577"/>
                </a:moveTo>
                <a:lnTo>
                  <a:pt x="1073318" y="2253229"/>
                </a:lnTo>
                <a:lnTo>
                  <a:pt x="1074069" y="2252489"/>
                </a:lnTo>
                <a:close/>
                <a:moveTo>
                  <a:pt x="1679856" y="893201"/>
                </a:moveTo>
                <a:lnTo>
                  <a:pt x="1678861" y="895941"/>
                </a:lnTo>
                <a:lnTo>
                  <a:pt x="1679962" y="893938"/>
                </a:lnTo>
                <a:lnTo>
                  <a:pt x="1679944" y="893775"/>
                </a:lnTo>
                <a:close/>
                <a:moveTo>
                  <a:pt x="1095129" y="2202513"/>
                </a:moveTo>
                <a:lnTo>
                  <a:pt x="1097836" y="2204588"/>
                </a:lnTo>
                <a:lnTo>
                  <a:pt x="1102843" y="2203142"/>
                </a:lnTo>
                <a:lnTo>
                  <a:pt x="1100232" y="2201373"/>
                </a:lnTo>
                <a:close/>
                <a:moveTo>
                  <a:pt x="1071407" y="2255578"/>
                </a:moveTo>
                <a:lnTo>
                  <a:pt x="1073366" y="2254118"/>
                </a:lnTo>
                <a:lnTo>
                  <a:pt x="1073226" y="2253785"/>
                </a:lnTo>
                <a:close/>
                <a:moveTo>
                  <a:pt x="1680812" y="890568"/>
                </a:moveTo>
                <a:lnTo>
                  <a:pt x="1680089" y="892559"/>
                </a:lnTo>
                <a:lnTo>
                  <a:pt x="1680226" y="893457"/>
                </a:lnTo>
                <a:lnTo>
                  <a:pt x="1681155" y="891768"/>
                </a:lnTo>
                <a:close/>
                <a:moveTo>
                  <a:pt x="1686962" y="876764"/>
                </a:moveTo>
                <a:lnTo>
                  <a:pt x="1686973" y="877070"/>
                </a:lnTo>
                <a:lnTo>
                  <a:pt x="1687322" y="876009"/>
                </a:lnTo>
                <a:close/>
                <a:moveTo>
                  <a:pt x="1684719" y="881468"/>
                </a:moveTo>
                <a:lnTo>
                  <a:pt x="1684834" y="881739"/>
                </a:lnTo>
                <a:lnTo>
                  <a:pt x="1683098" y="888233"/>
                </a:lnTo>
                <a:lnTo>
                  <a:pt x="1683600" y="887320"/>
                </a:lnTo>
                <a:lnTo>
                  <a:pt x="1686328" y="879029"/>
                </a:lnTo>
                <a:lnTo>
                  <a:pt x="1686297" y="878158"/>
                </a:lnTo>
                <a:close/>
                <a:moveTo>
                  <a:pt x="1682193" y="886766"/>
                </a:moveTo>
                <a:lnTo>
                  <a:pt x="1682079" y="887079"/>
                </a:lnTo>
                <a:lnTo>
                  <a:pt x="1682631" y="889012"/>
                </a:lnTo>
                <a:lnTo>
                  <a:pt x="1684556" y="881811"/>
                </a:lnTo>
                <a:close/>
                <a:moveTo>
                  <a:pt x="1067774" y="2262210"/>
                </a:moveTo>
                <a:lnTo>
                  <a:pt x="1071307" y="2263638"/>
                </a:lnTo>
                <a:lnTo>
                  <a:pt x="1072529" y="2263145"/>
                </a:lnTo>
                <a:lnTo>
                  <a:pt x="1076454" y="2261499"/>
                </a:lnTo>
                <a:lnTo>
                  <a:pt x="1076264" y="2261045"/>
                </a:lnTo>
                <a:lnTo>
                  <a:pt x="1072795" y="2257957"/>
                </a:lnTo>
                <a:close/>
                <a:moveTo>
                  <a:pt x="1093694" y="2203957"/>
                </a:moveTo>
                <a:lnTo>
                  <a:pt x="1095238" y="2205338"/>
                </a:lnTo>
                <a:lnTo>
                  <a:pt x="1097704" y="2204626"/>
                </a:lnTo>
                <a:lnTo>
                  <a:pt x="1094990" y="2202544"/>
                </a:lnTo>
                <a:lnTo>
                  <a:pt x="1094635" y="2202624"/>
                </a:lnTo>
                <a:close/>
                <a:moveTo>
                  <a:pt x="1092072" y="2206251"/>
                </a:moveTo>
                <a:lnTo>
                  <a:pt x="1094372" y="2205588"/>
                </a:lnTo>
                <a:lnTo>
                  <a:pt x="1093236" y="2204604"/>
                </a:lnTo>
                <a:close/>
                <a:moveTo>
                  <a:pt x="1703185" y="837801"/>
                </a:moveTo>
                <a:lnTo>
                  <a:pt x="1702972" y="838722"/>
                </a:lnTo>
                <a:lnTo>
                  <a:pt x="1703032" y="838982"/>
                </a:lnTo>
                <a:lnTo>
                  <a:pt x="1703179" y="838671"/>
                </a:lnTo>
                <a:close/>
                <a:moveTo>
                  <a:pt x="1065229" y="2266243"/>
                </a:moveTo>
                <a:lnTo>
                  <a:pt x="1068424" y="2269515"/>
                </a:lnTo>
                <a:lnTo>
                  <a:pt x="1077017" y="2266099"/>
                </a:lnTo>
                <a:lnTo>
                  <a:pt x="1071193" y="2263835"/>
                </a:lnTo>
                <a:close/>
                <a:moveTo>
                  <a:pt x="1698263" y="848712"/>
                </a:moveTo>
                <a:lnTo>
                  <a:pt x="1698217" y="849076"/>
                </a:lnTo>
                <a:lnTo>
                  <a:pt x="1698305" y="848892"/>
                </a:lnTo>
                <a:close/>
                <a:moveTo>
                  <a:pt x="1108361" y="2169614"/>
                </a:moveTo>
                <a:lnTo>
                  <a:pt x="1110529" y="2172120"/>
                </a:lnTo>
                <a:lnTo>
                  <a:pt x="1113466" y="2170411"/>
                </a:lnTo>
                <a:lnTo>
                  <a:pt x="1110195" y="2168584"/>
                </a:lnTo>
                <a:close/>
                <a:moveTo>
                  <a:pt x="1095638" y="2197760"/>
                </a:moveTo>
                <a:lnTo>
                  <a:pt x="1096109" y="2198078"/>
                </a:lnTo>
                <a:lnTo>
                  <a:pt x="1096544" y="2197981"/>
                </a:lnTo>
                <a:lnTo>
                  <a:pt x="1097078" y="2197505"/>
                </a:lnTo>
                <a:lnTo>
                  <a:pt x="1096556" y="2197133"/>
                </a:lnTo>
                <a:close/>
                <a:moveTo>
                  <a:pt x="1698542" y="847557"/>
                </a:moveTo>
                <a:lnTo>
                  <a:pt x="1698604" y="847828"/>
                </a:lnTo>
                <a:lnTo>
                  <a:pt x="1698710" y="847373"/>
                </a:lnTo>
                <a:close/>
                <a:moveTo>
                  <a:pt x="1085331" y="2220405"/>
                </a:moveTo>
                <a:lnTo>
                  <a:pt x="1087130" y="2222707"/>
                </a:lnTo>
                <a:lnTo>
                  <a:pt x="1089583" y="2221272"/>
                </a:lnTo>
                <a:lnTo>
                  <a:pt x="1088457" y="2220349"/>
                </a:lnTo>
                <a:lnTo>
                  <a:pt x="1086495" y="2220384"/>
                </a:lnTo>
                <a:lnTo>
                  <a:pt x="1086765" y="2221244"/>
                </a:lnTo>
                <a:lnTo>
                  <a:pt x="1086624" y="2221164"/>
                </a:lnTo>
                <a:lnTo>
                  <a:pt x="1086379" y="2220386"/>
                </a:lnTo>
                <a:close/>
                <a:moveTo>
                  <a:pt x="1703762" y="835320"/>
                </a:moveTo>
                <a:lnTo>
                  <a:pt x="1703522" y="836353"/>
                </a:lnTo>
                <a:lnTo>
                  <a:pt x="1703510" y="837977"/>
                </a:lnTo>
                <a:lnTo>
                  <a:pt x="1703914" y="837129"/>
                </a:lnTo>
                <a:close/>
                <a:moveTo>
                  <a:pt x="1099392" y="2188571"/>
                </a:moveTo>
                <a:lnTo>
                  <a:pt x="1101112" y="2190691"/>
                </a:lnTo>
                <a:lnTo>
                  <a:pt x="1102575" y="2190407"/>
                </a:lnTo>
                <a:lnTo>
                  <a:pt x="1104130" y="2188206"/>
                </a:lnTo>
                <a:lnTo>
                  <a:pt x="1101990" y="2187198"/>
                </a:lnTo>
                <a:close/>
                <a:moveTo>
                  <a:pt x="1688426" y="869602"/>
                </a:moveTo>
                <a:lnTo>
                  <a:pt x="1688418" y="869625"/>
                </a:lnTo>
                <a:lnTo>
                  <a:pt x="1688425" y="869610"/>
                </a:lnTo>
                <a:close/>
                <a:moveTo>
                  <a:pt x="1102768" y="2180993"/>
                </a:moveTo>
                <a:lnTo>
                  <a:pt x="1103412" y="2182000"/>
                </a:lnTo>
                <a:lnTo>
                  <a:pt x="1107263" y="2182407"/>
                </a:lnTo>
                <a:close/>
                <a:moveTo>
                  <a:pt x="1095351" y="2197566"/>
                </a:moveTo>
                <a:lnTo>
                  <a:pt x="1095507" y="2197671"/>
                </a:lnTo>
                <a:lnTo>
                  <a:pt x="1096427" y="2197042"/>
                </a:lnTo>
                <a:lnTo>
                  <a:pt x="1096184" y="2196870"/>
                </a:lnTo>
                <a:close/>
                <a:moveTo>
                  <a:pt x="1072284" y="2249064"/>
                </a:moveTo>
                <a:lnTo>
                  <a:pt x="1078951" y="2247676"/>
                </a:lnTo>
                <a:lnTo>
                  <a:pt x="1089643" y="2237133"/>
                </a:lnTo>
                <a:lnTo>
                  <a:pt x="1080525" y="2238882"/>
                </a:lnTo>
                <a:lnTo>
                  <a:pt x="1077908" y="2242116"/>
                </a:lnTo>
                <a:lnTo>
                  <a:pt x="1082274" y="2243967"/>
                </a:lnTo>
                <a:lnTo>
                  <a:pt x="1081900" y="2244069"/>
                </a:lnTo>
                <a:lnTo>
                  <a:pt x="1077751" y="2242309"/>
                </a:lnTo>
                <a:close/>
                <a:moveTo>
                  <a:pt x="1092689" y="2203059"/>
                </a:moveTo>
                <a:lnTo>
                  <a:pt x="1093269" y="2203578"/>
                </a:lnTo>
                <a:lnTo>
                  <a:pt x="1093814" y="2202807"/>
                </a:lnTo>
                <a:close/>
                <a:moveTo>
                  <a:pt x="1102477" y="2180536"/>
                </a:moveTo>
                <a:lnTo>
                  <a:pt x="1102611" y="2180746"/>
                </a:lnTo>
                <a:lnTo>
                  <a:pt x="1108164" y="2182495"/>
                </a:lnTo>
                <a:lnTo>
                  <a:pt x="1110285" y="2179493"/>
                </a:lnTo>
                <a:lnTo>
                  <a:pt x="1102801" y="2180422"/>
                </a:lnTo>
                <a:close/>
                <a:moveTo>
                  <a:pt x="1094235" y="2198497"/>
                </a:moveTo>
                <a:lnTo>
                  <a:pt x="1095553" y="2198202"/>
                </a:lnTo>
                <a:lnTo>
                  <a:pt x="1095271" y="2198011"/>
                </a:lnTo>
                <a:lnTo>
                  <a:pt x="1095212" y="2198052"/>
                </a:lnTo>
                <a:lnTo>
                  <a:pt x="1094973" y="2198034"/>
                </a:lnTo>
                <a:lnTo>
                  <a:pt x="1095139" y="2197921"/>
                </a:lnTo>
                <a:lnTo>
                  <a:pt x="1095021" y="2197841"/>
                </a:lnTo>
                <a:close/>
                <a:moveTo>
                  <a:pt x="1691798" y="860317"/>
                </a:moveTo>
                <a:lnTo>
                  <a:pt x="1689125" y="867680"/>
                </a:lnTo>
                <a:lnTo>
                  <a:pt x="1689145" y="868100"/>
                </a:lnTo>
                <a:lnTo>
                  <a:pt x="1690741" y="864753"/>
                </a:lnTo>
                <a:close/>
                <a:moveTo>
                  <a:pt x="1106641" y="2170582"/>
                </a:moveTo>
                <a:lnTo>
                  <a:pt x="1108155" y="2171449"/>
                </a:lnTo>
                <a:lnTo>
                  <a:pt x="1109516" y="2171980"/>
                </a:lnTo>
                <a:lnTo>
                  <a:pt x="1107757" y="2169954"/>
                </a:lnTo>
                <a:close/>
                <a:moveTo>
                  <a:pt x="1064225" y="2265215"/>
                </a:moveTo>
                <a:lnTo>
                  <a:pt x="1065123" y="2266135"/>
                </a:lnTo>
                <a:lnTo>
                  <a:pt x="1071003" y="2263761"/>
                </a:lnTo>
                <a:lnTo>
                  <a:pt x="1067534" y="2262413"/>
                </a:lnTo>
                <a:close/>
                <a:moveTo>
                  <a:pt x="1714158" y="809188"/>
                </a:moveTo>
                <a:lnTo>
                  <a:pt x="1709581" y="825243"/>
                </a:lnTo>
                <a:lnTo>
                  <a:pt x="1714532" y="814863"/>
                </a:lnTo>
                <a:close/>
                <a:moveTo>
                  <a:pt x="1065578" y="2261322"/>
                </a:moveTo>
                <a:lnTo>
                  <a:pt x="1066141" y="2261549"/>
                </a:lnTo>
                <a:lnTo>
                  <a:pt x="1071400" y="2256715"/>
                </a:lnTo>
                <a:lnTo>
                  <a:pt x="1071088" y="2256438"/>
                </a:lnTo>
                <a:lnTo>
                  <a:pt x="1068825" y="2258125"/>
                </a:lnTo>
                <a:lnTo>
                  <a:pt x="1065745" y="2261162"/>
                </a:lnTo>
                <a:close/>
                <a:moveTo>
                  <a:pt x="1097344" y="2189653"/>
                </a:moveTo>
                <a:lnTo>
                  <a:pt x="1099073" y="2191086"/>
                </a:lnTo>
                <a:lnTo>
                  <a:pt x="1100553" y="2190798"/>
                </a:lnTo>
                <a:lnTo>
                  <a:pt x="1098939" y="2188811"/>
                </a:lnTo>
                <a:close/>
                <a:moveTo>
                  <a:pt x="1068803" y="2253298"/>
                </a:moveTo>
                <a:lnTo>
                  <a:pt x="1071135" y="2255382"/>
                </a:lnTo>
                <a:lnTo>
                  <a:pt x="1073088" y="2253456"/>
                </a:lnTo>
                <a:lnTo>
                  <a:pt x="1072732" y="2252604"/>
                </a:lnTo>
                <a:lnTo>
                  <a:pt x="1069143" y="2252910"/>
                </a:lnTo>
                <a:close/>
                <a:moveTo>
                  <a:pt x="1064901" y="2261049"/>
                </a:moveTo>
                <a:lnTo>
                  <a:pt x="1065246" y="2261188"/>
                </a:lnTo>
                <a:lnTo>
                  <a:pt x="1066890" y="2259567"/>
                </a:lnTo>
                <a:close/>
                <a:moveTo>
                  <a:pt x="1099850" y="2181451"/>
                </a:moveTo>
                <a:lnTo>
                  <a:pt x="1100881" y="2181733"/>
                </a:lnTo>
                <a:lnTo>
                  <a:pt x="1102572" y="2181911"/>
                </a:lnTo>
                <a:lnTo>
                  <a:pt x="1101781" y="2180778"/>
                </a:lnTo>
                <a:close/>
                <a:moveTo>
                  <a:pt x="1061332" y="2267666"/>
                </a:moveTo>
                <a:lnTo>
                  <a:pt x="1064898" y="2266226"/>
                </a:lnTo>
                <a:lnTo>
                  <a:pt x="1064053" y="2265362"/>
                </a:lnTo>
                <a:close/>
                <a:moveTo>
                  <a:pt x="1062916" y="2263875"/>
                </a:moveTo>
                <a:lnTo>
                  <a:pt x="1063244" y="2264211"/>
                </a:lnTo>
                <a:lnTo>
                  <a:pt x="1065894" y="2261775"/>
                </a:lnTo>
                <a:lnTo>
                  <a:pt x="1065333" y="2261557"/>
                </a:lnTo>
                <a:close/>
                <a:moveTo>
                  <a:pt x="1073473" y="2240236"/>
                </a:moveTo>
                <a:lnTo>
                  <a:pt x="1076207" y="2241395"/>
                </a:lnTo>
                <a:lnTo>
                  <a:pt x="1077821" y="2239401"/>
                </a:lnTo>
                <a:close/>
                <a:moveTo>
                  <a:pt x="1055968" y="2279289"/>
                </a:moveTo>
                <a:lnTo>
                  <a:pt x="1057685" y="2280960"/>
                </a:lnTo>
                <a:lnTo>
                  <a:pt x="1058537" y="2280443"/>
                </a:lnTo>
                <a:lnTo>
                  <a:pt x="1066531" y="2274898"/>
                </a:lnTo>
                <a:close/>
                <a:moveTo>
                  <a:pt x="1088417" y="2206408"/>
                </a:moveTo>
                <a:lnTo>
                  <a:pt x="1089207" y="2207079"/>
                </a:lnTo>
                <a:lnTo>
                  <a:pt x="1091204" y="2206502"/>
                </a:lnTo>
                <a:lnTo>
                  <a:pt x="1092807" y="2204233"/>
                </a:lnTo>
                <a:lnTo>
                  <a:pt x="1091820" y="2203378"/>
                </a:lnTo>
                <a:close/>
                <a:moveTo>
                  <a:pt x="1700361" y="834196"/>
                </a:moveTo>
                <a:lnTo>
                  <a:pt x="1699881" y="835881"/>
                </a:lnTo>
                <a:lnTo>
                  <a:pt x="1698455" y="847185"/>
                </a:lnTo>
                <a:lnTo>
                  <a:pt x="1698480" y="847290"/>
                </a:lnTo>
                <a:lnTo>
                  <a:pt x="1698814" y="846924"/>
                </a:lnTo>
                <a:lnTo>
                  <a:pt x="1700736" y="838658"/>
                </a:lnTo>
                <a:close/>
                <a:moveTo>
                  <a:pt x="1086923" y="2207738"/>
                </a:moveTo>
                <a:lnTo>
                  <a:pt x="1088584" y="2207259"/>
                </a:lnTo>
                <a:lnTo>
                  <a:pt x="1088008" y="2206772"/>
                </a:lnTo>
                <a:close/>
                <a:moveTo>
                  <a:pt x="1062154" y="2263096"/>
                </a:moveTo>
                <a:lnTo>
                  <a:pt x="1062722" y="2263676"/>
                </a:lnTo>
                <a:lnTo>
                  <a:pt x="1065002" y="2261429"/>
                </a:lnTo>
                <a:lnTo>
                  <a:pt x="1064601" y="2261273"/>
                </a:lnTo>
                <a:close/>
                <a:moveTo>
                  <a:pt x="1097980" y="2182836"/>
                </a:moveTo>
                <a:lnTo>
                  <a:pt x="1103946" y="2185648"/>
                </a:lnTo>
                <a:lnTo>
                  <a:pt x="1104847" y="2185172"/>
                </a:lnTo>
                <a:lnTo>
                  <a:pt x="1103745" y="2183593"/>
                </a:lnTo>
                <a:lnTo>
                  <a:pt x="1102862" y="2183352"/>
                </a:lnTo>
                <a:close/>
                <a:moveTo>
                  <a:pt x="1087526" y="2205653"/>
                </a:moveTo>
                <a:lnTo>
                  <a:pt x="1087732" y="2205827"/>
                </a:lnTo>
                <a:lnTo>
                  <a:pt x="1088566" y="2205085"/>
                </a:lnTo>
                <a:close/>
                <a:moveTo>
                  <a:pt x="1675897" y="887880"/>
                </a:moveTo>
                <a:lnTo>
                  <a:pt x="1675283" y="889748"/>
                </a:lnTo>
                <a:lnTo>
                  <a:pt x="1675288" y="889789"/>
                </a:lnTo>
                <a:lnTo>
                  <a:pt x="1676070" y="887637"/>
                </a:lnTo>
                <a:close/>
                <a:moveTo>
                  <a:pt x="1098186" y="2180996"/>
                </a:moveTo>
                <a:lnTo>
                  <a:pt x="1098206" y="2181002"/>
                </a:lnTo>
                <a:lnTo>
                  <a:pt x="1098242" y="2180990"/>
                </a:lnTo>
                <a:close/>
                <a:moveTo>
                  <a:pt x="1062754" y="2260181"/>
                </a:moveTo>
                <a:lnTo>
                  <a:pt x="1064362" y="2260830"/>
                </a:lnTo>
                <a:lnTo>
                  <a:pt x="1069472" y="2257021"/>
                </a:lnTo>
                <a:lnTo>
                  <a:pt x="1070550" y="2255959"/>
                </a:lnTo>
                <a:lnTo>
                  <a:pt x="1068258" y="2253918"/>
                </a:lnTo>
                <a:close/>
                <a:moveTo>
                  <a:pt x="1077619" y="2226261"/>
                </a:moveTo>
                <a:lnTo>
                  <a:pt x="1081454" y="2229401"/>
                </a:lnTo>
                <a:lnTo>
                  <a:pt x="1086136" y="2229129"/>
                </a:lnTo>
                <a:lnTo>
                  <a:pt x="1088429" y="2226296"/>
                </a:lnTo>
                <a:lnTo>
                  <a:pt x="1086153" y="2223450"/>
                </a:lnTo>
                <a:lnTo>
                  <a:pt x="1084599" y="2224359"/>
                </a:lnTo>
                <a:lnTo>
                  <a:pt x="1084361" y="2224326"/>
                </a:lnTo>
                <a:lnTo>
                  <a:pt x="1086059" y="2223333"/>
                </a:lnTo>
                <a:lnTo>
                  <a:pt x="1083740" y="2220434"/>
                </a:lnTo>
                <a:lnTo>
                  <a:pt x="1081831" y="2220468"/>
                </a:lnTo>
                <a:close/>
                <a:moveTo>
                  <a:pt x="1708434" y="813674"/>
                </a:moveTo>
                <a:lnTo>
                  <a:pt x="1707693" y="818407"/>
                </a:lnTo>
                <a:lnTo>
                  <a:pt x="1705054" y="829761"/>
                </a:lnTo>
                <a:lnTo>
                  <a:pt x="1705410" y="833992"/>
                </a:lnTo>
                <a:lnTo>
                  <a:pt x="1708523" y="827464"/>
                </a:lnTo>
                <a:lnTo>
                  <a:pt x="1709248" y="824922"/>
                </a:lnTo>
                <a:lnTo>
                  <a:pt x="1708865" y="819110"/>
                </a:lnTo>
                <a:close/>
                <a:moveTo>
                  <a:pt x="1678044" y="881357"/>
                </a:moveTo>
                <a:lnTo>
                  <a:pt x="1676206" y="886942"/>
                </a:lnTo>
                <a:lnTo>
                  <a:pt x="1676444" y="886607"/>
                </a:lnTo>
                <a:lnTo>
                  <a:pt x="1678135" y="881950"/>
                </a:lnTo>
                <a:close/>
                <a:moveTo>
                  <a:pt x="1803156" y="600914"/>
                </a:moveTo>
                <a:lnTo>
                  <a:pt x="1803314" y="601147"/>
                </a:lnTo>
                <a:lnTo>
                  <a:pt x="1800807" y="636133"/>
                </a:lnTo>
                <a:lnTo>
                  <a:pt x="1796605" y="680901"/>
                </a:lnTo>
                <a:lnTo>
                  <a:pt x="1801769" y="620275"/>
                </a:lnTo>
                <a:close/>
                <a:moveTo>
                  <a:pt x="1095977" y="2184364"/>
                </a:moveTo>
                <a:lnTo>
                  <a:pt x="1099099" y="2188210"/>
                </a:lnTo>
                <a:lnTo>
                  <a:pt x="1101473" y="2186955"/>
                </a:lnTo>
                <a:close/>
                <a:moveTo>
                  <a:pt x="1702915" y="825231"/>
                </a:moveTo>
                <a:lnTo>
                  <a:pt x="1701373" y="830638"/>
                </a:lnTo>
                <a:lnTo>
                  <a:pt x="1701531" y="832497"/>
                </a:lnTo>
                <a:lnTo>
                  <a:pt x="1701849" y="833872"/>
                </a:lnTo>
                <a:lnTo>
                  <a:pt x="1703165" y="828210"/>
                </a:lnTo>
                <a:close/>
                <a:moveTo>
                  <a:pt x="1086748" y="2204746"/>
                </a:moveTo>
                <a:lnTo>
                  <a:pt x="1087864" y="2204137"/>
                </a:lnTo>
                <a:lnTo>
                  <a:pt x="1087337" y="2204255"/>
                </a:lnTo>
                <a:close/>
                <a:moveTo>
                  <a:pt x="1061122" y="2262039"/>
                </a:moveTo>
                <a:lnTo>
                  <a:pt x="1061804" y="2262737"/>
                </a:lnTo>
                <a:lnTo>
                  <a:pt x="1064054" y="2261060"/>
                </a:lnTo>
                <a:lnTo>
                  <a:pt x="1062509" y="2260460"/>
                </a:lnTo>
                <a:close/>
                <a:moveTo>
                  <a:pt x="1091127" y="2194702"/>
                </a:moveTo>
                <a:lnTo>
                  <a:pt x="1094675" y="2197107"/>
                </a:lnTo>
                <a:lnTo>
                  <a:pt x="1095520" y="2196399"/>
                </a:lnTo>
                <a:lnTo>
                  <a:pt x="1092842" y="2194499"/>
                </a:lnTo>
                <a:close/>
                <a:moveTo>
                  <a:pt x="1075063" y="2229774"/>
                </a:moveTo>
                <a:lnTo>
                  <a:pt x="1080308" y="2229469"/>
                </a:lnTo>
                <a:lnTo>
                  <a:pt x="1077160" y="2226891"/>
                </a:lnTo>
                <a:close/>
                <a:moveTo>
                  <a:pt x="1704593" y="819334"/>
                </a:moveTo>
                <a:lnTo>
                  <a:pt x="1704272" y="820461"/>
                </a:lnTo>
                <a:lnTo>
                  <a:pt x="1704405" y="822046"/>
                </a:lnTo>
                <a:lnTo>
                  <a:pt x="1704584" y="820592"/>
                </a:lnTo>
                <a:close/>
                <a:moveTo>
                  <a:pt x="1666058" y="905412"/>
                </a:moveTo>
                <a:lnTo>
                  <a:pt x="1665519" y="910437"/>
                </a:lnTo>
                <a:lnTo>
                  <a:pt x="1666486" y="908739"/>
                </a:lnTo>
                <a:close/>
                <a:moveTo>
                  <a:pt x="1657496" y="923519"/>
                </a:moveTo>
                <a:lnTo>
                  <a:pt x="1657452" y="924605"/>
                </a:lnTo>
                <a:lnTo>
                  <a:pt x="1658531" y="922710"/>
                </a:lnTo>
                <a:lnTo>
                  <a:pt x="1658516" y="922576"/>
                </a:lnTo>
                <a:close/>
                <a:moveTo>
                  <a:pt x="1058048" y="2265536"/>
                </a:moveTo>
                <a:lnTo>
                  <a:pt x="1061621" y="2262873"/>
                </a:lnTo>
                <a:lnTo>
                  <a:pt x="1060973" y="2262209"/>
                </a:lnTo>
                <a:close/>
                <a:moveTo>
                  <a:pt x="1072139" y="2233796"/>
                </a:moveTo>
                <a:lnTo>
                  <a:pt x="1074537" y="2233335"/>
                </a:lnTo>
                <a:lnTo>
                  <a:pt x="1072562" y="2233214"/>
                </a:lnTo>
                <a:close/>
                <a:moveTo>
                  <a:pt x="1668384" y="898444"/>
                </a:moveTo>
                <a:lnTo>
                  <a:pt x="1668580" y="899034"/>
                </a:lnTo>
                <a:lnTo>
                  <a:pt x="1668843" y="897799"/>
                </a:lnTo>
                <a:close/>
                <a:moveTo>
                  <a:pt x="1052840" y="2276245"/>
                </a:moveTo>
                <a:lnTo>
                  <a:pt x="1054578" y="2277937"/>
                </a:lnTo>
                <a:lnTo>
                  <a:pt x="1069912" y="2271359"/>
                </a:lnTo>
                <a:lnTo>
                  <a:pt x="1068574" y="2269989"/>
                </a:lnTo>
                <a:close/>
                <a:moveTo>
                  <a:pt x="1662491" y="910796"/>
                </a:moveTo>
                <a:lnTo>
                  <a:pt x="1662534" y="911960"/>
                </a:lnTo>
                <a:lnTo>
                  <a:pt x="1662732" y="913583"/>
                </a:lnTo>
                <a:close/>
                <a:moveTo>
                  <a:pt x="1068297" y="2241228"/>
                </a:moveTo>
                <a:lnTo>
                  <a:pt x="1071038" y="2247780"/>
                </a:lnTo>
                <a:lnTo>
                  <a:pt x="1076050" y="2241588"/>
                </a:lnTo>
                <a:lnTo>
                  <a:pt x="1073051" y="2240316"/>
                </a:lnTo>
                <a:close/>
                <a:moveTo>
                  <a:pt x="1682855" y="864741"/>
                </a:moveTo>
                <a:lnTo>
                  <a:pt x="1679282" y="877286"/>
                </a:lnTo>
                <a:lnTo>
                  <a:pt x="1679523" y="878129"/>
                </a:lnTo>
                <a:lnTo>
                  <a:pt x="1685396" y="861957"/>
                </a:lnTo>
                <a:close/>
                <a:moveTo>
                  <a:pt x="1666525" y="901059"/>
                </a:moveTo>
                <a:lnTo>
                  <a:pt x="1666400" y="902226"/>
                </a:lnTo>
                <a:lnTo>
                  <a:pt x="1666964" y="906616"/>
                </a:lnTo>
                <a:lnTo>
                  <a:pt x="1668180" y="900913"/>
                </a:lnTo>
                <a:lnTo>
                  <a:pt x="1667733" y="899359"/>
                </a:lnTo>
                <a:close/>
                <a:moveTo>
                  <a:pt x="1082718" y="2208280"/>
                </a:moveTo>
                <a:lnTo>
                  <a:pt x="1082903" y="2208899"/>
                </a:lnTo>
                <a:lnTo>
                  <a:pt x="1084946" y="2208309"/>
                </a:lnTo>
                <a:lnTo>
                  <a:pt x="1087322" y="2206193"/>
                </a:lnTo>
                <a:lnTo>
                  <a:pt x="1087014" y="2205933"/>
                </a:lnTo>
                <a:close/>
                <a:moveTo>
                  <a:pt x="1658196" y="919673"/>
                </a:moveTo>
                <a:lnTo>
                  <a:pt x="1657547" y="922222"/>
                </a:lnTo>
                <a:lnTo>
                  <a:pt x="1657508" y="923200"/>
                </a:lnTo>
                <a:lnTo>
                  <a:pt x="1658485" y="922297"/>
                </a:lnTo>
                <a:close/>
                <a:moveTo>
                  <a:pt x="1707948" y="807555"/>
                </a:moveTo>
                <a:lnTo>
                  <a:pt x="1705396" y="816516"/>
                </a:lnTo>
                <a:lnTo>
                  <a:pt x="1705028" y="819521"/>
                </a:lnTo>
                <a:lnTo>
                  <a:pt x="1705023" y="820218"/>
                </a:lnTo>
                <a:lnTo>
                  <a:pt x="1707952" y="807613"/>
                </a:lnTo>
                <a:close/>
                <a:moveTo>
                  <a:pt x="1702458" y="819803"/>
                </a:moveTo>
                <a:lnTo>
                  <a:pt x="1701142" y="827869"/>
                </a:lnTo>
                <a:lnTo>
                  <a:pt x="1701214" y="828729"/>
                </a:lnTo>
                <a:lnTo>
                  <a:pt x="1702753" y="823322"/>
                </a:lnTo>
                <a:close/>
                <a:moveTo>
                  <a:pt x="1675682" y="879712"/>
                </a:moveTo>
                <a:lnTo>
                  <a:pt x="1675045" y="882877"/>
                </a:lnTo>
                <a:lnTo>
                  <a:pt x="1675531" y="881399"/>
                </a:lnTo>
                <a:close/>
                <a:moveTo>
                  <a:pt x="1659108" y="916253"/>
                </a:moveTo>
                <a:lnTo>
                  <a:pt x="1659611" y="920814"/>
                </a:lnTo>
                <a:lnTo>
                  <a:pt x="1659770" y="920533"/>
                </a:lnTo>
                <a:lnTo>
                  <a:pt x="1659919" y="914523"/>
                </a:lnTo>
                <a:close/>
                <a:moveTo>
                  <a:pt x="1052077" y="2275504"/>
                </a:moveTo>
                <a:lnTo>
                  <a:pt x="1052449" y="2275865"/>
                </a:lnTo>
                <a:lnTo>
                  <a:pt x="1068198" y="2269605"/>
                </a:lnTo>
                <a:lnTo>
                  <a:pt x="1065003" y="2266334"/>
                </a:lnTo>
                <a:lnTo>
                  <a:pt x="1060994" y="2267953"/>
                </a:lnTo>
                <a:close/>
                <a:moveTo>
                  <a:pt x="1657662" y="919334"/>
                </a:moveTo>
                <a:lnTo>
                  <a:pt x="1657650" y="919628"/>
                </a:lnTo>
                <a:lnTo>
                  <a:pt x="1657871" y="918890"/>
                </a:lnTo>
                <a:close/>
                <a:moveTo>
                  <a:pt x="1664636" y="903713"/>
                </a:moveTo>
                <a:lnTo>
                  <a:pt x="1664047" y="905625"/>
                </a:lnTo>
                <a:lnTo>
                  <a:pt x="1664207" y="906111"/>
                </a:lnTo>
                <a:lnTo>
                  <a:pt x="1665284" y="909852"/>
                </a:lnTo>
                <a:lnTo>
                  <a:pt x="1665895" y="904148"/>
                </a:lnTo>
                <a:lnTo>
                  <a:pt x="1665655" y="902281"/>
                </a:lnTo>
                <a:close/>
                <a:moveTo>
                  <a:pt x="1657170" y="920383"/>
                </a:moveTo>
                <a:lnTo>
                  <a:pt x="1657203" y="921131"/>
                </a:lnTo>
                <a:lnTo>
                  <a:pt x="1657272" y="920898"/>
                </a:lnTo>
                <a:lnTo>
                  <a:pt x="1657304" y="920099"/>
                </a:lnTo>
                <a:close/>
                <a:moveTo>
                  <a:pt x="1081177" y="2209396"/>
                </a:moveTo>
                <a:lnTo>
                  <a:pt x="1082784" y="2208932"/>
                </a:lnTo>
                <a:lnTo>
                  <a:pt x="1082600" y="2208344"/>
                </a:lnTo>
                <a:lnTo>
                  <a:pt x="1082133" y="2208600"/>
                </a:lnTo>
                <a:close/>
                <a:moveTo>
                  <a:pt x="1665485" y="900960"/>
                </a:moveTo>
                <a:lnTo>
                  <a:pt x="1665137" y="902088"/>
                </a:lnTo>
                <a:lnTo>
                  <a:pt x="1665560" y="901541"/>
                </a:lnTo>
                <a:close/>
                <a:moveTo>
                  <a:pt x="1645663" y="944930"/>
                </a:moveTo>
                <a:lnTo>
                  <a:pt x="1645696" y="945250"/>
                </a:lnTo>
                <a:lnTo>
                  <a:pt x="1646434" y="943954"/>
                </a:lnTo>
                <a:lnTo>
                  <a:pt x="1646649" y="942945"/>
                </a:lnTo>
                <a:lnTo>
                  <a:pt x="1646634" y="942858"/>
                </a:lnTo>
                <a:close/>
                <a:moveTo>
                  <a:pt x="1050945" y="2276464"/>
                </a:moveTo>
                <a:lnTo>
                  <a:pt x="1052202" y="2275964"/>
                </a:lnTo>
                <a:lnTo>
                  <a:pt x="1051892" y="2275662"/>
                </a:lnTo>
                <a:close/>
                <a:moveTo>
                  <a:pt x="1685492" y="855480"/>
                </a:moveTo>
                <a:lnTo>
                  <a:pt x="1683000" y="864233"/>
                </a:lnTo>
                <a:lnTo>
                  <a:pt x="1683473" y="863728"/>
                </a:lnTo>
                <a:lnTo>
                  <a:pt x="1685598" y="861401"/>
                </a:lnTo>
                <a:lnTo>
                  <a:pt x="1685693" y="861137"/>
                </a:lnTo>
                <a:close/>
                <a:moveTo>
                  <a:pt x="1676522" y="875542"/>
                </a:moveTo>
                <a:lnTo>
                  <a:pt x="1676042" y="877928"/>
                </a:lnTo>
                <a:lnTo>
                  <a:pt x="1675852" y="880426"/>
                </a:lnTo>
                <a:lnTo>
                  <a:pt x="1676957" y="877067"/>
                </a:lnTo>
                <a:close/>
                <a:moveTo>
                  <a:pt x="1666985" y="896761"/>
                </a:moveTo>
                <a:lnTo>
                  <a:pt x="1666619" y="900170"/>
                </a:lnTo>
                <a:lnTo>
                  <a:pt x="1667601" y="898901"/>
                </a:lnTo>
                <a:close/>
                <a:moveTo>
                  <a:pt x="1051439" y="2274883"/>
                </a:moveTo>
                <a:lnTo>
                  <a:pt x="1051532" y="2274974"/>
                </a:lnTo>
                <a:lnTo>
                  <a:pt x="1063078" y="2264363"/>
                </a:lnTo>
                <a:lnTo>
                  <a:pt x="1062754" y="2264031"/>
                </a:lnTo>
                <a:close/>
                <a:moveTo>
                  <a:pt x="1666638" y="897217"/>
                </a:moveTo>
                <a:lnTo>
                  <a:pt x="1666015" y="899240"/>
                </a:lnTo>
                <a:lnTo>
                  <a:pt x="1666204" y="900707"/>
                </a:lnTo>
                <a:lnTo>
                  <a:pt x="1666273" y="900619"/>
                </a:lnTo>
                <a:close/>
                <a:moveTo>
                  <a:pt x="1081880" y="2205475"/>
                </a:moveTo>
                <a:lnTo>
                  <a:pt x="1082376" y="2207134"/>
                </a:lnTo>
                <a:lnTo>
                  <a:pt x="1083335" y="2206611"/>
                </a:lnTo>
                <a:lnTo>
                  <a:pt x="1085585" y="2204725"/>
                </a:lnTo>
                <a:lnTo>
                  <a:pt x="1085510" y="2204663"/>
                </a:lnTo>
                <a:close/>
                <a:moveTo>
                  <a:pt x="1091116" y="2184496"/>
                </a:moveTo>
                <a:lnTo>
                  <a:pt x="1096964" y="2189339"/>
                </a:lnTo>
                <a:lnTo>
                  <a:pt x="1098646" y="2188449"/>
                </a:lnTo>
                <a:lnTo>
                  <a:pt x="1094930" y="2183872"/>
                </a:lnTo>
                <a:lnTo>
                  <a:pt x="1094070" y="2183466"/>
                </a:lnTo>
                <a:close/>
                <a:moveTo>
                  <a:pt x="1086036" y="2195490"/>
                </a:moveTo>
                <a:lnTo>
                  <a:pt x="1088493" y="2197426"/>
                </a:lnTo>
                <a:lnTo>
                  <a:pt x="1090871" y="2199249"/>
                </a:lnTo>
                <a:lnTo>
                  <a:pt x="1092573" y="2198869"/>
                </a:lnTo>
                <a:lnTo>
                  <a:pt x="1094345" y="2197383"/>
                </a:lnTo>
                <a:lnTo>
                  <a:pt x="1090499" y="2194777"/>
                </a:lnTo>
                <a:lnTo>
                  <a:pt x="1086503" y="2195251"/>
                </a:lnTo>
                <a:close/>
                <a:moveTo>
                  <a:pt x="1057745" y="2258582"/>
                </a:moveTo>
                <a:lnTo>
                  <a:pt x="1060234" y="2261129"/>
                </a:lnTo>
                <a:lnTo>
                  <a:pt x="1061191" y="2259947"/>
                </a:lnTo>
                <a:lnTo>
                  <a:pt x="1059445" y="2259268"/>
                </a:lnTo>
                <a:close/>
                <a:moveTo>
                  <a:pt x="1049506" y="2276737"/>
                </a:moveTo>
                <a:lnTo>
                  <a:pt x="1050901" y="2275555"/>
                </a:lnTo>
                <a:lnTo>
                  <a:pt x="1051354" y="2275139"/>
                </a:lnTo>
                <a:lnTo>
                  <a:pt x="1051264" y="2275051"/>
                </a:lnTo>
                <a:close/>
                <a:moveTo>
                  <a:pt x="1677405" y="870711"/>
                </a:moveTo>
                <a:lnTo>
                  <a:pt x="1678169" y="873386"/>
                </a:lnTo>
                <a:lnTo>
                  <a:pt x="1679976" y="867895"/>
                </a:lnTo>
                <a:close/>
                <a:moveTo>
                  <a:pt x="1687878" y="847102"/>
                </a:moveTo>
                <a:lnTo>
                  <a:pt x="1686127" y="853250"/>
                </a:lnTo>
                <a:lnTo>
                  <a:pt x="1686343" y="859348"/>
                </a:lnTo>
                <a:lnTo>
                  <a:pt x="1688147" y="854383"/>
                </a:lnTo>
                <a:lnTo>
                  <a:pt x="1687917" y="847909"/>
                </a:lnTo>
                <a:close/>
                <a:moveTo>
                  <a:pt x="1050574" y="2274041"/>
                </a:moveTo>
                <a:lnTo>
                  <a:pt x="1051331" y="2274779"/>
                </a:lnTo>
                <a:lnTo>
                  <a:pt x="1056107" y="2270198"/>
                </a:lnTo>
                <a:lnTo>
                  <a:pt x="1062561" y="2263834"/>
                </a:lnTo>
                <a:lnTo>
                  <a:pt x="1061972" y="2263232"/>
                </a:lnTo>
                <a:lnTo>
                  <a:pt x="1056465" y="2267336"/>
                </a:lnTo>
                <a:close/>
                <a:moveTo>
                  <a:pt x="1091411" y="2182484"/>
                </a:moveTo>
                <a:lnTo>
                  <a:pt x="1091712" y="2182355"/>
                </a:lnTo>
                <a:lnTo>
                  <a:pt x="1091587" y="2182295"/>
                </a:lnTo>
                <a:close/>
                <a:moveTo>
                  <a:pt x="1062229" y="2247421"/>
                </a:moveTo>
                <a:lnTo>
                  <a:pt x="1065553" y="2250393"/>
                </a:lnTo>
                <a:lnTo>
                  <a:pt x="1066147" y="2250343"/>
                </a:lnTo>
                <a:lnTo>
                  <a:pt x="1069536" y="2249636"/>
                </a:lnTo>
                <a:lnTo>
                  <a:pt x="1070823" y="2248045"/>
                </a:lnTo>
                <a:lnTo>
                  <a:pt x="1067996" y="2241286"/>
                </a:lnTo>
                <a:lnTo>
                  <a:pt x="1066533" y="2241566"/>
                </a:lnTo>
                <a:lnTo>
                  <a:pt x="1066454" y="2241612"/>
                </a:lnTo>
                <a:close/>
                <a:moveTo>
                  <a:pt x="1712904" y="790152"/>
                </a:moveTo>
                <a:lnTo>
                  <a:pt x="1711151" y="796304"/>
                </a:lnTo>
                <a:lnTo>
                  <a:pt x="1708552" y="812919"/>
                </a:lnTo>
                <a:lnTo>
                  <a:pt x="1709448" y="824218"/>
                </a:lnTo>
                <a:lnTo>
                  <a:pt x="1714079" y="807976"/>
                </a:lnTo>
                <a:close/>
                <a:moveTo>
                  <a:pt x="1689456" y="842621"/>
                </a:moveTo>
                <a:lnTo>
                  <a:pt x="1689337" y="851105"/>
                </a:lnTo>
                <a:lnTo>
                  <a:pt x="1690360" y="848287"/>
                </a:lnTo>
                <a:close/>
                <a:moveTo>
                  <a:pt x="1084881" y="2196081"/>
                </a:moveTo>
                <a:lnTo>
                  <a:pt x="1088915" y="2199686"/>
                </a:lnTo>
                <a:lnTo>
                  <a:pt x="1090732" y="2199280"/>
                </a:lnTo>
                <a:lnTo>
                  <a:pt x="1085887" y="2195566"/>
                </a:lnTo>
                <a:close/>
                <a:moveTo>
                  <a:pt x="1670764" y="883825"/>
                </a:moveTo>
                <a:lnTo>
                  <a:pt x="1667284" y="895121"/>
                </a:lnTo>
                <a:lnTo>
                  <a:pt x="1668255" y="898055"/>
                </a:lnTo>
                <a:lnTo>
                  <a:pt x="1668842" y="897297"/>
                </a:lnTo>
                <a:lnTo>
                  <a:pt x="1668996" y="897079"/>
                </a:lnTo>
                <a:lnTo>
                  <a:pt x="1671103" y="887196"/>
                </a:lnTo>
                <a:lnTo>
                  <a:pt x="1670989" y="885575"/>
                </a:lnTo>
                <a:close/>
                <a:moveTo>
                  <a:pt x="1689180" y="842532"/>
                </a:moveTo>
                <a:lnTo>
                  <a:pt x="1688081" y="846388"/>
                </a:lnTo>
                <a:lnTo>
                  <a:pt x="1688435" y="853588"/>
                </a:lnTo>
                <a:lnTo>
                  <a:pt x="1688993" y="852052"/>
                </a:lnTo>
                <a:lnTo>
                  <a:pt x="1689100" y="848131"/>
                </a:lnTo>
                <a:close/>
                <a:moveTo>
                  <a:pt x="1059703" y="2250894"/>
                </a:moveTo>
                <a:lnTo>
                  <a:pt x="1064409" y="2250491"/>
                </a:lnTo>
                <a:lnTo>
                  <a:pt x="1061730" y="2248106"/>
                </a:lnTo>
                <a:close/>
                <a:moveTo>
                  <a:pt x="1707375" y="800349"/>
                </a:moveTo>
                <a:lnTo>
                  <a:pt x="1705927" y="812178"/>
                </a:lnTo>
                <a:lnTo>
                  <a:pt x="1707794" y="805623"/>
                </a:lnTo>
                <a:close/>
                <a:moveTo>
                  <a:pt x="1690385" y="838300"/>
                </a:moveTo>
                <a:lnTo>
                  <a:pt x="1689615" y="841001"/>
                </a:lnTo>
                <a:lnTo>
                  <a:pt x="1690651" y="847487"/>
                </a:lnTo>
                <a:lnTo>
                  <a:pt x="1691484" y="845191"/>
                </a:lnTo>
                <a:close/>
                <a:moveTo>
                  <a:pt x="1084252" y="2195518"/>
                </a:moveTo>
                <a:lnTo>
                  <a:pt x="1084631" y="2195857"/>
                </a:lnTo>
                <a:lnTo>
                  <a:pt x="1085566" y="2195362"/>
                </a:lnTo>
                <a:close/>
                <a:moveTo>
                  <a:pt x="1704694" y="806182"/>
                </a:moveTo>
                <a:lnTo>
                  <a:pt x="1703571" y="811013"/>
                </a:lnTo>
                <a:lnTo>
                  <a:pt x="1703516" y="811459"/>
                </a:lnTo>
                <a:lnTo>
                  <a:pt x="1704112" y="818554"/>
                </a:lnTo>
                <a:lnTo>
                  <a:pt x="1704613" y="816794"/>
                </a:lnTo>
                <a:close/>
                <a:moveTo>
                  <a:pt x="1672881" y="876958"/>
                </a:moveTo>
                <a:lnTo>
                  <a:pt x="1671651" y="880948"/>
                </a:lnTo>
                <a:lnTo>
                  <a:pt x="1671918" y="883371"/>
                </a:lnTo>
                <a:lnTo>
                  <a:pt x="1673049" y="878059"/>
                </a:lnTo>
                <a:close/>
                <a:moveTo>
                  <a:pt x="1047102" y="2277991"/>
                </a:moveTo>
                <a:lnTo>
                  <a:pt x="1048605" y="2277394"/>
                </a:lnTo>
                <a:lnTo>
                  <a:pt x="1051156" y="2274947"/>
                </a:lnTo>
                <a:lnTo>
                  <a:pt x="1050413" y="2274223"/>
                </a:lnTo>
                <a:close/>
                <a:moveTo>
                  <a:pt x="1691205" y="835416"/>
                </a:moveTo>
                <a:lnTo>
                  <a:pt x="1690743" y="837041"/>
                </a:lnTo>
                <a:lnTo>
                  <a:pt x="1691873" y="844120"/>
                </a:lnTo>
                <a:lnTo>
                  <a:pt x="1692139" y="843388"/>
                </a:lnTo>
                <a:close/>
                <a:moveTo>
                  <a:pt x="1673481" y="875008"/>
                </a:moveTo>
                <a:lnTo>
                  <a:pt x="1673177" y="875995"/>
                </a:lnTo>
                <a:lnTo>
                  <a:pt x="1673308" y="876847"/>
                </a:lnTo>
                <a:lnTo>
                  <a:pt x="1673766" y="874695"/>
                </a:lnTo>
                <a:close/>
                <a:moveTo>
                  <a:pt x="1049228" y="2272731"/>
                </a:moveTo>
                <a:lnTo>
                  <a:pt x="1050086" y="2273567"/>
                </a:lnTo>
                <a:lnTo>
                  <a:pt x="1051104" y="2272409"/>
                </a:lnTo>
                <a:lnTo>
                  <a:pt x="1053299" y="2269697"/>
                </a:lnTo>
                <a:close/>
                <a:moveTo>
                  <a:pt x="1674036" y="873208"/>
                </a:moveTo>
                <a:lnTo>
                  <a:pt x="1673772" y="874065"/>
                </a:lnTo>
                <a:lnTo>
                  <a:pt x="1673938" y="873887"/>
                </a:lnTo>
                <a:lnTo>
                  <a:pt x="1673949" y="873840"/>
                </a:lnTo>
                <a:close/>
                <a:moveTo>
                  <a:pt x="1712669" y="786601"/>
                </a:moveTo>
                <a:lnTo>
                  <a:pt x="1712010" y="790819"/>
                </a:lnTo>
                <a:lnTo>
                  <a:pt x="1712771" y="788144"/>
                </a:lnTo>
                <a:close/>
                <a:moveTo>
                  <a:pt x="1085053" y="2190586"/>
                </a:moveTo>
                <a:lnTo>
                  <a:pt x="1088743" y="2193087"/>
                </a:lnTo>
                <a:lnTo>
                  <a:pt x="1090400" y="2192766"/>
                </a:lnTo>
                <a:lnTo>
                  <a:pt x="1085731" y="2189451"/>
                </a:lnTo>
                <a:lnTo>
                  <a:pt x="1085610" y="2189653"/>
                </a:lnTo>
                <a:lnTo>
                  <a:pt x="1086879" y="2190312"/>
                </a:lnTo>
                <a:lnTo>
                  <a:pt x="1086621" y="2190361"/>
                </a:lnTo>
                <a:lnTo>
                  <a:pt x="1085527" y="2189793"/>
                </a:lnTo>
                <a:close/>
                <a:moveTo>
                  <a:pt x="1038638" y="2294466"/>
                </a:moveTo>
                <a:lnTo>
                  <a:pt x="1074301" y="2282586"/>
                </a:lnTo>
                <a:lnTo>
                  <a:pt x="1083873" y="2278965"/>
                </a:lnTo>
                <a:lnTo>
                  <a:pt x="1080884" y="2272089"/>
                </a:lnTo>
                <a:lnTo>
                  <a:pt x="1079759" y="2269399"/>
                </a:lnTo>
                <a:lnTo>
                  <a:pt x="1073464" y="2272016"/>
                </a:lnTo>
                <a:lnTo>
                  <a:pt x="1071834" y="2273005"/>
                </a:lnTo>
                <a:lnTo>
                  <a:pt x="1074726" y="2275966"/>
                </a:lnTo>
                <a:lnTo>
                  <a:pt x="1074365" y="2275918"/>
                </a:lnTo>
                <a:lnTo>
                  <a:pt x="1071637" y="2273125"/>
                </a:lnTo>
                <a:lnTo>
                  <a:pt x="1058084" y="2281348"/>
                </a:lnTo>
                <a:lnTo>
                  <a:pt x="1059058" y="2282295"/>
                </a:lnTo>
                <a:lnTo>
                  <a:pt x="1058706" y="2282291"/>
                </a:lnTo>
                <a:lnTo>
                  <a:pt x="1057870" y="2281478"/>
                </a:lnTo>
                <a:lnTo>
                  <a:pt x="1057186" y="2281893"/>
                </a:lnTo>
                <a:lnTo>
                  <a:pt x="1053153" y="2284691"/>
                </a:lnTo>
                <a:close/>
                <a:moveTo>
                  <a:pt x="1044415" y="2281050"/>
                </a:moveTo>
                <a:lnTo>
                  <a:pt x="1047657" y="2278303"/>
                </a:lnTo>
                <a:lnTo>
                  <a:pt x="1047714" y="2278249"/>
                </a:lnTo>
                <a:lnTo>
                  <a:pt x="1046454" y="2278730"/>
                </a:lnTo>
                <a:close/>
                <a:moveTo>
                  <a:pt x="1043692" y="2282607"/>
                </a:moveTo>
                <a:lnTo>
                  <a:pt x="1054337" y="2278040"/>
                </a:lnTo>
                <a:lnTo>
                  <a:pt x="1052592" y="2276343"/>
                </a:lnTo>
                <a:lnTo>
                  <a:pt x="1049904" y="2277412"/>
                </a:lnTo>
                <a:lnTo>
                  <a:pt x="1049761" y="2277467"/>
                </a:lnTo>
                <a:close/>
                <a:moveTo>
                  <a:pt x="1693402" y="827706"/>
                </a:moveTo>
                <a:lnTo>
                  <a:pt x="1692356" y="831377"/>
                </a:lnTo>
                <a:lnTo>
                  <a:pt x="1693367" y="840008"/>
                </a:lnTo>
                <a:lnTo>
                  <a:pt x="1694612" y="836580"/>
                </a:lnTo>
                <a:lnTo>
                  <a:pt x="1695034" y="834761"/>
                </a:lnTo>
                <a:close/>
                <a:moveTo>
                  <a:pt x="1717362" y="773989"/>
                </a:moveTo>
                <a:lnTo>
                  <a:pt x="1714723" y="783766"/>
                </a:lnTo>
                <a:lnTo>
                  <a:pt x="1713186" y="789162"/>
                </a:lnTo>
                <a:lnTo>
                  <a:pt x="1714261" y="802702"/>
                </a:lnTo>
                <a:lnTo>
                  <a:pt x="1714509" y="806467"/>
                </a:lnTo>
                <a:lnTo>
                  <a:pt x="1716895" y="798097"/>
                </a:lnTo>
                <a:lnTo>
                  <a:pt x="1717170" y="798623"/>
                </a:lnTo>
                <a:lnTo>
                  <a:pt x="1714589" y="807679"/>
                </a:lnTo>
                <a:lnTo>
                  <a:pt x="1714999" y="813885"/>
                </a:lnTo>
                <a:lnTo>
                  <a:pt x="1722746" y="797637"/>
                </a:lnTo>
                <a:lnTo>
                  <a:pt x="1721569" y="791644"/>
                </a:lnTo>
                <a:close/>
                <a:moveTo>
                  <a:pt x="1080331" y="2200289"/>
                </a:moveTo>
                <a:lnTo>
                  <a:pt x="1080699" y="2201522"/>
                </a:lnTo>
                <a:lnTo>
                  <a:pt x="1081563" y="2201330"/>
                </a:lnTo>
                <a:close/>
                <a:moveTo>
                  <a:pt x="1083375" y="2193393"/>
                </a:moveTo>
                <a:lnTo>
                  <a:pt x="1084122" y="2193982"/>
                </a:lnTo>
                <a:lnTo>
                  <a:pt x="1088169" y="2193198"/>
                </a:lnTo>
                <a:lnTo>
                  <a:pt x="1084840" y="2190942"/>
                </a:lnTo>
                <a:close/>
                <a:moveTo>
                  <a:pt x="1088364" y="2182216"/>
                </a:moveTo>
                <a:lnTo>
                  <a:pt x="1088820" y="2182593"/>
                </a:lnTo>
                <a:lnTo>
                  <a:pt x="1089207" y="2182112"/>
                </a:lnTo>
                <a:close/>
                <a:moveTo>
                  <a:pt x="1082879" y="2194223"/>
                </a:moveTo>
                <a:lnTo>
                  <a:pt x="1083881" y="2194028"/>
                </a:lnTo>
                <a:lnTo>
                  <a:pt x="1083273" y="2193562"/>
                </a:lnTo>
                <a:close/>
                <a:moveTo>
                  <a:pt x="1085018" y="2189347"/>
                </a:moveTo>
                <a:lnTo>
                  <a:pt x="1085344" y="2189516"/>
                </a:lnTo>
                <a:lnTo>
                  <a:pt x="1085487" y="2189277"/>
                </a:lnTo>
                <a:lnTo>
                  <a:pt x="1085244" y="2189105"/>
                </a:lnTo>
                <a:close/>
                <a:moveTo>
                  <a:pt x="1059937" y="2245373"/>
                </a:moveTo>
                <a:lnTo>
                  <a:pt x="1062038" y="2247251"/>
                </a:lnTo>
                <a:lnTo>
                  <a:pt x="1065911" y="2241924"/>
                </a:lnTo>
                <a:close/>
                <a:moveTo>
                  <a:pt x="1070790" y="2220668"/>
                </a:moveTo>
                <a:lnTo>
                  <a:pt x="1077382" y="2226067"/>
                </a:lnTo>
                <a:lnTo>
                  <a:pt x="1081331" y="2220477"/>
                </a:lnTo>
                <a:close/>
                <a:moveTo>
                  <a:pt x="1084324" y="2190092"/>
                </a:moveTo>
                <a:lnTo>
                  <a:pt x="1084805" y="2190418"/>
                </a:lnTo>
                <a:lnTo>
                  <a:pt x="1085260" y="2189655"/>
                </a:lnTo>
                <a:lnTo>
                  <a:pt x="1084904" y="2189470"/>
                </a:lnTo>
                <a:close/>
                <a:moveTo>
                  <a:pt x="1080642" y="2197965"/>
                </a:moveTo>
                <a:lnTo>
                  <a:pt x="1083706" y="2196345"/>
                </a:lnTo>
                <a:lnTo>
                  <a:pt x="1082950" y="2195673"/>
                </a:lnTo>
                <a:lnTo>
                  <a:pt x="1081940" y="2195792"/>
                </a:lnTo>
                <a:close/>
                <a:moveTo>
                  <a:pt x="1064943" y="2232743"/>
                </a:moveTo>
                <a:lnTo>
                  <a:pt x="1065787" y="2235014"/>
                </a:lnTo>
                <a:lnTo>
                  <a:pt x="1071773" y="2233865"/>
                </a:lnTo>
                <a:lnTo>
                  <a:pt x="1072261" y="2233194"/>
                </a:lnTo>
                <a:close/>
                <a:moveTo>
                  <a:pt x="1079972" y="2199087"/>
                </a:moveTo>
                <a:lnTo>
                  <a:pt x="1080036" y="2199301"/>
                </a:lnTo>
                <a:lnTo>
                  <a:pt x="1082247" y="2201176"/>
                </a:lnTo>
                <a:lnTo>
                  <a:pt x="1087835" y="2199927"/>
                </a:lnTo>
                <a:lnTo>
                  <a:pt x="1083988" y="2196596"/>
                </a:lnTo>
                <a:lnTo>
                  <a:pt x="1083946" y="2196559"/>
                </a:lnTo>
                <a:lnTo>
                  <a:pt x="1080398" y="2198373"/>
                </a:lnTo>
                <a:close/>
                <a:moveTo>
                  <a:pt x="1085602" y="2186418"/>
                </a:moveTo>
                <a:lnTo>
                  <a:pt x="1085692" y="2186482"/>
                </a:lnTo>
                <a:lnTo>
                  <a:pt x="1085735" y="2186429"/>
                </a:lnTo>
                <a:lnTo>
                  <a:pt x="1085686" y="2186389"/>
                </a:lnTo>
                <a:close/>
                <a:moveTo>
                  <a:pt x="1079843" y="2198657"/>
                </a:moveTo>
                <a:lnTo>
                  <a:pt x="1079855" y="2198699"/>
                </a:lnTo>
                <a:lnTo>
                  <a:pt x="1079897" y="2198629"/>
                </a:lnTo>
                <a:close/>
                <a:moveTo>
                  <a:pt x="1689587" y="833306"/>
                </a:moveTo>
                <a:lnTo>
                  <a:pt x="1689521" y="838019"/>
                </a:lnTo>
                <a:lnTo>
                  <a:pt x="1690045" y="836176"/>
                </a:lnTo>
                <a:close/>
                <a:moveTo>
                  <a:pt x="1036250" y="2296074"/>
                </a:moveTo>
                <a:lnTo>
                  <a:pt x="1084592" y="2287073"/>
                </a:lnTo>
                <a:lnTo>
                  <a:pt x="1086821" y="2285746"/>
                </a:lnTo>
                <a:lnTo>
                  <a:pt x="1084237" y="2279804"/>
                </a:lnTo>
                <a:lnTo>
                  <a:pt x="1037085" y="2295512"/>
                </a:lnTo>
                <a:close/>
                <a:moveTo>
                  <a:pt x="1078179" y="2202085"/>
                </a:moveTo>
                <a:lnTo>
                  <a:pt x="1080474" y="2201573"/>
                </a:lnTo>
                <a:lnTo>
                  <a:pt x="1080073" y="2200293"/>
                </a:lnTo>
                <a:lnTo>
                  <a:pt x="1079984" y="2199996"/>
                </a:lnTo>
                <a:lnTo>
                  <a:pt x="1079615" y="2199684"/>
                </a:lnTo>
                <a:close/>
                <a:moveTo>
                  <a:pt x="1708192" y="791131"/>
                </a:moveTo>
                <a:lnTo>
                  <a:pt x="1705144" y="804243"/>
                </a:lnTo>
                <a:lnTo>
                  <a:pt x="1705060" y="815221"/>
                </a:lnTo>
                <a:lnTo>
                  <a:pt x="1705379" y="814102"/>
                </a:lnTo>
                <a:close/>
                <a:moveTo>
                  <a:pt x="1079489" y="2198838"/>
                </a:moveTo>
                <a:lnTo>
                  <a:pt x="1079677" y="2198998"/>
                </a:lnTo>
                <a:lnTo>
                  <a:pt x="1079683" y="2198988"/>
                </a:lnTo>
                <a:lnTo>
                  <a:pt x="1079619" y="2198772"/>
                </a:lnTo>
                <a:close/>
                <a:moveTo>
                  <a:pt x="1083820" y="2188725"/>
                </a:moveTo>
                <a:lnTo>
                  <a:pt x="1083868" y="2188750"/>
                </a:lnTo>
                <a:lnTo>
                  <a:pt x="1084187" y="2188354"/>
                </a:lnTo>
                <a:lnTo>
                  <a:pt x="1084063" y="2188266"/>
                </a:lnTo>
                <a:close/>
                <a:moveTo>
                  <a:pt x="1082149" y="2192426"/>
                </a:moveTo>
                <a:lnTo>
                  <a:pt x="1083139" y="2193206"/>
                </a:lnTo>
                <a:lnTo>
                  <a:pt x="1084593" y="2190773"/>
                </a:lnTo>
                <a:lnTo>
                  <a:pt x="1084039" y="2190398"/>
                </a:lnTo>
                <a:close/>
                <a:moveTo>
                  <a:pt x="1083691" y="2188970"/>
                </a:moveTo>
                <a:lnTo>
                  <a:pt x="1083764" y="2188879"/>
                </a:lnTo>
                <a:lnTo>
                  <a:pt x="1083745" y="2188868"/>
                </a:lnTo>
                <a:close/>
                <a:moveTo>
                  <a:pt x="1696871" y="815526"/>
                </a:moveTo>
                <a:lnTo>
                  <a:pt x="1693703" y="826647"/>
                </a:lnTo>
                <a:lnTo>
                  <a:pt x="1695309" y="833583"/>
                </a:lnTo>
                <a:lnTo>
                  <a:pt x="1698185" y="821205"/>
                </a:lnTo>
                <a:close/>
                <a:moveTo>
                  <a:pt x="1685015" y="842051"/>
                </a:moveTo>
                <a:lnTo>
                  <a:pt x="1681179" y="853073"/>
                </a:lnTo>
                <a:lnTo>
                  <a:pt x="1678859" y="857581"/>
                </a:lnTo>
                <a:lnTo>
                  <a:pt x="1677259" y="870201"/>
                </a:lnTo>
                <a:lnTo>
                  <a:pt x="1677291" y="870315"/>
                </a:lnTo>
                <a:lnTo>
                  <a:pt x="1680197" y="867219"/>
                </a:lnTo>
                <a:lnTo>
                  <a:pt x="1685352" y="851558"/>
                </a:lnTo>
                <a:close/>
                <a:moveTo>
                  <a:pt x="1081533" y="2193088"/>
                </a:moveTo>
                <a:lnTo>
                  <a:pt x="1082625" y="2194064"/>
                </a:lnTo>
                <a:lnTo>
                  <a:pt x="1083035" y="2193379"/>
                </a:lnTo>
                <a:lnTo>
                  <a:pt x="1082001" y="2192586"/>
                </a:lnTo>
                <a:close/>
                <a:moveTo>
                  <a:pt x="1080692" y="2194646"/>
                </a:moveTo>
                <a:lnTo>
                  <a:pt x="1081599" y="2194470"/>
                </a:lnTo>
                <a:lnTo>
                  <a:pt x="1081046" y="2193977"/>
                </a:lnTo>
                <a:close/>
                <a:moveTo>
                  <a:pt x="1075115" y="2207120"/>
                </a:moveTo>
                <a:lnTo>
                  <a:pt x="1078072" y="2209486"/>
                </a:lnTo>
                <a:lnTo>
                  <a:pt x="1082243" y="2207207"/>
                </a:lnTo>
                <a:lnTo>
                  <a:pt x="1081711" y="2205512"/>
                </a:lnTo>
                <a:lnTo>
                  <a:pt x="1075211" y="2206965"/>
                </a:lnTo>
                <a:close/>
                <a:moveTo>
                  <a:pt x="1079384" y="2197122"/>
                </a:moveTo>
                <a:lnTo>
                  <a:pt x="1079773" y="2198424"/>
                </a:lnTo>
                <a:lnTo>
                  <a:pt x="1080134" y="2198233"/>
                </a:lnTo>
                <a:lnTo>
                  <a:pt x="1081566" y="2195837"/>
                </a:lnTo>
                <a:lnTo>
                  <a:pt x="1079962" y="2196027"/>
                </a:lnTo>
                <a:close/>
                <a:moveTo>
                  <a:pt x="1078791" y="2198245"/>
                </a:moveTo>
                <a:lnTo>
                  <a:pt x="1079298" y="2198675"/>
                </a:lnTo>
                <a:lnTo>
                  <a:pt x="1079550" y="2198542"/>
                </a:lnTo>
                <a:lnTo>
                  <a:pt x="1079219" y="2197434"/>
                </a:lnTo>
                <a:close/>
                <a:moveTo>
                  <a:pt x="1078280" y="2199214"/>
                </a:moveTo>
                <a:lnTo>
                  <a:pt x="1078758" y="2198961"/>
                </a:lnTo>
                <a:lnTo>
                  <a:pt x="1078520" y="2198758"/>
                </a:lnTo>
                <a:close/>
                <a:moveTo>
                  <a:pt x="1687307" y="835464"/>
                </a:moveTo>
                <a:lnTo>
                  <a:pt x="1685560" y="840483"/>
                </a:lnTo>
                <a:lnTo>
                  <a:pt x="1685974" y="848912"/>
                </a:lnTo>
                <a:lnTo>
                  <a:pt x="1685999" y="849597"/>
                </a:lnTo>
                <a:lnTo>
                  <a:pt x="1687672" y="844510"/>
                </a:lnTo>
                <a:lnTo>
                  <a:pt x="1687739" y="844275"/>
                </a:lnTo>
                <a:close/>
                <a:moveTo>
                  <a:pt x="1073553" y="2209656"/>
                </a:moveTo>
                <a:lnTo>
                  <a:pt x="1075192" y="2209748"/>
                </a:lnTo>
                <a:lnTo>
                  <a:pt x="1074583" y="2208987"/>
                </a:lnTo>
                <a:lnTo>
                  <a:pt x="1074173" y="2208651"/>
                </a:lnTo>
                <a:close/>
                <a:moveTo>
                  <a:pt x="1053604" y="2254241"/>
                </a:moveTo>
                <a:lnTo>
                  <a:pt x="1057064" y="2257880"/>
                </a:lnTo>
                <a:lnTo>
                  <a:pt x="1061433" y="2259647"/>
                </a:lnTo>
                <a:lnTo>
                  <a:pt x="1066718" y="2253119"/>
                </a:lnTo>
                <a:close/>
                <a:moveTo>
                  <a:pt x="1698354" y="810317"/>
                </a:moveTo>
                <a:lnTo>
                  <a:pt x="1697275" y="814106"/>
                </a:lnTo>
                <a:lnTo>
                  <a:pt x="1698552" y="819627"/>
                </a:lnTo>
                <a:lnTo>
                  <a:pt x="1698981" y="817780"/>
                </a:lnTo>
                <a:close/>
                <a:moveTo>
                  <a:pt x="1687996" y="833484"/>
                </a:moveTo>
                <a:lnTo>
                  <a:pt x="1687516" y="834863"/>
                </a:lnTo>
                <a:lnTo>
                  <a:pt x="1687943" y="843560"/>
                </a:lnTo>
                <a:lnTo>
                  <a:pt x="1689008" y="839818"/>
                </a:lnTo>
                <a:close/>
                <a:moveTo>
                  <a:pt x="1076573" y="2202444"/>
                </a:moveTo>
                <a:lnTo>
                  <a:pt x="1077778" y="2202175"/>
                </a:lnTo>
                <a:lnTo>
                  <a:pt x="1079383" y="2199489"/>
                </a:lnTo>
                <a:lnTo>
                  <a:pt x="1078943" y="2199117"/>
                </a:lnTo>
                <a:lnTo>
                  <a:pt x="1078103" y="2199547"/>
                </a:lnTo>
                <a:close/>
                <a:moveTo>
                  <a:pt x="1084151" y="2185389"/>
                </a:moveTo>
                <a:lnTo>
                  <a:pt x="1084347" y="2185526"/>
                </a:lnTo>
                <a:lnTo>
                  <a:pt x="1084543" y="2185442"/>
                </a:lnTo>
                <a:lnTo>
                  <a:pt x="1084299" y="2185240"/>
                </a:lnTo>
                <a:close/>
                <a:moveTo>
                  <a:pt x="1079946" y="2194791"/>
                </a:moveTo>
                <a:lnTo>
                  <a:pt x="1079990" y="2194782"/>
                </a:lnTo>
                <a:lnTo>
                  <a:pt x="1080034" y="2194697"/>
                </a:lnTo>
                <a:close/>
                <a:moveTo>
                  <a:pt x="1689106" y="830296"/>
                </a:moveTo>
                <a:lnTo>
                  <a:pt x="1688284" y="832658"/>
                </a:lnTo>
                <a:lnTo>
                  <a:pt x="1689234" y="838615"/>
                </a:lnTo>
                <a:lnTo>
                  <a:pt x="1689332" y="831708"/>
                </a:lnTo>
                <a:close/>
                <a:moveTo>
                  <a:pt x="1034315" y="2296435"/>
                </a:moveTo>
                <a:lnTo>
                  <a:pt x="1035780" y="2296161"/>
                </a:lnTo>
                <a:lnTo>
                  <a:pt x="1036414" y="2295736"/>
                </a:lnTo>
                <a:close/>
                <a:moveTo>
                  <a:pt x="1079088" y="2196131"/>
                </a:moveTo>
                <a:lnTo>
                  <a:pt x="1079167" y="2196393"/>
                </a:lnTo>
                <a:lnTo>
                  <a:pt x="1079314" y="2196104"/>
                </a:lnTo>
                <a:close/>
                <a:moveTo>
                  <a:pt x="1662209" y="890242"/>
                </a:moveTo>
                <a:lnTo>
                  <a:pt x="1662189" y="890336"/>
                </a:lnTo>
                <a:lnTo>
                  <a:pt x="1662351" y="889992"/>
                </a:lnTo>
                <a:lnTo>
                  <a:pt x="1662381" y="889893"/>
                </a:lnTo>
                <a:close/>
                <a:moveTo>
                  <a:pt x="1690229" y="827071"/>
                </a:moveTo>
                <a:lnTo>
                  <a:pt x="1689651" y="828731"/>
                </a:lnTo>
                <a:lnTo>
                  <a:pt x="1689632" y="830083"/>
                </a:lnTo>
                <a:lnTo>
                  <a:pt x="1690404" y="834917"/>
                </a:lnTo>
                <a:lnTo>
                  <a:pt x="1690931" y="833067"/>
                </a:lnTo>
                <a:close/>
                <a:moveTo>
                  <a:pt x="1072786" y="2209613"/>
                </a:moveTo>
                <a:lnTo>
                  <a:pt x="1073314" y="2209642"/>
                </a:lnTo>
                <a:lnTo>
                  <a:pt x="1073994" y="2208504"/>
                </a:lnTo>
                <a:lnTo>
                  <a:pt x="1073560" y="2208148"/>
                </a:lnTo>
                <a:close/>
                <a:moveTo>
                  <a:pt x="1057597" y="2243281"/>
                </a:moveTo>
                <a:lnTo>
                  <a:pt x="1059749" y="2245205"/>
                </a:lnTo>
                <a:lnTo>
                  <a:pt x="1065812" y="2241705"/>
                </a:lnTo>
                <a:close/>
                <a:moveTo>
                  <a:pt x="1033820" y="2296072"/>
                </a:moveTo>
                <a:lnTo>
                  <a:pt x="1037966" y="2294690"/>
                </a:lnTo>
                <a:lnTo>
                  <a:pt x="1039128" y="2293907"/>
                </a:lnTo>
                <a:lnTo>
                  <a:pt x="1051291" y="2285469"/>
                </a:lnTo>
                <a:close/>
                <a:moveTo>
                  <a:pt x="1692047" y="821847"/>
                </a:moveTo>
                <a:lnTo>
                  <a:pt x="1691411" y="823675"/>
                </a:lnTo>
                <a:lnTo>
                  <a:pt x="1691580" y="824751"/>
                </a:lnTo>
                <a:lnTo>
                  <a:pt x="1692081" y="829027"/>
                </a:lnTo>
                <a:lnTo>
                  <a:pt x="1692979" y="825877"/>
                </a:lnTo>
                <a:close/>
                <a:moveTo>
                  <a:pt x="1081932" y="2187745"/>
                </a:moveTo>
                <a:lnTo>
                  <a:pt x="1083238" y="2188423"/>
                </a:lnTo>
                <a:lnTo>
                  <a:pt x="1083517" y="2187878"/>
                </a:lnTo>
                <a:lnTo>
                  <a:pt x="1082823" y="2187386"/>
                </a:lnTo>
                <a:lnTo>
                  <a:pt x="1082521" y="2187492"/>
                </a:lnTo>
                <a:close/>
                <a:moveTo>
                  <a:pt x="1077638" y="2197268"/>
                </a:moveTo>
                <a:lnTo>
                  <a:pt x="1078393" y="2197908"/>
                </a:lnTo>
                <a:lnTo>
                  <a:pt x="1079004" y="2196713"/>
                </a:lnTo>
                <a:lnTo>
                  <a:pt x="1078839" y="2196161"/>
                </a:lnTo>
                <a:lnTo>
                  <a:pt x="1078648" y="2196184"/>
                </a:lnTo>
                <a:close/>
                <a:moveTo>
                  <a:pt x="1036992" y="2288283"/>
                </a:moveTo>
                <a:lnTo>
                  <a:pt x="1037097" y="2288348"/>
                </a:lnTo>
                <a:lnTo>
                  <a:pt x="1037628" y="2287744"/>
                </a:lnTo>
                <a:close/>
                <a:moveTo>
                  <a:pt x="1700906" y="801350"/>
                </a:moveTo>
                <a:lnTo>
                  <a:pt x="1699367" y="806758"/>
                </a:lnTo>
                <a:lnTo>
                  <a:pt x="1699945" y="813633"/>
                </a:lnTo>
                <a:lnTo>
                  <a:pt x="1701158" y="808413"/>
                </a:lnTo>
                <a:lnTo>
                  <a:pt x="1701364" y="806786"/>
                </a:lnTo>
                <a:close/>
                <a:moveTo>
                  <a:pt x="1081439" y="2188136"/>
                </a:moveTo>
                <a:lnTo>
                  <a:pt x="1082884" y="2189115"/>
                </a:lnTo>
                <a:lnTo>
                  <a:pt x="1083164" y="2188567"/>
                </a:lnTo>
                <a:lnTo>
                  <a:pt x="1081742" y="2187829"/>
                </a:lnTo>
                <a:close/>
                <a:moveTo>
                  <a:pt x="1065724" y="2222981"/>
                </a:moveTo>
                <a:lnTo>
                  <a:pt x="1068978" y="2220589"/>
                </a:lnTo>
                <a:lnTo>
                  <a:pt x="1067887" y="2220490"/>
                </a:lnTo>
                <a:lnTo>
                  <a:pt x="1066372" y="2221754"/>
                </a:lnTo>
                <a:close/>
                <a:moveTo>
                  <a:pt x="1064909" y="2224523"/>
                </a:moveTo>
                <a:lnTo>
                  <a:pt x="1065145" y="2224721"/>
                </a:lnTo>
                <a:lnTo>
                  <a:pt x="1071571" y="2229978"/>
                </a:lnTo>
                <a:lnTo>
                  <a:pt x="1074735" y="2229794"/>
                </a:lnTo>
                <a:lnTo>
                  <a:pt x="1075254" y="2229081"/>
                </a:lnTo>
                <a:lnTo>
                  <a:pt x="1076932" y="2226705"/>
                </a:lnTo>
                <a:lnTo>
                  <a:pt x="1069525" y="2220638"/>
                </a:lnTo>
                <a:lnTo>
                  <a:pt x="1069406" y="2220628"/>
                </a:lnTo>
                <a:lnTo>
                  <a:pt x="1065419" y="2223558"/>
                </a:lnTo>
                <a:close/>
                <a:moveTo>
                  <a:pt x="1715720" y="767104"/>
                </a:moveTo>
                <a:lnTo>
                  <a:pt x="1712877" y="785276"/>
                </a:lnTo>
                <a:lnTo>
                  <a:pt x="1713032" y="787229"/>
                </a:lnTo>
                <a:lnTo>
                  <a:pt x="1717107" y="772920"/>
                </a:lnTo>
                <a:close/>
                <a:moveTo>
                  <a:pt x="1063136" y="2227880"/>
                </a:moveTo>
                <a:lnTo>
                  <a:pt x="1063804" y="2229678"/>
                </a:lnTo>
                <a:lnTo>
                  <a:pt x="1070075" y="2230065"/>
                </a:lnTo>
                <a:lnTo>
                  <a:pt x="1071275" y="2229996"/>
                </a:lnTo>
                <a:lnTo>
                  <a:pt x="1064811" y="2224708"/>
                </a:lnTo>
                <a:close/>
                <a:moveTo>
                  <a:pt x="1065015" y="2223502"/>
                </a:moveTo>
                <a:lnTo>
                  <a:pt x="1065164" y="2223393"/>
                </a:lnTo>
                <a:lnTo>
                  <a:pt x="1065652" y="2222468"/>
                </a:lnTo>
                <a:close/>
                <a:moveTo>
                  <a:pt x="1695823" y="810997"/>
                </a:moveTo>
                <a:lnTo>
                  <a:pt x="1692375" y="820905"/>
                </a:lnTo>
                <a:lnTo>
                  <a:pt x="1693280" y="824818"/>
                </a:lnTo>
                <a:lnTo>
                  <a:pt x="1696448" y="813697"/>
                </a:lnTo>
                <a:close/>
                <a:moveTo>
                  <a:pt x="1643882" y="927201"/>
                </a:moveTo>
                <a:lnTo>
                  <a:pt x="1643866" y="927789"/>
                </a:lnTo>
                <a:lnTo>
                  <a:pt x="1644006" y="929119"/>
                </a:lnTo>
                <a:lnTo>
                  <a:pt x="1644191" y="928724"/>
                </a:lnTo>
                <a:lnTo>
                  <a:pt x="1643916" y="927134"/>
                </a:lnTo>
                <a:close/>
                <a:moveTo>
                  <a:pt x="1062237" y="2229582"/>
                </a:moveTo>
                <a:lnTo>
                  <a:pt x="1063122" y="2229636"/>
                </a:lnTo>
                <a:lnTo>
                  <a:pt x="1062718" y="2228670"/>
                </a:lnTo>
                <a:close/>
                <a:moveTo>
                  <a:pt x="1064564" y="2224233"/>
                </a:moveTo>
                <a:lnTo>
                  <a:pt x="1064672" y="2224323"/>
                </a:lnTo>
                <a:lnTo>
                  <a:pt x="1064859" y="2223970"/>
                </a:lnTo>
                <a:lnTo>
                  <a:pt x="1064616" y="2224149"/>
                </a:lnTo>
                <a:close/>
                <a:moveTo>
                  <a:pt x="1702878" y="794429"/>
                </a:moveTo>
                <a:lnTo>
                  <a:pt x="1702265" y="796580"/>
                </a:lnTo>
                <a:lnTo>
                  <a:pt x="1702420" y="798413"/>
                </a:lnTo>
                <a:lnTo>
                  <a:pt x="1702833" y="795135"/>
                </a:lnTo>
                <a:close/>
                <a:moveTo>
                  <a:pt x="1059696" y="2234393"/>
                </a:moveTo>
                <a:lnTo>
                  <a:pt x="1062602" y="2235625"/>
                </a:lnTo>
                <a:lnTo>
                  <a:pt x="1065404" y="2235088"/>
                </a:lnTo>
                <a:lnTo>
                  <a:pt x="1064408" y="2232710"/>
                </a:lnTo>
                <a:lnTo>
                  <a:pt x="1060705" y="2232481"/>
                </a:lnTo>
                <a:close/>
                <a:moveTo>
                  <a:pt x="1035914" y="2287626"/>
                </a:moveTo>
                <a:lnTo>
                  <a:pt x="1036342" y="2287887"/>
                </a:lnTo>
                <a:lnTo>
                  <a:pt x="1037360" y="2287025"/>
                </a:lnTo>
                <a:close/>
                <a:moveTo>
                  <a:pt x="1076641" y="2196422"/>
                </a:moveTo>
                <a:lnTo>
                  <a:pt x="1076905" y="2196647"/>
                </a:lnTo>
                <a:lnTo>
                  <a:pt x="1077174" y="2196359"/>
                </a:lnTo>
                <a:close/>
                <a:moveTo>
                  <a:pt x="1079368" y="2190234"/>
                </a:moveTo>
                <a:lnTo>
                  <a:pt x="1081392" y="2191829"/>
                </a:lnTo>
                <a:lnTo>
                  <a:pt x="1081683" y="2191467"/>
                </a:lnTo>
                <a:lnTo>
                  <a:pt x="1082695" y="2189487"/>
                </a:lnTo>
                <a:lnTo>
                  <a:pt x="1081144" y="2188436"/>
                </a:lnTo>
                <a:close/>
                <a:moveTo>
                  <a:pt x="1697907" y="805008"/>
                </a:moveTo>
                <a:lnTo>
                  <a:pt x="1696262" y="809733"/>
                </a:lnTo>
                <a:lnTo>
                  <a:pt x="1696851" y="812276"/>
                </a:lnTo>
                <a:lnTo>
                  <a:pt x="1698138" y="807757"/>
                </a:lnTo>
                <a:close/>
                <a:moveTo>
                  <a:pt x="1058644" y="2236385"/>
                </a:moveTo>
                <a:lnTo>
                  <a:pt x="1062179" y="2235706"/>
                </a:lnTo>
                <a:lnTo>
                  <a:pt x="1059583" y="2234605"/>
                </a:lnTo>
                <a:close/>
                <a:moveTo>
                  <a:pt x="1711730" y="773834"/>
                </a:moveTo>
                <a:lnTo>
                  <a:pt x="1710737" y="780181"/>
                </a:lnTo>
                <a:lnTo>
                  <a:pt x="1708686" y="789004"/>
                </a:lnTo>
                <a:lnTo>
                  <a:pt x="1708063" y="794729"/>
                </a:lnTo>
                <a:lnTo>
                  <a:pt x="1707466" y="799605"/>
                </a:lnTo>
                <a:lnTo>
                  <a:pt x="1707497" y="799637"/>
                </a:lnTo>
                <a:lnTo>
                  <a:pt x="1707933" y="805131"/>
                </a:lnTo>
                <a:lnTo>
                  <a:pt x="1709700" y="798928"/>
                </a:lnTo>
                <a:lnTo>
                  <a:pt x="1712361" y="781923"/>
                </a:lnTo>
                <a:lnTo>
                  <a:pt x="1712309" y="781124"/>
                </a:lnTo>
                <a:close/>
                <a:moveTo>
                  <a:pt x="1078886" y="2190722"/>
                </a:moveTo>
                <a:lnTo>
                  <a:pt x="1080818" y="2192448"/>
                </a:lnTo>
                <a:lnTo>
                  <a:pt x="1081235" y="2192000"/>
                </a:lnTo>
                <a:lnTo>
                  <a:pt x="1080543" y="2191470"/>
                </a:lnTo>
                <a:lnTo>
                  <a:pt x="1079197" y="2190408"/>
                </a:lnTo>
                <a:close/>
                <a:moveTo>
                  <a:pt x="1687206" y="828531"/>
                </a:moveTo>
                <a:lnTo>
                  <a:pt x="1687336" y="831173"/>
                </a:lnTo>
                <a:lnTo>
                  <a:pt x="1687536" y="830597"/>
                </a:lnTo>
                <a:close/>
                <a:moveTo>
                  <a:pt x="1689734" y="822844"/>
                </a:moveTo>
                <a:lnTo>
                  <a:pt x="1689713" y="824345"/>
                </a:lnTo>
                <a:lnTo>
                  <a:pt x="1689860" y="823922"/>
                </a:lnTo>
                <a:close/>
                <a:moveTo>
                  <a:pt x="1063986" y="2223746"/>
                </a:moveTo>
                <a:lnTo>
                  <a:pt x="1064312" y="2224020"/>
                </a:lnTo>
                <a:lnTo>
                  <a:pt x="1064726" y="2223715"/>
                </a:lnTo>
                <a:lnTo>
                  <a:pt x="1065471" y="2222507"/>
                </a:lnTo>
                <a:close/>
                <a:moveTo>
                  <a:pt x="1073567" y="2201637"/>
                </a:moveTo>
                <a:lnTo>
                  <a:pt x="1077500" y="2199626"/>
                </a:lnTo>
                <a:lnTo>
                  <a:pt x="1077522" y="2199614"/>
                </a:lnTo>
                <a:lnTo>
                  <a:pt x="1078127" y="2198428"/>
                </a:lnTo>
                <a:lnTo>
                  <a:pt x="1077249" y="2197686"/>
                </a:lnTo>
                <a:close/>
                <a:moveTo>
                  <a:pt x="1700571" y="797355"/>
                </a:moveTo>
                <a:lnTo>
                  <a:pt x="1698957" y="801993"/>
                </a:lnTo>
                <a:lnTo>
                  <a:pt x="1698987" y="802240"/>
                </a:lnTo>
                <a:lnTo>
                  <a:pt x="1699152" y="804197"/>
                </a:lnTo>
                <a:lnTo>
                  <a:pt x="1700691" y="798791"/>
                </a:lnTo>
                <a:close/>
                <a:moveTo>
                  <a:pt x="1077800" y="2191822"/>
                </a:moveTo>
                <a:lnTo>
                  <a:pt x="1078675" y="2194748"/>
                </a:lnTo>
                <a:lnTo>
                  <a:pt x="1080142" y="2193173"/>
                </a:lnTo>
                <a:lnTo>
                  <a:pt x="1078186" y="2191432"/>
                </a:lnTo>
                <a:close/>
                <a:moveTo>
                  <a:pt x="1704835" y="787554"/>
                </a:moveTo>
                <a:lnTo>
                  <a:pt x="1704511" y="788693"/>
                </a:lnTo>
                <a:lnTo>
                  <a:pt x="1704050" y="795974"/>
                </a:lnTo>
                <a:lnTo>
                  <a:pt x="1704796" y="792764"/>
                </a:lnTo>
                <a:close/>
                <a:moveTo>
                  <a:pt x="1727481" y="736499"/>
                </a:moveTo>
                <a:lnTo>
                  <a:pt x="1717727" y="772635"/>
                </a:lnTo>
                <a:lnTo>
                  <a:pt x="1723373" y="796324"/>
                </a:lnTo>
                <a:lnTo>
                  <a:pt x="1733361" y="775377"/>
                </a:lnTo>
                <a:lnTo>
                  <a:pt x="1734791" y="772038"/>
                </a:lnTo>
                <a:lnTo>
                  <a:pt x="1729340" y="744301"/>
                </a:lnTo>
                <a:close/>
                <a:moveTo>
                  <a:pt x="1062364" y="2225804"/>
                </a:moveTo>
                <a:lnTo>
                  <a:pt x="1062994" y="2227499"/>
                </a:lnTo>
                <a:lnTo>
                  <a:pt x="1064572" y="2224513"/>
                </a:lnTo>
                <a:lnTo>
                  <a:pt x="1064452" y="2224414"/>
                </a:lnTo>
                <a:lnTo>
                  <a:pt x="1063046" y="2226696"/>
                </a:lnTo>
                <a:lnTo>
                  <a:pt x="1062857" y="2226746"/>
                </a:lnTo>
                <a:lnTo>
                  <a:pt x="1064327" y="2224361"/>
                </a:lnTo>
                <a:close/>
                <a:moveTo>
                  <a:pt x="1030225" y="2297197"/>
                </a:moveTo>
                <a:lnTo>
                  <a:pt x="1030719" y="2297105"/>
                </a:lnTo>
                <a:lnTo>
                  <a:pt x="1031518" y="2296837"/>
                </a:lnTo>
                <a:lnTo>
                  <a:pt x="1057471" y="2281089"/>
                </a:lnTo>
                <a:lnTo>
                  <a:pt x="1055724" y="2279390"/>
                </a:lnTo>
                <a:lnTo>
                  <a:pt x="1040202" y="2285843"/>
                </a:lnTo>
                <a:lnTo>
                  <a:pt x="1037685" y="2288707"/>
                </a:lnTo>
                <a:lnTo>
                  <a:pt x="1039314" y="2289701"/>
                </a:lnTo>
                <a:lnTo>
                  <a:pt x="1038953" y="2289745"/>
                </a:lnTo>
                <a:lnTo>
                  <a:pt x="1037535" y="2288878"/>
                </a:lnTo>
                <a:close/>
                <a:moveTo>
                  <a:pt x="1071986" y="2203333"/>
                </a:moveTo>
                <a:lnTo>
                  <a:pt x="1072077" y="2203450"/>
                </a:lnTo>
                <a:lnTo>
                  <a:pt x="1076013" y="2202570"/>
                </a:lnTo>
                <a:lnTo>
                  <a:pt x="1077363" y="2199926"/>
                </a:lnTo>
                <a:lnTo>
                  <a:pt x="1073156" y="2202077"/>
                </a:lnTo>
                <a:close/>
                <a:moveTo>
                  <a:pt x="1062165" y="2225266"/>
                </a:moveTo>
                <a:lnTo>
                  <a:pt x="1062261" y="2225527"/>
                </a:lnTo>
                <a:lnTo>
                  <a:pt x="1064131" y="2224152"/>
                </a:lnTo>
                <a:lnTo>
                  <a:pt x="1063813" y="2223891"/>
                </a:lnTo>
                <a:close/>
                <a:moveTo>
                  <a:pt x="1049031" y="2254633"/>
                </a:moveTo>
                <a:lnTo>
                  <a:pt x="1056538" y="2257667"/>
                </a:lnTo>
                <a:lnTo>
                  <a:pt x="1053223" y="2254274"/>
                </a:lnTo>
                <a:close/>
                <a:moveTo>
                  <a:pt x="1703164" y="789901"/>
                </a:moveTo>
                <a:lnTo>
                  <a:pt x="1701988" y="793282"/>
                </a:lnTo>
                <a:lnTo>
                  <a:pt x="1702050" y="794021"/>
                </a:lnTo>
                <a:lnTo>
                  <a:pt x="1703148" y="790165"/>
                </a:lnTo>
                <a:close/>
                <a:moveTo>
                  <a:pt x="1081105" y="2182717"/>
                </a:moveTo>
                <a:lnTo>
                  <a:pt x="1081116" y="2182728"/>
                </a:lnTo>
                <a:lnTo>
                  <a:pt x="1081207" y="2182678"/>
                </a:lnTo>
                <a:lnTo>
                  <a:pt x="1081206" y="2182677"/>
                </a:lnTo>
                <a:close/>
                <a:moveTo>
                  <a:pt x="1036531" y="2282195"/>
                </a:moveTo>
                <a:lnTo>
                  <a:pt x="1045712" y="2278544"/>
                </a:lnTo>
                <a:lnTo>
                  <a:pt x="1049926" y="2273750"/>
                </a:lnTo>
                <a:lnTo>
                  <a:pt x="1049031" y="2272878"/>
                </a:lnTo>
                <a:close/>
                <a:moveTo>
                  <a:pt x="1029423" y="2298109"/>
                </a:moveTo>
                <a:lnTo>
                  <a:pt x="1029587" y="2298010"/>
                </a:lnTo>
                <a:lnTo>
                  <a:pt x="1029479" y="2298046"/>
                </a:lnTo>
                <a:close/>
                <a:moveTo>
                  <a:pt x="1706921" y="780228"/>
                </a:moveTo>
                <a:lnTo>
                  <a:pt x="1705283" y="785981"/>
                </a:lnTo>
                <a:lnTo>
                  <a:pt x="1705246" y="790825"/>
                </a:lnTo>
                <a:lnTo>
                  <a:pt x="1706044" y="787394"/>
                </a:lnTo>
                <a:close/>
                <a:moveTo>
                  <a:pt x="1074993" y="2195025"/>
                </a:moveTo>
                <a:lnTo>
                  <a:pt x="1075499" y="2195454"/>
                </a:lnTo>
                <a:lnTo>
                  <a:pt x="1078137" y="2195141"/>
                </a:lnTo>
                <a:lnTo>
                  <a:pt x="1078347" y="2195101"/>
                </a:lnTo>
                <a:lnTo>
                  <a:pt x="1078479" y="2194959"/>
                </a:lnTo>
                <a:lnTo>
                  <a:pt x="1077602" y="2192022"/>
                </a:lnTo>
                <a:lnTo>
                  <a:pt x="1075579" y="2194071"/>
                </a:lnTo>
                <a:close/>
                <a:moveTo>
                  <a:pt x="1078905" y="2186174"/>
                </a:moveTo>
                <a:lnTo>
                  <a:pt x="1079077" y="2186264"/>
                </a:lnTo>
                <a:lnTo>
                  <a:pt x="1079491" y="2185845"/>
                </a:lnTo>
                <a:close/>
                <a:moveTo>
                  <a:pt x="1074668" y="2195553"/>
                </a:moveTo>
                <a:lnTo>
                  <a:pt x="1074717" y="2195547"/>
                </a:lnTo>
                <a:lnTo>
                  <a:pt x="1074687" y="2195523"/>
                </a:lnTo>
                <a:close/>
                <a:moveTo>
                  <a:pt x="1078707" y="2186285"/>
                </a:moveTo>
                <a:lnTo>
                  <a:pt x="1078916" y="2186427"/>
                </a:lnTo>
                <a:lnTo>
                  <a:pt x="1078958" y="2186385"/>
                </a:lnTo>
                <a:lnTo>
                  <a:pt x="1078735" y="2186269"/>
                </a:lnTo>
                <a:close/>
                <a:moveTo>
                  <a:pt x="1074800" y="2194861"/>
                </a:moveTo>
                <a:lnTo>
                  <a:pt x="1074894" y="2194940"/>
                </a:lnTo>
                <a:lnTo>
                  <a:pt x="1074991" y="2194782"/>
                </a:lnTo>
                <a:lnTo>
                  <a:pt x="1075163" y="2194493"/>
                </a:lnTo>
                <a:close/>
                <a:moveTo>
                  <a:pt x="1670451" y="861075"/>
                </a:moveTo>
                <a:lnTo>
                  <a:pt x="1670098" y="864852"/>
                </a:lnTo>
                <a:lnTo>
                  <a:pt x="1670721" y="862832"/>
                </a:lnTo>
                <a:close/>
                <a:moveTo>
                  <a:pt x="1704867" y="783444"/>
                </a:moveTo>
                <a:lnTo>
                  <a:pt x="1704835" y="783565"/>
                </a:lnTo>
                <a:lnTo>
                  <a:pt x="1704781" y="784430"/>
                </a:lnTo>
                <a:lnTo>
                  <a:pt x="1704861" y="784148"/>
                </a:lnTo>
                <a:close/>
                <a:moveTo>
                  <a:pt x="1650215" y="905788"/>
                </a:moveTo>
                <a:lnTo>
                  <a:pt x="1650274" y="906273"/>
                </a:lnTo>
                <a:lnTo>
                  <a:pt x="1650748" y="907934"/>
                </a:lnTo>
                <a:lnTo>
                  <a:pt x="1651490" y="906476"/>
                </a:lnTo>
                <a:lnTo>
                  <a:pt x="1651566" y="906731"/>
                </a:lnTo>
                <a:lnTo>
                  <a:pt x="1650822" y="908195"/>
                </a:lnTo>
                <a:lnTo>
                  <a:pt x="1651561" y="910783"/>
                </a:lnTo>
                <a:lnTo>
                  <a:pt x="1651893" y="910114"/>
                </a:lnTo>
                <a:lnTo>
                  <a:pt x="1653160" y="901806"/>
                </a:lnTo>
                <a:close/>
                <a:moveTo>
                  <a:pt x="1074043" y="2195627"/>
                </a:moveTo>
                <a:lnTo>
                  <a:pt x="1074505" y="2195572"/>
                </a:lnTo>
                <a:lnTo>
                  <a:pt x="1074588" y="2195438"/>
                </a:lnTo>
                <a:lnTo>
                  <a:pt x="1074393" y="2195273"/>
                </a:lnTo>
                <a:close/>
                <a:moveTo>
                  <a:pt x="1070810" y="2201828"/>
                </a:moveTo>
                <a:lnTo>
                  <a:pt x="1071389" y="2202568"/>
                </a:lnTo>
                <a:lnTo>
                  <a:pt x="1076515" y="2197066"/>
                </a:lnTo>
                <a:lnTo>
                  <a:pt x="1075862" y="2196515"/>
                </a:lnTo>
                <a:lnTo>
                  <a:pt x="1073937" y="2196743"/>
                </a:lnTo>
                <a:close/>
                <a:moveTo>
                  <a:pt x="1058836" y="2228045"/>
                </a:moveTo>
                <a:lnTo>
                  <a:pt x="1061608" y="2226008"/>
                </a:lnTo>
                <a:lnTo>
                  <a:pt x="1061529" y="2225797"/>
                </a:lnTo>
                <a:close/>
                <a:moveTo>
                  <a:pt x="1668488" y="862481"/>
                </a:moveTo>
                <a:lnTo>
                  <a:pt x="1669228" y="867676"/>
                </a:lnTo>
                <a:lnTo>
                  <a:pt x="1669442" y="866981"/>
                </a:lnTo>
                <a:lnTo>
                  <a:pt x="1668889" y="861963"/>
                </a:lnTo>
                <a:close/>
                <a:moveTo>
                  <a:pt x="1076571" y="2187707"/>
                </a:moveTo>
                <a:lnTo>
                  <a:pt x="1076697" y="2188129"/>
                </a:lnTo>
                <a:lnTo>
                  <a:pt x="1077001" y="2188368"/>
                </a:lnTo>
                <a:lnTo>
                  <a:pt x="1078621" y="2186726"/>
                </a:lnTo>
                <a:lnTo>
                  <a:pt x="1078305" y="2186512"/>
                </a:lnTo>
                <a:lnTo>
                  <a:pt x="1077195" y="2187136"/>
                </a:lnTo>
                <a:close/>
                <a:moveTo>
                  <a:pt x="1659663" y="881823"/>
                </a:moveTo>
                <a:lnTo>
                  <a:pt x="1659550" y="882406"/>
                </a:lnTo>
                <a:lnTo>
                  <a:pt x="1659665" y="881867"/>
                </a:lnTo>
                <a:close/>
                <a:moveTo>
                  <a:pt x="1667557" y="863682"/>
                </a:moveTo>
                <a:lnTo>
                  <a:pt x="1664636" y="878187"/>
                </a:lnTo>
                <a:lnTo>
                  <a:pt x="1665363" y="877203"/>
                </a:lnTo>
                <a:lnTo>
                  <a:pt x="1667676" y="872713"/>
                </a:lnTo>
                <a:lnTo>
                  <a:pt x="1668845" y="868918"/>
                </a:lnTo>
                <a:lnTo>
                  <a:pt x="1668084" y="863003"/>
                </a:lnTo>
                <a:close/>
                <a:moveTo>
                  <a:pt x="1024396" y="2303831"/>
                </a:moveTo>
                <a:lnTo>
                  <a:pt x="1034344" y="2297130"/>
                </a:lnTo>
                <a:lnTo>
                  <a:pt x="1031320" y="2297569"/>
                </a:lnTo>
                <a:lnTo>
                  <a:pt x="1028377" y="2299300"/>
                </a:lnTo>
                <a:close/>
                <a:moveTo>
                  <a:pt x="1076041" y="2188179"/>
                </a:moveTo>
                <a:lnTo>
                  <a:pt x="1076482" y="2188573"/>
                </a:lnTo>
                <a:lnTo>
                  <a:pt x="1076563" y="2188546"/>
                </a:lnTo>
                <a:lnTo>
                  <a:pt x="1076479" y="2188265"/>
                </a:lnTo>
                <a:lnTo>
                  <a:pt x="1076199" y="2188044"/>
                </a:lnTo>
                <a:close/>
                <a:moveTo>
                  <a:pt x="1066678" y="2209031"/>
                </a:moveTo>
                <a:lnTo>
                  <a:pt x="1066784" y="2209275"/>
                </a:lnTo>
                <a:lnTo>
                  <a:pt x="1072426" y="2209593"/>
                </a:lnTo>
                <a:lnTo>
                  <a:pt x="1073280" y="2207919"/>
                </a:lnTo>
                <a:lnTo>
                  <a:pt x="1072653" y="2207406"/>
                </a:lnTo>
                <a:lnTo>
                  <a:pt x="1067732" y="2207899"/>
                </a:lnTo>
                <a:close/>
                <a:moveTo>
                  <a:pt x="1713947" y="759666"/>
                </a:moveTo>
                <a:lnTo>
                  <a:pt x="1711888" y="772824"/>
                </a:lnTo>
                <a:lnTo>
                  <a:pt x="1712526" y="780866"/>
                </a:lnTo>
                <a:lnTo>
                  <a:pt x="1715092" y="764470"/>
                </a:lnTo>
                <a:close/>
                <a:moveTo>
                  <a:pt x="1057614" y="2229296"/>
                </a:moveTo>
                <a:lnTo>
                  <a:pt x="1061905" y="2229561"/>
                </a:lnTo>
                <a:lnTo>
                  <a:pt x="1062567" y="2228309"/>
                </a:lnTo>
                <a:lnTo>
                  <a:pt x="1061717" y="2226279"/>
                </a:lnTo>
                <a:close/>
                <a:moveTo>
                  <a:pt x="1076168" y="2187712"/>
                </a:moveTo>
                <a:lnTo>
                  <a:pt x="1076192" y="2187730"/>
                </a:lnTo>
                <a:lnTo>
                  <a:pt x="1076280" y="2187649"/>
                </a:lnTo>
                <a:close/>
                <a:moveTo>
                  <a:pt x="1066467" y="2209258"/>
                </a:moveTo>
                <a:lnTo>
                  <a:pt x="1066583" y="2209264"/>
                </a:lnTo>
                <a:lnTo>
                  <a:pt x="1066544" y="2209175"/>
                </a:lnTo>
                <a:close/>
                <a:moveTo>
                  <a:pt x="1711078" y="765632"/>
                </a:moveTo>
                <a:lnTo>
                  <a:pt x="1707656" y="777648"/>
                </a:lnTo>
                <a:lnTo>
                  <a:pt x="1706930" y="783583"/>
                </a:lnTo>
                <a:lnTo>
                  <a:pt x="1711085" y="765708"/>
                </a:lnTo>
                <a:close/>
                <a:moveTo>
                  <a:pt x="1658558" y="883031"/>
                </a:moveTo>
                <a:lnTo>
                  <a:pt x="1658374" y="884331"/>
                </a:lnTo>
                <a:lnTo>
                  <a:pt x="1658599" y="883376"/>
                </a:lnTo>
                <a:close/>
                <a:moveTo>
                  <a:pt x="1075770" y="2187937"/>
                </a:moveTo>
                <a:lnTo>
                  <a:pt x="1075869" y="2188025"/>
                </a:lnTo>
                <a:lnTo>
                  <a:pt x="1076010" y="2187896"/>
                </a:lnTo>
                <a:lnTo>
                  <a:pt x="1075940" y="2187840"/>
                </a:lnTo>
                <a:close/>
                <a:moveTo>
                  <a:pt x="1032233" y="2285378"/>
                </a:moveTo>
                <a:lnTo>
                  <a:pt x="1034296" y="2286637"/>
                </a:lnTo>
                <a:lnTo>
                  <a:pt x="1041203" y="2283675"/>
                </a:lnTo>
                <a:lnTo>
                  <a:pt x="1045091" y="2279251"/>
                </a:lnTo>
                <a:lnTo>
                  <a:pt x="1035632" y="2282865"/>
                </a:lnTo>
                <a:lnTo>
                  <a:pt x="1033220" y="2284662"/>
                </a:lnTo>
                <a:close/>
                <a:moveTo>
                  <a:pt x="1667931" y="861821"/>
                </a:moveTo>
                <a:lnTo>
                  <a:pt x="1667628" y="863326"/>
                </a:lnTo>
                <a:lnTo>
                  <a:pt x="1668054" y="862776"/>
                </a:lnTo>
                <a:close/>
                <a:moveTo>
                  <a:pt x="1060711" y="2221354"/>
                </a:moveTo>
                <a:lnTo>
                  <a:pt x="1061906" y="2224570"/>
                </a:lnTo>
                <a:lnTo>
                  <a:pt x="1063258" y="2223437"/>
                </a:lnTo>
                <a:close/>
                <a:moveTo>
                  <a:pt x="1074954" y="2189106"/>
                </a:moveTo>
                <a:lnTo>
                  <a:pt x="1075400" y="2188951"/>
                </a:lnTo>
                <a:lnTo>
                  <a:pt x="1075271" y="2188837"/>
                </a:lnTo>
                <a:close/>
                <a:moveTo>
                  <a:pt x="1708047" y="771039"/>
                </a:moveTo>
                <a:lnTo>
                  <a:pt x="1705293" y="781782"/>
                </a:lnTo>
                <a:lnTo>
                  <a:pt x="1705305" y="782591"/>
                </a:lnTo>
                <a:lnTo>
                  <a:pt x="1707634" y="774411"/>
                </a:lnTo>
                <a:close/>
                <a:moveTo>
                  <a:pt x="1066251" y="2208048"/>
                </a:moveTo>
                <a:lnTo>
                  <a:pt x="1066261" y="2208071"/>
                </a:lnTo>
                <a:lnTo>
                  <a:pt x="1066286" y="2208044"/>
                </a:lnTo>
                <a:close/>
                <a:moveTo>
                  <a:pt x="1653424" y="893211"/>
                </a:moveTo>
                <a:lnTo>
                  <a:pt x="1653355" y="893437"/>
                </a:lnTo>
                <a:lnTo>
                  <a:pt x="1653429" y="893335"/>
                </a:lnTo>
                <a:close/>
                <a:moveTo>
                  <a:pt x="1668540" y="858798"/>
                </a:moveTo>
                <a:lnTo>
                  <a:pt x="1668202" y="860478"/>
                </a:lnTo>
                <a:lnTo>
                  <a:pt x="1668456" y="862258"/>
                </a:lnTo>
                <a:lnTo>
                  <a:pt x="1668864" y="861731"/>
                </a:lnTo>
                <a:close/>
                <a:moveTo>
                  <a:pt x="1076457" y="2184560"/>
                </a:moveTo>
                <a:lnTo>
                  <a:pt x="1077026" y="2185029"/>
                </a:lnTo>
                <a:lnTo>
                  <a:pt x="1078408" y="2184252"/>
                </a:lnTo>
                <a:lnTo>
                  <a:pt x="1077987" y="2183953"/>
                </a:lnTo>
                <a:close/>
                <a:moveTo>
                  <a:pt x="1060385" y="2220477"/>
                </a:moveTo>
                <a:lnTo>
                  <a:pt x="1060514" y="2220826"/>
                </a:lnTo>
                <a:lnTo>
                  <a:pt x="1063439" y="2223285"/>
                </a:lnTo>
                <a:lnTo>
                  <a:pt x="1066636" y="2220606"/>
                </a:lnTo>
                <a:lnTo>
                  <a:pt x="1066752" y="2220386"/>
                </a:lnTo>
                <a:lnTo>
                  <a:pt x="1061434" y="2219903"/>
                </a:lnTo>
                <a:close/>
                <a:moveTo>
                  <a:pt x="1025502" y="2298015"/>
                </a:moveTo>
                <a:lnTo>
                  <a:pt x="1026987" y="2297799"/>
                </a:lnTo>
                <a:lnTo>
                  <a:pt x="1029144" y="2297398"/>
                </a:lnTo>
                <a:lnTo>
                  <a:pt x="1036946" y="2288520"/>
                </a:lnTo>
                <a:lnTo>
                  <a:pt x="1036810" y="2288436"/>
                </a:lnTo>
                <a:close/>
                <a:moveTo>
                  <a:pt x="1069182" y="2199745"/>
                </a:moveTo>
                <a:lnTo>
                  <a:pt x="1070725" y="2201719"/>
                </a:lnTo>
                <a:lnTo>
                  <a:pt x="1073773" y="2196763"/>
                </a:lnTo>
                <a:lnTo>
                  <a:pt x="1072810" y="2196877"/>
                </a:lnTo>
                <a:lnTo>
                  <a:pt x="1072026" y="2197670"/>
                </a:lnTo>
                <a:close/>
                <a:moveTo>
                  <a:pt x="1075718" y="2184853"/>
                </a:moveTo>
                <a:lnTo>
                  <a:pt x="1075951" y="2185633"/>
                </a:lnTo>
                <a:lnTo>
                  <a:pt x="1076529" y="2185308"/>
                </a:lnTo>
                <a:lnTo>
                  <a:pt x="1075806" y="2184818"/>
                </a:lnTo>
                <a:close/>
                <a:moveTo>
                  <a:pt x="1655480" y="886539"/>
                </a:moveTo>
                <a:lnTo>
                  <a:pt x="1655425" y="886718"/>
                </a:lnTo>
                <a:lnTo>
                  <a:pt x="1655443" y="886836"/>
                </a:lnTo>
                <a:lnTo>
                  <a:pt x="1655484" y="886561"/>
                </a:lnTo>
                <a:close/>
                <a:moveTo>
                  <a:pt x="1031009" y="2284631"/>
                </a:moveTo>
                <a:lnTo>
                  <a:pt x="1031789" y="2285107"/>
                </a:lnTo>
                <a:lnTo>
                  <a:pt x="1033921" y="2283519"/>
                </a:lnTo>
                <a:close/>
                <a:moveTo>
                  <a:pt x="1054395" y="2232092"/>
                </a:moveTo>
                <a:lnTo>
                  <a:pt x="1057749" y="2233568"/>
                </a:lnTo>
                <a:lnTo>
                  <a:pt x="1059416" y="2234274"/>
                </a:lnTo>
                <a:lnTo>
                  <a:pt x="1060374" y="2232461"/>
                </a:lnTo>
                <a:close/>
                <a:moveTo>
                  <a:pt x="1659339" y="877485"/>
                </a:moveTo>
                <a:lnTo>
                  <a:pt x="1658917" y="880484"/>
                </a:lnTo>
                <a:lnTo>
                  <a:pt x="1658876" y="881999"/>
                </a:lnTo>
                <a:lnTo>
                  <a:pt x="1658894" y="882134"/>
                </a:lnTo>
                <a:lnTo>
                  <a:pt x="1659567" y="879280"/>
                </a:lnTo>
                <a:close/>
                <a:moveTo>
                  <a:pt x="1669454" y="854555"/>
                </a:moveTo>
                <a:lnTo>
                  <a:pt x="1668983" y="856738"/>
                </a:lnTo>
                <a:lnTo>
                  <a:pt x="1669924" y="865276"/>
                </a:lnTo>
                <a:lnTo>
                  <a:pt x="1670356" y="860665"/>
                </a:lnTo>
                <a:lnTo>
                  <a:pt x="1670399" y="860732"/>
                </a:lnTo>
                <a:close/>
                <a:moveTo>
                  <a:pt x="1047203" y="2247508"/>
                </a:moveTo>
                <a:lnTo>
                  <a:pt x="1051120" y="2251629"/>
                </a:lnTo>
                <a:lnTo>
                  <a:pt x="1059368" y="2250923"/>
                </a:lnTo>
                <a:lnTo>
                  <a:pt x="1061540" y="2247936"/>
                </a:lnTo>
                <a:lnTo>
                  <a:pt x="1059162" y="2245820"/>
                </a:lnTo>
                <a:lnTo>
                  <a:pt x="1057755" y="2246633"/>
                </a:lnTo>
                <a:lnTo>
                  <a:pt x="1057372" y="2246578"/>
                </a:lnTo>
                <a:lnTo>
                  <a:pt x="1058974" y="2245653"/>
                </a:lnTo>
                <a:lnTo>
                  <a:pt x="1056638" y="2243572"/>
                </a:lnTo>
                <a:close/>
                <a:moveTo>
                  <a:pt x="1661681" y="871413"/>
                </a:moveTo>
                <a:lnTo>
                  <a:pt x="1661146" y="874167"/>
                </a:lnTo>
                <a:lnTo>
                  <a:pt x="1661170" y="874801"/>
                </a:lnTo>
                <a:lnTo>
                  <a:pt x="1661760" y="872031"/>
                </a:lnTo>
                <a:close/>
                <a:moveTo>
                  <a:pt x="1023890" y="2299379"/>
                </a:moveTo>
                <a:lnTo>
                  <a:pt x="1027784" y="2298082"/>
                </a:lnTo>
                <a:lnTo>
                  <a:pt x="1024933" y="2298496"/>
                </a:lnTo>
                <a:close/>
                <a:moveTo>
                  <a:pt x="1669917" y="852409"/>
                </a:moveTo>
                <a:lnTo>
                  <a:pt x="1669714" y="853347"/>
                </a:lnTo>
                <a:lnTo>
                  <a:pt x="1671017" y="861868"/>
                </a:lnTo>
                <a:lnTo>
                  <a:pt x="1671848" y="859174"/>
                </a:lnTo>
                <a:close/>
                <a:moveTo>
                  <a:pt x="1689142" y="809298"/>
                </a:moveTo>
                <a:lnTo>
                  <a:pt x="1690954" y="820779"/>
                </a:lnTo>
                <a:lnTo>
                  <a:pt x="1691462" y="819320"/>
                </a:lnTo>
                <a:close/>
                <a:moveTo>
                  <a:pt x="1059175" y="2219699"/>
                </a:moveTo>
                <a:lnTo>
                  <a:pt x="1059252" y="2219763"/>
                </a:lnTo>
                <a:lnTo>
                  <a:pt x="1059282" y="2219748"/>
                </a:lnTo>
                <a:lnTo>
                  <a:pt x="1059267" y="2219706"/>
                </a:lnTo>
                <a:close/>
                <a:moveTo>
                  <a:pt x="1071496" y="2192060"/>
                </a:moveTo>
                <a:lnTo>
                  <a:pt x="1072508" y="2192918"/>
                </a:lnTo>
                <a:lnTo>
                  <a:pt x="1074821" y="2190575"/>
                </a:lnTo>
                <a:lnTo>
                  <a:pt x="1072268" y="2191401"/>
                </a:lnTo>
                <a:close/>
                <a:moveTo>
                  <a:pt x="1710690" y="760731"/>
                </a:moveTo>
                <a:lnTo>
                  <a:pt x="1708850" y="767907"/>
                </a:lnTo>
                <a:lnTo>
                  <a:pt x="1708369" y="771831"/>
                </a:lnTo>
                <a:lnTo>
                  <a:pt x="1710872" y="763040"/>
                </a:lnTo>
                <a:close/>
                <a:moveTo>
                  <a:pt x="1071148" y="2191764"/>
                </a:moveTo>
                <a:lnTo>
                  <a:pt x="1071451" y="2192021"/>
                </a:lnTo>
                <a:lnTo>
                  <a:pt x="1072110" y="2191459"/>
                </a:lnTo>
                <a:lnTo>
                  <a:pt x="1072120" y="2191449"/>
                </a:lnTo>
                <a:close/>
                <a:moveTo>
                  <a:pt x="1073591" y="2185989"/>
                </a:moveTo>
                <a:lnTo>
                  <a:pt x="1074258" y="2186585"/>
                </a:lnTo>
                <a:lnTo>
                  <a:pt x="1074311" y="2186555"/>
                </a:lnTo>
                <a:close/>
                <a:moveTo>
                  <a:pt x="1073603" y="2185691"/>
                </a:moveTo>
                <a:lnTo>
                  <a:pt x="1074539" y="2186428"/>
                </a:lnTo>
                <a:lnTo>
                  <a:pt x="1075730" y="2185758"/>
                </a:lnTo>
                <a:lnTo>
                  <a:pt x="1075487" y="2184945"/>
                </a:lnTo>
                <a:close/>
                <a:moveTo>
                  <a:pt x="1071232" y="2190403"/>
                </a:moveTo>
                <a:lnTo>
                  <a:pt x="1074520" y="2189258"/>
                </a:lnTo>
                <a:lnTo>
                  <a:pt x="1075124" y="2188706"/>
                </a:lnTo>
                <a:lnTo>
                  <a:pt x="1074845" y="2188457"/>
                </a:lnTo>
                <a:lnTo>
                  <a:pt x="1072147" y="2189974"/>
                </a:lnTo>
                <a:close/>
                <a:moveTo>
                  <a:pt x="1712509" y="753633"/>
                </a:moveTo>
                <a:lnTo>
                  <a:pt x="1710871" y="760021"/>
                </a:lnTo>
                <a:lnTo>
                  <a:pt x="1711060" y="762383"/>
                </a:lnTo>
                <a:lnTo>
                  <a:pt x="1712984" y="755625"/>
                </a:lnTo>
                <a:close/>
                <a:moveTo>
                  <a:pt x="1070462" y="2191183"/>
                </a:moveTo>
                <a:lnTo>
                  <a:pt x="1070716" y="2191398"/>
                </a:lnTo>
                <a:lnTo>
                  <a:pt x="1073031" y="2190400"/>
                </a:lnTo>
                <a:close/>
                <a:moveTo>
                  <a:pt x="1067437" y="2197514"/>
                </a:moveTo>
                <a:lnTo>
                  <a:pt x="1067673" y="2197816"/>
                </a:lnTo>
                <a:lnTo>
                  <a:pt x="1068041" y="2197443"/>
                </a:lnTo>
                <a:close/>
                <a:moveTo>
                  <a:pt x="1661227" y="867888"/>
                </a:moveTo>
                <a:lnTo>
                  <a:pt x="1660949" y="868788"/>
                </a:lnTo>
                <a:lnTo>
                  <a:pt x="1661055" y="871683"/>
                </a:lnTo>
                <a:lnTo>
                  <a:pt x="1661453" y="869637"/>
                </a:lnTo>
                <a:close/>
                <a:moveTo>
                  <a:pt x="1684065" y="816486"/>
                </a:moveTo>
                <a:lnTo>
                  <a:pt x="1679967" y="848835"/>
                </a:lnTo>
                <a:lnTo>
                  <a:pt x="1683740" y="841505"/>
                </a:lnTo>
                <a:lnTo>
                  <a:pt x="1684879" y="838230"/>
                </a:lnTo>
                <a:lnTo>
                  <a:pt x="1684224" y="819735"/>
                </a:lnTo>
                <a:close/>
                <a:moveTo>
                  <a:pt x="1071446" y="2188166"/>
                </a:moveTo>
                <a:lnTo>
                  <a:pt x="1073329" y="2187108"/>
                </a:lnTo>
                <a:lnTo>
                  <a:pt x="1072563" y="2186425"/>
                </a:lnTo>
                <a:close/>
                <a:moveTo>
                  <a:pt x="1719334" y="736643"/>
                </a:moveTo>
                <a:lnTo>
                  <a:pt x="1715374" y="750548"/>
                </a:lnTo>
                <a:lnTo>
                  <a:pt x="1714221" y="757920"/>
                </a:lnTo>
                <a:lnTo>
                  <a:pt x="1715365" y="762725"/>
                </a:lnTo>
                <a:lnTo>
                  <a:pt x="1719014" y="739403"/>
                </a:lnTo>
                <a:close/>
                <a:moveTo>
                  <a:pt x="1045407" y="2245620"/>
                </a:moveTo>
                <a:lnTo>
                  <a:pt x="1046980" y="2247275"/>
                </a:lnTo>
                <a:lnTo>
                  <a:pt x="1052224" y="2245088"/>
                </a:lnTo>
                <a:lnTo>
                  <a:pt x="1055493" y="2243685"/>
                </a:lnTo>
                <a:close/>
                <a:moveTo>
                  <a:pt x="1672081" y="842369"/>
                </a:moveTo>
                <a:lnTo>
                  <a:pt x="1670890" y="847896"/>
                </a:lnTo>
                <a:lnTo>
                  <a:pt x="1672973" y="855193"/>
                </a:lnTo>
                <a:lnTo>
                  <a:pt x="1673661" y="852699"/>
                </a:lnTo>
                <a:close/>
                <a:moveTo>
                  <a:pt x="1064217" y="2203368"/>
                </a:moveTo>
                <a:lnTo>
                  <a:pt x="1064945" y="2205043"/>
                </a:lnTo>
                <a:lnTo>
                  <a:pt x="1068429" y="2204264"/>
                </a:lnTo>
                <a:lnTo>
                  <a:pt x="1068668" y="2204142"/>
                </a:lnTo>
                <a:lnTo>
                  <a:pt x="1066070" y="2202015"/>
                </a:lnTo>
                <a:close/>
                <a:moveTo>
                  <a:pt x="1662748" y="862952"/>
                </a:moveTo>
                <a:lnTo>
                  <a:pt x="1661758" y="866166"/>
                </a:lnTo>
                <a:lnTo>
                  <a:pt x="1661904" y="867306"/>
                </a:lnTo>
                <a:close/>
                <a:moveTo>
                  <a:pt x="1024978" y="2290635"/>
                </a:moveTo>
                <a:lnTo>
                  <a:pt x="1034042" y="2286747"/>
                </a:lnTo>
                <a:lnTo>
                  <a:pt x="1032035" y="2285522"/>
                </a:lnTo>
                <a:close/>
                <a:moveTo>
                  <a:pt x="1710312" y="755971"/>
                </a:moveTo>
                <a:lnTo>
                  <a:pt x="1709220" y="764887"/>
                </a:lnTo>
                <a:lnTo>
                  <a:pt x="1710594" y="759528"/>
                </a:lnTo>
                <a:close/>
                <a:moveTo>
                  <a:pt x="1049349" y="2235908"/>
                </a:moveTo>
                <a:lnTo>
                  <a:pt x="1051430" y="2237769"/>
                </a:lnTo>
                <a:lnTo>
                  <a:pt x="1058262" y="2236458"/>
                </a:lnTo>
                <a:lnTo>
                  <a:pt x="1059303" y="2234487"/>
                </a:lnTo>
                <a:lnTo>
                  <a:pt x="1053875" y="2232185"/>
                </a:lnTo>
                <a:lnTo>
                  <a:pt x="1051760" y="2233951"/>
                </a:lnTo>
                <a:close/>
                <a:moveTo>
                  <a:pt x="1684590" y="812341"/>
                </a:moveTo>
                <a:lnTo>
                  <a:pt x="1684296" y="814664"/>
                </a:lnTo>
                <a:lnTo>
                  <a:pt x="1685379" y="836793"/>
                </a:lnTo>
                <a:lnTo>
                  <a:pt x="1687126" y="831775"/>
                </a:lnTo>
                <a:lnTo>
                  <a:pt x="1686862" y="826372"/>
                </a:lnTo>
                <a:lnTo>
                  <a:pt x="1684978" y="814576"/>
                </a:lnTo>
                <a:close/>
                <a:moveTo>
                  <a:pt x="1715041" y="743759"/>
                </a:moveTo>
                <a:lnTo>
                  <a:pt x="1712866" y="752241"/>
                </a:lnTo>
                <a:lnTo>
                  <a:pt x="1713359" y="754308"/>
                </a:lnTo>
                <a:lnTo>
                  <a:pt x="1713428" y="754065"/>
                </a:lnTo>
                <a:close/>
                <a:moveTo>
                  <a:pt x="1665613" y="853653"/>
                </a:moveTo>
                <a:lnTo>
                  <a:pt x="1664291" y="857944"/>
                </a:lnTo>
                <a:lnTo>
                  <a:pt x="1662133" y="869080"/>
                </a:lnTo>
                <a:lnTo>
                  <a:pt x="1662229" y="869832"/>
                </a:lnTo>
                <a:lnTo>
                  <a:pt x="1665497" y="854500"/>
                </a:lnTo>
                <a:close/>
                <a:moveTo>
                  <a:pt x="1054012" y="2222627"/>
                </a:moveTo>
                <a:lnTo>
                  <a:pt x="1058961" y="2219923"/>
                </a:lnTo>
                <a:lnTo>
                  <a:pt x="1058626" y="2219649"/>
                </a:lnTo>
                <a:lnTo>
                  <a:pt x="1056930" y="2219495"/>
                </a:lnTo>
                <a:close/>
                <a:moveTo>
                  <a:pt x="1059845" y="2208886"/>
                </a:moveTo>
                <a:lnTo>
                  <a:pt x="1065220" y="2209188"/>
                </a:lnTo>
                <a:lnTo>
                  <a:pt x="1066127" y="2208214"/>
                </a:lnTo>
                <a:lnTo>
                  <a:pt x="1066062" y="2208067"/>
                </a:lnTo>
                <a:lnTo>
                  <a:pt x="1060321" y="2208642"/>
                </a:lnTo>
                <a:close/>
                <a:moveTo>
                  <a:pt x="1060584" y="2206018"/>
                </a:moveTo>
                <a:lnTo>
                  <a:pt x="1064766" y="2205084"/>
                </a:lnTo>
                <a:lnTo>
                  <a:pt x="1064068" y="2203476"/>
                </a:lnTo>
                <a:close/>
                <a:moveTo>
                  <a:pt x="1671406" y="838003"/>
                </a:moveTo>
                <a:lnTo>
                  <a:pt x="1670380" y="846109"/>
                </a:lnTo>
                <a:lnTo>
                  <a:pt x="1670610" y="846917"/>
                </a:lnTo>
                <a:lnTo>
                  <a:pt x="1671878" y="841039"/>
                </a:lnTo>
                <a:lnTo>
                  <a:pt x="1671487" y="838483"/>
                </a:lnTo>
                <a:close/>
                <a:moveTo>
                  <a:pt x="1045702" y="2238868"/>
                </a:moveTo>
                <a:lnTo>
                  <a:pt x="1050351" y="2237976"/>
                </a:lnTo>
                <a:lnTo>
                  <a:pt x="1048658" y="2236469"/>
                </a:lnTo>
                <a:close/>
                <a:moveTo>
                  <a:pt x="1685320" y="806583"/>
                </a:moveTo>
                <a:lnTo>
                  <a:pt x="1684669" y="811716"/>
                </a:lnTo>
                <a:lnTo>
                  <a:pt x="1686723" y="823554"/>
                </a:lnTo>
                <a:lnTo>
                  <a:pt x="1686613" y="821304"/>
                </a:lnTo>
                <a:lnTo>
                  <a:pt x="1686867" y="821596"/>
                </a:lnTo>
                <a:lnTo>
                  <a:pt x="1687057" y="825472"/>
                </a:lnTo>
                <a:lnTo>
                  <a:pt x="1687810" y="829810"/>
                </a:lnTo>
                <a:lnTo>
                  <a:pt x="1688645" y="827411"/>
                </a:lnTo>
                <a:close/>
                <a:moveTo>
                  <a:pt x="1723699" y="720631"/>
                </a:moveTo>
                <a:lnTo>
                  <a:pt x="1720160" y="733739"/>
                </a:lnTo>
                <a:lnTo>
                  <a:pt x="1719997" y="734316"/>
                </a:lnTo>
                <a:lnTo>
                  <a:pt x="1717564" y="755324"/>
                </a:lnTo>
                <a:lnTo>
                  <a:pt x="1715993" y="765361"/>
                </a:lnTo>
                <a:lnTo>
                  <a:pt x="1717481" y="771605"/>
                </a:lnTo>
                <a:lnTo>
                  <a:pt x="1721466" y="757614"/>
                </a:lnTo>
                <a:lnTo>
                  <a:pt x="1727333" y="735879"/>
                </a:lnTo>
                <a:close/>
                <a:moveTo>
                  <a:pt x="1711246" y="748331"/>
                </a:moveTo>
                <a:lnTo>
                  <a:pt x="1711234" y="748436"/>
                </a:lnTo>
                <a:lnTo>
                  <a:pt x="1710433" y="754973"/>
                </a:lnTo>
                <a:lnTo>
                  <a:pt x="1710475" y="755016"/>
                </a:lnTo>
                <a:lnTo>
                  <a:pt x="1710777" y="758816"/>
                </a:lnTo>
                <a:lnTo>
                  <a:pt x="1712314" y="752817"/>
                </a:lnTo>
                <a:close/>
                <a:moveTo>
                  <a:pt x="1015202" y="2306738"/>
                </a:moveTo>
                <a:lnTo>
                  <a:pt x="1027486" y="2299285"/>
                </a:lnTo>
                <a:lnTo>
                  <a:pt x="1028200" y="2298472"/>
                </a:lnTo>
                <a:lnTo>
                  <a:pt x="1022862" y="2300250"/>
                </a:lnTo>
                <a:close/>
                <a:moveTo>
                  <a:pt x="1058595" y="2208816"/>
                </a:moveTo>
                <a:lnTo>
                  <a:pt x="1059438" y="2208863"/>
                </a:lnTo>
                <a:lnTo>
                  <a:pt x="1059759" y="2208699"/>
                </a:lnTo>
                <a:close/>
                <a:moveTo>
                  <a:pt x="1039430" y="2250751"/>
                </a:moveTo>
                <a:lnTo>
                  <a:pt x="1043264" y="2252302"/>
                </a:lnTo>
                <a:lnTo>
                  <a:pt x="1050676" y="2251667"/>
                </a:lnTo>
                <a:lnTo>
                  <a:pt x="1046784" y="2247683"/>
                </a:lnTo>
                <a:close/>
                <a:moveTo>
                  <a:pt x="1064600" y="2193885"/>
                </a:moveTo>
                <a:lnTo>
                  <a:pt x="1066649" y="2196504"/>
                </a:lnTo>
                <a:lnTo>
                  <a:pt x="1069274" y="2196193"/>
                </a:lnTo>
                <a:lnTo>
                  <a:pt x="1072097" y="2193334"/>
                </a:lnTo>
                <a:lnTo>
                  <a:pt x="1071045" y="2192446"/>
                </a:lnTo>
                <a:lnTo>
                  <a:pt x="1067203" y="2195727"/>
                </a:lnTo>
                <a:lnTo>
                  <a:pt x="1067107" y="2195731"/>
                </a:lnTo>
                <a:lnTo>
                  <a:pt x="1070999" y="2192408"/>
                </a:lnTo>
                <a:lnTo>
                  <a:pt x="1070489" y="2191977"/>
                </a:lnTo>
                <a:close/>
                <a:moveTo>
                  <a:pt x="1067048" y="2188288"/>
                </a:moveTo>
                <a:lnTo>
                  <a:pt x="1068716" y="2189701"/>
                </a:lnTo>
                <a:lnTo>
                  <a:pt x="1070930" y="2188457"/>
                </a:lnTo>
                <a:lnTo>
                  <a:pt x="1072353" y="2186238"/>
                </a:lnTo>
                <a:lnTo>
                  <a:pt x="1072313" y="2186202"/>
                </a:lnTo>
                <a:close/>
                <a:moveTo>
                  <a:pt x="1064585" y="2193525"/>
                </a:moveTo>
                <a:lnTo>
                  <a:pt x="1069387" y="2191970"/>
                </a:lnTo>
                <a:lnTo>
                  <a:pt x="1070112" y="2191658"/>
                </a:lnTo>
                <a:lnTo>
                  <a:pt x="1069791" y="2191387"/>
                </a:lnTo>
                <a:lnTo>
                  <a:pt x="1067935" y="2191952"/>
                </a:lnTo>
                <a:close/>
                <a:moveTo>
                  <a:pt x="1044203" y="2239155"/>
                </a:moveTo>
                <a:lnTo>
                  <a:pt x="1044593" y="2239080"/>
                </a:lnTo>
                <a:lnTo>
                  <a:pt x="1046648" y="2237358"/>
                </a:lnTo>
                <a:lnTo>
                  <a:pt x="1044205" y="2239154"/>
                </a:lnTo>
                <a:close/>
                <a:moveTo>
                  <a:pt x="1061955" y="2198165"/>
                </a:moveTo>
                <a:lnTo>
                  <a:pt x="1063450" y="2201605"/>
                </a:lnTo>
                <a:lnTo>
                  <a:pt x="1064571" y="2200788"/>
                </a:lnTo>
                <a:lnTo>
                  <a:pt x="1064518" y="2200745"/>
                </a:lnTo>
                <a:lnTo>
                  <a:pt x="1061983" y="2198162"/>
                </a:lnTo>
                <a:close/>
                <a:moveTo>
                  <a:pt x="1048064" y="2228707"/>
                </a:moveTo>
                <a:lnTo>
                  <a:pt x="1056359" y="2229219"/>
                </a:lnTo>
                <a:lnTo>
                  <a:pt x="1061271" y="2225102"/>
                </a:lnTo>
                <a:lnTo>
                  <a:pt x="1059693" y="2220855"/>
                </a:lnTo>
                <a:lnTo>
                  <a:pt x="1057526" y="2222038"/>
                </a:lnTo>
                <a:lnTo>
                  <a:pt x="1052023" y="2224761"/>
                </a:lnTo>
                <a:lnTo>
                  <a:pt x="1051694" y="2225115"/>
                </a:lnTo>
                <a:close/>
                <a:moveTo>
                  <a:pt x="1062667" y="2194510"/>
                </a:moveTo>
                <a:lnTo>
                  <a:pt x="1064478" y="2196355"/>
                </a:lnTo>
                <a:lnTo>
                  <a:pt x="1062933" y="2194423"/>
                </a:lnTo>
                <a:close/>
                <a:moveTo>
                  <a:pt x="1686449" y="797663"/>
                </a:moveTo>
                <a:lnTo>
                  <a:pt x="1685566" y="804627"/>
                </a:lnTo>
                <a:lnTo>
                  <a:pt x="1689029" y="826307"/>
                </a:lnTo>
                <a:lnTo>
                  <a:pt x="1689423" y="825177"/>
                </a:lnTo>
                <a:lnTo>
                  <a:pt x="1689486" y="820724"/>
                </a:lnTo>
                <a:lnTo>
                  <a:pt x="1687129" y="800597"/>
                </a:lnTo>
                <a:close/>
                <a:moveTo>
                  <a:pt x="1721367" y="719081"/>
                </a:moveTo>
                <a:lnTo>
                  <a:pt x="1718622" y="729789"/>
                </a:lnTo>
                <a:lnTo>
                  <a:pt x="1716525" y="743192"/>
                </a:lnTo>
                <a:lnTo>
                  <a:pt x="1719980" y="731060"/>
                </a:lnTo>
                <a:close/>
                <a:moveTo>
                  <a:pt x="1001926" y="2329399"/>
                </a:moveTo>
                <a:lnTo>
                  <a:pt x="1035359" y="2319376"/>
                </a:lnTo>
                <a:lnTo>
                  <a:pt x="1060465" y="2310744"/>
                </a:lnTo>
                <a:lnTo>
                  <a:pt x="1087179" y="2287647"/>
                </a:lnTo>
                <a:lnTo>
                  <a:pt x="1082669" y="2288487"/>
                </a:lnTo>
                <a:lnTo>
                  <a:pt x="1082241" y="2288743"/>
                </a:lnTo>
                <a:lnTo>
                  <a:pt x="1064059" y="2299236"/>
                </a:lnTo>
                <a:lnTo>
                  <a:pt x="1063891" y="2299213"/>
                </a:lnTo>
                <a:lnTo>
                  <a:pt x="1073955" y="2293405"/>
                </a:lnTo>
                <a:lnTo>
                  <a:pt x="1082009" y="2288610"/>
                </a:lnTo>
                <a:lnTo>
                  <a:pt x="1043030" y="2295869"/>
                </a:lnTo>
                <a:lnTo>
                  <a:pt x="1034777" y="2297066"/>
                </a:lnTo>
                <a:lnTo>
                  <a:pt x="1023905" y="2304388"/>
                </a:lnTo>
                <a:close/>
                <a:moveTo>
                  <a:pt x="1722347" y="714954"/>
                </a:moveTo>
                <a:lnTo>
                  <a:pt x="1722131" y="715880"/>
                </a:lnTo>
                <a:lnTo>
                  <a:pt x="1720643" y="728733"/>
                </a:lnTo>
                <a:lnTo>
                  <a:pt x="1723358" y="719198"/>
                </a:lnTo>
                <a:close/>
                <a:moveTo>
                  <a:pt x="1044851" y="2231887"/>
                </a:moveTo>
                <a:lnTo>
                  <a:pt x="1048803" y="2235420"/>
                </a:lnTo>
                <a:lnTo>
                  <a:pt x="1050079" y="2234482"/>
                </a:lnTo>
                <a:lnTo>
                  <a:pt x="1053031" y="2232009"/>
                </a:lnTo>
                <a:lnTo>
                  <a:pt x="1045216" y="2231526"/>
                </a:lnTo>
                <a:close/>
                <a:moveTo>
                  <a:pt x="1044388" y="2231475"/>
                </a:moveTo>
                <a:lnTo>
                  <a:pt x="1044425" y="2231507"/>
                </a:lnTo>
                <a:lnTo>
                  <a:pt x="1044452" y="2231479"/>
                </a:lnTo>
                <a:close/>
                <a:moveTo>
                  <a:pt x="1062227" y="2190839"/>
                </a:moveTo>
                <a:lnTo>
                  <a:pt x="1062269" y="2190903"/>
                </a:lnTo>
                <a:lnTo>
                  <a:pt x="1063585" y="2192586"/>
                </a:lnTo>
                <a:lnTo>
                  <a:pt x="1068163" y="2190012"/>
                </a:lnTo>
                <a:lnTo>
                  <a:pt x="1066418" y="2188538"/>
                </a:lnTo>
                <a:lnTo>
                  <a:pt x="1062833" y="2189958"/>
                </a:lnTo>
                <a:close/>
                <a:moveTo>
                  <a:pt x="1045297" y="2228089"/>
                </a:moveTo>
                <a:lnTo>
                  <a:pt x="1046478" y="2228609"/>
                </a:lnTo>
                <a:lnTo>
                  <a:pt x="1047090" y="2228647"/>
                </a:lnTo>
                <a:lnTo>
                  <a:pt x="1049588" y="2225966"/>
                </a:lnTo>
                <a:close/>
                <a:moveTo>
                  <a:pt x="1060923" y="2192733"/>
                </a:moveTo>
                <a:lnTo>
                  <a:pt x="1061656" y="2193479"/>
                </a:lnTo>
                <a:lnTo>
                  <a:pt x="1062075" y="2193351"/>
                </a:lnTo>
                <a:lnTo>
                  <a:pt x="1061227" y="2192290"/>
                </a:lnTo>
                <a:close/>
                <a:moveTo>
                  <a:pt x="1033766" y="2253115"/>
                </a:moveTo>
                <a:lnTo>
                  <a:pt x="1042395" y="2252376"/>
                </a:lnTo>
                <a:lnTo>
                  <a:pt x="1038912" y="2250968"/>
                </a:lnTo>
                <a:close/>
                <a:moveTo>
                  <a:pt x="1032315" y="2256064"/>
                </a:moveTo>
                <a:lnTo>
                  <a:pt x="1040220" y="2263969"/>
                </a:lnTo>
                <a:lnTo>
                  <a:pt x="1048866" y="2272379"/>
                </a:lnTo>
                <a:lnTo>
                  <a:pt x="1054567" y="2268131"/>
                </a:lnTo>
                <a:lnTo>
                  <a:pt x="1060091" y="2261306"/>
                </a:lnTo>
                <a:lnTo>
                  <a:pt x="1057224" y="2258371"/>
                </a:lnTo>
                <a:lnTo>
                  <a:pt x="1048161" y="2254707"/>
                </a:lnTo>
                <a:close/>
                <a:moveTo>
                  <a:pt x="1012899" y="2299387"/>
                </a:moveTo>
                <a:lnTo>
                  <a:pt x="1013149" y="2299808"/>
                </a:lnTo>
                <a:lnTo>
                  <a:pt x="1024155" y="2298210"/>
                </a:lnTo>
                <a:lnTo>
                  <a:pt x="1036161" y="2288040"/>
                </a:lnTo>
                <a:lnTo>
                  <a:pt x="1035657" y="2287733"/>
                </a:lnTo>
                <a:lnTo>
                  <a:pt x="1020002" y="2294241"/>
                </a:lnTo>
                <a:close/>
                <a:moveTo>
                  <a:pt x="1044494" y="2228487"/>
                </a:moveTo>
                <a:lnTo>
                  <a:pt x="1045266" y="2228535"/>
                </a:lnTo>
                <a:lnTo>
                  <a:pt x="1044799" y="2228336"/>
                </a:lnTo>
                <a:close/>
                <a:moveTo>
                  <a:pt x="1010576" y="2304311"/>
                </a:moveTo>
                <a:lnTo>
                  <a:pt x="1013147" y="2307534"/>
                </a:lnTo>
                <a:lnTo>
                  <a:pt x="1021023" y="2300863"/>
                </a:lnTo>
                <a:lnTo>
                  <a:pt x="1012744" y="2303622"/>
                </a:lnTo>
                <a:close/>
                <a:moveTo>
                  <a:pt x="1646505" y="880286"/>
                </a:moveTo>
                <a:lnTo>
                  <a:pt x="1645007" y="886279"/>
                </a:lnTo>
                <a:lnTo>
                  <a:pt x="1644995" y="886716"/>
                </a:lnTo>
                <a:lnTo>
                  <a:pt x="1646816" y="882834"/>
                </a:lnTo>
                <a:close/>
                <a:moveTo>
                  <a:pt x="1012111" y="2299959"/>
                </a:moveTo>
                <a:lnTo>
                  <a:pt x="1012907" y="2299843"/>
                </a:lnTo>
                <a:lnTo>
                  <a:pt x="1012715" y="2299520"/>
                </a:lnTo>
                <a:close/>
                <a:moveTo>
                  <a:pt x="1721499" y="711400"/>
                </a:moveTo>
                <a:lnTo>
                  <a:pt x="1719256" y="725739"/>
                </a:lnTo>
                <a:lnTo>
                  <a:pt x="1721701" y="716202"/>
                </a:lnTo>
                <a:lnTo>
                  <a:pt x="1722009" y="713538"/>
                </a:lnTo>
                <a:close/>
                <a:moveTo>
                  <a:pt x="1060225" y="2192022"/>
                </a:moveTo>
                <a:lnTo>
                  <a:pt x="1060278" y="2192076"/>
                </a:lnTo>
                <a:lnTo>
                  <a:pt x="1060518" y="2191728"/>
                </a:lnTo>
                <a:close/>
                <a:moveTo>
                  <a:pt x="1057585" y="2197581"/>
                </a:moveTo>
                <a:lnTo>
                  <a:pt x="1061013" y="2197174"/>
                </a:lnTo>
                <a:lnTo>
                  <a:pt x="1059688" y="2195824"/>
                </a:lnTo>
                <a:lnTo>
                  <a:pt x="1058367" y="2196444"/>
                </a:lnTo>
                <a:close/>
                <a:moveTo>
                  <a:pt x="1059749" y="2191537"/>
                </a:moveTo>
                <a:lnTo>
                  <a:pt x="1059851" y="2191640"/>
                </a:lnTo>
                <a:lnTo>
                  <a:pt x="1060201" y="2191289"/>
                </a:lnTo>
                <a:close/>
                <a:moveTo>
                  <a:pt x="1033842" y="2248493"/>
                </a:moveTo>
                <a:lnTo>
                  <a:pt x="1039033" y="2250591"/>
                </a:lnTo>
                <a:lnTo>
                  <a:pt x="1046558" y="2247451"/>
                </a:lnTo>
                <a:lnTo>
                  <a:pt x="1044870" y="2245723"/>
                </a:lnTo>
                <a:lnTo>
                  <a:pt x="1041844" y="2246304"/>
                </a:lnTo>
                <a:lnTo>
                  <a:pt x="1036349" y="2246458"/>
                </a:lnTo>
                <a:close/>
                <a:moveTo>
                  <a:pt x="1038410" y="2238262"/>
                </a:moveTo>
                <a:lnTo>
                  <a:pt x="1040022" y="2239957"/>
                </a:lnTo>
                <a:lnTo>
                  <a:pt x="1043553" y="2239280"/>
                </a:lnTo>
                <a:lnTo>
                  <a:pt x="1048078" y="2235953"/>
                </a:lnTo>
                <a:lnTo>
                  <a:pt x="1044217" y="2232515"/>
                </a:lnTo>
                <a:close/>
                <a:moveTo>
                  <a:pt x="1062450" y="2184177"/>
                </a:moveTo>
                <a:lnTo>
                  <a:pt x="1064001" y="2183562"/>
                </a:lnTo>
                <a:lnTo>
                  <a:pt x="1066568" y="2182028"/>
                </a:lnTo>
                <a:lnTo>
                  <a:pt x="1066016" y="2182007"/>
                </a:lnTo>
                <a:lnTo>
                  <a:pt x="1062648" y="2183955"/>
                </a:lnTo>
                <a:close/>
                <a:moveTo>
                  <a:pt x="1011806" y="2297556"/>
                </a:moveTo>
                <a:lnTo>
                  <a:pt x="1012784" y="2299195"/>
                </a:lnTo>
                <a:lnTo>
                  <a:pt x="1016570" y="2296451"/>
                </a:lnTo>
                <a:lnTo>
                  <a:pt x="1018948" y="2294679"/>
                </a:lnTo>
                <a:lnTo>
                  <a:pt x="1013763" y="2296834"/>
                </a:lnTo>
                <a:close/>
                <a:moveTo>
                  <a:pt x="1655404" y="856387"/>
                </a:moveTo>
                <a:lnTo>
                  <a:pt x="1655431" y="856590"/>
                </a:lnTo>
                <a:lnTo>
                  <a:pt x="1655554" y="856111"/>
                </a:lnTo>
                <a:close/>
                <a:moveTo>
                  <a:pt x="1654811" y="857475"/>
                </a:moveTo>
                <a:lnTo>
                  <a:pt x="1655033" y="858142"/>
                </a:lnTo>
                <a:lnTo>
                  <a:pt x="1655300" y="857100"/>
                </a:lnTo>
                <a:lnTo>
                  <a:pt x="1655243" y="856681"/>
                </a:lnTo>
                <a:close/>
                <a:moveTo>
                  <a:pt x="1053877" y="2202964"/>
                </a:moveTo>
                <a:lnTo>
                  <a:pt x="1055346" y="2206915"/>
                </a:lnTo>
                <a:lnTo>
                  <a:pt x="1056304" y="2206819"/>
                </a:lnTo>
                <a:lnTo>
                  <a:pt x="1063301" y="2201714"/>
                </a:lnTo>
                <a:lnTo>
                  <a:pt x="1061768" y="2198187"/>
                </a:lnTo>
                <a:lnTo>
                  <a:pt x="1056757" y="2198783"/>
                </a:lnTo>
                <a:close/>
                <a:moveTo>
                  <a:pt x="1057506" y="2194743"/>
                </a:moveTo>
                <a:lnTo>
                  <a:pt x="1058368" y="2194480"/>
                </a:lnTo>
                <a:lnTo>
                  <a:pt x="1058071" y="2194177"/>
                </a:lnTo>
                <a:close/>
                <a:moveTo>
                  <a:pt x="1681822" y="796388"/>
                </a:moveTo>
                <a:lnTo>
                  <a:pt x="1680920" y="801362"/>
                </a:lnTo>
                <a:lnTo>
                  <a:pt x="1672195" y="841839"/>
                </a:lnTo>
                <a:lnTo>
                  <a:pt x="1673838" y="851695"/>
                </a:lnTo>
                <a:lnTo>
                  <a:pt x="1673874" y="851925"/>
                </a:lnTo>
                <a:lnTo>
                  <a:pt x="1673895" y="851849"/>
                </a:lnTo>
                <a:lnTo>
                  <a:pt x="1682115" y="799737"/>
                </a:lnTo>
                <a:lnTo>
                  <a:pt x="1682165" y="798366"/>
                </a:lnTo>
                <a:close/>
                <a:moveTo>
                  <a:pt x="1684665" y="789949"/>
                </a:moveTo>
                <a:lnTo>
                  <a:pt x="1684397" y="797296"/>
                </a:lnTo>
                <a:lnTo>
                  <a:pt x="1684397" y="797305"/>
                </a:lnTo>
                <a:lnTo>
                  <a:pt x="1684464" y="797716"/>
                </a:lnTo>
                <a:lnTo>
                  <a:pt x="1685211" y="792308"/>
                </a:lnTo>
                <a:close/>
                <a:moveTo>
                  <a:pt x="1651941" y="862748"/>
                </a:moveTo>
                <a:lnTo>
                  <a:pt x="1652417" y="866811"/>
                </a:lnTo>
                <a:lnTo>
                  <a:pt x="1652552" y="867703"/>
                </a:lnTo>
                <a:lnTo>
                  <a:pt x="1652708" y="867196"/>
                </a:lnTo>
                <a:lnTo>
                  <a:pt x="1654777" y="859141"/>
                </a:lnTo>
                <a:lnTo>
                  <a:pt x="1654446" y="858146"/>
                </a:lnTo>
                <a:close/>
                <a:moveTo>
                  <a:pt x="1052330" y="2205212"/>
                </a:moveTo>
                <a:lnTo>
                  <a:pt x="1054240" y="2207025"/>
                </a:lnTo>
                <a:lnTo>
                  <a:pt x="1054542" y="2206996"/>
                </a:lnTo>
                <a:lnTo>
                  <a:pt x="1053337" y="2203749"/>
                </a:lnTo>
                <a:close/>
                <a:moveTo>
                  <a:pt x="1008938" y="2302258"/>
                </a:moveTo>
                <a:lnTo>
                  <a:pt x="1010264" y="2303920"/>
                </a:lnTo>
                <a:lnTo>
                  <a:pt x="1022051" y="2299992"/>
                </a:lnTo>
                <a:lnTo>
                  <a:pt x="1023586" y="2298691"/>
                </a:lnTo>
                <a:lnTo>
                  <a:pt x="1013369" y="2300175"/>
                </a:lnTo>
                <a:lnTo>
                  <a:pt x="1014690" y="2302387"/>
                </a:lnTo>
                <a:lnTo>
                  <a:pt x="1014373" y="2302298"/>
                </a:lnTo>
                <a:lnTo>
                  <a:pt x="1013127" y="2300210"/>
                </a:lnTo>
                <a:lnTo>
                  <a:pt x="1011422" y="2300457"/>
                </a:lnTo>
                <a:close/>
                <a:moveTo>
                  <a:pt x="1688675" y="780105"/>
                </a:moveTo>
                <a:lnTo>
                  <a:pt x="1686831" y="794649"/>
                </a:lnTo>
                <a:lnTo>
                  <a:pt x="1688148" y="802995"/>
                </a:lnTo>
                <a:lnTo>
                  <a:pt x="1689564" y="808760"/>
                </a:lnTo>
                <a:lnTo>
                  <a:pt x="1691790" y="818376"/>
                </a:lnTo>
                <a:lnTo>
                  <a:pt x="1695237" y="808468"/>
                </a:lnTo>
                <a:close/>
                <a:moveTo>
                  <a:pt x="1650864" y="864727"/>
                </a:moveTo>
                <a:lnTo>
                  <a:pt x="1651062" y="865586"/>
                </a:lnTo>
                <a:lnTo>
                  <a:pt x="1650944" y="864580"/>
                </a:lnTo>
                <a:close/>
                <a:moveTo>
                  <a:pt x="1055393" y="2197841"/>
                </a:moveTo>
                <a:lnTo>
                  <a:pt x="1056390" y="2197722"/>
                </a:lnTo>
                <a:lnTo>
                  <a:pt x="1056746" y="2197205"/>
                </a:lnTo>
                <a:close/>
                <a:moveTo>
                  <a:pt x="1055921" y="2196330"/>
                </a:moveTo>
                <a:lnTo>
                  <a:pt x="1057758" y="2195735"/>
                </a:lnTo>
                <a:lnTo>
                  <a:pt x="1058356" y="2194867"/>
                </a:lnTo>
                <a:lnTo>
                  <a:pt x="1056956" y="2195293"/>
                </a:lnTo>
                <a:close/>
                <a:moveTo>
                  <a:pt x="1682342" y="793521"/>
                </a:moveTo>
                <a:lnTo>
                  <a:pt x="1681918" y="795860"/>
                </a:lnTo>
                <a:lnTo>
                  <a:pt x="1682197" y="797472"/>
                </a:lnTo>
                <a:close/>
                <a:moveTo>
                  <a:pt x="1658388" y="847108"/>
                </a:moveTo>
                <a:lnTo>
                  <a:pt x="1657031" y="852715"/>
                </a:lnTo>
                <a:lnTo>
                  <a:pt x="1657057" y="852915"/>
                </a:lnTo>
                <a:lnTo>
                  <a:pt x="1657176" y="852697"/>
                </a:lnTo>
                <a:lnTo>
                  <a:pt x="1658442" y="848585"/>
                </a:lnTo>
                <a:close/>
                <a:moveTo>
                  <a:pt x="1648739" y="868631"/>
                </a:moveTo>
                <a:lnTo>
                  <a:pt x="1647203" y="877491"/>
                </a:lnTo>
                <a:lnTo>
                  <a:pt x="1646905" y="878682"/>
                </a:lnTo>
                <a:lnTo>
                  <a:pt x="1647289" y="881823"/>
                </a:lnTo>
                <a:lnTo>
                  <a:pt x="1649947" y="876153"/>
                </a:lnTo>
                <a:lnTo>
                  <a:pt x="1651652" y="870623"/>
                </a:lnTo>
                <a:lnTo>
                  <a:pt x="1651646" y="870567"/>
                </a:lnTo>
                <a:lnTo>
                  <a:pt x="1650147" y="866044"/>
                </a:lnTo>
                <a:close/>
                <a:moveTo>
                  <a:pt x="1050847" y="2207366"/>
                </a:moveTo>
                <a:lnTo>
                  <a:pt x="1053048" y="2207145"/>
                </a:lnTo>
                <a:lnTo>
                  <a:pt x="1051738" y="2206072"/>
                </a:lnTo>
                <a:close/>
                <a:moveTo>
                  <a:pt x="1035897" y="2240749"/>
                </a:moveTo>
                <a:lnTo>
                  <a:pt x="1039436" y="2240070"/>
                </a:lnTo>
                <a:lnTo>
                  <a:pt x="1038053" y="2238615"/>
                </a:lnTo>
                <a:close/>
                <a:moveTo>
                  <a:pt x="1646228" y="873126"/>
                </a:moveTo>
                <a:lnTo>
                  <a:pt x="1646228" y="873127"/>
                </a:lnTo>
                <a:lnTo>
                  <a:pt x="1646228" y="873125"/>
                </a:lnTo>
                <a:close/>
                <a:moveTo>
                  <a:pt x="1645325" y="874732"/>
                </a:moveTo>
                <a:lnTo>
                  <a:pt x="1645263" y="876990"/>
                </a:lnTo>
                <a:lnTo>
                  <a:pt x="1645827" y="874733"/>
                </a:lnTo>
                <a:lnTo>
                  <a:pt x="1645737" y="873999"/>
                </a:lnTo>
                <a:close/>
                <a:moveTo>
                  <a:pt x="1684828" y="785881"/>
                </a:moveTo>
                <a:lnTo>
                  <a:pt x="1684803" y="786174"/>
                </a:lnTo>
                <a:lnTo>
                  <a:pt x="1684701" y="788962"/>
                </a:lnTo>
                <a:lnTo>
                  <a:pt x="1685322" y="791495"/>
                </a:lnTo>
                <a:lnTo>
                  <a:pt x="1685505" y="790172"/>
                </a:lnTo>
                <a:close/>
                <a:moveTo>
                  <a:pt x="1007909" y="2300968"/>
                </a:moveTo>
                <a:lnTo>
                  <a:pt x="1008798" y="2302083"/>
                </a:lnTo>
                <a:lnTo>
                  <a:pt x="1010946" y="2300527"/>
                </a:lnTo>
                <a:close/>
                <a:moveTo>
                  <a:pt x="1645616" y="873002"/>
                </a:moveTo>
                <a:lnTo>
                  <a:pt x="1645614" y="873007"/>
                </a:lnTo>
                <a:lnTo>
                  <a:pt x="1645516" y="873448"/>
                </a:lnTo>
                <a:lnTo>
                  <a:pt x="1645643" y="873224"/>
                </a:lnTo>
                <a:close/>
                <a:moveTo>
                  <a:pt x="1649517" y="864143"/>
                </a:moveTo>
                <a:lnTo>
                  <a:pt x="1648968" y="867311"/>
                </a:lnTo>
                <a:lnTo>
                  <a:pt x="1649974" y="865522"/>
                </a:lnTo>
                <a:close/>
                <a:moveTo>
                  <a:pt x="1054373" y="2195696"/>
                </a:moveTo>
                <a:lnTo>
                  <a:pt x="1056423" y="2195072"/>
                </a:lnTo>
                <a:lnTo>
                  <a:pt x="1057697" y="2193796"/>
                </a:lnTo>
                <a:lnTo>
                  <a:pt x="1057253" y="2193344"/>
                </a:lnTo>
                <a:close/>
                <a:moveTo>
                  <a:pt x="1052617" y="2199573"/>
                </a:moveTo>
                <a:lnTo>
                  <a:pt x="1053493" y="2201929"/>
                </a:lnTo>
                <a:lnTo>
                  <a:pt x="1055562" y="2198924"/>
                </a:lnTo>
                <a:lnTo>
                  <a:pt x="1052968" y="2199232"/>
                </a:lnTo>
                <a:close/>
                <a:moveTo>
                  <a:pt x="1649896" y="861958"/>
                </a:moveTo>
                <a:lnTo>
                  <a:pt x="1649787" y="862586"/>
                </a:lnTo>
                <a:lnTo>
                  <a:pt x="1650468" y="864642"/>
                </a:lnTo>
                <a:lnTo>
                  <a:pt x="1650501" y="864583"/>
                </a:lnTo>
                <a:close/>
                <a:moveTo>
                  <a:pt x="1028820" y="2252568"/>
                </a:moveTo>
                <a:lnTo>
                  <a:pt x="1029713" y="2253461"/>
                </a:lnTo>
                <a:lnTo>
                  <a:pt x="1032782" y="2253199"/>
                </a:lnTo>
                <a:lnTo>
                  <a:pt x="1038515" y="2250807"/>
                </a:lnTo>
                <a:lnTo>
                  <a:pt x="1033492" y="2248777"/>
                </a:lnTo>
                <a:close/>
                <a:moveTo>
                  <a:pt x="1650338" y="859404"/>
                </a:moveTo>
                <a:lnTo>
                  <a:pt x="1650037" y="861143"/>
                </a:lnTo>
                <a:lnTo>
                  <a:pt x="1650735" y="864168"/>
                </a:lnTo>
                <a:lnTo>
                  <a:pt x="1650868" y="863931"/>
                </a:lnTo>
                <a:close/>
                <a:moveTo>
                  <a:pt x="1027484" y="2253653"/>
                </a:moveTo>
                <a:lnTo>
                  <a:pt x="1029123" y="2253512"/>
                </a:lnTo>
                <a:lnTo>
                  <a:pt x="1028456" y="2252864"/>
                </a:lnTo>
                <a:close/>
                <a:moveTo>
                  <a:pt x="1648875" y="862206"/>
                </a:moveTo>
                <a:lnTo>
                  <a:pt x="1648593" y="863659"/>
                </a:lnTo>
                <a:lnTo>
                  <a:pt x="1648768" y="862959"/>
                </a:lnTo>
                <a:lnTo>
                  <a:pt x="1648890" y="862253"/>
                </a:lnTo>
                <a:close/>
                <a:moveTo>
                  <a:pt x="1052018" y="2197958"/>
                </a:moveTo>
                <a:lnTo>
                  <a:pt x="1052119" y="2198229"/>
                </a:lnTo>
                <a:lnTo>
                  <a:pt x="1052558" y="2198177"/>
                </a:lnTo>
                <a:lnTo>
                  <a:pt x="1053994" y="2197503"/>
                </a:lnTo>
                <a:lnTo>
                  <a:pt x="1054268" y="2197228"/>
                </a:lnTo>
                <a:close/>
                <a:moveTo>
                  <a:pt x="1006692" y="2299444"/>
                </a:moveTo>
                <a:lnTo>
                  <a:pt x="1007623" y="2300611"/>
                </a:lnTo>
                <a:lnTo>
                  <a:pt x="1011634" y="2300028"/>
                </a:lnTo>
                <a:lnTo>
                  <a:pt x="1012600" y="2299328"/>
                </a:lnTo>
                <a:lnTo>
                  <a:pt x="1011589" y="2297637"/>
                </a:lnTo>
                <a:close/>
                <a:moveTo>
                  <a:pt x="1052069" y="2197577"/>
                </a:moveTo>
                <a:lnTo>
                  <a:pt x="1054806" y="2196691"/>
                </a:lnTo>
                <a:lnTo>
                  <a:pt x="1055873" y="2195623"/>
                </a:lnTo>
                <a:lnTo>
                  <a:pt x="1053624" y="2196307"/>
                </a:lnTo>
                <a:close/>
                <a:moveTo>
                  <a:pt x="1003566" y="2306151"/>
                </a:moveTo>
                <a:lnTo>
                  <a:pt x="1010132" y="2303964"/>
                </a:lnTo>
                <a:lnTo>
                  <a:pt x="1008832" y="2302334"/>
                </a:lnTo>
                <a:close/>
                <a:moveTo>
                  <a:pt x="1049544" y="2202568"/>
                </a:moveTo>
                <a:lnTo>
                  <a:pt x="1051667" y="2204582"/>
                </a:lnTo>
                <a:lnTo>
                  <a:pt x="1052952" y="2202715"/>
                </a:lnTo>
                <a:lnTo>
                  <a:pt x="1052006" y="2200169"/>
                </a:lnTo>
                <a:close/>
                <a:moveTo>
                  <a:pt x="1029746" y="2246837"/>
                </a:moveTo>
                <a:lnTo>
                  <a:pt x="1033518" y="2248362"/>
                </a:lnTo>
                <a:lnTo>
                  <a:pt x="1035771" y="2246474"/>
                </a:lnTo>
                <a:lnTo>
                  <a:pt x="1033432" y="2246539"/>
                </a:lnTo>
                <a:lnTo>
                  <a:pt x="1032396" y="2247250"/>
                </a:lnTo>
                <a:lnTo>
                  <a:pt x="1032282" y="2247242"/>
                </a:lnTo>
                <a:lnTo>
                  <a:pt x="1033302" y="2246543"/>
                </a:lnTo>
                <a:lnTo>
                  <a:pt x="1029948" y="2246637"/>
                </a:lnTo>
                <a:close/>
                <a:moveTo>
                  <a:pt x="1009089" y="2293007"/>
                </a:moveTo>
                <a:lnTo>
                  <a:pt x="1011201" y="2296545"/>
                </a:lnTo>
                <a:lnTo>
                  <a:pt x="1023554" y="2291246"/>
                </a:lnTo>
                <a:lnTo>
                  <a:pt x="1031595" y="2285253"/>
                </a:lnTo>
                <a:lnTo>
                  <a:pt x="1030744" y="2284733"/>
                </a:lnTo>
                <a:close/>
                <a:moveTo>
                  <a:pt x="1648476" y="861001"/>
                </a:moveTo>
                <a:lnTo>
                  <a:pt x="1646010" y="871346"/>
                </a:lnTo>
                <a:lnTo>
                  <a:pt x="1646133" y="872353"/>
                </a:lnTo>
                <a:lnTo>
                  <a:pt x="1646652" y="871430"/>
                </a:lnTo>
                <a:lnTo>
                  <a:pt x="1647041" y="869873"/>
                </a:lnTo>
                <a:lnTo>
                  <a:pt x="1648657" y="861548"/>
                </a:lnTo>
                <a:close/>
                <a:moveTo>
                  <a:pt x="1051125" y="2198347"/>
                </a:moveTo>
                <a:lnTo>
                  <a:pt x="1051321" y="2198324"/>
                </a:lnTo>
                <a:lnTo>
                  <a:pt x="1051282" y="2198220"/>
                </a:lnTo>
                <a:close/>
                <a:moveTo>
                  <a:pt x="1662983" y="828130"/>
                </a:moveTo>
                <a:lnTo>
                  <a:pt x="1660001" y="840446"/>
                </a:lnTo>
                <a:lnTo>
                  <a:pt x="1659960" y="841850"/>
                </a:lnTo>
                <a:lnTo>
                  <a:pt x="1660020" y="843469"/>
                </a:lnTo>
                <a:lnTo>
                  <a:pt x="1663751" y="831360"/>
                </a:lnTo>
                <a:lnTo>
                  <a:pt x="1663772" y="831155"/>
                </a:lnTo>
                <a:lnTo>
                  <a:pt x="1663697" y="830631"/>
                </a:lnTo>
                <a:close/>
                <a:moveTo>
                  <a:pt x="1051630" y="2196915"/>
                </a:moveTo>
                <a:lnTo>
                  <a:pt x="1051714" y="2197141"/>
                </a:lnTo>
                <a:lnTo>
                  <a:pt x="1052206" y="2196740"/>
                </a:lnTo>
                <a:close/>
                <a:moveTo>
                  <a:pt x="1061348" y="2175045"/>
                </a:moveTo>
                <a:lnTo>
                  <a:pt x="1061980" y="2175610"/>
                </a:lnTo>
                <a:lnTo>
                  <a:pt x="1062776" y="2174959"/>
                </a:lnTo>
                <a:lnTo>
                  <a:pt x="1062715" y="2174909"/>
                </a:lnTo>
                <a:close/>
                <a:moveTo>
                  <a:pt x="1029297" y="2246656"/>
                </a:moveTo>
                <a:lnTo>
                  <a:pt x="1029375" y="2246687"/>
                </a:lnTo>
                <a:lnTo>
                  <a:pt x="1029410" y="2246652"/>
                </a:lnTo>
                <a:close/>
                <a:moveTo>
                  <a:pt x="1649085" y="858444"/>
                </a:moveTo>
                <a:lnTo>
                  <a:pt x="1648805" y="859620"/>
                </a:lnTo>
                <a:lnTo>
                  <a:pt x="1648948" y="860052"/>
                </a:lnTo>
                <a:lnTo>
                  <a:pt x="1649180" y="858856"/>
                </a:lnTo>
                <a:close/>
                <a:moveTo>
                  <a:pt x="1051345" y="2196149"/>
                </a:moveTo>
                <a:lnTo>
                  <a:pt x="1051502" y="2196570"/>
                </a:lnTo>
                <a:lnTo>
                  <a:pt x="1052956" y="2196127"/>
                </a:lnTo>
                <a:lnTo>
                  <a:pt x="1056177" y="2193499"/>
                </a:lnTo>
                <a:close/>
                <a:moveTo>
                  <a:pt x="1649850" y="855234"/>
                </a:moveTo>
                <a:lnTo>
                  <a:pt x="1649252" y="857745"/>
                </a:lnTo>
                <a:lnTo>
                  <a:pt x="1649330" y="858082"/>
                </a:lnTo>
                <a:lnTo>
                  <a:pt x="1649862" y="855338"/>
                </a:lnTo>
                <a:close/>
                <a:moveTo>
                  <a:pt x="1038085" y="2224916"/>
                </a:moveTo>
                <a:lnTo>
                  <a:pt x="1044584" y="2227777"/>
                </a:lnTo>
                <a:lnTo>
                  <a:pt x="1051339" y="2224086"/>
                </a:lnTo>
                <a:lnTo>
                  <a:pt x="1055720" y="2219384"/>
                </a:lnTo>
                <a:lnTo>
                  <a:pt x="1045849" y="2218489"/>
                </a:lnTo>
                <a:lnTo>
                  <a:pt x="1042496" y="2219034"/>
                </a:lnTo>
                <a:close/>
                <a:moveTo>
                  <a:pt x="1651893" y="850435"/>
                </a:moveTo>
                <a:lnTo>
                  <a:pt x="1651061" y="855234"/>
                </a:lnTo>
                <a:lnTo>
                  <a:pt x="1651871" y="862148"/>
                </a:lnTo>
                <a:lnTo>
                  <a:pt x="1654326" y="857782"/>
                </a:lnTo>
                <a:close/>
                <a:moveTo>
                  <a:pt x="1034035" y="2233661"/>
                </a:moveTo>
                <a:lnTo>
                  <a:pt x="1038156" y="2237996"/>
                </a:lnTo>
                <a:lnTo>
                  <a:pt x="1041033" y="2235149"/>
                </a:lnTo>
                <a:lnTo>
                  <a:pt x="1043818" y="2232160"/>
                </a:lnTo>
                <a:lnTo>
                  <a:pt x="1042949" y="2231386"/>
                </a:lnTo>
                <a:lnTo>
                  <a:pt x="1039112" y="2231149"/>
                </a:lnTo>
                <a:close/>
                <a:moveTo>
                  <a:pt x="1664472" y="821982"/>
                </a:moveTo>
                <a:lnTo>
                  <a:pt x="1664021" y="823841"/>
                </a:lnTo>
                <a:lnTo>
                  <a:pt x="1664386" y="825122"/>
                </a:lnTo>
                <a:lnTo>
                  <a:pt x="1664600" y="823029"/>
                </a:lnTo>
                <a:lnTo>
                  <a:pt x="1664518" y="822286"/>
                </a:lnTo>
                <a:close/>
                <a:moveTo>
                  <a:pt x="1037670" y="2225469"/>
                </a:moveTo>
                <a:lnTo>
                  <a:pt x="1040790" y="2228258"/>
                </a:lnTo>
                <a:lnTo>
                  <a:pt x="1043408" y="2228419"/>
                </a:lnTo>
                <a:lnTo>
                  <a:pt x="1044101" y="2228041"/>
                </a:lnTo>
                <a:lnTo>
                  <a:pt x="1037759" y="2225351"/>
                </a:lnTo>
                <a:close/>
                <a:moveTo>
                  <a:pt x="1046609" y="2205429"/>
                </a:moveTo>
                <a:lnTo>
                  <a:pt x="1049321" y="2207519"/>
                </a:lnTo>
                <a:lnTo>
                  <a:pt x="1049669" y="2207484"/>
                </a:lnTo>
                <a:lnTo>
                  <a:pt x="1051036" y="2205498"/>
                </a:lnTo>
                <a:lnTo>
                  <a:pt x="1048593" y="2203496"/>
                </a:lnTo>
                <a:close/>
                <a:moveTo>
                  <a:pt x="1026400" y="2250148"/>
                </a:moveTo>
                <a:lnTo>
                  <a:pt x="1028621" y="2252369"/>
                </a:lnTo>
                <a:lnTo>
                  <a:pt x="1032290" y="2249391"/>
                </a:lnTo>
                <a:lnTo>
                  <a:pt x="1033176" y="2248649"/>
                </a:lnTo>
                <a:lnTo>
                  <a:pt x="1029441" y="2247139"/>
                </a:lnTo>
                <a:close/>
                <a:moveTo>
                  <a:pt x="1048148" y="2201243"/>
                </a:moveTo>
                <a:lnTo>
                  <a:pt x="1049231" y="2202271"/>
                </a:lnTo>
                <a:lnTo>
                  <a:pt x="1051823" y="2199677"/>
                </a:lnTo>
                <a:lnTo>
                  <a:pt x="1051773" y="2199541"/>
                </a:lnTo>
                <a:close/>
                <a:moveTo>
                  <a:pt x="1706260" y="727412"/>
                </a:moveTo>
                <a:lnTo>
                  <a:pt x="1705884" y="767026"/>
                </a:lnTo>
                <a:lnTo>
                  <a:pt x="1705229" y="777362"/>
                </a:lnTo>
                <a:lnTo>
                  <a:pt x="1705262" y="779665"/>
                </a:lnTo>
                <a:lnTo>
                  <a:pt x="1705905" y="777818"/>
                </a:lnTo>
                <a:lnTo>
                  <a:pt x="1708416" y="768021"/>
                </a:lnTo>
                <a:lnTo>
                  <a:pt x="1710970" y="747174"/>
                </a:lnTo>
                <a:close/>
                <a:moveTo>
                  <a:pt x="1023026" y="2257271"/>
                </a:moveTo>
                <a:lnTo>
                  <a:pt x="1024266" y="2256753"/>
                </a:lnTo>
                <a:lnTo>
                  <a:pt x="1023593" y="2256811"/>
                </a:lnTo>
                <a:close/>
                <a:moveTo>
                  <a:pt x="1037330" y="2225165"/>
                </a:moveTo>
                <a:lnTo>
                  <a:pt x="1037410" y="2225237"/>
                </a:lnTo>
                <a:lnTo>
                  <a:pt x="1037431" y="2225210"/>
                </a:lnTo>
                <a:close/>
                <a:moveTo>
                  <a:pt x="1050815" y="2194721"/>
                </a:moveTo>
                <a:lnTo>
                  <a:pt x="1050889" y="2194922"/>
                </a:lnTo>
                <a:lnTo>
                  <a:pt x="1051031" y="2194844"/>
                </a:lnTo>
                <a:lnTo>
                  <a:pt x="1051862" y="2194306"/>
                </a:lnTo>
                <a:close/>
                <a:moveTo>
                  <a:pt x="1059137" y="2175720"/>
                </a:moveTo>
                <a:lnTo>
                  <a:pt x="1060616" y="2176512"/>
                </a:lnTo>
                <a:lnTo>
                  <a:pt x="1060930" y="2176470"/>
                </a:lnTo>
                <a:lnTo>
                  <a:pt x="1061164" y="2176278"/>
                </a:lnTo>
                <a:lnTo>
                  <a:pt x="1060349" y="2175551"/>
                </a:lnTo>
                <a:lnTo>
                  <a:pt x="1059976" y="2175258"/>
                </a:lnTo>
                <a:close/>
                <a:moveTo>
                  <a:pt x="1035809" y="2227950"/>
                </a:moveTo>
                <a:lnTo>
                  <a:pt x="1039335" y="2228168"/>
                </a:lnTo>
                <a:lnTo>
                  <a:pt x="1037122" y="2226199"/>
                </a:lnTo>
                <a:close/>
                <a:moveTo>
                  <a:pt x="1049425" y="2197203"/>
                </a:moveTo>
                <a:lnTo>
                  <a:pt x="1050754" y="2196798"/>
                </a:lnTo>
                <a:lnTo>
                  <a:pt x="1050653" y="2196529"/>
                </a:lnTo>
                <a:close/>
                <a:moveTo>
                  <a:pt x="1044573" y="2207413"/>
                </a:moveTo>
                <a:lnTo>
                  <a:pt x="1045191" y="2207933"/>
                </a:lnTo>
                <a:lnTo>
                  <a:pt x="1048853" y="2207566"/>
                </a:lnTo>
                <a:lnTo>
                  <a:pt x="1046376" y="2205656"/>
                </a:lnTo>
                <a:close/>
                <a:moveTo>
                  <a:pt x="1058593" y="2175428"/>
                </a:moveTo>
                <a:lnTo>
                  <a:pt x="1058827" y="2175553"/>
                </a:lnTo>
                <a:lnTo>
                  <a:pt x="1059397" y="2175240"/>
                </a:lnTo>
                <a:lnTo>
                  <a:pt x="1058966" y="2175283"/>
                </a:lnTo>
                <a:close/>
                <a:moveTo>
                  <a:pt x="1043977" y="2207994"/>
                </a:moveTo>
                <a:lnTo>
                  <a:pt x="1044365" y="2208016"/>
                </a:lnTo>
                <a:lnTo>
                  <a:pt x="1044571" y="2207995"/>
                </a:lnTo>
                <a:lnTo>
                  <a:pt x="1044251" y="2207727"/>
                </a:lnTo>
                <a:close/>
                <a:moveTo>
                  <a:pt x="1686223" y="769509"/>
                </a:moveTo>
                <a:lnTo>
                  <a:pt x="1685046" y="783328"/>
                </a:lnTo>
                <a:lnTo>
                  <a:pt x="1685794" y="788077"/>
                </a:lnTo>
                <a:lnTo>
                  <a:pt x="1687561" y="775293"/>
                </a:lnTo>
                <a:close/>
                <a:moveTo>
                  <a:pt x="1057669" y="2176530"/>
                </a:moveTo>
                <a:lnTo>
                  <a:pt x="1058875" y="2176746"/>
                </a:lnTo>
                <a:lnTo>
                  <a:pt x="1060069" y="2176585"/>
                </a:lnTo>
                <a:lnTo>
                  <a:pt x="1058780" y="2175917"/>
                </a:lnTo>
                <a:close/>
                <a:moveTo>
                  <a:pt x="1032633" y="2232185"/>
                </a:moveTo>
                <a:lnTo>
                  <a:pt x="1033713" y="2233321"/>
                </a:lnTo>
                <a:lnTo>
                  <a:pt x="1038215" y="2231094"/>
                </a:lnTo>
                <a:lnTo>
                  <a:pt x="1033662" y="2230812"/>
                </a:lnTo>
                <a:close/>
                <a:moveTo>
                  <a:pt x="1653297" y="842337"/>
                </a:moveTo>
                <a:lnTo>
                  <a:pt x="1652094" y="849274"/>
                </a:lnTo>
                <a:lnTo>
                  <a:pt x="1654695" y="857126"/>
                </a:lnTo>
                <a:lnTo>
                  <a:pt x="1655185" y="856255"/>
                </a:lnTo>
                <a:close/>
                <a:moveTo>
                  <a:pt x="1667100" y="811128"/>
                </a:moveTo>
                <a:lnTo>
                  <a:pt x="1666963" y="811690"/>
                </a:lnTo>
                <a:lnTo>
                  <a:pt x="1665990" y="821430"/>
                </a:lnTo>
                <a:lnTo>
                  <a:pt x="1667840" y="809702"/>
                </a:lnTo>
                <a:close/>
                <a:moveTo>
                  <a:pt x="1046801" y="2199964"/>
                </a:moveTo>
                <a:lnTo>
                  <a:pt x="1047447" y="2200577"/>
                </a:lnTo>
                <a:lnTo>
                  <a:pt x="1047582" y="2200514"/>
                </a:lnTo>
                <a:lnTo>
                  <a:pt x="1048503" y="2199762"/>
                </a:lnTo>
                <a:close/>
                <a:moveTo>
                  <a:pt x="1644278" y="862053"/>
                </a:moveTo>
                <a:lnTo>
                  <a:pt x="1643831" y="868519"/>
                </a:lnTo>
                <a:lnTo>
                  <a:pt x="1644649" y="865084"/>
                </a:lnTo>
                <a:close/>
                <a:moveTo>
                  <a:pt x="1022421" y="2254086"/>
                </a:moveTo>
                <a:lnTo>
                  <a:pt x="1026986" y="2253695"/>
                </a:lnTo>
                <a:lnTo>
                  <a:pt x="1028254" y="2252666"/>
                </a:lnTo>
                <a:lnTo>
                  <a:pt x="1026035" y="2250509"/>
                </a:lnTo>
                <a:close/>
                <a:moveTo>
                  <a:pt x="1630495" y="892318"/>
                </a:moveTo>
                <a:lnTo>
                  <a:pt x="1631339" y="895349"/>
                </a:lnTo>
                <a:lnTo>
                  <a:pt x="1631822" y="890781"/>
                </a:lnTo>
                <a:close/>
                <a:moveTo>
                  <a:pt x="1664508" y="816118"/>
                </a:moveTo>
                <a:lnTo>
                  <a:pt x="1664845" y="819169"/>
                </a:lnTo>
                <a:lnTo>
                  <a:pt x="1665102" y="818108"/>
                </a:lnTo>
                <a:lnTo>
                  <a:pt x="1665499" y="814210"/>
                </a:lnTo>
                <a:close/>
                <a:moveTo>
                  <a:pt x="1000874" y="2301590"/>
                </a:moveTo>
                <a:lnTo>
                  <a:pt x="1007474" y="2300632"/>
                </a:lnTo>
                <a:lnTo>
                  <a:pt x="1006563" y="2299491"/>
                </a:lnTo>
                <a:close/>
                <a:moveTo>
                  <a:pt x="1662771" y="819463"/>
                </a:moveTo>
                <a:lnTo>
                  <a:pt x="1663855" y="823259"/>
                </a:lnTo>
                <a:lnTo>
                  <a:pt x="1664352" y="821203"/>
                </a:lnTo>
                <a:lnTo>
                  <a:pt x="1663787" y="817506"/>
                </a:lnTo>
                <a:close/>
                <a:moveTo>
                  <a:pt x="1030641" y="2234841"/>
                </a:moveTo>
                <a:lnTo>
                  <a:pt x="1033241" y="2233554"/>
                </a:lnTo>
                <a:lnTo>
                  <a:pt x="1032327" y="2232593"/>
                </a:lnTo>
                <a:close/>
                <a:moveTo>
                  <a:pt x="1660487" y="823860"/>
                </a:moveTo>
                <a:lnTo>
                  <a:pt x="1660056" y="838576"/>
                </a:lnTo>
                <a:lnTo>
                  <a:pt x="1661644" y="832391"/>
                </a:lnTo>
                <a:lnTo>
                  <a:pt x="1662817" y="827546"/>
                </a:lnTo>
                <a:lnTo>
                  <a:pt x="1661311" y="822274"/>
                </a:lnTo>
                <a:close/>
                <a:moveTo>
                  <a:pt x="1044266" y="2203622"/>
                </a:moveTo>
                <a:lnTo>
                  <a:pt x="1046309" y="2205197"/>
                </a:lnTo>
                <a:lnTo>
                  <a:pt x="1048271" y="2203232"/>
                </a:lnTo>
                <a:lnTo>
                  <a:pt x="1048004" y="2203014"/>
                </a:lnTo>
                <a:lnTo>
                  <a:pt x="1046575" y="2201981"/>
                </a:lnTo>
                <a:lnTo>
                  <a:pt x="1046236" y="2202141"/>
                </a:lnTo>
                <a:close/>
                <a:moveTo>
                  <a:pt x="1046293" y="2198922"/>
                </a:moveTo>
                <a:lnTo>
                  <a:pt x="1048856" y="2198617"/>
                </a:lnTo>
                <a:lnTo>
                  <a:pt x="1050596" y="2198054"/>
                </a:lnTo>
                <a:lnTo>
                  <a:pt x="1051075" y="2197662"/>
                </a:lnTo>
                <a:lnTo>
                  <a:pt x="1050882" y="2197143"/>
                </a:lnTo>
                <a:lnTo>
                  <a:pt x="1047856" y="2198064"/>
                </a:lnTo>
                <a:close/>
                <a:moveTo>
                  <a:pt x="1056365" y="2176294"/>
                </a:moveTo>
                <a:lnTo>
                  <a:pt x="1057207" y="2176447"/>
                </a:lnTo>
                <a:lnTo>
                  <a:pt x="1058465" y="2175753"/>
                </a:lnTo>
                <a:lnTo>
                  <a:pt x="1058161" y="2175596"/>
                </a:lnTo>
                <a:close/>
                <a:moveTo>
                  <a:pt x="1659378" y="825996"/>
                </a:moveTo>
                <a:lnTo>
                  <a:pt x="1659780" y="836939"/>
                </a:lnTo>
                <a:lnTo>
                  <a:pt x="1660144" y="824521"/>
                </a:lnTo>
                <a:close/>
                <a:moveTo>
                  <a:pt x="1056422" y="2176030"/>
                </a:moveTo>
                <a:lnTo>
                  <a:pt x="1057895" y="2175457"/>
                </a:lnTo>
                <a:lnTo>
                  <a:pt x="1057785" y="2175400"/>
                </a:lnTo>
                <a:lnTo>
                  <a:pt x="1057163" y="2175463"/>
                </a:lnTo>
                <a:lnTo>
                  <a:pt x="1057106" y="2175513"/>
                </a:lnTo>
                <a:close/>
                <a:moveTo>
                  <a:pt x="1059755" y="2168526"/>
                </a:moveTo>
                <a:lnTo>
                  <a:pt x="1060489" y="2167993"/>
                </a:lnTo>
                <a:lnTo>
                  <a:pt x="1060144" y="2167972"/>
                </a:lnTo>
                <a:close/>
                <a:moveTo>
                  <a:pt x="1668579" y="805019"/>
                </a:moveTo>
                <a:lnTo>
                  <a:pt x="1667339" y="810141"/>
                </a:lnTo>
                <a:lnTo>
                  <a:pt x="1667959" y="808946"/>
                </a:lnTo>
                <a:close/>
                <a:moveTo>
                  <a:pt x="1654212" y="837057"/>
                </a:moveTo>
                <a:lnTo>
                  <a:pt x="1653355" y="842000"/>
                </a:lnTo>
                <a:lnTo>
                  <a:pt x="1653466" y="842108"/>
                </a:lnTo>
                <a:lnTo>
                  <a:pt x="1655347" y="855968"/>
                </a:lnTo>
                <a:lnTo>
                  <a:pt x="1655796" y="855168"/>
                </a:lnTo>
                <a:lnTo>
                  <a:pt x="1656274" y="853309"/>
                </a:lnTo>
                <a:close/>
                <a:moveTo>
                  <a:pt x="1656950" y="830673"/>
                </a:moveTo>
                <a:lnTo>
                  <a:pt x="1658076" y="838580"/>
                </a:lnTo>
                <a:lnTo>
                  <a:pt x="1657729" y="829170"/>
                </a:lnTo>
                <a:close/>
                <a:moveTo>
                  <a:pt x="1685521" y="766480"/>
                </a:moveTo>
                <a:lnTo>
                  <a:pt x="1685176" y="775945"/>
                </a:lnTo>
                <a:lnTo>
                  <a:pt x="1685858" y="767936"/>
                </a:lnTo>
                <a:close/>
                <a:moveTo>
                  <a:pt x="1043817" y="2203277"/>
                </a:moveTo>
                <a:lnTo>
                  <a:pt x="1044013" y="2203427"/>
                </a:lnTo>
                <a:lnTo>
                  <a:pt x="1044715" y="2202854"/>
                </a:lnTo>
                <a:close/>
                <a:moveTo>
                  <a:pt x="1654768" y="834872"/>
                </a:moveTo>
                <a:lnTo>
                  <a:pt x="1656832" y="851137"/>
                </a:lnTo>
                <a:lnTo>
                  <a:pt x="1658322" y="845329"/>
                </a:lnTo>
                <a:lnTo>
                  <a:pt x="1656537" y="831465"/>
                </a:lnTo>
                <a:close/>
                <a:moveTo>
                  <a:pt x="1646142" y="853958"/>
                </a:moveTo>
                <a:lnTo>
                  <a:pt x="1645703" y="860662"/>
                </a:lnTo>
                <a:lnTo>
                  <a:pt x="1646408" y="857702"/>
                </a:lnTo>
                <a:lnTo>
                  <a:pt x="1646661" y="855522"/>
                </a:lnTo>
                <a:close/>
                <a:moveTo>
                  <a:pt x="1031181" y="2230659"/>
                </a:moveTo>
                <a:lnTo>
                  <a:pt x="1032391" y="2231931"/>
                </a:lnTo>
                <a:lnTo>
                  <a:pt x="1033249" y="2230787"/>
                </a:lnTo>
                <a:close/>
                <a:moveTo>
                  <a:pt x="1653031" y="838218"/>
                </a:moveTo>
                <a:lnTo>
                  <a:pt x="1653001" y="838544"/>
                </a:lnTo>
                <a:lnTo>
                  <a:pt x="1653070" y="838143"/>
                </a:lnTo>
                <a:close/>
                <a:moveTo>
                  <a:pt x="1044679" y="2200334"/>
                </a:moveTo>
                <a:lnTo>
                  <a:pt x="1045246" y="2200756"/>
                </a:lnTo>
                <a:lnTo>
                  <a:pt x="1045102" y="2200638"/>
                </a:lnTo>
                <a:lnTo>
                  <a:pt x="1044756" y="2200308"/>
                </a:lnTo>
                <a:close/>
                <a:moveTo>
                  <a:pt x="1648869" y="846861"/>
                </a:moveTo>
                <a:lnTo>
                  <a:pt x="1648677" y="848180"/>
                </a:lnTo>
                <a:lnTo>
                  <a:pt x="1648910" y="847203"/>
                </a:lnTo>
                <a:close/>
                <a:moveTo>
                  <a:pt x="1042048" y="2205289"/>
                </a:moveTo>
                <a:lnTo>
                  <a:pt x="1044313" y="2207195"/>
                </a:lnTo>
                <a:lnTo>
                  <a:pt x="1046079" y="2205427"/>
                </a:lnTo>
                <a:lnTo>
                  <a:pt x="1043998" y="2203823"/>
                </a:lnTo>
                <a:close/>
                <a:moveTo>
                  <a:pt x="1660606" y="819805"/>
                </a:moveTo>
                <a:lnTo>
                  <a:pt x="1660504" y="823302"/>
                </a:lnTo>
                <a:lnTo>
                  <a:pt x="1661214" y="821935"/>
                </a:lnTo>
                <a:close/>
                <a:moveTo>
                  <a:pt x="1645803" y="852935"/>
                </a:moveTo>
                <a:lnTo>
                  <a:pt x="1645732" y="857982"/>
                </a:lnTo>
                <a:lnTo>
                  <a:pt x="1645941" y="853353"/>
                </a:lnTo>
                <a:close/>
                <a:moveTo>
                  <a:pt x="1034129" y="2222304"/>
                </a:moveTo>
                <a:lnTo>
                  <a:pt x="1036048" y="2224020"/>
                </a:lnTo>
                <a:lnTo>
                  <a:pt x="1037758" y="2224773"/>
                </a:lnTo>
                <a:lnTo>
                  <a:pt x="1037832" y="2224676"/>
                </a:lnTo>
                <a:lnTo>
                  <a:pt x="1041619" y="2219176"/>
                </a:lnTo>
                <a:lnTo>
                  <a:pt x="1038941" y="2219611"/>
                </a:lnTo>
                <a:close/>
                <a:moveTo>
                  <a:pt x="1647295" y="849262"/>
                </a:moveTo>
                <a:lnTo>
                  <a:pt x="1647355" y="849522"/>
                </a:lnTo>
                <a:lnTo>
                  <a:pt x="1647411" y="849040"/>
                </a:lnTo>
                <a:close/>
                <a:moveTo>
                  <a:pt x="1023080" y="2246829"/>
                </a:moveTo>
                <a:lnTo>
                  <a:pt x="1026139" y="2249889"/>
                </a:lnTo>
                <a:lnTo>
                  <a:pt x="1029070" y="2246988"/>
                </a:lnTo>
                <a:lnTo>
                  <a:pt x="1028313" y="2246683"/>
                </a:lnTo>
                <a:close/>
                <a:moveTo>
                  <a:pt x="1691885" y="749192"/>
                </a:moveTo>
                <a:lnTo>
                  <a:pt x="1690411" y="766409"/>
                </a:lnTo>
                <a:lnTo>
                  <a:pt x="1688934" y="778061"/>
                </a:lnTo>
                <a:lnTo>
                  <a:pt x="1695678" y="807204"/>
                </a:lnTo>
                <a:lnTo>
                  <a:pt x="1697622" y="801617"/>
                </a:lnTo>
                <a:lnTo>
                  <a:pt x="1695984" y="782132"/>
                </a:lnTo>
                <a:close/>
                <a:moveTo>
                  <a:pt x="1646328" y="851124"/>
                </a:moveTo>
                <a:lnTo>
                  <a:pt x="1646272" y="851977"/>
                </a:lnTo>
                <a:lnTo>
                  <a:pt x="1646864" y="853764"/>
                </a:lnTo>
                <a:lnTo>
                  <a:pt x="1647245" y="850471"/>
                </a:lnTo>
                <a:lnTo>
                  <a:pt x="1647067" y="849702"/>
                </a:lnTo>
                <a:close/>
                <a:moveTo>
                  <a:pt x="1024774" y="2242665"/>
                </a:moveTo>
                <a:lnTo>
                  <a:pt x="1026105" y="2242628"/>
                </a:lnTo>
                <a:lnTo>
                  <a:pt x="1035249" y="2240873"/>
                </a:lnTo>
                <a:lnTo>
                  <a:pt x="1037799" y="2238349"/>
                </a:lnTo>
                <a:lnTo>
                  <a:pt x="1033564" y="2233894"/>
                </a:lnTo>
                <a:lnTo>
                  <a:pt x="1030047" y="2235634"/>
                </a:lnTo>
                <a:close/>
                <a:moveTo>
                  <a:pt x="1052046" y="2181477"/>
                </a:moveTo>
                <a:lnTo>
                  <a:pt x="1052904" y="2182137"/>
                </a:lnTo>
                <a:lnTo>
                  <a:pt x="1053937" y="2181778"/>
                </a:lnTo>
                <a:lnTo>
                  <a:pt x="1053775" y="2181542"/>
                </a:lnTo>
                <a:close/>
                <a:moveTo>
                  <a:pt x="1644845" y="853898"/>
                </a:moveTo>
                <a:lnTo>
                  <a:pt x="1644467" y="859341"/>
                </a:lnTo>
                <a:lnTo>
                  <a:pt x="1645030" y="863486"/>
                </a:lnTo>
                <a:lnTo>
                  <a:pt x="1645158" y="862945"/>
                </a:lnTo>
                <a:lnTo>
                  <a:pt x="1645401" y="853858"/>
                </a:lnTo>
                <a:lnTo>
                  <a:pt x="1645436" y="853905"/>
                </a:lnTo>
                <a:lnTo>
                  <a:pt x="1645468" y="852736"/>
                </a:lnTo>
                <a:close/>
                <a:moveTo>
                  <a:pt x="1033259" y="2222792"/>
                </a:moveTo>
                <a:lnTo>
                  <a:pt x="1033332" y="2222824"/>
                </a:lnTo>
                <a:lnTo>
                  <a:pt x="1033282" y="2222779"/>
                </a:lnTo>
                <a:close/>
                <a:moveTo>
                  <a:pt x="1680084" y="773894"/>
                </a:moveTo>
                <a:lnTo>
                  <a:pt x="1678201" y="784379"/>
                </a:lnTo>
                <a:lnTo>
                  <a:pt x="1671978" y="833493"/>
                </a:lnTo>
                <a:lnTo>
                  <a:pt x="1672831" y="831251"/>
                </a:lnTo>
                <a:lnTo>
                  <a:pt x="1672888" y="831437"/>
                </a:lnTo>
                <a:lnTo>
                  <a:pt x="1671914" y="834000"/>
                </a:lnTo>
                <a:lnTo>
                  <a:pt x="1671471" y="837495"/>
                </a:lnTo>
                <a:lnTo>
                  <a:pt x="1671981" y="840556"/>
                </a:lnTo>
                <a:lnTo>
                  <a:pt x="1681680" y="795566"/>
                </a:lnTo>
                <a:lnTo>
                  <a:pt x="1681452" y="794251"/>
                </a:lnTo>
                <a:lnTo>
                  <a:pt x="1681674" y="794452"/>
                </a:lnTo>
                <a:lnTo>
                  <a:pt x="1681783" y="795085"/>
                </a:lnTo>
                <a:lnTo>
                  <a:pt x="1682387" y="792283"/>
                </a:lnTo>
                <a:lnTo>
                  <a:pt x="1682508" y="788975"/>
                </a:lnTo>
                <a:lnTo>
                  <a:pt x="1680284" y="775046"/>
                </a:lnTo>
                <a:close/>
                <a:moveTo>
                  <a:pt x="1641778" y="859608"/>
                </a:moveTo>
                <a:lnTo>
                  <a:pt x="1642588" y="869906"/>
                </a:lnTo>
                <a:lnTo>
                  <a:pt x="1643527" y="856351"/>
                </a:lnTo>
                <a:close/>
                <a:moveTo>
                  <a:pt x="1041146" y="2204531"/>
                </a:moveTo>
                <a:lnTo>
                  <a:pt x="1041881" y="2205149"/>
                </a:lnTo>
                <a:lnTo>
                  <a:pt x="1042200" y="2204909"/>
                </a:lnTo>
                <a:lnTo>
                  <a:pt x="1043757" y="2203637"/>
                </a:lnTo>
                <a:lnTo>
                  <a:pt x="1043489" y="2203430"/>
                </a:lnTo>
                <a:close/>
                <a:moveTo>
                  <a:pt x="1056310" y="2170542"/>
                </a:moveTo>
                <a:lnTo>
                  <a:pt x="1056611" y="2170810"/>
                </a:lnTo>
                <a:lnTo>
                  <a:pt x="1057144" y="2170423"/>
                </a:lnTo>
                <a:lnTo>
                  <a:pt x="1056709" y="2170269"/>
                </a:lnTo>
                <a:close/>
                <a:moveTo>
                  <a:pt x="1044087" y="2197387"/>
                </a:moveTo>
                <a:lnTo>
                  <a:pt x="1044933" y="2198190"/>
                </a:lnTo>
                <a:lnTo>
                  <a:pt x="1050197" y="2195302"/>
                </a:lnTo>
                <a:lnTo>
                  <a:pt x="1050089" y="2195009"/>
                </a:lnTo>
                <a:lnTo>
                  <a:pt x="1047032" y="2196220"/>
                </a:lnTo>
                <a:lnTo>
                  <a:pt x="1047425" y="2196423"/>
                </a:lnTo>
                <a:lnTo>
                  <a:pt x="1047191" y="2196468"/>
                </a:lnTo>
                <a:lnTo>
                  <a:pt x="1046850" y="2196292"/>
                </a:lnTo>
                <a:close/>
                <a:moveTo>
                  <a:pt x="1655960" y="826973"/>
                </a:moveTo>
                <a:lnTo>
                  <a:pt x="1654693" y="834280"/>
                </a:lnTo>
                <a:lnTo>
                  <a:pt x="1654707" y="834393"/>
                </a:lnTo>
                <a:lnTo>
                  <a:pt x="1655850" y="832264"/>
                </a:lnTo>
                <a:lnTo>
                  <a:pt x="1656484" y="831044"/>
                </a:lnTo>
                <a:close/>
                <a:moveTo>
                  <a:pt x="1680366" y="772317"/>
                </a:moveTo>
                <a:lnTo>
                  <a:pt x="1680211" y="773181"/>
                </a:lnTo>
                <a:lnTo>
                  <a:pt x="1682585" y="786858"/>
                </a:lnTo>
                <a:lnTo>
                  <a:pt x="1682597" y="786533"/>
                </a:lnTo>
                <a:lnTo>
                  <a:pt x="1682476" y="784065"/>
                </a:lnTo>
                <a:lnTo>
                  <a:pt x="1682679" y="784298"/>
                </a:lnTo>
                <a:lnTo>
                  <a:pt x="1682760" y="782061"/>
                </a:lnTo>
                <a:close/>
                <a:moveTo>
                  <a:pt x="1653595" y="832195"/>
                </a:moveTo>
                <a:lnTo>
                  <a:pt x="1653110" y="837366"/>
                </a:lnTo>
                <a:lnTo>
                  <a:pt x="1653249" y="837107"/>
                </a:lnTo>
                <a:lnTo>
                  <a:pt x="1653809" y="833880"/>
                </a:lnTo>
                <a:close/>
                <a:moveTo>
                  <a:pt x="1646564" y="847521"/>
                </a:moveTo>
                <a:lnTo>
                  <a:pt x="1646412" y="849841"/>
                </a:lnTo>
                <a:lnTo>
                  <a:pt x="1646893" y="848946"/>
                </a:lnTo>
                <a:close/>
                <a:moveTo>
                  <a:pt x="1645066" y="850708"/>
                </a:moveTo>
                <a:lnTo>
                  <a:pt x="1644935" y="852593"/>
                </a:lnTo>
                <a:lnTo>
                  <a:pt x="1645402" y="851723"/>
                </a:lnTo>
                <a:close/>
                <a:moveTo>
                  <a:pt x="1055310" y="2171228"/>
                </a:moveTo>
                <a:lnTo>
                  <a:pt x="1055643" y="2171513"/>
                </a:lnTo>
                <a:lnTo>
                  <a:pt x="1055737" y="2171446"/>
                </a:lnTo>
                <a:lnTo>
                  <a:pt x="1055413" y="2171157"/>
                </a:lnTo>
                <a:close/>
                <a:moveTo>
                  <a:pt x="1038835" y="2207705"/>
                </a:moveTo>
                <a:lnTo>
                  <a:pt x="1043539" y="2207970"/>
                </a:lnTo>
                <a:lnTo>
                  <a:pt x="1043996" y="2207512"/>
                </a:lnTo>
                <a:lnTo>
                  <a:pt x="1041682" y="2205565"/>
                </a:lnTo>
                <a:close/>
                <a:moveTo>
                  <a:pt x="1050321" y="2181933"/>
                </a:moveTo>
                <a:lnTo>
                  <a:pt x="1051127" y="2182754"/>
                </a:lnTo>
                <a:lnTo>
                  <a:pt x="1052670" y="2182218"/>
                </a:lnTo>
                <a:lnTo>
                  <a:pt x="1051689" y="2181463"/>
                </a:lnTo>
                <a:lnTo>
                  <a:pt x="1050679" y="2181425"/>
                </a:lnTo>
                <a:close/>
                <a:moveTo>
                  <a:pt x="1041546" y="2201525"/>
                </a:moveTo>
                <a:lnTo>
                  <a:pt x="1043015" y="2202659"/>
                </a:lnTo>
                <a:lnTo>
                  <a:pt x="1045740" y="2201379"/>
                </a:lnTo>
                <a:lnTo>
                  <a:pt x="1044413" y="2200420"/>
                </a:lnTo>
                <a:lnTo>
                  <a:pt x="1042334" y="2201093"/>
                </a:lnTo>
                <a:close/>
                <a:moveTo>
                  <a:pt x="1055544" y="2169857"/>
                </a:moveTo>
                <a:lnTo>
                  <a:pt x="1056185" y="2170429"/>
                </a:lnTo>
                <a:lnTo>
                  <a:pt x="1056517" y="2170201"/>
                </a:lnTo>
                <a:close/>
                <a:moveTo>
                  <a:pt x="1679763" y="772049"/>
                </a:moveTo>
                <a:lnTo>
                  <a:pt x="1678816" y="779523"/>
                </a:lnTo>
                <a:lnTo>
                  <a:pt x="1679957" y="773167"/>
                </a:lnTo>
                <a:close/>
                <a:moveTo>
                  <a:pt x="1727545" y="664734"/>
                </a:moveTo>
                <a:lnTo>
                  <a:pt x="1723971" y="695605"/>
                </a:lnTo>
                <a:lnTo>
                  <a:pt x="1721865" y="709062"/>
                </a:lnTo>
                <a:lnTo>
                  <a:pt x="1722311" y="710933"/>
                </a:lnTo>
                <a:lnTo>
                  <a:pt x="1726679" y="673208"/>
                </a:lnTo>
                <a:close/>
                <a:moveTo>
                  <a:pt x="1048067" y="2186074"/>
                </a:moveTo>
                <a:lnTo>
                  <a:pt x="1048145" y="2186342"/>
                </a:lnTo>
                <a:lnTo>
                  <a:pt x="1049072" y="2185805"/>
                </a:lnTo>
                <a:close/>
                <a:moveTo>
                  <a:pt x="1056179" y="2167731"/>
                </a:moveTo>
                <a:lnTo>
                  <a:pt x="1058778" y="2168651"/>
                </a:lnTo>
                <a:lnTo>
                  <a:pt x="1059018" y="2168486"/>
                </a:lnTo>
                <a:lnTo>
                  <a:pt x="1059411" y="2167928"/>
                </a:lnTo>
                <a:close/>
                <a:moveTo>
                  <a:pt x="981050" y="2335658"/>
                </a:moveTo>
                <a:lnTo>
                  <a:pt x="1000698" y="2329768"/>
                </a:lnTo>
                <a:lnTo>
                  <a:pt x="1022119" y="2305392"/>
                </a:lnTo>
                <a:lnTo>
                  <a:pt x="1022085" y="2305386"/>
                </a:lnTo>
                <a:lnTo>
                  <a:pt x="1022180" y="2305322"/>
                </a:lnTo>
                <a:lnTo>
                  <a:pt x="1026506" y="2300400"/>
                </a:lnTo>
                <a:lnTo>
                  <a:pt x="1014008" y="2307750"/>
                </a:lnTo>
                <a:lnTo>
                  <a:pt x="1013597" y="2308098"/>
                </a:lnTo>
                <a:lnTo>
                  <a:pt x="1013896" y="2308472"/>
                </a:lnTo>
                <a:lnTo>
                  <a:pt x="1013690" y="2308423"/>
                </a:lnTo>
                <a:lnTo>
                  <a:pt x="1013497" y="2308182"/>
                </a:lnTo>
                <a:lnTo>
                  <a:pt x="981359" y="2335403"/>
                </a:lnTo>
                <a:close/>
                <a:moveTo>
                  <a:pt x="1679946" y="770602"/>
                </a:moveTo>
                <a:lnTo>
                  <a:pt x="1679869" y="771209"/>
                </a:lnTo>
                <a:lnTo>
                  <a:pt x="1680085" y="772454"/>
                </a:lnTo>
                <a:lnTo>
                  <a:pt x="1680218" y="771711"/>
                </a:lnTo>
                <a:close/>
                <a:moveTo>
                  <a:pt x="1032139" y="2220526"/>
                </a:moveTo>
                <a:lnTo>
                  <a:pt x="1033333" y="2221593"/>
                </a:lnTo>
                <a:lnTo>
                  <a:pt x="1036029" y="2220083"/>
                </a:lnTo>
                <a:lnTo>
                  <a:pt x="1034688" y="2220302"/>
                </a:lnTo>
                <a:close/>
                <a:moveTo>
                  <a:pt x="1032839" y="2218847"/>
                </a:moveTo>
                <a:lnTo>
                  <a:pt x="1038919" y="2217860"/>
                </a:lnTo>
                <a:lnTo>
                  <a:pt x="1035335" y="2217534"/>
                </a:lnTo>
                <a:lnTo>
                  <a:pt x="1034357" y="2217368"/>
                </a:lnTo>
                <a:close/>
                <a:moveTo>
                  <a:pt x="1041887" y="2198259"/>
                </a:moveTo>
                <a:lnTo>
                  <a:pt x="1043068" y="2199137"/>
                </a:lnTo>
                <a:lnTo>
                  <a:pt x="1043381" y="2199042"/>
                </a:lnTo>
                <a:lnTo>
                  <a:pt x="1043406" y="2199028"/>
                </a:lnTo>
                <a:lnTo>
                  <a:pt x="1042388" y="2198061"/>
                </a:lnTo>
                <a:close/>
                <a:moveTo>
                  <a:pt x="1629447" y="882576"/>
                </a:moveTo>
                <a:lnTo>
                  <a:pt x="1629944" y="890337"/>
                </a:lnTo>
                <a:lnTo>
                  <a:pt x="1630447" y="892145"/>
                </a:lnTo>
                <a:lnTo>
                  <a:pt x="1631849" y="890520"/>
                </a:lnTo>
                <a:lnTo>
                  <a:pt x="1632399" y="885304"/>
                </a:lnTo>
                <a:lnTo>
                  <a:pt x="1632436" y="884766"/>
                </a:lnTo>
                <a:lnTo>
                  <a:pt x="1632913" y="876120"/>
                </a:lnTo>
                <a:close/>
                <a:moveTo>
                  <a:pt x="1628745" y="883882"/>
                </a:moveTo>
                <a:lnTo>
                  <a:pt x="1628579" y="885434"/>
                </a:lnTo>
                <a:lnTo>
                  <a:pt x="1629647" y="889268"/>
                </a:lnTo>
                <a:lnTo>
                  <a:pt x="1629242" y="882956"/>
                </a:lnTo>
                <a:close/>
                <a:moveTo>
                  <a:pt x="1681603" y="765435"/>
                </a:moveTo>
                <a:lnTo>
                  <a:pt x="1680471" y="771736"/>
                </a:lnTo>
                <a:lnTo>
                  <a:pt x="1682792" y="781189"/>
                </a:lnTo>
                <a:lnTo>
                  <a:pt x="1683035" y="774515"/>
                </a:lnTo>
                <a:close/>
                <a:moveTo>
                  <a:pt x="1628351" y="884616"/>
                </a:moveTo>
                <a:lnTo>
                  <a:pt x="1628418" y="884858"/>
                </a:lnTo>
                <a:lnTo>
                  <a:pt x="1628467" y="884400"/>
                </a:lnTo>
                <a:close/>
                <a:moveTo>
                  <a:pt x="1046545" y="2187266"/>
                </a:moveTo>
                <a:lnTo>
                  <a:pt x="1047094" y="2186949"/>
                </a:lnTo>
                <a:lnTo>
                  <a:pt x="1046986" y="2186658"/>
                </a:lnTo>
                <a:close/>
                <a:moveTo>
                  <a:pt x="1657344" y="818683"/>
                </a:moveTo>
                <a:lnTo>
                  <a:pt x="1657174" y="819968"/>
                </a:lnTo>
                <a:lnTo>
                  <a:pt x="1656213" y="825510"/>
                </a:lnTo>
                <a:lnTo>
                  <a:pt x="1656890" y="830262"/>
                </a:lnTo>
                <a:lnTo>
                  <a:pt x="1657711" y="828680"/>
                </a:lnTo>
                <a:close/>
                <a:moveTo>
                  <a:pt x="1039142" y="2202845"/>
                </a:moveTo>
                <a:lnTo>
                  <a:pt x="1040387" y="2203893"/>
                </a:lnTo>
                <a:lnTo>
                  <a:pt x="1042687" y="2202813"/>
                </a:lnTo>
                <a:lnTo>
                  <a:pt x="1041237" y="2201695"/>
                </a:lnTo>
                <a:close/>
                <a:moveTo>
                  <a:pt x="1052682" y="2172260"/>
                </a:moveTo>
                <a:lnTo>
                  <a:pt x="1053064" y="2172464"/>
                </a:lnTo>
                <a:lnTo>
                  <a:pt x="1053143" y="2172439"/>
                </a:lnTo>
                <a:close/>
                <a:moveTo>
                  <a:pt x="1015782" y="2254655"/>
                </a:moveTo>
                <a:lnTo>
                  <a:pt x="1021849" y="2254135"/>
                </a:lnTo>
                <a:lnTo>
                  <a:pt x="1025772" y="2250252"/>
                </a:lnTo>
                <a:lnTo>
                  <a:pt x="1024665" y="2249175"/>
                </a:lnTo>
                <a:lnTo>
                  <a:pt x="1022339" y="2246850"/>
                </a:lnTo>
                <a:lnTo>
                  <a:pt x="1021620" y="2246870"/>
                </a:lnTo>
                <a:close/>
                <a:moveTo>
                  <a:pt x="1047366" y="2183664"/>
                </a:moveTo>
                <a:lnTo>
                  <a:pt x="1047470" y="2184023"/>
                </a:lnTo>
                <a:lnTo>
                  <a:pt x="1047942" y="2183859"/>
                </a:lnTo>
                <a:lnTo>
                  <a:pt x="1047574" y="2183484"/>
                </a:lnTo>
                <a:close/>
                <a:moveTo>
                  <a:pt x="1629093" y="880635"/>
                </a:moveTo>
                <a:lnTo>
                  <a:pt x="1628898" y="882461"/>
                </a:lnTo>
                <a:lnTo>
                  <a:pt x="1629177" y="881941"/>
                </a:lnTo>
                <a:close/>
                <a:moveTo>
                  <a:pt x="1030182" y="2221438"/>
                </a:moveTo>
                <a:lnTo>
                  <a:pt x="1032101" y="2222282"/>
                </a:lnTo>
                <a:lnTo>
                  <a:pt x="1032484" y="2222069"/>
                </a:lnTo>
                <a:lnTo>
                  <a:pt x="1030942" y="2220696"/>
                </a:lnTo>
                <a:close/>
                <a:moveTo>
                  <a:pt x="1039831" y="2199688"/>
                </a:moveTo>
                <a:lnTo>
                  <a:pt x="1042169" y="2199411"/>
                </a:lnTo>
                <a:lnTo>
                  <a:pt x="1042765" y="2199230"/>
                </a:lnTo>
                <a:lnTo>
                  <a:pt x="1041645" y="2198420"/>
                </a:lnTo>
                <a:close/>
                <a:moveTo>
                  <a:pt x="1658774" y="813390"/>
                </a:moveTo>
                <a:lnTo>
                  <a:pt x="1659046" y="816920"/>
                </a:lnTo>
                <a:lnTo>
                  <a:pt x="1659360" y="825505"/>
                </a:lnTo>
                <a:lnTo>
                  <a:pt x="1660160" y="823964"/>
                </a:lnTo>
                <a:lnTo>
                  <a:pt x="1660312" y="818776"/>
                </a:lnTo>
                <a:close/>
                <a:moveTo>
                  <a:pt x="1642694" y="849078"/>
                </a:moveTo>
                <a:lnTo>
                  <a:pt x="1641843" y="858349"/>
                </a:lnTo>
                <a:lnTo>
                  <a:pt x="1643459" y="855341"/>
                </a:lnTo>
                <a:close/>
                <a:moveTo>
                  <a:pt x="1655079" y="820131"/>
                </a:moveTo>
                <a:lnTo>
                  <a:pt x="1654396" y="823655"/>
                </a:lnTo>
                <a:lnTo>
                  <a:pt x="1653949" y="828417"/>
                </a:lnTo>
                <a:lnTo>
                  <a:pt x="1654290" y="831102"/>
                </a:lnTo>
                <a:lnTo>
                  <a:pt x="1655553" y="823816"/>
                </a:lnTo>
                <a:close/>
                <a:moveTo>
                  <a:pt x="1681047" y="761913"/>
                </a:moveTo>
                <a:lnTo>
                  <a:pt x="1680030" y="769942"/>
                </a:lnTo>
                <a:lnTo>
                  <a:pt x="1680322" y="771133"/>
                </a:lnTo>
                <a:lnTo>
                  <a:pt x="1681482" y="764674"/>
                </a:lnTo>
                <a:close/>
                <a:moveTo>
                  <a:pt x="1645770" y="840548"/>
                </a:moveTo>
                <a:lnTo>
                  <a:pt x="1645201" y="848748"/>
                </a:lnTo>
                <a:lnTo>
                  <a:pt x="1645550" y="849795"/>
                </a:lnTo>
                <a:lnTo>
                  <a:pt x="1645736" y="842989"/>
                </a:lnTo>
                <a:close/>
                <a:moveTo>
                  <a:pt x="1026948" y="2226207"/>
                </a:moveTo>
                <a:lnTo>
                  <a:pt x="1028156" y="2227478"/>
                </a:lnTo>
                <a:lnTo>
                  <a:pt x="1035395" y="2227925"/>
                </a:lnTo>
                <a:lnTo>
                  <a:pt x="1036863" y="2225967"/>
                </a:lnTo>
                <a:lnTo>
                  <a:pt x="1034624" y="2223974"/>
                </a:lnTo>
                <a:lnTo>
                  <a:pt x="1032676" y="2223117"/>
                </a:lnTo>
                <a:lnTo>
                  <a:pt x="1027943" y="2225767"/>
                </a:lnTo>
                <a:close/>
                <a:moveTo>
                  <a:pt x="1052411" y="2168749"/>
                </a:moveTo>
                <a:lnTo>
                  <a:pt x="1055180" y="2171117"/>
                </a:lnTo>
                <a:lnTo>
                  <a:pt x="1055287" y="2171044"/>
                </a:lnTo>
                <a:lnTo>
                  <a:pt x="1052904" y="2168923"/>
                </a:lnTo>
                <a:close/>
                <a:moveTo>
                  <a:pt x="1034862" y="2207482"/>
                </a:moveTo>
                <a:lnTo>
                  <a:pt x="1038506" y="2207686"/>
                </a:lnTo>
                <a:lnTo>
                  <a:pt x="1041515" y="2205424"/>
                </a:lnTo>
                <a:lnTo>
                  <a:pt x="1040701" y="2204740"/>
                </a:lnTo>
                <a:close/>
                <a:moveTo>
                  <a:pt x="1050779" y="2171651"/>
                </a:moveTo>
                <a:lnTo>
                  <a:pt x="1051348" y="2173013"/>
                </a:lnTo>
                <a:lnTo>
                  <a:pt x="1052583" y="2172618"/>
                </a:lnTo>
                <a:close/>
                <a:moveTo>
                  <a:pt x="1028782" y="2220822"/>
                </a:moveTo>
                <a:lnTo>
                  <a:pt x="1029944" y="2221333"/>
                </a:lnTo>
                <a:lnTo>
                  <a:pt x="1030637" y="2220659"/>
                </a:lnTo>
                <a:close/>
                <a:moveTo>
                  <a:pt x="1037406" y="2201384"/>
                </a:moveTo>
                <a:lnTo>
                  <a:pt x="1038079" y="2201950"/>
                </a:lnTo>
                <a:lnTo>
                  <a:pt x="1040118" y="2200831"/>
                </a:lnTo>
                <a:lnTo>
                  <a:pt x="1040035" y="2200768"/>
                </a:lnTo>
                <a:lnTo>
                  <a:pt x="1038287" y="2200976"/>
                </a:lnTo>
                <a:lnTo>
                  <a:pt x="1037762" y="2201135"/>
                </a:lnTo>
                <a:close/>
                <a:moveTo>
                  <a:pt x="1007030" y="2269291"/>
                </a:moveTo>
                <a:lnTo>
                  <a:pt x="1007295" y="2269955"/>
                </a:lnTo>
                <a:lnTo>
                  <a:pt x="1017905" y="2276632"/>
                </a:lnTo>
                <a:lnTo>
                  <a:pt x="1030769" y="2284485"/>
                </a:lnTo>
                <a:lnTo>
                  <a:pt x="1030833" y="2284460"/>
                </a:lnTo>
                <a:lnTo>
                  <a:pt x="1034744" y="2282905"/>
                </a:lnTo>
                <a:lnTo>
                  <a:pt x="1048669" y="2272527"/>
                </a:lnTo>
                <a:lnTo>
                  <a:pt x="1031792" y="2256109"/>
                </a:lnTo>
                <a:lnTo>
                  <a:pt x="1025251" y="2256669"/>
                </a:lnTo>
                <a:lnTo>
                  <a:pt x="1022197" y="2257942"/>
                </a:lnTo>
                <a:lnTo>
                  <a:pt x="1009071" y="2268596"/>
                </a:lnTo>
                <a:lnTo>
                  <a:pt x="1008664" y="2268564"/>
                </a:lnTo>
                <a:lnTo>
                  <a:pt x="1021588" y="2258076"/>
                </a:lnTo>
                <a:lnTo>
                  <a:pt x="1021292" y="2257994"/>
                </a:lnTo>
                <a:lnTo>
                  <a:pt x="1022110" y="2257653"/>
                </a:lnTo>
                <a:lnTo>
                  <a:pt x="1023095" y="2256853"/>
                </a:lnTo>
                <a:lnTo>
                  <a:pt x="1019297" y="2257178"/>
                </a:lnTo>
                <a:lnTo>
                  <a:pt x="1008120" y="2268241"/>
                </a:lnTo>
                <a:close/>
                <a:moveTo>
                  <a:pt x="1044545" y="2185039"/>
                </a:moveTo>
                <a:lnTo>
                  <a:pt x="1045250" y="2184794"/>
                </a:lnTo>
                <a:lnTo>
                  <a:pt x="1046039" y="2184109"/>
                </a:lnTo>
                <a:lnTo>
                  <a:pt x="1045980" y="2183951"/>
                </a:lnTo>
                <a:close/>
                <a:moveTo>
                  <a:pt x="1643091" y="844750"/>
                </a:moveTo>
                <a:lnTo>
                  <a:pt x="1642848" y="847411"/>
                </a:lnTo>
                <a:lnTo>
                  <a:pt x="1643709" y="853751"/>
                </a:lnTo>
                <a:lnTo>
                  <a:pt x="1644118" y="847846"/>
                </a:lnTo>
                <a:close/>
                <a:moveTo>
                  <a:pt x="1006717" y="2269592"/>
                </a:moveTo>
                <a:lnTo>
                  <a:pt x="1007033" y="2269791"/>
                </a:lnTo>
                <a:lnTo>
                  <a:pt x="1006888" y="2269428"/>
                </a:lnTo>
                <a:close/>
                <a:moveTo>
                  <a:pt x="1628811" y="876243"/>
                </a:moveTo>
                <a:lnTo>
                  <a:pt x="1627402" y="881210"/>
                </a:lnTo>
                <a:lnTo>
                  <a:pt x="1628142" y="883867"/>
                </a:lnTo>
                <a:lnTo>
                  <a:pt x="1628619" y="882978"/>
                </a:lnTo>
                <a:lnTo>
                  <a:pt x="1629010" y="879336"/>
                </a:lnTo>
                <a:close/>
                <a:moveTo>
                  <a:pt x="1037616" y="2199951"/>
                </a:moveTo>
                <a:lnTo>
                  <a:pt x="1038094" y="2199895"/>
                </a:lnTo>
                <a:lnTo>
                  <a:pt x="1038412" y="2199636"/>
                </a:lnTo>
                <a:close/>
                <a:moveTo>
                  <a:pt x="1026149" y="2225367"/>
                </a:moveTo>
                <a:lnTo>
                  <a:pt x="1026302" y="2225528"/>
                </a:lnTo>
                <a:lnTo>
                  <a:pt x="1031519" y="2222608"/>
                </a:lnTo>
                <a:lnTo>
                  <a:pt x="1029770" y="2221839"/>
                </a:lnTo>
                <a:close/>
                <a:moveTo>
                  <a:pt x="1646901" y="835370"/>
                </a:moveTo>
                <a:lnTo>
                  <a:pt x="1646620" y="846335"/>
                </a:lnTo>
                <a:lnTo>
                  <a:pt x="1647123" y="848516"/>
                </a:lnTo>
                <a:lnTo>
                  <a:pt x="1647567" y="847690"/>
                </a:lnTo>
                <a:lnTo>
                  <a:pt x="1648205" y="842180"/>
                </a:lnTo>
                <a:lnTo>
                  <a:pt x="1647407" y="836897"/>
                </a:lnTo>
                <a:close/>
                <a:moveTo>
                  <a:pt x="1045173" y="2182598"/>
                </a:moveTo>
                <a:lnTo>
                  <a:pt x="1045403" y="2182396"/>
                </a:lnTo>
                <a:lnTo>
                  <a:pt x="1045343" y="2182234"/>
                </a:lnTo>
                <a:close/>
                <a:moveTo>
                  <a:pt x="1652394" y="822724"/>
                </a:moveTo>
                <a:lnTo>
                  <a:pt x="1649612" y="841783"/>
                </a:lnTo>
                <a:lnTo>
                  <a:pt x="1649929" y="842742"/>
                </a:lnTo>
                <a:lnTo>
                  <a:pt x="1652639" y="828764"/>
                </a:lnTo>
                <a:lnTo>
                  <a:pt x="1652860" y="826401"/>
                </a:lnTo>
                <a:close/>
                <a:moveTo>
                  <a:pt x="1041685" y="2190077"/>
                </a:moveTo>
                <a:lnTo>
                  <a:pt x="1045296" y="2187989"/>
                </a:lnTo>
                <a:lnTo>
                  <a:pt x="1046314" y="2186542"/>
                </a:lnTo>
                <a:lnTo>
                  <a:pt x="1043021" y="2187422"/>
                </a:lnTo>
                <a:lnTo>
                  <a:pt x="1042858" y="2187563"/>
                </a:lnTo>
                <a:close/>
                <a:moveTo>
                  <a:pt x="1629663" y="873243"/>
                </a:moveTo>
                <a:lnTo>
                  <a:pt x="1628999" y="875584"/>
                </a:lnTo>
                <a:lnTo>
                  <a:pt x="1629154" y="877998"/>
                </a:lnTo>
                <a:close/>
                <a:moveTo>
                  <a:pt x="1025553" y="2225948"/>
                </a:moveTo>
                <a:lnTo>
                  <a:pt x="1025850" y="2225782"/>
                </a:lnTo>
                <a:lnTo>
                  <a:pt x="1025790" y="2225718"/>
                </a:lnTo>
                <a:close/>
                <a:moveTo>
                  <a:pt x="1628084" y="876541"/>
                </a:moveTo>
                <a:lnTo>
                  <a:pt x="1626889" y="879366"/>
                </a:lnTo>
                <a:lnTo>
                  <a:pt x="1627084" y="880066"/>
                </a:lnTo>
                <a:close/>
                <a:moveTo>
                  <a:pt x="1631216" y="869137"/>
                </a:moveTo>
                <a:lnTo>
                  <a:pt x="1630038" y="871921"/>
                </a:lnTo>
                <a:lnTo>
                  <a:pt x="1630013" y="872012"/>
                </a:lnTo>
                <a:lnTo>
                  <a:pt x="1629979" y="872374"/>
                </a:lnTo>
                <a:lnTo>
                  <a:pt x="1629236" y="879296"/>
                </a:lnTo>
                <a:lnTo>
                  <a:pt x="1629381" y="881559"/>
                </a:lnTo>
                <a:lnTo>
                  <a:pt x="1632757" y="875273"/>
                </a:lnTo>
                <a:close/>
                <a:moveTo>
                  <a:pt x="1048517" y="2173889"/>
                </a:moveTo>
                <a:lnTo>
                  <a:pt x="1048508" y="2173920"/>
                </a:lnTo>
                <a:lnTo>
                  <a:pt x="1048533" y="2173912"/>
                </a:lnTo>
                <a:close/>
                <a:moveTo>
                  <a:pt x="1024577" y="2227257"/>
                </a:moveTo>
                <a:lnTo>
                  <a:pt x="1027420" y="2227433"/>
                </a:lnTo>
                <a:lnTo>
                  <a:pt x="1026460" y="2226423"/>
                </a:lnTo>
                <a:close/>
                <a:moveTo>
                  <a:pt x="1017895" y="2241645"/>
                </a:moveTo>
                <a:lnTo>
                  <a:pt x="1018568" y="2242319"/>
                </a:lnTo>
                <a:lnTo>
                  <a:pt x="1019772" y="2242805"/>
                </a:lnTo>
                <a:lnTo>
                  <a:pt x="1024331" y="2242677"/>
                </a:lnTo>
                <a:lnTo>
                  <a:pt x="1029359" y="2235973"/>
                </a:lnTo>
                <a:close/>
                <a:moveTo>
                  <a:pt x="1035095" y="2203073"/>
                </a:moveTo>
                <a:lnTo>
                  <a:pt x="1037386" y="2202331"/>
                </a:lnTo>
                <a:lnTo>
                  <a:pt x="1037659" y="2202181"/>
                </a:lnTo>
                <a:lnTo>
                  <a:pt x="1037027" y="2201649"/>
                </a:lnTo>
                <a:lnTo>
                  <a:pt x="1035200" y="2202928"/>
                </a:lnTo>
                <a:close/>
                <a:moveTo>
                  <a:pt x="1049360" y="2170970"/>
                </a:moveTo>
                <a:lnTo>
                  <a:pt x="1049222" y="2171448"/>
                </a:lnTo>
                <a:lnTo>
                  <a:pt x="1050460" y="2173296"/>
                </a:lnTo>
                <a:lnTo>
                  <a:pt x="1050965" y="2173136"/>
                </a:lnTo>
                <a:lnTo>
                  <a:pt x="1050218" y="2171351"/>
                </a:lnTo>
                <a:lnTo>
                  <a:pt x="1049896" y="2171178"/>
                </a:lnTo>
                <a:close/>
                <a:moveTo>
                  <a:pt x="1657028" y="810074"/>
                </a:moveTo>
                <a:lnTo>
                  <a:pt x="1655292" y="819035"/>
                </a:lnTo>
                <a:lnTo>
                  <a:pt x="1655783" y="822489"/>
                </a:lnTo>
                <a:lnTo>
                  <a:pt x="1657187" y="814392"/>
                </a:lnTo>
                <a:close/>
                <a:moveTo>
                  <a:pt x="1642021" y="843559"/>
                </a:moveTo>
                <a:lnTo>
                  <a:pt x="1641628" y="844524"/>
                </a:lnTo>
                <a:lnTo>
                  <a:pt x="1640755" y="846588"/>
                </a:lnTo>
                <a:lnTo>
                  <a:pt x="1641573" y="856989"/>
                </a:lnTo>
                <a:lnTo>
                  <a:pt x="1642468" y="847227"/>
                </a:lnTo>
                <a:close/>
                <a:moveTo>
                  <a:pt x="1034475" y="2203928"/>
                </a:moveTo>
                <a:lnTo>
                  <a:pt x="1035763" y="2203221"/>
                </a:lnTo>
                <a:lnTo>
                  <a:pt x="1034749" y="2203549"/>
                </a:lnTo>
                <a:close/>
                <a:moveTo>
                  <a:pt x="1006202" y="2267219"/>
                </a:moveTo>
                <a:lnTo>
                  <a:pt x="1006890" y="2268940"/>
                </a:lnTo>
                <a:lnTo>
                  <a:pt x="1018724" y="2257227"/>
                </a:lnTo>
                <a:lnTo>
                  <a:pt x="1013518" y="2257673"/>
                </a:lnTo>
                <a:lnTo>
                  <a:pt x="1011743" y="2260040"/>
                </a:lnTo>
                <a:close/>
                <a:moveTo>
                  <a:pt x="1642394" y="842643"/>
                </a:moveTo>
                <a:lnTo>
                  <a:pt x="1642249" y="842999"/>
                </a:lnTo>
                <a:lnTo>
                  <a:pt x="1642611" y="845672"/>
                </a:lnTo>
                <a:lnTo>
                  <a:pt x="1642782" y="843814"/>
                </a:lnTo>
                <a:close/>
                <a:moveTo>
                  <a:pt x="1643034" y="841071"/>
                </a:moveTo>
                <a:lnTo>
                  <a:pt x="1642827" y="841579"/>
                </a:lnTo>
                <a:lnTo>
                  <a:pt x="1642953" y="841957"/>
                </a:lnTo>
                <a:close/>
                <a:moveTo>
                  <a:pt x="1661101" y="800528"/>
                </a:moveTo>
                <a:lnTo>
                  <a:pt x="1661016" y="805826"/>
                </a:lnTo>
                <a:lnTo>
                  <a:pt x="1660815" y="812675"/>
                </a:lnTo>
                <a:lnTo>
                  <a:pt x="1660945" y="813070"/>
                </a:lnTo>
                <a:lnTo>
                  <a:pt x="1662674" y="819123"/>
                </a:lnTo>
                <a:lnTo>
                  <a:pt x="1663725" y="817100"/>
                </a:lnTo>
                <a:lnTo>
                  <a:pt x="1662196" y="807098"/>
                </a:lnTo>
                <a:close/>
                <a:moveTo>
                  <a:pt x="1644907" y="836468"/>
                </a:moveTo>
                <a:lnTo>
                  <a:pt x="1643545" y="839813"/>
                </a:lnTo>
                <a:lnTo>
                  <a:pt x="1643262" y="842892"/>
                </a:lnTo>
                <a:lnTo>
                  <a:pt x="1644254" y="845884"/>
                </a:lnTo>
                <a:close/>
                <a:moveTo>
                  <a:pt x="1049704" y="2169084"/>
                </a:moveTo>
                <a:lnTo>
                  <a:pt x="1050556" y="2171120"/>
                </a:lnTo>
                <a:lnTo>
                  <a:pt x="1050949" y="2171332"/>
                </a:lnTo>
                <a:lnTo>
                  <a:pt x="1053503" y="2172324"/>
                </a:lnTo>
                <a:lnTo>
                  <a:pt x="1055330" y="2171741"/>
                </a:lnTo>
                <a:lnTo>
                  <a:pt x="1055425" y="2171672"/>
                </a:lnTo>
                <a:lnTo>
                  <a:pt x="1055070" y="2171392"/>
                </a:lnTo>
                <a:lnTo>
                  <a:pt x="1054555" y="2171745"/>
                </a:lnTo>
                <a:lnTo>
                  <a:pt x="1054292" y="2171727"/>
                </a:lnTo>
                <a:lnTo>
                  <a:pt x="1054935" y="2171286"/>
                </a:lnTo>
                <a:lnTo>
                  <a:pt x="1051153" y="2168305"/>
                </a:lnTo>
                <a:lnTo>
                  <a:pt x="1050396" y="2168036"/>
                </a:lnTo>
                <a:close/>
                <a:moveTo>
                  <a:pt x="1646206" y="833274"/>
                </a:moveTo>
                <a:lnTo>
                  <a:pt x="1646099" y="833536"/>
                </a:lnTo>
                <a:lnTo>
                  <a:pt x="1646054" y="835083"/>
                </a:lnTo>
                <a:lnTo>
                  <a:pt x="1645835" y="850658"/>
                </a:lnTo>
                <a:lnTo>
                  <a:pt x="1645888" y="850818"/>
                </a:lnTo>
                <a:lnTo>
                  <a:pt x="1646072" y="850475"/>
                </a:lnTo>
                <a:lnTo>
                  <a:pt x="1646264" y="846219"/>
                </a:lnTo>
                <a:lnTo>
                  <a:pt x="1646096" y="845492"/>
                </a:lnTo>
                <a:lnTo>
                  <a:pt x="1646289" y="845648"/>
                </a:lnTo>
                <a:lnTo>
                  <a:pt x="1646771" y="834980"/>
                </a:lnTo>
                <a:close/>
                <a:moveTo>
                  <a:pt x="1646683" y="832103"/>
                </a:moveTo>
                <a:lnTo>
                  <a:pt x="1646529" y="832480"/>
                </a:lnTo>
                <a:lnTo>
                  <a:pt x="1646841" y="833423"/>
                </a:lnTo>
                <a:lnTo>
                  <a:pt x="1646851" y="833218"/>
                </a:lnTo>
                <a:close/>
                <a:moveTo>
                  <a:pt x="1005138" y="2268598"/>
                </a:moveTo>
                <a:lnTo>
                  <a:pt x="1006420" y="2269405"/>
                </a:lnTo>
                <a:lnTo>
                  <a:pt x="1006749" y="2269080"/>
                </a:lnTo>
                <a:lnTo>
                  <a:pt x="1006073" y="2267386"/>
                </a:lnTo>
                <a:close/>
                <a:moveTo>
                  <a:pt x="1682256" y="752369"/>
                </a:moveTo>
                <a:lnTo>
                  <a:pt x="1681323" y="759736"/>
                </a:lnTo>
                <a:lnTo>
                  <a:pt x="1681812" y="762837"/>
                </a:lnTo>
                <a:lnTo>
                  <a:pt x="1682378" y="759684"/>
                </a:lnTo>
                <a:lnTo>
                  <a:pt x="1682580" y="759992"/>
                </a:lnTo>
                <a:lnTo>
                  <a:pt x="1681933" y="763598"/>
                </a:lnTo>
                <a:lnTo>
                  <a:pt x="1683151" y="771326"/>
                </a:lnTo>
                <a:lnTo>
                  <a:pt x="1683627" y="758293"/>
                </a:lnTo>
                <a:close/>
                <a:moveTo>
                  <a:pt x="1048933" y="2170251"/>
                </a:moveTo>
                <a:lnTo>
                  <a:pt x="1049996" y="2170821"/>
                </a:lnTo>
                <a:lnTo>
                  <a:pt x="1049438" y="2169486"/>
                </a:lnTo>
                <a:close/>
                <a:moveTo>
                  <a:pt x="1642066" y="841653"/>
                </a:moveTo>
                <a:lnTo>
                  <a:pt x="1642106" y="841950"/>
                </a:lnTo>
                <a:lnTo>
                  <a:pt x="1642138" y="841873"/>
                </a:lnTo>
                <a:close/>
                <a:moveTo>
                  <a:pt x="1650442" y="822863"/>
                </a:moveTo>
                <a:lnTo>
                  <a:pt x="1647979" y="828915"/>
                </a:lnTo>
                <a:lnTo>
                  <a:pt x="1648865" y="836479"/>
                </a:lnTo>
                <a:close/>
                <a:moveTo>
                  <a:pt x="1032016" y="2207322"/>
                </a:moveTo>
                <a:lnTo>
                  <a:pt x="1032969" y="2207375"/>
                </a:lnTo>
                <a:lnTo>
                  <a:pt x="1039942" y="2204101"/>
                </a:lnTo>
                <a:lnTo>
                  <a:pt x="1038722" y="2203075"/>
                </a:lnTo>
                <a:lnTo>
                  <a:pt x="1032700" y="2206379"/>
                </a:lnTo>
                <a:close/>
                <a:moveTo>
                  <a:pt x="1651943" y="819173"/>
                </a:moveTo>
                <a:lnTo>
                  <a:pt x="1651386" y="820543"/>
                </a:lnTo>
                <a:lnTo>
                  <a:pt x="1649204" y="839377"/>
                </a:lnTo>
                <a:lnTo>
                  <a:pt x="1649298" y="840180"/>
                </a:lnTo>
                <a:lnTo>
                  <a:pt x="1651913" y="823853"/>
                </a:lnTo>
                <a:lnTo>
                  <a:pt x="1652247" y="821567"/>
                </a:lnTo>
                <a:close/>
                <a:moveTo>
                  <a:pt x="1652962" y="816668"/>
                </a:moveTo>
                <a:lnTo>
                  <a:pt x="1652578" y="817612"/>
                </a:lnTo>
                <a:lnTo>
                  <a:pt x="1652693" y="818513"/>
                </a:lnTo>
                <a:close/>
                <a:moveTo>
                  <a:pt x="1654015" y="814082"/>
                </a:moveTo>
                <a:lnTo>
                  <a:pt x="1653454" y="815459"/>
                </a:lnTo>
                <a:lnTo>
                  <a:pt x="1652840" y="819669"/>
                </a:lnTo>
                <a:lnTo>
                  <a:pt x="1653214" y="822621"/>
                </a:lnTo>
                <a:close/>
                <a:moveTo>
                  <a:pt x="1628481" y="871086"/>
                </a:moveTo>
                <a:lnTo>
                  <a:pt x="1626335" y="877377"/>
                </a:lnTo>
                <a:lnTo>
                  <a:pt x="1626645" y="878497"/>
                </a:lnTo>
                <a:lnTo>
                  <a:pt x="1628652" y="873754"/>
                </a:lnTo>
                <a:close/>
                <a:moveTo>
                  <a:pt x="1630536" y="866428"/>
                </a:moveTo>
                <a:lnTo>
                  <a:pt x="1630329" y="868627"/>
                </a:lnTo>
                <a:lnTo>
                  <a:pt x="1630732" y="867210"/>
                </a:lnTo>
                <a:close/>
                <a:moveTo>
                  <a:pt x="1002884" y="2271519"/>
                </a:moveTo>
                <a:lnTo>
                  <a:pt x="1003603" y="2272193"/>
                </a:lnTo>
                <a:lnTo>
                  <a:pt x="1006121" y="2269700"/>
                </a:lnTo>
                <a:lnTo>
                  <a:pt x="1004874" y="2268939"/>
                </a:lnTo>
                <a:close/>
                <a:moveTo>
                  <a:pt x="1656820" y="807187"/>
                </a:moveTo>
                <a:lnTo>
                  <a:pt x="1655675" y="810000"/>
                </a:lnTo>
                <a:lnTo>
                  <a:pt x="1655115" y="815989"/>
                </a:lnTo>
                <a:close/>
                <a:moveTo>
                  <a:pt x="1027548" y="2216213"/>
                </a:moveTo>
                <a:lnTo>
                  <a:pt x="1029771" y="2218409"/>
                </a:lnTo>
                <a:lnTo>
                  <a:pt x="1030658" y="2219202"/>
                </a:lnTo>
                <a:lnTo>
                  <a:pt x="1032427" y="2218914"/>
                </a:lnTo>
                <a:lnTo>
                  <a:pt x="1034065" y="2217319"/>
                </a:lnTo>
                <a:close/>
                <a:moveTo>
                  <a:pt x="1694067" y="723742"/>
                </a:moveTo>
                <a:lnTo>
                  <a:pt x="1692089" y="746811"/>
                </a:lnTo>
                <a:lnTo>
                  <a:pt x="1698570" y="798894"/>
                </a:lnTo>
                <a:lnTo>
                  <a:pt x="1700285" y="793965"/>
                </a:lnTo>
                <a:lnTo>
                  <a:pt x="1695039" y="731546"/>
                </a:lnTo>
                <a:close/>
                <a:moveTo>
                  <a:pt x="1659322" y="801037"/>
                </a:moveTo>
                <a:lnTo>
                  <a:pt x="1658287" y="803580"/>
                </a:lnTo>
                <a:lnTo>
                  <a:pt x="1658114" y="804471"/>
                </a:lnTo>
                <a:lnTo>
                  <a:pt x="1658633" y="806048"/>
                </a:lnTo>
                <a:lnTo>
                  <a:pt x="1658739" y="805436"/>
                </a:lnTo>
                <a:close/>
                <a:moveTo>
                  <a:pt x="1015297" y="2242931"/>
                </a:moveTo>
                <a:lnTo>
                  <a:pt x="1018335" y="2242846"/>
                </a:lnTo>
                <a:lnTo>
                  <a:pt x="1018006" y="2242517"/>
                </a:lnTo>
                <a:lnTo>
                  <a:pt x="1016976" y="2242100"/>
                </a:lnTo>
                <a:close/>
                <a:moveTo>
                  <a:pt x="1630338" y="865645"/>
                </a:moveTo>
                <a:lnTo>
                  <a:pt x="1628674" y="870521"/>
                </a:lnTo>
                <a:lnTo>
                  <a:pt x="1628852" y="873284"/>
                </a:lnTo>
                <a:lnTo>
                  <a:pt x="1629328" y="872158"/>
                </a:lnTo>
                <a:lnTo>
                  <a:pt x="1630054" y="869597"/>
                </a:lnTo>
                <a:lnTo>
                  <a:pt x="1630436" y="866033"/>
                </a:lnTo>
                <a:close/>
                <a:moveTo>
                  <a:pt x="1651735" y="817529"/>
                </a:moveTo>
                <a:lnTo>
                  <a:pt x="1651494" y="819605"/>
                </a:lnTo>
                <a:lnTo>
                  <a:pt x="1651878" y="818661"/>
                </a:lnTo>
                <a:close/>
                <a:moveTo>
                  <a:pt x="1653955" y="812028"/>
                </a:moveTo>
                <a:lnTo>
                  <a:pt x="1653607" y="814412"/>
                </a:lnTo>
                <a:lnTo>
                  <a:pt x="1654096" y="813210"/>
                </a:lnTo>
                <a:lnTo>
                  <a:pt x="1654107" y="813095"/>
                </a:lnTo>
                <a:close/>
                <a:moveTo>
                  <a:pt x="1646229" y="829105"/>
                </a:moveTo>
                <a:lnTo>
                  <a:pt x="1646162" y="831375"/>
                </a:lnTo>
                <a:lnTo>
                  <a:pt x="1646346" y="831928"/>
                </a:lnTo>
                <a:lnTo>
                  <a:pt x="1646574" y="831388"/>
                </a:lnTo>
                <a:close/>
                <a:moveTo>
                  <a:pt x="999401" y="2276635"/>
                </a:moveTo>
                <a:lnTo>
                  <a:pt x="1002124" y="2281341"/>
                </a:lnTo>
                <a:lnTo>
                  <a:pt x="1008973" y="2292812"/>
                </a:lnTo>
                <a:lnTo>
                  <a:pt x="1030503" y="2284586"/>
                </a:lnTo>
                <a:lnTo>
                  <a:pt x="1007538" y="2270565"/>
                </a:lnTo>
                <a:lnTo>
                  <a:pt x="1009198" y="2274726"/>
                </a:lnTo>
                <a:lnTo>
                  <a:pt x="1008959" y="2274616"/>
                </a:lnTo>
                <a:lnTo>
                  <a:pt x="1007279" y="2270407"/>
                </a:lnTo>
                <a:lnTo>
                  <a:pt x="1006417" y="2269881"/>
                </a:lnTo>
                <a:lnTo>
                  <a:pt x="1003812" y="2272389"/>
                </a:lnTo>
                <a:lnTo>
                  <a:pt x="1007233" y="2275595"/>
                </a:lnTo>
                <a:lnTo>
                  <a:pt x="1015885" y="2283183"/>
                </a:lnTo>
                <a:lnTo>
                  <a:pt x="1015718" y="2283174"/>
                </a:lnTo>
                <a:lnTo>
                  <a:pt x="1003626" y="2272568"/>
                </a:lnTo>
                <a:close/>
                <a:moveTo>
                  <a:pt x="1660348" y="796017"/>
                </a:moveTo>
                <a:lnTo>
                  <a:pt x="1659988" y="798728"/>
                </a:lnTo>
                <a:lnTo>
                  <a:pt x="1660194" y="798224"/>
                </a:lnTo>
                <a:lnTo>
                  <a:pt x="1660327" y="798568"/>
                </a:lnTo>
                <a:lnTo>
                  <a:pt x="1659856" y="799725"/>
                </a:lnTo>
                <a:lnTo>
                  <a:pt x="1658908" y="806882"/>
                </a:lnTo>
                <a:lnTo>
                  <a:pt x="1660518" y="811771"/>
                </a:lnTo>
                <a:lnTo>
                  <a:pt x="1660885" y="799239"/>
                </a:lnTo>
                <a:close/>
                <a:moveTo>
                  <a:pt x="999202" y="2276289"/>
                </a:moveTo>
                <a:lnTo>
                  <a:pt x="999297" y="2276455"/>
                </a:lnTo>
                <a:lnTo>
                  <a:pt x="1003413" y="2272382"/>
                </a:lnTo>
                <a:lnTo>
                  <a:pt x="1002700" y="2271756"/>
                </a:lnTo>
                <a:close/>
                <a:moveTo>
                  <a:pt x="1656202" y="804383"/>
                </a:moveTo>
                <a:lnTo>
                  <a:pt x="1655758" y="809126"/>
                </a:lnTo>
                <a:lnTo>
                  <a:pt x="1656815" y="806528"/>
                </a:lnTo>
                <a:close/>
                <a:moveTo>
                  <a:pt x="998350" y="2277392"/>
                </a:moveTo>
                <a:lnTo>
                  <a:pt x="999075" y="2276675"/>
                </a:lnTo>
                <a:lnTo>
                  <a:pt x="999000" y="2276550"/>
                </a:lnTo>
                <a:close/>
                <a:moveTo>
                  <a:pt x="1679496" y="752087"/>
                </a:moveTo>
                <a:lnTo>
                  <a:pt x="1679444" y="753529"/>
                </a:lnTo>
                <a:lnTo>
                  <a:pt x="1679575" y="752582"/>
                </a:lnTo>
                <a:close/>
                <a:moveTo>
                  <a:pt x="1024613" y="2218132"/>
                </a:moveTo>
                <a:lnTo>
                  <a:pt x="1026482" y="2216727"/>
                </a:lnTo>
                <a:lnTo>
                  <a:pt x="1025909" y="2216216"/>
                </a:lnTo>
                <a:close/>
                <a:moveTo>
                  <a:pt x="1654659" y="807208"/>
                </a:moveTo>
                <a:lnTo>
                  <a:pt x="1654126" y="810856"/>
                </a:lnTo>
                <a:lnTo>
                  <a:pt x="1654241" y="811664"/>
                </a:lnTo>
                <a:close/>
                <a:moveTo>
                  <a:pt x="1661228" y="792429"/>
                </a:moveTo>
                <a:lnTo>
                  <a:pt x="1661118" y="799432"/>
                </a:lnTo>
                <a:lnTo>
                  <a:pt x="1663719" y="815029"/>
                </a:lnTo>
                <a:close/>
                <a:moveTo>
                  <a:pt x="1689404" y="729243"/>
                </a:moveTo>
                <a:lnTo>
                  <a:pt x="1688088" y="747602"/>
                </a:lnTo>
                <a:lnTo>
                  <a:pt x="1686419" y="767199"/>
                </a:lnTo>
                <a:lnTo>
                  <a:pt x="1686432" y="767249"/>
                </a:lnTo>
                <a:lnTo>
                  <a:pt x="1687835" y="773312"/>
                </a:lnTo>
                <a:lnTo>
                  <a:pt x="1690601" y="753287"/>
                </a:lnTo>
                <a:lnTo>
                  <a:pt x="1691343" y="744829"/>
                </a:lnTo>
                <a:close/>
                <a:moveTo>
                  <a:pt x="1024167" y="2218792"/>
                </a:moveTo>
                <a:lnTo>
                  <a:pt x="1026598" y="2219861"/>
                </a:lnTo>
                <a:lnTo>
                  <a:pt x="1029478" y="2219393"/>
                </a:lnTo>
                <a:lnTo>
                  <a:pt x="1026644" y="2216870"/>
                </a:lnTo>
                <a:lnTo>
                  <a:pt x="1024247" y="2218674"/>
                </a:lnTo>
                <a:close/>
                <a:moveTo>
                  <a:pt x="1023737" y="2219427"/>
                </a:moveTo>
                <a:lnTo>
                  <a:pt x="1024253" y="2220242"/>
                </a:lnTo>
                <a:lnTo>
                  <a:pt x="1025632" y="2220018"/>
                </a:lnTo>
                <a:lnTo>
                  <a:pt x="1023864" y="2219240"/>
                </a:lnTo>
                <a:close/>
                <a:moveTo>
                  <a:pt x="1646342" y="825272"/>
                </a:moveTo>
                <a:lnTo>
                  <a:pt x="1646310" y="826370"/>
                </a:lnTo>
                <a:lnTo>
                  <a:pt x="1646938" y="830530"/>
                </a:lnTo>
                <a:lnTo>
                  <a:pt x="1646953" y="830493"/>
                </a:lnTo>
                <a:close/>
                <a:moveTo>
                  <a:pt x="1660073" y="794368"/>
                </a:moveTo>
                <a:lnTo>
                  <a:pt x="1658536" y="802298"/>
                </a:lnTo>
                <a:lnTo>
                  <a:pt x="1659454" y="800041"/>
                </a:lnTo>
                <a:lnTo>
                  <a:pt x="1660147" y="794813"/>
                </a:lnTo>
                <a:close/>
                <a:moveTo>
                  <a:pt x="1023054" y="2220437"/>
                </a:moveTo>
                <a:lnTo>
                  <a:pt x="1024076" y="2220271"/>
                </a:lnTo>
                <a:lnTo>
                  <a:pt x="1023636" y="2219576"/>
                </a:lnTo>
                <a:close/>
                <a:moveTo>
                  <a:pt x="1644592" y="828403"/>
                </a:moveTo>
                <a:lnTo>
                  <a:pt x="1643693" y="838200"/>
                </a:lnTo>
                <a:lnTo>
                  <a:pt x="1645001" y="835107"/>
                </a:lnTo>
                <a:lnTo>
                  <a:pt x="1645315" y="830583"/>
                </a:lnTo>
                <a:close/>
                <a:moveTo>
                  <a:pt x="1022365" y="2221387"/>
                </a:moveTo>
                <a:lnTo>
                  <a:pt x="1025983" y="2225194"/>
                </a:lnTo>
                <a:lnTo>
                  <a:pt x="1029533" y="2221735"/>
                </a:lnTo>
                <a:lnTo>
                  <a:pt x="1027680" y="2220919"/>
                </a:lnTo>
                <a:lnTo>
                  <a:pt x="1024840" y="2221169"/>
                </a:lnTo>
                <a:lnTo>
                  <a:pt x="1026198" y="2223316"/>
                </a:lnTo>
                <a:lnTo>
                  <a:pt x="1025966" y="2223256"/>
                </a:lnTo>
                <a:lnTo>
                  <a:pt x="1024656" y="2221185"/>
                </a:lnTo>
                <a:close/>
                <a:moveTo>
                  <a:pt x="1660494" y="792195"/>
                </a:moveTo>
                <a:lnTo>
                  <a:pt x="1660180" y="793813"/>
                </a:lnTo>
                <a:lnTo>
                  <a:pt x="1660235" y="794144"/>
                </a:lnTo>
                <a:close/>
                <a:moveTo>
                  <a:pt x="1661044" y="790759"/>
                </a:moveTo>
                <a:lnTo>
                  <a:pt x="1660436" y="795348"/>
                </a:lnTo>
                <a:lnTo>
                  <a:pt x="1660916" y="798218"/>
                </a:lnTo>
                <a:lnTo>
                  <a:pt x="1661081" y="792553"/>
                </a:lnTo>
                <a:lnTo>
                  <a:pt x="1661102" y="791276"/>
                </a:lnTo>
                <a:close/>
                <a:moveTo>
                  <a:pt x="1656646" y="799650"/>
                </a:moveTo>
                <a:lnTo>
                  <a:pt x="1656620" y="799932"/>
                </a:lnTo>
                <a:lnTo>
                  <a:pt x="1656661" y="800059"/>
                </a:lnTo>
                <a:close/>
                <a:moveTo>
                  <a:pt x="993951" y="2283093"/>
                </a:moveTo>
                <a:lnTo>
                  <a:pt x="1004779" y="2297046"/>
                </a:lnTo>
                <a:lnTo>
                  <a:pt x="1006119" y="2298725"/>
                </a:lnTo>
                <a:lnTo>
                  <a:pt x="1010992" y="2296634"/>
                </a:lnTo>
                <a:lnTo>
                  <a:pt x="1008875" y="2293089"/>
                </a:lnTo>
                <a:lnTo>
                  <a:pt x="1007970" y="2293435"/>
                </a:lnTo>
                <a:lnTo>
                  <a:pt x="1007624" y="2293328"/>
                </a:lnTo>
                <a:lnTo>
                  <a:pt x="1008758" y="2292894"/>
                </a:lnTo>
                <a:lnTo>
                  <a:pt x="999179" y="2276849"/>
                </a:lnTo>
                <a:lnTo>
                  <a:pt x="997590" y="2278380"/>
                </a:lnTo>
                <a:close/>
                <a:moveTo>
                  <a:pt x="1640161" y="835904"/>
                </a:moveTo>
                <a:lnTo>
                  <a:pt x="1639971" y="836609"/>
                </a:lnTo>
                <a:lnTo>
                  <a:pt x="1640659" y="845370"/>
                </a:lnTo>
                <a:lnTo>
                  <a:pt x="1641887" y="842468"/>
                </a:lnTo>
                <a:lnTo>
                  <a:pt x="1641713" y="841044"/>
                </a:lnTo>
                <a:lnTo>
                  <a:pt x="1641610" y="840276"/>
                </a:lnTo>
                <a:close/>
                <a:moveTo>
                  <a:pt x="1684175" y="737224"/>
                </a:moveTo>
                <a:lnTo>
                  <a:pt x="1682433" y="750970"/>
                </a:lnTo>
                <a:lnTo>
                  <a:pt x="1683705" y="756152"/>
                </a:lnTo>
                <a:lnTo>
                  <a:pt x="1684286" y="740244"/>
                </a:lnTo>
                <a:close/>
                <a:moveTo>
                  <a:pt x="1640730" y="833792"/>
                </a:moveTo>
                <a:lnTo>
                  <a:pt x="1640514" y="834595"/>
                </a:lnTo>
                <a:lnTo>
                  <a:pt x="1641064" y="836259"/>
                </a:lnTo>
                <a:close/>
                <a:moveTo>
                  <a:pt x="1653082" y="805897"/>
                </a:moveTo>
                <a:lnTo>
                  <a:pt x="1652132" y="814093"/>
                </a:lnTo>
                <a:lnTo>
                  <a:pt x="1652514" y="817099"/>
                </a:lnTo>
                <a:lnTo>
                  <a:pt x="1653116" y="815621"/>
                </a:lnTo>
                <a:lnTo>
                  <a:pt x="1653800" y="810934"/>
                </a:lnTo>
                <a:close/>
                <a:moveTo>
                  <a:pt x="1639840" y="834934"/>
                </a:moveTo>
                <a:lnTo>
                  <a:pt x="1639851" y="835072"/>
                </a:lnTo>
                <a:lnTo>
                  <a:pt x="1639867" y="835016"/>
                </a:lnTo>
                <a:close/>
                <a:moveTo>
                  <a:pt x="993414" y="2282400"/>
                </a:moveTo>
                <a:lnTo>
                  <a:pt x="993853" y="2282967"/>
                </a:lnTo>
                <a:lnTo>
                  <a:pt x="996824" y="2279117"/>
                </a:lnTo>
                <a:close/>
                <a:moveTo>
                  <a:pt x="1018465" y="2226026"/>
                </a:moveTo>
                <a:lnTo>
                  <a:pt x="1019965" y="2226972"/>
                </a:lnTo>
                <a:lnTo>
                  <a:pt x="1023349" y="2227181"/>
                </a:lnTo>
                <a:lnTo>
                  <a:pt x="1024745" y="2226400"/>
                </a:lnTo>
                <a:lnTo>
                  <a:pt x="1025624" y="2225544"/>
                </a:lnTo>
                <a:lnTo>
                  <a:pt x="1021966" y="2221696"/>
                </a:lnTo>
                <a:lnTo>
                  <a:pt x="1020172" y="2223670"/>
                </a:lnTo>
                <a:close/>
                <a:moveTo>
                  <a:pt x="1625009" y="867546"/>
                </a:moveTo>
                <a:lnTo>
                  <a:pt x="1624658" y="868816"/>
                </a:lnTo>
                <a:lnTo>
                  <a:pt x="1624698" y="869133"/>
                </a:lnTo>
                <a:lnTo>
                  <a:pt x="1624873" y="868486"/>
                </a:lnTo>
                <a:close/>
                <a:moveTo>
                  <a:pt x="1017874" y="2226843"/>
                </a:moveTo>
                <a:lnTo>
                  <a:pt x="1019597" y="2226950"/>
                </a:lnTo>
                <a:lnTo>
                  <a:pt x="1018361" y="2226170"/>
                </a:lnTo>
                <a:close/>
                <a:moveTo>
                  <a:pt x="1645172" y="822100"/>
                </a:moveTo>
                <a:lnTo>
                  <a:pt x="1644720" y="827018"/>
                </a:lnTo>
                <a:lnTo>
                  <a:pt x="1645416" y="829120"/>
                </a:lnTo>
                <a:lnTo>
                  <a:pt x="1645673" y="825420"/>
                </a:lnTo>
                <a:close/>
                <a:moveTo>
                  <a:pt x="1037171" y="2183521"/>
                </a:moveTo>
                <a:lnTo>
                  <a:pt x="1037303" y="2183470"/>
                </a:lnTo>
                <a:lnTo>
                  <a:pt x="1037391" y="2183282"/>
                </a:lnTo>
                <a:close/>
                <a:moveTo>
                  <a:pt x="1018190" y="2225853"/>
                </a:moveTo>
                <a:lnTo>
                  <a:pt x="1018227" y="2225876"/>
                </a:lnTo>
                <a:lnTo>
                  <a:pt x="1018454" y="2225562"/>
                </a:lnTo>
                <a:close/>
                <a:moveTo>
                  <a:pt x="1653356" y="803521"/>
                </a:moveTo>
                <a:lnTo>
                  <a:pt x="1653234" y="804586"/>
                </a:lnTo>
                <a:lnTo>
                  <a:pt x="1653970" y="809762"/>
                </a:lnTo>
                <a:lnTo>
                  <a:pt x="1655225" y="801167"/>
                </a:lnTo>
                <a:lnTo>
                  <a:pt x="1655239" y="801013"/>
                </a:lnTo>
                <a:lnTo>
                  <a:pt x="1655070" y="800418"/>
                </a:lnTo>
                <a:close/>
                <a:moveTo>
                  <a:pt x="1651271" y="807298"/>
                </a:moveTo>
                <a:lnTo>
                  <a:pt x="1651779" y="811310"/>
                </a:lnTo>
                <a:lnTo>
                  <a:pt x="1652502" y="805066"/>
                </a:lnTo>
                <a:close/>
                <a:moveTo>
                  <a:pt x="1017321" y="2226809"/>
                </a:moveTo>
                <a:lnTo>
                  <a:pt x="1017540" y="2226822"/>
                </a:lnTo>
                <a:lnTo>
                  <a:pt x="1018122" y="2226019"/>
                </a:lnTo>
                <a:lnTo>
                  <a:pt x="1018069" y="2225985"/>
                </a:lnTo>
                <a:close/>
                <a:moveTo>
                  <a:pt x="1643262" y="824388"/>
                </a:moveTo>
                <a:lnTo>
                  <a:pt x="1640909" y="833128"/>
                </a:lnTo>
                <a:lnTo>
                  <a:pt x="1641520" y="837634"/>
                </a:lnTo>
                <a:lnTo>
                  <a:pt x="1642580" y="840832"/>
                </a:lnTo>
                <a:lnTo>
                  <a:pt x="1643188" y="839395"/>
                </a:lnTo>
                <a:lnTo>
                  <a:pt x="1644282" y="827466"/>
                </a:lnTo>
                <a:close/>
                <a:moveTo>
                  <a:pt x="1679864" y="742027"/>
                </a:moveTo>
                <a:lnTo>
                  <a:pt x="1679613" y="748896"/>
                </a:lnTo>
                <a:lnTo>
                  <a:pt x="1679864" y="750488"/>
                </a:lnTo>
                <a:lnTo>
                  <a:pt x="1680595" y="745190"/>
                </a:lnTo>
                <a:close/>
                <a:moveTo>
                  <a:pt x="1030574" y="2195635"/>
                </a:moveTo>
                <a:lnTo>
                  <a:pt x="1031185" y="2196150"/>
                </a:lnTo>
                <a:lnTo>
                  <a:pt x="1031466" y="2195987"/>
                </a:lnTo>
                <a:lnTo>
                  <a:pt x="1032091" y="2194646"/>
                </a:lnTo>
                <a:lnTo>
                  <a:pt x="1031986" y="2194565"/>
                </a:lnTo>
                <a:close/>
                <a:moveTo>
                  <a:pt x="1647674" y="813813"/>
                </a:moveTo>
                <a:lnTo>
                  <a:pt x="1647654" y="815437"/>
                </a:lnTo>
                <a:lnTo>
                  <a:pt x="1647284" y="823639"/>
                </a:lnTo>
                <a:lnTo>
                  <a:pt x="1647585" y="825552"/>
                </a:lnTo>
                <a:lnTo>
                  <a:pt x="1647902" y="828251"/>
                </a:lnTo>
                <a:lnTo>
                  <a:pt x="1649845" y="823658"/>
                </a:lnTo>
                <a:lnTo>
                  <a:pt x="1650550" y="821924"/>
                </a:lnTo>
                <a:lnTo>
                  <a:pt x="1651382" y="814746"/>
                </a:lnTo>
                <a:lnTo>
                  <a:pt x="1650593" y="808525"/>
                </a:lnTo>
                <a:close/>
                <a:moveTo>
                  <a:pt x="1645523" y="818276"/>
                </a:moveTo>
                <a:lnTo>
                  <a:pt x="1645358" y="820069"/>
                </a:lnTo>
                <a:lnTo>
                  <a:pt x="1645827" y="823181"/>
                </a:lnTo>
                <a:lnTo>
                  <a:pt x="1645928" y="821738"/>
                </a:lnTo>
                <a:close/>
                <a:moveTo>
                  <a:pt x="1002535" y="2258031"/>
                </a:moveTo>
                <a:lnTo>
                  <a:pt x="1006107" y="2266979"/>
                </a:lnTo>
                <a:lnTo>
                  <a:pt x="1013056" y="2257713"/>
                </a:lnTo>
                <a:lnTo>
                  <a:pt x="1010476" y="2257934"/>
                </a:lnTo>
                <a:close/>
                <a:moveTo>
                  <a:pt x="1646622" y="815718"/>
                </a:moveTo>
                <a:lnTo>
                  <a:pt x="1646530" y="818856"/>
                </a:lnTo>
                <a:lnTo>
                  <a:pt x="1647213" y="823191"/>
                </a:lnTo>
                <a:lnTo>
                  <a:pt x="1647443" y="814232"/>
                </a:lnTo>
                <a:close/>
                <a:moveTo>
                  <a:pt x="1032330" y="2191158"/>
                </a:moveTo>
                <a:lnTo>
                  <a:pt x="1033361" y="2191923"/>
                </a:lnTo>
                <a:lnTo>
                  <a:pt x="1034147" y="2190237"/>
                </a:lnTo>
                <a:lnTo>
                  <a:pt x="1033909" y="2190012"/>
                </a:lnTo>
                <a:close/>
                <a:moveTo>
                  <a:pt x="1644620" y="819342"/>
                </a:moveTo>
                <a:lnTo>
                  <a:pt x="1643525" y="823410"/>
                </a:lnTo>
                <a:lnTo>
                  <a:pt x="1644409" y="826080"/>
                </a:lnTo>
                <a:lnTo>
                  <a:pt x="1644924" y="820464"/>
                </a:lnTo>
                <a:lnTo>
                  <a:pt x="1644726" y="819151"/>
                </a:lnTo>
                <a:close/>
                <a:moveTo>
                  <a:pt x="1033593" y="2187426"/>
                </a:moveTo>
                <a:lnTo>
                  <a:pt x="1033655" y="2187485"/>
                </a:lnTo>
                <a:lnTo>
                  <a:pt x="1036341" y="2185535"/>
                </a:lnTo>
                <a:lnTo>
                  <a:pt x="1037211" y="2183668"/>
                </a:lnTo>
                <a:lnTo>
                  <a:pt x="1036946" y="2183767"/>
                </a:lnTo>
                <a:close/>
                <a:moveTo>
                  <a:pt x="1643092" y="822110"/>
                </a:moveTo>
                <a:lnTo>
                  <a:pt x="1643127" y="822208"/>
                </a:lnTo>
                <a:lnTo>
                  <a:pt x="1643328" y="822816"/>
                </a:lnTo>
                <a:lnTo>
                  <a:pt x="1643990" y="820483"/>
                </a:lnTo>
                <a:close/>
                <a:moveTo>
                  <a:pt x="1645238" y="817050"/>
                </a:moveTo>
                <a:lnTo>
                  <a:pt x="1645022" y="817849"/>
                </a:lnTo>
                <a:lnTo>
                  <a:pt x="1645057" y="818076"/>
                </a:lnTo>
                <a:lnTo>
                  <a:pt x="1645161" y="817893"/>
                </a:lnTo>
                <a:close/>
                <a:moveTo>
                  <a:pt x="1654106" y="797044"/>
                </a:moveTo>
                <a:lnTo>
                  <a:pt x="1653425" y="802931"/>
                </a:lnTo>
                <a:lnTo>
                  <a:pt x="1654982" y="800111"/>
                </a:lnTo>
                <a:close/>
                <a:moveTo>
                  <a:pt x="1024415" y="2206895"/>
                </a:moveTo>
                <a:lnTo>
                  <a:pt x="1025209" y="2206940"/>
                </a:lnTo>
                <a:lnTo>
                  <a:pt x="1025470" y="2206554"/>
                </a:lnTo>
                <a:close/>
                <a:moveTo>
                  <a:pt x="1640139" y="827458"/>
                </a:moveTo>
                <a:lnTo>
                  <a:pt x="1640745" y="831921"/>
                </a:lnTo>
                <a:lnTo>
                  <a:pt x="1643057" y="823771"/>
                </a:lnTo>
                <a:lnTo>
                  <a:pt x="1642727" y="822772"/>
                </a:lnTo>
                <a:close/>
                <a:moveTo>
                  <a:pt x="1639925" y="827863"/>
                </a:moveTo>
                <a:lnTo>
                  <a:pt x="1639824" y="832518"/>
                </a:lnTo>
                <a:lnTo>
                  <a:pt x="1640229" y="833738"/>
                </a:lnTo>
                <a:lnTo>
                  <a:pt x="1640563" y="832562"/>
                </a:lnTo>
                <a:close/>
                <a:moveTo>
                  <a:pt x="1639362" y="828866"/>
                </a:moveTo>
                <a:lnTo>
                  <a:pt x="1639369" y="828949"/>
                </a:lnTo>
                <a:lnTo>
                  <a:pt x="1639371" y="828849"/>
                </a:lnTo>
                <a:close/>
                <a:moveTo>
                  <a:pt x="1646260" y="813258"/>
                </a:moveTo>
                <a:lnTo>
                  <a:pt x="1645873" y="814694"/>
                </a:lnTo>
                <a:lnTo>
                  <a:pt x="1646107" y="816183"/>
                </a:lnTo>
                <a:lnTo>
                  <a:pt x="1646178" y="816057"/>
                </a:lnTo>
                <a:close/>
                <a:moveTo>
                  <a:pt x="1030148" y="2192740"/>
                </a:moveTo>
                <a:lnTo>
                  <a:pt x="1031253" y="2193592"/>
                </a:lnTo>
                <a:lnTo>
                  <a:pt x="1033123" y="2192173"/>
                </a:lnTo>
                <a:lnTo>
                  <a:pt x="1032040" y="2191369"/>
                </a:lnTo>
                <a:lnTo>
                  <a:pt x="1030181" y="2192719"/>
                </a:lnTo>
                <a:close/>
                <a:moveTo>
                  <a:pt x="1630538" y="848301"/>
                </a:moveTo>
                <a:lnTo>
                  <a:pt x="1630382" y="849372"/>
                </a:lnTo>
                <a:lnTo>
                  <a:pt x="1630631" y="850161"/>
                </a:lnTo>
                <a:lnTo>
                  <a:pt x="1631111" y="851495"/>
                </a:lnTo>
                <a:close/>
                <a:moveTo>
                  <a:pt x="1012296" y="2232339"/>
                </a:moveTo>
                <a:lnTo>
                  <a:pt x="1017939" y="2229842"/>
                </a:lnTo>
                <a:lnTo>
                  <a:pt x="1015798" y="2229710"/>
                </a:lnTo>
                <a:lnTo>
                  <a:pt x="1014997" y="2230816"/>
                </a:lnTo>
                <a:lnTo>
                  <a:pt x="1014594" y="2230891"/>
                </a:lnTo>
                <a:lnTo>
                  <a:pt x="1015464" y="2229689"/>
                </a:lnTo>
                <a:lnTo>
                  <a:pt x="1014743" y="2229645"/>
                </a:lnTo>
                <a:close/>
                <a:moveTo>
                  <a:pt x="1027340" y="2198089"/>
                </a:moveTo>
                <a:lnTo>
                  <a:pt x="1028907" y="2197468"/>
                </a:lnTo>
                <a:lnTo>
                  <a:pt x="1030773" y="2196388"/>
                </a:lnTo>
                <a:lnTo>
                  <a:pt x="1030208" y="2195912"/>
                </a:lnTo>
                <a:close/>
                <a:moveTo>
                  <a:pt x="1023109" y="2206822"/>
                </a:moveTo>
                <a:lnTo>
                  <a:pt x="1023455" y="2206841"/>
                </a:lnTo>
                <a:lnTo>
                  <a:pt x="1025787" y="2206086"/>
                </a:lnTo>
                <a:lnTo>
                  <a:pt x="1026691" y="2204751"/>
                </a:lnTo>
                <a:close/>
                <a:moveTo>
                  <a:pt x="1647594" y="808300"/>
                </a:moveTo>
                <a:lnTo>
                  <a:pt x="1646747" y="811448"/>
                </a:lnTo>
                <a:lnTo>
                  <a:pt x="1646636" y="815227"/>
                </a:lnTo>
                <a:lnTo>
                  <a:pt x="1647455" y="813743"/>
                </a:lnTo>
                <a:close/>
                <a:moveTo>
                  <a:pt x="1010531" y="2234282"/>
                </a:moveTo>
                <a:lnTo>
                  <a:pt x="1017561" y="2241312"/>
                </a:lnTo>
                <a:lnTo>
                  <a:pt x="1029953" y="2235181"/>
                </a:lnTo>
                <a:lnTo>
                  <a:pt x="1032085" y="2232339"/>
                </a:lnTo>
                <a:lnTo>
                  <a:pt x="1030445" y="2230615"/>
                </a:lnTo>
                <a:lnTo>
                  <a:pt x="1021342" y="2230052"/>
                </a:lnTo>
                <a:lnTo>
                  <a:pt x="1020395" y="2230974"/>
                </a:lnTo>
                <a:lnTo>
                  <a:pt x="1020009" y="2231015"/>
                </a:lnTo>
                <a:lnTo>
                  <a:pt x="1021018" y="2230032"/>
                </a:lnTo>
                <a:lnTo>
                  <a:pt x="1018639" y="2229885"/>
                </a:lnTo>
                <a:lnTo>
                  <a:pt x="1011758" y="2232931"/>
                </a:lnTo>
                <a:close/>
                <a:moveTo>
                  <a:pt x="1658124" y="783877"/>
                </a:moveTo>
                <a:lnTo>
                  <a:pt x="1657236" y="793355"/>
                </a:lnTo>
                <a:lnTo>
                  <a:pt x="1657879" y="801727"/>
                </a:lnTo>
                <a:lnTo>
                  <a:pt x="1659717" y="792240"/>
                </a:lnTo>
                <a:lnTo>
                  <a:pt x="1658580" y="785416"/>
                </a:lnTo>
                <a:lnTo>
                  <a:pt x="1658816" y="785631"/>
                </a:lnTo>
                <a:lnTo>
                  <a:pt x="1659825" y="791685"/>
                </a:lnTo>
                <a:lnTo>
                  <a:pt x="1660667" y="787337"/>
                </a:lnTo>
                <a:lnTo>
                  <a:pt x="1659927" y="780623"/>
                </a:lnTo>
                <a:close/>
                <a:moveTo>
                  <a:pt x="1028412" y="2193817"/>
                </a:moveTo>
                <a:lnTo>
                  <a:pt x="1029618" y="2194832"/>
                </a:lnTo>
                <a:lnTo>
                  <a:pt x="1030986" y="2193794"/>
                </a:lnTo>
                <a:lnTo>
                  <a:pt x="1029854" y="2192922"/>
                </a:lnTo>
                <a:close/>
                <a:moveTo>
                  <a:pt x="1631948" y="842093"/>
                </a:moveTo>
                <a:lnTo>
                  <a:pt x="1632162" y="842846"/>
                </a:lnTo>
                <a:lnTo>
                  <a:pt x="1632085" y="841852"/>
                </a:lnTo>
                <a:close/>
                <a:moveTo>
                  <a:pt x="1017776" y="2216562"/>
                </a:moveTo>
                <a:lnTo>
                  <a:pt x="1018317" y="2217130"/>
                </a:lnTo>
                <a:lnTo>
                  <a:pt x="1018490" y="2216876"/>
                </a:lnTo>
                <a:close/>
                <a:moveTo>
                  <a:pt x="1626783" y="852798"/>
                </a:moveTo>
                <a:lnTo>
                  <a:pt x="1626617" y="856481"/>
                </a:lnTo>
                <a:lnTo>
                  <a:pt x="1627039" y="853574"/>
                </a:lnTo>
                <a:close/>
                <a:moveTo>
                  <a:pt x="1654972" y="789570"/>
                </a:moveTo>
                <a:lnTo>
                  <a:pt x="1654513" y="793533"/>
                </a:lnTo>
                <a:lnTo>
                  <a:pt x="1655625" y="796909"/>
                </a:lnTo>
                <a:lnTo>
                  <a:pt x="1656286" y="789855"/>
                </a:lnTo>
                <a:lnTo>
                  <a:pt x="1656277" y="789630"/>
                </a:lnTo>
                <a:lnTo>
                  <a:pt x="1656115" y="787506"/>
                </a:lnTo>
                <a:close/>
                <a:moveTo>
                  <a:pt x="1653866" y="791566"/>
                </a:moveTo>
                <a:lnTo>
                  <a:pt x="1654013" y="792016"/>
                </a:lnTo>
                <a:lnTo>
                  <a:pt x="1654119" y="791109"/>
                </a:lnTo>
                <a:close/>
                <a:moveTo>
                  <a:pt x="1649613" y="800802"/>
                </a:moveTo>
                <a:lnTo>
                  <a:pt x="1647747" y="807731"/>
                </a:lnTo>
                <a:lnTo>
                  <a:pt x="1647680" y="813336"/>
                </a:lnTo>
                <a:lnTo>
                  <a:pt x="1650545" y="808147"/>
                </a:lnTo>
                <a:close/>
                <a:moveTo>
                  <a:pt x="1035309" y="2175870"/>
                </a:moveTo>
                <a:lnTo>
                  <a:pt x="1035919" y="2175809"/>
                </a:lnTo>
                <a:lnTo>
                  <a:pt x="1036048" y="2175669"/>
                </a:lnTo>
                <a:lnTo>
                  <a:pt x="1035599" y="2175587"/>
                </a:lnTo>
                <a:close/>
                <a:moveTo>
                  <a:pt x="1651887" y="795138"/>
                </a:moveTo>
                <a:lnTo>
                  <a:pt x="1652861" y="801973"/>
                </a:lnTo>
                <a:lnTo>
                  <a:pt x="1653626" y="795363"/>
                </a:lnTo>
                <a:lnTo>
                  <a:pt x="1652992" y="793142"/>
                </a:lnTo>
                <a:close/>
                <a:moveTo>
                  <a:pt x="1646441" y="807068"/>
                </a:moveTo>
                <a:lnTo>
                  <a:pt x="1645950" y="813336"/>
                </a:lnTo>
                <a:lnTo>
                  <a:pt x="1646295" y="812056"/>
                </a:lnTo>
                <a:close/>
                <a:moveTo>
                  <a:pt x="1007496" y="2237623"/>
                </a:moveTo>
                <a:lnTo>
                  <a:pt x="1012118" y="2239710"/>
                </a:lnTo>
                <a:lnTo>
                  <a:pt x="1016894" y="2241642"/>
                </a:lnTo>
                <a:lnTo>
                  <a:pt x="1017052" y="2241564"/>
                </a:lnTo>
                <a:lnTo>
                  <a:pt x="1010170" y="2234680"/>
                </a:lnTo>
                <a:close/>
                <a:moveTo>
                  <a:pt x="1650429" y="797771"/>
                </a:moveTo>
                <a:lnTo>
                  <a:pt x="1650179" y="798698"/>
                </a:lnTo>
                <a:lnTo>
                  <a:pt x="1651223" y="806919"/>
                </a:lnTo>
                <a:lnTo>
                  <a:pt x="1652571" y="804476"/>
                </a:lnTo>
                <a:lnTo>
                  <a:pt x="1652710" y="803283"/>
                </a:lnTo>
                <a:lnTo>
                  <a:pt x="1651618" y="795624"/>
                </a:lnTo>
                <a:close/>
                <a:moveTo>
                  <a:pt x="1631871" y="839124"/>
                </a:moveTo>
                <a:lnTo>
                  <a:pt x="1631611" y="840913"/>
                </a:lnTo>
                <a:lnTo>
                  <a:pt x="1631755" y="841418"/>
                </a:lnTo>
                <a:lnTo>
                  <a:pt x="1632015" y="840961"/>
                </a:lnTo>
                <a:close/>
                <a:moveTo>
                  <a:pt x="1017014" y="2215645"/>
                </a:moveTo>
                <a:lnTo>
                  <a:pt x="1018793" y="2216428"/>
                </a:lnTo>
                <a:lnTo>
                  <a:pt x="1019824" y="2214904"/>
                </a:lnTo>
                <a:lnTo>
                  <a:pt x="1019075" y="2214776"/>
                </a:lnTo>
                <a:close/>
                <a:moveTo>
                  <a:pt x="1624218" y="855659"/>
                </a:moveTo>
                <a:lnTo>
                  <a:pt x="1624031" y="856613"/>
                </a:lnTo>
                <a:lnTo>
                  <a:pt x="1624744" y="865688"/>
                </a:lnTo>
                <a:lnTo>
                  <a:pt x="1624574" y="868152"/>
                </a:lnTo>
                <a:lnTo>
                  <a:pt x="1624600" y="868360"/>
                </a:lnTo>
                <a:lnTo>
                  <a:pt x="1625213" y="866143"/>
                </a:lnTo>
                <a:lnTo>
                  <a:pt x="1626106" y="859997"/>
                </a:lnTo>
                <a:lnTo>
                  <a:pt x="1626613" y="852280"/>
                </a:lnTo>
                <a:lnTo>
                  <a:pt x="1626441" y="851758"/>
                </a:lnTo>
                <a:close/>
                <a:moveTo>
                  <a:pt x="1647811" y="802498"/>
                </a:moveTo>
                <a:lnTo>
                  <a:pt x="1647761" y="806610"/>
                </a:lnTo>
                <a:lnTo>
                  <a:pt x="1649521" y="800075"/>
                </a:lnTo>
                <a:lnTo>
                  <a:pt x="1649452" y="799535"/>
                </a:lnTo>
                <a:close/>
                <a:moveTo>
                  <a:pt x="1639093" y="821733"/>
                </a:moveTo>
                <a:lnTo>
                  <a:pt x="1638984" y="824038"/>
                </a:lnTo>
                <a:lnTo>
                  <a:pt x="1639307" y="828164"/>
                </a:lnTo>
                <a:lnTo>
                  <a:pt x="1639389" y="828020"/>
                </a:lnTo>
                <a:lnTo>
                  <a:pt x="1639465" y="824480"/>
                </a:lnTo>
                <a:close/>
                <a:moveTo>
                  <a:pt x="1651407" y="794140"/>
                </a:moveTo>
                <a:lnTo>
                  <a:pt x="1650759" y="796546"/>
                </a:lnTo>
                <a:lnTo>
                  <a:pt x="1651547" y="795124"/>
                </a:lnTo>
                <a:close/>
                <a:moveTo>
                  <a:pt x="1646964" y="804027"/>
                </a:moveTo>
                <a:lnTo>
                  <a:pt x="1646782" y="810247"/>
                </a:lnTo>
                <a:lnTo>
                  <a:pt x="1647625" y="807117"/>
                </a:lnTo>
                <a:lnTo>
                  <a:pt x="1647666" y="805503"/>
                </a:lnTo>
                <a:lnTo>
                  <a:pt x="1647700" y="802698"/>
                </a:lnTo>
                <a:close/>
                <a:moveTo>
                  <a:pt x="1644805" y="807925"/>
                </a:moveTo>
                <a:lnTo>
                  <a:pt x="1645609" y="813017"/>
                </a:lnTo>
                <a:lnTo>
                  <a:pt x="1646328" y="805175"/>
                </a:lnTo>
                <a:close/>
                <a:moveTo>
                  <a:pt x="1687314" y="712453"/>
                </a:moveTo>
                <a:lnTo>
                  <a:pt x="1684972" y="730931"/>
                </a:lnTo>
                <a:lnTo>
                  <a:pt x="1685899" y="756148"/>
                </a:lnTo>
                <a:lnTo>
                  <a:pt x="1685615" y="763924"/>
                </a:lnTo>
                <a:lnTo>
                  <a:pt x="1686049" y="765693"/>
                </a:lnTo>
                <a:lnTo>
                  <a:pt x="1689256" y="728053"/>
                </a:lnTo>
                <a:close/>
                <a:moveTo>
                  <a:pt x="1652315" y="790769"/>
                </a:moveTo>
                <a:lnTo>
                  <a:pt x="1651628" y="793318"/>
                </a:lnTo>
                <a:lnTo>
                  <a:pt x="1651816" y="794637"/>
                </a:lnTo>
                <a:lnTo>
                  <a:pt x="1652874" y="792728"/>
                </a:lnTo>
                <a:close/>
                <a:moveTo>
                  <a:pt x="1643743" y="809844"/>
                </a:moveTo>
                <a:lnTo>
                  <a:pt x="1644581" y="814929"/>
                </a:lnTo>
                <a:lnTo>
                  <a:pt x="1644919" y="817165"/>
                </a:lnTo>
                <a:lnTo>
                  <a:pt x="1645248" y="815941"/>
                </a:lnTo>
                <a:lnTo>
                  <a:pt x="1644397" y="808662"/>
                </a:lnTo>
                <a:close/>
                <a:moveTo>
                  <a:pt x="1655733" y="782531"/>
                </a:moveTo>
                <a:lnTo>
                  <a:pt x="1655328" y="786491"/>
                </a:lnTo>
                <a:lnTo>
                  <a:pt x="1655065" y="788772"/>
                </a:lnTo>
                <a:lnTo>
                  <a:pt x="1656073" y="786952"/>
                </a:lnTo>
                <a:close/>
                <a:moveTo>
                  <a:pt x="1012489" y="2222257"/>
                </a:moveTo>
                <a:lnTo>
                  <a:pt x="1014102" y="2223274"/>
                </a:lnTo>
                <a:lnTo>
                  <a:pt x="1014339" y="2223013"/>
                </a:lnTo>
                <a:lnTo>
                  <a:pt x="1015000" y="2222036"/>
                </a:lnTo>
                <a:close/>
                <a:moveTo>
                  <a:pt x="1640728" y="815285"/>
                </a:moveTo>
                <a:lnTo>
                  <a:pt x="1642966" y="821744"/>
                </a:lnTo>
                <a:lnTo>
                  <a:pt x="1644294" y="819413"/>
                </a:lnTo>
                <a:lnTo>
                  <a:pt x="1644601" y="818328"/>
                </a:lnTo>
                <a:lnTo>
                  <a:pt x="1643411" y="810443"/>
                </a:lnTo>
                <a:close/>
                <a:moveTo>
                  <a:pt x="999683" y="2250655"/>
                </a:moveTo>
                <a:lnTo>
                  <a:pt x="1001679" y="2255863"/>
                </a:lnTo>
                <a:lnTo>
                  <a:pt x="1015320" y="2254694"/>
                </a:lnTo>
                <a:lnTo>
                  <a:pt x="1021178" y="2246882"/>
                </a:lnTo>
                <a:lnTo>
                  <a:pt x="1006476" y="2247294"/>
                </a:lnTo>
                <a:close/>
                <a:moveTo>
                  <a:pt x="1640175" y="816284"/>
                </a:moveTo>
                <a:lnTo>
                  <a:pt x="1639962" y="826153"/>
                </a:lnTo>
                <a:lnTo>
                  <a:pt x="1640056" y="826850"/>
                </a:lnTo>
                <a:lnTo>
                  <a:pt x="1642599" y="822389"/>
                </a:lnTo>
                <a:lnTo>
                  <a:pt x="1640426" y="815830"/>
                </a:lnTo>
                <a:close/>
                <a:moveTo>
                  <a:pt x="1697063" y="688816"/>
                </a:moveTo>
                <a:lnTo>
                  <a:pt x="1694341" y="720547"/>
                </a:lnTo>
                <a:lnTo>
                  <a:pt x="1699065" y="758508"/>
                </a:lnTo>
                <a:lnTo>
                  <a:pt x="1701703" y="789892"/>
                </a:lnTo>
                <a:lnTo>
                  <a:pt x="1703490" y="784756"/>
                </a:lnTo>
                <a:lnTo>
                  <a:pt x="1704875" y="762898"/>
                </a:lnTo>
                <a:lnTo>
                  <a:pt x="1704740" y="753483"/>
                </a:lnTo>
                <a:lnTo>
                  <a:pt x="1704887" y="753665"/>
                </a:lnTo>
                <a:lnTo>
                  <a:pt x="1704993" y="761035"/>
                </a:lnTo>
                <a:lnTo>
                  <a:pt x="1705540" y="752412"/>
                </a:lnTo>
                <a:lnTo>
                  <a:pt x="1705796" y="725462"/>
                </a:lnTo>
                <a:close/>
                <a:moveTo>
                  <a:pt x="1625526" y="848977"/>
                </a:moveTo>
                <a:lnTo>
                  <a:pt x="1624520" y="854115"/>
                </a:lnTo>
                <a:lnTo>
                  <a:pt x="1626230" y="851115"/>
                </a:lnTo>
                <a:close/>
                <a:moveTo>
                  <a:pt x="1639274" y="817911"/>
                </a:moveTo>
                <a:lnTo>
                  <a:pt x="1639162" y="820266"/>
                </a:lnTo>
                <a:lnTo>
                  <a:pt x="1639502" y="822770"/>
                </a:lnTo>
                <a:lnTo>
                  <a:pt x="1639621" y="817285"/>
                </a:lnTo>
                <a:close/>
                <a:moveTo>
                  <a:pt x="1015502" y="2214170"/>
                </a:moveTo>
                <a:lnTo>
                  <a:pt x="1015606" y="2214280"/>
                </a:lnTo>
                <a:lnTo>
                  <a:pt x="1015735" y="2214210"/>
                </a:lnTo>
                <a:close/>
                <a:moveTo>
                  <a:pt x="1640200" y="815147"/>
                </a:moveTo>
                <a:lnTo>
                  <a:pt x="1640197" y="815297"/>
                </a:lnTo>
                <a:lnTo>
                  <a:pt x="1640231" y="815239"/>
                </a:lnTo>
                <a:close/>
                <a:moveTo>
                  <a:pt x="1001645" y="2243313"/>
                </a:moveTo>
                <a:lnTo>
                  <a:pt x="1014228" y="2242961"/>
                </a:lnTo>
                <a:lnTo>
                  <a:pt x="1016420" y="2241876"/>
                </a:lnTo>
                <a:lnTo>
                  <a:pt x="1007067" y="2238095"/>
                </a:lnTo>
                <a:lnTo>
                  <a:pt x="1004300" y="2241140"/>
                </a:lnTo>
                <a:close/>
                <a:moveTo>
                  <a:pt x="1624665" y="847661"/>
                </a:moveTo>
                <a:lnTo>
                  <a:pt x="1623544" y="850420"/>
                </a:lnTo>
                <a:lnTo>
                  <a:pt x="1623708" y="852498"/>
                </a:lnTo>
                <a:close/>
                <a:moveTo>
                  <a:pt x="1628657" y="837828"/>
                </a:moveTo>
                <a:lnTo>
                  <a:pt x="1627578" y="840487"/>
                </a:lnTo>
                <a:lnTo>
                  <a:pt x="1628511" y="843443"/>
                </a:lnTo>
                <a:lnTo>
                  <a:pt x="1629027" y="839889"/>
                </a:lnTo>
                <a:close/>
                <a:moveTo>
                  <a:pt x="1639504" y="813044"/>
                </a:moveTo>
                <a:lnTo>
                  <a:pt x="1639324" y="816813"/>
                </a:lnTo>
                <a:lnTo>
                  <a:pt x="1639643" y="816259"/>
                </a:lnTo>
                <a:lnTo>
                  <a:pt x="1639700" y="813637"/>
                </a:lnTo>
                <a:close/>
                <a:moveTo>
                  <a:pt x="998481" y="2247518"/>
                </a:moveTo>
                <a:lnTo>
                  <a:pt x="999523" y="2250236"/>
                </a:lnTo>
                <a:lnTo>
                  <a:pt x="1005408" y="2247325"/>
                </a:lnTo>
                <a:close/>
                <a:moveTo>
                  <a:pt x="968934" y="2313378"/>
                </a:moveTo>
                <a:lnTo>
                  <a:pt x="971574" y="2316488"/>
                </a:lnTo>
                <a:lnTo>
                  <a:pt x="993115" y="2309632"/>
                </a:lnTo>
                <a:lnTo>
                  <a:pt x="1002862" y="2306385"/>
                </a:lnTo>
                <a:lnTo>
                  <a:pt x="1008692" y="2302160"/>
                </a:lnTo>
                <a:lnTo>
                  <a:pt x="1007759" y="2300990"/>
                </a:lnTo>
                <a:lnTo>
                  <a:pt x="999094" y="2302248"/>
                </a:lnTo>
                <a:close/>
                <a:moveTo>
                  <a:pt x="1638116" y="814536"/>
                </a:moveTo>
                <a:lnTo>
                  <a:pt x="1638061" y="814671"/>
                </a:lnTo>
                <a:lnTo>
                  <a:pt x="1638030" y="815231"/>
                </a:lnTo>
                <a:lnTo>
                  <a:pt x="1638063" y="815395"/>
                </a:lnTo>
                <a:lnTo>
                  <a:pt x="1638115" y="815092"/>
                </a:lnTo>
                <a:lnTo>
                  <a:pt x="1638127" y="814621"/>
                </a:lnTo>
                <a:close/>
                <a:moveTo>
                  <a:pt x="1009896" y="2220622"/>
                </a:moveTo>
                <a:lnTo>
                  <a:pt x="1011355" y="2221542"/>
                </a:lnTo>
                <a:lnTo>
                  <a:pt x="1015586" y="2221169"/>
                </a:lnTo>
                <a:lnTo>
                  <a:pt x="1018030" y="2217556"/>
                </a:lnTo>
                <a:lnTo>
                  <a:pt x="1016587" y="2216039"/>
                </a:lnTo>
                <a:lnTo>
                  <a:pt x="1016502" y="2216001"/>
                </a:lnTo>
                <a:close/>
                <a:moveTo>
                  <a:pt x="1639790" y="809524"/>
                </a:moveTo>
                <a:lnTo>
                  <a:pt x="1639650" y="809955"/>
                </a:lnTo>
                <a:lnTo>
                  <a:pt x="1639558" y="811905"/>
                </a:lnTo>
                <a:lnTo>
                  <a:pt x="1639727" y="812395"/>
                </a:lnTo>
                <a:close/>
                <a:moveTo>
                  <a:pt x="1012624" y="2213714"/>
                </a:moveTo>
                <a:lnTo>
                  <a:pt x="1014852" y="2214694"/>
                </a:lnTo>
                <a:lnTo>
                  <a:pt x="1015151" y="2214530"/>
                </a:lnTo>
                <a:lnTo>
                  <a:pt x="1014677" y="2214030"/>
                </a:lnTo>
                <a:lnTo>
                  <a:pt x="1012654" y="2213687"/>
                </a:lnTo>
                <a:close/>
                <a:moveTo>
                  <a:pt x="1658403" y="766791"/>
                </a:moveTo>
                <a:lnTo>
                  <a:pt x="1658254" y="782495"/>
                </a:lnTo>
                <a:lnTo>
                  <a:pt x="1658196" y="783118"/>
                </a:lnTo>
                <a:lnTo>
                  <a:pt x="1659870" y="780095"/>
                </a:lnTo>
                <a:close/>
                <a:moveTo>
                  <a:pt x="1017034" y="2202172"/>
                </a:moveTo>
                <a:lnTo>
                  <a:pt x="1023117" y="2199761"/>
                </a:lnTo>
                <a:lnTo>
                  <a:pt x="1029252" y="2195109"/>
                </a:lnTo>
                <a:lnTo>
                  <a:pt x="1028013" y="2194065"/>
                </a:lnTo>
                <a:lnTo>
                  <a:pt x="1023543" y="2196840"/>
                </a:lnTo>
                <a:close/>
                <a:moveTo>
                  <a:pt x="1676056" y="726346"/>
                </a:moveTo>
                <a:lnTo>
                  <a:pt x="1677225" y="733762"/>
                </a:lnTo>
                <a:lnTo>
                  <a:pt x="1677309" y="731453"/>
                </a:lnTo>
                <a:close/>
                <a:moveTo>
                  <a:pt x="1024801" y="2184602"/>
                </a:moveTo>
                <a:lnTo>
                  <a:pt x="1026857" y="2185700"/>
                </a:lnTo>
                <a:lnTo>
                  <a:pt x="1028024" y="2184425"/>
                </a:lnTo>
                <a:lnTo>
                  <a:pt x="1027546" y="2183972"/>
                </a:lnTo>
                <a:lnTo>
                  <a:pt x="1026738" y="2183983"/>
                </a:lnTo>
                <a:close/>
                <a:moveTo>
                  <a:pt x="1642162" y="802179"/>
                </a:moveTo>
                <a:lnTo>
                  <a:pt x="1640360" y="807758"/>
                </a:lnTo>
                <a:lnTo>
                  <a:pt x="1640229" y="813841"/>
                </a:lnTo>
                <a:lnTo>
                  <a:pt x="1640531" y="814714"/>
                </a:lnTo>
                <a:lnTo>
                  <a:pt x="1643322" y="809858"/>
                </a:lnTo>
                <a:close/>
                <a:moveTo>
                  <a:pt x="1008122" y="2221827"/>
                </a:moveTo>
                <a:lnTo>
                  <a:pt x="1011063" y="2221568"/>
                </a:lnTo>
                <a:lnTo>
                  <a:pt x="1009738" y="2220732"/>
                </a:lnTo>
                <a:lnTo>
                  <a:pt x="1008755" y="2221419"/>
                </a:lnTo>
                <a:close/>
                <a:moveTo>
                  <a:pt x="1004877" y="2228627"/>
                </a:moveTo>
                <a:lnTo>
                  <a:pt x="1007163" y="2230912"/>
                </a:lnTo>
                <a:lnTo>
                  <a:pt x="1008760" y="2229154"/>
                </a:lnTo>
                <a:close/>
                <a:moveTo>
                  <a:pt x="1650221" y="783435"/>
                </a:moveTo>
                <a:lnTo>
                  <a:pt x="1651528" y="792618"/>
                </a:lnTo>
                <a:lnTo>
                  <a:pt x="1652166" y="790250"/>
                </a:lnTo>
                <a:close/>
                <a:moveTo>
                  <a:pt x="1643018" y="799532"/>
                </a:moveTo>
                <a:lnTo>
                  <a:pt x="1642373" y="801530"/>
                </a:lnTo>
                <a:lnTo>
                  <a:pt x="1643651" y="809287"/>
                </a:lnTo>
                <a:lnTo>
                  <a:pt x="1644331" y="808101"/>
                </a:lnTo>
                <a:lnTo>
                  <a:pt x="1644220" y="807149"/>
                </a:lnTo>
                <a:close/>
                <a:moveTo>
                  <a:pt x="990720" y="2260120"/>
                </a:moveTo>
                <a:lnTo>
                  <a:pt x="1002770" y="2271412"/>
                </a:lnTo>
                <a:lnTo>
                  <a:pt x="1003198" y="2270857"/>
                </a:lnTo>
                <a:lnTo>
                  <a:pt x="1004711" y="2268839"/>
                </a:lnTo>
                <a:lnTo>
                  <a:pt x="1000267" y="2266127"/>
                </a:lnTo>
                <a:close/>
                <a:moveTo>
                  <a:pt x="1675469" y="726557"/>
                </a:moveTo>
                <a:lnTo>
                  <a:pt x="1667180" y="809525"/>
                </a:lnTo>
                <a:lnTo>
                  <a:pt x="1669155" y="801368"/>
                </a:lnTo>
                <a:lnTo>
                  <a:pt x="1676444" y="755151"/>
                </a:lnTo>
                <a:lnTo>
                  <a:pt x="1676512" y="753313"/>
                </a:lnTo>
                <a:lnTo>
                  <a:pt x="1675555" y="747797"/>
                </a:lnTo>
                <a:lnTo>
                  <a:pt x="1675853" y="748065"/>
                </a:lnTo>
                <a:lnTo>
                  <a:pt x="1676556" y="752113"/>
                </a:lnTo>
                <a:lnTo>
                  <a:pt x="1677109" y="736953"/>
                </a:lnTo>
                <a:close/>
                <a:moveTo>
                  <a:pt x="1676093" y="725158"/>
                </a:moveTo>
                <a:lnTo>
                  <a:pt x="1677353" y="730283"/>
                </a:lnTo>
                <a:lnTo>
                  <a:pt x="1677668" y="721642"/>
                </a:lnTo>
                <a:close/>
                <a:moveTo>
                  <a:pt x="1670737" y="737122"/>
                </a:moveTo>
                <a:lnTo>
                  <a:pt x="1665312" y="767338"/>
                </a:lnTo>
                <a:lnTo>
                  <a:pt x="1661631" y="786326"/>
                </a:lnTo>
                <a:lnTo>
                  <a:pt x="1661410" y="788000"/>
                </a:lnTo>
                <a:lnTo>
                  <a:pt x="1664460" y="815683"/>
                </a:lnTo>
                <a:lnTo>
                  <a:pt x="1665566" y="813554"/>
                </a:lnTo>
                <a:lnTo>
                  <a:pt x="1674128" y="729548"/>
                </a:lnTo>
                <a:close/>
                <a:moveTo>
                  <a:pt x="1666799" y="745917"/>
                </a:moveTo>
                <a:lnTo>
                  <a:pt x="1665177" y="759565"/>
                </a:lnTo>
                <a:lnTo>
                  <a:pt x="1663291" y="773804"/>
                </a:lnTo>
                <a:lnTo>
                  <a:pt x="1670144" y="738445"/>
                </a:lnTo>
                <a:close/>
                <a:moveTo>
                  <a:pt x="1658504" y="764442"/>
                </a:moveTo>
                <a:lnTo>
                  <a:pt x="1660338" y="779251"/>
                </a:lnTo>
                <a:lnTo>
                  <a:pt x="1661096" y="777882"/>
                </a:lnTo>
                <a:lnTo>
                  <a:pt x="1661208" y="778311"/>
                </a:lnTo>
                <a:lnTo>
                  <a:pt x="1660401" y="779766"/>
                </a:lnTo>
                <a:lnTo>
                  <a:pt x="1661077" y="785223"/>
                </a:lnTo>
                <a:lnTo>
                  <a:pt x="1661208" y="784547"/>
                </a:lnTo>
                <a:lnTo>
                  <a:pt x="1661338" y="776335"/>
                </a:lnTo>
                <a:lnTo>
                  <a:pt x="1661481" y="776524"/>
                </a:lnTo>
                <a:lnTo>
                  <a:pt x="1661366" y="783730"/>
                </a:lnTo>
                <a:lnTo>
                  <a:pt x="1662153" y="779676"/>
                </a:lnTo>
                <a:lnTo>
                  <a:pt x="1666553" y="746468"/>
                </a:lnTo>
                <a:close/>
                <a:moveTo>
                  <a:pt x="1657319" y="767016"/>
                </a:moveTo>
                <a:lnTo>
                  <a:pt x="1656117" y="778777"/>
                </a:lnTo>
                <a:lnTo>
                  <a:pt x="1656661" y="785860"/>
                </a:lnTo>
                <a:lnTo>
                  <a:pt x="1657998" y="771594"/>
                </a:lnTo>
                <a:lnTo>
                  <a:pt x="1658056" y="765430"/>
                </a:lnTo>
                <a:close/>
                <a:moveTo>
                  <a:pt x="1655513" y="770906"/>
                </a:moveTo>
                <a:lnTo>
                  <a:pt x="1655890" y="775819"/>
                </a:lnTo>
                <a:lnTo>
                  <a:pt x="1656772" y="768194"/>
                </a:lnTo>
                <a:close/>
                <a:moveTo>
                  <a:pt x="1647954" y="787725"/>
                </a:moveTo>
                <a:lnTo>
                  <a:pt x="1647135" y="798196"/>
                </a:lnTo>
                <a:lnTo>
                  <a:pt x="1646984" y="803362"/>
                </a:lnTo>
                <a:lnTo>
                  <a:pt x="1647707" y="802054"/>
                </a:lnTo>
                <a:lnTo>
                  <a:pt x="1647813" y="793365"/>
                </a:lnTo>
                <a:lnTo>
                  <a:pt x="1647921" y="793505"/>
                </a:lnTo>
                <a:lnTo>
                  <a:pt x="1647820" y="801853"/>
                </a:lnTo>
                <a:lnTo>
                  <a:pt x="1649388" y="799023"/>
                </a:lnTo>
                <a:close/>
                <a:moveTo>
                  <a:pt x="1008427" y="2219696"/>
                </a:moveTo>
                <a:lnTo>
                  <a:pt x="1009197" y="2220181"/>
                </a:lnTo>
                <a:lnTo>
                  <a:pt x="1013660" y="2217060"/>
                </a:lnTo>
                <a:lnTo>
                  <a:pt x="1011808" y="2217840"/>
                </a:lnTo>
                <a:close/>
                <a:moveTo>
                  <a:pt x="1023898" y="2184891"/>
                </a:moveTo>
                <a:lnTo>
                  <a:pt x="1026098" y="2186527"/>
                </a:lnTo>
                <a:lnTo>
                  <a:pt x="1026690" y="2185881"/>
                </a:lnTo>
                <a:lnTo>
                  <a:pt x="1024438" y="2184719"/>
                </a:lnTo>
                <a:close/>
                <a:moveTo>
                  <a:pt x="1650569" y="781552"/>
                </a:moveTo>
                <a:lnTo>
                  <a:pt x="1653736" y="791171"/>
                </a:lnTo>
                <a:lnTo>
                  <a:pt x="1654211" y="790312"/>
                </a:lnTo>
                <a:lnTo>
                  <a:pt x="1655486" y="779307"/>
                </a:lnTo>
                <a:lnTo>
                  <a:pt x="1654936" y="772148"/>
                </a:lnTo>
                <a:close/>
                <a:moveTo>
                  <a:pt x="1648555" y="785888"/>
                </a:moveTo>
                <a:lnTo>
                  <a:pt x="1650066" y="797798"/>
                </a:lnTo>
                <a:lnTo>
                  <a:pt x="1650198" y="797559"/>
                </a:lnTo>
                <a:lnTo>
                  <a:pt x="1651307" y="793441"/>
                </a:lnTo>
                <a:lnTo>
                  <a:pt x="1649838" y="783126"/>
                </a:lnTo>
                <a:close/>
                <a:moveTo>
                  <a:pt x="1647424" y="788322"/>
                </a:moveTo>
                <a:lnTo>
                  <a:pt x="1647242" y="794554"/>
                </a:lnTo>
                <a:lnTo>
                  <a:pt x="1647792" y="787531"/>
                </a:lnTo>
                <a:close/>
                <a:moveTo>
                  <a:pt x="1644849" y="793867"/>
                </a:moveTo>
                <a:lnTo>
                  <a:pt x="1643329" y="798570"/>
                </a:lnTo>
                <a:lnTo>
                  <a:pt x="1644725" y="807417"/>
                </a:lnTo>
                <a:lnTo>
                  <a:pt x="1645074" y="806809"/>
                </a:lnTo>
                <a:lnTo>
                  <a:pt x="1646398" y="804419"/>
                </a:lnTo>
                <a:lnTo>
                  <a:pt x="1646575" y="802493"/>
                </a:lnTo>
                <a:lnTo>
                  <a:pt x="1646961" y="789319"/>
                </a:lnTo>
                <a:close/>
                <a:moveTo>
                  <a:pt x="1023050" y="2185372"/>
                </a:moveTo>
                <a:lnTo>
                  <a:pt x="1025003" y="2187723"/>
                </a:lnTo>
                <a:lnTo>
                  <a:pt x="1025866" y="2186780"/>
                </a:lnTo>
                <a:lnTo>
                  <a:pt x="1023523" y="2185040"/>
                </a:lnTo>
                <a:close/>
                <a:moveTo>
                  <a:pt x="1630097" y="825631"/>
                </a:moveTo>
                <a:lnTo>
                  <a:pt x="1629058" y="830933"/>
                </a:lnTo>
                <a:lnTo>
                  <a:pt x="1629069" y="830990"/>
                </a:lnTo>
                <a:lnTo>
                  <a:pt x="1630880" y="826530"/>
                </a:lnTo>
                <a:lnTo>
                  <a:pt x="1630707" y="824317"/>
                </a:lnTo>
                <a:close/>
                <a:moveTo>
                  <a:pt x="1623029" y="841397"/>
                </a:moveTo>
                <a:lnTo>
                  <a:pt x="1622883" y="842001"/>
                </a:lnTo>
                <a:lnTo>
                  <a:pt x="1623119" y="845013"/>
                </a:lnTo>
                <a:lnTo>
                  <a:pt x="1623819" y="843796"/>
                </a:lnTo>
                <a:close/>
                <a:moveTo>
                  <a:pt x="1625806" y="834870"/>
                </a:moveTo>
                <a:lnTo>
                  <a:pt x="1626543" y="837210"/>
                </a:lnTo>
                <a:lnTo>
                  <a:pt x="1626912" y="836303"/>
                </a:lnTo>
                <a:lnTo>
                  <a:pt x="1627606" y="832798"/>
                </a:lnTo>
                <a:lnTo>
                  <a:pt x="1627286" y="831681"/>
                </a:lnTo>
                <a:close/>
                <a:moveTo>
                  <a:pt x="989532" y="2259573"/>
                </a:moveTo>
                <a:lnTo>
                  <a:pt x="999118" y="2276145"/>
                </a:lnTo>
                <a:lnTo>
                  <a:pt x="1002583" y="2271654"/>
                </a:lnTo>
                <a:lnTo>
                  <a:pt x="1000085" y="2269463"/>
                </a:lnTo>
                <a:close/>
                <a:moveTo>
                  <a:pt x="1647025" y="787132"/>
                </a:moveTo>
                <a:lnTo>
                  <a:pt x="1646820" y="787767"/>
                </a:lnTo>
                <a:lnTo>
                  <a:pt x="1647019" y="787341"/>
                </a:lnTo>
                <a:close/>
                <a:moveTo>
                  <a:pt x="1647638" y="785235"/>
                </a:moveTo>
                <a:lnTo>
                  <a:pt x="1647503" y="785655"/>
                </a:lnTo>
                <a:lnTo>
                  <a:pt x="1647483" y="786348"/>
                </a:lnTo>
                <a:lnTo>
                  <a:pt x="1647716" y="785848"/>
                </a:lnTo>
                <a:close/>
                <a:moveTo>
                  <a:pt x="1031224" y="2165225"/>
                </a:moveTo>
                <a:lnTo>
                  <a:pt x="1031683" y="2165589"/>
                </a:lnTo>
                <a:lnTo>
                  <a:pt x="1031706" y="2165563"/>
                </a:lnTo>
                <a:lnTo>
                  <a:pt x="1031493" y="2165261"/>
                </a:lnTo>
                <a:close/>
                <a:moveTo>
                  <a:pt x="1021763" y="2186274"/>
                </a:moveTo>
                <a:lnTo>
                  <a:pt x="1024434" y="2188335"/>
                </a:lnTo>
                <a:lnTo>
                  <a:pt x="1024447" y="2188329"/>
                </a:lnTo>
                <a:lnTo>
                  <a:pt x="1024949" y="2187782"/>
                </a:lnTo>
                <a:lnTo>
                  <a:pt x="1024773" y="2187760"/>
                </a:lnTo>
                <a:lnTo>
                  <a:pt x="1022885" y="2185488"/>
                </a:lnTo>
                <a:close/>
                <a:moveTo>
                  <a:pt x="1657853" y="761791"/>
                </a:moveTo>
                <a:lnTo>
                  <a:pt x="1657546" y="764793"/>
                </a:lnTo>
                <a:lnTo>
                  <a:pt x="1658061" y="763688"/>
                </a:lnTo>
                <a:close/>
                <a:moveTo>
                  <a:pt x="1649259" y="780218"/>
                </a:moveTo>
                <a:lnTo>
                  <a:pt x="1648312" y="783150"/>
                </a:lnTo>
                <a:lnTo>
                  <a:pt x="1648272" y="783661"/>
                </a:lnTo>
                <a:lnTo>
                  <a:pt x="1648372" y="784445"/>
                </a:lnTo>
                <a:lnTo>
                  <a:pt x="1649639" y="781729"/>
                </a:lnTo>
                <a:lnTo>
                  <a:pt x="1649550" y="781099"/>
                </a:lnTo>
                <a:close/>
                <a:moveTo>
                  <a:pt x="1606499" y="875898"/>
                </a:moveTo>
                <a:lnTo>
                  <a:pt x="1606083" y="877624"/>
                </a:lnTo>
                <a:lnTo>
                  <a:pt x="1606275" y="878170"/>
                </a:lnTo>
                <a:lnTo>
                  <a:pt x="1606811" y="877203"/>
                </a:lnTo>
                <a:close/>
                <a:moveTo>
                  <a:pt x="1006804" y="2218672"/>
                </a:moveTo>
                <a:lnTo>
                  <a:pt x="1007176" y="2218906"/>
                </a:lnTo>
                <a:lnTo>
                  <a:pt x="1014264" y="2215017"/>
                </a:lnTo>
                <a:lnTo>
                  <a:pt x="1012178" y="2214099"/>
                </a:lnTo>
                <a:lnTo>
                  <a:pt x="1009974" y="2216006"/>
                </a:lnTo>
                <a:close/>
                <a:moveTo>
                  <a:pt x="1020500" y="2187160"/>
                </a:moveTo>
                <a:lnTo>
                  <a:pt x="1023334" y="2189544"/>
                </a:lnTo>
                <a:lnTo>
                  <a:pt x="1024219" y="2188578"/>
                </a:lnTo>
                <a:lnTo>
                  <a:pt x="1024172" y="2188541"/>
                </a:lnTo>
                <a:lnTo>
                  <a:pt x="1023277" y="2188875"/>
                </a:lnTo>
                <a:lnTo>
                  <a:pt x="1023121" y="2188825"/>
                </a:lnTo>
                <a:lnTo>
                  <a:pt x="1024077" y="2188468"/>
                </a:lnTo>
                <a:lnTo>
                  <a:pt x="1021485" y="2186470"/>
                </a:lnTo>
                <a:close/>
                <a:moveTo>
                  <a:pt x="988738" y="2258200"/>
                </a:moveTo>
                <a:lnTo>
                  <a:pt x="988811" y="2258326"/>
                </a:lnTo>
                <a:lnTo>
                  <a:pt x="1004971" y="2268494"/>
                </a:lnTo>
                <a:lnTo>
                  <a:pt x="1005979" y="2267149"/>
                </a:lnTo>
                <a:lnTo>
                  <a:pt x="1002341" y="2258034"/>
                </a:lnTo>
                <a:close/>
                <a:moveTo>
                  <a:pt x="1658115" y="759224"/>
                </a:moveTo>
                <a:lnTo>
                  <a:pt x="1657999" y="760360"/>
                </a:lnTo>
                <a:lnTo>
                  <a:pt x="1658097" y="761151"/>
                </a:lnTo>
                <a:close/>
                <a:moveTo>
                  <a:pt x="1029592" y="2166518"/>
                </a:moveTo>
                <a:lnTo>
                  <a:pt x="1031349" y="2165979"/>
                </a:lnTo>
                <a:lnTo>
                  <a:pt x="1031437" y="2165877"/>
                </a:lnTo>
                <a:lnTo>
                  <a:pt x="1030662" y="2165282"/>
                </a:lnTo>
                <a:close/>
                <a:moveTo>
                  <a:pt x="1005306" y="2219932"/>
                </a:moveTo>
                <a:lnTo>
                  <a:pt x="1006997" y="2219003"/>
                </a:lnTo>
                <a:lnTo>
                  <a:pt x="1006662" y="2218791"/>
                </a:lnTo>
                <a:close/>
                <a:moveTo>
                  <a:pt x="1019510" y="2187854"/>
                </a:moveTo>
                <a:lnTo>
                  <a:pt x="1022351" y="2190617"/>
                </a:lnTo>
                <a:lnTo>
                  <a:pt x="1023031" y="2189875"/>
                </a:lnTo>
                <a:lnTo>
                  <a:pt x="1020121" y="2187426"/>
                </a:lnTo>
                <a:close/>
                <a:moveTo>
                  <a:pt x="1689543" y="687385"/>
                </a:moveTo>
                <a:lnTo>
                  <a:pt x="1687566" y="710469"/>
                </a:lnTo>
                <a:lnTo>
                  <a:pt x="1687517" y="710858"/>
                </a:lnTo>
                <a:lnTo>
                  <a:pt x="1688522" y="718133"/>
                </a:lnTo>
                <a:lnTo>
                  <a:pt x="1689444" y="725551"/>
                </a:lnTo>
                <a:lnTo>
                  <a:pt x="1691094" y="702529"/>
                </a:lnTo>
                <a:lnTo>
                  <a:pt x="1691296" y="702827"/>
                </a:lnTo>
                <a:lnTo>
                  <a:pt x="1689587" y="726691"/>
                </a:lnTo>
                <a:lnTo>
                  <a:pt x="1691549" y="742472"/>
                </a:lnTo>
                <a:lnTo>
                  <a:pt x="1693555" y="719621"/>
                </a:lnTo>
                <a:close/>
                <a:moveTo>
                  <a:pt x="1003859" y="2222202"/>
                </a:moveTo>
                <a:lnTo>
                  <a:pt x="1006660" y="2221955"/>
                </a:lnTo>
                <a:lnTo>
                  <a:pt x="1009039" y="2220291"/>
                </a:lnTo>
                <a:lnTo>
                  <a:pt x="1008249" y="2219793"/>
                </a:lnTo>
                <a:close/>
                <a:moveTo>
                  <a:pt x="1626255" y="828070"/>
                </a:moveTo>
                <a:lnTo>
                  <a:pt x="1625105" y="832822"/>
                </a:lnTo>
                <a:lnTo>
                  <a:pt x="1625408" y="833632"/>
                </a:lnTo>
                <a:lnTo>
                  <a:pt x="1626919" y="830395"/>
                </a:lnTo>
                <a:close/>
                <a:moveTo>
                  <a:pt x="995627" y="2240071"/>
                </a:moveTo>
                <a:lnTo>
                  <a:pt x="996581" y="2242559"/>
                </a:lnTo>
                <a:lnTo>
                  <a:pt x="1001003" y="2237692"/>
                </a:lnTo>
                <a:close/>
                <a:moveTo>
                  <a:pt x="1002002" y="2225751"/>
                </a:moveTo>
                <a:lnTo>
                  <a:pt x="1002121" y="2225871"/>
                </a:lnTo>
                <a:lnTo>
                  <a:pt x="1011231" y="2226433"/>
                </a:lnTo>
                <a:lnTo>
                  <a:pt x="1013981" y="2223407"/>
                </a:lnTo>
                <a:lnTo>
                  <a:pt x="1012198" y="2222283"/>
                </a:lnTo>
                <a:lnTo>
                  <a:pt x="1006648" y="2222772"/>
                </a:lnTo>
                <a:close/>
                <a:moveTo>
                  <a:pt x="1706385" y="647980"/>
                </a:moveTo>
                <a:lnTo>
                  <a:pt x="1706744" y="676501"/>
                </a:lnTo>
                <a:lnTo>
                  <a:pt x="1706287" y="724633"/>
                </a:lnTo>
                <a:lnTo>
                  <a:pt x="1711204" y="745265"/>
                </a:lnTo>
                <a:lnTo>
                  <a:pt x="1712891" y="731484"/>
                </a:lnTo>
                <a:lnTo>
                  <a:pt x="1715144" y="710790"/>
                </a:lnTo>
                <a:lnTo>
                  <a:pt x="1715304" y="711048"/>
                </a:lnTo>
                <a:lnTo>
                  <a:pt x="1711461" y="746347"/>
                </a:lnTo>
                <a:lnTo>
                  <a:pt x="1712671" y="751424"/>
                </a:lnTo>
                <a:lnTo>
                  <a:pt x="1715675" y="739710"/>
                </a:lnTo>
                <a:lnTo>
                  <a:pt x="1720657" y="707868"/>
                </a:lnTo>
                <a:close/>
                <a:moveTo>
                  <a:pt x="1654347" y="764475"/>
                </a:moveTo>
                <a:lnTo>
                  <a:pt x="1649690" y="778885"/>
                </a:lnTo>
                <a:lnTo>
                  <a:pt x="1650219" y="780489"/>
                </a:lnTo>
                <a:lnTo>
                  <a:pt x="1654819" y="770633"/>
                </a:lnTo>
                <a:close/>
                <a:moveTo>
                  <a:pt x="1028028" y="2166357"/>
                </a:moveTo>
                <a:lnTo>
                  <a:pt x="1028509" y="2166850"/>
                </a:lnTo>
                <a:lnTo>
                  <a:pt x="1028761" y="2166773"/>
                </a:lnTo>
                <a:lnTo>
                  <a:pt x="1030220" y="2165088"/>
                </a:lnTo>
                <a:lnTo>
                  <a:pt x="1029140" y="2164941"/>
                </a:lnTo>
                <a:close/>
                <a:moveTo>
                  <a:pt x="987758" y="2256506"/>
                </a:moveTo>
                <a:lnTo>
                  <a:pt x="987979" y="2256889"/>
                </a:lnTo>
                <a:lnTo>
                  <a:pt x="989976" y="2256865"/>
                </a:lnTo>
                <a:lnTo>
                  <a:pt x="1001481" y="2255880"/>
                </a:lnTo>
                <a:lnTo>
                  <a:pt x="999443" y="2250773"/>
                </a:lnTo>
                <a:lnTo>
                  <a:pt x="990626" y="2255136"/>
                </a:lnTo>
                <a:close/>
                <a:moveTo>
                  <a:pt x="1027365" y="2167201"/>
                </a:moveTo>
                <a:lnTo>
                  <a:pt x="1028184" y="2166950"/>
                </a:lnTo>
                <a:lnTo>
                  <a:pt x="1027839" y="2166597"/>
                </a:lnTo>
                <a:close/>
                <a:moveTo>
                  <a:pt x="987165" y="2256789"/>
                </a:moveTo>
                <a:lnTo>
                  <a:pt x="987281" y="2256897"/>
                </a:lnTo>
                <a:lnTo>
                  <a:pt x="987403" y="2256896"/>
                </a:lnTo>
                <a:lnTo>
                  <a:pt x="987302" y="2256724"/>
                </a:lnTo>
                <a:close/>
                <a:moveTo>
                  <a:pt x="1674100" y="718390"/>
                </a:moveTo>
                <a:lnTo>
                  <a:pt x="1670961" y="735876"/>
                </a:lnTo>
                <a:lnTo>
                  <a:pt x="1674227" y="728582"/>
                </a:lnTo>
                <a:lnTo>
                  <a:pt x="1674840" y="722567"/>
                </a:lnTo>
                <a:lnTo>
                  <a:pt x="1674324" y="719298"/>
                </a:lnTo>
                <a:close/>
                <a:moveTo>
                  <a:pt x="1636188" y="803038"/>
                </a:moveTo>
                <a:lnTo>
                  <a:pt x="1636020" y="805393"/>
                </a:lnTo>
                <a:lnTo>
                  <a:pt x="1636638" y="808419"/>
                </a:lnTo>
                <a:lnTo>
                  <a:pt x="1636827" y="804969"/>
                </a:lnTo>
                <a:close/>
                <a:moveTo>
                  <a:pt x="1657138" y="755839"/>
                </a:moveTo>
                <a:lnTo>
                  <a:pt x="1654889" y="762796"/>
                </a:lnTo>
                <a:lnTo>
                  <a:pt x="1655397" y="769396"/>
                </a:lnTo>
                <a:lnTo>
                  <a:pt x="1657041" y="765875"/>
                </a:lnTo>
                <a:lnTo>
                  <a:pt x="1657688" y="760291"/>
                </a:lnTo>
                <a:lnTo>
                  <a:pt x="1657675" y="760172"/>
                </a:lnTo>
                <a:close/>
                <a:moveTo>
                  <a:pt x="1625695" y="826108"/>
                </a:moveTo>
                <a:lnTo>
                  <a:pt x="1624666" y="831647"/>
                </a:lnTo>
                <a:lnTo>
                  <a:pt x="1624955" y="832421"/>
                </a:lnTo>
                <a:lnTo>
                  <a:pt x="1625256" y="831248"/>
                </a:lnTo>
                <a:lnTo>
                  <a:pt x="1626131" y="827636"/>
                </a:lnTo>
                <a:close/>
                <a:moveTo>
                  <a:pt x="1640669" y="792538"/>
                </a:moveTo>
                <a:lnTo>
                  <a:pt x="1640656" y="794070"/>
                </a:lnTo>
                <a:lnTo>
                  <a:pt x="1640500" y="801304"/>
                </a:lnTo>
                <a:lnTo>
                  <a:pt x="1641656" y="798827"/>
                </a:lnTo>
                <a:lnTo>
                  <a:pt x="1641123" y="795297"/>
                </a:lnTo>
                <a:close/>
                <a:moveTo>
                  <a:pt x="1628277" y="819718"/>
                </a:moveTo>
                <a:lnTo>
                  <a:pt x="1627570" y="822640"/>
                </a:lnTo>
                <a:lnTo>
                  <a:pt x="1628030" y="825201"/>
                </a:lnTo>
                <a:close/>
                <a:moveTo>
                  <a:pt x="1658179" y="752537"/>
                </a:moveTo>
                <a:lnTo>
                  <a:pt x="1658013" y="753130"/>
                </a:lnTo>
                <a:lnTo>
                  <a:pt x="1657356" y="755164"/>
                </a:lnTo>
                <a:lnTo>
                  <a:pt x="1657833" y="759018"/>
                </a:lnTo>
                <a:lnTo>
                  <a:pt x="1658146" y="755952"/>
                </a:lnTo>
                <a:close/>
                <a:moveTo>
                  <a:pt x="1647792" y="775762"/>
                </a:moveTo>
                <a:lnTo>
                  <a:pt x="1647695" y="779107"/>
                </a:lnTo>
                <a:lnTo>
                  <a:pt x="1647933" y="780982"/>
                </a:lnTo>
                <a:lnTo>
                  <a:pt x="1648423" y="779465"/>
                </a:lnTo>
                <a:lnTo>
                  <a:pt x="1648428" y="779404"/>
                </a:lnTo>
                <a:lnTo>
                  <a:pt x="1648437" y="779419"/>
                </a:lnTo>
                <a:lnTo>
                  <a:pt x="1648714" y="778562"/>
                </a:lnTo>
                <a:close/>
                <a:moveTo>
                  <a:pt x="987040" y="2255267"/>
                </a:moveTo>
                <a:lnTo>
                  <a:pt x="987555" y="2256156"/>
                </a:lnTo>
                <a:lnTo>
                  <a:pt x="999277" y="2250358"/>
                </a:lnTo>
                <a:lnTo>
                  <a:pt x="998148" y="2247528"/>
                </a:lnTo>
                <a:lnTo>
                  <a:pt x="996438" y="2247576"/>
                </a:lnTo>
                <a:close/>
                <a:moveTo>
                  <a:pt x="963756" y="2307206"/>
                </a:moveTo>
                <a:lnTo>
                  <a:pt x="965055" y="2308806"/>
                </a:lnTo>
                <a:lnTo>
                  <a:pt x="968477" y="2312838"/>
                </a:lnTo>
                <a:lnTo>
                  <a:pt x="995654" y="2302747"/>
                </a:lnTo>
                <a:lnTo>
                  <a:pt x="976367" y="2305547"/>
                </a:lnTo>
                <a:close/>
                <a:moveTo>
                  <a:pt x="1004021" y="2216894"/>
                </a:moveTo>
                <a:lnTo>
                  <a:pt x="1005182" y="2217649"/>
                </a:lnTo>
                <a:lnTo>
                  <a:pt x="1006477" y="2218466"/>
                </a:lnTo>
                <a:lnTo>
                  <a:pt x="1011731" y="2213903"/>
                </a:lnTo>
                <a:lnTo>
                  <a:pt x="1011239" y="2213687"/>
                </a:lnTo>
                <a:lnTo>
                  <a:pt x="1010452" y="2214142"/>
                </a:lnTo>
                <a:close/>
                <a:moveTo>
                  <a:pt x="1658677" y="750754"/>
                </a:moveTo>
                <a:lnTo>
                  <a:pt x="1658551" y="751205"/>
                </a:lnTo>
                <a:lnTo>
                  <a:pt x="1658543" y="752066"/>
                </a:lnTo>
                <a:close/>
                <a:moveTo>
                  <a:pt x="1026959" y="2165262"/>
                </a:moveTo>
                <a:lnTo>
                  <a:pt x="1027042" y="2165348"/>
                </a:lnTo>
                <a:lnTo>
                  <a:pt x="1027264" y="2165067"/>
                </a:lnTo>
                <a:close/>
                <a:moveTo>
                  <a:pt x="986240" y="2255922"/>
                </a:moveTo>
                <a:lnTo>
                  <a:pt x="986858" y="2256501"/>
                </a:lnTo>
                <a:lnTo>
                  <a:pt x="987104" y="2256380"/>
                </a:lnTo>
                <a:lnTo>
                  <a:pt x="986647" y="2255589"/>
                </a:lnTo>
                <a:close/>
                <a:moveTo>
                  <a:pt x="1000368" y="2224117"/>
                </a:moveTo>
                <a:lnTo>
                  <a:pt x="1001684" y="2225434"/>
                </a:lnTo>
                <a:lnTo>
                  <a:pt x="1005326" y="2222888"/>
                </a:lnTo>
                <a:lnTo>
                  <a:pt x="1002088" y="2223173"/>
                </a:lnTo>
                <a:close/>
                <a:moveTo>
                  <a:pt x="985696" y="2256367"/>
                </a:moveTo>
                <a:lnTo>
                  <a:pt x="986327" y="2256764"/>
                </a:lnTo>
                <a:lnTo>
                  <a:pt x="986463" y="2256697"/>
                </a:lnTo>
                <a:lnTo>
                  <a:pt x="985918" y="2256186"/>
                </a:lnTo>
                <a:close/>
                <a:moveTo>
                  <a:pt x="1021807" y="2175507"/>
                </a:moveTo>
                <a:lnTo>
                  <a:pt x="1022416" y="2176008"/>
                </a:lnTo>
                <a:lnTo>
                  <a:pt x="1022766" y="2176021"/>
                </a:lnTo>
                <a:lnTo>
                  <a:pt x="1024023" y="2174552"/>
                </a:lnTo>
                <a:lnTo>
                  <a:pt x="1022133" y="2175131"/>
                </a:lnTo>
                <a:close/>
                <a:moveTo>
                  <a:pt x="1021549" y="2175805"/>
                </a:moveTo>
                <a:lnTo>
                  <a:pt x="1021693" y="2175980"/>
                </a:lnTo>
                <a:lnTo>
                  <a:pt x="1021922" y="2175989"/>
                </a:lnTo>
                <a:lnTo>
                  <a:pt x="1021611" y="2175734"/>
                </a:lnTo>
                <a:close/>
                <a:moveTo>
                  <a:pt x="1629839" y="813269"/>
                </a:moveTo>
                <a:lnTo>
                  <a:pt x="1628865" y="817292"/>
                </a:lnTo>
                <a:lnTo>
                  <a:pt x="1628837" y="818381"/>
                </a:lnTo>
                <a:lnTo>
                  <a:pt x="1628293" y="826669"/>
                </a:lnTo>
                <a:lnTo>
                  <a:pt x="1628395" y="827235"/>
                </a:lnTo>
                <a:lnTo>
                  <a:pt x="1628935" y="826078"/>
                </a:lnTo>
                <a:lnTo>
                  <a:pt x="1630301" y="819168"/>
                </a:lnTo>
                <a:close/>
                <a:moveTo>
                  <a:pt x="985013" y="2256926"/>
                </a:moveTo>
                <a:lnTo>
                  <a:pt x="985631" y="2256918"/>
                </a:lnTo>
                <a:lnTo>
                  <a:pt x="985287" y="2256702"/>
                </a:lnTo>
                <a:close/>
                <a:moveTo>
                  <a:pt x="1025323" y="2166312"/>
                </a:moveTo>
                <a:lnTo>
                  <a:pt x="1025817" y="2166907"/>
                </a:lnTo>
                <a:lnTo>
                  <a:pt x="1026854" y="2165589"/>
                </a:lnTo>
                <a:lnTo>
                  <a:pt x="1026699" y="2165429"/>
                </a:lnTo>
                <a:close/>
                <a:moveTo>
                  <a:pt x="1021228" y="2175419"/>
                </a:moveTo>
                <a:lnTo>
                  <a:pt x="1021250" y="2175445"/>
                </a:lnTo>
                <a:lnTo>
                  <a:pt x="1021254" y="2175440"/>
                </a:lnTo>
                <a:close/>
                <a:moveTo>
                  <a:pt x="998511" y="2225648"/>
                </a:moveTo>
                <a:lnTo>
                  <a:pt x="1001146" y="2225810"/>
                </a:lnTo>
                <a:lnTo>
                  <a:pt x="1001237" y="2225747"/>
                </a:lnTo>
                <a:lnTo>
                  <a:pt x="999938" y="2224448"/>
                </a:lnTo>
                <a:close/>
                <a:moveTo>
                  <a:pt x="1646836" y="772855"/>
                </a:moveTo>
                <a:lnTo>
                  <a:pt x="1647338" y="776438"/>
                </a:lnTo>
                <a:lnTo>
                  <a:pt x="1647394" y="774551"/>
                </a:lnTo>
                <a:close/>
                <a:moveTo>
                  <a:pt x="1011641" y="2194450"/>
                </a:moveTo>
                <a:lnTo>
                  <a:pt x="1021172" y="2191904"/>
                </a:lnTo>
                <a:lnTo>
                  <a:pt x="1022131" y="2190857"/>
                </a:lnTo>
                <a:lnTo>
                  <a:pt x="1019239" y="2188044"/>
                </a:lnTo>
                <a:lnTo>
                  <a:pt x="1016069" y="2190267"/>
                </a:lnTo>
                <a:lnTo>
                  <a:pt x="1012854" y="2193369"/>
                </a:lnTo>
                <a:close/>
                <a:moveTo>
                  <a:pt x="997556" y="2225589"/>
                </a:moveTo>
                <a:lnTo>
                  <a:pt x="998228" y="2225630"/>
                </a:lnTo>
                <a:lnTo>
                  <a:pt x="999290" y="2224708"/>
                </a:lnTo>
                <a:lnTo>
                  <a:pt x="998933" y="2224904"/>
                </a:lnTo>
                <a:close/>
                <a:moveTo>
                  <a:pt x="1640730" y="785028"/>
                </a:moveTo>
                <a:lnTo>
                  <a:pt x="1640679" y="791257"/>
                </a:lnTo>
                <a:lnTo>
                  <a:pt x="1641856" y="798400"/>
                </a:lnTo>
                <a:lnTo>
                  <a:pt x="1642591" y="796825"/>
                </a:lnTo>
                <a:close/>
                <a:moveTo>
                  <a:pt x="1604273" y="866622"/>
                </a:moveTo>
                <a:lnTo>
                  <a:pt x="1604371" y="867631"/>
                </a:lnTo>
                <a:lnTo>
                  <a:pt x="1604443" y="867332"/>
                </a:lnTo>
                <a:close/>
                <a:moveTo>
                  <a:pt x="1676794" y="703394"/>
                </a:moveTo>
                <a:lnTo>
                  <a:pt x="1674437" y="716521"/>
                </a:lnTo>
                <a:lnTo>
                  <a:pt x="1675076" y="720246"/>
                </a:lnTo>
                <a:close/>
                <a:moveTo>
                  <a:pt x="1628726" y="809799"/>
                </a:moveTo>
                <a:lnTo>
                  <a:pt x="1626965" y="819273"/>
                </a:lnTo>
                <a:lnTo>
                  <a:pt x="1627472" y="822095"/>
                </a:lnTo>
                <a:lnTo>
                  <a:pt x="1628330" y="818552"/>
                </a:lnTo>
                <a:close/>
                <a:moveTo>
                  <a:pt x="1009409" y="2196438"/>
                </a:moveTo>
                <a:lnTo>
                  <a:pt x="1011634" y="2200062"/>
                </a:lnTo>
                <a:lnTo>
                  <a:pt x="1019245" y="2193828"/>
                </a:lnTo>
                <a:lnTo>
                  <a:pt x="1019339" y="2193746"/>
                </a:lnTo>
                <a:lnTo>
                  <a:pt x="1009472" y="2196382"/>
                </a:lnTo>
                <a:close/>
                <a:moveTo>
                  <a:pt x="1005790" y="2203957"/>
                </a:moveTo>
                <a:lnTo>
                  <a:pt x="1006057" y="2204237"/>
                </a:lnTo>
                <a:lnTo>
                  <a:pt x="1006456" y="2204303"/>
                </a:lnTo>
                <a:lnTo>
                  <a:pt x="1006994" y="2203862"/>
                </a:lnTo>
                <a:close/>
                <a:moveTo>
                  <a:pt x="993409" y="2231263"/>
                </a:moveTo>
                <a:lnTo>
                  <a:pt x="1002936" y="2235564"/>
                </a:lnTo>
                <a:lnTo>
                  <a:pt x="1006252" y="2231914"/>
                </a:lnTo>
                <a:lnTo>
                  <a:pt x="1004576" y="2233139"/>
                </a:lnTo>
                <a:lnTo>
                  <a:pt x="1004422" y="2233133"/>
                </a:lnTo>
                <a:lnTo>
                  <a:pt x="1006574" y="2231560"/>
                </a:lnTo>
                <a:lnTo>
                  <a:pt x="1006800" y="2231310"/>
                </a:lnTo>
                <a:lnTo>
                  <a:pt x="1003998" y="2228507"/>
                </a:lnTo>
                <a:lnTo>
                  <a:pt x="998804" y="2227803"/>
                </a:lnTo>
                <a:close/>
                <a:moveTo>
                  <a:pt x="1008418" y="2197321"/>
                </a:moveTo>
                <a:lnTo>
                  <a:pt x="1011393" y="2200260"/>
                </a:lnTo>
                <a:lnTo>
                  <a:pt x="1011403" y="2200251"/>
                </a:lnTo>
                <a:lnTo>
                  <a:pt x="1009140" y="2196677"/>
                </a:lnTo>
                <a:close/>
                <a:moveTo>
                  <a:pt x="1020801" y="2169212"/>
                </a:moveTo>
                <a:lnTo>
                  <a:pt x="1025023" y="2167918"/>
                </a:lnTo>
                <a:lnTo>
                  <a:pt x="1025675" y="2167089"/>
                </a:lnTo>
                <a:lnTo>
                  <a:pt x="1025133" y="2166434"/>
                </a:lnTo>
                <a:close/>
                <a:moveTo>
                  <a:pt x="1629316" y="806618"/>
                </a:moveTo>
                <a:lnTo>
                  <a:pt x="1629110" y="807728"/>
                </a:lnTo>
                <a:lnTo>
                  <a:pt x="1628892" y="816231"/>
                </a:lnTo>
                <a:lnTo>
                  <a:pt x="1629783" y="812553"/>
                </a:lnTo>
                <a:close/>
                <a:moveTo>
                  <a:pt x="987403" y="2243712"/>
                </a:moveTo>
                <a:lnTo>
                  <a:pt x="995747" y="2243478"/>
                </a:lnTo>
                <a:lnTo>
                  <a:pt x="996292" y="2242878"/>
                </a:lnTo>
                <a:lnTo>
                  <a:pt x="995784" y="2241607"/>
                </a:lnTo>
                <a:lnTo>
                  <a:pt x="995259" y="2240235"/>
                </a:lnTo>
                <a:close/>
                <a:moveTo>
                  <a:pt x="992538" y="2232010"/>
                </a:moveTo>
                <a:lnTo>
                  <a:pt x="995512" y="2239769"/>
                </a:lnTo>
                <a:lnTo>
                  <a:pt x="1001541" y="2237100"/>
                </a:lnTo>
                <a:lnTo>
                  <a:pt x="1002365" y="2236193"/>
                </a:lnTo>
                <a:lnTo>
                  <a:pt x="996992" y="2234021"/>
                </a:lnTo>
                <a:close/>
                <a:moveTo>
                  <a:pt x="1013323" y="2185165"/>
                </a:moveTo>
                <a:lnTo>
                  <a:pt x="1014360" y="2184833"/>
                </a:lnTo>
                <a:lnTo>
                  <a:pt x="1015150" y="2184145"/>
                </a:lnTo>
                <a:lnTo>
                  <a:pt x="1014220" y="2184158"/>
                </a:lnTo>
                <a:close/>
                <a:moveTo>
                  <a:pt x="1004814" y="2204033"/>
                </a:moveTo>
                <a:lnTo>
                  <a:pt x="1005238" y="2204103"/>
                </a:lnTo>
                <a:lnTo>
                  <a:pt x="1005147" y="2204008"/>
                </a:lnTo>
                <a:close/>
                <a:moveTo>
                  <a:pt x="997198" y="2220948"/>
                </a:moveTo>
                <a:lnTo>
                  <a:pt x="998890" y="2222640"/>
                </a:lnTo>
                <a:lnTo>
                  <a:pt x="999721" y="2222566"/>
                </a:lnTo>
                <a:lnTo>
                  <a:pt x="1003104" y="2221140"/>
                </a:lnTo>
                <a:lnTo>
                  <a:pt x="1003904" y="2220701"/>
                </a:lnTo>
                <a:lnTo>
                  <a:pt x="1006338" y="2218587"/>
                </a:lnTo>
                <a:lnTo>
                  <a:pt x="1003801" y="2216988"/>
                </a:lnTo>
                <a:lnTo>
                  <a:pt x="1000632" y="2218344"/>
                </a:lnTo>
                <a:lnTo>
                  <a:pt x="997206" y="2220943"/>
                </a:lnTo>
                <a:close/>
                <a:moveTo>
                  <a:pt x="1598875" y="873524"/>
                </a:moveTo>
                <a:lnTo>
                  <a:pt x="1600099" y="878474"/>
                </a:lnTo>
                <a:lnTo>
                  <a:pt x="1600568" y="879115"/>
                </a:lnTo>
                <a:lnTo>
                  <a:pt x="1600536" y="878242"/>
                </a:lnTo>
                <a:close/>
                <a:moveTo>
                  <a:pt x="1015465" y="2179622"/>
                </a:moveTo>
                <a:lnTo>
                  <a:pt x="1015721" y="2179758"/>
                </a:lnTo>
                <a:lnTo>
                  <a:pt x="1015860" y="2179582"/>
                </a:lnTo>
                <a:close/>
                <a:moveTo>
                  <a:pt x="1637878" y="785887"/>
                </a:moveTo>
                <a:lnTo>
                  <a:pt x="1637142" y="789645"/>
                </a:lnTo>
                <a:lnTo>
                  <a:pt x="1636239" y="802322"/>
                </a:lnTo>
                <a:lnTo>
                  <a:pt x="1636873" y="804152"/>
                </a:lnTo>
                <a:close/>
                <a:moveTo>
                  <a:pt x="1691388" y="665880"/>
                </a:moveTo>
                <a:lnTo>
                  <a:pt x="1689818" y="684193"/>
                </a:lnTo>
                <a:lnTo>
                  <a:pt x="1693832" y="716457"/>
                </a:lnTo>
                <a:lnTo>
                  <a:pt x="1696474" y="686351"/>
                </a:lnTo>
                <a:lnTo>
                  <a:pt x="1695059" y="680416"/>
                </a:lnTo>
                <a:close/>
                <a:moveTo>
                  <a:pt x="992385" y="2230801"/>
                </a:moveTo>
                <a:lnTo>
                  <a:pt x="993095" y="2231121"/>
                </a:lnTo>
                <a:lnTo>
                  <a:pt x="998362" y="2227743"/>
                </a:lnTo>
                <a:lnTo>
                  <a:pt x="996345" y="2227469"/>
                </a:lnTo>
                <a:close/>
                <a:moveTo>
                  <a:pt x="1012478" y="2185435"/>
                </a:moveTo>
                <a:lnTo>
                  <a:pt x="1012647" y="2185382"/>
                </a:lnTo>
                <a:lnTo>
                  <a:pt x="1013699" y="2184166"/>
                </a:lnTo>
                <a:lnTo>
                  <a:pt x="1013560" y="2184168"/>
                </a:lnTo>
                <a:close/>
                <a:moveTo>
                  <a:pt x="1678715" y="692936"/>
                </a:moveTo>
                <a:lnTo>
                  <a:pt x="1678017" y="701060"/>
                </a:lnTo>
                <a:lnTo>
                  <a:pt x="1675749" y="723753"/>
                </a:lnTo>
                <a:lnTo>
                  <a:pt x="1675976" y="724675"/>
                </a:lnTo>
                <a:lnTo>
                  <a:pt x="1677698" y="720830"/>
                </a:lnTo>
                <a:close/>
                <a:moveTo>
                  <a:pt x="993961" y="2225367"/>
                </a:moveTo>
                <a:lnTo>
                  <a:pt x="995256" y="2225447"/>
                </a:lnTo>
                <a:lnTo>
                  <a:pt x="998885" y="2223455"/>
                </a:lnTo>
                <a:lnTo>
                  <a:pt x="998392" y="2223499"/>
                </a:lnTo>
                <a:close/>
                <a:moveTo>
                  <a:pt x="977511" y="2261907"/>
                </a:moveTo>
                <a:lnTo>
                  <a:pt x="993312" y="2282268"/>
                </a:lnTo>
                <a:lnTo>
                  <a:pt x="997460" y="2278274"/>
                </a:lnTo>
                <a:lnTo>
                  <a:pt x="997518" y="2278218"/>
                </a:lnTo>
                <a:lnTo>
                  <a:pt x="998915" y="2276407"/>
                </a:lnTo>
                <a:lnTo>
                  <a:pt x="991668" y="2264269"/>
                </a:lnTo>
                <a:lnTo>
                  <a:pt x="988437" y="2258684"/>
                </a:lnTo>
                <a:lnTo>
                  <a:pt x="987689" y="2258213"/>
                </a:lnTo>
                <a:lnTo>
                  <a:pt x="984093" y="2258257"/>
                </a:lnTo>
                <a:lnTo>
                  <a:pt x="982396" y="2259068"/>
                </a:lnTo>
                <a:lnTo>
                  <a:pt x="982337" y="2259116"/>
                </a:lnTo>
                <a:close/>
                <a:moveTo>
                  <a:pt x="1639059" y="779852"/>
                </a:moveTo>
                <a:lnTo>
                  <a:pt x="1639042" y="779941"/>
                </a:lnTo>
                <a:lnTo>
                  <a:pt x="1639023" y="781207"/>
                </a:lnTo>
                <a:close/>
                <a:moveTo>
                  <a:pt x="1622820" y="816036"/>
                </a:moveTo>
                <a:lnTo>
                  <a:pt x="1621920" y="824296"/>
                </a:lnTo>
                <a:lnTo>
                  <a:pt x="1624099" y="830127"/>
                </a:lnTo>
                <a:lnTo>
                  <a:pt x="1625180" y="824306"/>
                </a:lnTo>
                <a:close/>
                <a:moveTo>
                  <a:pt x="994174" y="2223055"/>
                </a:moveTo>
                <a:lnTo>
                  <a:pt x="998191" y="2222702"/>
                </a:lnTo>
                <a:lnTo>
                  <a:pt x="996751" y="2221261"/>
                </a:lnTo>
                <a:close/>
                <a:moveTo>
                  <a:pt x="1013399" y="2179828"/>
                </a:moveTo>
                <a:lnTo>
                  <a:pt x="1014325" y="2180541"/>
                </a:lnTo>
                <a:lnTo>
                  <a:pt x="1015484" y="2180003"/>
                </a:lnTo>
                <a:lnTo>
                  <a:pt x="1014879" y="2179680"/>
                </a:lnTo>
                <a:close/>
                <a:moveTo>
                  <a:pt x="1003579" y="2201631"/>
                </a:moveTo>
                <a:lnTo>
                  <a:pt x="1005420" y="2203568"/>
                </a:lnTo>
                <a:lnTo>
                  <a:pt x="1007558" y="2203401"/>
                </a:lnTo>
                <a:lnTo>
                  <a:pt x="1010030" y="2201376"/>
                </a:lnTo>
                <a:lnTo>
                  <a:pt x="1007072" y="2198519"/>
                </a:lnTo>
                <a:close/>
                <a:moveTo>
                  <a:pt x="991275" y="2228711"/>
                </a:moveTo>
                <a:lnTo>
                  <a:pt x="992010" y="2230632"/>
                </a:lnTo>
                <a:lnTo>
                  <a:pt x="992201" y="2230718"/>
                </a:lnTo>
                <a:lnTo>
                  <a:pt x="996103" y="2227436"/>
                </a:lnTo>
                <a:lnTo>
                  <a:pt x="994324" y="2227195"/>
                </a:lnTo>
                <a:close/>
                <a:moveTo>
                  <a:pt x="1671120" y="706253"/>
                </a:moveTo>
                <a:lnTo>
                  <a:pt x="1659155" y="749046"/>
                </a:lnTo>
                <a:lnTo>
                  <a:pt x="1658512" y="755338"/>
                </a:lnTo>
                <a:lnTo>
                  <a:pt x="1658441" y="762876"/>
                </a:lnTo>
                <a:lnTo>
                  <a:pt x="1666732" y="745116"/>
                </a:lnTo>
                <a:lnTo>
                  <a:pt x="1666742" y="745033"/>
                </a:lnTo>
                <a:lnTo>
                  <a:pt x="1668849" y="727297"/>
                </a:lnTo>
                <a:lnTo>
                  <a:pt x="1668985" y="727518"/>
                </a:lnTo>
                <a:lnTo>
                  <a:pt x="1666950" y="744648"/>
                </a:lnTo>
                <a:lnTo>
                  <a:pt x="1668967" y="740327"/>
                </a:lnTo>
                <a:lnTo>
                  <a:pt x="1670387" y="737158"/>
                </a:lnTo>
                <a:lnTo>
                  <a:pt x="1673901" y="717577"/>
                </a:lnTo>
                <a:close/>
                <a:moveTo>
                  <a:pt x="1012353" y="2180891"/>
                </a:moveTo>
                <a:lnTo>
                  <a:pt x="1012746" y="2181274"/>
                </a:lnTo>
                <a:lnTo>
                  <a:pt x="1012786" y="2181256"/>
                </a:lnTo>
                <a:close/>
                <a:moveTo>
                  <a:pt x="988501" y="2234067"/>
                </a:moveTo>
                <a:lnTo>
                  <a:pt x="992028" y="2231805"/>
                </a:lnTo>
                <a:lnTo>
                  <a:pt x="992016" y="2231775"/>
                </a:lnTo>
                <a:lnTo>
                  <a:pt x="991502" y="2231543"/>
                </a:lnTo>
                <a:close/>
                <a:moveTo>
                  <a:pt x="982497" y="2247412"/>
                </a:moveTo>
                <a:lnTo>
                  <a:pt x="985210" y="2252102"/>
                </a:lnTo>
                <a:lnTo>
                  <a:pt x="990539" y="2247741"/>
                </a:lnTo>
                <a:lnTo>
                  <a:pt x="987109" y="2247837"/>
                </a:lnTo>
                <a:close/>
                <a:moveTo>
                  <a:pt x="1671852" y="703634"/>
                </a:moveTo>
                <a:lnTo>
                  <a:pt x="1671295" y="705625"/>
                </a:lnTo>
                <a:lnTo>
                  <a:pt x="1673731" y="715541"/>
                </a:lnTo>
                <a:close/>
                <a:moveTo>
                  <a:pt x="1003079" y="2201105"/>
                </a:moveTo>
                <a:lnTo>
                  <a:pt x="1003216" y="2201250"/>
                </a:lnTo>
                <a:lnTo>
                  <a:pt x="1006000" y="2198563"/>
                </a:lnTo>
                <a:close/>
                <a:moveTo>
                  <a:pt x="1001495" y="2203487"/>
                </a:moveTo>
                <a:lnTo>
                  <a:pt x="1003096" y="2203750"/>
                </a:lnTo>
                <a:lnTo>
                  <a:pt x="1004777" y="2203619"/>
                </a:lnTo>
                <a:lnTo>
                  <a:pt x="1003204" y="2201964"/>
                </a:lnTo>
                <a:close/>
                <a:moveTo>
                  <a:pt x="1011955" y="2179972"/>
                </a:moveTo>
                <a:lnTo>
                  <a:pt x="1013234" y="2181047"/>
                </a:lnTo>
                <a:lnTo>
                  <a:pt x="1013994" y="2180695"/>
                </a:lnTo>
                <a:lnTo>
                  <a:pt x="1012929" y="2179874"/>
                </a:lnTo>
                <a:close/>
                <a:moveTo>
                  <a:pt x="1640597" y="772000"/>
                </a:moveTo>
                <a:lnTo>
                  <a:pt x="1640220" y="773925"/>
                </a:lnTo>
                <a:lnTo>
                  <a:pt x="1640372" y="779833"/>
                </a:lnTo>
                <a:lnTo>
                  <a:pt x="1640424" y="780161"/>
                </a:lnTo>
                <a:lnTo>
                  <a:pt x="1640595" y="772267"/>
                </a:lnTo>
                <a:close/>
                <a:moveTo>
                  <a:pt x="989600" y="2229544"/>
                </a:moveTo>
                <a:lnTo>
                  <a:pt x="991488" y="2230396"/>
                </a:lnTo>
                <a:lnTo>
                  <a:pt x="990912" y="2228892"/>
                </a:lnTo>
                <a:close/>
                <a:moveTo>
                  <a:pt x="991729" y="2224758"/>
                </a:moveTo>
                <a:lnTo>
                  <a:pt x="992042" y="2225248"/>
                </a:lnTo>
                <a:lnTo>
                  <a:pt x="993193" y="2225320"/>
                </a:lnTo>
                <a:lnTo>
                  <a:pt x="997278" y="2223597"/>
                </a:lnTo>
                <a:lnTo>
                  <a:pt x="992834" y="2223988"/>
                </a:lnTo>
                <a:close/>
                <a:moveTo>
                  <a:pt x="990545" y="2226808"/>
                </a:moveTo>
                <a:lnTo>
                  <a:pt x="990933" y="2227819"/>
                </a:lnTo>
                <a:lnTo>
                  <a:pt x="992516" y="2226950"/>
                </a:lnTo>
                <a:lnTo>
                  <a:pt x="990769" y="2226713"/>
                </a:lnTo>
                <a:close/>
                <a:moveTo>
                  <a:pt x="1623546" y="809354"/>
                </a:moveTo>
                <a:lnTo>
                  <a:pt x="1623229" y="812264"/>
                </a:lnTo>
                <a:lnTo>
                  <a:pt x="1624736" y="816837"/>
                </a:lnTo>
                <a:lnTo>
                  <a:pt x="1625151" y="818292"/>
                </a:lnTo>
                <a:close/>
                <a:moveTo>
                  <a:pt x="1638063" y="776725"/>
                </a:moveTo>
                <a:lnTo>
                  <a:pt x="1637704" y="781756"/>
                </a:lnTo>
                <a:lnTo>
                  <a:pt x="1638260" y="778944"/>
                </a:lnTo>
                <a:lnTo>
                  <a:pt x="1638302" y="778181"/>
                </a:lnTo>
                <a:close/>
                <a:moveTo>
                  <a:pt x="991108" y="2225191"/>
                </a:moveTo>
                <a:lnTo>
                  <a:pt x="991856" y="2225237"/>
                </a:lnTo>
                <a:lnTo>
                  <a:pt x="991606" y="2224844"/>
                </a:lnTo>
                <a:close/>
                <a:moveTo>
                  <a:pt x="1000526" y="2203327"/>
                </a:moveTo>
                <a:lnTo>
                  <a:pt x="1000985" y="2203403"/>
                </a:lnTo>
                <a:lnTo>
                  <a:pt x="1002855" y="2201598"/>
                </a:lnTo>
                <a:lnTo>
                  <a:pt x="1002700" y="2201435"/>
                </a:lnTo>
                <a:close/>
                <a:moveTo>
                  <a:pt x="1005860" y="2190656"/>
                </a:moveTo>
                <a:lnTo>
                  <a:pt x="1006430" y="2191584"/>
                </a:lnTo>
                <a:lnTo>
                  <a:pt x="1007594" y="2190102"/>
                </a:lnTo>
                <a:close/>
                <a:moveTo>
                  <a:pt x="1011356" y="2178252"/>
                </a:moveTo>
                <a:lnTo>
                  <a:pt x="1011363" y="2178258"/>
                </a:lnTo>
                <a:lnTo>
                  <a:pt x="1012080" y="2178187"/>
                </a:lnTo>
                <a:lnTo>
                  <a:pt x="1012074" y="2178183"/>
                </a:lnTo>
                <a:lnTo>
                  <a:pt x="1011639" y="2178115"/>
                </a:lnTo>
                <a:close/>
                <a:moveTo>
                  <a:pt x="1011094" y="2178028"/>
                </a:moveTo>
                <a:lnTo>
                  <a:pt x="1011234" y="2178157"/>
                </a:lnTo>
                <a:lnTo>
                  <a:pt x="1011401" y="2178076"/>
                </a:lnTo>
                <a:close/>
                <a:moveTo>
                  <a:pt x="974766" y="2258371"/>
                </a:moveTo>
                <a:lnTo>
                  <a:pt x="975847" y="2259764"/>
                </a:lnTo>
                <a:lnTo>
                  <a:pt x="977591" y="2258336"/>
                </a:lnTo>
                <a:close/>
                <a:moveTo>
                  <a:pt x="990428" y="2222711"/>
                </a:moveTo>
                <a:lnTo>
                  <a:pt x="990834" y="2223349"/>
                </a:lnTo>
                <a:lnTo>
                  <a:pt x="992173" y="2223231"/>
                </a:lnTo>
                <a:lnTo>
                  <a:pt x="995897" y="2220406"/>
                </a:lnTo>
                <a:lnTo>
                  <a:pt x="995871" y="2220382"/>
                </a:lnTo>
                <a:close/>
                <a:moveTo>
                  <a:pt x="989574" y="2224275"/>
                </a:moveTo>
                <a:lnTo>
                  <a:pt x="989850" y="2224993"/>
                </a:lnTo>
                <a:lnTo>
                  <a:pt x="990957" y="2224153"/>
                </a:lnTo>
                <a:close/>
                <a:moveTo>
                  <a:pt x="1701850" y="628956"/>
                </a:moveTo>
                <a:lnTo>
                  <a:pt x="1700071" y="653723"/>
                </a:lnTo>
                <a:lnTo>
                  <a:pt x="1697171" y="687544"/>
                </a:lnTo>
                <a:lnTo>
                  <a:pt x="1702069" y="706935"/>
                </a:lnTo>
                <a:lnTo>
                  <a:pt x="1705822" y="722683"/>
                </a:lnTo>
                <a:lnTo>
                  <a:pt x="1706400" y="661888"/>
                </a:lnTo>
                <a:lnTo>
                  <a:pt x="1706216" y="647271"/>
                </a:lnTo>
                <a:close/>
                <a:moveTo>
                  <a:pt x="1638485" y="770796"/>
                </a:moveTo>
                <a:lnTo>
                  <a:pt x="1638129" y="775785"/>
                </a:lnTo>
                <a:lnTo>
                  <a:pt x="1638358" y="777169"/>
                </a:lnTo>
                <a:lnTo>
                  <a:pt x="1638435" y="775758"/>
                </a:lnTo>
                <a:lnTo>
                  <a:pt x="1638508" y="770940"/>
                </a:lnTo>
                <a:close/>
                <a:moveTo>
                  <a:pt x="1642818" y="760654"/>
                </a:moveTo>
                <a:lnTo>
                  <a:pt x="1640847" y="770721"/>
                </a:lnTo>
                <a:lnTo>
                  <a:pt x="1640753" y="782243"/>
                </a:lnTo>
                <a:lnTo>
                  <a:pt x="1642937" y="796085"/>
                </a:lnTo>
                <a:lnTo>
                  <a:pt x="1643310" y="795285"/>
                </a:lnTo>
                <a:lnTo>
                  <a:pt x="1647133" y="783457"/>
                </a:lnTo>
                <a:lnTo>
                  <a:pt x="1647185" y="781663"/>
                </a:lnTo>
                <a:lnTo>
                  <a:pt x="1645588" y="769069"/>
                </a:lnTo>
                <a:close/>
                <a:moveTo>
                  <a:pt x="987439" y="2227747"/>
                </a:moveTo>
                <a:lnTo>
                  <a:pt x="990051" y="2226645"/>
                </a:lnTo>
                <a:lnTo>
                  <a:pt x="990039" y="2226614"/>
                </a:lnTo>
                <a:lnTo>
                  <a:pt x="989224" y="2226503"/>
                </a:lnTo>
                <a:close/>
                <a:moveTo>
                  <a:pt x="986922" y="2228335"/>
                </a:moveTo>
                <a:lnTo>
                  <a:pt x="988606" y="2229095"/>
                </a:lnTo>
                <a:lnTo>
                  <a:pt x="990576" y="2228014"/>
                </a:lnTo>
                <a:lnTo>
                  <a:pt x="990173" y="2226964"/>
                </a:lnTo>
                <a:close/>
                <a:moveTo>
                  <a:pt x="989180" y="2223245"/>
                </a:moveTo>
                <a:lnTo>
                  <a:pt x="989272" y="2223486"/>
                </a:lnTo>
                <a:lnTo>
                  <a:pt x="990666" y="2223364"/>
                </a:lnTo>
                <a:lnTo>
                  <a:pt x="990289" y="2222771"/>
                </a:lnTo>
                <a:close/>
                <a:moveTo>
                  <a:pt x="1009305" y="2177743"/>
                </a:moveTo>
                <a:lnTo>
                  <a:pt x="1010072" y="2178387"/>
                </a:lnTo>
                <a:lnTo>
                  <a:pt x="1010893" y="2178305"/>
                </a:lnTo>
                <a:lnTo>
                  <a:pt x="1010386" y="2177914"/>
                </a:lnTo>
                <a:close/>
                <a:moveTo>
                  <a:pt x="977764" y="2247979"/>
                </a:moveTo>
                <a:lnTo>
                  <a:pt x="983584" y="2253433"/>
                </a:lnTo>
                <a:lnTo>
                  <a:pt x="984816" y="2252424"/>
                </a:lnTo>
                <a:lnTo>
                  <a:pt x="981883" y="2247355"/>
                </a:lnTo>
                <a:lnTo>
                  <a:pt x="979642" y="2247148"/>
                </a:lnTo>
                <a:close/>
                <a:moveTo>
                  <a:pt x="1620640" y="808404"/>
                </a:moveTo>
                <a:lnTo>
                  <a:pt x="1620382" y="810168"/>
                </a:lnTo>
                <a:lnTo>
                  <a:pt x="1621378" y="822842"/>
                </a:lnTo>
                <a:lnTo>
                  <a:pt x="1621734" y="823795"/>
                </a:lnTo>
                <a:lnTo>
                  <a:pt x="1622645" y="815426"/>
                </a:lnTo>
                <a:close/>
                <a:moveTo>
                  <a:pt x="1011657" y="2171659"/>
                </a:moveTo>
                <a:lnTo>
                  <a:pt x="1011733" y="2171750"/>
                </a:lnTo>
                <a:lnTo>
                  <a:pt x="1012297" y="2171388"/>
                </a:lnTo>
                <a:lnTo>
                  <a:pt x="1012217" y="2171373"/>
                </a:lnTo>
                <a:close/>
                <a:moveTo>
                  <a:pt x="988446" y="2223559"/>
                </a:moveTo>
                <a:lnTo>
                  <a:pt x="988854" y="2223524"/>
                </a:lnTo>
                <a:lnTo>
                  <a:pt x="988809" y="2223404"/>
                </a:lnTo>
                <a:close/>
                <a:moveTo>
                  <a:pt x="1679324" y="676254"/>
                </a:moveTo>
                <a:lnTo>
                  <a:pt x="1675957" y="688952"/>
                </a:lnTo>
                <a:lnTo>
                  <a:pt x="1672084" y="702807"/>
                </a:lnTo>
                <a:lnTo>
                  <a:pt x="1674268" y="715537"/>
                </a:lnTo>
                <a:lnTo>
                  <a:pt x="1676798" y="701453"/>
                </a:lnTo>
                <a:lnTo>
                  <a:pt x="1676965" y="701708"/>
                </a:lnTo>
                <a:lnTo>
                  <a:pt x="1679192" y="679861"/>
                </a:lnTo>
                <a:close/>
                <a:moveTo>
                  <a:pt x="1002572" y="2191547"/>
                </a:moveTo>
                <a:lnTo>
                  <a:pt x="1004480" y="2193433"/>
                </a:lnTo>
                <a:lnTo>
                  <a:pt x="1006053" y="2192063"/>
                </a:lnTo>
                <a:lnTo>
                  <a:pt x="1006187" y="2191892"/>
                </a:lnTo>
                <a:lnTo>
                  <a:pt x="1005500" y="2190772"/>
                </a:lnTo>
                <a:lnTo>
                  <a:pt x="1004615" y="2191054"/>
                </a:lnTo>
                <a:close/>
                <a:moveTo>
                  <a:pt x="1643851" y="755376"/>
                </a:moveTo>
                <a:lnTo>
                  <a:pt x="1643142" y="758997"/>
                </a:lnTo>
                <a:lnTo>
                  <a:pt x="1645043" y="764770"/>
                </a:lnTo>
                <a:close/>
                <a:moveTo>
                  <a:pt x="1004020" y="2187659"/>
                </a:moveTo>
                <a:lnTo>
                  <a:pt x="1004266" y="2188059"/>
                </a:lnTo>
                <a:lnTo>
                  <a:pt x="1010852" y="2185954"/>
                </a:lnTo>
                <a:lnTo>
                  <a:pt x="1011835" y="2184703"/>
                </a:lnTo>
                <a:close/>
                <a:moveTo>
                  <a:pt x="993856" y="2210292"/>
                </a:moveTo>
                <a:lnTo>
                  <a:pt x="994745" y="2210870"/>
                </a:lnTo>
                <a:lnTo>
                  <a:pt x="995752" y="2210604"/>
                </a:lnTo>
                <a:lnTo>
                  <a:pt x="996104" y="2210465"/>
                </a:lnTo>
                <a:lnTo>
                  <a:pt x="994210" y="2209976"/>
                </a:lnTo>
                <a:close/>
                <a:moveTo>
                  <a:pt x="991140" y="2214890"/>
                </a:moveTo>
                <a:lnTo>
                  <a:pt x="991528" y="2215279"/>
                </a:lnTo>
                <a:lnTo>
                  <a:pt x="992996" y="2214401"/>
                </a:lnTo>
                <a:close/>
                <a:moveTo>
                  <a:pt x="1620093" y="806492"/>
                </a:moveTo>
                <a:lnTo>
                  <a:pt x="1620300" y="809118"/>
                </a:lnTo>
                <a:lnTo>
                  <a:pt x="1620483" y="807859"/>
                </a:lnTo>
                <a:close/>
                <a:moveTo>
                  <a:pt x="992562" y="2211444"/>
                </a:moveTo>
                <a:lnTo>
                  <a:pt x="994289" y="2210990"/>
                </a:lnTo>
                <a:lnTo>
                  <a:pt x="993577" y="2210541"/>
                </a:lnTo>
                <a:close/>
                <a:moveTo>
                  <a:pt x="1009901" y="2172553"/>
                </a:moveTo>
                <a:lnTo>
                  <a:pt x="1011012" y="2172212"/>
                </a:lnTo>
                <a:lnTo>
                  <a:pt x="1011562" y="2171859"/>
                </a:lnTo>
                <a:lnTo>
                  <a:pt x="1011473" y="2171752"/>
                </a:lnTo>
                <a:close/>
                <a:moveTo>
                  <a:pt x="976576" y="2246865"/>
                </a:moveTo>
                <a:lnTo>
                  <a:pt x="977507" y="2247738"/>
                </a:lnTo>
                <a:lnTo>
                  <a:pt x="978978" y="2247087"/>
                </a:lnTo>
                <a:close/>
                <a:moveTo>
                  <a:pt x="1681344" y="668633"/>
                </a:moveTo>
                <a:lnTo>
                  <a:pt x="1680591" y="671475"/>
                </a:lnTo>
                <a:lnTo>
                  <a:pt x="1681518" y="696711"/>
                </a:lnTo>
                <a:lnTo>
                  <a:pt x="1680898" y="713681"/>
                </a:lnTo>
                <a:lnTo>
                  <a:pt x="1682482" y="710145"/>
                </a:lnTo>
                <a:lnTo>
                  <a:pt x="1682629" y="710563"/>
                </a:lnTo>
                <a:lnTo>
                  <a:pt x="1680869" y="714495"/>
                </a:lnTo>
                <a:lnTo>
                  <a:pt x="1679912" y="740704"/>
                </a:lnTo>
                <a:lnTo>
                  <a:pt x="1680746" y="744099"/>
                </a:lnTo>
                <a:lnTo>
                  <a:pt x="1683655" y="723043"/>
                </a:lnTo>
                <a:lnTo>
                  <a:pt x="1681943" y="676437"/>
                </a:lnTo>
                <a:close/>
                <a:moveTo>
                  <a:pt x="992817" y="2209617"/>
                </a:moveTo>
                <a:lnTo>
                  <a:pt x="993518" y="2210072"/>
                </a:lnTo>
                <a:lnTo>
                  <a:pt x="993757" y="2209859"/>
                </a:lnTo>
                <a:close/>
                <a:moveTo>
                  <a:pt x="985921" y="2224640"/>
                </a:moveTo>
                <a:lnTo>
                  <a:pt x="989039" y="2225063"/>
                </a:lnTo>
                <a:lnTo>
                  <a:pt x="989454" y="2225089"/>
                </a:lnTo>
                <a:lnTo>
                  <a:pt x="989157" y="2224312"/>
                </a:lnTo>
                <a:lnTo>
                  <a:pt x="986048" y="2224586"/>
                </a:lnTo>
                <a:close/>
                <a:moveTo>
                  <a:pt x="978637" y="2240738"/>
                </a:moveTo>
                <a:lnTo>
                  <a:pt x="980469" y="2243907"/>
                </a:lnTo>
                <a:lnTo>
                  <a:pt x="986549" y="2243736"/>
                </a:lnTo>
                <a:lnTo>
                  <a:pt x="995142" y="2239932"/>
                </a:lnTo>
                <a:lnTo>
                  <a:pt x="992134" y="2232081"/>
                </a:lnTo>
                <a:lnTo>
                  <a:pt x="986781" y="2235514"/>
                </a:lnTo>
                <a:lnTo>
                  <a:pt x="982775" y="2238884"/>
                </a:lnTo>
                <a:lnTo>
                  <a:pt x="982512" y="2238868"/>
                </a:lnTo>
                <a:lnTo>
                  <a:pt x="985592" y="2236277"/>
                </a:lnTo>
                <a:close/>
                <a:moveTo>
                  <a:pt x="974594" y="2249382"/>
                </a:moveTo>
                <a:lnTo>
                  <a:pt x="982475" y="2254340"/>
                </a:lnTo>
                <a:lnTo>
                  <a:pt x="983261" y="2253696"/>
                </a:lnTo>
                <a:lnTo>
                  <a:pt x="977354" y="2248160"/>
                </a:lnTo>
                <a:close/>
                <a:moveTo>
                  <a:pt x="1005837" y="2178809"/>
                </a:moveTo>
                <a:lnTo>
                  <a:pt x="1009384" y="2178456"/>
                </a:lnTo>
                <a:lnTo>
                  <a:pt x="1008908" y="2177993"/>
                </a:lnTo>
                <a:lnTo>
                  <a:pt x="1008448" y="2177606"/>
                </a:lnTo>
                <a:lnTo>
                  <a:pt x="1007859" y="2177512"/>
                </a:lnTo>
                <a:close/>
                <a:moveTo>
                  <a:pt x="1012102" y="2164395"/>
                </a:moveTo>
                <a:lnTo>
                  <a:pt x="1012278" y="2164606"/>
                </a:lnTo>
                <a:lnTo>
                  <a:pt x="1012789" y="2164218"/>
                </a:lnTo>
                <a:close/>
                <a:moveTo>
                  <a:pt x="1007869" y="2172981"/>
                </a:moveTo>
                <a:lnTo>
                  <a:pt x="1008055" y="2173119"/>
                </a:lnTo>
                <a:lnTo>
                  <a:pt x="1009304" y="2172736"/>
                </a:lnTo>
                <a:lnTo>
                  <a:pt x="1009696" y="2172536"/>
                </a:lnTo>
                <a:lnTo>
                  <a:pt x="1011370" y="2171655"/>
                </a:lnTo>
                <a:lnTo>
                  <a:pt x="1009707" y="2172447"/>
                </a:lnTo>
                <a:close/>
                <a:moveTo>
                  <a:pt x="1637330" y="763482"/>
                </a:moveTo>
                <a:lnTo>
                  <a:pt x="1632629" y="788790"/>
                </a:lnTo>
                <a:lnTo>
                  <a:pt x="1634176" y="796366"/>
                </a:lnTo>
                <a:lnTo>
                  <a:pt x="1634582" y="797537"/>
                </a:lnTo>
                <a:lnTo>
                  <a:pt x="1635718" y="791796"/>
                </a:lnTo>
                <a:lnTo>
                  <a:pt x="1637174" y="771340"/>
                </a:lnTo>
                <a:lnTo>
                  <a:pt x="1637163" y="771264"/>
                </a:lnTo>
                <a:lnTo>
                  <a:pt x="1637179" y="771280"/>
                </a:lnTo>
                <a:lnTo>
                  <a:pt x="1637608" y="765244"/>
                </a:lnTo>
                <a:close/>
                <a:moveTo>
                  <a:pt x="1681091" y="665319"/>
                </a:moveTo>
                <a:lnTo>
                  <a:pt x="1680634" y="670629"/>
                </a:lnTo>
                <a:lnTo>
                  <a:pt x="1681304" y="668102"/>
                </a:lnTo>
                <a:close/>
                <a:moveTo>
                  <a:pt x="1596973" y="853594"/>
                </a:moveTo>
                <a:lnTo>
                  <a:pt x="1596952" y="853644"/>
                </a:lnTo>
                <a:lnTo>
                  <a:pt x="1596952" y="853648"/>
                </a:lnTo>
                <a:lnTo>
                  <a:pt x="1597066" y="853930"/>
                </a:lnTo>
                <a:close/>
                <a:moveTo>
                  <a:pt x="1640975" y="755058"/>
                </a:moveTo>
                <a:lnTo>
                  <a:pt x="1640889" y="765661"/>
                </a:lnTo>
                <a:lnTo>
                  <a:pt x="1642231" y="758873"/>
                </a:lnTo>
                <a:close/>
                <a:moveTo>
                  <a:pt x="1598281" y="850560"/>
                </a:moveTo>
                <a:lnTo>
                  <a:pt x="1597520" y="852327"/>
                </a:lnTo>
                <a:lnTo>
                  <a:pt x="1597940" y="853849"/>
                </a:lnTo>
                <a:lnTo>
                  <a:pt x="1598468" y="852485"/>
                </a:lnTo>
                <a:close/>
                <a:moveTo>
                  <a:pt x="1639370" y="758361"/>
                </a:moveTo>
                <a:lnTo>
                  <a:pt x="1639365" y="758425"/>
                </a:lnTo>
                <a:lnTo>
                  <a:pt x="1639160" y="772141"/>
                </a:lnTo>
                <a:lnTo>
                  <a:pt x="1639251" y="772720"/>
                </a:lnTo>
                <a:lnTo>
                  <a:pt x="1639551" y="761516"/>
                </a:lnTo>
                <a:close/>
                <a:moveTo>
                  <a:pt x="1000125" y="2189131"/>
                </a:moveTo>
                <a:lnTo>
                  <a:pt x="1000318" y="2189321"/>
                </a:lnTo>
                <a:lnTo>
                  <a:pt x="1003906" y="2188174"/>
                </a:lnTo>
                <a:lnTo>
                  <a:pt x="1003670" y="2187791"/>
                </a:lnTo>
                <a:close/>
                <a:moveTo>
                  <a:pt x="989624" y="2212217"/>
                </a:moveTo>
                <a:lnTo>
                  <a:pt x="991733" y="2211662"/>
                </a:lnTo>
                <a:lnTo>
                  <a:pt x="993234" y="2210325"/>
                </a:lnTo>
                <a:lnTo>
                  <a:pt x="991937" y="2209507"/>
                </a:lnTo>
                <a:close/>
                <a:moveTo>
                  <a:pt x="1001977" y="2184330"/>
                </a:moveTo>
                <a:lnTo>
                  <a:pt x="1002906" y="2185843"/>
                </a:lnTo>
                <a:lnTo>
                  <a:pt x="1006296" y="2184269"/>
                </a:lnTo>
                <a:close/>
                <a:moveTo>
                  <a:pt x="987037" y="2217655"/>
                </a:moveTo>
                <a:lnTo>
                  <a:pt x="987133" y="2217906"/>
                </a:lnTo>
                <a:lnTo>
                  <a:pt x="987179" y="2217879"/>
                </a:lnTo>
                <a:close/>
                <a:moveTo>
                  <a:pt x="1637985" y="759958"/>
                </a:moveTo>
                <a:lnTo>
                  <a:pt x="1637581" y="762135"/>
                </a:lnTo>
                <a:lnTo>
                  <a:pt x="1637752" y="763225"/>
                </a:lnTo>
                <a:close/>
                <a:moveTo>
                  <a:pt x="1002677" y="2182479"/>
                </a:moveTo>
                <a:lnTo>
                  <a:pt x="1010381" y="2182372"/>
                </a:lnTo>
                <a:lnTo>
                  <a:pt x="1012431" y="2181420"/>
                </a:lnTo>
                <a:lnTo>
                  <a:pt x="1011036" y="2180064"/>
                </a:lnTo>
                <a:lnTo>
                  <a:pt x="1006764" y="2180490"/>
                </a:lnTo>
                <a:close/>
                <a:moveTo>
                  <a:pt x="994616" y="2200349"/>
                </a:moveTo>
                <a:lnTo>
                  <a:pt x="995587" y="2200942"/>
                </a:lnTo>
                <a:lnTo>
                  <a:pt x="996954" y="2199983"/>
                </a:lnTo>
                <a:lnTo>
                  <a:pt x="997382" y="2199611"/>
                </a:lnTo>
                <a:close/>
                <a:moveTo>
                  <a:pt x="1596618" y="852301"/>
                </a:moveTo>
                <a:lnTo>
                  <a:pt x="1596549" y="852653"/>
                </a:lnTo>
                <a:lnTo>
                  <a:pt x="1596644" y="852889"/>
                </a:lnTo>
                <a:lnTo>
                  <a:pt x="1596687" y="852548"/>
                </a:lnTo>
                <a:close/>
                <a:moveTo>
                  <a:pt x="1006201" y="2173467"/>
                </a:moveTo>
                <a:lnTo>
                  <a:pt x="1006379" y="2173632"/>
                </a:lnTo>
                <a:lnTo>
                  <a:pt x="1007648" y="2173244"/>
                </a:lnTo>
                <a:lnTo>
                  <a:pt x="1007456" y="2173102"/>
                </a:lnTo>
                <a:close/>
                <a:moveTo>
                  <a:pt x="986668" y="2216694"/>
                </a:moveTo>
                <a:lnTo>
                  <a:pt x="986768" y="2216953"/>
                </a:lnTo>
                <a:lnTo>
                  <a:pt x="987307" y="2217802"/>
                </a:lnTo>
                <a:lnTo>
                  <a:pt x="991052" y="2215563"/>
                </a:lnTo>
                <a:lnTo>
                  <a:pt x="990538" y="2215048"/>
                </a:lnTo>
                <a:lnTo>
                  <a:pt x="990459" y="2215069"/>
                </a:lnTo>
                <a:lnTo>
                  <a:pt x="990346" y="2215101"/>
                </a:lnTo>
                <a:lnTo>
                  <a:pt x="990341" y="2215100"/>
                </a:lnTo>
                <a:lnTo>
                  <a:pt x="987669" y="2215803"/>
                </a:lnTo>
                <a:close/>
                <a:moveTo>
                  <a:pt x="982234" y="2226218"/>
                </a:moveTo>
                <a:lnTo>
                  <a:pt x="985996" y="2227917"/>
                </a:lnTo>
                <a:lnTo>
                  <a:pt x="988066" y="2226346"/>
                </a:lnTo>
                <a:lnTo>
                  <a:pt x="983411" y="2225714"/>
                </a:lnTo>
                <a:close/>
                <a:moveTo>
                  <a:pt x="986450" y="2216124"/>
                </a:moveTo>
                <a:lnTo>
                  <a:pt x="986520" y="2216306"/>
                </a:lnTo>
                <a:lnTo>
                  <a:pt x="986839" y="2216021"/>
                </a:lnTo>
                <a:close/>
                <a:moveTo>
                  <a:pt x="1597532" y="847630"/>
                </a:moveTo>
                <a:lnTo>
                  <a:pt x="1597530" y="847639"/>
                </a:lnTo>
                <a:lnTo>
                  <a:pt x="1597210" y="851203"/>
                </a:lnTo>
                <a:lnTo>
                  <a:pt x="1597329" y="851637"/>
                </a:lnTo>
                <a:lnTo>
                  <a:pt x="1598191" y="849638"/>
                </a:lnTo>
                <a:lnTo>
                  <a:pt x="1598120" y="848909"/>
                </a:lnTo>
                <a:close/>
                <a:moveTo>
                  <a:pt x="1005061" y="2173798"/>
                </a:moveTo>
                <a:lnTo>
                  <a:pt x="1005247" y="2173979"/>
                </a:lnTo>
                <a:lnTo>
                  <a:pt x="1005272" y="2173972"/>
                </a:lnTo>
                <a:lnTo>
                  <a:pt x="1005217" y="2173929"/>
                </a:lnTo>
                <a:lnTo>
                  <a:pt x="1005072" y="2173795"/>
                </a:lnTo>
                <a:close/>
                <a:moveTo>
                  <a:pt x="973532" y="2244012"/>
                </a:moveTo>
                <a:lnTo>
                  <a:pt x="973624" y="2244098"/>
                </a:lnTo>
                <a:lnTo>
                  <a:pt x="979898" y="2243923"/>
                </a:lnTo>
                <a:lnTo>
                  <a:pt x="978213" y="2241010"/>
                </a:lnTo>
                <a:close/>
                <a:moveTo>
                  <a:pt x="1639849" y="751637"/>
                </a:moveTo>
                <a:lnTo>
                  <a:pt x="1639697" y="753761"/>
                </a:lnTo>
                <a:lnTo>
                  <a:pt x="1640109" y="769608"/>
                </a:lnTo>
                <a:lnTo>
                  <a:pt x="1640638" y="766927"/>
                </a:lnTo>
                <a:lnTo>
                  <a:pt x="1640740" y="754347"/>
                </a:lnTo>
                <a:close/>
                <a:moveTo>
                  <a:pt x="984916" y="2217734"/>
                </a:moveTo>
                <a:lnTo>
                  <a:pt x="986198" y="2216592"/>
                </a:lnTo>
                <a:lnTo>
                  <a:pt x="986103" y="2216344"/>
                </a:lnTo>
                <a:close/>
                <a:moveTo>
                  <a:pt x="992370" y="2200949"/>
                </a:moveTo>
                <a:lnTo>
                  <a:pt x="993161" y="2202116"/>
                </a:lnTo>
                <a:lnTo>
                  <a:pt x="993770" y="2202216"/>
                </a:lnTo>
                <a:lnTo>
                  <a:pt x="995317" y="2201132"/>
                </a:lnTo>
                <a:lnTo>
                  <a:pt x="994212" y="2200457"/>
                </a:lnTo>
                <a:close/>
                <a:moveTo>
                  <a:pt x="995760" y="2193190"/>
                </a:moveTo>
                <a:lnTo>
                  <a:pt x="998233" y="2196009"/>
                </a:lnTo>
                <a:lnTo>
                  <a:pt x="999722" y="2197574"/>
                </a:lnTo>
                <a:lnTo>
                  <a:pt x="1003073" y="2194657"/>
                </a:lnTo>
                <a:lnTo>
                  <a:pt x="1000395" y="2192072"/>
                </a:lnTo>
                <a:close/>
                <a:moveTo>
                  <a:pt x="1595841" y="849487"/>
                </a:moveTo>
                <a:lnTo>
                  <a:pt x="1595653" y="849983"/>
                </a:lnTo>
                <a:lnTo>
                  <a:pt x="1595745" y="850670"/>
                </a:lnTo>
                <a:lnTo>
                  <a:pt x="1595974" y="851235"/>
                </a:lnTo>
                <a:lnTo>
                  <a:pt x="1596120" y="850497"/>
                </a:lnTo>
                <a:close/>
                <a:moveTo>
                  <a:pt x="969745" y="2251402"/>
                </a:moveTo>
                <a:lnTo>
                  <a:pt x="973787" y="2257063"/>
                </a:lnTo>
                <a:lnTo>
                  <a:pt x="979229" y="2256997"/>
                </a:lnTo>
                <a:lnTo>
                  <a:pt x="982066" y="2254675"/>
                </a:lnTo>
                <a:lnTo>
                  <a:pt x="974042" y="2249626"/>
                </a:lnTo>
                <a:lnTo>
                  <a:pt x="972993" y="2250090"/>
                </a:lnTo>
                <a:close/>
                <a:moveTo>
                  <a:pt x="987620" y="2211371"/>
                </a:moveTo>
                <a:lnTo>
                  <a:pt x="988708" y="2212459"/>
                </a:lnTo>
                <a:lnTo>
                  <a:pt x="988718" y="2212456"/>
                </a:lnTo>
                <a:lnTo>
                  <a:pt x="991443" y="2209263"/>
                </a:lnTo>
                <a:lnTo>
                  <a:pt x="991146" y="2209186"/>
                </a:lnTo>
                <a:close/>
                <a:moveTo>
                  <a:pt x="1000636" y="2182145"/>
                </a:moveTo>
                <a:lnTo>
                  <a:pt x="1000857" y="2182505"/>
                </a:lnTo>
                <a:lnTo>
                  <a:pt x="1002350" y="2182484"/>
                </a:lnTo>
                <a:lnTo>
                  <a:pt x="1006363" y="2180530"/>
                </a:lnTo>
                <a:lnTo>
                  <a:pt x="1002564" y="2180908"/>
                </a:lnTo>
                <a:close/>
                <a:moveTo>
                  <a:pt x="1596836" y="846877"/>
                </a:moveTo>
                <a:lnTo>
                  <a:pt x="1596628" y="847425"/>
                </a:lnTo>
                <a:lnTo>
                  <a:pt x="1596614" y="847996"/>
                </a:lnTo>
                <a:close/>
                <a:moveTo>
                  <a:pt x="976056" y="2236276"/>
                </a:moveTo>
                <a:lnTo>
                  <a:pt x="978491" y="2240487"/>
                </a:lnTo>
                <a:lnTo>
                  <a:pt x="987314" y="2234829"/>
                </a:lnTo>
                <a:lnTo>
                  <a:pt x="991319" y="2231460"/>
                </a:lnTo>
                <a:lnTo>
                  <a:pt x="988398" y="2230141"/>
                </a:lnTo>
                <a:close/>
                <a:moveTo>
                  <a:pt x="1000058" y="2182517"/>
                </a:moveTo>
                <a:lnTo>
                  <a:pt x="1000429" y="2182511"/>
                </a:lnTo>
                <a:lnTo>
                  <a:pt x="1000326" y="2182344"/>
                </a:lnTo>
                <a:close/>
                <a:moveTo>
                  <a:pt x="1648490" y="730147"/>
                </a:moveTo>
                <a:lnTo>
                  <a:pt x="1644660" y="751245"/>
                </a:lnTo>
                <a:lnTo>
                  <a:pt x="1644158" y="753806"/>
                </a:lnTo>
                <a:lnTo>
                  <a:pt x="1646187" y="768246"/>
                </a:lnTo>
                <a:lnTo>
                  <a:pt x="1647465" y="772126"/>
                </a:lnTo>
                <a:lnTo>
                  <a:pt x="1648245" y="745518"/>
                </a:lnTo>
                <a:close/>
                <a:moveTo>
                  <a:pt x="1596664" y="845743"/>
                </a:moveTo>
                <a:lnTo>
                  <a:pt x="1596649" y="846463"/>
                </a:lnTo>
                <a:lnTo>
                  <a:pt x="1596806" y="846050"/>
                </a:lnTo>
                <a:close/>
                <a:moveTo>
                  <a:pt x="1003294" y="2174312"/>
                </a:moveTo>
                <a:lnTo>
                  <a:pt x="1004360" y="2174166"/>
                </a:lnTo>
                <a:lnTo>
                  <a:pt x="1004215" y="2174044"/>
                </a:lnTo>
                <a:close/>
                <a:moveTo>
                  <a:pt x="975808" y="2235847"/>
                </a:moveTo>
                <a:lnTo>
                  <a:pt x="981033" y="2233250"/>
                </a:lnTo>
                <a:lnTo>
                  <a:pt x="987467" y="2229720"/>
                </a:lnTo>
                <a:lnTo>
                  <a:pt x="985730" y="2228936"/>
                </a:lnTo>
                <a:close/>
                <a:moveTo>
                  <a:pt x="1007005" y="2165917"/>
                </a:moveTo>
                <a:lnTo>
                  <a:pt x="1007121" y="2166061"/>
                </a:lnTo>
                <a:lnTo>
                  <a:pt x="1009054" y="2165541"/>
                </a:lnTo>
                <a:lnTo>
                  <a:pt x="1008805" y="2165242"/>
                </a:lnTo>
                <a:lnTo>
                  <a:pt x="1008681" y="2165273"/>
                </a:lnTo>
                <a:lnTo>
                  <a:pt x="1007051" y="2165840"/>
                </a:lnTo>
                <a:close/>
                <a:moveTo>
                  <a:pt x="995819" y="2190759"/>
                </a:moveTo>
                <a:lnTo>
                  <a:pt x="998236" y="2189987"/>
                </a:lnTo>
                <a:lnTo>
                  <a:pt x="998131" y="2189885"/>
                </a:lnTo>
                <a:close/>
                <a:moveTo>
                  <a:pt x="982309" y="2220791"/>
                </a:moveTo>
                <a:lnTo>
                  <a:pt x="986782" y="2218116"/>
                </a:lnTo>
                <a:lnTo>
                  <a:pt x="986347" y="2216980"/>
                </a:lnTo>
                <a:lnTo>
                  <a:pt x="983065" y="2219903"/>
                </a:lnTo>
                <a:close/>
                <a:moveTo>
                  <a:pt x="1595360" y="847743"/>
                </a:moveTo>
                <a:lnTo>
                  <a:pt x="1595360" y="847800"/>
                </a:lnTo>
                <a:lnTo>
                  <a:pt x="1595563" y="849312"/>
                </a:lnTo>
                <a:lnTo>
                  <a:pt x="1595696" y="848962"/>
                </a:lnTo>
                <a:close/>
                <a:moveTo>
                  <a:pt x="985202" y="2212867"/>
                </a:moveTo>
                <a:lnTo>
                  <a:pt x="985264" y="2213029"/>
                </a:lnTo>
                <a:lnTo>
                  <a:pt x="986686" y="2212990"/>
                </a:lnTo>
                <a:lnTo>
                  <a:pt x="988107" y="2212617"/>
                </a:lnTo>
                <a:lnTo>
                  <a:pt x="987151" y="2211661"/>
                </a:lnTo>
                <a:close/>
                <a:moveTo>
                  <a:pt x="989969" y="2201590"/>
                </a:moveTo>
                <a:lnTo>
                  <a:pt x="993041" y="2202096"/>
                </a:lnTo>
                <a:lnTo>
                  <a:pt x="992279" y="2200973"/>
                </a:lnTo>
                <a:close/>
                <a:moveTo>
                  <a:pt x="969832" y="2246386"/>
                </a:moveTo>
                <a:lnTo>
                  <a:pt x="974264" y="2249174"/>
                </a:lnTo>
                <a:lnTo>
                  <a:pt x="977097" y="2247920"/>
                </a:lnTo>
                <a:lnTo>
                  <a:pt x="975907" y="2246804"/>
                </a:lnTo>
                <a:lnTo>
                  <a:pt x="970027" y="2246261"/>
                </a:lnTo>
                <a:close/>
                <a:moveTo>
                  <a:pt x="1619957" y="789358"/>
                </a:moveTo>
                <a:lnTo>
                  <a:pt x="1619696" y="801440"/>
                </a:lnTo>
                <a:lnTo>
                  <a:pt x="1619706" y="801560"/>
                </a:lnTo>
                <a:lnTo>
                  <a:pt x="1620882" y="805132"/>
                </a:lnTo>
                <a:lnTo>
                  <a:pt x="1621648" y="799882"/>
                </a:lnTo>
                <a:lnTo>
                  <a:pt x="1621844" y="800158"/>
                </a:lnTo>
                <a:lnTo>
                  <a:pt x="1621045" y="805627"/>
                </a:lnTo>
                <a:lnTo>
                  <a:pt x="1623049" y="811714"/>
                </a:lnTo>
                <a:lnTo>
                  <a:pt x="1623397" y="808519"/>
                </a:lnTo>
                <a:close/>
                <a:moveTo>
                  <a:pt x="998977" y="2179443"/>
                </a:moveTo>
                <a:lnTo>
                  <a:pt x="999006" y="2179491"/>
                </a:lnTo>
                <a:lnTo>
                  <a:pt x="999748" y="2179416"/>
                </a:lnTo>
                <a:lnTo>
                  <a:pt x="1000323" y="2179068"/>
                </a:lnTo>
                <a:lnTo>
                  <a:pt x="1001372" y="2178396"/>
                </a:lnTo>
                <a:lnTo>
                  <a:pt x="999442" y="2178659"/>
                </a:lnTo>
                <a:close/>
                <a:moveTo>
                  <a:pt x="990499" y="2198190"/>
                </a:moveTo>
                <a:lnTo>
                  <a:pt x="991594" y="2199804"/>
                </a:lnTo>
                <a:lnTo>
                  <a:pt x="992671" y="2199516"/>
                </a:lnTo>
                <a:close/>
                <a:moveTo>
                  <a:pt x="974494" y="2233576"/>
                </a:moveTo>
                <a:lnTo>
                  <a:pt x="975573" y="2235442"/>
                </a:lnTo>
                <a:lnTo>
                  <a:pt x="981684" y="2231186"/>
                </a:lnTo>
                <a:lnTo>
                  <a:pt x="983592" y="2229739"/>
                </a:lnTo>
                <a:close/>
                <a:moveTo>
                  <a:pt x="1641741" y="739277"/>
                </a:moveTo>
                <a:lnTo>
                  <a:pt x="1640698" y="745355"/>
                </a:lnTo>
                <a:lnTo>
                  <a:pt x="1640046" y="748866"/>
                </a:lnTo>
                <a:lnTo>
                  <a:pt x="1640003" y="749465"/>
                </a:lnTo>
                <a:lnTo>
                  <a:pt x="1640762" y="751769"/>
                </a:lnTo>
                <a:lnTo>
                  <a:pt x="1640812" y="745631"/>
                </a:lnTo>
                <a:lnTo>
                  <a:pt x="1641050" y="745936"/>
                </a:lnTo>
                <a:lnTo>
                  <a:pt x="1640996" y="752481"/>
                </a:lnTo>
                <a:lnTo>
                  <a:pt x="1642558" y="757223"/>
                </a:lnTo>
                <a:lnTo>
                  <a:pt x="1643489" y="752519"/>
                </a:lnTo>
                <a:lnTo>
                  <a:pt x="1642442" y="744266"/>
                </a:lnTo>
                <a:close/>
                <a:moveTo>
                  <a:pt x="1594563" y="844859"/>
                </a:moveTo>
                <a:lnTo>
                  <a:pt x="1594003" y="846375"/>
                </a:lnTo>
                <a:lnTo>
                  <a:pt x="1594704" y="848105"/>
                </a:lnTo>
                <a:lnTo>
                  <a:pt x="1594767" y="846561"/>
                </a:lnTo>
                <a:close/>
                <a:moveTo>
                  <a:pt x="995946" y="2185004"/>
                </a:moveTo>
                <a:lnTo>
                  <a:pt x="998740" y="2187763"/>
                </a:lnTo>
                <a:lnTo>
                  <a:pt x="998902" y="2187702"/>
                </a:lnTo>
                <a:lnTo>
                  <a:pt x="1002570" y="2185999"/>
                </a:lnTo>
                <a:lnTo>
                  <a:pt x="1001549" y="2184336"/>
                </a:lnTo>
                <a:lnTo>
                  <a:pt x="998790" y="2184374"/>
                </a:lnTo>
                <a:lnTo>
                  <a:pt x="998461" y="2184534"/>
                </a:lnTo>
                <a:lnTo>
                  <a:pt x="998241" y="2184486"/>
                </a:lnTo>
                <a:lnTo>
                  <a:pt x="998463" y="2184378"/>
                </a:lnTo>
                <a:lnTo>
                  <a:pt x="997061" y="2184397"/>
                </a:lnTo>
                <a:close/>
                <a:moveTo>
                  <a:pt x="1595317" y="842809"/>
                </a:moveTo>
                <a:lnTo>
                  <a:pt x="1595302" y="842851"/>
                </a:lnTo>
                <a:lnTo>
                  <a:pt x="1595320" y="844354"/>
                </a:lnTo>
                <a:lnTo>
                  <a:pt x="1596215" y="847600"/>
                </a:lnTo>
                <a:lnTo>
                  <a:pt x="1596308" y="847358"/>
                </a:lnTo>
                <a:lnTo>
                  <a:pt x="1596358" y="845075"/>
                </a:lnTo>
                <a:close/>
                <a:moveTo>
                  <a:pt x="1595930" y="841145"/>
                </a:moveTo>
                <a:lnTo>
                  <a:pt x="1595887" y="841263"/>
                </a:lnTo>
                <a:lnTo>
                  <a:pt x="1596265" y="842084"/>
                </a:lnTo>
                <a:close/>
                <a:moveTo>
                  <a:pt x="1607423" y="814969"/>
                </a:moveTo>
                <a:lnTo>
                  <a:pt x="1607032" y="821522"/>
                </a:lnTo>
                <a:lnTo>
                  <a:pt x="1607420" y="822753"/>
                </a:lnTo>
                <a:lnTo>
                  <a:pt x="1608069" y="824554"/>
                </a:lnTo>
                <a:lnTo>
                  <a:pt x="1609069" y="821622"/>
                </a:lnTo>
                <a:close/>
                <a:moveTo>
                  <a:pt x="1640646" y="740451"/>
                </a:moveTo>
                <a:lnTo>
                  <a:pt x="1640575" y="741442"/>
                </a:lnTo>
                <a:lnTo>
                  <a:pt x="1640816" y="740143"/>
                </a:lnTo>
                <a:close/>
                <a:moveTo>
                  <a:pt x="1650754" y="717669"/>
                </a:moveTo>
                <a:lnTo>
                  <a:pt x="1648703" y="728969"/>
                </a:lnTo>
                <a:lnTo>
                  <a:pt x="1648157" y="763315"/>
                </a:lnTo>
                <a:lnTo>
                  <a:pt x="1647863" y="773338"/>
                </a:lnTo>
                <a:lnTo>
                  <a:pt x="1649145" y="777229"/>
                </a:lnTo>
                <a:lnTo>
                  <a:pt x="1654139" y="761773"/>
                </a:lnTo>
                <a:close/>
                <a:moveTo>
                  <a:pt x="967317" y="2248000"/>
                </a:moveTo>
                <a:lnTo>
                  <a:pt x="969622" y="2251229"/>
                </a:lnTo>
                <a:lnTo>
                  <a:pt x="973711" y="2249419"/>
                </a:lnTo>
                <a:lnTo>
                  <a:pt x="969366" y="2246685"/>
                </a:lnTo>
                <a:close/>
                <a:moveTo>
                  <a:pt x="1638382" y="744538"/>
                </a:moveTo>
                <a:lnTo>
                  <a:pt x="1638621" y="745264"/>
                </a:lnTo>
                <a:lnTo>
                  <a:pt x="1638560" y="744216"/>
                </a:lnTo>
                <a:close/>
                <a:moveTo>
                  <a:pt x="992812" y="2189831"/>
                </a:moveTo>
                <a:lnTo>
                  <a:pt x="992927" y="2189962"/>
                </a:lnTo>
                <a:lnTo>
                  <a:pt x="996723" y="2188526"/>
                </a:lnTo>
                <a:lnTo>
                  <a:pt x="994729" y="2186601"/>
                </a:lnTo>
                <a:close/>
                <a:moveTo>
                  <a:pt x="1594135" y="843299"/>
                </a:moveTo>
                <a:lnTo>
                  <a:pt x="1593983" y="845222"/>
                </a:lnTo>
                <a:lnTo>
                  <a:pt x="1594373" y="844165"/>
                </a:lnTo>
                <a:close/>
                <a:moveTo>
                  <a:pt x="1607133" y="813797"/>
                </a:moveTo>
                <a:lnTo>
                  <a:pt x="1606305" y="819220"/>
                </a:lnTo>
                <a:lnTo>
                  <a:pt x="1606743" y="820607"/>
                </a:lnTo>
                <a:lnTo>
                  <a:pt x="1607146" y="813850"/>
                </a:lnTo>
                <a:close/>
                <a:moveTo>
                  <a:pt x="1635597" y="749565"/>
                </a:moveTo>
                <a:lnTo>
                  <a:pt x="1637190" y="759660"/>
                </a:lnTo>
                <a:lnTo>
                  <a:pt x="1638514" y="752536"/>
                </a:lnTo>
                <a:lnTo>
                  <a:pt x="1638803" y="748468"/>
                </a:lnTo>
                <a:lnTo>
                  <a:pt x="1638803" y="748461"/>
                </a:lnTo>
                <a:lnTo>
                  <a:pt x="1637836" y="745524"/>
                </a:lnTo>
                <a:close/>
                <a:moveTo>
                  <a:pt x="1595259" y="839261"/>
                </a:moveTo>
                <a:lnTo>
                  <a:pt x="1595267" y="839913"/>
                </a:lnTo>
                <a:lnTo>
                  <a:pt x="1595640" y="840727"/>
                </a:lnTo>
                <a:lnTo>
                  <a:pt x="1595712" y="840531"/>
                </a:lnTo>
                <a:close/>
                <a:moveTo>
                  <a:pt x="969504" y="2240237"/>
                </a:moveTo>
                <a:lnTo>
                  <a:pt x="973314" y="2243808"/>
                </a:lnTo>
                <a:lnTo>
                  <a:pt x="978068" y="2240759"/>
                </a:lnTo>
                <a:lnTo>
                  <a:pt x="975605" y="2236500"/>
                </a:lnTo>
                <a:lnTo>
                  <a:pt x="973036" y="2237777"/>
                </a:lnTo>
                <a:close/>
                <a:moveTo>
                  <a:pt x="1594435" y="840891"/>
                </a:moveTo>
                <a:lnTo>
                  <a:pt x="1594504" y="841400"/>
                </a:lnTo>
                <a:lnTo>
                  <a:pt x="1594765" y="842348"/>
                </a:lnTo>
                <a:lnTo>
                  <a:pt x="1594730" y="841533"/>
                </a:lnTo>
                <a:close/>
                <a:moveTo>
                  <a:pt x="973243" y="2231414"/>
                </a:moveTo>
                <a:lnTo>
                  <a:pt x="974321" y="2233278"/>
                </a:lnTo>
                <a:lnTo>
                  <a:pt x="984694" y="2228904"/>
                </a:lnTo>
                <a:lnTo>
                  <a:pt x="985054" y="2228631"/>
                </a:lnTo>
                <a:lnTo>
                  <a:pt x="980939" y="2226772"/>
                </a:lnTo>
                <a:lnTo>
                  <a:pt x="975056" y="2229290"/>
                </a:lnTo>
                <a:close/>
                <a:moveTo>
                  <a:pt x="988914" y="2195713"/>
                </a:moveTo>
                <a:lnTo>
                  <a:pt x="990100" y="2197592"/>
                </a:lnTo>
                <a:lnTo>
                  <a:pt x="993074" y="2199408"/>
                </a:lnTo>
                <a:lnTo>
                  <a:pt x="999214" y="2197769"/>
                </a:lnTo>
                <a:lnTo>
                  <a:pt x="995029" y="2193366"/>
                </a:lnTo>
                <a:lnTo>
                  <a:pt x="989829" y="2194621"/>
                </a:lnTo>
                <a:close/>
                <a:moveTo>
                  <a:pt x="1607742" y="809813"/>
                </a:moveTo>
                <a:lnTo>
                  <a:pt x="1607724" y="809931"/>
                </a:lnTo>
                <a:lnTo>
                  <a:pt x="1607472" y="814154"/>
                </a:lnTo>
                <a:lnTo>
                  <a:pt x="1609271" y="821030"/>
                </a:lnTo>
                <a:lnTo>
                  <a:pt x="1609521" y="820297"/>
                </a:lnTo>
                <a:close/>
                <a:moveTo>
                  <a:pt x="1630454" y="758852"/>
                </a:moveTo>
                <a:lnTo>
                  <a:pt x="1630244" y="776199"/>
                </a:lnTo>
                <a:lnTo>
                  <a:pt x="1630128" y="778755"/>
                </a:lnTo>
                <a:lnTo>
                  <a:pt x="1631735" y="784415"/>
                </a:lnTo>
                <a:lnTo>
                  <a:pt x="1632183" y="786611"/>
                </a:lnTo>
                <a:lnTo>
                  <a:pt x="1636940" y="761006"/>
                </a:lnTo>
                <a:lnTo>
                  <a:pt x="1635238" y="750215"/>
                </a:lnTo>
                <a:close/>
                <a:moveTo>
                  <a:pt x="1606670" y="811997"/>
                </a:moveTo>
                <a:lnTo>
                  <a:pt x="1605940" y="813979"/>
                </a:lnTo>
                <a:lnTo>
                  <a:pt x="1605702" y="817311"/>
                </a:lnTo>
                <a:lnTo>
                  <a:pt x="1606136" y="818684"/>
                </a:lnTo>
                <a:lnTo>
                  <a:pt x="1606978" y="813170"/>
                </a:lnTo>
                <a:close/>
                <a:moveTo>
                  <a:pt x="969013" y="2239777"/>
                </a:moveTo>
                <a:lnTo>
                  <a:pt x="969157" y="2239911"/>
                </a:lnTo>
                <a:lnTo>
                  <a:pt x="970187" y="2239194"/>
                </a:lnTo>
                <a:close/>
                <a:moveTo>
                  <a:pt x="983242" y="2207753"/>
                </a:moveTo>
                <a:lnTo>
                  <a:pt x="983599" y="2208682"/>
                </a:lnTo>
                <a:lnTo>
                  <a:pt x="983968" y="2208479"/>
                </a:lnTo>
                <a:close/>
                <a:moveTo>
                  <a:pt x="988274" y="2196477"/>
                </a:moveTo>
                <a:lnTo>
                  <a:pt x="989905" y="2197474"/>
                </a:lnTo>
                <a:lnTo>
                  <a:pt x="988802" y="2195847"/>
                </a:lnTo>
                <a:close/>
                <a:moveTo>
                  <a:pt x="983450" y="2207200"/>
                </a:moveTo>
                <a:lnTo>
                  <a:pt x="984459" y="2208209"/>
                </a:lnTo>
                <a:lnTo>
                  <a:pt x="985384" y="2207699"/>
                </a:lnTo>
                <a:close/>
                <a:moveTo>
                  <a:pt x="1607370" y="810098"/>
                </a:moveTo>
                <a:lnTo>
                  <a:pt x="1606809" y="811622"/>
                </a:lnTo>
                <a:lnTo>
                  <a:pt x="1607065" y="812599"/>
                </a:lnTo>
                <a:lnTo>
                  <a:pt x="1607321" y="810919"/>
                </a:lnTo>
                <a:close/>
                <a:moveTo>
                  <a:pt x="965797" y="2245871"/>
                </a:moveTo>
                <a:lnTo>
                  <a:pt x="967148" y="2247764"/>
                </a:lnTo>
                <a:lnTo>
                  <a:pt x="969096" y="2246515"/>
                </a:lnTo>
                <a:lnTo>
                  <a:pt x="968464" y="2246117"/>
                </a:lnTo>
                <a:close/>
                <a:moveTo>
                  <a:pt x="1640989" y="733924"/>
                </a:moveTo>
                <a:lnTo>
                  <a:pt x="1640894" y="736967"/>
                </a:lnTo>
                <a:lnTo>
                  <a:pt x="1640714" y="739482"/>
                </a:lnTo>
                <a:lnTo>
                  <a:pt x="1641052" y="738872"/>
                </a:lnTo>
                <a:lnTo>
                  <a:pt x="1641412" y="736937"/>
                </a:lnTo>
                <a:close/>
                <a:moveTo>
                  <a:pt x="1679700" y="647199"/>
                </a:moveTo>
                <a:lnTo>
                  <a:pt x="1680447" y="667552"/>
                </a:lnTo>
                <a:lnTo>
                  <a:pt x="1680712" y="664950"/>
                </a:lnTo>
                <a:lnTo>
                  <a:pt x="1680897" y="662799"/>
                </a:lnTo>
                <a:close/>
                <a:moveTo>
                  <a:pt x="1594566" y="837735"/>
                </a:moveTo>
                <a:lnTo>
                  <a:pt x="1594523" y="838294"/>
                </a:lnTo>
                <a:lnTo>
                  <a:pt x="1594598" y="838457"/>
                </a:lnTo>
                <a:close/>
                <a:moveTo>
                  <a:pt x="972618" y="2230333"/>
                </a:moveTo>
                <a:lnTo>
                  <a:pt x="972959" y="2230923"/>
                </a:lnTo>
                <a:lnTo>
                  <a:pt x="973947" y="2229764"/>
                </a:lnTo>
                <a:close/>
                <a:moveTo>
                  <a:pt x="1626504" y="765983"/>
                </a:moveTo>
                <a:lnTo>
                  <a:pt x="1629875" y="777864"/>
                </a:lnTo>
                <a:lnTo>
                  <a:pt x="1630259" y="762882"/>
                </a:lnTo>
                <a:lnTo>
                  <a:pt x="1630305" y="759121"/>
                </a:lnTo>
                <a:close/>
                <a:moveTo>
                  <a:pt x="1618838" y="783122"/>
                </a:moveTo>
                <a:lnTo>
                  <a:pt x="1618619" y="787731"/>
                </a:lnTo>
                <a:lnTo>
                  <a:pt x="1619135" y="794316"/>
                </a:lnTo>
                <a:lnTo>
                  <a:pt x="1619320" y="785809"/>
                </a:lnTo>
                <a:close/>
                <a:moveTo>
                  <a:pt x="1683424" y="638196"/>
                </a:moveTo>
                <a:lnTo>
                  <a:pt x="1681297" y="662917"/>
                </a:lnTo>
                <a:lnTo>
                  <a:pt x="1681608" y="666957"/>
                </a:lnTo>
                <a:lnTo>
                  <a:pt x="1684890" y="654577"/>
                </a:lnTo>
                <a:lnTo>
                  <a:pt x="1685002" y="654837"/>
                </a:lnTo>
                <a:lnTo>
                  <a:pt x="1681648" y="667488"/>
                </a:lnTo>
                <a:lnTo>
                  <a:pt x="1683556" y="692340"/>
                </a:lnTo>
                <a:lnTo>
                  <a:pt x="1684467" y="717162"/>
                </a:lnTo>
                <a:lnTo>
                  <a:pt x="1686273" y="704088"/>
                </a:lnTo>
                <a:lnTo>
                  <a:pt x="1685519" y="698024"/>
                </a:lnTo>
                <a:lnTo>
                  <a:pt x="1682120" y="673413"/>
                </a:lnTo>
                <a:lnTo>
                  <a:pt x="1682379" y="673664"/>
                </a:lnTo>
                <a:lnTo>
                  <a:pt x="1686428" y="702972"/>
                </a:lnTo>
                <a:lnTo>
                  <a:pt x="1687823" y="692875"/>
                </a:lnTo>
                <a:lnTo>
                  <a:pt x="1688818" y="681536"/>
                </a:lnTo>
                <a:close/>
                <a:moveTo>
                  <a:pt x="970153" y="2235036"/>
                </a:moveTo>
                <a:lnTo>
                  <a:pt x="973854" y="2233475"/>
                </a:lnTo>
                <a:lnTo>
                  <a:pt x="972897" y="2231820"/>
                </a:lnTo>
                <a:close/>
                <a:moveTo>
                  <a:pt x="1606208" y="810226"/>
                </a:moveTo>
                <a:lnTo>
                  <a:pt x="1606046" y="812487"/>
                </a:lnTo>
                <a:lnTo>
                  <a:pt x="1606486" y="811292"/>
                </a:lnTo>
                <a:close/>
                <a:moveTo>
                  <a:pt x="984715" y="2200726"/>
                </a:moveTo>
                <a:lnTo>
                  <a:pt x="986835" y="2201075"/>
                </a:lnTo>
                <a:lnTo>
                  <a:pt x="991502" y="2199828"/>
                </a:lnTo>
                <a:lnTo>
                  <a:pt x="990315" y="2198078"/>
                </a:lnTo>
                <a:lnTo>
                  <a:pt x="988077" y="2196711"/>
                </a:lnTo>
                <a:close/>
                <a:moveTo>
                  <a:pt x="1620958" y="775996"/>
                </a:moveTo>
                <a:lnTo>
                  <a:pt x="1624173" y="785279"/>
                </a:lnTo>
                <a:lnTo>
                  <a:pt x="1628432" y="798129"/>
                </a:lnTo>
                <a:lnTo>
                  <a:pt x="1622386" y="773418"/>
                </a:lnTo>
                <a:close/>
                <a:moveTo>
                  <a:pt x="1620217" y="777334"/>
                </a:moveTo>
                <a:lnTo>
                  <a:pt x="1620083" y="783512"/>
                </a:lnTo>
                <a:lnTo>
                  <a:pt x="1622547" y="794660"/>
                </a:lnTo>
                <a:lnTo>
                  <a:pt x="1624015" y="802837"/>
                </a:lnTo>
                <a:lnTo>
                  <a:pt x="1624567" y="797768"/>
                </a:lnTo>
                <a:lnTo>
                  <a:pt x="1624772" y="798096"/>
                </a:lnTo>
                <a:lnTo>
                  <a:pt x="1624165" y="803672"/>
                </a:lnTo>
                <a:lnTo>
                  <a:pt x="1626548" y="816945"/>
                </a:lnTo>
                <a:lnTo>
                  <a:pt x="1628999" y="803751"/>
                </a:lnTo>
                <a:lnTo>
                  <a:pt x="1629033" y="803003"/>
                </a:lnTo>
                <a:lnTo>
                  <a:pt x="1628962" y="802105"/>
                </a:lnTo>
                <a:lnTo>
                  <a:pt x="1620553" y="776726"/>
                </a:lnTo>
                <a:close/>
                <a:moveTo>
                  <a:pt x="1696484" y="606440"/>
                </a:moveTo>
                <a:lnTo>
                  <a:pt x="1691466" y="664964"/>
                </a:lnTo>
                <a:lnTo>
                  <a:pt x="1696577" y="685189"/>
                </a:lnTo>
                <a:lnTo>
                  <a:pt x="1701602" y="627912"/>
                </a:lnTo>
                <a:close/>
                <a:moveTo>
                  <a:pt x="1619145" y="779270"/>
                </a:moveTo>
                <a:lnTo>
                  <a:pt x="1619433" y="780571"/>
                </a:lnTo>
                <a:lnTo>
                  <a:pt x="1619474" y="778676"/>
                </a:lnTo>
                <a:close/>
                <a:moveTo>
                  <a:pt x="1604625" y="811399"/>
                </a:moveTo>
                <a:lnTo>
                  <a:pt x="1604323" y="812939"/>
                </a:lnTo>
                <a:lnTo>
                  <a:pt x="1604377" y="813108"/>
                </a:lnTo>
                <a:close/>
                <a:moveTo>
                  <a:pt x="967398" y="2238263"/>
                </a:moveTo>
                <a:lnTo>
                  <a:pt x="968628" y="2239416"/>
                </a:lnTo>
                <a:lnTo>
                  <a:pt x="972959" y="2237263"/>
                </a:lnTo>
                <a:lnTo>
                  <a:pt x="975159" y="2235731"/>
                </a:lnTo>
                <a:lnTo>
                  <a:pt x="974027" y="2233773"/>
                </a:lnTo>
                <a:lnTo>
                  <a:pt x="969658" y="2235616"/>
                </a:lnTo>
                <a:close/>
                <a:moveTo>
                  <a:pt x="965021" y="2243359"/>
                </a:moveTo>
                <a:lnTo>
                  <a:pt x="965423" y="2243612"/>
                </a:lnTo>
                <a:lnTo>
                  <a:pt x="971373" y="2244162"/>
                </a:lnTo>
                <a:lnTo>
                  <a:pt x="972828" y="2244120"/>
                </a:lnTo>
                <a:lnTo>
                  <a:pt x="972956" y="2244038"/>
                </a:lnTo>
                <a:lnTo>
                  <a:pt x="969157" y="2240478"/>
                </a:lnTo>
                <a:close/>
                <a:moveTo>
                  <a:pt x="1620250" y="775811"/>
                </a:moveTo>
                <a:lnTo>
                  <a:pt x="1620245" y="776012"/>
                </a:lnTo>
                <a:lnTo>
                  <a:pt x="1620291" y="775933"/>
                </a:lnTo>
                <a:close/>
                <a:moveTo>
                  <a:pt x="1619533" y="775916"/>
                </a:moveTo>
                <a:lnTo>
                  <a:pt x="1619122" y="777079"/>
                </a:lnTo>
                <a:lnTo>
                  <a:pt x="1619077" y="778044"/>
                </a:lnTo>
                <a:lnTo>
                  <a:pt x="1619503" y="777302"/>
                </a:lnTo>
                <a:close/>
                <a:moveTo>
                  <a:pt x="963940" y="2243271"/>
                </a:moveTo>
                <a:lnTo>
                  <a:pt x="964070" y="2243454"/>
                </a:lnTo>
                <a:lnTo>
                  <a:pt x="964147" y="2243401"/>
                </a:lnTo>
                <a:close/>
                <a:moveTo>
                  <a:pt x="964784" y="2241326"/>
                </a:moveTo>
                <a:lnTo>
                  <a:pt x="968233" y="2239612"/>
                </a:lnTo>
                <a:lnTo>
                  <a:pt x="967129" y="2238578"/>
                </a:lnTo>
                <a:close/>
                <a:moveTo>
                  <a:pt x="989421" y="2185968"/>
                </a:moveTo>
                <a:lnTo>
                  <a:pt x="989456" y="2186007"/>
                </a:lnTo>
                <a:lnTo>
                  <a:pt x="989510" y="2185916"/>
                </a:lnTo>
                <a:close/>
                <a:moveTo>
                  <a:pt x="1606682" y="803558"/>
                </a:moveTo>
                <a:lnTo>
                  <a:pt x="1606258" y="809516"/>
                </a:lnTo>
                <a:lnTo>
                  <a:pt x="1606624" y="810917"/>
                </a:lnTo>
                <a:lnTo>
                  <a:pt x="1607457" y="808659"/>
                </a:lnTo>
                <a:lnTo>
                  <a:pt x="1607481" y="808264"/>
                </a:lnTo>
                <a:close/>
                <a:moveTo>
                  <a:pt x="980148" y="2206348"/>
                </a:moveTo>
                <a:lnTo>
                  <a:pt x="982096" y="2209508"/>
                </a:lnTo>
                <a:lnTo>
                  <a:pt x="983242" y="2208878"/>
                </a:lnTo>
                <a:lnTo>
                  <a:pt x="982543" y="2207053"/>
                </a:lnTo>
                <a:lnTo>
                  <a:pt x="982426" y="2206936"/>
                </a:lnTo>
                <a:close/>
                <a:moveTo>
                  <a:pt x="963738" y="2242552"/>
                </a:moveTo>
                <a:lnTo>
                  <a:pt x="964593" y="2243090"/>
                </a:lnTo>
                <a:lnTo>
                  <a:pt x="968810" y="2240154"/>
                </a:lnTo>
                <a:lnTo>
                  <a:pt x="968618" y="2239974"/>
                </a:lnTo>
                <a:lnTo>
                  <a:pt x="963964" y="2242287"/>
                </a:lnTo>
                <a:close/>
                <a:moveTo>
                  <a:pt x="966132" y="2237077"/>
                </a:moveTo>
                <a:lnTo>
                  <a:pt x="967007" y="2237897"/>
                </a:lnTo>
                <a:lnTo>
                  <a:pt x="968557" y="2236080"/>
                </a:lnTo>
                <a:lnTo>
                  <a:pt x="967756" y="2236418"/>
                </a:lnTo>
                <a:close/>
                <a:moveTo>
                  <a:pt x="994827" y="2172682"/>
                </a:moveTo>
                <a:lnTo>
                  <a:pt x="995024" y="2173003"/>
                </a:lnTo>
                <a:lnTo>
                  <a:pt x="995713" y="2172803"/>
                </a:lnTo>
                <a:lnTo>
                  <a:pt x="997300" y="2172047"/>
                </a:lnTo>
                <a:close/>
                <a:moveTo>
                  <a:pt x="1593040" y="833032"/>
                </a:moveTo>
                <a:lnTo>
                  <a:pt x="1593009" y="835000"/>
                </a:lnTo>
                <a:lnTo>
                  <a:pt x="1593029" y="835042"/>
                </a:lnTo>
                <a:lnTo>
                  <a:pt x="1593159" y="833365"/>
                </a:lnTo>
                <a:close/>
                <a:moveTo>
                  <a:pt x="963022" y="2243391"/>
                </a:moveTo>
                <a:lnTo>
                  <a:pt x="963085" y="2243397"/>
                </a:lnTo>
                <a:lnTo>
                  <a:pt x="963054" y="2243354"/>
                </a:lnTo>
                <a:close/>
                <a:moveTo>
                  <a:pt x="985406" y="2192806"/>
                </a:moveTo>
                <a:lnTo>
                  <a:pt x="985426" y="2192798"/>
                </a:lnTo>
                <a:lnTo>
                  <a:pt x="985478" y="2192709"/>
                </a:lnTo>
                <a:close/>
                <a:moveTo>
                  <a:pt x="1619316" y="772992"/>
                </a:moveTo>
                <a:lnTo>
                  <a:pt x="1619153" y="776431"/>
                </a:lnTo>
                <a:lnTo>
                  <a:pt x="1619546" y="775318"/>
                </a:lnTo>
                <a:lnTo>
                  <a:pt x="1619579" y="773787"/>
                </a:lnTo>
                <a:close/>
                <a:moveTo>
                  <a:pt x="993894" y="2172922"/>
                </a:moveTo>
                <a:lnTo>
                  <a:pt x="994613" y="2173037"/>
                </a:lnTo>
                <a:lnTo>
                  <a:pt x="994454" y="2172778"/>
                </a:lnTo>
                <a:close/>
                <a:moveTo>
                  <a:pt x="1604970" y="804596"/>
                </a:moveTo>
                <a:lnTo>
                  <a:pt x="1605102" y="805097"/>
                </a:lnTo>
                <a:lnTo>
                  <a:pt x="1605323" y="803980"/>
                </a:lnTo>
                <a:close/>
                <a:moveTo>
                  <a:pt x="990727" y="2179851"/>
                </a:moveTo>
                <a:lnTo>
                  <a:pt x="991157" y="2180273"/>
                </a:lnTo>
                <a:lnTo>
                  <a:pt x="991746" y="2180215"/>
                </a:lnTo>
                <a:lnTo>
                  <a:pt x="992554" y="2179601"/>
                </a:lnTo>
                <a:close/>
                <a:moveTo>
                  <a:pt x="1639855" y="725859"/>
                </a:moveTo>
                <a:lnTo>
                  <a:pt x="1639706" y="735797"/>
                </a:lnTo>
                <a:lnTo>
                  <a:pt x="1640226" y="728495"/>
                </a:lnTo>
                <a:close/>
                <a:moveTo>
                  <a:pt x="985676" y="2190582"/>
                </a:moveTo>
                <a:lnTo>
                  <a:pt x="986077" y="2191218"/>
                </a:lnTo>
                <a:lnTo>
                  <a:pt x="987164" y="2189774"/>
                </a:lnTo>
                <a:close/>
                <a:moveTo>
                  <a:pt x="1602856" y="808292"/>
                </a:moveTo>
                <a:lnTo>
                  <a:pt x="1603849" y="811433"/>
                </a:lnTo>
                <a:lnTo>
                  <a:pt x="1604999" y="805612"/>
                </a:lnTo>
                <a:lnTo>
                  <a:pt x="1604809" y="804880"/>
                </a:lnTo>
                <a:close/>
                <a:moveTo>
                  <a:pt x="961943" y="2243292"/>
                </a:moveTo>
                <a:lnTo>
                  <a:pt x="962369" y="2243331"/>
                </a:lnTo>
                <a:lnTo>
                  <a:pt x="962733" y="2242905"/>
                </a:lnTo>
                <a:lnTo>
                  <a:pt x="962730" y="2242901"/>
                </a:lnTo>
                <a:close/>
                <a:moveTo>
                  <a:pt x="988153" y="2184522"/>
                </a:moveTo>
                <a:lnTo>
                  <a:pt x="989251" y="2185773"/>
                </a:lnTo>
                <a:lnTo>
                  <a:pt x="989788" y="2185448"/>
                </a:lnTo>
                <a:lnTo>
                  <a:pt x="990355" y="2184492"/>
                </a:lnTo>
                <a:close/>
                <a:moveTo>
                  <a:pt x="969783" y="2225432"/>
                </a:moveTo>
                <a:lnTo>
                  <a:pt x="970978" y="2227498"/>
                </a:lnTo>
                <a:lnTo>
                  <a:pt x="971313" y="2227364"/>
                </a:lnTo>
                <a:lnTo>
                  <a:pt x="974961" y="2225183"/>
                </a:lnTo>
                <a:close/>
                <a:moveTo>
                  <a:pt x="964989" y="2236005"/>
                </a:moveTo>
                <a:lnTo>
                  <a:pt x="965878" y="2236839"/>
                </a:lnTo>
                <a:lnTo>
                  <a:pt x="969052" y="2235499"/>
                </a:lnTo>
                <a:lnTo>
                  <a:pt x="972613" y="2231328"/>
                </a:lnTo>
                <a:lnTo>
                  <a:pt x="972152" y="2230532"/>
                </a:lnTo>
                <a:lnTo>
                  <a:pt x="970189" y="2231372"/>
                </a:lnTo>
                <a:close/>
                <a:moveTo>
                  <a:pt x="971486" y="2221365"/>
                </a:moveTo>
                <a:lnTo>
                  <a:pt x="975654" y="2223247"/>
                </a:lnTo>
                <a:lnTo>
                  <a:pt x="977728" y="2223529"/>
                </a:lnTo>
                <a:lnTo>
                  <a:pt x="979801" y="2222289"/>
                </a:lnTo>
                <a:lnTo>
                  <a:pt x="981985" y="2220344"/>
                </a:lnTo>
                <a:lnTo>
                  <a:pt x="985338" y="2216417"/>
                </a:lnTo>
                <a:lnTo>
                  <a:pt x="975147" y="2219098"/>
                </a:lnTo>
                <a:close/>
                <a:moveTo>
                  <a:pt x="1617388" y="775050"/>
                </a:moveTo>
                <a:lnTo>
                  <a:pt x="1617340" y="775924"/>
                </a:lnTo>
                <a:lnTo>
                  <a:pt x="1617385" y="776144"/>
                </a:lnTo>
                <a:lnTo>
                  <a:pt x="1617454" y="775737"/>
                </a:lnTo>
                <a:lnTo>
                  <a:pt x="1617461" y="775456"/>
                </a:lnTo>
                <a:close/>
                <a:moveTo>
                  <a:pt x="1592178" y="830609"/>
                </a:moveTo>
                <a:lnTo>
                  <a:pt x="1592394" y="833662"/>
                </a:lnTo>
                <a:lnTo>
                  <a:pt x="1592768" y="834474"/>
                </a:lnTo>
                <a:lnTo>
                  <a:pt x="1592801" y="832360"/>
                </a:lnTo>
                <a:close/>
                <a:moveTo>
                  <a:pt x="1598468" y="815964"/>
                </a:moveTo>
                <a:lnTo>
                  <a:pt x="1600218" y="820079"/>
                </a:lnTo>
                <a:lnTo>
                  <a:pt x="1598718" y="815526"/>
                </a:lnTo>
                <a:close/>
                <a:moveTo>
                  <a:pt x="972758" y="2216655"/>
                </a:moveTo>
                <a:lnTo>
                  <a:pt x="973710" y="2216405"/>
                </a:lnTo>
                <a:lnTo>
                  <a:pt x="977129" y="2214286"/>
                </a:lnTo>
                <a:lnTo>
                  <a:pt x="977059" y="2214288"/>
                </a:lnTo>
                <a:close/>
                <a:moveTo>
                  <a:pt x="980354" y="2199515"/>
                </a:moveTo>
                <a:lnTo>
                  <a:pt x="981214" y="2199893"/>
                </a:lnTo>
                <a:lnTo>
                  <a:pt x="983427" y="2196164"/>
                </a:lnTo>
                <a:lnTo>
                  <a:pt x="982755" y="2196326"/>
                </a:lnTo>
                <a:close/>
                <a:moveTo>
                  <a:pt x="974161" y="2213326"/>
                </a:moveTo>
                <a:lnTo>
                  <a:pt x="975209" y="2213298"/>
                </a:lnTo>
                <a:lnTo>
                  <a:pt x="981921" y="2209606"/>
                </a:lnTo>
                <a:lnTo>
                  <a:pt x="979917" y="2206454"/>
                </a:lnTo>
                <a:close/>
                <a:moveTo>
                  <a:pt x="1620471" y="765594"/>
                </a:moveTo>
                <a:lnTo>
                  <a:pt x="1620308" y="773160"/>
                </a:lnTo>
                <a:lnTo>
                  <a:pt x="1621497" y="769788"/>
                </a:lnTo>
                <a:lnTo>
                  <a:pt x="1621578" y="770120"/>
                </a:lnTo>
                <a:lnTo>
                  <a:pt x="1620295" y="773758"/>
                </a:lnTo>
                <a:lnTo>
                  <a:pt x="1620288" y="774061"/>
                </a:lnTo>
                <a:lnTo>
                  <a:pt x="1620693" y="775231"/>
                </a:lnTo>
                <a:lnTo>
                  <a:pt x="1622191" y="772626"/>
                </a:lnTo>
                <a:lnTo>
                  <a:pt x="1621578" y="770120"/>
                </a:lnTo>
                <a:lnTo>
                  <a:pt x="1621971" y="769008"/>
                </a:lnTo>
                <a:lnTo>
                  <a:pt x="1621861" y="768757"/>
                </a:lnTo>
                <a:lnTo>
                  <a:pt x="1621497" y="769788"/>
                </a:lnTo>
                <a:close/>
                <a:moveTo>
                  <a:pt x="969743" y="2222446"/>
                </a:moveTo>
                <a:lnTo>
                  <a:pt x="972049" y="2222758"/>
                </a:lnTo>
                <a:lnTo>
                  <a:pt x="970423" y="2222024"/>
                </a:lnTo>
                <a:close/>
                <a:moveTo>
                  <a:pt x="984564" y="2188821"/>
                </a:moveTo>
                <a:lnTo>
                  <a:pt x="984724" y="2189074"/>
                </a:lnTo>
                <a:lnTo>
                  <a:pt x="988590" y="2186595"/>
                </a:lnTo>
                <a:lnTo>
                  <a:pt x="988505" y="2186506"/>
                </a:lnTo>
                <a:close/>
                <a:moveTo>
                  <a:pt x="962359" y="2238322"/>
                </a:moveTo>
                <a:lnTo>
                  <a:pt x="965461" y="2237015"/>
                </a:lnTo>
                <a:lnTo>
                  <a:pt x="964678" y="2236282"/>
                </a:lnTo>
                <a:lnTo>
                  <a:pt x="963404" y="2237417"/>
                </a:lnTo>
                <a:close/>
                <a:moveTo>
                  <a:pt x="968800" y="2223733"/>
                </a:moveTo>
                <a:lnTo>
                  <a:pt x="969609" y="2225131"/>
                </a:lnTo>
                <a:lnTo>
                  <a:pt x="971789" y="2225027"/>
                </a:lnTo>
                <a:lnTo>
                  <a:pt x="975761" y="2224677"/>
                </a:lnTo>
                <a:close/>
                <a:moveTo>
                  <a:pt x="961152" y="2239368"/>
                </a:moveTo>
                <a:lnTo>
                  <a:pt x="963135" y="2242145"/>
                </a:lnTo>
                <a:lnTo>
                  <a:pt x="963561" y="2241934"/>
                </a:lnTo>
                <a:lnTo>
                  <a:pt x="966738" y="2238211"/>
                </a:lnTo>
                <a:lnTo>
                  <a:pt x="965710" y="2237249"/>
                </a:lnTo>
                <a:lnTo>
                  <a:pt x="961737" y="2238861"/>
                </a:lnTo>
                <a:close/>
                <a:moveTo>
                  <a:pt x="981942" y="2192611"/>
                </a:moveTo>
                <a:lnTo>
                  <a:pt x="983463" y="2193540"/>
                </a:lnTo>
                <a:lnTo>
                  <a:pt x="984674" y="2193082"/>
                </a:lnTo>
                <a:lnTo>
                  <a:pt x="985859" y="2191508"/>
                </a:lnTo>
                <a:lnTo>
                  <a:pt x="985531" y="2191024"/>
                </a:lnTo>
                <a:lnTo>
                  <a:pt x="985361" y="2190754"/>
                </a:lnTo>
                <a:close/>
                <a:moveTo>
                  <a:pt x="986397" y="2182521"/>
                </a:moveTo>
                <a:lnTo>
                  <a:pt x="986558" y="2182705"/>
                </a:lnTo>
                <a:lnTo>
                  <a:pt x="988506" y="2182678"/>
                </a:lnTo>
                <a:lnTo>
                  <a:pt x="989063" y="2182255"/>
                </a:lnTo>
                <a:close/>
                <a:moveTo>
                  <a:pt x="963225" y="2234353"/>
                </a:moveTo>
                <a:lnTo>
                  <a:pt x="964703" y="2235738"/>
                </a:lnTo>
                <a:lnTo>
                  <a:pt x="969064" y="2231854"/>
                </a:lnTo>
                <a:close/>
                <a:moveTo>
                  <a:pt x="975538" y="2205911"/>
                </a:moveTo>
                <a:lnTo>
                  <a:pt x="976484" y="2205837"/>
                </a:lnTo>
                <a:lnTo>
                  <a:pt x="976783" y="2205480"/>
                </a:lnTo>
                <a:lnTo>
                  <a:pt x="976013" y="2205282"/>
                </a:lnTo>
                <a:close/>
                <a:moveTo>
                  <a:pt x="960112" y="2240270"/>
                </a:moveTo>
                <a:lnTo>
                  <a:pt x="961456" y="2241116"/>
                </a:lnTo>
                <a:lnTo>
                  <a:pt x="960569" y="2239873"/>
                </a:lnTo>
                <a:close/>
                <a:moveTo>
                  <a:pt x="952534" y="2257206"/>
                </a:moveTo>
                <a:lnTo>
                  <a:pt x="952595" y="2257323"/>
                </a:lnTo>
                <a:lnTo>
                  <a:pt x="973384" y="2257068"/>
                </a:lnTo>
                <a:lnTo>
                  <a:pt x="969167" y="2251635"/>
                </a:lnTo>
                <a:lnTo>
                  <a:pt x="957918" y="2256177"/>
                </a:lnTo>
                <a:lnTo>
                  <a:pt x="957793" y="2256140"/>
                </a:lnTo>
                <a:lnTo>
                  <a:pt x="966136" y="2252772"/>
                </a:lnTo>
                <a:lnTo>
                  <a:pt x="969049" y="2251482"/>
                </a:lnTo>
                <a:lnTo>
                  <a:pt x="966664" y="2248408"/>
                </a:lnTo>
                <a:close/>
                <a:moveTo>
                  <a:pt x="1619798" y="762839"/>
                </a:moveTo>
                <a:lnTo>
                  <a:pt x="1619389" y="771464"/>
                </a:lnTo>
                <a:lnTo>
                  <a:pt x="1619616" y="772120"/>
                </a:lnTo>
                <a:lnTo>
                  <a:pt x="1619815" y="762914"/>
                </a:lnTo>
                <a:close/>
                <a:moveTo>
                  <a:pt x="983625" y="2187331"/>
                </a:moveTo>
                <a:lnTo>
                  <a:pt x="984469" y="2188669"/>
                </a:lnTo>
                <a:lnTo>
                  <a:pt x="988336" y="2186327"/>
                </a:lnTo>
                <a:lnTo>
                  <a:pt x="987124" y="2185053"/>
                </a:lnTo>
                <a:close/>
                <a:moveTo>
                  <a:pt x="952341" y="2257326"/>
                </a:moveTo>
                <a:lnTo>
                  <a:pt x="952394" y="2257326"/>
                </a:lnTo>
                <a:lnTo>
                  <a:pt x="952381" y="2257301"/>
                </a:lnTo>
                <a:close/>
                <a:moveTo>
                  <a:pt x="979193" y="2197186"/>
                </a:moveTo>
                <a:lnTo>
                  <a:pt x="980000" y="2199290"/>
                </a:lnTo>
                <a:lnTo>
                  <a:pt x="982115" y="2196481"/>
                </a:lnTo>
                <a:close/>
                <a:moveTo>
                  <a:pt x="1649113" y="696303"/>
                </a:moveTo>
                <a:lnTo>
                  <a:pt x="1642151" y="736889"/>
                </a:lnTo>
                <a:lnTo>
                  <a:pt x="1648265" y="725849"/>
                </a:lnTo>
                <a:lnTo>
                  <a:pt x="1648415" y="726424"/>
                </a:lnTo>
                <a:lnTo>
                  <a:pt x="1641951" y="738095"/>
                </a:lnTo>
                <a:lnTo>
                  <a:pt x="1643774" y="751075"/>
                </a:lnTo>
                <a:lnTo>
                  <a:pt x="1648539" y="726991"/>
                </a:lnTo>
                <a:lnTo>
                  <a:pt x="1648590" y="723776"/>
                </a:lnTo>
                <a:lnTo>
                  <a:pt x="1648781" y="724027"/>
                </a:lnTo>
                <a:lnTo>
                  <a:pt x="1648752" y="725919"/>
                </a:lnTo>
                <a:lnTo>
                  <a:pt x="1650239" y="718401"/>
                </a:lnTo>
                <a:lnTo>
                  <a:pt x="1650640" y="716189"/>
                </a:lnTo>
                <a:close/>
                <a:moveTo>
                  <a:pt x="959388" y="2239815"/>
                </a:moveTo>
                <a:lnTo>
                  <a:pt x="959821" y="2240087"/>
                </a:lnTo>
                <a:lnTo>
                  <a:pt x="960371" y="2239597"/>
                </a:lnTo>
                <a:lnTo>
                  <a:pt x="960271" y="2239456"/>
                </a:lnTo>
                <a:close/>
                <a:moveTo>
                  <a:pt x="951940" y="2256066"/>
                </a:moveTo>
                <a:lnTo>
                  <a:pt x="952473" y="2257091"/>
                </a:lnTo>
                <a:lnTo>
                  <a:pt x="957052" y="2254239"/>
                </a:lnTo>
                <a:lnTo>
                  <a:pt x="966499" y="2248180"/>
                </a:lnTo>
                <a:lnTo>
                  <a:pt x="964784" y="2245778"/>
                </a:lnTo>
                <a:lnTo>
                  <a:pt x="961928" y="2245514"/>
                </a:lnTo>
                <a:lnTo>
                  <a:pt x="960056" y="2246818"/>
                </a:lnTo>
                <a:close/>
                <a:moveTo>
                  <a:pt x="984223" y="2182738"/>
                </a:moveTo>
                <a:lnTo>
                  <a:pt x="984913" y="2182728"/>
                </a:lnTo>
                <a:lnTo>
                  <a:pt x="984862" y="2182674"/>
                </a:lnTo>
                <a:close/>
                <a:moveTo>
                  <a:pt x="1597036" y="810419"/>
                </a:moveTo>
                <a:lnTo>
                  <a:pt x="1597515" y="813725"/>
                </a:lnTo>
                <a:lnTo>
                  <a:pt x="1597965" y="814783"/>
                </a:lnTo>
                <a:lnTo>
                  <a:pt x="1598288" y="814220"/>
                </a:lnTo>
                <a:close/>
                <a:moveTo>
                  <a:pt x="950818" y="2257345"/>
                </a:moveTo>
                <a:lnTo>
                  <a:pt x="952090" y="2257329"/>
                </a:lnTo>
                <a:lnTo>
                  <a:pt x="952321" y="2257185"/>
                </a:lnTo>
                <a:lnTo>
                  <a:pt x="951813" y="2256211"/>
                </a:lnTo>
                <a:close/>
                <a:moveTo>
                  <a:pt x="957138" y="2242849"/>
                </a:moveTo>
                <a:lnTo>
                  <a:pt x="961005" y="2243205"/>
                </a:lnTo>
                <a:lnTo>
                  <a:pt x="962439" y="2242492"/>
                </a:lnTo>
                <a:lnTo>
                  <a:pt x="962223" y="2242190"/>
                </a:lnTo>
                <a:lnTo>
                  <a:pt x="959716" y="2240612"/>
                </a:lnTo>
                <a:close/>
                <a:moveTo>
                  <a:pt x="980062" y="2191465"/>
                </a:moveTo>
                <a:lnTo>
                  <a:pt x="980542" y="2191757"/>
                </a:lnTo>
                <a:lnTo>
                  <a:pt x="984423" y="2189268"/>
                </a:lnTo>
                <a:lnTo>
                  <a:pt x="984255" y="2189002"/>
                </a:lnTo>
                <a:close/>
                <a:moveTo>
                  <a:pt x="984768" y="2180665"/>
                </a:moveTo>
                <a:lnTo>
                  <a:pt x="984966" y="2180891"/>
                </a:lnTo>
                <a:lnTo>
                  <a:pt x="988456" y="2180543"/>
                </a:lnTo>
                <a:lnTo>
                  <a:pt x="988109" y="2180208"/>
                </a:lnTo>
                <a:close/>
                <a:moveTo>
                  <a:pt x="964751" y="2225364"/>
                </a:moveTo>
                <a:lnTo>
                  <a:pt x="969044" y="2225158"/>
                </a:lnTo>
                <a:lnTo>
                  <a:pt x="968170" y="2223647"/>
                </a:lnTo>
                <a:lnTo>
                  <a:pt x="967869" y="2223607"/>
                </a:lnTo>
                <a:lnTo>
                  <a:pt x="965876" y="2224841"/>
                </a:lnTo>
                <a:close/>
                <a:moveTo>
                  <a:pt x="976800" y="2197951"/>
                </a:moveTo>
                <a:lnTo>
                  <a:pt x="979513" y="2199145"/>
                </a:lnTo>
                <a:lnTo>
                  <a:pt x="978798" y="2197281"/>
                </a:lnTo>
                <a:lnTo>
                  <a:pt x="978177" y="2197431"/>
                </a:lnTo>
                <a:close/>
                <a:moveTo>
                  <a:pt x="969869" y="2213441"/>
                </a:moveTo>
                <a:lnTo>
                  <a:pt x="970121" y="2213434"/>
                </a:lnTo>
                <a:lnTo>
                  <a:pt x="976111" y="2206283"/>
                </a:lnTo>
                <a:lnTo>
                  <a:pt x="975204" y="2206354"/>
                </a:lnTo>
                <a:close/>
                <a:moveTo>
                  <a:pt x="978215" y="2194636"/>
                </a:moveTo>
                <a:lnTo>
                  <a:pt x="978513" y="2195412"/>
                </a:lnTo>
                <a:lnTo>
                  <a:pt x="983105" y="2193676"/>
                </a:lnTo>
                <a:lnTo>
                  <a:pt x="981635" y="2192778"/>
                </a:lnTo>
                <a:close/>
                <a:moveTo>
                  <a:pt x="949318" y="2259056"/>
                </a:moveTo>
                <a:lnTo>
                  <a:pt x="949927" y="2258676"/>
                </a:lnTo>
                <a:lnTo>
                  <a:pt x="949648" y="2258680"/>
                </a:lnTo>
                <a:close/>
                <a:moveTo>
                  <a:pt x="958895" y="2236205"/>
                </a:moveTo>
                <a:lnTo>
                  <a:pt x="960858" y="2238955"/>
                </a:lnTo>
                <a:lnTo>
                  <a:pt x="961302" y="2238768"/>
                </a:lnTo>
                <a:lnTo>
                  <a:pt x="964393" y="2236014"/>
                </a:lnTo>
                <a:lnTo>
                  <a:pt x="962810" y="2234530"/>
                </a:lnTo>
                <a:close/>
                <a:moveTo>
                  <a:pt x="981907" y="2184610"/>
                </a:moveTo>
                <a:lnTo>
                  <a:pt x="983187" y="2186638"/>
                </a:lnTo>
                <a:lnTo>
                  <a:pt x="983957" y="2186137"/>
                </a:lnTo>
                <a:lnTo>
                  <a:pt x="986041" y="2184552"/>
                </a:lnTo>
                <a:close/>
                <a:moveTo>
                  <a:pt x="967674" y="2216356"/>
                </a:moveTo>
                <a:lnTo>
                  <a:pt x="969230" y="2214498"/>
                </a:lnTo>
                <a:lnTo>
                  <a:pt x="969069" y="2214502"/>
                </a:lnTo>
                <a:close/>
                <a:moveTo>
                  <a:pt x="975573" y="2198415"/>
                </a:moveTo>
                <a:lnTo>
                  <a:pt x="976049" y="2198724"/>
                </a:lnTo>
                <a:lnTo>
                  <a:pt x="978914" y="2199463"/>
                </a:lnTo>
                <a:lnTo>
                  <a:pt x="976089" y="2198220"/>
                </a:lnTo>
                <a:close/>
                <a:moveTo>
                  <a:pt x="985814" y="2174997"/>
                </a:moveTo>
                <a:lnTo>
                  <a:pt x="986349" y="2175525"/>
                </a:lnTo>
                <a:lnTo>
                  <a:pt x="989546" y="2174596"/>
                </a:lnTo>
                <a:lnTo>
                  <a:pt x="988206" y="2174383"/>
                </a:lnTo>
                <a:close/>
                <a:moveTo>
                  <a:pt x="977590" y="2192916"/>
                </a:moveTo>
                <a:lnTo>
                  <a:pt x="977751" y="2193395"/>
                </a:lnTo>
                <a:lnTo>
                  <a:pt x="979295" y="2192556"/>
                </a:lnTo>
                <a:lnTo>
                  <a:pt x="980259" y="2191938"/>
                </a:lnTo>
                <a:lnTo>
                  <a:pt x="979767" y="2191637"/>
                </a:lnTo>
                <a:close/>
                <a:moveTo>
                  <a:pt x="950566" y="2253428"/>
                </a:moveTo>
                <a:lnTo>
                  <a:pt x="951774" y="2255747"/>
                </a:lnTo>
                <a:lnTo>
                  <a:pt x="958423" y="2247955"/>
                </a:lnTo>
                <a:close/>
                <a:moveTo>
                  <a:pt x="978623" y="2190585"/>
                </a:moveTo>
                <a:lnTo>
                  <a:pt x="979903" y="2191367"/>
                </a:lnTo>
                <a:lnTo>
                  <a:pt x="983572" y="2189212"/>
                </a:lnTo>
                <a:lnTo>
                  <a:pt x="984162" y="2188855"/>
                </a:lnTo>
                <a:lnTo>
                  <a:pt x="983324" y="2187526"/>
                </a:lnTo>
                <a:close/>
                <a:moveTo>
                  <a:pt x="971564" y="2206223"/>
                </a:moveTo>
                <a:lnTo>
                  <a:pt x="974982" y="2205955"/>
                </a:lnTo>
                <a:lnTo>
                  <a:pt x="975436" y="2205352"/>
                </a:lnTo>
                <a:close/>
                <a:moveTo>
                  <a:pt x="1631744" y="727020"/>
                </a:moveTo>
                <a:lnTo>
                  <a:pt x="1635433" y="748519"/>
                </a:lnTo>
                <a:lnTo>
                  <a:pt x="1635494" y="748909"/>
                </a:lnTo>
                <a:lnTo>
                  <a:pt x="1637662" y="744995"/>
                </a:lnTo>
                <a:close/>
                <a:moveTo>
                  <a:pt x="977131" y="2191556"/>
                </a:moveTo>
                <a:lnTo>
                  <a:pt x="977536" y="2192757"/>
                </a:lnTo>
                <a:lnTo>
                  <a:pt x="979608" y="2191540"/>
                </a:lnTo>
                <a:lnTo>
                  <a:pt x="978342" y="2190768"/>
                </a:lnTo>
                <a:close/>
                <a:moveTo>
                  <a:pt x="1601685" y="792942"/>
                </a:moveTo>
                <a:lnTo>
                  <a:pt x="1599529" y="798213"/>
                </a:lnTo>
                <a:lnTo>
                  <a:pt x="1600480" y="800760"/>
                </a:lnTo>
                <a:lnTo>
                  <a:pt x="1602445" y="806986"/>
                </a:lnTo>
                <a:lnTo>
                  <a:pt x="1604447" y="803501"/>
                </a:lnTo>
                <a:close/>
                <a:moveTo>
                  <a:pt x="981478" y="2181239"/>
                </a:moveTo>
                <a:lnTo>
                  <a:pt x="983351" y="2181053"/>
                </a:lnTo>
                <a:lnTo>
                  <a:pt x="983199" y="2180879"/>
                </a:lnTo>
                <a:lnTo>
                  <a:pt x="981694" y="2181085"/>
                </a:lnTo>
                <a:close/>
                <a:moveTo>
                  <a:pt x="1603944" y="787420"/>
                </a:moveTo>
                <a:lnTo>
                  <a:pt x="1601829" y="792590"/>
                </a:lnTo>
                <a:lnTo>
                  <a:pt x="1604610" y="803219"/>
                </a:lnTo>
                <a:lnTo>
                  <a:pt x="1605921" y="800937"/>
                </a:lnTo>
                <a:lnTo>
                  <a:pt x="1606014" y="799623"/>
                </a:lnTo>
                <a:close/>
                <a:moveTo>
                  <a:pt x="956018" y="2237695"/>
                </a:moveTo>
                <a:lnTo>
                  <a:pt x="959160" y="2239671"/>
                </a:lnTo>
                <a:lnTo>
                  <a:pt x="960132" y="2239261"/>
                </a:lnTo>
                <a:lnTo>
                  <a:pt x="958171" y="2236515"/>
                </a:lnTo>
                <a:lnTo>
                  <a:pt x="957888" y="2236636"/>
                </a:lnTo>
                <a:close/>
                <a:moveTo>
                  <a:pt x="1601517" y="792298"/>
                </a:moveTo>
                <a:lnTo>
                  <a:pt x="1599950" y="796440"/>
                </a:lnTo>
                <a:lnTo>
                  <a:pt x="1601567" y="792489"/>
                </a:lnTo>
                <a:close/>
                <a:moveTo>
                  <a:pt x="1606901" y="780191"/>
                </a:moveTo>
                <a:lnTo>
                  <a:pt x="1606140" y="782051"/>
                </a:lnTo>
                <a:lnTo>
                  <a:pt x="1607085" y="784584"/>
                </a:lnTo>
                <a:lnTo>
                  <a:pt x="1607162" y="783517"/>
                </a:lnTo>
                <a:close/>
                <a:moveTo>
                  <a:pt x="974254" y="2196788"/>
                </a:moveTo>
                <a:lnTo>
                  <a:pt x="974279" y="2196830"/>
                </a:lnTo>
                <a:lnTo>
                  <a:pt x="974410" y="2196893"/>
                </a:lnTo>
                <a:lnTo>
                  <a:pt x="974926" y="2196768"/>
                </a:lnTo>
                <a:lnTo>
                  <a:pt x="978137" y="2195554"/>
                </a:lnTo>
                <a:lnTo>
                  <a:pt x="977859" y="2194829"/>
                </a:lnTo>
                <a:close/>
                <a:moveTo>
                  <a:pt x="950975" y="2248192"/>
                </a:moveTo>
                <a:lnTo>
                  <a:pt x="957231" y="2245081"/>
                </a:lnTo>
                <a:lnTo>
                  <a:pt x="954819" y="2244859"/>
                </a:lnTo>
                <a:close/>
                <a:moveTo>
                  <a:pt x="1603764" y="786356"/>
                </a:moveTo>
                <a:lnTo>
                  <a:pt x="1601656" y="791929"/>
                </a:lnTo>
                <a:lnTo>
                  <a:pt x="1601711" y="792137"/>
                </a:lnTo>
                <a:lnTo>
                  <a:pt x="1603855" y="786895"/>
                </a:lnTo>
                <a:close/>
                <a:moveTo>
                  <a:pt x="958810" y="2230215"/>
                </a:moveTo>
                <a:lnTo>
                  <a:pt x="960388" y="2231694"/>
                </a:lnTo>
                <a:lnTo>
                  <a:pt x="970505" y="2227685"/>
                </a:lnTo>
                <a:lnTo>
                  <a:pt x="969218" y="2225459"/>
                </a:lnTo>
                <a:lnTo>
                  <a:pt x="964009" y="2225709"/>
                </a:lnTo>
                <a:lnTo>
                  <a:pt x="963222" y="2226075"/>
                </a:lnTo>
                <a:lnTo>
                  <a:pt x="962779" y="2226490"/>
                </a:lnTo>
                <a:lnTo>
                  <a:pt x="963389" y="2227256"/>
                </a:lnTo>
                <a:lnTo>
                  <a:pt x="963113" y="2227191"/>
                </a:lnTo>
                <a:lnTo>
                  <a:pt x="962650" y="2226611"/>
                </a:lnTo>
                <a:close/>
                <a:moveTo>
                  <a:pt x="985100" y="2170489"/>
                </a:moveTo>
                <a:lnTo>
                  <a:pt x="990489" y="2168616"/>
                </a:lnTo>
                <a:lnTo>
                  <a:pt x="990554" y="2168553"/>
                </a:lnTo>
                <a:lnTo>
                  <a:pt x="988486" y="2168983"/>
                </a:lnTo>
                <a:close/>
                <a:moveTo>
                  <a:pt x="1606762" y="778427"/>
                </a:moveTo>
                <a:lnTo>
                  <a:pt x="1605768" y="781054"/>
                </a:lnTo>
                <a:lnTo>
                  <a:pt x="1605995" y="781663"/>
                </a:lnTo>
                <a:lnTo>
                  <a:pt x="1606852" y="779568"/>
                </a:lnTo>
                <a:close/>
                <a:moveTo>
                  <a:pt x="976481" y="2189632"/>
                </a:moveTo>
                <a:lnTo>
                  <a:pt x="976860" y="2190754"/>
                </a:lnTo>
                <a:lnTo>
                  <a:pt x="977567" y="2190294"/>
                </a:lnTo>
                <a:close/>
                <a:moveTo>
                  <a:pt x="952881" y="2242456"/>
                </a:moveTo>
                <a:lnTo>
                  <a:pt x="956760" y="2242814"/>
                </a:lnTo>
                <a:lnTo>
                  <a:pt x="959432" y="2240433"/>
                </a:lnTo>
                <a:lnTo>
                  <a:pt x="958816" y="2240047"/>
                </a:lnTo>
                <a:close/>
                <a:moveTo>
                  <a:pt x="1614411" y="760685"/>
                </a:moveTo>
                <a:lnTo>
                  <a:pt x="1614324" y="761160"/>
                </a:lnTo>
                <a:lnTo>
                  <a:pt x="1615474" y="766790"/>
                </a:lnTo>
                <a:lnTo>
                  <a:pt x="1615531" y="765755"/>
                </a:lnTo>
                <a:close/>
                <a:moveTo>
                  <a:pt x="979842" y="2181338"/>
                </a:moveTo>
                <a:lnTo>
                  <a:pt x="979881" y="2181399"/>
                </a:lnTo>
                <a:lnTo>
                  <a:pt x="980818" y="2181305"/>
                </a:lnTo>
                <a:lnTo>
                  <a:pt x="980991" y="2181181"/>
                </a:lnTo>
                <a:close/>
                <a:moveTo>
                  <a:pt x="973388" y="2195384"/>
                </a:moveTo>
                <a:lnTo>
                  <a:pt x="973565" y="2195669"/>
                </a:lnTo>
                <a:lnTo>
                  <a:pt x="977386" y="2193594"/>
                </a:lnTo>
                <a:lnTo>
                  <a:pt x="977211" y="2193138"/>
                </a:lnTo>
                <a:close/>
                <a:moveTo>
                  <a:pt x="1614703" y="759071"/>
                </a:moveTo>
                <a:lnTo>
                  <a:pt x="1614693" y="759127"/>
                </a:lnTo>
                <a:lnTo>
                  <a:pt x="1615656" y="763482"/>
                </a:lnTo>
                <a:lnTo>
                  <a:pt x="1615729" y="762165"/>
                </a:lnTo>
                <a:close/>
                <a:moveTo>
                  <a:pt x="948814" y="2250065"/>
                </a:moveTo>
                <a:lnTo>
                  <a:pt x="950349" y="2253011"/>
                </a:lnTo>
                <a:lnTo>
                  <a:pt x="959618" y="2246555"/>
                </a:lnTo>
                <a:lnTo>
                  <a:pt x="960610" y="2245393"/>
                </a:lnTo>
                <a:lnTo>
                  <a:pt x="958169" y="2245168"/>
                </a:lnTo>
                <a:lnTo>
                  <a:pt x="949480" y="2249487"/>
                </a:lnTo>
                <a:close/>
                <a:moveTo>
                  <a:pt x="948712" y="2249869"/>
                </a:moveTo>
                <a:lnTo>
                  <a:pt x="948731" y="2249905"/>
                </a:lnTo>
                <a:lnTo>
                  <a:pt x="948855" y="2249797"/>
                </a:lnTo>
                <a:close/>
                <a:moveTo>
                  <a:pt x="956299" y="2232571"/>
                </a:moveTo>
                <a:lnTo>
                  <a:pt x="956714" y="2233150"/>
                </a:lnTo>
                <a:lnTo>
                  <a:pt x="959963" y="2231863"/>
                </a:lnTo>
                <a:lnTo>
                  <a:pt x="958507" y="2230498"/>
                </a:lnTo>
                <a:close/>
                <a:moveTo>
                  <a:pt x="972504" y="2195903"/>
                </a:moveTo>
                <a:lnTo>
                  <a:pt x="972602" y="2196009"/>
                </a:lnTo>
                <a:lnTo>
                  <a:pt x="972779" y="2196096"/>
                </a:lnTo>
                <a:lnTo>
                  <a:pt x="973273" y="2195827"/>
                </a:lnTo>
                <a:lnTo>
                  <a:pt x="973103" y="2195551"/>
                </a:lnTo>
                <a:close/>
                <a:moveTo>
                  <a:pt x="981072" y="2176454"/>
                </a:moveTo>
                <a:lnTo>
                  <a:pt x="981494" y="2176936"/>
                </a:lnTo>
                <a:lnTo>
                  <a:pt x="982314" y="2176697"/>
                </a:lnTo>
                <a:lnTo>
                  <a:pt x="983381" y="2175643"/>
                </a:lnTo>
                <a:lnTo>
                  <a:pt x="983365" y="2175626"/>
                </a:lnTo>
                <a:lnTo>
                  <a:pt x="982027" y="2175970"/>
                </a:lnTo>
                <a:close/>
                <a:moveTo>
                  <a:pt x="944837" y="2257418"/>
                </a:moveTo>
                <a:lnTo>
                  <a:pt x="950406" y="2257350"/>
                </a:lnTo>
                <a:lnTo>
                  <a:pt x="951649" y="2255894"/>
                </a:lnTo>
                <a:lnTo>
                  <a:pt x="950418" y="2253531"/>
                </a:lnTo>
                <a:close/>
                <a:moveTo>
                  <a:pt x="978734" y="2181513"/>
                </a:moveTo>
                <a:lnTo>
                  <a:pt x="979482" y="2181439"/>
                </a:lnTo>
                <a:lnTo>
                  <a:pt x="979452" y="2181391"/>
                </a:lnTo>
                <a:lnTo>
                  <a:pt x="978762" y="2181485"/>
                </a:lnTo>
                <a:close/>
                <a:moveTo>
                  <a:pt x="960049" y="2223069"/>
                </a:moveTo>
                <a:lnTo>
                  <a:pt x="961009" y="2224273"/>
                </a:lnTo>
                <a:lnTo>
                  <a:pt x="961082" y="2224228"/>
                </a:lnTo>
                <a:lnTo>
                  <a:pt x="962241" y="2222843"/>
                </a:lnTo>
                <a:lnTo>
                  <a:pt x="961363" y="2222724"/>
                </a:lnTo>
                <a:close/>
                <a:moveTo>
                  <a:pt x="972776" y="2194390"/>
                </a:moveTo>
                <a:lnTo>
                  <a:pt x="973302" y="2195243"/>
                </a:lnTo>
                <a:lnTo>
                  <a:pt x="977152" y="2192983"/>
                </a:lnTo>
                <a:lnTo>
                  <a:pt x="976709" y="2191830"/>
                </a:lnTo>
                <a:close/>
                <a:moveTo>
                  <a:pt x="963544" y="2214650"/>
                </a:moveTo>
                <a:lnTo>
                  <a:pt x="965670" y="2218325"/>
                </a:lnTo>
                <a:lnTo>
                  <a:pt x="968536" y="2214516"/>
                </a:lnTo>
                <a:close/>
                <a:moveTo>
                  <a:pt x="954926" y="2233859"/>
                </a:moveTo>
                <a:lnTo>
                  <a:pt x="955977" y="2233442"/>
                </a:lnTo>
                <a:lnTo>
                  <a:pt x="955733" y="2233101"/>
                </a:lnTo>
                <a:close/>
                <a:moveTo>
                  <a:pt x="1613883" y="758300"/>
                </a:moveTo>
                <a:lnTo>
                  <a:pt x="1613800" y="758591"/>
                </a:lnTo>
                <a:lnTo>
                  <a:pt x="1614056" y="759841"/>
                </a:lnTo>
                <a:lnTo>
                  <a:pt x="1614135" y="759438"/>
                </a:lnTo>
                <a:close/>
                <a:moveTo>
                  <a:pt x="971734" y="2195068"/>
                </a:moveTo>
                <a:lnTo>
                  <a:pt x="972390" y="2195779"/>
                </a:lnTo>
                <a:lnTo>
                  <a:pt x="973017" y="2195411"/>
                </a:lnTo>
                <a:lnTo>
                  <a:pt x="972498" y="2194570"/>
                </a:lnTo>
                <a:close/>
                <a:moveTo>
                  <a:pt x="936591" y="2273559"/>
                </a:moveTo>
                <a:lnTo>
                  <a:pt x="941070" y="2279205"/>
                </a:lnTo>
                <a:lnTo>
                  <a:pt x="947774" y="2276496"/>
                </a:lnTo>
                <a:lnTo>
                  <a:pt x="956606" y="2271388"/>
                </a:lnTo>
                <a:lnTo>
                  <a:pt x="955044" y="2272134"/>
                </a:lnTo>
                <a:lnTo>
                  <a:pt x="954767" y="2272044"/>
                </a:lnTo>
                <a:lnTo>
                  <a:pt x="958822" y="2270107"/>
                </a:lnTo>
                <a:lnTo>
                  <a:pt x="973783" y="2261454"/>
                </a:lnTo>
                <a:lnTo>
                  <a:pt x="975621" y="2259950"/>
                </a:lnTo>
                <a:lnTo>
                  <a:pt x="974399" y="2258375"/>
                </a:lnTo>
                <a:lnTo>
                  <a:pt x="950178" y="2258673"/>
                </a:lnTo>
                <a:lnTo>
                  <a:pt x="949022" y="2259393"/>
                </a:lnTo>
                <a:close/>
                <a:moveTo>
                  <a:pt x="1615444" y="752820"/>
                </a:moveTo>
                <a:lnTo>
                  <a:pt x="1614310" y="756801"/>
                </a:lnTo>
                <a:lnTo>
                  <a:pt x="1614531" y="757438"/>
                </a:lnTo>
                <a:close/>
                <a:moveTo>
                  <a:pt x="970247" y="2197228"/>
                </a:moveTo>
                <a:lnTo>
                  <a:pt x="970551" y="2197306"/>
                </a:lnTo>
                <a:lnTo>
                  <a:pt x="971961" y="2196540"/>
                </a:lnTo>
                <a:lnTo>
                  <a:pt x="971704" y="2196373"/>
                </a:lnTo>
                <a:close/>
                <a:moveTo>
                  <a:pt x="975161" y="2185717"/>
                </a:moveTo>
                <a:lnTo>
                  <a:pt x="976331" y="2189186"/>
                </a:lnTo>
                <a:lnTo>
                  <a:pt x="977847" y="2190112"/>
                </a:lnTo>
                <a:lnTo>
                  <a:pt x="982886" y="2186834"/>
                </a:lnTo>
                <a:lnTo>
                  <a:pt x="981487" y="2184615"/>
                </a:lnTo>
                <a:lnTo>
                  <a:pt x="981250" y="2184618"/>
                </a:lnTo>
                <a:lnTo>
                  <a:pt x="977096" y="2184372"/>
                </a:lnTo>
                <a:close/>
                <a:moveTo>
                  <a:pt x="1616419" y="749621"/>
                </a:moveTo>
                <a:lnTo>
                  <a:pt x="1614839" y="758328"/>
                </a:lnTo>
                <a:lnTo>
                  <a:pt x="1615789" y="761071"/>
                </a:lnTo>
                <a:close/>
                <a:moveTo>
                  <a:pt x="978661" y="2177678"/>
                </a:moveTo>
                <a:lnTo>
                  <a:pt x="979191" y="2177605"/>
                </a:lnTo>
                <a:lnTo>
                  <a:pt x="980095" y="2177342"/>
                </a:lnTo>
                <a:lnTo>
                  <a:pt x="979857" y="2177071"/>
                </a:lnTo>
                <a:close/>
                <a:moveTo>
                  <a:pt x="961825" y="2214697"/>
                </a:moveTo>
                <a:lnTo>
                  <a:pt x="963710" y="2217854"/>
                </a:lnTo>
                <a:lnTo>
                  <a:pt x="965211" y="2218531"/>
                </a:lnTo>
                <a:lnTo>
                  <a:pt x="962974" y="2214666"/>
                </a:lnTo>
                <a:close/>
                <a:moveTo>
                  <a:pt x="974990" y="2185214"/>
                </a:moveTo>
                <a:lnTo>
                  <a:pt x="975061" y="2185423"/>
                </a:lnTo>
                <a:lnTo>
                  <a:pt x="976573" y="2184341"/>
                </a:lnTo>
                <a:lnTo>
                  <a:pt x="975913" y="2184302"/>
                </a:lnTo>
                <a:close/>
                <a:moveTo>
                  <a:pt x="954540" y="2230106"/>
                </a:moveTo>
                <a:lnTo>
                  <a:pt x="955284" y="2231149"/>
                </a:lnTo>
                <a:lnTo>
                  <a:pt x="957008" y="2229093"/>
                </a:lnTo>
                <a:lnTo>
                  <a:pt x="956913" y="2229004"/>
                </a:lnTo>
                <a:close/>
                <a:moveTo>
                  <a:pt x="974038" y="2186156"/>
                </a:moveTo>
                <a:lnTo>
                  <a:pt x="974428" y="2185877"/>
                </a:lnTo>
                <a:lnTo>
                  <a:pt x="974399" y="2185799"/>
                </a:lnTo>
                <a:close/>
                <a:moveTo>
                  <a:pt x="974658" y="2184228"/>
                </a:moveTo>
                <a:lnTo>
                  <a:pt x="974667" y="2184256"/>
                </a:lnTo>
                <a:lnTo>
                  <a:pt x="974694" y="2184230"/>
                </a:lnTo>
                <a:close/>
                <a:moveTo>
                  <a:pt x="968934" y="2196889"/>
                </a:moveTo>
                <a:lnTo>
                  <a:pt x="970021" y="2197170"/>
                </a:lnTo>
                <a:lnTo>
                  <a:pt x="971549" y="2196272"/>
                </a:lnTo>
                <a:lnTo>
                  <a:pt x="971313" y="2196119"/>
                </a:lnTo>
                <a:lnTo>
                  <a:pt x="970600" y="2195805"/>
                </a:lnTo>
                <a:close/>
                <a:moveTo>
                  <a:pt x="973051" y="2187184"/>
                </a:moveTo>
                <a:lnTo>
                  <a:pt x="975503" y="2188680"/>
                </a:lnTo>
                <a:lnTo>
                  <a:pt x="974534" y="2186153"/>
                </a:lnTo>
                <a:close/>
                <a:moveTo>
                  <a:pt x="948347" y="2242038"/>
                </a:moveTo>
                <a:lnTo>
                  <a:pt x="952548" y="2242425"/>
                </a:lnTo>
                <a:lnTo>
                  <a:pt x="954726" y="2241541"/>
                </a:lnTo>
                <a:lnTo>
                  <a:pt x="958597" y="2239909"/>
                </a:lnTo>
                <a:lnTo>
                  <a:pt x="955523" y="2237975"/>
                </a:lnTo>
                <a:close/>
                <a:moveTo>
                  <a:pt x="977232" y="2177201"/>
                </a:moveTo>
                <a:lnTo>
                  <a:pt x="977342" y="2177376"/>
                </a:lnTo>
                <a:lnTo>
                  <a:pt x="978154" y="2176964"/>
                </a:lnTo>
                <a:close/>
                <a:moveTo>
                  <a:pt x="1592311" y="799675"/>
                </a:moveTo>
                <a:lnTo>
                  <a:pt x="1591994" y="800744"/>
                </a:lnTo>
                <a:lnTo>
                  <a:pt x="1592710" y="802423"/>
                </a:lnTo>
                <a:close/>
                <a:moveTo>
                  <a:pt x="963619" y="2207263"/>
                </a:moveTo>
                <a:lnTo>
                  <a:pt x="963632" y="2207272"/>
                </a:lnTo>
                <a:lnTo>
                  <a:pt x="963684" y="2207258"/>
                </a:lnTo>
                <a:close/>
                <a:moveTo>
                  <a:pt x="948226" y="2241647"/>
                </a:moveTo>
                <a:lnTo>
                  <a:pt x="954564" y="2238059"/>
                </a:lnTo>
                <a:lnTo>
                  <a:pt x="949242" y="2240337"/>
                </a:lnTo>
                <a:close/>
                <a:moveTo>
                  <a:pt x="976709" y="2177697"/>
                </a:moveTo>
                <a:lnTo>
                  <a:pt x="977020" y="2177539"/>
                </a:lnTo>
                <a:lnTo>
                  <a:pt x="976962" y="2177445"/>
                </a:lnTo>
                <a:close/>
                <a:moveTo>
                  <a:pt x="1612683" y="753125"/>
                </a:moveTo>
                <a:lnTo>
                  <a:pt x="1613418" y="756715"/>
                </a:lnTo>
                <a:lnTo>
                  <a:pt x="1613485" y="756501"/>
                </a:lnTo>
                <a:lnTo>
                  <a:pt x="1612839" y="753571"/>
                </a:lnTo>
                <a:close/>
                <a:moveTo>
                  <a:pt x="946252" y="2245147"/>
                </a:moveTo>
                <a:lnTo>
                  <a:pt x="948483" y="2249430"/>
                </a:lnTo>
                <a:lnTo>
                  <a:pt x="950349" y="2248502"/>
                </a:lnTo>
                <a:lnTo>
                  <a:pt x="951286" y="2247690"/>
                </a:lnTo>
                <a:lnTo>
                  <a:pt x="954497" y="2244829"/>
                </a:lnTo>
                <a:lnTo>
                  <a:pt x="948416" y="2244268"/>
                </a:lnTo>
                <a:close/>
                <a:moveTo>
                  <a:pt x="954490" y="2226166"/>
                </a:moveTo>
                <a:lnTo>
                  <a:pt x="955869" y="2227458"/>
                </a:lnTo>
                <a:lnTo>
                  <a:pt x="958246" y="2225986"/>
                </a:lnTo>
                <a:close/>
                <a:moveTo>
                  <a:pt x="940266" y="2257474"/>
                </a:moveTo>
                <a:lnTo>
                  <a:pt x="944007" y="2257428"/>
                </a:lnTo>
                <a:lnTo>
                  <a:pt x="950200" y="2253115"/>
                </a:lnTo>
                <a:lnTo>
                  <a:pt x="948674" y="2250185"/>
                </a:lnTo>
                <a:close/>
                <a:moveTo>
                  <a:pt x="945956" y="2244578"/>
                </a:moveTo>
                <a:lnTo>
                  <a:pt x="946181" y="2245010"/>
                </a:lnTo>
                <a:lnTo>
                  <a:pt x="948083" y="2244238"/>
                </a:lnTo>
                <a:lnTo>
                  <a:pt x="946343" y="2244077"/>
                </a:lnTo>
                <a:close/>
                <a:moveTo>
                  <a:pt x="970100" y="2190049"/>
                </a:moveTo>
                <a:lnTo>
                  <a:pt x="972345" y="2193691"/>
                </a:lnTo>
                <a:lnTo>
                  <a:pt x="976410" y="2191047"/>
                </a:lnTo>
                <a:lnTo>
                  <a:pt x="975680" y="2189142"/>
                </a:lnTo>
                <a:lnTo>
                  <a:pt x="972797" y="2187382"/>
                </a:lnTo>
                <a:close/>
                <a:moveTo>
                  <a:pt x="945364" y="2245341"/>
                </a:moveTo>
                <a:lnTo>
                  <a:pt x="946014" y="2245078"/>
                </a:lnTo>
                <a:lnTo>
                  <a:pt x="945834" y="2244734"/>
                </a:lnTo>
                <a:close/>
                <a:moveTo>
                  <a:pt x="953987" y="2225694"/>
                </a:moveTo>
                <a:lnTo>
                  <a:pt x="954175" y="2225871"/>
                </a:lnTo>
                <a:lnTo>
                  <a:pt x="958786" y="2225650"/>
                </a:lnTo>
                <a:lnTo>
                  <a:pt x="960859" y="2224366"/>
                </a:lnTo>
                <a:lnTo>
                  <a:pt x="959864" y="2223118"/>
                </a:lnTo>
                <a:lnTo>
                  <a:pt x="958921" y="2223367"/>
                </a:lnTo>
                <a:close/>
                <a:moveTo>
                  <a:pt x="945662" y="2244015"/>
                </a:moveTo>
                <a:lnTo>
                  <a:pt x="945860" y="2244393"/>
                </a:lnTo>
                <a:lnTo>
                  <a:pt x="946121" y="2244057"/>
                </a:lnTo>
                <a:close/>
                <a:moveTo>
                  <a:pt x="953546" y="2225901"/>
                </a:moveTo>
                <a:lnTo>
                  <a:pt x="953599" y="2225899"/>
                </a:lnTo>
                <a:lnTo>
                  <a:pt x="953584" y="2225884"/>
                </a:lnTo>
                <a:close/>
                <a:moveTo>
                  <a:pt x="946402" y="2241858"/>
                </a:moveTo>
                <a:lnTo>
                  <a:pt x="947650" y="2241973"/>
                </a:lnTo>
                <a:lnTo>
                  <a:pt x="947802" y="2241888"/>
                </a:lnTo>
                <a:lnTo>
                  <a:pt x="948885" y="2240489"/>
                </a:lnTo>
                <a:lnTo>
                  <a:pt x="947002" y="2241295"/>
                </a:lnTo>
                <a:close/>
                <a:moveTo>
                  <a:pt x="1596371" y="785949"/>
                </a:moveTo>
                <a:lnTo>
                  <a:pt x="1595742" y="788076"/>
                </a:lnTo>
                <a:lnTo>
                  <a:pt x="1596355" y="789716"/>
                </a:lnTo>
                <a:close/>
                <a:moveTo>
                  <a:pt x="968534" y="2191597"/>
                </a:moveTo>
                <a:lnTo>
                  <a:pt x="971170" y="2194456"/>
                </a:lnTo>
                <a:lnTo>
                  <a:pt x="972068" y="2193872"/>
                </a:lnTo>
                <a:lnTo>
                  <a:pt x="969858" y="2190288"/>
                </a:lnTo>
                <a:close/>
                <a:moveTo>
                  <a:pt x="1623410" y="724862"/>
                </a:moveTo>
                <a:lnTo>
                  <a:pt x="1622335" y="728766"/>
                </a:lnTo>
                <a:lnTo>
                  <a:pt x="1621995" y="729831"/>
                </a:lnTo>
                <a:close/>
                <a:moveTo>
                  <a:pt x="1611999" y="749773"/>
                </a:moveTo>
                <a:lnTo>
                  <a:pt x="1612174" y="750632"/>
                </a:lnTo>
                <a:lnTo>
                  <a:pt x="1612214" y="750748"/>
                </a:lnTo>
                <a:close/>
                <a:moveTo>
                  <a:pt x="953129" y="2224890"/>
                </a:moveTo>
                <a:lnTo>
                  <a:pt x="953180" y="2224938"/>
                </a:lnTo>
                <a:lnTo>
                  <a:pt x="953472" y="2224800"/>
                </a:lnTo>
                <a:close/>
                <a:moveTo>
                  <a:pt x="960153" y="2208787"/>
                </a:moveTo>
                <a:lnTo>
                  <a:pt x="962952" y="2213626"/>
                </a:lnTo>
                <a:lnTo>
                  <a:pt x="969335" y="2213456"/>
                </a:lnTo>
                <a:lnTo>
                  <a:pt x="974648" y="2206398"/>
                </a:lnTo>
                <a:lnTo>
                  <a:pt x="968711" y="2206864"/>
                </a:lnTo>
                <a:lnTo>
                  <a:pt x="964408" y="2207831"/>
                </a:lnTo>
                <a:lnTo>
                  <a:pt x="965554" y="2208655"/>
                </a:lnTo>
                <a:lnTo>
                  <a:pt x="965330" y="2208665"/>
                </a:lnTo>
                <a:lnTo>
                  <a:pt x="964228" y="2207871"/>
                </a:lnTo>
                <a:close/>
                <a:moveTo>
                  <a:pt x="967163" y="2192952"/>
                </a:moveTo>
                <a:lnTo>
                  <a:pt x="969643" y="2194563"/>
                </a:lnTo>
                <a:lnTo>
                  <a:pt x="970421" y="2194944"/>
                </a:lnTo>
                <a:lnTo>
                  <a:pt x="970429" y="2194938"/>
                </a:lnTo>
                <a:lnTo>
                  <a:pt x="967806" y="2192316"/>
                </a:lnTo>
                <a:close/>
                <a:moveTo>
                  <a:pt x="952044" y="2226610"/>
                </a:moveTo>
                <a:lnTo>
                  <a:pt x="953570" y="2228747"/>
                </a:lnTo>
                <a:lnTo>
                  <a:pt x="954438" y="2228345"/>
                </a:lnTo>
                <a:lnTo>
                  <a:pt x="955504" y="2227684"/>
                </a:lnTo>
                <a:lnTo>
                  <a:pt x="953914" y="2226194"/>
                </a:lnTo>
                <a:lnTo>
                  <a:pt x="952817" y="2226246"/>
                </a:lnTo>
                <a:close/>
                <a:moveTo>
                  <a:pt x="944194" y="2243930"/>
                </a:moveTo>
                <a:lnTo>
                  <a:pt x="944272" y="2243886"/>
                </a:lnTo>
                <a:lnTo>
                  <a:pt x="944244" y="2243883"/>
                </a:lnTo>
                <a:close/>
                <a:moveTo>
                  <a:pt x="967817" y="2190820"/>
                </a:moveTo>
                <a:lnTo>
                  <a:pt x="967917" y="2190929"/>
                </a:lnTo>
                <a:lnTo>
                  <a:pt x="968526" y="2190327"/>
                </a:lnTo>
                <a:close/>
                <a:moveTo>
                  <a:pt x="957002" y="2214825"/>
                </a:moveTo>
                <a:lnTo>
                  <a:pt x="963228" y="2217636"/>
                </a:lnTo>
                <a:lnTo>
                  <a:pt x="961478" y="2214705"/>
                </a:lnTo>
                <a:close/>
                <a:moveTo>
                  <a:pt x="948449" y="2232934"/>
                </a:moveTo>
                <a:lnTo>
                  <a:pt x="951491" y="2234847"/>
                </a:lnTo>
                <a:lnTo>
                  <a:pt x="954743" y="2231795"/>
                </a:lnTo>
                <a:lnTo>
                  <a:pt x="954774" y="2231758"/>
                </a:lnTo>
                <a:lnTo>
                  <a:pt x="953830" y="2230435"/>
                </a:lnTo>
                <a:close/>
                <a:moveTo>
                  <a:pt x="1599973" y="773774"/>
                </a:moveTo>
                <a:lnTo>
                  <a:pt x="1597202" y="783144"/>
                </a:lnTo>
                <a:lnTo>
                  <a:pt x="1597162" y="791878"/>
                </a:lnTo>
                <a:lnTo>
                  <a:pt x="1598887" y="796497"/>
                </a:lnTo>
                <a:lnTo>
                  <a:pt x="1601145" y="790877"/>
                </a:lnTo>
                <a:lnTo>
                  <a:pt x="1600539" y="788562"/>
                </a:lnTo>
                <a:lnTo>
                  <a:pt x="1600834" y="788784"/>
                </a:lnTo>
                <a:lnTo>
                  <a:pt x="1601289" y="790521"/>
                </a:lnTo>
                <a:lnTo>
                  <a:pt x="1603526" y="784952"/>
                </a:lnTo>
                <a:lnTo>
                  <a:pt x="1602849" y="780970"/>
                </a:lnTo>
                <a:close/>
                <a:moveTo>
                  <a:pt x="959521" y="2207585"/>
                </a:moveTo>
                <a:lnTo>
                  <a:pt x="959883" y="2208274"/>
                </a:lnTo>
                <a:lnTo>
                  <a:pt x="963459" y="2207318"/>
                </a:lnTo>
                <a:lnTo>
                  <a:pt x="963406" y="2207280"/>
                </a:lnTo>
                <a:close/>
                <a:moveTo>
                  <a:pt x="969434" y="2184975"/>
                </a:moveTo>
                <a:lnTo>
                  <a:pt x="972220" y="2186676"/>
                </a:lnTo>
                <a:lnTo>
                  <a:pt x="974044" y="2184873"/>
                </a:lnTo>
                <a:lnTo>
                  <a:pt x="973776" y="2184175"/>
                </a:lnTo>
                <a:lnTo>
                  <a:pt x="971287" y="2184028"/>
                </a:lnTo>
                <a:lnTo>
                  <a:pt x="970280" y="2184128"/>
                </a:lnTo>
                <a:close/>
                <a:moveTo>
                  <a:pt x="958517" y="2209154"/>
                </a:moveTo>
                <a:lnTo>
                  <a:pt x="961214" y="2213673"/>
                </a:lnTo>
                <a:lnTo>
                  <a:pt x="962382" y="2213641"/>
                </a:lnTo>
                <a:lnTo>
                  <a:pt x="959640" y="2208902"/>
                </a:lnTo>
                <a:close/>
                <a:moveTo>
                  <a:pt x="1620601" y="726578"/>
                </a:moveTo>
                <a:lnTo>
                  <a:pt x="1620453" y="727390"/>
                </a:lnTo>
                <a:lnTo>
                  <a:pt x="1620524" y="730127"/>
                </a:lnTo>
                <a:close/>
                <a:moveTo>
                  <a:pt x="951182" y="2225403"/>
                </a:moveTo>
                <a:lnTo>
                  <a:pt x="951438" y="2225760"/>
                </a:lnTo>
                <a:lnTo>
                  <a:pt x="952777" y="2225129"/>
                </a:lnTo>
                <a:lnTo>
                  <a:pt x="952656" y="2225015"/>
                </a:lnTo>
                <a:close/>
                <a:moveTo>
                  <a:pt x="964371" y="2195712"/>
                </a:moveTo>
                <a:lnTo>
                  <a:pt x="967858" y="2196611"/>
                </a:lnTo>
                <a:lnTo>
                  <a:pt x="969703" y="2195411"/>
                </a:lnTo>
                <a:lnTo>
                  <a:pt x="966224" y="2193880"/>
                </a:lnTo>
                <a:close/>
                <a:moveTo>
                  <a:pt x="965915" y="2192141"/>
                </a:moveTo>
                <a:lnTo>
                  <a:pt x="966383" y="2192446"/>
                </a:lnTo>
                <a:lnTo>
                  <a:pt x="967164" y="2191674"/>
                </a:lnTo>
                <a:lnTo>
                  <a:pt x="966927" y="2191438"/>
                </a:lnTo>
                <a:close/>
                <a:moveTo>
                  <a:pt x="965407" y="2192495"/>
                </a:moveTo>
                <a:lnTo>
                  <a:pt x="966027" y="2192797"/>
                </a:lnTo>
                <a:lnTo>
                  <a:pt x="966095" y="2192730"/>
                </a:lnTo>
                <a:lnTo>
                  <a:pt x="965564" y="2192385"/>
                </a:lnTo>
                <a:close/>
                <a:moveTo>
                  <a:pt x="961067" y="2202008"/>
                </a:moveTo>
                <a:lnTo>
                  <a:pt x="962434" y="2201491"/>
                </a:lnTo>
                <a:lnTo>
                  <a:pt x="962058" y="2201363"/>
                </a:lnTo>
                <a:close/>
                <a:moveTo>
                  <a:pt x="959900" y="2204586"/>
                </a:moveTo>
                <a:lnTo>
                  <a:pt x="963096" y="2206887"/>
                </a:lnTo>
                <a:lnTo>
                  <a:pt x="965897" y="2206667"/>
                </a:lnTo>
                <a:lnTo>
                  <a:pt x="973506" y="2204635"/>
                </a:lnTo>
                <a:lnTo>
                  <a:pt x="965956" y="2202687"/>
                </a:lnTo>
                <a:lnTo>
                  <a:pt x="965070" y="2202387"/>
                </a:lnTo>
                <a:lnTo>
                  <a:pt x="961380" y="2203782"/>
                </a:lnTo>
                <a:close/>
                <a:moveTo>
                  <a:pt x="1628250" y="707876"/>
                </a:moveTo>
                <a:lnTo>
                  <a:pt x="1627350" y="711034"/>
                </a:lnTo>
                <a:lnTo>
                  <a:pt x="1630362" y="720182"/>
                </a:lnTo>
                <a:close/>
                <a:moveTo>
                  <a:pt x="967911" y="2186498"/>
                </a:moveTo>
                <a:lnTo>
                  <a:pt x="969611" y="2189256"/>
                </a:lnTo>
                <a:lnTo>
                  <a:pt x="971999" y="2186894"/>
                </a:lnTo>
                <a:lnTo>
                  <a:pt x="969214" y="2185195"/>
                </a:lnTo>
                <a:close/>
                <a:moveTo>
                  <a:pt x="940651" y="2247255"/>
                </a:moveTo>
                <a:lnTo>
                  <a:pt x="945016" y="2245482"/>
                </a:lnTo>
                <a:lnTo>
                  <a:pt x="945739" y="2244551"/>
                </a:lnTo>
                <a:lnTo>
                  <a:pt x="945450" y="2243994"/>
                </a:lnTo>
                <a:lnTo>
                  <a:pt x="944968" y="2243951"/>
                </a:lnTo>
                <a:lnTo>
                  <a:pt x="942962" y="2245086"/>
                </a:lnTo>
                <a:close/>
                <a:moveTo>
                  <a:pt x="1604900" y="758565"/>
                </a:moveTo>
                <a:lnTo>
                  <a:pt x="1605638" y="764110"/>
                </a:lnTo>
                <a:lnTo>
                  <a:pt x="1605296" y="759770"/>
                </a:lnTo>
                <a:close/>
                <a:moveTo>
                  <a:pt x="957666" y="2207730"/>
                </a:moveTo>
                <a:lnTo>
                  <a:pt x="958249" y="2208708"/>
                </a:lnTo>
                <a:lnTo>
                  <a:pt x="958321" y="2208691"/>
                </a:lnTo>
                <a:lnTo>
                  <a:pt x="959358" y="2208414"/>
                </a:lnTo>
                <a:lnTo>
                  <a:pt x="958906" y="2207633"/>
                </a:lnTo>
                <a:close/>
                <a:moveTo>
                  <a:pt x="931256" y="2266836"/>
                </a:moveTo>
                <a:lnTo>
                  <a:pt x="936439" y="2273367"/>
                </a:lnTo>
                <a:lnTo>
                  <a:pt x="947304" y="2260986"/>
                </a:lnTo>
                <a:lnTo>
                  <a:pt x="948256" y="2259870"/>
                </a:lnTo>
                <a:lnTo>
                  <a:pt x="944970" y="2261915"/>
                </a:lnTo>
                <a:lnTo>
                  <a:pt x="944761" y="2261893"/>
                </a:lnTo>
                <a:lnTo>
                  <a:pt x="948535" y="2259542"/>
                </a:lnTo>
                <a:lnTo>
                  <a:pt x="949268" y="2258684"/>
                </a:lnTo>
                <a:lnTo>
                  <a:pt x="942907" y="2258762"/>
                </a:lnTo>
                <a:lnTo>
                  <a:pt x="933301" y="2265453"/>
                </a:lnTo>
                <a:close/>
                <a:moveTo>
                  <a:pt x="958379" y="2205412"/>
                </a:moveTo>
                <a:lnTo>
                  <a:pt x="959310" y="2207184"/>
                </a:lnTo>
                <a:lnTo>
                  <a:pt x="962883" y="2206903"/>
                </a:lnTo>
                <a:lnTo>
                  <a:pt x="959765" y="2204659"/>
                </a:lnTo>
                <a:close/>
                <a:moveTo>
                  <a:pt x="1582233" y="808319"/>
                </a:moveTo>
                <a:lnTo>
                  <a:pt x="1581982" y="811670"/>
                </a:lnTo>
                <a:lnTo>
                  <a:pt x="1582075" y="811943"/>
                </a:lnTo>
                <a:lnTo>
                  <a:pt x="1582463" y="809199"/>
                </a:lnTo>
                <a:close/>
                <a:moveTo>
                  <a:pt x="1604528" y="758376"/>
                </a:moveTo>
                <a:lnTo>
                  <a:pt x="1601781" y="767665"/>
                </a:lnTo>
                <a:lnTo>
                  <a:pt x="1603736" y="775614"/>
                </a:lnTo>
                <a:lnTo>
                  <a:pt x="1605443" y="780183"/>
                </a:lnTo>
                <a:lnTo>
                  <a:pt x="1606662" y="777147"/>
                </a:lnTo>
                <a:lnTo>
                  <a:pt x="1606138" y="770473"/>
                </a:lnTo>
                <a:close/>
                <a:moveTo>
                  <a:pt x="965790" y="2188620"/>
                </a:moveTo>
                <a:lnTo>
                  <a:pt x="967699" y="2190691"/>
                </a:lnTo>
                <a:lnTo>
                  <a:pt x="969362" y="2189502"/>
                </a:lnTo>
                <a:lnTo>
                  <a:pt x="969369" y="2189494"/>
                </a:lnTo>
                <a:lnTo>
                  <a:pt x="967671" y="2186739"/>
                </a:lnTo>
                <a:close/>
                <a:moveTo>
                  <a:pt x="1605049" y="756615"/>
                </a:moveTo>
                <a:lnTo>
                  <a:pt x="1604982" y="756842"/>
                </a:lnTo>
                <a:lnTo>
                  <a:pt x="1605094" y="757180"/>
                </a:lnTo>
                <a:close/>
                <a:moveTo>
                  <a:pt x="953545" y="2214918"/>
                </a:moveTo>
                <a:lnTo>
                  <a:pt x="958025" y="2220531"/>
                </a:lnTo>
                <a:lnTo>
                  <a:pt x="963769" y="2219020"/>
                </a:lnTo>
                <a:lnTo>
                  <a:pt x="954620" y="2214889"/>
                </a:lnTo>
                <a:close/>
                <a:moveTo>
                  <a:pt x="948338" y="2226152"/>
                </a:moveTo>
                <a:lnTo>
                  <a:pt x="950690" y="2226039"/>
                </a:lnTo>
                <a:lnTo>
                  <a:pt x="950386" y="2225612"/>
                </a:lnTo>
                <a:close/>
                <a:moveTo>
                  <a:pt x="1582396" y="806142"/>
                </a:moveTo>
                <a:lnTo>
                  <a:pt x="1582273" y="807793"/>
                </a:lnTo>
                <a:lnTo>
                  <a:pt x="1582526" y="808760"/>
                </a:lnTo>
                <a:lnTo>
                  <a:pt x="1582780" y="806963"/>
                </a:lnTo>
                <a:close/>
                <a:moveTo>
                  <a:pt x="956796" y="2206272"/>
                </a:moveTo>
                <a:lnTo>
                  <a:pt x="957428" y="2207332"/>
                </a:lnTo>
                <a:lnTo>
                  <a:pt x="958675" y="2207234"/>
                </a:lnTo>
                <a:lnTo>
                  <a:pt x="957803" y="2205725"/>
                </a:lnTo>
                <a:close/>
                <a:moveTo>
                  <a:pt x="963705" y="2190706"/>
                </a:moveTo>
                <a:lnTo>
                  <a:pt x="965780" y="2192054"/>
                </a:lnTo>
                <a:lnTo>
                  <a:pt x="966251" y="2191727"/>
                </a:lnTo>
                <a:lnTo>
                  <a:pt x="966814" y="2191325"/>
                </a:lnTo>
                <a:lnTo>
                  <a:pt x="964950" y="2189460"/>
                </a:lnTo>
                <a:close/>
                <a:moveTo>
                  <a:pt x="961750" y="2195035"/>
                </a:moveTo>
                <a:lnTo>
                  <a:pt x="963347" y="2195448"/>
                </a:lnTo>
                <a:lnTo>
                  <a:pt x="965330" y="2193487"/>
                </a:lnTo>
                <a:lnTo>
                  <a:pt x="964503" y="2193123"/>
                </a:lnTo>
                <a:close/>
                <a:moveTo>
                  <a:pt x="963395" y="2191016"/>
                </a:moveTo>
                <a:lnTo>
                  <a:pt x="964668" y="2192134"/>
                </a:lnTo>
                <a:lnTo>
                  <a:pt x="965254" y="2192420"/>
                </a:lnTo>
                <a:lnTo>
                  <a:pt x="965430" y="2192297"/>
                </a:lnTo>
                <a:lnTo>
                  <a:pt x="963419" y="2190992"/>
                </a:lnTo>
                <a:close/>
                <a:moveTo>
                  <a:pt x="1589723" y="788209"/>
                </a:moveTo>
                <a:lnTo>
                  <a:pt x="1590852" y="798056"/>
                </a:lnTo>
                <a:lnTo>
                  <a:pt x="1591079" y="798590"/>
                </a:lnTo>
                <a:lnTo>
                  <a:pt x="1591855" y="796527"/>
                </a:lnTo>
                <a:lnTo>
                  <a:pt x="1591380" y="793241"/>
                </a:lnTo>
                <a:close/>
                <a:moveTo>
                  <a:pt x="963062" y="2191349"/>
                </a:moveTo>
                <a:lnTo>
                  <a:pt x="964193" y="2191901"/>
                </a:lnTo>
                <a:lnTo>
                  <a:pt x="963297" y="2191115"/>
                </a:lnTo>
                <a:close/>
                <a:moveTo>
                  <a:pt x="933238" y="2257561"/>
                </a:moveTo>
                <a:lnTo>
                  <a:pt x="939996" y="2257478"/>
                </a:lnTo>
                <a:lnTo>
                  <a:pt x="948591" y="2250026"/>
                </a:lnTo>
                <a:lnTo>
                  <a:pt x="948551" y="2249948"/>
                </a:lnTo>
                <a:close/>
                <a:moveTo>
                  <a:pt x="949444" y="2221107"/>
                </a:moveTo>
                <a:lnTo>
                  <a:pt x="950651" y="2222472"/>
                </a:lnTo>
                <a:lnTo>
                  <a:pt x="953663" y="2221679"/>
                </a:lnTo>
                <a:close/>
                <a:moveTo>
                  <a:pt x="957292" y="2202709"/>
                </a:moveTo>
                <a:lnTo>
                  <a:pt x="957859" y="2203117"/>
                </a:lnTo>
                <a:lnTo>
                  <a:pt x="959779" y="2201868"/>
                </a:lnTo>
                <a:lnTo>
                  <a:pt x="957615" y="2202389"/>
                </a:lnTo>
                <a:close/>
                <a:moveTo>
                  <a:pt x="957073" y="2202926"/>
                </a:moveTo>
                <a:lnTo>
                  <a:pt x="957333" y="2203420"/>
                </a:lnTo>
                <a:lnTo>
                  <a:pt x="957479" y="2203365"/>
                </a:lnTo>
                <a:lnTo>
                  <a:pt x="957735" y="2203198"/>
                </a:lnTo>
                <a:lnTo>
                  <a:pt x="957192" y="2202808"/>
                </a:lnTo>
                <a:close/>
                <a:moveTo>
                  <a:pt x="976706" y="2158586"/>
                </a:moveTo>
                <a:lnTo>
                  <a:pt x="976734" y="2158603"/>
                </a:lnTo>
                <a:lnTo>
                  <a:pt x="976764" y="2158583"/>
                </a:lnTo>
                <a:close/>
                <a:moveTo>
                  <a:pt x="956104" y="2203885"/>
                </a:moveTo>
                <a:lnTo>
                  <a:pt x="956624" y="2203688"/>
                </a:lnTo>
                <a:lnTo>
                  <a:pt x="956507" y="2203487"/>
                </a:lnTo>
                <a:close/>
                <a:moveTo>
                  <a:pt x="944307" y="2230261"/>
                </a:moveTo>
                <a:lnTo>
                  <a:pt x="945475" y="2231063"/>
                </a:lnTo>
                <a:lnTo>
                  <a:pt x="946795" y="2231893"/>
                </a:lnTo>
                <a:lnTo>
                  <a:pt x="952860" y="2229077"/>
                </a:lnTo>
                <a:lnTo>
                  <a:pt x="951337" y="2226944"/>
                </a:lnTo>
                <a:close/>
                <a:moveTo>
                  <a:pt x="954411" y="2207568"/>
                </a:moveTo>
                <a:lnTo>
                  <a:pt x="957091" y="2207358"/>
                </a:lnTo>
                <a:lnTo>
                  <a:pt x="956530" y="2206417"/>
                </a:lnTo>
                <a:close/>
                <a:moveTo>
                  <a:pt x="941627" y="2236101"/>
                </a:moveTo>
                <a:lnTo>
                  <a:pt x="942898" y="2238625"/>
                </a:lnTo>
                <a:lnTo>
                  <a:pt x="950803" y="2235492"/>
                </a:lnTo>
                <a:lnTo>
                  <a:pt x="951114" y="2235201"/>
                </a:lnTo>
                <a:lnTo>
                  <a:pt x="947909" y="2233185"/>
                </a:lnTo>
                <a:close/>
                <a:moveTo>
                  <a:pt x="959864" y="2194549"/>
                </a:moveTo>
                <a:lnTo>
                  <a:pt x="961560" y="2194986"/>
                </a:lnTo>
                <a:lnTo>
                  <a:pt x="964343" y="2193053"/>
                </a:lnTo>
                <a:lnTo>
                  <a:pt x="962271" y="2192141"/>
                </a:lnTo>
                <a:close/>
                <a:moveTo>
                  <a:pt x="938934" y="2241170"/>
                </a:moveTo>
                <a:lnTo>
                  <a:pt x="939964" y="2241265"/>
                </a:lnTo>
                <a:lnTo>
                  <a:pt x="942188" y="2240313"/>
                </a:lnTo>
                <a:close/>
                <a:moveTo>
                  <a:pt x="1597273" y="767018"/>
                </a:moveTo>
                <a:lnTo>
                  <a:pt x="1597222" y="778449"/>
                </a:lnTo>
                <a:lnTo>
                  <a:pt x="1599186" y="771808"/>
                </a:lnTo>
                <a:close/>
                <a:moveTo>
                  <a:pt x="947972" y="2220907"/>
                </a:moveTo>
                <a:lnTo>
                  <a:pt x="949336" y="2222817"/>
                </a:lnTo>
                <a:lnTo>
                  <a:pt x="950098" y="2222617"/>
                </a:lnTo>
                <a:lnTo>
                  <a:pt x="948324" y="2220954"/>
                </a:lnTo>
                <a:close/>
                <a:moveTo>
                  <a:pt x="963227" y="2185841"/>
                </a:moveTo>
                <a:lnTo>
                  <a:pt x="963795" y="2186456"/>
                </a:lnTo>
                <a:lnTo>
                  <a:pt x="964730" y="2185521"/>
                </a:lnTo>
                <a:lnTo>
                  <a:pt x="964156" y="2185688"/>
                </a:lnTo>
                <a:close/>
                <a:moveTo>
                  <a:pt x="975261" y="2158690"/>
                </a:moveTo>
                <a:lnTo>
                  <a:pt x="975519" y="2158682"/>
                </a:lnTo>
                <a:lnTo>
                  <a:pt x="975474" y="2158658"/>
                </a:lnTo>
                <a:lnTo>
                  <a:pt x="975404" y="2158662"/>
                </a:lnTo>
                <a:close/>
                <a:moveTo>
                  <a:pt x="1578501" y="807124"/>
                </a:moveTo>
                <a:lnTo>
                  <a:pt x="1578362" y="807806"/>
                </a:lnTo>
                <a:lnTo>
                  <a:pt x="1578819" y="808932"/>
                </a:lnTo>
                <a:lnTo>
                  <a:pt x="1578896" y="807899"/>
                </a:lnTo>
                <a:close/>
                <a:moveTo>
                  <a:pt x="1612108" y="731806"/>
                </a:moveTo>
                <a:lnTo>
                  <a:pt x="1610490" y="738221"/>
                </a:lnTo>
                <a:lnTo>
                  <a:pt x="1610458" y="738329"/>
                </a:lnTo>
                <a:lnTo>
                  <a:pt x="1610413" y="739761"/>
                </a:lnTo>
                <a:lnTo>
                  <a:pt x="1613856" y="755339"/>
                </a:lnTo>
                <a:lnTo>
                  <a:pt x="1616179" y="748057"/>
                </a:lnTo>
                <a:lnTo>
                  <a:pt x="1612378" y="732524"/>
                </a:lnTo>
                <a:close/>
                <a:moveTo>
                  <a:pt x="954872" y="2203051"/>
                </a:moveTo>
                <a:lnTo>
                  <a:pt x="955163" y="2203538"/>
                </a:lnTo>
                <a:lnTo>
                  <a:pt x="955907" y="2202802"/>
                </a:lnTo>
                <a:close/>
                <a:moveTo>
                  <a:pt x="1578787" y="805726"/>
                </a:moveTo>
                <a:lnTo>
                  <a:pt x="1578643" y="806429"/>
                </a:lnTo>
                <a:lnTo>
                  <a:pt x="1578960" y="807051"/>
                </a:lnTo>
                <a:lnTo>
                  <a:pt x="1578998" y="806538"/>
                </a:lnTo>
                <a:close/>
                <a:moveTo>
                  <a:pt x="950420" y="2210974"/>
                </a:moveTo>
                <a:lnTo>
                  <a:pt x="951167" y="2211936"/>
                </a:lnTo>
                <a:lnTo>
                  <a:pt x="951251" y="2212042"/>
                </a:lnTo>
                <a:lnTo>
                  <a:pt x="953291" y="2213149"/>
                </a:lnTo>
                <a:lnTo>
                  <a:pt x="954829" y="2213843"/>
                </a:lnTo>
                <a:lnTo>
                  <a:pt x="960868" y="2213682"/>
                </a:lnTo>
                <a:lnTo>
                  <a:pt x="958206" y="2209224"/>
                </a:lnTo>
                <a:close/>
                <a:moveTo>
                  <a:pt x="1610643" y="732412"/>
                </a:moveTo>
                <a:lnTo>
                  <a:pt x="1610619" y="733160"/>
                </a:lnTo>
                <a:lnTo>
                  <a:pt x="1611001" y="731868"/>
                </a:lnTo>
                <a:close/>
                <a:moveTo>
                  <a:pt x="955286" y="2199527"/>
                </a:moveTo>
                <a:lnTo>
                  <a:pt x="956208" y="2201283"/>
                </a:lnTo>
                <a:lnTo>
                  <a:pt x="957843" y="2200889"/>
                </a:lnTo>
                <a:lnTo>
                  <a:pt x="958564" y="2200177"/>
                </a:lnTo>
                <a:lnTo>
                  <a:pt x="955735" y="2199215"/>
                </a:lnTo>
                <a:close/>
                <a:moveTo>
                  <a:pt x="1591045" y="775501"/>
                </a:moveTo>
                <a:lnTo>
                  <a:pt x="1591991" y="778033"/>
                </a:lnTo>
                <a:lnTo>
                  <a:pt x="1591838" y="774496"/>
                </a:lnTo>
                <a:close/>
                <a:moveTo>
                  <a:pt x="929082" y="2257611"/>
                </a:moveTo>
                <a:lnTo>
                  <a:pt x="932099" y="2257574"/>
                </a:lnTo>
                <a:lnTo>
                  <a:pt x="948323" y="2249510"/>
                </a:lnTo>
                <a:lnTo>
                  <a:pt x="946085" y="2245214"/>
                </a:lnTo>
                <a:lnTo>
                  <a:pt x="945177" y="2245583"/>
                </a:lnTo>
                <a:lnTo>
                  <a:pt x="940052" y="2252199"/>
                </a:lnTo>
                <a:lnTo>
                  <a:pt x="939781" y="2252240"/>
                </a:lnTo>
                <a:lnTo>
                  <a:pt x="944829" y="2245724"/>
                </a:lnTo>
                <a:lnTo>
                  <a:pt x="940340" y="2247547"/>
                </a:lnTo>
                <a:lnTo>
                  <a:pt x="932160" y="2255222"/>
                </a:lnTo>
                <a:close/>
                <a:moveTo>
                  <a:pt x="1609254" y="734519"/>
                </a:moveTo>
                <a:lnTo>
                  <a:pt x="1609666" y="736382"/>
                </a:lnTo>
                <a:lnTo>
                  <a:pt x="1610217" y="734519"/>
                </a:lnTo>
                <a:lnTo>
                  <a:pt x="1610265" y="732986"/>
                </a:lnTo>
                <a:close/>
                <a:moveTo>
                  <a:pt x="955079" y="2199135"/>
                </a:moveTo>
                <a:lnTo>
                  <a:pt x="955216" y="2199394"/>
                </a:lnTo>
                <a:lnTo>
                  <a:pt x="955560" y="2199156"/>
                </a:lnTo>
                <a:lnTo>
                  <a:pt x="955197" y="2199033"/>
                </a:lnTo>
                <a:close/>
                <a:moveTo>
                  <a:pt x="949616" y="2211155"/>
                </a:moveTo>
                <a:lnTo>
                  <a:pt x="950856" y="2211827"/>
                </a:lnTo>
                <a:lnTo>
                  <a:pt x="950212" y="2211021"/>
                </a:lnTo>
                <a:close/>
                <a:moveTo>
                  <a:pt x="949774" y="2210142"/>
                </a:moveTo>
                <a:lnTo>
                  <a:pt x="950084" y="2210542"/>
                </a:lnTo>
                <a:lnTo>
                  <a:pt x="957939" y="2208778"/>
                </a:lnTo>
                <a:lnTo>
                  <a:pt x="957330" y="2207756"/>
                </a:lnTo>
                <a:lnTo>
                  <a:pt x="956715" y="2207805"/>
                </a:lnTo>
                <a:lnTo>
                  <a:pt x="953603" y="2208007"/>
                </a:lnTo>
                <a:lnTo>
                  <a:pt x="949899" y="2210018"/>
                </a:lnTo>
                <a:close/>
                <a:moveTo>
                  <a:pt x="939765" y="2232403"/>
                </a:moveTo>
                <a:lnTo>
                  <a:pt x="940889" y="2234635"/>
                </a:lnTo>
                <a:lnTo>
                  <a:pt x="946255" y="2232144"/>
                </a:lnTo>
                <a:lnTo>
                  <a:pt x="943709" y="2230543"/>
                </a:lnTo>
                <a:close/>
                <a:moveTo>
                  <a:pt x="954056" y="2200382"/>
                </a:moveTo>
                <a:lnTo>
                  <a:pt x="955178" y="2201188"/>
                </a:lnTo>
                <a:lnTo>
                  <a:pt x="954524" y="2200057"/>
                </a:lnTo>
                <a:close/>
                <a:moveTo>
                  <a:pt x="949160" y="2210749"/>
                </a:moveTo>
                <a:lnTo>
                  <a:pt x="949868" y="2210590"/>
                </a:lnTo>
                <a:lnTo>
                  <a:pt x="949627" y="2210287"/>
                </a:lnTo>
                <a:close/>
                <a:moveTo>
                  <a:pt x="953827" y="2200217"/>
                </a:moveTo>
                <a:lnTo>
                  <a:pt x="953927" y="2200289"/>
                </a:lnTo>
                <a:lnTo>
                  <a:pt x="954448" y="2199927"/>
                </a:lnTo>
                <a:lnTo>
                  <a:pt x="954353" y="2199762"/>
                </a:lnTo>
                <a:close/>
                <a:moveTo>
                  <a:pt x="953506" y="2200763"/>
                </a:moveTo>
                <a:lnTo>
                  <a:pt x="954118" y="2201787"/>
                </a:lnTo>
                <a:lnTo>
                  <a:pt x="955352" y="2201489"/>
                </a:lnTo>
                <a:lnTo>
                  <a:pt x="955347" y="2201482"/>
                </a:lnTo>
                <a:lnTo>
                  <a:pt x="953935" y="2200466"/>
                </a:lnTo>
                <a:close/>
                <a:moveTo>
                  <a:pt x="959357" y="2187475"/>
                </a:moveTo>
                <a:lnTo>
                  <a:pt x="961143" y="2189041"/>
                </a:lnTo>
                <a:lnTo>
                  <a:pt x="961185" y="2189068"/>
                </a:lnTo>
                <a:lnTo>
                  <a:pt x="962871" y="2187381"/>
                </a:lnTo>
                <a:lnTo>
                  <a:pt x="961751" y="2186260"/>
                </a:lnTo>
                <a:close/>
                <a:moveTo>
                  <a:pt x="953400" y="2200586"/>
                </a:moveTo>
                <a:lnTo>
                  <a:pt x="953429" y="2200634"/>
                </a:lnTo>
                <a:lnTo>
                  <a:pt x="953807" y="2200373"/>
                </a:lnTo>
                <a:lnTo>
                  <a:pt x="953719" y="2200310"/>
                </a:lnTo>
                <a:close/>
                <a:moveTo>
                  <a:pt x="941096" y="2228058"/>
                </a:moveTo>
                <a:lnTo>
                  <a:pt x="943326" y="2229588"/>
                </a:lnTo>
                <a:lnTo>
                  <a:pt x="950136" y="2226375"/>
                </a:lnTo>
                <a:lnTo>
                  <a:pt x="946901" y="2226530"/>
                </a:lnTo>
                <a:close/>
                <a:moveTo>
                  <a:pt x="1610772" y="728257"/>
                </a:moveTo>
                <a:lnTo>
                  <a:pt x="1610655" y="731982"/>
                </a:lnTo>
                <a:lnTo>
                  <a:pt x="1611222" y="731123"/>
                </a:lnTo>
                <a:lnTo>
                  <a:pt x="1611498" y="730188"/>
                </a:lnTo>
                <a:close/>
                <a:moveTo>
                  <a:pt x="959006" y="2187654"/>
                </a:moveTo>
                <a:lnTo>
                  <a:pt x="960332" y="2188515"/>
                </a:lnTo>
                <a:lnTo>
                  <a:pt x="959224" y="2187543"/>
                </a:lnTo>
                <a:close/>
                <a:moveTo>
                  <a:pt x="1587138" y="780979"/>
                </a:moveTo>
                <a:lnTo>
                  <a:pt x="1586354" y="787480"/>
                </a:lnTo>
                <a:lnTo>
                  <a:pt x="1588450" y="792411"/>
                </a:lnTo>
                <a:close/>
                <a:moveTo>
                  <a:pt x="952991" y="2200939"/>
                </a:moveTo>
                <a:lnTo>
                  <a:pt x="953181" y="2200807"/>
                </a:lnTo>
                <a:lnTo>
                  <a:pt x="953168" y="2200787"/>
                </a:lnTo>
                <a:close/>
                <a:moveTo>
                  <a:pt x="964619" y="2174069"/>
                </a:moveTo>
                <a:lnTo>
                  <a:pt x="964925" y="2173892"/>
                </a:lnTo>
                <a:lnTo>
                  <a:pt x="964894" y="2173898"/>
                </a:lnTo>
                <a:close/>
                <a:moveTo>
                  <a:pt x="1576653" y="803494"/>
                </a:moveTo>
                <a:lnTo>
                  <a:pt x="1576644" y="804004"/>
                </a:lnTo>
                <a:lnTo>
                  <a:pt x="1577605" y="806068"/>
                </a:lnTo>
                <a:lnTo>
                  <a:pt x="1577707" y="805566"/>
                </a:lnTo>
                <a:close/>
                <a:moveTo>
                  <a:pt x="926170" y="2259871"/>
                </a:moveTo>
                <a:lnTo>
                  <a:pt x="926501" y="2260357"/>
                </a:lnTo>
                <a:lnTo>
                  <a:pt x="929376" y="2258928"/>
                </a:lnTo>
                <a:lnTo>
                  <a:pt x="928493" y="2258939"/>
                </a:lnTo>
                <a:lnTo>
                  <a:pt x="927410" y="2258909"/>
                </a:lnTo>
                <a:close/>
                <a:moveTo>
                  <a:pt x="943744" y="2220333"/>
                </a:moveTo>
                <a:lnTo>
                  <a:pt x="943982" y="2224226"/>
                </a:lnTo>
                <a:lnTo>
                  <a:pt x="948540" y="2223026"/>
                </a:lnTo>
                <a:lnTo>
                  <a:pt x="946924" y="2220765"/>
                </a:lnTo>
                <a:close/>
                <a:moveTo>
                  <a:pt x="1602662" y="744527"/>
                </a:moveTo>
                <a:lnTo>
                  <a:pt x="1604317" y="754461"/>
                </a:lnTo>
                <a:lnTo>
                  <a:pt x="1604628" y="753411"/>
                </a:lnTo>
                <a:lnTo>
                  <a:pt x="1602778" y="744350"/>
                </a:lnTo>
                <a:close/>
                <a:moveTo>
                  <a:pt x="948591" y="2208617"/>
                </a:moveTo>
                <a:lnTo>
                  <a:pt x="948865" y="2208970"/>
                </a:lnTo>
                <a:lnTo>
                  <a:pt x="949986" y="2208241"/>
                </a:lnTo>
                <a:lnTo>
                  <a:pt x="949505" y="2208273"/>
                </a:lnTo>
                <a:close/>
                <a:moveTo>
                  <a:pt x="958399" y="2186634"/>
                </a:moveTo>
                <a:lnTo>
                  <a:pt x="958655" y="2186860"/>
                </a:lnTo>
                <a:lnTo>
                  <a:pt x="959110" y="2186630"/>
                </a:lnTo>
                <a:lnTo>
                  <a:pt x="959308" y="2186485"/>
                </a:lnTo>
                <a:close/>
                <a:moveTo>
                  <a:pt x="951196" y="2202492"/>
                </a:moveTo>
                <a:lnTo>
                  <a:pt x="953810" y="2201861"/>
                </a:lnTo>
                <a:lnTo>
                  <a:pt x="953258" y="2200937"/>
                </a:lnTo>
                <a:lnTo>
                  <a:pt x="953180" y="2200990"/>
                </a:lnTo>
                <a:lnTo>
                  <a:pt x="952970" y="2200958"/>
                </a:lnTo>
                <a:close/>
                <a:moveTo>
                  <a:pt x="1601505" y="746280"/>
                </a:moveTo>
                <a:lnTo>
                  <a:pt x="1603880" y="753494"/>
                </a:lnTo>
                <a:lnTo>
                  <a:pt x="1603127" y="747843"/>
                </a:lnTo>
                <a:lnTo>
                  <a:pt x="1602592" y="744629"/>
                </a:lnTo>
                <a:close/>
                <a:moveTo>
                  <a:pt x="1577144" y="800794"/>
                </a:moveTo>
                <a:lnTo>
                  <a:pt x="1576686" y="801823"/>
                </a:lnTo>
                <a:lnTo>
                  <a:pt x="1576672" y="802554"/>
                </a:lnTo>
                <a:lnTo>
                  <a:pt x="1577850" y="804871"/>
                </a:lnTo>
                <a:lnTo>
                  <a:pt x="1578104" y="803624"/>
                </a:lnTo>
                <a:close/>
                <a:moveTo>
                  <a:pt x="1578484" y="797778"/>
                </a:moveTo>
                <a:lnTo>
                  <a:pt x="1577794" y="799330"/>
                </a:lnTo>
                <a:lnTo>
                  <a:pt x="1578536" y="801516"/>
                </a:lnTo>
                <a:lnTo>
                  <a:pt x="1579051" y="798991"/>
                </a:lnTo>
                <a:close/>
                <a:moveTo>
                  <a:pt x="1579363" y="795799"/>
                </a:moveTo>
                <a:lnTo>
                  <a:pt x="1579033" y="796542"/>
                </a:lnTo>
                <a:lnTo>
                  <a:pt x="1579405" y="797261"/>
                </a:lnTo>
                <a:lnTo>
                  <a:pt x="1579599" y="796309"/>
                </a:lnTo>
                <a:close/>
                <a:moveTo>
                  <a:pt x="957285" y="2188527"/>
                </a:moveTo>
                <a:lnTo>
                  <a:pt x="960269" y="2189984"/>
                </a:lnTo>
                <a:lnTo>
                  <a:pt x="960899" y="2189354"/>
                </a:lnTo>
                <a:lnTo>
                  <a:pt x="958599" y="2187860"/>
                </a:lnTo>
                <a:close/>
                <a:moveTo>
                  <a:pt x="1584690" y="783567"/>
                </a:moveTo>
                <a:lnTo>
                  <a:pt x="1585741" y="786038"/>
                </a:lnTo>
                <a:lnTo>
                  <a:pt x="1586397" y="781399"/>
                </a:lnTo>
                <a:close/>
                <a:moveTo>
                  <a:pt x="945784" y="2214086"/>
                </a:moveTo>
                <a:lnTo>
                  <a:pt x="952447" y="2213907"/>
                </a:lnTo>
                <a:lnTo>
                  <a:pt x="947997" y="2211899"/>
                </a:lnTo>
                <a:close/>
                <a:moveTo>
                  <a:pt x="1597325" y="755028"/>
                </a:moveTo>
                <a:lnTo>
                  <a:pt x="1597303" y="760025"/>
                </a:lnTo>
                <a:lnTo>
                  <a:pt x="1600297" y="767102"/>
                </a:lnTo>
                <a:close/>
                <a:moveTo>
                  <a:pt x="1618109" y="708021"/>
                </a:moveTo>
                <a:lnTo>
                  <a:pt x="1613303" y="727070"/>
                </a:lnTo>
                <a:lnTo>
                  <a:pt x="1613518" y="727638"/>
                </a:lnTo>
                <a:lnTo>
                  <a:pt x="1613863" y="727113"/>
                </a:lnTo>
                <a:lnTo>
                  <a:pt x="1613920" y="727437"/>
                </a:lnTo>
                <a:lnTo>
                  <a:pt x="1613616" y="727898"/>
                </a:lnTo>
                <a:lnTo>
                  <a:pt x="1617104" y="737167"/>
                </a:lnTo>
                <a:lnTo>
                  <a:pt x="1617883" y="723003"/>
                </a:lnTo>
                <a:close/>
                <a:moveTo>
                  <a:pt x="925479" y="2258855"/>
                </a:moveTo>
                <a:lnTo>
                  <a:pt x="925645" y="2259099"/>
                </a:lnTo>
                <a:lnTo>
                  <a:pt x="925893" y="2258867"/>
                </a:lnTo>
                <a:close/>
                <a:moveTo>
                  <a:pt x="957631" y="2186761"/>
                </a:moveTo>
                <a:lnTo>
                  <a:pt x="958166" y="2187108"/>
                </a:lnTo>
                <a:lnTo>
                  <a:pt x="958522" y="2186927"/>
                </a:lnTo>
                <a:lnTo>
                  <a:pt x="958221" y="2186664"/>
                </a:lnTo>
                <a:close/>
                <a:moveTo>
                  <a:pt x="923839" y="2261680"/>
                </a:moveTo>
                <a:lnTo>
                  <a:pt x="926224" y="2260495"/>
                </a:lnTo>
                <a:lnTo>
                  <a:pt x="925897" y="2260083"/>
                </a:lnTo>
                <a:close/>
                <a:moveTo>
                  <a:pt x="944424" y="2215431"/>
                </a:moveTo>
                <a:lnTo>
                  <a:pt x="948023" y="2219500"/>
                </a:lnTo>
                <a:lnTo>
                  <a:pt x="957209" y="2220746"/>
                </a:lnTo>
                <a:lnTo>
                  <a:pt x="957839" y="2220580"/>
                </a:lnTo>
                <a:lnTo>
                  <a:pt x="953326" y="2214924"/>
                </a:lnTo>
                <a:lnTo>
                  <a:pt x="949313" y="2215031"/>
                </a:lnTo>
                <a:lnTo>
                  <a:pt x="944888" y="2214973"/>
                </a:lnTo>
                <a:close/>
                <a:moveTo>
                  <a:pt x="1597875" y="751790"/>
                </a:moveTo>
                <a:lnTo>
                  <a:pt x="1601159" y="765140"/>
                </a:lnTo>
                <a:lnTo>
                  <a:pt x="1603954" y="755692"/>
                </a:lnTo>
                <a:lnTo>
                  <a:pt x="1601072" y="746937"/>
                </a:lnTo>
                <a:close/>
                <a:moveTo>
                  <a:pt x="961590" y="2176243"/>
                </a:moveTo>
                <a:lnTo>
                  <a:pt x="961820" y="2176616"/>
                </a:lnTo>
                <a:lnTo>
                  <a:pt x="963839" y="2176098"/>
                </a:lnTo>
                <a:lnTo>
                  <a:pt x="965309" y="2175336"/>
                </a:lnTo>
                <a:lnTo>
                  <a:pt x="965730" y="2175094"/>
                </a:lnTo>
                <a:lnTo>
                  <a:pt x="969279" y="2172984"/>
                </a:lnTo>
                <a:lnTo>
                  <a:pt x="966767" y="2173508"/>
                </a:lnTo>
                <a:close/>
                <a:moveTo>
                  <a:pt x="1619336" y="703156"/>
                </a:moveTo>
                <a:lnTo>
                  <a:pt x="1619064" y="704235"/>
                </a:lnTo>
                <a:lnTo>
                  <a:pt x="1618672" y="730309"/>
                </a:lnTo>
                <a:lnTo>
                  <a:pt x="1619379" y="703908"/>
                </a:lnTo>
                <a:close/>
                <a:moveTo>
                  <a:pt x="951780" y="2197871"/>
                </a:moveTo>
                <a:lnTo>
                  <a:pt x="952006" y="2198250"/>
                </a:lnTo>
                <a:lnTo>
                  <a:pt x="952231" y="2198025"/>
                </a:lnTo>
                <a:close/>
                <a:moveTo>
                  <a:pt x="937945" y="2228787"/>
                </a:moveTo>
                <a:lnTo>
                  <a:pt x="939303" y="2231486"/>
                </a:lnTo>
                <a:lnTo>
                  <a:pt x="942677" y="2229894"/>
                </a:lnTo>
                <a:lnTo>
                  <a:pt x="940153" y="2228306"/>
                </a:lnTo>
                <a:lnTo>
                  <a:pt x="939235" y="2228547"/>
                </a:lnTo>
                <a:close/>
                <a:moveTo>
                  <a:pt x="943501" y="2216342"/>
                </a:moveTo>
                <a:lnTo>
                  <a:pt x="943658" y="2218908"/>
                </a:lnTo>
                <a:lnTo>
                  <a:pt x="945807" y="2219199"/>
                </a:lnTo>
                <a:lnTo>
                  <a:pt x="944506" y="2217379"/>
                </a:lnTo>
                <a:lnTo>
                  <a:pt x="944004" y="2216907"/>
                </a:lnTo>
                <a:lnTo>
                  <a:pt x="943503" y="2216341"/>
                </a:lnTo>
                <a:close/>
                <a:moveTo>
                  <a:pt x="1586104" y="777223"/>
                </a:moveTo>
                <a:lnTo>
                  <a:pt x="1584481" y="783072"/>
                </a:lnTo>
                <a:lnTo>
                  <a:pt x="1584590" y="783328"/>
                </a:lnTo>
                <a:lnTo>
                  <a:pt x="1586460" y="780954"/>
                </a:lnTo>
                <a:lnTo>
                  <a:pt x="1586723" y="779100"/>
                </a:lnTo>
                <a:close/>
                <a:moveTo>
                  <a:pt x="946441" y="2209431"/>
                </a:moveTo>
                <a:lnTo>
                  <a:pt x="947337" y="2209917"/>
                </a:lnTo>
                <a:lnTo>
                  <a:pt x="947773" y="2209680"/>
                </a:lnTo>
                <a:lnTo>
                  <a:pt x="948674" y="2209094"/>
                </a:lnTo>
                <a:lnTo>
                  <a:pt x="948363" y="2208704"/>
                </a:lnTo>
                <a:close/>
                <a:moveTo>
                  <a:pt x="1595406" y="755537"/>
                </a:moveTo>
                <a:lnTo>
                  <a:pt x="1596494" y="758113"/>
                </a:lnTo>
                <a:lnTo>
                  <a:pt x="1596514" y="753857"/>
                </a:lnTo>
                <a:close/>
                <a:moveTo>
                  <a:pt x="1601989" y="740492"/>
                </a:moveTo>
                <a:lnTo>
                  <a:pt x="1602607" y="744199"/>
                </a:lnTo>
                <a:lnTo>
                  <a:pt x="1602713" y="744037"/>
                </a:lnTo>
                <a:close/>
                <a:moveTo>
                  <a:pt x="932073" y="2240537"/>
                </a:moveTo>
                <a:lnTo>
                  <a:pt x="935177" y="2240823"/>
                </a:lnTo>
                <a:lnTo>
                  <a:pt x="941649" y="2239121"/>
                </a:lnTo>
                <a:lnTo>
                  <a:pt x="942695" y="2238706"/>
                </a:lnTo>
                <a:lnTo>
                  <a:pt x="941394" y="2236209"/>
                </a:lnTo>
                <a:close/>
                <a:moveTo>
                  <a:pt x="960003" y="2177083"/>
                </a:moveTo>
                <a:lnTo>
                  <a:pt x="961484" y="2176702"/>
                </a:lnTo>
                <a:lnTo>
                  <a:pt x="961297" y="2176399"/>
                </a:lnTo>
                <a:close/>
                <a:moveTo>
                  <a:pt x="1620955" y="696739"/>
                </a:moveTo>
                <a:lnTo>
                  <a:pt x="1619780" y="701396"/>
                </a:lnTo>
                <a:lnTo>
                  <a:pt x="1620418" y="726014"/>
                </a:lnTo>
                <a:lnTo>
                  <a:pt x="1620639" y="724793"/>
                </a:lnTo>
                <a:lnTo>
                  <a:pt x="1620779" y="718323"/>
                </a:lnTo>
                <a:close/>
                <a:moveTo>
                  <a:pt x="946792" y="2206299"/>
                </a:moveTo>
                <a:lnTo>
                  <a:pt x="947456" y="2207155"/>
                </a:lnTo>
                <a:lnTo>
                  <a:pt x="954012" y="2204675"/>
                </a:lnTo>
                <a:lnTo>
                  <a:pt x="954941" y="2203757"/>
                </a:lnTo>
                <a:lnTo>
                  <a:pt x="954564" y="2203126"/>
                </a:lnTo>
                <a:lnTo>
                  <a:pt x="948875" y="2204498"/>
                </a:lnTo>
                <a:close/>
                <a:moveTo>
                  <a:pt x="941238" y="2218579"/>
                </a:moveTo>
                <a:lnTo>
                  <a:pt x="943522" y="2218889"/>
                </a:lnTo>
                <a:lnTo>
                  <a:pt x="943375" y="2216468"/>
                </a:lnTo>
                <a:close/>
                <a:moveTo>
                  <a:pt x="956718" y="2183709"/>
                </a:moveTo>
                <a:lnTo>
                  <a:pt x="958960" y="2183485"/>
                </a:lnTo>
                <a:lnTo>
                  <a:pt x="959103" y="2183444"/>
                </a:lnTo>
                <a:lnTo>
                  <a:pt x="958969" y="2183298"/>
                </a:lnTo>
                <a:lnTo>
                  <a:pt x="957685" y="2183222"/>
                </a:lnTo>
                <a:close/>
                <a:moveTo>
                  <a:pt x="960685" y="2174774"/>
                </a:moveTo>
                <a:lnTo>
                  <a:pt x="961305" y="2175780"/>
                </a:lnTo>
                <a:lnTo>
                  <a:pt x="964044" y="2174075"/>
                </a:lnTo>
                <a:close/>
                <a:moveTo>
                  <a:pt x="943334" y="2213585"/>
                </a:moveTo>
                <a:lnTo>
                  <a:pt x="943339" y="2213668"/>
                </a:lnTo>
                <a:lnTo>
                  <a:pt x="943629" y="2214143"/>
                </a:lnTo>
                <a:lnTo>
                  <a:pt x="944457" y="2214122"/>
                </a:lnTo>
                <a:lnTo>
                  <a:pt x="946822" y="2211783"/>
                </a:lnTo>
                <a:lnTo>
                  <a:pt x="946529" y="2211849"/>
                </a:lnTo>
                <a:close/>
                <a:moveTo>
                  <a:pt x="1621310" y="695332"/>
                </a:moveTo>
                <a:lnTo>
                  <a:pt x="1621287" y="695423"/>
                </a:lnTo>
                <a:lnTo>
                  <a:pt x="1621066" y="722438"/>
                </a:lnTo>
                <a:lnTo>
                  <a:pt x="1622183" y="716289"/>
                </a:lnTo>
                <a:lnTo>
                  <a:pt x="1622407" y="716630"/>
                </a:lnTo>
                <a:lnTo>
                  <a:pt x="1621053" y="724085"/>
                </a:lnTo>
                <a:lnTo>
                  <a:pt x="1620981" y="733010"/>
                </a:lnTo>
                <a:lnTo>
                  <a:pt x="1621995" y="729831"/>
                </a:lnTo>
                <a:lnTo>
                  <a:pt x="1620977" y="733402"/>
                </a:lnTo>
                <a:lnTo>
                  <a:pt x="1620865" y="747163"/>
                </a:lnTo>
                <a:lnTo>
                  <a:pt x="1622080" y="750393"/>
                </a:lnTo>
                <a:lnTo>
                  <a:pt x="1626341" y="765405"/>
                </a:lnTo>
                <a:lnTo>
                  <a:pt x="1626785" y="764631"/>
                </a:lnTo>
                <a:lnTo>
                  <a:pt x="1630315" y="758258"/>
                </a:lnTo>
                <a:lnTo>
                  <a:pt x="1630457" y="746610"/>
                </a:lnTo>
                <a:lnTo>
                  <a:pt x="1630601" y="746797"/>
                </a:lnTo>
                <a:lnTo>
                  <a:pt x="1630465" y="757988"/>
                </a:lnTo>
                <a:lnTo>
                  <a:pt x="1635134" y="749558"/>
                </a:lnTo>
                <a:lnTo>
                  <a:pt x="1632067" y="730117"/>
                </a:lnTo>
                <a:lnTo>
                  <a:pt x="1631309" y="725700"/>
                </a:lnTo>
                <a:lnTo>
                  <a:pt x="1626947" y="712451"/>
                </a:lnTo>
                <a:lnTo>
                  <a:pt x="1623410" y="724862"/>
                </a:lnTo>
                <a:lnTo>
                  <a:pt x="1626884" y="712259"/>
                </a:lnTo>
                <a:close/>
                <a:moveTo>
                  <a:pt x="1619133" y="699614"/>
                </a:moveTo>
                <a:lnTo>
                  <a:pt x="1619096" y="702053"/>
                </a:lnTo>
                <a:lnTo>
                  <a:pt x="1619240" y="701483"/>
                </a:lnTo>
                <a:close/>
                <a:moveTo>
                  <a:pt x="1591325" y="761731"/>
                </a:moveTo>
                <a:lnTo>
                  <a:pt x="1592112" y="773783"/>
                </a:lnTo>
                <a:lnTo>
                  <a:pt x="1595622" y="769328"/>
                </a:lnTo>
                <a:lnTo>
                  <a:pt x="1595652" y="769657"/>
                </a:lnTo>
                <a:lnTo>
                  <a:pt x="1592134" y="774119"/>
                </a:lnTo>
                <a:lnTo>
                  <a:pt x="1592445" y="778884"/>
                </a:lnTo>
                <a:lnTo>
                  <a:pt x="1592467" y="779309"/>
                </a:lnTo>
                <a:lnTo>
                  <a:pt x="1594979" y="786032"/>
                </a:lnTo>
                <a:lnTo>
                  <a:pt x="1596392" y="781254"/>
                </a:lnTo>
                <a:lnTo>
                  <a:pt x="1596465" y="764998"/>
                </a:lnTo>
                <a:lnTo>
                  <a:pt x="1593711" y="758110"/>
                </a:lnTo>
                <a:close/>
                <a:moveTo>
                  <a:pt x="954668" y="2187248"/>
                </a:moveTo>
                <a:lnTo>
                  <a:pt x="956310" y="2188051"/>
                </a:lnTo>
                <a:lnTo>
                  <a:pt x="957759" y="2187315"/>
                </a:lnTo>
                <a:lnTo>
                  <a:pt x="957053" y="2186856"/>
                </a:lnTo>
                <a:close/>
                <a:moveTo>
                  <a:pt x="958559" y="2178146"/>
                </a:moveTo>
                <a:lnTo>
                  <a:pt x="959158" y="2178522"/>
                </a:lnTo>
                <a:lnTo>
                  <a:pt x="961187" y="2177471"/>
                </a:lnTo>
                <a:close/>
                <a:moveTo>
                  <a:pt x="923577" y="2256061"/>
                </a:moveTo>
                <a:lnTo>
                  <a:pt x="924669" y="2257666"/>
                </a:lnTo>
                <a:lnTo>
                  <a:pt x="927206" y="2257635"/>
                </a:lnTo>
                <a:lnTo>
                  <a:pt x="936957" y="2248486"/>
                </a:lnTo>
                <a:close/>
                <a:moveTo>
                  <a:pt x="1589736" y="764144"/>
                </a:moveTo>
                <a:lnTo>
                  <a:pt x="1589121" y="766357"/>
                </a:lnTo>
                <a:lnTo>
                  <a:pt x="1590777" y="774786"/>
                </a:lnTo>
                <a:lnTo>
                  <a:pt x="1590952" y="775255"/>
                </a:lnTo>
                <a:lnTo>
                  <a:pt x="1591824" y="774149"/>
                </a:lnTo>
                <a:lnTo>
                  <a:pt x="1591484" y="766294"/>
                </a:lnTo>
                <a:lnTo>
                  <a:pt x="1591199" y="761923"/>
                </a:lnTo>
                <a:close/>
                <a:moveTo>
                  <a:pt x="949666" y="2197153"/>
                </a:moveTo>
                <a:lnTo>
                  <a:pt x="951641" y="2198615"/>
                </a:lnTo>
                <a:lnTo>
                  <a:pt x="951786" y="2198471"/>
                </a:lnTo>
                <a:lnTo>
                  <a:pt x="951338" y="2197722"/>
                </a:lnTo>
                <a:close/>
                <a:moveTo>
                  <a:pt x="944517" y="2208266"/>
                </a:moveTo>
                <a:lnTo>
                  <a:pt x="947203" y="2207250"/>
                </a:lnTo>
                <a:lnTo>
                  <a:pt x="946587" y="2206476"/>
                </a:lnTo>
                <a:close/>
                <a:moveTo>
                  <a:pt x="936566" y="2226049"/>
                </a:moveTo>
                <a:lnTo>
                  <a:pt x="936622" y="2226162"/>
                </a:lnTo>
                <a:lnTo>
                  <a:pt x="936709" y="2226139"/>
                </a:lnTo>
                <a:close/>
                <a:moveTo>
                  <a:pt x="943169" y="2210667"/>
                </a:moveTo>
                <a:lnTo>
                  <a:pt x="943211" y="2211552"/>
                </a:lnTo>
                <a:lnTo>
                  <a:pt x="943243" y="2212080"/>
                </a:lnTo>
                <a:lnTo>
                  <a:pt x="943438" y="2212036"/>
                </a:lnTo>
                <a:lnTo>
                  <a:pt x="945645" y="2210837"/>
                </a:lnTo>
                <a:lnTo>
                  <a:pt x="944313" y="2210235"/>
                </a:lnTo>
                <a:close/>
                <a:moveTo>
                  <a:pt x="1591038" y="759454"/>
                </a:moveTo>
                <a:lnTo>
                  <a:pt x="1590151" y="762645"/>
                </a:lnTo>
                <a:lnTo>
                  <a:pt x="1591150" y="761175"/>
                </a:lnTo>
                <a:close/>
                <a:moveTo>
                  <a:pt x="956838" y="2178913"/>
                </a:moveTo>
                <a:lnTo>
                  <a:pt x="956903" y="2178982"/>
                </a:lnTo>
                <a:lnTo>
                  <a:pt x="958528" y="2178671"/>
                </a:lnTo>
                <a:lnTo>
                  <a:pt x="957933" y="2178307"/>
                </a:lnTo>
                <a:lnTo>
                  <a:pt x="957728" y="2178359"/>
                </a:lnTo>
                <a:close/>
                <a:moveTo>
                  <a:pt x="951142" y="2191644"/>
                </a:moveTo>
                <a:lnTo>
                  <a:pt x="951541" y="2192402"/>
                </a:lnTo>
                <a:lnTo>
                  <a:pt x="956558" y="2193696"/>
                </a:lnTo>
                <a:lnTo>
                  <a:pt x="959383" y="2190870"/>
                </a:lnTo>
                <a:lnTo>
                  <a:pt x="955786" y="2189288"/>
                </a:lnTo>
                <a:lnTo>
                  <a:pt x="955361" y="2189504"/>
                </a:lnTo>
                <a:lnTo>
                  <a:pt x="954041" y="2190465"/>
                </a:lnTo>
                <a:lnTo>
                  <a:pt x="953854" y="2190457"/>
                </a:lnTo>
                <a:lnTo>
                  <a:pt x="954710" y="2189834"/>
                </a:lnTo>
                <a:close/>
                <a:moveTo>
                  <a:pt x="1592354" y="754715"/>
                </a:moveTo>
                <a:lnTo>
                  <a:pt x="1591149" y="759050"/>
                </a:lnTo>
                <a:lnTo>
                  <a:pt x="1591276" y="760988"/>
                </a:lnTo>
                <a:lnTo>
                  <a:pt x="1593533" y="757664"/>
                </a:lnTo>
                <a:close/>
                <a:moveTo>
                  <a:pt x="941823" y="2211176"/>
                </a:moveTo>
                <a:lnTo>
                  <a:pt x="942477" y="2212252"/>
                </a:lnTo>
                <a:lnTo>
                  <a:pt x="943110" y="2212110"/>
                </a:lnTo>
                <a:lnTo>
                  <a:pt x="943025" y="2210722"/>
                </a:lnTo>
                <a:close/>
                <a:moveTo>
                  <a:pt x="920654" y="2257715"/>
                </a:moveTo>
                <a:lnTo>
                  <a:pt x="923986" y="2257674"/>
                </a:lnTo>
                <a:lnTo>
                  <a:pt x="922976" y="2256401"/>
                </a:lnTo>
                <a:close/>
                <a:moveTo>
                  <a:pt x="935607" y="2224144"/>
                </a:moveTo>
                <a:lnTo>
                  <a:pt x="935718" y="2224366"/>
                </a:lnTo>
                <a:lnTo>
                  <a:pt x="937860" y="2225836"/>
                </a:lnTo>
                <a:lnTo>
                  <a:pt x="943849" y="2224261"/>
                </a:lnTo>
                <a:lnTo>
                  <a:pt x="943609" y="2220315"/>
                </a:lnTo>
                <a:lnTo>
                  <a:pt x="939981" y="2219823"/>
                </a:lnTo>
                <a:lnTo>
                  <a:pt x="935687" y="2224067"/>
                </a:lnTo>
                <a:close/>
                <a:moveTo>
                  <a:pt x="956421" y="2176800"/>
                </a:moveTo>
                <a:lnTo>
                  <a:pt x="957778" y="2177654"/>
                </a:lnTo>
                <a:lnTo>
                  <a:pt x="958657" y="2177429"/>
                </a:lnTo>
                <a:lnTo>
                  <a:pt x="961023" y="2175956"/>
                </a:lnTo>
                <a:lnTo>
                  <a:pt x="960340" y="2174846"/>
                </a:lnTo>
                <a:lnTo>
                  <a:pt x="958652" y="2175198"/>
                </a:lnTo>
                <a:close/>
                <a:moveTo>
                  <a:pt x="926591" y="2243082"/>
                </a:moveTo>
                <a:lnTo>
                  <a:pt x="928917" y="2242470"/>
                </a:lnTo>
                <a:lnTo>
                  <a:pt x="928076" y="2242393"/>
                </a:lnTo>
                <a:close/>
                <a:moveTo>
                  <a:pt x="942946" y="2205928"/>
                </a:moveTo>
                <a:lnTo>
                  <a:pt x="943008" y="2207252"/>
                </a:lnTo>
                <a:lnTo>
                  <a:pt x="944772" y="2205487"/>
                </a:lnTo>
                <a:close/>
                <a:moveTo>
                  <a:pt x="954909" y="2179083"/>
                </a:moveTo>
                <a:lnTo>
                  <a:pt x="955205" y="2179309"/>
                </a:lnTo>
                <a:lnTo>
                  <a:pt x="955230" y="2179305"/>
                </a:lnTo>
                <a:lnTo>
                  <a:pt x="955268" y="2179285"/>
                </a:lnTo>
                <a:lnTo>
                  <a:pt x="955048" y="2179048"/>
                </a:lnTo>
                <a:close/>
                <a:moveTo>
                  <a:pt x="955501" y="2177462"/>
                </a:moveTo>
                <a:lnTo>
                  <a:pt x="956081" y="2178090"/>
                </a:lnTo>
                <a:lnTo>
                  <a:pt x="957135" y="2177820"/>
                </a:lnTo>
                <a:lnTo>
                  <a:pt x="955982" y="2177116"/>
                </a:lnTo>
                <a:close/>
                <a:moveTo>
                  <a:pt x="955829" y="2176428"/>
                </a:moveTo>
                <a:lnTo>
                  <a:pt x="956086" y="2176590"/>
                </a:lnTo>
                <a:lnTo>
                  <a:pt x="957767" y="2175383"/>
                </a:lnTo>
                <a:lnTo>
                  <a:pt x="957569" y="2175424"/>
                </a:lnTo>
                <a:close/>
                <a:moveTo>
                  <a:pt x="1619421" y="689593"/>
                </a:moveTo>
                <a:lnTo>
                  <a:pt x="1619509" y="690929"/>
                </a:lnTo>
                <a:lnTo>
                  <a:pt x="1619732" y="699534"/>
                </a:lnTo>
                <a:lnTo>
                  <a:pt x="1620973" y="694618"/>
                </a:lnTo>
                <a:lnTo>
                  <a:pt x="1620975" y="694313"/>
                </a:lnTo>
                <a:close/>
                <a:moveTo>
                  <a:pt x="939003" y="2213032"/>
                </a:moveTo>
                <a:lnTo>
                  <a:pt x="940316" y="2212738"/>
                </a:lnTo>
                <a:lnTo>
                  <a:pt x="939895" y="2212261"/>
                </a:lnTo>
                <a:close/>
                <a:moveTo>
                  <a:pt x="932741" y="2226900"/>
                </a:moveTo>
                <a:lnTo>
                  <a:pt x="934058" y="2226837"/>
                </a:lnTo>
                <a:lnTo>
                  <a:pt x="936228" y="2226266"/>
                </a:lnTo>
                <a:lnTo>
                  <a:pt x="935911" y="2225637"/>
                </a:lnTo>
                <a:lnTo>
                  <a:pt x="934789" y="2224931"/>
                </a:lnTo>
                <a:close/>
                <a:moveTo>
                  <a:pt x="955043" y="2176880"/>
                </a:moveTo>
                <a:lnTo>
                  <a:pt x="955103" y="2177031"/>
                </a:lnTo>
                <a:lnTo>
                  <a:pt x="955251" y="2177190"/>
                </a:lnTo>
                <a:lnTo>
                  <a:pt x="955643" y="2176908"/>
                </a:lnTo>
                <a:lnTo>
                  <a:pt x="955328" y="2176717"/>
                </a:lnTo>
                <a:close/>
                <a:moveTo>
                  <a:pt x="932335" y="2227290"/>
                </a:moveTo>
                <a:lnTo>
                  <a:pt x="932622" y="2227214"/>
                </a:lnTo>
                <a:lnTo>
                  <a:pt x="932403" y="2227225"/>
                </a:lnTo>
                <a:close/>
                <a:moveTo>
                  <a:pt x="954104" y="2178465"/>
                </a:moveTo>
                <a:lnTo>
                  <a:pt x="954234" y="2178565"/>
                </a:lnTo>
                <a:lnTo>
                  <a:pt x="954533" y="2178488"/>
                </a:lnTo>
                <a:lnTo>
                  <a:pt x="954349" y="2178289"/>
                </a:lnTo>
                <a:close/>
                <a:moveTo>
                  <a:pt x="940413" y="2208862"/>
                </a:moveTo>
                <a:lnTo>
                  <a:pt x="940786" y="2209475"/>
                </a:lnTo>
                <a:lnTo>
                  <a:pt x="941358" y="2208901"/>
                </a:lnTo>
                <a:lnTo>
                  <a:pt x="941163" y="2208813"/>
                </a:lnTo>
                <a:close/>
                <a:moveTo>
                  <a:pt x="954865" y="2176434"/>
                </a:moveTo>
                <a:lnTo>
                  <a:pt x="954928" y="2176591"/>
                </a:lnTo>
                <a:lnTo>
                  <a:pt x="955027" y="2176533"/>
                </a:lnTo>
                <a:close/>
                <a:moveTo>
                  <a:pt x="1582551" y="770915"/>
                </a:moveTo>
                <a:lnTo>
                  <a:pt x="1582593" y="771848"/>
                </a:lnTo>
                <a:lnTo>
                  <a:pt x="1583197" y="769670"/>
                </a:lnTo>
                <a:close/>
                <a:moveTo>
                  <a:pt x="959362" y="2166347"/>
                </a:moveTo>
                <a:lnTo>
                  <a:pt x="960798" y="2166174"/>
                </a:lnTo>
                <a:lnTo>
                  <a:pt x="963480" y="2165649"/>
                </a:lnTo>
                <a:lnTo>
                  <a:pt x="960087" y="2165758"/>
                </a:lnTo>
                <a:close/>
                <a:moveTo>
                  <a:pt x="955064" y="2175946"/>
                </a:moveTo>
                <a:lnTo>
                  <a:pt x="955533" y="2176241"/>
                </a:lnTo>
                <a:lnTo>
                  <a:pt x="956599" y="2175626"/>
                </a:lnTo>
                <a:close/>
                <a:moveTo>
                  <a:pt x="953816" y="2178672"/>
                </a:moveTo>
                <a:lnTo>
                  <a:pt x="954004" y="2178624"/>
                </a:lnTo>
                <a:lnTo>
                  <a:pt x="953945" y="2178579"/>
                </a:lnTo>
                <a:close/>
                <a:moveTo>
                  <a:pt x="949296" y="2188131"/>
                </a:moveTo>
                <a:lnTo>
                  <a:pt x="950740" y="2190878"/>
                </a:lnTo>
                <a:lnTo>
                  <a:pt x="954761" y="2188837"/>
                </a:lnTo>
                <a:lnTo>
                  <a:pt x="954401" y="2188678"/>
                </a:lnTo>
                <a:lnTo>
                  <a:pt x="952278" y="2187641"/>
                </a:lnTo>
                <a:close/>
                <a:moveTo>
                  <a:pt x="937528" y="2214307"/>
                </a:moveTo>
                <a:lnTo>
                  <a:pt x="939346" y="2214259"/>
                </a:lnTo>
                <a:lnTo>
                  <a:pt x="940911" y="2213409"/>
                </a:lnTo>
                <a:lnTo>
                  <a:pt x="940692" y="2213162"/>
                </a:lnTo>
                <a:lnTo>
                  <a:pt x="938208" y="2213720"/>
                </a:lnTo>
                <a:close/>
                <a:moveTo>
                  <a:pt x="1594440" y="743292"/>
                </a:moveTo>
                <a:lnTo>
                  <a:pt x="1593728" y="749766"/>
                </a:lnTo>
                <a:lnTo>
                  <a:pt x="1593426" y="750854"/>
                </a:lnTo>
                <a:lnTo>
                  <a:pt x="1595241" y="755148"/>
                </a:lnTo>
                <a:lnTo>
                  <a:pt x="1596516" y="753271"/>
                </a:lnTo>
                <a:lnTo>
                  <a:pt x="1596523" y="751767"/>
                </a:lnTo>
                <a:close/>
                <a:moveTo>
                  <a:pt x="940088" y="2208329"/>
                </a:moveTo>
                <a:lnTo>
                  <a:pt x="940299" y="2208675"/>
                </a:lnTo>
                <a:lnTo>
                  <a:pt x="940773" y="2208638"/>
                </a:lnTo>
                <a:close/>
                <a:moveTo>
                  <a:pt x="1561563" y="816706"/>
                </a:moveTo>
                <a:lnTo>
                  <a:pt x="1561560" y="816728"/>
                </a:lnTo>
                <a:lnTo>
                  <a:pt x="1561567" y="816717"/>
                </a:lnTo>
                <a:close/>
                <a:moveTo>
                  <a:pt x="940897" y="2206423"/>
                </a:moveTo>
                <a:lnTo>
                  <a:pt x="942803" y="2207457"/>
                </a:lnTo>
                <a:lnTo>
                  <a:pt x="942824" y="2207435"/>
                </a:lnTo>
                <a:lnTo>
                  <a:pt x="942736" y="2205979"/>
                </a:lnTo>
                <a:close/>
                <a:moveTo>
                  <a:pt x="954258" y="2176114"/>
                </a:moveTo>
                <a:lnTo>
                  <a:pt x="954642" y="2176531"/>
                </a:lnTo>
                <a:lnTo>
                  <a:pt x="954518" y="2176222"/>
                </a:lnTo>
                <a:lnTo>
                  <a:pt x="954320" y="2176101"/>
                </a:lnTo>
                <a:close/>
                <a:moveTo>
                  <a:pt x="935559" y="2217809"/>
                </a:moveTo>
                <a:lnTo>
                  <a:pt x="940103" y="2218426"/>
                </a:lnTo>
                <a:lnTo>
                  <a:pt x="942901" y="2215660"/>
                </a:lnTo>
                <a:lnTo>
                  <a:pt x="942263" y="2214938"/>
                </a:lnTo>
                <a:lnTo>
                  <a:pt x="940876" y="2214920"/>
                </a:lnTo>
                <a:close/>
                <a:moveTo>
                  <a:pt x="942745" y="2201662"/>
                </a:moveTo>
                <a:lnTo>
                  <a:pt x="942879" y="2204497"/>
                </a:lnTo>
                <a:lnTo>
                  <a:pt x="944664" y="2204067"/>
                </a:lnTo>
                <a:close/>
                <a:moveTo>
                  <a:pt x="953328" y="2177871"/>
                </a:moveTo>
                <a:lnTo>
                  <a:pt x="953800" y="2178232"/>
                </a:lnTo>
                <a:lnTo>
                  <a:pt x="954099" y="2178018"/>
                </a:lnTo>
                <a:lnTo>
                  <a:pt x="953743" y="2177631"/>
                </a:lnTo>
                <a:close/>
                <a:moveTo>
                  <a:pt x="952097" y="2179907"/>
                </a:moveTo>
                <a:lnTo>
                  <a:pt x="954960" y="2179357"/>
                </a:lnTo>
                <a:lnTo>
                  <a:pt x="954680" y="2179142"/>
                </a:lnTo>
                <a:lnTo>
                  <a:pt x="952317" y="2179749"/>
                </a:lnTo>
                <a:close/>
                <a:moveTo>
                  <a:pt x="920171" y="2251058"/>
                </a:moveTo>
                <a:lnTo>
                  <a:pt x="923351" y="2255729"/>
                </a:lnTo>
                <a:lnTo>
                  <a:pt x="938189" y="2247329"/>
                </a:lnTo>
                <a:lnTo>
                  <a:pt x="942074" y="2243683"/>
                </a:lnTo>
                <a:lnTo>
                  <a:pt x="941536" y="2243634"/>
                </a:lnTo>
                <a:lnTo>
                  <a:pt x="940606" y="2244032"/>
                </a:lnTo>
                <a:close/>
                <a:moveTo>
                  <a:pt x="1561107" y="815583"/>
                </a:moveTo>
                <a:lnTo>
                  <a:pt x="1561153" y="817376"/>
                </a:lnTo>
                <a:lnTo>
                  <a:pt x="1561393" y="816995"/>
                </a:lnTo>
                <a:lnTo>
                  <a:pt x="1561458" y="816449"/>
                </a:lnTo>
                <a:close/>
                <a:moveTo>
                  <a:pt x="1596363" y="735923"/>
                </a:moveTo>
                <a:lnTo>
                  <a:pt x="1594994" y="740080"/>
                </a:lnTo>
                <a:lnTo>
                  <a:pt x="1596547" y="746390"/>
                </a:lnTo>
                <a:lnTo>
                  <a:pt x="1596568" y="741678"/>
                </a:lnTo>
                <a:close/>
                <a:moveTo>
                  <a:pt x="1596904" y="734279"/>
                </a:moveTo>
                <a:lnTo>
                  <a:pt x="1596644" y="735070"/>
                </a:lnTo>
                <a:lnTo>
                  <a:pt x="1597129" y="748760"/>
                </a:lnTo>
                <a:lnTo>
                  <a:pt x="1597780" y="751407"/>
                </a:lnTo>
                <a:lnTo>
                  <a:pt x="1600377" y="747583"/>
                </a:lnTo>
                <a:lnTo>
                  <a:pt x="1600982" y="746665"/>
                </a:lnTo>
                <a:close/>
                <a:moveTo>
                  <a:pt x="957171" y="2166612"/>
                </a:moveTo>
                <a:lnTo>
                  <a:pt x="957575" y="2166563"/>
                </a:lnTo>
                <a:lnTo>
                  <a:pt x="957752" y="2166433"/>
                </a:lnTo>
                <a:lnTo>
                  <a:pt x="958333" y="2165815"/>
                </a:lnTo>
                <a:lnTo>
                  <a:pt x="958221" y="2165819"/>
                </a:lnTo>
                <a:close/>
                <a:moveTo>
                  <a:pt x="951125" y="2180055"/>
                </a:moveTo>
                <a:lnTo>
                  <a:pt x="951159" y="2180087"/>
                </a:lnTo>
                <a:lnTo>
                  <a:pt x="951239" y="2180071"/>
                </a:lnTo>
                <a:lnTo>
                  <a:pt x="951339" y="2180000"/>
                </a:lnTo>
                <a:close/>
                <a:moveTo>
                  <a:pt x="934608" y="2216833"/>
                </a:moveTo>
                <a:lnTo>
                  <a:pt x="938194" y="2214885"/>
                </a:lnTo>
                <a:lnTo>
                  <a:pt x="936880" y="2214868"/>
                </a:lnTo>
                <a:close/>
                <a:moveTo>
                  <a:pt x="952300" y="2177082"/>
                </a:moveTo>
                <a:lnTo>
                  <a:pt x="953063" y="2177666"/>
                </a:lnTo>
                <a:lnTo>
                  <a:pt x="953528" y="2177399"/>
                </a:lnTo>
                <a:lnTo>
                  <a:pt x="952880" y="2176696"/>
                </a:lnTo>
                <a:close/>
                <a:moveTo>
                  <a:pt x="949093" y="2183736"/>
                </a:moveTo>
                <a:lnTo>
                  <a:pt x="950457" y="2183029"/>
                </a:lnTo>
                <a:lnTo>
                  <a:pt x="950222" y="2183033"/>
                </a:lnTo>
                <a:close/>
                <a:moveTo>
                  <a:pt x="950529" y="2180208"/>
                </a:moveTo>
                <a:lnTo>
                  <a:pt x="950801" y="2180155"/>
                </a:lnTo>
                <a:lnTo>
                  <a:pt x="950786" y="2180142"/>
                </a:lnTo>
                <a:close/>
                <a:moveTo>
                  <a:pt x="933092" y="2219149"/>
                </a:moveTo>
                <a:lnTo>
                  <a:pt x="935178" y="2223294"/>
                </a:lnTo>
                <a:lnTo>
                  <a:pt x="938845" y="2219668"/>
                </a:lnTo>
                <a:lnTo>
                  <a:pt x="933476" y="2218941"/>
                </a:lnTo>
                <a:close/>
                <a:moveTo>
                  <a:pt x="1599258" y="727128"/>
                </a:moveTo>
                <a:lnTo>
                  <a:pt x="1597229" y="733293"/>
                </a:lnTo>
                <a:lnTo>
                  <a:pt x="1601415" y="746007"/>
                </a:lnTo>
                <a:lnTo>
                  <a:pt x="1602537" y="744304"/>
                </a:lnTo>
                <a:lnTo>
                  <a:pt x="1601556" y="738419"/>
                </a:lnTo>
                <a:lnTo>
                  <a:pt x="1601567" y="738429"/>
                </a:lnTo>
                <a:close/>
                <a:moveTo>
                  <a:pt x="946450" y="2188882"/>
                </a:moveTo>
                <a:lnTo>
                  <a:pt x="947607" y="2190881"/>
                </a:lnTo>
                <a:lnTo>
                  <a:pt x="947963" y="2191479"/>
                </a:lnTo>
                <a:lnTo>
                  <a:pt x="949018" y="2191752"/>
                </a:lnTo>
                <a:lnTo>
                  <a:pt x="949569" y="2191472"/>
                </a:lnTo>
                <a:lnTo>
                  <a:pt x="947931" y="2188355"/>
                </a:lnTo>
                <a:lnTo>
                  <a:pt x="947283" y="2188462"/>
                </a:lnTo>
                <a:close/>
                <a:moveTo>
                  <a:pt x="950522" y="2179490"/>
                </a:moveTo>
                <a:lnTo>
                  <a:pt x="950546" y="2179512"/>
                </a:lnTo>
                <a:lnTo>
                  <a:pt x="952838" y="2178924"/>
                </a:lnTo>
                <a:lnTo>
                  <a:pt x="953642" y="2178345"/>
                </a:lnTo>
                <a:lnTo>
                  <a:pt x="953153" y="2177972"/>
                </a:lnTo>
                <a:close/>
                <a:moveTo>
                  <a:pt x="942466" y="2195740"/>
                </a:moveTo>
                <a:lnTo>
                  <a:pt x="942716" y="2201047"/>
                </a:lnTo>
                <a:lnTo>
                  <a:pt x="944997" y="2203986"/>
                </a:lnTo>
                <a:lnTo>
                  <a:pt x="946677" y="2203581"/>
                </a:lnTo>
                <a:lnTo>
                  <a:pt x="951525" y="2198732"/>
                </a:lnTo>
                <a:lnTo>
                  <a:pt x="949033" y="2196938"/>
                </a:lnTo>
                <a:lnTo>
                  <a:pt x="943761" y="2195148"/>
                </a:lnTo>
                <a:close/>
                <a:moveTo>
                  <a:pt x="937234" y="2207305"/>
                </a:moveTo>
                <a:lnTo>
                  <a:pt x="938232" y="2208432"/>
                </a:lnTo>
                <a:lnTo>
                  <a:pt x="937505" y="2207240"/>
                </a:lnTo>
                <a:close/>
                <a:moveTo>
                  <a:pt x="949755" y="2178771"/>
                </a:moveTo>
                <a:lnTo>
                  <a:pt x="950286" y="2179269"/>
                </a:lnTo>
                <a:lnTo>
                  <a:pt x="952888" y="2177768"/>
                </a:lnTo>
                <a:lnTo>
                  <a:pt x="952135" y="2177191"/>
                </a:lnTo>
                <a:close/>
                <a:moveTo>
                  <a:pt x="933856" y="2214189"/>
                </a:moveTo>
                <a:lnTo>
                  <a:pt x="936116" y="2213681"/>
                </a:lnTo>
                <a:lnTo>
                  <a:pt x="936829" y="2213065"/>
                </a:lnTo>
                <a:close/>
                <a:moveTo>
                  <a:pt x="947446" y="2183720"/>
                </a:moveTo>
                <a:lnTo>
                  <a:pt x="948066" y="2184023"/>
                </a:lnTo>
                <a:lnTo>
                  <a:pt x="949422" y="2183179"/>
                </a:lnTo>
                <a:lnTo>
                  <a:pt x="947494" y="2183694"/>
                </a:lnTo>
                <a:close/>
                <a:moveTo>
                  <a:pt x="954011" y="2169007"/>
                </a:moveTo>
                <a:lnTo>
                  <a:pt x="954348" y="2168937"/>
                </a:lnTo>
                <a:lnTo>
                  <a:pt x="954714" y="2168668"/>
                </a:lnTo>
                <a:lnTo>
                  <a:pt x="954383" y="2168718"/>
                </a:lnTo>
                <a:lnTo>
                  <a:pt x="954063" y="2168959"/>
                </a:lnTo>
                <a:lnTo>
                  <a:pt x="954034" y="2168990"/>
                </a:lnTo>
                <a:close/>
                <a:moveTo>
                  <a:pt x="942417" y="2194692"/>
                </a:moveTo>
                <a:lnTo>
                  <a:pt x="942436" y="2195093"/>
                </a:lnTo>
                <a:lnTo>
                  <a:pt x="942901" y="2194857"/>
                </a:lnTo>
                <a:close/>
                <a:moveTo>
                  <a:pt x="922169" y="2239623"/>
                </a:moveTo>
                <a:lnTo>
                  <a:pt x="928824" y="2240237"/>
                </a:lnTo>
                <a:lnTo>
                  <a:pt x="940635" y="2234753"/>
                </a:lnTo>
                <a:lnTo>
                  <a:pt x="939481" y="2232538"/>
                </a:lnTo>
                <a:lnTo>
                  <a:pt x="939036" y="2232748"/>
                </a:lnTo>
                <a:close/>
                <a:moveTo>
                  <a:pt x="930422" y="2220730"/>
                </a:moveTo>
                <a:lnTo>
                  <a:pt x="934760" y="2223707"/>
                </a:lnTo>
                <a:lnTo>
                  <a:pt x="934880" y="2223589"/>
                </a:lnTo>
                <a:lnTo>
                  <a:pt x="932745" y="2219348"/>
                </a:lnTo>
                <a:close/>
                <a:moveTo>
                  <a:pt x="943920" y="2190156"/>
                </a:moveTo>
                <a:lnTo>
                  <a:pt x="947353" y="2191322"/>
                </a:lnTo>
                <a:lnTo>
                  <a:pt x="947548" y="2191372"/>
                </a:lnTo>
                <a:lnTo>
                  <a:pt x="946151" y="2189032"/>
                </a:lnTo>
                <a:close/>
                <a:moveTo>
                  <a:pt x="947614" y="2180191"/>
                </a:moveTo>
                <a:lnTo>
                  <a:pt x="947690" y="2180246"/>
                </a:lnTo>
                <a:lnTo>
                  <a:pt x="949318" y="2179828"/>
                </a:lnTo>
                <a:lnTo>
                  <a:pt x="949987" y="2179441"/>
                </a:lnTo>
                <a:lnTo>
                  <a:pt x="949452" y="2178972"/>
                </a:lnTo>
                <a:close/>
                <a:moveTo>
                  <a:pt x="945317" y="2184846"/>
                </a:moveTo>
                <a:lnTo>
                  <a:pt x="946048" y="2184773"/>
                </a:lnTo>
                <a:lnTo>
                  <a:pt x="945924" y="2184537"/>
                </a:lnTo>
                <a:lnTo>
                  <a:pt x="945913" y="2184531"/>
                </a:lnTo>
                <a:close/>
                <a:moveTo>
                  <a:pt x="939612" y="2197046"/>
                </a:moveTo>
                <a:lnTo>
                  <a:pt x="942413" y="2200656"/>
                </a:lnTo>
                <a:lnTo>
                  <a:pt x="942353" y="2199676"/>
                </a:lnTo>
                <a:lnTo>
                  <a:pt x="942173" y="2195874"/>
                </a:lnTo>
                <a:close/>
                <a:moveTo>
                  <a:pt x="917312" y="2246858"/>
                </a:moveTo>
                <a:lnTo>
                  <a:pt x="919406" y="2249935"/>
                </a:lnTo>
                <a:lnTo>
                  <a:pt x="920927" y="2249411"/>
                </a:lnTo>
                <a:lnTo>
                  <a:pt x="935688" y="2243094"/>
                </a:lnTo>
                <a:lnTo>
                  <a:pt x="932674" y="2242816"/>
                </a:lnTo>
                <a:close/>
                <a:moveTo>
                  <a:pt x="1558837" y="810200"/>
                </a:moveTo>
                <a:lnTo>
                  <a:pt x="1558891" y="810661"/>
                </a:lnTo>
                <a:lnTo>
                  <a:pt x="1559328" y="812246"/>
                </a:lnTo>
                <a:lnTo>
                  <a:pt x="1559391" y="811407"/>
                </a:lnTo>
                <a:close/>
                <a:moveTo>
                  <a:pt x="948254" y="2177364"/>
                </a:moveTo>
                <a:lnTo>
                  <a:pt x="948340" y="2177445"/>
                </a:lnTo>
                <a:lnTo>
                  <a:pt x="948557" y="2177302"/>
                </a:lnTo>
                <a:close/>
                <a:moveTo>
                  <a:pt x="1603742" y="709577"/>
                </a:moveTo>
                <a:lnTo>
                  <a:pt x="1609186" y="734212"/>
                </a:lnTo>
                <a:lnTo>
                  <a:pt x="1610278" y="732555"/>
                </a:lnTo>
                <a:lnTo>
                  <a:pt x="1610439" y="727375"/>
                </a:lnTo>
                <a:close/>
                <a:moveTo>
                  <a:pt x="931156" y="2215304"/>
                </a:moveTo>
                <a:lnTo>
                  <a:pt x="932091" y="2217161"/>
                </a:lnTo>
                <a:lnTo>
                  <a:pt x="934776" y="2214840"/>
                </a:lnTo>
                <a:lnTo>
                  <a:pt x="933308" y="2214821"/>
                </a:lnTo>
                <a:close/>
                <a:moveTo>
                  <a:pt x="1603250" y="710191"/>
                </a:moveTo>
                <a:lnTo>
                  <a:pt x="1602755" y="712950"/>
                </a:lnTo>
                <a:lnTo>
                  <a:pt x="1607753" y="730563"/>
                </a:lnTo>
                <a:close/>
                <a:moveTo>
                  <a:pt x="947415" y="2177987"/>
                </a:moveTo>
                <a:lnTo>
                  <a:pt x="947712" y="2177863"/>
                </a:lnTo>
                <a:lnTo>
                  <a:pt x="947982" y="2177683"/>
                </a:lnTo>
                <a:lnTo>
                  <a:pt x="947828" y="2177548"/>
                </a:lnTo>
                <a:close/>
                <a:moveTo>
                  <a:pt x="919744" y="2239400"/>
                </a:moveTo>
                <a:lnTo>
                  <a:pt x="921322" y="2239545"/>
                </a:lnTo>
                <a:lnTo>
                  <a:pt x="927921" y="2236856"/>
                </a:lnTo>
                <a:lnTo>
                  <a:pt x="939006" y="2231626"/>
                </a:lnTo>
                <a:lnTo>
                  <a:pt x="937564" y="2228858"/>
                </a:lnTo>
                <a:lnTo>
                  <a:pt x="929059" y="2230442"/>
                </a:lnTo>
                <a:close/>
                <a:moveTo>
                  <a:pt x="943991" y="2184631"/>
                </a:moveTo>
                <a:lnTo>
                  <a:pt x="944180" y="2184959"/>
                </a:lnTo>
                <a:lnTo>
                  <a:pt x="944476" y="2184929"/>
                </a:lnTo>
                <a:lnTo>
                  <a:pt x="945388" y="2184274"/>
                </a:lnTo>
                <a:lnTo>
                  <a:pt x="945365" y="2184264"/>
                </a:lnTo>
                <a:close/>
                <a:moveTo>
                  <a:pt x="1591810" y="732603"/>
                </a:moveTo>
                <a:lnTo>
                  <a:pt x="1590115" y="743023"/>
                </a:lnTo>
                <a:lnTo>
                  <a:pt x="1590406" y="743709"/>
                </a:lnTo>
                <a:lnTo>
                  <a:pt x="1591978" y="738048"/>
                </a:lnTo>
                <a:lnTo>
                  <a:pt x="1592338" y="734759"/>
                </a:lnTo>
                <a:close/>
                <a:moveTo>
                  <a:pt x="1580011" y="758721"/>
                </a:moveTo>
                <a:lnTo>
                  <a:pt x="1579647" y="759754"/>
                </a:lnTo>
                <a:lnTo>
                  <a:pt x="1579651" y="763415"/>
                </a:lnTo>
                <a:lnTo>
                  <a:pt x="1579643" y="763460"/>
                </a:lnTo>
                <a:lnTo>
                  <a:pt x="1579975" y="765419"/>
                </a:lnTo>
                <a:lnTo>
                  <a:pt x="1580450" y="764505"/>
                </a:lnTo>
                <a:lnTo>
                  <a:pt x="1580217" y="759343"/>
                </a:lnTo>
                <a:close/>
                <a:moveTo>
                  <a:pt x="942061" y="2187116"/>
                </a:moveTo>
                <a:lnTo>
                  <a:pt x="942073" y="2187372"/>
                </a:lnTo>
                <a:lnTo>
                  <a:pt x="944430" y="2186151"/>
                </a:lnTo>
                <a:lnTo>
                  <a:pt x="944383" y="2186071"/>
                </a:lnTo>
                <a:lnTo>
                  <a:pt x="943438" y="2186127"/>
                </a:lnTo>
                <a:close/>
                <a:moveTo>
                  <a:pt x="942036" y="2186579"/>
                </a:moveTo>
                <a:lnTo>
                  <a:pt x="942040" y="2186678"/>
                </a:lnTo>
                <a:lnTo>
                  <a:pt x="942578" y="2186293"/>
                </a:lnTo>
                <a:close/>
                <a:moveTo>
                  <a:pt x="941594" y="2187452"/>
                </a:moveTo>
                <a:lnTo>
                  <a:pt x="941776" y="2187422"/>
                </a:lnTo>
                <a:lnTo>
                  <a:pt x="941771" y="2187324"/>
                </a:lnTo>
                <a:close/>
                <a:moveTo>
                  <a:pt x="942018" y="2186213"/>
                </a:moveTo>
                <a:lnTo>
                  <a:pt x="942022" y="2186285"/>
                </a:lnTo>
                <a:lnTo>
                  <a:pt x="942177" y="2186203"/>
                </a:lnTo>
                <a:close/>
                <a:moveTo>
                  <a:pt x="944781" y="2179541"/>
                </a:moveTo>
                <a:lnTo>
                  <a:pt x="944885" y="2179739"/>
                </a:lnTo>
                <a:lnTo>
                  <a:pt x="945484" y="2179341"/>
                </a:lnTo>
                <a:lnTo>
                  <a:pt x="945396" y="2179283"/>
                </a:lnTo>
                <a:close/>
                <a:moveTo>
                  <a:pt x="1579645" y="757609"/>
                </a:moveTo>
                <a:lnTo>
                  <a:pt x="1579646" y="758169"/>
                </a:lnTo>
                <a:lnTo>
                  <a:pt x="1579743" y="757906"/>
                </a:lnTo>
                <a:close/>
                <a:moveTo>
                  <a:pt x="1583378" y="749179"/>
                </a:moveTo>
                <a:lnTo>
                  <a:pt x="1582326" y="752161"/>
                </a:lnTo>
                <a:lnTo>
                  <a:pt x="1583566" y="755481"/>
                </a:lnTo>
                <a:lnTo>
                  <a:pt x="1583982" y="753478"/>
                </a:lnTo>
                <a:lnTo>
                  <a:pt x="1583657" y="750646"/>
                </a:lnTo>
                <a:close/>
                <a:moveTo>
                  <a:pt x="941970" y="2185172"/>
                </a:moveTo>
                <a:lnTo>
                  <a:pt x="941970" y="2185179"/>
                </a:lnTo>
                <a:lnTo>
                  <a:pt x="943744" y="2185002"/>
                </a:lnTo>
                <a:lnTo>
                  <a:pt x="943587" y="2184739"/>
                </a:lnTo>
                <a:close/>
                <a:moveTo>
                  <a:pt x="1597276" y="717424"/>
                </a:moveTo>
                <a:lnTo>
                  <a:pt x="1596324" y="726097"/>
                </a:lnTo>
                <a:lnTo>
                  <a:pt x="1596334" y="726360"/>
                </a:lnTo>
                <a:lnTo>
                  <a:pt x="1598042" y="721172"/>
                </a:lnTo>
                <a:close/>
                <a:moveTo>
                  <a:pt x="944777" y="2178183"/>
                </a:moveTo>
                <a:lnTo>
                  <a:pt x="945585" y="2178755"/>
                </a:lnTo>
                <a:lnTo>
                  <a:pt x="946565" y="2178343"/>
                </a:lnTo>
                <a:lnTo>
                  <a:pt x="947297" y="2177564"/>
                </a:lnTo>
                <a:lnTo>
                  <a:pt x="944934" y="2178056"/>
                </a:lnTo>
                <a:close/>
                <a:moveTo>
                  <a:pt x="1585708" y="742578"/>
                </a:moveTo>
                <a:lnTo>
                  <a:pt x="1584899" y="744870"/>
                </a:lnTo>
                <a:lnTo>
                  <a:pt x="1585201" y="746408"/>
                </a:lnTo>
                <a:close/>
                <a:moveTo>
                  <a:pt x="949298" y="2167561"/>
                </a:moveTo>
                <a:lnTo>
                  <a:pt x="950434" y="2167425"/>
                </a:lnTo>
                <a:lnTo>
                  <a:pt x="950520" y="2167354"/>
                </a:lnTo>
                <a:lnTo>
                  <a:pt x="949988" y="2167230"/>
                </a:lnTo>
                <a:close/>
                <a:moveTo>
                  <a:pt x="1586612" y="740358"/>
                </a:moveTo>
                <a:lnTo>
                  <a:pt x="1585567" y="748269"/>
                </a:lnTo>
                <a:lnTo>
                  <a:pt x="1586479" y="752911"/>
                </a:lnTo>
                <a:lnTo>
                  <a:pt x="1588817" y="748417"/>
                </a:lnTo>
                <a:lnTo>
                  <a:pt x="1589028" y="747114"/>
                </a:lnTo>
                <a:lnTo>
                  <a:pt x="1589069" y="746503"/>
                </a:lnTo>
                <a:close/>
                <a:moveTo>
                  <a:pt x="915206" y="2243764"/>
                </a:moveTo>
                <a:lnTo>
                  <a:pt x="916541" y="2245726"/>
                </a:lnTo>
                <a:lnTo>
                  <a:pt x="917603" y="2245447"/>
                </a:lnTo>
                <a:lnTo>
                  <a:pt x="925105" y="2241964"/>
                </a:lnTo>
                <a:lnTo>
                  <a:pt x="918945" y="2240937"/>
                </a:lnTo>
                <a:lnTo>
                  <a:pt x="917557" y="2241502"/>
                </a:lnTo>
                <a:close/>
                <a:moveTo>
                  <a:pt x="948292" y="2169642"/>
                </a:moveTo>
                <a:lnTo>
                  <a:pt x="948506" y="2169876"/>
                </a:lnTo>
                <a:lnTo>
                  <a:pt x="948812" y="2169564"/>
                </a:lnTo>
                <a:close/>
                <a:moveTo>
                  <a:pt x="944280" y="2178587"/>
                </a:moveTo>
                <a:lnTo>
                  <a:pt x="944587" y="2179173"/>
                </a:lnTo>
                <a:lnTo>
                  <a:pt x="944976" y="2179010"/>
                </a:lnTo>
                <a:lnTo>
                  <a:pt x="944300" y="2178570"/>
                </a:lnTo>
                <a:close/>
                <a:moveTo>
                  <a:pt x="927259" y="2216683"/>
                </a:moveTo>
                <a:lnTo>
                  <a:pt x="931707" y="2217287"/>
                </a:lnTo>
                <a:lnTo>
                  <a:pt x="930754" y="2215395"/>
                </a:lnTo>
                <a:lnTo>
                  <a:pt x="930539" y="2215443"/>
                </a:lnTo>
                <a:close/>
                <a:moveTo>
                  <a:pt x="922391" y="2227397"/>
                </a:moveTo>
                <a:lnTo>
                  <a:pt x="931469" y="2226961"/>
                </a:lnTo>
                <a:lnTo>
                  <a:pt x="934015" y="2224444"/>
                </a:lnTo>
                <a:lnTo>
                  <a:pt x="929263" y="2221454"/>
                </a:lnTo>
                <a:close/>
                <a:moveTo>
                  <a:pt x="926421" y="2217984"/>
                </a:moveTo>
                <a:lnTo>
                  <a:pt x="929051" y="2219789"/>
                </a:lnTo>
                <a:lnTo>
                  <a:pt x="930500" y="2218537"/>
                </a:lnTo>
                <a:close/>
                <a:moveTo>
                  <a:pt x="939839" y="2187740"/>
                </a:moveTo>
                <a:lnTo>
                  <a:pt x="940777" y="2187586"/>
                </a:lnTo>
                <a:lnTo>
                  <a:pt x="941751" y="2186886"/>
                </a:lnTo>
                <a:lnTo>
                  <a:pt x="941743" y="2186733"/>
                </a:lnTo>
                <a:close/>
                <a:moveTo>
                  <a:pt x="934612" y="2199333"/>
                </a:moveTo>
                <a:lnTo>
                  <a:pt x="937956" y="2204827"/>
                </a:lnTo>
                <a:lnTo>
                  <a:pt x="939051" y="2205420"/>
                </a:lnTo>
                <a:lnTo>
                  <a:pt x="942650" y="2204553"/>
                </a:lnTo>
                <a:lnTo>
                  <a:pt x="942451" y="2201294"/>
                </a:lnTo>
                <a:lnTo>
                  <a:pt x="941027" y="2199509"/>
                </a:lnTo>
                <a:lnTo>
                  <a:pt x="939245" y="2197214"/>
                </a:lnTo>
                <a:close/>
                <a:moveTo>
                  <a:pt x="936978" y="2193653"/>
                </a:moveTo>
                <a:lnTo>
                  <a:pt x="939322" y="2196673"/>
                </a:lnTo>
                <a:lnTo>
                  <a:pt x="942144" y="2195241"/>
                </a:lnTo>
                <a:lnTo>
                  <a:pt x="942113" y="2194588"/>
                </a:lnTo>
                <a:lnTo>
                  <a:pt x="937937" y="2193170"/>
                </a:lnTo>
                <a:close/>
                <a:moveTo>
                  <a:pt x="1593311" y="723365"/>
                </a:moveTo>
                <a:lnTo>
                  <a:pt x="1592344" y="729310"/>
                </a:lnTo>
                <a:lnTo>
                  <a:pt x="1592755" y="730974"/>
                </a:lnTo>
                <a:lnTo>
                  <a:pt x="1593520" y="724000"/>
                </a:lnTo>
                <a:close/>
                <a:moveTo>
                  <a:pt x="1568849" y="778063"/>
                </a:moveTo>
                <a:lnTo>
                  <a:pt x="1567593" y="784555"/>
                </a:lnTo>
                <a:lnTo>
                  <a:pt x="1568237" y="785936"/>
                </a:lnTo>
                <a:lnTo>
                  <a:pt x="1569750" y="783849"/>
                </a:lnTo>
                <a:lnTo>
                  <a:pt x="1570178" y="781205"/>
                </a:lnTo>
                <a:lnTo>
                  <a:pt x="1570213" y="780699"/>
                </a:lnTo>
                <a:close/>
                <a:moveTo>
                  <a:pt x="1590192" y="729872"/>
                </a:moveTo>
                <a:lnTo>
                  <a:pt x="1587628" y="737137"/>
                </a:lnTo>
                <a:lnTo>
                  <a:pt x="1589416" y="741368"/>
                </a:lnTo>
                <a:close/>
                <a:moveTo>
                  <a:pt x="914511" y="2242744"/>
                </a:moveTo>
                <a:lnTo>
                  <a:pt x="914910" y="2243330"/>
                </a:lnTo>
                <a:lnTo>
                  <a:pt x="916198" y="2242056"/>
                </a:lnTo>
                <a:close/>
                <a:moveTo>
                  <a:pt x="942457" y="2180067"/>
                </a:moveTo>
                <a:lnTo>
                  <a:pt x="943372" y="2179683"/>
                </a:lnTo>
                <a:lnTo>
                  <a:pt x="943240" y="2179431"/>
                </a:lnTo>
                <a:close/>
                <a:moveTo>
                  <a:pt x="1569060" y="776973"/>
                </a:moveTo>
                <a:lnTo>
                  <a:pt x="1569019" y="777179"/>
                </a:lnTo>
                <a:lnTo>
                  <a:pt x="1569340" y="777800"/>
                </a:lnTo>
                <a:close/>
                <a:moveTo>
                  <a:pt x="1590749" y="728295"/>
                </a:moveTo>
                <a:lnTo>
                  <a:pt x="1590548" y="728863"/>
                </a:lnTo>
                <a:lnTo>
                  <a:pt x="1590135" y="740307"/>
                </a:lnTo>
                <a:lnTo>
                  <a:pt x="1591555" y="731571"/>
                </a:lnTo>
                <a:close/>
                <a:moveTo>
                  <a:pt x="941776" y="2180802"/>
                </a:moveTo>
                <a:lnTo>
                  <a:pt x="941895" y="2181009"/>
                </a:lnTo>
                <a:lnTo>
                  <a:pt x="942126" y="2181122"/>
                </a:lnTo>
                <a:lnTo>
                  <a:pt x="942818" y="2181111"/>
                </a:lnTo>
                <a:lnTo>
                  <a:pt x="943786" y="2180469"/>
                </a:lnTo>
                <a:lnTo>
                  <a:pt x="943566" y="2180051"/>
                </a:lnTo>
                <a:close/>
                <a:moveTo>
                  <a:pt x="1590592" y="727657"/>
                </a:moveTo>
                <a:lnTo>
                  <a:pt x="1590579" y="728022"/>
                </a:lnTo>
                <a:lnTo>
                  <a:pt x="1590639" y="727851"/>
                </a:lnTo>
                <a:close/>
                <a:moveTo>
                  <a:pt x="948348" y="2165670"/>
                </a:moveTo>
                <a:lnTo>
                  <a:pt x="948888" y="2165756"/>
                </a:lnTo>
                <a:lnTo>
                  <a:pt x="949988" y="2165123"/>
                </a:lnTo>
                <a:lnTo>
                  <a:pt x="949294" y="2165033"/>
                </a:lnTo>
                <a:lnTo>
                  <a:pt x="948869" y="2165155"/>
                </a:lnTo>
                <a:close/>
                <a:moveTo>
                  <a:pt x="1569504" y="774671"/>
                </a:moveTo>
                <a:lnTo>
                  <a:pt x="1569476" y="774820"/>
                </a:lnTo>
                <a:lnTo>
                  <a:pt x="1570421" y="777608"/>
                </a:lnTo>
                <a:lnTo>
                  <a:pt x="1570479" y="776760"/>
                </a:lnTo>
                <a:close/>
                <a:moveTo>
                  <a:pt x="1592914" y="722160"/>
                </a:moveTo>
                <a:lnTo>
                  <a:pt x="1591542" y="726046"/>
                </a:lnTo>
                <a:lnTo>
                  <a:pt x="1592090" y="728274"/>
                </a:lnTo>
                <a:lnTo>
                  <a:pt x="1593028" y="722505"/>
                </a:lnTo>
                <a:close/>
                <a:moveTo>
                  <a:pt x="911894" y="2246949"/>
                </a:moveTo>
                <a:lnTo>
                  <a:pt x="914857" y="2246169"/>
                </a:lnTo>
                <a:lnTo>
                  <a:pt x="914260" y="2245417"/>
                </a:lnTo>
                <a:lnTo>
                  <a:pt x="913962" y="2244959"/>
                </a:lnTo>
                <a:close/>
                <a:moveTo>
                  <a:pt x="937966" y="2188047"/>
                </a:moveTo>
                <a:lnTo>
                  <a:pt x="939010" y="2187876"/>
                </a:lnTo>
                <a:lnTo>
                  <a:pt x="941730" y="2186439"/>
                </a:lnTo>
                <a:lnTo>
                  <a:pt x="941720" y="2186230"/>
                </a:lnTo>
                <a:lnTo>
                  <a:pt x="939552" y="2186359"/>
                </a:lnTo>
                <a:close/>
                <a:moveTo>
                  <a:pt x="928309" y="2209648"/>
                </a:moveTo>
                <a:lnTo>
                  <a:pt x="930316" y="2213635"/>
                </a:lnTo>
                <a:lnTo>
                  <a:pt x="938405" y="2210577"/>
                </a:lnTo>
                <a:lnTo>
                  <a:pt x="937079" y="2209079"/>
                </a:lnTo>
                <a:close/>
                <a:moveTo>
                  <a:pt x="1594087" y="718837"/>
                </a:moveTo>
                <a:lnTo>
                  <a:pt x="1594014" y="719044"/>
                </a:lnTo>
                <a:lnTo>
                  <a:pt x="1593525" y="722045"/>
                </a:lnTo>
                <a:lnTo>
                  <a:pt x="1593683" y="722521"/>
                </a:lnTo>
                <a:close/>
                <a:moveTo>
                  <a:pt x="928297" y="2209461"/>
                </a:moveTo>
                <a:lnTo>
                  <a:pt x="936923" y="2208902"/>
                </a:lnTo>
                <a:lnTo>
                  <a:pt x="935814" y="2207648"/>
                </a:lnTo>
                <a:close/>
                <a:moveTo>
                  <a:pt x="1569214" y="774050"/>
                </a:moveTo>
                <a:lnTo>
                  <a:pt x="1569319" y="774361"/>
                </a:lnTo>
                <a:lnTo>
                  <a:pt x="1569331" y="774301"/>
                </a:lnTo>
                <a:close/>
                <a:moveTo>
                  <a:pt x="945675" y="2170039"/>
                </a:moveTo>
                <a:lnTo>
                  <a:pt x="946516" y="2170568"/>
                </a:lnTo>
                <a:lnTo>
                  <a:pt x="946601" y="2170550"/>
                </a:lnTo>
                <a:lnTo>
                  <a:pt x="946951" y="2170265"/>
                </a:lnTo>
                <a:lnTo>
                  <a:pt x="946613" y="2169897"/>
                </a:lnTo>
                <a:close/>
                <a:moveTo>
                  <a:pt x="941666" y="2178737"/>
                </a:moveTo>
                <a:lnTo>
                  <a:pt x="941726" y="2180004"/>
                </a:lnTo>
                <a:lnTo>
                  <a:pt x="942986" y="2178948"/>
                </a:lnTo>
                <a:lnTo>
                  <a:pt x="942756" y="2178510"/>
                </a:lnTo>
                <a:close/>
                <a:moveTo>
                  <a:pt x="947559" y="2165532"/>
                </a:moveTo>
                <a:lnTo>
                  <a:pt x="947695" y="2165564"/>
                </a:lnTo>
                <a:lnTo>
                  <a:pt x="947786" y="2165467"/>
                </a:lnTo>
                <a:close/>
                <a:moveTo>
                  <a:pt x="918217" y="2231005"/>
                </a:moveTo>
                <a:lnTo>
                  <a:pt x="930701" y="2227721"/>
                </a:lnTo>
                <a:lnTo>
                  <a:pt x="931151" y="2227276"/>
                </a:lnTo>
                <a:lnTo>
                  <a:pt x="922171" y="2227585"/>
                </a:lnTo>
                <a:close/>
                <a:moveTo>
                  <a:pt x="910242" y="2248538"/>
                </a:moveTo>
                <a:lnTo>
                  <a:pt x="912540" y="2247669"/>
                </a:lnTo>
                <a:lnTo>
                  <a:pt x="910856" y="2247947"/>
                </a:lnTo>
                <a:close/>
                <a:moveTo>
                  <a:pt x="931459" y="2200777"/>
                </a:moveTo>
                <a:lnTo>
                  <a:pt x="932349" y="2201783"/>
                </a:lnTo>
                <a:lnTo>
                  <a:pt x="935088" y="2203270"/>
                </a:lnTo>
                <a:lnTo>
                  <a:pt x="933111" y="2200021"/>
                </a:lnTo>
                <a:close/>
                <a:moveTo>
                  <a:pt x="940698" y="2178939"/>
                </a:moveTo>
                <a:lnTo>
                  <a:pt x="941437" y="2180216"/>
                </a:lnTo>
                <a:lnTo>
                  <a:pt x="941371" y="2178798"/>
                </a:lnTo>
                <a:close/>
                <a:moveTo>
                  <a:pt x="918950" y="2227558"/>
                </a:moveTo>
                <a:lnTo>
                  <a:pt x="919181" y="2227550"/>
                </a:lnTo>
                <a:lnTo>
                  <a:pt x="920126" y="2227505"/>
                </a:lnTo>
                <a:lnTo>
                  <a:pt x="922529" y="2225428"/>
                </a:lnTo>
                <a:close/>
                <a:moveTo>
                  <a:pt x="936631" y="2187505"/>
                </a:moveTo>
                <a:lnTo>
                  <a:pt x="937065" y="2187826"/>
                </a:lnTo>
                <a:lnTo>
                  <a:pt x="937514" y="2187979"/>
                </a:lnTo>
                <a:lnTo>
                  <a:pt x="939005" y="2186392"/>
                </a:lnTo>
                <a:lnTo>
                  <a:pt x="938509" y="2186421"/>
                </a:lnTo>
                <a:close/>
                <a:moveTo>
                  <a:pt x="1567216" y="774904"/>
                </a:moveTo>
                <a:lnTo>
                  <a:pt x="1567285" y="780398"/>
                </a:lnTo>
                <a:lnTo>
                  <a:pt x="1567282" y="783885"/>
                </a:lnTo>
                <a:lnTo>
                  <a:pt x="1567297" y="783917"/>
                </a:lnTo>
                <a:lnTo>
                  <a:pt x="1568284" y="779718"/>
                </a:lnTo>
                <a:lnTo>
                  <a:pt x="1568671" y="777717"/>
                </a:lnTo>
                <a:close/>
                <a:moveTo>
                  <a:pt x="932521" y="2195898"/>
                </a:moveTo>
                <a:lnTo>
                  <a:pt x="934439" y="2199049"/>
                </a:lnTo>
                <a:lnTo>
                  <a:pt x="936471" y="2198120"/>
                </a:lnTo>
                <a:lnTo>
                  <a:pt x="938966" y="2196853"/>
                </a:lnTo>
                <a:lnTo>
                  <a:pt x="936622" y="2193833"/>
                </a:lnTo>
                <a:close/>
                <a:moveTo>
                  <a:pt x="936348" y="2187296"/>
                </a:moveTo>
                <a:lnTo>
                  <a:pt x="936360" y="2187304"/>
                </a:lnTo>
                <a:lnTo>
                  <a:pt x="937819" y="2186462"/>
                </a:lnTo>
                <a:lnTo>
                  <a:pt x="937709" y="2186469"/>
                </a:lnTo>
                <a:close/>
                <a:moveTo>
                  <a:pt x="939646" y="2179527"/>
                </a:moveTo>
                <a:lnTo>
                  <a:pt x="940235" y="2179124"/>
                </a:lnTo>
                <a:lnTo>
                  <a:pt x="940226" y="2179109"/>
                </a:lnTo>
                <a:lnTo>
                  <a:pt x="940061" y="2179224"/>
                </a:lnTo>
                <a:close/>
                <a:moveTo>
                  <a:pt x="936044" y="2187480"/>
                </a:moveTo>
                <a:lnTo>
                  <a:pt x="936050" y="2187482"/>
                </a:lnTo>
                <a:lnTo>
                  <a:pt x="936068" y="2187472"/>
                </a:lnTo>
                <a:lnTo>
                  <a:pt x="936063" y="2187468"/>
                </a:lnTo>
                <a:close/>
                <a:moveTo>
                  <a:pt x="939418" y="2179798"/>
                </a:moveTo>
                <a:lnTo>
                  <a:pt x="941031" y="2180586"/>
                </a:lnTo>
                <a:lnTo>
                  <a:pt x="941082" y="2180543"/>
                </a:lnTo>
                <a:lnTo>
                  <a:pt x="940283" y="2179205"/>
                </a:lnTo>
                <a:close/>
                <a:moveTo>
                  <a:pt x="943610" y="2170360"/>
                </a:moveTo>
                <a:lnTo>
                  <a:pt x="944426" y="2171003"/>
                </a:lnTo>
                <a:lnTo>
                  <a:pt x="945577" y="2170764"/>
                </a:lnTo>
                <a:lnTo>
                  <a:pt x="945119" y="2170484"/>
                </a:lnTo>
                <a:lnTo>
                  <a:pt x="944658" y="2170194"/>
                </a:lnTo>
                <a:lnTo>
                  <a:pt x="943619" y="2170352"/>
                </a:lnTo>
                <a:close/>
                <a:moveTo>
                  <a:pt x="912556" y="2239872"/>
                </a:moveTo>
                <a:lnTo>
                  <a:pt x="914285" y="2242412"/>
                </a:lnTo>
                <a:lnTo>
                  <a:pt x="916927" y="2241336"/>
                </a:lnTo>
                <a:lnTo>
                  <a:pt x="917564" y="2240706"/>
                </a:lnTo>
                <a:close/>
                <a:moveTo>
                  <a:pt x="945805" y="2165119"/>
                </a:moveTo>
                <a:lnTo>
                  <a:pt x="947162" y="2165438"/>
                </a:lnTo>
                <a:lnTo>
                  <a:pt x="948051" y="2165183"/>
                </a:lnTo>
                <a:lnTo>
                  <a:pt x="948310" y="2164904"/>
                </a:lnTo>
                <a:lnTo>
                  <a:pt x="946934" y="2164725"/>
                </a:lnTo>
                <a:close/>
                <a:moveTo>
                  <a:pt x="945142" y="2166226"/>
                </a:moveTo>
                <a:lnTo>
                  <a:pt x="946069" y="2167232"/>
                </a:lnTo>
                <a:lnTo>
                  <a:pt x="946824" y="2166485"/>
                </a:lnTo>
                <a:lnTo>
                  <a:pt x="945404" y="2166151"/>
                </a:lnTo>
                <a:close/>
                <a:moveTo>
                  <a:pt x="944980" y="2166051"/>
                </a:moveTo>
                <a:lnTo>
                  <a:pt x="944991" y="2166063"/>
                </a:lnTo>
                <a:lnTo>
                  <a:pt x="945008" y="2166058"/>
                </a:lnTo>
                <a:close/>
                <a:moveTo>
                  <a:pt x="1566694" y="773895"/>
                </a:moveTo>
                <a:lnTo>
                  <a:pt x="1565276" y="779202"/>
                </a:lnTo>
                <a:lnTo>
                  <a:pt x="1566826" y="782849"/>
                </a:lnTo>
                <a:lnTo>
                  <a:pt x="1566834" y="774165"/>
                </a:lnTo>
                <a:close/>
                <a:moveTo>
                  <a:pt x="942570" y="2171390"/>
                </a:moveTo>
                <a:lnTo>
                  <a:pt x="944140" y="2171063"/>
                </a:lnTo>
                <a:lnTo>
                  <a:pt x="943441" y="2170528"/>
                </a:lnTo>
                <a:close/>
                <a:moveTo>
                  <a:pt x="1567275" y="771719"/>
                </a:moveTo>
                <a:lnTo>
                  <a:pt x="1567180" y="772074"/>
                </a:lnTo>
                <a:lnTo>
                  <a:pt x="1567201" y="773663"/>
                </a:lnTo>
                <a:lnTo>
                  <a:pt x="1568841" y="776836"/>
                </a:lnTo>
                <a:lnTo>
                  <a:pt x="1568903" y="776515"/>
                </a:lnTo>
                <a:close/>
                <a:moveTo>
                  <a:pt x="937436" y="2181157"/>
                </a:moveTo>
                <a:lnTo>
                  <a:pt x="937952" y="2181188"/>
                </a:lnTo>
                <a:lnTo>
                  <a:pt x="939034" y="2181171"/>
                </a:lnTo>
                <a:lnTo>
                  <a:pt x="938089" y="2180710"/>
                </a:lnTo>
                <a:close/>
                <a:moveTo>
                  <a:pt x="916528" y="2227642"/>
                </a:moveTo>
                <a:lnTo>
                  <a:pt x="918305" y="2227581"/>
                </a:lnTo>
                <a:lnTo>
                  <a:pt x="923874" y="2224266"/>
                </a:lnTo>
                <a:lnTo>
                  <a:pt x="924511" y="2223715"/>
                </a:lnTo>
                <a:close/>
                <a:moveTo>
                  <a:pt x="941697" y="2171220"/>
                </a:moveTo>
                <a:lnTo>
                  <a:pt x="941873" y="2171385"/>
                </a:lnTo>
                <a:lnTo>
                  <a:pt x="942363" y="2170900"/>
                </a:lnTo>
                <a:close/>
                <a:moveTo>
                  <a:pt x="1589089" y="721550"/>
                </a:moveTo>
                <a:lnTo>
                  <a:pt x="1589066" y="721799"/>
                </a:lnTo>
                <a:lnTo>
                  <a:pt x="1587179" y="736077"/>
                </a:lnTo>
                <a:lnTo>
                  <a:pt x="1587482" y="736795"/>
                </a:lnTo>
                <a:lnTo>
                  <a:pt x="1590255" y="728939"/>
                </a:lnTo>
                <a:lnTo>
                  <a:pt x="1590396" y="726859"/>
                </a:lnTo>
                <a:close/>
                <a:moveTo>
                  <a:pt x="941332" y="2171639"/>
                </a:moveTo>
                <a:lnTo>
                  <a:pt x="941333" y="2171648"/>
                </a:lnTo>
                <a:lnTo>
                  <a:pt x="941340" y="2171646"/>
                </a:lnTo>
                <a:close/>
                <a:moveTo>
                  <a:pt x="944353" y="2164778"/>
                </a:moveTo>
                <a:lnTo>
                  <a:pt x="944784" y="2164879"/>
                </a:lnTo>
                <a:lnTo>
                  <a:pt x="945689" y="2164564"/>
                </a:lnTo>
                <a:lnTo>
                  <a:pt x="945536" y="2164544"/>
                </a:lnTo>
                <a:close/>
                <a:moveTo>
                  <a:pt x="1581327" y="738362"/>
                </a:moveTo>
                <a:lnTo>
                  <a:pt x="1580997" y="740263"/>
                </a:lnTo>
                <a:lnTo>
                  <a:pt x="1581263" y="742500"/>
                </a:lnTo>
                <a:lnTo>
                  <a:pt x="1581615" y="750254"/>
                </a:lnTo>
                <a:lnTo>
                  <a:pt x="1582092" y="751532"/>
                </a:lnTo>
                <a:lnTo>
                  <a:pt x="1583235" y="748430"/>
                </a:lnTo>
                <a:close/>
                <a:moveTo>
                  <a:pt x="921588" y="2214666"/>
                </a:moveTo>
                <a:lnTo>
                  <a:pt x="923719" y="2216130"/>
                </a:lnTo>
                <a:lnTo>
                  <a:pt x="927387" y="2214743"/>
                </a:lnTo>
                <a:close/>
                <a:moveTo>
                  <a:pt x="940668" y="2171716"/>
                </a:moveTo>
                <a:lnTo>
                  <a:pt x="940701" y="2171779"/>
                </a:lnTo>
                <a:lnTo>
                  <a:pt x="941037" y="2171709"/>
                </a:lnTo>
                <a:lnTo>
                  <a:pt x="941029" y="2171543"/>
                </a:lnTo>
                <a:close/>
                <a:moveTo>
                  <a:pt x="1612241" y="667785"/>
                </a:moveTo>
                <a:lnTo>
                  <a:pt x="1611691" y="698791"/>
                </a:lnTo>
                <a:lnTo>
                  <a:pt x="1611000" y="720949"/>
                </a:lnTo>
                <a:lnTo>
                  <a:pt x="1612809" y="725756"/>
                </a:lnTo>
                <a:lnTo>
                  <a:pt x="1614899" y="718692"/>
                </a:lnTo>
                <a:lnTo>
                  <a:pt x="1618142" y="705838"/>
                </a:lnTo>
                <a:lnTo>
                  <a:pt x="1618422" y="687188"/>
                </a:lnTo>
                <a:lnTo>
                  <a:pt x="1618379" y="686428"/>
                </a:lnTo>
                <a:close/>
                <a:moveTo>
                  <a:pt x="928802" y="2197772"/>
                </a:moveTo>
                <a:lnTo>
                  <a:pt x="931230" y="2200517"/>
                </a:lnTo>
                <a:lnTo>
                  <a:pt x="932937" y="2199736"/>
                </a:lnTo>
                <a:lnTo>
                  <a:pt x="931052" y="2196639"/>
                </a:lnTo>
                <a:close/>
                <a:moveTo>
                  <a:pt x="902881" y="2255616"/>
                </a:moveTo>
                <a:lnTo>
                  <a:pt x="918179" y="2250357"/>
                </a:lnTo>
                <a:lnTo>
                  <a:pt x="915740" y="2247281"/>
                </a:lnTo>
                <a:lnTo>
                  <a:pt x="908832" y="2249893"/>
                </a:lnTo>
                <a:close/>
                <a:moveTo>
                  <a:pt x="910854" y="2237372"/>
                </a:moveTo>
                <a:lnTo>
                  <a:pt x="911731" y="2238660"/>
                </a:lnTo>
                <a:lnTo>
                  <a:pt x="918959" y="2239327"/>
                </a:lnTo>
                <a:lnTo>
                  <a:pt x="927690" y="2230697"/>
                </a:lnTo>
                <a:lnTo>
                  <a:pt x="916072" y="2232860"/>
                </a:lnTo>
                <a:close/>
                <a:moveTo>
                  <a:pt x="930685" y="2192882"/>
                </a:moveTo>
                <a:lnTo>
                  <a:pt x="930864" y="2193178"/>
                </a:lnTo>
                <a:lnTo>
                  <a:pt x="933675" y="2191722"/>
                </a:lnTo>
                <a:lnTo>
                  <a:pt x="933636" y="2191709"/>
                </a:lnTo>
                <a:close/>
                <a:moveTo>
                  <a:pt x="1573898" y="751935"/>
                </a:moveTo>
                <a:lnTo>
                  <a:pt x="1572215" y="760640"/>
                </a:lnTo>
                <a:lnTo>
                  <a:pt x="1573226" y="762402"/>
                </a:lnTo>
                <a:lnTo>
                  <a:pt x="1574297" y="755787"/>
                </a:lnTo>
                <a:lnTo>
                  <a:pt x="1574240" y="753952"/>
                </a:lnTo>
                <a:close/>
                <a:moveTo>
                  <a:pt x="934511" y="2183288"/>
                </a:moveTo>
                <a:lnTo>
                  <a:pt x="934548" y="2183281"/>
                </a:lnTo>
                <a:lnTo>
                  <a:pt x="934520" y="2183281"/>
                </a:lnTo>
                <a:close/>
                <a:moveTo>
                  <a:pt x="927347" y="2199068"/>
                </a:moveTo>
                <a:lnTo>
                  <a:pt x="929032" y="2199983"/>
                </a:lnTo>
                <a:lnTo>
                  <a:pt x="927805" y="2198595"/>
                </a:lnTo>
                <a:close/>
                <a:moveTo>
                  <a:pt x="933140" y="2186060"/>
                </a:moveTo>
                <a:lnTo>
                  <a:pt x="933775" y="2185996"/>
                </a:lnTo>
                <a:lnTo>
                  <a:pt x="933995" y="2185938"/>
                </a:lnTo>
                <a:lnTo>
                  <a:pt x="933960" y="2185911"/>
                </a:lnTo>
                <a:close/>
                <a:moveTo>
                  <a:pt x="925268" y="2203609"/>
                </a:moveTo>
                <a:lnTo>
                  <a:pt x="927574" y="2208189"/>
                </a:lnTo>
                <a:lnTo>
                  <a:pt x="934759" y="2206455"/>
                </a:lnTo>
                <a:lnTo>
                  <a:pt x="933322" y="2204831"/>
                </a:lnTo>
                <a:lnTo>
                  <a:pt x="928416" y="2202169"/>
                </a:lnTo>
                <a:close/>
                <a:moveTo>
                  <a:pt x="941161" y="2167994"/>
                </a:moveTo>
                <a:lnTo>
                  <a:pt x="941182" y="2168446"/>
                </a:lnTo>
                <a:lnTo>
                  <a:pt x="941286" y="2168528"/>
                </a:lnTo>
                <a:lnTo>
                  <a:pt x="941894" y="2168455"/>
                </a:lnTo>
                <a:close/>
                <a:moveTo>
                  <a:pt x="941349" y="2167318"/>
                </a:moveTo>
                <a:lnTo>
                  <a:pt x="942953" y="2168327"/>
                </a:lnTo>
                <a:lnTo>
                  <a:pt x="944805" y="2168104"/>
                </a:lnTo>
                <a:lnTo>
                  <a:pt x="944905" y="2168046"/>
                </a:lnTo>
                <a:lnTo>
                  <a:pt x="943629" y="2166662"/>
                </a:lnTo>
                <a:close/>
                <a:moveTo>
                  <a:pt x="900929" y="2257674"/>
                </a:moveTo>
                <a:lnTo>
                  <a:pt x="907992" y="2257870"/>
                </a:lnTo>
                <a:lnTo>
                  <a:pt x="919826" y="2257724"/>
                </a:lnTo>
                <a:lnTo>
                  <a:pt x="922724" y="2256084"/>
                </a:lnTo>
                <a:lnTo>
                  <a:pt x="919044" y="2251446"/>
                </a:lnTo>
                <a:close/>
                <a:moveTo>
                  <a:pt x="1582684" y="730529"/>
                </a:moveTo>
                <a:lnTo>
                  <a:pt x="1582401" y="732158"/>
                </a:lnTo>
                <a:lnTo>
                  <a:pt x="1584777" y="744247"/>
                </a:lnTo>
                <a:lnTo>
                  <a:pt x="1585885" y="741240"/>
                </a:lnTo>
                <a:lnTo>
                  <a:pt x="1586153" y="739208"/>
                </a:lnTo>
                <a:close/>
                <a:moveTo>
                  <a:pt x="935287" y="2180144"/>
                </a:moveTo>
                <a:lnTo>
                  <a:pt x="935436" y="2180035"/>
                </a:lnTo>
                <a:lnTo>
                  <a:pt x="935415" y="2180039"/>
                </a:lnTo>
                <a:close/>
                <a:moveTo>
                  <a:pt x="926809" y="2198776"/>
                </a:moveTo>
                <a:lnTo>
                  <a:pt x="927183" y="2198979"/>
                </a:lnTo>
                <a:lnTo>
                  <a:pt x="927678" y="2198452"/>
                </a:lnTo>
                <a:lnTo>
                  <a:pt x="927609" y="2198373"/>
                </a:lnTo>
                <a:close/>
                <a:moveTo>
                  <a:pt x="941102" y="2166758"/>
                </a:moveTo>
                <a:lnTo>
                  <a:pt x="941122" y="2167175"/>
                </a:lnTo>
                <a:lnTo>
                  <a:pt x="941123" y="2167176"/>
                </a:lnTo>
                <a:lnTo>
                  <a:pt x="943478" y="2166498"/>
                </a:lnTo>
                <a:lnTo>
                  <a:pt x="943081" y="2166068"/>
                </a:lnTo>
                <a:close/>
                <a:moveTo>
                  <a:pt x="1572015" y="753985"/>
                </a:moveTo>
                <a:lnTo>
                  <a:pt x="1570866" y="758284"/>
                </a:lnTo>
                <a:lnTo>
                  <a:pt x="1571635" y="759624"/>
                </a:lnTo>
                <a:close/>
                <a:moveTo>
                  <a:pt x="929802" y="2191431"/>
                </a:moveTo>
                <a:lnTo>
                  <a:pt x="930334" y="2192304"/>
                </a:lnTo>
                <a:lnTo>
                  <a:pt x="931545" y="2191822"/>
                </a:lnTo>
                <a:lnTo>
                  <a:pt x="932495" y="2191321"/>
                </a:lnTo>
                <a:lnTo>
                  <a:pt x="931645" y="2191032"/>
                </a:lnTo>
                <a:lnTo>
                  <a:pt x="930061" y="2191292"/>
                </a:lnTo>
                <a:close/>
                <a:moveTo>
                  <a:pt x="940688" y="2166902"/>
                </a:moveTo>
                <a:lnTo>
                  <a:pt x="940814" y="2166981"/>
                </a:lnTo>
                <a:lnTo>
                  <a:pt x="940808" y="2166860"/>
                </a:lnTo>
                <a:close/>
                <a:moveTo>
                  <a:pt x="1611347" y="665073"/>
                </a:moveTo>
                <a:lnTo>
                  <a:pt x="1604446" y="703532"/>
                </a:lnTo>
                <a:lnTo>
                  <a:pt x="1610668" y="720065"/>
                </a:lnTo>
                <a:lnTo>
                  <a:pt x="1611790" y="684083"/>
                </a:lnTo>
                <a:lnTo>
                  <a:pt x="1612088" y="667321"/>
                </a:lnTo>
                <a:close/>
                <a:moveTo>
                  <a:pt x="941061" y="2165872"/>
                </a:moveTo>
                <a:lnTo>
                  <a:pt x="941075" y="2166172"/>
                </a:lnTo>
                <a:lnTo>
                  <a:pt x="942666" y="2165617"/>
                </a:lnTo>
                <a:lnTo>
                  <a:pt x="942536" y="2165477"/>
                </a:lnTo>
                <a:lnTo>
                  <a:pt x="942122" y="2165379"/>
                </a:lnTo>
                <a:lnTo>
                  <a:pt x="941115" y="2165856"/>
                </a:lnTo>
                <a:close/>
                <a:moveTo>
                  <a:pt x="1589879" y="712942"/>
                </a:moveTo>
                <a:lnTo>
                  <a:pt x="1589456" y="717562"/>
                </a:lnTo>
                <a:lnTo>
                  <a:pt x="1590686" y="722563"/>
                </a:lnTo>
                <a:lnTo>
                  <a:pt x="1590880" y="719685"/>
                </a:lnTo>
                <a:lnTo>
                  <a:pt x="1590764" y="722883"/>
                </a:lnTo>
                <a:lnTo>
                  <a:pt x="1591433" y="725602"/>
                </a:lnTo>
                <a:lnTo>
                  <a:pt x="1592785" y="721769"/>
                </a:lnTo>
                <a:lnTo>
                  <a:pt x="1591025" y="716422"/>
                </a:lnTo>
                <a:lnTo>
                  <a:pt x="1590973" y="718310"/>
                </a:lnTo>
                <a:lnTo>
                  <a:pt x="1590880" y="719685"/>
                </a:lnTo>
                <a:lnTo>
                  <a:pt x="1591001" y="716347"/>
                </a:lnTo>
                <a:close/>
                <a:moveTo>
                  <a:pt x="940179" y="2167654"/>
                </a:moveTo>
                <a:lnTo>
                  <a:pt x="940871" y="2168201"/>
                </a:lnTo>
                <a:lnTo>
                  <a:pt x="940853" y="2167800"/>
                </a:lnTo>
                <a:lnTo>
                  <a:pt x="940483" y="2167567"/>
                </a:lnTo>
                <a:close/>
                <a:moveTo>
                  <a:pt x="1597938" y="694158"/>
                </a:moveTo>
                <a:lnTo>
                  <a:pt x="1597960" y="696047"/>
                </a:lnTo>
                <a:lnTo>
                  <a:pt x="1601827" y="709677"/>
                </a:lnTo>
                <a:lnTo>
                  <a:pt x="1602069" y="708940"/>
                </a:lnTo>
                <a:lnTo>
                  <a:pt x="1602500" y="706795"/>
                </a:lnTo>
                <a:lnTo>
                  <a:pt x="1602220" y="705534"/>
                </a:lnTo>
                <a:close/>
                <a:moveTo>
                  <a:pt x="924478" y="2202040"/>
                </a:moveTo>
                <a:lnTo>
                  <a:pt x="925119" y="2203313"/>
                </a:lnTo>
                <a:lnTo>
                  <a:pt x="928053" y="2201971"/>
                </a:lnTo>
                <a:lnTo>
                  <a:pt x="925751" y="2200722"/>
                </a:lnTo>
                <a:close/>
                <a:moveTo>
                  <a:pt x="1573380" y="748880"/>
                </a:moveTo>
                <a:lnTo>
                  <a:pt x="1572262" y="753064"/>
                </a:lnTo>
                <a:lnTo>
                  <a:pt x="1572001" y="760265"/>
                </a:lnTo>
                <a:lnTo>
                  <a:pt x="1572033" y="760320"/>
                </a:lnTo>
                <a:lnTo>
                  <a:pt x="1573784" y="751260"/>
                </a:lnTo>
                <a:close/>
                <a:moveTo>
                  <a:pt x="910765" y="2232431"/>
                </a:moveTo>
                <a:lnTo>
                  <a:pt x="915436" y="2231560"/>
                </a:lnTo>
                <a:lnTo>
                  <a:pt x="919944" y="2227662"/>
                </a:lnTo>
                <a:lnTo>
                  <a:pt x="918703" y="2227705"/>
                </a:lnTo>
                <a:close/>
                <a:moveTo>
                  <a:pt x="890129" y="2278397"/>
                </a:moveTo>
                <a:lnTo>
                  <a:pt x="894199" y="2284024"/>
                </a:lnTo>
                <a:lnTo>
                  <a:pt x="919800" y="2264154"/>
                </a:lnTo>
                <a:close/>
                <a:moveTo>
                  <a:pt x="939673" y="2167256"/>
                </a:moveTo>
                <a:lnTo>
                  <a:pt x="939986" y="2167503"/>
                </a:lnTo>
                <a:lnTo>
                  <a:pt x="940256" y="2167425"/>
                </a:lnTo>
                <a:lnTo>
                  <a:pt x="939876" y="2167185"/>
                </a:lnTo>
                <a:close/>
                <a:moveTo>
                  <a:pt x="939683" y="2166270"/>
                </a:moveTo>
                <a:lnTo>
                  <a:pt x="940079" y="2166519"/>
                </a:lnTo>
                <a:lnTo>
                  <a:pt x="940781" y="2166274"/>
                </a:lnTo>
                <a:lnTo>
                  <a:pt x="940766" y="2165957"/>
                </a:lnTo>
                <a:close/>
                <a:moveTo>
                  <a:pt x="938749" y="2168066"/>
                </a:moveTo>
                <a:lnTo>
                  <a:pt x="939129" y="2168788"/>
                </a:lnTo>
                <a:lnTo>
                  <a:pt x="940889" y="2168576"/>
                </a:lnTo>
                <a:lnTo>
                  <a:pt x="940889" y="2168571"/>
                </a:lnTo>
                <a:lnTo>
                  <a:pt x="939827" y="2167756"/>
                </a:lnTo>
                <a:close/>
                <a:moveTo>
                  <a:pt x="932968" y="2180892"/>
                </a:moveTo>
                <a:lnTo>
                  <a:pt x="933852" y="2180945"/>
                </a:lnTo>
                <a:lnTo>
                  <a:pt x="934807" y="2180166"/>
                </a:lnTo>
                <a:lnTo>
                  <a:pt x="933408" y="2180457"/>
                </a:lnTo>
                <a:close/>
                <a:moveTo>
                  <a:pt x="926514" y="2194741"/>
                </a:moveTo>
                <a:lnTo>
                  <a:pt x="926865" y="2195249"/>
                </a:lnTo>
                <a:lnTo>
                  <a:pt x="929404" y="2193933"/>
                </a:lnTo>
                <a:lnTo>
                  <a:pt x="929139" y="2193496"/>
                </a:lnTo>
                <a:lnTo>
                  <a:pt x="928282" y="2193837"/>
                </a:lnTo>
                <a:close/>
                <a:moveTo>
                  <a:pt x="938533" y="2167653"/>
                </a:moveTo>
                <a:lnTo>
                  <a:pt x="938655" y="2167886"/>
                </a:lnTo>
                <a:lnTo>
                  <a:pt x="939630" y="2167605"/>
                </a:lnTo>
                <a:lnTo>
                  <a:pt x="939330" y="2167376"/>
                </a:lnTo>
                <a:close/>
                <a:moveTo>
                  <a:pt x="908714" y="2234228"/>
                </a:moveTo>
                <a:lnTo>
                  <a:pt x="910061" y="2236207"/>
                </a:lnTo>
                <a:lnTo>
                  <a:pt x="913348" y="2233366"/>
                </a:lnTo>
                <a:close/>
                <a:moveTo>
                  <a:pt x="1563570" y="767856"/>
                </a:moveTo>
                <a:lnTo>
                  <a:pt x="1564389" y="777117"/>
                </a:lnTo>
                <a:lnTo>
                  <a:pt x="1564848" y="778196"/>
                </a:lnTo>
                <a:lnTo>
                  <a:pt x="1566235" y="773007"/>
                </a:lnTo>
                <a:close/>
                <a:moveTo>
                  <a:pt x="921767" y="2204847"/>
                </a:moveTo>
                <a:lnTo>
                  <a:pt x="924756" y="2203479"/>
                </a:lnTo>
                <a:lnTo>
                  <a:pt x="924184" y="2202344"/>
                </a:lnTo>
                <a:close/>
                <a:moveTo>
                  <a:pt x="1581499" y="727565"/>
                </a:moveTo>
                <a:lnTo>
                  <a:pt x="1582171" y="730982"/>
                </a:lnTo>
                <a:lnTo>
                  <a:pt x="1582377" y="729765"/>
                </a:lnTo>
                <a:close/>
                <a:moveTo>
                  <a:pt x="938759" y="2166536"/>
                </a:moveTo>
                <a:lnTo>
                  <a:pt x="939149" y="2166843"/>
                </a:lnTo>
                <a:lnTo>
                  <a:pt x="939266" y="2166802"/>
                </a:lnTo>
                <a:lnTo>
                  <a:pt x="938817" y="2166519"/>
                </a:lnTo>
                <a:close/>
                <a:moveTo>
                  <a:pt x="923639" y="2200373"/>
                </a:moveTo>
                <a:lnTo>
                  <a:pt x="924397" y="2201880"/>
                </a:lnTo>
                <a:lnTo>
                  <a:pt x="925596" y="2200638"/>
                </a:lnTo>
                <a:lnTo>
                  <a:pt x="924402" y="2199989"/>
                </a:lnTo>
                <a:close/>
                <a:moveTo>
                  <a:pt x="1562816" y="769019"/>
                </a:moveTo>
                <a:lnTo>
                  <a:pt x="1562224" y="770686"/>
                </a:lnTo>
                <a:lnTo>
                  <a:pt x="1562115" y="770981"/>
                </a:lnTo>
                <a:lnTo>
                  <a:pt x="1562090" y="771710"/>
                </a:lnTo>
                <a:lnTo>
                  <a:pt x="1563307" y="774573"/>
                </a:lnTo>
                <a:close/>
                <a:moveTo>
                  <a:pt x="936367" y="2171453"/>
                </a:moveTo>
                <a:lnTo>
                  <a:pt x="936907" y="2172386"/>
                </a:lnTo>
                <a:lnTo>
                  <a:pt x="939007" y="2171375"/>
                </a:lnTo>
                <a:lnTo>
                  <a:pt x="938850" y="2171076"/>
                </a:lnTo>
                <a:close/>
                <a:moveTo>
                  <a:pt x="1579837" y="730511"/>
                </a:moveTo>
                <a:lnTo>
                  <a:pt x="1580774" y="738387"/>
                </a:lnTo>
                <a:lnTo>
                  <a:pt x="1581057" y="736943"/>
                </a:lnTo>
                <a:close/>
                <a:moveTo>
                  <a:pt x="1564566" y="764090"/>
                </a:moveTo>
                <a:lnTo>
                  <a:pt x="1563624" y="766745"/>
                </a:lnTo>
                <a:lnTo>
                  <a:pt x="1566448" y="772208"/>
                </a:lnTo>
                <a:lnTo>
                  <a:pt x="1566837" y="770755"/>
                </a:lnTo>
                <a:lnTo>
                  <a:pt x="1566837" y="770428"/>
                </a:lnTo>
                <a:lnTo>
                  <a:pt x="1565009" y="765040"/>
                </a:lnTo>
                <a:close/>
                <a:moveTo>
                  <a:pt x="938052" y="2166740"/>
                </a:moveTo>
                <a:lnTo>
                  <a:pt x="938268" y="2167150"/>
                </a:lnTo>
                <a:lnTo>
                  <a:pt x="938795" y="2166967"/>
                </a:lnTo>
                <a:lnTo>
                  <a:pt x="938378" y="2166646"/>
                </a:lnTo>
                <a:close/>
                <a:moveTo>
                  <a:pt x="931685" y="2180816"/>
                </a:moveTo>
                <a:lnTo>
                  <a:pt x="932307" y="2180854"/>
                </a:lnTo>
                <a:lnTo>
                  <a:pt x="932520" y="2180642"/>
                </a:lnTo>
                <a:close/>
                <a:moveTo>
                  <a:pt x="925794" y="2193699"/>
                </a:moveTo>
                <a:lnTo>
                  <a:pt x="926016" y="2194021"/>
                </a:lnTo>
                <a:lnTo>
                  <a:pt x="928787" y="2192919"/>
                </a:lnTo>
                <a:lnTo>
                  <a:pt x="928352" y="2192205"/>
                </a:lnTo>
                <a:lnTo>
                  <a:pt x="927556" y="2192629"/>
                </a:lnTo>
                <a:close/>
                <a:moveTo>
                  <a:pt x="917598" y="2211929"/>
                </a:moveTo>
                <a:lnTo>
                  <a:pt x="921000" y="2214264"/>
                </a:lnTo>
                <a:lnTo>
                  <a:pt x="928396" y="2214361"/>
                </a:lnTo>
                <a:lnTo>
                  <a:pt x="929940" y="2213777"/>
                </a:lnTo>
                <a:lnTo>
                  <a:pt x="927876" y="2209676"/>
                </a:lnTo>
                <a:lnTo>
                  <a:pt x="927235" y="2209718"/>
                </a:lnTo>
                <a:lnTo>
                  <a:pt x="921184" y="2211177"/>
                </a:lnTo>
                <a:lnTo>
                  <a:pt x="922048" y="2212637"/>
                </a:lnTo>
                <a:lnTo>
                  <a:pt x="921736" y="2212547"/>
                </a:lnTo>
                <a:lnTo>
                  <a:pt x="920959" y="2211231"/>
                </a:lnTo>
                <a:lnTo>
                  <a:pt x="920259" y="2211400"/>
                </a:lnTo>
                <a:close/>
                <a:moveTo>
                  <a:pt x="935465" y="2171590"/>
                </a:moveTo>
                <a:lnTo>
                  <a:pt x="935936" y="2171924"/>
                </a:lnTo>
                <a:lnTo>
                  <a:pt x="935714" y="2171552"/>
                </a:lnTo>
                <a:close/>
                <a:moveTo>
                  <a:pt x="929635" y="2184192"/>
                </a:moveTo>
                <a:lnTo>
                  <a:pt x="929658" y="2184221"/>
                </a:lnTo>
                <a:lnTo>
                  <a:pt x="929744" y="2184204"/>
                </a:lnTo>
                <a:lnTo>
                  <a:pt x="930703" y="2183501"/>
                </a:lnTo>
                <a:lnTo>
                  <a:pt x="930491" y="2183344"/>
                </a:lnTo>
                <a:lnTo>
                  <a:pt x="930490" y="2183344"/>
                </a:lnTo>
                <a:close/>
                <a:moveTo>
                  <a:pt x="919084" y="2207626"/>
                </a:moveTo>
                <a:lnTo>
                  <a:pt x="920435" y="2209910"/>
                </a:lnTo>
                <a:lnTo>
                  <a:pt x="927175" y="2208285"/>
                </a:lnTo>
                <a:lnTo>
                  <a:pt x="924905" y="2203775"/>
                </a:lnTo>
                <a:lnTo>
                  <a:pt x="921138" y="2205499"/>
                </a:lnTo>
                <a:close/>
                <a:moveTo>
                  <a:pt x="1569224" y="750970"/>
                </a:moveTo>
                <a:lnTo>
                  <a:pt x="1568247" y="753719"/>
                </a:lnTo>
                <a:lnTo>
                  <a:pt x="1569914" y="756625"/>
                </a:lnTo>
                <a:close/>
                <a:moveTo>
                  <a:pt x="888111" y="2275604"/>
                </a:moveTo>
                <a:lnTo>
                  <a:pt x="889997" y="2278213"/>
                </a:lnTo>
                <a:lnTo>
                  <a:pt x="906973" y="2270065"/>
                </a:lnTo>
                <a:lnTo>
                  <a:pt x="921467" y="2262860"/>
                </a:lnTo>
                <a:lnTo>
                  <a:pt x="922456" y="2262092"/>
                </a:lnTo>
                <a:lnTo>
                  <a:pt x="925343" y="2259383"/>
                </a:lnTo>
                <a:lnTo>
                  <a:pt x="924910" y="2258839"/>
                </a:lnTo>
                <a:lnTo>
                  <a:pt x="918958" y="2258675"/>
                </a:lnTo>
                <a:lnTo>
                  <a:pt x="917553" y="2259470"/>
                </a:lnTo>
                <a:close/>
                <a:moveTo>
                  <a:pt x="907315" y="2232173"/>
                </a:moveTo>
                <a:lnTo>
                  <a:pt x="907859" y="2232972"/>
                </a:lnTo>
                <a:lnTo>
                  <a:pt x="909880" y="2232595"/>
                </a:lnTo>
                <a:lnTo>
                  <a:pt x="918058" y="2227728"/>
                </a:lnTo>
                <a:lnTo>
                  <a:pt x="916224" y="2227791"/>
                </a:lnTo>
                <a:close/>
                <a:moveTo>
                  <a:pt x="1562305" y="765407"/>
                </a:moveTo>
                <a:lnTo>
                  <a:pt x="1562182" y="769020"/>
                </a:lnTo>
                <a:lnTo>
                  <a:pt x="1562694" y="767637"/>
                </a:lnTo>
                <a:lnTo>
                  <a:pt x="1562537" y="765857"/>
                </a:lnTo>
                <a:close/>
                <a:moveTo>
                  <a:pt x="1597849" y="685754"/>
                </a:moveTo>
                <a:lnTo>
                  <a:pt x="1597851" y="686014"/>
                </a:lnTo>
                <a:lnTo>
                  <a:pt x="1597983" y="686364"/>
                </a:lnTo>
                <a:close/>
                <a:moveTo>
                  <a:pt x="928996" y="2183368"/>
                </a:moveTo>
                <a:lnTo>
                  <a:pt x="929331" y="2183799"/>
                </a:lnTo>
                <a:lnTo>
                  <a:pt x="929778" y="2183355"/>
                </a:lnTo>
                <a:close/>
                <a:moveTo>
                  <a:pt x="918532" y="2206692"/>
                </a:moveTo>
                <a:lnTo>
                  <a:pt x="918995" y="2207475"/>
                </a:lnTo>
                <a:lnTo>
                  <a:pt x="920717" y="2205692"/>
                </a:lnTo>
                <a:close/>
                <a:moveTo>
                  <a:pt x="922838" y="2196621"/>
                </a:moveTo>
                <a:lnTo>
                  <a:pt x="923511" y="2196986"/>
                </a:lnTo>
                <a:lnTo>
                  <a:pt x="925480" y="2195966"/>
                </a:lnTo>
                <a:lnTo>
                  <a:pt x="925056" y="2195487"/>
                </a:lnTo>
                <a:close/>
                <a:moveTo>
                  <a:pt x="1572276" y="742373"/>
                </a:moveTo>
                <a:lnTo>
                  <a:pt x="1569417" y="750426"/>
                </a:lnTo>
                <a:lnTo>
                  <a:pt x="1570245" y="757200"/>
                </a:lnTo>
                <a:lnTo>
                  <a:pt x="1570391" y="757456"/>
                </a:lnTo>
                <a:lnTo>
                  <a:pt x="1572251" y="750499"/>
                </a:lnTo>
                <a:lnTo>
                  <a:pt x="1572475" y="747183"/>
                </a:lnTo>
                <a:lnTo>
                  <a:pt x="1572371" y="750050"/>
                </a:lnTo>
                <a:lnTo>
                  <a:pt x="1573110" y="747286"/>
                </a:lnTo>
                <a:lnTo>
                  <a:pt x="1572596" y="744261"/>
                </a:lnTo>
                <a:lnTo>
                  <a:pt x="1572544" y="746159"/>
                </a:lnTo>
                <a:lnTo>
                  <a:pt x="1572475" y="747183"/>
                </a:lnTo>
                <a:lnTo>
                  <a:pt x="1572583" y="744182"/>
                </a:lnTo>
                <a:close/>
                <a:moveTo>
                  <a:pt x="924737" y="2192168"/>
                </a:moveTo>
                <a:lnTo>
                  <a:pt x="925183" y="2192813"/>
                </a:lnTo>
                <a:lnTo>
                  <a:pt x="926623" y="2191858"/>
                </a:lnTo>
                <a:close/>
                <a:moveTo>
                  <a:pt x="934902" y="2168919"/>
                </a:moveTo>
                <a:lnTo>
                  <a:pt x="935107" y="2169274"/>
                </a:lnTo>
                <a:lnTo>
                  <a:pt x="937736" y="2168956"/>
                </a:lnTo>
                <a:lnTo>
                  <a:pt x="937463" y="2168436"/>
                </a:lnTo>
                <a:lnTo>
                  <a:pt x="936863" y="2168609"/>
                </a:lnTo>
                <a:lnTo>
                  <a:pt x="936565" y="2168487"/>
                </a:lnTo>
                <a:lnTo>
                  <a:pt x="937368" y="2168256"/>
                </a:lnTo>
                <a:lnTo>
                  <a:pt x="937280" y="2168090"/>
                </a:lnTo>
                <a:close/>
                <a:moveTo>
                  <a:pt x="1562359" y="763836"/>
                </a:moveTo>
                <a:lnTo>
                  <a:pt x="1562343" y="764273"/>
                </a:lnTo>
                <a:lnTo>
                  <a:pt x="1562408" y="764398"/>
                </a:lnTo>
                <a:close/>
                <a:moveTo>
                  <a:pt x="904870" y="2235906"/>
                </a:moveTo>
                <a:lnTo>
                  <a:pt x="906483" y="2237806"/>
                </a:lnTo>
                <a:lnTo>
                  <a:pt x="907932" y="2238048"/>
                </a:lnTo>
                <a:lnTo>
                  <a:pt x="908911" y="2237202"/>
                </a:lnTo>
                <a:lnTo>
                  <a:pt x="907190" y="2234559"/>
                </a:lnTo>
                <a:lnTo>
                  <a:pt x="906727" y="2234834"/>
                </a:lnTo>
                <a:close/>
                <a:moveTo>
                  <a:pt x="915994" y="2210827"/>
                </a:moveTo>
                <a:lnTo>
                  <a:pt x="916160" y="2210941"/>
                </a:lnTo>
                <a:lnTo>
                  <a:pt x="919134" y="2210224"/>
                </a:lnTo>
                <a:lnTo>
                  <a:pt x="918910" y="2210071"/>
                </a:lnTo>
                <a:lnTo>
                  <a:pt x="920088" y="2209994"/>
                </a:lnTo>
                <a:lnTo>
                  <a:pt x="920209" y="2209965"/>
                </a:lnTo>
                <a:lnTo>
                  <a:pt x="918924" y="2207791"/>
                </a:lnTo>
                <a:close/>
                <a:moveTo>
                  <a:pt x="1586242" y="709977"/>
                </a:moveTo>
                <a:lnTo>
                  <a:pt x="1583308" y="726920"/>
                </a:lnTo>
                <a:lnTo>
                  <a:pt x="1586713" y="734975"/>
                </a:lnTo>
                <a:lnTo>
                  <a:pt x="1588698" y="719962"/>
                </a:lnTo>
                <a:close/>
                <a:moveTo>
                  <a:pt x="922371" y="2196367"/>
                </a:moveTo>
                <a:lnTo>
                  <a:pt x="922654" y="2196521"/>
                </a:lnTo>
                <a:lnTo>
                  <a:pt x="924915" y="2195326"/>
                </a:lnTo>
                <a:lnTo>
                  <a:pt x="924816" y="2195215"/>
                </a:lnTo>
                <a:lnTo>
                  <a:pt x="922808" y="2196014"/>
                </a:lnTo>
                <a:close/>
                <a:moveTo>
                  <a:pt x="936663" y="2164094"/>
                </a:moveTo>
                <a:lnTo>
                  <a:pt x="936878" y="2164506"/>
                </a:lnTo>
                <a:lnTo>
                  <a:pt x="936917" y="2164530"/>
                </a:lnTo>
                <a:lnTo>
                  <a:pt x="937447" y="2164279"/>
                </a:lnTo>
                <a:close/>
                <a:moveTo>
                  <a:pt x="1575554" y="733140"/>
                </a:moveTo>
                <a:lnTo>
                  <a:pt x="1575392" y="733596"/>
                </a:lnTo>
                <a:lnTo>
                  <a:pt x="1575554" y="734031"/>
                </a:lnTo>
                <a:close/>
                <a:moveTo>
                  <a:pt x="1562928" y="760578"/>
                </a:moveTo>
                <a:lnTo>
                  <a:pt x="1563387" y="765768"/>
                </a:lnTo>
                <a:lnTo>
                  <a:pt x="1564256" y="763424"/>
                </a:lnTo>
                <a:close/>
                <a:moveTo>
                  <a:pt x="934272" y="2167831"/>
                </a:moveTo>
                <a:lnTo>
                  <a:pt x="934615" y="2168423"/>
                </a:lnTo>
                <a:lnTo>
                  <a:pt x="937010" y="2167588"/>
                </a:lnTo>
                <a:lnTo>
                  <a:pt x="936564" y="2167170"/>
                </a:lnTo>
                <a:close/>
                <a:moveTo>
                  <a:pt x="904165" y="2235076"/>
                </a:moveTo>
                <a:lnTo>
                  <a:pt x="904685" y="2235687"/>
                </a:lnTo>
                <a:lnTo>
                  <a:pt x="906416" y="2234657"/>
                </a:lnTo>
                <a:close/>
                <a:moveTo>
                  <a:pt x="924041" y="2190337"/>
                </a:moveTo>
                <a:lnTo>
                  <a:pt x="926925" y="2189863"/>
                </a:lnTo>
                <a:lnTo>
                  <a:pt x="926576" y="2189288"/>
                </a:lnTo>
                <a:lnTo>
                  <a:pt x="924911" y="2189733"/>
                </a:lnTo>
                <a:close/>
                <a:moveTo>
                  <a:pt x="933239" y="2169499"/>
                </a:moveTo>
                <a:lnTo>
                  <a:pt x="934404" y="2169359"/>
                </a:lnTo>
                <a:lnTo>
                  <a:pt x="934273" y="2169138"/>
                </a:lnTo>
                <a:close/>
                <a:moveTo>
                  <a:pt x="897268" y="2249773"/>
                </a:moveTo>
                <a:lnTo>
                  <a:pt x="907731" y="2248044"/>
                </a:lnTo>
                <a:lnTo>
                  <a:pt x="911016" y="2247180"/>
                </a:lnTo>
                <a:lnTo>
                  <a:pt x="913688" y="2244538"/>
                </a:lnTo>
                <a:lnTo>
                  <a:pt x="912937" y="2243386"/>
                </a:lnTo>
                <a:close/>
                <a:moveTo>
                  <a:pt x="1591508" y="695198"/>
                </a:moveTo>
                <a:lnTo>
                  <a:pt x="1590004" y="711591"/>
                </a:lnTo>
                <a:lnTo>
                  <a:pt x="1591061" y="714663"/>
                </a:lnTo>
                <a:lnTo>
                  <a:pt x="1591110" y="713317"/>
                </a:lnTo>
                <a:lnTo>
                  <a:pt x="1591072" y="714695"/>
                </a:lnTo>
                <a:lnTo>
                  <a:pt x="1591834" y="716907"/>
                </a:lnTo>
                <a:lnTo>
                  <a:pt x="1593122" y="720817"/>
                </a:lnTo>
                <a:lnTo>
                  <a:pt x="1593457" y="719866"/>
                </a:lnTo>
                <a:lnTo>
                  <a:pt x="1595044" y="710100"/>
                </a:lnTo>
                <a:lnTo>
                  <a:pt x="1595238" y="708341"/>
                </a:lnTo>
                <a:lnTo>
                  <a:pt x="1591736" y="696001"/>
                </a:lnTo>
                <a:lnTo>
                  <a:pt x="1591110" y="713317"/>
                </a:lnTo>
                <a:lnTo>
                  <a:pt x="1591599" y="695520"/>
                </a:lnTo>
                <a:close/>
                <a:moveTo>
                  <a:pt x="917343" y="2204682"/>
                </a:moveTo>
                <a:lnTo>
                  <a:pt x="918363" y="2206405"/>
                </a:lnTo>
                <a:lnTo>
                  <a:pt x="921346" y="2205040"/>
                </a:lnTo>
                <a:lnTo>
                  <a:pt x="924103" y="2202184"/>
                </a:lnTo>
                <a:lnTo>
                  <a:pt x="923282" y="2200553"/>
                </a:lnTo>
                <a:lnTo>
                  <a:pt x="923209" y="2200590"/>
                </a:lnTo>
                <a:close/>
                <a:moveTo>
                  <a:pt x="904370" y="2233621"/>
                </a:moveTo>
                <a:lnTo>
                  <a:pt x="906341" y="2233254"/>
                </a:lnTo>
                <a:lnTo>
                  <a:pt x="906043" y="2232798"/>
                </a:lnTo>
                <a:close/>
                <a:moveTo>
                  <a:pt x="1587159" y="704681"/>
                </a:moveTo>
                <a:lnTo>
                  <a:pt x="1586742" y="707087"/>
                </a:lnTo>
                <a:lnTo>
                  <a:pt x="1587662" y="710273"/>
                </a:lnTo>
                <a:lnTo>
                  <a:pt x="1589169" y="716401"/>
                </a:lnTo>
                <a:lnTo>
                  <a:pt x="1589698" y="712402"/>
                </a:lnTo>
                <a:lnTo>
                  <a:pt x="1589699" y="712394"/>
                </a:lnTo>
                <a:close/>
                <a:moveTo>
                  <a:pt x="902677" y="2237172"/>
                </a:moveTo>
                <a:lnTo>
                  <a:pt x="906284" y="2237773"/>
                </a:lnTo>
                <a:lnTo>
                  <a:pt x="904755" y="2235972"/>
                </a:lnTo>
                <a:close/>
                <a:moveTo>
                  <a:pt x="896759" y="2249557"/>
                </a:moveTo>
                <a:lnTo>
                  <a:pt x="912719" y="2243051"/>
                </a:lnTo>
                <a:lnTo>
                  <a:pt x="910417" y="2239515"/>
                </a:lnTo>
                <a:lnTo>
                  <a:pt x="908704" y="2239230"/>
                </a:lnTo>
                <a:close/>
                <a:moveTo>
                  <a:pt x="1559672" y="764385"/>
                </a:moveTo>
                <a:lnTo>
                  <a:pt x="1559494" y="765115"/>
                </a:lnTo>
                <a:lnTo>
                  <a:pt x="1559533" y="765697"/>
                </a:lnTo>
                <a:lnTo>
                  <a:pt x="1559583" y="765817"/>
                </a:lnTo>
                <a:close/>
                <a:moveTo>
                  <a:pt x="918819" y="2199252"/>
                </a:moveTo>
                <a:lnTo>
                  <a:pt x="920667" y="2198459"/>
                </a:lnTo>
                <a:lnTo>
                  <a:pt x="921135" y="2198216"/>
                </a:lnTo>
                <a:lnTo>
                  <a:pt x="920512" y="2197878"/>
                </a:lnTo>
                <a:close/>
                <a:moveTo>
                  <a:pt x="934284" y="2164273"/>
                </a:moveTo>
                <a:lnTo>
                  <a:pt x="935350" y="2165272"/>
                </a:lnTo>
                <a:lnTo>
                  <a:pt x="935710" y="2165102"/>
                </a:lnTo>
                <a:lnTo>
                  <a:pt x="935288" y="2164300"/>
                </a:lnTo>
                <a:lnTo>
                  <a:pt x="934592" y="2163862"/>
                </a:lnTo>
                <a:close/>
                <a:moveTo>
                  <a:pt x="1594668" y="685463"/>
                </a:moveTo>
                <a:lnTo>
                  <a:pt x="1594673" y="685581"/>
                </a:lnTo>
                <a:lnTo>
                  <a:pt x="1595958" y="688994"/>
                </a:lnTo>
                <a:lnTo>
                  <a:pt x="1596271" y="690100"/>
                </a:lnTo>
                <a:lnTo>
                  <a:pt x="1596269" y="689845"/>
                </a:lnTo>
                <a:lnTo>
                  <a:pt x="1596228" y="689609"/>
                </a:lnTo>
                <a:close/>
                <a:moveTo>
                  <a:pt x="1545612" y="795293"/>
                </a:moveTo>
                <a:lnTo>
                  <a:pt x="1545594" y="795369"/>
                </a:lnTo>
                <a:lnTo>
                  <a:pt x="1545630" y="796361"/>
                </a:lnTo>
                <a:lnTo>
                  <a:pt x="1546027" y="795382"/>
                </a:lnTo>
                <a:lnTo>
                  <a:pt x="1546141" y="794912"/>
                </a:lnTo>
                <a:lnTo>
                  <a:pt x="1546131" y="794830"/>
                </a:lnTo>
                <a:lnTo>
                  <a:pt x="1546063" y="794566"/>
                </a:lnTo>
                <a:close/>
                <a:moveTo>
                  <a:pt x="916594" y="2203415"/>
                </a:moveTo>
                <a:lnTo>
                  <a:pt x="917234" y="2204497"/>
                </a:lnTo>
                <a:lnTo>
                  <a:pt x="921692" y="2201295"/>
                </a:lnTo>
                <a:close/>
                <a:moveTo>
                  <a:pt x="1545921" y="794019"/>
                </a:moveTo>
                <a:lnTo>
                  <a:pt x="1545738" y="794773"/>
                </a:lnTo>
                <a:lnTo>
                  <a:pt x="1546007" y="794352"/>
                </a:lnTo>
                <a:close/>
                <a:moveTo>
                  <a:pt x="911406" y="2214533"/>
                </a:moveTo>
                <a:lnTo>
                  <a:pt x="920945" y="2215827"/>
                </a:lnTo>
                <a:lnTo>
                  <a:pt x="919210" y="2214635"/>
                </a:lnTo>
                <a:close/>
                <a:moveTo>
                  <a:pt x="885644" y="2272192"/>
                </a:moveTo>
                <a:lnTo>
                  <a:pt x="888004" y="2275458"/>
                </a:lnTo>
                <a:lnTo>
                  <a:pt x="903513" y="2266958"/>
                </a:lnTo>
                <a:lnTo>
                  <a:pt x="918185" y="2258653"/>
                </a:lnTo>
                <a:lnTo>
                  <a:pt x="900239" y="2258156"/>
                </a:lnTo>
                <a:close/>
                <a:moveTo>
                  <a:pt x="933115" y="2165831"/>
                </a:moveTo>
                <a:lnTo>
                  <a:pt x="933305" y="2166158"/>
                </a:lnTo>
                <a:lnTo>
                  <a:pt x="933753" y="2166028"/>
                </a:lnTo>
                <a:lnTo>
                  <a:pt x="934812" y="2165527"/>
                </a:lnTo>
                <a:lnTo>
                  <a:pt x="933949" y="2164719"/>
                </a:lnTo>
                <a:close/>
                <a:moveTo>
                  <a:pt x="931524" y="2168800"/>
                </a:moveTo>
                <a:lnTo>
                  <a:pt x="932187" y="2169269"/>
                </a:lnTo>
                <a:lnTo>
                  <a:pt x="933978" y="2168645"/>
                </a:lnTo>
                <a:lnTo>
                  <a:pt x="933607" y="2168023"/>
                </a:lnTo>
                <a:lnTo>
                  <a:pt x="932092" y="2168460"/>
                </a:lnTo>
                <a:close/>
                <a:moveTo>
                  <a:pt x="924932" y="2183432"/>
                </a:moveTo>
                <a:lnTo>
                  <a:pt x="925141" y="2183776"/>
                </a:lnTo>
                <a:lnTo>
                  <a:pt x="927608" y="2184615"/>
                </a:lnTo>
                <a:lnTo>
                  <a:pt x="928723" y="2184400"/>
                </a:lnTo>
                <a:lnTo>
                  <a:pt x="929050" y="2184076"/>
                </a:lnTo>
                <a:lnTo>
                  <a:pt x="928507" y="2183376"/>
                </a:lnTo>
                <a:close/>
                <a:moveTo>
                  <a:pt x="922478" y="2188896"/>
                </a:moveTo>
                <a:lnTo>
                  <a:pt x="922549" y="2188998"/>
                </a:lnTo>
                <a:lnTo>
                  <a:pt x="923241" y="2188813"/>
                </a:lnTo>
                <a:lnTo>
                  <a:pt x="924136" y="2188310"/>
                </a:lnTo>
                <a:lnTo>
                  <a:pt x="924476" y="2188061"/>
                </a:lnTo>
                <a:lnTo>
                  <a:pt x="924472" y="2188059"/>
                </a:lnTo>
                <a:close/>
                <a:moveTo>
                  <a:pt x="1585060" y="705177"/>
                </a:moveTo>
                <a:lnTo>
                  <a:pt x="1580821" y="721039"/>
                </a:lnTo>
                <a:lnTo>
                  <a:pt x="1582990" y="726171"/>
                </a:lnTo>
                <a:lnTo>
                  <a:pt x="1585952" y="708801"/>
                </a:lnTo>
                <a:close/>
                <a:moveTo>
                  <a:pt x="913392" y="2209043"/>
                </a:moveTo>
                <a:lnTo>
                  <a:pt x="915851" y="2210730"/>
                </a:lnTo>
                <a:lnTo>
                  <a:pt x="918835" y="2207640"/>
                </a:lnTo>
                <a:lnTo>
                  <a:pt x="918329" y="2206784"/>
                </a:lnTo>
                <a:close/>
                <a:moveTo>
                  <a:pt x="920196" y="2193534"/>
                </a:moveTo>
                <a:lnTo>
                  <a:pt x="921173" y="2195474"/>
                </a:lnTo>
                <a:lnTo>
                  <a:pt x="923613" y="2193855"/>
                </a:lnTo>
                <a:lnTo>
                  <a:pt x="922452" y="2192543"/>
                </a:lnTo>
                <a:lnTo>
                  <a:pt x="920947" y="2192790"/>
                </a:lnTo>
                <a:close/>
                <a:moveTo>
                  <a:pt x="904604" y="2228192"/>
                </a:moveTo>
                <a:lnTo>
                  <a:pt x="907030" y="2231754"/>
                </a:lnTo>
                <a:lnTo>
                  <a:pt x="908183" y="2231187"/>
                </a:lnTo>
                <a:lnTo>
                  <a:pt x="914313" y="2227857"/>
                </a:lnTo>
                <a:close/>
                <a:moveTo>
                  <a:pt x="932614" y="2164964"/>
                </a:moveTo>
                <a:lnTo>
                  <a:pt x="932863" y="2165394"/>
                </a:lnTo>
                <a:lnTo>
                  <a:pt x="933609" y="2164400"/>
                </a:lnTo>
                <a:lnTo>
                  <a:pt x="933584" y="2164377"/>
                </a:lnTo>
                <a:close/>
                <a:moveTo>
                  <a:pt x="1586052" y="701317"/>
                </a:moveTo>
                <a:lnTo>
                  <a:pt x="1585596" y="703120"/>
                </a:lnTo>
                <a:lnTo>
                  <a:pt x="1586430" y="706005"/>
                </a:lnTo>
                <a:lnTo>
                  <a:pt x="1586827" y="703672"/>
                </a:lnTo>
                <a:close/>
                <a:moveTo>
                  <a:pt x="919117" y="2194601"/>
                </a:moveTo>
                <a:lnTo>
                  <a:pt x="920725" y="2195473"/>
                </a:lnTo>
                <a:lnTo>
                  <a:pt x="919897" y="2193829"/>
                </a:lnTo>
                <a:close/>
                <a:moveTo>
                  <a:pt x="930079" y="2169880"/>
                </a:moveTo>
                <a:lnTo>
                  <a:pt x="930625" y="2169814"/>
                </a:lnTo>
                <a:lnTo>
                  <a:pt x="930982" y="2169689"/>
                </a:lnTo>
                <a:lnTo>
                  <a:pt x="930548" y="2169382"/>
                </a:lnTo>
                <a:lnTo>
                  <a:pt x="930374" y="2169487"/>
                </a:lnTo>
                <a:close/>
                <a:moveTo>
                  <a:pt x="921920" y="2188087"/>
                </a:moveTo>
                <a:lnTo>
                  <a:pt x="922238" y="2188548"/>
                </a:lnTo>
                <a:lnTo>
                  <a:pt x="923947" y="2187831"/>
                </a:lnTo>
                <a:lnTo>
                  <a:pt x="923767" y="2187753"/>
                </a:lnTo>
                <a:close/>
                <a:moveTo>
                  <a:pt x="1547814" y="786219"/>
                </a:moveTo>
                <a:lnTo>
                  <a:pt x="1547797" y="786289"/>
                </a:lnTo>
                <a:lnTo>
                  <a:pt x="1547895" y="787686"/>
                </a:lnTo>
                <a:lnTo>
                  <a:pt x="1548100" y="786842"/>
                </a:lnTo>
                <a:close/>
                <a:moveTo>
                  <a:pt x="928939" y="2171400"/>
                </a:moveTo>
                <a:lnTo>
                  <a:pt x="932610" y="2170842"/>
                </a:lnTo>
                <a:lnTo>
                  <a:pt x="932557" y="2170804"/>
                </a:lnTo>
                <a:lnTo>
                  <a:pt x="929069" y="2171225"/>
                </a:lnTo>
                <a:close/>
                <a:moveTo>
                  <a:pt x="1548209" y="784592"/>
                </a:moveTo>
                <a:lnTo>
                  <a:pt x="1548186" y="784687"/>
                </a:lnTo>
                <a:lnTo>
                  <a:pt x="1548482" y="785269"/>
                </a:lnTo>
                <a:lnTo>
                  <a:pt x="1548496" y="785210"/>
                </a:lnTo>
                <a:close/>
                <a:moveTo>
                  <a:pt x="919060" y="2193106"/>
                </a:moveTo>
                <a:lnTo>
                  <a:pt x="919070" y="2193099"/>
                </a:lnTo>
                <a:lnTo>
                  <a:pt x="919068" y="2193099"/>
                </a:lnTo>
                <a:close/>
                <a:moveTo>
                  <a:pt x="912233" y="2208247"/>
                </a:moveTo>
                <a:lnTo>
                  <a:pt x="913074" y="2208825"/>
                </a:lnTo>
                <a:lnTo>
                  <a:pt x="918159" y="2206498"/>
                </a:lnTo>
                <a:lnTo>
                  <a:pt x="917161" y="2204809"/>
                </a:lnTo>
                <a:close/>
                <a:moveTo>
                  <a:pt x="918431" y="2194228"/>
                </a:moveTo>
                <a:lnTo>
                  <a:pt x="918664" y="2194355"/>
                </a:lnTo>
                <a:lnTo>
                  <a:pt x="919640" y="2193389"/>
                </a:lnTo>
                <a:close/>
                <a:moveTo>
                  <a:pt x="927139" y="2173799"/>
                </a:moveTo>
                <a:lnTo>
                  <a:pt x="928294" y="2174363"/>
                </a:lnTo>
                <a:lnTo>
                  <a:pt x="935510" y="2172861"/>
                </a:lnTo>
                <a:lnTo>
                  <a:pt x="934930" y="2172485"/>
                </a:lnTo>
                <a:lnTo>
                  <a:pt x="933984" y="2171814"/>
                </a:lnTo>
                <a:lnTo>
                  <a:pt x="927939" y="2172733"/>
                </a:lnTo>
                <a:close/>
                <a:moveTo>
                  <a:pt x="1615303" y="632676"/>
                </a:moveTo>
                <a:lnTo>
                  <a:pt x="1613264" y="654394"/>
                </a:lnTo>
                <a:lnTo>
                  <a:pt x="1611573" y="663812"/>
                </a:lnTo>
                <a:lnTo>
                  <a:pt x="1616834" y="679095"/>
                </a:lnTo>
                <a:lnTo>
                  <a:pt x="1618196" y="683229"/>
                </a:lnTo>
                <a:close/>
                <a:moveTo>
                  <a:pt x="914960" y="2200651"/>
                </a:moveTo>
                <a:lnTo>
                  <a:pt x="915081" y="2200855"/>
                </a:lnTo>
                <a:lnTo>
                  <a:pt x="917551" y="2199796"/>
                </a:lnTo>
                <a:lnTo>
                  <a:pt x="919116" y="2198525"/>
                </a:lnTo>
                <a:close/>
                <a:moveTo>
                  <a:pt x="1589827" y="689275"/>
                </a:moveTo>
                <a:lnTo>
                  <a:pt x="1587315" y="703780"/>
                </a:lnTo>
                <a:lnTo>
                  <a:pt x="1589821" y="711061"/>
                </a:lnTo>
                <a:lnTo>
                  <a:pt x="1591334" y="694586"/>
                </a:lnTo>
                <a:close/>
                <a:moveTo>
                  <a:pt x="914795" y="2200373"/>
                </a:moveTo>
                <a:lnTo>
                  <a:pt x="914898" y="2200547"/>
                </a:lnTo>
                <a:lnTo>
                  <a:pt x="919225" y="2198335"/>
                </a:lnTo>
                <a:lnTo>
                  <a:pt x="919588" y="2198142"/>
                </a:lnTo>
                <a:lnTo>
                  <a:pt x="920153" y="2197683"/>
                </a:lnTo>
                <a:lnTo>
                  <a:pt x="919665" y="2197418"/>
                </a:lnTo>
                <a:close/>
                <a:moveTo>
                  <a:pt x="898549" y="2236484"/>
                </a:moveTo>
                <a:lnTo>
                  <a:pt x="902297" y="2237109"/>
                </a:lnTo>
                <a:lnTo>
                  <a:pt x="904571" y="2235755"/>
                </a:lnTo>
                <a:lnTo>
                  <a:pt x="904018" y="2235104"/>
                </a:lnTo>
                <a:lnTo>
                  <a:pt x="899734" y="2235901"/>
                </a:lnTo>
                <a:close/>
                <a:moveTo>
                  <a:pt x="931394" y="2162855"/>
                </a:moveTo>
                <a:lnTo>
                  <a:pt x="931603" y="2163216"/>
                </a:lnTo>
                <a:lnTo>
                  <a:pt x="931975" y="2162992"/>
                </a:lnTo>
                <a:close/>
                <a:moveTo>
                  <a:pt x="889120" y="2257347"/>
                </a:moveTo>
                <a:lnTo>
                  <a:pt x="897195" y="2257571"/>
                </a:lnTo>
                <a:lnTo>
                  <a:pt x="901962" y="2255932"/>
                </a:lnTo>
                <a:lnTo>
                  <a:pt x="907859" y="2250261"/>
                </a:lnTo>
                <a:close/>
                <a:moveTo>
                  <a:pt x="1566777" y="739941"/>
                </a:moveTo>
                <a:lnTo>
                  <a:pt x="1566920" y="751403"/>
                </a:lnTo>
                <a:lnTo>
                  <a:pt x="1568008" y="753299"/>
                </a:lnTo>
                <a:lnTo>
                  <a:pt x="1569136" y="750255"/>
                </a:lnTo>
                <a:lnTo>
                  <a:pt x="1567736" y="738783"/>
                </a:lnTo>
                <a:lnTo>
                  <a:pt x="1567669" y="738293"/>
                </a:lnTo>
                <a:close/>
                <a:moveTo>
                  <a:pt x="915464" y="2198217"/>
                </a:moveTo>
                <a:lnTo>
                  <a:pt x="918739" y="2196915"/>
                </a:lnTo>
                <a:lnTo>
                  <a:pt x="917473" y="2196228"/>
                </a:lnTo>
                <a:close/>
                <a:moveTo>
                  <a:pt x="1564345" y="744427"/>
                </a:moveTo>
                <a:lnTo>
                  <a:pt x="1566337" y="750386"/>
                </a:lnTo>
                <a:lnTo>
                  <a:pt x="1566710" y="751038"/>
                </a:lnTo>
                <a:lnTo>
                  <a:pt x="1566575" y="740311"/>
                </a:lnTo>
                <a:close/>
                <a:moveTo>
                  <a:pt x="926893" y="2171711"/>
                </a:moveTo>
                <a:lnTo>
                  <a:pt x="928284" y="2171499"/>
                </a:lnTo>
                <a:lnTo>
                  <a:pt x="928432" y="2171302"/>
                </a:lnTo>
                <a:lnTo>
                  <a:pt x="927872" y="2171370"/>
                </a:lnTo>
                <a:close/>
                <a:moveTo>
                  <a:pt x="1592822" y="680564"/>
                </a:moveTo>
                <a:lnTo>
                  <a:pt x="1592816" y="680647"/>
                </a:lnTo>
                <a:lnTo>
                  <a:pt x="1594511" y="685152"/>
                </a:lnTo>
                <a:lnTo>
                  <a:pt x="1594506" y="685038"/>
                </a:lnTo>
                <a:close/>
                <a:moveTo>
                  <a:pt x="917139" y="2193528"/>
                </a:moveTo>
                <a:lnTo>
                  <a:pt x="917841" y="2193908"/>
                </a:lnTo>
                <a:lnTo>
                  <a:pt x="918806" y="2193142"/>
                </a:lnTo>
                <a:lnTo>
                  <a:pt x="917419" y="2193370"/>
                </a:lnTo>
                <a:close/>
                <a:moveTo>
                  <a:pt x="928963" y="2166987"/>
                </a:moveTo>
                <a:lnTo>
                  <a:pt x="928995" y="2167010"/>
                </a:lnTo>
                <a:lnTo>
                  <a:pt x="932112" y="2166395"/>
                </a:lnTo>
                <a:lnTo>
                  <a:pt x="932424" y="2165979"/>
                </a:lnTo>
                <a:lnTo>
                  <a:pt x="932038" y="2165312"/>
                </a:lnTo>
                <a:lnTo>
                  <a:pt x="930915" y="2165991"/>
                </a:lnTo>
                <a:close/>
                <a:moveTo>
                  <a:pt x="1573307" y="724163"/>
                </a:moveTo>
                <a:lnTo>
                  <a:pt x="1573180" y="727672"/>
                </a:lnTo>
                <a:lnTo>
                  <a:pt x="1573439" y="728365"/>
                </a:lnTo>
                <a:close/>
                <a:moveTo>
                  <a:pt x="1563654" y="745704"/>
                </a:moveTo>
                <a:lnTo>
                  <a:pt x="1564430" y="747058"/>
                </a:lnTo>
                <a:lnTo>
                  <a:pt x="1564612" y="746545"/>
                </a:lnTo>
                <a:lnTo>
                  <a:pt x="1564734" y="746821"/>
                </a:lnTo>
                <a:lnTo>
                  <a:pt x="1564567" y="747294"/>
                </a:lnTo>
                <a:lnTo>
                  <a:pt x="1565966" y="749735"/>
                </a:lnTo>
                <a:lnTo>
                  <a:pt x="1564249" y="744604"/>
                </a:lnTo>
                <a:close/>
                <a:moveTo>
                  <a:pt x="1589439" y="687907"/>
                </a:moveTo>
                <a:lnTo>
                  <a:pt x="1586227" y="700621"/>
                </a:lnTo>
                <a:lnTo>
                  <a:pt x="1586976" y="702797"/>
                </a:lnTo>
                <a:lnTo>
                  <a:pt x="1589486" y="688075"/>
                </a:lnTo>
                <a:close/>
                <a:moveTo>
                  <a:pt x="914238" y="2199431"/>
                </a:moveTo>
                <a:lnTo>
                  <a:pt x="914428" y="2199751"/>
                </a:lnTo>
                <a:lnTo>
                  <a:pt x="916369" y="2198573"/>
                </a:lnTo>
                <a:lnTo>
                  <a:pt x="914254" y="2199415"/>
                </a:lnTo>
                <a:close/>
                <a:moveTo>
                  <a:pt x="902528" y="2225141"/>
                </a:moveTo>
                <a:lnTo>
                  <a:pt x="904512" y="2228057"/>
                </a:lnTo>
                <a:lnTo>
                  <a:pt x="914585" y="2227709"/>
                </a:lnTo>
                <a:lnTo>
                  <a:pt x="927799" y="2220531"/>
                </a:lnTo>
                <a:lnTo>
                  <a:pt x="923993" y="2217918"/>
                </a:lnTo>
                <a:lnTo>
                  <a:pt x="922398" y="2218521"/>
                </a:lnTo>
                <a:close/>
                <a:moveTo>
                  <a:pt x="897520" y="2236313"/>
                </a:moveTo>
                <a:lnTo>
                  <a:pt x="897700" y="2236343"/>
                </a:lnTo>
                <a:lnTo>
                  <a:pt x="897908" y="2236241"/>
                </a:lnTo>
                <a:close/>
                <a:moveTo>
                  <a:pt x="925662" y="2173078"/>
                </a:moveTo>
                <a:lnTo>
                  <a:pt x="926715" y="2173592"/>
                </a:lnTo>
                <a:lnTo>
                  <a:pt x="927285" y="2172832"/>
                </a:lnTo>
                <a:close/>
                <a:moveTo>
                  <a:pt x="907299" y="2213976"/>
                </a:moveTo>
                <a:lnTo>
                  <a:pt x="908184" y="2214095"/>
                </a:lnTo>
                <a:lnTo>
                  <a:pt x="918623" y="2214233"/>
                </a:lnTo>
                <a:lnTo>
                  <a:pt x="915790" y="2212288"/>
                </a:lnTo>
                <a:lnTo>
                  <a:pt x="914295" y="2212585"/>
                </a:lnTo>
                <a:lnTo>
                  <a:pt x="914151" y="2212735"/>
                </a:lnTo>
                <a:lnTo>
                  <a:pt x="913906" y="2212746"/>
                </a:lnTo>
                <a:lnTo>
                  <a:pt x="914005" y="2212643"/>
                </a:lnTo>
                <a:close/>
                <a:moveTo>
                  <a:pt x="913099" y="2200557"/>
                </a:moveTo>
                <a:lnTo>
                  <a:pt x="914238" y="2199866"/>
                </a:lnTo>
                <a:lnTo>
                  <a:pt x="914075" y="2199591"/>
                </a:lnTo>
                <a:close/>
                <a:moveTo>
                  <a:pt x="887891" y="2256989"/>
                </a:moveTo>
                <a:lnTo>
                  <a:pt x="909268" y="2248906"/>
                </a:lnTo>
                <a:lnTo>
                  <a:pt x="909306" y="2248870"/>
                </a:lnTo>
                <a:lnTo>
                  <a:pt x="910115" y="2248070"/>
                </a:lnTo>
                <a:lnTo>
                  <a:pt x="895730" y="2250446"/>
                </a:lnTo>
                <a:lnTo>
                  <a:pt x="891321" y="2254258"/>
                </a:lnTo>
                <a:lnTo>
                  <a:pt x="889046" y="2256070"/>
                </a:lnTo>
                <a:lnTo>
                  <a:pt x="889243" y="2256242"/>
                </a:lnTo>
                <a:lnTo>
                  <a:pt x="888958" y="2256227"/>
                </a:lnTo>
                <a:lnTo>
                  <a:pt x="888906" y="2256181"/>
                </a:lnTo>
                <a:close/>
                <a:moveTo>
                  <a:pt x="912412" y="2201818"/>
                </a:moveTo>
                <a:lnTo>
                  <a:pt x="914701" y="2200648"/>
                </a:lnTo>
                <a:lnTo>
                  <a:pt x="914605" y="2200488"/>
                </a:lnTo>
                <a:close/>
                <a:moveTo>
                  <a:pt x="1592340" y="679282"/>
                </a:moveTo>
                <a:lnTo>
                  <a:pt x="1592337" y="679374"/>
                </a:lnTo>
                <a:lnTo>
                  <a:pt x="1592654" y="680215"/>
                </a:lnTo>
                <a:lnTo>
                  <a:pt x="1592661" y="680133"/>
                </a:lnTo>
                <a:close/>
                <a:moveTo>
                  <a:pt x="1574893" y="718245"/>
                </a:moveTo>
                <a:lnTo>
                  <a:pt x="1575351" y="732878"/>
                </a:lnTo>
                <a:lnTo>
                  <a:pt x="1575553" y="732310"/>
                </a:lnTo>
                <a:lnTo>
                  <a:pt x="1575544" y="723147"/>
                </a:lnTo>
                <a:close/>
                <a:moveTo>
                  <a:pt x="908218" y="2211047"/>
                </a:moveTo>
                <a:lnTo>
                  <a:pt x="911675" y="2209465"/>
                </a:lnTo>
                <a:lnTo>
                  <a:pt x="911075" y="2209053"/>
                </a:lnTo>
                <a:close/>
                <a:moveTo>
                  <a:pt x="911853" y="2202240"/>
                </a:moveTo>
                <a:lnTo>
                  <a:pt x="914875" y="2200943"/>
                </a:lnTo>
                <a:lnTo>
                  <a:pt x="914762" y="2200752"/>
                </a:lnTo>
                <a:close/>
                <a:moveTo>
                  <a:pt x="917825" y="2188826"/>
                </a:moveTo>
                <a:lnTo>
                  <a:pt x="918462" y="2190091"/>
                </a:lnTo>
                <a:lnTo>
                  <a:pt x="918732" y="2190019"/>
                </a:lnTo>
                <a:lnTo>
                  <a:pt x="919978" y="2189496"/>
                </a:lnTo>
                <a:lnTo>
                  <a:pt x="919328" y="2188555"/>
                </a:lnTo>
                <a:close/>
                <a:moveTo>
                  <a:pt x="927044" y="2167965"/>
                </a:moveTo>
                <a:lnTo>
                  <a:pt x="928111" y="2167657"/>
                </a:lnTo>
                <a:lnTo>
                  <a:pt x="927987" y="2167569"/>
                </a:lnTo>
                <a:lnTo>
                  <a:pt x="927745" y="2167607"/>
                </a:lnTo>
                <a:close/>
                <a:moveTo>
                  <a:pt x="909796" y="2206575"/>
                </a:moveTo>
                <a:lnTo>
                  <a:pt x="912087" y="2208147"/>
                </a:lnTo>
                <a:lnTo>
                  <a:pt x="914389" y="2206541"/>
                </a:lnTo>
                <a:lnTo>
                  <a:pt x="917053" y="2204627"/>
                </a:lnTo>
                <a:lnTo>
                  <a:pt x="916387" y="2203501"/>
                </a:lnTo>
                <a:lnTo>
                  <a:pt x="910639" y="2205891"/>
                </a:lnTo>
                <a:close/>
                <a:moveTo>
                  <a:pt x="913276" y="2197804"/>
                </a:moveTo>
                <a:lnTo>
                  <a:pt x="913891" y="2198843"/>
                </a:lnTo>
                <a:lnTo>
                  <a:pt x="914293" y="2198683"/>
                </a:lnTo>
                <a:lnTo>
                  <a:pt x="917020" y="2195983"/>
                </a:lnTo>
                <a:lnTo>
                  <a:pt x="916393" y="2195642"/>
                </a:lnTo>
                <a:close/>
                <a:moveTo>
                  <a:pt x="1591907" y="678133"/>
                </a:moveTo>
                <a:lnTo>
                  <a:pt x="1591892" y="678193"/>
                </a:lnTo>
                <a:lnTo>
                  <a:pt x="1592063" y="678647"/>
                </a:lnTo>
                <a:lnTo>
                  <a:pt x="1592065" y="678554"/>
                </a:lnTo>
                <a:close/>
                <a:moveTo>
                  <a:pt x="925090" y="2170481"/>
                </a:moveTo>
                <a:lnTo>
                  <a:pt x="928100" y="2170118"/>
                </a:lnTo>
                <a:lnTo>
                  <a:pt x="929739" y="2169139"/>
                </a:lnTo>
                <a:close/>
                <a:moveTo>
                  <a:pt x="1563128" y="741249"/>
                </a:moveTo>
                <a:lnTo>
                  <a:pt x="1563014" y="744588"/>
                </a:lnTo>
                <a:lnTo>
                  <a:pt x="1563544" y="745511"/>
                </a:lnTo>
                <a:lnTo>
                  <a:pt x="1564168" y="744361"/>
                </a:lnTo>
                <a:close/>
                <a:moveTo>
                  <a:pt x="917583" y="2186542"/>
                </a:moveTo>
                <a:lnTo>
                  <a:pt x="917897" y="2186481"/>
                </a:lnTo>
                <a:lnTo>
                  <a:pt x="917768" y="2186295"/>
                </a:lnTo>
                <a:close/>
                <a:moveTo>
                  <a:pt x="1593360" y="672382"/>
                </a:moveTo>
                <a:lnTo>
                  <a:pt x="1592917" y="674133"/>
                </a:lnTo>
                <a:lnTo>
                  <a:pt x="1593162" y="674664"/>
                </a:lnTo>
                <a:lnTo>
                  <a:pt x="1593287" y="673308"/>
                </a:lnTo>
                <a:close/>
                <a:moveTo>
                  <a:pt x="886754" y="2254058"/>
                </a:moveTo>
                <a:lnTo>
                  <a:pt x="888075" y="2255217"/>
                </a:lnTo>
                <a:lnTo>
                  <a:pt x="891788" y="2252007"/>
                </a:lnTo>
                <a:close/>
                <a:moveTo>
                  <a:pt x="900902" y="2222104"/>
                </a:moveTo>
                <a:lnTo>
                  <a:pt x="902002" y="2224341"/>
                </a:lnTo>
                <a:lnTo>
                  <a:pt x="918200" y="2218216"/>
                </a:lnTo>
                <a:close/>
                <a:moveTo>
                  <a:pt x="923295" y="2171921"/>
                </a:moveTo>
                <a:lnTo>
                  <a:pt x="923819" y="2172178"/>
                </a:lnTo>
                <a:lnTo>
                  <a:pt x="923865" y="2172170"/>
                </a:lnTo>
                <a:lnTo>
                  <a:pt x="925259" y="2171685"/>
                </a:lnTo>
                <a:close/>
                <a:moveTo>
                  <a:pt x="922070" y="2174443"/>
                </a:moveTo>
                <a:lnTo>
                  <a:pt x="922883" y="2175491"/>
                </a:lnTo>
                <a:lnTo>
                  <a:pt x="925737" y="2174897"/>
                </a:lnTo>
                <a:lnTo>
                  <a:pt x="925859" y="2174734"/>
                </a:lnTo>
                <a:lnTo>
                  <a:pt x="923508" y="2173586"/>
                </a:lnTo>
                <a:close/>
                <a:moveTo>
                  <a:pt x="912343" y="2196224"/>
                </a:moveTo>
                <a:lnTo>
                  <a:pt x="912989" y="2197318"/>
                </a:lnTo>
                <a:lnTo>
                  <a:pt x="915838" y="2195342"/>
                </a:lnTo>
                <a:lnTo>
                  <a:pt x="914859" y="2194810"/>
                </a:lnTo>
                <a:close/>
                <a:moveTo>
                  <a:pt x="904554" y="2213603"/>
                </a:moveTo>
                <a:lnTo>
                  <a:pt x="904920" y="2213652"/>
                </a:lnTo>
                <a:lnTo>
                  <a:pt x="914433" y="2211358"/>
                </a:lnTo>
                <a:lnTo>
                  <a:pt x="911993" y="2209683"/>
                </a:lnTo>
                <a:lnTo>
                  <a:pt x="906702" y="2212105"/>
                </a:lnTo>
                <a:close/>
                <a:moveTo>
                  <a:pt x="1594177" y="669143"/>
                </a:moveTo>
                <a:lnTo>
                  <a:pt x="1593509" y="671789"/>
                </a:lnTo>
                <a:lnTo>
                  <a:pt x="1593266" y="674889"/>
                </a:lnTo>
                <a:lnTo>
                  <a:pt x="1594097" y="676686"/>
                </a:lnTo>
                <a:lnTo>
                  <a:pt x="1593929" y="673242"/>
                </a:lnTo>
                <a:lnTo>
                  <a:pt x="1594077" y="673413"/>
                </a:lnTo>
                <a:lnTo>
                  <a:pt x="1594254" y="677024"/>
                </a:lnTo>
                <a:lnTo>
                  <a:pt x="1595410" y="679524"/>
                </a:lnTo>
                <a:lnTo>
                  <a:pt x="1596180" y="681570"/>
                </a:lnTo>
                <a:lnTo>
                  <a:pt x="1596142" y="678030"/>
                </a:lnTo>
                <a:close/>
                <a:moveTo>
                  <a:pt x="1562571" y="739580"/>
                </a:moveTo>
                <a:lnTo>
                  <a:pt x="1562564" y="741316"/>
                </a:lnTo>
                <a:lnTo>
                  <a:pt x="1562618" y="739719"/>
                </a:lnTo>
                <a:close/>
                <a:moveTo>
                  <a:pt x="1542253" y="784654"/>
                </a:moveTo>
                <a:lnTo>
                  <a:pt x="1542427" y="785375"/>
                </a:lnTo>
                <a:lnTo>
                  <a:pt x="1543166" y="783411"/>
                </a:lnTo>
                <a:lnTo>
                  <a:pt x="1543098" y="783146"/>
                </a:lnTo>
                <a:close/>
                <a:moveTo>
                  <a:pt x="914032" y="2191275"/>
                </a:moveTo>
                <a:lnTo>
                  <a:pt x="918068" y="2190196"/>
                </a:lnTo>
                <a:lnTo>
                  <a:pt x="917415" y="2188900"/>
                </a:lnTo>
                <a:lnTo>
                  <a:pt x="915563" y="2189235"/>
                </a:lnTo>
                <a:close/>
                <a:moveTo>
                  <a:pt x="1561469" y="741143"/>
                </a:moveTo>
                <a:lnTo>
                  <a:pt x="1561419" y="741803"/>
                </a:lnTo>
                <a:lnTo>
                  <a:pt x="1561466" y="741886"/>
                </a:lnTo>
                <a:close/>
                <a:moveTo>
                  <a:pt x="921501" y="2173710"/>
                </a:moveTo>
                <a:lnTo>
                  <a:pt x="921685" y="2173947"/>
                </a:lnTo>
                <a:lnTo>
                  <a:pt x="922281" y="2173592"/>
                </a:lnTo>
                <a:close/>
                <a:moveTo>
                  <a:pt x="920775" y="2175217"/>
                </a:moveTo>
                <a:lnTo>
                  <a:pt x="921072" y="2175868"/>
                </a:lnTo>
                <a:lnTo>
                  <a:pt x="922456" y="2175580"/>
                </a:lnTo>
                <a:lnTo>
                  <a:pt x="921731" y="2174646"/>
                </a:lnTo>
                <a:close/>
                <a:moveTo>
                  <a:pt x="903685" y="2213485"/>
                </a:moveTo>
                <a:lnTo>
                  <a:pt x="904313" y="2213570"/>
                </a:lnTo>
                <a:lnTo>
                  <a:pt x="905865" y="2212487"/>
                </a:lnTo>
                <a:close/>
                <a:moveTo>
                  <a:pt x="1593835" y="667631"/>
                </a:moveTo>
                <a:lnTo>
                  <a:pt x="1593649" y="669996"/>
                </a:lnTo>
                <a:lnTo>
                  <a:pt x="1594031" y="668483"/>
                </a:lnTo>
                <a:lnTo>
                  <a:pt x="1593974" y="668223"/>
                </a:lnTo>
                <a:close/>
                <a:moveTo>
                  <a:pt x="1574647" y="710427"/>
                </a:moveTo>
                <a:lnTo>
                  <a:pt x="1574748" y="713666"/>
                </a:lnTo>
                <a:lnTo>
                  <a:pt x="1575541" y="719622"/>
                </a:lnTo>
                <a:lnTo>
                  <a:pt x="1575534" y="712646"/>
                </a:lnTo>
                <a:close/>
                <a:moveTo>
                  <a:pt x="908946" y="2200808"/>
                </a:moveTo>
                <a:lnTo>
                  <a:pt x="913682" y="2198925"/>
                </a:lnTo>
                <a:lnTo>
                  <a:pt x="913094" y="2197931"/>
                </a:lnTo>
                <a:lnTo>
                  <a:pt x="912121" y="2198606"/>
                </a:lnTo>
                <a:lnTo>
                  <a:pt x="910998" y="2199496"/>
                </a:lnTo>
                <a:lnTo>
                  <a:pt x="910857" y="2199482"/>
                </a:lnTo>
                <a:close/>
                <a:moveTo>
                  <a:pt x="897254" y="2226898"/>
                </a:moveTo>
                <a:lnTo>
                  <a:pt x="897908" y="2227703"/>
                </a:lnTo>
                <a:lnTo>
                  <a:pt x="903020" y="2233726"/>
                </a:lnTo>
                <a:lnTo>
                  <a:pt x="905768" y="2232375"/>
                </a:lnTo>
                <a:lnTo>
                  <a:pt x="901320" y="2225543"/>
                </a:lnTo>
                <a:close/>
                <a:moveTo>
                  <a:pt x="880280" y="2264775"/>
                </a:moveTo>
                <a:lnTo>
                  <a:pt x="885402" y="2271858"/>
                </a:lnTo>
                <a:lnTo>
                  <a:pt x="899667" y="2258140"/>
                </a:lnTo>
                <a:lnTo>
                  <a:pt x="899582" y="2258138"/>
                </a:lnTo>
                <a:close/>
                <a:moveTo>
                  <a:pt x="1595971" y="662041"/>
                </a:moveTo>
                <a:lnTo>
                  <a:pt x="1594330" y="668538"/>
                </a:lnTo>
                <a:lnTo>
                  <a:pt x="1596122" y="676154"/>
                </a:lnTo>
                <a:close/>
                <a:moveTo>
                  <a:pt x="911452" y="2194717"/>
                </a:moveTo>
                <a:lnTo>
                  <a:pt x="911773" y="2195262"/>
                </a:lnTo>
                <a:lnTo>
                  <a:pt x="913698" y="2194179"/>
                </a:lnTo>
                <a:lnTo>
                  <a:pt x="913419" y="2194028"/>
                </a:lnTo>
                <a:lnTo>
                  <a:pt x="912708" y="2194145"/>
                </a:lnTo>
                <a:lnTo>
                  <a:pt x="911821" y="2194225"/>
                </a:lnTo>
                <a:close/>
                <a:moveTo>
                  <a:pt x="1616990" y="614702"/>
                </a:moveTo>
                <a:lnTo>
                  <a:pt x="1616649" y="618714"/>
                </a:lnTo>
                <a:lnTo>
                  <a:pt x="1616510" y="619817"/>
                </a:lnTo>
                <a:close/>
                <a:moveTo>
                  <a:pt x="1593621" y="666721"/>
                </a:moveTo>
                <a:lnTo>
                  <a:pt x="1592557" y="673354"/>
                </a:lnTo>
                <a:lnTo>
                  <a:pt x="1592716" y="673696"/>
                </a:lnTo>
                <a:lnTo>
                  <a:pt x="1593500" y="670588"/>
                </a:lnTo>
                <a:lnTo>
                  <a:pt x="1593757" y="667301"/>
                </a:lnTo>
                <a:close/>
                <a:moveTo>
                  <a:pt x="904993" y="2208581"/>
                </a:moveTo>
                <a:lnTo>
                  <a:pt x="905424" y="2209637"/>
                </a:lnTo>
                <a:lnTo>
                  <a:pt x="908403" y="2207219"/>
                </a:lnTo>
                <a:lnTo>
                  <a:pt x="908041" y="2206971"/>
                </a:lnTo>
                <a:lnTo>
                  <a:pt x="905590" y="2207990"/>
                </a:lnTo>
                <a:close/>
                <a:moveTo>
                  <a:pt x="902514" y="2214021"/>
                </a:moveTo>
                <a:lnTo>
                  <a:pt x="903347" y="2214032"/>
                </a:lnTo>
                <a:lnTo>
                  <a:pt x="903413" y="2214016"/>
                </a:lnTo>
                <a:lnTo>
                  <a:pt x="902772" y="2213903"/>
                </a:lnTo>
                <a:close/>
                <a:moveTo>
                  <a:pt x="910511" y="2195971"/>
                </a:moveTo>
                <a:lnTo>
                  <a:pt x="911580" y="2195370"/>
                </a:lnTo>
                <a:lnTo>
                  <a:pt x="911307" y="2194909"/>
                </a:lnTo>
                <a:close/>
                <a:moveTo>
                  <a:pt x="911193" y="2194281"/>
                </a:moveTo>
                <a:lnTo>
                  <a:pt x="911196" y="2194285"/>
                </a:lnTo>
                <a:lnTo>
                  <a:pt x="911200" y="2194280"/>
                </a:lnTo>
                <a:close/>
                <a:moveTo>
                  <a:pt x="920181" y="2173911"/>
                </a:moveTo>
                <a:lnTo>
                  <a:pt x="920515" y="2174646"/>
                </a:lnTo>
                <a:lnTo>
                  <a:pt x="921346" y="2174150"/>
                </a:lnTo>
                <a:lnTo>
                  <a:pt x="921057" y="2173778"/>
                </a:lnTo>
                <a:close/>
                <a:moveTo>
                  <a:pt x="915491" y="2184190"/>
                </a:moveTo>
                <a:lnTo>
                  <a:pt x="916755" y="2186701"/>
                </a:lnTo>
                <a:lnTo>
                  <a:pt x="916905" y="2186672"/>
                </a:lnTo>
                <a:lnTo>
                  <a:pt x="917490" y="2185892"/>
                </a:lnTo>
                <a:lnTo>
                  <a:pt x="916626" y="2184640"/>
                </a:lnTo>
                <a:lnTo>
                  <a:pt x="915559" y="2184176"/>
                </a:lnTo>
                <a:close/>
                <a:moveTo>
                  <a:pt x="1593976" y="664505"/>
                </a:moveTo>
                <a:lnTo>
                  <a:pt x="1593735" y="666007"/>
                </a:lnTo>
                <a:lnTo>
                  <a:pt x="1593827" y="666401"/>
                </a:lnTo>
                <a:close/>
                <a:moveTo>
                  <a:pt x="884711" y="2252267"/>
                </a:moveTo>
                <a:lnTo>
                  <a:pt x="886425" y="2253770"/>
                </a:lnTo>
                <a:lnTo>
                  <a:pt x="892714" y="2251206"/>
                </a:lnTo>
                <a:lnTo>
                  <a:pt x="893088" y="2250882"/>
                </a:lnTo>
                <a:close/>
                <a:moveTo>
                  <a:pt x="920385" y="2172273"/>
                </a:moveTo>
                <a:lnTo>
                  <a:pt x="920680" y="2172654"/>
                </a:lnTo>
                <a:lnTo>
                  <a:pt x="921382" y="2172548"/>
                </a:lnTo>
                <a:lnTo>
                  <a:pt x="920734" y="2172231"/>
                </a:lnTo>
                <a:close/>
                <a:moveTo>
                  <a:pt x="901533" y="2214470"/>
                </a:moveTo>
                <a:lnTo>
                  <a:pt x="901797" y="2214406"/>
                </a:lnTo>
                <a:lnTo>
                  <a:pt x="901676" y="2214405"/>
                </a:lnTo>
                <a:close/>
                <a:moveTo>
                  <a:pt x="924217" y="2163627"/>
                </a:moveTo>
                <a:lnTo>
                  <a:pt x="927308" y="2165815"/>
                </a:lnTo>
                <a:lnTo>
                  <a:pt x="931027" y="2163565"/>
                </a:lnTo>
                <a:lnTo>
                  <a:pt x="930494" y="2162644"/>
                </a:lnTo>
                <a:lnTo>
                  <a:pt x="929968" y="2162520"/>
                </a:lnTo>
                <a:lnTo>
                  <a:pt x="928080" y="2162274"/>
                </a:lnTo>
                <a:close/>
                <a:moveTo>
                  <a:pt x="879534" y="2263644"/>
                </a:moveTo>
                <a:lnTo>
                  <a:pt x="895846" y="2258035"/>
                </a:lnTo>
                <a:lnTo>
                  <a:pt x="887885" y="2257814"/>
                </a:lnTo>
                <a:lnTo>
                  <a:pt x="885924" y="2258555"/>
                </a:lnTo>
                <a:close/>
                <a:moveTo>
                  <a:pt x="1562883" y="731953"/>
                </a:moveTo>
                <a:lnTo>
                  <a:pt x="1562601" y="732905"/>
                </a:lnTo>
                <a:lnTo>
                  <a:pt x="1562574" y="739125"/>
                </a:lnTo>
                <a:lnTo>
                  <a:pt x="1562632" y="739300"/>
                </a:lnTo>
                <a:close/>
                <a:moveTo>
                  <a:pt x="919485" y="2172381"/>
                </a:moveTo>
                <a:lnTo>
                  <a:pt x="919678" y="2172806"/>
                </a:lnTo>
                <a:lnTo>
                  <a:pt x="920237" y="2172721"/>
                </a:lnTo>
                <a:lnTo>
                  <a:pt x="919932" y="2172328"/>
                </a:lnTo>
                <a:close/>
                <a:moveTo>
                  <a:pt x="905935" y="2202006"/>
                </a:moveTo>
                <a:lnTo>
                  <a:pt x="906629" y="2201730"/>
                </a:lnTo>
                <a:lnTo>
                  <a:pt x="912806" y="2197445"/>
                </a:lnTo>
                <a:lnTo>
                  <a:pt x="912149" y="2196334"/>
                </a:lnTo>
                <a:lnTo>
                  <a:pt x="908847" y="2198190"/>
                </a:lnTo>
                <a:lnTo>
                  <a:pt x="907717" y="2199697"/>
                </a:lnTo>
                <a:close/>
                <a:moveTo>
                  <a:pt x="905190" y="2203413"/>
                </a:moveTo>
                <a:lnTo>
                  <a:pt x="906693" y="2204445"/>
                </a:lnTo>
                <a:lnTo>
                  <a:pt x="911288" y="2201656"/>
                </a:lnTo>
                <a:lnTo>
                  <a:pt x="913083" y="2199880"/>
                </a:lnTo>
                <a:lnTo>
                  <a:pt x="906528" y="2202486"/>
                </a:lnTo>
                <a:close/>
                <a:moveTo>
                  <a:pt x="1541744" y="777933"/>
                </a:moveTo>
                <a:lnTo>
                  <a:pt x="1541077" y="779758"/>
                </a:lnTo>
                <a:lnTo>
                  <a:pt x="1542110" y="784056"/>
                </a:lnTo>
                <a:lnTo>
                  <a:pt x="1542946" y="782562"/>
                </a:lnTo>
                <a:close/>
                <a:moveTo>
                  <a:pt x="910870" y="2190125"/>
                </a:moveTo>
                <a:lnTo>
                  <a:pt x="913320" y="2191454"/>
                </a:lnTo>
                <a:lnTo>
                  <a:pt x="914893" y="2189356"/>
                </a:lnTo>
                <a:lnTo>
                  <a:pt x="911559" y="2189958"/>
                </a:lnTo>
                <a:close/>
                <a:moveTo>
                  <a:pt x="909921" y="2192130"/>
                </a:moveTo>
                <a:lnTo>
                  <a:pt x="910046" y="2192342"/>
                </a:lnTo>
                <a:lnTo>
                  <a:pt x="910224" y="2192294"/>
                </a:lnTo>
                <a:close/>
                <a:moveTo>
                  <a:pt x="1543224" y="773880"/>
                </a:moveTo>
                <a:lnTo>
                  <a:pt x="1543173" y="774023"/>
                </a:lnTo>
                <a:lnTo>
                  <a:pt x="1543673" y="775496"/>
                </a:lnTo>
                <a:lnTo>
                  <a:pt x="1543647" y="774787"/>
                </a:lnTo>
                <a:close/>
                <a:moveTo>
                  <a:pt x="1592739" y="662973"/>
                </a:moveTo>
                <a:lnTo>
                  <a:pt x="1592647" y="669540"/>
                </a:lnTo>
                <a:lnTo>
                  <a:pt x="1593335" y="665505"/>
                </a:lnTo>
                <a:close/>
                <a:moveTo>
                  <a:pt x="900503" y="2212961"/>
                </a:moveTo>
                <a:lnTo>
                  <a:pt x="902756" y="2213359"/>
                </a:lnTo>
                <a:lnTo>
                  <a:pt x="903071" y="2213402"/>
                </a:lnTo>
                <a:lnTo>
                  <a:pt x="907381" y="2211430"/>
                </a:lnTo>
                <a:lnTo>
                  <a:pt x="910930" y="2208954"/>
                </a:lnTo>
                <a:lnTo>
                  <a:pt x="908728" y="2207442"/>
                </a:lnTo>
                <a:lnTo>
                  <a:pt x="905573" y="2210002"/>
                </a:lnTo>
                <a:lnTo>
                  <a:pt x="906217" y="2211583"/>
                </a:lnTo>
                <a:lnTo>
                  <a:pt x="905938" y="2211458"/>
                </a:lnTo>
                <a:lnTo>
                  <a:pt x="905402" y="2210141"/>
                </a:lnTo>
                <a:lnTo>
                  <a:pt x="904136" y="2211168"/>
                </a:lnTo>
                <a:lnTo>
                  <a:pt x="903590" y="2211126"/>
                </a:lnTo>
                <a:lnTo>
                  <a:pt x="905253" y="2209776"/>
                </a:lnTo>
                <a:lnTo>
                  <a:pt x="904831" y="2208741"/>
                </a:lnTo>
                <a:lnTo>
                  <a:pt x="902861" y="2210692"/>
                </a:lnTo>
                <a:close/>
                <a:moveTo>
                  <a:pt x="1545097" y="768753"/>
                </a:moveTo>
                <a:lnTo>
                  <a:pt x="1544354" y="770788"/>
                </a:lnTo>
                <a:lnTo>
                  <a:pt x="1544393" y="771038"/>
                </a:lnTo>
                <a:lnTo>
                  <a:pt x="1544634" y="773062"/>
                </a:lnTo>
                <a:lnTo>
                  <a:pt x="1545619" y="775179"/>
                </a:lnTo>
                <a:lnTo>
                  <a:pt x="1545335" y="769261"/>
                </a:lnTo>
                <a:close/>
                <a:moveTo>
                  <a:pt x="903566" y="2205075"/>
                </a:moveTo>
                <a:lnTo>
                  <a:pt x="903815" y="2205687"/>
                </a:lnTo>
                <a:lnTo>
                  <a:pt x="905265" y="2205066"/>
                </a:lnTo>
                <a:lnTo>
                  <a:pt x="904159" y="2204306"/>
                </a:lnTo>
                <a:close/>
                <a:moveTo>
                  <a:pt x="899444" y="2213980"/>
                </a:moveTo>
                <a:lnTo>
                  <a:pt x="901739" y="2214010"/>
                </a:lnTo>
                <a:lnTo>
                  <a:pt x="902197" y="2213801"/>
                </a:lnTo>
                <a:lnTo>
                  <a:pt x="900028" y="2213418"/>
                </a:lnTo>
                <a:close/>
                <a:moveTo>
                  <a:pt x="1553660" y="748694"/>
                </a:moveTo>
                <a:lnTo>
                  <a:pt x="1553628" y="748870"/>
                </a:lnTo>
                <a:lnTo>
                  <a:pt x="1554090" y="752898"/>
                </a:lnTo>
                <a:lnTo>
                  <a:pt x="1554393" y="753613"/>
                </a:lnTo>
                <a:lnTo>
                  <a:pt x="1555156" y="751585"/>
                </a:lnTo>
                <a:close/>
                <a:moveTo>
                  <a:pt x="1566318" y="720343"/>
                </a:moveTo>
                <a:lnTo>
                  <a:pt x="1563520" y="729801"/>
                </a:lnTo>
                <a:lnTo>
                  <a:pt x="1563143" y="740827"/>
                </a:lnTo>
                <a:lnTo>
                  <a:pt x="1564265" y="744183"/>
                </a:lnTo>
                <a:lnTo>
                  <a:pt x="1566571" y="739926"/>
                </a:lnTo>
                <a:lnTo>
                  <a:pt x="1566557" y="738838"/>
                </a:lnTo>
                <a:lnTo>
                  <a:pt x="1566766" y="739096"/>
                </a:lnTo>
                <a:lnTo>
                  <a:pt x="1566771" y="739557"/>
                </a:lnTo>
                <a:lnTo>
                  <a:pt x="1567626" y="737978"/>
                </a:lnTo>
                <a:lnTo>
                  <a:pt x="1566003" y="726006"/>
                </a:lnTo>
                <a:lnTo>
                  <a:pt x="1566136" y="726138"/>
                </a:lnTo>
                <a:lnTo>
                  <a:pt x="1567720" y="737806"/>
                </a:lnTo>
                <a:lnTo>
                  <a:pt x="1568848" y="735725"/>
                </a:lnTo>
                <a:lnTo>
                  <a:pt x="1568918" y="735987"/>
                </a:lnTo>
                <a:lnTo>
                  <a:pt x="1567763" y="738120"/>
                </a:lnTo>
                <a:lnTo>
                  <a:pt x="1569269" y="749219"/>
                </a:lnTo>
                <a:lnTo>
                  <a:pt x="1569332" y="749728"/>
                </a:lnTo>
                <a:lnTo>
                  <a:pt x="1570223" y="747323"/>
                </a:lnTo>
                <a:lnTo>
                  <a:pt x="1572180" y="741810"/>
                </a:lnTo>
                <a:lnTo>
                  <a:pt x="1570174" y="729989"/>
                </a:lnTo>
                <a:close/>
                <a:moveTo>
                  <a:pt x="902736" y="2206150"/>
                </a:moveTo>
                <a:lnTo>
                  <a:pt x="903621" y="2205771"/>
                </a:lnTo>
                <a:lnTo>
                  <a:pt x="903416" y="2205269"/>
                </a:lnTo>
                <a:close/>
                <a:moveTo>
                  <a:pt x="903396" y="2204658"/>
                </a:moveTo>
                <a:lnTo>
                  <a:pt x="903403" y="2204676"/>
                </a:lnTo>
                <a:lnTo>
                  <a:pt x="903439" y="2204629"/>
                </a:lnTo>
                <a:close/>
                <a:moveTo>
                  <a:pt x="1553592" y="748561"/>
                </a:moveTo>
                <a:lnTo>
                  <a:pt x="1553595" y="748579"/>
                </a:lnTo>
                <a:lnTo>
                  <a:pt x="1553597" y="748569"/>
                </a:lnTo>
                <a:close/>
                <a:moveTo>
                  <a:pt x="877888" y="2261465"/>
                </a:moveTo>
                <a:lnTo>
                  <a:pt x="879026" y="2263040"/>
                </a:lnTo>
                <a:lnTo>
                  <a:pt x="882884" y="2259705"/>
                </a:lnTo>
                <a:lnTo>
                  <a:pt x="880773" y="2260504"/>
                </a:lnTo>
                <a:close/>
                <a:moveTo>
                  <a:pt x="1574374" y="701716"/>
                </a:moveTo>
                <a:lnTo>
                  <a:pt x="1574523" y="706476"/>
                </a:lnTo>
                <a:lnTo>
                  <a:pt x="1575530" y="708624"/>
                </a:lnTo>
                <a:lnTo>
                  <a:pt x="1575530" y="707808"/>
                </a:lnTo>
                <a:close/>
                <a:moveTo>
                  <a:pt x="897950" y="2216103"/>
                </a:moveTo>
                <a:lnTo>
                  <a:pt x="900676" y="2221646"/>
                </a:lnTo>
                <a:lnTo>
                  <a:pt x="920896" y="2217102"/>
                </a:lnTo>
                <a:lnTo>
                  <a:pt x="905931" y="2214460"/>
                </a:lnTo>
                <a:lnTo>
                  <a:pt x="904925" y="2214447"/>
                </a:lnTo>
                <a:lnTo>
                  <a:pt x="902713" y="2214887"/>
                </a:lnTo>
                <a:lnTo>
                  <a:pt x="899925" y="2216832"/>
                </a:lnTo>
                <a:lnTo>
                  <a:pt x="899688" y="2216796"/>
                </a:lnTo>
                <a:lnTo>
                  <a:pt x="902311" y="2214967"/>
                </a:lnTo>
                <a:lnTo>
                  <a:pt x="899016" y="2215621"/>
                </a:lnTo>
                <a:lnTo>
                  <a:pt x="898308" y="2215945"/>
                </a:lnTo>
                <a:lnTo>
                  <a:pt x="898201" y="2215992"/>
                </a:lnTo>
                <a:lnTo>
                  <a:pt x="898712" y="2216852"/>
                </a:lnTo>
                <a:lnTo>
                  <a:pt x="898431" y="2216773"/>
                </a:lnTo>
                <a:lnTo>
                  <a:pt x="898016" y="2216073"/>
                </a:lnTo>
                <a:close/>
                <a:moveTo>
                  <a:pt x="894518" y="2223524"/>
                </a:moveTo>
                <a:lnTo>
                  <a:pt x="896782" y="2226316"/>
                </a:lnTo>
                <a:lnTo>
                  <a:pt x="900827" y="2224786"/>
                </a:lnTo>
                <a:lnTo>
                  <a:pt x="899313" y="2222462"/>
                </a:lnTo>
                <a:lnTo>
                  <a:pt x="895568" y="2223303"/>
                </a:lnTo>
                <a:close/>
                <a:moveTo>
                  <a:pt x="1595807" y="653081"/>
                </a:moveTo>
                <a:lnTo>
                  <a:pt x="1594178" y="663241"/>
                </a:lnTo>
                <a:lnTo>
                  <a:pt x="1593905" y="666730"/>
                </a:lnTo>
                <a:lnTo>
                  <a:pt x="1594179" y="667897"/>
                </a:lnTo>
                <a:lnTo>
                  <a:pt x="1595958" y="660854"/>
                </a:lnTo>
                <a:lnTo>
                  <a:pt x="1595885" y="654011"/>
                </a:lnTo>
                <a:close/>
                <a:moveTo>
                  <a:pt x="898126" y="2215249"/>
                </a:moveTo>
                <a:lnTo>
                  <a:pt x="899107" y="2215055"/>
                </a:lnTo>
                <a:lnTo>
                  <a:pt x="899849" y="2214876"/>
                </a:lnTo>
                <a:lnTo>
                  <a:pt x="900901" y="2214394"/>
                </a:lnTo>
                <a:lnTo>
                  <a:pt x="899040" y="2214370"/>
                </a:lnTo>
                <a:close/>
                <a:moveTo>
                  <a:pt x="879350" y="2257077"/>
                </a:moveTo>
                <a:lnTo>
                  <a:pt x="885719" y="2257253"/>
                </a:lnTo>
                <a:lnTo>
                  <a:pt x="887939" y="2255334"/>
                </a:lnTo>
                <a:lnTo>
                  <a:pt x="886571" y="2254133"/>
                </a:lnTo>
                <a:close/>
                <a:moveTo>
                  <a:pt x="903071" y="2203861"/>
                </a:moveTo>
                <a:lnTo>
                  <a:pt x="903178" y="2204124"/>
                </a:lnTo>
                <a:lnTo>
                  <a:pt x="903534" y="2203877"/>
                </a:lnTo>
                <a:lnTo>
                  <a:pt x="903349" y="2203751"/>
                </a:lnTo>
                <a:close/>
                <a:moveTo>
                  <a:pt x="1541025" y="775164"/>
                </a:moveTo>
                <a:lnTo>
                  <a:pt x="1540978" y="777810"/>
                </a:lnTo>
                <a:lnTo>
                  <a:pt x="1541407" y="776636"/>
                </a:lnTo>
                <a:close/>
                <a:moveTo>
                  <a:pt x="916643" y="2173267"/>
                </a:moveTo>
                <a:lnTo>
                  <a:pt x="916808" y="2173242"/>
                </a:lnTo>
                <a:lnTo>
                  <a:pt x="916780" y="2173197"/>
                </a:lnTo>
                <a:close/>
                <a:moveTo>
                  <a:pt x="1554270" y="745418"/>
                </a:moveTo>
                <a:lnTo>
                  <a:pt x="1553827" y="747803"/>
                </a:lnTo>
                <a:lnTo>
                  <a:pt x="1555420" y="750884"/>
                </a:lnTo>
                <a:lnTo>
                  <a:pt x="1555549" y="750541"/>
                </a:lnTo>
                <a:lnTo>
                  <a:pt x="1556114" y="748633"/>
                </a:lnTo>
                <a:close/>
                <a:moveTo>
                  <a:pt x="918004" y="2169126"/>
                </a:moveTo>
                <a:lnTo>
                  <a:pt x="918091" y="2169316"/>
                </a:lnTo>
                <a:lnTo>
                  <a:pt x="918170" y="2169418"/>
                </a:lnTo>
                <a:lnTo>
                  <a:pt x="919596" y="2170115"/>
                </a:lnTo>
                <a:lnTo>
                  <a:pt x="920755" y="2169780"/>
                </a:lnTo>
                <a:lnTo>
                  <a:pt x="923167" y="2168321"/>
                </a:lnTo>
                <a:close/>
                <a:moveTo>
                  <a:pt x="1540223" y="774764"/>
                </a:moveTo>
                <a:lnTo>
                  <a:pt x="1540106" y="775716"/>
                </a:lnTo>
                <a:lnTo>
                  <a:pt x="1540316" y="776591"/>
                </a:lnTo>
                <a:close/>
                <a:moveTo>
                  <a:pt x="897224" y="2214346"/>
                </a:moveTo>
                <a:lnTo>
                  <a:pt x="897684" y="2215121"/>
                </a:lnTo>
                <a:lnTo>
                  <a:pt x="898451" y="2214362"/>
                </a:lnTo>
                <a:close/>
                <a:moveTo>
                  <a:pt x="1553610" y="744265"/>
                </a:moveTo>
                <a:lnTo>
                  <a:pt x="1553234" y="745437"/>
                </a:lnTo>
                <a:lnTo>
                  <a:pt x="1553414" y="747007"/>
                </a:lnTo>
                <a:lnTo>
                  <a:pt x="1553762" y="747680"/>
                </a:lnTo>
                <a:lnTo>
                  <a:pt x="1554204" y="745302"/>
                </a:lnTo>
                <a:close/>
                <a:moveTo>
                  <a:pt x="897842" y="2212491"/>
                </a:moveTo>
                <a:lnTo>
                  <a:pt x="899963" y="2212866"/>
                </a:lnTo>
                <a:lnTo>
                  <a:pt x="904383" y="2208492"/>
                </a:lnTo>
                <a:lnTo>
                  <a:pt x="899298" y="2210605"/>
                </a:lnTo>
                <a:close/>
                <a:moveTo>
                  <a:pt x="1540423" y="772845"/>
                </a:moveTo>
                <a:lnTo>
                  <a:pt x="1540691" y="778153"/>
                </a:lnTo>
                <a:lnTo>
                  <a:pt x="1540695" y="778165"/>
                </a:lnTo>
                <a:lnTo>
                  <a:pt x="1540765" y="774165"/>
                </a:lnTo>
                <a:close/>
                <a:moveTo>
                  <a:pt x="902384" y="2201487"/>
                </a:moveTo>
                <a:lnTo>
                  <a:pt x="904166" y="2202709"/>
                </a:lnTo>
                <a:lnTo>
                  <a:pt x="905181" y="2202306"/>
                </a:lnTo>
                <a:lnTo>
                  <a:pt x="907846" y="2198752"/>
                </a:lnTo>
                <a:lnTo>
                  <a:pt x="905243" y="2200215"/>
                </a:lnTo>
                <a:lnTo>
                  <a:pt x="904177" y="2200690"/>
                </a:lnTo>
                <a:lnTo>
                  <a:pt x="905034" y="2201948"/>
                </a:lnTo>
                <a:lnTo>
                  <a:pt x="904910" y="2201909"/>
                </a:lnTo>
                <a:lnTo>
                  <a:pt x="904102" y="2200723"/>
                </a:lnTo>
                <a:close/>
                <a:moveTo>
                  <a:pt x="896871" y="2213751"/>
                </a:moveTo>
                <a:lnTo>
                  <a:pt x="896987" y="2213947"/>
                </a:lnTo>
                <a:lnTo>
                  <a:pt x="898845" y="2213972"/>
                </a:lnTo>
                <a:lnTo>
                  <a:pt x="899499" y="2213325"/>
                </a:lnTo>
                <a:lnTo>
                  <a:pt x="897475" y="2212967"/>
                </a:lnTo>
                <a:close/>
                <a:moveTo>
                  <a:pt x="1571397" y="703172"/>
                </a:moveTo>
                <a:lnTo>
                  <a:pt x="1568741" y="712152"/>
                </a:lnTo>
                <a:lnTo>
                  <a:pt x="1571363" y="722808"/>
                </a:lnTo>
                <a:lnTo>
                  <a:pt x="1573061" y="727354"/>
                </a:lnTo>
                <a:lnTo>
                  <a:pt x="1573223" y="721477"/>
                </a:lnTo>
                <a:lnTo>
                  <a:pt x="1572743" y="706173"/>
                </a:lnTo>
                <a:close/>
                <a:moveTo>
                  <a:pt x="1543474" y="765282"/>
                </a:moveTo>
                <a:lnTo>
                  <a:pt x="1544107" y="769243"/>
                </a:lnTo>
                <a:lnTo>
                  <a:pt x="1544641" y="767779"/>
                </a:lnTo>
                <a:close/>
                <a:moveTo>
                  <a:pt x="913450" y="2175818"/>
                </a:moveTo>
                <a:lnTo>
                  <a:pt x="914438" y="2177250"/>
                </a:lnTo>
                <a:lnTo>
                  <a:pt x="917072" y="2176701"/>
                </a:lnTo>
                <a:lnTo>
                  <a:pt x="918423" y="2175895"/>
                </a:lnTo>
                <a:lnTo>
                  <a:pt x="917606" y="2174553"/>
                </a:lnTo>
                <a:close/>
                <a:moveTo>
                  <a:pt x="907696" y="2188256"/>
                </a:moveTo>
                <a:lnTo>
                  <a:pt x="907792" y="2188423"/>
                </a:lnTo>
                <a:lnTo>
                  <a:pt x="909098" y="2188173"/>
                </a:lnTo>
                <a:close/>
                <a:moveTo>
                  <a:pt x="1572425" y="699697"/>
                </a:moveTo>
                <a:lnTo>
                  <a:pt x="1572083" y="700851"/>
                </a:lnTo>
                <a:lnTo>
                  <a:pt x="1572616" y="702117"/>
                </a:lnTo>
                <a:lnTo>
                  <a:pt x="1572576" y="700832"/>
                </a:lnTo>
                <a:close/>
                <a:moveTo>
                  <a:pt x="1552972" y="743153"/>
                </a:moveTo>
                <a:lnTo>
                  <a:pt x="1553131" y="744537"/>
                </a:lnTo>
                <a:lnTo>
                  <a:pt x="1553378" y="743861"/>
                </a:lnTo>
                <a:close/>
                <a:moveTo>
                  <a:pt x="895277" y="2215816"/>
                </a:moveTo>
                <a:lnTo>
                  <a:pt x="895291" y="2215813"/>
                </a:lnTo>
                <a:lnTo>
                  <a:pt x="895286" y="2215804"/>
                </a:lnTo>
                <a:close/>
                <a:moveTo>
                  <a:pt x="898831" y="2207825"/>
                </a:moveTo>
                <a:lnTo>
                  <a:pt x="902090" y="2206427"/>
                </a:lnTo>
                <a:lnTo>
                  <a:pt x="903255" y="2204873"/>
                </a:lnTo>
                <a:lnTo>
                  <a:pt x="903218" y="2204782"/>
                </a:lnTo>
                <a:close/>
                <a:moveTo>
                  <a:pt x="907704" y="2187585"/>
                </a:moveTo>
                <a:lnTo>
                  <a:pt x="914155" y="2187201"/>
                </a:lnTo>
                <a:lnTo>
                  <a:pt x="916347" y="2186780"/>
                </a:lnTo>
                <a:lnTo>
                  <a:pt x="915087" y="2184274"/>
                </a:lnTo>
                <a:lnTo>
                  <a:pt x="914197" y="2184460"/>
                </a:lnTo>
                <a:close/>
                <a:moveTo>
                  <a:pt x="1557023" y="733621"/>
                </a:moveTo>
                <a:lnTo>
                  <a:pt x="1556685" y="734675"/>
                </a:lnTo>
                <a:lnTo>
                  <a:pt x="1557135" y="735320"/>
                </a:lnTo>
                <a:close/>
                <a:moveTo>
                  <a:pt x="896306" y="2212761"/>
                </a:moveTo>
                <a:lnTo>
                  <a:pt x="896418" y="2212988"/>
                </a:lnTo>
                <a:lnTo>
                  <a:pt x="896750" y="2213547"/>
                </a:lnTo>
                <a:lnTo>
                  <a:pt x="897219" y="2212922"/>
                </a:lnTo>
                <a:close/>
                <a:moveTo>
                  <a:pt x="875769" y="2258535"/>
                </a:moveTo>
                <a:lnTo>
                  <a:pt x="877494" y="2260920"/>
                </a:lnTo>
                <a:lnTo>
                  <a:pt x="884574" y="2258243"/>
                </a:lnTo>
                <a:lnTo>
                  <a:pt x="885158" y="2257739"/>
                </a:lnTo>
                <a:lnTo>
                  <a:pt x="878197" y="2257546"/>
                </a:lnTo>
                <a:close/>
                <a:moveTo>
                  <a:pt x="912978" y="2175135"/>
                </a:moveTo>
                <a:lnTo>
                  <a:pt x="913322" y="2175633"/>
                </a:lnTo>
                <a:lnTo>
                  <a:pt x="917491" y="2174365"/>
                </a:lnTo>
                <a:lnTo>
                  <a:pt x="917466" y="2174322"/>
                </a:lnTo>
                <a:lnTo>
                  <a:pt x="913345" y="2174948"/>
                </a:lnTo>
                <a:close/>
                <a:moveTo>
                  <a:pt x="893902" y="2217597"/>
                </a:moveTo>
                <a:lnTo>
                  <a:pt x="895752" y="2216751"/>
                </a:lnTo>
                <a:lnTo>
                  <a:pt x="895536" y="2216313"/>
                </a:lnTo>
                <a:lnTo>
                  <a:pt x="894777" y="2216464"/>
                </a:lnTo>
                <a:close/>
                <a:moveTo>
                  <a:pt x="892331" y="2220829"/>
                </a:moveTo>
                <a:lnTo>
                  <a:pt x="894179" y="2223106"/>
                </a:lnTo>
                <a:lnTo>
                  <a:pt x="899024" y="2222018"/>
                </a:lnTo>
                <a:lnTo>
                  <a:pt x="896240" y="2217742"/>
                </a:lnTo>
                <a:lnTo>
                  <a:pt x="896014" y="2217283"/>
                </a:lnTo>
                <a:close/>
                <a:moveTo>
                  <a:pt x="916688" y="2166230"/>
                </a:moveTo>
                <a:lnTo>
                  <a:pt x="917878" y="2168846"/>
                </a:lnTo>
                <a:lnTo>
                  <a:pt x="923832" y="2167918"/>
                </a:lnTo>
                <a:lnTo>
                  <a:pt x="926337" y="2166403"/>
                </a:lnTo>
                <a:lnTo>
                  <a:pt x="923012" y="2164049"/>
                </a:lnTo>
                <a:lnTo>
                  <a:pt x="920665" y="2164871"/>
                </a:lnTo>
                <a:lnTo>
                  <a:pt x="917436" y="2165491"/>
                </a:lnTo>
                <a:close/>
                <a:moveTo>
                  <a:pt x="1558601" y="728699"/>
                </a:moveTo>
                <a:lnTo>
                  <a:pt x="1557351" y="732598"/>
                </a:lnTo>
                <a:lnTo>
                  <a:pt x="1557572" y="735942"/>
                </a:lnTo>
                <a:lnTo>
                  <a:pt x="1558079" y="736667"/>
                </a:lnTo>
                <a:lnTo>
                  <a:pt x="1558657" y="729138"/>
                </a:lnTo>
                <a:close/>
                <a:moveTo>
                  <a:pt x="895933" y="2212004"/>
                </a:moveTo>
                <a:lnTo>
                  <a:pt x="896014" y="2212169"/>
                </a:lnTo>
                <a:lnTo>
                  <a:pt x="897577" y="2212445"/>
                </a:lnTo>
                <a:lnTo>
                  <a:pt x="898802" y="2210812"/>
                </a:lnTo>
                <a:close/>
                <a:moveTo>
                  <a:pt x="1579354" y="681506"/>
                </a:moveTo>
                <a:lnTo>
                  <a:pt x="1585242" y="701892"/>
                </a:lnTo>
                <a:lnTo>
                  <a:pt x="1585690" y="700217"/>
                </a:lnTo>
                <a:lnTo>
                  <a:pt x="1583358" y="693134"/>
                </a:lnTo>
                <a:close/>
                <a:moveTo>
                  <a:pt x="916438" y="2165682"/>
                </a:moveTo>
                <a:lnTo>
                  <a:pt x="916491" y="2165799"/>
                </a:lnTo>
                <a:lnTo>
                  <a:pt x="916651" y="2165642"/>
                </a:lnTo>
                <a:close/>
                <a:moveTo>
                  <a:pt x="1575126" y="690566"/>
                </a:moveTo>
                <a:lnTo>
                  <a:pt x="1575096" y="690668"/>
                </a:lnTo>
                <a:lnTo>
                  <a:pt x="1575518" y="694214"/>
                </a:lnTo>
                <a:lnTo>
                  <a:pt x="1575518" y="693793"/>
                </a:lnTo>
                <a:close/>
                <a:moveTo>
                  <a:pt x="891858" y="2220247"/>
                </a:moveTo>
                <a:lnTo>
                  <a:pt x="892147" y="2220602"/>
                </a:lnTo>
                <a:lnTo>
                  <a:pt x="895682" y="2217103"/>
                </a:lnTo>
                <a:lnTo>
                  <a:pt x="893562" y="2218038"/>
                </a:lnTo>
                <a:close/>
                <a:moveTo>
                  <a:pt x="901934" y="2197396"/>
                </a:moveTo>
                <a:lnTo>
                  <a:pt x="903607" y="2199852"/>
                </a:lnTo>
                <a:lnTo>
                  <a:pt x="909510" y="2196534"/>
                </a:lnTo>
                <a:lnTo>
                  <a:pt x="911052" y="2194478"/>
                </a:lnTo>
                <a:lnTo>
                  <a:pt x="910949" y="2194303"/>
                </a:lnTo>
                <a:lnTo>
                  <a:pt x="909207" y="2194459"/>
                </a:lnTo>
                <a:close/>
                <a:moveTo>
                  <a:pt x="874990" y="2257458"/>
                </a:moveTo>
                <a:lnTo>
                  <a:pt x="875534" y="2258210"/>
                </a:lnTo>
                <a:lnTo>
                  <a:pt x="877227" y="2257520"/>
                </a:lnTo>
                <a:close/>
                <a:moveTo>
                  <a:pt x="1563958" y="714435"/>
                </a:moveTo>
                <a:lnTo>
                  <a:pt x="1563829" y="720724"/>
                </a:lnTo>
                <a:lnTo>
                  <a:pt x="1563759" y="722792"/>
                </a:lnTo>
                <a:lnTo>
                  <a:pt x="1565264" y="717705"/>
                </a:lnTo>
                <a:close/>
                <a:moveTo>
                  <a:pt x="1563450" y="715325"/>
                </a:moveTo>
                <a:lnTo>
                  <a:pt x="1562632" y="725995"/>
                </a:lnTo>
                <a:lnTo>
                  <a:pt x="1562628" y="726611"/>
                </a:lnTo>
                <a:lnTo>
                  <a:pt x="1563122" y="724943"/>
                </a:lnTo>
                <a:close/>
                <a:moveTo>
                  <a:pt x="911933" y="2173621"/>
                </a:moveTo>
                <a:lnTo>
                  <a:pt x="912158" y="2173949"/>
                </a:lnTo>
                <a:lnTo>
                  <a:pt x="913635" y="2173724"/>
                </a:lnTo>
                <a:lnTo>
                  <a:pt x="914726" y="2173167"/>
                </a:lnTo>
                <a:close/>
                <a:moveTo>
                  <a:pt x="889762" y="2222962"/>
                </a:moveTo>
                <a:lnTo>
                  <a:pt x="891909" y="2220836"/>
                </a:lnTo>
                <a:lnTo>
                  <a:pt x="891644" y="2220524"/>
                </a:lnTo>
                <a:close/>
                <a:moveTo>
                  <a:pt x="900648" y="2197915"/>
                </a:moveTo>
                <a:lnTo>
                  <a:pt x="901841" y="2200844"/>
                </a:lnTo>
                <a:lnTo>
                  <a:pt x="903536" y="2199892"/>
                </a:lnTo>
                <a:lnTo>
                  <a:pt x="901857" y="2197427"/>
                </a:lnTo>
                <a:close/>
                <a:moveTo>
                  <a:pt x="913312" y="2169557"/>
                </a:moveTo>
                <a:lnTo>
                  <a:pt x="914752" y="2169333"/>
                </a:lnTo>
                <a:lnTo>
                  <a:pt x="914737" y="2169301"/>
                </a:lnTo>
                <a:lnTo>
                  <a:pt x="913958" y="2168920"/>
                </a:lnTo>
                <a:close/>
                <a:moveTo>
                  <a:pt x="910043" y="2176631"/>
                </a:moveTo>
                <a:lnTo>
                  <a:pt x="910913" y="2176366"/>
                </a:lnTo>
                <a:lnTo>
                  <a:pt x="910822" y="2176234"/>
                </a:lnTo>
                <a:close/>
                <a:moveTo>
                  <a:pt x="1563517" y="713366"/>
                </a:moveTo>
                <a:lnTo>
                  <a:pt x="1563439" y="713608"/>
                </a:lnTo>
                <a:lnTo>
                  <a:pt x="1563473" y="714655"/>
                </a:lnTo>
                <a:close/>
                <a:moveTo>
                  <a:pt x="888700" y="2224338"/>
                </a:moveTo>
                <a:lnTo>
                  <a:pt x="893891" y="2223172"/>
                </a:lnTo>
                <a:lnTo>
                  <a:pt x="892095" y="2221055"/>
                </a:lnTo>
                <a:lnTo>
                  <a:pt x="888741" y="2224285"/>
                </a:lnTo>
                <a:close/>
                <a:moveTo>
                  <a:pt x="890987" y="2219173"/>
                </a:moveTo>
                <a:lnTo>
                  <a:pt x="891723" y="2220080"/>
                </a:lnTo>
                <a:lnTo>
                  <a:pt x="893163" y="2218214"/>
                </a:lnTo>
                <a:close/>
                <a:moveTo>
                  <a:pt x="912914" y="2169949"/>
                </a:moveTo>
                <a:lnTo>
                  <a:pt x="914949" y="2171456"/>
                </a:lnTo>
                <a:lnTo>
                  <a:pt x="915628" y="2171260"/>
                </a:lnTo>
                <a:lnTo>
                  <a:pt x="914879" y="2169612"/>
                </a:lnTo>
                <a:lnTo>
                  <a:pt x="912952" y="2169912"/>
                </a:lnTo>
                <a:close/>
                <a:moveTo>
                  <a:pt x="906032" y="2185350"/>
                </a:moveTo>
                <a:lnTo>
                  <a:pt x="906885" y="2186839"/>
                </a:lnTo>
                <a:lnTo>
                  <a:pt x="910829" y="2184940"/>
                </a:lnTo>
                <a:close/>
                <a:moveTo>
                  <a:pt x="1578327" y="679742"/>
                </a:moveTo>
                <a:lnTo>
                  <a:pt x="1576690" y="685278"/>
                </a:lnTo>
                <a:lnTo>
                  <a:pt x="1579602" y="709248"/>
                </a:lnTo>
                <a:lnTo>
                  <a:pt x="1579610" y="717953"/>
                </a:lnTo>
                <a:lnTo>
                  <a:pt x="1579690" y="718365"/>
                </a:lnTo>
                <a:lnTo>
                  <a:pt x="1580133" y="719410"/>
                </a:lnTo>
                <a:lnTo>
                  <a:pt x="1580339" y="718828"/>
                </a:lnTo>
                <a:lnTo>
                  <a:pt x="1580503" y="719199"/>
                </a:lnTo>
                <a:lnTo>
                  <a:pt x="1580293" y="719790"/>
                </a:lnTo>
                <a:lnTo>
                  <a:pt x="1580394" y="720029"/>
                </a:lnTo>
                <a:lnTo>
                  <a:pt x="1584726" y="703820"/>
                </a:lnTo>
                <a:lnTo>
                  <a:pt x="1581544" y="690883"/>
                </a:lnTo>
                <a:close/>
                <a:moveTo>
                  <a:pt x="920849" y="2151683"/>
                </a:moveTo>
                <a:lnTo>
                  <a:pt x="921474" y="2152269"/>
                </a:lnTo>
                <a:lnTo>
                  <a:pt x="923707" y="2151486"/>
                </a:lnTo>
                <a:lnTo>
                  <a:pt x="922485" y="2151059"/>
                </a:lnTo>
                <a:close/>
                <a:moveTo>
                  <a:pt x="900992" y="2196012"/>
                </a:moveTo>
                <a:lnTo>
                  <a:pt x="901759" y="2197138"/>
                </a:lnTo>
                <a:lnTo>
                  <a:pt x="907856" y="2194581"/>
                </a:lnTo>
                <a:lnTo>
                  <a:pt x="906235" y="2194727"/>
                </a:lnTo>
                <a:lnTo>
                  <a:pt x="903744" y="2195393"/>
                </a:lnTo>
                <a:close/>
                <a:moveTo>
                  <a:pt x="878155" y="2246516"/>
                </a:moveTo>
                <a:lnTo>
                  <a:pt x="884308" y="2251913"/>
                </a:lnTo>
                <a:lnTo>
                  <a:pt x="893688" y="2250364"/>
                </a:lnTo>
                <a:lnTo>
                  <a:pt x="906911" y="2238931"/>
                </a:lnTo>
                <a:lnTo>
                  <a:pt x="901260" y="2237990"/>
                </a:lnTo>
                <a:lnTo>
                  <a:pt x="882350" y="2248903"/>
                </a:lnTo>
                <a:lnTo>
                  <a:pt x="882126" y="2248871"/>
                </a:lnTo>
                <a:lnTo>
                  <a:pt x="895617" y="2241085"/>
                </a:lnTo>
                <a:lnTo>
                  <a:pt x="900914" y="2237932"/>
                </a:lnTo>
                <a:lnTo>
                  <a:pt x="896951" y="2237272"/>
                </a:lnTo>
                <a:close/>
                <a:moveTo>
                  <a:pt x="1573952" y="688227"/>
                </a:moveTo>
                <a:lnTo>
                  <a:pt x="1573955" y="688324"/>
                </a:lnTo>
                <a:lnTo>
                  <a:pt x="1573960" y="688303"/>
                </a:lnTo>
                <a:close/>
                <a:moveTo>
                  <a:pt x="1565620" y="706801"/>
                </a:moveTo>
                <a:lnTo>
                  <a:pt x="1565590" y="706903"/>
                </a:lnTo>
                <a:lnTo>
                  <a:pt x="1565270" y="707898"/>
                </a:lnTo>
                <a:lnTo>
                  <a:pt x="1566752" y="711399"/>
                </a:lnTo>
                <a:close/>
                <a:moveTo>
                  <a:pt x="920220" y="2151923"/>
                </a:moveTo>
                <a:lnTo>
                  <a:pt x="920693" y="2152296"/>
                </a:lnTo>
                <a:lnTo>
                  <a:pt x="920274" y="2151903"/>
                </a:lnTo>
                <a:close/>
                <a:moveTo>
                  <a:pt x="892521" y="2213888"/>
                </a:moveTo>
                <a:lnTo>
                  <a:pt x="894356" y="2213913"/>
                </a:lnTo>
                <a:lnTo>
                  <a:pt x="893925" y="2213036"/>
                </a:lnTo>
                <a:close/>
                <a:moveTo>
                  <a:pt x="1599519" y="629931"/>
                </a:moveTo>
                <a:lnTo>
                  <a:pt x="1596308" y="649955"/>
                </a:lnTo>
                <a:lnTo>
                  <a:pt x="1596908" y="657093"/>
                </a:lnTo>
                <a:lnTo>
                  <a:pt x="1599684" y="646103"/>
                </a:lnTo>
                <a:lnTo>
                  <a:pt x="1599899" y="646487"/>
                </a:lnTo>
                <a:lnTo>
                  <a:pt x="1596986" y="658022"/>
                </a:lnTo>
                <a:lnTo>
                  <a:pt x="1597635" y="665730"/>
                </a:lnTo>
                <a:lnTo>
                  <a:pt x="1597823" y="683390"/>
                </a:lnTo>
                <a:lnTo>
                  <a:pt x="1598694" y="687095"/>
                </a:lnTo>
                <a:lnTo>
                  <a:pt x="1600747" y="673269"/>
                </a:lnTo>
                <a:lnTo>
                  <a:pt x="1600904" y="673493"/>
                </a:lnTo>
                <a:lnTo>
                  <a:pt x="1598811" y="687590"/>
                </a:lnTo>
                <a:lnTo>
                  <a:pt x="1599421" y="690184"/>
                </a:lnTo>
                <a:lnTo>
                  <a:pt x="1603604" y="701294"/>
                </a:lnTo>
                <a:lnTo>
                  <a:pt x="1610752" y="665675"/>
                </a:lnTo>
                <a:lnTo>
                  <a:pt x="1610971" y="663929"/>
                </a:lnTo>
                <a:lnTo>
                  <a:pt x="1605471" y="647222"/>
                </a:lnTo>
                <a:close/>
                <a:moveTo>
                  <a:pt x="910822" y="2172012"/>
                </a:moveTo>
                <a:lnTo>
                  <a:pt x="910943" y="2172188"/>
                </a:lnTo>
                <a:lnTo>
                  <a:pt x="913469" y="2171883"/>
                </a:lnTo>
                <a:lnTo>
                  <a:pt x="914576" y="2171564"/>
                </a:lnTo>
                <a:lnTo>
                  <a:pt x="912691" y="2170169"/>
                </a:lnTo>
                <a:close/>
                <a:moveTo>
                  <a:pt x="1585499" y="661206"/>
                </a:moveTo>
                <a:lnTo>
                  <a:pt x="1591396" y="676875"/>
                </a:lnTo>
                <a:lnTo>
                  <a:pt x="1591408" y="676806"/>
                </a:lnTo>
                <a:lnTo>
                  <a:pt x="1585707" y="661656"/>
                </a:lnTo>
                <a:close/>
                <a:moveTo>
                  <a:pt x="899966" y="2196243"/>
                </a:moveTo>
                <a:lnTo>
                  <a:pt x="900540" y="2197650"/>
                </a:lnTo>
                <a:lnTo>
                  <a:pt x="901683" y="2197170"/>
                </a:lnTo>
                <a:lnTo>
                  <a:pt x="900908" y="2196031"/>
                </a:lnTo>
                <a:close/>
                <a:moveTo>
                  <a:pt x="908054" y="2177646"/>
                </a:moveTo>
                <a:lnTo>
                  <a:pt x="909504" y="2178278"/>
                </a:lnTo>
                <a:lnTo>
                  <a:pt x="911824" y="2177795"/>
                </a:lnTo>
                <a:lnTo>
                  <a:pt x="911620" y="2177390"/>
                </a:lnTo>
                <a:lnTo>
                  <a:pt x="911042" y="2176551"/>
                </a:lnTo>
                <a:lnTo>
                  <a:pt x="908957" y="2177186"/>
                </a:lnTo>
                <a:close/>
                <a:moveTo>
                  <a:pt x="919968" y="2150857"/>
                </a:moveTo>
                <a:lnTo>
                  <a:pt x="920253" y="2151125"/>
                </a:lnTo>
                <a:lnTo>
                  <a:pt x="921235" y="2150704"/>
                </a:lnTo>
                <a:lnTo>
                  <a:pt x="920859" y="2150690"/>
                </a:lnTo>
                <a:close/>
                <a:moveTo>
                  <a:pt x="898464" y="2198796"/>
                </a:moveTo>
                <a:lnTo>
                  <a:pt x="901625" y="2200966"/>
                </a:lnTo>
                <a:lnTo>
                  <a:pt x="901656" y="2200948"/>
                </a:lnTo>
                <a:lnTo>
                  <a:pt x="900453" y="2197993"/>
                </a:lnTo>
                <a:close/>
                <a:moveTo>
                  <a:pt x="918628" y="2153024"/>
                </a:moveTo>
                <a:lnTo>
                  <a:pt x="918875" y="2153180"/>
                </a:lnTo>
                <a:lnTo>
                  <a:pt x="919881" y="2152827"/>
                </a:lnTo>
                <a:close/>
                <a:moveTo>
                  <a:pt x="883817" y="2230666"/>
                </a:moveTo>
                <a:lnTo>
                  <a:pt x="896081" y="2226580"/>
                </a:lnTo>
                <a:lnTo>
                  <a:pt x="896614" y="2226379"/>
                </a:lnTo>
                <a:lnTo>
                  <a:pt x="894240" y="2223583"/>
                </a:lnTo>
                <a:lnTo>
                  <a:pt x="888321" y="2224830"/>
                </a:lnTo>
                <a:close/>
                <a:moveTo>
                  <a:pt x="889620" y="2217489"/>
                </a:moveTo>
                <a:lnTo>
                  <a:pt x="890843" y="2218996"/>
                </a:lnTo>
                <a:lnTo>
                  <a:pt x="893495" y="2217783"/>
                </a:lnTo>
                <a:lnTo>
                  <a:pt x="894466" y="2216526"/>
                </a:lnTo>
                <a:close/>
                <a:moveTo>
                  <a:pt x="1568622" y="696986"/>
                </a:moveTo>
                <a:lnTo>
                  <a:pt x="1566621" y="703531"/>
                </a:lnTo>
                <a:lnTo>
                  <a:pt x="1567908" y="708765"/>
                </a:lnTo>
                <a:lnTo>
                  <a:pt x="1570292" y="700709"/>
                </a:lnTo>
                <a:close/>
                <a:moveTo>
                  <a:pt x="912191" y="2166497"/>
                </a:moveTo>
                <a:lnTo>
                  <a:pt x="913825" y="2167296"/>
                </a:lnTo>
                <a:lnTo>
                  <a:pt x="913360" y="2166273"/>
                </a:lnTo>
                <a:close/>
                <a:moveTo>
                  <a:pt x="919078" y="2151023"/>
                </a:moveTo>
                <a:lnTo>
                  <a:pt x="919577" y="2151416"/>
                </a:lnTo>
                <a:lnTo>
                  <a:pt x="919698" y="2151363"/>
                </a:lnTo>
                <a:lnTo>
                  <a:pt x="919291" y="2150982"/>
                </a:lnTo>
                <a:close/>
                <a:moveTo>
                  <a:pt x="893751" y="2207567"/>
                </a:moveTo>
                <a:lnTo>
                  <a:pt x="894741" y="2209580"/>
                </a:lnTo>
                <a:lnTo>
                  <a:pt x="896238" y="2208938"/>
                </a:lnTo>
                <a:lnTo>
                  <a:pt x="903000" y="2204247"/>
                </a:lnTo>
                <a:lnTo>
                  <a:pt x="902874" y="2203939"/>
                </a:lnTo>
                <a:close/>
                <a:moveTo>
                  <a:pt x="1569285" y="694818"/>
                </a:moveTo>
                <a:lnTo>
                  <a:pt x="1569194" y="695118"/>
                </a:lnTo>
                <a:lnTo>
                  <a:pt x="1570881" y="698716"/>
                </a:lnTo>
                <a:lnTo>
                  <a:pt x="1570897" y="698666"/>
                </a:lnTo>
                <a:lnTo>
                  <a:pt x="1570703" y="698188"/>
                </a:lnTo>
                <a:close/>
                <a:moveTo>
                  <a:pt x="918142" y="2152718"/>
                </a:moveTo>
                <a:lnTo>
                  <a:pt x="918262" y="2152794"/>
                </a:lnTo>
                <a:lnTo>
                  <a:pt x="920254" y="2152481"/>
                </a:lnTo>
                <a:lnTo>
                  <a:pt x="919767" y="2152097"/>
                </a:lnTo>
                <a:close/>
                <a:moveTo>
                  <a:pt x="872674" y="2254255"/>
                </a:moveTo>
                <a:lnTo>
                  <a:pt x="874620" y="2256946"/>
                </a:lnTo>
                <a:lnTo>
                  <a:pt x="878377" y="2257050"/>
                </a:lnTo>
                <a:lnTo>
                  <a:pt x="886242" y="2253844"/>
                </a:lnTo>
                <a:lnTo>
                  <a:pt x="884485" y="2252304"/>
                </a:lnTo>
                <a:close/>
                <a:moveTo>
                  <a:pt x="908258" y="2174541"/>
                </a:moveTo>
                <a:lnTo>
                  <a:pt x="909521" y="2174349"/>
                </a:lnTo>
                <a:lnTo>
                  <a:pt x="909313" y="2174047"/>
                </a:lnTo>
                <a:lnTo>
                  <a:pt x="908649" y="2174155"/>
                </a:lnTo>
                <a:close/>
                <a:moveTo>
                  <a:pt x="1582587" y="664078"/>
                </a:moveTo>
                <a:lnTo>
                  <a:pt x="1580418" y="672675"/>
                </a:lnTo>
                <a:lnTo>
                  <a:pt x="1578656" y="678629"/>
                </a:lnTo>
                <a:lnTo>
                  <a:pt x="1585864" y="699565"/>
                </a:lnTo>
                <a:lnTo>
                  <a:pt x="1589202" y="687074"/>
                </a:lnTo>
                <a:lnTo>
                  <a:pt x="1582950" y="665038"/>
                </a:lnTo>
                <a:close/>
                <a:moveTo>
                  <a:pt x="1540324" y="758544"/>
                </a:moveTo>
                <a:lnTo>
                  <a:pt x="1540306" y="763759"/>
                </a:lnTo>
                <a:lnTo>
                  <a:pt x="1540927" y="765094"/>
                </a:lnTo>
                <a:lnTo>
                  <a:pt x="1540972" y="762513"/>
                </a:lnTo>
                <a:lnTo>
                  <a:pt x="1541243" y="762868"/>
                </a:lnTo>
                <a:lnTo>
                  <a:pt x="1541193" y="765667"/>
                </a:lnTo>
                <a:lnTo>
                  <a:pt x="1543165" y="769906"/>
                </a:lnTo>
                <a:lnTo>
                  <a:pt x="1542322" y="762819"/>
                </a:lnTo>
                <a:close/>
                <a:moveTo>
                  <a:pt x="909739" y="2170413"/>
                </a:moveTo>
                <a:lnTo>
                  <a:pt x="909786" y="2170512"/>
                </a:lnTo>
                <a:lnTo>
                  <a:pt x="910566" y="2171642"/>
                </a:lnTo>
                <a:lnTo>
                  <a:pt x="912202" y="2170029"/>
                </a:lnTo>
                <a:close/>
                <a:moveTo>
                  <a:pt x="918549" y="2150607"/>
                </a:moveTo>
                <a:lnTo>
                  <a:pt x="918661" y="2150695"/>
                </a:lnTo>
                <a:lnTo>
                  <a:pt x="918931" y="2150645"/>
                </a:lnTo>
                <a:lnTo>
                  <a:pt x="918904" y="2150619"/>
                </a:lnTo>
                <a:close/>
                <a:moveTo>
                  <a:pt x="902818" y="2185753"/>
                </a:moveTo>
                <a:lnTo>
                  <a:pt x="905789" y="2187367"/>
                </a:lnTo>
                <a:lnTo>
                  <a:pt x="906613" y="2186970"/>
                </a:lnTo>
                <a:lnTo>
                  <a:pt x="905673" y="2185381"/>
                </a:lnTo>
                <a:lnTo>
                  <a:pt x="903077" y="2185603"/>
                </a:lnTo>
                <a:close/>
                <a:moveTo>
                  <a:pt x="1571021" y="689144"/>
                </a:moveTo>
                <a:lnTo>
                  <a:pt x="1569396" y="694459"/>
                </a:lnTo>
                <a:lnTo>
                  <a:pt x="1571007" y="698290"/>
                </a:lnTo>
                <a:lnTo>
                  <a:pt x="1571856" y="695419"/>
                </a:lnTo>
                <a:close/>
                <a:moveTo>
                  <a:pt x="1571296" y="688247"/>
                </a:moveTo>
                <a:lnTo>
                  <a:pt x="1571174" y="688644"/>
                </a:lnTo>
                <a:lnTo>
                  <a:pt x="1572142" y="694450"/>
                </a:lnTo>
                <a:lnTo>
                  <a:pt x="1572353" y="693736"/>
                </a:lnTo>
                <a:lnTo>
                  <a:pt x="1572320" y="692672"/>
                </a:lnTo>
                <a:close/>
                <a:moveTo>
                  <a:pt x="1557616" y="718511"/>
                </a:moveTo>
                <a:lnTo>
                  <a:pt x="1558747" y="727295"/>
                </a:lnTo>
                <a:lnTo>
                  <a:pt x="1558815" y="727082"/>
                </a:lnTo>
                <a:lnTo>
                  <a:pt x="1559673" y="715901"/>
                </a:lnTo>
                <a:close/>
                <a:moveTo>
                  <a:pt x="1571709" y="686895"/>
                </a:moveTo>
                <a:lnTo>
                  <a:pt x="1571477" y="687652"/>
                </a:lnTo>
                <a:lnTo>
                  <a:pt x="1572271" y="691079"/>
                </a:lnTo>
                <a:lnTo>
                  <a:pt x="1572221" y="689505"/>
                </a:lnTo>
                <a:close/>
                <a:moveTo>
                  <a:pt x="899013" y="2193001"/>
                </a:moveTo>
                <a:lnTo>
                  <a:pt x="899845" y="2194314"/>
                </a:lnTo>
                <a:lnTo>
                  <a:pt x="907179" y="2193108"/>
                </a:lnTo>
                <a:lnTo>
                  <a:pt x="909824" y="2192401"/>
                </a:lnTo>
                <a:lnTo>
                  <a:pt x="909542" y="2191924"/>
                </a:lnTo>
                <a:lnTo>
                  <a:pt x="907662" y="2190903"/>
                </a:lnTo>
                <a:close/>
                <a:moveTo>
                  <a:pt x="888620" y="2216256"/>
                </a:moveTo>
                <a:lnTo>
                  <a:pt x="889237" y="2217016"/>
                </a:lnTo>
                <a:lnTo>
                  <a:pt x="894965" y="2215878"/>
                </a:lnTo>
                <a:lnTo>
                  <a:pt x="895184" y="2215595"/>
                </a:lnTo>
                <a:lnTo>
                  <a:pt x="894552" y="2214310"/>
                </a:lnTo>
                <a:lnTo>
                  <a:pt x="891884" y="2214275"/>
                </a:lnTo>
                <a:close/>
                <a:moveTo>
                  <a:pt x="906011" y="2176756"/>
                </a:moveTo>
                <a:lnTo>
                  <a:pt x="906915" y="2177150"/>
                </a:lnTo>
                <a:lnTo>
                  <a:pt x="910273" y="2175438"/>
                </a:lnTo>
                <a:lnTo>
                  <a:pt x="910258" y="2175417"/>
                </a:lnTo>
                <a:lnTo>
                  <a:pt x="906843" y="2175935"/>
                </a:lnTo>
                <a:close/>
                <a:moveTo>
                  <a:pt x="898678" y="2193082"/>
                </a:moveTo>
                <a:lnTo>
                  <a:pt x="899222" y="2194416"/>
                </a:lnTo>
                <a:lnTo>
                  <a:pt x="899749" y="2194330"/>
                </a:lnTo>
                <a:lnTo>
                  <a:pt x="898868" y="2193036"/>
                </a:lnTo>
                <a:close/>
                <a:moveTo>
                  <a:pt x="1556514" y="719910"/>
                </a:moveTo>
                <a:lnTo>
                  <a:pt x="1557299" y="731810"/>
                </a:lnTo>
                <a:lnTo>
                  <a:pt x="1558514" y="728023"/>
                </a:lnTo>
                <a:lnTo>
                  <a:pt x="1557336" y="718868"/>
                </a:lnTo>
                <a:close/>
                <a:moveTo>
                  <a:pt x="892847" y="2205730"/>
                </a:moveTo>
                <a:lnTo>
                  <a:pt x="893456" y="2206968"/>
                </a:lnTo>
                <a:lnTo>
                  <a:pt x="902623" y="2203323"/>
                </a:lnTo>
                <a:lnTo>
                  <a:pt x="902583" y="2203225"/>
                </a:lnTo>
                <a:lnTo>
                  <a:pt x="900969" y="2202117"/>
                </a:lnTo>
                <a:close/>
                <a:moveTo>
                  <a:pt x="1540830" y="754698"/>
                </a:moveTo>
                <a:lnTo>
                  <a:pt x="1540685" y="755588"/>
                </a:lnTo>
                <a:lnTo>
                  <a:pt x="1541693" y="757538"/>
                </a:lnTo>
                <a:lnTo>
                  <a:pt x="1541614" y="756873"/>
                </a:lnTo>
                <a:close/>
                <a:moveTo>
                  <a:pt x="881213" y="2231533"/>
                </a:moveTo>
                <a:lnTo>
                  <a:pt x="883462" y="2230784"/>
                </a:lnTo>
                <a:lnTo>
                  <a:pt x="887715" y="2225273"/>
                </a:lnTo>
                <a:close/>
                <a:moveTo>
                  <a:pt x="898571" y="2192303"/>
                </a:moveTo>
                <a:lnTo>
                  <a:pt x="898842" y="2192732"/>
                </a:lnTo>
                <a:lnTo>
                  <a:pt x="902925" y="2191742"/>
                </a:lnTo>
                <a:lnTo>
                  <a:pt x="905872" y="2190985"/>
                </a:lnTo>
                <a:close/>
                <a:moveTo>
                  <a:pt x="898375" y="2192339"/>
                </a:moveTo>
                <a:lnTo>
                  <a:pt x="898563" y="2192800"/>
                </a:lnTo>
                <a:lnTo>
                  <a:pt x="898687" y="2192770"/>
                </a:lnTo>
                <a:lnTo>
                  <a:pt x="898392" y="2192336"/>
                </a:lnTo>
                <a:close/>
                <a:moveTo>
                  <a:pt x="1564227" y="701140"/>
                </a:moveTo>
                <a:lnTo>
                  <a:pt x="1564143" y="705233"/>
                </a:lnTo>
                <a:lnTo>
                  <a:pt x="1565097" y="707489"/>
                </a:lnTo>
                <a:lnTo>
                  <a:pt x="1565489" y="706268"/>
                </a:lnTo>
                <a:close/>
                <a:moveTo>
                  <a:pt x="887921" y="2215394"/>
                </a:moveTo>
                <a:lnTo>
                  <a:pt x="888160" y="2215689"/>
                </a:lnTo>
                <a:lnTo>
                  <a:pt x="890520" y="2214257"/>
                </a:lnTo>
                <a:lnTo>
                  <a:pt x="890512" y="2214257"/>
                </a:lnTo>
                <a:lnTo>
                  <a:pt x="888135" y="2215246"/>
                </a:lnTo>
                <a:close/>
                <a:moveTo>
                  <a:pt x="896033" y="2197128"/>
                </a:moveTo>
                <a:lnTo>
                  <a:pt x="898215" y="2198625"/>
                </a:lnTo>
                <a:lnTo>
                  <a:pt x="900345" y="2197731"/>
                </a:lnTo>
                <a:lnTo>
                  <a:pt x="899758" y="2196290"/>
                </a:lnTo>
                <a:close/>
                <a:moveTo>
                  <a:pt x="916280" y="2151546"/>
                </a:moveTo>
                <a:lnTo>
                  <a:pt x="917494" y="2152310"/>
                </a:lnTo>
                <a:lnTo>
                  <a:pt x="919141" y="2151603"/>
                </a:lnTo>
                <a:lnTo>
                  <a:pt x="918534" y="2151125"/>
                </a:lnTo>
                <a:close/>
                <a:moveTo>
                  <a:pt x="909164" y="2167078"/>
                </a:moveTo>
                <a:lnTo>
                  <a:pt x="910690" y="2168305"/>
                </a:lnTo>
                <a:lnTo>
                  <a:pt x="912545" y="2169677"/>
                </a:lnTo>
                <a:lnTo>
                  <a:pt x="912562" y="2169674"/>
                </a:lnTo>
                <a:lnTo>
                  <a:pt x="913535" y="2168714"/>
                </a:lnTo>
                <a:lnTo>
                  <a:pt x="909898" y="2166937"/>
                </a:lnTo>
                <a:close/>
                <a:moveTo>
                  <a:pt x="886456" y="2217569"/>
                </a:moveTo>
                <a:lnTo>
                  <a:pt x="888781" y="2217107"/>
                </a:lnTo>
                <a:lnTo>
                  <a:pt x="888259" y="2216475"/>
                </a:lnTo>
                <a:close/>
                <a:moveTo>
                  <a:pt x="879387" y="2233291"/>
                </a:moveTo>
                <a:lnTo>
                  <a:pt x="893505" y="2235645"/>
                </a:lnTo>
                <a:lnTo>
                  <a:pt x="902543" y="2233961"/>
                </a:lnTo>
                <a:lnTo>
                  <a:pt x="902900" y="2233786"/>
                </a:lnTo>
                <a:lnTo>
                  <a:pt x="897098" y="2226950"/>
                </a:lnTo>
                <a:lnTo>
                  <a:pt x="883082" y="2231619"/>
                </a:lnTo>
                <a:lnTo>
                  <a:pt x="882736" y="2232066"/>
                </a:lnTo>
                <a:lnTo>
                  <a:pt x="882437" y="2232113"/>
                </a:lnTo>
                <a:lnTo>
                  <a:pt x="882726" y="2231737"/>
                </a:lnTo>
                <a:lnTo>
                  <a:pt x="880088" y="2232616"/>
                </a:lnTo>
                <a:close/>
                <a:moveTo>
                  <a:pt x="904830" y="2176241"/>
                </a:moveTo>
                <a:lnTo>
                  <a:pt x="905573" y="2176565"/>
                </a:lnTo>
                <a:lnTo>
                  <a:pt x="906096" y="2176049"/>
                </a:lnTo>
                <a:close/>
                <a:moveTo>
                  <a:pt x="1570624" y="685337"/>
                </a:moveTo>
                <a:lnTo>
                  <a:pt x="1571127" y="688355"/>
                </a:lnTo>
                <a:lnTo>
                  <a:pt x="1571238" y="687991"/>
                </a:lnTo>
                <a:close/>
                <a:moveTo>
                  <a:pt x="1563969" y="700122"/>
                </a:moveTo>
                <a:lnTo>
                  <a:pt x="1563076" y="702209"/>
                </a:lnTo>
                <a:lnTo>
                  <a:pt x="1563093" y="702750"/>
                </a:lnTo>
                <a:lnTo>
                  <a:pt x="1563821" y="704470"/>
                </a:lnTo>
                <a:close/>
                <a:moveTo>
                  <a:pt x="1573642" y="678355"/>
                </a:moveTo>
                <a:lnTo>
                  <a:pt x="1573762" y="682189"/>
                </a:lnTo>
                <a:lnTo>
                  <a:pt x="1574466" y="686596"/>
                </a:lnTo>
                <a:lnTo>
                  <a:pt x="1574592" y="686171"/>
                </a:lnTo>
                <a:close/>
                <a:moveTo>
                  <a:pt x="1566928" y="693210"/>
                </a:moveTo>
                <a:lnTo>
                  <a:pt x="1565120" y="697433"/>
                </a:lnTo>
                <a:lnTo>
                  <a:pt x="1566510" y="703083"/>
                </a:lnTo>
                <a:lnTo>
                  <a:pt x="1568530" y="696783"/>
                </a:lnTo>
                <a:close/>
                <a:moveTo>
                  <a:pt x="1528202" y="779918"/>
                </a:moveTo>
                <a:lnTo>
                  <a:pt x="1528097" y="780227"/>
                </a:lnTo>
                <a:lnTo>
                  <a:pt x="1528664" y="781001"/>
                </a:lnTo>
                <a:close/>
                <a:moveTo>
                  <a:pt x="1567776" y="691228"/>
                </a:moveTo>
                <a:lnTo>
                  <a:pt x="1567582" y="691682"/>
                </a:lnTo>
                <a:lnTo>
                  <a:pt x="1569112" y="694942"/>
                </a:lnTo>
                <a:lnTo>
                  <a:pt x="1569207" y="694630"/>
                </a:lnTo>
                <a:close/>
                <a:moveTo>
                  <a:pt x="1557140" y="714817"/>
                </a:moveTo>
                <a:lnTo>
                  <a:pt x="1557562" y="718090"/>
                </a:lnTo>
                <a:lnTo>
                  <a:pt x="1559714" y="715359"/>
                </a:lnTo>
                <a:lnTo>
                  <a:pt x="1560257" y="708281"/>
                </a:lnTo>
                <a:close/>
                <a:moveTo>
                  <a:pt x="1570449" y="684986"/>
                </a:moveTo>
                <a:lnTo>
                  <a:pt x="1567907" y="690923"/>
                </a:lnTo>
                <a:lnTo>
                  <a:pt x="1569317" y="694274"/>
                </a:lnTo>
                <a:lnTo>
                  <a:pt x="1570980" y="688834"/>
                </a:lnTo>
                <a:lnTo>
                  <a:pt x="1570546" y="685577"/>
                </a:lnTo>
                <a:close/>
                <a:moveTo>
                  <a:pt x="1571055" y="683569"/>
                </a:moveTo>
                <a:lnTo>
                  <a:pt x="1570716" y="684362"/>
                </a:lnTo>
                <a:lnTo>
                  <a:pt x="1571418" y="687400"/>
                </a:lnTo>
                <a:lnTo>
                  <a:pt x="1571656" y="686625"/>
                </a:lnTo>
                <a:close/>
                <a:moveTo>
                  <a:pt x="1556296" y="716588"/>
                </a:moveTo>
                <a:lnTo>
                  <a:pt x="1556486" y="719456"/>
                </a:lnTo>
                <a:lnTo>
                  <a:pt x="1557281" y="718447"/>
                </a:lnTo>
                <a:lnTo>
                  <a:pt x="1556883" y="715356"/>
                </a:lnTo>
                <a:close/>
                <a:moveTo>
                  <a:pt x="1536759" y="759983"/>
                </a:moveTo>
                <a:lnTo>
                  <a:pt x="1536806" y="761305"/>
                </a:lnTo>
                <a:lnTo>
                  <a:pt x="1536979" y="760455"/>
                </a:lnTo>
                <a:close/>
                <a:moveTo>
                  <a:pt x="908242" y="2167255"/>
                </a:moveTo>
                <a:lnTo>
                  <a:pt x="909608" y="2170135"/>
                </a:lnTo>
                <a:lnTo>
                  <a:pt x="912116" y="2169744"/>
                </a:lnTo>
                <a:lnTo>
                  <a:pt x="908648" y="2167177"/>
                </a:lnTo>
                <a:close/>
                <a:moveTo>
                  <a:pt x="1576049" y="671904"/>
                </a:moveTo>
                <a:lnTo>
                  <a:pt x="1575283" y="673692"/>
                </a:lnTo>
                <a:lnTo>
                  <a:pt x="1576156" y="680883"/>
                </a:lnTo>
                <a:lnTo>
                  <a:pt x="1577422" y="676605"/>
                </a:lnTo>
                <a:lnTo>
                  <a:pt x="1576144" y="672179"/>
                </a:lnTo>
                <a:close/>
                <a:moveTo>
                  <a:pt x="1552542" y="724462"/>
                </a:moveTo>
                <a:lnTo>
                  <a:pt x="1556120" y="719921"/>
                </a:lnTo>
                <a:lnTo>
                  <a:pt x="1555948" y="717316"/>
                </a:lnTo>
                <a:close/>
                <a:moveTo>
                  <a:pt x="1551639" y="726355"/>
                </a:moveTo>
                <a:lnTo>
                  <a:pt x="1552593" y="728836"/>
                </a:lnTo>
                <a:lnTo>
                  <a:pt x="1556475" y="734379"/>
                </a:lnTo>
                <a:lnTo>
                  <a:pt x="1556970" y="732834"/>
                </a:lnTo>
                <a:lnTo>
                  <a:pt x="1556150" y="720372"/>
                </a:lnTo>
                <a:lnTo>
                  <a:pt x="1551951" y="725701"/>
                </a:lnTo>
                <a:close/>
                <a:moveTo>
                  <a:pt x="915400" y="2150992"/>
                </a:moveTo>
                <a:lnTo>
                  <a:pt x="915783" y="2151234"/>
                </a:lnTo>
                <a:lnTo>
                  <a:pt x="918118" y="2150797"/>
                </a:lnTo>
                <a:lnTo>
                  <a:pt x="917845" y="2150581"/>
                </a:lnTo>
                <a:lnTo>
                  <a:pt x="916050" y="2150517"/>
                </a:lnTo>
                <a:close/>
                <a:moveTo>
                  <a:pt x="1551321" y="727022"/>
                </a:moveTo>
                <a:lnTo>
                  <a:pt x="1551614" y="727440"/>
                </a:lnTo>
                <a:lnTo>
                  <a:pt x="1551394" y="726868"/>
                </a:lnTo>
                <a:close/>
                <a:moveTo>
                  <a:pt x="898727" y="2188120"/>
                </a:moveTo>
                <a:lnTo>
                  <a:pt x="902156" y="2187916"/>
                </a:lnTo>
                <a:lnTo>
                  <a:pt x="900569" y="2187055"/>
                </a:lnTo>
                <a:close/>
                <a:moveTo>
                  <a:pt x="1581095" y="660115"/>
                </a:moveTo>
                <a:lnTo>
                  <a:pt x="1576367" y="671161"/>
                </a:lnTo>
                <a:lnTo>
                  <a:pt x="1577684" y="675719"/>
                </a:lnTo>
                <a:lnTo>
                  <a:pt x="1581770" y="661907"/>
                </a:lnTo>
                <a:close/>
                <a:moveTo>
                  <a:pt x="878504" y="2233144"/>
                </a:moveTo>
                <a:lnTo>
                  <a:pt x="879114" y="2233246"/>
                </a:lnTo>
                <a:lnTo>
                  <a:pt x="879599" y="2232779"/>
                </a:lnTo>
                <a:close/>
                <a:moveTo>
                  <a:pt x="1530490" y="773177"/>
                </a:moveTo>
                <a:lnTo>
                  <a:pt x="1530328" y="773656"/>
                </a:lnTo>
                <a:lnTo>
                  <a:pt x="1530444" y="773888"/>
                </a:lnTo>
                <a:close/>
                <a:moveTo>
                  <a:pt x="1547668" y="734681"/>
                </a:moveTo>
                <a:lnTo>
                  <a:pt x="1548067" y="736404"/>
                </a:lnTo>
                <a:lnTo>
                  <a:pt x="1548047" y="734564"/>
                </a:lnTo>
                <a:lnTo>
                  <a:pt x="1547872" y="734254"/>
                </a:lnTo>
                <a:close/>
                <a:moveTo>
                  <a:pt x="1584994" y="651006"/>
                </a:moveTo>
                <a:lnTo>
                  <a:pt x="1583662" y="654119"/>
                </a:lnTo>
                <a:lnTo>
                  <a:pt x="1583913" y="654661"/>
                </a:lnTo>
                <a:close/>
                <a:moveTo>
                  <a:pt x="1546968" y="736150"/>
                </a:moveTo>
                <a:lnTo>
                  <a:pt x="1548053" y="738701"/>
                </a:lnTo>
                <a:lnTo>
                  <a:pt x="1547695" y="737158"/>
                </a:lnTo>
                <a:lnTo>
                  <a:pt x="1547067" y="735942"/>
                </a:lnTo>
                <a:close/>
                <a:moveTo>
                  <a:pt x="902483" y="2179156"/>
                </a:moveTo>
                <a:lnTo>
                  <a:pt x="902595" y="2179352"/>
                </a:lnTo>
                <a:lnTo>
                  <a:pt x="902908" y="2179192"/>
                </a:lnTo>
                <a:lnTo>
                  <a:pt x="903107" y="2178996"/>
                </a:lnTo>
                <a:lnTo>
                  <a:pt x="903034" y="2178988"/>
                </a:lnTo>
                <a:close/>
                <a:moveTo>
                  <a:pt x="1527780" y="778929"/>
                </a:moveTo>
                <a:lnTo>
                  <a:pt x="1527736" y="779050"/>
                </a:lnTo>
                <a:lnTo>
                  <a:pt x="1527827" y="779859"/>
                </a:lnTo>
                <a:lnTo>
                  <a:pt x="1527894" y="779952"/>
                </a:lnTo>
                <a:lnTo>
                  <a:pt x="1528037" y="779531"/>
                </a:lnTo>
                <a:close/>
                <a:moveTo>
                  <a:pt x="1588176" y="643573"/>
                </a:moveTo>
                <a:lnTo>
                  <a:pt x="1587163" y="645940"/>
                </a:lnTo>
                <a:lnTo>
                  <a:pt x="1584593" y="656130"/>
                </a:lnTo>
                <a:lnTo>
                  <a:pt x="1592148" y="672468"/>
                </a:lnTo>
                <a:lnTo>
                  <a:pt x="1592249" y="671874"/>
                </a:lnTo>
                <a:lnTo>
                  <a:pt x="1592519" y="662039"/>
                </a:lnTo>
                <a:close/>
                <a:moveTo>
                  <a:pt x="902349" y="2178920"/>
                </a:moveTo>
                <a:lnTo>
                  <a:pt x="902375" y="2178967"/>
                </a:lnTo>
                <a:lnTo>
                  <a:pt x="902482" y="2178934"/>
                </a:lnTo>
                <a:close/>
                <a:moveTo>
                  <a:pt x="1593886" y="630235"/>
                </a:moveTo>
                <a:lnTo>
                  <a:pt x="1588359" y="643146"/>
                </a:lnTo>
                <a:lnTo>
                  <a:pt x="1592549" y="660963"/>
                </a:lnTo>
                <a:lnTo>
                  <a:pt x="1592663" y="656816"/>
                </a:lnTo>
                <a:lnTo>
                  <a:pt x="1592916" y="638785"/>
                </a:lnTo>
                <a:lnTo>
                  <a:pt x="1593076" y="638993"/>
                </a:lnTo>
                <a:lnTo>
                  <a:pt x="1592755" y="661840"/>
                </a:lnTo>
                <a:lnTo>
                  <a:pt x="1593454" y="664809"/>
                </a:lnTo>
                <a:lnTo>
                  <a:pt x="1595690" y="651694"/>
                </a:lnTo>
                <a:close/>
                <a:moveTo>
                  <a:pt x="1597037" y="622723"/>
                </a:moveTo>
                <a:lnTo>
                  <a:pt x="1595394" y="626712"/>
                </a:lnTo>
                <a:lnTo>
                  <a:pt x="1594525" y="628742"/>
                </a:lnTo>
                <a:lnTo>
                  <a:pt x="1596202" y="648691"/>
                </a:lnTo>
                <a:lnTo>
                  <a:pt x="1596275" y="648262"/>
                </a:lnTo>
                <a:lnTo>
                  <a:pt x="1599310" y="629327"/>
                </a:lnTo>
                <a:close/>
                <a:moveTo>
                  <a:pt x="1537479" y="756048"/>
                </a:moveTo>
                <a:lnTo>
                  <a:pt x="1537581" y="757511"/>
                </a:lnTo>
                <a:lnTo>
                  <a:pt x="1538159" y="754684"/>
                </a:lnTo>
                <a:lnTo>
                  <a:pt x="1538159" y="754622"/>
                </a:lnTo>
                <a:close/>
                <a:moveTo>
                  <a:pt x="869984" y="2250535"/>
                </a:moveTo>
                <a:lnTo>
                  <a:pt x="872403" y="2253881"/>
                </a:lnTo>
                <a:lnTo>
                  <a:pt x="884083" y="2251951"/>
                </a:lnTo>
                <a:lnTo>
                  <a:pt x="877982" y="2246601"/>
                </a:lnTo>
                <a:close/>
                <a:moveTo>
                  <a:pt x="1536084" y="758973"/>
                </a:moveTo>
                <a:lnTo>
                  <a:pt x="1536391" y="760250"/>
                </a:lnTo>
                <a:lnTo>
                  <a:pt x="1536367" y="759140"/>
                </a:lnTo>
                <a:lnTo>
                  <a:pt x="1536188" y="758755"/>
                </a:lnTo>
                <a:close/>
                <a:moveTo>
                  <a:pt x="1530543" y="771323"/>
                </a:moveTo>
                <a:lnTo>
                  <a:pt x="1529962" y="772922"/>
                </a:lnTo>
                <a:lnTo>
                  <a:pt x="1530152" y="773302"/>
                </a:lnTo>
                <a:lnTo>
                  <a:pt x="1530559" y="772100"/>
                </a:lnTo>
                <a:lnTo>
                  <a:pt x="1530596" y="771544"/>
                </a:lnTo>
                <a:close/>
                <a:moveTo>
                  <a:pt x="1587975" y="642720"/>
                </a:moveTo>
                <a:lnTo>
                  <a:pt x="1587947" y="642834"/>
                </a:lnTo>
                <a:lnTo>
                  <a:pt x="1587982" y="642751"/>
                </a:lnTo>
                <a:close/>
                <a:moveTo>
                  <a:pt x="912486" y="2154879"/>
                </a:moveTo>
                <a:lnTo>
                  <a:pt x="914330" y="2154771"/>
                </a:lnTo>
                <a:lnTo>
                  <a:pt x="918065" y="2153463"/>
                </a:lnTo>
                <a:lnTo>
                  <a:pt x="917618" y="2153183"/>
                </a:lnTo>
                <a:lnTo>
                  <a:pt x="916445" y="2153367"/>
                </a:lnTo>
                <a:close/>
                <a:moveTo>
                  <a:pt x="901966" y="2178254"/>
                </a:moveTo>
                <a:lnTo>
                  <a:pt x="902148" y="2178572"/>
                </a:lnTo>
                <a:lnTo>
                  <a:pt x="902857" y="2178642"/>
                </a:lnTo>
                <a:close/>
                <a:moveTo>
                  <a:pt x="894122" y="2195816"/>
                </a:moveTo>
                <a:lnTo>
                  <a:pt x="894943" y="2196379"/>
                </a:lnTo>
                <a:lnTo>
                  <a:pt x="898532" y="2195420"/>
                </a:lnTo>
                <a:close/>
                <a:moveTo>
                  <a:pt x="913871" y="2151591"/>
                </a:moveTo>
                <a:lnTo>
                  <a:pt x="914342" y="2151503"/>
                </a:lnTo>
                <a:lnTo>
                  <a:pt x="914619" y="2151296"/>
                </a:lnTo>
                <a:lnTo>
                  <a:pt x="914525" y="2151237"/>
                </a:lnTo>
                <a:close/>
                <a:moveTo>
                  <a:pt x="897070" y="2189078"/>
                </a:moveTo>
                <a:lnTo>
                  <a:pt x="897581" y="2190387"/>
                </a:lnTo>
                <a:lnTo>
                  <a:pt x="900801" y="2189767"/>
                </a:lnTo>
                <a:lnTo>
                  <a:pt x="903328" y="2188551"/>
                </a:lnTo>
                <a:lnTo>
                  <a:pt x="903270" y="2188520"/>
                </a:lnTo>
                <a:lnTo>
                  <a:pt x="897434" y="2188867"/>
                </a:lnTo>
                <a:close/>
                <a:moveTo>
                  <a:pt x="884115" y="2218034"/>
                </a:moveTo>
                <a:lnTo>
                  <a:pt x="884384" y="2217980"/>
                </a:lnTo>
                <a:lnTo>
                  <a:pt x="887794" y="2215912"/>
                </a:lnTo>
                <a:lnTo>
                  <a:pt x="887569" y="2215639"/>
                </a:lnTo>
                <a:close/>
                <a:moveTo>
                  <a:pt x="894697" y="2193738"/>
                </a:moveTo>
                <a:lnTo>
                  <a:pt x="898356" y="2192850"/>
                </a:lnTo>
                <a:lnTo>
                  <a:pt x="898164" y="2192377"/>
                </a:lnTo>
                <a:lnTo>
                  <a:pt x="897502" y="2192497"/>
                </a:lnTo>
                <a:lnTo>
                  <a:pt x="896961" y="2192756"/>
                </a:lnTo>
                <a:close/>
                <a:moveTo>
                  <a:pt x="896673" y="2189308"/>
                </a:moveTo>
                <a:lnTo>
                  <a:pt x="897346" y="2190370"/>
                </a:lnTo>
                <a:lnTo>
                  <a:pt x="896867" y="2189196"/>
                </a:lnTo>
                <a:close/>
                <a:moveTo>
                  <a:pt x="890933" y="2201837"/>
                </a:moveTo>
                <a:lnTo>
                  <a:pt x="892689" y="2205407"/>
                </a:lnTo>
                <a:lnTo>
                  <a:pt x="897649" y="2203200"/>
                </a:lnTo>
                <a:lnTo>
                  <a:pt x="900342" y="2201686"/>
                </a:lnTo>
                <a:lnTo>
                  <a:pt x="896996" y="2199390"/>
                </a:lnTo>
                <a:close/>
                <a:moveTo>
                  <a:pt x="896432" y="2188927"/>
                </a:moveTo>
                <a:lnTo>
                  <a:pt x="896476" y="2188997"/>
                </a:lnTo>
                <a:lnTo>
                  <a:pt x="896611" y="2188916"/>
                </a:lnTo>
                <a:close/>
                <a:moveTo>
                  <a:pt x="882848" y="2218912"/>
                </a:moveTo>
                <a:lnTo>
                  <a:pt x="883040" y="2218796"/>
                </a:lnTo>
                <a:lnTo>
                  <a:pt x="883006" y="2218803"/>
                </a:lnTo>
                <a:close/>
                <a:moveTo>
                  <a:pt x="902378" y="2175173"/>
                </a:moveTo>
                <a:lnTo>
                  <a:pt x="902820" y="2175366"/>
                </a:lnTo>
                <a:lnTo>
                  <a:pt x="907511" y="2174654"/>
                </a:lnTo>
                <a:lnTo>
                  <a:pt x="907892" y="2174278"/>
                </a:lnTo>
                <a:close/>
                <a:moveTo>
                  <a:pt x="1546012" y="733902"/>
                </a:moveTo>
                <a:lnTo>
                  <a:pt x="1546283" y="734539"/>
                </a:lnTo>
                <a:lnTo>
                  <a:pt x="1546311" y="734480"/>
                </a:lnTo>
                <a:close/>
                <a:moveTo>
                  <a:pt x="886430" y="2210477"/>
                </a:moveTo>
                <a:lnTo>
                  <a:pt x="890838" y="2211255"/>
                </a:lnTo>
                <a:lnTo>
                  <a:pt x="892663" y="2210472"/>
                </a:lnTo>
                <a:lnTo>
                  <a:pt x="891646" y="2208403"/>
                </a:lnTo>
                <a:close/>
                <a:moveTo>
                  <a:pt x="1536921" y="753842"/>
                </a:moveTo>
                <a:lnTo>
                  <a:pt x="1536755" y="754217"/>
                </a:lnTo>
                <a:lnTo>
                  <a:pt x="1536597" y="754650"/>
                </a:lnTo>
                <a:lnTo>
                  <a:pt x="1536637" y="754767"/>
                </a:lnTo>
                <a:lnTo>
                  <a:pt x="1536942" y="754128"/>
                </a:lnTo>
                <a:close/>
                <a:moveTo>
                  <a:pt x="1537508" y="752524"/>
                </a:moveTo>
                <a:lnTo>
                  <a:pt x="1537269" y="753060"/>
                </a:lnTo>
                <a:lnTo>
                  <a:pt x="1537293" y="753392"/>
                </a:lnTo>
                <a:lnTo>
                  <a:pt x="1537606" y="752733"/>
                </a:lnTo>
                <a:close/>
                <a:moveTo>
                  <a:pt x="1546181" y="733023"/>
                </a:moveTo>
                <a:lnTo>
                  <a:pt x="1546610" y="733853"/>
                </a:lnTo>
                <a:lnTo>
                  <a:pt x="1546826" y="733401"/>
                </a:lnTo>
                <a:lnTo>
                  <a:pt x="1546612" y="732476"/>
                </a:lnTo>
                <a:close/>
                <a:moveTo>
                  <a:pt x="1562866" y="695609"/>
                </a:moveTo>
                <a:lnTo>
                  <a:pt x="1562989" y="699504"/>
                </a:lnTo>
                <a:lnTo>
                  <a:pt x="1563540" y="698350"/>
                </a:lnTo>
                <a:close/>
                <a:moveTo>
                  <a:pt x="911477" y="2153859"/>
                </a:moveTo>
                <a:lnTo>
                  <a:pt x="915276" y="2153263"/>
                </a:lnTo>
                <a:lnTo>
                  <a:pt x="916744" y="2152632"/>
                </a:lnTo>
                <a:lnTo>
                  <a:pt x="915307" y="2151728"/>
                </a:lnTo>
                <a:lnTo>
                  <a:pt x="914077" y="2151959"/>
                </a:lnTo>
                <a:close/>
                <a:moveTo>
                  <a:pt x="911210" y="2154188"/>
                </a:moveTo>
                <a:lnTo>
                  <a:pt x="911366" y="2154529"/>
                </a:lnTo>
                <a:lnTo>
                  <a:pt x="911700" y="2154765"/>
                </a:lnTo>
                <a:lnTo>
                  <a:pt x="912392" y="2154501"/>
                </a:lnTo>
                <a:lnTo>
                  <a:pt x="914220" y="2153715"/>
                </a:lnTo>
                <a:close/>
                <a:moveTo>
                  <a:pt x="872971" y="2239468"/>
                </a:moveTo>
                <a:lnTo>
                  <a:pt x="890523" y="2236200"/>
                </a:lnTo>
                <a:lnTo>
                  <a:pt x="878455" y="2234188"/>
                </a:lnTo>
                <a:close/>
                <a:moveTo>
                  <a:pt x="872005" y="2241064"/>
                </a:moveTo>
                <a:lnTo>
                  <a:pt x="874400" y="2243223"/>
                </a:lnTo>
                <a:lnTo>
                  <a:pt x="877746" y="2246158"/>
                </a:lnTo>
                <a:lnTo>
                  <a:pt x="896101" y="2237130"/>
                </a:lnTo>
                <a:lnTo>
                  <a:pt x="894537" y="2236869"/>
                </a:lnTo>
                <a:close/>
                <a:moveTo>
                  <a:pt x="1574531" y="667494"/>
                </a:moveTo>
                <a:lnTo>
                  <a:pt x="1575163" y="672698"/>
                </a:lnTo>
                <a:lnTo>
                  <a:pt x="1575805" y="671197"/>
                </a:lnTo>
                <a:close/>
                <a:moveTo>
                  <a:pt x="892487" y="2194695"/>
                </a:moveTo>
                <a:lnTo>
                  <a:pt x="892958" y="2195018"/>
                </a:lnTo>
                <a:lnTo>
                  <a:pt x="898711" y="2194500"/>
                </a:lnTo>
                <a:lnTo>
                  <a:pt x="899009" y="2194451"/>
                </a:lnTo>
                <a:lnTo>
                  <a:pt x="898471" y="2193132"/>
                </a:lnTo>
                <a:lnTo>
                  <a:pt x="893071" y="2194442"/>
                </a:lnTo>
                <a:close/>
                <a:moveTo>
                  <a:pt x="896079" y="2186549"/>
                </a:moveTo>
                <a:lnTo>
                  <a:pt x="896741" y="2188238"/>
                </a:lnTo>
                <a:lnTo>
                  <a:pt x="897859" y="2188172"/>
                </a:lnTo>
                <a:lnTo>
                  <a:pt x="900130" y="2186816"/>
                </a:lnTo>
                <a:lnTo>
                  <a:pt x="898603" y="2185986"/>
                </a:lnTo>
                <a:lnTo>
                  <a:pt x="896464" y="2186170"/>
                </a:lnTo>
                <a:close/>
                <a:moveTo>
                  <a:pt x="1546035" y="731050"/>
                </a:moveTo>
                <a:lnTo>
                  <a:pt x="1545730" y="732150"/>
                </a:lnTo>
                <a:lnTo>
                  <a:pt x="1546028" y="732727"/>
                </a:lnTo>
                <a:lnTo>
                  <a:pt x="1546524" y="732097"/>
                </a:lnTo>
                <a:lnTo>
                  <a:pt x="1546450" y="731775"/>
                </a:lnTo>
                <a:close/>
                <a:moveTo>
                  <a:pt x="910791" y="2153266"/>
                </a:moveTo>
                <a:lnTo>
                  <a:pt x="911088" y="2153920"/>
                </a:lnTo>
                <a:lnTo>
                  <a:pt x="911139" y="2153912"/>
                </a:lnTo>
                <a:lnTo>
                  <a:pt x="913624" y="2152043"/>
                </a:lnTo>
                <a:lnTo>
                  <a:pt x="912735" y="2152210"/>
                </a:lnTo>
                <a:close/>
                <a:moveTo>
                  <a:pt x="895368" y="2187249"/>
                </a:moveTo>
                <a:lnTo>
                  <a:pt x="896022" y="2188281"/>
                </a:lnTo>
                <a:lnTo>
                  <a:pt x="896483" y="2188254"/>
                </a:lnTo>
                <a:lnTo>
                  <a:pt x="895872" y="2186753"/>
                </a:lnTo>
                <a:close/>
                <a:moveTo>
                  <a:pt x="884541" y="2211228"/>
                </a:moveTo>
                <a:lnTo>
                  <a:pt x="886183" y="2213252"/>
                </a:lnTo>
                <a:lnTo>
                  <a:pt x="889945" y="2211638"/>
                </a:lnTo>
                <a:lnTo>
                  <a:pt x="885488" y="2210851"/>
                </a:lnTo>
                <a:close/>
                <a:moveTo>
                  <a:pt x="893428" y="2191185"/>
                </a:moveTo>
                <a:lnTo>
                  <a:pt x="897124" y="2190475"/>
                </a:lnTo>
                <a:lnTo>
                  <a:pt x="896427" y="2189450"/>
                </a:lnTo>
                <a:close/>
                <a:moveTo>
                  <a:pt x="910500" y="2152627"/>
                </a:moveTo>
                <a:lnTo>
                  <a:pt x="910534" y="2152701"/>
                </a:lnTo>
                <a:lnTo>
                  <a:pt x="910730" y="2152584"/>
                </a:lnTo>
                <a:close/>
                <a:moveTo>
                  <a:pt x="1574341" y="665936"/>
                </a:moveTo>
                <a:lnTo>
                  <a:pt x="1574371" y="666180"/>
                </a:lnTo>
                <a:lnTo>
                  <a:pt x="1574623" y="666911"/>
                </a:lnTo>
                <a:close/>
                <a:moveTo>
                  <a:pt x="1564497" y="687792"/>
                </a:moveTo>
                <a:lnTo>
                  <a:pt x="1564364" y="694360"/>
                </a:lnTo>
                <a:lnTo>
                  <a:pt x="1564731" y="695851"/>
                </a:lnTo>
                <a:lnTo>
                  <a:pt x="1566473" y="692197"/>
                </a:lnTo>
                <a:close/>
                <a:moveTo>
                  <a:pt x="894213" y="2188389"/>
                </a:moveTo>
                <a:lnTo>
                  <a:pt x="895653" y="2188302"/>
                </a:lnTo>
                <a:lnTo>
                  <a:pt x="895133" y="2187482"/>
                </a:lnTo>
                <a:close/>
                <a:moveTo>
                  <a:pt x="884025" y="2210593"/>
                </a:moveTo>
                <a:lnTo>
                  <a:pt x="884101" y="2210686"/>
                </a:lnTo>
                <a:lnTo>
                  <a:pt x="884241" y="2210631"/>
                </a:lnTo>
                <a:close/>
                <a:moveTo>
                  <a:pt x="889355" y="2198631"/>
                </a:moveTo>
                <a:lnTo>
                  <a:pt x="890850" y="2201670"/>
                </a:lnTo>
                <a:lnTo>
                  <a:pt x="893707" y="2200516"/>
                </a:lnTo>
                <a:lnTo>
                  <a:pt x="896767" y="2199233"/>
                </a:lnTo>
                <a:lnTo>
                  <a:pt x="894277" y="2197524"/>
                </a:lnTo>
                <a:close/>
                <a:moveTo>
                  <a:pt x="894776" y="2186315"/>
                </a:moveTo>
                <a:lnTo>
                  <a:pt x="895125" y="2186866"/>
                </a:lnTo>
                <a:lnTo>
                  <a:pt x="895691" y="2186308"/>
                </a:lnTo>
                <a:lnTo>
                  <a:pt x="895662" y="2186239"/>
                </a:lnTo>
                <a:close/>
                <a:moveTo>
                  <a:pt x="1593195" y="622027"/>
                </a:moveTo>
                <a:lnTo>
                  <a:pt x="1588122" y="642139"/>
                </a:lnTo>
                <a:lnTo>
                  <a:pt x="1588165" y="642323"/>
                </a:lnTo>
                <a:lnTo>
                  <a:pt x="1593796" y="629168"/>
                </a:lnTo>
                <a:close/>
                <a:moveTo>
                  <a:pt x="890996" y="2193671"/>
                </a:moveTo>
                <a:lnTo>
                  <a:pt x="891695" y="2194151"/>
                </a:lnTo>
                <a:lnTo>
                  <a:pt x="893710" y="2193180"/>
                </a:lnTo>
                <a:close/>
                <a:moveTo>
                  <a:pt x="896388" y="2181012"/>
                </a:moveTo>
                <a:lnTo>
                  <a:pt x="901379" y="2179972"/>
                </a:lnTo>
                <a:lnTo>
                  <a:pt x="902221" y="2179543"/>
                </a:lnTo>
                <a:lnTo>
                  <a:pt x="902067" y="2179283"/>
                </a:lnTo>
                <a:close/>
                <a:moveTo>
                  <a:pt x="883466" y="2209904"/>
                </a:moveTo>
                <a:lnTo>
                  <a:pt x="883513" y="2209962"/>
                </a:lnTo>
                <a:lnTo>
                  <a:pt x="885183" y="2210257"/>
                </a:lnTo>
                <a:lnTo>
                  <a:pt x="891351" y="2207805"/>
                </a:lnTo>
                <a:lnTo>
                  <a:pt x="890782" y="2206649"/>
                </a:lnTo>
                <a:close/>
                <a:moveTo>
                  <a:pt x="1555485" y="704495"/>
                </a:moveTo>
                <a:lnTo>
                  <a:pt x="1555570" y="705568"/>
                </a:lnTo>
                <a:lnTo>
                  <a:pt x="1556120" y="713909"/>
                </a:lnTo>
                <a:lnTo>
                  <a:pt x="1556574" y="712958"/>
                </a:lnTo>
                <a:close/>
                <a:moveTo>
                  <a:pt x="878967" y="2219057"/>
                </a:moveTo>
                <a:lnTo>
                  <a:pt x="882729" y="2218309"/>
                </a:lnTo>
                <a:lnTo>
                  <a:pt x="885665" y="2216273"/>
                </a:lnTo>
                <a:close/>
                <a:moveTo>
                  <a:pt x="1564583" y="683635"/>
                </a:moveTo>
                <a:lnTo>
                  <a:pt x="1564550" y="685221"/>
                </a:lnTo>
                <a:lnTo>
                  <a:pt x="1567154" y="690770"/>
                </a:lnTo>
                <a:lnTo>
                  <a:pt x="1567382" y="690292"/>
                </a:lnTo>
                <a:close/>
                <a:moveTo>
                  <a:pt x="1594719" y="615990"/>
                </a:moveTo>
                <a:lnTo>
                  <a:pt x="1593770" y="619752"/>
                </a:lnTo>
                <a:lnTo>
                  <a:pt x="1594435" y="627676"/>
                </a:lnTo>
                <a:lnTo>
                  <a:pt x="1596822" y="622099"/>
                </a:lnTo>
                <a:close/>
                <a:moveTo>
                  <a:pt x="907337" y="2155143"/>
                </a:moveTo>
                <a:lnTo>
                  <a:pt x="907362" y="2155179"/>
                </a:lnTo>
                <a:lnTo>
                  <a:pt x="908289" y="2155124"/>
                </a:lnTo>
                <a:lnTo>
                  <a:pt x="908106" y="2154724"/>
                </a:lnTo>
                <a:close/>
                <a:moveTo>
                  <a:pt x="909431" y="2150277"/>
                </a:moveTo>
                <a:lnTo>
                  <a:pt x="910330" y="2152253"/>
                </a:lnTo>
                <a:lnTo>
                  <a:pt x="911719" y="2151993"/>
                </a:lnTo>
                <a:lnTo>
                  <a:pt x="913776" y="2150765"/>
                </a:lnTo>
                <a:lnTo>
                  <a:pt x="913218" y="2150414"/>
                </a:lnTo>
                <a:close/>
                <a:moveTo>
                  <a:pt x="890881" y="2191675"/>
                </a:moveTo>
                <a:lnTo>
                  <a:pt x="892517" y="2191361"/>
                </a:lnTo>
                <a:lnTo>
                  <a:pt x="896222" y="2189149"/>
                </a:lnTo>
                <a:lnTo>
                  <a:pt x="896084" y="2188948"/>
                </a:lnTo>
                <a:lnTo>
                  <a:pt x="893489" y="2189103"/>
                </a:lnTo>
                <a:close/>
                <a:moveTo>
                  <a:pt x="888470" y="2196434"/>
                </a:moveTo>
                <a:lnTo>
                  <a:pt x="888788" y="2197480"/>
                </a:lnTo>
                <a:lnTo>
                  <a:pt x="889026" y="2197962"/>
                </a:lnTo>
                <a:lnTo>
                  <a:pt x="893264" y="2196828"/>
                </a:lnTo>
                <a:lnTo>
                  <a:pt x="892060" y="2196002"/>
                </a:lnTo>
                <a:lnTo>
                  <a:pt x="888789" y="2196296"/>
                </a:lnTo>
                <a:close/>
                <a:moveTo>
                  <a:pt x="898479" y="2172167"/>
                </a:moveTo>
                <a:lnTo>
                  <a:pt x="899296" y="2173594"/>
                </a:lnTo>
                <a:lnTo>
                  <a:pt x="908254" y="2172512"/>
                </a:lnTo>
                <a:lnTo>
                  <a:pt x="907088" y="2170825"/>
                </a:lnTo>
                <a:close/>
                <a:moveTo>
                  <a:pt x="887912" y="2194602"/>
                </a:moveTo>
                <a:lnTo>
                  <a:pt x="888133" y="2195329"/>
                </a:lnTo>
                <a:lnTo>
                  <a:pt x="890310" y="2194801"/>
                </a:lnTo>
                <a:lnTo>
                  <a:pt x="889150" y="2194004"/>
                </a:lnTo>
                <a:lnTo>
                  <a:pt x="888376" y="2194144"/>
                </a:lnTo>
                <a:close/>
                <a:moveTo>
                  <a:pt x="906088" y="2153393"/>
                </a:moveTo>
                <a:lnTo>
                  <a:pt x="906931" y="2154572"/>
                </a:lnTo>
                <a:lnTo>
                  <a:pt x="907484" y="2154486"/>
                </a:lnTo>
                <a:lnTo>
                  <a:pt x="907897" y="2154261"/>
                </a:lnTo>
                <a:lnTo>
                  <a:pt x="907399" y="2153165"/>
                </a:lnTo>
                <a:close/>
                <a:moveTo>
                  <a:pt x="1562472" y="683275"/>
                </a:moveTo>
                <a:lnTo>
                  <a:pt x="1562552" y="685781"/>
                </a:lnTo>
                <a:lnTo>
                  <a:pt x="1563976" y="692781"/>
                </a:lnTo>
                <a:lnTo>
                  <a:pt x="1564131" y="693409"/>
                </a:lnTo>
                <a:lnTo>
                  <a:pt x="1564255" y="687250"/>
                </a:lnTo>
                <a:close/>
                <a:moveTo>
                  <a:pt x="905144" y="2155141"/>
                </a:moveTo>
                <a:lnTo>
                  <a:pt x="906030" y="2155256"/>
                </a:lnTo>
                <a:lnTo>
                  <a:pt x="906070" y="2155254"/>
                </a:lnTo>
                <a:lnTo>
                  <a:pt x="906500" y="2155020"/>
                </a:lnTo>
                <a:lnTo>
                  <a:pt x="906437" y="2154938"/>
                </a:lnTo>
                <a:close/>
                <a:moveTo>
                  <a:pt x="1554778" y="699558"/>
                </a:moveTo>
                <a:lnTo>
                  <a:pt x="1550260" y="715831"/>
                </a:lnTo>
                <a:lnTo>
                  <a:pt x="1550793" y="724157"/>
                </a:lnTo>
                <a:lnTo>
                  <a:pt x="1550990" y="724668"/>
                </a:lnTo>
                <a:lnTo>
                  <a:pt x="1555773" y="714639"/>
                </a:lnTo>
                <a:close/>
                <a:moveTo>
                  <a:pt x="853624" y="2269548"/>
                </a:moveTo>
                <a:lnTo>
                  <a:pt x="855598" y="2271873"/>
                </a:lnTo>
                <a:lnTo>
                  <a:pt x="877533" y="2264332"/>
                </a:lnTo>
                <a:lnTo>
                  <a:pt x="878559" y="2263444"/>
                </a:lnTo>
                <a:lnTo>
                  <a:pt x="877271" y="2261670"/>
                </a:lnTo>
                <a:close/>
                <a:moveTo>
                  <a:pt x="878318" y="2213702"/>
                </a:moveTo>
                <a:lnTo>
                  <a:pt x="884930" y="2213789"/>
                </a:lnTo>
                <a:lnTo>
                  <a:pt x="885751" y="2213437"/>
                </a:lnTo>
                <a:lnTo>
                  <a:pt x="884078" y="2211412"/>
                </a:lnTo>
                <a:close/>
                <a:moveTo>
                  <a:pt x="859003" y="2256514"/>
                </a:moveTo>
                <a:lnTo>
                  <a:pt x="873825" y="2256924"/>
                </a:lnTo>
                <a:lnTo>
                  <a:pt x="871972" y="2254371"/>
                </a:lnTo>
                <a:close/>
                <a:moveTo>
                  <a:pt x="896268" y="2172512"/>
                </a:moveTo>
                <a:lnTo>
                  <a:pt x="898720" y="2173580"/>
                </a:lnTo>
                <a:lnTo>
                  <a:pt x="897957" y="2172248"/>
                </a:lnTo>
                <a:close/>
                <a:moveTo>
                  <a:pt x="885196" y="2197280"/>
                </a:moveTo>
                <a:lnTo>
                  <a:pt x="885986" y="2196900"/>
                </a:lnTo>
                <a:lnTo>
                  <a:pt x="885854" y="2196631"/>
                </a:lnTo>
                <a:close/>
                <a:moveTo>
                  <a:pt x="1556102" y="694791"/>
                </a:moveTo>
                <a:lnTo>
                  <a:pt x="1555022" y="698680"/>
                </a:lnTo>
                <a:lnTo>
                  <a:pt x="1555049" y="699010"/>
                </a:lnTo>
                <a:lnTo>
                  <a:pt x="1555634" y="703112"/>
                </a:lnTo>
                <a:lnTo>
                  <a:pt x="1556831" y="712418"/>
                </a:lnTo>
                <a:lnTo>
                  <a:pt x="1560269" y="705210"/>
                </a:lnTo>
                <a:close/>
                <a:moveTo>
                  <a:pt x="867342" y="2236863"/>
                </a:moveTo>
                <a:lnTo>
                  <a:pt x="870703" y="2239890"/>
                </a:lnTo>
                <a:lnTo>
                  <a:pt x="872575" y="2239542"/>
                </a:lnTo>
                <a:lnTo>
                  <a:pt x="878183" y="2234143"/>
                </a:lnTo>
                <a:lnTo>
                  <a:pt x="876397" y="2233846"/>
                </a:lnTo>
                <a:close/>
                <a:moveTo>
                  <a:pt x="858517" y="2256175"/>
                </a:moveTo>
                <a:lnTo>
                  <a:pt x="871699" y="2253997"/>
                </a:lnTo>
                <a:lnTo>
                  <a:pt x="869396" y="2250824"/>
                </a:lnTo>
                <a:close/>
                <a:moveTo>
                  <a:pt x="896911" y="2169429"/>
                </a:moveTo>
                <a:lnTo>
                  <a:pt x="898322" y="2171892"/>
                </a:lnTo>
                <a:lnTo>
                  <a:pt x="906903" y="2170555"/>
                </a:lnTo>
                <a:lnTo>
                  <a:pt x="905047" y="2167868"/>
                </a:lnTo>
                <a:close/>
                <a:moveTo>
                  <a:pt x="864189" y="2242520"/>
                </a:moveTo>
                <a:lnTo>
                  <a:pt x="869686" y="2250122"/>
                </a:lnTo>
                <a:lnTo>
                  <a:pt x="877574" y="2246243"/>
                </a:lnTo>
                <a:lnTo>
                  <a:pt x="871730" y="2241115"/>
                </a:lnTo>
                <a:close/>
                <a:moveTo>
                  <a:pt x="880378" y="2206099"/>
                </a:moveTo>
                <a:lnTo>
                  <a:pt x="883231" y="2209615"/>
                </a:lnTo>
                <a:lnTo>
                  <a:pt x="890624" y="2206326"/>
                </a:lnTo>
                <a:lnTo>
                  <a:pt x="888832" y="2202685"/>
                </a:lnTo>
                <a:close/>
                <a:moveTo>
                  <a:pt x="892718" y="2177963"/>
                </a:moveTo>
                <a:lnTo>
                  <a:pt x="893274" y="2179384"/>
                </a:lnTo>
                <a:lnTo>
                  <a:pt x="895593" y="2181030"/>
                </a:lnTo>
                <a:lnTo>
                  <a:pt x="901955" y="2179094"/>
                </a:lnTo>
                <a:lnTo>
                  <a:pt x="901822" y="2178868"/>
                </a:lnTo>
                <a:close/>
                <a:moveTo>
                  <a:pt x="905139" y="2150123"/>
                </a:moveTo>
                <a:lnTo>
                  <a:pt x="906428" y="2151036"/>
                </a:lnTo>
                <a:lnTo>
                  <a:pt x="906028" y="2150155"/>
                </a:lnTo>
                <a:close/>
                <a:moveTo>
                  <a:pt x="1562312" y="678241"/>
                </a:moveTo>
                <a:lnTo>
                  <a:pt x="1562387" y="680611"/>
                </a:lnTo>
                <a:lnTo>
                  <a:pt x="1564307" y="684703"/>
                </a:lnTo>
                <a:lnTo>
                  <a:pt x="1564341" y="683061"/>
                </a:lnTo>
                <a:close/>
                <a:moveTo>
                  <a:pt x="892640" y="2177626"/>
                </a:moveTo>
                <a:lnTo>
                  <a:pt x="901615" y="2178518"/>
                </a:lnTo>
                <a:lnTo>
                  <a:pt x="901283" y="2177956"/>
                </a:lnTo>
                <a:lnTo>
                  <a:pt x="898928" y="2176930"/>
                </a:lnTo>
                <a:close/>
                <a:moveTo>
                  <a:pt x="882803" y="2199591"/>
                </a:moveTo>
                <a:lnTo>
                  <a:pt x="883612" y="2199409"/>
                </a:lnTo>
                <a:lnTo>
                  <a:pt x="886801" y="2198557"/>
                </a:lnTo>
                <a:lnTo>
                  <a:pt x="886234" y="2197403"/>
                </a:lnTo>
                <a:lnTo>
                  <a:pt x="884137" y="2198312"/>
                </a:lnTo>
                <a:close/>
                <a:moveTo>
                  <a:pt x="1592574" y="609759"/>
                </a:moveTo>
                <a:lnTo>
                  <a:pt x="1593572" y="617782"/>
                </a:lnTo>
                <a:lnTo>
                  <a:pt x="1594318" y="614825"/>
                </a:lnTo>
                <a:close/>
                <a:moveTo>
                  <a:pt x="852067" y="2267713"/>
                </a:moveTo>
                <a:lnTo>
                  <a:pt x="853421" y="2269308"/>
                </a:lnTo>
                <a:lnTo>
                  <a:pt x="869334" y="2264007"/>
                </a:lnTo>
                <a:lnTo>
                  <a:pt x="876892" y="2261149"/>
                </a:lnTo>
                <a:lnTo>
                  <a:pt x="875172" y="2258779"/>
                </a:lnTo>
                <a:lnTo>
                  <a:pt x="871076" y="2260449"/>
                </a:lnTo>
                <a:close/>
                <a:moveTo>
                  <a:pt x="904175" y="2150713"/>
                </a:moveTo>
                <a:lnTo>
                  <a:pt x="905871" y="2153087"/>
                </a:lnTo>
                <a:lnTo>
                  <a:pt x="907182" y="2152842"/>
                </a:lnTo>
                <a:close/>
                <a:moveTo>
                  <a:pt x="892268" y="2176816"/>
                </a:moveTo>
                <a:lnTo>
                  <a:pt x="892324" y="2176959"/>
                </a:lnTo>
                <a:lnTo>
                  <a:pt x="897272" y="2176208"/>
                </a:lnTo>
                <a:lnTo>
                  <a:pt x="896929" y="2176058"/>
                </a:lnTo>
                <a:close/>
                <a:moveTo>
                  <a:pt x="886365" y="2189527"/>
                </a:moveTo>
                <a:lnTo>
                  <a:pt x="886737" y="2190747"/>
                </a:lnTo>
                <a:lnTo>
                  <a:pt x="888699" y="2192094"/>
                </a:lnTo>
                <a:lnTo>
                  <a:pt x="890095" y="2191826"/>
                </a:lnTo>
                <a:lnTo>
                  <a:pt x="892816" y="2189142"/>
                </a:lnTo>
                <a:close/>
                <a:moveTo>
                  <a:pt x="868684" y="2228739"/>
                </a:moveTo>
                <a:lnTo>
                  <a:pt x="875627" y="2227277"/>
                </a:lnTo>
                <a:lnTo>
                  <a:pt x="888263" y="2224436"/>
                </a:lnTo>
                <a:lnTo>
                  <a:pt x="888568" y="2224143"/>
                </a:lnTo>
                <a:lnTo>
                  <a:pt x="888645" y="2224067"/>
                </a:lnTo>
                <a:lnTo>
                  <a:pt x="891506" y="2220361"/>
                </a:lnTo>
                <a:lnTo>
                  <a:pt x="890631" y="2219330"/>
                </a:lnTo>
                <a:lnTo>
                  <a:pt x="871563" y="2227739"/>
                </a:lnTo>
                <a:lnTo>
                  <a:pt x="871360" y="2227666"/>
                </a:lnTo>
                <a:lnTo>
                  <a:pt x="886161" y="2221139"/>
                </a:lnTo>
                <a:lnTo>
                  <a:pt x="890486" y="2219160"/>
                </a:lnTo>
                <a:lnTo>
                  <a:pt x="890116" y="2218724"/>
                </a:lnTo>
                <a:lnTo>
                  <a:pt x="889170" y="2217578"/>
                </a:lnTo>
                <a:lnTo>
                  <a:pt x="885112" y="2218385"/>
                </a:lnTo>
                <a:lnTo>
                  <a:pt x="873136" y="2225651"/>
                </a:lnTo>
                <a:close/>
                <a:moveTo>
                  <a:pt x="902005" y="2154100"/>
                </a:moveTo>
                <a:lnTo>
                  <a:pt x="902324" y="2154774"/>
                </a:lnTo>
                <a:lnTo>
                  <a:pt x="904142" y="2155010"/>
                </a:lnTo>
                <a:lnTo>
                  <a:pt x="906237" y="2154682"/>
                </a:lnTo>
                <a:lnTo>
                  <a:pt x="905338" y="2153522"/>
                </a:lnTo>
                <a:close/>
                <a:moveTo>
                  <a:pt x="886148" y="2188814"/>
                </a:moveTo>
                <a:lnTo>
                  <a:pt x="886165" y="2188868"/>
                </a:lnTo>
                <a:lnTo>
                  <a:pt x="893540" y="2188429"/>
                </a:lnTo>
                <a:lnTo>
                  <a:pt x="894889" y="2187098"/>
                </a:lnTo>
                <a:lnTo>
                  <a:pt x="894413" y="2186346"/>
                </a:lnTo>
                <a:lnTo>
                  <a:pt x="890298" y="2186698"/>
                </a:lnTo>
                <a:close/>
                <a:moveTo>
                  <a:pt x="891046" y="2177802"/>
                </a:moveTo>
                <a:lnTo>
                  <a:pt x="892704" y="2178980"/>
                </a:lnTo>
                <a:lnTo>
                  <a:pt x="892272" y="2177919"/>
                </a:lnTo>
                <a:lnTo>
                  <a:pt x="891072" y="2177799"/>
                </a:lnTo>
                <a:close/>
                <a:moveTo>
                  <a:pt x="875026" y="2213659"/>
                </a:moveTo>
                <a:lnTo>
                  <a:pt x="876575" y="2213679"/>
                </a:lnTo>
                <a:lnTo>
                  <a:pt x="883633" y="2210873"/>
                </a:lnTo>
                <a:lnTo>
                  <a:pt x="883295" y="2210464"/>
                </a:lnTo>
                <a:lnTo>
                  <a:pt x="882515" y="2210326"/>
                </a:lnTo>
                <a:close/>
                <a:moveTo>
                  <a:pt x="891640" y="2175211"/>
                </a:moveTo>
                <a:lnTo>
                  <a:pt x="891892" y="2175854"/>
                </a:lnTo>
                <a:lnTo>
                  <a:pt x="895219" y="2175314"/>
                </a:lnTo>
                <a:lnTo>
                  <a:pt x="894463" y="2174984"/>
                </a:lnTo>
                <a:close/>
                <a:moveTo>
                  <a:pt x="1540711" y="721762"/>
                </a:moveTo>
                <a:lnTo>
                  <a:pt x="1540585" y="722203"/>
                </a:lnTo>
                <a:lnTo>
                  <a:pt x="1541160" y="723314"/>
                </a:lnTo>
                <a:lnTo>
                  <a:pt x="1541353" y="722881"/>
                </a:lnTo>
                <a:close/>
                <a:moveTo>
                  <a:pt x="878470" y="2203747"/>
                </a:moveTo>
                <a:lnTo>
                  <a:pt x="880256" y="2205948"/>
                </a:lnTo>
                <a:lnTo>
                  <a:pt x="888750" y="2202518"/>
                </a:lnTo>
                <a:lnTo>
                  <a:pt x="887089" y="2199141"/>
                </a:lnTo>
                <a:lnTo>
                  <a:pt x="882103" y="2200263"/>
                </a:lnTo>
                <a:close/>
                <a:moveTo>
                  <a:pt x="890142" y="2177161"/>
                </a:moveTo>
                <a:lnTo>
                  <a:pt x="890292" y="2177268"/>
                </a:lnTo>
                <a:lnTo>
                  <a:pt x="891907" y="2177022"/>
                </a:lnTo>
                <a:lnTo>
                  <a:pt x="891850" y="2176883"/>
                </a:lnTo>
                <a:close/>
                <a:moveTo>
                  <a:pt x="885625" y="2187098"/>
                </a:moveTo>
                <a:lnTo>
                  <a:pt x="885864" y="2187882"/>
                </a:lnTo>
                <a:lnTo>
                  <a:pt x="887759" y="2186915"/>
                </a:lnTo>
                <a:close/>
                <a:moveTo>
                  <a:pt x="1558898" y="679475"/>
                </a:moveTo>
                <a:lnTo>
                  <a:pt x="1557945" y="688155"/>
                </a:lnTo>
                <a:lnTo>
                  <a:pt x="1557540" y="689615"/>
                </a:lnTo>
                <a:lnTo>
                  <a:pt x="1560702" y="697092"/>
                </a:lnTo>
                <a:lnTo>
                  <a:pt x="1560160" y="684603"/>
                </a:lnTo>
                <a:close/>
                <a:moveTo>
                  <a:pt x="879432" y="2200350"/>
                </a:moveTo>
                <a:lnTo>
                  <a:pt x="882046" y="2199761"/>
                </a:lnTo>
                <a:lnTo>
                  <a:pt x="883030" y="2198791"/>
                </a:lnTo>
                <a:close/>
                <a:moveTo>
                  <a:pt x="865412" y="2230962"/>
                </a:moveTo>
                <a:lnTo>
                  <a:pt x="877086" y="2232908"/>
                </a:lnTo>
                <a:lnTo>
                  <a:pt x="880724" y="2231696"/>
                </a:lnTo>
                <a:lnTo>
                  <a:pt x="887725" y="2224956"/>
                </a:lnTo>
                <a:lnTo>
                  <a:pt x="868212" y="2229066"/>
                </a:lnTo>
                <a:lnTo>
                  <a:pt x="867729" y="2229402"/>
                </a:lnTo>
                <a:close/>
                <a:moveTo>
                  <a:pt x="890952" y="2173455"/>
                </a:moveTo>
                <a:lnTo>
                  <a:pt x="891380" y="2174548"/>
                </a:lnTo>
                <a:lnTo>
                  <a:pt x="893010" y="2174352"/>
                </a:lnTo>
                <a:close/>
                <a:moveTo>
                  <a:pt x="861505" y="2238807"/>
                </a:moveTo>
                <a:lnTo>
                  <a:pt x="863287" y="2241272"/>
                </a:lnTo>
                <a:lnTo>
                  <a:pt x="870397" y="2239948"/>
                </a:lnTo>
                <a:lnTo>
                  <a:pt x="867007" y="2236974"/>
                </a:lnTo>
                <a:close/>
                <a:moveTo>
                  <a:pt x="1544421" y="708734"/>
                </a:moveTo>
                <a:lnTo>
                  <a:pt x="1542900" y="714075"/>
                </a:lnTo>
                <a:lnTo>
                  <a:pt x="1543221" y="715465"/>
                </a:lnTo>
                <a:lnTo>
                  <a:pt x="1543531" y="715905"/>
                </a:lnTo>
                <a:lnTo>
                  <a:pt x="1545061" y="710397"/>
                </a:lnTo>
                <a:close/>
                <a:moveTo>
                  <a:pt x="864605" y="2230828"/>
                </a:moveTo>
                <a:lnTo>
                  <a:pt x="864668" y="2230838"/>
                </a:lnTo>
                <a:lnTo>
                  <a:pt x="865233" y="2230446"/>
                </a:lnTo>
                <a:close/>
                <a:moveTo>
                  <a:pt x="891553" y="2170457"/>
                </a:moveTo>
                <a:lnTo>
                  <a:pt x="895763" y="2172291"/>
                </a:lnTo>
                <a:lnTo>
                  <a:pt x="897800" y="2171974"/>
                </a:lnTo>
                <a:lnTo>
                  <a:pt x="896399" y="2169527"/>
                </a:lnTo>
                <a:close/>
                <a:moveTo>
                  <a:pt x="1545071" y="706448"/>
                </a:moveTo>
                <a:lnTo>
                  <a:pt x="1544608" y="708075"/>
                </a:lnTo>
                <a:lnTo>
                  <a:pt x="1545246" y="709732"/>
                </a:lnTo>
                <a:lnTo>
                  <a:pt x="1545437" y="709044"/>
                </a:lnTo>
                <a:lnTo>
                  <a:pt x="1545299" y="707876"/>
                </a:lnTo>
                <a:close/>
                <a:moveTo>
                  <a:pt x="1545609" y="704560"/>
                </a:moveTo>
                <a:lnTo>
                  <a:pt x="1545436" y="705168"/>
                </a:lnTo>
                <a:lnTo>
                  <a:pt x="1545829" y="707632"/>
                </a:lnTo>
                <a:lnTo>
                  <a:pt x="1545858" y="707525"/>
                </a:lnTo>
                <a:close/>
                <a:moveTo>
                  <a:pt x="1559642" y="672690"/>
                </a:moveTo>
                <a:lnTo>
                  <a:pt x="1559458" y="674370"/>
                </a:lnTo>
                <a:lnTo>
                  <a:pt x="1559742" y="674973"/>
                </a:lnTo>
                <a:close/>
                <a:moveTo>
                  <a:pt x="873782" y="2208244"/>
                </a:moveTo>
                <a:lnTo>
                  <a:pt x="882754" y="2209827"/>
                </a:lnTo>
                <a:lnTo>
                  <a:pt x="882765" y="2209822"/>
                </a:lnTo>
                <a:lnTo>
                  <a:pt x="879862" y="2206307"/>
                </a:lnTo>
                <a:lnTo>
                  <a:pt x="874803" y="2208350"/>
                </a:lnTo>
                <a:lnTo>
                  <a:pt x="874514" y="2208266"/>
                </a:lnTo>
                <a:lnTo>
                  <a:pt x="879738" y="2206157"/>
                </a:lnTo>
                <a:lnTo>
                  <a:pt x="878067" y="2204133"/>
                </a:lnTo>
                <a:close/>
                <a:moveTo>
                  <a:pt x="1517607" y="766579"/>
                </a:moveTo>
                <a:lnTo>
                  <a:pt x="1517599" y="766622"/>
                </a:lnTo>
                <a:lnTo>
                  <a:pt x="1517615" y="766637"/>
                </a:lnTo>
                <a:close/>
                <a:moveTo>
                  <a:pt x="862769" y="2232742"/>
                </a:moveTo>
                <a:lnTo>
                  <a:pt x="866768" y="2236345"/>
                </a:lnTo>
                <a:lnTo>
                  <a:pt x="874979" y="2233610"/>
                </a:lnTo>
                <a:lnTo>
                  <a:pt x="864158" y="2231806"/>
                </a:lnTo>
                <a:close/>
                <a:moveTo>
                  <a:pt x="876680" y="2201541"/>
                </a:moveTo>
                <a:lnTo>
                  <a:pt x="878263" y="2203492"/>
                </a:lnTo>
                <a:lnTo>
                  <a:pt x="881371" y="2200427"/>
                </a:lnTo>
                <a:lnTo>
                  <a:pt x="876962" y="2201419"/>
                </a:lnTo>
                <a:close/>
                <a:moveTo>
                  <a:pt x="899798" y="2149446"/>
                </a:moveTo>
                <a:lnTo>
                  <a:pt x="901879" y="2153834"/>
                </a:lnTo>
                <a:lnTo>
                  <a:pt x="905111" y="2153229"/>
                </a:lnTo>
                <a:lnTo>
                  <a:pt x="902505" y="2149872"/>
                </a:lnTo>
                <a:close/>
                <a:moveTo>
                  <a:pt x="887928" y="2175509"/>
                </a:moveTo>
                <a:lnTo>
                  <a:pt x="888021" y="2175656"/>
                </a:lnTo>
                <a:lnTo>
                  <a:pt x="888970" y="2176328"/>
                </a:lnTo>
                <a:lnTo>
                  <a:pt x="891459" y="2175924"/>
                </a:lnTo>
                <a:lnTo>
                  <a:pt x="891184" y="2175247"/>
                </a:lnTo>
                <a:close/>
                <a:moveTo>
                  <a:pt x="876408" y="2201030"/>
                </a:moveTo>
                <a:lnTo>
                  <a:pt x="877387" y="2200810"/>
                </a:lnTo>
                <a:lnTo>
                  <a:pt x="882141" y="2198750"/>
                </a:lnTo>
                <a:lnTo>
                  <a:pt x="883960" y="2197875"/>
                </a:lnTo>
                <a:lnTo>
                  <a:pt x="885236" y="2196616"/>
                </a:lnTo>
                <a:lnTo>
                  <a:pt x="883817" y="2196743"/>
                </a:lnTo>
                <a:close/>
                <a:moveTo>
                  <a:pt x="862239" y="2232263"/>
                </a:moveTo>
                <a:lnTo>
                  <a:pt x="862402" y="2232411"/>
                </a:lnTo>
                <a:lnTo>
                  <a:pt x="863448" y="2231685"/>
                </a:lnTo>
                <a:lnTo>
                  <a:pt x="863258" y="2231645"/>
                </a:lnTo>
                <a:close/>
                <a:moveTo>
                  <a:pt x="881887" y="2187418"/>
                </a:moveTo>
                <a:lnTo>
                  <a:pt x="881969" y="2187474"/>
                </a:lnTo>
                <a:lnTo>
                  <a:pt x="881950" y="2187413"/>
                </a:lnTo>
                <a:close/>
                <a:moveTo>
                  <a:pt x="1548419" y="694696"/>
                </a:moveTo>
                <a:lnTo>
                  <a:pt x="1547312" y="698579"/>
                </a:lnTo>
                <a:lnTo>
                  <a:pt x="1547730" y="700784"/>
                </a:lnTo>
                <a:lnTo>
                  <a:pt x="1548512" y="697968"/>
                </a:lnTo>
                <a:lnTo>
                  <a:pt x="1548519" y="697022"/>
                </a:lnTo>
                <a:close/>
                <a:moveTo>
                  <a:pt x="1518832" y="760498"/>
                </a:moveTo>
                <a:lnTo>
                  <a:pt x="1517950" y="764879"/>
                </a:lnTo>
                <a:lnTo>
                  <a:pt x="1517964" y="764992"/>
                </a:lnTo>
                <a:lnTo>
                  <a:pt x="1518430" y="766620"/>
                </a:lnTo>
                <a:lnTo>
                  <a:pt x="1519776" y="762390"/>
                </a:lnTo>
                <a:close/>
                <a:moveTo>
                  <a:pt x="884030" y="2181860"/>
                </a:moveTo>
                <a:lnTo>
                  <a:pt x="884501" y="2183407"/>
                </a:lnTo>
                <a:lnTo>
                  <a:pt x="885150" y="2183352"/>
                </a:lnTo>
                <a:lnTo>
                  <a:pt x="890523" y="2182233"/>
                </a:lnTo>
                <a:close/>
                <a:moveTo>
                  <a:pt x="1541370" y="709819"/>
                </a:moveTo>
                <a:lnTo>
                  <a:pt x="1540631" y="711767"/>
                </a:lnTo>
                <a:lnTo>
                  <a:pt x="1542146" y="713929"/>
                </a:lnTo>
                <a:lnTo>
                  <a:pt x="1542067" y="712832"/>
                </a:lnTo>
                <a:close/>
                <a:moveTo>
                  <a:pt x="1541770" y="708761"/>
                </a:moveTo>
                <a:lnTo>
                  <a:pt x="1541709" y="708923"/>
                </a:lnTo>
                <a:lnTo>
                  <a:pt x="1541816" y="709385"/>
                </a:lnTo>
                <a:close/>
                <a:moveTo>
                  <a:pt x="1543091" y="705276"/>
                </a:moveTo>
                <a:lnTo>
                  <a:pt x="1542271" y="707443"/>
                </a:lnTo>
                <a:lnTo>
                  <a:pt x="1542629" y="712554"/>
                </a:lnTo>
                <a:lnTo>
                  <a:pt x="1544016" y="707681"/>
                </a:lnTo>
                <a:close/>
                <a:moveTo>
                  <a:pt x="861951" y="2230385"/>
                </a:moveTo>
                <a:lnTo>
                  <a:pt x="863513" y="2230646"/>
                </a:lnTo>
                <a:lnTo>
                  <a:pt x="865000" y="2229742"/>
                </a:lnTo>
                <a:close/>
                <a:moveTo>
                  <a:pt x="900077" y="2144974"/>
                </a:moveTo>
                <a:lnTo>
                  <a:pt x="900190" y="2145132"/>
                </a:lnTo>
                <a:lnTo>
                  <a:pt x="900511" y="2145143"/>
                </a:lnTo>
                <a:lnTo>
                  <a:pt x="901834" y="2144417"/>
                </a:lnTo>
                <a:lnTo>
                  <a:pt x="901533" y="2144372"/>
                </a:lnTo>
                <a:lnTo>
                  <a:pt x="901299" y="2144505"/>
                </a:lnTo>
                <a:close/>
                <a:moveTo>
                  <a:pt x="1544354" y="701944"/>
                </a:moveTo>
                <a:lnTo>
                  <a:pt x="1543311" y="704698"/>
                </a:lnTo>
                <a:lnTo>
                  <a:pt x="1544204" y="707022"/>
                </a:lnTo>
                <a:lnTo>
                  <a:pt x="1544818" y="704863"/>
                </a:lnTo>
                <a:close/>
                <a:moveTo>
                  <a:pt x="886935" y="2173943"/>
                </a:moveTo>
                <a:lnTo>
                  <a:pt x="887608" y="2175003"/>
                </a:lnTo>
                <a:lnTo>
                  <a:pt x="890921" y="2174603"/>
                </a:lnTo>
                <a:lnTo>
                  <a:pt x="890439" y="2173419"/>
                </a:lnTo>
                <a:lnTo>
                  <a:pt x="888637" y="2173700"/>
                </a:lnTo>
                <a:close/>
                <a:moveTo>
                  <a:pt x="1550095" y="688806"/>
                </a:moveTo>
                <a:lnTo>
                  <a:pt x="1548874" y="693097"/>
                </a:lnTo>
                <a:lnTo>
                  <a:pt x="1548866" y="694038"/>
                </a:lnTo>
                <a:lnTo>
                  <a:pt x="1548996" y="696065"/>
                </a:lnTo>
                <a:lnTo>
                  <a:pt x="1549442" y="694151"/>
                </a:lnTo>
                <a:close/>
                <a:moveTo>
                  <a:pt x="1545201" y="699708"/>
                </a:moveTo>
                <a:lnTo>
                  <a:pt x="1544755" y="700887"/>
                </a:lnTo>
                <a:lnTo>
                  <a:pt x="1545184" y="703582"/>
                </a:lnTo>
                <a:lnTo>
                  <a:pt x="1545448" y="702651"/>
                </a:lnTo>
                <a:close/>
                <a:moveTo>
                  <a:pt x="861040" y="2231184"/>
                </a:moveTo>
                <a:lnTo>
                  <a:pt x="861678" y="2231759"/>
                </a:lnTo>
                <a:lnTo>
                  <a:pt x="862221" y="2231430"/>
                </a:lnTo>
                <a:close/>
                <a:moveTo>
                  <a:pt x="856784" y="2240380"/>
                </a:moveTo>
                <a:lnTo>
                  <a:pt x="858245" y="2242210"/>
                </a:lnTo>
                <a:lnTo>
                  <a:pt x="862559" y="2241407"/>
                </a:lnTo>
                <a:lnTo>
                  <a:pt x="860833" y="2239031"/>
                </a:lnTo>
                <a:close/>
                <a:moveTo>
                  <a:pt x="858970" y="2235300"/>
                </a:moveTo>
                <a:lnTo>
                  <a:pt x="861092" y="2238236"/>
                </a:lnTo>
                <a:lnTo>
                  <a:pt x="866422" y="2236461"/>
                </a:lnTo>
                <a:lnTo>
                  <a:pt x="862437" y="2232966"/>
                </a:lnTo>
                <a:close/>
                <a:moveTo>
                  <a:pt x="1548239" y="691678"/>
                </a:moveTo>
                <a:lnTo>
                  <a:pt x="1548107" y="692041"/>
                </a:lnTo>
                <a:lnTo>
                  <a:pt x="1546751" y="695621"/>
                </a:lnTo>
                <a:lnTo>
                  <a:pt x="1547031" y="697096"/>
                </a:lnTo>
                <a:lnTo>
                  <a:pt x="1548325" y="692550"/>
                </a:lnTo>
                <a:lnTo>
                  <a:pt x="1548317" y="692339"/>
                </a:lnTo>
                <a:close/>
                <a:moveTo>
                  <a:pt x="847016" y="2261761"/>
                </a:moveTo>
                <a:lnTo>
                  <a:pt x="851977" y="2267607"/>
                </a:lnTo>
                <a:lnTo>
                  <a:pt x="859961" y="2264557"/>
                </a:lnTo>
                <a:lnTo>
                  <a:pt x="874935" y="2258454"/>
                </a:lnTo>
                <a:lnTo>
                  <a:pt x="874196" y="2257436"/>
                </a:lnTo>
                <a:lnTo>
                  <a:pt x="856925" y="2256958"/>
                </a:lnTo>
                <a:lnTo>
                  <a:pt x="851135" y="2259805"/>
                </a:lnTo>
                <a:close/>
                <a:moveTo>
                  <a:pt x="1551599" y="683527"/>
                </a:moveTo>
                <a:lnTo>
                  <a:pt x="1550644" y="686880"/>
                </a:lnTo>
                <a:lnTo>
                  <a:pt x="1550102" y="691309"/>
                </a:lnTo>
                <a:lnTo>
                  <a:pt x="1551604" y="684847"/>
                </a:lnTo>
                <a:lnTo>
                  <a:pt x="1551755" y="683918"/>
                </a:lnTo>
                <a:close/>
                <a:moveTo>
                  <a:pt x="868229" y="2213569"/>
                </a:moveTo>
                <a:lnTo>
                  <a:pt x="874168" y="2213647"/>
                </a:lnTo>
                <a:lnTo>
                  <a:pt x="881883" y="2210215"/>
                </a:lnTo>
                <a:lnTo>
                  <a:pt x="873305" y="2208701"/>
                </a:lnTo>
                <a:close/>
                <a:moveTo>
                  <a:pt x="1549787" y="687415"/>
                </a:moveTo>
                <a:lnTo>
                  <a:pt x="1548880" y="689913"/>
                </a:lnTo>
                <a:lnTo>
                  <a:pt x="1548890" y="690567"/>
                </a:lnTo>
                <a:close/>
                <a:moveTo>
                  <a:pt x="885828" y="2174099"/>
                </a:moveTo>
                <a:lnTo>
                  <a:pt x="887176" y="2175055"/>
                </a:lnTo>
                <a:lnTo>
                  <a:pt x="887253" y="2175046"/>
                </a:lnTo>
                <a:lnTo>
                  <a:pt x="886584" y="2173992"/>
                </a:lnTo>
                <a:close/>
                <a:moveTo>
                  <a:pt x="874561" y="2198931"/>
                </a:moveTo>
                <a:lnTo>
                  <a:pt x="876132" y="2200866"/>
                </a:lnTo>
                <a:lnTo>
                  <a:pt x="883026" y="2196878"/>
                </a:lnTo>
                <a:close/>
                <a:moveTo>
                  <a:pt x="891658" y="2160258"/>
                </a:moveTo>
                <a:lnTo>
                  <a:pt x="892114" y="2161055"/>
                </a:lnTo>
                <a:lnTo>
                  <a:pt x="895967" y="2160524"/>
                </a:lnTo>
                <a:close/>
                <a:moveTo>
                  <a:pt x="858440" y="2234568"/>
                </a:moveTo>
                <a:lnTo>
                  <a:pt x="858724" y="2234961"/>
                </a:lnTo>
                <a:lnTo>
                  <a:pt x="862069" y="2232642"/>
                </a:lnTo>
                <a:lnTo>
                  <a:pt x="861887" y="2232477"/>
                </a:lnTo>
                <a:close/>
                <a:moveTo>
                  <a:pt x="883063" y="2178685"/>
                </a:moveTo>
                <a:lnTo>
                  <a:pt x="883733" y="2180886"/>
                </a:lnTo>
                <a:lnTo>
                  <a:pt x="889852" y="2181237"/>
                </a:lnTo>
                <a:lnTo>
                  <a:pt x="885277" y="2178753"/>
                </a:lnTo>
                <a:lnTo>
                  <a:pt x="884896" y="2178483"/>
                </a:lnTo>
                <a:close/>
                <a:moveTo>
                  <a:pt x="1520977" y="749843"/>
                </a:moveTo>
                <a:lnTo>
                  <a:pt x="1520868" y="750385"/>
                </a:lnTo>
                <a:lnTo>
                  <a:pt x="1521333" y="755641"/>
                </a:lnTo>
                <a:lnTo>
                  <a:pt x="1521693" y="756363"/>
                </a:lnTo>
                <a:lnTo>
                  <a:pt x="1522302" y="754451"/>
                </a:lnTo>
                <a:close/>
                <a:moveTo>
                  <a:pt x="885703" y="2171998"/>
                </a:moveTo>
                <a:lnTo>
                  <a:pt x="886776" y="2173691"/>
                </a:lnTo>
                <a:lnTo>
                  <a:pt x="890252" y="2173150"/>
                </a:lnTo>
                <a:lnTo>
                  <a:pt x="886837" y="2171662"/>
                </a:lnTo>
                <a:close/>
                <a:moveTo>
                  <a:pt x="1514655" y="763478"/>
                </a:moveTo>
                <a:lnTo>
                  <a:pt x="1514677" y="763850"/>
                </a:lnTo>
                <a:lnTo>
                  <a:pt x="1514753" y="763923"/>
                </a:lnTo>
                <a:lnTo>
                  <a:pt x="1514754" y="763918"/>
                </a:lnTo>
                <a:close/>
                <a:moveTo>
                  <a:pt x="1561112" y="659288"/>
                </a:moveTo>
                <a:lnTo>
                  <a:pt x="1560920" y="661035"/>
                </a:lnTo>
                <a:lnTo>
                  <a:pt x="1561327" y="665347"/>
                </a:lnTo>
                <a:close/>
                <a:moveTo>
                  <a:pt x="1541901" y="702184"/>
                </a:moveTo>
                <a:lnTo>
                  <a:pt x="1542157" y="705829"/>
                </a:lnTo>
                <a:lnTo>
                  <a:pt x="1542726" y="704329"/>
                </a:lnTo>
                <a:close/>
                <a:moveTo>
                  <a:pt x="1555760" y="670977"/>
                </a:moveTo>
                <a:lnTo>
                  <a:pt x="1555700" y="671140"/>
                </a:lnTo>
                <a:lnTo>
                  <a:pt x="1555364" y="673291"/>
                </a:lnTo>
                <a:lnTo>
                  <a:pt x="1555599" y="672445"/>
                </a:lnTo>
                <a:close/>
                <a:moveTo>
                  <a:pt x="885467" y="2171625"/>
                </a:moveTo>
                <a:lnTo>
                  <a:pt x="885591" y="2171820"/>
                </a:lnTo>
                <a:lnTo>
                  <a:pt x="886551" y="2171536"/>
                </a:lnTo>
                <a:lnTo>
                  <a:pt x="886360" y="2171454"/>
                </a:lnTo>
                <a:close/>
                <a:moveTo>
                  <a:pt x="882753" y="2177667"/>
                </a:moveTo>
                <a:lnTo>
                  <a:pt x="882930" y="2178251"/>
                </a:lnTo>
                <a:lnTo>
                  <a:pt x="884348" y="2178093"/>
                </a:lnTo>
                <a:lnTo>
                  <a:pt x="883659" y="2177605"/>
                </a:lnTo>
                <a:close/>
                <a:moveTo>
                  <a:pt x="874192" y="2196706"/>
                </a:moveTo>
                <a:lnTo>
                  <a:pt x="885004" y="2195733"/>
                </a:lnTo>
                <a:lnTo>
                  <a:pt x="885322" y="2195549"/>
                </a:lnTo>
                <a:lnTo>
                  <a:pt x="884936" y="2194765"/>
                </a:lnTo>
                <a:close/>
                <a:moveTo>
                  <a:pt x="873538" y="2197669"/>
                </a:moveTo>
                <a:lnTo>
                  <a:pt x="874352" y="2198672"/>
                </a:lnTo>
                <a:lnTo>
                  <a:pt x="881406" y="2196961"/>
                </a:lnTo>
                <a:close/>
                <a:moveTo>
                  <a:pt x="882534" y="2176950"/>
                </a:moveTo>
                <a:lnTo>
                  <a:pt x="882656" y="2177349"/>
                </a:lnTo>
                <a:lnTo>
                  <a:pt x="882716" y="2177345"/>
                </a:lnTo>
                <a:lnTo>
                  <a:pt x="883185" y="2177269"/>
                </a:lnTo>
                <a:lnTo>
                  <a:pt x="882768" y="2176973"/>
                </a:lnTo>
                <a:close/>
                <a:moveTo>
                  <a:pt x="854912" y="2238033"/>
                </a:moveTo>
                <a:lnTo>
                  <a:pt x="856337" y="2239820"/>
                </a:lnTo>
                <a:lnTo>
                  <a:pt x="860419" y="2238460"/>
                </a:lnTo>
                <a:lnTo>
                  <a:pt x="858402" y="2235683"/>
                </a:lnTo>
                <a:close/>
                <a:moveTo>
                  <a:pt x="1522091" y="743858"/>
                </a:moveTo>
                <a:lnTo>
                  <a:pt x="1521934" y="745091"/>
                </a:lnTo>
                <a:lnTo>
                  <a:pt x="1521341" y="748037"/>
                </a:lnTo>
                <a:lnTo>
                  <a:pt x="1522776" y="752496"/>
                </a:lnTo>
                <a:lnTo>
                  <a:pt x="1523103" y="750477"/>
                </a:lnTo>
                <a:close/>
                <a:moveTo>
                  <a:pt x="892379" y="2153447"/>
                </a:moveTo>
                <a:lnTo>
                  <a:pt x="892403" y="2153484"/>
                </a:lnTo>
                <a:lnTo>
                  <a:pt x="892610" y="2153511"/>
                </a:lnTo>
                <a:close/>
                <a:moveTo>
                  <a:pt x="883704" y="2172591"/>
                </a:moveTo>
                <a:lnTo>
                  <a:pt x="885527" y="2173886"/>
                </a:lnTo>
                <a:lnTo>
                  <a:pt x="886428" y="2173746"/>
                </a:lnTo>
                <a:lnTo>
                  <a:pt x="885381" y="2172094"/>
                </a:lnTo>
                <a:close/>
                <a:moveTo>
                  <a:pt x="1514045" y="761022"/>
                </a:moveTo>
                <a:lnTo>
                  <a:pt x="1513971" y="763182"/>
                </a:lnTo>
                <a:lnTo>
                  <a:pt x="1514565" y="763744"/>
                </a:lnTo>
                <a:lnTo>
                  <a:pt x="1514513" y="762845"/>
                </a:lnTo>
                <a:lnTo>
                  <a:pt x="1514241" y="761642"/>
                </a:lnTo>
                <a:close/>
                <a:moveTo>
                  <a:pt x="873544" y="2195008"/>
                </a:moveTo>
                <a:lnTo>
                  <a:pt x="884060" y="2192986"/>
                </a:lnTo>
                <a:lnTo>
                  <a:pt x="882976" y="2190782"/>
                </a:lnTo>
                <a:lnTo>
                  <a:pt x="882954" y="2190710"/>
                </a:lnTo>
                <a:lnTo>
                  <a:pt x="882832" y="2190504"/>
                </a:lnTo>
                <a:lnTo>
                  <a:pt x="878188" y="2192872"/>
                </a:lnTo>
                <a:close/>
                <a:moveTo>
                  <a:pt x="1562810" y="651570"/>
                </a:moveTo>
                <a:lnTo>
                  <a:pt x="1561592" y="654923"/>
                </a:lnTo>
                <a:lnTo>
                  <a:pt x="1561426" y="656422"/>
                </a:lnTo>
                <a:lnTo>
                  <a:pt x="1561994" y="672422"/>
                </a:lnTo>
                <a:lnTo>
                  <a:pt x="1562193" y="674523"/>
                </a:lnTo>
                <a:lnTo>
                  <a:pt x="1562291" y="677572"/>
                </a:lnTo>
                <a:lnTo>
                  <a:pt x="1564352" y="682475"/>
                </a:lnTo>
                <a:lnTo>
                  <a:pt x="1564590" y="670846"/>
                </a:lnTo>
                <a:lnTo>
                  <a:pt x="1564837" y="671118"/>
                </a:lnTo>
                <a:lnTo>
                  <a:pt x="1564595" y="683048"/>
                </a:lnTo>
                <a:lnTo>
                  <a:pt x="1567520" y="690003"/>
                </a:lnTo>
                <a:lnTo>
                  <a:pt x="1569817" y="685187"/>
                </a:lnTo>
                <a:lnTo>
                  <a:pt x="1570295" y="684068"/>
                </a:lnTo>
                <a:lnTo>
                  <a:pt x="1570208" y="683543"/>
                </a:lnTo>
                <a:close/>
                <a:moveTo>
                  <a:pt x="862940" y="2218643"/>
                </a:moveTo>
                <a:lnTo>
                  <a:pt x="873552" y="2213921"/>
                </a:lnTo>
                <a:lnTo>
                  <a:pt x="868016" y="2213774"/>
                </a:lnTo>
                <a:close/>
                <a:moveTo>
                  <a:pt x="1567239" y="641343"/>
                </a:moveTo>
                <a:lnTo>
                  <a:pt x="1571559" y="668395"/>
                </a:lnTo>
                <a:lnTo>
                  <a:pt x="1571256" y="658711"/>
                </a:lnTo>
                <a:lnTo>
                  <a:pt x="1570531" y="652744"/>
                </a:lnTo>
                <a:close/>
                <a:moveTo>
                  <a:pt x="1563728" y="649044"/>
                </a:moveTo>
                <a:lnTo>
                  <a:pt x="1562916" y="651279"/>
                </a:lnTo>
                <a:lnTo>
                  <a:pt x="1565425" y="661495"/>
                </a:lnTo>
                <a:lnTo>
                  <a:pt x="1569385" y="678611"/>
                </a:lnTo>
                <a:lnTo>
                  <a:pt x="1568440" y="672941"/>
                </a:lnTo>
                <a:lnTo>
                  <a:pt x="1568578" y="673066"/>
                </a:lnTo>
                <a:lnTo>
                  <a:pt x="1569803" y="680414"/>
                </a:lnTo>
                <a:lnTo>
                  <a:pt x="1570524" y="683534"/>
                </a:lnTo>
                <a:lnTo>
                  <a:pt x="1570882" y="682696"/>
                </a:lnTo>
                <a:lnTo>
                  <a:pt x="1566818" y="662007"/>
                </a:lnTo>
                <a:close/>
                <a:moveTo>
                  <a:pt x="1514329" y="759654"/>
                </a:moveTo>
                <a:lnTo>
                  <a:pt x="1514263" y="759869"/>
                </a:lnTo>
                <a:lnTo>
                  <a:pt x="1514366" y="760299"/>
                </a:lnTo>
                <a:close/>
                <a:moveTo>
                  <a:pt x="892600" y="2151463"/>
                </a:moveTo>
                <a:lnTo>
                  <a:pt x="893518" y="2152817"/>
                </a:lnTo>
                <a:lnTo>
                  <a:pt x="897613" y="2153780"/>
                </a:lnTo>
                <a:lnTo>
                  <a:pt x="895707" y="2149759"/>
                </a:lnTo>
                <a:close/>
                <a:moveTo>
                  <a:pt x="844612" y="2258891"/>
                </a:moveTo>
                <a:lnTo>
                  <a:pt x="845795" y="2260323"/>
                </a:lnTo>
                <a:lnTo>
                  <a:pt x="846723" y="2261416"/>
                </a:lnTo>
                <a:lnTo>
                  <a:pt x="855521" y="2257089"/>
                </a:lnTo>
                <a:close/>
                <a:moveTo>
                  <a:pt x="862126" y="2219423"/>
                </a:moveTo>
                <a:lnTo>
                  <a:pt x="875814" y="2213981"/>
                </a:lnTo>
                <a:lnTo>
                  <a:pt x="874386" y="2213943"/>
                </a:lnTo>
                <a:lnTo>
                  <a:pt x="862176" y="2219375"/>
                </a:lnTo>
                <a:close/>
                <a:moveTo>
                  <a:pt x="854200" y="2237141"/>
                </a:moveTo>
                <a:lnTo>
                  <a:pt x="854693" y="2237759"/>
                </a:lnTo>
                <a:lnTo>
                  <a:pt x="858162" y="2235351"/>
                </a:lnTo>
                <a:lnTo>
                  <a:pt x="857853" y="2234925"/>
                </a:lnTo>
                <a:close/>
                <a:moveTo>
                  <a:pt x="1515101" y="757148"/>
                </a:moveTo>
                <a:lnTo>
                  <a:pt x="1514419" y="759363"/>
                </a:lnTo>
                <a:lnTo>
                  <a:pt x="1514506" y="760885"/>
                </a:lnTo>
                <a:lnTo>
                  <a:pt x="1514815" y="762174"/>
                </a:lnTo>
                <a:lnTo>
                  <a:pt x="1514874" y="762437"/>
                </a:lnTo>
                <a:lnTo>
                  <a:pt x="1515014" y="762881"/>
                </a:lnTo>
                <a:lnTo>
                  <a:pt x="1515821" y="759663"/>
                </a:lnTo>
                <a:close/>
                <a:moveTo>
                  <a:pt x="883008" y="2172097"/>
                </a:moveTo>
                <a:lnTo>
                  <a:pt x="883495" y="2172442"/>
                </a:lnTo>
                <a:lnTo>
                  <a:pt x="885269" y="2171916"/>
                </a:lnTo>
                <a:lnTo>
                  <a:pt x="885126" y="2171690"/>
                </a:lnTo>
                <a:close/>
                <a:moveTo>
                  <a:pt x="1539537" y="701902"/>
                </a:moveTo>
                <a:lnTo>
                  <a:pt x="1540177" y="711054"/>
                </a:lnTo>
                <a:lnTo>
                  <a:pt x="1541095" y="708632"/>
                </a:lnTo>
                <a:close/>
                <a:moveTo>
                  <a:pt x="1555097" y="666834"/>
                </a:moveTo>
                <a:lnTo>
                  <a:pt x="1554365" y="671342"/>
                </a:lnTo>
                <a:lnTo>
                  <a:pt x="1554949" y="669290"/>
                </a:lnTo>
                <a:lnTo>
                  <a:pt x="1555272" y="667223"/>
                </a:lnTo>
                <a:close/>
                <a:moveTo>
                  <a:pt x="1515886" y="754601"/>
                </a:moveTo>
                <a:lnTo>
                  <a:pt x="1515421" y="756109"/>
                </a:lnTo>
                <a:lnTo>
                  <a:pt x="1516109" y="758513"/>
                </a:lnTo>
                <a:lnTo>
                  <a:pt x="1516367" y="757486"/>
                </a:lnTo>
                <a:lnTo>
                  <a:pt x="1516410" y="757280"/>
                </a:lnTo>
                <a:lnTo>
                  <a:pt x="1516128" y="755085"/>
                </a:lnTo>
                <a:close/>
                <a:moveTo>
                  <a:pt x="1566794" y="640603"/>
                </a:moveTo>
                <a:lnTo>
                  <a:pt x="1564143" y="647899"/>
                </a:lnTo>
                <a:lnTo>
                  <a:pt x="1571881" y="680365"/>
                </a:lnTo>
                <a:lnTo>
                  <a:pt x="1571931" y="680248"/>
                </a:lnTo>
                <a:lnTo>
                  <a:pt x="1571639" y="670942"/>
                </a:lnTo>
                <a:close/>
                <a:moveTo>
                  <a:pt x="856279" y="2231580"/>
                </a:moveTo>
                <a:lnTo>
                  <a:pt x="858016" y="2233981"/>
                </a:lnTo>
                <a:lnTo>
                  <a:pt x="861327" y="2231972"/>
                </a:lnTo>
                <a:lnTo>
                  <a:pt x="860276" y="2231025"/>
                </a:lnTo>
                <a:lnTo>
                  <a:pt x="859590" y="2230883"/>
                </a:lnTo>
                <a:close/>
                <a:moveTo>
                  <a:pt x="861576" y="2219642"/>
                </a:moveTo>
                <a:lnTo>
                  <a:pt x="861632" y="2219620"/>
                </a:lnTo>
                <a:lnTo>
                  <a:pt x="861637" y="2219615"/>
                </a:lnTo>
                <a:close/>
                <a:moveTo>
                  <a:pt x="1522731" y="738803"/>
                </a:moveTo>
                <a:lnTo>
                  <a:pt x="1522240" y="742673"/>
                </a:lnTo>
                <a:lnTo>
                  <a:pt x="1523274" y="749425"/>
                </a:lnTo>
                <a:lnTo>
                  <a:pt x="1524083" y="744431"/>
                </a:lnTo>
                <a:close/>
                <a:moveTo>
                  <a:pt x="891504" y="2152064"/>
                </a:moveTo>
                <a:lnTo>
                  <a:pt x="891711" y="2152392"/>
                </a:lnTo>
                <a:lnTo>
                  <a:pt x="893298" y="2152765"/>
                </a:lnTo>
                <a:lnTo>
                  <a:pt x="892465" y="2151537"/>
                </a:lnTo>
                <a:close/>
                <a:moveTo>
                  <a:pt x="1568490" y="635936"/>
                </a:moveTo>
                <a:lnTo>
                  <a:pt x="1567211" y="639455"/>
                </a:lnTo>
                <a:lnTo>
                  <a:pt x="1570156" y="649654"/>
                </a:lnTo>
                <a:close/>
                <a:moveTo>
                  <a:pt x="857490" y="2227985"/>
                </a:moveTo>
                <a:lnTo>
                  <a:pt x="859746" y="2230018"/>
                </a:lnTo>
                <a:lnTo>
                  <a:pt x="861347" y="2230284"/>
                </a:lnTo>
                <a:lnTo>
                  <a:pt x="865577" y="2229393"/>
                </a:lnTo>
                <a:lnTo>
                  <a:pt x="874948" y="2223707"/>
                </a:lnTo>
                <a:lnTo>
                  <a:pt x="881621" y="2219078"/>
                </a:lnTo>
                <a:lnTo>
                  <a:pt x="876439" y="2220108"/>
                </a:lnTo>
                <a:close/>
                <a:moveTo>
                  <a:pt x="1570367" y="631604"/>
                </a:moveTo>
                <a:lnTo>
                  <a:pt x="1571281" y="644341"/>
                </a:lnTo>
                <a:lnTo>
                  <a:pt x="1572423" y="650149"/>
                </a:lnTo>
                <a:lnTo>
                  <a:pt x="1573966" y="662844"/>
                </a:lnTo>
                <a:lnTo>
                  <a:pt x="1576147" y="670398"/>
                </a:lnTo>
                <a:lnTo>
                  <a:pt x="1580840" y="659436"/>
                </a:lnTo>
                <a:close/>
                <a:moveTo>
                  <a:pt x="1555372" y="665146"/>
                </a:moveTo>
                <a:lnTo>
                  <a:pt x="1555310" y="665529"/>
                </a:lnTo>
                <a:lnTo>
                  <a:pt x="1555480" y="665893"/>
                </a:lnTo>
                <a:lnTo>
                  <a:pt x="1555510" y="665707"/>
                </a:lnTo>
                <a:close/>
                <a:moveTo>
                  <a:pt x="891149" y="2152259"/>
                </a:moveTo>
                <a:lnTo>
                  <a:pt x="891403" y="2152319"/>
                </a:lnTo>
                <a:lnTo>
                  <a:pt x="891310" y="2152171"/>
                </a:lnTo>
                <a:close/>
                <a:moveTo>
                  <a:pt x="878034" y="2181516"/>
                </a:moveTo>
                <a:lnTo>
                  <a:pt x="879375" y="2183846"/>
                </a:lnTo>
                <a:lnTo>
                  <a:pt x="880826" y="2183722"/>
                </a:lnTo>
                <a:lnTo>
                  <a:pt x="880191" y="2181639"/>
                </a:lnTo>
                <a:close/>
                <a:moveTo>
                  <a:pt x="886577" y="2162279"/>
                </a:moveTo>
                <a:lnTo>
                  <a:pt x="886634" y="2162424"/>
                </a:lnTo>
                <a:lnTo>
                  <a:pt x="889465" y="2161881"/>
                </a:lnTo>
                <a:close/>
                <a:moveTo>
                  <a:pt x="1552624" y="670712"/>
                </a:moveTo>
                <a:lnTo>
                  <a:pt x="1551934" y="676352"/>
                </a:lnTo>
                <a:lnTo>
                  <a:pt x="1552534" y="677773"/>
                </a:lnTo>
                <a:lnTo>
                  <a:pt x="1553043" y="675985"/>
                </a:lnTo>
                <a:close/>
                <a:moveTo>
                  <a:pt x="1562232" y="649082"/>
                </a:moveTo>
                <a:lnTo>
                  <a:pt x="1561732" y="653643"/>
                </a:lnTo>
                <a:lnTo>
                  <a:pt x="1562683" y="651025"/>
                </a:lnTo>
                <a:lnTo>
                  <a:pt x="1562258" y="649190"/>
                </a:lnTo>
                <a:close/>
                <a:moveTo>
                  <a:pt x="1518095" y="747431"/>
                </a:moveTo>
                <a:lnTo>
                  <a:pt x="1517673" y="748803"/>
                </a:lnTo>
                <a:lnTo>
                  <a:pt x="1518067" y="749508"/>
                </a:lnTo>
                <a:lnTo>
                  <a:pt x="1518328" y="748283"/>
                </a:lnTo>
                <a:close/>
                <a:moveTo>
                  <a:pt x="866239" y="2206912"/>
                </a:moveTo>
                <a:lnTo>
                  <a:pt x="873495" y="2208193"/>
                </a:lnTo>
                <a:lnTo>
                  <a:pt x="877863" y="2203886"/>
                </a:lnTo>
                <a:lnTo>
                  <a:pt x="876125" y="2201781"/>
                </a:lnTo>
                <a:lnTo>
                  <a:pt x="872077" y="2203535"/>
                </a:lnTo>
                <a:close/>
                <a:moveTo>
                  <a:pt x="891582" y="2149962"/>
                </a:moveTo>
                <a:lnTo>
                  <a:pt x="891622" y="2150021"/>
                </a:lnTo>
                <a:lnTo>
                  <a:pt x="892217" y="2149694"/>
                </a:lnTo>
                <a:close/>
                <a:moveTo>
                  <a:pt x="1519155" y="743991"/>
                </a:moveTo>
                <a:lnTo>
                  <a:pt x="1518461" y="746245"/>
                </a:lnTo>
                <a:lnTo>
                  <a:pt x="1518630" y="746865"/>
                </a:lnTo>
                <a:lnTo>
                  <a:pt x="1519181" y="744281"/>
                </a:lnTo>
                <a:close/>
                <a:moveTo>
                  <a:pt x="889506" y="2153107"/>
                </a:moveTo>
                <a:lnTo>
                  <a:pt x="890678" y="2153260"/>
                </a:lnTo>
                <a:lnTo>
                  <a:pt x="890135" y="2152823"/>
                </a:lnTo>
                <a:lnTo>
                  <a:pt x="890098" y="2152813"/>
                </a:lnTo>
                <a:close/>
                <a:moveTo>
                  <a:pt x="858207" y="2223182"/>
                </a:moveTo>
                <a:lnTo>
                  <a:pt x="867199" y="2221395"/>
                </a:lnTo>
                <a:lnTo>
                  <a:pt x="884037" y="2214172"/>
                </a:lnTo>
                <a:lnTo>
                  <a:pt x="881957" y="2214145"/>
                </a:lnTo>
                <a:lnTo>
                  <a:pt x="877502" y="2214026"/>
                </a:lnTo>
                <a:lnTo>
                  <a:pt x="863373" y="2219644"/>
                </a:lnTo>
                <a:lnTo>
                  <a:pt x="860918" y="2220581"/>
                </a:lnTo>
                <a:close/>
                <a:moveTo>
                  <a:pt x="891147" y="2149320"/>
                </a:moveTo>
                <a:lnTo>
                  <a:pt x="891320" y="2149575"/>
                </a:lnTo>
                <a:lnTo>
                  <a:pt x="893845" y="2148509"/>
                </a:lnTo>
                <a:lnTo>
                  <a:pt x="892788" y="2148343"/>
                </a:lnTo>
                <a:close/>
                <a:moveTo>
                  <a:pt x="855100" y="2229949"/>
                </a:moveTo>
                <a:lnTo>
                  <a:pt x="856137" y="2231382"/>
                </a:lnTo>
                <a:lnTo>
                  <a:pt x="859045" y="2230770"/>
                </a:lnTo>
                <a:close/>
                <a:moveTo>
                  <a:pt x="890470" y="2150431"/>
                </a:moveTo>
                <a:lnTo>
                  <a:pt x="890574" y="2150595"/>
                </a:lnTo>
                <a:lnTo>
                  <a:pt x="891487" y="2150095"/>
                </a:lnTo>
                <a:lnTo>
                  <a:pt x="891438" y="2150023"/>
                </a:lnTo>
                <a:close/>
                <a:moveTo>
                  <a:pt x="1548683" y="676233"/>
                </a:moveTo>
                <a:lnTo>
                  <a:pt x="1548856" y="688157"/>
                </a:lnTo>
                <a:lnTo>
                  <a:pt x="1550805" y="683010"/>
                </a:lnTo>
                <a:lnTo>
                  <a:pt x="1550943" y="681886"/>
                </a:lnTo>
                <a:close/>
                <a:moveTo>
                  <a:pt x="1562707" y="644759"/>
                </a:moveTo>
                <a:lnTo>
                  <a:pt x="1562277" y="648679"/>
                </a:lnTo>
                <a:lnTo>
                  <a:pt x="1562784" y="650747"/>
                </a:lnTo>
                <a:lnTo>
                  <a:pt x="1563599" y="648505"/>
                </a:lnTo>
                <a:close/>
                <a:moveTo>
                  <a:pt x="842687" y="2256560"/>
                </a:moveTo>
                <a:lnTo>
                  <a:pt x="844308" y="2258522"/>
                </a:lnTo>
                <a:lnTo>
                  <a:pt x="854230" y="2256883"/>
                </a:lnTo>
                <a:lnTo>
                  <a:pt x="842954" y="2256571"/>
                </a:lnTo>
                <a:close/>
                <a:moveTo>
                  <a:pt x="864848" y="2206667"/>
                </a:moveTo>
                <a:lnTo>
                  <a:pt x="865809" y="2206836"/>
                </a:lnTo>
                <a:lnTo>
                  <a:pt x="869842" y="2204503"/>
                </a:lnTo>
                <a:close/>
                <a:moveTo>
                  <a:pt x="890145" y="2149917"/>
                </a:moveTo>
                <a:lnTo>
                  <a:pt x="890221" y="2150038"/>
                </a:lnTo>
                <a:lnTo>
                  <a:pt x="891175" y="2149636"/>
                </a:lnTo>
                <a:lnTo>
                  <a:pt x="891015" y="2149399"/>
                </a:lnTo>
                <a:close/>
                <a:moveTo>
                  <a:pt x="885640" y="2159887"/>
                </a:moveTo>
                <a:lnTo>
                  <a:pt x="886405" y="2161842"/>
                </a:lnTo>
                <a:lnTo>
                  <a:pt x="891586" y="2161128"/>
                </a:lnTo>
                <a:lnTo>
                  <a:pt x="891067" y="2160222"/>
                </a:lnTo>
                <a:close/>
                <a:moveTo>
                  <a:pt x="890655" y="2148595"/>
                </a:moveTo>
                <a:lnTo>
                  <a:pt x="890975" y="2149068"/>
                </a:lnTo>
                <a:lnTo>
                  <a:pt x="892316" y="2148270"/>
                </a:lnTo>
                <a:lnTo>
                  <a:pt x="891739" y="2148179"/>
                </a:lnTo>
                <a:close/>
                <a:moveTo>
                  <a:pt x="854646" y="2229168"/>
                </a:moveTo>
                <a:lnTo>
                  <a:pt x="859024" y="2229897"/>
                </a:lnTo>
                <a:lnTo>
                  <a:pt x="857088" y="2228152"/>
                </a:lnTo>
                <a:close/>
                <a:moveTo>
                  <a:pt x="876804" y="2179378"/>
                </a:moveTo>
                <a:lnTo>
                  <a:pt x="877465" y="2180525"/>
                </a:lnTo>
                <a:lnTo>
                  <a:pt x="879894" y="2180665"/>
                </a:lnTo>
                <a:lnTo>
                  <a:pt x="879414" y="2179088"/>
                </a:lnTo>
                <a:close/>
                <a:moveTo>
                  <a:pt x="889150" y="2150988"/>
                </a:moveTo>
                <a:lnTo>
                  <a:pt x="889437" y="2151219"/>
                </a:lnTo>
                <a:lnTo>
                  <a:pt x="890380" y="2150702"/>
                </a:lnTo>
                <a:lnTo>
                  <a:pt x="890263" y="2150518"/>
                </a:lnTo>
                <a:close/>
                <a:moveTo>
                  <a:pt x="848268" y="2242509"/>
                </a:moveTo>
                <a:lnTo>
                  <a:pt x="856110" y="2239896"/>
                </a:lnTo>
                <a:lnTo>
                  <a:pt x="854725" y="2238160"/>
                </a:lnTo>
                <a:close/>
                <a:moveTo>
                  <a:pt x="1553508" y="663289"/>
                </a:moveTo>
                <a:lnTo>
                  <a:pt x="1553312" y="665092"/>
                </a:lnTo>
                <a:lnTo>
                  <a:pt x="1552714" y="669968"/>
                </a:lnTo>
                <a:lnTo>
                  <a:pt x="1552746" y="670000"/>
                </a:lnTo>
                <a:lnTo>
                  <a:pt x="1553163" y="675255"/>
                </a:lnTo>
                <a:lnTo>
                  <a:pt x="1554682" y="665907"/>
                </a:lnTo>
                <a:close/>
                <a:moveTo>
                  <a:pt x="889259" y="2150444"/>
                </a:moveTo>
                <a:lnTo>
                  <a:pt x="890014" y="2150125"/>
                </a:lnTo>
                <a:lnTo>
                  <a:pt x="889954" y="2150031"/>
                </a:lnTo>
                <a:close/>
                <a:moveTo>
                  <a:pt x="1526317" y="723365"/>
                </a:moveTo>
                <a:lnTo>
                  <a:pt x="1526352" y="724282"/>
                </a:lnTo>
                <a:lnTo>
                  <a:pt x="1527047" y="726135"/>
                </a:lnTo>
                <a:lnTo>
                  <a:pt x="1527192" y="725240"/>
                </a:lnTo>
                <a:close/>
                <a:moveTo>
                  <a:pt x="1539062" y="694797"/>
                </a:moveTo>
                <a:lnTo>
                  <a:pt x="1539062" y="695097"/>
                </a:lnTo>
                <a:lnTo>
                  <a:pt x="1539301" y="698520"/>
                </a:lnTo>
                <a:lnTo>
                  <a:pt x="1541434" y="707737"/>
                </a:lnTo>
                <a:lnTo>
                  <a:pt x="1541654" y="707156"/>
                </a:lnTo>
                <a:lnTo>
                  <a:pt x="1541151" y="700231"/>
                </a:lnTo>
                <a:close/>
                <a:moveTo>
                  <a:pt x="889572" y="2149012"/>
                </a:moveTo>
                <a:lnTo>
                  <a:pt x="889982" y="2149659"/>
                </a:lnTo>
                <a:lnTo>
                  <a:pt x="890843" y="2149146"/>
                </a:lnTo>
                <a:lnTo>
                  <a:pt x="890508" y="2148652"/>
                </a:lnTo>
                <a:close/>
                <a:moveTo>
                  <a:pt x="876078" y="2178118"/>
                </a:moveTo>
                <a:lnTo>
                  <a:pt x="876561" y="2178955"/>
                </a:lnTo>
                <a:lnTo>
                  <a:pt x="879282" y="2178654"/>
                </a:lnTo>
                <a:lnTo>
                  <a:pt x="879057" y="2177916"/>
                </a:lnTo>
                <a:close/>
                <a:moveTo>
                  <a:pt x="887930" y="2151502"/>
                </a:moveTo>
                <a:lnTo>
                  <a:pt x="888624" y="2151665"/>
                </a:lnTo>
                <a:lnTo>
                  <a:pt x="888666" y="2151642"/>
                </a:lnTo>
                <a:lnTo>
                  <a:pt x="888298" y="2151347"/>
                </a:lnTo>
                <a:close/>
                <a:moveTo>
                  <a:pt x="1565266" y="634512"/>
                </a:moveTo>
                <a:lnTo>
                  <a:pt x="1562975" y="642998"/>
                </a:lnTo>
                <a:lnTo>
                  <a:pt x="1564015" y="647359"/>
                </a:lnTo>
                <a:lnTo>
                  <a:pt x="1566695" y="639982"/>
                </a:lnTo>
                <a:lnTo>
                  <a:pt x="1566508" y="638809"/>
                </a:lnTo>
                <a:close/>
                <a:moveTo>
                  <a:pt x="1565615" y="633219"/>
                </a:moveTo>
                <a:lnTo>
                  <a:pt x="1565515" y="633588"/>
                </a:lnTo>
                <a:lnTo>
                  <a:pt x="1565870" y="634814"/>
                </a:lnTo>
                <a:close/>
                <a:moveTo>
                  <a:pt x="1553940" y="659324"/>
                </a:moveTo>
                <a:lnTo>
                  <a:pt x="1553649" y="661990"/>
                </a:lnTo>
                <a:lnTo>
                  <a:pt x="1554889" y="664632"/>
                </a:lnTo>
                <a:lnTo>
                  <a:pt x="1555031" y="663761"/>
                </a:lnTo>
                <a:close/>
                <a:moveTo>
                  <a:pt x="886892" y="2151940"/>
                </a:moveTo>
                <a:lnTo>
                  <a:pt x="887187" y="2152454"/>
                </a:lnTo>
                <a:lnTo>
                  <a:pt x="887731" y="2152155"/>
                </a:lnTo>
                <a:lnTo>
                  <a:pt x="886917" y="2151929"/>
                </a:lnTo>
                <a:close/>
                <a:moveTo>
                  <a:pt x="873621" y="2181262"/>
                </a:moveTo>
                <a:lnTo>
                  <a:pt x="877095" y="2184042"/>
                </a:lnTo>
                <a:lnTo>
                  <a:pt x="878902" y="2183887"/>
                </a:lnTo>
                <a:lnTo>
                  <a:pt x="878297" y="2182867"/>
                </a:lnTo>
                <a:lnTo>
                  <a:pt x="877502" y="2181485"/>
                </a:lnTo>
                <a:close/>
                <a:moveTo>
                  <a:pt x="887623" y="2149761"/>
                </a:moveTo>
                <a:lnTo>
                  <a:pt x="888554" y="2150509"/>
                </a:lnTo>
                <a:lnTo>
                  <a:pt x="889791" y="2149773"/>
                </a:lnTo>
                <a:lnTo>
                  <a:pt x="889361" y="2149093"/>
                </a:lnTo>
                <a:close/>
                <a:moveTo>
                  <a:pt x="845068" y="2244664"/>
                </a:moveTo>
                <a:lnTo>
                  <a:pt x="857994" y="2242257"/>
                </a:lnTo>
                <a:lnTo>
                  <a:pt x="856557" y="2240455"/>
                </a:lnTo>
                <a:lnTo>
                  <a:pt x="846187" y="2243910"/>
                </a:lnTo>
                <a:close/>
                <a:moveTo>
                  <a:pt x="1567024" y="628000"/>
                </a:moveTo>
                <a:lnTo>
                  <a:pt x="1565792" y="632565"/>
                </a:lnTo>
                <a:lnTo>
                  <a:pt x="1566367" y="635882"/>
                </a:lnTo>
                <a:lnTo>
                  <a:pt x="1566601" y="637341"/>
                </a:lnTo>
                <a:lnTo>
                  <a:pt x="1567067" y="638957"/>
                </a:lnTo>
                <a:lnTo>
                  <a:pt x="1568333" y="635473"/>
                </a:lnTo>
                <a:lnTo>
                  <a:pt x="1568472" y="635792"/>
                </a:lnTo>
                <a:lnTo>
                  <a:pt x="1568338" y="634694"/>
                </a:lnTo>
                <a:close/>
                <a:moveTo>
                  <a:pt x="853752" y="2224616"/>
                </a:moveTo>
                <a:lnTo>
                  <a:pt x="855667" y="2226342"/>
                </a:lnTo>
                <a:lnTo>
                  <a:pt x="864816" y="2222417"/>
                </a:lnTo>
                <a:lnTo>
                  <a:pt x="857486" y="2223874"/>
                </a:lnTo>
                <a:lnTo>
                  <a:pt x="856329" y="2224984"/>
                </a:lnTo>
                <a:lnTo>
                  <a:pt x="856038" y="2224985"/>
                </a:lnTo>
                <a:lnTo>
                  <a:pt x="857122" y="2223946"/>
                </a:lnTo>
                <a:close/>
                <a:moveTo>
                  <a:pt x="875167" y="2176533"/>
                </a:moveTo>
                <a:lnTo>
                  <a:pt x="875899" y="2177805"/>
                </a:lnTo>
                <a:lnTo>
                  <a:pt x="878960" y="2177599"/>
                </a:lnTo>
                <a:lnTo>
                  <a:pt x="878644" y="2176562"/>
                </a:lnTo>
                <a:lnTo>
                  <a:pt x="876929" y="2176392"/>
                </a:lnTo>
                <a:close/>
                <a:moveTo>
                  <a:pt x="885780" y="2152515"/>
                </a:moveTo>
                <a:lnTo>
                  <a:pt x="886644" y="2152735"/>
                </a:lnTo>
                <a:lnTo>
                  <a:pt x="886669" y="2152739"/>
                </a:lnTo>
                <a:lnTo>
                  <a:pt x="886753" y="2152692"/>
                </a:lnTo>
                <a:lnTo>
                  <a:pt x="886433" y="2152133"/>
                </a:lnTo>
                <a:lnTo>
                  <a:pt x="886392" y="2152151"/>
                </a:lnTo>
                <a:close/>
                <a:moveTo>
                  <a:pt x="1558478" y="646045"/>
                </a:moveTo>
                <a:lnTo>
                  <a:pt x="1556090" y="660729"/>
                </a:lnTo>
                <a:lnTo>
                  <a:pt x="1556212" y="661221"/>
                </a:lnTo>
                <a:lnTo>
                  <a:pt x="1558285" y="647974"/>
                </a:lnTo>
                <a:lnTo>
                  <a:pt x="1558487" y="646127"/>
                </a:lnTo>
                <a:close/>
                <a:moveTo>
                  <a:pt x="1525079" y="720712"/>
                </a:moveTo>
                <a:lnTo>
                  <a:pt x="1525227" y="721151"/>
                </a:lnTo>
                <a:lnTo>
                  <a:pt x="1525228" y="721031"/>
                </a:lnTo>
                <a:close/>
                <a:moveTo>
                  <a:pt x="1567853" y="624928"/>
                </a:moveTo>
                <a:lnTo>
                  <a:pt x="1567629" y="625756"/>
                </a:lnTo>
                <a:lnTo>
                  <a:pt x="1570210" y="638886"/>
                </a:lnTo>
                <a:lnTo>
                  <a:pt x="1569526" y="629372"/>
                </a:lnTo>
                <a:close/>
                <a:moveTo>
                  <a:pt x="884131" y="2155779"/>
                </a:moveTo>
                <a:lnTo>
                  <a:pt x="887481" y="2155986"/>
                </a:lnTo>
                <a:lnTo>
                  <a:pt x="885581" y="2155058"/>
                </a:lnTo>
                <a:close/>
                <a:moveTo>
                  <a:pt x="886001" y="2150384"/>
                </a:moveTo>
                <a:lnTo>
                  <a:pt x="886440" y="2151152"/>
                </a:lnTo>
                <a:lnTo>
                  <a:pt x="887173" y="2151324"/>
                </a:lnTo>
                <a:lnTo>
                  <a:pt x="887213" y="2151307"/>
                </a:lnTo>
                <a:lnTo>
                  <a:pt x="887808" y="2150952"/>
                </a:lnTo>
                <a:lnTo>
                  <a:pt x="886745" y="2150098"/>
                </a:lnTo>
                <a:close/>
                <a:moveTo>
                  <a:pt x="874678" y="2175684"/>
                </a:moveTo>
                <a:lnTo>
                  <a:pt x="874773" y="2175849"/>
                </a:lnTo>
                <a:lnTo>
                  <a:pt x="876184" y="2175989"/>
                </a:lnTo>
                <a:lnTo>
                  <a:pt x="878415" y="2175810"/>
                </a:lnTo>
                <a:lnTo>
                  <a:pt x="878223" y="2175180"/>
                </a:lnTo>
                <a:close/>
                <a:moveTo>
                  <a:pt x="880110" y="2163170"/>
                </a:moveTo>
                <a:lnTo>
                  <a:pt x="880395" y="2163621"/>
                </a:lnTo>
                <a:lnTo>
                  <a:pt x="886168" y="2162513"/>
                </a:lnTo>
                <a:lnTo>
                  <a:pt x="886102" y="2162344"/>
                </a:lnTo>
                <a:close/>
                <a:moveTo>
                  <a:pt x="867828" y="2190631"/>
                </a:moveTo>
                <a:lnTo>
                  <a:pt x="871527" y="2195190"/>
                </a:lnTo>
                <a:lnTo>
                  <a:pt x="882144" y="2189778"/>
                </a:lnTo>
                <a:close/>
                <a:moveTo>
                  <a:pt x="849534" y="2231292"/>
                </a:moveTo>
                <a:lnTo>
                  <a:pt x="853746" y="2236572"/>
                </a:lnTo>
                <a:lnTo>
                  <a:pt x="857426" y="2234338"/>
                </a:lnTo>
                <a:lnTo>
                  <a:pt x="855537" y="2231736"/>
                </a:lnTo>
                <a:lnTo>
                  <a:pt x="851640" y="2232557"/>
                </a:lnTo>
                <a:lnTo>
                  <a:pt x="851316" y="2232398"/>
                </a:lnTo>
                <a:lnTo>
                  <a:pt x="855394" y="2231539"/>
                </a:lnTo>
                <a:lnTo>
                  <a:pt x="854086" y="2229738"/>
                </a:lnTo>
                <a:lnTo>
                  <a:pt x="853544" y="2229626"/>
                </a:lnTo>
                <a:close/>
                <a:moveTo>
                  <a:pt x="874474" y="2175328"/>
                </a:moveTo>
                <a:lnTo>
                  <a:pt x="874607" y="2175559"/>
                </a:lnTo>
                <a:lnTo>
                  <a:pt x="876646" y="2175269"/>
                </a:lnTo>
                <a:lnTo>
                  <a:pt x="878178" y="2175030"/>
                </a:lnTo>
                <a:lnTo>
                  <a:pt x="877954" y="2174296"/>
                </a:lnTo>
                <a:close/>
                <a:moveTo>
                  <a:pt x="1546419" y="670570"/>
                </a:moveTo>
                <a:lnTo>
                  <a:pt x="1548079" y="681708"/>
                </a:lnTo>
                <a:lnTo>
                  <a:pt x="1548543" y="688980"/>
                </a:lnTo>
                <a:lnTo>
                  <a:pt x="1548581" y="688881"/>
                </a:lnTo>
                <a:lnTo>
                  <a:pt x="1548642" y="680878"/>
                </a:lnTo>
                <a:lnTo>
                  <a:pt x="1548571" y="675953"/>
                </a:lnTo>
                <a:close/>
                <a:moveTo>
                  <a:pt x="852742" y="2223706"/>
                </a:moveTo>
                <a:lnTo>
                  <a:pt x="853252" y="2224166"/>
                </a:lnTo>
                <a:lnTo>
                  <a:pt x="857843" y="2223254"/>
                </a:lnTo>
                <a:lnTo>
                  <a:pt x="860438" y="2220766"/>
                </a:lnTo>
                <a:close/>
                <a:moveTo>
                  <a:pt x="874030" y="2175775"/>
                </a:moveTo>
                <a:lnTo>
                  <a:pt x="874227" y="2175794"/>
                </a:lnTo>
                <a:lnTo>
                  <a:pt x="874202" y="2175751"/>
                </a:lnTo>
                <a:close/>
                <a:moveTo>
                  <a:pt x="879463" y="2163259"/>
                </a:moveTo>
                <a:lnTo>
                  <a:pt x="879542" y="2163785"/>
                </a:lnTo>
                <a:lnTo>
                  <a:pt x="880054" y="2163686"/>
                </a:lnTo>
                <a:lnTo>
                  <a:pt x="879758" y="2163219"/>
                </a:lnTo>
                <a:close/>
                <a:moveTo>
                  <a:pt x="871937" y="2179916"/>
                </a:moveTo>
                <a:lnTo>
                  <a:pt x="872331" y="2180231"/>
                </a:lnTo>
                <a:lnTo>
                  <a:pt x="876932" y="2180495"/>
                </a:lnTo>
                <a:lnTo>
                  <a:pt x="876320" y="2179431"/>
                </a:lnTo>
                <a:close/>
                <a:moveTo>
                  <a:pt x="883413" y="2154198"/>
                </a:moveTo>
                <a:lnTo>
                  <a:pt x="883518" y="2154467"/>
                </a:lnTo>
                <a:lnTo>
                  <a:pt x="883820" y="2154301"/>
                </a:lnTo>
                <a:close/>
                <a:moveTo>
                  <a:pt x="884929" y="2150796"/>
                </a:moveTo>
                <a:lnTo>
                  <a:pt x="885782" y="2150996"/>
                </a:lnTo>
                <a:lnTo>
                  <a:pt x="885534" y="2150564"/>
                </a:lnTo>
                <a:close/>
                <a:moveTo>
                  <a:pt x="1511204" y="748168"/>
                </a:moveTo>
                <a:lnTo>
                  <a:pt x="1510898" y="749650"/>
                </a:lnTo>
                <a:lnTo>
                  <a:pt x="1511267" y="748452"/>
                </a:lnTo>
                <a:close/>
                <a:moveTo>
                  <a:pt x="851559" y="2225052"/>
                </a:moveTo>
                <a:lnTo>
                  <a:pt x="853244" y="2227381"/>
                </a:lnTo>
                <a:lnTo>
                  <a:pt x="855268" y="2226513"/>
                </a:lnTo>
                <a:lnTo>
                  <a:pt x="853269" y="2224712"/>
                </a:lnTo>
                <a:close/>
                <a:moveTo>
                  <a:pt x="1567045" y="622779"/>
                </a:moveTo>
                <a:lnTo>
                  <a:pt x="1567497" y="625080"/>
                </a:lnTo>
                <a:lnTo>
                  <a:pt x="1567670" y="624439"/>
                </a:lnTo>
                <a:close/>
                <a:moveTo>
                  <a:pt x="879364" y="2162597"/>
                </a:moveTo>
                <a:lnTo>
                  <a:pt x="879396" y="2162808"/>
                </a:lnTo>
                <a:lnTo>
                  <a:pt x="879489" y="2162795"/>
                </a:lnTo>
                <a:close/>
                <a:moveTo>
                  <a:pt x="842473" y="2245147"/>
                </a:moveTo>
                <a:lnTo>
                  <a:pt x="844438" y="2244781"/>
                </a:lnTo>
                <a:lnTo>
                  <a:pt x="845286" y="2244210"/>
                </a:lnTo>
                <a:close/>
                <a:moveTo>
                  <a:pt x="873235" y="2175696"/>
                </a:moveTo>
                <a:lnTo>
                  <a:pt x="873473" y="2175720"/>
                </a:lnTo>
                <a:lnTo>
                  <a:pt x="874131" y="2175626"/>
                </a:lnTo>
                <a:lnTo>
                  <a:pt x="874034" y="2175459"/>
                </a:lnTo>
                <a:close/>
                <a:moveTo>
                  <a:pt x="1511620" y="746156"/>
                </a:moveTo>
                <a:lnTo>
                  <a:pt x="1511322" y="747596"/>
                </a:lnTo>
                <a:lnTo>
                  <a:pt x="1511413" y="747978"/>
                </a:lnTo>
                <a:lnTo>
                  <a:pt x="1511478" y="747769"/>
                </a:lnTo>
                <a:close/>
                <a:moveTo>
                  <a:pt x="1563758" y="629289"/>
                </a:moveTo>
                <a:lnTo>
                  <a:pt x="1563816" y="634648"/>
                </a:lnTo>
                <a:lnTo>
                  <a:pt x="1563190" y="640352"/>
                </a:lnTo>
                <a:lnTo>
                  <a:pt x="1565059" y="633791"/>
                </a:lnTo>
                <a:close/>
                <a:moveTo>
                  <a:pt x="873648" y="2173892"/>
                </a:moveTo>
                <a:lnTo>
                  <a:pt x="874371" y="2175149"/>
                </a:lnTo>
                <a:lnTo>
                  <a:pt x="877895" y="2174104"/>
                </a:lnTo>
                <a:lnTo>
                  <a:pt x="877666" y="2173352"/>
                </a:lnTo>
                <a:lnTo>
                  <a:pt x="877410" y="2173170"/>
                </a:lnTo>
                <a:close/>
                <a:moveTo>
                  <a:pt x="851053" y="2224351"/>
                </a:moveTo>
                <a:lnTo>
                  <a:pt x="851212" y="2224572"/>
                </a:lnTo>
                <a:lnTo>
                  <a:pt x="852770" y="2224262"/>
                </a:lnTo>
                <a:lnTo>
                  <a:pt x="852329" y="2223864"/>
                </a:lnTo>
                <a:close/>
                <a:moveTo>
                  <a:pt x="883575" y="2151316"/>
                </a:moveTo>
                <a:lnTo>
                  <a:pt x="885092" y="2152201"/>
                </a:lnTo>
                <a:lnTo>
                  <a:pt x="886203" y="2151733"/>
                </a:lnTo>
                <a:lnTo>
                  <a:pt x="886202" y="2151731"/>
                </a:lnTo>
                <a:lnTo>
                  <a:pt x="884053" y="2151134"/>
                </a:lnTo>
                <a:close/>
                <a:moveTo>
                  <a:pt x="887078" y="2143319"/>
                </a:moveTo>
                <a:lnTo>
                  <a:pt x="887850" y="2144459"/>
                </a:lnTo>
                <a:lnTo>
                  <a:pt x="889351" y="2143882"/>
                </a:lnTo>
                <a:lnTo>
                  <a:pt x="889937" y="2143551"/>
                </a:lnTo>
                <a:lnTo>
                  <a:pt x="887213" y="2143304"/>
                </a:lnTo>
                <a:close/>
                <a:moveTo>
                  <a:pt x="841809" y="2244660"/>
                </a:moveTo>
                <a:lnTo>
                  <a:pt x="847368" y="2242808"/>
                </a:lnTo>
                <a:lnTo>
                  <a:pt x="848926" y="2241759"/>
                </a:lnTo>
                <a:lnTo>
                  <a:pt x="854507" y="2237887"/>
                </a:lnTo>
                <a:lnTo>
                  <a:pt x="854006" y="2237259"/>
                </a:lnTo>
                <a:close/>
                <a:moveTo>
                  <a:pt x="866303" y="2188752"/>
                </a:moveTo>
                <a:lnTo>
                  <a:pt x="867308" y="2189992"/>
                </a:lnTo>
                <a:lnTo>
                  <a:pt x="882008" y="2189116"/>
                </a:lnTo>
                <a:lnTo>
                  <a:pt x="881994" y="2189092"/>
                </a:lnTo>
                <a:lnTo>
                  <a:pt x="879814" y="2187596"/>
                </a:lnTo>
                <a:close/>
                <a:moveTo>
                  <a:pt x="858570" y="2205558"/>
                </a:moveTo>
                <a:lnTo>
                  <a:pt x="864150" y="2206543"/>
                </a:lnTo>
                <a:lnTo>
                  <a:pt x="872770" y="2202810"/>
                </a:lnTo>
                <a:lnTo>
                  <a:pt x="874035" y="2202078"/>
                </a:lnTo>
                <a:close/>
                <a:moveTo>
                  <a:pt x="849918" y="2224829"/>
                </a:moveTo>
                <a:lnTo>
                  <a:pt x="850446" y="2224724"/>
                </a:lnTo>
                <a:lnTo>
                  <a:pt x="850375" y="2224626"/>
                </a:lnTo>
                <a:close/>
                <a:moveTo>
                  <a:pt x="1514906" y="735778"/>
                </a:moveTo>
                <a:lnTo>
                  <a:pt x="1514874" y="736750"/>
                </a:lnTo>
                <a:lnTo>
                  <a:pt x="1515032" y="736236"/>
                </a:lnTo>
                <a:close/>
                <a:moveTo>
                  <a:pt x="886097" y="2143436"/>
                </a:moveTo>
                <a:lnTo>
                  <a:pt x="886841" y="2144649"/>
                </a:lnTo>
                <a:lnTo>
                  <a:pt x="887309" y="2144666"/>
                </a:lnTo>
                <a:lnTo>
                  <a:pt x="887703" y="2144516"/>
                </a:lnTo>
                <a:lnTo>
                  <a:pt x="886905" y="2143340"/>
                </a:lnTo>
                <a:close/>
                <a:moveTo>
                  <a:pt x="878897" y="2159471"/>
                </a:moveTo>
                <a:lnTo>
                  <a:pt x="879245" y="2161806"/>
                </a:lnTo>
                <a:lnTo>
                  <a:pt x="879841" y="2162746"/>
                </a:lnTo>
                <a:lnTo>
                  <a:pt x="885930" y="2161907"/>
                </a:lnTo>
                <a:lnTo>
                  <a:pt x="885127" y="2159855"/>
                </a:lnTo>
                <a:lnTo>
                  <a:pt x="881705" y="2159644"/>
                </a:lnTo>
                <a:lnTo>
                  <a:pt x="881945" y="2160105"/>
                </a:lnTo>
                <a:lnTo>
                  <a:pt x="881614" y="2159991"/>
                </a:lnTo>
                <a:lnTo>
                  <a:pt x="881425" y="2159627"/>
                </a:lnTo>
                <a:close/>
                <a:moveTo>
                  <a:pt x="880589" y="2155561"/>
                </a:moveTo>
                <a:lnTo>
                  <a:pt x="881430" y="2155612"/>
                </a:lnTo>
                <a:lnTo>
                  <a:pt x="883106" y="2154693"/>
                </a:lnTo>
                <a:lnTo>
                  <a:pt x="882919" y="2154217"/>
                </a:lnTo>
                <a:close/>
                <a:moveTo>
                  <a:pt x="870187" y="2178516"/>
                </a:moveTo>
                <a:lnTo>
                  <a:pt x="871445" y="2179521"/>
                </a:lnTo>
                <a:lnTo>
                  <a:pt x="876077" y="2179008"/>
                </a:lnTo>
                <a:lnTo>
                  <a:pt x="875583" y="2178151"/>
                </a:lnTo>
                <a:close/>
                <a:moveTo>
                  <a:pt x="870782" y="2176423"/>
                </a:moveTo>
                <a:lnTo>
                  <a:pt x="874355" y="2176136"/>
                </a:lnTo>
                <a:lnTo>
                  <a:pt x="872669" y="2175968"/>
                </a:lnTo>
                <a:lnTo>
                  <a:pt x="871990" y="2176065"/>
                </a:lnTo>
                <a:close/>
                <a:moveTo>
                  <a:pt x="1510338" y="743489"/>
                </a:moveTo>
                <a:lnTo>
                  <a:pt x="1510660" y="744835"/>
                </a:lnTo>
                <a:lnTo>
                  <a:pt x="1510762" y="744339"/>
                </a:lnTo>
                <a:close/>
                <a:moveTo>
                  <a:pt x="1513671" y="736004"/>
                </a:moveTo>
                <a:lnTo>
                  <a:pt x="1513662" y="736063"/>
                </a:lnTo>
                <a:lnTo>
                  <a:pt x="1513606" y="739980"/>
                </a:lnTo>
                <a:lnTo>
                  <a:pt x="1513744" y="740416"/>
                </a:lnTo>
                <a:lnTo>
                  <a:pt x="1514025" y="739503"/>
                </a:lnTo>
                <a:lnTo>
                  <a:pt x="1514046" y="738909"/>
                </a:lnTo>
                <a:close/>
                <a:moveTo>
                  <a:pt x="847141" y="2228293"/>
                </a:moveTo>
                <a:lnTo>
                  <a:pt x="848155" y="2229564"/>
                </a:lnTo>
                <a:lnTo>
                  <a:pt x="849819" y="2228850"/>
                </a:lnTo>
                <a:close/>
                <a:moveTo>
                  <a:pt x="837225" y="2249946"/>
                </a:moveTo>
                <a:lnTo>
                  <a:pt x="842267" y="2256050"/>
                </a:lnTo>
                <a:lnTo>
                  <a:pt x="856814" y="2256453"/>
                </a:lnTo>
                <a:lnTo>
                  <a:pt x="869096" y="2250412"/>
                </a:lnTo>
                <a:lnTo>
                  <a:pt x="863464" y="2242655"/>
                </a:lnTo>
                <a:lnTo>
                  <a:pt x="859228" y="2243444"/>
                </a:lnTo>
                <a:lnTo>
                  <a:pt x="861585" y="2246397"/>
                </a:lnTo>
                <a:lnTo>
                  <a:pt x="861231" y="2246314"/>
                </a:lnTo>
                <a:lnTo>
                  <a:pt x="858978" y="2243491"/>
                </a:lnTo>
                <a:lnTo>
                  <a:pt x="854157" y="2244388"/>
                </a:lnTo>
                <a:lnTo>
                  <a:pt x="843092" y="2245994"/>
                </a:lnTo>
                <a:close/>
                <a:moveTo>
                  <a:pt x="879349" y="2155120"/>
                </a:moveTo>
                <a:lnTo>
                  <a:pt x="879544" y="2155496"/>
                </a:lnTo>
                <a:lnTo>
                  <a:pt x="880115" y="2155531"/>
                </a:lnTo>
                <a:lnTo>
                  <a:pt x="882673" y="2154009"/>
                </a:lnTo>
                <a:lnTo>
                  <a:pt x="882243" y="2153900"/>
                </a:lnTo>
                <a:close/>
                <a:moveTo>
                  <a:pt x="870091" y="2175383"/>
                </a:moveTo>
                <a:lnTo>
                  <a:pt x="872706" y="2175643"/>
                </a:lnTo>
                <a:lnTo>
                  <a:pt x="873931" y="2175279"/>
                </a:lnTo>
                <a:lnTo>
                  <a:pt x="873184" y="2173981"/>
                </a:lnTo>
                <a:lnTo>
                  <a:pt x="873038" y="2174009"/>
                </a:lnTo>
                <a:lnTo>
                  <a:pt x="871227" y="2174765"/>
                </a:lnTo>
                <a:close/>
                <a:moveTo>
                  <a:pt x="1514158" y="733043"/>
                </a:moveTo>
                <a:lnTo>
                  <a:pt x="1513947" y="734327"/>
                </a:lnTo>
                <a:lnTo>
                  <a:pt x="1514153" y="735770"/>
                </a:lnTo>
                <a:lnTo>
                  <a:pt x="1514236" y="733328"/>
                </a:lnTo>
                <a:close/>
                <a:moveTo>
                  <a:pt x="1508785" y="744453"/>
                </a:moveTo>
                <a:lnTo>
                  <a:pt x="1508440" y="746055"/>
                </a:lnTo>
                <a:lnTo>
                  <a:pt x="1509155" y="752125"/>
                </a:lnTo>
                <a:lnTo>
                  <a:pt x="1509970" y="748180"/>
                </a:lnTo>
                <a:close/>
                <a:moveTo>
                  <a:pt x="878596" y="2155438"/>
                </a:moveTo>
                <a:lnTo>
                  <a:pt x="879263" y="2155479"/>
                </a:lnTo>
                <a:lnTo>
                  <a:pt x="879126" y="2155214"/>
                </a:lnTo>
                <a:close/>
                <a:moveTo>
                  <a:pt x="1563672" y="621196"/>
                </a:moveTo>
                <a:lnTo>
                  <a:pt x="1563739" y="627504"/>
                </a:lnTo>
                <a:lnTo>
                  <a:pt x="1564146" y="628845"/>
                </a:lnTo>
                <a:lnTo>
                  <a:pt x="1565315" y="632892"/>
                </a:lnTo>
                <a:lnTo>
                  <a:pt x="1565474" y="632333"/>
                </a:lnTo>
                <a:lnTo>
                  <a:pt x="1563969" y="622912"/>
                </a:lnTo>
                <a:close/>
                <a:moveTo>
                  <a:pt x="1505062" y="752431"/>
                </a:moveTo>
                <a:lnTo>
                  <a:pt x="1504997" y="752602"/>
                </a:lnTo>
                <a:lnTo>
                  <a:pt x="1505418" y="753812"/>
                </a:lnTo>
                <a:close/>
                <a:moveTo>
                  <a:pt x="1539940" y="674212"/>
                </a:moveTo>
                <a:lnTo>
                  <a:pt x="1541803" y="700781"/>
                </a:lnTo>
                <a:lnTo>
                  <a:pt x="1542945" y="703751"/>
                </a:lnTo>
                <a:lnTo>
                  <a:pt x="1544139" y="700599"/>
                </a:lnTo>
                <a:close/>
                <a:moveTo>
                  <a:pt x="1515122" y="729483"/>
                </a:moveTo>
                <a:lnTo>
                  <a:pt x="1514984" y="733536"/>
                </a:lnTo>
                <a:lnTo>
                  <a:pt x="1515397" y="735050"/>
                </a:lnTo>
                <a:lnTo>
                  <a:pt x="1516083" y="732825"/>
                </a:lnTo>
                <a:close/>
                <a:moveTo>
                  <a:pt x="1504926" y="752111"/>
                </a:moveTo>
                <a:lnTo>
                  <a:pt x="1504890" y="752296"/>
                </a:lnTo>
                <a:lnTo>
                  <a:pt x="1504935" y="752426"/>
                </a:lnTo>
                <a:lnTo>
                  <a:pt x="1504999" y="752257"/>
                </a:lnTo>
                <a:close/>
                <a:moveTo>
                  <a:pt x="868439" y="2177117"/>
                </a:moveTo>
                <a:lnTo>
                  <a:pt x="869814" y="2178217"/>
                </a:lnTo>
                <a:lnTo>
                  <a:pt x="875403" y="2177839"/>
                </a:lnTo>
                <a:lnTo>
                  <a:pt x="874675" y="2176573"/>
                </a:lnTo>
                <a:lnTo>
                  <a:pt x="868642" y="2177058"/>
                </a:lnTo>
                <a:close/>
                <a:moveTo>
                  <a:pt x="878716" y="2153906"/>
                </a:moveTo>
                <a:lnTo>
                  <a:pt x="879136" y="2154713"/>
                </a:lnTo>
                <a:lnTo>
                  <a:pt x="881508" y="2153713"/>
                </a:lnTo>
                <a:lnTo>
                  <a:pt x="879667" y="2153243"/>
                </a:lnTo>
                <a:close/>
                <a:moveTo>
                  <a:pt x="1509400" y="741606"/>
                </a:moveTo>
                <a:lnTo>
                  <a:pt x="1508940" y="743735"/>
                </a:lnTo>
                <a:lnTo>
                  <a:pt x="1510121" y="747451"/>
                </a:lnTo>
                <a:lnTo>
                  <a:pt x="1510561" y="745315"/>
                </a:lnTo>
                <a:lnTo>
                  <a:pt x="1510403" y="744616"/>
                </a:lnTo>
                <a:lnTo>
                  <a:pt x="1509946" y="742701"/>
                </a:lnTo>
                <a:close/>
                <a:moveTo>
                  <a:pt x="845831" y="2226647"/>
                </a:moveTo>
                <a:lnTo>
                  <a:pt x="845942" y="2226790"/>
                </a:lnTo>
                <a:lnTo>
                  <a:pt x="846756" y="2227810"/>
                </a:lnTo>
                <a:lnTo>
                  <a:pt x="847784" y="2228024"/>
                </a:lnTo>
                <a:lnTo>
                  <a:pt x="850637" y="2228500"/>
                </a:lnTo>
                <a:lnTo>
                  <a:pt x="852582" y="2227665"/>
                </a:lnTo>
                <a:lnTo>
                  <a:pt x="850794" y="2225204"/>
                </a:lnTo>
                <a:lnTo>
                  <a:pt x="847690" y="2225820"/>
                </a:lnTo>
                <a:close/>
                <a:moveTo>
                  <a:pt x="878127" y="2154316"/>
                </a:moveTo>
                <a:lnTo>
                  <a:pt x="878242" y="2155090"/>
                </a:lnTo>
                <a:lnTo>
                  <a:pt x="878914" y="2154807"/>
                </a:lnTo>
                <a:lnTo>
                  <a:pt x="878516" y="2154045"/>
                </a:lnTo>
                <a:close/>
                <a:moveTo>
                  <a:pt x="868053" y="2176490"/>
                </a:moveTo>
                <a:lnTo>
                  <a:pt x="871505" y="2175999"/>
                </a:lnTo>
                <a:lnTo>
                  <a:pt x="871882" y="2175887"/>
                </a:lnTo>
                <a:lnTo>
                  <a:pt x="869631" y="2175633"/>
                </a:lnTo>
                <a:close/>
                <a:moveTo>
                  <a:pt x="1508259" y="742791"/>
                </a:moveTo>
                <a:lnTo>
                  <a:pt x="1508289" y="744484"/>
                </a:lnTo>
                <a:lnTo>
                  <a:pt x="1508495" y="743530"/>
                </a:lnTo>
                <a:close/>
                <a:moveTo>
                  <a:pt x="867857" y="2176652"/>
                </a:moveTo>
                <a:lnTo>
                  <a:pt x="867864" y="2176657"/>
                </a:lnTo>
                <a:lnTo>
                  <a:pt x="869813" y="2176501"/>
                </a:lnTo>
                <a:lnTo>
                  <a:pt x="870634" y="2176257"/>
                </a:lnTo>
                <a:close/>
                <a:moveTo>
                  <a:pt x="835806" y="2248227"/>
                </a:moveTo>
                <a:lnTo>
                  <a:pt x="837063" y="2249749"/>
                </a:lnTo>
                <a:lnTo>
                  <a:pt x="842512" y="2246079"/>
                </a:lnTo>
                <a:lnTo>
                  <a:pt x="838457" y="2246668"/>
                </a:lnTo>
                <a:close/>
                <a:moveTo>
                  <a:pt x="1518190" y="720076"/>
                </a:moveTo>
                <a:lnTo>
                  <a:pt x="1518596" y="724669"/>
                </a:lnTo>
                <a:lnTo>
                  <a:pt x="1518924" y="723604"/>
                </a:lnTo>
                <a:lnTo>
                  <a:pt x="1518959" y="723386"/>
                </a:lnTo>
                <a:lnTo>
                  <a:pt x="1518840" y="722604"/>
                </a:lnTo>
                <a:lnTo>
                  <a:pt x="1518276" y="720261"/>
                </a:lnTo>
                <a:close/>
                <a:moveTo>
                  <a:pt x="882280" y="2143889"/>
                </a:moveTo>
                <a:lnTo>
                  <a:pt x="882393" y="2144087"/>
                </a:lnTo>
                <a:lnTo>
                  <a:pt x="885711" y="2144609"/>
                </a:lnTo>
                <a:lnTo>
                  <a:pt x="886541" y="2144638"/>
                </a:lnTo>
                <a:lnTo>
                  <a:pt x="885802" y="2143471"/>
                </a:lnTo>
                <a:close/>
                <a:moveTo>
                  <a:pt x="881629" y="2143966"/>
                </a:moveTo>
                <a:lnTo>
                  <a:pt x="881767" y="2143988"/>
                </a:lnTo>
                <a:lnTo>
                  <a:pt x="881746" y="2143953"/>
                </a:lnTo>
                <a:close/>
                <a:moveTo>
                  <a:pt x="844340" y="2227308"/>
                </a:moveTo>
                <a:lnTo>
                  <a:pt x="846411" y="2227738"/>
                </a:lnTo>
                <a:lnTo>
                  <a:pt x="845616" y="2226743"/>
                </a:lnTo>
                <a:lnTo>
                  <a:pt x="844405" y="2227281"/>
                </a:lnTo>
                <a:close/>
                <a:moveTo>
                  <a:pt x="835250" y="2247554"/>
                </a:moveTo>
                <a:lnTo>
                  <a:pt x="835384" y="2247715"/>
                </a:lnTo>
                <a:lnTo>
                  <a:pt x="836134" y="2247260"/>
                </a:lnTo>
                <a:close/>
                <a:moveTo>
                  <a:pt x="847657" y="2219654"/>
                </a:moveTo>
                <a:lnTo>
                  <a:pt x="850758" y="2223943"/>
                </a:lnTo>
                <a:lnTo>
                  <a:pt x="851909" y="2223486"/>
                </a:lnTo>
                <a:close/>
                <a:moveTo>
                  <a:pt x="880355" y="2146388"/>
                </a:moveTo>
                <a:lnTo>
                  <a:pt x="880679" y="2147215"/>
                </a:lnTo>
                <a:lnTo>
                  <a:pt x="882112" y="2146664"/>
                </a:lnTo>
                <a:close/>
                <a:moveTo>
                  <a:pt x="1539040" y="671193"/>
                </a:moveTo>
                <a:lnTo>
                  <a:pt x="1539060" y="693646"/>
                </a:lnTo>
                <a:lnTo>
                  <a:pt x="1541048" y="698816"/>
                </a:lnTo>
                <a:close/>
                <a:moveTo>
                  <a:pt x="1511103" y="733703"/>
                </a:moveTo>
                <a:lnTo>
                  <a:pt x="1510581" y="736123"/>
                </a:lnTo>
                <a:lnTo>
                  <a:pt x="1511952" y="738573"/>
                </a:lnTo>
                <a:lnTo>
                  <a:pt x="1512227" y="737243"/>
                </a:lnTo>
                <a:close/>
                <a:moveTo>
                  <a:pt x="1504211" y="749134"/>
                </a:moveTo>
                <a:lnTo>
                  <a:pt x="1504208" y="749242"/>
                </a:lnTo>
                <a:lnTo>
                  <a:pt x="1504270" y="749365"/>
                </a:lnTo>
                <a:close/>
                <a:moveTo>
                  <a:pt x="867318" y="2175107"/>
                </a:moveTo>
                <a:lnTo>
                  <a:pt x="868910" y="2175265"/>
                </a:lnTo>
                <a:lnTo>
                  <a:pt x="870498" y="2174584"/>
                </a:lnTo>
                <a:lnTo>
                  <a:pt x="870746" y="2174449"/>
                </a:lnTo>
                <a:close/>
                <a:moveTo>
                  <a:pt x="1564066" y="614863"/>
                </a:moveTo>
                <a:lnTo>
                  <a:pt x="1563643" y="618513"/>
                </a:lnTo>
                <a:lnTo>
                  <a:pt x="1563662" y="620294"/>
                </a:lnTo>
                <a:lnTo>
                  <a:pt x="1565646" y="631728"/>
                </a:lnTo>
                <a:lnTo>
                  <a:pt x="1566714" y="627978"/>
                </a:lnTo>
                <a:lnTo>
                  <a:pt x="1566890" y="627325"/>
                </a:lnTo>
                <a:lnTo>
                  <a:pt x="1564852" y="616954"/>
                </a:lnTo>
                <a:close/>
                <a:moveTo>
                  <a:pt x="881655" y="2142799"/>
                </a:moveTo>
                <a:lnTo>
                  <a:pt x="881935" y="2143287"/>
                </a:lnTo>
                <a:lnTo>
                  <a:pt x="884143" y="2143025"/>
                </a:lnTo>
                <a:close/>
                <a:moveTo>
                  <a:pt x="1515888" y="722525"/>
                </a:moveTo>
                <a:lnTo>
                  <a:pt x="1515221" y="726583"/>
                </a:lnTo>
                <a:lnTo>
                  <a:pt x="1515146" y="728783"/>
                </a:lnTo>
                <a:lnTo>
                  <a:pt x="1516261" y="732250"/>
                </a:lnTo>
                <a:lnTo>
                  <a:pt x="1517704" y="727565"/>
                </a:lnTo>
                <a:lnTo>
                  <a:pt x="1517547" y="725782"/>
                </a:lnTo>
                <a:close/>
                <a:moveTo>
                  <a:pt x="1542882" y="661723"/>
                </a:moveTo>
                <a:lnTo>
                  <a:pt x="1544236" y="672603"/>
                </a:lnTo>
                <a:lnTo>
                  <a:pt x="1545708" y="690125"/>
                </a:lnTo>
                <a:lnTo>
                  <a:pt x="1546509" y="694347"/>
                </a:lnTo>
                <a:lnTo>
                  <a:pt x="1548069" y="690231"/>
                </a:lnTo>
                <a:lnTo>
                  <a:pt x="1545497" y="668264"/>
                </a:lnTo>
                <a:close/>
                <a:moveTo>
                  <a:pt x="1508197" y="739201"/>
                </a:moveTo>
                <a:lnTo>
                  <a:pt x="1508238" y="741522"/>
                </a:lnTo>
                <a:lnTo>
                  <a:pt x="1508649" y="742816"/>
                </a:lnTo>
                <a:lnTo>
                  <a:pt x="1509057" y="740921"/>
                </a:lnTo>
                <a:close/>
                <a:moveTo>
                  <a:pt x="849956" y="2213116"/>
                </a:moveTo>
                <a:lnTo>
                  <a:pt x="865809" y="2213538"/>
                </a:lnTo>
                <a:lnTo>
                  <a:pt x="867944" y="2213566"/>
                </a:lnTo>
                <a:lnTo>
                  <a:pt x="871690" y="2209973"/>
                </a:lnTo>
                <a:lnTo>
                  <a:pt x="873029" y="2208652"/>
                </a:lnTo>
                <a:lnTo>
                  <a:pt x="865523" y="2207327"/>
                </a:lnTo>
                <a:lnTo>
                  <a:pt x="865116" y="2207562"/>
                </a:lnTo>
                <a:lnTo>
                  <a:pt x="864720" y="2207466"/>
                </a:lnTo>
                <a:lnTo>
                  <a:pt x="865092" y="2207250"/>
                </a:lnTo>
                <a:lnTo>
                  <a:pt x="863960" y="2207051"/>
                </a:lnTo>
                <a:close/>
                <a:moveTo>
                  <a:pt x="843676" y="2227170"/>
                </a:moveTo>
                <a:lnTo>
                  <a:pt x="843742" y="2227184"/>
                </a:lnTo>
                <a:lnTo>
                  <a:pt x="844360" y="2226909"/>
                </a:lnTo>
                <a:close/>
                <a:moveTo>
                  <a:pt x="1563593" y="613831"/>
                </a:moveTo>
                <a:lnTo>
                  <a:pt x="1563595" y="614033"/>
                </a:lnTo>
                <a:lnTo>
                  <a:pt x="1563618" y="613885"/>
                </a:lnTo>
                <a:close/>
                <a:moveTo>
                  <a:pt x="866196" y="2175322"/>
                </a:moveTo>
                <a:lnTo>
                  <a:pt x="867096" y="2176043"/>
                </a:lnTo>
                <a:lnTo>
                  <a:pt x="868383" y="2175492"/>
                </a:lnTo>
                <a:lnTo>
                  <a:pt x="866451" y="2175274"/>
                </a:lnTo>
                <a:close/>
                <a:moveTo>
                  <a:pt x="1515392" y="721550"/>
                </a:moveTo>
                <a:lnTo>
                  <a:pt x="1515378" y="721969"/>
                </a:lnTo>
                <a:lnTo>
                  <a:pt x="1515444" y="721650"/>
                </a:lnTo>
                <a:close/>
                <a:moveTo>
                  <a:pt x="1513820" y="724954"/>
                </a:moveTo>
                <a:lnTo>
                  <a:pt x="1513761" y="729070"/>
                </a:lnTo>
                <a:lnTo>
                  <a:pt x="1513848" y="729386"/>
                </a:lnTo>
                <a:lnTo>
                  <a:pt x="1514368" y="726863"/>
                </a:lnTo>
                <a:close/>
                <a:moveTo>
                  <a:pt x="871863" y="2161878"/>
                </a:moveTo>
                <a:lnTo>
                  <a:pt x="874624" y="2163080"/>
                </a:lnTo>
                <a:lnTo>
                  <a:pt x="874266" y="2160683"/>
                </a:lnTo>
                <a:close/>
                <a:moveTo>
                  <a:pt x="852810" y="2204540"/>
                </a:moveTo>
                <a:lnTo>
                  <a:pt x="857289" y="2205332"/>
                </a:lnTo>
                <a:lnTo>
                  <a:pt x="875490" y="2201237"/>
                </a:lnTo>
                <a:lnTo>
                  <a:pt x="875616" y="2201164"/>
                </a:lnTo>
                <a:lnTo>
                  <a:pt x="873903" y="2199090"/>
                </a:lnTo>
                <a:lnTo>
                  <a:pt x="870794" y="2199844"/>
                </a:lnTo>
                <a:lnTo>
                  <a:pt x="870352" y="2199642"/>
                </a:lnTo>
                <a:lnTo>
                  <a:pt x="873690" y="2198832"/>
                </a:lnTo>
                <a:lnTo>
                  <a:pt x="872785" y="2197736"/>
                </a:lnTo>
                <a:lnTo>
                  <a:pt x="866348" y="2198316"/>
                </a:lnTo>
                <a:close/>
                <a:moveTo>
                  <a:pt x="880036" y="2143512"/>
                </a:moveTo>
                <a:lnTo>
                  <a:pt x="881402" y="2143350"/>
                </a:lnTo>
                <a:lnTo>
                  <a:pt x="881054" y="2142745"/>
                </a:lnTo>
                <a:lnTo>
                  <a:pt x="880958" y="2142736"/>
                </a:lnTo>
                <a:close/>
                <a:moveTo>
                  <a:pt x="1512526" y="727103"/>
                </a:moveTo>
                <a:lnTo>
                  <a:pt x="1511310" y="732744"/>
                </a:lnTo>
                <a:lnTo>
                  <a:pt x="1512428" y="736267"/>
                </a:lnTo>
                <a:lnTo>
                  <a:pt x="1512530" y="735772"/>
                </a:lnTo>
                <a:lnTo>
                  <a:pt x="1512764" y="733112"/>
                </a:lnTo>
                <a:lnTo>
                  <a:pt x="1512817" y="729367"/>
                </a:lnTo>
                <a:close/>
                <a:moveTo>
                  <a:pt x="864172" y="2178598"/>
                </a:moveTo>
                <a:lnTo>
                  <a:pt x="866478" y="2178442"/>
                </a:lnTo>
                <a:lnTo>
                  <a:pt x="865586" y="2177830"/>
                </a:lnTo>
                <a:close/>
                <a:moveTo>
                  <a:pt x="1503588" y="746713"/>
                </a:moveTo>
                <a:lnTo>
                  <a:pt x="1503512" y="747814"/>
                </a:lnTo>
                <a:lnTo>
                  <a:pt x="1503522" y="747885"/>
                </a:lnTo>
                <a:lnTo>
                  <a:pt x="1504068" y="748966"/>
                </a:lnTo>
                <a:lnTo>
                  <a:pt x="1504078" y="748615"/>
                </a:lnTo>
                <a:close/>
                <a:moveTo>
                  <a:pt x="1516779" y="717106"/>
                </a:moveTo>
                <a:lnTo>
                  <a:pt x="1516050" y="721538"/>
                </a:lnTo>
                <a:lnTo>
                  <a:pt x="1517406" y="724201"/>
                </a:lnTo>
                <a:close/>
                <a:moveTo>
                  <a:pt x="1512872" y="725495"/>
                </a:moveTo>
                <a:lnTo>
                  <a:pt x="1512833" y="725678"/>
                </a:lnTo>
                <a:lnTo>
                  <a:pt x="1512868" y="725805"/>
                </a:lnTo>
                <a:close/>
                <a:moveTo>
                  <a:pt x="842319" y="2226888"/>
                </a:moveTo>
                <a:lnTo>
                  <a:pt x="842998" y="2227029"/>
                </a:lnTo>
                <a:lnTo>
                  <a:pt x="844384" y="2226477"/>
                </a:lnTo>
                <a:close/>
                <a:moveTo>
                  <a:pt x="828718" y="2255675"/>
                </a:moveTo>
                <a:lnTo>
                  <a:pt x="841943" y="2256041"/>
                </a:lnTo>
                <a:lnTo>
                  <a:pt x="836935" y="2250141"/>
                </a:lnTo>
                <a:close/>
                <a:moveTo>
                  <a:pt x="1504257" y="742704"/>
                </a:moveTo>
                <a:lnTo>
                  <a:pt x="1504164" y="743156"/>
                </a:lnTo>
                <a:lnTo>
                  <a:pt x="1504699" y="744741"/>
                </a:lnTo>
                <a:close/>
                <a:moveTo>
                  <a:pt x="870594" y="2161324"/>
                </a:moveTo>
                <a:lnTo>
                  <a:pt x="870831" y="2161428"/>
                </a:lnTo>
                <a:lnTo>
                  <a:pt x="874108" y="2159629"/>
                </a:lnTo>
                <a:lnTo>
                  <a:pt x="874063" y="2159324"/>
                </a:lnTo>
                <a:close/>
                <a:moveTo>
                  <a:pt x="878850" y="2142544"/>
                </a:moveTo>
                <a:lnTo>
                  <a:pt x="878944" y="2142785"/>
                </a:lnTo>
                <a:lnTo>
                  <a:pt x="879760" y="2143440"/>
                </a:lnTo>
                <a:lnTo>
                  <a:pt x="880631" y="2142705"/>
                </a:lnTo>
                <a:close/>
                <a:moveTo>
                  <a:pt x="862233" y="2179652"/>
                </a:moveTo>
                <a:lnTo>
                  <a:pt x="867522" y="2179955"/>
                </a:lnTo>
                <a:lnTo>
                  <a:pt x="868521" y="2179844"/>
                </a:lnTo>
                <a:lnTo>
                  <a:pt x="866907" y="2178737"/>
                </a:lnTo>
                <a:lnTo>
                  <a:pt x="863492" y="2178968"/>
                </a:lnTo>
                <a:close/>
                <a:moveTo>
                  <a:pt x="1514211" y="719228"/>
                </a:moveTo>
                <a:lnTo>
                  <a:pt x="1514145" y="719590"/>
                </a:lnTo>
                <a:lnTo>
                  <a:pt x="1513879" y="720822"/>
                </a:lnTo>
                <a:lnTo>
                  <a:pt x="1513824" y="724678"/>
                </a:lnTo>
                <a:lnTo>
                  <a:pt x="1514431" y="726562"/>
                </a:lnTo>
                <a:lnTo>
                  <a:pt x="1514474" y="726354"/>
                </a:lnTo>
                <a:lnTo>
                  <a:pt x="1514685" y="720160"/>
                </a:lnTo>
                <a:close/>
                <a:moveTo>
                  <a:pt x="876860" y="2145838"/>
                </a:moveTo>
                <a:lnTo>
                  <a:pt x="877117" y="2147555"/>
                </a:lnTo>
                <a:lnTo>
                  <a:pt x="878182" y="2148175"/>
                </a:lnTo>
                <a:lnTo>
                  <a:pt x="880244" y="2147382"/>
                </a:lnTo>
                <a:lnTo>
                  <a:pt x="879821" y="2146304"/>
                </a:lnTo>
                <a:close/>
                <a:moveTo>
                  <a:pt x="1559887" y="615883"/>
                </a:moveTo>
                <a:lnTo>
                  <a:pt x="1560252" y="623354"/>
                </a:lnTo>
                <a:lnTo>
                  <a:pt x="1560433" y="628396"/>
                </a:lnTo>
                <a:lnTo>
                  <a:pt x="1561277" y="620695"/>
                </a:lnTo>
                <a:close/>
                <a:moveTo>
                  <a:pt x="1509484" y="728597"/>
                </a:moveTo>
                <a:lnTo>
                  <a:pt x="1508683" y="732728"/>
                </a:lnTo>
                <a:lnTo>
                  <a:pt x="1510228" y="735490"/>
                </a:lnTo>
                <a:lnTo>
                  <a:pt x="1510812" y="732782"/>
                </a:lnTo>
                <a:close/>
                <a:moveTo>
                  <a:pt x="1515630" y="714575"/>
                </a:moveTo>
                <a:lnTo>
                  <a:pt x="1515434" y="720325"/>
                </a:lnTo>
                <a:lnTo>
                  <a:pt x="1515636" y="720722"/>
                </a:lnTo>
                <a:lnTo>
                  <a:pt x="1516037" y="718778"/>
                </a:lnTo>
                <a:lnTo>
                  <a:pt x="1516442" y="716318"/>
                </a:lnTo>
                <a:close/>
                <a:moveTo>
                  <a:pt x="1529838" y="682705"/>
                </a:moveTo>
                <a:lnTo>
                  <a:pt x="1528372" y="694274"/>
                </a:lnTo>
                <a:lnTo>
                  <a:pt x="1531490" y="698723"/>
                </a:lnTo>
                <a:lnTo>
                  <a:pt x="1531896" y="696227"/>
                </a:lnTo>
                <a:lnTo>
                  <a:pt x="1531862" y="695185"/>
                </a:lnTo>
                <a:lnTo>
                  <a:pt x="1530226" y="684940"/>
                </a:lnTo>
                <a:close/>
                <a:moveTo>
                  <a:pt x="861629" y="2178770"/>
                </a:moveTo>
                <a:lnTo>
                  <a:pt x="862962" y="2178680"/>
                </a:lnTo>
                <a:lnTo>
                  <a:pt x="865116" y="2177509"/>
                </a:lnTo>
                <a:lnTo>
                  <a:pt x="864940" y="2177389"/>
                </a:lnTo>
                <a:close/>
                <a:moveTo>
                  <a:pt x="877433" y="2143307"/>
                </a:moveTo>
                <a:lnTo>
                  <a:pt x="878507" y="2143475"/>
                </a:lnTo>
                <a:lnTo>
                  <a:pt x="877947" y="2143025"/>
                </a:lnTo>
                <a:close/>
                <a:moveTo>
                  <a:pt x="1505406" y="737136"/>
                </a:moveTo>
                <a:lnTo>
                  <a:pt x="1504978" y="739213"/>
                </a:lnTo>
                <a:lnTo>
                  <a:pt x="1505247" y="740119"/>
                </a:lnTo>
                <a:lnTo>
                  <a:pt x="1505897" y="743388"/>
                </a:lnTo>
                <a:lnTo>
                  <a:pt x="1505854" y="740934"/>
                </a:lnTo>
                <a:close/>
                <a:moveTo>
                  <a:pt x="1514834" y="715789"/>
                </a:moveTo>
                <a:lnTo>
                  <a:pt x="1514385" y="718265"/>
                </a:lnTo>
                <a:lnTo>
                  <a:pt x="1514726" y="718936"/>
                </a:lnTo>
                <a:close/>
                <a:moveTo>
                  <a:pt x="860188" y="2181216"/>
                </a:moveTo>
                <a:lnTo>
                  <a:pt x="863430" y="2185212"/>
                </a:lnTo>
                <a:lnTo>
                  <a:pt x="874908" y="2184229"/>
                </a:lnTo>
                <a:lnTo>
                  <a:pt x="870309" y="2181072"/>
                </a:lnTo>
                <a:lnTo>
                  <a:pt x="864500" y="2180739"/>
                </a:lnTo>
                <a:close/>
                <a:moveTo>
                  <a:pt x="1565113" y="602418"/>
                </a:moveTo>
                <a:lnTo>
                  <a:pt x="1564621" y="605731"/>
                </a:lnTo>
                <a:lnTo>
                  <a:pt x="1564704" y="605951"/>
                </a:lnTo>
                <a:close/>
                <a:moveTo>
                  <a:pt x="1539031" y="660807"/>
                </a:moveTo>
                <a:lnTo>
                  <a:pt x="1539031" y="661547"/>
                </a:lnTo>
                <a:lnTo>
                  <a:pt x="1539173" y="663260"/>
                </a:lnTo>
                <a:lnTo>
                  <a:pt x="1539492" y="667816"/>
                </a:lnTo>
                <a:lnTo>
                  <a:pt x="1544541" y="699540"/>
                </a:lnTo>
                <a:lnTo>
                  <a:pt x="1545070" y="698144"/>
                </a:lnTo>
                <a:lnTo>
                  <a:pt x="1544510" y="691483"/>
                </a:lnTo>
                <a:lnTo>
                  <a:pt x="1543181" y="682684"/>
                </a:lnTo>
                <a:close/>
                <a:moveTo>
                  <a:pt x="860182" y="2180767"/>
                </a:moveTo>
                <a:lnTo>
                  <a:pt x="861825" y="2180585"/>
                </a:lnTo>
                <a:lnTo>
                  <a:pt x="860641" y="2180517"/>
                </a:lnTo>
                <a:close/>
                <a:moveTo>
                  <a:pt x="844606" y="2215433"/>
                </a:moveTo>
                <a:lnTo>
                  <a:pt x="846555" y="2218131"/>
                </a:lnTo>
                <a:lnTo>
                  <a:pt x="852317" y="2223323"/>
                </a:lnTo>
                <a:lnTo>
                  <a:pt x="853268" y="2222945"/>
                </a:lnTo>
                <a:lnTo>
                  <a:pt x="862401" y="2218883"/>
                </a:lnTo>
                <a:lnTo>
                  <a:pt x="867735" y="2213766"/>
                </a:lnTo>
                <a:lnTo>
                  <a:pt x="849572" y="2213283"/>
                </a:lnTo>
                <a:close/>
                <a:moveTo>
                  <a:pt x="869037" y="2160646"/>
                </a:moveTo>
                <a:lnTo>
                  <a:pt x="870436" y="2161256"/>
                </a:lnTo>
                <a:lnTo>
                  <a:pt x="872373" y="2160139"/>
                </a:lnTo>
                <a:lnTo>
                  <a:pt x="874004" y="2159169"/>
                </a:lnTo>
                <a:lnTo>
                  <a:pt x="871390" y="2159007"/>
                </a:lnTo>
                <a:close/>
                <a:moveTo>
                  <a:pt x="1502199" y="742379"/>
                </a:moveTo>
                <a:lnTo>
                  <a:pt x="1502131" y="743315"/>
                </a:lnTo>
                <a:lnTo>
                  <a:pt x="1502318" y="744096"/>
                </a:lnTo>
                <a:lnTo>
                  <a:pt x="1502492" y="743248"/>
                </a:lnTo>
                <a:close/>
                <a:moveTo>
                  <a:pt x="837787" y="2229967"/>
                </a:moveTo>
                <a:lnTo>
                  <a:pt x="839404" y="2233317"/>
                </a:lnTo>
                <a:lnTo>
                  <a:pt x="847941" y="2229655"/>
                </a:lnTo>
                <a:lnTo>
                  <a:pt x="846796" y="2228221"/>
                </a:lnTo>
                <a:lnTo>
                  <a:pt x="843684" y="2227574"/>
                </a:lnTo>
                <a:close/>
                <a:moveTo>
                  <a:pt x="843901" y="2215739"/>
                </a:moveTo>
                <a:lnTo>
                  <a:pt x="843959" y="2215792"/>
                </a:lnTo>
                <a:lnTo>
                  <a:pt x="843917" y="2215732"/>
                </a:lnTo>
                <a:close/>
                <a:moveTo>
                  <a:pt x="859571" y="2180456"/>
                </a:moveTo>
                <a:lnTo>
                  <a:pt x="859609" y="2180502"/>
                </a:lnTo>
                <a:lnTo>
                  <a:pt x="859682" y="2180462"/>
                </a:lnTo>
                <a:close/>
                <a:moveTo>
                  <a:pt x="837563" y="2229505"/>
                </a:moveTo>
                <a:lnTo>
                  <a:pt x="837733" y="2229856"/>
                </a:lnTo>
                <a:lnTo>
                  <a:pt x="843125" y="2227458"/>
                </a:lnTo>
                <a:lnTo>
                  <a:pt x="842994" y="2227430"/>
                </a:lnTo>
                <a:close/>
                <a:moveTo>
                  <a:pt x="859845" y="2179515"/>
                </a:moveTo>
                <a:lnTo>
                  <a:pt x="861275" y="2179597"/>
                </a:lnTo>
                <a:lnTo>
                  <a:pt x="862282" y="2179050"/>
                </a:lnTo>
                <a:lnTo>
                  <a:pt x="860702" y="2179157"/>
                </a:lnTo>
                <a:close/>
                <a:moveTo>
                  <a:pt x="1510917" y="721198"/>
                </a:moveTo>
                <a:lnTo>
                  <a:pt x="1509677" y="727599"/>
                </a:lnTo>
                <a:lnTo>
                  <a:pt x="1511018" y="731824"/>
                </a:lnTo>
                <a:lnTo>
                  <a:pt x="1512255" y="726085"/>
                </a:lnTo>
                <a:close/>
                <a:moveTo>
                  <a:pt x="1511427" y="718569"/>
                </a:moveTo>
                <a:lnTo>
                  <a:pt x="1511204" y="719722"/>
                </a:lnTo>
                <a:lnTo>
                  <a:pt x="1511906" y="722289"/>
                </a:lnTo>
                <a:close/>
                <a:moveTo>
                  <a:pt x="867664" y="2160048"/>
                </a:moveTo>
                <a:lnTo>
                  <a:pt x="868316" y="2160332"/>
                </a:lnTo>
                <a:lnTo>
                  <a:pt x="869975" y="2159074"/>
                </a:lnTo>
                <a:close/>
                <a:moveTo>
                  <a:pt x="1511589" y="717732"/>
                </a:moveTo>
                <a:lnTo>
                  <a:pt x="1511586" y="717751"/>
                </a:lnTo>
                <a:lnTo>
                  <a:pt x="1512567" y="724638"/>
                </a:lnTo>
                <a:lnTo>
                  <a:pt x="1512907" y="723061"/>
                </a:lnTo>
                <a:lnTo>
                  <a:pt x="1512924" y="721880"/>
                </a:lnTo>
                <a:close/>
                <a:moveTo>
                  <a:pt x="1530964" y="673820"/>
                </a:moveTo>
                <a:lnTo>
                  <a:pt x="1529918" y="682078"/>
                </a:lnTo>
                <a:lnTo>
                  <a:pt x="1531791" y="692870"/>
                </a:lnTo>
                <a:lnTo>
                  <a:pt x="1531284" y="676745"/>
                </a:lnTo>
                <a:lnTo>
                  <a:pt x="1531063" y="674068"/>
                </a:lnTo>
                <a:close/>
                <a:moveTo>
                  <a:pt x="858631" y="2179296"/>
                </a:moveTo>
                <a:lnTo>
                  <a:pt x="858757" y="2179452"/>
                </a:lnTo>
                <a:lnTo>
                  <a:pt x="858922" y="2179462"/>
                </a:lnTo>
                <a:lnTo>
                  <a:pt x="859450" y="2179241"/>
                </a:lnTo>
                <a:close/>
                <a:moveTo>
                  <a:pt x="836826" y="2227979"/>
                </a:moveTo>
                <a:lnTo>
                  <a:pt x="837433" y="2229235"/>
                </a:lnTo>
                <a:lnTo>
                  <a:pt x="837804" y="2229094"/>
                </a:lnTo>
                <a:lnTo>
                  <a:pt x="842333" y="2227293"/>
                </a:lnTo>
                <a:lnTo>
                  <a:pt x="841328" y="2227084"/>
                </a:lnTo>
                <a:close/>
                <a:moveTo>
                  <a:pt x="1531012" y="673442"/>
                </a:moveTo>
                <a:lnTo>
                  <a:pt x="1531012" y="673444"/>
                </a:lnTo>
                <a:lnTo>
                  <a:pt x="1531012" y="673445"/>
                </a:lnTo>
                <a:close/>
                <a:moveTo>
                  <a:pt x="865037" y="2164529"/>
                </a:moveTo>
                <a:lnTo>
                  <a:pt x="865153" y="2164471"/>
                </a:lnTo>
                <a:lnTo>
                  <a:pt x="865146" y="2164466"/>
                </a:lnTo>
                <a:close/>
                <a:moveTo>
                  <a:pt x="1514018" y="711109"/>
                </a:moveTo>
                <a:lnTo>
                  <a:pt x="1513928" y="717368"/>
                </a:lnTo>
                <a:lnTo>
                  <a:pt x="1514073" y="717651"/>
                </a:lnTo>
                <a:lnTo>
                  <a:pt x="1514902" y="713806"/>
                </a:lnTo>
                <a:lnTo>
                  <a:pt x="1514927" y="713062"/>
                </a:lnTo>
                <a:close/>
                <a:moveTo>
                  <a:pt x="1504608" y="732014"/>
                </a:moveTo>
                <a:lnTo>
                  <a:pt x="1504505" y="733496"/>
                </a:lnTo>
                <a:lnTo>
                  <a:pt x="1504751" y="732302"/>
                </a:lnTo>
                <a:close/>
                <a:moveTo>
                  <a:pt x="1508080" y="724176"/>
                </a:moveTo>
                <a:lnTo>
                  <a:pt x="1507821" y="725432"/>
                </a:lnTo>
                <a:lnTo>
                  <a:pt x="1508019" y="728848"/>
                </a:lnTo>
                <a:lnTo>
                  <a:pt x="1508061" y="731297"/>
                </a:lnTo>
                <a:lnTo>
                  <a:pt x="1508260" y="731957"/>
                </a:lnTo>
                <a:lnTo>
                  <a:pt x="1509128" y="727476"/>
                </a:lnTo>
                <a:close/>
                <a:moveTo>
                  <a:pt x="1512102" y="715085"/>
                </a:moveTo>
                <a:lnTo>
                  <a:pt x="1511592" y="717715"/>
                </a:lnTo>
                <a:lnTo>
                  <a:pt x="1512691" y="721029"/>
                </a:lnTo>
                <a:lnTo>
                  <a:pt x="1512925" y="721841"/>
                </a:lnTo>
                <a:lnTo>
                  <a:pt x="1512996" y="716842"/>
                </a:lnTo>
                <a:close/>
                <a:moveTo>
                  <a:pt x="845146" y="2208064"/>
                </a:moveTo>
                <a:lnTo>
                  <a:pt x="855943" y="2205635"/>
                </a:lnTo>
                <a:lnTo>
                  <a:pt x="851959" y="2204932"/>
                </a:lnTo>
                <a:close/>
                <a:moveTo>
                  <a:pt x="1542678" y="645452"/>
                </a:moveTo>
                <a:lnTo>
                  <a:pt x="1543252" y="649089"/>
                </a:lnTo>
                <a:lnTo>
                  <a:pt x="1543370" y="650098"/>
                </a:lnTo>
                <a:close/>
                <a:moveTo>
                  <a:pt x="1566789" y="591344"/>
                </a:moveTo>
                <a:lnTo>
                  <a:pt x="1565005" y="606751"/>
                </a:lnTo>
                <a:lnTo>
                  <a:pt x="1568582" y="616254"/>
                </a:lnTo>
                <a:close/>
                <a:moveTo>
                  <a:pt x="857446" y="2179376"/>
                </a:moveTo>
                <a:lnTo>
                  <a:pt x="857708" y="2179391"/>
                </a:lnTo>
                <a:lnTo>
                  <a:pt x="857684" y="2179360"/>
                </a:lnTo>
                <a:close/>
                <a:moveTo>
                  <a:pt x="823391" y="2255528"/>
                </a:moveTo>
                <a:lnTo>
                  <a:pt x="828282" y="2255663"/>
                </a:lnTo>
                <a:lnTo>
                  <a:pt x="836770" y="2249946"/>
                </a:lnTo>
                <a:lnTo>
                  <a:pt x="835823" y="2248830"/>
                </a:lnTo>
                <a:lnTo>
                  <a:pt x="835482" y="2248418"/>
                </a:lnTo>
                <a:close/>
                <a:moveTo>
                  <a:pt x="1555721" y="615449"/>
                </a:moveTo>
                <a:lnTo>
                  <a:pt x="1558172" y="631904"/>
                </a:lnTo>
                <a:lnTo>
                  <a:pt x="1558920" y="639835"/>
                </a:lnTo>
                <a:lnTo>
                  <a:pt x="1559335" y="637282"/>
                </a:lnTo>
                <a:lnTo>
                  <a:pt x="1558556" y="634112"/>
                </a:lnTo>
                <a:lnTo>
                  <a:pt x="1558733" y="634250"/>
                </a:lnTo>
                <a:lnTo>
                  <a:pt x="1559392" y="636933"/>
                </a:lnTo>
                <a:lnTo>
                  <a:pt x="1559710" y="634976"/>
                </a:lnTo>
                <a:lnTo>
                  <a:pt x="1559919" y="633067"/>
                </a:lnTo>
                <a:close/>
                <a:moveTo>
                  <a:pt x="1514057" y="708383"/>
                </a:moveTo>
                <a:lnTo>
                  <a:pt x="1514053" y="708639"/>
                </a:lnTo>
                <a:lnTo>
                  <a:pt x="1514421" y="709355"/>
                </a:lnTo>
                <a:close/>
                <a:moveTo>
                  <a:pt x="1539023" y="652071"/>
                </a:moveTo>
                <a:lnTo>
                  <a:pt x="1539026" y="654829"/>
                </a:lnTo>
                <a:lnTo>
                  <a:pt x="1539115" y="655370"/>
                </a:lnTo>
                <a:lnTo>
                  <a:pt x="1543352" y="677703"/>
                </a:lnTo>
                <a:lnTo>
                  <a:pt x="1541775" y="658954"/>
                </a:lnTo>
                <a:close/>
                <a:moveTo>
                  <a:pt x="857538" y="2177950"/>
                </a:moveTo>
                <a:lnTo>
                  <a:pt x="858381" y="2178989"/>
                </a:lnTo>
                <a:lnTo>
                  <a:pt x="860376" y="2178854"/>
                </a:lnTo>
                <a:lnTo>
                  <a:pt x="863740" y="2177451"/>
                </a:lnTo>
                <a:close/>
                <a:moveTo>
                  <a:pt x="1513094" y="709969"/>
                </a:moveTo>
                <a:lnTo>
                  <a:pt x="1512286" y="714139"/>
                </a:lnTo>
                <a:lnTo>
                  <a:pt x="1513014" y="715570"/>
                </a:lnTo>
                <a:close/>
                <a:moveTo>
                  <a:pt x="1501872" y="735076"/>
                </a:moveTo>
                <a:lnTo>
                  <a:pt x="1501882" y="735802"/>
                </a:lnTo>
                <a:lnTo>
                  <a:pt x="1502015" y="736788"/>
                </a:lnTo>
                <a:lnTo>
                  <a:pt x="1503139" y="740117"/>
                </a:lnTo>
                <a:lnTo>
                  <a:pt x="1503216" y="739739"/>
                </a:lnTo>
                <a:lnTo>
                  <a:pt x="1503251" y="739240"/>
                </a:lnTo>
                <a:close/>
                <a:moveTo>
                  <a:pt x="835843" y="2225944"/>
                </a:moveTo>
                <a:lnTo>
                  <a:pt x="836584" y="2227479"/>
                </a:lnTo>
                <a:lnTo>
                  <a:pt x="839980" y="2226804"/>
                </a:lnTo>
                <a:close/>
                <a:moveTo>
                  <a:pt x="1498672" y="741411"/>
                </a:moveTo>
                <a:lnTo>
                  <a:pt x="1498601" y="743393"/>
                </a:lnTo>
                <a:lnTo>
                  <a:pt x="1498637" y="743848"/>
                </a:lnTo>
                <a:lnTo>
                  <a:pt x="1500001" y="746232"/>
                </a:lnTo>
                <a:lnTo>
                  <a:pt x="1499989" y="745314"/>
                </a:lnTo>
                <a:close/>
                <a:moveTo>
                  <a:pt x="855638" y="2181270"/>
                </a:moveTo>
                <a:lnTo>
                  <a:pt x="858851" y="2180914"/>
                </a:lnTo>
                <a:lnTo>
                  <a:pt x="858880" y="2180899"/>
                </a:lnTo>
                <a:lnTo>
                  <a:pt x="858559" y="2180510"/>
                </a:lnTo>
                <a:lnTo>
                  <a:pt x="858470" y="2180393"/>
                </a:lnTo>
                <a:lnTo>
                  <a:pt x="857828" y="2180356"/>
                </a:lnTo>
                <a:close/>
                <a:moveTo>
                  <a:pt x="1509650" y="716568"/>
                </a:moveTo>
                <a:lnTo>
                  <a:pt x="1508281" y="723200"/>
                </a:lnTo>
                <a:lnTo>
                  <a:pt x="1509321" y="726478"/>
                </a:lnTo>
                <a:lnTo>
                  <a:pt x="1510582" y="719974"/>
                </a:lnTo>
                <a:close/>
                <a:moveTo>
                  <a:pt x="862614" y="2165121"/>
                </a:moveTo>
                <a:lnTo>
                  <a:pt x="864088" y="2164918"/>
                </a:lnTo>
                <a:lnTo>
                  <a:pt x="865023" y="2164378"/>
                </a:lnTo>
                <a:lnTo>
                  <a:pt x="864358" y="2163906"/>
                </a:lnTo>
                <a:close/>
                <a:moveTo>
                  <a:pt x="839010" y="2217858"/>
                </a:moveTo>
                <a:lnTo>
                  <a:pt x="845154" y="2225776"/>
                </a:lnTo>
                <a:lnTo>
                  <a:pt x="847145" y="2225380"/>
                </a:lnTo>
                <a:lnTo>
                  <a:pt x="850076" y="2224215"/>
                </a:lnTo>
                <a:lnTo>
                  <a:pt x="845076" y="2217328"/>
                </a:lnTo>
                <a:lnTo>
                  <a:pt x="843504" y="2215911"/>
                </a:lnTo>
                <a:close/>
                <a:moveTo>
                  <a:pt x="1559336" y="604624"/>
                </a:moveTo>
                <a:lnTo>
                  <a:pt x="1559823" y="614598"/>
                </a:lnTo>
                <a:lnTo>
                  <a:pt x="1561382" y="619733"/>
                </a:lnTo>
                <a:lnTo>
                  <a:pt x="1561469" y="618936"/>
                </a:lnTo>
                <a:lnTo>
                  <a:pt x="1561364" y="609010"/>
                </a:lnTo>
                <a:close/>
                <a:moveTo>
                  <a:pt x="828904" y="2239869"/>
                </a:moveTo>
                <a:lnTo>
                  <a:pt x="834490" y="2246634"/>
                </a:lnTo>
                <a:lnTo>
                  <a:pt x="837653" y="2246045"/>
                </a:lnTo>
                <a:lnTo>
                  <a:pt x="838724" y="2245687"/>
                </a:lnTo>
                <a:lnTo>
                  <a:pt x="853552" y="2236690"/>
                </a:lnTo>
                <a:lnTo>
                  <a:pt x="849318" y="2231382"/>
                </a:lnTo>
                <a:lnTo>
                  <a:pt x="840284" y="2235139"/>
                </a:lnTo>
                <a:lnTo>
                  <a:pt x="841334" y="2237314"/>
                </a:lnTo>
                <a:lnTo>
                  <a:pt x="841005" y="2237189"/>
                </a:lnTo>
                <a:lnTo>
                  <a:pt x="840059" y="2235231"/>
                </a:lnTo>
                <a:close/>
                <a:moveTo>
                  <a:pt x="856859" y="2177114"/>
                </a:moveTo>
                <a:lnTo>
                  <a:pt x="857185" y="2177515"/>
                </a:lnTo>
                <a:lnTo>
                  <a:pt x="864294" y="2176944"/>
                </a:lnTo>
                <a:lnTo>
                  <a:pt x="862863" y="2175961"/>
                </a:lnTo>
                <a:close/>
                <a:moveTo>
                  <a:pt x="1510857" y="712638"/>
                </a:moveTo>
                <a:lnTo>
                  <a:pt x="1511343" y="716049"/>
                </a:lnTo>
                <a:lnTo>
                  <a:pt x="1511687" y="714271"/>
                </a:lnTo>
                <a:close/>
                <a:moveTo>
                  <a:pt x="1510250" y="713663"/>
                </a:moveTo>
                <a:lnTo>
                  <a:pt x="1509947" y="715130"/>
                </a:lnTo>
                <a:lnTo>
                  <a:pt x="1510868" y="718497"/>
                </a:lnTo>
                <a:lnTo>
                  <a:pt x="1511197" y="716800"/>
                </a:lnTo>
                <a:lnTo>
                  <a:pt x="1511128" y="716313"/>
                </a:lnTo>
                <a:close/>
                <a:moveTo>
                  <a:pt x="870009" y="2147231"/>
                </a:moveTo>
                <a:lnTo>
                  <a:pt x="870967" y="2148743"/>
                </a:lnTo>
                <a:lnTo>
                  <a:pt x="872542" y="2149144"/>
                </a:lnTo>
                <a:lnTo>
                  <a:pt x="872412" y="2148271"/>
                </a:lnTo>
                <a:lnTo>
                  <a:pt x="871191" y="2147560"/>
                </a:lnTo>
                <a:close/>
                <a:moveTo>
                  <a:pt x="864852" y="2158604"/>
                </a:moveTo>
                <a:lnTo>
                  <a:pt x="865019" y="2158896"/>
                </a:lnTo>
                <a:lnTo>
                  <a:pt x="867084" y="2159795"/>
                </a:lnTo>
                <a:lnTo>
                  <a:pt x="869263" y="2158876"/>
                </a:lnTo>
                <a:close/>
                <a:moveTo>
                  <a:pt x="860785" y="2167384"/>
                </a:moveTo>
                <a:lnTo>
                  <a:pt x="867454" y="2166104"/>
                </a:lnTo>
                <a:lnTo>
                  <a:pt x="866051" y="2165108"/>
                </a:lnTo>
                <a:lnTo>
                  <a:pt x="865245" y="2165219"/>
                </a:lnTo>
                <a:lnTo>
                  <a:pt x="865104" y="2165237"/>
                </a:lnTo>
                <a:close/>
                <a:moveTo>
                  <a:pt x="1510546" y="712229"/>
                </a:moveTo>
                <a:lnTo>
                  <a:pt x="1510262" y="713607"/>
                </a:lnTo>
                <a:lnTo>
                  <a:pt x="1511124" y="716290"/>
                </a:lnTo>
                <a:close/>
                <a:moveTo>
                  <a:pt x="1501825" y="731475"/>
                </a:moveTo>
                <a:lnTo>
                  <a:pt x="1501848" y="733235"/>
                </a:lnTo>
                <a:lnTo>
                  <a:pt x="1502884" y="736360"/>
                </a:lnTo>
                <a:close/>
                <a:moveTo>
                  <a:pt x="1502087" y="730720"/>
                </a:moveTo>
                <a:lnTo>
                  <a:pt x="1503417" y="736856"/>
                </a:lnTo>
                <a:lnTo>
                  <a:pt x="1503440" y="736522"/>
                </a:lnTo>
                <a:lnTo>
                  <a:pt x="1502687" y="732730"/>
                </a:lnTo>
                <a:close/>
                <a:moveTo>
                  <a:pt x="864267" y="2158567"/>
                </a:moveTo>
                <a:lnTo>
                  <a:pt x="864331" y="2158596"/>
                </a:lnTo>
                <a:lnTo>
                  <a:pt x="864317" y="2158571"/>
                </a:lnTo>
                <a:close/>
                <a:moveTo>
                  <a:pt x="831119" y="2232674"/>
                </a:moveTo>
                <a:lnTo>
                  <a:pt x="833494" y="2235853"/>
                </a:lnTo>
                <a:lnTo>
                  <a:pt x="839181" y="2233413"/>
                </a:lnTo>
                <a:lnTo>
                  <a:pt x="837561" y="2230059"/>
                </a:lnTo>
                <a:close/>
                <a:moveTo>
                  <a:pt x="840887" y="2210023"/>
                </a:moveTo>
                <a:lnTo>
                  <a:pt x="842600" y="2212659"/>
                </a:lnTo>
                <a:lnTo>
                  <a:pt x="844371" y="2215110"/>
                </a:lnTo>
                <a:lnTo>
                  <a:pt x="848646" y="2213258"/>
                </a:lnTo>
                <a:lnTo>
                  <a:pt x="846291" y="2213196"/>
                </a:lnTo>
                <a:lnTo>
                  <a:pt x="846070" y="2213013"/>
                </a:lnTo>
                <a:lnTo>
                  <a:pt x="849031" y="2213092"/>
                </a:lnTo>
                <a:lnTo>
                  <a:pt x="863263" y="2206927"/>
                </a:lnTo>
                <a:lnTo>
                  <a:pt x="857223" y="2205861"/>
                </a:lnTo>
                <a:lnTo>
                  <a:pt x="842957" y="2209072"/>
                </a:lnTo>
                <a:close/>
                <a:moveTo>
                  <a:pt x="830708" y="2232124"/>
                </a:moveTo>
                <a:lnTo>
                  <a:pt x="831063" y="2232600"/>
                </a:lnTo>
                <a:lnTo>
                  <a:pt x="836811" y="2230267"/>
                </a:lnTo>
                <a:lnTo>
                  <a:pt x="837511" y="2229955"/>
                </a:lnTo>
                <a:lnTo>
                  <a:pt x="837335" y="2229592"/>
                </a:lnTo>
                <a:close/>
                <a:moveTo>
                  <a:pt x="868245" y="2148051"/>
                </a:moveTo>
                <a:lnTo>
                  <a:pt x="870510" y="2148627"/>
                </a:lnTo>
                <a:lnTo>
                  <a:pt x="869692" y="2147334"/>
                </a:lnTo>
                <a:close/>
                <a:moveTo>
                  <a:pt x="859540" y="2167261"/>
                </a:moveTo>
                <a:lnTo>
                  <a:pt x="863040" y="2165521"/>
                </a:lnTo>
                <a:lnTo>
                  <a:pt x="863104" y="2165485"/>
                </a:lnTo>
                <a:lnTo>
                  <a:pt x="861872" y="2165638"/>
                </a:lnTo>
                <a:close/>
                <a:moveTo>
                  <a:pt x="840611" y="2209599"/>
                </a:moveTo>
                <a:lnTo>
                  <a:pt x="840684" y="2209712"/>
                </a:lnTo>
                <a:lnTo>
                  <a:pt x="841233" y="2209460"/>
                </a:lnTo>
                <a:close/>
                <a:moveTo>
                  <a:pt x="1511773" y="706284"/>
                </a:moveTo>
                <a:lnTo>
                  <a:pt x="1510767" y="711154"/>
                </a:lnTo>
                <a:lnTo>
                  <a:pt x="1511871" y="713324"/>
                </a:lnTo>
                <a:lnTo>
                  <a:pt x="1512805" y="708504"/>
                </a:lnTo>
                <a:close/>
                <a:moveTo>
                  <a:pt x="1512235" y="703528"/>
                </a:moveTo>
                <a:lnTo>
                  <a:pt x="1512038" y="704727"/>
                </a:lnTo>
                <a:lnTo>
                  <a:pt x="1513128" y="706842"/>
                </a:lnTo>
                <a:lnTo>
                  <a:pt x="1513140" y="706779"/>
                </a:lnTo>
                <a:lnTo>
                  <a:pt x="1513151" y="705971"/>
                </a:lnTo>
                <a:close/>
                <a:moveTo>
                  <a:pt x="1501764" y="726784"/>
                </a:moveTo>
                <a:lnTo>
                  <a:pt x="1501786" y="728506"/>
                </a:lnTo>
                <a:lnTo>
                  <a:pt x="1503578" y="734519"/>
                </a:lnTo>
                <a:lnTo>
                  <a:pt x="1503855" y="730526"/>
                </a:lnTo>
                <a:close/>
                <a:moveTo>
                  <a:pt x="1498981" y="732840"/>
                </a:moveTo>
                <a:lnTo>
                  <a:pt x="1498900" y="735087"/>
                </a:lnTo>
                <a:lnTo>
                  <a:pt x="1499893" y="737940"/>
                </a:lnTo>
                <a:lnTo>
                  <a:pt x="1499860" y="735446"/>
                </a:lnTo>
                <a:close/>
                <a:moveTo>
                  <a:pt x="849788" y="2186380"/>
                </a:moveTo>
                <a:lnTo>
                  <a:pt x="862507" y="2185291"/>
                </a:lnTo>
                <a:lnTo>
                  <a:pt x="859230" y="2181322"/>
                </a:lnTo>
                <a:lnTo>
                  <a:pt x="859143" y="2181332"/>
                </a:lnTo>
                <a:lnTo>
                  <a:pt x="851792" y="2185326"/>
                </a:lnTo>
                <a:close/>
                <a:moveTo>
                  <a:pt x="1530365" y="662257"/>
                </a:moveTo>
                <a:lnTo>
                  <a:pt x="1530421" y="662949"/>
                </a:lnTo>
                <a:lnTo>
                  <a:pt x="1530460" y="662671"/>
                </a:lnTo>
                <a:close/>
                <a:moveTo>
                  <a:pt x="838683" y="2211036"/>
                </a:moveTo>
                <a:lnTo>
                  <a:pt x="843583" y="2215452"/>
                </a:lnTo>
                <a:lnTo>
                  <a:pt x="843682" y="2215409"/>
                </a:lnTo>
                <a:lnTo>
                  <a:pt x="840050" y="2210408"/>
                </a:lnTo>
                <a:close/>
                <a:moveTo>
                  <a:pt x="1523372" y="677031"/>
                </a:moveTo>
                <a:lnTo>
                  <a:pt x="1522026" y="685214"/>
                </a:lnTo>
                <a:lnTo>
                  <a:pt x="1524436" y="688656"/>
                </a:lnTo>
                <a:lnTo>
                  <a:pt x="1524461" y="688503"/>
                </a:lnTo>
                <a:lnTo>
                  <a:pt x="1524238" y="682799"/>
                </a:lnTo>
                <a:close/>
                <a:moveTo>
                  <a:pt x="853034" y="2177848"/>
                </a:moveTo>
                <a:lnTo>
                  <a:pt x="856332" y="2177583"/>
                </a:lnTo>
                <a:lnTo>
                  <a:pt x="856088" y="2177262"/>
                </a:lnTo>
                <a:close/>
                <a:moveTo>
                  <a:pt x="1533567" y="653278"/>
                </a:moveTo>
                <a:lnTo>
                  <a:pt x="1533051" y="657348"/>
                </a:lnTo>
                <a:lnTo>
                  <a:pt x="1533576" y="674088"/>
                </a:lnTo>
                <a:lnTo>
                  <a:pt x="1533585" y="674130"/>
                </a:lnTo>
                <a:close/>
                <a:moveTo>
                  <a:pt x="1496646" y="735763"/>
                </a:moveTo>
                <a:lnTo>
                  <a:pt x="1496700" y="739920"/>
                </a:lnTo>
                <a:lnTo>
                  <a:pt x="1497447" y="741767"/>
                </a:lnTo>
                <a:lnTo>
                  <a:pt x="1497463" y="741795"/>
                </a:lnTo>
                <a:lnTo>
                  <a:pt x="1497048" y="736594"/>
                </a:lnTo>
                <a:lnTo>
                  <a:pt x="1497010" y="736484"/>
                </a:lnTo>
                <a:close/>
                <a:moveTo>
                  <a:pt x="837792" y="2210234"/>
                </a:moveTo>
                <a:lnTo>
                  <a:pt x="838385" y="2210769"/>
                </a:lnTo>
                <a:lnTo>
                  <a:pt x="839830" y="2210104"/>
                </a:lnTo>
                <a:lnTo>
                  <a:pt x="839624" y="2209822"/>
                </a:lnTo>
                <a:close/>
                <a:moveTo>
                  <a:pt x="1523890" y="673879"/>
                </a:moveTo>
                <a:lnTo>
                  <a:pt x="1523575" y="675794"/>
                </a:lnTo>
                <a:lnTo>
                  <a:pt x="1524122" y="679821"/>
                </a:lnTo>
                <a:close/>
                <a:moveTo>
                  <a:pt x="1529914" y="660311"/>
                </a:moveTo>
                <a:lnTo>
                  <a:pt x="1529601" y="668890"/>
                </a:lnTo>
                <a:lnTo>
                  <a:pt x="1530247" y="664207"/>
                </a:lnTo>
                <a:lnTo>
                  <a:pt x="1529932" y="660391"/>
                </a:lnTo>
                <a:close/>
                <a:moveTo>
                  <a:pt x="833145" y="2220355"/>
                </a:moveTo>
                <a:lnTo>
                  <a:pt x="835626" y="2225496"/>
                </a:lnTo>
                <a:lnTo>
                  <a:pt x="840970" y="2226607"/>
                </a:lnTo>
                <a:lnTo>
                  <a:pt x="844887" y="2225828"/>
                </a:lnTo>
                <a:lnTo>
                  <a:pt x="838651" y="2218013"/>
                </a:lnTo>
                <a:lnTo>
                  <a:pt x="835813" y="2219242"/>
                </a:lnTo>
                <a:close/>
                <a:moveTo>
                  <a:pt x="866346" y="2145782"/>
                </a:moveTo>
                <a:lnTo>
                  <a:pt x="868526" y="2146387"/>
                </a:lnTo>
                <a:lnTo>
                  <a:pt x="868862" y="2146203"/>
                </a:lnTo>
                <a:lnTo>
                  <a:pt x="867835" y="2145605"/>
                </a:lnTo>
                <a:close/>
                <a:moveTo>
                  <a:pt x="1508389" y="707790"/>
                </a:moveTo>
                <a:lnTo>
                  <a:pt x="1509255" y="710480"/>
                </a:lnTo>
                <a:lnTo>
                  <a:pt x="1509400" y="709777"/>
                </a:lnTo>
                <a:close/>
                <a:moveTo>
                  <a:pt x="828771" y="2229533"/>
                </a:moveTo>
                <a:lnTo>
                  <a:pt x="830522" y="2231876"/>
                </a:lnTo>
                <a:lnTo>
                  <a:pt x="837205" y="2229323"/>
                </a:lnTo>
                <a:lnTo>
                  <a:pt x="836580" y="2228028"/>
                </a:lnTo>
                <a:lnTo>
                  <a:pt x="832092" y="2228920"/>
                </a:lnTo>
                <a:close/>
                <a:moveTo>
                  <a:pt x="1505131" y="714876"/>
                </a:moveTo>
                <a:lnTo>
                  <a:pt x="1505057" y="717357"/>
                </a:lnTo>
                <a:lnTo>
                  <a:pt x="1505514" y="721225"/>
                </a:lnTo>
                <a:lnTo>
                  <a:pt x="1505420" y="715788"/>
                </a:lnTo>
                <a:close/>
                <a:moveTo>
                  <a:pt x="851427" y="2177977"/>
                </a:moveTo>
                <a:lnTo>
                  <a:pt x="851568" y="2177966"/>
                </a:lnTo>
                <a:lnTo>
                  <a:pt x="851448" y="2177969"/>
                </a:lnTo>
                <a:close/>
                <a:moveTo>
                  <a:pt x="1499184" y="727200"/>
                </a:moveTo>
                <a:lnTo>
                  <a:pt x="1499146" y="728280"/>
                </a:lnTo>
                <a:lnTo>
                  <a:pt x="1499613" y="729666"/>
                </a:lnTo>
                <a:lnTo>
                  <a:pt x="1499452" y="728328"/>
                </a:lnTo>
                <a:close/>
                <a:moveTo>
                  <a:pt x="835022" y="2212720"/>
                </a:moveTo>
                <a:lnTo>
                  <a:pt x="838763" y="2217540"/>
                </a:lnTo>
                <a:lnTo>
                  <a:pt x="843185" y="2215624"/>
                </a:lnTo>
                <a:lnTo>
                  <a:pt x="838293" y="2211216"/>
                </a:lnTo>
                <a:close/>
                <a:moveTo>
                  <a:pt x="839530" y="2202196"/>
                </a:moveTo>
                <a:lnTo>
                  <a:pt x="852173" y="2204429"/>
                </a:lnTo>
                <a:lnTo>
                  <a:pt x="864737" y="2198652"/>
                </a:lnTo>
                <a:lnTo>
                  <a:pt x="865193" y="2198419"/>
                </a:lnTo>
                <a:lnTo>
                  <a:pt x="864222" y="2198507"/>
                </a:lnTo>
                <a:lnTo>
                  <a:pt x="858039" y="2199623"/>
                </a:lnTo>
                <a:close/>
                <a:moveTo>
                  <a:pt x="1504551" y="713050"/>
                </a:moveTo>
                <a:lnTo>
                  <a:pt x="1504799" y="715157"/>
                </a:lnTo>
                <a:lnTo>
                  <a:pt x="1504834" y="713945"/>
                </a:lnTo>
                <a:close/>
                <a:moveTo>
                  <a:pt x="855134" y="2166474"/>
                </a:moveTo>
                <a:lnTo>
                  <a:pt x="857144" y="2168083"/>
                </a:lnTo>
                <a:lnTo>
                  <a:pt x="857314" y="2168050"/>
                </a:lnTo>
                <a:lnTo>
                  <a:pt x="860540" y="2165803"/>
                </a:lnTo>
                <a:close/>
                <a:moveTo>
                  <a:pt x="1507415" y="705875"/>
                </a:moveTo>
                <a:lnTo>
                  <a:pt x="1509006" y="711690"/>
                </a:lnTo>
                <a:lnTo>
                  <a:pt x="1509232" y="710591"/>
                </a:lnTo>
                <a:lnTo>
                  <a:pt x="1508144" y="707307"/>
                </a:lnTo>
                <a:close/>
                <a:moveTo>
                  <a:pt x="1497379" y="728090"/>
                </a:moveTo>
                <a:lnTo>
                  <a:pt x="1497652" y="731500"/>
                </a:lnTo>
                <a:lnTo>
                  <a:pt x="1498335" y="733463"/>
                </a:lnTo>
                <a:lnTo>
                  <a:pt x="1498417" y="731170"/>
                </a:lnTo>
                <a:close/>
                <a:moveTo>
                  <a:pt x="1539007" y="634611"/>
                </a:moveTo>
                <a:lnTo>
                  <a:pt x="1539017" y="645799"/>
                </a:lnTo>
                <a:lnTo>
                  <a:pt x="1540975" y="650431"/>
                </a:lnTo>
                <a:close/>
                <a:moveTo>
                  <a:pt x="824475" y="2234506"/>
                </a:moveTo>
                <a:lnTo>
                  <a:pt x="827656" y="2238357"/>
                </a:lnTo>
                <a:lnTo>
                  <a:pt x="833187" y="2235985"/>
                </a:lnTo>
                <a:lnTo>
                  <a:pt x="830807" y="2232801"/>
                </a:lnTo>
                <a:lnTo>
                  <a:pt x="827713" y="2234057"/>
                </a:lnTo>
                <a:lnTo>
                  <a:pt x="827574" y="2234017"/>
                </a:lnTo>
                <a:lnTo>
                  <a:pt x="830752" y="2232727"/>
                </a:lnTo>
                <a:lnTo>
                  <a:pt x="830392" y="2232245"/>
                </a:lnTo>
                <a:close/>
                <a:moveTo>
                  <a:pt x="1509148" y="700642"/>
                </a:moveTo>
                <a:lnTo>
                  <a:pt x="1510021" y="706769"/>
                </a:lnTo>
                <a:lnTo>
                  <a:pt x="1510628" y="703824"/>
                </a:lnTo>
                <a:close/>
                <a:moveTo>
                  <a:pt x="848939" y="2178888"/>
                </a:moveTo>
                <a:lnTo>
                  <a:pt x="854851" y="2179228"/>
                </a:lnTo>
                <a:lnTo>
                  <a:pt x="857450" y="2179052"/>
                </a:lnTo>
                <a:lnTo>
                  <a:pt x="856664" y="2178020"/>
                </a:lnTo>
                <a:lnTo>
                  <a:pt x="849810" y="2178570"/>
                </a:lnTo>
                <a:close/>
                <a:moveTo>
                  <a:pt x="1499354" y="722475"/>
                </a:moveTo>
                <a:lnTo>
                  <a:pt x="1499281" y="724508"/>
                </a:lnTo>
                <a:lnTo>
                  <a:pt x="1499467" y="726050"/>
                </a:lnTo>
                <a:lnTo>
                  <a:pt x="1499749" y="726902"/>
                </a:lnTo>
                <a:lnTo>
                  <a:pt x="1499699" y="723091"/>
                </a:lnTo>
                <a:close/>
                <a:moveTo>
                  <a:pt x="1505303" y="708997"/>
                </a:moveTo>
                <a:lnTo>
                  <a:pt x="1505173" y="713403"/>
                </a:lnTo>
                <a:lnTo>
                  <a:pt x="1505390" y="714087"/>
                </a:lnTo>
                <a:close/>
                <a:moveTo>
                  <a:pt x="1506681" y="705715"/>
                </a:moveTo>
                <a:lnTo>
                  <a:pt x="1507460" y="719181"/>
                </a:lnTo>
                <a:lnTo>
                  <a:pt x="1508709" y="713127"/>
                </a:lnTo>
                <a:close/>
                <a:moveTo>
                  <a:pt x="860877" y="2151696"/>
                </a:moveTo>
                <a:lnTo>
                  <a:pt x="862351" y="2154259"/>
                </a:lnTo>
                <a:lnTo>
                  <a:pt x="870840" y="2150996"/>
                </a:lnTo>
                <a:lnTo>
                  <a:pt x="865196" y="2149559"/>
                </a:lnTo>
                <a:close/>
                <a:moveTo>
                  <a:pt x="854199" y="2165726"/>
                </a:moveTo>
                <a:lnTo>
                  <a:pt x="854790" y="2166199"/>
                </a:lnTo>
                <a:lnTo>
                  <a:pt x="861250" y="2165308"/>
                </a:lnTo>
                <a:lnTo>
                  <a:pt x="863816" y="2163521"/>
                </a:lnTo>
                <a:lnTo>
                  <a:pt x="862180" y="2162361"/>
                </a:lnTo>
                <a:close/>
                <a:moveTo>
                  <a:pt x="1525957" y="661308"/>
                </a:moveTo>
                <a:lnTo>
                  <a:pt x="1524292" y="671433"/>
                </a:lnTo>
                <a:lnTo>
                  <a:pt x="1524820" y="684965"/>
                </a:lnTo>
                <a:lnTo>
                  <a:pt x="1524912" y="685642"/>
                </a:lnTo>
                <a:lnTo>
                  <a:pt x="1527364" y="670099"/>
                </a:lnTo>
                <a:lnTo>
                  <a:pt x="1527414" y="668731"/>
                </a:lnTo>
                <a:lnTo>
                  <a:pt x="1526699" y="664616"/>
                </a:lnTo>
                <a:lnTo>
                  <a:pt x="1526922" y="664815"/>
                </a:lnTo>
                <a:lnTo>
                  <a:pt x="1527446" y="667835"/>
                </a:lnTo>
                <a:lnTo>
                  <a:pt x="1527540" y="665262"/>
                </a:lnTo>
                <a:close/>
                <a:moveTo>
                  <a:pt x="833791" y="2211134"/>
                </a:moveTo>
                <a:lnTo>
                  <a:pt x="834791" y="2212421"/>
                </a:lnTo>
                <a:lnTo>
                  <a:pt x="837995" y="2210948"/>
                </a:lnTo>
                <a:lnTo>
                  <a:pt x="837321" y="2210339"/>
                </a:lnTo>
                <a:close/>
                <a:moveTo>
                  <a:pt x="1539101" y="631342"/>
                </a:moveTo>
                <a:lnTo>
                  <a:pt x="1541686" y="652112"/>
                </a:lnTo>
                <a:lnTo>
                  <a:pt x="1544341" y="658393"/>
                </a:lnTo>
                <a:lnTo>
                  <a:pt x="1543370" y="650098"/>
                </a:lnTo>
                <a:lnTo>
                  <a:pt x="1544749" y="659357"/>
                </a:lnTo>
                <a:lnTo>
                  <a:pt x="1551543" y="675426"/>
                </a:lnTo>
                <a:lnTo>
                  <a:pt x="1551330" y="673936"/>
                </a:lnTo>
                <a:lnTo>
                  <a:pt x="1551500" y="674098"/>
                </a:lnTo>
                <a:lnTo>
                  <a:pt x="1551713" y="675594"/>
                </a:lnTo>
                <a:lnTo>
                  <a:pt x="1553282" y="662786"/>
                </a:lnTo>
                <a:lnTo>
                  <a:pt x="1541273" y="636013"/>
                </a:lnTo>
                <a:lnTo>
                  <a:pt x="1542678" y="645452"/>
                </a:lnTo>
                <a:lnTo>
                  <a:pt x="1541144" y="635727"/>
                </a:lnTo>
                <a:lnTo>
                  <a:pt x="1540313" y="633873"/>
                </a:lnTo>
                <a:close/>
                <a:moveTo>
                  <a:pt x="847132" y="2178784"/>
                </a:moveTo>
                <a:lnTo>
                  <a:pt x="848501" y="2178863"/>
                </a:lnTo>
                <a:lnTo>
                  <a:pt x="849161" y="2178622"/>
                </a:lnTo>
                <a:close/>
                <a:moveTo>
                  <a:pt x="1506483" y="702296"/>
                </a:moveTo>
                <a:lnTo>
                  <a:pt x="1506496" y="702517"/>
                </a:lnTo>
                <a:lnTo>
                  <a:pt x="1506724" y="703351"/>
                </a:lnTo>
                <a:lnTo>
                  <a:pt x="1507017" y="703908"/>
                </a:lnTo>
                <a:close/>
                <a:moveTo>
                  <a:pt x="861564" y="2146349"/>
                </a:moveTo>
                <a:lnTo>
                  <a:pt x="866361" y="2147570"/>
                </a:lnTo>
                <a:lnTo>
                  <a:pt x="868002" y="2146674"/>
                </a:lnTo>
                <a:lnTo>
                  <a:pt x="865256" y="2145911"/>
                </a:lnTo>
                <a:close/>
                <a:moveTo>
                  <a:pt x="846466" y="2179795"/>
                </a:moveTo>
                <a:lnTo>
                  <a:pt x="849104" y="2179616"/>
                </a:lnTo>
                <a:lnTo>
                  <a:pt x="847405" y="2179450"/>
                </a:lnTo>
                <a:close/>
                <a:moveTo>
                  <a:pt x="836108" y="2202672"/>
                </a:moveTo>
                <a:lnTo>
                  <a:pt x="840319" y="2209150"/>
                </a:lnTo>
                <a:lnTo>
                  <a:pt x="843422" y="2208452"/>
                </a:lnTo>
                <a:lnTo>
                  <a:pt x="851323" y="2204820"/>
                </a:lnTo>
                <a:lnTo>
                  <a:pt x="837817" y="2202435"/>
                </a:lnTo>
                <a:close/>
                <a:moveTo>
                  <a:pt x="1492979" y="731570"/>
                </a:moveTo>
                <a:lnTo>
                  <a:pt x="1492541" y="733197"/>
                </a:lnTo>
                <a:lnTo>
                  <a:pt x="1493941" y="735641"/>
                </a:lnTo>
                <a:lnTo>
                  <a:pt x="1493918" y="733894"/>
                </a:lnTo>
                <a:close/>
                <a:moveTo>
                  <a:pt x="812568" y="2255096"/>
                </a:moveTo>
                <a:lnTo>
                  <a:pt x="822452" y="2255502"/>
                </a:lnTo>
                <a:lnTo>
                  <a:pt x="822545" y="2255504"/>
                </a:lnTo>
                <a:lnTo>
                  <a:pt x="835062" y="2247910"/>
                </a:lnTo>
                <a:lnTo>
                  <a:pt x="834872" y="2247680"/>
                </a:lnTo>
                <a:lnTo>
                  <a:pt x="813552" y="2254782"/>
                </a:lnTo>
                <a:close/>
                <a:moveTo>
                  <a:pt x="1530374" y="647698"/>
                </a:moveTo>
                <a:lnTo>
                  <a:pt x="1530002" y="657879"/>
                </a:lnTo>
                <a:lnTo>
                  <a:pt x="1530210" y="660384"/>
                </a:lnTo>
                <a:lnTo>
                  <a:pt x="1530571" y="661857"/>
                </a:lnTo>
                <a:lnTo>
                  <a:pt x="1530772" y="660403"/>
                </a:lnTo>
                <a:close/>
                <a:moveTo>
                  <a:pt x="846770" y="2178351"/>
                </a:moveTo>
                <a:lnTo>
                  <a:pt x="850777" y="2178029"/>
                </a:lnTo>
                <a:lnTo>
                  <a:pt x="850899" y="2177984"/>
                </a:lnTo>
                <a:lnTo>
                  <a:pt x="847651" y="2178075"/>
                </a:lnTo>
                <a:close/>
                <a:moveTo>
                  <a:pt x="830468" y="2214814"/>
                </a:moveTo>
                <a:lnTo>
                  <a:pt x="832992" y="2220039"/>
                </a:lnTo>
                <a:lnTo>
                  <a:pt x="838399" y="2217697"/>
                </a:lnTo>
                <a:lnTo>
                  <a:pt x="834588" y="2212919"/>
                </a:lnTo>
                <a:close/>
                <a:moveTo>
                  <a:pt x="1493514" y="729579"/>
                </a:moveTo>
                <a:lnTo>
                  <a:pt x="1493117" y="731055"/>
                </a:lnTo>
                <a:lnTo>
                  <a:pt x="1493906" y="733009"/>
                </a:lnTo>
                <a:lnTo>
                  <a:pt x="1493871" y="730284"/>
                </a:lnTo>
                <a:close/>
                <a:moveTo>
                  <a:pt x="1499590" y="715940"/>
                </a:moveTo>
                <a:lnTo>
                  <a:pt x="1499571" y="716439"/>
                </a:lnTo>
                <a:lnTo>
                  <a:pt x="1499613" y="716512"/>
                </a:lnTo>
                <a:lnTo>
                  <a:pt x="1499606" y="715990"/>
                </a:lnTo>
                <a:close/>
                <a:moveTo>
                  <a:pt x="1497815" y="719724"/>
                </a:moveTo>
                <a:lnTo>
                  <a:pt x="1498696" y="723424"/>
                </a:lnTo>
                <a:lnTo>
                  <a:pt x="1498735" y="722355"/>
                </a:lnTo>
                <a:lnTo>
                  <a:pt x="1498583" y="721098"/>
                </a:lnTo>
                <a:close/>
                <a:moveTo>
                  <a:pt x="1493845" y="728345"/>
                </a:moveTo>
                <a:lnTo>
                  <a:pt x="1493768" y="728629"/>
                </a:lnTo>
                <a:lnTo>
                  <a:pt x="1493851" y="728792"/>
                </a:lnTo>
                <a:close/>
                <a:moveTo>
                  <a:pt x="856981" y="2153624"/>
                </a:moveTo>
                <a:lnTo>
                  <a:pt x="857721" y="2154149"/>
                </a:lnTo>
                <a:lnTo>
                  <a:pt x="861921" y="2154409"/>
                </a:lnTo>
                <a:lnTo>
                  <a:pt x="860475" y="2151895"/>
                </a:lnTo>
                <a:close/>
                <a:moveTo>
                  <a:pt x="825750" y="2223441"/>
                </a:moveTo>
                <a:lnTo>
                  <a:pt x="835327" y="2225433"/>
                </a:lnTo>
                <a:lnTo>
                  <a:pt x="832920" y="2220449"/>
                </a:lnTo>
                <a:close/>
                <a:moveTo>
                  <a:pt x="1521583" y="665131"/>
                </a:moveTo>
                <a:lnTo>
                  <a:pt x="1519059" y="679191"/>
                </a:lnTo>
                <a:lnTo>
                  <a:pt x="1518855" y="680248"/>
                </a:lnTo>
                <a:lnTo>
                  <a:pt x="1519711" y="681910"/>
                </a:lnTo>
                <a:lnTo>
                  <a:pt x="1521646" y="684674"/>
                </a:lnTo>
                <a:lnTo>
                  <a:pt x="1523148" y="675543"/>
                </a:lnTo>
                <a:close/>
                <a:moveTo>
                  <a:pt x="839803" y="2191629"/>
                </a:moveTo>
                <a:lnTo>
                  <a:pt x="866432" y="2190044"/>
                </a:lnTo>
                <a:lnTo>
                  <a:pt x="865428" y="2188827"/>
                </a:lnTo>
                <a:lnTo>
                  <a:pt x="841184" y="2190903"/>
                </a:lnTo>
                <a:close/>
                <a:moveTo>
                  <a:pt x="1508281" y="694554"/>
                </a:moveTo>
                <a:lnTo>
                  <a:pt x="1508847" y="698525"/>
                </a:lnTo>
                <a:lnTo>
                  <a:pt x="1510899" y="702513"/>
                </a:lnTo>
                <a:lnTo>
                  <a:pt x="1511239" y="700870"/>
                </a:lnTo>
                <a:lnTo>
                  <a:pt x="1510422" y="698694"/>
                </a:lnTo>
                <a:close/>
                <a:moveTo>
                  <a:pt x="841738" y="2187069"/>
                </a:moveTo>
                <a:lnTo>
                  <a:pt x="848607" y="2186481"/>
                </a:lnTo>
                <a:lnTo>
                  <a:pt x="857811" y="2181479"/>
                </a:lnTo>
                <a:lnTo>
                  <a:pt x="854172" y="2181882"/>
                </a:lnTo>
                <a:close/>
                <a:moveTo>
                  <a:pt x="1521805" y="663902"/>
                </a:moveTo>
                <a:lnTo>
                  <a:pt x="1521715" y="664396"/>
                </a:lnTo>
                <a:lnTo>
                  <a:pt x="1523206" y="674320"/>
                </a:lnTo>
                <a:lnTo>
                  <a:pt x="1523098" y="673429"/>
                </a:lnTo>
                <a:close/>
                <a:moveTo>
                  <a:pt x="1527568" y="650631"/>
                </a:moveTo>
                <a:lnTo>
                  <a:pt x="1526023" y="660910"/>
                </a:lnTo>
                <a:lnTo>
                  <a:pt x="1526016" y="660954"/>
                </a:lnTo>
                <a:lnTo>
                  <a:pt x="1527557" y="664806"/>
                </a:lnTo>
                <a:lnTo>
                  <a:pt x="1528009" y="652424"/>
                </a:lnTo>
                <a:close/>
                <a:moveTo>
                  <a:pt x="860483" y="2144152"/>
                </a:moveTo>
                <a:lnTo>
                  <a:pt x="864724" y="2145331"/>
                </a:lnTo>
                <a:lnTo>
                  <a:pt x="866917" y="2145070"/>
                </a:lnTo>
                <a:lnTo>
                  <a:pt x="865044" y="2143979"/>
                </a:lnTo>
                <a:lnTo>
                  <a:pt x="863942" y="2143806"/>
                </a:lnTo>
                <a:close/>
                <a:moveTo>
                  <a:pt x="858695" y="2147903"/>
                </a:moveTo>
                <a:lnTo>
                  <a:pt x="860382" y="2150836"/>
                </a:lnTo>
                <a:lnTo>
                  <a:pt x="863507" y="2149129"/>
                </a:lnTo>
                <a:close/>
                <a:moveTo>
                  <a:pt x="824582" y="2223929"/>
                </a:moveTo>
                <a:lnTo>
                  <a:pt x="828445" y="2229097"/>
                </a:lnTo>
                <a:lnTo>
                  <a:pt x="836338" y="2227527"/>
                </a:lnTo>
                <a:lnTo>
                  <a:pt x="835543" y="2225881"/>
                </a:lnTo>
                <a:lnTo>
                  <a:pt x="825105" y="2223710"/>
                </a:lnTo>
                <a:close/>
                <a:moveTo>
                  <a:pt x="821478" y="2230877"/>
                </a:moveTo>
                <a:lnTo>
                  <a:pt x="824274" y="2234263"/>
                </a:lnTo>
                <a:lnTo>
                  <a:pt x="830206" y="2231996"/>
                </a:lnTo>
                <a:lnTo>
                  <a:pt x="828414" y="2229598"/>
                </a:lnTo>
                <a:close/>
                <a:moveTo>
                  <a:pt x="1498906" y="713881"/>
                </a:moveTo>
                <a:lnTo>
                  <a:pt x="1499012" y="714666"/>
                </a:lnTo>
                <a:lnTo>
                  <a:pt x="1499027" y="714248"/>
                </a:lnTo>
                <a:close/>
                <a:moveTo>
                  <a:pt x="849574" y="2167677"/>
                </a:moveTo>
                <a:lnTo>
                  <a:pt x="850693" y="2169320"/>
                </a:lnTo>
                <a:lnTo>
                  <a:pt x="853510" y="2168780"/>
                </a:lnTo>
                <a:lnTo>
                  <a:pt x="851249" y="2166970"/>
                </a:lnTo>
                <a:close/>
                <a:moveTo>
                  <a:pt x="810140" y="2255868"/>
                </a:moveTo>
                <a:lnTo>
                  <a:pt x="810447" y="2256828"/>
                </a:lnTo>
                <a:lnTo>
                  <a:pt x="812105" y="2261787"/>
                </a:lnTo>
                <a:lnTo>
                  <a:pt x="814904" y="2260141"/>
                </a:lnTo>
                <a:lnTo>
                  <a:pt x="822195" y="2255717"/>
                </a:lnTo>
                <a:lnTo>
                  <a:pt x="811942" y="2255294"/>
                </a:lnTo>
                <a:close/>
                <a:moveTo>
                  <a:pt x="1496441" y="718683"/>
                </a:moveTo>
                <a:lnTo>
                  <a:pt x="1496424" y="718746"/>
                </a:lnTo>
                <a:lnTo>
                  <a:pt x="1496440" y="719993"/>
                </a:lnTo>
                <a:lnTo>
                  <a:pt x="1496489" y="720404"/>
                </a:lnTo>
                <a:lnTo>
                  <a:pt x="1498582" y="726611"/>
                </a:lnTo>
                <a:lnTo>
                  <a:pt x="1498630" y="725290"/>
                </a:lnTo>
                <a:close/>
                <a:moveTo>
                  <a:pt x="824293" y="2223541"/>
                </a:moveTo>
                <a:lnTo>
                  <a:pt x="824443" y="2223742"/>
                </a:lnTo>
                <a:lnTo>
                  <a:pt x="824707" y="2223627"/>
                </a:lnTo>
                <a:close/>
                <a:moveTo>
                  <a:pt x="1496725" y="717775"/>
                </a:moveTo>
                <a:lnTo>
                  <a:pt x="1497487" y="720075"/>
                </a:lnTo>
                <a:lnTo>
                  <a:pt x="1497098" y="718442"/>
                </a:lnTo>
                <a:close/>
                <a:moveTo>
                  <a:pt x="834551" y="2200276"/>
                </a:moveTo>
                <a:lnTo>
                  <a:pt x="835316" y="2201452"/>
                </a:lnTo>
                <a:lnTo>
                  <a:pt x="836608" y="2201681"/>
                </a:lnTo>
                <a:lnTo>
                  <a:pt x="844945" y="2200505"/>
                </a:lnTo>
                <a:lnTo>
                  <a:pt x="850195" y="2199496"/>
                </a:lnTo>
                <a:close/>
                <a:moveTo>
                  <a:pt x="829214" y="2212164"/>
                </a:moveTo>
                <a:lnTo>
                  <a:pt x="829905" y="2213646"/>
                </a:lnTo>
                <a:lnTo>
                  <a:pt x="830309" y="2214483"/>
                </a:lnTo>
                <a:lnTo>
                  <a:pt x="834352" y="2212623"/>
                </a:lnTo>
                <a:lnTo>
                  <a:pt x="833258" y="2211254"/>
                </a:lnTo>
                <a:close/>
                <a:moveTo>
                  <a:pt x="849253" y="2167204"/>
                </a:moveTo>
                <a:lnTo>
                  <a:pt x="849311" y="2167289"/>
                </a:lnTo>
                <a:lnTo>
                  <a:pt x="849621" y="2167159"/>
                </a:lnTo>
                <a:close/>
                <a:moveTo>
                  <a:pt x="809930" y="2255212"/>
                </a:moveTo>
                <a:lnTo>
                  <a:pt x="809950" y="2255274"/>
                </a:lnTo>
                <a:lnTo>
                  <a:pt x="810113" y="2255219"/>
                </a:lnTo>
                <a:close/>
                <a:moveTo>
                  <a:pt x="1507921" y="692027"/>
                </a:moveTo>
                <a:lnTo>
                  <a:pt x="1507962" y="692318"/>
                </a:lnTo>
                <a:lnTo>
                  <a:pt x="1508208" y="692792"/>
                </a:lnTo>
                <a:close/>
                <a:moveTo>
                  <a:pt x="1528237" y="646187"/>
                </a:moveTo>
                <a:lnTo>
                  <a:pt x="1527662" y="650009"/>
                </a:lnTo>
                <a:lnTo>
                  <a:pt x="1528041" y="651551"/>
                </a:lnTo>
                <a:close/>
                <a:moveTo>
                  <a:pt x="1488691" y="733918"/>
                </a:moveTo>
                <a:lnTo>
                  <a:pt x="1488876" y="734689"/>
                </a:lnTo>
                <a:lnTo>
                  <a:pt x="1490208" y="736664"/>
                </a:lnTo>
                <a:lnTo>
                  <a:pt x="1490211" y="736574"/>
                </a:lnTo>
                <a:close/>
                <a:moveTo>
                  <a:pt x="1491371" y="727592"/>
                </a:moveTo>
                <a:lnTo>
                  <a:pt x="1491256" y="730789"/>
                </a:lnTo>
                <a:lnTo>
                  <a:pt x="1491599" y="731548"/>
                </a:lnTo>
                <a:lnTo>
                  <a:pt x="1492278" y="732733"/>
                </a:lnTo>
                <a:lnTo>
                  <a:pt x="1492760" y="731031"/>
                </a:lnTo>
                <a:close/>
                <a:moveTo>
                  <a:pt x="843311" y="2178565"/>
                </a:moveTo>
                <a:lnTo>
                  <a:pt x="843773" y="2178592"/>
                </a:lnTo>
                <a:lnTo>
                  <a:pt x="844545" y="2178529"/>
                </a:lnTo>
                <a:lnTo>
                  <a:pt x="845829" y="2178126"/>
                </a:lnTo>
                <a:lnTo>
                  <a:pt x="843863" y="2178182"/>
                </a:lnTo>
                <a:close/>
                <a:moveTo>
                  <a:pt x="1523199" y="656137"/>
                </a:moveTo>
                <a:lnTo>
                  <a:pt x="1521894" y="663406"/>
                </a:lnTo>
                <a:lnTo>
                  <a:pt x="1523363" y="674234"/>
                </a:lnTo>
                <a:lnTo>
                  <a:pt x="1523801" y="671577"/>
                </a:lnTo>
                <a:close/>
                <a:moveTo>
                  <a:pt x="1498256" y="711927"/>
                </a:moveTo>
                <a:lnTo>
                  <a:pt x="1498123" y="712421"/>
                </a:lnTo>
                <a:lnTo>
                  <a:pt x="1498629" y="714752"/>
                </a:lnTo>
                <a:lnTo>
                  <a:pt x="1498885" y="715212"/>
                </a:lnTo>
                <a:lnTo>
                  <a:pt x="1498566" y="712861"/>
                </a:lnTo>
                <a:close/>
                <a:moveTo>
                  <a:pt x="1506026" y="694394"/>
                </a:moveTo>
                <a:lnTo>
                  <a:pt x="1506453" y="701771"/>
                </a:lnTo>
                <a:lnTo>
                  <a:pt x="1507334" y="704508"/>
                </a:lnTo>
                <a:lnTo>
                  <a:pt x="1508930" y="707543"/>
                </a:lnTo>
                <a:lnTo>
                  <a:pt x="1509593" y="708846"/>
                </a:lnTo>
                <a:lnTo>
                  <a:pt x="1509871" y="707493"/>
                </a:lnTo>
                <a:lnTo>
                  <a:pt x="1508785" y="699861"/>
                </a:lnTo>
                <a:lnTo>
                  <a:pt x="1508258" y="698729"/>
                </a:lnTo>
                <a:close/>
                <a:moveTo>
                  <a:pt x="1532364" y="635413"/>
                </a:moveTo>
                <a:lnTo>
                  <a:pt x="1532708" y="646395"/>
                </a:lnTo>
                <a:lnTo>
                  <a:pt x="1533555" y="640262"/>
                </a:lnTo>
                <a:lnTo>
                  <a:pt x="1533553" y="638389"/>
                </a:lnTo>
                <a:close/>
                <a:moveTo>
                  <a:pt x="842393" y="2179205"/>
                </a:moveTo>
                <a:lnTo>
                  <a:pt x="842561" y="2179152"/>
                </a:lnTo>
                <a:lnTo>
                  <a:pt x="842457" y="2179160"/>
                </a:lnTo>
                <a:close/>
                <a:moveTo>
                  <a:pt x="1499242" y="708259"/>
                </a:moveTo>
                <a:lnTo>
                  <a:pt x="1498333" y="711640"/>
                </a:lnTo>
                <a:lnTo>
                  <a:pt x="1498560" y="712323"/>
                </a:lnTo>
                <a:lnTo>
                  <a:pt x="1498714" y="712472"/>
                </a:lnTo>
                <a:lnTo>
                  <a:pt x="1498786" y="713003"/>
                </a:lnTo>
                <a:lnTo>
                  <a:pt x="1499044" y="713779"/>
                </a:lnTo>
                <a:close/>
                <a:moveTo>
                  <a:pt x="1491446" y="725498"/>
                </a:moveTo>
                <a:lnTo>
                  <a:pt x="1491399" y="726806"/>
                </a:lnTo>
                <a:lnTo>
                  <a:pt x="1492903" y="730527"/>
                </a:lnTo>
                <a:lnTo>
                  <a:pt x="1493295" y="729146"/>
                </a:lnTo>
                <a:close/>
                <a:moveTo>
                  <a:pt x="1513947" y="674413"/>
                </a:moveTo>
                <a:lnTo>
                  <a:pt x="1513955" y="674727"/>
                </a:lnTo>
                <a:lnTo>
                  <a:pt x="1514270" y="675108"/>
                </a:lnTo>
                <a:close/>
                <a:moveTo>
                  <a:pt x="1500001" y="705434"/>
                </a:moveTo>
                <a:lnTo>
                  <a:pt x="1499999" y="705444"/>
                </a:lnTo>
                <a:lnTo>
                  <a:pt x="1501201" y="719353"/>
                </a:lnTo>
                <a:lnTo>
                  <a:pt x="1503873" y="724131"/>
                </a:lnTo>
                <a:lnTo>
                  <a:pt x="1502744" y="714550"/>
                </a:lnTo>
                <a:close/>
                <a:moveTo>
                  <a:pt x="1551954" y="588660"/>
                </a:moveTo>
                <a:lnTo>
                  <a:pt x="1559487" y="613488"/>
                </a:lnTo>
                <a:lnTo>
                  <a:pt x="1559233" y="606350"/>
                </a:lnTo>
                <a:lnTo>
                  <a:pt x="1559126" y="604171"/>
                </a:lnTo>
                <a:close/>
                <a:moveTo>
                  <a:pt x="841016" y="2180162"/>
                </a:moveTo>
                <a:lnTo>
                  <a:pt x="845846" y="2179836"/>
                </a:lnTo>
                <a:lnTo>
                  <a:pt x="847005" y="2179412"/>
                </a:lnTo>
                <a:lnTo>
                  <a:pt x="844207" y="2179139"/>
                </a:lnTo>
                <a:lnTo>
                  <a:pt x="841196" y="2180037"/>
                </a:lnTo>
                <a:close/>
                <a:moveTo>
                  <a:pt x="1497567" y="709852"/>
                </a:moveTo>
                <a:lnTo>
                  <a:pt x="1498007" y="711881"/>
                </a:lnTo>
                <a:lnTo>
                  <a:pt x="1498112" y="711491"/>
                </a:lnTo>
                <a:close/>
                <a:moveTo>
                  <a:pt x="849122" y="2161666"/>
                </a:moveTo>
                <a:lnTo>
                  <a:pt x="853791" y="2165400"/>
                </a:lnTo>
                <a:lnTo>
                  <a:pt x="861740" y="2162048"/>
                </a:lnTo>
                <a:lnTo>
                  <a:pt x="858460" y="2159720"/>
                </a:lnTo>
                <a:close/>
                <a:moveTo>
                  <a:pt x="856751" y="2144527"/>
                </a:moveTo>
                <a:lnTo>
                  <a:pt x="857153" y="2145226"/>
                </a:lnTo>
                <a:lnTo>
                  <a:pt x="859842" y="2145910"/>
                </a:lnTo>
                <a:lnTo>
                  <a:pt x="863634" y="2145460"/>
                </a:lnTo>
                <a:lnTo>
                  <a:pt x="859339" y="2144267"/>
                </a:lnTo>
                <a:close/>
                <a:moveTo>
                  <a:pt x="1500979" y="701794"/>
                </a:moveTo>
                <a:lnTo>
                  <a:pt x="1500132" y="704945"/>
                </a:lnTo>
                <a:lnTo>
                  <a:pt x="1502565" y="713028"/>
                </a:lnTo>
                <a:lnTo>
                  <a:pt x="1501396" y="703109"/>
                </a:lnTo>
                <a:close/>
                <a:moveTo>
                  <a:pt x="830297" y="2203480"/>
                </a:moveTo>
                <a:lnTo>
                  <a:pt x="837335" y="2209822"/>
                </a:lnTo>
                <a:lnTo>
                  <a:pt x="839303" y="2209379"/>
                </a:lnTo>
                <a:lnTo>
                  <a:pt x="835888" y="2204676"/>
                </a:lnTo>
                <a:lnTo>
                  <a:pt x="834685" y="2202870"/>
                </a:lnTo>
                <a:close/>
                <a:moveTo>
                  <a:pt x="1501162" y="701116"/>
                </a:moveTo>
                <a:lnTo>
                  <a:pt x="1501151" y="701154"/>
                </a:lnTo>
                <a:lnTo>
                  <a:pt x="1501173" y="701219"/>
                </a:lnTo>
                <a:close/>
                <a:moveTo>
                  <a:pt x="1505863" y="689881"/>
                </a:moveTo>
                <a:lnTo>
                  <a:pt x="1505830" y="691005"/>
                </a:lnTo>
                <a:lnTo>
                  <a:pt x="1505938" y="692877"/>
                </a:lnTo>
                <a:lnTo>
                  <a:pt x="1508498" y="697849"/>
                </a:lnTo>
                <a:lnTo>
                  <a:pt x="1507933" y="693882"/>
                </a:lnTo>
                <a:close/>
                <a:moveTo>
                  <a:pt x="808587" y="2251005"/>
                </a:moveTo>
                <a:lnTo>
                  <a:pt x="809858" y="2254984"/>
                </a:lnTo>
                <a:lnTo>
                  <a:pt x="810715" y="2255019"/>
                </a:lnTo>
                <a:lnTo>
                  <a:pt x="833718" y="2247356"/>
                </a:lnTo>
                <a:close/>
                <a:moveTo>
                  <a:pt x="1502587" y="696389"/>
                </a:moveTo>
                <a:lnTo>
                  <a:pt x="1504249" y="710491"/>
                </a:lnTo>
                <a:lnTo>
                  <a:pt x="1504878" y="712472"/>
                </a:lnTo>
                <a:lnTo>
                  <a:pt x="1505182" y="702063"/>
                </a:lnTo>
                <a:lnTo>
                  <a:pt x="1505172" y="701468"/>
                </a:lnTo>
                <a:close/>
                <a:moveTo>
                  <a:pt x="1491638" y="720555"/>
                </a:moveTo>
                <a:lnTo>
                  <a:pt x="1491607" y="721017"/>
                </a:lnTo>
                <a:lnTo>
                  <a:pt x="1491495" y="724141"/>
                </a:lnTo>
                <a:lnTo>
                  <a:pt x="1493559" y="728215"/>
                </a:lnTo>
                <a:lnTo>
                  <a:pt x="1493831" y="727255"/>
                </a:lnTo>
                <a:lnTo>
                  <a:pt x="1493829" y="727048"/>
                </a:lnTo>
                <a:close/>
                <a:moveTo>
                  <a:pt x="1512853" y="672064"/>
                </a:moveTo>
                <a:lnTo>
                  <a:pt x="1513056" y="673640"/>
                </a:lnTo>
                <a:lnTo>
                  <a:pt x="1513585" y="674280"/>
                </a:lnTo>
                <a:lnTo>
                  <a:pt x="1513568" y="673600"/>
                </a:lnTo>
                <a:close/>
                <a:moveTo>
                  <a:pt x="855069" y="2144696"/>
                </a:moveTo>
                <a:lnTo>
                  <a:pt x="856550" y="2145072"/>
                </a:lnTo>
                <a:lnTo>
                  <a:pt x="856264" y="2144575"/>
                </a:lnTo>
                <a:close/>
                <a:moveTo>
                  <a:pt x="1505953" y="686834"/>
                </a:moveTo>
                <a:lnTo>
                  <a:pt x="1505909" y="688346"/>
                </a:lnTo>
                <a:lnTo>
                  <a:pt x="1507614" y="691645"/>
                </a:lnTo>
                <a:lnTo>
                  <a:pt x="1507514" y="690944"/>
                </a:lnTo>
                <a:lnTo>
                  <a:pt x="1506066" y="687079"/>
                </a:lnTo>
                <a:close/>
                <a:moveTo>
                  <a:pt x="829949" y="2200505"/>
                </a:moveTo>
                <a:lnTo>
                  <a:pt x="833532" y="2201138"/>
                </a:lnTo>
                <a:lnTo>
                  <a:pt x="833009" y="2200353"/>
                </a:lnTo>
                <a:close/>
                <a:moveTo>
                  <a:pt x="1525615" y="642680"/>
                </a:moveTo>
                <a:lnTo>
                  <a:pt x="1523607" y="653862"/>
                </a:lnTo>
                <a:lnTo>
                  <a:pt x="1524203" y="669130"/>
                </a:lnTo>
                <a:lnTo>
                  <a:pt x="1525626" y="660479"/>
                </a:lnTo>
                <a:lnTo>
                  <a:pt x="1524091" y="656644"/>
                </a:lnTo>
                <a:lnTo>
                  <a:pt x="1524351" y="656792"/>
                </a:lnTo>
                <a:lnTo>
                  <a:pt x="1525684" y="660124"/>
                </a:lnTo>
                <a:lnTo>
                  <a:pt x="1527374" y="649843"/>
                </a:lnTo>
                <a:close/>
                <a:moveTo>
                  <a:pt x="846518" y="2163186"/>
                </a:moveTo>
                <a:lnTo>
                  <a:pt x="849102" y="2166983"/>
                </a:lnTo>
                <a:lnTo>
                  <a:pt x="850492" y="2166792"/>
                </a:lnTo>
                <a:lnTo>
                  <a:pt x="850841" y="2166644"/>
                </a:lnTo>
                <a:close/>
                <a:moveTo>
                  <a:pt x="1500189" y="699302"/>
                </a:moveTo>
                <a:lnTo>
                  <a:pt x="1500003" y="704451"/>
                </a:lnTo>
                <a:lnTo>
                  <a:pt x="1500837" y="701346"/>
                </a:lnTo>
                <a:close/>
                <a:moveTo>
                  <a:pt x="818006" y="2226672"/>
                </a:moveTo>
                <a:lnTo>
                  <a:pt x="821197" y="2230537"/>
                </a:lnTo>
                <a:lnTo>
                  <a:pt x="828091" y="2229166"/>
                </a:lnTo>
                <a:lnTo>
                  <a:pt x="824273" y="2224058"/>
                </a:lnTo>
                <a:close/>
                <a:moveTo>
                  <a:pt x="855579" y="2142489"/>
                </a:moveTo>
                <a:lnTo>
                  <a:pt x="855785" y="2142847"/>
                </a:lnTo>
                <a:lnTo>
                  <a:pt x="857050" y="2143199"/>
                </a:lnTo>
                <a:lnTo>
                  <a:pt x="858074" y="2143096"/>
                </a:lnTo>
                <a:lnTo>
                  <a:pt x="858636" y="2142970"/>
                </a:lnTo>
                <a:close/>
                <a:moveTo>
                  <a:pt x="831700" y="2195889"/>
                </a:moveTo>
                <a:lnTo>
                  <a:pt x="834335" y="2199943"/>
                </a:lnTo>
                <a:lnTo>
                  <a:pt x="843017" y="2199510"/>
                </a:lnTo>
                <a:lnTo>
                  <a:pt x="856365" y="2198310"/>
                </a:lnTo>
                <a:lnTo>
                  <a:pt x="870884" y="2195519"/>
                </a:lnTo>
                <a:lnTo>
                  <a:pt x="870933" y="2195494"/>
                </a:lnTo>
                <a:lnTo>
                  <a:pt x="866959" y="2190682"/>
                </a:lnTo>
                <a:lnTo>
                  <a:pt x="846161" y="2191921"/>
                </a:lnTo>
                <a:lnTo>
                  <a:pt x="838584" y="2192270"/>
                </a:lnTo>
                <a:close/>
                <a:moveTo>
                  <a:pt x="828090" y="2203787"/>
                </a:moveTo>
                <a:lnTo>
                  <a:pt x="833452" y="2210696"/>
                </a:lnTo>
                <a:lnTo>
                  <a:pt x="836864" y="2209928"/>
                </a:lnTo>
                <a:lnTo>
                  <a:pt x="829786" y="2203551"/>
                </a:lnTo>
                <a:close/>
                <a:moveTo>
                  <a:pt x="839411" y="2178306"/>
                </a:moveTo>
                <a:lnTo>
                  <a:pt x="840284" y="2178391"/>
                </a:lnTo>
                <a:lnTo>
                  <a:pt x="842301" y="2178507"/>
                </a:lnTo>
                <a:lnTo>
                  <a:pt x="842723" y="2178213"/>
                </a:lnTo>
                <a:close/>
                <a:moveTo>
                  <a:pt x="1489679" y="722008"/>
                </a:moveTo>
                <a:lnTo>
                  <a:pt x="1489417" y="722727"/>
                </a:lnTo>
                <a:lnTo>
                  <a:pt x="1489106" y="726035"/>
                </a:lnTo>
                <a:lnTo>
                  <a:pt x="1490482" y="729078"/>
                </a:lnTo>
                <a:lnTo>
                  <a:pt x="1490604" y="725695"/>
                </a:lnTo>
                <a:lnTo>
                  <a:pt x="1490370" y="725118"/>
                </a:lnTo>
                <a:lnTo>
                  <a:pt x="1490619" y="725260"/>
                </a:lnTo>
                <a:lnTo>
                  <a:pt x="1490666" y="723957"/>
                </a:lnTo>
                <a:close/>
                <a:moveTo>
                  <a:pt x="821004" y="2219141"/>
                </a:moveTo>
                <a:lnTo>
                  <a:pt x="823936" y="2223064"/>
                </a:lnTo>
                <a:lnTo>
                  <a:pt x="825335" y="2223355"/>
                </a:lnTo>
                <a:lnTo>
                  <a:pt x="832768" y="2220135"/>
                </a:lnTo>
                <a:lnTo>
                  <a:pt x="830247" y="2214916"/>
                </a:lnTo>
                <a:lnTo>
                  <a:pt x="822487" y="2218484"/>
                </a:lnTo>
                <a:close/>
                <a:moveTo>
                  <a:pt x="1505537" y="685938"/>
                </a:moveTo>
                <a:lnTo>
                  <a:pt x="1505616" y="687295"/>
                </a:lnTo>
                <a:lnTo>
                  <a:pt x="1505648" y="686178"/>
                </a:lnTo>
                <a:close/>
                <a:moveTo>
                  <a:pt x="1490851" y="718798"/>
                </a:moveTo>
                <a:lnTo>
                  <a:pt x="1489987" y="721164"/>
                </a:lnTo>
                <a:lnTo>
                  <a:pt x="1490714" y="722600"/>
                </a:lnTo>
                <a:close/>
                <a:moveTo>
                  <a:pt x="807734" y="2248334"/>
                </a:moveTo>
                <a:lnTo>
                  <a:pt x="808424" y="2250494"/>
                </a:lnTo>
                <a:lnTo>
                  <a:pt x="832648" y="2246976"/>
                </a:lnTo>
                <a:lnTo>
                  <a:pt x="834073" y="2246711"/>
                </a:lnTo>
                <a:lnTo>
                  <a:pt x="828545" y="2240018"/>
                </a:lnTo>
                <a:lnTo>
                  <a:pt x="814919" y="2245683"/>
                </a:lnTo>
                <a:close/>
                <a:moveTo>
                  <a:pt x="836734" y="2183361"/>
                </a:moveTo>
                <a:lnTo>
                  <a:pt x="854210" y="2181427"/>
                </a:lnTo>
                <a:lnTo>
                  <a:pt x="856905" y="2180303"/>
                </a:lnTo>
                <a:lnTo>
                  <a:pt x="855042" y="2180196"/>
                </a:lnTo>
                <a:lnTo>
                  <a:pt x="851065" y="2179808"/>
                </a:lnTo>
                <a:lnTo>
                  <a:pt x="845382" y="2180192"/>
                </a:lnTo>
                <a:close/>
                <a:moveTo>
                  <a:pt x="1537648" y="613564"/>
                </a:moveTo>
                <a:lnTo>
                  <a:pt x="1537338" y="617173"/>
                </a:lnTo>
                <a:lnTo>
                  <a:pt x="1539040" y="630848"/>
                </a:lnTo>
                <a:lnTo>
                  <a:pt x="1541050" y="635133"/>
                </a:lnTo>
                <a:close/>
                <a:moveTo>
                  <a:pt x="836643" y="2183209"/>
                </a:moveTo>
                <a:lnTo>
                  <a:pt x="844763" y="2180233"/>
                </a:lnTo>
                <a:lnTo>
                  <a:pt x="840501" y="2180522"/>
                </a:lnTo>
                <a:close/>
                <a:moveTo>
                  <a:pt x="1492616" y="713968"/>
                </a:moveTo>
                <a:lnTo>
                  <a:pt x="1492070" y="715462"/>
                </a:lnTo>
                <a:lnTo>
                  <a:pt x="1493739" y="720259"/>
                </a:lnTo>
                <a:lnTo>
                  <a:pt x="1493699" y="717181"/>
                </a:lnTo>
                <a:close/>
                <a:moveTo>
                  <a:pt x="1496254" y="705757"/>
                </a:moveTo>
                <a:lnTo>
                  <a:pt x="1496311" y="710130"/>
                </a:lnTo>
                <a:lnTo>
                  <a:pt x="1496615" y="711152"/>
                </a:lnTo>
                <a:lnTo>
                  <a:pt x="1497600" y="712914"/>
                </a:lnTo>
                <a:lnTo>
                  <a:pt x="1497346" y="710798"/>
                </a:lnTo>
                <a:close/>
                <a:moveTo>
                  <a:pt x="1532020" y="624432"/>
                </a:moveTo>
                <a:lnTo>
                  <a:pt x="1532197" y="630118"/>
                </a:lnTo>
                <a:lnTo>
                  <a:pt x="1533298" y="632464"/>
                </a:lnTo>
                <a:close/>
                <a:moveTo>
                  <a:pt x="1496461" y="703438"/>
                </a:moveTo>
                <a:lnTo>
                  <a:pt x="1496240" y="704045"/>
                </a:lnTo>
                <a:lnTo>
                  <a:pt x="1496854" y="706708"/>
                </a:lnTo>
                <a:close/>
                <a:moveTo>
                  <a:pt x="840955" y="2171188"/>
                </a:moveTo>
                <a:lnTo>
                  <a:pt x="850129" y="2169428"/>
                </a:lnTo>
                <a:lnTo>
                  <a:pt x="848985" y="2167925"/>
                </a:lnTo>
                <a:lnTo>
                  <a:pt x="848744" y="2168026"/>
                </a:lnTo>
                <a:close/>
                <a:moveTo>
                  <a:pt x="1500366" y="694369"/>
                </a:moveTo>
                <a:lnTo>
                  <a:pt x="1500223" y="698356"/>
                </a:lnTo>
                <a:lnTo>
                  <a:pt x="1501007" y="700716"/>
                </a:lnTo>
                <a:lnTo>
                  <a:pt x="1501081" y="700438"/>
                </a:lnTo>
                <a:close/>
                <a:moveTo>
                  <a:pt x="853639" y="2142251"/>
                </a:moveTo>
                <a:lnTo>
                  <a:pt x="855171" y="2142677"/>
                </a:lnTo>
                <a:lnTo>
                  <a:pt x="855012" y="2142400"/>
                </a:lnTo>
                <a:lnTo>
                  <a:pt x="853771" y="2142205"/>
                </a:lnTo>
                <a:close/>
                <a:moveTo>
                  <a:pt x="837171" y="2179121"/>
                </a:moveTo>
                <a:lnTo>
                  <a:pt x="840936" y="2178820"/>
                </a:lnTo>
                <a:lnTo>
                  <a:pt x="838297" y="2178562"/>
                </a:lnTo>
                <a:close/>
                <a:moveTo>
                  <a:pt x="1498073" y="699026"/>
                </a:moveTo>
                <a:lnTo>
                  <a:pt x="1496661" y="702892"/>
                </a:lnTo>
                <a:lnTo>
                  <a:pt x="1496871" y="704457"/>
                </a:lnTo>
                <a:lnTo>
                  <a:pt x="1497410" y="708943"/>
                </a:lnTo>
                <a:lnTo>
                  <a:pt x="1497445" y="708965"/>
                </a:lnTo>
                <a:lnTo>
                  <a:pt x="1498189" y="711203"/>
                </a:lnTo>
                <a:lnTo>
                  <a:pt x="1499216" y="707379"/>
                </a:lnTo>
                <a:lnTo>
                  <a:pt x="1498663" y="700988"/>
                </a:lnTo>
                <a:close/>
                <a:moveTo>
                  <a:pt x="1498413" y="698092"/>
                </a:moveTo>
                <a:lnTo>
                  <a:pt x="1498225" y="698608"/>
                </a:lnTo>
                <a:lnTo>
                  <a:pt x="1498552" y="699696"/>
                </a:lnTo>
                <a:close/>
                <a:moveTo>
                  <a:pt x="845913" y="2159099"/>
                </a:moveTo>
                <a:lnTo>
                  <a:pt x="846036" y="2159197"/>
                </a:lnTo>
                <a:lnTo>
                  <a:pt x="852534" y="2157843"/>
                </a:lnTo>
                <a:lnTo>
                  <a:pt x="848904" y="2157619"/>
                </a:lnTo>
                <a:close/>
                <a:moveTo>
                  <a:pt x="1499198" y="696181"/>
                </a:moveTo>
                <a:lnTo>
                  <a:pt x="1499536" y="700094"/>
                </a:lnTo>
                <a:lnTo>
                  <a:pt x="1499628" y="697537"/>
                </a:lnTo>
                <a:close/>
                <a:moveTo>
                  <a:pt x="1491986" y="712102"/>
                </a:moveTo>
                <a:lnTo>
                  <a:pt x="1491969" y="712757"/>
                </a:lnTo>
                <a:lnTo>
                  <a:pt x="1492093" y="712419"/>
                </a:lnTo>
                <a:close/>
                <a:moveTo>
                  <a:pt x="827150" y="2200644"/>
                </a:moveTo>
                <a:lnTo>
                  <a:pt x="829425" y="2202694"/>
                </a:lnTo>
                <a:lnTo>
                  <a:pt x="834127" y="2202031"/>
                </a:lnTo>
                <a:lnTo>
                  <a:pt x="833933" y="2201739"/>
                </a:lnTo>
                <a:lnTo>
                  <a:pt x="827968" y="2200604"/>
                </a:lnTo>
                <a:close/>
                <a:moveTo>
                  <a:pt x="1499739" y="694464"/>
                </a:moveTo>
                <a:lnTo>
                  <a:pt x="1499315" y="695624"/>
                </a:lnTo>
                <a:lnTo>
                  <a:pt x="1499660" y="696663"/>
                </a:lnTo>
                <a:close/>
                <a:moveTo>
                  <a:pt x="825478" y="2204150"/>
                </a:moveTo>
                <a:lnTo>
                  <a:pt x="828997" y="2211699"/>
                </a:lnTo>
                <a:lnTo>
                  <a:pt x="832912" y="2210817"/>
                </a:lnTo>
                <a:lnTo>
                  <a:pt x="827518" y="2203866"/>
                </a:lnTo>
                <a:close/>
                <a:moveTo>
                  <a:pt x="1490059" y="715874"/>
                </a:moveTo>
                <a:lnTo>
                  <a:pt x="1489792" y="718719"/>
                </a:lnTo>
                <a:lnTo>
                  <a:pt x="1490430" y="716974"/>
                </a:lnTo>
                <a:close/>
                <a:moveTo>
                  <a:pt x="850267" y="2147338"/>
                </a:moveTo>
                <a:lnTo>
                  <a:pt x="855752" y="2152751"/>
                </a:lnTo>
                <a:lnTo>
                  <a:pt x="856241" y="2153098"/>
                </a:lnTo>
                <a:lnTo>
                  <a:pt x="859989" y="2151050"/>
                </a:lnTo>
                <a:lnTo>
                  <a:pt x="858090" y="2147750"/>
                </a:lnTo>
                <a:lnTo>
                  <a:pt x="855014" y="2146966"/>
                </a:lnTo>
                <a:close/>
                <a:moveTo>
                  <a:pt x="859791" y="2125905"/>
                </a:moveTo>
                <a:lnTo>
                  <a:pt x="860097" y="2126189"/>
                </a:lnTo>
                <a:lnTo>
                  <a:pt x="860838" y="2126115"/>
                </a:lnTo>
                <a:lnTo>
                  <a:pt x="860231" y="2125784"/>
                </a:lnTo>
                <a:close/>
                <a:moveTo>
                  <a:pt x="1502286" y="687128"/>
                </a:moveTo>
                <a:lnTo>
                  <a:pt x="1505103" y="697425"/>
                </a:lnTo>
                <a:lnTo>
                  <a:pt x="1505022" y="692763"/>
                </a:lnTo>
                <a:lnTo>
                  <a:pt x="1505001" y="692402"/>
                </a:lnTo>
                <a:close/>
                <a:moveTo>
                  <a:pt x="1501796" y="688148"/>
                </a:moveTo>
                <a:lnTo>
                  <a:pt x="1501665" y="688558"/>
                </a:lnTo>
                <a:lnTo>
                  <a:pt x="1502450" y="695225"/>
                </a:lnTo>
                <a:lnTo>
                  <a:pt x="1505154" y="700364"/>
                </a:lnTo>
                <a:lnTo>
                  <a:pt x="1505149" y="700117"/>
                </a:lnTo>
                <a:lnTo>
                  <a:pt x="1502244" y="689500"/>
                </a:lnTo>
                <a:close/>
                <a:moveTo>
                  <a:pt x="829617" y="2192683"/>
                </a:moveTo>
                <a:lnTo>
                  <a:pt x="831575" y="2195696"/>
                </a:lnTo>
                <a:lnTo>
                  <a:pt x="833796" y="2194529"/>
                </a:lnTo>
                <a:lnTo>
                  <a:pt x="837895" y="2192302"/>
                </a:lnTo>
                <a:close/>
                <a:moveTo>
                  <a:pt x="1522591" y="640563"/>
                </a:moveTo>
                <a:lnTo>
                  <a:pt x="1516994" y="674595"/>
                </a:lnTo>
                <a:lnTo>
                  <a:pt x="1516940" y="676171"/>
                </a:lnTo>
                <a:lnTo>
                  <a:pt x="1517281" y="677192"/>
                </a:lnTo>
                <a:lnTo>
                  <a:pt x="1518438" y="679439"/>
                </a:lnTo>
                <a:lnTo>
                  <a:pt x="1521421" y="664051"/>
                </a:lnTo>
                <a:lnTo>
                  <a:pt x="1521336" y="663478"/>
                </a:lnTo>
                <a:lnTo>
                  <a:pt x="1521502" y="663635"/>
                </a:lnTo>
                <a:lnTo>
                  <a:pt x="1521659" y="662826"/>
                </a:lnTo>
                <a:lnTo>
                  <a:pt x="1520774" y="656302"/>
                </a:lnTo>
                <a:lnTo>
                  <a:pt x="1520953" y="656477"/>
                </a:lnTo>
                <a:lnTo>
                  <a:pt x="1521750" y="662352"/>
                </a:lnTo>
                <a:lnTo>
                  <a:pt x="1522774" y="657074"/>
                </a:lnTo>
                <a:lnTo>
                  <a:pt x="1523153" y="654964"/>
                </a:lnTo>
                <a:close/>
                <a:moveTo>
                  <a:pt x="1503010" y="684363"/>
                </a:moveTo>
                <a:lnTo>
                  <a:pt x="1502452" y="686104"/>
                </a:lnTo>
                <a:lnTo>
                  <a:pt x="1504914" y="690888"/>
                </a:lnTo>
                <a:lnTo>
                  <a:pt x="1504729" y="687686"/>
                </a:lnTo>
                <a:close/>
                <a:moveTo>
                  <a:pt x="825707" y="2200716"/>
                </a:moveTo>
                <a:lnTo>
                  <a:pt x="827457" y="2202972"/>
                </a:lnTo>
                <a:lnTo>
                  <a:pt x="828915" y="2202766"/>
                </a:lnTo>
                <a:lnTo>
                  <a:pt x="826591" y="2200672"/>
                </a:lnTo>
                <a:close/>
                <a:moveTo>
                  <a:pt x="829333" y="2192245"/>
                </a:moveTo>
                <a:lnTo>
                  <a:pt x="829337" y="2192253"/>
                </a:lnTo>
                <a:lnTo>
                  <a:pt x="839050" y="2191674"/>
                </a:lnTo>
                <a:lnTo>
                  <a:pt x="840335" y="2190976"/>
                </a:lnTo>
                <a:lnTo>
                  <a:pt x="830320" y="2191833"/>
                </a:lnTo>
                <a:close/>
                <a:moveTo>
                  <a:pt x="1503745" y="682071"/>
                </a:moveTo>
                <a:lnTo>
                  <a:pt x="1503331" y="683362"/>
                </a:lnTo>
                <a:lnTo>
                  <a:pt x="1504623" y="685860"/>
                </a:lnTo>
                <a:lnTo>
                  <a:pt x="1504497" y="683695"/>
                </a:lnTo>
                <a:close/>
                <a:moveTo>
                  <a:pt x="1487596" y="717896"/>
                </a:moveTo>
                <a:lnTo>
                  <a:pt x="1487544" y="721231"/>
                </a:lnTo>
                <a:lnTo>
                  <a:pt x="1488061" y="723458"/>
                </a:lnTo>
                <a:lnTo>
                  <a:pt x="1488072" y="723429"/>
                </a:lnTo>
                <a:lnTo>
                  <a:pt x="1488435" y="719552"/>
                </a:lnTo>
                <a:close/>
                <a:moveTo>
                  <a:pt x="1548313" y="581476"/>
                </a:moveTo>
                <a:lnTo>
                  <a:pt x="1553433" y="602959"/>
                </a:lnTo>
                <a:lnTo>
                  <a:pt x="1551860" y="589526"/>
                </a:lnTo>
                <a:lnTo>
                  <a:pt x="1554574" y="607744"/>
                </a:lnTo>
                <a:lnTo>
                  <a:pt x="1560107" y="630962"/>
                </a:lnTo>
                <a:lnTo>
                  <a:pt x="1559527" y="614640"/>
                </a:lnTo>
                <a:lnTo>
                  <a:pt x="1558030" y="609455"/>
                </a:lnTo>
                <a:lnTo>
                  <a:pt x="1551783" y="588867"/>
                </a:lnTo>
                <a:lnTo>
                  <a:pt x="1551860" y="589526"/>
                </a:lnTo>
                <a:lnTo>
                  <a:pt x="1551742" y="588731"/>
                </a:lnTo>
                <a:lnTo>
                  <a:pt x="1551329" y="587370"/>
                </a:lnTo>
                <a:close/>
                <a:moveTo>
                  <a:pt x="834142" y="2180628"/>
                </a:moveTo>
                <a:lnTo>
                  <a:pt x="838877" y="2180308"/>
                </a:lnTo>
                <a:lnTo>
                  <a:pt x="840404" y="2179828"/>
                </a:lnTo>
                <a:lnTo>
                  <a:pt x="841221" y="2179259"/>
                </a:lnTo>
                <a:lnTo>
                  <a:pt x="836061" y="2179673"/>
                </a:lnTo>
                <a:close/>
                <a:moveTo>
                  <a:pt x="815916" y="2221396"/>
                </a:moveTo>
                <a:lnTo>
                  <a:pt x="823456" y="2222964"/>
                </a:lnTo>
                <a:lnTo>
                  <a:pt x="820699" y="2219276"/>
                </a:lnTo>
                <a:close/>
                <a:moveTo>
                  <a:pt x="858863" y="2125040"/>
                </a:moveTo>
                <a:lnTo>
                  <a:pt x="858961" y="2125130"/>
                </a:lnTo>
                <a:lnTo>
                  <a:pt x="859007" y="2125117"/>
                </a:lnTo>
                <a:close/>
                <a:moveTo>
                  <a:pt x="825212" y="2200079"/>
                </a:moveTo>
                <a:lnTo>
                  <a:pt x="825451" y="2200386"/>
                </a:lnTo>
                <a:lnTo>
                  <a:pt x="826230" y="2200347"/>
                </a:lnTo>
                <a:lnTo>
                  <a:pt x="826126" y="2200253"/>
                </a:lnTo>
                <a:close/>
                <a:moveTo>
                  <a:pt x="1532181" y="616876"/>
                </a:moveTo>
                <a:lnTo>
                  <a:pt x="1533355" y="627527"/>
                </a:lnTo>
                <a:lnTo>
                  <a:pt x="1533544" y="628345"/>
                </a:lnTo>
                <a:lnTo>
                  <a:pt x="1533536" y="619708"/>
                </a:lnTo>
                <a:close/>
                <a:moveTo>
                  <a:pt x="825494" y="2199152"/>
                </a:moveTo>
                <a:lnTo>
                  <a:pt x="826275" y="2199857"/>
                </a:lnTo>
                <a:lnTo>
                  <a:pt x="828432" y="2200237"/>
                </a:lnTo>
                <a:lnTo>
                  <a:pt x="832788" y="2200020"/>
                </a:lnTo>
                <a:lnTo>
                  <a:pt x="830468" y="2196536"/>
                </a:lnTo>
                <a:close/>
                <a:moveTo>
                  <a:pt x="850182" y="2143451"/>
                </a:moveTo>
                <a:lnTo>
                  <a:pt x="851413" y="2143764"/>
                </a:lnTo>
                <a:lnTo>
                  <a:pt x="855558" y="2143348"/>
                </a:lnTo>
                <a:lnTo>
                  <a:pt x="855467" y="2143191"/>
                </a:lnTo>
                <a:lnTo>
                  <a:pt x="852947" y="2142490"/>
                </a:lnTo>
                <a:close/>
                <a:moveTo>
                  <a:pt x="1531779" y="616773"/>
                </a:moveTo>
                <a:lnTo>
                  <a:pt x="1531895" y="620455"/>
                </a:lnTo>
                <a:lnTo>
                  <a:pt x="1531908" y="620362"/>
                </a:lnTo>
                <a:lnTo>
                  <a:pt x="1532082" y="620610"/>
                </a:lnTo>
                <a:lnTo>
                  <a:pt x="1531952" y="621469"/>
                </a:lnTo>
                <a:lnTo>
                  <a:pt x="1532610" y="624307"/>
                </a:lnTo>
                <a:close/>
                <a:moveTo>
                  <a:pt x="1490755" y="708452"/>
                </a:moveTo>
                <a:lnTo>
                  <a:pt x="1490516" y="710997"/>
                </a:lnTo>
                <a:lnTo>
                  <a:pt x="1491074" y="712601"/>
                </a:lnTo>
                <a:lnTo>
                  <a:pt x="1491178" y="709706"/>
                </a:lnTo>
                <a:close/>
                <a:moveTo>
                  <a:pt x="843658" y="2157295"/>
                </a:moveTo>
                <a:lnTo>
                  <a:pt x="845397" y="2158686"/>
                </a:lnTo>
                <a:lnTo>
                  <a:pt x="847703" y="2157545"/>
                </a:lnTo>
                <a:close/>
                <a:moveTo>
                  <a:pt x="824783" y="2199525"/>
                </a:moveTo>
                <a:lnTo>
                  <a:pt x="824843" y="2199603"/>
                </a:lnTo>
                <a:lnTo>
                  <a:pt x="825542" y="2199727"/>
                </a:lnTo>
                <a:lnTo>
                  <a:pt x="825121" y="2199348"/>
                </a:lnTo>
                <a:close/>
                <a:moveTo>
                  <a:pt x="1523596" y="634458"/>
                </a:moveTo>
                <a:lnTo>
                  <a:pt x="1522933" y="638487"/>
                </a:lnTo>
                <a:lnTo>
                  <a:pt x="1523226" y="644071"/>
                </a:lnTo>
                <a:lnTo>
                  <a:pt x="1523561" y="652686"/>
                </a:lnTo>
                <a:lnTo>
                  <a:pt x="1525467" y="642075"/>
                </a:lnTo>
                <a:close/>
                <a:moveTo>
                  <a:pt x="829611" y="2188107"/>
                </a:moveTo>
                <a:lnTo>
                  <a:pt x="840418" y="2187182"/>
                </a:lnTo>
                <a:lnTo>
                  <a:pt x="852743" y="2182040"/>
                </a:lnTo>
                <a:lnTo>
                  <a:pt x="835600" y="2183935"/>
                </a:lnTo>
                <a:close/>
                <a:moveTo>
                  <a:pt x="823919" y="2200805"/>
                </a:moveTo>
                <a:lnTo>
                  <a:pt x="825085" y="2203307"/>
                </a:lnTo>
                <a:lnTo>
                  <a:pt x="826886" y="2203053"/>
                </a:lnTo>
                <a:lnTo>
                  <a:pt x="825096" y="2200746"/>
                </a:lnTo>
                <a:close/>
                <a:moveTo>
                  <a:pt x="817699" y="2214719"/>
                </a:moveTo>
                <a:lnTo>
                  <a:pt x="820793" y="2218858"/>
                </a:lnTo>
                <a:lnTo>
                  <a:pt x="830087" y="2214584"/>
                </a:lnTo>
                <a:lnTo>
                  <a:pt x="828947" y="2212224"/>
                </a:lnTo>
                <a:lnTo>
                  <a:pt x="820259" y="2214179"/>
                </a:lnTo>
                <a:close/>
                <a:moveTo>
                  <a:pt x="814256" y="2222132"/>
                </a:moveTo>
                <a:lnTo>
                  <a:pt x="817889" y="2226531"/>
                </a:lnTo>
                <a:lnTo>
                  <a:pt x="820993" y="2225236"/>
                </a:lnTo>
                <a:lnTo>
                  <a:pt x="824136" y="2223874"/>
                </a:lnTo>
                <a:lnTo>
                  <a:pt x="823812" y="2223441"/>
                </a:lnTo>
                <a:lnTo>
                  <a:pt x="815297" y="2221670"/>
                </a:lnTo>
                <a:close/>
                <a:moveTo>
                  <a:pt x="1538843" y="599625"/>
                </a:moveTo>
                <a:lnTo>
                  <a:pt x="1537731" y="612590"/>
                </a:lnTo>
                <a:lnTo>
                  <a:pt x="1538131" y="614922"/>
                </a:lnTo>
                <a:lnTo>
                  <a:pt x="1541184" y="635417"/>
                </a:lnTo>
                <a:lnTo>
                  <a:pt x="1553436" y="661532"/>
                </a:lnTo>
                <a:lnTo>
                  <a:pt x="1553784" y="658692"/>
                </a:lnTo>
                <a:lnTo>
                  <a:pt x="1541611" y="609210"/>
                </a:lnTo>
                <a:close/>
                <a:moveTo>
                  <a:pt x="848278" y="2145376"/>
                </a:moveTo>
                <a:lnTo>
                  <a:pt x="850004" y="2147079"/>
                </a:lnTo>
                <a:lnTo>
                  <a:pt x="853720" y="2146637"/>
                </a:lnTo>
                <a:lnTo>
                  <a:pt x="848628" y="2145340"/>
                </a:lnTo>
                <a:close/>
                <a:moveTo>
                  <a:pt x="823609" y="2200142"/>
                </a:moveTo>
                <a:lnTo>
                  <a:pt x="823762" y="2200470"/>
                </a:lnTo>
                <a:lnTo>
                  <a:pt x="824840" y="2200417"/>
                </a:lnTo>
                <a:lnTo>
                  <a:pt x="824469" y="2199937"/>
                </a:lnTo>
                <a:lnTo>
                  <a:pt x="824124" y="2199872"/>
                </a:lnTo>
                <a:close/>
                <a:moveTo>
                  <a:pt x="1509361" y="664557"/>
                </a:moveTo>
                <a:lnTo>
                  <a:pt x="1508296" y="667879"/>
                </a:lnTo>
                <a:lnTo>
                  <a:pt x="1512537" y="673011"/>
                </a:lnTo>
                <a:lnTo>
                  <a:pt x="1512247" y="670760"/>
                </a:lnTo>
                <a:close/>
                <a:moveTo>
                  <a:pt x="1498525" y="688405"/>
                </a:moveTo>
                <a:lnTo>
                  <a:pt x="1498973" y="693585"/>
                </a:lnTo>
                <a:lnTo>
                  <a:pt x="1499858" y="691162"/>
                </a:lnTo>
                <a:lnTo>
                  <a:pt x="1499862" y="691032"/>
                </a:lnTo>
                <a:close/>
                <a:moveTo>
                  <a:pt x="823421" y="2199738"/>
                </a:moveTo>
                <a:lnTo>
                  <a:pt x="823513" y="2199935"/>
                </a:lnTo>
                <a:lnTo>
                  <a:pt x="823764" y="2199803"/>
                </a:lnTo>
                <a:close/>
                <a:moveTo>
                  <a:pt x="822904" y="2200513"/>
                </a:moveTo>
                <a:lnTo>
                  <a:pt x="823281" y="2200494"/>
                </a:lnTo>
                <a:lnTo>
                  <a:pt x="823212" y="2200351"/>
                </a:lnTo>
                <a:close/>
                <a:moveTo>
                  <a:pt x="813580" y="2221313"/>
                </a:moveTo>
                <a:lnTo>
                  <a:pt x="814095" y="2221937"/>
                </a:lnTo>
                <a:lnTo>
                  <a:pt x="814870" y="2221581"/>
                </a:lnTo>
                <a:close/>
                <a:moveTo>
                  <a:pt x="1510850" y="659911"/>
                </a:moveTo>
                <a:lnTo>
                  <a:pt x="1509904" y="662863"/>
                </a:lnTo>
                <a:lnTo>
                  <a:pt x="1511672" y="666296"/>
                </a:lnTo>
                <a:close/>
                <a:moveTo>
                  <a:pt x="823538" y="2197921"/>
                </a:moveTo>
                <a:lnTo>
                  <a:pt x="824640" y="2199342"/>
                </a:lnTo>
                <a:lnTo>
                  <a:pt x="824941" y="2199184"/>
                </a:lnTo>
                <a:close/>
                <a:moveTo>
                  <a:pt x="821744" y="2201123"/>
                </a:moveTo>
                <a:lnTo>
                  <a:pt x="822772" y="2203633"/>
                </a:lnTo>
                <a:lnTo>
                  <a:pt x="824668" y="2203366"/>
                </a:lnTo>
                <a:lnTo>
                  <a:pt x="823443" y="2200829"/>
                </a:lnTo>
                <a:lnTo>
                  <a:pt x="822183" y="2200892"/>
                </a:lnTo>
                <a:close/>
                <a:moveTo>
                  <a:pt x="1513042" y="653076"/>
                </a:moveTo>
                <a:lnTo>
                  <a:pt x="1511164" y="658935"/>
                </a:lnTo>
                <a:lnTo>
                  <a:pt x="1512258" y="667433"/>
                </a:lnTo>
                <a:lnTo>
                  <a:pt x="1513470" y="669789"/>
                </a:lnTo>
                <a:close/>
                <a:moveTo>
                  <a:pt x="1492408" y="698757"/>
                </a:moveTo>
                <a:lnTo>
                  <a:pt x="1492229" y="703753"/>
                </a:lnTo>
                <a:lnTo>
                  <a:pt x="1493551" y="705861"/>
                </a:lnTo>
                <a:lnTo>
                  <a:pt x="1493519" y="703420"/>
                </a:lnTo>
                <a:close/>
                <a:moveTo>
                  <a:pt x="1487735" y="708984"/>
                </a:moveTo>
                <a:lnTo>
                  <a:pt x="1487618" y="716486"/>
                </a:lnTo>
                <a:lnTo>
                  <a:pt x="1488550" y="718327"/>
                </a:lnTo>
                <a:lnTo>
                  <a:pt x="1489058" y="712908"/>
                </a:lnTo>
                <a:close/>
                <a:moveTo>
                  <a:pt x="1500703" y="679903"/>
                </a:moveTo>
                <a:lnTo>
                  <a:pt x="1500694" y="680321"/>
                </a:lnTo>
                <a:lnTo>
                  <a:pt x="1500898" y="682058"/>
                </a:lnTo>
                <a:lnTo>
                  <a:pt x="1501499" y="684254"/>
                </a:lnTo>
                <a:lnTo>
                  <a:pt x="1502015" y="685256"/>
                </a:lnTo>
                <a:lnTo>
                  <a:pt x="1502618" y="683604"/>
                </a:lnTo>
                <a:close/>
                <a:moveTo>
                  <a:pt x="797640" y="2252059"/>
                </a:moveTo>
                <a:lnTo>
                  <a:pt x="808151" y="2250533"/>
                </a:lnTo>
                <a:lnTo>
                  <a:pt x="807450" y="2248439"/>
                </a:lnTo>
                <a:close/>
                <a:moveTo>
                  <a:pt x="822079" y="2196859"/>
                </a:moveTo>
                <a:lnTo>
                  <a:pt x="823225" y="2199318"/>
                </a:lnTo>
                <a:lnTo>
                  <a:pt x="824108" y="2199474"/>
                </a:lnTo>
                <a:close/>
                <a:moveTo>
                  <a:pt x="820986" y="2199274"/>
                </a:moveTo>
                <a:lnTo>
                  <a:pt x="821522" y="2200582"/>
                </a:lnTo>
                <a:lnTo>
                  <a:pt x="822362" y="2200540"/>
                </a:lnTo>
                <a:lnTo>
                  <a:pt x="823113" y="2200145"/>
                </a:lnTo>
                <a:lnTo>
                  <a:pt x="822866" y="2199632"/>
                </a:lnTo>
                <a:close/>
                <a:moveTo>
                  <a:pt x="1525834" y="620847"/>
                </a:moveTo>
                <a:lnTo>
                  <a:pt x="1523694" y="633857"/>
                </a:lnTo>
                <a:lnTo>
                  <a:pt x="1525570" y="641497"/>
                </a:lnTo>
                <a:lnTo>
                  <a:pt x="1527626" y="630048"/>
                </a:lnTo>
                <a:lnTo>
                  <a:pt x="1527829" y="630356"/>
                </a:lnTo>
                <a:lnTo>
                  <a:pt x="1525719" y="642100"/>
                </a:lnTo>
                <a:lnTo>
                  <a:pt x="1527473" y="649243"/>
                </a:lnTo>
                <a:lnTo>
                  <a:pt x="1528311" y="644152"/>
                </a:lnTo>
                <a:lnTo>
                  <a:pt x="1528911" y="627705"/>
                </a:lnTo>
                <a:close/>
                <a:moveTo>
                  <a:pt x="827790" y="2183785"/>
                </a:moveTo>
                <a:lnTo>
                  <a:pt x="837561" y="2180720"/>
                </a:lnTo>
                <a:lnTo>
                  <a:pt x="833387" y="2181002"/>
                </a:lnTo>
                <a:close/>
                <a:moveTo>
                  <a:pt x="1517442" y="639354"/>
                </a:moveTo>
                <a:lnTo>
                  <a:pt x="1513373" y="652043"/>
                </a:lnTo>
                <a:lnTo>
                  <a:pt x="1513847" y="670520"/>
                </a:lnTo>
                <a:lnTo>
                  <a:pt x="1516222" y="675133"/>
                </a:lnTo>
                <a:lnTo>
                  <a:pt x="1516237" y="674687"/>
                </a:lnTo>
                <a:lnTo>
                  <a:pt x="1514044" y="668126"/>
                </a:lnTo>
                <a:lnTo>
                  <a:pt x="1514310" y="668303"/>
                </a:lnTo>
                <a:lnTo>
                  <a:pt x="1516255" y="674124"/>
                </a:lnTo>
                <a:close/>
                <a:moveTo>
                  <a:pt x="1500796" y="675705"/>
                </a:moveTo>
                <a:lnTo>
                  <a:pt x="1500737" y="678348"/>
                </a:lnTo>
                <a:lnTo>
                  <a:pt x="1502965" y="682654"/>
                </a:lnTo>
                <a:lnTo>
                  <a:pt x="1503428" y="681386"/>
                </a:lnTo>
                <a:close/>
                <a:moveTo>
                  <a:pt x="823128" y="2192622"/>
                </a:moveTo>
                <a:lnTo>
                  <a:pt x="827680" y="2192351"/>
                </a:lnTo>
                <a:lnTo>
                  <a:pt x="827495" y="2192075"/>
                </a:lnTo>
                <a:lnTo>
                  <a:pt x="823412" y="2192425"/>
                </a:lnTo>
                <a:close/>
                <a:moveTo>
                  <a:pt x="1526401" y="617400"/>
                </a:moveTo>
                <a:lnTo>
                  <a:pt x="1526357" y="617670"/>
                </a:lnTo>
                <a:lnTo>
                  <a:pt x="1527659" y="620447"/>
                </a:lnTo>
                <a:lnTo>
                  <a:pt x="1527077" y="619004"/>
                </a:lnTo>
                <a:close/>
                <a:moveTo>
                  <a:pt x="1491530" y="695290"/>
                </a:moveTo>
                <a:lnTo>
                  <a:pt x="1491479" y="700723"/>
                </a:lnTo>
                <a:lnTo>
                  <a:pt x="1491390" y="701669"/>
                </a:lnTo>
                <a:lnTo>
                  <a:pt x="1491460" y="701881"/>
                </a:lnTo>
                <a:lnTo>
                  <a:pt x="1491679" y="695790"/>
                </a:lnTo>
                <a:close/>
                <a:moveTo>
                  <a:pt x="826327" y="2184512"/>
                </a:moveTo>
                <a:lnTo>
                  <a:pt x="835067" y="2183545"/>
                </a:lnTo>
                <a:lnTo>
                  <a:pt x="839283" y="2180609"/>
                </a:lnTo>
                <a:lnTo>
                  <a:pt x="826501" y="2184426"/>
                </a:lnTo>
                <a:close/>
                <a:moveTo>
                  <a:pt x="1492661" y="691753"/>
                </a:moveTo>
                <a:lnTo>
                  <a:pt x="1492464" y="697220"/>
                </a:lnTo>
                <a:lnTo>
                  <a:pt x="1493483" y="700639"/>
                </a:lnTo>
                <a:lnTo>
                  <a:pt x="1493453" y="698349"/>
                </a:lnTo>
                <a:close/>
                <a:moveTo>
                  <a:pt x="1495550" y="684982"/>
                </a:moveTo>
                <a:lnTo>
                  <a:pt x="1496059" y="690870"/>
                </a:lnTo>
                <a:lnTo>
                  <a:pt x="1496168" y="699204"/>
                </a:lnTo>
                <a:lnTo>
                  <a:pt x="1496369" y="700710"/>
                </a:lnTo>
                <a:lnTo>
                  <a:pt x="1497581" y="697393"/>
                </a:lnTo>
                <a:lnTo>
                  <a:pt x="1497558" y="697313"/>
                </a:lnTo>
                <a:lnTo>
                  <a:pt x="1497600" y="697342"/>
                </a:lnTo>
                <a:lnTo>
                  <a:pt x="1498205" y="695686"/>
                </a:lnTo>
                <a:lnTo>
                  <a:pt x="1497893" y="692069"/>
                </a:lnTo>
                <a:lnTo>
                  <a:pt x="1497671" y="691368"/>
                </a:lnTo>
                <a:close/>
                <a:moveTo>
                  <a:pt x="1487845" y="701898"/>
                </a:moveTo>
                <a:lnTo>
                  <a:pt x="1487824" y="703264"/>
                </a:lnTo>
                <a:lnTo>
                  <a:pt x="1489508" y="708103"/>
                </a:lnTo>
                <a:lnTo>
                  <a:pt x="1489754" y="705485"/>
                </a:lnTo>
                <a:lnTo>
                  <a:pt x="1489605" y="705045"/>
                </a:lnTo>
                <a:close/>
                <a:moveTo>
                  <a:pt x="1492866" y="690259"/>
                </a:moveTo>
                <a:lnTo>
                  <a:pt x="1493406" y="694749"/>
                </a:lnTo>
                <a:lnTo>
                  <a:pt x="1493376" y="692475"/>
                </a:lnTo>
                <a:lnTo>
                  <a:pt x="1493357" y="692384"/>
                </a:lnTo>
                <a:close/>
                <a:moveTo>
                  <a:pt x="1521982" y="624929"/>
                </a:moveTo>
                <a:lnTo>
                  <a:pt x="1520220" y="630689"/>
                </a:lnTo>
                <a:lnTo>
                  <a:pt x="1518102" y="637294"/>
                </a:lnTo>
                <a:lnTo>
                  <a:pt x="1517860" y="649218"/>
                </a:lnTo>
                <a:lnTo>
                  <a:pt x="1517158" y="669783"/>
                </a:lnTo>
                <a:lnTo>
                  <a:pt x="1522471" y="637480"/>
                </a:lnTo>
                <a:close/>
                <a:moveTo>
                  <a:pt x="803234" y="2234242"/>
                </a:moveTo>
                <a:lnTo>
                  <a:pt x="807332" y="2247075"/>
                </a:lnTo>
                <a:lnTo>
                  <a:pt x="827300" y="2238510"/>
                </a:lnTo>
                <a:lnTo>
                  <a:pt x="824108" y="2234646"/>
                </a:lnTo>
                <a:lnTo>
                  <a:pt x="807151" y="2241125"/>
                </a:lnTo>
                <a:lnTo>
                  <a:pt x="806690" y="2240982"/>
                </a:lnTo>
                <a:lnTo>
                  <a:pt x="823908" y="2234403"/>
                </a:lnTo>
                <a:lnTo>
                  <a:pt x="821060" y="2230955"/>
                </a:lnTo>
                <a:close/>
                <a:moveTo>
                  <a:pt x="1499929" y="673834"/>
                </a:moveTo>
                <a:lnTo>
                  <a:pt x="1500353" y="677422"/>
                </a:lnTo>
                <a:lnTo>
                  <a:pt x="1500442" y="674939"/>
                </a:lnTo>
                <a:close/>
                <a:moveTo>
                  <a:pt x="820846" y="2194212"/>
                </a:moveTo>
                <a:lnTo>
                  <a:pt x="821125" y="2194812"/>
                </a:lnTo>
                <a:lnTo>
                  <a:pt x="821641" y="2195476"/>
                </a:lnTo>
                <a:lnTo>
                  <a:pt x="824359" y="2198129"/>
                </a:lnTo>
                <a:lnTo>
                  <a:pt x="825313" y="2198989"/>
                </a:lnTo>
                <a:lnTo>
                  <a:pt x="830340" y="2196346"/>
                </a:lnTo>
                <a:lnTo>
                  <a:pt x="827983" y="2192808"/>
                </a:lnTo>
                <a:lnTo>
                  <a:pt x="825642" y="2193786"/>
                </a:lnTo>
                <a:lnTo>
                  <a:pt x="825013" y="2193610"/>
                </a:lnTo>
                <a:lnTo>
                  <a:pt x="826938" y="2192807"/>
                </a:lnTo>
                <a:lnTo>
                  <a:pt x="822575" y="2193008"/>
                </a:lnTo>
                <a:close/>
                <a:moveTo>
                  <a:pt x="824800" y="2185271"/>
                </a:moveTo>
                <a:lnTo>
                  <a:pt x="826799" y="2188348"/>
                </a:lnTo>
                <a:lnTo>
                  <a:pt x="828364" y="2188214"/>
                </a:lnTo>
                <a:lnTo>
                  <a:pt x="834266" y="2184103"/>
                </a:lnTo>
                <a:lnTo>
                  <a:pt x="834237" y="2184091"/>
                </a:lnTo>
                <a:lnTo>
                  <a:pt x="834255" y="2184085"/>
                </a:lnTo>
                <a:lnTo>
                  <a:pt x="829787" y="2184579"/>
                </a:lnTo>
                <a:lnTo>
                  <a:pt x="825325" y="2185010"/>
                </a:lnTo>
                <a:close/>
                <a:moveTo>
                  <a:pt x="1506546" y="658507"/>
                </a:moveTo>
                <a:lnTo>
                  <a:pt x="1506449" y="664582"/>
                </a:lnTo>
                <a:lnTo>
                  <a:pt x="1507339" y="666580"/>
                </a:lnTo>
                <a:lnTo>
                  <a:pt x="1507998" y="667520"/>
                </a:lnTo>
                <a:lnTo>
                  <a:pt x="1508001" y="667524"/>
                </a:lnTo>
                <a:lnTo>
                  <a:pt x="1509119" y="664038"/>
                </a:lnTo>
                <a:close/>
                <a:moveTo>
                  <a:pt x="1497634" y="678092"/>
                </a:moveTo>
                <a:lnTo>
                  <a:pt x="1498459" y="687635"/>
                </a:lnTo>
                <a:lnTo>
                  <a:pt x="1499887" y="690350"/>
                </a:lnTo>
                <a:lnTo>
                  <a:pt x="1499889" y="690313"/>
                </a:lnTo>
                <a:lnTo>
                  <a:pt x="1498690" y="680142"/>
                </a:lnTo>
                <a:close/>
                <a:moveTo>
                  <a:pt x="1495430" y="682446"/>
                </a:moveTo>
                <a:lnTo>
                  <a:pt x="1495464" y="683987"/>
                </a:lnTo>
                <a:lnTo>
                  <a:pt x="1495469" y="684045"/>
                </a:lnTo>
                <a:lnTo>
                  <a:pt x="1497808" y="691090"/>
                </a:lnTo>
                <a:lnTo>
                  <a:pt x="1497382" y="686158"/>
                </a:lnTo>
                <a:close/>
                <a:moveTo>
                  <a:pt x="1534548" y="594743"/>
                </a:moveTo>
                <a:lnTo>
                  <a:pt x="1536799" y="612835"/>
                </a:lnTo>
                <a:lnTo>
                  <a:pt x="1537061" y="609847"/>
                </a:lnTo>
                <a:lnTo>
                  <a:pt x="1536170" y="604197"/>
                </a:lnTo>
                <a:close/>
                <a:moveTo>
                  <a:pt x="1524286" y="617394"/>
                </a:moveTo>
                <a:lnTo>
                  <a:pt x="1522186" y="624261"/>
                </a:lnTo>
                <a:lnTo>
                  <a:pt x="1522781" y="635595"/>
                </a:lnTo>
                <a:lnTo>
                  <a:pt x="1523220" y="632928"/>
                </a:lnTo>
                <a:lnTo>
                  <a:pt x="1523027" y="632140"/>
                </a:lnTo>
                <a:lnTo>
                  <a:pt x="1523313" y="632364"/>
                </a:lnTo>
                <a:lnTo>
                  <a:pt x="1525375" y="619823"/>
                </a:lnTo>
                <a:close/>
                <a:moveTo>
                  <a:pt x="820333" y="2193111"/>
                </a:moveTo>
                <a:lnTo>
                  <a:pt x="820578" y="2193637"/>
                </a:lnTo>
                <a:lnTo>
                  <a:pt x="821404" y="2193062"/>
                </a:lnTo>
                <a:close/>
                <a:moveTo>
                  <a:pt x="819342" y="2195260"/>
                </a:moveTo>
                <a:lnTo>
                  <a:pt x="820831" y="2198895"/>
                </a:lnTo>
                <a:lnTo>
                  <a:pt x="822666" y="2199220"/>
                </a:lnTo>
                <a:lnTo>
                  <a:pt x="820884" y="2195529"/>
                </a:lnTo>
                <a:lnTo>
                  <a:pt x="820043" y="2194771"/>
                </a:lnTo>
                <a:close/>
                <a:moveTo>
                  <a:pt x="840291" y="2148121"/>
                </a:moveTo>
                <a:lnTo>
                  <a:pt x="845021" y="2150182"/>
                </a:lnTo>
                <a:lnTo>
                  <a:pt x="841935" y="2147992"/>
                </a:lnTo>
                <a:close/>
                <a:moveTo>
                  <a:pt x="1525176" y="614487"/>
                </a:moveTo>
                <a:lnTo>
                  <a:pt x="1525053" y="614889"/>
                </a:lnTo>
                <a:lnTo>
                  <a:pt x="1525892" y="616679"/>
                </a:lnTo>
                <a:lnTo>
                  <a:pt x="1525950" y="616328"/>
                </a:lnTo>
                <a:close/>
                <a:moveTo>
                  <a:pt x="1527944" y="608018"/>
                </a:moveTo>
                <a:lnTo>
                  <a:pt x="1526499" y="616804"/>
                </a:lnTo>
                <a:lnTo>
                  <a:pt x="1529084" y="622952"/>
                </a:lnTo>
                <a:lnTo>
                  <a:pt x="1529361" y="615371"/>
                </a:lnTo>
                <a:lnTo>
                  <a:pt x="1529243" y="611609"/>
                </a:lnTo>
                <a:lnTo>
                  <a:pt x="1528850" y="609911"/>
                </a:lnTo>
                <a:close/>
                <a:moveTo>
                  <a:pt x="814841" y="2204752"/>
                </a:moveTo>
                <a:lnTo>
                  <a:pt x="822578" y="2203660"/>
                </a:lnTo>
                <a:lnTo>
                  <a:pt x="821575" y="2201212"/>
                </a:lnTo>
                <a:close/>
                <a:moveTo>
                  <a:pt x="809553" y="2216437"/>
                </a:moveTo>
                <a:lnTo>
                  <a:pt x="813179" y="2220827"/>
                </a:lnTo>
                <a:lnTo>
                  <a:pt x="815473" y="2221304"/>
                </a:lnTo>
                <a:lnTo>
                  <a:pt x="820491" y="2218997"/>
                </a:lnTo>
                <a:lnTo>
                  <a:pt x="817349" y="2214792"/>
                </a:lnTo>
                <a:close/>
                <a:moveTo>
                  <a:pt x="820143" y="2192704"/>
                </a:moveTo>
                <a:lnTo>
                  <a:pt x="820186" y="2192798"/>
                </a:lnTo>
                <a:lnTo>
                  <a:pt x="821932" y="2192693"/>
                </a:lnTo>
                <a:lnTo>
                  <a:pt x="822165" y="2192531"/>
                </a:lnTo>
                <a:close/>
                <a:moveTo>
                  <a:pt x="1528139" y="606836"/>
                </a:moveTo>
                <a:lnTo>
                  <a:pt x="1528044" y="607412"/>
                </a:lnTo>
                <a:lnTo>
                  <a:pt x="1528494" y="608371"/>
                </a:lnTo>
                <a:close/>
                <a:moveTo>
                  <a:pt x="819530" y="2192757"/>
                </a:moveTo>
                <a:lnTo>
                  <a:pt x="819590" y="2192833"/>
                </a:lnTo>
                <a:lnTo>
                  <a:pt x="819609" y="2192832"/>
                </a:lnTo>
                <a:lnTo>
                  <a:pt x="819572" y="2192754"/>
                </a:lnTo>
                <a:close/>
                <a:moveTo>
                  <a:pt x="1497341" y="674700"/>
                </a:moveTo>
                <a:lnTo>
                  <a:pt x="1497494" y="676474"/>
                </a:lnTo>
                <a:lnTo>
                  <a:pt x="1498485" y="678397"/>
                </a:lnTo>
                <a:lnTo>
                  <a:pt x="1498439" y="678014"/>
                </a:lnTo>
                <a:close/>
                <a:moveTo>
                  <a:pt x="1527462" y="607010"/>
                </a:moveTo>
                <a:lnTo>
                  <a:pt x="1525323" y="614006"/>
                </a:lnTo>
                <a:lnTo>
                  <a:pt x="1526048" y="615731"/>
                </a:lnTo>
                <a:lnTo>
                  <a:pt x="1527478" y="607041"/>
                </a:lnTo>
                <a:close/>
                <a:moveTo>
                  <a:pt x="1528607" y="603984"/>
                </a:moveTo>
                <a:lnTo>
                  <a:pt x="1528602" y="604020"/>
                </a:lnTo>
                <a:lnTo>
                  <a:pt x="1528316" y="605757"/>
                </a:lnTo>
                <a:lnTo>
                  <a:pt x="1529177" y="609472"/>
                </a:lnTo>
                <a:lnTo>
                  <a:pt x="1529093" y="606784"/>
                </a:lnTo>
                <a:close/>
                <a:moveTo>
                  <a:pt x="818614" y="2193484"/>
                </a:moveTo>
                <a:lnTo>
                  <a:pt x="819099" y="2194666"/>
                </a:lnTo>
                <a:lnTo>
                  <a:pt x="819566" y="2194342"/>
                </a:lnTo>
                <a:close/>
                <a:moveTo>
                  <a:pt x="818910" y="2192810"/>
                </a:moveTo>
                <a:lnTo>
                  <a:pt x="818971" y="2192870"/>
                </a:lnTo>
                <a:lnTo>
                  <a:pt x="818984" y="2192869"/>
                </a:lnTo>
                <a:lnTo>
                  <a:pt x="818936" y="2192808"/>
                </a:lnTo>
                <a:close/>
                <a:moveTo>
                  <a:pt x="848602" y="2126192"/>
                </a:moveTo>
                <a:lnTo>
                  <a:pt x="853984" y="2126494"/>
                </a:lnTo>
                <a:lnTo>
                  <a:pt x="856998" y="2125668"/>
                </a:lnTo>
                <a:lnTo>
                  <a:pt x="855283" y="2124070"/>
                </a:lnTo>
                <a:close/>
                <a:moveTo>
                  <a:pt x="839007" y="2147561"/>
                </a:moveTo>
                <a:lnTo>
                  <a:pt x="839818" y="2147915"/>
                </a:lnTo>
                <a:lnTo>
                  <a:pt x="841627" y="2147773"/>
                </a:lnTo>
                <a:lnTo>
                  <a:pt x="840625" y="2147061"/>
                </a:lnTo>
                <a:lnTo>
                  <a:pt x="840406" y="2146846"/>
                </a:lnTo>
                <a:lnTo>
                  <a:pt x="840093" y="2146954"/>
                </a:lnTo>
                <a:close/>
                <a:moveTo>
                  <a:pt x="1528947" y="602154"/>
                </a:moveTo>
                <a:lnTo>
                  <a:pt x="1528820" y="602571"/>
                </a:lnTo>
                <a:lnTo>
                  <a:pt x="1528728" y="603186"/>
                </a:lnTo>
                <a:lnTo>
                  <a:pt x="1529036" y="604966"/>
                </a:lnTo>
                <a:close/>
                <a:moveTo>
                  <a:pt x="1497206" y="673141"/>
                </a:moveTo>
                <a:lnTo>
                  <a:pt x="1497259" y="673751"/>
                </a:lnTo>
                <a:lnTo>
                  <a:pt x="1498286" y="676715"/>
                </a:lnTo>
                <a:lnTo>
                  <a:pt x="1498058" y="674790"/>
                </a:lnTo>
                <a:close/>
                <a:moveTo>
                  <a:pt x="1487981" y="693153"/>
                </a:moveTo>
                <a:lnTo>
                  <a:pt x="1487951" y="695091"/>
                </a:lnTo>
                <a:lnTo>
                  <a:pt x="1489294" y="699075"/>
                </a:lnTo>
                <a:lnTo>
                  <a:pt x="1490217" y="700545"/>
                </a:lnTo>
                <a:lnTo>
                  <a:pt x="1490264" y="700044"/>
                </a:lnTo>
                <a:close/>
                <a:moveTo>
                  <a:pt x="1491629" y="684896"/>
                </a:moveTo>
                <a:lnTo>
                  <a:pt x="1491548" y="693499"/>
                </a:lnTo>
                <a:lnTo>
                  <a:pt x="1491736" y="694219"/>
                </a:lnTo>
                <a:lnTo>
                  <a:pt x="1492012" y="686557"/>
                </a:lnTo>
                <a:close/>
                <a:moveTo>
                  <a:pt x="847927" y="2125468"/>
                </a:moveTo>
                <a:lnTo>
                  <a:pt x="848168" y="2125834"/>
                </a:lnTo>
                <a:lnTo>
                  <a:pt x="852657" y="2124420"/>
                </a:lnTo>
                <a:close/>
                <a:moveTo>
                  <a:pt x="815479" y="2197950"/>
                </a:moveTo>
                <a:lnTo>
                  <a:pt x="820611" y="2198856"/>
                </a:lnTo>
                <a:lnTo>
                  <a:pt x="819182" y="2195371"/>
                </a:lnTo>
                <a:close/>
                <a:moveTo>
                  <a:pt x="1491644" y="683296"/>
                </a:moveTo>
                <a:lnTo>
                  <a:pt x="1491636" y="684098"/>
                </a:lnTo>
                <a:lnTo>
                  <a:pt x="1491854" y="685041"/>
                </a:lnTo>
                <a:close/>
                <a:moveTo>
                  <a:pt x="817250" y="2192952"/>
                </a:moveTo>
                <a:lnTo>
                  <a:pt x="817986" y="2192918"/>
                </a:lnTo>
                <a:lnTo>
                  <a:pt x="817956" y="2192892"/>
                </a:lnTo>
                <a:close/>
                <a:moveTo>
                  <a:pt x="822343" y="2181491"/>
                </a:moveTo>
                <a:lnTo>
                  <a:pt x="824436" y="2184711"/>
                </a:lnTo>
                <a:lnTo>
                  <a:pt x="831663" y="2181119"/>
                </a:lnTo>
                <a:lnTo>
                  <a:pt x="830122" y="2181223"/>
                </a:lnTo>
                <a:close/>
                <a:moveTo>
                  <a:pt x="811328" y="2206118"/>
                </a:moveTo>
                <a:lnTo>
                  <a:pt x="813026" y="2208467"/>
                </a:lnTo>
                <a:lnTo>
                  <a:pt x="817393" y="2214310"/>
                </a:lnTo>
                <a:lnTo>
                  <a:pt x="828723" y="2211760"/>
                </a:lnTo>
                <a:lnTo>
                  <a:pt x="825075" y="2204206"/>
                </a:lnTo>
                <a:lnTo>
                  <a:pt x="823118" y="2204478"/>
                </a:lnTo>
                <a:lnTo>
                  <a:pt x="824218" y="2207161"/>
                </a:lnTo>
                <a:lnTo>
                  <a:pt x="823966" y="2207048"/>
                </a:lnTo>
                <a:lnTo>
                  <a:pt x="822924" y="2204505"/>
                </a:lnTo>
                <a:lnTo>
                  <a:pt x="812571" y="2205945"/>
                </a:lnTo>
                <a:lnTo>
                  <a:pt x="812210" y="2206135"/>
                </a:lnTo>
                <a:lnTo>
                  <a:pt x="811891" y="2206045"/>
                </a:lnTo>
                <a:lnTo>
                  <a:pt x="811904" y="2206038"/>
                </a:lnTo>
                <a:close/>
                <a:moveTo>
                  <a:pt x="836744" y="2148828"/>
                </a:moveTo>
                <a:lnTo>
                  <a:pt x="839604" y="2153030"/>
                </a:lnTo>
                <a:lnTo>
                  <a:pt x="846912" y="2153481"/>
                </a:lnTo>
                <a:lnTo>
                  <a:pt x="837383" y="2148471"/>
                </a:lnTo>
                <a:close/>
                <a:moveTo>
                  <a:pt x="1496946" y="670138"/>
                </a:moveTo>
                <a:lnTo>
                  <a:pt x="1497038" y="671195"/>
                </a:lnTo>
                <a:lnTo>
                  <a:pt x="1497458" y="672007"/>
                </a:lnTo>
                <a:close/>
                <a:moveTo>
                  <a:pt x="801213" y="2227913"/>
                </a:moveTo>
                <a:lnTo>
                  <a:pt x="803160" y="2234009"/>
                </a:lnTo>
                <a:lnTo>
                  <a:pt x="810940" y="2232575"/>
                </a:lnTo>
                <a:lnTo>
                  <a:pt x="820783" y="2230618"/>
                </a:lnTo>
                <a:lnTo>
                  <a:pt x="817647" y="2226822"/>
                </a:lnTo>
                <a:lnTo>
                  <a:pt x="803239" y="2232833"/>
                </a:lnTo>
                <a:lnTo>
                  <a:pt x="802966" y="2232757"/>
                </a:lnTo>
                <a:lnTo>
                  <a:pt x="817531" y="2226680"/>
                </a:lnTo>
                <a:lnTo>
                  <a:pt x="813903" y="2222288"/>
                </a:lnTo>
                <a:close/>
                <a:moveTo>
                  <a:pt x="1493152" y="678114"/>
                </a:moveTo>
                <a:lnTo>
                  <a:pt x="1492917" y="684630"/>
                </a:lnTo>
                <a:lnTo>
                  <a:pt x="1492903" y="685799"/>
                </a:lnTo>
                <a:lnTo>
                  <a:pt x="1492766" y="688836"/>
                </a:lnTo>
                <a:lnTo>
                  <a:pt x="1492761" y="688969"/>
                </a:lnTo>
                <a:lnTo>
                  <a:pt x="1493365" y="691587"/>
                </a:lnTo>
                <a:lnTo>
                  <a:pt x="1493189" y="678187"/>
                </a:lnTo>
                <a:close/>
                <a:moveTo>
                  <a:pt x="1495231" y="673424"/>
                </a:moveTo>
                <a:lnTo>
                  <a:pt x="1495417" y="681849"/>
                </a:lnTo>
                <a:lnTo>
                  <a:pt x="1497323" y="685475"/>
                </a:lnTo>
                <a:lnTo>
                  <a:pt x="1496493" y="675876"/>
                </a:lnTo>
                <a:close/>
                <a:moveTo>
                  <a:pt x="1497251" y="668730"/>
                </a:moveTo>
                <a:lnTo>
                  <a:pt x="1497415" y="669327"/>
                </a:lnTo>
                <a:lnTo>
                  <a:pt x="1497369" y="668934"/>
                </a:lnTo>
                <a:close/>
                <a:moveTo>
                  <a:pt x="821864" y="2180754"/>
                </a:moveTo>
                <a:lnTo>
                  <a:pt x="822292" y="2181412"/>
                </a:lnTo>
                <a:lnTo>
                  <a:pt x="822762" y="2181397"/>
                </a:lnTo>
                <a:lnTo>
                  <a:pt x="832417" y="2180744"/>
                </a:lnTo>
                <a:lnTo>
                  <a:pt x="834283" y="2179817"/>
                </a:lnTo>
                <a:lnTo>
                  <a:pt x="826279" y="2180459"/>
                </a:lnTo>
                <a:close/>
                <a:moveTo>
                  <a:pt x="846382" y="2125809"/>
                </a:moveTo>
                <a:lnTo>
                  <a:pt x="846521" y="2126075"/>
                </a:lnTo>
                <a:lnTo>
                  <a:pt x="847268" y="2126117"/>
                </a:lnTo>
                <a:lnTo>
                  <a:pt x="847946" y="2125904"/>
                </a:lnTo>
                <a:lnTo>
                  <a:pt x="847686" y="2125521"/>
                </a:lnTo>
                <a:close/>
                <a:moveTo>
                  <a:pt x="1503673" y="653699"/>
                </a:moveTo>
                <a:lnTo>
                  <a:pt x="1503982" y="659044"/>
                </a:lnTo>
                <a:lnTo>
                  <a:pt x="1506292" y="664228"/>
                </a:lnTo>
                <a:lnTo>
                  <a:pt x="1506330" y="662916"/>
                </a:lnTo>
                <a:lnTo>
                  <a:pt x="1506405" y="658204"/>
                </a:lnTo>
                <a:lnTo>
                  <a:pt x="1504785" y="654724"/>
                </a:lnTo>
                <a:lnTo>
                  <a:pt x="1503976" y="653152"/>
                </a:lnTo>
                <a:close/>
                <a:moveTo>
                  <a:pt x="847004" y="2124067"/>
                </a:moveTo>
                <a:lnTo>
                  <a:pt x="847685" y="2125100"/>
                </a:lnTo>
                <a:lnTo>
                  <a:pt x="854717" y="2123543"/>
                </a:lnTo>
                <a:lnTo>
                  <a:pt x="853002" y="2121943"/>
                </a:lnTo>
                <a:close/>
                <a:moveTo>
                  <a:pt x="818206" y="2188549"/>
                </a:moveTo>
                <a:lnTo>
                  <a:pt x="818446" y="2189064"/>
                </a:lnTo>
                <a:lnTo>
                  <a:pt x="825110" y="2188493"/>
                </a:lnTo>
                <a:lnTo>
                  <a:pt x="823421" y="2185957"/>
                </a:lnTo>
                <a:close/>
                <a:moveTo>
                  <a:pt x="1531016" y="592414"/>
                </a:moveTo>
                <a:lnTo>
                  <a:pt x="1531624" y="611821"/>
                </a:lnTo>
                <a:lnTo>
                  <a:pt x="1532088" y="616029"/>
                </a:lnTo>
                <a:lnTo>
                  <a:pt x="1533536" y="619115"/>
                </a:lnTo>
                <a:lnTo>
                  <a:pt x="1533530" y="613114"/>
                </a:lnTo>
                <a:close/>
                <a:moveTo>
                  <a:pt x="1502525" y="655773"/>
                </a:moveTo>
                <a:lnTo>
                  <a:pt x="1502937" y="656697"/>
                </a:lnTo>
                <a:lnTo>
                  <a:pt x="1502850" y="655186"/>
                </a:lnTo>
                <a:close/>
                <a:moveTo>
                  <a:pt x="1541534" y="568233"/>
                </a:moveTo>
                <a:lnTo>
                  <a:pt x="1539002" y="597773"/>
                </a:lnTo>
                <a:lnTo>
                  <a:pt x="1549813" y="635207"/>
                </a:lnTo>
                <a:lnTo>
                  <a:pt x="1554384" y="653792"/>
                </a:lnTo>
                <a:lnTo>
                  <a:pt x="1554548" y="652448"/>
                </a:lnTo>
                <a:lnTo>
                  <a:pt x="1556229" y="637012"/>
                </a:lnTo>
                <a:lnTo>
                  <a:pt x="1556348" y="637204"/>
                </a:lnTo>
                <a:lnTo>
                  <a:pt x="1554493" y="654237"/>
                </a:lnTo>
                <a:lnTo>
                  <a:pt x="1555749" y="659342"/>
                </a:lnTo>
                <a:lnTo>
                  <a:pt x="1558240" y="644017"/>
                </a:lnTo>
                <a:lnTo>
                  <a:pt x="1554098" y="608640"/>
                </a:lnTo>
                <a:lnTo>
                  <a:pt x="1547024" y="578959"/>
                </a:lnTo>
                <a:close/>
                <a:moveTo>
                  <a:pt x="1501306" y="657972"/>
                </a:moveTo>
                <a:lnTo>
                  <a:pt x="1501483" y="658221"/>
                </a:lnTo>
                <a:lnTo>
                  <a:pt x="1501354" y="657887"/>
                </a:lnTo>
                <a:close/>
                <a:moveTo>
                  <a:pt x="1503599" y="652419"/>
                </a:moveTo>
                <a:lnTo>
                  <a:pt x="1503640" y="653130"/>
                </a:lnTo>
                <a:lnTo>
                  <a:pt x="1503809" y="652826"/>
                </a:lnTo>
                <a:close/>
                <a:moveTo>
                  <a:pt x="845454" y="2126015"/>
                </a:moveTo>
                <a:lnTo>
                  <a:pt x="845588" y="2126023"/>
                </a:lnTo>
                <a:lnTo>
                  <a:pt x="845569" y="2125990"/>
                </a:lnTo>
                <a:close/>
                <a:moveTo>
                  <a:pt x="831740" y="2156560"/>
                </a:moveTo>
                <a:lnTo>
                  <a:pt x="832914" y="2161931"/>
                </a:lnTo>
                <a:lnTo>
                  <a:pt x="842462" y="2159942"/>
                </a:lnTo>
                <a:lnTo>
                  <a:pt x="838776" y="2156994"/>
                </a:lnTo>
                <a:close/>
                <a:moveTo>
                  <a:pt x="1501200" y="657489"/>
                </a:moveTo>
                <a:lnTo>
                  <a:pt x="1501199" y="657536"/>
                </a:lnTo>
                <a:lnTo>
                  <a:pt x="1501210" y="657516"/>
                </a:lnTo>
                <a:close/>
                <a:moveTo>
                  <a:pt x="834584" y="2150038"/>
                </a:moveTo>
                <a:lnTo>
                  <a:pt x="836607" y="2151656"/>
                </a:lnTo>
                <a:lnTo>
                  <a:pt x="835139" y="2149726"/>
                </a:lnTo>
                <a:close/>
                <a:moveTo>
                  <a:pt x="816905" y="2189196"/>
                </a:moveTo>
                <a:lnTo>
                  <a:pt x="817875" y="2189112"/>
                </a:lnTo>
                <a:lnTo>
                  <a:pt x="817724" y="2188788"/>
                </a:lnTo>
                <a:close/>
                <a:moveTo>
                  <a:pt x="845710" y="2124525"/>
                </a:moveTo>
                <a:lnTo>
                  <a:pt x="846185" y="2125433"/>
                </a:lnTo>
                <a:lnTo>
                  <a:pt x="847438" y="2125155"/>
                </a:lnTo>
                <a:lnTo>
                  <a:pt x="846759" y="2124154"/>
                </a:lnTo>
                <a:close/>
                <a:moveTo>
                  <a:pt x="1494413" y="671837"/>
                </a:moveTo>
                <a:lnTo>
                  <a:pt x="1494827" y="676620"/>
                </a:lnTo>
                <a:lnTo>
                  <a:pt x="1494777" y="672544"/>
                </a:lnTo>
                <a:close/>
                <a:moveTo>
                  <a:pt x="1521500" y="611184"/>
                </a:moveTo>
                <a:lnTo>
                  <a:pt x="1522142" y="623422"/>
                </a:lnTo>
                <a:lnTo>
                  <a:pt x="1524163" y="617120"/>
                </a:lnTo>
                <a:close/>
                <a:moveTo>
                  <a:pt x="1543419" y="561867"/>
                </a:moveTo>
                <a:lnTo>
                  <a:pt x="1547317" y="577299"/>
                </a:lnTo>
                <a:lnTo>
                  <a:pt x="1547828" y="579443"/>
                </a:lnTo>
                <a:lnTo>
                  <a:pt x="1551397" y="586416"/>
                </a:lnTo>
                <a:lnTo>
                  <a:pt x="1550930" y="583283"/>
                </a:lnTo>
                <a:lnTo>
                  <a:pt x="1551437" y="586494"/>
                </a:lnTo>
                <a:lnTo>
                  <a:pt x="1558809" y="600898"/>
                </a:lnTo>
                <a:lnTo>
                  <a:pt x="1550112" y="577787"/>
                </a:lnTo>
                <a:lnTo>
                  <a:pt x="1550930" y="583283"/>
                </a:lnTo>
                <a:lnTo>
                  <a:pt x="1550029" y="577565"/>
                </a:lnTo>
                <a:lnTo>
                  <a:pt x="1547192" y="570027"/>
                </a:lnTo>
                <a:close/>
                <a:moveTo>
                  <a:pt x="817532" y="2187104"/>
                </a:moveTo>
                <a:lnTo>
                  <a:pt x="817926" y="2187947"/>
                </a:lnTo>
                <a:lnTo>
                  <a:pt x="822768" y="2185540"/>
                </a:lnTo>
                <a:close/>
                <a:moveTo>
                  <a:pt x="820929" y="2179317"/>
                </a:moveTo>
                <a:lnTo>
                  <a:pt x="821615" y="2180371"/>
                </a:lnTo>
                <a:lnTo>
                  <a:pt x="835393" y="2179265"/>
                </a:lnTo>
                <a:lnTo>
                  <a:pt x="837050" y="2178441"/>
                </a:lnTo>
                <a:lnTo>
                  <a:pt x="836506" y="2178387"/>
                </a:lnTo>
                <a:lnTo>
                  <a:pt x="822235" y="2178787"/>
                </a:lnTo>
                <a:close/>
                <a:moveTo>
                  <a:pt x="1495562" y="668343"/>
                </a:moveTo>
                <a:lnTo>
                  <a:pt x="1495898" y="668991"/>
                </a:lnTo>
                <a:lnTo>
                  <a:pt x="1495805" y="667907"/>
                </a:lnTo>
                <a:close/>
                <a:moveTo>
                  <a:pt x="1495136" y="669138"/>
                </a:moveTo>
                <a:lnTo>
                  <a:pt x="1495200" y="672016"/>
                </a:lnTo>
                <a:lnTo>
                  <a:pt x="1496353" y="674258"/>
                </a:lnTo>
                <a:lnTo>
                  <a:pt x="1496066" y="670938"/>
                </a:lnTo>
                <a:close/>
                <a:moveTo>
                  <a:pt x="810943" y="2201109"/>
                </a:moveTo>
                <a:lnTo>
                  <a:pt x="821322" y="2200592"/>
                </a:lnTo>
                <a:lnTo>
                  <a:pt x="820764" y="2199231"/>
                </a:lnTo>
                <a:lnTo>
                  <a:pt x="815169" y="2198166"/>
                </a:lnTo>
                <a:close/>
                <a:moveTo>
                  <a:pt x="1494394" y="670452"/>
                </a:moveTo>
                <a:lnTo>
                  <a:pt x="1494761" y="671163"/>
                </a:lnTo>
                <a:lnTo>
                  <a:pt x="1494744" y="669820"/>
                </a:lnTo>
                <a:close/>
                <a:moveTo>
                  <a:pt x="820614" y="2178831"/>
                </a:moveTo>
                <a:lnTo>
                  <a:pt x="820816" y="2179140"/>
                </a:lnTo>
                <a:lnTo>
                  <a:pt x="821649" y="2178803"/>
                </a:lnTo>
                <a:close/>
                <a:moveTo>
                  <a:pt x="1492244" y="674335"/>
                </a:moveTo>
                <a:lnTo>
                  <a:pt x="1492432" y="674900"/>
                </a:lnTo>
                <a:lnTo>
                  <a:pt x="1492466" y="673933"/>
                </a:lnTo>
                <a:close/>
                <a:moveTo>
                  <a:pt x="1491719" y="675394"/>
                </a:moveTo>
                <a:lnTo>
                  <a:pt x="1491673" y="680320"/>
                </a:lnTo>
                <a:lnTo>
                  <a:pt x="1492107" y="683931"/>
                </a:lnTo>
                <a:lnTo>
                  <a:pt x="1492370" y="676628"/>
                </a:lnTo>
                <a:close/>
                <a:moveTo>
                  <a:pt x="1491843" y="675058"/>
                </a:moveTo>
                <a:lnTo>
                  <a:pt x="1492389" y="676093"/>
                </a:lnTo>
                <a:lnTo>
                  <a:pt x="1492409" y="675527"/>
                </a:lnTo>
                <a:lnTo>
                  <a:pt x="1492099" y="674595"/>
                </a:lnTo>
                <a:close/>
                <a:moveTo>
                  <a:pt x="1491184" y="676249"/>
                </a:moveTo>
                <a:lnTo>
                  <a:pt x="1491339" y="677541"/>
                </a:lnTo>
                <a:lnTo>
                  <a:pt x="1491354" y="675940"/>
                </a:lnTo>
                <a:close/>
                <a:moveTo>
                  <a:pt x="816935" y="2185821"/>
                </a:moveTo>
                <a:lnTo>
                  <a:pt x="817437" y="2186899"/>
                </a:lnTo>
                <a:lnTo>
                  <a:pt x="822951" y="2185252"/>
                </a:lnTo>
                <a:lnTo>
                  <a:pt x="822944" y="2185240"/>
                </a:lnTo>
                <a:close/>
                <a:moveTo>
                  <a:pt x="816176" y="2187508"/>
                </a:moveTo>
                <a:lnTo>
                  <a:pt x="816427" y="2188147"/>
                </a:lnTo>
                <a:lnTo>
                  <a:pt x="816613" y="2188600"/>
                </a:lnTo>
                <a:lnTo>
                  <a:pt x="817444" y="2188187"/>
                </a:lnTo>
                <a:lnTo>
                  <a:pt x="817011" y="2187259"/>
                </a:lnTo>
                <a:close/>
                <a:moveTo>
                  <a:pt x="1490225" y="677980"/>
                </a:moveTo>
                <a:lnTo>
                  <a:pt x="1491290" y="682598"/>
                </a:lnTo>
                <a:lnTo>
                  <a:pt x="1491310" y="680517"/>
                </a:lnTo>
                <a:lnTo>
                  <a:pt x="1490866" y="676822"/>
                </a:lnTo>
                <a:close/>
                <a:moveTo>
                  <a:pt x="1488365" y="681336"/>
                </a:moveTo>
                <a:lnTo>
                  <a:pt x="1491054" y="691614"/>
                </a:lnTo>
                <a:lnTo>
                  <a:pt x="1491222" y="689823"/>
                </a:lnTo>
                <a:lnTo>
                  <a:pt x="1491283" y="683396"/>
                </a:lnTo>
                <a:lnTo>
                  <a:pt x="1490089" y="678224"/>
                </a:lnTo>
                <a:close/>
                <a:moveTo>
                  <a:pt x="815592" y="2187682"/>
                </a:moveTo>
                <a:lnTo>
                  <a:pt x="816391" y="2188710"/>
                </a:lnTo>
                <a:lnTo>
                  <a:pt x="816443" y="2188685"/>
                </a:lnTo>
                <a:lnTo>
                  <a:pt x="815985" y="2187566"/>
                </a:lnTo>
                <a:close/>
                <a:moveTo>
                  <a:pt x="1487953" y="682081"/>
                </a:moveTo>
                <a:lnTo>
                  <a:pt x="1490361" y="690162"/>
                </a:lnTo>
                <a:lnTo>
                  <a:pt x="1488581" y="682686"/>
                </a:lnTo>
                <a:lnTo>
                  <a:pt x="1488272" y="681505"/>
                </a:lnTo>
                <a:close/>
                <a:moveTo>
                  <a:pt x="1491737" y="673506"/>
                </a:moveTo>
                <a:lnTo>
                  <a:pt x="1491726" y="674639"/>
                </a:lnTo>
                <a:lnTo>
                  <a:pt x="1491969" y="674202"/>
                </a:lnTo>
                <a:close/>
                <a:moveTo>
                  <a:pt x="808791" y="2202609"/>
                </a:moveTo>
                <a:lnTo>
                  <a:pt x="810757" y="2205328"/>
                </a:lnTo>
                <a:lnTo>
                  <a:pt x="814170" y="2204846"/>
                </a:lnTo>
                <a:lnTo>
                  <a:pt x="821489" y="2200999"/>
                </a:lnTo>
                <a:lnTo>
                  <a:pt x="821460" y="2200928"/>
                </a:lnTo>
                <a:lnTo>
                  <a:pt x="810413" y="2201479"/>
                </a:lnTo>
                <a:close/>
                <a:moveTo>
                  <a:pt x="1487122" y="683582"/>
                </a:moveTo>
                <a:lnTo>
                  <a:pt x="1487807" y="690932"/>
                </a:lnTo>
                <a:lnTo>
                  <a:pt x="1488375" y="692572"/>
                </a:lnTo>
                <a:lnTo>
                  <a:pt x="1490394" y="698663"/>
                </a:lnTo>
                <a:lnTo>
                  <a:pt x="1490906" y="693194"/>
                </a:lnTo>
                <a:lnTo>
                  <a:pt x="1487720" y="682503"/>
                </a:lnTo>
                <a:close/>
                <a:moveTo>
                  <a:pt x="1542290" y="559424"/>
                </a:moveTo>
                <a:lnTo>
                  <a:pt x="1541614" y="567301"/>
                </a:lnTo>
                <a:lnTo>
                  <a:pt x="1546540" y="576924"/>
                </a:lnTo>
                <a:lnTo>
                  <a:pt x="1542455" y="559782"/>
                </a:lnTo>
                <a:close/>
                <a:moveTo>
                  <a:pt x="1495041" y="664875"/>
                </a:moveTo>
                <a:lnTo>
                  <a:pt x="1495098" y="667443"/>
                </a:lnTo>
                <a:lnTo>
                  <a:pt x="1495394" y="668017"/>
                </a:lnTo>
                <a:lnTo>
                  <a:pt x="1495757" y="667362"/>
                </a:lnTo>
                <a:lnTo>
                  <a:pt x="1495630" y="665904"/>
                </a:lnTo>
                <a:close/>
                <a:moveTo>
                  <a:pt x="1493989" y="666920"/>
                </a:moveTo>
                <a:lnTo>
                  <a:pt x="1494261" y="670064"/>
                </a:lnTo>
                <a:lnTo>
                  <a:pt x="1494736" y="669205"/>
                </a:lnTo>
                <a:lnTo>
                  <a:pt x="1494727" y="668346"/>
                </a:lnTo>
                <a:close/>
                <a:moveTo>
                  <a:pt x="1490892" y="673818"/>
                </a:moveTo>
                <a:lnTo>
                  <a:pt x="1491121" y="675731"/>
                </a:lnTo>
                <a:lnTo>
                  <a:pt x="1491360" y="675300"/>
                </a:lnTo>
                <a:lnTo>
                  <a:pt x="1491366" y="674720"/>
                </a:lnTo>
                <a:close/>
                <a:moveTo>
                  <a:pt x="815564" y="2185954"/>
                </a:moveTo>
                <a:lnTo>
                  <a:pt x="816093" y="2187300"/>
                </a:lnTo>
                <a:lnTo>
                  <a:pt x="816916" y="2187055"/>
                </a:lnTo>
                <a:lnTo>
                  <a:pt x="816366" y="2185876"/>
                </a:lnTo>
                <a:close/>
                <a:moveTo>
                  <a:pt x="830707" y="2151830"/>
                </a:moveTo>
                <a:lnTo>
                  <a:pt x="830851" y="2152490"/>
                </a:lnTo>
                <a:lnTo>
                  <a:pt x="833336" y="2152644"/>
                </a:lnTo>
                <a:lnTo>
                  <a:pt x="831745" y="2151371"/>
                </a:lnTo>
                <a:close/>
                <a:moveTo>
                  <a:pt x="800875" y="2218267"/>
                </a:moveTo>
                <a:lnTo>
                  <a:pt x="812596" y="2220705"/>
                </a:lnTo>
                <a:lnTo>
                  <a:pt x="809143" y="2216524"/>
                </a:lnTo>
                <a:close/>
                <a:moveTo>
                  <a:pt x="817523" y="2180700"/>
                </a:moveTo>
                <a:lnTo>
                  <a:pt x="819798" y="2180517"/>
                </a:lnTo>
                <a:lnTo>
                  <a:pt x="819409" y="2179934"/>
                </a:lnTo>
                <a:close/>
                <a:moveTo>
                  <a:pt x="1521174" y="604972"/>
                </a:moveTo>
                <a:lnTo>
                  <a:pt x="1521271" y="606830"/>
                </a:lnTo>
                <a:lnTo>
                  <a:pt x="1524941" y="614654"/>
                </a:lnTo>
                <a:lnTo>
                  <a:pt x="1525070" y="614235"/>
                </a:lnTo>
                <a:close/>
                <a:moveTo>
                  <a:pt x="814110" y="2188125"/>
                </a:moveTo>
                <a:lnTo>
                  <a:pt x="815277" y="2189265"/>
                </a:lnTo>
                <a:lnTo>
                  <a:pt x="815933" y="2188938"/>
                </a:lnTo>
                <a:lnTo>
                  <a:pt x="815078" y="2187836"/>
                </a:lnTo>
                <a:close/>
                <a:moveTo>
                  <a:pt x="844437" y="2120169"/>
                </a:moveTo>
                <a:lnTo>
                  <a:pt x="846261" y="2122939"/>
                </a:lnTo>
                <a:lnTo>
                  <a:pt x="851039" y="2121247"/>
                </a:lnTo>
                <a:lnTo>
                  <a:pt x="845890" y="2119699"/>
                </a:lnTo>
                <a:close/>
                <a:moveTo>
                  <a:pt x="830189" y="2152059"/>
                </a:moveTo>
                <a:lnTo>
                  <a:pt x="830216" y="2152450"/>
                </a:lnTo>
                <a:lnTo>
                  <a:pt x="830679" y="2152480"/>
                </a:lnTo>
                <a:lnTo>
                  <a:pt x="830553" y="2151899"/>
                </a:lnTo>
                <a:close/>
                <a:moveTo>
                  <a:pt x="808058" y="2201596"/>
                </a:moveTo>
                <a:lnTo>
                  <a:pt x="808424" y="2202102"/>
                </a:lnTo>
                <a:lnTo>
                  <a:pt x="809235" y="2201537"/>
                </a:lnTo>
                <a:close/>
                <a:moveTo>
                  <a:pt x="833474" y="2144024"/>
                </a:moveTo>
                <a:lnTo>
                  <a:pt x="834330" y="2145281"/>
                </a:lnTo>
                <a:lnTo>
                  <a:pt x="834643" y="2145446"/>
                </a:lnTo>
                <a:lnTo>
                  <a:pt x="838587" y="2145050"/>
                </a:lnTo>
                <a:lnTo>
                  <a:pt x="837110" y="2143593"/>
                </a:lnTo>
                <a:lnTo>
                  <a:pt x="834543" y="2143819"/>
                </a:lnTo>
                <a:close/>
                <a:moveTo>
                  <a:pt x="841612" y="2125800"/>
                </a:moveTo>
                <a:lnTo>
                  <a:pt x="843938" y="2125930"/>
                </a:lnTo>
                <a:lnTo>
                  <a:pt x="845354" y="2125616"/>
                </a:lnTo>
                <a:lnTo>
                  <a:pt x="844879" y="2124790"/>
                </a:lnTo>
                <a:close/>
                <a:moveTo>
                  <a:pt x="1501407" y="648161"/>
                </a:moveTo>
                <a:lnTo>
                  <a:pt x="1501300" y="653022"/>
                </a:lnTo>
                <a:lnTo>
                  <a:pt x="1502369" y="655424"/>
                </a:lnTo>
                <a:lnTo>
                  <a:pt x="1502816" y="654617"/>
                </a:lnTo>
                <a:lnTo>
                  <a:pt x="1502574" y="650428"/>
                </a:lnTo>
                <a:close/>
                <a:moveTo>
                  <a:pt x="830378" y="2150326"/>
                </a:moveTo>
                <a:lnTo>
                  <a:pt x="830478" y="2150784"/>
                </a:lnTo>
                <a:lnTo>
                  <a:pt x="830793" y="2150608"/>
                </a:lnTo>
                <a:lnTo>
                  <a:pt x="830421" y="2150312"/>
                </a:lnTo>
                <a:close/>
                <a:moveTo>
                  <a:pt x="829417" y="2152401"/>
                </a:moveTo>
                <a:lnTo>
                  <a:pt x="830059" y="2152441"/>
                </a:lnTo>
                <a:lnTo>
                  <a:pt x="830038" y="2152126"/>
                </a:lnTo>
                <a:close/>
                <a:moveTo>
                  <a:pt x="814342" y="2186072"/>
                </a:moveTo>
                <a:lnTo>
                  <a:pt x="815446" y="2187493"/>
                </a:lnTo>
                <a:lnTo>
                  <a:pt x="815899" y="2187358"/>
                </a:lnTo>
                <a:lnTo>
                  <a:pt x="815334" y="2185976"/>
                </a:lnTo>
                <a:close/>
                <a:moveTo>
                  <a:pt x="1532543" y="577806"/>
                </a:moveTo>
                <a:lnTo>
                  <a:pt x="1532413" y="578671"/>
                </a:lnTo>
                <a:lnTo>
                  <a:pt x="1533770" y="588497"/>
                </a:lnTo>
                <a:lnTo>
                  <a:pt x="1534225" y="592158"/>
                </a:lnTo>
                <a:lnTo>
                  <a:pt x="1537129" y="609078"/>
                </a:lnTo>
                <a:lnTo>
                  <a:pt x="1538165" y="597274"/>
                </a:lnTo>
                <a:close/>
                <a:moveTo>
                  <a:pt x="844018" y="2119533"/>
                </a:moveTo>
                <a:lnTo>
                  <a:pt x="844171" y="2119766"/>
                </a:lnTo>
                <a:lnTo>
                  <a:pt x="845058" y="2119480"/>
                </a:lnTo>
                <a:lnTo>
                  <a:pt x="844168" y="2119428"/>
                </a:lnTo>
                <a:close/>
                <a:moveTo>
                  <a:pt x="843579" y="2120447"/>
                </a:moveTo>
                <a:lnTo>
                  <a:pt x="845097" y="2123351"/>
                </a:lnTo>
                <a:lnTo>
                  <a:pt x="846002" y="2123030"/>
                </a:lnTo>
                <a:lnTo>
                  <a:pt x="844173" y="2120254"/>
                </a:lnTo>
                <a:close/>
                <a:moveTo>
                  <a:pt x="830079" y="2150431"/>
                </a:moveTo>
                <a:lnTo>
                  <a:pt x="830117" y="2150987"/>
                </a:lnTo>
                <a:lnTo>
                  <a:pt x="830327" y="2150869"/>
                </a:lnTo>
                <a:lnTo>
                  <a:pt x="830221" y="2150381"/>
                </a:lnTo>
                <a:close/>
                <a:moveTo>
                  <a:pt x="844667" y="2117690"/>
                </a:moveTo>
                <a:lnTo>
                  <a:pt x="844801" y="2117698"/>
                </a:lnTo>
                <a:lnTo>
                  <a:pt x="844691" y="2117655"/>
                </a:lnTo>
                <a:close/>
                <a:moveTo>
                  <a:pt x="1493738" y="664027"/>
                </a:moveTo>
                <a:lnTo>
                  <a:pt x="1493820" y="664971"/>
                </a:lnTo>
                <a:lnTo>
                  <a:pt x="1494564" y="666411"/>
                </a:lnTo>
                <a:close/>
                <a:moveTo>
                  <a:pt x="843346" y="2120002"/>
                </a:moveTo>
                <a:lnTo>
                  <a:pt x="843360" y="2120029"/>
                </a:lnTo>
                <a:lnTo>
                  <a:pt x="843908" y="2119852"/>
                </a:lnTo>
                <a:lnTo>
                  <a:pt x="843798" y="2119686"/>
                </a:lnTo>
                <a:close/>
                <a:moveTo>
                  <a:pt x="1486703" y="679090"/>
                </a:moveTo>
                <a:lnTo>
                  <a:pt x="1487054" y="682860"/>
                </a:lnTo>
                <a:lnTo>
                  <a:pt x="1487563" y="681976"/>
                </a:lnTo>
                <a:close/>
                <a:moveTo>
                  <a:pt x="1493711" y="662555"/>
                </a:moveTo>
                <a:lnTo>
                  <a:pt x="1493682" y="663378"/>
                </a:lnTo>
                <a:lnTo>
                  <a:pt x="1493688" y="663437"/>
                </a:lnTo>
                <a:lnTo>
                  <a:pt x="1494702" y="666367"/>
                </a:lnTo>
                <a:lnTo>
                  <a:pt x="1494676" y="664238"/>
                </a:lnTo>
                <a:close/>
                <a:moveTo>
                  <a:pt x="1491802" y="666763"/>
                </a:moveTo>
                <a:lnTo>
                  <a:pt x="1491744" y="672830"/>
                </a:lnTo>
                <a:lnTo>
                  <a:pt x="1492113" y="673941"/>
                </a:lnTo>
                <a:lnTo>
                  <a:pt x="1492490" y="673259"/>
                </a:lnTo>
                <a:lnTo>
                  <a:pt x="1492664" y="668439"/>
                </a:lnTo>
                <a:close/>
                <a:moveTo>
                  <a:pt x="830739" y="2146961"/>
                </a:moveTo>
                <a:lnTo>
                  <a:pt x="832065" y="2148022"/>
                </a:lnTo>
                <a:lnTo>
                  <a:pt x="833472" y="2147533"/>
                </a:lnTo>
                <a:lnTo>
                  <a:pt x="832996" y="2146908"/>
                </a:lnTo>
                <a:lnTo>
                  <a:pt x="832587" y="2146950"/>
                </a:lnTo>
                <a:close/>
                <a:moveTo>
                  <a:pt x="815162" y="2181658"/>
                </a:moveTo>
                <a:lnTo>
                  <a:pt x="820437" y="2181476"/>
                </a:lnTo>
                <a:lnTo>
                  <a:pt x="820037" y="2180876"/>
                </a:lnTo>
                <a:lnTo>
                  <a:pt x="816508" y="2181112"/>
                </a:lnTo>
                <a:close/>
                <a:moveTo>
                  <a:pt x="815034" y="2181743"/>
                </a:moveTo>
                <a:lnTo>
                  <a:pt x="816815" y="2185564"/>
                </a:lnTo>
                <a:lnTo>
                  <a:pt x="822724" y="2184911"/>
                </a:lnTo>
                <a:lnTo>
                  <a:pt x="820489" y="2181555"/>
                </a:lnTo>
                <a:close/>
                <a:moveTo>
                  <a:pt x="1532065" y="576153"/>
                </a:moveTo>
                <a:lnTo>
                  <a:pt x="1532278" y="577694"/>
                </a:lnTo>
                <a:lnTo>
                  <a:pt x="1532358" y="577164"/>
                </a:lnTo>
                <a:close/>
                <a:moveTo>
                  <a:pt x="1490353" y="669335"/>
                </a:moveTo>
                <a:lnTo>
                  <a:pt x="1490803" y="673078"/>
                </a:lnTo>
                <a:lnTo>
                  <a:pt x="1491371" y="674158"/>
                </a:lnTo>
                <a:lnTo>
                  <a:pt x="1491387" y="672450"/>
                </a:lnTo>
                <a:close/>
                <a:moveTo>
                  <a:pt x="798306" y="2218810"/>
                </a:moveTo>
                <a:lnTo>
                  <a:pt x="801162" y="2227754"/>
                </a:lnTo>
                <a:lnTo>
                  <a:pt x="809037" y="2224264"/>
                </a:lnTo>
                <a:lnTo>
                  <a:pt x="813746" y="2222098"/>
                </a:lnTo>
                <a:lnTo>
                  <a:pt x="812998" y="2221191"/>
                </a:lnTo>
                <a:lnTo>
                  <a:pt x="799913" y="2218471"/>
                </a:lnTo>
                <a:close/>
                <a:moveTo>
                  <a:pt x="1518756" y="605066"/>
                </a:moveTo>
                <a:lnTo>
                  <a:pt x="1518129" y="635938"/>
                </a:lnTo>
                <a:lnTo>
                  <a:pt x="1521947" y="624030"/>
                </a:lnTo>
                <a:lnTo>
                  <a:pt x="1521938" y="623781"/>
                </a:lnTo>
                <a:lnTo>
                  <a:pt x="1521247" y="610618"/>
                </a:lnTo>
                <a:close/>
                <a:moveTo>
                  <a:pt x="814793" y="2181226"/>
                </a:moveTo>
                <a:lnTo>
                  <a:pt x="814934" y="2181529"/>
                </a:lnTo>
                <a:lnTo>
                  <a:pt x="815853" y="2181155"/>
                </a:lnTo>
                <a:close/>
                <a:moveTo>
                  <a:pt x="818499" y="2172661"/>
                </a:moveTo>
                <a:lnTo>
                  <a:pt x="818655" y="2173368"/>
                </a:lnTo>
                <a:lnTo>
                  <a:pt x="831186" y="2173016"/>
                </a:lnTo>
                <a:lnTo>
                  <a:pt x="832914" y="2172730"/>
                </a:lnTo>
                <a:lnTo>
                  <a:pt x="839325" y="2171501"/>
                </a:lnTo>
                <a:lnTo>
                  <a:pt x="848698" y="2167548"/>
                </a:lnTo>
                <a:lnTo>
                  <a:pt x="848507" y="2167297"/>
                </a:lnTo>
                <a:lnTo>
                  <a:pt x="824255" y="2170309"/>
                </a:lnTo>
                <a:lnTo>
                  <a:pt x="823970" y="2170137"/>
                </a:lnTo>
                <a:lnTo>
                  <a:pt x="846655" y="2167320"/>
                </a:lnTo>
                <a:lnTo>
                  <a:pt x="848348" y="2167087"/>
                </a:lnTo>
                <a:lnTo>
                  <a:pt x="844892" y="2162546"/>
                </a:lnTo>
                <a:lnTo>
                  <a:pt x="834617" y="2164687"/>
                </a:lnTo>
                <a:lnTo>
                  <a:pt x="833624" y="2165178"/>
                </a:lnTo>
                <a:lnTo>
                  <a:pt x="833775" y="2165870"/>
                </a:lnTo>
                <a:lnTo>
                  <a:pt x="833576" y="2165736"/>
                </a:lnTo>
                <a:lnTo>
                  <a:pt x="833471" y="2165254"/>
                </a:lnTo>
                <a:close/>
                <a:moveTo>
                  <a:pt x="803396" y="2206367"/>
                </a:moveTo>
                <a:lnTo>
                  <a:pt x="810321" y="2205389"/>
                </a:lnTo>
                <a:lnTo>
                  <a:pt x="808430" y="2202860"/>
                </a:lnTo>
                <a:close/>
                <a:moveTo>
                  <a:pt x="798076" y="2218088"/>
                </a:moveTo>
                <a:lnTo>
                  <a:pt x="798237" y="2218594"/>
                </a:lnTo>
                <a:lnTo>
                  <a:pt x="799363" y="2218356"/>
                </a:lnTo>
                <a:close/>
                <a:moveTo>
                  <a:pt x="839498" y="2125333"/>
                </a:moveTo>
                <a:lnTo>
                  <a:pt x="844228" y="2123658"/>
                </a:lnTo>
                <a:lnTo>
                  <a:pt x="842575" y="2120784"/>
                </a:lnTo>
                <a:close/>
                <a:moveTo>
                  <a:pt x="812218" y="2186277"/>
                </a:moveTo>
                <a:lnTo>
                  <a:pt x="813927" y="2187946"/>
                </a:lnTo>
                <a:lnTo>
                  <a:pt x="814931" y="2187647"/>
                </a:lnTo>
                <a:lnTo>
                  <a:pt x="813753" y="2186129"/>
                </a:lnTo>
                <a:close/>
                <a:moveTo>
                  <a:pt x="814050" y="2182109"/>
                </a:moveTo>
                <a:lnTo>
                  <a:pt x="815469" y="2185713"/>
                </a:lnTo>
                <a:lnTo>
                  <a:pt x="816250" y="2185627"/>
                </a:lnTo>
                <a:lnTo>
                  <a:pt x="814522" y="2181918"/>
                </a:lnTo>
                <a:close/>
                <a:moveTo>
                  <a:pt x="813921" y="2181782"/>
                </a:moveTo>
                <a:lnTo>
                  <a:pt x="813975" y="2181917"/>
                </a:lnTo>
                <a:lnTo>
                  <a:pt x="814346" y="2181767"/>
                </a:lnTo>
                <a:close/>
                <a:moveTo>
                  <a:pt x="802329" y="2207369"/>
                </a:moveTo>
                <a:lnTo>
                  <a:pt x="805406" y="2211414"/>
                </a:lnTo>
                <a:lnTo>
                  <a:pt x="809301" y="2216130"/>
                </a:lnTo>
                <a:lnTo>
                  <a:pt x="817046" y="2214388"/>
                </a:lnTo>
                <a:lnTo>
                  <a:pt x="810909" y="2206176"/>
                </a:lnTo>
                <a:close/>
                <a:moveTo>
                  <a:pt x="813731" y="2181297"/>
                </a:moveTo>
                <a:lnTo>
                  <a:pt x="813890" y="2181702"/>
                </a:lnTo>
                <a:lnTo>
                  <a:pt x="814413" y="2181684"/>
                </a:lnTo>
                <a:lnTo>
                  <a:pt x="814217" y="2181264"/>
                </a:lnTo>
                <a:close/>
                <a:moveTo>
                  <a:pt x="1491840" y="662765"/>
                </a:moveTo>
                <a:lnTo>
                  <a:pt x="1491815" y="665440"/>
                </a:lnTo>
                <a:lnTo>
                  <a:pt x="1492709" y="667179"/>
                </a:lnTo>
                <a:lnTo>
                  <a:pt x="1492718" y="666946"/>
                </a:lnTo>
                <a:lnTo>
                  <a:pt x="1492460" y="663964"/>
                </a:lnTo>
                <a:close/>
                <a:moveTo>
                  <a:pt x="817065" y="2173370"/>
                </a:moveTo>
                <a:lnTo>
                  <a:pt x="817092" y="2173411"/>
                </a:lnTo>
                <a:lnTo>
                  <a:pt x="818503" y="2173372"/>
                </a:lnTo>
                <a:lnTo>
                  <a:pt x="818361" y="2172729"/>
                </a:lnTo>
                <a:close/>
                <a:moveTo>
                  <a:pt x="829692" y="2144750"/>
                </a:moveTo>
                <a:lnTo>
                  <a:pt x="829772" y="2145934"/>
                </a:lnTo>
                <a:lnTo>
                  <a:pt x="832079" y="2145702"/>
                </a:lnTo>
                <a:lnTo>
                  <a:pt x="832051" y="2145667"/>
                </a:lnTo>
                <a:lnTo>
                  <a:pt x="830143" y="2144664"/>
                </a:lnTo>
                <a:close/>
                <a:moveTo>
                  <a:pt x="829231" y="2144838"/>
                </a:moveTo>
                <a:lnTo>
                  <a:pt x="829454" y="2145934"/>
                </a:lnTo>
                <a:lnTo>
                  <a:pt x="829490" y="2145962"/>
                </a:lnTo>
                <a:lnTo>
                  <a:pt x="829618" y="2145950"/>
                </a:lnTo>
                <a:lnTo>
                  <a:pt x="829538" y="2144780"/>
                </a:lnTo>
                <a:close/>
                <a:moveTo>
                  <a:pt x="1486184" y="673527"/>
                </a:moveTo>
                <a:lnTo>
                  <a:pt x="1486563" y="677582"/>
                </a:lnTo>
                <a:lnTo>
                  <a:pt x="1487022" y="678958"/>
                </a:lnTo>
                <a:lnTo>
                  <a:pt x="1487799" y="681564"/>
                </a:lnTo>
                <a:lnTo>
                  <a:pt x="1488135" y="680980"/>
                </a:lnTo>
                <a:close/>
                <a:moveTo>
                  <a:pt x="813767" y="2179023"/>
                </a:moveTo>
                <a:lnTo>
                  <a:pt x="814655" y="2180930"/>
                </a:lnTo>
                <a:lnTo>
                  <a:pt x="816842" y="2180754"/>
                </a:lnTo>
                <a:lnTo>
                  <a:pt x="819293" y="2179759"/>
                </a:lnTo>
                <a:lnTo>
                  <a:pt x="818711" y="2178885"/>
                </a:lnTo>
                <a:close/>
                <a:moveTo>
                  <a:pt x="811934" y="2182969"/>
                </a:moveTo>
                <a:lnTo>
                  <a:pt x="814175" y="2185856"/>
                </a:lnTo>
                <a:lnTo>
                  <a:pt x="815236" y="2185739"/>
                </a:lnTo>
                <a:lnTo>
                  <a:pt x="813792" y="2182214"/>
                </a:lnTo>
                <a:close/>
                <a:moveTo>
                  <a:pt x="1518870" y="599496"/>
                </a:moveTo>
                <a:lnTo>
                  <a:pt x="1518827" y="601619"/>
                </a:lnTo>
                <a:lnTo>
                  <a:pt x="1521019" y="606293"/>
                </a:lnTo>
                <a:lnTo>
                  <a:pt x="1520918" y="604365"/>
                </a:lnTo>
                <a:close/>
                <a:moveTo>
                  <a:pt x="1491873" y="659345"/>
                </a:moveTo>
                <a:lnTo>
                  <a:pt x="1491855" y="661173"/>
                </a:lnTo>
                <a:lnTo>
                  <a:pt x="1492292" y="662016"/>
                </a:lnTo>
                <a:lnTo>
                  <a:pt x="1492094" y="659732"/>
                </a:lnTo>
                <a:close/>
                <a:moveTo>
                  <a:pt x="825160" y="2152139"/>
                </a:moveTo>
                <a:lnTo>
                  <a:pt x="827771" y="2152299"/>
                </a:lnTo>
                <a:lnTo>
                  <a:pt x="829966" y="2151071"/>
                </a:lnTo>
                <a:lnTo>
                  <a:pt x="829926" y="2150484"/>
                </a:lnTo>
                <a:close/>
                <a:moveTo>
                  <a:pt x="828220" y="2144947"/>
                </a:moveTo>
                <a:lnTo>
                  <a:pt x="829206" y="2145735"/>
                </a:lnTo>
                <a:lnTo>
                  <a:pt x="829019" y="2144879"/>
                </a:lnTo>
                <a:lnTo>
                  <a:pt x="828742" y="2144932"/>
                </a:lnTo>
                <a:close/>
                <a:moveTo>
                  <a:pt x="830546" y="2139724"/>
                </a:moveTo>
                <a:lnTo>
                  <a:pt x="831125" y="2140574"/>
                </a:lnTo>
                <a:lnTo>
                  <a:pt x="832373" y="2140334"/>
                </a:lnTo>
                <a:close/>
                <a:moveTo>
                  <a:pt x="812846" y="2179049"/>
                </a:moveTo>
                <a:lnTo>
                  <a:pt x="813619" y="2181013"/>
                </a:lnTo>
                <a:lnTo>
                  <a:pt x="814083" y="2180976"/>
                </a:lnTo>
                <a:lnTo>
                  <a:pt x="813180" y="2179040"/>
                </a:lnTo>
                <a:close/>
                <a:moveTo>
                  <a:pt x="807961" y="2189961"/>
                </a:moveTo>
                <a:lnTo>
                  <a:pt x="814121" y="2189434"/>
                </a:lnTo>
                <a:lnTo>
                  <a:pt x="813027" y="2188448"/>
                </a:lnTo>
                <a:close/>
                <a:moveTo>
                  <a:pt x="830615" y="2138468"/>
                </a:moveTo>
                <a:lnTo>
                  <a:pt x="832371" y="2138916"/>
                </a:lnTo>
                <a:lnTo>
                  <a:pt x="832075" y="2138622"/>
                </a:lnTo>
                <a:lnTo>
                  <a:pt x="830723" y="2138307"/>
                </a:lnTo>
                <a:close/>
                <a:moveTo>
                  <a:pt x="1489506" y="662305"/>
                </a:moveTo>
                <a:lnTo>
                  <a:pt x="1489519" y="662401"/>
                </a:lnTo>
                <a:lnTo>
                  <a:pt x="1490242" y="668417"/>
                </a:lnTo>
                <a:lnTo>
                  <a:pt x="1490289" y="668446"/>
                </a:lnTo>
                <a:lnTo>
                  <a:pt x="1491394" y="671774"/>
                </a:lnTo>
                <a:lnTo>
                  <a:pt x="1491448" y="666076"/>
                </a:lnTo>
                <a:close/>
                <a:moveTo>
                  <a:pt x="1557536" y="509585"/>
                </a:moveTo>
                <a:lnTo>
                  <a:pt x="1557868" y="512259"/>
                </a:lnTo>
                <a:cubicBezTo>
                  <a:pt x="1560217" y="533839"/>
                  <a:pt x="1562090" y="555003"/>
                  <a:pt x="1563182" y="575489"/>
                </a:cubicBezTo>
                <a:lnTo>
                  <a:pt x="1563473" y="602681"/>
                </a:lnTo>
                <a:lnTo>
                  <a:pt x="1564438" y="605245"/>
                </a:lnTo>
                <a:lnTo>
                  <a:pt x="1566020" y="594586"/>
                </a:lnTo>
                <a:lnTo>
                  <a:pt x="1566639" y="589249"/>
                </a:lnTo>
                <a:lnTo>
                  <a:pt x="1562846" y="536540"/>
                </a:lnTo>
                <a:lnTo>
                  <a:pt x="1560348" y="507440"/>
                </a:lnTo>
                <a:close/>
                <a:moveTo>
                  <a:pt x="817267" y="2167068"/>
                </a:moveTo>
                <a:lnTo>
                  <a:pt x="818367" y="2172058"/>
                </a:lnTo>
                <a:lnTo>
                  <a:pt x="832282" y="2165174"/>
                </a:lnTo>
                <a:lnTo>
                  <a:pt x="825874" y="2166509"/>
                </a:lnTo>
                <a:close/>
                <a:moveTo>
                  <a:pt x="810790" y="2181494"/>
                </a:moveTo>
                <a:lnTo>
                  <a:pt x="811803" y="2182799"/>
                </a:lnTo>
                <a:lnTo>
                  <a:pt x="813714" y="2182023"/>
                </a:lnTo>
                <a:lnTo>
                  <a:pt x="813424" y="2181318"/>
                </a:lnTo>
                <a:close/>
                <a:moveTo>
                  <a:pt x="1544006" y="539394"/>
                </a:moveTo>
                <a:lnTo>
                  <a:pt x="1542591" y="555900"/>
                </a:lnTo>
                <a:lnTo>
                  <a:pt x="1548692" y="569094"/>
                </a:lnTo>
                <a:close/>
                <a:moveTo>
                  <a:pt x="804046" y="2196047"/>
                </a:moveTo>
                <a:lnTo>
                  <a:pt x="807819" y="2201265"/>
                </a:lnTo>
                <a:lnTo>
                  <a:pt x="809765" y="2201168"/>
                </a:lnTo>
                <a:lnTo>
                  <a:pt x="814310" y="2198002"/>
                </a:lnTo>
                <a:close/>
                <a:moveTo>
                  <a:pt x="803802" y="2195708"/>
                </a:moveTo>
                <a:lnTo>
                  <a:pt x="803842" y="2195765"/>
                </a:lnTo>
                <a:lnTo>
                  <a:pt x="813260" y="2197559"/>
                </a:lnTo>
                <a:lnTo>
                  <a:pt x="814606" y="2197796"/>
                </a:lnTo>
                <a:lnTo>
                  <a:pt x="818939" y="2194778"/>
                </a:lnTo>
                <a:lnTo>
                  <a:pt x="818294" y="2193205"/>
                </a:lnTo>
                <a:lnTo>
                  <a:pt x="807872" y="2193685"/>
                </a:lnTo>
                <a:close/>
                <a:moveTo>
                  <a:pt x="1535697" y="556827"/>
                </a:moveTo>
                <a:lnTo>
                  <a:pt x="1532780" y="576228"/>
                </a:lnTo>
                <a:lnTo>
                  <a:pt x="1538326" y="595431"/>
                </a:lnTo>
                <a:lnTo>
                  <a:pt x="1540833" y="566860"/>
                </a:lnTo>
                <a:close/>
                <a:moveTo>
                  <a:pt x="1495871" y="645143"/>
                </a:moveTo>
                <a:lnTo>
                  <a:pt x="1496914" y="651704"/>
                </a:lnTo>
                <a:lnTo>
                  <a:pt x="1500921" y="657422"/>
                </a:lnTo>
                <a:lnTo>
                  <a:pt x="1500936" y="656800"/>
                </a:lnTo>
                <a:lnTo>
                  <a:pt x="1500127" y="654697"/>
                </a:lnTo>
                <a:close/>
                <a:moveTo>
                  <a:pt x="795946" y="2211421"/>
                </a:moveTo>
                <a:lnTo>
                  <a:pt x="797938" y="2217657"/>
                </a:lnTo>
                <a:lnTo>
                  <a:pt x="800318" y="2218152"/>
                </a:lnTo>
                <a:lnTo>
                  <a:pt x="808894" y="2216222"/>
                </a:lnTo>
                <a:lnTo>
                  <a:pt x="801710" y="2207523"/>
                </a:lnTo>
                <a:close/>
                <a:moveTo>
                  <a:pt x="824541" y="2146459"/>
                </a:moveTo>
                <a:lnTo>
                  <a:pt x="825486" y="2146364"/>
                </a:lnTo>
                <a:lnTo>
                  <a:pt x="824989" y="2145967"/>
                </a:lnTo>
                <a:close/>
                <a:moveTo>
                  <a:pt x="1494614" y="645560"/>
                </a:moveTo>
                <a:lnTo>
                  <a:pt x="1494680" y="648513"/>
                </a:lnTo>
                <a:lnTo>
                  <a:pt x="1495020" y="648997"/>
                </a:lnTo>
                <a:close/>
                <a:moveTo>
                  <a:pt x="1485906" y="664338"/>
                </a:moveTo>
                <a:lnTo>
                  <a:pt x="1485905" y="664433"/>
                </a:lnTo>
                <a:lnTo>
                  <a:pt x="1485798" y="669379"/>
                </a:lnTo>
                <a:lnTo>
                  <a:pt x="1486109" y="672711"/>
                </a:lnTo>
                <a:lnTo>
                  <a:pt x="1488229" y="680816"/>
                </a:lnTo>
                <a:lnTo>
                  <a:pt x="1489983" y="677764"/>
                </a:lnTo>
                <a:lnTo>
                  <a:pt x="1488677" y="672103"/>
                </a:lnTo>
                <a:lnTo>
                  <a:pt x="1488912" y="672292"/>
                </a:lnTo>
                <a:lnTo>
                  <a:pt x="1490120" y="677526"/>
                </a:lnTo>
                <a:lnTo>
                  <a:pt x="1490323" y="677173"/>
                </a:lnTo>
                <a:lnTo>
                  <a:pt x="1490804" y="676303"/>
                </a:lnTo>
                <a:lnTo>
                  <a:pt x="1490391" y="672867"/>
                </a:lnTo>
                <a:close/>
                <a:moveTo>
                  <a:pt x="1494306" y="645256"/>
                </a:moveTo>
                <a:lnTo>
                  <a:pt x="1494260" y="647306"/>
                </a:lnTo>
                <a:lnTo>
                  <a:pt x="1494241" y="647857"/>
                </a:lnTo>
                <a:lnTo>
                  <a:pt x="1494246" y="647894"/>
                </a:lnTo>
                <a:lnTo>
                  <a:pt x="1494368" y="648068"/>
                </a:lnTo>
                <a:close/>
                <a:moveTo>
                  <a:pt x="1519074" y="589476"/>
                </a:moveTo>
                <a:lnTo>
                  <a:pt x="1518887" y="598706"/>
                </a:lnTo>
                <a:lnTo>
                  <a:pt x="1520869" y="603419"/>
                </a:lnTo>
                <a:lnTo>
                  <a:pt x="1520635" y="598969"/>
                </a:lnTo>
                <a:lnTo>
                  <a:pt x="1520873" y="599242"/>
                </a:lnTo>
                <a:lnTo>
                  <a:pt x="1521124" y="604027"/>
                </a:lnTo>
                <a:lnTo>
                  <a:pt x="1525216" y="613756"/>
                </a:lnTo>
                <a:lnTo>
                  <a:pt x="1527352" y="606778"/>
                </a:lnTo>
                <a:close/>
                <a:moveTo>
                  <a:pt x="802517" y="2193932"/>
                </a:moveTo>
                <a:lnTo>
                  <a:pt x="803408" y="2195165"/>
                </a:lnTo>
                <a:lnTo>
                  <a:pt x="806231" y="2193761"/>
                </a:lnTo>
                <a:close/>
                <a:moveTo>
                  <a:pt x="808977" y="2179158"/>
                </a:moveTo>
                <a:lnTo>
                  <a:pt x="810604" y="2181255"/>
                </a:lnTo>
                <a:lnTo>
                  <a:pt x="813310" y="2181038"/>
                </a:lnTo>
                <a:lnTo>
                  <a:pt x="812499" y="2179059"/>
                </a:lnTo>
                <a:close/>
                <a:moveTo>
                  <a:pt x="1488775" y="656838"/>
                </a:moveTo>
                <a:lnTo>
                  <a:pt x="1489263" y="660484"/>
                </a:lnTo>
                <a:lnTo>
                  <a:pt x="1491460" y="664754"/>
                </a:lnTo>
                <a:lnTo>
                  <a:pt x="1491486" y="662081"/>
                </a:lnTo>
                <a:close/>
                <a:moveTo>
                  <a:pt x="802298" y="2193630"/>
                </a:moveTo>
                <a:lnTo>
                  <a:pt x="802306" y="2193640"/>
                </a:lnTo>
                <a:lnTo>
                  <a:pt x="802620" y="2193626"/>
                </a:lnTo>
                <a:close/>
                <a:moveTo>
                  <a:pt x="807539" y="2181710"/>
                </a:moveTo>
                <a:lnTo>
                  <a:pt x="812029" y="2186093"/>
                </a:lnTo>
                <a:lnTo>
                  <a:pt x="813591" y="2185920"/>
                </a:lnTo>
                <a:lnTo>
                  <a:pt x="811452" y="2183164"/>
                </a:lnTo>
                <a:lnTo>
                  <a:pt x="810344" y="2183614"/>
                </a:lnTo>
                <a:lnTo>
                  <a:pt x="810025" y="2183521"/>
                </a:lnTo>
                <a:lnTo>
                  <a:pt x="811321" y="2182996"/>
                </a:lnTo>
                <a:lnTo>
                  <a:pt x="810187" y="2181534"/>
                </a:lnTo>
                <a:close/>
                <a:moveTo>
                  <a:pt x="821945" y="2149316"/>
                </a:moveTo>
                <a:lnTo>
                  <a:pt x="828532" y="2148800"/>
                </a:lnTo>
                <a:lnTo>
                  <a:pt x="826268" y="2146989"/>
                </a:lnTo>
                <a:lnTo>
                  <a:pt x="824047" y="2147004"/>
                </a:lnTo>
                <a:close/>
                <a:moveTo>
                  <a:pt x="798302" y="2202077"/>
                </a:moveTo>
                <a:lnTo>
                  <a:pt x="801743" y="2206600"/>
                </a:lnTo>
                <a:lnTo>
                  <a:pt x="802023" y="2206560"/>
                </a:lnTo>
                <a:lnTo>
                  <a:pt x="808056" y="2202359"/>
                </a:lnTo>
                <a:lnTo>
                  <a:pt x="807506" y="2201623"/>
                </a:lnTo>
                <a:lnTo>
                  <a:pt x="798725" y="2202062"/>
                </a:lnTo>
                <a:close/>
                <a:moveTo>
                  <a:pt x="1462566" y="713892"/>
                </a:moveTo>
                <a:lnTo>
                  <a:pt x="1462438" y="714298"/>
                </a:lnTo>
                <a:lnTo>
                  <a:pt x="1462736" y="714581"/>
                </a:lnTo>
                <a:lnTo>
                  <a:pt x="1462662" y="714033"/>
                </a:lnTo>
                <a:close/>
                <a:moveTo>
                  <a:pt x="794979" y="2208391"/>
                </a:moveTo>
                <a:lnTo>
                  <a:pt x="795782" y="2210906"/>
                </a:lnTo>
                <a:lnTo>
                  <a:pt x="800495" y="2207624"/>
                </a:lnTo>
                <a:close/>
                <a:moveTo>
                  <a:pt x="813143" y="2167336"/>
                </a:moveTo>
                <a:lnTo>
                  <a:pt x="816736" y="2172864"/>
                </a:lnTo>
                <a:lnTo>
                  <a:pt x="818228" y="2172126"/>
                </a:lnTo>
                <a:lnTo>
                  <a:pt x="817115" y="2167078"/>
                </a:lnTo>
                <a:close/>
                <a:moveTo>
                  <a:pt x="819688" y="2151800"/>
                </a:moveTo>
                <a:lnTo>
                  <a:pt x="820955" y="2151878"/>
                </a:lnTo>
                <a:lnTo>
                  <a:pt x="828922" y="2149113"/>
                </a:lnTo>
                <a:lnTo>
                  <a:pt x="828808" y="2149021"/>
                </a:lnTo>
                <a:lnTo>
                  <a:pt x="821707" y="2149579"/>
                </a:lnTo>
                <a:close/>
                <a:moveTo>
                  <a:pt x="1461905" y="712911"/>
                </a:moveTo>
                <a:lnTo>
                  <a:pt x="1462053" y="713933"/>
                </a:lnTo>
                <a:lnTo>
                  <a:pt x="1462212" y="714084"/>
                </a:lnTo>
                <a:lnTo>
                  <a:pt x="1462367" y="713596"/>
                </a:lnTo>
                <a:close/>
                <a:moveTo>
                  <a:pt x="1545128" y="526315"/>
                </a:moveTo>
                <a:lnTo>
                  <a:pt x="1544113" y="538150"/>
                </a:lnTo>
                <a:lnTo>
                  <a:pt x="1544836" y="542364"/>
                </a:lnTo>
                <a:lnTo>
                  <a:pt x="1548877" y="569493"/>
                </a:lnTo>
                <a:lnTo>
                  <a:pt x="1558441" y="590177"/>
                </a:lnTo>
                <a:lnTo>
                  <a:pt x="1558215" y="585561"/>
                </a:lnTo>
                <a:lnTo>
                  <a:pt x="1558414" y="585790"/>
                </a:lnTo>
                <a:lnTo>
                  <a:pt x="1558650" y="590630"/>
                </a:lnTo>
                <a:lnTo>
                  <a:pt x="1560199" y="593983"/>
                </a:lnTo>
                <a:lnTo>
                  <a:pt x="1560489" y="594754"/>
                </a:lnTo>
                <a:lnTo>
                  <a:pt x="1556027" y="572043"/>
                </a:lnTo>
                <a:close/>
                <a:moveTo>
                  <a:pt x="1488269" y="653058"/>
                </a:moveTo>
                <a:lnTo>
                  <a:pt x="1488481" y="654650"/>
                </a:lnTo>
                <a:lnTo>
                  <a:pt x="1491501" y="660488"/>
                </a:lnTo>
                <a:lnTo>
                  <a:pt x="1491518" y="658727"/>
                </a:lnTo>
                <a:close/>
                <a:moveTo>
                  <a:pt x="815406" y="2158603"/>
                </a:moveTo>
                <a:lnTo>
                  <a:pt x="815488" y="2159000"/>
                </a:lnTo>
                <a:lnTo>
                  <a:pt x="816870" y="2165272"/>
                </a:lnTo>
                <a:lnTo>
                  <a:pt x="832752" y="2161964"/>
                </a:lnTo>
                <a:lnTo>
                  <a:pt x="831568" y="2156549"/>
                </a:lnTo>
                <a:lnTo>
                  <a:pt x="821457" y="2155925"/>
                </a:lnTo>
                <a:close/>
                <a:moveTo>
                  <a:pt x="1468203" y="696116"/>
                </a:moveTo>
                <a:lnTo>
                  <a:pt x="1467978" y="696824"/>
                </a:lnTo>
                <a:lnTo>
                  <a:pt x="1468098" y="697144"/>
                </a:lnTo>
                <a:lnTo>
                  <a:pt x="1468210" y="696150"/>
                </a:lnTo>
                <a:close/>
                <a:moveTo>
                  <a:pt x="789362" y="2215873"/>
                </a:moveTo>
                <a:lnTo>
                  <a:pt x="797489" y="2217563"/>
                </a:lnTo>
                <a:lnTo>
                  <a:pt x="795601" y="2211654"/>
                </a:lnTo>
                <a:close/>
                <a:moveTo>
                  <a:pt x="1485978" y="655452"/>
                </a:moveTo>
                <a:lnTo>
                  <a:pt x="1485910" y="663777"/>
                </a:lnTo>
                <a:lnTo>
                  <a:pt x="1490302" y="672127"/>
                </a:lnTo>
                <a:lnTo>
                  <a:pt x="1489005" y="661332"/>
                </a:lnTo>
                <a:close/>
                <a:moveTo>
                  <a:pt x="834259" y="2114737"/>
                </a:moveTo>
                <a:lnTo>
                  <a:pt x="835877" y="2115223"/>
                </a:lnTo>
                <a:lnTo>
                  <a:pt x="836698" y="2114671"/>
                </a:lnTo>
                <a:lnTo>
                  <a:pt x="836737" y="2114587"/>
                </a:lnTo>
                <a:lnTo>
                  <a:pt x="835351" y="2114053"/>
                </a:lnTo>
                <a:close/>
                <a:moveTo>
                  <a:pt x="796296" y="2199439"/>
                </a:moveTo>
                <a:lnTo>
                  <a:pt x="798055" y="2201751"/>
                </a:lnTo>
                <a:lnTo>
                  <a:pt x="807259" y="2201293"/>
                </a:lnTo>
                <a:lnTo>
                  <a:pt x="803279" y="2195968"/>
                </a:lnTo>
                <a:close/>
                <a:moveTo>
                  <a:pt x="1493110" y="638945"/>
                </a:moveTo>
                <a:lnTo>
                  <a:pt x="1493590" y="642728"/>
                </a:lnTo>
                <a:lnTo>
                  <a:pt x="1493679" y="640224"/>
                </a:lnTo>
                <a:close/>
                <a:moveTo>
                  <a:pt x="1479805" y="668590"/>
                </a:moveTo>
                <a:lnTo>
                  <a:pt x="1481021" y="674547"/>
                </a:lnTo>
                <a:lnTo>
                  <a:pt x="1481966" y="677346"/>
                </a:lnTo>
                <a:lnTo>
                  <a:pt x="1482076" y="675332"/>
                </a:lnTo>
                <a:lnTo>
                  <a:pt x="1480685" y="671132"/>
                </a:lnTo>
                <a:close/>
                <a:moveTo>
                  <a:pt x="805073" y="2179302"/>
                </a:moveTo>
                <a:lnTo>
                  <a:pt x="807340" y="2181516"/>
                </a:lnTo>
                <a:lnTo>
                  <a:pt x="807420" y="2181511"/>
                </a:lnTo>
                <a:lnTo>
                  <a:pt x="810008" y="2181303"/>
                </a:lnTo>
                <a:lnTo>
                  <a:pt x="808356" y="2179175"/>
                </a:lnTo>
                <a:lnTo>
                  <a:pt x="805150" y="2179265"/>
                </a:lnTo>
                <a:close/>
                <a:moveTo>
                  <a:pt x="815055" y="2156900"/>
                </a:moveTo>
                <a:lnTo>
                  <a:pt x="815317" y="2158168"/>
                </a:lnTo>
                <a:lnTo>
                  <a:pt x="820517" y="2155866"/>
                </a:lnTo>
                <a:lnTo>
                  <a:pt x="816234" y="2155602"/>
                </a:lnTo>
                <a:close/>
                <a:moveTo>
                  <a:pt x="829632" y="2124138"/>
                </a:moveTo>
                <a:lnTo>
                  <a:pt x="830253" y="2124273"/>
                </a:lnTo>
                <a:lnTo>
                  <a:pt x="830879" y="2124070"/>
                </a:lnTo>
                <a:lnTo>
                  <a:pt x="830382" y="2123781"/>
                </a:lnTo>
                <a:close/>
                <a:moveTo>
                  <a:pt x="1494538" y="634817"/>
                </a:moveTo>
                <a:lnTo>
                  <a:pt x="1494500" y="636526"/>
                </a:lnTo>
                <a:lnTo>
                  <a:pt x="1494805" y="638442"/>
                </a:lnTo>
                <a:lnTo>
                  <a:pt x="1501033" y="652423"/>
                </a:lnTo>
                <a:lnTo>
                  <a:pt x="1501139" y="647640"/>
                </a:lnTo>
                <a:close/>
                <a:moveTo>
                  <a:pt x="1467817" y="694512"/>
                </a:moveTo>
                <a:lnTo>
                  <a:pt x="1467816" y="696390"/>
                </a:lnTo>
                <a:lnTo>
                  <a:pt x="1467819" y="696401"/>
                </a:lnTo>
                <a:lnTo>
                  <a:pt x="1468076" y="695590"/>
                </a:lnTo>
                <a:close/>
                <a:moveTo>
                  <a:pt x="832598" y="2115777"/>
                </a:moveTo>
                <a:lnTo>
                  <a:pt x="834229" y="2115755"/>
                </a:lnTo>
                <a:lnTo>
                  <a:pt x="833200" y="2115400"/>
                </a:lnTo>
                <a:close/>
                <a:moveTo>
                  <a:pt x="1545713" y="518605"/>
                </a:moveTo>
                <a:lnTo>
                  <a:pt x="1545319" y="524086"/>
                </a:lnTo>
                <a:lnTo>
                  <a:pt x="1545234" y="525076"/>
                </a:lnTo>
                <a:lnTo>
                  <a:pt x="1560111" y="587498"/>
                </a:lnTo>
                <a:lnTo>
                  <a:pt x="1561192" y="592995"/>
                </a:lnTo>
                <a:lnTo>
                  <a:pt x="1560837" y="559777"/>
                </a:lnTo>
                <a:lnTo>
                  <a:pt x="1556672" y="510244"/>
                </a:lnTo>
                <a:close/>
                <a:moveTo>
                  <a:pt x="812952" y="2159215"/>
                </a:moveTo>
                <a:lnTo>
                  <a:pt x="815166" y="2158235"/>
                </a:lnTo>
                <a:lnTo>
                  <a:pt x="814907" y="2157063"/>
                </a:lnTo>
                <a:close/>
                <a:moveTo>
                  <a:pt x="1486010" y="651493"/>
                </a:moveTo>
                <a:lnTo>
                  <a:pt x="1485989" y="654125"/>
                </a:lnTo>
                <a:lnTo>
                  <a:pt x="1488794" y="659574"/>
                </a:lnTo>
                <a:lnTo>
                  <a:pt x="1488371" y="656059"/>
                </a:lnTo>
                <a:close/>
                <a:moveTo>
                  <a:pt x="793024" y="2202269"/>
                </a:moveTo>
                <a:lnTo>
                  <a:pt x="794723" y="2207590"/>
                </a:lnTo>
                <a:lnTo>
                  <a:pt x="801030" y="2206700"/>
                </a:lnTo>
                <a:lnTo>
                  <a:pt x="797244" y="2202116"/>
                </a:lnTo>
                <a:close/>
                <a:moveTo>
                  <a:pt x="808462" y="2167641"/>
                </a:moveTo>
                <a:lnTo>
                  <a:pt x="811228" y="2173576"/>
                </a:lnTo>
                <a:lnTo>
                  <a:pt x="815102" y="2173467"/>
                </a:lnTo>
                <a:lnTo>
                  <a:pt x="811107" y="2167469"/>
                </a:lnTo>
                <a:close/>
                <a:moveTo>
                  <a:pt x="1492088" y="636650"/>
                </a:moveTo>
                <a:lnTo>
                  <a:pt x="1492016" y="644117"/>
                </a:lnTo>
                <a:lnTo>
                  <a:pt x="1492075" y="644798"/>
                </a:lnTo>
                <a:lnTo>
                  <a:pt x="1493445" y="646751"/>
                </a:lnTo>
                <a:lnTo>
                  <a:pt x="1493510" y="644953"/>
                </a:lnTo>
                <a:lnTo>
                  <a:pt x="1492604" y="637808"/>
                </a:lnTo>
                <a:close/>
                <a:moveTo>
                  <a:pt x="1485637" y="650769"/>
                </a:moveTo>
                <a:lnTo>
                  <a:pt x="1485653" y="651436"/>
                </a:lnTo>
                <a:lnTo>
                  <a:pt x="1485666" y="650827"/>
                </a:lnTo>
                <a:close/>
                <a:moveTo>
                  <a:pt x="830827" y="2116886"/>
                </a:moveTo>
                <a:lnTo>
                  <a:pt x="833156" y="2117022"/>
                </a:lnTo>
                <a:lnTo>
                  <a:pt x="833258" y="2116983"/>
                </a:lnTo>
                <a:lnTo>
                  <a:pt x="833795" y="2116622"/>
                </a:lnTo>
                <a:lnTo>
                  <a:pt x="831536" y="2116442"/>
                </a:lnTo>
                <a:close/>
                <a:moveTo>
                  <a:pt x="1543970" y="519935"/>
                </a:moveTo>
                <a:lnTo>
                  <a:pt x="1544662" y="522676"/>
                </a:lnTo>
                <a:lnTo>
                  <a:pt x="1544697" y="522819"/>
                </a:lnTo>
                <a:lnTo>
                  <a:pt x="1545020" y="519136"/>
                </a:lnTo>
                <a:close/>
                <a:moveTo>
                  <a:pt x="1486028" y="649227"/>
                </a:moveTo>
                <a:lnTo>
                  <a:pt x="1486023" y="649934"/>
                </a:lnTo>
                <a:lnTo>
                  <a:pt x="1486624" y="651059"/>
                </a:lnTo>
                <a:lnTo>
                  <a:pt x="1488118" y="653946"/>
                </a:lnTo>
                <a:lnTo>
                  <a:pt x="1487942" y="652490"/>
                </a:lnTo>
                <a:lnTo>
                  <a:pt x="1486266" y="649564"/>
                </a:lnTo>
                <a:close/>
                <a:moveTo>
                  <a:pt x="829196" y="2119631"/>
                </a:moveTo>
                <a:lnTo>
                  <a:pt x="829263" y="2119669"/>
                </a:lnTo>
                <a:lnTo>
                  <a:pt x="829481" y="2119523"/>
                </a:lnTo>
                <a:close/>
                <a:moveTo>
                  <a:pt x="795833" y="2194240"/>
                </a:moveTo>
                <a:lnTo>
                  <a:pt x="802654" y="2195539"/>
                </a:lnTo>
                <a:lnTo>
                  <a:pt x="802877" y="2195428"/>
                </a:lnTo>
                <a:lnTo>
                  <a:pt x="801783" y="2193966"/>
                </a:lnTo>
                <a:close/>
                <a:moveTo>
                  <a:pt x="792692" y="2201230"/>
                </a:moveTo>
                <a:lnTo>
                  <a:pt x="792940" y="2202007"/>
                </a:lnTo>
                <a:lnTo>
                  <a:pt x="796988" y="2201805"/>
                </a:lnTo>
                <a:lnTo>
                  <a:pt x="795433" y="2199923"/>
                </a:lnTo>
                <a:lnTo>
                  <a:pt x="795403" y="2199883"/>
                </a:lnTo>
                <a:close/>
                <a:moveTo>
                  <a:pt x="809986" y="2162479"/>
                </a:moveTo>
                <a:lnTo>
                  <a:pt x="812291" y="2166025"/>
                </a:lnTo>
                <a:lnTo>
                  <a:pt x="813927" y="2165886"/>
                </a:lnTo>
                <a:lnTo>
                  <a:pt x="816724" y="2165303"/>
                </a:lnTo>
                <a:lnTo>
                  <a:pt x="815261" y="2158667"/>
                </a:lnTo>
                <a:lnTo>
                  <a:pt x="812231" y="2160008"/>
                </a:lnTo>
                <a:close/>
                <a:moveTo>
                  <a:pt x="1485579" y="648584"/>
                </a:moveTo>
                <a:lnTo>
                  <a:pt x="1485593" y="649129"/>
                </a:lnTo>
                <a:lnTo>
                  <a:pt x="1485698" y="649327"/>
                </a:lnTo>
                <a:lnTo>
                  <a:pt x="1485711" y="648772"/>
                </a:lnTo>
                <a:close/>
                <a:moveTo>
                  <a:pt x="797978" y="2187654"/>
                </a:moveTo>
                <a:lnTo>
                  <a:pt x="800130" y="2190632"/>
                </a:lnTo>
                <a:lnTo>
                  <a:pt x="806868" y="2190055"/>
                </a:lnTo>
                <a:lnTo>
                  <a:pt x="812834" y="2188273"/>
                </a:lnTo>
                <a:lnTo>
                  <a:pt x="812094" y="2187607"/>
                </a:lnTo>
                <a:lnTo>
                  <a:pt x="810866" y="2186408"/>
                </a:lnTo>
                <a:close/>
                <a:moveTo>
                  <a:pt x="1491199" y="634656"/>
                </a:moveTo>
                <a:lnTo>
                  <a:pt x="1491693" y="640359"/>
                </a:lnTo>
                <a:lnTo>
                  <a:pt x="1491735" y="635859"/>
                </a:lnTo>
                <a:close/>
                <a:moveTo>
                  <a:pt x="1541333" y="521949"/>
                </a:moveTo>
                <a:lnTo>
                  <a:pt x="1543609" y="535214"/>
                </a:lnTo>
                <a:lnTo>
                  <a:pt x="1544589" y="524052"/>
                </a:lnTo>
                <a:lnTo>
                  <a:pt x="1543663" y="520170"/>
                </a:lnTo>
                <a:close/>
                <a:moveTo>
                  <a:pt x="807430" y="2165292"/>
                </a:moveTo>
                <a:lnTo>
                  <a:pt x="807774" y="2166165"/>
                </a:lnTo>
                <a:lnTo>
                  <a:pt x="807885" y="2166404"/>
                </a:lnTo>
                <a:lnTo>
                  <a:pt x="810262" y="2166200"/>
                </a:lnTo>
                <a:lnTo>
                  <a:pt x="808716" y="2163878"/>
                </a:lnTo>
                <a:close/>
                <a:moveTo>
                  <a:pt x="790916" y="2202108"/>
                </a:moveTo>
                <a:lnTo>
                  <a:pt x="792527" y="2202028"/>
                </a:lnTo>
                <a:lnTo>
                  <a:pt x="792329" y="2201411"/>
                </a:lnTo>
                <a:lnTo>
                  <a:pt x="791248" y="2201949"/>
                </a:lnTo>
                <a:close/>
                <a:moveTo>
                  <a:pt x="799547" y="2182037"/>
                </a:moveTo>
                <a:lnTo>
                  <a:pt x="805949" y="2181609"/>
                </a:lnTo>
                <a:lnTo>
                  <a:pt x="804086" y="2179791"/>
                </a:lnTo>
                <a:close/>
                <a:moveTo>
                  <a:pt x="806297" y="2166539"/>
                </a:moveTo>
                <a:lnTo>
                  <a:pt x="807313" y="2166452"/>
                </a:lnTo>
                <a:lnTo>
                  <a:pt x="806996" y="2165771"/>
                </a:lnTo>
                <a:close/>
                <a:moveTo>
                  <a:pt x="1484322" y="648228"/>
                </a:moveTo>
                <a:lnTo>
                  <a:pt x="1484283" y="650811"/>
                </a:lnTo>
                <a:lnTo>
                  <a:pt x="1484291" y="650826"/>
                </a:lnTo>
                <a:lnTo>
                  <a:pt x="1484359" y="648299"/>
                </a:lnTo>
                <a:close/>
                <a:moveTo>
                  <a:pt x="1457146" y="709034"/>
                </a:moveTo>
                <a:lnTo>
                  <a:pt x="1457129" y="709262"/>
                </a:lnTo>
                <a:lnTo>
                  <a:pt x="1457405" y="709525"/>
                </a:lnTo>
                <a:close/>
                <a:moveTo>
                  <a:pt x="1492081" y="630043"/>
                </a:moveTo>
                <a:lnTo>
                  <a:pt x="1492092" y="630918"/>
                </a:lnTo>
                <a:lnTo>
                  <a:pt x="1492346" y="632924"/>
                </a:lnTo>
                <a:lnTo>
                  <a:pt x="1492565" y="633494"/>
                </a:lnTo>
                <a:lnTo>
                  <a:pt x="1492923" y="634219"/>
                </a:lnTo>
                <a:lnTo>
                  <a:pt x="1493404" y="635298"/>
                </a:lnTo>
                <a:lnTo>
                  <a:pt x="1493016" y="631995"/>
                </a:lnTo>
                <a:lnTo>
                  <a:pt x="1492985" y="631800"/>
                </a:lnTo>
                <a:close/>
                <a:moveTo>
                  <a:pt x="818841" y="2137138"/>
                </a:moveTo>
                <a:lnTo>
                  <a:pt x="821294" y="2138427"/>
                </a:lnTo>
                <a:lnTo>
                  <a:pt x="822285" y="2136963"/>
                </a:lnTo>
                <a:lnTo>
                  <a:pt x="820123" y="2136241"/>
                </a:lnTo>
                <a:close/>
                <a:moveTo>
                  <a:pt x="828061" y="2116165"/>
                </a:moveTo>
                <a:lnTo>
                  <a:pt x="828091" y="2116727"/>
                </a:lnTo>
                <a:lnTo>
                  <a:pt x="830584" y="2116873"/>
                </a:lnTo>
                <a:lnTo>
                  <a:pt x="831301" y="2116424"/>
                </a:lnTo>
                <a:close/>
                <a:moveTo>
                  <a:pt x="793216" y="2193741"/>
                </a:moveTo>
                <a:lnTo>
                  <a:pt x="794559" y="2193997"/>
                </a:lnTo>
                <a:lnTo>
                  <a:pt x="801566" y="2193675"/>
                </a:lnTo>
                <a:lnTo>
                  <a:pt x="801539" y="2193640"/>
                </a:lnTo>
                <a:close/>
                <a:moveTo>
                  <a:pt x="1457361" y="706172"/>
                </a:moveTo>
                <a:lnTo>
                  <a:pt x="1457300" y="706993"/>
                </a:lnTo>
                <a:lnTo>
                  <a:pt x="1457656" y="707670"/>
                </a:lnTo>
                <a:lnTo>
                  <a:pt x="1457415" y="706252"/>
                </a:lnTo>
                <a:close/>
                <a:moveTo>
                  <a:pt x="792458" y="2194395"/>
                </a:moveTo>
                <a:lnTo>
                  <a:pt x="795887" y="2198903"/>
                </a:lnTo>
                <a:lnTo>
                  <a:pt x="802300" y="2195715"/>
                </a:lnTo>
                <a:lnTo>
                  <a:pt x="794803" y="2194287"/>
                </a:lnTo>
                <a:close/>
                <a:moveTo>
                  <a:pt x="779754" y="2222371"/>
                </a:moveTo>
                <a:lnTo>
                  <a:pt x="779792" y="2222485"/>
                </a:lnTo>
                <a:lnTo>
                  <a:pt x="797844" y="2218676"/>
                </a:lnTo>
                <a:lnTo>
                  <a:pt x="797626" y="2217994"/>
                </a:lnTo>
                <a:lnTo>
                  <a:pt x="797568" y="2217983"/>
                </a:lnTo>
                <a:lnTo>
                  <a:pt x="789043" y="2216089"/>
                </a:lnTo>
                <a:close/>
                <a:moveTo>
                  <a:pt x="1481832" y="650210"/>
                </a:moveTo>
                <a:lnTo>
                  <a:pt x="1478075" y="660123"/>
                </a:lnTo>
                <a:lnTo>
                  <a:pt x="1479425" y="666730"/>
                </a:lnTo>
                <a:lnTo>
                  <a:pt x="1482122" y="674516"/>
                </a:lnTo>
                <a:lnTo>
                  <a:pt x="1482591" y="665971"/>
                </a:lnTo>
                <a:lnTo>
                  <a:pt x="1481433" y="662507"/>
                </a:lnTo>
                <a:lnTo>
                  <a:pt x="1481549" y="662583"/>
                </a:lnTo>
                <a:lnTo>
                  <a:pt x="1482605" y="665738"/>
                </a:lnTo>
                <a:lnTo>
                  <a:pt x="1482855" y="661189"/>
                </a:lnTo>
                <a:close/>
                <a:moveTo>
                  <a:pt x="1483318" y="646288"/>
                </a:moveTo>
                <a:lnTo>
                  <a:pt x="1483268" y="646422"/>
                </a:lnTo>
                <a:lnTo>
                  <a:pt x="1483563" y="648315"/>
                </a:lnTo>
                <a:lnTo>
                  <a:pt x="1483641" y="646910"/>
                </a:lnTo>
                <a:close/>
                <a:moveTo>
                  <a:pt x="802461" y="2170762"/>
                </a:moveTo>
                <a:lnTo>
                  <a:pt x="804785" y="2173756"/>
                </a:lnTo>
                <a:lnTo>
                  <a:pt x="810263" y="2173603"/>
                </a:lnTo>
                <a:lnTo>
                  <a:pt x="809889" y="2172689"/>
                </a:lnTo>
                <a:lnTo>
                  <a:pt x="808091" y="2168122"/>
                </a:lnTo>
                <a:lnTo>
                  <a:pt x="807885" y="2167678"/>
                </a:lnTo>
                <a:lnTo>
                  <a:pt x="805098" y="2167860"/>
                </a:lnTo>
                <a:close/>
                <a:moveTo>
                  <a:pt x="813030" y="2147074"/>
                </a:moveTo>
                <a:lnTo>
                  <a:pt x="813461" y="2149166"/>
                </a:lnTo>
                <a:lnTo>
                  <a:pt x="815376" y="2147059"/>
                </a:lnTo>
                <a:close/>
                <a:moveTo>
                  <a:pt x="824451" y="2121422"/>
                </a:moveTo>
                <a:lnTo>
                  <a:pt x="824563" y="2121972"/>
                </a:lnTo>
                <a:lnTo>
                  <a:pt x="825079" y="2122481"/>
                </a:lnTo>
                <a:lnTo>
                  <a:pt x="826506" y="2121522"/>
                </a:lnTo>
                <a:lnTo>
                  <a:pt x="825594" y="2120991"/>
                </a:lnTo>
                <a:close/>
                <a:moveTo>
                  <a:pt x="827921" y="2113579"/>
                </a:moveTo>
                <a:lnTo>
                  <a:pt x="828042" y="2115818"/>
                </a:lnTo>
                <a:lnTo>
                  <a:pt x="828281" y="2115838"/>
                </a:lnTo>
                <a:lnTo>
                  <a:pt x="832326" y="2115782"/>
                </a:lnTo>
                <a:lnTo>
                  <a:pt x="833029" y="2115341"/>
                </a:lnTo>
                <a:close/>
                <a:moveTo>
                  <a:pt x="791972" y="2193755"/>
                </a:moveTo>
                <a:lnTo>
                  <a:pt x="792237" y="2194104"/>
                </a:lnTo>
                <a:lnTo>
                  <a:pt x="793529" y="2194045"/>
                </a:lnTo>
                <a:lnTo>
                  <a:pt x="792014" y="2193756"/>
                </a:lnTo>
                <a:close/>
                <a:moveTo>
                  <a:pt x="1492027" y="625783"/>
                </a:moveTo>
                <a:lnTo>
                  <a:pt x="1492057" y="628194"/>
                </a:lnTo>
                <a:lnTo>
                  <a:pt x="1492569" y="629189"/>
                </a:lnTo>
                <a:close/>
                <a:moveTo>
                  <a:pt x="817386" y="2136108"/>
                </a:moveTo>
                <a:lnTo>
                  <a:pt x="817852" y="2136583"/>
                </a:lnTo>
                <a:lnTo>
                  <a:pt x="818917" y="2135837"/>
                </a:lnTo>
                <a:lnTo>
                  <a:pt x="818586" y="2135727"/>
                </a:lnTo>
                <a:close/>
                <a:moveTo>
                  <a:pt x="1487413" y="635485"/>
                </a:moveTo>
                <a:lnTo>
                  <a:pt x="1486758" y="637211"/>
                </a:lnTo>
                <a:lnTo>
                  <a:pt x="1488691" y="639969"/>
                </a:lnTo>
                <a:lnTo>
                  <a:pt x="1488437" y="639038"/>
                </a:lnTo>
                <a:close/>
                <a:moveTo>
                  <a:pt x="824197" y="2120177"/>
                </a:moveTo>
                <a:lnTo>
                  <a:pt x="824240" y="2120386"/>
                </a:lnTo>
                <a:lnTo>
                  <a:pt x="824433" y="2120313"/>
                </a:lnTo>
                <a:close/>
                <a:moveTo>
                  <a:pt x="812755" y="2145738"/>
                </a:moveTo>
                <a:lnTo>
                  <a:pt x="812945" y="2146661"/>
                </a:lnTo>
                <a:lnTo>
                  <a:pt x="815738" y="2146643"/>
                </a:lnTo>
                <a:lnTo>
                  <a:pt x="816577" y="2145402"/>
                </a:lnTo>
                <a:close/>
                <a:moveTo>
                  <a:pt x="827824" y="2111792"/>
                </a:moveTo>
                <a:lnTo>
                  <a:pt x="827879" y="2112817"/>
                </a:lnTo>
                <a:lnTo>
                  <a:pt x="834080" y="2114682"/>
                </a:lnTo>
                <a:lnTo>
                  <a:pt x="835187" y="2113989"/>
                </a:lnTo>
                <a:lnTo>
                  <a:pt x="828421" y="2111380"/>
                </a:lnTo>
                <a:lnTo>
                  <a:pt x="828031" y="2111622"/>
                </a:lnTo>
                <a:close/>
                <a:moveTo>
                  <a:pt x="1489323" y="630444"/>
                </a:moveTo>
                <a:lnTo>
                  <a:pt x="1487589" y="635018"/>
                </a:lnTo>
                <a:lnTo>
                  <a:pt x="1489243" y="640755"/>
                </a:lnTo>
                <a:lnTo>
                  <a:pt x="1490623" y="642726"/>
                </a:lnTo>
                <a:lnTo>
                  <a:pt x="1489619" y="631109"/>
                </a:lnTo>
                <a:close/>
                <a:moveTo>
                  <a:pt x="795400" y="2184089"/>
                </a:moveTo>
                <a:lnTo>
                  <a:pt x="797841" y="2187465"/>
                </a:lnTo>
                <a:lnTo>
                  <a:pt x="810678" y="2186224"/>
                </a:lnTo>
                <a:lnTo>
                  <a:pt x="806148" y="2181804"/>
                </a:lnTo>
                <a:lnTo>
                  <a:pt x="799062" y="2182277"/>
                </a:lnTo>
                <a:close/>
                <a:moveTo>
                  <a:pt x="1490580" y="627128"/>
                </a:moveTo>
                <a:lnTo>
                  <a:pt x="1490554" y="627196"/>
                </a:lnTo>
                <a:lnTo>
                  <a:pt x="1490673" y="628574"/>
                </a:lnTo>
                <a:lnTo>
                  <a:pt x="1491776" y="631443"/>
                </a:lnTo>
                <a:lnTo>
                  <a:pt x="1491778" y="631300"/>
                </a:lnTo>
                <a:lnTo>
                  <a:pt x="1491468" y="628853"/>
                </a:lnTo>
                <a:close/>
                <a:moveTo>
                  <a:pt x="790537" y="2194484"/>
                </a:moveTo>
                <a:lnTo>
                  <a:pt x="792488" y="2200592"/>
                </a:lnTo>
                <a:lnTo>
                  <a:pt x="794995" y="2199346"/>
                </a:lnTo>
                <a:lnTo>
                  <a:pt x="791271" y="2194450"/>
                </a:lnTo>
                <a:close/>
                <a:moveTo>
                  <a:pt x="1491081" y="625804"/>
                </a:moveTo>
                <a:lnTo>
                  <a:pt x="1490974" y="626088"/>
                </a:lnTo>
                <a:lnTo>
                  <a:pt x="1491164" y="626459"/>
                </a:lnTo>
                <a:close/>
                <a:moveTo>
                  <a:pt x="1491750" y="624040"/>
                </a:moveTo>
                <a:lnTo>
                  <a:pt x="1491352" y="625089"/>
                </a:lnTo>
                <a:lnTo>
                  <a:pt x="1491645" y="627392"/>
                </a:lnTo>
                <a:lnTo>
                  <a:pt x="1491812" y="627718"/>
                </a:lnTo>
                <a:lnTo>
                  <a:pt x="1491841" y="624616"/>
                </a:lnTo>
                <a:close/>
                <a:moveTo>
                  <a:pt x="810096" y="2150386"/>
                </a:moveTo>
                <a:lnTo>
                  <a:pt x="810681" y="2151245"/>
                </a:lnTo>
                <a:lnTo>
                  <a:pt x="811525" y="2151297"/>
                </a:lnTo>
                <a:lnTo>
                  <a:pt x="812494" y="2150230"/>
                </a:lnTo>
                <a:close/>
                <a:moveTo>
                  <a:pt x="826923" y="2112530"/>
                </a:moveTo>
                <a:lnTo>
                  <a:pt x="827526" y="2112711"/>
                </a:lnTo>
                <a:lnTo>
                  <a:pt x="827491" y="2112064"/>
                </a:lnTo>
                <a:close/>
                <a:moveTo>
                  <a:pt x="790312" y="2193776"/>
                </a:moveTo>
                <a:lnTo>
                  <a:pt x="790442" y="2194187"/>
                </a:lnTo>
                <a:lnTo>
                  <a:pt x="791049" y="2194159"/>
                </a:lnTo>
                <a:lnTo>
                  <a:pt x="790754" y="2193771"/>
                </a:lnTo>
                <a:close/>
                <a:moveTo>
                  <a:pt x="1534628" y="527064"/>
                </a:moveTo>
                <a:lnTo>
                  <a:pt x="1541093" y="552659"/>
                </a:lnTo>
                <a:lnTo>
                  <a:pt x="1541921" y="554451"/>
                </a:lnTo>
                <a:lnTo>
                  <a:pt x="1543516" y="536283"/>
                </a:lnTo>
                <a:lnTo>
                  <a:pt x="1542206" y="527984"/>
                </a:lnTo>
                <a:lnTo>
                  <a:pt x="1541189" y="522057"/>
                </a:lnTo>
                <a:close/>
                <a:moveTo>
                  <a:pt x="1494527" y="616713"/>
                </a:moveTo>
                <a:lnTo>
                  <a:pt x="1492287" y="622622"/>
                </a:lnTo>
                <a:lnTo>
                  <a:pt x="1493673" y="631334"/>
                </a:lnTo>
                <a:lnTo>
                  <a:pt x="1493979" y="631926"/>
                </a:lnTo>
                <a:lnTo>
                  <a:pt x="1493999" y="631357"/>
                </a:lnTo>
                <a:lnTo>
                  <a:pt x="1493876" y="625786"/>
                </a:lnTo>
                <a:lnTo>
                  <a:pt x="1494185" y="626162"/>
                </a:lnTo>
                <a:lnTo>
                  <a:pt x="1494185" y="626176"/>
                </a:lnTo>
                <a:close/>
                <a:moveTo>
                  <a:pt x="816401" y="2135106"/>
                </a:moveTo>
                <a:lnTo>
                  <a:pt x="816948" y="2135662"/>
                </a:lnTo>
                <a:lnTo>
                  <a:pt x="817692" y="2135428"/>
                </a:lnTo>
                <a:lnTo>
                  <a:pt x="816615" y="2135068"/>
                </a:lnTo>
                <a:close/>
                <a:moveTo>
                  <a:pt x="799159" y="2173530"/>
                </a:moveTo>
                <a:lnTo>
                  <a:pt x="799542" y="2173903"/>
                </a:lnTo>
                <a:lnTo>
                  <a:pt x="804164" y="2173774"/>
                </a:lnTo>
                <a:lnTo>
                  <a:pt x="802104" y="2171120"/>
                </a:lnTo>
                <a:close/>
                <a:moveTo>
                  <a:pt x="822861" y="2120291"/>
                </a:moveTo>
                <a:lnTo>
                  <a:pt x="823313" y="2120737"/>
                </a:lnTo>
                <a:lnTo>
                  <a:pt x="823892" y="2120519"/>
                </a:lnTo>
                <a:lnTo>
                  <a:pt x="823811" y="2120123"/>
                </a:lnTo>
                <a:close/>
                <a:moveTo>
                  <a:pt x="794318" y="2182594"/>
                </a:moveTo>
                <a:lnTo>
                  <a:pt x="795044" y="2183597"/>
                </a:lnTo>
                <a:lnTo>
                  <a:pt x="797501" y="2182381"/>
                </a:lnTo>
                <a:close/>
                <a:moveTo>
                  <a:pt x="822308" y="2119746"/>
                </a:moveTo>
                <a:lnTo>
                  <a:pt x="822602" y="2120035"/>
                </a:lnTo>
                <a:lnTo>
                  <a:pt x="823639" y="2119851"/>
                </a:lnTo>
                <a:lnTo>
                  <a:pt x="823321" y="2119667"/>
                </a:lnTo>
                <a:close/>
                <a:moveTo>
                  <a:pt x="1499800" y="602455"/>
                </a:moveTo>
                <a:lnTo>
                  <a:pt x="1496781" y="610764"/>
                </a:lnTo>
                <a:lnTo>
                  <a:pt x="1494965" y="615555"/>
                </a:lnTo>
                <a:lnTo>
                  <a:pt x="1494576" y="633087"/>
                </a:lnTo>
                <a:lnTo>
                  <a:pt x="1501177" y="645911"/>
                </a:lnTo>
                <a:lnTo>
                  <a:pt x="1501354" y="637931"/>
                </a:lnTo>
                <a:lnTo>
                  <a:pt x="1501628" y="638232"/>
                </a:lnTo>
                <a:lnTo>
                  <a:pt x="1501446" y="646432"/>
                </a:lnTo>
                <a:lnTo>
                  <a:pt x="1502456" y="648395"/>
                </a:lnTo>
                <a:close/>
                <a:moveTo>
                  <a:pt x="1527407" y="540631"/>
                </a:moveTo>
                <a:lnTo>
                  <a:pt x="1527677" y="544381"/>
                </a:lnTo>
                <a:lnTo>
                  <a:pt x="1528393" y="549567"/>
                </a:lnTo>
                <a:lnTo>
                  <a:pt x="1529382" y="554600"/>
                </a:lnTo>
                <a:lnTo>
                  <a:pt x="1531449" y="571620"/>
                </a:lnTo>
                <a:lnTo>
                  <a:pt x="1532595" y="575587"/>
                </a:lnTo>
                <a:lnTo>
                  <a:pt x="1535480" y="556402"/>
                </a:lnTo>
                <a:close/>
                <a:moveTo>
                  <a:pt x="1460401" y="690202"/>
                </a:moveTo>
                <a:lnTo>
                  <a:pt x="1461472" y="694327"/>
                </a:lnTo>
                <a:lnTo>
                  <a:pt x="1461223" y="691393"/>
                </a:lnTo>
                <a:close/>
                <a:moveTo>
                  <a:pt x="804706" y="2158373"/>
                </a:moveTo>
                <a:lnTo>
                  <a:pt x="804824" y="2158673"/>
                </a:lnTo>
                <a:lnTo>
                  <a:pt x="805069" y="2158403"/>
                </a:lnTo>
                <a:lnTo>
                  <a:pt x="804997" y="2158295"/>
                </a:lnTo>
                <a:close/>
                <a:moveTo>
                  <a:pt x="811972" y="2141941"/>
                </a:moveTo>
                <a:lnTo>
                  <a:pt x="812190" y="2142997"/>
                </a:lnTo>
                <a:lnTo>
                  <a:pt x="818321" y="2142825"/>
                </a:lnTo>
                <a:lnTo>
                  <a:pt x="819283" y="2141403"/>
                </a:lnTo>
                <a:lnTo>
                  <a:pt x="816232" y="2138962"/>
                </a:lnTo>
                <a:close/>
                <a:moveTo>
                  <a:pt x="823432" y="2115795"/>
                </a:moveTo>
                <a:lnTo>
                  <a:pt x="824380" y="2116512"/>
                </a:lnTo>
                <a:lnTo>
                  <a:pt x="827744" y="2116707"/>
                </a:lnTo>
                <a:lnTo>
                  <a:pt x="827712" y="2116137"/>
                </a:lnTo>
                <a:close/>
                <a:moveTo>
                  <a:pt x="1502370" y="595381"/>
                </a:moveTo>
                <a:lnTo>
                  <a:pt x="1500584" y="600295"/>
                </a:lnTo>
                <a:lnTo>
                  <a:pt x="1503482" y="650385"/>
                </a:lnTo>
                <a:lnTo>
                  <a:pt x="1504290" y="651956"/>
                </a:lnTo>
                <a:lnTo>
                  <a:pt x="1506345" y="648245"/>
                </a:lnTo>
                <a:lnTo>
                  <a:pt x="1506457" y="648674"/>
                </a:lnTo>
                <a:lnTo>
                  <a:pt x="1504458" y="652281"/>
                </a:lnTo>
                <a:lnTo>
                  <a:pt x="1506438" y="656128"/>
                </a:lnTo>
                <a:lnTo>
                  <a:pt x="1506587" y="646698"/>
                </a:lnTo>
                <a:lnTo>
                  <a:pt x="1506730" y="646886"/>
                </a:lnTo>
                <a:lnTo>
                  <a:pt x="1506579" y="656402"/>
                </a:lnTo>
                <a:lnTo>
                  <a:pt x="1509653" y="662374"/>
                </a:lnTo>
                <a:lnTo>
                  <a:pt x="1510733" y="659005"/>
                </a:lnTo>
                <a:lnTo>
                  <a:pt x="1504169" y="608017"/>
                </a:lnTo>
                <a:close/>
                <a:moveTo>
                  <a:pt x="804204" y="2158507"/>
                </a:moveTo>
                <a:lnTo>
                  <a:pt x="804466" y="2159067"/>
                </a:lnTo>
                <a:lnTo>
                  <a:pt x="804509" y="2159021"/>
                </a:lnTo>
                <a:lnTo>
                  <a:pt x="804297" y="2158483"/>
                </a:lnTo>
                <a:close/>
                <a:moveTo>
                  <a:pt x="823363" y="2115445"/>
                </a:moveTo>
                <a:lnTo>
                  <a:pt x="827693" y="2115791"/>
                </a:lnTo>
                <a:lnTo>
                  <a:pt x="827567" y="2113457"/>
                </a:lnTo>
                <a:lnTo>
                  <a:pt x="826317" y="2113026"/>
                </a:lnTo>
                <a:close/>
                <a:moveTo>
                  <a:pt x="1486176" y="631191"/>
                </a:moveTo>
                <a:lnTo>
                  <a:pt x="1486134" y="636295"/>
                </a:lnTo>
                <a:lnTo>
                  <a:pt x="1486993" y="634028"/>
                </a:lnTo>
                <a:close/>
                <a:moveTo>
                  <a:pt x="804210" y="2157113"/>
                </a:moveTo>
                <a:lnTo>
                  <a:pt x="804411" y="2157623"/>
                </a:lnTo>
                <a:lnTo>
                  <a:pt x="804523" y="2157584"/>
                </a:lnTo>
                <a:close/>
                <a:moveTo>
                  <a:pt x="810390" y="2143047"/>
                </a:moveTo>
                <a:lnTo>
                  <a:pt x="811853" y="2143006"/>
                </a:lnTo>
                <a:lnTo>
                  <a:pt x="811676" y="2142148"/>
                </a:lnTo>
                <a:close/>
                <a:moveTo>
                  <a:pt x="1530658" y="530093"/>
                </a:moveTo>
                <a:lnTo>
                  <a:pt x="1540398" y="551157"/>
                </a:lnTo>
                <a:lnTo>
                  <a:pt x="1540308" y="550779"/>
                </a:lnTo>
                <a:lnTo>
                  <a:pt x="1534368" y="527262"/>
                </a:lnTo>
                <a:close/>
                <a:moveTo>
                  <a:pt x="1488754" y="623582"/>
                </a:moveTo>
                <a:lnTo>
                  <a:pt x="1489031" y="624303"/>
                </a:lnTo>
                <a:lnTo>
                  <a:pt x="1489012" y="624084"/>
                </a:lnTo>
                <a:close/>
                <a:moveTo>
                  <a:pt x="1507759" y="580546"/>
                </a:moveTo>
                <a:lnTo>
                  <a:pt x="1502511" y="594992"/>
                </a:lnTo>
                <a:lnTo>
                  <a:pt x="1506872" y="625607"/>
                </a:lnTo>
                <a:lnTo>
                  <a:pt x="1511046" y="658028"/>
                </a:lnTo>
                <a:lnTo>
                  <a:pt x="1513012" y="651897"/>
                </a:lnTo>
                <a:lnTo>
                  <a:pt x="1512036" y="613825"/>
                </a:lnTo>
                <a:lnTo>
                  <a:pt x="1511338" y="595979"/>
                </a:lnTo>
                <a:lnTo>
                  <a:pt x="1511506" y="596177"/>
                </a:lnTo>
                <a:lnTo>
                  <a:pt x="1512768" y="628424"/>
                </a:lnTo>
                <a:lnTo>
                  <a:pt x="1513343" y="650864"/>
                </a:lnTo>
                <a:lnTo>
                  <a:pt x="1517490" y="637932"/>
                </a:lnTo>
                <a:lnTo>
                  <a:pt x="1518131" y="619152"/>
                </a:lnTo>
                <a:lnTo>
                  <a:pt x="1518431" y="604341"/>
                </a:lnTo>
                <a:close/>
                <a:moveTo>
                  <a:pt x="804787" y="2154479"/>
                </a:moveTo>
                <a:lnTo>
                  <a:pt x="806385" y="2156938"/>
                </a:lnTo>
                <a:lnTo>
                  <a:pt x="806409" y="2156930"/>
                </a:lnTo>
                <a:lnTo>
                  <a:pt x="808213" y="2154944"/>
                </a:lnTo>
                <a:close/>
                <a:moveTo>
                  <a:pt x="1485119" y="630817"/>
                </a:moveTo>
                <a:lnTo>
                  <a:pt x="1485228" y="635026"/>
                </a:lnTo>
                <a:lnTo>
                  <a:pt x="1485789" y="635826"/>
                </a:lnTo>
                <a:close/>
                <a:moveTo>
                  <a:pt x="807863" y="2147107"/>
                </a:moveTo>
                <a:lnTo>
                  <a:pt x="810005" y="2150253"/>
                </a:lnTo>
                <a:lnTo>
                  <a:pt x="812663" y="2150045"/>
                </a:lnTo>
                <a:lnTo>
                  <a:pt x="813224" y="2149428"/>
                </a:lnTo>
                <a:lnTo>
                  <a:pt x="812706" y="2147075"/>
                </a:lnTo>
                <a:close/>
                <a:moveTo>
                  <a:pt x="1453264" y="701657"/>
                </a:moveTo>
                <a:lnTo>
                  <a:pt x="1453471" y="705793"/>
                </a:lnTo>
                <a:lnTo>
                  <a:pt x="1454784" y="707038"/>
                </a:lnTo>
                <a:lnTo>
                  <a:pt x="1454947" y="704854"/>
                </a:lnTo>
                <a:close/>
                <a:moveTo>
                  <a:pt x="1471403" y="660992"/>
                </a:moveTo>
                <a:lnTo>
                  <a:pt x="1471876" y="664003"/>
                </a:lnTo>
                <a:lnTo>
                  <a:pt x="1471917" y="663639"/>
                </a:lnTo>
                <a:lnTo>
                  <a:pt x="1471852" y="662283"/>
                </a:lnTo>
                <a:close/>
                <a:moveTo>
                  <a:pt x="820652" y="2118111"/>
                </a:moveTo>
                <a:lnTo>
                  <a:pt x="821374" y="2118824"/>
                </a:lnTo>
                <a:lnTo>
                  <a:pt x="821790" y="2118774"/>
                </a:lnTo>
                <a:close/>
                <a:moveTo>
                  <a:pt x="1526157" y="538188"/>
                </a:moveTo>
                <a:lnTo>
                  <a:pt x="1526414" y="539499"/>
                </a:lnTo>
                <a:lnTo>
                  <a:pt x="1526347" y="538559"/>
                </a:lnTo>
                <a:close/>
                <a:moveTo>
                  <a:pt x="1510799" y="572180"/>
                </a:moveTo>
                <a:lnTo>
                  <a:pt x="1508273" y="579129"/>
                </a:lnTo>
                <a:lnTo>
                  <a:pt x="1518501" y="600926"/>
                </a:lnTo>
                <a:lnTo>
                  <a:pt x="1518546" y="598725"/>
                </a:lnTo>
                <a:lnTo>
                  <a:pt x="1513228" y="586085"/>
                </a:lnTo>
                <a:lnTo>
                  <a:pt x="1513682" y="586336"/>
                </a:lnTo>
                <a:lnTo>
                  <a:pt x="1518562" y="597938"/>
                </a:lnTo>
                <a:lnTo>
                  <a:pt x="1518748" y="588795"/>
                </a:lnTo>
                <a:close/>
                <a:moveTo>
                  <a:pt x="811177" y="2138081"/>
                </a:moveTo>
                <a:lnTo>
                  <a:pt x="811748" y="2140851"/>
                </a:lnTo>
                <a:lnTo>
                  <a:pt x="815401" y="2138297"/>
                </a:lnTo>
                <a:lnTo>
                  <a:pt x="814006" y="2137182"/>
                </a:lnTo>
                <a:close/>
                <a:moveTo>
                  <a:pt x="1458490" y="688210"/>
                </a:moveTo>
                <a:lnTo>
                  <a:pt x="1458411" y="688771"/>
                </a:lnTo>
                <a:lnTo>
                  <a:pt x="1458889" y="692072"/>
                </a:lnTo>
                <a:lnTo>
                  <a:pt x="1459066" y="692388"/>
                </a:lnTo>
                <a:lnTo>
                  <a:pt x="1459792" y="693842"/>
                </a:lnTo>
                <a:lnTo>
                  <a:pt x="1459967" y="694059"/>
                </a:lnTo>
                <a:lnTo>
                  <a:pt x="1459923" y="693723"/>
                </a:lnTo>
                <a:close/>
                <a:moveTo>
                  <a:pt x="807260" y="2146222"/>
                </a:moveTo>
                <a:lnTo>
                  <a:pt x="807583" y="2146695"/>
                </a:lnTo>
                <a:lnTo>
                  <a:pt x="812614" y="2146663"/>
                </a:lnTo>
                <a:lnTo>
                  <a:pt x="812497" y="2146131"/>
                </a:lnTo>
                <a:lnTo>
                  <a:pt x="812422" y="2145767"/>
                </a:lnTo>
                <a:close/>
                <a:moveTo>
                  <a:pt x="792175" y="2179629"/>
                </a:moveTo>
                <a:lnTo>
                  <a:pt x="794175" y="2182396"/>
                </a:lnTo>
                <a:lnTo>
                  <a:pt x="797986" y="2182141"/>
                </a:lnTo>
                <a:lnTo>
                  <a:pt x="803632" y="2179347"/>
                </a:lnTo>
                <a:lnTo>
                  <a:pt x="803593" y="2179308"/>
                </a:lnTo>
                <a:close/>
                <a:moveTo>
                  <a:pt x="788558" y="2187474"/>
                </a:moveTo>
                <a:lnTo>
                  <a:pt x="789331" y="2190286"/>
                </a:lnTo>
                <a:lnTo>
                  <a:pt x="790240" y="2191479"/>
                </a:lnTo>
                <a:lnTo>
                  <a:pt x="799342" y="2190699"/>
                </a:lnTo>
                <a:lnTo>
                  <a:pt x="797127" y="2187737"/>
                </a:lnTo>
                <a:lnTo>
                  <a:pt x="790536" y="2188374"/>
                </a:lnTo>
                <a:lnTo>
                  <a:pt x="790306" y="2188194"/>
                </a:lnTo>
                <a:lnTo>
                  <a:pt x="796987" y="2187548"/>
                </a:lnTo>
                <a:lnTo>
                  <a:pt x="795541" y="2185613"/>
                </a:lnTo>
                <a:lnTo>
                  <a:pt x="794689" y="2184440"/>
                </a:lnTo>
                <a:close/>
                <a:moveTo>
                  <a:pt x="1484616" y="628676"/>
                </a:moveTo>
                <a:lnTo>
                  <a:pt x="1484536" y="634038"/>
                </a:lnTo>
                <a:lnTo>
                  <a:pt x="1484734" y="634320"/>
                </a:lnTo>
                <a:lnTo>
                  <a:pt x="1484799" y="631881"/>
                </a:lnTo>
                <a:close/>
                <a:moveTo>
                  <a:pt x="776753" y="2213361"/>
                </a:moveTo>
                <a:lnTo>
                  <a:pt x="779662" y="2222093"/>
                </a:lnTo>
                <a:lnTo>
                  <a:pt x="781741" y="2220687"/>
                </a:lnTo>
                <a:lnTo>
                  <a:pt x="788511" y="2215972"/>
                </a:lnTo>
                <a:close/>
                <a:moveTo>
                  <a:pt x="1485026" y="627198"/>
                </a:moveTo>
                <a:lnTo>
                  <a:pt x="1485078" y="629211"/>
                </a:lnTo>
                <a:lnTo>
                  <a:pt x="1485902" y="635375"/>
                </a:lnTo>
                <a:lnTo>
                  <a:pt x="1485943" y="630383"/>
                </a:lnTo>
                <a:close/>
                <a:moveTo>
                  <a:pt x="1526886" y="533385"/>
                </a:moveTo>
                <a:lnTo>
                  <a:pt x="1527317" y="539364"/>
                </a:lnTo>
                <a:lnTo>
                  <a:pt x="1535606" y="555560"/>
                </a:lnTo>
                <a:lnTo>
                  <a:pt x="1536494" y="549658"/>
                </a:lnTo>
                <a:lnTo>
                  <a:pt x="1536725" y="549989"/>
                </a:lnTo>
                <a:lnTo>
                  <a:pt x="1535823" y="555985"/>
                </a:lnTo>
                <a:lnTo>
                  <a:pt x="1540914" y="565932"/>
                </a:lnTo>
                <a:lnTo>
                  <a:pt x="1541613" y="557961"/>
                </a:lnTo>
                <a:lnTo>
                  <a:pt x="1529272" y="531272"/>
                </a:lnTo>
                <a:close/>
                <a:moveTo>
                  <a:pt x="1516493" y="556504"/>
                </a:moveTo>
                <a:lnTo>
                  <a:pt x="1511024" y="571558"/>
                </a:lnTo>
                <a:lnTo>
                  <a:pt x="1515511" y="580701"/>
                </a:lnTo>
                <a:lnTo>
                  <a:pt x="1518771" y="587648"/>
                </a:lnTo>
                <a:lnTo>
                  <a:pt x="1518879" y="582347"/>
                </a:lnTo>
                <a:lnTo>
                  <a:pt x="1519211" y="582712"/>
                </a:lnTo>
                <a:lnTo>
                  <a:pt x="1519097" y="588342"/>
                </a:lnTo>
                <a:lnTo>
                  <a:pt x="1527507" y="606268"/>
                </a:lnTo>
                <a:lnTo>
                  <a:pt x="1527718" y="605579"/>
                </a:lnTo>
                <a:lnTo>
                  <a:pt x="1527772" y="605248"/>
                </a:lnTo>
                <a:close/>
                <a:moveTo>
                  <a:pt x="1451729" y="701131"/>
                </a:moveTo>
                <a:lnTo>
                  <a:pt x="1451637" y="702661"/>
                </a:lnTo>
                <a:lnTo>
                  <a:pt x="1452069" y="704463"/>
                </a:lnTo>
                <a:lnTo>
                  <a:pt x="1452612" y="704978"/>
                </a:lnTo>
                <a:close/>
                <a:moveTo>
                  <a:pt x="810768" y="2136097"/>
                </a:moveTo>
                <a:lnTo>
                  <a:pt x="811060" y="2137516"/>
                </a:lnTo>
                <a:lnTo>
                  <a:pt x="813474" y="2136755"/>
                </a:lnTo>
                <a:lnTo>
                  <a:pt x="812310" y="2135825"/>
                </a:lnTo>
                <a:close/>
                <a:moveTo>
                  <a:pt x="1486239" y="623520"/>
                </a:moveTo>
                <a:lnTo>
                  <a:pt x="1486184" y="630142"/>
                </a:lnTo>
                <a:lnTo>
                  <a:pt x="1487170" y="633562"/>
                </a:lnTo>
                <a:lnTo>
                  <a:pt x="1488798" y="629266"/>
                </a:lnTo>
                <a:close/>
                <a:moveTo>
                  <a:pt x="787566" y="2187964"/>
                </a:moveTo>
                <a:lnTo>
                  <a:pt x="788376" y="2189029"/>
                </a:lnTo>
                <a:lnTo>
                  <a:pt x="787972" y="2187764"/>
                </a:lnTo>
                <a:close/>
                <a:moveTo>
                  <a:pt x="1459098" y="683884"/>
                </a:moveTo>
                <a:lnTo>
                  <a:pt x="1459057" y="684172"/>
                </a:lnTo>
                <a:lnTo>
                  <a:pt x="1459316" y="684547"/>
                </a:lnTo>
                <a:close/>
                <a:moveTo>
                  <a:pt x="1450897" y="701946"/>
                </a:moveTo>
                <a:lnTo>
                  <a:pt x="1450688" y="702721"/>
                </a:lnTo>
                <a:lnTo>
                  <a:pt x="1450995" y="703444"/>
                </a:lnTo>
                <a:lnTo>
                  <a:pt x="1451233" y="703670"/>
                </a:lnTo>
                <a:lnTo>
                  <a:pt x="1451244" y="703484"/>
                </a:lnTo>
                <a:close/>
                <a:moveTo>
                  <a:pt x="810620" y="2135378"/>
                </a:moveTo>
                <a:lnTo>
                  <a:pt x="810705" y="2135794"/>
                </a:lnTo>
                <a:lnTo>
                  <a:pt x="811989" y="2135568"/>
                </a:lnTo>
                <a:lnTo>
                  <a:pt x="811436" y="2135125"/>
                </a:lnTo>
                <a:close/>
                <a:moveTo>
                  <a:pt x="1525461" y="534647"/>
                </a:moveTo>
                <a:lnTo>
                  <a:pt x="1525810" y="536420"/>
                </a:lnTo>
                <a:lnTo>
                  <a:pt x="1526256" y="537291"/>
                </a:lnTo>
                <a:lnTo>
                  <a:pt x="1526030" y="534143"/>
                </a:lnTo>
                <a:close/>
                <a:moveTo>
                  <a:pt x="802161" y="2154123"/>
                </a:moveTo>
                <a:lnTo>
                  <a:pt x="803878" y="2157806"/>
                </a:lnTo>
                <a:lnTo>
                  <a:pt x="803902" y="2157800"/>
                </a:lnTo>
                <a:lnTo>
                  <a:pt x="804013" y="2157761"/>
                </a:lnTo>
                <a:lnTo>
                  <a:pt x="803103" y="2155452"/>
                </a:lnTo>
                <a:lnTo>
                  <a:pt x="802224" y="2154132"/>
                </a:lnTo>
                <a:close/>
                <a:moveTo>
                  <a:pt x="803598" y="2150808"/>
                </a:moveTo>
                <a:lnTo>
                  <a:pt x="810505" y="2151234"/>
                </a:lnTo>
                <a:lnTo>
                  <a:pt x="809935" y="2150396"/>
                </a:lnTo>
                <a:close/>
                <a:moveTo>
                  <a:pt x="1451857" y="698983"/>
                </a:moveTo>
                <a:lnTo>
                  <a:pt x="1451757" y="700656"/>
                </a:lnTo>
                <a:lnTo>
                  <a:pt x="1452732" y="704903"/>
                </a:lnTo>
                <a:lnTo>
                  <a:pt x="1452497" y="700199"/>
                </a:lnTo>
                <a:close/>
                <a:moveTo>
                  <a:pt x="1522007" y="541327"/>
                </a:moveTo>
                <a:lnTo>
                  <a:pt x="1516635" y="556114"/>
                </a:lnTo>
                <a:lnTo>
                  <a:pt x="1519999" y="569809"/>
                </a:lnTo>
                <a:lnTo>
                  <a:pt x="1527950" y="604170"/>
                </a:lnTo>
                <a:lnTo>
                  <a:pt x="1528286" y="602126"/>
                </a:lnTo>
                <a:lnTo>
                  <a:pt x="1525852" y="588078"/>
                </a:lnTo>
                <a:lnTo>
                  <a:pt x="1526147" y="588297"/>
                </a:lnTo>
                <a:lnTo>
                  <a:pt x="1528411" y="601363"/>
                </a:lnTo>
                <a:lnTo>
                  <a:pt x="1528842" y="598748"/>
                </a:lnTo>
                <a:lnTo>
                  <a:pt x="1528463" y="586668"/>
                </a:lnTo>
                <a:lnTo>
                  <a:pt x="1526666" y="570360"/>
                </a:lnTo>
                <a:lnTo>
                  <a:pt x="1524280" y="551096"/>
                </a:lnTo>
                <a:lnTo>
                  <a:pt x="1524481" y="551294"/>
                </a:lnTo>
                <a:lnTo>
                  <a:pt x="1528328" y="582361"/>
                </a:lnTo>
                <a:lnTo>
                  <a:pt x="1527817" y="566078"/>
                </a:lnTo>
                <a:lnTo>
                  <a:pt x="1526846" y="558076"/>
                </a:lnTo>
                <a:close/>
                <a:moveTo>
                  <a:pt x="804872" y="2146712"/>
                </a:moveTo>
                <a:lnTo>
                  <a:pt x="807416" y="2146696"/>
                </a:lnTo>
                <a:lnTo>
                  <a:pt x="807102" y="2146236"/>
                </a:lnTo>
                <a:lnTo>
                  <a:pt x="805379" y="2146388"/>
                </a:lnTo>
                <a:close/>
                <a:moveTo>
                  <a:pt x="810396" y="2134294"/>
                </a:moveTo>
                <a:lnTo>
                  <a:pt x="810518" y="2134883"/>
                </a:lnTo>
                <a:lnTo>
                  <a:pt x="810961" y="2134746"/>
                </a:lnTo>
                <a:close/>
                <a:moveTo>
                  <a:pt x="775978" y="2211034"/>
                </a:moveTo>
                <a:lnTo>
                  <a:pt x="776688" y="2213164"/>
                </a:lnTo>
                <a:lnTo>
                  <a:pt x="781832" y="2214307"/>
                </a:lnTo>
                <a:lnTo>
                  <a:pt x="788816" y="2215760"/>
                </a:lnTo>
                <a:lnTo>
                  <a:pt x="795439" y="2211146"/>
                </a:lnTo>
                <a:lnTo>
                  <a:pt x="794577" y="2208447"/>
                </a:lnTo>
                <a:close/>
                <a:moveTo>
                  <a:pt x="795362" y="2167476"/>
                </a:moveTo>
                <a:lnTo>
                  <a:pt x="796950" y="2167340"/>
                </a:lnTo>
                <a:lnTo>
                  <a:pt x="797813" y="2166391"/>
                </a:lnTo>
                <a:close/>
                <a:moveTo>
                  <a:pt x="1523947" y="535989"/>
                </a:moveTo>
                <a:lnTo>
                  <a:pt x="1522393" y="540265"/>
                </a:lnTo>
                <a:lnTo>
                  <a:pt x="1526343" y="553936"/>
                </a:lnTo>
                <a:lnTo>
                  <a:pt x="1524142" y="535816"/>
                </a:lnTo>
                <a:close/>
                <a:moveTo>
                  <a:pt x="787808" y="2182820"/>
                </a:moveTo>
                <a:lnTo>
                  <a:pt x="793249" y="2182457"/>
                </a:lnTo>
                <a:lnTo>
                  <a:pt x="791386" y="2179892"/>
                </a:lnTo>
                <a:close/>
                <a:moveTo>
                  <a:pt x="1486278" y="618772"/>
                </a:moveTo>
                <a:lnTo>
                  <a:pt x="1486261" y="620738"/>
                </a:lnTo>
                <a:lnTo>
                  <a:pt x="1489245" y="626774"/>
                </a:lnTo>
                <a:lnTo>
                  <a:pt x="1489203" y="626288"/>
                </a:lnTo>
                <a:lnTo>
                  <a:pt x="1486416" y="619042"/>
                </a:lnTo>
                <a:close/>
                <a:moveTo>
                  <a:pt x="794085" y="2168576"/>
                </a:moveTo>
                <a:lnTo>
                  <a:pt x="795008" y="2169478"/>
                </a:lnTo>
                <a:lnTo>
                  <a:pt x="795937" y="2168456"/>
                </a:lnTo>
                <a:close/>
                <a:moveTo>
                  <a:pt x="787374" y="2183176"/>
                </a:moveTo>
                <a:lnTo>
                  <a:pt x="788396" y="2186886"/>
                </a:lnTo>
                <a:lnTo>
                  <a:pt x="794332" y="2183948"/>
                </a:lnTo>
                <a:lnTo>
                  <a:pt x="793393" y="2182655"/>
                </a:lnTo>
                <a:lnTo>
                  <a:pt x="787532" y="2183047"/>
                </a:lnTo>
                <a:close/>
                <a:moveTo>
                  <a:pt x="775474" y="2209521"/>
                </a:moveTo>
                <a:lnTo>
                  <a:pt x="775724" y="2210271"/>
                </a:lnTo>
                <a:lnTo>
                  <a:pt x="794321" y="2207646"/>
                </a:lnTo>
                <a:lnTo>
                  <a:pt x="792609" y="2202284"/>
                </a:lnTo>
                <a:lnTo>
                  <a:pt x="790380" y="2202365"/>
                </a:lnTo>
                <a:close/>
                <a:moveTo>
                  <a:pt x="1521726" y="537956"/>
                </a:moveTo>
                <a:lnTo>
                  <a:pt x="1522200" y="539596"/>
                </a:lnTo>
                <a:lnTo>
                  <a:pt x="1523304" y="536559"/>
                </a:lnTo>
                <a:close/>
                <a:moveTo>
                  <a:pt x="1484765" y="620210"/>
                </a:moveTo>
                <a:lnTo>
                  <a:pt x="1484896" y="622199"/>
                </a:lnTo>
                <a:lnTo>
                  <a:pt x="1484994" y="626013"/>
                </a:lnTo>
                <a:lnTo>
                  <a:pt x="1485952" y="629333"/>
                </a:lnTo>
                <a:lnTo>
                  <a:pt x="1486004" y="622993"/>
                </a:lnTo>
                <a:close/>
                <a:moveTo>
                  <a:pt x="807388" y="2136377"/>
                </a:moveTo>
                <a:lnTo>
                  <a:pt x="810379" y="2135851"/>
                </a:lnTo>
                <a:lnTo>
                  <a:pt x="810302" y="2135477"/>
                </a:lnTo>
                <a:close/>
                <a:moveTo>
                  <a:pt x="790455" y="2173855"/>
                </a:moveTo>
                <a:lnTo>
                  <a:pt x="790603" y="2174154"/>
                </a:lnTo>
                <a:lnTo>
                  <a:pt x="790764" y="2174149"/>
                </a:lnTo>
                <a:lnTo>
                  <a:pt x="790979" y="2173912"/>
                </a:lnTo>
                <a:close/>
                <a:moveTo>
                  <a:pt x="785247" y="2184917"/>
                </a:moveTo>
                <a:lnTo>
                  <a:pt x="787196" y="2187479"/>
                </a:lnTo>
                <a:lnTo>
                  <a:pt x="787787" y="2187187"/>
                </a:lnTo>
                <a:lnTo>
                  <a:pt x="786687" y="2183739"/>
                </a:lnTo>
                <a:close/>
                <a:moveTo>
                  <a:pt x="801250" y="2149036"/>
                </a:moveTo>
                <a:lnTo>
                  <a:pt x="802351" y="2150731"/>
                </a:lnTo>
                <a:lnTo>
                  <a:pt x="802735" y="2150754"/>
                </a:lnTo>
                <a:lnTo>
                  <a:pt x="807786" y="2150427"/>
                </a:lnTo>
                <a:lnTo>
                  <a:pt x="809845" y="2150266"/>
                </a:lnTo>
                <a:lnTo>
                  <a:pt x="807696" y="2147108"/>
                </a:lnTo>
                <a:lnTo>
                  <a:pt x="804222" y="2147130"/>
                </a:lnTo>
                <a:close/>
                <a:moveTo>
                  <a:pt x="1457508" y="679057"/>
                </a:moveTo>
                <a:lnTo>
                  <a:pt x="1458599" y="683260"/>
                </a:lnTo>
                <a:lnTo>
                  <a:pt x="1458692" y="682653"/>
                </a:lnTo>
                <a:close/>
                <a:moveTo>
                  <a:pt x="1526266" y="524771"/>
                </a:moveTo>
                <a:lnTo>
                  <a:pt x="1526785" y="531975"/>
                </a:lnTo>
                <a:lnTo>
                  <a:pt x="1528864" y="530389"/>
                </a:lnTo>
                <a:close/>
                <a:moveTo>
                  <a:pt x="1489137" y="607623"/>
                </a:moveTo>
                <a:lnTo>
                  <a:pt x="1491109" y="623168"/>
                </a:lnTo>
                <a:lnTo>
                  <a:pt x="1491462" y="622236"/>
                </a:lnTo>
                <a:close/>
                <a:moveTo>
                  <a:pt x="773157" y="2210633"/>
                </a:moveTo>
                <a:lnTo>
                  <a:pt x="775332" y="2210326"/>
                </a:lnTo>
                <a:lnTo>
                  <a:pt x="775120" y="2209691"/>
                </a:lnTo>
                <a:close/>
                <a:moveTo>
                  <a:pt x="1449836" y="695144"/>
                </a:moveTo>
                <a:lnTo>
                  <a:pt x="1451062" y="700261"/>
                </a:lnTo>
                <a:lnTo>
                  <a:pt x="1451204" y="699737"/>
                </a:lnTo>
                <a:lnTo>
                  <a:pt x="1451398" y="700097"/>
                </a:lnTo>
                <a:lnTo>
                  <a:pt x="1451199" y="700833"/>
                </a:lnTo>
                <a:lnTo>
                  <a:pt x="1451362" y="701513"/>
                </a:lnTo>
                <a:lnTo>
                  <a:pt x="1451456" y="699941"/>
                </a:lnTo>
                <a:lnTo>
                  <a:pt x="1451080" y="698303"/>
                </a:lnTo>
                <a:lnTo>
                  <a:pt x="1451248" y="698440"/>
                </a:lnTo>
                <a:lnTo>
                  <a:pt x="1451484" y="699466"/>
                </a:lnTo>
                <a:lnTo>
                  <a:pt x="1451548" y="698396"/>
                </a:lnTo>
                <a:close/>
                <a:moveTo>
                  <a:pt x="801447" y="2146734"/>
                </a:moveTo>
                <a:lnTo>
                  <a:pt x="803353" y="2146723"/>
                </a:lnTo>
                <a:lnTo>
                  <a:pt x="803608" y="2146544"/>
                </a:lnTo>
                <a:close/>
                <a:moveTo>
                  <a:pt x="1476372" y="635444"/>
                </a:moveTo>
                <a:lnTo>
                  <a:pt x="1481358" y="645129"/>
                </a:lnTo>
                <a:lnTo>
                  <a:pt x="1481082" y="642164"/>
                </a:lnTo>
                <a:close/>
                <a:moveTo>
                  <a:pt x="794883" y="2160998"/>
                </a:moveTo>
                <a:lnTo>
                  <a:pt x="798473" y="2165624"/>
                </a:lnTo>
                <a:lnTo>
                  <a:pt x="798534" y="2165598"/>
                </a:lnTo>
                <a:lnTo>
                  <a:pt x="804073" y="2159501"/>
                </a:lnTo>
                <a:lnTo>
                  <a:pt x="803676" y="2158649"/>
                </a:lnTo>
                <a:close/>
                <a:moveTo>
                  <a:pt x="1484807" y="615917"/>
                </a:moveTo>
                <a:lnTo>
                  <a:pt x="1484780" y="617740"/>
                </a:lnTo>
                <a:lnTo>
                  <a:pt x="1486027" y="620261"/>
                </a:lnTo>
                <a:lnTo>
                  <a:pt x="1486042" y="618316"/>
                </a:lnTo>
                <a:close/>
                <a:moveTo>
                  <a:pt x="1461373" y="667682"/>
                </a:moveTo>
                <a:lnTo>
                  <a:pt x="1461197" y="668935"/>
                </a:lnTo>
                <a:lnTo>
                  <a:pt x="1462238" y="673944"/>
                </a:lnTo>
                <a:lnTo>
                  <a:pt x="1461746" y="669234"/>
                </a:lnTo>
                <a:close/>
                <a:moveTo>
                  <a:pt x="798937" y="2150520"/>
                </a:moveTo>
                <a:lnTo>
                  <a:pt x="799856" y="2150577"/>
                </a:lnTo>
                <a:lnTo>
                  <a:pt x="799554" y="2150124"/>
                </a:lnTo>
                <a:close/>
                <a:moveTo>
                  <a:pt x="803398" y="2140447"/>
                </a:moveTo>
                <a:lnTo>
                  <a:pt x="805213" y="2143192"/>
                </a:lnTo>
                <a:lnTo>
                  <a:pt x="808533" y="2143099"/>
                </a:lnTo>
                <a:lnTo>
                  <a:pt x="811452" y="2141059"/>
                </a:lnTo>
                <a:lnTo>
                  <a:pt x="810859" y="2138179"/>
                </a:lnTo>
                <a:close/>
                <a:moveTo>
                  <a:pt x="800290" y="2147155"/>
                </a:moveTo>
                <a:lnTo>
                  <a:pt x="800695" y="2148183"/>
                </a:lnTo>
                <a:lnTo>
                  <a:pt x="800873" y="2148456"/>
                </a:lnTo>
                <a:lnTo>
                  <a:pt x="802756" y="2147139"/>
                </a:lnTo>
                <a:close/>
                <a:moveTo>
                  <a:pt x="787785" y="2173558"/>
                </a:moveTo>
                <a:lnTo>
                  <a:pt x="788263" y="2174219"/>
                </a:lnTo>
                <a:lnTo>
                  <a:pt x="790489" y="2174157"/>
                </a:lnTo>
                <a:lnTo>
                  <a:pt x="790333" y="2173841"/>
                </a:lnTo>
                <a:close/>
                <a:moveTo>
                  <a:pt x="770668" y="2211828"/>
                </a:moveTo>
                <a:lnTo>
                  <a:pt x="776244" y="2213066"/>
                </a:lnTo>
                <a:lnTo>
                  <a:pt x="775585" y="2211089"/>
                </a:lnTo>
                <a:lnTo>
                  <a:pt x="770830" y="2211750"/>
                </a:lnTo>
                <a:close/>
                <a:moveTo>
                  <a:pt x="816454" y="2109061"/>
                </a:moveTo>
                <a:lnTo>
                  <a:pt x="819277" y="2110035"/>
                </a:lnTo>
                <a:lnTo>
                  <a:pt x="821087" y="2108551"/>
                </a:lnTo>
                <a:lnTo>
                  <a:pt x="819972" y="2108121"/>
                </a:lnTo>
                <a:close/>
                <a:moveTo>
                  <a:pt x="1448640" y="693242"/>
                </a:moveTo>
                <a:lnTo>
                  <a:pt x="1448014" y="696437"/>
                </a:lnTo>
                <a:lnTo>
                  <a:pt x="1450510" y="702301"/>
                </a:lnTo>
                <a:lnTo>
                  <a:pt x="1450765" y="701358"/>
                </a:lnTo>
                <a:lnTo>
                  <a:pt x="1449084" y="693901"/>
                </a:lnTo>
                <a:close/>
                <a:moveTo>
                  <a:pt x="788753" y="2170401"/>
                </a:moveTo>
                <a:lnTo>
                  <a:pt x="790288" y="2173513"/>
                </a:lnTo>
                <a:lnTo>
                  <a:pt x="791256" y="2173607"/>
                </a:lnTo>
                <a:lnTo>
                  <a:pt x="794310" y="2170247"/>
                </a:lnTo>
                <a:lnTo>
                  <a:pt x="792691" y="2168667"/>
                </a:lnTo>
                <a:lnTo>
                  <a:pt x="792668" y="2168668"/>
                </a:lnTo>
                <a:close/>
                <a:moveTo>
                  <a:pt x="799735" y="2145745"/>
                </a:moveTo>
                <a:lnTo>
                  <a:pt x="799753" y="2145790"/>
                </a:lnTo>
                <a:lnTo>
                  <a:pt x="800516" y="2145723"/>
                </a:lnTo>
                <a:close/>
                <a:moveTo>
                  <a:pt x="778943" y="2192147"/>
                </a:moveTo>
                <a:lnTo>
                  <a:pt x="783028" y="2192097"/>
                </a:lnTo>
                <a:lnTo>
                  <a:pt x="789085" y="2191577"/>
                </a:lnTo>
                <a:lnTo>
                  <a:pt x="786672" y="2188407"/>
                </a:lnTo>
                <a:lnTo>
                  <a:pt x="783899" y="2189778"/>
                </a:lnTo>
                <a:close/>
                <a:moveTo>
                  <a:pt x="1467446" y="649628"/>
                </a:moveTo>
                <a:lnTo>
                  <a:pt x="1467598" y="653493"/>
                </a:lnTo>
                <a:lnTo>
                  <a:pt x="1470468" y="661003"/>
                </a:lnTo>
                <a:lnTo>
                  <a:pt x="1470470" y="660431"/>
                </a:lnTo>
                <a:lnTo>
                  <a:pt x="1469878" y="656612"/>
                </a:lnTo>
                <a:close/>
                <a:moveTo>
                  <a:pt x="1448168" y="692542"/>
                </a:moveTo>
                <a:lnTo>
                  <a:pt x="1447546" y="694229"/>
                </a:lnTo>
                <a:lnTo>
                  <a:pt x="1447459" y="695131"/>
                </a:lnTo>
                <a:lnTo>
                  <a:pt x="1447884" y="696130"/>
                </a:lnTo>
                <a:lnTo>
                  <a:pt x="1448492" y="693023"/>
                </a:lnTo>
                <a:close/>
                <a:moveTo>
                  <a:pt x="799121" y="2145762"/>
                </a:moveTo>
                <a:lnTo>
                  <a:pt x="799173" y="2145841"/>
                </a:lnTo>
                <a:lnTo>
                  <a:pt x="799315" y="2145829"/>
                </a:lnTo>
                <a:lnTo>
                  <a:pt x="799287" y="2145758"/>
                </a:lnTo>
                <a:close/>
                <a:moveTo>
                  <a:pt x="1513882" y="544905"/>
                </a:moveTo>
                <a:lnTo>
                  <a:pt x="1516459" y="555399"/>
                </a:lnTo>
                <a:lnTo>
                  <a:pt x="1521815" y="540658"/>
                </a:lnTo>
                <a:lnTo>
                  <a:pt x="1521176" y="538443"/>
                </a:lnTo>
                <a:close/>
                <a:moveTo>
                  <a:pt x="773298" y="2202987"/>
                </a:moveTo>
                <a:lnTo>
                  <a:pt x="775339" y="2209117"/>
                </a:lnTo>
                <a:lnTo>
                  <a:pt x="788808" y="2202422"/>
                </a:lnTo>
                <a:close/>
                <a:moveTo>
                  <a:pt x="815030" y="2109441"/>
                </a:moveTo>
                <a:lnTo>
                  <a:pt x="817614" y="2111396"/>
                </a:lnTo>
                <a:lnTo>
                  <a:pt x="818793" y="2110431"/>
                </a:lnTo>
                <a:lnTo>
                  <a:pt x="815533" y="2109307"/>
                </a:lnTo>
                <a:close/>
                <a:moveTo>
                  <a:pt x="1452982" y="680128"/>
                </a:moveTo>
                <a:lnTo>
                  <a:pt x="1452908" y="681374"/>
                </a:lnTo>
                <a:lnTo>
                  <a:pt x="1453319" y="682109"/>
                </a:lnTo>
                <a:close/>
                <a:moveTo>
                  <a:pt x="801840" y="2138091"/>
                </a:moveTo>
                <a:lnTo>
                  <a:pt x="803114" y="2140017"/>
                </a:lnTo>
                <a:lnTo>
                  <a:pt x="810743" y="2137615"/>
                </a:lnTo>
                <a:lnTo>
                  <a:pt x="810441" y="2136154"/>
                </a:lnTo>
                <a:lnTo>
                  <a:pt x="805026" y="2137107"/>
                </a:lnTo>
                <a:close/>
                <a:moveTo>
                  <a:pt x="788047" y="2168969"/>
                </a:moveTo>
                <a:lnTo>
                  <a:pt x="788561" y="2170012"/>
                </a:lnTo>
                <a:lnTo>
                  <a:pt x="791412" y="2168750"/>
                </a:lnTo>
                <a:close/>
                <a:moveTo>
                  <a:pt x="1452619" y="680460"/>
                </a:moveTo>
                <a:lnTo>
                  <a:pt x="1452531" y="680700"/>
                </a:lnTo>
                <a:lnTo>
                  <a:pt x="1452598" y="680821"/>
                </a:lnTo>
                <a:close/>
                <a:moveTo>
                  <a:pt x="1460083" y="663576"/>
                </a:moveTo>
                <a:lnTo>
                  <a:pt x="1460973" y="667857"/>
                </a:lnTo>
                <a:lnTo>
                  <a:pt x="1461145" y="666737"/>
                </a:lnTo>
                <a:lnTo>
                  <a:pt x="1460659" y="664715"/>
                </a:lnTo>
                <a:close/>
                <a:moveTo>
                  <a:pt x="786290" y="2171491"/>
                </a:moveTo>
                <a:lnTo>
                  <a:pt x="787560" y="2173247"/>
                </a:lnTo>
                <a:lnTo>
                  <a:pt x="790166" y="2173501"/>
                </a:lnTo>
                <a:lnTo>
                  <a:pt x="788658" y="2170443"/>
                </a:lnTo>
                <a:close/>
                <a:moveTo>
                  <a:pt x="1454884" y="674316"/>
                </a:moveTo>
                <a:lnTo>
                  <a:pt x="1454843" y="674425"/>
                </a:lnTo>
                <a:lnTo>
                  <a:pt x="1455660" y="679239"/>
                </a:lnTo>
                <a:lnTo>
                  <a:pt x="1455875" y="679552"/>
                </a:lnTo>
                <a:lnTo>
                  <a:pt x="1455797" y="677833"/>
                </a:lnTo>
                <a:close/>
                <a:moveTo>
                  <a:pt x="776374" y="2192178"/>
                </a:moveTo>
                <a:lnTo>
                  <a:pt x="777733" y="2192161"/>
                </a:lnTo>
                <a:lnTo>
                  <a:pt x="786303" y="2187921"/>
                </a:lnTo>
                <a:lnTo>
                  <a:pt x="784489" y="2185537"/>
                </a:lnTo>
                <a:close/>
                <a:moveTo>
                  <a:pt x="1457824" y="665994"/>
                </a:moveTo>
                <a:lnTo>
                  <a:pt x="1457162" y="667870"/>
                </a:lnTo>
                <a:lnTo>
                  <a:pt x="1458333" y="671003"/>
                </a:lnTo>
                <a:lnTo>
                  <a:pt x="1459346" y="673316"/>
                </a:lnTo>
                <a:close/>
                <a:moveTo>
                  <a:pt x="784630" y="2173207"/>
                </a:moveTo>
                <a:lnTo>
                  <a:pt x="784935" y="2174312"/>
                </a:lnTo>
                <a:lnTo>
                  <a:pt x="787288" y="2174246"/>
                </a:lnTo>
                <a:lnTo>
                  <a:pt x="786700" y="2173437"/>
                </a:lnTo>
                <a:close/>
                <a:moveTo>
                  <a:pt x="1459658" y="661533"/>
                </a:moveTo>
                <a:lnTo>
                  <a:pt x="1459835" y="662384"/>
                </a:lnTo>
                <a:lnTo>
                  <a:pt x="1460324" y="663319"/>
                </a:lnTo>
                <a:lnTo>
                  <a:pt x="1460154" y="662608"/>
                </a:lnTo>
                <a:close/>
                <a:moveTo>
                  <a:pt x="781457" y="2179936"/>
                </a:moveTo>
                <a:lnTo>
                  <a:pt x="782316" y="2181063"/>
                </a:lnTo>
                <a:lnTo>
                  <a:pt x="783782" y="2179863"/>
                </a:lnTo>
                <a:lnTo>
                  <a:pt x="781537" y="2179926"/>
                </a:lnTo>
                <a:close/>
                <a:moveTo>
                  <a:pt x="798263" y="2142007"/>
                </a:moveTo>
                <a:lnTo>
                  <a:pt x="798800" y="2143372"/>
                </a:lnTo>
                <a:lnTo>
                  <a:pt x="805033" y="2143197"/>
                </a:lnTo>
                <a:lnTo>
                  <a:pt x="803201" y="2140506"/>
                </a:lnTo>
                <a:close/>
                <a:moveTo>
                  <a:pt x="800714" y="2136390"/>
                </a:moveTo>
                <a:lnTo>
                  <a:pt x="801402" y="2137430"/>
                </a:lnTo>
                <a:lnTo>
                  <a:pt x="803441" y="2137071"/>
                </a:lnTo>
                <a:lnTo>
                  <a:pt x="810200" y="2134982"/>
                </a:lnTo>
                <a:lnTo>
                  <a:pt x="810014" y="2134079"/>
                </a:lnTo>
                <a:lnTo>
                  <a:pt x="809581" y="2133852"/>
                </a:lnTo>
                <a:lnTo>
                  <a:pt x="808968" y="2133979"/>
                </a:lnTo>
                <a:lnTo>
                  <a:pt x="808906" y="2134009"/>
                </a:lnTo>
                <a:close/>
                <a:moveTo>
                  <a:pt x="1459685" y="660721"/>
                </a:moveTo>
                <a:lnTo>
                  <a:pt x="1459636" y="660859"/>
                </a:lnTo>
                <a:lnTo>
                  <a:pt x="1459842" y="661314"/>
                </a:lnTo>
                <a:lnTo>
                  <a:pt x="1459730" y="660843"/>
                </a:lnTo>
                <a:close/>
                <a:moveTo>
                  <a:pt x="1451915" y="677883"/>
                </a:moveTo>
                <a:lnTo>
                  <a:pt x="1452039" y="679821"/>
                </a:lnTo>
                <a:lnTo>
                  <a:pt x="1452263" y="680222"/>
                </a:lnTo>
                <a:lnTo>
                  <a:pt x="1452703" y="679027"/>
                </a:lnTo>
                <a:close/>
                <a:moveTo>
                  <a:pt x="784390" y="2172333"/>
                </a:moveTo>
                <a:lnTo>
                  <a:pt x="784561" y="2172954"/>
                </a:lnTo>
                <a:lnTo>
                  <a:pt x="786486" y="2173142"/>
                </a:lnTo>
                <a:lnTo>
                  <a:pt x="785531" y="2171827"/>
                </a:lnTo>
                <a:close/>
                <a:moveTo>
                  <a:pt x="1472785" y="630326"/>
                </a:moveTo>
                <a:lnTo>
                  <a:pt x="1473551" y="634838"/>
                </a:lnTo>
                <a:lnTo>
                  <a:pt x="1474006" y="644284"/>
                </a:lnTo>
                <a:lnTo>
                  <a:pt x="1476984" y="654778"/>
                </a:lnTo>
                <a:lnTo>
                  <a:pt x="1477735" y="658458"/>
                </a:lnTo>
                <a:lnTo>
                  <a:pt x="1481640" y="648155"/>
                </a:lnTo>
                <a:lnTo>
                  <a:pt x="1481511" y="646773"/>
                </a:lnTo>
                <a:lnTo>
                  <a:pt x="1473760" y="631717"/>
                </a:lnTo>
                <a:close/>
                <a:moveTo>
                  <a:pt x="788161" y="2162793"/>
                </a:moveTo>
                <a:lnTo>
                  <a:pt x="793151" y="2167664"/>
                </a:lnTo>
                <a:lnTo>
                  <a:pt x="794034" y="2167589"/>
                </a:lnTo>
                <a:lnTo>
                  <a:pt x="798001" y="2165834"/>
                </a:lnTo>
                <a:lnTo>
                  <a:pt x="794357" y="2161138"/>
                </a:lnTo>
                <a:close/>
                <a:moveTo>
                  <a:pt x="813109" y="2106448"/>
                </a:moveTo>
                <a:lnTo>
                  <a:pt x="814725" y="2106098"/>
                </a:lnTo>
                <a:lnTo>
                  <a:pt x="813885" y="2105773"/>
                </a:lnTo>
                <a:close/>
                <a:moveTo>
                  <a:pt x="1467139" y="641760"/>
                </a:moveTo>
                <a:lnTo>
                  <a:pt x="1467359" y="647391"/>
                </a:lnTo>
                <a:lnTo>
                  <a:pt x="1469155" y="651955"/>
                </a:lnTo>
                <a:lnTo>
                  <a:pt x="1468324" y="646602"/>
                </a:lnTo>
                <a:close/>
                <a:moveTo>
                  <a:pt x="796942" y="2142409"/>
                </a:moveTo>
                <a:lnTo>
                  <a:pt x="797590" y="2143406"/>
                </a:lnTo>
                <a:lnTo>
                  <a:pt x="798353" y="2143385"/>
                </a:lnTo>
                <a:lnTo>
                  <a:pt x="797859" y="2142130"/>
                </a:lnTo>
                <a:close/>
                <a:moveTo>
                  <a:pt x="1459220" y="659425"/>
                </a:moveTo>
                <a:lnTo>
                  <a:pt x="1459416" y="660372"/>
                </a:lnTo>
                <a:lnTo>
                  <a:pt x="1459505" y="660568"/>
                </a:lnTo>
                <a:lnTo>
                  <a:pt x="1459568" y="660397"/>
                </a:lnTo>
                <a:close/>
                <a:moveTo>
                  <a:pt x="790948" y="2155644"/>
                </a:moveTo>
                <a:lnTo>
                  <a:pt x="793478" y="2159187"/>
                </a:lnTo>
                <a:lnTo>
                  <a:pt x="794376" y="2160344"/>
                </a:lnTo>
                <a:lnTo>
                  <a:pt x="803349" y="2157947"/>
                </a:lnTo>
                <a:lnTo>
                  <a:pt x="801526" y="2154037"/>
                </a:lnTo>
                <a:lnTo>
                  <a:pt x="794863" y="2153133"/>
                </a:lnTo>
                <a:lnTo>
                  <a:pt x="792976" y="2154343"/>
                </a:lnTo>
                <a:lnTo>
                  <a:pt x="796268" y="2157231"/>
                </a:lnTo>
                <a:lnTo>
                  <a:pt x="795886" y="2157211"/>
                </a:lnTo>
                <a:lnTo>
                  <a:pt x="792768" y="2154477"/>
                </a:lnTo>
                <a:close/>
                <a:moveTo>
                  <a:pt x="783269" y="2172828"/>
                </a:moveTo>
                <a:lnTo>
                  <a:pt x="783449" y="2172846"/>
                </a:lnTo>
                <a:lnTo>
                  <a:pt x="783425" y="2172759"/>
                </a:lnTo>
                <a:close/>
                <a:moveTo>
                  <a:pt x="1480683" y="611047"/>
                </a:moveTo>
                <a:lnTo>
                  <a:pt x="1484036" y="622684"/>
                </a:lnTo>
                <a:lnTo>
                  <a:pt x="1484085" y="619409"/>
                </a:lnTo>
                <a:lnTo>
                  <a:pt x="1484038" y="618578"/>
                </a:lnTo>
                <a:close/>
                <a:moveTo>
                  <a:pt x="1445769" y="689178"/>
                </a:moveTo>
                <a:lnTo>
                  <a:pt x="1445504" y="690531"/>
                </a:lnTo>
                <a:lnTo>
                  <a:pt x="1447090" y="694260"/>
                </a:lnTo>
                <a:lnTo>
                  <a:pt x="1447147" y="694106"/>
                </a:lnTo>
                <a:lnTo>
                  <a:pt x="1447269" y="692842"/>
                </a:lnTo>
                <a:lnTo>
                  <a:pt x="1447502" y="693142"/>
                </a:lnTo>
                <a:lnTo>
                  <a:pt x="1447880" y="692117"/>
                </a:lnTo>
                <a:lnTo>
                  <a:pt x="1446571" y="690175"/>
                </a:lnTo>
                <a:close/>
                <a:moveTo>
                  <a:pt x="1464886" y="645983"/>
                </a:moveTo>
                <a:lnTo>
                  <a:pt x="1464808" y="646203"/>
                </a:lnTo>
                <a:lnTo>
                  <a:pt x="1465018" y="646749"/>
                </a:lnTo>
                <a:close/>
                <a:moveTo>
                  <a:pt x="784628" y="2169191"/>
                </a:moveTo>
                <a:lnTo>
                  <a:pt x="786031" y="2171132"/>
                </a:lnTo>
                <a:lnTo>
                  <a:pt x="788466" y="2170054"/>
                </a:lnTo>
                <a:lnTo>
                  <a:pt x="787935" y="2168976"/>
                </a:lnTo>
                <a:close/>
                <a:moveTo>
                  <a:pt x="812163" y="2107272"/>
                </a:moveTo>
                <a:lnTo>
                  <a:pt x="812915" y="2107841"/>
                </a:lnTo>
                <a:lnTo>
                  <a:pt x="813488" y="2108038"/>
                </a:lnTo>
                <a:lnTo>
                  <a:pt x="816295" y="2107289"/>
                </a:lnTo>
                <a:lnTo>
                  <a:pt x="816917" y="2106943"/>
                </a:lnTo>
                <a:lnTo>
                  <a:pt x="815432" y="2106370"/>
                </a:lnTo>
                <a:lnTo>
                  <a:pt x="812456" y="2107016"/>
                </a:lnTo>
                <a:close/>
                <a:moveTo>
                  <a:pt x="1465482" y="644294"/>
                </a:moveTo>
                <a:lnTo>
                  <a:pt x="1465026" y="645585"/>
                </a:lnTo>
                <a:lnTo>
                  <a:pt x="1465396" y="647736"/>
                </a:lnTo>
                <a:lnTo>
                  <a:pt x="1466106" y="649596"/>
                </a:lnTo>
                <a:lnTo>
                  <a:pt x="1466110" y="645889"/>
                </a:lnTo>
                <a:close/>
                <a:moveTo>
                  <a:pt x="1466114" y="642505"/>
                </a:moveTo>
                <a:lnTo>
                  <a:pt x="1465793" y="643412"/>
                </a:lnTo>
                <a:lnTo>
                  <a:pt x="1466112" y="644220"/>
                </a:lnTo>
                <a:close/>
                <a:moveTo>
                  <a:pt x="797277" y="2139502"/>
                </a:moveTo>
                <a:lnTo>
                  <a:pt x="798101" y="2141596"/>
                </a:lnTo>
                <a:lnTo>
                  <a:pt x="802911" y="2140081"/>
                </a:lnTo>
                <a:lnTo>
                  <a:pt x="801605" y="2138164"/>
                </a:lnTo>
                <a:close/>
                <a:moveTo>
                  <a:pt x="1467059" y="639694"/>
                </a:moveTo>
                <a:lnTo>
                  <a:pt x="1467064" y="639814"/>
                </a:lnTo>
                <a:lnTo>
                  <a:pt x="1467083" y="639758"/>
                </a:lnTo>
                <a:close/>
                <a:moveTo>
                  <a:pt x="1445144" y="688765"/>
                </a:moveTo>
                <a:lnTo>
                  <a:pt x="1445153" y="688825"/>
                </a:lnTo>
                <a:lnTo>
                  <a:pt x="1445180" y="688684"/>
                </a:lnTo>
                <a:close/>
                <a:moveTo>
                  <a:pt x="806975" y="2117687"/>
                </a:moveTo>
                <a:lnTo>
                  <a:pt x="807307" y="2119299"/>
                </a:lnTo>
                <a:lnTo>
                  <a:pt x="807828" y="2119412"/>
                </a:lnTo>
                <a:lnTo>
                  <a:pt x="810441" y="2117272"/>
                </a:lnTo>
                <a:lnTo>
                  <a:pt x="810163" y="2116998"/>
                </a:lnTo>
                <a:lnTo>
                  <a:pt x="809255" y="2116909"/>
                </a:lnTo>
                <a:close/>
                <a:moveTo>
                  <a:pt x="1445082" y="688324"/>
                </a:moveTo>
                <a:lnTo>
                  <a:pt x="1445095" y="688415"/>
                </a:lnTo>
                <a:lnTo>
                  <a:pt x="1445117" y="688367"/>
                </a:lnTo>
                <a:close/>
                <a:moveTo>
                  <a:pt x="1464629" y="644482"/>
                </a:moveTo>
                <a:lnTo>
                  <a:pt x="1464500" y="645396"/>
                </a:lnTo>
                <a:lnTo>
                  <a:pt x="1464705" y="645932"/>
                </a:lnTo>
                <a:lnTo>
                  <a:pt x="1464821" y="645604"/>
                </a:lnTo>
                <a:close/>
                <a:moveTo>
                  <a:pt x="1450526" y="675867"/>
                </a:moveTo>
                <a:lnTo>
                  <a:pt x="1451238" y="678233"/>
                </a:lnTo>
                <a:lnTo>
                  <a:pt x="1451330" y="678553"/>
                </a:lnTo>
                <a:lnTo>
                  <a:pt x="1451422" y="678717"/>
                </a:lnTo>
                <a:lnTo>
                  <a:pt x="1451338" y="677046"/>
                </a:lnTo>
                <a:close/>
                <a:moveTo>
                  <a:pt x="790999" y="2152609"/>
                </a:moveTo>
                <a:lnTo>
                  <a:pt x="792673" y="2154077"/>
                </a:lnTo>
                <a:lnTo>
                  <a:pt x="794270" y="2153052"/>
                </a:lnTo>
                <a:close/>
                <a:moveTo>
                  <a:pt x="799230" y="2134146"/>
                </a:moveTo>
                <a:lnTo>
                  <a:pt x="799513" y="2134575"/>
                </a:lnTo>
                <a:lnTo>
                  <a:pt x="800749" y="2134216"/>
                </a:lnTo>
                <a:lnTo>
                  <a:pt x="801059" y="2134067"/>
                </a:lnTo>
                <a:lnTo>
                  <a:pt x="799344" y="2134114"/>
                </a:lnTo>
                <a:close/>
                <a:moveTo>
                  <a:pt x="783544" y="2169261"/>
                </a:moveTo>
                <a:lnTo>
                  <a:pt x="784273" y="2171910"/>
                </a:lnTo>
                <a:lnTo>
                  <a:pt x="785270" y="2171468"/>
                </a:lnTo>
                <a:lnTo>
                  <a:pt x="783663" y="2169254"/>
                </a:lnTo>
                <a:close/>
                <a:moveTo>
                  <a:pt x="806764" y="2116664"/>
                </a:moveTo>
                <a:lnTo>
                  <a:pt x="806921" y="2117423"/>
                </a:lnTo>
                <a:lnTo>
                  <a:pt x="808614" y="2116846"/>
                </a:lnTo>
                <a:close/>
                <a:moveTo>
                  <a:pt x="796897" y="2138536"/>
                </a:moveTo>
                <a:lnTo>
                  <a:pt x="797092" y="2139034"/>
                </a:lnTo>
                <a:lnTo>
                  <a:pt x="801084" y="2137800"/>
                </a:lnTo>
                <a:close/>
                <a:moveTo>
                  <a:pt x="1464873" y="642744"/>
                </a:moveTo>
                <a:lnTo>
                  <a:pt x="1464723" y="643813"/>
                </a:lnTo>
                <a:lnTo>
                  <a:pt x="1464962" y="645206"/>
                </a:lnTo>
                <a:lnTo>
                  <a:pt x="1465378" y="644027"/>
                </a:lnTo>
                <a:close/>
                <a:moveTo>
                  <a:pt x="798780" y="2134154"/>
                </a:moveTo>
                <a:lnTo>
                  <a:pt x="798860" y="2134131"/>
                </a:lnTo>
                <a:lnTo>
                  <a:pt x="798857" y="2134126"/>
                </a:lnTo>
                <a:lnTo>
                  <a:pt x="798825" y="2134127"/>
                </a:lnTo>
                <a:close/>
                <a:moveTo>
                  <a:pt x="771017" y="2196137"/>
                </a:moveTo>
                <a:lnTo>
                  <a:pt x="773247" y="2202834"/>
                </a:lnTo>
                <a:lnTo>
                  <a:pt x="784729" y="2202416"/>
                </a:lnTo>
                <a:lnTo>
                  <a:pt x="789274" y="2202190"/>
                </a:lnTo>
                <a:lnTo>
                  <a:pt x="792126" y="2200772"/>
                </a:lnTo>
                <a:lnTo>
                  <a:pt x="790124" y="2194502"/>
                </a:lnTo>
                <a:lnTo>
                  <a:pt x="785661" y="2194708"/>
                </a:lnTo>
                <a:lnTo>
                  <a:pt x="785265" y="2194425"/>
                </a:lnTo>
                <a:lnTo>
                  <a:pt x="790029" y="2194205"/>
                </a:lnTo>
                <a:lnTo>
                  <a:pt x="789893" y="2193781"/>
                </a:lnTo>
                <a:lnTo>
                  <a:pt x="775141" y="2193963"/>
                </a:lnTo>
                <a:lnTo>
                  <a:pt x="772865" y="2195050"/>
                </a:lnTo>
                <a:lnTo>
                  <a:pt x="772787" y="2195114"/>
                </a:lnTo>
                <a:close/>
                <a:moveTo>
                  <a:pt x="1486830" y="593125"/>
                </a:moveTo>
                <a:lnTo>
                  <a:pt x="1489275" y="612401"/>
                </a:lnTo>
                <a:lnTo>
                  <a:pt x="1490354" y="624886"/>
                </a:lnTo>
                <a:lnTo>
                  <a:pt x="1490414" y="625002"/>
                </a:lnTo>
                <a:lnTo>
                  <a:pt x="1490838" y="623884"/>
                </a:lnTo>
                <a:lnTo>
                  <a:pt x="1487352" y="596409"/>
                </a:lnTo>
                <a:close/>
                <a:moveTo>
                  <a:pt x="785441" y="2163520"/>
                </a:moveTo>
                <a:lnTo>
                  <a:pt x="787640" y="2168136"/>
                </a:lnTo>
                <a:lnTo>
                  <a:pt x="791784" y="2167782"/>
                </a:lnTo>
                <a:lnTo>
                  <a:pt x="786993" y="2163105"/>
                </a:lnTo>
                <a:close/>
                <a:moveTo>
                  <a:pt x="1451500" y="671379"/>
                </a:moveTo>
                <a:lnTo>
                  <a:pt x="1451682" y="674238"/>
                </a:lnTo>
                <a:lnTo>
                  <a:pt x="1452066" y="674716"/>
                </a:lnTo>
                <a:close/>
                <a:moveTo>
                  <a:pt x="795590" y="2140023"/>
                </a:moveTo>
                <a:lnTo>
                  <a:pt x="796092" y="2141102"/>
                </a:lnTo>
                <a:lnTo>
                  <a:pt x="796700" y="2142037"/>
                </a:lnTo>
                <a:lnTo>
                  <a:pt x="797699" y="2141722"/>
                </a:lnTo>
                <a:lnTo>
                  <a:pt x="796874" y="2139626"/>
                </a:lnTo>
                <a:close/>
                <a:moveTo>
                  <a:pt x="1521491" y="514446"/>
                </a:moveTo>
                <a:lnTo>
                  <a:pt x="1525176" y="533201"/>
                </a:lnTo>
                <a:lnTo>
                  <a:pt x="1525921" y="532633"/>
                </a:lnTo>
                <a:lnTo>
                  <a:pt x="1525188" y="522440"/>
                </a:lnTo>
                <a:close/>
                <a:moveTo>
                  <a:pt x="796530" y="2137606"/>
                </a:moveTo>
                <a:lnTo>
                  <a:pt x="796781" y="2138242"/>
                </a:lnTo>
                <a:lnTo>
                  <a:pt x="801138" y="2137476"/>
                </a:lnTo>
                <a:lnTo>
                  <a:pt x="800450" y="2136467"/>
                </a:lnTo>
                <a:close/>
                <a:moveTo>
                  <a:pt x="806459" y="2115183"/>
                </a:moveTo>
                <a:lnTo>
                  <a:pt x="806519" y="2115477"/>
                </a:lnTo>
                <a:lnTo>
                  <a:pt x="808753" y="2115607"/>
                </a:lnTo>
                <a:lnTo>
                  <a:pt x="807967" y="2114831"/>
                </a:lnTo>
                <a:close/>
                <a:moveTo>
                  <a:pt x="1443987" y="686966"/>
                </a:moveTo>
                <a:lnTo>
                  <a:pt x="1444813" y="688909"/>
                </a:lnTo>
                <a:lnTo>
                  <a:pt x="1444675" y="687819"/>
                </a:lnTo>
                <a:close/>
                <a:moveTo>
                  <a:pt x="779578" y="2174463"/>
                </a:moveTo>
                <a:lnTo>
                  <a:pt x="783861" y="2174342"/>
                </a:lnTo>
                <a:lnTo>
                  <a:pt x="783514" y="2173083"/>
                </a:lnTo>
                <a:lnTo>
                  <a:pt x="782859" y="2173010"/>
                </a:lnTo>
                <a:close/>
                <a:moveTo>
                  <a:pt x="1464281" y="641241"/>
                </a:moveTo>
                <a:lnTo>
                  <a:pt x="1464557" y="642845"/>
                </a:lnTo>
                <a:lnTo>
                  <a:pt x="1464650" y="642179"/>
                </a:lnTo>
                <a:close/>
                <a:moveTo>
                  <a:pt x="804496" y="2118532"/>
                </a:moveTo>
                <a:lnTo>
                  <a:pt x="806063" y="2119030"/>
                </a:lnTo>
                <a:lnTo>
                  <a:pt x="806953" y="2119223"/>
                </a:lnTo>
                <a:lnTo>
                  <a:pt x="806658" y="2117794"/>
                </a:lnTo>
                <a:close/>
                <a:moveTo>
                  <a:pt x="806303" y="2114429"/>
                </a:moveTo>
                <a:lnTo>
                  <a:pt x="806414" y="2114966"/>
                </a:lnTo>
                <a:lnTo>
                  <a:pt x="807781" y="2114647"/>
                </a:lnTo>
                <a:lnTo>
                  <a:pt x="807671" y="2114538"/>
                </a:lnTo>
                <a:close/>
                <a:moveTo>
                  <a:pt x="793261" y="2143527"/>
                </a:moveTo>
                <a:lnTo>
                  <a:pt x="795127" y="2143475"/>
                </a:lnTo>
                <a:lnTo>
                  <a:pt x="794841" y="2143047"/>
                </a:lnTo>
                <a:close/>
                <a:moveTo>
                  <a:pt x="1502775" y="554744"/>
                </a:moveTo>
                <a:lnTo>
                  <a:pt x="1510774" y="571048"/>
                </a:lnTo>
                <a:lnTo>
                  <a:pt x="1516324" y="555773"/>
                </a:lnTo>
                <a:lnTo>
                  <a:pt x="1515754" y="553312"/>
                </a:lnTo>
                <a:lnTo>
                  <a:pt x="1513724" y="545045"/>
                </a:lnTo>
                <a:close/>
                <a:moveTo>
                  <a:pt x="796720" y="2135387"/>
                </a:moveTo>
                <a:lnTo>
                  <a:pt x="799220" y="2134660"/>
                </a:lnTo>
                <a:lnTo>
                  <a:pt x="798929" y="2134233"/>
                </a:lnTo>
                <a:lnTo>
                  <a:pt x="798390" y="2134388"/>
                </a:lnTo>
                <a:close/>
                <a:moveTo>
                  <a:pt x="806219" y="2114022"/>
                </a:moveTo>
                <a:lnTo>
                  <a:pt x="806231" y="2114079"/>
                </a:lnTo>
                <a:lnTo>
                  <a:pt x="807291" y="2114163"/>
                </a:lnTo>
                <a:lnTo>
                  <a:pt x="806812" y="2113691"/>
                </a:lnTo>
                <a:close/>
                <a:moveTo>
                  <a:pt x="802922" y="2121265"/>
                </a:moveTo>
                <a:lnTo>
                  <a:pt x="804937" y="2121597"/>
                </a:lnTo>
                <a:lnTo>
                  <a:pt x="803700" y="2121204"/>
                </a:lnTo>
                <a:close/>
                <a:moveTo>
                  <a:pt x="795048" y="2138862"/>
                </a:moveTo>
                <a:lnTo>
                  <a:pt x="795375" y="2139565"/>
                </a:lnTo>
                <a:lnTo>
                  <a:pt x="796689" y="2139159"/>
                </a:lnTo>
                <a:lnTo>
                  <a:pt x="796474" y="2138610"/>
                </a:lnTo>
                <a:close/>
                <a:moveTo>
                  <a:pt x="1465773" y="636331"/>
                </a:moveTo>
                <a:lnTo>
                  <a:pt x="1465046" y="641512"/>
                </a:lnTo>
                <a:lnTo>
                  <a:pt x="1465689" y="643146"/>
                </a:lnTo>
                <a:lnTo>
                  <a:pt x="1466114" y="641940"/>
                </a:lnTo>
                <a:lnTo>
                  <a:pt x="1466119" y="637588"/>
                </a:lnTo>
                <a:lnTo>
                  <a:pt x="1465878" y="636605"/>
                </a:lnTo>
                <a:close/>
                <a:moveTo>
                  <a:pt x="788543" y="2152276"/>
                </a:moveTo>
                <a:lnTo>
                  <a:pt x="790723" y="2155328"/>
                </a:lnTo>
                <a:lnTo>
                  <a:pt x="792465" y="2154211"/>
                </a:lnTo>
                <a:lnTo>
                  <a:pt x="790572" y="2152551"/>
                </a:lnTo>
                <a:close/>
                <a:moveTo>
                  <a:pt x="794709" y="2138135"/>
                </a:moveTo>
                <a:lnTo>
                  <a:pt x="794913" y="2138571"/>
                </a:lnTo>
                <a:lnTo>
                  <a:pt x="796359" y="2138317"/>
                </a:lnTo>
                <a:lnTo>
                  <a:pt x="796125" y="2137724"/>
                </a:lnTo>
                <a:close/>
                <a:moveTo>
                  <a:pt x="805983" y="2112873"/>
                </a:moveTo>
                <a:lnTo>
                  <a:pt x="806012" y="2113013"/>
                </a:lnTo>
                <a:lnTo>
                  <a:pt x="806084" y="2112973"/>
                </a:lnTo>
                <a:close/>
                <a:moveTo>
                  <a:pt x="1448675" y="673182"/>
                </a:moveTo>
                <a:lnTo>
                  <a:pt x="1448590" y="673655"/>
                </a:lnTo>
                <a:lnTo>
                  <a:pt x="1450778" y="677567"/>
                </a:lnTo>
                <a:lnTo>
                  <a:pt x="1450126" y="675288"/>
                </a:lnTo>
                <a:close/>
                <a:moveTo>
                  <a:pt x="784847" y="2159558"/>
                </a:moveTo>
                <a:lnTo>
                  <a:pt x="787527" y="2162173"/>
                </a:lnTo>
                <a:lnTo>
                  <a:pt x="793850" y="2160484"/>
                </a:lnTo>
                <a:lnTo>
                  <a:pt x="790378" y="2156010"/>
                </a:lnTo>
                <a:close/>
                <a:moveTo>
                  <a:pt x="1455905" y="656759"/>
                </a:moveTo>
                <a:lnTo>
                  <a:pt x="1456369" y="660664"/>
                </a:lnTo>
                <a:lnTo>
                  <a:pt x="1456631" y="666449"/>
                </a:lnTo>
                <a:lnTo>
                  <a:pt x="1456988" y="667401"/>
                </a:lnTo>
                <a:lnTo>
                  <a:pt x="1457709" y="665442"/>
                </a:lnTo>
                <a:close/>
                <a:moveTo>
                  <a:pt x="1469267" y="626059"/>
                </a:moveTo>
                <a:lnTo>
                  <a:pt x="1469755" y="629305"/>
                </a:lnTo>
                <a:lnTo>
                  <a:pt x="1470368" y="631464"/>
                </a:lnTo>
                <a:lnTo>
                  <a:pt x="1470159" y="627141"/>
                </a:lnTo>
                <a:close/>
                <a:moveTo>
                  <a:pt x="782201" y="2164385"/>
                </a:moveTo>
                <a:lnTo>
                  <a:pt x="782846" y="2166727"/>
                </a:lnTo>
                <a:lnTo>
                  <a:pt x="784085" y="2168441"/>
                </a:lnTo>
                <a:lnTo>
                  <a:pt x="787525" y="2168146"/>
                </a:lnTo>
                <a:lnTo>
                  <a:pt x="785267" y="2163565"/>
                </a:lnTo>
                <a:close/>
                <a:moveTo>
                  <a:pt x="804777" y="2113701"/>
                </a:moveTo>
                <a:lnTo>
                  <a:pt x="805708" y="2113182"/>
                </a:lnTo>
                <a:lnTo>
                  <a:pt x="805657" y="2112935"/>
                </a:lnTo>
                <a:close/>
                <a:moveTo>
                  <a:pt x="783855" y="2160194"/>
                </a:moveTo>
                <a:lnTo>
                  <a:pt x="785107" y="2162820"/>
                </a:lnTo>
                <a:lnTo>
                  <a:pt x="786358" y="2162486"/>
                </a:lnTo>
                <a:lnTo>
                  <a:pt x="783949" y="2160134"/>
                </a:lnTo>
                <a:close/>
                <a:moveTo>
                  <a:pt x="803880" y="2115324"/>
                </a:moveTo>
                <a:lnTo>
                  <a:pt x="806177" y="2115457"/>
                </a:lnTo>
                <a:lnTo>
                  <a:pt x="806120" y="2115179"/>
                </a:lnTo>
                <a:lnTo>
                  <a:pt x="805942" y="2115076"/>
                </a:lnTo>
                <a:lnTo>
                  <a:pt x="806091" y="2115041"/>
                </a:lnTo>
                <a:lnTo>
                  <a:pt x="805960" y="2114402"/>
                </a:lnTo>
                <a:lnTo>
                  <a:pt x="805589" y="2114372"/>
                </a:lnTo>
                <a:close/>
                <a:moveTo>
                  <a:pt x="802232" y="2117814"/>
                </a:moveTo>
                <a:lnTo>
                  <a:pt x="804068" y="2118397"/>
                </a:lnTo>
                <a:lnTo>
                  <a:pt x="806604" y="2117531"/>
                </a:lnTo>
                <a:lnTo>
                  <a:pt x="806434" y="2116705"/>
                </a:lnTo>
                <a:close/>
                <a:moveTo>
                  <a:pt x="1498578" y="558462"/>
                </a:moveTo>
                <a:lnTo>
                  <a:pt x="1508012" y="578570"/>
                </a:lnTo>
                <a:lnTo>
                  <a:pt x="1508760" y="576594"/>
                </a:lnTo>
                <a:lnTo>
                  <a:pt x="1510551" y="571663"/>
                </a:lnTo>
                <a:lnTo>
                  <a:pt x="1503158" y="556210"/>
                </a:lnTo>
                <a:lnTo>
                  <a:pt x="1502542" y="554950"/>
                </a:lnTo>
                <a:close/>
                <a:moveTo>
                  <a:pt x="1497942" y="559025"/>
                </a:moveTo>
                <a:lnTo>
                  <a:pt x="1499265" y="577468"/>
                </a:lnTo>
                <a:lnTo>
                  <a:pt x="1500478" y="598448"/>
                </a:lnTo>
                <a:lnTo>
                  <a:pt x="1502170" y="593982"/>
                </a:lnTo>
                <a:lnTo>
                  <a:pt x="1501103" y="586490"/>
                </a:lnTo>
                <a:lnTo>
                  <a:pt x="1501331" y="586708"/>
                </a:lnTo>
                <a:lnTo>
                  <a:pt x="1502314" y="593604"/>
                </a:lnTo>
                <a:lnTo>
                  <a:pt x="1507490" y="579945"/>
                </a:lnTo>
                <a:lnTo>
                  <a:pt x="1498059" y="558921"/>
                </a:lnTo>
                <a:close/>
                <a:moveTo>
                  <a:pt x="1515880" y="518108"/>
                </a:moveTo>
                <a:lnTo>
                  <a:pt x="1518286" y="526037"/>
                </a:lnTo>
                <a:lnTo>
                  <a:pt x="1521225" y="536216"/>
                </a:lnTo>
                <a:lnTo>
                  <a:pt x="1523938" y="534146"/>
                </a:lnTo>
                <a:lnTo>
                  <a:pt x="1523906" y="533879"/>
                </a:lnTo>
                <a:lnTo>
                  <a:pt x="1523877" y="533732"/>
                </a:lnTo>
                <a:close/>
                <a:moveTo>
                  <a:pt x="1450293" y="664269"/>
                </a:moveTo>
                <a:lnTo>
                  <a:pt x="1449073" y="670989"/>
                </a:lnTo>
                <a:lnTo>
                  <a:pt x="1451166" y="673595"/>
                </a:lnTo>
                <a:lnTo>
                  <a:pt x="1450869" y="667663"/>
                </a:lnTo>
                <a:close/>
                <a:moveTo>
                  <a:pt x="781469" y="2161724"/>
                </a:moveTo>
                <a:lnTo>
                  <a:pt x="781999" y="2163650"/>
                </a:lnTo>
                <a:lnTo>
                  <a:pt x="784923" y="2162869"/>
                </a:lnTo>
                <a:lnTo>
                  <a:pt x="783665" y="2160316"/>
                </a:lnTo>
                <a:close/>
                <a:moveTo>
                  <a:pt x="1447184" y="671017"/>
                </a:moveTo>
                <a:lnTo>
                  <a:pt x="1447166" y="671108"/>
                </a:lnTo>
                <a:lnTo>
                  <a:pt x="1448268" y="673079"/>
                </a:lnTo>
                <a:lnTo>
                  <a:pt x="1448343" y="672699"/>
                </a:lnTo>
                <a:close/>
                <a:moveTo>
                  <a:pt x="1485277" y="584713"/>
                </a:moveTo>
                <a:lnTo>
                  <a:pt x="1484845" y="613417"/>
                </a:lnTo>
                <a:lnTo>
                  <a:pt x="1486011" y="616449"/>
                </a:lnTo>
                <a:lnTo>
                  <a:pt x="1486056" y="616537"/>
                </a:lnTo>
                <a:lnTo>
                  <a:pt x="1486061" y="615993"/>
                </a:lnTo>
                <a:lnTo>
                  <a:pt x="1486298" y="616300"/>
                </a:lnTo>
                <a:lnTo>
                  <a:pt x="1486292" y="616995"/>
                </a:lnTo>
                <a:lnTo>
                  <a:pt x="1488825" y="621915"/>
                </a:lnTo>
                <a:lnTo>
                  <a:pt x="1486317" y="592904"/>
                </a:lnTo>
                <a:close/>
                <a:moveTo>
                  <a:pt x="800633" y="2117307"/>
                </a:moveTo>
                <a:lnTo>
                  <a:pt x="801967" y="2117730"/>
                </a:lnTo>
                <a:lnTo>
                  <a:pt x="806088" y="2116642"/>
                </a:lnTo>
                <a:lnTo>
                  <a:pt x="806205" y="2116609"/>
                </a:lnTo>
                <a:lnTo>
                  <a:pt x="802265" y="2116222"/>
                </a:lnTo>
                <a:lnTo>
                  <a:pt x="801482" y="2116659"/>
                </a:lnTo>
                <a:lnTo>
                  <a:pt x="801236" y="2116783"/>
                </a:lnTo>
                <a:close/>
                <a:moveTo>
                  <a:pt x="790601" y="2139330"/>
                </a:moveTo>
                <a:lnTo>
                  <a:pt x="792180" y="2139052"/>
                </a:lnTo>
                <a:lnTo>
                  <a:pt x="792079" y="2138900"/>
                </a:lnTo>
                <a:close/>
                <a:moveTo>
                  <a:pt x="1447878" y="667464"/>
                </a:moveTo>
                <a:lnTo>
                  <a:pt x="1447557" y="669103"/>
                </a:lnTo>
                <a:lnTo>
                  <a:pt x="1448759" y="670597"/>
                </a:lnTo>
                <a:lnTo>
                  <a:pt x="1448769" y="670544"/>
                </a:lnTo>
                <a:lnTo>
                  <a:pt x="1448087" y="668164"/>
                </a:lnTo>
                <a:close/>
                <a:moveTo>
                  <a:pt x="779939" y="2162706"/>
                </a:moveTo>
                <a:lnTo>
                  <a:pt x="780845" y="2163958"/>
                </a:lnTo>
                <a:lnTo>
                  <a:pt x="780992" y="2163919"/>
                </a:lnTo>
                <a:lnTo>
                  <a:pt x="780550" y="2162314"/>
                </a:lnTo>
                <a:close/>
                <a:moveTo>
                  <a:pt x="775573" y="2172200"/>
                </a:moveTo>
                <a:lnTo>
                  <a:pt x="777341" y="2174525"/>
                </a:lnTo>
                <a:lnTo>
                  <a:pt x="778434" y="2174494"/>
                </a:lnTo>
                <a:lnTo>
                  <a:pt x="782002" y="2172915"/>
                </a:lnTo>
                <a:close/>
                <a:moveTo>
                  <a:pt x="1454198" y="652251"/>
                </a:moveTo>
                <a:lnTo>
                  <a:pt x="1454038" y="658169"/>
                </a:lnTo>
                <a:lnTo>
                  <a:pt x="1454315" y="660251"/>
                </a:lnTo>
                <a:lnTo>
                  <a:pt x="1455095" y="662336"/>
                </a:lnTo>
                <a:lnTo>
                  <a:pt x="1454680" y="653174"/>
                </a:lnTo>
                <a:close/>
                <a:moveTo>
                  <a:pt x="793746" y="2130533"/>
                </a:moveTo>
                <a:lnTo>
                  <a:pt x="793868" y="2130845"/>
                </a:lnTo>
                <a:lnTo>
                  <a:pt x="794128" y="2130632"/>
                </a:lnTo>
                <a:close/>
                <a:moveTo>
                  <a:pt x="785865" y="2148107"/>
                </a:moveTo>
                <a:lnTo>
                  <a:pt x="787836" y="2149834"/>
                </a:lnTo>
                <a:lnTo>
                  <a:pt x="798004" y="2150462"/>
                </a:lnTo>
                <a:lnTo>
                  <a:pt x="799216" y="2149615"/>
                </a:lnTo>
                <a:lnTo>
                  <a:pt x="797589" y="2147172"/>
                </a:lnTo>
                <a:lnTo>
                  <a:pt x="796387" y="2147180"/>
                </a:lnTo>
                <a:close/>
                <a:moveTo>
                  <a:pt x="785668" y="2148250"/>
                </a:moveTo>
                <a:lnTo>
                  <a:pt x="786752" y="2149767"/>
                </a:lnTo>
                <a:lnTo>
                  <a:pt x="787448" y="2149810"/>
                </a:lnTo>
                <a:close/>
                <a:moveTo>
                  <a:pt x="1454261" y="649834"/>
                </a:moveTo>
                <a:lnTo>
                  <a:pt x="1454214" y="651646"/>
                </a:lnTo>
                <a:lnTo>
                  <a:pt x="1454649" y="652477"/>
                </a:lnTo>
                <a:lnTo>
                  <a:pt x="1454581" y="650988"/>
                </a:lnTo>
                <a:lnTo>
                  <a:pt x="1454507" y="650365"/>
                </a:lnTo>
                <a:close/>
                <a:moveTo>
                  <a:pt x="1454285" y="648967"/>
                </a:moveTo>
                <a:lnTo>
                  <a:pt x="1454283" y="649019"/>
                </a:lnTo>
                <a:lnTo>
                  <a:pt x="1454306" y="649068"/>
                </a:lnTo>
                <a:close/>
                <a:moveTo>
                  <a:pt x="1449461" y="659359"/>
                </a:moveTo>
                <a:lnTo>
                  <a:pt x="1447925" y="667222"/>
                </a:lnTo>
                <a:lnTo>
                  <a:pt x="1448831" y="670232"/>
                </a:lnTo>
                <a:lnTo>
                  <a:pt x="1449974" y="664454"/>
                </a:lnTo>
                <a:lnTo>
                  <a:pt x="1450155" y="663455"/>
                </a:lnTo>
                <a:close/>
                <a:moveTo>
                  <a:pt x="1452412" y="652590"/>
                </a:moveTo>
                <a:lnTo>
                  <a:pt x="1452099" y="654317"/>
                </a:lnTo>
                <a:lnTo>
                  <a:pt x="1453018" y="656778"/>
                </a:lnTo>
                <a:close/>
                <a:moveTo>
                  <a:pt x="1475557" y="600578"/>
                </a:moveTo>
                <a:lnTo>
                  <a:pt x="1477620" y="610314"/>
                </a:lnTo>
                <a:lnTo>
                  <a:pt x="1480410" y="628150"/>
                </a:lnTo>
                <a:lnTo>
                  <a:pt x="1483879" y="633102"/>
                </a:lnTo>
                <a:lnTo>
                  <a:pt x="1484020" y="623711"/>
                </a:lnTo>
                <a:lnTo>
                  <a:pt x="1479870" y="609307"/>
                </a:lnTo>
                <a:close/>
                <a:moveTo>
                  <a:pt x="1452722" y="650881"/>
                </a:moveTo>
                <a:lnTo>
                  <a:pt x="1452645" y="651310"/>
                </a:lnTo>
                <a:lnTo>
                  <a:pt x="1453475" y="656534"/>
                </a:lnTo>
                <a:close/>
                <a:moveTo>
                  <a:pt x="1452930" y="649832"/>
                </a:moveTo>
                <a:lnTo>
                  <a:pt x="1453968" y="657632"/>
                </a:lnTo>
                <a:lnTo>
                  <a:pt x="1454114" y="652095"/>
                </a:lnTo>
                <a:close/>
                <a:moveTo>
                  <a:pt x="775948" y="2165266"/>
                </a:moveTo>
                <a:lnTo>
                  <a:pt x="779984" y="2164188"/>
                </a:lnTo>
                <a:lnTo>
                  <a:pt x="779236" y="2163157"/>
                </a:lnTo>
                <a:close/>
                <a:moveTo>
                  <a:pt x="779959" y="2156238"/>
                </a:moveTo>
                <a:lnTo>
                  <a:pt x="781362" y="2161333"/>
                </a:lnTo>
                <a:lnTo>
                  <a:pt x="783492" y="2159966"/>
                </a:lnTo>
                <a:lnTo>
                  <a:pt x="783456" y="2159893"/>
                </a:lnTo>
                <a:lnTo>
                  <a:pt x="783241" y="2159442"/>
                </a:lnTo>
                <a:close/>
                <a:moveTo>
                  <a:pt x="773817" y="2169894"/>
                </a:moveTo>
                <a:lnTo>
                  <a:pt x="775436" y="2172021"/>
                </a:lnTo>
                <a:lnTo>
                  <a:pt x="778598" y="2172372"/>
                </a:lnTo>
                <a:lnTo>
                  <a:pt x="782391" y="2172743"/>
                </a:lnTo>
                <a:lnTo>
                  <a:pt x="783308" y="2172337"/>
                </a:lnTo>
                <a:lnTo>
                  <a:pt x="782481" y="2169330"/>
                </a:lnTo>
                <a:close/>
                <a:moveTo>
                  <a:pt x="784252" y="2146265"/>
                </a:moveTo>
                <a:lnTo>
                  <a:pt x="784663" y="2146841"/>
                </a:lnTo>
                <a:lnTo>
                  <a:pt x="788068" y="2146819"/>
                </a:lnTo>
                <a:lnTo>
                  <a:pt x="796839" y="2146047"/>
                </a:lnTo>
                <a:lnTo>
                  <a:pt x="796682" y="2145811"/>
                </a:lnTo>
                <a:lnTo>
                  <a:pt x="788292" y="2145037"/>
                </a:lnTo>
                <a:close/>
                <a:moveTo>
                  <a:pt x="1453294" y="647736"/>
                </a:moveTo>
                <a:lnTo>
                  <a:pt x="1453003" y="649335"/>
                </a:lnTo>
                <a:lnTo>
                  <a:pt x="1454131" y="651488"/>
                </a:lnTo>
                <a:lnTo>
                  <a:pt x="1454179" y="649657"/>
                </a:lnTo>
                <a:close/>
                <a:moveTo>
                  <a:pt x="790944" y="2129811"/>
                </a:moveTo>
                <a:lnTo>
                  <a:pt x="791929" y="2132169"/>
                </a:lnTo>
                <a:lnTo>
                  <a:pt x="791964" y="2132244"/>
                </a:lnTo>
                <a:lnTo>
                  <a:pt x="792690" y="2131810"/>
                </a:lnTo>
                <a:lnTo>
                  <a:pt x="793526" y="2131125"/>
                </a:lnTo>
                <a:lnTo>
                  <a:pt x="793243" y="2130403"/>
                </a:lnTo>
                <a:close/>
                <a:moveTo>
                  <a:pt x="1453636" y="645848"/>
                </a:moveTo>
                <a:lnTo>
                  <a:pt x="1453411" y="647089"/>
                </a:lnTo>
                <a:lnTo>
                  <a:pt x="1454202" y="648838"/>
                </a:lnTo>
                <a:lnTo>
                  <a:pt x="1454208" y="648596"/>
                </a:lnTo>
                <a:close/>
                <a:moveTo>
                  <a:pt x="784651" y="2143404"/>
                </a:moveTo>
                <a:lnTo>
                  <a:pt x="787674" y="2143683"/>
                </a:lnTo>
                <a:lnTo>
                  <a:pt x="791839" y="2143567"/>
                </a:lnTo>
                <a:lnTo>
                  <a:pt x="794608" y="2142695"/>
                </a:lnTo>
                <a:lnTo>
                  <a:pt x="793300" y="2140731"/>
                </a:lnTo>
                <a:close/>
                <a:moveTo>
                  <a:pt x="1452184" y="648405"/>
                </a:moveTo>
                <a:lnTo>
                  <a:pt x="1452512" y="650472"/>
                </a:lnTo>
                <a:lnTo>
                  <a:pt x="1452602" y="649973"/>
                </a:lnTo>
                <a:lnTo>
                  <a:pt x="1452465" y="648943"/>
                </a:lnTo>
                <a:close/>
                <a:moveTo>
                  <a:pt x="782308" y="2146856"/>
                </a:moveTo>
                <a:lnTo>
                  <a:pt x="783269" y="2146850"/>
                </a:lnTo>
                <a:lnTo>
                  <a:pt x="783089" y="2146618"/>
                </a:lnTo>
                <a:close/>
                <a:moveTo>
                  <a:pt x="1451718" y="647797"/>
                </a:moveTo>
                <a:lnTo>
                  <a:pt x="1451013" y="651409"/>
                </a:lnTo>
                <a:lnTo>
                  <a:pt x="1451907" y="653803"/>
                </a:lnTo>
                <a:lnTo>
                  <a:pt x="1452286" y="651717"/>
                </a:lnTo>
                <a:close/>
                <a:moveTo>
                  <a:pt x="1485469" y="571950"/>
                </a:moveTo>
                <a:lnTo>
                  <a:pt x="1485361" y="579098"/>
                </a:lnTo>
                <a:lnTo>
                  <a:pt x="1491831" y="619755"/>
                </a:lnTo>
                <a:lnTo>
                  <a:pt x="1491696" y="608982"/>
                </a:lnTo>
                <a:lnTo>
                  <a:pt x="1491817" y="609134"/>
                </a:lnTo>
                <a:lnTo>
                  <a:pt x="1491961" y="620573"/>
                </a:lnTo>
                <a:lnTo>
                  <a:pt x="1492000" y="620818"/>
                </a:lnTo>
                <a:lnTo>
                  <a:pt x="1494626" y="613888"/>
                </a:lnTo>
                <a:lnTo>
                  <a:pt x="1495530" y="573211"/>
                </a:lnTo>
                <a:lnTo>
                  <a:pt x="1495896" y="573615"/>
                </a:lnTo>
                <a:lnTo>
                  <a:pt x="1495026" y="612834"/>
                </a:lnTo>
                <a:lnTo>
                  <a:pt x="1499689" y="600530"/>
                </a:lnTo>
                <a:lnTo>
                  <a:pt x="1497320" y="559576"/>
                </a:lnTo>
                <a:lnTo>
                  <a:pt x="1493257" y="563174"/>
                </a:lnTo>
                <a:close/>
                <a:moveTo>
                  <a:pt x="1474607" y="596102"/>
                </a:moveTo>
                <a:lnTo>
                  <a:pt x="1474999" y="597947"/>
                </a:lnTo>
                <a:lnTo>
                  <a:pt x="1483886" y="615931"/>
                </a:lnTo>
                <a:lnTo>
                  <a:pt x="1483769" y="613901"/>
                </a:lnTo>
                <a:close/>
                <a:moveTo>
                  <a:pt x="783691" y="2143176"/>
                </a:moveTo>
                <a:lnTo>
                  <a:pt x="793010" y="2140296"/>
                </a:lnTo>
                <a:lnTo>
                  <a:pt x="792368" y="2139332"/>
                </a:lnTo>
                <a:lnTo>
                  <a:pt x="789184" y="2139892"/>
                </a:lnTo>
                <a:close/>
                <a:moveTo>
                  <a:pt x="1452392" y="645780"/>
                </a:moveTo>
                <a:lnTo>
                  <a:pt x="1452803" y="648869"/>
                </a:lnTo>
                <a:lnTo>
                  <a:pt x="1453089" y="647292"/>
                </a:lnTo>
                <a:close/>
                <a:moveTo>
                  <a:pt x="783028" y="2144551"/>
                </a:moveTo>
                <a:lnTo>
                  <a:pt x="784067" y="2146007"/>
                </a:lnTo>
                <a:lnTo>
                  <a:pt x="784688" y="2145818"/>
                </a:lnTo>
                <a:lnTo>
                  <a:pt x="787424" y="2144957"/>
                </a:lnTo>
                <a:close/>
                <a:moveTo>
                  <a:pt x="1452072" y="645989"/>
                </a:moveTo>
                <a:lnTo>
                  <a:pt x="1451922" y="646758"/>
                </a:lnTo>
                <a:lnTo>
                  <a:pt x="1452038" y="647491"/>
                </a:lnTo>
                <a:lnTo>
                  <a:pt x="1452351" y="648090"/>
                </a:lnTo>
                <a:close/>
                <a:moveTo>
                  <a:pt x="1445682" y="660173"/>
                </a:moveTo>
                <a:lnTo>
                  <a:pt x="1444806" y="665675"/>
                </a:lnTo>
                <a:lnTo>
                  <a:pt x="1446676" y="668003"/>
                </a:lnTo>
                <a:lnTo>
                  <a:pt x="1447323" y="665626"/>
                </a:lnTo>
                <a:close/>
                <a:moveTo>
                  <a:pt x="766193" y="2181653"/>
                </a:moveTo>
                <a:lnTo>
                  <a:pt x="769492" y="2191559"/>
                </a:lnTo>
                <a:lnTo>
                  <a:pt x="781558" y="2181684"/>
                </a:lnTo>
                <a:lnTo>
                  <a:pt x="780325" y="2180063"/>
                </a:lnTo>
                <a:close/>
                <a:moveTo>
                  <a:pt x="798243" y="2109676"/>
                </a:moveTo>
                <a:lnTo>
                  <a:pt x="799865" y="2109324"/>
                </a:lnTo>
                <a:lnTo>
                  <a:pt x="801343" y="2108037"/>
                </a:lnTo>
                <a:close/>
                <a:moveTo>
                  <a:pt x="1484413" y="573140"/>
                </a:moveTo>
                <a:lnTo>
                  <a:pt x="1484751" y="575257"/>
                </a:lnTo>
                <a:lnTo>
                  <a:pt x="1484789" y="572716"/>
                </a:lnTo>
                <a:close/>
                <a:moveTo>
                  <a:pt x="772150" y="2167702"/>
                </a:moveTo>
                <a:lnTo>
                  <a:pt x="773408" y="2169356"/>
                </a:lnTo>
                <a:lnTo>
                  <a:pt x="782279" y="2168596"/>
                </a:lnTo>
                <a:lnTo>
                  <a:pt x="781726" y="2166586"/>
                </a:lnTo>
                <a:lnTo>
                  <a:pt x="780464" y="2164849"/>
                </a:lnTo>
                <a:lnTo>
                  <a:pt x="773840" y="2166618"/>
                </a:lnTo>
                <a:close/>
                <a:moveTo>
                  <a:pt x="779500" y="2151049"/>
                </a:moveTo>
                <a:lnTo>
                  <a:pt x="782429" y="2157197"/>
                </a:lnTo>
                <a:lnTo>
                  <a:pt x="784562" y="2159280"/>
                </a:lnTo>
                <a:lnTo>
                  <a:pt x="790139" y="2155702"/>
                </a:lnTo>
                <a:lnTo>
                  <a:pt x="787354" y="2152115"/>
                </a:lnTo>
                <a:close/>
                <a:moveTo>
                  <a:pt x="1452510" y="643742"/>
                </a:moveTo>
                <a:lnTo>
                  <a:pt x="1452325" y="644689"/>
                </a:lnTo>
                <a:lnTo>
                  <a:pt x="1453207" y="646639"/>
                </a:lnTo>
                <a:lnTo>
                  <a:pt x="1453458" y="645254"/>
                </a:lnTo>
                <a:close/>
                <a:moveTo>
                  <a:pt x="1459164" y="628235"/>
                </a:moveTo>
                <a:lnTo>
                  <a:pt x="1460022" y="633688"/>
                </a:lnTo>
                <a:lnTo>
                  <a:pt x="1460030" y="633764"/>
                </a:lnTo>
                <a:lnTo>
                  <a:pt x="1461334" y="637242"/>
                </a:lnTo>
                <a:lnTo>
                  <a:pt x="1462561" y="640324"/>
                </a:lnTo>
                <a:lnTo>
                  <a:pt x="1464280" y="644819"/>
                </a:lnTo>
                <a:lnTo>
                  <a:pt x="1464463" y="643514"/>
                </a:lnTo>
                <a:lnTo>
                  <a:pt x="1463911" y="640300"/>
                </a:lnTo>
                <a:close/>
                <a:moveTo>
                  <a:pt x="765825" y="2180550"/>
                </a:moveTo>
                <a:lnTo>
                  <a:pt x="766007" y="2181097"/>
                </a:lnTo>
                <a:lnTo>
                  <a:pt x="777225" y="2179812"/>
                </a:lnTo>
                <a:lnTo>
                  <a:pt x="769172" y="2179069"/>
                </a:lnTo>
                <a:close/>
                <a:moveTo>
                  <a:pt x="771750" y="2167176"/>
                </a:moveTo>
                <a:lnTo>
                  <a:pt x="771914" y="2167392"/>
                </a:lnTo>
                <a:lnTo>
                  <a:pt x="772608" y="2166947"/>
                </a:lnTo>
                <a:close/>
                <a:moveTo>
                  <a:pt x="788592" y="2129204"/>
                </a:moveTo>
                <a:lnTo>
                  <a:pt x="789889" y="2131558"/>
                </a:lnTo>
                <a:lnTo>
                  <a:pt x="790791" y="2132946"/>
                </a:lnTo>
                <a:lnTo>
                  <a:pt x="791499" y="2132522"/>
                </a:lnTo>
                <a:lnTo>
                  <a:pt x="790139" y="2129603"/>
                </a:lnTo>
                <a:close/>
                <a:moveTo>
                  <a:pt x="1496815" y="543280"/>
                </a:moveTo>
                <a:lnTo>
                  <a:pt x="1497779" y="556738"/>
                </a:lnTo>
                <a:lnTo>
                  <a:pt x="1501709" y="553256"/>
                </a:lnTo>
                <a:close/>
                <a:moveTo>
                  <a:pt x="780124" y="2147519"/>
                </a:moveTo>
                <a:lnTo>
                  <a:pt x="783007" y="2147265"/>
                </a:lnTo>
                <a:lnTo>
                  <a:pt x="780916" y="2147279"/>
                </a:lnTo>
                <a:close/>
                <a:moveTo>
                  <a:pt x="778493" y="2150912"/>
                </a:moveTo>
                <a:lnTo>
                  <a:pt x="779412" y="2154252"/>
                </a:lnTo>
                <a:lnTo>
                  <a:pt x="781948" y="2156729"/>
                </a:lnTo>
                <a:lnTo>
                  <a:pt x="779224" y="2151012"/>
                </a:lnTo>
                <a:close/>
                <a:moveTo>
                  <a:pt x="1481767" y="576121"/>
                </a:moveTo>
                <a:lnTo>
                  <a:pt x="1482315" y="583024"/>
                </a:lnTo>
                <a:lnTo>
                  <a:pt x="1484203" y="611663"/>
                </a:lnTo>
                <a:lnTo>
                  <a:pt x="1484679" y="580000"/>
                </a:lnTo>
                <a:lnTo>
                  <a:pt x="1484435" y="578071"/>
                </a:lnTo>
                <a:lnTo>
                  <a:pt x="1483766" y="573869"/>
                </a:lnTo>
                <a:close/>
                <a:moveTo>
                  <a:pt x="1451438" y="643712"/>
                </a:moveTo>
                <a:lnTo>
                  <a:pt x="1451573" y="644565"/>
                </a:lnTo>
                <a:lnTo>
                  <a:pt x="1451650" y="644172"/>
                </a:lnTo>
                <a:close/>
                <a:moveTo>
                  <a:pt x="764096" y="2181316"/>
                </a:moveTo>
                <a:lnTo>
                  <a:pt x="765612" y="2181142"/>
                </a:lnTo>
                <a:lnTo>
                  <a:pt x="765467" y="2180708"/>
                </a:lnTo>
                <a:close/>
                <a:moveTo>
                  <a:pt x="765210" y="2178704"/>
                </a:moveTo>
                <a:lnTo>
                  <a:pt x="765688" y="2180136"/>
                </a:lnTo>
                <a:lnTo>
                  <a:pt x="768284" y="2178987"/>
                </a:lnTo>
                <a:close/>
                <a:moveTo>
                  <a:pt x="795737" y="2110220"/>
                </a:moveTo>
                <a:lnTo>
                  <a:pt x="796944" y="2109958"/>
                </a:lnTo>
                <a:lnTo>
                  <a:pt x="801443" y="2107579"/>
                </a:lnTo>
                <a:lnTo>
                  <a:pt x="801052" y="2107060"/>
                </a:lnTo>
                <a:lnTo>
                  <a:pt x="798163" y="2107535"/>
                </a:lnTo>
                <a:close/>
                <a:moveTo>
                  <a:pt x="778411" y="2148763"/>
                </a:moveTo>
                <a:lnTo>
                  <a:pt x="778533" y="2149020"/>
                </a:lnTo>
                <a:lnTo>
                  <a:pt x="781772" y="2149461"/>
                </a:lnTo>
                <a:lnTo>
                  <a:pt x="785472" y="2149689"/>
                </a:lnTo>
                <a:lnTo>
                  <a:pt x="784347" y="2148240"/>
                </a:lnTo>
                <a:close/>
                <a:moveTo>
                  <a:pt x="769046" y="2169693"/>
                </a:moveTo>
                <a:lnTo>
                  <a:pt x="769536" y="2169687"/>
                </a:lnTo>
                <a:lnTo>
                  <a:pt x="772254" y="2169454"/>
                </a:lnTo>
                <a:lnTo>
                  <a:pt x="771324" y="2168232"/>
                </a:lnTo>
                <a:close/>
                <a:moveTo>
                  <a:pt x="795089" y="2110938"/>
                </a:moveTo>
                <a:lnTo>
                  <a:pt x="795574" y="2110681"/>
                </a:lnTo>
                <a:lnTo>
                  <a:pt x="795259" y="2110750"/>
                </a:lnTo>
                <a:close/>
                <a:moveTo>
                  <a:pt x="1451080" y="641459"/>
                </a:moveTo>
                <a:lnTo>
                  <a:pt x="1451195" y="642190"/>
                </a:lnTo>
                <a:lnTo>
                  <a:pt x="1451720" y="643350"/>
                </a:lnTo>
                <a:lnTo>
                  <a:pt x="1451574" y="642247"/>
                </a:lnTo>
                <a:close/>
                <a:moveTo>
                  <a:pt x="777913" y="2148807"/>
                </a:moveTo>
                <a:lnTo>
                  <a:pt x="777950" y="2148942"/>
                </a:lnTo>
                <a:lnTo>
                  <a:pt x="778258" y="2148983"/>
                </a:lnTo>
                <a:lnTo>
                  <a:pt x="778163" y="2148784"/>
                </a:lnTo>
                <a:close/>
                <a:moveTo>
                  <a:pt x="793933" y="2112218"/>
                </a:moveTo>
                <a:lnTo>
                  <a:pt x="794745" y="2113045"/>
                </a:lnTo>
                <a:lnTo>
                  <a:pt x="795964" y="2112719"/>
                </a:lnTo>
                <a:lnTo>
                  <a:pt x="799212" y="2109892"/>
                </a:lnTo>
                <a:lnTo>
                  <a:pt x="796874" y="2110399"/>
                </a:lnTo>
                <a:lnTo>
                  <a:pt x="796764" y="2110457"/>
                </a:lnTo>
                <a:lnTo>
                  <a:pt x="794457" y="2111637"/>
                </a:lnTo>
                <a:close/>
                <a:moveTo>
                  <a:pt x="1449734" y="643727"/>
                </a:moveTo>
                <a:lnTo>
                  <a:pt x="1450061" y="648860"/>
                </a:lnTo>
                <a:lnTo>
                  <a:pt x="1450504" y="650044"/>
                </a:lnTo>
                <a:lnTo>
                  <a:pt x="1451193" y="646513"/>
                </a:lnTo>
                <a:close/>
                <a:moveTo>
                  <a:pt x="793729" y="2112010"/>
                </a:moveTo>
                <a:lnTo>
                  <a:pt x="793772" y="2112054"/>
                </a:lnTo>
                <a:lnTo>
                  <a:pt x="793884" y="2111930"/>
                </a:lnTo>
                <a:close/>
                <a:moveTo>
                  <a:pt x="777713" y="2147299"/>
                </a:moveTo>
                <a:lnTo>
                  <a:pt x="777911" y="2147714"/>
                </a:lnTo>
                <a:lnTo>
                  <a:pt x="778667" y="2147647"/>
                </a:lnTo>
                <a:lnTo>
                  <a:pt x="779859" y="2147285"/>
                </a:lnTo>
                <a:close/>
                <a:moveTo>
                  <a:pt x="777556" y="2147509"/>
                </a:moveTo>
                <a:lnTo>
                  <a:pt x="777619" y="2147740"/>
                </a:lnTo>
                <a:lnTo>
                  <a:pt x="777663" y="2147736"/>
                </a:lnTo>
                <a:close/>
                <a:moveTo>
                  <a:pt x="766896" y="2171072"/>
                </a:moveTo>
                <a:lnTo>
                  <a:pt x="774093" y="2171872"/>
                </a:lnTo>
                <a:lnTo>
                  <a:pt x="772646" y="2169970"/>
                </a:lnTo>
                <a:lnTo>
                  <a:pt x="768158" y="2170262"/>
                </a:lnTo>
                <a:close/>
                <a:moveTo>
                  <a:pt x="775986" y="2150572"/>
                </a:moveTo>
                <a:lnTo>
                  <a:pt x="777918" y="2152756"/>
                </a:lnTo>
                <a:lnTo>
                  <a:pt x="777368" y="2150759"/>
                </a:lnTo>
                <a:close/>
                <a:moveTo>
                  <a:pt x="777509" y="2146872"/>
                </a:moveTo>
                <a:lnTo>
                  <a:pt x="777516" y="2146887"/>
                </a:lnTo>
                <a:lnTo>
                  <a:pt x="781251" y="2146862"/>
                </a:lnTo>
                <a:lnTo>
                  <a:pt x="782892" y="2146364"/>
                </a:lnTo>
                <a:lnTo>
                  <a:pt x="781555" y="2144643"/>
                </a:lnTo>
                <a:lnTo>
                  <a:pt x="781427" y="2144530"/>
                </a:lnTo>
                <a:close/>
                <a:moveTo>
                  <a:pt x="1450314" y="640239"/>
                </a:moveTo>
                <a:lnTo>
                  <a:pt x="1450666" y="641017"/>
                </a:lnTo>
                <a:lnTo>
                  <a:pt x="1450620" y="640726"/>
                </a:lnTo>
                <a:close/>
                <a:moveTo>
                  <a:pt x="1451257" y="637256"/>
                </a:moveTo>
                <a:lnTo>
                  <a:pt x="1451454" y="638738"/>
                </a:lnTo>
                <a:lnTo>
                  <a:pt x="1452238" y="639988"/>
                </a:lnTo>
                <a:close/>
                <a:moveTo>
                  <a:pt x="792978" y="2111245"/>
                </a:moveTo>
                <a:lnTo>
                  <a:pt x="793501" y="2111778"/>
                </a:lnTo>
                <a:lnTo>
                  <a:pt x="794498" y="2111250"/>
                </a:lnTo>
                <a:lnTo>
                  <a:pt x="794875" y="2110833"/>
                </a:lnTo>
                <a:close/>
                <a:moveTo>
                  <a:pt x="1446554" y="647466"/>
                </a:moveTo>
                <a:lnTo>
                  <a:pt x="1446002" y="658171"/>
                </a:lnTo>
                <a:lnTo>
                  <a:pt x="1445724" y="659909"/>
                </a:lnTo>
                <a:lnTo>
                  <a:pt x="1447381" y="665415"/>
                </a:lnTo>
                <a:lnTo>
                  <a:pt x="1447807" y="663852"/>
                </a:lnTo>
                <a:lnTo>
                  <a:pt x="1449100" y="657232"/>
                </a:lnTo>
                <a:lnTo>
                  <a:pt x="1448099" y="651332"/>
                </a:lnTo>
                <a:close/>
                <a:moveTo>
                  <a:pt x="1465680" y="604358"/>
                </a:moveTo>
                <a:lnTo>
                  <a:pt x="1465692" y="604644"/>
                </a:lnTo>
                <a:lnTo>
                  <a:pt x="1465732" y="604706"/>
                </a:lnTo>
                <a:close/>
                <a:moveTo>
                  <a:pt x="1473642" y="585277"/>
                </a:moveTo>
                <a:lnTo>
                  <a:pt x="1483495" y="609906"/>
                </a:lnTo>
                <a:lnTo>
                  <a:pt x="1483550" y="610047"/>
                </a:lnTo>
                <a:lnTo>
                  <a:pt x="1481618" y="576289"/>
                </a:lnTo>
                <a:close/>
                <a:moveTo>
                  <a:pt x="1449459" y="639421"/>
                </a:moveTo>
                <a:lnTo>
                  <a:pt x="1449688" y="643001"/>
                </a:lnTo>
                <a:lnTo>
                  <a:pt x="1451284" y="646050"/>
                </a:lnTo>
                <a:lnTo>
                  <a:pt x="1451383" y="645538"/>
                </a:lnTo>
                <a:lnTo>
                  <a:pt x="1450913" y="642574"/>
                </a:lnTo>
                <a:close/>
                <a:moveTo>
                  <a:pt x="775787" y="2147901"/>
                </a:moveTo>
                <a:lnTo>
                  <a:pt x="776562" y="2147833"/>
                </a:lnTo>
                <a:lnTo>
                  <a:pt x="776469" y="2147493"/>
                </a:lnTo>
                <a:close/>
                <a:moveTo>
                  <a:pt x="788941" y="2117742"/>
                </a:moveTo>
                <a:lnTo>
                  <a:pt x="789083" y="2118151"/>
                </a:lnTo>
                <a:lnTo>
                  <a:pt x="790640" y="2117059"/>
                </a:lnTo>
                <a:lnTo>
                  <a:pt x="789799" y="2116792"/>
                </a:lnTo>
                <a:close/>
                <a:moveTo>
                  <a:pt x="1472569" y="586486"/>
                </a:moveTo>
                <a:lnTo>
                  <a:pt x="1473957" y="593034"/>
                </a:lnTo>
                <a:lnTo>
                  <a:pt x="1483654" y="611869"/>
                </a:lnTo>
                <a:lnTo>
                  <a:pt x="1483653" y="611856"/>
                </a:lnTo>
                <a:lnTo>
                  <a:pt x="1474858" y="588983"/>
                </a:lnTo>
                <a:lnTo>
                  <a:pt x="1473458" y="585484"/>
                </a:lnTo>
                <a:close/>
                <a:moveTo>
                  <a:pt x="787978" y="2118807"/>
                </a:moveTo>
                <a:lnTo>
                  <a:pt x="788115" y="2118829"/>
                </a:lnTo>
                <a:lnTo>
                  <a:pt x="788535" y="2118535"/>
                </a:lnTo>
                <a:lnTo>
                  <a:pt x="788403" y="2118337"/>
                </a:lnTo>
                <a:close/>
                <a:moveTo>
                  <a:pt x="1456531" y="621547"/>
                </a:moveTo>
                <a:lnTo>
                  <a:pt x="1456169" y="623899"/>
                </a:lnTo>
                <a:lnTo>
                  <a:pt x="1457018" y="625732"/>
                </a:lnTo>
                <a:lnTo>
                  <a:pt x="1457266" y="626395"/>
                </a:lnTo>
                <a:lnTo>
                  <a:pt x="1456841" y="622333"/>
                </a:lnTo>
                <a:close/>
                <a:moveTo>
                  <a:pt x="763413" y="2173306"/>
                </a:moveTo>
                <a:lnTo>
                  <a:pt x="763944" y="2174901"/>
                </a:lnTo>
                <a:lnTo>
                  <a:pt x="776137" y="2174559"/>
                </a:lnTo>
                <a:lnTo>
                  <a:pt x="774230" y="2172051"/>
                </a:lnTo>
                <a:lnTo>
                  <a:pt x="766677" y="2171212"/>
                </a:lnTo>
                <a:close/>
                <a:moveTo>
                  <a:pt x="1471313" y="587900"/>
                </a:moveTo>
                <a:lnTo>
                  <a:pt x="1473118" y="591404"/>
                </a:lnTo>
                <a:lnTo>
                  <a:pt x="1472170" y="586935"/>
                </a:lnTo>
                <a:close/>
                <a:moveTo>
                  <a:pt x="788517" y="2116522"/>
                </a:moveTo>
                <a:lnTo>
                  <a:pt x="788855" y="2117496"/>
                </a:lnTo>
                <a:lnTo>
                  <a:pt x="789560" y="2116716"/>
                </a:lnTo>
                <a:lnTo>
                  <a:pt x="788751" y="2116459"/>
                </a:lnTo>
                <a:close/>
                <a:moveTo>
                  <a:pt x="1470492" y="588826"/>
                </a:moveTo>
                <a:lnTo>
                  <a:pt x="1474128" y="596185"/>
                </a:lnTo>
                <a:lnTo>
                  <a:pt x="1474118" y="596122"/>
                </a:lnTo>
                <a:lnTo>
                  <a:pt x="1473768" y="594471"/>
                </a:lnTo>
                <a:lnTo>
                  <a:pt x="1470726" y="588562"/>
                </a:lnTo>
                <a:close/>
                <a:moveTo>
                  <a:pt x="787715" y="2116736"/>
                </a:moveTo>
                <a:lnTo>
                  <a:pt x="788079" y="2117285"/>
                </a:lnTo>
                <a:lnTo>
                  <a:pt x="787848" y="2116701"/>
                </a:lnTo>
                <a:close/>
                <a:moveTo>
                  <a:pt x="778223" y="2137820"/>
                </a:moveTo>
                <a:lnTo>
                  <a:pt x="779543" y="2139670"/>
                </a:lnTo>
                <a:lnTo>
                  <a:pt x="788146" y="2134527"/>
                </a:lnTo>
                <a:close/>
                <a:moveTo>
                  <a:pt x="1447275" y="639029"/>
                </a:moveTo>
                <a:lnTo>
                  <a:pt x="1448984" y="645978"/>
                </a:lnTo>
                <a:lnTo>
                  <a:pt x="1449684" y="647851"/>
                </a:lnTo>
                <a:lnTo>
                  <a:pt x="1449377" y="643045"/>
                </a:lnTo>
                <a:close/>
                <a:moveTo>
                  <a:pt x="790692" y="2108916"/>
                </a:moveTo>
                <a:lnTo>
                  <a:pt x="792633" y="2110894"/>
                </a:lnTo>
                <a:lnTo>
                  <a:pt x="795355" y="2110303"/>
                </a:lnTo>
                <a:lnTo>
                  <a:pt x="797801" y="2107594"/>
                </a:lnTo>
                <a:lnTo>
                  <a:pt x="792009" y="2108546"/>
                </a:lnTo>
                <a:close/>
                <a:moveTo>
                  <a:pt x="1449742" y="633034"/>
                </a:moveTo>
                <a:lnTo>
                  <a:pt x="1450374" y="637015"/>
                </a:lnTo>
                <a:lnTo>
                  <a:pt x="1451013" y="638036"/>
                </a:lnTo>
                <a:lnTo>
                  <a:pt x="1450706" y="635720"/>
                </a:lnTo>
                <a:close/>
                <a:moveTo>
                  <a:pt x="1457562" y="614860"/>
                </a:moveTo>
                <a:lnTo>
                  <a:pt x="1457313" y="616473"/>
                </a:lnTo>
                <a:lnTo>
                  <a:pt x="1458725" y="625450"/>
                </a:lnTo>
                <a:lnTo>
                  <a:pt x="1463402" y="637335"/>
                </a:lnTo>
                <a:lnTo>
                  <a:pt x="1461426" y="625819"/>
                </a:lnTo>
                <a:lnTo>
                  <a:pt x="1461672" y="626041"/>
                </a:lnTo>
                <a:lnTo>
                  <a:pt x="1463772" y="638275"/>
                </a:lnTo>
                <a:lnTo>
                  <a:pt x="1464823" y="640946"/>
                </a:lnTo>
                <a:lnTo>
                  <a:pt x="1465552" y="635755"/>
                </a:lnTo>
                <a:close/>
                <a:moveTo>
                  <a:pt x="762763" y="2170613"/>
                </a:moveTo>
                <a:lnTo>
                  <a:pt x="766283" y="2171004"/>
                </a:lnTo>
                <a:lnTo>
                  <a:pt x="767358" y="2170314"/>
                </a:lnTo>
                <a:close/>
                <a:moveTo>
                  <a:pt x="760789" y="2174989"/>
                </a:moveTo>
                <a:lnTo>
                  <a:pt x="763537" y="2174912"/>
                </a:lnTo>
                <a:lnTo>
                  <a:pt x="763074" y="2173523"/>
                </a:lnTo>
                <a:close/>
                <a:moveTo>
                  <a:pt x="1450382" y="630681"/>
                </a:moveTo>
                <a:lnTo>
                  <a:pt x="1450923" y="634743"/>
                </a:lnTo>
                <a:lnTo>
                  <a:pt x="1451754" y="636796"/>
                </a:lnTo>
                <a:lnTo>
                  <a:pt x="1450608" y="631283"/>
                </a:lnTo>
                <a:close/>
                <a:moveTo>
                  <a:pt x="762563" y="2170755"/>
                </a:moveTo>
                <a:lnTo>
                  <a:pt x="763286" y="2172926"/>
                </a:lnTo>
                <a:lnTo>
                  <a:pt x="766064" y="2171144"/>
                </a:lnTo>
                <a:close/>
                <a:moveTo>
                  <a:pt x="1465367" y="596304"/>
                </a:moveTo>
                <a:lnTo>
                  <a:pt x="1465567" y="601442"/>
                </a:lnTo>
                <a:lnTo>
                  <a:pt x="1466152" y="605337"/>
                </a:lnTo>
                <a:lnTo>
                  <a:pt x="1467216" y="607205"/>
                </a:lnTo>
                <a:close/>
                <a:moveTo>
                  <a:pt x="771212" y="2150636"/>
                </a:moveTo>
                <a:lnTo>
                  <a:pt x="779712" y="2162391"/>
                </a:lnTo>
                <a:lnTo>
                  <a:pt x="780442" y="2161923"/>
                </a:lnTo>
                <a:lnTo>
                  <a:pt x="778480" y="2154795"/>
                </a:lnTo>
                <a:lnTo>
                  <a:pt x="773858" y="2150284"/>
                </a:lnTo>
                <a:lnTo>
                  <a:pt x="772183" y="2150056"/>
                </a:lnTo>
                <a:close/>
                <a:moveTo>
                  <a:pt x="1447638" y="635971"/>
                </a:moveTo>
                <a:lnTo>
                  <a:pt x="1447048" y="637962"/>
                </a:lnTo>
                <a:lnTo>
                  <a:pt x="1449331" y="642321"/>
                </a:lnTo>
                <a:lnTo>
                  <a:pt x="1449095" y="638632"/>
                </a:lnTo>
                <a:lnTo>
                  <a:pt x="1448507" y="637357"/>
                </a:lnTo>
                <a:close/>
                <a:moveTo>
                  <a:pt x="1466508" y="593315"/>
                </a:moveTo>
                <a:lnTo>
                  <a:pt x="1469563" y="611330"/>
                </a:lnTo>
                <a:lnTo>
                  <a:pt x="1470572" y="613104"/>
                </a:lnTo>
                <a:lnTo>
                  <a:pt x="1470424" y="598289"/>
                </a:lnTo>
                <a:lnTo>
                  <a:pt x="1470614" y="598486"/>
                </a:lnTo>
                <a:lnTo>
                  <a:pt x="1470763" y="613441"/>
                </a:lnTo>
                <a:lnTo>
                  <a:pt x="1473616" y="618455"/>
                </a:lnTo>
                <a:lnTo>
                  <a:pt x="1478759" y="625792"/>
                </a:lnTo>
                <a:lnTo>
                  <a:pt x="1474472" y="598383"/>
                </a:lnTo>
                <a:lnTo>
                  <a:pt x="1470015" y="589364"/>
                </a:lnTo>
                <a:close/>
                <a:moveTo>
                  <a:pt x="1457946" y="612366"/>
                </a:moveTo>
                <a:lnTo>
                  <a:pt x="1457750" y="613637"/>
                </a:lnTo>
                <a:lnTo>
                  <a:pt x="1464713" y="631843"/>
                </a:lnTo>
                <a:lnTo>
                  <a:pt x="1460788" y="615802"/>
                </a:lnTo>
                <a:close/>
                <a:moveTo>
                  <a:pt x="785706" y="2117272"/>
                </a:moveTo>
                <a:lnTo>
                  <a:pt x="786228" y="2118519"/>
                </a:lnTo>
                <a:lnTo>
                  <a:pt x="787711" y="2118763"/>
                </a:lnTo>
                <a:lnTo>
                  <a:pt x="788273" y="2118140"/>
                </a:lnTo>
                <a:lnTo>
                  <a:pt x="787400" y="2116821"/>
                </a:lnTo>
                <a:close/>
                <a:moveTo>
                  <a:pt x="1436292" y="660280"/>
                </a:moveTo>
                <a:lnTo>
                  <a:pt x="1436578" y="664165"/>
                </a:lnTo>
                <a:lnTo>
                  <a:pt x="1436879" y="666072"/>
                </a:lnTo>
                <a:lnTo>
                  <a:pt x="1437247" y="666465"/>
                </a:lnTo>
                <a:lnTo>
                  <a:pt x="1437507" y="665588"/>
                </a:lnTo>
                <a:lnTo>
                  <a:pt x="1437887" y="663202"/>
                </a:lnTo>
                <a:lnTo>
                  <a:pt x="1437563" y="662553"/>
                </a:lnTo>
                <a:close/>
                <a:moveTo>
                  <a:pt x="1448697" y="632389"/>
                </a:moveTo>
                <a:lnTo>
                  <a:pt x="1448304" y="633716"/>
                </a:lnTo>
                <a:lnTo>
                  <a:pt x="1448836" y="634563"/>
                </a:lnTo>
                <a:close/>
                <a:moveTo>
                  <a:pt x="762201" y="2169405"/>
                </a:moveTo>
                <a:lnTo>
                  <a:pt x="762287" y="2169776"/>
                </a:lnTo>
                <a:lnTo>
                  <a:pt x="768313" y="2169702"/>
                </a:lnTo>
                <a:lnTo>
                  <a:pt x="771088" y="2167922"/>
                </a:lnTo>
                <a:lnTo>
                  <a:pt x="770728" y="2167449"/>
                </a:lnTo>
                <a:lnTo>
                  <a:pt x="769799" y="2167697"/>
                </a:lnTo>
                <a:close/>
                <a:moveTo>
                  <a:pt x="1449064" y="631147"/>
                </a:moveTo>
                <a:lnTo>
                  <a:pt x="1448955" y="631519"/>
                </a:lnTo>
                <a:lnTo>
                  <a:pt x="1449184" y="635118"/>
                </a:lnTo>
                <a:lnTo>
                  <a:pt x="1449914" y="636281"/>
                </a:lnTo>
                <a:lnTo>
                  <a:pt x="1449125" y="631317"/>
                </a:lnTo>
                <a:close/>
                <a:moveTo>
                  <a:pt x="787262" y="2112910"/>
                </a:moveTo>
                <a:lnTo>
                  <a:pt x="787294" y="2113004"/>
                </a:lnTo>
                <a:lnTo>
                  <a:pt x="787424" y="2113049"/>
                </a:lnTo>
                <a:lnTo>
                  <a:pt x="787289" y="2112912"/>
                </a:lnTo>
                <a:close/>
                <a:moveTo>
                  <a:pt x="1449723" y="628921"/>
                </a:moveTo>
                <a:lnTo>
                  <a:pt x="1449310" y="630316"/>
                </a:lnTo>
                <a:lnTo>
                  <a:pt x="1449426" y="631045"/>
                </a:lnTo>
                <a:lnTo>
                  <a:pt x="1450406" y="633465"/>
                </a:lnTo>
                <a:lnTo>
                  <a:pt x="1449845" y="629249"/>
                </a:lnTo>
                <a:close/>
                <a:moveTo>
                  <a:pt x="1464658" y="595400"/>
                </a:moveTo>
                <a:lnTo>
                  <a:pt x="1464667" y="595456"/>
                </a:lnTo>
                <a:lnTo>
                  <a:pt x="1464665" y="595392"/>
                </a:lnTo>
                <a:close/>
                <a:moveTo>
                  <a:pt x="775241" y="2139104"/>
                </a:moveTo>
                <a:lnTo>
                  <a:pt x="775885" y="2141443"/>
                </a:lnTo>
                <a:lnTo>
                  <a:pt x="777232" y="2141052"/>
                </a:lnTo>
                <a:lnTo>
                  <a:pt x="777369" y="2140970"/>
                </a:lnTo>
                <a:close/>
                <a:moveTo>
                  <a:pt x="775281" y="2138796"/>
                </a:moveTo>
                <a:lnTo>
                  <a:pt x="776368" y="2139777"/>
                </a:lnTo>
                <a:lnTo>
                  <a:pt x="777583" y="2140842"/>
                </a:lnTo>
                <a:lnTo>
                  <a:pt x="778406" y="2140349"/>
                </a:lnTo>
                <a:lnTo>
                  <a:pt x="776911" y="2138255"/>
                </a:lnTo>
                <a:close/>
                <a:moveTo>
                  <a:pt x="1435837" y="659467"/>
                </a:moveTo>
                <a:lnTo>
                  <a:pt x="1435991" y="660444"/>
                </a:lnTo>
                <a:lnTo>
                  <a:pt x="1435931" y="659636"/>
                </a:lnTo>
                <a:close/>
                <a:moveTo>
                  <a:pt x="1456710" y="612629"/>
                </a:moveTo>
                <a:lnTo>
                  <a:pt x="1457165" y="615531"/>
                </a:lnTo>
                <a:lnTo>
                  <a:pt x="1457353" y="614313"/>
                </a:lnTo>
                <a:close/>
                <a:moveTo>
                  <a:pt x="1471115" y="579629"/>
                </a:moveTo>
                <a:lnTo>
                  <a:pt x="1471697" y="582374"/>
                </a:lnTo>
                <a:lnTo>
                  <a:pt x="1472053" y="581973"/>
                </a:lnTo>
                <a:close/>
                <a:moveTo>
                  <a:pt x="1461965" y="599083"/>
                </a:moveTo>
                <a:lnTo>
                  <a:pt x="1464984" y="603590"/>
                </a:lnTo>
                <a:lnTo>
                  <a:pt x="1464781" y="598372"/>
                </a:lnTo>
                <a:lnTo>
                  <a:pt x="1464381" y="595711"/>
                </a:lnTo>
                <a:lnTo>
                  <a:pt x="1463404" y="596812"/>
                </a:lnTo>
                <a:close/>
                <a:moveTo>
                  <a:pt x="784850" y="2115221"/>
                </a:moveTo>
                <a:lnTo>
                  <a:pt x="785025" y="2115640"/>
                </a:lnTo>
                <a:lnTo>
                  <a:pt x="785648" y="2115475"/>
                </a:lnTo>
                <a:close/>
                <a:moveTo>
                  <a:pt x="1456678" y="610832"/>
                </a:moveTo>
                <a:lnTo>
                  <a:pt x="1457541" y="613091"/>
                </a:lnTo>
                <a:lnTo>
                  <a:pt x="1457699" y="612067"/>
                </a:lnTo>
                <a:close/>
                <a:moveTo>
                  <a:pt x="760448" y="2169799"/>
                </a:moveTo>
                <a:lnTo>
                  <a:pt x="761828" y="2169782"/>
                </a:lnTo>
                <a:lnTo>
                  <a:pt x="761737" y="2169509"/>
                </a:lnTo>
                <a:close/>
                <a:moveTo>
                  <a:pt x="776023" y="2134738"/>
                </a:moveTo>
                <a:lnTo>
                  <a:pt x="777980" y="2137480"/>
                </a:lnTo>
                <a:lnTo>
                  <a:pt x="786007" y="2134816"/>
                </a:lnTo>
                <a:lnTo>
                  <a:pt x="786993" y="2134444"/>
                </a:lnTo>
                <a:close/>
                <a:moveTo>
                  <a:pt x="773883" y="2139260"/>
                </a:moveTo>
                <a:lnTo>
                  <a:pt x="774643" y="2140855"/>
                </a:lnTo>
                <a:lnTo>
                  <a:pt x="774176" y="2139163"/>
                </a:lnTo>
                <a:close/>
                <a:moveTo>
                  <a:pt x="776261" y="2133338"/>
                </a:moveTo>
                <a:lnTo>
                  <a:pt x="788163" y="2133020"/>
                </a:lnTo>
                <a:lnTo>
                  <a:pt x="787782" y="2132448"/>
                </a:lnTo>
                <a:lnTo>
                  <a:pt x="785495" y="2128405"/>
                </a:lnTo>
                <a:lnTo>
                  <a:pt x="784598" y="2128173"/>
                </a:lnTo>
                <a:close/>
                <a:moveTo>
                  <a:pt x="783018" y="2117991"/>
                </a:moveTo>
                <a:lnTo>
                  <a:pt x="784867" y="2118295"/>
                </a:lnTo>
                <a:lnTo>
                  <a:pt x="784536" y="2117585"/>
                </a:lnTo>
                <a:close/>
                <a:moveTo>
                  <a:pt x="1453168" y="617274"/>
                </a:moveTo>
                <a:lnTo>
                  <a:pt x="1453141" y="617366"/>
                </a:lnTo>
                <a:lnTo>
                  <a:pt x="1453589" y="618332"/>
                </a:lnTo>
                <a:close/>
                <a:moveTo>
                  <a:pt x="789490" y="2102872"/>
                </a:moveTo>
                <a:lnTo>
                  <a:pt x="790115" y="2103613"/>
                </a:lnTo>
                <a:lnTo>
                  <a:pt x="790264" y="2103530"/>
                </a:lnTo>
                <a:lnTo>
                  <a:pt x="791264" y="2102797"/>
                </a:lnTo>
                <a:close/>
                <a:moveTo>
                  <a:pt x="1453890" y="614833"/>
                </a:moveTo>
                <a:lnTo>
                  <a:pt x="1453262" y="616956"/>
                </a:lnTo>
                <a:lnTo>
                  <a:pt x="1455151" y="621704"/>
                </a:lnTo>
                <a:lnTo>
                  <a:pt x="1455775" y="623049"/>
                </a:lnTo>
                <a:lnTo>
                  <a:pt x="1456222" y="620759"/>
                </a:lnTo>
                <a:close/>
                <a:moveTo>
                  <a:pt x="1448623" y="625993"/>
                </a:moveTo>
                <a:lnTo>
                  <a:pt x="1448832" y="627308"/>
                </a:lnTo>
                <a:lnTo>
                  <a:pt x="1448958" y="626884"/>
                </a:lnTo>
                <a:close/>
                <a:moveTo>
                  <a:pt x="1455209" y="610372"/>
                </a:moveTo>
                <a:lnTo>
                  <a:pt x="1454172" y="613878"/>
                </a:lnTo>
                <a:lnTo>
                  <a:pt x="1456440" y="619642"/>
                </a:lnTo>
                <a:lnTo>
                  <a:pt x="1456518" y="619241"/>
                </a:lnTo>
                <a:lnTo>
                  <a:pt x="1456379" y="617914"/>
                </a:lnTo>
                <a:close/>
                <a:moveTo>
                  <a:pt x="789869" y="2099893"/>
                </a:moveTo>
                <a:lnTo>
                  <a:pt x="791024" y="2100292"/>
                </a:lnTo>
                <a:lnTo>
                  <a:pt x="792918" y="2099678"/>
                </a:lnTo>
                <a:lnTo>
                  <a:pt x="791881" y="2098894"/>
                </a:lnTo>
                <a:lnTo>
                  <a:pt x="791216" y="2098783"/>
                </a:lnTo>
                <a:close/>
                <a:moveTo>
                  <a:pt x="790491" y="2098001"/>
                </a:moveTo>
                <a:lnTo>
                  <a:pt x="790773" y="2098056"/>
                </a:lnTo>
                <a:lnTo>
                  <a:pt x="790656" y="2097968"/>
                </a:lnTo>
                <a:close/>
                <a:moveTo>
                  <a:pt x="774054" y="2134790"/>
                </a:moveTo>
                <a:lnTo>
                  <a:pt x="775061" y="2138449"/>
                </a:lnTo>
                <a:lnTo>
                  <a:pt x="776668" y="2137916"/>
                </a:lnTo>
                <a:lnTo>
                  <a:pt x="774430" y="2134780"/>
                </a:lnTo>
                <a:close/>
                <a:moveTo>
                  <a:pt x="789371" y="2100303"/>
                </a:moveTo>
                <a:lnTo>
                  <a:pt x="789435" y="2100306"/>
                </a:lnTo>
                <a:lnTo>
                  <a:pt x="789386" y="2100290"/>
                </a:lnTo>
                <a:close/>
                <a:moveTo>
                  <a:pt x="769961" y="2143762"/>
                </a:moveTo>
                <a:lnTo>
                  <a:pt x="770908" y="2144832"/>
                </a:lnTo>
                <a:lnTo>
                  <a:pt x="772935" y="2143621"/>
                </a:lnTo>
                <a:lnTo>
                  <a:pt x="771585" y="2143496"/>
                </a:lnTo>
                <a:close/>
                <a:moveTo>
                  <a:pt x="772780" y="2136945"/>
                </a:moveTo>
                <a:lnTo>
                  <a:pt x="773710" y="2138897"/>
                </a:lnTo>
                <a:lnTo>
                  <a:pt x="774070" y="2138778"/>
                </a:lnTo>
                <a:lnTo>
                  <a:pt x="773815" y="2137854"/>
                </a:lnTo>
                <a:close/>
                <a:moveTo>
                  <a:pt x="1447106" y="626143"/>
                </a:moveTo>
                <a:lnTo>
                  <a:pt x="1447436" y="630333"/>
                </a:lnTo>
                <a:lnTo>
                  <a:pt x="1447340" y="632179"/>
                </a:lnTo>
                <a:lnTo>
                  <a:pt x="1447374" y="632235"/>
                </a:lnTo>
                <a:lnTo>
                  <a:pt x="1448303" y="629098"/>
                </a:lnTo>
                <a:close/>
                <a:moveTo>
                  <a:pt x="1452255" y="614425"/>
                </a:moveTo>
                <a:lnTo>
                  <a:pt x="1452477" y="614984"/>
                </a:lnTo>
                <a:lnTo>
                  <a:pt x="1452983" y="613273"/>
                </a:lnTo>
                <a:close/>
                <a:moveTo>
                  <a:pt x="1451980" y="614860"/>
                </a:moveTo>
                <a:lnTo>
                  <a:pt x="1452306" y="615563"/>
                </a:lnTo>
                <a:lnTo>
                  <a:pt x="1452383" y="615302"/>
                </a:lnTo>
                <a:lnTo>
                  <a:pt x="1452119" y="614639"/>
                </a:lnTo>
                <a:close/>
                <a:moveTo>
                  <a:pt x="786605" y="2104753"/>
                </a:moveTo>
                <a:lnTo>
                  <a:pt x="786662" y="2104811"/>
                </a:lnTo>
                <a:lnTo>
                  <a:pt x="786831" y="2104757"/>
                </a:lnTo>
                <a:close/>
                <a:moveTo>
                  <a:pt x="783819" y="2110846"/>
                </a:moveTo>
                <a:lnTo>
                  <a:pt x="784638" y="2112084"/>
                </a:lnTo>
                <a:lnTo>
                  <a:pt x="785605" y="2112419"/>
                </a:lnTo>
                <a:lnTo>
                  <a:pt x="786118" y="2112308"/>
                </a:lnTo>
                <a:lnTo>
                  <a:pt x="785732" y="2111328"/>
                </a:lnTo>
                <a:lnTo>
                  <a:pt x="784948" y="2110529"/>
                </a:lnTo>
                <a:close/>
                <a:moveTo>
                  <a:pt x="736788" y="2215764"/>
                </a:moveTo>
                <a:lnTo>
                  <a:pt x="767844" y="2211383"/>
                </a:lnTo>
                <a:lnTo>
                  <a:pt x="762737" y="2210248"/>
                </a:lnTo>
                <a:lnTo>
                  <a:pt x="762556" y="2210027"/>
                </a:lnTo>
                <a:lnTo>
                  <a:pt x="768345" y="2211312"/>
                </a:lnTo>
                <a:lnTo>
                  <a:pt x="771945" y="2210804"/>
                </a:lnTo>
                <a:lnTo>
                  <a:pt x="774987" y="2209292"/>
                </a:lnTo>
                <a:lnTo>
                  <a:pt x="772892" y="2203001"/>
                </a:lnTo>
                <a:lnTo>
                  <a:pt x="767835" y="2203186"/>
                </a:lnTo>
                <a:lnTo>
                  <a:pt x="767633" y="2203039"/>
                </a:lnTo>
                <a:lnTo>
                  <a:pt x="772841" y="2202849"/>
                </a:lnTo>
                <a:lnTo>
                  <a:pt x="770672" y="2196337"/>
                </a:lnTo>
                <a:lnTo>
                  <a:pt x="737915" y="2215282"/>
                </a:lnTo>
                <a:close/>
                <a:moveTo>
                  <a:pt x="772246" y="2135825"/>
                </a:moveTo>
                <a:lnTo>
                  <a:pt x="772443" y="2136239"/>
                </a:lnTo>
                <a:lnTo>
                  <a:pt x="773677" y="2137352"/>
                </a:lnTo>
                <a:lnTo>
                  <a:pt x="773110" y="2135290"/>
                </a:lnTo>
                <a:close/>
                <a:moveTo>
                  <a:pt x="1426593" y="670554"/>
                </a:moveTo>
                <a:lnTo>
                  <a:pt x="1426597" y="671382"/>
                </a:lnTo>
                <a:lnTo>
                  <a:pt x="1427532" y="673190"/>
                </a:lnTo>
                <a:close/>
                <a:moveTo>
                  <a:pt x="783106" y="2111046"/>
                </a:moveTo>
                <a:lnTo>
                  <a:pt x="783354" y="2111640"/>
                </a:lnTo>
                <a:lnTo>
                  <a:pt x="784157" y="2111918"/>
                </a:lnTo>
                <a:lnTo>
                  <a:pt x="783506" y="2110934"/>
                </a:lnTo>
                <a:close/>
                <a:moveTo>
                  <a:pt x="783310" y="2110077"/>
                </a:moveTo>
                <a:lnTo>
                  <a:pt x="783606" y="2110524"/>
                </a:lnTo>
                <a:lnTo>
                  <a:pt x="784654" y="2110229"/>
                </a:lnTo>
                <a:lnTo>
                  <a:pt x="784254" y="2109821"/>
                </a:lnTo>
                <a:lnTo>
                  <a:pt x="783470" y="2109950"/>
                </a:lnTo>
                <a:close/>
                <a:moveTo>
                  <a:pt x="766374" y="2147371"/>
                </a:moveTo>
                <a:lnTo>
                  <a:pt x="766608" y="2147404"/>
                </a:lnTo>
                <a:lnTo>
                  <a:pt x="766664" y="2147370"/>
                </a:lnTo>
                <a:close/>
                <a:moveTo>
                  <a:pt x="782852" y="2110439"/>
                </a:moveTo>
                <a:lnTo>
                  <a:pt x="782963" y="2110704"/>
                </a:lnTo>
                <a:lnTo>
                  <a:pt x="783293" y="2110611"/>
                </a:lnTo>
                <a:lnTo>
                  <a:pt x="783067" y="2110269"/>
                </a:lnTo>
                <a:close/>
                <a:moveTo>
                  <a:pt x="1446856" y="622954"/>
                </a:moveTo>
                <a:lnTo>
                  <a:pt x="1447025" y="625119"/>
                </a:lnTo>
                <a:lnTo>
                  <a:pt x="1448444" y="628620"/>
                </a:lnTo>
                <a:lnTo>
                  <a:pt x="1448454" y="628586"/>
                </a:lnTo>
                <a:lnTo>
                  <a:pt x="1448417" y="628002"/>
                </a:lnTo>
                <a:lnTo>
                  <a:pt x="1448582" y="628155"/>
                </a:lnTo>
                <a:lnTo>
                  <a:pt x="1448609" y="628064"/>
                </a:lnTo>
                <a:lnTo>
                  <a:pt x="1448027" y="624403"/>
                </a:lnTo>
                <a:lnTo>
                  <a:pt x="1447250" y="622331"/>
                </a:lnTo>
                <a:close/>
                <a:moveTo>
                  <a:pt x="782701" y="2110076"/>
                </a:moveTo>
                <a:lnTo>
                  <a:pt x="782783" y="2110273"/>
                </a:lnTo>
                <a:lnTo>
                  <a:pt x="782971" y="2110125"/>
                </a:lnTo>
                <a:lnTo>
                  <a:pt x="782916" y="2110041"/>
                </a:lnTo>
                <a:close/>
                <a:moveTo>
                  <a:pt x="785426" y="2103552"/>
                </a:moveTo>
                <a:lnTo>
                  <a:pt x="785623" y="2103754"/>
                </a:lnTo>
                <a:lnTo>
                  <a:pt x="789705" y="2103838"/>
                </a:lnTo>
                <a:lnTo>
                  <a:pt x="789728" y="2103831"/>
                </a:lnTo>
                <a:lnTo>
                  <a:pt x="789984" y="2103687"/>
                </a:lnTo>
                <a:lnTo>
                  <a:pt x="789302" y="2102880"/>
                </a:lnTo>
                <a:lnTo>
                  <a:pt x="786077" y="2103015"/>
                </a:lnTo>
                <a:close/>
                <a:moveTo>
                  <a:pt x="762788" y="2154109"/>
                </a:moveTo>
                <a:lnTo>
                  <a:pt x="768607" y="2163046"/>
                </a:lnTo>
                <a:lnTo>
                  <a:pt x="771251" y="2166521"/>
                </a:lnTo>
                <a:lnTo>
                  <a:pt x="774716" y="2165595"/>
                </a:lnTo>
                <a:lnTo>
                  <a:pt x="779007" y="2162842"/>
                </a:lnTo>
                <a:lnTo>
                  <a:pt x="770459" y="2151070"/>
                </a:lnTo>
                <a:close/>
                <a:moveTo>
                  <a:pt x="787847" y="2097483"/>
                </a:moveTo>
                <a:lnTo>
                  <a:pt x="788068" y="2097526"/>
                </a:lnTo>
                <a:lnTo>
                  <a:pt x="789650" y="2097206"/>
                </a:lnTo>
                <a:lnTo>
                  <a:pt x="789404" y="2097021"/>
                </a:lnTo>
                <a:lnTo>
                  <a:pt x="788676" y="2097033"/>
                </a:lnTo>
                <a:close/>
                <a:moveTo>
                  <a:pt x="780247" y="2114061"/>
                </a:moveTo>
                <a:lnTo>
                  <a:pt x="781619" y="2116551"/>
                </a:lnTo>
                <a:lnTo>
                  <a:pt x="783785" y="2115972"/>
                </a:lnTo>
                <a:lnTo>
                  <a:pt x="783189" y="2114694"/>
                </a:lnTo>
                <a:lnTo>
                  <a:pt x="781614" y="2114195"/>
                </a:lnTo>
                <a:close/>
                <a:moveTo>
                  <a:pt x="1459879" y="592173"/>
                </a:moveTo>
                <a:lnTo>
                  <a:pt x="1459183" y="594933"/>
                </a:lnTo>
                <a:lnTo>
                  <a:pt x="1459771" y="595813"/>
                </a:lnTo>
                <a:lnTo>
                  <a:pt x="1460296" y="595221"/>
                </a:lnTo>
                <a:lnTo>
                  <a:pt x="1460325" y="595041"/>
                </a:lnTo>
                <a:close/>
                <a:moveTo>
                  <a:pt x="1435323" y="647097"/>
                </a:moveTo>
                <a:lnTo>
                  <a:pt x="1435562" y="650362"/>
                </a:lnTo>
                <a:lnTo>
                  <a:pt x="1438964" y="656443"/>
                </a:lnTo>
                <a:lnTo>
                  <a:pt x="1439493" y="653121"/>
                </a:lnTo>
                <a:lnTo>
                  <a:pt x="1439323" y="652413"/>
                </a:lnTo>
                <a:lnTo>
                  <a:pt x="1439574" y="652611"/>
                </a:lnTo>
                <a:lnTo>
                  <a:pt x="1440347" y="647759"/>
                </a:lnTo>
                <a:lnTo>
                  <a:pt x="1440734" y="640231"/>
                </a:lnTo>
                <a:close/>
                <a:moveTo>
                  <a:pt x="1425724" y="668551"/>
                </a:moveTo>
                <a:lnTo>
                  <a:pt x="1425477" y="669217"/>
                </a:lnTo>
                <a:lnTo>
                  <a:pt x="1426331" y="670869"/>
                </a:lnTo>
                <a:lnTo>
                  <a:pt x="1426319" y="669822"/>
                </a:lnTo>
                <a:close/>
                <a:moveTo>
                  <a:pt x="766637" y="2144309"/>
                </a:moveTo>
                <a:lnTo>
                  <a:pt x="768190" y="2146457"/>
                </a:lnTo>
                <a:lnTo>
                  <a:pt x="769274" y="2145809"/>
                </a:lnTo>
                <a:lnTo>
                  <a:pt x="767579" y="2144154"/>
                </a:lnTo>
                <a:close/>
                <a:moveTo>
                  <a:pt x="784945" y="2103063"/>
                </a:moveTo>
                <a:lnTo>
                  <a:pt x="785256" y="2103379"/>
                </a:lnTo>
                <a:lnTo>
                  <a:pt x="785677" y="2103033"/>
                </a:lnTo>
                <a:close/>
                <a:moveTo>
                  <a:pt x="767773" y="2141288"/>
                </a:moveTo>
                <a:lnTo>
                  <a:pt x="768312" y="2141897"/>
                </a:lnTo>
                <a:lnTo>
                  <a:pt x="772044" y="2142241"/>
                </a:lnTo>
                <a:lnTo>
                  <a:pt x="774202" y="2141933"/>
                </a:lnTo>
                <a:lnTo>
                  <a:pt x="774814" y="2141754"/>
                </a:lnTo>
                <a:lnTo>
                  <a:pt x="773660" y="2139334"/>
                </a:lnTo>
                <a:close/>
                <a:moveTo>
                  <a:pt x="786454" y="2099279"/>
                </a:moveTo>
                <a:lnTo>
                  <a:pt x="787206" y="2100169"/>
                </a:lnTo>
                <a:lnTo>
                  <a:pt x="788986" y="2100279"/>
                </a:lnTo>
                <a:lnTo>
                  <a:pt x="789093" y="2100189"/>
                </a:lnTo>
                <a:close/>
                <a:moveTo>
                  <a:pt x="786641" y="2098780"/>
                </a:moveTo>
                <a:lnTo>
                  <a:pt x="789566" y="2099789"/>
                </a:lnTo>
                <a:lnTo>
                  <a:pt x="790829" y="2098719"/>
                </a:lnTo>
                <a:lnTo>
                  <a:pt x="788694" y="2098365"/>
                </a:lnTo>
                <a:close/>
                <a:moveTo>
                  <a:pt x="1434395" y="648274"/>
                </a:moveTo>
                <a:lnTo>
                  <a:pt x="1435202" y="649716"/>
                </a:lnTo>
                <a:lnTo>
                  <a:pt x="1435036" y="647461"/>
                </a:lnTo>
                <a:close/>
                <a:moveTo>
                  <a:pt x="1430890" y="654817"/>
                </a:moveTo>
                <a:lnTo>
                  <a:pt x="1430755" y="655122"/>
                </a:lnTo>
                <a:lnTo>
                  <a:pt x="1432427" y="659784"/>
                </a:lnTo>
                <a:lnTo>
                  <a:pt x="1432857" y="660794"/>
                </a:lnTo>
                <a:close/>
                <a:moveTo>
                  <a:pt x="1431928" y="652474"/>
                </a:moveTo>
                <a:lnTo>
                  <a:pt x="1431262" y="653977"/>
                </a:lnTo>
                <a:lnTo>
                  <a:pt x="1433454" y="660635"/>
                </a:lnTo>
                <a:lnTo>
                  <a:pt x="1432802" y="654962"/>
                </a:lnTo>
                <a:lnTo>
                  <a:pt x="1432213" y="652984"/>
                </a:lnTo>
                <a:close/>
                <a:moveTo>
                  <a:pt x="1434909" y="645740"/>
                </a:moveTo>
                <a:lnTo>
                  <a:pt x="1434056" y="647667"/>
                </a:lnTo>
                <a:lnTo>
                  <a:pt x="1434276" y="648061"/>
                </a:lnTo>
                <a:lnTo>
                  <a:pt x="1435012" y="647128"/>
                </a:lnTo>
                <a:close/>
                <a:moveTo>
                  <a:pt x="1440666" y="632742"/>
                </a:moveTo>
                <a:lnTo>
                  <a:pt x="1435178" y="645134"/>
                </a:lnTo>
                <a:lnTo>
                  <a:pt x="1435298" y="646763"/>
                </a:lnTo>
                <a:lnTo>
                  <a:pt x="1440754" y="639839"/>
                </a:lnTo>
                <a:lnTo>
                  <a:pt x="1441068" y="633747"/>
                </a:lnTo>
                <a:close/>
                <a:moveTo>
                  <a:pt x="780598" y="2110685"/>
                </a:moveTo>
                <a:lnTo>
                  <a:pt x="781571" y="2111022"/>
                </a:lnTo>
                <a:lnTo>
                  <a:pt x="781274" y="2110311"/>
                </a:lnTo>
                <a:lnTo>
                  <a:pt x="781258" y="2110314"/>
                </a:lnTo>
                <a:close/>
                <a:moveTo>
                  <a:pt x="1485705" y="531470"/>
                </a:moveTo>
                <a:lnTo>
                  <a:pt x="1485661" y="559221"/>
                </a:lnTo>
                <a:lnTo>
                  <a:pt x="1485536" y="567584"/>
                </a:lnTo>
                <a:lnTo>
                  <a:pt x="1497186" y="557263"/>
                </a:lnTo>
                <a:lnTo>
                  <a:pt x="1497167" y="556935"/>
                </a:lnTo>
                <a:lnTo>
                  <a:pt x="1486332" y="532779"/>
                </a:lnTo>
                <a:close/>
                <a:moveTo>
                  <a:pt x="1464675" y="578559"/>
                </a:moveTo>
                <a:lnTo>
                  <a:pt x="1464985" y="586509"/>
                </a:lnTo>
                <a:lnTo>
                  <a:pt x="1465645" y="589193"/>
                </a:lnTo>
                <a:lnTo>
                  <a:pt x="1468398" y="586092"/>
                </a:lnTo>
                <a:close/>
                <a:moveTo>
                  <a:pt x="747899" y="2183172"/>
                </a:moveTo>
                <a:lnTo>
                  <a:pt x="762650" y="2181481"/>
                </a:lnTo>
                <a:lnTo>
                  <a:pt x="765330" y="2180295"/>
                </a:lnTo>
                <a:lnTo>
                  <a:pt x="764787" y="2178664"/>
                </a:lnTo>
                <a:lnTo>
                  <a:pt x="756282" y="2177880"/>
                </a:lnTo>
                <a:lnTo>
                  <a:pt x="752797" y="2180116"/>
                </a:lnTo>
                <a:lnTo>
                  <a:pt x="754148" y="2181708"/>
                </a:lnTo>
                <a:lnTo>
                  <a:pt x="753793" y="2181635"/>
                </a:lnTo>
                <a:lnTo>
                  <a:pt x="752607" y="2180238"/>
                </a:lnTo>
                <a:lnTo>
                  <a:pt x="752465" y="2180329"/>
                </a:lnTo>
                <a:close/>
                <a:moveTo>
                  <a:pt x="1462473" y="583007"/>
                </a:moveTo>
                <a:lnTo>
                  <a:pt x="1460824" y="593698"/>
                </a:lnTo>
                <a:lnTo>
                  <a:pt x="1460948" y="594488"/>
                </a:lnTo>
                <a:lnTo>
                  <a:pt x="1463727" y="591356"/>
                </a:lnTo>
                <a:close/>
                <a:moveTo>
                  <a:pt x="750442" y="2177342"/>
                </a:moveTo>
                <a:lnTo>
                  <a:pt x="752544" y="2179818"/>
                </a:lnTo>
                <a:lnTo>
                  <a:pt x="755654" y="2177822"/>
                </a:lnTo>
                <a:close/>
                <a:moveTo>
                  <a:pt x="765654" y="2142949"/>
                </a:moveTo>
                <a:lnTo>
                  <a:pt x="765791" y="2143138"/>
                </a:lnTo>
                <a:lnTo>
                  <a:pt x="766442" y="2143044"/>
                </a:lnTo>
                <a:lnTo>
                  <a:pt x="766416" y="2143019"/>
                </a:lnTo>
                <a:close/>
                <a:moveTo>
                  <a:pt x="1462161" y="583128"/>
                </a:moveTo>
                <a:lnTo>
                  <a:pt x="1460314" y="590451"/>
                </a:lnTo>
                <a:lnTo>
                  <a:pt x="1460676" y="592759"/>
                </a:lnTo>
                <a:close/>
                <a:moveTo>
                  <a:pt x="1462776" y="581034"/>
                </a:moveTo>
                <a:lnTo>
                  <a:pt x="1462637" y="581942"/>
                </a:lnTo>
                <a:lnTo>
                  <a:pt x="1464004" y="591042"/>
                </a:lnTo>
                <a:lnTo>
                  <a:pt x="1464399" y="590598"/>
                </a:lnTo>
                <a:close/>
                <a:moveTo>
                  <a:pt x="783599" y="2101691"/>
                </a:moveTo>
                <a:lnTo>
                  <a:pt x="783618" y="2101710"/>
                </a:lnTo>
                <a:lnTo>
                  <a:pt x="783790" y="2101703"/>
                </a:lnTo>
                <a:close/>
                <a:moveTo>
                  <a:pt x="1464601" y="576664"/>
                </a:moveTo>
                <a:lnTo>
                  <a:pt x="1464612" y="576926"/>
                </a:lnTo>
                <a:lnTo>
                  <a:pt x="1468875" y="585554"/>
                </a:lnTo>
                <a:lnTo>
                  <a:pt x="1469066" y="585338"/>
                </a:lnTo>
                <a:close/>
                <a:moveTo>
                  <a:pt x="766236" y="2139549"/>
                </a:moveTo>
                <a:lnTo>
                  <a:pt x="767486" y="2140963"/>
                </a:lnTo>
                <a:lnTo>
                  <a:pt x="773487" y="2138970"/>
                </a:lnTo>
                <a:lnTo>
                  <a:pt x="772338" y="2136557"/>
                </a:lnTo>
                <a:lnTo>
                  <a:pt x="771811" y="2136095"/>
                </a:lnTo>
                <a:close/>
                <a:moveTo>
                  <a:pt x="759001" y="2155610"/>
                </a:moveTo>
                <a:lnTo>
                  <a:pt x="762099" y="2168965"/>
                </a:lnTo>
                <a:lnTo>
                  <a:pt x="770230" y="2166793"/>
                </a:lnTo>
                <a:lnTo>
                  <a:pt x="761091" y="2154781"/>
                </a:lnTo>
                <a:close/>
                <a:moveTo>
                  <a:pt x="776955" y="2115114"/>
                </a:moveTo>
                <a:lnTo>
                  <a:pt x="778406" y="2115877"/>
                </a:lnTo>
                <a:lnTo>
                  <a:pt x="777658" y="2114556"/>
                </a:lnTo>
                <a:close/>
                <a:moveTo>
                  <a:pt x="1463773" y="576735"/>
                </a:moveTo>
                <a:lnTo>
                  <a:pt x="1463169" y="579130"/>
                </a:lnTo>
                <a:lnTo>
                  <a:pt x="1464193" y="583291"/>
                </a:lnTo>
                <a:lnTo>
                  <a:pt x="1463951" y="577094"/>
                </a:lnTo>
                <a:close/>
                <a:moveTo>
                  <a:pt x="1449594" y="608293"/>
                </a:moveTo>
                <a:lnTo>
                  <a:pt x="1449624" y="608482"/>
                </a:lnTo>
                <a:lnTo>
                  <a:pt x="1449651" y="608438"/>
                </a:lnTo>
                <a:close/>
                <a:moveTo>
                  <a:pt x="783341" y="2099931"/>
                </a:moveTo>
                <a:lnTo>
                  <a:pt x="787001" y="2100157"/>
                </a:lnTo>
                <a:lnTo>
                  <a:pt x="786180" y="2099184"/>
                </a:lnTo>
                <a:lnTo>
                  <a:pt x="785610" y="2098988"/>
                </a:lnTo>
                <a:lnTo>
                  <a:pt x="784762" y="2099159"/>
                </a:lnTo>
                <a:close/>
                <a:moveTo>
                  <a:pt x="760609" y="2150763"/>
                </a:moveTo>
                <a:lnTo>
                  <a:pt x="760715" y="2150926"/>
                </a:lnTo>
                <a:lnTo>
                  <a:pt x="761357" y="2150542"/>
                </a:lnTo>
                <a:close/>
                <a:moveTo>
                  <a:pt x="776354" y="2114797"/>
                </a:moveTo>
                <a:lnTo>
                  <a:pt x="776787" y="2115026"/>
                </a:lnTo>
                <a:lnTo>
                  <a:pt x="777322" y="2114601"/>
                </a:lnTo>
                <a:close/>
                <a:moveTo>
                  <a:pt x="771821" y="2124877"/>
                </a:moveTo>
                <a:lnTo>
                  <a:pt x="772551" y="2128557"/>
                </a:lnTo>
                <a:lnTo>
                  <a:pt x="776872" y="2126181"/>
                </a:lnTo>
                <a:close/>
                <a:moveTo>
                  <a:pt x="1463657" y="574830"/>
                </a:moveTo>
                <a:lnTo>
                  <a:pt x="1463639" y="574959"/>
                </a:lnTo>
                <a:lnTo>
                  <a:pt x="1463681" y="575046"/>
                </a:lnTo>
                <a:lnTo>
                  <a:pt x="1463710" y="574933"/>
                </a:lnTo>
                <a:close/>
                <a:moveTo>
                  <a:pt x="774992" y="2116670"/>
                </a:moveTo>
                <a:lnTo>
                  <a:pt x="777870" y="2117144"/>
                </a:lnTo>
                <a:lnTo>
                  <a:pt x="775860" y="2115981"/>
                </a:lnTo>
                <a:close/>
                <a:moveTo>
                  <a:pt x="764136" y="2140850"/>
                </a:moveTo>
                <a:lnTo>
                  <a:pt x="764649" y="2141560"/>
                </a:lnTo>
                <a:lnTo>
                  <a:pt x="765090" y="2141601"/>
                </a:lnTo>
                <a:lnTo>
                  <a:pt x="764324" y="2140734"/>
                </a:lnTo>
                <a:close/>
                <a:moveTo>
                  <a:pt x="776452" y="2113016"/>
                </a:moveTo>
                <a:lnTo>
                  <a:pt x="776807" y="2113051"/>
                </a:lnTo>
                <a:lnTo>
                  <a:pt x="776707" y="2112873"/>
                </a:lnTo>
                <a:close/>
                <a:moveTo>
                  <a:pt x="759958" y="2149762"/>
                </a:moveTo>
                <a:lnTo>
                  <a:pt x="760364" y="2150386"/>
                </a:lnTo>
                <a:lnTo>
                  <a:pt x="762827" y="2149625"/>
                </a:lnTo>
                <a:close/>
                <a:moveTo>
                  <a:pt x="1461947" y="577351"/>
                </a:moveTo>
                <a:lnTo>
                  <a:pt x="1462377" y="580217"/>
                </a:lnTo>
                <a:lnTo>
                  <a:pt x="1462516" y="579666"/>
                </a:lnTo>
                <a:close/>
                <a:moveTo>
                  <a:pt x="763205" y="2141427"/>
                </a:moveTo>
                <a:lnTo>
                  <a:pt x="763477" y="2141451"/>
                </a:lnTo>
                <a:lnTo>
                  <a:pt x="763380" y="2141319"/>
                </a:lnTo>
                <a:close/>
                <a:moveTo>
                  <a:pt x="1466164" y="567257"/>
                </a:moveTo>
                <a:lnTo>
                  <a:pt x="1464493" y="573883"/>
                </a:lnTo>
                <a:lnTo>
                  <a:pt x="1464525" y="574712"/>
                </a:lnTo>
                <a:lnTo>
                  <a:pt x="1469654" y="584676"/>
                </a:lnTo>
                <a:lnTo>
                  <a:pt x="1471298" y="582824"/>
                </a:lnTo>
                <a:lnTo>
                  <a:pt x="1470065" y="577005"/>
                </a:lnTo>
                <a:close/>
                <a:moveTo>
                  <a:pt x="749172" y="2172334"/>
                </a:moveTo>
                <a:lnTo>
                  <a:pt x="749427" y="2174266"/>
                </a:lnTo>
                <a:lnTo>
                  <a:pt x="758088" y="2175065"/>
                </a:lnTo>
                <a:lnTo>
                  <a:pt x="760038" y="2175010"/>
                </a:lnTo>
                <a:lnTo>
                  <a:pt x="762948" y="2173143"/>
                </a:lnTo>
                <a:lnTo>
                  <a:pt x="762136" y="2170708"/>
                </a:lnTo>
                <a:lnTo>
                  <a:pt x="761831" y="2170674"/>
                </a:lnTo>
                <a:lnTo>
                  <a:pt x="757935" y="2170927"/>
                </a:lnTo>
                <a:lnTo>
                  <a:pt x="755626" y="2170883"/>
                </a:lnTo>
                <a:close/>
                <a:moveTo>
                  <a:pt x="758051" y="2151514"/>
                </a:moveTo>
                <a:lnTo>
                  <a:pt x="758255" y="2152396"/>
                </a:lnTo>
                <a:lnTo>
                  <a:pt x="758957" y="2151977"/>
                </a:lnTo>
                <a:lnTo>
                  <a:pt x="758634" y="2151553"/>
                </a:lnTo>
                <a:lnTo>
                  <a:pt x="758520" y="2151377"/>
                </a:lnTo>
                <a:close/>
                <a:moveTo>
                  <a:pt x="774766" y="2113964"/>
                </a:moveTo>
                <a:lnTo>
                  <a:pt x="775856" y="2114537"/>
                </a:lnTo>
                <a:lnTo>
                  <a:pt x="777452" y="2114190"/>
                </a:lnTo>
                <a:lnTo>
                  <a:pt x="777210" y="2113763"/>
                </a:lnTo>
                <a:lnTo>
                  <a:pt x="775433" y="2113588"/>
                </a:lnTo>
                <a:close/>
                <a:moveTo>
                  <a:pt x="1467161" y="563305"/>
                </a:moveTo>
                <a:lnTo>
                  <a:pt x="1466268" y="566847"/>
                </a:lnTo>
                <a:lnTo>
                  <a:pt x="1469764" y="575586"/>
                </a:lnTo>
                <a:close/>
                <a:moveTo>
                  <a:pt x="1449607" y="602276"/>
                </a:moveTo>
                <a:lnTo>
                  <a:pt x="1451120" y="606120"/>
                </a:lnTo>
                <a:lnTo>
                  <a:pt x="1451841" y="604980"/>
                </a:lnTo>
                <a:close/>
                <a:moveTo>
                  <a:pt x="748965" y="2170756"/>
                </a:moveTo>
                <a:lnTo>
                  <a:pt x="749134" y="2172045"/>
                </a:lnTo>
                <a:lnTo>
                  <a:pt x="754409" y="2170860"/>
                </a:lnTo>
                <a:close/>
                <a:moveTo>
                  <a:pt x="758983" y="2148266"/>
                </a:moveTo>
                <a:lnTo>
                  <a:pt x="759670" y="2149321"/>
                </a:lnTo>
                <a:lnTo>
                  <a:pt x="763969" y="2148942"/>
                </a:lnTo>
                <a:close/>
                <a:moveTo>
                  <a:pt x="757741" y="2150181"/>
                </a:moveTo>
                <a:lnTo>
                  <a:pt x="757961" y="2151128"/>
                </a:lnTo>
                <a:lnTo>
                  <a:pt x="758292" y="2151026"/>
                </a:lnTo>
                <a:close/>
                <a:moveTo>
                  <a:pt x="768871" y="2124723"/>
                </a:moveTo>
                <a:lnTo>
                  <a:pt x="771035" y="2127754"/>
                </a:lnTo>
                <a:lnTo>
                  <a:pt x="770123" y="2124439"/>
                </a:lnTo>
                <a:lnTo>
                  <a:pt x="769660" y="2124320"/>
                </a:lnTo>
                <a:close/>
                <a:moveTo>
                  <a:pt x="763365" y="2136305"/>
                </a:moveTo>
                <a:lnTo>
                  <a:pt x="763490" y="2136445"/>
                </a:lnTo>
                <a:lnTo>
                  <a:pt x="765804" y="2135011"/>
                </a:lnTo>
                <a:lnTo>
                  <a:pt x="765711" y="2135014"/>
                </a:lnTo>
                <a:close/>
                <a:moveTo>
                  <a:pt x="1439274" y="622636"/>
                </a:moveTo>
                <a:lnTo>
                  <a:pt x="1439831" y="623954"/>
                </a:lnTo>
                <a:lnTo>
                  <a:pt x="1439967" y="623739"/>
                </a:lnTo>
                <a:close/>
                <a:moveTo>
                  <a:pt x="1465095" y="564585"/>
                </a:moveTo>
                <a:lnTo>
                  <a:pt x="1464340" y="569964"/>
                </a:lnTo>
                <a:lnTo>
                  <a:pt x="1464424" y="572106"/>
                </a:lnTo>
                <a:lnTo>
                  <a:pt x="1465847" y="566464"/>
                </a:lnTo>
                <a:close/>
                <a:moveTo>
                  <a:pt x="759880" y="2143486"/>
                </a:moveTo>
                <a:lnTo>
                  <a:pt x="762402" y="2142650"/>
                </a:lnTo>
                <a:lnTo>
                  <a:pt x="761920" y="2142605"/>
                </a:lnTo>
                <a:lnTo>
                  <a:pt x="761433" y="2142524"/>
                </a:lnTo>
                <a:close/>
                <a:moveTo>
                  <a:pt x="772420" y="2115282"/>
                </a:moveTo>
                <a:lnTo>
                  <a:pt x="774040" y="2114931"/>
                </a:lnTo>
                <a:lnTo>
                  <a:pt x="773550" y="2114647"/>
                </a:lnTo>
                <a:close/>
                <a:moveTo>
                  <a:pt x="746670" y="2172896"/>
                </a:moveTo>
                <a:lnTo>
                  <a:pt x="747697" y="2174107"/>
                </a:lnTo>
                <a:lnTo>
                  <a:pt x="749244" y="2174249"/>
                </a:lnTo>
                <a:lnTo>
                  <a:pt x="748996" y="2172373"/>
                </a:lnTo>
                <a:close/>
                <a:moveTo>
                  <a:pt x="759457" y="2144047"/>
                </a:moveTo>
                <a:lnTo>
                  <a:pt x="764804" y="2143280"/>
                </a:lnTo>
                <a:lnTo>
                  <a:pt x="764485" y="2142841"/>
                </a:lnTo>
                <a:lnTo>
                  <a:pt x="763393" y="2142741"/>
                </a:lnTo>
                <a:close/>
                <a:moveTo>
                  <a:pt x="768341" y="2123979"/>
                </a:moveTo>
                <a:lnTo>
                  <a:pt x="768777" y="2124591"/>
                </a:lnTo>
                <a:lnTo>
                  <a:pt x="769426" y="2124259"/>
                </a:lnTo>
                <a:close/>
                <a:moveTo>
                  <a:pt x="1448427" y="600981"/>
                </a:moveTo>
                <a:lnTo>
                  <a:pt x="1449446" y="607366"/>
                </a:lnTo>
                <a:lnTo>
                  <a:pt x="1449787" y="608224"/>
                </a:lnTo>
                <a:lnTo>
                  <a:pt x="1450714" y="606760"/>
                </a:lnTo>
                <a:lnTo>
                  <a:pt x="1448449" y="601004"/>
                </a:lnTo>
                <a:close/>
                <a:moveTo>
                  <a:pt x="1461398" y="571927"/>
                </a:moveTo>
                <a:lnTo>
                  <a:pt x="1462913" y="578090"/>
                </a:lnTo>
                <a:lnTo>
                  <a:pt x="1462975" y="577850"/>
                </a:lnTo>
                <a:lnTo>
                  <a:pt x="1463296" y="575768"/>
                </a:lnTo>
                <a:close/>
                <a:moveTo>
                  <a:pt x="1437602" y="625078"/>
                </a:moveTo>
                <a:lnTo>
                  <a:pt x="1436417" y="629347"/>
                </a:lnTo>
                <a:lnTo>
                  <a:pt x="1438190" y="626547"/>
                </a:lnTo>
                <a:close/>
                <a:moveTo>
                  <a:pt x="755415" y="2152289"/>
                </a:moveTo>
                <a:lnTo>
                  <a:pt x="755502" y="2153537"/>
                </a:lnTo>
                <a:lnTo>
                  <a:pt x="757123" y="2152895"/>
                </a:lnTo>
                <a:lnTo>
                  <a:pt x="756883" y="2151858"/>
                </a:lnTo>
                <a:close/>
                <a:moveTo>
                  <a:pt x="1461622" y="570877"/>
                </a:moveTo>
                <a:lnTo>
                  <a:pt x="1463472" y="574622"/>
                </a:lnTo>
                <a:lnTo>
                  <a:pt x="1463490" y="574507"/>
                </a:lnTo>
                <a:close/>
                <a:moveTo>
                  <a:pt x="767461" y="2125019"/>
                </a:moveTo>
                <a:lnTo>
                  <a:pt x="769658" y="2130149"/>
                </a:lnTo>
                <a:lnTo>
                  <a:pt x="770711" y="2129570"/>
                </a:lnTo>
                <a:close/>
                <a:moveTo>
                  <a:pt x="771266" y="2115931"/>
                </a:moveTo>
                <a:lnTo>
                  <a:pt x="772618" y="2116279"/>
                </a:lnTo>
                <a:lnTo>
                  <a:pt x="774761" y="2116632"/>
                </a:lnTo>
                <a:lnTo>
                  <a:pt x="775698" y="2115889"/>
                </a:lnTo>
                <a:lnTo>
                  <a:pt x="774471" y="2115179"/>
                </a:lnTo>
                <a:lnTo>
                  <a:pt x="771550" y="2115771"/>
                </a:lnTo>
                <a:close/>
                <a:moveTo>
                  <a:pt x="779174" y="2097183"/>
                </a:moveTo>
                <a:lnTo>
                  <a:pt x="780368" y="2098400"/>
                </a:lnTo>
                <a:lnTo>
                  <a:pt x="780928" y="2098040"/>
                </a:lnTo>
                <a:lnTo>
                  <a:pt x="780665" y="2097282"/>
                </a:lnTo>
                <a:lnTo>
                  <a:pt x="780326" y="2097165"/>
                </a:lnTo>
                <a:close/>
                <a:moveTo>
                  <a:pt x="757396" y="2145828"/>
                </a:moveTo>
                <a:lnTo>
                  <a:pt x="757628" y="2146185"/>
                </a:lnTo>
                <a:lnTo>
                  <a:pt x="763462" y="2146977"/>
                </a:lnTo>
                <a:lnTo>
                  <a:pt x="767363" y="2146952"/>
                </a:lnTo>
                <a:lnTo>
                  <a:pt x="767438" y="2146907"/>
                </a:lnTo>
                <a:lnTo>
                  <a:pt x="765667" y="2144469"/>
                </a:lnTo>
                <a:close/>
                <a:moveTo>
                  <a:pt x="774078" y="2108427"/>
                </a:moveTo>
                <a:lnTo>
                  <a:pt x="774218" y="2108476"/>
                </a:lnTo>
                <a:lnTo>
                  <a:pt x="774190" y="2108425"/>
                </a:lnTo>
                <a:close/>
                <a:moveTo>
                  <a:pt x="1439113" y="618882"/>
                </a:moveTo>
                <a:lnTo>
                  <a:pt x="1439096" y="619034"/>
                </a:lnTo>
                <a:lnTo>
                  <a:pt x="1439237" y="619258"/>
                </a:lnTo>
                <a:close/>
                <a:moveTo>
                  <a:pt x="755254" y="2149988"/>
                </a:moveTo>
                <a:lnTo>
                  <a:pt x="755389" y="2151923"/>
                </a:lnTo>
                <a:lnTo>
                  <a:pt x="756797" y="2151488"/>
                </a:lnTo>
                <a:lnTo>
                  <a:pt x="756436" y="2149931"/>
                </a:lnTo>
                <a:close/>
                <a:moveTo>
                  <a:pt x="775230" y="2104955"/>
                </a:moveTo>
                <a:lnTo>
                  <a:pt x="776468" y="2107201"/>
                </a:lnTo>
                <a:lnTo>
                  <a:pt x="776954" y="2107193"/>
                </a:lnTo>
                <a:lnTo>
                  <a:pt x="779809" y="2106803"/>
                </a:lnTo>
                <a:lnTo>
                  <a:pt x="778886" y="2104591"/>
                </a:lnTo>
                <a:lnTo>
                  <a:pt x="777339" y="2104559"/>
                </a:lnTo>
                <a:lnTo>
                  <a:pt x="777271" y="2104555"/>
                </a:lnTo>
                <a:close/>
                <a:moveTo>
                  <a:pt x="772209" y="2111702"/>
                </a:moveTo>
                <a:lnTo>
                  <a:pt x="772551" y="2112633"/>
                </a:lnTo>
                <a:lnTo>
                  <a:pt x="773845" y="2112760"/>
                </a:lnTo>
                <a:lnTo>
                  <a:pt x="773911" y="2112723"/>
                </a:lnTo>
                <a:lnTo>
                  <a:pt x="774764" y="2112021"/>
                </a:lnTo>
                <a:lnTo>
                  <a:pt x="774310" y="2111877"/>
                </a:lnTo>
                <a:lnTo>
                  <a:pt x="772426" y="2111727"/>
                </a:lnTo>
                <a:close/>
                <a:moveTo>
                  <a:pt x="1466026" y="557952"/>
                </a:moveTo>
                <a:lnTo>
                  <a:pt x="1465165" y="564088"/>
                </a:lnTo>
                <a:lnTo>
                  <a:pt x="1465951" y="566052"/>
                </a:lnTo>
                <a:lnTo>
                  <a:pt x="1466925" y="562192"/>
                </a:lnTo>
                <a:close/>
                <a:moveTo>
                  <a:pt x="1439281" y="617355"/>
                </a:moveTo>
                <a:lnTo>
                  <a:pt x="1439174" y="618329"/>
                </a:lnTo>
                <a:lnTo>
                  <a:pt x="1439721" y="620028"/>
                </a:lnTo>
                <a:lnTo>
                  <a:pt x="1441012" y="622086"/>
                </a:lnTo>
                <a:lnTo>
                  <a:pt x="1441273" y="621675"/>
                </a:lnTo>
                <a:close/>
                <a:moveTo>
                  <a:pt x="780507" y="2092197"/>
                </a:moveTo>
                <a:lnTo>
                  <a:pt x="780856" y="2092623"/>
                </a:lnTo>
                <a:lnTo>
                  <a:pt x="782200" y="2092366"/>
                </a:lnTo>
                <a:lnTo>
                  <a:pt x="781745" y="2092074"/>
                </a:lnTo>
                <a:close/>
                <a:moveTo>
                  <a:pt x="1426477" y="645650"/>
                </a:moveTo>
                <a:lnTo>
                  <a:pt x="1426480" y="646302"/>
                </a:lnTo>
                <a:lnTo>
                  <a:pt x="1426608" y="646014"/>
                </a:lnTo>
                <a:close/>
                <a:moveTo>
                  <a:pt x="780076" y="2092240"/>
                </a:moveTo>
                <a:lnTo>
                  <a:pt x="780218" y="2092646"/>
                </a:lnTo>
                <a:lnTo>
                  <a:pt x="780652" y="2092640"/>
                </a:lnTo>
                <a:lnTo>
                  <a:pt x="780295" y="2092218"/>
                </a:lnTo>
                <a:close/>
                <a:moveTo>
                  <a:pt x="755096" y="2147739"/>
                </a:moveTo>
                <a:lnTo>
                  <a:pt x="755225" y="2149575"/>
                </a:lnTo>
                <a:lnTo>
                  <a:pt x="756341" y="2149522"/>
                </a:lnTo>
                <a:lnTo>
                  <a:pt x="755954" y="2147855"/>
                </a:lnTo>
                <a:close/>
                <a:moveTo>
                  <a:pt x="769816" y="2114777"/>
                </a:moveTo>
                <a:lnTo>
                  <a:pt x="769860" y="2115000"/>
                </a:lnTo>
                <a:lnTo>
                  <a:pt x="770701" y="2114528"/>
                </a:lnTo>
                <a:close/>
                <a:moveTo>
                  <a:pt x="744786" y="2170676"/>
                </a:moveTo>
                <a:lnTo>
                  <a:pt x="746458" y="2172646"/>
                </a:lnTo>
                <a:lnTo>
                  <a:pt x="748958" y="2172085"/>
                </a:lnTo>
                <a:lnTo>
                  <a:pt x="748783" y="2170753"/>
                </a:lnTo>
                <a:close/>
                <a:moveTo>
                  <a:pt x="770872" y="2111915"/>
                </a:moveTo>
                <a:lnTo>
                  <a:pt x="772164" y="2112595"/>
                </a:lnTo>
                <a:lnTo>
                  <a:pt x="772455" y="2112623"/>
                </a:lnTo>
                <a:lnTo>
                  <a:pt x="772116" y="2111700"/>
                </a:lnTo>
                <a:close/>
                <a:moveTo>
                  <a:pt x="743149" y="2173688"/>
                </a:moveTo>
                <a:lnTo>
                  <a:pt x="747379" y="2174078"/>
                </a:lnTo>
                <a:lnTo>
                  <a:pt x="746423" y="2172952"/>
                </a:lnTo>
                <a:close/>
                <a:moveTo>
                  <a:pt x="1439688" y="613654"/>
                </a:moveTo>
                <a:lnTo>
                  <a:pt x="1439415" y="616134"/>
                </a:lnTo>
                <a:lnTo>
                  <a:pt x="1441350" y="620415"/>
                </a:lnTo>
                <a:close/>
                <a:moveTo>
                  <a:pt x="1426463" y="642706"/>
                </a:moveTo>
                <a:lnTo>
                  <a:pt x="1426464" y="642827"/>
                </a:lnTo>
                <a:lnTo>
                  <a:pt x="1426686" y="643103"/>
                </a:lnTo>
                <a:close/>
                <a:moveTo>
                  <a:pt x="769463" y="2113002"/>
                </a:moveTo>
                <a:lnTo>
                  <a:pt x="769744" y="2114415"/>
                </a:lnTo>
                <a:lnTo>
                  <a:pt x="772035" y="2113772"/>
                </a:lnTo>
                <a:lnTo>
                  <a:pt x="770956" y="2113149"/>
                </a:lnTo>
                <a:close/>
                <a:moveTo>
                  <a:pt x="1445798" y="598170"/>
                </a:moveTo>
                <a:lnTo>
                  <a:pt x="1449340" y="608930"/>
                </a:lnTo>
                <a:lnTo>
                  <a:pt x="1449429" y="608790"/>
                </a:lnTo>
                <a:lnTo>
                  <a:pt x="1449187" y="607270"/>
                </a:lnTo>
                <a:lnTo>
                  <a:pt x="1447003" y="601780"/>
                </a:lnTo>
                <a:lnTo>
                  <a:pt x="1447290" y="601948"/>
                </a:lnTo>
                <a:lnTo>
                  <a:pt x="1449039" y="606343"/>
                </a:lnTo>
                <a:lnTo>
                  <a:pt x="1448133" y="600665"/>
                </a:lnTo>
                <a:close/>
                <a:moveTo>
                  <a:pt x="1501938" y="472161"/>
                </a:moveTo>
                <a:lnTo>
                  <a:pt x="1515411" y="516562"/>
                </a:lnTo>
                <a:lnTo>
                  <a:pt x="1522710" y="530365"/>
                </a:lnTo>
                <a:lnTo>
                  <a:pt x="1523530" y="531966"/>
                </a:lnTo>
                <a:lnTo>
                  <a:pt x="1519049" y="509164"/>
                </a:lnTo>
                <a:close/>
                <a:moveTo>
                  <a:pt x="769318" y="2112269"/>
                </a:moveTo>
                <a:lnTo>
                  <a:pt x="769327" y="2112316"/>
                </a:lnTo>
                <a:lnTo>
                  <a:pt x="769555" y="2112339"/>
                </a:lnTo>
                <a:lnTo>
                  <a:pt x="769396" y="2112246"/>
                </a:lnTo>
                <a:close/>
                <a:moveTo>
                  <a:pt x="1447306" y="593963"/>
                </a:moveTo>
                <a:lnTo>
                  <a:pt x="1447930" y="597868"/>
                </a:lnTo>
                <a:lnTo>
                  <a:pt x="1453070" y="603363"/>
                </a:lnTo>
                <a:lnTo>
                  <a:pt x="1453138" y="603287"/>
                </a:lnTo>
                <a:lnTo>
                  <a:pt x="1452295" y="601082"/>
                </a:lnTo>
                <a:close/>
                <a:moveTo>
                  <a:pt x="747634" y="2160658"/>
                </a:moveTo>
                <a:lnTo>
                  <a:pt x="748857" y="2169940"/>
                </a:lnTo>
                <a:lnTo>
                  <a:pt x="758907" y="2169817"/>
                </a:lnTo>
                <a:lnTo>
                  <a:pt x="761600" y="2169098"/>
                </a:lnTo>
                <a:lnTo>
                  <a:pt x="759234" y="2161993"/>
                </a:lnTo>
                <a:lnTo>
                  <a:pt x="757858" y="2156063"/>
                </a:lnTo>
                <a:lnTo>
                  <a:pt x="755738" y="2156903"/>
                </a:lnTo>
                <a:lnTo>
                  <a:pt x="755743" y="2156985"/>
                </a:lnTo>
                <a:lnTo>
                  <a:pt x="755680" y="2156925"/>
                </a:lnTo>
                <a:lnTo>
                  <a:pt x="750839" y="2158844"/>
                </a:lnTo>
                <a:close/>
                <a:moveTo>
                  <a:pt x="1440191" y="609066"/>
                </a:moveTo>
                <a:lnTo>
                  <a:pt x="1440102" y="609871"/>
                </a:lnTo>
                <a:lnTo>
                  <a:pt x="1441409" y="615182"/>
                </a:lnTo>
                <a:lnTo>
                  <a:pt x="1441106" y="611322"/>
                </a:lnTo>
                <a:close/>
                <a:moveTo>
                  <a:pt x="1445258" y="597680"/>
                </a:moveTo>
                <a:lnTo>
                  <a:pt x="1445213" y="600253"/>
                </a:lnTo>
                <a:lnTo>
                  <a:pt x="1448026" y="606323"/>
                </a:lnTo>
                <a:lnTo>
                  <a:pt x="1447510" y="604521"/>
                </a:lnTo>
                <a:close/>
                <a:moveTo>
                  <a:pt x="756148" y="2140224"/>
                </a:moveTo>
                <a:lnTo>
                  <a:pt x="756559" y="2140739"/>
                </a:lnTo>
                <a:lnTo>
                  <a:pt x="760973" y="2138004"/>
                </a:lnTo>
                <a:lnTo>
                  <a:pt x="760774" y="2137731"/>
                </a:lnTo>
                <a:lnTo>
                  <a:pt x="756811" y="2139911"/>
                </a:lnTo>
                <a:close/>
                <a:moveTo>
                  <a:pt x="732571" y="2192715"/>
                </a:moveTo>
                <a:lnTo>
                  <a:pt x="768620" y="2192273"/>
                </a:lnTo>
                <a:lnTo>
                  <a:pt x="769169" y="2191824"/>
                </a:lnTo>
                <a:lnTo>
                  <a:pt x="765797" y="2181698"/>
                </a:lnTo>
                <a:lnTo>
                  <a:pt x="762358" y="2182085"/>
                </a:lnTo>
                <a:lnTo>
                  <a:pt x="760260" y="2183014"/>
                </a:lnTo>
                <a:lnTo>
                  <a:pt x="740049" y="2191174"/>
                </a:lnTo>
                <a:lnTo>
                  <a:pt x="739881" y="2191125"/>
                </a:lnTo>
                <a:lnTo>
                  <a:pt x="751066" y="2186609"/>
                </a:lnTo>
                <a:lnTo>
                  <a:pt x="760921" y="2182247"/>
                </a:lnTo>
                <a:lnTo>
                  <a:pt x="746839" y="2183832"/>
                </a:lnTo>
                <a:close/>
                <a:moveTo>
                  <a:pt x="1476312" y="527021"/>
                </a:moveTo>
                <a:lnTo>
                  <a:pt x="1476246" y="527296"/>
                </a:lnTo>
                <a:lnTo>
                  <a:pt x="1467429" y="562243"/>
                </a:lnTo>
                <a:lnTo>
                  <a:pt x="1470815" y="578210"/>
                </a:lnTo>
                <a:lnTo>
                  <a:pt x="1472237" y="581765"/>
                </a:lnTo>
                <a:lnTo>
                  <a:pt x="1481300" y="571555"/>
                </a:lnTo>
                <a:lnTo>
                  <a:pt x="1480555" y="562175"/>
                </a:lnTo>
                <a:lnTo>
                  <a:pt x="1480669" y="562296"/>
                </a:lnTo>
                <a:lnTo>
                  <a:pt x="1481396" y="571446"/>
                </a:lnTo>
                <a:lnTo>
                  <a:pt x="1482210" y="570530"/>
                </a:lnTo>
                <a:lnTo>
                  <a:pt x="1483108" y="569735"/>
                </a:lnTo>
                <a:close/>
                <a:moveTo>
                  <a:pt x="773234" y="2101334"/>
                </a:moveTo>
                <a:lnTo>
                  <a:pt x="773672" y="2102129"/>
                </a:lnTo>
                <a:lnTo>
                  <a:pt x="774615" y="2102089"/>
                </a:lnTo>
                <a:lnTo>
                  <a:pt x="775873" y="2101283"/>
                </a:lnTo>
                <a:lnTo>
                  <a:pt x="775584" y="2100989"/>
                </a:lnTo>
                <a:close/>
                <a:moveTo>
                  <a:pt x="1444827" y="597132"/>
                </a:moveTo>
                <a:lnTo>
                  <a:pt x="1445034" y="599767"/>
                </a:lnTo>
                <a:lnTo>
                  <a:pt x="1445059" y="599854"/>
                </a:lnTo>
                <a:lnTo>
                  <a:pt x="1445102" y="597427"/>
                </a:lnTo>
                <a:close/>
                <a:moveTo>
                  <a:pt x="755503" y="2140528"/>
                </a:moveTo>
                <a:lnTo>
                  <a:pt x="755547" y="2140720"/>
                </a:lnTo>
                <a:lnTo>
                  <a:pt x="756208" y="2140781"/>
                </a:lnTo>
                <a:lnTo>
                  <a:pt x="755869" y="2140356"/>
                </a:lnTo>
                <a:close/>
                <a:moveTo>
                  <a:pt x="770456" y="2106931"/>
                </a:moveTo>
                <a:lnTo>
                  <a:pt x="770557" y="2107207"/>
                </a:lnTo>
                <a:lnTo>
                  <a:pt x="770798" y="2107291"/>
                </a:lnTo>
                <a:lnTo>
                  <a:pt x="773524" y="2107247"/>
                </a:lnTo>
                <a:lnTo>
                  <a:pt x="772665" y="2105731"/>
                </a:lnTo>
                <a:close/>
                <a:moveTo>
                  <a:pt x="770184" y="2107078"/>
                </a:moveTo>
                <a:lnTo>
                  <a:pt x="770452" y="2107170"/>
                </a:lnTo>
                <a:lnTo>
                  <a:pt x="770379" y="2106973"/>
                </a:lnTo>
                <a:close/>
                <a:moveTo>
                  <a:pt x="1440621" y="605149"/>
                </a:moveTo>
                <a:lnTo>
                  <a:pt x="1440263" y="608413"/>
                </a:lnTo>
                <a:lnTo>
                  <a:pt x="1441024" y="610299"/>
                </a:lnTo>
                <a:close/>
                <a:moveTo>
                  <a:pt x="1477386" y="522499"/>
                </a:moveTo>
                <a:lnTo>
                  <a:pt x="1476670" y="525514"/>
                </a:lnTo>
                <a:lnTo>
                  <a:pt x="1478697" y="537218"/>
                </a:lnTo>
                <a:lnTo>
                  <a:pt x="1481436" y="554427"/>
                </a:lnTo>
                <a:close/>
                <a:moveTo>
                  <a:pt x="772615" y="2100209"/>
                </a:moveTo>
                <a:lnTo>
                  <a:pt x="772833" y="2100605"/>
                </a:lnTo>
                <a:lnTo>
                  <a:pt x="773915" y="2100386"/>
                </a:lnTo>
                <a:close/>
                <a:moveTo>
                  <a:pt x="1445340" y="593104"/>
                </a:moveTo>
                <a:lnTo>
                  <a:pt x="1445305" y="595062"/>
                </a:lnTo>
                <a:lnTo>
                  <a:pt x="1446695" y="596548"/>
                </a:lnTo>
                <a:close/>
                <a:moveTo>
                  <a:pt x="1423708" y="641127"/>
                </a:moveTo>
                <a:lnTo>
                  <a:pt x="1423611" y="641727"/>
                </a:lnTo>
                <a:lnTo>
                  <a:pt x="1426029" y="645946"/>
                </a:lnTo>
                <a:lnTo>
                  <a:pt x="1426009" y="644346"/>
                </a:lnTo>
                <a:lnTo>
                  <a:pt x="1425780" y="643707"/>
                </a:lnTo>
                <a:close/>
                <a:moveTo>
                  <a:pt x="775444" y="2092702"/>
                </a:moveTo>
                <a:lnTo>
                  <a:pt x="775449" y="2092713"/>
                </a:lnTo>
                <a:lnTo>
                  <a:pt x="779059" y="2092663"/>
                </a:lnTo>
                <a:lnTo>
                  <a:pt x="778951" y="2092352"/>
                </a:lnTo>
                <a:close/>
                <a:moveTo>
                  <a:pt x="1478723" y="516873"/>
                </a:moveTo>
                <a:lnTo>
                  <a:pt x="1477619" y="521517"/>
                </a:lnTo>
                <a:lnTo>
                  <a:pt x="1478931" y="530853"/>
                </a:lnTo>
                <a:lnTo>
                  <a:pt x="1483787" y="569132"/>
                </a:lnTo>
                <a:lnTo>
                  <a:pt x="1484857" y="568185"/>
                </a:lnTo>
                <a:lnTo>
                  <a:pt x="1485404" y="531790"/>
                </a:lnTo>
                <a:lnTo>
                  <a:pt x="1485405" y="530842"/>
                </a:lnTo>
                <a:close/>
                <a:moveTo>
                  <a:pt x="1424065" y="638928"/>
                </a:moveTo>
                <a:lnTo>
                  <a:pt x="1423942" y="639685"/>
                </a:lnTo>
                <a:lnTo>
                  <a:pt x="1424655" y="640572"/>
                </a:lnTo>
                <a:close/>
                <a:moveTo>
                  <a:pt x="1445374" y="591206"/>
                </a:moveTo>
                <a:lnTo>
                  <a:pt x="1445368" y="591503"/>
                </a:lnTo>
                <a:lnTo>
                  <a:pt x="1447558" y="597070"/>
                </a:lnTo>
                <a:lnTo>
                  <a:pt x="1446990" y="593513"/>
                </a:lnTo>
                <a:close/>
                <a:moveTo>
                  <a:pt x="1426421" y="633550"/>
                </a:moveTo>
                <a:lnTo>
                  <a:pt x="1426424" y="634019"/>
                </a:lnTo>
                <a:lnTo>
                  <a:pt x="1426719" y="634545"/>
                </a:lnTo>
                <a:close/>
                <a:moveTo>
                  <a:pt x="749209" y="2149864"/>
                </a:moveTo>
                <a:lnTo>
                  <a:pt x="755084" y="2149582"/>
                </a:lnTo>
                <a:lnTo>
                  <a:pt x="754953" y="2147719"/>
                </a:lnTo>
                <a:lnTo>
                  <a:pt x="753390" y="2147507"/>
                </a:lnTo>
                <a:lnTo>
                  <a:pt x="750719" y="2149163"/>
                </a:lnTo>
                <a:close/>
                <a:moveTo>
                  <a:pt x="746924" y="2154786"/>
                </a:moveTo>
                <a:lnTo>
                  <a:pt x="747165" y="2156841"/>
                </a:lnTo>
                <a:lnTo>
                  <a:pt x="755366" y="2153591"/>
                </a:lnTo>
                <a:lnTo>
                  <a:pt x="755277" y="2152330"/>
                </a:lnTo>
                <a:close/>
                <a:moveTo>
                  <a:pt x="769407" y="2104077"/>
                </a:moveTo>
                <a:lnTo>
                  <a:pt x="769571" y="2104524"/>
                </a:lnTo>
                <a:lnTo>
                  <a:pt x="771275" y="2104190"/>
                </a:lnTo>
                <a:close/>
                <a:moveTo>
                  <a:pt x="1445095" y="590807"/>
                </a:moveTo>
                <a:lnTo>
                  <a:pt x="1445214" y="591110"/>
                </a:lnTo>
                <a:lnTo>
                  <a:pt x="1445216" y="590981"/>
                </a:lnTo>
                <a:close/>
                <a:moveTo>
                  <a:pt x="759596" y="2124663"/>
                </a:moveTo>
                <a:lnTo>
                  <a:pt x="767191" y="2131506"/>
                </a:lnTo>
                <a:lnTo>
                  <a:pt x="769362" y="2130312"/>
                </a:lnTo>
                <a:lnTo>
                  <a:pt x="766415" y="2124128"/>
                </a:lnTo>
                <a:close/>
                <a:moveTo>
                  <a:pt x="1435908" y="610042"/>
                </a:moveTo>
                <a:lnTo>
                  <a:pt x="1435387" y="613241"/>
                </a:lnTo>
                <a:lnTo>
                  <a:pt x="1435741" y="613759"/>
                </a:lnTo>
                <a:lnTo>
                  <a:pt x="1436448" y="611214"/>
                </a:lnTo>
                <a:close/>
                <a:moveTo>
                  <a:pt x="754637" y="2135311"/>
                </a:moveTo>
                <a:lnTo>
                  <a:pt x="754940" y="2138104"/>
                </a:lnTo>
                <a:lnTo>
                  <a:pt x="754969" y="2138231"/>
                </a:lnTo>
                <a:lnTo>
                  <a:pt x="759377" y="2135806"/>
                </a:lnTo>
                <a:lnTo>
                  <a:pt x="758934" y="2135195"/>
                </a:lnTo>
                <a:close/>
                <a:moveTo>
                  <a:pt x="765998" y="2109352"/>
                </a:moveTo>
                <a:lnTo>
                  <a:pt x="766562" y="2109649"/>
                </a:lnTo>
                <a:lnTo>
                  <a:pt x="766513" y="2109403"/>
                </a:lnTo>
                <a:lnTo>
                  <a:pt x="766276" y="2109327"/>
                </a:lnTo>
                <a:lnTo>
                  <a:pt x="766143" y="2109274"/>
                </a:lnTo>
                <a:close/>
                <a:moveTo>
                  <a:pt x="763654" y="2113967"/>
                </a:moveTo>
                <a:lnTo>
                  <a:pt x="767622" y="2114991"/>
                </a:lnTo>
                <a:lnTo>
                  <a:pt x="767208" y="2112901"/>
                </a:lnTo>
                <a:close/>
                <a:moveTo>
                  <a:pt x="771033" y="2097338"/>
                </a:moveTo>
                <a:lnTo>
                  <a:pt x="772078" y="2099235"/>
                </a:lnTo>
                <a:lnTo>
                  <a:pt x="773977" y="2099352"/>
                </a:lnTo>
                <a:lnTo>
                  <a:pt x="771876" y="2097212"/>
                </a:lnTo>
                <a:close/>
                <a:moveTo>
                  <a:pt x="758936" y="2124068"/>
                </a:moveTo>
                <a:lnTo>
                  <a:pt x="759024" y="2124147"/>
                </a:lnTo>
                <a:lnTo>
                  <a:pt x="766183" y="2123586"/>
                </a:lnTo>
                <a:lnTo>
                  <a:pt x="766104" y="2123403"/>
                </a:lnTo>
                <a:lnTo>
                  <a:pt x="764144" y="2122897"/>
                </a:lnTo>
                <a:close/>
                <a:moveTo>
                  <a:pt x="1435473" y="609100"/>
                </a:moveTo>
                <a:lnTo>
                  <a:pt x="1435289" y="611250"/>
                </a:lnTo>
                <a:lnTo>
                  <a:pt x="1435595" y="609365"/>
                </a:lnTo>
                <a:close/>
                <a:moveTo>
                  <a:pt x="768709" y="2101998"/>
                </a:moveTo>
                <a:lnTo>
                  <a:pt x="768819" y="2102332"/>
                </a:lnTo>
                <a:lnTo>
                  <a:pt x="770698" y="2102253"/>
                </a:lnTo>
                <a:lnTo>
                  <a:pt x="770411" y="2101748"/>
                </a:lnTo>
                <a:close/>
                <a:moveTo>
                  <a:pt x="767670" y="2103971"/>
                </a:moveTo>
                <a:lnTo>
                  <a:pt x="767847" y="2104861"/>
                </a:lnTo>
                <a:lnTo>
                  <a:pt x="769486" y="2104541"/>
                </a:lnTo>
                <a:lnTo>
                  <a:pt x="769313" y="2104070"/>
                </a:lnTo>
                <a:close/>
                <a:moveTo>
                  <a:pt x="746492" y="2151125"/>
                </a:moveTo>
                <a:lnTo>
                  <a:pt x="746895" y="2154548"/>
                </a:lnTo>
                <a:lnTo>
                  <a:pt x="755251" y="2151965"/>
                </a:lnTo>
                <a:lnTo>
                  <a:pt x="755113" y="2149995"/>
                </a:lnTo>
                <a:lnTo>
                  <a:pt x="748214" y="2150326"/>
                </a:lnTo>
                <a:close/>
                <a:moveTo>
                  <a:pt x="1463369" y="545418"/>
                </a:moveTo>
                <a:lnTo>
                  <a:pt x="1463423" y="546451"/>
                </a:lnTo>
                <a:lnTo>
                  <a:pt x="1464310" y="569186"/>
                </a:lnTo>
                <a:lnTo>
                  <a:pt x="1464402" y="568585"/>
                </a:lnTo>
                <a:lnTo>
                  <a:pt x="1464998" y="564342"/>
                </a:lnTo>
                <a:lnTo>
                  <a:pt x="1464584" y="563306"/>
                </a:lnTo>
                <a:lnTo>
                  <a:pt x="1464932" y="563506"/>
                </a:lnTo>
                <a:lnTo>
                  <a:pt x="1465068" y="563845"/>
                </a:lnTo>
                <a:lnTo>
                  <a:pt x="1465948" y="557581"/>
                </a:lnTo>
                <a:close/>
                <a:moveTo>
                  <a:pt x="773925" y="2089067"/>
                </a:moveTo>
                <a:lnTo>
                  <a:pt x="774056" y="2089379"/>
                </a:lnTo>
                <a:lnTo>
                  <a:pt x="777431" y="2089307"/>
                </a:lnTo>
                <a:lnTo>
                  <a:pt x="775406" y="2088008"/>
                </a:lnTo>
                <a:close/>
                <a:moveTo>
                  <a:pt x="739968" y="2164999"/>
                </a:moveTo>
                <a:lnTo>
                  <a:pt x="744210" y="2169997"/>
                </a:lnTo>
                <a:lnTo>
                  <a:pt x="748676" y="2169943"/>
                </a:lnTo>
                <a:lnTo>
                  <a:pt x="747465" y="2160754"/>
                </a:lnTo>
                <a:close/>
                <a:moveTo>
                  <a:pt x="1437058" y="602966"/>
                </a:moveTo>
                <a:lnTo>
                  <a:pt x="1436109" y="608804"/>
                </a:lnTo>
                <a:lnTo>
                  <a:pt x="1436129" y="608866"/>
                </a:lnTo>
                <a:lnTo>
                  <a:pt x="1436730" y="610197"/>
                </a:lnTo>
                <a:lnTo>
                  <a:pt x="1437226" y="608412"/>
                </a:lnTo>
                <a:lnTo>
                  <a:pt x="1437587" y="605122"/>
                </a:lnTo>
                <a:close/>
                <a:moveTo>
                  <a:pt x="1443481" y="588504"/>
                </a:moveTo>
                <a:lnTo>
                  <a:pt x="1444466" y="592525"/>
                </a:lnTo>
                <a:lnTo>
                  <a:pt x="1444605" y="594314"/>
                </a:lnTo>
                <a:lnTo>
                  <a:pt x="1445147" y="594893"/>
                </a:lnTo>
                <a:lnTo>
                  <a:pt x="1445185" y="592711"/>
                </a:lnTo>
                <a:lnTo>
                  <a:pt x="1443594" y="588666"/>
                </a:lnTo>
                <a:close/>
                <a:moveTo>
                  <a:pt x="763725" y="2110587"/>
                </a:moveTo>
                <a:lnTo>
                  <a:pt x="765905" y="2110229"/>
                </a:lnTo>
                <a:lnTo>
                  <a:pt x="765168" y="2109803"/>
                </a:lnTo>
                <a:close/>
                <a:moveTo>
                  <a:pt x="767319" y="2102201"/>
                </a:moveTo>
                <a:lnTo>
                  <a:pt x="767357" y="2102394"/>
                </a:lnTo>
                <a:lnTo>
                  <a:pt x="768675" y="2102339"/>
                </a:lnTo>
                <a:lnTo>
                  <a:pt x="768558" y="2102019"/>
                </a:lnTo>
                <a:close/>
                <a:moveTo>
                  <a:pt x="752280" y="2135374"/>
                </a:moveTo>
                <a:lnTo>
                  <a:pt x="753378" y="2136750"/>
                </a:lnTo>
                <a:lnTo>
                  <a:pt x="753055" y="2135353"/>
                </a:lnTo>
                <a:close/>
                <a:moveTo>
                  <a:pt x="773305" y="2087583"/>
                </a:moveTo>
                <a:lnTo>
                  <a:pt x="773750" y="2088647"/>
                </a:lnTo>
                <a:lnTo>
                  <a:pt x="775003" y="2087750"/>
                </a:lnTo>
                <a:lnTo>
                  <a:pt x="774910" y="2087690"/>
                </a:lnTo>
                <a:lnTo>
                  <a:pt x="774091" y="2087367"/>
                </a:lnTo>
                <a:lnTo>
                  <a:pt x="773550" y="2087509"/>
                </a:lnTo>
                <a:close/>
                <a:moveTo>
                  <a:pt x="767907" y="2099571"/>
                </a:moveTo>
                <a:lnTo>
                  <a:pt x="768536" y="2101473"/>
                </a:lnTo>
                <a:lnTo>
                  <a:pt x="770080" y="2101161"/>
                </a:lnTo>
                <a:lnTo>
                  <a:pt x="769286" y="2099758"/>
                </a:lnTo>
                <a:close/>
                <a:moveTo>
                  <a:pt x="1424895" y="628422"/>
                </a:moveTo>
                <a:lnTo>
                  <a:pt x="1424897" y="631298"/>
                </a:lnTo>
                <a:lnTo>
                  <a:pt x="1424937" y="631362"/>
                </a:lnTo>
                <a:lnTo>
                  <a:pt x="1425871" y="633031"/>
                </a:lnTo>
                <a:lnTo>
                  <a:pt x="1425855" y="631644"/>
                </a:lnTo>
                <a:close/>
                <a:moveTo>
                  <a:pt x="757518" y="2122790"/>
                </a:moveTo>
                <a:lnTo>
                  <a:pt x="757687" y="2122943"/>
                </a:lnTo>
                <a:lnTo>
                  <a:pt x="760946" y="2122072"/>
                </a:lnTo>
                <a:lnTo>
                  <a:pt x="759797" y="2121776"/>
                </a:lnTo>
                <a:close/>
                <a:moveTo>
                  <a:pt x="746196" y="2147083"/>
                </a:moveTo>
                <a:lnTo>
                  <a:pt x="746315" y="2147086"/>
                </a:lnTo>
                <a:lnTo>
                  <a:pt x="746336" y="2147073"/>
                </a:lnTo>
                <a:close/>
                <a:moveTo>
                  <a:pt x="1437792" y="598447"/>
                </a:moveTo>
                <a:lnTo>
                  <a:pt x="1437593" y="599672"/>
                </a:lnTo>
                <a:lnTo>
                  <a:pt x="1438003" y="601337"/>
                </a:lnTo>
                <a:lnTo>
                  <a:pt x="1438219" y="599370"/>
                </a:lnTo>
                <a:close/>
                <a:moveTo>
                  <a:pt x="738795" y="2163617"/>
                </a:moveTo>
                <a:lnTo>
                  <a:pt x="739615" y="2164584"/>
                </a:lnTo>
                <a:lnTo>
                  <a:pt x="744846" y="2161622"/>
                </a:lnTo>
                <a:lnTo>
                  <a:pt x="746640" y="2160508"/>
                </a:lnTo>
                <a:close/>
                <a:moveTo>
                  <a:pt x="746028" y="2147181"/>
                </a:moveTo>
                <a:lnTo>
                  <a:pt x="746037" y="2147258"/>
                </a:lnTo>
                <a:lnTo>
                  <a:pt x="746156" y="2147184"/>
                </a:lnTo>
                <a:close/>
                <a:moveTo>
                  <a:pt x="1455100" y="559184"/>
                </a:moveTo>
                <a:lnTo>
                  <a:pt x="1458708" y="580240"/>
                </a:lnTo>
                <a:lnTo>
                  <a:pt x="1460112" y="589174"/>
                </a:lnTo>
                <a:lnTo>
                  <a:pt x="1460147" y="589057"/>
                </a:lnTo>
                <a:lnTo>
                  <a:pt x="1462174" y="581022"/>
                </a:lnTo>
                <a:lnTo>
                  <a:pt x="1461114" y="573963"/>
                </a:lnTo>
                <a:lnTo>
                  <a:pt x="1459834" y="568764"/>
                </a:lnTo>
                <a:close/>
                <a:moveTo>
                  <a:pt x="753963" y="2129021"/>
                </a:moveTo>
                <a:lnTo>
                  <a:pt x="753970" y="2129157"/>
                </a:lnTo>
                <a:lnTo>
                  <a:pt x="754487" y="2133921"/>
                </a:lnTo>
                <a:lnTo>
                  <a:pt x="757941" y="2133829"/>
                </a:lnTo>
                <a:lnTo>
                  <a:pt x="756684" y="2132097"/>
                </a:lnTo>
                <a:close/>
                <a:moveTo>
                  <a:pt x="1476236" y="511674"/>
                </a:moveTo>
                <a:lnTo>
                  <a:pt x="1477464" y="520413"/>
                </a:lnTo>
                <a:lnTo>
                  <a:pt x="1478483" y="516374"/>
                </a:lnTo>
                <a:close/>
                <a:moveTo>
                  <a:pt x="751088" y="2135406"/>
                </a:moveTo>
                <a:lnTo>
                  <a:pt x="753302" y="2139149"/>
                </a:lnTo>
                <a:lnTo>
                  <a:pt x="753863" y="2138840"/>
                </a:lnTo>
                <a:lnTo>
                  <a:pt x="753537" y="2137433"/>
                </a:lnTo>
                <a:lnTo>
                  <a:pt x="751901" y="2135384"/>
                </a:lnTo>
                <a:close/>
                <a:moveTo>
                  <a:pt x="756404" y="2123286"/>
                </a:moveTo>
                <a:lnTo>
                  <a:pt x="757079" y="2123106"/>
                </a:lnTo>
                <a:lnTo>
                  <a:pt x="756989" y="2123026"/>
                </a:lnTo>
                <a:close/>
                <a:moveTo>
                  <a:pt x="746664" y="2144698"/>
                </a:moveTo>
                <a:lnTo>
                  <a:pt x="749540" y="2145088"/>
                </a:lnTo>
                <a:lnTo>
                  <a:pt x="753020" y="2142932"/>
                </a:lnTo>
                <a:lnTo>
                  <a:pt x="752406" y="2141989"/>
                </a:lnTo>
                <a:close/>
                <a:moveTo>
                  <a:pt x="766766" y="2099416"/>
                </a:moveTo>
                <a:lnTo>
                  <a:pt x="767227" y="2101738"/>
                </a:lnTo>
                <a:lnTo>
                  <a:pt x="768370" y="2101507"/>
                </a:lnTo>
                <a:lnTo>
                  <a:pt x="767646" y="2099536"/>
                </a:lnTo>
                <a:close/>
                <a:moveTo>
                  <a:pt x="750618" y="2135418"/>
                </a:moveTo>
                <a:lnTo>
                  <a:pt x="752055" y="2137626"/>
                </a:lnTo>
                <a:lnTo>
                  <a:pt x="750748" y="2135415"/>
                </a:lnTo>
                <a:close/>
                <a:moveTo>
                  <a:pt x="767352" y="2097887"/>
                </a:moveTo>
                <a:lnTo>
                  <a:pt x="767622" y="2098708"/>
                </a:lnTo>
                <a:lnTo>
                  <a:pt x="768781" y="2098865"/>
                </a:lnTo>
                <a:lnTo>
                  <a:pt x="768160" y="2097767"/>
                </a:lnTo>
                <a:close/>
                <a:moveTo>
                  <a:pt x="1436272" y="599780"/>
                </a:moveTo>
                <a:lnTo>
                  <a:pt x="1435627" y="607306"/>
                </a:lnTo>
                <a:lnTo>
                  <a:pt x="1435828" y="607932"/>
                </a:lnTo>
                <a:lnTo>
                  <a:pt x="1436803" y="601934"/>
                </a:lnTo>
                <a:close/>
                <a:moveTo>
                  <a:pt x="1410835" y="655922"/>
                </a:moveTo>
                <a:lnTo>
                  <a:pt x="1410719" y="658079"/>
                </a:lnTo>
                <a:lnTo>
                  <a:pt x="1413664" y="662445"/>
                </a:lnTo>
                <a:lnTo>
                  <a:pt x="1413863" y="661213"/>
                </a:lnTo>
                <a:close/>
                <a:moveTo>
                  <a:pt x="766489" y="2098017"/>
                </a:moveTo>
                <a:lnTo>
                  <a:pt x="766598" y="2098570"/>
                </a:lnTo>
                <a:lnTo>
                  <a:pt x="767327" y="2098669"/>
                </a:lnTo>
                <a:lnTo>
                  <a:pt x="767056" y="2097932"/>
                </a:lnTo>
                <a:close/>
                <a:moveTo>
                  <a:pt x="770566" y="2088417"/>
                </a:moveTo>
                <a:lnTo>
                  <a:pt x="771562" y="2089431"/>
                </a:lnTo>
                <a:lnTo>
                  <a:pt x="772545" y="2089411"/>
                </a:lnTo>
                <a:lnTo>
                  <a:pt x="771954" y="2087995"/>
                </a:lnTo>
                <a:close/>
                <a:moveTo>
                  <a:pt x="1436724" y="596142"/>
                </a:moveTo>
                <a:lnTo>
                  <a:pt x="1437338" y="598638"/>
                </a:lnTo>
                <a:lnTo>
                  <a:pt x="1437479" y="597772"/>
                </a:lnTo>
                <a:close/>
                <a:moveTo>
                  <a:pt x="753749" y="2125233"/>
                </a:moveTo>
                <a:lnTo>
                  <a:pt x="753761" y="2125450"/>
                </a:lnTo>
                <a:lnTo>
                  <a:pt x="761098" y="2133744"/>
                </a:lnTo>
                <a:lnTo>
                  <a:pt x="763229" y="2133687"/>
                </a:lnTo>
                <a:lnTo>
                  <a:pt x="766815" y="2131714"/>
                </a:lnTo>
                <a:lnTo>
                  <a:pt x="759925" y="2125671"/>
                </a:lnTo>
                <a:lnTo>
                  <a:pt x="758869" y="2124720"/>
                </a:lnTo>
                <a:lnTo>
                  <a:pt x="754519" y="2125060"/>
                </a:lnTo>
                <a:close/>
                <a:moveTo>
                  <a:pt x="1410301" y="654989"/>
                </a:moveTo>
                <a:lnTo>
                  <a:pt x="1410533" y="657608"/>
                </a:lnTo>
                <a:lnTo>
                  <a:pt x="1410666" y="655626"/>
                </a:lnTo>
                <a:close/>
                <a:moveTo>
                  <a:pt x="760446" y="2108643"/>
                </a:moveTo>
                <a:lnTo>
                  <a:pt x="761045" y="2110041"/>
                </a:lnTo>
                <a:lnTo>
                  <a:pt x="763382" y="2108771"/>
                </a:lnTo>
                <a:lnTo>
                  <a:pt x="763087" y="2108601"/>
                </a:lnTo>
                <a:close/>
                <a:moveTo>
                  <a:pt x="755026" y="2120545"/>
                </a:moveTo>
                <a:lnTo>
                  <a:pt x="756936" y="2122266"/>
                </a:lnTo>
                <a:lnTo>
                  <a:pt x="758434" y="2121424"/>
                </a:lnTo>
                <a:close/>
                <a:moveTo>
                  <a:pt x="743062" y="2146398"/>
                </a:moveTo>
                <a:lnTo>
                  <a:pt x="744108" y="2146247"/>
                </a:lnTo>
                <a:lnTo>
                  <a:pt x="743543" y="2146171"/>
                </a:lnTo>
                <a:close/>
                <a:moveTo>
                  <a:pt x="1443328" y="577636"/>
                </a:moveTo>
                <a:lnTo>
                  <a:pt x="1443336" y="578284"/>
                </a:lnTo>
                <a:lnTo>
                  <a:pt x="1443783" y="578826"/>
                </a:lnTo>
                <a:close/>
                <a:moveTo>
                  <a:pt x="761440" y="2104049"/>
                </a:moveTo>
                <a:lnTo>
                  <a:pt x="765250" y="2105369"/>
                </a:lnTo>
                <a:lnTo>
                  <a:pt x="765696" y="2105282"/>
                </a:lnTo>
                <a:lnTo>
                  <a:pt x="765418" y="2103882"/>
                </a:lnTo>
                <a:close/>
                <a:moveTo>
                  <a:pt x="769128" y="2086824"/>
                </a:moveTo>
                <a:lnTo>
                  <a:pt x="769447" y="2087276"/>
                </a:lnTo>
                <a:lnTo>
                  <a:pt x="769493" y="2087323"/>
                </a:lnTo>
                <a:lnTo>
                  <a:pt x="769744" y="2087257"/>
                </a:lnTo>
                <a:lnTo>
                  <a:pt x="771311" y="2086459"/>
                </a:lnTo>
                <a:lnTo>
                  <a:pt x="771216" y="2086231"/>
                </a:lnTo>
                <a:lnTo>
                  <a:pt x="771165" y="2086211"/>
                </a:lnTo>
                <a:close/>
                <a:moveTo>
                  <a:pt x="740696" y="2150272"/>
                </a:moveTo>
                <a:lnTo>
                  <a:pt x="741212" y="2150247"/>
                </a:lnTo>
                <a:lnTo>
                  <a:pt x="741721" y="2149932"/>
                </a:lnTo>
                <a:close/>
                <a:moveTo>
                  <a:pt x="1444174" y="574886"/>
                </a:moveTo>
                <a:lnTo>
                  <a:pt x="1445142" y="580470"/>
                </a:lnTo>
                <a:lnTo>
                  <a:pt x="1450224" y="586618"/>
                </a:lnTo>
                <a:lnTo>
                  <a:pt x="1445621" y="577965"/>
                </a:lnTo>
                <a:lnTo>
                  <a:pt x="1446030" y="578145"/>
                </a:lnTo>
                <a:lnTo>
                  <a:pt x="1451103" y="587681"/>
                </a:lnTo>
                <a:lnTo>
                  <a:pt x="1451823" y="588552"/>
                </a:lnTo>
                <a:lnTo>
                  <a:pt x="1451538" y="586708"/>
                </a:lnTo>
                <a:lnTo>
                  <a:pt x="1450820" y="584802"/>
                </a:lnTo>
                <a:close/>
                <a:moveTo>
                  <a:pt x="758465" y="2110148"/>
                </a:moveTo>
                <a:lnTo>
                  <a:pt x="759131" y="2111081"/>
                </a:lnTo>
                <a:lnTo>
                  <a:pt x="760437" y="2110371"/>
                </a:lnTo>
                <a:close/>
                <a:moveTo>
                  <a:pt x="745160" y="2139812"/>
                </a:moveTo>
                <a:lnTo>
                  <a:pt x="745582" y="2143397"/>
                </a:lnTo>
                <a:lnTo>
                  <a:pt x="750485" y="2140699"/>
                </a:lnTo>
                <a:close/>
                <a:moveTo>
                  <a:pt x="748712" y="2131386"/>
                </a:moveTo>
                <a:lnTo>
                  <a:pt x="750277" y="2134034"/>
                </a:lnTo>
                <a:lnTo>
                  <a:pt x="750813" y="2134019"/>
                </a:lnTo>
                <a:close/>
                <a:moveTo>
                  <a:pt x="1411284" y="647544"/>
                </a:moveTo>
                <a:lnTo>
                  <a:pt x="1411192" y="649269"/>
                </a:lnTo>
                <a:lnTo>
                  <a:pt x="1414922" y="654684"/>
                </a:lnTo>
                <a:lnTo>
                  <a:pt x="1415080" y="653708"/>
                </a:lnTo>
                <a:lnTo>
                  <a:pt x="1415078" y="653680"/>
                </a:lnTo>
                <a:lnTo>
                  <a:pt x="1414710" y="651203"/>
                </a:lnTo>
                <a:close/>
                <a:moveTo>
                  <a:pt x="753463" y="2120142"/>
                </a:moveTo>
                <a:lnTo>
                  <a:pt x="753678" y="2123972"/>
                </a:lnTo>
                <a:lnTo>
                  <a:pt x="754753" y="2123494"/>
                </a:lnTo>
                <a:lnTo>
                  <a:pt x="756450" y="2122540"/>
                </a:lnTo>
                <a:lnTo>
                  <a:pt x="753919" y="2120259"/>
                </a:lnTo>
                <a:close/>
                <a:moveTo>
                  <a:pt x="768621" y="2086106"/>
                </a:moveTo>
                <a:lnTo>
                  <a:pt x="768970" y="2086600"/>
                </a:lnTo>
                <a:lnTo>
                  <a:pt x="770736" y="2086041"/>
                </a:lnTo>
                <a:lnTo>
                  <a:pt x="769662" y="2085617"/>
                </a:lnTo>
                <a:close/>
                <a:moveTo>
                  <a:pt x="730850" y="2170161"/>
                </a:moveTo>
                <a:lnTo>
                  <a:pt x="743919" y="2170001"/>
                </a:lnTo>
                <a:lnTo>
                  <a:pt x="739769" y="2165111"/>
                </a:lnTo>
                <a:close/>
                <a:moveTo>
                  <a:pt x="768329" y="2085692"/>
                </a:moveTo>
                <a:lnTo>
                  <a:pt x="768522" y="2085966"/>
                </a:lnTo>
                <a:lnTo>
                  <a:pt x="769446" y="2085532"/>
                </a:lnTo>
                <a:lnTo>
                  <a:pt x="768996" y="2085354"/>
                </a:lnTo>
                <a:close/>
                <a:moveTo>
                  <a:pt x="752980" y="2120017"/>
                </a:moveTo>
                <a:lnTo>
                  <a:pt x="753322" y="2123171"/>
                </a:lnTo>
                <a:lnTo>
                  <a:pt x="753147" y="2120060"/>
                </a:lnTo>
                <a:close/>
                <a:moveTo>
                  <a:pt x="1474994" y="502838"/>
                </a:moveTo>
                <a:lnTo>
                  <a:pt x="1476070" y="510487"/>
                </a:lnTo>
                <a:lnTo>
                  <a:pt x="1478605" y="515892"/>
                </a:lnTo>
                <a:lnTo>
                  <a:pt x="1480655" y="507767"/>
                </a:lnTo>
                <a:lnTo>
                  <a:pt x="1484342" y="492252"/>
                </a:lnTo>
                <a:close/>
                <a:moveTo>
                  <a:pt x="1443285" y="573559"/>
                </a:moveTo>
                <a:lnTo>
                  <a:pt x="1443310" y="575895"/>
                </a:lnTo>
                <a:lnTo>
                  <a:pt x="1443519" y="576421"/>
                </a:lnTo>
                <a:lnTo>
                  <a:pt x="1444793" y="579751"/>
                </a:lnTo>
                <a:lnTo>
                  <a:pt x="1443966" y="574578"/>
                </a:lnTo>
                <a:close/>
                <a:moveTo>
                  <a:pt x="757425" y="2108690"/>
                </a:moveTo>
                <a:lnTo>
                  <a:pt x="758398" y="2110054"/>
                </a:lnTo>
                <a:lnTo>
                  <a:pt x="760487" y="2110290"/>
                </a:lnTo>
                <a:lnTo>
                  <a:pt x="759786" y="2108653"/>
                </a:lnTo>
                <a:close/>
                <a:moveTo>
                  <a:pt x="1473156" y="505234"/>
                </a:moveTo>
                <a:lnTo>
                  <a:pt x="1476469" y="524358"/>
                </a:lnTo>
                <a:lnTo>
                  <a:pt x="1477236" y="521318"/>
                </a:lnTo>
                <a:lnTo>
                  <a:pt x="1475973" y="511356"/>
                </a:lnTo>
                <a:lnTo>
                  <a:pt x="1475927" y="511028"/>
                </a:lnTo>
                <a:close/>
                <a:moveTo>
                  <a:pt x="1473352" y="504697"/>
                </a:moveTo>
                <a:lnTo>
                  <a:pt x="1475757" y="509822"/>
                </a:lnTo>
                <a:lnTo>
                  <a:pt x="1474806" y="503051"/>
                </a:lnTo>
                <a:close/>
                <a:moveTo>
                  <a:pt x="734499" y="2158440"/>
                </a:moveTo>
                <a:lnTo>
                  <a:pt x="736627" y="2161017"/>
                </a:lnTo>
                <a:lnTo>
                  <a:pt x="746961" y="2156922"/>
                </a:lnTo>
                <a:lnTo>
                  <a:pt x="746688" y="2154856"/>
                </a:lnTo>
                <a:close/>
                <a:moveTo>
                  <a:pt x="744662" y="2135578"/>
                </a:moveTo>
                <a:lnTo>
                  <a:pt x="745086" y="2139185"/>
                </a:lnTo>
                <a:lnTo>
                  <a:pt x="751249" y="2140212"/>
                </a:lnTo>
                <a:lnTo>
                  <a:pt x="748170" y="2135484"/>
                </a:lnTo>
                <a:close/>
                <a:moveTo>
                  <a:pt x="738829" y="2148395"/>
                </a:moveTo>
                <a:lnTo>
                  <a:pt x="739573" y="2150224"/>
                </a:lnTo>
                <a:lnTo>
                  <a:pt x="743182" y="2149027"/>
                </a:lnTo>
                <a:lnTo>
                  <a:pt x="745713" y="2147459"/>
                </a:lnTo>
                <a:lnTo>
                  <a:pt x="745676" y="2147172"/>
                </a:lnTo>
                <a:lnTo>
                  <a:pt x="745127" y="2147157"/>
                </a:lnTo>
                <a:lnTo>
                  <a:pt x="740818" y="2147456"/>
                </a:lnTo>
                <a:close/>
                <a:moveTo>
                  <a:pt x="1428588" y="603306"/>
                </a:moveTo>
                <a:lnTo>
                  <a:pt x="1429331" y="604392"/>
                </a:lnTo>
                <a:lnTo>
                  <a:pt x="1428831" y="603140"/>
                </a:lnTo>
                <a:close/>
                <a:moveTo>
                  <a:pt x="1443248" y="570186"/>
                </a:moveTo>
                <a:lnTo>
                  <a:pt x="1443259" y="571175"/>
                </a:lnTo>
                <a:lnTo>
                  <a:pt x="1443475" y="571496"/>
                </a:lnTo>
                <a:lnTo>
                  <a:pt x="1443470" y="571465"/>
                </a:lnTo>
                <a:close/>
                <a:moveTo>
                  <a:pt x="1409472" y="645610"/>
                </a:moveTo>
                <a:lnTo>
                  <a:pt x="1409590" y="646944"/>
                </a:lnTo>
                <a:lnTo>
                  <a:pt x="1411091" y="649124"/>
                </a:lnTo>
                <a:lnTo>
                  <a:pt x="1411181" y="647435"/>
                </a:lnTo>
                <a:close/>
                <a:moveTo>
                  <a:pt x="1426301" y="607379"/>
                </a:moveTo>
                <a:lnTo>
                  <a:pt x="1426414" y="631910"/>
                </a:lnTo>
                <a:lnTo>
                  <a:pt x="1427748" y="636385"/>
                </a:lnTo>
                <a:lnTo>
                  <a:pt x="1428782" y="638236"/>
                </a:lnTo>
                <a:lnTo>
                  <a:pt x="1430105" y="631505"/>
                </a:lnTo>
                <a:close/>
                <a:moveTo>
                  <a:pt x="727216" y="2172218"/>
                </a:moveTo>
                <a:lnTo>
                  <a:pt x="742212" y="2173601"/>
                </a:lnTo>
                <a:lnTo>
                  <a:pt x="746212" y="2172702"/>
                </a:lnTo>
                <a:lnTo>
                  <a:pt x="744487" y="2170671"/>
                </a:lnTo>
                <a:lnTo>
                  <a:pt x="730423" y="2170402"/>
                </a:lnTo>
                <a:close/>
                <a:moveTo>
                  <a:pt x="1407090" y="649378"/>
                </a:moveTo>
                <a:lnTo>
                  <a:pt x="1406982" y="652536"/>
                </a:lnTo>
                <a:lnTo>
                  <a:pt x="1409566" y="656369"/>
                </a:lnTo>
                <a:lnTo>
                  <a:pt x="1409288" y="653218"/>
                </a:lnTo>
                <a:close/>
                <a:moveTo>
                  <a:pt x="738249" y="2146974"/>
                </a:moveTo>
                <a:lnTo>
                  <a:pt x="738292" y="2147082"/>
                </a:lnTo>
                <a:lnTo>
                  <a:pt x="738421" y="2147063"/>
                </a:lnTo>
                <a:lnTo>
                  <a:pt x="738591" y="2146983"/>
                </a:lnTo>
                <a:close/>
                <a:moveTo>
                  <a:pt x="754050" y="2111489"/>
                </a:moveTo>
                <a:lnTo>
                  <a:pt x="755573" y="2111882"/>
                </a:lnTo>
                <a:lnTo>
                  <a:pt x="756177" y="2111828"/>
                </a:lnTo>
                <a:lnTo>
                  <a:pt x="756672" y="2111746"/>
                </a:lnTo>
                <a:close/>
                <a:moveTo>
                  <a:pt x="1427002" y="604388"/>
                </a:moveTo>
                <a:lnTo>
                  <a:pt x="1427729" y="608049"/>
                </a:lnTo>
                <a:lnTo>
                  <a:pt x="1429951" y="622137"/>
                </a:lnTo>
                <a:lnTo>
                  <a:pt x="1430931" y="627301"/>
                </a:lnTo>
                <a:lnTo>
                  <a:pt x="1433085" y="616340"/>
                </a:lnTo>
                <a:lnTo>
                  <a:pt x="1433267" y="614234"/>
                </a:lnTo>
                <a:lnTo>
                  <a:pt x="1431967" y="610985"/>
                </a:lnTo>
                <a:lnTo>
                  <a:pt x="1427581" y="603993"/>
                </a:lnTo>
                <a:close/>
                <a:moveTo>
                  <a:pt x="733456" y="2157178"/>
                </a:moveTo>
                <a:lnTo>
                  <a:pt x="734343" y="2158250"/>
                </a:lnTo>
                <a:lnTo>
                  <a:pt x="746168" y="2154773"/>
                </a:lnTo>
                <a:lnTo>
                  <a:pt x="746657" y="2154622"/>
                </a:lnTo>
                <a:lnTo>
                  <a:pt x="746214" y="2151255"/>
                </a:lnTo>
                <a:close/>
                <a:moveTo>
                  <a:pt x="746521" y="2127682"/>
                </a:moveTo>
                <a:lnTo>
                  <a:pt x="747603" y="2129512"/>
                </a:lnTo>
                <a:lnTo>
                  <a:pt x="751191" y="2134009"/>
                </a:lnTo>
                <a:lnTo>
                  <a:pt x="752733" y="2133968"/>
                </a:lnTo>
                <a:lnTo>
                  <a:pt x="751771" y="2129823"/>
                </a:lnTo>
                <a:lnTo>
                  <a:pt x="751366" y="2126085"/>
                </a:lnTo>
                <a:lnTo>
                  <a:pt x="751133" y="2125821"/>
                </a:lnTo>
                <a:lnTo>
                  <a:pt x="750265" y="2126016"/>
                </a:lnTo>
                <a:close/>
                <a:moveTo>
                  <a:pt x="757759" y="2102371"/>
                </a:moveTo>
                <a:lnTo>
                  <a:pt x="757938" y="2102789"/>
                </a:lnTo>
                <a:lnTo>
                  <a:pt x="761987" y="2102619"/>
                </a:lnTo>
                <a:lnTo>
                  <a:pt x="765077" y="2102166"/>
                </a:lnTo>
                <a:lnTo>
                  <a:pt x="764469" y="2099105"/>
                </a:lnTo>
                <a:lnTo>
                  <a:pt x="763608" y="2098988"/>
                </a:lnTo>
                <a:close/>
                <a:moveTo>
                  <a:pt x="746242" y="2127806"/>
                </a:moveTo>
                <a:lnTo>
                  <a:pt x="746267" y="2127837"/>
                </a:lnTo>
                <a:lnTo>
                  <a:pt x="746247" y="2127804"/>
                </a:lnTo>
                <a:close/>
                <a:moveTo>
                  <a:pt x="749409" y="2120482"/>
                </a:moveTo>
                <a:lnTo>
                  <a:pt x="749600" y="2120747"/>
                </a:lnTo>
                <a:lnTo>
                  <a:pt x="750953" y="2122275"/>
                </a:lnTo>
                <a:lnTo>
                  <a:pt x="750720" y="2120133"/>
                </a:lnTo>
                <a:close/>
                <a:moveTo>
                  <a:pt x="745791" y="2128007"/>
                </a:moveTo>
                <a:lnTo>
                  <a:pt x="749725" y="2134048"/>
                </a:lnTo>
                <a:lnTo>
                  <a:pt x="749936" y="2134043"/>
                </a:lnTo>
                <a:lnTo>
                  <a:pt x="747375" y="2129711"/>
                </a:lnTo>
                <a:lnTo>
                  <a:pt x="745957" y="2127933"/>
                </a:lnTo>
                <a:close/>
                <a:moveTo>
                  <a:pt x="704497" y="2220391"/>
                </a:moveTo>
                <a:lnTo>
                  <a:pt x="706348" y="2226535"/>
                </a:lnTo>
                <a:lnTo>
                  <a:pt x="726447" y="2218417"/>
                </a:lnTo>
                <a:lnTo>
                  <a:pt x="728145" y="2217434"/>
                </a:lnTo>
                <a:close/>
                <a:moveTo>
                  <a:pt x="746091" y="2126954"/>
                </a:moveTo>
                <a:lnTo>
                  <a:pt x="746275" y="2127265"/>
                </a:lnTo>
                <a:lnTo>
                  <a:pt x="747875" y="2126553"/>
                </a:lnTo>
                <a:close/>
                <a:moveTo>
                  <a:pt x="1406327" y="648046"/>
                </a:moveTo>
                <a:lnTo>
                  <a:pt x="1406206" y="651387"/>
                </a:lnTo>
                <a:lnTo>
                  <a:pt x="1406445" y="651741"/>
                </a:lnTo>
                <a:lnTo>
                  <a:pt x="1406557" y="648449"/>
                </a:lnTo>
                <a:close/>
                <a:moveTo>
                  <a:pt x="1441061" y="570243"/>
                </a:moveTo>
                <a:lnTo>
                  <a:pt x="1441338" y="570938"/>
                </a:lnTo>
                <a:lnTo>
                  <a:pt x="1441364" y="570695"/>
                </a:lnTo>
                <a:close/>
                <a:moveTo>
                  <a:pt x="1437020" y="579283"/>
                </a:moveTo>
                <a:lnTo>
                  <a:pt x="1436945" y="582462"/>
                </a:lnTo>
                <a:lnTo>
                  <a:pt x="1437086" y="582711"/>
                </a:lnTo>
                <a:lnTo>
                  <a:pt x="1439190" y="587250"/>
                </a:lnTo>
                <a:lnTo>
                  <a:pt x="1439206" y="587150"/>
                </a:lnTo>
                <a:lnTo>
                  <a:pt x="1438862" y="582769"/>
                </a:lnTo>
                <a:lnTo>
                  <a:pt x="1438448" y="581324"/>
                </a:lnTo>
                <a:close/>
                <a:moveTo>
                  <a:pt x="737593" y="2145364"/>
                </a:moveTo>
                <a:lnTo>
                  <a:pt x="738206" y="2146870"/>
                </a:lnTo>
                <a:lnTo>
                  <a:pt x="738798" y="2146886"/>
                </a:lnTo>
                <a:lnTo>
                  <a:pt x="741034" y="2145830"/>
                </a:lnTo>
                <a:close/>
                <a:moveTo>
                  <a:pt x="1426616" y="602456"/>
                </a:moveTo>
                <a:lnTo>
                  <a:pt x="1426970" y="604234"/>
                </a:lnTo>
                <a:lnTo>
                  <a:pt x="1427503" y="603870"/>
                </a:lnTo>
                <a:close/>
                <a:moveTo>
                  <a:pt x="745644" y="2127055"/>
                </a:moveTo>
                <a:lnTo>
                  <a:pt x="745933" y="2127417"/>
                </a:lnTo>
                <a:lnTo>
                  <a:pt x="746001" y="2127387"/>
                </a:lnTo>
                <a:lnTo>
                  <a:pt x="745786" y="2127023"/>
                </a:lnTo>
                <a:close/>
                <a:moveTo>
                  <a:pt x="1440638" y="570602"/>
                </a:moveTo>
                <a:lnTo>
                  <a:pt x="1440697" y="571796"/>
                </a:lnTo>
                <a:lnTo>
                  <a:pt x="1440820" y="575241"/>
                </a:lnTo>
                <a:lnTo>
                  <a:pt x="1440861" y="575291"/>
                </a:lnTo>
                <a:lnTo>
                  <a:pt x="1441210" y="572098"/>
                </a:lnTo>
                <a:close/>
                <a:moveTo>
                  <a:pt x="1424874" y="605838"/>
                </a:moveTo>
                <a:lnTo>
                  <a:pt x="1424893" y="626806"/>
                </a:lnTo>
                <a:lnTo>
                  <a:pt x="1425834" y="629964"/>
                </a:lnTo>
                <a:lnTo>
                  <a:pt x="1425536" y="605388"/>
                </a:lnTo>
                <a:close/>
                <a:moveTo>
                  <a:pt x="757130" y="2100903"/>
                </a:moveTo>
                <a:lnTo>
                  <a:pt x="757536" y="2101850"/>
                </a:lnTo>
                <a:lnTo>
                  <a:pt x="762567" y="2098847"/>
                </a:lnTo>
                <a:lnTo>
                  <a:pt x="761711" y="2098731"/>
                </a:lnTo>
                <a:lnTo>
                  <a:pt x="759858" y="2099008"/>
                </a:lnTo>
                <a:close/>
                <a:moveTo>
                  <a:pt x="1443187" y="564521"/>
                </a:moveTo>
                <a:lnTo>
                  <a:pt x="1443241" y="569513"/>
                </a:lnTo>
                <a:lnTo>
                  <a:pt x="1443624" y="571718"/>
                </a:lnTo>
                <a:lnTo>
                  <a:pt x="1448806" y="579450"/>
                </a:lnTo>
                <a:close/>
                <a:moveTo>
                  <a:pt x="745231" y="2127148"/>
                </a:moveTo>
                <a:lnTo>
                  <a:pt x="745525" y="2127599"/>
                </a:lnTo>
                <a:lnTo>
                  <a:pt x="745647" y="2127544"/>
                </a:lnTo>
                <a:lnTo>
                  <a:pt x="745315" y="2127129"/>
                </a:lnTo>
                <a:close/>
                <a:moveTo>
                  <a:pt x="1416193" y="624342"/>
                </a:moveTo>
                <a:lnTo>
                  <a:pt x="1418629" y="631812"/>
                </a:lnTo>
                <a:lnTo>
                  <a:pt x="1419020" y="629397"/>
                </a:lnTo>
                <a:close/>
                <a:moveTo>
                  <a:pt x="761685" y="2089368"/>
                </a:moveTo>
                <a:lnTo>
                  <a:pt x="762494" y="2089156"/>
                </a:lnTo>
                <a:lnTo>
                  <a:pt x="762463" y="2089002"/>
                </a:lnTo>
                <a:close/>
                <a:moveTo>
                  <a:pt x="745394" y="2125776"/>
                </a:moveTo>
                <a:lnTo>
                  <a:pt x="745624" y="2126165"/>
                </a:lnTo>
                <a:lnTo>
                  <a:pt x="747778" y="2125589"/>
                </a:lnTo>
                <a:close/>
                <a:moveTo>
                  <a:pt x="748310" y="2118961"/>
                </a:moveTo>
                <a:lnTo>
                  <a:pt x="749148" y="2120121"/>
                </a:lnTo>
                <a:lnTo>
                  <a:pt x="750119" y="2119924"/>
                </a:lnTo>
                <a:lnTo>
                  <a:pt x="750681" y="2119766"/>
                </a:lnTo>
                <a:lnTo>
                  <a:pt x="750641" y="2119398"/>
                </a:lnTo>
                <a:lnTo>
                  <a:pt x="748711" y="2118743"/>
                </a:lnTo>
                <a:close/>
                <a:moveTo>
                  <a:pt x="734187" y="2150584"/>
                </a:moveTo>
                <a:lnTo>
                  <a:pt x="739214" y="2150343"/>
                </a:lnTo>
                <a:lnTo>
                  <a:pt x="739305" y="2150313"/>
                </a:lnTo>
                <a:lnTo>
                  <a:pt x="738573" y="2148516"/>
                </a:lnTo>
                <a:close/>
                <a:moveTo>
                  <a:pt x="743873" y="2128886"/>
                </a:moveTo>
                <a:lnTo>
                  <a:pt x="744498" y="2134189"/>
                </a:lnTo>
                <a:lnTo>
                  <a:pt x="747278" y="2134114"/>
                </a:lnTo>
                <a:close/>
                <a:moveTo>
                  <a:pt x="1407296" y="643288"/>
                </a:moveTo>
                <a:lnTo>
                  <a:pt x="1407286" y="643600"/>
                </a:lnTo>
                <a:lnTo>
                  <a:pt x="1408607" y="645518"/>
                </a:lnTo>
                <a:lnTo>
                  <a:pt x="1408526" y="644600"/>
                </a:lnTo>
                <a:close/>
                <a:moveTo>
                  <a:pt x="752822" y="2108719"/>
                </a:moveTo>
                <a:lnTo>
                  <a:pt x="752934" y="2110707"/>
                </a:lnTo>
                <a:lnTo>
                  <a:pt x="757567" y="2111161"/>
                </a:lnTo>
                <a:lnTo>
                  <a:pt x="756701" y="2109949"/>
                </a:lnTo>
                <a:lnTo>
                  <a:pt x="755269" y="2109787"/>
                </a:lnTo>
                <a:lnTo>
                  <a:pt x="755170" y="2109689"/>
                </a:lnTo>
                <a:lnTo>
                  <a:pt x="756634" y="2109855"/>
                </a:lnTo>
                <a:lnTo>
                  <a:pt x="755821" y="2108716"/>
                </a:lnTo>
                <a:lnTo>
                  <a:pt x="753290" y="2108756"/>
                </a:lnTo>
                <a:close/>
                <a:moveTo>
                  <a:pt x="754524" y="2104627"/>
                </a:moveTo>
                <a:lnTo>
                  <a:pt x="756303" y="2107120"/>
                </a:lnTo>
                <a:lnTo>
                  <a:pt x="758911" y="2106610"/>
                </a:lnTo>
                <a:lnTo>
                  <a:pt x="758793" y="2106335"/>
                </a:lnTo>
                <a:close/>
                <a:moveTo>
                  <a:pt x="755542" y="2102006"/>
                </a:moveTo>
                <a:lnTo>
                  <a:pt x="756637" y="2102385"/>
                </a:lnTo>
                <a:lnTo>
                  <a:pt x="757007" y="2102165"/>
                </a:lnTo>
                <a:lnTo>
                  <a:pt x="756618" y="2101259"/>
                </a:lnTo>
                <a:close/>
                <a:moveTo>
                  <a:pt x="756531" y="2099505"/>
                </a:moveTo>
                <a:lnTo>
                  <a:pt x="757010" y="2100624"/>
                </a:lnTo>
                <a:lnTo>
                  <a:pt x="759114" y="2099119"/>
                </a:lnTo>
                <a:close/>
                <a:moveTo>
                  <a:pt x="744668" y="2125833"/>
                </a:moveTo>
                <a:lnTo>
                  <a:pt x="745054" y="2126317"/>
                </a:lnTo>
                <a:lnTo>
                  <a:pt x="745325" y="2126244"/>
                </a:lnTo>
                <a:lnTo>
                  <a:pt x="745064" y="2125802"/>
                </a:lnTo>
                <a:close/>
                <a:moveTo>
                  <a:pt x="760495" y="2089667"/>
                </a:moveTo>
                <a:lnTo>
                  <a:pt x="760545" y="2089667"/>
                </a:lnTo>
                <a:lnTo>
                  <a:pt x="760789" y="2089602"/>
                </a:lnTo>
                <a:lnTo>
                  <a:pt x="762369" y="2088860"/>
                </a:lnTo>
                <a:lnTo>
                  <a:pt x="761678" y="2089068"/>
                </a:lnTo>
                <a:close/>
                <a:moveTo>
                  <a:pt x="751765" y="2108813"/>
                </a:moveTo>
                <a:lnTo>
                  <a:pt x="751960" y="2110611"/>
                </a:lnTo>
                <a:lnTo>
                  <a:pt x="752620" y="2110676"/>
                </a:lnTo>
                <a:lnTo>
                  <a:pt x="752510" y="2108723"/>
                </a:lnTo>
                <a:close/>
                <a:moveTo>
                  <a:pt x="1406528" y="642467"/>
                </a:moveTo>
                <a:lnTo>
                  <a:pt x="1406527" y="642499"/>
                </a:lnTo>
                <a:lnTo>
                  <a:pt x="1406750" y="642822"/>
                </a:lnTo>
                <a:lnTo>
                  <a:pt x="1406753" y="642709"/>
                </a:lnTo>
                <a:close/>
                <a:moveTo>
                  <a:pt x="759219" y="2091870"/>
                </a:moveTo>
                <a:lnTo>
                  <a:pt x="759427" y="2091914"/>
                </a:lnTo>
                <a:lnTo>
                  <a:pt x="759458" y="2091920"/>
                </a:lnTo>
                <a:lnTo>
                  <a:pt x="760874" y="2091779"/>
                </a:lnTo>
                <a:lnTo>
                  <a:pt x="762421" y="2090990"/>
                </a:lnTo>
                <a:lnTo>
                  <a:pt x="762274" y="2090940"/>
                </a:lnTo>
                <a:close/>
                <a:moveTo>
                  <a:pt x="757805" y="2094788"/>
                </a:moveTo>
                <a:lnTo>
                  <a:pt x="762506" y="2094714"/>
                </a:lnTo>
                <a:lnTo>
                  <a:pt x="758425" y="2094471"/>
                </a:lnTo>
                <a:close/>
                <a:moveTo>
                  <a:pt x="1461926" y="517916"/>
                </a:moveTo>
                <a:lnTo>
                  <a:pt x="1463207" y="542324"/>
                </a:lnTo>
                <a:lnTo>
                  <a:pt x="1466144" y="556180"/>
                </a:lnTo>
                <a:lnTo>
                  <a:pt x="1466415" y="554248"/>
                </a:lnTo>
                <a:lnTo>
                  <a:pt x="1466520" y="554428"/>
                </a:lnTo>
                <a:lnTo>
                  <a:pt x="1466223" y="556550"/>
                </a:lnTo>
                <a:lnTo>
                  <a:pt x="1467193" y="561128"/>
                </a:lnTo>
                <a:lnTo>
                  <a:pt x="1476113" y="525771"/>
                </a:lnTo>
                <a:lnTo>
                  <a:pt x="1473229" y="507653"/>
                </a:lnTo>
                <a:lnTo>
                  <a:pt x="1472821" y="505298"/>
                </a:lnTo>
                <a:lnTo>
                  <a:pt x="1470906" y="507467"/>
                </a:lnTo>
                <a:close/>
                <a:moveTo>
                  <a:pt x="758858" y="2091980"/>
                </a:moveTo>
                <a:lnTo>
                  <a:pt x="759037" y="2091962"/>
                </a:lnTo>
                <a:lnTo>
                  <a:pt x="758966" y="2091947"/>
                </a:lnTo>
                <a:close/>
                <a:moveTo>
                  <a:pt x="752632" y="2105337"/>
                </a:moveTo>
                <a:lnTo>
                  <a:pt x="752758" y="2107576"/>
                </a:lnTo>
                <a:lnTo>
                  <a:pt x="754079" y="2107555"/>
                </a:lnTo>
                <a:lnTo>
                  <a:pt x="754880" y="2107398"/>
                </a:lnTo>
                <a:lnTo>
                  <a:pt x="753182" y="2105019"/>
                </a:lnTo>
                <a:close/>
                <a:moveTo>
                  <a:pt x="1424868" y="599732"/>
                </a:moveTo>
                <a:lnTo>
                  <a:pt x="1424874" y="605662"/>
                </a:lnTo>
                <a:lnTo>
                  <a:pt x="1425534" y="605212"/>
                </a:lnTo>
                <a:lnTo>
                  <a:pt x="1425508" y="603098"/>
                </a:lnTo>
                <a:close/>
                <a:moveTo>
                  <a:pt x="1420768" y="608638"/>
                </a:moveTo>
                <a:lnTo>
                  <a:pt x="1420807" y="609877"/>
                </a:lnTo>
                <a:lnTo>
                  <a:pt x="1420806" y="608612"/>
                </a:lnTo>
                <a:close/>
                <a:moveTo>
                  <a:pt x="1414798" y="621878"/>
                </a:moveTo>
                <a:lnTo>
                  <a:pt x="1415492" y="627563"/>
                </a:lnTo>
                <a:lnTo>
                  <a:pt x="1418181" y="632253"/>
                </a:lnTo>
                <a:close/>
                <a:moveTo>
                  <a:pt x="1426123" y="596367"/>
                </a:moveTo>
                <a:lnTo>
                  <a:pt x="1426200" y="599814"/>
                </a:lnTo>
                <a:lnTo>
                  <a:pt x="1428506" y="603186"/>
                </a:lnTo>
                <a:lnTo>
                  <a:pt x="1428776" y="603002"/>
                </a:lnTo>
                <a:close/>
                <a:moveTo>
                  <a:pt x="752580" y="2104422"/>
                </a:moveTo>
                <a:lnTo>
                  <a:pt x="752602" y="2104795"/>
                </a:lnTo>
                <a:lnTo>
                  <a:pt x="752896" y="2104619"/>
                </a:lnTo>
                <a:lnTo>
                  <a:pt x="752750" y="2104414"/>
                </a:lnTo>
                <a:close/>
                <a:moveTo>
                  <a:pt x="751833" y="2105799"/>
                </a:moveTo>
                <a:lnTo>
                  <a:pt x="751736" y="2107592"/>
                </a:lnTo>
                <a:lnTo>
                  <a:pt x="752446" y="2107581"/>
                </a:lnTo>
                <a:lnTo>
                  <a:pt x="752330" y="2105511"/>
                </a:lnTo>
                <a:close/>
                <a:moveTo>
                  <a:pt x="730463" y="2153553"/>
                </a:moveTo>
                <a:lnTo>
                  <a:pt x="732009" y="2155425"/>
                </a:lnTo>
                <a:lnTo>
                  <a:pt x="735382" y="2153859"/>
                </a:lnTo>
                <a:lnTo>
                  <a:pt x="740488" y="2150697"/>
                </a:lnTo>
                <a:lnTo>
                  <a:pt x="739780" y="2150731"/>
                </a:lnTo>
                <a:lnTo>
                  <a:pt x="739820" y="2150829"/>
                </a:lnTo>
                <a:lnTo>
                  <a:pt x="739619" y="2150739"/>
                </a:lnTo>
                <a:lnTo>
                  <a:pt x="739233" y="2150757"/>
                </a:lnTo>
                <a:lnTo>
                  <a:pt x="737990" y="2151169"/>
                </a:lnTo>
                <a:close/>
                <a:moveTo>
                  <a:pt x="751902" y="2104536"/>
                </a:moveTo>
                <a:lnTo>
                  <a:pt x="751864" y="2105236"/>
                </a:lnTo>
                <a:lnTo>
                  <a:pt x="752299" y="2104976"/>
                </a:lnTo>
                <a:lnTo>
                  <a:pt x="752269" y="2104435"/>
                </a:lnTo>
                <a:lnTo>
                  <a:pt x="752034" y="2104445"/>
                </a:lnTo>
                <a:close/>
                <a:moveTo>
                  <a:pt x="1458799" y="521554"/>
                </a:moveTo>
                <a:lnTo>
                  <a:pt x="1458846" y="521753"/>
                </a:lnTo>
                <a:lnTo>
                  <a:pt x="1462457" y="538792"/>
                </a:lnTo>
                <a:lnTo>
                  <a:pt x="1461696" y="519247"/>
                </a:lnTo>
                <a:lnTo>
                  <a:pt x="1461643" y="518244"/>
                </a:lnTo>
                <a:close/>
                <a:moveTo>
                  <a:pt x="744406" y="2121082"/>
                </a:moveTo>
                <a:lnTo>
                  <a:pt x="746555" y="2120646"/>
                </a:lnTo>
                <a:lnTo>
                  <a:pt x="746118" y="2120151"/>
                </a:lnTo>
                <a:close/>
                <a:moveTo>
                  <a:pt x="1403760" y="643951"/>
                </a:moveTo>
                <a:lnTo>
                  <a:pt x="1404923" y="649416"/>
                </a:lnTo>
                <a:lnTo>
                  <a:pt x="1404954" y="649530"/>
                </a:lnTo>
                <a:lnTo>
                  <a:pt x="1406129" y="651272"/>
                </a:lnTo>
                <a:lnTo>
                  <a:pt x="1406222" y="647864"/>
                </a:lnTo>
                <a:lnTo>
                  <a:pt x="1405087" y="645879"/>
                </a:lnTo>
                <a:close/>
                <a:moveTo>
                  <a:pt x="755210" y="2096111"/>
                </a:moveTo>
                <a:lnTo>
                  <a:pt x="755541" y="2097070"/>
                </a:lnTo>
                <a:lnTo>
                  <a:pt x="756750" y="2097234"/>
                </a:lnTo>
                <a:lnTo>
                  <a:pt x="761528" y="2096319"/>
                </a:lnTo>
                <a:lnTo>
                  <a:pt x="755481" y="2095973"/>
                </a:lnTo>
                <a:close/>
                <a:moveTo>
                  <a:pt x="757247" y="2091456"/>
                </a:moveTo>
                <a:lnTo>
                  <a:pt x="758637" y="2091748"/>
                </a:lnTo>
                <a:lnTo>
                  <a:pt x="761813" y="2090781"/>
                </a:lnTo>
                <a:lnTo>
                  <a:pt x="761274" y="2090595"/>
                </a:lnTo>
                <a:lnTo>
                  <a:pt x="760804" y="2090586"/>
                </a:lnTo>
                <a:lnTo>
                  <a:pt x="757607" y="2091286"/>
                </a:lnTo>
                <a:close/>
                <a:moveTo>
                  <a:pt x="729743" y="2152682"/>
                </a:moveTo>
                <a:lnTo>
                  <a:pt x="730264" y="2153313"/>
                </a:lnTo>
                <a:lnTo>
                  <a:pt x="737751" y="2150828"/>
                </a:lnTo>
                <a:lnTo>
                  <a:pt x="733209" y="2151046"/>
                </a:lnTo>
                <a:close/>
                <a:moveTo>
                  <a:pt x="743125" y="2122523"/>
                </a:moveTo>
                <a:lnTo>
                  <a:pt x="743315" y="2124137"/>
                </a:lnTo>
                <a:lnTo>
                  <a:pt x="744248" y="2125306"/>
                </a:lnTo>
                <a:lnTo>
                  <a:pt x="744747" y="2125267"/>
                </a:lnTo>
                <a:close/>
                <a:moveTo>
                  <a:pt x="743270" y="2122114"/>
                </a:moveTo>
                <a:lnTo>
                  <a:pt x="744543" y="2124335"/>
                </a:lnTo>
                <a:lnTo>
                  <a:pt x="745078" y="2125241"/>
                </a:lnTo>
                <a:lnTo>
                  <a:pt x="750260" y="2124835"/>
                </a:lnTo>
                <a:lnTo>
                  <a:pt x="746981" y="2121127"/>
                </a:lnTo>
                <a:close/>
                <a:moveTo>
                  <a:pt x="1407607" y="634199"/>
                </a:moveTo>
                <a:lnTo>
                  <a:pt x="1407592" y="634636"/>
                </a:lnTo>
                <a:lnTo>
                  <a:pt x="1407657" y="634760"/>
                </a:lnTo>
                <a:close/>
                <a:moveTo>
                  <a:pt x="743089" y="2121798"/>
                </a:moveTo>
                <a:lnTo>
                  <a:pt x="743138" y="2121883"/>
                </a:lnTo>
                <a:lnTo>
                  <a:pt x="746752" y="2120869"/>
                </a:lnTo>
                <a:lnTo>
                  <a:pt x="746699" y="2120809"/>
                </a:lnTo>
                <a:lnTo>
                  <a:pt x="744275" y="2121300"/>
                </a:lnTo>
                <a:lnTo>
                  <a:pt x="744150" y="2121221"/>
                </a:lnTo>
                <a:close/>
                <a:moveTo>
                  <a:pt x="725625" y="2160814"/>
                </a:moveTo>
                <a:lnTo>
                  <a:pt x="734026" y="2158344"/>
                </a:lnTo>
                <a:lnTo>
                  <a:pt x="733155" y="2157318"/>
                </a:lnTo>
                <a:close/>
                <a:moveTo>
                  <a:pt x="1437834" y="565427"/>
                </a:moveTo>
                <a:lnTo>
                  <a:pt x="1439989" y="574235"/>
                </a:lnTo>
                <a:lnTo>
                  <a:pt x="1440494" y="574849"/>
                </a:lnTo>
                <a:lnTo>
                  <a:pt x="1440315" y="569756"/>
                </a:lnTo>
                <a:lnTo>
                  <a:pt x="1439757" y="568296"/>
                </a:lnTo>
                <a:close/>
                <a:moveTo>
                  <a:pt x="1445534" y="548021"/>
                </a:moveTo>
                <a:lnTo>
                  <a:pt x="1443956" y="558651"/>
                </a:lnTo>
                <a:lnTo>
                  <a:pt x="1449447" y="573239"/>
                </a:lnTo>
                <a:close/>
                <a:moveTo>
                  <a:pt x="752340" y="2100131"/>
                </a:moveTo>
                <a:lnTo>
                  <a:pt x="752384" y="2100912"/>
                </a:lnTo>
                <a:lnTo>
                  <a:pt x="755230" y="2101898"/>
                </a:lnTo>
                <a:lnTo>
                  <a:pt x="756502" y="2100988"/>
                </a:lnTo>
                <a:lnTo>
                  <a:pt x="755906" y="2099598"/>
                </a:lnTo>
                <a:close/>
                <a:moveTo>
                  <a:pt x="753794" y="2096833"/>
                </a:moveTo>
                <a:lnTo>
                  <a:pt x="754779" y="2096967"/>
                </a:lnTo>
                <a:lnTo>
                  <a:pt x="754555" y="2096444"/>
                </a:lnTo>
                <a:close/>
                <a:moveTo>
                  <a:pt x="742148" y="2122412"/>
                </a:moveTo>
                <a:lnTo>
                  <a:pt x="742834" y="2123466"/>
                </a:lnTo>
                <a:lnTo>
                  <a:pt x="742693" y="2122267"/>
                </a:lnTo>
                <a:close/>
                <a:moveTo>
                  <a:pt x="1408177" y="630941"/>
                </a:moveTo>
                <a:lnTo>
                  <a:pt x="1408614" y="635902"/>
                </a:lnTo>
                <a:lnTo>
                  <a:pt x="1411456" y="638933"/>
                </a:lnTo>
                <a:lnTo>
                  <a:pt x="1410257" y="635405"/>
                </a:lnTo>
                <a:close/>
                <a:moveTo>
                  <a:pt x="748649" y="2107641"/>
                </a:moveTo>
                <a:lnTo>
                  <a:pt x="749365" y="2107630"/>
                </a:lnTo>
                <a:lnTo>
                  <a:pt x="749324" y="2107250"/>
                </a:lnTo>
                <a:close/>
                <a:moveTo>
                  <a:pt x="1416855" y="611306"/>
                </a:moveTo>
                <a:lnTo>
                  <a:pt x="1419304" y="618420"/>
                </a:lnTo>
                <a:lnTo>
                  <a:pt x="1419034" y="609819"/>
                </a:lnTo>
                <a:close/>
                <a:moveTo>
                  <a:pt x="1424863" y="593215"/>
                </a:moveTo>
                <a:lnTo>
                  <a:pt x="1424863" y="593636"/>
                </a:lnTo>
                <a:lnTo>
                  <a:pt x="1425427" y="596474"/>
                </a:lnTo>
                <a:lnTo>
                  <a:pt x="1425404" y="594569"/>
                </a:lnTo>
                <a:close/>
                <a:moveTo>
                  <a:pt x="755341" y="2092283"/>
                </a:moveTo>
                <a:lnTo>
                  <a:pt x="755510" y="2092314"/>
                </a:lnTo>
                <a:lnTo>
                  <a:pt x="757394" y="2092126"/>
                </a:lnTo>
                <a:lnTo>
                  <a:pt x="758384" y="2091825"/>
                </a:lnTo>
                <a:lnTo>
                  <a:pt x="757055" y="2091546"/>
                </a:lnTo>
                <a:lnTo>
                  <a:pt x="756265" y="2091918"/>
                </a:lnTo>
                <a:lnTo>
                  <a:pt x="756142" y="2091877"/>
                </a:lnTo>
                <a:close/>
                <a:moveTo>
                  <a:pt x="734614" y="2138054"/>
                </a:moveTo>
                <a:lnTo>
                  <a:pt x="736775" y="2143357"/>
                </a:lnTo>
                <a:lnTo>
                  <a:pt x="743899" y="2144323"/>
                </a:lnTo>
                <a:lnTo>
                  <a:pt x="745206" y="2143604"/>
                </a:lnTo>
                <a:lnTo>
                  <a:pt x="745197" y="2143539"/>
                </a:lnTo>
                <a:lnTo>
                  <a:pt x="744750" y="2139744"/>
                </a:lnTo>
                <a:close/>
                <a:moveTo>
                  <a:pt x="742779" y="2119581"/>
                </a:moveTo>
                <a:lnTo>
                  <a:pt x="742821" y="2119942"/>
                </a:lnTo>
                <a:lnTo>
                  <a:pt x="744118" y="2119237"/>
                </a:lnTo>
                <a:close/>
                <a:moveTo>
                  <a:pt x="728576" y="2151268"/>
                </a:moveTo>
                <a:lnTo>
                  <a:pt x="728838" y="2151585"/>
                </a:lnTo>
                <a:lnTo>
                  <a:pt x="729614" y="2151219"/>
                </a:lnTo>
                <a:close/>
                <a:moveTo>
                  <a:pt x="1425973" y="589550"/>
                </a:moveTo>
                <a:lnTo>
                  <a:pt x="1426011" y="591264"/>
                </a:lnTo>
                <a:lnTo>
                  <a:pt x="1432879" y="607508"/>
                </a:lnTo>
                <a:close/>
                <a:moveTo>
                  <a:pt x="752272" y="2097608"/>
                </a:moveTo>
                <a:lnTo>
                  <a:pt x="752247" y="2098096"/>
                </a:lnTo>
                <a:lnTo>
                  <a:pt x="754231" y="2097716"/>
                </a:lnTo>
                <a:lnTo>
                  <a:pt x="752518" y="2097483"/>
                </a:lnTo>
                <a:close/>
                <a:moveTo>
                  <a:pt x="755185" y="2091023"/>
                </a:moveTo>
                <a:lnTo>
                  <a:pt x="755237" y="2091034"/>
                </a:lnTo>
                <a:lnTo>
                  <a:pt x="755366" y="2090969"/>
                </a:lnTo>
                <a:close/>
                <a:moveTo>
                  <a:pt x="1425948" y="588450"/>
                </a:moveTo>
                <a:lnTo>
                  <a:pt x="1425959" y="588960"/>
                </a:lnTo>
                <a:lnTo>
                  <a:pt x="1427119" y="591858"/>
                </a:lnTo>
                <a:lnTo>
                  <a:pt x="1433714" y="609014"/>
                </a:lnTo>
                <a:lnTo>
                  <a:pt x="1433984" y="605872"/>
                </a:lnTo>
                <a:close/>
                <a:moveTo>
                  <a:pt x="1415135" y="612490"/>
                </a:moveTo>
                <a:lnTo>
                  <a:pt x="1418143" y="620529"/>
                </a:lnTo>
                <a:lnTo>
                  <a:pt x="1419435" y="622588"/>
                </a:lnTo>
                <a:lnTo>
                  <a:pt x="1419346" y="619759"/>
                </a:lnTo>
                <a:lnTo>
                  <a:pt x="1416616" y="611468"/>
                </a:lnTo>
                <a:lnTo>
                  <a:pt x="1415740" y="612066"/>
                </a:lnTo>
                <a:close/>
                <a:moveTo>
                  <a:pt x="747404" y="2107661"/>
                </a:moveTo>
                <a:lnTo>
                  <a:pt x="747813" y="2107654"/>
                </a:lnTo>
                <a:lnTo>
                  <a:pt x="749273" y="2106783"/>
                </a:lnTo>
                <a:lnTo>
                  <a:pt x="749231" y="2106392"/>
                </a:lnTo>
                <a:close/>
                <a:moveTo>
                  <a:pt x="742633" y="2118341"/>
                </a:moveTo>
                <a:lnTo>
                  <a:pt x="742730" y="2119168"/>
                </a:lnTo>
                <a:lnTo>
                  <a:pt x="744720" y="2118571"/>
                </a:lnTo>
                <a:lnTo>
                  <a:pt x="744185" y="2117967"/>
                </a:lnTo>
                <a:close/>
                <a:moveTo>
                  <a:pt x="741942" y="2119796"/>
                </a:moveTo>
                <a:lnTo>
                  <a:pt x="742214" y="2120271"/>
                </a:lnTo>
                <a:lnTo>
                  <a:pt x="742443" y="2120147"/>
                </a:lnTo>
                <a:lnTo>
                  <a:pt x="742389" y="2119681"/>
                </a:lnTo>
                <a:close/>
                <a:moveTo>
                  <a:pt x="746823" y="2108697"/>
                </a:moveTo>
                <a:lnTo>
                  <a:pt x="749067" y="2108426"/>
                </a:lnTo>
                <a:lnTo>
                  <a:pt x="747501" y="2108304"/>
                </a:lnTo>
                <a:close/>
                <a:moveTo>
                  <a:pt x="1437419" y="562184"/>
                </a:moveTo>
                <a:lnTo>
                  <a:pt x="1437413" y="562452"/>
                </a:lnTo>
                <a:lnTo>
                  <a:pt x="1437667" y="562831"/>
                </a:lnTo>
                <a:close/>
                <a:moveTo>
                  <a:pt x="752370" y="2095793"/>
                </a:moveTo>
                <a:lnTo>
                  <a:pt x="752352" y="2096123"/>
                </a:lnTo>
                <a:lnTo>
                  <a:pt x="752935" y="2095826"/>
                </a:lnTo>
                <a:close/>
                <a:moveTo>
                  <a:pt x="746254" y="2109478"/>
                </a:moveTo>
                <a:lnTo>
                  <a:pt x="749661" y="2110357"/>
                </a:lnTo>
                <a:lnTo>
                  <a:pt x="749523" y="2109084"/>
                </a:lnTo>
                <a:close/>
                <a:moveTo>
                  <a:pt x="1439916" y="555827"/>
                </a:moveTo>
                <a:lnTo>
                  <a:pt x="1440463" y="567002"/>
                </a:lnTo>
                <a:lnTo>
                  <a:pt x="1441585" y="568678"/>
                </a:lnTo>
                <a:lnTo>
                  <a:pt x="1441604" y="568500"/>
                </a:lnTo>
                <a:lnTo>
                  <a:pt x="1441517" y="560209"/>
                </a:lnTo>
                <a:lnTo>
                  <a:pt x="1441476" y="559973"/>
                </a:lnTo>
                <a:close/>
                <a:moveTo>
                  <a:pt x="753966" y="2091390"/>
                </a:moveTo>
                <a:lnTo>
                  <a:pt x="755010" y="2091117"/>
                </a:lnTo>
                <a:lnTo>
                  <a:pt x="754929" y="2091100"/>
                </a:lnTo>
                <a:close/>
                <a:moveTo>
                  <a:pt x="1411276" y="619412"/>
                </a:moveTo>
                <a:lnTo>
                  <a:pt x="1411386" y="620152"/>
                </a:lnTo>
                <a:lnTo>
                  <a:pt x="1411582" y="620736"/>
                </a:lnTo>
                <a:close/>
                <a:moveTo>
                  <a:pt x="755388" y="2088002"/>
                </a:moveTo>
                <a:lnTo>
                  <a:pt x="758855" y="2089198"/>
                </a:lnTo>
                <a:lnTo>
                  <a:pt x="762168" y="2087516"/>
                </a:lnTo>
                <a:lnTo>
                  <a:pt x="762120" y="2087275"/>
                </a:lnTo>
                <a:lnTo>
                  <a:pt x="761335" y="2086475"/>
                </a:lnTo>
                <a:close/>
                <a:moveTo>
                  <a:pt x="1407005" y="628845"/>
                </a:moveTo>
                <a:lnTo>
                  <a:pt x="1406996" y="629527"/>
                </a:lnTo>
                <a:lnTo>
                  <a:pt x="1406862" y="633225"/>
                </a:lnTo>
                <a:lnTo>
                  <a:pt x="1407064" y="633615"/>
                </a:lnTo>
                <a:lnTo>
                  <a:pt x="1407201" y="629606"/>
                </a:lnTo>
                <a:lnTo>
                  <a:pt x="1407156" y="629108"/>
                </a:lnTo>
                <a:close/>
                <a:moveTo>
                  <a:pt x="1450706" y="530972"/>
                </a:moveTo>
                <a:lnTo>
                  <a:pt x="1454865" y="545372"/>
                </a:lnTo>
                <a:lnTo>
                  <a:pt x="1459849" y="565629"/>
                </a:lnTo>
                <a:lnTo>
                  <a:pt x="1463704" y="573118"/>
                </a:lnTo>
                <a:lnTo>
                  <a:pt x="1463778" y="572641"/>
                </a:lnTo>
                <a:lnTo>
                  <a:pt x="1462569" y="541645"/>
                </a:lnTo>
                <a:lnTo>
                  <a:pt x="1458406" y="522011"/>
                </a:lnTo>
                <a:close/>
                <a:moveTo>
                  <a:pt x="1413723" y="613481"/>
                </a:moveTo>
                <a:lnTo>
                  <a:pt x="1416550" y="617988"/>
                </a:lnTo>
                <a:lnTo>
                  <a:pt x="1414689" y="612804"/>
                </a:lnTo>
                <a:close/>
                <a:moveTo>
                  <a:pt x="1450339" y="531398"/>
                </a:moveTo>
                <a:lnTo>
                  <a:pt x="1454419" y="555208"/>
                </a:lnTo>
                <a:lnTo>
                  <a:pt x="1456443" y="559013"/>
                </a:lnTo>
                <a:lnTo>
                  <a:pt x="1458345" y="562709"/>
                </a:lnTo>
                <a:lnTo>
                  <a:pt x="1451300" y="534074"/>
                </a:lnTo>
                <a:lnTo>
                  <a:pt x="1450480" y="531234"/>
                </a:lnTo>
                <a:close/>
                <a:moveTo>
                  <a:pt x="733725" y="2135871"/>
                </a:moveTo>
                <a:lnTo>
                  <a:pt x="734346" y="2137395"/>
                </a:lnTo>
                <a:lnTo>
                  <a:pt x="744676" y="2139116"/>
                </a:lnTo>
                <a:lnTo>
                  <a:pt x="744261" y="2135588"/>
                </a:lnTo>
                <a:close/>
                <a:moveTo>
                  <a:pt x="745722" y="2108830"/>
                </a:moveTo>
                <a:lnTo>
                  <a:pt x="745872" y="2108812"/>
                </a:lnTo>
                <a:lnTo>
                  <a:pt x="745914" y="2108788"/>
                </a:lnTo>
                <a:lnTo>
                  <a:pt x="746813" y="2108251"/>
                </a:lnTo>
                <a:lnTo>
                  <a:pt x="746582" y="2108233"/>
                </a:lnTo>
                <a:close/>
                <a:moveTo>
                  <a:pt x="740659" y="2120125"/>
                </a:moveTo>
                <a:lnTo>
                  <a:pt x="741136" y="2120857"/>
                </a:lnTo>
                <a:lnTo>
                  <a:pt x="741896" y="2120444"/>
                </a:lnTo>
                <a:lnTo>
                  <a:pt x="741569" y="2119891"/>
                </a:lnTo>
                <a:close/>
                <a:moveTo>
                  <a:pt x="741293" y="2118664"/>
                </a:moveTo>
                <a:lnTo>
                  <a:pt x="741740" y="2119445"/>
                </a:lnTo>
                <a:lnTo>
                  <a:pt x="742204" y="2119326"/>
                </a:lnTo>
                <a:lnTo>
                  <a:pt x="742342" y="2119285"/>
                </a:lnTo>
                <a:lnTo>
                  <a:pt x="742242" y="2118435"/>
                </a:lnTo>
                <a:close/>
                <a:moveTo>
                  <a:pt x="1428373" y="579542"/>
                </a:moveTo>
                <a:lnTo>
                  <a:pt x="1433694" y="592195"/>
                </a:lnTo>
                <a:lnTo>
                  <a:pt x="1434902" y="595178"/>
                </a:lnTo>
                <a:lnTo>
                  <a:pt x="1434964" y="594460"/>
                </a:lnTo>
                <a:lnTo>
                  <a:pt x="1433854" y="589946"/>
                </a:lnTo>
                <a:lnTo>
                  <a:pt x="1429683" y="580944"/>
                </a:lnTo>
                <a:close/>
                <a:moveTo>
                  <a:pt x="753373" y="2090773"/>
                </a:moveTo>
                <a:lnTo>
                  <a:pt x="753562" y="2091324"/>
                </a:lnTo>
                <a:lnTo>
                  <a:pt x="754563" y="2091023"/>
                </a:lnTo>
                <a:close/>
                <a:moveTo>
                  <a:pt x="713292" y="2180101"/>
                </a:moveTo>
                <a:lnTo>
                  <a:pt x="732804" y="2175715"/>
                </a:lnTo>
                <a:lnTo>
                  <a:pt x="722686" y="2174782"/>
                </a:lnTo>
                <a:close/>
                <a:moveTo>
                  <a:pt x="1424857" y="586648"/>
                </a:moveTo>
                <a:lnTo>
                  <a:pt x="1424858" y="588537"/>
                </a:lnTo>
                <a:lnTo>
                  <a:pt x="1425345" y="589690"/>
                </a:lnTo>
                <a:lnTo>
                  <a:pt x="1425322" y="587861"/>
                </a:lnTo>
                <a:close/>
                <a:moveTo>
                  <a:pt x="753258" y="2090441"/>
                </a:moveTo>
                <a:lnTo>
                  <a:pt x="753324" y="2090632"/>
                </a:lnTo>
                <a:lnTo>
                  <a:pt x="754818" y="2090946"/>
                </a:lnTo>
                <a:lnTo>
                  <a:pt x="756274" y="2090507"/>
                </a:lnTo>
                <a:lnTo>
                  <a:pt x="756290" y="2090499"/>
                </a:lnTo>
                <a:close/>
                <a:moveTo>
                  <a:pt x="1450063" y="529789"/>
                </a:moveTo>
                <a:lnTo>
                  <a:pt x="1450217" y="530687"/>
                </a:lnTo>
                <a:lnTo>
                  <a:pt x="1450296" y="530595"/>
                </a:lnTo>
                <a:close/>
                <a:moveTo>
                  <a:pt x="724059" y="2155372"/>
                </a:moveTo>
                <a:lnTo>
                  <a:pt x="729867" y="2153445"/>
                </a:lnTo>
                <a:lnTo>
                  <a:pt x="729369" y="2152858"/>
                </a:lnTo>
                <a:lnTo>
                  <a:pt x="724632" y="2155093"/>
                </a:lnTo>
                <a:close/>
                <a:moveTo>
                  <a:pt x="1424856" y="586082"/>
                </a:moveTo>
                <a:lnTo>
                  <a:pt x="1424856" y="586203"/>
                </a:lnTo>
                <a:lnTo>
                  <a:pt x="1425316" y="587353"/>
                </a:lnTo>
                <a:lnTo>
                  <a:pt x="1425313" y="587072"/>
                </a:lnTo>
                <a:close/>
                <a:moveTo>
                  <a:pt x="748379" y="2100723"/>
                </a:moveTo>
                <a:lnTo>
                  <a:pt x="748626" y="2100802"/>
                </a:lnTo>
                <a:lnTo>
                  <a:pt x="748613" y="2100688"/>
                </a:lnTo>
                <a:close/>
                <a:moveTo>
                  <a:pt x="739923" y="2118995"/>
                </a:moveTo>
                <a:lnTo>
                  <a:pt x="740435" y="2119780"/>
                </a:lnTo>
                <a:lnTo>
                  <a:pt x="741362" y="2119542"/>
                </a:lnTo>
                <a:lnTo>
                  <a:pt x="740899" y="2118759"/>
                </a:lnTo>
                <a:close/>
                <a:moveTo>
                  <a:pt x="1436367" y="559431"/>
                </a:moveTo>
                <a:lnTo>
                  <a:pt x="1436449" y="559766"/>
                </a:lnTo>
                <a:lnTo>
                  <a:pt x="1436451" y="559652"/>
                </a:lnTo>
                <a:close/>
                <a:moveTo>
                  <a:pt x="1445140" y="539028"/>
                </a:moveTo>
                <a:lnTo>
                  <a:pt x="1445931" y="544062"/>
                </a:lnTo>
                <a:lnTo>
                  <a:pt x="1445994" y="543634"/>
                </a:lnTo>
                <a:lnTo>
                  <a:pt x="1446152" y="543857"/>
                </a:lnTo>
                <a:lnTo>
                  <a:pt x="1446028" y="544686"/>
                </a:lnTo>
                <a:lnTo>
                  <a:pt x="1451285" y="578122"/>
                </a:lnTo>
                <a:lnTo>
                  <a:pt x="1455600" y="589587"/>
                </a:lnTo>
                <a:lnTo>
                  <a:pt x="1458645" y="594132"/>
                </a:lnTo>
                <a:lnTo>
                  <a:pt x="1459654" y="590723"/>
                </a:lnTo>
                <a:lnTo>
                  <a:pt x="1454605" y="558183"/>
                </a:lnTo>
                <a:close/>
                <a:moveTo>
                  <a:pt x="732864" y="2133758"/>
                </a:moveTo>
                <a:lnTo>
                  <a:pt x="733163" y="2134492"/>
                </a:lnTo>
                <a:lnTo>
                  <a:pt x="744097" y="2134199"/>
                </a:lnTo>
                <a:lnTo>
                  <a:pt x="743489" y="2129031"/>
                </a:lnTo>
                <a:close/>
                <a:moveTo>
                  <a:pt x="1410871" y="615483"/>
                </a:moveTo>
                <a:lnTo>
                  <a:pt x="1412587" y="622494"/>
                </a:lnTo>
                <a:lnTo>
                  <a:pt x="1415163" y="626987"/>
                </a:lnTo>
                <a:lnTo>
                  <a:pt x="1414463" y="621248"/>
                </a:lnTo>
                <a:lnTo>
                  <a:pt x="1411135" y="615297"/>
                </a:lnTo>
                <a:close/>
                <a:moveTo>
                  <a:pt x="752752" y="2088679"/>
                </a:moveTo>
                <a:lnTo>
                  <a:pt x="752738" y="2088930"/>
                </a:lnTo>
                <a:lnTo>
                  <a:pt x="753024" y="2089760"/>
                </a:lnTo>
                <a:lnTo>
                  <a:pt x="754704" y="2089791"/>
                </a:lnTo>
                <a:lnTo>
                  <a:pt x="757816" y="2089725"/>
                </a:lnTo>
                <a:lnTo>
                  <a:pt x="758195" y="2089533"/>
                </a:lnTo>
                <a:lnTo>
                  <a:pt x="754545" y="2088218"/>
                </a:lnTo>
                <a:close/>
                <a:moveTo>
                  <a:pt x="744051" y="2108036"/>
                </a:moveTo>
                <a:lnTo>
                  <a:pt x="744360" y="2108805"/>
                </a:lnTo>
                <a:lnTo>
                  <a:pt x="744738" y="2108948"/>
                </a:lnTo>
                <a:lnTo>
                  <a:pt x="745298" y="2108881"/>
                </a:lnTo>
                <a:lnTo>
                  <a:pt x="746267" y="2108208"/>
                </a:lnTo>
                <a:close/>
                <a:moveTo>
                  <a:pt x="1445116" y="537475"/>
                </a:moveTo>
                <a:lnTo>
                  <a:pt x="1446800" y="540885"/>
                </a:lnTo>
                <a:lnTo>
                  <a:pt x="1454000" y="554419"/>
                </a:lnTo>
                <a:lnTo>
                  <a:pt x="1450101" y="531675"/>
                </a:lnTo>
                <a:close/>
                <a:moveTo>
                  <a:pt x="739898" y="2116228"/>
                </a:moveTo>
                <a:lnTo>
                  <a:pt x="740317" y="2116960"/>
                </a:lnTo>
                <a:lnTo>
                  <a:pt x="741509" y="2116673"/>
                </a:lnTo>
                <a:close/>
                <a:moveTo>
                  <a:pt x="1410587" y="614317"/>
                </a:moveTo>
                <a:lnTo>
                  <a:pt x="1410814" y="615249"/>
                </a:lnTo>
                <a:lnTo>
                  <a:pt x="1411027" y="615104"/>
                </a:lnTo>
                <a:close/>
                <a:moveTo>
                  <a:pt x="735346" y="2126004"/>
                </a:moveTo>
                <a:lnTo>
                  <a:pt x="741675" y="2125508"/>
                </a:lnTo>
                <a:lnTo>
                  <a:pt x="740260" y="2123335"/>
                </a:lnTo>
                <a:close/>
                <a:moveTo>
                  <a:pt x="1420257" y="592315"/>
                </a:moveTo>
                <a:lnTo>
                  <a:pt x="1420764" y="608466"/>
                </a:lnTo>
                <a:lnTo>
                  <a:pt x="1420806" y="608437"/>
                </a:lnTo>
                <a:lnTo>
                  <a:pt x="1420792" y="593168"/>
                </a:lnTo>
                <a:lnTo>
                  <a:pt x="1420270" y="592334"/>
                </a:lnTo>
                <a:close/>
                <a:moveTo>
                  <a:pt x="1409228" y="616636"/>
                </a:moveTo>
                <a:lnTo>
                  <a:pt x="1409706" y="617469"/>
                </a:lnTo>
                <a:lnTo>
                  <a:pt x="1409549" y="616411"/>
                </a:lnTo>
                <a:close/>
                <a:moveTo>
                  <a:pt x="1412935" y="607916"/>
                </a:moveTo>
                <a:lnTo>
                  <a:pt x="1413665" y="613305"/>
                </a:lnTo>
                <a:lnTo>
                  <a:pt x="1414632" y="612645"/>
                </a:lnTo>
                <a:close/>
                <a:moveTo>
                  <a:pt x="739558" y="2115633"/>
                </a:moveTo>
                <a:lnTo>
                  <a:pt x="739573" y="2115660"/>
                </a:lnTo>
                <a:lnTo>
                  <a:pt x="739908" y="2115752"/>
                </a:lnTo>
                <a:close/>
                <a:moveTo>
                  <a:pt x="731090" y="2134547"/>
                </a:moveTo>
                <a:lnTo>
                  <a:pt x="732862" y="2134500"/>
                </a:lnTo>
                <a:lnTo>
                  <a:pt x="732606" y="2133872"/>
                </a:lnTo>
                <a:close/>
                <a:moveTo>
                  <a:pt x="748272" y="2095872"/>
                </a:moveTo>
                <a:lnTo>
                  <a:pt x="748440" y="2096107"/>
                </a:lnTo>
                <a:lnTo>
                  <a:pt x="748636" y="2096133"/>
                </a:lnTo>
                <a:lnTo>
                  <a:pt x="748620" y="2095695"/>
                </a:lnTo>
                <a:close/>
                <a:moveTo>
                  <a:pt x="714597" y="2171054"/>
                </a:moveTo>
                <a:lnTo>
                  <a:pt x="726282" y="2172132"/>
                </a:lnTo>
                <a:lnTo>
                  <a:pt x="729372" y="2170382"/>
                </a:lnTo>
                <a:lnTo>
                  <a:pt x="722873" y="2170258"/>
                </a:lnTo>
                <a:lnTo>
                  <a:pt x="729739" y="2170174"/>
                </a:lnTo>
                <a:lnTo>
                  <a:pt x="739417" y="2164696"/>
                </a:lnTo>
                <a:lnTo>
                  <a:pt x="738575" y="2163704"/>
                </a:lnTo>
                <a:lnTo>
                  <a:pt x="730771" y="2166797"/>
                </a:lnTo>
                <a:lnTo>
                  <a:pt x="717973" y="2170166"/>
                </a:lnTo>
                <a:lnTo>
                  <a:pt x="722873" y="2170258"/>
                </a:lnTo>
                <a:lnTo>
                  <a:pt x="721756" y="2170273"/>
                </a:lnTo>
                <a:lnTo>
                  <a:pt x="717964" y="2170167"/>
                </a:lnTo>
                <a:close/>
                <a:moveTo>
                  <a:pt x="1442925" y="540025"/>
                </a:moveTo>
                <a:lnTo>
                  <a:pt x="1443099" y="556376"/>
                </a:lnTo>
                <a:lnTo>
                  <a:pt x="1443820" y="558289"/>
                </a:lnTo>
                <a:lnTo>
                  <a:pt x="1445436" y="547393"/>
                </a:lnTo>
                <a:lnTo>
                  <a:pt x="1444084" y="538676"/>
                </a:lnTo>
                <a:close/>
                <a:moveTo>
                  <a:pt x="1425729" y="578519"/>
                </a:moveTo>
                <a:lnTo>
                  <a:pt x="1425913" y="586875"/>
                </a:lnTo>
                <a:lnTo>
                  <a:pt x="1431980" y="599691"/>
                </a:lnTo>
                <a:lnTo>
                  <a:pt x="1434110" y="604402"/>
                </a:lnTo>
                <a:lnTo>
                  <a:pt x="1434153" y="603912"/>
                </a:lnTo>
                <a:lnTo>
                  <a:pt x="1425968" y="579209"/>
                </a:lnTo>
                <a:close/>
                <a:moveTo>
                  <a:pt x="743131" y="2105748"/>
                </a:moveTo>
                <a:lnTo>
                  <a:pt x="743892" y="2107641"/>
                </a:lnTo>
                <a:lnTo>
                  <a:pt x="744689" y="2107704"/>
                </a:lnTo>
                <a:lnTo>
                  <a:pt x="747046" y="2107666"/>
                </a:lnTo>
                <a:lnTo>
                  <a:pt x="749206" y="2106166"/>
                </a:lnTo>
                <a:lnTo>
                  <a:pt x="749067" y="2104877"/>
                </a:lnTo>
                <a:close/>
                <a:moveTo>
                  <a:pt x="1429478" y="568751"/>
                </a:moveTo>
                <a:lnTo>
                  <a:pt x="1429823" y="569946"/>
                </a:lnTo>
                <a:lnTo>
                  <a:pt x="1435957" y="580727"/>
                </a:lnTo>
                <a:lnTo>
                  <a:pt x="1436025" y="577864"/>
                </a:lnTo>
                <a:lnTo>
                  <a:pt x="1430539" y="570037"/>
                </a:lnTo>
                <a:close/>
                <a:moveTo>
                  <a:pt x="741887" y="2107867"/>
                </a:moveTo>
                <a:lnTo>
                  <a:pt x="744280" y="2108774"/>
                </a:lnTo>
                <a:lnTo>
                  <a:pt x="743980" y="2108030"/>
                </a:lnTo>
                <a:close/>
                <a:moveTo>
                  <a:pt x="1425688" y="576672"/>
                </a:moveTo>
                <a:lnTo>
                  <a:pt x="1425715" y="577880"/>
                </a:lnTo>
                <a:lnTo>
                  <a:pt x="1431976" y="595960"/>
                </a:lnTo>
                <a:lnTo>
                  <a:pt x="1434233" y="602974"/>
                </a:lnTo>
                <a:lnTo>
                  <a:pt x="1434844" y="595858"/>
                </a:lnTo>
                <a:lnTo>
                  <a:pt x="1428640" y="580538"/>
                </a:lnTo>
                <a:lnTo>
                  <a:pt x="1428097" y="579249"/>
                </a:lnTo>
                <a:close/>
                <a:moveTo>
                  <a:pt x="741429" y="2108115"/>
                </a:moveTo>
                <a:lnTo>
                  <a:pt x="741444" y="2108237"/>
                </a:lnTo>
                <a:lnTo>
                  <a:pt x="742401" y="2108484"/>
                </a:lnTo>
                <a:close/>
                <a:moveTo>
                  <a:pt x="731434" y="2130249"/>
                </a:moveTo>
                <a:lnTo>
                  <a:pt x="732682" y="2133313"/>
                </a:lnTo>
                <a:lnTo>
                  <a:pt x="743430" y="2128531"/>
                </a:lnTo>
                <a:lnTo>
                  <a:pt x="743383" y="2128132"/>
                </a:lnTo>
                <a:lnTo>
                  <a:pt x="743060" y="2127636"/>
                </a:lnTo>
                <a:close/>
                <a:moveTo>
                  <a:pt x="753145" y="2081349"/>
                </a:moveTo>
                <a:lnTo>
                  <a:pt x="753098" y="2082230"/>
                </a:lnTo>
                <a:lnTo>
                  <a:pt x="756382" y="2081657"/>
                </a:lnTo>
                <a:lnTo>
                  <a:pt x="756561" y="2081611"/>
                </a:lnTo>
                <a:lnTo>
                  <a:pt x="755162" y="2080187"/>
                </a:lnTo>
                <a:close/>
                <a:moveTo>
                  <a:pt x="748663" y="2091265"/>
                </a:moveTo>
                <a:lnTo>
                  <a:pt x="748718" y="2092737"/>
                </a:lnTo>
                <a:lnTo>
                  <a:pt x="748805" y="2092742"/>
                </a:lnTo>
                <a:lnTo>
                  <a:pt x="748922" y="2092711"/>
                </a:lnTo>
                <a:lnTo>
                  <a:pt x="748996" y="2091325"/>
                </a:lnTo>
                <a:close/>
                <a:moveTo>
                  <a:pt x="737733" y="2115631"/>
                </a:moveTo>
                <a:lnTo>
                  <a:pt x="738832" y="2117318"/>
                </a:lnTo>
                <a:lnTo>
                  <a:pt x="739895" y="2117062"/>
                </a:lnTo>
                <a:lnTo>
                  <a:pt x="739306" y="2116065"/>
                </a:lnTo>
                <a:close/>
                <a:moveTo>
                  <a:pt x="742646" y="2104543"/>
                </a:moveTo>
                <a:lnTo>
                  <a:pt x="742992" y="2105404"/>
                </a:lnTo>
                <a:lnTo>
                  <a:pt x="748921" y="2104534"/>
                </a:lnTo>
                <a:close/>
                <a:moveTo>
                  <a:pt x="1439346" y="544188"/>
                </a:moveTo>
                <a:lnTo>
                  <a:pt x="1439502" y="547388"/>
                </a:lnTo>
                <a:lnTo>
                  <a:pt x="1440658" y="549888"/>
                </a:lnTo>
                <a:lnTo>
                  <a:pt x="1441429" y="551934"/>
                </a:lnTo>
                <a:lnTo>
                  <a:pt x="1441322" y="541891"/>
                </a:lnTo>
                <a:close/>
                <a:moveTo>
                  <a:pt x="1425066" y="576008"/>
                </a:moveTo>
                <a:lnTo>
                  <a:pt x="1425181" y="576343"/>
                </a:lnTo>
                <a:lnTo>
                  <a:pt x="1425180" y="576129"/>
                </a:lnTo>
                <a:close/>
                <a:moveTo>
                  <a:pt x="743416" y="2102122"/>
                </a:moveTo>
                <a:lnTo>
                  <a:pt x="748805" y="2102450"/>
                </a:lnTo>
                <a:lnTo>
                  <a:pt x="748792" y="2102334"/>
                </a:lnTo>
                <a:lnTo>
                  <a:pt x="745748" y="2101117"/>
                </a:lnTo>
                <a:lnTo>
                  <a:pt x="745241" y="2101193"/>
                </a:lnTo>
                <a:close/>
                <a:moveTo>
                  <a:pt x="748629" y="2090352"/>
                </a:moveTo>
                <a:lnTo>
                  <a:pt x="748656" y="2091082"/>
                </a:lnTo>
                <a:lnTo>
                  <a:pt x="749006" y="2091145"/>
                </a:lnTo>
                <a:lnTo>
                  <a:pt x="749048" y="2090360"/>
                </a:lnTo>
                <a:close/>
                <a:moveTo>
                  <a:pt x="1397485" y="637115"/>
                </a:moveTo>
                <a:lnTo>
                  <a:pt x="1397479" y="638051"/>
                </a:lnTo>
                <a:lnTo>
                  <a:pt x="1397669" y="638683"/>
                </a:lnTo>
                <a:close/>
                <a:moveTo>
                  <a:pt x="1438487" y="545190"/>
                </a:moveTo>
                <a:lnTo>
                  <a:pt x="1439347" y="547049"/>
                </a:lnTo>
                <a:lnTo>
                  <a:pt x="1439214" y="544345"/>
                </a:lnTo>
                <a:close/>
                <a:moveTo>
                  <a:pt x="1437071" y="548266"/>
                </a:moveTo>
                <a:lnTo>
                  <a:pt x="1437452" y="560827"/>
                </a:lnTo>
                <a:lnTo>
                  <a:pt x="1437445" y="561152"/>
                </a:lnTo>
                <a:lnTo>
                  <a:pt x="1438762" y="564465"/>
                </a:lnTo>
                <a:lnTo>
                  <a:pt x="1440203" y="566616"/>
                </a:lnTo>
                <a:lnTo>
                  <a:pt x="1439937" y="559113"/>
                </a:lnTo>
                <a:lnTo>
                  <a:pt x="1439755" y="555400"/>
                </a:lnTo>
                <a:close/>
                <a:moveTo>
                  <a:pt x="737355" y="2114885"/>
                </a:moveTo>
                <a:lnTo>
                  <a:pt x="737448" y="2115074"/>
                </a:lnTo>
                <a:lnTo>
                  <a:pt x="738969" y="2115493"/>
                </a:lnTo>
                <a:lnTo>
                  <a:pt x="738924" y="2115419"/>
                </a:lnTo>
                <a:close/>
                <a:moveTo>
                  <a:pt x="748601" y="2089624"/>
                </a:moveTo>
                <a:lnTo>
                  <a:pt x="748602" y="2089641"/>
                </a:lnTo>
                <a:lnTo>
                  <a:pt x="748778" y="2089678"/>
                </a:lnTo>
                <a:lnTo>
                  <a:pt x="749084" y="2089684"/>
                </a:lnTo>
                <a:lnTo>
                  <a:pt x="749092" y="2089535"/>
                </a:lnTo>
                <a:close/>
                <a:moveTo>
                  <a:pt x="753479" y="2078634"/>
                </a:moveTo>
                <a:lnTo>
                  <a:pt x="753223" y="2079893"/>
                </a:lnTo>
                <a:lnTo>
                  <a:pt x="753169" y="2080893"/>
                </a:lnTo>
                <a:lnTo>
                  <a:pt x="754865" y="2079885"/>
                </a:lnTo>
                <a:lnTo>
                  <a:pt x="753760" y="2078758"/>
                </a:lnTo>
                <a:close/>
                <a:moveTo>
                  <a:pt x="744999" y="2097533"/>
                </a:moveTo>
                <a:lnTo>
                  <a:pt x="747148" y="2098775"/>
                </a:lnTo>
                <a:lnTo>
                  <a:pt x="748303" y="2098187"/>
                </a:lnTo>
                <a:lnTo>
                  <a:pt x="747295" y="2096775"/>
                </a:lnTo>
                <a:lnTo>
                  <a:pt x="746662" y="2096689"/>
                </a:lnTo>
                <a:close/>
                <a:moveTo>
                  <a:pt x="741184" y="2106034"/>
                </a:moveTo>
                <a:lnTo>
                  <a:pt x="741350" y="2107443"/>
                </a:lnTo>
                <a:lnTo>
                  <a:pt x="743822" y="2107636"/>
                </a:lnTo>
                <a:lnTo>
                  <a:pt x="743067" y="2105757"/>
                </a:lnTo>
                <a:close/>
                <a:moveTo>
                  <a:pt x="1425615" y="573346"/>
                </a:moveTo>
                <a:lnTo>
                  <a:pt x="1425630" y="574030"/>
                </a:lnTo>
                <a:lnTo>
                  <a:pt x="1426123" y="574558"/>
                </a:lnTo>
                <a:close/>
                <a:moveTo>
                  <a:pt x="1408377" y="611612"/>
                </a:moveTo>
                <a:lnTo>
                  <a:pt x="1408263" y="614951"/>
                </a:lnTo>
                <a:lnTo>
                  <a:pt x="1409103" y="616414"/>
                </a:lnTo>
                <a:lnTo>
                  <a:pt x="1409509" y="616138"/>
                </a:lnTo>
                <a:lnTo>
                  <a:pt x="1409204" y="614084"/>
                </a:lnTo>
                <a:close/>
                <a:moveTo>
                  <a:pt x="727320" y="2136225"/>
                </a:moveTo>
                <a:lnTo>
                  <a:pt x="734019" y="2137341"/>
                </a:lnTo>
                <a:lnTo>
                  <a:pt x="733423" y="2135879"/>
                </a:lnTo>
                <a:lnTo>
                  <a:pt x="728512" y="2136010"/>
                </a:lnTo>
                <a:lnTo>
                  <a:pt x="727822" y="2136001"/>
                </a:lnTo>
                <a:close/>
                <a:moveTo>
                  <a:pt x="745418" y="2095697"/>
                </a:moveTo>
                <a:lnTo>
                  <a:pt x="745586" y="2095720"/>
                </a:lnTo>
                <a:lnTo>
                  <a:pt x="745779" y="2095661"/>
                </a:lnTo>
                <a:close/>
                <a:moveTo>
                  <a:pt x="730727" y="2128514"/>
                </a:moveTo>
                <a:lnTo>
                  <a:pt x="731179" y="2129624"/>
                </a:lnTo>
                <a:lnTo>
                  <a:pt x="740588" y="2127510"/>
                </a:lnTo>
                <a:lnTo>
                  <a:pt x="742624" y="2126965"/>
                </a:lnTo>
                <a:lnTo>
                  <a:pt x="742021" y="2126040"/>
                </a:lnTo>
                <a:lnTo>
                  <a:pt x="738435" y="2126322"/>
                </a:lnTo>
                <a:lnTo>
                  <a:pt x="734263" y="2126593"/>
                </a:lnTo>
                <a:close/>
                <a:moveTo>
                  <a:pt x="1442720" y="534164"/>
                </a:moveTo>
                <a:lnTo>
                  <a:pt x="1442883" y="536094"/>
                </a:lnTo>
                <a:lnTo>
                  <a:pt x="1442916" y="539182"/>
                </a:lnTo>
                <a:lnTo>
                  <a:pt x="1443972" y="537954"/>
                </a:lnTo>
                <a:lnTo>
                  <a:pt x="1443680" y="536075"/>
                </a:lnTo>
                <a:lnTo>
                  <a:pt x="1443100" y="534902"/>
                </a:lnTo>
                <a:close/>
                <a:moveTo>
                  <a:pt x="1424315" y="575205"/>
                </a:moveTo>
                <a:lnTo>
                  <a:pt x="1424850" y="579612"/>
                </a:lnTo>
                <a:lnTo>
                  <a:pt x="1424855" y="584638"/>
                </a:lnTo>
                <a:lnTo>
                  <a:pt x="1425295" y="585567"/>
                </a:lnTo>
                <a:lnTo>
                  <a:pt x="1425190" y="576961"/>
                </a:lnTo>
                <a:lnTo>
                  <a:pt x="1424738" y="575658"/>
                </a:lnTo>
                <a:close/>
                <a:moveTo>
                  <a:pt x="741970" y="2102860"/>
                </a:moveTo>
                <a:lnTo>
                  <a:pt x="741974" y="2102872"/>
                </a:lnTo>
                <a:lnTo>
                  <a:pt x="742206" y="2103450"/>
                </a:lnTo>
                <a:lnTo>
                  <a:pt x="748883" y="2103169"/>
                </a:lnTo>
                <a:lnTo>
                  <a:pt x="748845" y="2102825"/>
                </a:lnTo>
                <a:lnTo>
                  <a:pt x="742764" y="2102455"/>
                </a:lnTo>
                <a:close/>
                <a:moveTo>
                  <a:pt x="1425588" y="572103"/>
                </a:moveTo>
                <a:lnTo>
                  <a:pt x="1425606" y="572968"/>
                </a:lnTo>
                <a:lnTo>
                  <a:pt x="1426398" y="574851"/>
                </a:lnTo>
                <a:lnTo>
                  <a:pt x="1427314" y="575829"/>
                </a:lnTo>
                <a:close/>
                <a:moveTo>
                  <a:pt x="1408417" y="610437"/>
                </a:moveTo>
                <a:lnTo>
                  <a:pt x="1408391" y="611191"/>
                </a:lnTo>
                <a:lnTo>
                  <a:pt x="1409080" y="613255"/>
                </a:lnTo>
                <a:lnTo>
                  <a:pt x="1408752" y="611036"/>
                </a:lnTo>
                <a:close/>
                <a:moveTo>
                  <a:pt x="741009" y="2104545"/>
                </a:moveTo>
                <a:lnTo>
                  <a:pt x="741142" y="2105675"/>
                </a:lnTo>
                <a:lnTo>
                  <a:pt x="742928" y="2105413"/>
                </a:lnTo>
                <a:lnTo>
                  <a:pt x="742578" y="2104542"/>
                </a:lnTo>
                <a:close/>
                <a:moveTo>
                  <a:pt x="740876" y="2103418"/>
                </a:moveTo>
                <a:lnTo>
                  <a:pt x="740886" y="2103505"/>
                </a:lnTo>
                <a:lnTo>
                  <a:pt x="742139" y="2103452"/>
                </a:lnTo>
                <a:lnTo>
                  <a:pt x="741912" y="2102890"/>
                </a:lnTo>
                <a:close/>
                <a:moveTo>
                  <a:pt x="742931" y="2098582"/>
                </a:moveTo>
                <a:lnTo>
                  <a:pt x="745122" y="2099459"/>
                </a:lnTo>
                <a:lnTo>
                  <a:pt x="745827" y="2099324"/>
                </a:lnTo>
                <a:lnTo>
                  <a:pt x="743469" y="2098310"/>
                </a:lnTo>
                <a:close/>
                <a:moveTo>
                  <a:pt x="739239" y="2106318"/>
                </a:moveTo>
                <a:lnTo>
                  <a:pt x="740283" y="2107259"/>
                </a:lnTo>
                <a:lnTo>
                  <a:pt x="740620" y="2107387"/>
                </a:lnTo>
                <a:lnTo>
                  <a:pt x="740944" y="2107411"/>
                </a:lnTo>
                <a:lnTo>
                  <a:pt x="740789" y="2106091"/>
                </a:lnTo>
                <a:close/>
                <a:moveTo>
                  <a:pt x="730056" y="2126865"/>
                </a:moveTo>
                <a:lnTo>
                  <a:pt x="730059" y="2126874"/>
                </a:lnTo>
                <a:lnTo>
                  <a:pt x="730078" y="2126864"/>
                </a:lnTo>
                <a:close/>
                <a:moveTo>
                  <a:pt x="1407726" y="609200"/>
                </a:moveTo>
                <a:lnTo>
                  <a:pt x="1407881" y="609663"/>
                </a:lnTo>
                <a:lnTo>
                  <a:pt x="1407886" y="609487"/>
                </a:lnTo>
                <a:close/>
                <a:moveTo>
                  <a:pt x="743432" y="2096627"/>
                </a:moveTo>
                <a:lnTo>
                  <a:pt x="743800" y="2096839"/>
                </a:lnTo>
                <a:lnTo>
                  <a:pt x="744637" y="2096415"/>
                </a:lnTo>
                <a:lnTo>
                  <a:pt x="744316" y="2096371"/>
                </a:lnTo>
                <a:close/>
                <a:moveTo>
                  <a:pt x="1433852" y="550582"/>
                </a:moveTo>
                <a:lnTo>
                  <a:pt x="1434922" y="553527"/>
                </a:lnTo>
                <a:lnTo>
                  <a:pt x="1435741" y="556871"/>
                </a:lnTo>
                <a:lnTo>
                  <a:pt x="1436473" y="558713"/>
                </a:lnTo>
                <a:lnTo>
                  <a:pt x="1436701" y="549001"/>
                </a:lnTo>
                <a:lnTo>
                  <a:pt x="1436650" y="547326"/>
                </a:lnTo>
                <a:close/>
                <a:moveTo>
                  <a:pt x="725821" y="2135975"/>
                </a:moveTo>
                <a:lnTo>
                  <a:pt x="726460" y="2136081"/>
                </a:lnTo>
                <a:lnTo>
                  <a:pt x="726673" y="2135986"/>
                </a:lnTo>
                <a:close/>
                <a:moveTo>
                  <a:pt x="729641" y="2126892"/>
                </a:moveTo>
                <a:lnTo>
                  <a:pt x="729721" y="2127057"/>
                </a:lnTo>
                <a:lnTo>
                  <a:pt x="729810" y="2127009"/>
                </a:lnTo>
                <a:lnTo>
                  <a:pt x="729758" y="2126885"/>
                </a:lnTo>
                <a:close/>
                <a:moveTo>
                  <a:pt x="1463479" y="483654"/>
                </a:moveTo>
                <a:lnTo>
                  <a:pt x="1472345" y="502550"/>
                </a:lnTo>
                <a:lnTo>
                  <a:pt x="1468267" y="479019"/>
                </a:lnTo>
                <a:close/>
                <a:moveTo>
                  <a:pt x="740694" y="2101872"/>
                </a:moveTo>
                <a:lnTo>
                  <a:pt x="740704" y="2101958"/>
                </a:lnTo>
                <a:lnTo>
                  <a:pt x="740886" y="2101969"/>
                </a:lnTo>
                <a:lnTo>
                  <a:pt x="741234" y="2101792"/>
                </a:lnTo>
                <a:close/>
                <a:moveTo>
                  <a:pt x="1419896" y="580790"/>
                </a:moveTo>
                <a:lnTo>
                  <a:pt x="1420217" y="591072"/>
                </a:lnTo>
                <a:lnTo>
                  <a:pt x="1420791" y="591910"/>
                </a:lnTo>
                <a:lnTo>
                  <a:pt x="1420784" y="583009"/>
                </a:lnTo>
                <a:close/>
                <a:moveTo>
                  <a:pt x="721947" y="2143241"/>
                </a:moveTo>
                <a:lnTo>
                  <a:pt x="726263" y="2148467"/>
                </a:lnTo>
                <a:lnTo>
                  <a:pt x="730854" y="2148149"/>
                </a:lnTo>
                <a:lnTo>
                  <a:pt x="728240" y="2148523"/>
                </a:lnTo>
                <a:lnTo>
                  <a:pt x="726398" y="2148631"/>
                </a:lnTo>
                <a:lnTo>
                  <a:pt x="728247" y="2150870"/>
                </a:lnTo>
                <a:lnTo>
                  <a:pt x="730593" y="2150757"/>
                </a:lnTo>
                <a:lnTo>
                  <a:pt x="737031" y="2147719"/>
                </a:lnTo>
                <a:lnTo>
                  <a:pt x="730854" y="2148149"/>
                </a:lnTo>
                <a:lnTo>
                  <a:pt x="738005" y="2147123"/>
                </a:lnTo>
                <a:lnTo>
                  <a:pt x="737941" y="2146966"/>
                </a:lnTo>
                <a:lnTo>
                  <a:pt x="734944" y="2146886"/>
                </a:lnTo>
                <a:lnTo>
                  <a:pt x="734815" y="2146780"/>
                </a:lnTo>
                <a:lnTo>
                  <a:pt x="737899" y="2146862"/>
                </a:lnTo>
                <a:lnTo>
                  <a:pt x="737271" y="2145320"/>
                </a:lnTo>
                <a:close/>
                <a:moveTo>
                  <a:pt x="1401196" y="622270"/>
                </a:moveTo>
                <a:lnTo>
                  <a:pt x="1406637" y="632789"/>
                </a:lnTo>
                <a:lnTo>
                  <a:pt x="1406757" y="628412"/>
                </a:lnTo>
                <a:lnTo>
                  <a:pt x="1402652" y="621249"/>
                </a:lnTo>
                <a:close/>
                <a:moveTo>
                  <a:pt x="742565" y="2096878"/>
                </a:moveTo>
                <a:lnTo>
                  <a:pt x="743192" y="2097148"/>
                </a:lnTo>
                <a:lnTo>
                  <a:pt x="743233" y="2097127"/>
                </a:lnTo>
                <a:lnTo>
                  <a:pt x="742723" y="2096832"/>
                </a:lnTo>
                <a:close/>
                <a:moveTo>
                  <a:pt x="1407292" y="608426"/>
                </a:moveTo>
                <a:lnTo>
                  <a:pt x="1407226" y="613140"/>
                </a:lnTo>
                <a:lnTo>
                  <a:pt x="1407733" y="614024"/>
                </a:lnTo>
                <a:lnTo>
                  <a:pt x="1407867" y="610083"/>
                </a:lnTo>
                <a:lnTo>
                  <a:pt x="1407344" y="608518"/>
                </a:lnTo>
                <a:close/>
                <a:moveTo>
                  <a:pt x="740291" y="2101933"/>
                </a:moveTo>
                <a:lnTo>
                  <a:pt x="740300" y="2101933"/>
                </a:lnTo>
                <a:lnTo>
                  <a:pt x="740300" y="2101931"/>
                </a:lnTo>
                <a:close/>
                <a:moveTo>
                  <a:pt x="729600" y="2125748"/>
                </a:moveTo>
                <a:lnTo>
                  <a:pt x="729879" y="2126433"/>
                </a:lnTo>
                <a:lnTo>
                  <a:pt x="731039" y="2126342"/>
                </a:lnTo>
                <a:lnTo>
                  <a:pt x="734558" y="2124430"/>
                </a:lnTo>
                <a:close/>
                <a:moveTo>
                  <a:pt x="1409005" y="604110"/>
                </a:moveTo>
                <a:lnTo>
                  <a:pt x="1409365" y="606532"/>
                </a:lnTo>
                <a:lnTo>
                  <a:pt x="1410261" y="607960"/>
                </a:lnTo>
                <a:close/>
                <a:moveTo>
                  <a:pt x="1431703" y="553083"/>
                </a:moveTo>
                <a:lnTo>
                  <a:pt x="1431730" y="553176"/>
                </a:lnTo>
                <a:lnTo>
                  <a:pt x="1431706" y="553080"/>
                </a:lnTo>
                <a:close/>
                <a:moveTo>
                  <a:pt x="742582" y="2096136"/>
                </a:moveTo>
                <a:lnTo>
                  <a:pt x="743147" y="2096462"/>
                </a:lnTo>
                <a:lnTo>
                  <a:pt x="743714" y="2096290"/>
                </a:lnTo>
                <a:close/>
                <a:moveTo>
                  <a:pt x="729146" y="2125869"/>
                </a:moveTo>
                <a:lnTo>
                  <a:pt x="729436" y="2126468"/>
                </a:lnTo>
                <a:lnTo>
                  <a:pt x="729584" y="2126456"/>
                </a:lnTo>
                <a:lnTo>
                  <a:pt x="729325" y="2125821"/>
                </a:lnTo>
                <a:close/>
                <a:moveTo>
                  <a:pt x="740804" y="2099662"/>
                </a:moveTo>
                <a:lnTo>
                  <a:pt x="741017" y="2100244"/>
                </a:lnTo>
                <a:lnTo>
                  <a:pt x="742742" y="2099914"/>
                </a:lnTo>
                <a:lnTo>
                  <a:pt x="741380" y="2099370"/>
                </a:lnTo>
                <a:close/>
                <a:moveTo>
                  <a:pt x="726920" y="2130582"/>
                </a:moveTo>
                <a:lnTo>
                  <a:pt x="730656" y="2129742"/>
                </a:lnTo>
                <a:lnTo>
                  <a:pt x="730201" y="2128799"/>
                </a:lnTo>
                <a:close/>
                <a:moveTo>
                  <a:pt x="740455" y="2099840"/>
                </a:moveTo>
                <a:lnTo>
                  <a:pt x="740514" y="2100340"/>
                </a:lnTo>
                <a:lnTo>
                  <a:pt x="740860" y="2100274"/>
                </a:lnTo>
                <a:lnTo>
                  <a:pt x="740646" y="2099742"/>
                </a:lnTo>
                <a:close/>
                <a:moveTo>
                  <a:pt x="1430554" y="554565"/>
                </a:moveTo>
                <a:lnTo>
                  <a:pt x="1431395" y="556621"/>
                </a:lnTo>
                <a:lnTo>
                  <a:pt x="1430996" y="555226"/>
                </a:lnTo>
                <a:close/>
                <a:moveTo>
                  <a:pt x="1395761" y="632342"/>
                </a:moveTo>
                <a:lnTo>
                  <a:pt x="1397026" y="636544"/>
                </a:lnTo>
                <a:lnTo>
                  <a:pt x="1397039" y="634196"/>
                </a:lnTo>
                <a:close/>
                <a:moveTo>
                  <a:pt x="737349" y="2106595"/>
                </a:moveTo>
                <a:lnTo>
                  <a:pt x="737740" y="2107162"/>
                </a:lnTo>
                <a:lnTo>
                  <a:pt x="738630" y="2107232"/>
                </a:lnTo>
                <a:lnTo>
                  <a:pt x="738452" y="2106986"/>
                </a:lnTo>
                <a:lnTo>
                  <a:pt x="737400" y="2106588"/>
                </a:lnTo>
                <a:close/>
                <a:moveTo>
                  <a:pt x="738097" y="2104835"/>
                </a:moveTo>
                <a:lnTo>
                  <a:pt x="738937" y="2105999"/>
                </a:lnTo>
                <a:lnTo>
                  <a:pt x="740747" y="2105733"/>
                </a:lnTo>
                <a:lnTo>
                  <a:pt x="740607" y="2104546"/>
                </a:lnTo>
                <a:lnTo>
                  <a:pt x="738658" y="2104549"/>
                </a:lnTo>
                <a:close/>
                <a:moveTo>
                  <a:pt x="746951" y="2085006"/>
                </a:moveTo>
                <a:lnTo>
                  <a:pt x="748211" y="2084854"/>
                </a:lnTo>
                <a:lnTo>
                  <a:pt x="748211" y="2084852"/>
                </a:lnTo>
                <a:lnTo>
                  <a:pt x="747132" y="2084959"/>
                </a:lnTo>
                <a:close/>
                <a:moveTo>
                  <a:pt x="744554" y="2090355"/>
                </a:moveTo>
                <a:lnTo>
                  <a:pt x="745834" y="2092458"/>
                </a:lnTo>
                <a:lnTo>
                  <a:pt x="745915" y="2092570"/>
                </a:lnTo>
                <a:lnTo>
                  <a:pt x="748507" y="2092724"/>
                </a:lnTo>
                <a:lnTo>
                  <a:pt x="748451" y="2091227"/>
                </a:lnTo>
                <a:lnTo>
                  <a:pt x="746310" y="2090842"/>
                </a:lnTo>
                <a:lnTo>
                  <a:pt x="746118" y="2090626"/>
                </a:lnTo>
                <a:lnTo>
                  <a:pt x="748444" y="2091043"/>
                </a:lnTo>
                <a:lnTo>
                  <a:pt x="748417" y="2090349"/>
                </a:lnTo>
                <a:lnTo>
                  <a:pt x="744956" y="2090282"/>
                </a:lnTo>
                <a:close/>
                <a:moveTo>
                  <a:pt x="1399413" y="623523"/>
                </a:moveTo>
                <a:lnTo>
                  <a:pt x="1400375" y="628049"/>
                </a:lnTo>
                <a:lnTo>
                  <a:pt x="1406605" y="633951"/>
                </a:lnTo>
                <a:lnTo>
                  <a:pt x="1406606" y="633938"/>
                </a:lnTo>
                <a:lnTo>
                  <a:pt x="1400738" y="622593"/>
                </a:lnTo>
                <a:close/>
                <a:moveTo>
                  <a:pt x="1460290" y="486742"/>
                </a:moveTo>
                <a:lnTo>
                  <a:pt x="1461893" y="517296"/>
                </a:lnTo>
                <a:lnTo>
                  <a:pt x="1472767" y="504983"/>
                </a:lnTo>
                <a:lnTo>
                  <a:pt x="1472614" y="504104"/>
                </a:lnTo>
                <a:lnTo>
                  <a:pt x="1463036" y="484084"/>
                </a:lnTo>
                <a:close/>
                <a:moveTo>
                  <a:pt x="1423471" y="568250"/>
                </a:moveTo>
                <a:lnTo>
                  <a:pt x="1423956" y="572237"/>
                </a:lnTo>
                <a:lnTo>
                  <a:pt x="1425148" y="573513"/>
                </a:lnTo>
                <a:lnTo>
                  <a:pt x="1425132" y="572199"/>
                </a:lnTo>
                <a:close/>
                <a:moveTo>
                  <a:pt x="697037" y="2194778"/>
                </a:moveTo>
                <a:lnTo>
                  <a:pt x="701910" y="2211801"/>
                </a:lnTo>
                <a:lnTo>
                  <a:pt x="704408" y="2220095"/>
                </a:lnTo>
                <a:lnTo>
                  <a:pt x="719181" y="2218248"/>
                </a:lnTo>
                <a:lnTo>
                  <a:pt x="729178" y="2216838"/>
                </a:lnTo>
                <a:lnTo>
                  <a:pt x="738289" y="2211568"/>
                </a:lnTo>
                <a:lnTo>
                  <a:pt x="736196" y="2212568"/>
                </a:lnTo>
                <a:lnTo>
                  <a:pt x="735823" y="2212447"/>
                </a:lnTo>
                <a:lnTo>
                  <a:pt x="741259" y="2209850"/>
                </a:lnTo>
                <a:lnTo>
                  <a:pt x="761318" y="2198249"/>
                </a:lnTo>
                <a:lnTo>
                  <a:pt x="766424" y="2194069"/>
                </a:lnTo>
                <a:lnTo>
                  <a:pt x="729671" y="2194520"/>
                </a:lnTo>
                <a:lnTo>
                  <a:pt x="722689" y="2198867"/>
                </a:lnTo>
                <a:lnTo>
                  <a:pt x="722408" y="2198836"/>
                </a:lnTo>
                <a:lnTo>
                  <a:pt x="729335" y="2194524"/>
                </a:lnTo>
                <a:lnTo>
                  <a:pt x="700598" y="2194876"/>
                </a:lnTo>
                <a:close/>
                <a:moveTo>
                  <a:pt x="748232" y="2079843"/>
                </a:moveTo>
                <a:lnTo>
                  <a:pt x="748338" y="2082652"/>
                </a:lnTo>
                <a:lnTo>
                  <a:pt x="749205" y="2082670"/>
                </a:lnTo>
                <a:close/>
                <a:moveTo>
                  <a:pt x="740307" y="2097533"/>
                </a:moveTo>
                <a:lnTo>
                  <a:pt x="741497" y="2098009"/>
                </a:lnTo>
                <a:lnTo>
                  <a:pt x="742082" y="2097712"/>
                </a:lnTo>
                <a:lnTo>
                  <a:pt x="741119" y="2097297"/>
                </a:lnTo>
                <a:close/>
                <a:moveTo>
                  <a:pt x="736645" y="2105575"/>
                </a:moveTo>
                <a:lnTo>
                  <a:pt x="736929" y="2105987"/>
                </a:lnTo>
                <a:lnTo>
                  <a:pt x="737510" y="2106207"/>
                </a:lnTo>
                <a:lnTo>
                  <a:pt x="737850" y="2106157"/>
                </a:lnTo>
                <a:lnTo>
                  <a:pt x="737216" y="2105284"/>
                </a:lnTo>
                <a:close/>
                <a:moveTo>
                  <a:pt x="738835" y="2100661"/>
                </a:moveTo>
                <a:lnTo>
                  <a:pt x="740121" y="2100415"/>
                </a:lnTo>
                <a:lnTo>
                  <a:pt x="740076" y="2100031"/>
                </a:lnTo>
                <a:close/>
                <a:moveTo>
                  <a:pt x="1394261" y="633029"/>
                </a:moveTo>
                <a:lnTo>
                  <a:pt x="1394199" y="633580"/>
                </a:lnTo>
                <a:lnTo>
                  <a:pt x="1394486" y="634006"/>
                </a:lnTo>
                <a:close/>
                <a:moveTo>
                  <a:pt x="728574" y="2123229"/>
                </a:moveTo>
                <a:lnTo>
                  <a:pt x="729537" y="2125593"/>
                </a:lnTo>
                <a:lnTo>
                  <a:pt x="735177" y="2124094"/>
                </a:lnTo>
                <a:lnTo>
                  <a:pt x="739297" y="2121856"/>
                </a:lnTo>
                <a:lnTo>
                  <a:pt x="738527" y="2120673"/>
                </a:lnTo>
                <a:close/>
                <a:moveTo>
                  <a:pt x="740678" y="2096067"/>
                </a:moveTo>
                <a:lnTo>
                  <a:pt x="742239" y="2096738"/>
                </a:lnTo>
                <a:lnTo>
                  <a:pt x="742449" y="2096675"/>
                </a:lnTo>
                <a:lnTo>
                  <a:pt x="741330" y="2096028"/>
                </a:lnTo>
                <a:close/>
                <a:moveTo>
                  <a:pt x="1423352" y="567282"/>
                </a:moveTo>
                <a:lnTo>
                  <a:pt x="1423409" y="567744"/>
                </a:lnTo>
                <a:lnTo>
                  <a:pt x="1425127" y="571828"/>
                </a:lnTo>
                <a:lnTo>
                  <a:pt x="1425118" y="571092"/>
                </a:lnTo>
                <a:close/>
                <a:moveTo>
                  <a:pt x="1394871" y="631050"/>
                </a:moveTo>
                <a:lnTo>
                  <a:pt x="1394920" y="631205"/>
                </a:lnTo>
                <a:lnTo>
                  <a:pt x="1396509" y="637007"/>
                </a:lnTo>
                <a:lnTo>
                  <a:pt x="1397019" y="637762"/>
                </a:lnTo>
                <a:lnTo>
                  <a:pt x="1397022" y="637223"/>
                </a:lnTo>
                <a:lnTo>
                  <a:pt x="1395392" y="631806"/>
                </a:lnTo>
                <a:close/>
                <a:moveTo>
                  <a:pt x="740104" y="2096860"/>
                </a:moveTo>
                <a:lnTo>
                  <a:pt x="740164" y="2097371"/>
                </a:lnTo>
                <a:lnTo>
                  <a:pt x="740823" y="2097170"/>
                </a:lnTo>
                <a:close/>
                <a:moveTo>
                  <a:pt x="1419713" y="574930"/>
                </a:moveTo>
                <a:lnTo>
                  <a:pt x="1419772" y="576841"/>
                </a:lnTo>
                <a:lnTo>
                  <a:pt x="1420779" y="578987"/>
                </a:lnTo>
                <a:lnTo>
                  <a:pt x="1420778" y="578171"/>
                </a:lnTo>
                <a:lnTo>
                  <a:pt x="1420479" y="576593"/>
                </a:lnTo>
                <a:close/>
                <a:moveTo>
                  <a:pt x="1427013" y="558539"/>
                </a:moveTo>
                <a:lnTo>
                  <a:pt x="1434544" y="567648"/>
                </a:lnTo>
                <a:lnTo>
                  <a:pt x="1432481" y="560424"/>
                </a:lnTo>
                <a:lnTo>
                  <a:pt x="1430255" y="554768"/>
                </a:lnTo>
                <a:close/>
                <a:moveTo>
                  <a:pt x="1441936" y="524831"/>
                </a:moveTo>
                <a:lnTo>
                  <a:pt x="1442565" y="532317"/>
                </a:lnTo>
                <a:lnTo>
                  <a:pt x="1442581" y="532347"/>
                </a:lnTo>
                <a:lnTo>
                  <a:pt x="1443342" y="533886"/>
                </a:lnTo>
                <a:close/>
                <a:moveTo>
                  <a:pt x="727949" y="2123390"/>
                </a:moveTo>
                <a:lnTo>
                  <a:pt x="729073" y="2125717"/>
                </a:lnTo>
                <a:lnTo>
                  <a:pt x="729262" y="2125667"/>
                </a:lnTo>
                <a:lnTo>
                  <a:pt x="728298" y="2123300"/>
                </a:lnTo>
                <a:close/>
                <a:moveTo>
                  <a:pt x="748642" y="2077028"/>
                </a:moveTo>
                <a:lnTo>
                  <a:pt x="749612" y="2079849"/>
                </a:lnTo>
                <a:lnTo>
                  <a:pt x="749759" y="2077119"/>
                </a:lnTo>
                <a:lnTo>
                  <a:pt x="749573" y="2077071"/>
                </a:lnTo>
                <a:close/>
                <a:moveTo>
                  <a:pt x="1419669" y="573529"/>
                </a:moveTo>
                <a:lnTo>
                  <a:pt x="1419674" y="573693"/>
                </a:lnTo>
                <a:lnTo>
                  <a:pt x="1420063" y="574514"/>
                </a:lnTo>
                <a:close/>
                <a:moveTo>
                  <a:pt x="743884" y="2086682"/>
                </a:moveTo>
                <a:lnTo>
                  <a:pt x="748051" y="2085880"/>
                </a:lnTo>
                <a:lnTo>
                  <a:pt x="748000" y="2085863"/>
                </a:lnTo>
                <a:lnTo>
                  <a:pt x="744870" y="2086114"/>
                </a:lnTo>
                <a:close/>
                <a:moveTo>
                  <a:pt x="728029" y="2121863"/>
                </a:moveTo>
                <a:lnTo>
                  <a:pt x="728301" y="2122559"/>
                </a:lnTo>
                <a:lnTo>
                  <a:pt x="728425" y="2122865"/>
                </a:lnTo>
                <a:lnTo>
                  <a:pt x="738302" y="2120328"/>
                </a:lnTo>
                <a:lnTo>
                  <a:pt x="737771" y="2119514"/>
                </a:lnTo>
                <a:close/>
                <a:moveTo>
                  <a:pt x="725830" y="2126750"/>
                </a:moveTo>
                <a:lnTo>
                  <a:pt x="729088" y="2126495"/>
                </a:lnTo>
                <a:lnTo>
                  <a:pt x="728827" y="2125953"/>
                </a:lnTo>
                <a:close/>
                <a:moveTo>
                  <a:pt x="1408881" y="596834"/>
                </a:moveTo>
                <a:lnTo>
                  <a:pt x="1408725" y="601433"/>
                </a:lnTo>
                <a:lnTo>
                  <a:pt x="1411493" y="609924"/>
                </a:lnTo>
                <a:lnTo>
                  <a:pt x="1413463" y="613065"/>
                </a:lnTo>
                <a:lnTo>
                  <a:pt x="1412985" y="609145"/>
                </a:lnTo>
                <a:lnTo>
                  <a:pt x="1412748" y="607395"/>
                </a:lnTo>
                <a:lnTo>
                  <a:pt x="1410753" y="601840"/>
                </a:lnTo>
                <a:close/>
                <a:moveTo>
                  <a:pt x="736416" y="2102512"/>
                </a:moveTo>
                <a:lnTo>
                  <a:pt x="737245" y="2103658"/>
                </a:lnTo>
                <a:lnTo>
                  <a:pt x="737603" y="2103643"/>
                </a:lnTo>
                <a:lnTo>
                  <a:pt x="740234" y="2102302"/>
                </a:lnTo>
                <a:lnTo>
                  <a:pt x="738521" y="2102197"/>
                </a:lnTo>
                <a:close/>
                <a:moveTo>
                  <a:pt x="1420356" y="570973"/>
                </a:moveTo>
                <a:lnTo>
                  <a:pt x="1420774" y="573074"/>
                </a:lnTo>
                <a:lnTo>
                  <a:pt x="1420773" y="571417"/>
                </a:lnTo>
                <a:close/>
                <a:moveTo>
                  <a:pt x="706182" y="2169841"/>
                </a:moveTo>
                <a:lnTo>
                  <a:pt x="711810" y="2169997"/>
                </a:lnTo>
                <a:lnTo>
                  <a:pt x="718236" y="2168306"/>
                </a:lnTo>
                <a:lnTo>
                  <a:pt x="736378" y="2161116"/>
                </a:lnTo>
                <a:lnTo>
                  <a:pt x="734185" y="2158532"/>
                </a:lnTo>
                <a:lnTo>
                  <a:pt x="724243" y="2161455"/>
                </a:lnTo>
                <a:close/>
                <a:moveTo>
                  <a:pt x="1419623" y="572080"/>
                </a:moveTo>
                <a:lnTo>
                  <a:pt x="1419659" y="573211"/>
                </a:lnTo>
                <a:lnTo>
                  <a:pt x="1420000" y="574064"/>
                </a:lnTo>
                <a:close/>
                <a:moveTo>
                  <a:pt x="727298" y="2122040"/>
                </a:moveTo>
                <a:lnTo>
                  <a:pt x="727776" y="2123031"/>
                </a:lnTo>
                <a:lnTo>
                  <a:pt x="728149" y="2122936"/>
                </a:lnTo>
                <a:lnTo>
                  <a:pt x="727741" y="2121933"/>
                </a:lnTo>
                <a:close/>
                <a:moveTo>
                  <a:pt x="719153" y="2139858"/>
                </a:moveTo>
                <a:lnTo>
                  <a:pt x="720184" y="2141106"/>
                </a:lnTo>
                <a:lnTo>
                  <a:pt x="736453" y="2143313"/>
                </a:lnTo>
                <a:lnTo>
                  <a:pt x="734288" y="2137999"/>
                </a:lnTo>
                <a:lnTo>
                  <a:pt x="726316" y="2136671"/>
                </a:lnTo>
                <a:close/>
                <a:moveTo>
                  <a:pt x="705398" y="2170205"/>
                </a:moveTo>
                <a:lnTo>
                  <a:pt x="709560" y="2170589"/>
                </a:lnTo>
                <a:lnTo>
                  <a:pt x="711630" y="2170045"/>
                </a:lnTo>
                <a:lnTo>
                  <a:pt x="705975" y="2169937"/>
                </a:lnTo>
                <a:close/>
                <a:moveTo>
                  <a:pt x="739693" y="2093361"/>
                </a:moveTo>
                <a:lnTo>
                  <a:pt x="739743" y="2093785"/>
                </a:lnTo>
                <a:lnTo>
                  <a:pt x="740386" y="2093822"/>
                </a:lnTo>
                <a:lnTo>
                  <a:pt x="743029" y="2093559"/>
                </a:lnTo>
                <a:close/>
                <a:moveTo>
                  <a:pt x="1404811" y="603988"/>
                </a:moveTo>
                <a:lnTo>
                  <a:pt x="1405338" y="608084"/>
                </a:lnTo>
                <a:lnTo>
                  <a:pt x="1406702" y="612226"/>
                </a:lnTo>
                <a:lnTo>
                  <a:pt x="1407108" y="612935"/>
                </a:lnTo>
                <a:lnTo>
                  <a:pt x="1407174" y="608214"/>
                </a:lnTo>
                <a:close/>
                <a:moveTo>
                  <a:pt x="735028" y="2103234"/>
                </a:moveTo>
                <a:lnTo>
                  <a:pt x="735375" y="2103737"/>
                </a:lnTo>
                <a:lnTo>
                  <a:pt x="735576" y="2103728"/>
                </a:lnTo>
                <a:close/>
                <a:moveTo>
                  <a:pt x="1398317" y="617911"/>
                </a:moveTo>
                <a:lnTo>
                  <a:pt x="1398681" y="620082"/>
                </a:lnTo>
                <a:lnTo>
                  <a:pt x="1399340" y="623177"/>
                </a:lnTo>
                <a:lnTo>
                  <a:pt x="1400588" y="622302"/>
                </a:lnTo>
                <a:close/>
                <a:moveTo>
                  <a:pt x="735214" y="2102691"/>
                </a:moveTo>
                <a:lnTo>
                  <a:pt x="735557" y="2102999"/>
                </a:lnTo>
                <a:lnTo>
                  <a:pt x="735321" y="2102675"/>
                </a:lnTo>
                <a:close/>
                <a:moveTo>
                  <a:pt x="1419561" y="570123"/>
                </a:moveTo>
                <a:lnTo>
                  <a:pt x="1419566" y="570294"/>
                </a:lnTo>
                <a:lnTo>
                  <a:pt x="1420616" y="574824"/>
                </a:lnTo>
                <a:lnTo>
                  <a:pt x="1419713" y="570286"/>
                </a:lnTo>
                <a:close/>
                <a:moveTo>
                  <a:pt x="727295" y="2119992"/>
                </a:moveTo>
                <a:lnTo>
                  <a:pt x="727334" y="2120091"/>
                </a:lnTo>
                <a:lnTo>
                  <a:pt x="736680" y="2117837"/>
                </a:lnTo>
                <a:lnTo>
                  <a:pt x="735459" y="2115961"/>
                </a:lnTo>
                <a:lnTo>
                  <a:pt x="733696" y="2117186"/>
                </a:lnTo>
                <a:lnTo>
                  <a:pt x="733409" y="2117142"/>
                </a:lnTo>
                <a:lnTo>
                  <a:pt x="735349" y="2115793"/>
                </a:lnTo>
                <a:lnTo>
                  <a:pt x="735131" y="2115459"/>
                </a:lnTo>
                <a:close/>
                <a:moveTo>
                  <a:pt x="742108" y="2086335"/>
                </a:moveTo>
                <a:lnTo>
                  <a:pt x="742482" y="2086951"/>
                </a:lnTo>
                <a:lnTo>
                  <a:pt x="742864" y="2086878"/>
                </a:lnTo>
                <a:lnTo>
                  <a:pt x="744080" y="2086177"/>
                </a:lnTo>
                <a:close/>
                <a:moveTo>
                  <a:pt x="726973" y="2120178"/>
                </a:moveTo>
                <a:lnTo>
                  <a:pt x="727021" y="2120166"/>
                </a:lnTo>
                <a:lnTo>
                  <a:pt x="727015" y="2120154"/>
                </a:lnTo>
                <a:close/>
                <a:moveTo>
                  <a:pt x="746538" y="2076345"/>
                </a:moveTo>
                <a:lnTo>
                  <a:pt x="746787" y="2076346"/>
                </a:lnTo>
                <a:lnTo>
                  <a:pt x="746680" y="2076318"/>
                </a:lnTo>
                <a:close/>
                <a:moveTo>
                  <a:pt x="695688" y="2190066"/>
                </a:moveTo>
                <a:lnTo>
                  <a:pt x="696573" y="2193156"/>
                </a:lnTo>
                <a:lnTo>
                  <a:pt x="732235" y="2192719"/>
                </a:lnTo>
                <a:lnTo>
                  <a:pt x="738887" y="2188577"/>
                </a:lnTo>
                <a:lnTo>
                  <a:pt x="746176" y="2183902"/>
                </a:lnTo>
                <a:lnTo>
                  <a:pt x="703015" y="2188157"/>
                </a:lnTo>
                <a:lnTo>
                  <a:pt x="702759" y="2187959"/>
                </a:lnTo>
                <a:lnTo>
                  <a:pt x="726824" y="2185586"/>
                </a:lnTo>
                <a:lnTo>
                  <a:pt x="747187" y="2183253"/>
                </a:lnTo>
                <a:lnTo>
                  <a:pt x="752354" y="2179939"/>
                </a:lnTo>
                <a:lnTo>
                  <a:pt x="750124" y="2177313"/>
                </a:lnTo>
                <a:lnTo>
                  <a:pt x="749825" y="2177285"/>
                </a:lnTo>
                <a:lnTo>
                  <a:pt x="749999" y="2178603"/>
                </a:lnTo>
                <a:lnTo>
                  <a:pt x="749796" y="2178440"/>
                </a:lnTo>
                <a:lnTo>
                  <a:pt x="749641" y="2177268"/>
                </a:lnTo>
                <a:lnTo>
                  <a:pt x="733742" y="2175802"/>
                </a:lnTo>
                <a:lnTo>
                  <a:pt x="721607" y="2178529"/>
                </a:lnTo>
                <a:lnTo>
                  <a:pt x="712785" y="2180387"/>
                </a:lnTo>
                <a:close/>
                <a:moveTo>
                  <a:pt x="739521" y="2091264"/>
                </a:moveTo>
                <a:lnTo>
                  <a:pt x="739593" y="2092197"/>
                </a:lnTo>
                <a:lnTo>
                  <a:pt x="744221" y="2092470"/>
                </a:lnTo>
                <a:lnTo>
                  <a:pt x="742921" y="2090649"/>
                </a:lnTo>
                <a:close/>
                <a:moveTo>
                  <a:pt x="1425228" y="555823"/>
                </a:moveTo>
                <a:lnTo>
                  <a:pt x="1425240" y="556393"/>
                </a:lnTo>
                <a:lnTo>
                  <a:pt x="1425474" y="556676"/>
                </a:lnTo>
                <a:close/>
                <a:moveTo>
                  <a:pt x="1398858" y="614630"/>
                </a:moveTo>
                <a:lnTo>
                  <a:pt x="1398240" y="616554"/>
                </a:lnTo>
                <a:lnTo>
                  <a:pt x="1401047" y="621981"/>
                </a:lnTo>
                <a:lnTo>
                  <a:pt x="1402491" y="620967"/>
                </a:lnTo>
                <a:close/>
                <a:moveTo>
                  <a:pt x="748012" y="2071998"/>
                </a:moveTo>
                <a:lnTo>
                  <a:pt x="748039" y="2073148"/>
                </a:lnTo>
                <a:lnTo>
                  <a:pt x="749406" y="2073365"/>
                </a:lnTo>
                <a:lnTo>
                  <a:pt x="748399" y="2071938"/>
                </a:lnTo>
                <a:close/>
                <a:moveTo>
                  <a:pt x="737164" y="2096276"/>
                </a:moveTo>
                <a:lnTo>
                  <a:pt x="739661" y="2097274"/>
                </a:lnTo>
                <a:lnTo>
                  <a:pt x="739400" y="2096557"/>
                </a:lnTo>
                <a:lnTo>
                  <a:pt x="738554" y="2096193"/>
                </a:lnTo>
                <a:close/>
                <a:moveTo>
                  <a:pt x="738481" y="2093289"/>
                </a:moveTo>
                <a:lnTo>
                  <a:pt x="738639" y="2093722"/>
                </a:lnTo>
                <a:lnTo>
                  <a:pt x="739337" y="2093762"/>
                </a:lnTo>
                <a:lnTo>
                  <a:pt x="739287" y="2093337"/>
                </a:lnTo>
                <a:close/>
                <a:moveTo>
                  <a:pt x="717243" y="2140708"/>
                </a:moveTo>
                <a:lnTo>
                  <a:pt x="719456" y="2141008"/>
                </a:lnTo>
                <a:lnTo>
                  <a:pt x="718681" y="2140068"/>
                </a:lnTo>
                <a:close/>
                <a:moveTo>
                  <a:pt x="1452406" y="494374"/>
                </a:moveTo>
                <a:lnTo>
                  <a:pt x="1458659" y="520959"/>
                </a:lnTo>
                <a:lnTo>
                  <a:pt x="1461610" y="517616"/>
                </a:lnTo>
                <a:lnTo>
                  <a:pt x="1460005" y="487018"/>
                </a:lnTo>
                <a:close/>
                <a:moveTo>
                  <a:pt x="1419599" y="567166"/>
                </a:moveTo>
                <a:lnTo>
                  <a:pt x="1419705" y="567694"/>
                </a:lnTo>
                <a:lnTo>
                  <a:pt x="1420770" y="568834"/>
                </a:lnTo>
                <a:lnTo>
                  <a:pt x="1420767" y="565807"/>
                </a:lnTo>
                <a:close/>
                <a:moveTo>
                  <a:pt x="1403885" y="602332"/>
                </a:moveTo>
                <a:lnTo>
                  <a:pt x="1404692" y="605603"/>
                </a:lnTo>
                <a:lnTo>
                  <a:pt x="1404386" y="603228"/>
                </a:lnTo>
                <a:close/>
                <a:moveTo>
                  <a:pt x="719065" y="2134849"/>
                </a:moveTo>
                <a:lnTo>
                  <a:pt x="719172" y="2134866"/>
                </a:lnTo>
                <a:lnTo>
                  <a:pt x="729831" y="2134581"/>
                </a:lnTo>
                <a:lnTo>
                  <a:pt x="732425" y="2133427"/>
                </a:lnTo>
                <a:lnTo>
                  <a:pt x="731737" y="2131740"/>
                </a:lnTo>
                <a:lnTo>
                  <a:pt x="731596" y="2131687"/>
                </a:lnTo>
                <a:lnTo>
                  <a:pt x="730953" y="2130357"/>
                </a:lnTo>
                <a:lnTo>
                  <a:pt x="724780" y="2131744"/>
                </a:lnTo>
                <a:close/>
                <a:moveTo>
                  <a:pt x="1409106" y="589647"/>
                </a:moveTo>
                <a:lnTo>
                  <a:pt x="1409077" y="591088"/>
                </a:lnTo>
                <a:lnTo>
                  <a:pt x="1408914" y="595863"/>
                </a:lnTo>
                <a:lnTo>
                  <a:pt x="1412473" y="605375"/>
                </a:lnTo>
                <a:lnTo>
                  <a:pt x="1411251" y="596371"/>
                </a:lnTo>
                <a:lnTo>
                  <a:pt x="1411385" y="596501"/>
                </a:lnTo>
                <a:lnTo>
                  <a:pt x="1412655" y="605863"/>
                </a:lnTo>
                <a:lnTo>
                  <a:pt x="1415079" y="612340"/>
                </a:lnTo>
                <a:lnTo>
                  <a:pt x="1416569" y="611325"/>
                </a:lnTo>
                <a:close/>
                <a:moveTo>
                  <a:pt x="737561" y="2093234"/>
                </a:moveTo>
                <a:lnTo>
                  <a:pt x="738356" y="2093694"/>
                </a:lnTo>
                <a:lnTo>
                  <a:pt x="738202" y="2093273"/>
                </a:lnTo>
                <a:close/>
                <a:moveTo>
                  <a:pt x="746965" y="2072159"/>
                </a:moveTo>
                <a:lnTo>
                  <a:pt x="747263" y="2073024"/>
                </a:lnTo>
                <a:lnTo>
                  <a:pt x="747768" y="2073104"/>
                </a:lnTo>
                <a:lnTo>
                  <a:pt x="747727" y="2072042"/>
                </a:lnTo>
                <a:close/>
                <a:moveTo>
                  <a:pt x="732326" y="2104664"/>
                </a:moveTo>
                <a:lnTo>
                  <a:pt x="732982" y="2105998"/>
                </a:lnTo>
                <a:lnTo>
                  <a:pt x="733268" y="2105853"/>
                </a:lnTo>
                <a:lnTo>
                  <a:pt x="732865" y="2105171"/>
                </a:lnTo>
                <a:lnTo>
                  <a:pt x="732462" y="2104716"/>
                </a:lnTo>
                <a:close/>
                <a:moveTo>
                  <a:pt x="1402202" y="604200"/>
                </a:moveTo>
                <a:lnTo>
                  <a:pt x="1401934" y="605038"/>
                </a:lnTo>
                <a:lnTo>
                  <a:pt x="1402962" y="606507"/>
                </a:lnTo>
                <a:close/>
                <a:moveTo>
                  <a:pt x="1417655" y="569428"/>
                </a:moveTo>
                <a:lnTo>
                  <a:pt x="1417777" y="569686"/>
                </a:lnTo>
                <a:lnTo>
                  <a:pt x="1417765" y="569300"/>
                </a:lnTo>
                <a:close/>
                <a:moveTo>
                  <a:pt x="737853" y="2091565"/>
                </a:moveTo>
                <a:lnTo>
                  <a:pt x="738050" y="2092105"/>
                </a:lnTo>
                <a:lnTo>
                  <a:pt x="739149" y="2092170"/>
                </a:lnTo>
                <a:lnTo>
                  <a:pt x="739053" y="2091349"/>
                </a:lnTo>
                <a:close/>
                <a:moveTo>
                  <a:pt x="734114" y="2099327"/>
                </a:moveTo>
                <a:lnTo>
                  <a:pt x="735398" y="2101104"/>
                </a:lnTo>
                <a:lnTo>
                  <a:pt x="739931" y="2098803"/>
                </a:lnTo>
                <a:lnTo>
                  <a:pt x="739930" y="2098790"/>
                </a:lnTo>
                <a:lnTo>
                  <a:pt x="738266" y="2098124"/>
                </a:lnTo>
                <a:close/>
                <a:moveTo>
                  <a:pt x="1403186" y="601133"/>
                </a:moveTo>
                <a:lnTo>
                  <a:pt x="1403119" y="601342"/>
                </a:lnTo>
                <a:lnTo>
                  <a:pt x="1403824" y="603486"/>
                </a:lnTo>
                <a:lnTo>
                  <a:pt x="1403281" y="601283"/>
                </a:lnTo>
                <a:close/>
                <a:moveTo>
                  <a:pt x="1416933" y="570268"/>
                </a:moveTo>
                <a:lnTo>
                  <a:pt x="1417864" y="572481"/>
                </a:lnTo>
                <a:lnTo>
                  <a:pt x="1417812" y="570811"/>
                </a:lnTo>
                <a:lnTo>
                  <a:pt x="1417342" y="569792"/>
                </a:lnTo>
                <a:close/>
                <a:moveTo>
                  <a:pt x="1407095" y="592059"/>
                </a:moveTo>
                <a:lnTo>
                  <a:pt x="1407661" y="595051"/>
                </a:lnTo>
                <a:lnTo>
                  <a:pt x="1408245" y="598987"/>
                </a:lnTo>
                <a:lnTo>
                  <a:pt x="1408365" y="595455"/>
                </a:lnTo>
                <a:close/>
                <a:moveTo>
                  <a:pt x="739193" y="2086999"/>
                </a:moveTo>
                <a:lnTo>
                  <a:pt x="739237" y="2087575"/>
                </a:lnTo>
                <a:lnTo>
                  <a:pt x="740546" y="2087323"/>
                </a:lnTo>
                <a:lnTo>
                  <a:pt x="740141" y="2086756"/>
                </a:lnTo>
                <a:close/>
                <a:moveTo>
                  <a:pt x="1402899" y="600674"/>
                </a:moveTo>
                <a:lnTo>
                  <a:pt x="1402965" y="600874"/>
                </a:lnTo>
                <a:lnTo>
                  <a:pt x="1402985" y="600811"/>
                </a:lnTo>
                <a:close/>
                <a:moveTo>
                  <a:pt x="1397624" y="612474"/>
                </a:moveTo>
                <a:lnTo>
                  <a:pt x="1397617" y="613731"/>
                </a:lnTo>
                <a:lnTo>
                  <a:pt x="1397991" y="615964"/>
                </a:lnTo>
                <a:lnTo>
                  <a:pt x="1398627" y="614223"/>
                </a:lnTo>
                <a:close/>
                <a:moveTo>
                  <a:pt x="740752" y="2082954"/>
                </a:moveTo>
                <a:lnTo>
                  <a:pt x="743501" y="2083903"/>
                </a:lnTo>
                <a:lnTo>
                  <a:pt x="748083" y="2083104"/>
                </a:lnTo>
                <a:close/>
                <a:moveTo>
                  <a:pt x="1405393" y="594247"/>
                </a:moveTo>
                <a:lnTo>
                  <a:pt x="1404131" y="598187"/>
                </a:lnTo>
                <a:lnTo>
                  <a:pt x="1407686" y="603854"/>
                </a:lnTo>
                <a:lnTo>
                  <a:pt x="1407673" y="603771"/>
                </a:lnTo>
                <a:lnTo>
                  <a:pt x="1406875" y="600305"/>
                </a:lnTo>
                <a:close/>
                <a:moveTo>
                  <a:pt x="1405590" y="593633"/>
                </a:moveTo>
                <a:lnTo>
                  <a:pt x="1405555" y="593743"/>
                </a:lnTo>
                <a:lnTo>
                  <a:pt x="1407158" y="600298"/>
                </a:lnTo>
                <a:lnTo>
                  <a:pt x="1406654" y="596894"/>
                </a:lnTo>
                <a:close/>
                <a:moveTo>
                  <a:pt x="739098" y="2085761"/>
                </a:moveTo>
                <a:lnTo>
                  <a:pt x="739112" y="2085952"/>
                </a:lnTo>
                <a:lnTo>
                  <a:pt x="739531" y="2085901"/>
                </a:lnTo>
                <a:lnTo>
                  <a:pt x="739408" y="2085730"/>
                </a:lnTo>
                <a:close/>
                <a:moveTo>
                  <a:pt x="1405986" y="592399"/>
                </a:moveTo>
                <a:lnTo>
                  <a:pt x="1405884" y="592719"/>
                </a:lnTo>
                <a:lnTo>
                  <a:pt x="1406159" y="593564"/>
                </a:lnTo>
                <a:close/>
                <a:moveTo>
                  <a:pt x="725649" y="2115787"/>
                </a:moveTo>
                <a:lnTo>
                  <a:pt x="727157" y="2119637"/>
                </a:lnTo>
                <a:lnTo>
                  <a:pt x="734926" y="2115144"/>
                </a:lnTo>
                <a:lnTo>
                  <a:pt x="734808" y="2114962"/>
                </a:lnTo>
                <a:close/>
                <a:moveTo>
                  <a:pt x="732628" y="2099757"/>
                </a:moveTo>
                <a:lnTo>
                  <a:pt x="733728" y="2101351"/>
                </a:lnTo>
                <a:lnTo>
                  <a:pt x="733944" y="2101547"/>
                </a:lnTo>
                <a:lnTo>
                  <a:pt x="733983" y="2101549"/>
                </a:lnTo>
                <a:lnTo>
                  <a:pt x="734453" y="2101479"/>
                </a:lnTo>
                <a:lnTo>
                  <a:pt x="733103" y="2099620"/>
                </a:lnTo>
                <a:close/>
                <a:moveTo>
                  <a:pt x="716270" y="2136367"/>
                </a:moveTo>
                <a:lnTo>
                  <a:pt x="718835" y="2139473"/>
                </a:lnTo>
                <a:lnTo>
                  <a:pt x="725456" y="2136527"/>
                </a:lnTo>
                <a:lnTo>
                  <a:pt x="724816" y="2136421"/>
                </a:lnTo>
                <a:lnTo>
                  <a:pt x="722459" y="2135931"/>
                </a:lnTo>
                <a:lnTo>
                  <a:pt x="717201" y="2135861"/>
                </a:lnTo>
                <a:close/>
                <a:moveTo>
                  <a:pt x="740085" y="2083013"/>
                </a:moveTo>
                <a:lnTo>
                  <a:pt x="740902" y="2084356"/>
                </a:lnTo>
                <a:lnTo>
                  <a:pt x="742864" y="2084014"/>
                </a:lnTo>
                <a:close/>
                <a:moveTo>
                  <a:pt x="1405339" y="592862"/>
                </a:moveTo>
                <a:lnTo>
                  <a:pt x="1405424" y="593204"/>
                </a:lnTo>
                <a:lnTo>
                  <a:pt x="1405437" y="593162"/>
                </a:lnTo>
                <a:close/>
                <a:moveTo>
                  <a:pt x="744353" y="2072560"/>
                </a:moveTo>
                <a:lnTo>
                  <a:pt x="745805" y="2072791"/>
                </a:lnTo>
                <a:lnTo>
                  <a:pt x="745656" y="2072360"/>
                </a:lnTo>
                <a:close/>
                <a:moveTo>
                  <a:pt x="735652" y="2091963"/>
                </a:moveTo>
                <a:lnTo>
                  <a:pt x="737771" y="2092088"/>
                </a:lnTo>
                <a:lnTo>
                  <a:pt x="737597" y="2091611"/>
                </a:lnTo>
                <a:close/>
                <a:moveTo>
                  <a:pt x="1407947" y="586281"/>
                </a:moveTo>
                <a:lnTo>
                  <a:pt x="1406739" y="590050"/>
                </a:lnTo>
                <a:lnTo>
                  <a:pt x="1408398" y="594485"/>
                </a:lnTo>
                <a:lnTo>
                  <a:pt x="1408612" y="588212"/>
                </a:lnTo>
                <a:close/>
                <a:moveTo>
                  <a:pt x="690089" y="2193236"/>
                </a:moveTo>
                <a:lnTo>
                  <a:pt x="696044" y="2193163"/>
                </a:lnTo>
                <a:lnTo>
                  <a:pt x="695489" y="2191319"/>
                </a:lnTo>
                <a:lnTo>
                  <a:pt x="695208" y="2190338"/>
                </a:lnTo>
                <a:close/>
                <a:moveTo>
                  <a:pt x="1416368" y="566711"/>
                </a:moveTo>
                <a:lnTo>
                  <a:pt x="1417394" y="568878"/>
                </a:lnTo>
                <a:lnTo>
                  <a:pt x="1417739" y="568476"/>
                </a:lnTo>
                <a:lnTo>
                  <a:pt x="1417729" y="568164"/>
                </a:lnTo>
                <a:close/>
                <a:moveTo>
                  <a:pt x="1408765" y="583731"/>
                </a:moveTo>
                <a:lnTo>
                  <a:pt x="1408089" y="585840"/>
                </a:lnTo>
                <a:lnTo>
                  <a:pt x="1408639" y="587437"/>
                </a:lnTo>
                <a:close/>
                <a:moveTo>
                  <a:pt x="1436269" y="521879"/>
                </a:moveTo>
                <a:lnTo>
                  <a:pt x="1436871" y="541693"/>
                </a:lnTo>
                <a:lnTo>
                  <a:pt x="1438230" y="544634"/>
                </a:lnTo>
                <a:lnTo>
                  <a:pt x="1441311" y="541050"/>
                </a:lnTo>
                <a:lnTo>
                  <a:pt x="1441207" y="531222"/>
                </a:lnTo>
                <a:lnTo>
                  <a:pt x="1440225" y="529316"/>
                </a:lnTo>
                <a:close/>
                <a:moveTo>
                  <a:pt x="724335" y="2115905"/>
                </a:moveTo>
                <a:lnTo>
                  <a:pt x="726360" y="2120098"/>
                </a:lnTo>
                <a:lnTo>
                  <a:pt x="726872" y="2119802"/>
                </a:lnTo>
                <a:lnTo>
                  <a:pt x="725251" y="2115822"/>
                </a:lnTo>
                <a:close/>
                <a:moveTo>
                  <a:pt x="1419237" y="559775"/>
                </a:moveTo>
                <a:lnTo>
                  <a:pt x="1419444" y="566391"/>
                </a:lnTo>
                <a:lnTo>
                  <a:pt x="1419461" y="566473"/>
                </a:lnTo>
                <a:lnTo>
                  <a:pt x="1420767" y="564954"/>
                </a:lnTo>
                <a:lnTo>
                  <a:pt x="1420766" y="564190"/>
                </a:lnTo>
                <a:close/>
                <a:moveTo>
                  <a:pt x="726015" y="2111920"/>
                </a:moveTo>
                <a:lnTo>
                  <a:pt x="733179" y="2113897"/>
                </a:lnTo>
                <a:lnTo>
                  <a:pt x="734063" y="2113817"/>
                </a:lnTo>
                <a:lnTo>
                  <a:pt x="734020" y="2113753"/>
                </a:lnTo>
                <a:lnTo>
                  <a:pt x="727943" y="2111688"/>
                </a:lnTo>
                <a:close/>
                <a:moveTo>
                  <a:pt x="1425016" y="546306"/>
                </a:moveTo>
                <a:lnTo>
                  <a:pt x="1425185" y="553885"/>
                </a:lnTo>
                <a:lnTo>
                  <a:pt x="1426268" y="557636"/>
                </a:lnTo>
                <a:lnTo>
                  <a:pt x="1426654" y="558104"/>
                </a:lnTo>
                <a:lnTo>
                  <a:pt x="1430024" y="554183"/>
                </a:lnTo>
                <a:lnTo>
                  <a:pt x="1429639" y="553201"/>
                </a:lnTo>
                <a:close/>
                <a:moveTo>
                  <a:pt x="1436243" y="521026"/>
                </a:moveTo>
                <a:lnTo>
                  <a:pt x="1436244" y="521040"/>
                </a:lnTo>
                <a:lnTo>
                  <a:pt x="1436339" y="521221"/>
                </a:lnTo>
                <a:close/>
                <a:moveTo>
                  <a:pt x="1410149" y="579415"/>
                </a:moveTo>
                <a:lnTo>
                  <a:pt x="1409258" y="582192"/>
                </a:lnTo>
                <a:lnTo>
                  <a:pt x="1409123" y="588842"/>
                </a:lnTo>
                <a:lnTo>
                  <a:pt x="1416806" y="611163"/>
                </a:lnTo>
                <a:lnTo>
                  <a:pt x="1419029" y="609648"/>
                </a:lnTo>
                <a:lnTo>
                  <a:pt x="1418997" y="608632"/>
                </a:lnTo>
                <a:lnTo>
                  <a:pt x="1411453" y="583316"/>
                </a:lnTo>
                <a:close/>
                <a:moveTo>
                  <a:pt x="732434" y="2096801"/>
                </a:moveTo>
                <a:lnTo>
                  <a:pt x="733734" y="2098802"/>
                </a:lnTo>
                <a:lnTo>
                  <a:pt x="734034" y="2099216"/>
                </a:lnTo>
                <a:lnTo>
                  <a:pt x="735397" y="2098821"/>
                </a:lnTo>
                <a:lnTo>
                  <a:pt x="738016" y="2098024"/>
                </a:lnTo>
                <a:lnTo>
                  <a:pt x="734100" y="2096458"/>
                </a:lnTo>
                <a:lnTo>
                  <a:pt x="733966" y="2096466"/>
                </a:lnTo>
                <a:close/>
                <a:moveTo>
                  <a:pt x="736446" y="2087705"/>
                </a:moveTo>
                <a:lnTo>
                  <a:pt x="736585" y="2088084"/>
                </a:lnTo>
                <a:lnTo>
                  <a:pt x="738623" y="2087693"/>
                </a:lnTo>
                <a:lnTo>
                  <a:pt x="738560" y="2087162"/>
                </a:lnTo>
                <a:close/>
                <a:moveTo>
                  <a:pt x="1419209" y="558847"/>
                </a:moveTo>
                <a:lnTo>
                  <a:pt x="1419217" y="559118"/>
                </a:lnTo>
                <a:lnTo>
                  <a:pt x="1420661" y="563289"/>
                </a:lnTo>
                <a:lnTo>
                  <a:pt x="1420369" y="560888"/>
                </a:lnTo>
                <a:close/>
                <a:moveTo>
                  <a:pt x="698049" y="2173618"/>
                </a:moveTo>
                <a:lnTo>
                  <a:pt x="701167" y="2172797"/>
                </a:lnTo>
                <a:lnTo>
                  <a:pt x="700039" y="2172694"/>
                </a:lnTo>
                <a:close/>
                <a:moveTo>
                  <a:pt x="1410558" y="578140"/>
                </a:moveTo>
                <a:lnTo>
                  <a:pt x="1410209" y="579229"/>
                </a:lnTo>
                <a:lnTo>
                  <a:pt x="1414885" y="593224"/>
                </a:lnTo>
                <a:lnTo>
                  <a:pt x="1418940" y="606831"/>
                </a:lnTo>
                <a:lnTo>
                  <a:pt x="1418400" y="589603"/>
                </a:lnTo>
                <a:close/>
                <a:moveTo>
                  <a:pt x="1410836" y="577363"/>
                </a:moveTo>
                <a:lnTo>
                  <a:pt x="1418361" y="588358"/>
                </a:lnTo>
                <a:lnTo>
                  <a:pt x="1417990" y="576538"/>
                </a:lnTo>
                <a:lnTo>
                  <a:pt x="1415781" y="571609"/>
                </a:lnTo>
                <a:close/>
                <a:moveTo>
                  <a:pt x="733548" y="2092997"/>
                </a:moveTo>
                <a:lnTo>
                  <a:pt x="734707" y="2093496"/>
                </a:lnTo>
                <a:lnTo>
                  <a:pt x="737197" y="2093639"/>
                </a:lnTo>
                <a:lnTo>
                  <a:pt x="736376" y="2093164"/>
                </a:lnTo>
                <a:close/>
                <a:moveTo>
                  <a:pt x="1409935" y="578411"/>
                </a:moveTo>
                <a:lnTo>
                  <a:pt x="1410053" y="578765"/>
                </a:lnTo>
                <a:lnTo>
                  <a:pt x="1410305" y="577980"/>
                </a:lnTo>
                <a:close/>
                <a:moveTo>
                  <a:pt x="736123" y="2086816"/>
                </a:moveTo>
                <a:lnTo>
                  <a:pt x="736137" y="2086857"/>
                </a:lnTo>
                <a:lnTo>
                  <a:pt x="736371" y="2086796"/>
                </a:lnTo>
                <a:close/>
                <a:moveTo>
                  <a:pt x="1409320" y="579126"/>
                </a:moveTo>
                <a:lnTo>
                  <a:pt x="1409278" y="581183"/>
                </a:lnTo>
                <a:lnTo>
                  <a:pt x="1409994" y="578950"/>
                </a:lnTo>
                <a:lnTo>
                  <a:pt x="1409848" y="578512"/>
                </a:lnTo>
                <a:close/>
                <a:moveTo>
                  <a:pt x="724996" y="2111331"/>
                </a:moveTo>
                <a:lnTo>
                  <a:pt x="726395" y="2111162"/>
                </a:lnTo>
                <a:lnTo>
                  <a:pt x="725802" y="2110960"/>
                </a:lnTo>
                <a:close/>
                <a:moveTo>
                  <a:pt x="727986" y="2104564"/>
                </a:moveTo>
                <a:lnTo>
                  <a:pt x="728154" y="2104781"/>
                </a:lnTo>
                <a:lnTo>
                  <a:pt x="728173" y="2104771"/>
                </a:lnTo>
                <a:lnTo>
                  <a:pt x="728038" y="2104564"/>
                </a:lnTo>
                <a:close/>
                <a:moveTo>
                  <a:pt x="687785" y="2194540"/>
                </a:moveTo>
                <a:lnTo>
                  <a:pt x="689470" y="2207254"/>
                </a:lnTo>
                <a:lnTo>
                  <a:pt x="691586" y="2221699"/>
                </a:lnTo>
                <a:lnTo>
                  <a:pt x="704165" y="2220125"/>
                </a:lnTo>
                <a:lnTo>
                  <a:pt x="696527" y="2194764"/>
                </a:lnTo>
                <a:lnTo>
                  <a:pt x="687815" y="2194523"/>
                </a:lnTo>
                <a:close/>
                <a:moveTo>
                  <a:pt x="1442818" y="503657"/>
                </a:moveTo>
                <a:lnTo>
                  <a:pt x="1449247" y="525921"/>
                </a:lnTo>
                <a:lnTo>
                  <a:pt x="1449423" y="526052"/>
                </a:lnTo>
                <a:lnTo>
                  <a:pt x="1449624" y="527228"/>
                </a:lnTo>
                <a:lnTo>
                  <a:pt x="1450521" y="530333"/>
                </a:lnTo>
                <a:lnTo>
                  <a:pt x="1455643" y="524373"/>
                </a:lnTo>
                <a:lnTo>
                  <a:pt x="1458276" y="521393"/>
                </a:lnTo>
                <a:lnTo>
                  <a:pt x="1455344" y="507561"/>
                </a:lnTo>
                <a:lnTo>
                  <a:pt x="1452273" y="494504"/>
                </a:lnTo>
                <a:close/>
                <a:moveTo>
                  <a:pt x="714552" y="2134286"/>
                </a:moveTo>
                <a:lnTo>
                  <a:pt x="715121" y="2134975"/>
                </a:lnTo>
                <a:lnTo>
                  <a:pt x="715149" y="2134975"/>
                </a:lnTo>
                <a:lnTo>
                  <a:pt x="715900" y="2134567"/>
                </a:lnTo>
                <a:close/>
                <a:moveTo>
                  <a:pt x="714532" y="2134047"/>
                </a:moveTo>
                <a:lnTo>
                  <a:pt x="715645" y="2134279"/>
                </a:lnTo>
                <a:lnTo>
                  <a:pt x="716246" y="2134379"/>
                </a:lnTo>
                <a:lnTo>
                  <a:pt x="718495" y="2133157"/>
                </a:lnTo>
                <a:close/>
                <a:moveTo>
                  <a:pt x="735856" y="2086084"/>
                </a:moveTo>
                <a:lnTo>
                  <a:pt x="735903" y="2086214"/>
                </a:lnTo>
                <a:lnTo>
                  <a:pt x="738424" y="2086011"/>
                </a:lnTo>
                <a:lnTo>
                  <a:pt x="738403" y="2085830"/>
                </a:lnTo>
                <a:close/>
                <a:moveTo>
                  <a:pt x="724220" y="2112137"/>
                </a:moveTo>
                <a:lnTo>
                  <a:pt x="725191" y="2114616"/>
                </a:lnTo>
                <a:lnTo>
                  <a:pt x="731873" y="2114014"/>
                </a:lnTo>
                <a:lnTo>
                  <a:pt x="724808" y="2112066"/>
                </a:lnTo>
                <a:close/>
                <a:moveTo>
                  <a:pt x="730829" y="2097153"/>
                </a:moveTo>
                <a:lnTo>
                  <a:pt x="732550" y="2099646"/>
                </a:lnTo>
                <a:lnTo>
                  <a:pt x="733023" y="2099509"/>
                </a:lnTo>
                <a:lnTo>
                  <a:pt x="731245" y="2097061"/>
                </a:lnTo>
                <a:close/>
                <a:moveTo>
                  <a:pt x="1413871" y="567350"/>
                </a:moveTo>
                <a:lnTo>
                  <a:pt x="1411199" y="576087"/>
                </a:lnTo>
                <a:lnTo>
                  <a:pt x="1415529" y="571048"/>
                </a:lnTo>
                <a:close/>
                <a:moveTo>
                  <a:pt x="727209" y="2104565"/>
                </a:moveTo>
                <a:lnTo>
                  <a:pt x="727339" y="2104599"/>
                </a:lnTo>
                <a:lnTo>
                  <a:pt x="727312" y="2104565"/>
                </a:lnTo>
                <a:close/>
                <a:moveTo>
                  <a:pt x="1409362" y="577060"/>
                </a:moveTo>
                <a:lnTo>
                  <a:pt x="1409338" y="578251"/>
                </a:lnTo>
                <a:lnTo>
                  <a:pt x="1409643" y="577897"/>
                </a:lnTo>
                <a:close/>
                <a:moveTo>
                  <a:pt x="727435" y="2103854"/>
                </a:moveTo>
                <a:lnTo>
                  <a:pt x="727569" y="2104027"/>
                </a:lnTo>
                <a:lnTo>
                  <a:pt x="727694" y="2104027"/>
                </a:lnTo>
                <a:lnTo>
                  <a:pt x="727597" y="2103830"/>
                </a:lnTo>
                <a:close/>
                <a:moveTo>
                  <a:pt x="1414678" y="564904"/>
                </a:moveTo>
                <a:lnTo>
                  <a:pt x="1416693" y="569695"/>
                </a:lnTo>
                <a:lnTo>
                  <a:pt x="1417086" y="569236"/>
                </a:lnTo>
                <a:lnTo>
                  <a:pt x="1415881" y="566626"/>
                </a:lnTo>
                <a:lnTo>
                  <a:pt x="1415465" y="565745"/>
                </a:lnTo>
                <a:close/>
                <a:moveTo>
                  <a:pt x="1414534" y="565182"/>
                </a:moveTo>
                <a:lnTo>
                  <a:pt x="1414443" y="565481"/>
                </a:lnTo>
                <a:lnTo>
                  <a:pt x="1416387" y="569626"/>
                </a:lnTo>
                <a:lnTo>
                  <a:pt x="1415952" y="568551"/>
                </a:lnTo>
                <a:close/>
                <a:moveTo>
                  <a:pt x="730497" y="2096672"/>
                </a:moveTo>
                <a:lnTo>
                  <a:pt x="730546" y="2096742"/>
                </a:lnTo>
                <a:lnTo>
                  <a:pt x="730949" y="2096654"/>
                </a:lnTo>
                <a:lnTo>
                  <a:pt x="730943" y="2096646"/>
                </a:lnTo>
                <a:close/>
                <a:moveTo>
                  <a:pt x="1406752" y="582338"/>
                </a:moveTo>
                <a:lnTo>
                  <a:pt x="1406922" y="582447"/>
                </a:lnTo>
                <a:lnTo>
                  <a:pt x="1407932" y="585382"/>
                </a:lnTo>
                <a:lnTo>
                  <a:pt x="1408802" y="582669"/>
                </a:lnTo>
                <a:lnTo>
                  <a:pt x="1408906" y="579620"/>
                </a:lnTo>
                <a:close/>
                <a:moveTo>
                  <a:pt x="1409376" y="576414"/>
                </a:moveTo>
                <a:lnTo>
                  <a:pt x="1409369" y="576718"/>
                </a:lnTo>
                <a:lnTo>
                  <a:pt x="1409729" y="577796"/>
                </a:lnTo>
                <a:lnTo>
                  <a:pt x="1410059" y="577412"/>
                </a:lnTo>
                <a:close/>
                <a:moveTo>
                  <a:pt x="717461" y="2125681"/>
                </a:moveTo>
                <a:lnTo>
                  <a:pt x="727455" y="2123114"/>
                </a:lnTo>
                <a:lnTo>
                  <a:pt x="726974" y="2122118"/>
                </a:lnTo>
                <a:lnTo>
                  <a:pt x="721222" y="2123506"/>
                </a:lnTo>
                <a:close/>
                <a:moveTo>
                  <a:pt x="1424911" y="541498"/>
                </a:moveTo>
                <a:lnTo>
                  <a:pt x="1424964" y="543875"/>
                </a:lnTo>
                <a:lnTo>
                  <a:pt x="1427325" y="547398"/>
                </a:lnTo>
                <a:close/>
                <a:moveTo>
                  <a:pt x="738487" y="2077804"/>
                </a:moveTo>
                <a:lnTo>
                  <a:pt x="738714" y="2080761"/>
                </a:lnTo>
                <a:lnTo>
                  <a:pt x="739759" y="2082478"/>
                </a:lnTo>
                <a:lnTo>
                  <a:pt x="748128" y="2082648"/>
                </a:lnTo>
                <a:lnTo>
                  <a:pt x="747996" y="2079158"/>
                </a:lnTo>
                <a:lnTo>
                  <a:pt x="747241" y="2076965"/>
                </a:lnTo>
                <a:lnTo>
                  <a:pt x="744036" y="2076820"/>
                </a:lnTo>
                <a:lnTo>
                  <a:pt x="743332" y="2076953"/>
                </a:lnTo>
                <a:close/>
                <a:moveTo>
                  <a:pt x="1440356" y="506040"/>
                </a:moveTo>
                <a:lnTo>
                  <a:pt x="1440820" y="511556"/>
                </a:lnTo>
                <a:lnTo>
                  <a:pt x="1444793" y="536823"/>
                </a:lnTo>
                <a:lnTo>
                  <a:pt x="1444847" y="536935"/>
                </a:lnTo>
                <a:lnTo>
                  <a:pt x="1449979" y="530964"/>
                </a:lnTo>
                <a:lnTo>
                  <a:pt x="1449361" y="527357"/>
                </a:lnTo>
                <a:lnTo>
                  <a:pt x="1442582" y="503885"/>
                </a:lnTo>
                <a:close/>
                <a:moveTo>
                  <a:pt x="1405542" y="583866"/>
                </a:moveTo>
                <a:lnTo>
                  <a:pt x="1406610" y="589503"/>
                </a:lnTo>
                <a:lnTo>
                  <a:pt x="1407790" y="585824"/>
                </a:lnTo>
                <a:lnTo>
                  <a:pt x="1406640" y="582481"/>
                </a:lnTo>
                <a:close/>
                <a:moveTo>
                  <a:pt x="722647" y="2112410"/>
                </a:moveTo>
                <a:lnTo>
                  <a:pt x="723774" y="2114743"/>
                </a:lnTo>
                <a:lnTo>
                  <a:pt x="724775" y="2114653"/>
                </a:lnTo>
                <a:lnTo>
                  <a:pt x="723771" y="2112191"/>
                </a:lnTo>
                <a:lnTo>
                  <a:pt x="722894" y="2112297"/>
                </a:lnTo>
                <a:close/>
                <a:moveTo>
                  <a:pt x="1416545" y="558609"/>
                </a:moveTo>
                <a:lnTo>
                  <a:pt x="1415229" y="562911"/>
                </a:lnTo>
                <a:lnTo>
                  <a:pt x="1417645" y="565493"/>
                </a:lnTo>
                <a:lnTo>
                  <a:pt x="1417568" y="563036"/>
                </a:lnTo>
                <a:close/>
                <a:moveTo>
                  <a:pt x="1404784" y="584824"/>
                </a:moveTo>
                <a:lnTo>
                  <a:pt x="1404914" y="585170"/>
                </a:lnTo>
                <a:lnTo>
                  <a:pt x="1404849" y="584740"/>
                </a:lnTo>
                <a:close/>
                <a:moveTo>
                  <a:pt x="726266" y="2104029"/>
                </a:moveTo>
                <a:lnTo>
                  <a:pt x="726884" y="2104028"/>
                </a:lnTo>
                <a:lnTo>
                  <a:pt x="726819" y="2103946"/>
                </a:lnTo>
                <a:close/>
                <a:moveTo>
                  <a:pt x="723446" y="2110160"/>
                </a:moveTo>
                <a:lnTo>
                  <a:pt x="723674" y="2110743"/>
                </a:lnTo>
                <a:lnTo>
                  <a:pt x="724269" y="2110440"/>
                </a:lnTo>
                <a:close/>
                <a:moveTo>
                  <a:pt x="1417057" y="556931"/>
                </a:moveTo>
                <a:lnTo>
                  <a:pt x="1416725" y="558016"/>
                </a:lnTo>
                <a:lnTo>
                  <a:pt x="1417519" y="561441"/>
                </a:lnTo>
                <a:lnTo>
                  <a:pt x="1417438" y="558840"/>
                </a:lnTo>
                <a:close/>
                <a:moveTo>
                  <a:pt x="738391" y="2076564"/>
                </a:moveTo>
                <a:lnTo>
                  <a:pt x="738468" y="2077567"/>
                </a:lnTo>
                <a:lnTo>
                  <a:pt x="742717" y="2076760"/>
                </a:lnTo>
                <a:close/>
                <a:moveTo>
                  <a:pt x="710072" y="2139735"/>
                </a:moveTo>
                <a:lnTo>
                  <a:pt x="716337" y="2140584"/>
                </a:lnTo>
                <a:lnTo>
                  <a:pt x="718362" y="2139683"/>
                </a:lnTo>
                <a:lnTo>
                  <a:pt x="715824" y="2136609"/>
                </a:lnTo>
                <a:close/>
                <a:moveTo>
                  <a:pt x="1403739" y="586141"/>
                </a:moveTo>
                <a:lnTo>
                  <a:pt x="1405730" y="592249"/>
                </a:lnTo>
                <a:lnTo>
                  <a:pt x="1405890" y="591749"/>
                </a:lnTo>
                <a:lnTo>
                  <a:pt x="1405174" y="586926"/>
                </a:lnTo>
                <a:lnTo>
                  <a:pt x="1404515" y="585162"/>
                </a:lnTo>
                <a:close/>
                <a:moveTo>
                  <a:pt x="1413661" y="563818"/>
                </a:moveTo>
                <a:lnTo>
                  <a:pt x="1414360" y="565307"/>
                </a:lnTo>
                <a:lnTo>
                  <a:pt x="1414455" y="564994"/>
                </a:lnTo>
                <a:lnTo>
                  <a:pt x="1414205" y="564397"/>
                </a:lnTo>
                <a:close/>
                <a:moveTo>
                  <a:pt x="1417264" y="555430"/>
                </a:moveTo>
                <a:lnTo>
                  <a:pt x="1417311" y="555661"/>
                </a:lnTo>
                <a:lnTo>
                  <a:pt x="1417336" y="555580"/>
                </a:lnTo>
                <a:lnTo>
                  <a:pt x="1417334" y="555554"/>
                </a:lnTo>
                <a:close/>
                <a:moveTo>
                  <a:pt x="695303" y="2171992"/>
                </a:moveTo>
                <a:lnTo>
                  <a:pt x="695441" y="2172404"/>
                </a:lnTo>
                <a:lnTo>
                  <a:pt x="696056" y="2172118"/>
                </a:lnTo>
                <a:close/>
                <a:moveTo>
                  <a:pt x="726286" y="2102374"/>
                </a:moveTo>
                <a:lnTo>
                  <a:pt x="726512" y="2102665"/>
                </a:lnTo>
                <a:lnTo>
                  <a:pt x="726901" y="2102607"/>
                </a:lnTo>
                <a:close/>
                <a:moveTo>
                  <a:pt x="729622" y="2094896"/>
                </a:moveTo>
                <a:lnTo>
                  <a:pt x="729669" y="2094891"/>
                </a:lnTo>
                <a:lnTo>
                  <a:pt x="729658" y="2094875"/>
                </a:lnTo>
                <a:close/>
                <a:moveTo>
                  <a:pt x="737065" y="2078054"/>
                </a:moveTo>
                <a:lnTo>
                  <a:pt x="737589" y="2078915"/>
                </a:lnTo>
                <a:lnTo>
                  <a:pt x="737479" y="2077981"/>
                </a:lnTo>
                <a:close/>
                <a:moveTo>
                  <a:pt x="1402684" y="587474"/>
                </a:moveTo>
                <a:lnTo>
                  <a:pt x="1403996" y="597658"/>
                </a:lnTo>
                <a:lnTo>
                  <a:pt x="1405261" y="593710"/>
                </a:lnTo>
                <a:lnTo>
                  <a:pt x="1404198" y="589361"/>
                </a:lnTo>
                <a:lnTo>
                  <a:pt x="1403321" y="586669"/>
                </a:lnTo>
                <a:close/>
                <a:moveTo>
                  <a:pt x="722123" y="2111325"/>
                </a:moveTo>
                <a:lnTo>
                  <a:pt x="722204" y="2111493"/>
                </a:lnTo>
                <a:lnTo>
                  <a:pt x="722389" y="2111399"/>
                </a:lnTo>
                <a:close/>
                <a:moveTo>
                  <a:pt x="734647" y="2082768"/>
                </a:moveTo>
                <a:lnTo>
                  <a:pt x="735492" y="2085087"/>
                </a:lnTo>
                <a:lnTo>
                  <a:pt x="738283" y="2084809"/>
                </a:lnTo>
                <a:lnTo>
                  <a:pt x="738190" y="2084024"/>
                </a:lnTo>
                <a:lnTo>
                  <a:pt x="737359" y="2082860"/>
                </a:lnTo>
                <a:close/>
                <a:moveTo>
                  <a:pt x="729958" y="2092991"/>
                </a:moveTo>
                <a:lnTo>
                  <a:pt x="730115" y="2093233"/>
                </a:lnTo>
                <a:lnTo>
                  <a:pt x="731673" y="2093322"/>
                </a:lnTo>
                <a:lnTo>
                  <a:pt x="731764" y="2093269"/>
                </a:lnTo>
                <a:lnTo>
                  <a:pt x="730776" y="2092843"/>
                </a:lnTo>
                <a:close/>
                <a:moveTo>
                  <a:pt x="738203" y="2074117"/>
                </a:moveTo>
                <a:lnTo>
                  <a:pt x="738353" y="2076068"/>
                </a:lnTo>
                <a:lnTo>
                  <a:pt x="744241" y="2076334"/>
                </a:lnTo>
                <a:lnTo>
                  <a:pt x="744944" y="2076337"/>
                </a:lnTo>
                <a:lnTo>
                  <a:pt x="745990" y="2076139"/>
                </a:lnTo>
                <a:lnTo>
                  <a:pt x="738265" y="2074128"/>
                </a:lnTo>
                <a:close/>
                <a:moveTo>
                  <a:pt x="725792" y="2101738"/>
                </a:moveTo>
                <a:lnTo>
                  <a:pt x="725822" y="2101776"/>
                </a:lnTo>
                <a:lnTo>
                  <a:pt x="726762" y="2102133"/>
                </a:lnTo>
                <a:lnTo>
                  <a:pt x="726471" y="2101541"/>
                </a:lnTo>
                <a:close/>
                <a:moveTo>
                  <a:pt x="728962" y="2094450"/>
                </a:moveTo>
                <a:lnTo>
                  <a:pt x="729177" y="2094760"/>
                </a:lnTo>
                <a:lnTo>
                  <a:pt x="729454" y="2094600"/>
                </a:lnTo>
                <a:lnTo>
                  <a:pt x="729098" y="2094457"/>
                </a:lnTo>
                <a:close/>
                <a:moveTo>
                  <a:pt x="714051" y="2127653"/>
                </a:moveTo>
                <a:lnTo>
                  <a:pt x="715616" y="2127552"/>
                </a:lnTo>
                <a:lnTo>
                  <a:pt x="724918" y="2126822"/>
                </a:lnTo>
                <a:lnTo>
                  <a:pt x="728753" y="2125802"/>
                </a:lnTo>
                <a:lnTo>
                  <a:pt x="727628" y="2123472"/>
                </a:lnTo>
                <a:lnTo>
                  <a:pt x="716209" y="2126405"/>
                </a:lnTo>
                <a:close/>
                <a:moveTo>
                  <a:pt x="1400805" y="589845"/>
                </a:moveTo>
                <a:lnTo>
                  <a:pt x="1402040" y="594852"/>
                </a:lnTo>
                <a:lnTo>
                  <a:pt x="1403635" y="597396"/>
                </a:lnTo>
                <a:lnTo>
                  <a:pt x="1402403" y="587828"/>
                </a:lnTo>
                <a:close/>
                <a:moveTo>
                  <a:pt x="691952" y="2177012"/>
                </a:moveTo>
                <a:lnTo>
                  <a:pt x="695537" y="2189536"/>
                </a:lnTo>
                <a:lnTo>
                  <a:pt x="711055" y="2180752"/>
                </a:lnTo>
                <a:lnTo>
                  <a:pt x="696006" y="2183921"/>
                </a:lnTo>
                <a:lnTo>
                  <a:pt x="695817" y="2183828"/>
                </a:lnTo>
                <a:lnTo>
                  <a:pt x="709986" y="2180843"/>
                </a:lnTo>
                <a:lnTo>
                  <a:pt x="711489" y="2180505"/>
                </a:lnTo>
                <a:lnTo>
                  <a:pt x="721753" y="2174695"/>
                </a:lnTo>
                <a:lnTo>
                  <a:pt x="706204" y="2173262"/>
                </a:lnTo>
                <a:lnTo>
                  <a:pt x="696575" y="2175796"/>
                </a:lnTo>
                <a:lnTo>
                  <a:pt x="698914" y="2182785"/>
                </a:lnTo>
                <a:lnTo>
                  <a:pt x="698605" y="2182621"/>
                </a:lnTo>
                <a:lnTo>
                  <a:pt x="696342" y="2175857"/>
                </a:lnTo>
                <a:close/>
                <a:moveTo>
                  <a:pt x="1424788" y="535976"/>
                </a:moveTo>
                <a:lnTo>
                  <a:pt x="1424894" y="540730"/>
                </a:lnTo>
                <a:lnTo>
                  <a:pt x="1428087" y="548537"/>
                </a:lnTo>
                <a:lnTo>
                  <a:pt x="1429828" y="551134"/>
                </a:lnTo>
                <a:lnTo>
                  <a:pt x="1429141" y="548725"/>
                </a:lnTo>
                <a:lnTo>
                  <a:pt x="1428336" y="546282"/>
                </a:lnTo>
                <a:close/>
                <a:moveTo>
                  <a:pt x="725535" y="2101407"/>
                </a:moveTo>
                <a:lnTo>
                  <a:pt x="725708" y="2101629"/>
                </a:lnTo>
                <a:lnTo>
                  <a:pt x="726311" y="2101454"/>
                </a:lnTo>
                <a:close/>
                <a:moveTo>
                  <a:pt x="1398710" y="593994"/>
                </a:moveTo>
                <a:lnTo>
                  <a:pt x="1398078" y="599537"/>
                </a:lnTo>
                <a:lnTo>
                  <a:pt x="1401724" y="604741"/>
                </a:lnTo>
                <a:lnTo>
                  <a:pt x="1402048" y="603730"/>
                </a:lnTo>
                <a:lnTo>
                  <a:pt x="1398992" y="594443"/>
                </a:lnTo>
                <a:close/>
                <a:moveTo>
                  <a:pt x="1435919" y="510336"/>
                </a:moveTo>
                <a:lnTo>
                  <a:pt x="1436208" y="519878"/>
                </a:lnTo>
                <a:lnTo>
                  <a:pt x="1441190" y="529624"/>
                </a:lnTo>
                <a:lnTo>
                  <a:pt x="1441133" y="524376"/>
                </a:lnTo>
                <a:lnTo>
                  <a:pt x="1440267" y="514079"/>
                </a:lnTo>
                <a:lnTo>
                  <a:pt x="1439195" y="507165"/>
                </a:lnTo>
                <a:close/>
                <a:moveTo>
                  <a:pt x="1399793" y="591121"/>
                </a:moveTo>
                <a:lnTo>
                  <a:pt x="1401472" y="593944"/>
                </a:lnTo>
                <a:lnTo>
                  <a:pt x="1400543" y="590175"/>
                </a:lnTo>
                <a:close/>
                <a:moveTo>
                  <a:pt x="730592" y="2089208"/>
                </a:moveTo>
                <a:lnTo>
                  <a:pt x="730629" y="2089229"/>
                </a:lnTo>
                <a:lnTo>
                  <a:pt x="736330" y="2088134"/>
                </a:lnTo>
                <a:lnTo>
                  <a:pt x="736196" y="2087768"/>
                </a:lnTo>
                <a:close/>
                <a:moveTo>
                  <a:pt x="695383" y="2167650"/>
                </a:moveTo>
                <a:lnTo>
                  <a:pt x="696008" y="2169339"/>
                </a:lnTo>
                <a:lnTo>
                  <a:pt x="699422" y="2169654"/>
                </a:lnTo>
                <a:lnTo>
                  <a:pt x="701255" y="2169705"/>
                </a:lnTo>
                <a:lnTo>
                  <a:pt x="731679" y="2155578"/>
                </a:lnTo>
                <a:lnTo>
                  <a:pt x="730066" y="2153678"/>
                </a:lnTo>
                <a:lnTo>
                  <a:pt x="722842" y="2155966"/>
                </a:lnTo>
                <a:lnTo>
                  <a:pt x="715680" y="2159458"/>
                </a:lnTo>
                <a:lnTo>
                  <a:pt x="715499" y="2159401"/>
                </a:lnTo>
                <a:lnTo>
                  <a:pt x="714733" y="2159763"/>
                </a:lnTo>
                <a:close/>
                <a:moveTo>
                  <a:pt x="736094" y="2076460"/>
                </a:moveTo>
                <a:lnTo>
                  <a:pt x="736944" y="2077856"/>
                </a:lnTo>
                <a:lnTo>
                  <a:pt x="737453" y="2077760"/>
                </a:lnTo>
                <a:lnTo>
                  <a:pt x="737407" y="2077367"/>
                </a:lnTo>
                <a:lnTo>
                  <a:pt x="737342" y="2076517"/>
                </a:lnTo>
                <a:close/>
                <a:moveTo>
                  <a:pt x="709766" y="2135119"/>
                </a:moveTo>
                <a:lnTo>
                  <a:pt x="714488" y="2134993"/>
                </a:lnTo>
                <a:lnTo>
                  <a:pt x="713838" y="2134204"/>
                </a:lnTo>
                <a:close/>
                <a:moveTo>
                  <a:pt x="721190" y="2109394"/>
                </a:moveTo>
                <a:lnTo>
                  <a:pt x="721856" y="2110774"/>
                </a:lnTo>
                <a:lnTo>
                  <a:pt x="722998" y="2111088"/>
                </a:lnTo>
                <a:lnTo>
                  <a:pt x="723266" y="2110951"/>
                </a:lnTo>
                <a:lnTo>
                  <a:pt x="722863" y="2109962"/>
                </a:lnTo>
                <a:close/>
                <a:moveTo>
                  <a:pt x="733929" y="2080797"/>
                </a:moveTo>
                <a:lnTo>
                  <a:pt x="734502" y="2082370"/>
                </a:lnTo>
                <a:lnTo>
                  <a:pt x="737046" y="2082423"/>
                </a:lnTo>
                <a:lnTo>
                  <a:pt x="736564" y="2081745"/>
                </a:lnTo>
                <a:close/>
                <a:moveTo>
                  <a:pt x="724715" y="2101357"/>
                </a:moveTo>
                <a:lnTo>
                  <a:pt x="724769" y="2101377"/>
                </a:lnTo>
                <a:lnTo>
                  <a:pt x="724755" y="2101359"/>
                </a:lnTo>
                <a:close/>
                <a:moveTo>
                  <a:pt x="1421466" y="541008"/>
                </a:moveTo>
                <a:lnTo>
                  <a:pt x="1424747" y="552367"/>
                </a:lnTo>
                <a:lnTo>
                  <a:pt x="1424599" y="545681"/>
                </a:lnTo>
                <a:close/>
                <a:moveTo>
                  <a:pt x="1424729" y="533275"/>
                </a:moveTo>
                <a:lnTo>
                  <a:pt x="1424777" y="535451"/>
                </a:lnTo>
                <a:lnTo>
                  <a:pt x="1428136" y="545207"/>
                </a:lnTo>
                <a:close/>
                <a:moveTo>
                  <a:pt x="737932" y="2070588"/>
                </a:moveTo>
                <a:lnTo>
                  <a:pt x="737969" y="2071074"/>
                </a:lnTo>
                <a:lnTo>
                  <a:pt x="740102" y="2070721"/>
                </a:lnTo>
                <a:close/>
                <a:moveTo>
                  <a:pt x="1402099" y="582924"/>
                </a:moveTo>
                <a:lnTo>
                  <a:pt x="1402519" y="586187"/>
                </a:lnTo>
                <a:lnTo>
                  <a:pt x="1402986" y="585644"/>
                </a:lnTo>
                <a:close/>
                <a:moveTo>
                  <a:pt x="737895" y="2070114"/>
                </a:moveTo>
                <a:lnTo>
                  <a:pt x="737916" y="2070386"/>
                </a:lnTo>
                <a:lnTo>
                  <a:pt x="738362" y="2070413"/>
                </a:lnTo>
                <a:lnTo>
                  <a:pt x="741164" y="2070546"/>
                </a:lnTo>
                <a:lnTo>
                  <a:pt x="743024" y="2070238"/>
                </a:lnTo>
                <a:lnTo>
                  <a:pt x="743851" y="2069922"/>
                </a:lnTo>
                <a:close/>
                <a:moveTo>
                  <a:pt x="694034" y="2168200"/>
                </a:moveTo>
                <a:lnTo>
                  <a:pt x="694364" y="2169188"/>
                </a:lnTo>
                <a:lnTo>
                  <a:pt x="695824" y="2169323"/>
                </a:lnTo>
                <a:lnTo>
                  <a:pt x="695228" y="2167714"/>
                </a:lnTo>
                <a:close/>
                <a:moveTo>
                  <a:pt x="1432867" y="513339"/>
                </a:moveTo>
                <a:lnTo>
                  <a:pt x="1435793" y="519066"/>
                </a:lnTo>
                <a:lnTo>
                  <a:pt x="1435539" y="510708"/>
                </a:lnTo>
                <a:close/>
                <a:moveTo>
                  <a:pt x="1415348" y="552062"/>
                </a:moveTo>
                <a:lnTo>
                  <a:pt x="1416667" y="557762"/>
                </a:lnTo>
                <a:lnTo>
                  <a:pt x="1417005" y="556662"/>
                </a:lnTo>
                <a:lnTo>
                  <a:pt x="1416487" y="554065"/>
                </a:lnTo>
                <a:close/>
                <a:moveTo>
                  <a:pt x="1432394" y="513804"/>
                </a:moveTo>
                <a:lnTo>
                  <a:pt x="1435829" y="520261"/>
                </a:lnTo>
                <a:lnTo>
                  <a:pt x="1435827" y="520184"/>
                </a:lnTo>
                <a:lnTo>
                  <a:pt x="1432583" y="513618"/>
                </a:lnTo>
                <a:close/>
                <a:moveTo>
                  <a:pt x="735160" y="2074926"/>
                </a:moveTo>
                <a:lnTo>
                  <a:pt x="735784" y="2075950"/>
                </a:lnTo>
                <a:lnTo>
                  <a:pt x="737304" y="2076020"/>
                </a:lnTo>
                <a:lnTo>
                  <a:pt x="737172" y="2074296"/>
                </a:lnTo>
                <a:close/>
                <a:moveTo>
                  <a:pt x="719427" y="2110103"/>
                </a:moveTo>
                <a:lnTo>
                  <a:pt x="721439" y="2110659"/>
                </a:lnTo>
                <a:lnTo>
                  <a:pt x="720856" y="2109450"/>
                </a:lnTo>
                <a:close/>
                <a:moveTo>
                  <a:pt x="1424666" y="530446"/>
                </a:moveTo>
                <a:lnTo>
                  <a:pt x="1424678" y="530936"/>
                </a:lnTo>
                <a:lnTo>
                  <a:pt x="1429964" y="546992"/>
                </a:lnTo>
                <a:lnTo>
                  <a:pt x="1431520" y="552441"/>
                </a:lnTo>
                <a:lnTo>
                  <a:pt x="1431543" y="552414"/>
                </a:lnTo>
                <a:lnTo>
                  <a:pt x="1429268" y="543114"/>
                </a:lnTo>
                <a:close/>
                <a:moveTo>
                  <a:pt x="733178" y="2078736"/>
                </a:moveTo>
                <a:lnTo>
                  <a:pt x="733822" y="2080505"/>
                </a:lnTo>
                <a:lnTo>
                  <a:pt x="736320" y="2081404"/>
                </a:lnTo>
                <a:lnTo>
                  <a:pt x="734278" y="2078543"/>
                </a:lnTo>
                <a:close/>
                <a:moveTo>
                  <a:pt x="721893" y="2102867"/>
                </a:moveTo>
                <a:lnTo>
                  <a:pt x="722891" y="2103207"/>
                </a:lnTo>
                <a:lnTo>
                  <a:pt x="725873" y="2102761"/>
                </a:lnTo>
                <a:lnTo>
                  <a:pt x="725252" y="2101982"/>
                </a:lnTo>
                <a:lnTo>
                  <a:pt x="725120" y="2101932"/>
                </a:lnTo>
                <a:close/>
                <a:moveTo>
                  <a:pt x="1491235" y="380023"/>
                </a:moveTo>
                <a:lnTo>
                  <a:pt x="1492163" y="383696"/>
                </a:lnTo>
                <a:cubicBezTo>
                  <a:pt x="1499471" y="412945"/>
                  <a:pt x="1506524" y="442017"/>
                  <a:pt x="1512876" y="470603"/>
                </a:cubicBezTo>
                <a:lnTo>
                  <a:pt x="1520065" y="507187"/>
                </a:lnTo>
                <a:lnTo>
                  <a:pt x="1524831" y="517495"/>
                </a:lnTo>
                <a:lnTo>
                  <a:pt x="1523167" y="494369"/>
                </a:lnTo>
                <a:lnTo>
                  <a:pt x="1522092" y="480357"/>
                </a:lnTo>
                <a:lnTo>
                  <a:pt x="1520335" y="460902"/>
                </a:lnTo>
                <a:lnTo>
                  <a:pt x="1520529" y="461109"/>
                </a:lnTo>
                <a:lnTo>
                  <a:pt x="1521737" y="474488"/>
                </a:lnTo>
                <a:lnTo>
                  <a:pt x="1516543" y="402285"/>
                </a:lnTo>
                <a:lnTo>
                  <a:pt x="1513194" y="363268"/>
                </a:lnTo>
                <a:close/>
                <a:moveTo>
                  <a:pt x="728998" y="2086768"/>
                </a:moveTo>
                <a:lnTo>
                  <a:pt x="735638" y="2086235"/>
                </a:lnTo>
                <a:lnTo>
                  <a:pt x="735592" y="2086111"/>
                </a:lnTo>
                <a:close/>
                <a:moveTo>
                  <a:pt x="723879" y="2098203"/>
                </a:moveTo>
                <a:lnTo>
                  <a:pt x="724737" y="2098015"/>
                </a:lnTo>
                <a:lnTo>
                  <a:pt x="724619" y="2097777"/>
                </a:lnTo>
                <a:close/>
                <a:moveTo>
                  <a:pt x="736257" y="2070486"/>
                </a:moveTo>
                <a:lnTo>
                  <a:pt x="736900" y="2070771"/>
                </a:lnTo>
                <a:lnTo>
                  <a:pt x="736882" y="2070524"/>
                </a:lnTo>
                <a:close/>
                <a:moveTo>
                  <a:pt x="734630" y="2074055"/>
                </a:moveTo>
                <a:lnTo>
                  <a:pt x="734804" y="2074341"/>
                </a:lnTo>
                <a:lnTo>
                  <a:pt x="736470" y="2073819"/>
                </a:lnTo>
                <a:lnTo>
                  <a:pt x="736326" y="2073794"/>
                </a:lnTo>
                <a:close/>
                <a:moveTo>
                  <a:pt x="716065" y="2115437"/>
                </a:moveTo>
                <a:lnTo>
                  <a:pt x="723427" y="2114774"/>
                </a:lnTo>
                <a:lnTo>
                  <a:pt x="722352" y="2112546"/>
                </a:lnTo>
                <a:close/>
                <a:moveTo>
                  <a:pt x="723483" y="2098761"/>
                </a:moveTo>
                <a:lnTo>
                  <a:pt x="725232" y="2101016"/>
                </a:lnTo>
                <a:lnTo>
                  <a:pt x="726243" y="2101077"/>
                </a:lnTo>
                <a:lnTo>
                  <a:pt x="724946" y="2098441"/>
                </a:lnTo>
                <a:close/>
                <a:moveTo>
                  <a:pt x="692119" y="2168981"/>
                </a:moveTo>
                <a:lnTo>
                  <a:pt x="694103" y="2169163"/>
                </a:lnTo>
                <a:lnTo>
                  <a:pt x="693810" y="2168291"/>
                </a:lnTo>
                <a:close/>
                <a:moveTo>
                  <a:pt x="710437" y="2127887"/>
                </a:moveTo>
                <a:lnTo>
                  <a:pt x="713204" y="2127708"/>
                </a:lnTo>
                <a:lnTo>
                  <a:pt x="714856" y="2126752"/>
                </a:lnTo>
                <a:close/>
                <a:moveTo>
                  <a:pt x="1411581" y="557540"/>
                </a:moveTo>
                <a:lnTo>
                  <a:pt x="1412704" y="560210"/>
                </a:lnTo>
                <a:lnTo>
                  <a:pt x="1412989" y="560516"/>
                </a:lnTo>
                <a:close/>
                <a:moveTo>
                  <a:pt x="1399277" y="585043"/>
                </a:moveTo>
                <a:lnTo>
                  <a:pt x="1399412" y="587838"/>
                </a:lnTo>
                <a:lnTo>
                  <a:pt x="1399160" y="590054"/>
                </a:lnTo>
                <a:lnTo>
                  <a:pt x="1399173" y="590079"/>
                </a:lnTo>
                <a:lnTo>
                  <a:pt x="1400219" y="588862"/>
                </a:lnTo>
                <a:close/>
                <a:moveTo>
                  <a:pt x="1419873" y="538631"/>
                </a:moveTo>
                <a:lnTo>
                  <a:pt x="1421478" y="551844"/>
                </a:lnTo>
                <a:lnTo>
                  <a:pt x="1424824" y="555892"/>
                </a:lnTo>
                <a:lnTo>
                  <a:pt x="1424789" y="554305"/>
                </a:lnTo>
                <a:lnTo>
                  <a:pt x="1420558" y="539653"/>
                </a:lnTo>
                <a:close/>
                <a:moveTo>
                  <a:pt x="709524" y="2128198"/>
                </a:moveTo>
                <a:lnTo>
                  <a:pt x="713908" y="2133507"/>
                </a:lnTo>
                <a:lnTo>
                  <a:pt x="720635" y="2131994"/>
                </a:lnTo>
                <a:lnTo>
                  <a:pt x="729435" y="2127213"/>
                </a:lnTo>
                <a:lnTo>
                  <a:pt x="729291" y="2126915"/>
                </a:lnTo>
                <a:lnTo>
                  <a:pt x="723893" y="2127265"/>
                </a:lnTo>
                <a:lnTo>
                  <a:pt x="719647" y="2128394"/>
                </a:lnTo>
                <a:lnTo>
                  <a:pt x="719436" y="2128279"/>
                </a:lnTo>
                <a:lnTo>
                  <a:pt x="723043" y="2127321"/>
                </a:lnTo>
                <a:lnTo>
                  <a:pt x="713562" y="2127936"/>
                </a:lnTo>
                <a:lnTo>
                  <a:pt x="711135" y="2129340"/>
                </a:lnTo>
                <a:lnTo>
                  <a:pt x="710604" y="2129212"/>
                </a:lnTo>
                <a:lnTo>
                  <a:pt x="712715" y="2127991"/>
                </a:lnTo>
                <a:close/>
                <a:moveTo>
                  <a:pt x="690275" y="2171155"/>
                </a:moveTo>
                <a:lnTo>
                  <a:pt x="691197" y="2174374"/>
                </a:lnTo>
                <a:lnTo>
                  <a:pt x="695220" y="2172506"/>
                </a:lnTo>
                <a:lnTo>
                  <a:pt x="695034" y="2171948"/>
                </a:lnTo>
                <a:close/>
                <a:moveTo>
                  <a:pt x="727633" y="2087498"/>
                </a:moveTo>
                <a:lnTo>
                  <a:pt x="729480" y="2088565"/>
                </a:lnTo>
                <a:lnTo>
                  <a:pt x="735887" y="2086920"/>
                </a:lnTo>
                <a:lnTo>
                  <a:pt x="735857" y="2086837"/>
                </a:lnTo>
                <a:close/>
                <a:moveTo>
                  <a:pt x="1401514" y="578388"/>
                </a:moveTo>
                <a:lnTo>
                  <a:pt x="1401712" y="579924"/>
                </a:lnTo>
                <a:lnTo>
                  <a:pt x="1402424" y="582108"/>
                </a:lnTo>
                <a:close/>
                <a:moveTo>
                  <a:pt x="1383617" y="618241"/>
                </a:moveTo>
                <a:lnTo>
                  <a:pt x="1385700" y="622271"/>
                </a:lnTo>
                <a:lnTo>
                  <a:pt x="1388272" y="625464"/>
                </a:lnTo>
                <a:lnTo>
                  <a:pt x="1388787" y="623530"/>
                </a:lnTo>
                <a:lnTo>
                  <a:pt x="1385547" y="620071"/>
                </a:lnTo>
                <a:close/>
                <a:moveTo>
                  <a:pt x="1409717" y="559600"/>
                </a:moveTo>
                <a:lnTo>
                  <a:pt x="1409399" y="575259"/>
                </a:lnTo>
                <a:lnTo>
                  <a:pt x="1410512" y="576886"/>
                </a:lnTo>
                <a:lnTo>
                  <a:pt x="1410741" y="576620"/>
                </a:lnTo>
                <a:lnTo>
                  <a:pt x="1413779" y="567146"/>
                </a:lnTo>
                <a:lnTo>
                  <a:pt x="1411018" y="560993"/>
                </a:lnTo>
                <a:close/>
                <a:moveTo>
                  <a:pt x="732285" y="2076288"/>
                </a:moveTo>
                <a:lnTo>
                  <a:pt x="733122" y="2078582"/>
                </a:lnTo>
                <a:lnTo>
                  <a:pt x="734164" y="2078384"/>
                </a:lnTo>
                <a:lnTo>
                  <a:pt x="732857" y="2076553"/>
                </a:lnTo>
                <a:lnTo>
                  <a:pt x="732707" y="2076307"/>
                </a:lnTo>
                <a:close/>
                <a:moveTo>
                  <a:pt x="717345" y="2109529"/>
                </a:moveTo>
                <a:lnTo>
                  <a:pt x="718286" y="2109789"/>
                </a:lnTo>
                <a:lnTo>
                  <a:pt x="719388" y="2109229"/>
                </a:lnTo>
                <a:close/>
                <a:moveTo>
                  <a:pt x="732386" y="2075797"/>
                </a:moveTo>
                <a:lnTo>
                  <a:pt x="732397" y="2075797"/>
                </a:lnTo>
                <a:lnTo>
                  <a:pt x="732395" y="2075794"/>
                </a:lnTo>
                <a:close/>
                <a:moveTo>
                  <a:pt x="1401458" y="576992"/>
                </a:moveTo>
                <a:lnTo>
                  <a:pt x="1403444" y="585111"/>
                </a:lnTo>
                <a:lnTo>
                  <a:pt x="1404177" y="584258"/>
                </a:lnTo>
                <a:close/>
                <a:moveTo>
                  <a:pt x="734661" y="2069781"/>
                </a:moveTo>
                <a:lnTo>
                  <a:pt x="735728" y="2070252"/>
                </a:lnTo>
                <a:lnTo>
                  <a:pt x="736865" y="2070322"/>
                </a:lnTo>
                <a:lnTo>
                  <a:pt x="736846" y="2070065"/>
                </a:lnTo>
                <a:close/>
                <a:moveTo>
                  <a:pt x="1439187" y="492125"/>
                </a:moveTo>
                <a:lnTo>
                  <a:pt x="1440351" y="505968"/>
                </a:lnTo>
                <a:lnTo>
                  <a:pt x="1442557" y="503796"/>
                </a:lnTo>
                <a:close/>
                <a:moveTo>
                  <a:pt x="1388685" y="605142"/>
                </a:moveTo>
                <a:lnTo>
                  <a:pt x="1390055" y="611088"/>
                </a:lnTo>
                <a:lnTo>
                  <a:pt x="1390219" y="611402"/>
                </a:lnTo>
                <a:lnTo>
                  <a:pt x="1390710" y="607094"/>
                </a:lnTo>
                <a:lnTo>
                  <a:pt x="1389781" y="603759"/>
                </a:lnTo>
                <a:close/>
                <a:moveTo>
                  <a:pt x="730310" y="2079240"/>
                </a:moveTo>
                <a:lnTo>
                  <a:pt x="733507" y="2080391"/>
                </a:lnTo>
                <a:lnTo>
                  <a:pt x="732921" y="2078781"/>
                </a:lnTo>
                <a:close/>
                <a:moveTo>
                  <a:pt x="722243" y="2097164"/>
                </a:moveTo>
                <a:lnTo>
                  <a:pt x="723096" y="2098263"/>
                </a:lnTo>
                <a:lnTo>
                  <a:pt x="724470" y="2097472"/>
                </a:lnTo>
                <a:lnTo>
                  <a:pt x="724259" y="2097045"/>
                </a:lnTo>
                <a:close/>
                <a:moveTo>
                  <a:pt x="726449" y="2087593"/>
                </a:moveTo>
                <a:lnTo>
                  <a:pt x="727425" y="2089093"/>
                </a:lnTo>
                <a:lnTo>
                  <a:pt x="728745" y="2088755"/>
                </a:lnTo>
                <a:lnTo>
                  <a:pt x="726699" y="2087572"/>
                </a:lnTo>
                <a:close/>
                <a:moveTo>
                  <a:pt x="720909" y="2099914"/>
                </a:moveTo>
                <a:lnTo>
                  <a:pt x="723545" y="2100913"/>
                </a:lnTo>
                <a:lnTo>
                  <a:pt x="724442" y="2100968"/>
                </a:lnTo>
                <a:lnTo>
                  <a:pt x="722801" y="2098911"/>
                </a:lnTo>
                <a:lnTo>
                  <a:pt x="722554" y="2098965"/>
                </a:lnTo>
                <a:close/>
                <a:moveTo>
                  <a:pt x="685682" y="2178662"/>
                </a:moveTo>
                <a:lnTo>
                  <a:pt x="687616" y="2193266"/>
                </a:lnTo>
                <a:lnTo>
                  <a:pt x="688978" y="2193249"/>
                </a:lnTo>
                <a:lnTo>
                  <a:pt x="695056" y="2189808"/>
                </a:lnTo>
                <a:lnTo>
                  <a:pt x="691433" y="2177149"/>
                </a:lnTo>
                <a:close/>
                <a:moveTo>
                  <a:pt x="731841" y="2075066"/>
                </a:moveTo>
                <a:lnTo>
                  <a:pt x="731907" y="2075250"/>
                </a:lnTo>
                <a:lnTo>
                  <a:pt x="732039" y="2075209"/>
                </a:lnTo>
                <a:lnTo>
                  <a:pt x="731931" y="2075032"/>
                </a:lnTo>
                <a:close/>
                <a:moveTo>
                  <a:pt x="1387629" y="606474"/>
                </a:moveTo>
                <a:lnTo>
                  <a:pt x="1388547" y="608219"/>
                </a:lnTo>
                <a:lnTo>
                  <a:pt x="1388029" y="605970"/>
                </a:lnTo>
                <a:close/>
                <a:moveTo>
                  <a:pt x="1387233" y="606975"/>
                </a:moveTo>
                <a:lnTo>
                  <a:pt x="1389802" y="615071"/>
                </a:lnTo>
                <a:lnTo>
                  <a:pt x="1389908" y="614132"/>
                </a:lnTo>
                <a:lnTo>
                  <a:pt x="1388721" y="608977"/>
                </a:lnTo>
                <a:lnTo>
                  <a:pt x="1387494" y="606645"/>
                </a:lnTo>
                <a:close/>
                <a:moveTo>
                  <a:pt x="719885" y="2101062"/>
                </a:moveTo>
                <a:lnTo>
                  <a:pt x="720391" y="2102358"/>
                </a:lnTo>
                <a:lnTo>
                  <a:pt x="721680" y="2102795"/>
                </a:lnTo>
                <a:lnTo>
                  <a:pt x="724921" y="2101856"/>
                </a:lnTo>
                <a:lnTo>
                  <a:pt x="723390" y="2101276"/>
                </a:lnTo>
                <a:close/>
                <a:moveTo>
                  <a:pt x="1382400" y="617088"/>
                </a:moveTo>
                <a:lnTo>
                  <a:pt x="1382475" y="618264"/>
                </a:lnTo>
                <a:lnTo>
                  <a:pt x="1384681" y="621004"/>
                </a:lnTo>
                <a:lnTo>
                  <a:pt x="1382902" y="617564"/>
                </a:lnTo>
                <a:close/>
                <a:moveTo>
                  <a:pt x="1423059" y="526020"/>
                </a:moveTo>
                <a:lnTo>
                  <a:pt x="1424244" y="529620"/>
                </a:lnTo>
                <a:lnTo>
                  <a:pt x="1424236" y="529260"/>
                </a:lnTo>
                <a:close/>
                <a:moveTo>
                  <a:pt x="708236" y="2126637"/>
                </a:moveTo>
                <a:lnTo>
                  <a:pt x="709198" y="2127803"/>
                </a:lnTo>
                <a:lnTo>
                  <a:pt x="716108" y="2126028"/>
                </a:lnTo>
                <a:lnTo>
                  <a:pt x="719932" y="2123817"/>
                </a:lnTo>
                <a:close/>
                <a:moveTo>
                  <a:pt x="719706" y="2100607"/>
                </a:moveTo>
                <a:lnTo>
                  <a:pt x="719735" y="2100681"/>
                </a:lnTo>
                <a:lnTo>
                  <a:pt x="722221" y="2100832"/>
                </a:lnTo>
                <a:lnTo>
                  <a:pt x="720467" y="2100168"/>
                </a:lnTo>
                <a:close/>
                <a:moveTo>
                  <a:pt x="733207" y="2070099"/>
                </a:moveTo>
                <a:lnTo>
                  <a:pt x="734322" y="2070167"/>
                </a:lnTo>
                <a:lnTo>
                  <a:pt x="733666" y="2069877"/>
                </a:lnTo>
                <a:close/>
                <a:moveTo>
                  <a:pt x="719927" y="2099541"/>
                </a:moveTo>
                <a:lnTo>
                  <a:pt x="720500" y="2099758"/>
                </a:lnTo>
                <a:lnTo>
                  <a:pt x="721459" y="2099206"/>
                </a:lnTo>
                <a:close/>
                <a:moveTo>
                  <a:pt x="1424315" y="522230"/>
                </a:moveTo>
                <a:lnTo>
                  <a:pt x="1424489" y="522441"/>
                </a:lnTo>
                <a:lnTo>
                  <a:pt x="1424545" y="524959"/>
                </a:lnTo>
                <a:lnTo>
                  <a:pt x="1433635" y="549981"/>
                </a:lnTo>
                <a:lnTo>
                  <a:pt x="1436472" y="546679"/>
                </a:lnTo>
                <a:lnTo>
                  <a:pt x="1430957" y="532020"/>
                </a:lnTo>
                <a:lnTo>
                  <a:pt x="1425739" y="520737"/>
                </a:lnTo>
                <a:close/>
                <a:moveTo>
                  <a:pt x="713791" y="2112682"/>
                </a:moveTo>
                <a:lnTo>
                  <a:pt x="721756" y="2111721"/>
                </a:lnTo>
                <a:lnTo>
                  <a:pt x="721914" y="2111641"/>
                </a:lnTo>
                <a:lnTo>
                  <a:pt x="721706" y="2111210"/>
                </a:lnTo>
                <a:lnTo>
                  <a:pt x="718774" y="2110402"/>
                </a:lnTo>
                <a:close/>
                <a:moveTo>
                  <a:pt x="1423763" y="522809"/>
                </a:moveTo>
                <a:lnTo>
                  <a:pt x="1424115" y="523775"/>
                </a:lnTo>
                <a:lnTo>
                  <a:pt x="1424085" y="522471"/>
                </a:lnTo>
                <a:close/>
                <a:moveTo>
                  <a:pt x="1409831" y="554001"/>
                </a:moveTo>
                <a:lnTo>
                  <a:pt x="1409799" y="555584"/>
                </a:lnTo>
                <a:lnTo>
                  <a:pt x="1411231" y="558638"/>
                </a:lnTo>
                <a:lnTo>
                  <a:pt x="1412231" y="559705"/>
                </a:lnTo>
                <a:close/>
                <a:moveTo>
                  <a:pt x="730192" y="2075697"/>
                </a:moveTo>
                <a:lnTo>
                  <a:pt x="730445" y="2075708"/>
                </a:lnTo>
                <a:lnTo>
                  <a:pt x="731662" y="2075327"/>
                </a:lnTo>
                <a:lnTo>
                  <a:pt x="731601" y="2075159"/>
                </a:lnTo>
                <a:close/>
                <a:moveTo>
                  <a:pt x="719371" y="2099752"/>
                </a:moveTo>
                <a:lnTo>
                  <a:pt x="719581" y="2100287"/>
                </a:lnTo>
                <a:lnTo>
                  <a:pt x="720058" y="2100012"/>
                </a:lnTo>
                <a:close/>
                <a:moveTo>
                  <a:pt x="732445" y="2070465"/>
                </a:moveTo>
                <a:lnTo>
                  <a:pt x="732571" y="2070672"/>
                </a:lnTo>
                <a:lnTo>
                  <a:pt x="736539" y="2071310"/>
                </a:lnTo>
                <a:lnTo>
                  <a:pt x="736808" y="2071265"/>
                </a:lnTo>
                <a:lnTo>
                  <a:pt x="734850" y="2070400"/>
                </a:lnTo>
                <a:lnTo>
                  <a:pt x="732835" y="2070277"/>
                </a:lnTo>
                <a:close/>
                <a:moveTo>
                  <a:pt x="1384462" y="610473"/>
                </a:moveTo>
                <a:lnTo>
                  <a:pt x="1389417" y="617665"/>
                </a:lnTo>
                <a:lnTo>
                  <a:pt x="1389497" y="617741"/>
                </a:lnTo>
                <a:lnTo>
                  <a:pt x="1389616" y="616698"/>
                </a:lnTo>
                <a:lnTo>
                  <a:pt x="1386794" y="607529"/>
                </a:lnTo>
                <a:close/>
                <a:moveTo>
                  <a:pt x="724345" y="2087761"/>
                </a:moveTo>
                <a:lnTo>
                  <a:pt x="725357" y="2089229"/>
                </a:lnTo>
                <a:lnTo>
                  <a:pt x="725560" y="2089232"/>
                </a:lnTo>
                <a:lnTo>
                  <a:pt x="724736" y="2088097"/>
                </a:lnTo>
                <a:lnTo>
                  <a:pt x="724504" y="2087749"/>
                </a:lnTo>
                <a:close/>
                <a:moveTo>
                  <a:pt x="1386569" y="604884"/>
                </a:moveTo>
                <a:lnTo>
                  <a:pt x="1386698" y="605292"/>
                </a:lnTo>
                <a:lnTo>
                  <a:pt x="1386750" y="605226"/>
                </a:lnTo>
                <a:close/>
                <a:moveTo>
                  <a:pt x="720866" y="2095390"/>
                </a:moveTo>
                <a:lnTo>
                  <a:pt x="721139" y="2095741"/>
                </a:lnTo>
                <a:lnTo>
                  <a:pt x="723502" y="2095506"/>
                </a:lnTo>
                <a:lnTo>
                  <a:pt x="723145" y="2094780"/>
                </a:lnTo>
                <a:close/>
                <a:moveTo>
                  <a:pt x="714507" y="2109225"/>
                </a:moveTo>
                <a:lnTo>
                  <a:pt x="714581" y="2109571"/>
                </a:lnTo>
                <a:lnTo>
                  <a:pt x="715351" y="2109458"/>
                </a:lnTo>
                <a:close/>
                <a:moveTo>
                  <a:pt x="1381176" y="615930"/>
                </a:moveTo>
                <a:lnTo>
                  <a:pt x="1381453" y="616995"/>
                </a:lnTo>
                <a:lnTo>
                  <a:pt x="1381841" y="617476"/>
                </a:lnTo>
                <a:lnTo>
                  <a:pt x="1381799" y="616519"/>
                </a:lnTo>
                <a:close/>
                <a:moveTo>
                  <a:pt x="728867" y="2076203"/>
                </a:moveTo>
                <a:lnTo>
                  <a:pt x="729064" y="2076141"/>
                </a:lnTo>
                <a:lnTo>
                  <a:pt x="729033" y="2076139"/>
                </a:lnTo>
                <a:close/>
                <a:moveTo>
                  <a:pt x="714156" y="2107573"/>
                </a:moveTo>
                <a:lnTo>
                  <a:pt x="714400" y="2108717"/>
                </a:lnTo>
                <a:lnTo>
                  <a:pt x="716482" y="2109291"/>
                </a:lnTo>
                <a:lnTo>
                  <a:pt x="719559" y="2108840"/>
                </a:lnTo>
                <a:lnTo>
                  <a:pt x="716506" y="2107803"/>
                </a:lnTo>
                <a:close/>
                <a:moveTo>
                  <a:pt x="717085" y="2100893"/>
                </a:moveTo>
                <a:lnTo>
                  <a:pt x="717282" y="2101301"/>
                </a:lnTo>
                <a:lnTo>
                  <a:pt x="719663" y="2102110"/>
                </a:lnTo>
                <a:lnTo>
                  <a:pt x="719220" y="2101023"/>
                </a:lnTo>
                <a:close/>
                <a:moveTo>
                  <a:pt x="718447" y="2097391"/>
                </a:moveTo>
                <a:lnTo>
                  <a:pt x="719168" y="2099235"/>
                </a:lnTo>
                <a:lnTo>
                  <a:pt x="722480" y="2098508"/>
                </a:lnTo>
                <a:lnTo>
                  <a:pt x="721446" y="2097212"/>
                </a:lnTo>
                <a:close/>
                <a:moveTo>
                  <a:pt x="1419424" y="527360"/>
                </a:moveTo>
                <a:lnTo>
                  <a:pt x="1424466" y="539685"/>
                </a:lnTo>
                <a:lnTo>
                  <a:pt x="1424356" y="534721"/>
                </a:lnTo>
                <a:lnTo>
                  <a:pt x="1422486" y="529289"/>
                </a:lnTo>
                <a:lnTo>
                  <a:pt x="1422705" y="529432"/>
                </a:lnTo>
                <a:lnTo>
                  <a:pt x="1424345" y="534196"/>
                </a:lnTo>
                <a:lnTo>
                  <a:pt x="1424291" y="531740"/>
                </a:lnTo>
                <a:lnTo>
                  <a:pt x="1423342" y="528417"/>
                </a:lnTo>
                <a:lnTo>
                  <a:pt x="1422077" y="524577"/>
                </a:lnTo>
                <a:close/>
                <a:moveTo>
                  <a:pt x="1402123" y="565814"/>
                </a:moveTo>
                <a:lnTo>
                  <a:pt x="1405357" y="582885"/>
                </a:lnTo>
                <a:lnTo>
                  <a:pt x="1408936" y="578720"/>
                </a:lnTo>
                <a:lnTo>
                  <a:pt x="1409028" y="576056"/>
                </a:lnTo>
                <a:lnTo>
                  <a:pt x="1408928" y="575761"/>
                </a:lnTo>
                <a:close/>
                <a:moveTo>
                  <a:pt x="684794" y="2171966"/>
                </a:moveTo>
                <a:lnTo>
                  <a:pt x="685452" y="2176932"/>
                </a:lnTo>
                <a:lnTo>
                  <a:pt x="685998" y="2176788"/>
                </a:lnTo>
                <a:lnTo>
                  <a:pt x="690704" y="2174603"/>
                </a:lnTo>
                <a:lnTo>
                  <a:pt x="689689" y="2171057"/>
                </a:lnTo>
                <a:lnTo>
                  <a:pt x="687798" y="2170742"/>
                </a:lnTo>
                <a:close/>
                <a:moveTo>
                  <a:pt x="716767" y="2100234"/>
                </a:moveTo>
                <a:lnTo>
                  <a:pt x="716899" y="2100509"/>
                </a:lnTo>
                <a:lnTo>
                  <a:pt x="718976" y="2100635"/>
                </a:lnTo>
                <a:lnTo>
                  <a:pt x="719046" y="2100595"/>
                </a:lnTo>
                <a:lnTo>
                  <a:pt x="718724" y="2099805"/>
                </a:lnTo>
                <a:close/>
                <a:moveTo>
                  <a:pt x="718606" y="2095994"/>
                </a:moveTo>
                <a:lnTo>
                  <a:pt x="720349" y="2095820"/>
                </a:lnTo>
                <a:lnTo>
                  <a:pt x="720161" y="2095578"/>
                </a:lnTo>
                <a:close/>
                <a:moveTo>
                  <a:pt x="1393190" y="585190"/>
                </a:moveTo>
                <a:lnTo>
                  <a:pt x="1393189" y="585356"/>
                </a:lnTo>
                <a:lnTo>
                  <a:pt x="1393204" y="585215"/>
                </a:lnTo>
                <a:close/>
                <a:moveTo>
                  <a:pt x="1418607" y="528216"/>
                </a:moveTo>
                <a:lnTo>
                  <a:pt x="1419214" y="533209"/>
                </a:lnTo>
                <a:lnTo>
                  <a:pt x="1420312" y="537011"/>
                </a:lnTo>
                <a:lnTo>
                  <a:pt x="1420921" y="537846"/>
                </a:lnTo>
                <a:lnTo>
                  <a:pt x="1424545" y="543251"/>
                </a:lnTo>
                <a:lnTo>
                  <a:pt x="1424483" y="540453"/>
                </a:lnTo>
                <a:lnTo>
                  <a:pt x="1419216" y="527577"/>
                </a:lnTo>
                <a:close/>
                <a:moveTo>
                  <a:pt x="1398669" y="572404"/>
                </a:moveTo>
                <a:lnTo>
                  <a:pt x="1399193" y="583307"/>
                </a:lnTo>
                <a:lnTo>
                  <a:pt x="1400487" y="588551"/>
                </a:lnTo>
                <a:lnTo>
                  <a:pt x="1402234" y="586517"/>
                </a:lnTo>
                <a:lnTo>
                  <a:pt x="1401559" y="581267"/>
                </a:lnTo>
                <a:close/>
                <a:moveTo>
                  <a:pt x="722812" y="2085326"/>
                </a:moveTo>
                <a:lnTo>
                  <a:pt x="723181" y="2086077"/>
                </a:lnTo>
                <a:lnTo>
                  <a:pt x="723336" y="2086300"/>
                </a:lnTo>
                <a:lnTo>
                  <a:pt x="723526" y="2086281"/>
                </a:lnTo>
                <a:lnTo>
                  <a:pt x="722939" y="2085400"/>
                </a:lnTo>
                <a:close/>
                <a:moveTo>
                  <a:pt x="726164" y="2077748"/>
                </a:moveTo>
                <a:lnTo>
                  <a:pt x="730051" y="2079147"/>
                </a:lnTo>
                <a:lnTo>
                  <a:pt x="731337" y="2078921"/>
                </a:lnTo>
                <a:lnTo>
                  <a:pt x="732866" y="2078630"/>
                </a:lnTo>
                <a:lnTo>
                  <a:pt x="732008" y="2076275"/>
                </a:lnTo>
                <a:lnTo>
                  <a:pt x="731005" y="2076229"/>
                </a:lnTo>
                <a:close/>
                <a:moveTo>
                  <a:pt x="715859" y="2100818"/>
                </a:moveTo>
                <a:lnTo>
                  <a:pt x="716849" y="2101154"/>
                </a:lnTo>
                <a:lnTo>
                  <a:pt x="716712" y="2100870"/>
                </a:lnTo>
                <a:close/>
                <a:moveTo>
                  <a:pt x="1371745" y="632108"/>
                </a:moveTo>
                <a:lnTo>
                  <a:pt x="1371745" y="632166"/>
                </a:lnTo>
                <a:lnTo>
                  <a:pt x="1373454" y="634657"/>
                </a:lnTo>
                <a:lnTo>
                  <a:pt x="1373978" y="635576"/>
                </a:lnTo>
                <a:lnTo>
                  <a:pt x="1373918" y="635349"/>
                </a:lnTo>
                <a:lnTo>
                  <a:pt x="1373830" y="635146"/>
                </a:lnTo>
                <a:close/>
                <a:moveTo>
                  <a:pt x="715813" y="2100442"/>
                </a:moveTo>
                <a:lnTo>
                  <a:pt x="716527" y="2100486"/>
                </a:lnTo>
                <a:lnTo>
                  <a:pt x="716439" y="2100305"/>
                </a:lnTo>
                <a:close/>
                <a:moveTo>
                  <a:pt x="684560" y="2170203"/>
                </a:moveTo>
                <a:lnTo>
                  <a:pt x="684723" y="2171429"/>
                </a:lnTo>
                <a:lnTo>
                  <a:pt x="686810" y="2170577"/>
                </a:lnTo>
                <a:close/>
                <a:moveTo>
                  <a:pt x="1410011" y="545201"/>
                </a:moveTo>
                <a:lnTo>
                  <a:pt x="1409853" y="552947"/>
                </a:lnTo>
                <a:lnTo>
                  <a:pt x="1413894" y="561483"/>
                </a:lnTo>
                <a:lnTo>
                  <a:pt x="1415127" y="562801"/>
                </a:lnTo>
                <a:lnTo>
                  <a:pt x="1416486" y="558356"/>
                </a:lnTo>
                <a:lnTo>
                  <a:pt x="1414811" y="551118"/>
                </a:lnTo>
                <a:lnTo>
                  <a:pt x="1414611" y="550767"/>
                </a:lnTo>
                <a:close/>
                <a:moveTo>
                  <a:pt x="727633" y="2072781"/>
                </a:moveTo>
                <a:lnTo>
                  <a:pt x="729071" y="2072544"/>
                </a:lnTo>
                <a:lnTo>
                  <a:pt x="728376" y="2072424"/>
                </a:lnTo>
                <a:close/>
                <a:moveTo>
                  <a:pt x="1415937" y="531016"/>
                </a:moveTo>
                <a:lnTo>
                  <a:pt x="1416593" y="531916"/>
                </a:lnTo>
                <a:lnTo>
                  <a:pt x="1416546" y="530378"/>
                </a:lnTo>
                <a:close/>
                <a:moveTo>
                  <a:pt x="1386692" y="596488"/>
                </a:moveTo>
                <a:lnTo>
                  <a:pt x="1388264" y="603315"/>
                </a:lnTo>
                <a:lnTo>
                  <a:pt x="1389295" y="602014"/>
                </a:lnTo>
                <a:lnTo>
                  <a:pt x="1388361" y="598662"/>
                </a:lnTo>
                <a:lnTo>
                  <a:pt x="1388036" y="598031"/>
                </a:lnTo>
                <a:close/>
                <a:moveTo>
                  <a:pt x="723058" y="2082376"/>
                </a:moveTo>
                <a:lnTo>
                  <a:pt x="725470" y="2086087"/>
                </a:lnTo>
                <a:lnTo>
                  <a:pt x="735229" y="2085113"/>
                </a:lnTo>
                <a:lnTo>
                  <a:pt x="734371" y="2082758"/>
                </a:lnTo>
                <a:close/>
                <a:moveTo>
                  <a:pt x="715905" y="2098389"/>
                </a:moveTo>
                <a:lnTo>
                  <a:pt x="716565" y="2099804"/>
                </a:lnTo>
                <a:lnTo>
                  <a:pt x="718447" y="2099392"/>
                </a:lnTo>
                <a:close/>
                <a:moveTo>
                  <a:pt x="1418241" y="525194"/>
                </a:moveTo>
                <a:lnTo>
                  <a:pt x="1418518" y="527473"/>
                </a:lnTo>
                <a:lnTo>
                  <a:pt x="1418985" y="527013"/>
                </a:lnTo>
                <a:close/>
                <a:moveTo>
                  <a:pt x="1398511" y="569116"/>
                </a:moveTo>
                <a:lnTo>
                  <a:pt x="1398574" y="570420"/>
                </a:lnTo>
                <a:lnTo>
                  <a:pt x="1399459" y="573014"/>
                </a:lnTo>
                <a:lnTo>
                  <a:pt x="1401173" y="578266"/>
                </a:lnTo>
                <a:lnTo>
                  <a:pt x="1400825" y="575573"/>
                </a:lnTo>
                <a:lnTo>
                  <a:pt x="1400635" y="574792"/>
                </a:lnTo>
                <a:close/>
                <a:moveTo>
                  <a:pt x="715521" y="2097564"/>
                </a:moveTo>
                <a:lnTo>
                  <a:pt x="715694" y="2097936"/>
                </a:lnTo>
                <a:lnTo>
                  <a:pt x="718389" y="2098958"/>
                </a:lnTo>
                <a:lnTo>
                  <a:pt x="717790" y="2097430"/>
                </a:lnTo>
                <a:close/>
                <a:moveTo>
                  <a:pt x="725368" y="2075478"/>
                </a:moveTo>
                <a:lnTo>
                  <a:pt x="728893" y="2075638"/>
                </a:lnTo>
                <a:lnTo>
                  <a:pt x="731423" y="2074671"/>
                </a:lnTo>
                <a:lnTo>
                  <a:pt x="731380" y="2074554"/>
                </a:lnTo>
                <a:close/>
                <a:moveTo>
                  <a:pt x="697074" y="2137971"/>
                </a:moveTo>
                <a:lnTo>
                  <a:pt x="707123" y="2139334"/>
                </a:lnTo>
                <a:lnTo>
                  <a:pt x="713603" y="2135814"/>
                </a:lnTo>
                <a:lnTo>
                  <a:pt x="707055" y="2135728"/>
                </a:lnTo>
                <a:close/>
                <a:moveTo>
                  <a:pt x="1386254" y="594588"/>
                </a:moveTo>
                <a:lnTo>
                  <a:pt x="1386496" y="595637"/>
                </a:lnTo>
                <a:lnTo>
                  <a:pt x="1387237" y="596488"/>
                </a:lnTo>
                <a:close/>
                <a:moveTo>
                  <a:pt x="1436385" y="482180"/>
                </a:moveTo>
                <a:lnTo>
                  <a:pt x="1438046" y="487654"/>
                </a:lnTo>
                <a:lnTo>
                  <a:pt x="1437521" y="481406"/>
                </a:lnTo>
                <a:close/>
                <a:moveTo>
                  <a:pt x="690311" y="2152690"/>
                </a:moveTo>
                <a:lnTo>
                  <a:pt x="727704" y="2150896"/>
                </a:lnTo>
                <a:lnTo>
                  <a:pt x="725811" y="2148666"/>
                </a:lnTo>
                <a:lnTo>
                  <a:pt x="710615" y="2149554"/>
                </a:lnTo>
                <a:lnTo>
                  <a:pt x="725678" y="2148508"/>
                </a:lnTo>
                <a:lnTo>
                  <a:pt x="724647" y="2147295"/>
                </a:lnTo>
                <a:lnTo>
                  <a:pt x="721219" y="2143143"/>
                </a:lnTo>
                <a:lnTo>
                  <a:pt x="713978" y="2142160"/>
                </a:lnTo>
                <a:lnTo>
                  <a:pt x="695350" y="2150447"/>
                </a:lnTo>
                <a:lnTo>
                  <a:pt x="710615" y="2149554"/>
                </a:lnTo>
                <a:lnTo>
                  <a:pt x="694905" y="2150646"/>
                </a:lnTo>
                <a:close/>
                <a:moveTo>
                  <a:pt x="719113" y="2088182"/>
                </a:moveTo>
                <a:lnTo>
                  <a:pt x="720164" y="2089128"/>
                </a:lnTo>
                <a:lnTo>
                  <a:pt x="720290" y="2089131"/>
                </a:lnTo>
                <a:lnTo>
                  <a:pt x="719607" y="2088142"/>
                </a:lnTo>
                <a:close/>
                <a:moveTo>
                  <a:pt x="1370301" y="630007"/>
                </a:moveTo>
                <a:lnTo>
                  <a:pt x="1370326" y="630100"/>
                </a:lnTo>
                <a:lnTo>
                  <a:pt x="1370439" y="630265"/>
                </a:lnTo>
                <a:lnTo>
                  <a:pt x="1370439" y="630207"/>
                </a:lnTo>
                <a:close/>
                <a:moveTo>
                  <a:pt x="714824" y="2097606"/>
                </a:moveTo>
                <a:lnTo>
                  <a:pt x="715205" y="2097751"/>
                </a:lnTo>
                <a:lnTo>
                  <a:pt x="715127" y="2097588"/>
                </a:lnTo>
                <a:close/>
                <a:moveTo>
                  <a:pt x="1413018" y="534076"/>
                </a:moveTo>
                <a:lnTo>
                  <a:pt x="1414954" y="543816"/>
                </a:lnTo>
                <a:lnTo>
                  <a:pt x="1415204" y="544254"/>
                </a:lnTo>
                <a:lnTo>
                  <a:pt x="1417050" y="546488"/>
                </a:lnTo>
                <a:lnTo>
                  <a:pt x="1416653" y="533826"/>
                </a:lnTo>
                <a:lnTo>
                  <a:pt x="1415252" y="531734"/>
                </a:lnTo>
                <a:close/>
                <a:moveTo>
                  <a:pt x="1436048" y="482410"/>
                </a:moveTo>
                <a:lnTo>
                  <a:pt x="1438354" y="495867"/>
                </a:lnTo>
                <a:lnTo>
                  <a:pt x="1439177" y="501100"/>
                </a:lnTo>
                <a:lnTo>
                  <a:pt x="1438108" y="488389"/>
                </a:lnTo>
                <a:lnTo>
                  <a:pt x="1437596" y="486616"/>
                </a:lnTo>
                <a:lnTo>
                  <a:pt x="1436273" y="482255"/>
                </a:lnTo>
                <a:close/>
                <a:moveTo>
                  <a:pt x="689930" y="2152918"/>
                </a:moveTo>
                <a:lnTo>
                  <a:pt x="695200" y="2167157"/>
                </a:lnTo>
                <a:lnTo>
                  <a:pt x="699831" y="2165270"/>
                </a:lnTo>
                <a:lnTo>
                  <a:pt x="712838" y="2159134"/>
                </a:lnTo>
                <a:lnTo>
                  <a:pt x="704429" y="2161795"/>
                </a:lnTo>
                <a:lnTo>
                  <a:pt x="704194" y="2161681"/>
                </a:lnTo>
                <a:lnTo>
                  <a:pt x="714057" y="2158558"/>
                </a:lnTo>
                <a:lnTo>
                  <a:pt x="728446" y="2151769"/>
                </a:lnTo>
                <a:lnTo>
                  <a:pt x="728042" y="2151293"/>
                </a:lnTo>
                <a:lnTo>
                  <a:pt x="705049" y="2152397"/>
                </a:lnTo>
                <a:close/>
                <a:moveTo>
                  <a:pt x="721972" y="2080706"/>
                </a:moveTo>
                <a:lnTo>
                  <a:pt x="722902" y="2082135"/>
                </a:lnTo>
                <a:lnTo>
                  <a:pt x="734227" y="2082364"/>
                </a:lnTo>
                <a:lnTo>
                  <a:pt x="733614" y="2080684"/>
                </a:lnTo>
                <a:lnTo>
                  <a:pt x="729836" y="2079324"/>
                </a:lnTo>
                <a:close/>
                <a:moveTo>
                  <a:pt x="703686" y="2121129"/>
                </a:moveTo>
                <a:lnTo>
                  <a:pt x="706899" y="2125020"/>
                </a:lnTo>
                <a:lnTo>
                  <a:pt x="725684" y="2120489"/>
                </a:lnTo>
                <a:lnTo>
                  <a:pt x="726077" y="2120262"/>
                </a:lnTo>
                <a:lnTo>
                  <a:pt x="723989" y="2115936"/>
                </a:lnTo>
                <a:lnTo>
                  <a:pt x="712788" y="2116944"/>
                </a:lnTo>
                <a:close/>
                <a:moveTo>
                  <a:pt x="700336" y="2128543"/>
                </a:moveTo>
                <a:lnTo>
                  <a:pt x="708336" y="2128024"/>
                </a:lnTo>
                <a:lnTo>
                  <a:pt x="708664" y="2127940"/>
                </a:lnTo>
                <a:lnTo>
                  <a:pt x="707696" y="2126768"/>
                </a:lnTo>
                <a:close/>
                <a:moveTo>
                  <a:pt x="705742" y="2116366"/>
                </a:moveTo>
                <a:lnTo>
                  <a:pt x="714126" y="2115611"/>
                </a:lnTo>
                <a:lnTo>
                  <a:pt x="719924" y="2112654"/>
                </a:lnTo>
                <a:lnTo>
                  <a:pt x="717862" y="2112904"/>
                </a:lnTo>
                <a:lnTo>
                  <a:pt x="712337" y="2113348"/>
                </a:lnTo>
                <a:close/>
                <a:moveTo>
                  <a:pt x="1393221" y="576910"/>
                </a:moveTo>
                <a:lnTo>
                  <a:pt x="1393209" y="580048"/>
                </a:lnTo>
                <a:lnTo>
                  <a:pt x="1393700" y="580872"/>
                </a:lnTo>
                <a:lnTo>
                  <a:pt x="1393913" y="579009"/>
                </a:lnTo>
                <a:close/>
                <a:moveTo>
                  <a:pt x="1434999" y="483125"/>
                </a:moveTo>
                <a:lnTo>
                  <a:pt x="1435225" y="487473"/>
                </a:lnTo>
                <a:lnTo>
                  <a:pt x="1435919" y="510333"/>
                </a:lnTo>
                <a:lnTo>
                  <a:pt x="1439187" y="507114"/>
                </a:lnTo>
                <a:lnTo>
                  <a:pt x="1435420" y="482838"/>
                </a:lnTo>
                <a:close/>
                <a:moveTo>
                  <a:pt x="1411544" y="535623"/>
                </a:moveTo>
                <a:lnTo>
                  <a:pt x="1412402" y="539330"/>
                </a:lnTo>
                <a:lnTo>
                  <a:pt x="1414178" y="542450"/>
                </a:lnTo>
                <a:lnTo>
                  <a:pt x="1412599" y="534517"/>
                </a:lnTo>
                <a:close/>
                <a:moveTo>
                  <a:pt x="689098" y="2153230"/>
                </a:moveTo>
                <a:lnTo>
                  <a:pt x="690627" y="2158017"/>
                </a:lnTo>
                <a:lnTo>
                  <a:pt x="693867" y="2167700"/>
                </a:lnTo>
                <a:lnTo>
                  <a:pt x="695046" y="2167221"/>
                </a:lnTo>
                <a:lnTo>
                  <a:pt x="689758" y="2152935"/>
                </a:lnTo>
                <a:close/>
                <a:moveTo>
                  <a:pt x="699018" y="2130820"/>
                </a:moveTo>
                <a:lnTo>
                  <a:pt x="712957" y="2133720"/>
                </a:lnTo>
                <a:lnTo>
                  <a:pt x="713363" y="2133630"/>
                </a:lnTo>
                <a:lnTo>
                  <a:pt x="708939" y="2128273"/>
                </a:lnTo>
                <a:close/>
                <a:moveTo>
                  <a:pt x="1410761" y="536445"/>
                </a:moveTo>
                <a:lnTo>
                  <a:pt x="1411866" y="538386"/>
                </a:lnTo>
                <a:lnTo>
                  <a:pt x="1411288" y="535892"/>
                </a:lnTo>
                <a:close/>
                <a:moveTo>
                  <a:pt x="1435696" y="480356"/>
                </a:moveTo>
                <a:lnTo>
                  <a:pt x="1436002" y="482139"/>
                </a:lnTo>
                <a:lnTo>
                  <a:pt x="1436197" y="482006"/>
                </a:lnTo>
                <a:close/>
                <a:moveTo>
                  <a:pt x="1399178" y="561509"/>
                </a:moveTo>
                <a:lnTo>
                  <a:pt x="1400882" y="573475"/>
                </a:lnTo>
                <a:lnTo>
                  <a:pt x="1401062" y="574876"/>
                </a:lnTo>
                <a:lnTo>
                  <a:pt x="1404452" y="583936"/>
                </a:lnTo>
                <a:lnTo>
                  <a:pt x="1404689" y="583661"/>
                </a:lnTo>
                <a:lnTo>
                  <a:pt x="1403519" y="575771"/>
                </a:lnTo>
                <a:lnTo>
                  <a:pt x="1401445" y="564823"/>
                </a:lnTo>
                <a:close/>
                <a:moveTo>
                  <a:pt x="717293" y="2088328"/>
                </a:moveTo>
                <a:lnTo>
                  <a:pt x="719252" y="2089111"/>
                </a:lnTo>
                <a:lnTo>
                  <a:pt x="719356" y="2089113"/>
                </a:lnTo>
                <a:lnTo>
                  <a:pt x="718387" y="2088240"/>
                </a:lnTo>
                <a:close/>
                <a:moveTo>
                  <a:pt x="689258" y="2151038"/>
                </a:moveTo>
                <a:lnTo>
                  <a:pt x="689747" y="2152415"/>
                </a:lnTo>
                <a:lnTo>
                  <a:pt x="693503" y="2150743"/>
                </a:lnTo>
                <a:close/>
                <a:moveTo>
                  <a:pt x="716478" y="2089736"/>
                </a:moveTo>
                <a:lnTo>
                  <a:pt x="717365" y="2090879"/>
                </a:lnTo>
                <a:lnTo>
                  <a:pt x="719890" y="2091029"/>
                </a:lnTo>
                <a:lnTo>
                  <a:pt x="720276" y="2090929"/>
                </a:lnTo>
                <a:lnTo>
                  <a:pt x="717333" y="2089752"/>
                </a:lnTo>
                <a:close/>
                <a:moveTo>
                  <a:pt x="721086" y="2079341"/>
                </a:moveTo>
                <a:lnTo>
                  <a:pt x="721891" y="2080580"/>
                </a:lnTo>
                <a:lnTo>
                  <a:pt x="729577" y="2079231"/>
                </a:lnTo>
                <a:lnTo>
                  <a:pt x="725787" y="2077866"/>
                </a:lnTo>
                <a:close/>
                <a:moveTo>
                  <a:pt x="689127" y="2150670"/>
                </a:moveTo>
                <a:lnTo>
                  <a:pt x="689177" y="2150809"/>
                </a:lnTo>
                <a:lnTo>
                  <a:pt x="693989" y="2150527"/>
                </a:lnTo>
                <a:lnTo>
                  <a:pt x="713071" y="2142038"/>
                </a:lnTo>
                <a:lnTo>
                  <a:pt x="707279" y="2141252"/>
                </a:lnTo>
                <a:lnTo>
                  <a:pt x="697742" y="2146432"/>
                </a:lnTo>
                <a:close/>
                <a:moveTo>
                  <a:pt x="1385505" y="591335"/>
                </a:moveTo>
                <a:lnTo>
                  <a:pt x="1385752" y="592406"/>
                </a:lnTo>
                <a:lnTo>
                  <a:pt x="1385780" y="592459"/>
                </a:lnTo>
                <a:lnTo>
                  <a:pt x="1387631" y="596040"/>
                </a:lnTo>
                <a:lnTo>
                  <a:pt x="1387090" y="594099"/>
                </a:lnTo>
                <a:lnTo>
                  <a:pt x="1385512" y="591345"/>
                </a:lnTo>
                <a:close/>
                <a:moveTo>
                  <a:pt x="708771" y="2106371"/>
                </a:moveTo>
                <a:lnTo>
                  <a:pt x="713719" y="2106857"/>
                </a:lnTo>
                <a:lnTo>
                  <a:pt x="711438" y="2106082"/>
                </a:lnTo>
                <a:close/>
                <a:moveTo>
                  <a:pt x="729899" y="2058868"/>
                </a:moveTo>
                <a:lnTo>
                  <a:pt x="729979" y="2058870"/>
                </a:lnTo>
                <a:lnTo>
                  <a:pt x="729961" y="2058857"/>
                </a:lnTo>
                <a:close/>
                <a:moveTo>
                  <a:pt x="688799" y="2150831"/>
                </a:moveTo>
                <a:lnTo>
                  <a:pt x="688975" y="2150821"/>
                </a:lnTo>
                <a:lnTo>
                  <a:pt x="688952" y="2150756"/>
                </a:lnTo>
                <a:close/>
                <a:moveTo>
                  <a:pt x="688417" y="2151096"/>
                </a:moveTo>
                <a:lnTo>
                  <a:pt x="688947" y="2152755"/>
                </a:lnTo>
                <a:lnTo>
                  <a:pt x="688985" y="2152753"/>
                </a:lnTo>
                <a:lnTo>
                  <a:pt x="689591" y="2152484"/>
                </a:lnTo>
                <a:lnTo>
                  <a:pt x="689061" y="2151052"/>
                </a:lnTo>
                <a:close/>
                <a:moveTo>
                  <a:pt x="708093" y="2106977"/>
                </a:moveTo>
                <a:lnTo>
                  <a:pt x="714205" y="2108663"/>
                </a:lnTo>
                <a:lnTo>
                  <a:pt x="713970" y="2107555"/>
                </a:lnTo>
                <a:close/>
                <a:moveTo>
                  <a:pt x="712077" y="2097770"/>
                </a:moveTo>
                <a:lnTo>
                  <a:pt x="712480" y="2099670"/>
                </a:lnTo>
                <a:lnTo>
                  <a:pt x="714323" y="2100296"/>
                </a:lnTo>
                <a:lnTo>
                  <a:pt x="716233" y="2099877"/>
                </a:lnTo>
                <a:lnTo>
                  <a:pt x="715421" y="2098198"/>
                </a:lnTo>
                <a:lnTo>
                  <a:pt x="714040" y="2097653"/>
                </a:lnTo>
                <a:close/>
                <a:moveTo>
                  <a:pt x="1369927" y="624225"/>
                </a:moveTo>
                <a:lnTo>
                  <a:pt x="1369696" y="624834"/>
                </a:lnTo>
                <a:lnTo>
                  <a:pt x="1370443" y="625770"/>
                </a:lnTo>
                <a:lnTo>
                  <a:pt x="1370444" y="625208"/>
                </a:lnTo>
                <a:close/>
                <a:moveTo>
                  <a:pt x="715442" y="2089716"/>
                </a:moveTo>
                <a:lnTo>
                  <a:pt x="715862" y="2090790"/>
                </a:lnTo>
                <a:lnTo>
                  <a:pt x="716472" y="2090826"/>
                </a:lnTo>
                <a:lnTo>
                  <a:pt x="715614" y="2089719"/>
                </a:lnTo>
                <a:close/>
                <a:moveTo>
                  <a:pt x="721507" y="2076071"/>
                </a:moveTo>
                <a:lnTo>
                  <a:pt x="724726" y="2077231"/>
                </a:lnTo>
                <a:lnTo>
                  <a:pt x="727734" y="2076081"/>
                </a:lnTo>
                <a:lnTo>
                  <a:pt x="722878" y="2075861"/>
                </a:lnTo>
                <a:close/>
                <a:moveTo>
                  <a:pt x="1434758" y="478570"/>
                </a:moveTo>
                <a:lnTo>
                  <a:pt x="1434982" y="482835"/>
                </a:lnTo>
                <a:lnTo>
                  <a:pt x="1435378" y="482565"/>
                </a:lnTo>
                <a:close/>
                <a:moveTo>
                  <a:pt x="1398067" y="559885"/>
                </a:moveTo>
                <a:lnTo>
                  <a:pt x="1398453" y="567900"/>
                </a:lnTo>
                <a:lnTo>
                  <a:pt x="1399887" y="571735"/>
                </a:lnTo>
                <a:lnTo>
                  <a:pt x="1399548" y="570350"/>
                </a:lnTo>
                <a:lnTo>
                  <a:pt x="1399901" y="570625"/>
                </a:lnTo>
                <a:lnTo>
                  <a:pt x="1400509" y="573109"/>
                </a:lnTo>
                <a:lnTo>
                  <a:pt x="1398977" y="561215"/>
                </a:lnTo>
                <a:close/>
                <a:moveTo>
                  <a:pt x="685591" y="2154789"/>
                </a:moveTo>
                <a:lnTo>
                  <a:pt x="689586" y="2168747"/>
                </a:lnTo>
                <a:lnTo>
                  <a:pt x="690984" y="2168876"/>
                </a:lnTo>
                <a:lnTo>
                  <a:pt x="693643" y="2167792"/>
                </a:lnTo>
                <a:lnTo>
                  <a:pt x="688812" y="2153356"/>
                </a:lnTo>
                <a:close/>
                <a:moveTo>
                  <a:pt x="728173" y="2058794"/>
                </a:moveTo>
                <a:lnTo>
                  <a:pt x="729510" y="2058569"/>
                </a:lnTo>
                <a:lnTo>
                  <a:pt x="728937" y="2058201"/>
                </a:lnTo>
                <a:close/>
                <a:moveTo>
                  <a:pt x="701395" y="2118355"/>
                </a:moveTo>
                <a:lnTo>
                  <a:pt x="703361" y="2120736"/>
                </a:lnTo>
                <a:lnTo>
                  <a:pt x="710627" y="2117395"/>
                </a:lnTo>
                <a:lnTo>
                  <a:pt x="711239" y="2117083"/>
                </a:lnTo>
                <a:lnTo>
                  <a:pt x="702444" y="2117875"/>
                </a:lnTo>
                <a:close/>
                <a:moveTo>
                  <a:pt x="722351" y="2071386"/>
                </a:moveTo>
                <a:lnTo>
                  <a:pt x="723217" y="2072664"/>
                </a:lnTo>
                <a:lnTo>
                  <a:pt x="724728" y="2071796"/>
                </a:lnTo>
                <a:close/>
                <a:moveTo>
                  <a:pt x="1384128" y="589370"/>
                </a:moveTo>
                <a:lnTo>
                  <a:pt x="1384263" y="589622"/>
                </a:lnTo>
                <a:lnTo>
                  <a:pt x="1384242" y="589533"/>
                </a:lnTo>
                <a:close/>
                <a:moveTo>
                  <a:pt x="1367681" y="626187"/>
                </a:moveTo>
                <a:lnTo>
                  <a:pt x="1367692" y="626261"/>
                </a:lnTo>
                <a:lnTo>
                  <a:pt x="1368165" y="626951"/>
                </a:lnTo>
                <a:lnTo>
                  <a:pt x="1368136" y="626851"/>
                </a:lnTo>
                <a:close/>
                <a:moveTo>
                  <a:pt x="1404933" y="542555"/>
                </a:moveTo>
                <a:lnTo>
                  <a:pt x="1405677" y="544127"/>
                </a:lnTo>
                <a:lnTo>
                  <a:pt x="1405623" y="543996"/>
                </a:lnTo>
                <a:lnTo>
                  <a:pt x="1405962" y="544185"/>
                </a:lnTo>
                <a:lnTo>
                  <a:pt x="1408006" y="549045"/>
                </a:lnTo>
                <a:lnTo>
                  <a:pt x="1409610" y="552432"/>
                </a:lnTo>
                <a:lnTo>
                  <a:pt x="1409763" y="544902"/>
                </a:lnTo>
                <a:lnTo>
                  <a:pt x="1406481" y="540932"/>
                </a:lnTo>
                <a:close/>
                <a:moveTo>
                  <a:pt x="712819" y="2091769"/>
                </a:moveTo>
                <a:lnTo>
                  <a:pt x="713044" y="2092252"/>
                </a:lnTo>
                <a:lnTo>
                  <a:pt x="714479" y="2092335"/>
                </a:lnTo>
                <a:lnTo>
                  <a:pt x="715704" y="2092099"/>
                </a:lnTo>
                <a:lnTo>
                  <a:pt x="715640" y="2091935"/>
                </a:lnTo>
                <a:close/>
                <a:moveTo>
                  <a:pt x="701099" y="2117996"/>
                </a:moveTo>
                <a:lnTo>
                  <a:pt x="701102" y="2118001"/>
                </a:lnTo>
                <a:lnTo>
                  <a:pt x="701117" y="2117994"/>
                </a:lnTo>
                <a:close/>
                <a:moveTo>
                  <a:pt x="1380021" y="597590"/>
                </a:moveTo>
                <a:lnTo>
                  <a:pt x="1378447" y="601743"/>
                </a:lnTo>
                <a:lnTo>
                  <a:pt x="1379541" y="603331"/>
                </a:lnTo>
                <a:lnTo>
                  <a:pt x="1380086" y="598139"/>
                </a:lnTo>
                <a:close/>
                <a:moveTo>
                  <a:pt x="719400" y="2076746"/>
                </a:moveTo>
                <a:lnTo>
                  <a:pt x="720710" y="2078762"/>
                </a:lnTo>
                <a:lnTo>
                  <a:pt x="720754" y="2078749"/>
                </a:lnTo>
                <a:lnTo>
                  <a:pt x="724384" y="2077361"/>
                </a:lnTo>
                <a:lnTo>
                  <a:pt x="721013" y="2076147"/>
                </a:lnTo>
                <a:lnTo>
                  <a:pt x="720469" y="2076231"/>
                </a:lnTo>
                <a:close/>
                <a:moveTo>
                  <a:pt x="1404097" y="543431"/>
                </a:moveTo>
                <a:lnTo>
                  <a:pt x="1409556" y="555066"/>
                </a:lnTo>
                <a:lnTo>
                  <a:pt x="1409590" y="553425"/>
                </a:lnTo>
                <a:lnTo>
                  <a:pt x="1409250" y="552617"/>
                </a:lnTo>
                <a:lnTo>
                  <a:pt x="1404635" y="542867"/>
                </a:lnTo>
                <a:close/>
                <a:moveTo>
                  <a:pt x="1382153" y="592452"/>
                </a:moveTo>
                <a:lnTo>
                  <a:pt x="1381842" y="602397"/>
                </a:lnTo>
                <a:lnTo>
                  <a:pt x="1381605" y="604659"/>
                </a:lnTo>
                <a:lnTo>
                  <a:pt x="1381722" y="606496"/>
                </a:lnTo>
                <a:lnTo>
                  <a:pt x="1383593" y="609211"/>
                </a:lnTo>
                <a:lnTo>
                  <a:pt x="1386271" y="605830"/>
                </a:lnTo>
                <a:lnTo>
                  <a:pt x="1385148" y="602185"/>
                </a:lnTo>
                <a:lnTo>
                  <a:pt x="1383519" y="599087"/>
                </a:lnTo>
                <a:lnTo>
                  <a:pt x="1383811" y="599218"/>
                </a:lnTo>
                <a:lnTo>
                  <a:pt x="1384834" y="601160"/>
                </a:lnTo>
                <a:close/>
                <a:moveTo>
                  <a:pt x="685104" y="2153084"/>
                </a:moveTo>
                <a:lnTo>
                  <a:pt x="685458" y="2154322"/>
                </a:lnTo>
                <a:lnTo>
                  <a:pt x="688503" y="2152967"/>
                </a:lnTo>
                <a:close/>
                <a:moveTo>
                  <a:pt x="726617" y="2060002"/>
                </a:moveTo>
                <a:lnTo>
                  <a:pt x="727980" y="2060679"/>
                </a:lnTo>
                <a:lnTo>
                  <a:pt x="730027" y="2059709"/>
                </a:lnTo>
                <a:lnTo>
                  <a:pt x="727358" y="2059427"/>
                </a:lnTo>
                <a:close/>
                <a:moveTo>
                  <a:pt x="1382335" y="591483"/>
                </a:moveTo>
                <a:lnTo>
                  <a:pt x="1382325" y="591509"/>
                </a:lnTo>
                <a:lnTo>
                  <a:pt x="1386231" y="603818"/>
                </a:lnTo>
                <a:lnTo>
                  <a:pt x="1386883" y="605058"/>
                </a:lnTo>
                <a:lnTo>
                  <a:pt x="1387608" y="604143"/>
                </a:lnTo>
                <a:lnTo>
                  <a:pt x="1385539" y="595164"/>
                </a:lnTo>
                <a:close/>
                <a:moveTo>
                  <a:pt x="726409" y="2060163"/>
                </a:moveTo>
                <a:lnTo>
                  <a:pt x="726761" y="2061129"/>
                </a:lnTo>
                <a:lnTo>
                  <a:pt x="726822" y="2061229"/>
                </a:lnTo>
                <a:lnTo>
                  <a:pt x="727810" y="2060760"/>
                </a:lnTo>
                <a:lnTo>
                  <a:pt x="726489" y="2060101"/>
                </a:lnTo>
                <a:close/>
                <a:moveTo>
                  <a:pt x="684994" y="2152702"/>
                </a:moveTo>
                <a:lnTo>
                  <a:pt x="685050" y="2152901"/>
                </a:lnTo>
                <a:lnTo>
                  <a:pt x="688114" y="2152795"/>
                </a:lnTo>
                <a:lnTo>
                  <a:pt x="688617" y="2152771"/>
                </a:lnTo>
                <a:lnTo>
                  <a:pt x="688085" y="2151182"/>
                </a:lnTo>
                <a:close/>
                <a:moveTo>
                  <a:pt x="1411413" y="526007"/>
                </a:moveTo>
                <a:lnTo>
                  <a:pt x="1412821" y="533083"/>
                </a:lnTo>
                <a:lnTo>
                  <a:pt x="1414829" y="531106"/>
                </a:lnTo>
                <a:close/>
                <a:moveTo>
                  <a:pt x="1383314" y="588902"/>
                </a:moveTo>
                <a:lnTo>
                  <a:pt x="1382501" y="591048"/>
                </a:lnTo>
                <a:lnTo>
                  <a:pt x="1385343" y="594312"/>
                </a:lnTo>
                <a:lnTo>
                  <a:pt x="1384725" y="591632"/>
                </a:lnTo>
                <a:close/>
                <a:moveTo>
                  <a:pt x="709124" y="2098530"/>
                </a:moveTo>
                <a:lnTo>
                  <a:pt x="712283" y="2099603"/>
                </a:lnTo>
                <a:lnTo>
                  <a:pt x="711898" y="2097788"/>
                </a:lnTo>
                <a:close/>
                <a:moveTo>
                  <a:pt x="726167" y="2059498"/>
                </a:moveTo>
                <a:lnTo>
                  <a:pt x="726269" y="2059778"/>
                </a:lnTo>
                <a:lnTo>
                  <a:pt x="726759" y="2059397"/>
                </a:lnTo>
                <a:close/>
                <a:moveTo>
                  <a:pt x="725983" y="2059850"/>
                </a:moveTo>
                <a:lnTo>
                  <a:pt x="726045" y="2059953"/>
                </a:lnTo>
                <a:lnTo>
                  <a:pt x="726055" y="2059944"/>
                </a:lnTo>
                <a:lnTo>
                  <a:pt x="726029" y="2059874"/>
                </a:lnTo>
                <a:close/>
                <a:moveTo>
                  <a:pt x="1368396" y="621318"/>
                </a:moveTo>
                <a:lnTo>
                  <a:pt x="1369238" y="624134"/>
                </a:lnTo>
                <a:lnTo>
                  <a:pt x="1369506" y="623425"/>
                </a:lnTo>
                <a:close/>
                <a:moveTo>
                  <a:pt x="694656" y="2129913"/>
                </a:moveTo>
                <a:lnTo>
                  <a:pt x="698150" y="2130640"/>
                </a:lnTo>
                <a:lnTo>
                  <a:pt x="707026" y="2128360"/>
                </a:lnTo>
                <a:lnTo>
                  <a:pt x="698912" y="2128887"/>
                </a:lnTo>
                <a:close/>
                <a:moveTo>
                  <a:pt x="725805" y="2059559"/>
                </a:moveTo>
                <a:lnTo>
                  <a:pt x="725838" y="2059613"/>
                </a:lnTo>
                <a:lnTo>
                  <a:pt x="725956" y="2059672"/>
                </a:lnTo>
                <a:lnTo>
                  <a:pt x="725908" y="2059542"/>
                </a:lnTo>
                <a:close/>
                <a:moveTo>
                  <a:pt x="682686" y="2156055"/>
                </a:moveTo>
                <a:lnTo>
                  <a:pt x="684303" y="2168259"/>
                </a:lnTo>
                <a:lnTo>
                  <a:pt x="689012" y="2168694"/>
                </a:lnTo>
                <a:lnTo>
                  <a:pt x="685095" y="2155010"/>
                </a:lnTo>
                <a:lnTo>
                  <a:pt x="683369" y="2155778"/>
                </a:lnTo>
                <a:close/>
                <a:moveTo>
                  <a:pt x="1387910" y="576774"/>
                </a:moveTo>
                <a:lnTo>
                  <a:pt x="1386582" y="580279"/>
                </a:lnTo>
                <a:lnTo>
                  <a:pt x="1388487" y="585851"/>
                </a:lnTo>
                <a:lnTo>
                  <a:pt x="1392041" y="590923"/>
                </a:lnTo>
                <a:lnTo>
                  <a:pt x="1391080" y="582766"/>
                </a:lnTo>
                <a:lnTo>
                  <a:pt x="1390151" y="580348"/>
                </a:lnTo>
                <a:close/>
                <a:moveTo>
                  <a:pt x="684598" y="2151316"/>
                </a:moveTo>
                <a:lnTo>
                  <a:pt x="684660" y="2151536"/>
                </a:lnTo>
                <a:lnTo>
                  <a:pt x="685098" y="2151298"/>
                </a:lnTo>
                <a:close/>
                <a:moveTo>
                  <a:pt x="1389603" y="572308"/>
                </a:moveTo>
                <a:lnTo>
                  <a:pt x="1389215" y="573331"/>
                </a:lnTo>
                <a:lnTo>
                  <a:pt x="1389967" y="574596"/>
                </a:lnTo>
                <a:close/>
                <a:moveTo>
                  <a:pt x="713805" y="2085537"/>
                </a:moveTo>
                <a:lnTo>
                  <a:pt x="714402" y="2087062"/>
                </a:lnTo>
                <a:lnTo>
                  <a:pt x="714496" y="2087181"/>
                </a:lnTo>
                <a:lnTo>
                  <a:pt x="716942" y="2086937"/>
                </a:lnTo>
                <a:lnTo>
                  <a:pt x="716833" y="2086840"/>
                </a:lnTo>
                <a:close/>
                <a:moveTo>
                  <a:pt x="711830" y="2089646"/>
                </a:moveTo>
                <a:lnTo>
                  <a:pt x="712263" y="2090577"/>
                </a:lnTo>
                <a:lnTo>
                  <a:pt x="715175" y="2090749"/>
                </a:lnTo>
                <a:lnTo>
                  <a:pt x="714765" y="2089703"/>
                </a:lnTo>
                <a:close/>
                <a:moveTo>
                  <a:pt x="1390619" y="569623"/>
                </a:moveTo>
                <a:lnTo>
                  <a:pt x="1390338" y="570369"/>
                </a:lnTo>
                <a:lnTo>
                  <a:pt x="1390520" y="571374"/>
                </a:lnTo>
                <a:lnTo>
                  <a:pt x="1391488" y="577153"/>
                </a:lnTo>
                <a:lnTo>
                  <a:pt x="1392654" y="579113"/>
                </a:lnTo>
                <a:lnTo>
                  <a:pt x="1392668" y="575230"/>
                </a:lnTo>
                <a:lnTo>
                  <a:pt x="1392304" y="574124"/>
                </a:lnTo>
                <a:close/>
                <a:moveTo>
                  <a:pt x="710778" y="2091647"/>
                </a:moveTo>
                <a:lnTo>
                  <a:pt x="710881" y="2092128"/>
                </a:lnTo>
                <a:lnTo>
                  <a:pt x="712536" y="2092224"/>
                </a:lnTo>
                <a:lnTo>
                  <a:pt x="712301" y="2091738"/>
                </a:lnTo>
                <a:close/>
                <a:moveTo>
                  <a:pt x="1400517" y="547185"/>
                </a:moveTo>
                <a:lnTo>
                  <a:pt x="1408794" y="556031"/>
                </a:lnTo>
                <a:lnTo>
                  <a:pt x="1403448" y="544113"/>
                </a:lnTo>
                <a:close/>
                <a:moveTo>
                  <a:pt x="720999" y="2068433"/>
                </a:moveTo>
                <a:lnTo>
                  <a:pt x="726088" y="2069630"/>
                </a:lnTo>
                <a:lnTo>
                  <a:pt x="726424" y="2069684"/>
                </a:lnTo>
                <a:lnTo>
                  <a:pt x="727360" y="2069741"/>
                </a:lnTo>
                <a:lnTo>
                  <a:pt x="728597" y="2069571"/>
                </a:lnTo>
                <a:lnTo>
                  <a:pt x="728604" y="2069567"/>
                </a:lnTo>
                <a:lnTo>
                  <a:pt x="728225" y="2068944"/>
                </a:lnTo>
                <a:lnTo>
                  <a:pt x="721709" y="2068096"/>
                </a:lnTo>
                <a:close/>
                <a:moveTo>
                  <a:pt x="704812" y="2104598"/>
                </a:moveTo>
                <a:lnTo>
                  <a:pt x="707743" y="2104826"/>
                </a:lnTo>
                <a:lnTo>
                  <a:pt x="707061" y="2104595"/>
                </a:lnTo>
                <a:close/>
                <a:moveTo>
                  <a:pt x="1392710" y="564108"/>
                </a:moveTo>
                <a:lnTo>
                  <a:pt x="1390980" y="568674"/>
                </a:lnTo>
                <a:lnTo>
                  <a:pt x="1392676" y="573210"/>
                </a:lnTo>
                <a:close/>
                <a:moveTo>
                  <a:pt x="1465905" y="400204"/>
                </a:moveTo>
                <a:lnTo>
                  <a:pt x="1514503" y="495159"/>
                </a:lnTo>
                <a:lnTo>
                  <a:pt x="1517622" y="501906"/>
                </a:lnTo>
                <a:lnTo>
                  <a:pt x="1507400" y="449882"/>
                </a:lnTo>
                <a:lnTo>
                  <a:pt x="1490824" y="380337"/>
                </a:lnTo>
                <a:lnTo>
                  <a:pt x="1472856" y="394046"/>
                </a:lnTo>
                <a:close/>
                <a:moveTo>
                  <a:pt x="639153" y="2251350"/>
                </a:moveTo>
                <a:lnTo>
                  <a:pt x="667277" y="2242316"/>
                </a:lnTo>
                <a:lnTo>
                  <a:pt x="663713" y="2243755"/>
                </a:lnTo>
                <a:close/>
                <a:moveTo>
                  <a:pt x="1382324" y="586987"/>
                </a:moveTo>
                <a:lnTo>
                  <a:pt x="1382234" y="589838"/>
                </a:lnTo>
                <a:lnTo>
                  <a:pt x="1382896" y="588092"/>
                </a:lnTo>
                <a:close/>
                <a:moveTo>
                  <a:pt x="1394047" y="560501"/>
                </a:moveTo>
                <a:lnTo>
                  <a:pt x="1393355" y="562406"/>
                </a:lnTo>
                <a:lnTo>
                  <a:pt x="1393275" y="562616"/>
                </a:lnTo>
                <a:lnTo>
                  <a:pt x="1393230" y="574689"/>
                </a:lnTo>
                <a:lnTo>
                  <a:pt x="1394130" y="577098"/>
                </a:lnTo>
                <a:lnTo>
                  <a:pt x="1394633" y="572687"/>
                </a:lnTo>
                <a:close/>
                <a:moveTo>
                  <a:pt x="682410" y="2153973"/>
                </a:moveTo>
                <a:lnTo>
                  <a:pt x="682624" y="2155583"/>
                </a:lnTo>
                <a:lnTo>
                  <a:pt x="684962" y="2154543"/>
                </a:lnTo>
                <a:lnTo>
                  <a:pt x="684550" y="2153104"/>
                </a:lnTo>
                <a:lnTo>
                  <a:pt x="684150" y="2153117"/>
                </a:lnTo>
                <a:close/>
                <a:moveTo>
                  <a:pt x="711434" y="2088798"/>
                </a:moveTo>
                <a:lnTo>
                  <a:pt x="711511" y="2088963"/>
                </a:lnTo>
                <a:lnTo>
                  <a:pt x="714498" y="2089021"/>
                </a:lnTo>
                <a:lnTo>
                  <a:pt x="714321" y="2088567"/>
                </a:lnTo>
                <a:close/>
                <a:moveTo>
                  <a:pt x="1397694" y="552124"/>
                </a:moveTo>
                <a:lnTo>
                  <a:pt x="1398005" y="558608"/>
                </a:lnTo>
                <a:lnTo>
                  <a:pt x="1398779" y="559737"/>
                </a:lnTo>
                <a:close/>
                <a:moveTo>
                  <a:pt x="712925" y="2085157"/>
                </a:moveTo>
                <a:lnTo>
                  <a:pt x="713048" y="2085316"/>
                </a:lnTo>
                <a:lnTo>
                  <a:pt x="712998" y="2085189"/>
                </a:lnTo>
                <a:close/>
                <a:moveTo>
                  <a:pt x="1367422" y="619468"/>
                </a:moveTo>
                <a:lnTo>
                  <a:pt x="1367937" y="622586"/>
                </a:lnTo>
                <a:lnTo>
                  <a:pt x="1367962" y="622667"/>
                </a:lnTo>
                <a:lnTo>
                  <a:pt x="1369084" y="624071"/>
                </a:lnTo>
                <a:lnTo>
                  <a:pt x="1368176" y="621031"/>
                </a:lnTo>
                <a:lnTo>
                  <a:pt x="1368286" y="621107"/>
                </a:lnTo>
                <a:close/>
                <a:moveTo>
                  <a:pt x="1398913" y="548867"/>
                </a:moveTo>
                <a:lnTo>
                  <a:pt x="1401812" y="564172"/>
                </a:lnTo>
                <a:lnTo>
                  <a:pt x="1408152" y="573439"/>
                </a:lnTo>
                <a:lnTo>
                  <a:pt x="1407393" y="571167"/>
                </a:lnTo>
                <a:lnTo>
                  <a:pt x="1407548" y="571269"/>
                </a:lnTo>
                <a:lnTo>
                  <a:pt x="1408389" y="573784"/>
                </a:lnTo>
                <a:lnTo>
                  <a:pt x="1409070" y="574781"/>
                </a:lnTo>
                <a:lnTo>
                  <a:pt x="1409280" y="568661"/>
                </a:lnTo>
                <a:lnTo>
                  <a:pt x="1409469" y="559336"/>
                </a:lnTo>
                <a:lnTo>
                  <a:pt x="1399299" y="548463"/>
                </a:lnTo>
                <a:close/>
                <a:moveTo>
                  <a:pt x="1380683" y="589586"/>
                </a:moveTo>
                <a:lnTo>
                  <a:pt x="1380713" y="592141"/>
                </a:lnTo>
                <a:lnTo>
                  <a:pt x="1380950" y="589892"/>
                </a:lnTo>
                <a:close/>
                <a:moveTo>
                  <a:pt x="714051" y="2081866"/>
                </a:moveTo>
                <a:lnTo>
                  <a:pt x="715302" y="2081908"/>
                </a:lnTo>
                <a:lnTo>
                  <a:pt x="715018" y="2081496"/>
                </a:lnTo>
                <a:close/>
                <a:moveTo>
                  <a:pt x="725235" y="2056526"/>
                </a:moveTo>
                <a:lnTo>
                  <a:pt x="725621" y="2057999"/>
                </a:lnTo>
                <a:lnTo>
                  <a:pt x="725878" y="2058706"/>
                </a:lnTo>
                <a:lnTo>
                  <a:pt x="726823" y="2058806"/>
                </a:lnTo>
                <a:lnTo>
                  <a:pt x="727504" y="2058820"/>
                </a:lnTo>
                <a:lnTo>
                  <a:pt x="728589" y="2057978"/>
                </a:lnTo>
                <a:lnTo>
                  <a:pt x="726332" y="2056530"/>
                </a:lnTo>
                <a:close/>
                <a:moveTo>
                  <a:pt x="710368" y="2089618"/>
                </a:moveTo>
                <a:lnTo>
                  <a:pt x="710538" y="2090474"/>
                </a:lnTo>
                <a:lnTo>
                  <a:pt x="711725" y="2090545"/>
                </a:lnTo>
                <a:lnTo>
                  <a:pt x="711286" y="2089637"/>
                </a:lnTo>
                <a:close/>
                <a:moveTo>
                  <a:pt x="1397880" y="549951"/>
                </a:moveTo>
                <a:lnTo>
                  <a:pt x="1397629" y="550641"/>
                </a:lnTo>
                <a:lnTo>
                  <a:pt x="1398965" y="560010"/>
                </a:lnTo>
                <a:lnTo>
                  <a:pt x="1401134" y="563181"/>
                </a:lnTo>
                <a:lnTo>
                  <a:pt x="1398504" y="549297"/>
                </a:lnTo>
                <a:close/>
                <a:moveTo>
                  <a:pt x="706829" y="2097169"/>
                </a:moveTo>
                <a:lnTo>
                  <a:pt x="707679" y="2097084"/>
                </a:lnTo>
                <a:lnTo>
                  <a:pt x="708473" y="2096872"/>
                </a:lnTo>
                <a:close/>
                <a:moveTo>
                  <a:pt x="712943" y="2083335"/>
                </a:moveTo>
                <a:lnTo>
                  <a:pt x="713315" y="2084285"/>
                </a:lnTo>
                <a:lnTo>
                  <a:pt x="714623" y="2084847"/>
                </a:lnTo>
                <a:close/>
                <a:moveTo>
                  <a:pt x="1389809" y="567456"/>
                </a:moveTo>
                <a:lnTo>
                  <a:pt x="1390103" y="569077"/>
                </a:lnTo>
                <a:lnTo>
                  <a:pt x="1390261" y="568662"/>
                </a:lnTo>
                <a:close/>
                <a:moveTo>
                  <a:pt x="710225" y="2088896"/>
                </a:moveTo>
                <a:lnTo>
                  <a:pt x="710234" y="2088938"/>
                </a:lnTo>
                <a:lnTo>
                  <a:pt x="710956" y="2088953"/>
                </a:lnTo>
                <a:lnTo>
                  <a:pt x="710902" y="2088841"/>
                </a:lnTo>
                <a:close/>
                <a:moveTo>
                  <a:pt x="1380659" y="587602"/>
                </a:moveTo>
                <a:lnTo>
                  <a:pt x="1380676" y="588952"/>
                </a:lnTo>
                <a:lnTo>
                  <a:pt x="1381008" y="589333"/>
                </a:lnTo>
                <a:lnTo>
                  <a:pt x="1381055" y="588886"/>
                </a:lnTo>
                <a:close/>
                <a:moveTo>
                  <a:pt x="725015" y="2055685"/>
                </a:moveTo>
                <a:lnTo>
                  <a:pt x="725163" y="2056249"/>
                </a:lnTo>
                <a:lnTo>
                  <a:pt x="725898" y="2056252"/>
                </a:lnTo>
                <a:close/>
                <a:moveTo>
                  <a:pt x="682070" y="2151409"/>
                </a:moveTo>
                <a:lnTo>
                  <a:pt x="682260" y="2152840"/>
                </a:lnTo>
                <a:lnTo>
                  <a:pt x="684176" y="2151799"/>
                </a:lnTo>
                <a:lnTo>
                  <a:pt x="684044" y="2151337"/>
                </a:lnTo>
                <a:close/>
                <a:moveTo>
                  <a:pt x="1366699" y="618094"/>
                </a:moveTo>
                <a:lnTo>
                  <a:pt x="1366771" y="618963"/>
                </a:lnTo>
                <a:lnTo>
                  <a:pt x="1367720" y="621914"/>
                </a:lnTo>
                <a:lnTo>
                  <a:pt x="1367617" y="621230"/>
                </a:lnTo>
                <a:lnTo>
                  <a:pt x="1367283" y="619202"/>
                </a:lnTo>
                <a:close/>
                <a:moveTo>
                  <a:pt x="1416018" y="507582"/>
                </a:moveTo>
                <a:lnTo>
                  <a:pt x="1416531" y="514703"/>
                </a:lnTo>
                <a:lnTo>
                  <a:pt x="1417672" y="520513"/>
                </a:lnTo>
                <a:lnTo>
                  <a:pt x="1418115" y="524161"/>
                </a:lnTo>
                <a:lnTo>
                  <a:pt x="1419196" y="526805"/>
                </a:lnTo>
                <a:lnTo>
                  <a:pt x="1421926" y="524116"/>
                </a:lnTo>
                <a:lnTo>
                  <a:pt x="1417919" y="511949"/>
                </a:lnTo>
                <a:close/>
                <a:moveTo>
                  <a:pt x="710629" y="2087071"/>
                </a:moveTo>
                <a:lnTo>
                  <a:pt x="710850" y="2087545"/>
                </a:lnTo>
                <a:lnTo>
                  <a:pt x="711623" y="2087468"/>
                </a:lnTo>
                <a:close/>
                <a:moveTo>
                  <a:pt x="709790" y="2088930"/>
                </a:moveTo>
                <a:lnTo>
                  <a:pt x="710019" y="2088935"/>
                </a:lnTo>
                <a:lnTo>
                  <a:pt x="710015" y="2088912"/>
                </a:lnTo>
                <a:close/>
                <a:moveTo>
                  <a:pt x="712679" y="2082385"/>
                </a:moveTo>
                <a:lnTo>
                  <a:pt x="716137" y="2085500"/>
                </a:lnTo>
                <a:lnTo>
                  <a:pt x="718479" y="2086509"/>
                </a:lnTo>
                <a:lnTo>
                  <a:pt x="715447" y="2082118"/>
                </a:lnTo>
                <a:lnTo>
                  <a:pt x="713558" y="2082054"/>
                </a:lnTo>
                <a:lnTo>
                  <a:pt x="713053" y="2082248"/>
                </a:lnTo>
                <a:close/>
                <a:moveTo>
                  <a:pt x="1401543" y="539866"/>
                </a:moveTo>
                <a:lnTo>
                  <a:pt x="1399342" y="545927"/>
                </a:lnTo>
                <a:lnTo>
                  <a:pt x="1399780" y="546395"/>
                </a:lnTo>
                <a:lnTo>
                  <a:pt x="1402925" y="542946"/>
                </a:lnTo>
                <a:close/>
                <a:moveTo>
                  <a:pt x="698197" y="2114483"/>
                </a:moveTo>
                <a:lnTo>
                  <a:pt x="700166" y="2116867"/>
                </a:lnTo>
                <a:lnTo>
                  <a:pt x="704415" y="2116485"/>
                </a:lnTo>
                <a:lnTo>
                  <a:pt x="711045" y="2113451"/>
                </a:lnTo>
                <a:close/>
                <a:moveTo>
                  <a:pt x="1402269" y="537869"/>
                </a:moveTo>
                <a:lnTo>
                  <a:pt x="1401928" y="538808"/>
                </a:lnTo>
                <a:lnTo>
                  <a:pt x="1403549" y="542263"/>
                </a:lnTo>
                <a:lnTo>
                  <a:pt x="1403959" y="541813"/>
                </a:lnTo>
                <a:lnTo>
                  <a:pt x="1404080" y="541695"/>
                </a:lnTo>
                <a:close/>
                <a:moveTo>
                  <a:pt x="723955" y="2056521"/>
                </a:moveTo>
                <a:lnTo>
                  <a:pt x="725245" y="2058639"/>
                </a:lnTo>
                <a:lnTo>
                  <a:pt x="725593" y="2058675"/>
                </a:lnTo>
                <a:lnTo>
                  <a:pt x="724808" y="2056524"/>
                </a:lnTo>
                <a:close/>
                <a:moveTo>
                  <a:pt x="1402782" y="536457"/>
                </a:moveTo>
                <a:lnTo>
                  <a:pt x="1402463" y="537336"/>
                </a:lnTo>
                <a:lnTo>
                  <a:pt x="1404384" y="541394"/>
                </a:lnTo>
                <a:lnTo>
                  <a:pt x="1405750" y="540049"/>
                </a:lnTo>
                <a:close/>
                <a:moveTo>
                  <a:pt x="1379571" y="588308"/>
                </a:moveTo>
                <a:lnTo>
                  <a:pt x="1380286" y="593111"/>
                </a:lnTo>
                <a:lnTo>
                  <a:pt x="1380301" y="589147"/>
                </a:lnTo>
                <a:close/>
                <a:moveTo>
                  <a:pt x="1364578" y="621666"/>
                </a:moveTo>
                <a:lnTo>
                  <a:pt x="1364572" y="621712"/>
                </a:lnTo>
                <a:lnTo>
                  <a:pt x="1364824" y="622080"/>
                </a:lnTo>
                <a:lnTo>
                  <a:pt x="1364795" y="621981"/>
                </a:lnTo>
                <a:close/>
                <a:moveTo>
                  <a:pt x="1359865" y="631705"/>
                </a:moveTo>
                <a:lnTo>
                  <a:pt x="1360037" y="632425"/>
                </a:lnTo>
                <a:lnTo>
                  <a:pt x="1360262" y="632723"/>
                </a:lnTo>
                <a:lnTo>
                  <a:pt x="1360363" y="632788"/>
                </a:lnTo>
                <a:close/>
                <a:moveTo>
                  <a:pt x="1373767" y="600417"/>
                </a:moveTo>
                <a:lnTo>
                  <a:pt x="1375174" y="604168"/>
                </a:lnTo>
                <a:lnTo>
                  <a:pt x="1376373" y="605305"/>
                </a:lnTo>
                <a:lnTo>
                  <a:pt x="1376453" y="605095"/>
                </a:lnTo>
                <a:lnTo>
                  <a:pt x="1374838" y="601972"/>
                </a:lnTo>
                <a:close/>
                <a:moveTo>
                  <a:pt x="1421999" y="492074"/>
                </a:moveTo>
                <a:lnTo>
                  <a:pt x="1432850" y="513307"/>
                </a:lnTo>
                <a:lnTo>
                  <a:pt x="1435538" y="510704"/>
                </a:lnTo>
                <a:lnTo>
                  <a:pt x="1434707" y="483325"/>
                </a:lnTo>
                <a:lnTo>
                  <a:pt x="1426327" y="489037"/>
                </a:lnTo>
                <a:close/>
                <a:moveTo>
                  <a:pt x="709797" y="2086738"/>
                </a:moveTo>
                <a:lnTo>
                  <a:pt x="709975" y="2087632"/>
                </a:lnTo>
                <a:lnTo>
                  <a:pt x="710303" y="2087600"/>
                </a:lnTo>
                <a:lnTo>
                  <a:pt x="709908" y="2086782"/>
                </a:lnTo>
                <a:close/>
                <a:moveTo>
                  <a:pt x="1380621" y="584363"/>
                </a:moveTo>
                <a:lnTo>
                  <a:pt x="1380643" y="586207"/>
                </a:lnTo>
                <a:lnTo>
                  <a:pt x="1381164" y="587848"/>
                </a:lnTo>
                <a:lnTo>
                  <a:pt x="1381313" y="586420"/>
                </a:lnTo>
                <a:lnTo>
                  <a:pt x="1381347" y="585397"/>
                </a:lnTo>
                <a:close/>
                <a:moveTo>
                  <a:pt x="1393301" y="555937"/>
                </a:moveTo>
                <a:lnTo>
                  <a:pt x="1393283" y="560686"/>
                </a:lnTo>
                <a:lnTo>
                  <a:pt x="1393969" y="558875"/>
                </a:lnTo>
                <a:lnTo>
                  <a:pt x="1393918" y="557834"/>
                </a:lnTo>
                <a:close/>
                <a:moveTo>
                  <a:pt x="716245" y="2071891"/>
                </a:moveTo>
                <a:lnTo>
                  <a:pt x="717872" y="2074395"/>
                </a:lnTo>
                <a:lnTo>
                  <a:pt x="721150" y="2073853"/>
                </a:lnTo>
                <a:lnTo>
                  <a:pt x="723038" y="2072767"/>
                </a:lnTo>
                <a:lnTo>
                  <a:pt x="722069" y="2071338"/>
                </a:lnTo>
                <a:lnTo>
                  <a:pt x="721265" y="2071199"/>
                </a:lnTo>
                <a:close/>
                <a:moveTo>
                  <a:pt x="708331" y="2089579"/>
                </a:moveTo>
                <a:lnTo>
                  <a:pt x="708587" y="2090204"/>
                </a:lnTo>
                <a:lnTo>
                  <a:pt x="709907" y="2090437"/>
                </a:lnTo>
                <a:lnTo>
                  <a:pt x="710344" y="2090462"/>
                </a:lnTo>
                <a:lnTo>
                  <a:pt x="710164" y="2089615"/>
                </a:lnTo>
                <a:close/>
                <a:moveTo>
                  <a:pt x="685541" y="2140564"/>
                </a:moveTo>
                <a:lnTo>
                  <a:pt x="688663" y="2149362"/>
                </a:lnTo>
                <a:lnTo>
                  <a:pt x="704330" y="2140852"/>
                </a:lnTo>
                <a:lnTo>
                  <a:pt x="694744" y="2139552"/>
                </a:lnTo>
                <a:lnTo>
                  <a:pt x="692111" y="2139087"/>
                </a:lnTo>
                <a:close/>
                <a:moveTo>
                  <a:pt x="1397421" y="546455"/>
                </a:moveTo>
                <a:lnTo>
                  <a:pt x="1397537" y="548857"/>
                </a:lnTo>
                <a:lnTo>
                  <a:pt x="1397929" y="548428"/>
                </a:lnTo>
                <a:lnTo>
                  <a:pt x="1398203" y="547705"/>
                </a:lnTo>
                <a:lnTo>
                  <a:pt x="1398104" y="547186"/>
                </a:lnTo>
                <a:close/>
                <a:moveTo>
                  <a:pt x="711195" y="2082928"/>
                </a:moveTo>
                <a:lnTo>
                  <a:pt x="711712" y="2083595"/>
                </a:lnTo>
                <a:lnTo>
                  <a:pt x="712508" y="2083937"/>
                </a:lnTo>
                <a:lnTo>
                  <a:pt x="711998" y="2082634"/>
                </a:lnTo>
                <a:close/>
                <a:moveTo>
                  <a:pt x="1393355" y="555127"/>
                </a:moveTo>
                <a:lnTo>
                  <a:pt x="1393859" y="556606"/>
                </a:lnTo>
                <a:lnTo>
                  <a:pt x="1393765" y="554630"/>
                </a:lnTo>
                <a:close/>
                <a:moveTo>
                  <a:pt x="1408059" y="521934"/>
                </a:moveTo>
                <a:lnTo>
                  <a:pt x="1405894" y="527891"/>
                </a:lnTo>
                <a:lnTo>
                  <a:pt x="1410275" y="535592"/>
                </a:lnTo>
                <a:lnTo>
                  <a:pt x="1411044" y="534834"/>
                </a:lnTo>
                <a:close/>
                <a:moveTo>
                  <a:pt x="1408270" y="521351"/>
                </a:moveTo>
                <a:lnTo>
                  <a:pt x="1408164" y="521642"/>
                </a:lnTo>
                <a:lnTo>
                  <a:pt x="1410673" y="531857"/>
                </a:lnTo>
                <a:lnTo>
                  <a:pt x="1411303" y="534579"/>
                </a:lnTo>
                <a:lnTo>
                  <a:pt x="1412397" y="533502"/>
                </a:lnTo>
                <a:lnTo>
                  <a:pt x="1410693" y="524934"/>
                </a:lnTo>
                <a:lnTo>
                  <a:pt x="1408538" y="521718"/>
                </a:lnTo>
                <a:close/>
                <a:moveTo>
                  <a:pt x="685086" y="2140666"/>
                </a:moveTo>
                <a:lnTo>
                  <a:pt x="687981" y="2149733"/>
                </a:lnTo>
                <a:lnTo>
                  <a:pt x="688473" y="2149465"/>
                </a:lnTo>
                <a:lnTo>
                  <a:pt x="685207" y="2140639"/>
                </a:lnTo>
                <a:close/>
                <a:moveTo>
                  <a:pt x="1420892" y="492851"/>
                </a:moveTo>
                <a:lnTo>
                  <a:pt x="1421357" y="493057"/>
                </a:lnTo>
                <a:lnTo>
                  <a:pt x="1432379" y="513776"/>
                </a:lnTo>
                <a:lnTo>
                  <a:pt x="1432536" y="513612"/>
                </a:lnTo>
                <a:lnTo>
                  <a:pt x="1432565" y="513583"/>
                </a:lnTo>
                <a:lnTo>
                  <a:pt x="1429910" y="508212"/>
                </a:lnTo>
                <a:lnTo>
                  <a:pt x="1421752" y="492247"/>
                </a:lnTo>
                <a:close/>
                <a:moveTo>
                  <a:pt x="711797" y="2080406"/>
                </a:moveTo>
                <a:lnTo>
                  <a:pt x="712199" y="2081432"/>
                </a:lnTo>
                <a:lnTo>
                  <a:pt x="714480" y="2080716"/>
                </a:lnTo>
                <a:lnTo>
                  <a:pt x="714244" y="2080374"/>
                </a:lnTo>
                <a:lnTo>
                  <a:pt x="713161" y="2079749"/>
                </a:lnTo>
                <a:close/>
                <a:moveTo>
                  <a:pt x="1409376" y="518307"/>
                </a:moveTo>
                <a:lnTo>
                  <a:pt x="1408475" y="520788"/>
                </a:lnTo>
                <a:lnTo>
                  <a:pt x="1410392" y="523414"/>
                </a:lnTo>
                <a:close/>
                <a:moveTo>
                  <a:pt x="1408003" y="520987"/>
                </a:moveTo>
                <a:lnTo>
                  <a:pt x="1408033" y="521109"/>
                </a:lnTo>
                <a:lnTo>
                  <a:pt x="1408053" y="521054"/>
                </a:lnTo>
                <a:close/>
                <a:moveTo>
                  <a:pt x="715586" y="2070640"/>
                </a:moveTo>
                <a:lnTo>
                  <a:pt x="715920" y="2071318"/>
                </a:lnTo>
                <a:lnTo>
                  <a:pt x="719272" y="2070856"/>
                </a:lnTo>
                <a:lnTo>
                  <a:pt x="716495" y="2070377"/>
                </a:lnTo>
                <a:close/>
                <a:moveTo>
                  <a:pt x="1393312" y="552936"/>
                </a:moveTo>
                <a:lnTo>
                  <a:pt x="1393310" y="553493"/>
                </a:lnTo>
                <a:lnTo>
                  <a:pt x="1393529" y="553253"/>
                </a:lnTo>
                <a:close/>
                <a:moveTo>
                  <a:pt x="710940" y="2080818"/>
                </a:moveTo>
                <a:lnTo>
                  <a:pt x="711475" y="2081300"/>
                </a:lnTo>
                <a:lnTo>
                  <a:pt x="711232" y="2080677"/>
                </a:lnTo>
                <a:close/>
                <a:moveTo>
                  <a:pt x="710435" y="2081949"/>
                </a:moveTo>
                <a:lnTo>
                  <a:pt x="710458" y="2081978"/>
                </a:lnTo>
                <a:lnTo>
                  <a:pt x="710540" y="2081952"/>
                </a:lnTo>
                <a:close/>
                <a:moveTo>
                  <a:pt x="1412171" y="510612"/>
                </a:moveTo>
                <a:lnTo>
                  <a:pt x="1409636" y="517591"/>
                </a:lnTo>
                <a:lnTo>
                  <a:pt x="1411076" y="524356"/>
                </a:lnTo>
                <a:lnTo>
                  <a:pt x="1415512" y="530434"/>
                </a:lnTo>
                <a:lnTo>
                  <a:pt x="1416516" y="529444"/>
                </a:lnTo>
                <a:lnTo>
                  <a:pt x="1416505" y="529074"/>
                </a:lnTo>
                <a:lnTo>
                  <a:pt x="1415780" y="523107"/>
                </a:lnTo>
                <a:close/>
                <a:moveTo>
                  <a:pt x="709947" y="2082835"/>
                </a:moveTo>
                <a:lnTo>
                  <a:pt x="710002" y="2082858"/>
                </a:lnTo>
                <a:lnTo>
                  <a:pt x="710223" y="2082773"/>
                </a:lnTo>
                <a:lnTo>
                  <a:pt x="710208" y="2082753"/>
                </a:lnTo>
                <a:close/>
                <a:moveTo>
                  <a:pt x="722568" y="2054242"/>
                </a:moveTo>
                <a:lnTo>
                  <a:pt x="723787" y="2056244"/>
                </a:lnTo>
                <a:lnTo>
                  <a:pt x="724708" y="2056248"/>
                </a:lnTo>
                <a:lnTo>
                  <a:pt x="724347" y="2055256"/>
                </a:lnTo>
                <a:lnTo>
                  <a:pt x="722786" y="2054255"/>
                </a:lnTo>
                <a:close/>
                <a:moveTo>
                  <a:pt x="1363171" y="619615"/>
                </a:moveTo>
                <a:lnTo>
                  <a:pt x="1363347" y="619928"/>
                </a:lnTo>
                <a:lnTo>
                  <a:pt x="1364161" y="621115"/>
                </a:lnTo>
                <a:lnTo>
                  <a:pt x="1364168" y="621068"/>
                </a:lnTo>
                <a:close/>
                <a:moveTo>
                  <a:pt x="1413738" y="506299"/>
                </a:moveTo>
                <a:lnTo>
                  <a:pt x="1412459" y="509820"/>
                </a:lnTo>
                <a:lnTo>
                  <a:pt x="1415404" y="520019"/>
                </a:lnTo>
                <a:close/>
                <a:moveTo>
                  <a:pt x="1379532" y="582808"/>
                </a:moveTo>
                <a:lnTo>
                  <a:pt x="1380252" y="584977"/>
                </a:lnTo>
                <a:lnTo>
                  <a:pt x="1380238" y="583816"/>
                </a:lnTo>
                <a:close/>
                <a:moveTo>
                  <a:pt x="1382679" y="575641"/>
                </a:moveTo>
                <a:lnTo>
                  <a:pt x="1382621" y="577480"/>
                </a:lnTo>
                <a:lnTo>
                  <a:pt x="1383963" y="579397"/>
                </a:lnTo>
                <a:close/>
                <a:moveTo>
                  <a:pt x="696404" y="2112312"/>
                </a:moveTo>
                <a:lnTo>
                  <a:pt x="697989" y="2114231"/>
                </a:lnTo>
                <a:lnTo>
                  <a:pt x="706873" y="2113517"/>
                </a:lnTo>
                <a:lnTo>
                  <a:pt x="712209" y="2112873"/>
                </a:lnTo>
                <a:lnTo>
                  <a:pt x="717675" y="2110099"/>
                </a:lnTo>
                <a:lnTo>
                  <a:pt x="716212" y="2109695"/>
                </a:lnTo>
                <a:lnTo>
                  <a:pt x="714655" y="2109923"/>
                </a:lnTo>
                <a:lnTo>
                  <a:pt x="714792" y="2110568"/>
                </a:lnTo>
                <a:lnTo>
                  <a:pt x="714570" y="2110383"/>
                </a:lnTo>
                <a:lnTo>
                  <a:pt x="714478" y="2109950"/>
                </a:lnTo>
                <a:lnTo>
                  <a:pt x="709211" y="2110722"/>
                </a:lnTo>
                <a:close/>
                <a:moveTo>
                  <a:pt x="709188" y="2083664"/>
                </a:moveTo>
                <a:lnTo>
                  <a:pt x="709297" y="2084213"/>
                </a:lnTo>
                <a:lnTo>
                  <a:pt x="709822" y="2085340"/>
                </a:lnTo>
                <a:lnTo>
                  <a:pt x="713293" y="2086728"/>
                </a:lnTo>
                <a:lnTo>
                  <a:pt x="711647" y="2084607"/>
                </a:lnTo>
                <a:lnTo>
                  <a:pt x="709333" y="2083610"/>
                </a:lnTo>
                <a:close/>
                <a:moveTo>
                  <a:pt x="1401063" y="534379"/>
                </a:moveTo>
                <a:lnTo>
                  <a:pt x="1402279" y="536947"/>
                </a:lnTo>
                <a:lnTo>
                  <a:pt x="1402290" y="536918"/>
                </a:lnTo>
                <a:lnTo>
                  <a:pt x="1402556" y="536185"/>
                </a:lnTo>
                <a:close/>
                <a:moveTo>
                  <a:pt x="1397235" y="542601"/>
                </a:moveTo>
                <a:lnTo>
                  <a:pt x="1397290" y="543733"/>
                </a:lnTo>
                <a:lnTo>
                  <a:pt x="1397490" y="543949"/>
                </a:lnTo>
                <a:close/>
                <a:moveTo>
                  <a:pt x="1414401" y="503867"/>
                </a:moveTo>
                <a:lnTo>
                  <a:pt x="1415458" y="509250"/>
                </a:lnTo>
                <a:lnTo>
                  <a:pt x="1415205" y="505712"/>
                </a:lnTo>
                <a:close/>
                <a:moveTo>
                  <a:pt x="709934" y="2081302"/>
                </a:moveTo>
                <a:lnTo>
                  <a:pt x="710271" y="2081738"/>
                </a:lnTo>
                <a:lnTo>
                  <a:pt x="711131" y="2081767"/>
                </a:lnTo>
                <a:lnTo>
                  <a:pt x="711185" y="2081751"/>
                </a:lnTo>
                <a:lnTo>
                  <a:pt x="710426" y="2081065"/>
                </a:lnTo>
                <a:close/>
                <a:moveTo>
                  <a:pt x="699494" y="2104606"/>
                </a:moveTo>
                <a:lnTo>
                  <a:pt x="704304" y="2105932"/>
                </a:lnTo>
                <a:lnTo>
                  <a:pt x="704514" y="2105953"/>
                </a:lnTo>
                <a:lnTo>
                  <a:pt x="708897" y="2105298"/>
                </a:lnTo>
                <a:lnTo>
                  <a:pt x="700000" y="2104605"/>
                </a:lnTo>
                <a:close/>
                <a:moveTo>
                  <a:pt x="1358961" y="627932"/>
                </a:moveTo>
                <a:lnTo>
                  <a:pt x="1359088" y="628463"/>
                </a:lnTo>
                <a:lnTo>
                  <a:pt x="1361738" y="633669"/>
                </a:lnTo>
                <a:lnTo>
                  <a:pt x="1362182" y="633955"/>
                </a:lnTo>
                <a:lnTo>
                  <a:pt x="1362203" y="633820"/>
                </a:lnTo>
                <a:close/>
                <a:moveTo>
                  <a:pt x="711065" y="2078538"/>
                </a:moveTo>
                <a:lnTo>
                  <a:pt x="711293" y="2079118"/>
                </a:lnTo>
                <a:lnTo>
                  <a:pt x="711716" y="2078914"/>
                </a:lnTo>
                <a:close/>
                <a:moveTo>
                  <a:pt x="684542" y="2137751"/>
                </a:moveTo>
                <a:lnTo>
                  <a:pt x="685316" y="2139932"/>
                </a:lnTo>
                <a:lnTo>
                  <a:pt x="690412" y="2138787"/>
                </a:lnTo>
                <a:close/>
                <a:moveTo>
                  <a:pt x="1388618" y="560885"/>
                </a:moveTo>
                <a:lnTo>
                  <a:pt x="1389136" y="563744"/>
                </a:lnTo>
                <a:lnTo>
                  <a:pt x="1390620" y="567713"/>
                </a:lnTo>
                <a:lnTo>
                  <a:pt x="1392717" y="562178"/>
                </a:lnTo>
                <a:lnTo>
                  <a:pt x="1392741" y="555874"/>
                </a:lnTo>
                <a:close/>
                <a:moveTo>
                  <a:pt x="684224" y="2137967"/>
                </a:moveTo>
                <a:lnTo>
                  <a:pt x="684883" y="2140030"/>
                </a:lnTo>
                <a:lnTo>
                  <a:pt x="684974" y="2140009"/>
                </a:lnTo>
                <a:lnTo>
                  <a:pt x="684362" y="2138358"/>
                </a:lnTo>
                <a:close/>
                <a:moveTo>
                  <a:pt x="699259" y="2104069"/>
                </a:moveTo>
                <a:lnTo>
                  <a:pt x="705485" y="2104059"/>
                </a:lnTo>
                <a:lnTo>
                  <a:pt x="703060" y="2103236"/>
                </a:lnTo>
                <a:close/>
                <a:moveTo>
                  <a:pt x="709111" y="2081698"/>
                </a:moveTo>
                <a:lnTo>
                  <a:pt x="709397" y="2081708"/>
                </a:lnTo>
                <a:lnTo>
                  <a:pt x="709314" y="2081601"/>
                </a:lnTo>
                <a:close/>
                <a:moveTo>
                  <a:pt x="710747" y="2077726"/>
                </a:moveTo>
                <a:lnTo>
                  <a:pt x="710754" y="2077743"/>
                </a:lnTo>
                <a:lnTo>
                  <a:pt x="712297" y="2078635"/>
                </a:lnTo>
                <a:lnTo>
                  <a:pt x="712857" y="2078365"/>
                </a:lnTo>
                <a:lnTo>
                  <a:pt x="712255" y="2077494"/>
                </a:lnTo>
                <a:close/>
                <a:moveTo>
                  <a:pt x="708838" y="2081894"/>
                </a:moveTo>
                <a:lnTo>
                  <a:pt x="708938" y="2082400"/>
                </a:lnTo>
                <a:lnTo>
                  <a:pt x="709012" y="2082432"/>
                </a:lnTo>
                <a:lnTo>
                  <a:pt x="709773" y="2082193"/>
                </a:lnTo>
                <a:lnTo>
                  <a:pt x="709561" y="2081919"/>
                </a:lnTo>
                <a:close/>
                <a:moveTo>
                  <a:pt x="687719" y="2128471"/>
                </a:moveTo>
                <a:lnTo>
                  <a:pt x="690336" y="2129014"/>
                </a:lnTo>
                <a:lnTo>
                  <a:pt x="706360" y="2125150"/>
                </a:lnTo>
                <a:lnTo>
                  <a:pt x="703217" y="2121345"/>
                </a:lnTo>
                <a:close/>
                <a:moveTo>
                  <a:pt x="1378542" y="581395"/>
                </a:moveTo>
                <a:lnTo>
                  <a:pt x="1379458" y="587554"/>
                </a:lnTo>
                <a:lnTo>
                  <a:pt x="1380294" y="588514"/>
                </a:lnTo>
                <a:lnTo>
                  <a:pt x="1380269" y="586329"/>
                </a:lnTo>
                <a:lnTo>
                  <a:pt x="1378912" y="581924"/>
                </a:lnTo>
                <a:close/>
                <a:moveTo>
                  <a:pt x="707332" y="2084344"/>
                </a:moveTo>
                <a:lnTo>
                  <a:pt x="709065" y="2085037"/>
                </a:lnTo>
                <a:lnTo>
                  <a:pt x="708520" y="2083908"/>
                </a:lnTo>
                <a:close/>
                <a:moveTo>
                  <a:pt x="708306" y="2082087"/>
                </a:moveTo>
                <a:lnTo>
                  <a:pt x="708330" y="2082139"/>
                </a:lnTo>
                <a:lnTo>
                  <a:pt x="708602" y="2082256"/>
                </a:lnTo>
                <a:lnTo>
                  <a:pt x="708542" y="2081973"/>
                </a:lnTo>
                <a:close/>
                <a:moveTo>
                  <a:pt x="681763" y="2141413"/>
                </a:moveTo>
                <a:lnTo>
                  <a:pt x="684530" y="2151080"/>
                </a:lnTo>
                <a:lnTo>
                  <a:pt x="685616" y="2151017"/>
                </a:lnTo>
                <a:lnTo>
                  <a:pt x="687659" y="2149908"/>
                </a:lnTo>
                <a:lnTo>
                  <a:pt x="684603" y="2140775"/>
                </a:lnTo>
                <a:close/>
                <a:moveTo>
                  <a:pt x="706652" y="2085480"/>
                </a:moveTo>
                <a:lnTo>
                  <a:pt x="707629" y="2087866"/>
                </a:lnTo>
                <a:lnTo>
                  <a:pt x="709748" y="2087655"/>
                </a:lnTo>
                <a:lnTo>
                  <a:pt x="709531" y="2086632"/>
                </a:lnTo>
                <a:close/>
                <a:moveTo>
                  <a:pt x="1391906" y="550879"/>
                </a:moveTo>
                <a:lnTo>
                  <a:pt x="1392750" y="553353"/>
                </a:lnTo>
                <a:lnTo>
                  <a:pt x="1392755" y="552121"/>
                </a:lnTo>
                <a:close/>
                <a:moveTo>
                  <a:pt x="1415348" y="498265"/>
                </a:moveTo>
                <a:lnTo>
                  <a:pt x="1415746" y="503812"/>
                </a:lnTo>
                <a:lnTo>
                  <a:pt x="1416521" y="506165"/>
                </a:lnTo>
                <a:lnTo>
                  <a:pt x="1423614" y="522453"/>
                </a:lnTo>
                <a:lnTo>
                  <a:pt x="1424076" y="521999"/>
                </a:lnTo>
                <a:lnTo>
                  <a:pt x="1424074" y="521938"/>
                </a:lnTo>
                <a:lnTo>
                  <a:pt x="1424102" y="521972"/>
                </a:lnTo>
                <a:lnTo>
                  <a:pt x="1425620" y="520477"/>
                </a:lnTo>
                <a:close/>
                <a:moveTo>
                  <a:pt x="704654" y="2089509"/>
                </a:moveTo>
                <a:lnTo>
                  <a:pt x="708291" y="2090152"/>
                </a:lnTo>
                <a:lnTo>
                  <a:pt x="708054" y="2089575"/>
                </a:lnTo>
                <a:close/>
                <a:moveTo>
                  <a:pt x="1415904" y="496350"/>
                </a:moveTo>
                <a:lnTo>
                  <a:pt x="1426610" y="519503"/>
                </a:lnTo>
                <a:lnTo>
                  <a:pt x="1431678" y="514510"/>
                </a:lnTo>
                <a:lnTo>
                  <a:pt x="1426710" y="519720"/>
                </a:lnTo>
                <a:lnTo>
                  <a:pt x="1436453" y="540788"/>
                </a:lnTo>
                <a:lnTo>
                  <a:pt x="1435855" y="521100"/>
                </a:lnTo>
                <a:lnTo>
                  <a:pt x="1432118" y="514076"/>
                </a:lnTo>
                <a:lnTo>
                  <a:pt x="1431678" y="514510"/>
                </a:lnTo>
                <a:lnTo>
                  <a:pt x="1432109" y="514058"/>
                </a:lnTo>
                <a:lnTo>
                  <a:pt x="1420845" y="492883"/>
                </a:lnTo>
                <a:close/>
                <a:moveTo>
                  <a:pt x="1384862" y="565449"/>
                </a:moveTo>
                <a:lnTo>
                  <a:pt x="1385474" y="567040"/>
                </a:lnTo>
                <a:lnTo>
                  <a:pt x="1388772" y="572587"/>
                </a:lnTo>
                <a:lnTo>
                  <a:pt x="1389387" y="570962"/>
                </a:lnTo>
                <a:lnTo>
                  <a:pt x="1388106" y="562902"/>
                </a:lnTo>
                <a:lnTo>
                  <a:pt x="1387746" y="561943"/>
                </a:lnTo>
                <a:close/>
                <a:moveTo>
                  <a:pt x="683715" y="2135421"/>
                </a:moveTo>
                <a:lnTo>
                  <a:pt x="683990" y="2136197"/>
                </a:lnTo>
                <a:lnTo>
                  <a:pt x="695183" y="2137715"/>
                </a:lnTo>
                <a:lnTo>
                  <a:pt x="704189" y="2135691"/>
                </a:lnTo>
                <a:close/>
                <a:moveTo>
                  <a:pt x="702566" y="2092934"/>
                </a:moveTo>
                <a:lnTo>
                  <a:pt x="704118" y="2093547"/>
                </a:lnTo>
                <a:lnTo>
                  <a:pt x="705483" y="2094064"/>
                </a:lnTo>
                <a:lnTo>
                  <a:pt x="709339" y="2093323"/>
                </a:lnTo>
                <a:close/>
                <a:moveTo>
                  <a:pt x="680775" y="2141635"/>
                </a:moveTo>
                <a:lnTo>
                  <a:pt x="682046" y="2151226"/>
                </a:lnTo>
                <a:lnTo>
                  <a:pt x="683979" y="2151113"/>
                </a:lnTo>
                <a:lnTo>
                  <a:pt x="681237" y="2141531"/>
                </a:lnTo>
                <a:close/>
                <a:moveTo>
                  <a:pt x="1393339" y="545786"/>
                </a:moveTo>
                <a:lnTo>
                  <a:pt x="1393316" y="551755"/>
                </a:lnTo>
                <a:lnTo>
                  <a:pt x="1393650" y="552243"/>
                </a:lnTo>
                <a:close/>
                <a:moveTo>
                  <a:pt x="706366" y="2083958"/>
                </a:moveTo>
                <a:lnTo>
                  <a:pt x="706736" y="2084106"/>
                </a:lnTo>
                <a:lnTo>
                  <a:pt x="708322" y="2083500"/>
                </a:lnTo>
                <a:lnTo>
                  <a:pt x="708257" y="2083364"/>
                </a:lnTo>
                <a:close/>
                <a:moveTo>
                  <a:pt x="1382893" y="568774"/>
                </a:moveTo>
                <a:lnTo>
                  <a:pt x="1382872" y="569439"/>
                </a:lnTo>
                <a:lnTo>
                  <a:pt x="1386238" y="579276"/>
                </a:lnTo>
                <a:lnTo>
                  <a:pt x="1387459" y="576055"/>
                </a:lnTo>
                <a:close/>
                <a:moveTo>
                  <a:pt x="708292" y="2079145"/>
                </a:moveTo>
                <a:lnTo>
                  <a:pt x="708305" y="2079204"/>
                </a:lnTo>
                <a:lnTo>
                  <a:pt x="709069" y="2080188"/>
                </a:lnTo>
                <a:lnTo>
                  <a:pt x="709318" y="2080068"/>
                </a:lnTo>
                <a:close/>
                <a:moveTo>
                  <a:pt x="683451" y="2134678"/>
                </a:moveTo>
                <a:lnTo>
                  <a:pt x="683526" y="2134889"/>
                </a:lnTo>
                <a:lnTo>
                  <a:pt x="706413" y="2135191"/>
                </a:lnTo>
                <a:lnTo>
                  <a:pt x="712416" y="2133841"/>
                </a:lnTo>
                <a:lnTo>
                  <a:pt x="698512" y="2130950"/>
                </a:lnTo>
                <a:lnTo>
                  <a:pt x="693237" y="2132305"/>
                </a:lnTo>
                <a:close/>
                <a:moveTo>
                  <a:pt x="709785" y="2075268"/>
                </a:moveTo>
                <a:lnTo>
                  <a:pt x="709956" y="2075703"/>
                </a:lnTo>
                <a:lnTo>
                  <a:pt x="710909" y="2075545"/>
                </a:lnTo>
                <a:lnTo>
                  <a:pt x="710748" y="2075311"/>
                </a:lnTo>
                <a:close/>
                <a:moveTo>
                  <a:pt x="1357102" y="625693"/>
                </a:moveTo>
                <a:lnTo>
                  <a:pt x="1356661" y="627948"/>
                </a:lnTo>
                <a:lnTo>
                  <a:pt x="1359391" y="631568"/>
                </a:lnTo>
                <a:lnTo>
                  <a:pt x="1358996" y="629814"/>
                </a:lnTo>
                <a:close/>
                <a:moveTo>
                  <a:pt x="1357266" y="624853"/>
                </a:moveTo>
                <a:lnTo>
                  <a:pt x="1357262" y="624875"/>
                </a:lnTo>
                <a:lnTo>
                  <a:pt x="1358376" y="627064"/>
                </a:lnTo>
                <a:lnTo>
                  <a:pt x="1358302" y="626734"/>
                </a:lnTo>
                <a:close/>
                <a:moveTo>
                  <a:pt x="705772" y="2083333"/>
                </a:moveTo>
                <a:lnTo>
                  <a:pt x="705814" y="2083434"/>
                </a:lnTo>
                <a:lnTo>
                  <a:pt x="707685" y="2082848"/>
                </a:lnTo>
                <a:lnTo>
                  <a:pt x="707203" y="2082617"/>
                </a:lnTo>
                <a:lnTo>
                  <a:pt x="706393" y="2083007"/>
                </a:lnTo>
                <a:close/>
                <a:moveTo>
                  <a:pt x="708093" y="2078134"/>
                </a:moveTo>
                <a:lnTo>
                  <a:pt x="708100" y="2078169"/>
                </a:lnTo>
                <a:lnTo>
                  <a:pt x="709278" y="2079320"/>
                </a:lnTo>
                <a:lnTo>
                  <a:pt x="709834" y="2079821"/>
                </a:lnTo>
                <a:lnTo>
                  <a:pt x="710728" y="2079391"/>
                </a:lnTo>
                <a:lnTo>
                  <a:pt x="710198" y="2078037"/>
                </a:lnTo>
                <a:lnTo>
                  <a:pt x="709889" y="2077858"/>
                </a:lnTo>
                <a:close/>
                <a:moveTo>
                  <a:pt x="1413781" y="497841"/>
                </a:moveTo>
                <a:lnTo>
                  <a:pt x="1414877" y="501173"/>
                </a:lnTo>
                <a:lnTo>
                  <a:pt x="1414597" y="497268"/>
                </a:lnTo>
                <a:close/>
                <a:moveTo>
                  <a:pt x="715509" y="2061298"/>
                </a:moveTo>
                <a:lnTo>
                  <a:pt x="715526" y="2061323"/>
                </a:lnTo>
                <a:lnTo>
                  <a:pt x="716828" y="2061898"/>
                </a:lnTo>
                <a:lnTo>
                  <a:pt x="717290" y="2061958"/>
                </a:lnTo>
                <a:lnTo>
                  <a:pt x="723727" y="2061751"/>
                </a:lnTo>
                <a:lnTo>
                  <a:pt x="723808" y="2061689"/>
                </a:lnTo>
                <a:lnTo>
                  <a:pt x="722818" y="2060063"/>
                </a:lnTo>
                <a:close/>
                <a:moveTo>
                  <a:pt x="682629" y="2134878"/>
                </a:moveTo>
                <a:lnTo>
                  <a:pt x="682675" y="2134878"/>
                </a:lnTo>
                <a:lnTo>
                  <a:pt x="682672" y="2134867"/>
                </a:lnTo>
                <a:close/>
                <a:moveTo>
                  <a:pt x="1357069" y="624496"/>
                </a:moveTo>
                <a:lnTo>
                  <a:pt x="1357160" y="624672"/>
                </a:lnTo>
                <a:lnTo>
                  <a:pt x="1357161" y="624662"/>
                </a:lnTo>
                <a:close/>
                <a:moveTo>
                  <a:pt x="705355" y="2083553"/>
                </a:moveTo>
                <a:lnTo>
                  <a:pt x="705390" y="2083568"/>
                </a:lnTo>
                <a:lnTo>
                  <a:pt x="705571" y="2083511"/>
                </a:lnTo>
                <a:lnTo>
                  <a:pt x="705546" y="2083453"/>
                </a:lnTo>
                <a:close/>
                <a:moveTo>
                  <a:pt x="1413285" y="498189"/>
                </a:moveTo>
                <a:lnTo>
                  <a:pt x="1413479" y="499176"/>
                </a:lnTo>
                <a:lnTo>
                  <a:pt x="1414444" y="501392"/>
                </a:lnTo>
                <a:lnTo>
                  <a:pt x="1413369" y="498129"/>
                </a:lnTo>
                <a:close/>
                <a:moveTo>
                  <a:pt x="1380706" y="570500"/>
                </a:moveTo>
                <a:lnTo>
                  <a:pt x="1381679" y="574728"/>
                </a:lnTo>
                <a:lnTo>
                  <a:pt x="1381737" y="572888"/>
                </a:lnTo>
                <a:lnTo>
                  <a:pt x="1380857" y="570316"/>
                </a:lnTo>
                <a:close/>
                <a:moveTo>
                  <a:pt x="1398256" y="530982"/>
                </a:moveTo>
                <a:lnTo>
                  <a:pt x="1401732" y="538391"/>
                </a:lnTo>
                <a:lnTo>
                  <a:pt x="1402081" y="537471"/>
                </a:lnTo>
                <a:lnTo>
                  <a:pt x="1400018" y="533113"/>
                </a:lnTo>
                <a:close/>
                <a:moveTo>
                  <a:pt x="680352" y="2138441"/>
                </a:moveTo>
                <a:lnTo>
                  <a:pt x="680687" y="2140973"/>
                </a:lnTo>
                <a:lnTo>
                  <a:pt x="681053" y="2140890"/>
                </a:lnTo>
                <a:close/>
                <a:moveTo>
                  <a:pt x="1413131" y="497403"/>
                </a:moveTo>
                <a:lnTo>
                  <a:pt x="1413188" y="497693"/>
                </a:lnTo>
                <a:lnTo>
                  <a:pt x="1413219" y="497671"/>
                </a:lnTo>
                <a:close/>
                <a:moveTo>
                  <a:pt x="709100" y="2073518"/>
                </a:moveTo>
                <a:lnTo>
                  <a:pt x="709587" y="2074763"/>
                </a:lnTo>
                <a:lnTo>
                  <a:pt x="710395" y="2074800"/>
                </a:lnTo>
                <a:lnTo>
                  <a:pt x="709373" y="2073320"/>
                </a:lnTo>
                <a:close/>
                <a:moveTo>
                  <a:pt x="682682" y="2132509"/>
                </a:moveTo>
                <a:lnTo>
                  <a:pt x="683366" y="2134436"/>
                </a:lnTo>
                <a:lnTo>
                  <a:pt x="697644" y="2130769"/>
                </a:lnTo>
                <a:lnTo>
                  <a:pt x="694133" y="2130039"/>
                </a:lnTo>
                <a:lnTo>
                  <a:pt x="689559" y="2131142"/>
                </a:lnTo>
                <a:close/>
                <a:moveTo>
                  <a:pt x="694945" y="2105014"/>
                </a:moveTo>
                <a:lnTo>
                  <a:pt x="701609" y="2105668"/>
                </a:lnTo>
                <a:lnTo>
                  <a:pt x="697767" y="2104608"/>
                </a:lnTo>
                <a:lnTo>
                  <a:pt x="696791" y="2104610"/>
                </a:lnTo>
                <a:close/>
                <a:moveTo>
                  <a:pt x="680511" y="2137039"/>
                </a:moveTo>
                <a:lnTo>
                  <a:pt x="681579" y="2140772"/>
                </a:lnTo>
                <a:lnTo>
                  <a:pt x="684391" y="2140141"/>
                </a:lnTo>
                <a:lnTo>
                  <a:pt x="683629" y="2137864"/>
                </a:lnTo>
                <a:lnTo>
                  <a:pt x="683536" y="2137573"/>
                </a:lnTo>
                <a:close/>
                <a:moveTo>
                  <a:pt x="705131" y="2081769"/>
                </a:moveTo>
                <a:lnTo>
                  <a:pt x="705239" y="2082033"/>
                </a:lnTo>
                <a:lnTo>
                  <a:pt x="705609" y="2081854"/>
                </a:lnTo>
                <a:lnTo>
                  <a:pt x="705454" y="2081780"/>
                </a:lnTo>
                <a:close/>
                <a:moveTo>
                  <a:pt x="1379099" y="572453"/>
                </a:moveTo>
                <a:lnTo>
                  <a:pt x="1380037" y="573791"/>
                </a:lnTo>
                <a:lnTo>
                  <a:pt x="1379417" y="572066"/>
                </a:lnTo>
                <a:close/>
                <a:moveTo>
                  <a:pt x="706572" y="2078368"/>
                </a:moveTo>
                <a:lnTo>
                  <a:pt x="707723" y="2080837"/>
                </a:lnTo>
                <a:lnTo>
                  <a:pt x="708247" y="2080584"/>
                </a:lnTo>
                <a:lnTo>
                  <a:pt x="708143" y="2080092"/>
                </a:lnTo>
                <a:lnTo>
                  <a:pt x="706780" y="2078336"/>
                </a:lnTo>
                <a:close/>
                <a:moveTo>
                  <a:pt x="714073" y="2061540"/>
                </a:moveTo>
                <a:lnTo>
                  <a:pt x="715110" y="2061675"/>
                </a:lnTo>
                <a:lnTo>
                  <a:pt x="714603" y="2061450"/>
                </a:lnTo>
                <a:close/>
                <a:moveTo>
                  <a:pt x="693152" y="2108372"/>
                </a:moveTo>
                <a:lnTo>
                  <a:pt x="696315" y="2112203"/>
                </a:lnTo>
                <a:lnTo>
                  <a:pt x="698377" y="2111947"/>
                </a:lnTo>
                <a:lnTo>
                  <a:pt x="714403" y="2109597"/>
                </a:lnTo>
                <a:lnTo>
                  <a:pt x="714313" y="2109172"/>
                </a:lnTo>
                <a:lnTo>
                  <a:pt x="705459" y="2106730"/>
                </a:lnTo>
                <a:lnTo>
                  <a:pt x="700661" y="2107249"/>
                </a:lnTo>
                <a:close/>
                <a:moveTo>
                  <a:pt x="708857" y="2072898"/>
                </a:moveTo>
                <a:lnTo>
                  <a:pt x="708976" y="2073201"/>
                </a:lnTo>
                <a:lnTo>
                  <a:pt x="709181" y="2073042"/>
                </a:lnTo>
                <a:lnTo>
                  <a:pt x="709050" y="2072852"/>
                </a:lnTo>
                <a:lnTo>
                  <a:pt x="708908" y="2072870"/>
                </a:lnTo>
                <a:close/>
                <a:moveTo>
                  <a:pt x="1355982" y="623255"/>
                </a:moveTo>
                <a:lnTo>
                  <a:pt x="1355980" y="623496"/>
                </a:lnTo>
                <a:lnTo>
                  <a:pt x="1355826" y="626843"/>
                </a:lnTo>
                <a:lnTo>
                  <a:pt x="1356547" y="627799"/>
                </a:lnTo>
                <a:lnTo>
                  <a:pt x="1357002" y="625476"/>
                </a:lnTo>
                <a:close/>
                <a:moveTo>
                  <a:pt x="707504" y="2075164"/>
                </a:moveTo>
                <a:lnTo>
                  <a:pt x="707661" y="2075956"/>
                </a:lnTo>
                <a:lnTo>
                  <a:pt x="707830" y="2076054"/>
                </a:lnTo>
                <a:lnTo>
                  <a:pt x="709325" y="2075807"/>
                </a:lnTo>
                <a:lnTo>
                  <a:pt x="709102" y="2075236"/>
                </a:lnTo>
                <a:close/>
                <a:moveTo>
                  <a:pt x="1383105" y="562024"/>
                </a:moveTo>
                <a:lnTo>
                  <a:pt x="1383074" y="563003"/>
                </a:lnTo>
                <a:lnTo>
                  <a:pt x="1383692" y="564043"/>
                </a:lnTo>
                <a:lnTo>
                  <a:pt x="1383824" y="563898"/>
                </a:lnTo>
                <a:close/>
                <a:moveTo>
                  <a:pt x="707512" y="2074669"/>
                </a:moveTo>
                <a:lnTo>
                  <a:pt x="708904" y="2074732"/>
                </a:lnTo>
                <a:lnTo>
                  <a:pt x="708578" y="2073897"/>
                </a:lnTo>
                <a:close/>
                <a:moveTo>
                  <a:pt x="682345" y="2130942"/>
                </a:moveTo>
                <a:lnTo>
                  <a:pt x="688051" y="2129565"/>
                </a:lnTo>
                <a:lnTo>
                  <a:pt x="687751" y="2129360"/>
                </a:lnTo>
                <a:lnTo>
                  <a:pt x="689330" y="2129257"/>
                </a:lnTo>
                <a:lnTo>
                  <a:pt x="689813" y="2129141"/>
                </a:lnTo>
                <a:lnTo>
                  <a:pt x="687368" y="2128632"/>
                </a:lnTo>
                <a:close/>
                <a:moveTo>
                  <a:pt x="1374056" y="581976"/>
                </a:moveTo>
                <a:lnTo>
                  <a:pt x="1375938" y="595751"/>
                </a:lnTo>
                <a:lnTo>
                  <a:pt x="1376917" y="599520"/>
                </a:lnTo>
                <a:lnTo>
                  <a:pt x="1377980" y="601064"/>
                </a:lnTo>
                <a:lnTo>
                  <a:pt x="1379850" y="596130"/>
                </a:lnTo>
                <a:lnTo>
                  <a:pt x="1378836" y="587463"/>
                </a:lnTo>
                <a:close/>
                <a:moveTo>
                  <a:pt x="680069" y="2135498"/>
                </a:moveTo>
                <a:lnTo>
                  <a:pt x="680119" y="2135671"/>
                </a:lnTo>
                <a:lnTo>
                  <a:pt x="683056" y="2136070"/>
                </a:lnTo>
                <a:lnTo>
                  <a:pt x="682845" y="2135409"/>
                </a:lnTo>
                <a:lnTo>
                  <a:pt x="680558" y="2135380"/>
                </a:lnTo>
                <a:close/>
                <a:moveTo>
                  <a:pt x="1361486" y="609496"/>
                </a:moveTo>
                <a:lnTo>
                  <a:pt x="1363926" y="617502"/>
                </a:lnTo>
                <a:lnTo>
                  <a:pt x="1363979" y="617686"/>
                </a:lnTo>
                <a:lnTo>
                  <a:pt x="1364201" y="617962"/>
                </a:lnTo>
                <a:lnTo>
                  <a:pt x="1363304" y="612191"/>
                </a:lnTo>
                <a:close/>
                <a:moveTo>
                  <a:pt x="713956" y="2059008"/>
                </a:moveTo>
                <a:lnTo>
                  <a:pt x="715287" y="2060971"/>
                </a:lnTo>
                <a:lnTo>
                  <a:pt x="722617" y="2059732"/>
                </a:lnTo>
                <a:lnTo>
                  <a:pt x="722277" y="2059176"/>
                </a:lnTo>
                <a:close/>
                <a:moveTo>
                  <a:pt x="658735" y="2182588"/>
                </a:moveTo>
                <a:lnTo>
                  <a:pt x="672764" y="2180270"/>
                </a:lnTo>
                <a:lnTo>
                  <a:pt x="684958" y="2177062"/>
                </a:lnTo>
                <a:lnTo>
                  <a:pt x="684309" y="2172164"/>
                </a:lnTo>
                <a:close/>
                <a:moveTo>
                  <a:pt x="706590" y="2075337"/>
                </a:moveTo>
                <a:lnTo>
                  <a:pt x="707210" y="2075695"/>
                </a:lnTo>
                <a:lnTo>
                  <a:pt x="707093" y="2075146"/>
                </a:lnTo>
                <a:lnTo>
                  <a:pt x="706867" y="2075135"/>
                </a:lnTo>
                <a:close/>
                <a:moveTo>
                  <a:pt x="707240" y="2073832"/>
                </a:moveTo>
                <a:lnTo>
                  <a:pt x="707363" y="2074453"/>
                </a:lnTo>
                <a:lnTo>
                  <a:pt x="708461" y="2073600"/>
                </a:lnTo>
                <a:lnTo>
                  <a:pt x="708310" y="2073214"/>
                </a:lnTo>
                <a:close/>
                <a:moveTo>
                  <a:pt x="1409805" y="500630"/>
                </a:moveTo>
                <a:lnTo>
                  <a:pt x="1412316" y="509323"/>
                </a:lnTo>
                <a:lnTo>
                  <a:pt x="1413581" y="505837"/>
                </a:lnTo>
                <a:lnTo>
                  <a:pt x="1413721" y="506155"/>
                </a:lnTo>
                <a:lnTo>
                  <a:pt x="1413587" y="505056"/>
                </a:lnTo>
                <a:lnTo>
                  <a:pt x="1412492" y="499482"/>
                </a:lnTo>
                <a:lnTo>
                  <a:pt x="1412246" y="498918"/>
                </a:lnTo>
                <a:close/>
                <a:moveTo>
                  <a:pt x="707094" y="2073095"/>
                </a:moveTo>
                <a:lnTo>
                  <a:pt x="707202" y="2073641"/>
                </a:lnTo>
                <a:lnTo>
                  <a:pt x="708242" y="2073041"/>
                </a:lnTo>
                <a:lnTo>
                  <a:pt x="708209" y="2072956"/>
                </a:lnTo>
                <a:close/>
                <a:moveTo>
                  <a:pt x="706188" y="2075105"/>
                </a:moveTo>
                <a:lnTo>
                  <a:pt x="706380" y="2075216"/>
                </a:lnTo>
                <a:lnTo>
                  <a:pt x="706505" y="2075119"/>
                </a:lnTo>
                <a:close/>
                <a:moveTo>
                  <a:pt x="705790" y="2075915"/>
                </a:moveTo>
                <a:lnTo>
                  <a:pt x="706207" y="2076323"/>
                </a:lnTo>
                <a:lnTo>
                  <a:pt x="707004" y="2076191"/>
                </a:lnTo>
                <a:lnTo>
                  <a:pt x="706117" y="2075678"/>
                </a:lnTo>
                <a:close/>
                <a:moveTo>
                  <a:pt x="705913" y="2074596"/>
                </a:moveTo>
                <a:lnTo>
                  <a:pt x="706994" y="2074645"/>
                </a:lnTo>
                <a:lnTo>
                  <a:pt x="706874" y="2074042"/>
                </a:lnTo>
                <a:close/>
                <a:moveTo>
                  <a:pt x="712213" y="2060395"/>
                </a:moveTo>
                <a:lnTo>
                  <a:pt x="712500" y="2061335"/>
                </a:lnTo>
                <a:lnTo>
                  <a:pt x="712854" y="2061381"/>
                </a:lnTo>
                <a:lnTo>
                  <a:pt x="714006" y="2061187"/>
                </a:lnTo>
                <a:close/>
                <a:moveTo>
                  <a:pt x="1371216" y="584756"/>
                </a:moveTo>
                <a:lnTo>
                  <a:pt x="1371493" y="591863"/>
                </a:lnTo>
                <a:lnTo>
                  <a:pt x="1372539" y="593167"/>
                </a:lnTo>
                <a:lnTo>
                  <a:pt x="1373920" y="595168"/>
                </a:lnTo>
                <a:close/>
                <a:moveTo>
                  <a:pt x="699047" y="2089793"/>
                </a:moveTo>
                <a:lnTo>
                  <a:pt x="707224" y="2090277"/>
                </a:lnTo>
                <a:lnTo>
                  <a:pt x="702781" y="2089493"/>
                </a:lnTo>
                <a:close/>
                <a:moveTo>
                  <a:pt x="704939" y="2076532"/>
                </a:moveTo>
                <a:lnTo>
                  <a:pt x="704955" y="2076529"/>
                </a:lnTo>
                <a:lnTo>
                  <a:pt x="704952" y="2076522"/>
                </a:lnTo>
                <a:close/>
                <a:moveTo>
                  <a:pt x="713229" y="2057935"/>
                </a:moveTo>
                <a:lnTo>
                  <a:pt x="713639" y="2058540"/>
                </a:lnTo>
                <a:lnTo>
                  <a:pt x="720210" y="2058672"/>
                </a:lnTo>
                <a:close/>
                <a:moveTo>
                  <a:pt x="679646" y="2133112"/>
                </a:moveTo>
                <a:lnTo>
                  <a:pt x="679870" y="2134802"/>
                </a:lnTo>
                <a:lnTo>
                  <a:pt x="679882" y="2134841"/>
                </a:lnTo>
                <a:lnTo>
                  <a:pt x="681697" y="2134865"/>
                </a:lnTo>
                <a:lnTo>
                  <a:pt x="682597" y="2134634"/>
                </a:lnTo>
                <a:lnTo>
                  <a:pt x="681964" y="2132651"/>
                </a:lnTo>
                <a:close/>
                <a:moveTo>
                  <a:pt x="703906" y="2078777"/>
                </a:moveTo>
                <a:lnTo>
                  <a:pt x="704629" y="2080545"/>
                </a:lnTo>
                <a:lnTo>
                  <a:pt x="706583" y="2081385"/>
                </a:lnTo>
                <a:lnTo>
                  <a:pt x="707166" y="2081105"/>
                </a:lnTo>
                <a:lnTo>
                  <a:pt x="705894" y="2078472"/>
                </a:lnTo>
                <a:close/>
                <a:moveTo>
                  <a:pt x="1373628" y="579102"/>
                </a:moveTo>
                <a:lnTo>
                  <a:pt x="1373947" y="581222"/>
                </a:lnTo>
                <a:lnTo>
                  <a:pt x="1378751" y="586741"/>
                </a:lnTo>
                <a:lnTo>
                  <a:pt x="1378042" y="580682"/>
                </a:lnTo>
                <a:lnTo>
                  <a:pt x="1375414" y="576932"/>
                </a:lnTo>
                <a:close/>
                <a:moveTo>
                  <a:pt x="693049" y="2102828"/>
                </a:moveTo>
                <a:lnTo>
                  <a:pt x="697348" y="2104014"/>
                </a:lnTo>
                <a:lnTo>
                  <a:pt x="702284" y="2102933"/>
                </a:lnTo>
                <a:lnTo>
                  <a:pt x="698622" y="2101338"/>
                </a:lnTo>
                <a:close/>
                <a:moveTo>
                  <a:pt x="681922" y="2127265"/>
                </a:moveTo>
                <a:lnTo>
                  <a:pt x="686907" y="2128301"/>
                </a:lnTo>
                <a:lnTo>
                  <a:pt x="702893" y="2120951"/>
                </a:lnTo>
                <a:lnTo>
                  <a:pt x="700926" y="2118569"/>
                </a:lnTo>
                <a:close/>
                <a:moveTo>
                  <a:pt x="1372886" y="580003"/>
                </a:moveTo>
                <a:lnTo>
                  <a:pt x="1373318" y="580500"/>
                </a:lnTo>
                <a:lnTo>
                  <a:pt x="1373198" y="579625"/>
                </a:lnTo>
                <a:close/>
                <a:moveTo>
                  <a:pt x="705123" y="2075104"/>
                </a:moveTo>
                <a:lnTo>
                  <a:pt x="705634" y="2075763"/>
                </a:lnTo>
                <a:lnTo>
                  <a:pt x="705652" y="2075781"/>
                </a:lnTo>
                <a:lnTo>
                  <a:pt x="705926" y="2075568"/>
                </a:lnTo>
                <a:close/>
                <a:moveTo>
                  <a:pt x="1395796" y="528007"/>
                </a:moveTo>
                <a:lnTo>
                  <a:pt x="1396826" y="534071"/>
                </a:lnTo>
                <a:lnTo>
                  <a:pt x="1397069" y="539136"/>
                </a:lnTo>
                <a:lnTo>
                  <a:pt x="1398105" y="544604"/>
                </a:lnTo>
                <a:lnTo>
                  <a:pt x="1399010" y="545573"/>
                </a:lnTo>
                <a:lnTo>
                  <a:pt x="1401343" y="539418"/>
                </a:lnTo>
                <a:lnTo>
                  <a:pt x="1396731" y="529139"/>
                </a:lnTo>
                <a:close/>
                <a:moveTo>
                  <a:pt x="1372098" y="580961"/>
                </a:moveTo>
                <a:lnTo>
                  <a:pt x="1374804" y="591386"/>
                </a:lnTo>
                <a:lnTo>
                  <a:pt x="1373419" y="581243"/>
                </a:lnTo>
                <a:lnTo>
                  <a:pt x="1372621" y="580325"/>
                </a:lnTo>
                <a:close/>
                <a:moveTo>
                  <a:pt x="691073" y="2105855"/>
                </a:moveTo>
                <a:lnTo>
                  <a:pt x="692534" y="2107625"/>
                </a:lnTo>
                <a:lnTo>
                  <a:pt x="695429" y="2107311"/>
                </a:lnTo>
                <a:lnTo>
                  <a:pt x="702106" y="2106313"/>
                </a:lnTo>
                <a:lnTo>
                  <a:pt x="693436" y="2105344"/>
                </a:lnTo>
                <a:lnTo>
                  <a:pt x="691538" y="2105759"/>
                </a:lnTo>
                <a:close/>
                <a:moveTo>
                  <a:pt x="1356019" y="616608"/>
                </a:moveTo>
                <a:lnTo>
                  <a:pt x="1356015" y="617390"/>
                </a:lnTo>
                <a:lnTo>
                  <a:pt x="1356278" y="617751"/>
                </a:lnTo>
                <a:close/>
                <a:moveTo>
                  <a:pt x="677689" y="2135342"/>
                </a:moveTo>
                <a:lnTo>
                  <a:pt x="679098" y="2135533"/>
                </a:lnTo>
                <a:lnTo>
                  <a:pt x="679444" y="2135444"/>
                </a:lnTo>
                <a:lnTo>
                  <a:pt x="679433" y="2135364"/>
                </a:lnTo>
                <a:close/>
                <a:moveTo>
                  <a:pt x="712633" y="2057057"/>
                </a:moveTo>
                <a:lnTo>
                  <a:pt x="712816" y="2057326"/>
                </a:lnTo>
                <a:lnTo>
                  <a:pt x="721724" y="2058267"/>
                </a:lnTo>
                <a:lnTo>
                  <a:pt x="721256" y="2057498"/>
                </a:lnTo>
                <a:lnTo>
                  <a:pt x="718995" y="2056372"/>
                </a:lnTo>
                <a:lnTo>
                  <a:pt x="718893" y="2056157"/>
                </a:lnTo>
                <a:lnTo>
                  <a:pt x="721112" y="2057262"/>
                </a:lnTo>
                <a:lnTo>
                  <a:pt x="719655" y="2054868"/>
                </a:lnTo>
                <a:close/>
                <a:moveTo>
                  <a:pt x="711778" y="2058964"/>
                </a:moveTo>
                <a:lnTo>
                  <a:pt x="712025" y="2059776"/>
                </a:lnTo>
                <a:lnTo>
                  <a:pt x="714883" y="2061040"/>
                </a:lnTo>
                <a:lnTo>
                  <a:pt x="715064" y="2061009"/>
                </a:lnTo>
                <a:lnTo>
                  <a:pt x="713703" y="2059003"/>
                </a:lnTo>
                <a:close/>
                <a:moveTo>
                  <a:pt x="680974" y="2127698"/>
                </a:moveTo>
                <a:lnTo>
                  <a:pt x="681991" y="2130562"/>
                </a:lnTo>
                <a:lnTo>
                  <a:pt x="686555" y="2128463"/>
                </a:lnTo>
                <a:lnTo>
                  <a:pt x="686380" y="2128427"/>
                </a:lnTo>
                <a:lnTo>
                  <a:pt x="681669" y="2127381"/>
                </a:lnTo>
                <a:close/>
                <a:moveTo>
                  <a:pt x="1406516" y="502939"/>
                </a:moveTo>
                <a:lnTo>
                  <a:pt x="1409516" y="517027"/>
                </a:lnTo>
                <a:lnTo>
                  <a:pt x="1412028" y="510114"/>
                </a:lnTo>
                <a:lnTo>
                  <a:pt x="1409376" y="500931"/>
                </a:lnTo>
                <a:close/>
                <a:moveTo>
                  <a:pt x="1411786" y="490562"/>
                </a:moveTo>
                <a:lnTo>
                  <a:pt x="1412381" y="493590"/>
                </a:lnTo>
                <a:lnTo>
                  <a:pt x="1413633" y="497389"/>
                </a:lnTo>
                <a:lnTo>
                  <a:pt x="1414560" y="496757"/>
                </a:lnTo>
                <a:lnTo>
                  <a:pt x="1414543" y="496524"/>
                </a:lnTo>
                <a:close/>
                <a:moveTo>
                  <a:pt x="1356027" y="615338"/>
                </a:moveTo>
                <a:lnTo>
                  <a:pt x="1356025" y="615679"/>
                </a:lnTo>
                <a:lnTo>
                  <a:pt x="1356642" y="618252"/>
                </a:lnTo>
                <a:lnTo>
                  <a:pt x="1360298" y="623288"/>
                </a:lnTo>
                <a:lnTo>
                  <a:pt x="1357820" y="618323"/>
                </a:lnTo>
                <a:lnTo>
                  <a:pt x="1356561" y="616117"/>
                </a:lnTo>
                <a:close/>
                <a:moveTo>
                  <a:pt x="690916" y="2104618"/>
                </a:moveTo>
                <a:lnTo>
                  <a:pt x="693455" y="2104867"/>
                </a:lnTo>
                <a:lnTo>
                  <a:pt x="694618" y="2104613"/>
                </a:lnTo>
                <a:close/>
                <a:moveTo>
                  <a:pt x="712034" y="2057244"/>
                </a:moveTo>
                <a:lnTo>
                  <a:pt x="712547" y="2057298"/>
                </a:lnTo>
                <a:lnTo>
                  <a:pt x="712427" y="2057121"/>
                </a:lnTo>
                <a:close/>
                <a:moveTo>
                  <a:pt x="680792" y="2127186"/>
                </a:moveTo>
                <a:lnTo>
                  <a:pt x="680825" y="2127278"/>
                </a:lnTo>
                <a:lnTo>
                  <a:pt x="680950" y="2127221"/>
                </a:lnTo>
                <a:close/>
                <a:moveTo>
                  <a:pt x="696959" y="2090722"/>
                </a:moveTo>
                <a:lnTo>
                  <a:pt x="698761" y="2091432"/>
                </a:lnTo>
                <a:lnTo>
                  <a:pt x="710695" y="2092117"/>
                </a:lnTo>
                <a:lnTo>
                  <a:pt x="710593" y="2091637"/>
                </a:lnTo>
                <a:lnTo>
                  <a:pt x="699607" y="2090985"/>
                </a:lnTo>
                <a:close/>
                <a:moveTo>
                  <a:pt x="704466" y="2073849"/>
                </a:moveTo>
                <a:lnTo>
                  <a:pt x="704632" y="2074205"/>
                </a:lnTo>
                <a:lnTo>
                  <a:pt x="705257" y="2074566"/>
                </a:lnTo>
                <a:lnTo>
                  <a:pt x="705572" y="2074581"/>
                </a:lnTo>
                <a:lnTo>
                  <a:pt x="706837" y="2073852"/>
                </a:lnTo>
                <a:lnTo>
                  <a:pt x="706708" y="2073203"/>
                </a:lnTo>
                <a:close/>
                <a:moveTo>
                  <a:pt x="1369930" y="583597"/>
                </a:moveTo>
                <a:lnTo>
                  <a:pt x="1369256" y="588393"/>
                </a:lnTo>
                <a:lnTo>
                  <a:pt x="1369737" y="589675"/>
                </a:lnTo>
                <a:lnTo>
                  <a:pt x="1370477" y="590598"/>
                </a:lnTo>
                <a:lnTo>
                  <a:pt x="1370484" y="582923"/>
                </a:lnTo>
                <a:close/>
                <a:moveTo>
                  <a:pt x="690367" y="2105001"/>
                </a:moveTo>
                <a:lnTo>
                  <a:pt x="690747" y="2105460"/>
                </a:lnTo>
                <a:lnTo>
                  <a:pt x="692007" y="2105184"/>
                </a:lnTo>
                <a:close/>
                <a:moveTo>
                  <a:pt x="1380331" y="560007"/>
                </a:moveTo>
                <a:lnTo>
                  <a:pt x="1380334" y="560241"/>
                </a:lnTo>
                <a:lnTo>
                  <a:pt x="1382048" y="562973"/>
                </a:lnTo>
                <a:lnTo>
                  <a:pt x="1382050" y="562898"/>
                </a:lnTo>
                <a:close/>
                <a:moveTo>
                  <a:pt x="711406" y="2057743"/>
                </a:moveTo>
                <a:lnTo>
                  <a:pt x="711636" y="2058500"/>
                </a:lnTo>
                <a:lnTo>
                  <a:pt x="713386" y="2058535"/>
                </a:lnTo>
                <a:lnTo>
                  <a:pt x="712960" y="2057908"/>
                </a:lnTo>
                <a:close/>
                <a:moveTo>
                  <a:pt x="706239" y="2068782"/>
                </a:moveTo>
                <a:lnTo>
                  <a:pt x="706603" y="2070616"/>
                </a:lnTo>
                <a:lnTo>
                  <a:pt x="707223" y="2070437"/>
                </a:lnTo>
                <a:lnTo>
                  <a:pt x="707013" y="2069902"/>
                </a:lnTo>
                <a:close/>
                <a:moveTo>
                  <a:pt x="700503" y="2081613"/>
                </a:moveTo>
                <a:lnTo>
                  <a:pt x="703567" y="2082838"/>
                </a:lnTo>
                <a:lnTo>
                  <a:pt x="705010" y="2082143"/>
                </a:lnTo>
                <a:lnTo>
                  <a:pt x="704853" y="2081760"/>
                </a:lnTo>
                <a:close/>
                <a:moveTo>
                  <a:pt x="697826" y="2087511"/>
                </a:moveTo>
                <a:lnTo>
                  <a:pt x="704936" y="2084794"/>
                </a:lnTo>
                <a:lnTo>
                  <a:pt x="704393" y="2084577"/>
                </a:lnTo>
                <a:lnTo>
                  <a:pt x="701950" y="2085343"/>
                </a:lnTo>
                <a:close/>
                <a:moveTo>
                  <a:pt x="690576" y="2103489"/>
                </a:moveTo>
                <a:lnTo>
                  <a:pt x="694946" y="2103830"/>
                </a:lnTo>
                <a:lnTo>
                  <a:pt x="692168" y="2103064"/>
                </a:lnTo>
                <a:close/>
                <a:moveTo>
                  <a:pt x="701415" y="2079161"/>
                </a:moveTo>
                <a:lnTo>
                  <a:pt x="704296" y="2080401"/>
                </a:lnTo>
                <a:lnTo>
                  <a:pt x="703647" y="2078818"/>
                </a:lnTo>
                <a:close/>
                <a:moveTo>
                  <a:pt x="1368231" y="585659"/>
                </a:moveTo>
                <a:lnTo>
                  <a:pt x="1369092" y="587956"/>
                </a:lnTo>
                <a:lnTo>
                  <a:pt x="1369658" y="583927"/>
                </a:lnTo>
                <a:close/>
                <a:moveTo>
                  <a:pt x="679046" y="2128580"/>
                </a:moveTo>
                <a:lnTo>
                  <a:pt x="679451" y="2131640"/>
                </a:lnTo>
                <a:lnTo>
                  <a:pt x="679862" y="2131541"/>
                </a:lnTo>
                <a:lnTo>
                  <a:pt x="681386" y="2130840"/>
                </a:lnTo>
                <a:lnTo>
                  <a:pt x="680458" y="2127935"/>
                </a:lnTo>
                <a:close/>
                <a:moveTo>
                  <a:pt x="1357411" y="609315"/>
                </a:moveTo>
                <a:lnTo>
                  <a:pt x="1357705" y="609840"/>
                </a:lnTo>
                <a:lnTo>
                  <a:pt x="1363305" y="616842"/>
                </a:lnTo>
                <a:lnTo>
                  <a:pt x="1360938" y="608684"/>
                </a:lnTo>
                <a:lnTo>
                  <a:pt x="1360653" y="608261"/>
                </a:lnTo>
                <a:lnTo>
                  <a:pt x="1358881" y="606059"/>
                </a:lnTo>
                <a:close/>
                <a:moveTo>
                  <a:pt x="696950" y="2088149"/>
                </a:moveTo>
                <a:lnTo>
                  <a:pt x="699783" y="2088649"/>
                </a:lnTo>
                <a:lnTo>
                  <a:pt x="707365" y="2087893"/>
                </a:lnTo>
                <a:lnTo>
                  <a:pt x="706323" y="2085349"/>
                </a:lnTo>
                <a:lnTo>
                  <a:pt x="705495" y="2085018"/>
                </a:lnTo>
                <a:close/>
                <a:moveTo>
                  <a:pt x="1354679" y="615366"/>
                </a:moveTo>
                <a:lnTo>
                  <a:pt x="1354732" y="615449"/>
                </a:lnTo>
                <a:lnTo>
                  <a:pt x="1354743" y="615223"/>
                </a:lnTo>
                <a:close/>
                <a:moveTo>
                  <a:pt x="1353394" y="618210"/>
                </a:moveTo>
                <a:lnTo>
                  <a:pt x="1353901" y="624291"/>
                </a:lnTo>
                <a:lnTo>
                  <a:pt x="1354299" y="624820"/>
                </a:lnTo>
                <a:lnTo>
                  <a:pt x="1354511" y="620228"/>
                </a:lnTo>
                <a:lnTo>
                  <a:pt x="1353437" y="618116"/>
                </a:lnTo>
                <a:close/>
                <a:moveTo>
                  <a:pt x="1404002" y="504702"/>
                </a:moveTo>
                <a:lnTo>
                  <a:pt x="1407690" y="519712"/>
                </a:lnTo>
                <a:lnTo>
                  <a:pt x="1408258" y="520491"/>
                </a:lnTo>
                <a:lnTo>
                  <a:pt x="1409261" y="517730"/>
                </a:lnTo>
                <a:lnTo>
                  <a:pt x="1406745" y="505082"/>
                </a:lnTo>
                <a:lnTo>
                  <a:pt x="1406318" y="503077"/>
                </a:lnTo>
                <a:close/>
                <a:moveTo>
                  <a:pt x="1383465" y="550495"/>
                </a:moveTo>
                <a:lnTo>
                  <a:pt x="1383136" y="560991"/>
                </a:lnTo>
                <a:lnTo>
                  <a:pt x="1383446" y="561764"/>
                </a:lnTo>
                <a:lnTo>
                  <a:pt x="1384134" y="563558"/>
                </a:lnTo>
                <a:lnTo>
                  <a:pt x="1387123" y="560280"/>
                </a:lnTo>
                <a:close/>
                <a:moveTo>
                  <a:pt x="678200" y="2128967"/>
                </a:moveTo>
                <a:lnTo>
                  <a:pt x="678918" y="2131478"/>
                </a:lnTo>
                <a:lnTo>
                  <a:pt x="678564" y="2128801"/>
                </a:lnTo>
                <a:close/>
                <a:moveTo>
                  <a:pt x="702329" y="2074929"/>
                </a:moveTo>
                <a:lnTo>
                  <a:pt x="703109" y="2076835"/>
                </a:lnTo>
                <a:lnTo>
                  <a:pt x="704616" y="2076585"/>
                </a:lnTo>
                <a:lnTo>
                  <a:pt x="704883" y="2076378"/>
                </a:lnTo>
                <a:lnTo>
                  <a:pt x="704620" y="2075834"/>
                </a:lnTo>
                <a:lnTo>
                  <a:pt x="704287" y="2075534"/>
                </a:lnTo>
                <a:lnTo>
                  <a:pt x="703839" y="2075793"/>
                </a:lnTo>
                <a:lnTo>
                  <a:pt x="703579" y="2075731"/>
                </a:lnTo>
                <a:lnTo>
                  <a:pt x="704143" y="2075405"/>
                </a:lnTo>
                <a:lnTo>
                  <a:pt x="703684" y="2074991"/>
                </a:lnTo>
                <a:close/>
                <a:moveTo>
                  <a:pt x="689383" y="2103809"/>
                </a:moveTo>
                <a:lnTo>
                  <a:pt x="689608" y="2104083"/>
                </a:lnTo>
                <a:lnTo>
                  <a:pt x="693215" y="2104077"/>
                </a:lnTo>
                <a:lnTo>
                  <a:pt x="689471" y="2103785"/>
                </a:lnTo>
                <a:close/>
                <a:moveTo>
                  <a:pt x="702426" y="2074438"/>
                </a:moveTo>
                <a:lnTo>
                  <a:pt x="703105" y="2074469"/>
                </a:lnTo>
                <a:lnTo>
                  <a:pt x="702914" y="2074298"/>
                </a:lnTo>
                <a:close/>
                <a:moveTo>
                  <a:pt x="1372725" y="573097"/>
                </a:moveTo>
                <a:lnTo>
                  <a:pt x="1373196" y="576231"/>
                </a:lnTo>
                <a:lnTo>
                  <a:pt x="1374117" y="575084"/>
                </a:lnTo>
                <a:close/>
                <a:moveTo>
                  <a:pt x="678802" y="2126744"/>
                </a:moveTo>
                <a:lnTo>
                  <a:pt x="678985" y="2128120"/>
                </a:lnTo>
                <a:lnTo>
                  <a:pt x="680322" y="2127508"/>
                </a:lnTo>
                <a:lnTo>
                  <a:pt x="680175" y="2127049"/>
                </a:lnTo>
                <a:close/>
                <a:moveTo>
                  <a:pt x="696044" y="2087989"/>
                </a:moveTo>
                <a:lnTo>
                  <a:pt x="696206" y="2088017"/>
                </a:lnTo>
                <a:lnTo>
                  <a:pt x="698604" y="2086756"/>
                </a:lnTo>
                <a:close/>
                <a:moveTo>
                  <a:pt x="695642" y="2088660"/>
                </a:moveTo>
                <a:lnTo>
                  <a:pt x="698348" y="2088711"/>
                </a:lnTo>
                <a:lnTo>
                  <a:pt x="696369" y="2088361"/>
                </a:lnTo>
                <a:lnTo>
                  <a:pt x="695835" y="2088557"/>
                </a:lnTo>
                <a:close/>
                <a:moveTo>
                  <a:pt x="698843" y="2080949"/>
                </a:moveTo>
                <a:lnTo>
                  <a:pt x="699942" y="2081388"/>
                </a:lnTo>
                <a:lnTo>
                  <a:pt x="704768" y="2081552"/>
                </a:lnTo>
                <a:lnTo>
                  <a:pt x="704717" y="2081427"/>
                </a:lnTo>
                <a:lnTo>
                  <a:pt x="700783" y="2079544"/>
                </a:lnTo>
                <a:close/>
                <a:moveTo>
                  <a:pt x="688352" y="2104084"/>
                </a:moveTo>
                <a:lnTo>
                  <a:pt x="688963" y="2104084"/>
                </a:lnTo>
                <a:lnTo>
                  <a:pt x="688853" y="2103950"/>
                </a:lnTo>
                <a:close/>
                <a:moveTo>
                  <a:pt x="1380267" y="554647"/>
                </a:moveTo>
                <a:lnTo>
                  <a:pt x="1380311" y="558357"/>
                </a:lnTo>
                <a:lnTo>
                  <a:pt x="1382098" y="561362"/>
                </a:lnTo>
                <a:lnTo>
                  <a:pt x="1382154" y="559555"/>
                </a:lnTo>
                <a:close/>
                <a:moveTo>
                  <a:pt x="1375899" y="563656"/>
                </a:moveTo>
                <a:lnTo>
                  <a:pt x="1376477" y="567317"/>
                </a:lnTo>
                <a:lnTo>
                  <a:pt x="1376596" y="568333"/>
                </a:lnTo>
                <a:close/>
                <a:moveTo>
                  <a:pt x="1378718" y="557296"/>
                </a:moveTo>
                <a:lnTo>
                  <a:pt x="1378996" y="558109"/>
                </a:lnTo>
                <a:lnTo>
                  <a:pt x="1379949" y="559629"/>
                </a:lnTo>
                <a:lnTo>
                  <a:pt x="1379946" y="559361"/>
                </a:lnTo>
                <a:close/>
                <a:moveTo>
                  <a:pt x="1362848" y="592794"/>
                </a:moveTo>
                <a:lnTo>
                  <a:pt x="1363069" y="593451"/>
                </a:lnTo>
                <a:lnTo>
                  <a:pt x="1364484" y="594671"/>
                </a:lnTo>
                <a:lnTo>
                  <a:pt x="1364477" y="594590"/>
                </a:lnTo>
                <a:lnTo>
                  <a:pt x="1363718" y="591430"/>
                </a:lnTo>
                <a:close/>
                <a:moveTo>
                  <a:pt x="710230" y="2053881"/>
                </a:moveTo>
                <a:lnTo>
                  <a:pt x="711147" y="2056892"/>
                </a:lnTo>
                <a:lnTo>
                  <a:pt x="712076" y="2056602"/>
                </a:lnTo>
                <a:close/>
                <a:moveTo>
                  <a:pt x="694690" y="2088641"/>
                </a:moveTo>
                <a:lnTo>
                  <a:pt x="694862" y="2088644"/>
                </a:lnTo>
                <a:lnTo>
                  <a:pt x="695419" y="2088431"/>
                </a:lnTo>
                <a:lnTo>
                  <a:pt x="695756" y="2088253"/>
                </a:lnTo>
                <a:lnTo>
                  <a:pt x="695564" y="2088220"/>
                </a:lnTo>
                <a:close/>
                <a:moveTo>
                  <a:pt x="674031" y="2134764"/>
                </a:moveTo>
                <a:lnTo>
                  <a:pt x="679319" y="2134833"/>
                </a:lnTo>
                <a:lnTo>
                  <a:pt x="678871" y="2133266"/>
                </a:lnTo>
                <a:lnTo>
                  <a:pt x="676087" y="2133819"/>
                </a:lnTo>
                <a:close/>
                <a:moveTo>
                  <a:pt x="710248" y="2053440"/>
                </a:moveTo>
                <a:lnTo>
                  <a:pt x="712289" y="2056537"/>
                </a:lnTo>
                <a:lnTo>
                  <a:pt x="719334" y="2054341"/>
                </a:lnTo>
                <a:lnTo>
                  <a:pt x="719143" y="2054028"/>
                </a:lnTo>
                <a:lnTo>
                  <a:pt x="710947" y="2053512"/>
                </a:lnTo>
                <a:close/>
                <a:moveTo>
                  <a:pt x="1353876" y="612205"/>
                </a:moveTo>
                <a:lnTo>
                  <a:pt x="1353707" y="612825"/>
                </a:lnTo>
                <a:lnTo>
                  <a:pt x="1353570" y="613660"/>
                </a:lnTo>
                <a:lnTo>
                  <a:pt x="1354515" y="615115"/>
                </a:lnTo>
                <a:lnTo>
                  <a:pt x="1354775" y="614540"/>
                </a:lnTo>
                <a:lnTo>
                  <a:pt x="1354819" y="613577"/>
                </a:lnTo>
                <a:close/>
                <a:moveTo>
                  <a:pt x="660453" y="2164772"/>
                </a:moveTo>
                <a:lnTo>
                  <a:pt x="660989" y="2164861"/>
                </a:lnTo>
                <a:lnTo>
                  <a:pt x="660990" y="2164862"/>
                </a:lnTo>
                <a:lnTo>
                  <a:pt x="660990" y="2164862"/>
                </a:lnTo>
                <a:lnTo>
                  <a:pt x="677749" y="2167655"/>
                </a:lnTo>
                <a:lnTo>
                  <a:pt x="683786" y="2168211"/>
                </a:lnTo>
                <a:lnTo>
                  <a:pt x="682201" y="2156252"/>
                </a:lnTo>
                <a:lnTo>
                  <a:pt x="660990" y="2164862"/>
                </a:lnTo>
                <a:lnTo>
                  <a:pt x="660989" y="2164861"/>
                </a:lnTo>
                <a:lnTo>
                  <a:pt x="660804" y="2164808"/>
                </a:lnTo>
                <a:lnTo>
                  <a:pt x="673188" y="2159781"/>
                </a:lnTo>
                <a:lnTo>
                  <a:pt x="682141" y="2155798"/>
                </a:lnTo>
                <a:lnTo>
                  <a:pt x="681930" y="2154209"/>
                </a:lnTo>
                <a:close/>
                <a:moveTo>
                  <a:pt x="677480" y="2126450"/>
                </a:moveTo>
                <a:lnTo>
                  <a:pt x="678076" y="2128536"/>
                </a:lnTo>
                <a:lnTo>
                  <a:pt x="678503" y="2128341"/>
                </a:lnTo>
                <a:lnTo>
                  <a:pt x="678276" y="2126627"/>
                </a:lnTo>
                <a:close/>
                <a:moveTo>
                  <a:pt x="647811" y="2192743"/>
                </a:moveTo>
                <a:lnTo>
                  <a:pt x="673113" y="2193444"/>
                </a:lnTo>
                <a:lnTo>
                  <a:pt x="687190" y="2193270"/>
                </a:lnTo>
                <a:lnTo>
                  <a:pt x="686313" y="2187290"/>
                </a:lnTo>
                <a:lnTo>
                  <a:pt x="685186" y="2178780"/>
                </a:lnTo>
                <a:lnTo>
                  <a:pt x="684389" y="2178913"/>
                </a:lnTo>
                <a:close/>
                <a:moveTo>
                  <a:pt x="1385203" y="541086"/>
                </a:moveTo>
                <a:lnTo>
                  <a:pt x="1386475" y="549071"/>
                </a:lnTo>
                <a:lnTo>
                  <a:pt x="1388278" y="559013"/>
                </a:lnTo>
                <a:lnTo>
                  <a:pt x="1392716" y="554145"/>
                </a:lnTo>
                <a:lnTo>
                  <a:pt x="1391976" y="551872"/>
                </a:lnTo>
                <a:lnTo>
                  <a:pt x="1391371" y="550099"/>
                </a:lnTo>
                <a:close/>
                <a:moveTo>
                  <a:pt x="1436004" y="426691"/>
                </a:moveTo>
                <a:lnTo>
                  <a:pt x="1453081" y="461490"/>
                </a:lnTo>
                <a:lnTo>
                  <a:pt x="1463341" y="483357"/>
                </a:lnTo>
                <a:lnTo>
                  <a:pt x="1468222" y="478758"/>
                </a:lnTo>
                <a:lnTo>
                  <a:pt x="1466944" y="471382"/>
                </a:lnTo>
                <a:lnTo>
                  <a:pt x="1467339" y="471677"/>
                </a:lnTo>
                <a:lnTo>
                  <a:pt x="1468518" y="478479"/>
                </a:lnTo>
                <a:lnTo>
                  <a:pt x="1483859" y="464023"/>
                </a:lnTo>
                <a:lnTo>
                  <a:pt x="1484093" y="464002"/>
                </a:lnTo>
                <a:lnTo>
                  <a:pt x="1472289" y="475126"/>
                </a:lnTo>
                <a:lnTo>
                  <a:pt x="1468563" y="478733"/>
                </a:lnTo>
                <a:lnTo>
                  <a:pt x="1472892" y="503715"/>
                </a:lnTo>
                <a:lnTo>
                  <a:pt x="1473237" y="504449"/>
                </a:lnTo>
                <a:lnTo>
                  <a:pt x="1474760" y="502725"/>
                </a:lnTo>
                <a:lnTo>
                  <a:pt x="1472620" y="487495"/>
                </a:lnTo>
                <a:lnTo>
                  <a:pt x="1472872" y="487737"/>
                </a:lnTo>
                <a:lnTo>
                  <a:pt x="1474949" y="502512"/>
                </a:lnTo>
                <a:lnTo>
                  <a:pt x="1484465" y="491736"/>
                </a:lnTo>
                <a:lnTo>
                  <a:pt x="1486322" y="483920"/>
                </a:lnTo>
                <a:lnTo>
                  <a:pt x="1486486" y="484205"/>
                </a:lnTo>
                <a:lnTo>
                  <a:pt x="1484782" y="491378"/>
                </a:lnTo>
                <a:lnTo>
                  <a:pt x="1488931" y="486679"/>
                </a:lnTo>
                <a:lnTo>
                  <a:pt x="1489328" y="486607"/>
                </a:lnTo>
                <a:lnTo>
                  <a:pt x="1484659" y="491892"/>
                </a:lnTo>
                <a:lnTo>
                  <a:pt x="1478838" y="516389"/>
                </a:lnTo>
                <a:lnTo>
                  <a:pt x="1485406" y="530387"/>
                </a:lnTo>
                <a:lnTo>
                  <a:pt x="1485457" y="498273"/>
                </a:lnTo>
                <a:lnTo>
                  <a:pt x="1485757" y="498657"/>
                </a:lnTo>
                <a:lnTo>
                  <a:pt x="1485706" y="531027"/>
                </a:lnTo>
                <a:lnTo>
                  <a:pt x="1497070" y="555248"/>
                </a:lnTo>
                <a:lnTo>
                  <a:pt x="1496320" y="542273"/>
                </a:lnTo>
                <a:lnTo>
                  <a:pt x="1488394" y="526119"/>
                </a:lnTo>
                <a:lnTo>
                  <a:pt x="1488831" y="526331"/>
                </a:lnTo>
                <a:lnTo>
                  <a:pt x="1496275" y="541499"/>
                </a:lnTo>
                <a:lnTo>
                  <a:pt x="1496268" y="541383"/>
                </a:lnTo>
                <a:lnTo>
                  <a:pt x="1493098" y="497162"/>
                </a:lnTo>
                <a:lnTo>
                  <a:pt x="1493538" y="497561"/>
                </a:lnTo>
                <a:lnTo>
                  <a:pt x="1496757" y="542481"/>
                </a:lnTo>
                <a:lnTo>
                  <a:pt x="1501943" y="553049"/>
                </a:lnTo>
                <a:lnTo>
                  <a:pt x="1513233" y="543048"/>
                </a:lnTo>
                <a:lnTo>
                  <a:pt x="1510790" y="533099"/>
                </a:lnTo>
                <a:lnTo>
                  <a:pt x="1511027" y="533285"/>
                </a:lnTo>
                <a:lnTo>
                  <a:pt x="1513391" y="542908"/>
                </a:lnTo>
                <a:lnTo>
                  <a:pt x="1519212" y="537752"/>
                </a:lnTo>
                <a:lnTo>
                  <a:pt x="1520657" y="536649"/>
                </a:lnTo>
                <a:lnTo>
                  <a:pt x="1514555" y="515521"/>
                </a:lnTo>
                <a:lnTo>
                  <a:pt x="1513008" y="512497"/>
                </a:lnTo>
                <a:lnTo>
                  <a:pt x="1501393" y="490536"/>
                </a:lnTo>
                <a:lnTo>
                  <a:pt x="1501723" y="490680"/>
                </a:lnTo>
                <a:lnTo>
                  <a:pt x="1514189" y="514252"/>
                </a:lnTo>
                <a:lnTo>
                  <a:pt x="1510085" y="500041"/>
                </a:lnTo>
                <a:lnTo>
                  <a:pt x="1501102" y="470433"/>
                </a:lnTo>
                <a:lnTo>
                  <a:pt x="1465392" y="400659"/>
                </a:lnTo>
                <a:close/>
                <a:moveTo>
                  <a:pt x="687764" y="2101849"/>
                </a:moveTo>
                <a:lnTo>
                  <a:pt x="688143" y="2102308"/>
                </a:lnTo>
                <a:lnTo>
                  <a:pt x="688795" y="2102133"/>
                </a:lnTo>
                <a:close/>
                <a:moveTo>
                  <a:pt x="1399197" y="508073"/>
                </a:moveTo>
                <a:lnTo>
                  <a:pt x="1407473" y="519413"/>
                </a:lnTo>
                <a:lnTo>
                  <a:pt x="1403881" y="504788"/>
                </a:lnTo>
                <a:close/>
                <a:moveTo>
                  <a:pt x="1356392" y="602970"/>
                </a:moveTo>
                <a:lnTo>
                  <a:pt x="1356091" y="604076"/>
                </a:lnTo>
                <a:lnTo>
                  <a:pt x="1356075" y="606925"/>
                </a:lnTo>
                <a:lnTo>
                  <a:pt x="1357258" y="609041"/>
                </a:lnTo>
                <a:lnTo>
                  <a:pt x="1358704" y="605839"/>
                </a:lnTo>
                <a:close/>
                <a:moveTo>
                  <a:pt x="672184" y="2134595"/>
                </a:moveTo>
                <a:lnTo>
                  <a:pt x="672984" y="2134703"/>
                </a:lnTo>
                <a:lnTo>
                  <a:pt x="674009" y="2134232"/>
                </a:lnTo>
                <a:close/>
                <a:moveTo>
                  <a:pt x="1370645" y="570128"/>
                </a:moveTo>
                <a:lnTo>
                  <a:pt x="1370900" y="576657"/>
                </a:lnTo>
                <a:lnTo>
                  <a:pt x="1371242" y="577666"/>
                </a:lnTo>
                <a:lnTo>
                  <a:pt x="1371409" y="578310"/>
                </a:lnTo>
                <a:lnTo>
                  <a:pt x="1371469" y="578379"/>
                </a:lnTo>
                <a:lnTo>
                  <a:pt x="1372801" y="576722"/>
                </a:lnTo>
                <a:lnTo>
                  <a:pt x="1372205" y="572352"/>
                </a:lnTo>
                <a:close/>
                <a:moveTo>
                  <a:pt x="678115" y="2120755"/>
                </a:moveTo>
                <a:lnTo>
                  <a:pt x="678353" y="2123347"/>
                </a:lnTo>
                <a:lnTo>
                  <a:pt x="678785" y="2126612"/>
                </a:lnTo>
                <a:lnTo>
                  <a:pt x="680125" y="2126890"/>
                </a:lnTo>
                <a:lnTo>
                  <a:pt x="678607" y="2122141"/>
                </a:lnTo>
                <a:close/>
                <a:moveTo>
                  <a:pt x="696328" y="2079942"/>
                </a:moveTo>
                <a:lnTo>
                  <a:pt x="698736" y="2080906"/>
                </a:lnTo>
                <a:lnTo>
                  <a:pt x="700683" y="2079496"/>
                </a:lnTo>
                <a:lnTo>
                  <a:pt x="700330" y="2079327"/>
                </a:lnTo>
                <a:close/>
                <a:moveTo>
                  <a:pt x="705468" y="2059290"/>
                </a:moveTo>
                <a:lnTo>
                  <a:pt x="706040" y="2060495"/>
                </a:lnTo>
                <a:lnTo>
                  <a:pt x="706293" y="2060528"/>
                </a:lnTo>
                <a:lnTo>
                  <a:pt x="706065" y="2060064"/>
                </a:lnTo>
                <a:lnTo>
                  <a:pt x="705535" y="2059269"/>
                </a:lnTo>
                <a:close/>
                <a:moveTo>
                  <a:pt x="701657" y="2067822"/>
                </a:moveTo>
                <a:lnTo>
                  <a:pt x="703391" y="2071543"/>
                </a:lnTo>
                <a:lnTo>
                  <a:pt x="706218" y="2070727"/>
                </a:lnTo>
                <a:lnTo>
                  <a:pt x="705784" y="2068533"/>
                </a:lnTo>
                <a:close/>
                <a:moveTo>
                  <a:pt x="1386357" y="534630"/>
                </a:moveTo>
                <a:lnTo>
                  <a:pt x="1391097" y="548511"/>
                </a:lnTo>
                <a:lnTo>
                  <a:pt x="1392759" y="550941"/>
                </a:lnTo>
                <a:lnTo>
                  <a:pt x="1392796" y="541510"/>
                </a:lnTo>
                <a:close/>
                <a:moveTo>
                  <a:pt x="686875" y="2100773"/>
                </a:moveTo>
                <a:lnTo>
                  <a:pt x="687252" y="2101230"/>
                </a:lnTo>
                <a:lnTo>
                  <a:pt x="689676" y="2101898"/>
                </a:lnTo>
                <a:lnTo>
                  <a:pt x="696017" y="2100202"/>
                </a:lnTo>
                <a:lnTo>
                  <a:pt x="694263" y="2099439"/>
                </a:lnTo>
                <a:close/>
                <a:moveTo>
                  <a:pt x="700308" y="2069996"/>
                </a:moveTo>
                <a:lnTo>
                  <a:pt x="700696" y="2070942"/>
                </a:lnTo>
                <a:lnTo>
                  <a:pt x="701786" y="2072006"/>
                </a:lnTo>
                <a:lnTo>
                  <a:pt x="701853" y="2071986"/>
                </a:lnTo>
                <a:close/>
                <a:moveTo>
                  <a:pt x="678221" y="2119169"/>
                </a:moveTo>
                <a:lnTo>
                  <a:pt x="680679" y="2126867"/>
                </a:lnTo>
                <a:lnTo>
                  <a:pt x="680732" y="2127017"/>
                </a:lnTo>
                <a:lnTo>
                  <a:pt x="681188" y="2127112"/>
                </a:lnTo>
                <a:lnTo>
                  <a:pt x="700633" y="2118215"/>
                </a:lnTo>
                <a:lnTo>
                  <a:pt x="700497" y="2118050"/>
                </a:lnTo>
                <a:lnTo>
                  <a:pt x="700273" y="2118070"/>
                </a:lnTo>
                <a:close/>
                <a:moveTo>
                  <a:pt x="1383822" y="539069"/>
                </a:moveTo>
                <a:lnTo>
                  <a:pt x="1383521" y="548730"/>
                </a:lnTo>
                <a:lnTo>
                  <a:pt x="1387576" y="559571"/>
                </a:lnTo>
                <a:lnTo>
                  <a:pt x="1384462" y="540001"/>
                </a:lnTo>
                <a:close/>
                <a:moveTo>
                  <a:pt x="709009" y="2049875"/>
                </a:moveTo>
                <a:lnTo>
                  <a:pt x="709646" y="2051965"/>
                </a:lnTo>
                <a:lnTo>
                  <a:pt x="718155" y="2052404"/>
                </a:lnTo>
                <a:lnTo>
                  <a:pt x="717036" y="2050567"/>
                </a:lnTo>
                <a:lnTo>
                  <a:pt x="712110" y="2047407"/>
                </a:lnTo>
                <a:close/>
                <a:moveTo>
                  <a:pt x="691626" y="2088582"/>
                </a:moveTo>
                <a:lnTo>
                  <a:pt x="691637" y="2088581"/>
                </a:lnTo>
                <a:lnTo>
                  <a:pt x="691657" y="2088571"/>
                </a:lnTo>
                <a:close/>
                <a:moveTo>
                  <a:pt x="686103" y="2100912"/>
                </a:moveTo>
                <a:lnTo>
                  <a:pt x="686416" y="2100998"/>
                </a:lnTo>
                <a:lnTo>
                  <a:pt x="686313" y="2100875"/>
                </a:lnTo>
                <a:close/>
                <a:moveTo>
                  <a:pt x="1349388" y="615132"/>
                </a:moveTo>
                <a:lnTo>
                  <a:pt x="1349167" y="615782"/>
                </a:lnTo>
                <a:lnTo>
                  <a:pt x="1349559" y="617175"/>
                </a:lnTo>
                <a:close/>
                <a:moveTo>
                  <a:pt x="1431540" y="430645"/>
                </a:moveTo>
                <a:lnTo>
                  <a:pt x="1432819" y="439916"/>
                </a:lnTo>
                <a:lnTo>
                  <a:pt x="1437911" y="480838"/>
                </a:lnTo>
                <a:lnTo>
                  <a:pt x="1448917" y="473334"/>
                </a:lnTo>
                <a:lnTo>
                  <a:pt x="1449321" y="473361"/>
                </a:lnTo>
                <a:lnTo>
                  <a:pt x="1437947" y="481116"/>
                </a:lnTo>
                <a:lnTo>
                  <a:pt x="1438919" y="488932"/>
                </a:lnTo>
                <a:lnTo>
                  <a:pt x="1439105" y="491144"/>
                </a:lnTo>
                <a:lnTo>
                  <a:pt x="1441159" y="497919"/>
                </a:lnTo>
                <a:lnTo>
                  <a:pt x="1442791" y="503565"/>
                </a:lnTo>
                <a:lnTo>
                  <a:pt x="1452220" y="494278"/>
                </a:lnTo>
                <a:lnTo>
                  <a:pt x="1451255" y="490176"/>
                </a:lnTo>
                <a:lnTo>
                  <a:pt x="1451457" y="490337"/>
                </a:lnTo>
                <a:lnTo>
                  <a:pt x="1452353" y="494147"/>
                </a:lnTo>
                <a:lnTo>
                  <a:pt x="1459984" y="486630"/>
                </a:lnTo>
                <a:lnTo>
                  <a:pt x="1459951" y="485984"/>
                </a:lnTo>
                <a:lnTo>
                  <a:pt x="1460269" y="486349"/>
                </a:lnTo>
                <a:lnTo>
                  <a:pt x="1460269" y="486350"/>
                </a:lnTo>
                <a:lnTo>
                  <a:pt x="1462529" y="484123"/>
                </a:lnTo>
                <a:lnTo>
                  <a:pt x="1462891" y="483782"/>
                </a:lnTo>
                <a:lnTo>
                  <a:pt x="1436519" y="428655"/>
                </a:lnTo>
                <a:lnTo>
                  <a:pt x="1435692" y="426968"/>
                </a:lnTo>
                <a:close/>
                <a:moveTo>
                  <a:pt x="1395926" y="510370"/>
                </a:moveTo>
                <a:lnTo>
                  <a:pt x="1405696" y="527543"/>
                </a:lnTo>
                <a:lnTo>
                  <a:pt x="1407932" y="521389"/>
                </a:lnTo>
                <a:lnTo>
                  <a:pt x="1407763" y="520656"/>
                </a:lnTo>
                <a:lnTo>
                  <a:pt x="1398790" y="508361"/>
                </a:lnTo>
                <a:close/>
                <a:moveTo>
                  <a:pt x="689942" y="2090926"/>
                </a:moveTo>
                <a:lnTo>
                  <a:pt x="698195" y="2091400"/>
                </a:lnTo>
                <a:lnTo>
                  <a:pt x="696314" y="2090658"/>
                </a:lnTo>
                <a:lnTo>
                  <a:pt x="693152" y="2090343"/>
                </a:lnTo>
                <a:lnTo>
                  <a:pt x="690766" y="2090581"/>
                </a:lnTo>
                <a:lnTo>
                  <a:pt x="690643" y="2090588"/>
                </a:lnTo>
                <a:close/>
                <a:moveTo>
                  <a:pt x="689473" y="2091855"/>
                </a:moveTo>
                <a:lnTo>
                  <a:pt x="699413" y="2095231"/>
                </a:lnTo>
                <a:lnTo>
                  <a:pt x="705122" y="2094134"/>
                </a:lnTo>
                <a:lnTo>
                  <a:pt x="702000" y="2092901"/>
                </a:lnTo>
                <a:lnTo>
                  <a:pt x="697630" y="2092651"/>
                </a:lnTo>
                <a:close/>
                <a:moveTo>
                  <a:pt x="1383817" y="536110"/>
                </a:moveTo>
                <a:lnTo>
                  <a:pt x="1383832" y="537895"/>
                </a:lnTo>
                <a:lnTo>
                  <a:pt x="1384215" y="538456"/>
                </a:lnTo>
                <a:lnTo>
                  <a:pt x="1384024" y="537257"/>
                </a:lnTo>
                <a:close/>
                <a:moveTo>
                  <a:pt x="1360443" y="587858"/>
                </a:moveTo>
                <a:lnTo>
                  <a:pt x="1360273" y="588729"/>
                </a:lnTo>
                <a:lnTo>
                  <a:pt x="1360138" y="589226"/>
                </a:lnTo>
                <a:lnTo>
                  <a:pt x="1360556" y="591036"/>
                </a:lnTo>
                <a:lnTo>
                  <a:pt x="1360926" y="591497"/>
                </a:lnTo>
                <a:lnTo>
                  <a:pt x="1361451" y="590844"/>
                </a:lnTo>
                <a:close/>
                <a:moveTo>
                  <a:pt x="1374721" y="555743"/>
                </a:moveTo>
                <a:lnTo>
                  <a:pt x="1374722" y="555753"/>
                </a:lnTo>
                <a:lnTo>
                  <a:pt x="1379394" y="568759"/>
                </a:lnTo>
                <a:lnTo>
                  <a:pt x="1379443" y="568704"/>
                </a:lnTo>
                <a:lnTo>
                  <a:pt x="1377669" y="560999"/>
                </a:lnTo>
                <a:lnTo>
                  <a:pt x="1377252" y="559780"/>
                </a:lnTo>
                <a:close/>
                <a:moveTo>
                  <a:pt x="700500" y="2065338"/>
                </a:moveTo>
                <a:lnTo>
                  <a:pt x="700590" y="2065533"/>
                </a:lnTo>
                <a:lnTo>
                  <a:pt x="704421" y="2066148"/>
                </a:lnTo>
                <a:lnTo>
                  <a:pt x="704334" y="2066022"/>
                </a:lnTo>
                <a:lnTo>
                  <a:pt x="702577" y="2065609"/>
                </a:lnTo>
                <a:close/>
                <a:moveTo>
                  <a:pt x="677693" y="2116129"/>
                </a:moveTo>
                <a:lnTo>
                  <a:pt x="677870" y="2118070"/>
                </a:lnTo>
                <a:lnTo>
                  <a:pt x="678077" y="2118717"/>
                </a:lnTo>
                <a:lnTo>
                  <a:pt x="681508" y="2118546"/>
                </a:lnTo>
                <a:lnTo>
                  <a:pt x="699565" y="2116922"/>
                </a:lnTo>
                <a:lnTo>
                  <a:pt x="697591" y="2114532"/>
                </a:lnTo>
                <a:close/>
                <a:moveTo>
                  <a:pt x="695273" y="2076503"/>
                </a:moveTo>
                <a:lnTo>
                  <a:pt x="695536" y="2076629"/>
                </a:lnTo>
                <a:lnTo>
                  <a:pt x="697980" y="2077682"/>
                </a:lnTo>
                <a:lnTo>
                  <a:pt x="702852" y="2076877"/>
                </a:lnTo>
                <a:lnTo>
                  <a:pt x="702050" y="2074917"/>
                </a:lnTo>
                <a:lnTo>
                  <a:pt x="700942" y="2074866"/>
                </a:lnTo>
                <a:close/>
                <a:moveTo>
                  <a:pt x="689556" y="2089230"/>
                </a:moveTo>
                <a:lnTo>
                  <a:pt x="690208" y="2089269"/>
                </a:lnTo>
                <a:lnTo>
                  <a:pt x="690283" y="2089233"/>
                </a:lnTo>
                <a:lnTo>
                  <a:pt x="689590" y="2089220"/>
                </a:lnTo>
                <a:close/>
                <a:moveTo>
                  <a:pt x="1393304" y="513322"/>
                </a:moveTo>
                <a:lnTo>
                  <a:pt x="1394253" y="518908"/>
                </a:lnTo>
                <a:lnTo>
                  <a:pt x="1401412" y="527568"/>
                </a:lnTo>
                <a:close/>
                <a:moveTo>
                  <a:pt x="699247" y="2067407"/>
                </a:moveTo>
                <a:lnTo>
                  <a:pt x="699356" y="2067674"/>
                </a:lnTo>
                <a:lnTo>
                  <a:pt x="702548" y="2071786"/>
                </a:lnTo>
                <a:lnTo>
                  <a:pt x="702689" y="2071745"/>
                </a:lnTo>
                <a:lnTo>
                  <a:pt x="700791" y="2067673"/>
                </a:lnTo>
                <a:close/>
                <a:moveTo>
                  <a:pt x="675696" y="2119295"/>
                </a:moveTo>
                <a:lnTo>
                  <a:pt x="677174" y="2125382"/>
                </a:lnTo>
                <a:lnTo>
                  <a:pt x="677446" y="2126334"/>
                </a:lnTo>
                <a:lnTo>
                  <a:pt x="678260" y="2126503"/>
                </a:lnTo>
                <a:lnTo>
                  <a:pt x="677294" y="2119216"/>
                </a:lnTo>
                <a:close/>
                <a:moveTo>
                  <a:pt x="683521" y="2101379"/>
                </a:moveTo>
                <a:lnTo>
                  <a:pt x="684322" y="2103002"/>
                </a:lnTo>
                <a:lnTo>
                  <a:pt x="685271" y="2103076"/>
                </a:lnTo>
                <a:lnTo>
                  <a:pt x="687613" y="2102449"/>
                </a:lnTo>
                <a:lnTo>
                  <a:pt x="686927" y="2101618"/>
                </a:lnTo>
                <a:lnTo>
                  <a:pt x="685055" y="2101102"/>
                </a:lnTo>
                <a:close/>
                <a:moveTo>
                  <a:pt x="1361223" y="583863"/>
                </a:moveTo>
                <a:lnTo>
                  <a:pt x="1360714" y="586469"/>
                </a:lnTo>
                <a:lnTo>
                  <a:pt x="1361972" y="590196"/>
                </a:lnTo>
                <a:lnTo>
                  <a:pt x="1363081" y="588816"/>
                </a:lnTo>
                <a:close/>
                <a:moveTo>
                  <a:pt x="1427753" y="434000"/>
                </a:moveTo>
                <a:lnTo>
                  <a:pt x="1434292" y="472163"/>
                </a:lnTo>
                <a:lnTo>
                  <a:pt x="1433716" y="461189"/>
                </a:lnTo>
                <a:lnTo>
                  <a:pt x="1433855" y="461347"/>
                </a:lnTo>
                <a:lnTo>
                  <a:pt x="1434480" y="473260"/>
                </a:lnTo>
                <a:lnTo>
                  <a:pt x="1435520" y="479326"/>
                </a:lnTo>
                <a:lnTo>
                  <a:pt x="1436309" y="481930"/>
                </a:lnTo>
                <a:lnTo>
                  <a:pt x="1437497" y="481120"/>
                </a:lnTo>
                <a:lnTo>
                  <a:pt x="1437169" y="477212"/>
                </a:lnTo>
                <a:lnTo>
                  <a:pt x="1431391" y="430777"/>
                </a:lnTo>
                <a:close/>
                <a:moveTo>
                  <a:pt x="1383780" y="531871"/>
                </a:moveTo>
                <a:lnTo>
                  <a:pt x="1383783" y="532152"/>
                </a:lnTo>
                <a:lnTo>
                  <a:pt x="1384957" y="539540"/>
                </a:lnTo>
                <a:lnTo>
                  <a:pt x="1390563" y="547731"/>
                </a:lnTo>
                <a:lnTo>
                  <a:pt x="1385936" y="534177"/>
                </a:lnTo>
                <a:close/>
                <a:moveTo>
                  <a:pt x="681999" y="2103177"/>
                </a:moveTo>
                <a:lnTo>
                  <a:pt x="682022" y="2103745"/>
                </a:lnTo>
                <a:lnTo>
                  <a:pt x="682567" y="2103799"/>
                </a:lnTo>
                <a:lnTo>
                  <a:pt x="684165" y="2103371"/>
                </a:lnTo>
                <a:lnTo>
                  <a:pt x="682786" y="2103264"/>
                </a:lnTo>
                <a:close/>
                <a:moveTo>
                  <a:pt x="707534" y="2045031"/>
                </a:moveTo>
                <a:lnTo>
                  <a:pt x="708884" y="2049464"/>
                </a:lnTo>
                <a:lnTo>
                  <a:pt x="711754" y="2047179"/>
                </a:lnTo>
                <a:lnTo>
                  <a:pt x="708755" y="2045255"/>
                </a:lnTo>
                <a:close/>
                <a:moveTo>
                  <a:pt x="687506" y="2089874"/>
                </a:moveTo>
                <a:lnTo>
                  <a:pt x="687970" y="2089828"/>
                </a:lnTo>
                <a:lnTo>
                  <a:pt x="687729" y="2089804"/>
                </a:lnTo>
                <a:close/>
                <a:moveTo>
                  <a:pt x="698296" y="2065051"/>
                </a:moveTo>
                <a:lnTo>
                  <a:pt x="698344" y="2065172"/>
                </a:lnTo>
                <a:lnTo>
                  <a:pt x="699729" y="2065394"/>
                </a:lnTo>
                <a:lnTo>
                  <a:pt x="699652" y="2065228"/>
                </a:lnTo>
                <a:close/>
                <a:moveTo>
                  <a:pt x="681939" y="2101664"/>
                </a:moveTo>
                <a:lnTo>
                  <a:pt x="681985" y="2102820"/>
                </a:lnTo>
                <a:lnTo>
                  <a:pt x="684114" y="2102986"/>
                </a:lnTo>
                <a:lnTo>
                  <a:pt x="683338" y="2101412"/>
                </a:lnTo>
                <a:close/>
                <a:moveTo>
                  <a:pt x="667338" y="2133937"/>
                </a:moveTo>
                <a:lnTo>
                  <a:pt x="668995" y="2134162"/>
                </a:lnTo>
                <a:lnTo>
                  <a:pt x="678473" y="2131876"/>
                </a:lnTo>
                <a:lnTo>
                  <a:pt x="677705" y="2129194"/>
                </a:lnTo>
                <a:close/>
                <a:moveTo>
                  <a:pt x="707337" y="2044369"/>
                </a:moveTo>
                <a:lnTo>
                  <a:pt x="707387" y="2044378"/>
                </a:lnTo>
                <a:lnTo>
                  <a:pt x="707366" y="2044364"/>
                </a:lnTo>
                <a:close/>
                <a:moveTo>
                  <a:pt x="674980" y="2116347"/>
                </a:moveTo>
                <a:lnTo>
                  <a:pt x="675585" y="2118841"/>
                </a:lnTo>
                <a:lnTo>
                  <a:pt x="677234" y="2118759"/>
                </a:lnTo>
                <a:lnTo>
                  <a:pt x="677130" y="2117979"/>
                </a:lnTo>
                <a:lnTo>
                  <a:pt x="676508" y="2116225"/>
                </a:lnTo>
                <a:close/>
                <a:moveTo>
                  <a:pt x="1390404" y="514244"/>
                </a:moveTo>
                <a:lnTo>
                  <a:pt x="1390516" y="514483"/>
                </a:lnTo>
                <a:lnTo>
                  <a:pt x="1391187" y="515201"/>
                </a:lnTo>
                <a:lnTo>
                  <a:pt x="1391474" y="515547"/>
                </a:lnTo>
                <a:lnTo>
                  <a:pt x="1391162" y="513712"/>
                </a:lnTo>
                <a:close/>
                <a:moveTo>
                  <a:pt x="664745" y="2139034"/>
                </a:moveTo>
                <a:lnTo>
                  <a:pt x="676149" y="2136269"/>
                </a:lnTo>
                <a:lnTo>
                  <a:pt x="672255" y="2135581"/>
                </a:lnTo>
                <a:close/>
                <a:moveTo>
                  <a:pt x="1452540" y="374734"/>
                </a:moveTo>
                <a:lnTo>
                  <a:pt x="1462732" y="394006"/>
                </a:lnTo>
                <a:lnTo>
                  <a:pt x="1465061" y="398554"/>
                </a:lnTo>
                <a:lnTo>
                  <a:pt x="1490534" y="379119"/>
                </a:lnTo>
                <a:lnTo>
                  <a:pt x="1486686" y="362976"/>
                </a:lnTo>
                <a:lnTo>
                  <a:pt x="1481098" y="340853"/>
                </a:lnTo>
                <a:lnTo>
                  <a:pt x="1463147" y="361502"/>
                </a:lnTo>
                <a:close/>
                <a:moveTo>
                  <a:pt x="677202" y="2110760"/>
                </a:moveTo>
                <a:lnTo>
                  <a:pt x="677669" y="2115862"/>
                </a:lnTo>
                <a:lnTo>
                  <a:pt x="697383" y="2114279"/>
                </a:lnTo>
                <a:lnTo>
                  <a:pt x="695818" y="2112384"/>
                </a:lnTo>
                <a:lnTo>
                  <a:pt x="685324" y="2113688"/>
                </a:lnTo>
                <a:lnTo>
                  <a:pt x="685157" y="2113588"/>
                </a:lnTo>
                <a:lnTo>
                  <a:pt x="695728" y="2112276"/>
                </a:lnTo>
                <a:lnTo>
                  <a:pt x="692576" y="2108459"/>
                </a:lnTo>
                <a:close/>
                <a:moveTo>
                  <a:pt x="696608" y="2066952"/>
                </a:moveTo>
                <a:lnTo>
                  <a:pt x="700238" y="2070496"/>
                </a:lnTo>
                <a:lnTo>
                  <a:pt x="699726" y="2069246"/>
                </a:lnTo>
                <a:lnTo>
                  <a:pt x="698152" y="2067218"/>
                </a:lnTo>
                <a:close/>
                <a:moveTo>
                  <a:pt x="1358213" y="585433"/>
                </a:moveTo>
                <a:lnTo>
                  <a:pt x="1357845" y="587667"/>
                </a:lnTo>
                <a:lnTo>
                  <a:pt x="1358189" y="588095"/>
                </a:lnTo>
                <a:lnTo>
                  <a:pt x="1358535" y="586825"/>
                </a:lnTo>
                <a:close/>
                <a:moveTo>
                  <a:pt x="1383744" y="527757"/>
                </a:moveTo>
                <a:lnTo>
                  <a:pt x="1383766" y="530156"/>
                </a:lnTo>
                <a:lnTo>
                  <a:pt x="1384968" y="531346"/>
                </a:lnTo>
                <a:close/>
                <a:moveTo>
                  <a:pt x="697212" y="2064911"/>
                </a:moveTo>
                <a:lnTo>
                  <a:pt x="697282" y="2065001"/>
                </a:lnTo>
                <a:lnTo>
                  <a:pt x="698036" y="2065123"/>
                </a:lnTo>
                <a:lnTo>
                  <a:pt x="697991" y="2065012"/>
                </a:lnTo>
                <a:close/>
                <a:moveTo>
                  <a:pt x="1373835" y="549794"/>
                </a:moveTo>
                <a:lnTo>
                  <a:pt x="1373851" y="549907"/>
                </a:lnTo>
                <a:lnTo>
                  <a:pt x="1373900" y="549984"/>
                </a:lnTo>
                <a:close/>
                <a:moveTo>
                  <a:pt x="677114" y="2109799"/>
                </a:moveTo>
                <a:lnTo>
                  <a:pt x="677155" y="2110254"/>
                </a:lnTo>
                <a:lnTo>
                  <a:pt x="688263" y="2108592"/>
                </a:lnTo>
                <a:close/>
                <a:moveTo>
                  <a:pt x="1370158" y="557627"/>
                </a:moveTo>
                <a:lnTo>
                  <a:pt x="1370243" y="559816"/>
                </a:lnTo>
                <a:lnTo>
                  <a:pt x="1370552" y="560256"/>
                </a:lnTo>
                <a:lnTo>
                  <a:pt x="1370542" y="560185"/>
                </a:lnTo>
                <a:close/>
                <a:moveTo>
                  <a:pt x="682016" y="2098325"/>
                </a:moveTo>
                <a:lnTo>
                  <a:pt x="682128" y="2098554"/>
                </a:lnTo>
                <a:lnTo>
                  <a:pt x="682954" y="2098395"/>
                </a:lnTo>
                <a:close/>
                <a:moveTo>
                  <a:pt x="665768" y="2134656"/>
                </a:moveTo>
                <a:lnTo>
                  <a:pt x="666886" y="2134670"/>
                </a:lnTo>
                <a:lnTo>
                  <a:pt x="666975" y="2134649"/>
                </a:lnTo>
                <a:lnTo>
                  <a:pt x="666115" y="2134497"/>
                </a:lnTo>
                <a:close/>
                <a:moveTo>
                  <a:pt x="1366839" y="564694"/>
                </a:moveTo>
                <a:lnTo>
                  <a:pt x="1370339" y="575006"/>
                </a:lnTo>
                <a:lnTo>
                  <a:pt x="1370120" y="569376"/>
                </a:lnTo>
                <a:close/>
                <a:moveTo>
                  <a:pt x="681807" y="2098310"/>
                </a:moveTo>
                <a:lnTo>
                  <a:pt x="681819" y="2098613"/>
                </a:lnTo>
                <a:lnTo>
                  <a:pt x="681946" y="2098588"/>
                </a:lnTo>
                <a:lnTo>
                  <a:pt x="681809" y="2098309"/>
                </a:lnTo>
                <a:close/>
                <a:moveTo>
                  <a:pt x="1358676" y="582617"/>
                </a:moveTo>
                <a:lnTo>
                  <a:pt x="1358648" y="582782"/>
                </a:lnTo>
                <a:lnTo>
                  <a:pt x="1359102" y="584744"/>
                </a:lnTo>
                <a:lnTo>
                  <a:pt x="1359232" y="584266"/>
                </a:lnTo>
                <a:close/>
                <a:moveTo>
                  <a:pt x="690890" y="2077768"/>
                </a:moveTo>
                <a:lnTo>
                  <a:pt x="692811" y="2078536"/>
                </a:lnTo>
                <a:lnTo>
                  <a:pt x="697172" y="2077815"/>
                </a:lnTo>
                <a:lnTo>
                  <a:pt x="694749" y="2076654"/>
                </a:lnTo>
                <a:close/>
                <a:moveTo>
                  <a:pt x="677016" y="2108732"/>
                </a:moveTo>
                <a:lnTo>
                  <a:pt x="677068" y="2109299"/>
                </a:lnTo>
                <a:lnTo>
                  <a:pt x="691940" y="2107689"/>
                </a:lnTo>
                <a:lnTo>
                  <a:pt x="690520" y="2105968"/>
                </a:lnTo>
                <a:close/>
                <a:moveTo>
                  <a:pt x="1363876" y="570284"/>
                </a:moveTo>
                <a:lnTo>
                  <a:pt x="1363371" y="572867"/>
                </a:lnTo>
                <a:lnTo>
                  <a:pt x="1363697" y="573569"/>
                </a:lnTo>
                <a:lnTo>
                  <a:pt x="1367400" y="583441"/>
                </a:lnTo>
                <a:lnTo>
                  <a:pt x="1370026" y="580173"/>
                </a:lnTo>
                <a:lnTo>
                  <a:pt x="1368980" y="576146"/>
                </a:lnTo>
                <a:close/>
                <a:moveTo>
                  <a:pt x="686612" y="2086639"/>
                </a:moveTo>
                <a:lnTo>
                  <a:pt x="690592" y="2088209"/>
                </a:lnTo>
                <a:lnTo>
                  <a:pt x="692362" y="2087654"/>
                </a:lnTo>
                <a:close/>
                <a:moveTo>
                  <a:pt x="675611" y="2110997"/>
                </a:moveTo>
                <a:lnTo>
                  <a:pt x="676626" y="2114177"/>
                </a:lnTo>
                <a:lnTo>
                  <a:pt x="676194" y="2110909"/>
                </a:lnTo>
                <a:close/>
                <a:moveTo>
                  <a:pt x="1407944" y="471010"/>
                </a:moveTo>
                <a:lnTo>
                  <a:pt x="1410723" y="485149"/>
                </a:lnTo>
                <a:lnTo>
                  <a:pt x="1414277" y="492838"/>
                </a:lnTo>
                <a:lnTo>
                  <a:pt x="1412267" y="464887"/>
                </a:lnTo>
                <a:lnTo>
                  <a:pt x="1410643" y="467147"/>
                </a:lnTo>
                <a:close/>
                <a:moveTo>
                  <a:pt x="664454" y="2135257"/>
                </a:moveTo>
                <a:lnTo>
                  <a:pt x="664807" y="2135172"/>
                </a:lnTo>
                <a:lnTo>
                  <a:pt x="664644" y="2135170"/>
                </a:lnTo>
                <a:close/>
                <a:moveTo>
                  <a:pt x="1359220" y="579304"/>
                </a:moveTo>
                <a:lnTo>
                  <a:pt x="1358918" y="581143"/>
                </a:lnTo>
                <a:lnTo>
                  <a:pt x="1359563" y="583052"/>
                </a:lnTo>
                <a:lnTo>
                  <a:pt x="1360133" y="580957"/>
                </a:lnTo>
                <a:lnTo>
                  <a:pt x="1359864" y="580238"/>
                </a:lnTo>
                <a:close/>
                <a:moveTo>
                  <a:pt x="676871" y="2107153"/>
                </a:moveTo>
                <a:lnTo>
                  <a:pt x="676992" y="2108473"/>
                </a:lnTo>
                <a:lnTo>
                  <a:pt x="690199" y="2105580"/>
                </a:lnTo>
                <a:lnTo>
                  <a:pt x="689655" y="2104921"/>
                </a:lnTo>
                <a:lnTo>
                  <a:pt x="686993" y="2104624"/>
                </a:lnTo>
                <a:lnTo>
                  <a:pt x="686329" y="2104625"/>
                </a:lnTo>
                <a:lnTo>
                  <a:pt x="682102" y="2105755"/>
                </a:lnTo>
                <a:lnTo>
                  <a:pt x="682151" y="2107001"/>
                </a:lnTo>
                <a:lnTo>
                  <a:pt x="681953" y="2106810"/>
                </a:lnTo>
                <a:lnTo>
                  <a:pt x="681913" y="2105806"/>
                </a:lnTo>
                <a:close/>
                <a:moveTo>
                  <a:pt x="698509" y="2058236"/>
                </a:moveTo>
                <a:lnTo>
                  <a:pt x="698964" y="2058245"/>
                </a:lnTo>
                <a:lnTo>
                  <a:pt x="698799" y="2058005"/>
                </a:lnTo>
                <a:close/>
                <a:moveTo>
                  <a:pt x="702407" y="2049445"/>
                </a:moveTo>
                <a:lnTo>
                  <a:pt x="702736" y="2051106"/>
                </a:lnTo>
                <a:lnTo>
                  <a:pt x="703069" y="2051619"/>
                </a:lnTo>
                <a:close/>
                <a:moveTo>
                  <a:pt x="675291" y="2109996"/>
                </a:moveTo>
                <a:lnTo>
                  <a:pt x="675455" y="2110509"/>
                </a:lnTo>
                <a:lnTo>
                  <a:pt x="676127" y="2110408"/>
                </a:lnTo>
                <a:lnTo>
                  <a:pt x="676062" y="2109912"/>
                </a:lnTo>
                <a:close/>
                <a:moveTo>
                  <a:pt x="1405907" y="473927"/>
                </a:moveTo>
                <a:lnTo>
                  <a:pt x="1406830" y="476731"/>
                </a:lnTo>
                <a:lnTo>
                  <a:pt x="1408900" y="481208"/>
                </a:lnTo>
                <a:lnTo>
                  <a:pt x="1407126" y="472181"/>
                </a:lnTo>
                <a:close/>
                <a:moveTo>
                  <a:pt x="682041" y="2094730"/>
                </a:moveTo>
                <a:lnTo>
                  <a:pt x="683869" y="2097132"/>
                </a:lnTo>
                <a:lnTo>
                  <a:pt x="684643" y="2098070"/>
                </a:lnTo>
                <a:lnTo>
                  <a:pt x="689140" y="2097206"/>
                </a:lnTo>
                <a:lnTo>
                  <a:pt x="682714" y="2094406"/>
                </a:lnTo>
                <a:close/>
                <a:moveTo>
                  <a:pt x="695384" y="2064696"/>
                </a:moveTo>
                <a:lnTo>
                  <a:pt x="696310" y="2064845"/>
                </a:lnTo>
                <a:lnTo>
                  <a:pt x="696266" y="2064788"/>
                </a:lnTo>
                <a:lnTo>
                  <a:pt x="695460" y="2064683"/>
                </a:lnTo>
                <a:close/>
                <a:moveTo>
                  <a:pt x="681686" y="2095272"/>
                </a:moveTo>
                <a:lnTo>
                  <a:pt x="681789" y="2097865"/>
                </a:lnTo>
                <a:lnTo>
                  <a:pt x="681930" y="2098151"/>
                </a:lnTo>
                <a:lnTo>
                  <a:pt x="683582" y="2098274"/>
                </a:lnTo>
                <a:lnTo>
                  <a:pt x="684086" y="2098177"/>
                </a:lnTo>
                <a:close/>
                <a:moveTo>
                  <a:pt x="690904" y="2074412"/>
                </a:moveTo>
                <a:lnTo>
                  <a:pt x="691479" y="2074687"/>
                </a:lnTo>
                <a:lnTo>
                  <a:pt x="692840" y="2074499"/>
                </a:lnTo>
                <a:close/>
                <a:moveTo>
                  <a:pt x="697547" y="2059003"/>
                </a:moveTo>
                <a:lnTo>
                  <a:pt x="697739" y="2059415"/>
                </a:lnTo>
                <a:lnTo>
                  <a:pt x="699973" y="2059706"/>
                </a:lnTo>
                <a:lnTo>
                  <a:pt x="699288" y="2058713"/>
                </a:lnTo>
                <a:lnTo>
                  <a:pt x="697944" y="2058686"/>
                </a:lnTo>
                <a:close/>
                <a:moveTo>
                  <a:pt x="674713" y="2110059"/>
                </a:moveTo>
                <a:lnTo>
                  <a:pt x="674902" y="2110592"/>
                </a:lnTo>
                <a:lnTo>
                  <a:pt x="674918" y="2110589"/>
                </a:lnTo>
                <a:lnTo>
                  <a:pt x="674748" y="2110055"/>
                </a:lnTo>
                <a:close/>
                <a:moveTo>
                  <a:pt x="1357312" y="581539"/>
                </a:moveTo>
                <a:lnTo>
                  <a:pt x="1356586" y="586104"/>
                </a:lnTo>
                <a:lnTo>
                  <a:pt x="1357456" y="587185"/>
                </a:lnTo>
                <a:lnTo>
                  <a:pt x="1357938" y="584249"/>
                </a:lnTo>
                <a:close/>
                <a:moveTo>
                  <a:pt x="675018" y="2109140"/>
                </a:moveTo>
                <a:lnTo>
                  <a:pt x="675136" y="2109508"/>
                </a:lnTo>
                <a:lnTo>
                  <a:pt x="675995" y="2109415"/>
                </a:lnTo>
                <a:lnTo>
                  <a:pt x="675934" y="2108953"/>
                </a:lnTo>
                <a:close/>
                <a:moveTo>
                  <a:pt x="1365324" y="562864"/>
                </a:moveTo>
                <a:lnTo>
                  <a:pt x="1363961" y="569847"/>
                </a:lnTo>
                <a:lnTo>
                  <a:pt x="1367009" y="573254"/>
                </a:lnTo>
                <a:lnTo>
                  <a:pt x="1368748" y="575252"/>
                </a:lnTo>
                <a:lnTo>
                  <a:pt x="1366208" y="565472"/>
                </a:lnTo>
                <a:close/>
                <a:moveTo>
                  <a:pt x="1362627" y="568850"/>
                </a:moveTo>
                <a:lnTo>
                  <a:pt x="1362772" y="570605"/>
                </a:lnTo>
                <a:lnTo>
                  <a:pt x="1363025" y="569308"/>
                </a:lnTo>
                <a:close/>
                <a:moveTo>
                  <a:pt x="673748" y="2111277"/>
                </a:moveTo>
                <a:lnTo>
                  <a:pt x="674916" y="2116083"/>
                </a:lnTo>
                <a:lnTo>
                  <a:pt x="676415" y="2115962"/>
                </a:lnTo>
                <a:lnTo>
                  <a:pt x="674701" y="2111134"/>
                </a:lnTo>
                <a:close/>
                <a:moveTo>
                  <a:pt x="1403266" y="477708"/>
                </a:moveTo>
                <a:lnTo>
                  <a:pt x="1409881" y="490915"/>
                </a:lnTo>
                <a:lnTo>
                  <a:pt x="1411569" y="494790"/>
                </a:lnTo>
                <a:lnTo>
                  <a:pt x="1410532" y="489514"/>
                </a:lnTo>
                <a:lnTo>
                  <a:pt x="1408633" y="483742"/>
                </a:lnTo>
                <a:lnTo>
                  <a:pt x="1404816" y="475489"/>
                </a:lnTo>
                <a:close/>
                <a:moveTo>
                  <a:pt x="676642" y="2104639"/>
                </a:moveTo>
                <a:lnTo>
                  <a:pt x="676708" y="2105366"/>
                </a:lnTo>
                <a:lnTo>
                  <a:pt x="679441" y="2104635"/>
                </a:lnTo>
                <a:close/>
                <a:moveTo>
                  <a:pt x="1393039" y="500478"/>
                </a:moveTo>
                <a:lnTo>
                  <a:pt x="1393089" y="505384"/>
                </a:lnTo>
                <a:lnTo>
                  <a:pt x="1395649" y="509883"/>
                </a:lnTo>
                <a:lnTo>
                  <a:pt x="1398462" y="507911"/>
                </a:lnTo>
                <a:close/>
                <a:moveTo>
                  <a:pt x="1402991" y="478102"/>
                </a:moveTo>
                <a:lnTo>
                  <a:pt x="1409396" y="499208"/>
                </a:lnTo>
                <a:lnTo>
                  <a:pt x="1409653" y="500101"/>
                </a:lnTo>
                <a:lnTo>
                  <a:pt x="1412050" y="498468"/>
                </a:lnTo>
                <a:lnTo>
                  <a:pt x="1404227" y="480501"/>
                </a:lnTo>
                <a:lnTo>
                  <a:pt x="1403011" y="478073"/>
                </a:lnTo>
                <a:close/>
                <a:moveTo>
                  <a:pt x="677562" y="2102475"/>
                </a:moveTo>
                <a:lnTo>
                  <a:pt x="681795" y="2102805"/>
                </a:lnTo>
                <a:lnTo>
                  <a:pt x="681751" y="2101698"/>
                </a:lnTo>
                <a:lnTo>
                  <a:pt x="677895" y="2102395"/>
                </a:lnTo>
                <a:close/>
                <a:moveTo>
                  <a:pt x="674430" y="2109260"/>
                </a:moveTo>
                <a:lnTo>
                  <a:pt x="674540" y="2109573"/>
                </a:lnTo>
                <a:lnTo>
                  <a:pt x="674592" y="2109568"/>
                </a:lnTo>
                <a:lnTo>
                  <a:pt x="674490" y="2109248"/>
                </a:lnTo>
                <a:close/>
                <a:moveTo>
                  <a:pt x="680588" y="2095429"/>
                </a:moveTo>
                <a:lnTo>
                  <a:pt x="681583" y="2097447"/>
                </a:lnTo>
                <a:lnTo>
                  <a:pt x="681487" y="2095031"/>
                </a:lnTo>
                <a:lnTo>
                  <a:pt x="681466" y="2095006"/>
                </a:lnTo>
                <a:close/>
                <a:moveTo>
                  <a:pt x="659602" y="2141399"/>
                </a:moveTo>
                <a:lnTo>
                  <a:pt x="661075" y="2145381"/>
                </a:lnTo>
                <a:lnTo>
                  <a:pt x="680191" y="2141084"/>
                </a:lnTo>
                <a:lnTo>
                  <a:pt x="679635" y="2136884"/>
                </a:lnTo>
                <a:lnTo>
                  <a:pt x="676579" y="2136345"/>
                </a:lnTo>
                <a:lnTo>
                  <a:pt x="663912" y="2139417"/>
                </a:lnTo>
                <a:close/>
                <a:moveTo>
                  <a:pt x="676533" y="2103454"/>
                </a:moveTo>
                <a:lnTo>
                  <a:pt x="676592" y="2104102"/>
                </a:lnTo>
                <a:lnTo>
                  <a:pt x="681461" y="2104094"/>
                </a:lnTo>
                <a:lnTo>
                  <a:pt x="681695" y="2104032"/>
                </a:lnTo>
                <a:close/>
                <a:moveTo>
                  <a:pt x="674580" y="2107767"/>
                </a:moveTo>
                <a:lnTo>
                  <a:pt x="674948" y="2108921"/>
                </a:lnTo>
                <a:lnTo>
                  <a:pt x="675902" y="2108712"/>
                </a:lnTo>
                <a:lnTo>
                  <a:pt x="675736" y="2107457"/>
                </a:lnTo>
                <a:close/>
                <a:moveTo>
                  <a:pt x="673485" y="2110192"/>
                </a:moveTo>
                <a:lnTo>
                  <a:pt x="673628" y="2110782"/>
                </a:lnTo>
                <a:lnTo>
                  <a:pt x="674529" y="2110647"/>
                </a:lnTo>
                <a:lnTo>
                  <a:pt x="674334" y="2110100"/>
                </a:lnTo>
                <a:close/>
                <a:moveTo>
                  <a:pt x="1357960" y="577474"/>
                </a:moveTo>
                <a:lnTo>
                  <a:pt x="1357870" y="578037"/>
                </a:lnTo>
                <a:lnTo>
                  <a:pt x="1358603" y="580210"/>
                </a:lnTo>
                <a:lnTo>
                  <a:pt x="1358842" y="578755"/>
                </a:lnTo>
                <a:close/>
                <a:moveTo>
                  <a:pt x="676467" y="2102741"/>
                </a:moveTo>
                <a:lnTo>
                  <a:pt x="676505" y="2103148"/>
                </a:lnTo>
                <a:lnTo>
                  <a:pt x="680512" y="2103597"/>
                </a:lnTo>
                <a:lnTo>
                  <a:pt x="681831" y="2103726"/>
                </a:lnTo>
                <a:lnTo>
                  <a:pt x="681808" y="2103156"/>
                </a:lnTo>
                <a:lnTo>
                  <a:pt x="676974" y="2102618"/>
                </a:lnTo>
                <a:close/>
                <a:moveTo>
                  <a:pt x="1383668" y="518970"/>
                </a:moveTo>
                <a:lnTo>
                  <a:pt x="1383738" y="526951"/>
                </a:lnTo>
                <a:lnTo>
                  <a:pt x="1385372" y="531744"/>
                </a:lnTo>
                <a:lnTo>
                  <a:pt x="1392804" y="539079"/>
                </a:lnTo>
                <a:lnTo>
                  <a:pt x="1392820" y="535015"/>
                </a:lnTo>
                <a:lnTo>
                  <a:pt x="1392278" y="523752"/>
                </a:lnTo>
                <a:lnTo>
                  <a:pt x="1386616" y="516901"/>
                </a:lnTo>
                <a:close/>
                <a:moveTo>
                  <a:pt x="673314" y="2109489"/>
                </a:moveTo>
                <a:lnTo>
                  <a:pt x="673365" y="2109700"/>
                </a:lnTo>
                <a:lnTo>
                  <a:pt x="674162" y="2109614"/>
                </a:lnTo>
                <a:lnTo>
                  <a:pt x="674063" y="2109336"/>
                </a:lnTo>
                <a:close/>
                <a:moveTo>
                  <a:pt x="673959" y="2107932"/>
                </a:moveTo>
                <a:lnTo>
                  <a:pt x="674355" y="2109051"/>
                </a:lnTo>
                <a:lnTo>
                  <a:pt x="674422" y="2109035"/>
                </a:lnTo>
                <a:lnTo>
                  <a:pt x="674061" y="2107905"/>
                </a:lnTo>
                <a:close/>
                <a:moveTo>
                  <a:pt x="659284" y="2140539"/>
                </a:moveTo>
                <a:lnTo>
                  <a:pt x="659430" y="2140935"/>
                </a:lnTo>
                <a:lnTo>
                  <a:pt x="661415" y="2140022"/>
                </a:lnTo>
                <a:close/>
                <a:moveTo>
                  <a:pt x="695773" y="2058643"/>
                </a:moveTo>
                <a:lnTo>
                  <a:pt x="695988" y="2059187"/>
                </a:lnTo>
                <a:lnTo>
                  <a:pt x="696575" y="2059264"/>
                </a:lnTo>
                <a:lnTo>
                  <a:pt x="696792" y="2059091"/>
                </a:lnTo>
                <a:lnTo>
                  <a:pt x="696590" y="2058659"/>
                </a:lnTo>
                <a:close/>
                <a:moveTo>
                  <a:pt x="681655" y="2089200"/>
                </a:moveTo>
                <a:lnTo>
                  <a:pt x="684429" y="2090142"/>
                </a:lnTo>
                <a:lnTo>
                  <a:pt x="686043" y="2089636"/>
                </a:lnTo>
                <a:close/>
                <a:moveTo>
                  <a:pt x="672998" y="2108189"/>
                </a:moveTo>
                <a:lnTo>
                  <a:pt x="673265" y="2109287"/>
                </a:lnTo>
                <a:lnTo>
                  <a:pt x="673453" y="2109248"/>
                </a:lnTo>
                <a:lnTo>
                  <a:pt x="673991" y="2109130"/>
                </a:lnTo>
                <a:lnTo>
                  <a:pt x="673599" y="2108029"/>
                </a:lnTo>
                <a:close/>
                <a:moveTo>
                  <a:pt x="1369778" y="547860"/>
                </a:moveTo>
                <a:lnTo>
                  <a:pt x="1370074" y="555451"/>
                </a:lnTo>
                <a:lnTo>
                  <a:pt x="1370861" y="560699"/>
                </a:lnTo>
                <a:lnTo>
                  <a:pt x="1373125" y="563929"/>
                </a:lnTo>
                <a:lnTo>
                  <a:pt x="1372016" y="560590"/>
                </a:lnTo>
                <a:lnTo>
                  <a:pt x="1372188" y="560702"/>
                </a:lnTo>
                <a:lnTo>
                  <a:pt x="1373381" y="564295"/>
                </a:lnTo>
                <a:lnTo>
                  <a:pt x="1376672" y="568990"/>
                </a:lnTo>
                <a:lnTo>
                  <a:pt x="1376596" y="568333"/>
                </a:lnTo>
                <a:lnTo>
                  <a:pt x="1376699" y="569027"/>
                </a:lnTo>
                <a:lnTo>
                  <a:pt x="1377763" y="570548"/>
                </a:lnTo>
                <a:lnTo>
                  <a:pt x="1377769" y="570540"/>
                </a:lnTo>
                <a:lnTo>
                  <a:pt x="1378559" y="569675"/>
                </a:lnTo>
                <a:lnTo>
                  <a:pt x="1375546" y="561290"/>
                </a:lnTo>
                <a:lnTo>
                  <a:pt x="1375899" y="563656"/>
                </a:lnTo>
                <a:lnTo>
                  <a:pt x="1375509" y="561186"/>
                </a:lnTo>
                <a:lnTo>
                  <a:pt x="1371992" y="551393"/>
                </a:lnTo>
                <a:close/>
                <a:moveTo>
                  <a:pt x="696155" y="2056017"/>
                </a:moveTo>
                <a:lnTo>
                  <a:pt x="697177" y="2058209"/>
                </a:lnTo>
                <a:lnTo>
                  <a:pt x="697882" y="2058224"/>
                </a:lnTo>
                <a:lnTo>
                  <a:pt x="698571" y="2057676"/>
                </a:lnTo>
                <a:lnTo>
                  <a:pt x="697541" y="2056182"/>
                </a:lnTo>
                <a:close/>
                <a:moveTo>
                  <a:pt x="1361064" y="567056"/>
                </a:moveTo>
                <a:lnTo>
                  <a:pt x="1360969" y="567685"/>
                </a:lnTo>
                <a:lnTo>
                  <a:pt x="1362531" y="571054"/>
                </a:lnTo>
                <a:lnTo>
                  <a:pt x="1362319" y="568498"/>
                </a:lnTo>
                <a:close/>
                <a:moveTo>
                  <a:pt x="1381884" y="520220"/>
                </a:moveTo>
                <a:lnTo>
                  <a:pt x="1383138" y="528100"/>
                </a:lnTo>
                <a:lnTo>
                  <a:pt x="1383198" y="526157"/>
                </a:lnTo>
                <a:lnTo>
                  <a:pt x="1383106" y="525886"/>
                </a:lnTo>
                <a:lnTo>
                  <a:pt x="1383205" y="525938"/>
                </a:lnTo>
                <a:lnTo>
                  <a:pt x="1383310" y="522600"/>
                </a:lnTo>
                <a:lnTo>
                  <a:pt x="1383280" y="519242"/>
                </a:lnTo>
                <a:close/>
                <a:moveTo>
                  <a:pt x="679363" y="2092946"/>
                </a:moveTo>
                <a:lnTo>
                  <a:pt x="679947" y="2094131"/>
                </a:lnTo>
                <a:lnTo>
                  <a:pt x="680559" y="2093907"/>
                </a:lnTo>
                <a:lnTo>
                  <a:pt x="679992" y="2093220"/>
                </a:lnTo>
                <a:close/>
                <a:moveTo>
                  <a:pt x="1381313" y="520621"/>
                </a:moveTo>
                <a:lnTo>
                  <a:pt x="1381836" y="523508"/>
                </a:lnTo>
                <a:lnTo>
                  <a:pt x="1381371" y="520581"/>
                </a:lnTo>
                <a:close/>
                <a:moveTo>
                  <a:pt x="634712" y="2192381"/>
                </a:moveTo>
                <a:lnTo>
                  <a:pt x="645094" y="2192668"/>
                </a:lnTo>
                <a:lnTo>
                  <a:pt x="679210" y="2179768"/>
                </a:lnTo>
                <a:lnTo>
                  <a:pt x="656416" y="2183533"/>
                </a:lnTo>
                <a:close/>
                <a:moveTo>
                  <a:pt x="673582" y="2104643"/>
                </a:moveTo>
                <a:lnTo>
                  <a:pt x="674041" y="2106079"/>
                </a:lnTo>
                <a:lnTo>
                  <a:pt x="675502" y="2105688"/>
                </a:lnTo>
                <a:lnTo>
                  <a:pt x="675363" y="2104640"/>
                </a:lnTo>
                <a:close/>
                <a:moveTo>
                  <a:pt x="671068" y="2109949"/>
                </a:moveTo>
                <a:lnTo>
                  <a:pt x="672163" y="2109830"/>
                </a:lnTo>
                <a:lnTo>
                  <a:pt x="672134" y="2109731"/>
                </a:lnTo>
                <a:close/>
                <a:moveTo>
                  <a:pt x="676080" y="2098497"/>
                </a:moveTo>
                <a:lnTo>
                  <a:pt x="676126" y="2099010"/>
                </a:lnTo>
                <a:lnTo>
                  <a:pt x="677555" y="2098925"/>
                </a:lnTo>
                <a:close/>
                <a:moveTo>
                  <a:pt x="1411928" y="450744"/>
                </a:moveTo>
                <a:lnTo>
                  <a:pt x="1412868" y="463800"/>
                </a:lnTo>
                <a:lnTo>
                  <a:pt x="1419881" y="454043"/>
                </a:lnTo>
                <a:lnTo>
                  <a:pt x="1420107" y="453977"/>
                </a:lnTo>
                <a:lnTo>
                  <a:pt x="1412885" y="464029"/>
                </a:lnTo>
                <a:lnTo>
                  <a:pt x="1415083" y="494575"/>
                </a:lnTo>
                <a:lnTo>
                  <a:pt x="1415724" y="495963"/>
                </a:lnTo>
                <a:lnTo>
                  <a:pt x="1421602" y="491956"/>
                </a:lnTo>
                <a:lnTo>
                  <a:pt x="1414753" y="478553"/>
                </a:lnTo>
                <a:lnTo>
                  <a:pt x="1415192" y="478755"/>
                </a:lnTo>
                <a:lnTo>
                  <a:pt x="1421852" y="491786"/>
                </a:lnTo>
                <a:lnTo>
                  <a:pt x="1434699" y="483027"/>
                </a:lnTo>
                <a:lnTo>
                  <a:pt x="1434518" y="477017"/>
                </a:lnTo>
                <a:lnTo>
                  <a:pt x="1434343" y="475896"/>
                </a:lnTo>
                <a:lnTo>
                  <a:pt x="1433392" y="472763"/>
                </a:lnTo>
                <a:lnTo>
                  <a:pt x="1433564" y="472883"/>
                </a:lnTo>
                <a:lnTo>
                  <a:pt x="1434201" y="474980"/>
                </a:lnTo>
                <a:lnTo>
                  <a:pt x="1432357" y="463094"/>
                </a:lnTo>
                <a:lnTo>
                  <a:pt x="1427422" y="434293"/>
                </a:lnTo>
                <a:lnTo>
                  <a:pt x="1423246" y="437993"/>
                </a:lnTo>
                <a:close/>
                <a:moveTo>
                  <a:pt x="658351" y="2138020"/>
                </a:moveTo>
                <a:lnTo>
                  <a:pt x="659222" y="2140373"/>
                </a:lnTo>
                <a:lnTo>
                  <a:pt x="662249" y="2139639"/>
                </a:lnTo>
                <a:lnTo>
                  <a:pt x="671402" y="2135431"/>
                </a:lnTo>
                <a:lnTo>
                  <a:pt x="670349" y="2135245"/>
                </a:lnTo>
                <a:lnTo>
                  <a:pt x="669002" y="2135227"/>
                </a:lnTo>
                <a:lnTo>
                  <a:pt x="661079" y="2136802"/>
                </a:lnTo>
                <a:lnTo>
                  <a:pt x="660130" y="2137235"/>
                </a:lnTo>
                <a:close/>
                <a:moveTo>
                  <a:pt x="1360240" y="566109"/>
                </a:moveTo>
                <a:lnTo>
                  <a:pt x="1360743" y="567196"/>
                </a:lnTo>
                <a:lnTo>
                  <a:pt x="1360814" y="566768"/>
                </a:lnTo>
                <a:close/>
                <a:moveTo>
                  <a:pt x="699422" y="2045574"/>
                </a:moveTo>
                <a:lnTo>
                  <a:pt x="701517" y="2049229"/>
                </a:lnTo>
                <a:lnTo>
                  <a:pt x="702152" y="2050207"/>
                </a:lnTo>
                <a:lnTo>
                  <a:pt x="701244" y="2045628"/>
                </a:lnTo>
                <a:lnTo>
                  <a:pt x="701148" y="2045311"/>
                </a:lnTo>
                <a:close/>
                <a:moveTo>
                  <a:pt x="1392959" y="492464"/>
                </a:moveTo>
                <a:lnTo>
                  <a:pt x="1393031" y="499624"/>
                </a:lnTo>
                <a:lnTo>
                  <a:pt x="1398869" y="507625"/>
                </a:lnTo>
                <a:lnTo>
                  <a:pt x="1406191" y="502486"/>
                </a:lnTo>
                <a:lnTo>
                  <a:pt x="1401572" y="480782"/>
                </a:lnTo>
                <a:lnTo>
                  <a:pt x="1401850" y="481012"/>
                </a:lnTo>
                <a:lnTo>
                  <a:pt x="1406392" y="502344"/>
                </a:lnTo>
                <a:lnTo>
                  <a:pt x="1407367" y="501661"/>
                </a:lnTo>
                <a:lnTo>
                  <a:pt x="1409221" y="500397"/>
                </a:lnTo>
                <a:lnTo>
                  <a:pt x="1403279" y="479817"/>
                </a:lnTo>
                <a:lnTo>
                  <a:pt x="1402829" y="478335"/>
                </a:lnTo>
                <a:close/>
                <a:moveTo>
                  <a:pt x="1383619" y="513278"/>
                </a:moveTo>
                <a:lnTo>
                  <a:pt x="1383663" y="518293"/>
                </a:lnTo>
                <a:lnTo>
                  <a:pt x="1386260" y="516471"/>
                </a:lnTo>
                <a:close/>
                <a:moveTo>
                  <a:pt x="685813" y="2075737"/>
                </a:moveTo>
                <a:lnTo>
                  <a:pt x="687090" y="2076248"/>
                </a:lnTo>
                <a:lnTo>
                  <a:pt x="691162" y="2075073"/>
                </a:lnTo>
                <a:close/>
                <a:moveTo>
                  <a:pt x="694670" y="2055840"/>
                </a:moveTo>
                <a:lnTo>
                  <a:pt x="695590" y="2058178"/>
                </a:lnTo>
                <a:lnTo>
                  <a:pt x="696373" y="2058194"/>
                </a:lnTo>
                <a:lnTo>
                  <a:pt x="695312" y="2055916"/>
                </a:lnTo>
                <a:close/>
                <a:moveTo>
                  <a:pt x="676001" y="2097637"/>
                </a:moveTo>
                <a:lnTo>
                  <a:pt x="676046" y="2098138"/>
                </a:lnTo>
                <a:lnTo>
                  <a:pt x="678662" y="2098860"/>
                </a:lnTo>
                <a:lnTo>
                  <a:pt x="681375" y="2098698"/>
                </a:lnTo>
                <a:lnTo>
                  <a:pt x="681630" y="2098650"/>
                </a:lnTo>
                <a:lnTo>
                  <a:pt x="681616" y="2098295"/>
                </a:lnTo>
                <a:lnTo>
                  <a:pt x="680523" y="2098215"/>
                </a:lnTo>
                <a:lnTo>
                  <a:pt x="680324" y="2098032"/>
                </a:lnTo>
                <a:lnTo>
                  <a:pt x="681609" y="2098128"/>
                </a:lnTo>
                <a:lnTo>
                  <a:pt x="681600" y="2097887"/>
                </a:lnTo>
                <a:lnTo>
                  <a:pt x="680426" y="2095507"/>
                </a:lnTo>
                <a:close/>
                <a:moveTo>
                  <a:pt x="681317" y="2085704"/>
                </a:moveTo>
                <a:lnTo>
                  <a:pt x="681337" y="2086469"/>
                </a:lnTo>
                <a:lnTo>
                  <a:pt x="681413" y="2088386"/>
                </a:lnTo>
                <a:lnTo>
                  <a:pt x="689532" y="2088542"/>
                </a:lnTo>
                <a:lnTo>
                  <a:pt x="690322" y="2088294"/>
                </a:lnTo>
                <a:lnTo>
                  <a:pt x="685895" y="2086547"/>
                </a:lnTo>
                <a:lnTo>
                  <a:pt x="685873" y="2086508"/>
                </a:lnTo>
                <a:close/>
                <a:moveTo>
                  <a:pt x="690158" y="2065841"/>
                </a:moveTo>
                <a:lnTo>
                  <a:pt x="699559" y="2071274"/>
                </a:lnTo>
                <a:lnTo>
                  <a:pt x="694328" y="2066560"/>
                </a:lnTo>
                <a:close/>
                <a:moveTo>
                  <a:pt x="672792" y="2104645"/>
                </a:moveTo>
                <a:lnTo>
                  <a:pt x="673365" y="2106259"/>
                </a:lnTo>
                <a:lnTo>
                  <a:pt x="673522" y="2106217"/>
                </a:lnTo>
                <a:lnTo>
                  <a:pt x="673020" y="2104644"/>
                </a:lnTo>
                <a:close/>
                <a:moveTo>
                  <a:pt x="658117" y="2137390"/>
                </a:moveTo>
                <a:lnTo>
                  <a:pt x="658206" y="2137628"/>
                </a:lnTo>
                <a:lnTo>
                  <a:pt x="659192" y="2137176"/>
                </a:lnTo>
                <a:close/>
                <a:moveTo>
                  <a:pt x="673225" y="2103527"/>
                </a:moveTo>
                <a:lnTo>
                  <a:pt x="673410" y="2104106"/>
                </a:lnTo>
                <a:lnTo>
                  <a:pt x="675292" y="2104104"/>
                </a:lnTo>
                <a:lnTo>
                  <a:pt x="675196" y="2103383"/>
                </a:lnTo>
                <a:lnTo>
                  <a:pt x="675189" y="2103304"/>
                </a:lnTo>
                <a:lnTo>
                  <a:pt x="674473" y="2103224"/>
                </a:lnTo>
                <a:close/>
                <a:moveTo>
                  <a:pt x="1368501" y="546598"/>
                </a:moveTo>
                <a:lnTo>
                  <a:pt x="1366862" y="554991"/>
                </a:lnTo>
                <a:lnTo>
                  <a:pt x="1369717" y="559064"/>
                </a:lnTo>
                <a:lnTo>
                  <a:pt x="1369487" y="553160"/>
                </a:lnTo>
                <a:close/>
                <a:moveTo>
                  <a:pt x="1368666" y="546089"/>
                </a:moveTo>
                <a:lnTo>
                  <a:pt x="1369402" y="550987"/>
                </a:lnTo>
                <a:lnTo>
                  <a:pt x="1369248" y="547015"/>
                </a:lnTo>
                <a:close/>
                <a:moveTo>
                  <a:pt x="1390547" y="497062"/>
                </a:moveTo>
                <a:lnTo>
                  <a:pt x="1391479" y="502556"/>
                </a:lnTo>
                <a:lnTo>
                  <a:pt x="1392831" y="504935"/>
                </a:lnTo>
                <a:lnTo>
                  <a:pt x="1392783" y="500127"/>
                </a:lnTo>
                <a:close/>
                <a:moveTo>
                  <a:pt x="1370022" y="542672"/>
                </a:moveTo>
                <a:lnTo>
                  <a:pt x="1370040" y="542716"/>
                </a:lnTo>
                <a:lnTo>
                  <a:pt x="1370975" y="545320"/>
                </a:lnTo>
                <a:lnTo>
                  <a:pt x="1373689" y="549648"/>
                </a:lnTo>
                <a:lnTo>
                  <a:pt x="1373607" y="549129"/>
                </a:lnTo>
                <a:lnTo>
                  <a:pt x="1373262" y="548121"/>
                </a:lnTo>
                <a:close/>
                <a:moveTo>
                  <a:pt x="698944" y="2044737"/>
                </a:moveTo>
                <a:lnTo>
                  <a:pt x="698984" y="2044808"/>
                </a:lnTo>
                <a:lnTo>
                  <a:pt x="700915" y="2044548"/>
                </a:lnTo>
                <a:lnTo>
                  <a:pt x="700804" y="2044179"/>
                </a:lnTo>
                <a:close/>
                <a:moveTo>
                  <a:pt x="672137" y="2104645"/>
                </a:moveTo>
                <a:lnTo>
                  <a:pt x="672580" y="2106469"/>
                </a:lnTo>
                <a:lnTo>
                  <a:pt x="673005" y="2106355"/>
                </a:lnTo>
                <a:lnTo>
                  <a:pt x="672398" y="2104646"/>
                </a:lnTo>
                <a:close/>
                <a:moveTo>
                  <a:pt x="699633" y="2042951"/>
                </a:moveTo>
                <a:lnTo>
                  <a:pt x="700476" y="2043106"/>
                </a:lnTo>
                <a:lnTo>
                  <a:pt x="700435" y="2042971"/>
                </a:lnTo>
                <a:close/>
                <a:moveTo>
                  <a:pt x="1390439" y="496072"/>
                </a:moveTo>
                <a:lnTo>
                  <a:pt x="1392775" y="499274"/>
                </a:lnTo>
                <a:lnTo>
                  <a:pt x="1392710" y="492821"/>
                </a:lnTo>
                <a:close/>
                <a:moveTo>
                  <a:pt x="672462" y="2103713"/>
                </a:moveTo>
                <a:lnTo>
                  <a:pt x="672602" y="2104107"/>
                </a:lnTo>
                <a:lnTo>
                  <a:pt x="672848" y="2104108"/>
                </a:lnTo>
                <a:lnTo>
                  <a:pt x="672704" y="2103654"/>
                </a:lnTo>
                <a:close/>
                <a:moveTo>
                  <a:pt x="675841" y="2095885"/>
                </a:moveTo>
                <a:lnTo>
                  <a:pt x="675867" y="2096173"/>
                </a:lnTo>
                <a:lnTo>
                  <a:pt x="678457" y="2094926"/>
                </a:lnTo>
                <a:close/>
                <a:moveTo>
                  <a:pt x="1362377" y="558325"/>
                </a:moveTo>
                <a:lnTo>
                  <a:pt x="1361122" y="566674"/>
                </a:lnTo>
                <a:lnTo>
                  <a:pt x="1362276" y="567965"/>
                </a:lnTo>
                <a:lnTo>
                  <a:pt x="1362234" y="567464"/>
                </a:lnTo>
                <a:lnTo>
                  <a:pt x="1362539" y="567792"/>
                </a:lnTo>
                <a:lnTo>
                  <a:pt x="1362582" y="568306"/>
                </a:lnTo>
                <a:lnTo>
                  <a:pt x="1363106" y="568893"/>
                </a:lnTo>
                <a:lnTo>
                  <a:pt x="1364561" y="561442"/>
                </a:lnTo>
                <a:close/>
                <a:moveTo>
                  <a:pt x="692293" y="2058573"/>
                </a:moveTo>
                <a:lnTo>
                  <a:pt x="692409" y="2058723"/>
                </a:lnTo>
                <a:lnTo>
                  <a:pt x="695583" y="2059135"/>
                </a:lnTo>
                <a:lnTo>
                  <a:pt x="695378" y="2058635"/>
                </a:lnTo>
                <a:close/>
                <a:moveTo>
                  <a:pt x="671940" y="2103839"/>
                </a:moveTo>
                <a:lnTo>
                  <a:pt x="672006" y="2104108"/>
                </a:lnTo>
                <a:lnTo>
                  <a:pt x="672208" y="2104108"/>
                </a:lnTo>
                <a:lnTo>
                  <a:pt x="672099" y="2103801"/>
                </a:lnTo>
                <a:close/>
                <a:moveTo>
                  <a:pt x="694558" y="2052589"/>
                </a:moveTo>
                <a:lnTo>
                  <a:pt x="695935" y="2055545"/>
                </a:lnTo>
                <a:lnTo>
                  <a:pt x="697191" y="2055677"/>
                </a:lnTo>
                <a:lnTo>
                  <a:pt x="695280" y="2052908"/>
                </a:lnTo>
                <a:close/>
                <a:moveTo>
                  <a:pt x="681229" y="2082264"/>
                </a:moveTo>
                <a:lnTo>
                  <a:pt x="681309" y="2085387"/>
                </a:lnTo>
                <a:lnTo>
                  <a:pt x="693006" y="2087452"/>
                </a:lnTo>
                <a:lnTo>
                  <a:pt x="695808" y="2086573"/>
                </a:lnTo>
                <a:lnTo>
                  <a:pt x="701969" y="2083607"/>
                </a:lnTo>
                <a:lnTo>
                  <a:pt x="697592" y="2081856"/>
                </a:lnTo>
                <a:lnTo>
                  <a:pt x="694808" y="2083873"/>
                </a:lnTo>
                <a:lnTo>
                  <a:pt x="694651" y="2083867"/>
                </a:lnTo>
                <a:lnTo>
                  <a:pt x="697485" y="2081813"/>
                </a:lnTo>
                <a:lnTo>
                  <a:pt x="693784" y="2080333"/>
                </a:lnTo>
                <a:close/>
                <a:moveTo>
                  <a:pt x="1377100" y="523578"/>
                </a:moveTo>
                <a:lnTo>
                  <a:pt x="1382513" y="528920"/>
                </a:lnTo>
                <a:lnTo>
                  <a:pt x="1381041" y="520813"/>
                </a:lnTo>
                <a:close/>
                <a:moveTo>
                  <a:pt x="657260" y="2135073"/>
                </a:moveTo>
                <a:lnTo>
                  <a:pt x="657864" y="2136705"/>
                </a:lnTo>
                <a:lnTo>
                  <a:pt x="661200" y="2136042"/>
                </a:lnTo>
                <a:lnTo>
                  <a:pt x="662197" y="2135801"/>
                </a:lnTo>
                <a:lnTo>
                  <a:pt x="663607" y="2135157"/>
                </a:lnTo>
                <a:close/>
                <a:moveTo>
                  <a:pt x="1370041" y="538708"/>
                </a:moveTo>
                <a:lnTo>
                  <a:pt x="1369678" y="540574"/>
                </a:lnTo>
                <a:lnTo>
                  <a:pt x="1371634" y="543766"/>
                </a:lnTo>
                <a:lnTo>
                  <a:pt x="1371959" y="544313"/>
                </a:lnTo>
                <a:close/>
                <a:moveTo>
                  <a:pt x="698084" y="2043237"/>
                </a:moveTo>
                <a:lnTo>
                  <a:pt x="698621" y="2044174"/>
                </a:lnTo>
                <a:lnTo>
                  <a:pt x="700147" y="2043987"/>
                </a:lnTo>
                <a:lnTo>
                  <a:pt x="700695" y="2043824"/>
                </a:lnTo>
                <a:lnTo>
                  <a:pt x="700672" y="2043750"/>
                </a:lnTo>
                <a:close/>
                <a:moveTo>
                  <a:pt x="675619" y="2093468"/>
                </a:moveTo>
                <a:lnTo>
                  <a:pt x="675818" y="2095645"/>
                </a:lnTo>
                <a:lnTo>
                  <a:pt x="679779" y="2094193"/>
                </a:lnTo>
                <a:lnTo>
                  <a:pt x="679109" y="2092835"/>
                </a:lnTo>
                <a:lnTo>
                  <a:pt x="678551" y="2092592"/>
                </a:lnTo>
                <a:close/>
                <a:moveTo>
                  <a:pt x="694177" y="2051773"/>
                </a:moveTo>
                <a:lnTo>
                  <a:pt x="694243" y="2051914"/>
                </a:lnTo>
                <a:lnTo>
                  <a:pt x="694816" y="2052167"/>
                </a:lnTo>
                <a:lnTo>
                  <a:pt x="694651" y="2051822"/>
                </a:lnTo>
                <a:close/>
                <a:moveTo>
                  <a:pt x="691070" y="2058548"/>
                </a:moveTo>
                <a:lnTo>
                  <a:pt x="691463" y="2058599"/>
                </a:lnTo>
                <a:lnTo>
                  <a:pt x="691429" y="2058555"/>
                </a:lnTo>
                <a:close/>
                <a:moveTo>
                  <a:pt x="1340985" y="603175"/>
                </a:moveTo>
                <a:lnTo>
                  <a:pt x="1340987" y="603585"/>
                </a:lnTo>
                <a:lnTo>
                  <a:pt x="1341059" y="603371"/>
                </a:lnTo>
                <a:close/>
                <a:moveTo>
                  <a:pt x="1375185" y="526446"/>
                </a:moveTo>
                <a:lnTo>
                  <a:pt x="1382572" y="546192"/>
                </a:lnTo>
                <a:lnTo>
                  <a:pt x="1382838" y="537632"/>
                </a:lnTo>
                <a:close/>
                <a:moveTo>
                  <a:pt x="672727" y="2099213"/>
                </a:moveTo>
                <a:lnTo>
                  <a:pt x="674803" y="2099090"/>
                </a:lnTo>
                <a:lnTo>
                  <a:pt x="674727" y="2098250"/>
                </a:lnTo>
                <a:close/>
                <a:moveTo>
                  <a:pt x="1371544" y="534409"/>
                </a:moveTo>
                <a:lnTo>
                  <a:pt x="1372690" y="542107"/>
                </a:lnTo>
                <a:lnTo>
                  <a:pt x="1374055" y="545311"/>
                </a:lnTo>
                <a:close/>
                <a:moveTo>
                  <a:pt x="1385317" y="503404"/>
                </a:moveTo>
                <a:lnTo>
                  <a:pt x="1390163" y="513733"/>
                </a:lnTo>
                <a:lnTo>
                  <a:pt x="1391060" y="513105"/>
                </a:lnTo>
                <a:lnTo>
                  <a:pt x="1390158" y="507790"/>
                </a:lnTo>
                <a:lnTo>
                  <a:pt x="1386610" y="501554"/>
                </a:lnTo>
                <a:close/>
                <a:moveTo>
                  <a:pt x="681172" y="2080041"/>
                </a:moveTo>
                <a:lnTo>
                  <a:pt x="681182" y="2080457"/>
                </a:lnTo>
                <a:lnTo>
                  <a:pt x="690361" y="2078940"/>
                </a:lnTo>
                <a:lnTo>
                  <a:pt x="688975" y="2078321"/>
                </a:lnTo>
                <a:lnTo>
                  <a:pt x="685383" y="2079357"/>
                </a:lnTo>
                <a:close/>
                <a:moveTo>
                  <a:pt x="672146" y="2100148"/>
                </a:moveTo>
                <a:lnTo>
                  <a:pt x="672244" y="2100453"/>
                </a:lnTo>
                <a:lnTo>
                  <a:pt x="674594" y="2100002"/>
                </a:lnTo>
                <a:close/>
                <a:moveTo>
                  <a:pt x="1405406" y="458094"/>
                </a:moveTo>
                <a:lnTo>
                  <a:pt x="1407889" y="470729"/>
                </a:lnTo>
                <a:lnTo>
                  <a:pt x="1412250" y="464661"/>
                </a:lnTo>
                <a:lnTo>
                  <a:pt x="1411300" y="451452"/>
                </a:lnTo>
                <a:close/>
                <a:moveTo>
                  <a:pt x="1371761" y="533056"/>
                </a:moveTo>
                <a:lnTo>
                  <a:pt x="1375704" y="549182"/>
                </a:lnTo>
                <a:lnTo>
                  <a:pt x="1376912" y="552016"/>
                </a:lnTo>
                <a:lnTo>
                  <a:pt x="1377415" y="553488"/>
                </a:lnTo>
                <a:lnTo>
                  <a:pt x="1379927" y="557712"/>
                </a:lnTo>
                <a:lnTo>
                  <a:pt x="1379878" y="553636"/>
                </a:lnTo>
                <a:lnTo>
                  <a:pt x="1377004" y="546159"/>
                </a:lnTo>
                <a:close/>
                <a:moveTo>
                  <a:pt x="675457" y="2091688"/>
                </a:moveTo>
                <a:lnTo>
                  <a:pt x="675569" y="2092921"/>
                </a:lnTo>
                <a:lnTo>
                  <a:pt x="677743" y="2092240"/>
                </a:lnTo>
                <a:lnTo>
                  <a:pt x="676317" y="2091619"/>
                </a:lnTo>
                <a:close/>
                <a:moveTo>
                  <a:pt x="693144" y="2051965"/>
                </a:moveTo>
                <a:lnTo>
                  <a:pt x="694494" y="2055392"/>
                </a:lnTo>
                <a:lnTo>
                  <a:pt x="695097" y="2055456"/>
                </a:lnTo>
                <a:lnTo>
                  <a:pt x="693555" y="2052146"/>
                </a:lnTo>
                <a:close/>
                <a:moveTo>
                  <a:pt x="1375029" y="525031"/>
                </a:moveTo>
                <a:lnTo>
                  <a:pt x="1382875" y="536496"/>
                </a:lnTo>
                <a:lnTo>
                  <a:pt x="1383023" y="531738"/>
                </a:lnTo>
                <a:lnTo>
                  <a:pt x="1382871" y="530903"/>
                </a:lnTo>
                <a:lnTo>
                  <a:pt x="1376449" y="524034"/>
                </a:lnTo>
                <a:close/>
                <a:moveTo>
                  <a:pt x="1383555" y="505927"/>
                </a:moveTo>
                <a:lnTo>
                  <a:pt x="1383565" y="507053"/>
                </a:lnTo>
                <a:lnTo>
                  <a:pt x="1389829" y="513747"/>
                </a:lnTo>
                <a:lnTo>
                  <a:pt x="1385562" y="504236"/>
                </a:lnTo>
                <a:lnTo>
                  <a:pt x="1385226" y="503535"/>
                </a:lnTo>
                <a:close/>
                <a:moveTo>
                  <a:pt x="1340076" y="603202"/>
                </a:moveTo>
                <a:lnTo>
                  <a:pt x="1340027" y="603486"/>
                </a:lnTo>
                <a:lnTo>
                  <a:pt x="1340515" y="604973"/>
                </a:lnTo>
                <a:lnTo>
                  <a:pt x="1340731" y="604338"/>
                </a:lnTo>
                <a:close/>
                <a:moveTo>
                  <a:pt x="1383110" y="506566"/>
                </a:moveTo>
                <a:lnTo>
                  <a:pt x="1383172" y="506632"/>
                </a:lnTo>
                <a:lnTo>
                  <a:pt x="1383171" y="506479"/>
                </a:lnTo>
                <a:close/>
                <a:moveTo>
                  <a:pt x="1371105" y="533265"/>
                </a:moveTo>
                <a:lnTo>
                  <a:pt x="1370419" y="536777"/>
                </a:lnTo>
                <a:lnTo>
                  <a:pt x="1372388" y="541397"/>
                </a:lnTo>
                <a:close/>
                <a:moveTo>
                  <a:pt x="671217" y="2100203"/>
                </a:moveTo>
                <a:lnTo>
                  <a:pt x="671365" y="2100622"/>
                </a:lnTo>
                <a:lnTo>
                  <a:pt x="671714" y="2100555"/>
                </a:lnTo>
                <a:lnTo>
                  <a:pt x="671594" y="2100181"/>
                </a:lnTo>
                <a:close/>
                <a:moveTo>
                  <a:pt x="1369350" y="536892"/>
                </a:moveTo>
                <a:lnTo>
                  <a:pt x="1369351" y="536916"/>
                </a:lnTo>
                <a:lnTo>
                  <a:pt x="1369354" y="536901"/>
                </a:lnTo>
                <a:close/>
                <a:moveTo>
                  <a:pt x="1340367" y="601544"/>
                </a:moveTo>
                <a:lnTo>
                  <a:pt x="1340200" y="602499"/>
                </a:lnTo>
                <a:lnTo>
                  <a:pt x="1340763" y="603476"/>
                </a:lnTo>
                <a:lnTo>
                  <a:pt x="1340751" y="602558"/>
                </a:lnTo>
                <a:close/>
                <a:moveTo>
                  <a:pt x="672420" y="2097138"/>
                </a:moveTo>
                <a:lnTo>
                  <a:pt x="673336" y="2097391"/>
                </a:lnTo>
                <a:lnTo>
                  <a:pt x="674593" y="2096786"/>
                </a:lnTo>
                <a:lnTo>
                  <a:pt x="674554" y="2096356"/>
                </a:lnTo>
                <a:close/>
                <a:moveTo>
                  <a:pt x="656433" y="2132788"/>
                </a:moveTo>
                <a:lnTo>
                  <a:pt x="656875" y="2134031"/>
                </a:lnTo>
                <a:lnTo>
                  <a:pt x="657063" y="2134541"/>
                </a:lnTo>
                <a:lnTo>
                  <a:pt x="664731" y="2134642"/>
                </a:lnTo>
                <a:lnTo>
                  <a:pt x="665345" y="2134361"/>
                </a:lnTo>
                <a:close/>
                <a:moveTo>
                  <a:pt x="1367644" y="539287"/>
                </a:moveTo>
                <a:lnTo>
                  <a:pt x="1367787" y="540237"/>
                </a:lnTo>
                <a:lnTo>
                  <a:pt x="1368251" y="540977"/>
                </a:lnTo>
                <a:close/>
                <a:moveTo>
                  <a:pt x="1360397" y="555501"/>
                </a:moveTo>
                <a:lnTo>
                  <a:pt x="1359892" y="565300"/>
                </a:lnTo>
                <a:lnTo>
                  <a:pt x="1360875" y="566398"/>
                </a:lnTo>
                <a:lnTo>
                  <a:pt x="1361780" y="560895"/>
                </a:lnTo>
                <a:lnTo>
                  <a:pt x="1362203" y="558079"/>
                </a:lnTo>
                <a:close/>
                <a:moveTo>
                  <a:pt x="1426469" y="407259"/>
                </a:moveTo>
                <a:lnTo>
                  <a:pt x="1434889" y="424419"/>
                </a:lnTo>
                <a:lnTo>
                  <a:pt x="1458042" y="403910"/>
                </a:lnTo>
                <a:lnTo>
                  <a:pt x="1464523" y="398964"/>
                </a:lnTo>
                <a:lnTo>
                  <a:pt x="1452285" y="375054"/>
                </a:lnTo>
                <a:close/>
                <a:moveTo>
                  <a:pt x="681075" y="2076325"/>
                </a:moveTo>
                <a:lnTo>
                  <a:pt x="681118" y="2077972"/>
                </a:lnTo>
                <a:lnTo>
                  <a:pt x="685418" y="2076731"/>
                </a:lnTo>
                <a:lnTo>
                  <a:pt x="683764" y="2075991"/>
                </a:lnTo>
                <a:close/>
                <a:moveTo>
                  <a:pt x="1380342" y="510528"/>
                </a:moveTo>
                <a:lnTo>
                  <a:pt x="1381786" y="519611"/>
                </a:lnTo>
                <a:lnTo>
                  <a:pt x="1383275" y="518566"/>
                </a:lnTo>
                <a:lnTo>
                  <a:pt x="1383225" y="512801"/>
                </a:lnTo>
                <a:lnTo>
                  <a:pt x="1380802" y="509870"/>
                </a:lnTo>
                <a:close/>
                <a:moveTo>
                  <a:pt x="1401894" y="462050"/>
                </a:moveTo>
                <a:lnTo>
                  <a:pt x="1404257" y="468914"/>
                </a:lnTo>
                <a:lnTo>
                  <a:pt x="1405808" y="473625"/>
                </a:lnTo>
                <a:lnTo>
                  <a:pt x="1407066" y="471875"/>
                </a:lnTo>
                <a:lnTo>
                  <a:pt x="1404548" y="459059"/>
                </a:lnTo>
                <a:close/>
                <a:moveTo>
                  <a:pt x="1379558" y="511651"/>
                </a:moveTo>
                <a:lnTo>
                  <a:pt x="1379709" y="511783"/>
                </a:lnTo>
                <a:lnTo>
                  <a:pt x="1381204" y="520019"/>
                </a:lnTo>
                <a:lnTo>
                  <a:pt x="1381274" y="519969"/>
                </a:lnTo>
                <a:lnTo>
                  <a:pt x="1379877" y="511195"/>
                </a:lnTo>
                <a:close/>
                <a:moveTo>
                  <a:pt x="671315" y="2097543"/>
                </a:moveTo>
                <a:lnTo>
                  <a:pt x="671542" y="2098255"/>
                </a:lnTo>
                <a:lnTo>
                  <a:pt x="672934" y="2097584"/>
                </a:lnTo>
                <a:lnTo>
                  <a:pt x="671968" y="2097303"/>
                </a:lnTo>
                <a:close/>
                <a:moveTo>
                  <a:pt x="668374" y="2104114"/>
                </a:moveTo>
                <a:lnTo>
                  <a:pt x="668941" y="2104113"/>
                </a:lnTo>
                <a:lnTo>
                  <a:pt x="670270" y="2103772"/>
                </a:lnTo>
                <a:close/>
                <a:moveTo>
                  <a:pt x="1341031" y="597760"/>
                </a:moveTo>
                <a:lnTo>
                  <a:pt x="1340962" y="598153"/>
                </a:lnTo>
                <a:lnTo>
                  <a:pt x="1340962" y="598274"/>
                </a:lnTo>
                <a:lnTo>
                  <a:pt x="1341584" y="600192"/>
                </a:lnTo>
                <a:lnTo>
                  <a:pt x="1341905" y="600883"/>
                </a:lnTo>
                <a:lnTo>
                  <a:pt x="1342340" y="599601"/>
                </a:lnTo>
                <a:lnTo>
                  <a:pt x="1342103" y="599235"/>
                </a:lnTo>
                <a:close/>
                <a:moveTo>
                  <a:pt x="671163" y="2097070"/>
                </a:moveTo>
                <a:lnTo>
                  <a:pt x="671243" y="2097321"/>
                </a:lnTo>
                <a:lnTo>
                  <a:pt x="671590" y="2097193"/>
                </a:lnTo>
                <a:close/>
                <a:moveTo>
                  <a:pt x="1372345" y="526915"/>
                </a:moveTo>
                <a:lnTo>
                  <a:pt x="1371418" y="531659"/>
                </a:lnTo>
                <a:lnTo>
                  <a:pt x="1371445" y="531771"/>
                </a:lnTo>
                <a:lnTo>
                  <a:pt x="1379869" y="552822"/>
                </a:lnTo>
                <a:lnTo>
                  <a:pt x="1379815" y="548326"/>
                </a:lnTo>
                <a:lnTo>
                  <a:pt x="1380196" y="548717"/>
                </a:lnTo>
                <a:lnTo>
                  <a:pt x="1380257" y="553792"/>
                </a:lnTo>
                <a:lnTo>
                  <a:pt x="1382184" y="558609"/>
                </a:lnTo>
                <a:lnTo>
                  <a:pt x="1382517" y="547956"/>
                </a:lnTo>
                <a:lnTo>
                  <a:pt x="1374167" y="525636"/>
                </a:lnTo>
                <a:close/>
                <a:moveTo>
                  <a:pt x="681424" y="2073982"/>
                </a:moveTo>
                <a:lnTo>
                  <a:pt x="685284" y="2075526"/>
                </a:lnTo>
                <a:lnTo>
                  <a:pt x="686385" y="2075389"/>
                </a:lnTo>
                <a:lnTo>
                  <a:pt x="690827" y="2074777"/>
                </a:lnTo>
                <a:lnTo>
                  <a:pt x="689976" y="2074369"/>
                </a:lnTo>
                <a:close/>
                <a:moveTo>
                  <a:pt x="682926" y="2070592"/>
                </a:moveTo>
                <a:lnTo>
                  <a:pt x="689761" y="2073864"/>
                </a:lnTo>
                <a:lnTo>
                  <a:pt x="694590" y="2074083"/>
                </a:lnTo>
                <a:lnTo>
                  <a:pt x="700436" y="2072395"/>
                </a:lnTo>
                <a:lnTo>
                  <a:pt x="699861" y="2072064"/>
                </a:lnTo>
                <a:lnTo>
                  <a:pt x="689240" y="2065733"/>
                </a:lnTo>
                <a:lnTo>
                  <a:pt x="689053" y="2065765"/>
                </a:lnTo>
                <a:lnTo>
                  <a:pt x="685246" y="2068796"/>
                </a:lnTo>
                <a:close/>
                <a:moveTo>
                  <a:pt x="681035" y="2074772"/>
                </a:moveTo>
                <a:lnTo>
                  <a:pt x="681068" y="2076049"/>
                </a:lnTo>
                <a:lnTo>
                  <a:pt x="683279" y="2075774"/>
                </a:lnTo>
                <a:close/>
                <a:moveTo>
                  <a:pt x="689712" y="2055247"/>
                </a:moveTo>
                <a:lnTo>
                  <a:pt x="691929" y="2058104"/>
                </a:lnTo>
                <a:lnTo>
                  <a:pt x="695187" y="2058170"/>
                </a:lnTo>
                <a:lnTo>
                  <a:pt x="694210" y="2055785"/>
                </a:lnTo>
                <a:close/>
                <a:moveTo>
                  <a:pt x="1400276" y="463873"/>
                </a:moveTo>
                <a:lnTo>
                  <a:pt x="1405361" y="473805"/>
                </a:lnTo>
                <a:lnTo>
                  <a:pt x="1401599" y="462382"/>
                </a:lnTo>
                <a:close/>
                <a:moveTo>
                  <a:pt x="1380102" y="509023"/>
                </a:moveTo>
                <a:lnTo>
                  <a:pt x="1380268" y="510067"/>
                </a:lnTo>
                <a:lnTo>
                  <a:pt x="1380588" y="509610"/>
                </a:lnTo>
                <a:close/>
                <a:moveTo>
                  <a:pt x="670486" y="2097847"/>
                </a:moveTo>
                <a:lnTo>
                  <a:pt x="670685" y="2098667"/>
                </a:lnTo>
                <a:lnTo>
                  <a:pt x="671054" y="2098490"/>
                </a:lnTo>
                <a:lnTo>
                  <a:pt x="670811" y="2097727"/>
                </a:lnTo>
                <a:close/>
                <a:moveTo>
                  <a:pt x="668760" y="2101123"/>
                </a:moveTo>
                <a:lnTo>
                  <a:pt x="669786" y="2100925"/>
                </a:lnTo>
                <a:lnTo>
                  <a:pt x="669722" y="2100660"/>
                </a:lnTo>
                <a:close/>
                <a:moveTo>
                  <a:pt x="1399083" y="465218"/>
                </a:moveTo>
                <a:lnTo>
                  <a:pt x="1402265" y="475711"/>
                </a:lnTo>
                <a:lnTo>
                  <a:pt x="1403105" y="477386"/>
                </a:lnTo>
                <a:lnTo>
                  <a:pt x="1404680" y="475194"/>
                </a:lnTo>
                <a:lnTo>
                  <a:pt x="1399730" y="464489"/>
                </a:lnTo>
                <a:close/>
                <a:moveTo>
                  <a:pt x="1383504" y="499936"/>
                </a:moveTo>
                <a:lnTo>
                  <a:pt x="1383552" y="505366"/>
                </a:lnTo>
                <a:lnTo>
                  <a:pt x="1385065" y="503199"/>
                </a:lnTo>
                <a:close/>
                <a:moveTo>
                  <a:pt x="670232" y="2096799"/>
                </a:moveTo>
                <a:lnTo>
                  <a:pt x="670430" y="2097618"/>
                </a:lnTo>
                <a:lnTo>
                  <a:pt x="670739" y="2097505"/>
                </a:lnTo>
                <a:lnTo>
                  <a:pt x="670543" y="2096890"/>
                </a:lnTo>
                <a:close/>
                <a:moveTo>
                  <a:pt x="1372941" y="523167"/>
                </a:moveTo>
                <a:lnTo>
                  <a:pt x="1372483" y="526139"/>
                </a:lnTo>
                <a:lnTo>
                  <a:pt x="1373967" y="525097"/>
                </a:lnTo>
                <a:lnTo>
                  <a:pt x="1373608" y="524141"/>
                </a:lnTo>
                <a:close/>
                <a:moveTo>
                  <a:pt x="1370564" y="528164"/>
                </a:moveTo>
                <a:lnTo>
                  <a:pt x="1370840" y="529291"/>
                </a:lnTo>
                <a:lnTo>
                  <a:pt x="1371138" y="527762"/>
                </a:lnTo>
                <a:close/>
                <a:moveTo>
                  <a:pt x="1365077" y="540364"/>
                </a:moveTo>
                <a:lnTo>
                  <a:pt x="1363572" y="550374"/>
                </a:lnTo>
                <a:lnTo>
                  <a:pt x="1363934" y="550812"/>
                </a:lnTo>
                <a:lnTo>
                  <a:pt x="1366048" y="553830"/>
                </a:lnTo>
                <a:lnTo>
                  <a:pt x="1367823" y="544742"/>
                </a:lnTo>
                <a:close/>
                <a:moveTo>
                  <a:pt x="680967" y="2072108"/>
                </a:moveTo>
                <a:lnTo>
                  <a:pt x="681002" y="2073467"/>
                </a:lnTo>
                <a:lnTo>
                  <a:pt x="688833" y="2073822"/>
                </a:lnTo>
                <a:lnTo>
                  <a:pt x="682605" y="2070840"/>
                </a:lnTo>
                <a:close/>
                <a:moveTo>
                  <a:pt x="1373893" y="520416"/>
                </a:moveTo>
                <a:lnTo>
                  <a:pt x="1376696" y="523182"/>
                </a:lnTo>
                <a:lnTo>
                  <a:pt x="1380932" y="520210"/>
                </a:lnTo>
                <a:lnTo>
                  <a:pt x="1379417" y="511853"/>
                </a:lnTo>
                <a:lnTo>
                  <a:pt x="1378957" y="512510"/>
                </a:lnTo>
                <a:close/>
                <a:moveTo>
                  <a:pt x="675263" y="2084555"/>
                </a:moveTo>
                <a:lnTo>
                  <a:pt x="676357" y="2086850"/>
                </a:lnTo>
                <a:lnTo>
                  <a:pt x="676618" y="2087380"/>
                </a:lnTo>
                <a:lnTo>
                  <a:pt x="677747" y="2087871"/>
                </a:lnTo>
                <a:lnTo>
                  <a:pt x="679132" y="2088342"/>
                </a:lnTo>
                <a:lnTo>
                  <a:pt x="681224" y="2088382"/>
                </a:lnTo>
                <a:lnTo>
                  <a:pt x="681116" y="2085669"/>
                </a:lnTo>
                <a:lnTo>
                  <a:pt x="681036" y="2085655"/>
                </a:lnTo>
                <a:close/>
                <a:moveTo>
                  <a:pt x="1397757" y="466711"/>
                </a:moveTo>
                <a:lnTo>
                  <a:pt x="1401673" y="474529"/>
                </a:lnTo>
                <a:lnTo>
                  <a:pt x="1398909" y="465414"/>
                </a:lnTo>
                <a:close/>
                <a:moveTo>
                  <a:pt x="1370126" y="528472"/>
                </a:moveTo>
                <a:lnTo>
                  <a:pt x="1370244" y="528767"/>
                </a:lnTo>
                <a:lnTo>
                  <a:pt x="1370169" y="528441"/>
                </a:lnTo>
                <a:close/>
                <a:moveTo>
                  <a:pt x="1373285" y="521366"/>
                </a:moveTo>
                <a:lnTo>
                  <a:pt x="1374206" y="523826"/>
                </a:lnTo>
                <a:lnTo>
                  <a:pt x="1374717" y="524571"/>
                </a:lnTo>
                <a:lnTo>
                  <a:pt x="1376065" y="523625"/>
                </a:lnTo>
                <a:lnTo>
                  <a:pt x="1374513" y="521965"/>
                </a:lnTo>
                <a:lnTo>
                  <a:pt x="1373524" y="520992"/>
                </a:lnTo>
                <a:close/>
                <a:moveTo>
                  <a:pt x="670501" y="2094996"/>
                </a:moveTo>
                <a:lnTo>
                  <a:pt x="671066" y="2096765"/>
                </a:lnTo>
                <a:lnTo>
                  <a:pt x="672032" y="2097032"/>
                </a:lnTo>
                <a:lnTo>
                  <a:pt x="674532" y="2096115"/>
                </a:lnTo>
                <a:lnTo>
                  <a:pt x="674325" y="2093854"/>
                </a:lnTo>
                <a:close/>
                <a:moveTo>
                  <a:pt x="691885" y="2046854"/>
                </a:moveTo>
                <a:lnTo>
                  <a:pt x="693762" y="2050880"/>
                </a:lnTo>
                <a:lnTo>
                  <a:pt x="694227" y="2050928"/>
                </a:lnTo>
                <a:lnTo>
                  <a:pt x="692245" y="2046746"/>
                </a:lnTo>
                <a:close/>
                <a:moveTo>
                  <a:pt x="691374" y="2047468"/>
                </a:moveTo>
                <a:lnTo>
                  <a:pt x="692675" y="2050770"/>
                </a:lnTo>
                <a:lnTo>
                  <a:pt x="692925" y="2050796"/>
                </a:lnTo>
                <a:close/>
                <a:moveTo>
                  <a:pt x="674796" y="2084466"/>
                </a:moveTo>
                <a:lnTo>
                  <a:pt x="674873" y="2085308"/>
                </a:lnTo>
                <a:lnTo>
                  <a:pt x="676363" y="2087266"/>
                </a:lnTo>
                <a:lnTo>
                  <a:pt x="675001" y="2084505"/>
                </a:lnTo>
                <a:close/>
                <a:moveTo>
                  <a:pt x="1342540" y="589151"/>
                </a:moveTo>
                <a:lnTo>
                  <a:pt x="1342476" y="589514"/>
                </a:lnTo>
                <a:lnTo>
                  <a:pt x="1343921" y="591619"/>
                </a:lnTo>
                <a:close/>
                <a:moveTo>
                  <a:pt x="669841" y="2095193"/>
                </a:moveTo>
                <a:lnTo>
                  <a:pt x="670163" y="2096516"/>
                </a:lnTo>
                <a:lnTo>
                  <a:pt x="670449" y="2096595"/>
                </a:lnTo>
                <a:lnTo>
                  <a:pt x="669987" y="2095149"/>
                </a:lnTo>
                <a:close/>
                <a:moveTo>
                  <a:pt x="674754" y="2084003"/>
                </a:moveTo>
                <a:lnTo>
                  <a:pt x="674775" y="2084234"/>
                </a:lnTo>
                <a:lnTo>
                  <a:pt x="674876" y="2084252"/>
                </a:lnTo>
                <a:close/>
                <a:moveTo>
                  <a:pt x="679527" y="2073223"/>
                </a:moveTo>
                <a:lnTo>
                  <a:pt x="680027" y="2073423"/>
                </a:lnTo>
                <a:lnTo>
                  <a:pt x="680633" y="2073450"/>
                </a:lnTo>
                <a:lnTo>
                  <a:pt x="680591" y="2072399"/>
                </a:lnTo>
                <a:close/>
                <a:moveTo>
                  <a:pt x="1369051" y="529226"/>
                </a:moveTo>
                <a:lnTo>
                  <a:pt x="1369237" y="534005"/>
                </a:lnTo>
                <a:lnTo>
                  <a:pt x="1369705" y="535102"/>
                </a:lnTo>
                <a:lnTo>
                  <a:pt x="1370622" y="530407"/>
                </a:lnTo>
                <a:lnTo>
                  <a:pt x="1370515" y="529944"/>
                </a:lnTo>
                <a:lnTo>
                  <a:pt x="1369970" y="528581"/>
                </a:lnTo>
                <a:close/>
                <a:moveTo>
                  <a:pt x="680913" y="2070031"/>
                </a:moveTo>
                <a:lnTo>
                  <a:pt x="680956" y="2071701"/>
                </a:lnTo>
                <a:lnTo>
                  <a:pt x="682250" y="2070670"/>
                </a:lnTo>
                <a:close/>
                <a:moveTo>
                  <a:pt x="1370168" y="526229"/>
                </a:moveTo>
                <a:lnTo>
                  <a:pt x="1370352" y="527297"/>
                </a:lnTo>
                <a:lnTo>
                  <a:pt x="1370422" y="527585"/>
                </a:lnTo>
                <a:lnTo>
                  <a:pt x="1371292" y="526974"/>
                </a:lnTo>
                <a:lnTo>
                  <a:pt x="1371994" y="523379"/>
                </a:lnTo>
                <a:close/>
                <a:moveTo>
                  <a:pt x="674687" y="2083269"/>
                </a:moveTo>
                <a:lnTo>
                  <a:pt x="674695" y="2083361"/>
                </a:lnTo>
                <a:lnTo>
                  <a:pt x="675141" y="2084299"/>
                </a:lnTo>
                <a:lnTo>
                  <a:pt x="681104" y="2085351"/>
                </a:lnTo>
                <a:lnTo>
                  <a:pt x="680983" y="2082301"/>
                </a:lnTo>
                <a:close/>
                <a:moveTo>
                  <a:pt x="1369582" y="527146"/>
                </a:moveTo>
                <a:lnTo>
                  <a:pt x="1369599" y="527156"/>
                </a:lnTo>
                <a:lnTo>
                  <a:pt x="1369914" y="527941"/>
                </a:lnTo>
                <a:lnTo>
                  <a:pt x="1370034" y="527857"/>
                </a:lnTo>
                <a:lnTo>
                  <a:pt x="1369794" y="526814"/>
                </a:lnTo>
                <a:close/>
                <a:moveTo>
                  <a:pt x="1383470" y="496036"/>
                </a:moveTo>
                <a:lnTo>
                  <a:pt x="1383501" y="499533"/>
                </a:lnTo>
                <a:lnTo>
                  <a:pt x="1385158" y="503067"/>
                </a:lnTo>
                <a:lnTo>
                  <a:pt x="1386433" y="501242"/>
                </a:lnTo>
                <a:close/>
                <a:moveTo>
                  <a:pt x="682078" y="2066579"/>
                </a:moveTo>
                <a:lnTo>
                  <a:pt x="688322" y="2065525"/>
                </a:lnTo>
                <a:lnTo>
                  <a:pt x="686479" y="2065207"/>
                </a:lnTo>
                <a:close/>
                <a:moveTo>
                  <a:pt x="1369005" y="528046"/>
                </a:moveTo>
                <a:lnTo>
                  <a:pt x="1369026" y="528564"/>
                </a:lnTo>
                <a:lnTo>
                  <a:pt x="1369757" y="528051"/>
                </a:lnTo>
                <a:lnTo>
                  <a:pt x="1369467" y="527325"/>
                </a:lnTo>
                <a:close/>
                <a:moveTo>
                  <a:pt x="1368384" y="529015"/>
                </a:moveTo>
                <a:lnTo>
                  <a:pt x="1368540" y="528906"/>
                </a:lnTo>
                <a:lnTo>
                  <a:pt x="1368536" y="528777"/>
                </a:lnTo>
                <a:close/>
                <a:moveTo>
                  <a:pt x="661742" y="2110959"/>
                </a:moveTo>
                <a:lnTo>
                  <a:pt x="668864" y="2110187"/>
                </a:lnTo>
                <a:lnTo>
                  <a:pt x="672077" y="2109530"/>
                </a:lnTo>
                <a:lnTo>
                  <a:pt x="671786" y="2108513"/>
                </a:lnTo>
                <a:lnTo>
                  <a:pt x="667417" y="2109681"/>
                </a:lnTo>
                <a:close/>
                <a:moveTo>
                  <a:pt x="1367627" y="530225"/>
                </a:moveTo>
                <a:lnTo>
                  <a:pt x="1368689" y="532720"/>
                </a:lnTo>
                <a:lnTo>
                  <a:pt x="1368567" y="529566"/>
                </a:lnTo>
                <a:close/>
                <a:moveTo>
                  <a:pt x="669331" y="2093096"/>
                </a:moveTo>
                <a:lnTo>
                  <a:pt x="669734" y="2094751"/>
                </a:lnTo>
                <a:lnTo>
                  <a:pt x="669849" y="2094716"/>
                </a:lnTo>
                <a:close/>
                <a:moveTo>
                  <a:pt x="680837" y="2067070"/>
                </a:moveTo>
                <a:lnTo>
                  <a:pt x="680903" y="2069623"/>
                </a:lnTo>
                <a:lnTo>
                  <a:pt x="682565" y="2070419"/>
                </a:lnTo>
                <a:lnTo>
                  <a:pt x="688238" y="2065902"/>
                </a:lnTo>
                <a:lnTo>
                  <a:pt x="686774" y="2066149"/>
                </a:lnTo>
                <a:close/>
                <a:moveTo>
                  <a:pt x="669595" y="2092158"/>
                </a:moveTo>
                <a:lnTo>
                  <a:pt x="670360" y="2094555"/>
                </a:lnTo>
                <a:lnTo>
                  <a:pt x="674277" y="2093327"/>
                </a:lnTo>
                <a:lnTo>
                  <a:pt x="674137" y="2091794"/>
                </a:lnTo>
                <a:close/>
                <a:moveTo>
                  <a:pt x="1366000" y="532737"/>
                </a:moveTo>
                <a:lnTo>
                  <a:pt x="1366665" y="534381"/>
                </a:lnTo>
                <a:lnTo>
                  <a:pt x="1366584" y="533843"/>
                </a:lnTo>
                <a:lnTo>
                  <a:pt x="1366866" y="534107"/>
                </a:lnTo>
                <a:lnTo>
                  <a:pt x="1367050" y="535332"/>
                </a:lnTo>
                <a:lnTo>
                  <a:pt x="1368191" y="538148"/>
                </a:lnTo>
                <a:lnTo>
                  <a:pt x="1368888" y="539286"/>
                </a:lnTo>
                <a:lnTo>
                  <a:pt x="1368936" y="539039"/>
                </a:lnTo>
                <a:lnTo>
                  <a:pt x="1368802" y="535608"/>
                </a:lnTo>
                <a:lnTo>
                  <a:pt x="1366948" y="531255"/>
                </a:lnTo>
                <a:close/>
                <a:moveTo>
                  <a:pt x="674491" y="2081127"/>
                </a:moveTo>
                <a:lnTo>
                  <a:pt x="674530" y="2081557"/>
                </a:lnTo>
                <a:lnTo>
                  <a:pt x="680912" y="2080501"/>
                </a:lnTo>
                <a:lnTo>
                  <a:pt x="680895" y="2080087"/>
                </a:lnTo>
                <a:close/>
                <a:moveTo>
                  <a:pt x="1365424" y="533635"/>
                </a:moveTo>
                <a:lnTo>
                  <a:pt x="1365883" y="534385"/>
                </a:lnTo>
                <a:lnTo>
                  <a:pt x="1365546" y="533445"/>
                </a:lnTo>
                <a:close/>
                <a:moveTo>
                  <a:pt x="667693" y="2095834"/>
                </a:moveTo>
                <a:lnTo>
                  <a:pt x="668610" y="2096087"/>
                </a:lnTo>
                <a:lnTo>
                  <a:pt x="668491" y="2095596"/>
                </a:lnTo>
                <a:close/>
                <a:moveTo>
                  <a:pt x="1364526" y="535036"/>
                </a:moveTo>
                <a:lnTo>
                  <a:pt x="1367469" y="539729"/>
                </a:lnTo>
                <a:lnTo>
                  <a:pt x="1367228" y="538130"/>
                </a:lnTo>
                <a:lnTo>
                  <a:pt x="1367087" y="537737"/>
                </a:lnTo>
                <a:lnTo>
                  <a:pt x="1365021" y="534263"/>
                </a:lnTo>
                <a:close/>
                <a:moveTo>
                  <a:pt x="690523" y="2043933"/>
                </a:moveTo>
                <a:lnTo>
                  <a:pt x="691408" y="2045833"/>
                </a:lnTo>
                <a:lnTo>
                  <a:pt x="691788" y="2045782"/>
                </a:lnTo>
                <a:lnTo>
                  <a:pt x="690885" y="2043879"/>
                </a:lnTo>
                <a:close/>
                <a:moveTo>
                  <a:pt x="1365567" y="531670"/>
                </a:moveTo>
                <a:lnTo>
                  <a:pt x="1365607" y="531768"/>
                </a:lnTo>
                <a:lnTo>
                  <a:pt x="1365752" y="531541"/>
                </a:lnTo>
                <a:close/>
                <a:moveTo>
                  <a:pt x="680763" y="2064222"/>
                </a:moveTo>
                <a:lnTo>
                  <a:pt x="680818" y="2066343"/>
                </a:lnTo>
                <a:lnTo>
                  <a:pt x="685182" y="2064983"/>
                </a:lnTo>
                <a:close/>
                <a:moveTo>
                  <a:pt x="1361183" y="540255"/>
                </a:moveTo>
                <a:lnTo>
                  <a:pt x="1360835" y="547001"/>
                </a:lnTo>
                <a:lnTo>
                  <a:pt x="1360870" y="547107"/>
                </a:lnTo>
                <a:lnTo>
                  <a:pt x="1361975" y="548443"/>
                </a:lnTo>
                <a:lnTo>
                  <a:pt x="1361709" y="547944"/>
                </a:lnTo>
                <a:lnTo>
                  <a:pt x="1362081" y="548106"/>
                </a:lnTo>
                <a:lnTo>
                  <a:pt x="1362778" y="549413"/>
                </a:lnTo>
                <a:lnTo>
                  <a:pt x="1363394" y="550159"/>
                </a:lnTo>
                <a:lnTo>
                  <a:pt x="1364908" y="540093"/>
                </a:lnTo>
                <a:lnTo>
                  <a:pt x="1363116" y="537238"/>
                </a:lnTo>
                <a:close/>
                <a:moveTo>
                  <a:pt x="1410381" y="429976"/>
                </a:moveTo>
                <a:lnTo>
                  <a:pt x="1410708" y="433787"/>
                </a:lnTo>
                <a:lnTo>
                  <a:pt x="1411524" y="445117"/>
                </a:lnTo>
                <a:lnTo>
                  <a:pt x="1426937" y="431464"/>
                </a:lnTo>
                <a:lnTo>
                  <a:pt x="1425467" y="422889"/>
                </a:lnTo>
                <a:lnTo>
                  <a:pt x="1425905" y="423217"/>
                </a:lnTo>
                <a:lnTo>
                  <a:pt x="1427268" y="431171"/>
                </a:lnTo>
                <a:lnTo>
                  <a:pt x="1431022" y="427846"/>
                </a:lnTo>
                <a:lnTo>
                  <a:pt x="1429088" y="413853"/>
                </a:lnTo>
                <a:lnTo>
                  <a:pt x="1429241" y="413998"/>
                </a:lnTo>
                <a:lnTo>
                  <a:pt x="1431139" y="427742"/>
                </a:lnTo>
                <a:lnTo>
                  <a:pt x="1434576" y="424697"/>
                </a:lnTo>
                <a:lnTo>
                  <a:pt x="1426190" y="407607"/>
                </a:lnTo>
                <a:lnTo>
                  <a:pt x="1423214" y="411320"/>
                </a:lnTo>
                <a:close/>
                <a:moveTo>
                  <a:pt x="671814" y="2083711"/>
                </a:moveTo>
                <a:lnTo>
                  <a:pt x="672195" y="2083778"/>
                </a:lnTo>
                <a:lnTo>
                  <a:pt x="672102" y="2083667"/>
                </a:lnTo>
                <a:close/>
                <a:moveTo>
                  <a:pt x="674882" y="2076817"/>
                </a:moveTo>
                <a:lnTo>
                  <a:pt x="680737" y="2076090"/>
                </a:lnTo>
                <a:lnTo>
                  <a:pt x="680679" y="2074612"/>
                </a:lnTo>
                <a:lnTo>
                  <a:pt x="678943" y="2073836"/>
                </a:lnTo>
                <a:lnTo>
                  <a:pt x="678748" y="2073825"/>
                </a:lnTo>
                <a:close/>
                <a:moveTo>
                  <a:pt x="1364625" y="532332"/>
                </a:moveTo>
                <a:lnTo>
                  <a:pt x="1364928" y="532826"/>
                </a:lnTo>
                <a:lnTo>
                  <a:pt x="1365182" y="532431"/>
                </a:lnTo>
                <a:lnTo>
                  <a:pt x="1365042" y="532039"/>
                </a:lnTo>
                <a:close/>
                <a:moveTo>
                  <a:pt x="686390" y="2050966"/>
                </a:moveTo>
                <a:lnTo>
                  <a:pt x="689409" y="2054856"/>
                </a:lnTo>
                <a:lnTo>
                  <a:pt x="694030" y="2055343"/>
                </a:lnTo>
                <a:lnTo>
                  <a:pt x="692535" y="2051695"/>
                </a:lnTo>
                <a:lnTo>
                  <a:pt x="692262" y="2051575"/>
                </a:lnTo>
                <a:close/>
                <a:moveTo>
                  <a:pt x="689949" y="2042701"/>
                </a:moveTo>
                <a:lnTo>
                  <a:pt x="690358" y="2043581"/>
                </a:lnTo>
                <a:lnTo>
                  <a:pt x="690716" y="2043521"/>
                </a:lnTo>
                <a:lnTo>
                  <a:pt x="690331" y="2042711"/>
                </a:lnTo>
                <a:close/>
                <a:moveTo>
                  <a:pt x="1397203" y="459023"/>
                </a:moveTo>
                <a:lnTo>
                  <a:pt x="1397539" y="460129"/>
                </a:lnTo>
                <a:lnTo>
                  <a:pt x="1397655" y="459999"/>
                </a:lnTo>
                <a:close/>
                <a:moveTo>
                  <a:pt x="668856" y="2089844"/>
                </a:moveTo>
                <a:lnTo>
                  <a:pt x="669373" y="2091465"/>
                </a:lnTo>
                <a:lnTo>
                  <a:pt x="673767" y="2091203"/>
                </a:lnTo>
                <a:lnTo>
                  <a:pt x="674080" y="2091178"/>
                </a:lnTo>
                <a:lnTo>
                  <a:pt x="674029" y="2090621"/>
                </a:lnTo>
                <a:lnTo>
                  <a:pt x="673220" y="2090269"/>
                </a:lnTo>
                <a:close/>
                <a:moveTo>
                  <a:pt x="1368788" y="522463"/>
                </a:moveTo>
                <a:lnTo>
                  <a:pt x="1368947" y="526552"/>
                </a:lnTo>
                <a:lnTo>
                  <a:pt x="1369526" y="525649"/>
                </a:lnTo>
                <a:lnTo>
                  <a:pt x="1368862" y="522766"/>
                </a:lnTo>
                <a:close/>
                <a:moveTo>
                  <a:pt x="674148" y="2077385"/>
                </a:moveTo>
                <a:lnTo>
                  <a:pt x="674367" y="2079776"/>
                </a:lnTo>
                <a:lnTo>
                  <a:pt x="675514" y="2079590"/>
                </a:lnTo>
                <a:lnTo>
                  <a:pt x="680815" y="2078060"/>
                </a:lnTo>
                <a:lnTo>
                  <a:pt x="680748" y="2076365"/>
                </a:lnTo>
                <a:lnTo>
                  <a:pt x="674456" y="2077147"/>
                </a:lnTo>
                <a:close/>
                <a:moveTo>
                  <a:pt x="672000" y="2081532"/>
                </a:moveTo>
                <a:lnTo>
                  <a:pt x="672284" y="2081904"/>
                </a:lnTo>
                <a:lnTo>
                  <a:pt x="673219" y="2081762"/>
                </a:lnTo>
                <a:lnTo>
                  <a:pt x="673180" y="2081339"/>
                </a:lnTo>
                <a:close/>
                <a:moveTo>
                  <a:pt x="1363378" y="533206"/>
                </a:moveTo>
                <a:lnTo>
                  <a:pt x="1364025" y="534237"/>
                </a:lnTo>
                <a:lnTo>
                  <a:pt x="1364533" y="533443"/>
                </a:lnTo>
                <a:lnTo>
                  <a:pt x="1364094" y="532704"/>
                </a:lnTo>
                <a:close/>
                <a:moveTo>
                  <a:pt x="683907" y="2054553"/>
                </a:moveTo>
                <a:lnTo>
                  <a:pt x="687452" y="2058014"/>
                </a:lnTo>
                <a:lnTo>
                  <a:pt x="691065" y="2058087"/>
                </a:lnTo>
                <a:lnTo>
                  <a:pt x="688775" y="2055135"/>
                </a:lnTo>
                <a:close/>
                <a:moveTo>
                  <a:pt x="668527" y="2088814"/>
                </a:moveTo>
                <a:lnTo>
                  <a:pt x="668694" y="2089337"/>
                </a:lnTo>
                <a:lnTo>
                  <a:pt x="671772" y="2089638"/>
                </a:lnTo>
                <a:lnTo>
                  <a:pt x="669946" y="2088843"/>
                </a:lnTo>
                <a:lnTo>
                  <a:pt x="668605" y="2088817"/>
                </a:lnTo>
                <a:close/>
                <a:moveTo>
                  <a:pt x="686467" y="2048478"/>
                </a:moveTo>
                <a:lnTo>
                  <a:pt x="691347" y="2050635"/>
                </a:lnTo>
                <a:lnTo>
                  <a:pt x="692133" y="2050715"/>
                </a:lnTo>
                <a:lnTo>
                  <a:pt x="690698" y="2047210"/>
                </a:lnTo>
                <a:close/>
                <a:moveTo>
                  <a:pt x="1345397" y="572858"/>
                </a:moveTo>
                <a:lnTo>
                  <a:pt x="1345298" y="573426"/>
                </a:lnTo>
                <a:lnTo>
                  <a:pt x="1345525" y="573669"/>
                </a:lnTo>
                <a:close/>
                <a:moveTo>
                  <a:pt x="677514" y="2068001"/>
                </a:moveTo>
                <a:lnTo>
                  <a:pt x="680477" y="2069419"/>
                </a:lnTo>
                <a:lnTo>
                  <a:pt x="680418" y="2067135"/>
                </a:lnTo>
                <a:lnTo>
                  <a:pt x="680167" y="2067174"/>
                </a:lnTo>
                <a:close/>
                <a:moveTo>
                  <a:pt x="1387382" y="478403"/>
                </a:moveTo>
                <a:lnTo>
                  <a:pt x="1390313" y="495685"/>
                </a:lnTo>
                <a:lnTo>
                  <a:pt x="1392705" y="492263"/>
                </a:lnTo>
                <a:lnTo>
                  <a:pt x="1392633" y="485072"/>
                </a:lnTo>
                <a:lnTo>
                  <a:pt x="1392887" y="485334"/>
                </a:lnTo>
                <a:lnTo>
                  <a:pt x="1392953" y="491906"/>
                </a:lnTo>
                <a:lnTo>
                  <a:pt x="1402709" y="477941"/>
                </a:lnTo>
                <a:lnTo>
                  <a:pt x="1402345" y="476741"/>
                </a:lnTo>
                <a:lnTo>
                  <a:pt x="1397478" y="467026"/>
                </a:lnTo>
                <a:close/>
                <a:moveTo>
                  <a:pt x="1383394" y="487259"/>
                </a:moveTo>
                <a:lnTo>
                  <a:pt x="1383411" y="489301"/>
                </a:lnTo>
                <a:lnTo>
                  <a:pt x="1386881" y="494477"/>
                </a:lnTo>
                <a:lnTo>
                  <a:pt x="1388331" y="497024"/>
                </a:lnTo>
                <a:lnTo>
                  <a:pt x="1387668" y="493119"/>
                </a:lnTo>
                <a:close/>
                <a:moveTo>
                  <a:pt x="1375904" y="503943"/>
                </a:moveTo>
                <a:lnTo>
                  <a:pt x="1373457" y="519819"/>
                </a:lnTo>
                <a:lnTo>
                  <a:pt x="1379804" y="510732"/>
                </a:lnTo>
                <a:lnTo>
                  <a:pt x="1379397" y="508169"/>
                </a:lnTo>
                <a:close/>
                <a:moveTo>
                  <a:pt x="668309" y="2088129"/>
                </a:moveTo>
                <a:lnTo>
                  <a:pt x="668310" y="2088134"/>
                </a:lnTo>
                <a:lnTo>
                  <a:pt x="668320" y="2088134"/>
                </a:lnTo>
                <a:close/>
                <a:moveTo>
                  <a:pt x="672468" y="2078686"/>
                </a:moveTo>
                <a:lnTo>
                  <a:pt x="673049" y="2079906"/>
                </a:lnTo>
                <a:lnTo>
                  <a:pt x="672907" y="2078346"/>
                </a:lnTo>
                <a:close/>
                <a:moveTo>
                  <a:pt x="640288" y="2150053"/>
                </a:moveTo>
                <a:lnTo>
                  <a:pt x="660947" y="2145409"/>
                </a:lnTo>
                <a:lnTo>
                  <a:pt x="659483" y="2141454"/>
                </a:lnTo>
                <a:lnTo>
                  <a:pt x="653984" y="2143982"/>
                </a:lnTo>
                <a:close/>
                <a:moveTo>
                  <a:pt x="660026" y="2105622"/>
                </a:moveTo>
                <a:lnTo>
                  <a:pt x="660099" y="2106295"/>
                </a:lnTo>
                <a:lnTo>
                  <a:pt x="666319" y="2104786"/>
                </a:lnTo>
                <a:lnTo>
                  <a:pt x="666838" y="2104654"/>
                </a:lnTo>
                <a:lnTo>
                  <a:pt x="665378" y="2104655"/>
                </a:lnTo>
                <a:close/>
                <a:moveTo>
                  <a:pt x="1369446" y="516965"/>
                </a:moveTo>
                <a:lnTo>
                  <a:pt x="1371738" y="520220"/>
                </a:lnTo>
                <a:lnTo>
                  <a:pt x="1372417" y="521213"/>
                </a:lnTo>
                <a:lnTo>
                  <a:pt x="1372450" y="521044"/>
                </a:lnTo>
                <a:lnTo>
                  <a:pt x="1371790" y="519279"/>
                </a:lnTo>
                <a:close/>
                <a:moveTo>
                  <a:pt x="1361473" y="534618"/>
                </a:moveTo>
                <a:lnTo>
                  <a:pt x="1361271" y="538535"/>
                </a:lnTo>
                <a:lnTo>
                  <a:pt x="1362615" y="536439"/>
                </a:lnTo>
                <a:close/>
                <a:moveTo>
                  <a:pt x="1385495" y="480527"/>
                </a:moveTo>
                <a:lnTo>
                  <a:pt x="1385725" y="481659"/>
                </a:lnTo>
                <a:lnTo>
                  <a:pt x="1385527" y="480492"/>
                </a:lnTo>
                <a:close/>
                <a:moveTo>
                  <a:pt x="669142" y="2084122"/>
                </a:moveTo>
                <a:lnTo>
                  <a:pt x="673613" y="2086070"/>
                </a:lnTo>
                <a:lnTo>
                  <a:pt x="673554" y="2085425"/>
                </a:lnTo>
                <a:lnTo>
                  <a:pt x="672383" y="2084006"/>
                </a:lnTo>
                <a:lnTo>
                  <a:pt x="671271" y="2083795"/>
                </a:lnTo>
                <a:close/>
                <a:moveTo>
                  <a:pt x="684838" y="2048967"/>
                </a:moveTo>
                <a:lnTo>
                  <a:pt x="685687" y="2050060"/>
                </a:lnTo>
                <a:lnTo>
                  <a:pt x="689775" y="2050475"/>
                </a:lnTo>
                <a:lnTo>
                  <a:pt x="689539" y="2050372"/>
                </a:lnTo>
                <a:lnTo>
                  <a:pt x="685826" y="2048671"/>
                </a:lnTo>
                <a:close/>
                <a:moveTo>
                  <a:pt x="1368607" y="517839"/>
                </a:moveTo>
                <a:lnTo>
                  <a:pt x="1368715" y="520604"/>
                </a:lnTo>
                <a:lnTo>
                  <a:pt x="1369820" y="525123"/>
                </a:lnTo>
                <a:lnTo>
                  <a:pt x="1369394" y="522426"/>
                </a:lnTo>
                <a:close/>
                <a:moveTo>
                  <a:pt x="673796" y="2073532"/>
                </a:moveTo>
                <a:lnTo>
                  <a:pt x="674105" y="2076913"/>
                </a:lnTo>
                <a:lnTo>
                  <a:pt x="674465" y="2076869"/>
                </a:lnTo>
                <a:lnTo>
                  <a:pt x="678319" y="2073800"/>
                </a:lnTo>
                <a:close/>
                <a:moveTo>
                  <a:pt x="670811" y="2079968"/>
                </a:moveTo>
                <a:lnTo>
                  <a:pt x="671072" y="2080311"/>
                </a:lnTo>
                <a:lnTo>
                  <a:pt x="672796" y="2080031"/>
                </a:lnTo>
                <a:lnTo>
                  <a:pt x="672225" y="2078874"/>
                </a:lnTo>
                <a:close/>
                <a:moveTo>
                  <a:pt x="671886" y="2077466"/>
                </a:moveTo>
                <a:lnTo>
                  <a:pt x="672388" y="2078518"/>
                </a:lnTo>
                <a:lnTo>
                  <a:pt x="672552" y="2078392"/>
                </a:lnTo>
                <a:lnTo>
                  <a:pt x="672886" y="2078126"/>
                </a:lnTo>
                <a:lnTo>
                  <a:pt x="672815" y="2077351"/>
                </a:lnTo>
                <a:close/>
                <a:moveTo>
                  <a:pt x="684900" y="2047786"/>
                </a:moveTo>
                <a:lnTo>
                  <a:pt x="685942" y="2048246"/>
                </a:lnTo>
                <a:lnTo>
                  <a:pt x="690142" y="2046987"/>
                </a:lnTo>
                <a:close/>
                <a:moveTo>
                  <a:pt x="1401716" y="442573"/>
                </a:moveTo>
                <a:lnTo>
                  <a:pt x="1404131" y="452703"/>
                </a:lnTo>
                <a:lnTo>
                  <a:pt x="1408433" y="447855"/>
                </a:lnTo>
                <a:lnTo>
                  <a:pt x="1410885" y="445684"/>
                </a:lnTo>
                <a:lnTo>
                  <a:pt x="1409814" y="430799"/>
                </a:lnTo>
                <a:close/>
                <a:moveTo>
                  <a:pt x="1368566" y="516772"/>
                </a:moveTo>
                <a:lnTo>
                  <a:pt x="1368572" y="516925"/>
                </a:lnTo>
                <a:lnTo>
                  <a:pt x="1369954" y="524981"/>
                </a:lnTo>
                <a:lnTo>
                  <a:pt x="1371092" y="523203"/>
                </a:lnTo>
                <a:lnTo>
                  <a:pt x="1372039" y="521849"/>
                </a:lnTo>
                <a:close/>
                <a:moveTo>
                  <a:pt x="1350234" y="557380"/>
                </a:moveTo>
                <a:lnTo>
                  <a:pt x="1351025" y="559451"/>
                </a:lnTo>
                <a:lnTo>
                  <a:pt x="1351335" y="557501"/>
                </a:lnTo>
                <a:lnTo>
                  <a:pt x="1351313" y="557442"/>
                </a:lnTo>
                <a:lnTo>
                  <a:pt x="1350834" y="556407"/>
                </a:lnTo>
                <a:lnTo>
                  <a:pt x="1350357" y="557153"/>
                </a:lnTo>
                <a:close/>
                <a:moveTo>
                  <a:pt x="652063" y="2120473"/>
                </a:moveTo>
                <a:lnTo>
                  <a:pt x="656159" y="2132015"/>
                </a:lnTo>
                <a:lnTo>
                  <a:pt x="666093" y="2133769"/>
                </a:lnTo>
                <a:lnTo>
                  <a:pt x="666515" y="2133826"/>
                </a:lnTo>
                <a:lnTo>
                  <a:pt x="677582" y="2128762"/>
                </a:lnTo>
                <a:lnTo>
                  <a:pt x="676882" y="2126318"/>
                </a:lnTo>
                <a:lnTo>
                  <a:pt x="666081" y="2123919"/>
                </a:lnTo>
                <a:lnTo>
                  <a:pt x="665976" y="2123790"/>
                </a:lnTo>
                <a:lnTo>
                  <a:pt x="676850" y="2126205"/>
                </a:lnTo>
                <a:lnTo>
                  <a:pt x="674884" y="2119336"/>
                </a:lnTo>
                <a:close/>
                <a:moveTo>
                  <a:pt x="1383356" y="482937"/>
                </a:moveTo>
                <a:lnTo>
                  <a:pt x="1383386" y="486407"/>
                </a:lnTo>
                <a:lnTo>
                  <a:pt x="1387481" y="492019"/>
                </a:lnTo>
                <a:lnTo>
                  <a:pt x="1386831" y="488182"/>
                </a:lnTo>
                <a:lnTo>
                  <a:pt x="1385315" y="480730"/>
                </a:lnTo>
                <a:close/>
                <a:moveTo>
                  <a:pt x="1348176" y="561178"/>
                </a:moveTo>
                <a:lnTo>
                  <a:pt x="1349057" y="563918"/>
                </a:lnTo>
                <a:lnTo>
                  <a:pt x="1350106" y="565223"/>
                </a:lnTo>
                <a:lnTo>
                  <a:pt x="1350941" y="559978"/>
                </a:lnTo>
                <a:lnTo>
                  <a:pt x="1350066" y="557691"/>
                </a:lnTo>
                <a:close/>
                <a:moveTo>
                  <a:pt x="1347006" y="563686"/>
                </a:moveTo>
                <a:lnTo>
                  <a:pt x="1346332" y="567530"/>
                </a:lnTo>
                <a:lnTo>
                  <a:pt x="1346656" y="569589"/>
                </a:lnTo>
                <a:lnTo>
                  <a:pt x="1347052" y="568117"/>
                </a:lnTo>
                <a:lnTo>
                  <a:pt x="1347226" y="568441"/>
                </a:lnTo>
                <a:lnTo>
                  <a:pt x="1346753" y="570203"/>
                </a:lnTo>
                <a:lnTo>
                  <a:pt x="1347658" y="575947"/>
                </a:lnTo>
                <a:lnTo>
                  <a:pt x="1348291" y="576619"/>
                </a:lnTo>
                <a:lnTo>
                  <a:pt x="1349798" y="567163"/>
                </a:lnTo>
                <a:close/>
                <a:moveTo>
                  <a:pt x="1347645" y="562158"/>
                </a:moveTo>
                <a:lnTo>
                  <a:pt x="1348681" y="563447"/>
                </a:lnTo>
                <a:lnTo>
                  <a:pt x="1348023" y="561461"/>
                </a:lnTo>
                <a:close/>
                <a:moveTo>
                  <a:pt x="673605" y="2071450"/>
                </a:moveTo>
                <a:lnTo>
                  <a:pt x="673760" y="2073139"/>
                </a:lnTo>
                <a:lnTo>
                  <a:pt x="677793" y="2073322"/>
                </a:lnTo>
                <a:close/>
                <a:moveTo>
                  <a:pt x="1382174" y="484744"/>
                </a:moveTo>
                <a:lnTo>
                  <a:pt x="1382992" y="485864"/>
                </a:lnTo>
                <a:lnTo>
                  <a:pt x="1382971" y="483484"/>
                </a:lnTo>
                <a:close/>
                <a:moveTo>
                  <a:pt x="680546" y="2055778"/>
                </a:moveTo>
                <a:lnTo>
                  <a:pt x="680582" y="2057184"/>
                </a:lnTo>
                <a:lnTo>
                  <a:pt x="681140" y="2057257"/>
                </a:lnTo>
                <a:close/>
                <a:moveTo>
                  <a:pt x="684025" y="2047919"/>
                </a:moveTo>
                <a:lnTo>
                  <a:pt x="684593" y="2048651"/>
                </a:lnTo>
                <a:lnTo>
                  <a:pt x="685312" y="2048435"/>
                </a:lnTo>
                <a:lnTo>
                  <a:pt x="684145" y="2047900"/>
                </a:lnTo>
                <a:close/>
                <a:moveTo>
                  <a:pt x="1381292" y="486138"/>
                </a:moveTo>
                <a:lnTo>
                  <a:pt x="1383016" y="488709"/>
                </a:lnTo>
                <a:lnTo>
                  <a:pt x="1382998" y="486719"/>
                </a:lnTo>
                <a:lnTo>
                  <a:pt x="1381887" y="485197"/>
                </a:lnTo>
                <a:close/>
                <a:moveTo>
                  <a:pt x="1377292" y="494942"/>
                </a:moveTo>
                <a:lnTo>
                  <a:pt x="1376577" y="499581"/>
                </a:lnTo>
                <a:lnTo>
                  <a:pt x="1378327" y="501454"/>
                </a:lnTo>
                <a:close/>
                <a:moveTo>
                  <a:pt x="659582" y="2101561"/>
                </a:moveTo>
                <a:lnTo>
                  <a:pt x="659724" y="2102860"/>
                </a:lnTo>
                <a:lnTo>
                  <a:pt x="663471" y="2102139"/>
                </a:lnTo>
                <a:lnTo>
                  <a:pt x="663715" y="2102022"/>
                </a:lnTo>
                <a:close/>
                <a:moveTo>
                  <a:pt x="1361773" y="528800"/>
                </a:moveTo>
                <a:lnTo>
                  <a:pt x="1361685" y="530507"/>
                </a:lnTo>
                <a:lnTo>
                  <a:pt x="1363082" y="532734"/>
                </a:lnTo>
                <a:lnTo>
                  <a:pt x="1363809" y="532225"/>
                </a:lnTo>
                <a:close/>
                <a:moveTo>
                  <a:pt x="680503" y="2054146"/>
                </a:moveTo>
                <a:lnTo>
                  <a:pt x="680537" y="2055461"/>
                </a:lnTo>
                <a:lnTo>
                  <a:pt x="681266" y="2057273"/>
                </a:lnTo>
                <a:lnTo>
                  <a:pt x="685229" y="2057788"/>
                </a:lnTo>
                <a:lnTo>
                  <a:pt x="681636" y="2054282"/>
                </a:lnTo>
                <a:close/>
                <a:moveTo>
                  <a:pt x="1397366" y="448896"/>
                </a:moveTo>
                <a:lnTo>
                  <a:pt x="1400201" y="457131"/>
                </a:lnTo>
                <a:lnTo>
                  <a:pt x="1403450" y="453470"/>
                </a:lnTo>
                <a:lnTo>
                  <a:pt x="1401399" y="443033"/>
                </a:lnTo>
                <a:close/>
                <a:moveTo>
                  <a:pt x="659510" y="2100900"/>
                </a:moveTo>
                <a:lnTo>
                  <a:pt x="659549" y="2101253"/>
                </a:lnTo>
                <a:lnTo>
                  <a:pt x="664226" y="2101776"/>
                </a:lnTo>
                <a:lnTo>
                  <a:pt x="665196" y="2101310"/>
                </a:lnTo>
                <a:lnTo>
                  <a:pt x="663771" y="2101151"/>
                </a:lnTo>
                <a:lnTo>
                  <a:pt x="663663" y="2101043"/>
                </a:lnTo>
                <a:lnTo>
                  <a:pt x="665358" y="2101231"/>
                </a:lnTo>
                <a:lnTo>
                  <a:pt x="666969" y="2100455"/>
                </a:lnTo>
                <a:close/>
                <a:moveTo>
                  <a:pt x="682330" y="2049719"/>
                </a:moveTo>
                <a:lnTo>
                  <a:pt x="684764" y="2049966"/>
                </a:lnTo>
                <a:lnTo>
                  <a:pt x="684149" y="2049173"/>
                </a:lnTo>
                <a:close/>
                <a:moveTo>
                  <a:pt x="1378950" y="489835"/>
                </a:moveTo>
                <a:lnTo>
                  <a:pt x="1383102" y="498683"/>
                </a:lnTo>
                <a:lnTo>
                  <a:pt x="1383073" y="495338"/>
                </a:lnTo>
                <a:lnTo>
                  <a:pt x="1379473" y="489010"/>
                </a:lnTo>
                <a:close/>
                <a:moveTo>
                  <a:pt x="683383" y="2047090"/>
                </a:moveTo>
                <a:lnTo>
                  <a:pt x="683411" y="2047127"/>
                </a:lnTo>
                <a:lnTo>
                  <a:pt x="683760" y="2047282"/>
                </a:lnTo>
                <a:lnTo>
                  <a:pt x="690318" y="2046283"/>
                </a:lnTo>
                <a:lnTo>
                  <a:pt x="690305" y="2046251"/>
                </a:lnTo>
                <a:close/>
                <a:moveTo>
                  <a:pt x="673407" y="2069281"/>
                </a:moveTo>
                <a:lnTo>
                  <a:pt x="673549" y="2070832"/>
                </a:lnTo>
                <a:lnTo>
                  <a:pt x="679206" y="2073094"/>
                </a:lnTo>
                <a:lnTo>
                  <a:pt x="680576" y="2072004"/>
                </a:lnTo>
                <a:lnTo>
                  <a:pt x="680489" y="2069828"/>
                </a:lnTo>
                <a:lnTo>
                  <a:pt x="677005" y="2068160"/>
                </a:lnTo>
                <a:close/>
                <a:moveTo>
                  <a:pt x="667338" y="2082656"/>
                </a:moveTo>
                <a:lnTo>
                  <a:pt x="670829" y="2082126"/>
                </a:lnTo>
                <a:lnTo>
                  <a:pt x="670536" y="2081769"/>
                </a:lnTo>
                <a:lnTo>
                  <a:pt x="667937" y="2082192"/>
                </a:lnTo>
                <a:close/>
                <a:moveTo>
                  <a:pt x="680478" y="2053151"/>
                </a:moveTo>
                <a:lnTo>
                  <a:pt x="680497" y="2053891"/>
                </a:lnTo>
                <a:lnTo>
                  <a:pt x="681338" y="2053990"/>
                </a:lnTo>
                <a:close/>
                <a:moveTo>
                  <a:pt x="1377798" y="491656"/>
                </a:moveTo>
                <a:lnTo>
                  <a:pt x="1377477" y="493745"/>
                </a:lnTo>
                <a:lnTo>
                  <a:pt x="1378921" y="502086"/>
                </a:lnTo>
                <a:lnTo>
                  <a:pt x="1382883" y="506323"/>
                </a:lnTo>
                <a:lnTo>
                  <a:pt x="1383165" y="505920"/>
                </a:lnTo>
                <a:lnTo>
                  <a:pt x="1383106" y="499104"/>
                </a:lnTo>
                <a:lnTo>
                  <a:pt x="1378793" y="490085"/>
                </a:lnTo>
                <a:close/>
                <a:moveTo>
                  <a:pt x="1367340" y="514980"/>
                </a:moveTo>
                <a:lnTo>
                  <a:pt x="1368123" y="518183"/>
                </a:lnTo>
                <a:lnTo>
                  <a:pt x="1368038" y="516000"/>
                </a:lnTo>
                <a:close/>
                <a:moveTo>
                  <a:pt x="679984" y="2054084"/>
                </a:moveTo>
                <a:lnTo>
                  <a:pt x="680088" y="2054343"/>
                </a:lnTo>
                <a:lnTo>
                  <a:pt x="680082" y="2054096"/>
                </a:lnTo>
                <a:close/>
                <a:moveTo>
                  <a:pt x="1377261" y="492505"/>
                </a:moveTo>
                <a:lnTo>
                  <a:pt x="1377268" y="492547"/>
                </a:lnTo>
                <a:lnTo>
                  <a:pt x="1377279" y="492476"/>
                </a:lnTo>
                <a:close/>
                <a:moveTo>
                  <a:pt x="669164" y="2077804"/>
                </a:moveTo>
                <a:lnTo>
                  <a:pt x="670702" y="2079824"/>
                </a:lnTo>
                <a:lnTo>
                  <a:pt x="672143" y="2078708"/>
                </a:lnTo>
                <a:lnTo>
                  <a:pt x="671551" y="2077507"/>
                </a:lnTo>
                <a:close/>
                <a:moveTo>
                  <a:pt x="651176" y="2117976"/>
                </a:moveTo>
                <a:lnTo>
                  <a:pt x="651902" y="2120022"/>
                </a:lnTo>
                <a:lnTo>
                  <a:pt x="674754" y="2118883"/>
                </a:lnTo>
                <a:lnTo>
                  <a:pt x="674050" y="2116422"/>
                </a:lnTo>
                <a:lnTo>
                  <a:pt x="672125" y="2116576"/>
                </a:lnTo>
                <a:close/>
                <a:moveTo>
                  <a:pt x="673311" y="2068238"/>
                </a:moveTo>
                <a:lnTo>
                  <a:pt x="673351" y="2068670"/>
                </a:lnTo>
                <a:lnTo>
                  <a:pt x="676155" y="2067796"/>
                </a:lnTo>
                <a:close/>
                <a:moveTo>
                  <a:pt x="1394640" y="452859"/>
                </a:moveTo>
                <a:lnTo>
                  <a:pt x="1398060" y="459543"/>
                </a:lnTo>
                <a:lnTo>
                  <a:pt x="1399960" y="457402"/>
                </a:lnTo>
                <a:lnTo>
                  <a:pt x="1397634" y="450339"/>
                </a:lnTo>
                <a:lnTo>
                  <a:pt x="1397214" y="449118"/>
                </a:lnTo>
                <a:close/>
                <a:moveTo>
                  <a:pt x="666731" y="2082387"/>
                </a:moveTo>
                <a:lnTo>
                  <a:pt x="666815" y="2082735"/>
                </a:lnTo>
                <a:lnTo>
                  <a:pt x="666972" y="2082711"/>
                </a:lnTo>
                <a:lnTo>
                  <a:pt x="667565" y="2082252"/>
                </a:lnTo>
                <a:close/>
                <a:moveTo>
                  <a:pt x="1348925" y="554707"/>
                </a:moveTo>
                <a:lnTo>
                  <a:pt x="1348195" y="556901"/>
                </a:lnTo>
                <a:lnTo>
                  <a:pt x="1347703" y="559706"/>
                </a:lnTo>
                <a:lnTo>
                  <a:pt x="1347705" y="559710"/>
                </a:lnTo>
                <a:lnTo>
                  <a:pt x="1349667" y="556647"/>
                </a:lnTo>
                <a:close/>
                <a:moveTo>
                  <a:pt x="1349262" y="553693"/>
                </a:moveTo>
                <a:lnTo>
                  <a:pt x="1349058" y="554307"/>
                </a:lnTo>
                <a:lnTo>
                  <a:pt x="1349846" y="556368"/>
                </a:lnTo>
                <a:lnTo>
                  <a:pt x="1350410" y="555488"/>
                </a:lnTo>
                <a:lnTo>
                  <a:pt x="1349916" y="554425"/>
                </a:lnTo>
                <a:close/>
                <a:moveTo>
                  <a:pt x="1349393" y="553297"/>
                </a:moveTo>
                <a:lnTo>
                  <a:pt x="1349329" y="553492"/>
                </a:lnTo>
                <a:lnTo>
                  <a:pt x="1349649" y="553849"/>
                </a:lnTo>
                <a:close/>
                <a:moveTo>
                  <a:pt x="655289" y="2107462"/>
                </a:moveTo>
                <a:lnTo>
                  <a:pt x="659997" y="2106320"/>
                </a:lnTo>
                <a:lnTo>
                  <a:pt x="659923" y="2105641"/>
                </a:lnTo>
                <a:lnTo>
                  <a:pt x="659049" y="2105798"/>
                </a:lnTo>
                <a:lnTo>
                  <a:pt x="658325" y="2106146"/>
                </a:lnTo>
                <a:close/>
                <a:moveTo>
                  <a:pt x="1374313" y="497162"/>
                </a:moveTo>
                <a:lnTo>
                  <a:pt x="1376239" y="499222"/>
                </a:lnTo>
                <a:lnTo>
                  <a:pt x="1377092" y="493687"/>
                </a:lnTo>
                <a:lnTo>
                  <a:pt x="1376976" y="492955"/>
                </a:lnTo>
                <a:close/>
                <a:moveTo>
                  <a:pt x="659233" y="2098360"/>
                </a:moveTo>
                <a:lnTo>
                  <a:pt x="659412" y="2100006"/>
                </a:lnTo>
                <a:lnTo>
                  <a:pt x="669102" y="2099429"/>
                </a:lnTo>
                <a:lnTo>
                  <a:pt x="669389" y="2099291"/>
                </a:lnTo>
                <a:lnTo>
                  <a:pt x="668674" y="2096347"/>
                </a:lnTo>
                <a:lnTo>
                  <a:pt x="667306" y="2095949"/>
                </a:lnTo>
                <a:close/>
                <a:moveTo>
                  <a:pt x="1392429" y="456074"/>
                </a:moveTo>
                <a:lnTo>
                  <a:pt x="1395571" y="462347"/>
                </a:lnTo>
                <a:lnTo>
                  <a:pt x="1397365" y="460325"/>
                </a:lnTo>
                <a:lnTo>
                  <a:pt x="1396579" y="457734"/>
                </a:lnTo>
                <a:lnTo>
                  <a:pt x="1394320" y="453324"/>
                </a:lnTo>
                <a:close/>
                <a:moveTo>
                  <a:pt x="1332772" y="589604"/>
                </a:moveTo>
                <a:lnTo>
                  <a:pt x="1333228" y="590398"/>
                </a:lnTo>
                <a:lnTo>
                  <a:pt x="1332894" y="589379"/>
                </a:lnTo>
                <a:close/>
                <a:moveTo>
                  <a:pt x="680405" y="2050345"/>
                </a:moveTo>
                <a:lnTo>
                  <a:pt x="680426" y="2051155"/>
                </a:lnTo>
                <a:lnTo>
                  <a:pt x="683587" y="2054241"/>
                </a:lnTo>
                <a:lnTo>
                  <a:pt x="688482" y="2054758"/>
                </a:lnTo>
                <a:lnTo>
                  <a:pt x="685465" y="2050870"/>
                </a:lnTo>
                <a:close/>
                <a:moveTo>
                  <a:pt x="1332463" y="590174"/>
                </a:moveTo>
                <a:lnTo>
                  <a:pt x="1332475" y="590224"/>
                </a:lnTo>
                <a:lnTo>
                  <a:pt x="1333139" y="593086"/>
                </a:lnTo>
                <a:lnTo>
                  <a:pt x="1333399" y="591606"/>
                </a:lnTo>
                <a:lnTo>
                  <a:pt x="1332516" y="590075"/>
                </a:lnTo>
                <a:close/>
                <a:moveTo>
                  <a:pt x="673135" y="2066306"/>
                </a:moveTo>
                <a:lnTo>
                  <a:pt x="673295" y="2068061"/>
                </a:lnTo>
                <a:lnTo>
                  <a:pt x="675887" y="2067624"/>
                </a:lnTo>
                <a:close/>
                <a:moveTo>
                  <a:pt x="1368229" y="509758"/>
                </a:moveTo>
                <a:lnTo>
                  <a:pt x="1368474" y="514435"/>
                </a:lnTo>
                <a:lnTo>
                  <a:pt x="1368500" y="515092"/>
                </a:lnTo>
                <a:lnTo>
                  <a:pt x="1371232" y="517787"/>
                </a:lnTo>
                <a:close/>
                <a:moveTo>
                  <a:pt x="669902" y="2073302"/>
                </a:moveTo>
                <a:lnTo>
                  <a:pt x="671762" y="2077205"/>
                </a:lnTo>
                <a:lnTo>
                  <a:pt x="672791" y="2077077"/>
                </a:lnTo>
                <a:lnTo>
                  <a:pt x="672459" y="2073453"/>
                </a:lnTo>
                <a:close/>
                <a:moveTo>
                  <a:pt x="671382" y="2069912"/>
                </a:moveTo>
                <a:lnTo>
                  <a:pt x="672167" y="2070263"/>
                </a:lnTo>
                <a:lnTo>
                  <a:pt x="672114" y="2069684"/>
                </a:lnTo>
                <a:close/>
                <a:moveTo>
                  <a:pt x="657472" y="2101021"/>
                </a:moveTo>
                <a:lnTo>
                  <a:pt x="659442" y="2101241"/>
                </a:lnTo>
                <a:lnTo>
                  <a:pt x="659405" y="2100906"/>
                </a:lnTo>
                <a:close/>
                <a:moveTo>
                  <a:pt x="679747" y="2050493"/>
                </a:moveTo>
                <a:lnTo>
                  <a:pt x="679995" y="2050735"/>
                </a:lnTo>
                <a:lnTo>
                  <a:pt x="679987" y="2050421"/>
                </a:lnTo>
                <a:close/>
                <a:moveTo>
                  <a:pt x="1352437" y="544144"/>
                </a:moveTo>
                <a:lnTo>
                  <a:pt x="1351445" y="547126"/>
                </a:lnTo>
                <a:lnTo>
                  <a:pt x="1352420" y="549229"/>
                </a:lnTo>
                <a:lnTo>
                  <a:pt x="1352664" y="544469"/>
                </a:lnTo>
                <a:close/>
                <a:moveTo>
                  <a:pt x="679046" y="2051754"/>
                </a:moveTo>
                <a:lnTo>
                  <a:pt x="679876" y="2053816"/>
                </a:lnTo>
                <a:lnTo>
                  <a:pt x="680075" y="2053840"/>
                </a:lnTo>
                <a:lnTo>
                  <a:pt x="680046" y="2052730"/>
                </a:lnTo>
                <a:close/>
                <a:moveTo>
                  <a:pt x="681934" y="2045225"/>
                </a:moveTo>
                <a:lnTo>
                  <a:pt x="683218" y="2046880"/>
                </a:lnTo>
                <a:lnTo>
                  <a:pt x="687624" y="2046345"/>
                </a:lnTo>
                <a:lnTo>
                  <a:pt x="690200" y="2045997"/>
                </a:lnTo>
                <a:lnTo>
                  <a:pt x="689879" y="2045213"/>
                </a:lnTo>
                <a:lnTo>
                  <a:pt x="689439" y="2044096"/>
                </a:lnTo>
                <a:close/>
                <a:moveTo>
                  <a:pt x="680357" y="2048462"/>
                </a:moveTo>
                <a:lnTo>
                  <a:pt x="680384" y="2049521"/>
                </a:lnTo>
                <a:lnTo>
                  <a:pt x="681359" y="2049620"/>
                </a:lnTo>
                <a:lnTo>
                  <a:pt x="683903" y="2048857"/>
                </a:lnTo>
                <a:lnTo>
                  <a:pt x="683265" y="2048034"/>
                </a:lnTo>
                <a:lnTo>
                  <a:pt x="681459" y="2048309"/>
                </a:lnTo>
                <a:close/>
                <a:moveTo>
                  <a:pt x="680331" y="2047461"/>
                </a:moveTo>
                <a:lnTo>
                  <a:pt x="680340" y="2047803"/>
                </a:lnTo>
                <a:lnTo>
                  <a:pt x="682794" y="2047429"/>
                </a:lnTo>
                <a:lnTo>
                  <a:pt x="682616" y="2047200"/>
                </a:lnTo>
                <a:lnTo>
                  <a:pt x="682588" y="2047187"/>
                </a:lnTo>
                <a:close/>
                <a:moveTo>
                  <a:pt x="1361370" y="522415"/>
                </a:moveTo>
                <a:lnTo>
                  <a:pt x="1361787" y="527702"/>
                </a:lnTo>
                <a:lnTo>
                  <a:pt x="1364334" y="531856"/>
                </a:lnTo>
                <a:lnTo>
                  <a:pt x="1364847" y="531496"/>
                </a:lnTo>
                <a:lnTo>
                  <a:pt x="1363263" y="527087"/>
                </a:lnTo>
                <a:close/>
                <a:moveTo>
                  <a:pt x="1368085" y="507002"/>
                </a:moveTo>
                <a:lnTo>
                  <a:pt x="1368113" y="507534"/>
                </a:lnTo>
                <a:lnTo>
                  <a:pt x="1372365" y="518907"/>
                </a:lnTo>
                <a:lnTo>
                  <a:pt x="1372786" y="519322"/>
                </a:lnTo>
                <a:lnTo>
                  <a:pt x="1374471" y="510696"/>
                </a:lnTo>
                <a:lnTo>
                  <a:pt x="1375573" y="503543"/>
                </a:lnTo>
                <a:lnTo>
                  <a:pt x="1372572" y="499913"/>
                </a:lnTo>
                <a:close/>
                <a:moveTo>
                  <a:pt x="1385169" y="468585"/>
                </a:moveTo>
                <a:lnTo>
                  <a:pt x="1386225" y="472877"/>
                </a:lnTo>
                <a:lnTo>
                  <a:pt x="1395291" y="462663"/>
                </a:lnTo>
                <a:lnTo>
                  <a:pt x="1392174" y="456442"/>
                </a:lnTo>
                <a:lnTo>
                  <a:pt x="1389472" y="460372"/>
                </a:lnTo>
                <a:close/>
                <a:moveTo>
                  <a:pt x="649979" y="2114602"/>
                </a:moveTo>
                <a:lnTo>
                  <a:pt x="651135" y="2117857"/>
                </a:lnTo>
                <a:lnTo>
                  <a:pt x="661135" y="2117189"/>
                </a:lnTo>
                <a:lnTo>
                  <a:pt x="673974" y="2116159"/>
                </a:lnTo>
                <a:lnTo>
                  <a:pt x="672625" y="2111445"/>
                </a:lnTo>
                <a:lnTo>
                  <a:pt x="666464" y="2112366"/>
                </a:lnTo>
                <a:close/>
                <a:moveTo>
                  <a:pt x="1383611" y="471559"/>
                </a:moveTo>
                <a:lnTo>
                  <a:pt x="1383683" y="471620"/>
                </a:lnTo>
                <a:lnTo>
                  <a:pt x="1384365" y="474975"/>
                </a:lnTo>
                <a:lnTo>
                  <a:pt x="1384554" y="474761"/>
                </a:lnTo>
                <a:lnTo>
                  <a:pt x="1383914" y="470983"/>
                </a:lnTo>
                <a:close/>
                <a:moveTo>
                  <a:pt x="1383263" y="472223"/>
                </a:moveTo>
                <a:lnTo>
                  <a:pt x="1383298" y="476177"/>
                </a:lnTo>
                <a:lnTo>
                  <a:pt x="1384186" y="475176"/>
                </a:lnTo>
                <a:lnTo>
                  <a:pt x="1383495" y="471781"/>
                </a:lnTo>
                <a:close/>
                <a:moveTo>
                  <a:pt x="680297" y="2046137"/>
                </a:moveTo>
                <a:lnTo>
                  <a:pt x="680325" y="2047230"/>
                </a:lnTo>
                <a:lnTo>
                  <a:pt x="682189" y="2047004"/>
                </a:lnTo>
                <a:close/>
                <a:moveTo>
                  <a:pt x="672819" y="2062854"/>
                </a:moveTo>
                <a:lnTo>
                  <a:pt x="673096" y="2065886"/>
                </a:lnTo>
                <a:lnTo>
                  <a:pt x="676508" y="2067520"/>
                </a:lnTo>
                <a:lnTo>
                  <a:pt x="677678" y="2067321"/>
                </a:lnTo>
                <a:lnTo>
                  <a:pt x="680401" y="2066473"/>
                </a:lnTo>
                <a:lnTo>
                  <a:pt x="680341" y="2064150"/>
                </a:lnTo>
                <a:close/>
                <a:moveTo>
                  <a:pt x="1366139" y="510074"/>
                </a:moveTo>
                <a:lnTo>
                  <a:pt x="1366963" y="513441"/>
                </a:lnTo>
                <a:lnTo>
                  <a:pt x="1367273" y="513882"/>
                </a:lnTo>
                <a:lnTo>
                  <a:pt x="1367983" y="514581"/>
                </a:lnTo>
                <a:lnTo>
                  <a:pt x="1367964" y="514087"/>
                </a:lnTo>
                <a:lnTo>
                  <a:pt x="1367142" y="509296"/>
                </a:lnTo>
                <a:lnTo>
                  <a:pt x="1367285" y="509426"/>
                </a:lnTo>
                <a:lnTo>
                  <a:pt x="1367928" y="513171"/>
                </a:lnTo>
                <a:lnTo>
                  <a:pt x="1367743" y="508461"/>
                </a:lnTo>
                <a:lnTo>
                  <a:pt x="1367527" y="507883"/>
                </a:lnTo>
                <a:close/>
                <a:moveTo>
                  <a:pt x="661981" y="2086801"/>
                </a:moveTo>
                <a:lnTo>
                  <a:pt x="666214" y="2087222"/>
                </a:lnTo>
                <a:lnTo>
                  <a:pt x="666212" y="2087216"/>
                </a:lnTo>
                <a:lnTo>
                  <a:pt x="663162" y="2085887"/>
                </a:lnTo>
                <a:close/>
                <a:moveTo>
                  <a:pt x="665721" y="2078231"/>
                </a:moveTo>
                <a:lnTo>
                  <a:pt x="666411" y="2081069"/>
                </a:lnTo>
                <a:lnTo>
                  <a:pt x="669605" y="2080549"/>
                </a:lnTo>
                <a:lnTo>
                  <a:pt x="667658" y="2077991"/>
                </a:lnTo>
                <a:close/>
                <a:moveTo>
                  <a:pt x="680280" y="2045473"/>
                </a:moveTo>
                <a:lnTo>
                  <a:pt x="680287" y="2045746"/>
                </a:lnTo>
                <a:lnTo>
                  <a:pt x="682116" y="2046554"/>
                </a:lnTo>
                <a:lnTo>
                  <a:pt x="681172" y="2045339"/>
                </a:lnTo>
                <a:close/>
                <a:moveTo>
                  <a:pt x="1365407" y="511231"/>
                </a:moveTo>
                <a:lnTo>
                  <a:pt x="1366378" y="512610"/>
                </a:lnTo>
                <a:lnTo>
                  <a:pt x="1365864" y="510510"/>
                </a:lnTo>
                <a:close/>
                <a:moveTo>
                  <a:pt x="1379764" y="478905"/>
                </a:moveTo>
                <a:lnTo>
                  <a:pt x="1379530" y="480422"/>
                </a:lnTo>
                <a:lnTo>
                  <a:pt x="1382911" y="476612"/>
                </a:lnTo>
                <a:lnTo>
                  <a:pt x="1382879" y="472959"/>
                </a:lnTo>
                <a:close/>
                <a:moveTo>
                  <a:pt x="658718" y="2093456"/>
                </a:moveTo>
                <a:lnTo>
                  <a:pt x="658863" y="2094975"/>
                </a:lnTo>
                <a:lnTo>
                  <a:pt x="659199" y="2098056"/>
                </a:lnTo>
                <a:lnTo>
                  <a:pt x="666583" y="2095740"/>
                </a:lnTo>
                <a:close/>
                <a:moveTo>
                  <a:pt x="1365093" y="511728"/>
                </a:moveTo>
                <a:lnTo>
                  <a:pt x="1365162" y="511796"/>
                </a:lnTo>
                <a:lnTo>
                  <a:pt x="1365103" y="511711"/>
                </a:lnTo>
                <a:close/>
                <a:moveTo>
                  <a:pt x="649651" y="2113679"/>
                </a:moveTo>
                <a:lnTo>
                  <a:pt x="649883" y="2114334"/>
                </a:lnTo>
                <a:lnTo>
                  <a:pt x="672484" y="2110952"/>
                </a:lnTo>
                <a:lnTo>
                  <a:pt x="672303" y="2110319"/>
                </a:lnTo>
                <a:lnTo>
                  <a:pt x="665833" y="2111020"/>
                </a:lnTo>
                <a:lnTo>
                  <a:pt x="651614" y="2113931"/>
                </a:lnTo>
                <a:lnTo>
                  <a:pt x="651357" y="2113771"/>
                </a:lnTo>
                <a:lnTo>
                  <a:pt x="663631" y="2111259"/>
                </a:lnTo>
                <a:lnTo>
                  <a:pt x="657419" y="2111931"/>
                </a:lnTo>
                <a:close/>
                <a:moveTo>
                  <a:pt x="1378990" y="480383"/>
                </a:moveTo>
                <a:lnTo>
                  <a:pt x="1379117" y="480557"/>
                </a:lnTo>
                <a:lnTo>
                  <a:pt x="1379208" y="479966"/>
                </a:lnTo>
                <a:close/>
                <a:moveTo>
                  <a:pt x="668687" y="2070752"/>
                </a:moveTo>
                <a:lnTo>
                  <a:pt x="669739" y="2072957"/>
                </a:lnTo>
                <a:lnTo>
                  <a:pt x="672425" y="2073079"/>
                </a:lnTo>
                <a:lnTo>
                  <a:pt x="672219" y="2070830"/>
                </a:lnTo>
                <a:lnTo>
                  <a:pt x="670666" y="2070135"/>
                </a:lnTo>
                <a:close/>
                <a:moveTo>
                  <a:pt x="1378307" y="481685"/>
                </a:moveTo>
                <a:lnTo>
                  <a:pt x="1378351" y="481750"/>
                </a:lnTo>
                <a:lnTo>
                  <a:pt x="1378912" y="481119"/>
                </a:lnTo>
                <a:lnTo>
                  <a:pt x="1378733" y="480872"/>
                </a:lnTo>
                <a:close/>
                <a:moveTo>
                  <a:pt x="658677" y="2093030"/>
                </a:moveTo>
                <a:lnTo>
                  <a:pt x="658697" y="2093234"/>
                </a:lnTo>
                <a:lnTo>
                  <a:pt x="666859" y="2095605"/>
                </a:lnTo>
                <a:lnTo>
                  <a:pt x="666942" y="2095627"/>
                </a:lnTo>
                <a:lnTo>
                  <a:pt x="668388" y="2095174"/>
                </a:lnTo>
                <a:lnTo>
                  <a:pt x="667693" y="2092311"/>
                </a:lnTo>
                <a:lnTo>
                  <a:pt x="659067" y="2093004"/>
                </a:lnTo>
                <a:close/>
                <a:moveTo>
                  <a:pt x="660675" y="2088556"/>
                </a:moveTo>
                <a:lnTo>
                  <a:pt x="666903" y="2089163"/>
                </a:lnTo>
                <a:lnTo>
                  <a:pt x="666759" y="2088756"/>
                </a:lnTo>
                <a:close/>
                <a:moveTo>
                  <a:pt x="679826" y="2045542"/>
                </a:moveTo>
                <a:lnTo>
                  <a:pt x="679861" y="2045558"/>
                </a:lnTo>
                <a:lnTo>
                  <a:pt x="679861" y="2045537"/>
                </a:lnTo>
                <a:close/>
                <a:moveTo>
                  <a:pt x="680245" y="2044144"/>
                </a:moveTo>
                <a:lnTo>
                  <a:pt x="680274" y="2045239"/>
                </a:lnTo>
                <a:lnTo>
                  <a:pt x="681002" y="2045119"/>
                </a:lnTo>
                <a:close/>
                <a:moveTo>
                  <a:pt x="669098" y="2068891"/>
                </a:moveTo>
                <a:lnTo>
                  <a:pt x="670554" y="2069542"/>
                </a:lnTo>
                <a:lnTo>
                  <a:pt x="672059" y="2069073"/>
                </a:lnTo>
                <a:lnTo>
                  <a:pt x="672000" y="2068441"/>
                </a:lnTo>
                <a:close/>
                <a:moveTo>
                  <a:pt x="678002" y="2048789"/>
                </a:moveTo>
                <a:lnTo>
                  <a:pt x="678562" y="2049336"/>
                </a:lnTo>
                <a:lnTo>
                  <a:pt x="679963" y="2049478"/>
                </a:lnTo>
                <a:lnTo>
                  <a:pt x="679938" y="2048520"/>
                </a:lnTo>
                <a:close/>
                <a:moveTo>
                  <a:pt x="579396" y="2269492"/>
                </a:moveTo>
                <a:lnTo>
                  <a:pt x="593366" y="2265508"/>
                </a:lnTo>
                <a:lnTo>
                  <a:pt x="639153" y="2251350"/>
                </a:lnTo>
                <a:lnTo>
                  <a:pt x="604835" y="2262373"/>
                </a:lnTo>
                <a:lnTo>
                  <a:pt x="579591" y="2269572"/>
                </a:lnTo>
                <a:close/>
                <a:moveTo>
                  <a:pt x="660453" y="2087984"/>
                </a:moveTo>
                <a:lnTo>
                  <a:pt x="666525" y="2088101"/>
                </a:lnTo>
                <a:lnTo>
                  <a:pt x="666377" y="2087680"/>
                </a:lnTo>
                <a:lnTo>
                  <a:pt x="661476" y="2087192"/>
                </a:lnTo>
                <a:close/>
                <a:moveTo>
                  <a:pt x="1333055" y="581862"/>
                </a:moveTo>
                <a:lnTo>
                  <a:pt x="1333449" y="582708"/>
                </a:lnTo>
                <a:lnTo>
                  <a:pt x="1333972" y="583513"/>
                </a:lnTo>
                <a:lnTo>
                  <a:pt x="1333979" y="583207"/>
                </a:lnTo>
                <a:close/>
                <a:moveTo>
                  <a:pt x="658119" y="2093067"/>
                </a:moveTo>
                <a:lnTo>
                  <a:pt x="658563" y="2093195"/>
                </a:lnTo>
                <a:lnTo>
                  <a:pt x="658546" y="2093038"/>
                </a:lnTo>
                <a:close/>
                <a:moveTo>
                  <a:pt x="1361896" y="516778"/>
                </a:moveTo>
                <a:lnTo>
                  <a:pt x="1367215" y="529256"/>
                </a:lnTo>
                <a:lnTo>
                  <a:pt x="1368478" y="527284"/>
                </a:lnTo>
                <a:lnTo>
                  <a:pt x="1368195" y="520042"/>
                </a:lnTo>
                <a:lnTo>
                  <a:pt x="1366806" y="514361"/>
                </a:lnTo>
                <a:lnTo>
                  <a:pt x="1364725" y="512308"/>
                </a:lnTo>
                <a:close/>
                <a:moveTo>
                  <a:pt x="1361137" y="517977"/>
                </a:moveTo>
                <a:lnTo>
                  <a:pt x="1361044" y="518255"/>
                </a:lnTo>
                <a:lnTo>
                  <a:pt x="1361262" y="521041"/>
                </a:lnTo>
                <a:lnTo>
                  <a:pt x="1365353" y="531141"/>
                </a:lnTo>
                <a:lnTo>
                  <a:pt x="1366542" y="530307"/>
                </a:lnTo>
                <a:lnTo>
                  <a:pt x="1366543" y="530304"/>
                </a:lnTo>
                <a:lnTo>
                  <a:pt x="1361228" y="517833"/>
                </a:lnTo>
                <a:close/>
                <a:moveTo>
                  <a:pt x="680202" y="2042450"/>
                </a:moveTo>
                <a:lnTo>
                  <a:pt x="680216" y="2043011"/>
                </a:lnTo>
                <a:lnTo>
                  <a:pt x="681756" y="2044995"/>
                </a:lnTo>
                <a:lnTo>
                  <a:pt x="689305" y="2043754"/>
                </a:lnTo>
                <a:lnTo>
                  <a:pt x="688879" y="2042674"/>
                </a:lnTo>
                <a:close/>
                <a:moveTo>
                  <a:pt x="664126" y="2078429"/>
                </a:moveTo>
                <a:lnTo>
                  <a:pt x="665016" y="2081296"/>
                </a:lnTo>
                <a:lnTo>
                  <a:pt x="665018" y="2081296"/>
                </a:lnTo>
                <a:lnTo>
                  <a:pt x="664316" y="2078406"/>
                </a:lnTo>
                <a:close/>
                <a:moveTo>
                  <a:pt x="677458" y="2047809"/>
                </a:moveTo>
                <a:lnTo>
                  <a:pt x="677623" y="2048216"/>
                </a:lnTo>
                <a:lnTo>
                  <a:pt x="679921" y="2047867"/>
                </a:lnTo>
                <a:lnTo>
                  <a:pt x="679911" y="2047512"/>
                </a:lnTo>
                <a:close/>
                <a:moveTo>
                  <a:pt x="1331009" y="584277"/>
                </a:moveTo>
                <a:lnTo>
                  <a:pt x="1331815" y="587549"/>
                </a:lnTo>
                <a:lnTo>
                  <a:pt x="1332112" y="587002"/>
                </a:lnTo>
                <a:lnTo>
                  <a:pt x="1331895" y="586344"/>
                </a:lnTo>
                <a:lnTo>
                  <a:pt x="1331039" y="584317"/>
                </a:lnTo>
                <a:close/>
                <a:moveTo>
                  <a:pt x="667890" y="2069078"/>
                </a:moveTo>
                <a:lnTo>
                  <a:pt x="668427" y="2070205"/>
                </a:lnTo>
                <a:lnTo>
                  <a:pt x="669838" y="2069765"/>
                </a:lnTo>
                <a:lnTo>
                  <a:pt x="668194" y="2069031"/>
                </a:lnTo>
                <a:close/>
                <a:moveTo>
                  <a:pt x="679773" y="2042439"/>
                </a:moveTo>
                <a:lnTo>
                  <a:pt x="679781" y="2042450"/>
                </a:lnTo>
                <a:lnTo>
                  <a:pt x="679781" y="2042439"/>
                </a:lnTo>
                <a:close/>
                <a:moveTo>
                  <a:pt x="1330647" y="584811"/>
                </a:moveTo>
                <a:lnTo>
                  <a:pt x="1330636" y="584843"/>
                </a:lnTo>
                <a:lnTo>
                  <a:pt x="1330837" y="585627"/>
                </a:lnTo>
                <a:close/>
                <a:moveTo>
                  <a:pt x="1331041" y="583750"/>
                </a:moveTo>
                <a:lnTo>
                  <a:pt x="1331009" y="583835"/>
                </a:lnTo>
                <a:lnTo>
                  <a:pt x="1331116" y="583977"/>
                </a:lnTo>
                <a:close/>
                <a:moveTo>
                  <a:pt x="667779" y="2068845"/>
                </a:moveTo>
                <a:lnTo>
                  <a:pt x="667817" y="2068926"/>
                </a:lnTo>
                <a:lnTo>
                  <a:pt x="667923" y="2068909"/>
                </a:lnTo>
                <a:close/>
                <a:moveTo>
                  <a:pt x="677049" y="2047858"/>
                </a:moveTo>
                <a:lnTo>
                  <a:pt x="677444" y="2048243"/>
                </a:lnTo>
                <a:lnTo>
                  <a:pt x="677511" y="2048234"/>
                </a:lnTo>
                <a:lnTo>
                  <a:pt x="677346" y="2047822"/>
                </a:lnTo>
                <a:close/>
                <a:moveTo>
                  <a:pt x="658350" y="2089612"/>
                </a:moveTo>
                <a:lnTo>
                  <a:pt x="658588" y="2092107"/>
                </a:lnTo>
                <a:lnTo>
                  <a:pt x="667515" y="2091575"/>
                </a:lnTo>
                <a:lnTo>
                  <a:pt x="667051" y="2089667"/>
                </a:lnTo>
                <a:lnTo>
                  <a:pt x="659260" y="2088907"/>
                </a:lnTo>
                <a:close/>
                <a:moveTo>
                  <a:pt x="1334426" y="575681"/>
                </a:moveTo>
                <a:lnTo>
                  <a:pt x="1334381" y="577716"/>
                </a:lnTo>
                <a:lnTo>
                  <a:pt x="1335540" y="579405"/>
                </a:lnTo>
                <a:lnTo>
                  <a:pt x="1335877" y="577482"/>
                </a:lnTo>
                <a:close/>
                <a:moveTo>
                  <a:pt x="665543" y="2073044"/>
                </a:moveTo>
                <a:lnTo>
                  <a:pt x="668972" y="2077551"/>
                </a:lnTo>
                <a:lnTo>
                  <a:pt x="671422" y="2077247"/>
                </a:lnTo>
                <a:lnTo>
                  <a:pt x="669465" y="2073276"/>
                </a:lnTo>
                <a:close/>
                <a:moveTo>
                  <a:pt x="628737" y="2155172"/>
                </a:moveTo>
                <a:lnTo>
                  <a:pt x="628624" y="2159469"/>
                </a:lnTo>
                <a:lnTo>
                  <a:pt x="659315" y="2164583"/>
                </a:lnTo>
                <a:lnTo>
                  <a:pt x="673369" y="2157670"/>
                </a:lnTo>
                <a:lnTo>
                  <a:pt x="681587" y="2153206"/>
                </a:lnTo>
                <a:lnTo>
                  <a:pt x="667672" y="2153685"/>
                </a:lnTo>
                <a:lnTo>
                  <a:pt x="667429" y="2153508"/>
                </a:lnTo>
                <a:lnTo>
                  <a:pt x="681772" y="2153014"/>
                </a:lnTo>
                <a:lnTo>
                  <a:pt x="681562" y="2151427"/>
                </a:lnTo>
                <a:lnTo>
                  <a:pt x="667946" y="2151922"/>
                </a:lnTo>
                <a:lnTo>
                  <a:pt x="667830" y="2151837"/>
                </a:lnTo>
                <a:lnTo>
                  <a:pt x="677794" y="2151475"/>
                </a:lnTo>
                <a:lnTo>
                  <a:pt x="681539" y="2151256"/>
                </a:lnTo>
                <a:lnTo>
                  <a:pt x="680279" y="2141746"/>
                </a:lnTo>
                <a:lnTo>
                  <a:pt x="661308" y="2146010"/>
                </a:lnTo>
                <a:lnTo>
                  <a:pt x="661917" y="2147655"/>
                </a:lnTo>
                <a:lnTo>
                  <a:pt x="661737" y="2147544"/>
                </a:lnTo>
                <a:lnTo>
                  <a:pt x="661180" y="2146039"/>
                </a:lnTo>
                <a:lnTo>
                  <a:pt x="656456" y="2147101"/>
                </a:lnTo>
                <a:lnTo>
                  <a:pt x="638335" y="2150918"/>
                </a:lnTo>
                <a:close/>
                <a:moveTo>
                  <a:pt x="658273" y="2088810"/>
                </a:moveTo>
                <a:lnTo>
                  <a:pt x="658330" y="2089401"/>
                </a:lnTo>
                <a:lnTo>
                  <a:pt x="659001" y="2088881"/>
                </a:lnTo>
                <a:close/>
                <a:moveTo>
                  <a:pt x="675960" y="2049071"/>
                </a:moveTo>
                <a:lnTo>
                  <a:pt x="676339" y="2049110"/>
                </a:lnTo>
                <a:lnTo>
                  <a:pt x="676257" y="2049031"/>
                </a:lnTo>
                <a:close/>
                <a:moveTo>
                  <a:pt x="664726" y="2074137"/>
                </a:moveTo>
                <a:lnTo>
                  <a:pt x="665656" y="2077962"/>
                </a:lnTo>
                <a:lnTo>
                  <a:pt x="667465" y="2077738"/>
                </a:lnTo>
                <a:close/>
                <a:moveTo>
                  <a:pt x="648490" y="2110407"/>
                </a:moveTo>
                <a:lnTo>
                  <a:pt x="649169" y="2112320"/>
                </a:lnTo>
                <a:lnTo>
                  <a:pt x="651737" y="2112042"/>
                </a:lnTo>
                <a:lnTo>
                  <a:pt x="671299" y="2106812"/>
                </a:lnTo>
                <a:lnTo>
                  <a:pt x="670751" y="2104899"/>
                </a:lnTo>
                <a:lnTo>
                  <a:pt x="670690" y="2104647"/>
                </a:lnTo>
                <a:lnTo>
                  <a:pt x="668593" y="2104651"/>
                </a:lnTo>
                <a:lnTo>
                  <a:pt x="653109" y="2108406"/>
                </a:lnTo>
                <a:close/>
                <a:moveTo>
                  <a:pt x="1333796" y="574898"/>
                </a:moveTo>
                <a:lnTo>
                  <a:pt x="1333643" y="575677"/>
                </a:lnTo>
                <a:lnTo>
                  <a:pt x="1334113" y="577129"/>
                </a:lnTo>
                <a:lnTo>
                  <a:pt x="1334153" y="575341"/>
                </a:lnTo>
                <a:close/>
                <a:moveTo>
                  <a:pt x="676759" y="2046004"/>
                </a:moveTo>
                <a:lnTo>
                  <a:pt x="677371" y="2047589"/>
                </a:lnTo>
                <a:lnTo>
                  <a:pt x="679906" y="2047281"/>
                </a:lnTo>
                <a:lnTo>
                  <a:pt x="679871" y="2045941"/>
                </a:lnTo>
                <a:lnTo>
                  <a:pt x="679204" y="2045635"/>
                </a:lnTo>
                <a:close/>
                <a:moveTo>
                  <a:pt x="652301" y="2100430"/>
                </a:moveTo>
                <a:lnTo>
                  <a:pt x="659308" y="2100013"/>
                </a:lnTo>
                <a:lnTo>
                  <a:pt x="659131" y="2098390"/>
                </a:lnTo>
                <a:close/>
                <a:moveTo>
                  <a:pt x="628797" y="2152928"/>
                </a:moveTo>
                <a:lnTo>
                  <a:pt x="628744" y="2154926"/>
                </a:lnTo>
                <a:lnTo>
                  <a:pt x="635950" y="2151732"/>
                </a:lnTo>
                <a:lnTo>
                  <a:pt x="637199" y="2151158"/>
                </a:lnTo>
                <a:close/>
                <a:moveTo>
                  <a:pt x="672151" y="2055548"/>
                </a:moveTo>
                <a:lnTo>
                  <a:pt x="672200" y="2056093"/>
                </a:lnTo>
                <a:lnTo>
                  <a:pt x="673307" y="2056237"/>
                </a:lnTo>
                <a:close/>
                <a:moveTo>
                  <a:pt x="1337766" y="565065"/>
                </a:moveTo>
                <a:lnTo>
                  <a:pt x="1337670" y="565282"/>
                </a:lnTo>
                <a:lnTo>
                  <a:pt x="1338254" y="565905"/>
                </a:lnTo>
                <a:close/>
                <a:moveTo>
                  <a:pt x="1340228" y="559507"/>
                </a:moveTo>
                <a:lnTo>
                  <a:pt x="1338043" y="564438"/>
                </a:lnTo>
                <a:lnTo>
                  <a:pt x="1338545" y="565308"/>
                </a:lnTo>
                <a:lnTo>
                  <a:pt x="1340237" y="560222"/>
                </a:lnTo>
                <a:close/>
                <a:moveTo>
                  <a:pt x="1341219" y="557269"/>
                </a:moveTo>
                <a:lnTo>
                  <a:pt x="1340777" y="558264"/>
                </a:lnTo>
                <a:lnTo>
                  <a:pt x="1340780" y="558588"/>
                </a:lnTo>
                <a:close/>
                <a:moveTo>
                  <a:pt x="658086" y="2086854"/>
                </a:moveTo>
                <a:lnTo>
                  <a:pt x="658190" y="2087940"/>
                </a:lnTo>
                <a:lnTo>
                  <a:pt x="660168" y="2087979"/>
                </a:lnTo>
                <a:lnTo>
                  <a:pt x="661217" y="2087166"/>
                </a:lnTo>
                <a:close/>
                <a:moveTo>
                  <a:pt x="664708" y="2071947"/>
                </a:moveTo>
                <a:lnTo>
                  <a:pt x="665324" y="2072757"/>
                </a:lnTo>
                <a:lnTo>
                  <a:pt x="669298" y="2072937"/>
                </a:lnTo>
                <a:lnTo>
                  <a:pt x="668982" y="2072297"/>
                </a:lnTo>
                <a:lnTo>
                  <a:pt x="668303" y="2070872"/>
                </a:lnTo>
                <a:lnTo>
                  <a:pt x="667679" y="2071066"/>
                </a:lnTo>
                <a:close/>
                <a:moveTo>
                  <a:pt x="628846" y="2151031"/>
                </a:moveTo>
                <a:lnTo>
                  <a:pt x="628804" y="2152621"/>
                </a:lnTo>
                <a:lnTo>
                  <a:pt x="629721" y="2152427"/>
                </a:lnTo>
                <a:lnTo>
                  <a:pt x="638946" y="2150354"/>
                </a:lnTo>
                <a:lnTo>
                  <a:pt x="659311" y="2140990"/>
                </a:lnTo>
                <a:lnTo>
                  <a:pt x="659156" y="2140571"/>
                </a:lnTo>
                <a:lnTo>
                  <a:pt x="658936" y="2140624"/>
                </a:lnTo>
                <a:lnTo>
                  <a:pt x="658677" y="2140506"/>
                </a:lnTo>
                <a:lnTo>
                  <a:pt x="659094" y="2140404"/>
                </a:lnTo>
                <a:lnTo>
                  <a:pt x="658231" y="2138072"/>
                </a:lnTo>
                <a:close/>
                <a:moveTo>
                  <a:pt x="657972" y="2085661"/>
                </a:moveTo>
                <a:lnTo>
                  <a:pt x="658044" y="2086409"/>
                </a:lnTo>
                <a:lnTo>
                  <a:pt x="661723" y="2086775"/>
                </a:lnTo>
                <a:lnTo>
                  <a:pt x="662975" y="2085806"/>
                </a:lnTo>
                <a:lnTo>
                  <a:pt x="661684" y="2085243"/>
                </a:lnTo>
                <a:close/>
                <a:moveTo>
                  <a:pt x="682225" y="2031235"/>
                </a:moveTo>
                <a:lnTo>
                  <a:pt x="682840" y="2031423"/>
                </a:lnTo>
                <a:lnTo>
                  <a:pt x="683909" y="2031451"/>
                </a:lnTo>
                <a:lnTo>
                  <a:pt x="683703" y="2031009"/>
                </a:lnTo>
                <a:lnTo>
                  <a:pt x="682925" y="2030839"/>
                </a:lnTo>
                <a:close/>
                <a:moveTo>
                  <a:pt x="675363" y="2046213"/>
                </a:moveTo>
                <a:lnTo>
                  <a:pt x="676839" y="2047653"/>
                </a:lnTo>
                <a:lnTo>
                  <a:pt x="677257" y="2047603"/>
                </a:lnTo>
                <a:lnTo>
                  <a:pt x="676622" y="2046023"/>
                </a:lnTo>
                <a:close/>
                <a:moveTo>
                  <a:pt x="676059" y="2044194"/>
                </a:moveTo>
                <a:lnTo>
                  <a:pt x="676690" y="2045829"/>
                </a:lnTo>
                <a:lnTo>
                  <a:pt x="678849" y="2045473"/>
                </a:lnTo>
                <a:close/>
                <a:moveTo>
                  <a:pt x="647589" y="2107868"/>
                </a:moveTo>
                <a:lnTo>
                  <a:pt x="648067" y="2109214"/>
                </a:lnTo>
                <a:lnTo>
                  <a:pt x="649499" y="2108866"/>
                </a:lnTo>
                <a:lnTo>
                  <a:pt x="653965" y="2106716"/>
                </a:lnTo>
                <a:close/>
                <a:moveTo>
                  <a:pt x="671929" y="2053121"/>
                </a:moveTo>
                <a:lnTo>
                  <a:pt x="672124" y="2055254"/>
                </a:lnTo>
                <a:lnTo>
                  <a:pt x="673904" y="2056315"/>
                </a:lnTo>
                <a:lnTo>
                  <a:pt x="680159" y="2057130"/>
                </a:lnTo>
                <a:lnTo>
                  <a:pt x="680096" y="2054659"/>
                </a:lnTo>
                <a:lnTo>
                  <a:pt x="679859" y="2054069"/>
                </a:lnTo>
                <a:close/>
                <a:moveTo>
                  <a:pt x="627892" y="2151452"/>
                </a:moveTo>
                <a:lnTo>
                  <a:pt x="627644" y="2152865"/>
                </a:lnTo>
                <a:lnTo>
                  <a:pt x="628623" y="2152659"/>
                </a:lnTo>
                <a:lnTo>
                  <a:pt x="628664" y="2151111"/>
                </a:lnTo>
                <a:close/>
                <a:moveTo>
                  <a:pt x="671903" y="2052844"/>
                </a:moveTo>
                <a:lnTo>
                  <a:pt x="671905" y="2052864"/>
                </a:lnTo>
                <a:lnTo>
                  <a:pt x="679751" y="2053801"/>
                </a:lnTo>
                <a:lnTo>
                  <a:pt x="678850" y="2051562"/>
                </a:lnTo>
                <a:lnTo>
                  <a:pt x="678223" y="2050949"/>
                </a:lnTo>
                <a:close/>
                <a:moveTo>
                  <a:pt x="1382379" y="461938"/>
                </a:moveTo>
                <a:lnTo>
                  <a:pt x="1381410" y="468227"/>
                </a:lnTo>
                <a:lnTo>
                  <a:pt x="1382821" y="466177"/>
                </a:lnTo>
                <a:lnTo>
                  <a:pt x="1382806" y="464451"/>
                </a:lnTo>
                <a:close/>
                <a:moveTo>
                  <a:pt x="1374285" y="479893"/>
                </a:moveTo>
                <a:lnTo>
                  <a:pt x="1374458" y="480261"/>
                </a:lnTo>
                <a:lnTo>
                  <a:pt x="1374475" y="480227"/>
                </a:lnTo>
                <a:close/>
                <a:moveTo>
                  <a:pt x="657798" y="2083839"/>
                </a:moveTo>
                <a:lnTo>
                  <a:pt x="657822" y="2084099"/>
                </a:lnTo>
                <a:lnTo>
                  <a:pt x="658741" y="2083960"/>
                </a:lnTo>
                <a:lnTo>
                  <a:pt x="658280" y="2083760"/>
                </a:lnTo>
                <a:close/>
                <a:moveTo>
                  <a:pt x="662395" y="2072857"/>
                </a:moveTo>
                <a:lnTo>
                  <a:pt x="664043" y="2078162"/>
                </a:lnTo>
                <a:lnTo>
                  <a:pt x="664251" y="2078137"/>
                </a:lnTo>
                <a:lnTo>
                  <a:pt x="663285" y="2074162"/>
                </a:lnTo>
                <a:lnTo>
                  <a:pt x="662878" y="2072886"/>
                </a:lnTo>
                <a:close/>
                <a:moveTo>
                  <a:pt x="662421" y="2072625"/>
                </a:moveTo>
                <a:lnTo>
                  <a:pt x="662800" y="2072643"/>
                </a:lnTo>
                <a:lnTo>
                  <a:pt x="662762" y="2072525"/>
                </a:lnTo>
                <a:close/>
                <a:moveTo>
                  <a:pt x="663657" y="2069734"/>
                </a:moveTo>
                <a:lnTo>
                  <a:pt x="663954" y="2070955"/>
                </a:lnTo>
                <a:lnTo>
                  <a:pt x="664349" y="2071476"/>
                </a:lnTo>
                <a:lnTo>
                  <a:pt x="668042" y="2070325"/>
                </a:lnTo>
                <a:lnTo>
                  <a:pt x="667479" y="2069141"/>
                </a:lnTo>
                <a:close/>
                <a:moveTo>
                  <a:pt x="1367383" y="493635"/>
                </a:moveTo>
                <a:lnTo>
                  <a:pt x="1367389" y="493755"/>
                </a:lnTo>
                <a:lnTo>
                  <a:pt x="1367426" y="493685"/>
                </a:lnTo>
                <a:close/>
                <a:moveTo>
                  <a:pt x="675335" y="2042325"/>
                </a:moveTo>
                <a:lnTo>
                  <a:pt x="675910" y="2043811"/>
                </a:lnTo>
                <a:lnTo>
                  <a:pt x="679447" y="2045375"/>
                </a:lnTo>
                <a:lnTo>
                  <a:pt x="679855" y="2045308"/>
                </a:lnTo>
                <a:lnTo>
                  <a:pt x="679810" y="2043583"/>
                </a:lnTo>
                <a:lnTo>
                  <a:pt x="678905" y="2042417"/>
                </a:lnTo>
                <a:close/>
                <a:moveTo>
                  <a:pt x="628790" y="2146326"/>
                </a:moveTo>
                <a:lnTo>
                  <a:pt x="627934" y="2151215"/>
                </a:lnTo>
                <a:lnTo>
                  <a:pt x="628670" y="2150890"/>
                </a:lnTo>
                <a:close/>
                <a:moveTo>
                  <a:pt x="671613" y="2049674"/>
                </a:moveTo>
                <a:lnTo>
                  <a:pt x="671869" y="2052465"/>
                </a:lnTo>
                <a:lnTo>
                  <a:pt x="677918" y="2050652"/>
                </a:lnTo>
                <a:lnTo>
                  <a:pt x="677272" y="2050021"/>
                </a:lnTo>
                <a:lnTo>
                  <a:pt x="672601" y="2049538"/>
                </a:lnTo>
                <a:close/>
                <a:moveTo>
                  <a:pt x="669360" y="2053607"/>
                </a:moveTo>
                <a:lnTo>
                  <a:pt x="670718" y="2054416"/>
                </a:lnTo>
                <a:lnTo>
                  <a:pt x="670609" y="2053232"/>
                </a:lnTo>
                <a:close/>
                <a:moveTo>
                  <a:pt x="629354" y="2143105"/>
                </a:moveTo>
                <a:lnTo>
                  <a:pt x="629003" y="2145109"/>
                </a:lnTo>
                <a:lnTo>
                  <a:pt x="629000" y="2145197"/>
                </a:lnTo>
                <a:lnTo>
                  <a:pt x="628852" y="2150810"/>
                </a:lnTo>
                <a:lnTo>
                  <a:pt x="643844" y="2144199"/>
                </a:lnTo>
                <a:lnTo>
                  <a:pt x="658087" y="2137682"/>
                </a:lnTo>
                <a:lnTo>
                  <a:pt x="657988" y="2137416"/>
                </a:lnTo>
                <a:close/>
                <a:moveTo>
                  <a:pt x="657860" y="2079207"/>
                </a:moveTo>
                <a:lnTo>
                  <a:pt x="663294" y="2081575"/>
                </a:lnTo>
                <a:lnTo>
                  <a:pt x="664161" y="2081434"/>
                </a:lnTo>
                <a:lnTo>
                  <a:pt x="663148" y="2078583"/>
                </a:lnTo>
                <a:lnTo>
                  <a:pt x="663139" y="2078552"/>
                </a:lnTo>
                <a:close/>
                <a:moveTo>
                  <a:pt x="671509" y="2048531"/>
                </a:moveTo>
                <a:lnTo>
                  <a:pt x="671517" y="2048620"/>
                </a:lnTo>
                <a:lnTo>
                  <a:pt x="673591" y="2048831"/>
                </a:lnTo>
                <a:lnTo>
                  <a:pt x="675720" y="2048506"/>
                </a:lnTo>
                <a:lnTo>
                  <a:pt x="675276" y="2048074"/>
                </a:lnTo>
                <a:close/>
                <a:moveTo>
                  <a:pt x="646392" y="2104495"/>
                </a:moveTo>
                <a:lnTo>
                  <a:pt x="646700" y="2105363"/>
                </a:lnTo>
                <a:lnTo>
                  <a:pt x="650929" y="2104550"/>
                </a:lnTo>
                <a:close/>
                <a:moveTo>
                  <a:pt x="641427" y="2115530"/>
                </a:moveTo>
                <a:lnTo>
                  <a:pt x="646405" y="2114855"/>
                </a:lnTo>
                <a:lnTo>
                  <a:pt x="649591" y="2114378"/>
                </a:lnTo>
                <a:lnTo>
                  <a:pt x="649366" y="2113744"/>
                </a:lnTo>
                <a:close/>
                <a:moveTo>
                  <a:pt x="629082" y="2143159"/>
                </a:moveTo>
                <a:lnTo>
                  <a:pt x="629055" y="2143836"/>
                </a:lnTo>
                <a:lnTo>
                  <a:pt x="629177" y="2143141"/>
                </a:lnTo>
                <a:close/>
                <a:moveTo>
                  <a:pt x="607433" y="2191625"/>
                </a:moveTo>
                <a:lnTo>
                  <a:pt x="633409" y="2192345"/>
                </a:lnTo>
                <a:lnTo>
                  <a:pt x="654078" y="2183920"/>
                </a:lnTo>
                <a:close/>
                <a:moveTo>
                  <a:pt x="1374158" y="474603"/>
                </a:moveTo>
                <a:lnTo>
                  <a:pt x="1374367" y="475806"/>
                </a:lnTo>
                <a:lnTo>
                  <a:pt x="1375728" y="477836"/>
                </a:lnTo>
                <a:lnTo>
                  <a:pt x="1376057" y="477207"/>
                </a:lnTo>
                <a:close/>
                <a:moveTo>
                  <a:pt x="654477" y="2086055"/>
                </a:moveTo>
                <a:lnTo>
                  <a:pt x="657819" y="2086387"/>
                </a:lnTo>
                <a:lnTo>
                  <a:pt x="657743" y="2085687"/>
                </a:lnTo>
                <a:close/>
                <a:moveTo>
                  <a:pt x="642375" y="2113056"/>
                </a:moveTo>
                <a:lnTo>
                  <a:pt x="648872" y="2112352"/>
                </a:lnTo>
                <a:lnTo>
                  <a:pt x="648223" y="2110523"/>
                </a:lnTo>
                <a:close/>
                <a:moveTo>
                  <a:pt x="661528" y="2070064"/>
                </a:moveTo>
                <a:lnTo>
                  <a:pt x="662176" y="2072152"/>
                </a:lnTo>
                <a:lnTo>
                  <a:pt x="662601" y="2072020"/>
                </a:lnTo>
                <a:lnTo>
                  <a:pt x="662229" y="2070854"/>
                </a:lnTo>
                <a:lnTo>
                  <a:pt x="661618" y="2070050"/>
                </a:lnTo>
                <a:close/>
                <a:moveTo>
                  <a:pt x="662913" y="2066670"/>
                </a:moveTo>
                <a:lnTo>
                  <a:pt x="663619" y="2069576"/>
                </a:lnTo>
                <a:lnTo>
                  <a:pt x="667406" y="2068990"/>
                </a:lnTo>
                <a:lnTo>
                  <a:pt x="667218" y="2068594"/>
                </a:lnTo>
                <a:close/>
                <a:moveTo>
                  <a:pt x="661458" y="2069841"/>
                </a:moveTo>
                <a:lnTo>
                  <a:pt x="661479" y="2069908"/>
                </a:lnTo>
                <a:lnTo>
                  <a:pt x="661507" y="2069904"/>
                </a:lnTo>
                <a:close/>
                <a:moveTo>
                  <a:pt x="664629" y="2062234"/>
                </a:moveTo>
                <a:lnTo>
                  <a:pt x="667449" y="2068154"/>
                </a:lnTo>
                <a:lnTo>
                  <a:pt x="668826" y="2068769"/>
                </a:lnTo>
                <a:lnTo>
                  <a:pt x="671986" y="2068279"/>
                </a:lnTo>
                <a:lnTo>
                  <a:pt x="671744" y="2065641"/>
                </a:lnTo>
                <a:close/>
                <a:moveTo>
                  <a:pt x="621662" y="2158308"/>
                </a:moveTo>
                <a:lnTo>
                  <a:pt x="628445" y="2159439"/>
                </a:lnTo>
                <a:lnTo>
                  <a:pt x="628555" y="2155253"/>
                </a:lnTo>
                <a:close/>
                <a:moveTo>
                  <a:pt x="671352" y="2046816"/>
                </a:moveTo>
                <a:lnTo>
                  <a:pt x="671488" y="2048303"/>
                </a:lnTo>
                <a:lnTo>
                  <a:pt x="675066" y="2047868"/>
                </a:lnTo>
                <a:lnTo>
                  <a:pt x="673637" y="2046473"/>
                </a:lnTo>
                <a:close/>
                <a:moveTo>
                  <a:pt x="606783" y="2191171"/>
                </a:moveTo>
                <a:lnTo>
                  <a:pt x="656396" y="2182974"/>
                </a:lnTo>
                <a:lnTo>
                  <a:pt x="684238" y="2171626"/>
                </a:lnTo>
                <a:lnTo>
                  <a:pt x="684038" y="2170116"/>
                </a:lnTo>
                <a:lnTo>
                  <a:pt x="679323" y="2169330"/>
                </a:lnTo>
                <a:lnTo>
                  <a:pt x="657460" y="2168430"/>
                </a:lnTo>
                <a:lnTo>
                  <a:pt x="657300" y="2168292"/>
                </a:lnTo>
                <a:lnTo>
                  <a:pt x="671906" y="2168893"/>
                </a:lnTo>
                <a:lnTo>
                  <a:pt x="677661" y="2169052"/>
                </a:lnTo>
                <a:lnTo>
                  <a:pt x="658309" y="2165827"/>
                </a:lnTo>
                <a:close/>
                <a:moveTo>
                  <a:pt x="1359937" y="504158"/>
                </a:moveTo>
                <a:lnTo>
                  <a:pt x="1360089" y="506094"/>
                </a:lnTo>
                <a:lnTo>
                  <a:pt x="1360653" y="505205"/>
                </a:lnTo>
                <a:close/>
                <a:moveTo>
                  <a:pt x="664218" y="2061373"/>
                </a:moveTo>
                <a:lnTo>
                  <a:pt x="664380" y="2061713"/>
                </a:lnTo>
                <a:lnTo>
                  <a:pt x="671706" y="2065220"/>
                </a:lnTo>
                <a:lnTo>
                  <a:pt x="671468" y="2062622"/>
                </a:lnTo>
                <a:close/>
                <a:moveTo>
                  <a:pt x="645654" y="2102415"/>
                </a:moveTo>
                <a:lnTo>
                  <a:pt x="646268" y="2104146"/>
                </a:lnTo>
                <a:lnTo>
                  <a:pt x="653085" y="2104136"/>
                </a:lnTo>
                <a:lnTo>
                  <a:pt x="659621" y="2102879"/>
                </a:lnTo>
                <a:lnTo>
                  <a:pt x="659476" y="2101549"/>
                </a:lnTo>
                <a:lnTo>
                  <a:pt x="655702" y="2101127"/>
                </a:lnTo>
                <a:lnTo>
                  <a:pt x="648537" y="2101554"/>
                </a:lnTo>
                <a:close/>
                <a:moveTo>
                  <a:pt x="672374" y="2042248"/>
                </a:moveTo>
                <a:lnTo>
                  <a:pt x="675694" y="2043716"/>
                </a:lnTo>
                <a:lnTo>
                  <a:pt x="675132" y="2042319"/>
                </a:lnTo>
                <a:close/>
                <a:moveTo>
                  <a:pt x="667698" y="2052616"/>
                </a:moveTo>
                <a:lnTo>
                  <a:pt x="668926" y="2053348"/>
                </a:lnTo>
                <a:lnTo>
                  <a:pt x="670321" y="2052929"/>
                </a:lnTo>
                <a:close/>
                <a:moveTo>
                  <a:pt x="630847" y="2134626"/>
                </a:moveTo>
                <a:lnTo>
                  <a:pt x="630747" y="2135155"/>
                </a:lnTo>
                <a:lnTo>
                  <a:pt x="629487" y="2142344"/>
                </a:lnTo>
                <a:lnTo>
                  <a:pt x="657735" y="2136730"/>
                </a:lnTo>
                <a:lnTo>
                  <a:pt x="657121" y="2135071"/>
                </a:lnTo>
                <a:lnTo>
                  <a:pt x="638209" y="2134822"/>
                </a:lnTo>
                <a:close/>
                <a:moveTo>
                  <a:pt x="645414" y="2101739"/>
                </a:moveTo>
                <a:lnTo>
                  <a:pt x="645553" y="2102132"/>
                </a:lnTo>
                <a:lnTo>
                  <a:pt x="647230" y="2101631"/>
                </a:lnTo>
                <a:close/>
                <a:moveTo>
                  <a:pt x="671094" y="2043991"/>
                </a:moveTo>
                <a:lnTo>
                  <a:pt x="671336" y="2046638"/>
                </a:lnTo>
                <a:lnTo>
                  <a:pt x="673475" y="2046316"/>
                </a:lnTo>
                <a:close/>
                <a:moveTo>
                  <a:pt x="663364" y="2061226"/>
                </a:moveTo>
                <a:lnTo>
                  <a:pt x="663809" y="2061439"/>
                </a:lnTo>
                <a:lnTo>
                  <a:pt x="663738" y="2061290"/>
                </a:lnTo>
                <a:close/>
                <a:moveTo>
                  <a:pt x="671272" y="2042220"/>
                </a:moveTo>
                <a:lnTo>
                  <a:pt x="675202" y="2046056"/>
                </a:lnTo>
                <a:lnTo>
                  <a:pt x="676462" y="2045867"/>
                </a:lnTo>
                <a:lnTo>
                  <a:pt x="676553" y="2045851"/>
                </a:lnTo>
                <a:lnTo>
                  <a:pt x="675847" y="2044098"/>
                </a:lnTo>
                <a:lnTo>
                  <a:pt x="671777" y="2042233"/>
                </a:lnTo>
                <a:close/>
                <a:moveTo>
                  <a:pt x="656882" y="2074268"/>
                </a:moveTo>
                <a:lnTo>
                  <a:pt x="657332" y="2078977"/>
                </a:lnTo>
                <a:lnTo>
                  <a:pt x="657366" y="2078992"/>
                </a:lnTo>
                <a:lnTo>
                  <a:pt x="663056" y="2078285"/>
                </a:lnTo>
                <a:lnTo>
                  <a:pt x="661393" y="2072930"/>
                </a:lnTo>
                <a:close/>
                <a:moveTo>
                  <a:pt x="666485" y="2052171"/>
                </a:moveTo>
                <a:lnTo>
                  <a:pt x="666509" y="2052219"/>
                </a:lnTo>
                <a:lnTo>
                  <a:pt x="666579" y="2052227"/>
                </a:lnTo>
                <a:close/>
                <a:moveTo>
                  <a:pt x="629426" y="2134589"/>
                </a:moveTo>
                <a:lnTo>
                  <a:pt x="629112" y="2142419"/>
                </a:lnTo>
                <a:lnTo>
                  <a:pt x="629310" y="2142379"/>
                </a:lnTo>
                <a:lnTo>
                  <a:pt x="630669" y="2134621"/>
                </a:lnTo>
                <a:close/>
                <a:moveTo>
                  <a:pt x="1385137" y="442391"/>
                </a:moveTo>
                <a:lnTo>
                  <a:pt x="1382952" y="457950"/>
                </a:lnTo>
                <a:lnTo>
                  <a:pt x="1382991" y="459729"/>
                </a:lnTo>
                <a:lnTo>
                  <a:pt x="1384115" y="464294"/>
                </a:lnTo>
                <a:lnTo>
                  <a:pt x="1391055" y="454204"/>
                </a:lnTo>
                <a:close/>
                <a:moveTo>
                  <a:pt x="632012" y="2128477"/>
                </a:moveTo>
                <a:lnTo>
                  <a:pt x="630928" y="2134197"/>
                </a:lnTo>
                <a:lnTo>
                  <a:pt x="656924" y="2134539"/>
                </a:lnTo>
                <a:lnTo>
                  <a:pt x="656264" y="2132759"/>
                </a:lnTo>
                <a:close/>
                <a:moveTo>
                  <a:pt x="660080" y="2065403"/>
                </a:moveTo>
                <a:lnTo>
                  <a:pt x="660321" y="2066181"/>
                </a:lnTo>
                <a:lnTo>
                  <a:pt x="661036" y="2067120"/>
                </a:lnTo>
                <a:lnTo>
                  <a:pt x="660556" y="2065616"/>
                </a:lnTo>
                <a:close/>
                <a:moveTo>
                  <a:pt x="656715" y="2072522"/>
                </a:moveTo>
                <a:lnTo>
                  <a:pt x="656838" y="2073816"/>
                </a:lnTo>
                <a:lnTo>
                  <a:pt x="660309" y="2072734"/>
                </a:lnTo>
                <a:close/>
                <a:moveTo>
                  <a:pt x="664434" y="2055083"/>
                </a:moveTo>
                <a:lnTo>
                  <a:pt x="670855" y="2055918"/>
                </a:lnTo>
                <a:lnTo>
                  <a:pt x="670745" y="2054710"/>
                </a:lnTo>
                <a:lnTo>
                  <a:pt x="669049" y="2053699"/>
                </a:lnTo>
                <a:close/>
                <a:moveTo>
                  <a:pt x="1361971" y="493028"/>
                </a:moveTo>
                <a:lnTo>
                  <a:pt x="1363751" y="500309"/>
                </a:lnTo>
                <a:lnTo>
                  <a:pt x="1364344" y="499373"/>
                </a:lnTo>
                <a:close/>
                <a:moveTo>
                  <a:pt x="661513" y="2060907"/>
                </a:moveTo>
                <a:lnTo>
                  <a:pt x="662764" y="2066059"/>
                </a:lnTo>
                <a:lnTo>
                  <a:pt x="666889" y="2067903"/>
                </a:lnTo>
                <a:lnTo>
                  <a:pt x="664057" y="2061960"/>
                </a:lnTo>
                <a:lnTo>
                  <a:pt x="662051" y="2061000"/>
                </a:lnTo>
                <a:close/>
                <a:moveTo>
                  <a:pt x="665660" y="2050499"/>
                </a:moveTo>
                <a:lnTo>
                  <a:pt x="666291" y="2051777"/>
                </a:lnTo>
                <a:lnTo>
                  <a:pt x="667163" y="2052297"/>
                </a:lnTo>
                <a:lnTo>
                  <a:pt x="670561" y="2052702"/>
                </a:lnTo>
                <a:lnTo>
                  <a:pt x="670300" y="2049856"/>
                </a:lnTo>
                <a:close/>
                <a:moveTo>
                  <a:pt x="656553" y="2070836"/>
                </a:moveTo>
                <a:lnTo>
                  <a:pt x="656693" y="2072297"/>
                </a:lnTo>
                <a:lnTo>
                  <a:pt x="660910" y="2072547"/>
                </a:lnTo>
                <a:lnTo>
                  <a:pt x="661242" y="2072443"/>
                </a:lnTo>
                <a:lnTo>
                  <a:pt x="660550" y="2070216"/>
                </a:lnTo>
                <a:close/>
                <a:moveTo>
                  <a:pt x="1385909" y="436889"/>
                </a:moveTo>
                <a:lnTo>
                  <a:pt x="1385232" y="441708"/>
                </a:lnTo>
                <a:lnTo>
                  <a:pt x="1391309" y="453837"/>
                </a:lnTo>
                <a:lnTo>
                  <a:pt x="1393186" y="451108"/>
                </a:lnTo>
                <a:close/>
                <a:moveTo>
                  <a:pt x="633351" y="2121406"/>
                </a:moveTo>
                <a:lnTo>
                  <a:pt x="632145" y="2127775"/>
                </a:lnTo>
                <a:lnTo>
                  <a:pt x="655977" y="2131983"/>
                </a:lnTo>
                <a:lnTo>
                  <a:pt x="652625" y="2122927"/>
                </a:lnTo>
                <a:lnTo>
                  <a:pt x="651760" y="2120489"/>
                </a:lnTo>
                <a:close/>
                <a:moveTo>
                  <a:pt x="665075" y="2049311"/>
                </a:moveTo>
                <a:lnTo>
                  <a:pt x="665449" y="2050070"/>
                </a:lnTo>
                <a:lnTo>
                  <a:pt x="670253" y="2049338"/>
                </a:lnTo>
                <a:lnTo>
                  <a:pt x="670249" y="2049293"/>
                </a:lnTo>
                <a:lnTo>
                  <a:pt x="667537" y="2049012"/>
                </a:lnTo>
                <a:close/>
                <a:moveTo>
                  <a:pt x="664431" y="2050669"/>
                </a:moveTo>
                <a:lnTo>
                  <a:pt x="666072" y="2051646"/>
                </a:lnTo>
                <a:lnTo>
                  <a:pt x="665515" y="2050519"/>
                </a:lnTo>
                <a:close/>
                <a:moveTo>
                  <a:pt x="1349759" y="515943"/>
                </a:moveTo>
                <a:lnTo>
                  <a:pt x="1351308" y="519967"/>
                </a:lnTo>
                <a:lnTo>
                  <a:pt x="1351798" y="519193"/>
                </a:lnTo>
                <a:close/>
                <a:moveTo>
                  <a:pt x="629689" y="2128067"/>
                </a:moveTo>
                <a:lnTo>
                  <a:pt x="629443" y="2134178"/>
                </a:lnTo>
                <a:lnTo>
                  <a:pt x="630744" y="2134195"/>
                </a:lnTo>
                <a:lnTo>
                  <a:pt x="631753" y="2128431"/>
                </a:lnTo>
                <a:close/>
                <a:moveTo>
                  <a:pt x="634822" y="2116327"/>
                </a:moveTo>
                <a:lnTo>
                  <a:pt x="640427" y="2115066"/>
                </a:lnTo>
                <a:lnTo>
                  <a:pt x="648565" y="2112890"/>
                </a:lnTo>
                <a:lnTo>
                  <a:pt x="640821" y="2113728"/>
                </a:lnTo>
                <a:close/>
                <a:moveTo>
                  <a:pt x="664787" y="2048727"/>
                </a:moveTo>
                <a:lnTo>
                  <a:pt x="664967" y="2049094"/>
                </a:lnTo>
                <a:lnTo>
                  <a:pt x="666515" y="2048906"/>
                </a:lnTo>
                <a:close/>
                <a:moveTo>
                  <a:pt x="634155" y="2117166"/>
                </a:moveTo>
                <a:lnTo>
                  <a:pt x="633440" y="2120942"/>
                </a:lnTo>
                <a:lnTo>
                  <a:pt x="651600" y="2120036"/>
                </a:lnTo>
                <a:lnTo>
                  <a:pt x="650875" y="2117996"/>
                </a:lnTo>
                <a:lnTo>
                  <a:pt x="647877" y="2118196"/>
                </a:lnTo>
                <a:lnTo>
                  <a:pt x="647715" y="2118085"/>
                </a:lnTo>
                <a:lnTo>
                  <a:pt x="650833" y="2117877"/>
                </a:lnTo>
                <a:lnTo>
                  <a:pt x="649685" y="2114641"/>
                </a:lnTo>
                <a:lnTo>
                  <a:pt x="638846" y="2116111"/>
                </a:lnTo>
                <a:close/>
                <a:moveTo>
                  <a:pt x="639823" y="2104155"/>
                </a:moveTo>
                <a:lnTo>
                  <a:pt x="645960" y="2104146"/>
                </a:lnTo>
                <a:lnTo>
                  <a:pt x="645375" y="2102497"/>
                </a:lnTo>
                <a:close/>
                <a:moveTo>
                  <a:pt x="1342555" y="530342"/>
                </a:moveTo>
                <a:lnTo>
                  <a:pt x="1342538" y="530424"/>
                </a:lnTo>
                <a:lnTo>
                  <a:pt x="1343556" y="532212"/>
                </a:lnTo>
                <a:lnTo>
                  <a:pt x="1343792" y="531840"/>
                </a:lnTo>
                <a:close/>
                <a:moveTo>
                  <a:pt x="1313623" y="595059"/>
                </a:moveTo>
                <a:lnTo>
                  <a:pt x="1313848" y="597595"/>
                </a:lnTo>
                <a:lnTo>
                  <a:pt x="1313893" y="597436"/>
                </a:lnTo>
                <a:lnTo>
                  <a:pt x="1313969" y="595715"/>
                </a:lnTo>
                <a:close/>
                <a:moveTo>
                  <a:pt x="1330367" y="557488"/>
                </a:moveTo>
                <a:lnTo>
                  <a:pt x="1330578" y="557712"/>
                </a:lnTo>
                <a:lnTo>
                  <a:pt x="1330686" y="557466"/>
                </a:lnTo>
                <a:lnTo>
                  <a:pt x="1330635" y="557284"/>
                </a:lnTo>
                <a:close/>
                <a:moveTo>
                  <a:pt x="1319807" y="581114"/>
                </a:moveTo>
                <a:lnTo>
                  <a:pt x="1319802" y="581223"/>
                </a:lnTo>
                <a:lnTo>
                  <a:pt x="1320037" y="581511"/>
                </a:lnTo>
                <a:lnTo>
                  <a:pt x="1320054" y="581473"/>
                </a:lnTo>
                <a:close/>
                <a:moveTo>
                  <a:pt x="634680" y="2114393"/>
                </a:moveTo>
                <a:lnTo>
                  <a:pt x="634387" y="2115945"/>
                </a:lnTo>
                <a:lnTo>
                  <a:pt x="638456" y="2114183"/>
                </a:lnTo>
                <a:lnTo>
                  <a:pt x="638987" y="2113927"/>
                </a:lnTo>
                <a:close/>
                <a:moveTo>
                  <a:pt x="664363" y="2047867"/>
                </a:moveTo>
                <a:lnTo>
                  <a:pt x="664376" y="2047894"/>
                </a:lnTo>
                <a:lnTo>
                  <a:pt x="670080" y="2048474"/>
                </a:lnTo>
                <a:lnTo>
                  <a:pt x="670173" y="2048462"/>
                </a:lnTo>
                <a:lnTo>
                  <a:pt x="670040" y="2047014"/>
                </a:lnTo>
                <a:close/>
                <a:moveTo>
                  <a:pt x="1322821" y="573316"/>
                </a:moveTo>
                <a:lnTo>
                  <a:pt x="1323083" y="573824"/>
                </a:lnTo>
                <a:lnTo>
                  <a:pt x="1323036" y="573617"/>
                </a:lnTo>
                <a:lnTo>
                  <a:pt x="1323000" y="573556"/>
                </a:lnTo>
                <a:close/>
                <a:moveTo>
                  <a:pt x="647495" y="2085360"/>
                </a:moveTo>
                <a:lnTo>
                  <a:pt x="648718" y="2085482"/>
                </a:lnTo>
                <a:lnTo>
                  <a:pt x="657592" y="2084134"/>
                </a:lnTo>
                <a:lnTo>
                  <a:pt x="657567" y="2083875"/>
                </a:lnTo>
                <a:lnTo>
                  <a:pt x="649095" y="2085252"/>
                </a:lnTo>
                <a:close/>
                <a:moveTo>
                  <a:pt x="658516" y="2060366"/>
                </a:moveTo>
                <a:lnTo>
                  <a:pt x="659883" y="2064771"/>
                </a:lnTo>
                <a:lnTo>
                  <a:pt x="660353" y="2064981"/>
                </a:lnTo>
                <a:lnTo>
                  <a:pt x="658906" y="2060450"/>
                </a:lnTo>
                <a:close/>
                <a:moveTo>
                  <a:pt x="634982" y="2112802"/>
                </a:moveTo>
                <a:lnTo>
                  <a:pt x="634778" y="2113878"/>
                </a:lnTo>
                <a:lnTo>
                  <a:pt x="640340" y="2113276"/>
                </a:lnTo>
                <a:lnTo>
                  <a:pt x="647761" y="2109703"/>
                </a:lnTo>
                <a:close/>
                <a:moveTo>
                  <a:pt x="1320829" y="576838"/>
                </a:moveTo>
                <a:lnTo>
                  <a:pt x="1321322" y="578610"/>
                </a:lnTo>
                <a:lnTo>
                  <a:pt x="1321516" y="578172"/>
                </a:lnTo>
                <a:close/>
                <a:moveTo>
                  <a:pt x="642701" y="2094096"/>
                </a:moveTo>
                <a:lnTo>
                  <a:pt x="645102" y="2100858"/>
                </a:lnTo>
                <a:lnTo>
                  <a:pt x="650455" y="2100540"/>
                </a:lnTo>
                <a:lnTo>
                  <a:pt x="647549" y="2100215"/>
                </a:lnTo>
                <a:lnTo>
                  <a:pt x="647202" y="2099873"/>
                </a:lnTo>
                <a:lnTo>
                  <a:pt x="651507" y="2100355"/>
                </a:lnTo>
                <a:lnTo>
                  <a:pt x="659096" y="2098088"/>
                </a:lnTo>
                <a:lnTo>
                  <a:pt x="659098" y="2098088"/>
                </a:lnTo>
                <a:lnTo>
                  <a:pt x="658587" y="2093418"/>
                </a:lnTo>
                <a:lnTo>
                  <a:pt x="657516" y="2093107"/>
                </a:lnTo>
                <a:close/>
                <a:moveTo>
                  <a:pt x="650719" y="2076095"/>
                </a:moveTo>
                <a:lnTo>
                  <a:pt x="657089" y="2078870"/>
                </a:lnTo>
                <a:lnTo>
                  <a:pt x="656655" y="2074335"/>
                </a:lnTo>
                <a:close/>
                <a:moveTo>
                  <a:pt x="1343636" y="524483"/>
                </a:moveTo>
                <a:lnTo>
                  <a:pt x="1343581" y="525124"/>
                </a:lnTo>
                <a:lnTo>
                  <a:pt x="1343412" y="525986"/>
                </a:lnTo>
                <a:lnTo>
                  <a:pt x="1344362" y="527135"/>
                </a:lnTo>
                <a:close/>
                <a:moveTo>
                  <a:pt x="635503" y="2110050"/>
                </a:moveTo>
                <a:lnTo>
                  <a:pt x="635064" y="2112368"/>
                </a:lnTo>
                <a:lnTo>
                  <a:pt x="647783" y="2109283"/>
                </a:lnTo>
                <a:lnTo>
                  <a:pt x="647299" y="2107920"/>
                </a:lnTo>
                <a:close/>
                <a:moveTo>
                  <a:pt x="1382491" y="437112"/>
                </a:moveTo>
                <a:lnTo>
                  <a:pt x="1382909" y="455959"/>
                </a:lnTo>
                <a:lnTo>
                  <a:pt x="1384559" y="445247"/>
                </a:lnTo>
                <a:lnTo>
                  <a:pt x="1384999" y="442116"/>
                </a:lnTo>
                <a:close/>
                <a:moveTo>
                  <a:pt x="645450" y="2087071"/>
                </a:moveTo>
                <a:lnTo>
                  <a:pt x="653431" y="2087849"/>
                </a:lnTo>
                <a:lnTo>
                  <a:pt x="657988" y="2087937"/>
                </a:lnTo>
                <a:lnTo>
                  <a:pt x="657868" y="2086833"/>
                </a:lnTo>
                <a:lnTo>
                  <a:pt x="652395" y="2086288"/>
                </a:lnTo>
                <a:close/>
                <a:moveTo>
                  <a:pt x="629949" y="2121576"/>
                </a:moveTo>
                <a:lnTo>
                  <a:pt x="629717" y="2127346"/>
                </a:lnTo>
                <a:lnTo>
                  <a:pt x="631877" y="2127727"/>
                </a:lnTo>
                <a:lnTo>
                  <a:pt x="632981" y="2121425"/>
                </a:lnTo>
                <a:close/>
                <a:moveTo>
                  <a:pt x="655852" y="2063513"/>
                </a:moveTo>
                <a:lnTo>
                  <a:pt x="656538" y="2070674"/>
                </a:lnTo>
                <a:lnTo>
                  <a:pt x="660502" y="2070060"/>
                </a:lnTo>
                <a:lnTo>
                  <a:pt x="659727" y="2067565"/>
                </a:lnTo>
                <a:lnTo>
                  <a:pt x="657051" y="2064049"/>
                </a:lnTo>
                <a:close/>
                <a:moveTo>
                  <a:pt x="642475" y="2093458"/>
                </a:moveTo>
                <a:lnTo>
                  <a:pt x="642563" y="2093708"/>
                </a:lnTo>
                <a:lnTo>
                  <a:pt x="654908" y="2092717"/>
                </a:lnTo>
                <a:close/>
                <a:moveTo>
                  <a:pt x="1330552" y="552594"/>
                </a:moveTo>
                <a:lnTo>
                  <a:pt x="1331339" y="555008"/>
                </a:lnTo>
                <a:lnTo>
                  <a:pt x="1331773" y="554704"/>
                </a:lnTo>
                <a:close/>
                <a:moveTo>
                  <a:pt x="1360117" y="485446"/>
                </a:moveTo>
                <a:lnTo>
                  <a:pt x="1360748" y="488029"/>
                </a:lnTo>
                <a:lnTo>
                  <a:pt x="1362480" y="492478"/>
                </a:lnTo>
                <a:lnTo>
                  <a:pt x="1364794" y="498662"/>
                </a:lnTo>
                <a:lnTo>
                  <a:pt x="1364938" y="498433"/>
                </a:lnTo>
                <a:lnTo>
                  <a:pt x="1367186" y="494142"/>
                </a:lnTo>
                <a:lnTo>
                  <a:pt x="1367144" y="493345"/>
                </a:lnTo>
                <a:lnTo>
                  <a:pt x="1364390" y="490014"/>
                </a:lnTo>
                <a:close/>
                <a:moveTo>
                  <a:pt x="655739" y="2062324"/>
                </a:moveTo>
                <a:lnTo>
                  <a:pt x="655798" y="2062945"/>
                </a:lnTo>
                <a:lnTo>
                  <a:pt x="656424" y="2063225"/>
                </a:lnTo>
                <a:close/>
                <a:moveTo>
                  <a:pt x="1353067" y="500801"/>
                </a:moveTo>
                <a:lnTo>
                  <a:pt x="1353217" y="501171"/>
                </a:lnTo>
                <a:lnTo>
                  <a:pt x="1353198" y="500930"/>
                </a:lnTo>
                <a:close/>
                <a:moveTo>
                  <a:pt x="636428" y="2105169"/>
                </a:moveTo>
                <a:lnTo>
                  <a:pt x="636002" y="2107420"/>
                </a:lnTo>
                <a:lnTo>
                  <a:pt x="646412" y="2105419"/>
                </a:lnTo>
                <a:lnTo>
                  <a:pt x="646082" y="2104491"/>
                </a:lnTo>
                <a:lnTo>
                  <a:pt x="638992" y="2104403"/>
                </a:lnTo>
                <a:close/>
                <a:moveTo>
                  <a:pt x="636579" y="2104374"/>
                </a:moveTo>
                <a:lnTo>
                  <a:pt x="636491" y="2104838"/>
                </a:lnTo>
                <a:lnTo>
                  <a:pt x="637987" y="2104391"/>
                </a:lnTo>
                <a:close/>
                <a:moveTo>
                  <a:pt x="630077" y="2118382"/>
                </a:moveTo>
                <a:lnTo>
                  <a:pt x="629968" y="2121115"/>
                </a:lnTo>
                <a:lnTo>
                  <a:pt x="633062" y="2120961"/>
                </a:lnTo>
                <a:lnTo>
                  <a:pt x="633165" y="2120370"/>
                </a:lnTo>
                <a:lnTo>
                  <a:pt x="633756" y="2117256"/>
                </a:lnTo>
                <a:lnTo>
                  <a:pt x="631511" y="2117761"/>
                </a:lnTo>
                <a:close/>
                <a:moveTo>
                  <a:pt x="1359476" y="484760"/>
                </a:moveTo>
                <a:lnTo>
                  <a:pt x="1359720" y="485387"/>
                </a:lnTo>
                <a:lnTo>
                  <a:pt x="1359599" y="484892"/>
                </a:lnTo>
                <a:close/>
                <a:moveTo>
                  <a:pt x="1320238" y="572408"/>
                </a:moveTo>
                <a:lnTo>
                  <a:pt x="1320150" y="574172"/>
                </a:lnTo>
                <a:lnTo>
                  <a:pt x="1321027" y="575876"/>
                </a:lnTo>
                <a:close/>
                <a:moveTo>
                  <a:pt x="659389" y="2052163"/>
                </a:moveTo>
                <a:lnTo>
                  <a:pt x="659846" y="2054044"/>
                </a:lnTo>
                <a:lnTo>
                  <a:pt x="660340" y="2054161"/>
                </a:lnTo>
                <a:close/>
                <a:moveTo>
                  <a:pt x="659584" y="2051646"/>
                </a:moveTo>
                <a:lnTo>
                  <a:pt x="660838" y="2054277"/>
                </a:lnTo>
                <a:lnTo>
                  <a:pt x="663631" y="2054935"/>
                </a:lnTo>
                <a:lnTo>
                  <a:pt x="668614" y="2053441"/>
                </a:lnTo>
                <a:lnTo>
                  <a:pt x="667113" y="2052546"/>
                </a:lnTo>
                <a:lnTo>
                  <a:pt x="666642" y="2052490"/>
                </a:lnTo>
                <a:lnTo>
                  <a:pt x="667091" y="2053399"/>
                </a:lnTo>
                <a:lnTo>
                  <a:pt x="666887" y="2053300"/>
                </a:lnTo>
                <a:lnTo>
                  <a:pt x="666478" y="2052470"/>
                </a:lnTo>
                <a:close/>
                <a:moveTo>
                  <a:pt x="636982" y="2102242"/>
                </a:moveTo>
                <a:lnTo>
                  <a:pt x="636624" y="2104133"/>
                </a:lnTo>
                <a:lnTo>
                  <a:pt x="638596" y="2104157"/>
                </a:lnTo>
                <a:lnTo>
                  <a:pt x="638772" y="2104157"/>
                </a:lnTo>
                <a:lnTo>
                  <a:pt x="645275" y="2102215"/>
                </a:lnTo>
                <a:lnTo>
                  <a:pt x="645112" y="2101757"/>
                </a:lnTo>
                <a:close/>
                <a:moveTo>
                  <a:pt x="630121" y="2117294"/>
                </a:moveTo>
                <a:lnTo>
                  <a:pt x="630117" y="2117385"/>
                </a:lnTo>
                <a:lnTo>
                  <a:pt x="631135" y="2117156"/>
                </a:lnTo>
                <a:close/>
                <a:moveTo>
                  <a:pt x="659447" y="2051360"/>
                </a:moveTo>
                <a:lnTo>
                  <a:pt x="659455" y="2051376"/>
                </a:lnTo>
                <a:lnTo>
                  <a:pt x="666344" y="2052199"/>
                </a:lnTo>
                <a:lnTo>
                  <a:pt x="666266" y="2052040"/>
                </a:lnTo>
                <a:lnTo>
                  <a:pt x="664052" y="2050722"/>
                </a:lnTo>
                <a:close/>
                <a:moveTo>
                  <a:pt x="1367563" y="465565"/>
                </a:moveTo>
                <a:lnTo>
                  <a:pt x="1367700" y="465859"/>
                </a:lnTo>
                <a:lnTo>
                  <a:pt x="1374019" y="475287"/>
                </a:lnTo>
                <a:lnTo>
                  <a:pt x="1373820" y="474141"/>
                </a:lnTo>
                <a:close/>
                <a:moveTo>
                  <a:pt x="660662" y="2048423"/>
                </a:moveTo>
                <a:lnTo>
                  <a:pt x="663838" y="2050316"/>
                </a:lnTo>
                <a:lnTo>
                  <a:pt x="665305" y="2050092"/>
                </a:lnTo>
                <a:lnTo>
                  <a:pt x="664928" y="2049328"/>
                </a:lnTo>
                <a:lnTo>
                  <a:pt x="663324" y="2049523"/>
                </a:lnTo>
                <a:lnTo>
                  <a:pt x="663057" y="2049326"/>
                </a:lnTo>
                <a:lnTo>
                  <a:pt x="664821" y="2049112"/>
                </a:lnTo>
                <a:lnTo>
                  <a:pt x="664623" y="2048710"/>
                </a:lnTo>
                <a:lnTo>
                  <a:pt x="661147" y="2048350"/>
                </a:lnTo>
                <a:close/>
                <a:moveTo>
                  <a:pt x="1316905" y="578862"/>
                </a:moveTo>
                <a:lnTo>
                  <a:pt x="1316841" y="579423"/>
                </a:lnTo>
                <a:lnTo>
                  <a:pt x="1319295" y="583062"/>
                </a:lnTo>
                <a:lnTo>
                  <a:pt x="1319355" y="581855"/>
                </a:lnTo>
                <a:close/>
                <a:moveTo>
                  <a:pt x="655490" y="2059718"/>
                </a:moveTo>
                <a:lnTo>
                  <a:pt x="655502" y="2059845"/>
                </a:lnTo>
                <a:lnTo>
                  <a:pt x="658591" y="2063906"/>
                </a:lnTo>
                <a:lnTo>
                  <a:pt x="657418" y="2060131"/>
                </a:lnTo>
                <a:close/>
                <a:moveTo>
                  <a:pt x="660412" y="2048274"/>
                </a:moveTo>
                <a:lnTo>
                  <a:pt x="660419" y="2048278"/>
                </a:lnTo>
                <a:lnTo>
                  <a:pt x="660434" y="2048276"/>
                </a:lnTo>
                <a:close/>
                <a:moveTo>
                  <a:pt x="1317096" y="577177"/>
                </a:moveTo>
                <a:lnTo>
                  <a:pt x="1317022" y="577827"/>
                </a:lnTo>
                <a:lnTo>
                  <a:pt x="1319409" y="580743"/>
                </a:lnTo>
                <a:lnTo>
                  <a:pt x="1319419" y="580549"/>
                </a:lnTo>
                <a:close/>
                <a:moveTo>
                  <a:pt x="630218" y="2114851"/>
                </a:moveTo>
                <a:lnTo>
                  <a:pt x="630130" y="2117062"/>
                </a:lnTo>
                <a:lnTo>
                  <a:pt x="632574" y="2116730"/>
                </a:lnTo>
                <a:lnTo>
                  <a:pt x="633970" y="2116125"/>
                </a:lnTo>
                <a:lnTo>
                  <a:pt x="634289" y="2114435"/>
                </a:lnTo>
                <a:lnTo>
                  <a:pt x="632032" y="2114680"/>
                </a:lnTo>
                <a:close/>
                <a:moveTo>
                  <a:pt x="1405885" y="377583"/>
                </a:moveTo>
                <a:lnTo>
                  <a:pt x="1410086" y="426538"/>
                </a:lnTo>
                <a:lnTo>
                  <a:pt x="1412433" y="423126"/>
                </a:lnTo>
                <a:lnTo>
                  <a:pt x="1425690" y="406587"/>
                </a:lnTo>
                <a:lnTo>
                  <a:pt x="1416724" y="388313"/>
                </a:lnTo>
                <a:lnTo>
                  <a:pt x="1417312" y="388598"/>
                </a:lnTo>
                <a:lnTo>
                  <a:pt x="1425969" y="406239"/>
                </a:lnTo>
                <a:lnTo>
                  <a:pt x="1451771" y="374050"/>
                </a:lnTo>
                <a:lnTo>
                  <a:pt x="1449725" y="370051"/>
                </a:lnTo>
                <a:lnTo>
                  <a:pt x="1440486" y="352582"/>
                </a:lnTo>
                <a:lnTo>
                  <a:pt x="1417659" y="368599"/>
                </a:lnTo>
                <a:close/>
                <a:moveTo>
                  <a:pt x="611386" y="2156595"/>
                </a:moveTo>
                <a:lnTo>
                  <a:pt x="621264" y="2158241"/>
                </a:lnTo>
                <a:lnTo>
                  <a:pt x="628561" y="2155006"/>
                </a:lnTo>
                <a:lnTo>
                  <a:pt x="628615" y="2152966"/>
                </a:lnTo>
                <a:lnTo>
                  <a:pt x="627588" y="2153182"/>
                </a:lnTo>
                <a:lnTo>
                  <a:pt x="627581" y="2153224"/>
                </a:lnTo>
                <a:lnTo>
                  <a:pt x="627558" y="2153189"/>
                </a:lnTo>
                <a:close/>
                <a:moveTo>
                  <a:pt x="642236" y="2087432"/>
                </a:moveTo>
                <a:lnTo>
                  <a:pt x="642281" y="2087635"/>
                </a:lnTo>
                <a:lnTo>
                  <a:pt x="647193" y="2087729"/>
                </a:lnTo>
                <a:lnTo>
                  <a:pt x="643123" y="2087332"/>
                </a:lnTo>
                <a:close/>
                <a:moveTo>
                  <a:pt x="630255" y="2113949"/>
                </a:moveTo>
                <a:lnTo>
                  <a:pt x="630238" y="2114370"/>
                </a:lnTo>
                <a:lnTo>
                  <a:pt x="634387" y="2113920"/>
                </a:lnTo>
                <a:lnTo>
                  <a:pt x="634580" y="2112900"/>
                </a:lnTo>
                <a:close/>
                <a:moveTo>
                  <a:pt x="1358315" y="483520"/>
                </a:moveTo>
                <a:lnTo>
                  <a:pt x="1359875" y="503375"/>
                </a:lnTo>
                <a:lnTo>
                  <a:pt x="1360895" y="504822"/>
                </a:lnTo>
                <a:lnTo>
                  <a:pt x="1363475" y="500744"/>
                </a:lnTo>
                <a:lnTo>
                  <a:pt x="1360866" y="490072"/>
                </a:lnTo>
                <a:lnTo>
                  <a:pt x="1358481" y="483697"/>
                </a:lnTo>
                <a:close/>
                <a:moveTo>
                  <a:pt x="661883" y="2042836"/>
                </a:moveTo>
                <a:lnTo>
                  <a:pt x="664280" y="2047698"/>
                </a:lnTo>
                <a:lnTo>
                  <a:pt x="670024" y="2046834"/>
                </a:lnTo>
                <a:lnTo>
                  <a:pt x="669633" y="2042565"/>
                </a:lnTo>
                <a:lnTo>
                  <a:pt x="669016" y="2041962"/>
                </a:lnTo>
                <a:lnTo>
                  <a:pt x="664517" y="2041287"/>
                </a:lnTo>
                <a:close/>
                <a:moveTo>
                  <a:pt x="1321012" y="566791"/>
                </a:moveTo>
                <a:lnTo>
                  <a:pt x="1322459" y="572194"/>
                </a:lnTo>
                <a:lnTo>
                  <a:pt x="1322866" y="572877"/>
                </a:lnTo>
                <a:lnTo>
                  <a:pt x="1321716" y="567873"/>
                </a:lnTo>
                <a:close/>
                <a:moveTo>
                  <a:pt x="657586" y="2051618"/>
                </a:moveTo>
                <a:lnTo>
                  <a:pt x="658144" y="2053644"/>
                </a:lnTo>
                <a:lnTo>
                  <a:pt x="658311" y="2053683"/>
                </a:lnTo>
                <a:lnTo>
                  <a:pt x="657802" y="2051588"/>
                </a:lnTo>
                <a:close/>
                <a:moveTo>
                  <a:pt x="638472" y="2094379"/>
                </a:moveTo>
                <a:lnTo>
                  <a:pt x="637155" y="2101332"/>
                </a:lnTo>
                <a:lnTo>
                  <a:pt x="644800" y="2100877"/>
                </a:lnTo>
                <a:lnTo>
                  <a:pt x="642400" y="2094116"/>
                </a:lnTo>
                <a:close/>
                <a:moveTo>
                  <a:pt x="661670" y="2042405"/>
                </a:moveTo>
                <a:lnTo>
                  <a:pt x="661775" y="2042618"/>
                </a:lnTo>
                <a:lnTo>
                  <a:pt x="663017" y="2041887"/>
                </a:lnTo>
                <a:close/>
                <a:moveTo>
                  <a:pt x="1331572" y="542136"/>
                </a:moveTo>
                <a:lnTo>
                  <a:pt x="1335220" y="546681"/>
                </a:lnTo>
                <a:lnTo>
                  <a:pt x="1338125" y="531904"/>
                </a:lnTo>
                <a:lnTo>
                  <a:pt x="1338084" y="531785"/>
                </a:lnTo>
                <a:lnTo>
                  <a:pt x="1333731" y="538635"/>
                </a:lnTo>
                <a:close/>
                <a:moveTo>
                  <a:pt x="638603" y="2093689"/>
                </a:moveTo>
                <a:lnTo>
                  <a:pt x="638538" y="2094031"/>
                </a:lnTo>
                <a:lnTo>
                  <a:pt x="642264" y="2093732"/>
                </a:lnTo>
                <a:lnTo>
                  <a:pt x="642173" y="2093476"/>
                </a:lnTo>
                <a:close/>
                <a:moveTo>
                  <a:pt x="658558" y="2048739"/>
                </a:moveTo>
                <a:lnTo>
                  <a:pt x="658929" y="2050272"/>
                </a:lnTo>
                <a:lnTo>
                  <a:pt x="659281" y="2051010"/>
                </a:lnTo>
                <a:lnTo>
                  <a:pt x="663467" y="2050373"/>
                </a:lnTo>
                <a:lnTo>
                  <a:pt x="660289" y="2048479"/>
                </a:lnTo>
                <a:close/>
                <a:moveTo>
                  <a:pt x="654310" y="2058095"/>
                </a:moveTo>
                <a:lnTo>
                  <a:pt x="654746" y="2058165"/>
                </a:lnTo>
                <a:lnTo>
                  <a:pt x="654386" y="2058073"/>
                </a:lnTo>
                <a:close/>
                <a:moveTo>
                  <a:pt x="1330468" y="543926"/>
                </a:moveTo>
                <a:lnTo>
                  <a:pt x="1332271" y="549322"/>
                </a:lnTo>
                <a:lnTo>
                  <a:pt x="1333084" y="552051"/>
                </a:lnTo>
                <a:lnTo>
                  <a:pt x="1334713" y="548374"/>
                </a:lnTo>
                <a:lnTo>
                  <a:pt x="1330762" y="543450"/>
                </a:lnTo>
                <a:close/>
                <a:moveTo>
                  <a:pt x="641866" y="2085741"/>
                </a:moveTo>
                <a:lnTo>
                  <a:pt x="642016" y="2086422"/>
                </a:lnTo>
                <a:lnTo>
                  <a:pt x="643917" y="2086211"/>
                </a:lnTo>
                <a:lnTo>
                  <a:pt x="646962" y="2085749"/>
                </a:lnTo>
                <a:lnTo>
                  <a:pt x="644853" y="2085539"/>
                </a:lnTo>
                <a:close/>
                <a:moveTo>
                  <a:pt x="1317682" y="572031"/>
                </a:moveTo>
                <a:lnTo>
                  <a:pt x="1317495" y="573679"/>
                </a:lnTo>
                <a:lnTo>
                  <a:pt x="1318581" y="575252"/>
                </a:lnTo>
                <a:close/>
                <a:moveTo>
                  <a:pt x="630374" y="2110976"/>
                </a:moveTo>
                <a:lnTo>
                  <a:pt x="630272" y="2113529"/>
                </a:lnTo>
                <a:lnTo>
                  <a:pt x="634663" y="2112465"/>
                </a:lnTo>
                <a:lnTo>
                  <a:pt x="635107" y="2110122"/>
                </a:lnTo>
                <a:close/>
                <a:moveTo>
                  <a:pt x="640789" y="2087595"/>
                </a:moveTo>
                <a:lnTo>
                  <a:pt x="641624" y="2087623"/>
                </a:lnTo>
                <a:lnTo>
                  <a:pt x="642052" y="2087631"/>
                </a:lnTo>
                <a:lnTo>
                  <a:pt x="642014" y="2087457"/>
                </a:lnTo>
                <a:close/>
                <a:moveTo>
                  <a:pt x="658393" y="2048065"/>
                </a:moveTo>
                <a:lnTo>
                  <a:pt x="658515" y="2048565"/>
                </a:lnTo>
                <a:lnTo>
                  <a:pt x="660046" y="2048335"/>
                </a:lnTo>
                <a:lnTo>
                  <a:pt x="659846" y="2048215"/>
                </a:lnTo>
                <a:close/>
                <a:moveTo>
                  <a:pt x="640499" y="2087891"/>
                </a:moveTo>
                <a:lnTo>
                  <a:pt x="642339" y="2093075"/>
                </a:lnTo>
                <a:lnTo>
                  <a:pt x="654840" y="2092330"/>
                </a:lnTo>
                <a:lnTo>
                  <a:pt x="644892" y="2089442"/>
                </a:lnTo>
                <a:lnTo>
                  <a:pt x="644697" y="2089171"/>
                </a:lnTo>
                <a:lnTo>
                  <a:pt x="655455" y="2092294"/>
                </a:lnTo>
                <a:lnTo>
                  <a:pt x="658445" y="2092115"/>
                </a:lnTo>
                <a:lnTo>
                  <a:pt x="658185" y="2089739"/>
                </a:lnTo>
                <a:lnTo>
                  <a:pt x="657408" y="2090341"/>
                </a:lnTo>
                <a:lnTo>
                  <a:pt x="657147" y="2090316"/>
                </a:lnTo>
                <a:lnTo>
                  <a:pt x="658163" y="2089530"/>
                </a:lnTo>
                <a:lnTo>
                  <a:pt x="658082" y="2088791"/>
                </a:lnTo>
                <a:lnTo>
                  <a:pt x="653105" y="2088306"/>
                </a:lnTo>
                <a:lnTo>
                  <a:pt x="642350" y="2087952"/>
                </a:lnTo>
                <a:lnTo>
                  <a:pt x="642697" y="2089542"/>
                </a:lnTo>
                <a:lnTo>
                  <a:pt x="642430" y="2089362"/>
                </a:lnTo>
                <a:lnTo>
                  <a:pt x="642121" y="2087944"/>
                </a:lnTo>
                <a:close/>
                <a:moveTo>
                  <a:pt x="1328675" y="546835"/>
                </a:moveTo>
                <a:lnTo>
                  <a:pt x="1329727" y="550065"/>
                </a:lnTo>
                <a:lnTo>
                  <a:pt x="1332127" y="554213"/>
                </a:lnTo>
                <a:lnTo>
                  <a:pt x="1332869" y="552535"/>
                </a:lnTo>
                <a:lnTo>
                  <a:pt x="1330357" y="544105"/>
                </a:lnTo>
                <a:close/>
                <a:moveTo>
                  <a:pt x="1318682" y="569125"/>
                </a:moveTo>
                <a:lnTo>
                  <a:pt x="1319786" y="573094"/>
                </a:lnTo>
                <a:lnTo>
                  <a:pt x="1319869" y="571431"/>
                </a:lnTo>
                <a:close/>
                <a:moveTo>
                  <a:pt x="1329986" y="542486"/>
                </a:moveTo>
                <a:lnTo>
                  <a:pt x="1330331" y="543520"/>
                </a:lnTo>
                <a:lnTo>
                  <a:pt x="1330546" y="543183"/>
                </a:lnTo>
                <a:close/>
                <a:moveTo>
                  <a:pt x="655872" y="2051855"/>
                </a:moveTo>
                <a:lnTo>
                  <a:pt x="656292" y="2053208"/>
                </a:lnTo>
                <a:lnTo>
                  <a:pt x="656618" y="2053285"/>
                </a:lnTo>
                <a:lnTo>
                  <a:pt x="656453" y="2052767"/>
                </a:lnTo>
                <a:lnTo>
                  <a:pt x="656189" y="2051812"/>
                </a:lnTo>
                <a:close/>
                <a:moveTo>
                  <a:pt x="639706" y="2087865"/>
                </a:moveTo>
                <a:lnTo>
                  <a:pt x="638678" y="2093292"/>
                </a:lnTo>
                <a:lnTo>
                  <a:pt x="642037" y="2093093"/>
                </a:lnTo>
                <a:lnTo>
                  <a:pt x="640188" y="2087881"/>
                </a:lnTo>
                <a:close/>
                <a:moveTo>
                  <a:pt x="1325806" y="551485"/>
                </a:moveTo>
                <a:lnTo>
                  <a:pt x="1326369" y="553220"/>
                </a:lnTo>
                <a:lnTo>
                  <a:pt x="1329361" y="556414"/>
                </a:lnTo>
                <a:lnTo>
                  <a:pt x="1329647" y="556194"/>
                </a:lnTo>
                <a:lnTo>
                  <a:pt x="1330216" y="555796"/>
                </a:lnTo>
                <a:lnTo>
                  <a:pt x="1328140" y="548423"/>
                </a:lnTo>
                <a:lnTo>
                  <a:pt x="1327924" y="548052"/>
                </a:lnTo>
                <a:close/>
                <a:moveTo>
                  <a:pt x="1345017" y="508381"/>
                </a:moveTo>
                <a:lnTo>
                  <a:pt x="1343824" y="522286"/>
                </a:lnTo>
                <a:lnTo>
                  <a:pt x="1348275" y="515280"/>
                </a:lnTo>
                <a:lnTo>
                  <a:pt x="1348657" y="515145"/>
                </a:lnTo>
                <a:lnTo>
                  <a:pt x="1343778" y="522824"/>
                </a:lnTo>
                <a:lnTo>
                  <a:pt x="1343732" y="523363"/>
                </a:lnTo>
                <a:lnTo>
                  <a:pt x="1344963" y="527862"/>
                </a:lnTo>
                <a:lnTo>
                  <a:pt x="1345726" y="528786"/>
                </a:lnTo>
                <a:lnTo>
                  <a:pt x="1350954" y="520527"/>
                </a:lnTo>
                <a:lnTo>
                  <a:pt x="1349276" y="515580"/>
                </a:lnTo>
                <a:lnTo>
                  <a:pt x="1348867" y="514520"/>
                </a:lnTo>
                <a:close/>
                <a:moveTo>
                  <a:pt x="655662" y="2051178"/>
                </a:moveTo>
                <a:lnTo>
                  <a:pt x="655776" y="2051544"/>
                </a:lnTo>
                <a:lnTo>
                  <a:pt x="656102" y="2051494"/>
                </a:lnTo>
                <a:lnTo>
                  <a:pt x="656027" y="2051221"/>
                </a:lnTo>
                <a:close/>
                <a:moveTo>
                  <a:pt x="640086" y="2085861"/>
                </a:moveTo>
                <a:lnTo>
                  <a:pt x="639994" y="2086345"/>
                </a:lnTo>
                <a:lnTo>
                  <a:pt x="640056" y="2086544"/>
                </a:lnTo>
                <a:lnTo>
                  <a:pt x="640508" y="2086588"/>
                </a:lnTo>
                <a:lnTo>
                  <a:pt x="641793" y="2086446"/>
                </a:lnTo>
                <a:lnTo>
                  <a:pt x="641643" y="2085756"/>
                </a:lnTo>
                <a:close/>
                <a:moveTo>
                  <a:pt x="627134" y="2114705"/>
                </a:moveTo>
                <a:lnTo>
                  <a:pt x="629837" y="2114413"/>
                </a:lnTo>
                <a:lnTo>
                  <a:pt x="629851" y="2114046"/>
                </a:lnTo>
                <a:close/>
                <a:moveTo>
                  <a:pt x="630537" y="2106928"/>
                </a:moveTo>
                <a:lnTo>
                  <a:pt x="630474" y="2108482"/>
                </a:lnTo>
                <a:lnTo>
                  <a:pt x="635604" y="2107496"/>
                </a:lnTo>
                <a:lnTo>
                  <a:pt x="636022" y="2105290"/>
                </a:lnTo>
                <a:close/>
                <a:moveTo>
                  <a:pt x="640234" y="2085080"/>
                </a:moveTo>
                <a:lnTo>
                  <a:pt x="640187" y="2085328"/>
                </a:lnTo>
                <a:lnTo>
                  <a:pt x="641155" y="2085171"/>
                </a:lnTo>
                <a:close/>
                <a:moveTo>
                  <a:pt x="654892" y="2051997"/>
                </a:moveTo>
                <a:lnTo>
                  <a:pt x="654942" y="2052891"/>
                </a:lnTo>
                <a:lnTo>
                  <a:pt x="655188" y="2052949"/>
                </a:lnTo>
                <a:close/>
                <a:moveTo>
                  <a:pt x="665128" y="2028877"/>
                </a:moveTo>
                <a:lnTo>
                  <a:pt x="667591" y="2029619"/>
                </a:lnTo>
                <a:lnTo>
                  <a:pt x="668408" y="2029157"/>
                </a:lnTo>
                <a:lnTo>
                  <a:pt x="668380" y="2028855"/>
                </a:lnTo>
                <a:lnTo>
                  <a:pt x="667621" y="2027877"/>
                </a:lnTo>
                <a:close/>
                <a:moveTo>
                  <a:pt x="656556" y="2047874"/>
                </a:moveTo>
                <a:lnTo>
                  <a:pt x="657454" y="2051137"/>
                </a:lnTo>
                <a:lnTo>
                  <a:pt x="657699" y="2051166"/>
                </a:lnTo>
                <a:lnTo>
                  <a:pt x="656909" y="2047911"/>
                </a:lnTo>
                <a:close/>
                <a:moveTo>
                  <a:pt x="639580" y="2085015"/>
                </a:moveTo>
                <a:lnTo>
                  <a:pt x="639703" y="2085406"/>
                </a:lnTo>
                <a:lnTo>
                  <a:pt x="639792" y="2085392"/>
                </a:lnTo>
                <a:lnTo>
                  <a:pt x="639858" y="2085042"/>
                </a:lnTo>
                <a:close/>
                <a:moveTo>
                  <a:pt x="640819" y="2081988"/>
                </a:moveTo>
                <a:lnTo>
                  <a:pt x="640316" y="2084646"/>
                </a:lnTo>
                <a:lnTo>
                  <a:pt x="641424" y="2084757"/>
                </a:lnTo>
                <a:close/>
                <a:moveTo>
                  <a:pt x="630643" y="2104302"/>
                </a:moveTo>
                <a:lnTo>
                  <a:pt x="630550" y="2106612"/>
                </a:lnTo>
                <a:lnTo>
                  <a:pt x="636084" y="2104960"/>
                </a:lnTo>
                <a:lnTo>
                  <a:pt x="636196" y="2104369"/>
                </a:lnTo>
                <a:close/>
                <a:moveTo>
                  <a:pt x="622961" y="2121464"/>
                </a:moveTo>
                <a:lnTo>
                  <a:pt x="629567" y="2121136"/>
                </a:lnTo>
                <a:lnTo>
                  <a:pt x="629671" y="2118558"/>
                </a:lnTo>
                <a:close/>
                <a:moveTo>
                  <a:pt x="657416" y="2044040"/>
                </a:moveTo>
                <a:lnTo>
                  <a:pt x="658199" y="2047266"/>
                </a:lnTo>
                <a:lnTo>
                  <a:pt x="658464" y="2047293"/>
                </a:lnTo>
                <a:lnTo>
                  <a:pt x="658375" y="2047060"/>
                </a:lnTo>
                <a:lnTo>
                  <a:pt x="658828" y="2047330"/>
                </a:lnTo>
                <a:lnTo>
                  <a:pt x="663540" y="2047809"/>
                </a:lnTo>
                <a:lnTo>
                  <a:pt x="664135" y="2047720"/>
                </a:lnTo>
                <a:lnTo>
                  <a:pt x="661762" y="2042908"/>
                </a:lnTo>
                <a:lnTo>
                  <a:pt x="658063" y="2045083"/>
                </a:lnTo>
                <a:lnTo>
                  <a:pt x="657719" y="2045003"/>
                </a:lnTo>
                <a:lnTo>
                  <a:pt x="661654" y="2042689"/>
                </a:lnTo>
                <a:lnTo>
                  <a:pt x="661539" y="2042455"/>
                </a:lnTo>
                <a:close/>
                <a:moveTo>
                  <a:pt x="1350826" y="491045"/>
                </a:moveTo>
                <a:lnTo>
                  <a:pt x="1351883" y="493277"/>
                </a:lnTo>
                <a:lnTo>
                  <a:pt x="1352758" y="495333"/>
                </a:lnTo>
                <a:lnTo>
                  <a:pt x="1352622" y="493597"/>
                </a:lnTo>
                <a:close/>
                <a:moveTo>
                  <a:pt x="641413" y="2078855"/>
                </a:moveTo>
                <a:lnTo>
                  <a:pt x="640925" y="2081430"/>
                </a:lnTo>
                <a:lnTo>
                  <a:pt x="641657" y="2084779"/>
                </a:lnTo>
                <a:lnTo>
                  <a:pt x="642839" y="2084897"/>
                </a:lnTo>
                <a:lnTo>
                  <a:pt x="655989" y="2082761"/>
                </a:lnTo>
                <a:lnTo>
                  <a:pt x="644751" y="2077865"/>
                </a:lnTo>
                <a:close/>
                <a:moveTo>
                  <a:pt x="1345569" y="501957"/>
                </a:moveTo>
                <a:lnTo>
                  <a:pt x="1345352" y="504481"/>
                </a:lnTo>
                <a:lnTo>
                  <a:pt x="1345518" y="504911"/>
                </a:lnTo>
                <a:lnTo>
                  <a:pt x="1346895" y="506923"/>
                </a:lnTo>
                <a:lnTo>
                  <a:pt x="1353201" y="516976"/>
                </a:lnTo>
                <a:lnTo>
                  <a:pt x="1353996" y="515720"/>
                </a:lnTo>
                <a:lnTo>
                  <a:pt x="1353634" y="515113"/>
                </a:lnTo>
                <a:close/>
                <a:moveTo>
                  <a:pt x="630710" y="2102615"/>
                </a:moveTo>
                <a:lnTo>
                  <a:pt x="630652" y="2104060"/>
                </a:lnTo>
                <a:lnTo>
                  <a:pt x="636243" y="2104128"/>
                </a:lnTo>
                <a:lnTo>
                  <a:pt x="636596" y="2102264"/>
                </a:lnTo>
                <a:close/>
                <a:moveTo>
                  <a:pt x="641841" y="2076597"/>
                </a:moveTo>
                <a:lnTo>
                  <a:pt x="641469" y="2078557"/>
                </a:lnTo>
                <a:lnTo>
                  <a:pt x="644366" y="2077697"/>
                </a:lnTo>
                <a:close/>
                <a:moveTo>
                  <a:pt x="654652" y="2047677"/>
                </a:moveTo>
                <a:lnTo>
                  <a:pt x="654668" y="2047981"/>
                </a:lnTo>
                <a:lnTo>
                  <a:pt x="655580" y="2050913"/>
                </a:lnTo>
                <a:lnTo>
                  <a:pt x="655955" y="2050958"/>
                </a:lnTo>
                <a:lnTo>
                  <a:pt x="655063" y="2047719"/>
                </a:lnTo>
                <a:close/>
                <a:moveTo>
                  <a:pt x="652518" y="2052320"/>
                </a:moveTo>
                <a:lnTo>
                  <a:pt x="654595" y="2052809"/>
                </a:lnTo>
                <a:lnTo>
                  <a:pt x="654521" y="2052043"/>
                </a:lnTo>
                <a:close/>
                <a:moveTo>
                  <a:pt x="640426" y="2079148"/>
                </a:moveTo>
                <a:lnTo>
                  <a:pt x="640720" y="2080492"/>
                </a:lnTo>
                <a:lnTo>
                  <a:pt x="641007" y="2078976"/>
                </a:lnTo>
                <a:close/>
                <a:moveTo>
                  <a:pt x="655684" y="2044705"/>
                </a:moveTo>
                <a:lnTo>
                  <a:pt x="656336" y="2047076"/>
                </a:lnTo>
                <a:lnTo>
                  <a:pt x="656716" y="2047116"/>
                </a:lnTo>
                <a:lnTo>
                  <a:pt x="656436" y="2045964"/>
                </a:lnTo>
                <a:lnTo>
                  <a:pt x="655813" y="2044656"/>
                </a:lnTo>
                <a:close/>
                <a:moveTo>
                  <a:pt x="1363576" y="459541"/>
                </a:moveTo>
                <a:lnTo>
                  <a:pt x="1365238" y="461754"/>
                </a:lnTo>
                <a:lnTo>
                  <a:pt x="1363943" y="459049"/>
                </a:lnTo>
                <a:close/>
                <a:moveTo>
                  <a:pt x="649972" y="2057398"/>
                </a:moveTo>
                <a:lnTo>
                  <a:pt x="652273" y="2057768"/>
                </a:lnTo>
                <a:lnTo>
                  <a:pt x="652054" y="2057480"/>
                </a:lnTo>
                <a:lnTo>
                  <a:pt x="651999" y="2057466"/>
                </a:lnTo>
                <a:close/>
                <a:moveTo>
                  <a:pt x="648594" y="2059725"/>
                </a:moveTo>
                <a:lnTo>
                  <a:pt x="655555" y="2062836"/>
                </a:lnTo>
                <a:lnTo>
                  <a:pt x="655472" y="2061972"/>
                </a:lnTo>
                <a:lnTo>
                  <a:pt x="653419" y="2059273"/>
                </a:lnTo>
                <a:lnTo>
                  <a:pt x="651568" y="2058877"/>
                </a:lnTo>
                <a:close/>
                <a:moveTo>
                  <a:pt x="654551" y="2045862"/>
                </a:moveTo>
                <a:lnTo>
                  <a:pt x="654609" y="2046901"/>
                </a:lnTo>
                <a:lnTo>
                  <a:pt x="654844" y="2046925"/>
                </a:lnTo>
                <a:close/>
                <a:moveTo>
                  <a:pt x="642845" y="2071702"/>
                </a:moveTo>
                <a:lnTo>
                  <a:pt x="642642" y="2072576"/>
                </a:lnTo>
                <a:lnTo>
                  <a:pt x="650221" y="2075878"/>
                </a:lnTo>
                <a:lnTo>
                  <a:pt x="656611" y="2073887"/>
                </a:lnTo>
                <a:lnTo>
                  <a:pt x="656480" y="2072508"/>
                </a:lnTo>
                <a:close/>
                <a:moveTo>
                  <a:pt x="1339737" y="510235"/>
                </a:moveTo>
                <a:lnTo>
                  <a:pt x="1339994" y="521852"/>
                </a:lnTo>
                <a:lnTo>
                  <a:pt x="1340080" y="521956"/>
                </a:lnTo>
                <a:lnTo>
                  <a:pt x="1341277" y="515865"/>
                </a:lnTo>
                <a:close/>
                <a:moveTo>
                  <a:pt x="635930" y="2086142"/>
                </a:moveTo>
                <a:lnTo>
                  <a:pt x="639582" y="2086498"/>
                </a:lnTo>
                <a:lnTo>
                  <a:pt x="639622" y="2086288"/>
                </a:lnTo>
                <a:lnTo>
                  <a:pt x="639485" y="2085902"/>
                </a:lnTo>
                <a:close/>
                <a:moveTo>
                  <a:pt x="1312207" y="571345"/>
                </a:moveTo>
                <a:lnTo>
                  <a:pt x="1312170" y="571899"/>
                </a:lnTo>
                <a:lnTo>
                  <a:pt x="1312280" y="572034"/>
                </a:lnTo>
                <a:lnTo>
                  <a:pt x="1312457" y="571153"/>
                </a:lnTo>
                <a:close/>
                <a:moveTo>
                  <a:pt x="653869" y="2045403"/>
                </a:moveTo>
                <a:lnTo>
                  <a:pt x="653924" y="2045579"/>
                </a:lnTo>
                <a:lnTo>
                  <a:pt x="653913" y="2045386"/>
                </a:lnTo>
                <a:close/>
                <a:moveTo>
                  <a:pt x="650217" y="2052899"/>
                </a:moveTo>
                <a:lnTo>
                  <a:pt x="650501" y="2053272"/>
                </a:lnTo>
                <a:lnTo>
                  <a:pt x="652490" y="2053530"/>
                </a:lnTo>
                <a:close/>
                <a:moveTo>
                  <a:pt x="660001" y="2030835"/>
                </a:moveTo>
                <a:lnTo>
                  <a:pt x="665202" y="2030968"/>
                </a:lnTo>
                <a:lnTo>
                  <a:pt x="665325" y="2030898"/>
                </a:lnTo>
                <a:lnTo>
                  <a:pt x="662332" y="2029998"/>
                </a:lnTo>
                <a:lnTo>
                  <a:pt x="660557" y="2030710"/>
                </a:lnTo>
                <a:close/>
                <a:moveTo>
                  <a:pt x="665818" y="2017714"/>
                </a:moveTo>
                <a:lnTo>
                  <a:pt x="665869" y="2017845"/>
                </a:lnTo>
                <a:lnTo>
                  <a:pt x="665963" y="2017807"/>
                </a:lnTo>
                <a:close/>
                <a:moveTo>
                  <a:pt x="1346245" y="494069"/>
                </a:moveTo>
                <a:lnTo>
                  <a:pt x="1345622" y="501332"/>
                </a:lnTo>
                <a:lnTo>
                  <a:pt x="1354169" y="515274"/>
                </a:lnTo>
                <a:lnTo>
                  <a:pt x="1354231" y="514072"/>
                </a:lnTo>
                <a:lnTo>
                  <a:pt x="1353325" y="502546"/>
                </a:lnTo>
                <a:lnTo>
                  <a:pt x="1352319" y="500063"/>
                </a:lnTo>
                <a:close/>
                <a:moveTo>
                  <a:pt x="637984" y="2079872"/>
                </a:moveTo>
                <a:lnTo>
                  <a:pt x="639439" y="2084559"/>
                </a:lnTo>
                <a:lnTo>
                  <a:pt x="639940" y="2084609"/>
                </a:lnTo>
                <a:lnTo>
                  <a:pt x="640614" y="2081050"/>
                </a:lnTo>
                <a:lnTo>
                  <a:pt x="640213" y="2079211"/>
                </a:lnTo>
                <a:close/>
                <a:moveTo>
                  <a:pt x="639661" y="2075647"/>
                </a:moveTo>
                <a:lnTo>
                  <a:pt x="640368" y="2078883"/>
                </a:lnTo>
                <a:lnTo>
                  <a:pt x="641064" y="2078677"/>
                </a:lnTo>
                <a:lnTo>
                  <a:pt x="641487" y="2076443"/>
                </a:lnTo>
                <a:close/>
                <a:moveTo>
                  <a:pt x="631021" y="2094876"/>
                </a:moveTo>
                <a:lnTo>
                  <a:pt x="630746" y="2101714"/>
                </a:lnTo>
                <a:lnTo>
                  <a:pt x="636768" y="2101355"/>
                </a:lnTo>
                <a:lnTo>
                  <a:pt x="638085" y="2094404"/>
                </a:lnTo>
                <a:close/>
                <a:moveTo>
                  <a:pt x="1324406" y="541970"/>
                </a:moveTo>
                <a:lnTo>
                  <a:pt x="1325256" y="548665"/>
                </a:lnTo>
                <a:lnTo>
                  <a:pt x="1325406" y="548795"/>
                </a:lnTo>
                <a:lnTo>
                  <a:pt x="1325600" y="550846"/>
                </a:lnTo>
                <a:lnTo>
                  <a:pt x="1325626" y="550926"/>
                </a:lnTo>
                <a:lnTo>
                  <a:pt x="1327699" y="547663"/>
                </a:lnTo>
                <a:close/>
                <a:moveTo>
                  <a:pt x="631051" y="2094138"/>
                </a:moveTo>
                <a:lnTo>
                  <a:pt x="631033" y="2094597"/>
                </a:lnTo>
                <a:lnTo>
                  <a:pt x="633784" y="2094414"/>
                </a:lnTo>
                <a:lnTo>
                  <a:pt x="638149" y="2094063"/>
                </a:lnTo>
                <a:lnTo>
                  <a:pt x="638216" y="2093712"/>
                </a:lnTo>
                <a:close/>
                <a:moveTo>
                  <a:pt x="1356155" y="469507"/>
                </a:moveTo>
                <a:lnTo>
                  <a:pt x="1356164" y="470538"/>
                </a:lnTo>
                <a:lnTo>
                  <a:pt x="1357829" y="477344"/>
                </a:lnTo>
                <a:lnTo>
                  <a:pt x="1358017" y="479743"/>
                </a:lnTo>
                <a:lnTo>
                  <a:pt x="1366930" y="489270"/>
                </a:lnTo>
                <a:lnTo>
                  <a:pt x="1365885" y="469332"/>
                </a:lnTo>
                <a:lnTo>
                  <a:pt x="1366121" y="469606"/>
                </a:lnTo>
                <a:lnTo>
                  <a:pt x="1367167" y="489522"/>
                </a:lnTo>
                <a:lnTo>
                  <a:pt x="1368731" y="491194"/>
                </a:lnTo>
                <a:lnTo>
                  <a:pt x="1374267" y="480627"/>
                </a:lnTo>
                <a:lnTo>
                  <a:pt x="1371965" y="475818"/>
                </a:lnTo>
                <a:lnTo>
                  <a:pt x="1370281" y="472855"/>
                </a:lnTo>
                <a:lnTo>
                  <a:pt x="1362408" y="461110"/>
                </a:lnTo>
                <a:close/>
                <a:moveTo>
                  <a:pt x="645410" y="2060633"/>
                </a:moveTo>
                <a:lnTo>
                  <a:pt x="642896" y="2071481"/>
                </a:lnTo>
                <a:lnTo>
                  <a:pt x="656458" y="2072284"/>
                </a:lnTo>
                <a:lnTo>
                  <a:pt x="656323" y="2070871"/>
                </a:lnTo>
                <a:lnTo>
                  <a:pt x="654682" y="2071126"/>
                </a:lnTo>
                <a:lnTo>
                  <a:pt x="654455" y="2070997"/>
                </a:lnTo>
                <a:lnTo>
                  <a:pt x="656308" y="2070710"/>
                </a:lnTo>
                <a:lnTo>
                  <a:pt x="655609" y="2063404"/>
                </a:lnTo>
                <a:lnTo>
                  <a:pt x="647852" y="2059937"/>
                </a:lnTo>
                <a:close/>
                <a:moveTo>
                  <a:pt x="640288" y="2071550"/>
                </a:moveTo>
                <a:lnTo>
                  <a:pt x="642252" y="2072406"/>
                </a:lnTo>
                <a:lnTo>
                  <a:pt x="642390" y="2071675"/>
                </a:lnTo>
                <a:close/>
                <a:moveTo>
                  <a:pt x="645785" y="2059012"/>
                </a:moveTo>
                <a:lnTo>
                  <a:pt x="645468" y="2060380"/>
                </a:lnTo>
                <a:lnTo>
                  <a:pt x="647489" y="2059775"/>
                </a:lnTo>
                <a:close/>
                <a:moveTo>
                  <a:pt x="1325390" y="536762"/>
                </a:moveTo>
                <a:lnTo>
                  <a:pt x="1328522" y="546369"/>
                </a:lnTo>
                <a:lnTo>
                  <a:pt x="1330231" y="543679"/>
                </a:lnTo>
                <a:lnTo>
                  <a:pt x="1329809" y="542266"/>
                </a:lnTo>
                <a:close/>
                <a:moveTo>
                  <a:pt x="646089" y="2057703"/>
                </a:moveTo>
                <a:lnTo>
                  <a:pt x="645899" y="2058520"/>
                </a:lnTo>
                <a:lnTo>
                  <a:pt x="648217" y="2059556"/>
                </a:lnTo>
                <a:lnTo>
                  <a:pt x="650936" y="2058742"/>
                </a:lnTo>
                <a:close/>
                <a:moveTo>
                  <a:pt x="650940" y="2046528"/>
                </a:moveTo>
                <a:lnTo>
                  <a:pt x="653267" y="2046765"/>
                </a:lnTo>
                <a:lnTo>
                  <a:pt x="652954" y="2045755"/>
                </a:lnTo>
                <a:close/>
                <a:moveTo>
                  <a:pt x="1321213" y="545592"/>
                </a:moveTo>
                <a:lnTo>
                  <a:pt x="1321189" y="546256"/>
                </a:lnTo>
                <a:lnTo>
                  <a:pt x="1321917" y="548469"/>
                </a:lnTo>
                <a:lnTo>
                  <a:pt x="1321926" y="548478"/>
                </a:lnTo>
                <a:close/>
                <a:moveTo>
                  <a:pt x="647999" y="2052947"/>
                </a:moveTo>
                <a:lnTo>
                  <a:pt x="648671" y="2053034"/>
                </a:lnTo>
                <a:lnTo>
                  <a:pt x="648547" y="2052870"/>
                </a:lnTo>
                <a:close/>
                <a:moveTo>
                  <a:pt x="646470" y="2056058"/>
                </a:moveTo>
                <a:lnTo>
                  <a:pt x="646299" y="2056797"/>
                </a:lnTo>
                <a:lnTo>
                  <a:pt x="646507" y="2056841"/>
                </a:lnTo>
                <a:lnTo>
                  <a:pt x="648340" y="2057136"/>
                </a:lnTo>
                <a:lnTo>
                  <a:pt x="651060" y="2057227"/>
                </a:lnTo>
                <a:close/>
                <a:moveTo>
                  <a:pt x="663563" y="2017495"/>
                </a:moveTo>
                <a:lnTo>
                  <a:pt x="665632" y="2017943"/>
                </a:lnTo>
                <a:lnTo>
                  <a:pt x="665642" y="2017939"/>
                </a:lnTo>
                <a:lnTo>
                  <a:pt x="665468" y="2017489"/>
                </a:lnTo>
                <a:lnTo>
                  <a:pt x="664661" y="2016972"/>
                </a:lnTo>
                <a:close/>
                <a:moveTo>
                  <a:pt x="1342381" y="496755"/>
                </a:moveTo>
                <a:lnTo>
                  <a:pt x="1343417" y="499448"/>
                </a:lnTo>
                <a:lnTo>
                  <a:pt x="1343492" y="498568"/>
                </a:lnTo>
                <a:close/>
                <a:moveTo>
                  <a:pt x="1346883" y="486637"/>
                </a:moveTo>
                <a:lnTo>
                  <a:pt x="1346321" y="493202"/>
                </a:lnTo>
                <a:lnTo>
                  <a:pt x="1351686" y="498500"/>
                </a:lnTo>
                <a:close/>
                <a:moveTo>
                  <a:pt x="615270" y="2124796"/>
                </a:moveTo>
                <a:lnTo>
                  <a:pt x="629320" y="2127276"/>
                </a:lnTo>
                <a:lnTo>
                  <a:pt x="629548" y="2121595"/>
                </a:lnTo>
                <a:lnTo>
                  <a:pt x="622126" y="2121966"/>
                </a:lnTo>
                <a:lnTo>
                  <a:pt x="621775" y="2121978"/>
                </a:lnTo>
                <a:close/>
                <a:moveTo>
                  <a:pt x="631271" y="2088666"/>
                </a:moveTo>
                <a:lnTo>
                  <a:pt x="631067" y="2093746"/>
                </a:lnTo>
                <a:lnTo>
                  <a:pt x="638291" y="2093315"/>
                </a:lnTo>
                <a:lnTo>
                  <a:pt x="639326" y="2087853"/>
                </a:lnTo>
                <a:lnTo>
                  <a:pt x="638690" y="2087831"/>
                </a:lnTo>
                <a:close/>
                <a:moveTo>
                  <a:pt x="1298974" y="593248"/>
                </a:moveTo>
                <a:lnTo>
                  <a:pt x="1299080" y="593478"/>
                </a:lnTo>
                <a:lnTo>
                  <a:pt x="1299207" y="593559"/>
                </a:lnTo>
                <a:lnTo>
                  <a:pt x="1299212" y="593552"/>
                </a:lnTo>
                <a:close/>
                <a:moveTo>
                  <a:pt x="647384" y="2052112"/>
                </a:moveTo>
                <a:lnTo>
                  <a:pt x="647237" y="2052748"/>
                </a:lnTo>
                <a:lnTo>
                  <a:pt x="648338" y="2052596"/>
                </a:lnTo>
                <a:lnTo>
                  <a:pt x="648127" y="2052319"/>
                </a:lnTo>
                <a:close/>
                <a:moveTo>
                  <a:pt x="1346974" y="485579"/>
                </a:moveTo>
                <a:lnTo>
                  <a:pt x="1346962" y="485723"/>
                </a:lnTo>
                <a:lnTo>
                  <a:pt x="1352435" y="499237"/>
                </a:lnTo>
                <a:lnTo>
                  <a:pt x="1353119" y="499913"/>
                </a:lnTo>
                <a:lnTo>
                  <a:pt x="1353012" y="498551"/>
                </a:lnTo>
                <a:lnTo>
                  <a:pt x="1348266" y="487415"/>
                </a:lnTo>
                <a:close/>
                <a:moveTo>
                  <a:pt x="631314" y="2087589"/>
                </a:moveTo>
                <a:lnTo>
                  <a:pt x="631314" y="2087605"/>
                </a:lnTo>
                <a:lnTo>
                  <a:pt x="631433" y="2087592"/>
                </a:lnTo>
                <a:close/>
                <a:moveTo>
                  <a:pt x="1389219" y="390299"/>
                </a:moveTo>
                <a:lnTo>
                  <a:pt x="1389910" y="393040"/>
                </a:lnTo>
                <a:lnTo>
                  <a:pt x="1401031" y="439702"/>
                </a:lnTo>
                <a:lnTo>
                  <a:pt x="1409562" y="427301"/>
                </a:lnTo>
                <a:lnTo>
                  <a:pt x="1408095" y="406904"/>
                </a:lnTo>
                <a:lnTo>
                  <a:pt x="1405597" y="377801"/>
                </a:lnTo>
                <a:close/>
                <a:moveTo>
                  <a:pt x="1347061" y="484581"/>
                </a:moveTo>
                <a:lnTo>
                  <a:pt x="1347015" y="485112"/>
                </a:lnTo>
                <a:lnTo>
                  <a:pt x="1347704" y="486088"/>
                </a:lnTo>
                <a:close/>
                <a:moveTo>
                  <a:pt x="1312801" y="561244"/>
                </a:moveTo>
                <a:lnTo>
                  <a:pt x="1312522" y="566459"/>
                </a:lnTo>
                <a:lnTo>
                  <a:pt x="1313202" y="567446"/>
                </a:lnTo>
                <a:lnTo>
                  <a:pt x="1313551" y="565712"/>
                </a:lnTo>
                <a:lnTo>
                  <a:pt x="1313832" y="563245"/>
                </a:lnTo>
                <a:close/>
                <a:moveTo>
                  <a:pt x="1320628" y="543221"/>
                </a:moveTo>
                <a:lnTo>
                  <a:pt x="1320705" y="544782"/>
                </a:lnTo>
                <a:lnTo>
                  <a:pt x="1321021" y="545744"/>
                </a:lnTo>
                <a:lnTo>
                  <a:pt x="1321050" y="544929"/>
                </a:lnTo>
                <a:close/>
                <a:moveTo>
                  <a:pt x="631360" y="2086450"/>
                </a:moveTo>
                <a:lnTo>
                  <a:pt x="631327" y="2087283"/>
                </a:lnTo>
                <a:lnTo>
                  <a:pt x="633560" y="2087357"/>
                </a:lnTo>
                <a:lnTo>
                  <a:pt x="638161" y="2086848"/>
                </a:lnTo>
                <a:lnTo>
                  <a:pt x="632970" y="2086342"/>
                </a:lnTo>
                <a:close/>
                <a:moveTo>
                  <a:pt x="648457" y="2047483"/>
                </a:moveTo>
                <a:lnTo>
                  <a:pt x="647906" y="2049861"/>
                </a:lnTo>
                <a:lnTo>
                  <a:pt x="649179" y="2051535"/>
                </a:lnTo>
                <a:lnTo>
                  <a:pt x="651706" y="2052129"/>
                </a:lnTo>
                <a:lnTo>
                  <a:pt x="654248" y="2051777"/>
                </a:lnTo>
                <a:lnTo>
                  <a:pt x="654492" y="2051740"/>
                </a:lnTo>
                <a:lnTo>
                  <a:pt x="654350" y="2050252"/>
                </a:lnTo>
                <a:lnTo>
                  <a:pt x="653514" y="2047560"/>
                </a:lnTo>
                <a:lnTo>
                  <a:pt x="649375" y="2047130"/>
                </a:lnTo>
                <a:close/>
                <a:moveTo>
                  <a:pt x="1339502" y="499586"/>
                </a:moveTo>
                <a:lnTo>
                  <a:pt x="1339702" y="508636"/>
                </a:lnTo>
                <a:lnTo>
                  <a:pt x="1341446" y="515009"/>
                </a:lnTo>
                <a:lnTo>
                  <a:pt x="1342573" y="509272"/>
                </a:lnTo>
                <a:lnTo>
                  <a:pt x="1342935" y="505060"/>
                </a:lnTo>
                <a:close/>
                <a:moveTo>
                  <a:pt x="1321416" y="539955"/>
                </a:moveTo>
                <a:lnTo>
                  <a:pt x="1321246" y="544682"/>
                </a:lnTo>
                <a:lnTo>
                  <a:pt x="1322273" y="548849"/>
                </a:lnTo>
                <a:lnTo>
                  <a:pt x="1325058" y="551821"/>
                </a:lnTo>
                <a:lnTo>
                  <a:pt x="1325191" y="551610"/>
                </a:lnTo>
                <a:close/>
                <a:moveTo>
                  <a:pt x="636203" y="2074141"/>
                </a:moveTo>
                <a:lnTo>
                  <a:pt x="637903" y="2079614"/>
                </a:lnTo>
                <a:lnTo>
                  <a:pt x="640155" y="2078947"/>
                </a:lnTo>
                <a:lnTo>
                  <a:pt x="639410" y="2075538"/>
                </a:lnTo>
                <a:lnTo>
                  <a:pt x="638161" y="2074994"/>
                </a:lnTo>
                <a:lnTo>
                  <a:pt x="638237" y="2076098"/>
                </a:lnTo>
                <a:lnTo>
                  <a:pt x="638013" y="2075892"/>
                </a:lnTo>
                <a:lnTo>
                  <a:pt x="637946" y="2074900"/>
                </a:lnTo>
                <a:close/>
                <a:moveTo>
                  <a:pt x="1347337" y="481351"/>
                </a:moveTo>
                <a:lnTo>
                  <a:pt x="1347338" y="481359"/>
                </a:lnTo>
                <a:lnTo>
                  <a:pt x="1347168" y="483332"/>
                </a:lnTo>
                <a:lnTo>
                  <a:pt x="1350066" y="489447"/>
                </a:lnTo>
                <a:lnTo>
                  <a:pt x="1352576" y="493011"/>
                </a:lnTo>
                <a:lnTo>
                  <a:pt x="1351247" y="476100"/>
                </a:lnTo>
                <a:close/>
                <a:moveTo>
                  <a:pt x="631451" y="2084206"/>
                </a:moveTo>
                <a:lnTo>
                  <a:pt x="631391" y="2085699"/>
                </a:lnTo>
                <a:lnTo>
                  <a:pt x="633296" y="2085885"/>
                </a:lnTo>
                <a:lnTo>
                  <a:pt x="639226" y="2085484"/>
                </a:lnTo>
                <a:lnTo>
                  <a:pt x="639331" y="2085467"/>
                </a:lnTo>
                <a:lnTo>
                  <a:pt x="639155" y="2084973"/>
                </a:lnTo>
                <a:close/>
                <a:moveTo>
                  <a:pt x="1312973" y="558035"/>
                </a:moveTo>
                <a:lnTo>
                  <a:pt x="1312867" y="560025"/>
                </a:lnTo>
                <a:lnTo>
                  <a:pt x="1313957" y="562143"/>
                </a:lnTo>
                <a:lnTo>
                  <a:pt x="1314162" y="560344"/>
                </a:lnTo>
                <a:close/>
                <a:moveTo>
                  <a:pt x="1323437" y="534329"/>
                </a:moveTo>
                <a:lnTo>
                  <a:pt x="1324227" y="540556"/>
                </a:lnTo>
                <a:lnTo>
                  <a:pt x="1327533" y="546273"/>
                </a:lnTo>
                <a:lnTo>
                  <a:pt x="1326484" y="542546"/>
                </a:lnTo>
                <a:lnTo>
                  <a:pt x="1324055" y="535098"/>
                </a:lnTo>
                <a:close/>
                <a:moveTo>
                  <a:pt x="642855" y="2057159"/>
                </a:moveTo>
                <a:lnTo>
                  <a:pt x="644986" y="2058112"/>
                </a:lnTo>
                <a:lnTo>
                  <a:pt x="645128" y="2057497"/>
                </a:lnTo>
                <a:lnTo>
                  <a:pt x="643680" y="2057186"/>
                </a:lnTo>
                <a:close/>
                <a:moveTo>
                  <a:pt x="656485" y="2026277"/>
                </a:moveTo>
                <a:lnTo>
                  <a:pt x="657240" y="2026505"/>
                </a:lnTo>
                <a:lnTo>
                  <a:pt x="659311" y="2025675"/>
                </a:lnTo>
                <a:lnTo>
                  <a:pt x="659258" y="2025663"/>
                </a:lnTo>
                <a:close/>
                <a:moveTo>
                  <a:pt x="1321523" y="536984"/>
                </a:moveTo>
                <a:lnTo>
                  <a:pt x="1321481" y="538135"/>
                </a:lnTo>
                <a:lnTo>
                  <a:pt x="1324894" y="548669"/>
                </a:lnTo>
                <a:lnTo>
                  <a:pt x="1323943" y="541168"/>
                </a:lnTo>
                <a:close/>
                <a:moveTo>
                  <a:pt x="646630" y="2048185"/>
                </a:moveTo>
                <a:lnTo>
                  <a:pt x="647133" y="2048846"/>
                </a:lnTo>
                <a:lnTo>
                  <a:pt x="647351" y="2047909"/>
                </a:lnTo>
                <a:close/>
                <a:moveTo>
                  <a:pt x="631548" y="2081781"/>
                </a:moveTo>
                <a:lnTo>
                  <a:pt x="631468" y="2083766"/>
                </a:lnTo>
                <a:lnTo>
                  <a:pt x="638993" y="2084514"/>
                </a:lnTo>
                <a:lnTo>
                  <a:pt x="637406" y="2080044"/>
                </a:lnTo>
                <a:close/>
                <a:moveTo>
                  <a:pt x="650368" y="2039238"/>
                </a:moveTo>
                <a:lnTo>
                  <a:pt x="650338" y="2039368"/>
                </a:lnTo>
                <a:lnTo>
                  <a:pt x="650619" y="2039209"/>
                </a:lnTo>
                <a:close/>
                <a:moveTo>
                  <a:pt x="1308694" y="564984"/>
                </a:moveTo>
                <a:lnTo>
                  <a:pt x="1309602" y="568763"/>
                </a:lnTo>
                <a:lnTo>
                  <a:pt x="1310976" y="570441"/>
                </a:lnTo>
                <a:lnTo>
                  <a:pt x="1311945" y="569701"/>
                </a:lnTo>
                <a:close/>
                <a:moveTo>
                  <a:pt x="637650" y="2067478"/>
                </a:moveTo>
                <a:lnTo>
                  <a:pt x="637855" y="2070490"/>
                </a:lnTo>
                <a:lnTo>
                  <a:pt x="638355" y="2070708"/>
                </a:lnTo>
                <a:close/>
                <a:moveTo>
                  <a:pt x="642215" y="2056872"/>
                </a:moveTo>
                <a:lnTo>
                  <a:pt x="642353" y="2056934"/>
                </a:lnTo>
                <a:lnTo>
                  <a:pt x="642532" y="2056940"/>
                </a:lnTo>
                <a:close/>
                <a:moveTo>
                  <a:pt x="627622" y="2089077"/>
                </a:moveTo>
                <a:lnTo>
                  <a:pt x="628299" y="2093911"/>
                </a:lnTo>
                <a:lnTo>
                  <a:pt x="630666" y="2093769"/>
                </a:lnTo>
                <a:lnTo>
                  <a:pt x="630870" y="2088712"/>
                </a:lnTo>
                <a:close/>
                <a:moveTo>
                  <a:pt x="612802" y="2121971"/>
                </a:moveTo>
                <a:lnTo>
                  <a:pt x="621472" y="2121539"/>
                </a:lnTo>
                <a:lnTo>
                  <a:pt x="628770" y="2118378"/>
                </a:lnTo>
                <a:close/>
                <a:moveTo>
                  <a:pt x="1341820" y="488761"/>
                </a:moveTo>
                <a:lnTo>
                  <a:pt x="1344138" y="491048"/>
                </a:lnTo>
                <a:lnTo>
                  <a:pt x="1344662" y="484944"/>
                </a:lnTo>
                <a:close/>
                <a:moveTo>
                  <a:pt x="1320307" y="536532"/>
                </a:moveTo>
                <a:lnTo>
                  <a:pt x="1320566" y="541925"/>
                </a:lnTo>
                <a:lnTo>
                  <a:pt x="1321083" y="544019"/>
                </a:lnTo>
                <a:lnTo>
                  <a:pt x="1321247" y="539433"/>
                </a:lnTo>
                <a:close/>
                <a:moveTo>
                  <a:pt x="1320584" y="535367"/>
                </a:moveTo>
                <a:lnTo>
                  <a:pt x="1321312" y="537612"/>
                </a:lnTo>
                <a:lnTo>
                  <a:pt x="1321345" y="536681"/>
                </a:lnTo>
                <a:close/>
                <a:moveTo>
                  <a:pt x="627395" y="2087459"/>
                </a:moveTo>
                <a:lnTo>
                  <a:pt x="627475" y="2088030"/>
                </a:lnTo>
                <a:lnTo>
                  <a:pt x="630912" y="2087650"/>
                </a:lnTo>
                <a:lnTo>
                  <a:pt x="630915" y="2087575"/>
                </a:lnTo>
                <a:close/>
                <a:moveTo>
                  <a:pt x="1296216" y="589717"/>
                </a:moveTo>
                <a:lnTo>
                  <a:pt x="1296688" y="591944"/>
                </a:lnTo>
                <a:lnTo>
                  <a:pt x="1298022" y="592799"/>
                </a:lnTo>
                <a:lnTo>
                  <a:pt x="1297160" y="590925"/>
                </a:lnTo>
                <a:close/>
                <a:moveTo>
                  <a:pt x="1340201" y="491086"/>
                </a:moveTo>
                <a:lnTo>
                  <a:pt x="1341647" y="494845"/>
                </a:lnTo>
                <a:lnTo>
                  <a:pt x="1343545" y="497944"/>
                </a:lnTo>
                <a:lnTo>
                  <a:pt x="1344063" y="491914"/>
                </a:lnTo>
                <a:lnTo>
                  <a:pt x="1341420" y="489305"/>
                </a:lnTo>
                <a:close/>
                <a:moveTo>
                  <a:pt x="1339748" y="491749"/>
                </a:moveTo>
                <a:lnTo>
                  <a:pt x="1340720" y="493334"/>
                </a:lnTo>
                <a:lnTo>
                  <a:pt x="1339980" y="491410"/>
                </a:lnTo>
                <a:close/>
                <a:moveTo>
                  <a:pt x="627293" y="2086725"/>
                </a:moveTo>
                <a:lnTo>
                  <a:pt x="627353" y="2087152"/>
                </a:lnTo>
                <a:lnTo>
                  <a:pt x="630927" y="2087270"/>
                </a:lnTo>
                <a:lnTo>
                  <a:pt x="630959" y="2086477"/>
                </a:lnTo>
                <a:close/>
                <a:moveTo>
                  <a:pt x="1299359" y="581148"/>
                </a:moveTo>
                <a:lnTo>
                  <a:pt x="1299856" y="582922"/>
                </a:lnTo>
                <a:lnTo>
                  <a:pt x="1300141" y="583275"/>
                </a:lnTo>
                <a:lnTo>
                  <a:pt x="1300014" y="580647"/>
                </a:lnTo>
                <a:close/>
                <a:moveTo>
                  <a:pt x="1372542" y="417251"/>
                </a:moveTo>
                <a:lnTo>
                  <a:pt x="1382583" y="458069"/>
                </a:lnTo>
                <a:lnTo>
                  <a:pt x="1382741" y="457042"/>
                </a:lnTo>
                <a:lnTo>
                  <a:pt x="1382732" y="455966"/>
                </a:lnTo>
                <a:lnTo>
                  <a:pt x="1382307" y="436745"/>
                </a:lnTo>
                <a:close/>
                <a:moveTo>
                  <a:pt x="1338129" y="494114"/>
                </a:moveTo>
                <a:lnTo>
                  <a:pt x="1343234" y="501573"/>
                </a:lnTo>
                <a:lnTo>
                  <a:pt x="1343353" y="500182"/>
                </a:lnTo>
                <a:lnTo>
                  <a:pt x="1341455" y="495245"/>
                </a:lnTo>
                <a:lnTo>
                  <a:pt x="1339518" y="492085"/>
                </a:lnTo>
                <a:close/>
                <a:moveTo>
                  <a:pt x="627167" y="2085775"/>
                </a:moveTo>
                <a:lnTo>
                  <a:pt x="627189" y="2085980"/>
                </a:lnTo>
                <a:lnTo>
                  <a:pt x="627232" y="2086295"/>
                </a:lnTo>
                <a:lnTo>
                  <a:pt x="630336" y="2086085"/>
                </a:lnTo>
                <a:close/>
                <a:moveTo>
                  <a:pt x="637339" y="2062935"/>
                </a:moveTo>
                <a:lnTo>
                  <a:pt x="637546" y="2065959"/>
                </a:lnTo>
                <a:lnTo>
                  <a:pt x="637568" y="2066065"/>
                </a:lnTo>
                <a:lnTo>
                  <a:pt x="638606" y="2070817"/>
                </a:lnTo>
                <a:lnTo>
                  <a:pt x="639694" y="2071291"/>
                </a:lnTo>
                <a:lnTo>
                  <a:pt x="642432" y="2071453"/>
                </a:lnTo>
                <a:lnTo>
                  <a:pt x="644429" y="2060913"/>
                </a:lnTo>
                <a:close/>
                <a:moveTo>
                  <a:pt x="1347556" y="472018"/>
                </a:moveTo>
                <a:lnTo>
                  <a:pt x="1347347" y="480936"/>
                </a:lnTo>
                <a:lnTo>
                  <a:pt x="1351136" y="475846"/>
                </a:lnTo>
                <a:close/>
                <a:moveTo>
                  <a:pt x="636951" y="2063045"/>
                </a:moveTo>
                <a:lnTo>
                  <a:pt x="637232" y="2064420"/>
                </a:lnTo>
                <a:lnTo>
                  <a:pt x="637135" y="2062993"/>
                </a:lnTo>
                <a:close/>
                <a:moveTo>
                  <a:pt x="1336414" y="496620"/>
                </a:moveTo>
                <a:lnTo>
                  <a:pt x="1339373" y="507436"/>
                </a:lnTo>
                <a:lnTo>
                  <a:pt x="1339189" y="499087"/>
                </a:lnTo>
                <a:lnTo>
                  <a:pt x="1337055" y="495685"/>
                </a:lnTo>
                <a:close/>
                <a:moveTo>
                  <a:pt x="653923" y="2024497"/>
                </a:moveTo>
                <a:lnTo>
                  <a:pt x="654080" y="2025437"/>
                </a:lnTo>
                <a:lnTo>
                  <a:pt x="654254" y="2025606"/>
                </a:lnTo>
                <a:lnTo>
                  <a:pt x="655404" y="2025952"/>
                </a:lnTo>
                <a:lnTo>
                  <a:pt x="657975" y="2025383"/>
                </a:lnTo>
                <a:close/>
                <a:moveTo>
                  <a:pt x="1335386" y="498123"/>
                </a:moveTo>
                <a:lnTo>
                  <a:pt x="1335392" y="498155"/>
                </a:lnTo>
                <a:lnTo>
                  <a:pt x="1338926" y="520560"/>
                </a:lnTo>
                <a:lnTo>
                  <a:pt x="1339683" y="521476"/>
                </a:lnTo>
                <a:lnTo>
                  <a:pt x="1339409" y="509034"/>
                </a:lnTo>
                <a:lnTo>
                  <a:pt x="1336128" y="497039"/>
                </a:lnTo>
                <a:close/>
                <a:moveTo>
                  <a:pt x="658355" y="2013775"/>
                </a:moveTo>
                <a:lnTo>
                  <a:pt x="658461" y="2013924"/>
                </a:lnTo>
                <a:lnTo>
                  <a:pt x="659483" y="2013912"/>
                </a:lnTo>
                <a:lnTo>
                  <a:pt x="660515" y="2013218"/>
                </a:lnTo>
                <a:lnTo>
                  <a:pt x="660129" y="2012851"/>
                </a:lnTo>
                <a:close/>
                <a:moveTo>
                  <a:pt x="632178" y="2072386"/>
                </a:moveTo>
                <a:lnTo>
                  <a:pt x="631675" y="2078621"/>
                </a:lnTo>
                <a:lnTo>
                  <a:pt x="631559" y="2081495"/>
                </a:lnTo>
                <a:lnTo>
                  <a:pt x="637316" y="2079788"/>
                </a:lnTo>
                <a:lnTo>
                  <a:pt x="636050" y="2076222"/>
                </a:lnTo>
                <a:lnTo>
                  <a:pt x="635278" y="2073737"/>
                </a:lnTo>
                <a:close/>
                <a:moveTo>
                  <a:pt x="642192" y="2049891"/>
                </a:moveTo>
                <a:lnTo>
                  <a:pt x="646648" y="2050939"/>
                </a:lnTo>
                <a:lnTo>
                  <a:pt x="646748" y="2050506"/>
                </a:lnTo>
                <a:lnTo>
                  <a:pt x="645356" y="2048675"/>
                </a:lnTo>
                <a:close/>
                <a:moveTo>
                  <a:pt x="626952" y="2083758"/>
                </a:moveTo>
                <a:lnTo>
                  <a:pt x="627114" y="2085281"/>
                </a:lnTo>
                <a:lnTo>
                  <a:pt x="630992" y="2085660"/>
                </a:lnTo>
                <a:lnTo>
                  <a:pt x="631052" y="2084166"/>
                </a:lnTo>
                <a:close/>
                <a:moveTo>
                  <a:pt x="626888" y="2083163"/>
                </a:moveTo>
                <a:lnTo>
                  <a:pt x="626904" y="2083312"/>
                </a:lnTo>
                <a:lnTo>
                  <a:pt x="631070" y="2083726"/>
                </a:lnTo>
                <a:lnTo>
                  <a:pt x="631143" y="2081901"/>
                </a:lnTo>
                <a:close/>
                <a:moveTo>
                  <a:pt x="651200" y="2028417"/>
                </a:moveTo>
                <a:lnTo>
                  <a:pt x="651327" y="2028878"/>
                </a:lnTo>
                <a:lnTo>
                  <a:pt x="651805" y="2028686"/>
                </a:lnTo>
                <a:lnTo>
                  <a:pt x="651890" y="2028317"/>
                </a:lnTo>
                <a:close/>
                <a:moveTo>
                  <a:pt x="1320161" y="530248"/>
                </a:moveTo>
                <a:lnTo>
                  <a:pt x="1320094" y="532094"/>
                </a:lnTo>
                <a:lnTo>
                  <a:pt x="1320162" y="533531"/>
                </a:lnTo>
                <a:lnTo>
                  <a:pt x="1321384" y="535642"/>
                </a:lnTo>
                <a:lnTo>
                  <a:pt x="1321455" y="533637"/>
                </a:lnTo>
                <a:lnTo>
                  <a:pt x="1321634" y="533881"/>
                </a:lnTo>
                <a:lnTo>
                  <a:pt x="1321560" y="535945"/>
                </a:lnTo>
                <a:lnTo>
                  <a:pt x="1323763" y="539754"/>
                </a:lnTo>
                <a:lnTo>
                  <a:pt x="1323008" y="533793"/>
                </a:lnTo>
                <a:close/>
                <a:moveTo>
                  <a:pt x="626514" y="2083274"/>
                </a:moveTo>
                <a:lnTo>
                  <a:pt x="626735" y="2083296"/>
                </a:lnTo>
                <a:lnTo>
                  <a:pt x="626723" y="2083212"/>
                </a:lnTo>
                <a:close/>
                <a:moveTo>
                  <a:pt x="1298529" y="578178"/>
                </a:moveTo>
                <a:lnTo>
                  <a:pt x="1298935" y="579629"/>
                </a:lnTo>
                <a:lnTo>
                  <a:pt x="1299474" y="579218"/>
                </a:lnTo>
                <a:close/>
                <a:moveTo>
                  <a:pt x="640804" y="2050425"/>
                </a:moveTo>
                <a:lnTo>
                  <a:pt x="645350" y="2052602"/>
                </a:lnTo>
                <a:lnTo>
                  <a:pt x="646236" y="2052717"/>
                </a:lnTo>
                <a:lnTo>
                  <a:pt x="646437" y="2051849"/>
                </a:lnTo>
                <a:lnTo>
                  <a:pt x="641018" y="2050343"/>
                </a:lnTo>
                <a:close/>
                <a:moveTo>
                  <a:pt x="650948" y="2027504"/>
                </a:moveTo>
                <a:lnTo>
                  <a:pt x="651094" y="2028034"/>
                </a:lnTo>
                <a:lnTo>
                  <a:pt x="651986" y="2027905"/>
                </a:lnTo>
                <a:lnTo>
                  <a:pt x="652017" y="2027772"/>
                </a:lnTo>
                <a:lnTo>
                  <a:pt x="651900" y="2027293"/>
                </a:lnTo>
                <a:close/>
                <a:moveTo>
                  <a:pt x="1295519" y="584076"/>
                </a:moveTo>
                <a:lnTo>
                  <a:pt x="1298768" y="588386"/>
                </a:lnTo>
                <a:lnTo>
                  <a:pt x="1297759" y="583533"/>
                </a:lnTo>
                <a:lnTo>
                  <a:pt x="1297491" y="582573"/>
                </a:lnTo>
                <a:close/>
                <a:moveTo>
                  <a:pt x="655983" y="2015009"/>
                </a:moveTo>
                <a:lnTo>
                  <a:pt x="655797" y="2015811"/>
                </a:lnTo>
                <a:lnTo>
                  <a:pt x="656448" y="2015953"/>
                </a:lnTo>
                <a:lnTo>
                  <a:pt x="657709" y="2015105"/>
                </a:lnTo>
                <a:lnTo>
                  <a:pt x="657610" y="2014977"/>
                </a:lnTo>
                <a:lnTo>
                  <a:pt x="656009" y="2014996"/>
                </a:lnTo>
                <a:close/>
                <a:moveTo>
                  <a:pt x="1329257" y="507081"/>
                </a:moveTo>
                <a:lnTo>
                  <a:pt x="1332508" y="512797"/>
                </a:lnTo>
                <a:lnTo>
                  <a:pt x="1333056" y="513459"/>
                </a:lnTo>
                <a:lnTo>
                  <a:pt x="1330617" y="507329"/>
                </a:lnTo>
                <a:lnTo>
                  <a:pt x="1330784" y="507426"/>
                </a:lnTo>
                <a:lnTo>
                  <a:pt x="1333305" y="513761"/>
                </a:lnTo>
                <a:lnTo>
                  <a:pt x="1336733" y="517907"/>
                </a:lnTo>
                <a:lnTo>
                  <a:pt x="1333945" y="500229"/>
                </a:lnTo>
                <a:close/>
                <a:moveTo>
                  <a:pt x="1335465" y="493152"/>
                </a:moveTo>
                <a:lnTo>
                  <a:pt x="1336214" y="495888"/>
                </a:lnTo>
                <a:lnTo>
                  <a:pt x="1336739" y="495182"/>
                </a:lnTo>
                <a:close/>
                <a:moveTo>
                  <a:pt x="650669" y="2026491"/>
                </a:moveTo>
                <a:lnTo>
                  <a:pt x="650801" y="2026972"/>
                </a:lnTo>
                <a:lnTo>
                  <a:pt x="651645" y="2026785"/>
                </a:lnTo>
                <a:close/>
                <a:moveTo>
                  <a:pt x="1293671" y="586458"/>
                </a:moveTo>
                <a:lnTo>
                  <a:pt x="1293561" y="588424"/>
                </a:lnTo>
                <a:lnTo>
                  <a:pt x="1295752" y="591283"/>
                </a:lnTo>
                <a:lnTo>
                  <a:pt x="1295429" y="588709"/>
                </a:lnTo>
                <a:close/>
                <a:moveTo>
                  <a:pt x="636932" y="2056960"/>
                </a:moveTo>
                <a:lnTo>
                  <a:pt x="637328" y="2062764"/>
                </a:lnTo>
                <a:lnTo>
                  <a:pt x="641224" y="2061653"/>
                </a:lnTo>
                <a:lnTo>
                  <a:pt x="644473" y="2060678"/>
                </a:lnTo>
                <a:lnTo>
                  <a:pt x="644843" y="2058728"/>
                </a:lnTo>
                <a:lnTo>
                  <a:pt x="644871" y="2058604"/>
                </a:lnTo>
                <a:lnTo>
                  <a:pt x="641538" y="2057114"/>
                </a:lnTo>
                <a:close/>
                <a:moveTo>
                  <a:pt x="1338353" y="486281"/>
                </a:moveTo>
                <a:lnTo>
                  <a:pt x="1340061" y="490721"/>
                </a:lnTo>
                <a:lnTo>
                  <a:pt x="1341244" y="489133"/>
                </a:lnTo>
                <a:close/>
                <a:moveTo>
                  <a:pt x="632731" y="2065539"/>
                </a:moveTo>
                <a:lnTo>
                  <a:pt x="632519" y="2068166"/>
                </a:lnTo>
                <a:lnTo>
                  <a:pt x="633708" y="2068683"/>
                </a:lnTo>
                <a:close/>
                <a:moveTo>
                  <a:pt x="649161" y="2028713"/>
                </a:moveTo>
                <a:lnTo>
                  <a:pt x="649381" y="2029658"/>
                </a:lnTo>
                <a:lnTo>
                  <a:pt x="650020" y="2029401"/>
                </a:lnTo>
                <a:lnTo>
                  <a:pt x="649805" y="2028619"/>
                </a:lnTo>
                <a:close/>
                <a:moveTo>
                  <a:pt x="623069" y="2087011"/>
                </a:moveTo>
                <a:lnTo>
                  <a:pt x="627274" y="2087150"/>
                </a:lnTo>
                <a:lnTo>
                  <a:pt x="627215" y="2086731"/>
                </a:lnTo>
                <a:close/>
                <a:moveTo>
                  <a:pt x="606852" y="2123310"/>
                </a:moveTo>
                <a:lnTo>
                  <a:pt x="614334" y="2124631"/>
                </a:lnTo>
                <a:lnTo>
                  <a:pt x="620336" y="2122030"/>
                </a:lnTo>
                <a:lnTo>
                  <a:pt x="611034" y="2122369"/>
                </a:lnTo>
                <a:close/>
                <a:moveTo>
                  <a:pt x="1313944" y="539911"/>
                </a:moveTo>
                <a:lnTo>
                  <a:pt x="1313941" y="539954"/>
                </a:lnTo>
                <a:lnTo>
                  <a:pt x="1314030" y="540050"/>
                </a:lnTo>
                <a:close/>
                <a:moveTo>
                  <a:pt x="639041" y="2051102"/>
                </a:moveTo>
                <a:lnTo>
                  <a:pt x="644492" y="2052490"/>
                </a:lnTo>
                <a:lnTo>
                  <a:pt x="644592" y="2052503"/>
                </a:lnTo>
                <a:lnTo>
                  <a:pt x="640575" y="2050513"/>
                </a:lnTo>
                <a:close/>
                <a:moveTo>
                  <a:pt x="633099" y="2064144"/>
                </a:moveTo>
                <a:lnTo>
                  <a:pt x="634634" y="2069087"/>
                </a:lnTo>
                <a:lnTo>
                  <a:pt x="637639" y="2070396"/>
                </a:lnTo>
                <a:lnTo>
                  <a:pt x="637345" y="2066087"/>
                </a:lnTo>
                <a:lnTo>
                  <a:pt x="636697" y="2063118"/>
                </a:lnTo>
                <a:close/>
                <a:moveTo>
                  <a:pt x="636848" y="2055723"/>
                </a:moveTo>
                <a:lnTo>
                  <a:pt x="636918" y="2056752"/>
                </a:lnTo>
                <a:lnTo>
                  <a:pt x="641036" y="2056891"/>
                </a:lnTo>
                <a:lnTo>
                  <a:pt x="639878" y="2056373"/>
                </a:lnTo>
                <a:close/>
                <a:moveTo>
                  <a:pt x="1313710" y="539538"/>
                </a:moveTo>
                <a:lnTo>
                  <a:pt x="1313774" y="539776"/>
                </a:lnTo>
                <a:lnTo>
                  <a:pt x="1313804" y="539808"/>
                </a:lnTo>
                <a:lnTo>
                  <a:pt x="1313810" y="539698"/>
                </a:lnTo>
                <a:close/>
                <a:moveTo>
                  <a:pt x="648981" y="2027940"/>
                </a:moveTo>
                <a:lnTo>
                  <a:pt x="649071" y="2028327"/>
                </a:lnTo>
                <a:lnTo>
                  <a:pt x="649699" y="2028237"/>
                </a:lnTo>
                <a:lnTo>
                  <a:pt x="649581" y="2027806"/>
                </a:lnTo>
                <a:close/>
                <a:moveTo>
                  <a:pt x="650508" y="2024480"/>
                </a:moveTo>
                <a:lnTo>
                  <a:pt x="651273" y="2024710"/>
                </a:lnTo>
                <a:lnTo>
                  <a:pt x="651251" y="2024621"/>
                </a:lnTo>
                <a:lnTo>
                  <a:pt x="650934" y="2024311"/>
                </a:lnTo>
                <a:close/>
                <a:moveTo>
                  <a:pt x="636878" y="2054488"/>
                </a:moveTo>
                <a:lnTo>
                  <a:pt x="638202" y="2055079"/>
                </a:lnTo>
                <a:lnTo>
                  <a:pt x="645338" y="2056592"/>
                </a:lnTo>
                <a:lnTo>
                  <a:pt x="645518" y="2055816"/>
                </a:lnTo>
                <a:lnTo>
                  <a:pt x="639096" y="2054180"/>
                </a:lnTo>
                <a:close/>
                <a:moveTo>
                  <a:pt x="1320396" y="523874"/>
                </a:moveTo>
                <a:lnTo>
                  <a:pt x="1320243" y="528026"/>
                </a:lnTo>
                <a:lnTo>
                  <a:pt x="1322658" y="531033"/>
                </a:lnTo>
                <a:lnTo>
                  <a:pt x="1322611" y="530672"/>
                </a:lnTo>
                <a:close/>
                <a:moveTo>
                  <a:pt x="635701" y="2056919"/>
                </a:moveTo>
                <a:lnTo>
                  <a:pt x="636918" y="2062880"/>
                </a:lnTo>
                <a:lnTo>
                  <a:pt x="637123" y="2062822"/>
                </a:lnTo>
                <a:lnTo>
                  <a:pt x="636724" y="2056953"/>
                </a:lnTo>
                <a:close/>
                <a:moveTo>
                  <a:pt x="1292181" y="586624"/>
                </a:moveTo>
                <a:lnTo>
                  <a:pt x="1293366" y="588169"/>
                </a:lnTo>
                <a:lnTo>
                  <a:pt x="1293499" y="586240"/>
                </a:lnTo>
                <a:lnTo>
                  <a:pt x="1293195" y="585851"/>
                </a:lnTo>
                <a:close/>
                <a:moveTo>
                  <a:pt x="649974" y="2023966"/>
                </a:moveTo>
                <a:lnTo>
                  <a:pt x="650076" y="2024337"/>
                </a:lnTo>
                <a:lnTo>
                  <a:pt x="650698" y="2024081"/>
                </a:lnTo>
                <a:lnTo>
                  <a:pt x="650382" y="2023772"/>
                </a:lnTo>
                <a:close/>
                <a:moveTo>
                  <a:pt x="636701" y="2053571"/>
                </a:moveTo>
                <a:lnTo>
                  <a:pt x="636745" y="2054202"/>
                </a:lnTo>
                <a:lnTo>
                  <a:pt x="638323" y="2053983"/>
                </a:lnTo>
                <a:close/>
                <a:moveTo>
                  <a:pt x="643023" y="2039249"/>
                </a:moveTo>
                <a:lnTo>
                  <a:pt x="646938" y="2038784"/>
                </a:lnTo>
                <a:lnTo>
                  <a:pt x="647324" y="2038710"/>
                </a:lnTo>
                <a:lnTo>
                  <a:pt x="645552" y="2038444"/>
                </a:lnTo>
                <a:close/>
                <a:moveTo>
                  <a:pt x="1293979" y="580902"/>
                </a:moveTo>
                <a:lnTo>
                  <a:pt x="1293920" y="581956"/>
                </a:lnTo>
                <a:lnTo>
                  <a:pt x="1294312" y="582476"/>
                </a:lnTo>
                <a:close/>
                <a:moveTo>
                  <a:pt x="1307725" y="550035"/>
                </a:moveTo>
                <a:lnTo>
                  <a:pt x="1312668" y="559640"/>
                </a:lnTo>
                <a:lnTo>
                  <a:pt x="1312799" y="557696"/>
                </a:lnTo>
                <a:lnTo>
                  <a:pt x="1310016" y="552291"/>
                </a:lnTo>
                <a:lnTo>
                  <a:pt x="1308758" y="550839"/>
                </a:lnTo>
                <a:close/>
                <a:moveTo>
                  <a:pt x="635394" y="2055411"/>
                </a:moveTo>
                <a:lnTo>
                  <a:pt x="635659" y="2056710"/>
                </a:lnTo>
                <a:lnTo>
                  <a:pt x="636709" y="2056745"/>
                </a:lnTo>
                <a:lnTo>
                  <a:pt x="636636" y="2055677"/>
                </a:lnTo>
                <a:close/>
                <a:moveTo>
                  <a:pt x="648494" y="2025837"/>
                </a:moveTo>
                <a:lnTo>
                  <a:pt x="648857" y="2027403"/>
                </a:lnTo>
                <a:lnTo>
                  <a:pt x="649435" y="2027275"/>
                </a:lnTo>
                <a:lnTo>
                  <a:pt x="649088" y="2026016"/>
                </a:lnTo>
                <a:close/>
                <a:moveTo>
                  <a:pt x="1333901" y="490657"/>
                </a:moveTo>
                <a:lnTo>
                  <a:pt x="1335213" y="497255"/>
                </a:lnTo>
                <a:lnTo>
                  <a:pt x="1335406" y="496973"/>
                </a:lnTo>
                <a:lnTo>
                  <a:pt x="1335920" y="496283"/>
                </a:lnTo>
                <a:lnTo>
                  <a:pt x="1334752" y="492015"/>
                </a:lnTo>
                <a:close/>
                <a:moveTo>
                  <a:pt x="1290451" y="587943"/>
                </a:moveTo>
                <a:lnTo>
                  <a:pt x="1290452" y="587944"/>
                </a:lnTo>
                <a:lnTo>
                  <a:pt x="1290452" y="587943"/>
                </a:lnTo>
                <a:close/>
                <a:moveTo>
                  <a:pt x="1321363" y="518616"/>
                </a:moveTo>
                <a:lnTo>
                  <a:pt x="1322198" y="524566"/>
                </a:lnTo>
                <a:lnTo>
                  <a:pt x="1322699" y="528502"/>
                </a:lnTo>
                <a:lnTo>
                  <a:pt x="1324114" y="532847"/>
                </a:lnTo>
                <a:lnTo>
                  <a:pt x="1328500" y="538309"/>
                </a:lnTo>
                <a:lnTo>
                  <a:pt x="1326682" y="532870"/>
                </a:lnTo>
                <a:lnTo>
                  <a:pt x="1326798" y="532946"/>
                </a:lnTo>
                <a:lnTo>
                  <a:pt x="1328655" y="538503"/>
                </a:lnTo>
                <a:lnTo>
                  <a:pt x="1331370" y="541885"/>
                </a:lnTo>
                <a:lnTo>
                  <a:pt x="1337979" y="531483"/>
                </a:lnTo>
                <a:lnTo>
                  <a:pt x="1335229" y="523542"/>
                </a:lnTo>
                <a:lnTo>
                  <a:pt x="1335428" y="523670"/>
                </a:lnTo>
                <a:lnTo>
                  <a:pt x="1338079" y="531327"/>
                </a:lnTo>
                <a:lnTo>
                  <a:pt x="1338310" y="530964"/>
                </a:lnTo>
                <a:lnTo>
                  <a:pt x="1338529" y="529847"/>
                </a:lnTo>
                <a:lnTo>
                  <a:pt x="1336447" y="525353"/>
                </a:lnTo>
                <a:lnTo>
                  <a:pt x="1332066" y="517653"/>
                </a:lnTo>
                <a:lnTo>
                  <a:pt x="1326571" y="511006"/>
                </a:lnTo>
                <a:close/>
                <a:moveTo>
                  <a:pt x="621567" y="2084740"/>
                </a:moveTo>
                <a:lnTo>
                  <a:pt x="627011" y="2085271"/>
                </a:lnTo>
                <a:lnTo>
                  <a:pt x="626797" y="2083743"/>
                </a:lnTo>
                <a:lnTo>
                  <a:pt x="625400" y="2083604"/>
                </a:lnTo>
                <a:close/>
                <a:moveTo>
                  <a:pt x="635159" y="2054263"/>
                </a:moveTo>
                <a:lnTo>
                  <a:pt x="635191" y="2054418"/>
                </a:lnTo>
                <a:lnTo>
                  <a:pt x="635431" y="2054384"/>
                </a:lnTo>
                <a:close/>
                <a:moveTo>
                  <a:pt x="1320180" y="520344"/>
                </a:moveTo>
                <a:lnTo>
                  <a:pt x="1320229" y="520929"/>
                </a:lnTo>
                <a:lnTo>
                  <a:pt x="1322106" y="526685"/>
                </a:lnTo>
                <a:lnTo>
                  <a:pt x="1321127" y="518962"/>
                </a:lnTo>
                <a:close/>
                <a:moveTo>
                  <a:pt x="633434" y="2056843"/>
                </a:moveTo>
                <a:lnTo>
                  <a:pt x="632897" y="2063493"/>
                </a:lnTo>
                <a:lnTo>
                  <a:pt x="633049" y="2063984"/>
                </a:lnTo>
                <a:lnTo>
                  <a:pt x="636661" y="2062954"/>
                </a:lnTo>
                <a:lnTo>
                  <a:pt x="635339" y="2056906"/>
                </a:lnTo>
                <a:close/>
                <a:moveTo>
                  <a:pt x="640697" y="2040387"/>
                </a:moveTo>
                <a:lnTo>
                  <a:pt x="642515" y="2042776"/>
                </a:lnTo>
                <a:lnTo>
                  <a:pt x="648121" y="2040621"/>
                </a:lnTo>
                <a:lnTo>
                  <a:pt x="649178" y="2040023"/>
                </a:lnTo>
                <a:lnTo>
                  <a:pt x="649332" y="2039362"/>
                </a:lnTo>
                <a:close/>
                <a:moveTo>
                  <a:pt x="634926" y="2053118"/>
                </a:moveTo>
                <a:lnTo>
                  <a:pt x="635038" y="2053665"/>
                </a:lnTo>
                <a:lnTo>
                  <a:pt x="636359" y="2054256"/>
                </a:lnTo>
                <a:lnTo>
                  <a:pt x="636538" y="2054231"/>
                </a:lnTo>
                <a:lnTo>
                  <a:pt x="636489" y="2053517"/>
                </a:lnTo>
                <a:close/>
                <a:moveTo>
                  <a:pt x="1316147" y="527694"/>
                </a:moveTo>
                <a:lnTo>
                  <a:pt x="1316135" y="530900"/>
                </a:lnTo>
                <a:lnTo>
                  <a:pt x="1317019" y="533586"/>
                </a:lnTo>
                <a:lnTo>
                  <a:pt x="1317073" y="532112"/>
                </a:lnTo>
                <a:lnTo>
                  <a:pt x="1316926" y="529040"/>
                </a:lnTo>
                <a:close/>
                <a:moveTo>
                  <a:pt x="1294224" y="576482"/>
                </a:moveTo>
                <a:lnTo>
                  <a:pt x="1294055" y="579524"/>
                </a:lnTo>
                <a:lnTo>
                  <a:pt x="1294754" y="582818"/>
                </a:lnTo>
                <a:lnTo>
                  <a:pt x="1297066" y="581054"/>
                </a:lnTo>
                <a:lnTo>
                  <a:pt x="1296826" y="580199"/>
                </a:lnTo>
                <a:lnTo>
                  <a:pt x="1296102" y="578769"/>
                </a:lnTo>
                <a:close/>
                <a:moveTo>
                  <a:pt x="1306435" y="549032"/>
                </a:moveTo>
                <a:lnTo>
                  <a:pt x="1307564" y="559262"/>
                </a:lnTo>
                <a:lnTo>
                  <a:pt x="1312239" y="566047"/>
                </a:lnTo>
                <a:lnTo>
                  <a:pt x="1312589" y="560832"/>
                </a:lnTo>
                <a:lnTo>
                  <a:pt x="1306568" y="549136"/>
                </a:lnTo>
                <a:close/>
                <a:moveTo>
                  <a:pt x="1347932" y="455951"/>
                </a:moveTo>
                <a:lnTo>
                  <a:pt x="1347634" y="468644"/>
                </a:lnTo>
                <a:lnTo>
                  <a:pt x="1350939" y="472175"/>
                </a:lnTo>
                <a:lnTo>
                  <a:pt x="1350248" y="463383"/>
                </a:lnTo>
                <a:lnTo>
                  <a:pt x="1349270" y="459384"/>
                </a:lnTo>
                <a:close/>
                <a:moveTo>
                  <a:pt x="1316279" y="526819"/>
                </a:moveTo>
                <a:lnTo>
                  <a:pt x="1316868" y="527837"/>
                </a:lnTo>
                <a:lnTo>
                  <a:pt x="1316782" y="526038"/>
                </a:lnTo>
                <a:lnTo>
                  <a:pt x="1316753" y="526003"/>
                </a:lnTo>
                <a:close/>
                <a:moveTo>
                  <a:pt x="1341050" y="471339"/>
                </a:moveTo>
                <a:lnTo>
                  <a:pt x="1343390" y="476900"/>
                </a:lnTo>
                <a:lnTo>
                  <a:pt x="1345009" y="480899"/>
                </a:lnTo>
                <a:lnTo>
                  <a:pt x="1345090" y="479957"/>
                </a:lnTo>
                <a:lnTo>
                  <a:pt x="1344684" y="479004"/>
                </a:lnTo>
                <a:close/>
                <a:moveTo>
                  <a:pt x="1370325" y="405352"/>
                </a:moveTo>
                <a:lnTo>
                  <a:pt x="1385890" y="435766"/>
                </a:lnTo>
                <a:lnTo>
                  <a:pt x="1387258" y="426024"/>
                </a:lnTo>
                <a:lnTo>
                  <a:pt x="1387400" y="426268"/>
                </a:lnTo>
                <a:lnTo>
                  <a:pt x="1386028" y="436034"/>
                </a:lnTo>
                <a:lnTo>
                  <a:pt x="1393505" y="450643"/>
                </a:lnTo>
                <a:lnTo>
                  <a:pt x="1396327" y="446541"/>
                </a:lnTo>
                <a:lnTo>
                  <a:pt x="1389792" y="427557"/>
                </a:lnTo>
                <a:lnTo>
                  <a:pt x="1390085" y="427746"/>
                </a:lnTo>
                <a:lnTo>
                  <a:pt x="1396479" y="446320"/>
                </a:lnTo>
                <a:lnTo>
                  <a:pt x="1400734" y="440134"/>
                </a:lnTo>
                <a:lnTo>
                  <a:pt x="1388912" y="390534"/>
                </a:lnTo>
                <a:lnTo>
                  <a:pt x="1375510" y="400759"/>
                </a:lnTo>
                <a:close/>
                <a:moveTo>
                  <a:pt x="633582" y="2055023"/>
                </a:moveTo>
                <a:lnTo>
                  <a:pt x="633451" y="2056636"/>
                </a:lnTo>
                <a:lnTo>
                  <a:pt x="635294" y="2056698"/>
                </a:lnTo>
                <a:lnTo>
                  <a:pt x="634994" y="2055326"/>
                </a:lnTo>
                <a:close/>
                <a:moveTo>
                  <a:pt x="1315330" y="528450"/>
                </a:moveTo>
                <a:lnTo>
                  <a:pt x="1315722" y="529644"/>
                </a:lnTo>
                <a:lnTo>
                  <a:pt x="1315730" y="527763"/>
                </a:lnTo>
                <a:close/>
                <a:moveTo>
                  <a:pt x="1294294" y="575199"/>
                </a:moveTo>
                <a:lnTo>
                  <a:pt x="1294278" y="575496"/>
                </a:lnTo>
                <a:lnTo>
                  <a:pt x="1294828" y="576254"/>
                </a:lnTo>
                <a:close/>
                <a:moveTo>
                  <a:pt x="603149" y="2122656"/>
                </a:moveTo>
                <a:lnTo>
                  <a:pt x="605136" y="2123007"/>
                </a:lnTo>
                <a:lnTo>
                  <a:pt x="607380" y="2122502"/>
                </a:lnTo>
                <a:close/>
                <a:moveTo>
                  <a:pt x="1369460" y="406119"/>
                </a:moveTo>
                <a:lnTo>
                  <a:pt x="1371773" y="414127"/>
                </a:lnTo>
                <a:lnTo>
                  <a:pt x="1372355" y="416493"/>
                </a:lnTo>
                <a:lnTo>
                  <a:pt x="1377012" y="425297"/>
                </a:lnTo>
                <a:lnTo>
                  <a:pt x="1385095" y="441433"/>
                </a:lnTo>
                <a:lnTo>
                  <a:pt x="1385770" y="436619"/>
                </a:lnTo>
                <a:lnTo>
                  <a:pt x="1369942" y="405691"/>
                </a:lnTo>
                <a:close/>
                <a:moveTo>
                  <a:pt x="633696" y="2053608"/>
                </a:moveTo>
                <a:lnTo>
                  <a:pt x="633655" y="2054114"/>
                </a:lnTo>
                <a:lnTo>
                  <a:pt x="634782" y="2054353"/>
                </a:lnTo>
                <a:lnTo>
                  <a:pt x="634719" y="2054066"/>
                </a:lnTo>
                <a:close/>
                <a:moveTo>
                  <a:pt x="1347976" y="454094"/>
                </a:moveTo>
                <a:lnTo>
                  <a:pt x="1347951" y="455166"/>
                </a:lnTo>
                <a:lnTo>
                  <a:pt x="1348724" y="457151"/>
                </a:lnTo>
                <a:close/>
                <a:moveTo>
                  <a:pt x="633807" y="2053114"/>
                </a:moveTo>
                <a:lnTo>
                  <a:pt x="634587" y="2053464"/>
                </a:lnTo>
                <a:lnTo>
                  <a:pt x="634488" y="2053007"/>
                </a:lnTo>
                <a:lnTo>
                  <a:pt x="634246" y="2052945"/>
                </a:lnTo>
                <a:close/>
                <a:moveTo>
                  <a:pt x="1312205" y="533820"/>
                </a:moveTo>
                <a:lnTo>
                  <a:pt x="1312326" y="534012"/>
                </a:lnTo>
                <a:lnTo>
                  <a:pt x="1312239" y="533762"/>
                </a:lnTo>
                <a:close/>
                <a:moveTo>
                  <a:pt x="1294382" y="573618"/>
                </a:moveTo>
                <a:lnTo>
                  <a:pt x="1294336" y="574435"/>
                </a:lnTo>
                <a:lnTo>
                  <a:pt x="1296251" y="578213"/>
                </a:lnTo>
                <a:lnTo>
                  <a:pt x="1296285" y="578259"/>
                </a:lnTo>
                <a:lnTo>
                  <a:pt x="1295631" y="575921"/>
                </a:lnTo>
                <a:lnTo>
                  <a:pt x="1294844" y="574126"/>
                </a:lnTo>
                <a:close/>
                <a:moveTo>
                  <a:pt x="1288779" y="585762"/>
                </a:moveTo>
                <a:lnTo>
                  <a:pt x="1289153" y="587092"/>
                </a:lnTo>
                <a:lnTo>
                  <a:pt x="1289561" y="586781"/>
                </a:lnTo>
                <a:close/>
                <a:moveTo>
                  <a:pt x="1293127" y="575147"/>
                </a:moveTo>
                <a:lnTo>
                  <a:pt x="1293927" y="578921"/>
                </a:lnTo>
                <a:lnTo>
                  <a:pt x="1294073" y="576299"/>
                </a:lnTo>
                <a:close/>
                <a:moveTo>
                  <a:pt x="644788" y="2026436"/>
                </a:moveTo>
                <a:lnTo>
                  <a:pt x="646718" y="2025674"/>
                </a:lnTo>
                <a:lnTo>
                  <a:pt x="646676" y="2025537"/>
                </a:lnTo>
                <a:close/>
                <a:moveTo>
                  <a:pt x="1367695" y="407682"/>
                </a:moveTo>
                <a:lnTo>
                  <a:pt x="1370387" y="412772"/>
                </a:lnTo>
                <a:lnTo>
                  <a:pt x="1368877" y="406635"/>
                </a:lnTo>
                <a:close/>
                <a:moveTo>
                  <a:pt x="627170" y="2065835"/>
                </a:moveTo>
                <a:lnTo>
                  <a:pt x="631709" y="2067812"/>
                </a:lnTo>
                <a:lnTo>
                  <a:pt x="631842" y="2064502"/>
                </a:lnTo>
                <a:close/>
                <a:moveTo>
                  <a:pt x="625426" y="2069444"/>
                </a:moveTo>
                <a:lnTo>
                  <a:pt x="626859" y="2082890"/>
                </a:lnTo>
                <a:lnTo>
                  <a:pt x="631154" y="2081615"/>
                </a:lnTo>
                <a:lnTo>
                  <a:pt x="631536" y="2072107"/>
                </a:lnTo>
                <a:close/>
                <a:moveTo>
                  <a:pt x="1289815" y="581522"/>
                </a:moveTo>
                <a:lnTo>
                  <a:pt x="1290822" y="584849"/>
                </a:lnTo>
                <a:lnTo>
                  <a:pt x="1291290" y="585461"/>
                </a:lnTo>
                <a:lnTo>
                  <a:pt x="1292293" y="584696"/>
                </a:lnTo>
                <a:close/>
                <a:moveTo>
                  <a:pt x="644138" y="2026995"/>
                </a:moveTo>
                <a:lnTo>
                  <a:pt x="644185" y="2028437"/>
                </a:lnTo>
                <a:lnTo>
                  <a:pt x="647358" y="2027735"/>
                </a:lnTo>
                <a:lnTo>
                  <a:pt x="646802" y="2025943"/>
                </a:lnTo>
                <a:close/>
                <a:moveTo>
                  <a:pt x="632077" y="2053780"/>
                </a:moveTo>
                <a:lnTo>
                  <a:pt x="632626" y="2053896"/>
                </a:lnTo>
                <a:lnTo>
                  <a:pt x="632654" y="2053558"/>
                </a:lnTo>
                <a:close/>
                <a:moveTo>
                  <a:pt x="642993" y="2029210"/>
                </a:moveTo>
                <a:lnTo>
                  <a:pt x="647608" y="2028540"/>
                </a:lnTo>
                <a:lnTo>
                  <a:pt x="647522" y="2028263"/>
                </a:lnTo>
                <a:lnTo>
                  <a:pt x="646876" y="2028406"/>
                </a:lnTo>
                <a:close/>
                <a:moveTo>
                  <a:pt x="642799" y="2029634"/>
                </a:moveTo>
                <a:lnTo>
                  <a:pt x="645588" y="2030285"/>
                </a:lnTo>
                <a:lnTo>
                  <a:pt x="646839" y="2030481"/>
                </a:lnTo>
                <a:lnTo>
                  <a:pt x="647941" y="2030236"/>
                </a:lnTo>
                <a:lnTo>
                  <a:pt x="648113" y="2030166"/>
                </a:lnTo>
                <a:lnTo>
                  <a:pt x="647727" y="2028921"/>
                </a:lnTo>
                <a:lnTo>
                  <a:pt x="642989" y="2029609"/>
                </a:lnTo>
                <a:close/>
                <a:moveTo>
                  <a:pt x="1305944" y="544582"/>
                </a:moveTo>
                <a:lnTo>
                  <a:pt x="1306166" y="546586"/>
                </a:lnTo>
                <a:lnTo>
                  <a:pt x="1307691" y="547774"/>
                </a:lnTo>
                <a:lnTo>
                  <a:pt x="1305999" y="544488"/>
                </a:lnTo>
                <a:close/>
                <a:moveTo>
                  <a:pt x="1305398" y="545521"/>
                </a:moveTo>
                <a:lnTo>
                  <a:pt x="1305425" y="545570"/>
                </a:lnTo>
                <a:lnTo>
                  <a:pt x="1305536" y="545785"/>
                </a:lnTo>
                <a:lnTo>
                  <a:pt x="1305497" y="545351"/>
                </a:lnTo>
                <a:close/>
                <a:moveTo>
                  <a:pt x="1304501" y="547527"/>
                </a:moveTo>
                <a:lnTo>
                  <a:pt x="1306376" y="555329"/>
                </a:lnTo>
                <a:lnTo>
                  <a:pt x="1305777" y="548518"/>
                </a:lnTo>
                <a:close/>
                <a:moveTo>
                  <a:pt x="1293347" y="572481"/>
                </a:moveTo>
                <a:lnTo>
                  <a:pt x="1294192" y="574148"/>
                </a:lnTo>
                <a:lnTo>
                  <a:pt x="1294230" y="573452"/>
                </a:lnTo>
                <a:close/>
                <a:moveTo>
                  <a:pt x="1332623" y="484236"/>
                </a:moveTo>
                <a:lnTo>
                  <a:pt x="1333137" y="486819"/>
                </a:lnTo>
                <a:lnTo>
                  <a:pt x="1333459" y="487289"/>
                </a:lnTo>
                <a:close/>
                <a:moveTo>
                  <a:pt x="1368551" y="402973"/>
                </a:moveTo>
                <a:lnTo>
                  <a:pt x="1369030" y="404629"/>
                </a:lnTo>
                <a:lnTo>
                  <a:pt x="1369295" y="404426"/>
                </a:lnTo>
                <a:close/>
                <a:moveTo>
                  <a:pt x="1289099" y="580605"/>
                </a:moveTo>
                <a:lnTo>
                  <a:pt x="1288548" y="581883"/>
                </a:lnTo>
                <a:lnTo>
                  <a:pt x="1290467" y="584386"/>
                </a:lnTo>
                <a:lnTo>
                  <a:pt x="1289464" y="581073"/>
                </a:lnTo>
                <a:close/>
                <a:moveTo>
                  <a:pt x="1333399" y="481390"/>
                </a:moveTo>
                <a:lnTo>
                  <a:pt x="1339544" y="491416"/>
                </a:lnTo>
                <a:lnTo>
                  <a:pt x="1339833" y="491028"/>
                </a:lnTo>
                <a:lnTo>
                  <a:pt x="1337796" y="485730"/>
                </a:lnTo>
                <a:close/>
                <a:moveTo>
                  <a:pt x="1289814" y="578945"/>
                </a:moveTo>
                <a:lnTo>
                  <a:pt x="1289766" y="579058"/>
                </a:lnTo>
                <a:lnTo>
                  <a:pt x="1291750" y="581510"/>
                </a:lnTo>
                <a:close/>
                <a:moveTo>
                  <a:pt x="1290706" y="576877"/>
                </a:moveTo>
                <a:lnTo>
                  <a:pt x="1290482" y="577397"/>
                </a:lnTo>
                <a:lnTo>
                  <a:pt x="1291664" y="578963"/>
                </a:lnTo>
                <a:close/>
                <a:moveTo>
                  <a:pt x="630380" y="2055389"/>
                </a:moveTo>
                <a:lnTo>
                  <a:pt x="632067" y="2060818"/>
                </a:lnTo>
                <a:lnTo>
                  <a:pt x="632391" y="2056807"/>
                </a:lnTo>
                <a:lnTo>
                  <a:pt x="632314" y="2056805"/>
                </a:lnTo>
                <a:lnTo>
                  <a:pt x="632057" y="2056589"/>
                </a:lnTo>
                <a:lnTo>
                  <a:pt x="632407" y="2056601"/>
                </a:lnTo>
                <a:lnTo>
                  <a:pt x="632530" y="2055090"/>
                </a:lnTo>
                <a:close/>
                <a:moveTo>
                  <a:pt x="1292028" y="573808"/>
                </a:moveTo>
                <a:lnTo>
                  <a:pt x="1290978" y="576246"/>
                </a:lnTo>
                <a:lnTo>
                  <a:pt x="1292858" y="579942"/>
                </a:lnTo>
                <a:lnTo>
                  <a:pt x="1293574" y="581497"/>
                </a:lnTo>
                <a:lnTo>
                  <a:pt x="1293770" y="581757"/>
                </a:lnTo>
                <a:lnTo>
                  <a:pt x="1293851" y="580299"/>
                </a:lnTo>
                <a:lnTo>
                  <a:pt x="1292630" y="574542"/>
                </a:lnTo>
                <a:close/>
                <a:moveTo>
                  <a:pt x="1292206" y="573395"/>
                </a:moveTo>
                <a:lnTo>
                  <a:pt x="1292186" y="573442"/>
                </a:lnTo>
                <a:lnTo>
                  <a:pt x="1292472" y="573796"/>
                </a:lnTo>
                <a:lnTo>
                  <a:pt x="1292462" y="573747"/>
                </a:lnTo>
                <a:close/>
                <a:moveTo>
                  <a:pt x="638404" y="2037371"/>
                </a:moveTo>
                <a:lnTo>
                  <a:pt x="640096" y="2039597"/>
                </a:lnTo>
                <a:lnTo>
                  <a:pt x="641840" y="2039389"/>
                </a:lnTo>
                <a:lnTo>
                  <a:pt x="645048" y="2038368"/>
                </a:lnTo>
                <a:close/>
                <a:moveTo>
                  <a:pt x="1292746" y="572141"/>
                </a:moveTo>
                <a:lnTo>
                  <a:pt x="1292575" y="572539"/>
                </a:lnTo>
                <a:lnTo>
                  <a:pt x="1292757" y="573402"/>
                </a:lnTo>
                <a:lnTo>
                  <a:pt x="1294129" y="575291"/>
                </a:lnTo>
                <a:lnTo>
                  <a:pt x="1294150" y="574914"/>
                </a:lnTo>
                <a:close/>
                <a:moveTo>
                  <a:pt x="1295371" y="566051"/>
                </a:moveTo>
                <a:lnTo>
                  <a:pt x="1295229" y="566382"/>
                </a:lnTo>
                <a:lnTo>
                  <a:pt x="1297109" y="573102"/>
                </a:lnTo>
                <a:lnTo>
                  <a:pt x="1298886" y="575056"/>
                </a:lnTo>
                <a:lnTo>
                  <a:pt x="1295735" y="566742"/>
                </a:lnTo>
                <a:close/>
                <a:moveTo>
                  <a:pt x="595305" y="2133443"/>
                </a:moveTo>
                <a:lnTo>
                  <a:pt x="616558" y="2134008"/>
                </a:lnTo>
                <a:lnTo>
                  <a:pt x="629110" y="2134173"/>
                </a:lnTo>
                <a:lnTo>
                  <a:pt x="629239" y="2129288"/>
                </a:lnTo>
                <a:lnTo>
                  <a:pt x="629291" y="2127997"/>
                </a:lnTo>
                <a:lnTo>
                  <a:pt x="614080" y="2125311"/>
                </a:lnTo>
                <a:close/>
                <a:moveTo>
                  <a:pt x="634345" y="2045572"/>
                </a:moveTo>
                <a:lnTo>
                  <a:pt x="634317" y="2045927"/>
                </a:lnTo>
                <a:lnTo>
                  <a:pt x="635048" y="2045645"/>
                </a:lnTo>
                <a:close/>
                <a:moveTo>
                  <a:pt x="636039" y="2041378"/>
                </a:moveTo>
                <a:lnTo>
                  <a:pt x="636237" y="2045035"/>
                </a:lnTo>
                <a:lnTo>
                  <a:pt x="636554" y="2045066"/>
                </a:lnTo>
                <a:lnTo>
                  <a:pt x="641240" y="2043265"/>
                </a:lnTo>
                <a:lnTo>
                  <a:pt x="639187" y="2040566"/>
                </a:lnTo>
                <a:lnTo>
                  <a:pt x="638702" y="2040623"/>
                </a:lnTo>
                <a:lnTo>
                  <a:pt x="636175" y="2041428"/>
                </a:lnTo>
                <a:close/>
                <a:moveTo>
                  <a:pt x="630115" y="2054533"/>
                </a:moveTo>
                <a:lnTo>
                  <a:pt x="630290" y="2055097"/>
                </a:lnTo>
                <a:lnTo>
                  <a:pt x="632498" y="2054791"/>
                </a:lnTo>
                <a:lnTo>
                  <a:pt x="630538" y="2054371"/>
                </a:lnTo>
                <a:close/>
                <a:moveTo>
                  <a:pt x="636016" y="2040943"/>
                </a:moveTo>
                <a:lnTo>
                  <a:pt x="636032" y="2041238"/>
                </a:lnTo>
                <a:lnTo>
                  <a:pt x="637518" y="2040764"/>
                </a:lnTo>
                <a:close/>
                <a:moveTo>
                  <a:pt x="1313671" y="523412"/>
                </a:moveTo>
                <a:lnTo>
                  <a:pt x="1314854" y="527007"/>
                </a:lnTo>
                <a:lnTo>
                  <a:pt x="1315340" y="526298"/>
                </a:lnTo>
                <a:close/>
                <a:moveTo>
                  <a:pt x="650883" y="2006310"/>
                </a:moveTo>
                <a:lnTo>
                  <a:pt x="650990" y="2006947"/>
                </a:lnTo>
                <a:lnTo>
                  <a:pt x="651240" y="2006770"/>
                </a:lnTo>
                <a:close/>
                <a:moveTo>
                  <a:pt x="643960" y="2021266"/>
                </a:moveTo>
                <a:lnTo>
                  <a:pt x="643961" y="2021658"/>
                </a:lnTo>
                <a:lnTo>
                  <a:pt x="643968" y="2021895"/>
                </a:lnTo>
                <a:lnTo>
                  <a:pt x="644729" y="2021534"/>
                </a:lnTo>
                <a:close/>
                <a:moveTo>
                  <a:pt x="1313337" y="521747"/>
                </a:moveTo>
                <a:lnTo>
                  <a:pt x="1313619" y="522221"/>
                </a:lnTo>
                <a:lnTo>
                  <a:pt x="1315685" y="525793"/>
                </a:lnTo>
                <a:lnTo>
                  <a:pt x="1315737" y="525716"/>
                </a:lnTo>
                <a:lnTo>
                  <a:pt x="1315742" y="524741"/>
                </a:lnTo>
                <a:close/>
                <a:moveTo>
                  <a:pt x="634707" y="2041098"/>
                </a:moveTo>
                <a:lnTo>
                  <a:pt x="634404" y="2044848"/>
                </a:lnTo>
                <a:lnTo>
                  <a:pt x="635909" y="2045002"/>
                </a:lnTo>
                <a:lnTo>
                  <a:pt x="635635" y="2040988"/>
                </a:lnTo>
                <a:close/>
                <a:moveTo>
                  <a:pt x="585066" y="2151906"/>
                </a:moveTo>
                <a:lnTo>
                  <a:pt x="592392" y="2153430"/>
                </a:lnTo>
                <a:lnTo>
                  <a:pt x="610576" y="2156460"/>
                </a:lnTo>
                <a:lnTo>
                  <a:pt x="627466" y="2152903"/>
                </a:lnTo>
                <a:lnTo>
                  <a:pt x="627706" y="2151534"/>
                </a:lnTo>
                <a:lnTo>
                  <a:pt x="624274" y="2153047"/>
                </a:lnTo>
                <a:lnTo>
                  <a:pt x="624001" y="2152950"/>
                </a:lnTo>
                <a:lnTo>
                  <a:pt x="627747" y="2151298"/>
                </a:lnTo>
                <a:lnTo>
                  <a:pt x="628820" y="2145171"/>
                </a:lnTo>
                <a:lnTo>
                  <a:pt x="628872" y="2143201"/>
                </a:lnTo>
                <a:close/>
                <a:moveTo>
                  <a:pt x="1331730" y="479744"/>
                </a:moveTo>
                <a:lnTo>
                  <a:pt x="1331826" y="480227"/>
                </a:lnTo>
                <a:lnTo>
                  <a:pt x="1333868" y="487315"/>
                </a:lnTo>
                <a:lnTo>
                  <a:pt x="1334129" y="488268"/>
                </a:lnTo>
                <a:lnTo>
                  <a:pt x="1337845" y="493697"/>
                </a:lnTo>
                <a:lnTo>
                  <a:pt x="1339305" y="491737"/>
                </a:lnTo>
                <a:lnTo>
                  <a:pt x="1332294" y="480300"/>
                </a:lnTo>
                <a:close/>
                <a:moveTo>
                  <a:pt x="1303403" y="542988"/>
                </a:moveTo>
                <a:lnTo>
                  <a:pt x="1303422" y="543033"/>
                </a:lnTo>
                <a:lnTo>
                  <a:pt x="1303741" y="544360"/>
                </a:lnTo>
                <a:lnTo>
                  <a:pt x="1304203" y="544894"/>
                </a:lnTo>
                <a:lnTo>
                  <a:pt x="1304299" y="544727"/>
                </a:lnTo>
                <a:close/>
                <a:moveTo>
                  <a:pt x="1348939" y="441013"/>
                </a:moveTo>
                <a:lnTo>
                  <a:pt x="1355875" y="469361"/>
                </a:lnTo>
                <a:lnTo>
                  <a:pt x="1355842" y="465158"/>
                </a:lnTo>
                <a:lnTo>
                  <a:pt x="1356123" y="465450"/>
                </a:lnTo>
                <a:lnTo>
                  <a:pt x="1356152" y="469110"/>
                </a:lnTo>
                <a:lnTo>
                  <a:pt x="1359899" y="464076"/>
                </a:lnTo>
                <a:lnTo>
                  <a:pt x="1362298" y="460945"/>
                </a:lnTo>
                <a:close/>
                <a:moveTo>
                  <a:pt x="1316200" y="513939"/>
                </a:moveTo>
                <a:lnTo>
                  <a:pt x="1316169" y="522073"/>
                </a:lnTo>
                <a:lnTo>
                  <a:pt x="1316661" y="523525"/>
                </a:lnTo>
                <a:close/>
                <a:moveTo>
                  <a:pt x="639625" y="2028894"/>
                </a:moveTo>
                <a:lnTo>
                  <a:pt x="640843" y="2029177"/>
                </a:lnTo>
                <a:lnTo>
                  <a:pt x="644122" y="2028451"/>
                </a:lnTo>
                <a:lnTo>
                  <a:pt x="644074" y="2027021"/>
                </a:lnTo>
                <a:lnTo>
                  <a:pt x="641048" y="2028216"/>
                </a:lnTo>
                <a:close/>
                <a:moveTo>
                  <a:pt x="635821" y="2037342"/>
                </a:moveTo>
                <a:lnTo>
                  <a:pt x="635969" y="2040086"/>
                </a:lnTo>
                <a:lnTo>
                  <a:pt x="638585" y="2039776"/>
                </a:lnTo>
                <a:lnTo>
                  <a:pt x="636544" y="2037092"/>
                </a:lnTo>
                <a:lnTo>
                  <a:pt x="636510" y="2037087"/>
                </a:lnTo>
                <a:close/>
                <a:moveTo>
                  <a:pt x="627724" y="2055452"/>
                </a:moveTo>
                <a:lnTo>
                  <a:pt x="629522" y="2055203"/>
                </a:lnTo>
                <a:lnTo>
                  <a:pt x="629399" y="2054808"/>
                </a:lnTo>
                <a:close/>
                <a:moveTo>
                  <a:pt x="1308368" y="531021"/>
                </a:moveTo>
                <a:lnTo>
                  <a:pt x="1309511" y="533244"/>
                </a:lnTo>
                <a:lnTo>
                  <a:pt x="1309234" y="532403"/>
                </a:lnTo>
                <a:close/>
                <a:moveTo>
                  <a:pt x="1287264" y="578255"/>
                </a:moveTo>
                <a:lnTo>
                  <a:pt x="1287283" y="578486"/>
                </a:lnTo>
                <a:lnTo>
                  <a:pt x="1287340" y="578354"/>
                </a:lnTo>
                <a:close/>
                <a:moveTo>
                  <a:pt x="642115" y="2021955"/>
                </a:moveTo>
                <a:lnTo>
                  <a:pt x="643174" y="2022274"/>
                </a:lnTo>
                <a:lnTo>
                  <a:pt x="643905" y="2021926"/>
                </a:lnTo>
                <a:lnTo>
                  <a:pt x="643884" y="2021305"/>
                </a:lnTo>
                <a:lnTo>
                  <a:pt x="643706" y="2021398"/>
                </a:lnTo>
                <a:close/>
                <a:moveTo>
                  <a:pt x="634985" y="2037650"/>
                </a:moveTo>
                <a:lnTo>
                  <a:pt x="634777" y="2040228"/>
                </a:lnTo>
                <a:lnTo>
                  <a:pt x="635577" y="2040132"/>
                </a:lnTo>
                <a:lnTo>
                  <a:pt x="635398" y="2037497"/>
                </a:lnTo>
                <a:close/>
                <a:moveTo>
                  <a:pt x="635048" y="2036868"/>
                </a:moveTo>
                <a:lnTo>
                  <a:pt x="635044" y="2036920"/>
                </a:lnTo>
                <a:lnTo>
                  <a:pt x="635145" y="2036883"/>
                </a:lnTo>
                <a:close/>
                <a:moveTo>
                  <a:pt x="632526" y="2041358"/>
                </a:moveTo>
                <a:lnTo>
                  <a:pt x="633213" y="2044727"/>
                </a:lnTo>
                <a:lnTo>
                  <a:pt x="633366" y="2044742"/>
                </a:lnTo>
                <a:lnTo>
                  <a:pt x="633650" y="2041223"/>
                </a:lnTo>
                <a:close/>
                <a:moveTo>
                  <a:pt x="1287012" y="575228"/>
                </a:moveTo>
                <a:lnTo>
                  <a:pt x="1287051" y="575703"/>
                </a:lnTo>
                <a:lnTo>
                  <a:pt x="1287985" y="576857"/>
                </a:lnTo>
                <a:lnTo>
                  <a:pt x="1288078" y="576642"/>
                </a:lnTo>
                <a:close/>
                <a:moveTo>
                  <a:pt x="1291100" y="565585"/>
                </a:moveTo>
                <a:lnTo>
                  <a:pt x="1291352" y="566772"/>
                </a:lnTo>
                <a:lnTo>
                  <a:pt x="1291870" y="567341"/>
                </a:lnTo>
                <a:close/>
                <a:moveTo>
                  <a:pt x="630075" y="2045129"/>
                </a:moveTo>
                <a:lnTo>
                  <a:pt x="632834" y="2046496"/>
                </a:lnTo>
                <a:lnTo>
                  <a:pt x="633054" y="2046412"/>
                </a:lnTo>
                <a:lnTo>
                  <a:pt x="632852" y="2045417"/>
                </a:lnTo>
                <a:close/>
                <a:moveTo>
                  <a:pt x="1319007" y="501855"/>
                </a:moveTo>
                <a:lnTo>
                  <a:pt x="1321232" y="517687"/>
                </a:lnTo>
                <a:lnTo>
                  <a:pt x="1326151" y="510497"/>
                </a:lnTo>
                <a:close/>
                <a:moveTo>
                  <a:pt x="624084" y="2056851"/>
                </a:moveTo>
                <a:lnTo>
                  <a:pt x="624938" y="2064862"/>
                </a:lnTo>
                <a:lnTo>
                  <a:pt x="626929" y="2065729"/>
                </a:lnTo>
                <a:lnTo>
                  <a:pt x="631849" y="2064326"/>
                </a:lnTo>
                <a:lnTo>
                  <a:pt x="631907" y="2062882"/>
                </a:lnTo>
                <a:lnTo>
                  <a:pt x="629613" y="2055495"/>
                </a:lnTo>
                <a:lnTo>
                  <a:pt x="626486" y="2055928"/>
                </a:lnTo>
                <a:close/>
                <a:moveTo>
                  <a:pt x="1366196" y="394819"/>
                </a:moveTo>
                <a:lnTo>
                  <a:pt x="1367836" y="400496"/>
                </a:lnTo>
                <a:lnTo>
                  <a:pt x="1367959" y="400728"/>
                </a:lnTo>
                <a:lnTo>
                  <a:pt x="1369695" y="404122"/>
                </a:lnTo>
                <a:lnTo>
                  <a:pt x="1388696" y="389625"/>
                </a:lnTo>
                <a:lnTo>
                  <a:pt x="1385826" y="377583"/>
                </a:lnTo>
                <a:lnTo>
                  <a:pt x="1384732" y="373252"/>
                </a:lnTo>
                <a:close/>
                <a:moveTo>
                  <a:pt x="1318598" y="501360"/>
                </a:moveTo>
                <a:lnTo>
                  <a:pt x="1320098" y="519344"/>
                </a:lnTo>
                <a:lnTo>
                  <a:pt x="1321006" y="518017"/>
                </a:lnTo>
                <a:lnTo>
                  <a:pt x="1319992" y="510023"/>
                </a:lnTo>
                <a:lnTo>
                  <a:pt x="1318811" y="501617"/>
                </a:lnTo>
                <a:close/>
                <a:moveTo>
                  <a:pt x="631994" y="2038753"/>
                </a:moveTo>
                <a:lnTo>
                  <a:pt x="632354" y="2040515"/>
                </a:lnTo>
                <a:lnTo>
                  <a:pt x="633720" y="2040353"/>
                </a:lnTo>
                <a:lnTo>
                  <a:pt x="633907" y="2038048"/>
                </a:lnTo>
                <a:close/>
                <a:moveTo>
                  <a:pt x="1301834" y="538820"/>
                </a:moveTo>
                <a:lnTo>
                  <a:pt x="1304653" y="544120"/>
                </a:lnTo>
                <a:lnTo>
                  <a:pt x="1305268" y="543062"/>
                </a:lnTo>
                <a:lnTo>
                  <a:pt x="1304610" y="541783"/>
                </a:lnTo>
                <a:close/>
                <a:moveTo>
                  <a:pt x="638798" y="2023117"/>
                </a:moveTo>
                <a:lnTo>
                  <a:pt x="638386" y="2024554"/>
                </a:lnTo>
                <a:lnTo>
                  <a:pt x="640648" y="2023477"/>
                </a:lnTo>
                <a:lnTo>
                  <a:pt x="639101" y="2023012"/>
                </a:lnTo>
                <a:close/>
                <a:moveTo>
                  <a:pt x="1286751" y="572108"/>
                </a:moveTo>
                <a:lnTo>
                  <a:pt x="1286783" y="572496"/>
                </a:lnTo>
                <a:lnTo>
                  <a:pt x="1286925" y="572683"/>
                </a:lnTo>
                <a:close/>
                <a:moveTo>
                  <a:pt x="645514" y="2007767"/>
                </a:moveTo>
                <a:lnTo>
                  <a:pt x="645698" y="2008435"/>
                </a:lnTo>
                <a:lnTo>
                  <a:pt x="648308" y="2008845"/>
                </a:lnTo>
                <a:lnTo>
                  <a:pt x="648208" y="2008252"/>
                </a:lnTo>
                <a:close/>
                <a:moveTo>
                  <a:pt x="1365353" y="395800"/>
                </a:moveTo>
                <a:lnTo>
                  <a:pt x="1366945" y="398812"/>
                </a:lnTo>
                <a:lnTo>
                  <a:pt x="1365895" y="395170"/>
                </a:lnTo>
                <a:close/>
                <a:moveTo>
                  <a:pt x="1283480" y="578848"/>
                </a:moveTo>
                <a:lnTo>
                  <a:pt x="1283428" y="579293"/>
                </a:lnTo>
                <a:lnTo>
                  <a:pt x="1284059" y="581701"/>
                </a:lnTo>
                <a:lnTo>
                  <a:pt x="1284855" y="582899"/>
                </a:lnTo>
                <a:lnTo>
                  <a:pt x="1284644" y="580365"/>
                </a:lnTo>
                <a:close/>
                <a:moveTo>
                  <a:pt x="627661" y="2046632"/>
                </a:moveTo>
                <a:lnTo>
                  <a:pt x="628175" y="2048287"/>
                </a:lnTo>
                <a:lnTo>
                  <a:pt x="630459" y="2047409"/>
                </a:lnTo>
                <a:close/>
                <a:moveTo>
                  <a:pt x="1336254" y="459938"/>
                </a:moveTo>
                <a:lnTo>
                  <a:pt x="1337650" y="463257"/>
                </a:lnTo>
                <a:lnTo>
                  <a:pt x="1345163" y="479105"/>
                </a:lnTo>
                <a:lnTo>
                  <a:pt x="1345922" y="470272"/>
                </a:lnTo>
                <a:close/>
                <a:moveTo>
                  <a:pt x="631670" y="2037167"/>
                </a:moveTo>
                <a:lnTo>
                  <a:pt x="631861" y="2038101"/>
                </a:lnTo>
                <a:lnTo>
                  <a:pt x="633966" y="2037320"/>
                </a:lnTo>
                <a:lnTo>
                  <a:pt x="634015" y="2036713"/>
                </a:lnTo>
                <a:lnTo>
                  <a:pt x="633827" y="2036685"/>
                </a:lnTo>
                <a:close/>
                <a:moveTo>
                  <a:pt x="1304246" y="529173"/>
                </a:moveTo>
                <a:lnTo>
                  <a:pt x="1304373" y="530326"/>
                </a:lnTo>
                <a:lnTo>
                  <a:pt x="1304808" y="530739"/>
                </a:lnTo>
                <a:close/>
                <a:moveTo>
                  <a:pt x="642430" y="2011018"/>
                </a:moveTo>
                <a:lnTo>
                  <a:pt x="641976" y="2012523"/>
                </a:lnTo>
                <a:lnTo>
                  <a:pt x="643124" y="2011920"/>
                </a:lnTo>
                <a:lnTo>
                  <a:pt x="642922" y="2011047"/>
                </a:lnTo>
                <a:close/>
                <a:moveTo>
                  <a:pt x="1284024" y="574305"/>
                </a:moveTo>
                <a:lnTo>
                  <a:pt x="1283850" y="575754"/>
                </a:lnTo>
                <a:lnTo>
                  <a:pt x="1284309" y="576352"/>
                </a:lnTo>
                <a:lnTo>
                  <a:pt x="1284187" y="574882"/>
                </a:lnTo>
                <a:close/>
                <a:moveTo>
                  <a:pt x="644880" y="2005464"/>
                </a:moveTo>
                <a:lnTo>
                  <a:pt x="645483" y="2007656"/>
                </a:lnTo>
                <a:lnTo>
                  <a:pt x="648190" y="2008143"/>
                </a:lnTo>
                <a:lnTo>
                  <a:pt x="647733" y="2005408"/>
                </a:lnTo>
                <a:close/>
                <a:moveTo>
                  <a:pt x="645165" y="2004757"/>
                </a:moveTo>
                <a:lnTo>
                  <a:pt x="647617" y="2004709"/>
                </a:lnTo>
                <a:lnTo>
                  <a:pt x="647492" y="2003963"/>
                </a:lnTo>
                <a:close/>
                <a:moveTo>
                  <a:pt x="627098" y="2044820"/>
                </a:moveTo>
                <a:lnTo>
                  <a:pt x="627464" y="2045997"/>
                </a:lnTo>
                <a:lnTo>
                  <a:pt x="631334" y="2047073"/>
                </a:lnTo>
                <a:lnTo>
                  <a:pt x="632627" y="2046575"/>
                </a:lnTo>
                <a:lnTo>
                  <a:pt x="629610" y="2045081"/>
                </a:lnTo>
                <a:close/>
                <a:moveTo>
                  <a:pt x="1289943" y="560125"/>
                </a:moveTo>
                <a:lnTo>
                  <a:pt x="1290860" y="564455"/>
                </a:lnTo>
                <a:lnTo>
                  <a:pt x="1292106" y="567296"/>
                </a:lnTo>
                <a:lnTo>
                  <a:pt x="1292780" y="565733"/>
                </a:lnTo>
                <a:lnTo>
                  <a:pt x="1291064" y="559602"/>
                </a:lnTo>
                <a:lnTo>
                  <a:pt x="1290498" y="558896"/>
                </a:lnTo>
                <a:close/>
                <a:moveTo>
                  <a:pt x="1289445" y="561227"/>
                </a:moveTo>
                <a:lnTo>
                  <a:pt x="1290147" y="562827"/>
                </a:lnTo>
                <a:lnTo>
                  <a:pt x="1289692" y="560681"/>
                </a:lnTo>
                <a:close/>
                <a:moveTo>
                  <a:pt x="1288598" y="563104"/>
                </a:moveTo>
                <a:lnTo>
                  <a:pt x="1289328" y="564547"/>
                </a:lnTo>
                <a:lnTo>
                  <a:pt x="1290872" y="566243"/>
                </a:lnTo>
                <a:lnTo>
                  <a:pt x="1290386" y="563956"/>
                </a:lnTo>
                <a:lnTo>
                  <a:pt x="1289316" y="561513"/>
                </a:lnTo>
                <a:close/>
                <a:moveTo>
                  <a:pt x="1287326" y="565921"/>
                </a:moveTo>
                <a:lnTo>
                  <a:pt x="1290697" y="570566"/>
                </a:lnTo>
                <a:lnTo>
                  <a:pt x="1290989" y="569888"/>
                </a:lnTo>
                <a:lnTo>
                  <a:pt x="1287344" y="565880"/>
                </a:lnTo>
                <a:close/>
                <a:moveTo>
                  <a:pt x="1286888" y="566891"/>
                </a:moveTo>
                <a:lnTo>
                  <a:pt x="1290406" y="571242"/>
                </a:lnTo>
                <a:lnTo>
                  <a:pt x="1290494" y="571037"/>
                </a:lnTo>
                <a:lnTo>
                  <a:pt x="1287117" y="566386"/>
                </a:lnTo>
                <a:close/>
                <a:moveTo>
                  <a:pt x="1286572" y="567589"/>
                </a:moveTo>
                <a:lnTo>
                  <a:pt x="1289500" y="573343"/>
                </a:lnTo>
                <a:lnTo>
                  <a:pt x="1290238" y="571630"/>
                </a:lnTo>
                <a:lnTo>
                  <a:pt x="1286696" y="567317"/>
                </a:lnTo>
                <a:close/>
                <a:moveTo>
                  <a:pt x="1286405" y="567960"/>
                </a:moveTo>
                <a:lnTo>
                  <a:pt x="1286669" y="571128"/>
                </a:lnTo>
                <a:lnTo>
                  <a:pt x="1287283" y="573158"/>
                </a:lnTo>
                <a:lnTo>
                  <a:pt x="1288745" y="575095"/>
                </a:lnTo>
                <a:lnTo>
                  <a:pt x="1289297" y="573814"/>
                </a:lnTo>
                <a:lnTo>
                  <a:pt x="1287846" y="570658"/>
                </a:lnTo>
                <a:lnTo>
                  <a:pt x="1286438" y="567888"/>
                </a:lnTo>
                <a:close/>
                <a:moveTo>
                  <a:pt x="636083" y="2024069"/>
                </a:moveTo>
                <a:lnTo>
                  <a:pt x="635950" y="2025714"/>
                </a:lnTo>
                <a:lnTo>
                  <a:pt x="638216" y="2024635"/>
                </a:lnTo>
                <a:lnTo>
                  <a:pt x="638635" y="2023174"/>
                </a:lnTo>
                <a:close/>
                <a:moveTo>
                  <a:pt x="1295774" y="546232"/>
                </a:moveTo>
                <a:lnTo>
                  <a:pt x="1296487" y="548597"/>
                </a:lnTo>
                <a:lnTo>
                  <a:pt x="1297994" y="553866"/>
                </a:lnTo>
                <a:lnTo>
                  <a:pt x="1298460" y="554764"/>
                </a:lnTo>
                <a:lnTo>
                  <a:pt x="1298745" y="554274"/>
                </a:lnTo>
                <a:lnTo>
                  <a:pt x="1298561" y="550447"/>
                </a:lnTo>
                <a:lnTo>
                  <a:pt x="1298508" y="550200"/>
                </a:lnTo>
                <a:close/>
                <a:moveTo>
                  <a:pt x="1287105" y="565617"/>
                </a:moveTo>
                <a:lnTo>
                  <a:pt x="1287198" y="565746"/>
                </a:lnTo>
                <a:lnTo>
                  <a:pt x="1287206" y="565729"/>
                </a:lnTo>
                <a:close/>
                <a:moveTo>
                  <a:pt x="644602" y="2003823"/>
                </a:moveTo>
                <a:lnTo>
                  <a:pt x="644511" y="2004124"/>
                </a:lnTo>
                <a:lnTo>
                  <a:pt x="644632" y="2004562"/>
                </a:lnTo>
                <a:lnTo>
                  <a:pt x="647432" y="2003606"/>
                </a:lnTo>
                <a:lnTo>
                  <a:pt x="647402" y="2003425"/>
                </a:lnTo>
                <a:close/>
                <a:moveTo>
                  <a:pt x="1286314" y="566851"/>
                </a:moveTo>
                <a:lnTo>
                  <a:pt x="1286336" y="567122"/>
                </a:lnTo>
                <a:lnTo>
                  <a:pt x="1286463" y="567374"/>
                </a:lnTo>
                <a:lnTo>
                  <a:pt x="1286562" y="567154"/>
                </a:lnTo>
                <a:close/>
                <a:moveTo>
                  <a:pt x="626737" y="2043658"/>
                </a:moveTo>
                <a:lnTo>
                  <a:pt x="626869" y="2044082"/>
                </a:lnTo>
                <a:lnTo>
                  <a:pt x="627779" y="2044174"/>
                </a:lnTo>
                <a:close/>
                <a:moveTo>
                  <a:pt x="645137" y="2002049"/>
                </a:moveTo>
                <a:lnTo>
                  <a:pt x="644635" y="2003713"/>
                </a:lnTo>
                <a:lnTo>
                  <a:pt x="647385" y="2003322"/>
                </a:lnTo>
                <a:lnTo>
                  <a:pt x="647310" y="2002873"/>
                </a:lnTo>
                <a:close/>
                <a:moveTo>
                  <a:pt x="645655" y="2000334"/>
                </a:moveTo>
                <a:lnTo>
                  <a:pt x="645285" y="2001557"/>
                </a:lnTo>
                <a:lnTo>
                  <a:pt x="647209" y="2002267"/>
                </a:lnTo>
                <a:lnTo>
                  <a:pt x="646978" y="2000884"/>
                </a:lnTo>
                <a:lnTo>
                  <a:pt x="646467" y="2000169"/>
                </a:lnTo>
                <a:lnTo>
                  <a:pt x="646361" y="2000109"/>
                </a:lnTo>
                <a:close/>
                <a:moveTo>
                  <a:pt x="640883" y="2010928"/>
                </a:moveTo>
                <a:lnTo>
                  <a:pt x="641403" y="2012143"/>
                </a:lnTo>
                <a:lnTo>
                  <a:pt x="641702" y="2012482"/>
                </a:lnTo>
                <a:lnTo>
                  <a:pt x="642127" y="2011001"/>
                </a:lnTo>
                <a:close/>
                <a:moveTo>
                  <a:pt x="1286286" y="565239"/>
                </a:moveTo>
                <a:lnTo>
                  <a:pt x="1286204" y="565540"/>
                </a:lnTo>
                <a:lnTo>
                  <a:pt x="1286251" y="566104"/>
                </a:lnTo>
                <a:lnTo>
                  <a:pt x="1286755" y="566728"/>
                </a:lnTo>
                <a:lnTo>
                  <a:pt x="1286989" y="566210"/>
                </a:lnTo>
                <a:close/>
                <a:moveTo>
                  <a:pt x="1348459" y="425996"/>
                </a:moveTo>
                <a:lnTo>
                  <a:pt x="1360760" y="451064"/>
                </a:lnTo>
                <a:lnTo>
                  <a:pt x="1364218" y="458437"/>
                </a:lnTo>
                <a:lnTo>
                  <a:pt x="1373107" y="446826"/>
                </a:lnTo>
                <a:lnTo>
                  <a:pt x="1373276" y="446784"/>
                </a:lnTo>
                <a:lnTo>
                  <a:pt x="1365967" y="456330"/>
                </a:lnTo>
                <a:lnTo>
                  <a:pt x="1364288" y="458584"/>
                </a:lnTo>
                <a:lnTo>
                  <a:pt x="1366671" y="463663"/>
                </a:lnTo>
                <a:lnTo>
                  <a:pt x="1370960" y="469379"/>
                </a:lnTo>
                <a:lnTo>
                  <a:pt x="1373629" y="473035"/>
                </a:lnTo>
                <a:lnTo>
                  <a:pt x="1371100" y="458443"/>
                </a:lnTo>
                <a:lnTo>
                  <a:pt x="1371395" y="458661"/>
                </a:lnTo>
                <a:lnTo>
                  <a:pt x="1373966" y="473498"/>
                </a:lnTo>
                <a:lnTo>
                  <a:pt x="1376315" y="476715"/>
                </a:lnTo>
                <a:lnTo>
                  <a:pt x="1378694" y="472175"/>
                </a:lnTo>
                <a:lnTo>
                  <a:pt x="1380904" y="468963"/>
                </a:lnTo>
                <a:lnTo>
                  <a:pt x="1382173" y="460725"/>
                </a:lnTo>
                <a:lnTo>
                  <a:pt x="1382151" y="460592"/>
                </a:lnTo>
                <a:lnTo>
                  <a:pt x="1370516" y="413296"/>
                </a:lnTo>
                <a:lnTo>
                  <a:pt x="1367594" y="407772"/>
                </a:lnTo>
                <a:lnTo>
                  <a:pt x="1353843" y="419952"/>
                </a:lnTo>
                <a:lnTo>
                  <a:pt x="1353885" y="419944"/>
                </a:lnTo>
                <a:close/>
                <a:moveTo>
                  <a:pt x="1348168" y="426320"/>
                </a:moveTo>
                <a:lnTo>
                  <a:pt x="1348427" y="434846"/>
                </a:lnTo>
                <a:lnTo>
                  <a:pt x="1348375" y="437024"/>
                </a:lnTo>
                <a:lnTo>
                  <a:pt x="1362545" y="458167"/>
                </a:lnTo>
                <a:lnTo>
                  <a:pt x="1363475" y="459406"/>
                </a:lnTo>
                <a:lnTo>
                  <a:pt x="1363869" y="458892"/>
                </a:lnTo>
                <a:lnTo>
                  <a:pt x="1348407" y="426573"/>
                </a:lnTo>
                <a:lnTo>
                  <a:pt x="1348243" y="426237"/>
                </a:lnTo>
                <a:close/>
                <a:moveTo>
                  <a:pt x="1348160" y="426069"/>
                </a:moveTo>
                <a:lnTo>
                  <a:pt x="1348162" y="426125"/>
                </a:lnTo>
                <a:lnTo>
                  <a:pt x="1348179" y="426108"/>
                </a:lnTo>
                <a:close/>
                <a:moveTo>
                  <a:pt x="1289391" y="557521"/>
                </a:moveTo>
                <a:lnTo>
                  <a:pt x="1289877" y="559815"/>
                </a:lnTo>
                <a:lnTo>
                  <a:pt x="1290366" y="558731"/>
                </a:lnTo>
                <a:close/>
                <a:moveTo>
                  <a:pt x="626254" y="2042102"/>
                </a:moveTo>
                <a:lnTo>
                  <a:pt x="626671" y="2043443"/>
                </a:lnTo>
                <a:lnTo>
                  <a:pt x="628243" y="2044222"/>
                </a:lnTo>
                <a:lnTo>
                  <a:pt x="632700" y="2044675"/>
                </a:lnTo>
                <a:lnTo>
                  <a:pt x="632035" y="2041416"/>
                </a:lnTo>
                <a:close/>
                <a:moveTo>
                  <a:pt x="1287322" y="561434"/>
                </a:moveTo>
                <a:lnTo>
                  <a:pt x="1287132" y="562132"/>
                </a:lnTo>
                <a:lnTo>
                  <a:pt x="1288267" y="563379"/>
                </a:lnTo>
                <a:lnTo>
                  <a:pt x="1288286" y="563336"/>
                </a:lnTo>
                <a:close/>
                <a:moveTo>
                  <a:pt x="1348128" y="425015"/>
                </a:moveTo>
                <a:lnTo>
                  <a:pt x="1348138" y="425342"/>
                </a:lnTo>
                <a:lnTo>
                  <a:pt x="1348395" y="425866"/>
                </a:lnTo>
                <a:lnTo>
                  <a:pt x="1353135" y="420579"/>
                </a:lnTo>
                <a:close/>
                <a:moveTo>
                  <a:pt x="1317876" y="492715"/>
                </a:moveTo>
                <a:lnTo>
                  <a:pt x="1318097" y="495360"/>
                </a:lnTo>
                <a:lnTo>
                  <a:pt x="1322221" y="500351"/>
                </a:lnTo>
                <a:close/>
                <a:moveTo>
                  <a:pt x="643956" y="2001601"/>
                </a:moveTo>
                <a:lnTo>
                  <a:pt x="643956" y="2002106"/>
                </a:lnTo>
                <a:lnTo>
                  <a:pt x="644356" y="2003559"/>
                </a:lnTo>
                <a:lnTo>
                  <a:pt x="644845" y="2001938"/>
                </a:lnTo>
                <a:close/>
                <a:moveTo>
                  <a:pt x="1307758" y="514798"/>
                </a:moveTo>
                <a:lnTo>
                  <a:pt x="1310041" y="520250"/>
                </a:lnTo>
                <a:lnTo>
                  <a:pt x="1311918" y="525650"/>
                </a:lnTo>
                <a:lnTo>
                  <a:pt x="1308753" y="516037"/>
                </a:lnTo>
                <a:close/>
                <a:moveTo>
                  <a:pt x="643955" y="2000873"/>
                </a:moveTo>
                <a:lnTo>
                  <a:pt x="643955" y="2001066"/>
                </a:lnTo>
                <a:lnTo>
                  <a:pt x="644992" y="2001449"/>
                </a:lnTo>
                <a:lnTo>
                  <a:pt x="645295" y="2000448"/>
                </a:lnTo>
                <a:close/>
                <a:moveTo>
                  <a:pt x="1278794" y="579272"/>
                </a:moveTo>
                <a:lnTo>
                  <a:pt x="1278044" y="581480"/>
                </a:lnTo>
                <a:lnTo>
                  <a:pt x="1279143" y="582479"/>
                </a:lnTo>
                <a:lnTo>
                  <a:pt x="1279837" y="580769"/>
                </a:lnTo>
                <a:lnTo>
                  <a:pt x="1279080" y="579643"/>
                </a:lnTo>
                <a:close/>
                <a:moveTo>
                  <a:pt x="625982" y="2040972"/>
                </a:moveTo>
                <a:lnTo>
                  <a:pt x="626049" y="2041264"/>
                </a:lnTo>
                <a:lnTo>
                  <a:pt x="631863" y="2040574"/>
                </a:lnTo>
                <a:lnTo>
                  <a:pt x="631527" y="2038926"/>
                </a:lnTo>
                <a:close/>
                <a:moveTo>
                  <a:pt x="1345949" y="428795"/>
                </a:moveTo>
                <a:lnTo>
                  <a:pt x="1347083" y="433423"/>
                </a:lnTo>
                <a:lnTo>
                  <a:pt x="1347225" y="427373"/>
                </a:lnTo>
                <a:close/>
                <a:moveTo>
                  <a:pt x="1303615" y="523442"/>
                </a:moveTo>
                <a:lnTo>
                  <a:pt x="1303861" y="525684"/>
                </a:lnTo>
                <a:lnTo>
                  <a:pt x="1306125" y="531987"/>
                </a:lnTo>
                <a:lnTo>
                  <a:pt x="1309252" y="534949"/>
                </a:lnTo>
                <a:lnTo>
                  <a:pt x="1309706" y="535435"/>
                </a:lnTo>
                <a:lnTo>
                  <a:pt x="1309987" y="534951"/>
                </a:lnTo>
                <a:lnTo>
                  <a:pt x="1306114" y="527427"/>
                </a:lnTo>
                <a:close/>
                <a:moveTo>
                  <a:pt x="1279350" y="577637"/>
                </a:moveTo>
                <a:lnTo>
                  <a:pt x="1279124" y="578300"/>
                </a:lnTo>
                <a:lnTo>
                  <a:pt x="1279869" y="579272"/>
                </a:lnTo>
                <a:lnTo>
                  <a:pt x="1279598" y="578233"/>
                </a:lnTo>
                <a:close/>
                <a:moveTo>
                  <a:pt x="643675" y="2000962"/>
                </a:moveTo>
                <a:lnTo>
                  <a:pt x="643698" y="2000970"/>
                </a:lnTo>
                <a:lnTo>
                  <a:pt x="643698" y="2000955"/>
                </a:lnTo>
                <a:close/>
                <a:moveTo>
                  <a:pt x="1288642" y="556592"/>
                </a:moveTo>
                <a:lnTo>
                  <a:pt x="1287473" y="560882"/>
                </a:lnTo>
                <a:lnTo>
                  <a:pt x="1288489" y="562888"/>
                </a:lnTo>
                <a:lnTo>
                  <a:pt x="1289215" y="561280"/>
                </a:lnTo>
                <a:lnTo>
                  <a:pt x="1288619" y="559922"/>
                </a:lnTo>
                <a:lnTo>
                  <a:pt x="1288932" y="560052"/>
                </a:lnTo>
                <a:lnTo>
                  <a:pt x="1289344" y="560994"/>
                </a:lnTo>
                <a:lnTo>
                  <a:pt x="1289626" y="560370"/>
                </a:lnTo>
                <a:lnTo>
                  <a:pt x="1288891" y="556902"/>
                </a:lnTo>
                <a:close/>
                <a:moveTo>
                  <a:pt x="1281602" y="571006"/>
                </a:moveTo>
                <a:lnTo>
                  <a:pt x="1281323" y="571829"/>
                </a:lnTo>
                <a:lnTo>
                  <a:pt x="1281685" y="572927"/>
                </a:lnTo>
                <a:lnTo>
                  <a:pt x="1282292" y="573719"/>
                </a:lnTo>
                <a:lnTo>
                  <a:pt x="1282662" y="572361"/>
                </a:lnTo>
                <a:close/>
                <a:moveTo>
                  <a:pt x="624406" y="2042321"/>
                </a:moveTo>
                <a:lnTo>
                  <a:pt x="625724" y="2042975"/>
                </a:lnTo>
                <a:lnTo>
                  <a:pt x="625482" y="2042194"/>
                </a:lnTo>
                <a:close/>
                <a:moveTo>
                  <a:pt x="624785" y="2041414"/>
                </a:moveTo>
                <a:lnTo>
                  <a:pt x="625224" y="2041362"/>
                </a:lnTo>
                <a:lnTo>
                  <a:pt x="625193" y="2041263"/>
                </a:lnTo>
                <a:close/>
                <a:moveTo>
                  <a:pt x="1345577" y="427274"/>
                </a:moveTo>
                <a:lnTo>
                  <a:pt x="1345911" y="428636"/>
                </a:lnTo>
                <a:lnTo>
                  <a:pt x="1347229" y="427166"/>
                </a:lnTo>
                <a:lnTo>
                  <a:pt x="1347261" y="425782"/>
                </a:lnTo>
                <a:close/>
                <a:moveTo>
                  <a:pt x="1282294" y="568970"/>
                </a:moveTo>
                <a:lnTo>
                  <a:pt x="1282090" y="569570"/>
                </a:lnTo>
                <a:lnTo>
                  <a:pt x="1283010" y="570706"/>
                </a:lnTo>
                <a:lnTo>
                  <a:pt x="1282656" y="569454"/>
                </a:lnTo>
                <a:close/>
                <a:moveTo>
                  <a:pt x="639607" y="2007953"/>
                </a:moveTo>
                <a:lnTo>
                  <a:pt x="639842" y="2008500"/>
                </a:lnTo>
                <a:lnTo>
                  <a:pt x="642364" y="2008646"/>
                </a:lnTo>
                <a:lnTo>
                  <a:pt x="642316" y="2008436"/>
                </a:lnTo>
                <a:close/>
                <a:moveTo>
                  <a:pt x="622853" y="2045296"/>
                </a:moveTo>
                <a:lnTo>
                  <a:pt x="623037" y="2047028"/>
                </a:lnTo>
                <a:lnTo>
                  <a:pt x="627322" y="2048119"/>
                </a:lnTo>
                <a:lnTo>
                  <a:pt x="626785" y="2046388"/>
                </a:lnTo>
                <a:close/>
                <a:moveTo>
                  <a:pt x="1283302" y="566002"/>
                </a:moveTo>
                <a:lnTo>
                  <a:pt x="1283252" y="566150"/>
                </a:lnTo>
                <a:lnTo>
                  <a:pt x="1283545" y="567188"/>
                </a:lnTo>
                <a:lnTo>
                  <a:pt x="1283531" y="567022"/>
                </a:lnTo>
                <a:close/>
                <a:moveTo>
                  <a:pt x="625423" y="2038563"/>
                </a:moveTo>
                <a:lnTo>
                  <a:pt x="625835" y="2040339"/>
                </a:lnTo>
                <a:lnTo>
                  <a:pt x="631394" y="2038275"/>
                </a:lnTo>
                <a:lnTo>
                  <a:pt x="631190" y="2037274"/>
                </a:lnTo>
                <a:close/>
                <a:moveTo>
                  <a:pt x="622754" y="2044371"/>
                </a:moveTo>
                <a:lnTo>
                  <a:pt x="622789" y="2044699"/>
                </a:lnTo>
                <a:lnTo>
                  <a:pt x="626587" y="2045754"/>
                </a:lnTo>
                <a:lnTo>
                  <a:pt x="626271" y="2044735"/>
                </a:lnTo>
                <a:close/>
                <a:moveTo>
                  <a:pt x="635488" y="2015702"/>
                </a:moveTo>
                <a:lnTo>
                  <a:pt x="635707" y="2015778"/>
                </a:lnTo>
                <a:lnTo>
                  <a:pt x="635716" y="2015661"/>
                </a:lnTo>
                <a:close/>
                <a:moveTo>
                  <a:pt x="637384" y="2011086"/>
                </a:moveTo>
                <a:lnTo>
                  <a:pt x="637274" y="2011797"/>
                </a:lnTo>
                <a:lnTo>
                  <a:pt x="638352" y="2012030"/>
                </a:lnTo>
                <a:close/>
                <a:moveTo>
                  <a:pt x="1291518" y="546040"/>
                </a:moveTo>
                <a:lnTo>
                  <a:pt x="1291410" y="546436"/>
                </a:lnTo>
                <a:lnTo>
                  <a:pt x="1291619" y="546799"/>
                </a:lnTo>
                <a:lnTo>
                  <a:pt x="1292451" y="547814"/>
                </a:lnTo>
                <a:lnTo>
                  <a:pt x="1292355" y="547495"/>
                </a:lnTo>
                <a:close/>
                <a:moveTo>
                  <a:pt x="1285898" y="558620"/>
                </a:moveTo>
                <a:lnTo>
                  <a:pt x="1285738" y="559957"/>
                </a:lnTo>
                <a:lnTo>
                  <a:pt x="1285797" y="560664"/>
                </a:lnTo>
                <a:lnTo>
                  <a:pt x="1285837" y="560707"/>
                </a:lnTo>
                <a:lnTo>
                  <a:pt x="1286228" y="559272"/>
                </a:lnTo>
                <a:close/>
                <a:moveTo>
                  <a:pt x="639122" y="2006819"/>
                </a:moveTo>
                <a:lnTo>
                  <a:pt x="639389" y="2007442"/>
                </a:lnTo>
                <a:lnTo>
                  <a:pt x="642187" y="2007882"/>
                </a:lnTo>
                <a:lnTo>
                  <a:pt x="641734" y="2005928"/>
                </a:lnTo>
                <a:close/>
                <a:moveTo>
                  <a:pt x="630465" y="2026037"/>
                </a:moveTo>
                <a:lnTo>
                  <a:pt x="631018" y="2026886"/>
                </a:lnTo>
                <a:lnTo>
                  <a:pt x="632677" y="2027273"/>
                </a:lnTo>
                <a:lnTo>
                  <a:pt x="634756" y="2026283"/>
                </a:lnTo>
                <a:lnTo>
                  <a:pt x="634662" y="2024566"/>
                </a:lnTo>
                <a:close/>
                <a:moveTo>
                  <a:pt x="1302309" y="521359"/>
                </a:moveTo>
                <a:lnTo>
                  <a:pt x="1303184" y="523797"/>
                </a:lnTo>
                <a:lnTo>
                  <a:pt x="1303041" y="522528"/>
                </a:lnTo>
                <a:close/>
                <a:moveTo>
                  <a:pt x="1287090" y="554662"/>
                </a:moveTo>
                <a:lnTo>
                  <a:pt x="1287032" y="555025"/>
                </a:lnTo>
                <a:lnTo>
                  <a:pt x="1286018" y="558009"/>
                </a:lnTo>
                <a:lnTo>
                  <a:pt x="1286378" y="558722"/>
                </a:lnTo>
                <a:lnTo>
                  <a:pt x="1287385" y="555026"/>
                </a:lnTo>
                <a:close/>
                <a:moveTo>
                  <a:pt x="622559" y="2042540"/>
                </a:moveTo>
                <a:lnTo>
                  <a:pt x="622678" y="2043656"/>
                </a:lnTo>
                <a:lnTo>
                  <a:pt x="626042" y="2043998"/>
                </a:lnTo>
                <a:lnTo>
                  <a:pt x="625791" y="2043189"/>
                </a:lnTo>
                <a:lnTo>
                  <a:pt x="624110" y="2042357"/>
                </a:lnTo>
                <a:close/>
                <a:moveTo>
                  <a:pt x="1292053" y="543323"/>
                </a:moveTo>
                <a:lnTo>
                  <a:pt x="1291965" y="543775"/>
                </a:lnTo>
                <a:lnTo>
                  <a:pt x="1292386" y="545134"/>
                </a:lnTo>
                <a:lnTo>
                  <a:pt x="1292765" y="546408"/>
                </a:lnTo>
                <a:lnTo>
                  <a:pt x="1296248" y="552171"/>
                </a:lnTo>
                <a:lnTo>
                  <a:pt x="1292655" y="544485"/>
                </a:lnTo>
                <a:close/>
                <a:moveTo>
                  <a:pt x="634612" y="2015092"/>
                </a:moveTo>
                <a:lnTo>
                  <a:pt x="634629" y="2015402"/>
                </a:lnTo>
                <a:lnTo>
                  <a:pt x="634717" y="2015433"/>
                </a:lnTo>
                <a:lnTo>
                  <a:pt x="635300" y="2015330"/>
                </a:lnTo>
                <a:close/>
                <a:moveTo>
                  <a:pt x="637915" y="2007651"/>
                </a:moveTo>
                <a:lnTo>
                  <a:pt x="637843" y="2008119"/>
                </a:lnTo>
                <a:lnTo>
                  <a:pt x="638089" y="2008399"/>
                </a:lnTo>
                <a:lnTo>
                  <a:pt x="638672" y="2008432"/>
                </a:lnTo>
                <a:lnTo>
                  <a:pt x="638372" y="2007732"/>
                </a:lnTo>
                <a:close/>
                <a:moveTo>
                  <a:pt x="614372" y="2060258"/>
                </a:moveTo>
                <a:lnTo>
                  <a:pt x="624612" y="2064720"/>
                </a:lnTo>
                <a:lnTo>
                  <a:pt x="623786" y="2056966"/>
                </a:lnTo>
                <a:lnTo>
                  <a:pt x="616223" y="2059872"/>
                </a:lnTo>
                <a:close/>
                <a:moveTo>
                  <a:pt x="638025" y="2007194"/>
                </a:moveTo>
                <a:lnTo>
                  <a:pt x="638154" y="2007223"/>
                </a:lnTo>
                <a:lnTo>
                  <a:pt x="638126" y="2007158"/>
                </a:lnTo>
                <a:close/>
                <a:moveTo>
                  <a:pt x="1293615" y="539055"/>
                </a:moveTo>
                <a:lnTo>
                  <a:pt x="1294298" y="541323"/>
                </a:lnTo>
                <a:lnTo>
                  <a:pt x="1297456" y="545258"/>
                </a:lnTo>
                <a:lnTo>
                  <a:pt x="1296637" y="541407"/>
                </a:lnTo>
                <a:close/>
                <a:moveTo>
                  <a:pt x="638585" y="2005565"/>
                </a:moveTo>
                <a:lnTo>
                  <a:pt x="638981" y="2006490"/>
                </a:lnTo>
                <a:lnTo>
                  <a:pt x="641653" y="2005578"/>
                </a:lnTo>
                <a:lnTo>
                  <a:pt x="641641" y="2005527"/>
                </a:lnTo>
                <a:lnTo>
                  <a:pt x="639136" y="2005577"/>
                </a:lnTo>
                <a:close/>
                <a:moveTo>
                  <a:pt x="1292433" y="541380"/>
                </a:moveTo>
                <a:lnTo>
                  <a:pt x="1292188" y="542635"/>
                </a:lnTo>
                <a:lnTo>
                  <a:pt x="1297393" y="552700"/>
                </a:lnTo>
                <a:lnTo>
                  <a:pt x="1295375" y="545651"/>
                </a:lnTo>
                <a:close/>
                <a:moveTo>
                  <a:pt x="620925" y="2044181"/>
                </a:moveTo>
                <a:lnTo>
                  <a:pt x="622468" y="2044610"/>
                </a:lnTo>
                <a:lnTo>
                  <a:pt x="622440" y="2044338"/>
                </a:lnTo>
                <a:close/>
                <a:moveTo>
                  <a:pt x="633810" y="2015117"/>
                </a:moveTo>
                <a:lnTo>
                  <a:pt x="634156" y="2015238"/>
                </a:lnTo>
                <a:lnTo>
                  <a:pt x="634146" y="2015039"/>
                </a:lnTo>
                <a:close/>
                <a:moveTo>
                  <a:pt x="1347859" y="416155"/>
                </a:moveTo>
                <a:lnTo>
                  <a:pt x="1348056" y="422648"/>
                </a:lnTo>
                <a:lnTo>
                  <a:pt x="1364461" y="408115"/>
                </a:lnTo>
                <a:lnTo>
                  <a:pt x="1366823" y="406312"/>
                </a:lnTo>
                <a:lnTo>
                  <a:pt x="1364589" y="402085"/>
                </a:lnTo>
                <a:lnTo>
                  <a:pt x="1364781" y="402172"/>
                </a:lnTo>
                <a:lnTo>
                  <a:pt x="1366928" y="406233"/>
                </a:lnTo>
                <a:lnTo>
                  <a:pt x="1368486" y="405044"/>
                </a:lnTo>
                <a:lnTo>
                  <a:pt x="1367443" y="400808"/>
                </a:lnTo>
                <a:lnTo>
                  <a:pt x="1365056" y="396145"/>
                </a:lnTo>
                <a:close/>
                <a:moveTo>
                  <a:pt x="642281" y="1996023"/>
                </a:moveTo>
                <a:lnTo>
                  <a:pt x="642467" y="1996699"/>
                </a:lnTo>
                <a:lnTo>
                  <a:pt x="642965" y="1996982"/>
                </a:lnTo>
                <a:lnTo>
                  <a:pt x="643293" y="1996882"/>
                </a:lnTo>
                <a:lnTo>
                  <a:pt x="642359" y="1995996"/>
                </a:lnTo>
                <a:close/>
                <a:moveTo>
                  <a:pt x="624642" y="2035193"/>
                </a:moveTo>
                <a:lnTo>
                  <a:pt x="624696" y="2035431"/>
                </a:lnTo>
                <a:lnTo>
                  <a:pt x="625195" y="2035320"/>
                </a:lnTo>
                <a:close/>
                <a:moveTo>
                  <a:pt x="1292982" y="538562"/>
                </a:moveTo>
                <a:lnTo>
                  <a:pt x="1292807" y="539465"/>
                </a:lnTo>
                <a:lnTo>
                  <a:pt x="1294046" y="541010"/>
                </a:lnTo>
                <a:lnTo>
                  <a:pt x="1293449" y="538925"/>
                </a:lnTo>
                <a:close/>
                <a:moveTo>
                  <a:pt x="1305957" y="509379"/>
                </a:moveTo>
                <a:lnTo>
                  <a:pt x="1307303" y="511635"/>
                </a:lnTo>
                <a:lnTo>
                  <a:pt x="1306418" y="508945"/>
                </a:lnTo>
                <a:close/>
                <a:moveTo>
                  <a:pt x="1305622" y="509696"/>
                </a:moveTo>
                <a:lnTo>
                  <a:pt x="1306522" y="511847"/>
                </a:lnTo>
                <a:lnTo>
                  <a:pt x="1307888" y="513415"/>
                </a:lnTo>
                <a:lnTo>
                  <a:pt x="1305695" y="509626"/>
                </a:lnTo>
                <a:close/>
                <a:moveTo>
                  <a:pt x="1327773" y="459844"/>
                </a:moveTo>
                <a:lnTo>
                  <a:pt x="1331497" y="478574"/>
                </a:lnTo>
                <a:lnTo>
                  <a:pt x="1337214" y="484215"/>
                </a:lnTo>
                <a:lnTo>
                  <a:pt x="1329539" y="464257"/>
                </a:lnTo>
                <a:close/>
                <a:moveTo>
                  <a:pt x="638705" y="2002541"/>
                </a:moveTo>
                <a:lnTo>
                  <a:pt x="638341" y="2004890"/>
                </a:lnTo>
                <a:lnTo>
                  <a:pt x="641479" y="2004829"/>
                </a:lnTo>
                <a:lnTo>
                  <a:pt x="641353" y="2004285"/>
                </a:lnTo>
                <a:lnTo>
                  <a:pt x="638758" y="2004652"/>
                </a:lnTo>
                <a:lnTo>
                  <a:pt x="638613" y="2004569"/>
                </a:lnTo>
                <a:lnTo>
                  <a:pt x="641329" y="2004184"/>
                </a:lnTo>
                <a:lnTo>
                  <a:pt x="640794" y="2001878"/>
                </a:lnTo>
                <a:close/>
                <a:moveTo>
                  <a:pt x="622212" y="2039281"/>
                </a:moveTo>
                <a:lnTo>
                  <a:pt x="622458" y="2041593"/>
                </a:lnTo>
                <a:lnTo>
                  <a:pt x="625002" y="2040648"/>
                </a:lnTo>
                <a:lnTo>
                  <a:pt x="624424" y="2038787"/>
                </a:lnTo>
                <a:close/>
                <a:moveTo>
                  <a:pt x="638897" y="2001294"/>
                </a:moveTo>
                <a:lnTo>
                  <a:pt x="638885" y="2001378"/>
                </a:lnTo>
                <a:lnTo>
                  <a:pt x="640546" y="2000810"/>
                </a:lnTo>
                <a:lnTo>
                  <a:pt x="640533" y="2000751"/>
                </a:lnTo>
                <a:close/>
                <a:moveTo>
                  <a:pt x="631162" y="2018613"/>
                </a:moveTo>
                <a:lnTo>
                  <a:pt x="631411" y="2018526"/>
                </a:lnTo>
                <a:lnTo>
                  <a:pt x="633290" y="2017547"/>
                </a:lnTo>
                <a:lnTo>
                  <a:pt x="633272" y="2017541"/>
                </a:lnTo>
                <a:close/>
                <a:moveTo>
                  <a:pt x="1305321" y="508979"/>
                </a:moveTo>
                <a:lnTo>
                  <a:pt x="1305518" y="509449"/>
                </a:lnTo>
                <a:lnTo>
                  <a:pt x="1305567" y="509403"/>
                </a:lnTo>
                <a:close/>
                <a:moveTo>
                  <a:pt x="639000" y="2000630"/>
                </a:moveTo>
                <a:lnTo>
                  <a:pt x="638989" y="2000699"/>
                </a:lnTo>
                <a:lnTo>
                  <a:pt x="639335" y="2000585"/>
                </a:lnTo>
                <a:close/>
                <a:moveTo>
                  <a:pt x="1345167" y="419288"/>
                </a:moveTo>
                <a:lnTo>
                  <a:pt x="1347191" y="423414"/>
                </a:lnTo>
                <a:lnTo>
                  <a:pt x="1347319" y="423301"/>
                </a:lnTo>
                <a:lnTo>
                  <a:pt x="1347420" y="418992"/>
                </a:lnTo>
                <a:lnTo>
                  <a:pt x="1347352" y="416745"/>
                </a:lnTo>
                <a:close/>
                <a:moveTo>
                  <a:pt x="1304000" y="511222"/>
                </a:moveTo>
                <a:lnTo>
                  <a:pt x="1311409" y="532506"/>
                </a:lnTo>
                <a:lnTo>
                  <a:pt x="1311656" y="532083"/>
                </a:lnTo>
                <a:lnTo>
                  <a:pt x="1304307" y="510933"/>
                </a:lnTo>
                <a:close/>
                <a:moveTo>
                  <a:pt x="1293925" y="533739"/>
                </a:moveTo>
                <a:lnTo>
                  <a:pt x="1293362" y="536622"/>
                </a:lnTo>
                <a:lnTo>
                  <a:pt x="1296066" y="538727"/>
                </a:lnTo>
                <a:lnTo>
                  <a:pt x="1295357" y="535389"/>
                </a:lnTo>
                <a:close/>
                <a:moveTo>
                  <a:pt x="634366" y="2010550"/>
                </a:moveTo>
                <a:lnTo>
                  <a:pt x="634400" y="2011174"/>
                </a:lnTo>
                <a:lnTo>
                  <a:pt x="636050" y="2011532"/>
                </a:lnTo>
                <a:lnTo>
                  <a:pt x="636121" y="2010652"/>
                </a:lnTo>
                <a:close/>
                <a:moveTo>
                  <a:pt x="632463" y="2014648"/>
                </a:moveTo>
                <a:lnTo>
                  <a:pt x="633286" y="2014934"/>
                </a:lnTo>
                <a:lnTo>
                  <a:pt x="633808" y="2014813"/>
                </a:lnTo>
                <a:lnTo>
                  <a:pt x="633410" y="2014675"/>
                </a:lnTo>
                <a:close/>
                <a:moveTo>
                  <a:pt x="619566" y="2043340"/>
                </a:moveTo>
                <a:lnTo>
                  <a:pt x="622364" y="2043624"/>
                </a:lnTo>
                <a:lnTo>
                  <a:pt x="622252" y="2042577"/>
                </a:lnTo>
                <a:lnTo>
                  <a:pt x="621340" y="2042685"/>
                </a:lnTo>
                <a:close/>
                <a:moveTo>
                  <a:pt x="626258" y="2027511"/>
                </a:moveTo>
                <a:lnTo>
                  <a:pt x="627030" y="2027626"/>
                </a:lnTo>
                <a:lnTo>
                  <a:pt x="626368" y="2027472"/>
                </a:lnTo>
                <a:close/>
                <a:moveTo>
                  <a:pt x="1343601" y="421109"/>
                </a:moveTo>
                <a:lnTo>
                  <a:pt x="1345035" y="425059"/>
                </a:lnTo>
                <a:lnTo>
                  <a:pt x="1345089" y="425277"/>
                </a:lnTo>
                <a:lnTo>
                  <a:pt x="1346958" y="423621"/>
                </a:lnTo>
                <a:lnTo>
                  <a:pt x="1344953" y="419536"/>
                </a:lnTo>
                <a:close/>
                <a:moveTo>
                  <a:pt x="1294442" y="531091"/>
                </a:moveTo>
                <a:lnTo>
                  <a:pt x="1294036" y="533171"/>
                </a:lnTo>
                <a:lnTo>
                  <a:pt x="1295161" y="534467"/>
                </a:lnTo>
                <a:close/>
                <a:moveTo>
                  <a:pt x="1289345" y="542261"/>
                </a:moveTo>
                <a:lnTo>
                  <a:pt x="1289999" y="543987"/>
                </a:lnTo>
                <a:lnTo>
                  <a:pt x="1290267" y="544452"/>
                </a:lnTo>
                <a:lnTo>
                  <a:pt x="1290375" y="544052"/>
                </a:lnTo>
                <a:close/>
                <a:moveTo>
                  <a:pt x="1302430" y="512703"/>
                </a:moveTo>
                <a:lnTo>
                  <a:pt x="1303170" y="519413"/>
                </a:lnTo>
                <a:lnTo>
                  <a:pt x="1306921" y="525394"/>
                </a:lnTo>
                <a:lnTo>
                  <a:pt x="1302661" y="512485"/>
                </a:lnTo>
                <a:close/>
                <a:moveTo>
                  <a:pt x="639564" y="1996985"/>
                </a:moveTo>
                <a:lnTo>
                  <a:pt x="639425" y="1997878"/>
                </a:lnTo>
                <a:lnTo>
                  <a:pt x="639853" y="1997820"/>
                </a:lnTo>
                <a:lnTo>
                  <a:pt x="639682" y="1997084"/>
                </a:lnTo>
                <a:lnTo>
                  <a:pt x="639625" y="1996964"/>
                </a:lnTo>
                <a:close/>
                <a:moveTo>
                  <a:pt x="635528" y="2005503"/>
                </a:moveTo>
                <a:lnTo>
                  <a:pt x="636453" y="2006549"/>
                </a:lnTo>
                <a:lnTo>
                  <a:pt x="636536" y="2005523"/>
                </a:lnTo>
                <a:close/>
                <a:moveTo>
                  <a:pt x="621841" y="2035804"/>
                </a:moveTo>
                <a:lnTo>
                  <a:pt x="621869" y="2036063"/>
                </a:lnTo>
                <a:lnTo>
                  <a:pt x="623467" y="2035706"/>
                </a:lnTo>
                <a:lnTo>
                  <a:pt x="623317" y="2035221"/>
                </a:lnTo>
                <a:close/>
                <a:moveTo>
                  <a:pt x="634228" y="2008005"/>
                </a:moveTo>
                <a:lnTo>
                  <a:pt x="634234" y="2008110"/>
                </a:lnTo>
                <a:lnTo>
                  <a:pt x="634309" y="2008084"/>
                </a:lnTo>
                <a:close/>
                <a:moveTo>
                  <a:pt x="1303321" y="509271"/>
                </a:moveTo>
                <a:lnTo>
                  <a:pt x="1303911" y="510964"/>
                </a:lnTo>
                <a:lnTo>
                  <a:pt x="1304218" y="510675"/>
                </a:lnTo>
                <a:lnTo>
                  <a:pt x="1304041" y="510168"/>
                </a:lnTo>
                <a:close/>
                <a:moveTo>
                  <a:pt x="1321156" y="469307"/>
                </a:moveTo>
                <a:lnTo>
                  <a:pt x="1331439" y="484334"/>
                </a:lnTo>
                <a:lnTo>
                  <a:pt x="1330528" y="478556"/>
                </a:lnTo>
                <a:close/>
                <a:moveTo>
                  <a:pt x="1302276" y="511321"/>
                </a:moveTo>
                <a:lnTo>
                  <a:pt x="1302395" y="512392"/>
                </a:lnTo>
                <a:lnTo>
                  <a:pt x="1302575" y="512223"/>
                </a:lnTo>
                <a:close/>
                <a:moveTo>
                  <a:pt x="1290229" y="538180"/>
                </a:moveTo>
                <a:lnTo>
                  <a:pt x="1290747" y="539852"/>
                </a:lnTo>
                <a:lnTo>
                  <a:pt x="1291253" y="540830"/>
                </a:lnTo>
                <a:lnTo>
                  <a:pt x="1291480" y="539997"/>
                </a:lnTo>
                <a:close/>
                <a:moveTo>
                  <a:pt x="621736" y="2034808"/>
                </a:moveTo>
                <a:lnTo>
                  <a:pt x="621810" y="2035513"/>
                </a:lnTo>
                <a:lnTo>
                  <a:pt x="623233" y="2034951"/>
                </a:lnTo>
                <a:lnTo>
                  <a:pt x="623207" y="2034867"/>
                </a:lnTo>
                <a:lnTo>
                  <a:pt x="622269" y="2034653"/>
                </a:lnTo>
                <a:close/>
                <a:moveTo>
                  <a:pt x="1310757" y="491879"/>
                </a:moveTo>
                <a:lnTo>
                  <a:pt x="1315806" y="507364"/>
                </a:lnTo>
                <a:lnTo>
                  <a:pt x="1315813" y="505905"/>
                </a:lnTo>
                <a:lnTo>
                  <a:pt x="1315409" y="497504"/>
                </a:lnTo>
                <a:close/>
                <a:moveTo>
                  <a:pt x="1290580" y="536691"/>
                </a:moveTo>
                <a:lnTo>
                  <a:pt x="1291924" y="538367"/>
                </a:lnTo>
                <a:lnTo>
                  <a:pt x="1292066" y="537848"/>
                </a:lnTo>
                <a:close/>
                <a:moveTo>
                  <a:pt x="636609" y="2000952"/>
                </a:moveTo>
                <a:lnTo>
                  <a:pt x="636810" y="2001422"/>
                </a:lnTo>
                <a:lnTo>
                  <a:pt x="636869" y="2001402"/>
                </a:lnTo>
                <a:lnTo>
                  <a:pt x="636909" y="2000912"/>
                </a:lnTo>
                <a:close/>
                <a:moveTo>
                  <a:pt x="1289640" y="538654"/>
                </a:moveTo>
                <a:lnTo>
                  <a:pt x="1289313" y="540699"/>
                </a:lnTo>
                <a:lnTo>
                  <a:pt x="1290675" y="542953"/>
                </a:lnTo>
                <a:lnTo>
                  <a:pt x="1290827" y="542393"/>
                </a:lnTo>
                <a:lnTo>
                  <a:pt x="1289801" y="538966"/>
                </a:lnTo>
                <a:close/>
                <a:moveTo>
                  <a:pt x="1300250" y="514757"/>
                </a:moveTo>
                <a:lnTo>
                  <a:pt x="1302584" y="518476"/>
                </a:lnTo>
                <a:lnTo>
                  <a:pt x="1301979" y="513128"/>
                </a:lnTo>
                <a:close/>
                <a:moveTo>
                  <a:pt x="1340291" y="424960"/>
                </a:moveTo>
                <a:lnTo>
                  <a:pt x="1341167" y="426267"/>
                </a:lnTo>
                <a:lnTo>
                  <a:pt x="1340723" y="424459"/>
                </a:lnTo>
                <a:close/>
                <a:moveTo>
                  <a:pt x="617551" y="2043135"/>
                </a:moveTo>
                <a:lnTo>
                  <a:pt x="618143" y="2043195"/>
                </a:lnTo>
                <a:lnTo>
                  <a:pt x="618660" y="2043003"/>
                </a:lnTo>
                <a:close/>
                <a:moveTo>
                  <a:pt x="1330551" y="446378"/>
                </a:moveTo>
                <a:lnTo>
                  <a:pt x="1333608" y="453648"/>
                </a:lnTo>
                <a:lnTo>
                  <a:pt x="1346193" y="467102"/>
                </a:lnTo>
                <a:lnTo>
                  <a:pt x="1346330" y="465506"/>
                </a:lnTo>
                <a:lnTo>
                  <a:pt x="1346632" y="452611"/>
                </a:lnTo>
                <a:lnTo>
                  <a:pt x="1340083" y="435794"/>
                </a:lnTo>
                <a:lnTo>
                  <a:pt x="1340503" y="436041"/>
                </a:lnTo>
                <a:lnTo>
                  <a:pt x="1346650" y="451828"/>
                </a:lnTo>
                <a:lnTo>
                  <a:pt x="1346718" y="448957"/>
                </a:lnTo>
                <a:lnTo>
                  <a:pt x="1342685" y="432475"/>
                </a:lnTo>
                <a:close/>
                <a:moveTo>
                  <a:pt x="1329966" y="447049"/>
                </a:moveTo>
                <a:lnTo>
                  <a:pt x="1332566" y="452534"/>
                </a:lnTo>
                <a:lnTo>
                  <a:pt x="1333240" y="453253"/>
                </a:lnTo>
                <a:lnTo>
                  <a:pt x="1330414" y="446536"/>
                </a:lnTo>
                <a:close/>
                <a:moveTo>
                  <a:pt x="634180" y="2003979"/>
                </a:moveTo>
                <a:lnTo>
                  <a:pt x="635043" y="2004955"/>
                </a:lnTo>
                <a:lnTo>
                  <a:pt x="636585" y="2004925"/>
                </a:lnTo>
                <a:lnTo>
                  <a:pt x="636677" y="2003775"/>
                </a:lnTo>
                <a:lnTo>
                  <a:pt x="636455" y="2003256"/>
                </a:lnTo>
                <a:close/>
                <a:moveTo>
                  <a:pt x="1328745" y="448449"/>
                </a:moveTo>
                <a:lnTo>
                  <a:pt x="1331692" y="451598"/>
                </a:lnTo>
                <a:lnTo>
                  <a:pt x="1329687" y="447369"/>
                </a:lnTo>
                <a:close/>
                <a:moveTo>
                  <a:pt x="615390" y="2044881"/>
                </a:moveTo>
                <a:lnTo>
                  <a:pt x="616427" y="2045344"/>
                </a:lnTo>
                <a:lnTo>
                  <a:pt x="622718" y="2046946"/>
                </a:lnTo>
                <a:lnTo>
                  <a:pt x="622533" y="2045207"/>
                </a:lnTo>
                <a:lnTo>
                  <a:pt x="617953" y="2043935"/>
                </a:lnTo>
                <a:close/>
                <a:moveTo>
                  <a:pt x="636164" y="1998189"/>
                </a:moveTo>
                <a:lnTo>
                  <a:pt x="636420" y="1998283"/>
                </a:lnTo>
                <a:lnTo>
                  <a:pt x="637159" y="1998183"/>
                </a:lnTo>
                <a:lnTo>
                  <a:pt x="637216" y="1997816"/>
                </a:lnTo>
                <a:close/>
                <a:moveTo>
                  <a:pt x="633953" y="2002935"/>
                </a:moveTo>
                <a:lnTo>
                  <a:pt x="633959" y="2003063"/>
                </a:lnTo>
                <a:lnTo>
                  <a:pt x="636064" y="2002343"/>
                </a:lnTo>
                <a:lnTo>
                  <a:pt x="636023" y="2002247"/>
                </a:lnTo>
                <a:close/>
                <a:moveTo>
                  <a:pt x="627577" y="2017102"/>
                </a:moveTo>
                <a:lnTo>
                  <a:pt x="627681" y="2017614"/>
                </a:lnTo>
                <a:lnTo>
                  <a:pt x="630609" y="2018494"/>
                </a:lnTo>
                <a:lnTo>
                  <a:pt x="632762" y="2017363"/>
                </a:lnTo>
                <a:lnTo>
                  <a:pt x="630518" y="2016581"/>
                </a:lnTo>
                <a:close/>
                <a:moveTo>
                  <a:pt x="1297166" y="517666"/>
                </a:moveTo>
                <a:lnTo>
                  <a:pt x="1298719" y="524969"/>
                </a:lnTo>
                <a:lnTo>
                  <a:pt x="1303866" y="529847"/>
                </a:lnTo>
                <a:lnTo>
                  <a:pt x="1303582" y="527321"/>
                </a:lnTo>
                <a:lnTo>
                  <a:pt x="1300277" y="518122"/>
                </a:lnTo>
                <a:lnTo>
                  <a:pt x="1298942" y="515990"/>
                </a:lnTo>
                <a:close/>
                <a:moveTo>
                  <a:pt x="630483" y="2010325"/>
                </a:moveTo>
                <a:lnTo>
                  <a:pt x="633930" y="2011072"/>
                </a:lnTo>
                <a:lnTo>
                  <a:pt x="633900" y="2010523"/>
                </a:lnTo>
                <a:close/>
                <a:moveTo>
                  <a:pt x="1357757" y="381437"/>
                </a:moveTo>
                <a:lnTo>
                  <a:pt x="1364978" y="395093"/>
                </a:lnTo>
                <a:lnTo>
                  <a:pt x="1365647" y="394315"/>
                </a:lnTo>
                <a:lnTo>
                  <a:pt x="1360440" y="376284"/>
                </a:lnTo>
                <a:close/>
                <a:moveTo>
                  <a:pt x="627473" y="2016596"/>
                </a:moveTo>
                <a:lnTo>
                  <a:pt x="627497" y="2016711"/>
                </a:lnTo>
                <a:lnTo>
                  <a:pt x="629748" y="2016313"/>
                </a:lnTo>
                <a:lnTo>
                  <a:pt x="629323" y="2016165"/>
                </a:lnTo>
                <a:close/>
                <a:moveTo>
                  <a:pt x="633414" y="2003113"/>
                </a:moveTo>
                <a:lnTo>
                  <a:pt x="633503" y="2003214"/>
                </a:lnTo>
                <a:lnTo>
                  <a:pt x="633496" y="2003086"/>
                </a:lnTo>
                <a:close/>
                <a:moveTo>
                  <a:pt x="1290931" y="530536"/>
                </a:moveTo>
                <a:lnTo>
                  <a:pt x="1290338" y="534267"/>
                </a:lnTo>
                <a:lnTo>
                  <a:pt x="1292568" y="536003"/>
                </a:lnTo>
                <a:lnTo>
                  <a:pt x="1292573" y="535988"/>
                </a:lnTo>
                <a:close/>
                <a:moveTo>
                  <a:pt x="1291003" y="530371"/>
                </a:moveTo>
                <a:lnTo>
                  <a:pt x="1292630" y="535778"/>
                </a:lnTo>
                <a:lnTo>
                  <a:pt x="1293055" y="534216"/>
                </a:lnTo>
                <a:lnTo>
                  <a:pt x="1293292" y="533008"/>
                </a:lnTo>
                <a:close/>
                <a:moveTo>
                  <a:pt x="1326108" y="451470"/>
                </a:moveTo>
                <a:lnTo>
                  <a:pt x="1327619" y="459065"/>
                </a:lnTo>
                <a:lnTo>
                  <a:pt x="1334574" y="476449"/>
                </a:lnTo>
                <a:lnTo>
                  <a:pt x="1337771" y="484766"/>
                </a:lnTo>
                <a:lnTo>
                  <a:pt x="1341647" y="488591"/>
                </a:lnTo>
                <a:lnTo>
                  <a:pt x="1344701" y="484490"/>
                </a:lnTo>
                <a:lnTo>
                  <a:pt x="1344864" y="482581"/>
                </a:lnTo>
                <a:lnTo>
                  <a:pt x="1336403" y="470564"/>
                </a:lnTo>
                <a:lnTo>
                  <a:pt x="1336867" y="470703"/>
                </a:lnTo>
                <a:lnTo>
                  <a:pt x="1344905" y="482115"/>
                </a:lnTo>
                <a:lnTo>
                  <a:pt x="1344931" y="481813"/>
                </a:lnTo>
                <a:lnTo>
                  <a:pt x="1338574" y="466115"/>
                </a:lnTo>
                <a:lnTo>
                  <a:pt x="1335019" y="458618"/>
                </a:lnTo>
                <a:lnTo>
                  <a:pt x="1327182" y="450238"/>
                </a:lnTo>
                <a:close/>
                <a:moveTo>
                  <a:pt x="633865" y="2001321"/>
                </a:moveTo>
                <a:lnTo>
                  <a:pt x="633922" y="2002381"/>
                </a:lnTo>
                <a:lnTo>
                  <a:pt x="635811" y="2001753"/>
                </a:lnTo>
                <a:lnTo>
                  <a:pt x="635530" y="2001097"/>
                </a:lnTo>
                <a:close/>
                <a:moveTo>
                  <a:pt x="1329444" y="443748"/>
                </a:moveTo>
                <a:lnTo>
                  <a:pt x="1330422" y="446072"/>
                </a:lnTo>
                <a:lnTo>
                  <a:pt x="1335670" y="440058"/>
                </a:lnTo>
                <a:lnTo>
                  <a:pt x="1342638" y="432286"/>
                </a:lnTo>
                <a:lnTo>
                  <a:pt x="1342379" y="431226"/>
                </a:lnTo>
                <a:lnTo>
                  <a:pt x="1341909" y="430524"/>
                </a:lnTo>
                <a:lnTo>
                  <a:pt x="1338506" y="433538"/>
                </a:lnTo>
                <a:close/>
                <a:moveTo>
                  <a:pt x="625911" y="2019044"/>
                </a:moveTo>
                <a:lnTo>
                  <a:pt x="626658" y="2020191"/>
                </a:lnTo>
                <a:lnTo>
                  <a:pt x="627634" y="2019849"/>
                </a:lnTo>
                <a:lnTo>
                  <a:pt x="627571" y="2019543"/>
                </a:lnTo>
                <a:close/>
                <a:moveTo>
                  <a:pt x="581326" y="2118803"/>
                </a:moveTo>
                <a:lnTo>
                  <a:pt x="602180" y="2122485"/>
                </a:lnTo>
                <a:lnTo>
                  <a:pt x="603362" y="2122442"/>
                </a:lnTo>
                <a:lnTo>
                  <a:pt x="608868" y="2122167"/>
                </a:lnTo>
                <a:lnTo>
                  <a:pt x="629714" y="2117476"/>
                </a:lnTo>
                <a:lnTo>
                  <a:pt x="629719" y="2117348"/>
                </a:lnTo>
                <a:lnTo>
                  <a:pt x="622152" y="2118374"/>
                </a:lnTo>
                <a:lnTo>
                  <a:pt x="621883" y="2118180"/>
                </a:lnTo>
                <a:lnTo>
                  <a:pt x="629728" y="2117117"/>
                </a:lnTo>
                <a:lnTo>
                  <a:pt x="629818" y="2114888"/>
                </a:lnTo>
                <a:lnTo>
                  <a:pt x="624185" y="2115420"/>
                </a:lnTo>
                <a:lnTo>
                  <a:pt x="623241" y="2115649"/>
                </a:lnTo>
                <a:lnTo>
                  <a:pt x="622988" y="2115533"/>
                </a:lnTo>
                <a:lnTo>
                  <a:pt x="587937" y="2118841"/>
                </a:lnTo>
                <a:lnTo>
                  <a:pt x="587679" y="2118638"/>
                </a:lnTo>
                <a:lnTo>
                  <a:pt x="612082" y="2116335"/>
                </a:lnTo>
                <a:lnTo>
                  <a:pt x="624047" y="2115039"/>
                </a:lnTo>
                <a:lnTo>
                  <a:pt x="629868" y="2113627"/>
                </a:lnTo>
                <a:lnTo>
                  <a:pt x="629972" y="2111049"/>
                </a:lnTo>
                <a:lnTo>
                  <a:pt x="606142" y="2115353"/>
                </a:lnTo>
                <a:close/>
                <a:moveTo>
                  <a:pt x="626522" y="2017265"/>
                </a:moveTo>
                <a:lnTo>
                  <a:pt x="627145" y="2017452"/>
                </a:lnTo>
                <a:lnTo>
                  <a:pt x="627090" y="2017183"/>
                </a:lnTo>
                <a:close/>
                <a:moveTo>
                  <a:pt x="1271414" y="573201"/>
                </a:moveTo>
                <a:lnTo>
                  <a:pt x="1271473" y="573764"/>
                </a:lnTo>
                <a:lnTo>
                  <a:pt x="1271533" y="573585"/>
                </a:lnTo>
                <a:close/>
                <a:moveTo>
                  <a:pt x="1297759" y="514105"/>
                </a:moveTo>
                <a:lnTo>
                  <a:pt x="1297123" y="517361"/>
                </a:lnTo>
                <a:lnTo>
                  <a:pt x="1298807" y="515773"/>
                </a:lnTo>
                <a:close/>
                <a:moveTo>
                  <a:pt x="627237" y="2015437"/>
                </a:moveTo>
                <a:lnTo>
                  <a:pt x="627413" y="2016303"/>
                </a:lnTo>
                <a:lnTo>
                  <a:pt x="628796" y="2015981"/>
                </a:lnTo>
                <a:close/>
                <a:moveTo>
                  <a:pt x="1328765" y="444514"/>
                </a:moveTo>
                <a:lnTo>
                  <a:pt x="1329827" y="446754"/>
                </a:lnTo>
                <a:lnTo>
                  <a:pt x="1330285" y="446229"/>
                </a:lnTo>
                <a:lnTo>
                  <a:pt x="1329306" y="443904"/>
                </a:lnTo>
                <a:close/>
                <a:moveTo>
                  <a:pt x="1325060" y="452670"/>
                </a:moveTo>
                <a:lnTo>
                  <a:pt x="1326268" y="455693"/>
                </a:lnTo>
                <a:lnTo>
                  <a:pt x="1325555" y="452103"/>
                </a:lnTo>
                <a:close/>
                <a:moveTo>
                  <a:pt x="1291300" y="527575"/>
                </a:moveTo>
                <a:lnTo>
                  <a:pt x="1291250" y="528536"/>
                </a:lnTo>
                <a:lnTo>
                  <a:pt x="1291059" y="529739"/>
                </a:lnTo>
                <a:lnTo>
                  <a:pt x="1293402" y="532440"/>
                </a:lnTo>
                <a:lnTo>
                  <a:pt x="1293826" y="530271"/>
                </a:lnTo>
                <a:close/>
                <a:moveTo>
                  <a:pt x="1324178" y="453681"/>
                </a:moveTo>
                <a:lnTo>
                  <a:pt x="1329539" y="472292"/>
                </a:lnTo>
                <a:lnTo>
                  <a:pt x="1329424" y="471557"/>
                </a:lnTo>
                <a:lnTo>
                  <a:pt x="1326423" y="456470"/>
                </a:lnTo>
                <a:lnTo>
                  <a:pt x="1324953" y="452794"/>
                </a:lnTo>
                <a:close/>
                <a:moveTo>
                  <a:pt x="1347409" y="401311"/>
                </a:moveTo>
                <a:lnTo>
                  <a:pt x="1347826" y="415050"/>
                </a:lnTo>
                <a:lnTo>
                  <a:pt x="1364690" y="395429"/>
                </a:lnTo>
                <a:lnTo>
                  <a:pt x="1358257" y="382861"/>
                </a:lnTo>
                <a:lnTo>
                  <a:pt x="1357631" y="381678"/>
                </a:lnTo>
                <a:close/>
                <a:moveTo>
                  <a:pt x="1268614" y="577506"/>
                </a:moveTo>
                <a:lnTo>
                  <a:pt x="1268485" y="578707"/>
                </a:lnTo>
                <a:lnTo>
                  <a:pt x="1269022" y="578914"/>
                </a:lnTo>
                <a:close/>
                <a:moveTo>
                  <a:pt x="625686" y="2017013"/>
                </a:moveTo>
                <a:lnTo>
                  <a:pt x="625725" y="2017025"/>
                </a:lnTo>
                <a:lnTo>
                  <a:pt x="627011" y="2016797"/>
                </a:lnTo>
                <a:lnTo>
                  <a:pt x="626993" y="2016708"/>
                </a:lnTo>
                <a:close/>
                <a:moveTo>
                  <a:pt x="1273654" y="566025"/>
                </a:moveTo>
                <a:lnTo>
                  <a:pt x="1273951" y="566471"/>
                </a:lnTo>
                <a:lnTo>
                  <a:pt x="1273964" y="566430"/>
                </a:lnTo>
                <a:close/>
                <a:moveTo>
                  <a:pt x="1326963" y="446544"/>
                </a:moveTo>
                <a:lnTo>
                  <a:pt x="1328539" y="448230"/>
                </a:lnTo>
                <a:lnTo>
                  <a:pt x="1329547" y="447075"/>
                </a:lnTo>
                <a:lnTo>
                  <a:pt x="1328483" y="444830"/>
                </a:lnTo>
                <a:close/>
                <a:moveTo>
                  <a:pt x="630849" y="2005037"/>
                </a:moveTo>
                <a:lnTo>
                  <a:pt x="631181" y="2005030"/>
                </a:lnTo>
                <a:lnTo>
                  <a:pt x="631104" y="2004956"/>
                </a:lnTo>
                <a:close/>
                <a:moveTo>
                  <a:pt x="1301372" y="503116"/>
                </a:moveTo>
                <a:lnTo>
                  <a:pt x="1301462" y="503931"/>
                </a:lnTo>
                <a:lnTo>
                  <a:pt x="1302682" y="507437"/>
                </a:lnTo>
                <a:lnTo>
                  <a:pt x="1303365" y="508219"/>
                </a:lnTo>
                <a:lnTo>
                  <a:pt x="1302657" y="506184"/>
                </a:lnTo>
                <a:close/>
                <a:moveTo>
                  <a:pt x="1341801" y="412429"/>
                </a:moveTo>
                <a:lnTo>
                  <a:pt x="1344810" y="418560"/>
                </a:lnTo>
                <a:lnTo>
                  <a:pt x="1347319" y="415639"/>
                </a:lnTo>
                <a:lnTo>
                  <a:pt x="1346914" y="402279"/>
                </a:lnTo>
                <a:close/>
                <a:moveTo>
                  <a:pt x="632046" y="2001566"/>
                </a:moveTo>
                <a:lnTo>
                  <a:pt x="633028" y="2002677"/>
                </a:lnTo>
                <a:lnTo>
                  <a:pt x="633466" y="2002532"/>
                </a:lnTo>
                <a:lnTo>
                  <a:pt x="633404" y="2001383"/>
                </a:lnTo>
                <a:close/>
                <a:moveTo>
                  <a:pt x="630321" y="2005396"/>
                </a:moveTo>
                <a:lnTo>
                  <a:pt x="631943" y="2005775"/>
                </a:lnTo>
                <a:lnTo>
                  <a:pt x="631582" y="2005422"/>
                </a:lnTo>
                <a:close/>
                <a:moveTo>
                  <a:pt x="1341015" y="413990"/>
                </a:moveTo>
                <a:lnTo>
                  <a:pt x="1343310" y="420306"/>
                </a:lnTo>
                <a:lnTo>
                  <a:pt x="1344596" y="418808"/>
                </a:lnTo>
                <a:lnTo>
                  <a:pt x="1341631" y="412767"/>
                </a:lnTo>
                <a:close/>
                <a:moveTo>
                  <a:pt x="1325507" y="448447"/>
                </a:moveTo>
                <a:lnTo>
                  <a:pt x="1326035" y="451100"/>
                </a:lnTo>
                <a:lnTo>
                  <a:pt x="1326977" y="450019"/>
                </a:lnTo>
                <a:close/>
                <a:moveTo>
                  <a:pt x="1271090" y="570082"/>
                </a:moveTo>
                <a:lnTo>
                  <a:pt x="1271143" y="570595"/>
                </a:lnTo>
                <a:lnTo>
                  <a:pt x="1271831" y="572709"/>
                </a:lnTo>
                <a:lnTo>
                  <a:pt x="1272038" y="572100"/>
                </a:lnTo>
                <a:close/>
                <a:moveTo>
                  <a:pt x="1268886" y="574974"/>
                </a:moveTo>
                <a:lnTo>
                  <a:pt x="1268770" y="576055"/>
                </a:lnTo>
                <a:lnTo>
                  <a:pt x="1269656" y="579110"/>
                </a:lnTo>
                <a:lnTo>
                  <a:pt x="1270036" y="577992"/>
                </a:lnTo>
                <a:close/>
                <a:moveTo>
                  <a:pt x="1337549" y="420871"/>
                </a:moveTo>
                <a:lnTo>
                  <a:pt x="1339860" y="424319"/>
                </a:lnTo>
                <a:lnTo>
                  <a:pt x="1340505" y="423569"/>
                </a:lnTo>
                <a:lnTo>
                  <a:pt x="1339095" y="417802"/>
                </a:lnTo>
                <a:close/>
                <a:moveTo>
                  <a:pt x="1271219" y="569389"/>
                </a:moveTo>
                <a:lnTo>
                  <a:pt x="1272229" y="571537"/>
                </a:lnTo>
                <a:lnTo>
                  <a:pt x="1272424" y="570962"/>
                </a:lnTo>
                <a:close/>
                <a:moveTo>
                  <a:pt x="612758" y="2043705"/>
                </a:moveTo>
                <a:lnTo>
                  <a:pt x="614579" y="2044519"/>
                </a:lnTo>
                <a:lnTo>
                  <a:pt x="616675" y="2043740"/>
                </a:lnTo>
                <a:lnTo>
                  <a:pt x="614424" y="2043506"/>
                </a:lnTo>
                <a:close/>
                <a:moveTo>
                  <a:pt x="626599" y="2012316"/>
                </a:moveTo>
                <a:lnTo>
                  <a:pt x="626663" y="2012627"/>
                </a:lnTo>
                <a:lnTo>
                  <a:pt x="631213" y="2014213"/>
                </a:lnTo>
                <a:lnTo>
                  <a:pt x="631909" y="2014232"/>
                </a:lnTo>
                <a:lnTo>
                  <a:pt x="632124" y="2014230"/>
                </a:lnTo>
                <a:close/>
                <a:moveTo>
                  <a:pt x="633610" y="1996613"/>
                </a:moveTo>
                <a:lnTo>
                  <a:pt x="633628" y="1996944"/>
                </a:lnTo>
                <a:lnTo>
                  <a:pt x="633735" y="1996907"/>
                </a:lnTo>
                <a:close/>
                <a:moveTo>
                  <a:pt x="1299590" y="504729"/>
                </a:moveTo>
                <a:lnTo>
                  <a:pt x="1298429" y="510678"/>
                </a:lnTo>
                <a:lnTo>
                  <a:pt x="1298822" y="511650"/>
                </a:lnTo>
                <a:lnTo>
                  <a:pt x="1299519" y="513591"/>
                </a:lnTo>
                <a:lnTo>
                  <a:pt x="1300115" y="514542"/>
                </a:lnTo>
                <a:lnTo>
                  <a:pt x="1301945" y="512815"/>
                </a:lnTo>
                <a:lnTo>
                  <a:pt x="1301516" y="509016"/>
                </a:lnTo>
                <a:lnTo>
                  <a:pt x="1300413" y="505673"/>
                </a:lnTo>
                <a:close/>
                <a:moveTo>
                  <a:pt x="1270720" y="569296"/>
                </a:moveTo>
                <a:lnTo>
                  <a:pt x="1270776" y="569467"/>
                </a:lnTo>
                <a:lnTo>
                  <a:pt x="1270769" y="569400"/>
                </a:lnTo>
                <a:close/>
                <a:moveTo>
                  <a:pt x="1323962" y="449925"/>
                </a:moveTo>
                <a:lnTo>
                  <a:pt x="1324935" y="452360"/>
                </a:lnTo>
                <a:lnTo>
                  <a:pt x="1325481" y="451734"/>
                </a:lnTo>
                <a:lnTo>
                  <a:pt x="1324910" y="448857"/>
                </a:lnTo>
                <a:close/>
                <a:moveTo>
                  <a:pt x="1299780" y="503756"/>
                </a:moveTo>
                <a:lnTo>
                  <a:pt x="1299725" y="504041"/>
                </a:lnTo>
                <a:lnTo>
                  <a:pt x="1299965" y="504317"/>
                </a:lnTo>
                <a:close/>
                <a:moveTo>
                  <a:pt x="1330079" y="435699"/>
                </a:moveTo>
                <a:lnTo>
                  <a:pt x="1338675" y="425698"/>
                </a:lnTo>
                <a:lnTo>
                  <a:pt x="1336644" y="422668"/>
                </a:lnTo>
                <a:close/>
                <a:moveTo>
                  <a:pt x="1272145" y="565377"/>
                </a:moveTo>
                <a:lnTo>
                  <a:pt x="1272709" y="569928"/>
                </a:lnTo>
                <a:lnTo>
                  <a:pt x="1272756" y="569989"/>
                </a:lnTo>
                <a:lnTo>
                  <a:pt x="1273586" y="567546"/>
                </a:lnTo>
                <a:close/>
                <a:moveTo>
                  <a:pt x="1268170" y="573986"/>
                </a:moveTo>
                <a:lnTo>
                  <a:pt x="1268281" y="574367"/>
                </a:lnTo>
                <a:lnTo>
                  <a:pt x="1268311" y="574115"/>
                </a:lnTo>
                <a:close/>
                <a:moveTo>
                  <a:pt x="634679" y="1992268"/>
                </a:moveTo>
                <a:lnTo>
                  <a:pt x="637800" y="1994044"/>
                </a:lnTo>
                <a:lnTo>
                  <a:pt x="637905" y="1993354"/>
                </a:lnTo>
                <a:lnTo>
                  <a:pt x="637580" y="1992672"/>
                </a:lnTo>
                <a:lnTo>
                  <a:pt x="635685" y="1991919"/>
                </a:lnTo>
                <a:lnTo>
                  <a:pt x="635254" y="1991977"/>
                </a:lnTo>
                <a:close/>
                <a:moveTo>
                  <a:pt x="1327466" y="440886"/>
                </a:moveTo>
                <a:lnTo>
                  <a:pt x="1340886" y="428999"/>
                </a:lnTo>
                <a:lnTo>
                  <a:pt x="1339105" y="426341"/>
                </a:lnTo>
                <a:lnTo>
                  <a:pt x="1328687" y="438463"/>
                </a:lnTo>
                <a:close/>
                <a:moveTo>
                  <a:pt x="1295926" y="511182"/>
                </a:moveTo>
                <a:lnTo>
                  <a:pt x="1296447" y="514289"/>
                </a:lnTo>
                <a:lnTo>
                  <a:pt x="1296708" y="515514"/>
                </a:lnTo>
                <a:lnTo>
                  <a:pt x="1297168" y="513161"/>
                </a:lnTo>
                <a:close/>
                <a:moveTo>
                  <a:pt x="1300371" y="500726"/>
                </a:moveTo>
                <a:lnTo>
                  <a:pt x="1300363" y="500772"/>
                </a:lnTo>
                <a:lnTo>
                  <a:pt x="1300691" y="501718"/>
                </a:lnTo>
                <a:lnTo>
                  <a:pt x="1300657" y="501407"/>
                </a:lnTo>
                <a:close/>
                <a:moveTo>
                  <a:pt x="1267599" y="574003"/>
                </a:moveTo>
                <a:lnTo>
                  <a:pt x="1267313" y="578255"/>
                </a:lnTo>
                <a:lnTo>
                  <a:pt x="1267786" y="578438"/>
                </a:lnTo>
                <a:lnTo>
                  <a:pt x="1268111" y="575768"/>
                </a:lnTo>
                <a:close/>
                <a:moveTo>
                  <a:pt x="610868" y="2043928"/>
                </a:moveTo>
                <a:lnTo>
                  <a:pt x="613600" y="2044625"/>
                </a:lnTo>
                <a:lnTo>
                  <a:pt x="613497" y="2044578"/>
                </a:lnTo>
                <a:lnTo>
                  <a:pt x="611845" y="2043813"/>
                </a:lnTo>
                <a:close/>
                <a:moveTo>
                  <a:pt x="628097" y="2004878"/>
                </a:moveTo>
                <a:lnTo>
                  <a:pt x="628428" y="2004955"/>
                </a:lnTo>
                <a:lnTo>
                  <a:pt x="630461" y="2004259"/>
                </a:lnTo>
                <a:lnTo>
                  <a:pt x="630347" y="2004131"/>
                </a:lnTo>
                <a:close/>
                <a:moveTo>
                  <a:pt x="633408" y="1992909"/>
                </a:moveTo>
                <a:lnTo>
                  <a:pt x="633444" y="1993563"/>
                </a:lnTo>
                <a:lnTo>
                  <a:pt x="634731" y="1996569"/>
                </a:lnTo>
                <a:lnTo>
                  <a:pt x="637557" y="1995611"/>
                </a:lnTo>
                <a:lnTo>
                  <a:pt x="637629" y="1995142"/>
                </a:lnTo>
                <a:lnTo>
                  <a:pt x="633565" y="1992830"/>
                </a:lnTo>
                <a:close/>
                <a:moveTo>
                  <a:pt x="1317252" y="461164"/>
                </a:moveTo>
                <a:lnTo>
                  <a:pt x="1323942" y="453498"/>
                </a:lnTo>
                <a:lnTo>
                  <a:pt x="1323928" y="453446"/>
                </a:lnTo>
                <a:lnTo>
                  <a:pt x="1323964" y="453473"/>
                </a:lnTo>
                <a:lnTo>
                  <a:pt x="1324829" y="452482"/>
                </a:lnTo>
                <a:lnTo>
                  <a:pt x="1323854" y="450046"/>
                </a:lnTo>
                <a:lnTo>
                  <a:pt x="1321537" y="452657"/>
                </a:lnTo>
                <a:close/>
                <a:moveTo>
                  <a:pt x="1279629" y="545397"/>
                </a:moveTo>
                <a:lnTo>
                  <a:pt x="1280515" y="547146"/>
                </a:lnTo>
                <a:lnTo>
                  <a:pt x="1280670" y="546690"/>
                </a:lnTo>
                <a:close/>
                <a:moveTo>
                  <a:pt x="1267736" y="571957"/>
                </a:moveTo>
                <a:lnTo>
                  <a:pt x="1267706" y="572389"/>
                </a:lnTo>
                <a:lnTo>
                  <a:pt x="1267870" y="572949"/>
                </a:lnTo>
                <a:lnTo>
                  <a:pt x="1268230" y="573250"/>
                </a:lnTo>
                <a:close/>
                <a:moveTo>
                  <a:pt x="1269677" y="567607"/>
                </a:moveTo>
                <a:lnTo>
                  <a:pt x="1269288" y="571234"/>
                </a:lnTo>
                <a:lnTo>
                  <a:pt x="1269303" y="571270"/>
                </a:lnTo>
                <a:lnTo>
                  <a:pt x="1269940" y="572633"/>
                </a:lnTo>
                <a:lnTo>
                  <a:pt x="1270954" y="575291"/>
                </a:lnTo>
                <a:lnTo>
                  <a:pt x="1271282" y="574327"/>
                </a:lnTo>
                <a:lnTo>
                  <a:pt x="1271038" y="571990"/>
                </a:lnTo>
                <a:close/>
                <a:moveTo>
                  <a:pt x="1316545" y="462568"/>
                </a:moveTo>
                <a:lnTo>
                  <a:pt x="1319175" y="466413"/>
                </a:lnTo>
                <a:lnTo>
                  <a:pt x="1330352" y="477443"/>
                </a:lnTo>
                <a:lnTo>
                  <a:pt x="1329790" y="473880"/>
                </a:lnTo>
                <a:lnTo>
                  <a:pt x="1329303" y="472098"/>
                </a:lnTo>
                <a:lnTo>
                  <a:pt x="1324041" y="453838"/>
                </a:lnTo>
                <a:lnTo>
                  <a:pt x="1316712" y="462237"/>
                </a:lnTo>
                <a:close/>
                <a:moveTo>
                  <a:pt x="608815" y="2047307"/>
                </a:moveTo>
                <a:lnTo>
                  <a:pt x="609024" y="2048888"/>
                </a:lnTo>
                <a:lnTo>
                  <a:pt x="620356" y="2051293"/>
                </a:lnTo>
                <a:lnTo>
                  <a:pt x="623070" y="2050249"/>
                </a:lnTo>
                <a:lnTo>
                  <a:pt x="623054" y="2050096"/>
                </a:lnTo>
                <a:lnTo>
                  <a:pt x="610158" y="2046812"/>
                </a:lnTo>
                <a:close/>
                <a:moveTo>
                  <a:pt x="1314700" y="466230"/>
                </a:moveTo>
                <a:lnTo>
                  <a:pt x="1315713" y="472649"/>
                </a:lnTo>
                <a:lnTo>
                  <a:pt x="1315673" y="468654"/>
                </a:lnTo>
                <a:lnTo>
                  <a:pt x="1315863" y="468849"/>
                </a:lnTo>
                <a:lnTo>
                  <a:pt x="1315914" y="473924"/>
                </a:lnTo>
                <a:lnTo>
                  <a:pt x="1316753" y="479241"/>
                </a:lnTo>
                <a:lnTo>
                  <a:pt x="1317325" y="486112"/>
                </a:lnTo>
                <a:lnTo>
                  <a:pt x="1328908" y="506469"/>
                </a:lnTo>
                <a:lnTo>
                  <a:pt x="1333801" y="499319"/>
                </a:lnTo>
                <a:lnTo>
                  <a:pt x="1331943" y="487535"/>
                </a:lnTo>
                <a:lnTo>
                  <a:pt x="1325392" y="477088"/>
                </a:lnTo>
                <a:lnTo>
                  <a:pt x="1317802" y="465997"/>
                </a:lnTo>
                <a:lnTo>
                  <a:pt x="1315808" y="464029"/>
                </a:lnTo>
                <a:close/>
                <a:moveTo>
                  <a:pt x="624407" y="2011841"/>
                </a:moveTo>
                <a:lnTo>
                  <a:pt x="626122" y="2012439"/>
                </a:lnTo>
                <a:lnTo>
                  <a:pt x="626059" y="2012129"/>
                </a:lnTo>
                <a:lnTo>
                  <a:pt x="624821" y="2011700"/>
                </a:lnTo>
                <a:close/>
                <a:moveTo>
                  <a:pt x="1312822" y="469960"/>
                </a:moveTo>
                <a:lnTo>
                  <a:pt x="1314812" y="481693"/>
                </a:lnTo>
                <a:lnTo>
                  <a:pt x="1315415" y="482754"/>
                </a:lnTo>
                <a:lnTo>
                  <a:pt x="1314157" y="467678"/>
                </a:lnTo>
                <a:lnTo>
                  <a:pt x="1314113" y="467396"/>
                </a:lnTo>
                <a:close/>
                <a:moveTo>
                  <a:pt x="608701" y="2046441"/>
                </a:moveTo>
                <a:lnTo>
                  <a:pt x="608734" y="2046689"/>
                </a:lnTo>
                <a:lnTo>
                  <a:pt x="609116" y="2046547"/>
                </a:lnTo>
                <a:close/>
                <a:moveTo>
                  <a:pt x="1324491" y="443344"/>
                </a:moveTo>
                <a:lnTo>
                  <a:pt x="1324633" y="444052"/>
                </a:lnTo>
                <a:lnTo>
                  <a:pt x="1324644" y="444064"/>
                </a:lnTo>
                <a:lnTo>
                  <a:pt x="1325734" y="442837"/>
                </a:lnTo>
                <a:lnTo>
                  <a:pt x="1326663" y="440994"/>
                </a:lnTo>
                <a:lnTo>
                  <a:pt x="1326609" y="440881"/>
                </a:lnTo>
                <a:close/>
                <a:moveTo>
                  <a:pt x="622868" y="2014371"/>
                </a:moveTo>
                <a:lnTo>
                  <a:pt x="624321" y="2016602"/>
                </a:lnTo>
                <a:lnTo>
                  <a:pt x="625113" y="2016841"/>
                </a:lnTo>
                <a:lnTo>
                  <a:pt x="626934" y="2016415"/>
                </a:lnTo>
                <a:lnTo>
                  <a:pt x="626695" y="2015249"/>
                </a:lnTo>
                <a:lnTo>
                  <a:pt x="624292" y="2014412"/>
                </a:lnTo>
                <a:close/>
                <a:moveTo>
                  <a:pt x="1310562" y="474445"/>
                </a:moveTo>
                <a:lnTo>
                  <a:pt x="1311383" y="475668"/>
                </a:lnTo>
                <a:lnTo>
                  <a:pt x="1312464" y="477570"/>
                </a:lnTo>
                <a:lnTo>
                  <a:pt x="1311589" y="472407"/>
                </a:lnTo>
                <a:close/>
                <a:moveTo>
                  <a:pt x="1275254" y="553389"/>
                </a:moveTo>
                <a:lnTo>
                  <a:pt x="1276800" y="558085"/>
                </a:lnTo>
                <a:lnTo>
                  <a:pt x="1277476" y="556095"/>
                </a:lnTo>
                <a:close/>
                <a:moveTo>
                  <a:pt x="620959" y="2018115"/>
                </a:moveTo>
                <a:lnTo>
                  <a:pt x="620975" y="2019391"/>
                </a:lnTo>
                <a:lnTo>
                  <a:pt x="621574" y="2021972"/>
                </a:lnTo>
                <a:lnTo>
                  <a:pt x="624311" y="2021013"/>
                </a:lnTo>
                <a:lnTo>
                  <a:pt x="621957" y="2017919"/>
                </a:lnTo>
                <a:lnTo>
                  <a:pt x="621552" y="2017977"/>
                </a:lnTo>
                <a:close/>
                <a:moveTo>
                  <a:pt x="1307230" y="481060"/>
                </a:moveTo>
                <a:lnTo>
                  <a:pt x="1308328" y="484425"/>
                </a:lnTo>
                <a:lnTo>
                  <a:pt x="1314594" y="491127"/>
                </a:lnTo>
                <a:lnTo>
                  <a:pt x="1314809" y="491384"/>
                </a:lnTo>
                <a:lnTo>
                  <a:pt x="1313827" y="485598"/>
                </a:lnTo>
                <a:lnTo>
                  <a:pt x="1309115" y="477318"/>
                </a:lnTo>
                <a:close/>
                <a:moveTo>
                  <a:pt x="1314476" y="464800"/>
                </a:moveTo>
                <a:lnTo>
                  <a:pt x="1314522" y="465095"/>
                </a:lnTo>
                <a:lnTo>
                  <a:pt x="1314938" y="464270"/>
                </a:lnTo>
                <a:close/>
                <a:moveTo>
                  <a:pt x="1301471" y="493915"/>
                </a:moveTo>
                <a:lnTo>
                  <a:pt x="1300823" y="498124"/>
                </a:lnTo>
                <a:lnTo>
                  <a:pt x="1300839" y="498277"/>
                </a:lnTo>
                <a:lnTo>
                  <a:pt x="1304384" y="506740"/>
                </a:lnTo>
                <a:lnTo>
                  <a:pt x="1305826" y="509159"/>
                </a:lnTo>
                <a:lnTo>
                  <a:pt x="1306332" y="508683"/>
                </a:lnTo>
                <a:close/>
                <a:moveTo>
                  <a:pt x="1306513" y="482485"/>
                </a:moveTo>
                <a:lnTo>
                  <a:pt x="1307112" y="483125"/>
                </a:lnTo>
                <a:lnTo>
                  <a:pt x="1306750" y="482015"/>
                </a:lnTo>
                <a:close/>
                <a:moveTo>
                  <a:pt x="620952" y="2017552"/>
                </a:moveTo>
                <a:lnTo>
                  <a:pt x="620955" y="2017810"/>
                </a:lnTo>
                <a:lnTo>
                  <a:pt x="621436" y="2017698"/>
                </a:lnTo>
                <a:close/>
                <a:moveTo>
                  <a:pt x="629410" y="1998588"/>
                </a:moveTo>
                <a:lnTo>
                  <a:pt x="629495" y="1998684"/>
                </a:lnTo>
                <a:lnTo>
                  <a:pt x="632993" y="1997445"/>
                </a:lnTo>
                <a:lnTo>
                  <a:pt x="632967" y="1997435"/>
                </a:lnTo>
                <a:close/>
                <a:moveTo>
                  <a:pt x="622485" y="2013782"/>
                </a:moveTo>
                <a:lnTo>
                  <a:pt x="622603" y="2013964"/>
                </a:lnTo>
                <a:lnTo>
                  <a:pt x="623042" y="2013977"/>
                </a:lnTo>
                <a:close/>
                <a:moveTo>
                  <a:pt x="562851" y="2147285"/>
                </a:moveTo>
                <a:lnTo>
                  <a:pt x="583258" y="2151530"/>
                </a:lnTo>
                <a:lnTo>
                  <a:pt x="628892" y="2142462"/>
                </a:lnTo>
                <a:lnTo>
                  <a:pt x="629100" y="2134580"/>
                </a:lnTo>
                <a:lnTo>
                  <a:pt x="594789" y="2133667"/>
                </a:lnTo>
                <a:lnTo>
                  <a:pt x="576344" y="2141656"/>
                </a:lnTo>
                <a:close/>
                <a:moveTo>
                  <a:pt x="1304257" y="486961"/>
                </a:moveTo>
                <a:lnTo>
                  <a:pt x="1315755" y="520855"/>
                </a:lnTo>
                <a:lnTo>
                  <a:pt x="1315798" y="509769"/>
                </a:lnTo>
                <a:lnTo>
                  <a:pt x="1309449" y="490295"/>
                </a:lnTo>
                <a:lnTo>
                  <a:pt x="1305180" y="485131"/>
                </a:lnTo>
                <a:close/>
                <a:moveTo>
                  <a:pt x="1270136" y="563333"/>
                </a:moveTo>
                <a:lnTo>
                  <a:pt x="1269831" y="566174"/>
                </a:lnTo>
                <a:lnTo>
                  <a:pt x="1270527" y="567082"/>
                </a:lnTo>
                <a:close/>
                <a:moveTo>
                  <a:pt x="1282117" y="536372"/>
                </a:moveTo>
                <a:lnTo>
                  <a:pt x="1282128" y="536434"/>
                </a:lnTo>
                <a:lnTo>
                  <a:pt x="1282452" y="536782"/>
                </a:lnTo>
                <a:close/>
                <a:moveTo>
                  <a:pt x="625463" y="2006748"/>
                </a:moveTo>
                <a:lnTo>
                  <a:pt x="625652" y="2007676"/>
                </a:lnTo>
                <a:lnTo>
                  <a:pt x="633771" y="2008147"/>
                </a:lnTo>
                <a:lnTo>
                  <a:pt x="633737" y="2007527"/>
                </a:lnTo>
                <a:lnTo>
                  <a:pt x="632959" y="2006767"/>
                </a:lnTo>
                <a:lnTo>
                  <a:pt x="628120" y="2005904"/>
                </a:lnTo>
                <a:close/>
                <a:moveTo>
                  <a:pt x="1270311" y="562613"/>
                </a:moveTo>
                <a:lnTo>
                  <a:pt x="1270816" y="567460"/>
                </a:lnTo>
                <a:lnTo>
                  <a:pt x="1272553" y="569725"/>
                </a:lnTo>
                <a:lnTo>
                  <a:pt x="1271985" y="565134"/>
                </a:lnTo>
                <a:close/>
                <a:moveTo>
                  <a:pt x="1302693" y="490066"/>
                </a:moveTo>
                <a:lnTo>
                  <a:pt x="1311895" y="518021"/>
                </a:lnTo>
                <a:lnTo>
                  <a:pt x="1315740" y="522437"/>
                </a:lnTo>
                <a:lnTo>
                  <a:pt x="1310332" y="505739"/>
                </a:lnTo>
                <a:lnTo>
                  <a:pt x="1304080" y="487313"/>
                </a:lnTo>
                <a:close/>
                <a:moveTo>
                  <a:pt x="1274907" y="552204"/>
                </a:moveTo>
                <a:lnTo>
                  <a:pt x="1277675" y="555508"/>
                </a:lnTo>
                <a:lnTo>
                  <a:pt x="1277739" y="555320"/>
                </a:lnTo>
                <a:close/>
                <a:moveTo>
                  <a:pt x="631038" y="1993541"/>
                </a:moveTo>
                <a:lnTo>
                  <a:pt x="632070" y="1993020"/>
                </a:lnTo>
                <a:lnTo>
                  <a:pt x="632044" y="1992959"/>
                </a:lnTo>
                <a:close/>
                <a:moveTo>
                  <a:pt x="1300429" y="494561"/>
                </a:moveTo>
                <a:lnTo>
                  <a:pt x="1300563" y="495770"/>
                </a:lnTo>
                <a:lnTo>
                  <a:pt x="1301033" y="493362"/>
                </a:lnTo>
                <a:close/>
                <a:moveTo>
                  <a:pt x="1299803" y="495803"/>
                </a:moveTo>
                <a:lnTo>
                  <a:pt x="1300105" y="496525"/>
                </a:lnTo>
                <a:lnTo>
                  <a:pt x="1299983" y="495445"/>
                </a:lnTo>
                <a:close/>
                <a:moveTo>
                  <a:pt x="625272" y="2005815"/>
                </a:moveTo>
                <a:lnTo>
                  <a:pt x="625315" y="2006020"/>
                </a:lnTo>
                <a:lnTo>
                  <a:pt x="626692" y="2005549"/>
                </a:lnTo>
                <a:lnTo>
                  <a:pt x="626349" y="2005457"/>
                </a:lnTo>
                <a:close/>
                <a:moveTo>
                  <a:pt x="1312358" y="467226"/>
                </a:moveTo>
                <a:lnTo>
                  <a:pt x="1312633" y="468844"/>
                </a:lnTo>
                <a:lnTo>
                  <a:pt x="1313933" y="466262"/>
                </a:lnTo>
                <a:lnTo>
                  <a:pt x="1313821" y="465549"/>
                </a:lnTo>
                <a:close/>
                <a:moveTo>
                  <a:pt x="1295046" y="505929"/>
                </a:moveTo>
                <a:lnTo>
                  <a:pt x="1295167" y="506652"/>
                </a:lnTo>
                <a:lnTo>
                  <a:pt x="1296569" y="508889"/>
                </a:lnTo>
                <a:close/>
                <a:moveTo>
                  <a:pt x="1297146" y="501079"/>
                </a:moveTo>
                <a:lnTo>
                  <a:pt x="1299090" y="503312"/>
                </a:lnTo>
                <a:lnTo>
                  <a:pt x="1299293" y="502277"/>
                </a:lnTo>
                <a:lnTo>
                  <a:pt x="1298204" y="498979"/>
                </a:lnTo>
                <a:close/>
                <a:moveTo>
                  <a:pt x="606173" y="2048283"/>
                </a:moveTo>
                <a:lnTo>
                  <a:pt x="608773" y="2048834"/>
                </a:lnTo>
                <a:lnTo>
                  <a:pt x="608584" y="2047393"/>
                </a:lnTo>
                <a:close/>
                <a:moveTo>
                  <a:pt x="609418" y="2040984"/>
                </a:moveTo>
                <a:lnTo>
                  <a:pt x="615104" y="2042563"/>
                </a:lnTo>
                <a:lnTo>
                  <a:pt x="622074" y="2041736"/>
                </a:lnTo>
                <a:lnTo>
                  <a:pt x="622159" y="2041704"/>
                </a:lnTo>
                <a:lnTo>
                  <a:pt x="621908" y="2039349"/>
                </a:lnTo>
                <a:lnTo>
                  <a:pt x="618806" y="2040043"/>
                </a:lnTo>
                <a:close/>
                <a:moveTo>
                  <a:pt x="1295704" y="503951"/>
                </a:moveTo>
                <a:lnTo>
                  <a:pt x="1297904" y="509385"/>
                </a:lnTo>
                <a:lnTo>
                  <a:pt x="1298956" y="504000"/>
                </a:lnTo>
                <a:lnTo>
                  <a:pt x="1296877" y="501613"/>
                </a:lnTo>
                <a:lnTo>
                  <a:pt x="1295743" y="503865"/>
                </a:lnTo>
                <a:close/>
                <a:moveTo>
                  <a:pt x="1295107" y="505264"/>
                </a:moveTo>
                <a:lnTo>
                  <a:pt x="1296935" y="508813"/>
                </a:lnTo>
                <a:lnTo>
                  <a:pt x="1295416" y="504585"/>
                </a:lnTo>
                <a:close/>
                <a:moveTo>
                  <a:pt x="612808" y="2032974"/>
                </a:moveTo>
                <a:lnTo>
                  <a:pt x="615018" y="2033109"/>
                </a:lnTo>
                <a:lnTo>
                  <a:pt x="615315" y="2033070"/>
                </a:lnTo>
                <a:lnTo>
                  <a:pt x="613472" y="2032650"/>
                </a:lnTo>
                <a:close/>
                <a:moveTo>
                  <a:pt x="1268175" y="565416"/>
                </a:moveTo>
                <a:lnTo>
                  <a:pt x="1267999" y="568034"/>
                </a:lnTo>
                <a:lnTo>
                  <a:pt x="1268806" y="570037"/>
                </a:lnTo>
                <a:lnTo>
                  <a:pt x="1269204" y="566760"/>
                </a:lnTo>
                <a:close/>
                <a:moveTo>
                  <a:pt x="1314086" y="462329"/>
                </a:moveTo>
                <a:lnTo>
                  <a:pt x="1314415" y="464416"/>
                </a:lnTo>
                <a:lnTo>
                  <a:pt x="1315240" y="463470"/>
                </a:lnTo>
                <a:close/>
                <a:moveTo>
                  <a:pt x="608230" y="2042865"/>
                </a:moveTo>
                <a:lnTo>
                  <a:pt x="608283" y="2043270"/>
                </a:lnTo>
                <a:lnTo>
                  <a:pt x="608558" y="2043340"/>
                </a:lnTo>
                <a:lnTo>
                  <a:pt x="610363" y="2043126"/>
                </a:lnTo>
                <a:lnTo>
                  <a:pt x="610251" y="2043074"/>
                </a:lnTo>
                <a:close/>
                <a:moveTo>
                  <a:pt x="1281820" y="534490"/>
                </a:moveTo>
                <a:lnTo>
                  <a:pt x="1281887" y="534912"/>
                </a:lnTo>
                <a:lnTo>
                  <a:pt x="1282753" y="535971"/>
                </a:lnTo>
                <a:lnTo>
                  <a:pt x="1283143" y="533524"/>
                </a:lnTo>
                <a:lnTo>
                  <a:pt x="1282907" y="532900"/>
                </a:lnTo>
                <a:lnTo>
                  <a:pt x="1282704" y="532548"/>
                </a:lnTo>
                <a:close/>
                <a:moveTo>
                  <a:pt x="1277197" y="544659"/>
                </a:moveTo>
                <a:lnTo>
                  <a:pt x="1279084" y="551359"/>
                </a:lnTo>
                <a:lnTo>
                  <a:pt x="1280343" y="547653"/>
                </a:lnTo>
                <a:lnTo>
                  <a:pt x="1278471" y="543957"/>
                </a:lnTo>
                <a:lnTo>
                  <a:pt x="1277860" y="543199"/>
                </a:lnTo>
                <a:close/>
                <a:moveTo>
                  <a:pt x="1276114" y="547040"/>
                </a:moveTo>
                <a:lnTo>
                  <a:pt x="1276620" y="548030"/>
                </a:lnTo>
                <a:lnTo>
                  <a:pt x="1276254" y="546732"/>
                </a:lnTo>
                <a:close/>
                <a:moveTo>
                  <a:pt x="1275212" y="549025"/>
                </a:moveTo>
                <a:lnTo>
                  <a:pt x="1277659" y="551715"/>
                </a:lnTo>
                <a:lnTo>
                  <a:pt x="1276980" y="549303"/>
                </a:lnTo>
                <a:lnTo>
                  <a:pt x="1275980" y="547337"/>
                </a:lnTo>
                <a:close/>
                <a:moveTo>
                  <a:pt x="1314889" y="460148"/>
                </a:moveTo>
                <a:lnTo>
                  <a:pt x="1316113" y="461937"/>
                </a:lnTo>
                <a:lnTo>
                  <a:pt x="1319803" y="454612"/>
                </a:lnTo>
                <a:close/>
                <a:moveTo>
                  <a:pt x="1272793" y="554346"/>
                </a:moveTo>
                <a:lnTo>
                  <a:pt x="1273578" y="555307"/>
                </a:lnTo>
                <a:lnTo>
                  <a:pt x="1273131" y="553603"/>
                </a:lnTo>
                <a:close/>
                <a:moveTo>
                  <a:pt x="1271708" y="556735"/>
                </a:moveTo>
                <a:lnTo>
                  <a:pt x="1275033" y="560846"/>
                </a:lnTo>
                <a:lnTo>
                  <a:pt x="1274427" y="558540"/>
                </a:lnTo>
                <a:lnTo>
                  <a:pt x="1272218" y="555612"/>
                </a:lnTo>
                <a:close/>
                <a:moveTo>
                  <a:pt x="1270579" y="559218"/>
                </a:moveTo>
                <a:lnTo>
                  <a:pt x="1270569" y="559311"/>
                </a:lnTo>
                <a:lnTo>
                  <a:pt x="1274697" y="564275"/>
                </a:lnTo>
                <a:lnTo>
                  <a:pt x="1275196" y="562804"/>
                </a:lnTo>
                <a:lnTo>
                  <a:pt x="1271247" y="557747"/>
                </a:lnTo>
                <a:close/>
                <a:moveTo>
                  <a:pt x="1268749" y="563242"/>
                </a:moveTo>
                <a:lnTo>
                  <a:pt x="1269391" y="565217"/>
                </a:lnTo>
                <a:lnTo>
                  <a:pt x="1269801" y="561844"/>
                </a:lnTo>
                <a:lnTo>
                  <a:pt x="1269554" y="561472"/>
                </a:lnTo>
                <a:close/>
                <a:moveTo>
                  <a:pt x="1268315" y="564195"/>
                </a:moveTo>
                <a:lnTo>
                  <a:pt x="1268334" y="564221"/>
                </a:lnTo>
                <a:lnTo>
                  <a:pt x="1268319" y="564188"/>
                </a:lnTo>
                <a:close/>
                <a:moveTo>
                  <a:pt x="608128" y="2042091"/>
                </a:moveTo>
                <a:lnTo>
                  <a:pt x="608140" y="2042179"/>
                </a:lnTo>
                <a:lnTo>
                  <a:pt x="608368" y="2042202"/>
                </a:lnTo>
                <a:close/>
                <a:moveTo>
                  <a:pt x="1313928" y="461231"/>
                </a:moveTo>
                <a:lnTo>
                  <a:pt x="1315624" y="462906"/>
                </a:lnTo>
                <a:lnTo>
                  <a:pt x="1315651" y="462852"/>
                </a:lnTo>
                <a:lnTo>
                  <a:pt x="1314274" y="460841"/>
                </a:lnTo>
                <a:close/>
                <a:moveTo>
                  <a:pt x="611617" y="2033556"/>
                </a:moveTo>
                <a:lnTo>
                  <a:pt x="613889" y="2033258"/>
                </a:lnTo>
                <a:lnTo>
                  <a:pt x="612413" y="2033168"/>
                </a:lnTo>
                <a:close/>
                <a:moveTo>
                  <a:pt x="628533" y="1995370"/>
                </a:moveTo>
                <a:lnTo>
                  <a:pt x="633171" y="1997083"/>
                </a:lnTo>
                <a:lnTo>
                  <a:pt x="633077" y="1995372"/>
                </a:lnTo>
                <a:lnTo>
                  <a:pt x="632269" y="1993484"/>
                </a:lnTo>
                <a:close/>
                <a:moveTo>
                  <a:pt x="608007" y="2041171"/>
                </a:moveTo>
                <a:lnTo>
                  <a:pt x="608064" y="2041606"/>
                </a:lnTo>
                <a:lnTo>
                  <a:pt x="609700" y="2042337"/>
                </a:lnTo>
                <a:lnTo>
                  <a:pt x="613640" y="2042738"/>
                </a:lnTo>
                <a:lnTo>
                  <a:pt x="613643" y="2042737"/>
                </a:lnTo>
                <a:close/>
                <a:moveTo>
                  <a:pt x="623020" y="2007524"/>
                </a:moveTo>
                <a:lnTo>
                  <a:pt x="625144" y="2007647"/>
                </a:lnTo>
                <a:lnTo>
                  <a:pt x="624991" y="2006898"/>
                </a:lnTo>
                <a:close/>
                <a:moveTo>
                  <a:pt x="1308672" y="471622"/>
                </a:moveTo>
                <a:lnTo>
                  <a:pt x="1310135" y="473805"/>
                </a:lnTo>
                <a:lnTo>
                  <a:pt x="1311400" y="471292"/>
                </a:lnTo>
                <a:lnTo>
                  <a:pt x="1310979" y="468808"/>
                </a:lnTo>
                <a:lnTo>
                  <a:pt x="1310449" y="469414"/>
                </a:lnTo>
                <a:close/>
                <a:moveTo>
                  <a:pt x="1302986" y="484086"/>
                </a:moveTo>
                <a:lnTo>
                  <a:pt x="1302265" y="488764"/>
                </a:lnTo>
                <a:lnTo>
                  <a:pt x="1302397" y="489165"/>
                </a:lnTo>
                <a:lnTo>
                  <a:pt x="1303778" y="486424"/>
                </a:lnTo>
                <a:close/>
                <a:moveTo>
                  <a:pt x="626034" y="1999682"/>
                </a:moveTo>
                <a:lnTo>
                  <a:pt x="626372" y="1999637"/>
                </a:lnTo>
                <a:lnTo>
                  <a:pt x="626329" y="1999587"/>
                </a:lnTo>
                <a:close/>
                <a:moveTo>
                  <a:pt x="624610" y="2002568"/>
                </a:moveTo>
                <a:lnTo>
                  <a:pt x="624930" y="2004139"/>
                </a:lnTo>
                <a:lnTo>
                  <a:pt x="627099" y="2004645"/>
                </a:lnTo>
                <a:lnTo>
                  <a:pt x="629962" y="2003695"/>
                </a:lnTo>
                <a:lnTo>
                  <a:pt x="628502" y="2002044"/>
                </a:lnTo>
                <a:close/>
                <a:moveTo>
                  <a:pt x="1311756" y="463679"/>
                </a:moveTo>
                <a:lnTo>
                  <a:pt x="1312294" y="466846"/>
                </a:lnTo>
                <a:lnTo>
                  <a:pt x="1313760" y="465165"/>
                </a:lnTo>
                <a:lnTo>
                  <a:pt x="1313260" y="461984"/>
                </a:lnTo>
                <a:close/>
                <a:moveTo>
                  <a:pt x="1303195" y="482730"/>
                </a:moveTo>
                <a:lnTo>
                  <a:pt x="1303078" y="483485"/>
                </a:lnTo>
                <a:lnTo>
                  <a:pt x="1303956" y="486071"/>
                </a:lnTo>
                <a:lnTo>
                  <a:pt x="1304714" y="484568"/>
                </a:lnTo>
                <a:close/>
                <a:moveTo>
                  <a:pt x="607176" y="2041209"/>
                </a:moveTo>
                <a:lnTo>
                  <a:pt x="607806" y="2041490"/>
                </a:lnTo>
                <a:lnTo>
                  <a:pt x="607761" y="2041150"/>
                </a:lnTo>
                <a:close/>
                <a:moveTo>
                  <a:pt x="620861" y="2010328"/>
                </a:moveTo>
                <a:lnTo>
                  <a:pt x="620864" y="2010606"/>
                </a:lnTo>
                <a:lnTo>
                  <a:pt x="623861" y="2011651"/>
                </a:lnTo>
                <a:lnTo>
                  <a:pt x="624272" y="2011510"/>
                </a:lnTo>
                <a:close/>
                <a:moveTo>
                  <a:pt x="616929" y="2019055"/>
                </a:moveTo>
                <a:lnTo>
                  <a:pt x="617240" y="2023490"/>
                </a:lnTo>
                <a:lnTo>
                  <a:pt x="620026" y="2022514"/>
                </a:lnTo>
                <a:lnTo>
                  <a:pt x="619106" y="2018547"/>
                </a:lnTo>
                <a:close/>
                <a:moveTo>
                  <a:pt x="627172" y="1996058"/>
                </a:moveTo>
                <a:lnTo>
                  <a:pt x="629265" y="1998423"/>
                </a:lnTo>
                <a:lnTo>
                  <a:pt x="632594" y="1997294"/>
                </a:lnTo>
                <a:lnTo>
                  <a:pt x="628099" y="1995590"/>
                </a:lnTo>
                <a:close/>
                <a:moveTo>
                  <a:pt x="1279927" y="534086"/>
                </a:moveTo>
                <a:lnTo>
                  <a:pt x="1280021" y="534186"/>
                </a:lnTo>
                <a:lnTo>
                  <a:pt x="1280130" y="533945"/>
                </a:lnTo>
                <a:lnTo>
                  <a:pt x="1280105" y="533914"/>
                </a:lnTo>
                <a:close/>
                <a:moveTo>
                  <a:pt x="616900" y="2018643"/>
                </a:moveTo>
                <a:lnTo>
                  <a:pt x="616908" y="2018754"/>
                </a:lnTo>
                <a:lnTo>
                  <a:pt x="618154" y="2018464"/>
                </a:lnTo>
                <a:close/>
                <a:moveTo>
                  <a:pt x="1294301" y="501483"/>
                </a:moveTo>
                <a:lnTo>
                  <a:pt x="1294773" y="504300"/>
                </a:lnTo>
                <a:lnTo>
                  <a:pt x="1295088" y="503675"/>
                </a:lnTo>
                <a:close/>
                <a:moveTo>
                  <a:pt x="607706" y="2038887"/>
                </a:moveTo>
                <a:lnTo>
                  <a:pt x="607750" y="2039218"/>
                </a:lnTo>
                <a:lnTo>
                  <a:pt x="621565" y="2036131"/>
                </a:lnTo>
                <a:lnTo>
                  <a:pt x="621543" y="2035922"/>
                </a:lnTo>
                <a:lnTo>
                  <a:pt x="621454" y="2035957"/>
                </a:lnTo>
                <a:lnTo>
                  <a:pt x="621075" y="2035804"/>
                </a:lnTo>
                <a:lnTo>
                  <a:pt x="621512" y="2035631"/>
                </a:lnTo>
                <a:lnTo>
                  <a:pt x="621434" y="2034896"/>
                </a:lnTo>
                <a:close/>
                <a:moveTo>
                  <a:pt x="1337546" y="404442"/>
                </a:moveTo>
                <a:lnTo>
                  <a:pt x="1340790" y="413369"/>
                </a:lnTo>
                <a:lnTo>
                  <a:pt x="1341376" y="412245"/>
                </a:lnTo>
                <a:close/>
                <a:moveTo>
                  <a:pt x="1299797" y="488830"/>
                </a:moveTo>
                <a:lnTo>
                  <a:pt x="1300294" y="493340"/>
                </a:lnTo>
                <a:lnTo>
                  <a:pt x="1300891" y="492155"/>
                </a:lnTo>
                <a:close/>
                <a:moveTo>
                  <a:pt x="1276205" y="541142"/>
                </a:moveTo>
                <a:lnTo>
                  <a:pt x="1276456" y="542027"/>
                </a:lnTo>
                <a:lnTo>
                  <a:pt x="1276622" y="541661"/>
                </a:lnTo>
                <a:close/>
                <a:moveTo>
                  <a:pt x="1305457" y="475619"/>
                </a:moveTo>
                <a:lnTo>
                  <a:pt x="1306936" y="480155"/>
                </a:lnTo>
                <a:lnTo>
                  <a:pt x="1308717" y="476618"/>
                </a:lnTo>
                <a:lnTo>
                  <a:pt x="1307033" y="473659"/>
                </a:lnTo>
                <a:close/>
                <a:moveTo>
                  <a:pt x="1302563" y="481965"/>
                </a:moveTo>
                <a:lnTo>
                  <a:pt x="1302878" y="482891"/>
                </a:lnTo>
                <a:lnTo>
                  <a:pt x="1302948" y="482431"/>
                </a:lnTo>
                <a:close/>
                <a:moveTo>
                  <a:pt x="1269582" y="555616"/>
                </a:moveTo>
                <a:lnTo>
                  <a:pt x="1269712" y="556863"/>
                </a:lnTo>
                <a:lnTo>
                  <a:pt x="1270022" y="556181"/>
                </a:lnTo>
                <a:close/>
                <a:moveTo>
                  <a:pt x="605448" y="2042548"/>
                </a:moveTo>
                <a:lnTo>
                  <a:pt x="608032" y="2043206"/>
                </a:lnTo>
                <a:lnTo>
                  <a:pt x="607983" y="2042840"/>
                </a:lnTo>
                <a:lnTo>
                  <a:pt x="607439" y="2042783"/>
                </a:lnTo>
                <a:close/>
                <a:moveTo>
                  <a:pt x="1281066" y="529705"/>
                </a:moveTo>
                <a:lnTo>
                  <a:pt x="1281321" y="531326"/>
                </a:lnTo>
                <a:lnTo>
                  <a:pt x="1281620" y="530668"/>
                </a:lnTo>
                <a:close/>
                <a:moveTo>
                  <a:pt x="1267836" y="558883"/>
                </a:moveTo>
                <a:lnTo>
                  <a:pt x="1267934" y="560742"/>
                </a:lnTo>
                <a:lnTo>
                  <a:pt x="1267940" y="560761"/>
                </a:lnTo>
                <a:lnTo>
                  <a:pt x="1268403" y="559740"/>
                </a:lnTo>
                <a:close/>
                <a:moveTo>
                  <a:pt x="1284776" y="520610"/>
                </a:moveTo>
                <a:lnTo>
                  <a:pt x="1285056" y="521512"/>
                </a:lnTo>
                <a:lnTo>
                  <a:pt x="1285138" y="520996"/>
                </a:lnTo>
                <a:close/>
                <a:moveTo>
                  <a:pt x="620822" y="2007292"/>
                </a:moveTo>
                <a:lnTo>
                  <a:pt x="620823" y="2007397"/>
                </a:lnTo>
                <a:lnTo>
                  <a:pt x="621222" y="2007420"/>
                </a:lnTo>
                <a:lnTo>
                  <a:pt x="624845" y="2006181"/>
                </a:lnTo>
                <a:lnTo>
                  <a:pt x="624802" y="2005971"/>
                </a:lnTo>
                <a:close/>
                <a:moveTo>
                  <a:pt x="1304016" y="477409"/>
                </a:moveTo>
                <a:lnTo>
                  <a:pt x="1303697" y="479475"/>
                </a:lnTo>
                <a:lnTo>
                  <a:pt x="1306025" y="481962"/>
                </a:lnTo>
                <a:lnTo>
                  <a:pt x="1306455" y="481109"/>
                </a:lnTo>
                <a:lnTo>
                  <a:pt x="1304893" y="476319"/>
                </a:lnTo>
                <a:close/>
                <a:moveTo>
                  <a:pt x="616735" y="2016284"/>
                </a:moveTo>
                <a:lnTo>
                  <a:pt x="616893" y="2018543"/>
                </a:lnTo>
                <a:lnTo>
                  <a:pt x="618240" y="2018350"/>
                </a:lnTo>
                <a:lnTo>
                  <a:pt x="619028" y="2018210"/>
                </a:lnTo>
                <a:lnTo>
                  <a:pt x="618720" y="2016881"/>
                </a:lnTo>
                <a:close/>
                <a:moveTo>
                  <a:pt x="629351" y="1987723"/>
                </a:moveTo>
                <a:lnTo>
                  <a:pt x="629893" y="1987938"/>
                </a:lnTo>
                <a:lnTo>
                  <a:pt x="629890" y="1987933"/>
                </a:lnTo>
                <a:lnTo>
                  <a:pt x="629529" y="1987742"/>
                </a:lnTo>
                <a:close/>
                <a:moveTo>
                  <a:pt x="1313169" y="456519"/>
                </a:moveTo>
                <a:lnTo>
                  <a:pt x="1313233" y="456922"/>
                </a:lnTo>
                <a:lnTo>
                  <a:pt x="1323067" y="445842"/>
                </a:lnTo>
                <a:lnTo>
                  <a:pt x="1322691" y="445440"/>
                </a:lnTo>
                <a:close/>
                <a:moveTo>
                  <a:pt x="1271673" y="549031"/>
                </a:moveTo>
                <a:lnTo>
                  <a:pt x="1271298" y="552521"/>
                </a:lnTo>
                <a:lnTo>
                  <a:pt x="1271547" y="552825"/>
                </a:lnTo>
                <a:lnTo>
                  <a:pt x="1272421" y="550901"/>
                </a:lnTo>
                <a:lnTo>
                  <a:pt x="1272052" y="549492"/>
                </a:lnTo>
                <a:close/>
                <a:moveTo>
                  <a:pt x="1307214" y="469448"/>
                </a:moveTo>
                <a:lnTo>
                  <a:pt x="1308435" y="471269"/>
                </a:lnTo>
                <a:lnTo>
                  <a:pt x="1310914" y="468427"/>
                </a:lnTo>
                <a:lnTo>
                  <a:pt x="1310373" y="465237"/>
                </a:lnTo>
                <a:lnTo>
                  <a:pt x="1308652" y="467175"/>
                </a:lnTo>
                <a:close/>
                <a:moveTo>
                  <a:pt x="1302974" y="478704"/>
                </a:moveTo>
                <a:lnTo>
                  <a:pt x="1303445" y="479208"/>
                </a:lnTo>
                <a:lnTo>
                  <a:pt x="1303653" y="477859"/>
                </a:lnTo>
                <a:close/>
                <a:moveTo>
                  <a:pt x="1304412" y="474841"/>
                </a:moveTo>
                <a:lnTo>
                  <a:pt x="1304217" y="476101"/>
                </a:lnTo>
                <a:lnTo>
                  <a:pt x="1304658" y="475597"/>
                </a:lnTo>
                <a:close/>
                <a:moveTo>
                  <a:pt x="616857" y="2014358"/>
                </a:moveTo>
                <a:lnTo>
                  <a:pt x="618230" y="2014771"/>
                </a:lnTo>
                <a:lnTo>
                  <a:pt x="618106" y="2014233"/>
                </a:lnTo>
                <a:lnTo>
                  <a:pt x="617309" y="2014211"/>
                </a:lnTo>
                <a:close/>
                <a:moveTo>
                  <a:pt x="607283" y="2035672"/>
                </a:moveTo>
                <a:lnTo>
                  <a:pt x="607338" y="2036092"/>
                </a:lnTo>
                <a:lnTo>
                  <a:pt x="616538" y="2033419"/>
                </a:lnTo>
                <a:lnTo>
                  <a:pt x="614818" y="2033314"/>
                </a:lnTo>
                <a:lnTo>
                  <a:pt x="611116" y="2033801"/>
                </a:lnTo>
                <a:close/>
                <a:moveTo>
                  <a:pt x="621310" y="2004114"/>
                </a:moveTo>
                <a:lnTo>
                  <a:pt x="621646" y="2004954"/>
                </a:lnTo>
                <a:lnTo>
                  <a:pt x="624607" y="2005014"/>
                </a:lnTo>
                <a:lnTo>
                  <a:pt x="624603" y="2004991"/>
                </a:lnTo>
                <a:close/>
                <a:moveTo>
                  <a:pt x="620797" y="2005203"/>
                </a:moveTo>
                <a:lnTo>
                  <a:pt x="620815" y="2006730"/>
                </a:lnTo>
                <a:lnTo>
                  <a:pt x="624694" y="2005442"/>
                </a:lnTo>
                <a:lnTo>
                  <a:pt x="624662" y="2005282"/>
                </a:lnTo>
                <a:lnTo>
                  <a:pt x="621753" y="2005222"/>
                </a:lnTo>
                <a:lnTo>
                  <a:pt x="621877" y="2005532"/>
                </a:lnTo>
                <a:lnTo>
                  <a:pt x="621744" y="2005455"/>
                </a:lnTo>
                <a:lnTo>
                  <a:pt x="621650" y="2005220"/>
                </a:lnTo>
                <a:close/>
                <a:moveTo>
                  <a:pt x="1282179" y="524228"/>
                </a:moveTo>
                <a:lnTo>
                  <a:pt x="1282253" y="524546"/>
                </a:lnTo>
                <a:lnTo>
                  <a:pt x="1282417" y="524957"/>
                </a:lnTo>
                <a:lnTo>
                  <a:pt x="1283355" y="526971"/>
                </a:lnTo>
                <a:lnTo>
                  <a:pt x="1283474" y="526734"/>
                </a:lnTo>
                <a:close/>
                <a:moveTo>
                  <a:pt x="621571" y="2003355"/>
                </a:moveTo>
                <a:lnTo>
                  <a:pt x="624403" y="2004016"/>
                </a:lnTo>
                <a:lnTo>
                  <a:pt x="624122" y="2002634"/>
                </a:lnTo>
                <a:lnTo>
                  <a:pt x="623291" y="2002747"/>
                </a:lnTo>
                <a:close/>
                <a:moveTo>
                  <a:pt x="1311303" y="458691"/>
                </a:moveTo>
                <a:lnTo>
                  <a:pt x="1311497" y="458877"/>
                </a:lnTo>
                <a:lnTo>
                  <a:pt x="1312307" y="457965"/>
                </a:lnTo>
                <a:lnTo>
                  <a:pt x="1312139" y="457719"/>
                </a:lnTo>
                <a:close/>
                <a:moveTo>
                  <a:pt x="1304726" y="473378"/>
                </a:moveTo>
                <a:lnTo>
                  <a:pt x="1305234" y="474937"/>
                </a:lnTo>
                <a:lnTo>
                  <a:pt x="1306763" y="473184"/>
                </a:lnTo>
                <a:lnTo>
                  <a:pt x="1305857" y="471591"/>
                </a:lnTo>
                <a:close/>
                <a:moveTo>
                  <a:pt x="1293714" y="497980"/>
                </a:moveTo>
                <a:lnTo>
                  <a:pt x="1294016" y="499782"/>
                </a:lnTo>
                <a:lnTo>
                  <a:pt x="1295368" y="503120"/>
                </a:lnTo>
                <a:lnTo>
                  <a:pt x="1296402" y="501067"/>
                </a:lnTo>
                <a:close/>
                <a:moveTo>
                  <a:pt x="1310819" y="459254"/>
                </a:moveTo>
                <a:lnTo>
                  <a:pt x="1310894" y="459557"/>
                </a:lnTo>
                <a:lnTo>
                  <a:pt x="1311072" y="459355"/>
                </a:lnTo>
                <a:lnTo>
                  <a:pt x="1310888" y="459173"/>
                </a:lnTo>
                <a:close/>
                <a:moveTo>
                  <a:pt x="623645" y="1997837"/>
                </a:moveTo>
                <a:lnTo>
                  <a:pt x="624075" y="1999946"/>
                </a:lnTo>
                <a:lnTo>
                  <a:pt x="625232" y="1999790"/>
                </a:lnTo>
                <a:lnTo>
                  <a:pt x="625246" y="1999786"/>
                </a:lnTo>
                <a:lnTo>
                  <a:pt x="626214" y="1999458"/>
                </a:lnTo>
                <a:lnTo>
                  <a:pt x="624430" y="1997441"/>
                </a:lnTo>
                <a:close/>
                <a:moveTo>
                  <a:pt x="604928" y="2039694"/>
                </a:moveTo>
                <a:lnTo>
                  <a:pt x="606188" y="2039568"/>
                </a:lnTo>
                <a:lnTo>
                  <a:pt x="607514" y="2039271"/>
                </a:lnTo>
                <a:lnTo>
                  <a:pt x="607472" y="2038955"/>
                </a:lnTo>
                <a:close/>
                <a:moveTo>
                  <a:pt x="616265" y="2014180"/>
                </a:moveTo>
                <a:lnTo>
                  <a:pt x="616362" y="2014209"/>
                </a:lnTo>
                <a:lnTo>
                  <a:pt x="616400" y="2014197"/>
                </a:lnTo>
                <a:lnTo>
                  <a:pt x="616399" y="2014184"/>
                </a:lnTo>
                <a:close/>
                <a:moveTo>
                  <a:pt x="620781" y="2003973"/>
                </a:moveTo>
                <a:lnTo>
                  <a:pt x="620793" y="2004937"/>
                </a:lnTo>
                <a:lnTo>
                  <a:pt x="621543" y="2004951"/>
                </a:lnTo>
                <a:lnTo>
                  <a:pt x="621195" y="2004084"/>
                </a:lnTo>
                <a:close/>
                <a:moveTo>
                  <a:pt x="1269159" y="551553"/>
                </a:moveTo>
                <a:lnTo>
                  <a:pt x="1269401" y="553885"/>
                </a:lnTo>
                <a:lnTo>
                  <a:pt x="1270467" y="555202"/>
                </a:lnTo>
                <a:lnTo>
                  <a:pt x="1270659" y="554781"/>
                </a:lnTo>
                <a:lnTo>
                  <a:pt x="1270788" y="553713"/>
                </a:lnTo>
                <a:close/>
                <a:moveTo>
                  <a:pt x="1299982" y="482423"/>
                </a:moveTo>
                <a:lnTo>
                  <a:pt x="1301617" y="486795"/>
                </a:lnTo>
                <a:lnTo>
                  <a:pt x="1302055" y="488127"/>
                </a:lnTo>
                <a:lnTo>
                  <a:pt x="1302126" y="487765"/>
                </a:lnTo>
                <a:lnTo>
                  <a:pt x="1302785" y="483494"/>
                </a:lnTo>
                <a:lnTo>
                  <a:pt x="1302059" y="481356"/>
                </a:lnTo>
                <a:lnTo>
                  <a:pt x="1301441" y="480609"/>
                </a:lnTo>
                <a:close/>
                <a:moveTo>
                  <a:pt x="1302009" y="477670"/>
                </a:moveTo>
                <a:lnTo>
                  <a:pt x="1302443" y="478135"/>
                </a:lnTo>
                <a:lnTo>
                  <a:pt x="1303861" y="476510"/>
                </a:lnTo>
                <a:lnTo>
                  <a:pt x="1304212" y="474232"/>
                </a:lnTo>
                <a:lnTo>
                  <a:pt x="1304203" y="474204"/>
                </a:lnTo>
                <a:close/>
                <a:moveTo>
                  <a:pt x="1277931" y="531257"/>
                </a:moveTo>
                <a:lnTo>
                  <a:pt x="1279077" y="533179"/>
                </a:lnTo>
                <a:lnTo>
                  <a:pt x="1279668" y="533810"/>
                </a:lnTo>
                <a:lnTo>
                  <a:pt x="1279867" y="533623"/>
                </a:lnTo>
                <a:close/>
                <a:moveTo>
                  <a:pt x="624824" y="1993403"/>
                </a:moveTo>
                <a:lnTo>
                  <a:pt x="625481" y="1994146"/>
                </a:lnTo>
                <a:lnTo>
                  <a:pt x="627367" y="1993055"/>
                </a:lnTo>
                <a:close/>
                <a:moveTo>
                  <a:pt x="616412" y="2011666"/>
                </a:moveTo>
                <a:lnTo>
                  <a:pt x="616560" y="2013789"/>
                </a:lnTo>
                <a:lnTo>
                  <a:pt x="617515" y="2013817"/>
                </a:lnTo>
                <a:lnTo>
                  <a:pt x="617973" y="2013660"/>
                </a:lnTo>
                <a:lnTo>
                  <a:pt x="617607" y="2012082"/>
                </a:lnTo>
                <a:close/>
                <a:moveTo>
                  <a:pt x="1322117" y="431406"/>
                </a:moveTo>
                <a:lnTo>
                  <a:pt x="1324307" y="442417"/>
                </a:lnTo>
                <a:lnTo>
                  <a:pt x="1326260" y="440143"/>
                </a:lnTo>
                <a:close/>
                <a:moveTo>
                  <a:pt x="605075" y="2036750"/>
                </a:moveTo>
                <a:lnTo>
                  <a:pt x="607103" y="2036161"/>
                </a:lnTo>
                <a:lnTo>
                  <a:pt x="607054" y="2035784"/>
                </a:lnTo>
                <a:close/>
                <a:moveTo>
                  <a:pt x="602858" y="2041642"/>
                </a:moveTo>
                <a:lnTo>
                  <a:pt x="607893" y="2042154"/>
                </a:lnTo>
                <a:lnTo>
                  <a:pt x="607869" y="2041971"/>
                </a:lnTo>
                <a:lnTo>
                  <a:pt x="606393" y="2041287"/>
                </a:lnTo>
                <a:close/>
                <a:moveTo>
                  <a:pt x="1299618" y="481449"/>
                </a:moveTo>
                <a:lnTo>
                  <a:pt x="1299662" y="481567"/>
                </a:lnTo>
                <a:lnTo>
                  <a:pt x="1300930" y="479991"/>
                </a:lnTo>
                <a:lnTo>
                  <a:pt x="1300710" y="479724"/>
                </a:lnTo>
                <a:close/>
                <a:moveTo>
                  <a:pt x="1272958" y="540833"/>
                </a:moveTo>
                <a:lnTo>
                  <a:pt x="1275091" y="545027"/>
                </a:lnTo>
                <a:lnTo>
                  <a:pt x="1275513" y="544101"/>
                </a:lnTo>
                <a:lnTo>
                  <a:pt x="1274242" y="539589"/>
                </a:lnTo>
                <a:close/>
                <a:moveTo>
                  <a:pt x="1307579" y="463293"/>
                </a:moveTo>
                <a:lnTo>
                  <a:pt x="1309647" y="460963"/>
                </a:lnTo>
                <a:lnTo>
                  <a:pt x="1309608" y="460732"/>
                </a:lnTo>
                <a:close/>
                <a:moveTo>
                  <a:pt x="1267523" y="552981"/>
                </a:moveTo>
                <a:lnTo>
                  <a:pt x="1267674" y="555831"/>
                </a:lnTo>
                <a:lnTo>
                  <a:pt x="1269295" y="557780"/>
                </a:lnTo>
                <a:lnTo>
                  <a:pt x="1269509" y="557310"/>
                </a:lnTo>
                <a:lnTo>
                  <a:pt x="1269294" y="555248"/>
                </a:lnTo>
                <a:close/>
                <a:moveTo>
                  <a:pt x="1272507" y="541269"/>
                </a:moveTo>
                <a:lnTo>
                  <a:pt x="1272201" y="544114"/>
                </a:lnTo>
                <a:lnTo>
                  <a:pt x="1273027" y="546622"/>
                </a:lnTo>
                <a:lnTo>
                  <a:pt x="1273920" y="547604"/>
                </a:lnTo>
                <a:lnTo>
                  <a:pt x="1274956" y="545328"/>
                </a:lnTo>
                <a:lnTo>
                  <a:pt x="1272764" y="541020"/>
                </a:lnTo>
                <a:close/>
                <a:moveTo>
                  <a:pt x="621133" y="1999105"/>
                </a:moveTo>
                <a:lnTo>
                  <a:pt x="620998" y="2000361"/>
                </a:lnTo>
                <a:lnTo>
                  <a:pt x="623586" y="2000012"/>
                </a:lnTo>
                <a:lnTo>
                  <a:pt x="623191" y="1998079"/>
                </a:lnTo>
                <a:lnTo>
                  <a:pt x="622948" y="1998220"/>
                </a:lnTo>
                <a:lnTo>
                  <a:pt x="622546" y="1998393"/>
                </a:lnTo>
                <a:close/>
                <a:moveTo>
                  <a:pt x="1296179" y="487149"/>
                </a:moveTo>
                <a:lnTo>
                  <a:pt x="1299463" y="494990"/>
                </a:lnTo>
                <a:lnTo>
                  <a:pt x="1299847" y="494228"/>
                </a:lnTo>
                <a:lnTo>
                  <a:pt x="1298945" y="486241"/>
                </a:lnTo>
                <a:lnTo>
                  <a:pt x="1298354" y="484446"/>
                </a:lnTo>
                <a:close/>
                <a:moveTo>
                  <a:pt x="1271564" y="542182"/>
                </a:moveTo>
                <a:lnTo>
                  <a:pt x="1271916" y="543248"/>
                </a:lnTo>
                <a:lnTo>
                  <a:pt x="1272084" y="541678"/>
                </a:lnTo>
                <a:close/>
                <a:moveTo>
                  <a:pt x="617669" y="2005140"/>
                </a:moveTo>
                <a:lnTo>
                  <a:pt x="617970" y="2006436"/>
                </a:lnTo>
                <a:lnTo>
                  <a:pt x="619795" y="2007068"/>
                </a:lnTo>
                <a:lnTo>
                  <a:pt x="619854" y="2007049"/>
                </a:lnTo>
                <a:lnTo>
                  <a:pt x="619830" y="2005183"/>
                </a:lnTo>
                <a:close/>
                <a:moveTo>
                  <a:pt x="1267685" y="549600"/>
                </a:moveTo>
                <a:lnTo>
                  <a:pt x="1267485" y="551514"/>
                </a:lnTo>
                <a:lnTo>
                  <a:pt x="1269115" y="553530"/>
                </a:lnTo>
                <a:lnTo>
                  <a:pt x="1268869" y="551170"/>
                </a:lnTo>
                <a:close/>
                <a:moveTo>
                  <a:pt x="1294304" y="489842"/>
                </a:moveTo>
                <a:lnTo>
                  <a:pt x="1296285" y="493164"/>
                </a:lnTo>
                <a:lnTo>
                  <a:pt x="1294885" y="488924"/>
                </a:lnTo>
                <a:close/>
                <a:moveTo>
                  <a:pt x="621454" y="1996127"/>
                </a:moveTo>
                <a:lnTo>
                  <a:pt x="621414" y="1996499"/>
                </a:lnTo>
                <a:lnTo>
                  <a:pt x="622715" y="1995746"/>
                </a:lnTo>
                <a:lnTo>
                  <a:pt x="622705" y="1995699"/>
                </a:lnTo>
                <a:lnTo>
                  <a:pt x="621666" y="1996196"/>
                </a:lnTo>
                <a:close/>
                <a:moveTo>
                  <a:pt x="1292177" y="494235"/>
                </a:moveTo>
                <a:lnTo>
                  <a:pt x="1292275" y="495481"/>
                </a:lnTo>
                <a:lnTo>
                  <a:pt x="1292277" y="495486"/>
                </a:lnTo>
                <a:lnTo>
                  <a:pt x="1292413" y="495641"/>
                </a:lnTo>
                <a:close/>
                <a:moveTo>
                  <a:pt x="617582" y="2004767"/>
                </a:moveTo>
                <a:lnTo>
                  <a:pt x="617607" y="2004871"/>
                </a:lnTo>
                <a:lnTo>
                  <a:pt x="619826" y="2004916"/>
                </a:lnTo>
                <a:lnTo>
                  <a:pt x="619814" y="2003977"/>
                </a:lnTo>
                <a:close/>
                <a:moveTo>
                  <a:pt x="1272955" y="537103"/>
                </a:moveTo>
                <a:lnTo>
                  <a:pt x="1272623" y="540192"/>
                </a:lnTo>
                <a:lnTo>
                  <a:pt x="1272713" y="540364"/>
                </a:lnTo>
                <a:lnTo>
                  <a:pt x="1274093" y="539063"/>
                </a:lnTo>
                <a:lnTo>
                  <a:pt x="1273857" y="538225"/>
                </a:lnTo>
                <a:close/>
                <a:moveTo>
                  <a:pt x="1293426" y="491230"/>
                </a:moveTo>
                <a:lnTo>
                  <a:pt x="1293100" y="494314"/>
                </a:lnTo>
                <a:lnTo>
                  <a:pt x="1293540" y="496937"/>
                </a:lnTo>
                <a:lnTo>
                  <a:pt x="1296671" y="500534"/>
                </a:lnTo>
                <a:lnTo>
                  <a:pt x="1297907" y="498080"/>
                </a:lnTo>
                <a:lnTo>
                  <a:pt x="1296643" y="494250"/>
                </a:lnTo>
                <a:lnTo>
                  <a:pt x="1294155" y="490079"/>
                </a:lnTo>
                <a:close/>
                <a:moveTo>
                  <a:pt x="619614" y="1999872"/>
                </a:moveTo>
                <a:lnTo>
                  <a:pt x="619767" y="2000259"/>
                </a:lnTo>
                <a:lnTo>
                  <a:pt x="619762" y="1999797"/>
                </a:lnTo>
                <a:close/>
                <a:moveTo>
                  <a:pt x="1292760" y="492282"/>
                </a:moveTo>
                <a:lnTo>
                  <a:pt x="1292891" y="493064"/>
                </a:lnTo>
                <a:lnTo>
                  <a:pt x="1293016" y="491877"/>
                </a:lnTo>
                <a:close/>
                <a:moveTo>
                  <a:pt x="1280878" y="518699"/>
                </a:moveTo>
                <a:lnTo>
                  <a:pt x="1281771" y="522491"/>
                </a:lnTo>
                <a:lnTo>
                  <a:pt x="1283716" y="526254"/>
                </a:lnTo>
                <a:lnTo>
                  <a:pt x="1284571" y="524557"/>
                </a:lnTo>
                <a:lnTo>
                  <a:pt x="1284786" y="523204"/>
                </a:lnTo>
                <a:close/>
                <a:moveTo>
                  <a:pt x="621651" y="1994299"/>
                </a:moveTo>
                <a:lnTo>
                  <a:pt x="621460" y="1996071"/>
                </a:lnTo>
                <a:lnTo>
                  <a:pt x="622664" y="1995496"/>
                </a:lnTo>
                <a:lnTo>
                  <a:pt x="622650" y="1995429"/>
                </a:lnTo>
                <a:close/>
                <a:moveTo>
                  <a:pt x="595724" y="2052133"/>
                </a:moveTo>
                <a:lnTo>
                  <a:pt x="606244" y="2056717"/>
                </a:lnTo>
                <a:lnTo>
                  <a:pt x="618858" y="2051868"/>
                </a:lnTo>
                <a:lnTo>
                  <a:pt x="609142" y="2049786"/>
                </a:lnTo>
                <a:lnTo>
                  <a:pt x="609584" y="2053142"/>
                </a:lnTo>
                <a:lnTo>
                  <a:pt x="609312" y="2052923"/>
                </a:lnTo>
                <a:lnTo>
                  <a:pt x="608892" y="2049733"/>
                </a:lnTo>
                <a:lnTo>
                  <a:pt x="604685" y="2048832"/>
                </a:lnTo>
                <a:lnTo>
                  <a:pt x="596057" y="2052016"/>
                </a:lnTo>
                <a:close/>
                <a:moveTo>
                  <a:pt x="1309490" y="453848"/>
                </a:moveTo>
                <a:lnTo>
                  <a:pt x="1310488" y="457907"/>
                </a:lnTo>
                <a:lnTo>
                  <a:pt x="1310765" y="458173"/>
                </a:lnTo>
                <a:lnTo>
                  <a:pt x="1311702" y="457081"/>
                </a:lnTo>
                <a:close/>
                <a:moveTo>
                  <a:pt x="1268604" y="545294"/>
                </a:moveTo>
                <a:lnTo>
                  <a:pt x="1267953" y="547047"/>
                </a:lnTo>
                <a:lnTo>
                  <a:pt x="1267824" y="548277"/>
                </a:lnTo>
                <a:lnTo>
                  <a:pt x="1270963" y="552113"/>
                </a:lnTo>
                <a:lnTo>
                  <a:pt x="1271338" y="548623"/>
                </a:lnTo>
                <a:close/>
                <a:moveTo>
                  <a:pt x="1269628" y="542539"/>
                </a:moveTo>
                <a:lnTo>
                  <a:pt x="1269514" y="542843"/>
                </a:lnTo>
                <a:lnTo>
                  <a:pt x="1269791" y="543125"/>
                </a:lnTo>
                <a:lnTo>
                  <a:pt x="1269950" y="542971"/>
                </a:lnTo>
                <a:close/>
                <a:moveTo>
                  <a:pt x="1269732" y="542256"/>
                </a:moveTo>
                <a:lnTo>
                  <a:pt x="1269708" y="542319"/>
                </a:lnTo>
                <a:lnTo>
                  <a:pt x="1269789" y="542425"/>
                </a:lnTo>
                <a:close/>
                <a:moveTo>
                  <a:pt x="1348905" y="364699"/>
                </a:moveTo>
                <a:lnTo>
                  <a:pt x="1357585" y="381113"/>
                </a:lnTo>
                <a:lnTo>
                  <a:pt x="1360319" y="375864"/>
                </a:lnTo>
                <a:lnTo>
                  <a:pt x="1355305" y="358503"/>
                </a:lnTo>
                <a:close/>
                <a:moveTo>
                  <a:pt x="1271277" y="538099"/>
                </a:moveTo>
                <a:lnTo>
                  <a:pt x="1270717" y="539604"/>
                </a:lnTo>
                <a:lnTo>
                  <a:pt x="1271380" y="541620"/>
                </a:lnTo>
                <a:lnTo>
                  <a:pt x="1272170" y="540875"/>
                </a:lnTo>
                <a:lnTo>
                  <a:pt x="1272261" y="540033"/>
                </a:lnTo>
                <a:close/>
                <a:moveTo>
                  <a:pt x="624685" y="1985870"/>
                </a:moveTo>
                <a:lnTo>
                  <a:pt x="628690" y="1987460"/>
                </a:lnTo>
                <a:lnTo>
                  <a:pt x="629073" y="1987502"/>
                </a:lnTo>
                <a:lnTo>
                  <a:pt x="626522" y="1986158"/>
                </a:lnTo>
                <a:close/>
                <a:moveTo>
                  <a:pt x="617789" y="2000794"/>
                </a:moveTo>
                <a:lnTo>
                  <a:pt x="619771" y="2000526"/>
                </a:lnTo>
                <a:lnTo>
                  <a:pt x="619771" y="2000524"/>
                </a:lnTo>
                <a:lnTo>
                  <a:pt x="619528" y="1999915"/>
                </a:lnTo>
                <a:close/>
                <a:moveTo>
                  <a:pt x="1309270" y="451935"/>
                </a:moveTo>
                <a:lnTo>
                  <a:pt x="1312309" y="456376"/>
                </a:lnTo>
                <a:lnTo>
                  <a:pt x="1312365" y="456312"/>
                </a:lnTo>
                <a:lnTo>
                  <a:pt x="1311314" y="449646"/>
                </a:lnTo>
                <a:close/>
                <a:moveTo>
                  <a:pt x="1271787" y="535653"/>
                </a:moveTo>
                <a:lnTo>
                  <a:pt x="1271366" y="537801"/>
                </a:lnTo>
                <a:lnTo>
                  <a:pt x="1272308" y="539594"/>
                </a:lnTo>
                <a:lnTo>
                  <a:pt x="1272620" y="536689"/>
                </a:lnTo>
                <a:close/>
                <a:moveTo>
                  <a:pt x="1307363" y="455695"/>
                </a:moveTo>
                <a:lnTo>
                  <a:pt x="1306154" y="463538"/>
                </a:lnTo>
                <a:lnTo>
                  <a:pt x="1309436" y="459718"/>
                </a:lnTo>
                <a:lnTo>
                  <a:pt x="1309034" y="457344"/>
                </a:lnTo>
                <a:close/>
                <a:moveTo>
                  <a:pt x="1286337" y="502430"/>
                </a:moveTo>
                <a:lnTo>
                  <a:pt x="1286397" y="502548"/>
                </a:lnTo>
                <a:lnTo>
                  <a:pt x="1286410" y="502313"/>
                </a:lnTo>
                <a:close/>
                <a:moveTo>
                  <a:pt x="1274748" y="528318"/>
                </a:moveTo>
                <a:lnTo>
                  <a:pt x="1274677" y="528481"/>
                </a:lnTo>
                <a:lnTo>
                  <a:pt x="1275112" y="528945"/>
                </a:lnTo>
                <a:close/>
                <a:moveTo>
                  <a:pt x="1275021" y="527703"/>
                </a:moveTo>
                <a:lnTo>
                  <a:pt x="1274955" y="527852"/>
                </a:lnTo>
                <a:lnTo>
                  <a:pt x="1276357" y="530274"/>
                </a:lnTo>
                <a:lnTo>
                  <a:pt x="1278733" y="532812"/>
                </a:lnTo>
                <a:lnTo>
                  <a:pt x="1277472" y="530695"/>
                </a:lnTo>
                <a:close/>
                <a:moveTo>
                  <a:pt x="1276049" y="525382"/>
                </a:moveTo>
                <a:lnTo>
                  <a:pt x="1275359" y="526939"/>
                </a:lnTo>
                <a:lnTo>
                  <a:pt x="1280249" y="532911"/>
                </a:lnTo>
                <a:lnTo>
                  <a:pt x="1279483" y="528054"/>
                </a:lnTo>
                <a:close/>
                <a:moveTo>
                  <a:pt x="1277148" y="522902"/>
                </a:moveTo>
                <a:lnTo>
                  <a:pt x="1276785" y="523719"/>
                </a:lnTo>
                <a:lnTo>
                  <a:pt x="1278294" y="524894"/>
                </a:lnTo>
                <a:close/>
                <a:moveTo>
                  <a:pt x="1277493" y="522123"/>
                </a:moveTo>
                <a:lnTo>
                  <a:pt x="1277454" y="522210"/>
                </a:lnTo>
                <a:lnTo>
                  <a:pt x="1278979" y="524855"/>
                </a:lnTo>
                <a:lnTo>
                  <a:pt x="1278893" y="524311"/>
                </a:lnTo>
                <a:lnTo>
                  <a:pt x="1277778" y="522477"/>
                </a:lnTo>
                <a:close/>
                <a:moveTo>
                  <a:pt x="1278208" y="520506"/>
                </a:moveTo>
                <a:lnTo>
                  <a:pt x="1277987" y="521006"/>
                </a:lnTo>
                <a:lnTo>
                  <a:pt x="1278464" y="521601"/>
                </a:lnTo>
                <a:lnTo>
                  <a:pt x="1278351" y="520883"/>
                </a:lnTo>
                <a:close/>
                <a:moveTo>
                  <a:pt x="1279615" y="517330"/>
                </a:moveTo>
                <a:lnTo>
                  <a:pt x="1280479" y="519993"/>
                </a:lnTo>
                <a:lnTo>
                  <a:pt x="1281475" y="521921"/>
                </a:lnTo>
                <a:lnTo>
                  <a:pt x="1281128" y="520282"/>
                </a:lnTo>
                <a:lnTo>
                  <a:pt x="1280710" y="518505"/>
                </a:lnTo>
                <a:lnTo>
                  <a:pt x="1279641" y="517272"/>
                </a:lnTo>
                <a:close/>
                <a:moveTo>
                  <a:pt x="1280150" y="516122"/>
                </a:moveTo>
                <a:lnTo>
                  <a:pt x="1279845" y="516810"/>
                </a:lnTo>
                <a:lnTo>
                  <a:pt x="1280485" y="517549"/>
                </a:lnTo>
                <a:close/>
                <a:moveTo>
                  <a:pt x="1280285" y="515818"/>
                </a:moveTo>
                <a:lnTo>
                  <a:pt x="1280230" y="515941"/>
                </a:lnTo>
                <a:lnTo>
                  <a:pt x="1280654" y="517743"/>
                </a:lnTo>
                <a:lnTo>
                  <a:pt x="1284880" y="522616"/>
                </a:lnTo>
                <a:lnTo>
                  <a:pt x="1284889" y="522562"/>
                </a:lnTo>
                <a:lnTo>
                  <a:pt x="1284082" y="519870"/>
                </a:lnTo>
                <a:close/>
                <a:moveTo>
                  <a:pt x="1283142" y="509365"/>
                </a:moveTo>
                <a:lnTo>
                  <a:pt x="1282879" y="509959"/>
                </a:lnTo>
                <a:lnTo>
                  <a:pt x="1284959" y="511929"/>
                </a:lnTo>
                <a:close/>
                <a:moveTo>
                  <a:pt x="1284374" y="506584"/>
                </a:moveTo>
                <a:lnTo>
                  <a:pt x="1283456" y="508656"/>
                </a:lnTo>
                <a:lnTo>
                  <a:pt x="1285905" y="512113"/>
                </a:lnTo>
                <a:lnTo>
                  <a:pt x="1286030" y="509697"/>
                </a:lnTo>
                <a:close/>
                <a:moveTo>
                  <a:pt x="1284620" y="506027"/>
                </a:moveTo>
                <a:lnTo>
                  <a:pt x="1284516" y="506263"/>
                </a:lnTo>
                <a:lnTo>
                  <a:pt x="1285477" y="508071"/>
                </a:lnTo>
                <a:close/>
                <a:moveTo>
                  <a:pt x="622225" y="1988978"/>
                </a:moveTo>
                <a:lnTo>
                  <a:pt x="622091" y="1990222"/>
                </a:lnTo>
                <a:lnTo>
                  <a:pt x="622115" y="1990341"/>
                </a:lnTo>
                <a:lnTo>
                  <a:pt x="622468" y="1990739"/>
                </a:lnTo>
                <a:lnTo>
                  <a:pt x="628660" y="1989893"/>
                </a:lnTo>
                <a:lnTo>
                  <a:pt x="626860" y="1988772"/>
                </a:lnTo>
                <a:close/>
                <a:moveTo>
                  <a:pt x="1346373" y="367152"/>
                </a:moveTo>
                <a:lnTo>
                  <a:pt x="1347390" y="400695"/>
                </a:lnTo>
                <a:lnTo>
                  <a:pt x="1357460" y="381354"/>
                </a:lnTo>
                <a:lnTo>
                  <a:pt x="1348738" y="364862"/>
                </a:lnTo>
                <a:close/>
                <a:moveTo>
                  <a:pt x="1307666" y="453730"/>
                </a:moveTo>
                <a:lnTo>
                  <a:pt x="1307468" y="455008"/>
                </a:lnTo>
                <a:lnTo>
                  <a:pt x="1308864" y="456348"/>
                </a:lnTo>
                <a:lnTo>
                  <a:pt x="1308301" y="453019"/>
                </a:lnTo>
                <a:close/>
                <a:moveTo>
                  <a:pt x="1306961" y="454518"/>
                </a:moveTo>
                <a:lnTo>
                  <a:pt x="1307213" y="454762"/>
                </a:lnTo>
                <a:lnTo>
                  <a:pt x="1307312" y="454126"/>
                </a:lnTo>
                <a:close/>
                <a:moveTo>
                  <a:pt x="607190" y="2021327"/>
                </a:moveTo>
                <a:lnTo>
                  <a:pt x="616930" y="2023599"/>
                </a:lnTo>
                <a:lnTo>
                  <a:pt x="617055" y="2023555"/>
                </a:lnTo>
                <a:lnTo>
                  <a:pt x="616743" y="2019099"/>
                </a:lnTo>
                <a:close/>
                <a:moveTo>
                  <a:pt x="622441" y="1986970"/>
                </a:moveTo>
                <a:lnTo>
                  <a:pt x="622249" y="1988751"/>
                </a:lnTo>
                <a:lnTo>
                  <a:pt x="626433" y="1988506"/>
                </a:lnTo>
                <a:lnTo>
                  <a:pt x="625268" y="1987781"/>
                </a:lnTo>
                <a:lnTo>
                  <a:pt x="623524" y="1987088"/>
                </a:lnTo>
                <a:close/>
                <a:moveTo>
                  <a:pt x="622473" y="1986670"/>
                </a:moveTo>
                <a:lnTo>
                  <a:pt x="622461" y="1986781"/>
                </a:lnTo>
                <a:lnTo>
                  <a:pt x="622862" y="1986825"/>
                </a:lnTo>
                <a:close/>
                <a:moveTo>
                  <a:pt x="1307986" y="451652"/>
                </a:moveTo>
                <a:lnTo>
                  <a:pt x="1307714" y="453412"/>
                </a:lnTo>
                <a:lnTo>
                  <a:pt x="1308263" y="452799"/>
                </a:lnTo>
                <a:lnTo>
                  <a:pt x="1308095" y="451812"/>
                </a:lnTo>
                <a:close/>
                <a:moveTo>
                  <a:pt x="1301845" y="464538"/>
                </a:moveTo>
                <a:lnTo>
                  <a:pt x="1302793" y="467447"/>
                </a:lnTo>
                <a:lnTo>
                  <a:pt x="1303218" y="466953"/>
                </a:lnTo>
                <a:close/>
                <a:moveTo>
                  <a:pt x="605630" y="2022634"/>
                </a:moveTo>
                <a:lnTo>
                  <a:pt x="605843" y="2024449"/>
                </a:lnTo>
                <a:lnTo>
                  <a:pt x="611907" y="2025359"/>
                </a:lnTo>
                <a:lnTo>
                  <a:pt x="614066" y="2024602"/>
                </a:lnTo>
                <a:close/>
                <a:moveTo>
                  <a:pt x="617790" y="1995280"/>
                </a:moveTo>
                <a:lnTo>
                  <a:pt x="617931" y="1995669"/>
                </a:lnTo>
                <a:lnTo>
                  <a:pt x="618855" y="1997979"/>
                </a:lnTo>
                <a:lnTo>
                  <a:pt x="619732" y="1997472"/>
                </a:lnTo>
                <a:lnTo>
                  <a:pt x="619708" y="1995570"/>
                </a:lnTo>
                <a:lnTo>
                  <a:pt x="619800" y="1994716"/>
                </a:lnTo>
                <a:close/>
                <a:moveTo>
                  <a:pt x="617474" y="1994408"/>
                </a:moveTo>
                <a:lnTo>
                  <a:pt x="617622" y="1994816"/>
                </a:lnTo>
                <a:lnTo>
                  <a:pt x="618180" y="1994659"/>
                </a:lnTo>
                <a:lnTo>
                  <a:pt x="619866" y="1994112"/>
                </a:lnTo>
                <a:lnTo>
                  <a:pt x="619869" y="1994080"/>
                </a:lnTo>
                <a:close/>
                <a:moveTo>
                  <a:pt x="608972" y="2011987"/>
                </a:moveTo>
                <a:lnTo>
                  <a:pt x="614796" y="2013739"/>
                </a:lnTo>
                <a:lnTo>
                  <a:pt x="616371" y="2013784"/>
                </a:lnTo>
                <a:lnTo>
                  <a:pt x="616218" y="2011599"/>
                </a:lnTo>
                <a:lnTo>
                  <a:pt x="613344" y="2010597"/>
                </a:lnTo>
                <a:close/>
                <a:moveTo>
                  <a:pt x="1291355" y="483771"/>
                </a:moveTo>
                <a:lnTo>
                  <a:pt x="1291373" y="483996"/>
                </a:lnTo>
                <a:lnTo>
                  <a:pt x="1291422" y="484296"/>
                </a:lnTo>
                <a:lnTo>
                  <a:pt x="1292667" y="482330"/>
                </a:lnTo>
                <a:lnTo>
                  <a:pt x="1292608" y="482189"/>
                </a:lnTo>
                <a:close/>
                <a:moveTo>
                  <a:pt x="1301430" y="460818"/>
                </a:moveTo>
                <a:lnTo>
                  <a:pt x="1304524" y="465434"/>
                </a:lnTo>
                <a:lnTo>
                  <a:pt x="1305797" y="463953"/>
                </a:lnTo>
                <a:lnTo>
                  <a:pt x="1307109" y="455443"/>
                </a:lnTo>
                <a:lnTo>
                  <a:pt x="1306591" y="454933"/>
                </a:lnTo>
                <a:lnTo>
                  <a:pt x="1304902" y="456824"/>
                </a:lnTo>
                <a:close/>
                <a:moveTo>
                  <a:pt x="615881" y="1995816"/>
                </a:moveTo>
                <a:lnTo>
                  <a:pt x="616209" y="1998846"/>
                </a:lnTo>
                <a:lnTo>
                  <a:pt x="616345" y="1999431"/>
                </a:lnTo>
                <a:lnTo>
                  <a:pt x="618772" y="1998027"/>
                </a:lnTo>
                <a:lnTo>
                  <a:pt x="617685" y="1995309"/>
                </a:lnTo>
                <a:close/>
                <a:moveTo>
                  <a:pt x="1295164" y="474755"/>
                </a:moveTo>
                <a:lnTo>
                  <a:pt x="1294976" y="476544"/>
                </a:lnTo>
                <a:lnTo>
                  <a:pt x="1295538" y="475890"/>
                </a:lnTo>
                <a:close/>
                <a:moveTo>
                  <a:pt x="611797" y="2004298"/>
                </a:moveTo>
                <a:lnTo>
                  <a:pt x="612727" y="2004621"/>
                </a:lnTo>
                <a:lnTo>
                  <a:pt x="613097" y="2004489"/>
                </a:lnTo>
                <a:lnTo>
                  <a:pt x="612767" y="2003984"/>
                </a:lnTo>
                <a:close/>
                <a:moveTo>
                  <a:pt x="615754" y="1994643"/>
                </a:moveTo>
                <a:lnTo>
                  <a:pt x="615827" y="1995320"/>
                </a:lnTo>
                <a:lnTo>
                  <a:pt x="617501" y="1994850"/>
                </a:lnTo>
                <a:lnTo>
                  <a:pt x="617332" y="1994427"/>
                </a:lnTo>
                <a:close/>
                <a:moveTo>
                  <a:pt x="592936" y="2045474"/>
                </a:moveTo>
                <a:lnTo>
                  <a:pt x="605071" y="2048049"/>
                </a:lnTo>
                <a:lnTo>
                  <a:pt x="608502" y="2046775"/>
                </a:lnTo>
                <a:lnTo>
                  <a:pt x="608449" y="2046377"/>
                </a:lnTo>
                <a:lnTo>
                  <a:pt x="602085" y="2044756"/>
                </a:lnTo>
                <a:close/>
                <a:moveTo>
                  <a:pt x="605106" y="2018192"/>
                </a:moveTo>
                <a:lnTo>
                  <a:pt x="605427" y="2020916"/>
                </a:lnTo>
                <a:lnTo>
                  <a:pt x="606534" y="2021174"/>
                </a:lnTo>
                <a:lnTo>
                  <a:pt x="616722" y="2018798"/>
                </a:lnTo>
                <a:lnTo>
                  <a:pt x="616713" y="2018670"/>
                </a:lnTo>
                <a:lnTo>
                  <a:pt x="607393" y="2020005"/>
                </a:lnTo>
                <a:lnTo>
                  <a:pt x="607254" y="2019924"/>
                </a:lnTo>
                <a:lnTo>
                  <a:pt x="616707" y="2018570"/>
                </a:lnTo>
                <a:lnTo>
                  <a:pt x="616543" y="2016226"/>
                </a:lnTo>
                <a:lnTo>
                  <a:pt x="613727" y="2015379"/>
                </a:lnTo>
                <a:close/>
                <a:moveTo>
                  <a:pt x="611233" y="2004102"/>
                </a:moveTo>
                <a:lnTo>
                  <a:pt x="611571" y="2004220"/>
                </a:lnTo>
                <a:lnTo>
                  <a:pt x="612686" y="2003859"/>
                </a:lnTo>
                <a:lnTo>
                  <a:pt x="612655" y="2003812"/>
                </a:lnTo>
                <a:lnTo>
                  <a:pt x="611785" y="2003824"/>
                </a:lnTo>
                <a:close/>
                <a:moveTo>
                  <a:pt x="607765" y="2011623"/>
                </a:moveTo>
                <a:lnTo>
                  <a:pt x="607965" y="2011683"/>
                </a:lnTo>
                <a:lnTo>
                  <a:pt x="612429" y="2010278"/>
                </a:lnTo>
                <a:lnTo>
                  <a:pt x="612132" y="2010174"/>
                </a:lnTo>
                <a:close/>
                <a:moveTo>
                  <a:pt x="1309710" y="439469"/>
                </a:moveTo>
                <a:lnTo>
                  <a:pt x="1308344" y="449192"/>
                </a:lnTo>
                <a:lnTo>
                  <a:pt x="1308878" y="451364"/>
                </a:lnTo>
                <a:lnTo>
                  <a:pt x="1309167" y="451786"/>
                </a:lnTo>
                <a:lnTo>
                  <a:pt x="1311279" y="449423"/>
                </a:lnTo>
                <a:close/>
                <a:moveTo>
                  <a:pt x="618779" y="1986570"/>
                </a:moveTo>
                <a:lnTo>
                  <a:pt x="620472" y="1988484"/>
                </a:lnTo>
                <a:lnTo>
                  <a:pt x="620657" y="1986775"/>
                </a:lnTo>
                <a:close/>
                <a:moveTo>
                  <a:pt x="596354" y="2036371"/>
                </a:moveTo>
                <a:lnTo>
                  <a:pt x="596499" y="2036435"/>
                </a:lnTo>
                <a:lnTo>
                  <a:pt x="596810" y="2036283"/>
                </a:lnTo>
                <a:close/>
                <a:moveTo>
                  <a:pt x="618550" y="1986311"/>
                </a:moveTo>
                <a:lnTo>
                  <a:pt x="618593" y="1986359"/>
                </a:lnTo>
                <a:lnTo>
                  <a:pt x="620677" y="1986587"/>
                </a:lnTo>
                <a:lnTo>
                  <a:pt x="620736" y="1986045"/>
                </a:lnTo>
                <a:lnTo>
                  <a:pt x="620721" y="1985974"/>
                </a:lnTo>
                <a:lnTo>
                  <a:pt x="620572" y="1985915"/>
                </a:lnTo>
                <a:close/>
                <a:moveTo>
                  <a:pt x="616232" y="1990981"/>
                </a:moveTo>
                <a:lnTo>
                  <a:pt x="616443" y="1991563"/>
                </a:lnTo>
                <a:lnTo>
                  <a:pt x="617382" y="1991434"/>
                </a:lnTo>
                <a:close/>
                <a:moveTo>
                  <a:pt x="610480" y="2003842"/>
                </a:moveTo>
                <a:lnTo>
                  <a:pt x="610570" y="2003873"/>
                </a:lnTo>
                <a:lnTo>
                  <a:pt x="610635" y="2003839"/>
                </a:lnTo>
                <a:close/>
                <a:moveTo>
                  <a:pt x="1297056" y="465849"/>
                </a:moveTo>
                <a:lnTo>
                  <a:pt x="1297946" y="473087"/>
                </a:lnTo>
                <a:lnTo>
                  <a:pt x="1302218" y="468118"/>
                </a:lnTo>
                <a:lnTo>
                  <a:pt x="1300273" y="462149"/>
                </a:lnTo>
                <a:close/>
                <a:moveTo>
                  <a:pt x="1285473" y="491195"/>
                </a:moveTo>
                <a:lnTo>
                  <a:pt x="1286199" y="492352"/>
                </a:lnTo>
                <a:lnTo>
                  <a:pt x="1285851" y="490718"/>
                </a:lnTo>
                <a:close/>
                <a:moveTo>
                  <a:pt x="1295972" y="467096"/>
                </a:moveTo>
                <a:lnTo>
                  <a:pt x="1295592" y="470689"/>
                </a:lnTo>
                <a:lnTo>
                  <a:pt x="1295670" y="470897"/>
                </a:lnTo>
                <a:lnTo>
                  <a:pt x="1297424" y="472772"/>
                </a:lnTo>
                <a:lnTo>
                  <a:pt x="1296691" y="466270"/>
                </a:lnTo>
                <a:close/>
                <a:moveTo>
                  <a:pt x="1290912" y="478138"/>
                </a:moveTo>
                <a:lnTo>
                  <a:pt x="1291138" y="481010"/>
                </a:lnTo>
                <a:lnTo>
                  <a:pt x="1291794" y="480246"/>
                </a:lnTo>
                <a:close/>
                <a:moveTo>
                  <a:pt x="1255118" y="558104"/>
                </a:moveTo>
                <a:lnTo>
                  <a:pt x="1255193" y="558687"/>
                </a:lnTo>
                <a:lnTo>
                  <a:pt x="1255446" y="557786"/>
                </a:lnTo>
                <a:close/>
                <a:moveTo>
                  <a:pt x="615318" y="1990620"/>
                </a:moveTo>
                <a:lnTo>
                  <a:pt x="615435" y="1991701"/>
                </a:lnTo>
                <a:lnTo>
                  <a:pt x="616199" y="1991596"/>
                </a:lnTo>
                <a:lnTo>
                  <a:pt x="615901" y="1990849"/>
                </a:lnTo>
                <a:close/>
                <a:moveTo>
                  <a:pt x="1284150" y="492865"/>
                </a:moveTo>
                <a:lnTo>
                  <a:pt x="1284850" y="494681"/>
                </a:lnTo>
                <a:lnTo>
                  <a:pt x="1285215" y="494103"/>
                </a:lnTo>
                <a:lnTo>
                  <a:pt x="1284311" y="492661"/>
                </a:lnTo>
                <a:close/>
                <a:moveTo>
                  <a:pt x="615614" y="1989273"/>
                </a:moveTo>
                <a:lnTo>
                  <a:pt x="616168" y="1990804"/>
                </a:lnTo>
                <a:lnTo>
                  <a:pt x="617742" y="1991385"/>
                </a:lnTo>
                <a:lnTo>
                  <a:pt x="618930" y="1991223"/>
                </a:lnTo>
                <a:lnTo>
                  <a:pt x="617145" y="1989205"/>
                </a:lnTo>
                <a:close/>
                <a:moveTo>
                  <a:pt x="1294768" y="468481"/>
                </a:moveTo>
                <a:lnTo>
                  <a:pt x="1295327" y="469976"/>
                </a:lnTo>
                <a:lnTo>
                  <a:pt x="1295584" y="467542"/>
                </a:lnTo>
                <a:close/>
                <a:moveTo>
                  <a:pt x="604594" y="2013843"/>
                </a:moveTo>
                <a:lnTo>
                  <a:pt x="605087" y="2018030"/>
                </a:lnTo>
                <a:lnTo>
                  <a:pt x="606927" y="2017429"/>
                </a:lnTo>
                <a:lnTo>
                  <a:pt x="613306" y="2015253"/>
                </a:lnTo>
                <a:lnTo>
                  <a:pt x="609047" y="2013972"/>
                </a:lnTo>
                <a:close/>
                <a:moveTo>
                  <a:pt x="1310674" y="432593"/>
                </a:moveTo>
                <a:lnTo>
                  <a:pt x="1310072" y="436881"/>
                </a:lnTo>
                <a:lnTo>
                  <a:pt x="1311935" y="448688"/>
                </a:lnTo>
                <a:lnTo>
                  <a:pt x="1317636" y="442305"/>
                </a:lnTo>
                <a:lnTo>
                  <a:pt x="1317916" y="442255"/>
                </a:lnTo>
                <a:lnTo>
                  <a:pt x="1311970" y="448912"/>
                </a:lnTo>
                <a:lnTo>
                  <a:pt x="1313017" y="455552"/>
                </a:lnTo>
                <a:lnTo>
                  <a:pt x="1322179" y="444892"/>
                </a:lnTo>
                <a:close/>
                <a:moveTo>
                  <a:pt x="594261" y="2036772"/>
                </a:moveTo>
                <a:lnTo>
                  <a:pt x="595247" y="2037047"/>
                </a:lnTo>
                <a:lnTo>
                  <a:pt x="596218" y="2036573"/>
                </a:lnTo>
                <a:lnTo>
                  <a:pt x="595949" y="2036448"/>
                </a:lnTo>
                <a:close/>
                <a:moveTo>
                  <a:pt x="604541" y="2013394"/>
                </a:moveTo>
                <a:lnTo>
                  <a:pt x="604547" y="2013442"/>
                </a:lnTo>
                <a:lnTo>
                  <a:pt x="607575" y="2013530"/>
                </a:lnTo>
                <a:lnTo>
                  <a:pt x="605798" y="2012994"/>
                </a:lnTo>
                <a:close/>
                <a:moveTo>
                  <a:pt x="615174" y="1989293"/>
                </a:moveTo>
                <a:lnTo>
                  <a:pt x="615303" y="1990484"/>
                </a:lnTo>
                <a:lnTo>
                  <a:pt x="615833" y="1990680"/>
                </a:lnTo>
                <a:lnTo>
                  <a:pt x="615276" y="1989289"/>
                </a:lnTo>
                <a:close/>
                <a:moveTo>
                  <a:pt x="1282343" y="495145"/>
                </a:moveTo>
                <a:lnTo>
                  <a:pt x="1283388" y="496989"/>
                </a:lnTo>
                <a:lnTo>
                  <a:pt x="1284586" y="495097"/>
                </a:lnTo>
                <a:lnTo>
                  <a:pt x="1283924" y="493149"/>
                </a:lnTo>
                <a:close/>
                <a:moveTo>
                  <a:pt x="611574" y="1997025"/>
                </a:moveTo>
                <a:lnTo>
                  <a:pt x="613983" y="2000725"/>
                </a:lnTo>
                <a:lnTo>
                  <a:pt x="614395" y="2000558"/>
                </a:lnTo>
                <a:lnTo>
                  <a:pt x="614870" y="2000284"/>
                </a:lnTo>
                <a:lnTo>
                  <a:pt x="613959" y="1996355"/>
                </a:lnTo>
                <a:close/>
                <a:moveTo>
                  <a:pt x="607544" y="2005965"/>
                </a:moveTo>
                <a:lnTo>
                  <a:pt x="608242" y="2006208"/>
                </a:lnTo>
                <a:lnTo>
                  <a:pt x="608598" y="2006081"/>
                </a:lnTo>
                <a:lnTo>
                  <a:pt x="607836" y="2005818"/>
                </a:lnTo>
                <a:close/>
                <a:moveTo>
                  <a:pt x="615135" y="1988937"/>
                </a:moveTo>
                <a:lnTo>
                  <a:pt x="615151" y="1989086"/>
                </a:lnTo>
                <a:lnTo>
                  <a:pt x="615194" y="1989084"/>
                </a:lnTo>
                <a:close/>
                <a:moveTo>
                  <a:pt x="604462" y="2012720"/>
                </a:moveTo>
                <a:lnTo>
                  <a:pt x="604469" y="2012784"/>
                </a:lnTo>
                <a:lnTo>
                  <a:pt x="604776" y="2012687"/>
                </a:lnTo>
                <a:lnTo>
                  <a:pt x="604663" y="2012653"/>
                </a:lnTo>
                <a:close/>
                <a:moveTo>
                  <a:pt x="1296365" y="463378"/>
                </a:moveTo>
                <a:lnTo>
                  <a:pt x="1296036" y="466486"/>
                </a:lnTo>
                <a:lnTo>
                  <a:pt x="1296639" y="465810"/>
                </a:lnTo>
                <a:close/>
                <a:moveTo>
                  <a:pt x="1278300" y="502528"/>
                </a:moveTo>
                <a:lnTo>
                  <a:pt x="1277951" y="504303"/>
                </a:lnTo>
                <a:lnTo>
                  <a:pt x="1278402" y="504867"/>
                </a:lnTo>
                <a:lnTo>
                  <a:pt x="1279135" y="503708"/>
                </a:lnTo>
                <a:close/>
                <a:moveTo>
                  <a:pt x="1280105" y="497971"/>
                </a:moveTo>
                <a:lnTo>
                  <a:pt x="1281321" y="500256"/>
                </a:lnTo>
                <a:lnTo>
                  <a:pt x="1281848" y="499422"/>
                </a:lnTo>
                <a:lnTo>
                  <a:pt x="1280846" y="497035"/>
                </a:lnTo>
                <a:close/>
                <a:moveTo>
                  <a:pt x="1278484" y="501588"/>
                </a:moveTo>
                <a:lnTo>
                  <a:pt x="1278477" y="501626"/>
                </a:lnTo>
                <a:lnTo>
                  <a:pt x="1278511" y="501675"/>
                </a:lnTo>
                <a:close/>
                <a:moveTo>
                  <a:pt x="600374" y="2019737"/>
                </a:moveTo>
                <a:lnTo>
                  <a:pt x="605084" y="2020835"/>
                </a:lnTo>
                <a:lnTo>
                  <a:pt x="604751" y="2018308"/>
                </a:lnTo>
                <a:close/>
                <a:moveTo>
                  <a:pt x="614928" y="1987020"/>
                </a:moveTo>
                <a:lnTo>
                  <a:pt x="614983" y="1987532"/>
                </a:lnTo>
                <a:lnTo>
                  <a:pt x="615540" y="1989068"/>
                </a:lnTo>
                <a:lnTo>
                  <a:pt x="616967" y="1989005"/>
                </a:lnTo>
                <a:lnTo>
                  <a:pt x="615170" y="1986972"/>
                </a:lnTo>
                <a:close/>
                <a:moveTo>
                  <a:pt x="1278895" y="499497"/>
                </a:moveTo>
                <a:lnTo>
                  <a:pt x="1278635" y="500822"/>
                </a:lnTo>
                <a:lnTo>
                  <a:pt x="1279202" y="502651"/>
                </a:lnTo>
                <a:lnTo>
                  <a:pt x="1279520" y="503100"/>
                </a:lnTo>
                <a:lnTo>
                  <a:pt x="1281151" y="500525"/>
                </a:lnTo>
                <a:lnTo>
                  <a:pt x="1279917" y="498208"/>
                </a:lnTo>
                <a:close/>
                <a:moveTo>
                  <a:pt x="1290536" y="473349"/>
                </a:moveTo>
                <a:lnTo>
                  <a:pt x="1290570" y="473784"/>
                </a:lnTo>
                <a:lnTo>
                  <a:pt x="1291519" y="476197"/>
                </a:lnTo>
                <a:lnTo>
                  <a:pt x="1292070" y="477336"/>
                </a:lnTo>
                <a:lnTo>
                  <a:pt x="1292799" y="479077"/>
                </a:lnTo>
                <a:lnTo>
                  <a:pt x="1294586" y="476997"/>
                </a:lnTo>
                <a:lnTo>
                  <a:pt x="1294906" y="473968"/>
                </a:lnTo>
                <a:lnTo>
                  <a:pt x="1294242" y="471951"/>
                </a:lnTo>
                <a:lnTo>
                  <a:pt x="1292952" y="470571"/>
                </a:lnTo>
                <a:close/>
                <a:moveTo>
                  <a:pt x="606059" y="2005448"/>
                </a:moveTo>
                <a:lnTo>
                  <a:pt x="606882" y="2005735"/>
                </a:lnTo>
                <a:lnTo>
                  <a:pt x="607173" y="2005588"/>
                </a:lnTo>
                <a:lnTo>
                  <a:pt x="606376" y="2005312"/>
                </a:lnTo>
                <a:close/>
                <a:moveTo>
                  <a:pt x="602467" y="2013382"/>
                </a:moveTo>
                <a:lnTo>
                  <a:pt x="602559" y="2013385"/>
                </a:lnTo>
                <a:lnTo>
                  <a:pt x="604041" y="2012919"/>
                </a:lnTo>
                <a:lnTo>
                  <a:pt x="604033" y="2012862"/>
                </a:lnTo>
                <a:close/>
                <a:moveTo>
                  <a:pt x="610491" y="1995362"/>
                </a:moveTo>
                <a:lnTo>
                  <a:pt x="611292" y="1996593"/>
                </a:lnTo>
                <a:lnTo>
                  <a:pt x="613847" y="1995876"/>
                </a:lnTo>
                <a:lnTo>
                  <a:pt x="613629" y="1994933"/>
                </a:lnTo>
                <a:close/>
                <a:moveTo>
                  <a:pt x="604088" y="2009544"/>
                </a:moveTo>
                <a:lnTo>
                  <a:pt x="604207" y="2010553"/>
                </a:lnTo>
                <a:lnTo>
                  <a:pt x="606875" y="2011355"/>
                </a:lnTo>
                <a:lnTo>
                  <a:pt x="611304" y="2009886"/>
                </a:lnTo>
                <a:lnTo>
                  <a:pt x="608988" y="2009079"/>
                </a:lnTo>
                <a:lnTo>
                  <a:pt x="605907" y="2008900"/>
                </a:lnTo>
                <a:close/>
                <a:moveTo>
                  <a:pt x="1261494" y="537454"/>
                </a:moveTo>
                <a:lnTo>
                  <a:pt x="1261349" y="540371"/>
                </a:lnTo>
                <a:lnTo>
                  <a:pt x="1261525" y="540585"/>
                </a:lnTo>
                <a:lnTo>
                  <a:pt x="1262447" y="538504"/>
                </a:lnTo>
                <a:close/>
                <a:moveTo>
                  <a:pt x="1309058" y="430864"/>
                </a:moveTo>
                <a:lnTo>
                  <a:pt x="1309380" y="432490"/>
                </a:lnTo>
                <a:lnTo>
                  <a:pt x="1310003" y="436440"/>
                </a:lnTo>
                <a:lnTo>
                  <a:pt x="1310560" y="432472"/>
                </a:lnTo>
                <a:close/>
                <a:moveTo>
                  <a:pt x="1271365" y="514490"/>
                </a:moveTo>
                <a:lnTo>
                  <a:pt x="1271082" y="517194"/>
                </a:lnTo>
                <a:lnTo>
                  <a:pt x="1271616" y="516422"/>
                </a:lnTo>
                <a:lnTo>
                  <a:pt x="1272267" y="515613"/>
                </a:lnTo>
                <a:close/>
                <a:moveTo>
                  <a:pt x="1258066" y="544166"/>
                </a:moveTo>
                <a:lnTo>
                  <a:pt x="1258158" y="544391"/>
                </a:lnTo>
                <a:lnTo>
                  <a:pt x="1258440" y="544731"/>
                </a:lnTo>
                <a:close/>
                <a:moveTo>
                  <a:pt x="619280" y="1974104"/>
                </a:moveTo>
                <a:lnTo>
                  <a:pt x="619458" y="1975198"/>
                </a:lnTo>
                <a:lnTo>
                  <a:pt x="620724" y="1975865"/>
                </a:lnTo>
                <a:lnTo>
                  <a:pt x="621333" y="1976051"/>
                </a:lnTo>
                <a:close/>
                <a:moveTo>
                  <a:pt x="1258860" y="541890"/>
                </a:moveTo>
                <a:lnTo>
                  <a:pt x="1259686" y="544737"/>
                </a:lnTo>
                <a:lnTo>
                  <a:pt x="1260192" y="543595"/>
                </a:lnTo>
                <a:close/>
                <a:moveTo>
                  <a:pt x="602602" y="2010070"/>
                </a:moveTo>
                <a:lnTo>
                  <a:pt x="603710" y="2010403"/>
                </a:lnTo>
                <a:lnTo>
                  <a:pt x="603619" y="2009710"/>
                </a:lnTo>
                <a:close/>
                <a:moveTo>
                  <a:pt x="1279436" y="494445"/>
                </a:moveTo>
                <a:lnTo>
                  <a:pt x="1279320" y="495799"/>
                </a:lnTo>
                <a:lnTo>
                  <a:pt x="1279837" y="495147"/>
                </a:lnTo>
                <a:close/>
                <a:moveTo>
                  <a:pt x="1261676" y="533761"/>
                </a:moveTo>
                <a:lnTo>
                  <a:pt x="1261623" y="534834"/>
                </a:lnTo>
                <a:lnTo>
                  <a:pt x="1263313" y="536550"/>
                </a:lnTo>
                <a:lnTo>
                  <a:pt x="1263998" y="535003"/>
                </a:lnTo>
                <a:lnTo>
                  <a:pt x="1262659" y="533212"/>
                </a:lnTo>
                <a:lnTo>
                  <a:pt x="1262969" y="533294"/>
                </a:lnTo>
                <a:lnTo>
                  <a:pt x="1264090" y="534795"/>
                </a:lnTo>
                <a:lnTo>
                  <a:pt x="1264336" y="534240"/>
                </a:lnTo>
                <a:lnTo>
                  <a:pt x="1264122" y="530218"/>
                </a:lnTo>
                <a:close/>
                <a:moveTo>
                  <a:pt x="600595" y="2014004"/>
                </a:moveTo>
                <a:lnTo>
                  <a:pt x="601395" y="2013752"/>
                </a:lnTo>
                <a:lnTo>
                  <a:pt x="601358" y="2013751"/>
                </a:lnTo>
                <a:close/>
                <a:moveTo>
                  <a:pt x="1261218" y="534424"/>
                </a:moveTo>
                <a:lnTo>
                  <a:pt x="1261328" y="534534"/>
                </a:lnTo>
                <a:lnTo>
                  <a:pt x="1261342" y="534245"/>
                </a:lnTo>
                <a:close/>
                <a:moveTo>
                  <a:pt x="1254632" y="548689"/>
                </a:moveTo>
                <a:lnTo>
                  <a:pt x="1254362" y="552716"/>
                </a:lnTo>
                <a:lnTo>
                  <a:pt x="1254664" y="554510"/>
                </a:lnTo>
                <a:lnTo>
                  <a:pt x="1255031" y="557414"/>
                </a:lnTo>
                <a:lnTo>
                  <a:pt x="1255745" y="556723"/>
                </a:lnTo>
                <a:lnTo>
                  <a:pt x="1257170" y="551655"/>
                </a:lnTo>
                <a:close/>
                <a:moveTo>
                  <a:pt x="617824" y="1974337"/>
                </a:moveTo>
                <a:lnTo>
                  <a:pt x="618409" y="1974646"/>
                </a:lnTo>
                <a:lnTo>
                  <a:pt x="618320" y="1974208"/>
                </a:lnTo>
                <a:close/>
                <a:moveTo>
                  <a:pt x="1259956" y="536250"/>
                </a:moveTo>
                <a:lnTo>
                  <a:pt x="1261074" y="539680"/>
                </a:lnTo>
                <a:lnTo>
                  <a:pt x="1261199" y="537131"/>
                </a:lnTo>
                <a:lnTo>
                  <a:pt x="1260147" y="535974"/>
                </a:lnTo>
                <a:close/>
                <a:moveTo>
                  <a:pt x="1259050" y="537561"/>
                </a:moveTo>
                <a:lnTo>
                  <a:pt x="1260672" y="539544"/>
                </a:lnTo>
                <a:lnTo>
                  <a:pt x="1259714" y="536601"/>
                </a:lnTo>
                <a:close/>
                <a:moveTo>
                  <a:pt x="1271998" y="508460"/>
                </a:moveTo>
                <a:lnTo>
                  <a:pt x="1271675" y="511535"/>
                </a:lnTo>
                <a:lnTo>
                  <a:pt x="1273017" y="513754"/>
                </a:lnTo>
                <a:lnTo>
                  <a:pt x="1273678" y="510396"/>
                </a:lnTo>
                <a:close/>
                <a:moveTo>
                  <a:pt x="1272168" y="507989"/>
                </a:moveTo>
                <a:lnTo>
                  <a:pt x="1273115" y="509053"/>
                </a:lnTo>
                <a:lnTo>
                  <a:pt x="1273788" y="509829"/>
                </a:lnTo>
                <a:lnTo>
                  <a:pt x="1273845" y="509542"/>
                </a:lnTo>
                <a:lnTo>
                  <a:pt x="1272185" y="507967"/>
                </a:lnTo>
                <a:close/>
                <a:moveTo>
                  <a:pt x="1256289" y="543436"/>
                </a:moveTo>
                <a:lnTo>
                  <a:pt x="1258330" y="547800"/>
                </a:lnTo>
                <a:lnTo>
                  <a:pt x="1258827" y="546678"/>
                </a:lnTo>
                <a:lnTo>
                  <a:pt x="1256966" y="544251"/>
                </a:lnTo>
                <a:close/>
                <a:moveTo>
                  <a:pt x="1290076" y="467495"/>
                </a:moveTo>
                <a:lnTo>
                  <a:pt x="1290493" y="472802"/>
                </a:lnTo>
                <a:lnTo>
                  <a:pt x="1292683" y="470283"/>
                </a:lnTo>
                <a:close/>
                <a:moveTo>
                  <a:pt x="1258032" y="539036"/>
                </a:moveTo>
                <a:lnTo>
                  <a:pt x="1258391" y="540272"/>
                </a:lnTo>
                <a:lnTo>
                  <a:pt x="1260506" y="542887"/>
                </a:lnTo>
                <a:lnTo>
                  <a:pt x="1260966" y="541847"/>
                </a:lnTo>
                <a:lnTo>
                  <a:pt x="1261016" y="540841"/>
                </a:lnTo>
                <a:lnTo>
                  <a:pt x="1258721" y="538039"/>
                </a:lnTo>
                <a:close/>
                <a:moveTo>
                  <a:pt x="614515" y="1979848"/>
                </a:moveTo>
                <a:lnTo>
                  <a:pt x="614541" y="1980299"/>
                </a:lnTo>
                <a:lnTo>
                  <a:pt x="615142" y="1980165"/>
                </a:lnTo>
                <a:lnTo>
                  <a:pt x="614569" y="1979863"/>
                </a:lnTo>
                <a:close/>
                <a:moveTo>
                  <a:pt x="1295669" y="454571"/>
                </a:moveTo>
                <a:lnTo>
                  <a:pt x="1297002" y="465405"/>
                </a:lnTo>
                <a:lnTo>
                  <a:pt x="1300176" y="461853"/>
                </a:lnTo>
                <a:lnTo>
                  <a:pt x="1299989" y="461278"/>
                </a:lnTo>
                <a:lnTo>
                  <a:pt x="1299001" y="459540"/>
                </a:lnTo>
                <a:close/>
                <a:moveTo>
                  <a:pt x="1257416" y="540042"/>
                </a:moveTo>
                <a:lnTo>
                  <a:pt x="1258283" y="541884"/>
                </a:lnTo>
                <a:lnTo>
                  <a:pt x="1257945" y="540718"/>
                </a:lnTo>
                <a:close/>
                <a:moveTo>
                  <a:pt x="603471" y="2004305"/>
                </a:moveTo>
                <a:lnTo>
                  <a:pt x="603500" y="2004557"/>
                </a:lnTo>
                <a:lnTo>
                  <a:pt x="603585" y="2004586"/>
                </a:lnTo>
                <a:lnTo>
                  <a:pt x="604322" y="2004601"/>
                </a:lnTo>
                <a:close/>
                <a:moveTo>
                  <a:pt x="1256863" y="540730"/>
                </a:moveTo>
                <a:lnTo>
                  <a:pt x="1258308" y="542906"/>
                </a:lnTo>
                <a:lnTo>
                  <a:pt x="1257113" y="540366"/>
                </a:lnTo>
                <a:close/>
                <a:moveTo>
                  <a:pt x="1282924" y="482105"/>
                </a:moveTo>
                <a:lnTo>
                  <a:pt x="1284748" y="485533"/>
                </a:lnTo>
                <a:lnTo>
                  <a:pt x="1283804" y="481093"/>
                </a:lnTo>
                <a:close/>
                <a:moveTo>
                  <a:pt x="1256068" y="541879"/>
                </a:moveTo>
                <a:lnTo>
                  <a:pt x="1257721" y="543866"/>
                </a:lnTo>
                <a:lnTo>
                  <a:pt x="1257488" y="543296"/>
                </a:lnTo>
                <a:lnTo>
                  <a:pt x="1256313" y="541526"/>
                </a:lnTo>
                <a:close/>
                <a:moveTo>
                  <a:pt x="1253458" y="547316"/>
                </a:moveTo>
                <a:lnTo>
                  <a:pt x="1254190" y="551690"/>
                </a:lnTo>
                <a:lnTo>
                  <a:pt x="1254410" y="548428"/>
                </a:lnTo>
                <a:close/>
                <a:moveTo>
                  <a:pt x="587704" y="2038031"/>
                </a:moveTo>
                <a:lnTo>
                  <a:pt x="591336" y="2038956"/>
                </a:lnTo>
                <a:lnTo>
                  <a:pt x="594491" y="2037416"/>
                </a:lnTo>
                <a:lnTo>
                  <a:pt x="593027" y="2037009"/>
                </a:lnTo>
                <a:close/>
                <a:moveTo>
                  <a:pt x="611009" y="1985532"/>
                </a:moveTo>
                <a:lnTo>
                  <a:pt x="611579" y="1985594"/>
                </a:lnTo>
                <a:lnTo>
                  <a:pt x="611723" y="1985548"/>
                </a:lnTo>
                <a:lnTo>
                  <a:pt x="611717" y="1985491"/>
                </a:lnTo>
                <a:close/>
                <a:moveTo>
                  <a:pt x="1254984" y="543449"/>
                </a:moveTo>
                <a:lnTo>
                  <a:pt x="1254664" y="548224"/>
                </a:lnTo>
                <a:lnTo>
                  <a:pt x="1257275" y="551278"/>
                </a:lnTo>
                <a:lnTo>
                  <a:pt x="1257928" y="548957"/>
                </a:lnTo>
                <a:lnTo>
                  <a:pt x="1255205" y="543129"/>
                </a:lnTo>
                <a:close/>
                <a:moveTo>
                  <a:pt x="1281776" y="483426"/>
                </a:moveTo>
                <a:lnTo>
                  <a:pt x="1285116" y="487261"/>
                </a:lnTo>
                <a:lnTo>
                  <a:pt x="1284890" y="486201"/>
                </a:lnTo>
                <a:lnTo>
                  <a:pt x="1283985" y="484444"/>
                </a:lnTo>
                <a:lnTo>
                  <a:pt x="1282811" y="482235"/>
                </a:lnTo>
                <a:close/>
                <a:moveTo>
                  <a:pt x="584886" y="2043766"/>
                </a:moveTo>
                <a:lnTo>
                  <a:pt x="591815" y="2045237"/>
                </a:lnTo>
                <a:lnTo>
                  <a:pt x="594115" y="2045056"/>
                </a:lnTo>
                <a:lnTo>
                  <a:pt x="600351" y="2044314"/>
                </a:lnTo>
                <a:lnTo>
                  <a:pt x="593525" y="2042577"/>
                </a:lnTo>
                <a:lnTo>
                  <a:pt x="587141" y="2043217"/>
                </a:lnTo>
                <a:lnTo>
                  <a:pt x="585861" y="2043428"/>
                </a:lnTo>
                <a:close/>
                <a:moveTo>
                  <a:pt x="1281069" y="484238"/>
                </a:moveTo>
                <a:lnTo>
                  <a:pt x="1281558" y="484952"/>
                </a:lnTo>
                <a:lnTo>
                  <a:pt x="1284367" y="489429"/>
                </a:lnTo>
                <a:lnTo>
                  <a:pt x="1285273" y="488285"/>
                </a:lnTo>
                <a:lnTo>
                  <a:pt x="1281409" y="483847"/>
                </a:lnTo>
                <a:close/>
                <a:moveTo>
                  <a:pt x="1253395" y="546032"/>
                </a:moveTo>
                <a:lnTo>
                  <a:pt x="1253431" y="546785"/>
                </a:lnTo>
                <a:lnTo>
                  <a:pt x="1254441" y="547964"/>
                </a:lnTo>
                <a:lnTo>
                  <a:pt x="1254717" y="543836"/>
                </a:lnTo>
                <a:lnTo>
                  <a:pt x="1254021" y="544843"/>
                </a:lnTo>
                <a:close/>
                <a:moveTo>
                  <a:pt x="1280157" y="486039"/>
                </a:moveTo>
                <a:lnTo>
                  <a:pt x="1279767" y="490596"/>
                </a:lnTo>
                <a:lnTo>
                  <a:pt x="1281299" y="493302"/>
                </a:lnTo>
                <a:lnTo>
                  <a:pt x="1283159" y="490953"/>
                </a:lnTo>
                <a:lnTo>
                  <a:pt x="1283029" y="490618"/>
                </a:lnTo>
                <a:close/>
                <a:moveTo>
                  <a:pt x="609279" y="1988125"/>
                </a:moveTo>
                <a:lnTo>
                  <a:pt x="612062" y="1989224"/>
                </a:lnTo>
                <a:lnTo>
                  <a:pt x="612302" y="1989213"/>
                </a:lnTo>
                <a:lnTo>
                  <a:pt x="611960" y="1987742"/>
                </a:lnTo>
                <a:lnTo>
                  <a:pt x="611945" y="1987603"/>
                </a:lnTo>
                <a:close/>
                <a:moveTo>
                  <a:pt x="1267637" y="513707"/>
                </a:moveTo>
                <a:lnTo>
                  <a:pt x="1268284" y="515696"/>
                </a:lnTo>
                <a:lnTo>
                  <a:pt x="1268624" y="512462"/>
                </a:lnTo>
                <a:close/>
                <a:moveTo>
                  <a:pt x="601801" y="2003964"/>
                </a:moveTo>
                <a:lnTo>
                  <a:pt x="602938" y="2004360"/>
                </a:lnTo>
                <a:lnTo>
                  <a:pt x="602909" y="2004111"/>
                </a:lnTo>
                <a:lnTo>
                  <a:pt x="602457" y="2003955"/>
                </a:lnTo>
                <a:close/>
                <a:moveTo>
                  <a:pt x="1257206" y="536188"/>
                </a:moveTo>
                <a:lnTo>
                  <a:pt x="1257430" y="536961"/>
                </a:lnTo>
                <a:lnTo>
                  <a:pt x="1257617" y="536691"/>
                </a:lnTo>
                <a:close/>
                <a:moveTo>
                  <a:pt x="1265632" y="517272"/>
                </a:moveTo>
                <a:lnTo>
                  <a:pt x="1265712" y="518800"/>
                </a:lnTo>
                <a:lnTo>
                  <a:pt x="1265845" y="519052"/>
                </a:lnTo>
                <a:lnTo>
                  <a:pt x="1267721" y="521057"/>
                </a:lnTo>
                <a:lnTo>
                  <a:pt x="1267930" y="519061"/>
                </a:lnTo>
                <a:close/>
                <a:moveTo>
                  <a:pt x="603798" y="1999208"/>
                </a:moveTo>
                <a:lnTo>
                  <a:pt x="610707" y="2000820"/>
                </a:lnTo>
                <a:lnTo>
                  <a:pt x="608752" y="1997817"/>
                </a:lnTo>
                <a:close/>
                <a:moveTo>
                  <a:pt x="593506" y="2021977"/>
                </a:moveTo>
                <a:lnTo>
                  <a:pt x="601501" y="2023798"/>
                </a:lnTo>
                <a:lnTo>
                  <a:pt x="605555" y="2024406"/>
                </a:lnTo>
                <a:lnTo>
                  <a:pt x="605312" y="2022560"/>
                </a:lnTo>
                <a:lnTo>
                  <a:pt x="597386" y="2020712"/>
                </a:lnTo>
                <a:close/>
                <a:moveTo>
                  <a:pt x="1266221" y="515495"/>
                </a:moveTo>
                <a:lnTo>
                  <a:pt x="1267799" y="516725"/>
                </a:lnTo>
                <a:lnTo>
                  <a:pt x="1267568" y="515906"/>
                </a:lnTo>
                <a:lnTo>
                  <a:pt x="1266862" y="514685"/>
                </a:lnTo>
                <a:close/>
                <a:moveTo>
                  <a:pt x="1255223" y="539883"/>
                </a:moveTo>
                <a:lnTo>
                  <a:pt x="1255202" y="540187"/>
                </a:lnTo>
                <a:lnTo>
                  <a:pt x="1255315" y="540023"/>
                </a:lnTo>
                <a:close/>
                <a:moveTo>
                  <a:pt x="1247239" y="557729"/>
                </a:moveTo>
                <a:lnTo>
                  <a:pt x="1247576" y="560406"/>
                </a:lnTo>
                <a:lnTo>
                  <a:pt x="1247438" y="557537"/>
                </a:lnTo>
                <a:lnTo>
                  <a:pt x="1247402" y="557423"/>
                </a:lnTo>
                <a:close/>
                <a:moveTo>
                  <a:pt x="582346" y="2046304"/>
                </a:moveTo>
                <a:lnTo>
                  <a:pt x="594964" y="2051802"/>
                </a:lnTo>
                <a:lnTo>
                  <a:pt x="603594" y="2048597"/>
                </a:lnTo>
                <a:lnTo>
                  <a:pt x="590067" y="2045699"/>
                </a:lnTo>
                <a:close/>
                <a:moveTo>
                  <a:pt x="1280442" y="482735"/>
                </a:moveTo>
                <a:lnTo>
                  <a:pt x="1280407" y="483130"/>
                </a:lnTo>
                <a:lnTo>
                  <a:pt x="1280531" y="483450"/>
                </a:lnTo>
                <a:lnTo>
                  <a:pt x="1280843" y="483904"/>
                </a:lnTo>
                <a:lnTo>
                  <a:pt x="1281150" y="483551"/>
                </a:lnTo>
                <a:close/>
                <a:moveTo>
                  <a:pt x="1262043" y="523789"/>
                </a:moveTo>
                <a:lnTo>
                  <a:pt x="1261797" y="530637"/>
                </a:lnTo>
                <a:lnTo>
                  <a:pt x="1263977" y="527481"/>
                </a:lnTo>
                <a:lnTo>
                  <a:pt x="1263891" y="525844"/>
                </a:lnTo>
                <a:lnTo>
                  <a:pt x="1263416" y="525253"/>
                </a:lnTo>
                <a:close/>
                <a:moveTo>
                  <a:pt x="1319582" y="394878"/>
                </a:moveTo>
                <a:lnTo>
                  <a:pt x="1326265" y="404034"/>
                </a:lnTo>
                <a:lnTo>
                  <a:pt x="1337175" y="420312"/>
                </a:lnTo>
                <a:lnTo>
                  <a:pt x="1338899" y="417002"/>
                </a:lnTo>
                <a:lnTo>
                  <a:pt x="1337454" y="411099"/>
                </a:lnTo>
                <a:lnTo>
                  <a:pt x="1328258" y="385781"/>
                </a:lnTo>
                <a:close/>
                <a:moveTo>
                  <a:pt x="1278100" y="487654"/>
                </a:moveTo>
                <a:lnTo>
                  <a:pt x="1278136" y="487715"/>
                </a:lnTo>
                <a:lnTo>
                  <a:pt x="1278161" y="487583"/>
                </a:lnTo>
                <a:close/>
                <a:moveTo>
                  <a:pt x="602900" y="1999460"/>
                </a:moveTo>
                <a:lnTo>
                  <a:pt x="603117" y="2001292"/>
                </a:lnTo>
                <a:lnTo>
                  <a:pt x="606189" y="2002356"/>
                </a:lnTo>
                <a:lnTo>
                  <a:pt x="611262" y="2001673"/>
                </a:lnTo>
                <a:lnTo>
                  <a:pt x="611075" y="2001386"/>
                </a:lnTo>
                <a:lnTo>
                  <a:pt x="603363" y="1999330"/>
                </a:lnTo>
                <a:close/>
                <a:moveTo>
                  <a:pt x="1255345" y="538058"/>
                </a:moveTo>
                <a:lnTo>
                  <a:pt x="1255322" y="538407"/>
                </a:lnTo>
                <a:lnTo>
                  <a:pt x="1255756" y="539062"/>
                </a:lnTo>
                <a:close/>
                <a:moveTo>
                  <a:pt x="1274236" y="495639"/>
                </a:moveTo>
                <a:lnTo>
                  <a:pt x="1274410" y="495885"/>
                </a:lnTo>
                <a:lnTo>
                  <a:pt x="1274339" y="495435"/>
                </a:lnTo>
                <a:close/>
                <a:moveTo>
                  <a:pt x="1273234" y="497633"/>
                </a:moveTo>
                <a:lnTo>
                  <a:pt x="1273655" y="498932"/>
                </a:lnTo>
                <a:lnTo>
                  <a:pt x="1275194" y="500856"/>
                </a:lnTo>
                <a:lnTo>
                  <a:pt x="1274644" y="497367"/>
                </a:lnTo>
                <a:lnTo>
                  <a:pt x="1273897" y="496314"/>
                </a:lnTo>
                <a:close/>
                <a:moveTo>
                  <a:pt x="1255387" y="537443"/>
                </a:moveTo>
                <a:lnTo>
                  <a:pt x="1255377" y="537593"/>
                </a:lnTo>
                <a:lnTo>
                  <a:pt x="1255978" y="539064"/>
                </a:lnTo>
                <a:lnTo>
                  <a:pt x="1256289" y="538614"/>
                </a:lnTo>
                <a:lnTo>
                  <a:pt x="1256271" y="538576"/>
                </a:lnTo>
                <a:close/>
                <a:moveTo>
                  <a:pt x="598288" y="2008773"/>
                </a:moveTo>
                <a:lnTo>
                  <a:pt x="599753" y="2009214"/>
                </a:lnTo>
                <a:lnTo>
                  <a:pt x="600547" y="2008933"/>
                </a:lnTo>
                <a:lnTo>
                  <a:pt x="601157" y="2008624"/>
                </a:lnTo>
                <a:lnTo>
                  <a:pt x="598936" y="2008496"/>
                </a:lnTo>
                <a:close/>
                <a:moveTo>
                  <a:pt x="606782" y="1989667"/>
                </a:moveTo>
                <a:lnTo>
                  <a:pt x="608706" y="1992620"/>
                </a:lnTo>
                <a:lnTo>
                  <a:pt x="612957" y="1992040"/>
                </a:lnTo>
                <a:lnTo>
                  <a:pt x="612357" y="1989451"/>
                </a:lnTo>
                <a:lnTo>
                  <a:pt x="612282" y="1989422"/>
                </a:lnTo>
                <a:close/>
                <a:moveTo>
                  <a:pt x="1268710" y="506632"/>
                </a:moveTo>
                <a:lnTo>
                  <a:pt x="1269156" y="507371"/>
                </a:lnTo>
                <a:lnTo>
                  <a:pt x="1269361" y="505419"/>
                </a:lnTo>
                <a:lnTo>
                  <a:pt x="1269335" y="505390"/>
                </a:lnTo>
                <a:close/>
                <a:moveTo>
                  <a:pt x="1267841" y="508366"/>
                </a:moveTo>
                <a:lnTo>
                  <a:pt x="1268607" y="509320"/>
                </a:lnTo>
                <a:lnTo>
                  <a:pt x="1269006" y="508818"/>
                </a:lnTo>
                <a:lnTo>
                  <a:pt x="1269010" y="508776"/>
                </a:lnTo>
                <a:lnTo>
                  <a:pt x="1268275" y="507499"/>
                </a:lnTo>
                <a:lnTo>
                  <a:pt x="1267894" y="508256"/>
                </a:lnTo>
                <a:close/>
                <a:moveTo>
                  <a:pt x="1266676" y="510762"/>
                </a:moveTo>
                <a:lnTo>
                  <a:pt x="1266906" y="511467"/>
                </a:lnTo>
                <a:lnTo>
                  <a:pt x="1267916" y="510193"/>
                </a:lnTo>
                <a:lnTo>
                  <a:pt x="1267316" y="509447"/>
                </a:lnTo>
                <a:close/>
                <a:moveTo>
                  <a:pt x="1265943" y="512272"/>
                </a:moveTo>
                <a:lnTo>
                  <a:pt x="1266079" y="512510"/>
                </a:lnTo>
                <a:lnTo>
                  <a:pt x="1266472" y="512015"/>
                </a:lnTo>
                <a:lnTo>
                  <a:pt x="1266333" y="511523"/>
                </a:lnTo>
                <a:lnTo>
                  <a:pt x="1266322" y="511491"/>
                </a:lnTo>
                <a:close/>
                <a:moveTo>
                  <a:pt x="1265426" y="513336"/>
                </a:moveTo>
                <a:lnTo>
                  <a:pt x="1265804" y="512857"/>
                </a:lnTo>
                <a:lnTo>
                  <a:pt x="1265726" y="512720"/>
                </a:lnTo>
                <a:close/>
                <a:moveTo>
                  <a:pt x="1273351" y="495542"/>
                </a:moveTo>
                <a:lnTo>
                  <a:pt x="1273157" y="497393"/>
                </a:lnTo>
                <a:lnTo>
                  <a:pt x="1273171" y="497437"/>
                </a:lnTo>
                <a:lnTo>
                  <a:pt x="1273802" y="496180"/>
                </a:lnTo>
                <a:close/>
                <a:moveTo>
                  <a:pt x="1275483" y="490665"/>
                </a:moveTo>
                <a:lnTo>
                  <a:pt x="1276752" y="494753"/>
                </a:lnTo>
                <a:lnTo>
                  <a:pt x="1277486" y="491018"/>
                </a:lnTo>
                <a:lnTo>
                  <a:pt x="1276572" y="489412"/>
                </a:lnTo>
                <a:close/>
                <a:moveTo>
                  <a:pt x="1280808" y="478469"/>
                </a:moveTo>
                <a:lnTo>
                  <a:pt x="1280507" y="481969"/>
                </a:lnTo>
                <a:lnTo>
                  <a:pt x="1281517" y="483128"/>
                </a:lnTo>
                <a:lnTo>
                  <a:pt x="1282614" y="481866"/>
                </a:lnTo>
                <a:close/>
                <a:moveTo>
                  <a:pt x="614034" y="1971270"/>
                </a:moveTo>
                <a:lnTo>
                  <a:pt x="614096" y="1972373"/>
                </a:lnTo>
                <a:lnTo>
                  <a:pt x="615905" y="1973326"/>
                </a:lnTo>
                <a:lnTo>
                  <a:pt x="617716" y="1972855"/>
                </a:lnTo>
                <a:close/>
                <a:moveTo>
                  <a:pt x="1274998" y="491223"/>
                </a:moveTo>
                <a:lnTo>
                  <a:pt x="1276088" y="498133"/>
                </a:lnTo>
                <a:lnTo>
                  <a:pt x="1276601" y="495520"/>
                </a:lnTo>
                <a:lnTo>
                  <a:pt x="1275196" y="490995"/>
                </a:lnTo>
                <a:close/>
                <a:moveTo>
                  <a:pt x="606174" y="1988732"/>
                </a:moveTo>
                <a:lnTo>
                  <a:pt x="606651" y="1989465"/>
                </a:lnTo>
                <a:lnTo>
                  <a:pt x="611809" y="1989235"/>
                </a:lnTo>
                <a:lnTo>
                  <a:pt x="609090" y="1988162"/>
                </a:lnTo>
                <a:close/>
                <a:moveTo>
                  <a:pt x="1255602" y="534229"/>
                </a:moveTo>
                <a:lnTo>
                  <a:pt x="1255487" y="535939"/>
                </a:lnTo>
                <a:lnTo>
                  <a:pt x="1256320" y="537712"/>
                </a:lnTo>
                <a:lnTo>
                  <a:pt x="1256639" y="538107"/>
                </a:lnTo>
                <a:lnTo>
                  <a:pt x="1257025" y="537547"/>
                </a:lnTo>
                <a:lnTo>
                  <a:pt x="1256315" y="535099"/>
                </a:lnTo>
                <a:close/>
                <a:moveTo>
                  <a:pt x="1253085" y="539584"/>
                </a:moveTo>
                <a:lnTo>
                  <a:pt x="1253251" y="543013"/>
                </a:lnTo>
                <a:lnTo>
                  <a:pt x="1254384" y="541373"/>
                </a:lnTo>
                <a:lnTo>
                  <a:pt x="1254139" y="540851"/>
                </a:lnTo>
                <a:close/>
                <a:moveTo>
                  <a:pt x="1257683" y="529270"/>
                </a:moveTo>
                <a:lnTo>
                  <a:pt x="1258443" y="531607"/>
                </a:lnTo>
                <a:lnTo>
                  <a:pt x="1260021" y="533208"/>
                </a:lnTo>
                <a:lnTo>
                  <a:pt x="1261499" y="531070"/>
                </a:lnTo>
                <a:lnTo>
                  <a:pt x="1261867" y="523603"/>
                </a:lnTo>
                <a:lnTo>
                  <a:pt x="1260925" y="522597"/>
                </a:lnTo>
                <a:close/>
                <a:moveTo>
                  <a:pt x="1265355" y="512082"/>
                </a:moveTo>
                <a:lnTo>
                  <a:pt x="1265399" y="512896"/>
                </a:lnTo>
                <a:lnTo>
                  <a:pt x="1265598" y="512500"/>
                </a:lnTo>
                <a:close/>
                <a:moveTo>
                  <a:pt x="613994" y="1970559"/>
                </a:moveTo>
                <a:lnTo>
                  <a:pt x="613999" y="1970649"/>
                </a:lnTo>
                <a:lnTo>
                  <a:pt x="616999" y="1971940"/>
                </a:lnTo>
                <a:lnTo>
                  <a:pt x="616068" y="1971057"/>
                </a:lnTo>
                <a:close/>
                <a:moveTo>
                  <a:pt x="602519" y="1996217"/>
                </a:moveTo>
                <a:lnTo>
                  <a:pt x="602843" y="1998965"/>
                </a:lnTo>
                <a:lnTo>
                  <a:pt x="608471" y="1997385"/>
                </a:lnTo>
                <a:lnTo>
                  <a:pt x="607426" y="1995781"/>
                </a:lnTo>
                <a:lnTo>
                  <a:pt x="604467" y="1996186"/>
                </a:lnTo>
                <a:close/>
                <a:moveTo>
                  <a:pt x="1257174" y="530318"/>
                </a:moveTo>
                <a:lnTo>
                  <a:pt x="1257910" y="531065"/>
                </a:lnTo>
                <a:lnTo>
                  <a:pt x="1257469" y="529710"/>
                </a:lnTo>
                <a:close/>
                <a:moveTo>
                  <a:pt x="1256127" y="532470"/>
                </a:moveTo>
                <a:lnTo>
                  <a:pt x="1256810" y="534824"/>
                </a:lnTo>
                <a:lnTo>
                  <a:pt x="1257947" y="536213"/>
                </a:lnTo>
                <a:lnTo>
                  <a:pt x="1258991" y="534701"/>
                </a:lnTo>
                <a:lnTo>
                  <a:pt x="1256417" y="531873"/>
                </a:lnTo>
                <a:close/>
                <a:moveTo>
                  <a:pt x="1255664" y="533423"/>
                </a:moveTo>
                <a:lnTo>
                  <a:pt x="1255919" y="533735"/>
                </a:lnTo>
                <a:lnTo>
                  <a:pt x="1255767" y="533211"/>
                </a:lnTo>
                <a:close/>
                <a:moveTo>
                  <a:pt x="549928" y="2113640"/>
                </a:moveTo>
                <a:lnTo>
                  <a:pt x="552341" y="2121648"/>
                </a:lnTo>
                <a:lnTo>
                  <a:pt x="575127" y="2118433"/>
                </a:lnTo>
                <a:lnTo>
                  <a:pt x="574759" y="2118369"/>
                </a:lnTo>
                <a:close/>
                <a:moveTo>
                  <a:pt x="1315669" y="398982"/>
                </a:moveTo>
                <a:lnTo>
                  <a:pt x="1321841" y="430019"/>
                </a:lnTo>
                <a:lnTo>
                  <a:pt x="1323335" y="433063"/>
                </a:lnTo>
                <a:lnTo>
                  <a:pt x="1326539" y="439819"/>
                </a:lnTo>
                <a:lnTo>
                  <a:pt x="1328266" y="437809"/>
                </a:lnTo>
                <a:lnTo>
                  <a:pt x="1334248" y="425933"/>
                </a:lnTo>
                <a:lnTo>
                  <a:pt x="1336252" y="422084"/>
                </a:lnTo>
                <a:lnTo>
                  <a:pt x="1318663" y="395842"/>
                </a:lnTo>
                <a:close/>
                <a:moveTo>
                  <a:pt x="1254972" y="534845"/>
                </a:moveTo>
                <a:lnTo>
                  <a:pt x="1255276" y="535491"/>
                </a:lnTo>
                <a:lnTo>
                  <a:pt x="1255376" y="534018"/>
                </a:lnTo>
                <a:close/>
                <a:moveTo>
                  <a:pt x="1254609" y="535595"/>
                </a:moveTo>
                <a:lnTo>
                  <a:pt x="1255219" y="536351"/>
                </a:lnTo>
                <a:lnTo>
                  <a:pt x="1255220" y="536340"/>
                </a:lnTo>
                <a:lnTo>
                  <a:pt x="1254740" y="535324"/>
                </a:lnTo>
                <a:close/>
                <a:moveTo>
                  <a:pt x="1254121" y="536599"/>
                </a:moveTo>
                <a:lnTo>
                  <a:pt x="1255103" y="538078"/>
                </a:lnTo>
                <a:lnTo>
                  <a:pt x="1255138" y="537551"/>
                </a:lnTo>
                <a:lnTo>
                  <a:pt x="1254773" y="536659"/>
                </a:lnTo>
                <a:lnTo>
                  <a:pt x="1254353" y="536121"/>
                </a:lnTo>
                <a:close/>
                <a:moveTo>
                  <a:pt x="1253597" y="537678"/>
                </a:moveTo>
                <a:lnTo>
                  <a:pt x="1254908" y="540483"/>
                </a:lnTo>
                <a:lnTo>
                  <a:pt x="1254939" y="540521"/>
                </a:lnTo>
                <a:lnTo>
                  <a:pt x="1255003" y="539554"/>
                </a:lnTo>
                <a:lnTo>
                  <a:pt x="1253665" y="537536"/>
                </a:lnTo>
                <a:close/>
                <a:moveTo>
                  <a:pt x="1273639" y="492784"/>
                </a:moveTo>
                <a:lnTo>
                  <a:pt x="1273456" y="494538"/>
                </a:lnTo>
                <a:lnTo>
                  <a:pt x="1274141" y="495506"/>
                </a:lnTo>
                <a:lnTo>
                  <a:pt x="1274300" y="495189"/>
                </a:lnTo>
                <a:lnTo>
                  <a:pt x="1273878" y="492510"/>
                </a:lnTo>
                <a:close/>
                <a:moveTo>
                  <a:pt x="580230" y="2045382"/>
                </a:moveTo>
                <a:lnTo>
                  <a:pt x="581712" y="2046028"/>
                </a:lnTo>
                <a:lnTo>
                  <a:pt x="588953" y="2045460"/>
                </a:lnTo>
                <a:lnTo>
                  <a:pt x="583420" y="2044275"/>
                </a:lnTo>
                <a:close/>
                <a:moveTo>
                  <a:pt x="613939" y="1969572"/>
                </a:moveTo>
                <a:lnTo>
                  <a:pt x="613967" y="1970080"/>
                </a:lnTo>
                <a:lnTo>
                  <a:pt x="615372" y="1970397"/>
                </a:lnTo>
                <a:lnTo>
                  <a:pt x="615144" y="1970181"/>
                </a:lnTo>
                <a:close/>
                <a:moveTo>
                  <a:pt x="613538" y="1970450"/>
                </a:moveTo>
                <a:lnTo>
                  <a:pt x="613569" y="1970463"/>
                </a:lnTo>
                <a:lnTo>
                  <a:pt x="613569" y="1970457"/>
                </a:lnTo>
                <a:close/>
                <a:moveTo>
                  <a:pt x="600248" y="2000205"/>
                </a:moveTo>
                <a:lnTo>
                  <a:pt x="601309" y="2000666"/>
                </a:lnTo>
                <a:lnTo>
                  <a:pt x="602554" y="2001098"/>
                </a:lnTo>
                <a:lnTo>
                  <a:pt x="602379" y="1999607"/>
                </a:lnTo>
                <a:close/>
                <a:moveTo>
                  <a:pt x="613181" y="1970903"/>
                </a:moveTo>
                <a:lnTo>
                  <a:pt x="613294" y="1971951"/>
                </a:lnTo>
                <a:lnTo>
                  <a:pt x="613664" y="1972146"/>
                </a:lnTo>
                <a:lnTo>
                  <a:pt x="613604" y="1971086"/>
                </a:lnTo>
                <a:close/>
                <a:moveTo>
                  <a:pt x="1273752" y="491711"/>
                </a:moveTo>
                <a:lnTo>
                  <a:pt x="1273710" y="492109"/>
                </a:lnTo>
                <a:lnTo>
                  <a:pt x="1273798" y="492007"/>
                </a:lnTo>
                <a:close/>
                <a:moveTo>
                  <a:pt x="1274720" y="489460"/>
                </a:moveTo>
                <a:lnTo>
                  <a:pt x="1274919" y="490719"/>
                </a:lnTo>
                <a:lnTo>
                  <a:pt x="1275060" y="490555"/>
                </a:lnTo>
                <a:close/>
                <a:moveTo>
                  <a:pt x="1278566" y="480582"/>
                </a:moveTo>
                <a:lnTo>
                  <a:pt x="1278827" y="480962"/>
                </a:lnTo>
                <a:lnTo>
                  <a:pt x="1278833" y="480888"/>
                </a:lnTo>
                <a:close/>
                <a:moveTo>
                  <a:pt x="1246873" y="551514"/>
                </a:moveTo>
                <a:lnTo>
                  <a:pt x="1247032" y="552018"/>
                </a:lnTo>
                <a:lnTo>
                  <a:pt x="1247163" y="551828"/>
                </a:lnTo>
                <a:lnTo>
                  <a:pt x="1247122" y="550999"/>
                </a:lnTo>
                <a:close/>
                <a:moveTo>
                  <a:pt x="1255805" y="531199"/>
                </a:moveTo>
                <a:lnTo>
                  <a:pt x="1255796" y="531330"/>
                </a:lnTo>
                <a:lnTo>
                  <a:pt x="1255993" y="532006"/>
                </a:lnTo>
                <a:lnTo>
                  <a:pt x="1256183" y="531614"/>
                </a:lnTo>
                <a:close/>
                <a:moveTo>
                  <a:pt x="593944" y="2013136"/>
                </a:moveTo>
                <a:lnTo>
                  <a:pt x="600903" y="2013337"/>
                </a:lnTo>
                <a:lnTo>
                  <a:pt x="603772" y="2012385"/>
                </a:lnTo>
                <a:lnTo>
                  <a:pt x="599605" y="2011132"/>
                </a:lnTo>
                <a:close/>
                <a:moveTo>
                  <a:pt x="1253213" y="536856"/>
                </a:moveTo>
                <a:lnTo>
                  <a:pt x="1253420" y="537300"/>
                </a:lnTo>
                <a:lnTo>
                  <a:pt x="1253457" y="537223"/>
                </a:lnTo>
                <a:close/>
                <a:moveTo>
                  <a:pt x="1345137" y="330672"/>
                </a:moveTo>
                <a:lnTo>
                  <a:pt x="1345441" y="336500"/>
                </a:lnTo>
                <a:lnTo>
                  <a:pt x="1346373" y="367148"/>
                </a:lnTo>
                <a:lnTo>
                  <a:pt x="1348722" y="364834"/>
                </a:lnTo>
                <a:lnTo>
                  <a:pt x="1346641" y="360900"/>
                </a:lnTo>
                <a:lnTo>
                  <a:pt x="1346971" y="361044"/>
                </a:lnTo>
                <a:lnTo>
                  <a:pt x="1348889" y="364670"/>
                </a:lnTo>
                <a:lnTo>
                  <a:pt x="1355271" y="358384"/>
                </a:lnTo>
                <a:lnTo>
                  <a:pt x="1348620" y="335353"/>
                </a:lnTo>
                <a:lnTo>
                  <a:pt x="1346846" y="329507"/>
                </a:lnTo>
                <a:close/>
                <a:moveTo>
                  <a:pt x="1294799" y="443297"/>
                </a:moveTo>
                <a:lnTo>
                  <a:pt x="1297491" y="451184"/>
                </a:lnTo>
                <a:lnTo>
                  <a:pt x="1299875" y="458499"/>
                </a:lnTo>
                <a:lnTo>
                  <a:pt x="1301289" y="460607"/>
                </a:lnTo>
                <a:lnTo>
                  <a:pt x="1306466" y="454811"/>
                </a:lnTo>
                <a:close/>
                <a:moveTo>
                  <a:pt x="1294377" y="444065"/>
                </a:moveTo>
                <a:lnTo>
                  <a:pt x="1295315" y="451695"/>
                </a:lnTo>
                <a:lnTo>
                  <a:pt x="1298331" y="456195"/>
                </a:lnTo>
                <a:close/>
                <a:moveTo>
                  <a:pt x="585488" y="2031355"/>
                </a:moveTo>
                <a:lnTo>
                  <a:pt x="588341" y="2032678"/>
                </a:lnTo>
                <a:lnTo>
                  <a:pt x="592508" y="2031878"/>
                </a:lnTo>
                <a:close/>
                <a:moveTo>
                  <a:pt x="1262586" y="514902"/>
                </a:moveTo>
                <a:lnTo>
                  <a:pt x="1262928" y="515939"/>
                </a:lnTo>
                <a:lnTo>
                  <a:pt x="1263163" y="516192"/>
                </a:lnTo>
                <a:lnTo>
                  <a:pt x="1263329" y="515983"/>
                </a:lnTo>
                <a:lnTo>
                  <a:pt x="1263147" y="515338"/>
                </a:lnTo>
                <a:close/>
                <a:moveTo>
                  <a:pt x="1281272" y="473058"/>
                </a:moveTo>
                <a:lnTo>
                  <a:pt x="1280833" y="478174"/>
                </a:lnTo>
                <a:lnTo>
                  <a:pt x="1282728" y="481736"/>
                </a:lnTo>
                <a:lnTo>
                  <a:pt x="1283702" y="480616"/>
                </a:lnTo>
                <a:lnTo>
                  <a:pt x="1283447" y="479416"/>
                </a:lnTo>
                <a:close/>
                <a:moveTo>
                  <a:pt x="1256991" y="527144"/>
                </a:moveTo>
                <a:lnTo>
                  <a:pt x="1257538" y="528826"/>
                </a:lnTo>
                <a:lnTo>
                  <a:pt x="1260520" y="522691"/>
                </a:lnTo>
                <a:close/>
                <a:moveTo>
                  <a:pt x="612984" y="1969090"/>
                </a:moveTo>
                <a:lnTo>
                  <a:pt x="613070" y="1969878"/>
                </a:lnTo>
                <a:lnTo>
                  <a:pt x="613542" y="1969984"/>
                </a:lnTo>
                <a:lnTo>
                  <a:pt x="613507" y="1969354"/>
                </a:lnTo>
                <a:close/>
                <a:moveTo>
                  <a:pt x="591264" y="2017612"/>
                </a:moveTo>
                <a:lnTo>
                  <a:pt x="600072" y="2019666"/>
                </a:lnTo>
                <a:lnTo>
                  <a:pt x="604730" y="2018147"/>
                </a:lnTo>
                <a:lnTo>
                  <a:pt x="604161" y="2013830"/>
                </a:lnTo>
                <a:lnTo>
                  <a:pt x="603248" y="2013804"/>
                </a:lnTo>
                <a:close/>
                <a:moveTo>
                  <a:pt x="1265518" y="507208"/>
                </a:moveTo>
                <a:lnTo>
                  <a:pt x="1266596" y="510515"/>
                </a:lnTo>
                <a:lnTo>
                  <a:pt x="1267203" y="509307"/>
                </a:lnTo>
                <a:close/>
                <a:moveTo>
                  <a:pt x="1345048" y="328984"/>
                </a:moveTo>
                <a:lnTo>
                  <a:pt x="1345116" y="330282"/>
                </a:lnTo>
                <a:lnTo>
                  <a:pt x="1346744" y="329171"/>
                </a:lnTo>
                <a:lnTo>
                  <a:pt x="1346162" y="327252"/>
                </a:lnTo>
                <a:close/>
                <a:moveTo>
                  <a:pt x="1255969" y="528434"/>
                </a:moveTo>
                <a:lnTo>
                  <a:pt x="1255935" y="529061"/>
                </a:lnTo>
                <a:lnTo>
                  <a:pt x="1256932" y="530072"/>
                </a:lnTo>
                <a:lnTo>
                  <a:pt x="1257324" y="529265"/>
                </a:lnTo>
                <a:lnTo>
                  <a:pt x="1256737" y="527465"/>
                </a:lnTo>
                <a:close/>
                <a:moveTo>
                  <a:pt x="1265131" y="507841"/>
                </a:moveTo>
                <a:lnTo>
                  <a:pt x="1265308" y="511176"/>
                </a:lnTo>
                <a:lnTo>
                  <a:pt x="1265819" y="512060"/>
                </a:lnTo>
                <a:lnTo>
                  <a:pt x="1266237" y="511229"/>
                </a:lnTo>
                <a:close/>
                <a:moveTo>
                  <a:pt x="607984" y="1979235"/>
                </a:moveTo>
                <a:lnTo>
                  <a:pt x="608509" y="1979443"/>
                </a:lnTo>
                <a:lnTo>
                  <a:pt x="608331" y="1979243"/>
                </a:lnTo>
                <a:close/>
                <a:moveTo>
                  <a:pt x="1255679" y="528800"/>
                </a:moveTo>
                <a:lnTo>
                  <a:pt x="1255722" y="528845"/>
                </a:lnTo>
                <a:lnTo>
                  <a:pt x="1255730" y="528735"/>
                </a:lnTo>
                <a:close/>
                <a:moveTo>
                  <a:pt x="604665" y="1986415"/>
                </a:moveTo>
                <a:lnTo>
                  <a:pt x="604983" y="1986903"/>
                </a:lnTo>
                <a:lnTo>
                  <a:pt x="605597" y="1986783"/>
                </a:lnTo>
                <a:close/>
                <a:moveTo>
                  <a:pt x="1269626" y="497401"/>
                </a:moveTo>
                <a:lnTo>
                  <a:pt x="1270150" y="497899"/>
                </a:lnTo>
                <a:lnTo>
                  <a:pt x="1270221" y="497220"/>
                </a:lnTo>
                <a:lnTo>
                  <a:pt x="1270012" y="496958"/>
                </a:lnTo>
                <a:close/>
                <a:moveTo>
                  <a:pt x="1262748" y="512713"/>
                </a:moveTo>
                <a:lnTo>
                  <a:pt x="1262776" y="512815"/>
                </a:lnTo>
                <a:lnTo>
                  <a:pt x="1262924" y="512931"/>
                </a:lnTo>
                <a:close/>
                <a:moveTo>
                  <a:pt x="1253879" y="532521"/>
                </a:moveTo>
                <a:lnTo>
                  <a:pt x="1254795" y="534470"/>
                </a:lnTo>
                <a:lnTo>
                  <a:pt x="1255169" y="533700"/>
                </a:lnTo>
                <a:lnTo>
                  <a:pt x="1254031" y="532309"/>
                </a:lnTo>
                <a:close/>
                <a:moveTo>
                  <a:pt x="1253511" y="533033"/>
                </a:moveTo>
                <a:lnTo>
                  <a:pt x="1254417" y="535248"/>
                </a:lnTo>
                <a:lnTo>
                  <a:pt x="1254564" y="534947"/>
                </a:lnTo>
                <a:lnTo>
                  <a:pt x="1253603" y="532905"/>
                </a:lnTo>
                <a:close/>
                <a:moveTo>
                  <a:pt x="580761" y="2039363"/>
                </a:moveTo>
                <a:lnTo>
                  <a:pt x="582794" y="2039602"/>
                </a:lnTo>
                <a:lnTo>
                  <a:pt x="582970" y="2039620"/>
                </a:lnTo>
                <a:lnTo>
                  <a:pt x="581675" y="2039187"/>
                </a:lnTo>
                <a:close/>
                <a:moveTo>
                  <a:pt x="1343507" y="331379"/>
                </a:moveTo>
                <a:lnTo>
                  <a:pt x="1344736" y="330541"/>
                </a:lnTo>
                <a:lnTo>
                  <a:pt x="1344705" y="329517"/>
                </a:lnTo>
                <a:close/>
                <a:moveTo>
                  <a:pt x="1253052" y="533671"/>
                </a:moveTo>
                <a:lnTo>
                  <a:pt x="1254061" y="534918"/>
                </a:lnTo>
                <a:lnTo>
                  <a:pt x="1253370" y="533229"/>
                </a:lnTo>
                <a:close/>
                <a:moveTo>
                  <a:pt x="1252824" y="534163"/>
                </a:moveTo>
                <a:lnTo>
                  <a:pt x="1252849" y="534682"/>
                </a:lnTo>
                <a:lnTo>
                  <a:pt x="1253913" y="536286"/>
                </a:lnTo>
                <a:lnTo>
                  <a:pt x="1254132" y="535836"/>
                </a:lnTo>
                <a:close/>
                <a:moveTo>
                  <a:pt x="577395" y="2046366"/>
                </a:moveTo>
                <a:lnTo>
                  <a:pt x="577639" y="2046348"/>
                </a:lnTo>
                <a:lnTo>
                  <a:pt x="577564" y="2046308"/>
                </a:lnTo>
                <a:close/>
                <a:moveTo>
                  <a:pt x="604343" y="1985921"/>
                </a:moveTo>
                <a:lnTo>
                  <a:pt x="604568" y="1986266"/>
                </a:lnTo>
                <a:lnTo>
                  <a:pt x="605785" y="1986747"/>
                </a:lnTo>
                <a:lnTo>
                  <a:pt x="611012" y="1985724"/>
                </a:lnTo>
                <a:lnTo>
                  <a:pt x="609865" y="1985599"/>
                </a:lnTo>
                <a:close/>
                <a:moveTo>
                  <a:pt x="1253809" y="531160"/>
                </a:moveTo>
                <a:lnTo>
                  <a:pt x="1254204" y="531641"/>
                </a:lnTo>
                <a:lnTo>
                  <a:pt x="1254399" y="531369"/>
                </a:lnTo>
                <a:lnTo>
                  <a:pt x="1254786" y="531258"/>
                </a:lnTo>
                <a:lnTo>
                  <a:pt x="1254368" y="531841"/>
                </a:lnTo>
                <a:lnTo>
                  <a:pt x="1255434" y="533144"/>
                </a:lnTo>
                <a:lnTo>
                  <a:pt x="1255493" y="532266"/>
                </a:lnTo>
                <a:lnTo>
                  <a:pt x="1254893" y="530196"/>
                </a:lnTo>
                <a:lnTo>
                  <a:pt x="1254722" y="530008"/>
                </a:lnTo>
                <a:close/>
                <a:moveTo>
                  <a:pt x="1301972" y="423289"/>
                </a:moveTo>
                <a:lnTo>
                  <a:pt x="1308177" y="448513"/>
                </a:lnTo>
                <a:lnTo>
                  <a:pt x="1309639" y="439025"/>
                </a:lnTo>
                <a:lnTo>
                  <a:pt x="1308210" y="429958"/>
                </a:lnTo>
                <a:close/>
                <a:moveTo>
                  <a:pt x="1253451" y="531612"/>
                </a:moveTo>
                <a:lnTo>
                  <a:pt x="1253756" y="532263"/>
                </a:lnTo>
                <a:lnTo>
                  <a:pt x="1253866" y="532110"/>
                </a:lnTo>
                <a:lnTo>
                  <a:pt x="1253455" y="531607"/>
                </a:lnTo>
                <a:close/>
                <a:moveTo>
                  <a:pt x="1253107" y="532045"/>
                </a:moveTo>
                <a:lnTo>
                  <a:pt x="1253399" y="532761"/>
                </a:lnTo>
                <a:lnTo>
                  <a:pt x="1253482" y="532646"/>
                </a:lnTo>
                <a:lnTo>
                  <a:pt x="1253166" y="531971"/>
                </a:lnTo>
                <a:close/>
                <a:moveTo>
                  <a:pt x="1309688" y="405254"/>
                </a:moveTo>
                <a:lnTo>
                  <a:pt x="1320701" y="427697"/>
                </a:lnTo>
                <a:lnTo>
                  <a:pt x="1315108" y="399570"/>
                </a:lnTo>
                <a:close/>
                <a:moveTo>
                  <a:pt x="1245997" y="547831"/>
                </a:moveTo>
                <a:lnTo>
                  <a:pt x="1246184" y="549321"/>
                </a:lnTo>
                <a:lnTo>
                  <a:pt x="1246732" y="551063"/>
                </a:lnTo>
                <a:lnTo>
                  <a:pt x="1247090" y="550327"/>
                </a:lnTo>
                <a:lnTo>
                  <a:pt x="1247067" y="549852"/>
                </a:lnTo>
                <a:close/>
                <a:moveTo>
                  <a:pt x="1274046" y="484971"/>
                </a:moveTo>
                <a:lnTo>
                  <a:pt x="1274041" y="485150"/>
                </a:lnTo>
                <a:lnTo>
                  <a:pt x="1274319" y="486914"/>
                </a:lnTo>
                <a:lnTo>
                  <a:pt x="1275346" y="490226"/>
                </a:lnTo>
                <a:lnTo>
                  <a:pt x="1276368" y="489051"/>
                </a:lnTo>
                <a:close/>
                <a:moveTo>
                  <a:pt x="1252745" y="532503"/>
                </a:moveTo>
                <a:lnTo>
                  <a:pt x="1252786" y="533341"/>
                </a:lnTo>
                <a:lnTo>
                  <a:pt x="1252889" y="533470"/>
                </a:lnTo>
                <a:lnTo>
                  <a:pt x="1253258" y="532956"/>
                </a:lnTo>
                <a:lnTo>
                  <a:pt x="1252961" y="532230"/>
                </a:lnTo>
                <a:close/>
                <a:moveTo>
                  <a:pt x="601774" y="1989890"/>
                </a:moveTo>
                <a:lnTo>
                  <a:pt x="602200" y="1993509"/>
                </a:lnTo>
                <a:lnTo>
                  <a:pt x="605641" y="1993039"/>
                </a:lnTo>
                <a:lnTo>
                  <a:pt x="603539" y="1989811"/>
                </a:lnTo>
                <a:close/>
                <a:moveTo>
                  <a:pt x="1284357" y="461382"/>
                </a:moveTo>
                <a:lnTo>
                  <a:pt x="1284837" y="462375"/>
                </a:lnTo>
                <a:lnTo>
                  <a:pt x="1284795" y="461852"/>
                </a:lnTo>
                <a:close/>
                <a:moveTo>
                  <a:pt x="601740" y="1989600"/>
                </a:moveTo>
                <a:lnTo>
                  <a:pt x="601749" y="1989683"/>
                </a:lnTo>
                <a:lnTo>
                  <a:pt x="603408" y="1989610"/>
                </a:lnTo>
                <a:lnTo>
                  <a:pt x="603214" y="1989312"/>
                </a:lnTo>
                <a:close/>
                <a:moveTo>
                  <a:pt x="1265944" y="502055"/>
                </a:moveTo>
                <a:lnTo>
                  <a:pt x="1268622" y="506485"/>
                </a:lnTo>
                <a:lnTo>
                  <a:pt x="1269233" y="505271"/>
                </a:lnTo>
                <a:lnTo>
                  <a:pt x="1268745" y="504712"/>
                </a:lnTo>
                <a:close/>
                <a:moveTo>
                  <a:pt x="601186" y="1989708"/>
                </a:moveTo>
                <a:lnTo>
                  <a:pt x="601213" y="1989707"/>
                </a:lnTo>
                <a:lnTo>
                  <a:pt x="601213" y="1989703"/>
                </a:lnTo>
                <a:close/>
                <a:moveTo>
                  <a:pt x="1268524" y="495099"/>
                </a:moveTo>
                <a:lnTo>
                  <a:pt x="1269426" y="497037"/>
                </a:lnTo>
                <a:lnTo>
                  <a:pt x="1269763" y="496648"/>
                </a:lnTo>
                <a:close/>
                <a:moveTo>
                  <a:pt x="1261272" y="510913"/>
                </a:moveTo>
                <a:lnTo>
                  <a:pt x="1261597" y="511898"/>
                </a:lnTo>
                <a:lnTo>
                  <a:pt x="1262310" y="512454"/>
                </a:lnTo>
                <a:lnTo>
                  <a:pt x="1262313" y="512370"/>
                </a:lnTo>
                <a:lnTo>
                  <a:pt x="1262233" y="512087"/>
                </a:lnTo>
                <a:close/>
                <a:moveTo>
                  <a:pt x="1264674" y="503098"/>
                </a:moveTo>
                <a:lnTo>
                  <a:pt x="1264872" y="504668"/>
                </a:lnTo>
                <a:lnTo>
                  <a:pt x="1267739" y="508240"/>
                </a:lnTo>
                <a:lnTo>
                  <a:pt x="1268188" y="507348"/>
                </a:lnTo>
                <a:lnTo>
                  <a:pt x="1265315" y="502360"/>
                </a:lnTo>
                <a:close/>
                <a:moveTo>
                  <a:pt x="1262633" y="507374"/>
                </a:moveTo>
                <a:lnTo>
                  <a:pt x="1262494" y="511227"/>
                </a:lnTo>
                <a:lnTo>
                  <a:pt x="1263160" y="512039"/>
                </a:lnTo>
                <a:lnTo>
                  <a:pt x="1262941" y="507905"/>
                </a:lnTo>
                <a:close/>
                <a:moveTo>
                  <a:pt x="595133" y="2001640"/>
                </a:moveTo>
                <a:lnTo>
                  <a:pt x="597835" y="2002582"/>
                </a:lnTo>
                <a:lnTo>
                  <a:pt x="598468" y="2002573"/>
                </a:lnTo>
                <a:lnTo>
                  <a:pt x="595488" y="2001541"/>
                </a:lnTo>
                <a:close/>
                <a:moveTo>
                  <a:pt x="547921" y="2106975"/>
                </a:moveTo>
                <a:lnTo>
                  <a:pt x="549808" y="2113238"/>
                </a:lnTo>
                <a:lnTo>
                  <a:pt x="577409" y="2118112"/>
                </a:lnTo>
                <a:lnTo>
                  <a:pt x="588585" y="2116535"/>
                </a:lnTo>
                <a:lnTo>
                  <a:pt x="630072" y="2108560"/>
                </a:lnTo>
                <a:lnTo>
                  <a:pt x="630132" y="2107049"/>
                </a:lnTo>
                <a:lnTo>
                  <a:pt x="628418" y="2107561"/>
                </a:lnTo>
                <a:lnTo>
                  <a:pt x="628030" y="2107365"/>
                </a:lnTo>
                <a:lnTo>
                  <a:pt x="630145" y="2106733"/>
                </a:lnTo>
                <a:lnTo>
                  <a:pt x="630243" y="2104296"/>
                </a:lnTo>
                <a:lnTo>
                  <a:pt x="612568" y="2104078"/>
                </a:lnTo>
                <a:lnTo>
                  <a:pt x="612315" y="2103834"/>
                </a:lnTo>
                <a:lnTo>
                  <a:pt x="630253" y="2104055"/>
                </a:lnTo>
                <a:lnTo>
                  <a:pt x="630310" y="2102639"/>
                </a:lnTo>
                <a:lnTo>
                  <a:pt x="590216" y="2105027"/>
                </a:lnTo>
                <a:close/>
                <a:moveTo>
                  <a:pt x="1246364" y="542979"/>
                </a:moveTo>
                <a:lnTo>
                  <a:pt x="1246364" y="542983"/>
                </a:lnTo>
                <a:lnTo>
                  <a:pt x="1246713" y="544497"/>
                </a:lnTo>
                <a:lnTo>
                  <a:pt x="1246820" y="544698"/>
                </a:lnTo>
                <a:lnTo>
                  <a:pt x="1246713" y="542492"/>
                </a:lnTo>
                <a:close/>
                <a:moveTo>
                  <a:pt x="1344705" y="322453"/>
                </a:moveTo>
                <a:lnTo>
                  <a:pt x="1345032" y="328685"/>
                </a:lnTo>
                <a:lnTo>
                  <a:pt x="1346095" y="327032"/>
                </a:lnTo>
                <a:close/>
                <a:moveTo>
                  <a:pt x="601373" y="1986485"/>
                </a:moveTo>
                <a:lnTo>
                  <a:pt x="601502" y="1987585"/>
                </a:lnTo>
                <a:lnTo>
                  <a:pt x="602023" y="1987483"/>
                </a:lnTo>
                <a:close/>
                <a:moveTo>
                  <a:pt x="608807" y="1969587"/>
                </a:moveTo>
                <a:lnTo>
                  <a:pt x="610065" y="1970249"/>
                </a:lnTo>
                <a:lnTo>
                  <a:pt x="609994" y="1969599"/>
                </a:lnTo>
                <a:lnTo>
                  <a:pt x="609146" y="1969396"/>
                </a:lnTo>
                <a:close/>
                <a:moveTo>
                  <a:pt x="1262705" y="505363"/>
                </a:moveTo>
                <a:lnTo>
                  <a:pt x="1262660" y="506599"/>
                </a:lnTo>
                <a:lnTo>
                  <a:pt x="1262893" y="507000"/>
                </a:lnTo>
                <a:lnTo>
                  <a:pt x="1262800" y="505252"/>
                </a:lnTo>
                <a:close/>
                <a:moveTo>
                  <a:pt x="1262249" y="505888"/>
                </a:moveTo>
                <a:lnTo>
                  <a:pt x="1262530" y="506372"/>
                </a:lnTo>
                <a:lnTo>
                  <a:pt x="1262560" y="505529"/>
                </a:lnTo>
                <a:close/>
                <a:moveTo>
                  <a:pt x="1304951" y="410221"/>
                </a:moveTo>
                <a:lnTo>
                  <a:pt x="1308182" y="426468"/>
                </a:lnTo>
                <a:lnTo>
                  <a:pt x="1310983" y="429461"/>
                </a:lnTo>
                <a:lnTo>
                  <a:pt x="1311664" y="424611"/>
                </a:lnTo>
                <a:lnTo>
                  <a:pt x="1311770" y="424792"/>
                </a:lnTo>
                <a:lnTo>
                  <a:pt x="1311097" y="429582"/>
                </a:lnTo>
                <a:lnTo>
                  <a:pt x="1323730" y="443087"/>
                </a:lnTo>
                <a:lnTo>
                  <a:pt x="1323756" y="443056"/>
                </a:lnTo>
                <a:lnTo>
                  <a:pt x="1320949" y="428943"/>
                </a:lnTo>
                <a:lnTo>
                  <a:pt x="1316136" y="418789"/>
                </a:lnTo>
                <a:lnTo>
                  <a:pt x="1309559" y="405388"/>
                </a:lnTo>
                <a:close/>
                <a:moveTo>
                  <a:pt x="1264373" y="500725"/>
                </a:moveTo>
                <a:lnTo>
                  <a:pt x="1264607" y="502580"/>
                </a:lnTo>
                <a:lnTo>
                  <a:pt x="1265108" y="502003"/>
                </a:lnTo>
                <a:close/>
                <a:moveTo>
                  <a:pt x="1256533" y="517908"/>
                </a:moveTo>
                <a:lnTo>
                  <a:pt x="1256173" y="524632"/>
                </a:lnTo>
                <a:lnTo>
                  <a:pt x="1256261" y="524904"/>
                </a:lnTo>
                <a:lnTo>
                  <a:pt x="1259388" y="520957"/>
                </a:lnTo>
                <a:close/>
                <a:moveTo>
                  <a:pt x="608342" y="1969202"/>
                </a:moveTo>
                <a:lnTo>
                  <a:pt x="608399" y="1969360"/>
                </a:lnTo>
                <a:lnTo>
                  <a:pt x="608578" y="1969259"/>
                </a:lnTo>
                <a:close/>
                <a:moveTo>
                  <a:pt x="604422" y="1977820"/>
                </a:moveTo>
                <a:lnTo>
                  <a:pt x="606497" y="1978644"/>
                </a:lnTo>
                <a:lnTo>
                  <a:pt x="607828" y="1978674"/>
                </a:lnTo>
                <a:lnTo>
                  <a:pt x="606577" y="1977260"/>
                </a:lnTo>
                <a:close/>
                <a:moveTo>
                  <a:pt x="1261146" y="507159"/>
                </a:moveTo>
                <a:lnTo>
                  <a:pt x="1261679" y="508906"/>
                </a:lnTo>
                <a:lnTo>
                  <a:pt x="1262245" y="510920"/>
                </a:lnTo>
                <a:lnTo>
                  <a:pt x="1262360" y="511063"/>
                </a:lnTo>
                <a:lnTo>
                  <a:pt x="1262500" y="507149"/>
                </a:lnTo>
                <a:lnTo>
                  <a:pt x="1261962" y="506217"/>
                </a:lnTo>
                <a:lnTo>
                  <a:pt x="1261182" y="507113"/>
                </a:lnTo>
                <a:close/>
                <a:moveTo>
                  <a:pt x="1245911" y="541129"/>
                </a:moveTo>
                <a:lnTo>
                  <a:pt x="1246285" y="542659"/>
                </a:lnTo>
                <a:lnTo>
                  <a:pt x="1246693" y="542091"/>
                </a:lnTo>
                <a:lnTo>
                  <a:pt x="1246605" y="540253"/>
                </a:lnTo>
                <a:close/>
                <a:moveTo>
                  <a:pt x="608177" y="1968748"/>
                </a:moveTo>
                <a:lnTo>
                  <a:pt x="608187" y="1968776"/>
                </a:lnTo>
                <a:lnTo>
                  <a:pt x="608302" y="1968802"/>
                </a:lnTo>
                <a:close/>
                <a:moveTo>
                  <a:pt x="1245322" y="541872"/>
                </a:moveTo>
                <a:lnTo>
                  <a:pt x="1245595" y="542387"/>
                </a:lnTo>
                <a:lnTo>
                  <a:pt x="1245442" y="541721"/>
                </a:lnTo>
                <a:close/>
                <a:moveTo>
                  <a:pt x="1260360" y="508140"/>
                </a:moveTo>
                <a:lnTo>
                  <a:pt x="1260625" y="508944"/>
                </a:lnTo>
                <a:lnTo>
                  <a:pt x="1261731" y="510293"/>
                </a:lnTo>
                <a:lnTo>
                  <a:pt x="1260927" y="507432"/>
                </a:lnTo>
                <a:close/>
                <a:moveTo>
                  <a:pt x="607854" y="1969085"/>
                </a:moveTo>
                <a:lnTo>
                  <a:pt x="607903" y="1969111"/>
                </a:lnTo>
                <a:lnTo>
                  <a:pt x="607897" y="1969095"/>
                </a:lnTo>
                <a:close/>
                <a:moveTo>
                  <a:pt x="1274305" y="476710"/>
                </a:moveTo>
                <a:lnTo>
                  <a:pt x="1274179" y="480730"/>
                </a:lnTo>
                <a:lnTo>
                  <a:pt x="1277896" y="487293"/>
                </a:lnTo>
                <a:lnTo>
                  <a:pt x="1278313" y="486814"/>
                </a:lnTo>
                <a:lnTo>
                  <a:pt x="1278334" y="486703"/>
                </a:lnTo>
                <a:lnTo>
                  <a:pt x="1278604" y="483562"/>
                </a:lnTo>
                <a:close/>
                <a:moveTo>
                  <a:pt x="1282051" y="458917"/>
                </a:moveTo>
                <a:lnTo>
                  <a:pt x="1281890" y="465794"/>
                </a:lnTo>
                <a:lnTo>
                  <a:pt x="1286040" y="477925"/>
                </a:lnTo>
                <a:lnTo>
                  <a:pt x="1286057" y="477906"/>
                </a:lnTo>
                <a:lnTo>
                  <a:pt x="1284958" y="463919"/>
                </a:lnTo>
                <a:lnTo>
                  <a:pt x="1284686" y="463270"/>
                </a:lnTo>
                <a:lnTo>
                  <a:pt x="1283149" y="460092"/>
                </a:lnTo>
                <a:close/>
                <a:moveTo>
                  <a:pt x="1313518" y="388162"/>
                </a:moveTo>
                <a:lnTo>
                  <a:pt x="1315404" y="397651"/>
                </a:lnTo>
                <a:lnTo>
                  <a:pt x="1318098" y="394997"/>
                </a:lnTo>
                <a:close/>
                <a:moveTo>
                  <a:pt x="1251623" y="526601"/>
                </a:moveTo>
                <a:lnTo>
                  <a:pt x="1252060" y="528654"/>
                </a:lnTo>
                <a:lnTo>
                  <a:pt x="1252468" y="529523"/>
                </a:lnTo>
                <a:lnTo>
                  <a:pt x="1252536" y="529604"/>
                </a:lnTo>
                <a:lnTo>
                  <a:pt x="1253383" y="528536"/>
                </a:lnTo>
                <a:close/>
                <a:moveTo>
                  <a:pt x="586216" y="2016434"/>
                </a:moveTo>
                <a:lnTo>
                  <a:pt x="589360" y="2017167"/>
                </a:lnTo>
                <a:lnTo>
                  <a:pt x="599795" y="2013705"/>
                </a:lnTo>
                <a:lnTo>
                  <a:pt x="592901" y="2013505"/>
                </a:lnTo>
                <a:lnTo>
                  <a:pt x="590419" y="2014384"/>
                </a:lnTo>
                <a:close/>
                <a:moveTo>
                  <a:pt x="1286277" y="448840"/>
                </a:moveTo>
                <a:lnTo>
                  <a:pt x="1289714" y="462890"/>
                </a:lnTo>
                <a:lnTo>
                  <a:pt x="1289854" y="464677"/>
                </a:lnTo>
                <a:lnTo>
                  <a:pt x="1292931" y="467967"/>
                </a:lnTo>
                <a:lnTo>
                  <a:pt x="1288849" y="455566"/>
                </a:lnTo>
                <a:close/>
                <a:moveTo>
                  <a:pt x="1258980" y="509862"/>
                </a:moveTo>
                <a:lnTo>
                  <a:pt x="1259101" y="509955"/>
                </a:lnTo>
                <a:lnTo>
                  <a:pt x="1259045" y="509782"/>
                </a:lnTo>
                <a:close/>
                <a:moveTo>
                  <a:pt x="607843" y="1967825"/>
                </a:moveTo>
                <a:lnTo>
                  <a:pt x="607917" y="1968029"/>
                </a:lnTo>
                <a:lnTo>
                  <a:pt x="609526" y="1968722"/>
                </a:lnTo>
                <a:lnTo>
                  <a:pt x="609878" y="1968523"/>
                </a:lnTo>
                <a:lnTo>
                  <a:pt x="609856" y="1968322"/>
                </a:lnTo>
                <a:lnTo>
                  <a:pt x="609222" y="1968184"/>
                </a:lnTo>
                <a:close/>
                <a:moveTo>
                  <a:pt x="584192" y="2019858"/>
                </a:moveTo>
                <a:lnTo>
                  <a:pt x="593201" y="2021908"/>
                </a:lnTo>
                <a:lnTo>
                  <a:pt x="597085" y="2020642"/>
                </a:lnTo>
                <a:lnTo>
                  <a:pt x="588229" y="2018575"/>
                </a:lnTo>
                <a:close/>
                <a:moveTo>
                  <a:pt x="587207" y="2012941"/>
                </a:moveTo>
                <a:lnTo>
                  <a:pt x="589073" y="2012995"/>
                </a:lnTo>
                <a:lnTo>
                  <a:pt x="596756" y="2010275"/>
                </a:lnTo>
                <a:lnTo>
                  <a:pt x="595595" y="2009926"/>
                </a:lnTo>
                <a:lnTo>
                  <a:pt x="592588" y="2011213"/>
                </a:lnTo>
                <a:close/>
                <a:moveTo>
                  <a:pt x="1284036" y="452382"/>
                </a:moveTo>
                <a:lnTo>
                  <a:pt x="1284065" y="452551"/>
                </a:lnTo>
                <a:lnTo>
                  <a:pt x="1284059" y="452476"/>
                </a:lnTo>
                <a:close/>
                <a:moveTo>
                  <a:pt x="573824" y="2042218"/>
                </a:moveTo>
                <a:lnTo>
                  <a:pt x="574773" y="2042718"/>
                </a:lnTo>
                <a:lnTo>
                  <a:pt x="575714" y="2042623"/>
                </a:lnTo>
                <a:close/>
                <a:moveTo>
                  <a:pt x="601058" y="1980877"/>
                </a:moveTo>
                <a:lnTo>
                  <a:pt x="601530" y="1981602"/>
                </a:lnTo>
                <a:lnTo>
                  <a:pt x="604517" y="1981565"/>
                </a:lnTo>
                <a:lnTo>
                  <a:pt x="604560" y="1981563"/>
                </a:lnTo>
                <a:close/>
                <a:moveTo>
                  <a:pt x="606864" y="1967577"/>
                </a:moveTo>
                <a:lnTo>
                  <a:pt x="607436" y="1967823"/>
                </a:lnTo>
                <a:lnTo>
                  <a:pt x="607395" y="1967708"/>
                </a:lnTo>
                <a:lnTo>
                  <a:pt x="606902" y="1967580"/>
                </a:lnTo>
                <a:close/>
                <a:moveTo>
                  <a:pt x="1300015" y="415396"/>
                </a:moveTo>
                <a:lnTo>
                  <a:pt x="1300114" y="415737"/>
                </a:lnTo>
                <a:lnTo>
                  <a:pt x="1300817" y="418593"/>
                </a:lnTo>
                <a:lnTo>
                  <a:pt x="1307553" y="425795"/>
                </a:lnTo>
                <a:lnTo>
                  <a:pt x="1306786" y="420929"/>
                </a:lnTo>
                <a:lnTo>
                  <a:pt x="1304707" y="410476"/>
                </a:lnTo>
                <a:close/>
                <a:moveTo>
                  <a:pt x="529502" y="2140349"/>
                </a:moveTo>
                <a:lnTo>
                  <a:pt x="562296" y="2147170"/>
                </a:lnTo>
                <a:lnTo>
                  <a:pt x="593548" y="2133633"/>
                </a:lnTo>
                <a:lnTo>
                  <a:pt x="590390" y="2133549"/>
                </a:lnTo>
                <a:lnTo>
                  <a:pt x="590095" y="2133305"/>
                </a:lnTo>
                <a:lnTo>
                  <a:pt x="594065" y="2133410"/>
                </a:lnTo>
                <a:lnTo>
                  <a:pt x="613144" y="2125145"/>
                </a:lnTo>
                <a:lnTo>
                  <a:pt x="605047" y="2123716"/>
                </a:lnTo>
                <a:lnTo>
                  <a:pt x="555490" y="2134868"/>
                </a:lnTo>
                <a:close/>
                <a:moveTo>
                  <a:pt x="584918" y="2016131"/>
                </a:moveTo>
                <a:lnTo>
                  <a:pt x="585855" y="2016349"/>
                </a:lnTo>
                <a:lnTo>
                  <a:pt x="588450" y="2015040"/>
                </a:lnTo>
                <a:close/>
                <a:moveTo>
                  <a:pt x="1322069" y="365470"/>
                </a:moveTo>
                <a:lnTo>
                  <a:pt x="1323610" y="369011"/>
                </a:lnTo>
                <a:lnTo>
                  <a:pt x="1334179" y="357042"/>
                </a:lnTo>
                <a:lnTo>
                  <a:pt x="1334576" y="356969"/>
                </a:lnTo>
                <a:lnTo>
                  <a:pt x="1323720" y="369264"/>
                </a:lnTo>
                <a:lnTo>
                  <a:pt x="1329874" y="383398"/>
                </a:lnTo>
                <a:lnTo>
                  <a:pt x="1340686" y="372749"/>
                </a:lnTo>
                <a:lnTo>
                  <a:pt x="1330075" y="383876"/>
                </a:lnTo>
                <a:lnTo>
                  <a:pt x="1336590" y="401809"/>
                </a:lnTo>
                <a:lnTo>
                  <a:pt x="1341548" y="411913"/>
                </a:lnTo>
                <a:lnTo>
                  <a:pt x="1346894" y="401645"/>
                </a:lnTo>
                <a:lnTo>
                  <a:pt x="1345863" y="367651"/>
                </a:lnTo>
                <a:lnTo>
                  <a:pt x="1340686" y="372749"/>
                </a:lnTo>
                <a:lnTo>
                  <a:pt x="1341835" y="371545"/>
                </a:lnTo>
                <a:lnTo>
                  <a:pt x="1345861" y="367646"/>
                </a:lnTo>
                <a:lnTo>
                  <a:pt x="1344748" y="330939"/>
                </a:lnTo>
                <a:lnTo>
                  <a:pt x="1343043" y="332100"/>
                </a:lnTo>
                <a:lnTo>
                  <a:pt x="1338496" y="339168"/>
                </a:lnTo>
                <a:close/>
                <a:moveTo>
                  <a:pt x="601661" y="1978538"/>
                </a:moveTo>
                <a:lnTo>
                  <a:pt x="602022" y="1978545"/>
                </a:lnTo>
                <a:lnTo>
                  <a:pt x="601867" y="1978484"/>
                </a:lnTo>
                <a:close/>
                <a:moveTo>
                  <a:pt x="1245009" y="537440"/>
                </a:moveTo>
                <a:lnTo>
                  <a:pt x="1245320" y="538713"/>
                </a:lnTo>
                <a:lnTo>
                  <a:pt x="1245693" y="538241"/>
                </a:lnTo>
                <a:close/>
                <a:moveTo>
                  <a:pt x="1298909" y="416555"/>
                </a:moveTo>
                <a:lnTo>
                  <a:pt x="1299752" y="417456"/>
                </a:lnTo>
                <a:lnTo>
                  <a:pt x="1299403" y="416038"/>
                </a:lnTo>
                <a:close/>
                <a:moveTo>
                  <a:pt x="1235450" y="558287"/>
                </a:moveTo>
                <a:lnTo>
                  <a:pt x="1236198" y="559631"/>
                </a:lnTo>
                <a:lnTo>
                  <a:pt x="1240344" y="563985"/>
                </a:lnTo>
                <a:lnTo>
                  <a:pt x="1237125" y="555889"/>
                </a:lnTo>
                <a:close/>
                <a:moveTo>
                  <a:pt x="1282179" y="453436"/>
                </a:moveTo>
                <a:lnTo>
                  <a:pt x="1282110" y="456398"/>
                </a:lnTo>
                <a:lnTo>
                  <a:pt x="1284242" y="458678"/>
                </a:lnTo>
                <a:close/>
                <a:moveTo>
                  <a:pt x="600500" y="1979069"/>
                </a:moveTo>
                <a:lnTo>
                  <a:pt x="600637" y="1980229"/>
                </a:lnTo>
                <a:lnTo>
                  <a:pt x="600768" y="1980431"/>
                </a:lnTo>
                <a:lnTo>
                  <a:pt x="606087" y="1981473"/>
                </a:lnTo>
                <a:lnTo>
                  <a:pt x="608969" y="1981305"/>
                </a:lnTo>
                <a:lnTo>
                  <a:pt x="603509" y="1979136"/>
                </a:lnTo>
                <a:close/>
                <a:moveTo>
                  <a:pt x="1292534" y="429067"/>
                </a:moveTo>
                <a:lnTo>
                  <a:pt x="1293993" y="440937"/>
                </a:lnTo>
                <a:lnTo>
                  <a:pt x="1294564" y="442608"/>
                </a:lnTo>
                <a:lnTo>
                  <a:pt x="1306835" y="454397"/>
                </a:lnTo>
                <a:lnTo>
                  <a:pt x="1307361" y="453809"/>
                </a:lnTo>
                <a:lnTo>
                  <a:pt x="1307747" y="451302"/>
                </a:lnTo>
                <a:close/>
                <a:moveTo>
                  <a:pt x="1259633" y="502187"/>
                </a:moveTo>
                <a:lnTo>
                  <a:pt x="1261012" y="506715"/>
                </a:lnTo>
                <a:lnTo>
                  <a:pt x="1261755" y="505860"/>
                </a:lnTo>
                <a:close/>
                <a:moveTo>
                  <a:pt x="1274559" y="468591"/>
                </a:moveTo>
                <a:lnTo>
                  <a:pt x="1274375" y="474456"/>
                </a:lnTo>
                <a:lnTo>
                  <a:pt x="1275879" y="476655"/>
                </a:lnTo>
                <a:lnTo>
                  <a:pt x="1278899" y="480122"/>
                </a:lnTo>
                <a:lnTo>
                  <a:pt x="1278916" y="479922"/>
                </a:lnTo>
                <a:close/>
                <a:moveTo>
                  <a:pt x="599873" y="1979056"/>
                </a:moveTo>
                <a:lnTo>
                  <a:pt x="599978" y="1979219"/>
                </a:lnTo>
                <a:lnTo>
                  <a:pt x="599960" y="1979058"/>
                </a:lnTo>
                <a:close/>
                <a:moveTo>
                  <a:pt x="604933" y="1967547"/>
                </a:moveTo>
                <a:lnTo>
                  <a:pt x="606578" y="1968413"/>
                </a:lnTo>
                <a:lnTo>
                  <a:pt x="607745" y="1968677"/>
                </a:lnTo>
                <a:lnTo>
                  <a:pt x="607696" y="1968541"/>
                </a:lnTo>
                <a:lnTo>
                  <a:pt x="605830" y="1967738"/>
                </a:lnTo>
                <a:lnTo>
                  <a:pt x="605410" y="1967537"/>
                </a:lnTo>
                <a:close/>
                <a:moveTo>
                  <a:pt x="1252070" y="518482"/>
                </a:moveTo>
                <a:lnTo>
                  <a:pt x="1254557" y="527055"/>
                </a:lnTo>
                <a:lnTo>
                  <a:pt x="1255962" y="525282"/>
                </a:lnTo>
                <a:lnTo>
                  <a:pt x="1255972" y="525115"/>
                </a:lnTo>
                <a:lnTo>
                  <a:pt x="1255516" y="523713"/>
                </a:lnTo>
                <a:lnTo>
                  <a:pt x="1255950" y="523948"/>
                </a:lnTo>
                <a:lnTo>
                  <a:pt x="1256034" y="524204"/>
                </a:lnTo>
                <a:lnTo>
                  <a:pt x="1256302" y="520193"/>
                </a:lnTo>
                <a:lnTo>
                  <a:pt x="1256430" y="517798"/>
                </a:lnTo>
                <a:lnTo>
                  <a:pt x="1254376" y="515605"/>
                </a:lnTo>
                <a:close/>
                <a:moveTo>
                  <a:pt x="572030" y="2041038"/>
                </a:moveTo>
                <a:lnTo>
                  <a:pt x="578287" y="2042365"/>
                </a:lnTo>
                <a:lnTo>
                  <a:pt x="583901" y="2041803"/>
                </a:lnTo>
                <a:lnTo>
                  <a:pt x="586686" y="2040836"/>
                </a:lnTo>
                <a:lnTo>
                  <a:pt x="586366" y="2040755"/>
                </a:lnTo>
                <a:lnTo>
                  <a:pt x="584287" y="2040060"/>
                </a:lnTo>
                <a:lnTo>
                  <a:pt x="579848" y="2039538"/>
                </a:lnTo>
                <a:close/>
                <a:moveTo>
                  <a:pt x="1271882" y="472902"/>
                </a:moveTo>
                <a:lnTo>
                  <a:pt x="1272463" y="475828"/>
                </a:lnTo>
                <a:lnTo>
                  <a:pt x="1272648" y="474068"/>
                </a:lnTo>
                <a:lnTo>
                  <a:pt x="1272010" y="473050"/>
                </a:lnTo>
                <a:close/>
                <a:moveTo>
                  <a:pt x="591476" y="1996392"/>
                </a:moveTo>
                <a:lnTo>
                  <a:pt x="599533" y="1999894"/>
                </a:lnTo>
                <a:lnTo>
                  <a:pt x="602321" y="1999112"/>
                </a:lnTo>
                <a:lnTo>
                  <a:pt x="602313" y="1999051"/>
                </a:lnTo>
                <a:lnTo>
                  <a:pt x="596650" y="1997540"/>
                </a:lnTo>
                <a:lnTo>
                  <a:pt x="602291" y="1998856"/>
                </a:lnTo>
                <a:lnTo>
                  <a:pt x="601981" y="1996225"/>
                </a:lnTo>
                <a:lnTo>
                  <a:pt x="592292" y="1996380"/>
                </a:lnTo>
                <a:lnTo>
                  <a:pt x="596650" y="1997540"/>
                </a:lnTo>
                <a:lnTo>
                  <a:pt x="595648" y="1997308"/>
                </a:lnTo>
                <a:lnTo>
                  <a:pt x="592285" y="1996379"/>
                </a:lnTo>
                <a:close/>
                <a:moveTo>
                  <a:pt x="1312294" y="382323"/>
                </a:moveTo>
                <a:lnTo>
                  <a:pt x="1313065" y="385948"/>
                </a:lnTo>
                <a:lnTo>
                  <a:pt x="1319012" y="394097"/>
                </a:lnTo>
                <a:lnTo>
                  <a:pt x="1328047" y="385198"/>
                </a:lnTo>
                <a:lnTo>
                  <a:pt x="1322684" y="370437"/>
                </a:lnTo>
                <a:lnTo>
                  <a:pt x="1316154" y="377832"/>
                </a:lnTo>
                <a:close/>
                <a:moveTo>
                  <a:pt x="1250352" y="520625"/>
                </a:moveTo>
                <a:lnTo>
                  <a:pt x="1251004" y="523689"/>
                </a:lnTo>
                <a:lnTo>
                  <a:pt x="1253056" y="526138"/>
                </a:lnTo>
                <a:lnTo>
                  <a:pt x="1253990" y="527085"/>
                </a:lnTo>
                <a:lnTo>
                  <a:pt x="1251648" y="519009"/>
                </a:lnTo>
                <a:close/>
                <a:moveTo>
                  <a:pt x="1311282" y="383501"/>
                </a:moveTo>
                <a:lnTo>
                  <a:pt x="1312148" y="384688"/>
                </a:lnTo>
                <a:lnTo>
                  <a:pt x="1311793" y="382905"/>
                </a:lnTo>
                <a:close/>
                <a:moveTo>
                  <a:pt x="580785" y="2019081"/>
                </a:moveTo>
                <a:lnTo>
                  <a:pt x="582449" y="2019460"/>
                </a:lnTo>
                <a:lnTo>
                  <a:pt x="586401" y="2018149"/>
                </a:lnTo>
                <a:lnTo>
                  <a:pt x="583896" y="2017565"/>
                </a:lnTo>
                <a:close/>
                <a:moveTo>
                  <a:pt x="1234175" y="555995"/>
                </a:moveTo>
                <a:lnTo>
                  <a:pt x="1235277" y="557977"/>
                </a:lnTo>
                <a:lnTo>
                  <a:pt x="1237002" y="555576"/>
                </a:lnTo>
                <a:lnTo>
                  <a:pt x="1236153" y="553444"/>
                </a:lnTo>
                <a:lnTo>
                  <a:pt x="1234570" y="555443"/>
                </a:lnTo>
                <a:close/>
                <a:moveTo>
                  <a:pt x="1312103" y="381426"/>
                </a:moveTo>
                <a:lnTo>
                  <a:pt x="1312209" y="381922"/>
                </a:lnTo>
                <a:lnTo>
                  <a:pt x="1322587" y="370170"/>
                </a:lnTo>
                <a:lnTo>
                  <a:pt x="1322457" y="369811"/>
                </a:lnTo>
                <a:lnTo>
                  <a:pt x="1321183" y="366887"/>
                </a:lnTo>
                <a:close/>
                <a:moveTo>
                  <a:pt x="545292" y="2098248"/>
                </a:moveTo>
                <a:lnTo>
                  <a:pt x="547801" y="2106577"/>
                </a:lnTo>
                <a:lnTo>
                  <a:pt x="553462" y="2106316"/>
                </a:lnTo>
                <a:lnTo>
                  <a:pt x="630346" y="2101737"/>
                </a:lnTo>
                <a:lnTo>
                  <a:pt x="630621" y="2094902"/>
                </a:lnTo>
                <a:lnTo>
                  <a:pt x="603281" y="2096728"/>
                </a:lnTo>
                <a:lnTo>
                  <a:pt x="602911" y="2096475"/>
                </a:lnTo>
                <a:lnTo>
                  <a:pt x="630632" y="2094624"/>
                </a:lnTo>
                <a:lnTo>
                  <a:pt x="630650" y="2094162"/>
                </a:lnTo>
                <a:lnTo>
                  <a:pt x="628353" y="2094299"/>
                </a:lnTo>
                <a:lnTo>
                  <a:pt x="628382" y="2094507"/>
                </a:lnTo>
                <a:lnTo>
                  <a:pt x="628292" y="2094421"/>
                </a:lnTo>
                <a:lnTo>
                  <a:pt x="628276" y="2094303"/>
                </a:lnTo>
                <a:lnTo>
                  <a:pt x="624245" y="2094543"/>
                </a:lnTo>
                <a:lnTo>
                  <a:pt x="588987" y="2096168"/>
                </a:lnTo>
                <a:lnTo>
                  <a:pt x="588757" y="2096003"/>
                </a:lnTo>
                <a:lnTo>
                  <a:pt x="608269" y="2095104"/>
                </a:lnTo>
                <a:lnTo>
                  <a:pt x="628221" y="2093915"/>
                </a:lnTo>
                <a:lnTo>
                  <a:pt x="627546" y="2089086"/>
                </a:lnTo>
                <a:lnTo>
                  <a:pt x="552105" y="2097577"/>
                </a:lnTo>
                <a:close/>
                <a:moveTo>
                  <a:pt x="1311026" y="383151"/>
                </a:moveTo>
                <a:lnTo>
                  <a:pt x="1311070" y="383211"/>
                </a:lnTo>
                <a:lnTo>
                  <a:pt x="1311710" y="382487"/>
                </a:lnTo>
                <a:lnTo>
                  <a:pt x="1311645" y="382159"/>
                </a:lnTo>
                <a:close/>
                <a:moveTo>
                  <a:pt x="599973" y="1974588"/>
                </a:moveTo>
                <a:lnTo>
                  <a:pt x="600153" y="1976124"/>
                </a:lnTo>
                <a:lnTo>
                  <a:pt x="602126" y="1976908"/>
                </a:lnTo>
                <a:lnTo>
                  <a:pt x="605491" y="1976032"/>
                </a:lnTo>
                <a:lnTo>
                  <a:pt x="604365" y="1974759"/>
                </a:lnTo>
                <a:lnTo>
                  <a:pt x="602131" y="1973367"/>
                </a:lnTo>
                <a:close/>
                <a:moveTo>
                  <a:pt x="545048" y="2097427"/>
                </a:moveTo>
                <a:lnTo>
                  <a:pt x="545112" y="2097649"/>
                </a:lnTo>
                <a:lnTo>
                  <a:pt x="545114" y="2097656"/>
                </a:lnTo>
                <a:lnTo>
                  <a:pt x="558252" y="2096151"/>
                </a:lnTo>
                <a:close/>
                <a:moveTo>
                  <a:pt x="598674" y="1977215"/>
                </a:moveTo>
                <a:lnTo>
                  <a:pt x="599002" y="1977720"/>
                </a:lnTo>
                <a:lnTo>
                  <a:pt x="599570" y="1977572"/>
                </a:lnTo>
                <a:close/>
                <a:moveTo>
                  <a:pt x="1231764" y="559473"/>
                </a:moveTo>
                <a:lnTo>
                  <a:pt x="1231715" y="559890"/>
                </a:lnTo>
                <a:lnTo>
                  <a:pt x="1232623" y="560615"/>
                </a:lnTo>
                <a:lnTo>
                  <a:pt x="1232348" y="560086"/>
                </a:lnTo>
                <a:close/>
                <a:moveTo>
                  <a:pt x="1282364" y="445547"/>
                </a:moveTo>
                <a:lnTo>
                  <a:pt x="1282201" y="452516"/>
                </a:lnTo>
                <a:lnTo>
                  <a:pt x="1284526" y="458426"/>
                </a:lnTo>
                <a:lnTo>
                  <a:pt x="1284306" y="455620"/>
                </a:lnTo>
                <a:lnTo>
                  <a:pt x="1283085" y="448496"/>
                </a:lnTo>
                <a:close/>
                <a:moveTo>
                  <a:pt x="1291916" y="424034"/>
                </a:moveTo>
                <a:lnTo>
                  <a:pt x="1292296" y="427129"/>
                </a:lnTo>
                <a:lnTo>
                  <a:pt x="1307652" y="449571"/>
                </a:lnTo>
                <a:lnTo>
                  <a:pt x="1300907" y="422150"/>
                </a:lnTo>
                <a:lnTo>
                  <a:pt x="1297276" y="418269"/>
                </a:lnTo>
                <a:lnTo>
                  <a:pt x="1292779" y="422983"/>
                </a:lnTo>
                <a:close/>
                <a:moveTo>
                  <a:pt x="1278089" y="454682"/>
                </a:moveTo>
                <a:lnTo>
                  <a:pt x="1280483" y="461680"/>
                </a:lnTo>
                <a:lnTo>
                  <a:pt x="1280831" y="457614"/>
                </a:lnTo>
                <a:close/>
                <a:moveTo>
                  <a:pt x="1258497" y="498463"/>
                </a:moveTo>
                <a:lnTo>
                  <a:pt x="1259101" y="500445"/>
                </a:lnTo>
                <a:lnTo>
                  <a:pt x="1262043" y="505530"/>
                </a:lnTo>
                <a:lnTo>
                  <a:pt x="1262581" y="504910"/>
                </a:lnTo>
                <a:lnTo>
                  <a:pt x="1262583" y="504878"/>
                </a:lnTo>
                <a:lnTo>
                  <a:pt x="1262595" y="504894"/>
                </a:lnTo>
                <a:lnTo>
                  <a:pt x="1262771" y="504692"/>
                </a:lnTo>
                <a:lnTo>
                  <a:pt x="1262719" y="503722"/>
                </a:lnTo>
                <a:close/>
                <a:moveTo>
                  <a:pt x="585925" y="2004226"/>
                </a:moveTo>
                <a:lnTo>
                  <a:pt x="595627" y="2004423"/>
                </a:lnTo>
                <a:lnTo>
                  <a:pt x="594596" y="2004064"/>
                </a:lnTo>
                <a:lnTo>
                  <a:pt x="586077" y="2004183"/>
                </a:lnTo>
                <a:close/>
                <a:moveTo>
                  <a:pt x="599793" y="1973065"/>
                </a:moveTo>
                <a:lnTo>
                  <a:pt x="599922" y="1974158"/>
                </a:lnTo>
                <a:lnTo>
                  <a:pt x="601677" y="1973165"/>
                </a:lnTo>
                <a:lnTo>
                  <a:pt x="601659" y="1973157"/>
                </a:lnTo>
                <a:close/>
                <a:moveTo>
                  <a:pt x="1290967" y="425187"/>
                </a:moveTo>
                <a:lnTo>
                  <a:pt x="1291927" y="426588"/>
                </a:lnTo>
                <a:lnTo>
                  <a:pt x="1291651" y="424355"/>
                </a:lnTo>
                <a:close/>
                <a:moveTo>
                  <a:pt x="598454" y="1975448"/>
                </a:moveTo>
                <a:lnTo>
                  <a:pt x="599588" y="1975899"/>
                </a:lnTo>
                <a:lnTo>
                  <a:pt x="599467" y="1974875"/>
                </a:lnTo>
                <a:close/>
                <a:moveTo>
                  <a:pt x="589081" y="1996430"/>
                </a:moveTo>
                <a:lnTo>
                  <a:pt x="596712" y="1999073"/>
                </a:lnTo>
                <a:lnTo>
                  <a:pt x="590577" y="1996406"/>
                </a:lnTo>
                <a:close/>
                <a:moveTo>
                  <a:pt x="1262744" y="487868"/>
                </a:moveTo>
                <a:lnTo>
                  <a:pt x="1263177" y="491291"/>
                </a:lnTo>
                <a:lnTo>
                  <a:pt x="1267035" y="494947"/>
                </a:lnTo>
                <a:lnTo>
                  <a:pt x="1264530" y="490104"/>
                </a:lnTo>
                <a:close/>
                <a:moveTo>
                  <a:pt x="599714" y="1972389"/>
                </a:moveTo>
                <a:lnTo>
                  <a:pt x="599734" y="1972560"/>
                </a:lnTo>
                <a:lnTo>
                  <a:pt x="600205" y="1972583"/>
                </a:lnTo>
                <a:close/>
                <a:moveTo>
                  <a:pt x="580490" y="2015098"/>
                </a:moveTo>
                <a:lnTo>
                  <a:pt x="582082" y="2015470"/>
                </a:lnTo>
                <a:lnTo>
                  <a:pt x="588029" y="2013365"/>
                </a:lnTo>
                <a:lnTo>
                  <a:pt x="586063" y="2013309"/>
                </a:lnTo>
                <a:close/>
                <a:moveTo>
                  <a:pt x="1244481" y="527949"/>
                </a:moveTo>
                <a:lnTo>
                  <a:pt x="1246107" y="529903"/>
                </a:lnTo>
                <a:lnTo>
                  <a:pt x="1245926" y="526148"/>
                </a:lnTo>
                <a:close/>
                <a:moveTo>
                  <a:pt x="557692" y="2065575"/>
                </a:moveTo>
                <a:lnTo>
                  <a:pt x="557192" y="2067999"/>
                </a:lnTo>
                <a:lnTo>
                  <a:pt x="600205" y="2059038"/>
                </a:lnTo>
                <a:lnTo>
                  <a:pt x="601111" y="2058690"/>
                </a:lnTo>
                <a:lnTo>
                  <a:pt x="591489" y="2053630"/>
                </a:lnTo>
                <a:close/>
                <a:moveTo>
                  <a:pt x="1289306" y="427204"/>
                </a:moveTo>
                <a:lnTo>
                  <a:pt x="1293519" y="439548"/>
                </a:lnTo>
                <a:lnTo>
                  <a:pt x="1292164" y="428527"/>
                </a:lnTo>
                <a:lnTo>
                  <a:pt x="1290373" y="425909"/>
                </a:lnTo>
                <a:close/>
                <a:moveTo>
                  <a:pt x="1243635" y="529004"/>
                </a:moveTo>
                <a:lnTo>
                  <a:pt x="1244363" y="534798"/>
                </a:lnTo>
                <a:lnTo>
                  <a:pt x="1244838" y="536738"/>
                </a:lnTo>
                <a:lnTo>
                  <a:pt x="1245899" y="537980"/>
                </a:lnTo>
                <a:lnTo>
                  <a:pt x="1246462" y="537271"/>
                </a:lnTo>
                <a:lnTo>
                  <a:pt x="1246173" y="531274"/>
                </a:lnTo>
                <a:lnTo>
                  <a:pt x="1243954" y="528606"/>
                </a:lnTo>
                <a:close/>
                <a:moveTo>
                  <a:pt x="584499" y="2004626"/>
                </a:moveTo>
                <a:lnTo>
                  <a:pt x="587235" y="2005449"/>
                </a:lnTo>
                <a:lnTo>
                  <a:pt x="600398" y="2006212"/>
                </a:lnTo>
                <a:lnTo>
                  <a:pt x="600565" y="2006144"/>
                </a:lnTo>
                <a:lnTo>
                  <a:pt x="596440" y="2004707"/>
                </a:lnTo>
                <a:lnTo>
                  <a:pt x="593699" y="2004651"/>
                </a:lnTo>
                <a:lnTo>
                  <a:pt x="585409" y="2004370"/>
                </a:lnTo>
                <a:close/>
                <a:moveTo>
                  <a:pt x="1302354" y="397163"/>
                </a:moveTo>
                <a:lnTo>
                  <a:pt x="1304573" y="408319"/>
                </a:lnTo>
                <a:lnTo>
                  <a:pt x="1308904" y="404053"/>
                </a:lnTo>
                <a:lnTo>
                  <a:pt x="1307531" y="401255"/>
                </a:lnTo>
                <a:lnTo>
                  <a:pt x="1307786" y="401377"/>
                </a:lnTo>
                <a:lnTo>
                  <a:pt x="1309036" y="403923"/>
                </a:lnTo>
                <a:lnTo>
                  <a:pt x="1314836" y="398210"/>
                </a:lnTo>
                <a:lnTo>
                  <a:pt x="1312552" y="386723"/>
                </a:lnTo>
                <a:lnTo>
                  <a:pt x="1310782" y="384083"/>
                </a:lnTo>
                <a:lnTo>
                  <a:pt x="1309545" y="385522"/>
                </a:lnTo>
                <a:lnTo>
                  <a:pt x="1303196" y="395686"/>
                </a:lnTo>
                <a:close/>
                <a:moveTo>
                  <a:pt x="577668" y="2018372"/>
                </a:moveTo>
                <a:lnTo>
                  <a:pt x="580433" y="2019001"/>
                </a:lnTo>
                <a:lnTo>
                  <a:pt x="583547" y="2017483"/>
                </a:lnTo>
                <a:lnTo>
                  <a:pt x="581836" y="2017084"/>
                </a:lnTo>
                <a:close/>
                <a:moveTo>
                  <a:pt x="1256776" y="497252"/>
                </a:moveTo>
                <a:lnTo>
                  <a:pt x="1260200" y="507649"/>
                </a:lnTo>
                <a:lnTo>
                  <a:pt x="1260796" y="506963"/>
                </a:lnTo>
                <a:lnTo>
                  <a:pt x="1259290" y="501596"/>
                </a:lnTo>
                <a:close/>
                <a:moveTo>
                  <a:pt x="594309" y="1980449"/>
                </a:moveTo>
                <a:lnTo>
                  <a:pt x="597835" y="1981053"/>
                </a:lnTo>
                <a:lnTo>
                  <a:pt x="597232" y="1980127"/>
                </a:lnTo>
                <a:lnTo>
                  <a:pt x="596272" y="1979938"/>
                </a:lnTo>
                <a:close/>
                <a:moveTo>
                  <a:pt x="1297306" y="406013"/>
                </a:moveTo>
                <a:lnTo>
                  <a:pt x="1299534" y="413729"/>
                </a:lnTo>
                <a:lnTo>
                  <a:pt x="1303523" y="409353"/>
                </a:lnTo>
                <a:lnTo>
                  <a:pt x="1304326" y="408561"/>
                </a:lnTo>
                <a:lnTo>
                  <a:pt x="1302135" y="397547"/>
                </a:lnTo>
                <a:close/>
                <a:moveTo>
                  <a:pt x="1229702" y="557306"/>
                </a:moveTo>
                <a:lnTo>
                  <a:pt x="1229808" y="557717"/>
                </a:lnTo>
                <a:lnTo>
                  <a:pt x="1229929" y="558138"/>
                </a:lnTo>
                <a:lnTo>
                  <a:pt x="1230187" y="557814"/>
                </a:lnTo>
                <a:close/>
                <a:moveTo>
                  <a:pt x="583427" y="2004303"/>
                </a:moveTo>
                <a:lnTo>
                  <a:pt x="583619" y="2004361"/>
                </a:lnTo>
                <a:lnTo>
                  <a:pt x="583783" y="2004315"/>
                </a:lnTo>
                <a:close/>
                <a:moveTo>
                  <a:pt x="588743" y="1992143"/>
                </a:moveTo>
                <a:lnTo>
                  <a:pt x="588262" y="1994850"/>
                </a:lnTo>
                <a:lnTo>
                  <a:pt x="592936" y="1994776"/>
                </a:lnTo>
                <a:lnTo>
                  <a:pt x="601670" y="1993582"/>
                </a:lnTo>
                <a:lnTo>
                  <a:pt x="601238" y="1989914"/>
                </a:lnTo>
                <a:lnTo>
                  <a:pt x="599811" y="1989977"/>
                </a:lnTo>
                <a:close/>
                <a:moveTo>
                  <a:pt x="1274993" y="454708"/>
                </a:moveTo>
                <a:lnTo>
                  <a:pt x="1274578" y="467972"/>
                </a:lnTo>
                <a:lnTo>
                  <a:pt x="1278963" y="479377"/>
                </a:lnTo>
                <a:lnTo>
                  <a:pt x="1279287" y="475611"/>
                </a:lnTo>
                <a:lnTo>
                  <a:pt x="1275545" y="468579"/>
                </a:lnTo>
                <a:lnTo>
                  <a:pt x="1275785" y="468682"/>
                </a:lnTo>
                <a:lnTo>
                  <a:pt x="1279312" y="475315"/>
                </a:lnTo>
                <a:lnTo>
                  <a:pt x="1279861" y="468932"/>
                </a:lnTo>
                <a:close/>
                <a:moveTo>
                  <a:pt x="1256528" y="496008"/>
                </a:moveTo>
                <a:lnTo>
                  <a:pt x="1256738" y="496363"/>
                </a:lnTo>
                <a:lnTo>
                  <a:pt x="1258841" y="499995"/>
                </a:lnTo>
                <a:lnTo>
                  <a:pt x="1258709" y="499525"/>
                </a:lnTo>
                <a:lnTo>
                  <a:pt x="1258316" y="498237"/>
                </a:lnTo>
                <a:close/>
                <a:moveTo>
                  <a:pt x="1301825" y="394504"/>
                </a:moveTo>
                <a:lnTo>
                  <a:pt x="1302223" y="396507"/>
                </a:lnTo>
                <a:lnTo>
                  <a:pt x="1307859" y="387483"/>
                </a:lnTo>
                <a:close/>
                <a:moveTo>
                  <a:pt x="1294178" y="411497"/>
                </a:moveTo>
                <a:lnTo>
                  <a:pt x="1297921" y="415499"/>
                </a:lnTo>
                <a:lnTo>
                  <a:pt x="1298984" y="414333"/>
                </a:lnTo>
                <a:lnTo>
                  <a:pt x="1297049" y="406465"/>
                </a:lnTo>
                <a:close/>
                <a:moveTo>
                  <a:pt x="1249827" y="510751"/>
                </a:moveTo>
                <a:lnTo>
                  <a:pt x="1249851" y="510828"/>
                </a:lnTo>
                <a:lnTo>
                  <a:pt x="1251748" y="517371"/>
                </a:lnTo>
                <a:lnTo>
                  <a:pt x="1253809" y="515000"/>
                </a:lnTo>
                <a:close/>
                <a:moveTo>
                  <a:pt x="1284549" y="432987"/>
                </a:moveTo>
                <a:lnTo>
                  <a:pt x="1293600" y="441682"/>
                </a:lnTo>
                <a:lnTo>
                  <a:pt x="1289001" y="427576"/>
                </a:lnTo>
                <a:close/>
                <a:moveTo>
                  <a:pt x="589142" y="1989890"/>
                </a:moveTo>
                <a:lnTo>
                  <a:pt x="589122" y="1990007"/>
                </a:lnTo>
                <a:lnTo>
                  <a:pt x="600976" y="1987688"/>
                </a:lnTo>
                <a:lnTo>
                  <a:pt x="600851" y="1986628"/>
                </a:lnTo>
                <a:close/>
                <a:moveTo>
                  <a:pt x="1283122" y="435847"/>
                </a:moveTo>
                <a:lnTo>
                  <a:pt x="1283193" y="436238"/>
                </a:lnTo>
                <a:lnTo>
                  <a:pt x="1284109" y="439984"/>
                </a:lnTo>
                <a:lnTo>
                  <a:pt x="1294616" y="468076"/>
                </a:lnTo>
                <a:lnTo>
                  <a:pt x="1295650" y="466918"/>
                </a:lnTo>
                <a:lnTo>
                  <a:pt x="1296139" y="462287"/>
                </a:lnTo>
                <a:lnTo>
                  <a:pt x="1296259" y="462445"/>
                </a:lnTo>
                <a:lnTo>
                  <a:pt x="1295416" y="454972"/>
                </a:lnTo>
                <a:lnTo>
                  <a:pt x="1295298" y="454016"/>
                </a:lnTo>
                <a:close/>
                <a:moveTo>
                  <a:pt x="1283572" y="434175"/>
                </a:moveTo>
                <a:lnTo>
                  <a:pt x="1294944" y="451142"/>
                </a:lnTo>
                <a:lnTo>
                  <a:pt x="1293891" y="442576"/>
                </a:lnTo>
                <a:lnTo>
                  <a:pt x="1293807" y="442318"/>
                </a:lnTo>
                <a:lnTo>
                  <a:pt x="1293128" y="441648"/>
                </a:lnTo>
                <a:lnTo>
                  <a:pt x="1284357" y="433220"/>
                </a:lnTo>
                <a:close/>
                <a:moveTo>
                  <a:pt x="1257013" y="493592"/>
                </a:moveTo>
                <a:lnTo>
                  <a:pt x="1257683" y="495789"/>
                </a:lnTo>
                <a:lnTo>
                  <a:pt x="1258472" y="496695"/>
                </a:lnTo>
                <a:lnTo>
                  <a:pt x="1262621" y="501866"/>
                </a:lnTo>
                <a:lnTo>
                  <a:pt x="1262512" y="499803"/>
                </a:lnTo>
                <a:lnTo>
                  <a:pt x="1262040" y="498356"/>
                </a:lnTo>
                <a:close/>
                <a:moveTo>
                  <a:pt x="1233333" y="546345"/>
                </a:moveTo>
                <a:lnTo>
                  <a:pt x="1232533" y="553047"/>
                </a:lnTo>
                <a:lnTo>
                  <a:pt x="1233122" y="554108"/>
                </a:lnTo>
                <a:lnTo>
                  <a:pt x="1235318" y="551337"/>
                </a:lnTo>
                <a:close/>
                <a:moveTo>
                  <a:pt x="1237647" y="536474"/>
                </a:moveTo>
                <a:lnTo>
                  <a:pt x="1240866" y="544333"/>
                </a:lnTo>
                <a:lnTo>
                  <a:pt x="1241375" y="543691"/>
                </a:lnTo>
                <a:lnTo>
                  <a:pt x="1240901" y="539911"/>
                </a:lnTo>
                <a:lnTo>
                  <a:pt x="1238829" y="535001"/>
                </a:lnTo>
                <a:close/>
                <a:moveTo>
                  <a:pt x="589695" y="1986775"/>
                </a:moveTo>
                <a:lnTo>
                  <a:pt x="589229" y="1989405"/>
                </a:lnTo>
                <a:lnTo>
                  <a:pt x="600798" y="1986181"/>
                </a:lnTo>
                <a:lnTo>
                  <a:pt x="600792" y="1986127"/>
                </a:lnTo>
                <a:close/>
                <a:moveTo>
                  <a:pt x="560444" y="2052252"/>
                </a:moveTo>
                <a:lnTo>
                  <a:pt x="557749" y="2065298"/>
                </a:lnTo>
                <a:lnTo>
                  <a:pt x="575741" y="2058939"/>
                </a:lnTo>
                <a:lnTo>
                  <a:pt x="590889" y="2053315"/>
                </a:lnTo>
                <a:lnTo>
                  <a:pt x="578178" y="2046631"/>
                </a:lnTo>
                <a:lnTo>
                  <a:pt x="576183" y="2046787"/>
                </a:lnTo>
                <a:close/>
                <a:moveTo>
                  <a:pt x="595844" y="1972870"/>
                </a:moveTo>
                <a:lnTo>
                  <a:pt x="597199" y="1974950"/>
                </a:lnTo>
                <a:lnTo>
                  <a:pt x="597977" y="1975259"/>
                </a:lnTo>
                <a:lnTo>
                  <a:pt x="599417" y="1974444"/>
                </a:lnTo>
                <a:lnTo>
                  <a:pt x="599252" y="1973038"/>
                </a:lnTo>
                <a:close/>
                <a:moveTo>
                  <a:pt x="593321" y="1978354"/>
                </a:moveTo>
                <a:lnTo>
                  <a:pt x="596119" y="1978416"/>
                </a:lnTo>
                <a:lnTo>
                  <a:pt x="595336" y="1977214"/>
                </a:lnTo>
                <a:close/>
                <a:moveTo>
                  <a:pt x="592980" y="1978905"/>
                </a:moveTo>
                <a:lnTo>
                  <a:pt x="593813" y="1979068"/>
                </a:lnTo>
                <a:lnTo>
                  <a:pt x="594327" y="1978935"/>
                </a:lnTo>
                <a:close/>
                <a:moveTo>
                  <a:pt x="1236531" y="537867"/>
                </a:moveTo>
                <a:lnTo>
                  <a:pt x="1237063" y="540670"/>
                </a:lnTo>
                <a:lnTo>
                  <a:pt x="1239501" y="546057"/>
                </a:lnTo>
                <a:lnTo>
                  <a:pt x="1239519" y="546033"/>
                </a:lnTo>
                <a:lnTo>
                  <a:pt x="1237338" y="539355"/>
                </a:lnTo>
                <a:lnTo>
                  <a:pt x="1236662" y="537705"/>
                </a:lnTo>
                <a:close/>
                <a:moveTo>
                  <a:pt x="1288460" y="421522"/>
                </a:moveTo>
                <a:lnTo>
                  <a:pt x="1290162" y="424010"/>
                </a:lnTo>
                <a:lnTo>
                  <a:pt x="1291437" y="422611"/>
                </a:lnTo>
                <a:lnTo>
                  <a:pt x="1291326" y="421704"/>
                </a:lnTo>
                <a:lnTo>
                  <a:pt x="1291671" y="422046"/>
                </a:lnTo>
                <a:lnTo>
                  <a:pt x="1291704" y="422318"/>
                </a:lnTo>
                <a:lnTo>
                  <a:pt x="1296324" y="417250"/>
                </a:lnTo>
                <a:lnTo>
                  <a:pt x="1292952" y="413646"/>
                </a:lnTo>
                <a:close/>
                <a:moveTo>
                  <a:pt x="587777" y="1990271"/>
                </a:moveTo>
                <a:lnTo>
                  <a:pt x="588963" y="1990039"/>
                </a:lnTo>
                <a:lnTo>
                  <a:pt x="588981" y="1989935"/>
                </a:lnTo>
                <a:close/>
                <a:moveTo>
                  <a:pt x="1287776" y="422722"/>
                </a:moveTo>
                <a:lnTo>
                  <a:pt x="1288746" y="425562"/>
                </a:lnTo>
                <a:lnTo>
                  <a:pt x="1289539" y="424692"/>
                </a:lnTo>
                <a:lnTo>
                  <a:pt x="1287966" y="422390"/>
                </a:lnTo>
                <a:close/>
                <a:moveTo>
                  <a:pt x="1236060" y="538455"/>
                </a:moveTo>
                <a:lnTo>
                  <a:pt x="1236435" y="539284"/>
                </a:lnTo>
                <a:lnTo>
                  <a:pt x="1236236" y="538236"/>
                </a:lnTo>
                <a:close/>
                <a:moveTo>
                  <a:pt x="583979" y="1997554"/>
                </a:moveTo>
                <a:lnTo>
                  <a:pt x="584002" y="1997762"/>
                </a:lnTo>
                <a:lnTo>
                  <a:pt x="594321" y="2001357"/>
                </a:lnTo>
                <a:lnTo>
                  <a:pt x="594673" y="2001258"/>
                </a:lnTo>
                <a:close/>
                <a:moveTo>
                  <a:pt x="1244420" y="518680"/>
                </a:moveTo>
                <a:lnTo>
                  <a:pt x="1245684" y="521126"/>
                </a:lnTo>
                <a:lnTo>
                  <a:pt x="1245630" y="520012"/>
                </a:lnTo>
                <a:close/>
                <a:moveTo>
                  <a:pt x="561351" y="2047951"/>
                </a:moveTo>
                <a:lnTo>
                  <a:pt x="561073" y="2049212"/>
                </a:lnTo>
                <a:lnTo>
                  <a:pt x="560958" y="2049769"/>
                </a:lnTo>
                <a:lnTo>
                  <a:pt x="567607" y="2047460"/>
                </a:lnTo>
                <a:close/>
                <a:moveTo>
                  <a:pt x="561465" y="2047438"/>
                </a:moveTo>
                <a:lnTo>
                  <a:pt x="561425" y="2047619"/>
                </a:lnTo>
                <a:lnTo>
                  <a:pt x="568820" y="2047039"/>
                </a:lnTo>
                <a:lnTo>
                  <a:pt x="573251" y="2045500"/>
                </a:lnTo>
                <a:close/>
                <a:moveTo>
                  <a:pt x="1232582" y="544453"/>
                </a:moveTo>
                <a:lnTo>
                  <a:pt x="1230758" y="549862"/>
                </a:lnTo>
                <a:lnTo>
                  <a:pt x="1232065" y="552210"/>
                </a:lnTo>
                <a:lnTo>
                  <a:pt x="1232898" y="545247"/>
                </a:lnTo>
                <a:close/>
                <a:moveTo>
                  <a:pt x="1261616" y="478976"/>
                </a:moveTo>
                <a:lnTo>
                  <a:pt x="1261838" y="480727"/>
                </a:lnTo>
                <a:lnTo>
                  <a:pt x="1265654" y="488928"/>
                </a:lnTo>
                <a:lnTo>
                  <a:pt x="1270461" y="494939"/>
                </a:lnTo>
                <a:lnTo>
                  <a:pt x="1270711" y="492555"/>
                </a:lnTo>
                <a:lnTo>
                  <a:pt x="1270269" y="491192"/>
                </a:lnTo>
                <a:close/>
                <a:moveTo>
                  <a:pt x="590678" y="1981287"/>
                </a:moveTo>
                <a:lnTo>
                  <a:pt x="590592" y="1981736"/>
                </a:lnTo>
                <a:lnTo>
                  <a:pt x="598220" y="1981642"/>
                </a:lnTo>
                <a:lnTo>
                  <a:pt x="598016" y="1981330"/>
                </a:lnTo>
                <a:lnTo>
                  <a:pt x="593737" y="1980597"/>
                </a:lnTo>
                <a:lnTo>
                  <a:pt x="593145" y="1980751"/>
                </a:lnTo>
                <a:close/>
                <a:moveTo>
                  <a:pt x="1282851" y="431356"/>
                </a:moveTo>
                <a:lnTo>
                  <a:pt x="1283178" y="431670"/>
                </a:lnTo>
                <a:lnTo>
                  <a:pt x="1288451" y="425887"/>
                </a:lnTo>
                <a:lnTo>
                  <a:pt x="1287548" y="423121"/>
                </a:lnTo>
                <a:close/>
                <a:moveTo>
                  <a:pt x="1282690" y="431639"/>
                </a:moveTo>
                <a:lnTo>
                  <a:pt x="1282676" y="432221"/>
                </a:lnTo>
                <a:lnTo>
                  <a:pt x="1282976" y="431892"/>
                </a:lnTo>
                <a:lnTo>
                  <a:pt x="1282697" y="431625"/>
                </a:lnTo>
                <a:close/>
                <a:moveTo>
                  <a:pt x="1242648" y="521135"/>
                </a:moveTo>
                <a:lnTo>
                  <a:pt x="1243329" y="526564"/>
                </a:lnTo>
                <a:lnTo>
                  <a:pt x="1243811" y="527142"/>
                </a:lnTo>
                <a:lnTo>
                  <a:pt x="1245427" y="525126"/>
                </a:lnTo>
                <a:lnTo>
                  <a:pt x="1243511" y="522240"/>
                </a:lnTo>
                <a:close/>
                <a:moveTo>
                  <a:pt x="562048" y="2044797"/>
                </a:moveTo>
                <a:lnTo>
                  <a:pt x="561945" y="2045266"/>
                </a:lnTo>
                <a:lnTo>
                  <a:pt x="565365" y="2044776"/>
                </a:lnTo>
                <a:close/>
                <a:moveTo>
                  <a:pt x="1295954" y="401335"/>
                </a:moveTo>
                <a:lnTo>
                  <a:pt x="1296983" y="404897"/>
                </a:lnTo>
                <a:lnTo>
                  <a:pt x="1302000" y="396865"/>
                </a:lnTo>
                <a:lnTo>
                  <a:pt x="1301586" y="394783"/>
                </a:lnTo>
                <a:close/>
                <a:moveTo>
                  <a:pt x="590987" y="1979676"/>
                </a:moveTo>
                <a:lnTo>
                  <a:pt x="590961" y="1979810"/>
                </a:lnTo>
                <a:lnTo>
                  <a:pt x="592962" y="1979290"/>
                </a:lnTo>
                <a:lnTo>
                  <a:pt x="592002" y="1979102"/>
                </a:lnTo>
                <a:close/>
                <a:moveTo>
                  <a:pt x="1247785" y="508571"/>
                </a:moveTo>
                <a:lnTo>
                  <a:pt x="1250075" y="519328"/>
                </a:lnTo>
                <a:lnTo>
                  <a:pt x="1250403" y="518919"/>
                </a:lnTo>
                <a:lnTo>
                  <a:pt x="1251316" y="517868"/>
                </a:lnTo>
                <a:lnTo>
                  <a:pt x="1248994" y="509861"/>
                </a:lnTo>
                <a:close/>
                <a:moveTo>
                  <a:pt x="591130" y="1978931"/>
                </a:moveTo>
                <a:lnTo>
                  <a:pt x="591086" y="1979159"/>
                </a:lnTo>
                <a:lnTo>
                  <a:pt x="591398" y="1978983"/>
                </a:lnTo>
                <a:close/>
                <a:moveTo>
                  <a:pt x="590712" y="1979832"/>
                </a:moveTo>
                <a:lnTo>
                  <a:pt x="590774" y="1979843"/>
                </a:lnTo>
                <a:lnTo>
                  <a:pt x="590783" y="1979792"/>
                </a:lnTo>
                <a:close/>
                <a:moveTo>
                  <a:pt x="1277762" y="441235"/>
                </a:moveTo>
                <a:lnTo>
                  <a:pt x="1281230" y="450049"/>
                </a:lnTo>
                <a:lnTo>
                  <a:pt x="1281425" y="441716"/>
                </a:lnTo>
                <a:lnTo>
                  <a:pt x="1280495" y="437914"/>
                </a:lnTo>
                <a:close/>
                <a:moveTo>
                  <a:pt x="1235672" y="535288"/>
                </a:moveTo>
                <a:lnTo>
                  <a:pt x="1235324" y="536323"/>
                </a:lnTo>
                <a:lnTo>
                  <a:pt x="1235523" y="537269"/>
                </a:lnTo>
                <a:lnTo>
                  <a:pt x="1235584" y="537406"/>
                </a:lnTo>
                <a:lnTo>
                  <a:pt x="1235984" y="536906"/>
                </a:lnTo>
                <a:lnTo>
                  <a:pt x="1235682" y="535313"/>
                </a:lnTo>
                <a:close/>
                <a:moveTo>
                  <a:pt x="562634" y="2042148"/>
                </a:moveTo>
                <a:lnTo>
                  <a:pt x="562230" y="2043976"/>
                </a:lnTo>
                <a:lnTo>
                  <a:pt x="571382" y="2043058"/>
                </a:lnTo>
                <a:lnTo>
                  <a:pt x="568741" y="2041669"/>
                </a:lnTo>
                <a:lnTo>
                  <a:pt x="566864" y="2042029"/>
                </a:lnTo>
                <a:close/>
                <a:moveTo>
                  <a:pt x="1254917" y="491608"/>
                </a:moveTo>
                <a:lnTo>
                  <a:pt x="1255452" y="493230"/>
                </a:lnTo>
                <a:lnTo>
                  <a:pt x="1257511" y="495591"/>
                </a:lnTo>
                <a:lnTo>
                  <a:pt x="1256857" y="493443"/>
                </a:lnTo>
                <a:close/>
                <a:moveTo>
                  <a:pt x="573355" y="2017390"/>
                </a:moveTo>
                <a:lnTo>
                  <a:pt x="575365" y="2017848"/>
                </a:lnTo>
                <a:lnTo>
                  <a:pt x="579236" y="2016477"/>
                </a:lnTo>
                <a:lnTo>
                  <a:pt x="577475" y="2016067"/>
                </a:lnTo>
                <a:close/>
                <a:moveTo>
                  <a:pt x="1237105" y="531038"/>
                </a:moveTo>
                <a:lnTo>
                  <a:pt x="1236345" y="533293"/>
                </a:lnTo>
                <a:lnTo>
                  <a:pt x="1237202" y="535387"/>
                </a:lnTo>
                <a:lnTo>
                  <a:pt x="1238374" y="533924"/>
                </a:lnTo>
                <a:lnTo>
                  <a:pt x="1237361" y="531521"/>
                </a:lnTo>
                <a:close/>
                <a:moveTo>
                  <a:pt x="583597" y="1994062"/>
                </a:moveTo>
                <a:lnTo>
                  <a:pt x="583651" y="1994549"/>
                </a:lnTo>
                <a:lnTo>
                  <a:pt x="584684" y="1994907"/>
                </a:lnTo>
                <a:lnTo>
                  <a:pt x="586653" y="1994876"/>
                </a:lnTo>
                <a:close/>
                <a:moveTo>
                  <a:pt x="583888" y="1993093"/>
                </a:moveTo>
                <a:lnTo>
                  <a:pt x="587939" y="1994855"/>
                </a:lnTo>
                <a:lnTo>
                  <a:pt x="588108" y="1994852"/>
                </a:lnTo>
                <a:lnTo>
                  <a:pt x="588583" y="1992175"/>
                </a:lnTo>
                <a:close/>
                <a:moveTo>
                  <a:pt x="1275809" y="443703"/>
                </a:moveTo>
                <a:lnTo>
                  <a:pt x="1281088" y="454623"/>
                </a:lnTo>
                <a:lnTo>
                  <a:pt x="1281136" y="454059"/>
                </a:lnTo>
                <a:lnTo>
                  <a:pt x="1281208" y="450971"/>
                </a:lnTo>
                <a:lnTo>
                  <a:pt x="1277502" y="441551"/>
                </a:lnTo>
                <a:lnTo>
                  <a:pt x="1275983" y="443397"/>
                </a:lnTo>
                <a:close/>
                <a:moveTo>
                  <a:pt x="594083" y="1970164"/>
                </a:moveTo>
                <a:lnTo>
                  <a:pt x="595507" y="1972351"/>
                </a:lnTo>
                <a:lnTo>
                  <a:pt x="599192" y="1972533"/>
                </a:lnTo>
                <a:lnTo>
                  <a:pt x="599149" y="1972166"/>
                </a:lnTo>
                <a:close/>
                <a:moveTo>
                  <a:pt x="1238140" y="527969"/>
                </a:moveTo>
                <a:lnTo>
                  <a:pt x="1238069" y="528178"/>
                </a:lnTo>
                <a:lnTo>
                  <a:pt x="1238404" y="528811"/>
                </a:lnTo>
                <a:close/>
                <a:moveTo>
                  <a:pt x="1275309" y="444578"/>
                </a:moveTo>
                <a:lnTo>
                  <a:pt x="1275252" y="446392"/>
                </a:lnTo>
                <a:lnTo>
                  <a:pt x="1276696" y="450612"/>
                </a:lnTo>
                <a:lnTo>
                  <a:pt x="1280567" y="454751"/>
                </a:lnTo>
                <a:lnTo>
                  <a:pt x="1275493" y="444256"/>
                </a:lnTo>
                <a:close/>
                <a:moveTo>
                  <a:pt x="1265772" y="465883"/>
                </a:moveTo>
                <a:lnTo>
                  <a:pt x="1271187" y="475446"/>
                </a:lnTo>
                <a:lnTo>
                  <a:pt x="1270543" y="471366"/>
                </a:lnTo>
                <a:close/>
                <a:moveTo>
                  <a:pt x="591972" y="1974546"/>
                </a:moveTo>
                <a:lnTo>
                  <a:pt x="591249" y="1978309"/>
                </a:lnTo>
                <a:lnTo>
                  <a:pt x="592539" y="1978337"/>
                </a:lnTo>
                <a:lnTo>
                  <a:pt x="595117" y="1976877"/>
                </a:lnTo>
                <a:lnTo>
                  <a:pt x="594172" y="1975427"/>
                </a:lnTo>
                <a:lnTo>
                  <a:pt x="592106" y="1974606"/>
                </a:lnTo>
                <a:close/>
                <a:moveTo>
                  <a:pt x="583518" y="1993339"/>
                </a:moveTo>
                <a:lnTo>
                  <a:pt x="583589" y="1993980"/>
                </a:lnTo>
                <a:lnTo>
                  <a:pt x="586824" y="1994873"/>
                </a:lnTo>
                <a:lnTo>
                  <a:pt x="587038" y="1994870"/>
                </a:lnTo>
                <a:close/>
                <a:moveTo>
                  <a:pt x="1239060" y="525241"/>
                </a:moveTo>
                <a:lnTo>
                  <a:pt x="1238828" y="525928"/>
                </a:lnTo>
                <a:lnTo>
                  <a:pt x="1239357" y="527610"/>
                </a:lnTo>
                <a:close/>
                <a:moveTo>
                  <a:pt x="1242243" y="517911"/>
                </a:moveTo>
                <a:lnTo>
                  <a:pt x="1242365" y="518890"/>
                </a:lnTo>
                <a:lnTo>
                  <a:pt x="1245828" y="524106"/>
                </a:lnTo>
                <a:lnTo>
                  <a:pt x="1245773" y="522960"/>
                </a:lnTo>
                <a:lnTo>
                  <a:pt x="1244969" y="521241"/>
                </a:lnTo>
                <a:close/>
                <a:moveTo>
                  <a:pt x="588489" y="1981762"/>
                </a:moveTo>
                <a:lnTo>
                  <a:pt x="590437" y="1981738"/>
                </a:lnTo>
                <a:lnTo>
                  <a:pt x="590510" y="1981323"/>
                </a:lnTo>
                <a:close/>
                <a:moveTo>
                  <a:pt x="1244466" y="512883"/>
                </a:moveTo>
                <a:lnTo>
                  <a:pt x="1244601" y="513161"/>
                </a:lnTo>
                <a:lnTo>
                  <a:pt x="1244525" y="512802"/>
                </a:lnTo>
                <a:close/>
                <a:moveTo>
                  <a:pt x="531145" y="2110062"/>
                </a:moveTo>
                <a:lnTo>
                  <a:pt x="533237" y="2124343"/>
                </a:lnTo>
                <a:lnTo>
                  <a:pt x="552016" y="2121694"/>
                </a:lnTo>
                <a:lnTo>
                  <a:pt x="549569" y="2113571"/>
                </a:lnTo>
                <a:close/>
                <a:moveTo>
                  <a:pt x="592327" y="1972696"/>
                </a:moveTo>
                <a:lnTo>
                  <a:pt x="592269" y="1972992"/>
                </a:lnTo>
                <a:lnTo>
                  <a:pt x="592697" y="1973162"/>
                </a:lnTo>
                <a:lnTo>
                  <a:pt x="592396" y="1972699"/>
                </a:lnTo>
                <a:close/>
                <a:moveTo>
                  <a:pt x="1305461" y="375525"/>
                </a:moveTo>
                <a:lnTo>
                  <a:pt x="1310777" y="382811"/>
                </a:lnTo>
                <a:lnTo>
                  <a:pt x="1311534" y="381600"/>
                </a:lnTo>
                <a:lnTo>
                  <a:pt x="1309439" y="371072"/>
                </a:lnTo>
                <a:close/>
                <a:moveTo>
                  <a:pt x="1243289" y="514487"/>
                </a:moveTo>
                <a:lnTo>
                  <a:pt x="1245425" y="517034"/>
                </a:lnTo>
                <a:lnTo>
                  <a:pt x="1244836" y="514265"/>
                </a:lnTo>
                <a:lnTo>
                  <a:pt x="1244295" y="513116"/>
                </a:lnTo>
                <a:close/>
                <a:moveTo>
                  <a:pt x="1269590" y="455280"/>
                </a:moveTo>
                <a:lnTo>
                  <a:pt x="1272368" y="462222"/>
                </a:lnTo>
                <a:lnTo>
                  <a:pt x="1273303" y="464658"/>
                </a:lnTo>
                <a:lnTo>
                  <a:pt x="1273730" y="451015"/>
                </a:lnTo>
                <a:lnTo>
                  <a:pt x="1273194" y="449448"/>
                </a:lnTo>
                <a:lnTo>
                  <a:pt x="1272782" y="449008"/>
                </a:lnTo>
                <a:lnTo>
                  <a:pt x="1271561" y="451148"/>
                </a:lnTo>
                <a:close/>
                <a:moveTo>
                  <a:pt x="1268734" y="457074"/>
                </a:moveTo>
                <a:lnTo>
                  <a:pt x="1271296" y="469956"/>
                </a:lnTo>
                <a:lnTo>
                  <a:pt x="1272842" y="472216"/>
                </a:lnTo>
                <a:lnTo>
                  <a:pt x="1273163" y="469157"/>
                </a:lnTo>
                <a:lnTo>
                  <a:pt x="1273285" y="465277"/>
                </a:lnTo>
                <a:lnTo>
                  <a:pt x="1269507" y="455454"/>
                </a:lnTo>
                <a:close/>
                <a:moveTo>
                  <a:pt x="1242680" y="515317"/>
                </a:moveTo>
                <a:lnTo>
                  <a:pt x="1242995" y="515926"/>
                </a:lnTo>
                <a:lnTo>
                  <a:pt x="1245559" y="518529"/>
                </a:lnTo>
                <a:lnTo>
                  <a:pt x="1245513" y="517570"/>
                </a:lnTo>
                <a:lnTo>
                  <a:pt x="1243121" y="514716"/>
                </a:lnTo>
                <a:close/>
                <a:moveTo>
                  <a:pt x="1259888" y="476538"/>
                </a:moveTo>
                <a:lnTo>
                  <a:pt x="1260413" y="477665"/>
                </a:lnTo>
                <a:lnTo>
                  <a:pt x="1260353" y="477195"/>
                </a:lnTo>
                <a:close/>
                <a:moveTo>
                  <a:pt x="1266165" y="462457"/>
                </a:moveTo>
                <a:lnTo>
                  <a:pt x="1270029" y="468104"/>
                </a:lnTo>
                <a:lnTo>
                  <a:pt x="1268527" y="458573"/>
                </a:lnTo>
                <a:lnTo>
                  <a:pt x="1268377" y="457823"/>
                </a:lnTo>
                <a:close/>
                <a:moveTo>
                  <a:pt x="564553" y="2033466"/>
                </a:moveTo>
                <a:lnTo>
                  <a:pt x="563785" y="2036940"/>
                </a:lnTo>
                <a:lnTo>
                  <a:pt x="564410" y="2037269"/>
                </a:lnTo>
                <a:lnTo>
                  <a:pt x="571730" y="2035864"/>
                </a:lnTo>
                <a:close/>
                <a:moveTo>
                  <a:pt x="1242082" y="516277"/>
                </a:moveTo>
                <a:lnTo>
                  <a:pt x="1242049" y="516375"/>
                </a:lnTo>
                <a:lnTo>
                  <a:pt x="1242112" y="516872"/>
                </a:lnTo>
                <a:lnTo>
                  <a:pt x="1244012" y="519194"/>
                </a:lnTo>
                <a:lnTo>
                  <a:pt x="1243160" y="517372"/>
                </a:lnTo>
                <a:close/>
                <a:moveTo>
                  <a:pt x="1265229" y="464421"/>
                </a:moveTo>
                <a:lnTo>
                  <a:pt x="1270129" y="470049"/>
                </a:lnTo>
                <a:lnTo>
                  <a:pt x="1265820" y="463181"/>
                </a:lnTo>
                <a:close/>
                <a:moveTo>
                  <a:pt x="1264674" y="465585"/>
                </a:moveTo>
                <a:lnTo>
                  <a:pt x="1265700" y="467116"/>
                </a:lnTo>
                <a:lnTo>
                  <a:pt x="1264748" y="465431"/>
                </a:lnTo>
                <a:close/>
                <a:moveTo>
                  <a:pt x="1290541" y="407634"/>
                </a:moveTo>
                <a:lnTo>
                  <a:pt x="1290844" y="407933"/>
                </a:lnTo>
                <a:lnTo>
                  <a:pt x="1293443" y="410711"/>
                </a:lnTo>
                <a:lnTo>
                  <a:pt x="1294399" y="409035"/>
                </a:lnTo>
                <a:lnTo>
                  <a:pt x="1296752" y="405268"/>
                </a:lnTo>
                <a:lnTo>
                  <a:pt x="1296549" y="404436"/>
                </a:lnTo>
                <a:lnTo>
                  <a:pt x="1295729" y="401596"/>
                </a:lnTo>
                <a:close/>
                <a:moveTo>
                  <a:pt x="1315784" y="351037"/>
                </a:moveTo>
                <a:lnTo>
                  <a:pt x="1321879" y="365036"/>
                </a:lnTo>
                <a:lnTo>
                  <a:pt x="1329699" y="352515"/>
                </a:lnTo>
                <a:lnTo>
                  <a:pt x="1342671" y="332355"/>
                </a:lnTo>
                <a:lnTo>
                  <a:pt x="1333511" y="338598"/>
                </a:lnTo>
                <a:close/>
                <a:moveTo>
                  <a:pt x="1263589" y="467859"/>
                </a:moveTo>
                <a:lnTo>
                  <a:pt x="1270925" y="490505"/>
                </a:lnTo>
                <a:lnTo>
                  <a:pt x="1271901" y="481200"/>
                </a:lnTo>
                <a:lnTo>
                  <a:pt x="1263918" y="467169"/>
                </a:lnTo>
                <a:close/>
                <a:moveTo>
                  <a:pt x="1242756" y="514280"/>
                </a:moveTo>
                <a:lnTo>
                  <a:pt x="1242514" y="514996"/>
                </a:lnTo>
                <a:lnTo>
                  <a:pt x="1242606" y="515172"/>
                </a:lnTo>
                <a:lnTo>
                  <a:pt x="1243024" y="514602"/>
                </a:lnTo>
                <a:close/>
                <a:moveTo>
                  <a:pt x="591408" y="1972650"/>
                </a:moveTo>
                <a:lnTo>
                  <a:pt x="592009" y="1972888"/>
                </a:lnTo>
                <a:lnTo>
                  <a:pt x="592045" y="1972681"/>
                </a:lnTo>
                <a:close/>
                <a:moveTo>
                  <a:pt x="1260916" y="473460"/>
                </a:moveTo>
                <a:lnTo>
                  <a:pt x="1261438" y="477573"/>
                </a:lnTo>
                <a:lnTo>
                  <a:pt x="1269581" y="489069"/>
                </a:lnTo>
                <a:lnTo>
                  <a:pt x="1265605" y="476793"/>
                </a:lnTo>
                <a:lnTo>
                  <a:pt x="1263041" y="469008"/>
                </a:lnTo>
                <a:close/>
                <a:moveTo>
                  <a:pt x="1259954" y="475478"/>
                </a:moveTo>
                <a:lnTo>
                  <a:pt x="1260176" y="475792"/>
                </a:lnTo>
                <a:lnTo>
                  <a:pt x="1260098" y="475175"/>
                </a:lnTo>
                <a:close/>
                <a:moveTo>
                  <a:pt x="580569" y="1996565"/>
                </a:moveTo>
                <a:lnTo>
                  <a:pt x="583814" y="1997696"/>
                </a:lnTo>
                <a:lnTo>
                  <a:pt x="583792" y="1997490"/>
                </a:lnTo>
                <a:lnTo>
                  <a:pt x="581097" y="1996557"/>
                </a:lnTo>
                <a:close/>
                <a:moveTo>
                  <a:pt x="1258624" y="478267"/>
                </a:moveTo>
                <a:lnTo>
                  <a:pt x="1261069" y="482844"/>
                </a:lnTo>
                <a:lnTo>
                  <a:pt x="1260937" y="481798"/>
                </a:lnTo>
                <a:lnTo>
                  <a:pt x="1258963" y="477554"/>
                </a:lnTo>
                <a:close/>
                <a:moveTo>
                  <a:pt x="1258064" y="479438"/>
                </a:moveTo>
                <a:lnTo>
                  <a:pt x="1260754" y="482803"/>
                </a:lnTo>
                <a:lnTo>
                  <a:pt x="1258577" y="478593"/>
                </a:lnTo>
                <a:lnTo>
                  <a:pt x="1258519" y="478484"/>
                </a:lnTo>
                <a:close/>
                <a:moveTo>
                  <a:pt x="1243628" y="511694"/>
                </a:moveTo>
                <a:lnTo>
                  <a:pt x="1242859" y="513974"/>
                </a:lnTo>
                <a:lnTo>
                  <a:pt x="1243193" y="514372"/>
                </a:lnTo>
                <a:lnTo>
                  <a:pt x="1244224" y="512967"/>
                </a:lnTo>
                <a:close/>
                <a:moveTo>
                  <a:pt x="1257114" y="481430"/>
                </a:moveTo>
                <a:lnTo>
                  <a:pt x="1259114" y="487565"/>
                </a:lnTo>
                <a:lnTo>
                  <a:pt x="1260563" y="488814"/>
                </a:lnTo>
                <a:lnTo>
                  <a:pt x="1261998" y="490174"/>
                </a:lnTo>
                <a:lnTo>
                  <a:pt x="1261511" y="486329"/>
                </a:lnTo>
                <a:lnTo>
                  <a:pt x="1257293" y="481054"/>
                </a:lnTo>
                <a:close/>
                <a:moveTo>
                  <a:pt x="530808" y="2107764"/>
                </a:moveTo>
                <a:lnTo>
                  <a:pt x="531095" y="2109726"/>
                </a:lnTo>
                <a:lnTo>
                  <a:pt x="546107" y="2112585"/>
                </a:lnTo>
                <a:lnTo>
                  <a:pt x="549450" y="2113175"/>
                </a:lnTo>
                <a:lnTo>
                  <a:pt x="547587" y="2106991"/>
                </a:lnTo>
                <a:close/>
                <a:moveTo>
                  <a:pt x="581829" y="1993496"/>
                </a:moveTo>
                <a:lnTo>
                  <a:pt x="583403" y="1993930"/>
                </a:lnTo>
                <a:lnTo>
                  <a:pt x="583329" y="1993255"/>
                </a:lnTo>
                <a:lnTo>
                  <a:pt x="583245" y="1993219"/>
                </a:lnTo>
                <a:close/>
                <a:moveTo>
                  <a:pt x="1255623" y="484555"/>
                </a:moveTo>
                <a:lnTo>
                  <a:pt x="1258291" y="486856"/>
                </a:lnTo>
                <a:lnTo>
                  <a:pt x="1256763" y="482166"/>
                </a:lnTo>
                <a:close/>
                <a:moveTo>
                  <a:pt x="1244033" y="510492"/>
                </a:moveTo>
                <a:lnTo>
                  <a:pt x="1243734" y="511382"/>
                </a:lnTo>
                <a:lnTo>
                  <a:pt x="1244392" y="512738"/>
                </a:lnTo>
                <a:lnTo>
                  <a:pt x="1244485" y="512611"/>
                </a:lnTo>
                <a:close/>
                <a:moveTo>
                  <a:pt x="565469" y="2029321"/>
                </a:moveTo>
                <a:lnTo>
                  <a:pt x="564855" y="2032098"/>
                </a:lnTo>
                <a:lnTo>
                  <a:pt x="566302" y="2032581"/>
                </a:lnTo>
                <a:lnTo>
                  <a:pt x="575987" y="2035047"/>
                </a:lnTo>
                <a:lnTo>
                  <a:pt x="581889" y="2033915"/>
                </a:lnTo>
                <a:lnTo>
                  <a:pt x="567606" y="2029947"/>
                </a:lnTo>
                <a:close/>
                <a:moveTo>
                  <a:pt x="1250016" y="496306"/>
                </a:moveTo>
                <a:lnTo>
                  <a:pt x="1257560" y="505271"/>
                </a:lnTo>
                <a:lnTo>
                  <a:pt x="1253108" y="491749"/>
                </a:lnTo>
                <a:lnTo>
                  <a:pt x="1252532" y="491033"/>
                </a:lnTo>
                <a:close/>
                <a:moveTo>
                  <a:pt x="1247957" y="500622"/>
                </a:moveTo>
                <a:lnTo>
                  <a:pt x="1248327" y="500973"/>
                </a:lnTo>
                <a:lnTo>
                  <a:pt x="1248764" y="500402"/>
                </a:lnTo>
                <a:lnTo>
                  <a:pt x="1249054" y="500327"/>
                </a:lnTo>
                <a:lnTo>
                  <a:pt x="1248462" y="501101"/>
                </a:lnTo>
                <a:lnTo>
                  <a:pt x="1251180" y="503677"/>
                </a:lnTo>
                <a:lnTo>
                  <a:pt x="1251235" y="503662"/>
                </a:lnTo>
                <a:lnTo>
                  <a:pt x="1251206" y="503702"/>
                </a:lnTo>
                <a:lnTo>
                  <a:pt x="1251848" y="504308"/>
                </a:lnTo>
                <a:lnTo>
                  <a:pt x="1256941" y="508274"/>
                </a:lnTo>
                <a:lnTo>
                  <a:pt x="1256945" y="508187"/>
                </a:lnTo>
                <a:lnTo>
                  <a:pt x="1257045" y="508331"/>
                </a:lnTo>
                <a:lnTo>
                  <a:pt x="1257045" y="508353"/>
                </a:lnTo>
                <a:lnTo>
                  <a:pt x="1258561" y="509535"/>
                </a:lnTo>
                <a:lnTo>
                  <a:pt x="1258853" y="509198"/>
                </a:lnTo>
                <a:lnTo>
                  <a:pt x="1258169" y="507123"/>
                </a:lnTo>
                <a:lnTo>
                  <a:pt x="1249758" y="496847"/>
                </a:lnTo>
                <a:close/>
                <a:moveTo>
                  <a:pt x="581049" y="1993649"/>
                </a:moveTo>
                <a:lnTo>
                  <a:pt x="583464" y="1994485"/>
                </a:lnTo>
                <a:lnTo>
                  <a:pt x="583412" y="1994012"/>
                </a:lnTo>
                <a:lnTo>
                  <a:pt x="581624" y="1993536"/>
                </a:lnTo>
                <a:close/>
                <a:moveTo>
                  <a:pt x="566156" y="2026215"/>
                </a:moveTo>
                <a:lnTo>
                  <a:pt x="565583" y="2028805"/>
                </a:lnTo>
                <a:lnTo>
                  <a:pt x="583123" y="2033679"/>
                </a:lnTo>
                <a:lnTo>
                  <a:pt x="587965" y="2032750"/>
                </a:lnTo>
                <a:lnTo>
                  <a:pt x="584856" y="2031309"/>
                </a:lnTo>
                <a:lnTo>
                  <a:pt x="578771" y="2030856"/>
                </a:lnTo>
                <a:lnTo>
                  <a:pt x="578655" y="2030750"/>
                </a:lnTo>
                <a:lnTo>
                  <a:pt x="584603" y="2031192"/>
                </a:lnTo>
                <a:lnTo>
                  <a:pt x="572764" y="2025707"/>
                </a:lnTo>
                <a:lnTo>
                  <a:pt x="572600" y="2025385"/>
                </a:lnTo>
                <a:lnTo>
                  <a:pt x="585236" y="2031239"/>
                </a:lnTo>
                <a:lnTo>
                  <a:pt x="589461" y="2031554"/>
                </a:lnTo>
                <a:lnTo>
                  <a:pt x="593059" y="2031772"/>
                </a:lnTo>
                <a:lnTo>
                  <a:pt x="594255" y="2031543"/>
                </a:lnTo>
                <a:lnTo>
                  <a:pt x="599907" y="2029562"/>
                </a:lnTo>
                <a:lnTo>
                  <a:pt x="579877" y="2025002"/>
                </a:lnTo>
                <a:lnTo>
                  <a:pt x="573934" y="2023116"/>
                </a:lnTo>
                <a:lnTo>
                  <a:pt x="569854" y="2024411"/>
                </a:lnTo>
                <a:close/>
                <a:moveTo>
                  <a:pt x="566305" y="2025539"/>
                </a:moveTo>
                <a:lnTo>
                  <a:pt x="566218" y="2025932"/>
                </a:lnTo>
                <a:lnTo>
                  <a:pt x="568370" y="2024883"/>
                </a:lnTo>
                <a:close/>
                <a:moveTo>
                  <a:pt x="1268482" y="452513"/>
                </a:moveTo>
                <a:lnTo>
                  <a:pt x="1268943" y="453664"/>
                </a:lnTo>
                <a:lnTo>
                  <a:pt x="1272047" y="448223"/>
                </a:lnTo>
                <a:lnTo>
                  <a:pt x="1272028" y="448203"/>
                </a:lnTo>
                <a:close/>
                <a:moveTo>
                  <a:pt x="582898" y="1987662"/>
                </a:moveTo>
                <a:lnTo>
                  <a:pt x="583270" y="1991066"/>
                </a:lnTo>
                <a:lnTo>
                  <a:pt x="589067" y="1989450"/>
                </a:lnTo>
                <a:lnTo>
                  <a:pt x="589541" y="1986784"/>
                </a:lnTo>
                <a:lnTo>
                  <a:pt x="588443" y="1986848"/>
                </a:lnTo>
                <a:close/>
                <a:moveTo>
                  <a:pt x="1275559" y="436611"/>
                </a:moveTo>
                <a:lnTo>
                  <a:pt x="1275447" y="440149"/>
                </a:lnTo>
                <a:lnTo>
                  <a:pt x="1276498" y="438997"/>
                </a:lnTo>
                <a:close/>
                <a:moveTo>
                  <a:pt x="1267955" y="453154"/>
                </a:moveTo>
                <a:lnTo>
                  <a:pt x="1268285" y="454818"/>
                </a:lnTo>
                <a:lnTo>
                  <a:pt x="1268869" y="453796"/>
                </a:lnTo>
                <a:lnTo>
                  <a:pt x="1268612" y="453129"/>
                </a:lnTo>
                <a:lnTo>
                  <a:pt x="1268403" y="452609"/>
                </a:lnTo>
                <a:close/>
                <a:moveTo>
                  <a:pt x="1299381" y="382332"/>
                </a:moveTo>
                <a:lnTo>
                  <a:pt x="1299745" y="384047"/>
                </a:lnTo>
                <a:lnTo>
                  <a:pt x="1301691" y="393832"/>
                </a:lnTo>
                <a:lnTo>
                  <a:pt x="1309216" y="385310"/>
                </a:lnTo>
                <a:lnTo>
                  <a:pt x="1310368" y="383466"/>
                </a:lnTo>
                <a:lnTo>
                  <a:pt x="1309663" y="382413"/>
                </a:lnTo>
                <a:lnTo>
                  <a:pt x="1305008" y="376033"/>
                </a:lnTo>
                <a:close/>
                <a:moveTo>
                  <a:pt x="567172" y="2021615"/>
                </a:moveTo>
                <a:lnTo>
                  <a:pt x="566501" y="2024652"/>
                </a:lnTo>
                <a:lnTo>
                  <a:pt x="572645" y="2022707"/>
                </a:lnTo>
                <a:lnTo>
                  <a:pt x="568202" y="2021297"/>
                </a:lnTo>
                <a:close/>
                <a:moveTo>
                  <a:pt x="1284876" y="414225"/>
                </a:moveTo>
                <a:lnTo>
                  <a:pt x="1286279" y="418335"/>
                </a:lnTo>
                <a:lnTo>
                  <a:pt x="1287815" y="420580"/>
                </a:lnTo>
                <a:lnTo>
                  <a:pt x="1292217" y="412860"/>
                </a:lnTo>
                <a:lnTo>
                  <a:pt x="1289002" y="409425"/>
                </a:lnTo>
                <a:close/>
                <a:moveTo>
                  <a:pt x="1233966" y="527487"/>
                </a:moveTo>
                <a:lnTo>
                  <a:pt x="1233988" y="527542"/>
                </a:lnTo>
                <a:lnTo>
                  <a:pt x="1234042" y="527381"/>
                </a:lnTo>
                <a:close/>
                <a:moveTo>
                  <a:pt x="1284092" y="415138"/>
                </a:moveTo>
                <a:lnTo>
                  <a:pt x="1285564" y="417288"/>
                </a:lnTo>
                <a:lnTo>
                  <a:pt x="1284620" y="414525"/>
                </a:lnTo>
                <a:close/>
                <a:moveTo>
                  <a:pt x="1219518" y="559448"/>
                </a:moveTo>
                <a:lnTo>
                  <a:pt x="1219692" y="559888"/>
                </a:lnTo>
                <a:lnTo>
                  <a:pt x="1222692" y="561044"/>
                </a:lnTo>
                <a:lnTo>
                  <a:pt x="1223665" y="558157"/>
                </a:lnTo>
                <a:lnTo>
                  <a:pt x="1221590" y="556507"/>
                </a:lnTo>
                <a:lnTo>
                  <a:pt x="1221248" y="556933"/>
                </a:lnTo>
                <a:close/>
                <a:moveTo>
                  <a:pt x="570201" y="2012698"/>
                </a:moveTo>
                <a:lnTo>
                  <a:pt x="579163" y="2014788"/>
                </a:lnTo>
                <a:lnTo>
                  <a:pt x="583044" y="2013221"/>
                </a:lnTo>
                <a:lnTo>
                  <a:pt x="581193" y="2013167"/>
                </a:lnTo>
                <a:close/>
                <a:moveTo>
                  <a:pt x="1234198" y="525548"/>
                </a:moveTo>
                <a:lnTo>
                  <a:pt x="1234360" y="526404"/>
                </a:lnTo>
                <a:lnTo>
                  <a:pt x="1234381" y="526375"/>
                </a:lnTo>
                <a:lnTo>
                  <a:pt x="1234480" y="526081"/>
                </a:lnTo>
                <a:close/>
                <a:moveTo>
                  <a:pt x="1232209" y="529950"/>
                </a:moveTo>
                <a:lnTo>
                  <a:pt x="1232764" y="531174"/>
                </a:lnTo>
                <a:lnTo>
                  <a:pt x="1233316" y="529535"/>
                </a:lnTo>
                <a:lnTo>
                  <a:pt x="1233020" y="528814"/>
                </a:lnTo>
                <a:close/>
                <a:moveTo>
                  <a:pt x="569322" y="2014079"/>
                </a:moveTo>
                <a:lnTo>
                  <a:pt x="569668" y="2016551"/>
                </a:lnTo>
                <a:lnTo>
                  <a:pt x="572950" y="2017298"/>
                </a:lnTo>
                <a:lnTo>
                  <a:pt x="576540" y="2015848"/>
                </a:lnTo>
                <a:lnTo>
                  <a:pt x="571333" y="2014634"/>
                </a:lnTo>
                <a:close/>
                <a:moveTo>
                  <a:pt x="1282277" y="417251"/>
                </a:moveTo>
                <a:lnTo>
                  <a:pt x="1282653" y="429629"/>
                </a:lnTo>
                <a:lnTo>
                  <a:pt x="1287108" y="421818"/>
                </a:lnTo>
                <a:lnTo>
                  <a:pt x="1286646" y="420464"/>
                </a:lnTo>
                <a:lnTo>
                  <a:pt x="1283486" y="415844"/>
                </a:lnTo>
                <a:close/>
                <a:moveTo>
                  <a:pt x="1263503" y="458564"/>
                </a:moveTo>
                <a:lnTo>
                  <a:pt x="1264945" y="460673"/>
                </a:lnTo>
                <a:lnTo>
                  <a:pt x="1267910" y="455476"/>
                </a:lnTo>
                <a:lnTo>
                  <a:pt x="1267547" y="453649"/>
                </a:lnTo>
                <a:close/>
                <a:moveTo>
                  <a:pt x="568866" y="2013953"/>
                </a:moveTo>
                <a:lnTo>
                  <a:pt x="568358" y="2016253"/>
                </a:lnTo>
                <a:lnTo>
                  <a:pt x="569530" y="2016519"/>
                </a:lnTo>
                <a:lnTo>
                  <a:pt x="569183" y="2014040"/>
                </a:lnTo>
                <a:close/>
                <a:moveTo>
                  <a:pt x="1261879" y="461413"/>
                </a:moveTo>
                <a:lnTo>
                  <a:pt x="1263308" y="463545"/>
                </a:lnTo>
                <a:lnTo>
                  <a:pt x="1263477" y="463249"/>
                </a:lnTo>
                <a:close/>
                <a:moveTo>
                  <a:pt x="584166" y="1978711"/>
                </a:moveTo>
                <a:lnTo>
                  <a:pt x="590087" y="1979725"/>
                </a:lnTo>
                <a:lnTo>
                  <a:pt x="590874" y="1979280"/>
                </a:lnTo>
                <a:lnTo>
                  <a:pt x="590942" y="1978894"/>
                </a:lnTo>
                <a:lnTo>
                  <a:pt x="590747" y="1978855"/>
                </a:lnTo>
                <a:close/>
                <a:moveTo>
                  <a:pt x="1245491" y="497782"/>
                </a:moveTo>
                <a:lnTo>
                  <a:pt x="1245624" y="498411"/>
                </a:lnTo>
                <a:lnTo>
                  <a:pt x="1245691" y="498475"/>
                </a:lnTo>
                <a:close/>
                <a:moveTo>
                  <a:pt x="1262392" y="459914"/>
                </a:moveTo>
                <a:lnTo>
                  <a:pt x="1263880" y="462541"/>
                </a:lnTo>
                <a:lnTo>
                  <a:pt x="1264576" y="461321"/>
                </a:lnTo>
                <a:lnTo>
                  <a:pt x="1263059" y="459104"/>
                </a:lnTo>
                <a:close/>
                <a:moveTo>
                  <a:pt x="1280189" y="419678"/>
                </a:moveTo>
                <a:lnTo>
                  <a:pt x="1281743" y="428239"/>
                </a:lnTo>
                <a:lnTo>
                  <a:pt x="1281951" y="419364"/>
                </a:lnTo>
                <a:lnTo>
                  <a:pt x="1281899" y="417690"/>
                </a:lnTo>
                <a:close/>
                <a:moveTo>
                  <a:pt x="1228687" y="534886"/>
                </a:moveTo>
                <a:lnTo>
                  <a:pt x="1229478" y="536643"/>
                </a:lnTo>
                <a:lnTo>
                  <a:pt x="1228747" y="534803"/>
                </a:lnTo>
                <a:close/>
                <a:moveTo>
                  <a:pt x="1261863" y="460556"/>
                </a:moveTo>
                <a:lnTo>
                  <a:pt x="1262217" y="460963"/>
                </a:lnTo>
                <a:lnTo>
                  <a:pt x="1261937" y="460467"/>
                </a:lnTo>
                <a:close/>
                <a:moveTo>
                  <a:pt x="1272173" y="437389"/>
                </a:moveTo>
                <a:lnTo>
                  <a:pt x="1273753" y="442008"/>
                </a:lnTo>
                <a:lnTo>
                  <a:pt x="1274021" y="441715"/>
                </a:lnTo>
                <a:lnTo>
                  <a:pt x="1274036" y="441243"/>
                </a:lnTo>
                <a:close/>
                <a:moveTo>
                  <a:pt x="1236941" y="516147"/>
                </a:moveTo>
                <a:lnTo>
                  <a:pt x="1236655" y="518540"/>
                </a:lnTo>
                <a:lnTo>
                  <a:pt x="1236917" y="518855"/>
                </a:lnTo>
                <a:lnTo>
                  <a:pt x="1237128" y="518229"/>
                </a:lnTo>
                <a:lnTo>
                  <a:pt x="1237960" y="516484"/>
                </a:lnTo>
                <a:lnTo>
                  <a:pt x="1237789" y="515126"/>
                </a:lnTo>
                <a:lnTo>
                  <a:pt x="1237755" y="515083"/>
                </a:lnTo>
                <a:close/>
                <a:moveTo>
                  <a:pt x="529640" y="2099792"/>
                </a:moveTo>
                <a:lnTo>
                  <a:pt x="530749" y="2107363"/>
                </a:lnTo>
                <a:lnTo>
                  <a:pt x="547467" y="2106592"/>
                </a:lnTo>
                <a:lnTo>
                  <a:pt x="544964" y="2098281"/>
                </a:lnTo>
                <a:close/>
                <a:moveTo>
                  <a:pt x="1249902" y="486854"/>
                </a:moveTo>
                <a:lnTo>
                  <a:pt x="1251321" y="488483"/>
                </a:lnTo>
                <a:lnTo>
                  <a:pt x="1251414" y="488287"/>
                </a:lnTo>
                <a:close/>
                <a:moveTo>
                  <a:pt x="1236101" y="517260"/>
                </a:moveTo>
                <a:lnTo>
                  <a:pt x="1236203" y="517584"/>
                </a:lnTo>
                <a:lnTo>
                  <a:pt x="1236269" y="517035"/>
                </a:lnTo>
                <a:close/>
                <a:moveTo>
                  <a:pt x="1279101" y="420944"/>
                </a:moveTo>
                <a:lnTo>
                  <a:pt x="1280170" y="423891"/>
                </a:lnTo>
                <a:lnTo>
                  <a:pt x="1280865" y="426732"/>
                </a:lnTo>
                <a:lnTo>
                  <a:pt x="1279767" y="420170"/>
                </a:lnTo>
                <a:close/>
                <a:moveTo>
                  <a:pt x="570030" y="2008688"/>
                </a:moveTo>
                <a:lnTo>
                  <a:pt x="569205" y="2012421"/>
                </a:lnTo>
                <a:lnTo>
                  <a:pt x="583968" y="2012848"/>
                </a:lnTo>
                <a:lnTo>
                  <a:pt x="593078" y="2009168"/>
                </a:lnTo>
                <a:lnTo>
                  <a:pt x="588908" y="2007914"/>
                </a:lnTo>
                <a:lnTo>
                  <a:pt x="575545" y="2007139"/>
                </a:lnTo>
                <a:close/>
                <a:moveTo>
                  <a:pt x="1282176" y="413932"/>
                </a:moveTo>
                <a:lnTo>
                  <a:pt x="1282253" y="416425"/>
                </a:lnTo>
                <a:lnTo>
                  <a:pt x="1283160" y="415368"/>
                </a:lnTo>
                <a:close/>
                <a:moveTo>
                  <a:pt x="529514" y="2098929"/>
                </a:moveTo>
                <a:lnTo>
                  <a:pt x="529588" y="2099435"/>
                </a:lnTo>
                <a:lnTo>
                  <a:pt x="544787" y="2097694"/>
                </a:lnTo>
                <a:lnTo>
                  <a:pt x="544717" y="2097459"/>
                </a:lnTo>
                <a:close/>
                <a:moveTo>
                  <a:pt x="1237155" y="514354"/>
                </a:moveTo>
                <a:lnTo>
                  <a:pt x="1236984" y="515787"/>
                </a:lnTo>
                <a:lnTo>
                  <a:pt x="1237635" y="514937"/>
                </a:lnTo>
                <a:close/>
                <a:moveTo>
                  <a:pt x="1292644" y="389875"/>
                </a:moveTo>
                <a:lnTo>
                  <a:pt x="1295769" y="400696"/>
                </a:lnTo>
                <a:lnTo>
                  <a:pt x="1300892" y="394736"/>
                </a:lnTo>
                <a:lnTo>
                  <a:pt x="1301451" y="394103"/>
                </a:lnTo>
                <a:lnTo>
                  <a:pt x="1299159" y="382580"/>
                </a:lnTo>
                <a:close/>
                <a:moveTo>
                  <a:pt x="1226339" y="538176"/>
                </a:moveTo>
                <a:lnTo>
                  <a:pt x="1229507" y="540828"/>
                </a:lnTo>
                <a:lnTo>
                  <a:pt x="1230185" y="538821"/>
                </a:lnTo>
                <a:lnTo>
                  <a:pt x="1228519" y="535121"/>
                </a:lnTo>
                <a:close/>
                <a:moveTo>
                  <a:pt x="570438" y="2006843"/>
                </a:moveTo>
                <a:lnTo>
                  <a:pt x="570151" y="2008142"/>
                </a:lnTo>
                <a:lnTo>
                  <a:pt x="574035" y="2007052"/>
                </a:lnTo>
                <a:close/>
                <a:moveTo>
                  <a:pt x="1259626" y="463275"/>
                </a:moveTo>
                <a:lnTo>
                  <a:pt x="1260408" y="469438"/>
                </a:lnTo>
                <a:lnTo>
                  <a:pt x="1262050" y="465997"/>
                </a:lnTo>
                <a:lnTo>
                  <a:pt x="1261561" y="464512"/>
                </a:lnTo>
                <a:lnTo>
                  <a:pt x="1260690" y="461983"/>
                </a:lnTo>
                <a:close/>
                <a:moveTo>
                  <a:pt x="1306953" y="357234"/>
                </a:moveTo>
                <a:lnTo>
                  <a:pt x="1309732" y="370292"/>
                </a:lnTo>
                <a:lnTo>
                  <a:pt x="1311578" y="368226"/>
                </a:lnTo>
                <a:lnTo>
                  <a:pt x="1312058" y="368140"/>
                </a:lnTo>
                <a:lnTo>
                  <a:pt x="1309810" y="370656"/>
                </a:lnTo>
                <a:lnTo>
                  <a:pt x="1311986" y="380876"/>
                </a:lnTo>
                <a:lnTo>
                  <a:pt x="1320994" y="366453"/>
                </a:lnTo>
                <a:lnTo>
                  <a:pt x="1314634" y="351844"/>
                </a:lnTo>
                <a:close/>
                <a:moveTo>
                  <a:pt x="1225741" y="539014"/>
                </a:moveTo>
                <a:lnTo>
                  <a:pt x="1225975" y="541275"/>
                </a:lnTo>
                <a:lnTo>
                  <a:pt x="1228082" y="545056"/>
                </a:lnTo>
                <a:lnTo>
                  <a:pt x="1228257" y="544538"/>
                </a:lnTo>
                <a:lnTo>
                  <a:pt x="1228076" y="542774"/>
                </a:lnTo>
                <a:lnTo>
                  <a:pt x="1228210" y="542913"/>
                </a:lnTo>
                <a:lnTo>
                  <a:pt x="1228348" y="544267"/>
                </a:lnTo>
                <a:lnTo>
                  <a:pt x="1229365" y="541249"/>
                </a:lnTo>
                <a:lnTo>
                  <a:pt x="1226099" y="538512"/>
                </a:lnTo>
                <a:close/>
                <a:moveTo>
                  <a:pt x="1237326" y="512923"/>
                </a:moveTo>
                <a:lnTo>
                  <a:pt x="1237190" y="514062"/>
                </a:lnTo>
                <a:lnTo>
                  <a:pt x="1237744" y="514745"/>
                </a:lnTo>
                <a:lnTo>
                  <a:pt x="1237558" y="513272"/>
                </a:lnTo>
                <a:close/>
                <a:moveTo>
                  <a:pt x="1225191" y="539786"/>
                </a:moveTo>
                <a:lnTo>
                  <a:pt x="1225229" y="539933"/>
                </a:lnTo>
                <a:lnTo>
                  <a:pt x="1225695" y="540771"/>
                </a:lnTo>
                <a:lnTo>
                  <a:pt x="1225559" y="539269"/>
                </a:lnTo>
                <a:close/>
                <a:moveTo>
                  <a:pt x="575383" y="1994758"/>
                </a:moveTo>
                <a:lnTo>
                  <a:pt x="576197" y="1995042"/>
                </a:lnTo>
                <a:lnTo>
                  <a:pt x="576699" y="1995034"/>
                </a:lnTo>
                <a:lnTo>
                  <a:pt x="575715" y="1994693"/>
                </a:lnTo>
                <a:close/>
                <a:moveTo>
                  <a:pt x="1233873" y="520251"/>
                </a:moveTo>
                <a:lnTo>
                  <a:pt x="1235446" y="523220"/>
                </a:lnTo>
                <a:lnTo>
                  <a:pt x="1235576" y="522834"/>
                </a:lnTo>
                <a:lnTo>
                  <a:pt x="1235837" y="520646"/>
                </a:lnTo>
                <a:lnTo>
                  <a:pt x="1235167" y="518514"/>
                </a:lnTo>
                <a:close/>
                <a:moveTo>
                  <a:pt x="1276899" y="423507"/>
                </a:moveTo>
                <a:lnTo>
                  <a:pt x="1277083" y="423967"/>
                </a:lnTo>
                <a:lnTo>
                  <a:pt x="1276954" y="423443"/>
                </a:lnTo>
                <a:close/>
                <a:moveTo>
                  <a:pt x="571092" y="2003885"/>
                </a:moveTo>
                <a:lnTo>
                  <a:pt x="570955" y="2004504"/>
                </a:lnTo>
                <a:lnTo>
                  <a:pt x="580432" y="2005054"/>
                </a:lnTo>
                <a:lnTo>
                  <a:pt x="578226" y="2004293"/>
                </a:lnTo>
                <a:lnTo>
                  <a:pt x="576650" y="2004314"/>
                </a:lnTo>
                <a:lnTo>
                  <a:pt x="571400" y="2003896"/>
                </a:lnTo>
                <a:close/>
                <a:moveTo>
                  <a:pt x="1225649" y="538136"/>
                </a:moveTo>
                <a:lnTo>
                  <a:pt x="1225690" y="538528"/>
                </a:lnTo>
                <a:lnTo>
                  <a:pt x="1225849" y="538305"/>
                </a:lnTo>
                <a:close/>
                <a:moveTo>
                  <a:pt x="1276633" y="423817"/>
                </a:moveTo>
                <a:lnTo>
                  <a:pt x="1276809" y="424081"/>
                </a:lnTo>
                <a:lnTo>
                  <a:pt x="1276685" y="423757"/>
                </a:lnTo>
                <a:close/>
                <a:moveTo>
                  <a:pt x="560485" y="2027388"/>
                </a:moveTo>
                <a:lnTo>
                  <a:pt x="565095" y="2028669"/>
                </a:lnTo>
                <a:lnTo>
                  <a:pt x="565574" y="2026499"/>
                </a:lnTo>
                <a:lnTo>
                  <a:pt x="563574" y="2027473"/>
                </a:lnTo>
                <a:lnTo>
                  <a:pt x="563260" y="2027375"/>
                </a:lnTo>
                <a:lnTo>
                  <a:pt x="565637" y="2026216"/>
                </a:lnTo>
                <a:lnTo>
                  <a:pt x="565747" y="2025716"/>
                </a:lnTo>
                <a:close/>
                <a:moveTo>
                  <a:pt x="568622" y="2009083"/>
                </a:moveTo>
                <a:lnTo>
                  <a:pt x="568933" y="2011302"/>
                </a:lnTo>
                <a:lnTo>
                  <a:pt x="569477" y="2008843"/>
                </a:lnTo>
                <a:close/>
                <a:moveTo>
                  <a:pt x="585811" y="1970426"/>
                </a:moveTo>
                <a:lnTo>
                  <a:pt x="589964" y="1972076"/>
                </a:lnTo>
                <a:lnTo>
                  <a:pt x="592058" y="1972180"/>
                </a:lnTo>
                <a:lnTo>
                  <a:pt x="590170" y="1969279"/>
                </a:lnTo>
                <a:close/>
                <a:moveTo>
                  <a:pt x="1275918" y="425114"/>
                </a:moveTo>
                <a:lnTo>
                  <a:pt x="1275587" y="435708"/>
                </a:lnTo>
                <a:lnTo>
                  <a:pt x="1276765" y="438704"/>
                </a:lnTo>
                <a:lnTo>
                  <a:pt x="1278665" y="436620"/>
                </a:lnTo>
                <a:lnTo>
                  <a:pt x="1279725" y="434762"/>
                </a:lnTo>
                <a:lnTo>
                  <a:pt x="1278190" y="428490"/>
                </a:lnTo>
                <a:lnTo>
                  <a:pt x="1275943" y="425137"/>
                </a:lnTo>
                <a:close/>
                <a:moveTo>
                  <a:pt x="1232327" y="522618"/>
                </a:moveTo>
                <a:lnTo>
                  <a:pt x="1232757" y="524535"/>
                </a:lnTo>
                <a:lnTo>
                  <a:pt x="1233822" y="527137"/>
                </a:lnTo>
                <a:lnTo>
                  <a:pt x="1234070" y="526800"/>
                </a:lnTo>
                <a:lnTo>
                  <a:pt x="1233629" y="524474"/>
                </a:lnTo>
                <a:lnTo>
                  <a:pt x="1233166" y="523601"/>
                </a:lnTo>
                <a:close/>
                <a:moveTo>
                  <a:pt x="1306689" y="355992"/>
                </a:moveTo>
                <a:lnTo>
                  <a:pt x="1306785" y="356440"/>
                </a:lnTo>
                <a:lnTo>
                  <a:pt x="1308093" y="355522"/>
                </a:lnTo>
                <a:lnTo>
                  <a:pt x="1314371" y="351242"/>
                </a:lnTo>
                <a:lnTo>
                  <a:pt x="1313549" y="349352"/>
                </a:lnTo>
                <a:close/>
                <a:moveTo>
                  <a:pt x="1232411" y="522216"/>
                </a:moveTo>
                <a:lnTo>
                  <a:pt x="1232472" y="522288"/>
                </a:lnTo>
                <a:lnTo>
                  <a:pt x="1232424" y="522197"/>
                </a:lnTo>
                <a:close/>
                <a:moveTo>
                  <a:pt x="581936" y="1978661"/>
                </a:moveTo>
                <a:lnTo>
                  <a:pt x="582089" y="1980254"/>
                </a:lnTo>
                <a:lnTo>
                  <a:pt x="582262" y="1981838"/>
                </a:lnTo>
                <a:lnTo>
                  <a:pt x="583203" y="1981825"/>
                </a:lnTo>
                <a:lnTo>
                  <a:pt x="589070" y="1980301"/>
                </a:lnTo>
                <a:lnTo>
                  <a:pt x="589753" y="1979914"/>
                </a:lnTo>
                <a:lnTo>
                  <a:pt x="582513" y="1978675"/>
                </a:lnTo>
                <a:close/>
                <a:moveTo>
                  <a:pt x="571514" y="2001978"/>
                </a:moveTo>
                <a:lnTo>
                  <a:pt x="571298" y="2002952"/>
                </a:lnTo>
                <a:lnTo>
                  <a:pt x="574220" y="2002912"/>
                </a:lnTo>
                <a:close/>
                <a:moveTo>
                  <a:pt x="1232021" y="522738"/>
                </a:moveTo>
                <a:lnTo>
                  <a:pt x="1232181" y="523128"/>
                </a:lnTo>
                <a:lnTo>
                  <a:pt x="1232082" y="522657"/>
                </a:lnTo>
                <a:close/>
                <a:moveTo>
                  <a:pt x="1232090" y="521567"/>
                </a:moveTo>
                <a:lnTo>
                  <a:pt x="1232174" y="521941"/>
                </a:lnTo>
                <a:lnTo>
                  <a:pt x="1232225" y="522001"/>
                </a:lnTo>
                <a:lnTo>
                  <a:pt x="1232281" y="521928"/>
                </a:lnTo>
                <a:close/>
                <a:moveTo>
                  <a:pt x="1230886" y="524264"/>
                </a:moveTo>
                <a:lnTo>
                  <a:pt x="1230870" y="526990"/>
                </a:lnTo>
                <a:lnTo>
                  <a:pt x="1232055" y="529609"/>
                </a:lnTo>
                <a:lnTo>
                  <a:pt x="1232875" y="528459"/>
                </a:lnTo>
                <a:lnTo>
                  <a:pt x="1231061" y="524029"/>
                </a:lnTo>
                <a:close/>
                <a:moveTo>
                  <a:pt x="1221814" y="544517"/>
                </a:moveTo>
                <a:lnTo>
                  <a:pt x="1226059" y="548978"/>
                </a:lnTo>
                <a:lnTo>
                  <a:pt x="1225610" y="547163"/>
                </a:lnTo>
                <a:lnTo>
                  <a:pt x="1223211" y="542559"/>
                </a:lnTo>
                <a:close/>
                <a:moveTo>
                  <a:pt x="1255852" y="467862"/>
                </a:moveTo>
                <a:lnTo>
                  <a:pt x="1258327" y="473182"/>
                </a:lnTo>
                <a:lnTo>
                  <a:pt x="1258503" y="473430"/>
                </a:lnTo>
                <a:lnTo>
                  <a:pt x="1259588" y="471156"/>
                </a:lnTo>
                <a:lnTo>
                  <a:pt x="1258727" y="464368"/>
                </a:lnTo>
                <a:close/>
                <a:moveTo>
                  <a:pt x="1230890" y="523611"/>
                </a:moveTo>
                <a:lnTo>
                  <a:pt x="1230889" y="523746"/>
                </a:lnTo>
                <a:lnTo>
                  <a:pt x="1230925" y="523698"/>
                </a:lnTo>
                <a:close/>
                <a:moveTo>
                  <a:pt x="581783" y="1977059"/>
                </a:moveTo>
                <a:lnTo>
                  <a:pt x="581883" y="1978102"/>
                </a:lnTo>
                <a:lnTo>
                  <a:pt x="587540" y="1978227"/>
                </a:lnTo>
                <a:lnTo>
                  <a:pt x="584656" y="1977662"/>
                </a:lnTo>
                <a:close/>
                <a:moveTo>
                  <a:pt x="1230109" y="525308"/>
                </a:moveTo>
                <a:lnTo>
                  <a:pt x="1230413" y="525983"/>
                </a:lnTo>
                <a:lnTo>
                  <a:pt x="1230420" y="524889"/>
                </a:lnTo>
                <a:close/>
                <a:moveTo>
                  <a:pt x="1231647" y="521824"/>
                </a:moveTo>
                <a:lnTo>
                  <a:pt x="1231895" y="522431"/>
                </a:lnTo>
                <a:lnTo>
                  <a:pt x="1232005" y="522289"/>
                </a:lnTo>
                <a:lnTo>
                  <a:pt x="1231991" y="522227"/>
                </a:lnTo>
                <a:close/>
                <a:moveTo>
                  <a:pt x="1304755" y="357865"/>
                </a:moveTo>
                <a:lnTo>
                  <a:pt x="1306517" y="356628"/>
                </a:lnTo>
                <a:lnTo>
                  <a:pt x="1306434" y="356238"/>
                </a:lnTo>
                <a:close/>
                <a:moveTo>
                  <a:pt x="1276016" y="422007"/>
                </a:moveTo>
                <a:lnTo>
                  <a:pt x="1275989" y="422858"/>
                </a:lnTo>
                <a:lnTo>
                  <a:pt x="1276311" y="423338"/>
                </a:lnTo>
                <a:lnTo>
                  <a:pt x="1276459" y="423165"/>
                </a:lnTo>
                <a:close/>
                <a:moveTo>
                  <a:pt x="1260203" y="457407"/>
                </a:moveTo>
                <a:lnTo>
                  <a:pt x="1260358" y="457887"/>
                </a:lnTo>
                <a:lnTo>
                  <a:pt x="1260427" y="457801"/>
                </a:lnTo>
                <a:close/>
                <a:moveTo>
                  <a:pt x="568291" y="2006718"/>
                </a:moveTo>
                <a:lnTo>
                  <a:pt x="568553" y="2008590"/>
                </a:lnTo>
                <a:lnTo>
                  <a:pt x="569597" y="2008297"/>
                </a:lnTo>
                <a:lnTo>
                  <a:pt x="569926" y="2006813"/>
                </a:lnTo>
                <a:close/>
                <a:moveTo>
                  <a:pt x="1217398" y="553169"/>
                </a:moveTo>
                <a:lnTo>
                  <a:pt x="1218553" y="557023"/>
                </a:lnTo>
                <a:lnTo>
                  <a:pt x="1218986" y="558111"/>
                </a:lnTo>
                <a:lnTo>
                  <a:pt x="1220786" y="555866"/>
                </a:lnTo>
                <a:close/>
                <a:moveTo>
                  <a:pt x="1224524" y="537196"/>
                </a:moveTo>
                <a:lnTo>
                  <a:pt x="1225086" y="539374"/>
                </a:lnTo>
                <a:lnTo>
                  <a:pt x="1225514" y="538776"/>
                </a:lnTo>
                <a:lnTo>
                  <a:pt x="1225440" y="537963"/>
                </a:lnTo>
                <a:close/>
                <a:moveTo>
                  <a:pt x="572682" y="1996690"/>
                </a:moveTo>
                <a:lnTo>
                  <a:pt x="571774" y="2000798"/>
                </a:lnTo>
                <a:lnTo>
                  <a:pt x="578597" y="2002851"/>
                </a:lnTo>
                <a:lnTo>
                  <a:pt x="589543" y="2002698"/>
                </a:lnTo>
                <a:lnTo>
                  <a:pt x="590170" y="2002522"/>
                </a:lnTo>
                <a:lnTo>
                  <a:pt x="588803" y="2002046"/>
                </a:lnTo>
                <a:lnTo>
                  <a:pt x="576296" y="1996632"/>
                </a:lnTo>
                <a:close/>
                <a:moveTo>
                  <a:pt x="1239582" y="503277"/>
                </a:moveTo>
                <a:lnTo>
                  <a:pt x="1241190" y="509716"/>
                </a:lnTo>
                <a:lnTo>
                  <a:pt x="1241944" y="508132"/>
                </a:lnTo>
                <a:close/>
                <a:moveTo>
                  <a:pt x="522742" y="2108135"/>
                </a:moveTo>
                <a:lnTo>
                  <a:pt x="530777" y="2109666"/>
                </a:lnTo>
                <a:lnTo>
                  <a:pt x="530500" y="2107778"/>
                </a:lnTo>
                <a:close/>
                <a:moveTo>
                  <a:pt x="538164" y="2073374"/>
                </a:moveTo>
                <a:lnTo>
                  <a:pt x="544971" y="2097158"/>
                </a:lnTo>
                <a:lnTo>
                  <a:pt x="627399" y="2088038"/>
                </a:lnTo>
                <a:lnTo>
                  <a:pt x="627317" y="2087456"/>
                </a:lnTo>
                <a:lnTo>
                  <a:pt x="620029" y="2087216"/>
                </a:lnTo>
                <a:lnTo>
                  <a:pt x="568714" y="2090683"/>
                </a:lnTo>
                <a:lnTo>
                  <a:pt x="546930" y="2091435"/>
                </a:lnTo>
                <a:lnTo>
                  <a:pt x="546789" y="2091332"/>
                </a:lnTo>
                <a:lnTo>
                  <a:pt x="558845" y="2090917"/>
                </a:lnTo>
                <a:lnTo>
                  <a:pt x="615706" y="2087074"/>
                </a:lnTo>
                <a:lnTo>
                  <a:pt x="608884" y="2086849"/>
                </a:lnTo>
                <a:lnTo>
                  <a:pt x="608573" y="2086533"/>
                </a:lnTo>
                <a:lnTo>
                  <a:pt x="618744" y="2086869"/>
                </a:lnTo>
                <a:lnTo>
                  <a:pt x="627155" y="2086299"/>
                </a:lnTo>
                <a:lnTo>
                  <a:pt x="627081" y="2085767"/>
                </a:lnTo>
                <a:lnTo>
                  <a:pt x="620327" y="2085108"/>
                </a:lnTo>
                <a:lnTo>
                  <a:pt x="616992" y="2086097"/>
                </a:lnTo>
                <a:lnTo>
                  <a:pt x="616643" y="2085919"/>
                </a:lnTo>
                <a:lnTo>
                  <a:pt x="619613" y="2085039"/>
                </a:lnTo>
                <a:lnTo>
                  <a:pt x="614928" y="2084581"/>
                </a:lnTo>
                <a:lnTo>
                  <a:pt x="571187" y="2079720"/>
                </a:lnTo>
                <a:lnTo>
                  <a:pt x="570936" y="2079472"/>
                </a:lnTo>
                <a:lnTo>
                  <a:pt x="595142" y="2082163"/>
                </a:lnTo>
                <a:lnTo>
                  <a:pt x="620853" y="2084671"/>
                </a:lnTo>
                <a:lnTo>
                  <a:pt x="624700" y="2083530"/>
                </a:lnTo>
                <a:lnTo>
                  <a:pt x="585516" y="2079100"/>
                </a:lnTo>
                <a:lnTo>
                  <a:pt x="585289" y="2078876"/>
                </a:lnTo>
                <a:lnTo>
                  <a:pt x="607131" y="2081345"/>
                </a:lnTo>
                <a:lnTo>
                  <a:pt x="625804" y="2083202"/>
                </a:lnTo>
                <a:lnTo>
                  <a:pt x="626685" y="2082941"/>
                </a:lnTo>
                <a:lnTo>
                  <a:pt x="626135" y="2079011"/>
                </a:lnTo>
                <a:lnTo>
                  <a:pt x="625100" y="2069302"/>
                </a:lnTo>
                <a:lnTo>
                  <a:pt x="607587" y="2061671"/>
                </a:lnTo>
                <a:lnTo>
                  <a:pt x="563019" y="2070957"/>
                </a:lnTo>
                <a:lnTo>
                  <a:pt x="556448" y="2071596"/>
                </a:lnTo>
                <a:lnTo>
                  <a:pt x="556066" y="2073447"/>
                </a:lnTo>
                <a:lnTo>
                  <a:pt x="555891" y="2073165"/>
                </a:lnTo>
                <a:lnTo>
                  <a:pt x="556210" y="2071619"/>
                </a:lnTo>
                <a:close/>
                <a:moveTo>
                  <a:pt x="1276048" y="420993"/>
                </a:moveTo>
                <a:lnTo>
                  <a:pt x="1276036" y="421339"/>
                </a:lnTo>
                <a:lnTo>
                  <a:pt x="1276667" y="422924"/>
                </a:lnTo>
                <a:lnTo>
                  <a:pt x="1276739" y="422840"/>
                </a:lnTo>
                <a:close/>
                <a:moveTo>
                  <a:pt x="1254161" y="469916"/>
                </a:moveTo>
                <a:lnTo>
                  <a:pt x="1257341" y="475866"/>
                </a:lnTo>
                <a:lnTo>
                  <a:pt x="1257764" y="474978"/>
                </a:lnTo>
                <a:lnTo>
                  <a:pt x="1255812" y="470783"/>
                </a:lnTo>
                <a:lnTo>
                  <a:pt x="1254719" y="469240"/>
                </a:lnTo>
                <a:close/>
                <a:moveTo>
                  <a:pt x="1272705" y="428386"/>
                </a:moveTo>
                <a:lnTo>
                  <a:pt x="1274310" y="432465"/>
                </a:lnTo>
                <a:lnTo>
                  <a:pt x="1274504" y="426294"/>
                </a:lnTo>
                <a:close/>
                <a:moveTo>
                  <a:pt x="1259030" y="458582"/>
                </a:moveTo>
                <a:lnTo>
                  <a:pt x="1259135" y="459409"/>
                </a:lnTo>
                <a:lnTo>
                  <a:pt x="1259350" y="459143"/>
                </a:lnTo>
                <a:close/>
                <a:moveTo>
                  <a:pt x="1253588" y="470614"/>
                </a:moveTo>
                <a:lnTo>
                  <a:pt x="1255500" y="476480"/>
                </a:lnTo>
                <a:lnTo>
                  <a:pt x="1256498" y="477631"/>
                </a:lnTo>
                <a:lnTo>
                  <a:pt x="1257236" y="476084"/>
                </a:lnTo>
                <a:lnTo>
                  <a:pt x="1254028" y="470079"/>
                </a:lnTo>
                <a:close/>
                <a:moveTo>
                  <a:pt x="1281958" y="406726"/>
                </a:moveTo>
                <a:lnTo>
                  <a:pt x="1282126" y="412265"/>
                </a:lnTo>
                <a:lnTo>
                  <a:pt x="1283767" y="414662"/>
                </a:lnTo>
                <a:lnTo>
                  <a:pt x="1284411" y="413913"/>
                </a:lnTo>
                <a:close/>
                <a:moveTo>
                  <a:pt x="575567" y="1988248"/>
                </a:moveTo>
                <a:lnTo>
                  <a:pt x="577162" y="1988015"/>
                </a:lnTo>
                <a:lnTo>
                  <a:pt x="580692" y="1987301"/>
                </a:lnTo>
                <a:lnTo>
                  <a:pt x="576891" y="1987523"/>
                </a:lnTo>
                <a:close/>
                <a:moveTo>
                  <a:pt x="1223822" y="536606"/>
                </a:moveTo>
                <a:lnTo>
                  <a:pt x="1224248" y="538173"/>
                </a:lnTo>
                <a:lnTo>
                  <a:pt x="1224606" y="538816"/>
                </a:lnTo>
                <a:lnTo>
                  <a:pt x="1224098" y="536837"/>
                </a:lnTo>
                <a:close/>
                <a:moveTo>
                  <a:pt x="583733" y="1969601"/>
                </a:moveTo>
                <a:lnTo>
                  <a:pt x="583789" y="1969623"/>
                </a:lnTo>
                <a:lnTo>
                  <a:pt x="584224" y="1969509"/>
                </a:lnTo>
                <a:lnTo>
                  <a:pt x="584403" y="1969425"/>
                </a:lnTo>
                <a:close/>
                <a:moveTo>
                  <a:pt x="1226536" y="530106"/>
                </a:moveTo>
                <a:lnTo>
                  <a:pt x="1228533" y="534544"/>
                </a:lnTo>
                <a:lnTo>
                  <a:pt x="1228604" y="534444"/>
                </a:lnTo>
                <a:lnTo>
                  <a:pt x="1226759" y="529805"/>
                </a:lnTo>
                <a:close/>
                <a:moveTo>
                  <a:pt x="1250102" y="476975"/>
                </a:moveTo>
                <a:lnTo>
                  <a:pt x="1251397" y="480910"/>
                </a:lnTo>
                <a:lnTo>
                  <a:pt x="1253708" y="482902"/>
                </a:lnTo>
                <a:close/>
                <a:moveTo>
                  <a:pt x="1252042" y="472493"/>
                </a:moveTo>
                <a:lnTo>
                  <a:pt x="1254553" y="475387"/>
                </a:lnTo>
                <a:lnTo>
                  <a:pt x="1253164" y="471129"/>
                </a:lnTo>
                <a:close/>
                <a:moveTo>
                  <a:pt x="1230913" y="519345"/>
                </a:moveTo>
                <a:lnTo>
                  <a:pt x="1230909" y="520025"/>
                </a:lnTo>
                <a:lnTo>
                  <a:pt x="1231254" y="520865"/>
                </a:lnTo>
                <a:lnTo>
                  <a:pt x="1231852" y="521564"/>
                </a:lnTo>
                <a:lnTo>
                  <a:pt x="1231695" y="520821"/>
                </a:lnTo>
                <a:close/>
                <a:moveTo>
                  <a:pt x="1270122" y="431393"/>
                </a:moveTo>
                <a:lnTo>
                  <a:pt x="1270762" y="433265"/>
                </a:lnTo>
                <a:lnTo>
                  <a:pt x="1274072" y="440111"/>
                </a:lnTo>
                <a:lnTo>
                  <a:pt x="1274283" y="433368"/>
                </a:lnTo>
                <a:lnTo>
                  <a:pt x="1272442" y="428693"/>
                </a:lnTo>
                <a:close/>
                <a:moveTo>
                  <a:pt x="588109" y="1958522"/>
                </a:moveTo>
                <a:lnTo>
                  <a:pt x="588219" y="1958743"/>
                </a:lnTo>
                <a:lnTo>
                  <a:pt x="588253" y="1958761"/>
                </a:lnTo>
                <a:lnTo>
                  <a:pt x="590243" y="1958796"/>
                </a:lnTo>
                <a:lnTo>
                  <a:pt x="589687" y="1958167"/>
                </a:lnTo>
                <a:close/>
                <a:moveTo>
                  <a:pt x="574308" y="1989334"/>
                </a:moveTo>
                <a:lnTo>
                  <a:pt x="573902" y="1991173"/>
                </a:lnTo>
                <a:lnTo>
                  <a:pt x="575832" y="1991842"/>
                </a:lnTo>
                <a:lnTo>
                  <a:pt x="577458" y="1992290"/>
                </a:lnTo>
                <a:lnTo>
                  <a:pt x="579975" y="1991798"/>
                </a:lnTo>
                <a:close/>
                <a:moveTo>
                  <a:pt x="1265605" y="441336"/>
                </a:moveTo>
                <a:lnTo>
                  <a:pt x="1267180" y="449256"/>
                </a:lnTo>
                <a:lnTo>
                  <a:pt x="1267218" y="449352"/>
                </a:lnTo>
                <a:lnTo>
                  <a:pt x="1268411" y="447869"/>
                </a:lnTo>
                <a:lnTo>
                  <a:pt x="1270042" y="446079"/>
                </a:lnTo>
                <a:close/>
                <a:moveTo>
                  <a:pt x="1225024" y="532137"/>
                </a:moveTo>
                <a:lnTo>
                  <a:pt x="1225587" y="537547"/>
                </a:lnTo>
                <a:lnTo>
                  <a:pt x="1226089" y="537967"/>
                </a:lnTo>
                <a:lnTo>
                  <a:pt x="1228365" y="534778"/>
                </a:lnTo>
                <a:lnTo>
                  <a:pt x="1226365" y="530335"/>
                </a:lnTo>
                <a:close/>
                <a:moveTo>
                  <a:pt x="567856" y="2003612"/>
                </a:moveTo>
                <a:lnTo>
                  <a:pt x="567957" y="2004331"/>
                </a:lnTo>
                <a:lnTo>
                  <a:pt x="570442" y="2004475"/>
                </a:lnTo>
                <a:lnTo>
                  <a:pt x="570576" y="2003867"/>
                </a:lnTo>
                <a:lnTo>
                  <a:pt x="569641" y="2003836"/>
                </a:lnTo>
                <a:lnTo>
                  <a:pt x="569535" y="2003747"/>
                </a:lnTo>
                <a:close/>
                <a:moveTo>
                  <a:pt x="574402" y="1988907"/>
                </a:moveTo>
                <a:lnTo>
                  <a:pt x="574389" y="1988965"/>
                </a:lnTo>
                <a:lnTo>
                  <a:pt x="580617" y="1991672"/>
                </a:lnTo>
                <a:lnTo>
                  <a:pt x="582224" y="1991357"/>
                </a:lnTo>
                <a:lnTo>
                  <a:pt x="583096" y="1991114"/>
                </a:lnTo>
                <a:lnTo>
                  <a:pt x="582721" y="1987687"/>
                </a:lnTo>
                <a:close/>
                <a:moveTo>
                  <a:pt x="1258746" y="456333"/>
                </a:moveTo>
                <a:lnTo>
                  <a:pt x="1258809" y="456832"/>
                </a:lnTo>
                <a:lnTo>
                  <a:pt x="1259033" y="457168"/>
                </a:lnTo>
                <a:close/>
                <a:moveTo>
                  <a:pt x="1243779" y="489546"/>
                </a:moveTo>
                <a:lnTo>
                  <a:pt x="1243929" y="490446"/>
                </a:lnTo>
                <a:lnTo>
                  <a:pt x="1244600" y="493598"/>
                </a:lnTo>
                <a:lnTo>
                  <a:pt x="1246247" y="499003"/>
                </a:lnTo>
                <a:lnTo>
                  <a:pt x="1246285" y="499038"/>
                </a:lnTo>
                <a:lnTo>
                  <a:pt x="1248224" y="494974"/>
                </a:lnTo>
                <a:close/>
                <a:moveTo>
                  <a:pt x="574679" y="1987652"/>
                </a:moveTo>
                <a:lnTo>
                  <a:pt x="574514" y="1988403"/>
                </a:lnTo>
                <a:lnTo>
                  <a:pt x="574843" y="1988355"/>
                </a:lnTo>
                <a:lnTo>
                  <a:pt x="576245" y="1987561"/>
                </a:lnTo>
                <a:close/>
                <a:moveTo>
                  <a:pt x="1249908" y="475351"/>
                </a:moveTo>
                <a:lnTo>
                  <a:pt x="1254166" y="482519"/>
                </a:lnTo>
                <a:lnTo>
                  <a:pt x="1255772" y="479153"/>
                </a:lnTo>
                <a:lnTo>
                  <a:pt x="1251232" y="473476"/>
                </a:lnTo>
                <a:lnTo>
                  <a:pt x="1250669" y="474161"/>
                </a:lnTo>
                <a:close/>
                <a:moveTo>
                  <a:pt x="1283321" y="400508"/>
                </a:moveTo>
                <a:lnTo>
                  <a:pt x="1290143" y="407243"/>
                </a:lnTo>
                <a:lnTo>
                  <a:pt x="1295544" y="400959"/>
                </a:lnTo>
                <a:lnTo>
                  <a:pt x="1292417" y="390129"/>
                </a:lnTo>
                <a:lnTo>
                  <a:pt x="1289729" y="393138"/>
                </a:lnTo>
                <a:close/>
                <a:moveTo>
                  <a:pt x="1223685" y="533934"/>
                </a:moveTo>
                <a:lnTo>
                  <a:pt x="1224347" y="536508"/>
                </a:lnTo>
                <a:lnTo>
                  <a:pt x="1225383" y="537376"/>
                </a:lnTo>
                <a:lnTo>
                  <a:pt x="1224860" y="532356"/>
                </a:lnTo>
                <a:close/>
                <a:moveTo>
                  <a:pt x="581313" y="1972150"/>
                </a:moveTo>
                <a:lnTo>
                  <a:pt x="581748" y="1976704"/>
                </a:lnTo>
                <a:lnTo>
                  <a:pt x="589771" y="1978276"/>
                </a:lnTo>
                <a:lnTo>
                  <a:pt x="591047" y="1978304"/>
                </a:lnTo>
                <a:lnTo>
                  <a:pt x="591733" y="1974439"/>
                </a:lnTo>
                <a:lnTo>
                  <a:pt x="587238" y="1972443"/>
                </a:lnTo>
                <a:close/>
                <a:moveTo>
                  <a:pt x="581529" y="1971658"/>
                </a:moveTo>
                <a:lnTo>
                  <a:pt x="585966" y="1971878"/>
                </a:lnTo>
                <a:lnTo>
                  <a:pt x="583855" y="1970941"/>
                </a:lnTo>
                <a:lnTo>
                  <a:pt x="583704" y="1970980"/>
                </a:lnTo>
                <a:lnTo>
                  <a:pt x="583024" y="1971093"/>
                </a:lnTo>
                <a:close/>
                <a:moveTo>
                  <a:pt x="1223253" y="534513"/>
                </a:moveTo>
                <a:lnTo>
                  <a:pt x="1223636" y="535919"/>
                </a:lnTo>
                <a:lnTo>
                  <a:pt x="1223903" y="536136"/>
                </a:lnTo>
                <a:lnTo>
                  <a:pt x="1223920" y="536152"/>
                </a:lnTo>
                <a:lnTo>
                  <a:pt x="1223436" y="534269"/>
                </a:lnTo>
                <a:close/>
                <a:moveTo>
                  <a:pt x="1233968" y="510474"/>
                </a:moveTo>
                <a:lnTo>
                  <a:pt x="1236030" y="517032"/>
                </a:lnTo>
                <a:lnTo>
                  <a:pt x="1236313" y="516662"/>
                </a:lnTo>
                <a:lnTo>
                  <a:pt x="1236661" y="513752"/>
                </a:lnTo>
                <a:close/>
                <a:moveTo>
                  <a:pt x="1258598" y="455165"/>
                </a:moveTo>
                <a:lnTo>
                  <a:pt x="1258647" y="455554"/>
                </a:lnTo>
                <a:lnTo>
                  <a:pt x="1259382" y="457688"/>
                </a:lnTo>
                <a:lnTo>
                  <a:pt x="1259437" y="457770"/>
                </a:lnTo>
                <a:lnTo>
                  <a:pt x="1259445" y="457779"/>
                </a:lnTo>
                <a:close/>
                <a:moveTo>
                  <a:pt x="1238945" y="499131"/>
                </a:moveTo>
                <a:lnTo>
                  <a:pt x="1238826" y="500253"/>
                </a:lnTo>
                <a:lnTo>
                  <a:pt x="1239365" y="502408"/>
                </a:lnTo>
                <a:lnTo>
                  <a:pt x="1242046" y="507919"/>
                </a:lnTo>
                <a:lnTo>
                  <a:pt x="1243042" y="505833"/>
                </a:lnTo>
                <a:lnTo>
                  <a:pt x="1242401" y="502822"/>
                </a:lnTo>
                <a:close/>
                <a:moveTo>
                  <a:pt x="1248148" y="478107"/>
                </a:moveTo>
                <a:lnTo>
                  <a:pt x="1248804" y="478673"/>
                </a:lnTo>
                <a:lnTo>
                  <a:pt x="1248457" y="477622"/>
                </a:lnTo>
                <a:close/>
                <a:moveTo>
                  <a:pt x="555499" y="2028972"/>
                </a:moveTo>
                <a:lnTo>
                  <a:pt x="564407" y="2031948"/>
                </a:lnTo>
                <a:lnTo>
                  <a:pt x="564939" y="2029373"/>
                </a:lnTo>
                <a:lnTo>
                  <a:pt x="564982" y="2029179"/>
                </a:lnTo>
                <a:lnTo>
                  <a:pt x="559703" y="2027636"/>
                </a:lnTo>
                <a:close/>
                <a:moveTo>
                  <a:pt x="1281821" y="402234"/>
                </a:moveTo>
                <a:lnTo>
                  <a:pt x="1281923" y="405575"/>
                </a:lnTo>
                <a:lnTo>
                  <a:pt x="1284668" y="413614"/>
                </a:lnTo>
                <a:lnTo>
                  <a:pt x="1288620" y="409015"/>
                </a:lnTo>
                <a:lnTo>
                  <a:pt x="1282040" y="401983"/>
                </a:lnTo>
                <a:close/>
                <a:moveTo>
                  <a:pt x="1231868" y="514076"/>
                </a:moveTo>
                <a:lnTo>
                  <a:pt x="1232656" y="517952"/>
                </a:lnTo>
                <a:lnTo>
                  <a:pt x="1233748" y="520011"/>
                </a:lnTo>
                <a:lnTo>
                  <a:pt x="1235088" y="518262"/>
                </a:lnTo>
                <a:lnTo>
                  <a:pt x="1234929" y="517756"/>
                </a:lnTo>
                <a:close/>
                <a:moveTo>
                  <a:pt x="575745" y="1982829"/>
                </a:moveTo>
                <a:lnTo>
                  <a:pt x="575652" y="1983251"/>
                </a:lnTo>
                <a:lnTo>
                  <a:pt x="578320" y="1983095"/>
                </a:lnTo>
                <a:lnTo>
                  <a:pt x="578686" y="1983000"/>
                </a:lnTo>
                <a:close/>
                <a:moveTo>
                  <a:pt x="1281075" y="403092"/>
                </a:moveTo>
                <a:lnTo>
                  <a:pt x="1281493" y="404318"/>
                </a:lnTo>
                <a:lnTo>
                  <a:pt x="1281444" y="402668"/>
                </a:lnTo>
                <a:close/>
                <a:moveTo>
                  <a:pt x="1252452" y="467131"/>
                </a:moveTo>
                <a:lnTo>
                  <a:pt x="1252590" y="467553"/>
                </a:lnTo>
                <a:lnTo>
                  <a:pt x="1252643" y="467488"/>
                </a:lnTo>
                <a:close/>
                <a:moveTo>
                  <a:pt x="1238402" y="498552"/>
                </a:moveTo>
                <a:lnTo>
                  <a:pt x="1238452" y="498758"/>
                </a:lnTo>
                <a:lnTo>
                  <a:pt x="1238468" y="498624"/>
                </a:lnTo>
                <a:close/>
                <a:moveTo>
                  <a:pt x="581134" y="1970282"/>
                </a:moveTo>
                <a:lnTo>
                  <a:pt x="581138" y="1970321"/>
                </a:lnTo>
                <a:lnTo>
                  <a:pt x="581968" y="1970102"/>
                </a:lnTo>
                <a:lnTo>
                  <a:pt x="581913" y="1970077"/>
                </a:lnTo>
                <a:close/>
                <a:moveTo>
                  <a:pt x="567461" y="2000580"/>
                </a:moveTo>
                <a:lnTo>
                  <a:pt x="567730" y="2002707"/>
                </a:lnTo>
                <a:lnTo>
                  <a:pt x="567771" y="2003002"/>
                </a:lnTo>
                <a:lnTo>
                  <a:pt x="570777" y="2002960"/>
                </a:lnTo>
                <a:lnTo>
                  <a:pt x="571031" y="2001811"/>
                </a:lnTo>
                <a:close/>
                <a:moveTo>
                  <a:pt x="1258680" y="452703"/>
                </a:moveTo>
                <a:lnTo>
                  <a:pt x="1259177" y="454239"/>
                </a:lnTo>
                <a:lnTo>
                  <a:pt x="1260877" y="457241"/>
                </a:lnTo>
                <a:lnTo>
                  <a:pt x="1261367" y="456631"/>
                </a:lnTo>
                <a:close/>
                <a:moveTo>
                  <a:pt x="1229668" y="516993"/>
                </a:moveTo>
                <a:lnTo>
                  <a:pt x="1230454" y="518911"/>
                </a:lnTo>
                <a:lnTo>
                  <a:pt x="1230456" y="518481"/>
                </a:lnTo>
                <a:close/>
                <a:moveTo>
                  <a:pt x="571652" y="1990394"/>
                </a:moveTo>
                <a:lnTo>
                  <a:pt x="573419" y="1991006"/>
                </a:lnTo>
                <a:lnTo>
                  <a:pt x="573816" y="1989208"/>
                </a:lnTo>
                <a:close/>
                <a:moveTo>
                  <a:pt x="1297617" y="364774"/>
                </a:moveTo>
                <a:lnTo>
                  <a:pt x="1305280" y="375276"/>
                </a:lnTo>
                <a:lnTo>
                  <a:pt x="1309366" y="370702"/>
                </a:lnTo>
                <a:lnTo>
                  <a:pt x="1307259" y="360109"/>
                </a:lnTo>
                <a:lnTo>
                  <a:pt x="1306686" y="357421"/>
                </a:lnTo>
                <a:lnTo>
                  <a:pt x="1301333" y="361176"/>
                </a:lnTo>
                <a:close/>
                <a:moveTo>
                  <a:pt x="562306" y="2010856"/>
                </a:moveTo>
                <a:lnTo>
                  <a:pt x="568702" y="2012348"/>
                </a:lnTo>
                <a:lnTo>
                  <a:pt x="568851" y="2011673"/>
                </a:lnTo>
                <a:lnTo>
                  <a:pt x="568493" y="2009119"/>
                </a:lnTo>
                <a:close/>
                <a:moveTo>
                  <a:pt x="576692" y="1978546"/>
                </a:moveTo>
                <a:lnTo>
                  <a:pt x="575964" y="1981841"/>
                </a:lnTo>
                <a:lnTo>
                  <a:pt x="577207" y="1981899"/>
                </a:lnTo>
                <a:lnTo>
                  <a:pt x="582082" y="1981840"/>
                </a:lnTo>
                <a:lnTo>
                  <a:pt x="581734" y="1978657"/>
                </a:lnTo>
                <a:close/>
                <a:moveTo>
                  <a:pt x="1219000" y="540227"/>
                </a:moveTo>
                <a:lnTo>
                  <a:pt x="1218886" y="540726"/>
                </a:lnTo>
                <a:lnTo>
                  <a:pt x="1220186" y="542805"/>
                </a:lnTo>
                <a:lnTo>
                  <a:pt x="1221587" y="544278"/>
                </a:lnTo>
                <a:lnTo>
                  <a:pt x="1223043" y="542238"/>
                </a:lnTo>
                <a:lnTo>
                  <a:pt x="1220761" y="537862"/>
                </a:lnTo>
                <a:close/>
                <a:moveTo>
                  <a:pt x="1264847" y="437531"/>
                </a:moveTo>
                <a:lnTo>
                  <a:pt x="1264953" y="438057"/>
                </a:lnTo>
                <a:lnTo>
                  <a:pt x="1271233" y="444772"/>
                </a:lnTo>
                <a:lnTo>
                  <a:pt x="1271285" y="444716"/>
                </a:lnTo>
                <a:lnTo>
                  <a:pt x="1267870" y="436591"/>
                </a:lnTo>
                <a:lnTo>
                  <a:pt x="1268066" y="436699"/>
                </a:lnTo>
                <a:lnTo>
                  <a:pt x="1271390" y="444600"/>
                </a:lnTo>
                <a:lnTo>
                  <a:pt x="1271496" y="444484"/>
                </a:lnTo>
                <a:lnTo>
                  <a:pt x="1267901" y="433977"/>
                </a:lnTo>
                <a:close/>
                <a:moveTo>
                  <a:pt x="1278053" y="407905"/>
                </a:moveTo>
                <a:lnTo>
                  <a:pt x="1280061" y="418974"/>
                </a:lnTo>
                <a:lnTo>
                  <a:pt x="1281874" y="416865"/>
                </a:lnTo>
                <a:lnTo>
                  <a:pt x="1281767" y="413333"/>
                </a:lnTo>
                <a:close/>
                <a:moveTo>
                  <a:pt x="1243168" y="485901"/>
                </a:moveTo>
                <a:lnTo>
                  <a:pt x="1243642" y="488730"/>
                </a:lnTo>
                <a:lnTo>
                  <a:pt x="1248467" y="494464"/>
                </a:lnTo>
                <a:lnTo>
                  <a:pt x="1251009" y="489135"/>
                </a:lnTo>
                <a:lnTo>
                  <a:pt x="1247077" y="484236"/>
                </a:lnTo>
                <a:lnTo>
                  <a:pt x="1246774" y="483889"/>
                </a:lnTo>
                <a:lnTo>
                  <a:pt x="1245329" y="482520"/>
                </a:lnTo>
                <a:close/>
                <a:moveTo>
                  <a:pt x="576877" y="1977709"/>
                </a:moveTo>
                <a:lnTo>
                  <a:pt x="576815" y="1977991"/>
                </a:lnTo>
                <a:lnTo>
                  <a:pt x="578776" y="1978034"/>
                </a:lnTo>
                <a:close/>
                <a:moveTo>
                  <a:pt x="1230899" y="512913"/>
                </a:moveTo>
                <a:lnTo>
                  <a:pt x="1230914" y="514663"/>
                </a:lnTo>
                <a:lnTo>
                  <a:pt x="1232248" y="517179"/>
                </a:lnTo>
                <a:lnTo>
                  <a:pt x="1231598" y="513752"/>
                </a:lnTo>
                <a:close/>
                <a:moveTo>
                  <a:pt x="580922" y="1968060"/>
                </a:moveTo>
                <a:lnTo>
                  <a:pt x="580959" y="1968442"/>
                </a:lnTo>
                <a:lnTo>
                  <a:pt x="582780" y="1968178"/>
                </a:lnTo>
                <a:lnTo>
                  <a:pt x="583437" y="1968006"/>
                </a:lnTo>
                <a:close/>
                <a:moveTo>
                  <a:pt x="1297139" y="364120"/>
                </a:moveTo>
                <a:lnTo>
                  <a:pt x="1297498" y="364612"/>
                </a:lnTo>
                <a:lnTo>
                  <a:pt x="1300125" y="362025"/>
                </a:lnTo>
                <a:close/>
                <a:moveTo>
                  <a:pt x="577232" y="1976103"/>
                </a:moveTo>
                <a:lnTo>
                  <a:pt x="576930" y="1977471"/>
                </a:lnTo>
                <a:lnTo>
                  <a:pt x="580427" y="1978070"/>
                </a:lnTo>
                <a:lnTo>
                  <a:pt x="581673" y="1978098"/>
                </a:lnTo>
                <a:lnTo>
                  <a:pt x="581554" y="1977010"/>
                </a:lnTo>
                <a:close/>
                <a:moveTo>
                  <a:pt x="1278151" y="406456"/>
                </a:moveTo>
                <a:lnTo>
                  <a:pt x="1281717" y="411666"/>
                </a:lnTo>
                <a:lnTo>
                  <a:pt x="1281529" y="405468"/>
                </a:lnTo>
                <a:lnTo>
                  <a:pt x="1280819" y="403388"/>
                </a:lnTo>
                <a:close/>
                <a:moveTo>
                  <a:pt x="1295980" y="366358"/>
                </a:moveTo>
                <a:lnTo>
                  <a:pt x="1299304" y="381967"/>
                </a:lnTo>
                <a:lnTo>
                  <a:pt x="1304826" y="375784"/>
                </a:lnTo>
                <a:lnTo>
                  <a:pt x="1297133" y="365242"/>
                </a:lnTo>
                <a:close/>
                <a:moveTo>
                  <a:pt x="1251793" y="465110"/>
                </a:moveTo>
                <a:lnTo>
                  <a:pt x="1252106" y="466070"/>
                </a:lnTo>
                <a:lnTo>
                  <a:pt x="1252776" y="467323"/>
                </a:lnTo>
                <a:lnTo>
                  <a:pt x="1253086" y="466936"/>
                </a:lnTo>
                <a:close/>
                <a:moveTo>
                  <a:pt x="571762" y="1987822"/>
                </a:moveTo>
                <a:lnTo>
                  <a:pt x="573454" y="1988559"/>
                </a:lnTo>
                <a:lnTo>
                  <a:pt x="573977" y="1988482"/>
                </a:lnTo>
                <a:lnTo>
                  <a:pt x="574153" y="1987683"/>
                </a:lnTo>
                <a:close/>
                <a:moveTo>
                  <a:pt x="1219912" y="536232"/>
                </a:moveTo>
                <a:lnTo>
                  <a:pt x="1219227" y="539233"/>
                </a:lnTo>
                <a:lnTo>
                  <a:pt x="1220550" y="537456"/>
                </a:lnTo>
                <a:close/>
                <a:moveTo>
                  <a:pt x="1224375" y="525911"/>
                </a:moveTo>
                <a:lnTo>
                  <a:pt x="1224960" y="531530"/>
                </a:lnTo>
                <a:lnTo>
                  <a:pt x="1226103" y="529997"/>
                </a:lnTo>
                <a:lnTo>
                  <a:pt x="1226172" y="529906"/>
                </a:lnTo>
                <a:close/>
                <a:moveTo>
                  <a:pt x="1232845" y="506902"/>
                </a:moveTo>
                <a:lnTo>
                  <a:pt x="1233766" y="509827"/>
                </a:lnTo>
                <a:lnTo>
                  <a:pt x="1236696" y="513451"/>
                </a:lnTo>
                <a:lnTo>
                  <a:pt x="1236846" y="512200"/>
                </a:lnTo>
                <a:lnTo>
                  <a:pt x="1234330" y="508409"/>
                </a:lnTo>
                <a:close/>
                <a:moveTo>
                  <a:pt x="580223" y="1968178"/>
                </a:moveTo>
                <a:lnTo>
                  <a:pt x="580606" y="1968336"/>
                </a:lnTo>
                <a:lnTo>
                  <a:pt x="580576" y="1968066"/>
                </a:lnTo>
                <a:lnTo>
                  <a:pt x="580512" y="1968068"/>
                </a:lnTo>
                <a:close/>
                <a:moveTo>
                  <a:pt x="1239781" y="491202"/>
                </a:moveTo>
                <a:lnTo>
                  <a:pt x="1239621" y="492722"/>
                </a:lnTo>
                <a:lnTo>
                  <a:pt x="1240411" y="493473"/>
                </a:lnTo>
                <a:lnTo>
                  <a:pt x="1239891" y="491030"/>
                </a:lnTo>
                <a:close/>
                <a:moveTo>
                  <a:pt x="577912" y="1973025"/>
                </a:moveTo>
                <a:lnTo>
                  <a:pt x="577293" y="1975831"/>
                </a:lnTo>
                <a:lnTo>
                  <a:pt x="581516" y="1976658"/>
                </a:lnTo>
                <a:lnTo>
                  <a:pt x="581021" y="1972136"/>
                </a:lnTo>
                <a:lnTo>
                  <a:pt x="580354" y="1972102"/>
                </a:lnTo>
                <a:close/>
                <a:moveTo>
                  <a:pt x="1239115" y="492244"/>
                </a:moveTo>
                <a:lnTo>
                  <a:pt x="1239219" y="492342"/>
                </a:lnTo>
                <a:lnTo>
                  <a:pt x="1239257" y="492021"/>
                </a:lnTo>
                <a:close/>
                <a:moveTo>
                  <a:pt x="1276440" y="408422"/>
                </a:moveTo>
                <a:lnTo>
                  <a:pt x="1276291" y="413207"/>
                </a:lnTo>
                <a:lnTo>
                  <a:pt x="1278884" y="420345"/>
                </a:lnTo>
                <a:lnTo>
                  <a:pt x="1279647" y="419457"/>
                </a:lnTo>
                <a:lnTo>
                  <a:pt x="1278544" y="412875"/>
                </a:lnTo>
                <a:lnTo>
                  <a:pt x="1277513" y="407190"/>
                </a:lnTo>
                <a:close/>
                <a:moveTo>
                  <a:pt x="578141" y="1971993"/>
                </a:moveTo>
                <a:lnTo>
                  <a:pt x="578111" y="1972128"/>
                </a:lnTo>
                <a:lnTo>
                  <a:pt x="578430" y="1972007"/>
                </a:lnTo>
                <a:close/>
                <a:moveTo>
                  <a:pt x="554171" y="2025634"/>
                </a:moveTo>
                <a:lnTo>
                  <a:pt x="559085" y="2026999"/>
                </a:lnTo>
                <a:lnTo>
                  <a:pt x="565943" y="2024828"/>
                </a:lnTo>
                <a:lnTo>
                  <a:pt x="566616" y="2021788"/>
                </a:lnTo>
                <a:close/>
                <a:moveTo>
                  <a:pt x="1295717" y="365119"/>
                </a:moveTo>
                <a:lnTo>
                  <a:pt x="1295937" y="366150"/>
                </a:lnTo>
                <a:lnTo>
                  <a:pt x="1297018" y="365085"/>
                </a:lnTo>
                <a:lnTo>
                  <a:pt x="1296594" y="364503"/>
                </a:lnTo>
                <a:close/>
                <a:moveTo>
                  <a:pt x="566980" y="1996780"/>
                </a:moveTo>
                <a:lnTo>
                  <a:pt x="567319" y="1999458"/>
                </a:lnTo>
                <a:lnTo>
                  <a:pt x="571287" y="2000651"/>
                </a:lnTo>
                <a:lnTo>
                  <a:pt x="572161" y="1996698"/>
                </a:lnTo>
                <a:close/>
                <a:moveTo>
                  <a:pt x="1230876" y="510006"/>
                </a:moveTo>
                <a:lnTo>
                  <a:pt x="1230889" y="511606"/>
                </a:lnTo>
                <a:lnTo>
                  <a:pt x="1231281" y="512079"/>
                </a:lnTo>
                <a:lnTo>
                  <a:pt x="1231061" y="510917"/>
                </a:lnTo>
                <a:close/>
                <a:moveTo>
                  <a:pt x="578369" y="1970960"/>
                </a:moveTo>
                <a:lnTo>
                  <a:pt x="578348" y="1971055"/>
                </a:lnTo>
                <a:lnTo>
                  <a:pt x="580832" y="1970401"/>
                </a:lnTo>
                <a:lnTo>
                  <a:pt x="580828" y="1970362"/>
                </a:lnTo>
                <a:lnTo>
                  <a:pt x="579440" y="1970725"/>
                </a:lnTo>
                <a:close/>
                <a:moveTo>
                  <a:pt x="1279925" y="399722"/>
                </a:moveTo>
                <a:lnTo>
                  <a:pt x="1280898" y="402572"/>
                </a:lnTo>
                <a:lnTo>
                  <a:pt x="1281423" y="401985"/>
                </a:lnTo>
                <a:lnTo>
                  <a:pt x="1281403" y="401301"/>
                </a:lnTo>
                <a:close/>
                <a:moveTo>
                  <a:pt x="1229869" y="511673"/>
                </a:moveTo>
                <a:lnTo>
                  <a:pt x="1230232" y="513288"/>
                </a:lnTo>
                <a:lnTo>
                  <a:pt x="1230452" y="513792"/>
                </a:lnTo>
                <a:lnTo>
                  <a:pt x="1230482" y="513848"/>
                </a:lnTo>
                <a:lnTo>
                  <a:pt x="1230490" y="512420"/>
                </a:lnTo>
                <a:close/>
                <a:moveTo>
                  <a:pt x="568626" y="1992052"/>
                </a:moveTo>
                <a:lnTo>
                  <a:pt x="571754" y="1993406"/>
                </a:lnTo>
                <a:lnTo>
                  <a:pt x="572283" y="1993302"/>
                </a:lnTo>
                <a:lnTo>
                  <a:pt x="568958" y="1991871"/>
                </a:lnTo>
                <a:close/>
                <a:moveTo>
                  <a:pt x="578758" y="1969200"/>
                </a:moveTo>
                <a:lnTo>
                  <a:pt x="578751" y="1969233"/>
                </a:lnTo>
                <a:lnTo>
                  <a:pt x="579021" y="1969162"/>
                </a:lnTo>
                <a:close/>
                <a:moveTo>
                  <a:pt x="580614" y="1964843"/>
                </a:moveTo>
                <a:lnTo>
                  <a:pt x="580618" y="1964883"/>
                </a:lnTo>
                <a:lnTo>
                  <a:pt x="580667" y="1964864"/>
                </a:lnTo>
                <a:close/>
                <a:moveTo>
                  <a:pt x="578864" y="1968723"/>
                </a:moveTo>
                <a:lnTo>
                  <a:pt x="578858" y="1968746"/>
                </a:lnTo>
                <a:lnTo>
                  <a:pt x="578900" y="1968739"/>
                </a:lnTo>
                <a:close/>
                <a:moveTo>
                  <a:pt x="569455" y="1989633"/>
                </a:moveTo>
                <a:lnTo>
                  <a:pt x="571397" y="1990306"/>
                </a:lnTo>
                <a:lnTo>
                  <a:pt x="573631" y="1989041"/>
                </a:lnTo>
                <a:lnTo>
                  <a:pt x="573596" y="1989026"/>
                </a:lnTo>
                <a:close/>
                <a:moveTo>
                  <a:pt x="551217" y="2030332"/>
                </a:moveTo>
                <a:lnTo>
                  <a:pt x="563416" y="2036746"/>
                </a:lnTo>
                <a:lnTo>
                  <a:pt x="564123" y="2033323"/>
                </a:lnTo>
                <a:lnTo>
                  <a:pt x="553247" y="2029688"/>
                </a:lnTo>
                <a:close/>
                <a:moveTo>
                  <a:pt x="1221059" y="530317"/>
                </a:moveTo>
                <a:lnTo>
                  <a:pt x="1220884" y="531971"/>
                </a:lnTo>
                <a:lnTo>
                  <a:pt x="1220858" y="532087"/>
                </a:lnTo>
                <a:lnTo>
                  <a:pt x="1222348" y="534762"/>
                </a:lnTo>
                <a:close/>
                <a:moveTo>
                  <a:pt x="1235383" y="498085"/>
                </a:moveTo>
                <a:lnTo>
                  <a:pt x="1235937" y="500347"/>
                </a:lnTo>
                <a:lnTo>
                  <a:pt x="1235609" y="497733"/>
                </a:lnTo>
                <a:close/>
                <a:moveTo>
                  <a:pt x="1276526" y="405673"/>
                </a:moveTo>
                <a:lnTo>
                  <a:pt x="1276468" y="407531"/>
                </a:lnTo>
                <a:lnTo>
                  <a:pt x="1277221" y="406688"/>
                </a:lnTo>
                <a:close/>
                <a:moveTo>
                  <a:pt x="1224077" y="523054"/>
                </a:moveTo>
                <a:lnTo>
                  <a:pt x="1224292" y="525118"/>
                </a:lnTo>
                <a:lnTo>
                  <a:pt x="1226345" y="529681"/>
                </a:lnTo>
                <a:lnTo>
                  <a:pt x="1226586" y="529366"/>
                </a:lnTo>
                <a:close/>
                <a:moveTo>
                  <a:pt x="1234491" y="499481"/>
                </a:moveTo>
                <a:lnTo>
                  <a:pt x="1236256" y="502892"/>
                </a:lnTo>
                <a:lnTo>
                  <a:pt x="1236237" y="502739"/>
                </a:lnTo>
                <a:lnTo>
                  <a:pt x="1235177" y="498407"/>
                </a:lnTo>
                <a:close/>
                <a:moveTo>
                  <a:pt x="1256640" y="449720"/>
                </a:moveTo>
                <a:lnTo>
                  <a:pt x="1256669" y="449808"/>
                </a:lnTo>
                <a:lnTo>
                  <a:pt x="1256943" y="450293"/>
                </a:lnTo>
                <a:lnTo>
                  <a:pt x="1256923" y="450137"/>
                </a:lnTo>
                <a:close/>
                <a:moveTo>
                  <a:pt x="1273549" y="411749"/>
                </a:moveTo>
                <a:lnTo>
                  <a:pt x="1274849" y="415226"/>
                </a:lnTo>
                <a:lnTo>
                  <a:pt x="1274860" y="414883"/>
                </a:lnTo>
                <a:lnTo>
                  <a:pt x="1274516" y="413478"/>
                </a:lnTo>
                <a:lnTo>
                  <a:pt x="1273788" y="411474"/>
                </a:lnTo>
                <a:close/>
                <a:moveTo>
                  <a:pt x="1229140" y="510797"/>
                </a:moveTo>
                <a:lnTo>
                  <a:pt x="1229894" y="512517"/>
                </a:lnTo>
                <a:lnTo>
                  <a:pt x="1229643" y="511402"/>
                </a:lnTo>
                <a:close/>
                <a:moveTo>
                  <a:pt x="579872" y="1964549"/>
                </a:moveTo>
                <a:lnTo>
                  <a:pt x="579691" y="1965237"/>
                </a:lnTo>
                <a:lnTo>
                  <a:pt x="580244" y="1965025"/>
                </a:lnTo>
                <a:lnTo>
                  <a:pt x="580206" y="1964682"/>
                </a:lnTo>
                <a:close/>
                <a:moveTo>
                  <a:pt x="1230849" y="506676"/>
                </a:moveTo>
                <a:lnTo>
                  <a:pt x="1230869" y="509164"/>
                </a:lnTo>
                <a:lnTo>
                  <a:pt x="1231521" y="512367"/>
                </a:lnTo>
                <a:lnTo>
                  <a:pt x="1234276" y="515679"/>
                </a:lnTo>
                <a:lnTo>
                  <a:pt x="1231815" y="507852"/>
                </a:lnTo>
                <a:close/>
                <a:moveTo>
                  <a:pt x="1295171" y="362550"/>
                </a:moveTo>
                <a:lnTo>
                  <a:pt x="1295548" y="364325"/>
                </a:lnTo>
                <a:lnTo>
                  <a:pt x="1296154" y="363899"/>
                </a:lnTo>
                <a:close/>
                <a:moveTo>
                  <a:pt x="1276565" y="404139"/>
                </a:moveTo>
                <a:lnTo>
                  <a:pt x="1277102" y="404923"/>
                </a:lnTo>
                <a:lnTo>
                  <a:pt x="1276910" y="403859"/>
                </a:lnTo>
                <a:close/>
                <a:moveTo>
                  <a:pt x="1272637" y="412798"/>
                </a:moveTo>
                <a:lnTo>
                  <a:pt x="1274760" y="418128"/>
                </a:lnTo>
                <a:lnTo>
                  <a:pt x="1274776" y="417591"/>
                </a:lnTo>
                <a:lnTo>
                  <a:pt x="1272879" y="412520"/>
                </a:lnTo>
                <a:close/>
                <a:moveTo>
                  <a:pt x="1231915" y="503513"/>
                </a:moveTo>
                <a:lnTo>
                  <a:pt x="1234517" y="507320"/>
                </a:lnTo>
                <a:lnTo>
                  <a:pt x="1237115" y="509956"/>
                </a:lnTo>
                <a:lnTo>
                  <a:pt x="1237128" y="509845"/>
                </a:lnTo>
                <a:lnTo>
                  <a:pt x="1236372" y="503826"/>
                </a:lnTo>
                <a:lnTo>
                  <a:pt x="1234289" y="499798"/>
                </a:lnTo>
                <a:close/>
                <a:moveTo>
                  <a:pt x="576351" y="1971402"/>
                </a:moveTo>
                <a:lnTo>
                  <a:pt x="576921" y="1971430"/>
                </a:lnTo>
                <a:lnTo>
                  <a:pt x="577797" y="1971200"/>
                </a:lnTo>
                <a:lnTo>
                  <a:pt x="577824" y="1971079"/>
                </a:lnTo>
                <a:close/>
                <a:moveTo>
                  <a:pt x="558206" y="2012006"/>
                </a:moveTo>
                <a:lnTo>
                  <a:pt x="562465" y="2012187"/>
                </a:lnTo>
                <a:lnTo>
                  <a:pt x="559991" y="2011505"/>
                </a:lnTo>
                <a:close/>
                <a:moveTo>
                  <a:pt x="1257452" y="446135"/>
                </a:moveTo>
                <a:lnTo>
                  <a:pt x="1258011" y="450539"/>
                </a:lnTo>
                <a:lnTo>
                  <a:pt x="1261806" y="456086"/>
                </a:lnTo>
                <a:lnTo>
                  <a:pt x="1266796" y="449877"/>
                </a:lnTo>
                <a:lnTo>
                  <a:pt x="1266288" y="447320"/>
                </a:lnTo>
                <a:lnTo>
                  <a:pt x="1264147" y="441966"/>
                </a:lnTo>
                <a:lnTo>
                  <a:pt x="1264299" y="442052"/>
                </a:lnTo>
                <a:lnTo>
                  <a:pt x="1266174" y="446739"/>
                </a:lnTo>
                <a:lnTo>
                  <a:pt x="1264962" y="440650"/>
                </a:lnTo>
                <a:lnTo>
                  <a:pt x="1263505" y="439091"/>
                </a:lnTo>
                <a:close/>
                <a:moveTo>
                  <a:pt x="566528" y="1993202"/>
                </a:moveTo>
                <a:lnTo>
                  <a:pt x="566680" y="1994398"/>
                </a:lnTo>
                <a:lnTo>
                  <a:pt x="569748" y="1993798"/>
                </a:lnTo>
                <a:lnTo>
                  <a:pt x="567341" y="1992757"/>
                </a:lnTo>
                <a:close/>
                <a:moveTo>
                  <a:pt x="1221451" y="526561"/>
                </a:moveTo>
                <a:lnTo>
                  <a:pt x="1221352" y="527516"/>
                </a:lnTo>
                <a:lnTo>
                  <a:pt x="1223117" y="534009"/>
                </a:lnTo>
                <a:lnTo>
                  <a:pt x="1223304" y="533756"/>
                </a:lnTo>
                <a:close/>
                <a:moveTo>
                  <a:pt x="1247244" y="468489"/>
                </a:moveTo>
                <a:lnTo>
                  <a:pt x="1247785" y="469938"/>
                </a:lnTo>
                <a:lnTo>
                  <a:pt x="1248625" y="472487"/>
                </a:lnTo>
                <a:lnTo>
                  <a:pt x="1249535" y="471355"/>
                </a:lnTo>
                <a:close/>
                <a:moveTo>
                  <a:pt x="1230837" y="505201"/>
                </a:moveTo>
                <a:lnTo>
                  <a:pt x="1230845" y="506219"/>
                </a:lnTo>
                <a:lnTo>
                  <a:pt x="1231591" y="507140"/>
                </a:lnTo>
                <a:lnTo>
                  <a:pt x="1230934" y="505049"/>
                </a:lnTo>
                <a:close/>
                <a:moveTo>
                  <a:pt x="1230478" y="505763"/>
                </a:moveTo>
                <a:lnTo>
                  <a:pt x="1230528" y="505825"/>
                </a:lnTo>
                <a:lnTo>
                  <a:pt x="1230529" y="505683"/>
                </a:lnTo>
                <a:close/>
                <a:moveTo>
                  <a:pt x="1230249" y="506120"/>
                </a:moveTo>
                <a:lnTo>
                  <a:pt x="1230519" y="507443"/>
                </a:lnTo>
                <a:lnTo>
                  <a:pt x="1230526" y="506282"/>
                </a:lnTo>
                <a:lnTo>
                  <a:pt x="1230312" y="506022"/>
                </a:lnTo>
                <a:close/>
                <a:moveTo>
                  <a:pt x="1242087" y="479449"/>
                </a:moveTo>
                <a:lnTo>
                  <a:pt x="1242249" y="480418"/>
                </a:lnTo>
                <a:lnTo>
                  <a:pt x="1242621" y="479956"/>
                </a:lnTo>
                <a:close/>
                <a:moveTo>
                  <a:pt x="566422" y="1992359"/>
                </a:moveTo>
                <a:lnTo>
                  <a:pt x="566504" y="1993010"/>
                </a:lnTo>
                <a:lnTo>
                  <a:pt x="567132" y="1992666"/>
                </a:lnTo>
                <a:close/>
                <a:moveTo>
                  <a:pt x="1270722" y="415001"/>
                </a:moveTo>
                <a:lnTo>
                  <a:pt x="1274672" y="420894"/>
                </a:lnTo>
                <a:lnTo>
                  <a:pt x="1274742" y="418676"/>
                </a:lnTo>
                <a:lnTo>
                  <a:pt x="1273225" y="414711"/>
                </a:lnTo>
                <a:lnTo>
                  <a:pt x="1272519" y="412934"/>
                </a:lnTo>
                <a:close/>
                <a:moveTo>
                  <a:pt x="1256085" y="447726"/>
                </a:moveTo>
                <a:lnTo>
                  <a:pt x="1256281" y="448012"/>
                </a:lnTo>
                <a:lnTo>
                  <a:pt x="1256160" y="447638"/>
                </a:lnTo>
                <a:close/>
                <a:moveTo>
                  <a:pt x="1276519" y="401707"/>
                </a:moveTo>
                <a:lnTo>
                  <a:pt x="1276538" y="403928"/>
                </a:lnTo>
                <a:lnTo>
                  <a:pt x="1276873" y="403656"/>
                </a:lnTo>
                <a:close/>
                <a:moveTo>
                  <a:pt x="1229045" y="508006"/>
                </a:moveTo>
                <a:lnTo>
                  <a:pt x="1229471" y="509902"/>
                </a:lnTo>
                <a:lnTo>
                  <a:pt x="1230498" y="511137"/>
                </a:lnTo>
                <a:lnTo>
                  <a:pt x="1230514" y="508229"/>
                </a:lnTo>
                <a:lnTo>
                  <a:pt x="1230125" y="506315"/>
                </a:lnTo>
                <a:close/>
                <a:moveTo>
                  <a:pt x="1228545" y="508789"/>
                </a:moveTo>
                <a:lnTo>
                  <a:pt x="1229246" y="509631"/>
                </a:lnTo>
                <a:lnTo>
                  <a:pt x="1228924" y="508196"/>
                </a:lnTo>
                <a:close/>
                <a:moveTo>
                  <a:pt x="1227932" y="509747"/>
                </a:moveTo>
                <a:lnTo>
                  <a:pt x="1228669" y="510920"/>
                </a:lnTo>
                <a:lnTo>
                  <a:pt x="1228078" y="509521"/>
                </a:lnTo>
                <a:lnTo>
                  <a:pt x="1228077" y="509520"/>
                </a:lnTo>
                <a:close/>
                <a:moveTo>
                  <a:pt x="1273809" y="406377"/>
                </a:moveTo>
                <a:lnTo>
                  <a:pt x="1274876" y="409314"/>
                </a:lnTo>
                <a:lnTo>
                  <a:pt x="1275040" y="409131"/>
                </a:lnTo>
                <a:lnTo>
                  <a:pt x="1275160" y="405280"/>
                </a:lnTo>
                <a:close/>
                <a:moveTo>
                  <a:pt x="566210" y="1990688"/>
                </a:moveTo>
                <a:lnTo>
                  <a:pt x="566253" y="1991026"/>
                </a:lnTo>
                <a:lnTo>
                  <a:pt x="568417" y="1991962"/>
                </a:lnTo>
                <a:lnTo>
                  <a:pt x="568748" y="1991781"/>
                </a:lnTo>
                <a:close/>
                <a:moveTo>
                  <a:pt x="1254189" y="449939"/>
                </a:moveTo>
                <a:lnTo>
                  <a:pt x="1257531" y="454925"/>
                </a:lnTo>
                <a:lnTo>
                  <a:pt x="1257165" y="452044"/>
                </a:lnTo>
                <a:lnTo>
                  <a:pt x="1255262" y="448684"/>
                </a:lnTo>
                <a:lnTo>
                  <a:pt x="1254271" y="449837"/>
                </a:lnTo>
                <a:close/>
                <a:moveTo>
                  <a:pt x="1288066" y="374021"/>
                </a:moveTo>
                <a:lnTo>
                  <a:pt x="1292545" y="389533"/>
                </a:lnTo>
                <a:lnTo>
                  <a:pt x="1299086" y="382211"/>
                </a:lnTo>
                <a:lnTo>
                  <a:pt x="1297151" y="372484"/>
                </a:lnTo>
                <a:lnTo>
                  <a:pt x="1295870" y="366465"/>
                </a:lnTo>
                <a:close/>
                <a:moveTo>
                  <a:pt x="550726" y="2024677"/>
                </a:moveTo>
                <a:lnTo>
                  <a:pt x="552971" y="2025300"/>
                </a:lnTo>
                <a:lnTo>
                  <a:pt x="563540" y="2022034"/>
                </a:lnTo>
                <a:lnTo>
                  <a:pt x="566817" y="2020873"/>
                </a:lnTo>
                <a:lnTo>
                  <a:pt x="566821" y="2020859"/>
                </a:lnTo>
                <a:lnTo>
                  <a:pt x="564972" y="2020272"/>
                </a:lnTo>
                <a:close/>
                <a:moveTo>
                  <a:pt x="549671" y="2027024"/>
                </a:moveTo>
                <a:lnTo>
                  <a:pt x="554214" y="2028542"/>
                </a:lnTo>
                <a:lnTo>
                  <a:pt x="558336" y="2027237"/>
                </a:lnTo>
                <a:lnTo>
                  <a:pt x="553532" y="2025832"/>
                </a:lnTo>
                <a:close/>
                <a:moveTo>
                  <a:pt x="1268374" y="417700"/>
                </a:moveTo>
                <a:lnTo>
                  <a:pt x="1271721" y="425882"/>
                </a:lnTo>
                <a:lnTo>
                  <a:pt x="1272475" y="427801"/>
                </a:lnTo>
                <a:lnTo>
                  <a:pt x="1274532" y="425408"/>
                </a:lnTo>
                <a:lnTo>
                  <a:pt x="1274581" y="423828"/>
                </a:lnTo>
                <a:lnTo>
                  <a:pt x="1268958" y="418427"/>
                </a:lnTo>
                <a:lnTo>
                  <a:pt x="1269443" y="418475"/>
                </a:lnTo>
                <a:lnTo>
                  <a:pt x="1274593" y="423424"/>
                </a:lnTo>
                <a:lnTo>
                  <a:pt x="1274602" y="423139"/>
                </a:lnTo>
                <a:lnTo>
                  <a:pt x="1269834" y="416022"/>
                </a:lnTo>
                <a:close/>
                <a:moveTo>
                  <a:pt x="572814" y="1974953"/>
                </a:moveTo>
                <a:lnTo>
                  <a:pt x="576795" y="1975734"/>
                </a:lnTo>
                <a:lnTo>
                  <a:pt x="577346" y="1973240"/>
                </a:lnTo>
                <a:close/>
                <a:moveTo>
                  <a:pt x="1253434" y="450892"/>
                </a:moveTo>
                <a:lnTo>
                  <a:pt x="1253985" y="451507"/>
                </a:lnTo>
                <a:lnTo>
                  <a:pt x="1255448" y="453188"/>
                </a:lnTo>
                <a:lnTo>
                  <a:pt x="1253692" y="450567"/>
                </a:lnTo>
                <a:close/>
                <a:moveTo>
                  <a:pt x="1225224" y="513987"/>
                </a:moveTo>
                <a:lnTo>
                  <a:pt x="1228403" y="517541"/>
                </a:lnTo>
                <a:lnTo>
                  <a:pt x="1226275" y="512342"/>
                </a:lnTo>
                <a:close/>
                <a:moveTo>
                  <a:pt x="1225083" y="514207"/>
                </a:moveTo>
                <a:lnTo>
                  <a:pt x="1229954" y="524966"/>
                </a:lnTo>
                <a:lnTo>
                  <a:pt x="1230423" y="524354"/>
                </a:lnTo>
                <a:lnTo>
                  <a:pt x="1230434" y="522497"/>
                </a:lnTo>
                <a:lnTo>
                  <a:pt x="1228790" y="518486"/>
                </a:lnTo>
                <a:lnTo>
                  <a:pt x="1225103" y="514177"/>
                </a:lnTo>
                <a:close/>
                <a:moveTo>
                  <a:pt x="1222060" y="520765"/>
                </a:moveTo>
                <a:lnTo>
                  <a:pt x="1221549" y="525638"/>
                </a:lnTo>
                <a:lnTo>
                  <a:pt x="1223553" y="533422"/>
                </a:lnTo>
                <a:lnTo>
                  <a:pt x="1224797" y="531751"/>
                </a:lnTo>
                <a:lnTo>
                  <a:pt x="1224132" y="525372"/>
                </a:lnTo>
                <a:close/>
                <a:moveTo>
                  <a:pt x="574634" y="1970311"/>
                </a:moveTo>
                <a:lnTo>
                  <a:pt x="578200" y="1969378"/>
                </a:lnTo>
                <a:lnTo>
                  <a:pt x="578221" y="1969278"/>
                </a:lnTo>
                <a:lnTo>
                  <a:pt x="576803" y="1969484"/>
                </a:lnTo>
                <a:close/>
                <a:moveTo>
                  <a:pt x="534371" y="2060122"/>
                </a:moveTo>
                <a:lnTo>
                  <a:pt x="537467" y="2070939"/>
                </a:lnTo>
                <a:lnTo>
                  <a:pt x="547001" y="2070122"/>
                </a:lnTo>
                <a:lnTo>
                  <a:pt x="556948" y="2068049"/>
                </a:lnTo>
                <a:lnTo>
                  <a:pt x="557441" y="2065664"/>
                </a:lnTo>
                <a:lnTo>
                  <a:pt x="551281" y="2067841"/>
                </a:lnTo>
                <a:lnTo>
                  <a:pt x="550960" y="2067697"/>
                </a:lnTo>
                <a:lnTo>
                  <a:pt x="557497" y="2065387"/>
                </a:lnTo>
                <a:lnTo>
                  <a:pt x="560194" y="2052339"/>
                </a:lnTo>
                <a:lnTo>
                  <a:pt x="549141" y="2056177"/>
                </a:lnTo>
                <a:close/>
                <a:moveTo>
                  <a:pt x="1272068" y="407790"/>
                </a:moveTo>
                <a:lnTo>
                  <a:pt x="1273299" y="411080"/>
                </a:lnTo>
                <a:lnTo>
                  <a:pt x="1273545" y="410803"/>
                </a:lnTo>
                <a:lnTo>
                  <a:pt x="1272363" y="407551"/>
                </a:lnTo>
                <a:close/>
                <a:moveTo>
                  <a:pt x="563049" y="1995109"/>
                </a:moveTo>
                <a:lnTo>
                  <a:pt x="566438" y="1994446"/>
                </a:lnTo>
                <a:lnTo>
                  <a:pt x="566283" y="1993337"/>
                </a:lnTo>
                <a:close/>
                <a:moveTo>
                  <a:pt x="1222288" y="518582"/>
                </a:moveTo>
                <a:lnTo>
                  <a:pt x="1222110" y="520270"/>
                </a:lnTo>
                <a:lnTo>
                  <a:pt x="1224049" y="524580"/>
                </a:lnTo>
                <a:lnTo>
                  <a:pt x="1223824" y="522419"/>
                </a:lnTo>
                <a:lnTo>
                  <a:pt x="1222295" y="518571"/>
                </a:lnTo>
                <a:close/>
                <a:moveTo>
                  <a:pt x="1266102" y="420314"/>
                </a:moveTo>
                <a:lnTo>
                  <a:pt x="1267261" y="423033"/>
                </a:lnTo>
                <a:lnTo>
                  <a:pt x="1269913" y="430783"/>
                </a:lnTo>
                <a:lnTo>
                  <a:pt x="1272212" y="428107"/>
                </a:lnTo>
                <a:lnTo>
                  <a:pt x="1268198" y="417904"/>
                </a:lnTo>
                <a:close/>
                <a:moveTo>
                  <a:pt x="585789" y="1943335"/>
                </a:moveTo>
                <a:lnTo>
                  <a:pt x="588042" y="1944473"/>
                </a:lnTo>
                <a:lnTo>
                  <a:pt x="586689" y="1943190"/>
                </a:lnTo>
                <a:close/>
                <a:moveTo>
                  <a:pt x="565836" y="1987729"/>
                </a:moveTo>
                <a:lnTo>
                  <a:pt x="565922" y="1988409"/>
                </a:lnTo>
                <a:lnTo>
                  <a:pt x="568465" y="1989290"/>
                </a:lnTo>
                <a:lnTo>
                  <a:pt x="572756" y="1988661"/>
                </a:lnTo>
                <a:lnTo>
                  <a:pt x="570938" y="1987870"/>
                </a:lnTo>
                <a:lnTo>
                  <a:pt x="569496" y="1987955"/>
                </a:lnTo>
                <a:close/>
                <a:moveTo>
                  <a:pt x="564660" y="1990336"/>
                </a:moveTo>
                <a:lnTo>
                  <a:pt x="565940" y="1990890"/>
                </a:lnTo>
                <a:lnTo>
                  <a:pt x="565920" y="1990749"/>
                </a:lnTo>
                <a:lnTo>
                  <a:pt x="565895" y="1990553"/>
                </a:lnTo>
                <a:lnTo>
                  <a:pt x="565208" y="1990256"/>
                </a:lnTo>
                <a:close/>
                <a:moveTo>
                  <a:pt x="1270993" y="408663"/>
                </a:moveTo>
                <a:lnTo>
                  <a:pt x="1272369" y="412120"/>
                </a:lnTo>
                <a:lnTo>
                  <a:pt x="1272623" y="411836"/>
                </a:lnTo>
                <a:lnTo>
                  <a:pt x="1271333" y="408388"/>
                </a:lnTo>
                <a:close/>
                <a:moveTo>
                  <a:pt x="561302" y="1997648"/>
                </a:moveTo>
                <a:lnTo>
                  <a:pt x="567132" y="1999402"/>
                </a:lnTo>
                <a:lnTo>
                  <a:pt x="566766" y="1996783"/>
                </a:lnTo>
                <a:lnTo>
                  <a:pt x="564263" y="1996823"/>
                </a:lnTo>
                <a:close/>
                <a:moveTo>
                  <a:pt x="554440" y="2013010"/>
                </a:moveTo>
                <a:lnTo>
                  <a:pt x="555270" y="2013273"/>
                </a:lnTo>
                <a:lnTo>
                  <a:pt x="567863" y="2016140"/>
                </a:lnTo>
                <a:lnTo>
                  <a:pt x="568377" y="2013818"/>
                </a:lnTo>
                <a:lnTo>
                  <a:pt x="563239" y="2012401"/>
                </a:lnTo>
                <a:lnTo>
                  <a:pt x="557629" y="2012161"/>
                </a:lnTo>
                <a:close/>
                <a:moveTo>
                  <a:pt x="1276470" y="396026"/>
                </a:moveTo>
                <a:lnTo>
                  <a:pt x="1276499" y="399333"/>
                </a:lnTo>
                <a:lnTo>
                  <a:pt x="1277230" y="403367"/>
                </a:lnTo>
                <a:lnTo>
                  <a:pt x="1278632" y="402228"/>
                </a:lnTo>
                <a:lnTo>
                  <a:pt x="1278923" y="402224"/>
                </a:lnTo>
                <a:lnTo>
                  <a:pt x="1277266" y="403569"/>
                </a:lnTo>
                <a:lnTo>
                  <a:pt x="1277660" y="405738"/>
                </a:lnTo>
                <a:lnTo>
                  <a:pt x="1277838" y="405998"/>
                </a:lnTo>
                <a:lnTo>
                  <a:pt x="1280639" y="402862"/>
                </a:lnTo>
                <a:lnTo>
                  <a:pt x="1279360" y="399116"/>
                </a:lnTo>
                <a:close/>
                <a:moveTo>
                  <a:pt x="1249905" y="455345"/>
                </a:moveTo>
                <a:lnTo>
                  <a:pt x="1251182" y="457824"/>
                </a:lnTo>
                <a:lnTo>
                  <a:pt x="1254565" y="465096"/>
                </a:lnTo>
                <a:lnTo>
                  <a:pt x="1258240" y="460523"/>
                </a:lnTo>
                <a:lnTo>
                  <a:pt x="1257752" y="456676"/>
                </a:lnTo>
                <a:lnTo>
                  <a:pt x="1253093" y="451323"/>
                </a:lnTo>
                <a:close/>
                <a:moveTo>
                  <a:pt x="585746" y="1942295"/>
                </a:moveTo>
                <a:lnTo>
                  <a:pt x="585573" y="1942950"/>
                </a:lnTo>
                <a:lnTo>
                  <a:pt x="586311" y="1942831"/>
                </a:lnTo>
                <a:close/>
                <a:moveTo>
                  <a:pt x="1287217" y="371082"/>
                </a:moveTo>
                <a:lnTo>
                  <a:pt x="1288039" y="373929"/>
                </a:lnTo>
                <a:lnTo>
                  <a:pt x="1295826" y="366258"/>
                </a:lnTo>
                <a:lnTo>
                  <a:pt x="1295600" y="365200"/>
                </a:lnTo>
                <a:close/>
                <a:moveTo>
                  <a:pt x="1216149" y="530183"/>
                </a:moveTo>
                <a:lnTo>
                  <a:pt x="1215998" y="535083"/>
                </a:lnTo>
                <a:lnTo>
                  <a:pt x="1216961" y="530863"/>
                </a:lnTo>
                <a:close/>
                <a:moveTo>
                  <a:pt x="1248987" y="456505"/>
                </a:moveTo>
                <a:lnTo>
                  <a:pt x="1251097" y="462976"/>
                </a:lnTo>
                <a:lnTo>
                  <a:pt x="1253520" y="466396"/>
                </a:lnTo>
                <a:lnTo>
                  <a:pt x="1253679" y="466199"/>
                </a:lnTo>
                <a:lnTo>
                  <a:pt x="1249102" y="456361"/>
                </a:lnTo>
                <a:close/>
                <a:moveTo>
                  <a:pt x="1216320" y="529344"/>
                </a:moveTo>
                <a:lnTo>
                  <a:pt x="1216164" y="529707"/>
                </a:lnTo>
                <a:lnTo>
                  <a:pt x="1216160" y="529827"/>
                </a:lnTo>
                <a:lnTo>
                  <a:pt x="1216876" y="530410"/>
                </a:lnTo>
                <a:close/>
                <a:moveTo>
                  <a:pt x="1218204" y="524974"/>
                </a:moveTo>
                <a:lnTo>
                  <a:pt x="1217633" y="526300"/>
                </a:lnTo>
                <a:lnTo>
                  <a:pt x="1217896" y="526772"/>
                </a:lnTo>
                <a:lnTo>
                  <a:pt x="1218362" y="524726"/>
                </a:lnTo>
                <a:close/>
                <a:moveTo>
                  <a:pt x="526179" y="2074539"/>
                </a:moveTo>
                <a:lnTo>
                  <a:pt x="528433" y="2091554"/>
                </a:lnTo>
                <a:lnTo>
                  <a:pt x="529475" y="2098662"/>
                </a:lnTo>
                <a:lnTo>
                  <a:pt x="544454" y="2097214"/>
                </a:lnTo>
                <a:lnTo>
                  <a:pt x="544637" y="2097194"/>
                </a:lnTo>
                <a:lnTo>
                  <a:pt x="537482" y="2073439"/>
                </a:lnTo>
                <a:close/>
                <a:moveTo>
                  <a:pt x="1241834" y="471742"/>
                </a:moveTo>
                <a:lnTo>
                  <a:pt x="1241745" y="472586"/>
                </a:lnTo>
                <a:lnTo>
                  <a:pt x="1242967" y="473641"/>
                </a:lnTo>
                <a:close/>
                <a:moveTo>
                  <a:pt x="546683" y="2027948"/>
                </a:moveTo>
                <a:lnTo>
                  <a:pt x="550219" y="2029807"/>
                </a:lnTo>
                <a:lnTo>
                  <a:pt x="551956" y="2029256"/>
                </a:lnTo>
                <a:lnTo>
                  <a:pt x="547388" y="2027730"/>
                </a:lnTo>
                <a:close/>
                <a:moveTo>
                  <a:pt x="1247681" y="458153"/>
                </a:moveTo>
                <a:lnTo>
                  <a:pt x="1250004" y="461433"/>
                </a:lnTo>
                <a:lnTo>
                  <a:pt x="1248570" y="457032"/>
                </a:lnTo>
                <a:close/>
                <a:moveTo>
                  <a:pt x="1262294" y="424694"/>
                </a:moveTo>
                <a:lnTo>
                  <a:pt x="1264710" y="436837"/>
                </a:lnTo>
                <a:lnTo>
                  <a:pt x="1267692" y="433366"/>
                </a:lnTo>
                <a:lnTo>
                  <a:pt x="1264038" y="422688"/>
                </a:lnTo>
                <a:close/>
                <a:moveTo>
                  <a:pt x="1248569" y="455216"/>
                </a:moveTo>
                <a:lnTo>
                  <a:pt x="1248663" y="455507"/>
                </a:lnTo>
                <a:lnTo>
                  <a:pt x="1248690" y="455476"/>
                </a:lnTo>
                <a:close/>
                <a:moveTo>
                  <a:pt x="1268068" y="411039"/>
                </a:moveTo>
                <a:lnTo>
                  <a:pt x="1270337" y="414423"/>
                </a:lnTo>
                <a:lnTo>
                  <a:pt x="1271232" y="413393"/>
                </a:lnTo>
                <a:lnTo>
                  <a:pt x="1272249" y="412255"/>
                </a:lnTo>
                <a:lnTo>
                  <a:pt x="1270862" y="408771"/>
                </a:lnTo>
                <a:close/>
                <a:moveTo>
                  <a:pt x="1227602" y="501580"/>
                </a:moveTo>
                <a:lnTo>
                  <a:pt x="1227646" y="501776"/>
                </a:lnTo>
                <a:lnTo>
                  <a:pt x="1227705" y="501685"/>
                </a:lnTo>
                <a:close/>
                <a:moveTo>
                  <a:pt x="584044" y="1942453"/>
                </a:moveTo>
                <a:lnTo>
                  <a:pt x="584300" y="1942582"/>
                </a:lnTo>
                <a:lnTo>
                  <a:pt x="584352" y="1942384"/>
                </a:lnTo>
                <a:close/>
                <a:moveTo>
                  <a:pt x="579451" y="1952691"/>
                </a:moveTo>
                <a:lnTo>
                  <a:pt x="579455" y="1952723"/>
                </a:lnTo>
                <a:lnTo>
                  <a:pt x="579465" y="1952718"/>
                </a:lnTo>
                <a:close/>
                <a:moveTo>
                  <a:pt x="559471" y="1997070"/>
                </a:moveTo>
                <a:lnTo>
                  <a:pt x="560100" y="1997287"/>
                </a:lnTo>
                <a:lnTo>
                  <a:pt x="560506" y="1997409"/>
                </a:lnTo>
                <a:lnTo>
                  <a:pt x="562509" y="1996851"/>
                </a:lnTo>
                <a:lnTo>
                  <a:pt x="561211" y="1996871"/>
                </a:lnTo>
                <a:lnTo>
                  <a:pt x="560364" y="1996805"/>
                </a:lnTo>
                <a:lnTo>
                  <a:pt x="559837" y="1996869"/>
                </a:lnTo>
                <a:close/>
                <a:moveTo>
                  <a:pt x="563551" y="1987588"/>
                </a:moveTo>
                <a:lnTo>
                  <a:pt x="565611" y="1988301"/>
                </a:lnTo>
                <a:lnTo>
                  <a:pt x="565537" y="1987710"/>
                </a:lnTo>
                <a:close/>
                <a:moveTo>
                  <a:pt x="1281167" y="380699"/>
                </a:moveTo>
                <a:lnTo>
                  <a:pt x="1281721" y="398929"/>
                </a:lnTo>
                <a:lnTo>
                  <a:pt x="1283013" y="400205"/>
                </a:lnTo>
                <a:lnTo>
                  <a:pt x="1292318" y="389787"/>
                </a:lnTo>
                <a:lnTo>
                  <a:pt x="1287831" y="374248"/>
                </a:lnTo>
                <a:close/>
                <a:moveTo>
                  <a:pt x="1244758" y="461843"/>
                </a:moveTo>
                <a:lnTo>
                  <a:pt x="1246238" y="465802"/>
                </a:lnTo>
                <a:lnTo>
                  <a:pt x="1250266" y="470445"/>
                </a:lnTo>
                <a:lnTo>
                  <a:pt x="1252170" y="468076"/>
                </a:lnTo>
                <a:lnTo>
                  <a:pt x="1250938" y="464295"/>
                </a:lnTo>
                <a:lnTo>
                  <a:pt x="1250081" y="462693"/>
                </a:lnTo>
                <a:lnTo>
                  <a:pt x="1247250" y="458697"/>
                </a:lnTo>
                <a:close/>
                <a:moveTo>
                  <a:pt x="559135" y="1996954"/>
                </a:moveTo>
                <a:lnTo>
                  <a:pt x="559241" y="1996990"/>
                </a:lnTo>
                <a:lnTo>
                  <a:pt x="559356" y="1996927"/>
                </a:lnTo>
                <a:close/>
                <a:moveTo>
                  <a:pt x="1230737" y="492930"/>
                </a:moveTo>
                <a:lnTo>
                  <a:pt x="1230770" y="496888"/>
                </a:lnTo>
                <a:lnTo>
                  <a:pt x="1231883" y="495146"/>
                </a:lnTo>
                <a:close/>
                <a:moveTo>
                  <a:pt x="1276422" y="390510"/>
                </a:moveTo>
                <a:lnTo>
                  <a:pt x="1276450" y="393726"/>
                </a:lnTo>
                <a:lnTo>
                  <a:pt x="1278063" y="395319"/>
                </a:lnTo>
                <a:close/>
                <a:moveTo>
                  <a:pt x="569409" y="1972923"/>
                </a:moveTo>
                <a:lnTo>
                  <a:pt x="574353" y="1972106"/>
                </a:lnTo>
                <a:lnTo>
                  <a:pt x="575315" y="1971853"/>
                </a:lnTo>
                <a:lnTo>
                  <a:pt x="574480" y="1971812"/>
                </a:lnTo>
                <a:close/>
                <a:moveTo>
                  <a:pt x="1266252" y="412513"/>
                </a:moveTo>
                <a:lnTo>
                  <a:pt x="1268090" y="417007"/>
                </a:lnTo>
                <a:lnTo>
                  <a:pt x="1269446" y="415447"/>
                </a:lnTo>
                <a:lnTo>
                  <a:pt x="1267047" y="411867"/>
                </a:lnTo>
                <a:close/>
                <a:moveTo>
                  <a:pt x="565134" y="1982170"/>
                </a:moveTo>
                <a:lnTo>
                  <a:pt x="565347" y="1983853"/>
                </a:lnTo>
                <a:lnTo>
                  <a:pt x="575126" y="1983281"/>
                </a:lnTo>
                <a:lnTo>
                  <a:pt x="575233" y="1982800"/>
                </a:lnTo>
                <a:lnTo>
                  <a:pt x="570142" y="1982505"/>
                </a:lnTo>
                <a:lnTo>
                  <a:pt x="567364" y="1982232"/>
                </a:lnTo>
                <a:close/>
                <a:moveTo>
                  <a:pt x="1228380" y="496928"/>
                </a:moveTo>
                <a:lnTo>
                  <a:pt x="1228789" y="498936"/>
                </a:lnTo>
                <a:lnTo>
                  <a:pt x="1229136" y="499445"/>
                </a:lnTo>
                <a:lnTo>
                  <a:pt x="1229160" y="499408"/>
                </a:lnTo>
                <a:close/>
                <a:moveTo>
                  <a:pt x="1243115" y="463916"/>
                </a:moveTo>
                <a:lnTo>
                  <a:pt x="1244980" y="467056"/>
                </a:lnTo>
                <a:lnTo>
                  <a:pt x="1244198" y="464683"/>
                </a:lnTo>
                <a:lnTo>
                  <a:pt x="1243350" y="463620"/>
                </a:lnTo>
                <a:close/>
                <a:moveTo>
                  <a:pt x="1242850" y="464252"/>
                </a:moveTo>
                <a:lnTo>
                  <a:pt x="1245415" y="468378"/>
                </a:lnTo>
                <a:lnTo>
                  <a:pt x="1245378" y="468263"/>
                </a:lnTo>
                <a:lnTo>
                  <a:pt x="1242933" y="464147"/>
                </a:lnTo>
                <a:close/>
                <a:moveTo>
                  <a:pt x="1227122" y="499442"/>
                </a:moveTo>
                <a:lnTo>
                  <a:pt x="1227231" y="499923"/>
                </a:lnTo>
                <a:lnTo>
                  <a:pt x="1228201" y="500908"/>
                </a:lnTo>
                <a:lnTo>
                  <a:pt x="1228254" y="500826"/>
                </a:lnTo>
                <a:close/>
                <a:moveTo>
                  <a:pt x="1242587" y="464620"/>
                </a:moveTo>
                <a:lnTo>
                  <a:pt x="1241867" y="471435"/>
                </a:lnTo>
                <a:lnTo>
                  <a:pt x="1243410" y="474023"/>
                </a:lnTo>
                <a:lnTo>
                  <a:pt x="1245761" y="476050"/>
                </a:lnTo>
                <a:lnTo>
                  <a:pt x="1247307" y="474127"/>
                </a:lnTo>
                <a:lnTo>
                  <a:pt x="1246055" y="470322"/>
                </a:lnTo>
                <a:close/>
                <a:moveTo>
                  <a:pt x="1240390" y="469322"/>
                </a:moveTo>
                <a:lnTo>
                  <a:pt x="1240801" y="471771"/>
                </a:lnTo>
                <a:lnTo>
                  <a:pt x="1241513" y="472385"/>
                </a:lnTo>
                <a:lnTo>
                  <a:pt x="1241618" y="471379"/>
                </a:lnTo>
                <a:close/>
                <a:moveTo>
                  <a:pt x="1230716" y="490360"/>
                </a:moveTo>
                <a:lnTo>
                  <a:pt x="1230732" y="492211"/>
                </a:lnTo>
                <a:lnTo>
                  <a:pt x="1232086" y="494829"/>
                </a:lnTo>
                <a:lnTo>
                  <a:pt x="1233232" y="493035"/>
                </a:lnTo>
                <a:lnTo>
                  <a:pt x="1230795" y="490435"/>
                </a:lnTo>
                <a:close/>
                <a:moveTo>
                  <a:pt x="1257554" y="430147"/>
                </a:moveTo>
                <a:lnTo>
                  <a:pt x="1264280" y="437338"/>
                </a:lnTo>
                <a:lnTo>
                  <a:pt x="1264299" y="437313"/>
                </a:lnTo>
                <a:lnTo>
                  <a:pt x="1261884" y="425167"/>
                </a:lnTo>
                <a:close/>
                <a:moveTo>
                  <a:pt x="557139" y="1998347"/>
                </a:moveTo>
                <a:lnTo>
                  <a:pt x="559267" y="1997754"/>
                </a:lnTo>
                <a:lnTo>
                  <a:pt x="558625" y="1997533"/>
                </a:lnTo>
                <a:close/>
                <a:moveTo>
                  <a:pt x="1223620" y="505865"/>
                </a:moveTo>
                <a:lnTo>
                  <a:pt x="1223343" y="508512"/>
                </a:lnTo>
                <a:lnTo>
                  <a:pt x="1224173" y="507214"/>
                </a:lnTo>
                <a:close/>
                <a:moveTo>
                  <a:pt x="544334" y="2026712"/>
                </a:moveTo>
                <a:lnTo>
                  <a:pt x="545840" y="2027504"/>
                </a:lnTo>
                <a:lnTo>
                  <a:pt x="546293" y="2027365"/>
                </a:lnTo>
                <a:lnTo>
                  <a:pt x="544339" y="2026711"/>
                </a:lnTo>
                <a:close/>
                <a:moveTo>
                  <a:pt x="550855" y="2011872"/>
                </a:moveTo>
                <a:lnTo>
                  <a:pt x="553675" y="2012767"/>
                </a:lnTo>
                <a:lnTo>
                  <a:pt x="556068" y="2012095"/>
                </a:lnTo>
                <a:close/>
                <a:moveTo>
                  <a:pt x="1240119" y="467698"/>
                </a:moveTo>
                <a:lnTo>
                  <a:pt x="1240307" y="468817"/>
                </a:lnTo>
                <a:lnTo>
                  <a:pt x="1241650" y="471074"/>
                </a:lnTo>
                <a:lnTo>
                  <a:pt x="1242296" y="464949"/>
                </a:lnTo>
                <a:close/>
                <a:moveTo>
                  <a:pt x="1242972" y="460958"/>
                </a:moveTo>
                <a:lnTo>
                  <a:pt x="1242871" y="461919"/>
                </a:lnTo>
                <a:lnTo>
                  <a:pt x="1243012" y="462082"/>
                </a:lnTo>
                <a:lnTo>
                  <a:pt x="1243251" y="461804"/>
                </a:lnTo>
                <a:close/>
                <a:moveTo>
                  <a:pt x="1263671" y="414607"/>
                </a:moveTo>
                <a:lnTo>
                  <a:pt x="1265811" y="419629"/>
                </a:lnTo>
                <a:lnTo>
                  <a:pt x="1267921" y="417201"/>
                </a:lnTo>
                <a:lnTo>
                  <a:pt x="1266119" y="412620"/>
                </a:lnTo>
                <a:close/>
                <a:moveTo>
                  <a:pt x="576777" y="1952489"/>
                </a:moveTo>
                <a:lnTo>
                  <a:pt x="577828" y="1953160"/>
                </a:lnTo>
                <a:lnTo>
                  <a:pt x="578652" y="1953159"/>
                </a:lnTo>
                <a:lnTo>
                  <a:pt x="579074" y="1952930"/>
                </a:lnTo>
                <a:lnTo>
                  <a:pt x="579000" y="1952157"/>
                </a:lnTo>
                <a:close/>
                <a:moveTo>
                  <a:pt x="581870" y="1941025"/>
                </a:moveTo>
                <a:lnTo>
                  <a:pt x="582219" y="1941531"/>
                </a:lnTo>
                <a:lnTo>
                  <a:pt x="583348" y="1942102"/>
                </a:lnTo>
                <a:lnTo>
                  <a:pt x="584495" y="1941843"/>
                </a:lnTo>
                <a:lnTo>
                  <a:pt x="584650" y="1941255"/>
                </a:lnTo>
                <a:lnTo>
                  <a:pt x="584593" y="1941201"/>
                </a:lnTo>
                <a:close/>
                <a:moveTo>
                  <a:pt x="565441" y="1977741"/>
                </a:moveTo>
                <a:lnTo>
                  <a:pt x="576298" y="1977979"/>
                </a:lnTo>
                <a:lnTo>
                  <a:pt x="576377" y="1977622"/>
                </a:lnTo>
                <a:lnTo>
                  <a:pt x="575725" y="1977511"/>
                </a:lnTo>
                <a:lnTo>
                  <a:pt x="575515" y="1977229"/>
                </a:lnTo>
                <a:lnTo>
                  <a:pt x="576430" y="1977385"/>
                </a:lnTo>
                <a:lnTo>
                  <a:pt x="576737" y="1975999"/>
                </a:lnTo>
                <a:lnTo>
                  <a:pt x="572437" y="1975096"/>
                </a:lnTo>
                <a:close/>
                <a:moveTo>
                  <a:pt x="1281008" y="375439"/>
                </a:moveTo>
                <a:lnTo>
                  <a:pt x="1281168" y="380696"/>
                </a:lnTo>
                <a:lnTo>
                  <a:pt x="1287805" y="374158"/>
                </a:lnTo>
                <a:lnTo>
                  <a:pt x="1286967" y="371258"/>
                </a:lnTo>
                <a:close/>
                <a:moveTo>
                  <a:pt x="1255345" y="432689"/>
                </a:moveTo>
                <a:lnTo>
                  <a:pt x="1257001" y="442572"/>
                </a:lnTo>
                <a:lnTo>
                  <a:pt x="1257358" y="445390"/>
                </a:lnTo>
                <a:lnTo>
                  <a:pt x="1263122" y="438684"/>
                </a:lnTo>
                <a:lnTo>
                  <a:pt x="1256390" y="431486"/>
                </a:lnTo>
                <a:close/>
                <a:moveTo>
                  <a:pt x="566894" y="1973757"/>
                </a:moveTo>
                <a:lnTo>
                  <a:pt x="569439" y="1974292"/>
                </a:lnTo>
                <a:lnTo>
                  <a:pt x="571381" y="1974673"/>
                </a:lnTo>
                <a:lnTo>
                  <a:pt x="577544" y="1972341"/>
                </a:lnTo>
                <a:lnTo>
                  <a:pt x="577623" y="1971985"/>
                </a:lnTo>
                <a:close/>
                <a:moveTo>
                  <a:pt x="1238479" y="469769"/>
                </a:moveTo>
                <a:lnTo>
                  <a:pt x="1240007" y="471087"/>
                </a:lnTo>
                <a:lnTo>
                  <a:pt x="1239558" y="468406"/>
                </a:lnTo>
                <a:close/>
                <a:moveTo>
                  <a:pt x="1226745" y="495946"/>
                </a:moveTo>
                <a:lnTo>
                  <a:pt x="1228555" y="498595"/>
                </a:lnTo>
                <a:lnTo>
                  <a:pt x="1227916" y="495449"/>
                </a:lnTo>
                <a:lnTo>
                  <a:pt x="1227584" y="494396"/>
                </a:lnTo>
                <a:close/>
                <a:moveTo>
                  <a:pt x="564643" y="1978282"/>
                </a:moveTo>
                <a:lnTo>
                  <a:pt x="565028" y="1981330"/>
                </a:lnTo>
                <a:lnTo>
                  <a:pt x="575450" y="1981817"/>
                </a:lnTo>
                <a:lnTo>
                  <a:pt x="576175" y="1978535"/>
                </a:lnTo>
                <a:close/>
                <a:moveTo>
                  <a:pt x="1226043" y="497244"/>
                </a:moveTo>
                <a:lnTo>
                  <a:pt x="1228570" y="500331"/>
                </a:lnTo>
                <a:lnTo>
                  <a:pt x="1228765" y="500025"/>
                </a:lnTo>
                <a:lnTo>
                  <a:pt x="1226435" y="496518"/>
                </a:lnTo>
                <a:close/>
                <a:moveTo>
                  <a:pt x="1225527" y="498195"/>
                </a:moveTo>
                <a:lnTo>
                  <a:pt x="1227016" y="499706"/>
                </a:lnTo>
                <a:lnTo>
                  <a:pt x="1226895" y="499164"/>
                </a:lnTo>
                <a:lnTo>
                  <a:pt x="1225756" y="497772"/>
                </a:lnTo>
                <a:close/>
                <a:moveTo>
                  <a:pt x="1225058" y="499063"/>
                </a:moveTo>
                <a:lnTo>
                  <a:pt x="1227473" y="502048"/>
                </a:lnTo>
                <a:lnTo>
                  <a:pt x="1227525" y="501967"/>
                </a:lnTo>
                <a:lnTo>
                  <a:pt x="1227389" y="501363"/>
                </a:lnTo>
                <a:lnTo>
                  <a:pt x="1225081" y="499021"/>
                </a:lnTo>
                <a:close/>
                <a:moveTo>
                  <a:pt x="1241753" y="461624"/>
                </a:moveTo>
                <a:lnTo>
                  <a:pt x="1242429" y="462762"/>
                </a:lnTo>
                <a:lnTo>
                  <a:pt x="1242541" y="462631"/>
                </a:lnTo>
                <a:lnTo>
                  <a:pt x="1242543" y="462612"/>
                </a:lnTo>
                <a:close/>
                <a:moveTo>
                  <a:pt x="1224472" y="500144"/>
                </a:moveTo>
                <a:lnTo>
                  <a:pt x="1226188" y="504059"/>
                </a:lnTo>
                <a:lnTo>
                  <a:pt x="1227287" y="502339"/>
                </a:lnTo>
                <a:lnTo>
                  <a:pt x="1224874" y="499402"/>
                </a:lnTo>
                <a:close/>
                <a:moveTo>
                  <a:pt x="1224160" y="500721"/>
                </a:moveTo>
                <a:lnTo>
                  <a:pt x="1223924" y="502970"/>
                </a:lnTo>
                <a:lnTo>
                  <a:pt x="1224137" y="503490"/>
                </a:lnTo>
                <a:lnTo>
                  <a:pt x="1225503" y="505132"/>
                </a:lnTo>
                <a:lnTo>
                  <a:pt x="1225938" y="504450"/>
                </a:lnTo>
                <a:lnTo>
                  <a:pt x="1224276" y="500508"/>
                </a:lnTo>
                <a:close/>
                <a:moveTo>
                  <a:pt x="539247" y="2034081"/>
                </a:moveTo>
                <a:lnTo>
                  <a:pt x="559082" y="2038291"/>
                </a:lnTo>
                <a:lnTo>
                  <a:pt x="561451" y="2037836"/>
                </a:lnTo>
                <a:lnTo>
                  <a:pt x="560321" y="2037242"/>
                </a:lnTo>
                <a:lnTo>
                  <a:pt x="552837" y="2036362"/>
                </a:lnTo>
                <a:lnTo>
                  <a:pt x="552576" y="2036049"/>
                </a:lnTo>
                <a:lnTo>
                  <a:pt x="559628" y="2036878"/>
                </a:lnTo>
                <a:lnTo>
                  <a:pt x="548700" y="2031132"/>
                </a:lnTo>
                <a:lnTo>
                  <a:pt x="543102" y="2032910"/>
                </a:lnTo>
                <a:close/>
                <a:moveTo>
                  <a:pt x="1224200" y="500331"/>
                </a:moveTo>
                <a:lnTo>
                  <a:pt x="1224189" y="500442"/>
                </a:lnTo>
                <a:lnTo>
                  <a:pt x="1224222" y="500380"/>
                </a:lnTo>
                <a:close/>
                <a:moveTo>
                  <a:pt x="1224762" y="498698"/>
                </a:moveTo>
                <a:lnTo>
                  <a:pt x="1224985" y="498972"/>
                </a:lnTo>
                <a:lnTo>
                  <a:pt x="1225002" y="498940"/>
                </a:lnTo>
                <a:close/>
                <a:moveTo>
                  <a:pt x="1253051" y="435327"/>
                </a:moveTo>
                <a:lnTo>
                  <a:pt x="1256329" y="445446"/>
                </a:lnTo>
                <a:lnTo>
                  <a:pt x="1254793" y="433323"/>
                </a:lnTo>
                <a:close/>
                <a:moveTo>
                  <a:pt x="1274363" y="387562"/>
                </a:moveTo>
                <a:lnTo>
                  <a:pt x="1275270" y="392561"/>
                </a:lnTo>
                <a:lnTo>
                  <a:pt x="1275550" y="392838"/>
                </a:lnTo>
                <a:lnTo>
                  <a:pt x="1275689" y="388364"/>
                </a:lnTo>
                <a:lnTo>
                  <a:pt x="1275566" y="388001"/>
                </a:lnTo>
                <a:lnTo>
                  <a:pt x="1275698" y="388071"/>
                </a:lnTo>
                <a:lnTo>
                  <a:pt x="1275761" y="386097"/>
                </a:lnTo>
                <a:close/>
                <a:moveTo>
                  <a:pt x="1221357" y="505974"/>
                </a:moveTo>
                <a:lnTo>
                  <a:pt x="1221396" y="506061"/>
                </a:lnTo>
                <a:lnTo>
                  <a:pt x="1221418" y="505855"/>
                </a:lnTo>
                <a:close/>
                <a:moveTo>
                  <a:pt x="559425" y="1988071"/>
                </a:moveTo>
                <a:lnTo>
                  <a:pt x="563816" y="1989971"/>
                </a:lnTo>
                <a:lnTo>
                  <a:pt x="564362" y="1989892"/>
                </a:lnTo>
                <a:lnTo>
                  <a:pt x="559896" y="1987969"/>
                </a:lnTo>
                <a:close/>
                <a:moveTo>
                  <a:pt x="1270188" y="396411"/>
                </a:moveTo>
                <a:lnTo>
                  <a:pt x="1273744" y="406197"/>
                </a:lnTo>
                <a:lnTo>
                  <a:pt x="1275167" y="405042"/>
                </a:lnTo>
                <a:lnTo>
                  <a:pt x="1275208" y="403748"/>
                </a:lnTo>
                <a:close/>
                <a:moveTo>
                  <a:pt x="1228911" y="488693"/>
                </a:moveTo>
                <a:lnTo>
                  <a:pt x="1230521" y="491804"/>
                </a:lnTo>
                <a:lnTo>
                  <a:pt x="1230507" y="490161"/>
                </a:lnTo>
                <a:lnTo>
                  <a:pt x="1229174" y="488897"/>
                </a:lnTo>
                <a:close/>
                <a:moveTo>
                  <a:pt x="1224363" y="498779"/>
                </a:moveTo>
                <a:lnTo>
                  <a:pt x="1224269" y="499680"/>
                </a:lnTo>
                <a:lnTo>
                  <a:pt x="1224418" y="500019"/>
                </a:lnTo>
                <a:lnTo>
                  <a:pt x="1224801" y="499312"/>
                </a:lnTo>
                <a:close/>
                <a:moveTo>
                  <a:pt x="1260769" y="417024"/>
                </a:moveTo>
                <a:lnTo>
                  <a:pt x="1262130" y="423864"/>
                </a:lnTo>
                <a:lnTo>
                  <a:pt x="1263787" y="421956"/>
                </a:lnTo>
                <a:lnTo>
                  <a:pt x="1261805" y="416159"/>
                </a:lnTo>
                <a:close/>
                <a:moveTo>
                  <a:pt x="531478" y="2050015"/>
                </a:moveTo>
                <a:lnTo>
                  <a:pt x="534078" y="2059101"/>
                </a:lnTo>
                <a:lnTo>
                  <a:pt x="560707" y="2049855"/>
                </a:lnTo>
                <a:lnTo>
                  <a:pt x="561096" y="2047971"/>
                </a:lnTo>
                <a:lnTo>
                  <a:pt x="552067" y="2048679"/>
                </a:lnTo>
                <a:close/>
                <a:moveTo>
                  <a:pt x="1218114" y="512296"/>
                </a:moveTo>
                <a:lnTo>
                  <a:pt x="1218921" y="515435"/>
                </a:lnTo>
                <a:lnTo>
                  <a:pt x="1220152" y="513507"/>
                </a:lnTo>
                <a:lnTo>
                  <a:pt x="1218905" y="510753"/>
                </a:lnTo>
                <a:close/>
                <a:moveTo>
                  <a:pt x="1254872" y="429864"/>
                </a:moveTo>
                <a:lnTo>
                  <a:pt x="1255202" y="431832"/>
                </a:lnTo>
                <a:lnTo>
                  <a:pt x="1255930" y="430996"/>
                </a:lnTo>
                <a:close/>
                <a:moveTo>
                  <a:pt x="1217525" y="513444"/>
                </a:moveTo>
                <a:lnTo>
                  <a:pt x="1218322" y="516373"/>
                </a:lnTo>
                <a:lnTo>
                  <a:pt x="1218683" y="515807"/>
                </a:lnTo>
                <a:lnTo>
                  <a:pt x="1217891" y="512730"/>
                </a:lnTo>
                <a:close/>
                <a:moveTo>
                  <a:pt x="1233277" y="478044"/>
                </a:moveTo>
                <a:lnTo>
                  <a:pt x="1235958" y="488770"/>
                </a:lnTo>
                <a:lnTo>
                  <a:pt x="1237585" y="486222"/>
                </a:lnTo>
                <a:lnTo>
                  <a:pt x="1238599" y="484960"/>
                </a:lnTo>
                <a:lnTo>
                  <a:pt x="1238115" y="482680"/>
                </a:lnTo>
                <a:lnTo>
                  <a:pt x="1233636" y="477356"/>
                </a:lnTo>
                <a:close/>
                <a:moveTo>
                  <a:pt x="1217018" y="514430"/>
                </a:moveTo>
                <a:lnTo>
                  <a:pt x="1217836" y="517133"/>
                </a:lnTo>
                <a:lnTo>
                  <a:pt x="1218078" y="516753"/>
                </a:lnTo>
                <a:lnTo>
                  <a:pt x="1217298" y="513885"/>
                </a:lnTo>
                <a:close/>
                <a:moveTo>
                  <a:pt x="531379" y="2049668"/>
                </a:moveTo>
                <a:lnTo>
                  <a:pt x="531436" y="2049871"/>
                </a:lnTo>
                <a:lnTo>
                  <a:pt x="538768" y="2049396"/>
                </a:lnTo>
                <a:lnTo>
                  <a:pt x="561165" y="2047639"/>
                </a:lnTo>
                <a:lnTo>
                  <a:pt x="561197" y="2047481"/>
                </a:lnTo>
                <a:lnTo>
                  <a:pt x="559986" y="2047681"/>
                </a:lnTo>
                <a:close/>
                <a:moveTo>
                  <a:pt x="1216609" y="515228"/>
                </a:moveTo>
                <a:lnTo>
                  <a:pt x="1216485" y="519247"/>
                </a:lnTo>
                <a:lnTo>
                  <a:pt x="1217422" y="517781"/>
                </a:lnTo>
                <a:lnTo>
                  <a:pt x="1216656" y="515138"/>
                </a:lnTo>
                <a:close/>
                <a:moveTo>
                  <a:pt x="572766" y="1956810"/>
                </a:moveTo>
                <a:lnTo>
                  <a:pt x="575509" y="1956783"/>
                </a:lnTo>
                <a:lnTo>
                  <a:pt x="574323" y="1956044"/>
                </a:lnTo>
                <a:close/>
                <a:moveTo>
                  <a:pt x="1264327" y="407809"/>
                </a:moveTo>
                <a:lnTo>
                  <a:pt x="1266181" y="412340"/>
                </a:lnTo>
                <a:lnTo>
                  <a:pt x="1266948" y="411718"/>
                </a:lnTo>
                <a:close/>
                <a:moveTo>
                  <a:pt x="1230656" y="483053"/>
                </a:moveTo>
                <a:lnTo>
                  <a:pt x="1230666" y="484238"/>
                </a:lnTo>
                <a:lnTo>
                  <a:pt x="1233155" y="486597"/>
                </a:lnTo>
                <a:lnTo>
                  <a:pt x="1231749" y="480964"/>
                </a:lnTo>
                <a:close/>
                <a:moveTo>
                  <a:pt x="1272346" y="389677"/>
                </a:moveTo>
                <a:lnTo>
                  <a:pt x="1274770" y="392070"/>
                </a:lnTo>
                <a:lnTo>
                  <a:pt x="1274018" y="387924"/>
                </a:lnTo>
                <a:close/>
                <a:moveTo>
                  <a:pt x="1243734" y="453734"/>
                </a:moveTo>
                <a:lnTo>
                  <a:pt x="1243292" y="457925"/>
                </a:lnTo>
                <a:lnTo>
                  <a:pt x="1244291" y="460594"/>
                </a:lnTo>
                <a:lnTo>
                  <a:pt x="1246651" y="457850"/>
                </a:lnTo>
                <a:close/>
                <a:moveTo>
                  <a:pt x="1230246" y="483839"/>
                </a:moveTo>
                <a:lnTo>
                  <a:pt x="1230458" y="484040"/>
                </a:lnTo>
                <a:lnTo>
                  <a:pt x="1230453" y="483443"/>
                </a:lnTo>
                <a:close/>
                <a:moveTo>
                  <a:pt x="1224615" y="496380"/>
                </a:moveTo>
                <a:lnTo>
                  <a:pt x="1224531" y="497183"/>
                </a:lnTo>
                <a:lnTo>
                  <a:pt x="1225448" y="498115"/>
                </a:lnTo>
                <a:lnTo>
                  <a:pt x="1225681" y="497684"/>
                </a:lnTo>
                <a:close/>
                <a:moveTo>
                  <a:pt x="1250276" y="438519"/>
                </a:moveTo>
                <a:lnTo>
                  <a:pt x="1252633" y="442680"/>
                </a:lnTo>
                <a:lnTo>
                  <a:pt x="1255760" y="447250"/>
                </a:lnTo>
                <a:lnTo>
                  <a:pt x="1255959" y="447018"/>
                </a:lnTo>
                <a:lnTo>
                  <a:pt x="1252410" y="436064"/>
                </a:lnTo>
                <a:close/>
                <a:moveTo>
                  <a:pt x="1233245" y="476375"/>
                </a:moveTo>
                <a:lnTo>
                  <a:pt x="1237967" y="481986"/>
                </a:lnTo>
                <a:lnTo>
                  <a:pt x="1236250" y="473920"/>
                </a:lnTo>
                <a:lnTo>
                  <a:pt x="1235645" y="473345"/>
                </a:lnTo>
                <a:close/>
                <a:moveTo>
                  <a:pt x="580212" y="1938623"/>
                </a:moveTo>
                <a:lnTo>
                  <a:pt x="580415" y="1938918"/>
                </a:lnTo>
                <a:lnTo>
                  <a:pt x="580969" y="1938993"/>
                </a:lnTo>
                <a:lnTo>
                  <a:pt x="582232" y="1939075"/>
                </a:lnTo>
                <a:lnTo>
                  <a:pt x="581195" y="1938636"/>
                </a:lnTo>
                <a:close/>
                <a:moveTo>
                  <a:pt x="1232952" y="476743"/>
                </a:moveTo>
                <a:lnTo>
                  <a:pt x="1233193" y="477709"/>
                </a:lnTo>
                <a:lnTo>
                  <a:pt x="1233326" y="477456"/>
                </a:lnTo>
                <a:lnTo>
                  <a:pt x="1233611" y="477328"/>
                </a:lnTo>
                <a:lnTo>
                  <a:pt x="1233033" y="476641"/>
                </a:lnTo>
                <a:close/>
                <a:moveTo>
                  <a:pt x="564142" y="1974314"/>
                </a:moveTo>
                <a:lnTo>
                  <a:pt x="564515" y="1977268"/>
                </a:lnTo>
                <a:lnTo>
                  <a:pt x="571037" y="1974802"/>
                </a:lnTo>
                <a:lnTo>
                  <a:pt x="566428" y="1973834"/>
                </a:lnTo>
                <a:lnTo>
                  <a:pt x="564615" y="1974134"/>
                </a:lnTo>
                <a:close/>
                <a:moveTo>
                  <a:pt x="1226895" y="490246"/>
                </a:moveTo>
                <a:lnTo>
                  <a:pt x="1229815" y="498383"/>
                </a:lnTo>
                <a:lnTo>
                  <a:pt x="1230564" y="497210"/>
                </a:lnTo>
                <a:lnTo>
                  <a:pt x="1230526" y="492522"/>
                </a:lnTo>
                <a:lnTo>
                  <a:pt x="1228300" y="488215"/>
                </a:lnTo>
                <a:lnTo>
                  <a:pt x="1228056" y="488026"/>
                </a:lnTo>
                <a:close/>
                <a:moveTo>
                  <a:pt x="524614" y="2062727"/>
                </a:moveTo>
                <a:lnTo>
                  <a:pt x="525834" y="2071935"/>
                </a:lnTo>
                <a:lnTo>
                  <a:pt x="536747" y="2071000"/>
                </a:lnTo>
                <a:lnTo>
                  <a:pt x="536504" y="2070190"/>
                </a:lnTo>
                <a:lnTo>
                  <a:pt x="533674" y="2060307"/>
                </a:lnTo>
                <a:close/>
                <a:moveTo>
                  <a:pt x="571473" y="1957446"/>
                </a:moveTo>
                <a:lnTo>
                  <a:pt x="574754" y="1957731"/>
                </a:lnTo>
                <a:lnTo>
                  <a:pt x="576427" y="1957355"/>
                </a:lnTo>
                <a:lnTo>
                  <a:pt x="576024" y="1957103"/>
                </a:lnTo>
                <a:lnTo>
                  <a:pt x="572196" y="1957090"/>
                </a:lnTo>
                <a:close/>
                <a:moveTo>
                  <a:pt x="1225140" y="493599"/>
                </a:moveTo>
                <a:lnTo>
                  <a:pt x="1226676" y="495846"/>
                </a:lnTo>
                <a:lnTo>
                  <a:pt x="1227539" y="494251"/>
                </a:lnTo>
                <a:lnTo>
                  <a:pt x="1226510" y="490981"/>
                </a:lnTo>
                <a:close/>
                <a:moveTo>
                  <a:pt x="580276" y="1937572"/>
                </a:moveTo>
                <a:lnTo>
                  <a:pt x="581013" y="1937806"/>
                </a:lnTo>
                <a:lnTo>
                  <a:pt x="580688" y="1937497"/>
                </a:lnTo>
                <a:close/>
                <a:moveTo>
                  <a:pt x="1224848" y="494158"/>
                </a:moveTo>
                <a:lnTo>
                  <a:pt x="1224697" y="495601"/>
                </a:lnTo>
                <a:lnTo>
                  <a:pt x="1225968" y="497154"/>
                </a:lnTo>
                <a:lnTo>
                  <a:pt x="1226368" y="496415"/>
                </a:lnTo>
                <a:lnTo>
                  <a:pt x="1224857" y="494140"/>
                </a:lnTo>
                <a:close/>
                <a:moveTo>
                  <a:pt x="1276320" y="378728"/>
                </a:moveTo>
                <a:lnTo>
                  <a:pt x="1276378" y="385414"/>
                </a:lnTo>
                <a:lnTo>
                  <a:pt x="1276927" y="384873"/>
                </a:lnTo>
                <a:lnTo>
                  <a:pt x="1276379" y="385448"/>
                </a:lnTo>
                <a:lnTo>
                  <a:pt x="1276413" y="389429"/>
                </a:lnTo>
                <a:lnTo>
                  <a:pt x="1278604" y="395854"/>
                </a:lnTo>
                <a:lnTo>
                  <a:pt x="1281319" y="398533"/>
                </a:lnTo>
                <a:lnTo>
                  <a:pt x="1280787" y="381072"/>
                </a:lnTo>
                <a:lnTo>
                  <a:pt x="1276927" y="384873"/>
                </a:lnTo>
                <a:lnTo>
                  <a:pt x="1277783" y="383975"/>
                </a:lnTo>
                <a:lnTo>
                  <a:pt x="1280787" y="381067"/>
                </a:lnTo>
                <a:lnTo>
                  <a:pt x="1280624" y="375709"/>
                </a:lnTo>
                <a:close/>
                <a:moveTo>
                  <a:pt x="579817" y="1938051"/>
                </a:moveTo>
                <a:lnTo>
                  <a:pt x="579936" y="1938224"/>
                </a:lnTo>
                <a:lnTo>
                  <a:pt x="580233" y="1938228"/>
                </a:lnTo>
                <a:close/>
                <a:moveTo>
                  <a:pt x="1216716" y="511746"/>
                </a:moveTo>
                <a:lnTo>
                  <a:pt x="1216669" y="513277"/>
                </a:lnTo>
                <a:lnTo>
                  <a:pt x="1216883" y="513982"/>
                </a:lnTo>
                <a:lnTo>
                  <a:pt x="1217172" y="513418"/>
                </a:lnTo>
                <a:close/>
                <a:moveTo>
                  <a:pt x="1248162" y="440949"/>
                </a:moveTo>
                <a:lnTo>
                  <a:pt x="1253864" y="449455"/>
                </a:lnTo>
                <a:lnTo>
                  <a:pt x="1254971" y="448168"/>
                </a:lnTo>
                <a:lnTo>
                  <a:pt x="1252064" y="443033"/>
                </a:lnTo>
                <a:lnTo>
                  <a:pt x="1249548" y="439357"/>
                </a:lnTo>
                <a:close/>
                <a:moveTo>
                  <a:pt x="557439" y="1987210"/>
                </a:moveTo>
                <a:lnTo>
                  <a:pt x="558546" y="1987690"/>
                </a:lnTo>
                <a:lnTo>
                  <a:pt x="559013" y="1987588"/>
                </a:lnTo>
                <a:lnTo>
                  <a:pt x="558252" y="1987261"/>
                </a:lnTo>
                <a:close/>
                <a:moveTo>
                  <a:pt x="1220135" y="503276"/>
                </a:moveTo>
                <a:lnTo>
                  <a:pt x="1221283" y="505811"/>
                </a:lnTo>
                <a:lnTo>
                  <a:pt x="1221456" y="505491"/>
                </a:lnTo>
                <a:lnTo>
                  <a:pt x="1221806" y="502146"/>
                </a:lnTo>
                <a:lnTo>
                  <a:pt x="1221562" y="501686"/>
                </a:lnTo>
                <a:lnTo>
                  <a:pt x="1221175" y="501220"/>
                </a:lnTo>
                <a:close/>
                <a:moveTo>
                  <a:pt x="1230630" y="479675"/>
                </a:moveTo>
                <a:lnTo>
                  <a:pt x="1230654" y="482565"/>
                </a:lnTo>
                <a:lnTo>
                  <a:pt x="1231665" y="480630"/>
                </a:lnTo>
                <a:lnTo>
                  <a:pt x="1231236" y="478911"/>
                </a:lnTo>
                <a:close/>
                <a:moveTo>
                  <a:pt x="1239715" y="459213"/>
                </a:moveTo>
                <a:lnTo>
                  <a:pt x="1242135" y="463104"/>
                </a:lnTo>
                <a:lnTo>
                  <a:pt x="1242240" y="462981"/>
                </a:lnTo>
                <a:lnTo>
                  <a:pt x="1240625" y="460264"/>
                </a:lnTo>
                <a:close/>
                <a:moveTo>
                  <a:pt x="1269041" y="393141"/>
                </a:moveTo>
                <a:lnTo>
                  <a:pt x="1275256" y="402225"/>
                </a:lnTo>
                <a:lnTo>
                  <a:pt x="1275455" y="395846"/>
                </a:lnTo>
                <a:lnTo>
                  <a:pt x="1275253" y="394724"/>
                </a:lnTo>
                <a:lnTo>
                  <a:pt x="1271430" y="390637"/>
                </a:lnTo>
                <a:close/>
                <a:moveTo>
                  <a:pt x="567894" y="1963064"/>
                </a:moveTo>
                <a:lnTo>
                  <a:pt x="574546" y="1965821"/>
                </a:lnTo>
                <a:lnTo>
                  <a:pt x="578371" y="1965740"/>
                </a:lnTo>
                <a:lnTo>
                  <a:pt x="579062" y="1965476"/>
                </a:lnTo>
                <a:lnTo>
                  <a:pt x="579316" y="1964330"/>
                </a:lnTo>
                <a:lnTo>
                  <a:pt x="578276" y="1963919"/>
                </a:lnTo>
                <a:lnTo>
                  <a:pt x="577782" y="1963701"/>
                </a:lnTo>
                <a:lnTo>
                  <a:pt x="572718" y="1962858"/>
                </a:lnTo>
                <a:lnTo>
                  <a:pt x="569137" y="1962784"/>
                </a:lnTo>
                <a:close/>
                <a:moveTo>
                  <a:pt x="1217256" y="508964"/>
                </a:moveTo>
                <a:lnTo>
                  <a:pt x="1218004" y="511869"/>
                </a:lnTo>
                <a:lnTo>
                  <a:pt x="1218769" y="510455"/>
                </a:lnTo>
                <a:lnTo>
                  <a:pt x="1217699" y="508090"/>
                </a:lnTo>
                <a:close/>
                <a:moveTo>
                  <a:pt x="1216795" y="509875"/>
                </a:moveTo>
                <a:lnTo>
                  <a:pt x="1216771" y="509968"/>
                </a:lnTo>
                <a:lnTo>
                  <a:pt x="1216751" y="510599"/>
                </a:lnTo>
                <a:lnTo>
                  <a:pt x="1217400" y="512985"/>
                </a:lnTo>
                <a:lnTo>
                  <a:pt x="1217777" y="512287"/>
                </a:lnTo>
                <a:lnTo>
                  <a:pt x="1217035" y="509401"/>
                </a:lnTo>
                <a:close/>
                <a:moveTo>
                  <a:pt x="1199481" y="548611"/>
                </a:moveTo>
                <a:lnTo>
                  <a:pt x="1199782" y="549060"/>
                </a:lnTo>
                <a:lnTo>
                  <a:pt x="1199867" y="549223"/>
                </a:lnTo>
                <a:lnTo>
                  <a:pt x="1199892" y="549165"/>
                </a:lnTo>
                <a:lnTo>
                  <a:pt x="1199857" y="549124"/>
                </a:lnTo>
                <a:lnTo>
                  <a:pt x="1199905" y="549133"/>
                </a:lnTo>
                <a:lnTo>
                  <a:pt x="1200157" y="548550"/>
                </a:lnTo>
                <a:lnTo>
                  <a:pt x="1199941" y="547715"/>
                </a:lnTo>
                <a:close/>
                <a:moveTo>
                  <a:pt x="1246377" y="443004"/>
                </a:moveTo>
                <a:lnTo>
                  <a:pt x="1253024" y="450433"/>
                </a:lnTo>
                <a:lnTo>
                  <a:pt x="1253349" y="450055"/>
                </a:lnTo>
                <a:lnTo>
                  <a:pt x="1247645" y="441544"/>
                </a:lnTo>
                <a:close/>
                <a:moveTo>
                  <a:pt x="535197" y="2035312"/>
                </a:moveTo>
                <a:lnTo>
                  <a:pt x="536804" y="2039654"/>
                </a:lnTo>
                <a:lnTo>
                  <a:pt x="554569" y="2039157"/>
                </a:lnTo>
                <a:lnTo>
                  <a:pt x="557189" y="2038654"/>
                </a:lnTo>
                <a:lnTo>
                  <a:pt x="548524" y="2036797"/>
                </a:lnTo>
                <a:lnTo>
                  <a:pt x="538132" y="2034421"/>
                </a:lnTo>
                <a:close/>
                <a:moveTo>
                  <a:pt x="579097" y="1937008"/>
                </a:moveTo>
                <a:lnTo>
                  <a:pt x="579263" y="1937250"/>
                </a:lnTo>
                <a:lnTo>
                  <a:pt x="579733" y="1937400"/>
                </a:lnTo>
                <a:lnTo>
                  <a:pt x="580448" y="1937269"/>
                </a:lnTo>
                <a:lnTo>
                  <a:pt x="579986" y="1936832"/>
                </a:lnTo>
                <a:close/>
                <a:moveTo>
                  <a:pt x="1217417" y="507469"/>
                </a:moveTo>
                <a:lnTo>
                  <a:pt x="1217213" y="508259"/>
                </a:lnTo>
                <a:lnTo>
                  <a:pt x="1217514" y="507683"/>
                </a:lnTo>
                <a:close/>
                <a:moveTo>
                  <a:pt x="528506" y="2050061"/>
                </a:moveTo>
                <a:lnTo>
                  <a:pt x="530701" y="2049919"/>
                </a:lnTo>
                <a:lnTo>
                  <a:pt x="530653" y="2049753"/>
                </a:lnTo>
                <a:close/>
                <a:moveTo>
                  <a:pt x="1228580" y="482262"/>
                </a:moveTo>
                <a:lnTo>
                  <a:pt x="1230072" y="483676"/>
                </a:lnTo>
                <a:lnTo>
                  <a:pt x="1230448" y="482956"/>
                </a:lnTo>
                <a:lnTo>
                  <a:pt x="1230424" y="479936"/>
                </a:lnTo>
                <a:close/>
                <a:moveTo>
                  <a:pt x="572874" y="1949998"/>
                </a:moveTo>
                <a:lnTo>
                  <a:pt x="575906" y="1951934"/>
                </a:lnTo>
                <a:lnTo>
                  <a:pt x="578312" y="1951573"/>
                </a:lnTo>
                <a:lnTo>
                  <a:pt x="575301" y="1950052"/>
                </a:lnTo>
                <a:close/>
                <a:moveTo>
                  <a:pt x="1267280" y="394989"/>
                </a:moveTo>
                <a:lnTo>
                  <a:pt x="1272002" y="407613"/>
                </a:lnTo>
                <a:lnTo>
                  <a:pt x="1272299" y="407372"/>
                </a:lnTo>
                <a:lnTo>
                  <a:pt x="1267657" y="394595"/>
                </a:lnTo>
                <a:close/>
                <a:moveTo>
                  <a:pt x="573057" y="1949450"/>
                </a:moveTo>
                <a:lnTo>
                  <a:pt x="573874" y="1949468"/>
                </a:lnTo>
                <a:lnTo>
                  <a:pt x="573182" y="1949426"/>
                </a:lnTo>
                <a:close/>
                <a:moveTo>
                  <a:pt x="1245074" y="444503"/>
                </a:moveTo>
                <a:lnTo>
                  <a:pt x="1246373" y="448485"/>
                </a:lnTo>
                <a:lnTo>
                  <a:pt x="1249492" y="454542"/>
                </a:lnTo>
                <a:lnTo>
                  <a:pt x="1252673" y="450842"/>
                </a:lnTo>
                <a:lnTo>
                  <a:pt x="1246113" y="443309"/>
                </a:lnTo>
                <a:close/>
                <a:moveTo>
                  <a:pt x="1259681" y="411551"/>
                </a:moveTo>
                <a:lnTo>
                  <a:pt x="1260720" y="416776"/>
                </a:lnTo>
                <a:lnTo>
                  <a:pt x="1261733" y="415953"/>
                </a:lnTo>
                <a:lnTo>
                  <a:pt x="1261554" y="415427"/>
                </a:lnTo>
                <a:close/>
                <a:moveTo>
                  <a:pt x="558324" y="1981981"/>
                </a:moveTo>
                <a:lnTo>
                  <a:pt x="562950" y="1983992"/>
                </a:lnTo>
                <a:lnTo>
                  <a:pt x="565051" y="1983869"/>
                </a:lnTo>
                <a:lnTo>
                  <a:pt x="564835" y="1982162"/>
                </a:lnTo>
                <a:close/>
                <a:moveTo>
                  <a:pt x="1225512" y="487820"/>
                </a:moveTo>
                <a:lnTo>
                  <a:pt x="1224938" y="493302"/>
                </a:lnTo>
                <a:lnTo>
                  <a:pt x="1224994" y="493384"/>
                </a:lnTo>
                <a:lnTo>
                  <a:pt x="1226413" y="490671"/>
                </a:lnTo>
                <a:lnTo>
                  <a:pt x="1225542" y="487902"/>
                </a:lnTo>
                <a:close/>
                <a:moveTo>
                  <a:pt x="1244603" y="445045"/>
                </a:moveTo>
                <a:lnTo>
                  <a:pt x="1244762" y="445355"/>
                </a:lnTo>
                <a:lnTo>
                  <a:pt x="1244645" y="444996"/>
                </a:lnTo>
                <a:close/>
                <a:moveTo>
                  <a:pt x="1230603" y="476378"/>
                </a:moveTo>
                <a:lnTo>
                  <a:pt x="1230610" y="477341"/>
                </a:lnTo>
                <a:lnTo>
                  <a:pt x="1230787" y="477118"/>
                </a:lnTo>
                <a:close/>
                <a:moveTo>
                  <a:pt x="530042" y="2045002"/>
                </a:moveTo>
                <a:lnTo>
                  <a:pt x="531373" y="2049651"/>
                </a:lnTo>
                <a:lnTo>
                  <a:pt x="561646" y="2045309"/>
                </a:lnTo>
                <a:lnTo>
                  <a:pt x="561752" y="2044799"/>
                </a:lnTo>
                <a:close/>
                <a:moveTo>
                  <a:pt x="1273162" y="380943"/>
                </a:moveTo>
                <a:lnTo>
                  <a:pt x="1274338" y="387423"/>
                </a:lnTo>
                <a:lnTo>
                  <a:pt x="1275763" y="386020"/>
                </a:lnTo>
                <a:lnTo>
                  <a:pt x="1275839" y="383595"/>
                </a:lnTo>
                <a:lnTo>
                  <a:pt x="1275800" y="379092"/>
                </a:lnTo>
                <a:close/>
                <a:moveTo>
                  <a:pt x="1238468" y="457850"/>
                </a:moveTo>
                <a:lnTo>
                  <a:pt x="1239803" y="465816"/>
                </a:lnTo>
                <a:lnTo>
                  <a:pt x="1241858" y="463425"/>
                </a:lnTo>
                <a:close/>
                <a:moveTo>
                  <a:pt x="1201447" y="540548"/>
                </a:moveTo>
                <a:lnTo>
                  <a:pt x="1201664" y="541491"/>
                </a:lnTo>
                <a:lnTo>
                  <a:pt x="1201830" y="541698"/>
                </a:lnTo>
                <a:lnTo>
                  <a:pt x="1201856" y="540844"/>
                </a:lnTo>
                <a:close/>
                <a:moveTo>
                  <a:pt x="1225684" y="486182"/>
                </a:moveTo>
                <a:lnTo>
                  <a:pt x="1225628" y="486716"/>
                </a:lnTo>
                <a:lnTo>
                  <a:pt x="1226789" y="489952"/>
                </a:lnTo>
                <a:lnTo>
                  <a:pt x="1227871" y="487882"/>
                </a:lnTo>
                <a:close/>
                <a:moveTo>
                  <a:pt x="534565" y="2033604"/>
                </a:moveTo>
                <a:lnTo>
                  <a:pt x="534958" y="2034667"/>
                </a:lnTo>
                <a:lnTo>
                  <a:pt x="536747" y="2034104"/>
                </a:lnTo>
                <a:close/>
                <a:moveTo>
                  <a:pt x="1253708" y="422916"/>
                </a:moveTo>
                <a:lnTo>
                  <a:pt x="1254345" y="426718"/>
                </a:lnTo>
                <a:lnTo>
                  <a:pt x="1257093" y="429657"/>
                </a:lnTo>
                <a:lnTo>
                  <a:pt x="1261718" y="424337"/>
                </a:lnTo>
                <a:lnTo>
                  <a:pt x="1260335" y="417386"/>
                </a:lnTo>
                <a:close/>
                <a:moveTo>
                  <a:pt x="1219542" y="499259"/>
                </a:moveTo>
                <a:lnTo>
                  <a:pt x="1219097" y="500981"/>
                </a:lnTo>
                <a:lnTo>
                  <a:pt x="1219989" y="502952"/>
                </a:lnTo>
                <a:lnTo>
                  <a:pt x="1221003" y="501014"/>
                </a:lnTo>
                <a:close/>
                <a:moveTo>
                  <a:pt x="568480" y="1957078"/>
                </a:moveTo>
                <a:lnTo>
                  <a:pt x="569107" y="1957241"/>
                </a:lnTo>
                <a:lnTo>
                  <a:pt x="570507" y="1957362"/>
                </a:lnTo>
                <a:lnTo>
                  <a:pt x="571068" y="1957087"/>
                </a:lnTo>
                <a:close/>
                <a:moveTo>
                  <a:pt x="563398" y="1968433"/>
                </a:moveTo>
                <a:lnTo>
                  <a:pt x="563694" y="1970775"/>
                </a:lnTo>
                <a:lnTo>
                  <a:pt x="564545" y="1970817"/>
                </a:lnTo>
                <a:lnTo>
                  <a:pt x="565383" y="1970695"/>
                </a:lnTo>
                <a:lnTo>
                  <a:pt x="571782" y="1968255"/>
                </a:lnTo>
                <a:close/>
                <a:moveTo>
                  <a:pt x="1198654" y="545722"/>
                </a:moveTo>
                <a:lnTo>
                  <a:pt x="1199650" y="546586"/>
                </a:lnTo>
                <a:lnTo>
                  <a:pt x="1199167" y="544709"/>
                </a:lnTo>
                <a:close/>
                <a:moveTo>
                  <a:pt x="1198178" y="546663"/>
                </a:moveTo>
                <a:lnTo>
                  <a:pt x="1199274" y="548302"/>
                </a:lnTo>
                <a:lnTo>
                  <a:pt x="1199819" y="547241"/>
                </a:lnTo>
                <a:lnTo>
                  <a:pt x="1199760" y="547012"/>
                </a:lnTo>
                <a:lnTo>
                  <a:pt x="1198537" y="545953"/>
                </a:lnTo>
                <a:close/>
                <a:moveTo>
                  <a:pt x="1220074" y="497206"/>
                </a:moveTo>
                <a:lnTo>
                  <a:pt x="1220072" y="497213"/>
                </a:lnTo>
                <a:lnTo>
                  <a:pt x="1220086" y="497235"/>
                </a:lnTo>
                <a:close/>
                <a:moveTo>
                  <a:pt x="557522" y="1980736"/>
                </a:moveTo>
                <a:lnTo>
                  <a:pt x="562418" y="1981207"/>
                </a:lnTo>
                <a:lnTo>
                  <a:pt x="564728" y="1981315"/>
                </a:lnTo>
                <a:lnTo>
                  <a:pt x="564343" y="1978275"/>
                </a:lnTo>
                <a:lnTo>
                  <a:pt x="564048" y="1978269"/>
                </a:lnTo>
                <a:close/>
                <a:moveTo>
                  <a:pt x="529491" y="2043076"/>
                </a:moveTo>
                <a:lnTo>
                  <a:pt x="529884" y="2044448"/>
                </a:lnTo>
                <a:lnTo>
                  <a:pt x="559401" y="2044260"/>
                </a:lnTo>
                <a:lnTo>
                  <a:pt x="561915" y="2044007"/>
                </a:lnTo>
                <a:lnTo>
                  <a:pt x="562298" y="2042157"/>
                </a:lnTo>
                <a:close/>
                <a:moveTo>
                  <a:pt x="1241183" y="448979"/>
                </a:moveTo>
                <a:lnTo>
                  <a:pt x="1243620" y="452420"/>
                </a:lnTo>
                <a:lnTo>
                  <a:pt x="1243699" y="451659"/>
                </a:lnTo>
                <a:lnTo>
                  <a:pt x="1243923" y="451951"/>
                </a:lnTo>
                <a:lnTo>
                  <a:pt x="1243840" y="452731"/>
                </a:lnTo>
                <a:lnTo>
                  <a:pt x="1247098" y="457329"/>
                </a:lnTo>
                <a:lnTo>
                  <a:pt x="1248234" y="456008"/>
                </a:lnTo>
                <a:lnTo>
                  <a:pt x="1246590" y="450963"/>
                </a:lnTo>
                <a:lnTo>
                  <a:pt x="1244104" y="445619"/>
                </a:lnTo>
                <a:close/>
                <a:moveTo>
                  <a:pt x="1220754" y="494629"/>
                </a:moveTo>
                <a:lnTo>
                  <a:pt x="1220698" y="494795"/>
                </a:lnTo>
                <a:lnTo>
                  <a:pt x="1220651" y="494977"/>
                </a:lnTo>
                <a:lnTo>
                  <a:pt x="1222169" y="498685"/>
                </a:lnTo>
                <a:lnTo>
                  <a:pt x="1222409" y="496401"/>
                </a:lnTo>
                <a:lnTo>
                  <a:pt x="1221948" y="495841"/>
                </a:lnTo>
                <a:close/>
                <a:moveTo>
                  <a:pt x="1252070" y="424284"/>
                </a:moveTo>
                <a:lnTo>
                  <a:pt x="1253863" y="426202"/>
                </a:lnTo>
                <a:lnTo>
                  <a:pt x="1253361" y="423206"/>
                </a:lnTo>
                <a:close/>
                <a:moveTo>
                  <a:pt x="1221172" y="493395"/>
                </a:moveTo>
                <a:lnTo>
                  <a:pt x="1221077" y="493676"/>
                </a:lnTo>
                <a:lnTo>
                  <a:pt x="1221471" y="494077"/>
                </a:lnTo>
                <a:close/>
                <a:moveTo>
                  <a:pt x="1221465" y="492531"/>
                </a:moveTo>
                <a:lnTo>
                  <a:pt x="1221321" y="492953"/>
                </a:lnTo>
                <a:lnTo>
                  <a:pt x="1222088" y="494703"/>
                </a:lnTo>
                <a:lnTo>
                  <a:pt x="1222539" y="495161"/>
                </a:lnTo>
                <a:lnTo>
                  <a:pt x="1222661" y="493993"/>
                </a:lnTo>
                <a:close/>
                <a:moveTo>
                  <a:pt x="533930" y="2031889"/>
                </a:moveTo>
                <a:lnTo>
                  <a:pt x="534357" y="2033044"/>
                </a:lnTo>
                <a:lnTo>
                  <a:pt x="537795" y="2033773"/>
                </a:lnTo>
                <a:lnTo>
                  <a:pt x="547760" y="2030637"/>
                </a:lnTo>
                <a:lnTo>
                  <a:pt x="544140" y="2028734"/>
                </a:lnTo>
                <a:close/>
                <a:moveTo>
                  <a:pt x="1222574" y="489843"/>
                </a:moveTo>
                <a:lnTo>
                  <a:pt x="1223027" y="490506"/>
                </a:lnTo>
                <a:lnTo>
                  <a:pt x="1223177" y="489083"/>
                </a:lnTo>
                <a:close/>
                <a:moveTo>
                  <a:pt x="1240319" y="449972"/>
                </a:moveTo>
                <a:lnTo>
                  <a:pt x="1243094" y="457393"/>
                </a:lnTo>
                <a:lnTo>
                  <a:pt x="1243514" y="453422"/>
                </a:lnTo>
                <a:lnTo>
                  <a:pt x="1240733" y="449497"/>
                </a:lnTo>
                <a:close/>
                <a:moveTo>
                  <a:pt x="556430" y="1981159"/>
                </a:moveTo>
                <a:lnTo>
                  <a:pt x="557093" y="1981446"/>
                </a:lnTo>
                <a:lnTo>
                  <a:pt x="560257" y="1981534"/>
                </a:lnTo>
                <a:close/>
                <a:moveTo>
                  <a:pt x="1222225" y="490284"/>
                </a:moveTo>
                <a:lnTo>
                  <a:pt x="1221674" y="491911"/>
                </a:lnTo>
                <a:lnTo>
                  <a:pt x="1222744" y="493216"/>
                </a:lnTo>
                <a:lnTo>
                  <a:pt x="1222949" y="491263"/>
                </a:lnTo>
                <a:lnTo>
                  <a:pt x="1222265" y="490234"/>
                </a:lnTo>
                <a:close/>
                <a:moveTo>
                  <a:pt x="1258919" y="407726"/>
                </a:moveTo>
                <a:lnTo>
                  <a:pt x="1259272" y="409503"/>
                </a:lnTo>
                <a:lnTo>
                  <a:pt x="1260143" y="411303"/>
                </a:lnTo>
                <a:close/>
                <a:moveTo>
                  <a:pt x="547140" y="2001498"/>
                </a:moveTo>
                <a:lnTo>
                  <a:pt x="566246" y="2003023"/>
                </a:lnTo>
                <a:lnTo>
                  <a:pt x="567636" y="2003003"/>
                </a:lnTo>
                <a:lnTo>
                  <a:pt x="567289" y="2000521"/>
                </a:lnTo>
                <a:lnTo>
                  <a:pt x="560006" y="1998009"/>
                </a:lnTo>
                <a:lnTo>
                  <a:pt x="555427" y="1999285"/>
                </a:lnTo>
                <a:lnTo>
                  <a:pt x="553304" y="2000449"/>
                </a:lnTo>
                <a:lnTo>
                  <a:pt x="553050" y="2000383"/>
                </a:lnTo>
                <a:lnTo>
                  <a:pt x="554665" y="1999498"/>
                </a:lnTo>
                <a:lnTo>
                  <a:pt x="553668" y="1999776"/>
                </a:lnTo>
                <a:close/>
                <a:moveTo>
                  <a:pt x="570643" y="1948573"/>
                </a:moveTo>
                <a:lnTo>
                  <a:pt x="570986" y="1948793"/>
                </a:lnTo>
                <a:lnTo>
                  <a:pt x="573056" y="1948918"/>
                </a:lnTo>
                <a:lnTo>
                  <a:pt x="572396" y="1948585"/>
                </a:lnTo>
                <a:close/>
                <a:moveTo>
                  <a:pt x="1285398" y="348030"/>
                </a:moveTo>
                <a:lnTo>
                  <a:pt x="1286199" y="349129"/>
                </a:lnTo>
                <a:lnTo>
                  <a:pt x="1294166" y="343696"/>
                </a:lnTo>
                <a:lnTo>
                  <a:pt x="1294569" y="343724"/>
                </a:lnTo>
                <a:lnTo>
                  <a:pt x="1286348" y="349330"/>
                </a:lnTo>
                <a:lnTo>
                  <a:pt x="1294642" y="360698"/>
                </a:lnTo>
                <a:lnTo>
                  <a:pt x="1294136" y="358323"/>
                </a:lnTo>
                <a:lnTo>
                  <a:pt x="1294298" y="358456"/>
                </a:lnTo>
                <a:lnTo>
                  <a:pt x="1294830" y="360958"/>
                </a:lnTo>
                <a:lnTo>
                  <a:pt x="1296699" y="363517"/>
                </a:lnTo>
                <a:lnTo>
                  <a:pt x="1303342" y="358856"/>
                </a:lnTo>
                <a:lnTo>
                  <a:pt x="1306359" y="355884"/>
                </a:lnTo>
                <a:lnTo>
                  <a:pt x="1300323" y="327530"/>
                </a:lnTo>
                <a:lnTo>
                  <a:pt x="1300695" y="327839"/>
                </a:lnTo>
                <a:lnTo>
                  <a:pt x="1306614" y="355634"/>
                </a:lnTo>
                <a:lnTo>
                  <a:pt x="1307778" y="354486"/>
                </a:lnTo>
                <a:lnTo>
                  <a:pt x="1313455" y="349136"/>
                </a:lnTo>
                <a:lnTo>
                  <a:pt x="1303884" y="327153"/>
                </a:lnTo>
                <a:lnTo>
                  <a:pt x="1302253" y="323897"/>
                </a:lnTo>
                <a:close/>
                <a:moveTo>
                  <a:pt x="488798" y="2131670"/>
                </a:moveTo>
                <a:lnTo>
                  <a:pt x="503971" y="2135039"/>
                </a:lnTo>
                <a:lnTo>
                  <a:pt x="528756" y="2140194"/>
                </a:lnTo>
                <a:lnTo>
                  <a:pt x="603331" y="2123413"/>
                </a:lnTo>
                <a:lnTo>
                  <a:pt x="599744" y="2122779"/>
                </a:lnTo>
                <a:lnTo>
                  <a:pt x="580711" y="2123472"/>
                </a:lnTo>
                <a:lnTo>
                  <a:pt x="580442" y="2123276"/>
                </a:lnTo>
                <a:lnTo>
                  <a:pt x="598774" y="2122608"/>
                </a:lnTo>
                <a:lnTo>
                  <a:pt x="579030" y="2119123"/>
                </a:lnTo>
                <a:lnTo>
                  <a:pt x="552684" y="2122786"/>
                </a:lnTo>
                <a:lnTo>
                  <a:pt x="555275" y="2131389"/>
                </a:lnTo>
                <a:lnTo>
                  <a:pt x="554865" y="2131155"/>
                </a:lnTo>
                <a:lnTo>
                  <a:pt x="552358" y="2122831"/>
                </a:lnTo>
                <a:close/>
                <a:moveTo>
                  <a:pt x="1261544" y="401004"/>
                </a:moveTo>
                <a:lnTo>
                  <a:pt x="1262350" y="402974"/>
                </a:lnTo>
                <a:lnTo>
                  <a:pt x="1266170" y="408208"/>
                </a:lnTo>
                <a:lnTo>
                  <a:pt x="1267968" y="410889"/>
                </a:lnTo>
                <a:lnTo>
                  <a:pt x="1270792" y="408595"/>
                </a:lnTo>
                <a:lnTo>
                  <a:pt x="1266622" y="398116"/>
                </a:lnTo>
                <a:lnTo>
                  <a:pt x="1266848" y="398245"/>
                </a:lnTo>
                <a:lnTo>
                  <a:pt x="1270924" y="408488"/>
                </a:lnTo>
                <a:lnTo>
                  <a:pt x="1271267" y="408210"/>
                </a:lnTo>
                <a:lnTo>
                  <a:pt x="1266591" y="395712"/>
                </a:lnTo>
                <a:close/>
                <a:moveTo>
                  <a:pt x="555743" y="1981409"/>
                </a:moveTo>
                <a:lnTo>
                  <a:pt x="556474" y="1981429"/>
                </a:lnTo>
                <a:lnTo>
                  <a:pt x="556116" y="1981268"/>
                </a:lnTo>
                <a:close/>
                <a:moveTo>
                  <a:pt x="1243763" y="440610"/>
                </a:moveTo>
                <a:lnTo>
                  <a:pt x="1244708" y="443377"/>
                </a:lnTo>
                <a:lnTo>
                  <a:pt x="1244833" y="443760"/>
                </a:lnTo>
                <a:lnTo>
                  <a:pt x="1245669" y="442798"/>
                </a:lnTo>
                <a:close/>
                <a:moveTo>
                  <a:pt x="1261185" y="401379"/>
                </a:moveTo>
                <a:lnTo>
                  <a:pt x="1261954" y="402432"/>
                </a:lnTo>
                <a:lnTo>
                  <a:pt x="1261422" y="401131"/>
                </a:lnTo>
                <a:close/>
                <a:moveTo>
                  <a:pt x="1231005" y="468950"/>
                </a:moveTo>
                <a:lnTo>
                  <a:pt x="1232505" y="474950"/>
                </a:lnTo>
                <a:lnTo>
                  <a:pt x="1234578" y="472334"/>
                </a:lnTo>
                <a:close/>
                <a:moveTo>
                  <a:pt x="1220224" y="492810"/>
                </a:moveTo>
                <a:lnTo>
                  <a:pt x="1220269" y="492857"/>
                </a:lnTo>
                <a:lnTo>
                  <a:pt x="1220331" y="492675"/>
                </a:lnTo>
                <a:close/>
                <a:moveTo>
                  <a:pt x="1250009" y="426004"/>
                </a:moveTo>
                <a:lnTo>
                  <a:pt x="1250487" y="427410"/>
                </a:lnTo>
                <a:lnTo>
                  <a:pt x="1252809" y="434583"/>
                </a:lnTo>
                <a:lnTo>
                  <a:pt x="1254680" y="432433"/>
                </a:lnTo>
                <a:lnTo>
                  <a:pt x="1254273" y="429223"/>
                </a:lnTo>
                <a:lnTo>
                  <a:pt x="1250713" y="425416"/>
                </a:lnTo>
                <a:close/>
                <a:moveTo>
                  <a:pt x="1200504" y="536449"/>
                </a:moveTo>
                <a:lnTo>
                  <a:pt x="1200560" y="536695"/>
                </a:lnTo>
                <a:lnTo>
                  <a:pt x="1200641" y="536753"/>
                </a:lnTo>
                <a:close/>
                <a:moveTo>
                  <a:pt x="562863" y="1964194"/>
                </a:moveTo>
                <a:lnTo>
                  <a:pt x="563100" y="1966065"/>
                </a:lnTo>
                <a:lnTo>
                  <a:pt x="572434" y="1965866"/>
                </a:lnTo>
                <a:lnTo>
                  <a:pt x="566719" y="1963328"/>
                </a:lnTo>
                <a:close/>
                <a:moveTo>
                  <a:pt x="1283203" y="351171"/>
                </a:moveTo>
                <a:lnTo>
                  <a:pt x="1285648" y="349504"/>
                </a:lnTo>
                <a:lnTo>
                  <a:pt x="1284994" y="348607"/>
                </a:lnTo>
                <a:close/>
                <a:moveTo>
                  <a:pt x="533323" y="2030249"/>
                </a:moveTo>
                <a:lnTo>
                  <a:pt x="533696" y="2031258"/>
                </a:lnTo>
                <a:lnTo>
                  <a:pt x="543297" y="2028290"/>
                </a:lnTo>
                <a:lnTo>
                  <a:pt x="541828" y="2027518"/>
                </a:lnTo>
                <a:close/>
                <a:moveTo>
                  <a:pt x="1237660" y="453031"/>
                </a:moveTo>
                <a:lnTo>
                  <a:pt x="1238259" y="456601"/>
                </a:lnTo>
                <a:lnTo>
                  <a:pt x="1242644" y="461658"/>
                </a:lnTo>
                <a:lnTo>
                  <a:pt x="1242779" y="460371"/>
                </a:lnTo>
                <a:lnTo>
                  <a:pt x="1239621" y="450775"/>
                </a:lnTo>
                <a:close/>
                <a:moveTo>
                  <a:pt x="1196552" y="544232"/>
                </a:moveTo>
                <a:lnTo>
                  <a:pt x="1197852" y="546175"/>
                </a:lnTo>
                <a:lnTo>
                  <a:pt x="1198139" y="545608"/>
                </a:lnTo>
                <a:close/>
                <a:moveTo>
                  <a:pt x="1218598" y="494861"/>
                </a:moveTo>
                <a:lnTo>
                  <a:pt x="1219242" y="495890"/>
                </a:lnTo>
                <a:lnTo>
                  <a:pt x="1219375" y="495498"/>
                </a:lnTo>
                <a:lnTo>
                  <a:pt x="1218938" y="494432"/>
                </a:lnTo>
                <a:close/>
                <a:moveTo>
                  <a:pt x="558888" y="1972076"/>
                </a:moveTo>
                <a:lnTo>
                  <a:pt x="560744" y="1972466"/>
                </a:lnTo>
                <a:lnTo>
                  <a:pt x="563478" y="1971423"/>
                </a:lnTo>
                <a:lnTo>
                  <a:pt x="563477" y="1971412"/>
                </a:lnTo>
                <a:close/>
                <a:moveTo>
                  <a:pt x="531888" y="2032520"/>
                </a:moveTo>
                <a:lnTo>
                  <a:pt x="534099" y="2032989"/>
                </a:lnTo>
                <a:lnTo>
                  <a:pt x="533716" y="2031956"/>
                </a:lnTo>
                <a:close/>
                <a:moveTo>
                  <a:pt x="1281820" y="353152"/>
                </a:moveTo>
                <a:lnTo>
                  <a:pt x="1286408" y="368283"/>
                </a:lnTo>
                <a:lnTo>
                  <a:pt x="1286998" y="370323"/>
                </a:lnTo>
                <a:lnTo>
                  <a:pt x="1295431" y="364407"/>
                </a:lnTo>
                <a:lnTo>
                  <a:pt x="1294981" y="362291"/>
                </a:lnTo>
                <a:lnTo>
                  <a:pt x="1285796" y="349706"/>
                </a:lnTo>
                <a:lnTo>
                  <a:pt x="1282800" y="351749"/>
                </a:lnTo>
                <a:close/>
                <a:moveTo>
                  <a:pt x="1236617" y="454232"/>
                </a:moveTo>
                <a:lnTo>
                  <a:pt x="1237391" y="455477"/>
                </a:lnTo>
                <a:lnTo>
                  <a:pt x="1237092" y="453685"/>
                </a:lnTo>
                <a:close/>
                <a:moveTo>
                  <a:pt x="1239478" y="447725"/>
                </a:moveTo>
                <a:lnTo>
                  <a:pt x="1240052" y="449258"/>
                </a:lnTo>
                <a:lnTo>
                  <a:pt x="1240334" y="448933"/>
                </a:lnTo>
                <a:close/>
                <a:moveTo>
                  <a:pt x="1267513" y="384907"/>
                </a:moveTo>
                <a:lnTo>
                  <a:pt x="1272198" y="389531"/>
                </a:lnTo>
                <a:lnTo>
                  <a:pt x="1273989" y="387767"/>
                </a:lnTo>
                <a:lnTo>
                  <a:pt x="1272798" y="381199"/>
                </a:lnTo>
                <a:close/>
                <a:moveTo>
                  <a:pt x="1236409" y="454470"/>
                </a:moveTo>
                <a:lnTo>
                  <a:pt x="1236411" y="454472"/>
                </a:lnTo>
                <a:lnTo>
                  <a:pt x="1236410" y="454470"/>
                </a:lnTo>
                <a:close/>
                <a:moveTo>
                  <a:pt x="1259008" y="403663"/>
                </a:moveTo>
                <a:lnTo>
                  <a:pt x="1263598" y="414437"/>
                </a:lnTo>
                <a:lnTo>
                  <a:pt x="1266050" y="412446"/>
                </a:lnTo>
                <a:lnTo>
                  <a:pt x="1266038" y="412416"/>
                </a:lnTo>
                <a:lnTo>
                  <a:pt x="1263880" y="407141"/>
                </a:lnTo>
                <a:lnTo>
                  <a:pt x="1260500" y="402097"/>
                </a:lnTo>
                <a:close/>
                <a:moveTo>
                  <a:pt x="1217799" y="495869"/>
                </a:moveTo>
                <a:lnTo>
                  <a:pt x="1218688" y="496939"/>
                </a:lnTo>
                <a:lnTo>
                  <a:pt x="1217920" y="495717"/>
                </a:lnTo>
                <a:close/>
                <a:moveTo>
                  <a:pt x="1228620" y="471397"/>
                </a:moveTo>
                <a:lnTo>
                  <a:pt x="1226612" y="477327"/>
                </a:lnTo>
                <a:lnTo>
                  <a:pt x="1226319" y="480120"/>
                </a:lnTo>
                <a:lnTo>
                  <a:pt x="1227512" y="481252"/>
                </a:lnTo>
                <a:lnTo>
                  <a:pt x="1230405" y="477600"/>
                </a:lnTo>
                <a:lnTo>
                  <a:pt x="1230388" y="475564"/>
                </a:lnTo>
                <a:lnTo>
                  <a:pt x="1230403" y="475580"/>
                </a:lnTo>
                <a:lnTo>
                  <a:pt x="1229670" y="472642"/>
                </a:lnTo>
                <a:close/>
                <a:moveTo>
                  <a:pt x="1281634" y="352543"/>
                </a:moveTo>
                <a:lnTo>
                  <a:pt x="1281658" y="352623"/>
                </a:lnTo>
                <a:lnTo>
                  <a:pt x="1281786" y="352439"/>
                </a:lnTo>
                <a:close/>
                <a:moveTo>
                  <a:pt x="1229045" y="470142"/>
                </a:moveTo>
                <a:lnTo>
                  <a:pt x="1228745" y="471027"/>
                </a:lnTo>
                <a:lnTo>
                  <a:pt x="1229485" y="471905"/>
                </a:lnTo>
                <a:close/>
                <a:moveTo>
                  <a:pt x="1280340" y="355271"/>
                </a:moveTo>
                <a:lnTo>
                  <a:pt x="1280474" y="357836"/>
                </a:lnTo>
                <a:lnTo>
                  <a:pt x="1280981" y="374545"/>
                </a:lnTo>
                <a:lnTo>
                  <a:pt x="1286748" y="370499"/>
                </a:lnTo>
                <a:lnTo>
                  <a:pt x="1282844" y="356982"/>
                </a:lnTo>
                <a:lnTo>
                  <a:pt x="1281724" y="353289"/>
                </a:lnTo>
                <a:close/>
                <a:moveTo>
                  <a:pt x="1217181" y="496649"/>
                </a:moveTo>
                <a:lnTo>
                  <a:pt x="1217179" y="496743"/>
                </a:lnTo>
                <a:lnTo>
                  <a:pt x="1218194" y="498986"/>
                </a:lnTo>
                <a:lnTo>
                  <a:pt x="1218519" y="498028"/>
                </a:lnTo>
                <a:lnTo>
                  <a:pt x="1217275" y="496531"/>
                </a:lnTo>
                <a:close/>
                <a:moveTo>
                  <a:pt x="1193781" y="548830"/>
                </a:moveTo>
                <a:lnTo>
                  <a:pt x="1194141" y="550033"/>
                </a:lnTo>
                <a:lnTo>
                  <a:pt x="1195612" y="550600"/>
                </a:lnTo>
                <a:lnTo>
                  <a:pt x="1195647" y="550531"/>
                </a:lnTo>
                <a:close/>
                <a:moveTo>
                  <a:pt x="555720" y="1977527"/>
                </a:moveTo>
                <a:lnTo>
                  <a:pt x="563385" y="1977696"/>
                </a:lnTo>
                <a:lnTo>
                  <a:pt x="564231" y="1977376"/>
                </a:lnTo>
                <a:lnTo>
                  <a:pt x="563857" y="1974423"/>
                </a:lnTo>
                <a:close/>
                <a:moveTo>
                  <a:pt x="523002" y="2050565"/>
                </a:moveTo>
                <a:lnTo>
                  <a:pt x="524478" y="2061706"/>
                </a:lnTo>
                <a:lnTo>
                  <a:pt x="533394" y="2059325"/>
                </a:lnTo>
                <a:lnTo>
                  <a:pt x="530742" y="2050062"/>
                </a:lnTo>
                <a:close/>
                <a:moveTo>
                  <a:pt x="1249296" y="423902"/>
                </a:moveTo>
                <a:lnTo>
                  <a:pt x="1249872" y="425598"/>
                </a:lnTo>
                <a:lnTo>
                  <a:pt x="1250439" y="425124"/>
                </a:lnTo>
                <a:close/>
                <a:moveTo>
                  <a:pt x="1264947" y="388751"/>
                </a:moveTo>
                <a:lnTo>
                  <a:pt x="1267113" y="394540"/>
                </a:lnTo>
                <a:lnTo>
                  <a:pt x="1267499" y="394160"/>
                </a:lnTo>
                <a:lnTo>
                  <a:pt x="1266198" y="390579"/>
                </a:lnTo>
                <a:close/>
                <a:moveTo>
                  <a:pt x="1257310" y="405444"/>
                </a:moveTo>
                <a:lnTo>
                  <a:pt x="1258415" y="407727"/>
                </a:lnTo>
                <a:lnTo>
                  <a:pt x="1257848" y="404880"/>
                </a:lnTo>
                <a:close/>
                <a:moveTo>
                  <a:pt x="1265909" y="386033"/>
                </a:moveTo>
                <a:lnTo>
                  <a:pt x="1268863" y="392817"/>
                </a:lnTo>
                <a:lnTo>
                  <a:pt x="1271259" y="390456"/>
                </a:lnTo>
                <a:lnTo>
                  <a:pt x="1266641" y="385518"/>
                </a:lnTo>
                <a:close/>
                <a:moveTo>
                  <a:pt x="1234063" y="457169"/>
                </a:moveTo>
                <a:lnTo>
                  <a:pt x="1237842" y="468215"/>
                </a:lnTo>
                <a:lnTo>
                  <a:pt x="1238919" y="466856"/>
                </a:lnTo>
                <a:lnTo>
                  <a:pt x="1237361" y="464243"/>
                </a:lnTo>
                <a:lnTo>
                  <a:pt x="1237641" y="464351"/>
                </a:lnTo>
                <a:lnTo>
                  <a:pt x="1239043" y="466702"/>
                </a:lnTo>
                <a:lnTo>
                  <a:pt x="1239235" y="466479"/>
                </a:lnTo>
                <a:lnTo>
                  <a:pt x="1237610" y="456787"/>
                </a:lnTo>
                <a:lnTo>
                  <a:pt x="1236004" y="454936"/>
                </a:lnTo>
                <a:close/>
                <a:moveTo>
                  <a:pt x="1280247" y="353489"/>
                </a:moveTo>
                <a:lnTo>
                  <a:pt x="1280303" y="354564"/>
                </a:lnTo>
                <a:lnTo>
                  <a:pt x="1281564" y="352759"/>
                </a:lnTo>
                <a:lnTo>
                  <a:pt x="1281521" y="352620"/>
                </a:lnTo>
                <a:close/>
                <a:moveTo>
                  <a:pt x="1232596" y="459652"/>
                </a:moveTo>
                <a:lnTo>
                  <a:pt x="1231275" y="463555"/>
                </a:lnTo>
                <a:lnTo>
                  <a:pt x="1234668" y="466482"/>
                </a:lnTo>
                <a:lnTo>
                  <a:pt x="1234233" y="464435"/>
                </a:lnTo>
                <a:close/>
                <a:moveTo>
                  <a:pt x="527904" y="2037528"/>
                </a:moveTo>
                <a:lnTo>
                  <a:pt x="528578" y="2039885"/>
                </a:lnTo>
                <a:lnTo>
                  <a:pt x="536568" y="2039661"/>
                </a:lnTo>
                <a:lnTo>
                  <a:pt x="534983" y="2035377"/>
                </a:lnTo>
                <a:close/>
                <a:moveTo>
                  <a:pt x="563964" y="1956406"/>
                </a:moveTo>
                <a:lnTo>
                  <a:pt x="565181" y="1956887"/>
                </a:lnTo>
                <a:lnTo>
                  <a:pt x="565787" y="1956880"/>
                </a:lnTo>
                <a:close/>
                <a:moveTo>
                  <a:pt x="566486" y="1950697"/>
                </a:moveTo>
                <a:lnTo>
                  <a:pt x="567504" y="1951332"/>
                </a:lnTo>
                <a:lnTo>
                  <a:pt x="567527" y="1951337"/>
                </a:lnTo>
                <a:lnTo>
                  <a:pt x="566516" y="1950692"/>
                </a:lnTo>
                <a:close/>
                <a:moveTo>
                  <a:pt x="1264738" y="386854"/>
                </a:moveTo>
                <a:lnTo>
                  <a:pt x="1264966" y="387186"/>
                </a:lnTo>
                <a:lnTo>
                  <a:pt x="1264823" y="386794"/>
                </a:lnTo>
                <a:close/>
                <a:moveTo>
                  <a:pt x="1276168" y="361243"/>
                </a:moveTo>
                <a:lnTo>
                  <a:pt x="1276312" y="377821"/>
                </a:lnTo>
                <a:lnTo>
                  <a:pt x="1280597" y="374815"/>
                </a:lnTo>
                <a:lnTo>
                  <a:pt x="1280018" y="355731"/>
                </a:lnTo>
                <a:close/>
                <a:moveTo>
                  <a:pt x="1217854" y="491785"/>
                </a:moveTo>
                <a:lnTo>
                  <a:pt x="1217596" y="493261"/>
                </a:lnTo>
                <a:lnTo>
                  <a:pt x="1217773" y="493545"/>
                </a:lnTo>
                <a:lnTo>
                  <a:pt x="1218301" y="492878"/>
                </a:lnTo>
                <a:close/>
                <a:moveTo>
                  <a:pt x="1245378" y="429869"/>
                </a:moveTo>
                <a:lnTo>
                  <a:pt x="1249927" y="437900"/>
                </a:lnTo>
                <a:lnTo>
                  <a:pt x="1252170" y="435319"/>
                </a:lnTo>
                <a:lnTo>
                  <a:pt x="1249334" y="426567"/>
                </a:lnTo>
                <a:close/>
                <a:moveTo>
                  <a:pt x="547318" y="1992879"/>
                </a:moveTo>
                <a:lnTo>
                  <a:pt x="554581" y="1995383"/>
                </a:lnTo>
                <a:lnTo>
                  <a:pt x="562270" y="1995261"/>
                </a:lnTo>
                <a:lnTo>
                  <a:pt x="562466" y="1995223"/>
                </a:lnTo>
                <a:lnTo>
                  <a:pt x="566256" y="1993146"/>
                </a:lnTo>
                <a:lnTo>
                  <a:pt x="566128" y="1992232"/>
                </a:lnTo>
                <a:lnTo>
                  <a:pt x="562485" y="1990655"/>
                </a:lnTo>
                <a:close/>
                <a:moveTo>
                  <a:pt x="1234702" y="453434"/>
                </a:moveTo>
                <a:lnTo>
                  <a:pt x="1233748" y="456250"/>
                </a:lnTo>
                <a:lnTo>
                  <a:pt x="1233812" y="456437"/>
                </a:lnTo>
                <a:lnTo>
                  <a:pt x="1235561" y="454424"/>
                </a:lnTo>
                <a:close/>
                <a:moveTo>
                  <a:pt x="551568" y="1982987"/>
                </a:moveTo>
                <a:lnTo>
                  <a:pt x="554983" y="1984458"/>
                </a:lnTo>
                <a:lnTo>
                  <a:pt x="562250" y="1984033"/>
                </a:lnTo>
                <a:lnTo>
                  <a:pt x="557658" y="1981964"/>
                </a:lnTo>
                <a:lnTo>
                  <a:pt x="554507" y="1981876"/>
                </a:lnTo>
                <a:close/>
                <a:moveTo>
                  <a:pt x="1235077" y="452326"/>
                </a:moveTo>
                <a:lnTo>
                  <a:pt x="1234929" y="452763"/>
                </a:lnTo>
                <a:lnTo>
                  <a:pt x="1235966" y="453959"/>
                </a:lnTo>
                <a:lnTo>
                  <a:pt x="1236039" y="453874"/>
                </a:lnTo>
                <a:close/>
                <a:moveTo>
                  <a:pt x="1227186" y="469693"/>
                </a:moveTo>
                <a:lnTo>
                  <a:pt x="1227092" y="472702"/>
                </a:lnTo>
                <a:lnTo>
                  <a:pt x="1227846" y="470475"/>
                </a:lnTo>
                <a:close/>
                <a:moveTo>
                  <a:pt x="565674" y="1950852"/>
                </a:moveTo>
                <a:lnTo>
                  <a:pt x="566610" y="1951097"/>
                </a:lnTo>
                <a:lnTo>
                  <a:pt x="566101" y="1950771"/>
                </a:lnTo>
                <a:close/>
                <a:moveTo>
                  <a:pt x="1244417" y="430671"/>
                </a:moveTo>
                <a:lnTo>
                  <a:pt x="1248164" y="436149"/>
                </a:lnTo>
                <a:lnTo>
                  <a:pt x="1244855" y="430306"/>
                </a:lnTo>
                <a:close/>
                <a:moveTo>
                  <a:pt x="1236272" y="448795"/>
                </a:moveTo>
                <a:lnTo>
                  <a:pt x="1235201" y="451956"/>
                </a:lnTo>
                <a:lnTo>
                  <a:pt x="1236246" y="453637"/>
                </a:lnTo>
                <a:lnTo>
                  <a:pt x="1236948" y="452830"/>
                </a:lnTo>
                <a:close/>
                <a:moveTo>
                  <a:pt x="1218383" y="488769"/>
                </a:moveTo>
                <a:lnTo>
                  <a:pt x="1218300" y="489241"/>
                </a:lnTo>
                <a:lnTo>
                  <a:pt x="1219283" y="491638"/>
                </a:lnTo>
                <a:lnTo>
                  <a:pt x="1219995" y="490739"/>
                </a:lnTo>
                <a:close/>
                <a:moveTo>
                  <a:pt x="542091" y="2002830"/>
                </a:moveTo>
                <a:lnTo>
                  <a:pt x="567822" y="2004322"/>
                </a:lnTo>
                <a:lnTo>
                  <a:pt x="567721" y="2003602"/>
                </a:lnTo>
                <a:lnTo>
                  <a:pt x="545795" y="2001853"/>
                </a:lnTo>
                <a:close/>
                <a:moveTo>
                  <a:pt x="567150" y="1946343"/>
                </a:moveTo>
                <a:lnTo>
                  <a:pt x="568164" y="1946991"/>
                </a:lnTo>
                <a:lnTo>
                  <a:pt x="569255" y="1946998"/>
                </a:lnTo>
                <a:lnTo>
                  <a:pt x="567764" y="1946244"/>
                </a:lnTo>
                <a:close/>
                <a:moveTo>
                  <a:pt x="1218601" y="487527"/>
                </a:moveTo>
                <a:lnTo>
                  <a:pt x="1218510" y="488045"/>
                </a:lnTo>
                <a:lnTo>
                  <a:pt x="1219194" y="488881"/>
                </a:lnTo>
                <a:close/>
                <a:moveTo>
                  <a:pt x="1237554" y="445008"/>
                </a:moveTo>
                <a:lnTo>
                  <a:pt x="1236726" y="447453"/>
                </a:lnTo>
                <a:lnTo>
                  <a:pt x="1237517" y="452174"/>
                </a:lnTo>
                <a:lnTo>
                  <a:pt x="1239378" y="450034"/>
                </a:lnTo>
                <a:lnTo>
                  <a:pt x="1237870" y="445456"/>
                </a:lnTo>
                <a:close/>
                <a:moveTo>
                  <a:pt x="1264853" y="383607"/>
                </a:moveTo>
                <a:lnTo>
                  <a:pt x="1265605" y="385335"/>
                </a:lnTo>
                <a:lnTo>
                  <a:pt x="1266127" y="384969"/>
                </a:lnTo>
                <a:close/>
                <a:moveTo>
                  <a:pt x="1229694" y="462193"/>
                </a:moveTo>
                <a:lnTo>
                  <a:pt x="1230434" y="462831"/>
                </a:lnTo>
                <a:lnTo>
                  <a:pt x="1231260" y="460392"/>
                </a:lnTo>
                <a:close/>
                <a:moveTo>
                  <a:pt x="528495" y="2031800"/>
                </a:moveTo>
                <a:lnTo>
                  <a:pt x="530538" y="2032234"/>
                </a:lnTo>
                <a:lnTo>
                  <a:pt x="533482" y="2031324"/>
                </a:lnTo>
                <a:lnTo>
                  <a:pt x="533110" y="2030317"/>
                </a:lnTo>
                <a:close/>
                <a:moveTo>
                  <a:pt x="565039" y="1949796"/>
                </a:moveTo>
                <a:lnTo>
                  <a:pt x="565974" y="1950379"/>
                </a:lnTo>
                <a:lnTo>
                  <a:pt x="566014" y="1950371"/>
                </a:lnTo>
                <a:lnTo>
                  <a:pt x="565118" y="1949798"/>
                </a:lnTo>
                <a:close/>
                <a:moveTo>
                  <a:pt x="1218989" y="485313"/>
                </a:moveTo>
                <a:lnTo>
                  <a:pt x="1218699" y="486970"/>
                </a:lnTo>
                <a:lnTo>
                  <a:pt x="1219930" y="489780"/>
                </a:lnTo>
                <a:lnTo>
                  <a:pt x="1220349" y="490293"/>
                </a:lnTo>
                <a:lnTo>
                  <a:pt x="1221412" y="488951"/>
                </a:lnTo>
                <a:lnTo>
                  <a:pt x="1219302" y="485770"/>
                </a:lnTo>
                <a:close/>
                <a:moveTo>
                  <a:pt x="522272" y="2045051"/>
                </a:moveTo>
                <a:lnTo>
                  <a:pt x="522961" y="2050253"/>
                </a:lnTo>
                <a:lnTo>
                  <a:pt x="530643" y="2049718"/>
                </a:lnTo>
                <a:lnTo>
                  <a:pt x="529294" y="2045006"/>
                </a:lnTo>
                <a:close/>
                <a:moveTo>
                  <a:pt x="1270810" y="368915"/>
                </a:moveTo>
                <a:lnTo>
                  <a:pt x="1271012" y="369093"/>
                </a:lnTo>
                <a:lnTo>
                  <a:pt x="1273016" y="380135"/>
                </a:lnTo>
                <a:lnTo>
                  <a:pt x="1275792" y="378187"/>
                </a:lnTo>
                <a:lnTo>
                  <a:pt x="1275652" y="361983"/>
                </a:lnTo>
                <a:close/>
                <a:moveTo>
                  <a:pt x="1242403" y="432352"/>
                </a:moveTo>
                <a:lnTo>
                  <a:pt x="1247777" y="440373"/>
                </a:lnTo>
                <a:lnTo>
                  <a:pt x="1249157" y="438786"/>
                </a:lnTo>
                <a:lnTo>
                  <a:pt x="1243900" y="431103"/>
                </a:lnTo>
                <a:close/>
                <a:moveTo>
                  <a:pt x="1240128" y="437406"/>
                </a:moveTo>
                <a:lnTo>
                  <a:pt x="1237986" y="443734"/>
                </a:lnTo>
                <a:lnTo>
                  <a:pt x="1238618" y="445425"/>
                </a:lnTo>
                <a:lnTo>
                  <a:pt x="1240299" y="447733"/>
                </a:lnTo>
                <a:lnTo>
                  <a:pt x="1240784" y="448416"/>
                </a:lnTo>
                <a:lnTo>
                  <a:pt x="1243794" y="444954"/>
                </a:lnTo>
                <a:lnTo>
                  <a:pt x="1241730" y="440518"/>
                </a:lnTo>
                <a:close/>
                <a:moveTo>
                  <a:pt x="549493" y="1983771"/>
                </a:moveTo>
                <a:lnTo>
                  <a:pt x="551135" y="1984482"/>
                </a:lnTo>
                <a:lnTo>
                  <a:pt x="551911" y="1984530"/>
                </a:lnTo>
                <a:lnTo>
                  <a:pt x="549842" y="1983640"/>
                </a:lnTo>
                <a:close/>
                <a:moveTo>
                  <a:pt x="1251757" y="411267"/>
                </a:moveTo>
                <a:lnTo>
                  <a:pt x="1253642" y="422521"/>
                </a:lnTo>
                <a:lnTo>
                  <a:pt x="1260284" y="417129"/>
                </a:lnTo>
                <a:lnTo>
                  <a:pt x="1258822" y="409777"/>
                </a:lnTo>
                <a:lnTo>
                  <a:pt x="1256923" y="405849"/>
                </a:lnTo>
                <a:close/>
                <a:moveTo>
                  <a:pt x="1240365" y="436706"/>
                </a:moveTo>
                <a:lnTo>
                  <a:pt x="1240343" y="436772"/>
                </a:lnTo>
                <a:lnTo>
                  <a:pt x="1244273" y="444404"/>
                </a:lnTo>
                <a:lnTo>
                  <a:pt x="1244402" y="444255"/>
                </a:lnTo>
                <a:lnTo>
                  <a:pt x="1242884" y="439601"/>
                </a:lnTo>
                <a:close/>
                <a:moveTo>
                  <a:pt x="526910" y="2034060"/>
                </a:moveTo>
                <a:lnTo>
                  <a:pt x="527735" y="2036941"/>
                </a:lnTo>
                <a:lnTo>
                  <a:pt x="534744" y="2034734"/>
                </a:lnTo>
                <a:lnTo>
                  <a:pt x="534304" y="2033545"/>
                </a:lnTo>
                <a:lnTo>
                  <a:pt x="531011" y="2032792"/>
                </a:lnTo>
                <a:close/>
                <a:moveTo>
                  <a:pt x="1227312" y="465693"/>
                </a:moveTo>
                <a:lnTo>
                  <a:pt x="1227202" y="469192"/>
                </a:lnTo>
                <a:lnTo>
                  <a:pt x="1227971" y="470105"/>
                </a:lnTo>
                <a:lnTo>
                  <a:pt x="1228583" y="468298"/>
                </a:lnTo>
                <a:lnTo>
                  <a:pt x="1228102" y="466374"/>
                </a:lnTo>
                <a:close/>
                <a:moveTo>
                  <a:pt x="1276126" y="356299"/>
                </a:moveTo>
                <a:lnTo>
                  <a:pt x="1276163" y="360491"/>
                </a:lnTo>
                <a:lnTo>
                  <a:pt x="1279996" y="355003"/>
                </a:lnTo>
                <a:lnTo>
                  <a:pt x="1279956" y="353687"/>
                </a:lnTo>
                <a:close/>
                <a:moveTo>
                  <a:pt x="551435" y="1978975"/>
                </a:moveTo>
                <a:lnTo>
                  <a:pt x="552169" y="1979306"/>
                </a:lnTo>
                <a:lnTo>
                  <a:pt x="554873" y="1980482"/>
                </a:lnTo>
                <a:lnTo>
                  <a:pt x="555786" y="1980570"/>
                </a:lnTo>
                <a:lnTo>
                  <a:pt x="561990" y="1978223"/>
                </a:lnTo>
                <a:lnTo>
                  <a:pt x="554456" y="1978058"/>
                </a:lnTo>
                <a:lnTo>
                  <a:pt x="554341" y="1978053"/>
                </a:lnTo>
                <a:lnTo>
                  <a:pt x="553722" y="1978290"/>
                </a:lnTo>
                <a:close/>
                <a:moveTo>
                  <a:pt x="1241168" y="434334"/>
                </a:moveTo>
                <a:lnTo>
                  <a:pt x="1240469" y="436399"/>
                </a:lnTo>
                <a:lnTo>
                  <a:pt x="1242628" y="438811"/>
                </a:lnTo>
                <a:close/>
                <a:moveTo>
                  <a:pt x="1279924" y="347357"/>
                </a:moveTo>
                <a:lnTo>
                  <a:pt x="1280230" y="353199"/>
                </a:lnTo>
                <a:lnTo>
                  <a:pt x="1281446" y="352369"/>
                </a:lnTo>
                <a:close/>
                <a:moveTo>
                  <a:pt x="1241703" y="432936"/>
                </a:moveTo>
                <a:lnTo>
                  <a:pt x="1241408" y="433708"/>
                </a:lnTo>
                <a:lnTo>
                  <a:pt x="1243472" y="439756"/>
                </a:lnTo>
                <a:lnTo>
                  <a:pt x="1245928" y="442500"/>
                </a:lnTo>
                <a:lnTo>
                  <a:pt x="1247259" y="440970"/>
                </a:lnTo>
                <a:lnTo>
                  <a:pt x="1241813" y="432844"/>
                </a:lnTo>
                <a:close/>
                <a:moveTo>
                  <a:pt x="561205" y="1956373"/>
                </a:moveTo>
                <a:lnTo>
                  <a:pt x="561244" y="1956557"/>
                </a:lnTo>
                <a:lnTo>
                  <a:pt x="561604" y="1956589"/>
                </a:lnTo>
                <a:lnTo>
                  <a:pt x="561599" y="1956548"/>
                </a:lnTo>
                <a:close/>
                <a:moveTo>
                  <a:pt x="1242943" y="429705"/>
                </a:moveTo>
                <a:lnTo>
                  <a:pt x="1242100" y="431902"/>
                </a:lnTo>
                <a:lnTo>
                  <a:pt x="1242179" y="432019"/>
                </a:lnTo>
                <a:lnTo>
                  <a:pt x="1243673" y="430772"/>
                </a:lnTo>
                <a:close/>
                <a:moveTo>
                  <a:pt x="1219624" y="481690"/>
                </a:moveTo>
                <a:lnTo>
                  <a:pt x="1219089" y="484743"/>
                </a:lnTo>
                <a:lnTo>
                  <a:pt x="1221709" y="488576"/>
                </a:lnTo>
                <a:lnTo>
                  <a:pt x="1221725" y="488556"/>
                </a:lnTo>
                <a:lnTo>
                  <a:pt x="1223186" y="484241"/>
                </a:lnTo>
                <a:close/>
                <a:moveTo>
                  <a:pt x="1243578" y="428050"/>
                </a:moveTo>
                <a:lnTo>
                  <a:pt x="1243235" y="428944"/>
                </a:lnTo>
                <a:lnTo>
                  <a:pt x="1244191" y="430340"/>
                </a:lnTo>
                <a:lnTo>
                  <a:pt x="1244655" y="429952"/>
                </a:lnTo>
                <a:close/>
                <a:moveTo>
                  <a:pt x="561669" y="1954751"/>
                </a:moveTo>
                <a:lnTo>
                  <a:pt x="561742" y="1955324"/>
                </a:lnTo>
                <a:lnTo>
                  <a:pt x="567650" y="1956861"/>
                </a:lnTo>
                <a:lnTo>
                  <a:pt x="571606" y="1956822"/>
                </a:lnTo>
                <a:lnTo>
                  <a:pt x="573828" y="1955730"/>
                </a:lnTo>
                <a:lnTo>
                  <a:pt x="572923" y="1955149"/>
                </a:lnTo>
                <a:lnTo>
                  <a:pt x="562244" y="1954664"/>
                </a:lnTo>
                <a:close/>
                <a:moveTo>
                  <a:pt x="522005" y="2043034"/>
                </a:moveTo>
                <a:lnTo>
                  <a:pt x="522199" y="2044496"/>
                </a:lnTo>
                <a:lnTo>
                  <a:pt x="529136" y="2044452"/>
                </a:lnTo>
                <a:lnTo>
                  <a:pt x="528748" y="2043096"/>
                </a:lnTo>
                <a:lnTo>
                  <a:pt x="524099" y="2043227"/>
                </a:lnTo>
                <a:close/>
                <a:moveTo>
                  <a:pt x="1219902" y="480110"/>
                </a:moveTo>
                <a:lnTo>
                  <a:pt x="1219752" y="480959"/>
                </a:lnTo>
                <a:lnTo>
                  <a:pt x="1223411" y="483578"/>
                </a:lnTo>
                <a:lnTo>
                  <a:pt x="1223447" y="483470"/>
                </a:lnTo>
                <a:close/>
                <a:moveTo>
                  <a:pt x="1246370" y="420775"/>
                </a:moveTo>
                <a:lnTo>
                  <a:pt x="1243889" y="427239"/>
                </a:lnTo>
                <a:lnTo>
                  <a:pt x="1245178" y="429516"/>
                </a:lnTo>
                <a:lnTo>
                  <a:pt x="1249202" y="426158"/>
                </a:lnTo>
                <a:lnTo>
                  <a:pt x="1248034" y="422553"/>
                </a:lnTo>
                <a:close/>
                <a:moveTo>
                  <a:pt x="526452" y="2032457"/>
                </a:moveTo>
                <a:lnTo>
                  <a:pt x="526726" y="2033412"/>
                </a:lnTo>
                <a:lnTo>
                  <a:pt x="529702" y="2032492"/>
                </a:lnTo>
                <a:lnTo>
                  <a:pt x="527739" y="2032043"/>
                </a:lnTo>
                <a:close/>
                <a:moveTo>
                  <a:pt x="1225435" y="467092"/>
                </a:moveTo>
                <a:lnTo>
                  <a:pt x="1225476" y="467142"/>
                </a:lnTo>
                <a:lnTo>
                  <a:pt x="1225488" y="467031"/>
                </a:lnTo>
                <a:close/>
                <a:moveTo>
                  <a:pt x="560886" y="1954868"/>
                </a:moveTo>
                <a:lnTo>
                  <a:pt x="560938" y="1955114"/>
                </a:lnTo>
                <a:lnTo>
                  <a:pt x="561433" y="1955243"/>
                </a:lnTo>
                <a:lnTo>
                  <a:pt x="561377" y="1954794"/>
                </a:lnTo>
                <a:close/>
                <a:moveTo>
                  <a:pt x="1248848" y="414316"/>
                </a:moveTo>
                <a:lnTo>
                  <a:pt x="1247360" y="418194"/>
                </a:lnTo>
                <a:lnTo>
                  <a:pt x="1247922" y="419850"/>
                </a:lnTo>
                <a:lnTo>
                  <a:pt x="1251811" y="424008"/>
                </a:lnTo>
                <a:lnTo>
                  <a:pt x="1253294" y="422805"/>
                </a:lnTo>
                <a:lnTo>
                  <a:pt x="1251419" y="411620"/>
                </a:lnTo>
                <a:close/>
                <a:moveTo>
                  <a:pt x="563498" y="1948836"/>
                </a:moveTo>
                <a:lnTo>
                  <a:pt x="564165" y="1949251"/>
                </a:lnTo>
                <a:lnTo>
                  <a:pt x="564264" y="1949254"/>
                </a:lnTo>
                <a:lnTo>
                  <a:pt x="563622" y="1948844"/>
                </a:lnTo>
                <a:close/>
                <a:moveTo>
                  <a:pt x="1256662" y="396372"/>
                </a:moveTo>
                <a:lnTo>
                  <a:pt x="1257327" y="399719"/>
                </a:lnTo>
                <a:lnTo>
                  <a:pt x="1258666" y="402860"/>
                </a:lnTo>
                <a:lnTo>
                  <a:pt x="1260078" y="401469"/>
                </a:lnTo>
                <a:close/>
                <a:moveTo>
                  <a:pt x="1235933" y="442722"/>
                </a:moveTo>
                <a:lnTo>
                  <a:pt x="1236419" y="445619"/>
                </a:lnTo>
                <a:lnTo>
                  <a:pt x="1236970" y="444183"/>
                </a:lnTo>
                <a:close/>
                <a:moveTo>
                  <a:pt x="548608" y="1981712"/>
                </a:moveTo>
                <a:lnTo>
                  <a:pt x="550551" y="1982549"/>
                </a:lnTo>
                <a:lnTo>
                  <a:pt x="552480" y="1981819"/>
                </a:lnTo>
                <a:close/>
                <a:moveTo>
                  <a:pt x="1239371" y="434883"/>
                </a:moveTo>
                <a:lnTo>
                  <a:pt x="1239721" y="435562"/>
                </a:lnTo>
                <a:lnTo>
                  <a:pt x="1240110" y="435998"/>
                </a:lnTo>
                <a:lnTo>
                  <a:pt x="1240975" y="433743"/>
                </a:lnTo>
                <a:lnTo>
                  <a:pt x="1240924" y="433587"/>
                </a:lnTo>
                <a:close/>
                <a:moveTo>
                  <a:pt x="526235" y="2031699"/>
                </a:moveTo>
                <a:lnTo>
                  <a:pt x="526380" y="2032205"/>
                </a:lnTo>
                <a:lnTo>
                  <a:pt x="527258" y="2031934"/>
                </a:lnTo>
                <a:close/>
                <a:moveTo>
                  <a:pt x="1250952" y="408833"/>
                </a:moveTo>
                <a:lnTo>
                  <a:pt x="1249949" y="411445"/>
                </a:lnTo>
                <a:lnTo>
                  <a:pt x="1251185" y="410228"/>
                </a:lnTo>
                <a:close/>
                <a:moveTo>
                  <a:pt x="560315" y="1954953"/>
                </a:moveTo>
                <a:lnTo>
                  <a:pt x="560679" y="1955047"/>
                </a:lnTo>
                <a:lnTo>
                  <a:pt x="560648" y="1954903"/>
                </a:lnTo>
                <a:close/>
                <a:moveTo>
                  <a:pt x="1221328" y="474733"/>
                </a:moveTo>
                <a:lnTo>
                  <a:pt x="1221684" y="475726"/>
                </a:lnTo>
                <a:lnTo>
                  <a:pt x="1221992" y="476018"/>
                </a:lnTo>
                <a:close/>
                <a:moveTo>
                  <a:pt x="1189601" y="545739"/>
                </a:moveTo>
                <a:lnTo>
                  <a:pt x="1189889" y="546808"/>
                </a:lnTo>
                <a:lnTo>
                  <a:pt x="1189764" y="545845"/>
                </a:lnTo>
                <a:close/>
                <a:moveTo>
                  <a:pt x="530274" y="2022012"/>
                </a:moveTo>
                <a:lnTo>
                  <a:pt x="533260" y="2030078"/>
                </a:lnTo>
                <a:lnTo>
                  <a:pt x="541721" y="2027461"/>
                </a:lnTo>
                <a:lnTo>
                  <a:pt x="533238" y="2023002"/>
                </a:lnTo>
                <a:close/>
                <a:moveTo>
                  <a:pt x="1263427" y="380334"/>
                </a:moveTo>
                <a:lnTo>
                  <a:pt x="1263841" y="381285"/>
                </a:lnTo>
                <a:lnTo>
                  <a:pt x="1266974" y="384375"/>
                </a:lnTo>
                <a:lnTo>
                  <a:pt x="1272652" y="380391"/>
                </a:lnTo>
                <a:lnTo>
                  <a:pt x="1270619" y="369187"/>
                </a:lnTo>
                <a:lnTo>
                  <a:pt x="1270004" y="370067"/>
                </a:lnTo>
                <a:close/>
                <a:moveTo>
                  <a:pt x="548975" y="1979914"/>
                </a:moveTo>
                <a:lnTo>
                  <a:pt x="554234" y="1980420"/>
                </a:lnTo>
                <a:lnTo>
                  <a:pt x="551191" y="1979049"/>
                </a:lnTo>
                <a:lnTo>
                  <a:pt x="550843" y="1979153"/>
                </a:lnTo>
                <a:close/>
                <a:moveTo>
                  <a:pt x="531465" y="2019118"/>
                </a:moveTo>
                <a:lnTo>
                  <a:pt x="545743" y="2023292"/>
                </a:lnTo>
                <a:lnTo>
                  <a:pt x="550697" y="2024669"/>
                </a:lnTo>
                <a:lnTo>
                  <a:pt x="564676" y="2020178"/>
                </a:lnTo>
                <a:lnTo>
                  <a:pt x="547719" y="2014797"/>
                </a:lnTo>
                <a:close/>
                <a:moveTo>
                  <a:pt x="1254232" y="400284"/>
                </a:moveTo>
                <a:lnTo>
                  <a:pt x="1251228" y="408113"/>
                </a:lnTo>
                <a:lnTo>
                  <a:pt x="1251526" y="409892"/>
                </a:lnTo>
                <a:lnTo>
                  <a:pt x="1256506" y="404987"/>
                </a:lnTo>
                <a:close/>
                <a:moveTo>
                  <a:pt x="1262399" y="381940"/>
                </a:moveTo>
                <a:lnTo>
                  <a:pt x="1263634" y="385239"/>
                </a:lnTo>
                <a:lnTo>
                  <a:pt x="1264317" y="386239"/>
                </a:lnTo>
                <a:lnTo>
                  <a:pt x="1264559" y="386069"/>
                </a:lnTo>
                <a:lnTo>
                  <a:pt x="1263330" y="382682"/>
                </a:lnTo>
                <a:lnTo>
                  <a:pt x="1262838" y="381555"/>
                </a:lnTo>
                <a:lnTo>
                  <a:pt x="1262720" y="381438"/>
                </a:lnTo>
                <a:close/>
                <a:moveTo>
                  <a:pt x="561322" y="1951678"/>
                </a:moveTo>
                <a:lnTo>
                  <a:pt x="561409" y="1952693"/>
                </a:lnTo>
                <a:lnTo>
                  <a:pt x="561471" y="1953184"/>
                </a:lnTo>
                <a:lnTo>
                  <a:pt x="567605" y="1953175"/>
                </a:lnTo>
                <a:lnTo>
                  <a:pt x="569424" y="1952903"/>
                </a:lnTo>
                <a:lnTo>
                  <a:pt x="567806" y="1951865"/>
                </a:lnTo>
                <a:lnTo>
                  <a:pt x="564670" y="1951042"/>
                </a:lnTo>
                <a:close/>
                <a:moveTo>
                  <a:pt x="1220835" y="474786"/>
                </a:moveTo>
                <a:lnTo>
                  <a:pt x="1220814" y="474903"/>
                </a:lnTo>
                <a:lnTo>
                  <a:pt x="1220908" y="474993"/>
                </a:lnTo>
                <a:close/>
                <a:moveTo>
                  <a:pt x="1255103" y="398015"/>
                </a:moveTo>
                <a:lnTo>
                  <a:pt x="1254491" y="399611"/>
                </a:lnTo>
                <a:lnTo>
                  <a:pt x="1256902" y="404597"/>
                </a:lnTo>
                <a:lnTo>
                  <a:pt x="1257610" y="403900"/>
                </a:lnTo>
                <a:lnTo>
                  <a:pt x="1257609" y="403897"/>
                </a:lnTo>
                <a:close/>
                <a:moveTo>
                  <a:pt x="543440" y="1991541"/>
                </a:moveTo>
                <a:lnTo>
                  <a:pt x="546325" y="1992536"/>
                </a:lnTo>
                <a:lnTo>
                  <a:pt x="561642" y="1990290"/>
                </a:lnTo>
                <a:lnTo>
                  <a:pt x="557487" y="1988492"/>
                </a:lnTo>
                <a:close/>
                <a:moveTo>
                  <a:pt x="1191343" y="540700"/>
                </a:moveTo>
                <a:lnTo>
                  <a:pt x="1192768" y="545453"/>
                </a:lnTo>
                <a:lnTo>
                  <a:pt x="1195789" y="547412"/>
                </a:lnTo>
                <a:lnTo>
                  <a:pt x="1193939" y="543872"/>
                </a:lnTo>
                <a:close/>
                <a:moveTo>
                  <a:pt x="1246780" y="416485"/>
                </a:moveTo>
                <a:lnTo>
                  <a:pt x="1247163" y="417617"/>
                </a:lnTo>
                <a:lnTo>
                  <a:pt x="1248149" y="415050"/>
                </a:lnTo>
                <a:close/>
                <a:moveTo>
                  <a:pt x="1240386" y="430716"/>
                </a:moveTo>
                <a:lnTo>
                  <a:pt x="1241130" y="432895"/>
                </a:lnTo>
                <a:lnTo>
                  <a:pt x="1241382" y="432684"/>
                </a:lnTo>
                <a:lnTo>
                  <a:pt x="1241500" y="432378"/>
                </a:lnTo>
                <a:close/>
                <a:moveTo>
                  <a:pt x="1256011" y="395647"/>
                </a:moveTo>
                <a:lnTo>
                  <a:pt x="1255813" y="396164"/>
                </a:lnTo>
                <a:lnTo>
                  <a:pt x="1256378" y="397491"/>
                </a:lnTo>
                <a:close/>
                <a:moveTo>
                  <a:pt x="562537" y="1948237"/>
                </a:moveTo>
                <a:lnTo>
                  <a:pt x="562609" y="1948282"/>
                </a:lnTo>
                <a:lnTo>
                  <a:pt x="562757" y="1948291"/>
                </a:lnTo>
                <a:lnTo>
                  <a:pt x="562683" y="1948244"/>
                </a:lnTo>
                <a:close/>
                <a:moveTo>
                  <a:pt x="1257412" y="391995"/>
                </a:moveTo>
                <a:lnTo>
                  <a:pt x="1256353" y="394756"/>
                </a:lnTo>
                <a:lnTo>
                  <a:pt x="1260760" y="400797"/>
                </a:lnTo>
                <a:lnTo>
                  <a:pt x="1261134" y="400429"/>
                </a:lnTo>
                <a:lnTo>
                  <a:pt x="1259275" y="395885"/>
                </a:lnTo>
                <a:lnTo>
                  <a:pt x="1259501" y="396011"/>
                </a:lnTo>
                <a:lnTo>
                  <a:pt x="1261258" y="400307"/>
                </a:lnTo>
                <a:lnTo>
                  <a:pt x="1266412" y="395230"/>
                </a:lnTo>
                <a:lnTo>
                  <a:pt x="1263582" y="387666"/>
                </a:lnTo>
                <a:close/>
                <a:moveTo>
                  <a:pt x="564086" y="1944387"/>
                </a:moveTo>
                <a:lnTo>
                  <a:pt x="566453" y="1945898"/>
                </a:lnTo>
                <a:lnTo>
                  <a:pt x="566886" y="1945801"/>
                </a:lnTo>
                <a:close/>
                <a:moveTo>
                  <a:pt x="1202116" y="515663"/>
                </a:moveTo>
                <a:lnTo>
                  <a:pt x="1202593" y="516862"/>
                </a:lnTo>
                <a:lnTo>
                  <a:pt x="1202648" y="515079"/>
                </a:lnTo>
                <a:lnTo>
                  <a:pt x="1202619" y="515029"/>
                </a:lnTo>
                <a:close/>
                <a:moveTo>
                  <a:pt x="1231536" y="449785"/>
                </a:moveTo>
                <a:lnTo>
                  <a:pt x="1233203" y="454656"/>
                </a:lnTo>
                <a:lnTo>
                  <a:pt x="1233921" y="452534"/>
                </a:lnTo>
                <a:close/>
                <a:moveTo>
                  <a:pt x="521532" y="2039465"/>
                </a:moveTo>
                <a:lnTo>
                  <a:pt x="521613" y="2040080"/>
                </a:lnTo>
                <a:lnTo>
                  <a:pt x="527834" y="2039905"/>
                </a:lnTo>
                <a:lnTo>
                  <a:pt x="527214" y="2037738"/>
                </a:lnTo>
                <a:close/>
                <a:moveTo>
                  <a:pt x="530419" y="2019396"/>
                </a:moveTo>
                <a:lnTo>
                  <a:pt x="536653" y="2022674"/>
                </a:lnTo>
                <a:lnTo>
                  <a:pt x="546530" y="2025975"/>
                </a:lnTo>
                <a:lnTo>
                  <a:pt x="549269" y="2025127"/>
                </a:lnTo>
                <a:lnTo>
                  <a:pt x="546579" y="2025991"/>
                </a:lnTo>
                <a:lnTo>
                  <a:pt x="548577" y="2026659"/>
                </a:lnTo>
                <a:lnTo>
                  <a:pt x="552361" y="2025489"/>
                </a:lnTo>
                <a:lnTo>
                  <a:pt x="550170" y="2024848"/>
                </a:lnTo>
                <a:lnTo>
                  <a:pt x="549269" y="2025127"/>
                </a:lnTo>
                <a:lnTo>
                  <a:pt x="550153" y="2024843"/>
                </a:lnTo>
                <a:lnTo>
                  <a:pt x="530996" y="2019242"/>
                </a:lnTo>
                <a:close/>
                <a:moveTo>
                  <a:pt x="1245766" y="417548"/>
                </a:moveTo>
                <a:lnTo>
                  <a:pt x="1246755" y="418605"/>
                </a:lnTo>
                <a:lnTo>
                  <a:pt x="1246249" y="417042"/>
                </a:lnTo>
                <a:close/>
                <a:moveTo>
                  <a:pt x="1259586" y="386330"/>
                </a:moveTo>
                <a:lnTo>
                  <a:pt x="1257890" y="390749"/>
                </a:lnTo>
                <a:lnTo>
                  <a:pt x="1263313" y="386943"/>
                </a:lnTo>
                <a:lnTo>
                  <a:pt x="1262833" y="385661"/>
                </a:lnTo>
                <a:lnTo>
                  <a:pt x="1261376" y="383535"/>
                </a:lnTo>
                <a:close/>
                <a:moveTo>
                  <a:pt x="561188" y="1950129"/>
                </a:moveTo>
                <a:lnTo>
                  <a:pt x="561286" y="1951269"/>
                </a:lnTo>
                <a:lnTo>
                  <a:pt x="563750" y="1950801"/>
                </a:lnTo>
                <a:close/>
                <a:moveTo>
                  <a:pt x="1221362" y="471778"/>
                </a:moveTo>
                <a:lnTo>
                  <a:pt x="1221051" y="473556"/>
                </a:lnTo>
                <a:lnTo>
                  <a:pt x="1222066" y="475460"/>
                </a:lnTo>
                <a:lnTo>
                  <a:pt x="1222707" y="476696"/>
                </a:lnTo>
                <a:lnTo>
                  <a:pt x="1224314" y="478221"/>
                </a:lnTo>
                <a:lnTo>
                  <a:pt x="1225428" y="467603"/>
                </a:lnTo>
                <a:lnTo>
                  <a:pt x="1225213" y="467348"/>
                </a:lnTo>
                <a:close/>
                <a:moveTo>
                  <a:pt x="1279602" y="341217"/>
                </a:moveTo>
                <a:lnTo>
                  <a:pt x="1279896" y="346817"/>
                </a:lnTo>
                <a:lnTo>
                  <a:pt x="1281557" y="352293"/>
                </a:lnTo>
                <a:lnTo>
                  <a:pt x="1282190" y="351863"/>
                </a:lnTo>
                <a:lnTo>
                  <a:pt x="1284723" y="348235"/>
                </a:lnTo>
                <a:close/>
                <a:moveTo>
                  <a:pt x="560252" y="1951881"/>
                </a:moveTo>
                <a:lnTo>
                  <a:pt x="560529" y="1953186"/>
                </a:lnTo>
                <a:lnTo>
                  <a:pt x="561173" y="1953184"/>
                </a:lnTo>
                <a:lnTo>
                  <a:pt x="560991" y="1951741"/>
                </a:lnTo>
                <a:close/>
                <a:moveTo>
                  <a:pt x="1261915" y="380641"/>
                </a:moveTo>
                <a:lnTo>
                  <a:pt x="1261975" y="380803"/>
                </a:lnTo>
                <a:lnTo>
                  <a:pt x="1262017" y="380744"/>
                </a:lnTo>
                <a:close/>
                <a:moveTo>
                  <a:pt x="561148" y="1949657"/>
                </a:moveTo>
                <a:lnTo>
                  <a:pt x="561149" y="1949664"/>
                </a:lnTo>
                <a:lnTo>
                  <a:pt x="564755" y="1950610"/>
                </a:lnTo>
                <a:lnTo>
                  <a:pt x="565601" y="1950449"/>
                </a:lnTo>
                <a:lnTo>
                  <a:pt x="564554" y="1949779"/>
                </a:lnTo>
                <a:close/>
                <a:moveTo>
                  <a:pt x="553635" y="1966268"/>
                </a:moveTo>
                <a:lnTo>
                  <a:pt x="562802" y="1966072"/>
                </a:lnTo>
                <a:lnTo>
                  <a:pt x="562573" y="1964259"/>
                </a:lnTo>
                <a:close/>
                <a:moveTo>
                  <a:pt x="1255963" y="393011"/>
                </a:moveTo>
                <a:lnTo>
                  <a:pt x="1256192" y="394087"/>
                </a:lnTo>
                <a:lnTo>
                  <a:pt x="1256841" y="392395"/>
                </a:lnTo>
                <a:close/>
                <a:moveTo>
                  <a:pt x="536351" y="2004344"/>
                </a:moveTo>
                <a:lnTo>
                  <a:pt x="547093" y="2007307"/>
                </a:lnTo>
                <a:lnTo>
                  <a:pt x="561310" y="2010623"/>
                </a:lnTo>
                <a:lnTo>
                  <a:pt x="568424" y="2008626"/>
                </a:lnTo>
                <a:lnTo>
                  <a:pt x="568156" y="2006710"/>
                </a:lnTo>
                <a:lnTo>
                  <a:pt x="557200" y="2006075"/>
                </a:lnTo>
                <a:lnTo>
                  <a:pt x="537226" y="2004114"/>
                </a:lnTo>
                <a:close/>
                <a:moveTo>
                  <a:pt x="1196171" y="526835"/>
                </a:moveTo>
                <a:lnTo>
                  <a:pt x="1198156" y="534958"/>
                </a:lnTo>
                <a:lnTo>
                  <a:pt x="1198389" y="535127"/>
                </a:lnTo>
                <a:lnTo>
                  <a:pt x="1196801" y="528233"/>
                </a:lnTo>
                <a:close/>
                <a:moveTo>
                  <a:pt x="1199122" y="520066"/>
                </a:moveTo>
                <a:lnTo>
                  <a:pt x="1199405" y="520903"/>
                </a:lnTo>
                <a:lnTo>
                  <a:pt x="1199522" y="521066"/>
                </a:lnTo>
                <a:close/>
                <a:moveTo>
                  <a:pt x="1235792" y="437870"/>
                </a:moveTo>
                <a:lnTo>
                  <a:pt x="1237570" y="442621"/>
                </a:lnTo>
                <a:lnTo>
                  <a:pt x="1239808" y="436785"/>
                </a:lnTo>
                <a:lnTo>
                  <a:pt x="1238992" y="435199"/>
                </a:lnTo>
                <a:close/>
                <a:moveTo>
                  <a:pt x="561064" y="1948685"/>
                </a:moveTo>
                <a:lnTo>
                  <a:pt x="561107" y="1949183"/>
                </a:lnTo>
                <a:lnTo>
                  <a:pt x="563717" y="1949241"/>
                </a:lnTo>
                <a:lnTo>
                  <a:pt x="563043" y="1948809"/>
                </a:lnTo>
                <a:lnTo>
                  <a:pt x="561357" y="1948706"/>
                </a:lnTo>
                <a:close/>
                <a:moveTo>
                  <a:pt x="546640" y="1980866"/>
                </a:moveTo>
                <a:lnTo>
                  <a:pt x="547364" y="1981177"/>
                </a:lnTo>
                <a:lnTo>
                  <a:pt x="553715" y="1981353"/>
                </a:lnTo>
                <a:lnTo>
                  <a:pt x="554681" y="1980987"/>
                </a:lnTo>
                <a:lnTo>
                  <a:pt x="547962" y="1980327"/>
                </a:lnTo>
                <a:close/>
                <a:moveTo>
                  <a:pt x="1255379" y="393422"/>
                </a:moveTo>
                <a:lnTo>
                  <a:pt x="1255641" y="393779"/>
                </a:lnTo>
                <a:lnTo>
                  <a:pt x="1255546" y="393304"/>
                </a:lnTo>
                <a:close/>
                <a:moveTo>
                  <a:pt x="561020" y="1948166"/>
                </a:moveTo>
                <a:lnTo>
                  <a:pt x="561021" y="1948185"/>
                </a:lnTo>
                <a:lnTo>
                  <a:pt x="562183" y="1948257"/>
                </a:lnTo>
                <a:lnTo>
                  <a:pt x="562123" y="1948217"/>
                </a:lnTo>
                <a:close/>
                <a:moveTo>
                  <a:pt x="1190615" y="538275"/>
                </a:moveTo>
                <a:lnTo>
                  <a:pt x="1191101" y="539897"/>
                </a:lnTo>
                <a:lnTo>
                  <a:pt x="1193205" y="542468"/>
                </a:lnTo>
                <a:lnTo>
                  <a:pt x="1192439" y="541000"/>
                </a:lnTo>
                <a:close/>
                <a:moveTo>
                  <a:pt x="1255828" y="392196"/>
                </a:moveTo>
                <a:lnTo>
                  <a:pt x="1257319" y="391150"/>
                </a:lnTo>
                <a:lnTo>
                  <a:pt x="1258544" y="387957"/>
                </a:lnTo>
                <a:close/>
                <a:moveTo>
                  <a:pt x="1235162" y="438395"/>
                </a:moveTo>
                <a:lnTo>
                  <a:pt x="1235715" y="441441"/>
                </a:lnTo>
                <a:lnTo>
                  <a:pt x="1237149" y="443410"/>
                </a:lnTo>
                <a:lnTo>
                  <a:pt x="1235247" y="438325"/>
                </a:lnTo>
                <a:close/>
                <a:moveTo>
                  <a:pt x="1187744" y="544536"/>
                </a:moveTo>
                <a:lnTo>
                  <a:pt x="1188473" y="546721"/>
                </a:lnTo>
                <a:lnTo>
                  <a:pt x="1189834" y="548033"/>
                </a:lnTo>
                <a:lnTo>
                  <a:pt x="1189133" y="545437"/>
                </a:lnTo>
                <a:close/>
                <a:moveTo>
                  <a:pt x="1198406" y="520347"/>
                </a:moveTo>
                <a:lnTo>
                  <a:pt x="1198510" y="520442"/>
                </a:lnTo>
                <a:lnTo>
                  <a:pt x="1198475" y="520336"/>
                </a:lnTo>
                <a:lnTo>
                  <a:pt x="1198447" y="520296"/>
                </a:lnTo>
                <a:close/>
                <a:moveTo>
                  <a:pt x="1254813" y="393818"/>
                </a:moveTo>
                <a:lnTo>
                  <a:pt x="1255593" y="395649"/>
                </a:lnTo>
                <a:lnTo>
                  <a:pt x="1255806" y="395095"/>
                </a:lnTo>
                <a:lnTo>
                  <a:pt x="1254907" y="393752"/>
                </a:lnTo>
                <a:close/>
                <a:moveTo>
                  <a:pt x="1269547" y="360823"/>
                </a:moveTo>
                <a:lnTo>
                  <a:pt x="1265044" y="372103"/>
                </a:lnTo>
                <a:lnTo>
                  <a:pt x="1262608" y="378453"/>
                </a:lnTo>
                <a:lnTo>
                  <a:pt x="1262996" y="379342"/>
                </a:lnTo>
                <a:lnTo>
                  <a:pt x="1275645" y="361232"/>
                </a:lnTo>
                <a:lnTo>
                  <a:pt x="1275606" y="356653"/>
                </a:lnTo>
                <a:lnTo>
                  <a:pt x="1271575" y="359401"/>
                </a:lnTo>
                <a:close/>
                <a:moveTo>
                  <a:pt x="1235058" y="437820"/>
                </a:moveTo>
                <a:lnTo>
                  <a:pt x="1235080" y="437945"/>
                </a:lnTo>
                <a:lnTo>
                  <a:pt x="1235098" y="437930"/>
                </a:lnTo>
                <a:close/>
                <a:moveTo>
                  <a:pt x="529037" y="2018669"/>
                </a:moveTo>
                <a:lnTo>
                  <a:pt x="530129" y="2019243"/>
                </a:lnTo>
                <a:lnTo>
                  <a:pt x="530585" y="2019122"/>
                </a:lnTo>
                <a:close/>
                <a:moveTo>
                  <a:pt x="559804" y="1949766"/>
                </a:moveTo>
                <a:lnTo>
                  <a:pt x="560167" y="1951481"/>
                </a:lnTo>
                <a:lnTo>
                  <a:pt x="560940" y="1951335"/>
                </a:lnTo>
                <a:lnTo>
                  <a:pt x="560774" y="1950021"/>
                </a:lnTo>
                <a:close/>
                <a:moveTo>
                  <a:pt x="546021" y="1980599"/>
                </a:moveTo>
                <a:lnTo>
                  <a:pt x="546136" y="1980648"/>
                </a:lnTo>
                <a:lnTo>
                  <a:pt x="546916" y="1980330"/>
                </a:lnTo>
                <a:close/>
                <a:moveTo>
                  <a:pt x="519294" y="2040145"/>
                </a:moveTo>
                <a:lnTo>
                  <a:pt x="520931" y="2040099"/>
                </a:lnTo>
                <a:lnTo>
                  <a:pt x="520873" y="2039665"/>
                </a:lnTo>
                <a:close/>
                <a:moveTo>
                  <a:pt x="1234126" y="439261"/>
                </a:moveTo>
                <a:lnTo>
                  <a:pt x="1234838" y="440238"/>
                </a:lnTo>
                <a:lnTo>
                  <a:pt x="1234607" y="438859"/>
                </a:lnTo>
                <a:close/>
                <a:moveTo>
                  <a:pt x="521055" y="2035869"/>
                </a:moveTo>
                <a:lnTo>
                  <a:pt x="521459" y="2038916"/>
                </a:lnTo>
                <a:lnTo>
                  <a:pt x="527048" y="2037157"/>
                </a:lnTo>
                <a:lnTo>
                  <a:pt x="526222" y="2034272"/>
                </a:lnTo>
                <a:close/>
                <a:moveTo>
                  <a:pt x="1253022" y="396575"/>
                </a:moveTo>
                <a:lnTo>
                  <a:pt x="1254257" y="399130"/>
                </a:lnTo>
                <a:lnTo>
                  <a:pt x="1254883" y="397498"/>
                </a:lnTo>
                <a:lnTo>
                  <a:pt x="1253903" y="395200"/>
                </a:lnTo>
                <a:close/>
                <a:moveTo>
                  <a:pt x="1222669" y="464324"/>
                </a:moveTo>
                <a:lnTo>
                  <a:pt x="1221587" y="470500"/>
                </a:lnTo>
                <a:lnTo>
                  <a:pt x="1224777" y="466830"/>
                </a:lnTo>
                <a:close/>
                <a:moveTo>
                  <a:pt x="547109" y="1977025"/>
                </a:moveTo>
                <a:lnTo>
                  <a:pt x="547331" y="1977126"/>
                </a:lnTo>
                <a:lnTo>
                  <a:pt x="549876" y="1976569"/>
                </a:lnTo>
                <a:close/>
                <a:moveTo>
                  <a:pt x="1241148" y="422400"/>
                </a:moveTo>
                <a:lnTo>
                  <a:pt x="1243640" y="426800"/>
                </a:lnTo>
                <a:lnTo>
                  <a:pt x="1246073" y="420458"/>
                </a:lnTo>
                <a:lnTo>
                  <a:pt x="1244548" y="418825"/>
                </a:lnTo>
                <a:lnTo>
                  <a:pt x="1241195" y="422342"/>
                </a:lnTo>
                <a:close/>
                <a:moveTo>
                  <a:pt x="559550" y="1948572"/>
                </a:moveTo>
                <a:lnTo>
                  <a:pt x="559673" y="1949151"/>
                </a:lnTo>
                <a:lnTo>
                  <a:pt x="560667" y="1949174"/>
                </a:lnTo>
                <a:lnTo>
                  <a:pt x="560601" y="1948650"/>
                </a:lnTo>
                <a:close/>
                <a:moveTo>
                  <a:pt x="544651" y="1981676"/>
                </a:moveTo>
                <a:lnTo>
                  <a:pt x="548478" y="1983333"/>
                </a:lnTo>
                <a:lnTo>
                  <a:pt x="548824" y="1983202"/>
                </a:lnTo>
                <a:lnTo>
                  <a:pt x="545144" y="1981617"/>
                </a:lnTo>
                <a:lnTo>
                  <a:pt x="544820" y="1981608"/>
                </a:lnTo>
                <a:close/>
                <a:moveTo>
                  <a:pt x="559554" y="1948097"/>
                </a:moveTo>
                <a:lnTo>
                  <a:pt x="560538" y="1948156"/>
                </a:lnTo>
                <a:lnTo>
                  <a:pt x="560537" y="1948142"/>
                </a:lnTo>
                <a:close/>
                <a:moveTo>
                  <a:pt x="534570" y="2003853"/>
                </a:moveTo>
                <a:lnTo>
                  <a:pt x="535970" y="2004239"/>
                </a:lnTo>
                <a:lnTo>
                  <a:pt x="536491" y="2004101"/>
                </a:lnTo>
                <a:lnTo>
                  <a:pt x="536648" y="2004057"/>
                </a:lnTo>
                <a:close/>
                <a:moveTo>
                  <a:pt x="1223071" y="462034"/>
                </a:moveTo>
                <a:lnTo>
                  <a:pt x="1222745" y="463894"/>
                </a:lnTo>
                <a:lnTo>
                  <a:pt x="1224999" y="466574"/>
                </a:lnTo>
                <a:lnTo>
                  <a:pt x="1225610" y="465872"/>
                </a:lnTo>
                <a:lnTo>
                  <a:pt x="1225768" y="464360"/>
                </a:lnTo>
                <a:close/>
                <a:moveTo>
                  <a:pt x="1194737" y="525401"/>
                </a:moveTo>
                <a:lnTo>
                  <a:pt x="1195237" y="527241"/>
                </a:lnTo>
                <a:lnTo>
                  <a:pt x="1194777" y="525345"/>
                </a:lnTo>
                <a:close/>
                <a:moveTo>
                  <a:pt x="520829" y="2034160"/>
                </a:moveTo>
                <a:lnTo>
                  <a:pt x="520966" y="2035192"/>
                </a:lnTo>
                <a:lnTo>
                  <a:pt x="526036" y="2033625"/>
                </a:lnTo>
                <a:lnTo>
                  <a:pt x="525765" y="2032677"/>
                </a:lnTo>
                <a:lnTo>
                  <a:pt x="523687" y="2033345"/>
                </a:lnTo>
                <a:close/>
                <a:moveTo>
                  <a:pt x="1250067" y="401189"/>
                </a:moveTo>
                <a:lnTo>
                  <a:pt x="1251100" y="407354"/>
                </a:lnTo>
                <a:lnTo>
                  <a:pt x="1253999" y="399801"/>
                </a:lnTo>
                <a:lnTo>
                  <a:pt x="1252690" y="397094"/>
                </a:lnTo>
                <a:close/>
                <a:moveTo>
                  <a:pt x="1239842" y="423987"/>
                </a:moveTo>
                <a:lnTo>
                  <a:pt x="1242967" y="428554"/>
                </a:lnTo>
                <a:lnTo>
                  <a:pt x="1243328" y="427611"/>
                </a:lnTo>
                <a:lnTo>
                  <a:pt x="1240691" y="422954"/>
                </a:lnTo>
                <a:close/>
                <a:moveTo>
                  <a:pt x="1238603" y="425491"/>
                </a:moveTo>
                <a:lnTo>
                  <a:pt x="1239457" y="427991"/>
                </a:lnTo>
                <a:lnTo>
                  <a:pt x="1239713" y="428343"/>
                </a:lnTo>
                <a:lnTo>
                  <a:pt x="1241834" y="431505"/>
                </a:lnTo>
                <a:lnTo>
                  <a:pt x="1242676" y="429313"/>
                </a:lnTo>
                <a:lnTo>
                  <a:pt x="1239399" y="424524"/>
                </a:lnTo>
                <a:close/>
                <a:moveTo>
                  <a:pt x="545441" y="1977301"/>
                </a:moveTo>
                <a:lnTo>
                  <a:pt x="546431" y="1977323"/>
                </a:lnTo>
                <a:lnTo>
                  <a:pt x="547058" y="1977186"/>
                </a:lnTo>
                <a:lnTo>
                  <a:pt x="546813" y="1977075"/>
                </a:lnTo>
                <a:close/>
                <a:moveTo>
                  <a:pt x="565217" y="1932941"/>
                </a:moveTo>
                <a:lnTo>
                  <a:pt x="568238" y="1934468"/>
                </a:lnTo>
                <a:lnTo>
                  <a:pt x="570063" y="1933918"/>
                </a:lnTo>
                <a:lnTo>
                  <a:pt x="568940" y="1933441"/>
                </a:lnTo>
                <a:close/>
                <a:moveTo>
                  <a:pt x="1238088" y="426117"/>
                </a:moveTo>
                <a:lnTo>
                  <a:pt x="1238813" y="427110"/>
                </a:lnTo>
                <a:lnTo>
                  <a:pt x="1238375" y="425768"/>
                </a:lnTo>
                <a:close/>
                <a:moveTo>
                  <a:pt x="1191937" y="529326"/>
                </a:moveTo>
                <a:lnTo>
                  <a:pt x="1194092" y="532021"/>
                </a:lnTo>
                <a:lnTo>
                  <a:pt x="1196316" y="533628"/>
                </a:lnTo>
                <a:lnTo>
                  <a:pt x="1194341" y="525956"/>
                </a:lnTo>
                <a:close/>
                <a:moveTo>
                  <a:pt x="559058" y="1946251"/>
                </a:moveTo>
                <a:lnTo>
                  <a:pt x="559202" y="1946931"/>
                </a:lnTo>
                <a:lnTo>
                  <a:pt x="560128" y="1946937"/>
                </a:lnTo>
                <a:close/>
                <a:moveTo>
                  <a:pt x="558980" y="1945880"/>
                </a:moveTo>
                <a:lnTo>
                  <a:pt x="559006" y="1946007"/>
                </a:lnTo>
                <a:lnTo>
                  <a:pt x="560378" y="1946887"/>
                </a:lnTo>
                <a:lnTo>
                  <a:pt x="560362" y="1946762"/>
                </a:lnTo>
                <a:close/>
                <a:moveTo>
                  <a:pt x="542549" y="1982533"/>
                </a:moveTo>
                <a:lnTo>
                  <a:pt x="546104" y="1983565"/>
                </a:lnTo>
                <a:lnTo>
                  <a:pt x="543151" y="1982288"/>
                </a:lnTo>
                <a:close/>
                <a:moveTo>
                  <a:pt x="566121" y="1929479"/>
                </a:moveTo>
                <a:lnTo>
                  <a:pt x="567178" y="1929458"/>
                </a:lnTo>
                <a:lnTo>
                  <a:pt x="566591" y="1928607"/>
                </a:lnTo>
                <a:close/>
                <a:moveTo>
                  <a:pt x="565154" y="1931271"/>
                </a:moveTo>
                <a:lnTo>
                  <a:pt x="569285" y="1933022"/>
                </a:lnTo>
                <a:lnTo>
                  <a:pt x="569675" y="1933075"/>
                </a:lnTo>
                <a:lnTo>
                  <a:pt x="568288" y="1931065"/>
                </a:lnTo>
                <a:lnTo>
                  <a:pt x="565233" y="1931125"/>
                </a:lnTo>
                <a:close/>
                <a:moveTo>
                  <a:pt x="1244525" y="409838"/>
                </a:moveTo>
                <a:lnTo>
                  <a:pt x="1246372" y="415286"/>
                </a:lnTo>
                <a:lnTo>
                  <a:pt x="1249207" y="412177"/>
                </a:lnTo>
                <a:lnTo>
                  <a:pt x="1249278" y="412106"/>
                </a:lnTo>
                <a:lnTo>
                  <a:pt x="1250825" y="408074"/>
                </a:lnTo>
                <a:lnTo>
                  <a:pt x="1249753" y="401678"/>
                </a:lnTo>
                <a:close/>
                <a:moveTo>
                  <a:pt x="564552" y="1932386"/>
                </a:moveTo>
                <a:lnTo>
                  <a:pt x="567331" y="1932760"/>
                </a:lnTo>
                <a:lnTo>
                  <a:pt x="564905" y="1931732"/>
                </a:lnTo>
                <a:close/>
                <a:moveTo>
                  <a:pt x="1236101" y="428532"/>
                </a:moveTo>
                <a:lnTo>
                  <a:pt x="1239184" y="434519"/>
                </a:lnTo>
                <a:lnTo>
                  <a:pt x="1240791" y="433178"/>
                </a:lnTo>
                <a:lnTo>
                  <a:pt x="1239611" y="429560"/>
                </a:lnTo>
                <a:lnTo>
                  <a:pt x="1237657" y="426642"/>
                </a:lnTo>
                <a:close/>
                <a:moveTo>
                  <a:pt x="1229636" y="443009"/>
                </a:moveTo>
                <a:lnTo>
                  <a:pt x="1234499" y="450827"/>
                </a:lnTo>
                <a:lnTo>
                  <a:pt x="1235084" y="449100"/>
                </a:lnTo>
                <a:lnTo>
                  <a:pt x="1235947" y="446852"/>
                </a:lnTo>
                <a:lnTo>
                  <a:pt x="1235044" y="441465"/>
                </a:lnTo>
                <a:lnTo>
                  <a:pt x="1233722" y="439598"/>
                </a:lnTo>
                <a:close/>
                <a:moveTo>
                  <a:pt x="553871" y="1955917"/>
                </a:moveTo>
                <a:lnTo>
                  <a:pt x="560994" y="1956536"/>
                </a:lnTo>
                <a:lnTo>
                  <a:pt x="560935" y="1956254"/>
                </a:lnTo>
                <a:lnTo>
                  <a:pt x="560679" y="1956140"/>
                </a:lnTo>
                <a:lnTo>
                  <a:pt x="558252" y="1955262"/>
                </a:lnTo>
                <a:close/>
                <a:moveTo>
                  <a:pt x="536637" y="1994445"/>
                </a:moveTo>
                <a:lnTo>
                  <a:pt x="549680" y="1995461"/>
                </a:lnTo>
                <a:lnTo>
                  <a:pt x="552488" y="1995416"/>
                </a:lnTo>
                <a:lnTo>
                  <a:pt x="545783" y="1993104"/>
                </a:lnTo>
                <a:close/>
                <a:moveTo>
                  <a:pt x="1189169" y="533205"/>
                </a:moveTo>
                <a:lnTo>
                  <a:pt x="1196403" y="544011"/>
                </a:lnTo>
                <a:lnTo>
                  <a:pt x="1196694" y="544023"/>
                </a:lnTo>
                <a:lnTo>
                  <a:pt x="1198256" y="545376"/>
                </a:lnTo>
                <a:lnTo>
                  <a:pt x="1198973" y="543957"/>
                </a:lnTo>
                <a:lnTo>
                  <a:pt x="1198002" y="540183"/>
                </a:lnTo>
                <a:lnTo>
                  <a:pt x="1195114" y="535974"/>
                </a:lnTo>
                <a:lnTo>
                  <a:pt x="1189887" y="532198"/>
                </a:lnTo>
                <a:close/>
                <a:moveTo>
                  <a:pt x="1229311" y="443280"/>
                </a:moveTo>
                <a:lnTo>
                  <a:pt x="1231009" y="448244"/>
                </a:lnTo>
                <a:lnTo>
                  <a:pt x="1234149" y="451863"/>
                </a:lnTo>
                <a:lnTo>
                  <a:pt x="1234374" y="451197"/>
                </a:lnTo>
                <a:lnTo>
                  <a:pt x="1229403" y="443203"/>
                </a:lnTo>
                <a:close/>
                <a:moveTo>
                  <a:pt x="564829" y="1931133"/>
                </a:moveTo>
                <a:lnTo>
                  <a:pt x="565050" y="1931227"/>
                </a:lnTo>
                <a:lnTo>
                  <a:pt x="565104" y="1931128"/>
                </a:lnTo>
                <a:close/>
                <a:moveTo>
                  <a:pt x="555026" y="1952874"/>
                </a:moveTo>
                <a:lnTo>
                  <a:pt x="555833" y="1953193"/>
                </a:lnTo>
                <a:lnTo>
                  <a:pt x="560284" y="1953186"/>
                </a:lnTo>
                <a:lnTo>
                  <a:pt x="560016" y="1951926"/>
                </a:lnTo>
                <a:close/>
                <a:moveTo>
                  <a:pt x="1193881" y="522254"/>
                </a:moveTo>
                <a:lnTo>
                  <a:pt x="1194174" y="523330"/>
                </a:lnTo>
                <a:lnTo>
                  <a:pt x="1194262" y="523218"/>
                </a:lnTo>
                <a:lnTo>
                  <a:pt x="1194079" y="522461"/>
                </a:lnTo>
                <a:close/>
                <a:moveTo>
                  <a:pt x="1227927" y="446006"/>
                </a:moveTo>
                <a:lnTo>
                  <a:pt x="1227632" y="455445"/>
                </a:lnTo>
                <a:lnTo>
                  <a:pt x="1229203" y="461738"/>
                </a:lnTo>
                <a:lnTo>
                  <a:pt x="1231826" y="458721"/>
                </a:lnTo>
                <a:lnTo>
                  <a:pt x="1232051" y="458057"/>
                </a:lnTo>
                <a:close/>
                <a:moveTo>
                  <a:pt x="520324" y="2030348"/>
                </a:moveTo>
                <a:lnTo>
                  <a:pt x="520798" y="2033931"/>
                </a:lnTo>
                <a:lnTo>
                  <a:pt x="525691" y="2032418"/>
                </a:lnTo>
                <a:lnTo>
                  <a:pt x="525433" y="2031516"/>
                </a:lnTo>
                <a:close/>
                <a:moveTo>
                  <a:pt x="531321" y="2005672"/>
                </a:moveTo>
                <a:lnTo>
                  <a:pt x="550202" y="2011664"/>
                </a:lnTo>
                <a:lnTo>
                  <a:pt x="556624" y="2011938"/>
                </a:lnTo>
                <a:lnTo>
                  <a:pt x="559071" y="2011252"/>
                </a:lnTo>
                <a:lnTo>
                  <a:pt x="535164" y="2004657"/>
                </a:lnTo>
                <a:close/>
                <a:moveTo>
                  <a:pt x="1249461" y="397573"/>
                </a:moveTo>
                <a:lnTo>
                  <a:pt x="1249785" y="399507"/>
                </a:lnTo>
                <a:lnTo>
                  <a:pt x="1252106" y="395884"/>
                </a:lnTo>
                <a:lnTo>
                  <a:pt x="1252045" y="395760"/>
                </a:lnTo>
                <a:close/>
                <a:moveTo>
                  <a:pt x="1202436" y="502710"/>
                </a:moveTo>
                <a:lnTo>
                  <a:pt x="1203336" y="507982"/>
                </a:lnTo>
                <a:lnTo>
                  <a:pt x="1203801" y="505329"/>
                </a:lnTo>
                <a:close/>
                <a:moveTo>
                  <a:pt x="556750" y="1948511"/>
                </a:moveTo>
                <a:lnTo>
                  <a:pt x="559148" y="1949140"/>
                </a:lnTo>
                <a:lnTo>
                  <a:pt x="559426" y="1949146"/>
                </a:lnTo>
                <a:lnTo>
                  <a:pt x="559300" y="1948553"/>
                </a:lnTo>
                <a:lnTo>
                  <a:pt x="557268" y="1948402"/>
                </a:lnTo>
                <a:close/>
                <a:moveTo>
                  <a:pt x="1234822" y="430086"/>
                </a:moveTo>
                <a:lnTo>
                  <a:pt x="1238445" y="434135"/>
                </a:lnTo>
                <a:lnTo>
                  <a:pt x="1235768" y="428937"/>
                </a:lnTo>
                <a:close/>
                <a:moveTo>
                  <a:pt x="1224699" y="452746"/>
                </a:moveTo>
                <a:lnTo>
                  <a:pt x="1223947" y="457042"/>
                </a:lnTo>
                <a:lnTo>
                  <a:pt x="1224629" y="457825"/>
                </a:lnTo>
                <a:lnTo>
                  <a:pt x="1226302" y="459268"/>
                </a:lnTo>
                <a:lnTo>
                  <a:pt x="1226310" y="459191"/>
                </a:lnTo>
                <a:close/>
                <a:moveTo>
                  <a:pt x="1229139" y="442779"/>
                </a:moveTo>
                <a:lnTo>
                  <a:pt x="1229172" y="442876"/>
                </a:lnTo>
                <a:lnTo>
                  <a:pt x="1229190" y="442861"/>
                </a:lnTo>
                <a:close/>
                <a:moveTo>
                  <a:pt x="1242098" y="413627"/>
                </a:moveTo>
                <a:lnTo>
                  <a:pt x="1245029" y="416760"/>
                </a:lnTo>
                <a:lnTo>
                  <a:pt x="1245862" y="415846"/>
                </a:lnTo>
                <a:lnTo>
                  <a:pt x="1244120" y="410470"/>
                </a:lnTo>
                <a:close/>
                <a:moveTo>
                  <a:pt x="1195944" y="516649"/>
                </a:moveTo>
                <a:lnTo>
                  <a:pt x="1196371" y="518499"/>
                </a:lnTo>
                <a:lnTo>
                  <a:pt x="1197319" y="519361"/>
                </a:lnTo>
                <a:lnTo>
                  <a:pt x="1197580" y="519032"/>
                </a:lnTo>
                <a:close/>
                <a:moveTo>
                  <a:pt x="1187028" y="536205"/>
                </a:moveTo>
                <a:lnTo>
                  <a:pt x="1188761" y="542628"/>
                </a:lnTo>
                <a:lnTo>
                  <a:pt x="1189423" y="543231"/>
                </a:lnTo>
                <a:lnTo>
                  <a:pt x="1189374" y="542854"/>
                </a:lnTo>
                <a:lnTo>
                  <a:pt x="1187275" y="535858"/>
                </a:lnTo>
                <a:close/>
                <a:moveTo>
                  <a:pt x="1233865" y="431248"/>
                </a:moveTo>
                <a:lnTo>
                  <a:pt x="1234384" y="434107"/>
                </a:lnTo>
                <a:lnTo>
                  <a:pt x="1235644" y="437474"/>
                </a:lnTo>
                <a:lnTo>
                  <a:pt x="1238765" y="434869"/>
                </a:lnTo>
                <a:lnTo>
                  <a:pt x="1238709" y="434805"/>
                </a:lnTo>
                <a:lnTo>
                  <a:pt x="1234662" y="430281"/>
                </a:lnTo>
                <a:close/>
                <a:moveTo>
                  <a:pt x="1199057" y="508846"/>
                </a:moveTo>
                <a:lnTo>
                  <a:pt x="1201454" y="514142"/>
                </a:lnTo>
                <a:lnTo>
                  <a:pt x="1201833" y="513663"/>
                </a:lnTo>
                <a:close/>
                <a:moveTo>
                  <a:pt x="541035" y="1982094"/>
                </a:moveTo>
                <a:lnTo>
                  <a:pt x="541944" y="1982357"/>
                </a:lnTo>
                <a:lnTo>
                  <a:pt x="542648" y="1982070"/>
                </a:lnTo>
                <a:lnTo>
                  <a:pt x="542021" y="1981798"/>
                </a:lnTo>
                <a:close/>
                <a:moveTo>
                  <a:pt x="1275953" y="336213"/>
                </a:moveTo>
                <a:lnTo>
                  <a:pt x="1276123" y="355998"/>
                </a:lnTo>
                <a:lnTo>
                  <a:pt x="1279948" y="353390"/>
                </a:lnTo>
                <a:lnTo>
                  <a:pt x="1279747" y="346773"/>
                </a:lnTo>
                <a:lnTo>
                  <a:pt x="1278640" y="343127"/>
                </a:lnTo>
                <a:lnTo>
                  <a:pt x="1278812" y="343248"/>
                </a:lnTo>
                <a:lnTo>
                  <a:pt x="1279731" y="346276"/>
                </a:lnTo>
                <a:lnTo>
                  <a:pt x="1279724" y="346009"/>
                </a:lnTo>
                <a:lnTo>
                  <a:pt x="1279462" y="341024"/>
                </a:lnTo>
                <a:close/>
                <a:moveTo>
                  <a:pt x="546284" y="1969836"/>
                </a:moveTo>
                <a:lnTo>
                  <a:pt x="551817" y="1970187"/>
                </a:lnTo>
                <a:lnTo>
                  <a:pt x="563394" y="1970759"/>
                </a:lnTo>
                <a:lnTo>
                  <a:pt x="563101" y="1968439"/>
                </a:lnTo>
                <a:lnTo>
                  <a:pt x="548491" y="1968751"/>
                </a:lnTo>
                <a:close/>
                <a:moveTo>
                  <a:pt x="523258" y="2021300"/>
                </a:moveTo>
                <a:lnTo>
                  <a:pt x="526120" y="2031296"/>
                </a:lnTo>
                <a:lnTo>
                  <a:pt x="528017" y="2031699"/>
                </a:lnTo>
                <a:lnTo>
                  <a:pt x="533045" y="2030144"/>
                </a:lnTo>
                <a:lnTo>
                  <a:pt x="530002" y="2021921"/>
                </a:lnTo>
                <a:lnTo>
                  <a:pt x="525979" y="2020576"/>
                </a:lnTo>
                <a:close/>
                <a:moveTo>
                  <a:pt x="1185461" y="538401"/>
                </a:moveTo>
                <a:lnTo>
                  <a:pt x="1186118" y="539657"/>
                </a:lnTo>
                <a:lnTo>
                  <a:pt x="1186389" y="540466"/>
                </a:lnTo>
                <a:lnTo>
                  <a:pt x="1188249" y="542163"/>
                </a:lnTo>
                <a:lnTo>
                  <a:pt x="1186748" y="536597"/>
                </a:lnTo>
                <a:close/>
                <a:moveTo>
                  <a:pt x="1238957" y="418530"/>
                </a:moveTo>
                <a:lnTo>
                  <a:pt x="1240665" y="421546"/>
                </a:lnTo>
                <a:lnTo>
                  <a:pt x="1243837" y="418067"/>
                </a:lnTo>
                <a:lnTo>
                  <a:pt x="1241116" y="415159"/>
                </a:lnTo>
                <a:close/>
                <a:moveTo>
                  <a:pt x="542092" y="1978906"/>
                </a:moveTo>
                <a:lnTo>
                  <a:pt x="542923" y="1979265"/>
                </a:lnTo>
                <a:lnTo>
                  <a:pt x="546251" y="1977995"/>
                </a:lnTo>
                <a:close/>
                <a:moveTo>
                  <a:pt x="539526" y="1983766"/>
                </a:moveTo>
                <a:lnTo>
                  <a:pt x="546236" y="1984180"/>
                </a:lnTo>
                <a:lnTo>
                  <a:pt x="546910" y="1983925"/>
                </a:lnTo>
                <a:lnTo>
                  <a:pt x="542369" y="1982606"/>
                </a:lnTo>
                <a:close/>
                <a:moveTo>
                  <a:pt x="1237580" y="420679"/>
                </a:moveTo>
                <a:lnTo>
                  <a:pt x="1239242" y="423108"/>
                </a:lnTo>
                <a:lnTo>
                  <a:pt x="1240190" y="422067"/>
                </a:lnTo>
                <a:lnTo>
                  <a:pt x="1238548" y="419168"/>
                </a:lnTo>
                <a:close/>
                <a:moveTo>
                  <a:pt x="1237176" y="421308"/>
                </a:moveTo>
                <a:lnTo>
                  <a:pt x="1238186" y="424265"/>
                </a:lnTo>
                <a:lnTo>
                  <a:pt x="1238777" y="423616"/>
                </a:lnTo>
                <a:lnTo>
                  <a:pt x="1237187" y="421291"/>
                </a:lnTo>
                <a:close/>
                <a:moveTo>
                  <a:pt x="1257252" y="376040"/>
                </a:moveTo>
                <a:lnTo>
                  <a:pt x="1260326" y="380404"/>
                </a:lnTo>
                <a:lnTo>
                  <a:pt x="1261093" y="381529"/>
                </a:lnTo>
                <a:lnTo>
                  <a:pt x="1261193" y="381278"/>
                </a:lnTo>
                <a:lnTo>
                  <a:pt x="1260395" y="379142"/>
                </a:lnTo>
                <a:close/>
                <a:moveTo>
                  <a:pt x="1225853" y="446166"/>
                </a:moveTo>
                <a:lnTo>
                  <a:pt x="1225500" y="448179"/>
                </a:lnTo>
                <a:lnTo>
                  <a:pt x="1226715" y="451870"/>
                </a:lnTo>
                <a:lnTo>
                  <a:pt x="1226922" y="445273"/>
                </a:lnTo>
                <a:close/>
                <a:moveTo>
                  <a:pt x="1230907" y="434845"/>
                </a:moveTo>
                <a:lnTo>
                  <a:pt x="1233889" y="438938"/>
                </a:lnTo>
                <a:lnTo>
                  <a:pt x="1234530" y="438403"/>
                </a:lnTo>
                <a:lnTo>
                  <a:pt x="1233925" y="434793"/>
                </a:lnTo>
                <a:lnTo>
                  <a:pt x="1232995" y="432306"/>
                </a:lnTo>
                <a:close/>
                <a:moveTo>
                  <a:pt x="1233443" y="428919"/>
                </a:moveTo>
                <a:lnTo>
                  <a:pt x="1233526" y="429377"/>
                </a:lnTo>
                <a:lnTo>
                  <a:pt x="1233691" y="429197"/>
                </a:lnTo>
                <a:close/>
                <a:moveTo>
                  <a:pt x="531681" y="2000265"/>
                </a:moveTo>
                <a:lnTo>
                  <a:pt x="546122" y="2001418"/>
                </a:lnTo>
                <a:lnTo>
                  <a:pt x="556377" y="1998559"/>
                </a:lnTo>
                <a:lnTo>
                  <a:pt x="558395" y="1997454"/>
                </a:lnTo>
                <a:lnTo>
                  <a:pt x="557513" y="1997149"/>
                </a:lnTo>
                <a:close/>
                <a:moveTo>
                  <a:pt x="1235963" y="423203"/>
                </a:moveTo>
                <a:lnTo>
                  <a:pt x="1237381" y="425148"/>
                </a:lnTo>
                <a:lnTo>
                  <a:pt x="1237965" y="424508"/>
                </a:lnTo>
                <a:lnTo>
                  <a:pt x="1237224" y="422237"/>
                </a:lnTo>
                <a:lnTo>
                  <a:pt x="1237001" y="421582"/>
                </a:lnTo>
                <a:close/>
                <a:moveTo>
                  <a:pt x="1258698" y="372043"/>
                </a:moveTo>
                <a:lnTo>
                  <a:pt x="1261166" y="378644"/>
                </a:lnTo>
                <a:lnTo>
                  <a:pt x="1261876" y="379343"/>
                </a:lnTo>
                <a:close/>
                <a:moveTo>
                  <a:pt x="554279" y="1949032"/>
                </a:moveTo>
                <a:lnTo>
                  <a:pt x="557254" y="1949097"/>
                </a:lnTo>
                <a:lnTo>
                  <a:pt x="555789" y="1948713"/>
                </a:lnTo>
                <a:close/>
                <a:moveTo>
                  <a:pt x="522742" y="2019494"/>
                </a:moveTo>
                <a:lnTo>
                  <a:pt x="523197" y="2021086"/>
                </a:lnTo>
                <a:lnTo>
                  <a:pt x="525597" y="2020448"/>
                </a:lnTo>
                <a:close/>
                <a:moveTo>
                  <a:pt x="1234518" y="425457"/>
                </a:moveTo>
                <a:lnTo>
                  <a:pt x="1235450" y="427267"/>
                </a:lnTo>
                <a:lnTo>
                  <a:pt x="1236963" y="425607"/>
                </a:lnTo>
                <a:lnTo>
                  <a:pt x="1235664" y="423669"/>
                </a:lnTo>
                <a:close/>
                <a:moveTo>
                  <a:pt x="1226281" y="443726"/>
                </a:moveTo>
                <a:lnTo>
                  <a:pt x="1225960" y="445557"/>
                </a:lnTo>
                <a:lnTo>
                  <a:pt x="1226939" y="444740"/>
                </a:lnTo>
                <a:lnTo>
                  <a:pt x="1226946" y="444493"/>
                </a:lnTo>
                <a:close/>
                <a:moveTo>
                  <a:pt x="561759" y="1931194"/>
                </a:moveTo>
                <a:lnTo>
                  <a:pt x="563961" y="1932307"/>
                </a:lnTo>
                <a:lnTo>
                  <a:pt x="564434" y="1932370"/>
                </a:lnTo>
                <a:lnTo>
                  <a:pt x="564802" y="1931688"/>
                </a:lnTo>
                <a:lnTo>
                  <a:pt x="563554" y="1931159"/>
                </a:lnTo>
                <a:close/>
                <a:moveTo>
                  <a:pt x="1195080" y="512892"/>
                </a:moveTo>
                <a:lnTo>
                  <a:pt x="1195722" y="515688"/>
                </a:lnTo>
                <a:lnTo>
                  <a:pt x="1197847" y="518696"/>
                </a:lnTo>
                <a:lnTo>
                  <a:pt x="1197899" y="518630"/>
                </a:lnTo>
                <a:lnTo>
                  <a:pt x="1196299" y="513887"/>
                </a:lnTo>
                <a:close/>
                <a:moveTo>
                  <a:pt x="1233191" y="427529"/>
                </a:moveTo>
                <a:lnTo>
                  <a:pt x="1233358" y="428450"/>
                </a:lnTo>
                <a:lnTo>
                  <a:pt x="1233860" y="429011"/>
                </a:lnTo>
                <a:lnTo>
                  <a:pt x="1235104" y="427646"/>
                </a:lnTo>
                <a:lnTo>
                  <a:pt x="1234218" y="425925"/>
                </a:lnTo>
                <a:close/>
                <a:moveTo>
                  <a:pt x="555877" y="1943999"/>
                </a:moveTo>
                <a:lnTo>
                  <a:pt x="558721" y="1945825"/>
                </a:lnTo>
                <a:lnTo>
                  <a:pt x="558695" y="1945698"/>
                </a:lnTo>
                <a:lnTo>
                  <a:pt x="555970" y="1943958"/>
                </a:lnTo>
                <a:close/>
                <a:moveTo>
                  <a:pt x="1226575" y="442052"/>
                </a:moveTo>
                <a:lnTo>
                  <a:pt x="1226417" y="442950"/>
                </a:lnTo>
                <a:lnTo>
                  <a:pt x="1226975" y="443592"/>
                </a:lnTo>
                <a:lnTo>
                  <a:pt x="1226985" y="443251"/>
                </a:lnTo>
                <a:close/>
                <a:moveTo>
                  <a:pt x="1232391" y="428777"/>
                </a:moveTo>
                <a:lnTo>
                  <a:pt x="1232881" y="430085"/>
                </a:lnTo>
                <a:lnTo>
                  <a:pt x="1233097" y="429848"/>
                </a:lnTo>
                <a:lnTo>
                  <a:pt x="1232825" y="428227"/>
                </a:lnTo>
                <a:lnTo>
                  <a:pt x="1232778" y="428175"/>
                </a:lnTo>
                <a:close/>
                <a:moveTo>
                  <a:pt x="1228172" y="438168"/>
                </a:moveTo>
                <a:lnTo>
                  <a:pt x="1228121" y="439802"/>
                </a:lnTo>
                <a:lnTo>
                  <a:pt x="1228706" y="441511"/>
                </a:lnTo>
                <a:lnTo>
                  <a:pt x="1229423" y="442666"/>
                </a:lnTo>
                <a:lnTo>
                  <a:pt x="1233490" y="439272"/>
                </a:lnTo>
                <a:lnTo>
                  <a:pt x="1230610" y="435206"/>
                </a:lnTo>
                <a:close/>
                <a:moveTo>
                  <a:pt x="540324" y="1978147"/>
                </a:moveTo>
                <a:lnTo>
                  <a:pt x="541116" y="1978488"/>
                </a:lnTo>
                <a:lnTo>
                  <a:pt x="544663" y="1977710"/>
                </a:lnTo>
                <a:lnTo>
                  <a:pt x="543265" y="1977661"/>
                </a:lnTo>
                <a:close/>
                <a:moveTo>
                  <a:pt x="539647" y="1979511"/>
                </a:moveTo>
                <a:lnTo>
                  <a:pt x="540881" y="1980045"/>
                </a:lnTo>
                <a:lnTo>
                  <a:pt x="541205" y="1979921"/>
                </a:lnTo>
                <a:lnTo>
                  <a:pt x="540431" y="1979587"/>
                </a:lnTo>
                <a:close/>
                <a:moveTo>
                  <a:pt x="1229808" y="433337"/>
                </a:moveTo>
                <a:lnTo>
                  <a:pt x="1229856" y="433403"/>
                </a:lnTo>
                <a:lnTo>
                  <a:pt x="1232372" y="430643"/>
                </a:lnTo>
                <a:lnTo>
                  <a:pt x="1231939" y="429484"/>
                </a:lnTo>
                <a:lnTo>
                  <a:pt x="1231661" y="429919"/>
                </a:lnTo>
                <a:close/>
                <a:moveTo>
                  <a:pt x="535095" y="1988663"/>
                </a:moveTo>
                <a:lnTo>
                  <a:pt x="542423" y="1991190"/>
                </a:lnTo>
                <a:lnTo>
                  <a:pt x="556607" y="1988111"/>
                </a:lnTo>
                <a:lnTo>
                  <a:pt x="554043" y="1987001"/>
                </a:lnTo>
                <a:lnTo>
                  <a:pt x="542266" y="1986274"/>
                </a:lnTo>
                <a:close/>
                <a:moveTo>
                  <a:pt x="1258353" y="368678"/>
                </a:moveTo>
                <a:lnTo>
                  <a:pt x="1262458" y="378109"/>
                </a:lnTo>
                <a:lnTo>
                  <a:pt x="1269285" y="361007"/>
                </a:lnTo>
                <a:close/>
                <a:moveTo>
                  <a:pt x="1194687" y="511192"/>
                </a:moveTo>
                <a:lnTo>
                  <a:pt x="1195012" y="512601"/>
                </a:lnTo>
                <a:lnTo>
                  <a:pt x="1196188" y="513557"/>
                </a:lnTo>
                <a:lnTo>
                  <a:pt x="1195896" y="512690"/>
                </a:lnTo>
                <a:close/>
                <a:moveTo>
                  <a:pt x="522064" y="2017126"/>
                </a:moveTo>
                <a:lnTo>
                  <a:pt x="522277" y="2017871"/>
                </a:lnTo>
                <a:lnTo>
                  <a:pt x="525574" y="2018972"/>
                </a:lnTo>
                <a:close/>
                <a:moveTo>
                  <a:pt x="1201314" y="496142"/>
                </a:moveTo>
                <a:lnTo>
                  <a:pt x="1201525" y="497377"/>
                </a:lnTo>
                <a:lnTo>
                  <a:pt x="1204317" y="502390"/>
                </a:lnTo>
                <a:lnTo>
                  <a:pt x="1206560" y="489597"/>
                </a:lnTo>
                <a:close/>
                <a:moveTo>
                  <a:pt x="541116" y="1974324"/>
                </a:moveTo>
                <a:lnTo>
                  <a:pt x="546429" y="1976719"/>
                </a:lnTo>
                <a:lnTo>
                  <a:pt x="552015" y="1975796"/>
                </a:lnTo>
                <a:lnTo>
                  <a:pt x="560448" y="1972579"/>
                </a:lnTo>
                <a:lnTo>
                  <a:pt x="558395" y="1972148"/>
                </a:lnTo>
                <a:lnTo>
                  <a:pt x="555567" y="1972557"/>
                </a:lnTo>
                <a:close/>
                <a:moveTo>
                  <a:pt x="1185541" y="530694"/>
                </a:moveTo>
                <a:lnTo>
                  <a:pt x="1186252" y="533328"/>
                </a:lnTo>
                <a:lnTo>
                  <a:pt x="1186443" y="533087"/>
                </a:lnTo>
                <a:lnTo>
                  <a:pt x="1185876" y="531193"/>
                </a:lnTo>
                <a:close/>
                <a:moveTo>
                  <a:pt x="519266" y="2022361"/>
                </a:moveTo>
                <a:lnTo>
                  <a:pt x="520281" y="2030025"/>
                </a:lnTo>
                <a:lnTo>
                  <a:pt x="522264" y="2030478"/>
                </a:lnTo>
                <a:lnTo>
                  <a:pt x="525321" y="2031127"/>
                </a:lnTo>
                <a:lnTo>
                  <a:pt x="522561" y="2021485"/>
                </a:lnTo>
                <a:close/>
                <a:moveTo>
                  <a:pt x="1231725" y="426996"/>
                </a:moveTo>
                <a:lnTo>
                  <a:pt x="1231891" y="427438"/>
                </a:lnTo>
                <a:lnTo>
                  <a:pt x="1231987" y="427288"/>
                </a:lnTo>
                <a:close/>
                <a:moveTo>
                  <a:pt x="1184575" y="532436"/>
                </a:moveTo>
                <a:lnTo>
                  <a:pt x="1184907" y="535027"/>
                </a:lnTo>
                <a:lnTo>
                  <a:pt x="1185787" y="533915"/>
                </a:lnTo>
                <a:close/>
                <a:moveTo>
                  <a:pt x="531798" y="1994068"/>
                </a:moveTo>
                <a:lnTo>
                  <a:pt x="534463" y="1994276"/>
                </a:lnTo>
                <a:lnTo>
                  <a:pt x="544790" y="1992761"/>
                </a:lnTo>
                <a:lnTo>
                  <a:pt x="542096" y="1991832"/>
                </a:lnTo>
                <a:close/>
                <a:moveTo>
                  <a:pt x="1201901" y="493143"/>
                </a:moveTo>
                <a:lnTo>
                  <a:pt x="1206959" y="487324"/>
                </a:lnTo>
                <a:lnTo>
                  <a:pt x="1207332" y="485192"/>
                </a:lnTo>
                <a:lnTo>
                  <a:pt x="1207146" y="484780"/>
                </a:lnTo>
                <a:close/>
                <a:moveTo>
                  <a:pt x="536154" y="1983557"/>
                </a:moveTo>
                <a:lnTo>
                  <a:pt x="538625" y="1983710"/>
                </a:lnTo>
                <a:lnTo>
                  <a:pt x="541764" y="1982431"/>
                </a:lnTo>
                <a:lnTo>
                  <a:pt x="540822" y="1982158"/>
                </a:lnTo>
                <a:close/>
                <a:moveTo>
                  <a:pt x="1242113" y="402729"/>
                </a:moveTo>
                <a:lnTo>
                  <a:pt x="1244054" y="408452"/>
                </a:lnTo>
                <a:lnTo>
                  <a:pt x="1249472" y="399996"/>
                </a:lnTo>
                <a:lnTo>
                  <a:pt x="1249107" y="397822"/>
                </a:lnTo>
                <a:close/>
                <a:moveTo>
                  <a:pt x="538830" y="1977503"/>
                </a:moveTo>
                <a:lnTo>
                  <a:pt x="539621" y="1977844"/>
                </a:lnTo>
                <a:lnTo>
                  <a:pt x="541178" y="1977587"/>
                </a:lnTo>
                <a:close/>
                <a:moveTo>
                  <a:pt x="525109" y="2007621"/>
                </a:moveTo>
                <a:lnTo>
                  <a:pt x="528878" y="2018239"/>
                </a:lnTo>
                <a:lnTo>
                  <a:pt x="528928" y="2018376"/>
                </a:lnTo>
                <a:lnTo>
                  <a:pt x="531053" y="2018997"/>
                </a:lnTo>
                <a:lnTo>
                  <a:pt x="539049" y="2016871"/>
                </a:lnTo>
                <a:lnTo>
                  <a:pt x="547120" y="2014607"/>
                </a:lnTo>
                <a:close/>
                <a:moveTo>
                  <a:pt x="1228364" y="432037"/>
                </a:moveTo>
                <a:lnTo>
                  <a:pt x="1228334" y="432989"/>
                </a:lnTo>
                <a:lnTo>
                  <a:pt x="1228669" y="432466"/>
                </a:lnTo>
                <a:close/>
                <a:moveTo>
                  <a:pt x="537554" y="1978604"/>
                </a:moveTo>
                <a:lnTo>
                  <a:pt x="538181" y="1978875"/>
                </a:lnTo>
                <a:lnTo>
                  <a:pt x="538951" y="1978950"/>
                </a:lnTo>
                <a:lnTo>
                  <a:pt x="537983" y="1978533"/>
                </a:lnTo>
                <a:close/>
                <a:moveTo>
                  <a:pt x="559406" y="1929400"/>
                </a:moveTo>
                <a:lnTo>
                  <a:pt x="559425" y="1929612"/>
                </a:lnTo>
                <a:lnTo>
                  <a:pt x="559882" y="1929603"/>
                </a:lnTo>
                <a:close/>
                <a:moveTo>
                  <a:pt x="1192346" y="511404"/>
                </a:moveTo>
                <a:lnTo>
                  <a:pt x="1192795" y="513138"/>
                </a:lnTo>
                <a:lnTo>
                  <a:pt x="1193700" y="514764"/>
                </a:lnTo>
                <a:lnTo>
                  <a:pt x="1193219" y="512677"/>
                </a:lnTo>
                <a:close/>
                <a:moveTo>
                  <a:pt x="1186452" y="524398"/>
                </a:moveTo>
                <a:lnTo>
                  <a:pt x="1187262" y="527094"/>
                </a:lnTo>
                <a:lnTo>
                  <a:pt x="1187337" y="527144"/>
                </a:lnTo>
                <a:lnTo>
                  <a:pt x="1189764" y="528895"/>
                </a:lnTo>
                <a:lnTo>
                  <a:pt x="1189906" y="528715"/>
                </a:lnTo>
                <a:close/>
                <a:moveTo>
                  <a:pt x="1232184" y="421974"/>
                </a:moveTo>
                <a:lnTo>
                  <a:pt x="1232891" y="425876"/>
                </a:lnTo>
                <a:lnTo>
                  <a:pt x="1233613" y="424750"/>
                </a:lnTo>
                <a:close/>
                <a:moveTo>
                  <a:pt x="1196196" y="502525"/>
                </a:moveTo>
                <a:lnTo>
                  <a:pt x="1197929" y="506352"/>
                </a:lnTo>
                <a:lnTo>
                  <a:pt x="1202010" y="513439"/>
                </a:lnTo>
                <a:lnTo>
                  <a:pt x="1202727" y="512535"/>
                </a:lnTo>
                <a:lnTo>
                  <a:pt x="1202767" y="511232"/>
                </a:lnTo>
                <a:lnTo>
                  <a:pt x="1203020" y="509789"/>
                </a:lnTo>
                <a:lnTo>
                  <a:pt x="1201684" y="501269"/>
                </a:lnTo>
                <a:lnTo>
                  <a:pt x="1199919" y="497882"/>
                </a:lnTo>
                <a:close/>
                <a:moveTo>
                  <a:pt x="547753" y="1954253"/>
                </a:moveTo>
                <a:lnTo>
                  <a:pt x="550921" y="1955661"/>
                </a:lnTo>
                <a:lnTo>
                  <a:pt x="550969" y="1955665"/>
                </a:lnTo>
                <a:lnTo>
                  <a:pt x="556912" y="1954776"/>
                </a:lnTo>
                <a:lnTo>
                  <a:pt x="555800" y="1954372"/>
                </a:lnTo>
                <a:lnTo>
                  <a:pt x="548804" y="1954056"/>
                </a:lnTo>
                <a:lnTo>
                  <a:pt x="547862" y="1954234"/>
                </a:lnTo>
                <a:close/>
                <a:moveTo>
                  <a:pt x="539052" y="1973394"/>
                </a:moveTo>
                <a:lnTo>
                  <a:pt x="540860" y="1974209"/>
                </a:lnTo>
                <a:lnTo>
                  <a:pt x="542456" y="1974014"/>
                </a:lnTo>
                <a:lnTo>
                  <a:pt x="557153" y="1971887"/>
                </a:lnTo>
                <a:lnTo>
                  <a:pt x="550980" y="1970590"/>
                </a:lnTo>
                <a:lnTo>
                  <a:pt x="550802" y="1970378"/>
                </a:lnTo>
                <a:lnTo>
                  <a:pt x="557646" y="1971815"/>
                </a:lnTo>
                <a:lnTo>
                  <a:pt x="562611" y="1971097"/>
                </a:lnTo>
                <a:lnTo>
                  <a:pt x="545877" y="1970036"/>
                </a:lnTo>
                <a:close/>
                <a:moveTo>
                  <a:pt x="559284" y="1927980"/>
                </a:moveTo>
                <a:lnTo>
                  <a:pt x="559356" y="1928814"/>
                </a:lnTo>
                <a:lnTo>
                  <a:pt x="561157" y="1929577"/>
                </a:lnTo>
                <a:lnTo>
                  <a:pt x="565992" y="1929481"/>
                </a:lnTo>
                <a:lnTo>
                  <a:pt x="566519" y="1928504"/>
                </a:lnTo>
                <a:lnTo>
                  <a:pt x="566165" y="1927992"/>
                </a:lnTo>
                <a:lnTo>
                  <a:pt x="561806" y="1926982"/>
                </a:lnTo>
                <a:lnTo>
                  <a:pt x="561335" y="1926980"/>
                </a:lnTo>
                <a:close/>
                <a:moveTo>
                  <a:pt x="1247627" y="386620"/>
                </a:moveTo>
                <a:lnTo>
                  <a:pt x="1249325" y="396758"/>
                </a:lnTo>
                <a:lnTo>
                  <a:pt x="1251717" y="395080"/>
                </a:lnTo>
                <a:close/>
                <a:moveTo>
                  <a:pt x="1184114" y="528563"/>
                </a:moveTo>
                <a:lnTo>
                  <a:pt x="1184088" y="528630"/>
                </a:lnTo>
                <a:lnTo>
                  <a:pt x="1184510" y="531923"/>
                </a:lnTo>
                <a:lnTo>
                  <a:pt x="1185948" y="533634"/>
                </a:lnTo>
                <a:lnTo>
                  <a:pt x="1184896" y="529730"/>
                </a:lnTo>
                <a:close/>
                <a:moveTo>
                  <a:pt x="1230191" y="425281"/>
                </a:moveTo>
                <a:lnTo>
                  <a:pt x="1228762" y="429582"/>
                </a:lnTo>
                <a:lnTo>
                  <a:pt x="1228434" y="431451"/>
                </a:lnTo>
                <a:lnTo>
                  <a:pt x="1228905" y="432098"/>
                </a:lnTo>
                <a:lnTo>
                  <a:pt x="1231438" y="428145"/>
                </a:lnTo>
                <a:lnTo>
                  <a:pt x="1230495" y="425621"/>
                </a:lnTo>
                <a:close/>
                <a:moveTo>
                  <a:pt x="1254146" y="371631"/>
                </a:moveTo>
                <a:lnTo>
                  <a:pt x="1254338" y="371906"/>
                </a:lnTo>
                <a:lnTo>
                  <a:pt x="1259648" y="377143"/>
                </a:lnTo>
                <a:lnTo>
                  <a:pt x="1256870" y="369719"/>
                </a:lnTo>
                <a:close/>
                <a:moveTo>
                  <a:pt x="528818" y="1995592"/>
                </a:moveTo>
                <a:lnTo>
                  <a:pt x="528970" y="1999636"/>
                </a:lnTo>
                <a:lnTo>
                  <a:pt x="555460" y="1996441"/>
                </a:lnTo>
                <a:lnTo>
                  <a:pt x="555393" y="1996418"/>
                </a:lnTo>
                <a:lnTo>
                  <a:pt x="534357" y="1994780"/>
                </a:lnTo>
                <a:close/>
                <a:moveTo>
                  <a:pt x="518707" y="2018146"/>
                </a:moveTo>
                <a:lnTo>
                  <a:pt x="519236" y="2022140"/>
                </a:lnTo>
                <a:lnTo>
                  <a:pt x="522500" y="2021272"/>
                </a:lnTo>
                <a:lnTo>
                  <a:pt x="521912" y="2019217"/>
                </a:lnTo>
                <a:close/>
                <a:moveTo>
                  <a:pt x="559197" y="1926973"/>
                </a:moveTo>
                <a:lnTo>
                  <a:pt x="559238" y="1927442"/>
                </a:lnTo>
                <a:lnTo>
                  <a:pt x="560195" y="1926976"/>
                </a:lnTo>
                <a:close/>
                <a:moveTo>
                  <a:pt x="548821" y="1950182"/>
                </a:moveTo>
                <a:lnTo>
                  <a:pt x="553951" y="1952449"/>
                </a:lnTo>
                <a:lnTo>
                  <a:pt x="554315" y="1952593"/>
                </a:lnTo>
                <a:lnTo>
                  <a:pt x="559932" y="1951526"/>
                </a:lnTo>
                <a:lnTo>
                  <a:pt x="559543" y="1949698"/>
                </a:lnTo>
                <a:lnTo>
                  <a:pt x="559110" y="1949584"/>
                </a:lnTo>
                <a:lnTo>
                  <a:pt x="552736" y="1949357"/>
                </a:lnTo>
                <a:close/>
                <a:moveTo>
                  <a:pt x="1193608" y="506366"/>
                </a:moveTo>
                <a:lnTo>
                  <a:pt x="1193747" y="506539"/>
                </a:lnTo>
                <a:lnTo>
                  <a:pt x="1193652" y="506296"/>
                </a:lnTo>
                <a:close/>
                <a:moveTo>
                  <a:pt x="1231614" y="421002"/>
                </a:moveTo>
                <a:lnTo>
                  <a:pt x="1230612" y="424017"/>
                </a:lnTo>
                <a:lnTo>
                  <a:pt x="1231486" y="426357"/>
                </a:lnTo>
                <a:lnTo>
                  <a:pt x="1232126" y="427072"/>
                </a:lnTo>
                <a:lnTo>
                  <a:pt x="1232526" y="426446"/>
                </a:lnTo>
                <a:close/>
                <a:moveTo>
                  <a:pt x="558402" y="1928410"/>
                </a:moveTo>
                <a:lnTo>
                  <a:pt x="558546" y="1928471"/>
                </a:lnTo>
                <a:lnTo>
                  <a:pt x="558535" y="1928345"/>
                </a:lnTo>
                <a:close/>
                <a:moveTo>
                  <a:pt x="528785" y="1994722"/>
                </a:moveTo>
                <a:lnTo>
                  <a:pt x="528800" y="1995107"/>
                </a:lnTo>
                <a:lnTo>
                  <a:pt x="532183" y="1994610"/>
                </a:lnTo>
                <a:lnTo>
                  <a:pt x="530062" y="1994445"/>
                </a:lnTo>
                <a:close/>
                <a:moveTo>
                  <a:pt x="1188745" y="516856"/>
                </a:moveTo>
                <a:lnTo>
                  <a:pt x="1186500" y="522530"/>
                </a:lnTo>
                <a:lnTo>
                  <a:pt x="1190674" y="527747"/>
                </a:lnTo>
                <a:lnTo>
                  <a:pt x="1193788" y="523816"/>
                </a:lnTo>
                <a:lnTo>
                  <a:pt x="1193203" y="521541"/>
                </a:lnTo>
                <a:close/>
                <a:moveTo>
                  <a:pt x="1208405" y="472832"/>
                </a:moveTo>
                <a:lnTo>
                  <a:pt x="1209378" y="473528"/>
                </a:lnTo>
                <a:lnTo>
                  <a:pt x="1209677" y="471821"/>
                </a:lnTo>
                <a:lnTo>
                  <a:pt x="1209538" y="471481"/>
                </a:lnTo>
                <a:lnTo>
                  <a:pt x="1209315" y="471154"/>
                </a:lnTo>
                <a:close/>
                <a:moveTo>
                  <a:pt x="559145" y="1926366"/>
                </a:moveTo>
                <a:lnTo>
                  <a:pt x="559166" y="1926601"/>
                </a:lnTo>
                <a:lnTo>
                  <a:pt x="560175" y="1926605"/>
                </a:lnTo>
                <a:close/>
                <a:moveTo>
                  <a:pt x="1207370" y="474741"/>
                </a:moveTo>
                <a:lnTo>
                  <a:pt x="1208856" y="476507"/>
                </a:lnTo>
                <a:lnTo>
                  <a:pt x="1209249" y="474261"/>
                </a:lnTo>
                <a:lnTo>
                  <a:pt x="1208084" y="473425"/>
                </a:lnTo>
                <a:close/>
                <a:moveTo>
                  <a:pt x="1193396" y="506022"/>
                </a:moveTo>
                <a:lnTo>
                  <a:pt x="1193583" y="506328"/>
                </a:lnTo>
                <a:lnTo>
                  <a:pt x="1193632" y="506248"/>
                </a:lnTo>
                <a:lnTo>
                  <a:pt x="1193494" y="505899"/>
                </a:lnTo>
                <a:close/>
                <a:moveTo>
                  <a:pt x="1232361" y="418756"/>
                </a:moveTo>
                <a:lnTo>
                  <a:pt x="1231869" y="420237"/>
                </a:lnTo>
                <a:lnTo>
                  <a:pt x="1231889" y="420349"/>
                </a:lnTo>
                <a:lnTo>
                  <a:pt x="1233913" y="424281"/>
                </a:lnTo>
                <a:lnTo>
                  <a:pt x="1234970" y="422633"/>
                </a:lnTo>
                <a:lnTo>
                  <a:pt x="1232497" y="418943"/>
                </a:lnTo>
                <a:close/>
                <a:moveTo>
                  <a:pt x="1207006" y="475414"/>
                </a:moveTo>
                <a:lnTo>
                  <a:pt x="1208528" y="478374"/>
                </a:lnTo>
                <a:lnTo>
                  <a:pt x="1208765" y="477022"/>
                </a:lnTo>
                <a:lnTo>
                  <a:pt x="1207182" y="475088"/>
                </a:lnTo>
                <a:close/>
                <a:moveTo>
                  <a:pt x="1191791" y="509262"/>
                </a:moveTo>
                <a:lnTo>
                  <a:pt x="1192140" y="510610"/>
                </a:lnTo>
                <a:lnTo>
                  <a:pt x="1193037" y="511880"/>
                </a:lnTo>
                <a:lnTo>
                  <a:pt x="1192261" y="508514"/>
                </a:lnTo>
                <a:close/>
                <a:moveTo>
                  <a:pt x="549786" y="1946684"/>
                </a:moveTo>
                <a:lnTo>
                  <a:pt x="550506" y="1946873"/>
                </a:lnTo>
                <a:lnTo>
                  <a:pt x="558956" y="1946929"/>
                </a:lnTo>
                <a:lnTo>
                  <a:pt x="558773" y="1946068"/>
                </a:lnTo>
                <a:lnTo>
                  <a:pt x="555683" y="1944085"/>
                </a:lnTo>
                <a:close/>
                <a:moveTo>
                  <a:pt x="539630" y="1969414"/>
                </a:moveTo>
                <a:lnTo>
                  <a:pt x="545276" y="1969772"/>
                </a:lnTo>
                <a:lnTo>
                  <a:pt x="547301" y="1968776"/>
                </a:lnTo>
                <a:lnTo>
                  <a:pt x="541964" y="1968890"/>
                </a:lnTo>
                <a:close/>
                <a:moveTo>
                  <a:pt x="1192181" y="508168"/>
                </a:moveTo>
                <a:lnTo>
                  <a:pt x="1191774" y="509198"/>
                </a:lnTo>
                <a:lnTo>
                  <a:pt x="1191787" y="509246"/>
                </a:lnTo>
                <a:lnTo>
                  <a:pt x="1192254" y="508487"/>
                </a:lnTo>
                <a:close/>
                <a:moveTo>
                  <a:pt x="1233372" y="415716"/>
                </a:moveTo>
                <a:lnTo>
                  <a:pt x="1232472" y="418421"/>
                </a:lnTo>
                <a:lnTo>
                  <a:pt x="1235239" y="422212"/>
                </a:lnTo>
                <a:lnTo>
                  <a:pt x="1236485" y="420267"/>
                </a:lnTo>
                <a:close/>
                <a:moveTo>
                  <a:pt x="1204551" y="479943"/>
                </a:moveTo>
                <a:lnTo>
                  <a:pt x="1205442" y="481015"/>
                </a:lnTo>
                <a:lnTo>
                  <a:pt x="1204773" y="479535"/>
                </a:lnTo>
                <a:close/>
                <a:moveTo>
                  <a:pt x="507751" y="2039981"/>
                </a:moveTo>
                <a:lnTo>
                  <a:pt x="511803" y="2040355"/>
                </a:lnTo>
                <a:lnTo>
                  <a:pt x="517387" y="2040198"/>
                </a:lnTo>
                <a:lnTo>
                  <a:pt x="520802" y="2039123"/>
                </a:lnTo>
                <a:lnTo>
                  <a:pt x="520397" y="2036073"/>
                </a:lnTo>
                <a:close/>
                <a:moveTo>
                  <a:pt x="557305" y="1928944"/>
                </a:moveTo>
                <a:lnTo>
                  <a:pt x="558645" y="1929622"/>
                </a:lnTo>
                <a:lnTo>
                  <a:pt x="558596" y="1929058"/>
                </a:lnTo>
                <a:lnTo>
                  <a:pt x="557781" y="1928712"/>
                </a:lnTo>
                <a:close/>
                <a:moveTo>
                  <a:pt x="1234175" y="413301"/>
                </a:moveTo>
                <a:lnTo>
                  <a:pt x="1233638" y="414917"/>
                </a:lnTo>
                <a:lnTo>
                  <a:pt x="1235811" y="418095"/>
                </a:lnTo>
                <a:close/>
                <a:moveTo>
                  <a:pt x="1234563" y="412132"/>
                </a:moveTo>
                <a:lnTo>
                  <a:pt x="1234307" y="412904"/>
                </a:lnTo>
                <a:lnTo>
                  <a:pt x="1236345" y="418876"/>
                </a:lnTo>
                <a:lnTo>
                  <a:pt x="1236878" y="419654"/>
                </a:lnTo>
                <a:lnTo>
                  <a:pt x="1237910" y="418042"/>
                </a:lnTo>
                <a:close/>
                <a:moveTo>
                  <a:pt x="1251765" y="373303"/>
                </a:moveTo>
                <a:lnTo>
                  <a:pt x="1255459" y="390649"/>
                </a:lnTo>
                <a:lnTo>
                  <a:pt x="1259460" y="384404"/>
                </a:lnTo>
                <a:lnTo>
                  <a:pt x="1260593" y="382783"/>
                </a:lnTo>
                <a:lnTo>
                  <a:pt x="1260692" y="382533"/>
                </a:lnTo>
                <a:lnTo>
                  <a:pt x="1254167" y="372997"/>
                </a:lnTo>
                <a:lnTo>
                  <a:pt x="1253350" y="372190"/>
                </a:lnTo>
                <a:close/>
                <a:moveTo>
                  <a:pt x="1197832" y="493881"/>
                </a:moveTo>
                <a:lnTo>
                  <a:pt x="1195245" y="500423"/>
                </a:lnTo>
                <a:lnTo>
                  <a:pt x="1195381" y="500724"/>
                </a:lnTo>
                <a:lnTo>
                  <a:pt x="1196212" y="499686"/>
                </a:lnTo>
                <a:lnTo>
                  <a:pt x="1199118" y="496344"/>
                </a:lnTo>
                <a:close/>
                <a:moveTo>
                  <a:pt x="524643" y="2001115"/>
                </a:moveTo>
                <a:lnTo>
                  <a:pt x="527872" y="2002005"/>
                </a:lnTo>
                <a:lnTo>
                  <a:pt x="541231" y="2002780"/>
                </a:lnTo>
                <a:lnTo>
                  <a:pt x="544833" y="2001776"/>
                </a:lnTo>
                <a:lnTo>
                  <a:pt x="529377" y="2000543"/>
                </a:lnTo>
                <a:lnTo>
                  <a:pt x="529006" y="2000589"/>
                </a:lnTo>
                <a:lnTo>
                  <a:pt x="529046" y="2001638"/>
                </a:lnTo>
                <a:lnTo>
                  <a:pt x="528753" y="2001352"/>
                </a:lnTo>
                <a:lnTo>
                  <a:pt x="528726" y="2000623"/>
                </a:lnTo>
                <a:close/>
                <a:moveTo>
                  <a:pt x="1235540" y="409196"/>
                </a:moveTo>
                <a:lnTo>
                  <a:pt x="1234848" y="411275"/>
                </a:lnTo>
                <a:lnTo>
                  <a:pt x="1238320" y="417403"/>
                </a:lnTo>
                <a:lnTo>
                  <a:pt x="1240310" y="414296"/>
                </a:lnTo>
                <a:close/>
                <a:moveTo>
                  <a:pt x="518310" y="2015153"/>
                </a:moveTo>
                <a:lnTo>
                  <a:pt x="518504" y="2016609"/>
                </a:lnTo>
                <a:lnTo>
                  <a:pt x="521447" y="2017593"/>
                </a:lnTo>
                <a:lnTo>
                  <a:pt x="521180" y="2016661"/>
                </a:lnTo>
                <a:lnTo>
                  <a:pt x="519941" y="2016010"/>
                </a:lnTo>
                <a:lnTo>
                  <a:pt x="519178" y="2015787"/>
                </a:lnTo>
                <a:lnTo>
                  <a:pt x="518975" y="2015502"/>
                </a:lnTo>
                <a:close/>
                <a:moveTo>
                  <a:pt x="530751" y="1987165"/>
                </a:moveTo>
                <a:lnTo>
                  <a:pt x="534640" y="1988506"/>
                </a:lnTo>
                <a:lnTo>
                  <a:pt x="535955" y="1988068"/>
                </a:lnTo>
                <a:lnTo>
                  <a:pt x="540919" y="1986191"/>
                </a:lnTo>
                <a:lnTo>
                  <a:pt x="534360" y="1985786"/>
                </a:lnTo>
                <a:close/>
                <a:moveTo>
                  <a:pt x="547091" y="1950546"/>
                </a:moveTo>
                <a:lnTo>
                  <a:pt x="552117" y="1952356"/>
                </a:lnTo>
                <a:lnTo>
                  <a:pt x="547721" y="1950413"/>
                </a:lnTo>
                <a:close/>
                <a:moveTo>
                  <a:pt x="536249" y="1974773"/>
                </a:moveTo>
                <a:lnTo>
                  <a:pt x="540541" y="1974248"/>
                </a:lnTo>
                <a:lnTo>
                  <a:pt x="538858" y="1973489"/>
                </a:lnTo>
                <a:close/>
                <a:moveTo>
                  <a:pt x="1199727" y="489091"/>
                </a:moveTo>
                <a:lnTo>
                  <a:pt x="1198557" y="492049"/>
                </a:lnTo>
                <a:lnTo>
                  <a:pt x="1200234" y="495059"/>
                </a:lnTo>
                <a:lnTo>
                  <a:pt x="1200638" y="494595"/>
                </a:lnTo>
                <a:lnTo>
                  <a:pt x="1200313" y="492522"/>
                </a:lnTo>
                <a:close/>
                <a:moveTo>
                  <a:pt x="1200084" y="488188"/>
                </a:moveTo>
                <a:lnTo>
                  <a:pt x="1199994" y="488416"/>
                </a:lnTo>
                <a:lnTo>
                  <a:pt x="1200982" y="494200"/>
                </a:lnTo>
                <a:lnTo>
                  <a:pt x="1201195" y="493954"/>
                </a:lnTo>
                <a:lnTo>
                  <a:pt x="1207016" y="484493"/>
                </a:lnTo>
                <a:lnTo>
                  <a:pt x="1206724" y="483846"/>
                </a:lnTo>
                <a:lnTo>
                  <a:pt x="1204128" y="480725"/>
                </a:lnTo>
                <a:close/>
                <a:moveTo>
                  <a:pt x="533485" y="1980793"/>
                </a:moveTo>
                <a:lnTo>
                  <a:pt x="538552" y="1980933"/>
                </a:lnTo>
                <a:lnTo>
                  <a:pt x="539333" y="1980635"/>
                </a:lnTo>
                <a:lnTo>
                  <a:pt x="537610" y="1979889"/>
                </a:lnTo>
                <a:close/>
                <a:moveTo>
                  <a:pt x="1236344" y="406777"/>
                </a:moveTo>
                <a:lnTo>
                  <a:pt x="1236099" y="407513"/>
                </a:lnTo>
                <a:lnTo>
                  <a:pt x="1239750" y="411116"/>
                </a:lnTo>
                <a:lnTo>
                  <a:pt x="1241291" y="412765"/>
                </a:lnTo>
                <a:lnTo>
                  <a:pt x="1243663" y="409062"/>
                </a:lnTo>
                <a:lnTo>
                  <a:pt x="1241705" y="403015"/>
                </a:lnTo>
                <a:close/>
                <a:moveTo>
                  <a:pt x="547604" y="1948883"/>
                </a:moveTo>
                <a:lnTo>
                  <a:pt x="552671" y="1948995"/>
                </a:lnTo>
                <a:lnTo>
                  <a:pt x="554930" y="1948488"/>
                </a:lnTo>
                <a:lnTo>
                  <a:pt x="553548" y="1948126"/>
                </a:lnTo>
                <a:lnTo>
                  <a:pt x="553537" y="1948124"/>
                </a:lnTo>
                <a:close/>
                <a:moveTo>
                  <a:pt x="1246978" y="382751"/>
                </a:moveTo>
                <a:lnTo>
                  <a:pt x="1247371" y="385094"/>
                </a:lnTo>
                <a:lnTo>
                  <a:pt x="1249241" y="388755"/>
                </a:lnTo>
                <a:lnTo>
                  <a:pt x="1252152" y="394775"/>
                </a:lnTo>
                <a:lnTo>
                  <a:pt x="1253359" y="393928"/>
                </a:lnTo>
                <a:lnTo>
                  <a:pt x="1253360" y="393926"/>
                </a:lnTo>
                <a:lnTo>
                  <a:pt x="1250874" y="388090"/>
                </a:lnTo>
                <a:close/>
                <a:moveTo>
                  <a:pt x="523382" y="2002754"/>
                </a:moveTo>
                <a:lnTo>
                  <a:pt x="523542" y="2003203"/>
                </a:lnTo>
                <a:lnTo>
                  <a:pt x="530965" y="2005559"/>
                </a:lnTo>
                <a:lnTo>
                  <a:pt x="534782" y="2004552"/>
                </a:lnTo>
                <a:lnTo>
                  <a:pt x="530962" y="2003499"/>
                </a:lnTo>
                <a:close/>
                <a:moveTo>
                  <a:pt x="534669" y="1977356"/>
                </a:moveTo>
                <a:lnTo>
                  <a:pt x="536854" y="1978301"/>
                </a:lnTo>
                <a:lnTo>
                  <a:pt x="537281" y="1978231"/>
                </a:lnTo>
                <a:lnTo>
                  <a:pt x="535300" y="1977378"/>
                </a:lnTo>
                <a:close/>
                <a:moveTo>
                  <a:pt x="528638" y="1990814"/>
                </a:moveTo>
                <a:lnTo>
                  <a:pt x="528752" y="1993830"/>
                </a:lnTo>
                <a:lnTo>
                  <a:pt x="529860" y="1993917"/>
                </a:lnTo>
                <a:lnTo>
                  <a:pt x="541079" y="1991481"/>
                </a:lnTo>
                <a:lnTo>
                  <a:pt x="533980" y="1989034"/>
                </a:lnTo>
                <a:close/>
                <a:moveTo>
                  <a:pt x="504608" y="2044608"/>
                </a:moveTo>
                <a:lnTo>
                  <a:pt x="521514" y="2044501"/>
                </a:lnTo>
                <a:lnTo>
                  <a:pt x="521311" y="2042970"/>
                </a:lnTo>
                <a:lnTo>
                  <a:pt x="512633" y="2042170"/>
                </a:lnTo>
                <a:close/>
                <a:moveTo>
                  <a:pt x="548083" y="1946238"/>
                </a:moveTo>
                <a:lnTo>
                  <a:pt x="549555" y="1946624"/>
                </a:lnTo>
                <a:lnTo>
                  <a:pt x="552783" y="1945200"/>
                </a:lnTo>
                <a:lnTo>
                  <a:pt x="555201" y="1944094"/>
                </a:lnTo>
                <a:close/>
                <a:moveTo>
                  <a:pt x="1275777" y="316057"/>
                </a:moveTo>
                <a:lnTo>
                  <a:pt x="1275941" y="335072"/>
                </a:lnTo>
                <a:lnTo>
                  <a:pt x="1279399" y="339809"/>
                </a:lnTo>
                <a:lnTo>
                  <a:pt x="1278965" y="331552"/>
                </a:lnTo>
                <a:lnTo>
                  <a:pt x="1279104" y="331711"/>
                </a:lnTo>
                <a:lnTo>
                  <a:pt x="1279539" y="340001"/>
                </a:lnTo>
                <a:lnTo>
                  <a:pt x="1285127" y="347658"/>
                </a:lnTo>
                <a:lnTo>
                  <a:pt x="1301941" y="323586"/>
                </a:lnTo>
                <a:lnTo>
                  <a:pt x="1302033" y="323457"/>
                </a:lnTo>
                <a:lnTo>
                  <a:pt x="1287724" y="294898"/>
                </a:lnTo>
                <a:lnTo>
                  <a:pt x="1284102" y="300166"/>
                </a:lnTo>
                <a:close/>
                <a:moveTo>
                  <a:pt x="546446" y="1949132"/>
                </a:moveTo>
                <a:lnTo>
                  <a:pt x="548340" y="1949969"/>
                </a:lnTo>
                <a:lnTo>
                  <a:pt x="551294" y="1949305"/>
                </a:lnTo>
                <a:close/>
                <a:moveTo>
                  <a:pt x="1239677" y="396754"/>
                </a:moveTo>
                <a:lnTo>
                  <a:pt x="1236740" y="405588"/>
                </a:lnTo>
                <a:lnTo>
                  <a:pt x="1241464" y="402274"/>
                </a:lnTo>
                <a:close/>
                <a:moveTo>
                  <a:pt x="534493" y="1975636"/>
                </a:moveTo>
                <a:lnTo>
                  <a:pt x="537980" y="1977137"/>
                </a:lnTo>
                <a:lnTo>
                  <a:pt x="543204" y="1977252"/>
                </a:lnTo>
                <a:lnTo>
                  <a:pt x="546132" y="1976768"/>
                </a:lnTo>
                <a:lnTo>
                  <a:pt x="540796" y="1974363"/>
                </a:lnTo>
                <a:lnTo>
                  <a:pt x="535853" y="1974967"/>
                </a:lnTo>
                <a:close/>
                <a:moveTo>
                  <a:pt x="519666" y="2008747"/>
                </a:moveTo>
                <a:lnTo>
                  <a:pt x="521348" y="2014627"/>
                </a:lnTo>
                <a:lnTo>
                  <a:pt x="527917" y="2018080"/>
                </a:lnTo>
                <a:lnTo>
                  <a:pt x="528661" y="2018298"/>
                </a:lnTo>
                <a:lnTo>
                  <a:pt x="524655" y="2007477"/>
                </a:lnTo>
                <a:lnTo>
                  <a:pt x="524576" y="2007452"/>
                </a:lnTo>
                <a:close/>
                <a:moveTo>
                  <a:pt x="522876" y="2001328"/>
                </a:moveTo>
                <a:lnTo>
                  <a:pt x="523016" y="2001724"/>
                </a:lnTo>
                <a:lnTo>
                  <a:pt x="524930" y="2001835"/>
                </a:lnTo>
                <a:lnTo>
                  <a:pt x="523026" y="2001310"/>
                </a:lnTo>
                <a:close/>
                <a:moveTo>
                  <a:pt x="543441" y="1955011"/>
                </a:moveTo>
                <a:lnTo>
                  <a:pt x="549107" y="1955503"/>
                </a:lnTo>
                <a:lnTo>
                  <a:pt x="546708" y="1954437"/>
                </a:lnTo>
                <a:close/>
                <a:moveTo>
                  <a:pt x="528532" y="1988013"/>
                </a:moveTo>
                <a:lnTo>
                  <a:pt x="528626" y="1990510"/>
                </a:lnTo>
                <a:lnTo>
                  <a:pt x="533526" y="1988877"/>
                </a:lnTo>
                <a:lnTo>
                  <a:pt x="529712" y="1987562"/>
                </a:lnTo>
                <a:close/>
                <a:moveTo>
                  <a:pt x="545042" y="1950977"/>
                </a:moveTo>
                <a:lnTo>
                  <a:pt x="549980" y="1952263"/>
                </a:lnTo>
                <a:lnTo>
                  <a:pt x="545923" y="1950792"/>
                </a:lnTo>
                <a:close/>
                <a:moveTo>
                  <a:pt x="1251045" y="369916"/>
                </a:moveTo>
                <a:lnTo>
                  <a:pt x="1251640" y="372709"/>
                </a:lnTo>
                <a:lnTo>
                  <a:pt x="1252616" y="372025"/>
                </a:lnTo>
                <a:lnTo>
                  <a:pt x="1252951" y="371796"/>
                </a:lnTo>
                <a:close/>
                <a:moveTo>
                  <a:pt x="1270048" y="326993"/>
                </a:moveTo>
                <a:lnTo>
                  <a:pt x="1275413" y="334346"/>
                </a:lnTo>
                <a:lnTo>
                  <a:pt x="1275262" y="317040"/>
                </a:lnTo>
                <a:close/>
                <a:moveTo>
                  <a:pt x="555220" y="1927627"/>
                </a:moveTo>
                <a:lnTo>
                  <a:pt x="555279" y="1927921"/>
                </a:lnTo>
                <a:lnTo>
                  <a:pt x="556741" y="1928660"/>
                </a:lnTo>
                <a:lnTo>
                  <a:pt x="557166" y="1928452"/>
                </a:lnTo>
                <a:close/>
                <a:moveTo>
                  <a:pt x="528499" y="1987144"/>
                </a:moveTo>
                <a:lnTo>
                  <a:pt x="528525" y="1987827"/>
                </a:lnTo>
                <a:lnTo>
                  <a:pt x="529421" y="1987462"/>
                </a:lnTo>
                <a:close/>
                <a:moveTo>
                  <a:pt x="521566" y="2002576"/>
                </a:moveTo>
                <a:lnTo>
                  <a:pt x="523011" y="2003035"/>
                </a:lnTo>
                <a:lnTo>
                  <a:pt x="522889" y="2002706"/>
                </a:lnTo>
                <a:close/>
                <a:moveTo>
                  <a:pt x="533584" y="1975244"/>
                </a:moveTo>
                <a:lnTo>
                  <a:pt x="533886" y="1975374"/>
                </a:lnTo>
                <a:lnTo>
                  <a:pt x="534337" y="1975153"/>
                </a:lnTo>
                <a:close/>
                <a:moveTo>
                  <a:pt x="555088" y="1926959"/>
                </a:moveTo>
                <a:lnTo>
                  <a:pt x="555098" y="1927010"/>
                </a:lnTo>
                <a:lnTo>
                  <a:pt x="557787" y="1928150"/>
                </a:lnTo>
                <a:lnTo>
                  <a:pt x="558489" y="1927808"/>
                </a:lnTo>
                <a:lnTo>
                  <a:pt x="558417" y="1926970"/>
                </a:lnTo>
                <a:close/>
                <a:moveTo>
                  <a:pt x="545343" y="1948644"/>
                </a:moveTo>
                <a:lnTo>
                  <a:pt x="545793" y="1948843"/>
                </a:lnTo>
                <a:lnTo>
                  <a:pt x="546904" y="1948868"/>
                </a:lnTo>
                <a:lnTo>
                  <a:pt x="553023" y="1948086"/>
                </a:lnTo>
                <a:lnTo>
                  <a:pt x="547535" y="1947678"/>
                </a:lnTo>
                <a:close/>
                <a:moveTo>
                  <a:pt x="522400" y="1999987"/>
                </a:moveTo>
                <a:lnTo>
                  <a:pt x="522551" y="2000411"/>
                </a:lnTo>
                <a:lnTo>
                  <a:pt x="524607" y="2000163"/>
                </a:lnTo>
                <a:close/>
                <a:moveTo>
                  <a:pt x="546074" y="1946843"/>
                </a:moveTo>
                <a:lnTo>
                  <a:pt x="548728" y="1946861"/>
                </a:lnTo>
                <a:lnTo>
                  <a:pt x="547278" y="1946481"/>
                </a:lnTo>
                <a:close/>
                <a:moveTo>
                  <a:pt x="1247381" y="376377"/>
                </a:moveTo>
                <a:lnTo>
                  <a:pt x="1253612" y="390999"/>
                </a:lnTo>
                <a:lnTo>
                  <a:pt x="1254477" y="392184"/>
                </a:lnTo>
                <a:lnTo>
                  <a:pt x="1255123" y="391174"/>
                </a:lnTo>
                <a:lnTo>
                  <a:pt x="1251994" y="375445"/>
                </a:lnTo>
                <a:lnTo>
                  <a:pt x="1251567" y="373440"/>
                </a:lnTo>
                <a:close/>
                <a:moveTo>
                  <a:pt x="532715" y="1976510"/>
                </a:moveTo>
                <a:lnTo>
                  <a:pt x="533960" y="1977049"/>
                </a:lnTo>
                <a:lnTo>
                  <a:pt x="534567" y="1977062"/>
                </a:lnTo>
                <a:lnTo>
                  <a:pt x="532981" y="1976380"/>
                </a:lnTo>
                <a:close/>
                <a:moveTo>
                  <a:pt x="528451" y="1985867"/>
                </a:moveTo>
                <a:lnTo>
                  <a:pt x="528470" y="1986378"/>
                </a:lnTo>
                <a:lnTo>
                  <a:pt x="530425" y="1987053"/>
                </a:lnTo>
                <a:lnTo>
                  <a:pt x="533641" y="1985742"/>
                </a:lnTo>
                <a:lnTo>
                  <a:pt x="529685" y="1985497"/>
                </a:lnTo>
                <a:close/>
                <a:moveTo>
                  <a:pt x="1204753" y="471041"/>
                </a:moveTo>
                <a:lnTo>
                  <a:pt x="1205536" y="472562"/>
                </a:lnTo>
                <a:lnTo>
                  <a:pt x="1205683" y="472736"/>
                </a:lnTo>
                <a:lnTo>
                  <a:pt x="1206085" y="471995"/>
                </a:lnTo>
                <a:close/>
                <a:moveTo>
                  <a:pt x="1244912" y="381007"/>
                </a:moveTo>
                <a:lnTo>
                  <a:pt x="1239879" y="396144"/>
                </a:lnTo>
                <a:lnTo>
                  <a:pt x="1241864" y="401993"/>
                </a:lnTo>
                <a:lnTo>
                  <a:pt x="1248971" y="397008"/>
                </a:lnTo>
                <a:lnTo>
                  <a:pt x="1247021" y="385368"/>
                </a:lnTo>
                <a:close/>
                <a:moveTo>
                  <a:pt x="554894" y="1925978"/>
                </a:moveTo>
                <a:lnTo>
                  <a:pt x="555015" y="1926587"/>
                </a:lnTo>
                <a:lnTo>
                  <a:pt x="558385" y="1926599"/>
                </a:lnTo>
                <a:lnTo>
                  <a:pt x="558351" y="1926196"/>
                </a:lnTo>
                <a:close/>
                <a:moveTo>
                  <a:pt x="1245161" y="380260"/>
                </a:moveTo>
                <a:lnTo>
                  <a:pt x="1245058" y="380568"/>
                </a:lnTo>
                <a:lnTo>
                  <a:pt x="1246782" y="383943"/>
                </a:lnTo>
                <a:lnTo>
                  <a:pt x="1246464" y="382047"/>
                </a:lnTo>
                <a:close/>
                <a:moveTo>
                  <a:pt x="1207904" y="463457"/>
                </a:moveTo>
                <a:lnTo>
                  <a:pt x="1209817" y="465108"/>
                </a:lnTo>
                <a:lnTo>
                  <a:pt x="1211353" y="462275"/>
                </a:lnTo>
                <a:lnTo>
                  <a:pt x="1212168" y="457618"/>
                </a:lnTo>
                <a:lnTo>
                  <a:pt x="1209785" y="460515"/>
                </a:lnTo>
                <a:close/>
                <a:moveTo>
                  <a:pt x="517536" y="2009309"/>
                </a:moveTo>
                <a:lnTo>
                  <a:pt x="518008" y="2012870"/>
                </a:lnTo>
                <a:lnTo>
                  <a:pt x="520465" y="2014162"/>
                </a:lnTo>
                <a:lnTo>
                  <a:pt x="518967" y="2008932"/>
                </a:lnTo>
                <a:close/>
                <a:moveTo>
                  <a:pt x="1250588" y="367765"/>
                </a:moveTo>
                <a:lnTo>
                  <a:pt x="1250705" y="368318"/>
                </a:lnTo>
                <a:lnTo>
                  <a:pt x="1251509" y="369111"/>
                </a:lnTo>
                <a:close/>
                <a:moveTo>
                  <a:pt x="1245829" y="378250"/>
                </a:moveTo>
                <a:lnTo>
                  <a:pt x="1245354" y="379680"/>
                </a:lnTo>
                <a:lnTo>
                  <a:pt x="1246282" y="380951"/>
                </a:lnTo>
                <a:close/>
                <a:moveTo>
                  <a:pt x="523299" y="1995913"/>
                </a:moveTo>
                <a:lnTo>
                  <a:pt x="528519" y="1995148"/>
                </a:lnTo>
                <a:lnTo>
                  <a:pt x="528506" y="1994783"/>
                </a:lnTo>
                <a:close/>
                <a:moveTo>
                  <a:pt x="527668" y="1986102"/>
                </a:moveTo>
                <a:lnTo>
                  <a:pt x="528185" y="1986280"/>
                </a:lnTo>
                <a:lnTo>
                  <a:pt x="528172" y="1985951"/>
                </a:lnTo>
                <a:close/>
                <a:moveTo>
                  <a:pt x="1246169" y="377228"/>
                </a:moveTo>
                <a:lnTo>
                  <a:pt x="1246092" y="377460"/>
                </a:lnTo>
                <a:lnTo>
                  <a:pt x="1246794" y="381656"/>
                </a:lnTo>
                <a:lnTo>
                  <a:pt x="1250009" y="386063"/>
                </a:lnTo>
                <a:lnTo>
                  <a:pt x="1246228" y="377186"/>
                </a:lnTo>
                <a:close/>
                <a:moveTo>
                  <a:pt x="520704" y="2001590"/>
                </a:moveTo>
                <a:lnTo>
                  <a:pt x="522515" y="2001695"/>
                </a:lnTo>
                <a:lnTo>
                  <a:pt x="522401" y="2001385"/>
                </a:lnTo>
                <a:close/>
                <a:moveTo>
                  <a:pt x="518767" y="2005608"/>
                </a:moveTo>
                <a:lnTo>
                  <a:pt x="519610" y="2008555"/>
                </a:lnTo>
                <a:lnTo>
                  <a:pt x="524219" y="2007338"/>
                </a:lnTo>
                <a:close/>
                <a:moveTo>
                  <a:pt x="543756" y="1949344"/>
                </a:moveTo>
                <a:lnTo>
                  <a:pt x="546585" y="1950363"/>
                </a:lnTo>
                <a:lnTo>
                  <a:pt x="547263" y="1950211"/>
                </a:lnTo>
                <a:lnTo>
                  <a:pt x="544678" y="1949069"/>
                </a:lnTo>
                <a:lnTo>
                  <a:pt x="544403" y="1949059"/>
                </a:lnTo>
                <a:close/>
                <a:moveTo>
                  <a:pt x="553362" y="1926952"/>
                </a:moveTo>
                <a:lnTo>
                  <a:pt x="554880" y="1927720"/>
                </a:lnTo>
                <a:lnTo>
                  <a:pt x="554825" y="1927459"/>
                </a:lnTo>
                <a:lnTo>
                  <a:pt x="553630" y="1926953"/>
                </a:lnTo>
                <a:close/>
                <a:moveTo>
                  <a:pt x="1184820" y="512732"/>
                </a:moveTo>
                <a:lnTo>
                  <a:pt x="1184752" y="513983"/>
                </a:lnTo>
                <a:lnTo>
                  <a:pt x="1185259" y="513351"/>
                </a:lnTo>
                <a:lnTo>
                  <a:pt x="1185303" y="513238"/>
                </a:lnTo>
                <a:close/>
                <a:moveTo>
                  <a:pt x="1203997" y="469572"/>
                </a:moveTo>
                <a:lnTo>
                  <a:pt x="1204084" y="469737"/>
                </a:lnTo>
                <a:lnTo>
                  <a:pt x="1206406" y="471401"/>
                </a:lnTo>
                <a:lnTo>
                  <a:pt x="1207767" y="468890"/>
                </a:lnTo>
                <a:lnTo>
                  <a:pt x="1207227" y="468100"/>
                </a:lnTo>
                <a:lnTo>
                  <a:pt x="1205801" y="466749"/>
                </a:lnTo>
                <a:close/>
                <a:moveTo>
                  <a:pt x="547806" y="1938820"/>
                </a:moveTo>
                <a:lnTo>
                  <a:pt x="549716" y="1940046"/>
                </a:lnTo>
                <a:lnTo>
                  <a:pt x="549803" y="1940020"/>
                </a:lnTo>
                <a:lnTo>
                  <a:pt x="547937" y="1938829"/>
                </a:lnTo>
                <a:close/>
                <a:moveTo>
                  <a:pt x="1253642" y="358309"/>
                </a:moveTo>
                <a:lnTo>
                  <a:pt x="1255130" y="361278"/>
                </a:lnTo>
                <a:lnTo>
                  <a:pt x="1258164" y="368242"/>
                </a:lnTo>
                <a:lnTo>
                  <a:pt x="1269476" y="360530"/>
                </a:lnTo>
                <a:lnTo>
                  <a:pt x="1272042" y="354104"/>
                </a:lnTo>
                <a:lnTo>
                  <a:pt x="1272287" y="353961"/>
                </a:lnTo>
                <a:lnTo>
                  <a:pt x="1269735" y="360353"/>
                </a:lnTo>
                <a:lnTo>
                  <a:pt x="1275603" y="356353"/>
                </a:lnTo>
                <a:lnTo>
                  <a:pt x="1275422" y="335489"/>
                </a:lnTo>
                <a:lnTo>
                  <a:pt x="1269703" y="327652"/>
                </a:lnTo>
                <a:close/>
                <a:moveTo>
                  <a:pt x="1249204" y="368099"/>
                </a:moveTo>
                <a:lnTo>
                  <a:pt x="1246859" y="375152"/>
                </a:lnTo>
                <a:lnTo>
                  <a:pt x="1247158" y="375854"/>
                </a:lnTo>
                <a:lnTo>
                  <a:pt x="1251441" y="372848"/>
                </a:lnTo>
                <a:lnTo>
                  <a:pt x="1250755" y="369630"/>
                </a:lnTo>
                <a:close/>
                <a:moveTo>
                  <a:pt x="541880" y="1951643"/>
                </a:moveTo>
                <a:lnTo>
                  <a:pt x="545401" y="1953208"/>
                </a:lnTo>
                <a:lnTo>
                  <a:pt x="551124" y="1953199"/>
                </a:lnTo>
                <a:lnTo>
                  <a:pt x="551425" y="1953142"/>
                </a:lnTo>
                <a:lnTo>
                  <a:pt x="543973" y="1951202"/>
                </a:lnTo>
                <a:close/>
                <a:moveTo>
                  <a:pt x="1249731" y="366514"/>
                </a:moveTo>
                <a:lnTo>
                  <a:pt x="1249520" y="367149"/>
                </a:lnTo>
                <a:lnTo>
                  <a:pt x="1250415" y="368032"/>
                </a:lnTo>
                <a:lnTo>
                  <a:pt x="1250255" y="367280"/>
                </a:lnTo>
                <a:close/>
                <a:moveTo>
                  <a:pt x="528302" y="1981928"/>
                </a:moveTo>
                <a:lnTo>
                  <a:pt x="528346" y="1983075"/>
                </a:lnTo>
                <a:lnTo>
                  <a:pt x="532175" y="1983312"/>
                </a:lnTo>
                <a:lnTo>
                  <a:pt x="532840" y="1983113"/>
                </a:lnTo>
                <a:lnTo>
                  <a:pt x="537327" y="1981401"/>
                </a:lnTo>
                <a:lnTo>
                  <a:pt x="531452" y="1981238"/>
                </a:lnTo>
                <a:close/>
                <a:moveTo>
                  <a:pt x="542804" y="1949002"/>
                </a:moveTo>
                <a:lnTo>
                  <a:pt x="543553" y="1949271"/>
                </a:lnTo>
                <a:lnTo>
                  <a:pt x="544063" y="1949046"/>
                </a:lnTo>
                <a:close/>
                <a:moveTo>
                  <a:pt x="1250403" y="364494"/>
                </a:moveTo>
                <a:lnTo>
                  <a:pt x="1250091" y="365432"/>
                </a:lnTo>
                <a:lnTo>
                  <a:pt x="1250225" y="366064"/>
                </a:lnTo>
                <a:lnTo>
                  <a:pt x="1253836" y="371193"/>
                </a:lnTo>
                <a:lnTo>
                  <a:pt x="1256693" y="369244"/>
                </a:lnTo>
                <a:lnTo>
                  <a:pt x="1253035" y="359467"/>
                </a:lnTo>
                <a:close/>
                <a:moveTo>
                  <a:pt x="552927" y="1926089"/>
                </a:moveTo>
                <a:lnTo>
                  <a:pt x="554093" y="1926584"/>
                </a:lnTo>
                <a:lnTo>
                  <a:pt x="554640" y="1926585"/>
                </a:lnTo>
                <a:lnTo>
                  <a:pt x="554505" y="1925954"/>
                </a:lnTo>
                <a:lnTo>
                  <a:pt x="553811" y="1925910"/>
                </a:lnTo>
                <a:lnTo>
                  <a:pt x="553088" y="1926063"/>
                </a:lnTo>
                <a:close/>
                <a:moveTo>
                  <a:pt x="528273" y="1981150"/>
                </a:moveTo>
                <a:lnTo>
                  <a:pt x="528279" y="1981299"/>
                </a:lnTo>
                <a:lnTo>
                  <a:pt x="528882" y="1981167"/>
                </a:lnTo>
                <a:close/>
                <a:moveTo>
                  <a:pt x="529587" y="1978049"/>
                </a:moveTo>
                <a:lnTo>
                  <a:pt x="534437" y="1978515"/>
                </a:lnTo>
                <a:lnTo>
                  <a:pt x="531498" y="1977243"/>
                </a:lnTo>
                <a:lnTo>
                  <a:pt x="531244" y="1977234"/>
                </a:lnTo>
                <a:close/>
                <a:moveTo>
                  <a:pt x="521235" y="1996704"/>
                </a:moveTo>
                <a:lnTo>
                  <a:pt x="522231" y="1999512"/>
                </a:lnTo>
                <a:lnTo>
                  <a:pt x="526912" y="1999885"/>
                </a:lnTo>
                <a:lnTo>
                  <a:pt x="528690" y="1999670"/>
                </a:lnTo>
                <a:lnTo>
                  <a:pt x="528537" y="1995633"/>
                </a:lnTo>
                <a:close/>
                <a:moveTo>
                  <a:pt x="1201374" y="473678"/>
                </a:moveTo>
                <a:lnTo>
                  <a:pt x="1202757" y="475081"/>
                </a:lnTo>
                <a:lnTo>
                  <a:pt x="1201811" y="472994"/>
                </a:lnTo>
                <a:close/>
                <a:moveTo>
                  <a:pt x="530626" y="1975606"/>
                </a:moveTo>
                <a:lnTo>
                  <a:pt x="532110" y="1976248"/>
                </a:lnTo>
                <a:lnTo>
                  <a:pt x="532374" y="1976118"/>
                </a:lnTo>
                <a:lnTo>
                  <a:pt x="531061" y="1975553"/>
                </a:lnTo>
                <a:close/>
                <a:moveTo>
                  <a:pt x="519804" y="1999780"/>
                </a:moveTo>
                <a:lnTo>
                  <a:pt x="522034" y="2000395"/>
                </a:lnTo>
                <a:lnTo>
                  <a:pt x="521867" y="1999945"/>
                </a:lnTo>
                <a:close/>
                <a:moveTo>
                  <a:pt x="541904" y="1950161"/>
                </a:moveTo>
                <a:lnTo>
                  <a:pt x="544491" y="1950834"/>
                </a:lnTo>
                <a:lnTo>
                  <a:pt x="545447" y="1950619"/>
                </a:lnTo>
                <a:lnTo>
                  <a:pt x="542931" y="1949707"/>
                </a:lnTo>
                <a:close/>
                <a:moveTo>
                  <a:pt x="1189402" y="500038"/>
                </a:moveTo>
                <a:lnTo>
                  <a:pt x="1189828" y="501678"/>
                </a:lnTo>
                <a:lnTo>
                  <a:pt x="1189930" y="501805"/>
                </a:lnTo>
                <a:lnTo>
                  <a:pt x="1190191" y="501325"/>
                </a:lnTo>
                <a:close/>
                <a:moveTo>
                  <a:pt x="1200490" y="475062"/>
                </a:moveTo>
                <a:lnTo>
                  <a:pt x="1202872" y="477924"/>
                </a:lnTo>
                <a:lnTo>
                  <a:pt x="1203378" y="476990"/>
                </a:lnTo>
                <a:lnTo>
                  <a:pt x="1200879" y="474453"/>
                </a:lnTo>
                <a:close/>
                <a:moveTo>
                  <a:pt x="536330" y="1962034"/>
                </a:moveTo>
                <a:lnTo>
                  <a:pt x="536186" y="1962610"/>
                </a:lnTo>
                <a:lnTo>
                  <a:pt x="535338" y="1966588"/>
                </a:lnTo>
                <a:lnTo>
                  <a:pt x="553668" y="1962469"/>
                </a:lnTo>
                <a:lnTo>
                  <a:pt x="542408" y="1962240"/>
                </a:lnTo>
                <a:close/>
                <a:moveTo>
                  <a:pt x="528235" y="1980144"/>
                </a:moveTo>
                <a:lnTo>
                  <a:pt x="528254" y="1980648"/>
                </a:lnTo>
                <a:lnTo>
                  <a:pt x="530914" y="1980722"/>
                </a:lnTo>
                <a:lnTo>
                  <a:pt x="536637" y="1979468"/>
                </a:lnTo>
                <a:lnTo>
                  <a:pt x="535882" y="1979141"/>
                </a:lnTo>
                <a:lnTo>
                  <a:pt x="534892" y="1979044"/>
                </a:lnTo>
                <a:close/>
                <a:moveTo>
                  <a:pt x="542707" y="1947479"/>
                </a:moveTo>
                <a:lnTo>
                  <a:pt x="545158" y="1948562"/>
                </a:lnTo>
                <a:lnTo>
                  <a:pt x="547218" y="1947655"/>
                </a:lnTo>
                <a:lnTo>
                  <a:pt x="543351" y="1947367"/>
                </a:lnTo>
                <a:close/>
                <a:moveTo>
                  <a:pt x="516970" y="2005038"/>
                </a:moveTo>
                <a:lnTo>
                  <a:pt x="517510" y="2009109"/>
                </a:lnTo>
                <a:lnTo>
                  <a:pt x="518913" y="2008739"/>
                </a:lnTo>
                <a:lnTo>
                  <a:pt x="517941" y="2005346"/>
                </a:lnTo>
                <a:close/>
                <a:moveTo>
                  <a:pt x="1275561" y="306054"/>
                </a:moveTo>
                <a:lnTo>
                  <a:pt x="1275590" y="307356"/>
                </a:lnTo>
                <a:lnTo>
                  <a:pt x="1279927" y="301051"/>
                </a:lnTo>
                <a:close/>
                <a:moveTo>
                  <a:pt x="551976" y="1926252"/>
                </a:moveTo>
                <a:lnTo>
                  <a:pt x="552621" y="1926578"/>
                </a:lnTo>
                <a:lnTo>
                  <a:pt x="552747" y="1926579"/>
                </a:lnTo>
                <a:close/>
                <a:moveTo>
                  <a:pt x="1198297" y="478494"/>
                </a:moveTo>
                <a:lnTo>
                  <a:pt x="1199320" y="484477"/>
                </a:lnTo>
                <a:lnTo>
                  <a:pt x="1202448" y="478706"/>
                </a:lnTo>
                <a:lnTo>
                  <a:pt x="1200024" y="475791"/>
                </a:lnTo>
                <a:close/>
                <a:moveTo>
                  <a:pt x="537102" y="1958917"/>
                </a:moveTo>
                <a:lnTo>
                  <a:pt x="536460" y="1961506"/>
                </a:lnTo>
                <a:lnTo>
                  <a:pt x="556167" y="1961908"/>
                </a:lnTo>
                <a:lnTo>
                  <a:pt x="559629" y="1961130"/>
                </a:lnTo>
                <a:close/>
                <a:moveTo>
                  <a:pt x="528182" y="1978740"/>
                </a:moveTo>
                <a:lnTo>
                  <a:pt x="528219" y="1979728"/>
                </a:lnTo>
                <a:lnTo>
                  <a:pt x="533302" y="1978888"/>
                </a:lnTo>
                <a:lnTo>
                  <a:pt x="528784" y="1978444"/>
                </a:lnTo>
                <a:close/>
                <a:moveTo>
                  <a:pt x="525093" y="1985213"/>
                </a:moveTo>
                <a:lnTo>
                  <a:pt x="525436" y="1985332"/>
                </a:lnTo>
                <a:lnTo>
                  <a:pt x="525706" y="1985252"/>
                </a:lnTo>
                <a:close/>
                <a:moveTo>
                  <a:pt x="521318" y="1993252"/>
                </a:moveTo>
                <a:lnTo>
                  <a:pt x="528469" y="1993809"/>
                </a:lnTo>
                <a:lnTo>
                  <a:pt x="528359" y="1990907"/>
                </a:lnTo>
                <a:close/>
                <a:moveTo>
                  <a:pt x="540217" y="1950904"/>
                </a:moveTo>
                <a:lnTo>
                  <a:pt x="541531" y="1951489"/>
                </a:lnTo>
                <a:lnTo>
                  <a:pt x="542249" y="1951338"/>
                </a:lnTo>
                <a:lnTo>
                  <a:pt x="543453" y="1951067"/>
                </a:lnTo>
                <a:lnTo>
                  <a:pt x="541186" y="1950478"/>
                </a:lnTo>
                <a:close/>
                <a:moveTo>
                  <a:pt x="528121" y="1977124"/>
                </a:moveTo>
                <a:lnTo>
                  <a:pt x="528150" y="1977911"/>
                </a:lnTo>
                <a:lnTo>
                  <a:pt x="528634" y="1977957"/>
                </a:lnTo>
                <a:lnTo>
                  <a:pt x="530181" y="1977197"/>
                </a:lnTo>
                <a:close/>
                <a:moveTo>
                  <a:pt x="538336" y="1953940"/>
                </a:moveTo>
                <a:lnTo>
                  <a:pt x="538184" y="1954554"/>
                </a:lnTo>
                <a:lnTo>
                  <a:pt x="542165" y="1954900"/>
                </a:lnTo>
                <a:lnTo>
                  <a:pt x="546078" y="1954157"/>
                </a:lnTo>
                <a:lnTo>
                  <a:pt x="545564" y="1953929"/>
                </a:lnTo>
                <a:close/>
                <a:moveTo>
                  <a:pt x="1194403" y="484590"/>
                </a:moveTo>
                <a:lnTo>
                  <a:pt x="1196865" y="489009"/>
                </a:lnTo>
                <a:lnTo>
                  <a:pt x="1199030" y="485013"/>
                </a:lnTo>
                <a:lnTo>
                  <a:pt x="1197996" y="478966"/>
                </a:lnTo>
                <a:close/>
                <a:moveTo>
                  <a:pt x="1202570" y="466191"/>
                </a:moveTo>
                <a:lnTo>
                  <a:pt x="1202605" y="466302"/>
                </a:lnTo>
                <a:lnTo>
                  <a:pt x="1203021" y="465783"/>
                </a:lnTo>
                <a:close/>
                <a:moveTo>
                  <a:pt x="1202357" y="466384"/>
                </a:moveTo>
                <a:lnTo>
                  <a:pt x="1202428" y="466521"/>
                </a:lnTo>
                <a:lnTo>
                  <a:pt x="1202464" y="466477"/>
                </a:lnTo>
                <a:lnTo>
                  <a:pt x="1202419" y="466328"/>
                </a:lnTo>
                <a:close/>
                <a:moveTo>
                  <a:pt x="538742" y="1952304"/>
                </a:moveTo>
                <a:lnTo>
                  <a:pt x="538587" y="1952928"/>
                </a:lnTo>
                <a:lnTo>
                  <a:pt x="543849" y="1953167"/>
                </a:lnTo>
                <a:lnTo>
                  <a:pt x="540889" y="1951852"/>
                </a:lnTo>
                <a:close/>
                <a:moveTo>
                  <a:pt x="1171980" y="534310"/>
                </a:moveTo>
                <a:lnTo>
                  <a:pt x="1172802" y="536524"/>
                </a:lnTo>
                <a:lnTo>
                  <a:pt x="1172805" y="536516"/>
                </a:lnTo>
                <a:lnTo>
                  <a:pt x="1172772" y="536263"/>
                </a:lnTo>
                <a:lnTo>
                  <a:pt x="1172423" y="534597"/>
                </a:lnTo>
                <a:close/>
                <a:moveTo>
                  <a:pt x="520160" y="1993674"/>
                </a:moveTo>
                <a:lnTo>
                  <a:pt x="520934" y="1995855"/>
                </a:lnTo>
                <a:lnTo>
                  <a:pt x="528124" y="1994295"/>
                </a:lnTo>
                <a:close/>
                <a:moveTo>
                  <a:pt x="528075" y="1975919"/>
                </a:moveTo>
                <a:lnTo>
                  <a:pt x="528111" y="1976872"/>
                </a:lnTo>
                <a:lnTo>
                  <a:pt x="530657" y="1976963"/>
                </a:lnTo>
                <a:lnTo>
                  <a:pt x="530747" y="1976919"/>
                </a:lnTo>
                <a:lnTo>
                  <a:pt x="528357" y="1975884"/>
                </a:lnTo>
                <a:close/>
                <a:moveTo>
                  <a:pt x="538951" y="1951463"/>
                </a:moveTo>
                <a:lnTo>
                  <a:pt x="538801" y="1952064"/>
                </a:lnTo>
                <a:lnTo>
                  <a:pt x="540541" y="1951698"/>
                </a:lnTo>
                <a:lnTo>
                  <a:pt x="539484" y="1951228"/>
                </a:lnTo>
                <a:close/>
                <a:moveTo>
                  <a:pt x="528070" y="1975760"/>
                </a:moveTo>
                <a:lnTo>
                  <a:pt x="528070" y="1975772"/>
                </a:lnTo>
                <a:lnTo>
                  <a:pt x="528092" y="1975770"/>
                </a:lnTo>
                <a:close/>
                <a:moveTo>
                  <a:pt x="539056" y="1951037"/>
                </a:moveTo>
                <a:lnTo>
                  <a:pt x="538996" y="1951281"/>
                </a:lnTo>
                <a:lnTo>
                  <a:pt x="539300" y="1951146"/>
                </a:lnTo>
                <a:close/>
                <a:moveTo>
                  <a:pt x="539316" y="1949990"/>
                </a:moveTo>
                <a:lnTo>
                  <a:pt x="539201" y="1950453"/>
                </a:lnTo>
                <a:lnTo>
                  <a:pt x="540033" y="1950823"/>
                </a:lnTo>
                <a:lnTo>
                  <a:pt x="540954" y="1950417"/>
                </a:lnTo>
                <a:close/>
                <a:moveTo>
                  <a:pt x="525624" y="1980575"/>
                </a:moveTo>
                <a:lnTo>
                  <a:pt x="527972" y="1980640"/>
                </a:lnTo>
                <a:lnTo>
                  <a:pt x="527955" y="1980190"/>
                </a:lnTo>
                <a:close/>
                <a:moveTo>
                  <a:pt x="517066" y="1999666"/>
                </a:moveTo>
                <a:lnTo>
                  <a:pt x="517455" y="2001026"/>
                </a:lnTo>
                <a:lnTo>
                  <a:pt x="520615" y="2000644"/>
                </a:lnTo>
                <a:close/>
                <a:moveTo>
                  <a:pt x="539589" y="1948886"/>
                </a:moveTo>
                <a:lnTo>
                  <a:pt x="539433" y="1949518"/>
                </a:lnTo>
                <a:lnTo>
                  <a:pt x="541672" y="1950100"/>
                </a:lnTo>
                <a:lnTo>
                  <a:pt x="542729" y="1949634"/>
                </a:lnTo>
                <a:lnTo>
                  <a:pt x="540784" y="1948929"/>
                </a:lnTo>
                <a:close/>
                <a:moveTo>
                  <a:pt x="539678" y="1948528"/>
                </a:moveTo>
                <a:lnTo>
                  <a:pt x="539650" y="1948641"/>
                </a:lnTo>
                <a:lnTo>
                  <a:pt x="540024" y="1948654"/>
                </a:lnTo>
                <a:close/>
                <a:moveTo>
                  <a:pt x="539925" y="1947964"/>
                </a:moveTo>
                <a:lnTo>
                  <a:pt x="542040" y="1948727"/>
                </a:lnTo>
                <a:lnTo>
                  <a:pt x="544068" y="1948799"/>
                </a:lnTo>
                <a:lnTo>
                  <a:pt x="541542" y="1947682"/>
                </a:lnTo>
                <a:close/>
                <a:moveTo>
                  <a:pt x="524226" y="1982821"/>
                </a:moveTo>
                <a:lnTo>
                  <a:pt x="528063" y="1983058"/>
                </a:lnTo>
                <a:lnTo>
                  <a:pt x="528023" y="1981989"/>
                </a:lnTo>
                <a:close/>
                <a:moveTo>
                  <a:pt x="1190701" y="490384"/>
                </a:moveTo>
                <a:lnTo>
                  <a:pt x="1193167" y="495832"/>
                </a:lnTo>
                <a:lnTo>
                  <a:pt x="1196063" y="490486"/>
                </a:lnTo>
                <a:lnTo>
                  <a:pt x="1195008" y="488461"/>
                </a:lnTo>
                <a:lnTo>
                  <a:pt x="1193549" y="485925"/>
                </a:lnTo>
                <a:close/>
                <a:moveTo>
                  <a:pt x="528012" y="1974240"/>
                </a:moveTo>
                <a:lnTo>
                  <a:pt x="528021" y="1974478"/>
                </a:lnTo>
                <a:lnTo>
                  <a:pt x="530363" y="1975492"/>
                </a:lnTo>
                <a:lnTo>
                  <a:pt x="530796" y="1975439"/>
                </a:lnTo>
                <a:close/>
                <a:moveTo>
                  <a:pt x="525139" y="1980237"/>
                </a:moveTo>
                <a:lnTo>
                  <a:pt x="527939" y="1979774"/>
                </a:lnTo>
                <a:lnTo>
                  <a:pt x="527906" y="1978876"/>
                </a:lnTo>
                <a:close/>
                <a:moveTo>
                  <a:pt x="541836" y="1942419"/>
                </a:moveTo>
                <a:lnTo>
                  <a:pt x="549493" y="1940113"/>
                </a:lnTo>
                <a:lnTo>
                  <a:pt x="547442" y="1938797"/>
                </a:lnTo>
                <a:lnTo>
                  <a:pt x="544119" y="1938582"/>
                </a:lnTo>
                <a:close/>
                <a:moveTo>
                  <a:pt x="516236" y="1999495"/>
                </a:moveTo>
                <a:lnTo>
                  <a:pt x="516428" y="2000946"/>
                </a:lnTo>
                <a:lnTo>
                  <a:pt x="516707" y="2001035"/>
                </a:lnTo>
                <a:lnTo>
                  <a:pt x="516267" y="1999498"/>
                </a:lnTo>
                <a:close/>
                <a:moveTo>
                  <a:pt x="1170337" y="534788"/>
                </a:moveTo>
                <a:lnTo>
                  <a:pt x="1171078" y="535571"/>
                </a:lnTo>
                <a:lnTo>
                  <a:pt x="1170679" y="534361"/>
                </a:lnTo>
                <a:close/>
                <a:moveTo>
                  <a:pt x="1222818" y="416667"/>
                </a:moveTo>
                <a:lnTo>
                  <a:pt x="1223582" y="417521"/>
                </a:lnTo>
                <a:lnTo>
                  <a:pt x="1224221" y="415596"/>
                </a:lnTo>
                <a:close/>
                <a:moveTo>
                  <a:pt x="1187998" y="494614"/>
                </a:moveTo>
                <a:lnTo>
                  <a:pt x="1189311" y="499683"/>
                </a:lnTo>
                <a:lnTo>
                  <a:pt x="1189568" y="499778"/>
                </a:lnTo>
                <a:lnTo>
                  <a:pt x="1190343" y="501043"/>
                </a:lnTo>
                <a:lnTo>
                  <a:pt x="1190482" y="500788"/>
                </a:lnTo>
                <a:lnTo>
                  <a:pt x="1189132" y="494927"/>
                </a:lnTo>
                <a:lnTo>
                  <a:pt x="1188621" y="493640"/>
                </a:lnTo>
                <a:close/>
                <a:moveTo>
                  <a:pt x="519390" y="1991506"/>
                </a:moveTo>
                <a:lnTo>
                  <a:pt x="519973" y="1993147"/>
                </a:lnTo>
                <a:lnTo>
                  <a:pt x="520568" y="1993194"/>
                </a:lnTo>
                <a:lnTo>
                  <a:pt x="528348" y="1990602"/>
                </a:lnTo>
                <a:lnTo>
                  <a:pt x="528254" y="1988119"/>
                </a:lnTo>
                <a:close/>
                <a:moveTo>
                  <a:pt x="1187172" y="495908"/>
                </a:moveTo>
                <a:lnTo>
                  <a:pt x="1188228" y="499695"/>
                </a:lnTo>
                <a:lnTo>
                  <a:pt x="1188710" y="500293"/>
                </a:lnTo>
                <a:lnTo>
                  <a:pt x="1187518" y="495367"/>
                </a:lnTo>
                <a:close/>
                <a:moveTo>
                  <a:pt x="527929" y="1972044"/>
                </a:moveTo>
                <a:lnTo>
                  <a:pt x="527959" y="1972822"/>
                </a:lnTo>
                <a:lnTo>
                  <a:pt x="533319" y="1975130"/>
                </a:lnTo>
                <a:lnTo>
                  <a:pt x="534733" y="1974957"/>
                </a:lnTo>
                <a:lnTo>
                  <a:pt x="538263" y="1973221"/>
                </a:lnTo>
                <a:lnTo>
                  <a:pt x="535344" y="1971905"/>
                </a:lnTo>
                <a:lnTo>
                  <a:pt x="535218" y="1971666"/>
                </a:lnTo>
                <a:lnTo>
                  <a:pt x="538457" y="1973126"/>
                </a:lnTo>
                <a:lnTo>
                  <a:pt x="544869" y="1969972"/>
                </a:lnTo>
                <a:lnTo>
                  <a:pt x="538845" y="1969590"/>
                </a:lnTo>
                <a:lnTo>
                  <a:pt x="534489" y="1970569"/>
                </a:lnTo>
                <a:lnTo>
                  <a:pt x="534390" y="1971033"/>
                </a:lnTo>
                <a:lnTo>
                  <a:pt x="534335" y="1970920"/>
                </a:lnTo>
                <a:lnTo>
                  <a:pt x="534406" y="1970588"/>
                </a:lnTo>
                <a:close/>
                <a:moveTo>
                  <a:pt x="1172830" y="527967"/>
                </a:moveTo>
                <a:lnTo>
                  <a:pt x="1172538" y="528646"/>
                </a:lnTo>
                <a:lnTo>
                  <a:pt x="1172803" y="528868"/>
                </a:lnTo>
                <a:close/>
                <a:moveTo>
                  <a:pt x="1186855" y="496403"/>
                </a:moveTo>
                <a:lnTo>
                  <a:pt x="1187508" y="498802"/>
                </a:lnTo>
                <a:lnTo>
                  <a:pt x="1187655" y="498984"/>
                </a:lnTo>
                <a:lnTo>
                  <a:pt x="1186911" y="496315"/>
                </a:lnTo>
                <a:close/>
                <a:moveTo>
                  <a:pt x="516421" y="1997410"/>
                </a:moveTo>
                <a:lnTo>
                  <a:pt x="516867" y="1998969"/>
                </a:lnTo>
                <a:lnTo>
                  <a:pt x="517447" y="1999130"/>
                </a:lnTo>
                <a:lnTo>
                  <a:pt x="521691" y="1999468"/>
                </a:lnTo>
                <a:lnTo>
                  <a:pt x="521587" y="1999186"/>
                </a:lnTo>
                <a:lnTo>
                  <a:pt x="520732" y="1996778"/>
                </a:lnTo>
                <a:close/>
                <a:moveTo>
                  <a:pt x="1184286" y="501906"/>
                </a:moveTo>
                <a:lnTo>
                  <a:pt x="1184828" y="508022"/>
                </a:lnTo>
                <a:lnTo>
                  <a:pt x="1186694" y="509719"/>
                </a:lnTo>
                <a:lnTo>
                  <a:pt x="1187413" y="507904"/>
                </a:lnTo>
                <a:close/>
                <a:moveTo>
                  <a:pt x="538169" y="1948588"/>
                </a:moveTo>
                <a:lnTo>
                  <a:pt x="539334" y="1948629"/>
                </a:lnTo>
                <a:lnTo>
                  <a:pt x="539386" y="1948422"/>
                </a:lnTo>
                <a:lnTo>
                  <a:pt x="538709" y="1948176"/>
                </a:lnTo>
                <a:lnTo>
                  <a:pt x="538380" y="1948233"/>
                </a:lnTo>
                <a:close/>
                <a:moveTo>
                  <a:pt x="536277" y="1952823"/>
                </a:moveTo>
                <a:lnTo>
                  <a:pt x="538272" y="1952914"/>
                </a:lnTo>
                <a:lnTo>
                  <a:pt x="538406" y="1952374"/>
                </a:lnTo>
                <a:close/>
                <a:moveTo>
                  <a:pt x="1186288" y="497291"/>
                </a:moveTo>
                <a:lnTo>
                  <a:pt x="1187115" y="498317"/>
                </a:lnTo>
                <a:lnTo>
                  <a:pt x="1186672" y="496690"/>
                </a:lnTo>
                <a:close/>
                <a:moveTo>
                  <a:pt x="537860" y="1949108"/>
                </a:moveTo>
                <a:lnTo>
                  <a:pt x="539134" y="1949439"/>
                </a:lnTo>
                <a:lnTo>
                  <a:pt x="539273" y="1948875"/>
                </a:lnTo>
                <a:lnTo>
                  <a:pt x="538024" y="1948831"/>
                </a:lnTo>
                <a:close/>
                <a:moveTo>
                  <a:pt x="1197270" y="472480"/>
                </a:moveTo>
                <a:lnTo>
                  <a:pt x="1197451" y="473540"/>
                </a:lnTo>
                <a:lnTo>
                  <a:pt x="1197755" y="473064"/>
                </a:lnTo>
                <a:close/>
                <a:moveTo>
                  <a:pt x="537507" y="1949701"/>
                </a:moveTo>
                <a:lnTo>
                  <a:pt x="538914" y="1950326"/>
                </a:lnTo>
                <a:lnTo>
                  <a:pt x="539016" y="1949912"/>
                </a:lnTo>
                <a:lnTo>
                  <a:pt x="537600" y="1949544"/>
                </a:lnTo>
                <a:close/>
                <a:moveTo>
                  <a:pt x="1185143" y="499403"/>
                </a:moveTo>
                <a:lnTo>
                  <a:pt x="1188437" y="505315"/>
                </a:lnTo>
                <a:lnTo>
                  <a:pt x="1188781" y="504444"/>
                </a:lnTo>
                <a:lnTo>
                  <a:pt x="1188546" y="503579"/>
                </a:lnTo>
                <a:lnTo>
                  <a:pt x="1185155" y="499377"/>
                </a:lnTo>
                <a:close/>
                <a:moveTo>
                  <a:pt x="1201498" y="462674"/>
                </a:moveTo>
                <a:lnTo>
                  <a:pt x="1202300" y="465304"/>
                </a:lnTo>
                <a:lnTo>
                  <a:pt x="1203349" y="464428"/>
                </a:lnTo>
                <a:close/>
                <a:moveTo>
                  <a:pt x="1198039" y="470292"/>
                </a:moveTo>
                <a:lnTo>
                  <a:pt x="1198941" y="471208"/>
                </a:lnTo>
                <a:lnTo>
                  <a:pt x="1200025" y="469512"/>
                </a:lnTo>
                <a:lnTo>
                  <a:pt x="1200159" y="469345"/>
                </a:lnTo>
                <a:lnTo>
                  <a:pt x="1200131" y="469281"/>
                </a:lnTo>
                <a:lnTo>
                  <a:pt x="1199715" y="468775"/>
                </a:lnTo>
                <a:close/>
                <a:moveTo>
                  <a:pt x="542176" y="1938456"/>
                </a:moveTo>
                <a:lnTo>
                  <a:pt x="541141" y="1942629"/>
                </a:lnTo>
                <a:lnTo>
                  <a:pt x="541304" y="1942580"/>
                </a:lnTo>
                <a:lnTo>
                  <a:pt x="543698" y="1938554"/>
                </a:lnTo>
                <a:close/>
                <a:moveTo>
                  <a:pt x="535715" y="1952715"/>
                </a:moveTo>
                <a:lnTo>
                  <a:pt x="538465" y="1952135"/>
                </a:lnTo>
                <a:lnTo>
                  <a:pt x="538592" y="1951621"/>
                </a:lnTo>
                <a:lnTo>
                  <a:pt x="538185" y="1951801"/>
                </a:lnTo>
                <a:lnTo>
                  <a:pt x="537983" y="1951728"/>
                </a:lnTo>
                <a:lnTo>
                  <a:pt x="538638" y="1951438"/>
                </a:lnTo>
                <a:lnTo>
                  <a:pt x="538769" y="1950910"/>
                </a:lnTo>
                <a:lnTo>
                  <a:pt x="537202" y="1950214"/>
                </a:lnTo>
                <a:close/>
                <a:moveTo>
                  <a:pt x="526760" y="1972306"/>
                </a:moveTo>
                <a:lnTo>
                  <a:pt x="527672" y="1972699"/>
                </a:lnTo>
                <a:lnTo>
                  <a:pt x="527650" y="1972106"/>
                </a:lnTo>
                <a:close/>
                <a:moveTo>
                  <a:pt x="1197175" y="471074"/>
                </a:moveTo>
                <a:lnTo>
                  <a:pt x="1198222" y="472334"/>
                </a:lnTo>
                <a:lnTo>
                  <a:pt x="1198446" y="471984"/>
                </a:lnTo>
                <a:lnTo>
                  <a:pt x="1197372" y="470895"/>
                </a:lnTo>
                <a:close/>
                <a:moveTo>
                  <a:pt x="534796" y="1954260"/>
                </a:moveTo>
                <a:lnTo>
                  <a:pt x="537871" y="1954527"/>
                </a:lnTo>
                <a:lnTo>
                  <a:pt x="538017" y="1953940"/>
                </a:lnTo>
                <a:lnTo>
                  <a:pt x="534984" y="1953944"/>
                </a:lnTo>
                <a:close/>
                <a:moveTo>
                  <a:pt x="542780" y="1936022"/>
                </a:moveTo>
                <a:lnTo>
                  <a:pt x="542658" y="1936513"/>
                </a:lnTo>
                <a:lnTo>
                  <a:pt x="544137" y="1936609"/>
                </a:lnTo>
                <a:lnTo>
                  <a:pt x="544073" y="1936425"/>
                </a:lnTo>
                <a:lnTo>
                  <a:pt x="544385" y="1936624"/>
                </a:lnTo>
                <a:lnTo>
                  <a:pt x="544495" y="1936632"/>
                </a:lnTo>
                <a:lnTo>
                  <a:pt x="543211" y="1935812"/>
                </a:lnTo>
                <a:close/>
                <a:moveTo>
                  <a:pt x="1220485" y="418446"/>
                </a:moveTo>
                <a:lnTo>
                  <a:pt x="1222052" y="422124"/>
                </a:lnTo>
                <a:lnTo>
                  <a:pt x="1223492" y="417793"/>
                </a:lnTo>
                <a:lnTo>
                  <a:pt x="1222620" y="416817"/>
                </a:lnTo>
                <a:close/>
                <a:moveTo>
                  <a:pt x="1224734" y="408306"/>
                </a:moveTo>
                <a:lnTo>
                  <a:pt x="1225746" y="411013"/>
                </a:lnTo>
                <a:lnTo>
                  <a:pt x="1226048" y="410105"/>
                </a:lnTo>
                <a:close/>
                <a:moveTo>
                  <a:pt x="536522" y="1949263"/>
                </a:moveTo>
                <a:lnTo>
                  <a:pt x="537179" y="1949555"/>
                </a:lnTo>
                <a:lnTo>
                  <a:pt x="537240" y="1949450"/>
                </a:lnTo>
                <a:close/>
                <a:moveTo>
                  <a:pt x="536825" y="1948539"/>
                </a:moveTo>
                <a:lnTo>
                  <a:pt x="537746" y="1948572"/>
                </a:lnTo>
                <a:lnTo>
                  <a:pt x="537892" y="1948318"/>
                </a:lnTo>
                <a:lnTo>
                  <a:pt x="537071" y="1948462"/>
                </a:lnTo>
                <a:close/>
                <a:moveTo>
                  <a:pt x="532299" y="1958458"/>
                </a:moveTo>
                <a:lnTo>
                  <a:pt x="532351" y="1958450"/>
                </a:lnTo>
                <a:lnTo>
                  <a:pt x="532307" y="1958446"/>
                </a:lnTo>
                <a:close/>
                <a:moveTo>
                  <a:pt x="536597" y="1948780"/>
                </a:moveTo>
                <a:lnTo>
                  <a:pt x="537492" y="1949013"/>
                </a:lnTo>
                <a:lnTo>
                  <a:pt x="537605" y="1948816"/>
                </a:lnTo>
                <a:close/>
                <a:moveTo>
                  <a:pt x="1228993" y="398121"/>
                </a:moveTo>
                <a:lnTo>
                  <a:pt x="1229014" y="400519"/>
                </a:lnTo>
                <a:lnTo>
                  <a:pt x="1229180" y="400684"/>
                </a:lnTo>
                <a:lnTo>
                  <a:pt x="1229519" y="399665"/>
                </a:lnTo>
                <a:close/>
                <a:moveTo>
                  <a:pt x="515761" y="1995103"/>
                </a:moveTo>
                <a:lnTo>
                  <a:pt x="516265" y="1996869"/>
                </a:lnTo>
                <a:lnTo>
                  <a:pt x="520442" y="1995962"/>
                </a:lnTo>
                <a:lnTo>
                  <a:pt x="519675" y="1993800"/>
                </a:lnTo>
                <a:close/>
                <a:moveTo>
                  <a:pt x="1264238" y="319031"/>
                </a:moveTo>
                <a:lnTo>
                  <a:pt x="1266462" y="322079"/>
                </a:lnTo>
                <a:lnTo>
                  <a:pt x="1269650" y="315992"/>
                </a:lnTo>
                <a:lnTo>
                  <a:pt x="1275183" y="307948"/>
                </a:lnTo>
                <a:lnTo>
                  <a:pt x="1275171" y="306502"/>
                </a:lnTo>
                <a:close/>
                <a:moveTo>
                  <a:pt x="541877" y="1936462"/>
                </a:moveTo>
                <a:lnTo>
                  <a:pt x="542345" y="1936493"/>
                </a:lnTo>
                <a:lnTo>
                  <a:pt x="542417" y="1936199"/>
                </a:lnTo>
                <a:close/>
                <a:moveTo>
                  <a:pt x="518453" y="1988865"/>
                </a:moveTo>
                <a:lnTo>
                  <a:pt x="519347" y="1991384"/>
                </a:lnTo>
                <a:lnTo>
                  <a:pt x="526583" y="1988619"/>
                </a:lnTo>
                <a:lnTo>
                  <a:pt x="528247" y="1987940"/>
                </a:lnTo>
                <a:lnTo>
                  <a:pt x="528213" y="1987046"/>
                </a:lnTo>
                <a:lnTo>
                  <a:pt x="526497" y="1986453"/>
                </a:lnTo>
                <a:close/>
                <a:moveTo>
                  <a:pt x="530558" y="1961386"/>
                </a:moveTo>
                <a:lnTo>
                  <a:pt x="536343" y="1961504"/>
                </a:lnTo>
                <a:lnTo>
                  <a:pt x="536899" y="1958897"/>
                </a:lnTo>
                <a:lnTo>
                  <a:pt x="535122" y="1958723"/>
                </a:lnTo>
                <a:lnTo>
                  <a:pt x="531851" y="1959212"/>
                </a:lnTo>
                <a:lnTo>
                  <a:pt x="530567" y="1961371"/>
                </a:lnTo>
                <a:close/>
                <a:moveTo>
                  <a:pt x="515921" y="1992832"/>
                </a:moveTo>
                <a:lnTo>
                  <a:pt x="519429" y="1993105"/>
                </a:lnTo>
                <a:lnTo>
                  <a:pt x="518925" y="1991684"/>
                </a:lnTo>
                <a:close/>
                <a:moveTo>
                  <a:pt x="527777" y="1966213"/>
                </a:moveTo>
                <a:lnTo>
                  <a:pt x="527792" y="1966819"/>
                </a:lnTo>
                <a:lnTo>
                  <a:pt x="534993" y="1966665"/>
                </a:lnTo>
                <a:lnTo>
                  <a:pt x="535255" y="1966607"/>
                </a:lnTo>
                <a:lnTo>
                  <a:pt x="536231" y="1962031"/>
                </a:lnTo>
                <a:lnTo>
                  <a:pt x="530302" y="1961830"/>
                </a:lnTo>
                <a:close/>
                <a:moveTo>
                  <a:pt x="1209074" y="440590"/>
                </a:moveTo>
                <a:lnTo>
                  <a:pt x="1211061" y="446124"/>
                </a:lnTo>
                <a:lnTo>
                  <a:pt x="1213773" y="448464"/>
                </a:lnTo>
                <a:lnTo>
                  <a:pt x="1214135" y="446402"/>
                </a:lnTo>
                <a:close/>
                <a:moveTo>
                  <a:pt x="513499" y="1998041"/>
                </a:moveTo>
                <a:lnTo>
                  <a:pt x="515429" y="1998573"/>
                </a:lnTo>
                <a:lnTo>
                  <a:pt x="515307" y="1997648"/>
                </a:lnTo>
                <a:close/>
                <a:moveTo>
                  <a:pt x="527424" y="1966827"/>
                </a:moveTo>
                <a:lnTo>
                  <a:pt x="527451" y="1966826"/>
                </a:lnTo>
                <a:lnTo>
                  <a:pt x="527449" y="1966783"/>
                </a:lnTo>
                <a:close/>
                <a:moveTo>
                  <a:pt x="520368" y="1982583"/>
                </a:moveTo>
                <a:lnTo>
                  <a:pt x="521966" y="1982681"/>
                </a:lnTo>
                <a:lnTo>
                  <a:pt x="527999" y="1981360"/>
                </a:lnTo>
                <a:lnTo>
                  <a:pt x="527991" y="1981142"/>
                </a:lnTo>
                <a:lnTo>
                  <a:pt x="523548" y="1981019"/>
                </a:lnTo>
                <a:close/>
                <a:moveTo>
                  <a:pt x="492529" y="2044685"/>
                </a:moveTo>
                <a:lnTo>
                  <a:pt x="503192" y="2044617"/>
                </a:lnTo>
                <a:lnTo>
                  <a:pt x="507800" y="2043217"/>
                </a:lnTo>
                <a:lnTo>
                  <a:pt x="511468" y="2042062"/>
                </a:lnTo>
                <a:lnTo>
                  <a:pt x="503419" y="2041320"/>
                </a:lnTo>
                <a:close/>
                <a:moveTo>
                  <a:pt x="515417" y="1993304"/>
                </a:moveTo>
                <a:lnTo>
                  <a:pt x="515564" y="1994418"/>
                </a:lnTo>
                <a:lnTo>
                  <a:pt x="515680" y="1994822"/>
                </a:lnTo>
                <a:lnTo>
                  <a:pt x="519322" y="1993609"/>
                </a:lnTo>
                <a:close/>
                <a:moveTo>
                  <a:pt x="524287" y="1972862"/>
                </a:moveTo>
                <a:lnTo>
                  <a:pt x="527735" y="1974354"/>
                </a:lnTo>
                <a:lnTo>
                  <a:pt x="527726" y="1974117"/>
                </a:lnTo>
                <a:lnTo>
                  <a:pt x="524632" y="1972785"/>
                </a:lnTo>
                <a:close/>
                <a:moveTo>
                  <a:pt x="1199447" y="460731"/>
                </a:moveTo>
                <a:lnTo>
                  <a:pt x="1201951" y="465596"/>
                </a:lnTo>
                <a:lnTo>
                  <a:pt x="1202146" y="465433"/>
                </a:lnTo>
                <a:lnTo>
                  <a:pt x="1201226" y="462416"/>
                </a:lnTo>
                <a:close/>
                <a:moveTo>
                  <a:pt x="1243355" y="362326"/>
                </a:moveTo>
                <a:lnTo>
                  <a:pt x="1243876" y="365194"/>
                </a:lnTo>
                <a:lnTo>
                  <a:pt x="1244688" y="363642"/>
                </a:lnTo>
                <a:close/>
                <a:moveTo>
                  <a:pt x="1216672" y="421355"/>
                </a:moveTo>
                <a:lnTo>
                  <a:pt x="1219475" y="429873"/>
                </a:lnTo>
                <a:lnTo>
                  <a:pt x="1220045" y="428158"/>
                </a:lnTo>
                <a:lnTo>
                  <a:pt x="1218796" y="426150"/>
                </a:lnTo>
                <a:lnTo>
                  <a:pt x="1219253" y="426316"/>
                </a:lnTo>
                <a:lnTo>
                  <a:pt x="1220168" y="427787"/>
                </a:lnTo>
                <a:lnTo>
                  <a:pt x="1220920" y="425525"/>
                </a:lnTo>
                <a:lnTo>
                  <a:pt x="1218911" y="419648"/>
                </a:lnTo>
                <a:close/>
                <a:moveTo>
                  <a:pt x="1223638" y="405375"/>
                </a:moveTo>
                <a:lnTo>
                  <a:pt x="1224358" y="407301"/>
                </a:lnTo>
                <a:lnTo>
                  <a:pt x="1225279" y="408563"/>
                </a:lnTo>
                <a:close/>
                <a:moveTo>
                  <a:pt x="1186427" y="488546"/>
                </a:moveTo>
                <a:lnTo>
                  <a:pt x="1186841" y="490146"/>
                </a:lnTo>
                <a:lnTo>
                  <a:pt x="1187023" y="489861"/>
                </a:lnTo>
                <a:close/>
                <a:moveTo>
                  <a:pt x="521766" y="1976648"/>
                </a:moveTo>
                <a:lnTo>
                  <a:pt x="527829" y="1976863"/>
                </a:lnTo>
                <a:lnTo>
                  <a:pt x="527795" y="1975953"/>
                </a:lnTo>
                <a:lnTo>
                  <a:pt x="526657" y="1976092"/>
                </a:lnTo>
                <a:lnTo>
                  <a:pt x="526457" y="1975970"/>
                </a:lnTo>
                <a:lnTo>
                  <a:pt x="527790" y="1975806"/>
                </a:lnTo>
                <a:lnTo>
                  <a:pt x="527783" y="1975635"/>
                </a:lnTo>
                <a:lnTo>
                  <a:pt x="523433" y="1973753"/>
                </a:lnTo>
                <a:close/>
                <a:moveTo>
                  <a:pt x="521411" y="1977263"/>
                </a:moveTo>
                <a:lnTo>
                  <a:pt x="527868" y="1977884"/>
                </a:lnTo>
                <a:lnTo>
                  <a:pt x="527839" y="1977113"/>
                </a:lnTo>
                <a:lnTo>
                  <a:pt x="521624" y="1976894"/>
                </a:lnTo>
                <a:close/>
                <a:moveTo>
                  <a:pt x="1195144" y="468633"/>
                </a:moveTo>
                <a:lnTo>
                  <a:pt x="1196501" y="470264"/>
                </a:lnTo>
                <a:lnTo>
                  <a:pt x="1196507" y="470256"/>
                </a:lnTo>
                <a:lnTo>
                  <a:pt x="1196458" y="469967"/>
                </a:lnTo>
                <a:close/>
                <a:moveTo>
                  <a:pt x="1249307" y="346937"/>
                </a:moveTo>
                <a:lnTo>
                  <a:pt x="1251029" y="351538"/>
                </a:lnTo>
                <a:lnTo>
                  <a:pt x="1265065" y="324745"/>
                </a:lnTo>
                <a:lnTo>
                  <a:pt x="1255891" y="337511"/>
                </a:lnTo>
                <a:close/>
                <a:moveTo>
                  <a:pt x="1248515" y="348070"/>
                </a:moveTo>
                <a:lnTo>
                  <a:pt x="1249532" y="350102"/>
                </a:lnTo>
                <a:lnTo>
                  <a:pt x="1248683" y="347830"/>
                </a:lnTo>
                <a:close/>
                <a:moveTo>
                  <a:pt x="531224" y="1953949"/>
                </a:moveTo>
                <a:lnTo>
                  <a:pt x="534485" y="1954232"/>
                </a:lnTo>
                <a:lnTo>
                  <a:pt x="534650" y="1953944"/>
                </a:lnTo>
                <a:close/>
                <a:moveTo>
                  <a:pt x="527670" y="1961741"/>
                </a:moveTo>
                <a:lnTo>
                  <a:pt x="527769" y="1965888"/>
                </a:lnTo>
                <a:lnTo>
                  <a:pt x="530111" y="1961823"/>
                </a:lnTo>
                <a:close/>
                <a:moveTo>
                  <a:pt x="514967" y="1989910"/>
                </a:moveTo>
                <a:lnTo>
                  <a:pt x="515348" y="1992787"/>
                </a:lnTo>
                <a:lnTo>
                  <a:pt x="515618" y="1992808"/>
                </a:lnTo>
                <a:lnTo>
                  <a:pt x="518881" y="1991562"/>
                </a:lnTo>
                <a:lnTo>
                  <a:pt x="517975" y="1989009"/>
                </a:lnTo>
                <a:close/>
                <a:moveTo>
                  <a:pt x="1195946" y="464734"/>
                </a:moveTo>
                <a:lnTo>
                  <a:pt x="1196657" y="468889"/>
                </a:lnTo>
                <a:lnTo>
                  <a:pt x="1197298" y="469540"/>
                </a:lnTo>
                <a:lnTo>
                  <a:pt x="1198167" y="468753"/>
                </a:lnTo>
                <a:lnTo>
                  <a:pt x="1199075" y="467996"/>
                </a:lnTo>
                <a:lnTo>
                  <a:pt x="1197038" y="465517"/>
                </a:lnTo>
                <a:close/>
                <a:moveTo>
                  <a:pt x="1190325" y="477270"/>
                </a:moveTo>
                <a:lnTo>
                  <a:pt x="1190971" y="478430"/>
                </a:lnTo>
                <a:lnTo>
                  <a:pt x="1194642" y="474336"/>
                </a:lnTo>
                <a:lnTo>
                  <a:pt x="1195009" y="474271"/>
                </a:lnTo>
                <a:lnTo>
                  <a:pt x="1191089" y="478641"/>
                </a:lnTo>
                <a:lnTo>
                  <a:pt x="1192534" y="481235"/>
                </a:lnTo>
                <a:lnTo>
                  <a:pt x="1197149" y="474012"/>
                </a:lnTo>
                <a:lnTo>
                  <a:pt x="1196788" y="471903"/>
                </a:lnTo>
                <a:lnTo>
                  <a:pt x="1196561" y="471628"/>
                </a:lnTo>
                <a:close/>
                <a:moveTo>
                  <a:pt x="510893" y="1998607"/>
                </a:moveTo>
                <a:lnTo>
                  <a:pt x="514176" y="1998869"/>
                </a:lnTo>
                <a:lnTo>
                  <a:pt x="512198" y="1998323"/>
                </a:lnTo>
                <a:close/>
                <a:moveTo>
                  <a:pt x="516979" y="1984713"/>
                </a:moveTo>
                <a:lnTo>
                  <a:pt x="517991" y="1987565"/>
                </a:lnTo>
                <a:lnTo>
                  <a:pt x="524265" y="1985683"/>
                </a:lnTo>
                <a:lnTo>
                  <a:pt x="522427" y="1985049"/>
                </a:lnTo>
                <a:close/>
                <a:moveTo>
                  <a:pt x="510388" y="1999029"/>
                </a:moveTo>
                <a:lnTo>
                  <a:pt x="515713" y="2000719"/>
                </a:lnTo>
                <a:lnTo>
                  <a:pt x="515544" y="1999440"/>
                </a:lnTo>
                <a:close/>
                <a:moveTo>
                  <a:pt x="1187299" y="482869"/>
                </a:moveTo>
                <a:lnTo>
                  <a:pt x="1189037" y="486708"/>
                </a:lnTo>
                <a:lnTo>
                  <a:pt x="1191649" y="482621"/>
                </a:lnTo>
                <a:lnTo>
                  <a:pt x="1190037" y="479816"/>
                </a:lnTo>
                <a:close/>
                <a:moveTo>
                  <a:pt x="527625" y="1959844"/>
                </a:moveTo>
                <a:lnTo>
                  <a:pt x="527660" y="1961327"/>
                </a:lnTo>
                <a:lnTo>
                  <a:pt x="530365" y="1961382"/>
                </a:lnTo>
                <a:lnTo>
                  <a:pt x="531593" y="1959250"/>
                </a:lnTo>
                <a:close/>
                <a:moveTo>
                  <a:pt x="1228916" y="389334"/>
                </a:moveTo>
                <a:lnTo>
                  <a:pt x="1228987" y="397315"/>
                </a:lnTo>
                <a:lnTo>
                  <a:pt x="1229652" y="399266"/>
                </a:lnTo>
                <a:lnTo>
                  <a:pt x="1234183" y="385638"/>
                </a:lnTo>
                <a:close/>
                <a:moveTo>
                  <a:pt x="1184460" y="488548"/>
                </a:moveTo>
                <a:lnTo>
                  <a:pt x="1184287" y="494144"/>
                </a:lnTo>
                <a:lnTo>
                  <a:pt x="1185476" y="492283"/>
                </a:lnTo>
                <a:close/>
                <a:moveTo>
                  <a:pt x="1184488" y="487621"/>
                </a:moveTo>
                <a:lnTo>
                  <a:pt x="1184486" y="487695"/>
                </a:lnTo>
                <a:lnTo>
                  <a:pt x="1185657" y="492001"/>
                </a:lnTo>
                <a:lnTo>
                  <a:pt x="1185693" y="491944"/>
                </a:lnTo>
                <a:close/>
                <a:moveTo>
                  <a:pt x="475302" y="2075367"/>
                </a:moveTo>
                <a:lnTo>
                  <a:pt x="487487" y="2075219"/>
                </a:lnTo>
                <a:lnTo>
                  <a:pt x="525256" y="2071984"/>
                </a:lnTo>
                <a:lnTo>
                  <a:pt x="524202" y="2064788"/>
                </a:lnTo>
                <a:lnTo>
                  <a:pt x="523952" y="2062904"/>
                </a:lnTo>
                <a:lnTo>
                  <a:pt x="487838" y="2072550"/>
                </a:lnTo>
                <a:close/>
                <a:moveTo>
                  <a:pt x="527580" y="1957982"/>
                </a:moveTo>
                <a:lnTo>
                  <a:pt x="527609" y="1959160"/>
                </a:lnTo>
                <a:lnTo>
                  <a:pt x="532026" y="1958499"/>
                </a:lnTo>
                <a:lnTo>
                  <a:pt x="532071" y="1958422"/>
                </a:lnTo>
                <a:close/>
                <a:moveTo>
                  <a:pt x="1243057" y="355885"/>
                </a:moveTo>
                <a:lnTo>
                  <a:pt x="1246323" y="360522"/>
                </a:lnTo>
                <a:lnTo>
                  <a:pt x="1248095" y="357137"/>
                </a:lnTo>
                <a:lnTo>
                  <a:pt x="1246820" y="351146"/>
                </a:lnTo>
                <a:lnTo>
                  <a:pt x="1247098" y="351375"/>
                </a:lnTo>
                <a:lnTo>
                  <a:pt x="1248258" y="356826"/>
                </a:lnTo>
                <a:lnTo>
                  <a:pt x="1250341" y="352851"/>
                </a:lnTo>
                <a:lnTo>
                  <a:pt x="1249477" y="350864"/>
                </a:lnTo>
                <a:lnTo>
                  <a:pt x="1248259" y="348437"/>
                </a:lnTo>
                <a:close/>
                <a:moveTo>
                  <a:pt x="1162064" y="536985"/>
                </a:moveTo>
                <a:lnTo>
                  <a:pt x="1162716" y="537790"/>
                </a:lnTo>
                <a:lnTo>
                  <a:pt x="1162821" y="537546"/>
                </a:lnTo>
                <a:close/>
                <a:moveTo>
                  <a:pt x="509912" y="1997052"/>
                </a:moveTo>
                <a:lnTo>
                  <a:pt x="511865" y="1997590"/>
                </a:lnTo>
                <a:lnTo>
                  <a:pt x="515187" y="1997103"/>
                </a:lnTo>
                <a:lnTo>
                  <a:pt x="515233" y="1997093"/>
                </a:lnTo>
                <a:lnTo>
                  <a:pt x="515003" y="1995356"/>
                </a:lnTo>
                <a:close/>
                <a:moveTo>
                  <a:pt x="1242366" y="356874"/>
                </a:moveTo>
                <a:lnTo>
                  <a:pt x="1243077" y="360790"/>
                </a:lnTo>
                <a:lnTo>
                  <a:pt x="1245123" y="362812"/>
                </a:lnTo>
                <a:lnTo>
                  <a:pt x="1246023" y="361094"/>
                </a:lnTo>
                <a:lnTo>
                  <a:pt x="1242754" y="356318"/>
                </a:lnTo>
                <a:close/>
                <a:moveTo>
                  <a:pt x="1184540" y="485947"/>
                </a:moveTo>
                <a:lnTo>
                  <a:pt x="1184517" y="486663"/>
                </a:lnTo>
                <a:lnTo>
                  <a:pt x="1185520" y="489980"/>
                </a:lnTo>
                <a:lnTo>
                  <a:pt x="1185954" y="491536"/>
                </a:lnTo>
                <a:lnTo>
                  <a:pt x="1186414" y="490814"/>
                </a:lnTo>
                <a:lnTo>
                  <a:pt x="1185308" y="486244"/>
                </a:lnTo>
                <a:lnTo>
                  <a:pt x="1184925" y="485516"/>
                </a:lnTo>
                <a:close/>
                <a:moveTo>
                  <a:pt x="1172785" y="512171"/>
                </a:moveTo>
                <a:lnTo>
                  <a:pt x="1172883" y="512473"/>
                </a:lnTo>
                <a:lnTo>
                  <a:pt x="1172873" y="512287"/>
                </a:lnTo>
                <a:close/>
                <a:moveTo>
                  <a:pt x="1184755" y="485193"/>
                </a:moveTo>
                <a:lnTo>
                  <a:pt x="1184670" y="485457"/>
                </a:lnTo>
                <a:lnTo>
                  <a:pt x="1184811" y="485300"/>
                </a:lnTo>
                <a:close/>
                <a:moveTo>
                  <a:pt x="516171" y="1982137"/>
                </a:moveTo>
                <a:lnTo>
                  <a:pt x="516831" y="1982365"/>
                </a:lnTo>
                <a:lnTo>
                  <a:pt x="519357" y="1982521"/>
                </a:lnTo>
                <a:lnTo>
                  <a:pt x="522143" y="1981151"/>
                </a:lnTo>
                <a:close/>
                <a:moveTo>
                  <a:pt x="1163498" y="532571"/>
                </a:moveTo>
                <a:lnTo>
                  <a:pt x="1163442" y="532727"/>
                </a:lnTo>
                <a:lnTo>
                  <a:pt x="1164133" y="533240"/>
                </a:lnTo>
                <a:close/>
                <a:moveTo>
                  <a:pt x="1211265" y="425481"/>
                </a:moveTo>
                <a:lnTo>
                  <a:pt x="1218256" y="433540"/>
                </a:lnTo>
                <a:lnTo>
                  <a:pt x="1218931" y="431508"/>
                </a:lnTo>
                <a:lnTo>
                  <a:pt x="1215807" y="422016"/>
                </a:lnTo>
                <a:close/>
                <a:moveTo>
                  <a:pt x="1241037" y="358777"/>
                </a:moveTo>
                <a:lnTo>
                  <a:pt x="1242859" y="360576"/>
                </a:lnTo>
                <a:lnTo>
                  <a:pt x="1242224" y="357077"/>
                </a:lnTo>
                <a:close/>
                <a:moveTo>
                  <a:pt x="1226562" y="390984"/>
                </a:moveTo>
                <a:lnTo>
                  <a:pt x="1228081" y="399355"/>
                </a:lnTo>
                <a:lnTo>
                  <a:pt x="1228344" y="399807"/>
                </a:lnTo>
                <a:lnTo>
                  <a:pt x="1228446" y="396521"/>
                </a:lnTo>
                <a:lnTo>
                  <a:pt x="1228355" y="396248"/>
                </a:lnTo>
                <a:lnTo>
                  <a:pt x="1228453" y="396302"/>
                </a:lnTo>
                <a:lnTo>
                  <a:pt x="1228558" y="392965"/>
                </a:lnTo>
                <a:lnTo>
                  <a:pt x="1228530" y="389604"/>
                </a:lnTo>
                <a:close/>
                <a:moveTo>
                  <a:pt x="1186429" y="480795"/>
                </a:moveTo>
                <a:lnTo>
                  <a:pt x="1186533" y="481176"/>
                </a:lnTo>
                <a:lnTo>
                  <a:pt x="1187196" y="482641"/>
                </a:lnTo>
                <a:lnTo>
                  <a:pt x="1189915" y="479607"/>
                </a:lnTo>
                <a:lnTo>
                  <a:pt x="1189171" y="478314"/>
                </a:lnTo>
                <a:close/>
                <a:moveTo>
                  <a:pt x="514379" y="1985471"/>
                </a:moveTo>
                <a:lnTo>
                  <a:pt x="514784" y="1988527"/>
                </a:lnTo>
                <a:lnTo>
                  <a:pt x="517513" y="1987708"/>
                </a:lnTo>
                <a:lnTo>
                  <a:pt x="516439" y="1984680"/>
                </a:lnTo>
                <a:lnTo>
                  <a:pt x="516091" y="1984659"/>
                </a:lnTo>
                <a:close/>
                <a:moveTo>
                  <a:pt x="1166735" y="524658"/>
                </a:moveTo>
                <a:lnTo>
                  <a:pt x="1167273" y="526273"/>
                </a:lnTo>
                <a:lnTo>
                  <a:pt x="1167561" y="526550"/>
                </a:lnTo>
                <a:lnTo>
                  <a:pt x="1167732" y="526154"/>
                </a:lnTo>
                <a:close/>
                <a:moveTo>
                  <a:pt x="1195264" y="460741"/>
                </a:moveTo>
                <a:lnTo>
                  <a:pt x="1195588" y="462637"/>
                </a:lnTo>
                <a:lnTo>
                  <a:pt x="1195757" y="462838"/>
                </a:lnTo>
                <a:lnTo>
                  <a:pt x="1197557" y="465066"/>
                </a:lnTo>
                <a:lnTo>
                  <a:pt x="1198542" y="465770"/>
                </a:lnTo>
                <a:lnTo>
                  <a:pt x="1197431" y="463318"/>
                </a:lnTo>
                <a:close/>
                <a:moveTo>
                  <a:pt x="1167633" y="522595"/>
                </a:moveTo>
                <a:lnTo>
                  <a:pt x="1168388" y="524630"/>
                </a:lnTo>
                <a:lnTo>
                  <a:pt x="1168904" y="523432"/>
                </a:lnTo>
                <a:lnTo>
                  <a:pt x="1168933" y="523163"/>
                </a:lnTo>
                <a:lnTo>
                  <a:pt x="1168288" y="521256"/>
                </a:lnTo>
                <a:close/>
                <a:moveTo>
                  <a:pt x="1240319" y="359805"/>
                </a:moveTo>
                <a:lnTo>
                  <a:pt x="1243181" y="366519"/>
                </a:lnTo>
                <a:lnTo>
                  <a:pt x="1243698" y="365533"/>
                </a:lnTo>
                <a:lnTo>
                  <a:pt x="1243122" y="362095"/>
                </a:lnTo>
                <a:lnTo>
                  <a:pt x="1240516" y="359524"/>
                </a:lnTo>
                <a:close/>
                <a:moveTo>
                  <a:pt x="1169803" y="517688"/>
                </a:moveTo>
                <a:lnTo>
                  <a:pt x="1169560" y="519952"/>
                </a:lnTo>
                <a:lnTo>
                  <a:pt x="1170059" y="520753"/>
                </a:lnTo>
                <a:lnTo>
                  <a:pt x="1171006" y="518557"/>
                </a:lnTo>
                <a:close/>
                <a:moveTo>
                  <a:pt x="1166966" y="523960"/>
                </a:moveTo>
                <a:lnTo>
                  <a:pt x="1167120" y="524089"/>
                </a:lnTo>
                <a:lnTo>
                  <a:pt x="1166991" y="523910"/>
                </a:lnTo>
                <a:close/>
                <a:moveTo>
                  <a:pt x="514315" y="1984992"/>
                </a:moveTo>
                <a:lnTo>
                  <a:pt x="514316" y="1985000"/>
                </a:lnTo>
                <a:lnTo>
                  <a:pt x="514345" y="1984986"/>
                </a:lnTo>
                <a:close/>
                <a:moveTo>
                  <a:pt x="1242089" y="355346"/>
                </a:moveTo>
                <a:lnTo>
                  <a:pt x="1242285" y="356425"/>
                </a:lnTo>
                <a:lnTo>
                  <a:pt x="1242558" y="356033"/>
                </a:lnTo>
                <a:close/>
                <a:moveTo>
                  <a:pt x="1166741" y="523567"/>
                </a:moveTo>
                <a:lnTo>
                  <a:pt x="1166685" y="523722"/>
                </a:lnTo>
                <a:lnTo>
                  <a:pt x="1166861" y="523870"/>
                </a:lnTo>
                <a:lnTo>
                  <a:pt x="1166902" y="523788"/>
                </a:lnTo>
                <a:close/>
                <a:moveTo>
                  <a:pt x="1166930" y="523045"/>
                </a:moveTo>
                <a:lnTo>
                  <a:pt x="1166883" y="523174"/>
                </a:lnTo>
                <a:lnTo>
                  <a:pt x="1167074" y="523436"/>
                </a:lnTo>
                <a:lnTo>
                  <a:pt x="1166973" y="523128"/>
                </a:lnTo>
                <a:close/>
                <a:moveTo>
                  <a:pt x="1239971" y="358987"/>
                </a:moveTo>
                <a:lnTo>
                  <a:pt x="1240170" y="359453"/>
                </a:lnTo>
                <a:lnTo>
                  <a:pt x="1240281" y="359293"/>
                </a:lnTo>
                <a:close/>
                <a:moveTo>
                  <a:pt x="1187769" y="475874"/>
                </a:moveTo>
                <a:lnTo>
                  <a:pt x="1186722" y="479109"/>
                </a:lnTo>
                <a:lnTo>
                  <a:pt x="1188635" y="477379"/>
                </a:lnTo>
                <a:close/>
                <a:moveTo>
                  <a:pt x="1167886" y="520387"/>
                </a:moveTo>
                <a:lnTo>
                  <a:pt x="1167358" y="521853"/>
                </a:lnTo>
                <a:lnTo>
                  <a:pt x="1167569" y="522422"/>
                </a:lnTo>
                <a:lnTo>
                  <a:pt x="1168218" y="521094"/>
                </a:lnTo>
                <a:close/>
                <a:moveTo>
                  <a:pt x="515590" y="1980799"/>
                </a:moveTo>
                <a:lnTo>
                  <a:pt x="515931" y="1981757"/>
                </a:lnTo>
                <a:lnTo>
                  <a:pt x="520852" y="1980945"/>
                </a:lnTo>
                <a:close/>
                <a:moveTo>
                  <a:pt x="513168" y="1986047"/>
                </a:moveTo>
                <a:lnTo>
                  <a:pt x="513949" y="1988777"/>
                </a:lnTo>
                <a:lnTo>
                  <a:pt x="514124" y="1988724"/>
                </a:lnTo>
                <a:lnTo>
                  <a:pt x="513734" y="1985778"/>
                </a:lnTo>
                <a:close/>
                <a:moveTo>
                  <a:pt x="1194993" y="459158"/>
                </a:moveTo>
                <a:lnTo>
                  <a:pt x="1195181" y="460255"/>
                </a:lnTo>
                <a:lnTo>
                  <a:pt x="1197051" y="462478"/>
                </a:lnTo>
                <a:lnTo>
                  <a:pt x="1196990" y="462344"/>
                </a:lnTo>
                <a:close/>
                <a:moveTo>
                  <a:pt x="1169053" y="517147"/>
                </a:moveTo>
                <a:lnTo>
                  <a:pt x="1168676" y="518195"/>
                </a:lnTo>
                <a:lnTo>
                  <a:pt x="1168926" y="518933"/>
                </a:lnTo>
                <a:lnTo>
                  <a:pt x="1169320" y="519565"/>
                </a:lnTo>
                <a:lnTo>
                  <a:pt x="1169542" y="517498"/>
                </a:lnTo>
                <a:close/>
                <a:moveTo>
                  <a:pt x="1169647" y="515499"/>
                </a:moveTo>
                <a:lnTo>
                  <a:pt x="1169597" y="515636"/>
                </a:lnTo>
                <a:lnTo>
                  <a:pt x="1169733" y="515724"/>
                </a:lnTo>
                <a:lnTo>
                  <a:pt x="1169738" y="515673"/>
                </a:lnTo>
                <a:close/>
                <a:moveTo>
                  <a:pt x="1236928" y="364660"/>
                </a:moveTo>
                <a:lnTo>
                  <a:pt x="1240497" y="371644"/>
                </a:lnTo>
                <a:lnTo>
                  <a:pt x="1242354" y="368097"/>
                </a:lnTo>
                <a:lnTo>
                  <a:pt x="1239388" y="361137"/>
                </a:lnTo>
                <a:close/>
                <a:moveTo>
                  <a:pt x="527463" y="1953088"/>
                </a:moveTo>
                <a:lnTo>
                  <a:pt x="527467" y="1953234"/>
                </a:lnTo>
                <a:lnTo>
                  <a:pt x="530589" y="1953229"/>
                </a:lnTo>
                <a:close/>
                <a:moveTo>
                  <a:pt x="512951" y="1985292"/>
                </a:moveTo>
                <a:lnTo>
                  <a:pt x="513047" y="1985624"/>
                </a:lnTo>
                <a:lnTo>
                  <a:pt x="513672" y="1985317"/>
                </a:lnTo>
                <a:lnTo>
                  <a:pt x="513649" y="1985138"/>
                </a:lnTo>
                <a:close/>
                <a:moveTo>
                  <a:pt x="1224171" y="392663"/>
                </a:moveTo>
                <a:lnTo>
                  <a:pt x="1227635" y="398596"/>
                </a:lnTo>
                <a:lnTo>
                  <a:pt x="1226289" y="391177"/>
                </a:lnTo>
                <a:close/>
                <a:moveTo>
                  <a:pt x="1171468" y="510445"/>
                </a:moveTo>
                <a:lnTo>
                  <a:pt x="1171306" y="510892"/>
                </a:lnTo>
                <a:lnTo>
                  <a:pt x="1172652" y="513784"/>
                </a:lnTo>
                <a:lnTo>
                  <a:pt x="1171646" y="510680"/>
                </a:lnTo>
                <a:close/>
                <a:moveTo>
                  <a:pt x="519920" y="1969361"/>
                </a:moveTo>
                <a:lnTo>
                  <a:pt x="520976" y="1969815"/>
                </a:lnTo>
                <a:lnTo>
                  <a:pt x="523324" y="1969288"/>
                </a:lnTo>
                <a:close/>
                <a:moveTo>
                  <a:pt x="507105" y="1997987"/>
                </a:moveTo>
                <a:lnTo>
                  <a:pt x="507753" y="1998193"/>
                </a:lnTo>
                <a:lnTo>
                  <a:pt x="510347" y="1997813"/>
                </a:lnTo>
                <a:lnTo>
                  <a:pt x="508859" y="1997402"/>
                </a:lnTo>
                <a:close/>
                <a:moveTo>
                  <a:pt x="1235688" y="366435"/>
                </a:moveTo>
                <a:lnTo>
                  <a:pt x="1240075" y="372448"/>
                </a:lnTo>
                <a:lnTo>
                  <a:pt x="1240398" y="371832"/>
                </a:lnTo>
                <a:lnTo>
                  <a:pt x="1236815" y="364821"/>
                </a:lnTo>
                <a:close/>
                <a:moveTo>
                  <a:pt x="1172618" y="507248"/>
                </a:moveTo>
                <a:lnTo>
                  <a:pt x="1171867" y="509336"/>
                </a:lnTo>
                <a:lnTo>
                  <a:pt x="1171908" y="509465"/>
                </a:lnTo>
                <a:lnTo>
                  <a:pt x="1172789" y="510618"/>
                </a:lnTo>
                <a:close/>
                <a:moveTo>
                  <a:pt x="1191218" y="465206"/>
                </a:moveTo>
                <a:lnTo>
                  <a:pt x="1188422" y="473853"/>
                </a:lnTo>
                <a:lnTo>
                  <a:pt x="1189799" y="476325"/>
                </a:lnTo>
                <a:lnTo>
                  <a:pt x="1195886" y="470817"/>
                </a:lnTo>
                <a:close/>
                <a:moveTo>
                  <a:pt x="527426" y="1951512"/>
                </a:moveTo>
                <a:lnTo>
                  <a:pt x="527447" y="1952424"/>
                </a:lnTo>
                <a:lnTo>
                  <a:pt x="535321" y="1952781"/>
                </a:lnTo>
                <a:lnTo>
                  <a:pt x="536882" y="1950071"/>
                </a:lnTo>
                <a:lnTo>
                  <a:pt x="534843" y="1949166"/>
                </a:lnTo>
                <a:close/>
                <a:moveTo>
                  <a:pt x="512710" y="1984450"/>
                </a:moveTo>
                <a:lnTo>
                  <a:pt x="512780" y="1984694"/>
                </a:lnTo>
                <a:lnTo>
                  <a:pt x="513567" y="1984522"/>
                </a:lnTo>
                <a:lnTo>
                  <a:pt x="513564" y="1984503"/>
                </a:lnTo>
                <a:close/>
                <a:moveTo>
                  <a:pt x="1173548" y="504669"/>
                </a:moveTo>
                <a:lnTo>
                  <a:pt x="1173364" y="505179"/>
                </a:lnTo>
                <a:lnTo>
                  <a:pt x="1173413" y="506165"/>
                </a:lnTo>
                <a:lnTo>
                  <a:pt x="1173498" y="506271"/>
                </a:lnTo>
                <a:close/>
                <a:moveTo>
                  <a:pt x="1192230" y="462075"/>
                </a:moveTo>
                <a:lnTo>
                  <a:pt x="1191665" y="463823"/>
                </a:lnTo>
                <a:lnTo>
                  <a:pt x="1196193" y="468419"/>
                </a:lnTo>
                <a:lnTo>
                  <a:pt x="1195510" y="464422"/>
                </a:lnTo>
                <a:close/>
                <a:moveTo>
                  <a:pt x="1192790" y="460345"/>
                </a:moveTo>
                <a:lnTo>
                  <a:pt x="1192447" y="461405"/>
                </a:lnTo>
                <a:lnTo>
                  <a:pt x="1195350" y="463484"/>
                </a:lnTo>
                <a:lnTo>
                  <a:pt x="1195345" y="463455"/>
                </a:lnTo>
                <a:close/>
                <a:moveTo>
                  <a:pt x="513753" y="1980748"/>
                </a:moveTo>
                <a:lnTo>
                  <a:pt x="513830" y="1981330"/>
                </a:lnTo>
                <a:lnTo>
                  <a:pt x="515348" y="1981853"/>
                </a:lnTo>
                <a:lnTo>
                  <a:pt x="515430" y="1981840"/>
                </a:lnTo>
                <a:lnTo>
                  <a:pt x="515056" y="1980784"/>
                </a:lnTo>
                <a:close/>
                <a:moveTo>
                  <a:pt x="527393" y="1950148"/>
                </a:moveTo>
                <a:lnTo>
                  <a:pt x="527412" y="1950955"/>
                </a:lnTo>
                <a:lnTo>
                  <a:pt x="533116" y="1949151"/>
                </a:lnTo>
                <a:close/>
                <a:moveTo>
                  <a:pt x="1222348" y="393942"/>
                </a:moveTo>
                <a:lnTo>
                  <a:pt x="1226691" y="398229"/>
                </a:lnTo>
                <a:lnTo>
                  <a:pt x="1223719" y="392979"/>
                </a:lnTo>
                <a:close/>
                <a:moveTo>
                  <a:pt x="531006" y="1941759"/>
                </a:moveTo>
                <a:lnTo>
                  <a:pt x="537968" y="1943585"/>
                </a:lnTo>
                <a:lnTo>
                  <a:pt x="540797" y="1942733"/>
                </a:lnTo>
                <a:lnTo>
                  <a:pt x="541863" y="1938436"/>
                </a:lnTo>
                <a:lnTo>
                  <a:pt x="538300" y="1938205"/>
                </a:lnTo>
                <a:close/>
                <a:moveTo>
                  <a:pt x="1193385" y="458508"/>
                </a:moveTo>
                <a:lnTo>
                  <a:pt x="1193035" y="459591"/>
                </a:lnTo>
                <a:lnTo>
                  <a:pt x="1195107" y="462064"/>
                </a:lnTo>
                <a:lnTo>
                  <a:pt x="1194783" y="460170"/>
                </a:lnTo>
                <a:close/>
                <a:moveTo>
                  <a:pt x="1246440" y="339426"/>
                </a:moveTo>
                <a:lnTo>
                  <a:pt x="1247913" y="343210"/>
                </a:lnTo>
                <a:lnTo>
                  <a:pt x="1249181" y="346597"/>
                </a:lnTo>
                <a:lnTo>
                  <a:pt x="1265130" y="324404"/>
                </a:lnTo>
                <a:lnTo>
                  <a:pt x="1265263" y="324367"/>
                </a:lnTo>
                <a:lnTo>
                  <a:pt x="1266116" y="322737"/>
                </a:lnTo>
                <a:lnTo>
                  <a:pt x="1263788" y="319545"/>
                </a:lnTo>
                <a:close/>
                <a:moveTo>
                  <a:pt x="1193793" y="457244"/>
                </a:moveTo>
                <a:lnTo>
                  <a:pt x="1193475" y="458228"/>
                </a:lnTo>
                <a:lnTo>
                  <a:pt x="1194701" y="459685"/>
                </a:lnTo>
                <a:lnTo>
                  <a:pt x="1194467" y="458321"/>
                </a:lnTo>
                <a:close/>
                <a:moveTo>
                  <a:pt x="515219" y="1976667"/>
                </a:moveTo>
                <a:lnTo>
                  <a:pt x="521408" y="1977262"/>
                </a:lnTo>
                <a:lnTo>
                  <a:pt x="521352" y="1977027"/>
                </a:lnTo>
                <a:lnTo>
                  <a:pt x="521433" y="1976887"/>
                </a:lnTo>
                <a:close/>
                <a:moveTo>
                  <a:pt x="1231726" y="372109"/>
                </a:moveTo>
                <a:lnTo>
                  <a:pt x="1235239" y="382464"/>
                </a:lnTo>
                <a:lnTo>
                  <a:pt x="1235952" y="380320"/>
                </a:lnTo>
                <a:lnTo>
                  <a:pt x="1239818" y="372939"/>
                </a:lnTo>
                <a:lnTo>
                  <a:pt x="1235387" y="366867"/>
                </a:lnTo>
                <a:close/>
                <a:moveTo>
                  <a:pt x="530485" y="1942076"/>
                </a:moveTo>
                <a:lnTo>
                  <a:pt x="535547" y="1944314"/>
                </a:lnTo>
                <a:lnTo>
                  <a:pt x="537162" y="1943828"/>
                </a:lnTo>
                <a:close/>
                <a:moveTo>
                  <a:pt x="1220434" y="396809"/>
                </a:moveTo>
                <a:lnTo>
                  <a:pt x="1222199" y="401528"/>
                </a:lnTo>
                <a:lnTo>
                  <a:pt x="1226270" y="409435"/>
                </a:lnTo>
                <a:lnTo>
                  <a:pt x="1227187" y="406679"/>
                </a:lnTo>
                <a:close/>
                <a:moveTo>
                  <a:pt x="1205288" y="430041"/>
                </a:moveTo>
                <a:lnTo>
                  <a:pt x="1208755" y="439702"/>
                </a:lnTo>
                <a:lnTo>
                  <a:pt x="1212258" y="443616"/>
                </a:lnTo>
                <a:lnTo>
                  <a:pt x="1214227" y="445879"/>
                </a:lnTo>
                <a:lnTo>
                  <a:pt x="1214309" y="445409"/>
                </a:lnTo>
                <a:lnTo>
                  <a:pt x="1218031" y="434215"/>
                </a:lnTo>
                <a:lnTo>
                  <a:pt x="1210778" y="425853"/>
                </a:lnTo>
                <a:close/>
                <a:moveTo>
                  <a:pt x="1245007" y="341067"/>
                </a:moveTo>
                <a:lnTo>
                  <a:pt x="1248354" y="347748"/>
                </a:lnTo>
                <a:lnTo>
                  <a:pt x="1248550" y="347475"/>
                </a:lnTo>
                <a:lnTo>
                  <a:pt x="1245809" y="340149"/>
                </a:lnTo>
                <a:close/>
                <a:moveTo>
                  <a:pt x="1195742" y="451294"/>
                </a:moveTo>
                <a:lnTo>
                  <a:pt x="1195308" y="452595"/>
                </a:lnTo>
                <a:lnTo>
                  <a:pt x="1198531" y="455376"/>
                </a:lnTo>
                <a:close/>
                <a:moveTo>
                  <a:pt x="514248" y="1977017"/>
                </a:moveTo>
                <a:lnTo>
                  <a:pt x="515410" y="1980293"/>
                </a:lnTo>
                <a:lnTo>
                  <a:pt x="523435" y="1980515"/>
                </a:lnTo>
                <a:lnTo>
                  <a:pt x="527834" y="1978351"/>
                </a:lnTo>
                <a:close/>
                <a:moveTo>
                  <a:pt x="507428" y="1992170"/>
                </a:moveTo>
                <a:lnTo>
                  <a:pt x="514324" y="1992707"/>
                </a:lnTo>
                <a:lnTo>
                  <a:pt x="513637" y="1990309"/>
                </a:lnTo>
                <a:close/>
                <a:moveTo>
                  <a:pt x="1274846" y="273719"/>
                </a:moveTo>
                <a:lnTo>
                  <a:pt x="1275550" y="305526"/>
                </a:lnTo>
                <a:lnTo>
                  <a:pt x="1281133" y="299299"/>
                </a:lnTo>
                <a:lnTo>
                  <a:pt x="1286223" y="291898"/>
                </a:lnTo>
                <a:lnTo>
                  <a:pt x="1276243" y="271977"/>
                </a:lnTo>
                <a:close/>
                <a:moveTo>
                  <a:pt x="1213349" y="411261"/>
                </a:moveTo>
                <a:lnTo>
                  <a:pt x="1216221" y="419987"/>
                </a:lnTo>
                <a:lnTo>
                  <a:pt x="1218483" y="418400"/>
                </a:lnTo>
                <a:lnTo>
                  <a:pt x="1218422" y="418222"/>
                </a:lnTo>
                <a:close/>
                <a:moveTo>
                  <a:pt x="1220278" y="395395"/>
                </a:moveTo>
                <a:lnTo>
                  <a:pt x="1227453" y="405878"/>
                </a:lnTo>
                <a:lnTo>
                  <a:pt x="1228227" y="403552"/>
                </a:lnTo>
                <a:lnTo>
                  <a:pt x="1228272" y="402101"/>
                </a:lnTo>
                <a:lnTo>
                  <a:pt x="1228120" y="401265"/>
                </a:lnTo>
                <a:lnTo>
                  <a:pt x="1221698" y="394399"/>
                </a:lnTo>
                <a:close/>
                <a:moveTo>
                  <a:pt x="1228803" y="376291"/>
                </a:moveTo>
                <a:lnTo>
                  <a:pt x="1228912" y="388656"/>
                </a:lnTo>
                <a:lnTo>
                  <a:pt x="1234479" y="384750"/>
                </a:lnTo>
                <a:lnTo>
                  <a:pt x="1235042" y="383057"/>
                </a:lnTo>
                <a:lnTo>
                  <a:pt x="1231458" y="372492"/>
                </a:lnTo>
                <a:close/>
                <a:moveTo>
                  <a:pt x="524909" y="1952308"/>
                </a:moveTo>
                <a:lnTo>
                  <a:pt x="526907" y="1952399"/>
                </a:lnTo>
                <a:lnTo>
                  <a:pt x="526880" y="1951684"/>
                </a:lnTo>
                <a:close/>
                <a:moveTo>
                  <a:pt x="511855" y="1981404"/>
                </a:moveTo>
                <a:lnTo>
                  <a:pt x="511949" y="1981788"/>
                </a:lnTo>
                <a:lnTo>
                  <a:pt x="512029" y="1982068"/>
                </a:lnTo>
                <a:lnTo>
                  <a:pt x="513252" y="1982143"/>
                </a:lnTo>
                <a:lnTo>
                  <a:pt x="513216" y="1981873"/>
                </a:lnTo>
                <a:close/>
                <a:moveTo>
                  <a:pt x="1193412" y="455105"/>
                </a:moveTo>
                <a:lnTo>
                  <a:pt x="1193909" y="455828"/>
                </a:lnTo>
                <a:lnTo>
                  <a:pt x="1193966" y="455661"/>
                </a:lnTo>
                <a:lnTo>
                  <a:pt x="1193906" y="455530"/>
                </a:lnTo>
                <a:close/>
                <a:moveTo>
                  <a:pt x="512002" y="1980700"/>
                </a:moveTo>
                <a:lnTo>
                  <a:pt x="513112" y="1981082"/>
                </a:lnTo>
                <a:lnTo>
                  <a:pt x="513065" y="1980729"/>
                </a:lnTo>
                <a:close/>
                <a:moveTo>
                  <a:pt x="1197900" y="444840"/>
                </a:moveTo>
                <a:lnTo>
                  <a:pt x="1195903" y="450814"/>
                </a:lnTo>
                <a:lnTo>
                  <a:pt x="1199131" y="455538"/>
                </a:lnTo>
                <a:lnTo>
                  <a:pt x="1198064" y="452036"/>
                </a:lnTo>
                <a:lnTo>
                  <a:pt x="1198309" y="452208"/>
                </a:lnTo>
                <a:lnTo>
                  <a:pt x="1199479" y="456047"/>
                </a:lnTo>
                <a:lnTo>
                  <a:pt x="1199723" y="456403"/>
                </a:lnTo>
                <a:lnTo>
                  <a:pt x="1205350" y="461257"/>
                </a:lnTo>
                <a:lnTo>
                  <a:pt x="1204892" y="460139"/>
                </a:lnTo>
                <a:close/>
                <a:moveTo>
                  <a:pt x="1185586" y="472079"/>
                </a:moveTo>
                <a:lnTo>
                  <a:pt x="1184986" y="475501"/>
                </a:lnTo>
                <a:lnTo>
                  <a:pt x="1186039" y="479363"/>
                </a:lnTo>
                <a:lnTo>
                  <a:pt x="1187413" y="475254"/>
                </a:lnTo>
                <a:close/>
                <a:moveTo>
                  <a:pt x="527289" y="1945811"/>
                </a:moveTo>
                <a:lnTo>
                  <a:pt x="527293" y="1945948"/>
                </a:lnTo>
                <a:lnTo>
                  <a:pt x="527659" y="1945975"/>
                </a:lnTo>
                <a:close/>
                <a:moveTo>
                  <a:pt x="1219370" y="396033"/>
                </a:moveTo>
                <a:lnTo>
                  <a:pt x="1219581" y="396442"/>
                </a:lnTo>
                <a:lnTo>
                  <a:pt x="1219416" y="396001"/>
                </a:lnTo>
                <a:close/>
                <a:moveTo>
                  <a:pt x="513334" y="1976928"/>
                </a:moveTo>
                <a:lnTo>
                  <a:pt x="513529" y="1979061"/>
                </a:lnTo>
                <a:lnTo>
                  <a:pt x="513686" y="1980245"/>
                </a:lnTo>
                <a:lnTo>
                  <a:pt x="514876" y="1980278"/>
                </a:lnTo>
                <a:lnTo>
                  <a:pt x="513700" y="1976964"/>
                </a:lnTo>
                <a:close/>
                <a:moveTo>
                  <a:pt x="1199072" y="441338"/>
                </a:moveTo>
                <a:lnTo>
                  <a:pt x="1198143" y="444114"/>
                </a:lnTo>
                <a:lnTo>
                  <a:pt x="1206225" y="461798"/>
                </a:lnTo>
                <a:lnTo>
                  <a:pt x="1211256" y="455538"/>
                </a:lnTo>
                <a:lnTo>
                  <a:pt x="1208039" y="449515"/>
                </a:lnTo>
                <a:lnTo>
                  <a:pt x="1208255" y="449610"/>
                </a:lnTo>
                <a:lnTo>
                  <a:pt x="1211356" y="455413"/>
                </a:lnTo>
                <a:lnTo>
                  <a:pt x="1212889" y="453506"/>
                </a:lnTo>
                <a:lnTo>
                  <a:pt x="1212927" y="453287"/>
                </a:lnTo>
                <a:close/>
                <a:moveTo>
                  <a:pt x="516370" y="1969436"/>
                </a:moveTo>
                <a:lnTo>
                  <a:pt x="518521" y="1970367"/>
                </a:lnTo>
                <a:lnTo>
                  <a:pt x="518847" y="1970294"/>
                </a:lnTo>
                <a:lnTo>
                  <a:pt x="516833" y="1969426"/>
                </a:lnTo>
                <a:close/>
                <a:moveTo>
                  <a:pt x="513211" y="1975585"/>
                </a:moveTo>
                <a:lnTo>
                  <a:pt x="513281" y="1976346"/>
                </a:lnTo>
                <a:lnTo>
                  <a:pt x="513483" y="1976354"/>
                </a:lnTo>
                <a:close/>
                <a:moveTo>
                  <a:pt x="527247" y="1944021"/>
                </a:moveTo>
                <a:lnTo>
                  <a:pt x="527273" y="1945155"/>
                </a:lnTo>
                <a:lnTo>
                  <a:pt x="529334" y="1946071"/>
                </a:lnTo>
                <a:lnTo>
                  <a:pt x="529663" y="1946086"/>
                </a:lnTo>
                <a:lnTo>
                  <a:pt x="531454" y="1945547"/>
                </a:lnTo>
                <a:close/>
                <a:moveTo>
                  <a:pt x="527475" y="1943480"/>
                </a:moveTo>
                <a:lnTo>
                  <a:pt x="532413" y="1945258"/>
                </a:lnTo>
                <a:lnTo>
                  <a:pt x="534581" y="1944605"/>
                </a:lnTo>
                <a:lnTo>
                  <a:pt x="529644" y="1942423"/>
                </a:lnTo>
                <a:close/>
                <a:moveTo>
                  <a:pt x="1224807" y="382015"/>
                </a:moveTo>
                <a:lnTo>
                  <a:pt x="1224959" y="382147"/>
                </a:lnTo>
                <a:lnTo>
                  <a:pt x="1226453" y="390382"/>
                </a:lnTo>
                <a:lnTo>
                  <a:pt x="1228523" y="388930"/>
                </a:lnTo>
                <a:lnTo>
                  <a:pt x="1228419" y="376845"/>
                </a:lnTo>
                <a:close/>
                <a:moveTo>
                  <a:pt x="1202212" y="432388"/>
                </a:moveTo>
                <a:lnTo>
                  <a:pt x="1207901" y="438746"/>
                </a:lnTo>
                <a:lnTo>
                  <a:pt x="1204886" y="430348"/>
                </a:lnTo>
                <a:close/>
                <a:moveTo>
                  <a:pt x="513407" y="1974646"/>
                </a:moveTo>
                <a:lnTo>
                  <a:pt x="514019" y="1976372"/>
                </a:lnTo>
                <a:lnTo>
                  <a:pt x="521575" y="1976641"/>
                </a:lnTo>
                <a:lnTo>
                  <a:pt x="523277" y="1973686"/>
                </a:lnTo>
                <a:lnTo>
                  <a:pt x="522862" y="1973506"/>
                </a:lnTo>
                <a:lnTo>
                  <a:pt x="522404" y="1973285"/>
                </a:lnTo>
                <a:lnTo>
                  <a:pt x="522191" y="1973333"/>
                </a:lnTo>
                <a:close/>
                <a:moveTo>
                  <a:pt x="1202014" y="432540"/>
                </a:moveTo>
                <a:lnTo>
                  <a:pt x="1200355" y="437502"/>
                </a:lnTo>
                <a:lnTo>
                  <a:pt x="1207613" y="443151"/>
                </a:lnTo>
                <a:lnTo>
                  <a:pt x="1210319" y="445484"/>
                </a:lnTo>
                <a:lnTo>
                  <a:pt x="1208203" y="439590"/>
                </a:lnTo>
                <a:lnTo>
                  <a:pt x="1202045" y="432517"/>
                </a:lnTo>
                <a:close/>
                <a:moveTo>
                  <a:pt x="1240447" y="346293"/>
                </a:moveTo>
                <a:lnTo>
                  <a:pt x="1241885" y="354219"/>
                </a:lnTo>
                <a:lnTo>
                  <a:pt x="1242859" y="355603"/>
                </a:lnTo>
                <a:lnTo>
                  <a:pt x="1248027" y="348204"/>
                </a:lnTo>
                <a:lnTo>
                  <a:pt x="1248096" y="348108"/>
                </a:lnTo>
                <a:lnTo>
                  <a:pt x="1244729" y="341386"/>
                </a:lnTo>
                <a:close/>
                <a:moveTo>
                  <a:pt x="533033" y="1930051"/>
                </a:moveTo>
                <a:lnTo>
                  <a:pt x="534226" y="1930075"/>
                </a:lnTo>
                <a:lnTo>
                  <a:pt x="533722" y="1929753"/>
                </a:lnTo>
                <a:close/>
                <a:moveTo>
                  <a:pt x="500218" y="2003517"/>
                </a:moveTo>
                <a:lnTo>
                  <a:pt x="517272" y="2012483"/>
                </a:lnTo>
                <a:lnTo>
                  <a:pt x="516874" y="2009484"/>
                </a:lnTo>
                <a:lnTo>
                  <a:pt x="515776" y="2009773"/>
                </a:lnTo>
                <a:lnTo>
                  <a:pt x="515521" y="2009633"/>
                </a:lnTo>
                <a:lnTo>
                  <a:pt x="516848" y="2009284"/>
                </a:lnTo>
                <a:lnTo>
                  <a:pt x="516255" y="2004811"/>
                </a:lnTo>
                <a:lnTo>
                  <a:pt x="509762" y="2002751"/>
                </a:lnTo>
                <a:close/>
                <a:moveTo>
                  <a:pt x="1274741" y="268981"/>
                </a:moveTo>
                <a:lnTo>
                  <a:pt x="1274811" y="272121"/>
                </a:lnTo>
                <a:lnTo>
                  <a:pt x="1275736" y="270966"/>
                </a:lnTo>
                <a:close/>
                <a:moveTo>
                  <a:pt x="1217231" y="397532"/>
                </a:moveTo>
                <a:lnTo>
                  <a:pt x="1222890" y="405289"/>
                </a:lnTo>
                <a:lnTo>
                  <a:pt x="1221022" y="400292"/>
                </a:lnTo>
                <a:lnTo>
                  <a:pt x="1218972" y="396311"/>
                </a:lnTo>
                <a:close/>
                <a:moveTo>
                  <a:pt x="518909" y="1961148"/>
                </a:moveTo>
                <a:lnTo>
                  <a:pt x="527243" y="1961319"/>
                </a:lnTo>
                <a:lnTo>
                  <a:pt x="527190" y="1959909"/>
                </a:lnTo>
                <a:close/>
                <a:moveTo>
                  <a:pt x="1203778" y="427262"/>
                </a:moveTo>
                <a:lnTo>
                  <a:pt x="1203122" y="429224"/>
                </a:lnTo>
                <a:lnTo>
                  <a:pt x="1203894" y="428635"/>
                </a:lnTo>
                <a:lnTo>
                  <a:pt x="1204196" y="428423"/>
                </a:lnTo>
                <a:close/>
                <a:moveTo>
                  <a:pt x="522211" y="1953161"/>
                </a:moveTo>
                <a:lnTo>
                  <a:pt x="522213" y="1953166"/>
                </a:lnTo>
                <a:lnTo>
                  <a:pt x="523070" y="1953241"/>
                </a:lnTo>
                <a:lnTo>
                  <a:pt x="526938" y="1953235"/>
                </a:lnTo>
                <a:lnTo>
                  <a:pt x="526932" y="1953064"/>
                </a:lnTo>
                <a:lnTo>
                  <a:pt x="523073" y="1952889"/>
                </a:lnTo>
                <a:close/>
                <a:moveTo>
                  <a:pt x="1221197" y="387571"/>
                </a:moveTo>
                <a:lnTo>
                  <a:pt x="1223889" y="392181"/>
                </a:lnTo>
                <a:lnTo>
                  <a:pt x="1226181" y="390574"/>
                </a:lnTo>
                <a:lnTo>
                  <a:pt x="1224666" y="382216"/>
                </a:lnTo>
                <a:lnTo>
                  <a:pt x="1224206" y="382873"/>
                </a:lnTo>
                <a:close/>
                <a:moveTo>
                  <a:pt x="527182" y="1941335"/>
                </a:moveTo>
                <a:lnTo>
                  <a:pt x="527223" y="1943043"/>
                </a:lnTo>
                <a:lnTo>
                  <a:pt x="529040" y="1942157"/>
                </a:lnTo>
                <a:close/>
                <a:moveTo>
                  <a:pt x="1238206" y="348995"/>
                </a:moveTo>
                <a:lnTo>
                  <a:pt x="1241644" y="353877"/>
                </a:lnTo>
                <a:lnTo>
                  <a:pt x="1240298" y="346463"/>
                </a:lnTo>
                <a:lnTo>
                  <a:pt x="1239585" y="347281"/>
                </a:lnTo>
                <a:close/>
                <a:moveTo>
                  <a:pt x="525580" y="1944403"/>
                </a:moveTo>
                <a:lnTo>
                  <a:pt x="526641" y="1944874"/>
                </a:lnTo>
                <a:lnTo>
                  <a:pt x="526618" y="1943897"/>
                </a:lnTo>
                <a:close/>
                <a:moveTo>
                  <a:pt x="531470" y="1930728"/>
                </a:moveTo>
                <a:lnTo>
                  <a:pt x="536693" y="1931650"/>
                </a:lnTo>
                <a:lnTo>
                  <a:pt x="535227" y="1930713"/>
                </a:lnTo>
                <a:lnTo>
                  <a:pt x="531669" y="1930642"/>
                </a:lnTo>
                <a:close/>
                <a:moveTo>
                  <a:pt x="1220864" y="387003"/>
                </a:moveTo>
                <a:lnTo>
                  <a:pt x="1220892" y="387053"/>
                </a:lnTo>
                <a:lnTo>
                  <a:pt x="1228414" y="376284"/>
                </a:lnTo>
                <a:lnTo>
                  <a:pt x="1228403" y="375138"/>
                </a:lnTo>
                <a:close/>
                <a:moveTo>
                  <a:pt x="1219142" y="390779"/>
                </a:moveTo>
                <a:lnTo>
                  <a:pt x="1221945" y="393546"/>
                </a:lnTo>
                <a:lnTo>
                  <a:pt x="1223444" y="392494"/>
                </a:lnTo>
                <a:lnTo>
                  <a:pt x="1220909" y="388020"/>
                </a:lnTo>
                <a:close/>
                <a:moveTo>
                  <a:pt x="1220240" y="387985"/>
                </a:moveTo>
                <a:lnTo>
                  <a:pt x="1220599" y="387471"/>
                </a:lnTo>
                <a:lnTo>
                  <a:pt x="1220584" y="387443"/>
                </a:lnTo>
                <a:close/>
                <a:moveTo>
                  <a:pt x="1218534" y="391728"/>
                </a:moveTo>
                <a:lnTo>
                  <a:pt x="1219455" y="394189"/>
                </a:lnTo>
                <a:lnTo>
                  <a:pt x="1219964" y="394936"/>
                </a:lnTo>
                <a:lnTo>
                  <a:pt x="1221314" y="393988"/>
                </a:lnTo>
                <a:lnTo>
                  <a:pt x="1219761" y="392329"/>
                </a:lnTo>
                <a:lnTo>
                  <a:pt x="1218773" y="391354"/>
                </a:lnTo>
                <a:close/>
                <a:moveTo>
                  <a:pt x="510705" y="1976669"/>
                </a:moveTo>
                <a:lnTo>
                  <a:pt x="511560" y="1980187"/>
                </a:lnTo>
                <a:lnTo>
                  <a:pt x="512998" y="1980226"/>
                </a:lnTo>
                <a:lnTo>
                  <a:pt x="512551" y="1976851"/>
                </a:lnTo>
                <a:close/>
                <a:moveTo>
                  <a:pt x="1187543" y="460918"/>
                </a:moveTo>
                <a:lnTo>
                  <a:pt x="1186029" y="469555"/>
                </a:lnTo>
                <a:lnTo>
                  <a:pt x="1188084" y="473246"/>
                </a:lnTo>
                <a:lnTo>
                  <a:pt x="1190900" y="464823"/>
                </a:lnTo>
                <a:lnTo>
                  <a:pt x="1188239" y="461624"/>
                </a:lnTo>
                <a:close/>
                <a:moveTo>
                  <a:pt x="1236576" y="351021"/>
                </a:moveTo>
                <a:lnTo>
                  <a:pt x="1239043" y="356810"/>
                </a:lnTo>
                <a:lnTo>
                  <a:pt x="1240803" y="358546"/>
                </a:lnTo>
                <a:lnTo>
                  <a:pt x="1242143" y="356628"/>
                </a:lnTo>
                <a:lnTo>
                  <a:pt x="1241845" y="354990"/>
                </a:lnTo>
                <a:lnTo>
                  <a:pt x="1238821" y="350571"/>
                </a:lnTo>
                <a:lnTo>
                  <a:pt x="1237942" y="349322"/>
                </a:lnTo>
                <a:close/>
                <a:moveTo>
                  <a:pt x="1217769" y="392921"/>
                </a:moveTo>
                <a:lnTo>
                  <a:pt x="1219113" y="395532"/>
                </a:lnTo>
                <a:lnTo>
                  <a:pt x="1219216" y="395461"/>
                </a:lnTo>
                <a:lnTo>
                  <a:pt x="1218858" y="394504"/>
                </a:lnTo>
                <a:lnTo>
                  <a:pt x="1217771" y="392918"/>
                </a:lnTo>
                <a:close/>
                <a:moveTo>
                  <a:pt x="499528" y="2000503"/>
                </a:moveTo>
                <a:lnTo>
                  <a:pt x="499814" y="2000441"/>
                </a:lnTo>
                <a:lnTo>
                  <a:pt x="499745" y="2000434"/>
                </a:lnTo>
                <a:close/>
                <a:moveTo>
                  <a:pt x="1187887" y="458961"/>
                </a:moveTo>
                <a:lnTo>
                  <a:pt x="1187743" y="459778"/>
                </a:lnTo>
                <a:lnTo>
                  <a:pt x="1188159" y="460263"/>
                </a:lnTo>
                <a:lnTo>
                  <a:pt x="1191344" y="463497"/>
                </a:lnTo>
                <a:lnTo>
                  <a:pt x="1191899" y="461835"/>
                </a:lnTo>
                <a:close/>
                <a:moveTo>
                  <a:pt x="1215945" y="395769"/>
                </a:moveTo>
                <a:lnTo>
                  <a:pt x="1216903" y="397084"/>
                </a:lnTo>
                <a:lnTo>
                  <a:pt x="1218715" y="395812"/>
                </a:lnTo>
                <a:lnTo>
                  <a:pt x="1217469" y="393391"/>
                </a:lnTo>
                <a:close/>
                <a:moveTo>
                  <a:pt x="1235072" y="352890"/>
                </a:moveTo>
                <a:lnTo>
                  <a:pt x="1236458" y="354259"/>
                </a:lnTo>
                <a:lnTo>
                  <a:pt x="1235597" y="352238"/>
                </a:lnTo>
                <a:close/>
                <a:moveTo>
                  <a:pt x="521253" y="1951219"/>
                </a:moveTo>
                <a:lnTo>
                  <a:pt x="521719" y="1952163"/>
                </a:lnTo>
                <a:lnTo>
                  <a:pt x="523357" y="1952238"/>
                </a:lnTo>
                <a:lnTo>
                  <a:pt x="526859" y="1951130"/>
                </a:lnTo>
                <a:lnTo>
                  <a:pt x="526826" y="1950247"/>
                </a:lnTo>
                <a:close/>
                <a:moveTo>
                  <a:pt x="1197957" y="435636"/>
                </a:moveTo>
                <a:lnTo>
                  <a:pt x="1200103" y="437307"/>
                </a:lnTo>
                <a:lnTo>
                  <a:pt x="1201589" y="432864"/>
                </a:lnTo>
                <a:close/>
                <a:moveTo>
                  <a:pt x="527094" y="1937634"/>
                </a:moveTo>
                <a:lnTo>
                  <a:pt x="527165" y="1940609"/>
                </a:lnTo>
                <a:lnTo>
                  <a:pt x="527959" y="1940960"/>
                </a:lnTo>
                <a:lnTo>
                  <a:pt x="530259" y="1941563"/>
                </a:lnTo>
                <a:lnTo>
                  <a:pt x="537286" y="1938139"/>
                </a:lnTo>
                <a:lnTo>
                  <a:pt x="531173" y="1937743"/>
                </a:lnTo>
                <a:close/>
                <a:moveTo>
                  <a:pt x="510326" y="1975106"/>
                </a:moveTo>
                <a:lnTo>
                  <a:pt x="510596" y="1976222"/>
                </a:lnTo>
                <a:lnTo>
                  <a:pt x="511089" y="1976269"/>
                </a:lnTo>
                <a:lnTo>
                  <a:pt x="512481" y="1976318"/>
                </a:lnTo>
                <a:lnTo>
                  <a:pt x="512281" y="1974814"/>
                </a:lnTo>
                <a:close/>
                <a:moveTo>
                  <a:pt x="523560" y="1945387"/>
                </a:moveTo>
                <a:lnTo>
                  <a:pt x="525085" y="1945783"/>
                </a:lnTo>
                <a:lnTo>
                  <a:pt x="526666" y="1945901"/>
                </a:lnTo>
                <a:lnTo>
                  <a:pt x="526657" y="1945530"/>
                </a:lnTo>
                <a:lnTo>
                  <a:pt x="524884" y="1944742"/>
                </a:lnTo>
                <a:close/>
                <a:moveTo>
                  <a:pt x="512656" y="1969514"/>
                </a:moveTo>
                <a:lnTo>
                  <a:pt x="512851" y="1971641"/>
                </a:lnTo>
                <a:lnTo>
                  <a:pt x="517032" y="1970702"/>
                </a:lnTo>
                <a:lnTo>
                  <a:pt x="514485" y="1969476"/>
                </a:lnTo>
                <a:close/>
                <a:moveTo>
                  <a:pt x="1213632" y="399380"/>
                </a:moveTo>
                <a:lnTo>
                  <a:pt x="1216667" y="397250"/>
                </a:lnTo>
                <a:lnTo>
                  <a:pt x="1215777" y="396031"/>
                </a:lnTo>
                <a:close/>
                <a:moveTo>
                  <a:pt x="1188548" y="455181"/>
                </a:moveTo>
                <a:lnTo>
                  <a:pt x="1188014" y="458230"/>
                </a:lnTo>
                <a:lnTo>
                  <a:pt x="1192122" y="461172"/>
                </a:lnTo>
                <a:lnTo>
                  <a:pt x="1192512" y="460005"/>
                </a:lnTo>
                <a:close/>
                <a:moveTo>
                  <a:pt x="1212875" y="400589"/>
                </a:moveTo>
                <a:lnTo>
                  <a:pt x="1220009" y="417329"/>
                </a:lnTo>
                <a:lnTo>
                  <a:pt x="1221892" y="416007"/>
                </a:lnTo>
                <a:lnTo>
                  <a:pt x="1220270" y="414193"/>
                </a:lnTo>
                <a:lnTo>
                  <a:pt x="1220667" y="414261"/>
                </a:lnTo>
                <a:lnTo>
                  <a:pt x="1222098" y="415862"/>
                </a:lnTo>
                <a:lnTo>
                  <a:pt x="1224752" y="414000"/>
                </a:lnTo>
                <a:lnTo>
                  <a:pt x="1225410" y="412024"/>
                </a:lnTo>
                <a:lnTo>
                  <a:pt x="1223267" y="406294"/>
                </a:lnTo>
                <a:lnTo>
                  <a:pt x="1216994" y="397700"/>
                </a:lnTo>
                <a:close/>
                <a:moveTo>
                  <a:pt x="529851" y="1929986"/>
                </a:moveTo>
                <a:lnTo>
                  <a:pt x="532095" y="1930032"/>
                </a:lnTo>
                <a:lnTo>
                  <a:pt x="533324" y="1929499"/>
                </a:lnTo>
                <a:lnTo>
                  <a:pt x="533202" y="1929420"/>
                </a:lnTo>
                <a:close/>
                <a:moveTo>
                  <a:pt x="1228701" y="364366"/>
                </a:moveTo>
                <a:lnTo>
                  <a:pt x="1228784" y="373915"/>
                </a:lnTo>
                <a:lnTo>
                  <a:pt x="1228868" y="373782"/>
                </a:lnTo>
                <a:lnTo>
                  <a:pt x="1229380" y="373601"/>
                </a:lnTo>
                <a:lnTo>
                  <a:pt x="1228789" y="374532"/>
                </a:lnTo>
                <a:lnTo>
                  <a:pt x="1228799" y="375732"/>
                </a:lnTo>
                <a:lnTo>
                  <a:pt x="1231328" y="372111"/>
                </a:lnTo>
                <a:close/>
                <a:moveTo>
                  <a:pt x="1188900" y="453178"/>
                </a:moveTo>
                <a:lnTo>
                  <a:pt x="1188685" y="454404"/>
                </a:lnTo>
                <a:lnTo>
                  <a:pt x="1192760" y="459265"/>
                </a:lnTo>
                <a:lnTo>
                  <a:pt x="1193119" y="458192"/>
                </a:lnTo>
                <a:close/>
                <a:moveTo>
                  <a:pt x="1210862" y="403703"/>
                </a:moveTo>
                <a:lnTo>
                  <a:pt x="1213045" y="410335"/>
                </a:lnTo>
                <a:lnTo>
                  <a:pt x="1218095" y="417265"/>
                </a:lnTo>
                <a:lnTo>
                  <a:pt x="1214961" y="408105"/>
                </a:lnTo>
                <a:lnTo>
                  <a:pt x="1212197" y="401619"/>
                </a:lnTo>
                <a:close/>
                <a:moveTo>
                  <a:pt x="1195445" y="438211"/>
                </a:moveTo>
                <a:lnTo>
                  <a:pt x="1197960" y="443715"/>
                </a:lnTo>
                <a:lnTo>
                  <a:pt x="1198825" y="441126"/>
                </a:lnTo>
                <a:close/>
                <a:moveTo>
                  <a:pt x="1189199" y="451469"/>
                </a:moveTo>
                <a:lnTo>
                  <a:pt x="1188956" y="452857"/>
                </a:lnTo>
                <a:lnTo>
                  <a:pt x="1193211" y="457914"/>
                </a:lnTo>
                <a:lnTo>
                  <a:pt x="1193560" y="456874"/>
                </a:lnTo>
                <a:lnTo>
                  <a:pt x="1191317" y="453296"/>
                </a:lnTo>
                <a:close/>
                <a:moveTo>
                  <a:pt x="500139" y="1994356"/>
                </a:moveTo>
                <a:lnTo>
                  <a:pt x="509406" y="1996912"/>
                </a:lnTo>
                <a:lnTo>
                  <a:pt x="514964" y="1995060"/>
                </a:lnTo>
                <a:lnTo>
                  <a:pt x="514934" y="1994840"/>
                </a:lnTo>
                <a:lnTo>
                  <a:pt x="514513" y="1993370"/>
                </a:lnTo>
                <a:lnTo>
                  <a:pt x="513259" y="1993849"/>
                </a:lnTo>
                <a:lnTo>
                  <a:pt x="513058" y="1993786"/>
                </a:lnTo>
                <a:lnTo>
                  <a:pt x="514478" y="1993244"/>
                </a:lnTo>
                <a:lnTo>
                  <a:pt x="514474" y="1993231"/>
                </a:lnTo>
                <a:lnTo>
                  <a:pt x="506074" y="1992577"/>
                </a:lnTo>
                <a:close/>
                <a:moveTo>
                  <a:pt x="540571" y="1903807"/>
                </a:moveTo>
                <a:lnTo>
                  <a:pt x="540857" y="1904588"/>
                </a:lnTo>
                <a:lnTo>
                  <a:pt x="543168" y="1904893"/>
                </a:lnTo>
                <a:lnTo>
                  <a:pt x="541770" y="1904017"/>
                </a:lnTo>
                <a:close/>
                <a:moveTo>
                  <a:pt x="1209622" y="405638"/>
                </a:moveTo>
                <a:lnTo>
                  <a:pt x="1211070" y="407627"/>
                </a:lnTo>
                <a:lnTo>
                  <a:pt x="1210147" y="404819"/>
                </a:lnTo>
                <a:close/>
                <a:moveTo>
                  <a:pt x="501279" y="1991692"/>
                </a:moveTo>
                <a:lnTo>
                  <a:pt x="503618" y="1991874"/>
                </a:lnTo>
                <a:lnTo>
                  <a:pt x="513258" y="1988984"/>
                </a:lnTo>
                <a:lnTo>
                  <a:pt x="512507" y="1986360"/>
                </a:lnTo>
                <a:close/>
                <a:moveTo>
                  <a:pt x="496626" y="2001628"/>
                </a:moveTo>
                <a:lnTo>
                  <a:pt x="499582" y="2003182"/>
                </a:lnTo>
                <a:lnTo>
                  <a:pt x="507944" y="2002173"/>
                </a:lnTo>
                <a:lnTo>
                  <a:pt x="503680" y="2000820"/>
                </a:lnTo>
                <a:lnTo>
                  <a:pt x="501613" y="2000617"/>
                </a:lnTo>
                <a:close/>
                <a:moveTo>
                  <a:pt x="1230211" y="358931"/>
                </a:moveTo>
                <a:lnTo>
                  <a:pt x="1235486" y="366158"/>
                </a:lnTo>
                <a:lnTo>
                  <a:pt x="1236647" y="364495"/>
                </a:lnTo>
                <a:lnTo>
                  <a:pt x="1233024" y="357403"/>
                </a:lnTo>
                <a:lnTo>
                  <a:pt x="1233280" y="357521"/>
                </a:lnTo>
                <a:lnTo>
                  <a:pt x="1236761" y="364333"/>
                </a:lnTo>
                <a:lnTo>
                  <a:pt x="1239239" y="360785"/>
                </a:lnTo>
                <a:lnTo>
                  <a:pt x="1237386" y="356434"/>
                </a:lnTo>
                <a:lnTo>
                  <a:pt x="1234506" y="353593"/>
                </a:lnTo>
                <a:close/>
                <a:moveTo>
                  <a:pt x="518444" y="1952679"/>
                </a:moveTo>
                <a:lnTo>
                  <a:pt x="518447" y="1952759"/>
                </a:lnTo>
                <a:lnTo>
                  <a:pt x="519453" y="1952927"/>
                </a:lnTo>
                <a:lnTo>
                  <a:pt x="520806" y="1953044"/>
                </a:lnTo>
                <a:lnTo>
                  <a:pt x="521521" y="1952819"/>
                </a:lnTo>
                <a:close/>
                <a:moveTo>
                  <a:pt x="539622" y="1904980"/>
                </a:moveTo>
                <a:lnTo>
                  <a:pt x="542188" y="1905824"/>
                </a:lnTo>
                <a:lnTo>
                  <a:pt x="542243" y="1905839"/>
                </a:lnTo>
                <a:lnTo>
                  <a:pt x="546482" y="1906969"/>
                </a:lnTo>
                <a:lnTo>
                  <a:pt x="544292" y="1905597"/>
                </a:lnTo>
                <a:lnTo>
                  <a:pt x="541070" y="1905172"/>
                </a:lnTo>
                <a:lnTo>
                  <a:pt x="541167" y="1905436"/>
                </a:lnTo>
                <a:lnTo>
                  <a:pt x="540862" y="1905248"/>
                </a:lnTo>
                <a:lnTo>
                  <a:pt x="540823" y="1905139"/>
                </a:lnTo>
                <a:close/>
                <a:moveTo>
                  <a:pt x="540314" y="1903105"/>
                </a:moveTo>
                <a:lnTo>
                  <a:pt x="540395" y="1903324"/>
                </a:lnTo>
                <a:lnTo>
                  <a:pt x="540625" y="1903299"/>
                </a:lnTo>
                <a:close/>
                <a:moveTo>
                  <a:pt x="526975" y="1932675"/>
                </a:moveTo>
                <a:lnTo>
                  <a:pt x="527043" y="1935502"/>
                </a:lnTo>
                <a:lnTo>
                  <a:pt x="540862" y="1936397"/>
                </a:lnTo>
                <a:lnTo>
                  <a:pt x="542576" y="1935561"/>
                </a:lnTo>
                <a:lnTo>
                  <a:pt x="542609" y="1935427"/>
                </a:lnTo>
                <a:lnTo>
                  <a:pt x="537866" y="1932398"/>
                </a:lnTo>
                <a:lnTo>
                  <a:pt x="530582" y="1931112"/>
                </a:lnTo>
                <a:close/>
                <a:moveTo>
                  <a:pt x="1210406" y="402321"/>
                </a:moveTo>
                <a:lnTo>
                  <a:pt x="1210518" y="402658"/>
                </a:lnTo>
                <a:lnTo>
                  <a:pt x="1210821" y="402184"/>
                </a:lnTo>
                <a:lnTo>
                  <a:pt x="1210998" y="401906"/>
                </a:lnTo>
                <a:close/>
                <a:moveTo>
                  <a:pt x="518406" y="1951715"/>
                </a:moveTo>
                <a:lnTo>
                  <a:pt x="518418" y="1952014"/>
                </a:lnTo>
                <a:lnTo>
                  <a:pt x="521445" y="1952151"/>
                </a:lnTo>
                <a:lnTo>
                  <a:pt x="521007" y="1951262"/>
                </a:lnTo>
                <a:close/>
                <a:moveTo>
                  <a:pt x="1228670" y="360847"/>
                </a:moveTo>
                <a:lnTo>
                  <a:pt x="1228690" y="363161"/>
                </a:lnTo>
                <a:lnTo>
                  <a:pt x="1231596" y="371727"/>
                </a:lnTo>
                <a:lnTo>
                  <a:pt x="1235185" y="366589"/>
                </a:lnTo>
                <a:lnTo>
                  <a:pt x="1229889" y="359332"/>
                </a:lnTo>
                <a:close/>
                <a:moveTo>
                  <a:pt x="517787" y="1952649"/>
                </a:moveTo>
                <a:lnTo>
                  <a:pt x="518191" y="1952716"/>
                </a:lnTo>
                <a:lnTo>
                  <a:pt x="518188" y="1952668"/>
                </a:lnTo>
                <a:close/>
                <a:moveTo>
                  <a:pt x="519754" y="1948179"/>
                </a:moveTo>
                <a:lnTo>
                  <a:pt x="519787" y="1948246"/>
                </a:lnTo>
                <a:lnTo>
                  <a:pt x="520068" y="1948190"/>
                </a:lnTo>
                <a:close/>
                <a:moveTo>
                  <a:pt x="528332" y="1928913"/>
                </a:moveTo>
                <a:lnTo>
                  <a:pt x="528647" y="1929701"/>
                </a:lnTo>
                <a:lnTo>
                  <a:pt x="532598" y="1929035"/>
                </a:lnTo>
                <a:lnTo>
                  <a:pt x="531650" y="1928430"/>
                </a:lnTo>
                <a:lnTo>
                  <a:pt x="530917" y="1928331"/>
                </a:lnTo>
                <a:close/>
                <a:moveTo>
                  <a:pt x="1189917" y="447378"/>
                </a:moveTo>
                <a:lnTo>
                  <a:pt x="1189830" y="447873"/>
                </a:lnTo>
                <a:lnTo>
                  <a:pt x="1190444" y="448402"/>
                </a:lnTo>
                <a:close/>
                <a:moveTo>
                  <a:pt x="1228132" y="361515"/>
                </a:moveTo>
                <a:lnTo>
                  <a:pt x="1228289" y="361980"/>
                </a:lnTo>
                <a:lnTo>
                  <a:pt x="1228284" y="361327"/>
                </a:lnTo>
                <a:close/>
                <a:moveTo>
                  <a:pt x="526924" y="1930547"/>
                </a:moveTo>
                <a:lnTo>
                  <a:pt x="526965" y="1932253"/>
                </a:lnTo>
                <a:lnTo>
                  <a:pt x="529884" y="1930989"/>
                </a:lnTo>
                <a:lnTo>
                  <a:pt x="527435" y="1930557"/>
                </a:lnTo>
                <a:close/>
                <a:moveTo>
                  <a:pt x="519382" y="1947423"/>
                </a:moveTo>
                <a:lnTo>
                  <a:pt x="519629" y="1947925"/>
                </a:lnTo>
                <a:lnTo>
                  <a:pt x="521127" y="1947979"/>
                </a:lnTo>
                <a:lnTo>
                  <a:pt x="526698" y="1946872"/>
                </a:lnTo>
                <a:lnTo>
                  <a:pt x="526691" y="1946674"/>
                </a:lnTo>
                <a:lnTo>
                  <a:pt x="526125" y="1946519"/>
                </a:lnTo>
                <a:lnTo>
                  <a:pt x="521669" y="1946308"/>
                </a:lnTo>
                <a:close/>
                <a:moveTo>
                  <a:pt x="527939" y="1927931"/>
                </a:moveTo>
                <a:lnTo>
                  <a:pt x="528143" y="1928441"/>
                </a:lnTo>
                <a:lnTo>
                  <a:pt x="529485" y="1928139"/>
                </a:lnTo>
                <a:close/>
                <a:moveTo>
                  <a:pt x="1165932" y="499341"/>
                </a:moveTo>
                <a:lnTo>
                  <a:pt x="1166198" y="499915"/>
                </a:lnTo>
                <a:lnTo>
                  <a:pt x="1166408" y="499333"/>
                </a:lnTo>
                <a:lnTo>
                  <a:pt x="1166212" y="499087"/>
                </a:lnTo>
                <a:close/>
                <a:moveTo>
                  <a:pt x="510602" y="1966744"/>
                </a:moveTo>
                <a:lnTo>
                  <a:pt x="510684" y="1966975"/>
                </a:lnTo>
                <a:lnTo>
                  <a:pt x="511144" y="1967174"/>
                </a:lnTo>
                <a:lnTo>
                  <a:pt x="511269" y="1967172"/>
                </a:lnTo>
                <a:lnTo>
                  <a:pt x="511249" y="1967022"/>
                </a:lnTo>
                <a:close/>
                <a:moveTo>
                  <a:pt x="1253105" y="304010"/>
                </a:moveTo>
                <a:lnTo>
                  <a:pt x="1259283" y="312242"/>
                </a:lnTo>
                <a:lnTo>
                  <a:pt x="1263996" y="318699"/>
                </a:lnTo>
                <a:lnTo>
                  <a:pt x="1273397" y="307925"/>
                </a:lnTo>
                <a:lnTo>
                  <a:pt x="1275166" y="305954"/>
                </a:lnTo>
                <a:lnTo>
                  <a:pt x="1275065" y="294259"/>
                </a:lnTo>
                <a:lnTo>
                  <a:pt x="1274617" y="274006"/>
                </a:lnTo>
                <a:lnTo>
                  <a:pt x="1268462" y="281684"/>
                </a:lnTo>
                <a:close/>
                <a:moveTo>
                  <a:pt x="497838" y="1995046"/>
                </a:moveTo>
                <a:lnTo>
                  <a:pt x="506631" y="1997837"/>
                </a:lnTo>
                <a:lnTo>
                  <a:pt x="508353" y="1997263"/>
                </a:lnTo>
                <a:lnTo>
                  <a:pt x="499025" y="1994690"/>
                </a:lnTo>
                <a:close/>
                <a:moveTo>
                  <a:pt x="1203008" y="415962"/>
                </a:moveTo>
                <a:lnTo>
                  <a:pt x="1210177" y="424227"/>
                </a:lnTo>
                <a:lnTo>
                  <a:pt x="1215342" y="420603"/>
                </a:lnTo>
                <a:lnTo>
                  <a:pt x="1211375" y="408552"/>
                </a:lnTo>
                <a:lnTo>
                  <a:pt x="1209449" y="405908"/>
                </a:lnTo>
                <a:close/>
                <a:moveTo>
                  <a:pt x="517048" y="1951952"/>
                </a:moveTo>
                <a:lnTo>
                  <a:pt x="518163" y="1952002"/>
                </a:lnTo>
                <a:lnTo>
                  <a:pt x="518153" y="1951759"/>
                </a:lnTo>
                <a:close/>
                <a:moveTo>
                  <a:pt x="1208288" y="403809"/>
                </a:moveTo>
                <a:lnTo>
                  <a:pt x="1209082" y="404899"/>
                </a:lnTo>
                <a:lnTo>
                  <a:pt x="1209802" y="403774"/>
                </a:lnTo>
                <a:lnTo>
                  <a:pt x="1209528" y="402938"/>
                </a:lnTo>
                <a:close/>
                <a:moveTo>
                  <a:pt x="508986" y="1969593"/>
                </a:moveTo>
                <a:lnTo>
                  <a:pt x="509658" y="1972358"/>
                </a:lnTo>
                <a:lnTo>
                  <a:pt x="511888" y="1971858"/>
                </a:lnTo>
                <a:lnTo>
                  <a:pt x="511069" y="1969549"/>
                </a:lnTo>
                <a:close/>
                <a:moveTo>
                  <a:pt x="526893" y="1929237"/>
                </a:moveTo>
                <a:lnTo>
                  <a:pt x="526909" y="1929923"/>
                </a:lnTo>
                <a:lnTo>
                  <a:pt x="526936" y="1929928"/>
                </a:lnTo>
                <a:lnTo>
                  <a:pt x="527267" y="1929934"/>
                </a:lnTo>
                <a:lnTo>
                  <a:pt x="528482" y="1929729"/>
                </a:lnTo>
                <a:lnTo>
                  <a:pt x="528170" y="1928949"/>
                </a:lnTo>
                <a:close/>
                <a:moveTo>
                  <a:pt x="1228642" y="357623"/>
                </a:moveTo>
                <a:lnTo>
                  <a:pt x="1228656" y="359198"/>
                </a:lnTo>
                <a:lnTo>
                  <a:pt x="1229274" y="358489"/>
                </a:lnTo>
                <a:close/>
                <a:moveTo>
                  <a:pt x="518439" y="1947883"/>
                </a:moveTo>
                <a:lnTo>
                  <a:pt x="519357" y="1947916"/>
                </a:lnTo>
                <a:lnTo>
                  <a:pt x="519166" y="1947528"/>
                </a:lnTo>
                <a:close/>
                <a:moveTo>
                  <a:pt x="511986" y="1962185"/>
                </a:moveTo>
                <a:lnTo>
                  <a:pt x="512343" y="1966099"/>
                </a:lnTo>
                <a:lnTo>
                  <a:pt x="514668" y="1967099"/>
                </a:lnTo>
                <a:lnTo>
                  <a:pt x="527226" y="1966831"/>
                </a:lnTo>
                <a:lnTo>
                  <a:pt x="527437" y="1966465"/>
                </a:lnTo>
                <a:lnTo>
                  <a:pt x="527259" y="1961727"/>
                </a:lnTo>
                <a:lnTo>
                  <a:pt x="517297" y="1961390"/>
                </a:lnTo>
                <a:close/>
                <a:moveTo>
                  <a:pt x="518264" y="1948125"/>
                </a:moveTo>
                <a:lnTo>
                  <a:pt x="518280" y="1948545"/>
                </a:lnTo>
                <a:lnTo>
                  <a:pt x="519543" y="1948294"/>
                </a:lnTo>
                <a:lnTo>
                  <a:pt x="519481" y="1948169"/>
                </a:lnTo>
                <a:close/>
                <a:moveTo>
                  <a:pt x="505891" y="1975769"/>
                </a:moveTo>
                <a:lnTo>
                  <a:pt x="509577" y="1976123"/>
                </a:lnTo>
                <a:lnTo>
                  <a:pt x="509328" y="1975255"/>
                </a:lnTo>
                <a:close/>
                <a:moveTo>
                  <a:pt x="1215090" y="387719"/>
                </a:moveTo>
                <a:lnTo>
                  <a:pt x="1215417" y="388354"/>
                </a:lnTo>
                <a:lnTo>
                  <a:pt x="1216988" y="390583"/>
                </a:lnTo>
                <a:lnTo>
                  <a:pt x="1217611" y="391498"/>
                </a:lnTo>
                <a:lnTo>
                  <a:pt x="1217688" y="391377"/>
                </a:lnTo>
                <a:lnTo>
                  <a:pt x="1217039" y="389642"/>
                </a:lnTo>
                <a:close/>
                <a:moveTo>
                  <a:pt x="1201133" y="418888"/>
                </a:moveTo>
                <a:lnTo>
                  <a:pt x="1203841" y="426128"/>
                </a:lnTo>
                <a:lnTo>
                  <a:pt x="1205193" y="422085"/>
                </a:lnTo>
                <a:lnTo>
                  <a:pt x="1205599" y="421818"/>
                </a:lnTo>
                <a:lnTo>
                  <a:pt x="1204008" y="426575"/>
                </a:lnTo>
                <a:lnTo>
                  <a:pt x="1204595" y="428144"/>
                </a:lnTo>
                <a:lnTo>
                  <a:pt x="1209674" y="424579"/>
                </a:lnTo>
                <a:lnTo>
                  <a:pt x="1202664" y="416497"/>
                </a:lnTo>
                <a:close/>
                <a:moveTo>
                  <a:pt x="527511" y="1926861"/>
                </a:moveTo>
                <a:lnTo>
                  <a:pt x="527742" y="1927439"/>
                </a:lnTo>
                <a:lnTo>
                  <a:pt x="530726" y="1927840"/>
                </a:lnTo>
                <a:lnTo>
                  <a:pt x="529203" y="1926867"/>
                </a:lnTo>
                <a:close/>
                <a:moveTo>
                  <a:pt x="1172156" y="483266"/>
                </a:moveTo>
                <a:lnTo>
                  <a:pt x="1172164" y="483352"/>
                </a:lnTo>
                <a:lnTo>
                  <a:pt x="1172183" y="483299"/>
                </a:lnTo>
                <a:close/>
                <a:moveTo>
                  <a:pt x="1161226" y="507719"/>
                </a:moveTo>
                <a:lnTo>
                  <a:pt x="1161118" y="508378"/>
                </a:lnTo>
                <a:lnTo>
                  <a:pt x="1161637" y="509367"/>
                </a:lnTo>
                <a:lnTo>
                  <a:pt x="1162082" y="510699"/>
                </a:lnTo>
                <a:lnTo>
                  <a:pt x="1162478" y="510246"/>
                </a:lnTo>
                <a:lnTo>
                  <a:pt x="1162596" y="509918"/>
                </a:lnTo>
                <a:close/>
                <a:moveTo>
                  <a:pt x="1191052" y="440903"/>
                </a:moveTo>
                <a:lnTo>
                  <a:pt x="1190592" y="443526"/>
                </a:lnTo>
                <a:lnTo>
                  <a:pt x="1195097" y="452277"/>
                </a:lnTo>
                <a:lnTo>
                  <a:pt x="1195529" y="450982"/>
                </a:lnTo>
                <a:lnTo>
                  <a:pt x="1193949" y="448670"/>
                </a:lnTo>
                <a:lnTo>
                  <a:pt x="1194571" y="448865"/>
                </a:lnTo>
                <a:lnTo>
                  <a:pt x="1195690" y="450502"/>
                </a:lnTo>
                <a:lnTo>
                  <a:pt x="1197717" y="444441"/>
                </a:lnTo>
                <a:lnTo>
                  <a:pt x="1194796" y="438048"/>
                </a:lnTo>
                <a:close/>
                <a:moveTo>
                  <a:pt x="518765" y="1946171"/>
                </a:moveTo>
                <a:lnTo>
                  <a:pt x="519159" y="1946972"/>
                </a:lnTo>
                <a:lnTo>
                  <a:pt x="520622" y="1946259"/>
                </a:lnTo>
                <a:close/>
                <a:moveTo>
                  <a:pt x="494413" y="2000464"/>
                </a:moveTo>
                <a:lnTo>
                  <a:pt x="495959" y="2001277"/>
                </a:lnTo>
                <a:lnTo>
                  <a:pt x="496943" y="2001064"/>
                </a:lnTo>
                <a:lnTo>
                  <a:pt x="499042" y="2000365"/>
                </a:lnTo>
                <a:lnTo>
                  <a:pt x="496904" y="2000155"/>
                </a:lnTo>
                <a:close/>
                <a:moveTo>
                  <a:pt x="526858" y="1927773"/>
                </a:moveTo>
                <a:lnTo>
                  <a:pt x="526881" y="1928725"/>
                </a:lnTo>
                <a:lnTo>
                  <a:pt x="527981" y="1928478"/>
                </a:lnTo>
                <a:lnTo>
                  <a:pt x="527752" y="1927906"/>
                </a:lnTo>
                <a:lnTo>
                  <a:pt x="527721" y="1927902"/>
                </a:lnTo>
                <a:close/>
                <a:moveTo>
                  <a:pt x="511896" y="1961206"/>
                </a:moveTo>
                <a:lnTo>
                  <a:pt x="511923" y="1961507"/>
                </a:lnTo>
                <a:lnTo>
                  <a:pt x="513554" y="1961263"/>
                </a:lnTo>
                <a:close/>
                <a:moveTo>
                  <a:pt x="1161394" y="506704"/>
                </a:moveTo>
                <a:lnTo>
                  <a:pt x="1161378" y="506804"/>
                </a:lnTo>
                <a:lnTo>
                  <a:pt x="1161672" y="507277"/>
                </a:lnTo>
                <a:close/>
                <a:moveTo>
                  <a:pt x="537292" y="1904117"/>
                </a:moveTo>
                <a:lnTo>
                  <a:pt x="540610" y="1904555"/>
                </a:lnTo>
                <a:lnTo>
                  <a:pt x="540327" y="1903782"/>
                </a:lnTo>
                <a:close/>
                <a:moveTo>
                  <a:pt x="497311" y="1993576"/>
                </a:moveTo>
                <a:lnTo>
                  <a:pt x="497640" y="1993666"/>
                </a:lnTo>
                <a:lnTo>
                  <a:pt x="502264" y="1992280"/>
                </a:lnTo>
                <a:lnTo>
                  <a:pt x="500354" y="1992131"/>
                </a:lnTo>
                <a:close/>
                <a:moveTo>
                  <a:pt x="1165259" y="497896"/>
                </a:moveTo>
                <a:lnTo>
                  <a:pt x="1165466" y="498340"/>
                </a:lnTo>
                <a:lnTo>
                  <a:pt x="1165552" y="498263"/>
                </a:lnTo>
                <a:close/>
                <a:moveTo>
                  <a:pt x="1166849" y="493847"/>
                </a:moveTo>
                <a:lnTo>
                  <a:pt x="1167576" y="496091"/>
                </a:lnTo>
                <a:lnTo>
                  <a:pt x="1167963" y="495017"/>
                </a:lnTo>
                <a:close/>
                <a:moveTo>
                  <a:pt x="526836" y="1926859"/>
                </a:moveTo>
                <a:lnTo>
                  <a:pt x="526847" y="1927318"/>
                </a:lnTo>
                <a:lnTo>
                  <a:pt x="527555" y="1927414"/>
                </a:lnTo>
                <a:lnTo>
                  <a:pt x="527334" y="1926860"/>
                </a:lnTo>
                <a:close/>
                <a:moveTo>
                  <a:pt x="518185" y="1946144"/>
                </a:moveTo>
                <a:lnTo>
                  <a:pt x="518236" y="1947422"/>
                </a:lnTo>
                <a:lnTo>
                  <a:pt x="518943" y="1947077"/>
                </a:lnTo>
                <a:lnTo>
                  <a:pt x="518490" y="1946159"/>
                </a:lnTo>
                <a:close/>
                <a:moveTo>
                  <a:pt x="518440" y="1945514"/>
                </a:moveTo>
                <a:lnTo>
                  <a:pt x="518462" y="1945558"/>
                </a:lnTo>
                <a:lnTo>
                  <a:pt x="520029" y="1945632"/>
                </a:lnTo>
                <a:close/>
                <a:moveTo>
                  <a:pt x="518160" y="1945492"/>
                </a:moveTo>
                <a:lnTo>
                  <a:pt x="518162" y="1945544"/>
                </a:lnTo>
                <a:lnTo>
                  <a:pt x="518188" y="1945544"/>
                </a:lnTo>
                <a:lnTo>
                  <a:pt x="518162" y="1945493"/>
                </a:lnTo>
                <a:close/>
                <a:moveTo>
                  <a:pt x="525191" y="1929620"/>
                </a:moveTo>
                <a:lnTo>
                  <a:pt x="526281" y="1929812"/>
                </a:lnTo>
                <a:lnTo>
                  <a:pt x="526271" y="1929377"/>
                </a:lnTo>
                <a:close/>
                <a:moveTo>
                  <a:pt x="1162167" y="503182"/>
                </a:moveTo>
                <a:lnTo>
                  <a:pt x="1161726" y="504693"/>
                </a:lnTo>
                <a:lnTo>
                  <a:pt x="1161499" y="506066"/>
                </a:lnTo>
                <a:lnTo>
                  <a:pt x="1162101" y="507690"/>
                </a:lnTo>
                <a:lnTo>
                  <a:pt x="1162711" y="508947"/>
                </a:lnTo>
                <a:lnTo>
                  <a:pt x="1162859" y="509186"/>
                </a:lnTo>
                <a:lnTo>
                  <a:pt x="1163550" y="507268"/>
                </a:lnTo>
                <a:close/>
                <a:moveTo>
                  <a:pt x="1196543" y="426053"/>
                </a:moveTo>
                <a:lnTo>
                  <a:pt x="1200899" y="430921"/>
                </a:lnTo>
                <a:lnTo>
                  <a:pt x="1202697" y="429549"/>
                </a:lnTo>
                <a:lnTo>
                  <a:pt x="1203615" y="426805"/>
                </a:lnTo>
                <a:lnTo>
                  <a:pt x="1200903" y="419247"/>
                </a:lnTo>
                <a:close/>
                <a:moveTo>
                  <a:pt x="526933" y="1925418"/>
                </a:moveTo>
                <a:lnTo>
                  <a:pt x="527362" y="1926490"/>
                </a:lnTo>
                <a:lnTo>
                  <a:pt x="528619" y="1926494"/>
                </a:lnTo>
                <a:close/>
                <a:moveTo>
                  <a:pt x="496230" y="1994089"/>
                </a:moveTo>
                <a:lnTo>
                  <a:pt x="496525" y="1994001"/>
                </a:lnTo>
                <a:lnTo>
                  <a:pt x="496457" y="1993982"/>
                </a:lnTo>
                <a:close/>
                <a:moveTo>
                  <a:pt x="526805" y="1925538"/>
                </a:moveTo>
                <a:lnTo>
                  <a:pt x="526827" y="1926488"/>
                </a:lnTo>
                <a:lnTo>
                  <a:pt x="527185" y="1926490"/>
                </a:lnTo>
                <a:close/>
                <a:moveTo>
                  <a:pt x="516253" y="1948948"/>
                </a:moveTo>
                <a:lnTo>
                  <a:pt x="518028" y="1948596"/>
                </a:lnTo>
                <a:lnTo>
                  <a:pt x="518008" y="1948116"/>
                </a:lnTo>
                <a:lnTo>
                  <a:pt x="517964" y="1948114"/>
                </a:lnTo>
                <a:close/>
                <a:moveTo>
                  <a:pt x="508227" y="1966465"/>
                </a:moveTo>
                <a:lnTo>
                  <a:pt x="508413" y="1967231"/>
                </a:lnTo>
                <a:lnTo>
                  <a:pt x="509761" y="1967203"/>
                </a:lnTo>
                <a:close/>
                <a:moveTo>
                  <a:pt x="1192039" y="435275"/>
                </a:moveTo>
                <a:lnTo>
                  <a:pt x="1191552" y="438053"/>
                </a:lnTo>
                <a:lnTo>
                  <a:pt x="1193520" y="436551"/>
                </a:lnTo>
                <a:close/>
                <a:moveTo>
                  <a:pt x="518113" y="1944319"/>
                </a:moveTo>
                <a:lnTo>
                  <a:pt x="518136" y="1944896"/>
                </a:lnTo>
                <a:lnTo>
                  <a:pt x="518325" y="1945281"/>
                </a:lnTo>
                <a:lnTo>
                  <a:pt x="522060" y="1945559"/>
                </a:lnTo>
                <a:lnTo>
                  <a:pt x="522265" y="1945459"/>
                </a:lnTo>
                <a:close/>
                <a:moveTo>
                  <a:pt x="493118" y="1999783"/>
                </a:moveTo>
                <a:lnTo>
                  <a:pt x="493944" y="2000218"/>
                </a:lnTo>
                <a:lnTo>
                  <a:pt x="495388" y="2000006"/>
                </a:lnTo>
                <a:close/>
                <a:moveTo>
                  <a:pt x="1193209" y="431940"/>
                </a:moveTo>
                <a:lnTo>
                  <a:pt x="1196355" y="434387"/>
                </a:lnTo>
                <a:lnTo>
                  <a:pt x="1200752" y="431033"/>
                </a:lnTo>
                <a:lnTo>
                  <a:pt x="1196439" y="426215"/>
                </a:lnTo>
                <a:lnTo>
                  <a:pt x="1195607" y="427516"/>
                </a:lnTo>
                <a:close/>
                <a:moveTo>
                  <a:pt x="517810" y="1944235"/>
                </a:moveTo>
                <a:lnTo>
                  <a:pt x="517859" y="1944336"/>
                </a:lnTo>
                <a:lnTo>
                  <a:pt x="517856" y="1944248"/>
                </a:lnTo>
                <a:close/>
                <a:moveTo>
                  <a:pt x="1163903" y="497224"/>
                </a:moveTo>
                <a:lnTo>
                  <a:pt x="1163760" y="497716"/>
                </a:lnTo>
                <a:lnTo>
                  <a:pt x="1164665" y="499065"/>
                </a:lnTo>
                <a:lnTo>
                  <a:pt x="1164732" y="499005"/>
                </a:lnTo>
                <a:close/>
                <a:moveTo>
                  <a:pt x="508025" y="1965634"/>
                </a:moveTo>
                <a:lnTo>
                  <a:pt x="508076" y="1965847"/>
                </a:lnTo>
                <a:lnTo>
                  <a:pt x="510060" y="1966705"/>
                </a:lnTo>
                <a:lnTo>
                  <a:pt x="509978" y="1966475"/>
                </a:lnTo>
                <a:close/>
                <a:moveTo>
                  <a:pt x="536138" y="1902622"/>
                </a:moveTo>
                <a:lnTo>
                  <a:pt x="540161" y="1903329"/>
                </a:lnTo>
                <a:lnTo>
                  <a:pt x="540010" y="1902913"/>
                </a:lnTo>
                <a:lnTo>
                  <a:pt x="539268" y="1902448"/>
                </a:lnTo>
                <a:lnTo>
                  <a:pt x="539177" y="1902416"/>
                </a:lnTo>
                <a:close/>
                <a:moveTo>
                  <a:pt x="509135" y="1962611"/>
                </a:moveTo>
                <a:lnTo>
                  <a:pt x="510017" y="1965096"/>
                </a:lnTo>
                <a:lnTo>
                  <a:pt x="511053" y="1965542"/>
                </a:lnTo>
                <a:lnTo>
                  <a:pt x="510635" y="1962386"/>
                </a:lnTo>
                <a:close/>
                <a:moveTo>
                  <a:pt x="521305" y="1935130"/>
                </a:moveTo>
                <a:lnTo>
                  <a:pt x="526417" y="1935461"/>
                </a:lnTo>
                <a:lnTo>
                  <a:pt x="526356" y="1932942"/>
                </a:lnTo>
                <a:close/>
                <a:moveTo>
                  <a:pt x="1159788" y="505408"/>
                </a:moveTo>
                <a:lnTo>
                  <a:pt x="1159780" y="505565"/>
                </a:lnTo>
                <a:lnTo>
                  <a:pt x="1159814" y="505449"/>
                </a:lnTo>
                <a:close/>
                <a:moveTo>
                  <a:pt x="1171727" y="478523"/>
                </a:moveTo>
                <a:lnTo>
                  <a:pt x="1171822" y="479573"/>
                </a:lnTo>
                <a:lnTo>
                  <a:pt x="1172948" y="480777"/>
                </a:lnTo>
                <a:close/>
                <a:moveTo>
                  <a:pt x="520009" y="1937446"/>
                </a:moveTo>
                <a:lnTo>
                  <a:pt x="526533" y="1940329"/>
                </a:lnTo>
                <a:lnTo>
                  <a:pt x="526468" y="1937618"/>
                </a:lnTo>
                <a:close/>
                <a:moveTo>
                  <a:pt x="511471" y="1956558"/>
                </a:moveTo>
                <a:lnTo>
                  <a:pt x="511871" y="1960931"/>
                </a:lnTo>
                <a:lnTo>
                  <a:pt x="515051" y="1961039"/>
                </a:lnTo>
                <a:lnTo>
                  <a:pt x="527164" y="1959227"/>
                </a:lnTo>
                <a:lnTo>
                  <a:pt x="527116" y="1957936"/>
                </a:lnTo>
                <a:lnTo>
                  <a:pt x="526904" y="1957915"/>
                </a:lnTo>
                <a:lnTo>
                  <a:pt x="512348" y="1960472"/>
                </a:lnTo>
                <a:lnTo>
                  <a:pt x="512126" y="1960324"/>
                </a:lnTo>
                <a:lnTo>
                  <a:pt x="526222" y="1957848"/>
                </a:lnTo>
                <a:lnTo>
                  <a:pt x="518619" y="1957101"/>
                </a:lnTo>
                <a:lnTo>
                  <a:pt x="518620" y="1957145"/>
                </a:lnTo>
                <a:lnTo>
                  <a:pt x="518571" y="1957097"/>
                </a:lnTo>
                <a:lnTo>
                  <a:pt x="511854" y="1956437"/>
                </a:lnTo>
                <a:close/>
                <a:moveTo>
                  <a:pt x="1165338" y="492300"/>
                </a:moveTo>
                <a:lnTo>
                  <a:pt x="1164533" y="495063"/>
                </a:lnTo>
                <a:lnTo>
                  <a:pt x="1166445" y="497455"/>
                </a:lnTo>
                <a:lnTo>
                  <a:pt x="1167154" y="496813"/>
                </a:lnTo>
                <a:lnTo>
                  <a:pt x="1165855" y="492802"/>
                </a:lnTo>
                <a:lnTo>
                  <a:pt x="1165615" y="492551"/>
                </a:lnTo>
                <a:close/>
                <a:moveTo>
                  <a:pt x="518009" y="1941687"/>
                </a:moveTo>
                <a:lnTo>
                  <a:pt x="518099" y="1943965"/>
                </a:lnTo>
                <a:lnTo>
                  <a:pt x="522812" y="1945192"/>
                </a:lnTo>
                <a:lnTo>
                  <a:pt x="524283" y="1944475"/>
                </a:lnTo>
                <a:close/>
                <a:moveTo>
                  <a:pt x="536060" y="1900883"/>
                </a:moveTo>
                <a:lnTo>
                  <a:pt x="537692" y="1901462"/>
                </a:lnTo>
                <a:lnTo>
                  <a:pt x="536541" y="1900740"/>
                </a:lnTo>
                <a:close/>
                <a:moveTo>
                  <a:pt x="1232288" y="341290"/>
                </a:moveTo>
                <a:lnTo>
                  <a:pt x="1233705" y="344282"/>
                </a:lnTo>
                <a:lnTo>
                  <a:pt x="1236319" y="350416"/>
                </a:lnTo>
                <a:lnTo>
                  <a:pt x="1237644" y="348898"/>
                </a:lnTo>
                <a:close/>
                <a:moveTo>
                  <a:pt x="517965" y="1940564"/>
                </a:moveTo>
                <a:lnTo>
                  <a:pt x="517983" y="1941027"/>
                </a:lnTo>
                <a:lnTo>
                  <a:pt x="524979" y="1944136"/>
                </a:lnTo>
                <a:lnTo>
                  <a:pt x="526080" y="1943599"/>
                </a:lnTo>
                <a:lnTo>
                  <a:pt x="523880" y="1942801"/>
                </a:lnTo>
                <a:close/>
                <a:moveTo>
                  <a:pt x="508597" y="1961095"/>
                </a:moveTo>
                <a:lnTo>
                  <a:pt x="508903" y="1961959"/>
                </a:lnTo>
                <a:lnTo>
                  <a:pt x="510546" y="1961713"/>
                </a:lnTo>
                <a:lnTo>
                  <a:pt x="510472" y="1961159"/>
                </a:lnTo>
                <a:close/>
                <a:moveTo>
                  <a:pt x="1240043" y="322999"/>
                </a:moveTo>
                <a:lnTo>
                  <a:pt x="1246276" y="339005"/>
                </a:lnTo>
                <a:lnTo>
                  <a:pt x="1263547" y="319215"/>
                </a:lnTo>
                <a:lnTo>
                  <a:pt x="1252788" y="304471"/>
                </a:lnTo>
                <a:close/>
                <a:moveTo>
                  <a:pt x="507355" y="1962878"/>
                </a:moveTo>
                <a:lnTo>
                  <a:pt x="507647" y="1964075"/>
                </a:lnTo>
                <a:lnTo>
                  <a:pt x="509394" y="1964828"/>
                </a:lnTo>
                <a:lnTo>
                  <a:pt x="508634" y="1962686"/>
                </a:lnTo>
                <a:close/>
                <a:moveTo>
                  <a:pt x="1194511" y="424056"/>
                </a:moveTo>
                <a:lnTo>
                  <a:pt x="1193443" y="427265"/>
                </a:lnTo>
                <a:lnTo>
                  <a:pt x="1192951" y="430080"/>
                </a:lnTo>
                <a:lnTo>
                  <a:pt x="1195849" y="425552"/>
                </a:lnTo>
                <a:close/>
                <a:moveTo>
                  <a:pt x="1215294" y="377468"/>
                </a:moveTo>
                <a:lnTo>
                  <a:pt x="1220674" y="386678"/>
                </a:lnTo>
                <a:lnTo>
                  <a:pt x="1228399" y="374520"/>
                </a:lnTo>
                <a:lnTo>
                  <a:pt x="1228300" y="363185"/>
                </a:lnTo>
                <a:lnTo>
                  <a:pt x="1227852" y="361862"/>
                </a:lnTo>
                <a:close/>
                <a:moveTo>
                  <a:pt x="523339" y="1926847"/>
                </a:moveTo>
                <a:lnTo>
                  <a:pt x="526220" y="1927234"/>
                </a:lnTo>
                <a:lnTo>
                  <a:pt x="526211" y="1926857"/>
                </a:lnTo>
                <a:close/>
                <a:moveTo>
                  <a:pt x="1160730" y="499606"/>
                </a:moveTo>
                <a:lnTo>
                  <a:pt x="1160005" y="501440"/>
                </a:lnTo>
                <a:lnTo>
                  <a:pt x="1159978" y="501935"/>
                </a:lnTo>
                <a:lnTo>
                  <a:pt x="1160071" y="502217"/>
                </a:lnTo>
                <a:lnTo>
                  <a:pt x="1159977" y="501962"/>
                </a:lnTo>
                <a:lnTo>
                  <a:pt x="1159911" y="503169"/>
                </a:lnTo>
                <a:lnTo>
                  <a:pt x="1159978" y="503306"/>
                </a:lnTo>
                <a:lnTo>
                  <a:pt x="1160326" y="502991"/>
                </a:lnTo>
                <a:lnTo>
                  <a:pt x="1160071" y="502217"/>
                </a:lnTo>
                <a:lnTo>
                  <a:pt x="1160349" y="502969"/>
                </a:lnTo>
                <a:lnTo>
                  <a:pt x="1160604" y="502739"/>
                </a:lnTo>
                <a:lnTo>
                  <a:pt x="1161253" y="500512"/>
                </a:lnTo>
                <a:close/>
                <a:moveTo>
                  <a:pt x="1167875" y="483598"/>
                </a:moveTo>
                <a:lnTo>
                  <a:pt x="1165867" y="490486"/>
                </a:lnTo>
                <a:lnTo>
                  <a:pt x="1168677" y="493035"/>
                </a:lnTo>
                <a:lnTo>
                  <a:pt x="1170175" y="488873"/>
                </a:lnTo>
                <a:close/>
                <a:moveTo>
                  <a:pt x="1228556" y="347721"/>
                </a:moveTo>
                <a:lnTo>
                  <a:pt x="1228635" y="356771"/>
                </a:lnTo>
                <a:lnTo>
                  <a:pt x="1229609" y="358106"/>
                </a:lnTo>
                <a:lnTo>
                  <a:pt x="1233991" y="353085"/>
                </a:lnTo>
                <a:close/>
                <a:moveTo>
                  <a:pt x="517888" y="1938636"/>
                </a:moveTo>
                <a:lnTo>
                  <a:pt x="517943" y="1940046"/>
                </a:lnTo>
                <a:lnTo>
                  <a:pt x="526601" y="1943164"/>
                </a:lnTo>
                <a:lnTo>
                  <a:pt x="526550" y="1941056"/>
                </a:lnTo>
                <a:lnTo>
                  <a:pt x="526414" y="1940995"/>
                </a:lnTo>
                <a:close/>
                <a:moveTo>
                  <a:pt x="1162681" y="494674"/>
                </a:moveTo>
                <a:lnTo>
                  <a:pt x="1162324" y="495579"/>
                </a:lnTo>
                <a:lnTo>
                  <a:pt x="1162580" y="495960"/>
                </a:lnTo>
                <a:lnTo>
                  <a:pt x="1162863" y="494988"/>
                </a:lnTo>
                <a:lnTo>
                  <a:pt x="1162765" y="494778"/>
                </a:lnTo>
                <a:close/>
                <a:moveTo>
                  <a:pt x="1163721" y="492046"/>
                </a:moveTo>
                <a:lnTo>
                  <a:pt x="1163191" y="493385"/>
                </a:lnTo>
                <a:lnTo>
                  <a:pt x="1163293" y="493513"/>
                </a:lnTo>
                <a:close/>
                <a:moveTo>
                  <a:pt x="1237678" y="326437"/>
                </a:moveTo>
                <a:lnTo>
                  <a:pt x="1244814" y="340681"/>
                </a:lnTo>
                <a:lnTo>
                  <a:pt x="1245651" y="339722"/>
                </a:lnTo>
                <a:lnTo>
                  <a:pt x="1239623" y="323610"/>
                </a:lnTo>
                <a:close/>
                <a:moveTo>
                  <a:pt x="1213865" y="379245"/>
                </a:moveTo>
                <a:lnTo>
                  <a:pt x="1217614" y="389270"/>
                </a:lnTo>
                <a:lnTo>
                  <a:pt x="1218483" y="390126"/>
                </a:lnTo>
                <a:lnTo>
                  <a:pt x="1220397" y="387114"/>
                </a:lnTo>
                <a:lnTo>
                  <a:pt x="1215083" y="377731"/>
                </a:lnTo>
                <a:close/>
                <a:moveTo>
                  <a:pt x="1169082" y="479454"/>
                </a:moveTo>
                <a:lnTo>
                  <a:pt x="1168330" y="482035"/>
                </a:lnTo>
                <a:lnTo>
                  <a:pt x="1170277" y="485730"/>
                </a:lnTo>
                <a:lnTo>
                  <a:pt x="1170841" y="487024"/>
                </a:lnTo>
                <a:lnTo>
                  <a:pt x="1171504" y="485184"/>
                </a:lnTo>
                <a:lnTo>
                  <a:pt x="1171357" y="482275"/>
                </a:lnTo>
                <a:close/>
                <a:moveTo>
                  <a:pt x="488149" y="2004124"/>
                </a:moveTo>
                <a:lnTo>
                  <a:pt x="496391" y="2003463"/>
                </a:lnTo>
                <a:lnTo>
                  <a:pt x="494202" y="2002198"/>
                </a:lnTo>
                <a:close/>
                <a:moveTo>
                  <a:pt x="491202" y="1997036"/>
                </a:moveTo>
                <a:lnTo>
                  <a:pt x="491941" y="1997095"/>
                </a:lnTo>
                <a:lnTo>
                  <a:pt x="491487" y="1996951"/>
                </a:lnTo>
                <a:close/>
                <a:moveTo>
                  <a:pt x="517838" y="1937389"/>
                </a:moveTo>
                <a:lnTo>
                  <a:pt x="517875" y="1938315"/>
                </a:lnTo>
                <a:lnTo>
                  <a:pt x="523962" y="1939912"/>
                </a:lnTo>
                <a:lnTo>
                  <a:pt x="518280" y="1937401"/>
                </a:lnTo>
                <a:close/>
                <a:moveTo>
                  <a:pt x="517831" y="1937202"/>
                </a:moveTo>
                <a:lnTo>
                  <a:pt x="517831" y="1937211"/>
                </a:lnTo>
                <a:lnTo>
                  <a:pt x="517853" y="1937212"/>
                </a:lnTo>
                <a:close/>
                <a:moveTo>
                  <a:pt x="518072" y="1936590"/>
                </a:moveTo>
                <a:lnTo>
                  <a:pt x="519583" y="1937257"/>
                </a:lnTo>
                <a:lnTo>
                  <a:pt x="526464" y="1937441"/>
                </a:lnTo>
                <a:lnTo>
                  <a:pt x="526464" y="1937438"/>
                </a:lnTo>
                <a:lnTo>
                  <a:pt x="525544" y="1937379"/>
                </a:lnTo>
                <a:close/>
                <a:moveTo>
                  <a:pt x="500181" y="1976622"/>
                </a:moveTo>
                <a:lnTo>
                  <a:pt x="510422" y="1980155"/>
                </a:lnTo>
                <a:lnTo>
                  <a:pt x="510733" y="1980163"/>
                </a:lnTo>
                <a:lnTo>
                  <a:pt x="509705" y="1976572"/>
                </a:lnTo>
                <a:lnTo>
                  <a:pt x="508106" y="1976414"/>
                </a:lnTo>
                <a:lnTo>
                  <a:pt x="504032" y="1976270"/>
                </a:lnTo>
                <a:lnTo>
                  <a:pt x="503808" y="1976080"/>
                </a:lnTo>
                <a:close/>
                <a:moveTo>
                  <a:pt x="516145" y="1940860"/>
                </a:moveTo>
                <a:lnTo>
                  <a:pt x="517614" y="1943839"/>
                </a:lnTo>
                <a:lnTo>
                  <a:pt x="517842" y="1943899"/>
                </a:lnTo>
                <a:lnTo>
                  <a:pt x="517750" y="1941572"/>
                </a:lnTo>
                <a:close/>
                <a:moveTo>
                  <a:pt x="533073" y="1902829"/>
                </a:moveTo>
                <a:lnTo>
                  <a:pt x="536046" y="1903806"/>
                </a:lnTo>
                <a:lnTo>
                  <a:pt x="538821" y="1903498"/>
                </a:lnTo>
                <a:lnTo>
                  <a:pt x="534473" y="1902735"/>
                </a:lnTo>
                <a:close/>
                <a:moveTo>
                  <a:pt x="506908" y="1961039"/>
                </a:moveTo>
                <a:lnTo>
                  <a:pt x="507194" y="1962215"/>
                </a:lnTo>
                <a:lnTo>
                  <a:pt x="508402" y="1962034"/>
                </a:lnTo>
                <a:lnTo>
                  <a:pt x="508062" y="1961077"/>
                </a:lnTo>
                <a:close/>
                <a:moveTo>
                  <a:pt x="1170192" y="475688"/>
                </a:moveTo>
                <a:lnTo>
                  <a:pt x="1170150" y="475793"/>
                </a:lnTo>
                <a:lnTo>
                  <a:pt x="1169707" y="477311"/>
                </a:lnTo>
                <a:lnTo>
                  <a:pt x="1171187" y="478893"/>
                </a:lnTo>
                <a:lnTo>
                  <a:pt x="1171111" y="477386"/>
                </a:lnTo>
                <a:close/>
                <a:moveTo>
                  <a:pt x="1198414" y="412315"/>
                </a:moveTo>
                <a:lnTo>
                  <a:pt x="1194577" y="423855"/>
                </a:lnTo>
                <a:lnTo>
                  <a:pt x="1195953" y="425391"/>
                </a:lnTo>
                <a:lnTo>
                  <a:pt x="1200539" y="418233"/>
                </a:lnTo>
                <a:close/>
                <a:moveTo>
                  <a:pt x="1170931" y="473817"/>
                </a:moveTo>
                <a:lnTo>
                  <a:pt x="1170914" y="473858"/>
                </a:lnTo>
                <a:lnTo>
                  <a:pt x="1170934" y="473894"/>
                </a:lnTo>
                <a:close/>
                <a:moveTo>
                  <a:pt x="1198587" y="411796"/>
                </a:moveTo>
                <a:lnTo>
                  <a:pt x="1198536" y="411948"/>
                </a:lnTo>
                <a:lnTo>
                  <a:pt x="1200759" y="417890"/>
                </a:lnTo>
                <a:lnTo>
                  <a:pt x="1202081" y="415826"/>
                </a:lnTo>
                <a:close/>
                <a:moveTo>
                  <a:pt x="1172053" y="470978"/>
                </a:moveTo>
                <a:lnTo>
                  <a:pt x="1171232" y="473056"/>
                </a:lnTo>
                <a:lnTo>
                  <a:pt x="1171380" y="474693"/>
                </a:lnTo>
                <a:lnTo>
                  <a:pt x="1173683" y="478828"/>
                </a:lnTo>
                <a:lnTo>
                  <a:pt x="1172856" y="469497"/>
                </a:lnTo>
                <a:close/>
                <a:moveTo>
                  <a:pt x="1211920" y="381662"/>
                </a:moveTo>
                <a:lnTo>
                  <a:pt x="1213557" y="384741"/>
                </a:lnTo>
                <a:lnTo>
                  <a:pt x="1214108" y="385810"/>
                </a:lnTo>
                <a:lnTo>
                  <a:pt x="1216480" y="388152"/>
                </a:lnTo>
                <a:lnTo>
                  <a:pt x="1213377" y="379851"/>
                </a:lnTo>
                <a:close/>
                <a:moveTo>
                  <a:pt x="1199099" y="410255"/>
                </a:moveTo>
                <a:lnTo>
                  <a:pt x="1198810" y="411123"/>
                </a:lnTo>
                <a:lnTo>
                  <a:pt x="1202425" y="415290"/>
                </a:lnTo>
                <a:lnTo>
                  <a:pt x="1208909" y="405169"/>
                </a:lnTo>
                <a:lnTo>
                  <a:pt x="1208043" y="403980"/>
                </a:lnTo>
                <a:close/>
                <a:moveTo>
                  <a:pt x="505507" y="1963154"/>
                </a:moveTo>
                <a:lnTo>
                  <a:pt x="505915" y="1963329"/>
                </a:lnTo>
                <a:lnTo>
                  <a:pt x="505850" y="1963103"/>
                </a:lnTo>
                <a:close/>
                <a:moveTo>
                  <a:pt x="1145069" y="530972"/>
                </a:moveTo>
                <a:lnTo>
                  <a:pt x="1145136" y="531130"/>
                </a:lnTo>
                <a:lnTo>
                  <a:pt x="1145811" y="531902"/>
                </a:lnTo>
                <a:lnTo>
                  <a:pt x="1146194" y="530151"/>
                </a:lnTo>
                <a:lnTo>
                  <a:pt x="1146102" y="529790"/>
                </a:lnTo>
                <a:close/>
                <a:moveTo>
                  <a:pt x="1211271" y="382468"/>
                </a:moveTo>
                <a:lnTo>
                  <a:pt x="1212521" y="384245"/>
                </a:lnTo>
                <a:lnTo>
                  <a:pt x="1213006" y="384723"/>
                </a:lnTo>
                <a:lnTo>
                  <a:pt x="1211621" y="382033"/>
                </a:lnTo>
                <a:close/>
                <a:moveTo>
                  <a:pt x="1230816" y="338188"/>
                </a:moveTo>
                <a:lnTo>
                  <a:pt x="1231270" y="339146"/>
                </a:lnTo>
                <a:lnTo>
                  <a:pt x="1237917" y="348585"/>
                </a:lnTo>
                <a:lnTo>
                  <a:pt x="1240207" y="345960"/>
                </a:lnTo>
                <a:lnTo>
                  <a:pt x="1239476" y="341933"/>
                </a:lnTo>
                <a:lnTo>
                  <a:pt x="1239690" y="342121"/>
                </a:lnTo>
                <a:lnTo>
                  <a:pt x="1240356" y="345790"/>
                </a:lnTo>
                <a:lnTo>
                  <a:pt x="1244535" y="341000"/>
                </a:lnTo>
                <a:lnTo>
                  <a:pt x="1237424" y="326807"/>
                </a:lnTo>
                <a:lnTo>
                  <a:pt x="1234721" y="330735"/>
                </a:lnTo>
                <a:close/>
                <a:moveTo>
                  <a:pt x="507440" y="1957834"/>
                </a:moveTo>
                <a:lnTo>
                  <a:pt x="508498" y="1960817"/>
                </a:lnTo>
                <a:lnTo>
                  <a:pt x="510436" y="1960883"/>
                </a:lnTo>
                <a:lnTo>
                  <a:pt x="509927" y="1957047"/>
                </a:lnTo>
                <a:close/>
                <a:moveTo>
                  <a:pt x="515549" y="1939651"/>
                </a:moveTo>
                <a:lnTo>
                  <a:pt x="515735" y="1940028"/>
                </a:lnTo>
                <a:lnTo>
                  <a:pt x="517724" y="1940912"/>
                </a:lnTo>
                <a:lnTo>
                  <a:pt x="517706" y="1940466"/>
                </a:lnTo>
                <a:close/>
                <a:moveTo>
                  <a:pt x="516578" y="1937178"/>
                </a:moveTo>
                <a:lnTo>
                  <a:pt x="517577" y="1937204"/>
                </a:lnTo>
                <a:lnTo>
                  <a:pt x="517573" y="1937087"/>
                </a:lnTo>
                <a:lnTo>
                  <a:pt x="517183" y="1936915"/>
                </a:lnTo>
                <a:close/>
                <a:moveTo>
                  <a:pt x="530949" y="1904819"/>
                </a:moveTo>
                <a:lnTo>
                  <a:pt x="543535" y="1907734"/>
                </a:lnTo>
                <a:lnTo>
                  <a:pt x="535535" y="1904441"/>
                </a:lnTo>
                <a:lnTo>
                  <a:pt x="535002" y="1904371"/>
                </a:lnTo>
                <a:close/>
                <a:moveTo>
                  <a:pt x="1143746" y="532491"/>
                </a:moveTo>
                <a:lnTo>
                  <a:pt x="1144523" y="532653"/>
                </a:lnTo>
                <a:lnTo>
                  <a:pt x="1144063" y="532127"/>
                </a:lnTo>
                <a:close/>
                <a:moveTo>
                  <a:pt x="1228511" y="342589"/>
                </a:moveTo>
                <a:lnTo>
                  <a:pt x="1228545" y="346448"/>
                </a:lnTo>
                <a:lnTo>
                  <a:pt x="1234582" y="352407"/>
                </a:lnTo>
                <a:lnTo>
                  <a:pt x="1235312" y="351570"/>
                </a:lnTo>
                <a:lnTo>
                  <a:pt x="1230151" y="339458"/>
                </a:lnTo>
                <a:close/>
                <a:moveTo>
                  <a:pt x="1227190" y="345111"/>
                </a:moveTo>
                <a:lnTo>
                  <a:pt x="1228152" y="346061"/>
                </a:lnTo>
                <a:lnTo>
                  <a:pt x="1228128" y="343320"/>
                </a:lnTo>
                <a:close/>
                <a:moveTo>
                  <a:pt x="489095" y="1997668"/>
                </a:moveTo>
                <a:lnTo>
                  <a:pt x="491009" y="1998675"/>
                </a:lnTo>
                <a:lnTo>
                  <a:pt x="499070" y="1999466"/>
                </a:lnTo>
                <a:lnTo>
                  <a:pt x="499304" y="1999432"/>
                </a:lnTo>
                <a:lnTo>
                  <a:pt x="493886" y="1997712"/>
                </a:lnTo>
                <a:lnTo>
                  <a:pt x="491360" y="1997511"/>
                </a:lnTo>
                <a:lnTo>
                  <a:pt x="490096" y="1997368"/>
                </a:lnTo>
                <a:close/>
                <a:moveTo>
                  <a:pt x="1208603" y="385784"/>
                </a:moveTo>
                <a:lnTo>
                  <a:pt x="1210597" y="388441"/>
                </a:lnTo>
                <a:lnTo>
                  <a:pt x="1215384" y="395002"/>
                </a:lnTo>
                <a:lnTo>
                  <a:pt x="1216994" y="392470"/>
                </a:lnTo>
                <a:lnTo>
                  <a:pt x="1215563" y="389690"/>
                </a:lnTo>
                <a:lnTo>
                  <a:pt x="1212393" y="385058"/>
                </a:lnTo>
                <a:lnTo>
                  <a:pt x="1210607" y="383294"/>
                </a:lnTo>
                <a:close/>
                <a:moveTo>
                  <a:pt x="1224239" y="350745"/>
                </a:moveTo>
                <a:lnTo>
                  <a:pt x="1228240" y="356230"/>
                </a:lnTo>
                <a:lnTo>
                  <a:pt x="1228163" y="347332"/>
                </a:lnTo>
                <a:lnTo>
                  <a:pt x="1226755" y="345942"/>
                </a:lnTo>
                <a:close/>
                <a:moveTo>
                  <a:pt x="1151047" y="514442"/>
                </a:moveTo>
                <a:lnTo>
                  <a:pt x="1151175" y="514577"/>
                </a:lnTo>
                <a:lnTo>
                  <a:pt x="1151240" y="514413"/>
                </a:lnTo>
                <a:lnTo>
                  <a:pt x="1151288" y="514191"/>
                </a:lnTo>
                <a:close/>
                <a:moveTo>
                  <a:pt x="515433" y="1937675"/>
                </a:moveTo>
                <a:lnTo>
                  <a:pt x="517618" y="1938248"/>
                </a:lnTo>
                <a:lnTo>
                  <a:pt x="517584" y="1937382"/>
                </a:lnTo>
                <a:lnTo>
                  <a:pt x="516194" y="1937345"/>
                </a:lnTo>
                <a:close/>
                <a:moveTo>
                  <a:pt x="506224" y="1958218"/>
                </a:moveTo>
                <a:lnTo>
                  <a:pt x="506841" y="1960761"/>
                </a:lnTo>
                <a:lnTo>
                  <a:pt x="507963" y="1960799"/>
                </a:lnTo>
                <a:lnTo>
                  <a:pt x="506965" y="1957984"/>
                </a:lnTo>
                <a:close/>
                <a:moveTo>
                  <a:pt x="1178676" y="452366"/>
                </a:moveTo>
                <a:lnTo>
                  <a:pt x="1178880" y="453113"/>
                </a:lnTo>
                <a:lnTo>
                  <a:pt x="1179138" y="452696"/>
                </a:lnTo>
                <a:close/>
                <a:moveTo>
                  <a:pt x="517627" y="1932051"/>
                </a:moveTo>
                <a:lnTo>
                  <a:pt x="517740" y="1934899"/>
                </a:lnTo>
                <a:lnTo>
                  <a:pt x="520451" y="1935075"/>
                </a:lnTo>
                <a:lnTo>
                  <a:pt x="526346" y="1932522"/>
                </a:lnTo>
                <a:lnTo>
                  <a:pt x="526300" y="1930587"/>
                </a:lnTo>
                <a:close/>
                <a:moveTo>
                  <a:pt x="530842" y="1902096"/>
                </a:moveTo>
                <a:lnTo>
                  <a:pt x="532254" y="1902560"/>
                </a:lnTo>
                <a:lnTo>
                  <a:pt x="533141" y="1902500"/>
                </a:lnTo>
                <a:close/>
                <a:moveTo>
                  <a:pt x="1207271" y="387439"/>
                </a:moveTo>
                <a:lnTo>
                  <a:pt x="1212458" y="399609"/>
                </a:lnTo>
                <a:lnTo>
                  <a:pt x="1215218" y="395265"/>
                </a:lnTo>
                <a:lnTo>
                  <a:pt x="1208444" y="385982"/>
                </a:lnTo>
                <a:close/>
                <a:moveTo>
                  <a:pt x="506767" y="1955938"/>
                </a:moveTo>
                <a:lnTo>
                  <a:pt x="507261" y="1957329"/>
                </a:lnTo>
                <a:lnTo>
                  <a:pt x="509856" y="1956508"/>
                </a:lnTo>
                <a:lnTo>
                  <a:pt x="509820" y="1956238"/>
                </a:lnTo>
                <a:close/>
                <a:moveTo>
                  <a:pt x="514725" y="1937980"/>
                </a:moveTo>
                <a:lnTo>
                  <a:pt x="515268" y="1939082"/>
                </a:lnTo>
                <a:lnTo>
                  <a:pt x="517686" y="1939953"/>
                </a:lnTo>
                <a:lnTo>
                  <a:pt x="517631" y="1938566"/>
                </a:lnTo>
                <a:lnTo>
                  <a:pt x="515034" y="1937847"/>
                </a:lnTo>
                <a:close/>
                <a:moveTo>
                  <a:pt x="1179285" y="449881"/>
                </a:moveTo>
                <a:lnTo>
                  <a:pt x="1180207" y="450961"/>
                </a:lnTo>
                <a:lnTo>
                  <a:pt x="1180481" y="450518"/>
                </a:lnTo>
                <a:lnTo>
                  <a:pt x="1180847" y="448689"/>
                </a:lnTo>
                <a:close/>
                <a:moveTo>
                  <a:pt x="517598" y="1931328"/>
                </a:moveTo>
                <a:lnTo>
                  <a:pt x="517608" y="1931566"/>
                </a:lnTo>
                <a:lnTo>
                  <a:pt x="523993" y="1930487"/>
                </a:lnTo>
                <a:lnTo>
                  <a:pt x="521555" y="1930438"/>
                </a:lnTo>
                <a:close/>
                <a:moveTo>
                  <a:pt x="1205550" y="390854"/>
                </a:moveTo>
                <a:lnTo>
                  <a:pt x="1199394" y="409369"/>
                </a:lnTo>
                <a:lnTo>
                  <a:pt x="1207715" y="403531"/>
                </a:lnTo>
                <a:lnTo>
                  <a:pt x="1204386" y="398962"/>
                </a:lnTo>
                <a:lnTo>
                  <a:pt x="1204851" y="399093"/>
                </a:lnTo>
                <a:lnTo>
                  <a:pt x="1207960" y="403359"/>
                </a:lnTo>
                <a:lnTo>
                  <a:pt x="1209346" y="402386"/>
                </a:lnTo>
                <a:close/>
                <a:moveTo>
                  <a:pt x="484558" y="2005267"/>
                </a:moveTo>
                <a:lnTo>
                  <a:pt x="517787" y="2016370"/>
                </a:lnTo>
                <a:lnTo>
                  <a:pt x="517574" y="2014766"/>
                </a:lnTo>
                <a:lnTo>
                  <a:pt x="499568" y="2005298"/>
                </a:lnTo>
                <a:lnTo>
                  <a:pt x="496940" y="2003779"/>
                </a:lnTo>
                <a:lnTo>
                  <a:pt x="486631" y="2004607"/>
                </a:lnTo>
                <a:close/>
                <a:moveTo>
                  <a:pt x="519791" y="1926370"/>
                </a:moveTo>
                <a:lnTo>
                  <a:pt x="520507" y="1926466"/>
                </a:lnTo>
                <a:lnTo>
                  <a:pt x="526202" y="1926486"/>
                </a:lnTo>
                <a:lnTo>
                  <a:pt x="526168" y="1925085"/>
                </a:lnTo>
                <a:close/>
                <a:moveTo>
                  <a:pt x="503133" y="1963528"/>
                </a:moveTo>
                <a:lnTo>
                  <a:pt x="506424" y="1965111"/>
                </a:lnTo>
                <a:lnTo>
                  <a:pt x="506370" y="1964921"/>
                </a:lnTo>
                <a:close/>
                <a:moveTo>
                  <a:pt x="1206274" y="388679"/>
                </a:moveTo>
                <a:lnTo>
                  <a:pt x="1206045" y="389364"/>
                </a:lnTo>
                <a:lnTo>
                  <a:pt x="1206846" y="391504"/>
                </a:lnTo>
                <a:lnTo>
                  <a:pt x="1210225" y="401770"/>
                </a:lnTo>
                <a:lnTo>
                  <a:pt x="1211777" y="400680"/>
                </a:lnTo>
                <a:lnTo>
                  <a:pt x="1211789" y="400662"/>
                </a:lnTo>
                <a:lnTo>
                  <a:pt x="1206541" y="388346"/>
                </a:lnTo>
                <a:close/>
                <a:moveTo>
                  <a:pt x="487333" y="1998314"/>
                </a:moveTo>
                <a:lnTo>
                  <a:pt x="487512" y="1998331"/>
                </a:lnTo>
                <a:lnTo>
                  <a:pt x="487415" y="1998275"/>
                </a:lnTo>
                <a:close/>
                <a:moveTo>
                  <a:pt x="1178512" y="450471"/>
                </a:moveTo>
                <a:lnTo>
                  <a:pt x="1179740" y="451719"/>
                </a:lnTo>
                <a:lnTo>
                  <a:pt x="1179851" y="451539"/>
                </a:lnTo>
                <a:lnTo>
                  <a:pt x="1178787" y="450261"/>
                </a:lnTo>
                <a:close/>
                <a:moveTo>
                  <a:pt x="517559" y="1930358"/>
                </a:moveTo>
                <a:lnTo>
                  <a:pt x="517578" y="1930819"/>
                </a:lnTo>
                <a:lnTo>
                  <a:pt x="519458" y="1930396"/>
                </a:lnTo>
                <a:close/>
                <a:moveTo>
                  <a:pt x="1170747" y="467722"/>
                </a:moveTo>
                <a:lnTo>
                  <a:pt x="1170846" y="468806"/>
                </a:lnTo>
                <a:lnTo>
                  <a:pt x="1172018" y="465662"/>
                </a:lnTo>
                <a:close/>
                <a:moveTo>
                  <a:pt x="514388" y="1937297"/>
                </a:moveTo>
                <a:lnTo>
                  <a:pt x="514447" y="1937416"/>
                </a:lnTo>
                <a:lnTo>
                  <a:pt x="514820" y="1937514"/>
                </a:lnTo>
                <a:lnTo>
                  <a:pt x="515268" y="1937320"/>
                </a:lnTo>
                <a:close/>
                <a:moveTo>
                  <a:pt x="1160622" y="490169"/>
                </a:moveTo>
                <a:lnTo>
                  <a:pt x="1160621" y="490171"/>
                </a:lnTo>
                <a:lnTo>
                  <a:pt x="1160623" y="490175"/>
                </a:lnTo>
                <a:close/>
                <a:moveTo>
                  <a:pt x="510485" y="1945781"/>
                </a:moveTo>
                <a:lnTo>
                  <a:pt x="510873" y="1950017"/>
                </a:lnTo>
                <a:lnTo>
                  <a:pt x="514311" y="1949334"/>
                </a:lnTo>
                <a:lnTo>
                  <a:pt x="517062" y="1947994"/>
                </a:lnTo>
                <a:lnTo>
                  <a:pt x="516864" y="1947827"/>
                </a:lnTo>
                <a:lnTo>
                  <a:pt x="517368" y="1947845"/>
                </a:lnTo>
                <a:lnTo>
                  <a:pt x="517986" y="1947543"/>
                </a:lnTo>
                <a:lnTo>
                  <a:pt x="517930" y="1946132"/>
                </a:lnTo>
                <a:close/>
                <a:moveTo>
                  <a:pt x="1207569" y="384782"/>
                </a:moveTo>
                <a:lnTo>
                  <a:pt x="1207224" y="385817"/>
                </a:lnTo>
                <a:lnTo>
                  <a:pt x="1207801" y="385100"/>
                </a:lnTo>
                <a:close/>
                <a:moveTo>
                  <a:pt x="529410" y="1903076"/>
                </a:moveTo>
                <a:lnTo>
                  <a:pt x="533144" y="1903570"/>
                </a:lnTo>
                <a:lnTo>
                  <a:pt x="531010" y="1902968"/>
                </a:lnTo>
                <a:close/>
                <a:moveTo>
                  <a:pt x="513585" y="1938475"/>
                </a:moveTo>
                <a:lnTo>
                  <a:pt x="514943" y="1938964"/>
                </a:lnTo>
                <a:lnTo>
                  <a:pt x="514504" y="1938076"/>
                </a:lnTo>
                <a:close/>
                <a:moveTo>
                  <a:pt x="1180425" y="445290"/>
                </a:moveTo>
                <a:lnTo>
                  <a:pt x="1179772" y="447040"/>
                </a:lnTo>
                <a:lnTo>
                  <a:pt x="1181057" y="446060"/>
                </a:lnTo>
                <a:close/>
                <a:moveTo>
                  <a:pt x="1145093" y="524387"/>
                </a:moveTo>
                <a:lnTo>
                  <a:pt x="1146186" y="528667"/>
                </a:lnTo>
                <a:lnTo>
                  <a:pt x="1146009" y="525067"/>
                </a:lnTo>
                <a:close/>
                <a:moveTo>
                  <a:pt x="1180816" y="444240"/>
                </a:moveTo>
                <a:lnTo>
                  <a:pt x="1180615" y="444777"/>
                </a:lnTo>
                <a:lnTo>
                  <a:pt x="1181437" y="445756"/>
                </a:lnTo>
                <a:lnTo>
                  <a:pt x="1181605" y="444922"/>
                </a:lnTo>
                <a:close/>
                <a:moveTo>
                  <a:pt x="1212629" y="372905"/>
                </a:moveTo>
                <a:lnTo>
                  <a:pt x="1214726" y="376494"/>
                </a:lnTo>
                <a:lnTo>
                  <a:pt x="1227451" y="360680"/>
                </a:lnTo>
                <a:lnTo>
                  <a:pt x="1226322" y="357354"/>
                </a:lnTo>
                <a:lnTo>
                  <a:pt x="1226806" y="357607"/>
                </a:lnTo>
                <a:lnTo>
                  <a:pt x="1227731" y="360333"/>
                </a:lnTo>
                <a:lnTo>
                  <a:pt x="1228270" y="359664"/>
                </a:lnTo>
                <a:lnTo>
                  <a:pt x="1228247" y="357081"/>
                </a:lnTo>
                <a:lnTo>
                  <a:pt x="1223982" y="351237"/>
                </a:lnTo>
                <a:close/>
                <a:moveTo>
                  <a:pt x="531042" y="1899105"/>
                </a:moveTo>
                <a:lnTo>
                  <a:pt x="535737" y="1900768"/>
                </a:lnTo>
                <a:lnTo>
                  <a:pt x="536314" y="1900598"/>
                </a:lnTo>
                <a:lnTo>
                  <a:pt x="534569" y="1899503"/>
                </a:lnTo>
                <a:close/>
                <a:moveTo>
                  <a:pt x="1169040" y="470491"/>
                </a:moveTo>
                <a:lnTo>
                  <a:pt x="1169653" y="471589"/>
                </a:lnTo>
                <a:lnTo>
                  <a:pt x="1170151" y="470670"/>
                </a:lnTo>
                <a:lnTo>
                  <a:pt x="1170585" y="469504"/>
                </a:lnTo>
                <a:lnTo>
                  <a:pt x="1170466" y="468178"/>
                </a:lnTo>
                <a:close/>
                <a:moveTo>
                  <a:pt x="513946" y="1937285"/>
                </a:moveTo>
                <a:lnTo>
                  <a:pt x="514140" y="1937336"/>
                </a:lnTo>
                <a:lnTo>
                  <a:pt x="514117" y="1937289"/>
                </a:lnTo>
                <a:close/>
                <a:moveTo>
                  <a:pt x="505643" y="1955828"/>
                </a:moveTo>
                <a:lnTo>
                  <a:pt x="506097" y="1957697"/>
                </a:lnTo>
                <a:lnTo>
                  <a:pt x="506786" y="1957479"/>
                </a:lnTo>
                <a:lnTo>
                  <a:pt x="506219" y="1955884"/>
                </a:lnTo>
                <a:close/>
                <a:moveTo>
                  <a:pt x="1211966" y="374172"/>
                </a:moveTo>
                <a:lnTo>
                  <a:pt x="1213435" y="378098"/>
                </a:lnTo>
                <a:lnTo>
                  <a:pt x="1214524" y="376745"/>
                </a:lnTo>
                <a:lnTo>
                  <a:pt x="1212464" y="373221"/>
                </a:lnTo>
                <a:close/>
                <a:moveTo>
                  <a:pt x="1208691" y="381405"/>
                </a:moveTo>
                <a:lnTo>
                  <a:pt x="1207656" y="384522"/>
                </a:lnTo>
                <a:lnTo>
                  <a:pt x="1207951" y="384915"/>
                </a:lnTo>
                <a:lnTo>
                  <a:pt x="1209853" y="382551"/>
                </a:lnTo>
                <a:close/>
                <a:moveTo>
                  <a:pt x="1142279" y="530089"/>
                </a:moveTo>
                <a:lnTo>
                  <a:pt x="1143190" y="532349"/>
                </a:lnTo>
                <a:lnTo>
                  <a:pt x="1143722" y="531739"/>
                </a:lnTo>
                <a:close/>
                <a:moveTo>
                  <a:pt x="517509" y="1928804"/>
                </a:moveTo>
                <a:lnTo>
                  <a:pt x="517530" y="1929618"/>
                </a:lnTo>
                <a:lnTo>
                  <a:pt x="517535" y="1929739"/>
                </a:lnTo>
                <a:lnTo>
                  <a:pt x="521982" y="1929828"/>
                </a:lnTo>
                <a:lnTo>
                  <a:pt x="522565" y="1929697"/>
                </a:lnTo>
                <a:close/>
                <a:moveTo>
                  <a:pt x="1209084" y="380223"/>
                </a:moveTo>
                <a:lnTo>
                  <a:pt x="1208928" y="380695"/>
                </a:lnTo>
                <a:lnTo>
                  <a:pt x="1210276" y="382026"/>
                </a:lnTo>
                <a:lnTo>
                  <a:pt x="1210299" y="381997"/>
                </a:lnTo>
                <a:close/>
                <a:moveTo>
                  <a:pt x="1182469" y="439804"/>
                </a:moveTo>
                <a:lnTo>
                  <a:pt x="1181984" y="441106"/>
                </a:lnTo>
                <a:lnTo>
                  <a:pt x="1182264" y="441348"/>
                </a:lnTo>
                <a:lnTo>
                  <a:pt x="1182522" y="439879"/>
                </a:lnTo>
                <a:close/>
                <a:moveTo>
                  <a:pt x="483453" y="2004863"/>
                </a:moveTo>
                <a:lnTo>
                  <a:pt x="484228" y="2005157"/>
                </a:lnTo>
                <a:lnTo>
                  <a:pt x="484347" y="2005196"/>
                </a:lnTo>
                <a:lnTo>
                  <a:pt x="486051" y="2004654"/>
                </a:lnTo>
                <a:close/>
                <a:moveTo>
                  <a:pt x="1209966" y="377989"/>
                </a:moveTo>
                <a:lnTo>
                  <a:pt x="1211382" y="380650"/>
                </a:lnTo>
                <a:lnTo>
                  <a:pt x="1212948" y="378704"/>
                </a:lnTo>
                <a:lnTo>
                  <a:pt x="1211550" y="374967"/>
                </a:lnTo>
                <a:close/>
                <a:moveTo>
                  <a:pt x="512903" y="1938770"/>
                </a:moveTo>
                <a:lnTo>
                  <a:pt x="515392" y="1939876"/>
                </a:lnTo>
                <a:lnTo>
                  <a:pt x="515220" y="1939526"/>
                </a:lnTo>
                <a:lnTo>
                  <a:pt x="513051" y="1938706"/>
                </a:lnTo>
                <a:close/>
                <a:moveTo>
                  <a:pt x="1160732" y="488121"/>
                </a:moveTo>
                <a:lnTo>
                  <a:pt x="1160730" y="488161"/>
                </a:lnTo>
                <a:lnTo>
                  <a:pt x="1161213" y="489199"/>
                </a:lnTo>
                <a:lnTo>
                  <a:pt x="1161400" y="488726"/>
                </a:lnTo>
                <a:close/>
                <a:moveTo>
                  <a:pt x="1209585" y="378716"/>
                </a:moveTo>
                <a:lnTo>
                  <a:pt x="1209279" y="379639"/>
                </a:lnTo>
                <a:lnTo>
                  <a:pt x="1210641" y="381572"/>
                </a:lnTo>
                <a:lnTo>
                  <a:pt x="1211094" y="381008"/>
                </a:lnTo>
                <a:lnTo>
                  <a:pt x="1209751" y="378400"/>
                </a:lnTo>
                <a:close/>
                <a:moveTo>
                  <a:pt x="1166770" y="474173"/>
                </a:moveTo>
                <a:lnTo>
                  <a:pt x="1167708" y="475177"/>
                </a:lnTo>
                <a:lnTo>
                  <a:pt x="1168811" y="473142"/>
                </a:lnTo>
                <a:lnTo>
                  <a:pt x="1168154" y="471928"/>
                </a:lnTo>
                <a:close/>
                <a:moveTo>
                  <a:pt x="513818" y="1936141"/>
                </a:moveTo>
                <a:lnTo>
                  <a:pt x="514300" y="1937117"/>
                </a:lnTo>
                <a:lnTo>
                  <a:pt x="515653" y="1937153"/>
                </a:lnTo>
                <a:lnTo>
                  <a:pt x="516697" y="1936700"/>
                </a:lnTo>
                <a:lnTo>
                  <a:pt x="515937" y="1936365"/>
                </a:lnTo>
                <a:close/>
                <a:moveTo>
                  <a:pt x="461126" y="2054078"/>
                </a:moveTo>
                <a:lnTo>
                  <a:pt x="474671" y="2053285"/>
                </a:lnTo>
                <a:lnTo>
                  <a:pt x="501326" y="2045184"/>
                </a:lnTo>
                <a:lnTo>
                  <a:pt x="490697" y="2045252"/>
                </a:lnTo>
                <a:lnTo>
                  <a:pt x="481991" y="2047943"/>
                </a:lnTo>
                <a:close/>
                <a:moveTo>
                  <a:pt x="1228364" y="335721"/>
                </a:moveTo>
                <a:lnTo>
                  <a:pt x="1228373" y="336098"/>
                </a:lnTo>
                <a:lnTo>
                  <a:pt x="1228499" y="335914"/>
                </a:lnTo>
                <a:close/>
                <a:moveTo>
                  <a:pt x="1165379" y="476427"/>
                </a:moveTo>
                <a:lnTo>
                  <a:pt x="1166193" y="477974"/>
                </a:lnTo>
                <a:lnTo>
                  <a:pt x="1166873" y="476718"/>
                </a:lnTo>
                <a:lnTo>
                  <a:pt x="1165925" y="475542"/>
                </a:lnTo>
                <a:close/>
                <a:moveTo>
                  <a:pt x="488815" y="1991232"/>
                </a:moveTo>
                <a:lnTo>
                  <a:pt x="496977" y="1993484"/>
                </a:lnTo>
                <a:lnTo>
                  <a:pt x="499577" y="1992249"/>
                </a:lnTo>
                <a:lnTo>
                  <a:pt x="499891" y="1992095"/>
                </a:lnTo>
                <a:close/>
                <a:moveTo>
                  <a:pt x="1237128" y="315511"/>
                </a:moveTo>
                <a:lnTo>
                  <a:pt x="1239082" y="320530"/>
                </a:lnTo>
                <a:lnTo>
                  <a:pt x="1251419" y="302594"/>
                </a:lnTo>
                <a:lnTo>
                  <a:pt x="1249106" y="299424"/>
                </a:lnTo>
                <a:close/>
                <a:moveTo>
                  <a:pt x="517459" y="1926840"/>
                </a:moveTo>
                <a:lnTo>
                  <a:pt x="517496" y="1928260"/>
                </a:lnTo>
                <a:lnTo>
                  <a:pt x="523911" y="1929393"/>
                </a:lnTo>
                <a:lnTo>
                  <a:pt x="526259" y="1928865"/>
                </a:lnTo>
                <a:lnTo>
                  <a:pt x="526231" y="1927680"/>
                </a:lnTo>
                <a:lnTo>
                  <a:pt x="520548" y="1926837"/>
                </a:lnTo>
                <a:lnTo>
                  <a:pt x="519654" y="1926834"/>
                </a:lnTo>
                <a:lnTo>
                  <a:pt x="519452" y="1926674"/>
                </a:lnTo>
                <a:lnTo>
                  <a:pt x="518778" y="1926574"/>
                </a:lnTo>
                <a:close/>
                <a:moveTo>
                  <a:pt x="1145634" y="520114"/>
                </a:moveTo>
                <a:lnTo>
                  <a:pt x="1145769" y="520201"/>
                </a:lnTo>
                <a:lnTo>
                  <a:pt x="1145758" y="519983"/>
                </a:lnTo>
                <a:close/>
                <a:moveTo>
                  <a:pt x="1151874" y="505884"/>
                </a:moveTo>
                <a:lnTo>
                  <a:pt x="1152017" y="506223"/>
                </a:lnTo>
                <a:lnTo>
                  <a:pt x="1152029" y="505986"/>
                </a:lnTo>
                <a:close/>
                <a:moveTo>
                  <a:pt x="495738" y="1975090"/>
                </a:moveTo>
                <a:lnTo>
                  <a:pt x="496434" y="1975330"/>
                </a:lnTo>
                <a:lnTo>
                  <a:pt x="496915" y="1975222"/>
                </a:lnTo>
                <a:close/>
                <a:moveTo>
                  <a:pt x="517447" y="1926376"/>
                </a:moveTo>
                <a:lnTo>
                  <a:pt x="517453" y="1926614"/>
                </a:lnTo>
                <a:lnTo>
                  <a:pt x="518129" y="1926478"/>
                </a:lnTo>
                <a:close/>
                <a:moveTo>
                  <a:pt x="482483" y="2004495"/>
                </a:moveTo>
                <a:lnTo>
                  <a:pt x="482667" y="2004564"/>
                </a:lnTo>
                <a:lnTo>
                  <a:pt x="487570" y="2004171"/>
                </a:lnTo>
                <a:lnTo>
                  <a:pt x="488641" y="2003830"/>
                </a:lnTo>
                <a:lnTo>
                  <a:pt x="493109" y="2002341"/>
                </a:lnTo>
                <a:close/>
                <a:moveTo>
                  <a:pt x="529700" y="1898629"/>
                </a:moveTo>
                <a:lnTo>
                  <a:pt x="530161" y="1898793"/>
                </a:lnTo>
                <a:lnTo>
                  <a:pt x="534051" y="1899180"/>
                </a:lnTo>
                <a:lnTo>
                  <a:pt x="532932" y="1898478"/>
                </a:lnTo>
                <a:close/>
                <a:moveTo>
                  <a:pt x="510152" y="1942132"/>
                </a:moveTo>
                <a:lnTo>
                  <a:pt x="510430" y="1945178"/>
                </a:lnTo>
                <a:lnTo>
                  <a:pt x="517906" y="1945531"/>
                </a:lnTo>
                <a:lnTo>
                  <a:pt x="517904" y="1945473"/>
                </a:lnTo>
                <a:lnTo>
                  <a:pt x="516439" y="1945365"/>
                </a:lnTo>
                <a:lnTo>
                  <a:pt x="516172" y="1945121"/>
                </a:lnTo>
                <a:lnTo>
                  <a:pt x="517895" y="1945249"/>
                </a:lnTo>
                <a:lnTo>
                  <a:pt x="517882" y="1944927"/>
                </a:lnTo>
                <a:lnTo>
                  <a:pt x="517499" y="1944150"/>
                </a:lnTo>
                <a:close/>
                <a:moveTo>
                  <a:pt x="1162643" y="480864"/>
                </a:moveTo>
                <a:lnTo>
                  <a:pt x="1163483" y="483457"/>
                </a:lnTo>
                <a:lnTo>
                  <a:pt x="1164190" y="481671"/>
                </a:lnTo>
                <a:lnTo>
                  <a:pt x="1165765" y="478763"/>
                </a:lnTo>
                <a:lnTo>
                  <a:pt x="1165144" y="477338"/>
                </a:lnTo>
                <a:lnTo>
                  <a:pt x="1164994" y="477052"/>
                </a:lnTo>
                <a:close/>
                <a:moveTo>
                  <a:pt x="488334" y="1990684"/>
                </a:moveTo>
                <a:lnTo>
                  <a:pt x="500789" y="1991654"/>
                </a:lnTo>
                <a:lnTo>
                  <a:pt x="512389" y="1985948"/>
                </a:lnTo>
                <a:lnTo>
                  <a:pt x="512245" y="1985446"/>
                </a:lnTo>
                <a:close/>
                <a:moveTo>
                  <a:pt x="517403" y="1924694"/>
                </a:moveTo>
                <a:lnTo>
                  <a:pt x="517438" y="1926053"/>
                </a:lnTo>
                <a:lnTo>
                  <a:pt x="519116" y="1926279"/>
                </a:lnTo>
                <a:lnTo>
                  <a:pt x="522079" y="1925682"/>
                </a:lnTo>
                <a:lnTo>
                  <a:pt x="526016" y="1924833"/>
                </a:lnTo>
                <a:lnTo>
                  <a:pt x="524854" y="1924090"/>
                </a:lnTo>
                <a:lnTo>
                  <a:pt x="522715" y="1923955"/>
                </a:lnTo>
                <a:close/>
                <a:moveTo>
                  <a:pt x="1234184" y="319464"/>
                </a:moveTo>
                <a:lnTo>
                  <a:pt x="1236557" y="324200"/>
                </a:lnTo>
                <a:lnTo>
                  <a:pt x="1238687" y="321104"/>
                </a:lnTo>
                <a:lnTo>
                  <a:pt x="1236773" y="315988"/>
                </a:lnTo>
                <a:close/>
                <a:moveTo>
                  <a:pt x="1160541" y="484272"/>
                </a:moveTo>
                <a:lnTo>
                  <a:pt x="1160674" y="485772"/>
                </a:lnTo>
                <a:lnTo>
                  <a:pt x="1162068" y="487036"/>
                </a:lnTo>
                <a:lnTo>
                  <a:pt x="1163123" y="484368"/>
                </a:lnTo>
                <a:lnTo>
                  <a:pt x="1162214" y="481561"/>
                </a:lnTo>
                <a:close/>
                <a:moveTo>
                  <a:pt x="511083" y="1937961"/>
                </a:moveTo>
                <a:lnTo>
                  <a:pt x="512418" y="1938554"/>
                </a:lnTo>
                <a:lnTo>
                  <a:pt x="512526" y="1938508"/>
                </a:lnTo>
                <a:close/>
                <a:moveTo>
                  <a:pt x="1148512" y="510214"/>
                </a:moveTo>
                <a:lnTo>
                  <a:pt x="1149596" y="512711"/>
                </a:lnTo>
                <a:lnTo>
                  <a:pt x="1149672" y="512632"/>
                </a:lnTo>
                <a:lnTo>
                  <a:pt x="1150367" y="512003"/>
                </a:lnTo>
                <a:close/>
                <a:moveTo>
                  <a:pt x="509960" y="1940044"/>
                </a:moveTo>
                <a:lnTo>
                  <a:pt x="510130" y="1941891"/>
                </a:lnTo>
                <a:lnTo>
                  <a:pt x="517307" y="1943759"/>
                </a:lnTo>
                <a:lnTo>
                  <a:pt x="515802" y="1940706"/>
                </a:lnTo>
                <a:lnTo>
                  <a:pt x="512164" y="1939090"/>
                </a:lnTo>
                <a:close/>
                <a:moveTo>
                  <a:pt x="513347" y="1932285"/>
                </a:moveTo>
                <a:lnTo>
                  <a:pt x="517355" y="1931609"/>
                </a:lnTo>
                <a:lnTo>
                  <a:pt x="517346" y="1931385"/>
                </a:lnTo>
                <a:close/>
                <a:moveTo>
                  <a:pt x="526273" y="1903289"/>
                </a:moveTo>
                <a:lnTo>
                  <a:pt x="526283" y="1903739"/>
                </a:lnTo>
                <a:lnTo>
                  <a:pt x="529636" y="1904515"/>
                </a:lnTo>
                <a:lnTo>
                  <a:pt x="533150" y="1904126"/>
                </a:lnTo>
                <a:lnTo>
                  <a:pt x="526627" y="1903265"/>
                </a:lnTo>
                <a:close/>
                <a:moveTo>
                  <a:pt x="1142065" y="523851"/>
                </a:moveTo>
                <a:lnTo>
                  <a:pt x="1144849" y="530448"/>
                </a:lnTo>
                <a:lnTo>
                  <a:pt x="1145949" y="529188"/>
                </a:lnTo>
                <a:lnTo>
                  <a:pt x="1144636" y="524049"/>
                </a:lnTo>
                <a:lnTo>
                  <a:pt x="1143022" y="522849"/>
                </a:lnTo>
                <a:close/>
                <a:moveTo>
                  <a:pt x="1145160" y="516914"/>
                </a:moveTo>
                <a:lnTo>
                  <a:pt x="1145281" y="517230"/>
                </a:lnTo>
                <a:lnTo>
                  <a:pt x="1145422" y="517084"/>
                </a:lnTo>
                <a:close/>
                <a:moveTo>
                  <a:pt x="1178468" y="442216"/>
                </a:moveTo>
                <a:lnTo>
                  <a:pt x="1180052" y="444105"/>
                </a:lnTo>
                <a:lnTo>
                  <a:pt x="1180200" y="443710"/>
                </a:lnTo>
                <a:close/>
                <a:moveTo>
                  <a:pt x="504836" y="1950498"/>
                </a:moveTo>
                <a:lnTo>
                  <a:pt x="505037" y="1951063"/>
                </a:lnTo>
                <a:lnTo>
                  <a:pt x="506406" y="1950825"/>
                </a:lnTo>
                <a:close/>
                <a:moveTo>
                  <a:pt x="500054" y="1960806"/>
                </a:moveTo>
                <a:lnTo>
                  <a:pt x="504323" y="1962644"/>
                </a:lnTo>
                <a:lnTo>
                  <a:pt x="505661" y="1962444"/>
                </a:lnTo>
                <a:lnTo>
                  <a:pt x="505242" y="1960982"/>
                </a:lnTo>
                <a:close/>
                <a:moveTo>
                  <a:pt x="1141506" y="524438"/>
                </a:moveTo>
                <a:lnTo>
                  <a:pt x="1143838" y="529646"/>
                </a:lnTo>
                <a:lnTo>
                  <a:pt x="1144052" y="529892"/>
                </a:lnTo>
                <a:lnTo>
                  <a:pt x="1141675" y="524261"/>
                </a:lnTo>
                <a:close/>
                <a:moveTo>
                  <a:pt x="504436" y="1950860"/>
                </a:moveTo>
                <a:lnTo>
                  <a:pt x="504508" y="1951155"/>
                </a:lnTo>
                <a:lnTo>
                  <a:pt x="504539" y="1951150"/>
                </a:lnTo>
                <a:close/>
                <a:moveTo>
                  <a:pt x="512250" y="1932959"/>
                </a:moveTo>
                <a:lnTo>
                  <a:pt x="512915" y="1934310"/>
                </a:lnTo>
                <a:lnTo>
                  <a:pt x="513649" y="1934634"/>
                </a:lnTo>
                <a:lnTo>
                  <a:pt x="517485" y="1934883"/>
                </a:lnTo>
                <a:lnTo>
                  <a:pt x="517375" y="1932094"/>
                </a:lnTo>
                <a:close/>
                <a:moveTo>
                  <a:pt x="526232" y="1901624"/>
                </a:moveTo>
                <a:lnTo>
                  <a:pt x="526257" y="1902660"/>
                </a:lnTo>
                <a:lnTo>
                  <a:pt x="527786" y="1902862"/>
                </a:lnTo>
                <a:lnTo>
                  <a:pt x="530081" y="1902707"/>
                </a:lnTo>
                <a:close/>
                <a:moveTo>
                  <a:pt x="526225" y="1901285"/>
                </a:moveTo>
                <a:lnTo>
                  <a:pt x="526225" y="1901330"/>
                </a:lnTo>
                <a:lnTo>
                  <a:pt x="530917" y="1902651"/>
                </a:lnTo>
                <a:lnTo>
                  <a:pt x="531147" y="1902635"/>
                </a:lnTo>
                <a:lnTo>
                  <a:pt x="529090" y="1901788"/>
                </a:lnTo>
                <a:close/>
                <a:moveTo>
                  <a:pt x="509776" y="1938030"/>
                </a:moveTo>
                <a:lnTo>
                  <a:pt x="509923" y="1939635"/>
                </a:lnTo>
                <a:lnTo>
                  <a:pt x="511678" y="1938875"/>
                </a:lnTo>
                <a:close/>
                <a:moveTo>
                  <a:pt x="1140498" y="525494"/>
                </a:moveTo>
                <a:lnTo>
                  <a:pt x="1140465" y="525590"/>
                </a:lnTo>
                <a:lnTo>
                  <a:pt x="1140764" y="526331"/>
                </a:lnTo>
                <a:lnTo>
                  <a:pt x="1143014" y="528705"/>
                </a:lnTo>
                <a:lnTo>
                  <a:pt x="1143216" y="528935"/>
                </a:lnTo>
                <a:lnTo>
                  <a:pt x="1141299" y="524654"/>
                </a:lnTo>
                <a:close/>
                <a:moveTo>
                  <a:pt x="485824" y="1991233"/>
                </a:moveTo>
                <a:lnTo>
                  <a:pt x="495350" y="1994257"/>
                </a:lnTo>
                <a:lnTo>
                  <a:pt x="496123" y="1993889"/>
                </a:lnTo>
                <a:lnTo>
                  <a:pt x="486196" y="1991152"/>
                </a:lnTo>
                <a:close/>
                <a:moveTo>
                  <a:pt x="526208" y="1900602"/>
                </a:moveTo>
                <a:lnTo>
                  <a:pt x="526215" y="1900878"/>
                </a:lnTo>
                <a:lnTo>
                  <a:pt x="527374" y="1901081"/>
                </a:lnTo>
                <a:close/>
                <a:moveTo>
                  <a:pt x="517290" y="1920297"/>
                </a:moveTo>
                <a:lnTo>
                  <a:pt x="517321" y="1921487"/>
                </a:lnTo>
                <a:lnTo>
                  <a:pt x="521081" y="1921681"/>
                </a:lnTo>
                <a:lnTo>
                  <a:pt x="518600" y="1920097"/>
                </a:lnTo>
                <a:close/>
                <a:moveTo>
                  <a:pt x="524779" y="1903390"/>
                </a:moveTo>
                <a:lnTo>
                  <a:pt x="525654" y="1903593"/>
                </a:lnTo>
                <a:lnTo>
                  <a:pt x="525648" y="1903331"/>
                </a:lnTo>
                <a:close/>
                <a:moveTo>
                  <a:pt x="1193730" y="405265"/>
                </a:moveTo>
                <a:lnTo>
                  <a:pt x="1193856" y="405410"/>
                </a:lnTo>
                <a:lnTo>
                  <a:pt x="1194067" y="404775"/>
                </a:lnTo>
                <a:close/>
                <a:moveTo>
                  <a:pt x="499190" y="1960434"/>
                </a:moveTo>
                <a:lnTo>
                  <a:pt x="499360" y="1960507"/>
                </a:lnTo>
                <a:lnTo>
                  <a:pt x="505163" y="1960704"/>
                </a:lnTo>
                <a:lnTo>
                  <a:pt x="504599" y="1958732"/>
                </a:lnTo>
                <a:lnTo>
                  <a:pt x="499757" y="1960263"/>
                </a:lnTo>
                <a:close/>
                <a:moveTo>
                  <a:pt x="1143673" y="517175"/>
                </a:moveTo>
                <a:lnTo>
                  <a:pt x="1143418" y="517834"/>
                </a:lnTo>
                <a:lnTo>
                  <a:pt x="1143432" y="517886"/>
                </a:lnTo>
                <a:lnTo>
                  <a:pt x="1144006" y="518566"/>
                </a:lnTo>
                <a:lnTo>
                  <a:pt x="1144571" y="517974"/>
                </a:lnTo>
                <a:close/>
                <a:moveTo>
                  <a:pt x="1144051" y="516194"/>
                </a:moveTo>
                <a:lnTo>
                  <a:pt x="1143959" y="516432"/>
                </a:lnTo>
                <a:lnTo>
                  <a:pt x="1144941" y="517306"/>
                </a:lnTo>
                <a:lnTo>
                  <a:pt x="1144684" y="516605"/>
                </a:lnTo>
                <a:close/>
                <a:moveTo>
                  <a:pt x="513717" y="1927594"/>
                </a:moveTo>
                <a:lnTo>
                  <a:pt x="517221" y="1928212"/>
                </a:lnTo>
                <a:lnTo>
                  <a:pt x="517169" y="1926898"/>
                </a:lnTo>
                <a:close/>
                <a:moveTo>
                  <a:pt x="527019" y="1897678"/>
                </a:moveTo>
                <a:lnTo>
                  <a:pt x="529082" y="1898410"/>
                </a:lnTo>
                <a:lnTo>
                  <a:pt x="532562" y="1898246"/>
                </a:lnTo>
                <a:lnTo>
                  <a:pt x="531458" y="1897555"/>
                </a:lnTo>
                <a:close/>
                <a:moveTo>
                  <a:pt x="1228183" y="327525"/>
                </a:moveTo>
                <a:lnTo>
                  <a:pt x="1228301" y="332883"/>
                </a:lnTo>
                <a:lnTo>
                  <a:pt x="1229233" y="334848"/>
                </a:lnTo>
                <a:lnTo>
                  <a:pt x="1236304" y="324568"/>
                </a:lnTo>
                <a:lnTo>
                  <a:pt x="1233922" y="319816"/>
                </a:lnTo>
                <a:close/>
                <a:moveTo>
                  <a:pt x="1145185" y="513256"/>
                </a:moveTo>
                <a:lnTo>
                  <a:pt x="1144774" y="514321"/>
                </a:lnTo>
                <a:lnTo>
                  <a:pt x="1145504" y="514794"/>
                </a:lnTo>
                <a:lnTo>
                  <a:pt x="1145441" y="513524"/>
                </a:lnTo>
                <a:close/>
                <a:moveTo>
                  <a:pt x="517263" y="1919243"/>
                </a:moveTo>
                <a:lnTo>
                  <a:pt x="517283" y="1920014"/>
                </a:lnTo>
                <a:lnTo>
                  <a:pt x="518224" y="1919857"/>
                </a:lnTo>
                <a:close/>
                <a:moveTo>
                  <a:pt x="509623" y="1936349"/>
                </a:moveTo>
                <a:lnTo>
                  <a:pt x="509689" y="1937071"/>
                </a:lnTo>
                <a:lnTo>
                  <a:pt x="513048" y="1938281"/>
                </a:lnTo>
                <a:lnTo>
                  <a:pt x="514332" y="1937725"/>
                </a:lnTo>
                <a:lnTo>
                  <a:pt x="514290" y="1937641"/>
                </a:lnTo>
                <a:close/>
                <a:moveTo>
                  <a:pt x="1170434" y="456634"/>
                </a:moveTo>
                <a:lnTo>
                  <a:pt x="1171948" y="459252"/>
                </a:lnTo>
                <a:lnTo>
                  <a:pt x="1171652" y="455910"/>
                </a:lnTo>
                <a:lnTo>
                  <a:pt x="1171583" y="455758"/>
                </a:lnTo>
                <a:close/>
                <a:moveTo>
                  <a:pt x="507407" y="1941151"/>
                </a:moveTo>
                <a:lnTo>
                  <a:pt x="508301" y="1941396"/>
                </a:lnTo>
                <a:lnTo>
                  <a:pt x="508245" y="1940787"/>
                </a:lnTo>
                <a:close/>
                <a:moveTo>
                  <a:pt x="526165" y="1898794"/>
                </a:moveTo>
                <a:lnTo>
                  <a:pt x="526208" y="1900574"/>
                </a:lnTo>
                <a:lnTo>
                  <a:pt x="528190" y="1901225"/>
                </a:lnTo>
                <a:lnTo>
                  <a:pt x="534807" y="1902388"/>
                </a:lnTo>
                <a:lnTo>
                  <a:pt x="538410" y="1902145"/>
                </a:lnTo>
                <a:lnTo>
                  <a:pt x="535401" y="1901078"/>
                </a:lnTo>
                <a:lnTo>
                  <a:pt x="532754" y="1901863"/>
                </a:lnTo>
                <a:lnTo>
                  <a:pt x="532494" y="1901731"/>
                </a:lnTo>
                <a:lnTo>
                  <a:pt x="535079" y="1900964"/>
                </a:lnTo>
                <a:lnTo>
                  <a:pt x="529267" y="1898904"/>
                </a:lnTo>
                <a:lnTo>
                  <a:pt x="527674" y="1898724"/>
                </a:lnTo>
                <a:close/>
                <a:moveTo>
                  <a:pt x="509563" y="1935691"/>
                </a:moveTo>
                <a:lnTo>
                  <a:pt x="509603" y="1936139"/>
                </a:lnTo>
                <a:lnTo>
                  <a:pt x="510081" y="1936271"/>
                </a:lnTo>
                <a:lnTo>
                  <a:pt x="513194" y="1937088"/>
                </a:lnTo>
                <a:lnTo>
                  <a:pt x="514028" y="1937110"/>
                </a:lnTo>
                <a:lnTo>
                  <a:pt x="513536" y="1936111"/>
                </a:lnTo>
                <a:close/>
                <a:moveTo>
                  <a:pt x="1150321" y="500845"/>
                </a:moveTo>
                <a:lnTo>
                  <a:pt x="1152142" y="503282"/>
                </a:lnTo>
                <a:lnTo>
                  <a:pt x="1152247" y="498642"/>
                </a:lnTo>
                <a:lnTo>
                  <a:pt x="1152203" y="497792"/>
                </a:lnTo>
                <a:close/>
                <a:moveTo>
                  <a:pt x="1148917" y="503968"/>
                </a:moveTo>
                <a:lnTo>
                  <a:pt x="1150497" y="510119"/>
                </a:lnTo>
                <a:lnTo>
                  <a:pt x="1151510" y="510969"/>
                </a:lnTo>
                <a:lnTo>
                  <a:pt x="1151770" y="510733"/>
                </a:lnTo>
                <a:lnTo>
                  <a:pt x="1151836" y="509534"/>
                </a:lnTo>
                <a:lnTo>
                  <a:pt x="1149697" y="504473"/>
                </a:lnTo>
                <a:close/>
                <a:moveTo>
                  <a:pt x="1150187" y="501061"/>
                </a:moveTo>
                <a:lnTo>
                  <a:pt x="1152131" y="503739"/>
                </a:lnTo>
                <a:lnTo>
                  <a:pt x="1152136" y="503535"/>
                </a:lnTo>
                <a:lnTo>
                  <a:pt x="1150233" y="500988"/>
                </a:lnTo>
                <a:close/>
                <a:moveTo>
                  <a:pt x="1169787" y="457129"/>
                </a:moveTo>
                <a:lnTo>
                  <a:pt x="1170635" y="466482"/>
                </a:lnTo>
                <a:lnTo>
                  <a:pt x="1172344" y="463713"/>
                </a:lnTo>
                <a:lnTo>
                  <a:pt x="1172120" y="461192"/>
                </a:lnTo>
                <a:lnTo>
                  <a:pt x="1169926" y="457023"/>
                </a:lnTo>
                <a:close/>
                <a:moveTo>
                  <a:pt x="1149979" y="501399"/>
                </a:moveTo>
                <a:lnTo>
                  <a:pt x="1150860" y="503483"/>
                </a:lnTo>
                <a:lnTo>
                  <a:pt x="1152119" y="504301"/>
                </a:lnTo>
                <a:lnTo>
                  <a:pt x="1152122" y="504165"/>
                </a:lnTo>
                <a:lnTo>
                  <a:pt x="1150040" y="501299"/>
                </a:lnTo>
                <a:close/>
                <a:moveTo>
                  <a:pt x="510520" y="1933251"/>
                </a:moveTo>
                <a:lnTo>
                  <a:pt x="512573" y="1934159"/>
                </a:lnTo>
                <a:lnTo>
                  <a:pt x="512002" y="1933001"/>
                </a:lnTo>
                <a:close/>
                <a:moveTo>
                  <a:pt x="1204137" y="380080"/>
                </a:moveTo>
                <a:lnTo>
                  <a:pt x="1204200" y="380226"/>
                </a:lnTo>
                <a:lnTo>
                  <a:pt x="1204218" y="380191"/>
                </a:lnTo>
                <a:close/>
                <a:moveTo>
                  <a:pt x="1143126" y="516687"/>
                </a:moveTo>
                <a:lnTo>
                  <a:pt x="1143292" y="517335"/>
                </a:lnTo>
                <a:lnTo>
                  <a:pt x="1143435" y="516962"/>
                </a:lnTo>
                <a:close/>
                <a:moveTo>
                  <a:pt x="1226704" y="329511"/>
                </a:moveTo>
                <a:lnTo>
                  <a:pt x="1228032" y="332317"/>
                </a:lnTo>
                <a:lnTo>
                  <a:pt x="1227994" y="327779"/>
                </a:lnTo>
                <a:close/>
                <a:moveTo>
                  <a:pt x="1141015" y="521359"/>
                </a:moveTo>
                <a:lnTo>
                  <a:pt x="1141114" y="521595"/>
                </a:lnTo>
                <a:lnTo>
                  <a:pt x="1141205" y="521500"/>
                </a:lnTo>
                <a:close/>
                <a:moveTo>
                  <a:pt x="1148713" y="504111"/>
                </a:moveTo>
                <a:lnTo>
                  <a:pt x="1147443" y="507404"/>
                </a:lnTo>
                <a:lnTo>
                  <a:pt x="1150188" y="509846"/>
                </a:lnTo>
                <a:close/>
                <a:moveTo>
                  <a:pt x="1163015" y="471938"/>
                </a:moveTo>
                <a:lnTo>
                  <a:pt x="1164976" y="475660"/>
                </a:lnTo>
                <a:lnTo>
                  <a:pt x="1165428" y="474927"/>
                </a:lnTo>
                <a:close/>
                <a:moveTo>
                  <a:pt x="526140" y="1897763"/>
                </a:moveTo>
                <a:lnTo>
                  <a:pt x="526156" y="1898394"/>
                </a:lnTo>
                <a:lnTo>
                  <a:pt x="527197" y="1898498"/>
                </a:lnTo>
                <a:lnTo>
                  <a:pt x="528023" y="1898459"/>
                </a:lnTo>
                <a:close/>
                <a:moveTo>
                  <a:pt x="1190590" y="409810"/>
                </a:moveTo>
                <a:lnTo>
                  <a:pt x="1190373" y="415698"/>
                </a:lnTo>
                <a:lnTo>
                  <a:pt x="1190455" y="415640"/>
                </a:lnTo>
                <a:lnTo>
                  <a:pt x="1193633" y="406084"/>
                </a:lnTo>
                <a:lnTo>
                  <a:pt x="1193371" y="405783"/>
                </a:lnTo>
                <a:close/>
                <a:moveTo>
                  <a:pt x="1225564" y="331042"/>
                </a:moveTo>
                <a:lnTo>
                  <a:pt x="1228053" y="334577"/>
                </a:lnTo>
                <a:lnTo>
                  <a:pt x="1228052" y="334529"/>
                </a:lnTo>
                <a:lnTo>
                  <a:pt x="1226202" y="330185"/>
                </a:lnTo>
                <a:close/>
                <a:moveTo>
                  <a:pt x="1151822" y="496057"/>
                </a:moveTo>
                <a:lnTo>
                  <a:pt x="1150858" y="498552"/>
                </a:lnTo>
                <a:lnTo>
                  <a:pt x="1152086" y="496562"/>
                </a:lnTo>
                <a:close/>
                <a:moveTo>
                  <a:pt x="479155" y="2002197"/>
                </a:moveTo>
                <a:lnTo>
                  <a:pt x="487591" y="2001149"/>
                </a:lnTo>
                <a:lnTo>
                  <a:pt x="491417" y="2000589"/>
                </a:lnTo>
                <a:lnTo>
                  <a:pt x="489391" y="1999417"/>
                </a:lnTo>
                <a:lnTo>
                  <a:pt x="485760" y="1999061"/>
                </a:lnTo>
                <a:close/>
                <a:moveTo>
                  <a:pt x="1147155" y="505978"/>
                </a:moveTo>
                <a:lnTo>
                  <a:pt x="1147307" y="506930"/>
                </a:lnTo>
                <a:lnTo>
                  <a:pt x="1148540" y="503732"/>
                </a:lnTo>
                <a:close/>
                <a:moveTo>
                  <a:pt x="1142791" y="515378"/>
                </a:moveTo>
                <a:lnTo>
                  <a:pt x="1142796" y="515397"/>
                </a:lnTo>
                <a:lnTo>
                  <a:pt x="1143721" y="516220"/>
                </a:lnTo>
                <a:lnTo>
                  <a:pt x="1143795" y="516029"/>
                </a:lnTo>
                <a:close/>
                <a:moveTo>
                  <a:pt x="510901" y="1930224"/>
                </a:moveTo>
                <a:lnTo>
                  <a:pt x="511832" y="1932111"/>
                </a:lnTo>
                <a:lnTo>
                  <a:pt x="517326" y="1930876"/>
                </a:lnTo>
                <a:lnTo>
                  <a:pt x="517306" y="1930353"/>
                </a:lnTo>
                <a:close/>
                <a:moveTo>
                  <a:pt x="509358" y="1933457"/>
                </a:moveTo>
                <a:lnTo>
                  <a:pt x="509441" y="1934362"/>
                </a:lnTo>
                <a:lnTo>
                  <a:pt x="511744" y="1934511"/>
                </a:lnTo>
                <a:close/>
                <a:moveTo>
                  <a:pt x="526087" y="1895509"/>
                </a:moveTo>
                <a:lnTo>
                  <a:pt x="526094" y="1895818"/>
                </a:lnTo>
                <a:lnTo>
                  <a:pt x="527647" y="1895774"/>
                </a:lnTo>
                <a:close/>
                <a:moveTo>
                  <a:pt x="1149248" y="499667"/>
                </a:moveTo>
                <a:lnTo>
                  <a:pt x="1149351" y="499909"/>
                </a:lnTo>
                <a:lnTo>
                  <a:pt x="1149714" y="500410"/>
                </a:lnTo>
                <a:lnTo>
                  <a:pt x="1149754" y="500344"/>
                </a:lnTo>
                <a:close/>
                <a:moveTo>
                  <a:pt x="477943" y="2002772"/>
                </a:moveTo>
                <a:lnTo>
                  <a:pt x="481994" y="2004309"/>
                </a:lnTo>
                <a:lnTo>
                  <a:pt x="493525" y="2001806"/>
                </a:lnTo>
                <a:lnTo>
                  <a:pt x="491770" y="2000792"/>
                </a:lnTo>
                <a:lnTo>
                  <a:pt x="478694" y="2002415"/>
                </a:lnTo>
                <a:close/>
                <a:moveTo>
                  <a:pt x="512448" y="1925382"/>
                </a:moveTo>
                <a:lnTo>
                  <a:pt x="517134" y="1926012"/>
                </a:lnTo>
                <a:lnTo>
                  <a:pt x="517084" y="1924738"/>
                </a:lnTo>
                <a:close/>
                <a:moveTo>
                  <a:pt x="1181800" y="426444"/>
                </a:moveTo>
                <a:lnTo>
                  <a:pt x="1184330" y="431360"/>
                </a:lnTo>
                <a:lnTo>
                  <a:pt x="1184798" y="429029"/>
                </a:lnTo>
                <a:close/>
                <a:moveTo>
                  <a:pt x="1160041" y="474853"/>
                </a:moveTo>
                <a:lnTo>
                  <a:pt x="1159767" y="475533"/>
                </a:lnTo>
                <a:lnTo>
                  <a:pt x="1160431" y="483029"/>
                </a:lnTo>
                <a:lnTo>
                  <a:pt x="1161912" y="480630"/>
                </a:lnTo>
                <a:close/>
                <a:moveTo>
                  <a:pt x="1143341" y="512164"/>
                </a:moveTo>
                <a:lnTo>
                  <a:pt x="1143968" y="513799"/>
                </a:lnTo>
                <a:lnTo>
                  <a:pt x="1144519" y="514156"/>
                </a:lnTo>
                <a:lnTo>
                  <a:pt x="1144959" y="513015"/>
                </a:lnTo>
                <a:lnTo>
                  <a:pt x="1143660" y="511646"/>
                </a:lnTo>
                <a:close/>
                <a:moveTo>
                  <a:pt x="1175651" y="439786"/>
                </a:moveTo>
                <a:lnTo>
                  <a:pt x="1177604" y="447916"/>
                </a:lnTo>
                <a:lnTo>
                  <a:pt x="1178006" y="448387"/>
                </a:lnTo>
                <a:lnTo>
                  <a:pt x="1178635" y="447907"/>
                </a:lnTo>
                <a:lnTo>
                  <a:pt x="1179865" y="444608"/>
                </a:lnTo>
                <a:lnTo>
                  <a:pt x="1176517" y="440533"/>
                </a:lnTo>
                <a:close/>
                <a:moveTo>
                  <a:pt x="526054" y="1894167"/>
                </a:moveTo>
                <a:lnTo>
                  <a:pt x="526075" y="1895042"/>
                </a:lnTo>
                <a:lnTo>
                  <a:pt x="527962" y="1895363"/>
                </a:lnTo>
                <a:close/>
                <a:moveTo>
                  <a:pt x="503118" y="1945433"/>
                </a:moveTo>
                <a:lnTo>
                  <a:pt x="503290" y="1946140"/>
                </a:lnTo>
                <a:lnTo>
                  <a:pt x="504682" y="1950064"/>
                </a:lnTo>
                <a:lnTo>
                  <a:pt x="507459" y="1950641"/>
                </a:lnTo>
                <a:lnTo>
                  <a:pt x="509120" y="1950352"/>
                </a:lnTo>
                <a:lnTo>
                  <a:pt x="508694" y="1945696"/>
                </a:lnTo>
                <a:close/>
                <a:moveTo>
                  <a:pt x="1161683" y="470761"/>
                </a:moveTo>
                <a:lnTo>
                  <a:pt x="1160403" y="473950"/>
                </a:lnTo>
                <a:lnTo>
                  <a:pt x="1162342" y="479932"/>
                </a:lnTo>
                <a:lnTo>
                  <a:pt x="1164590" y="476286"/>
                </a:lnTo>
                <a:close/>
                <a:moveTo>
                  <a:pt x="1142799" y="513042"/>
                </a:moveTo>
                <a:lnTo>
                  <a:pt x="1143553" y="513530"/>
                </a:lnTo>
                <a:lnTo>
                  <a:pt x="1143159" y="512458"/>
                </a:lnTo>
                <a:close/>
                <a:moveTo>
                  <a:pt x="1185701" y="416890"/>
                </a:moveTo>
                <a:lnTo>
                  <a:pt x="1186239" y="418065"/>
                </a:lnTo>
                <a:lnTo>
                  <a:pt x="1186314" y="416001"/>
                </a:lnTo>
                <a:close/>
                <a:moveTo>
                  <a:pt x="477418" y="2002574"/>
                </a:moveTo>
                <a:lnTo>
                  <a:pt x="477649" y="2002662"/>
                </a:lnTo>
                <a:lnTo>
                  <a:pt x="477981" y="2002504"/>
                </a:lnTo>
                <a:close/>
                <a:moveTo>
                  <a:pt x="1164167" y="464570"/>
                </a:moveTo>
                <a:lnTo>
                  <a:pt x="1162252" y="469343"/>
                </a:lnTo>
                <a:lnTo>
                  <a:pt x="1166241" y="473609"/>
                </a:lnTo>
                <a:lnTo>
                  <a:pt x="1167744" y="471172"/>
                </a:lnTo>
                <a:close/>
                <a:moveTo>
                  <a:pt x="1141405" y="515482"/>
                </a:moveTo>
                <a:lnTo>
                  <a:pt x="1142900" y="517255"/>
                </a:lnTo>
                <a:lnTo>
                  <a:pt x="1142645" y="516260"/>
                </a:lnTo>
                <a:lnTo>
                  <a:pt x="1141527" y="515265"/>
                </a:lnTo>
                <a:close/>
                <a:moveTo>
                  <a:pt x="481289" y="1993563"/>
                </a:moveTo>
                <a:lnTo>
                  <a:pt x="487302" y="1996725"/>
                </a:lnTo>
                <a:lnTo>
                  <a:pt x="487411" y="1996734"/>
                </a:lnTo>
                <a:lnTo>
                  <a:pt x="489156" y="1996211"/>
                </a:lnTo>
                <a:lnTo>
                  <a:pt x="483114" y="1994293"/>
                </a:lnTo>
                <a:close/>
                <a:moveTo>
                  <a:pt x="1148037" y="500545"/>
                </a:moveTo>
                <a:lnTo>
                  <a:pt x="1148379" y="501872"/>
                </a:lnTo>
                <a:lnTo>
                  <a:pt x="1148682" y="502069"/>
                </a:lnTo>
                <a:close/>
                <a:moveTo>
                  <a:pt x="1140633" y="516855"/>
                </a:moveTo>
                <a:lnTo>
                  <a:pt x="1142906" y="518336"/>
                </a:lnTo>
                <a:lnTo>
                  <a:pt x="1142914" y="518313"/>
                </a:lnTo>
                <a:lnTo>
                  <a:pt x="1141054" y="516107"/>
                </a:lnTo>
                <a:close/>
                <a:moveTo>
                  <a:pt x="507016" y="1935422"/>
                </a:moveTo>
                <a:lnTo>
                  <a:pt x="507773" y="1935632"/>
                </a:lnTo>
                <a:lnTo>
                  <a:pt x="507762" y="1935501"/>
                </a:lnTo>
                <a:close/>
                <a:moveTo>
                  <a:pt x="1220214" y="338228"/>
                </a:moveTo>
                <a:lnTo>
                  <a:pt x="1224201" y="342163"/>
                </a:lnTo>
                <a:lnTo>
                  <a:pt x="1228070" y="336539"/>
                </a:lnTo>
                <a:lnTo>
                  <a:pt x="1228059" y="335288"/>
                </a:lnTo>
                <a:lnTo>
                  <a:pt x="1225310" y="331383"/>
                </a:lnTo>
                <a:close/>
                <a:moveTo>
                  <a:pt x="510003" y="1928342"/>
                </a:moveTo>
                <a:lnTo>
                  <a:pt x="510602" y="1929600"/>
                </a:lnTo>
                <a:lnTo>
                  <a:pt x="517282" y="1929733"/>
                </a:lnTo>
                <a:lnTo>
                  <a:pt x="517243" y="1928757"/>
                </a:lnTo>
                <a:lnTo>
                  <a:pt x="512286" y="1927882"/>
                </a:lnTo>
                <a:close/>
                <a:moveTo>
                  <a:pt x="509059" y="1930187"/>
                </a:moveTo>
                <a:lnTo>
                  <a:pt x="509287" y="1932685"/>
                </a:lnTo>
                <a:lnTo>
                  <a:pt x="511591" y="1932166"/>
                </a:lnTo>
                <a:lnTo>
                  <a:pt x="510631" y="1930219"/>
                </a:lnTo>
                <a:close/>
                <a:moveTo>
                  <a:pt x="1159581" y="473440"/>
                </a:moveTo>
                <a:lnTo>
                  <a:pt x="1159741" y="475238"/>
                </a:lnTo>
                <a:lnTo>
                  <a:pt x="1159975" y="474654"/>
                </a:lnTo>
                <a:close/>
                <a:moveTo>
                  <a:pt x="1138483" y="520673"/>
                </a:moveTo>
                <a:lnTo>
                  <a:pt x="1139525" y="523259"/>
                </a:lnTo>
                <a:lnTo>
                  <a:pt x="1140724" y="522004"/>
                </a:lnTo>
                <a:lnTo>
                  <a:pt x="1140196" y="520753"/>
                </a:lnTo>
                <a:lnTo>
                  <a:pt x="1138957" y="519832"/>
                </a:lnTo>
                <a:close/>
                <a:moveTo>
                  <a:pt x="1146596" y="502463"/>
                </a:moveTo>
                <a:lnTo>
                  <a:pt x="1146975" y="504851"/>
                </a:lnTo>
                <a:lnTo>
                  <a:pt x="1147919" y="503320"/>
                </a:lnTo>
                <a:close/>
                <a:moveTo>
                  <a:pt x="1142054" y="512494"/>
                </a:moveTo>
                <a:lnTo>
                  <a:pt x="1142074" y="512573"/>
                </a:lnTo>
                <a:lnTo>
                  <a:pt x="1142170" y="512634"/>
                </a:lnTo>
                <a:close/>
                <a:moveTo>
                  <a:pt x="1182904" y="420940"/>
                </a:moveTo>
                <a:lnTo>
                  <a:pt x="1185988" y="418776"/>
                </a:lnTo>
                <a:lnTo>
                  <a:pt x="1185355" y="417391"/>
                </a:lnTo>
                <a:close/>
                <a:moveTo>
                  <a:pt x="1142793" y="510732"/>
                </a:moveTo>
                <a:lnTo>
                  <a:pt x="1143006" y="511287"/>
                </a:lnTo>
                <a:lnTo>
                  <a:pt x="1143129" y="511086"/>
                </a:lnTo>
                <a:close/>
                <a:moveTo>
                  <a:pt x="1181847" y="423096"/>
                </a:moveTo>
                <a:lnTo>
                  <a:pt x="1185430" y="425885"/>
                </a:lnTo>
                <a:lnTo>
                  <a:pt x="1186068" y="422713"/>
                </a:lnTo>
                <a:lnTo>
                  <a:pt x="1186176" y="419794"/>
                </a:lnTo>
                <a:close/>
                <a:moveTo>
                  <a:pt x="1190845" y="402872"/>
                </a:moveTo>
                <a:lnTo>
                  <a:pt x="1190718" y="406331"/>
                </a:lnTo>
                <a:lnTo>
                  <a:pt x="1192223" y="404461"/>
                </a:lnTo>
                <a:close/>
                <a:moveTo>
                  <a:pt x="521077" y="1902532"/>
                </a:moveTo>
                <a:lnTo>
                  <a:pt x="523695" y="1903138"/>
                </a:lnTo>
                <a:lnTo>
                  <a:pt x="525002" y="1903050"/>
                </a:lnTo>
                <a:close/>
                <a:moveTo>
                  <a:pt x="502585" y="1943240"/>
                </a:moveTo>
                <a:lnTo>
                  <a:pt x="502971" y="1944826"/>
                </a:lnTo>
                <a:lnTo>
                  <a:pt x="508639" y="1945093"/>
                </a:lnTo>
                <a:lnTo>
                  <a:pt x="508322" y="1941629"/>
                </a:lnTo>
                <a:lnTo>
                  <a:pt x="507086" y="1941290"/>
                </a:lnTo>
                <a:close/>
                <a:moveTo>
                  <a:pt x="1217722" y="341815"/>
                </a:moveTo>
                <a:lnTo>
                  <a:pt x="1221564" y="347078"/>
                </a:lnTo>
                <a:lnTo>
                  <a:pt x="1223726" y="342953"/>
                </a:lnTo>
                <a:lnTo>
                  <a:pt x="1219677" y="338957"/>
                </a:lnTo>
                <a:close/>
                <a:moveTo>
                  <a:pt x="1169181" y="450453"/>
                </a:moveTo>
                <a:lnTo>
                  <a:pt x="1169577" y="454819"/>
                </a:lnTo>
                <a:lnTo>
                  <a:pt x="1170752" y="453922"/>
                </a:lnTo>
                <a:close/>
                <a:moveTo>
                  <a:pt x="522263" y="1898978"/>
                </a:moveTo>
                <a:lnTo>
                  <a:pt x="525576" y="1900342"/>
                </a:lnTo>
                <a:lnTo>
                  <a:pt x="525540" y="1898824"/>
                </a:lnTo>
                <a:close/>
                <a:moveTo>
                  <a:pt x="509553" y="1927400"/>
                </a:moveTo>
                <a:lnTo>
                  <a:pt x="509903" y="1928136"/>
                </a:lnTo>
                <a:lnTo>
                  <a:pt x="511687" y="1927776"/>
                </a:lnTo>
                <a:close/>
                <a:moveTo>
                  <a:pt x="495467" y="1958831"/>
                </a:moveTo>
                <a:lnTo>
                  <a:pt x="498449" y="1960115"/>
                </a:lnTo>
                <a:lnTo>
                  <a:pt x="504451" y="1958217"/>
                </a:lnTo>
                <a:lnTo>
                  <a:pt x="503713" y="1955638"/>
                </a:lnTo>
                <a:lnTo>
                  <a:pt x="502509" y="1955520"/>
                </a:lnTo>
                <a:close/>
                <a:moveTo>
                  <a:pt x="508910" y="1928561"/>
                </a:moveTo>
                <a:lnTo>
                  <a:pt x="509002" y="1929567"/>
                </a:lnTo>
                <a:lnTo>
                  <a:pt x="510322" y="1929593"/>
                </a:lnTo>
                <a:lnTo>
                  <a:pt x="509732" y="1928397"/>
                </a:lnTo>
                <a:close/>
                <a:moveTo>
                  <a:pt x="1164039" y="461514"/>
                </a:moveTo>
                <a:lnTo>
                  <a:pt x="1168625" y="469744"/>
                </a:lnTo>
                <a:lnTo>
                  <a:pt x="1170353" y="466940"/>
                </a:lnTo>
                <a:lnTo>
                  <a:pt x="1169485" y="457359"/>
                </a:lnTo>
                <a:close/>
                <a:moveTo>
                  <a:pt x="481384" y="1989824"/>
                </a:moveTo>
                <a:lnTo>
                  <a:pt x="482711" y="1990246"/>
                </a:lnTo>
                <a:lnTo>
                  <a:pt x="482990" y="1990267"/>
                </a:lnTo>
                <a:close/>
                <a:moveTo>
                  <a:pt x="1140306" y="514178"/>
                </a:moveTo>
                <a:lnTo>
                  <a:pt x="1140836" y="514805"/>
                </a:lnTo>
                <a:lnTo>
                  <a:pt x="1140898" y="514704"/>
                </a:lnTo>
                <a:close/>
                <a:moveTo>
                  <a:pt x="1143654" y="506677"/>
                </a:moveTo>
                <a:lnTo>
                  <a:pt x="1143871" y="506873"/>
                </a:lnTo>
                <a:lnTo>
                  <a:pt x="1144574" y="507615"/>
                </a:lnTo>
                <a:lnTo>
                  <a:pt x="1144022" y="505984"/>
                </a:lnTo>
                <a:close/>
                <a:moveTo>
                  <a:pt x="1141570" y="510595"/>
                </a:moveTo>
                <a:lnTo>
                  <a:pt x="1141963" y="512133"/>
                </a:lnTo>
                <a:lnTo>
                  <a:pt x="1142258" y="512498"/>
                </a:lnTo>
                <a:lnTo>
                  <a:pt x="1142832" y="511567"/>
                </a:lnTo>
                <a:lnTo>
                  <a:pt x="1142507" y="510683"/>
                </a:lnTo>
                <a:lnTo>
                  <a:pt x="1142343" y="510258"/>
                </a:lnTo>
                <a:lnTo>
                  <a:pt x="1141963" y="509856"/>
                </a:lnTo>
                <a:close/>
                <a:moveTo>
                  <a:pt x="1137796" y="518970"/>
                </a:moveTo>
                <a:lnTo>
                  <a:pt x="1137983" y="519432"/>
                </a:lnTo>
                <a:lnTo>
                  <a:pt x="1138119" y="519211"/>
                </a:lnTo>
                <a:close/>
                <a:moveTo>
                  <a:pt x="1141232" y="511231"/>
                </a:moveTo>
                <a:lnTo>
                  <a:pt x="1141420" y="511462"/>
                </a:lnTo>
                <a:lnTo>
                  <a:pt x="1141319" y="511068"/>
                </a:lnTo>
                <a:close/>
                <a:moveTo>
                  <a:pt x="1140918" y="511822"/>
                </a:moveTo>
                <a:lnTo>
                  <a:pt x="1141630" y="512283"/>
                </a:lnTo>
                <a:lnTo>
                  <a:pt x="1141516" y="511837"/>
                </a:lnTo>
                <a:lnTo>
                  <a:pt x="1141148" y="511389"/>
                </a:lnTo>
                <a:close/>
                <a:moveTo>
                  <a:pt x="508791" y="1927265"/>
                </a:moveTo>
                <a:lnTo>
                  <a:pt x="508890" y="1928340"/>
                </a:lnTo>
                <a:lnTo>
                  <a:pt x="509631" y="1928191"/>
                </a:lnTo>
                <a:lnTo>
                  <a:pt x="509211" y="1927339"/>
                </a:lnTo>
                <a:close/>
                <a:moveTo>
                  <a:pt x="511487" y="1921186"/>
                </a:moveTo>
                <a:lnTo>
                  <a:pt x="516954" y="1921468"/>
                </a:lnTo>
                <a:lnTo>
                  <a:pt x="516910" y="1920355"/>
                </a:lnTo>
                <a:close/>
                <a:moveTo>
                  <a:pt x="1146959" y="497991"/>
                </a:moveTo>
                <a:lnTo>
                  <a:pt x="1146214" y="500060"/>
                </a:lnTo>
                <a:lnTo>
                  <a:pt x="1146286" y="500515"/>
                </a:lnTo>
                <a:lnTo>
                  <a:pt x="1148091" y="501687"/>
                </a:lnTo>
                <a:lnTo>
                  <a:pt x="1147426" y="499099"/>
                </a:lnTo>
                <a:close/>
                <a:moveTo>
                  <a:pt x="475349" y="2001789"/>
                </a:moveTo>
                <a:lnTo>
                  <a:pt x="477098" y="2002452"/>
                </a:lnTo>
                <a:lnTo>
                  <a:pt x="478442" y="2002285"/>
                </a:lnTo>
                <a:lnTo>
                  <a:pt x="485323" y="1999018"/>
                </a:lnTo>
                <a:lnTo>
                  <a:pt x="484771" y="1998964"/>
                </a:lnTo>
                <a:close/>
                <a:moveTo>
                  <a:pt x="505466" y="1934105"/>
                </a:moveTo>
                <a:lnTo>
                  <a:pt x="507647" y="1934246"/>
                </a:lnTo>
                <a:lnTo>
                  <a:pt x="507601" y="1933744"/>
                </a:lnTo>
                <a:close/>
                <a:moveTo>
                  <a:pt x="1152232" y="485805"/>
                </a:moveTo>
                <a:lnTo>
                  <a:pt x="1152547" y="492049"/>
                </a:lnTo>
                <a:lnTo>
                  <a:pt x="1152767" y="492464"/>
                </a:lnTo>
                <a:lnTo>
                  <a:pt x="1153077" y="486795"/>
                </a:lnTo>
                <a:close/>
                <a:moveTo>
                  <a:pt x="1138857" y="515700"/>
                </a:moveTo>
                <a:lnTo>
                  <a:pt x="1139875" y="516362"/>
                </a:lnTo>
                <a:lnTo>
                  <a:pt x="1140465" y="515407"/>
                </a:lnTo>
                <a:lnTo>
                  <a:pt x="1139574" y="514350"/>
                </a:lnTo>
                <a:close/>
                <a:moveTo>
                  <a:pt x="1201804" y="374609"/>
                </a:moveTo>
                <a:lnTo>
                  <a:pt x="1203895" y="379512"/>
                </a:lnTo>
                <a:lnTo>
                  <a:pt x="1204295" y="380045"/>
                </a:lnTo>
                <a:lnTo>
                  <a:pt x="1205324" y="378081"/>
                </a:lnTo>
                <a:close/>
                <a:moveTo>
                  <a:pt x="504855" y="1935195"/>
                </a:moveTo>
                <a:lnTo>
                  <a:pt x="506468" y="1935911"/>
                </a:lnTo>
                <a:lnTo>
                  <a:pt x="507845" y="1936407"/>
                </a:lnTo>
                <a:lnTo>
                  <a:pt x="507793" y="1935843"/>
                </a:lnTo>
                <a:lnTo>
                  <a:pt x="505818" y="1935297"/>
                </a:lnTo>
                <a:close/>
                <a:moveTo>
                  <a:pt x="508704" y="1926312"/>
                </a:moveTo>
                <a:lnTo>
                  <a:pt x="508741" y="1926715"/>
                </a:lnTo>
                <a:lnTo>
                  <a:pt x="508919" y="1926747"/>
                </a:lnTo>
                <a:close/>
                <a:moveTo>
                  <a:pt x="508832" y="1925885"/>
                </a:moveTo>
                <a:lnTo>
                  <a:pt x="509272" y="1926809"/>
                </a:lnTo>
                <a:lnTo>
                  <a:pt x="513117" y="1927488"/>
                </a:lnTo>
                <a:lnTo>
                  <a:pt x="517160" y="1926673"/>
                </a:lnTo>
                <a:lnTo>
                  <a:pt x="517146" y="1926332"/>
                </a:lnTo>
                <a:lnTo>
                  <a:pt x="511573" y="1925505"/>
                </a:lnTo>
                <a:close/>
                <a:moveTo>
                  <a:pt x="1200997" y="375868"/>
                </a:moveTo>
                <a:lnTo>
                  <a:pt x="1203282" y="381977"/>
                </a:lnTo>
                <a:lnTo>
                  <a:pt x="1203582" y="381404"/>
                </a:lnTo>
                <a:lnTo>
                  <a:pt x="1201522" y="376568"/>
                </a:lnTo>
                <a:close/>
                <a:moveTo>
                  <a:pt x="1149351" y="491349"/>
                </a:moveTo>
                <a:lnTo>
                  <a:pt x="1147687" y="495970"/>
                </a:lnTo>
                <a:lnTo>
                  <a:pt x="1148997" y="499071"/>
                </a:lnTo>
                <a:lnTo>
                  <a:pt x="1149841" y="500203"/>
                </a:lnTo>
                <a:lnTo>
                  <a:pt x="1150005" y="499937"/>
                </a:lnTo>
                <a:lnTo>
                  <a:pt x="1151638" y="495705"/>
                </a:lnTo>
                <a:close/>
                <a:moveTo>
                  <a:pt x="1152189" y="484940"/>
                </a:moveTo>
                <a:lnTo>
                  <a:pt x="1152202" y="485217"/>
                </a:lnTo>
                <a:lnTo>
                  <a:pt x="1152697" y="485797"/>
                </a:lnTo>
                <a:close/>
                <a:moveTo>
                  <a:pt x="521178" y="1897842"/>
                </a:moveTo>
                <a:lnTo>
                  <a:pt x="525400" y="1898319"/>
                </a:lnTo>
                <a:lnTo>
                  <a:pt x="525528" y="1898331"/>
                </a:lnTo>
                <a:lnTo>
                  <a:pt x="525514" y="1897720"/>
                </a:lnTo>
                <a:close/>
                <a:moveTo>
                  <a:pt x="1176440" y="430300"/>
                </a:moveTo>
                <a:lnTo>
                  <a:pt x="1182110" y="438585"/>
                </a:lnTo>
                <a:lnTo>
                  <a:pt x="1183488" y="434889"/>
                </a:lnTo>
                <a:lnTo>
                  <a:pt x="1179124" y="426412"/>
                </a:lnTo>
                <a:close/>
                <a:moveTo>
                  <a:pt x="1152138" y="483935"/>
                </a:moveTo>
                <a:lnTo>
                  <a:pt x="1152167" y="484501"/>
                </a:lnTo>
                <a:lnTo>
                  <a:pt x="1153115" y="486097"/>
                </a:lnTo>
                <a:lnTo>
                  <a:pt x="1153150" y="485441"/>
                </a:lnTo>
                <a:close/>
                <a:moveTo>
                  <a:pt x="1151568" y="485194"/>
                </a:moveTo>
                <a:lnTo>
                  <a:pt x="1150503" y="488150"/>
                </a:lnTo>
                <a:lnTo>
                  <a:pt x="1151847" y="490712"/>
                </a:lnTo>
                <a:close/>
                <a:moveTo>
                  <a:pt x="501756" y="1939825"/>
                </a:moveTo>
                <a:lnTo>
                  <a:pt x="502492" y="1942854"/>
                </a:lnTo>
                <a:lnTo>
                  <a:pt x="506485" y="1941124"/>
                </a:lnTo>
                <a:close/>
                <a:moveTo>
                  <a:pt x="1153111" y="481203"/>
                </a:moveTo>
                <a:lnTo>
                  <a:pt x="1153366" y="481497"/>
                </a:lnTo>
                <a:lnTo>
                  <a:pt x="1153369" y="481437"/>
                </a:lnTo>
                <a:close/>
                <a:moveTo>
                  <a:pt x="1168959" y="445408"/>
                </a:moveTo>
                <a:lnTo>
                  <a:pt x="1171088" y="449546"/>
                </a:lnTo>
                <a:lnTo>
                  <a:pt x="1170936" y="447826"/>
                </a:lnTo>
                <a:lnTo>
                  <a:pt x="1170645" y="446615"/>
                </a:lnTo>
                <a:close/>
                <a:moveTo>
                  <a:pt x="1174350" y="433325"/>
                </a:moveTo>
                <a:lnTo>
                  <a:pt x="1174528" y="434940"/>
                </a:lnTo>
                <a:lnTo>
                  <a:pt x="1177670" y="437385"/>
                </a:lnTo>
                <a:lnTo>
                  <a:pt x="1181368" y="440575"/>
                </a:lnTo>
                <a:lnTo>
                  <a:pt x="1181944" y="439033"/>
                </a:lnTo>
                <a:lnTo>
                  <a:pt x="1176203" y="430643"/>
                </a:lnTo>
                <a:close/>
                <a:moveTo>
                  <a:pt x="492404" y="1960272"/>
                </a:moveTo>
                <a:lnTo>
                  <a:pt x="495577" y="1960380"/>
                </a:lnTo>
                <a:lnTo>
                  <a:pt x="493895" y="1959571"/>
                </a:lnTo>
                <a:close/>
                <a:moveTo>
                  <a:pt x="1159049" y="467424"/>
                </a:moveTo>
                <a:lnTo>
                  <a:pt x="1159335" y="470650"/>
                </a:lnTo>
                <a:lnTo>
                  <a:pt x="1160338" y="473750"/>
                </a:lnTo>
                <a:lnTo>
                  <a:pt x="1161600" y="470606"/>
                </a:lnTo>
                <a:lnTo>
                  <a:pt x="1161053" y="469565"/>
                </a:lnTo>
                <a:close/>
                <a:moveTo>
                  <a:pt x="499212" y="1944649"/>
                </a:moveTo>
                <a:lnTo>
                  <a:pt x="501007" y="1944734"/>
                </a:lnTo>
                <a:lnTo>
                  <a:pt x="500824" y="1943976"/>
                </a:lnTo>
                <a:close/>
                <a:moveTo>
                  <a:pt x="508406" y="1923056"/>
                </a:moveTo>
                <a:lnTo>
                  <a:pt x="508570" y="1924848"/>
                </a:lnTo>
                <a:lnTo>
                  <a:pt x="509058" y="1924920"/>
                </a:lnTo>
                <a:lnTo>
                  <a:pt x="511566" y="1924566"/>
                </a:lnTo>
                <a:lnTo>
                  <a:pt x="516708" y="1923578"/>
                </a:lnTo>
                <a:close/>
                <a:moveTo>
                  <a:pt x="519609" y="1897885"/>
                </a:moveTo>
                <a:lnTo>
                  <a:pt x="521721" y="1898754"/>
                </a:lnTo>
                <a:lnTo>
                  <a:pt x="525534" y="1898576"/>
                </a:lnTo>
                <a:lnTo>
                  <a:pt x="525532" y="1898481"/>
                </a:lnTo>
                <a:lnTo>
                  <a:pt x="520127" y="1897871"/>
                </a:lnTo>
                <a:close/>
                <a:moveTo>
                  <a:pt x="1159394" y="465058"/>
                </a:moveTo>
                <a:lnTo>
                  <a:pt x="1160877" y="467874"/>
                </a:lnTo>
                <a:lnTo>
                  <a:pt x="1162150" y="469235"/>
                </a:lnTo>
                <a:lnTo>
                  <a:pt x="1164084" y="464417"/>
                </a:lnTo>
                <a:lnTo>
                  <a:pt x="1162958" y="462339"/>
                </a:lnTo>
                <a:close/>
                <a:moveTo>
                  <a:pt x="1158874" y="465455"/>
                </a:moveTo>
                <a:lnTo>
                  <a:pt x="1158902" y="465761"/>
                </a:lnTo>
                <a:lnTo>
                  <a:pt x="1159240" y="466126"/>
                </a:lnTo>
                <a:lnTo>
                  <a:pt x="1158884" y="465447"/>
                </a:lnTo>
                <a:close/>
                <a:moveTo>
                  <a:pt x="1191209" y="392984"/>
                </a:moveTo>
                <a:lnTo>
                  <a:pt x="1190878" y="401977"/>
                </a:lnTo>
                <a:lnTo>
                  <a:pt x="1192613" y="403975"/>
                </a:lnTo>
                <a:lnTo>
                  <a:pt x="1194462" y="401679"/>
                </a:lnTo>
                <a:close/>
                <a:moveTo>
                  <a:pt x="506153" y="1926258"/>
                </a:moveTo>
                <a:lnTo>
                  <a:pt x="506928" y="1926395"/>
                </a:lnTo>
                <a:lnTo>
                  <a:pt x="506907" y="1926153"/>
                </a:lnTo>
                <a:close/>
                <a:moveTo>
                  <a:pt x="1206135" y="358748"/>
                </a:moveTo>
                <a:lnTo>
                  <a:pt x="1207729" y="362841"/>
                </a:lnTo>
                <a:lnTo>
                  <a:pt x="1209474" y="367505"/>
                </a:lnTo>
                <a:lnTo>
                  <a:pt x="1210206" y="368759"/>
                </a:lnTo>
                <a:lnTo>
                  <a:pt x="1221307" y="347570"/>
                </a:lnTo>
                <a:lnTo>
                  <a:pt x="1217424" y="342249"/>
                </a:lnTo>
                <a:close/>
                <a:moveTo>
                  <a:pt x="1175056" y="428278"/>
                </a:moveTo>
                <a:lnTo>
                  <a:pt x="1175082" y="428316"/>
                </a:lnTo>
                <a:lnTo>
                  <a:pt x="1175166" y="428194"/>
                </a:lnTo>
                <a:close/>
                <a:moveTo>
                  <a:pt x="482354" y="1979287"/>
                </a:moveTo>
                <a:lnTo>
                  <a:pt x="489075" y="1979564"/>
                </a:lnTo>
                <a:lnTo>
                  <a:pt x="508042" y="1980088"/>
                </a:lnTo>
                <a:lnTo>
                  <a:pt x="498654" y="1976851"/>
                </a:lnTo>
                <a:close/>
                <a:moveTo>
                  <a:pt x="1199778" y="372605"/>
                </a:moveTo>
                <a:lnTo>
                  <a:pt x="1200836" y="375437"/>
                </a:lnTo>
                <a:lnTo>
                  <a:pt x="1201309" y="376065"/>
                </a:lnTo>
                <a:lnTo>
                  <a:pt x="1199877" y="372705"/>
                </a:lnTo>
                <a:close/>
                <a:moveTo>
                  <a:pt x="510361" y="1916094"/>
                </a:moveTo>
                <a:lnTo>
                  <a:pt x="511587" y="1916383"/>
                </a:lnTo>
                <a:lnTo>
                  <a:pt x="513182" y="1916637"/>
                </a:lnTo>
                <a:lnTo>
                  <a:pt x="512199" y="1916010"/>
                </a:lnTo>
                <a:close/>
                <a:moveTo>
                  <a:pt x="504380" y="1929474"/>
                </a:moveTo>
                <a:lnTo>
                  <a:pt x="507215" y="1929531"/>
                </a:lnTo>
                <a:lnTo>
                  <a:pt x="507159" y="1928915"/>
                </a:lnTo>
                <a:close/>
                <a:moveTo>
                  <a:pt x="1205177" y="360149"/>
                </a:moveTo>
                <a:lnTo>
                  <a:pt x="1207485" y="364099"/>
                </a:lnTo>
                <a:lnTo>
                  <a:pt x="1205714" y="359364"/>
                </a:lnTo>
                <a:close/>
                <a:moveTo>
                  <a:pt x="1168440" y="442262"/>
                </a:moveTo>
                <a:lnTo>
                  <a:pt x="1168629" y="444348"/>
                </a:lnTo>
                <a:lnTo>
                  <a:pt x="1170347" y="445577"/>
                </a:lnTo>
                <a:close/>
                <a:moveTo>
                  <a:pt x="1173892" y="429165"/>
                </a:moveTo>
                <a:lnTo>
                  <a:pt x="1173975" y="429919"/>
                </a:lnTo>
                <a:lnTo>
                  <a:pt x="1174845" y="428659"/>
                </a:lnTo>
                <a:lnTo>
                  <a:pt x="1174746" y="428514"/>
                </a:lnTo>
                <a:close/>
                <a:moveTo>
                  <a:pt x="1167698" y="442957"/>
                </a:moveTo>
                <a:lnTo>
                  <a:pt x="1168283" y="444096"/>
                </a:lnTo>
                <a:lnTo>
                  <a:pt x="1168124" y="442340"/>
                </a:lnTo>
                <a:close/>
                <a:moveTo>
                  <a:pt x="516779" y="1900481"/>
                </a:moveTo>
                <a:lnTo>
                  <a:pt x="516803" y="1901412"/>
                </a:lnTo>
                <a:lnTo>
                  <a:pt x="517170" y="1901460"/>
                </a:lnTo>
                <a:close/>
                <a:moveTo>
                  <a:pt x="503326" y="1930072"/>
                </a:moveTo>
                <a:lnTo>
                  <a:pt x="507431" y="1931886"/>
                </a:lnTo>
                <a:lnTo>
                  <a:pt x="507272" y="1930151"/>
                </a:lnTo>
                <a:close/>
                <a:moveTo>
                  <a:pt x="516831" y="1899633"/>
                </a:moveTo>
                <a:lnTo>
                  <a:pt x="517553" y="1901511"/>
                </a:lnTo>
                <a:lnTo>
                  <a:pt x="525630" y="1902577"/>
                </a:lnTo>
                <a:lnTo>
                  <a:pt x="525602" y="1901446"/>
                </a:lnTo>
                <a:lnTo>
                  <a:pt x="523040" y="1900725"/>
                </a:lnTo>
                <a:close/>
                <a:moveTo>
                  <a:pt x="1202532" y="364014"/>
                </a:moveTo>
                <a:lnTo>
                  <a:pt x="1207651" y="373637"/>
                </a:lnTo>
                <a:lnTo>
                  <a:pt x="1209635" y="369849"/>
                </a:lnTo>
                <a:lnTo>
                  <a:pt x="1208105" y="365759"/>
                </a:lnTo>
                <a:lnTo>
                  <a:pt x="1204989" y="360423"/>
                </a:lnTo>
                <a:close/>
                <a:moveTo>
                  <a:pt x="1227739" y="307474"/>
                </a:moveTo>
                <a:lnTo>
                  <a:pt x="1228172" y="327001"/>
                </a:lnTo>
                <a:lnTo>
                  <a:pt x="1233761" y="319494"/>
                </a:lnTo>
                <a:close/>
                <a:moveTo>
                  <a:pt x="480872" y="1979508"/>
                </a:moveTo>
                <a:lnTo>
                  <a:pt x="489482" y="1980676"/>
                </a:lnTo>
                <a:lnTo>
                  <a:pt x="511265" y="1982021"/>
                </a:lnTo>
                <a:lnTo>
                  <a:pt x="511004" y="1981110"/>
                </a:lnTo>
                <a:lnTo>
                  <a:pt x="509622" y="1980633"/>
                </a:lnTo>
                <a:lnTo>
                  <a:pt x="509576" y="1980632"/>
                </a:lnTo>
                <a:lnTo>
                  <a:pt x="481171" y="1979464"/>
                </a:lnTo>
                <a:close/>
                <a:moveTo>
                  <a:pt x="500620" y="1935149"/>
                </a:moveTo>
                <a:lnTo>
                  <a:pt x="501697" y="1939582"/>
                </a:lnTo>
                <a:lnTo>
                  <a:pt x="506806" y="1940985"/>
                </a:lnTo>
                <a:lnTo>
                  <a:pt x="508208" y="1940378"/>
                </a:lnTo>
                <a:lnTo>
                  <a:pt x="507917" y="1937204"/>
                </a:lnTo>
                <a:lnTo>
                  <a:pt x="502940" y="1934993"/>
                </a:lnTo>
                <a:lnTo>
                  <a:pt x="501835" y="1934876"/>
                </a:lnTo>
                <a:close/>
                <a:moveTo>
                  <a:pt x="516739" y="1898951"/>
                </a:moveTo>
                <a:lnTo>
                  <a:pt x="516746" y="1899213"/>
                </a:lnTo>
                <a:lnTo>
                  <a:pt x="519209" y="1899646"/>
                </a:lnTo>
                <a:close/>
                <a:moveTo>
                  <a:pt x="469887" y="2003347"/>
                </a:moveTo>
                <a:lnTo>
                  <a:pt x="475973" y="2002592"/>
                </a:lnTo>
                <a:lnTo>
                  <a:pt x="474515" y="2002040"/>
                </a:lnTo>
                <a:lnTo>
                  <a:pt x="471725" y="2002876"/>
                </a:lnTo>
                <a:close/>
                <a:moveTo>
                  <a:pt x="1164881" y="447036"/>
                </a:moveTo>
                <a:lnTo>
                  <a:pt x="1169231" y="454556"/>
                </a:lnTo>
                <a:lnTo>
                  <a:pt x="1168778" y="449562"/>
                </a:lnTo>
                <a:lnTo>
                  <a:pt x="1166545" y="444626"/>
                </a:lnTo>
                <a:close/>
                <a:moveTo>
                  <a:pt x="1200434" y="367080"/>
                </a:moveTo>
                <a:lnTo>
                  <a:pt x="1206542" y="375754"/>
                </a:lnTo>
                <a:lnTo>
                  <a:pt x="1207473" y="373976"/>
                </a:lnTo>
                <a:lnTo>
                  <a:pt x="1204105" y="367433"/>
                </a:lnTo>
                <a:lnTo>
                  <a:pt x="1202393" y="364217"/>
                </a:lnTo>
                <a:close/>
                <a:moveTo>
                  <a:pt x="516713" y="1897967"/>
                </a:moveTo>
                <a:lnTo>
                  <a:pt x="516732" y="1898657"/>
                </a:lnTo>
                <a:lnTo>
                  <a:pt x="521968" y="1900132"/>
                </a:lnTo>
                <a:lnTo>
                  <a:pt x="525586" y="1900767"/>
                </a:lnTo>
                <a:lnTo>
                  <a:pt x="525577" y="1900367"/>
                </a:lnTo>
                <a:lnTo>
                  <a:pt x="523148" y="1899569"/>
                </a:lnTo>
                <a:lnTo>
                  <a:pt x="521805" y="1898999"/>
                </a:lnTo>
                <a:lnTo>
                  <a:pt x="520573" y="1899057"/>
                </a:lnTo>
                <a:lnTo>
                  <a:pt x="520299" y="1898821"/>
                </a:lnTo>
                <a:lnTo>
                  <a:pt x="521278" y="1898775"/>
                </a:lnTo>
                <a:lnTo>
                  <a:pt x="519207" y="1897897"/>
                </a:lnTo>
                <a:close/>
                <a:moveTo>
                  <a:pt x="1173642" y="426902"/>
                </a:moveTo>
                <a:lnTo>
                  <a:pt x="1173704" y="427466"/>
                </a:lnTo>
                <a:lnTo>
                  <a:pt x="1173917" y="427303"/>
                </a:lnTo>
                <a:close/>
                <a:moveTo>
                  <a:pt x="490314" y="1956613"/>
                </a:moveTo>
                <a:lnTo>
                  <a:pt x="495124" y="1958683"/>
                </a:lnTo>
                <a:lnTo>
                  <a:pt x="501766" y="1955447"/>
                </a:lnTo>
                <a:lnTo>
                  <a:pt x="498718" y="1955147"/>
                </a:lnTo>
                <a:close/>
                <a:moveTo>
                  <a:pt x="1199302" y="368734"/>
                </a:moveTo>
                <a:lnTo>
                  <a:pt x="1201114" y="372985"/>
                </a:lnTo>
                <a:lnTo>
                  <a:pt x="1205648" y="377461"/>
                </a:lnTo>
                <a:lnTo>
                  <a:pt x="1206319" y="376181"/>
                </a:lnTo>
                <a:lnTo>
                  <a:pt x="1200948" y="368332"/>
                </a:lnTo>
                <a:lnTo>
                  <a:pt x="1200252" y="367344"/>
                </a:lnTo>
                <a:close/>
                <a:moveTo>
                  <a:pt x="1186552" y="397081"/>
                </a:moveTo>
                <a:lnTo>
                  <a:pt x="1186992" y="397575"/>
                </a:lnTo>
                <a:lnTo>
                  <a:pt x="1187038" y="396315"/>
                </a:lnTo>
                <a:close/>
                <a:moveTo>
                  <a:pt x="1160438" y="455049"/>
                </a:moveTo>
                <a:lnTo>
                  <a:pt x="1160446" y="455061"/>
                </a:lnTo>
                <a:lnTo>
                  <a:pt x="1160581" y="455289"/>
                </a:lnTo>
                <a:lnTo>
                  <a:pt x="1160885" y="455851"/>
                </a:lnTo>
                <a:lnTo>
                  <a:pt x="1163074" y="459782"/>
                </a:lnTo>
                <a:lnTo>
                  <a:pt x="1168998" y="455261"/>
                </a:lnTo>
                <a:lnTo>
                  <a:pt x="1166278" y="450093"/>
                </a:lnTo>
                <a:lnTo>
                  <a:pt x="1164679" y="447328"/>
                </a:lnTo>
                <a:lnTo>
                  <a:pt x="1163932" y="448410"/>
                </a:lnTo>
                <a:close/>
                <a:moveTo>
                  <a:pt x="1198296" y="370205"/>
                </a:moveTo>
                <a:lnTo>
                  <a:pt x="1198561" y="370467"/>
                </a:lnTo>
                <a:lnTo>
                  <a:pt x="1198404" y="370047"/>
                </a:lnTo>
                <a:close/>
                <a:moveTo>
                  <a:pt x="507780" y="1916213"/>
                </a:moveTo>
                <a:lnTo>
                  <a:pt x="508220" y="1921017"/>
                </a:lnTo>
                <a:lnTo>
                  <a:pt x="510524" y="1921137"/>
                </a:lnTo>
                <a:lnTo>
                  <a:pt x="510901" y="1921079"/>
                </a:lnTo>
                <a:lnTo>
                  <a:pt x="516899" y="1920078"/>
                </a:lnTo>
                <a:lnTo>
                  <a:pt x="516855" y="1918983"/>
                </a:lnTo>
                <a:lnTo>
                  <a:pt x="515173" y="1917908"/>
                </a:lnTo>
                <a:lnTo>
                  <a:pt x="508454" y="1916182"/>
                </a:lnTo>
                <a:close/>
                <a:moveTo>
                  <a:pt x="1159575" y="456689"/>
                </a:moveTo>
                <a:lnTo>
                  <a:pt x="1158550" y="461790"/>
                </a:lnTo>
                <a:lnTo>
                  <a:pt x="1158669" y="463142"/>
                </a:lnTo>
                <a:lnTo>
                  <a:pt x="1162011" y="460593"/>
                </a:lnTo>
                <a:lnTo>
                  <a:pt x="1159733" y="456388"/>
                </a:lnTo>
                <a:close/>
                <a:moveTo>
                  <a:pt x="1197635" y="371171"/>
                </a:moveTo>
                <a:lnTo>
                  <a:pt x="1200006" y="374330"/>
                </a:lnTo>
                <a:lnTo>
                  <a:pt x="1199118" y="371955"/>
                </a:lnTo>
                <a:lnTo>
                  <a:pt x="1197912" y="370765"/>
                </a:lnTo>
                <a:close/>
                <a:moveTo>
                  <a:pt x="516657" y="1895766"/>
                </a:moveTo>
                <a:lnTo>
                  <a:pt x="516666" y="1896081"/>
                </a:lnTo>
                <a:lnTo>
                  <a:pt x="519719" y="1895996"/>
                </a:lnTo>
                <a:close/>
                <a:moveTo>
                  <a:pt x="1167988" y="437278"/>
                </a:moveTo>
                <a:lnTo>
                  <a:pt x="1168055" y="438019"/>
                </a:lnTo>
                <a:lnTo>
                  <a:pt x="1168208" y="438270"/>
                </a:lnTo>
                <a:lnTo>
                  <a:pt x="1168482" y="437872"/>
                </a:lnTo>
                <a:close/>
                <a:moveTo>
                  <a:pt x="507617" y="1914431"/>
                </a:moveTo>
                <a:lnTo>
                  <a:pt x="507712" y="1915471"/>
                </a:lnTo>
                <a:lnTo>
                  <a:pt x="508195" y="1915585"/>
                </a:lnTo>
                <a:lnTo>
                  <a:pt x="511249" y="1915403"/>
                </a:lnTo>
                <a:lnTo>
                  <a:pt x="510925" y="1915197"/>
                </a:lnTo>
                <a:close/>
                <a:moveTo>
                  <a:pt x="516618" y="1894244"/>
                </a:moveTo>
                <a:lnTo>
                  <a:pt x="516644" y="1895266"/>
                </a:lnTo>
                <a:lnTo>
                  <a:pt x="520079" y="1895523"/>
                </a:lnTo>
                <a:close/>
                <a:moveTo>
                  <a:pt x="516609" y="1893896"/>
                </a:moveTo>
                <a:lnTo>
                  <a:pt x="516611" y="1893990"/>
                </a:lnTo>
                <a:lnTo>
                  <a:pt x="521168" y="1895605"/>
                </a:lnTo>
                <a:lnTo>
                  <a:pt x="524575" y="1895860"/>
                </a:lnTo>
                <a:lnTo>
                  <a:pt x="525468" y="1895835"/>
                </a:lnTo>
                <a:lnTo>
                  <a:pt x="525458" y="1895403"/>
                </a:lnTo>
                <a:close/>
                <a:moveTo>
                  <a:pt x="1167836" y="435597"/>
                </a:moveTo>
                <a:lnTo>
                  <a:pt x="1167926" y="436595"/>
                </a:lnTo>
                <a:lnTo>
                  <a:pt x="1168359" y="437100"/>
                </a:lnTo>
                <a:lnTo>
                  <a:pt x="1168245" y="436625"/>
                </a:lnTo>
                <a:close/>
                <a:moveTo>
                  <a:pt x="1180791" y="406147"/>
                </a:moveTo>
                <a:lnTo>
                  <a:pt x="1184614" y="414512"/>
                </a:lnTo>
                <a:lnTo>
                  <a:pt x="1186468" y="411829"/>
                </a:lnTo>
                <a:lnTo>
                  <a:pt x="1186962" y="398396"/>
                </a:lnTo>
                <a:lnTo>
                  <a:pt x="1186243" y="397567"/>
                </a:lnTo>
                <a:close/>
                <a:moveTo>
                  <a:pt x="492371" y="1947503"/>
                </a:moveTo>
                <a:lnTo>
                  <a:pt x="502175" y="1949542"/>
                </a:lnTo>
                <a:lnTo>
                  <a:pt x="501155" y="1945340"/>
                </a:lnTo>
                <a:lnTo>
                  <a:pt x="497921" y="1945188"/>
                </a:lnTo>
                <a:close/>
                <a:moveTo>
                  <a:pt x="1139571" y="497907"/>
                </a:moveTo>
                <a:lnTo>
                  <a:pt x="1139566" y="497925"/>
                </a:lnTo>
                <a:lnTo>
                  <a:pt x="1139574" y="497910"/>
                </a:lnTo>
                <a:close/>
                <a:moveTo>
                  <a:pt x="515305" y="1895665"/>
                </a:moveTo>
                <a:lnTo>
                  <a:pt x="515477" y="1896114"/>
                </a:lnTo>
                <a:lnTo>
                  <a:pt x="516102" y="1896097"/>
                </a:lnTo>
                <a:lnTo>
                  <a:pt x="516092" y="1895724"/>
                </a:lnTo>
                <a:close/>
                <a:moveTo>
                  <a:pt x="1167737" y="434514"/>
                </a:moveTo>
                <a:lnTo>
                  <a:pt x="1167798" y="435176"/>
                </a:lnTo>
                <a:lnTo>
                  <a:pt x="1168048" y="435807"/>
                </a:lnTo>
                <a:close/>
                <a:moveTo>
                  <a:pt x="514171" y="1897936"/>
                </a:moveTo>
                <a:lnTo>
                  <a:pt x="515984" y="1898447"/>
                </a:lnTo>
                <a:lnTo>
                  <a:pt x="515795" y="1897957"/>
                </a:lnTo>
                <a:close/>
                <a:moveTo>
                  <a:pt x="499482" y="1930461"/>
                </a:moveTo>
                <a:lnTo>
                  <a:pt x="500121" y="1933092"/>
                </a:lnTo>
                <a:lnTo>
                  <a:pt x="501878" y="1933872"/>
                </a:lnTo>
                <a:lnTo>
                  <a:pt x="503373" y="1933969"/>
                </a:lnTo>
                <a:lnTo>
                  <a:pt x="504197" y="1933830"/>
                </a:lnTo>
                <a:lnTo>
                  <a:pt x="507540" y="1933078"/>
                </a:lnTo>
                <a:lnTo>
                  <a:pt x="507500" y="1932634"/>
                </a:lnTo>
                <a:lnTo>
                  <a:pt x="501625" y="1930037"/>
                </a:lnTo>
                <a:lnTo>
                  <a:pt x="501586" y="1930037"/>
                </a:lnTo>
                <a:close/>
                <a:moveTo>
                  <a:pt x="1139997" y="496205"/>
                </a:moveTo>
                <a:lnTo>
                  <a:pt x="1139946" y="496406"/>
                </a:lnTo>
                <a:lnTo>
                  <a:pt x="1140133" y="496526"/>
                </a:lnTo>
                <a:close/>
                <a:moveTo>
                  <a:pt x="1171970" y="424459"/>
                </a:moveTo>
                <a:lnTo>
                  <a:pt x="1172695" y="427475"/>
                </a:lnTo>
                <a:lnTo>
                  <a:pt x="1172497" y="425229"/>
                </a:lnTo>
                <a:close/>
                <a:moveTo>
                  <a:pt x="516554" y="1891751"/>
                </a:moveTo>
                <a:lnTo>
                  <a:pt x="516598" y="1893429"/>
                </a:lnTo>
                <a:lnTo>
                  <a:pt x="525447" y="1894935"/>
                </a:lnTo>
                <a:lnTo>
                  <a:pt x="525419" y="1893769"/>
                </a:lnTo>
                <a:lnTo>
                  <a:pt x="520983" y="1890989"/>
                </a:lnTo>
                <a:lnTo>
                  <a:pt x="517863" y="1891541"/>
                </a:lnTo>
                <a:lnTo>
                  <a:pt x="518390" y="1892848"/>
                </a:lnTo>
                <a:lnTo>
                  <a:pt x="518182" y="1892729"/>
                </a:lnTo>
                <a:lnTo>
                  <a:pt x="517715" y="1891567"/>
                </a:lnTo>
                <a:lnTo>
                  <a:pt x="517058" y="1891683"/>
                </a:lnTo>
                <a:close/>
                <a:moveTo>
                  <a:pt x="499368" y="1929992"/>
                </a:moveTo>
                <a:lnTo>
                  <a:pt x="499429" y="1930246"/>
                </a:lnTo>
                <a:lnTo>
                  <a:pt x="500569" y="1930016"/>
                </a:lnTo>
                <a:close/>
                <a:moveTo>
                  <a:pt x="1144018" y="486252"/>
                </a:moveTo>
                <a:lnTo>
                  <a:pt x="1144143" y="487041"/>
                </a:lnTo>
                <a:lnTo>
                  <a:pt x="1145318" y="483781"/>
                </a:lnTo>
                <a:close/>
                <a:moveTo>
                  <a:pt x="1191203" y="380571"/>
                </a:moveTo>
                <a:lnTo>
                  <a:pt x="1191523" y="384423"/>
                </a:lnTo>
                <a:lnTo>
                  <a:pt x="1191353" y="389060"/>
                </a:lnTo>
                <a:lnTo>
                  <a:pt x="1193524" y="385643"/>
                </a:lnTo>
                <a:lnTo>
                  <a:pt x="1193905" y="385508"/>
                </a:lnTo>
                <a:lnTo>
                  <a:pt x="1191335" y="389553"/>
                </a:lnTo>
                <a:lnTo>
                  <a:pt x="1191230" y="392419"/>
                </a:lnTo>
                <a:lnTo>
                  <a:pt x="1194620" y="401482"/>
                </a:lnTo>
                <a:lnTo>
                  <a:pt x="1195544" y="400333"/>
                </a:lnTo>
                <a:lnTo>
                  <a:pt x="1198808" y="390520"/>
                </a:lnTo>
                <a:lnTo>
                  <a:pt x="1202881" y="382744"/>
                </a:lnTo>
                <a:lnTo>
                  <a:pt x="1200881" y="376673"/>
                </a:lnTo>
                <a:lnTo>
                  <a:pt x="1200167" y="374761"/>
                </a:lnTo>
                <a:lnTo>
                  <a:pt x="1197557" y="371284"/>
                </a:lnTo>
                <a:close/>
                <a:moveTo>
                  <a:pt x="1166604" y="435620"/>
                </a:moveTo>
                <a:lnTo>
                  <a:pt x="1167675" y="437390"/>
                </a:lnTo>
                <a:lnTo>
                  <a:pt x="1167625" y="436841"/>
                </a:lnTo>
                <a:lnTo>
                  <a:pt x="1166767" y="435810"/>
                </a:lnTo>
                <a:close/>
                <a:moveTo>
                  <a:pt x="1165345" y="438386"/>
                </a:moveTo>
                <a:lnTo>
                  <a:pt x="1166533" y="440695"/>
                </a:lnTo>
                <a:lnTo>
                  <a:pt x="1166981" y="440046"/>
                </a:lnTo>
                <a:close/>
                <a:moveTo>
                  <a:pt x="1142065" y="489963"/>
                </a:moveTo>
                <a:lnTo>
                  <a:pt x="1142757" y="490891"/>
                </a:lnTo>
                <a:lnTo>
                  <a:pt x="1142768" y="490861"/>
                </a:lnTo>
                <a:lnTo>
                  <a:pt x="1142495" y="489145"/>
                </a:lnTo>
                <a:close/>
                <a:moveTo>
                  <a:pt x="1141101" y="491794"/>
                </a:moveTo>
                <a:lnTo>
                  <a:pt x="1140888" y="492647"/>
                </a:lnTo>
                <a:lnTo>
                  <a:pt x="1141554" y="494183"/>
                </a:lnTo>
                <a:lnTo>
                  <a:pt x="1141608" y="494082"/>
                </a:lnTo>
                <a:lnTo>
                  <a:pt x="1142666" y="491144"/>
                </a:lnTo>
                <a:lnTo>
                  <a:pt x="1141957" y="490167"/>
                </a:lnTo>
                <a:close/>
                <a:moveTo>
                  <a:pt x="1175623" y="414441"/>
                </a:moveTo>
                <a:lnTo>
                  <a:pt x="1178896" y="420799"/>
                </a:lnTo>
                <a:lnTo>
                  <a:pt x="1179792" y="421496"/>
                </a:lnTo>
                <a:lnTo>
                  <a:pt x="1184269" y="415013"/>
                </a:lnTo>
                <a:lnTo>
                  <a:pt x="1180457" y="406673"/>
                </a:lnTo>
                <a:lnTo>
                  <a:pt x="1178979" y="408999"/>
                </a:lnTo>
                <a:close/>
                <a:moveTo>
                  <a:pt x="1166438" y="434854"/>
                </a:moveTo>
                <a:lnTo>
                  <a:pt x="1167564" y="436171"/>
                </a:lnTo>
                <a:lnTo>
                  <a:pt x="1167417" y="434545"/>
                </a:lnTo>
                <a:lnTo>
                  <a:pt x="1167283" y="434209"/>
                </a:lnTo>
                <a:close/>
                <a:moveTo>
                  <a:pt x="499108" y="1928925"/>
                </a:moveTo>
                <a:lnTo>
                  <a:pt x="499217" y="1929371"/>
                </a:lnTo>
                <a:lnTo>
                  <a:pt x="500158" y="1929389"/>
                </a:lnTo>
                <a:close/>
                <a:moveTo>
                  <a:pt x="513973" y="1895565"/>
                </a:moveTo>
                <a:lnTo>
                  <a:pt x="515045" y="1896007"/>
                </a:lnTo>
                <a:lnTo>
                  <a:pt x="514902" y="1895635"/>
                </a:lnTo>
                <a:close/>
                <a:moveTo>
                  <a:pt x="1174035" y="417017"/>
                </a:moveTo>
                <a:lnTo>
                  <a:pt x="1174459" y="417345"/>
                </a:lnTo>
                <a:lnTo>
                  <a:pt x="1174173" y="416793"/>
                </a:lnTo>
                <a:close/>
                <a:moveTo>
                  <a:pt x="1195670" y="368553"/>
                </a:moveTo>
                <a:lnTo>
                  <a:pt x="1197097" y="370454"/>
                </a:lnTo>
                <a:lnTo>
                  <a:pt x="1197298" y="370160"/>
                </a:lnTo>
                <a:close/>
                <a:moveTo>
                  <a:pt x="1162287" y="443195"/>
                </a:moveTo>
                <a:lnTo>
                  <a:pt x="1161253" y="448339"/>
                </a:lnTo>
                <a:lnTo>
                  <a:pt x="1163435" y="445179"/>
                </a:lnTo>
                <a:close/>
                <a:moveTo>
                  <a:pt x="504300" y="1916373"/>
                </a:moveTo>
                <a:lnTo>
                  <a:pt x="506419" y="1920820"/>
                </a:lnTo>
                <a:lnTo>
                  <a:pt x="506005" y="1916295"/>
                </a:lnTo>
                <a:close/>
                <a:moveTo>
                  <a:pt x="514482" y="1893527"/>
                </a:moveTo>
                <a:lnTo>
                  <a:pt x="515107" y="1895150"/>
                </a:lnTo>
                <a:lnTo>
                  <a:pt x="516079" y="1895224"/>
                </a:lnTo>
                <a:lnTo>
                  <a:pt x="516049" y="1894033"/>
                </a:lnTo>
                <a:lnTo>
                  <a:pt x="514871" y="1893598"/>
                </a:lnTo>
                <a:close/>
                <a:moveTo>
                  <a:pt x="1172776" y="419057"/>
                </a:moveTo>
                <a:lnTo>
                  <a:pt x="1173551" y="426079"/>
                </a:lnTo>
                <a:lnTo>
                  <a:pt x="1174228" y="427068"/>
                </a:lnTo>
                <a:lnTo>
                  <a:pt x="1174896" y="426557"/>
                </a:lnTo>
                <a:lnTo>
                  <a:pt x="1177611" y="424653"/>
                </a:lnTo>
                <a:lnTo>
                  <a:pt x="1177959" y="424149"/>
                </a:lnTo>
                <a:lnTo>
                  <a:pt x="1177031" y="422346"/>
                </a:lnTo>
                <a:lnTo>
                  <a:pt x="1172786" y="419042"/>
                </a:lnTo>
                <a:close/>
                <a:moveTo>
                  <a:pt x="1162738" y="440952"/>
                </a:moveTo>
                <a:lnTo>
                  <a:pt x="1162383" y="442717"/>
                </a:lnTo>
                <a:lnTo>
                  <a:pt x="1163637" y="444886"/>
                </a:lnTo>
                <a:lnTo>
                  <a:pt x="1165158" y="442685"/>
                </a:lnTo>
                <a:close/>
                <a:moveTo>
                  <a:pt x="468735" y="1994837"/>
                </a:moveTo>
                <a:lnTo>
                  <a:pt x="480956" y="1996219"/>
                </a:lnTo>
                <a:lnTo>
                  <a:pt x="484321" y="1996487"/>
                </a:lnTo>
                <a:lnTo>
                  <a:pt x="478136" y="1992913"/>
                </a:lnTo>
                <a:close/>
                <a:moveTo>
                  <a:pt x="1171262" y="421513"/>
                </a:moveTo>
                <a:lnTo>
                  <a:pt x="1171715" y="423395"/>
                </a:lnTo>
                <a:lnTo>
                  <a:pt x="1172427" y="424437"/>
                </a:lnTo>
                <a:lnTo>
                  <a:pt x="1172057" y="420225"/>
                </a:lnTo>
                <a:close/>
                <a:moveTo>
                  <a:pt x="498712" y="1927293"/>
                </a:moveTo>
                <a:lnTo>
                  <a:pt x="498913" y="1928121"/>
                </a:lnTo>
                <a:lnTo>
                  <a:pt x="501860" y="1929424"/>
                </a:lnTo>
                <a:lnTo>
                  <a:pt x="503361" y="1929454"/>
                </a:lnTo>
                <a:lnTo>
                  <a:pt x="507139" y="1928693"/>
                </a:lnTo>
                <a:lnTo>
                  <a:pt x="506979" y="1926945"/>
                </a:lnTo>
                <a:lnTo>
                  <a:pt x="504439" y="1926496"/>
                </a:lnTo>
                <a:close/>
                <a:moveTo>
                  <a:pt x="1164547" y="436296"/>
                </a:moveTo>
                <a:lnTo>
                  <a:pt x="1165657" y="437422"/>
                </a:lnTo>
                <a:lnTo>
                  <a:pt x="1164868" y="436051"/>
                </a:lnTo>
                <a:close/>
                <a:moveTo>
                  <a:pt x="1166488" y="431884"/>
                </a:moveTo>
                <a:lnTo>
                  <a:pt x="1166820" y="432720"/>
                </a:lnTo>
                <a:lnTo>
                  <a:pt x="1167158" y="432462"/>
                </a:lnTo>
                <a:close/>
                <a:moveTo>
                  <a:pt x="1183444" y="393594"/>
                </a:moveTo>
                <a:lnTo>
                  <a:pt x="1186379" y="396887"/>
                </a:lnTo>
                <a:lnTo>
                  <a:pt x="1187056" y="395822"/>
                </a:lnTo>
                <a:lnTo>
                  <a:pt x="1187387" y="386817"/>
                </a:lnTo>
                <a:close/>
                <a:moveTo>
                  <a:pt x="1163283" y="438234"/>
                </a:moveTo>
                <a:lnTo>
                  <a:pt x="1162882" y="440231"/>
                </a:lnTo>
                <a:lnTo>
                  <a:pt x="1165147" y="441853"/>
                </a:lnTo>
                <a:close/>
                <a:moveTo>
                  <a:pt x="513936" y="1892105"/>
                </a:moveTo>
                <a:lnTo>
                  <a:pt x="514294" y="1893037"/>
                </a:lnTo>
                <a:lnTo>
                  <a:pt x="516031" y="1893332"/>
                </a:lnTo>
                <a:lnTo>
                  <a:pt x="515992" y="1891827"/>
                </a:lnTo>
                <a:close/>
                <a:moveTo>
                  <a:pt x="481003" y="1965634"/>
                </a:moveTo>
                <a:lnTo>
                  <a:pt x="496386" y="1960769"/>
                </a:lnTo>
                <a:lnTo>
                  <a:pt x="496193" y="1960676"/>
                </a:lnTo>
                <a:lnTo>
                  <a:pt x="491858" y="1960529"/>
                </a:lnTo>
                <a:close/>
                <a:moveTo>
                  <a:pt x="503617" y="1914940"/>
                </a:moveTo>
                <a:lnTo>
                  <a:pt x="504043" y="1915832"/>
                </a:lnTo>
                <a:lnTo>
                  <a:pt x="505952" y="1915719"/>
                </a:lnTo>
                <a:lnTo>
                  <a:pt x="505935" y="1915535"/>
                </a:lnTo>
                <a:close/>
                <a:moveTo>
                  <a:pt x="488293" y="1949205"/>
                </a:moveTo>
                <a:lnTo>
                  <a:pt x="488405" y="1950230"/>
                </a:lnTo>
                <a:lnTo>
                  <a:pt x="498611" y="1951116"/>
                </a:lnTo>
                <a:lnTo>
                  <a:pt x="502602" y="1951297"/>
                </a:lnTo>
                <a:lnTo>
                  <a:pt x="502279" y="1949966"/>
                </a:lnTo>
                <a:lnTo>
                  <a:pt x="491727" y="1947772"/>
                </a:lnTo>
                <a:close/>
                <a:moveTo>
                  <a:pt x="478728" y="1969224"/>
                </a:moveTo>
                <a:lnTo>
                  <a:pt x="494539" y="1974677"/>
                </a:lnTo>
                <a:lnTo>
                  <a:pt x="497901" y="1975000"/>
                </a:lnTo>
                <a:lnTo>
                  <a:pt x="508569" y="1972603"/>
                </a:lnTo>
                <a:lnTo>
                  <a:pt x="507715" y="1969620"/>
                </a:lnTo>
                <a:lnTo>
                  <a:pt x="503775" y="1969704"/>
                </a:lnTo>
                <a:close/>
                <a:moveTo>
                  <a:pt x="1178746" y="401670"/>
                </a:moveTo>
                <a:lnTo>
                  <a:pt x="1180668" y="405876"/>
                </a:lnTo>
                <a:lnTo>
                  <a:pt x="1186072" y="397371"/>
                </a:lnTo>
                <a:lnTo>
                  <a:pt x="1183184" y="394041"/>
                </a:lnTo>
                <a:close/>
                <a:moveTo>
                  <a:pt x="1164019" y="434573"/>
                </a:moveTo>
                <a:lnTo>
                  <a:pt x="1163950" y="434910"/>
                </a:lnTo>
                <a:lnTo>
                  <a:pt x="1164133" y="434770"/>
                </a:lnTo>
                <a:close/>
                <a:moveTo>
                  <a:pt x="498243" y="1925360"/>
                </a:moveTo>
                <a:lnTo>
                  <a:pt x="498497" y="1926409"/>
                </a:lnTo>
                <a:lnTo>
                  <a:pt x="501528" y="1925982"/>
                </a:lnTo>
                <a:lnTo>
                  <a:pt x="501254" y="1925934"/>
                </a:lnTo>
                <a:close/>
                <a:moveTo>
                  <a:pt x="479545" y="1966351"/>
                </a:moveTo>
                <a:lnTo>
                  <a:pt x="501242" y="1963105"/>
                </a:lnTo>
                <a:lnTo>
                  <a:pt x="497038" y="1961082"/>
                </a:lnTo>
                <a:close/>
                <a:moveTo>
                  <a:pt x="1164603" y="432311"/>
                </a:moveTo>
                <a:lnTo>
                  <a:pt x="1165421" y="433663"/>
                </a:lnTo>
                <a:lnTo>
                  <a:pt x="1165485" y="433739"/>
                </a:lnTo>
                <a:lnTo>
                  <a:pt x="1166721" y="432795"/>
                </a:lnTo>
                <a:lnTo>
                  <a:pt x="1166291" y="431715"/>
                </a:lnTo>
                <a:lnTo>
                  <a:pt x="1165428" y="430973"/>
                </a:lnTo>
                <a:close/>
                <a:moveTo>
                  <a:pt x="488053" y="1947007"/>
                </a:moveTo>
                <a:lnTo>
                  <a:pt x="488272" y="1949013"/>
                </a:lnTo>
                <a:lnTo>
                  <a:pt x="491329" y="1947689"/>
                </a:lnTo>
                <a:close/>
                <a:moveTo>
                  <a:pt x="1196074" y="361409"/>
                </a:moveTo>
                <a:lnTo>
                  <a:pt x="1197131" y="363640"/>
                </a:lnTo>
                <a:lnTo>
                  <a:pt x="1198908" y="367807"/>
                </a:lnTo>
                <a:lnTo>
                  <a:pt x="1199731" y="366604"/>
                </a:lnTo>
                <a:close/>
                <a:moveTo>
                  <a:pt x="492340" y="1937013"/>
                </a:moveTo>
                <a:lnTo>
                  <a:pt x="499618" y="1939011"/>
                </a:lnTo>
                <a:lnTo>
                  <a:pt x="498780" y="1935563"/>
                </a:lnTo>
                <a:close/>
                <a:moveTo>
                  <a:pt x="512047" y="1892361"/>
                </a:moveTo>
                <a:lnTo>
                  <a:pt x="512808" y="1892642"/>
                </a:lnTo>
                <a:lnTo>
                  <a:pt x="513582" y="1892916"/>
                </a:lnTo>
                <a:lnTo>
                  <a:pt x="513876" y="1892966"/>
                </a:lnTo>
                <a:lnTo>
                  <a:pt x="513564" y="1892156"/>
                </a:lnTo>
                <a:close/>
                <a:moveTo>
                  <a:pt x="486278" y="1950045"/>
                </a:moveTo>
                <a:lnTo>
                  <a:pt x="488263" y="1950217"/>
                </a:lnTo>
                <a:lnTo>
                  <a:pt x="488158" y="1949261"/>
                </a:lnTo>
                <a:close/>
                <a:moveTo>
                  <a:pt x="1173602" y="410513"/>
                </a:moveTo>
                <a:lnTo>
                  <a:pt x="1175445" y="414095"/>
                </a:lnTo>
                <a:lnTo>
                  <a:pt x="1180333" y="406402"/>
                </a:lnTo>
                <a:lnTo>
                  <a:pt x="1178424" y="402224"/>
                </a:lnTo>
                <a:close/>
                <a:moveTo>
                  <a:pt x="497909" y="1923266"/>
                </a:moveTo>
                <a:lnTo>
                  <a:pt x="506763" y="1924580"/>
                </a:lnTo>
                <a:lnTo>
                  <a:pt x="506613" y="1922943"/>
                </a:lnTo>
                <a:lnTo>
                  <a:pt x="504443" y="1922807"/>
                </a:lnTo>
                <a:lnTo>
                  <a:pt x="502333" y="1922588"/>
                </a:lnTo>
                <a:close/>
                <a:moveTo>
                  <a:pt x="497780" y="1923457"/>
                </a:moveTo>
                <a:lnTo>
                  <a:pt x="498116" y="1924839"/>
                </a:lnTo>
                <a:lnTo>
                  <a:pt x="503229" y="1925743"/>
                </a:lnTo>
                <a:lnTo>
                  <a:pt x="506823" y="1925236"/>
                </a:lnTo>
                <a:lnTo>
                  <a:pt x="506782" y="1924793"/>
                </a:lnTo>
                <a:close/>
                <a:moveTo>
                  <a:pt x="484132" y="1953950"/>
                </a:moveTo>
                <a:lnTo>
                  <a:pt x="485383" y="1954490"/>
                </a:lnTo>
                <a:lnTo>
                  <a:pt x="487776" y="1954072"/>
                </a:lnTo>
                <a:lnTo>
                  <a:pt x="486875" y="1953984"/>
                </a:lnTo>
                <a:close/>
                <a:moveTo>
                  <a:pt x="502526" y="1912649"/>
                </a:moveTo>
                <a:lnTo>
                  <a:pt x="503385" y="1914453"/>
                </a:lnTo>
                <a:lnTo>
                  <a:pt x="505890" y="1915043"/>
                </a:lnTo>
                <a:lnTo>
                  <a:pt x="505789" y="1913934"/>
                </a:lnTo>
                <a:close/>
                <a:moveTo>
                  <a:pt x="509115" y="1897873"/>
                </a:moveTo>
                <a:lnTo>
                  <a:pt x="516180" y="1899114"/>
                </a:lnTo>
                <a:lnTo>
                  <a:pt x="516175" y="1898944"/>
                </a:lnTo>
                <a:lnTo>
                  <a:pt x="516110" y="1898774"/>
                </a:lnTo>
                <a:lnTo>
                  <a:pt x="513163" y="1897945"/>
                </a:lnTo>
                <a:lnTo>
                  <a:pt x="513151" y="1897923"/>
                </a:lnTo>
                <a:close/>
                <a:moveTo>
                  <a:pt x="1210077" y="328222"/>
                </a:moveTo>
                <a:lnTo>
                  <a:pt x="1219983" y="337998"/>
                </a:lnTo>
                <a:lnTo>
                  <a:pt x="1225115" y="331105"/>
                </a:lnTo>
                <a:lnTo>
                  <a:pt x="1216838" y="319350"/>
                </a:lnTo>
                <a:lnTo>
                  <a:pt x="1211216" y="326694"/>
                </a:lnTo>
                <a:close/>
                <a:moveTo>
                  <a:pt x="1172116" y="413066"/>
                </a:moveTo>
                <a:lnTo>
                  <a:pt x="1172414" y="415753"/>
                </a:lnTo>
                <a:lnTo>
                  <a:pt x="1173736" y="416784"/>
                </a:lnTo>
                <a:lnTo>
                  <a:pt x="1173975" y="416408"/>
                </a:lnTo>
                <a:lnTo>
                  <a:pt x="1172190" y="412939"/>
                </a:lnTo>
                <a:close/>
                <a:moveTo>
                  <a:pt x="1170181" y="417014"/>
                </a:moveTo>
                <a:lnTo>
                  <a:pt x="1171117" y="420907"/>
                </a:lnTo>
                <a:lnTo>
                  <a:pt x="1171995" y="419525"/>
                </a:lnTo>
                <a:lnTo>
                  <a:pt x="1171891" y="418344"/>
                </a:lnTo>
                <a:close/>
                <a:moveTo>
                  <a:pt x="1164328" y="430022"/>
                </a:moveTo>
                <a:lnTo>
                  <a:pt x="1164265" y="431753"/>
                </a:lnTo>
                <a:lnTo>
                  <a:pt x="1164280" y="431776"/>
                </a:lnTo>
                <a:lnTo>
                  <a:pt x="1165003" y="430604"/>
                </a:lnTo>
                <a:close/>
                <a:moveTo>
                  <a:pt x="1171132" y="414758"/>
                </a:moveTo>
                <a:lnTo>
                  <a:pt x="1171606" y="415127"/>
                </a:lnTo>
                <a:lnTo>
                  <a:pt x="1171516" y="414096"/>
                </a:lnTo>
                <a:close/>
                <a:moveTo>
                  <a:pt x="487801" y="1944709"/>
                </a:moveTo>
                <a:lnTo>
                  <a:pt x="488008" y="1946596"/>
                </a:lnTo>
                <a:lnTo>
                  <a:pt x="491957" y="1947417"/>
                </a:lnTo>
                <a:lnTo>
                  <a:pt x="497185" y="1945152"/>
                </a:lnTo>
                <a:close/>
                <a:moveTo>
                  <a:pt x="511085" y="1892491"/>
                </a:moveTo>
                <a:lnTo>
                  <a:pt x="512551" y="1892741"/>
                </a:lnTo>
                <a:lnTo>
                  <a:pt x="511664" y="1892413"/>
                </a:lnTo>
                <a:close/>
                <a:moveTo>
                  <a:pt x="1208825" y="329904"/>
                </a:moveTo>
                <a:lnTo>
                  <a:pt x="1216210" y="339743"/>
                </a:lnTo>
                <a:lnTo>
                  <a:pt x="1217434" y="341422"/>
                </a:lnTo>
                <a:lnTo>
                  <a:pt x="1219441" y="338726"/>
                </a:lnTo>
                <a:lnTo>
                  <a:pt x="1209536" y="328950"/>
                </a:lnTo>
                <a:close/>
                <a:moveTo>
                  <a:pt x="1122589" y="522777"/>
                </a:moveTo>
                <a:lnTo>
                  <a:pt x="1122592" y="522844"/>
                </a:lnTo>
                <a:lnTo>
                  <a:pt x="1122605" y="522804"/>
                </a:lnTo>
                <a:close/>
                <a:moveTo>
                  <a:pt x="1147146" y="467656"/>
                </a:moveTo>
                <a:lnTo>
                  <a:pt x="1146959" y="468401"/>
                </a:lnTo>
                <a:lnTo>
                  <a:pt x="1147099" y="468353"/>
                </a:lnTo>
                <a:lnTo>
                  <a:pt x="1146890" y="468677"/>
                </a:lnTo>
                <a:lnTo>
                  <a:pt x="1146171" y="471549"/>
                </a:lnTo>
                <a:lnTo>
                  <a:pt x="1146661" y="472275"/>
                </a:lnTo>
                <a:lnTo>
                  <a:pt x="1147978" y="469772"/>
                </a:lnTo>
                <a:close/>
                <a:moveTo>
                  <a:pt x="1147346" y="466859"/>
                </a:moveTo>
                <a:lnTo>
                  <a:pt x="1147186" y="467495"/>
                </a:lnTo>
                <a:lnTo>
                  <a:pt x="1148009" y="469713"/>
                </a:lnTo>
                <a:lnTo>
                  <a:pt x="1148310" y="469142"/>
                </a:lnTo>
                <a:close/>
                <a:moveTo>
                  <a:pt x="497446" y="1922082"/>
                </a:moveTo>
                <a:lnTo>
                  <a:pt x="497694" y="1923101"/>
                </a:lnTo>
                <a:lnTo>
                  <a:pt x="501565" y="1922508"/>
                </a:lnTo>
                <a:close/>
                <a:moveTo>
                  <a:pt x="490781" y="1936584"/>
                </a:moveTo>
                <a:lnTo>
                  <a:pt x="491310" y="1936730"/>
                </a:lnTo>
                <a:lnTo>
                  <a:pt x="495489" y="1935789"/>
                </a:lnTo>
                <a:close/>
                <a:moveTo>
                  <a:pt x="1148418" y="463943"/>
                </a:moveTo>
                <a:lnTo>
                  <a:pt x="1147601" y="465842"/>
                </a:lnTo>
                <a:lnTo>
                  <a:pt x="1147540" y="466083"/>
                </a:lnTo>
                <a:lnTo>
                  <a:pt x="1148663" y="468471"/>
                </a:lnTo>
                <a:lnTo>
                  <a:pt x="1149651" y="466593"/>
                </a:lnTo>
                <a:close/>
                <a:moveTo>
                  <a:pt x="1150277" y="459631"/>
                </a:moveTo>
                <a:lnTo>
                  <a:pt x="1148755" y="463162"/>
                </a:lnTo>
                <a:lnTo>
                  <a:pt x="1150091" y="465757"/>
                </a:lnTo>
                <a:lnTo>
                  <a:pt x="1150542" y="464899"/>
                </a:lnTo>
                <a:close/>
                <a:moveTo>
                  <a:pt x="1150744" y="458547"/>
                </a:moveTo>
                <a:lnTo>
                  <a:pt x="1150484" y="459151"/>
                </a:lnTo>
                <a:lnTo>
                  <a:pt x="1150937" y="464149"/>
                </a:lnTo>
                <a:lnTo>
                  <a:pt x="1152168" y="461810"/>
                </a:lnTo>
                <a:lnTo>
                  <a:pt x="1151998" y="459886"/>
                </a:lnTo>
                <a:close/>
                <a:moveTo>
                  <a:pt x="1151686" y="456364"/>
                </a:moveTo>
                <a:lnTo>
                  <a:pt x="1151188" y="457517"/>
                </a:lnTo>
                <a:lnTo>
                  <a:pt x="1151851" y="458226"/>
                </a:lnTo>
                <a:close/>
                <a:moveTo>
                  <a:pt x="1156407" y="445602"/>
                </a:moveTo>
                <a:lnTo>
                  <a:pt x="1156667" y="446684"/>
                </a:lnTo>
                <a:lnTo>
                  <a:pt x="1157116" y="444453"/>
                </a:lnTo>
                <a:close/>
                <a:moveTo>
                  <a:pt x="1164438" y="427057"/>
                </a:moveTo>
                <a:lnTo>
                  <a:pt x="1164436" y="427087"/>
                </a:lnTo>
                <a:lnTo>
                  <a:pt x="1164455" y="427101"/>
                </a:lnTo>
                <a:close/>
                <a:moveTo>
                  <a:pt x="1164643" y="426301"/>
                </a:moveTo>
                <a:lnTo>
                  <a:pt x="1164449" y="426750"/>
                </a:lnTo>
                <a:lnTo>
                  <a:pt x="1164449" y="426759"/>
                </a:lnTo>
                <a:lnTo>
                  <a:pt x="1164643" y="427247"/>
                </a:lnTo>
                <a:lnTo>
                  <a:pt x="1166284" y="428524"/>
                </a:lnTo>
                <a:lnTo>
                  <a:pt x="1166295" y="428508"/>
                </a:lnTo>
                <a:lnTo>
                  <a:pt x="1166215" y="428176"/>
                </a:lnTo>
                <a:close/>
                <a:moveTo>
                  <a:pt x="1165292" y="424796"/>
                </a:moveTo>
                <a:lnTo>
                  <a:pt x="1164807" y="425919"/>
                </a:lnTo>
                <a:lnTo>
                  <a:pt x="1166020" y="427365"/>
                </a:lnTo>
                <a:lnTo>
                  <a:pt x="1165370" y="424661"/>
                </a:lnTo>
                <a:close/>
                <a:moveTo>
                  <a:pt x="476142" y="1967920"/>
                </a:moveTo>
                <a:lnTo>
                  <a:pt x="507040" y="1967261"/>
                </a:lnTo>
                <a:lnTo>
                  <a:pt x="506586" y="1965676"/>
                </a:lnTo>
                <a:lnTo>
                  <a:pt x="502332" y="1963629"/>
                </a:lnTo>
                <a:lnTo>
                  <a:pt x="497591" y="1964338"/>
                </a:lnTo>
                <a:lnTo>
                  <a:pt x="478155" y="1966974"/>
                </a:lnTo>
                <a:close/>
                <a:moveTo>
                  <a:pt x="1134124" y="494374"/>
                </a:moveTo>
                <a:lnTo>
                  <a:pt x="1134086" y="494527"/>
                </a:lnTo>
                <a:lnTo>
                  <a:pt x="1134180" y="495595"/>
                </a:lnTo>
                <a:lnTo>
                  <a:pt x="1134323" y="495721"/>
                </a:lnTo>
                <a:lnTo>
                  <a:pt x="1134801" y="494814"/>
                </a:lnTo>
                <a:close/>
                <a:moveTo>
                  <a:pt x="492849" y="1929861"/>
                </a:moveTo>
                <a:lnTo>
                  <a:pt x="497757" y="1932042"/>
                </a:lnTo>
                <a:lnTo>
                  <a:pt x="497013" y="1929945"/>
                </a:lnTo>
                <a:close/>
                <a:moveTo>
                  <a:pt x="463284" y="1995952"/>
                </a:moveTo>
                <a:lnTo>
                  <a:pt x="483423" y="1997929"/>
                </a:lnTo>
                <a:lnTo>
                  <a:pt x="485657" y="1997259"/>
                </a:lnTo>
                <a:lnTo>
                  <a:pt x="484811" y="1996770"/>
                </a:lnTo>
                <a:lnTo>
                  <a:pt x="468370" y="1994912"/>
                </a:lnTo>
                <a:close/>
                <a:moveTo>
                  <a:pt x="1134960" y="490973"/>
                </a:moveTo>
                <a:lnTo>
                  <a:pt x="1134494" y="492868"/>
                </a:lnTo>
                <a:lnTo>
                  <a:pt x="1135186" y="493316"/>
                </a:lnTo>
                <a:lnTo>
                  <a:pt x="1135452" y="492259"/>
                </a:lnTo>
                <a:close/>
                <a:moveTo>
                  <a:pt x="520261" y="1866313"/>
                </a:moveTo>
                <a:lnTo>
                  <a:pt x="520789" y="1866459"/>
                </a:lnTo>
                <a:lnTo>
                  <a:pt x="520596" y="1866197"/>
                </a:lnTo>
                <a:close/>
                <a:moveTo>
                  <a:pt x="1135561" y="488529"/>
                </a:moveTo>
                <a:lnTo>
                  <a:pt x="1135065" y="490548"/>
                </a:lnTo>
                <a:lnTo>
                  <a:pt x="1135558" y="491836"/>
                </a:lnTo>
                <a:lnTo>
                  <a:pt x="1135977" y="490158"/>
                </a:lnTo>
                <a:close/>
                <a:moveTo>
                  <a:pt x="462003" y="1996729"/>
                </a:moveTo>
                <a:lnTo>
                  <a:pt x="473230" y="2000986"/>
                </a:lnTo>
                <a:lnTo>
                  <a:pt x="481157" y="1998609"/>
                </a:lnTo>
                <a:close/>
                <a:moveTo>
                  <a:pt x="495396" y="1921869"/>
                </a:moveTo>
                <a:lnTo>
                  <a:pt x="495662" y="1922727"/>
                </a:lnTo>
                <a:lnTo>
                  <a:pt x="495455" y="1921875"/>
                </a:lnTo>
                <a:close/>
                <a:moveTo>
                  <a:pt x="506099" y="1897834"/>
                </a:moveTo>
                <a:lnTo>
                  <a:pt x="506214" y="1899090"/>
                </a:lnTo>
                <a:lnTo>
                  <a:pt x="515496" y="1901239"/>
                </a:lnTo>
                <a:lnTo>
                  <a:pt x="516237" y="1901337"/>
                </a:lnTo>
                <a:lnTo>
                  <a:pt x="516190" y="1899521"/>
                </a:lnTo>
                <a:lnTo>
                  <a:pt x="506634" y="1897841"/>
                </a:lnTo>
                <a:close/>
                <a:moveTo>
                  <a:pt x="508984" y="1891229"/>
                </a:moveTo>
                <a:lnTo>
                  <a:pt x="509127" y="1891282"/>
                </a:lnTo>
                <a:lnTo>
                  <a:pt x="512175" y="1890742"/>
                </a:lnTo>
                <a:close/>
                <a:moveTo>
                  <a:pt x="474662" y="1967821"/>
                </a:moveTo>
                <a:lnTo>
                  <a:pt x="475017" y="1967944"/>
                </a:lnTo>
                <a:lnTo>
                  <a:pt x="475583" y="1967932"/>
                </a:lnTo>
                <a:lnTo>
                  <a:pt x="477405" y="1967075"/>
                </a:lnTo>
                <a:lnTo>
                  <a:pt x="476924" y="1967140"/>
                </a:lnTo>
                <a:close/>
                <a:moveTo>
                  <a:pt x="1135999" y="486744"/>
                </a:moveTo>
                <a:lnTo>
                  <a:pt x="1135743" y="487788"/>
                </a:lnTo>
                <a:lnTo>
                  <a:pt x="1136161" y="489426"/>
                </a:lnTo>
                <a:lnTo>
                  <a:pt x="1136523" y="487982"/>
                </a:lnTo>
                <a:close/>
                <a:moveTo>
                  <a:pt x="457183" y="2006611"/>
                </a:moveTo>
                <a:lnTo>
                  <a:pt x="479695" y="2004803"/>
                </a:lnTo>
                <a:lnTo>
                  <a:pt x="480053" y="2004731"/>
                </a:lnTo>
                <a:lnTo>
                  <a:pt x="481045" y="2004516"/>
                </a:lnTo>
                <a:lnTo>
                  <a:pt x="476294" y="2002714"/>
                </a:lnTo>
                <a:lnTo>
                  <a:pt x="470089" y="2003484"/>
                </a:lnTo>
                <a:lnTo>
                  <a:pt x="469870" y="2003352"/>
                </a:lnTo>
                <a:close/>
                <a:moveTo>
                  <a:pt x="519698" y="1866588"/>
                </a:moveTo>
                <a:lnTo>
                  <a:pt x="519885" y="1866769"/>
                </a:lnTo>
                <a:lnTo>
                  <a:pt x="520461" y="1866800"/>
                </a:lnTo>
                <a:close/>
                <a:moveTo>
                  <a:pt x="1137301" y="483584"/>
                </a:moveTo>
                <a:lnTo>
                  <a:pt x="1137544" y="483908"/>
                </a:lnTo>
                <a:lnTo>
                  <a:pt x="1137831" y="482760"/>
                </a:lnTo>
                <a:close/>
                <a:moveTo>
                  <a:pt x="1136785" y="484385"/>
                </a:moveTo>
                <a:lnTo>
                  <a:pt x="1137217" y="485210"/>
                </a:lnTo>
                <a:lnTo>
                  <a:pt x="1137507" y="484053"/>
                </a:lnTo>
                <a:lnTo>
                  <a:pt x="1137233" y="483688"/>
                </a:lnTo>
                <a:close/>
                <a:moveTo>
                  <a:pt x="507638" y="1892957"/>
                </a:moveTo>
                <a:lnTo>
                  <a:pt x="512489" y="1894954"/>
                </a:lnTo>
                <a:lnTo>
                  <a:pt x="514705" y="1895120"/>
                </a:lnTo>
                <a:lnTo>
                  <a:pt x="514062" y="1893449"/>
                </a:lnTo>
                <a:lnTo>
                  <a:pt x="509801" y="1892665"/>
                </a:lnTo>
                <a:close/>
                <a:moveTo>
                  <a:pt x="1164638" y="421613"/>
                </a:moveTo>
                <a:lnTo>
                  <a:pt x="1164610" y="422371"/>
                </a:lnTo>
                <a:lnTo>
                  <a:pt x="1164758" y="422115"/>
                </a:lnTo>
                <a:close/>
                <a:moveTo>
                  <a:pt x="519072" y="1866725"/>
                </a:moveTo>
                <a:lnTo>
                  <a:pt x="519129" y="1866728"/>
                </a:lnTo>
                <a:lnTo>
                  <a:pt x="519111" y="1866712"/>
                </a:lnTo>
                <a:close/>
                <a:moveTo>
                  <a:pt x="487127" y="1938186"/>
                </a:moveTo>
                <a:lnTo>
                  <a:pt x="487399" y="1941023"/>
                </a:lnTo>
                <a:lnTo>
                  <a:pt x="487736" y="1944107"/>
                </a:lnTo>
                <a:lnTo>
                  <a:pt x="498433" y="1944612"/>
                </a:lnTo>
                <a:lnTo>
                  <a:pt x="500736" y="1943615"/>
                </a:lnTo>
                <a:lnTo>
                  <a:pt x="499677" y="1939254"/>
                </a:lnTo>
                <a:lnTo>
                  <a:pt x="491886" y="1937115"/>
                </a:lnTo>
                <a:close/>
                <a:moveTo>
                  <a:pt x="1136871" y="483202"/>
                </a:moveTo>
                <a:lnTo>
                  <a:pt x="1136645" y="484119"/>
                </a:lnTo>
                <a:lnTo>
                  <a:pt x="1136691" y="484206"/>
                </a:lnTo>
                <a:lnTo>
                  <a:pt x="1137121" y="483537"/>
                </a:lnTo>
                <a:close/>
                <a:moveTo>
                  <a:pt x="473881" y="1967553"/>
                </a:moveTo>
                <a:lnTo>
                  <a:pt x="474272" y="1967687"/>
                </a:lnTo>
                <a:lnTo>
                  <a:pt x="475404" y="1967346"/>
                </a:lnTo>
                <a:close/>
                <a:moveTo>
                  <a:pt x="1199684" y="342180"/>
                </a:moveTo>
                <a:lnTo>
                  <a:pt x="1205762" y="357790"/>
                </a:lnTo>
                <a:lnTo>
                  <a:pt x="1211614" y="349237"/>
                </a:lnTo>
                <a:lnTo>
                  <a:pt x="1217124" y="341837"/>
                </a:lnTo>
                <a:lnTo>
                  <a:pt x="1208618" y="330181"/>
                </a:lnTo>
                <a:close/>
                <a:moveTo>
                  <a:pt x="493247" y="1923980"/>
                </a:moveTo>
                <a:lnTo>
                  <a:pt x="495007" y="1924290"/>
                </a:lnTo>
                <a:lnTo>
                  <a:pt x="494812" y="1923740"/>
                </a:lnTo>
                <a:close/>
                <a:moveTo>
                  <a:pt x="1137160" y="482023"/>
                </a:moveTo>
                <a:lnTo>
                  <a:pt x="1136907" y="483054"/>
                </a:lnTo>
                <a:lnTo>
                  <a:pt x="1137188" y="483433"/>
                </a:lnTo>
                <a:lnTo>
                  <a:pt x="1137964" y="482228"/>
                </a:lnTo>
                <a:lnTo>
                  <a:pt x="1138217" y="481216"/>
                </a:lnTo>
                <a:close/>
                <a:moveTo>
                  <a:pt x="487035" y="1937217"/>
                </a:moveTo>
                <a:lnTo>
                  <a:pt x="487079" y="1937682"/>
                </a:lnTo>
                <a:lnTo>
                  <a:pt x="490857" y="1936832"/>
                </a:lnTo>
                <a:lnTo>
                  <a:pt x="490270" y="1936671"/>
                </a:lnTo>
                <a:close/>
                <a:moveTo>
                  <a:pt x="496151" y="1916749"/>
                </a:moveTo>
                <a:lnTo>
                  <a:pt x="497048" y="1920441"/>
                </a:lnTo>
                <a:lnTo>
                  <a:pt x="506039" y="1920905"/>
                </a:lnTo>
                <a:lnTo>
                  <a:pt x="503814" y="1916396"/>
                </a:lnTo>
                <a:close/>
                <a:moveTo>
                  <a:pt x="505836" y="1894955"/>
                </a:moveTo>
                <a:lnTo>
                  <a:pt x="505966" y="1896380"/>
                </a:lnTo>
                <a:lnTo>
                  <a:pt x="515038" y="1896127"/>
                </a:lnTo>
                <a:lnTo>
                  <a:pt x="513659" y="1895542"/>
                </a:lnTo>
                <a:close/>
                <a:moveTo>
                  <a:pt x="490206" y="1929807"/>
                </a:moveTo>
                <a:lnTo>
                  <a:pt x="497812" y="1932684"/>
                </a:lnTo>
                <a:lnTo>
                  <a:pt x="491626" y="1929836"/>
                </a:lnTo>
                <a:close/>
                <a:moveTo>
                  <a:pt x="1143050" y="467262"/>
                </a:moveTo>
                <a:lnTo>
                  <a:pt x="1143229" y="467496"/>
                </a:lnTo>
                <a:lnTo>
                  <a:pt x="1143982" y="465750"/>
                </a:lnTo>
                <a:close/>
                <a:moveTo>
                  <a:pt x="1189710" y="362670"/>
                </a:moveTo>
                <a:lnTo>
                  <a:pt x="1191091" y="379231"/>
                </a:lnTo>
                <a:lnTo>
                  <a:pt x="1197020" y="370567"/>
                </a:lnTo>
                <a:lnTo>
                  <a:pt x="1195041" y="367930"/>
                </a:lnTo>
                <a:close/>
                <a:moveTo>
                  <a:pt x="1206612" y="324802"/>
                </a:moveTo>
                <a:lnTo>
                  <a:pt x="1209981" y="328128"/>
                </a:lnTo>
                <a:lnTo>
                  <a:pt x="1216773" y="319259"/>
                </a:lnTo>
                <a:lnTo>
                  <a:pt x="1212952" y="313829"/>
                </a:lnTo>
                <a:lnTo>
                  <a:pt x="1213574" y="314018"/>
                </a:lnTo>
                <a:lnTo>
                  <a:pt x="1217029" y="318923"/>
                </a:lnTo>
                <a:lnTo>
                  <a:pt x="1218355" y="317191"/>
                </a:lnTo>
                <a:lnTo>
                  <a:pt x="1218525" y="317148"/>
                </a:lnTo>
                <a:lnTo>
                  <a:pt x="1217094" y="319016"/>
                </a:lnTo>
                <a:lnTo>
                  <a:pt x="1225368" y="330765"/>
                </a:lnTo>
                <a:lnTo>
                  <a:pt x="1226055" y="329842"/>
                </a:lnTo>
                <a:lnTo>
                  <a:pt x="1224053" y="325146"/>
                </a:lnTo>
                <a:lnTo>
                  <a:pt x="1215670" y="307463"/>
                </a:lnTo>
                <a:lnTo>
                  <a:pt x="1210747" y="316746"/>
                </a:lnTo>
                <a:close/>
                <a:moveTo>
                  <a:pt x="1205956" y="326081"/>
                </a:moveTo>
                <a:lnTo>
                  <a:pt x="1208724" y="329769"/>
                </a:lnTo>
                <a:lnTo>
                  <a:pt x="1209431" y="328847"/>
                </a:lnTo>
                <a:lnTo>
                  <a:pt x="1206182" y="325641"/>
                </a:lnTo>
                <a:close/>
                <a:moveTo>
                  <a:pt x="1138284" y="477454"/>
                </a:moveTo>
                <a:lnTo>
                  <a:pt x="1137908" y="478982"/>
                </a:lnTo>
                <a:lnTo>
                  <a:pt x="1138681" y="478392"/>
                </a:lnTo>
                <a:close/>
                <a:moveTo>
                  <a:pt x="486894" y="1935743"/>
                </a:moveTo>
                <a:lnTo>
                  <a:pt x="486989" y="1936736"/>
                </a:lnTo>
                <a:lnTo>
                  <a:pt x="489169" y="1936368"/>
                </a:lnTo>
                <a:close/>
                <a:moveTo>
                  <a:pt x="1129408" y="496615"/>
                </a:moveTo>
                <a:lnTo>
                  <a:pt x="1129644" y="496906"/>
                </a:lnTo>
                <a:lnTo>
                  <a:pt x="1129652" y="496872"/>
                </a:lnTo>
                <a:close/>
                <a:moveTo>
                  <a:pt x="505677" y="1893222"/>
                </a:moveTo>
                <a:lnTo>
                  <a:pt x="505790" y="1894452"/>
                </a:lnTo>
                <a:lnTo>
                  <a:pt x="512230" y="1894935"/>
                </a:lnTo>
                <a:lnTo>
                  <a:pt x="507588" y="1892964"/>
                </a:lnTo>
                <a:close/>
                <a:moveTo>
                  <a:pt x="1140865" y="470803"/>
                </a:moveTo>
                <a:lnTo>
                  <a:pt x="1141186" y="472238"/>
                </a:lnTo>
                <a:lnTo>
                  <a:pt x="1141762" y="470902"/>
                </a:lnTo>
                <a:lnTo>
                  <a:pt x="1141148" y="470346"/>
                </a:lnTo>
                <a:close/>
                <a:moveTo>
                  <a:pt x="489843" y="1928526"/>
                </a:moveTo>
                <a:lnTo>
                  <a:pt x="491389" y="1929213"/>
                </a:lnTo>
                <a:lnTo>
                  <a:pt x="496792" y="1929322"/>
                </a:lnTo>
                <a:lnTo>
                  <a:pt x="496196" y="1927643"/>
                </a:lnTo>
                <a:close/>
                <a:moveTo>
                  <a:pt x="1129162" y="496797"/>
                </a:moveTo>
                <a:lnTo>
                  <a:pt x="1129472" y="497606"/>
                </a:lnTo>
                <a:lnTo>
                  <a:pt x="1129554" y="497275"/>
                </a:lnTo>
                <a:close/>
                <a:moveTo>
                  <a:pt x="1139702" y="473134"/>
                </a:moveTo>
                <a:lnTo>
                  <a:pt x="1138917" y="475212"/>
                </a:lnTo>
                <a:lnTo>
                  <a:pt x="1139422" y="476408"/>
                </a:lnTo>
                <a:lnTo>
                  <a:pt x="1139467" y="476226"/>
                </a:lnTo>
                <a:lnTo>
                  <a:pt x="1140178" y="474577"/>
                </a:lnTo>
                <a:lnTo>
                  <a:pt x="1140035" y="473669"/>
                </a:lnTo>
                <a:close/>
                <a:moveTo>
                  <a:pt x="506178" y="1891656"/>
                </a:moveTo>
                <a:lnTo>
                  <a:pt x="506601" y="1891728"/>
                </a:lnTo>
                <a:lnTo>
                  <a:pt x="508772" y="1891344"/>
                </a:lnTo>
                <a:lnTo>
                  <a:pt x="508613" y="1891285"/>
                </a:lnTo>
                <a:close/>
                <a:moveTo>
                  <a:pt x="1159862" y="427732"/>
                </a:moveTo>
                <a:lnTo>
                  <a:pt x="1160303" y="428589"/>
                </a:lnTo>
                <a:lnTo>
                  <a:pt x="1160359" y="428313"/>
                </a:lnTo>
                <a:close/>
                <a:moveTo>
                  <a:pt x="478463" y="1953306"/>
                </a:moveTo>
                <a:lnTo>
                  <a:pt x="480866" y="1953303"/>
                </a:lnTo>
                <a:lnTo>
                  <a:pt x="480480" y="1953117"/>
                </a:lnTo>
                <a:lnTo>
                  <a:pt x="479373" y="1952926"/>
                </a:lnTo>
                <a:close/>
                <a:moveTo>
                  <a:pt x="1198825" y="339977"/>
                </a:moveTo>
                <a:lnTo>
                  <a:pt x="1199581" y="341918"/>
                </a:lnTo>
                <a:lnTo>
                  <a:pt x="1205148" y="334441"/>
                </a:lnTo>
                <a:lnTo>
                  <a:pt x="1208515" y="330042"/>
                </a:lnTo>
                <a:lnTo>
                  <a:pt x="1205820" y="326345"/>
                </a:lnTo>
                <a:close/>
                <a:moveTo>
                  <a:pt x="1194571" y="349047"/>
                </a:moveTo>
                <a:lnTo>
                  <a:pt x="1202082" y="363168"/>
                </a:lnTo>
                <a:lnTo>
                  <a:pt x="1204515" y="359613"/>
                </a:lnTo>
                <a:lnTo>
                  <a:pt x="1197682" y="347914"/>
                </a:lnTo>
                <a:lnTo>
                  <a:pt x="1198133" y="348093"/>
                </a:lnTo>
                <a:lnTo>
                  <a:pt x="1204703" y="359337"/>
                </a:lnTo>
                <a:lnTo>
                  <a:pt x="1205351" y="358391"/>
                </a:lnTo>
                <a:lnTo>
                  <a:pt x="1199420" y="342535"/>
                </a:lnTo>
                <a:close/>
                <a:moveTo>
                  <a:pt x="505555" y="1891883"/>
                </a:moveTo>
                <a:lnTo>
                  <a:pt x="505557" y="1891912"/>
                </a:lnTo>
                <a:lnTo>
                  <a:pt x="505636" y="1891899"/>
                </a:lnTo>
                <a:close/>
                <a:moveTo>
                  <a:pt x="1144403" y="460685"/>
                </a:moveTo>
                <a:lnTo>
                  <a:pt x="1142293" y="466274"/>
                </a:lnTo>
                <a:lnTo>
                  <a:pt x="1142688" y="466789"/>
                </a:lnTo>
                <a:lnTo>
                  <a:pt x="1145201" y="462714"/>
                </a:lnTo>
                <a:close/>
                <a:moveTo>
                  <a:pt x="1144551" y="460292"/>
                </a:moveTo>
                <a:lnTo>
                  <a:pt x="1144532" y="460342"/>
                </a:lnTo>
                <a:lnTo>
                  <a:pt x="1145333" y="462501"/>
                </a:lnTo>
                <a:lnTo>
                  <a:pt x="1145435" y="462335"/>
                </a:lnTo>
                <a:lnTo>
                  <a:pt x="1144754" y="460723"/>
                </a:lnTo>
                <a:close/>
                <a:moveTo>
                  <a:pt x="1194366" y="348663"/>
                </a:moveTo>
                <a:lnTo>
                  <a:pt x="1194446" y="348813"/>
                </a:lnTo>
                <a:lnTo>
                  <a:pt x="1199319" y="342268"/>
                </a:lnTo>
                <a:lnTo>
                  <a:pt x="1198615" y="340384"/>
                </a:lnTo>
                <a:close/>
                <a:moveTo>
                  <a:pt x="486657" y="1933274"/>
                </a:moveTo>
                <a:lnTo>
                  <a:pt x="486871" y="1935510"/>
                </a:lnTo>
                <a:lnTo>
                  <a:pt x="489680" y="1936281"/>
                </a:lnTo>
                <a:lnTo>
                  <a:pt x="498589" y="1934777"/>
                </a:lnTo>
                <a:lnTo>
                  <a:pt x="498528" y="1934527"/>
                </a:lnTo>
                <a:close/>
                <a:moveTo>
                  <a:pt x="1193942" y="349489"/>
                </a:moveTo>
                <a:lnTo>
                  <a:pt x="1194302" y="349006"/>
                </a:lnTo>
                <a:lnTo>
                  <a:pt x="1194246" y="348898"/>
                </a:lnTo>
                <a:close/>
                <a:moveTo>
                  <a:pt x="1145523" y="457719"/>
                </a:moveTo>
                <a:lnTo>
                  <a:pt x="1144669" y="459980"/>
                </a:lnTo>
                <a:lnTo>
                  <a:pt x="1145609" y="461976"/>
                </a:lnTo>
                <a:lnTo>
                  <a:pt x="1146520" y="459862"/>
                </a:lnTo>
                <a:close/>
                <a:moveTo>
                  <a:pt x="490498" y="1924401"/>
                </a:moveTo>
                <a:lnTo>
                  <a:pt x="495878" y="1926779"/>
                </a:lnTo>
                <a:lnTo>
                  <a:pt x="495889" y="1926777"/>
                </a:lnTo>
                <a:lnTo>
                  <a:pt x="495179" y="1924778"/>
                </a:lnTo>
                <a:lnTo>
                  <a:pt x="491997" y="1924171"/>
                </a:lnTo>
                <a:close/>
                <a:moveTo>
                  <a:pt x="493839" y="1916855"/>
                </a:moveTo>
                <a:lnTo>
                  <a:pt x="494918" y="1920331"/>
                </a:lnTo>
                <a:lnTo>
                  <a:pt x="495082" y="1920340"/>
                </a:lnTo>
                <a:lnTo>
                  <a:pt x="494232" y="1916838"/>
                </a:lnTo>
                <a:close/>
                <a:moveTo>
                  <a:pt x="1192316" y="352658"/>
                </a:moveTo>
                <a:lnTo>
                  <a:pt x="1193781" y="356573"/>
                </a:lnTo>
                <a:lnTo>
                  <a:pt x="1195315" y="359809"/>
                </a:lnTo>
                <a:lnTo>
                  <a:pt x="1199913" y="366338"/>
                </a:lnTo>
                <a:lnTo>
                  <a:pt x="1201944" y="363370"/>
                </a:lnTo>
                <a:lnTo>
                  <a:pt x="1194427" y="349241"/>
                </a:lnTo>
                <a:lnTo>
                  <a:pt x="1193278" y="350784"/>
                </a:lnTo>
                <a:close/>
                <a:moveTo>
                  <a:pt x="1149938" y="447443"/>
                </a:moveTo>
                <a:lnTo>
                  <a:pt x="1151047" y="449359"/>
                </a:lnTo>
                <a:lnTo>
                  <a:pt x="1151061" y="449326"/>
                </a:lnTo>
                <a:lnTo>
                  <a:pt x="1150834" y="446760"/>
                </a:lnTo>
                <a:close/>
                <a:moveTo>
                  <a:pt x="1146802" y="454334"/>
                </a:moveTo>
                <a:lnTo>
                  <a:pt x="1145705" y="457238"/>
                </a:lnTo>
                <a:lnTo>
                  <a:pt x="1146765" y="459295"/>
                </a:lnTo>
                <a:lnTo>
                  <a:pt x="1148240" y="455871"/>
                </a:lnTo>
                <a:close/>
                <a:moveTo>
                  <a:pt x="1191457" y="354332"/>
                </a:moveTo>
                <a:lnTo>
                  <a:pt x="1192952" y="356454"/>
                </a:lnTo>
                <a:lnTo>
                  <a:pt x="1191780" y="353703"/>
                </a:lnTo>
                <a:close/>
                <a:moveTo>
                  <a:pt x="1132756" y="485384"/>
                </a:moveTo>
                <a:lnTo>
                  <a:pt x="1132804" y="485691"/>
                </a:lnTo>
                <a:lnTo>
                  <a:pt x="1132870" y="485518"/>
                </a:lnTo>
                <a:lnTo>
                  <a:pt x="1132804" y="485346"/>
                </a:lnTo>
                <a:close/>
                <a:moveTo>
                  <a:pt x="501977" y="1897783"/>
                </a:moveTo>
                <a:lnTo>
                  <a:pt x="502853" y="1898311"/>
                </a:lnTo>
                <a:lnTo>
                  <a:pt x="504393" y="1898668"/>
                </a:lnTo>
                <a:lnTo>
                  <a:pt x="504314" y="1897812"/>
                </a:lnTo>
                <a:close/>
                <a:moveTo>
                  <a:pt x="1149456" y="447811"/>
                </a:moveTo>
                <a:lnTo>
                  <a:pt x="1149848" y="452140"/>
                </a:lnTo>
                <a:lnTo>
                  <a:pt x="1150762" y="450018"/>
                </a:lnTo>
                <a:lnTo>
                  <a:pt x="1149560" y="447731"/>
                </a:lnTo>
                <a:close/>
                <a:moveTo>
                  <a:pt x="1189356" y="358427"/>
                </a:moveTo>
                <a:lnTo>
                  <a:pt x="1189624" y="361647"/>
                </a:lnTo>
                <a:lnTo>
                  <a:pt x="1197682" y="369599"/>
                </a:lnTo>
                <a:lnTo>
                  <a:pt x="1198040" y="369076"/>
                </a:lnTo>
                <a:lnTo>
                  <a:pt x="1195965" y="363525"/>
                </a:lnTo>
                <a:lnTo>
                  <a:pt x="1193516" y="357778"/>
                </a:lnTo>
                <a:lnTo>
                  <a:pt x="1191302" y="354634"/>
                </a:lnTo>
                <a:close/>
                <a:moveTo>
                  <a:pt x="495185" y="1912773"/>
                </a:moveTo>
                <a:lnTo>
                  <a:pt x="496043" y="1916309"/>
                </a:lnTo>
                <a:lnTo>
                  <a:pt x="503551" y="1915862"/>
                </a:lnTo>
                <a:lnTo>
                  <a:pt x="503021" y="1914787"/>
                </a:lnTo>
                <a:close/>
                <a:moveTo>
                  <a:pt x="1149189" y="448013"/>
                </a:moveTo>
                <a:lnTo>
                  <a:pt x="1147207" y="453261"/>
                </a:lnTo>
                <a:lnTo>
                  <a:pt x="1148685" y="454839"/>
                </a:lnTo>
                <a:lnTo>
                  <a:pt x="1149649" y="452602"/>
                </a:lnTo>
                <a:lnTo>
                  <a:pt x="1149231" y="447981"/>
                </a:lnTo>
                <a:close/>
                <a:moveTo>
                  <a:pt x="470243" y="1968047"/>
                </a:moveTo>
                <a:lnTo>
                  <a:pt x="472955" y="1967988"/>
                </a:lnTo>
                <a:lnTo>
                  <a:pt x="472311" y="1967766"/>
                </a:lnTo>
                <a:close/>
                <a:moveTo>
                  <a:pt x="1150349" y="444938"/>
                </a:moveTo>
                <a:lnTo>
                  <a:pt x="1150165" y="445428"/>
                </a:lnTo>
                <a:lnTo>
                  <a:pt x="1150440" y="445219"/>
                </a:lnTo>
                <a:close/>
                <a:moveTo>
                  <a:pt x="1191059" y="353765"/>
                </a:moveTo>
                <a:lnTo>
                  <a:pt x="1191224" y="354000"/>
                </a:lnTo>
                <a:lnTo>
                  <a:pt x="1191597" y="353272"/>
                </a:lnTo>
                <a:lnTo>
                  <a:pt x="1191535" y="353126"/>
                </a:lnTo>
                <a:close/>
                <a:moveTo>
                  <a:pt x="487631" y="1928833"/>
                </a:moveTo>
                <a:lnTo>
                  <a:pt x="488479" y="1929154"/>
                </a:lnTo>
                <a:lnTo>
                  <a:pt x="490221" y="1929189"/>
                </a:lnTo>
                <a:lnTo>
                  <a:pt x="489027" y="1928639"/>
                </a:lnTo>
                <a:close/>
                <a:moveTo>
                  <a:pt x="515877" y="1865526"/>
                </a:moveTo>
                <a:lnTo>
                  <a:pt x="515879" y="1865598"/>
                </a:lnTo>
                <a:lnTo>
                  <a:pt x="515971" y="1865553"/>
                </a:lnTo>
                <a:close/>
                <a:moveTo>
                  <a:pt x="1134506" y="480034"/>
                </a:moveTo>
                <a:lnTo>
                  <a:pt x="1134512" y="480046"/>
                </a:lnTo>
                <a:lnTo>
                  <a:pt x="1134513" y="480044"/>
                </a:lnTo>
                <a:close/>
                <a:moveTo>
                  <a:pt x="515865" y="1865060"/>
                </a:moveTo>
                <a:lnTo>
                  <a:pt x="515866" y="1865091"/>
                </a:lnTo>
                <a:lnTo>
                  <a:pt x="516536" y="1865277"/>
                </a:lnTo>
                <a:lnTo>
                  <a:pt x="517264" y="1864921"/>
                </a:lnTo>
                <a:lnTo>
                  <a:pt x="517153" y="1864813"/>
                </a:lnTo>
                <a:close/>
                <a:moveTo>
                  <a:pt x="1129275" y="491227"/>
                </a:moveTo>
                <a:lnTo>
                  <a:pt x="1130724" y="492517"/>
                </a:lnTo>
                <a:lnTo>
                  <a:pt x="1130797" y="492217"/>
                </a:lnTo>
                <a:close/>
                <a:moveTo>
                  <a:pt x="1204032" y="323518"/>
                </a:moveTo>
                <a:lnTo>
                  <a:pt x="1205756" y="325814"/>
                </a:lnTo>
                <a:lnTo>
                  <a:pt x="1205962" y="325423"/>
                </a:lnTo>
                <a:close/>
                <a:moveTo>
                  <a:pt x="1139956" y="466732"/>
                </a:moveTo>
                <a:lnTo>
                  <a:pt x="1139959" y="466747"/>
                </a:lnTo>
                <a:lnTo>
                  <a:pt x="1139962" y="466740"/>
                </a:lnTo>
                <a:close/>
                <a:moveTo>
                  <a:pt x="1154172" y="434817"/>
                </a:moveTo>
                <a:lnTo>
                  <a:pt x="1153955" y="435393"/>
                </a:lnTo>
                <a:lnTo>
                  <a:pt x="1155068" y="440028"/>
                </a:lnTo>
                <a:lnTo>
                  <a:pt x="1156573" y="436536"/>
                </a:lnTo>
                <a:close/>
                <a:moveTo>
                  <a:pt x="1176187" y="385451"/>
                </a:moveTo>
                <a:lnTo>
                  <a:pt x="1182210" y="392210"/>
                </a:lnTo>
                <a:lnTo>
                  <a:pt x="1187472" y="384519"/>
                </a:lnTo>
                <a:lnTo>
                  <a:pt x="1188046" y="368922"/>
                </a:lnTo>
                <a:lnTo>
                  <a:pt x="1187476" y="362090"/>
                </a:lnTo>
                <a:lnTo>
                  <a:pt x="1182752" y="371294"/>
                </a:lnTo>
                <a:close/>
                <a:moveTo>
                  <a:pt x="1189177" y="356292"/>
                </a:moveTo>
                <a:lnTo>
                  <a:pt x="1189300" y="357749"/>
                </a:lnTo>
                <a:lnTo>
                  <a:pt x="1191069" y="354302"/>
                </a:lnTo>
                <a:lnTo>
                  <a:pt x="1190869" y="354019"/>
                </a:lnTo>
                <a:close/>
                <a:moveTo>
                  <a:pt x="1173682" y="390851"/>
                </a:moveTo>
                <a:lnTo>
                  <a:pt x="1177138" y="398152"/>
                </a:lnTo>
                <a:lnTo>
                  <a:pt x="1177825" y="399657"/>
                </a:lnTo>
                <a:lnTo>
                  <a:pt x="1181861" y="392719"/>
                </a:lnTo>
                <a:lnTo>
                  <a:pt x="1181940" y="392606"/>
                </a:lnTo>
                <a:lnTo>
                  <a:pt x="1176028" y="385791"/>
                </a:lnTo>
                <a:close/>
                <a:moveTo>
                  <a:pt x="1158416" y="424923"/>
                </a:moveTo>
                <a:lnTo>
                  <a:pt x="1159122" y="426294"/>
                </a:lnTo>
                <a:lnTo>
                  <a:pt x="1159534" y="426777"/>
                </a:lnTo>
                <a:lnTo>
                  <a:pt x="1158520" y="425015"/>
                </a:lnTo>
                <a:close/>
                <a:moveTo>
                  <a:pt x="1155463" y="431398"/>
                </a:moveTo>
                <a:lnTo>
                  <a:pt x="1154417" y="434170"/>
                </a:lnTo>
                <a:lnTo>
                  <a:pt x="1156844" y="435908"/>
                </a:lnTo>
                <a:lnTo>
                  <a:pt x="1157157" y="435181"/>
                </a:lnTo>
                <a:lnTo>
                  <a:pt x="1157406" y="434756"/>
                </a:lnTo>
                <a:close/>
                <a:moveTo>
                  <a:pt x="486318" y="1929730"/>
                </a:moveTo>
                <a:lnTo>
                  <a:pt x="486584" y="1932510"/>
                </a:lnTo>
                <a:lnTo>
                  <a:pt x="495733" y="1933475"/>
                </a:lnTo>
                <a:lnTo>
                  <a:pt x="498313" y="1933641"/>
                </a:lnTo>
                <a:lnTo>
                  <a:pt x="498287" y="1933533"/>
                </a:lnTo>
                <a:lnTo>
                  <a:pt x="498161" y="1933178"/>
                </a:lnTo>
                <a:lnTo>
                  <a:pt x="489084" y="1930667"/>
                </a:lnTo>
                <a:lnTo>
                  <a:pt x="488896" y="1930410"/>
                </a:lnTo>
                <a:lnTo>
                  <a:pt x="497160" y="1932696"/>
                </a:lnTo>
                <a:lnTo>
                  <a:pt x="489484" y="1929793"/>
                </a:lnTo>
                <a:close/>
                <a:moveTo>
                  <a:pt x="1170439" y="397844"/>
                </a:moveTo>
                <a:lnTo>
                  <a:pt x="1171354" y="406146"/>
                </a:lnTo>
                <a:lnTo>
                  <a:pt x="1172619" y="408605"/>
                </a:lnTo>
                <a:lnTo>
                  <a:pt x="1177503" y="400209"/>
                </a:lnTo>
                <a:lnTo>
                  <a:pt x="1173452" y="391346"/>
                </a:lnTo>
                <a:close/>
                <a:moveTo>
                  <a:pt x="1168847" y="401275"/>
                </a:moveTo>
                <a:lnTo>
                  <a:pt x="1170618" y="404718"/>
                </a:lnTo>
                <a:lnTo>
                  <a:pt x="1169959" y="398878"/>
                </a:lnTo>
                <a:close/>
                <a:moveTo>
                  <a:pt x="1166648" y="406017"/>
                </a:moveTo>
                <a:lnTo>
                  <a:pt x="1168735" y="410990"/>
                </a:lnTo>
                <a:lnTo>
                  <a:pt x="1169296" y="413327"/>
                </a:lnTo>
                <a:lnTo>
                  <a:pt x="1169693" y="413636"/>
                </a:lnTo>
                <a:lnTo>
                  <a:pt x="1171209" y="411029"/>
                </a:lnTo>
                <a:lnTo>
                  <a:pt x="1167587" y="403993"/>
                </a:lnTo>
                <a:close/>
                <a:moveTo>
                  <a:pt x="1156294" y="429199"/>
                </a:moveTo>
                <a:lnTo>
                  <a:pt x="1155610" y="431010"/>
                </a:lnTo>
                <a:lnTo>
                  <a:pt x="1157591" y="434436"/>
                </a:lnTo>
                <a:lnTo>
                  <a:pt x="1159025" y="431971"/>
                </a:lnTo>
                <a:close/>
                <a:moveTo>
                  <a:pt x="1129325" y="489517"/>
                </a:moveTo>
                <a:lnTo>
                  <a:pt x="1131168" y="490709"/>
                </a:lnTo>
                <a:lnTo>
                  <a:pt x="1131309" y="490134"/>
                </a:lnTo>
                <a:lnTo>
                  <a:pt x="1131143" y="486762"/>
                </a:lnTo>
                <a:lnTo>
                  <a:pt x="1130883" y="486993"/>
                </a:lnTo>
                <a:close/>
                <a:moveTo>
                  <a:pt x="1114397" y="522930"/>
                </a:moveTo>
                <a:lnTo>
                  <a:pt x="1114326" y="523231"/>
                </a:lnTo>
                <a:lnTo>
                  <a:pt x="1115450" y="523831"/>
                </a:lnTo>
                <a:lnTo>
                  <a:pt x="1115425" y="523755"/>
                </a:lnTo>
                <a:close/>
                <a:moveTo>
                  <a:pt x="494626" y="1910471"/>
                </a:moveTo>
                <a:lnTo>
                  <a:pt x="495121" y="1912508"/>
                </a:lnTo>
                <a:lnTo>
                  <a:pt x="502787" y="1914312"/>
                </a:lnTo>
                <a:lnTo>
                  <a:pt x="501832" y="1912376"/>
                </a:lnTo>
                <a:lnTo>
                  <a:pt x="499075" y="1911290"/>
                </a:lnTo>
                <a:close/>
                <a:moveTo>
                  <a:pt x="1128132" y="491917"/>
                </a:moveTo>
                <a:lnTo>
                  <a:pt x="1128582" y="492945"/>
                </a:lnTo>
                <a:lnTo>
                  <a:pt x="1130150" y="494372"/>
                </a:lnTo>
                <a:lnTo>
                  <a:pt x="1130340" y="494078"/>
                </a:lnTo>
                <a:lnTo>
                  <a:pt x="1130402" y="493825"/>
                </a:lnTo>
                <a:close/>
                <a:moveTo>
                  <a:pt x="1157284" y="426577"/>
                </a:moveTo>
                <a:lnTo>
                  <a:pt x="1156597" y="428396"/>
                </a:lnTo>
                <a:lnTo>
                  <a:pt x="1159460" y="431225"/>
                </a:lnTo>
                <a:lnTo>
                  <a:pt x="1159574" y="431028"/>
                </a:lnTo>
                <a:close/>
                <a:moveTo>
                  <a:pt x="486251" y="1929026"/>
                </a:moveTo>
                <a:lnTo>
                  <a:pt x="486259" y="1929110"/>
                </a:lnTo>
                <a:lnTo>
                  <a:pt x="487757" y="1929140"/>
                </a:lnTo>
                <a:lnTo>
                  <a:pt x="487131" y="1928903"/>
                </a:lnTo>
                <a:close/>
                <a:moveTo>
                  <a:pt x="1160050" y="420244"/>
                </a:moveTo>
                <a:lnTo>
                  <a:pt x="1161602" y="422094"/>
                </a:lnTo>
                <a:lnTo>
                  <a:pt x="1161809" y="416451"/>
                </a:lnTo>
                <a:close/>
                <a:moveTo>
                  <a:pt x="1128242" y="491413"/>
                </a:moveTo>
                <a:lnTo>
                  <a:pt x="1130524" y="493329"/>
                </a:lnTo>
                <a:lnTo>
                  <a:pt x="1130573" y="493128"/>
                </a:lnTo>
                <a:lnTo>
                  <a:pt x="1128378" y="491174"/>
                </a:lnTo>
                <a:close/>
                <a:moveTo>
                  <a:pt x="1158882" y="422761"/>
                </a:moveTo>
                <a:lnTo>
                  <a:pt x="1161125" y="424505"/>
                </a:lnTo>
                <a:lnTo>
                  <a:pt x="1161514" y="422568"/>
                </a:lnTo>
                <a:lnTo>
                  <a:pt x="1159877" y="420616"/>
                </a:lnTo>
                <a:close/>
                <a:moveTo>
                  <a:pt x="514659" y="1865291"/>
                </a:moveTo>
                <a:lnTo>
                  <a:pt x="515317" y="1865680"/>
                </a:lnTo>
                <a:lnTo>
                  <a:pt x="515309" y="1865369"/>
                </a:lnTo>
                <a:lnTo>
                  <a:pt x="514880" y="1865249"/>
                </a:lnTo>
                <a:close/>
                <a:moveTo>
                  <a:pt x="1127788" y="492221"/>
                </a:moveTo>
                <a:lnTo>
                  <a:pt x="1128157" y="492558"/>
                </a:lnTo>
                <a:lnTo>
                  <a:pt x="1127913" y="492000"/>
                </a:lnTo>
                <a:close/>
                <a:moveTo>
                  <a:pt x="1139646" y="465352"/>
                </a:moveTo>
                <a:lnTo>
                  <a:pt x="1139745" y="465795"/>
                </a:lnTo>
                <a:lnTo>
                  <a:pt x="1140145" y="466255"/>
                </a:lnTo>
                <a:lnTo>
                  <a:pt x="1140184" y="466152"/>
                </a:lnTo>
                <a:close/>
                <a:moveTo>
                  <a:pt x="488449" y="1923495"/>
                </a:moveTo>
                <a:lnTo>
                  <a:pt x="490165" y="1924254"/>
                </a:lnTo>
                <a:lnTo>
                  <a:pt x="491421" y="1924061"/>
                </a:lnTo>
                <a:close/>
                <a:moveTo>
                  <a:pt x="1187068" y="359125"/>
                </a:moveTo>
                <a:lnTo>
                  <a:pt x="1187242" y="359296"/>
                </a:lnTo>
                <a:lnTo>
                  <a:pt x="1187212" y="358932"/>
                </a:lnTo>
                <a:close/>
                <a:moveTo>
                  <a:pt x="485722" y="1929099"/>
                </a:moveTo>
                <a:lnTo>
                  <a:pt x="485955" y="1929104"/>
                </a:lnTo>
                <a:lnTo>
                  <a:pt x="485952" y="1929067"/>
                </a:lnTo>
                <a:close/>
                <a:moveTo>
                  <a:pt x="494376" y="1909440"/>
                </a:moveTo>
                <a:lnTo>
                  <a:pt x="494412" y="1909592"/>
                </a:lnTo>
                <a:lnTo>
                  <a:pt x="495069" y="1909713"/>
                </a:lnTo>
                <a:close/>
                <a:moveTo>
                  <a:pt x="1128580" y="489031"/>
                </a:moveTo>
                <a:lnTo>
                  <a:pt x="1128859" y="489213"/>
                </a:lnTo>
                <a:lnTo>
                  <a:pt x="1129441" y="488270"/>
                </a:lnTo>
                <a:close/>
                <a:moveTo>
                  <a:pt x="486084" y="1927285"/>
                </a:moveTo>
                <a:lnTo>
                  <a:pt x="486168" y="1928149"/>
                </a:lnTo>
                <a:lnTo>
                  <a:pt x="487541" y="1927955"/>
                </a:lnTo>
                <a:close/>
                <a:moveTo>
                  <a:pt x="461402" y="1982418"/>
                </a:moveTo>
                <a:lnTo>
                  <a:pt x="465488" y="1984780"/>
                </a:lnTo>
                <a:lnTo>
                  <a:pt x="465946" y="1984925"/>
                </a:lnTo>
                <a:lnTo>
                  <a:pt x="486211" y="1990514"/>
                </a:lnTo>
                <a:lnTo>
                  <a:pt x="512075" y="1984849"/>
                </a:lnTo>
                <a:lnTo>
                  <a:pt x="511947" y="1984403"/>
                </a:lnTo>
                <a:lnTo>
                  <a:pt x="506179" y="1984047"/>
                </a:lnTo>
                <a:lnTo>
                  <a:pt x="504995" y="1983886"/>
                </a:lnTo>
                <a:lnTo>
                  <a:pt x="487257" y="1986219"/>
                </a:lnTo>
                <a:lnTo>
                  <a:pt x="487114" y="1986134"/>
                </a:lnTo>
                <a:lnTo>
                  <a:pt x="498523" y="1984633"/>
                </a:lnTo>
                <a:lnTo>
                  <a:pt x="503925" y="1983741"/>
                </a:lnTo>
                <a:lnTo>
                  <a:pt x="476996" y="1980087"/>
                </a:lnTo>
                <a:close/>
                <a:moveTo>
                  <a:pt x="1145169" y="451081"/>
                </a:moveTo>
                <a:lnTo>
                  <a:pt x="1145672" y="451619"/>
                </a:lnTo>
                <a:lnTo>
                  <a:pt x="1146161" y="450324"/>
                </a:lnTo>
                <a:close/>
                <a:moveTo>
                  <a:pt x="1132703" y="478939"/>
                </a:moveTo>
                <a:lnTo>
                  <a:pt x="1133017" y="482472"/>
                </a:lnTo>
                <a:lnTo>
                  <a:pt x="1133716" y="481337"/>
                </a:lnTo>
                <a:close/>
                <a:moveTo>
                  <a:pt x="1148947" y="442193"/>
                </a:moveTo>
                <a:lnTo>
                  <a:pt x="1149002" y="442801"/>
                </a:lnTo>
                <a:lnTo>
                  <a:pt x="1149354" y="441868"/>
                </a:lnTo>
                <a:lnTo>
                  <a:pt x="1149353" y="441863"/>
                </a:lnTo>
                <a:close/>
                <a:moveTo>
                  <a:pt x="1127439" y="490337"/>
                </a:moveTo>
                <a:lnTo>
                  <a:pt x="1127717" y="490972"/>
                </a:lnTo>
                <a:lnTo>
                  <a:pt x="1127755" y="491004"/>
                </a:lnTo>
                <a:lnTo>
                  <a:pt x="1127908" y="490755"/>
                </a:lnTo>
                <a:close/>
                <a:moveTo>
                  <a:pt x="1127042" y="491003"/>
                </a:moveTo>
                <a:lnTo>
                  <a:pt x="1127092" y="491414"/>
                </a:lnTo>
                <a:lnTo>
                  <a:pt x="1127195" y="491681"/>
                </a:lnTo>
                <a:lnTo>
                  <a:pt x="1127286" y="491764"/>
                </a:lnTo>
                <a:lnTo>
                  <a:pt x="1127512" y="491398"/>
                </a:lnTo>
                <a:close/>
                <a:moveTo>
                  <a:pt x="492345" y="1912043"/>
                </a:moveTo>
                <a:lnTo>
                  <a:pt x="493712" y="1916448"/>
                </a:lnTo>
                <a:lnTo>
                  <a:pt x="494131" y="1916422"/>
                </a:lnTo>
                <a:lnTo>
                  <a:pt x="493115" y="1912242"/>
                </a:lnTo>
                <a:close/>
                <a:moveTo>
                  <a:pt x="1137585" y="467112"/>
                </a:moveTo>
                <a:lnTo>
                  <a:pt x="1139017" y="469242"/>
                </a:lnTo>
                <a:lnTo>
                  <a:pt x="1139223" y="468697"/>
                </a:lnTo>
                <a:lnTo>
                  <a:pt x="1139194" y="468572"/>
                </a:lnTo>
                <a:close/>
                <a:moveTo>
                  <a:pt x="1127036" y="490399"/>
                </a:moveTo>
                <a:lnTo>
                  <a:pt x="1127314" y="490633"/>
                </a:lnTo>
                <a:lnTo>
                  <a:pt x="1127163" y="490287"/>
                </a:lnTo>
                <a:close/>
                <a:moveTo>
                  <a:pt x="504778" y="1883389"/>
                </a:moveTo>
                <a:lnTo>
                  <a:pt x="504913" y="1884872"/>
                </a:lnTo>
                <a:lnTo>
                  <a:pt x="508086" y="1884211"/>
                </a:lnTo>
                <a:lnTo>
                  <a:pt x="507224" y="1883878"/>
                </a:lnTo>
                <a:close/>
                <a:moveTo>
                  <a:pt x="499870" y="1894008"/>
                </a:moveTo>
                <a:lnTo>
                  <a:pt x="503995" y="1894317"/>
                </a:lnTo>
                <a:lnTo>
                  <a:pt x="503916" y="1893461"/>
                </a:lnTo>
                <a:close/>
                <a:moveTo>
                  <a:pt x="504734" y="1882916"/>
                </a:moveTo>
                <a:lnTo>
                  <a:pt x="504746" y="1883040"/>
                </a:lnTo>
                <a:lnTo>
                  <a:pt x="505387" y="1883169"/>
                </a:lnTo>
                <a:close/>
                <a:moveTo>
                  <a:pt x="514318" y="1861375"/>
                </a:moveTo>
                <a:lnTo>
                  <a:pt x="514388" y="1861442"/>
                </a:lnTo>
                <a:lnTo>
                  <a:pt x="514437" y="1861433"/>
                </a:lnTo>
                <a:close/>
                <a:moveTo>
                  <a:pt x="501381" y="1890329"/>
                </a:moveTo>
                <a:lnTo>
                  <a:pt x="502115" y="1890641"/>
                </a:lnTo>
                <a:lnTo>
                  <a:pt x="503632" y="1890348"/>
                </a:lnTo>
                <a:lnTo>
                  <a:pt x="503624" y="1890257"/>
                </a:lnTo>
                <a:close/>
                <a:moveTo>
                  <a:pt x="1147556" y="443323"/>
                </a:moveTo>
                <a:lnTo>
                  <a:pt x="1148311" y="444630"/>
                </a:lnTo>
                <a:lnTo>
                  <a:pt x="1148808" y="443314"/>
                </a:lnTo>
                <a:lnTo>
                  <a:pt x="1148723" y="442375"/>
                </a:lnTo>
                <a:close/>
                <a:moveTo>
                  <a:pt x="1188735" y="350987"/>
                </a:moveTo>
                <a:lnTo>
                  <a:pt x="1189148" y="355931"/>
                </a:lnTo>
                <a:lnTo>
                  <a:pt x="1190724" y="353813"/>
                </a:lnTo>
                <a:close/>
                <a:moveTo>
                  <a:pt x="1143277" y="452524"/>
                </a:moveTo>
                <a:lnTo>
                  <a:pt x="1144462" y="454824"/>
                </a:lnTo>
                <a:lnTo>
                  <a:pt x="1145266" y="452693"/>
                </a:lnTo>
                <a:lnTo>
                  <a:pt x="1144346" y="451709"/>
                </a:lnTo>
                <a:close/>
                <a:moveTo>
                  <a:pt x="1148748" y="439994"/>
                </a:moveTo>
                <a:lnTo>
                  <a:pt x="1148932" y="442032"/>
                </a:lnTo>
                <a:lnTo>
                  <a:pt x="1149309" y="441726"/>
                </a:lnTo>
                <a:close/>
                <a:moveTo>
                  <a:pt x="418001" y="2075852"/>
                </a:moveTo>
                <a:lnTo>
                  <a:pt x="424925" y="2075984"/>
                </a:lnTo>
                <a:lnTo>
                  <a:pt x="423428" y="2076003"/>
                </a:lnTo>
                <a:close/>
                <a:moveTo>
                  <a:pt x="514137" y="1860433"/>
                </a:moveTo>
                <a:lnTo>
                  <a:pt x="514150" y="1860438"/>
                </a:lnTo>
                <a:lnTo>
                  <a:pt x="514445" y="1860469"/>
                </a:lnTo>
                <a:lnTo>
                  <a:pt x="514355" y="1860421"/>
                </a:lnTo>
                <a:close/>
                <a:moveTo>
                  <a:pt x="1153777" y="427842"/>
                </a:moveTo>
                <a:lnTo>
                  <a:pt x="1154724" y="429479"/>
                </a:lnTo>
                <a:lnTo>
                  <a:pt x="1155315" y="428205"/>
                </a:lnTo>
                <a:lnTo>
                  <a:pt x="1154244" y="427116"/>
                </a:lnTo>
                <a:close/>
                <a:moveTo>
                  <a:pt x="504596" y="1881406"/>
                </a:moveTo>
                <a:lnTo>
                  <a:pt x="504666" y="1882164"/>
                </a:lnTo>
                <a:lnTo>
                  <a:pt x="509287" y="1883949"/>
                </a:lnTo>
                <a:lnTo>
                  <a:pt x="509317" y="1883954"/>
                </a:lnTo>
                <a:lnTo>
                  <a:pt x="509648" y="1883885"/>
                </a:lnTo>
                <a:lnTo>
                  <a:pt x="507637" y="1882625"/>
                </a:lnTo>
                <a:close/>
                <a:moveTo>
                  <a:pt x="491685" y="1909920"/>
                </a:moveTo>
                <a:lnTo>
                  <a:pt x="492281" y="1911840"/>
                </a:lnTo>
                <a:lnTo>
                  <a:pt x="493063" y="1912024"/>
                </a:lnTo>
                <a:lnTo>
                  <a:pt x="492595" y="1910098"/>
                </a:lnTo>
                <a:lnTo>
                  <a:pt x="492486" y="1910078"/>
                </a:lnTo>
                <a:close/>
                <a:moveTo>
                  <a:pt x="447342" y="2009138"/>
                </a:moveTo>
                <a:lnTo>
                  <a:pt x="446713" y="2032992"/>
                </a:lnTo>
                <a:lnTo>
                  <a:pt x="464980" y="2036036"/>
                </a:lnTo>
                <a:lnTo>
                  <a:pt x="505996" y="2039819"/>
                </a:lnTo>
                <a:lnTo>
                  <a:pt x="520307" y="2035396"/>
                </a:lnTo>
                <a:lnTo>
                  <a:pt x="520169" y="2034348"/>
                </a:lnTo>
                <a:lnTo>
                  <a:pt x="504858" y="2038714"/>
                </a:lnTo>
                <a:lnTo>
                  <a:pt x="504712" y="2038655"/>
                </a:lnTo>
                <a:lnTo>
                  <a:pt x="515132" y="2035683"/>
                </a:lnTo>
                <a:lnTo>
                  <a:pt x="520141" y="2034134"/>
                </a:lnTo>
                <a:lnTo>
                  <a:pt x="519617" y="2030185"/>
                </a:lnTo>
                <a:lnTo>
                  <a:pt x="490274" y="2023474"/>
                </a:lnTo>
                <a:lnTo>
                  <a:pt x="490028" y="2023104"/>
                </a:lnTo>
                <a:lnTo>
                  <a:pt x="519575" y="2029863"/>
                </a:lnTo>
                <a:lnTo>
                  <a:pt x="518604" y="2022537"/>
                </a:lnTo>
                <a:lnTo>
                  <a:pt x="516107" y="2023201"/>
                </a:lnTo>
                <a:lnTo>
                  <a:pt x="515824" y="2023047"/>
                </a:lnTo>
                <a:lnTo>
                  <a:pt x="518574" y="2022316"/>
                </a:lnTo>
                <a:lnTo>
                  <a:pt x="517990" y="2017906"/>
                </a:lnTo>
                <a:lnTo>
                  <a:pt x="504293" y="2013329"/>
                </a:lnTo>
                <a:lnTo>
                  <a:pt x="483727" y="2005531"/>
                </a:lnTo>
                <a:lnTo>
                  <a:pt x="474911" y="2008338"/>
                </a:lnTo>
                <a:lnTo>
                  <a:pt x="474713" y="2008263"/>
                </a:lnTo>
                <a:lnTo>
                  <a:pt x="483529" y="2005457"/>
                </a:lnTo>
                <a:lnTo>
                  <a:pt x="482222" y="2004961"/>
                </a:lnTo>
                <a:lnTo>
                  <a:pt x="478843" y="2005233"/>
                </a:lnTo>
                <a:lnTo>
                  <a:pt x="453619" y="2010345"/>
                </a:lnTo>
                <a:lnTo>
                  <a:pt x="453309" y="2010152"/>
                </a:lnTo>
                <a:lnTo>
                  <a:pt x="476744" y="2005401"/>
                </a:lnTo>
                <a:lnTo>
                  <a:pt x="455137" y="2007136"/>
                </a:lnTo>
                <a:close/>
                <a:moveTo>
                  <a:pt x="459122" y="1982759"/>
                </a:moveTo>
                <a:lnTo>
                  <a:pt x="462324" y="1983775"/>
                </a:lnTo>
                <a:lnTo>
                  <a:pt x="460269" y="1982588"/>
                </a:lnTo>
                <a:close/>
                <a:moveTo>
                  <a:pt x="476339" y="1944168"/>
                </a:moveTo>
                <a:lnTo>
                  <a:pt x="487864" y="1946565"/>
                </a:lnTo>
                <a:lnTo>
                  <a:pt x="487660" y="1944703"/>
                </a:lnTo>
                <a:close/>
                <a:moveTo>
                  <a:pt x="1152785" y="429383"/>
                </a:moveTo>
                <a:lnTo>
                  <a:pt x="1153018" y="431498"/>
                </a:lnTo>
                <a:lnTo>
                  <a:pt x="1153281" y="432592"/>
                </a:lnTo>
                <a:lnTo>
                  <a:pt x="1154559" y="429835"/>
                </a:lnTo>
                <a:lnTo>
                  <a:pt x="1153581" y="428146"/>
                </a:lnTo>
                <a:close/>
                <a:moveTo>
                  <a:pt x="485673" y="1922986"/>
                </a:moveTo>
                <a:lnTo>
                  <a:pt x="486042" y="1926836"/>
                </a:lnTo>
                <a:lnTo>
                  <a:pt x="488314" y="1927846"/>
                </a:lnTo>
                <a:lnTo>
                  <a:pt x="494646" y="1926953"/>
                </a:lnTo>
                <a:close/>
                <a:moveTo>
                  <a:pt x="1141825" y="453633"/>
                </a:moveTo>
                <a:lnTo>
                  <a:pt x="1142769" y="455941"/>
                </a:lnTo>
                <a:lnTo>
                  <a:pt x="1143474" y="457438"/>
                </a:lnTo>
                <a:lnTo>
                  <a:pt x="1144291" y="455277"/>
                </a:lnTo>
                <a:lnTo>
                  <a:pt x="1142987" y="452746"/>
                </a:lnTo>
                <a:close/>
                <a:moveTo>
                  <a:pt x="491707" y="1909094"/>
                </a:moveTo>
                <a:lnTo>
                  <a:pt x="492381" y="1909218"/>
                </a:lnTo>
                <a:lnTo>
                  <a:pt x="492336" y="1909034"/>
                </a:lnTo>
                <a:close/>
                <a:moveTo>
                  <a:pt x="447463" y="2007686"/>
                </a:moveTo>
                <a:lnTo>
                  <a:pt x="447367" y="2008237"/>
                </a:lnTo>
                <a:lnTo>
                  <a:pt x="447363" y="2008354"/>
                </a:lnTo>
                <a:lnTo>
                  <a:pt x="447356" y="2008594"/>
                </a:lnTo>
                <a:lnTo>
                  <a:pt x="450842" y="2007698"/>
                </a:lnTo>
                <a:lnTo>
                  <a:pt x="451866" y="2007392"/>
                </a:lnTo>
                <a:close/>
                <a:moveTo>
                  <a:pt x="1165439" y="399820"/>
                </a:moveTo>
                <a:lnTo>
                  <a:pt x="1165327" y="402870"/>
                </a:lnTo>
                <a:lnTo>
                  <a:pt x="1166153" y="404836"/>
                </a:lnTo>
                <a:lnTo>
                  <a:pt x="1167039" y="402927"/>
                </a:lnTo>
                <a:close/>
                <a:moveTo>
                  <a:pt x="1131236" y="475821"/>
                </a:moveTo>
                <a:lnTo>
                  <a:pt x="1132405" y="483181"/>
                </a:lnTo>
                <a:lnTo>
                  <a:pt x="1132701" y="482955"/>
                </a:lnTo>
                <a:lnTo>
                  <a:pt x="1132249" y="477863"/>
                </a:lnTo>
                <a:lnTo>
                  <a:pt x="1132009" y="477295"/>
                </a:lnTo>
                <a:close/>
                <a:moveTo>
                  <a:pt x="1148451" y="436722"/>
                </a:moveTo>
                <a:lnTo>
                  <a:pt x="1148550" y="437812"/>
                </a:lnTo>
                <a:lnTo>
                  <a:pt x="1149655" y="441071"/>
                </a:lnTo>
                <a:lnTo>
                  <a:pt x="1150086" y="439930"/>
                </a:lnTo>
                <a:lnTo>
                  <a:pt x="1149935" y="439304"/>
                </a:lnTo>
                <a:close/>
                <a:moveTo>
                  <a:pt x="491140" y="1908167"/>
                </a:moveTo>
                <a:lnTo>
                  <a:pt x="491323" y="1908753"/>
                </a:lnTo>
                <a:lnTo>
                  <a:pt x="492243" y="1908651"/>
                </a:lnTo>
                <a:lnTo>
                  <a:pt x="492229" y="1908596"/>
                </a:lnTo>
                <a:close/>
                <a:moveTo>
                  <a:pt x="485468" y="1920840"/>
                </a:moveTo>
                <a:lnTo>
                  <a:pt x="485602" y="1922236"/>
                </a:lnTo>
                <a:lnTo>
                  <a:pt x="487084" y="1922892"/>
                </a:lnTo>
                <a:lnTo>
                  <a:pt x="492647" y="1923874"/>
                </a:lnTo>
                <a:lnTo>
                  <a:pt x="494744" y="1923553"/>
                </a:lnTo>
                <a:lnTo>
                  <a:pt x="494540" y="1922976"/>
                </a:lnTo>
                <a:lnTo>
                  <a:pt x="487411" y="1921918"/>
                </a:lnTo>
                <a:lnTo>
                  <a:pt x="487225" y="1921680"/>
                </a:lnTo>
                <a:lnTo>
                  <a:pt x="494461" y="1922753"/>
                </a:lnTo>
                <a:lnTo>
                  <a:pt x="494100" y="1921734"/>
                </a:lnTo>
                <a:close/>
                <a:moveTo>
                  <a:pt x="1148140" y="436604"/>
                </a:moveTo>
                <a:lnTo>
                  <a:pt x="1148222" y="436846"/>
                </a:lnTo>
                <a:lnTo>
                  <a:pt x="1148192" y="436521"/>
                </a:lnTo>
                <a:close/>
                <a:moveTo>
                  <a:pt x="498862" y="1890410"/>
                </a:moveTo>
                <a:lnTo>
                  <a:pt x="501226" y="1890812"/>
                </a:lnTo>
                <a:lnTo>
                  <a:pt x="502044" y="1890655"/>
                </a:lnTo>
                <a:lnTo>
                  <a:pt x="501263" y="1890333"/>
                </a:lnTo>
                <a:close/>
                <a:moveTo>
                  <a:pt x="1117147" y="505501"/>
                </a:moveTo>
                <a:lnTo>
                  <a:pt x="1117062" y="506760"/>
                </a:lnTo>
                <a:lnTo>
                  <a:pt x="1117404" y="507790"/>
                </a:lnTo>
                <a:lnTo>
                  <a:pt x="1117754" y="507222"/>
                </a:lnTo>
                <a:lnTo>
                  <a:pt x="1117765" y="507099"/>
                </a:lnTo>
                <a:close/>
                <a:moveTo>
                  <a:pt x="1188315" y="345957"/>
                </a:moveTo>
                <a:lnTo>
                  <a:pt x="1188686" y="350394"/>
                </a:lnTo>
                <a:lnTo>
                  <a:pt x="1190913" y="353558"/>
                </a:lnTo>
                <a:lnTo>
                  <a:pt x="1191425" y="352871"/>
                </a:lnTo>
                <a:lnTo>
                  <a:pt x="1189932" y="349366"/>
                </a:lnTo>
                <a:close/>
                <a:moveTo>
                  <a:pt x="1152429" y="426154"/>
                </a:moveTo>
                <a:lnTo>
                  <a:pt x="1152733" y="428908"/>
                </a:lnTo>
                <a:lnTo>
                  <a:pt x="1153412" y="427853"/>
                </a:lnTo>
                <a:close/>
                <a:moveTo>
                  <a:pt x="1117405" y="504324"/>
                </a:moveTo>
                <a:lnTo>
                  <a:pt x="1117542" y="504640"/>
                </a:lnTo>
                <a:lnTo>
                  <a:pt x="1117950" y="505221"/>
                </a:lnTo>
                <a:lnTo>
                  <a:pt x="1118000" y="504711"/>
                </a:lnTo>
                <a:close/>
                <a:moveTo>
                  <a:pt x="496479" y="1894467"/>
                </a:moveTo>
                <a:lnTo>
                  <a:pt x="499252" y="1896139"/>
                </a:lnTo>
                <a:lnTo>
                  <a:pt x="501352" y="1896508"/>
                </a:lnTo>
                <a:lnTo>
                  <a:pt x="504188" y="1896429"/>
                </a:lnTo>
                <a:lnTo>
                  <a:pt x="504041" y="1894820"/>
                </a:lnTo>
                <a:lnTo>
                  <a:pt x="497495" y="1894329"/>
                </a:lnTo>
                <a:close/>
                <a:moveTo>
                  <a:pt x="1145785" y="440263"/>
                </a:moveTo>
                <a:lnTo>
                  <a:pt x="1147487" y="443206"/>
                </a:lnTo>
                <a:lnTo>
                  <a:pt x="1148708" y="442215"/>
                </a:lnTo>
                <a:lnTo>
                  <a:pt x="1148414" y="438964"/>
                </a:lnTo>
                <a:lnTo>
                  <a:pt x="1147813" y="437111"/>
                </a:lnTo>
                <a:close/>
                <a:moveTo>
                  <a:pt x="1147788" y="435568"/>
                </a:moveTo>
                <a:lnTo>
                  <a:pt x="1148017" y="436238"/>
                </a:lnTo>
                <a:lnTo>
                  <a:pt x="1148100" y="436109"/>
                </a:lnTo>
                <a:close/>
                <a:moveTo>
                  <a:pt x="1172137" y="380905"/>
                </a:moveTo>
                <a:lnTo>
                  <a:pt x="1175500" y="384680"/>
                </a:lnTo>
                <a:lnTo>
                  <a:pt x="1175718" y="384212"/>
                </a:lnTo>
                <a:lnTo>
                  <a:pt x="1187419" y="361413"/>
                </a:lnTo>
                <a:lnTo>
                  <a:pt x="1187328" y="360319"/>
                </a:lnTo>
                <a:lnTo>
                  <a:pt x="1186668" y="359669"/>
                </a:lnTo>
                <a:close/>
                <a:moveTo>
                  <a:pt x="1152320" y="425164"/>
                </a:moveTo>
                <a:lnTo>
                  <a:pt x="1152342" y="425361"/>
                </a:lnTo>
                <a:lnTo>
                  <a:pt x="1153607" y="427549"/>
                </a:lnTo>
                <a:lnTo>
                  <a:pt x="1154027" y="426897"/>
                </a:lnTo>
                <a:close/>
                <a:moveTo>
                  <a:pt x="1142074" y="447774"/>
                </a:moveTo>
                <a:lnTo>
                  <a:pt x="1144164" y="450007"/>
                </a:lnTo>
                <a:lnTo>
                  <a:pt x="1147138" y="447737"/>
                </a:lnTo>
                <a:lnTo>
                  <a:pt x="1148151" y="445055"/>
                </a:lnTo>
                <a:lnTo>
                  <a:pt x="1147335" y="443502"/>
                </a:lnTo>
                <a:close/>
                <a:moveTo>
                  <a:pt x="1134202" y="464696"/>
                </a:moveTo>
                <a:lnTo>
                  <a:pt x="1136870" y="470368"/>
                </a:lnTo>
                <a:lnTo>
                  <a:pt x="1137779" y="472520"/>
                </a:lnTo>
                <a:lnTo>
                  <a:pt x="1138361" y="470979"/>
                </a:lnTo>
                <a:lnTo>
                  <a:pt x="1137547" y="469673"/>
                </a:lnTo>
                <a:close/>
                <a:moveTo>
                  <a:pt x="1137726" y="456760"/>
                </a:moveTo>
                <a:lnTo>
                  <a:pt x="1138849" y="461780"/>
                </a:lnTo>
                <a:lnTo>
                  <a:pt x="1140849" y="464390"/>
                </a:lnTo>
                <a:lnTo>
                  <a:pt x="1143303" y="457892"/>
                </a:lnTo>
                <a:lnTo>
                  <a:pt x="1142698" y="456353"/>
                </a:lnTo>
                <a:lnTo>
                  <a:pt x="1141526" y="453861"/>
                </a:lnTo>
                <a:close/>
                <a:moveTo>
                  <a:pt x="449007" y="1998874"/>
                </a:moveTo>
                <a:lnTo>
                  <a:pt x="447516" y="2007387"/>
                </a:lnTo>
                <a:lnTo>
                  <a:pt x="453480" y="2006908"/>
                </a:lnTo>
                <a:lnTo>
                  <a:pt x="472397" y="2001236"/>
                </a:lnTo>
                <a:lnTo>
                  <a:pt x="460152" y="1996593"/>
                </a:lnTo>
                <a:close/>
                <a:moveTo>
                  <a:pt x="1170267" y="383637"/>
                </a:moveTo>
                <a:lnTo>
                  <a:pt x="1173155" y="389738"/>
                </a:lnTo>
                <a:lnTo>
                  <a:pt x="1175349" y="385008"/>
                </a:lnTo>
                <a:lnTo>
                  <a:pt x="1172641" y="381885"/>
                </a:lnTo>
                <a:lnTo>
                  <a:pt x="1171976" y="381140"/>
                </a:lnTo>
                <a:close/>
                <a:moveTo>
                  <a:pt x="1141198" y="448485"/>
                </a:moveTo>
                <a:lnTo>
                  <a:pt x="1142597" y="451202"/>
                </a:lnTo>
                <a:lnTo>
                  <a:pt x="1143341" y="450634"/>
                </a:lnTo>
                <a:lnTo>
                  <a:pt x="1141274" y="448424"/>
                </a:lnTo>
                <a:close/>
                <a:moveTo>
                  <a:pt x="485125" y="1917257"/>
                </a:moveTo>
                <a:lnTo>
                  <a:pt x="485357" y="1919681"/>
                </a:lnTo>
                <a:lnTo>
                  <a:pt x="488497" y="1920000"/>
                </a:lnTo>
                <a:lnTo>
                  <a:pt x="493577" y="1920262"/>
                </a:lnTo>
                <a:lnTo>
                  <a:pt x="493145" y="1919045"/>
                </a:lnTo>
                <a:lnTo>
                  <a:pt x="492484" y="1916917"/>
                </a:lnTo>
                <a:close/>
                <a:moveTo>
                  <a:pt x="1141037" y="448171"/>
                </a:moveTo>
                <a:lnTo>
                  <a:pt x="1141136" y="448363"/>
                </a:lnTo>
                <a:lnTo>
                  <a:pt x="1141182" y="448326"/>
                </a:lnTo>
                <a:close/>
                <a:moveTo>
                  <a:pt x="1169065" y="385394"/>
                </a:moveTo>
                <a:lnTo>
                  <a:pt x="1170238" y="396028"/>
                </a:lnTo>
                <a:lnTo>
                  <a:pt x="1172935" y="390214"/>
                </a:lnTo>
                <a:lnTo>
                  <a:pt x="1170065" y="383933"/>
                </a:lnTo>
                <a:close/>
                <a:moveTo>
                  <a:pt x="1141409" y="447064"/>
                </a:moveTo>
                <a:lnTo>
                  <a:pt x="1141982" y="447676"/>
                </a:lnTo>
                <a:lnTo>
                  <a:pt x="1147271" y="443382"/>
                </a:lnTo>
                <a:lnTo>
                  <a:pt x="1146839" y="442561"/>
                </a:lnTo>
                <a:lnTo>
                  <a:pt x="1145639" y="440488"/>
                </a:lnTo>
                <a:close/>
                <a:moveTo>
                  <a:pt x="1188005" y="342244"/>
                </a:moveTo>
                <a:lnTo>
                  <a:pt x="1188223" y="344850"/>
                </a:lnTo>
                <a:lnTo>
                  <a:pt x="1191792" y="352378"/>
                </a:lnTo>
                <a:lnTo>
                  <a:pt x="1191795" y="352373"/>
                </a:lnTo>
                <a:close/>
                <a:moveTo>
                  <a:pt x="1140088" y="449387"/>
                </a:moveTo>
                <a:lnTo>
                  <a:pt x="1141251" y="452229"/>
                </a:lnTo>
                <a:lnTo>
                  <a:pt x="1142308" y="451423"/>
                </a:lnTo>
                <a:lnTo>
                  <a:pt x="1140914" y="448716"/>
                </a:lnTo>
                <a:close/>
                <a:moveTo>
                  <a:pt x="449596" y="1995511"/>
                </a:moveTo>
                <a:lnTo>
                  <a:pt x="449058" y="1998579"/>
                </a:lnTo>
                <a:lnTo>
                  <a:pt x="454173" y="1997533"/>
                </a:lnTo>
                <a:lnTo>
                  <a:pt x="459130" y="1996447"/>
                </a:lnTo>
                <a:close/>
                <a:moveTo>
                  <a:pt x="1151243" y="424103"/>
                </a:moveTo>
                <a:lnTo>
                  <a:pt x="1151625" y="425693"/>
                </a:lnTo>
                <a:lnTo>
                  <a:pt x="1151529" y="424597"/>
                </a:lnTo>
                <a:close/>
                <a:moveTo>
                  <a:pt x="1140020" y="449223"/>
                </a:moveTo>
                <a:lnTo>
                  <a:pt x="1140034" y="449258"/>
                </a:lnTo>
                <a:lnTo>
                  <a:pt x="1140851" y="448595"/>
                </a:lnTo>
                <a:lnTo>
                  <a:pt x="1140661" y="448227"/>
                </a:lnTo>
                <a:close/>
                <a:moveTo>
                  <a:pt x="1139797" y="449623"/>
                </a:moveTo>
                <a:lnTo>
                  <a:pt x="1141084" y="452356"/>
                </a:lnTo>
                <a:lnTo>
                  <a:pt x="1141116" y="452332"/>
                </a:lnTo>
                <a:lnTo>
                  <a:pt x="1139989" y="449467"/>
                </a:lnTo>
                <a:close/>
                <a:moveTo>
                  <a:pt x="1136006" y="458073"/>
                </a:moveTo>
                <a:lnTo>
                  <a:pt x="1137194" y="459621"/>
                </a:lnTo>
                <a:lnTo>
                  <a:pt x="1136724" y="457525"/>
                </a:lnTo>
                <a:close/>
                <a:moveTo>
                  <a:pt x="509546" y="1860793"/>
                </a:moveTo>
                <a:lnTo>
                  <a:pt x="509247" y="1862105"/>
                </a:lnTo>
                <a:lnTo>
                  <a:pt x="509660" y="1862349"/>
                </a:lnTo>
                <a:lnTo>
                  <a:pt x="513791" y="1861557"/>
                </a:lnTo>
                <a:lnTo>
                  <a:pt x="513432" y="1861208"/>
                </a:lnTo>
                <a:close/>
                <a:moveTo>
                  <a:pt x="447732" y="1999135"/>
                </a:moveTo>
                <a:lnTo>
                  <a:pt x="447436" y="2006531"/>
                </a:lnTo>
                <a:lnTo>
                  <a:pt x="448768" y="1998923"/>
                </a:lnTo>
                <a:close/>
                <a:moveTo>
                  <a:pt x="1117582" y="499025"/>
                </a:moveTo>
                <a:lnTo>
                  <a:pt x="1117564" y="499292"/>
                </a:lnTo>
                <a:lnTo>
                  <a:pt x="1118402" y="500625"/>
                </a:lnTo>
                <a:lnTo>
                  <a:pt x="1118501" y="499620"/>
                </a:lnTo>
                <a:close/>
                <a:moveTo>
                  <a:pt x="1147927" y="430944"/>
                </a:moveTo>
                <a:lnTo>
                  <a:pt x="1148164" y="433557"/>
                </a:lnTo>
                <a:lnTo>
                  <a:pt x="1148813" y="434629"/>
                </a:lnTo>
                <a:close/>
                <a:moveTo>
                  <a:pt x="510334" y="1858592"/>
                </a:moveTo>
                <a:lnTo>
                  <a:pt x="511093" y="1858959"/>
                </a:lnTo>
                <a:lnTo>
                  <a:pt x="511111" y="1858959"/>
                </a:lnTo>
                <a:lnTo>
                  <a:pt x="510698" y="1858558"/>
                </a:lnTo>
                <a:close/>
                <a:moveTo>
                  <a:pt x="494715" y="1893402"/>
                </a:moveTo>
                <a:lnTo>
                  <a:pt x="495130" y="1893652"/>
                </a:lnTo>
                <a:lnTo>
                  <a:pt x="495541" y="1893683"/>
                </a:lnTo>
                <a:lnTo>
                  <a:pt x="503803" y="1892222"/>
                </a:lnTo>
                <a:lnTo>
                  <a:pt x="503784" y="1892021"/>
                </a:lnTo>
                <a:close/>
                <a:moveTo>
                  <a:pt x="450104" y="1992783"/>
                </a:moveTo>
                <a:lnTo>
                  <a:pt x="449755" y="1994624"/>
                </a:lnTo>
                <a:lnTo>
                  <a:pt x="456776" y="1995313"/>
                </a:lnTo>
                <a:close/>
                <a:moveTo>
                  <a:pt x="510144" y="1858160"/>
                </a:moveTo>
                <a:lnTo>
                  <a:pt x="510092" y="1858388"/>
                </a:lnTo>
                <a:lnTo>
                  <a:pt x="510484" y="1858351"/>
                </a:lnTo>
                <a:lnTo>
                  <a:pt x="510464" y="1858332"/>
                </a:lnTo>
                <a:close/>
                <a:moveTo>
                  <a:pt x="1165430" y="390707"/>
                </a:moveTo>
                <a:lnTo>
                  <a:pt x="1165668" y="393581"/>
                </a:lnTo>
                <a:lnTo>
                  <a:pt x="1165617" y="394998"/>
                </a:lnTo>
                <a:lnTo>
                  <a:pt x="1168299" y="400210"/>
                </a:lnTo>
                <a:lnTo>
                  <a:pt x="1169755" y="397069"/>
                </a:lnTo>
                <a:lnTo>
                  <a:pt x="1168526" y="386182"/>
                </a:lnTo>
                <a:close/>
                <a:moveTo>
                  <a:pt x="1137068" y="453811"/>
                </a:moveTo>
                <a:lnTo>
                  <a:pt x="1137375" y="455187"/>
                </a:lnTo>
                <a:lnTo>
                  <a:pt x="1140889" y="452506"/>
                </a:lnTo>
                <a:lnTo>
                  <a:pt x="1139629" y="449829"/>
                </a:lnTo>
                <a:close/>
                <a:moveTo>
                  <a:pt x="1134226" y="459430"/>
                </a:moveTo>
                <a:lnTo>
                  <a:pt x="1138167" y="463974"/>
                </a:lnTo>
                <a:lnTo>
                  <a:pt x="1137891" y="462737"/>
                </a:lnTo>
                <a:lnTo>
                  <a:pt x="1136099" y="460074"/>
                </a:lnTo>
                <a:lnTo>
                  <a:pt x="1135097" y="458767"/>
                </a:lnTo>
                <a:close/>
                <a:moveTo>
                  <a:pt x="1135136" y="456895"/>
                </a:moveTo>
                <a:lnTo>
                  <a:pt x="1136373" y="455952"/>
                </a:lnTo>
                <a:lnTo>
                  <a:pt x="1136202" y="455188"/>
                </a:lnTo>
                <a:close/>
                <a:moveTo>
                  <a:pt x="481513" y="1920429"/>
                </a:moveTo>
                <a:lnTo>
                  <a:pt x="485275" y="1922092"/>
                </a:lnTo>
                <a:lnTo>
                  <a:pt x="485152" y="1920807"/>
                </a:lnTo>
                <a:close/>
                <a:moveTo>
                  <a:pt x="1162348" y="395771"/>
                </a:moveTo>
                <a:lnTo>
                  <a:pt x="1162551" y="396253"/>
                </a:lnTo>
                <a:lnTo>
                  <a:pt x="1162566" y="395841"/>
                </a:lnTo>
                <a:lnTo>
                  <a:pt x="1162484" y="395538"/>
                </a:lnTo>
                <a:close/>
                <a:moveTo>
                  <a:pt x="1128722" y="471024"/>
                </a:moveTo>
                <a:lnTo>
                  <a:pt x="1125444" y="484111"/>
                </a:lnTo>
                <a:lnTo>
                  <a:pt x="1126476" y="487665"/>
                </a:lnTo>
                <a:lnTo>
                  <a:pt x="1126504" y="487684"/>
                </a:lnTo>
                <a:lnTo>
                  <a:pt x="1131019" y="484239"/>
                </a:lnTo>
                <a:lnTo>
                  <a:pt x="1130984" y="483549"/>
                </a:lnTo>
                <a:lnTo>
                  <a:pt x="1129111" y="471765"/>
                </a:lnTo>
                <a:close/>
                <a:moveTo>
                  <a:pt x="447885" y="1995343"/>
                </a:moveTo>
                <a:lnTo>
                  <a:pt x="447744" y="1998849"/>
                </a:lnTo>
                <a:lnTo>
                  <a:pt x="448820" y="1998628"/>
                </a:lnTo>
                <a:lnTo>
                  <a:pt x="449370" y="1995489"/>
                </a:lnTo>
                <a:close/>
                <a:moveTo>
                  <a:pt x="1151683" y="419395"/>
                </a:moveTo>
                <a:lnTo>
                  <a:pt x="1152197" y="424049"/>
                </a:lnTo>
                <a:lnTo>
                  <a:pt x="1154436" y="426260"/>
                </a:lnTo>
                <a:lnTo>
                  <a:pt x="1154552" y="426080"/>
                </a:lnTo>
                <a:lnTo>
                  <a:pt x="1155012" y="425922"/>
                </a:lnTo>
                <a:lnTo>
                  <a:pt x="1154655" y="426478"/>
                </a:lnTo>
                <a:lnTo>
                  <a:pt x="1155657" y="427468"/>
                </a:lnTo>
                <a:lnTo>
                  <a:pt x="1156645" y="425337"/>
                </a:lnTo>
                <a:lnTo>
                  <a:pt x="1154874" y="421897"/>
                </a:lnTo>
                <a:lnTo>
                  <a:pt x="1154828" y="421844"/>
                </a:lnTo>
                <a:close/>
                <a:moveTo>
                  <a:pt x="451053" y="1987771"/>
                </a:moveTo>
                <a:lnTo>
                  <a:pt x="450203" y="1992256"/>
                </a:lnTo>
                <a:lnTo>
                  <a:pt x="458791" y="1995511"/>
                </a:lnTo>
                <a:lnTo>
                  <a:pt x="461974" y="1995824"/>
                </a:lnTo>
                <a:lnTo>
                  <a:pt x="477347" y="1992457"/>
                </a:lnTo>
                <a:lnTo>
                  <a:pt x="474707" y="1990931"/>
                </a:lnTo>
                <a:lnTo>
                  <a:pt x="472231" y="1989941"/>
                </a:lnTo>
                <a:lnTo>
                  <a:pt x="466688" y="1989509"/>
                </a:lnTo>
                <a:close/>
                <a:moveTo>
                  <a:pt x="1136699" y="452167"/>
                </a:moveTo>
                <a:lnTo>
                  <a:pt x="1136975" y="453398"/>
                </a:lnTo>
                <a:lnTo>
                  <a:pt x="1138975" y="450290"/>
                </a:lnTo>
                <a:lnTo>
                  <a:pt x="1137953" y="451120"/>
                </a:lnTo>
                <a:close/>
                <a:moveTo>
                  <a:pt x="1133034" y="460340"/>
                </a:moveTo>
                <a:lnTo>
                  <a:pt x="1133631" y="461228"/>
                </a:lnTo>
                <a:lnTo>
                  <a:pt x="1138550" y="465692"/>
                </a:lnTo>
                <a:lnTo>
                  <a:pt x="1138376" y="464912"/>
                </a:lnTo>
                <a:lnTo>
                  <a:pt x="1133862" y="459708"/>
                </a:lnTo>
                <a:close/>
                <a:moveTo>
                  <a:pt x="1168535" y="380586"/>
                </a:moveTo>
                <a:lnTo>
                  <a:pt x="1168959" y="384429"/>
                </a:lnTo>
                <a:lnTo>
                  <a:pt x="1169758" y="383261"/>
                </a:lnTo>
                <a:close/>
                <a:moveTo>
                  <a:pt x="508755" y="1857828"/>
                </a:moveTo>
                <a:lnTo>
                  <a:pt x="509880" y="1858373"/>
                </a:lnTo>
                <a:lnTo>
                  <a:pt x="509948" y="1858055"/>
                </a:lnTo>
                <a:lnTo>
                  <a:pt x="509810" y="1857981"/>
                </a:lnTo>
                <a:close/>
                <a:moveTo>
                  <a:pt x="1129845" y="466538"/>
                </a:moveTo>
                <a:lnTo>
                  <a:pt x="1129792" y="466749"/>
                </a:lnTo>
                <a:lnTo>
                  <a:pt x="1130433" y="470771"/>
                </a:lnTo>
                <a:lnTo>
                  <a:pt x="1131930" y="474318"/>
                </a:lnTo>
                <a:lnTo>
                  <a:pt x="1131691" y="473380"/>
                </a:lnTo>
                <a:close/>
                <a:moveTo>
                  <a:pt x="1157956" y="403321"/>
                </a:moveTo>
                <a:lnTo>
                  <a:pt x="1158801" y="404522"/>
                </a:lnTo>
                <a:lnTo>
                  <a:pt x="1159734" y="405886"/>
                </a:lnTo>
                <a:lnTo>
                  <a:pt x="1161119" y="406963"/>
                </a:lnTo>
                <a:lnTo>
                  <a:pt x="1159576" y="400537"/>
                </a:lnTo>
                <a:close/>
                <a:moveTo>
                  <a:pt x="507036" y="1860804"/>
                </a:moveTo>
                <a:lnTo>
                  <a:pt x="509102" y="1862020"/>
                </a:lnTo>
                <a:lnTo>
                  <a:pt x="509368" y="1860774"/>
                </a:lnTo>
                <a:lnTo>
                  <a:pt x="508790" y="1860712"/>
                </a:lnTo>
                <a:close/>
                <a:moveTo>
                  <a:pt x="1131119" y="463327"/>
                </a:moveTo>
                <a:lnTo>
                  <a:pt x="1132324" y="475103"/>
                </a:lnTo>
                <a:lnTo>
                  <a:pt x="1132433" y="475509"/>
                </a:lnTo>
                <a:lnTo>
                  <a:pt x="1133679" y="478457"/>
                </a:lnTo>
                <a:lnTo>
                  <a:pt x="1134168" y="479390"/>
                </a:lnTo>
                <a:lnTo>
                  <a:pt x="1134578" y="479940"/>
                </a:lnTo>
                <a:lnTo>
                  <a:pt x="1135607" y="478270"/>
                </a:lnTo>
                <a:lnTo>
                  <a:pt x="1137033" y="474493"/>
                </a:lnTo>
                <a:lnTo>
                  <a:pt x="1131833" y="462186"/>
                </a:lnTo>
                <a:close/>
                <a:moveTo>
                  <a:pt x="1157484" y="404133"/>
                </a:moveTo>
                <a:lnTo>
                  <a:pt x="1158723" y="405099"/>
                </a:lnTo>
                <a:lnTo>
                  <a:pt x="1157749" y="403676"/>
                </a:lnTo>
                <a:close/>
                <a:moveTo>
                  <a:pt x="1130335" y="464583"/>
                </a:moveTo>
                <a:lnTo>
                  <a:pt x="1129926" y="466216"/>
                </a:lnTo>
                <a:lnTo>
                  <a:pt x="1131847" y="473336"/>
                </a:lnTo>
                <a:lnTo>
                  <a:pt x="1130979" y="463552"/>
                </a:lnTo>
                <a:close/>
                <a:moveTo>
                  <a:pt x="451795" y="1983854"/>
                </a:moveTo>
                <a:lnTo>
                  <a:pt x="451077" y="1987645"/>
                </a:lnTo>
                <a:lnTo>
                  <a:pt x="455157" y="1988099"/>
                </a:lnTo>
                <a:lnTo>
                  <a:pt x="470641" y="1989305"/>
                </a:lnTo>
                <a:lnTo>
                  <a:pt x="455593" y="1983287"/>
                </a:lnTo>
                <a:close/>
                <a:moveTo>
                  <a:pt x="448019" y="1991993"/>
                </a:moveTo>
                <a:lnTo>
                  <a:pt x="447921" y="1994444"/>
                </a:lnTo>
                <a:lnTo>
                  <a:pt x="449525" y="1994601"/>
                </a:lnTo>
                <a:lnTo>
                  <a:pt x="449860" y="1992691"/>
                </a:lnTo>
                <a:close/>
                <a:moveTo>
                  <a:pt x="484432" y="1910011"/>
                </a:moveTo>
                <a:lnTo>
                  <a:pt x="485097" y="1916957"/>
                </a:lnTo>
                <a:lnTo>
                  <a:pt x="485369" y="1916944"/>
                </a:lnTo>
                <a:lnTo>
                  <a:pt x="492363" y="1916528"/>
                </a:lnTo>
                <a:lnTo>
                  <a:pt x="490851" y="1911660"/>
                </a:lnTo>
                <a:close/>
                <a:moveTo>
                  <a:pt x="1130868" y="462452"/>
                </a:moveTo>
                <a:lnTo>
                  <a:pt x="1130688" y="463169"/>
                </a:lnTo>
                <a:lnTo>
                  <a:pt x="1130907" y="462829"/>
                </a:lnTo>
                <a:close/>
                <a:moveTo>
                  <a:pt x="1138463" y="445418"/>
                </a:moveTo>
                <a:lnTo>
                  <a:pt x="1139881" y="448882"/>
                </a:lnTo>
                <a:lnTo>
                  <a:pt x="1140502" y="447917"/>
                </a:lnTo>
                <a:lnTo>
                  <a:pt x="1140136" y="447206"/>
                </a:lnTo>
                <a:close/>
                <a:moveTo>
                  <a:pt x="484411" y="1909800"/>
                </a:moveTo>
                <a:lnTo>
                  <a:pt x="484430" y="1909993"/>
                </a:lnTo>
                <a:lnTo>
                  <a:pt x="490799" y="1911492"/>
                </a:lnTo>
                <a:lnTo>
                  <a:pt x="490221" y="1909630"/>
                </a:lnTo>
                <a:lnTo>
                  <a:pt x="488893" y="1909366"/>
                </a:lnTo>
                <a:close/>
                <a:moveTo>
                  <a:pt x="1131010" y="461886"/>
                </a:moveTo>
                <a:lnTo>
                  <a:pt x="1130983" y="461994"/>
                </a:lnTo>
                <a:lnTo>
                  <a:pt x="1131046" y="462613"/>
                </a:lnTo>
                <a:lnTo>
                  <a:pt x="1131629" y="461706"/>
                </a:lnTo>
                <a:lnTo>
                  <a:pt x="1131454" y="461547"/>
                </a:lnTo>
                <a:close/>
                <a:moveTo>
                  <a:pt x="452163" y="1981914"/>
                </a:moveTo>
                <a:lnTo>
                  <a:pt x="452142" y="1982024"/>
                </a:lnTo>
                <a:lnTo>
                  <a:pt x="452356" y="1981992"/>
                </a:lnTo>
                <a:close/>
                <a:moveTo>
                  <a:pt x="1153002" y="411836"/>
                </a:moveTo>
                <a:lnTo>
                  <a:pt x="1159379" y="419442"/>
                </a:lnTo>
                <a:lnTo>
                  <a:pt x="1161898" y="414010"/>
                </a:lnTo>
                <a:lnTo>
                  <a:pt x="1162020" y="410711"/>
                </a:lnTo>
                <a:lnTo>
                  <a:pt x="1162005" y="410649"/>
                </a:lnTo>
                <a:lnTo>
                  <a:pt x="1156283" y="406196"/>
                </a:lnTo>
                <a:close/>
                <a:moveTo>
                  <a:pt x="1152619" y="412493"/>
                </a:moveTo>
                <a:lnTo>
                  <a:pt x="1158268" y="421837"/>
                </a:lnTo>
                <a:lnTo>
                  <a:pt x="1159206" y="419814"/>
                </a:lnTo>
                <a:lnTo>
                  <a:pt x="1152804" y="412176"/>
                </a:lnTo>
                <a:close/>
                <a:moveTo>
                  <a:pt x="1145404" y="428541"/>
                </a:moveTo>
                <a:lnTo>
                  <a:pt x="1145755" y="429575"/>
                </a:lnTo>
                <a:lnTo>
                  <a:pt x="1147881" y="433088"/>
                </a:lnTo>
                <a:lnTo>
                  <a:pt x="1147612" y="430120"/>
                </a:lnTo>
                <a:close/>
                <a:moveTo>
                  <a:pt x="483842" y="1909855"/>
                </a:moveTo>
                <a:lnTo>
                  <a:pt x="484110" y="1909918"/>
                </a:lnTo>
                <a:lnTo>
                  <a:pt x="484102" y="1909830"/>
                </a:lnTo>
                <a:close/>
                <a:moveTo>
                  <a:pt x="1133516" y="454824"/>
                </a:moveTo>
                <a:lnTo>
                  <a:pt x="1134899" y="456627"/>
                </a:lnTo>
                <a:lnTo>
                  <a:pt x="1136104" y="454752"/>
                </a:lnTo>
                <a:lnTo>
                  <a:pt x="1135711" y="452991"/>
                </a:lnTo>
                <a:close/>
                <a:moveTo>
                  <a:pt x="484283" y="1908455"/>
                </a:moveTo>
                <a:lnTo>
                  <a:pt x="484385" y="1909521"/>
                </a:lnTo>
                <a:lnTo>
                  <a:pt x="487776" y="1909146"/>
                </a:lnTo>
                <a:close/>
                <a:moveTo>
                  <a:pt x="1151193" y="414943"/>
                </a:moveTo>
                <a:lnTo>
                  <a:pt x="1151415" y="416949"/>
                </a:lnTo>
                <a:lnTo>
                  <a:pt x="1152940" y="418138"/>
                </a:lnTo>
                <a:lnTo>
                  <a:pt x="1151248" y="414850"/>
                </a:lnTo>
                <a:close/>
                <a:moveTo>
                  <a:pt x="1132073" y="457644"/>
                </a:moveTo>
                <a:lnTo>
                  <a:pt x="1131841" y="458567"/>
                </a:lnTo>
                <a:lnTo>
                  <a:pt x="1132216" y="459122"/>
                </a:lnTo>
                <a:lnTo>
                  <a:pt x="1132902" y="458599"/>
                </a:lnTo>
                <a:close/>
                <a:moveTo>
                  <a:pt x="1168119" y="376812"/>
                </a:moveTo>
                <a:lnTo>
                  <a:pt x="1168448" y="379795"/>
                </a:lnTo>
                <a:lnTo>
                  <a:pt x="1169954" y="382975"/>
                </a:lnTo>
                <a:lnTo>
                  <a:pt x="1171542" y="380653"/>
                </a:lnTo>
                <a:close/>
                <a:moveTo>
                  <a:pt x="1149750" y="417890"/>
                </a:moveTo>
                <a:lnTo>
                  <a:pt x="1150929" y="422795"/>
                </a:lnTo>
                <a:lnTo>
                  <a:pt x="1151412" y="423273"/>
                </a:lnTo>
                <a:lnTo>
                  <a:pt x="1151025" y="418882"/>
                </a:lnTo>
                <a:close/>
                <a:moveTo>
                  <a:pt x="492035" y="1890630"/>
                </a:moveTo>
                <a:lnTo>
                  <a:pt x="492807" y="1892252"/>
                </a:lnTo>
                <a:lnTo>
                  <a:pt x="493045" y="1892395"/>
                </a:lnTo>
                <a:lnTo>
                  <a:pt x="500501" y="1890953"/>
                </a:lnTo>
                <a:lnTo>
                  <a:pt x="497749" y="1890446"/>
                </a:lnTo>
                <a:close/>
                <a:moveTo>
                  <a:pt x="1150475" y="416179"/>
                </a:moveTo>
                <a:lnTo>
                  <a:pt x="1150578" y="416298"/>
                </a:lnTo>
                <a:lnTo>
                  <a:pt x="1150813" y="416482"/>
                </a:lnTo>
                <a:lnTo>
                  <a:pt x="1150746" y="415713"/>
                </a:lnTo>
                <a:close/>
                <a:moveTo>
                  <a:pt x="452848" y="1978299"/>
                </a:moveTo>
                <a:lnTo>
                  <a:pt x="452495" y="1980159"/>
                </a:lnTo>
                <a:lnTo>
                  <a:pt x="455793" y="1981478"/>
                </a:lnTo>
                <a:lnTo>
                  <a:pt x="457824" y="1981175"/>
                </a:lnTo>
                <a:close/>
                <a:moveTo>
                  <a:pt x="1183172" y="342565"/>
                </a:moveTo>
                <a:lnTo>
                  <a:pt x="1186206" y="346874"/>
                </a:lnTo>
                <a:lnTo>
                  <a:pt x="1185663" y="340361"/>
                </a:lnTo>
                <a:lnTo>
                  <a:pt x="1185485" y="339985"/>
                </a:lnTo>
                <a:close/>
                <a:moveTo>
                  <a:pt x="1144920" y="428194"/>
                </a:moveTo>
                <a:lnTo>
                  <a:pt x="1144931" y="428212"/>
                </a:lnTo>
                <a:lnTo>
                  <a:pt x="1144927" y="428199"/>
                </a:lnTo>
                <a:close/>
                <a:moveTo>
                  <a:pt x="1132584" y="455601"/>
                </a:moveTo>
                <a:lnTo>
                  <a:pt x="1132208" y="457104"/>
                </a:lnTo>
                <a:lnTo>
                  <a:pt x="1133265" y="458323"/>
                </a:lnTo>
                <a:lnTo>
                  <a:pt x="1134206" y="457605"/>
                </a:lnTo>
                <a:lnTo>
                  <a:pt x="1132637" y="455557"/>
                </a:lnTo>
                <a:close/>
                <a:moveTo>
                  <a:pt x="453123" y="1976849"/>
                </a:moveTo>
                <a:lnTo>
                  <a:pt x="452988" y="1977556"/>
                </a:lnTo>
                <a:lnTo>
                  <a:pt x="458957" y="1981005"/>
                </a:lnTo>
                <a:lnTo>
                  <a:pt x="470759" y="1979241"/>
                </a:lnTo>
                <a:lnTo>
                  <a:pt x="468580" y="1978946"/>
                </a:lnTo>
                <a:lnTo>
                  <a:pt x="464289" y="1978769"/>
                </a:lnTo>
                <a:lnTo>
                  <a:pt x="464013" y="1978533"/>
                </a:lnTo>
                <a:lnTo>
                  <a:pt x="466196" y="1978622"/>
                </a:lnTo>
                <a:close/>
                <a:moveTo>
                  <a:pt x="448202" y="1987455"/>
                </a:moveTo>
                <a:lnTo>
                  <a:pt x="448042" y="1991436"/>
                </a:lnTo>
                <a:lnTo>
                  <a:pt x="449953" y="1992161"/>
                </a:lnTo>
                <a:lnTo>
                  <a:pt x="450728" y="1987735"/>
                </a:lnTo>
                <a:close/>
                <a:moveTo>
                  <a:pt x="1123128" y="476122"/>
                </a:moveTo>
                <a:lnTo>
                  <a:pt x="1123230" y="476473"/>
                </a:lnTo>
                <a:lnTo>
                  <a:pt x="1123445" y="475614"/>
                </a:lnTo>
                <a:close/>
                <a:moveTo>
                  <a:pt x="1134948" y="449575"/>
                </a:moveTo>
                <a:lnTo>
                  <a:pt x="1132985" y="454131"/>
                </a:lnTo>
                <a:lnTo>
                  <a:pt x="1133388" y="454656"/>
                </a:lnTo>
                <a:lnTo>
                  <a:pt x="1135669" y="452803"/>
                </a:lnTo>
                <a:close/>
                <a:moveTo>
                  <a:pt x="1137129" y="444513"/>
                </a:moveTo>
                <a:lnTo>
                  <a:pt x="1135720" y="447783"/>
                </a:lnTo>
                <a:lnTo>
                  <a:pt x="1136662" y="451997"/>
                </a:lnTo>
                <a:lnTo>
                  <a:pt x="1139206" y="449930"/>
                </a:lnTo>
                <a:lnTo>
                  <a:pt x="1139479" y="449506"/>
                </a:lnTo>
                <a:close/>
                <a:moveTo>
                  <a:pt x="1137283" y="444156"/>
                </a:moveTo>
                <a:lnTo>
                  <a:pt x="1137256" y="444220"/>
                </a:lnTo>
                <a:lnTo>
                  <a:pt x="1139633" y="449268"/>
                </a:lnTo>
                <a:lnTo>
                  <a:pt x="1139802" y="449005"/>
                </a:lnTo>
                <a:lnTo>
                  <a:pt x="1138234" y="445173"/>
                </a:lnTo>
                <a:close/>
                <a:moveTo>
                  <a:pt x="1137868" y="442800"/>
                </a:moveTo>
                <a:lnTo>
                  <a:pt x="1137727" y="443127"/>
                </a:lnTo>
                <a:lnTo>
                  <a:pt x="1138413" y="443859"/>
                </a:lnTo>
                <a:close/>
                <a:moveTo>
                  <a:pt x="1141756" y="433778"/>
                </a:moveTo>
                <a:lnTo>
                  <a:pt x="1138052" y="442373"/>
                </a:lnTo>
                <a:lnTo>
                  <a:pt x="1139312" y="444821"/>
                </a:lnTo>
                <a:lnTo>
                  <a:pt x="1141197" y="446835"/>
                </a:lnTo>
                <a:lnTo>
                  <a:pt x="1145470" y="440196"/>
                </a:lnTo>
                <a:close/>
                <a:moveTo>
                  <a:pt x="1143899" y="428807"/>
                </a:moveTo>
                <a:lnTo>
                  <a:pt x="1141875" y="433504"/>
                </a:lnTo>
                <a:lnTo>
                  <a:pt x="1145615" y="439970"/>
                </a:lnTo>
                <a:lnTo>
                  <a:pt x="1147694" y="436740"/>
                </a:lnTo>
                <a:lnTo>
                  <a:pt x="1146702" y="433680"/>
                </a:lnTo>
                <a:close/>
                <a:moveTo>
                  <a:pt x="1144598" y="427185"/>
                </a:moveTo>
                <a:lnTo>
                  <a:pt x="1144557" y="427279"/>
                </a:lnTo>
                <a:lnTo>
                  <a:pt x="1144649" y="427343"/>
                </a:lnTo>
                <a:close/>
                <a:moveTo>
                  <a:pt x="505095" y="1859086"/>
                </a:moveTo>
                <a:lnTo>
                  <a:pt x="505167" y="1859269"/>
                </a:lnTo>
                <a:lnTo>
                  <a:pt x="509518" y="1859042"/>
                </a:lnTo>
                <a:lnTo>
                  <a:pt x="508878" y="1858730"/>
                </a:lnTo>
                <a:close/>
                <a:moveTo>
                  <a:pt x="1109324" y="506089"/>
                </a:moveTo>
                <a:lnTo>
                  <a:pt x="1109352" y="506134"/>
                </a:lnTo>
                <a:lnTo>
                  <a:pt x="1109372" y="506046"/>
                </a:lnTo>
                <a:close/>
                <a:moveTo>
                  <a:pt x="1146102" y="423695"/>
                </a:moveTo>
                <a:lnTo>
                  <a:pt x="1144792" y="426735"/>
                </a:lnTo>
                <a:lnTo>
                  <a:pt x="1145106" y="427661"/>
                </a:lnTo>
                <a:lnTo>
                  <a:pt x="1147542" y="429357"/>
                </a:lnTo>
                <a:lnTo>
                  <a:pt x="1147540" y="429330"/>
                </a:lnTo>
                <a:lnTo>
                  <a:pt x="1146161" y="423593"/>
                </a:lnTo>
                <a:close/>
                <a:moveTo>
                  <a:pt x="484022" y="1905723"/>
                </a:moveTo>
                <a:lnTo>
                  <a:pt x="484212" y="1907715"/>
                </a:lnTo>
                <a:lnTo>
                  <a:pt x="489955" y="1908771"/>
                </a:lnTo>
                <a:lnTo>
                  <a:pt x="489575" y="1907551"/>
                </a:lnTo>
                <a:lnTo>
                  <a:pt x="484860" y="1905694"/>
                </a:lnTo>
                <a:close/>
                <a:moveTo>
                  <a:pt x="508436" y="1850862"/>
                </a:moveTo>
                <a:lnTo>
                  <a:pt x="508997" y="1851086"/>
                </a:lnTo>
                <a:lnTo>
                  <a:pt x="509039" y="1851077"/>
                </a:lnTo>
                <a:lnTo>
                  <a:pt x="508493" y="1850741"/>
                </a:lnTo>
                <a:close/>
                <a:moveTo>
                  <a:pt x="1108244" y="507772"/>
                </a:moveTo>
                <a:lnTo>
                  <a:pt x="1108552" y="508858"/>
                </a:lnTo>
                <a:lnTo>
                  <a:pt x="1108681" y="509015"/>
                </a:lnTo>
                <a:lnTo>
                  <a:pt x="1108778" y="508600"/>
                </a:lnTo>
                <a:close/>
                <a:moveTo>
                  <a:pt x="508258" y="1851245"/>
                </a:moveTo>
                <a:lnTo>
                  <a:pt x="508485" y="1851196"/>
                </a:lnTo>
                <a:lnTo>
                  <a:pt x="508313" y="1851128"/>
                </a:lnTo>
                <a:close/>
                <a:moveTo>
                  <a:pt x="467496" y="1942329"/>
                </a:moveTo>
                <a:lnTo>
                  <a:pt x="472613" y="1943393"/>
                </a:lnTo>
                <a:lnTo>
                  <a:pt x="487595" y="1944100"/>
                </a:lnTo>
                <a:lnTo>
                  <a:pt x="486952" y="1938226"/>
                </a:lnTo>
                <a:lnTo>
                  <a:pt x="486882" y="1938241"/>
                </a:lnTo>
                <a:close/>
                <a:moveTo>
                  <a:pt x="483986" y="1905350"/>
                </a:moveTo>
                <a:lnTo>
                  <a:pt x="484014" y="1905643"/>
                </a:lnTo>
                <a:lnTo>
                  <a:pt x="484672" y="1905620"/>
                </a:lnTo>
                <a:close/>
                <a:moveTo>
                  <a:pt x="504878" y="1858523"/>
                </a:moveTo>
                <a:lnTo>
                  <a:pt x="505011" y="1858867"/>
                </a:lnTo>
                <a:lnTo>
                  <a:pt x="508486" y="1858539"/>
                </a:lnTo>
                <a:lnTo>
                  <a:pt x="506292" y="1857473"/>
                </a:lnTo>
                <a:lnTo>
                  <a:pt x="505424" y="1857348"/>
                </a:lnTo>
                <a:close/>
                <a:moveTo>
                  <a:pt x="504515" y="1859304"/>
                </a:moveTo>
                <a:lnTo>
                  <a:pt x="504820" y="1859288"/>
                </a:lnTo>
                <a:lnTo>
                  <a:pt x="504755" y="1859119"/>
                </a:lnTo>
                <a:lnTo>
                  <a:pt x="504594" y="1859134"/>
                </a:lnTo>
                <a:close/>
                <a:moveTo>
                  <a:pt x="1151450" y="410561"/>
                </a:moveTo>
                <a:lnTo>
                  <a:pt x="1151824" y="411179"/>
                </a:lnTo>
                <a:lnTo>
                  <a:pt x="1151883" y="411078"/>
                </a:lnTo>
                <a:close/>
                <a:moveTo>
                  <a:pt x="490262" y="1890716"/>
                </a:moveTo>
                <a:lnTo>
                  <a:pt x="491977" y="1891750"/>
                </a:lnTo>
                <a:lnTo>
                  <a:pt x="491452" y="1890650"/>
                </a:lnTo>
                <a:lnTo>
                  <a:pt x="491133" y="1890660"/>
                </a:lnTo>
                <a:close/>
                <a:moveTo>
                  <a:pt x="448326" y="1984373"/>
                </a:moveTo>
                <a:lnTo>
                  <a:pt x="448207" y="1987327"/>
                </a:lnTo>
                <a:lnTo>
                  <a:pt x="450750" y="1987609"/>
                </a:lnTo>
                <a:lnTo>
                  <a:pt x="451398" y="1983914"/>
                </a:lnTo>
                <a:close/>
                <a:moveTo>
                  <a:pt x="495533" y="1878639"/>
                </a:moveTo>
                <a:lnTo>
                  <a:pt x="502818" y="1881451"/>
                </a:lnTo>
                <a:lnTo>
                  <a:pt x="502746" y="1880664"/>
                </a:lnTo>
                <a:lnTo>
                  <a:pt x="495872" y="1877910"/>
                </a:lnTo>
                <a:close/>
                <a:moveTo>
                  <a:pt x="472153" y="1930986"/>
                </a:moveTo>
                <a:lnTo>
                  <a:pt x="486325" y="1932482"/>
                </a:lnTo>
                <a:lnTo>
                  <a:pt x="486024" y="1929723"/>
                </a:lnTo>
                <a:lnTo>
                  <a:pt x="481835" y="1929639"/>
                </a:lnTo>
                <a:close/>
                <a:moveTo>
                  <a:pt x="1149087" y="415127"/>
                </a:moveTo>
                <a:lnTo>
                  <a:pt x="1149090" y="415140"/>
                </a:lnTo>
                <a:lnTo>
                  <a:pt x="1149115" y="415159"/>
                </a:lnTo>
                <a:close/>
                <a:moveTo>
                  <a:pt x="494445" y="1880981"/>
                </a:moveTo>
                <a:lnTo>
                  <a:pt x="502930" y="1882677"/>
                </a:lnTo>
                <a:lnTo>
                  <a:pt x="502887" y="1882204"/>
                </a:lnTo>
                <a:lnTo>
                  <a:pt x="501508" y="1881672"/>
                </a:lnTo>
                <a:lnTo>
                  <a:pt x="495286" y="1879170"/>
                </a:lnTo>
                <a:close/>
                <a:moveTo>
                  <a:pt x="492355" y="1885480"/>
                </a:moveTo>
                <a:lnTo>
                  <a:pt x="503155" y="1885132"/>
                </a:lnTo>
                <a:lnTo>
                  <a:pt x="502962" y="1883026"/>
                </a:lnTo>
                <a:lnTo>
                  <a:pt x="494299" y="1881294"/>
                </a:lnTo>
                <a:close/>
                <a:moveTo>
                  <a:pt x="454383" y="1970197"/>
                </a:moveTo>
                <a:lnTo>
                  <a:pt x="453327" y="1975772"/>
                </a:lnTo>
                <a:lnTo>
                  <a:pt x="474636" y="1978662"/>
                </a:lnTo>
                <a:lnTo>
                  <a:pt x="495057" y="1975610"/>
                </a:lnTo>
                <a:lnTo>
                  <a:pt x="492499" y="1974728"/>
                </a:lnTo>
                <a:lnTo>
                  <a:pt x="468746" y="1972073"/>
                </a:lnTo>
                <a:lnTo>
                  <a:pt x="468544" y="1971874"/>
                </a:lnTo>
                <a:lnTo>
                  <a:pt x="487955" y="1974043"/>
                </a:lnTo>
                <a:lnTo>
                  <a:pt x="491502" y="1974384"/>
                </a:lnTo>
                <a:lnTo>
                  <a:pt x="476410" y="1969180"/>
                </a:lnTo>
                <a:lnTo>
                  <a:pt x="473580" y="1969125"/>
                </a:lnTo>
                <a:lnTo>
                  <a:pt x="469693" y="1970953"/>
                </a:lnTo>
                <a:lnTo>
                  <a:pt x="469381" y="1970850"/>
                </a:lnTo>
                <a:lnTo>
                  <a:pt x="473067" y="1969116"/>
                </a:lnTo>
                <a:lnTo>
                  <a:pt x="470528" y="1969067"/>
                </a:lnTo>
                <a:lnTo>
                  <a:pt x="454566" y="1973875"/>
                </a:lnTo>
                <a:lnTo>
                  <a:pt x="454254" y="1973716"/>
                </a:lnTo>
                <a:lnTo>
                  <a:pt x="469742" y="1969052"/>
                </a:lnTo>
                <a:lnTo>
                  <a:pt x="463682" y="1968936"/>
                </a:lnTo>
                <a:close/>
                <a:moveTo>
                  <a:pt x="481091" y="1910121"/>
                </a:moveTo>
                <a:lnTo>
                  <a:pt x="477897" y="1917288"/>
                </a:lnTo>
                <a:lnTo>
                  <a:pt x="484785" y="1916972"/>
                </a:lnTo>
                <a:lnTo>
                  <a:pt x="484111" y="1909929"/>
                </a:lnTo>
                <a:lnTo>
                  <a:pt x="483830" y="1909856"/>
                </a:lnTo>
                <a:close/>
                <a:moveTo>
                  <a:pt x="481458" y="1909295"/>
                </a:moveTo>
                <a:lnTo>
                  <a:pt x="481201" y="1909873"/>
                </a:lnTo>
                <a:lnTo>
                  <a:pt x="483049" y="1909669"/>
                </a:lnTo>
                <a:close/>
                <a:moveTo>
                  <a:pt x="482031" y="1908009"/>
                </a:moveTo>
                <a:lnTo>
                  <a:pt x="481478" y="1909252"/>
                </a:lnTo>
                <a:lnTo>
                  <a:pt x="483084" y="1909665"/>
                </a:lnTo>
                <a:lnTo>
                  <a:pt x="484076" y="1909555"/>
                </a:lnTo>
                <a:lnTo>
                  <a:pt x="483964" y="1908391"/>
                </a:lnTo>
                <a:close/>
                <a:moveTo>
                  <a:pt x="483035" y="1905757"/>
                </a:moveTo>
                <a:lnTo>
                  <a:pt x="482317" y="1907367"/>
                </a:lnTo>
                <a:lnTo>
                  <a:pt x="483894" y="1907657"/>
                </a:lnTo>
                <a:lnTo>
                  <a:pt x="483710" y="1905734"/>
                </a:lnTo>
                <a:close/>
                <a:moveTo>
                  <a:pt x="483331" y="1905093"/>
                </a:moveTo>
                <a:lnTo>
                  <a:pt x="483071" y="1905676"/>
                </a:lnTo>
                <a:lnTo>
                  <a:pt x="483702" y="1905654"/>
                </a:lnTo>
                <a:lnTo>
                  <a:pt x="483661" y="1905223"/>
                </a:lnTo>
                <a:close/>
                <a:moveTo>
                  <a:pt x="451349" y="1976608"/>
                </a:moveTo>
                <a:lnTo>
                  <a:pt x="452556" y="1977305"/>
                </a:lnTo>
                <a:lnTo>
                  <a:pt x="452646" y="1976784"/>
                </a:lnTo>
                <a:close/>
                <a:moveTo>
                  <a:pt x="454655" y="1968762"/>
                </a:moveTo>
                <a:lnTo>
                  <a:pt x="454443" y="1969879"/>
                </a:lnTo>
                <a:lnTo>
                  <a:pt x="461682" y="1968897"/>
                </a:lnTo>
                <a:close/>
                <a:moveTo>
                  <a:pt x="504364" y="1857194"/>
                </a:moveTo>
                <a:lnTo>
                  <a:pt x="504629" y="1857880"/>
                </a:lnTo>
                <a:lnTo>
                  <a:pt x="504909" y="1857273"/>
                </a:lnTo>
                <a:close/>
                <a:moveTo>
                  <a:pt x="506934" y="1850263"/>
                </a:moveTo>
                <a:lnTo>
                  <a:pt x="507959" y="1850672"/>
                </a:lnTo>
                <a:lnTo>
                  <a:pt x="508053" y="1850471"/>
                </a:lnTo>
                <a:lnTo>
                  <a:pt x="507453" y="1850102"/>
                </a:lnTo>
                <a:close/>
                <a:moveTo>
                  <a:pt x="1177125" y="349310"/>
                </a:moveTo>
                <a:lnTo>
                  <a:pt x="1186896" y="358954"/>
                </a:lnTo>
                <a:lnTo>
                  <a:pt x="1187182" y="358571"/>
                </a:lnTo>
                <a:lnTo>
                  <a:pt x="1186256" y="347465"/>
                </a:lnTo>
                <a:lnTo>
                  <a:pt x="1182967" y="342794"/>
                </a:lnTo>
                <a:lnTo>
                  <a:pt x="1177148" y="349284"/>
                </a:lnTo>
                <a:close/>
                <a:moveTo>
                  <a:pt x="1165810" y="374221"/>
                </a:moveTo>
                <a:lnTo>
                  <a:pt x="1167603" y="378011"/>
                </a:lnTo>
                <a:lnTo>
                  <a:pt x="1167374" y="375977"/>
                </a:lnTo>
                <a:close/>
                <a:moveTo>
                  <a:pt x="448483" y="1980444"/>
                </a:moveTo>
                <a:lnTo>
                  <a:pt x="448397" y="1982584"/>
                </a:lnTo>
                <a:lnTo>
                  <a:pt x="451718" y="1982087"/>
                </a:lnTo>
                <a:lnTo>
                  <a:pt x="451775" y="1981760"/>
                </a:lnTo>
                <a:lnTo>
                  <a:pt x="448493" y="1980447"/>
                </a:lnTo>
                <a:close/>
                <a:moveTo>
                  <a:pt x="456861" y="1961683"/>
                </a:moveTo>
                <a:lnTo>
                  <a:pt x="473165" y="1967306"/>
                </a:lnTo>
                <a:lnTo>
                  <a:pt x="477882" y="1966600"/>
                </a:lnTo>
                <a:lnTo>
                  <a:pt x="479263" y="1966184"/>
                </a:lnTo>
                <a:lnTo>
                  <a:pt x="479376" y="1966149"/>
                </a:lnTo>
                <a:lnTo>
                  <a:pt x="491361" y="1960512"/>
                </a:lnTo>
                <a:lnTo>
                  <a:pt x="487063" y="1960367"/>
                </a:lnTo>
                <a:lnTo>
                  <a:pt x="486723" y="1960080"/>
                </a:lnTo>
                <a:lnTo>
                  <a:pt x="491899" y="1960255"/>
                </a:lnTo>
                <a:lnTo>
                  <a:pt x="493598" y="1959427"/>
                </a:lnTo>
                <a:lnTo>
                  <a:pt x="488429" y="1956941"/>
                </a:lnTo>
                <a:lnTo>
                  <a:pt x="467060" y="1960666"/>
                </a:lnTo>
                <a:close/>
                <a:moveTo>
                  <a:pt x="506398" y="1850429"/>
                </a:moveTo>
                <a:lnTo>
                  <a:pt x="507740" y="1851146"/>
                </a:lnTo>
                <a:lnTo>
                  <a:pt x="507837" y="1850938"/>
                </a:lnTo>
                <a:lnTo>
                  <a:pt x="506490" y="1850400"/>
                </a:lnTo>
                <a:close/>
                <a:moveTo>
                  <a:pt x="1127966" y="458382"/>
                </a:moveTo>
                <a:lnTo>
                  <a:pt x="1128095" y="458959"/>
                </a:lnTo>
                <a:lnTo>
                  <a:pt x="1128220" y="458855"/>
                </a:lnTo>
                <a:lnTo>
                  <a:pt x="1128295" y="458681"/>
                </a:lnTo>
                <a:close/>
                <a:moveTo>
                  <a:pt x="503311" y="1857043"/>
                </a:moveTo>
                <a:lnTo>
                  <a:pt x="503340" y="1858628"/>
                </a:lnTo>
                <a:lnTo>
                  <a:pt x="503921" y="1858970"/>
                </a:lnTo>
                <a:lnTo>
                  <a:pt x="504135" y="1858950"/>
                </a:lnTo>
                <a:lnTo>
                  <a:pt x="504437" y="1858295"/>
                </a:lnTo>
                <a:lnTo>
                  <a:pt x="503991" y="1857141"/>
                </a:lnTo>
                <a:close/>
                <a:moveTo>
                  <a:pt x="493877" y="1877999"/>
                </a:moveTo>
                <a:lnTo>
                  <a:pt x="495112" y="1878476"/>
                </a:lnTo>
                <a:lnTo>
                  <a:pt x="495441" y="1877764"/>
                </a:lnTo>
                <a:close/>
                <a:moveTo>
                  <a:pt x="1129478" y="454653"/>
                </a:moveTo>
                <a:lnTo>
                  <a:pt x="1129766" y="455266"/>
                </a:lnTo>
                <a:lnTo>
                  <a:pt x="1129847" y="455079"/>
                </a:lnTo>
                <a:close/>
                <a:moveTo>
                  <a:pt x="455959" y="1961879"/>
                </a:moveTo>
                <a:lnTo>
                  <a:pt x="454826" y="1967857"/>
                </a:lnTo>
                <a:lnTo>
                  <a:pt x="467551" y="1968101"/>
                </a:lnTo>
                <a:lnTo>
                  <a:pt x="470698" y="1967675"/>
                </a:lnTo>
                <a:lnTo>
                  <a:pt x="471659" y="1967531"/>
                </a:lnTo>
                <a:close/>
                <a:moveTo>
                  <a:pt x="1126255" y="460883"/>
                </a:moveTo>
                <a:lnTo>
                  <a:pt x="1126807" y="462191"/>
                </a:lnTo>
                <a:lnTo>
                  <a:pt x="1126841" y="462055"/>
                </a:lnTo>
                <a:lnTo>
                  <a:pt x="1127372" y="460826"/>
                </a:lnTo>
                <a:lnTo>
                  <a:pt x="1127249" y="460055"/>
                </a:lnTo>
                <a:close/>
                <a:moveTo>
                  <a:pt x="464310" y="1943001"/>
                </a:moveTo>
                <a:lnTo>
                  <a:pt x="470107" y="1943275"/>
                </a:lnTo>
                <a:lnTo>
                  <a:pt x="466534" y="1942532"/>
                </a:lnTo>
                <a:close/>
                <a:moveTo>
                  <a:pt x="1129967" y="452074"/>
                </a:moveTo>
                <a:lnTo>
                  <a:pt x="1130193" y="454277"/>
                </a:lnTo>
                <a:lnTo>
                  <a:pt x="1130719" y="453055"/>
                </a:lnTo>
                <a:close/>
                <a:moveTo>
                  <a:pt x="475353" y="1917707"/>
                </a:moveTo>
                <a:lnTo>
                  <a:pt x="478165" y="1918950"/>
                </a:lnTo>
                <a:lnTo>
                  <a:pt x="485041" y="1919649"/>
                </a:lnTo>
                <a:lnTo>
                  <a:pt x="484814" y="1917271"/>
                </a:lnTo>
                <a:lnTo>
                  <a:pt x="477760" y="1917596"/>
                </a:lnTo>
                <a:lnTo>
                  <a:pt x="477330" y="1918562"/>
                </a:lnTo>
                <a:lnTo>
                  <a:pt x="477242" y="1918314"/>
                </a:lnTo>
                <a:lnTo>
                  <a:pt x="477558" y="1917605"/>
                </a:lnTo>
                <a:close/>
                <a:moveTo>
                  <a:pt x="489607" y="1885535"/>
                </a:moveTo>
                <a:lnTo>
                  <a:pt x="489623" y="1885567"/>
                </a:lnTo>
                <a:lnTo>
                  <a:pt x="489682" y="1885566"/>
                </a:lnTo>
                <a:close/>
                <a:moveTo>
                  <a:pt x="1108134" y="500129"/>
                </a:moveTo>
                <a:lnTo>
                  <a:pt x="1108577" y="501362"/>
                </a:lnTo>
                <a:lnTo>
                  <a:pt x="1108921" y="501099"/>
                </a:lnTo>
                <a:lnTo>
                  <a:pt x="1108880" y="500976"/>
                </a:lnTo>
                <a:lnTo>
                  <a:pt x="1108241" y="499958"/>
                </a:lnTo>
                <a:close/>
                <a:moveTo>
                  <a:pt x="1165027" y="372567"/>
                </a:moveTo>
                <a:lnTo>
                  <a:pt x="1165390" y="373335"/>
                </a:lnTo>
                <a:lnTo>
                  <a:pt x="1167320" y="375501"/>
                </a:lnTo>
                <a:lnTo>
                  <a:pt x="1166800" y="370895"/>
                </a:lnTo>
                <a:close/>
                <a:moveTo>
                  <a:pt x="1125013" y="461920"/>
                </a:moveTo>
                <a:lnTo>
                  <a:pt x="1126023" y="463848"/>
                </a:lnTo>
                <a:lnTo>
                  <a:pt x="1126253" y="463672"/>
                </a:lnTo>
                <a:lnTo>
                  <a:pt x="1125383" y="461611"/>
                </a:lnTo>
                <a:close/>
                <a:moveTo>
                  <a:pt x="1135552" y="438301"/>
                </a:moveTo>
                <a:lnTo>
                  <a:pt x="1136295" y="440120"/>
                </a:lnTo>
                <a:lnTo>
                  <a:pt x="1136383" y="439916"/>
                </a:lnTo>
                <a:close/>
                <a:moveTo>
                  <a:pt x="448652" y="1976243"/>
                </a:moveTo>
                <a:lnTo>
                  <a:pt x="448558" y="1978585"/>
                </a:lnTo>
                <a:lnTo>
                  <a:pt x="452084" y="1979995"/>
                </a:lnTo>
                <a:lnTo>
                  <a:pt x="452424" y="1978054"/>
                </a:lnTo>
                <a:lnTo>
                  <a:pt x="449484" y="1976356"/>
                </a:lnTo>
                <a:close/>
                <a:moveTo>
                  <a:pt x="1106945" y="502033"/>
                </a:moveTo>
                <a:lnTo>
                  <a:pt x="1106882" y="502304"/>
                </a:lnTo>
                <a:lnTo>
                  <a:pt x="1107034" y="502539"/>
                </a:lnTo>
                <a:lnTo>
                  <a:pt x="1108277" y="501591"/>
                </a:lnTo>
                <a:lnTo>
                  <a:pt x="1107892" y="500516"/>
                </a:lnTo>
                <a:close/>
                <a:moveTo>
                  <a:pt x="1121186" y="469423"/>
                </a:moveTo>
                <a:lnTo>
                  <a:pt x="1122888" y="475293"/>
                </a:lnTo>
                <a:lnTo>
                  <a:pt x="1123931" y="473671"/>
                </a:lnTo>
                <a:lnTo>
                  <a:pt x="1125909" y="465776"/>
                </a:lnTo>
                <a:lnTo>
                  <a:pt x="1121529" y="469119"/>
                </a:lnTo>
                <a:close/>
                <a:moveTo>
                  <a:pt x="1163997" y="373538"/>
                </a:moveTo>
                <a:lnTo>
                  <a:pt x="1165347" y="389709"/>
                </a:lnTo>
                <a:lnTo>
                  <a:pt x="1168417" y="385220"/>
                </a:lnTo>
                <a:lnTo>
                  <a:pt x="1167685" y="378731"/>
                </a:lnTo>
                <a:lnTo>
                  <a:pt x="1165256" y="373599"/>
                </a:lnTo>
                <a:lnTo>
                  <a:pt x="1164651" y="372922"/>
                </a:lnTo>
                <a:close/>
                <a:moveTo>
                  <a:pt x="1133913" y="440554"/>
                </a:moveTo>
                <a:lnTo>
                  <a:pt x="1134779" y="443639"/>
                </a:lnTo>
                <a:lnTo>
                  <a:pt x="1135416" y="442161"/>
                </a:lnTo>
                <a:close/>
                <a:moveTo>
                  <a:pt x="1107531" y="499512"/>
                </a:moveTo>
                <a:lnTo>
                  <a:pt x="1107413" y="500019"/>
                </a:lnTo>
                <a:lnTo>
                  <a:pt x="1107604" y="499714"/>
                </a:lnTo>
                <a:close/>
                <a:moveTo>
                  <a:pt x="1110885" y="491425"/>
                </a:moveTo>
                <a:lnTo>
                  <a:pt x="1110817" y="491586"/>
                </a:lnTo>
                <a:lnTo>
                  <a:pt x="1111666" y="493209"/>
                </a:lnTo>
                <a:lnTo>
                  <a:pt x="1111836" y="492937"/>
                </a:lnTo>
                <a:close/>
                <a:moveTo>
                  <a:pt x="488454" y="1885060"/>
                </a:moveTo>
                <a:lnTo>
                  <a:pt x="488585" y="1885601"/>
                </a:lnTo>
                <a:lnTo>
                  <a:pt x="489040" y="1885586"/>
                </a:lnTo>
                <a:lnTo>
                  <a:pt x="488871" y="1885232"/>
                </a:lnTo>
                <a:close/>
                <a:moveTo>
                  <a:pt x="1111939" y="488924"/>
                </a:moveTo>
                <a:lnTo>
                  <a:pt x="1111580" y="489775"/>
                </a:lnTo>
                <a:lnTo>
                  <a:pt x="1112622" y="491432"/>
                </a:lnTo>
                <a:lnTo>
                  <a:pt x="1112742" y="489639"/>
                </a:lnTo>
                <a:close/>
                <a:moveTo>
                  <a:pt x="1112951" y="486520"/>
                </a:moveTo>
                <a:lnTo>
                  <a:pt x="1112244" y="488199"/>
                </a:lnTo>
                <a:lnTo>
                  <a:pt x="1112805" y="488698"/>
                </a:lnTo>
                <a:close/>
                <a:moveTo>
                  <a:pt x="462170" y="1943453"/>
                </a:moveTo>
                <a:lnTo>
                  <a:pt x="471326" y="1947837"/>
                </a:lnTo>
                <a:lnTo>
                  <a:pt x="483635" y="1949815"/>
                </a:lnTo>
                <a:lnTo>
                  <a:pt x="485901" y="1950012"/>
                </a:lnTo>
                <a:lnTo>
                  <a:pt x="487615" y="1949298"/>
                </a:lnTo>
                <a:lnTo>
                  <a:pt x="488138" y="1949072"/>
                </a:lnTo>
                <a:lnTo>
                  <a:pt x="487909" y="1946978"/>
                </a:lnTo>
                <a:lnTo>
                  <a:pt x="473833" y="1944050"/>
                </a:lnTo>
                <a:lnTo>
                  <a:pt x="469525" y="1943847"/>
                </a:lnTo>
                <a:lnTo>
                  <a:pt x="462370" y="1943411"/>
                </a:lnTo>
                <a:close/>
                <a:moveTo>
                  <a:pt x="1163873" y="372048"/>
                </a:moveTo>
                <a:lnTo>
                  <a:pt x="1163961" y="373111"/>
                </a:lnTo>
                <a:lnTo>
                  <a:pt x="1164428" y="372671"/>
                </a:lnTo>
                <a:close/>
                <a:moveTo>
                  <a:pt x="457523" y="1953623"/>
                </a:moveTo>
                <a:lnTo>
                  <a:pt x="456402" y="1959541"/>
                </a:lnTo>
                <a:lnTo>
                  <a:pt x="483879" y="1954752"/>
                </a:lnTo>
                <a:lnTo>
                  <a:pt x="482162" y="1953926"/>
                </a:lnTo>
                <a:lnTo>
                  <a:pt x="477125" y="1953864"/>
                </a:lnTo>
                <a:lnTo>
                  <a:pt x="469861" y="1956895"/>
                </a:lnTo>
                <a:lnTo>
                  <a:pt x="469589" y="1956819"/>
                </a:lnTo>
                <a:lnTo>
                  <a:pt x="476683" y="1953859"/>
                </a:lnTo>
                <a:close/>
                <a:moveTo>
                  <a:pt x="1157907" y="385185"/>
                </a:moveTo>
                <a:lnTo>
                  <a:pt x="1161911" y="394729"/>
                </a:lnTo>
                <a:lnTo>
                  <a:pt x="1162163" y="394360"/>
                </a:lnTo>
                <a:lnTo>
                  <a:pt x="1161638" y="392434"/>
                </a:lnTo>
                <a:close/>
                <a:moveTo>
                  <a:pt x="1126975" y="453944"/>
                </a:moveTo>
                <a:lnTo>
                  <a:pt x="1127323" y="455503"/>
                </a:lnTo>
                <a:lnTo>
                  <a:pt x="1129006" y="457031"/>
                </a:lnTo>
                <a:lnTo>
                  <a:pt x="1129023" y="456992"/>
                </a:lnTo>
                <a:close/>
                <a:moveTo>
                  <a:pt x="500283" y="1856606"/>
                </a:moveTo>
                <a:lnTo>
                  <a:pt x="500393" y="1856894"/>
                </a:lnTo>
                <a:lnTo>
                  <a:pt x="500582" y="1857005"/>
                </a:lnTo>
                <a:lnTo>
                  <a:pt x="500549" y="1856644"/>
                </a:lnTo>
                <a:close/>
                <a:moveTo>
                  <a:pt x="488104" y="1883624"/>
                </a:moveTo>
                <a:lnTo>
                  <a:pt x="488395" y="1884817"/>
                </a:lnTo>
                <a:lnTo>
                  <a:pt x="488744" y="1884966"/>
                </a:lnTo>
                <a:close/>
                <a:moveTo>
                  <a:pt x="462330" y="1941254"/>
                </a:moveTo>
                <a:lnTo>
                  <a:pt x="466941" y="1942213"/>
                </a:lnTo>
                <a:lnTo>
                  <a:pt x="486898" y="1937723"/>
                </a:lnTo>
                <a:lnTo>
                  <a:pt x="486846" y="1937249"/>
                </a:lnTo>
                <a:lnTo>
                  <a:pt x="472034" y="1939750"/>
                </a:lnTo>
                <a:close/>
                <a:moveTo>
                  <a:pt x="1163734" y="370386"/>
                </a:moveTo>
                <a:lnTo>
                  <a:pt x="1163835" y="371589"/>
                </a:lnTo>
                <a:lnTo>
                  <a:pt x="1164629" y="372482"/>
                </a:lnTo>
                <a:lnTo>
                  <a:pt x="1164697" y="372418"/>
                </a:lnTo>
                <a:close/>
                <a:moveTo>
                  <a:pt x="448865" y="1970945"/>
                </a:moveTo>
                <a:lnTo>
                  <a:pt x="448699" y="1975077"/>
                </a:lnTo>
                <a:lnTo>
                  <a:pt x="448850" y="1975165"/>
                </a:lnTo>
                <a:lnTo>
                  <a:pt x="452836" y="1975705"/>
                </a:lnTo>
                <a:lnTo>
                  <a:pt x="452947" y="1975070"/>
                </a:lnTo>
                <a:lnTo>
                  <a:pt x="453857" y="1970268"/>
                </a:lnTo>
                <a:close/>
                <a:moveTo>
                  <a:pt x="471469" y="1920262"/>
                </a:moveTo>
                <a:lnTo>
                  <a:pt x="477718" y="1923139"/>
                </a:lnTo>
                <a:lnTo>
                  <a:pt x="485715" y="1926691"/>
                </a:lnTo>
                <a:lnTo>
                  <a:pt x="485353" y="1922905"/>
                </a:lnTo>
                <a:close/>
                <a:moveTo>
                  <a:pt x="458235" y="1949860"/>
                </a:moveTo>
                <a:lnTo>
                  <a:pt x="457583" y="1953301"/>
                </a:lnTo>
                <a:lnTo>
                  <a:pt x="460228" y="1953333"/>
                </a:lnTo>
                <a:lnTo>
                  <a:pt x="478006" y="1953306"/>
                </a:lnTo>
                <a:lnTo>
                  <a:pt x="479051" y="1952871"/>
                </a:lnTo>
                <a:lnTo>
                  <a:pt x="463319" y="1950161"/>
                </a:lnTo>
                <a:close/>
                <a:moveTo>
                  <a:pt x="499781" y="1856533"/>
                </a:moveTo>
                <a:lnTo>
                  <a:pt x="499889" y="1856597"/>
                </a:lnTo>
                <a:lnTo>
                  <a:pt x="499870" y="1856546"/>
                </a:lnTo>
                <a:close/>
                <a:moveTo>
                  <a:pt x="1109980" y="489984"/>
                </a:moveTo>
                <a:lnTo>
                  <a:pt x="1110685" y="491332"/>
                </a:lnTo>
                <a:lnTo>
                  <a:pt x="1110742" y="491195"/>
                </a:lnTo>
                <a:close/>
                <a:moveTo>
                  <a:pt x="1149661" y="401041"/>
                </a:moveTo>
                <a:lnTo>
                  <a:pt x="1150525" y="408879"/>
                </a:lnTo>
                <a:lnTo>
                  <a:pt x="1152081" y="410737"/>
                </a:lnTo>
                <a:lnTo>
                  <a:pt x="1155209" y="405360"/>
                </a:lnTo>
                <a:close/>
                <a:moveTo>
                  <a:pt x="490431" y="1876669"/>
                </a:moveTo>
                <a:lnTo>
                  <a:pt x="493424" y="1877824"/>
                </a:lnTo>
                <a:lnTo>
                  <a:pt x="495049" y="1877580"/>
                </a:lnTo>
                <a:lnTo>
                  <a:pt x="491992" y="1876355"/>
                </a:lnTo>
                <a:lnTo>
                  <a:pt x="491723" y="1876220"/>
                </a:lnTo>
                <a:close/>
                <a:moveTo>
                  <a:pt x="499949" y="1855105"/>
                </a:moveTo>
                <a:lnTo>
                  <a:pt x="500414" y="1855172"/>
                </a:lnTo>
                <a:lnTo>
                  <a:pt x="500395" y="1854964"/>
                </a:lnTo>
                <a:close/>
                <a:moveTo>
                  <a:pt x="1120181" y="465953"/>
                </a:moveTo>
                <a:lnTo>
                  <a:pt x="1120739" y="467879"/>
                </a:lnTo>
                <a:lnTo>
                  <a:pt x="1120895" y="467761"/>
                </a:lnTo>
                <a:lnTo>
                  <a:pt x="1121082" y="467332"/>
                </a:lnTo>
                <a:lnTo>
                  <a:pt x="1121223" y="467258"/>
                </a:lnTo>
                <a:lnTo>
                  <a:pt x="1121058" y="467636"/>
                </a:lnTo>
                <a:lnTo>
                  <a:pt x="1125265" y="464426"/>
                </a:lnTo>
                <a:lnTo>
                  <a:pt x="1124275" y="462536"/>
                </a:lnTo>
                <a:close/>
                <a:moveTo>
                  <a:pt x="448957" y="1968653"/>
                </a:moveTo>
                <a:lnTo>
                  <a:pt x="448877" y="1970634"/>
                </a:lnTo>
                <a:lnTo>
                  <a:pt x="453917" y="1969951"/>
                </a:lnTo>
                <a:lnTo>
                  <a:pt x="454144" y="1968752"/>
                </a:lnTo>
                <a:close/>
                <a:moveTo>
                  <a:pt x="1095724" y="519999"/>
                </a:moveTo>
                <a:lnTo>
                  <a:pt x="1095897" y="520810"/>
                </a:lnTo>
                <a:lnTo>
                  <a:pt x="1096164" y="519663"/>
                </a:lnTo>
                <a:lnTo>
                  <a:pt x="1096071" y="519443"/>
                </a:lnTo>
                <a:close/>
                <a:moveTo>
                  <a:pt x="1166437" y="361558"/>
                </a:moveTo>
                <a:lnTo>
                  <a:pt x="1167358" y="369910"/>
                </a:lnTo>
                <a:lnTo>
                  <a:pt x="1173083" y="364514"/>
                </a:lnTo>
                <a:lnTo>
                  <a:pt x="1173622" y="364467"/>
                </a:lnTo>
                <a:lnTo>
                  <a:pt x="1167404" y="370328"/>
                </a:lnTo>
                <a:lnTo>
                  <a:pt x="1168066" y="376339"/>
                </a:lnTo>
                <a:lnTo>
                  <a:pt x="1171703" y="380418"/>
                </a:lnTo>
                <a:lnTo>
                  <a:pt x="1180654" y="367336"/>
                </a:lnTo>
                <a:lnTo>
                  <a:pt x="1186493" y="359494"/>
                </a:lnTo>
                <a:lnTo>
                  <a:pt x="1176684" y="349815"/>
                </a:lnTo>
                <a:close/>
                <a:moveTo>
                  <a:pt x="499526" y="1854534"/>
                </a:moveTo>
                <a:lnTo>
                  <a:pt x="499577" y="1854685"/>
                </a:lnTo>
                <a:lnTo>
                  <a:pt x="499790" y="1854618"/>
                </a:lnTo>
                <a:close/>
                <a:moveTo>
                  <a:pt x="1126320" y="451012"/>
                </a:moveTo>
                <a:lnTo>
                  <a:pt x="1126380" y="451280"/>
                </a:lnTo>
                <a:lnTo>
                  <a:pt x="1128262" y="453736"/>
                </a:lnTo>
                <a:lnTo>
                  <a:pt x="1127863" y="452791"/>
                </a:lnTo>
                <a:close/>
                <a:moveTo>
                  <a:pt x="1094379" y="522152"/>
                </a:moveTo>
                <a:lnTo>
                  <a:pt x="1095528" y="522393"/>
                </a:lnTo>
                <a:lnTo>
                  <a:pt x="1095804" y="521207"/>
                </a:lnTo>
                <a:lnTo>
                  <a:pt x="1095603" y="520193"/>
                </a:lnTo>
                <a:close/>
                <a:moveTo>
                  <a:pt x="1109972" y="487174"/>
                </a:moveTo>
                <a:lnTo>
                  <a:pt x="1109971" y="487187"/>
                </a:lnTo>
                <a:lnTo>
                  <a:pt x="1110014" y="487284"/>
                </a:lnTo>
                <a:lnTo>
                  <a:pt x="1111436" y="489546"/>
                </a:lnTo>
                <a:lnTo>
                  <a:pt x="1111763" y="488769"/>
                </a:lnTo>
                <a:close/>
                <a:moveTo>
                  <a:pt x="1158327" y="378881"/>
                </a:moveTo>
                <a:lnTo>
                  <a:pt x="1159599" y="383310"/>
                </a:lnTo>
                <a:lnTo>
                  <a:pt x="1162799" y="389525"/>
                </a:lnTo>
                <a:lnTo>
                  <a:pt x="1163075" y="382018"/>
                </a:lnTo>
                <a:lnTo>
                  <a:pt x="1162486" y="374962"/>
                </a:lnTo>
                <a:close/>
                <a:moveTo>
                  <a:pt x="459336" y="1944050"/>
                </a:moveTo>
                <a:lnTo>
                  <a:pt x="458994" y="1945855"/>
                </a:lnTo>
                <a:lnTo>
                  <a:pt x="468590" y="1947397"/>
                </a:lnTo>
                <a:lnTo>
                  <a:pt x="460933" y="1943714"/>
                </a:lnTo>
                <a:close/>
                <a:moveTo>
                  <a:pt x="459490" y="1943234"/>
                </a:moveTo>
                <a:lnTo>
                  <a:pt x="459381" y="1943810"/>
                </a:lnTo>
                <a:lnTo>
                  <a:pt x="460600" y="1943553"/>
                </a:lnTo>
                <a:lnTo>
                  <a:pt x="460002" y="1943266"/>
                </a:lnTo>
                <a:close/>
                <a:moveTo>
                  <a:pt x="1157649" y="379520"/>
                </a:moveTo>
                <a:lnTo>
                  <a:pt x="1158641" y="381448"/>
                </a:lnTo>
                <a:lnTo>
                  <a:pt x="1158020" y="379171"/>
                </a:lnTo>
                <a:close/>
                <a:moveTo>
                  <a:pt x="1095391" y="518433"/>
                </a:moveTo>
                <a:lnTo>
                  <a:pt x="1095523" y="519055"/>
                </a:lnTo>
                <a:lnTo>
                  <a:pt x="1095754" y="518686"/>
                </a:lnTo>
                <a:lnTo>
                  <a:pt x="1095578" y="518268"/>
                </a:lnTo>
                <a:close/>
                <a:moveTo>
                  <a:pt x="459791" y="1941649"/>
                </a:moveTo>
                <a:lnTo>
                  <a:pt x="459676" y="1942258"/>
                </a:lnTo>
                <a:lnTo>
                  <a:pt x="460889" y="1942839"/>
                </a:lnTo>
                <a:lnTo>
                  <a:pt x="463419" y="1942959"/>
                </a:lnTo>
                <a:lnTo>
                  <a:pt x="465985" y="1942418"/>
                </a:lnTo>
                <a:lnTo>
                  <a:pt x="464190" y="1942044"/>
                </a:lnTo>
                <a:lnTo>
                  <a:pt x="461331" y="1941410"/>
                </a:lnTo>
                <a:close/>
                <a:moveTo>
                  <a:pt x="459897" y="1941091"/>
                </a:moveTo>
                <a:lnTo>
                  <a:pt x="459853" y="1941319"/>
                </a:lnTo>
                <a:lnTo>
                  <a:pt x="460462" y="1941216"/>
                </a:lnTo>
                <a:close/>
                <a:moveTo>
                  <a:pt x="487194" y="1879874"/>
                </a:moveTo>
                <a:lnTo>
                  <a:pt x="487489" y="1881089"/>
                </a:lnTo>
                <a:lnTo>
                  <a:pt x="489486" y="1885281"/>
                </a:lnTo>
                <a:lnTo>
                  <a:pt x="490123" y="1885551"/>
                </a:lnTo>
                <a:lnTo>
                  <a:pt x="491868" y="1885495"/>
                </a:lnTo>
                <a:lnTo>
                  <a:pt x="493851" y="1881205"/>
                </a:lnTo>
                <a:close/>
                <a:moveTo>
                  <a:pt x="1163298" y="365155"/>
                </a:moveTo>
                <a:lnTo>
                  <a:pt x="1163679" y="369719"/>
                </a:lnTo>
                <a:lnTo>
                  <a:pt x="1164876" y="372248"/>
                </a:lnTo>
                <a:lnTo>
                  <a:pt x="1166755" y="370478"/>
                </a:lnTo>
                <a:lnTo>
                  <a:pt x="1165826" y="362258"/>
                </a:lnTo>
                <a:close/>
                <a:moveTo>
                  <a:pt x="486990" y="1879035"/>
                </a:moveTo>
                <a:lnTo>
                  <a:pt x="487107" y="1879515"/>
                </a:lnTo>
                <a:lnTo>
                  <a:pt x="493995" y="1880891"/>
                </a:lnTo>
                <a:lnTo>
                  <a:pt x="494869" y="1879002"/>
                </a:lnTo>
                <a:lnTo>
                  <a:pt x="492783" y="1878163"/>
                </a:lnTo>
                <a:close/>
                <a:moveTo>
                  <a:pt x="503052" y="1843040"/>
                </a:moveTo>
                <a:lnTo>
                  <a:pt x="503065" y="1843768"/>
                </a:lnTo>
                <a:lnTo>
                  <a:pt x="504969" y="1844937"/>
                </a:lnTo>
                <a:lnTo>
                  <a:pt x="504969" y="1844938"/>
                </a:lnTo>
                <a:lnTo>
                  <a:pt x="505018" y="1844940"/>
                </a:lnTo>
                <a:lnTo>
                  <a:pt x="503651" y="1843075"/>
                </a:lnTo>
                <a:close/>
                <a:moveTo>
                  <a:pt x="469023" y="1919135"/>
                </a:moveTo>
                <a:lnTo>
                  <a:pt x="470566" y="1919846"/>
                </a:lnTo>
                <a:lnTo>
                  <a:pt x="479882" y="1921620"/>
                </a:lnTo>
                <a:lnTo>
                  <a:pt x="484377" y="1922414"/>
                </a:lnTo>
                <a:lnTo>
                  <a:pt x="479392" y="1920210"/>
                </a:lnTo>
                <a:close/>
                <a:moveTo>
                  <a:pt x="1113163" y="476530"/>
                </a:moveTo>
                <a:lnTo>
                  <a:pt x="1113587" y="477053"/>
                </a:lnTo>
                <a:lnTo>
                  <a:pt x="1113651" y="476097"/>
                </a:lnTo>
                <a:close/>
                <a:moveTo>
                  <a:pt x="1123195" y="454053"/>
                </a:moveTo>
                <a:lnTo>
                  <a:pt x="1124904" y="457686"/>
                </a:lnTo>
                <a:lnTo>
                  <a:pt x="1126133" y="460597"/>
                </a:lnTo>
                <a:lnTo>
                  <a:pt x="1127194" y="459711"/>
                </a:lnTo>
                <a:lnTo>
                  <a:pt x="1126817" y="457339"/>
                </a:lnTo>
                <a:close/>
                <a:moveTo>
                  <a:pt x="458741" y="1941811"/>
                </a:moveTo>
                <a:lnTo>
                  <a:pt x="459206" y="1942033"/>
                </a:lnTo>
                <a:lnTo>
                  <a:pt x="459263" y="1941730"/>
                </a:lnTo>
                <a:close/>
                <a:moveTo>
                  <a:pt x="1125062" y="449562"/>
                </a:moveTo>
                <a:lnTo>
                  <a:pt x="1125145" y="449670"/>
                </a:lnTo>
                <a:lnTo>
                  <a:pt x="1125141" y="449653"/>
                </a:lnTo>
                <a:close/>
                <a:moveTo>
                  <a:pt x="449206" y="1962446"/>
                </a:moveTo>
                <a:lnTo>
                  <a:pt x="448993" y="1967746"/>
                </a:lnTo>
                <a:lnTo>
                  <a:pt x="454315" y="1967848"/>
                </a:lnTo>
                <a:lnTo>
                  <a:pt x="455456" y="1961822"/>
                </a:lnTo>
                <a:close/>
                <a:moveTo>
                  <a:pt x="1093133" y="520433"/>
                </a:moveTo>
                <a:lnTo>
                  <a:pt x="1093392" y="521946"/>
                </a:lnTo>
                <a:lnTo>
                  <a:pt x="1093680" y="522007"/>
                </a:lnTo>
                <a:lnTo>
                  <a:pt x="1095412" y="519232"/>
                </a:lnTo>
                <a:lnTo>
                  <a:pt x="1095274" y="518536"/>
                </a:lnTo>
                <a:close/>
                <a:moveTo>
                  <a:pt x="1125565" y="447633"/>
                </a:moveTo>
                <a:lnTo>
                  <a:pt x="1126111" y="450074"/>
                </a:lnTo>
                <a:lnTo>
                  <a:pt x="1127290" y="451434"/>
                </a:lnTo>
                <a:lnTo>
                  <a:pt x="1126738" y="450128"/>
                </a:lnTo>
                <a:close/>
                <a:moveTo>
                  <a:pt x="1131907" y="433408"/>
                </a:moveTo>
                <a:lnTo>
                  <a:pt x="1133309" y="438403"/>
                </a:lnTo>
                <a:lnTo>
                  <a:pt x="1135215" y="440440"/>
                </a:lnTo>
                <a:close/>
                <a:moveTo>
                  <a:pt x="468874" y="1918005"/>
                </a:moveTo>
                <a:lnTo>
                  <a:pt x="476056" y="1918735"/>
                </a:lnTo>
                <a:lnTo>
                  <a:pt x="475741" y="1918597"/>
                </a:lnTo>
                <a:lnTo>
                  <a:pt x="473942" y="1917772"/>
                </a:lnTo>
                <a:close/>
                <a:moveTo>
                  <a:pt x="486727" y="1877955"/>
                </a:moveTo>
                <a:lnTo>
                  <a:pt x="486933" y="1878801"/>
                </a:lnTo>
                <a:lnTo>
                  <a:pt x="492343" y="1877987"/>
                </a:lnTo>
                <a:lnTo>
                  <a:pt x="489698" y="1876924"/>
                </a:lnTo>
                <a:close/>
                <a:moveTo>
                  <a:pt x="1112122" y="477451"/>
                </a:moveTo>
                <a:lnTo>
                  <a:pt x="1112541" y="478332"/>
                </a:lnTo>
                <a:lnTo>
                  <a:pt x="1113446" y="479155"/>
                </a:lnTo>
                <a:lnTo>
                  <a:pt x="1113527" y="477953"/>
                </a:lnTo>
                <a:lnTo>
                  <a:pt x="1112544" y="477077"/>
                </a:lnTo>
                <a:close/>
                <a:moveTo>
                  <a:pt x="1092461" y="521028"/>
                </a:moveTo>
                <a:lnTo>
                  <a:pt x="1092872" y="521614"/>
                </a:lnTo>
                <a:lnTo>
                  <a:pt x="1092742" y="520780"/>
                </a:lnTo>
                <a:close/>
                <a:moveTo>
                  <a:pt x="1160726" y="368102"/>
                </a:moveTo>
                <a:lnTo>
                  <a:pt x="1162035" y="369571"/>
                </a:lnTo>
                <a:lnTo>
                  <a:pt x="1161810" y="366860"/>
                </a:lnTo>
                <a:close/>
                <a:moveTo>
                  <a:pt x="1110939" y="479333"/>
                </a:moveTo>
                <a:lnTo>
                  <a:pt x="1113250" y="482075"/>
                </a:lnTo>
                <a:lnTo>
                  <a:pt x="1113270" y="481779"/>
                </a:lnTo>
                <a:lnTo>
                  <a:pt x="1112761" y="480712"/>
                </a:lnTo>
                <a:lnTo>
                  <a:pt x="1112011" y="480028"/>
                </a:lnTo>
                <a:close/>
                <a:moveTo>
                  <a:pt x="496687" y="1854595"/>
                </a:moveTo>
                <a:lnTo>
                  <a:pt x="496750" y="1854643"/>
                </a:lnTo>
                <a:lnTo>
                  <a:pt x="498778" y="1854936"/>
                </a:lnTo>
                <a:lnTo>
                  <a:pt x="499199" y="1854803"/>
                </a:lnTo>
                <a:lnTo>
                  <a:pt x="499036" y="1854379"/>
                </a:lnTo>
                <a:lnTo>
                  <a:pt x="499030" y="1854377"/>
                </a:lnTo>
                <a:close/>
                <a:moveTo>
                  <a:pt x="1125561" y="446323"/>
                </a:moveTo>
                <a:lnTo>
                  <a:pt x="1128763" y="453132"/>
                </a:lnTo>
                <a:lnTo>
                  <a:pt x="1130048" y="454614"/>
                </a:lnTo>
                <a:lnTo>
                  <a:pt x="1130063" y="454579"/>
                </a:lnTo>
                <a:lnTo>
                  <a:pt x="1129782" y="451832"/>
                </a:lnTo>
                <a:close/>
                <a:moveTo>
                  <a:pt x="498961" y="1849358"/>
                </a:moveTo>
                <a:lnTo>
                  <a:pt x="499455" y="1849623"/>
                </a:lnTo>
                <a:lnTo>
                  <a:pt x="499920" y="1849775"/>
                </a:lnTo>
                <a:lnTo>
                  <a:pt x="499917" y="1849743"/>
                </a:lnTo>
                <a:lnTo>
                  <a:pt x="499340" y="1849378"/>
                </a:lnTo>
                <a:close/>
                <a:moveTo>
                  <a:pt x="1110466" y="479814"/>
                </a:moveTo>
                <a:lnTo>
                  <a:pt x="1110035" y="486233"/>
                </a:lnTo>
                <a:lnTo>
                  <a:pt x="1112069" y="488043"/>
                </a:lnTo>
                <a:lnTo>
                  <a:pt x="1112996" y="485840"/>
                </a:lnTo>
                <a:lnTo>
                  <a:pt x="1113185" y="483038"/>
                </a:lnTo>
                <a:close/>
                <a:moveTo>
                  <a:pt x="461531" y="1932463"/>
                </a:moveTo>
                <a:lnTo>
                  <a:pt x="459959" y="1940761"/>
                </a:lnTo>
                <a:lnTo>
                  <a:pt x="461391" y="1941059"/>
                </a:lnTo>
                <a:lnTo>
                  <a:pt x="486793" y="1936769"/>
                </a:lnTo>
                <a:lnTo>
                  <a:pt x="486675" y="1935683"/>
                </a:lnTo>
                <a:lnTo>
                  <a:pt x="486366" y="1935598"/>
                </a:lnTo>
                <a:lnTo>
                  <a:pt x="486156" y="1935314"/>
                </a:lnTo>
                <a:lnTo>
                  <a:pt x="486649" y="1935449"/>
                </a:lnTo>
                <a:lnTo>
                  <a:pt x="486408" y="1933248"/>
                </a:lnTo>
                <a:lnTo>
                  <a:pt x="469057" y="1931417"/>
                </a:lnTo>
                <a:close/>
                <a:moveTo>
                  <a:pt x="449325" y="1959491"/>
                </a:moveTo>
                <a:lnTo>
                  <a:pt x="449273" y="1960784"/>
                </a:lnTo>
                <a:lnTo>
                  <a:pt x="451728" y="1960356"/>
                </a:lnTo>
                <a:close/>
                <a:moveTo>
                  <a:pt x="1140026" y="412685"/>
                </a:moveTo>
                <a:lnTo>
                  <a:pt x="1144049" y="424544"/>
                </a:lnTo>
                <a:lnTo>
                  <a:pt x="1145705" y="421694"/>
                </a:lnTo>
                <a:lnTo>
                  <a:pt x="1144675" y="417405"/>
                </a:lnTo>
                <a:close/>
                <a:moveTo>
                  <a:pt x="483307" y="1882942"/>
                </a:moveTo>
                <a:lnTo>
                  <a:pt x="484177" y="1885743"/>
                </a:lnTo>
                <a:lnTo>
                  <a:pt x="486659" y="1885663"/>
                </a:lnTo>
                <a:lnTo>
                  <a:pt x="486296" y="1884173"/>
                </a:lnTo>
                <a:close/>
                <a:moveTo>
                  <a:pt x="461873" y="1930658"/>
                </a:moveTo>
                <a:lnTo>
                  <a:pt x="461694" y="1931602"/>
                </a:lnTo>
                <a:lnTo>
                  <a:pt x="465599" y="1931051"/>
                </a:lnTo>
                <a:close/>
                <a:moveTo>
                  <a:pt x="1120515" y="455361"/>
                </a:moveTo>
                <a:lnTo>
                  <a:pt x="1119874" y="464895"/>
                </a:lnTo>
                <a:lnTo>
                  <a:pt x="1120090" y="465641"/>
                </a:lnTo>
                <a:lnTo>
                  <a:pt x="1124133" y="462266"/>
                </a:lnTo>
                <a:close/>
                <a:moveTo>
                  <a:pt x="462141" y="1929243"/>
                </a:moveTo>
                <a:lnTo>
                  <a:pt x="462014" y="1929916"/>
                </a:lnTo>
                <a:lnTo>
                  <a:pt x="468668" y="1930618"/>
                </a:lnTo>
                <a:lnTo>
                  <a:pt x="476381" y="1929530"/>
                </a:lnTo>
                <a:close/>
                <a:moveTo>
                  <a:pt x="486128" y="1875489"/>
                </a:moveTo>
                <a:lnTo>
                  <a:pt x="486342" y="1876369"/>
                </a:lnTo>
                <a:lnTo>
                  <a:pt x="487403" y="1876001"/>
                </a:lnTo>
                <a:close/>
                <a:moveTo>
                  <a:pt x="442937" y="1971748"/>
                </a:moveTo>
                <a:lnTo>
                  <a:pt x="448176" y="1974775"/>
                </a:lnTo>
                <a:lnTo>
                  <a:pt x="448326" y="1971018"/>
                </a:lnTo>
                <a:close/>
                <a:moveTo>
                  <a:pt x="482076" y="1883401"/>
                </a:moveTo>
                <a:lnTo>
                  <a:pt x="482210" y="1885806"/>
                </a:lnTo>
                <a:lnTo>
                  <a:pt x="482817" y="1885787"/>
                </a:lnTo>
                <a:close/>
                <a:moveTo>
                  <a:pt x="484016" y="1878897"/>
                </a:moveTo>
                <a:lnTo>
                  <a:pt x="485067" y="1879107"/>
                </a:lnTo>
                <a:lnTo>
                  <a:pt x="484938" y="1878577"/>
                </a:lnTo>
                <a:close/>
                <a:moveTo>
                  <a:pt x="1156592" y="372840"/>
                </a:moveTo>
                <a:lnTo>
                  <a:pt x="1158223" y="378518"/>
                </a:lnTo>
                <a:lnTo>
                  <a:pt x="1162450" y="374536"/>
                </a:lnTo>
                <a:lnTo>
                  <a:pt x="1162074" y="370030"/>
                </a:lnTo>
                <a:lnTo>
                  <a:pt x="1160544" y="368312"/>
                </a:lnTo>
                <a:close/>
                <a:moveTo>
                  <a:pt x="454332" y="1945106"/>
                </a:moveTo>
                <a:lnTo>
                  <a:pt x="458497" y="1945775"/>
                </a:lnTo>
                <a:lnTo>
                  <a:pt x="458802" y="1944163"/>
                </a:lnTo>
                <a:close/>
                <a:moveTo>
                  <a:pt x="1110826" y="474475"/>
                </a:moveTo>
                <a:lnTo>
                  <a:pt x="1110810" y="474710"/>
                </a:lnTo>
                <a:lnTo>
                  <a:pt x="1110880" y="474853"/>
                </a:lnTo>
                <a:lnTo>
                  <a:pt x="1111212" y="475149"/>
                </a:lnTo>
                <a:lnTo>
                  <a:pt x="1111315" y="475070"/>
                </a:lnTo>
                <a:close/>
                <a:moveTo>
                  <a:pt x="1148458" y="390139"/>
                </a:moveTo>
                <a:lnTo>
                  <a:pt x="1149299" y="397763"/>
                </a:lnTo>
                <a:lnTo>
                  <a:pt x="1156409" y="403297"/>
                </a:lnTo>
                <a:lnTo>
                  <a:pt x="1156906" y="402444"/>
                </a:lnTo>
                <a:lnTo>
                  <a:pt x="1149454" y="391553"/>
                </a:lnTo>
                <a:close/>
                <a:moveTo>
                  <a:pt x="485771" y="1874020"/>
                </a:moveTo>
                <a:lnTo>
                  <a:pt x="485999" y="1874958"/>
                </a:lnTo>
                <a:lnTo>
                  <a:pt x="488087" y="1875764"/>
                </a:lnTo>
                <a:lnTo>
                  <a:pt x="489697" y="1875204"/>
                </a:lnTo>
                <a:lnTo>
                  <a:pt x="487456" y="1874081"/>
                </a:lnTo>
                <a:close/>
                <a:moveTo>
                  <a:pt x="1120751" y="451834"/>
                </a:moveTo>
                <a:lnTo>
                  <a:pt x="1120635" y="453565"/>
                </a:lnTo>
                <a:lnTo>
                  <a:pt x="1124872" y="461650"/>
                </a:lnTo>
                <a:lnTo>
                  <a:pt x="1125261" y="461325"/>
                </a:lnTo>
                <a:lnTo>
                  <a:pt x="1121565" y="452572"/>
                </a:lnTo>
                <a:close/>
                <a:moveTo>
                  <a:pt x="1110882" y="473714"/>
                </a:moveTo>
                <a:lnTo>
                  <a:pt x="1110983" y="473835"/>
                </a:lnTo>
                <a:lnTo>
                  <a:pt x="1111728" y="474755"/>
                </a:lnTo>
                <a:lnTo>
                  <a:pt x="1113311" y="473547"/>
                </a:lnTo>
                <a:lnTo>
                  <a:pt x="1112770" y="472139"/>
                </a:lnTo>
                <a:close/>
                <a:moveTo>
                  <a:pt x="1155094" y="374557"/>
                </a:moveTo>
                <a:lnTo>
                  <a:pt x="1157489" y="379210"/>
                </a:lnTo>
                <a:lnTo>
                  <a:pt x="1157919" y="378804"/>
                </a:lnTo>
                <a:lnTo>
                  <a:pt x="1156570" y="373854"/>
                </a:lnTo>
                <a:lnTo>
                  <a:pt x="1156356" y="373111"/>
                </a:lnTo>
                <a:close/>
                <a:moveTo>
                  <a:pt x="1134475" y="420714"/>
                </a:moveTo>
                <a:lnTo>
                  <a:pt x="1140359" y="430884"/>
                </a:lnTo>
                <a:lnTo>
                  <a:pt x="1142741" y="426791"/>
                </a:lnTo>
                <a:lnTo>
                  <a:pt x="1142586" y="426522"/>
                </a:lnTo>
                <a:close/>
                <a:moveTo>
                  <a:pt x="1094903" y="508726"/>
                </a:moveTo>
                <a:lnTo>
                  <a:pt x="1093892" y="511259"/>
                </a:lnTo>
                <a:lnTo>
                  <a:pt x="1094171" y="511856"/>
                </a:lnTo>
                <a:lnTo>
                  <a:pt x="1095332" y="512892"/>
                </a:lnTo>
                <a:lnTo>
                  <a:pt x="1095935" y="512358"/>
                </a:lnTo>
                <a:close/>
                <a:moveTo>
                  <a:pt x="449565" y="1953526"/>
                </a:moveTo>
                <a:lnTo>
                  <a:pt x="449341" y="1959089"/>
                </a:lnTo>
                <a:lnTo>
                  <a:pt x="452582" y="1960207"/>
                </a:lnTo>
                <a:lnTo>
                  <a:pt x="455871" y="1959633"/>
                </a:lnTo>
                <a:lnTo>
                  <a:pt x="457011" y="1953617"/>
                </a:lnTo>
                <a:close/>
                <a:moveTo>
                  <a:pt x="1130557" y="428600"/>
                </a:moveTo>
                <a:lnTo>
                  <a:pt x="1131523" y="432040"/>
                </a:lnTo>
                <a:lnTo>
                  <a:pt x="1131701" y="432407"/>
                </a:lnTo>
                <a:lnTo>
                  <a:pt x="1135748" y="441010"/>
                </a:lnTo>
                <a:lnTo>
                  <a:pt x="1135860" y="441131"/>
                </a:lnTo>
                <a:lnTo>
                  <a:pt x="1136230" y="440272"/>
                </a:lnTo>
                <a:lnTo>
                  <a:pt x="1134923" y="437080"/>
                </a:lnTo>
                <a:close/>
                <a:moveTo>
                  <a:pt x="434761" y="1986400"/>
                </a:moveTo>
                <a:lnTo>
                  <a:pt x="447572" y="1991257"/>
                </a:lnTo>
                <a:lnTo>
                  <a:pt x="447674" y="1987396"/>
                </a:lnTo>
                <a:lnTo>
                  <a:pt x="441196" y="1986676"/>
                </a:lnTo>
                <a:lnTo>
                  <a:pt x="441048" y="1986531"/>
                </a:lnTo>
                <a:lnTo>
                  <a:pt x="447677" y="1987267"/>
                </a:lnTo>
                <a:lnTo>
                  <a:pt x="447683" y="1987025"/>
                </a:lnTo>
                <a:lnTo>
                  <a:pt x="447787" y="1984453"/>
                </a:lnTo>
                <a:close/>
                <a:moveTo>
                  <a:pt x="1138936" y="409472"/>
                </a:moveTo>
                <a:lnTo>
                  <a:pt x="1139687" y="411688"/>
                </a:lnTo>
                <a:lnTo>
                  <a:pt x="1144427" y="416371"/>
                </a:lnTo>
                <a:lnTo>
                  <a:pt x="1143652" y="413142"/>
                </a:lnTo>
                <a:close/>
                <a:moveTo>
                  <a:pt x="1148263" y="388365"/>
                </a:moveTo>
                <a:lnTo>
                  <a:pt x="1148419" y="389778"/>
                </a:lnTo>
                <a:lnTo>
                  <a:pt x="1157101" y="402108"/>
                </a:lnTo>
                <a:lnTo>
                  <a:pt x="1158462" y="399770"/>
                </a:lnTo>
                <a:lnTo>
                  <a:pt x="1159150" y="398764"/>
                </a:lnTo>
                <a:lnTo>
                  <a:pt x="1159060" y="398388"/>
                </a:lnTo>
                <a:lnTo>
                  <a:pt x="1152986" y="383913"/>
                </a:lnTo>
                <a:close/>
                <a:moveTo>
                  <a:pt x="439649" y="1975021"/>
                </a:moveTo>
                <a:lnTo>
                  <a:pt x="448031" y="1978374"/>
                </a:lnTo>
                <a:lnTo>
                  <a:pt x="448119" y="1976170"/>
                </a:lnTo>
                <a:close/>
                <a:moveTo>
                  <a:pt x="454160" y="1942522"/>
                </a:moveTo>
                <a:lnTo>
                  <a:pt x="458923" y="1942747"/>
                </a:lnTo>
                <a:lnTo>
                  <a:pt x="457408" y="1942018"/>
                </a:lnTo>
                <a:close/>
                <a:moveTo>
                  <a:pt x="1185765" y="304228"/>
                </a:moveTo>
                <a:lnTo>
                  <a:pt x="1199311" y="317597"/>
                </a:lnTo>
                <a:lnTo>
                  <a:pt x="1188914" y="303745"/>
                </a:lnTo>
                <a:lnTo>
                  <a:pt x="1189262" y="303839"/>
                </a:lnTo>
                <a:lnTo>
                  <a:pt x="1200378" y="318651"/>
                </a:lnTo>
                <a:lnTo>
                  <a:pt x="1206401" y="324595"/>
                </a:lnTo>
                <a:lnTo>
                  <a:pt x="1215584" y="307281"/>
                </a:lnTo>
                <a:lnTo>
                  <a:pt x="1200381" y="275213"/>
                </a:lnTo>
                <a:close/>
                <a:moveTo>
                  <a:pt x="482241" y="1879513"/>
                </a:moveTo>
                <a:lnTo>
                  <a:pt x="483205" y="1882614"/>
                </a:lnTo>
                <a:lnTo>
                  <a:pt x="486231" y="1883899"/>
                </a:lnTo>
                <a:lnTo>
                  <a:pt x="485154" y="1879467"/>
                </a:lnTo>
                <a:lnTo>
                  <a:pt x="483389" y="1879114"/>
                </a:lnTo>
                <a:close/>
                <a:moveTo>
                  <a:pt x="1120936" y="449090"/>
                </a:moveTo>
                <a:lnTo>
                  <a:pt x="1120926" y="449231"/>
                </a:lnTo>
                <a:lnTo>
                  <a:pt x="1121408" y="450254"/>
                </a:lnTo>
                <a:lnTo>
                  <a:pt x="1123111" y="451680"/>
                </a:lnTo>
                <a:lnTo>
                  <a:pt x="1123254" y="451810"/>
                </a:lnTo>
                <a:close/>
                <a:moveTo>
                  <a:pt x="1183856" y="308019"/>
                </a:moveTo>
                <a:lnTo>
                  <a:pt x="1186606" y="325464"/>
                </a:lnTo>
                <a:lnTo>
                  <a:pt x="1187886" y="340812"/>
                </a:lnTo>
                <a:lnTo>
                  <a:pt x="1192072" y="352002"/>
                </a:lnTo>
                <a:lnTo>
                  <a:pt x="1192642" y="351237"/>
                </a:lnTo>
                <a:lnTo>
                  <a:pt x="1194040" y="348512"/>
                </a:lnTo>
                <a:lnTo>
                  <a:pt x="1192790" y="346161"/>
                </a:lnTo>
                <a:lnTo>
                  <a:pt x="1193110" y="346302"/>
                </a:lnTo>
                <a:lnTo>
                  <a:pt x="1194161" y="348277"/>
                </a:lnTo>
                <a:lnTo>
                  <a:pt x="1198445" y="339929"/>
                </a:lnTo>
                <a:lnTo>
                  <a:pt x="1197495" y="337390"/>
                </a:lnTo>
                <a:lnTo>
                  <a:pt x="1185332" y="306157"/>
                </a:lnTo>
                <a:lnTo>
                  <a:pt x="1185752" y="306405"/>
                </a:lnTo>
                <a:lnTo>
                  <a:pt x="1198650" y="339529"/>
                </a:lnTo>
                <a:lnTo>
                  <a:pt x="1203714" y="329664"/>
                </a:lnTo>
                <a:lnTo>
                  <a:pt x="1205619" y="326070"/>
                </a:lnTo>
                <a:lnTo>
                  <a:pt x="1203827" y="323614"/>
                </a:lnTo>
                <a:lnTo>
                  <a:pt x="1202966" y="322465"/>
                </a:lnTo>
                <a:lnTo>
                  <a:pt x="1185340" y="305071"/>
                </a:lnTo>
                <a:close/>
                <a:moveTo>
                  <a:pt x="1147758" y="388841"/>
                </a:moveTo>
                <a:lnTo>
                  <a:pt x="1147846" y="388966"/>
                </a:lnTo>
                <a:lnTo>
                  <a:pt x="1147824" y="388779"/>
                </a:lnTo>
                <a:close/>
                <a:moveTo>
                  <a:pt x="454934" y="1939989"/>
                </a:moveTo>
                <a:lnTo>
                  <a:pt x="458271" y="1941587"/>
                </a:lnTo>
                <a:lnTo>
                  <a:pt x="459324" y="1941409"/>
                </a:lnTo>
                <a:lnTo>
                  <a:pt x="459405" y="1940981"/>
                </a:lnTo>
                <a:close/>
                <a:moveTo>
                  <a:pt x="1094467" y="507697"/>
                </a:moveTo>
                <a:lnTo>
                  <a:pt x="1094078" y="509981"/>
                </a:lnTo>
                <a:lnTo>
                  <a:pt x="1094768" y="508250"/>
                </a:lnTo>
                <a:lnTo>
                  <a:pt x="1094640" y="507801"/>
                </a:lnTo>
                <a:close/>
                <a:moveTo>
                  <a:pt x="1140344" y="404898"/>
                </a:moveTo>
                <a:lnTo>
                  <a:pt x="1142566" y="408623"/>
                </a:lnTo>
                <a:lnTo>
                  <a:pt x="1142191" y="407058"/>
                </a:lnTo>
                <a:close/>
                <a:moveTo>
                  <a:pt x="1091362" y="514487"/>
                </a:moveTo>
                <a:lnTo>
                  <a:pt x="1091600" y="516188"/>
                </a:lnTo>
                <a:lnTo>
                  <a:pt x="1091902" y="515429"/>
                </a:lnTo>
                <a:lnTo>
                  <a:pt x="1091791" y="514716"/>
                </a:lnTo>
                <a:close/>
                <a:moveTo>
                  <a:pt x="464220" y="1918637"/>
                </a:moveTo>
                <a:lnTo>
                  <a:pt x="469480" y="1919639"/>
                </a:lnTo>
                <a:lnTo>
                  <a:pt x="468201" y="1919050"/>
                </a:lnTo>
                <a:close/>
                <a:moveTo>
                  <a:pt x="464108" y="1918860"/>
                </a:moveTo>
                <a:lnTo>
                  <a:pt x="462258" y="1928627"/>
                </a:lnTo>
                <a:lnTo>
                  <a:pt x="480219" y="1928988"/>
                </a:lnTo>
                <a:lnTo>
                  <a:pt x="485417" y="1928255"/>
                </a:lnTo>
                <a:lnTo>
                  <a:pt x="479462" y="1926003"/>
                </a:lnTo>
                <a:lnTo>
                  <a:pt x="479308" y="1925685"/>
                </a:lnTo>
                <a:lnTo>
                  <a:pt x="485856" y="1928162"/>
                </a:lnTo>
                <a:lnTo>
                  <a:pt x="485757" y="1927134"/>
                </a:lnTo>
                <a:lnTo>
                  <a:pt x="470382" y="1920055"/>
                </a:lnTo>
                <a:close/>
                <a:moveTo>
                  <a:pt x="1179028" y="317602"/>
                </a:moveTo>
                <a:lnTo>
                  <a:pt x="1183502" y="329089"/>
                </a:lnTo>
                <a:lnTo>
                  <a:pt x="1185073" y="333288"/>
                </a:lnTo>
                <a:lnTo>
                  <a:pt x="1183127" y="309963"/>
                </a:lnTo>
                <a:lnTo>
                  <a:pt x="1183067" y="309584"/>
                </a:lnTo>
                <a:close/>
                <a:moveTo>
                  <a:pt x="1143760" y="396450"/>
                </a:moveTo>
                <a:lnTo>
                  <a:pt x="1148585" y="405822"/>
                </a:lnTo>
                <a:lnTo>
                  <a:pt x="1150016" y="408189"/>
                </a:lnTo>
                <a:lnTo>
                  <a:pt x="1149166" y="400657"/>
                </a:lnTo>
                <a:close/>
                <a:moveTo>
                  <a:pt x="464403" y="1917302"/>
                </a:moveTo>
                <a:lnTo>
                  <a:pt x="464357" y="1917546"/>
                </a:lnTo>
                <a:lnTo>
                  <a:pt x="465099" y="1917622"/>
                </a:lnTo>
                <a:close/>
                <a:moveTo>
                  <a:pt x="1177111" y="321409"/>
                </a:moveTo>
                <a:lnTo>
                  <a:pt x="1185571" y="339254"/>
                </a:lnTo>
                <a:lnTo>
                  <a:pt x="1185192" y="334722"/>
                </a:lnTo>
                <a:lnTo>
                  <a:pt x="1178890" y="317876"/>
                </a:lnTo>
                <a:close/>
                <a:moveTo>
                  <a:pt x="1111228" y="468472"/>
                </a:moveTo>
                <a:lnTo>
                  <a:pt x="1110904" y="473308"/>
                </a:lnTo>
                <a:lnTo>
                  <a:pt x="1112657" y="471845"/>
                </a:lnTo>
                <a:lnTo>
                  <a:pt x="1111794" y="469598"/>
                </a:lnTo>
                <a:close/>
                <a:moveTo>
                  <a:pt x="449732" y="1949357"/>
                </a:moveTo>
                <a:lnTo>
                  <a:pt x="449577" y="1953201"/>
                </a:lnTo>
                <a:lnTo>
                  <a:pt x="457072" y="1953294"/>
                </a:lnTo>
                <a:lnTo>
                  <a:pt x="457728" y="1949831"/>
                </a:lnTo>
                <a:close/>
                <a:moveTo>
                  <a:pt x="1121152" y="445864"/>
                </a:moveTo>
                <a:lnTo>
                  <a:pt x="1120971" y="448574"/>
                </a:lnTo>
                <a:lnTo>
                  <a:pt x="1125352" y="453715"/>
                </a:lnTo>
                <a:lnTo>
                  <a:pt x="1126226" y="454507"/>
                </a:lnTo>
                <a:lnTo>
                  <a:pt x="1125665" y="451994"/>
                </a:lnTo>
                <a:lnTo>
                  <a:pt x="1124328" y="450008"/>
                </a:lnTo>
                <a:close/>
                <a:moveTo>
                  <a:pt x="497901" y="1840483"/>
                </a:moveTo>
                <a:lnTo>
                  <a:pt x="497958" y="1840633"/>
                </a:lnTo>
                <a:lnTo>
                  <a:pt x="498579" y="1841014"/>
                </a:lnTo>
                <a:lnTo>
                  <a:pt x="499279" y="1841054"/>
                </a:lnTo>
                <a:lnTo>
                  <a:pt x="499271" y="1840592"/>
                </a:lnTo>
                <a:close/>
                <a:moveTo>
                  <a:pt x="1102921" y="485602"/>
                </a:moveTo>
                <a:lnTo>
                  <a:pt x="1103383" y="486889"/>
                </a:lnTo>
                <a:lnTo>
                  <a:pt x="1103710" y="487234"/>
                </a:lnTo>
                <a:lnTo>
                  <a:pt x="1103905" y="486394"/>
                </a:lnTo>
                <a:lnTo>
                  <a:pt x="1103311" y="485257"/>
                </a:lnTo>
                <a:close/>
                <a:moveTo>
                  <a:pt x="496087" y="1844400"/>
                </a:moveTo>
                <a:lnTo>
                  <a:pt x="496113" y="1844477"/>
                </a:lnTo>
                <a:lnTo>
                  <a:pt x="496168" y="1844480"/>
                </a:lnTo>
                <a:close/>
                <a:moveTo>
                  <a:pt x="465083" y="1913713"/>
                </a:moveTo>
                <a:lnTo>
                  <a:pt x="464455" y="1917031"/>
                </a:lnTo>
                <a:lnTo>
                  <a:pt x="465917" y="1917705"/>
                </a:lnTo>
                <a:lnTo>
                  <a:pt x="466832" y="1917798"/>
                </a:lnTo>
                <a:lnTo>
                  <a:pt x="473344" y="1917498"/>
                </a:lnTo>
                <a:close/>
                <a:moveTo>
                  <a:pt x="449793" y="1947831"/>
                </a:moveTo>
                <a:lnTo>
                  <a:pt x="449750" y="1948901"/>
                </a:lnTo>
                <a:lnTo>
                  <a:pt x="457835" y="1949268"/>
                </a:lnTo>
                <a:lnTo>
                  <a:pt x="457844" y="1949218"/>
                </a:lnTo>
                <a:close/>
                <a:moveTo>
                  <a:pt x="1121262" y="444230"/>
                </a:moveTo>
                <a:lnTo>
                  <a:pt x="1121246" y="444466"/>
                </a:lnTo>
                <a:lnTo>
                  <a:pt x="1121889" y="445208"/>
                </a:lnTo>
                <a:close/>
                <a:moveTo>
                  <a:pt x="1167728" y="340036"/>
                </a:moveTo>
                <a:lnTo>
                  <a:pt x="1177029" y="349216"/>
                </a:lnTo>
                <a:lnTo>
                  <a:pt x="1182888" y="342682"/>
                </a:lnTo>
                <a:lnTo>
                  <a:pt x="1181652" y="340926"/>
                </a:lnTo>
                <a:lnTo>
                  <a:pt x="1182116" y="341067"/>
                </a:lnTo>
                <a:lnTo>
                  <a:pt x="1183093" y="342453"/>
                </a:lnTo>
                <a:lnTo>
                  <a:pt x="1185423" y="339854"/>
                </a:lnTo>
                <a:lnTo>
                  <a:pt x="1176888" y="321852"/>
                </a:lnTo>
                <a:close/>
                <a:moveTo>
                  <a:pt x="1149304" y="381191"/>
                </a:moveTo>
                <a:lnTo>
                  <a:pt x="1151123" y="379477"/>
                </a:lnTo>
                <a:lnTo>
                  <a:pt x="1151019" y="379227"/>
                </a:lnTo>
                <a:close/>
                <a:moveTo>
                  <a:pt x="1102509" y="485967"/>
                </a:moveTo>
                <a:lnTo>
                  <a:pt x="1102768" y="486239"/>
                </a:lnTo>
                <a:lnTo>
                  <a:pt x="1102631" y="485859"/>
                </a:lnTo>
                <a:close/>
                <a:moveTo>
                  <a:pt x="1089583" y="514906"/>
                </a:moveTo>
                <a:lnTo>
                  <a:pt x="1089324" y="516538"/>
                </a:lnTo>
                <a:lnTo>
                  <a:pt x="1089932" y="517408"/>
                </a:lnTo>
                <a:close/>
                <a:moveTo>
                  <a:pt x="1102175" y="486425"/>
                </a:moveTo>
                <a:lnTo>
                  <a:pt x="1102571" y="487816"/>
                </a:lnTo>
                <a:lnTo>
                  <a:pt x="1103453" y="488340"/>
                </a:lnTo>
                <a:lnTo>
                  <a:pt x="1103480" y="488224"/>
                </a:lnTo>
                <a:lnTo>
                  <a:pt x="1103236" y="487544"/>
                </a:lnTo>
                <a:close/>
                <a:moveTo>
                  <a:pt x="1164722" y="346003"/>
                </a:moveTo>
                <a:lnTo>
                  <a:pt x="1166393" y="361156"/>
                </a:lnTo>
                <a:lnTo>
                  <a:pt x="1168894" y="358289"/>
                </a:lnTo>
                <a:lnTo>
                  <a:pt x="1176582" y="349715"/>
                </a:lnTo>
                <a:lnTo>
                  <a:pt x="1167411" y="340665"/>
                </a:lnTo>
                <a:close/>
                <a:moveTo>
                  <a:pt x="1092907" y="506767"/>
                </a:moveTo>
                <a:lnTo>
                  <a:pt x="1093478" y="509446"/>
                </a:lnTo>
                <a:lnTo>
                  <a:pt x="1093918" y="507370"/>
                </a:lnTo>
                <a:close/>
                <a:moveTo>
                  <a:pt x="465504" y="1911628"/>
                </a:moveTo>
                <a:lnTo>
                  <a:pt x="465361" y="1912249"/>
                </a:lnTo>
                <a:lnTo>
                  <a:pt x="465179" y="1913210"/>
                </a:lnTo>
                <a:lnTo>
                  <a:pt x="474735" y="1917434"/>
                </a:lnTo>
                <a:lnTo>
                  <a:pt x="477695" y="1917297"/>
                </a:lnTo>
                <a:lnTo>
                  <a:pt x="480883" y="1910142"/>
                </a:lnTo>
                <a:close/>
                <a:moveTo>
                  <a:pt x="493419" y="1849070"/>
                </a:moveTo>
                <a:lnTo>
                  <a:pt x="494918" y="1849411"/>
                </a:lnTo>
                <a:lnTo>
                  <a:pt x="494134" y="1849107"/>
                </a:lnTo>
                <a:close/>
                <a:moveTo>
                  <a:pt x="1162129" y="351150"/>
                </a:moveTo>
                <a:lnTo>
                  <a:pt x="1163264" y="364741"/>
                </a:lnTo>
                <a:lnTo>
                  <a:pt x="1165781" y="361857"/>
                </a:lnTo>
                <a:lnTo>
                  <a:pt x="1164124" y="347190"/>
                </a:lnTo>
                <a:close/>
                <a:moveTo>
                  <a:pt x="1143316" y="393107"/>
                </a:moveTo>
                <a:lnTo>
                  <a:pt x="1148795" y="397371"/>
                </a:lnTo>
                <a:lnTo>
                  <a:pt x="1147887" y="389327"/>
                </a:lnTo>
                <a:lnTo>
                  <a:pt x="1147630" y="388961"/>
                </a:lnTo>
                <a:lnTo>
                  <a:pt x="1146468" y="390056"/>
                </a:lnTo>
                <a:close/>
                <a:moveTo>
                  <a:pt x="495657" y="1843135"/>
                </a:moveTo>
                <a:lnTo>
                  <a:pt x="495737" y="1843370"/>
                </a:lnTo>
                <a:lnTo>
                  <a:pt x="496923" y="1844519"/>
                </a:lnTo>
                <a:lnTo>
                  <a:pt x="498491" y="1844600"/>
                </a:lnTo>
                <a:lnTo>
                  <a:pt x="496066" y="1843112"/>
                </a:lnTo>
                <a:close/>
                <a:moveTo>
                  <a:pt x="1147679" y="383066"/>
                </a:moveTo>
                <a:lnTo>
                  <a:pt x="1148217" y="387948"/>
                </a:lnTo>
                <a:lnTo>
                  <a:pt x="1152847" y="383585"/>
                </a:lnTo>
                <a:lnTo>
                  <a:pt x="1151227" y="379723"/>
                </a:lnTo>
                <a:close/>
                <a:moveTo>
                  <a:pt x="1090784" y="510360"/>
                </a:moveTo>
                <a:lnTo>
                  <a:pt x="1090826" y="510660"/>
                </a:lnTo>
                <a:lnTo>
                  <a:pt x="1091185" y="510852"/>
                </a:lnTo>
                <a:lnTo>
                  <a:pt x="1091166" y="510729"/>
                </a:lnTo>
                <a:close/>
                <a:moveTo>
                  <a:pt x="497371" y="1839114"/>
                </a:moveTo>
                <a:lnTo>
                  <a:pt x="497660" y="1839861"/>
                </a:lnTo>
                <a:lnTo>
                  <a:pt x="499256" y="1839839"/>
                </a:lnTo>
                <a:lnTo>
                  <a:pt x="499247" y="1839301"/>
                </a:lnTo>
                <a:close/>
                <a:moveTo>
                  <a:pt x="1104884" y="478720"/>
                </a:moveTo>
                <a:lnTo>
                  <a:pt x="1105294" y="479664"/>
                </a:lnTo>
                <a:lnTo>
                  <a:pt x="1105509" y="479500"/>
                </a:lnTo>
                <a:lnTo>
                  <a:pt x="1105690" y="478720"/>
                </a:lnTo>
                <a:lnTo>
                  <a:pt x="1105476" y="478227"/>
                </a:lnTo>
                <a:close/>
                <a:moveTo>
                  <a:pt x="1158399" y="358566"/>
                </a:moveTo>
                <a:lnTo>
                  <a:pt x="1161699" y="365537"/>
                </a:lnTo>
                <a:lnTo>
                  <a:pt x="1160731" y="353928"/>
                </a:lnTo>
                <a:lnTo>
                  <a:pt x="1158440" y="358477"/>
                </a:lnTo>
                <a:close/>
                <a:moveTo>
                  <a:pt x="481562" y="1874133"/>
                </a:moveTo>
                <a:lnTo>
                  <a:pt x="481774" y="1877955"/>
                </a:lnTo>
                <a:lnTo>
                  <a:pt x="484552" y="1876991"/>
                </a:lnTo>
                <a:lnTo>
                  <a:pt x="484145" y="1875314"/>
                </a:lnTo>
                <a:lnTo>
                  <a:pt x="483778" y="1874544"/>
                </a:lnTo>
                <a:lnTo>
                  <a:pt x="482589" y="1874067"/>
                </a:lnTo>
                <a:close/>
                <a:moveTo>
                  <a:pt x="495539" y="1842788"/>
                </a:moveTo>
                <a:lnTo>
                  <a:pt x="495577" y="1842899"/>
                </a:lnTo>
                <a:lnTo>
                  <a:pt x="495708" y="1842892"/>
                </a:lnTo>
                <a:close/>
                <a:moveTo>
                  <a:pt x="1156314" y="363151"/>
                </a:moveTo>
                <a:lnTo>
                  <a:pt x="1160526" y="367878"/>
                </a:lnTo>
                <a:lnTo>
                  <a:pt x="1161775" y="366447"/>
                </a:lnTo>
                <a:lnTo>
                  <a:pt x="1161755" y="366204"/>
                </a:lnTo>
                <a:lnTo>
                  <a:pt x="1158272" y="358846"/>
                </a:lnTo>
                <a:close/>
                <a:moveTo>
                  <a:pt x="1154779" y="366529"/>
                </a:moveTo>
                <a:lnTo>
                  <a:pt x="1156494" y="372499"/>
                </a:lnTo>
                <a:lnTo>
                  <a:pt x="1160344" y="368088"/>
                </a:lnTo>
                <a:lnTo>
                  <a:pt x="1156189" y="363426"/>
                </a:lnTo>
                <a:close/>
                <a:moveTo>
                  <a:pt x="1152989" y="370466"/>
                </a:moveTo>
                <a:lnTo>
                  <a:pt x="1154948" y="374271"/>
                </a:lnTo>
                <a:lnTo>
                  <a:pt x="1156258" y="372769"/>
                </a:lnTo>
                <a:lnTo>
                  <a:pt x="1154587" y="366950"/>
                </a:lnTo>
                <a:close/>
                <a:moveTo>
                  <a:pt x="1121479" y="441000"/>
                </a:moveTo>
                <a:lnTo>
                  <a:pt x="1121293" y="443767"/>
                </a:lnTo>
                <a:lnTo>
                  <a:pt x="1123142" y="446652"/>
                </a:lnTo>
                <a:lnTo>
                  <a:pt x="1124932" y="448715"/>
                </a:lnTo>
                <a:lnTo>
                  <a:pt x="1123918" y="444183"/>
                </a:lnTo>
                <a:close/>
                <a:moveTo>
                  <a:pt x="481547" y="1873868"/>
                </a:moveTo>
                <a:lnTo>
                  <a:pt x="481550" y="1873928"/>
                </a:lnTo>
                <a:lnTo>
                  <a:pt x="482075" y="1873887"/>
                </a:lnTo>
                <a:close/>
                <a:moveTo>
                  <a:pt x="1092636" y="505497"/>
                </a:moveTo>
                <a:lnTo>
                  <a:pt x="1092733" y="505947"/>
                </a:lnTo>
                <a:lnTo>
                  <a:pt x="1094053" y="506734"/>
                </a:lnTo>
                <a:lnTo>
                  <a:pt x="1094072" y="506648"/>
                </a:lnTo>
                <a:close/>
                <a:moveTo>
                  <a:pt x="1147597" y="382326"/>
                </a:moveTo>
                <a:lnTo>
                  <a:pt x="1147633" y="382653"/>
                </a:lnTo>
                <a:lnTo>
                  <a:pt x="1150890" y="378921"/>
                </a:lnTo>
                <a:lnTo>
                  <a:pt x="1150053" y="376925"/>
                </a:lnTo>
                <a:close/>
                <a:moveTo>
                  <a:pt x="1145861" y="386145"/>
                </a:moveTo>
                <a:lnTo>
                  <a:pt x="1147564" y="388564"/>
                </a:lnTo>
                <a:lnTo>
                  <a:pt x="1147778" y="388362"/>
                </a:lnTo>
                <a:lnTo>
                  <a:pt x="1147236" y="383561"/>
                </a:lnTo>
                <a:lnTo>
                  <a:pt x="1146817" y="384041"/>
                </a:lnTo>
                <a:close/>
                <a:moveTo>
                  <a:pt x="1091334" y="508168"/>
                </a:moveTo>
                <a:lnTo>
                  <a:pt x="1091127" y="508692"/>
                </a:lnTo>
                <a:lnTo>
                  <a:pt x="1091216" y="509213"/>
                </a:lnTo>
                <a:lnTo>
                  <a:pt x="1092108" y="510010"/>
                </a:lnTo>
                <a:close/>
                <a:moveTo>
                  <a:pt x="1142858" y="392749"/>
                </a:moveTo>
                <a:lnTo>
                  <a:pt x="1143002" y="392863"/>
                </a:lnTo>
                <a:lnTo>
                  <a:pt x="1147435" y="388685"/>
                </a:lnTo>
                <a:lnTo>
                  <a:pt x="1145777" y="386329"/>
                </a:lnTo>
                <a:close/>
                <a:moveTo>
                  <a:pt x="1183030" y="302791"/>
                </a:moveTo>
                <a:lnTo>
                  <a:pt x="1183616" y="306499"/>
                </a:lnTo>
                <a:lnTo>
                  <a:pt x="1184669" y="304409"/>
                </a:lnTo>
                <a:close/>
                <a:moveTo>
                  <a:pt x="1141376" y="396011"/>
                </a:moveTo>
                <a:lnTo>
                  <a:pt x="1148671" y="413396"/>
                </a:lnTo>
                <a:lnTo>
                  <a:pt x="1148896" y="414331"/>
                </a:lnTo>
                <a:lnTo>
                  <a:pt x="1149547" y="415093"/>
                </a:lnTo>
                <a:lnTo>
                  <a:pt x="1150517" y="413426"/>
                </a:lnTo>
                <a:lnTo>
                  <a:pt x="1141459" y="395829"/>
                </a:lnTo>
                <a:close/>
                <a:moveTo>
                  <a:pt x="478359" y="1880557"/>
                </a:moveTo>
                <a:lnTo>
                  <a:pt x="481426" y="1881859"/>
                </a:lnTo>
                <a:lnTo>
                  <a:pt x="481350" y="1881061"/>
                </a:lnTo>
                <a:lnTo>
                  <a:pt x="480976" y="1879858"/>
                </a:lnTo>
                <a:close/>
                <a:moveTo>
                  <a:pt x="1138636" y="402036"/>
                </a:moveTo>
                <a:lnTo>
                  <a:pt x="1140054" y="404413"/>
                </a:lnTo>
                <a:lnTo>
                  <a:pt x="1140492" y="404500"/>
                </a:lnTo>
                <a:lnTo>
                  <a:pt x="1141999" y="406263"/>
                </a:lnTo>
                <a:lnTo>
                  <a:pt x="1141455" y="403997"/>
                </a:lnTo>
                <a:lnTo>
                  <a:pt x="1139674" y="399753"/>
                </a:lnTo>
                <a:close/>
                <a:moveTo>
                  <a:pt x="1092081" y="506276"/>
                </a:moveTo>
                <a:lnTo>
                  <a:pt x="1091842" y="506881"/>
                </a:lnTo>
                <a:lnTo>
                  <a:pt x="1093342" y="510084"/>
                </a:lnTo>
                <a:lnTo>
                  <a:pt x="1093412" y="509759"/>
                </a:lnTo>
                <a:lnTo>
                  <a:pt x="1092755" y="506677"/>
                </a:lnTo>
                <a:close/>
                <a:moveTo>
                  <a:pt x="1137363" y="404836"/>
                </a:moveTo>
                <a:lnTo>
                  <a:pt x="1137905" y="406433"/>
                </a:lnTo>
                <a:lnTo>
                  <a:pt x="1142991" y="410392"/>
                </a:lnTo>
                <a:lnTo>
                  <a:pt x="1142764" y="409446"/>
                </a:lnTo>
                <a:lnTo>
                  <a:pt x="1138743" y="402496"/>
                </a:lnTo>
                <a:lnTo>
                  <a:pt x="1138563" y="402196"/>
                </a:lnTo>
                <a:close/>
                <a:moveTo>
                  <a:pt x="1136968" y="405705"/>
                </a:moveTo>
                <a:lnTo>
                  <a:pt x="1137501" y="406119"/>
                </a:lnTo>
                <a:lnTo>
                  <a:pt x="1137193" y="405211"/>
                </a:lnTo>
                <a:close/>
                <a:moveTo>
                  <a:pt x="1135933" y="407980"/>
                </a:moveTo>
                <a:lnTo>
                  <a:pt x="1139240" y="411246"/>
                </a:lnTo>
                <a:lnTo>
                  <a:pt x="1138531" y="409158"/>
                </a:lnTo>
                <a:lnTo>
                  <a:pt x="1136217" y="407356"/>
                </a:lnTo>
                <a:close/>
                <a:moveTo>
                  <a:pt x="1092449" y="505347"/>
                </a:moveTo>
                <a:lnTo>
                  <a:pt x="1092311" y="505696"/>
                </a:lnTo>
                <a:lnTo>
                  <a:pt x="1092581" y="505857"/>
                </a:lnTo>
                <a:lnTo>
                  <a:pt x="1092477" y="505369"/>
                </a:lnTo>
                <a:close/>
                <a:moveTo>
                  <a:pt x="1134544" y="411036"/>
                </a:moveTo>
                <a:lnTo>
                  <a:pt x="1143393" y="425669"/>
                </a:lnTo>
                <a:lnTo>
                  <a:pt x="1143852" y="424882"/>
                </a:lnTo>
                <a:lnTo>
                  <a:pt x="1143557" y="423969"/>
                </a:lnTo>
                <a:lnTo>
                  <a:pt x="1139572" y="412225"/>
                </a:lnTo>
                <a:lnTo>
                  <a:pt x="1136484" y="409090"/>
                </a:lnTo>
                <a:lnTo>
                  <a:pt x="1135755" y="408371"/>
                </a:lnTo>
                <a:close/>
                <a:moveTo>
                  <a:pt x="1132051" y="416521"/>
                </a:moveTo>
                <a:lnTo>
                  <a:pt x="1134039" y="419960"/>
                </a:lnTo>
                <a:lnTo>
                  <a:pt x="1141996" y="425497"/>
                </a:lnTo>
                <a:lnTo>
                  <a:pt x="1134163" y="411875"/>
                </a:lnTo>
                <a:close/>
                <a:moveTo>
                  <a:pt x="1131342" y="418081"/>
                </a:moveTo>
                <a:lnTo>
                  <a:pt x="1133576" y="419638"/>
                </a:lnTo>
                <a:lnTo>
                  <a:pt x="1131928" y="416790"/>
                </a:lnTo>
                <a:close/>
                <a:moveTo>
                  <a:pt x="1129031" y="423163"/>
                </a:moveTo>
                <a:lnTo>
                  <a:pt x="1130072" y="426873"/>
                </a:lnTo>
                <a:lnTo>
                  <a:pt x="1136567" y="439489"/>
                </a:lnTo>
                <a:lnTo>
                  <a:pt x="1140036" y="431440"/>
                </a:lnTo>
                <a:lnTo>
                  <a:pt x="1140221" y="431122"/>
                </a:lnTo>
                <a:lnTo>
                  <a:pt x="1134003" y="420376"/>
                </a:lnTo>
                <a:lnTo>
                  <a:pt x="1131208" y="418375"/>
                </a:lnTo>
                <a:close/>
                <a:moveTo>
                  <a:pt x="1128624" y="424059"/>
                </a:moveTo>
                <a:lnTo>
                  <a:pt x="1129077" y="424939"/>
                </a:lnTo>
                <a:lnTo>
                  <a:pt x="1128752" y="423779"/>
                </a:lnTo>
                <a:close/>
                <a:moveTo>
                  <a:pt x="1128147" y="425108"/>
                </a:moveTo>
                <a:lnTo>
                  <a:pt x="1130453" y="429842"/>
                </a:lnTo>
                <a:lnTo>
                  <a:pt x="1129562" y="426666"/>
                </a:lnTo>
                <a:lnTo>
                  <a:pt x="1128435" y="424476"/>
                </a:lnTo>
                <a:close/>
                <a:moveTo>
                  <a:pt x="466842" y="1905856"/>
                </a:moveTo>
                <a:lnTo>
                  <a:pt x="465553" y="1911421"/>
                </a:lnTo>
                <a:lnTo>
                  <a:pt x="478650" y="1910155"/>
                </a:lnTo>
                <a:lnTo>
                  <a:pt x="480992" y="1909896"/>
                </a:lnTo>
                <a:lnTo>
                  <a:pt x="481279" y="1909252"/>
                </a:lnTo>
                <a:close/>
                <a:moveTo>
                  <a:pt x="1125672" y="430551"/>
                </a:moveTo>
                <a:lnTo>
                  <a:pt x="1129450" y="434280"/>
                </a:lnTo>
                <a:lnTo>
                  <a:pt x="1132181" y="437198"/>
                </a:lnTo>
                <a:lnTo>
                  <a:pt x="1130867" y="431319"/>
                </a:lnTo>
                <a:lnTo>
                  <a:pt x="1130783" y="431020"/>
                </a:lnTo>
                <a:lnTo>
                  <a:pt x="1128075" y="425266"/>
                </a:lnTo>
                <a:close/>
                <a:moveTo>
                  <a:pt x="1122984" y="436466"/>
                </a:moveTo>
                <a:lnTo>
                  <a:pt x="1123397" y="437940"/>
                </a:lnTo>
                <a:lnTo>
                  <a:pt x="1124560" y="443137"/>
                </a:lnTo>
                <a:lnTo>
                  <a:pt x="1129560" y="449662"/>
                </a:lnTo>
                <a:lnTo>
                  <a:pt x="1129148" y="445635"/>
                </a:lnTo>
                <a:lnTo>
                  <a:pt x="1129327" y="445822"/>
                </a:lnTo>
                <a:lnTo>
                  <a:pt x="1129745" y="449904"/>
                </a:lnTo>
                <a:lnTo>
                  <a:pt x="1131238" y="451852"/>
                </a:lnTo>
                <a:lnTo>
                  <a:pt x="1134017" y="445407"/>
                </a:lnTo>
                <a:lnTo>
                  <a:pt x="1132624" y="439174"/>
                </a:lnTo>
                <a:lnTo>
                  <a:pt x="1125308" y="431354"/>
                </a:lnTo>
                <a:close/>
                <a:moveTo>
                  <a:pt x="1121971" y="438693"/>
                </a:moveTo>
                <a:lnTo>
                  <a:pt x="1123271" y="441456"/>
                </a:lnTo>
                <a:lnTo>
                  <a:pt x="1123325" y="441527"/>
                </a:lnTo>
                <a:lnTo>
                  <a:pt x="1122454" y="437631"/>
                </a:lnTo>
                <a:close/>
                <a:moveTo>
                  <a:pt x="1121666" y="439363"/>
                </a:moveTo>
                <a:lnTo>
                  <a:pt x="1121692" y="439395"/>
                </a:lnTo>
                <a:lnTo>
                  <a:pt x="1121672" y="439352"/>
                </a:lnTo>
                <a:close/>
                <a:moveTo>
                  <a:pt x="467031" y="1905039"/>
                </a:moveTo>
                <a:lnTo>
                  <a:pt x="466922" y="1905513"/>
                </a:lnTo>
                <a:lnTo>
                  <a:pt x="481300" y="1909206"/>
                </a:lnTo>
                <a:lnTo>
                  <a:pt x="481849" y="1907973"/>
                </a:lnTo>
                <a:close/>
                <a:moveTo>
                  <a:pt x="449981" y="1943170"/>
                </a:moveTo>
                <a:lnTo>
                  <a:pt x="449931" y="1944399"/>
                </a:lnTo>
                <a:lnTo>
                  <a:pt x="453713" y="1945006"/>
                </a:lnTo>
                <a:lnTo>
                  <a:pt x="458847" y="1943923"/>
                </a:lnTo>
                <a:lnTo>
                  <a:pt x="458984" y="1943204"/>
                </a:lnTo>
                <a:lnTo>
                  <a:pt x="452366" y="1942800"/>
                </a:lnTo>
                <a:close/>
                <a:moveTo>
                  <a:pt x="1106467" y="472797"/>
                </a:moveTo>
                <a:lnTo>
                  <a:pt x="1106835" y="473132"/>
                </a:lnTo>
                <a:lnTo>
                  <a:pt x="1106907" y="472060"/>
                </a:lnTo>
                <a:lnTo>
                  <a:pt x="1106832" y="471994"/>
                </a:lnTo>
                <a:close/>
                <a:moveTo>
                  <a:pt x="1105700" y="474485"/>
                </a:moveTo>
                <a:lnTo>
                  <a:pt x="1106251" y="474813"/>
                </a:lnTo>
                <a:lnTo>
                  <a:pt x="1106138" y="474678"/>
                </a:lnTo>
                <a:lnTo>
                  <a:pt x="1105765" y="474339"/>
                </a:lnTo>
                <a:close/>
                <a:moveTo>
                  <a:pt x="1105066" y="475878"/>
                </a:moveTo>
                <a:lnTo>
                  <a:pt x="1105798" y="477570"/>
                </a:lnTo>
                <a:lnTo>
                  <a:pt x="1105997" y="477404"/>
                </a:lnTo>
                <a:lnTo>
                  <a:pt x="1106255" y="476295"/>
                </a:lnTo>
                <a:lnTo>
                  <a:pt x="1105190" y="475604"/>
                </a:lnTo>
                <a:close/>
                <a:moveTo>
                  <a:pt x="480591" y="1874196"/>
                </a:moveTo>
                <a:lnTo>
                  <a:pt x="480777" y="1874797"/>
                </a:lnTo>
                <a:lnTo>
                  <a:pt x="480743" y="1874186"/>
                </a:lnTo>
                <a:close/>
                <a:moveTo>
                  <a:pt x="1104342" y="477471"/>
                </a:moveTo>
                <a:lnTo>
                  <a:pt x="1104760" y="478436"/>
                </a:lnTo>
                <a:lnTo>
                  <a:pt x="1105353" y="477941"/>
                </a:lnTo>
                <a:lnTo>
                  <a:pt x="1104755" y="476563"/>
                </a:lnTo>
                <a:close/>
                <a:moveTo>
                  <a:pt x="450001" y="1942655"/>
                </a:moveTo>
                <a:lnTo>
                  <a:pt x="449990" y="1942949"/>
                </a:lnTo>
                <a:lnTo>
                  <a:pt x="451353" y="1942738"/>
                </a:lnTo>
                <a:close/>
                <a:moveTo>
                  <a:pt x="480477" y="1873829"/>
                </a:moveTo>
                <a:lnTo>
                  <a:pt x="480532" y="1874008"/>
                </a:lnTo>
                <a:lnTo>
                  <a:pt x="480732" y="1873992"/>
                </a:lnTo>
                <a:lnTo>
                  <a:pt x="480724" y="1873839"/>
                </a:lnTo>
                <a:close/>
                <a:moveTo>
                  <a:pt x="468383" y="1899208"/>
                </a:moveTo>
                <a:lnTo>
                  <a:pt x="467139" y="1904574"/>
                </a:lnTo>
                <a:lnTo>
                  <a:pt x="482134" y="1907333"/>
                </a:lnTo>
                <a:lnTo>
                  <a:pt x="482833" y="1905764"/>
                </a:lnTo>
                <a:lnTo>
                  <a:pt x="480497" y="1905845"/>
                </a:lnTo>
                <a:lnTo>
                  <a:pt x="480391" y="1905768"/>
                </a:lnTo>
                <a:lnTo>
                  <a:pt x="482869" y="1905682"/>
                </a:lnTo>
                <a:lnTo>
                  <a:pt x="483162" y="1905026"/>
                </a:lnTo>
                <a:close/>
                <a:moveTo>
                  <a:pt x="495120" y="1838891"/>
                </a:moveTo>
                <a:lnTo>
                  <a:pt x="496722" y="1839874"/>
                </a:lnTo>
                <a:lnTo>
                  <a:pt x="497309" y="1839866"/>
                </a:lnTo>
                <a:lnTo>
                  <a:pt x="497005" y="1839078"/>
                </a:lnTo>
                <a:close/>
                <a:moveTo>
                  <a:pt x="437192" y="1968428"/>
                </a:moveTo>
                <a:lnTo>
                  <a:pt x="442504" y="1971498"/>
                </a:lnTo>
                <a:lnTo>
                  <a:pt x="448339" y="1970706"/>
                </a:lnTo>
                <a:lnTo>
                  <a:pt x="448422" y="1968643"/>
                </a:lnTo>
                <a:close/>
                <a:moveTo>
                  <a:pt x="462302" y="1911938"/>
                </a:moveTo>
                <a:lnTo>
                  <a:pt x="464705" y="1913000"/>
                </a:lnTo>
                <a:lnTo>
                  <a:pt x="464955" y="1911682"/>
                </a:lnTo>
                <a:close/>
                <a:moveTo>
                  <a:pt x="450151" y="1938926"/>
                </a:moveTo>
                <a:lnTo>
                  <a:pt x="450014" y="1942326"/>
                </a:lnTo>
                <a:lnTo>
                  <a:pt x="453042" y="1942469"/>
                </a:lnTo>
                <a:lnTo>
                  <a:pt x="456967" y="1941806"/>
                </a:lnTo>
                <a:lnTo>
                  <a:pt x="455284" y="1940996"/>
                </a:lnTo>
                <a:lnTo>
                  <a:pt x="451912" y="1939317"/>
                </a:lnTo>
                <a:close/>
                <a:moveTo>
                  <a:pt x="450170" y="1938450"/>
                </a:moveTo>
                <a:lnTo>
                  <a:pt x="450159" y="1938723"/>
                </a:lnTo>
                <a:lnTo>
                  <a:pt x="451118" y="1938922"/>
                </a:lnTo>
                <a:close/>
                <a:moveTo>
                  <a:pt x="475467" y="1881330"/>
                </a:moveTo>
                <a:lnTo>
                  <a:pt x="479955" y="1884498"/>
                </a:lnTo>
                <a:lnTo>
                  <a:pt x="481784" y="1885602"/>
                </a:lnTo>
                <a:lnTo>
                  <a:pt x="481457" y="1882180"/>
                </a:lnTo>
                <a:lnTo>
                  <a:pt x="480635" y="1881842"/>
                </a:lnTo>
                <a:lnTo>
                  <a:pt x="477998" y="1880653"/>
                </a:lnTo>
                <a:close/>
                <a:moveTo>
                  <a:pt x="1140962" y="391013"/>
                </a:moveTo>
                <a:lnTo>
                  <a:pt x="1141009" y="391104"/>
                </a:lnTo>
                <a:lnTo>
                  <a:pt x="1141099" y="390907"/>
                </a:lnTo>
                <a:lnTo>
                  <a:pt x="1141183" y="390739"/>
                </a:lnTo>
                <a:close/>
                <a:moveTo>
                  <a:pt x="453969" y="1929067"/>
                </a:moveTo>
                <a:lnTo>
                  <a:pt x="461511" y="1929863"/>
                </a:lnTo>
                <a:lnTo>
                  <a:pt x="461630" y="1929233"/>
                </a:lnTo>
                <a:lnTo>
                  <a:pt x="454896" y="1929098"/>
                </a:lnTo>
                <a:close/>
                <a:moveTo>
                  <a:pt x="1136973" y="399248"/>
                </a:moveTo>
                <a:lnTo>
                  <a:pt x="1137163" y="399564"/>
                </a:lnTo>
                <a:lnTo>
                  <a:pt x="1137568" y="398671"/>
                </a:lnTo>
                <a:close/>
                <a:moveTo>
                  <a:pt x="1135839" y="400346"/>
                </a:moveTo>
                <a:lnTo>
                  <a:pt x="1136253" y="401563"/>
                </a:lnTo>
                <a:lnTo>
                  <a:pt x="1137089" y="399725"/>
                </a:lnTo>
                <a:lnTo>
                  <a:pt x="1136866" y="399351"/>
                </a:lnTo>
                <a:close/>
                <a:moveTo>
                  <a:pt x="1102884" y="474111"/>
                </a:moveTo>
                <a:lnTo>
                  <a:pt x="1103073" y="474547"/>
                </a:lnTo>
                <a:lnTo>
                  <a:pt x="1103183" y="474306"/>
                </a:lnTo>
                <a:close/>
                <a:moveTo>
                  <a:pt x="1140402" y="389925"/>
                </a:moveTo>
                <a:lnTo>
                  <a:pt x="1140730" y="390563"/>
                </a:lnTo>
                <a:lnTo>
                  <a:pt x="1142011" y="389095"/>
                </a:lnTo>
                <a:lnTo>
                  <a:pt x="1142670" y="387787"/>
                </a:lnTo>
                <a:close/>
                <a:moveTo>
                  <a:pt x="1103503" y="472278"/>
                </a:moveTo>
                <a:lnTo>
                  <a:pt x="1103797" y="472955"/>
                </a:lnTo>
                <a:lnTo>
                  <a:pt x="1103928" y="472666"/>
                </a:lnTo>
                <a:close/>
                <a:moveTo>
                  <a:pt x="479283" y="1869984"/>
                </a:moveTo>
                <a:lnTo>
                  <a:pt x="479296" y="1870026"/>
                </a:lnTo>
                <a:lnTo>
                  <a:pt x="479373" y="1870029"/>
                </a:lnTo>
                <a:close/>
                <a:moveTo>
                  <a:pt x="1100251" y="479398"/>
                </a:moveTo>
                <a:lnTo>
                  <a:pt x="1100245" y="479427"/>
                </a:lnTo>
                <a:lnTo>
                  <a:pt x="1100442" y="480319"/>
                </a:lnTo>
                <a:lnTo>
                  <a:pt x="1100446" y="480325"/>
                </a:lnTo>
                <a:lnTo>
                  <a:pt x="1100558" y="480080"/>
                </a:lnTo>
                <a:lnTo>
                  <a:pt x="1100448" y="479775"/>
                </a:lnTo>
                <a:close/>
                <a:moveTo>
                  <a:pt x="1163733" y="337035"/>
                </a:moveTo>
                <a:lnTo>
                  <a:pt x="1164541" y="344366"/>
                </a:lnTo>
                <a:lnTo>
                  <a:pt x="1166739" y="340002"/>
                </a:lnTo>
                <a:close/>
                <a:moveTo>
                  <a:pt x="446063" y="1943777"/>
                </a:moveTo>
                <a:lnTo>
                  <a:pt x="449399" y="1944313"/>
                </a:lnTo>
                <a:lnTo>
                  <a:pt x="449442" y="1943253"/>
                </a:lnTo>
                <a:close/>
                <a:moveTo>
                  <a:pt x="491297" y="1842358"/>
                </a:moveTo>
                <a:lnTo>
                  <a:pt x="495169" y="1844428"/>
                </a:lnTo>
                <a:lnTo>
                  <a:pt x="495210" y="1844430"/>
                </a:lnTo>
                <a:lnTo>
                  <a:pt x="494732" y="1843188"/>
                </a:lnTo>
                <a:lnTo>
                  <a:pt x="494116" y="1843223"/>
                </a:lnTo>
                <a:lnTo>
                  <a:pt x="493799" y="1843001"/>
                </a:lnTo>
                <a:lnTo>
                  <a:pt x="494595" y="1842955"/>
                </a:lnTo>
                <a:lnTo>
                  <a:pt x="494150" y="1842524"/>
                </a:lnTo>
                <a:close/>
                <a:moveTo>
                  <a:pt x="450348" y="1934018"/>
                </a:moveTo>
                <a:lnTo>
                  <a:pt x="450199" y="1937723"/>
                </a:lnTo>
                <a:lnTo>
                  <a:pt x="453927" y="1939507"/>
                </a:lnTo>
                <a:lnTo>
                  <a:pt x="459466" y="1940659"/>
                </a:lnTo>
                <a:lnTo>
                  <a:pt x="461005" y="1932536"/>
                </a:lnTo>
                <a:close/>
                <a:moveTo>
                  <a:pt x="1114483" y="446304"/>
                </a:moveTo>
                <a:lnTo>
                  <a:pt x="1115041" y="448224"/>
                </a:lnTo>
                <a:lnTo>
                  <a:pt x="1115519" y="447172"/>
                </a:lnTo>
                <a:close/>
                <a:moveTo>
                  <a:pt x="471465" y="1885905"/>
                </a:moveTo>
                <a:lnTo>
                  <a:pt x="471408" y="1886155"/>
                </a:lnTo>
                <a:lnTo>
                  <a:pt x="471783" y="1886143"/>
                </a:lnTo>
                <a:close/>
                <a:moveTo>
                  <a:pt x="1120953" y="430916"/>
                </a:moveTo>
                <a:lnTo>
                  <a:pt x="1121157" y="434770"/>
                </a:lnTo>
                <a:lnTo>
                  <a:pt x="1121598" y="433800"/>
                </a:lnTo>
                <a:close/>
                <a:moveTo>
                  <a:pt x="1152793" y="359616"/>
                </a:moveTo>
                <a:lnTo>
                  <a:pt x="1154270" y="364756"/>
                </a:lnTo>
                <a:lnTo>
                  <a:pt x="1155392" y="362531"/>
                </a:lnTo>
                <a:close/>
                <a:moveTo>
                  <a:pt x="1135851" y="397365"/>
                </a:moveTo>
                <a:lnTo>
                  <a:pt x="1136704" y="398797"/>
                </a:lnTo>
                <a:lnTo>
                  <a:pt x="1138116" y="397466"/>
                </a:lnTo>
                <a:lnTo>
                  <a:pt x="1138427" y="396783"/>
                </a:lnTo>
                <a:lnTo>
                  <a:pt x="1137704" y="395062"/>
                </a:lnTo>
                <a:close/>
                <a:moveTo>
                  <a:pt x="1133273" y="402829"/>
                </a:moveTo>
                <a:lnTo>
                  <a:pt x="1135049" y="404212"/>
                </a:lnTo>
                <a:lnTo>
                  <a:pt x="1136083" y="401939"/>
                </a:lnTo>
                <a:lnTo>
                  <a:pt x="1135616" y="400562"/>
                </a:lnTo>
                <a:close/>
                <a:moveTo>
                  <a:pt x="1135131" y="398259"/>
                </a:moveTo>
                <a:lnTo>
                  <a:pt x="1135651" y="399789"/>
                </a:lnTo>
                <a:lnTo>
                  <a:pt x="1136595" y="398898"/>
                </a:lnTo>
                <a:lnTo>
                  <a:pt x="1135753" y="397486"/>
                </a:lnTo>
                <a:close/>
                <a:moveTo>
                  <a:pt x="1101556" y="473248"/>
                </a:moveTo>
                <a:lnTo>
                  <a:pt x="1101464" y="473682"/>
                </a:lnTo>
                <a:lnTo>
                  <a:pt x="1101926" y="474567"/>
                </a:lnTo>
                <a:lnTo>
                  <a:pt x="1102610" y="475565"/>
                </a:lnTo>
                <a:lnTo>
                  <a:pt x="1102893" y="474944"/>
                </a:lnTo>
                <a:lnTo>
                  <a:pt x="1102392" y="473792"/>
                </a:lnTo>
                <a:close/>
                <a:moveTo>
                  <a:pt x="1114095" y="444963"/>
                </a:moveTo>
                <a:lnTo>
                  <a:pt x="1114207" y="445353"/>
                </a:lnTo>
                <a:lnTo>
                  <a:pt x="1115637" y="446549"/>
                </a:lnTo>
                <a:lnTo>
                  <a:pt x="1115649" y="446373"/>
                </a:lnTo>
                <a:close/>
                <a:moveTo>
                  <a:pt x="1181588" y="293637"/>
                </a:moveTo>
                <a:lnTo>
                  <a:pt x="1182795" y="301296"/>
                </a:lnTo>
                <a:lnTo>
                  <a:pt x="1185094" y="303565"/>
                </a:lnTo>
                <a:lnTo>
                  <a:pt x="1199893" y="274185"/>
                </a:lnTo>
                <a:lnTo>
                  <a:pt x="1195822" y="265598"/>
                </a:lnTo>
                <a:lnTo>
                  <a:pt x="1192431" y="272108"/>
                </a:lnTo>
                <a:close/>
                <a:moveTo>
                  <a:pt x="1179390" y="297999"/>
                </a:moveTo>
                <a:lnTo>
                  <a:pt x="1181571" y="300094"/>
                </a:lnTo>
                <a:lnTo>
                  <a:pt x="1180799" y="295200"/>
                </a:lnTo>
                <a:close/>
                <a:moveTo>
                  <a:pt x="1131985" y="404077"/>
                </a:moveTo>
                <a:lnTo>
                  <a:pt x="1134141" y="406208"/>
                </a:lnTo>
                <a:lnTo>
                  <a:pt x="1134298" y="405863"/>
                </a:lnTo>
                <a:lnTo>
                  <a:pt x="1131993" y="404069"/>
                </a:lnTo>
                <a:close/>
                <a:moveTo>
                  <a:pt x="1102043" y="470948"/>
                </a:moveTo>
                <a:lnTo>
                  <a:pt x="1101869" y="471770"/>
                </a:lnTo>
                <a:lnTo>
                  <a:pt x="1102127" y="472366"/>
                </a:lnTo>
                <a:lnTo>
                  <a:pt x="1103214" y="473011"/>
                </a:lnTo>
                <a:lnTo>
                  <a:pt x="1102499" y="471364"/>
                </a:lnTo>
                <a:close/>
                <a:moveTo>
                  <a:pt x="1126825" y="415305"/>
                </a:moveTo>
                <a:lnTo>
                  <a:pt x="1128039" y="419631"/>
                </a:lnTo>
                <a:lnTo>
                  <a:pt x="1129241" y="416988"/>
                </a:lnTo>
                <a:close/>
                <a:moveTo>
                  <a:pt x="1101073" y="472937"/>
                </a:moveTo>
                <a:lnTo>
                  <a:pt x="1101180" y="473139"/>
                </a:lnTo>
                <a:lnTo>
                  <a:pt x="1101205" y="473021"/>
                </a:lnTo>
                <a:close/>
                <a:moveTo>
                  <a:pt x="450531" y="1929461"/>
                </a:moveTo>
                <a:lnTo>
                  <a:pt x="450381" y="1933198"/>
                </a:lnTo>
                <a:lnTo>
                  <a:pt x="461167" y="1931677"/>
                </a:lnTo>
                <a:lnTo>
                  <a:pt x="461370" y="1930605"/>
                </a:lnTo>
                <a:close/>
                <a:moveTo>
                  <a:pt x="479542" y="1864411"/>
                </a:moveTo>
                <a:lnTo>
                  <a:pt x="479846" y="1865050"/>
                </a:lnTo>
                <a:lnTo>
                  <a:pt x="480245" y="1865210"/>
                </a:lnTo>
                <a:lnTo>
                  <a:pt x="480233" y="1864991"/>
                </a:lnTo>
                <a:close/>
                <a:moveTo>
                  <a:pt x="473185" y="1878484"/>
                </a:moveTo>
                <a:lnTo>
                  <a:pt x="472939" y="1879545"/>
                </a:lnTo>
                <a:lnTo>
                  <a:pt x="474342" y="1880535"/>
                </a:lnTo>
                <a:lnTo>
                  <a:pt x="476259" y="1879870"/>
                </a:lnTo>
                <a:close/>
                <a:moveTo>
                  <a:pt x="1174880" y="306951"/>
                </a:moveTo>
                <a:lnTo>
                  <a:pt x="1178590" y="316476"/>
                </a:lnTo>
                <a:lnTo>
                  <a:pt x="1182827" y="308063"/>
                </a:lnTo>
                <a:lnTo>
                  <a:pt x="1181806" y="301582"/>
                </a:lnTo>
                <a:lnTo>
                  <a:pt x="1178986" y="298800"/>
                </a:lnTo>
                <a:close/>
                <a:moveTo>
                  <a:pt x="1130945" y="405084"/>
                </a:moveTo>
                <a:lnTo>
                  <a:pt x="1133062" y="408583"/>
                </a:lnTo>
                <a:lnTo>
                  <a:pt x="1133963" y="406600"/>
                </a:lnTo>
                <a:lnTo>
                  <a:pt x="1131695" y="404358"/>
                </a:lnTo>
                <a:close/>
                <a:moveTo>
                  <a:pt x="1102617" y="468242"/>
                </a:moveTo>
                <a:lnTo>
                  <a:pt x="1102431" y="469121"/>
                </a:lnTo>
                <a:lnTo>
                  <a:pt x="1104630" y="471123"/>
                </a:lnTo>
                <a:lnTo>
                  <a:pt x="1104982" y="470347"/>
                </a:lnTo>
                <a:close/>
                <a:moveTo>
                  <a:pt x="1172498" y="311681"/>
                </a:moveTo>
                <a:lnTo>
                  <a:pt x="1176623" y="320381"/>
                </a:lnTo>
                <a:lnTo>
                  <a:pt x="1178462" y="316730"/>
                </a:lnTo>
                <a:lnTo>
                  <a:pt x="1177538" y="314258"/>
                </a:lnTo>
                <a:lnTo>
                  <a:pt x="1174775" y="307160"/>
                </a:lnTo>
                <a:close/>
                <a:moveTo>
                  <a:pt x="1132155" y="401958"/>
                </a:moveTo>
                <a:lnTo>
                  <a:pt x="1132809" y="402467"/>
                </a:lnTo>
                <a:lnTo>
                  <a:pt x="1135426" y="400001"/>
                </a:lnTo>
                <a:lnTo>
                  <a:pt x="1134922" y="398518"/>
                </a:lnTo>
                <a:close/>
                <a:moveTo>
                  <a:pt x="474081" y="1874619"/>
                </a:moveTo>
                <a:lnTo>
                  <a:pt x="473211" y="1878373"/>
                </a:lnTo>
                <a:lnTo>
                  <a:pt x="476523" y="1879778"/>
                </a:lnTo>
                <a:lnTo>
                  <a:pt x="480520" y="1878391"/>
                </a:lnTo>
                <a:lnTo>
                  <a:pt x="479245" y="1874283"/>
                </a:lnTo>
                <a:close/>
                <a:moveTo>
                  <a:pt x="1134646" y="395348"/>
                </a:moveTo>
                <a:lnTo>
                  <a:pt x="1135421" y="396646"/>
                </a:lnTo>
                <a:lnTo>
                  <a:pt x="1137412" y="394365"/>
                </a:lnTo>
                <a:lnTo>
                  <a:pt x="1136924" y="393202"/>
                </a:lnTo>
                <a:close/>
                <a:moveTo>
                  <a:pt x="1120717" y="426444"/>
                </a:moveTo>
                <a:lnTo>
                  <a:pt x="1120844" y="428836"/>
                </a:lnTo>
                <a:lnTo>
                  <a:pt x="1121992" y="432932"/>
                </a:lnTo>
                <a:lnTo>
                  <a:pt x="1123559" y="429484"/>
                </a:lnTo>
                <a:close/>
                <a:moveTo>
                  <a:pt x="1101164" y="470147"/>
                </a:moveTo>
                <a:lnTo>
                  <a:pt x="1101601" y="471154"/>
                </a:lnTo>
                <a:lnTo>
                  <a:pt x="1101709" y="470644"/>
                </a:lnTo>
                <a:close/>
                <a:moveTo>
                  <a:pt x="1114070" y="441034"/>
                </a:moveTo>
                <a:lnTo>
                  <a:pt x="1115787" y="444313"/>
                </a:lnTo>
                <a:lnTo>
                  <a:pt x="1115866" y="443142"/>
                </a:lnTo>
                <a:close/>
                <a:moveTo>
                  <a:pt x="1103251" y="465254"/>
                </a:moveTo>
                <a:lnTo>
                  <a:pt x="1102750" y="467615"/>
                </a:lnTo>
                <a:lnTo>
                  <a:pt x="1105223" y="469818"/>
                </a:lnTo>
                <a:lnTo>
                  <a:pt x="1105856" y="468426"/>
                </a:lnTo>
                <a:close/>
                <a:moveTo>
                  <a:pt x="474359" y="1873420"/>
                </a:moveTo>
                <a:lnTo>
                  <a:pt x="474107" y="1874507"/>
                </a:lnTo>
                <a:lnTo>
                  <a:pt x="474409" y="1874488"/>
                </a:lnTo>
                <a:lnTo>
                  <a:pt x="479192" y="1874113"/>
                </a:lnTo>
                <a:lnTo>
                  <a:pt x="479088" y="1873779"/>
                </a:lnTo>
                <a:lnTo>
                  <a:pt x="475683" y="1873656"/>
                </a:lnTo>
                <a:close/>
                <a:moveTo>
                  <a:pt x="1134265" y="395707"/>
                </a:moveTo>
                <a:lnTo>
                  <a:pt x="1134833" y="397377"/>
                </a:lnTo>
                <a:lnTo>
                  <a:pt x="1135324" y="396767"/>
                </a:lnTo>
                <a:lnTo>
                  <a:pt x="1134539" y="395450"/>
                </a:lnTo>
                <a:close/>
                <a:moveTo>
                  <a:pt x="1130385" y="404158"/>
                </a:moveTo>
                <a:lnTo>
                  <a:pt x="1130614" y="404536"/>
                </a:lnTo>
                <a:lnTo>
                  <a:pt x="1131259" y="403927"/>
                </a:lnTo>
                <a:lnTo>
                  <a:pt x="1130875" y="403548"/>
                </a:lnTo>
                <a:close/>
                <a:moveTo>
                  <a:pt x="445970" y="1936360"/>
                </a:moveTo>
                <a:lnTo>
                  <a:pt x="446181" y="1937864"/>
                </a:lnTo>
                <a:lnTo>
                  <a:pt x="448453" y="1938368"/>
                </a:lnTo>
                <a:lnTo>
                  <a:pt x="449628" y="1938612"/>
                </a:lnTo>
                <a:lnTo>
                  <a:pt x="449645" y="1938189"/>
                </a:lnTo>
                <a:close/>
                <a:moveTo>
                  <a:pt x="1163014" y="330509"/>
                </a:moveTo>
                <a:lnTo>
                  <a:pt x="1163617" y="335978"/>
                </a:lnTo>
                <a:lnTo>
                  <a:pt x="1167057" y="339373"/>
                </a:lnTo>
                <a:lnTo>
                  <a:pt x="1176400" y="320824"/>
                </a:lnTo>
                <a:lnTo>
                  <a:pt x="1172276" y="312124"/>
                </a:lnTo>
                <a:close/>
                <a:moveTo>
                  <a:pt x="1161374" y="333765"/>
                </a:moveTo>
                <a:lnTo>
                  <a:pt x="1162766" y="335138"/>
                </a:lnTo>
                <a:lnTo>
                  <a:pt x="1162384" y="331760"/>
                </a:lnTo>
                <a:close/>
                <a:moveTo>
                  <a:pt x="1103910" y="462144"/>
                </a:moveTo>
                <a:lnTo>
                  <a:pt x="1103359" y="464740"/>
                </a:lnTo>
                <a:lnTo>
                  <a:pt x="1106065" y="467966"/>
                </a:lnTo>
                <a:lnTo>
                  <a:pt x="1106368" y="467299"/>
                </a:lnTo>
                <a:close/>
                <a:moveTo>
                  <a:pt x="1159949" y="336592"/>
                </a:moveTo>
                <a:lnTo>
                  <a:pt x="1161977" y="349457"/>
                </a:lnTo>
                <a:lnTo>
                  <a:pt x="1163942" y="345557"/>
                </a:lnTo>
                <a:lnTo>
                  <a:pt x="1162885" y="336198"/>
                </a:lnTo>
                <a:lnTo>
                  <a:pt x="1161057" y="334395"/>
                </a:lnTo>
                <a:close/>
                <a:moveTo>
                  <a:pt x="475254" y="1869556"/>
                </a:moveTo>
                <a:lnTo>
                  <a:pt x="475180" y="1869878"/>
                </a:lnTo>
                <a:lnTo>
                  <a:pt x="477907" y="1869977"/>
                </a:lnTo>
                <a:lnTo>
                  <a:pt x="477755" y="1869487"/>
                </a:lnTo>
                <a:close/>
                <a:moveTo>
                  <a:pt x="1113064" y="441141"/>
                </a:moveTo>
                <a:lnTo>
                  <a:pt x="1113049" y="441357"/>
                </a:lnTo>
                <a:lnTo>
                  <a:pt x="1113777" y="443864"/>
                </a:lnTo>
                <a:lnTo>
                  <a:pt x="1115048" y="444929"/>
                </a:lnTo>
                <a:close/>
                <a:moveTo>
                  <a:pt x="1128406" y="406617"/>
                </a:moveTo>
                <a:lnTo>
                  <a:pt x="1130118" y="405004"/>
                </a:lnTo>
                <a:lnTo>
                  <a:pt x="1129942" y="404708"/>
                </a:lnTo>
                <a:close/>
                <a:moveTo>
                  <a:pt x="1145914" y="367067"/>
                </a:moveTo>
                <a:lnTo>
                  <a:pt x="1147206" y="378782"/>
                </a:lnTo>
                <a:lnTo>
                  <a:pt x="1149183" y="374856"/>
                </a:lnTo>
                <a:close/>
                <a:moveTo>
                  <a:pt x="1127333" y="408581"/>
                </a:moveTo>
                <a:lnTo>
                  <a:pt x="1130585" y="414032"/>
                </a:lnTo>
                <a:lnTo>
                  <a:pt x="1132708" y="409361"/>
                </a:lnTo>
                <a:lnTo>
                  <a:pt x="1130450" y="405563"/>
                </a:lnTo>
                <a:close/>
                <a:moveTo>
                  <a:pt x="472543" y="1874718"/>
                </a:moveTo>
                <a:lnTo>
                  <a:pt x="472543" y="1874744"/>
                </a:lnTo>
                <a:lnTo>
                  <a:pt x="472562" y="1875344"/>
                </a:lnTo>
                <a:lnTo>
                  <a:pt x="472709" y="1874707"/>
                </a:lnTo>
                <a:close/>
                <a:moveTo>
                  <a:pt x="1101205" y="466985"/>
                </a:moveTo>
                <a:lnTo>
                  <a:pt x="1101922" y="468635"/>
                </a:lnTo>
                <a:lnTo>
                  <a:pt x="1101998" y="468725"/>
                </a:lnTo>
                <a:lnTo>
                  <a:pt x="1102097" y="468816"/>
                </a:lnTo>
                <a:lnTo>
                  <a:pt x="1102282" y="467942"/>
                </a:lnTo>
                <a:close/>
                <a:moveTo>
                  <a:pt x="445732" y="1934661"/>
                </a:moveTo>
                <a:lnTo>
                  <a:pt x="445870" y="1935650"/>
                </a:lnTo>
                <a:lnTo>
                  <a:pt x="449674" y="1937471"/>
                </a:lnTo>
                <a:lnTo>
                  <a:pt x="449809" y="1934093"/>
                </a:lnTo>
                <a:close/>
                <a:moveTo>
                  <a:pt x="486857" y="1842565"/>
                </a:moveTo>
                <a:lnTo>
                  <a:pt x="489313" y="1844124"/>
                </a:lnTo>
                <a:lnTo>
                  <a:pt x="490981" y="1844211"/>
                </a:lnTo>
                <a:close/>
                <a:moveTo>
                  <a:pt x="477298" y="1863593"/>
                </a:moveTo>
                <a:lnTo>
                  <a:pt x="477452" y="1864091"/>
                </a:lnTo>
                <a:lnTo>
                  <a:pt x="479116" y="1864757"/>
                </a:lnTo>
                <a:lnTo>
                  <a:pt x="478708" y="1863901"/>
                </a:lnTo>
                <a:close/>
                <a:moveTo>
                  <a:pt x="1151180" y="354001"/>
                </a:moveTo>
                <a:lnTo>
                  <a:pt x="1152638" y="359075"/>
                </a:lnTo>
                <a:lnTo>
                  <a:pt x="1152689" y="359083"/>
                </a:lnTo>
                <a:lnTo>
                  <a:pt x="1155525" y="362265"/>
                </a:lnTo>
                <a:lnTo>
                  <a:pt x="1157776" y="357798"/>
                </a:lnTo>
                <a:lnTo>
                  <a:pt x="1156551" y="355213"/>
                </a:lnTo>
                <a:lnTo>
                  <a:pt x="1156892" y="355381"/>
                </a:lnTo>
                <a:lnTo>
                  <a:pt x="1157909" y="357532"/>
                </a:lnTo>
                <a:lnTo>
                  <a:pt x="1160588" y="352215"/>
                </a:lnTo>
                <a:lnTo>
                  <a:pt x="1159405" y="338043"/>
                </a:lnTo>
                <a:lnTo>
                  <a:pt x="1159361" y="337761"/>
                </a:lnTo>
                <a:close/>
                <a:moveTo>
                  <a:pt x="1106066" y="454990"/>
                </a:moveTo>
                <a:lnTo>
                  <a:pt x="1106438" y="455667"/>
                </a:lnTo>
                <a:lnTo>
                  <a:pt x="1106139" y="454892"/>
                </a:lnTo>
                <a:close/>
                <a:moveTo>
                  <a:pt x="472545" y="1873097"/>
                </a:moveTo>
                <a:lnTo>
                  <a:pt x="472543" y="1874609"/>
                </a:lnTo>
                <a:lnTo>
                  <a:pt x="472735" y="1874596"/>
                </a:lnTo>
                <a:lnTo>
                  <a:pt x="473061" y="1873189"/>
                </a:lnTo>
                <a:close/>
                <a:moveTo>
                  <a:pt x="1105125" y="456419"/>
                </a:moveTo>
                <a:lnTo>
                  <a:pt x="1104121" y="461151"/>
                </a:lnTo>
                <a:lnTo>
                  <a:pt x="1106745" y="466470"/>
                </a:lnTo>
                <a:lnTo>
                  <a:pt x="1107375" y="465084"/>
                </a:lnTo>
                <a:lnTo>
                  <a:pt x="1107630" y="461305"/>
                </a:lnTo>
                <a:lnTo>
                  <a:pt x="1105383" y="456831"/>
                </a:lnTo>
                <a:close/>
                <a:moveTo>
                  <a:pt x="1147884" y="360546"/>
                </a:moveTo>
                <a:lnTo>
                  <a:pt x="1152183" y="368900"/>
                </a:lnTo>
                <a:lnTo>
                  <a:pt x="1154071" y="365152"/>
                </a:lnTo>
                <a:lnTo>
                  <a:pt x="1152332" y="359098"/>
                </a:lnTo>
                <a:lnTo>
                  <a:pt x="1152250" y="359006"/>
                </a:lnTo>
                <a:lnTo>
                  <a:pt x="1152309" y="359016"/>
                </a:lnTo>
                <a:lnTo>
                  <a:pt x="1150981" y="354396"/>
                </a:lnTo>
                <a:close/>
                <a:moveTo>
                  <a:pt x="486187" y="1841982"/>
                </a:moveTo>
                <a:lnTo>
                  <a:pt x="490146" y="1843562"/>
                </a:lnTo>
                <a:lnTo>
                  <a:pt x="487916" y="1842153"/>
                </a:lnTo>
                <a:close/>
                <a:moveTo>
                  <a:pt x="1125449" y="410404"/>
                </a:moveTo>
                <a:lnTo>
                  <a:pt x="1126697" y="414848"/>
                </a:lnTo>
                <a:lnTo>
                  <a:pt x="1129368" y="416708"/>
                </a:lnTo>
                <a:lnTo>
                  <a:pt x="1130475" y="414275"/>
                </a:lnTo>
                <a:lnTo>
                  <a:pt x="1127235" y="408675"/>
                </a:lnTo>
                <a:close/>
                <a:moveTo>
                  <a:pt x="458531" y="1903357"/>
                </a:moveTo>
                <a:lnTo>
                  <a:pt x="466161" y="1905317"/>
                </a:lnTo>
                <a:lnTo>
                  <a:pt x="466243" y="1904883"/>
                </a:lnTo>
                <a:close/>
                <a:moveTo>
                  <a:pt x="1129712" y="400057"/>
                </a:moveTo>
                <a:lnTo>
                  <a:pt x="1131535" y="401476"/>
                </a:lnTo>
                <a:lnTo>
                  <a:pt x="1134624" y="397636"/>
                </a:lnTo>
                <a:lnTo>
                  <a:pt x="1134041" y="395918"/>
                </a:lnTo>
                <a:lnTo>
                  <a:pt x="1132062" y="397784"/>
                </a:lnTo>
                <a:close/>
                <a:moveTo>
                  <a:pt x="444238" y="1934868"/>
                </a:moveTo>
                <a:lnTo>
                  <a:pt x="445758" y="1935596"/>
                </a:lnTo>
                <a:lnTo>
                  <a:pt x="445629" y="1934674"/>
                </a:lnTo>
                <a:close/>
                <a:moveTo>
                  <a:pt x="1105694" y="453735"/>
                </a:moveTo>
                <a:lnTo>
                  <a:pt x="1105605" y="454155"/>
                </a:lnTo>
                <a:lnTo>
                  <a:pt x="1105902" y="454695"/>
                </a:lnTo>
                <a:lnTo>
                  <a:pt x="1106009" y="454551"/>
                </a:lnTo>
                <a:close/>
                <a:moveTo>
                  <a:pt x="1128854" y="401626"/>
                </a:moveTo>
                <a:lnTo>
                  <a:pt x="1129953" y="403443"/>
                </a:lnTo>
                <a:lnTo>
                  <a:pt x="1130314" y="402994"/>
                </a:lnTo>
                <a:lnTo>
                  <a:pt x="1129210" y="401903"/>
                </a:lnTo>
                <a:close/>
                <a:moveTo>
                  <a:pt x="1113402" y="436117"/>
                </a:moveTo>
                <a:lnTo>
                  <a:pt x="1113184" y="439347"/>
                </a:lnTo>
                <a:lnTo>
                  <a:pt x="1113736" y="440399"/>
                </a:lnTo>
                <a:lnTo>
                  <a:pt x="1115888" y="442813"/>
                </a:lnTo>
                <a:lnTo>
                  <a:pt x="1116083" y="439902"/>
                </a:lnTo>
                <a:lnTo>
                  <a:pt x="1115372" y="438389"/>
                </a:lnTo>
                <a:close/>
                <a:moveTo>
                  <a:pt x="1139609" y="377269"/>
                </a:moveTo>
                <a:lnTo>
                  <a:pt x="1144482" y="384189"/>
                </a:lnTo>
                <a:lnTo>
                  <a:pt x="1146790" y="379607"/>
                </a:lnTo>
                <a:lnTo>
                  <a:pt x="1145233" y="365809"/>
                </a:lnTo>
                <a:lnTo>
                  <a:pt x="1140992" y="374228"/>
                </a:lnTo>
                <a:close/>
                <a:moveTo>
                  <a:pt x="1103069" y="459018"/>
                </a:moveTo>
                <a:lnTo>
                  <a:pt x="1103842" y="460586"/>
                </a:lnTo>
                <a:lnTo>
                  <a:pt x="1104616" y="456939"/>
                </a:lnTo>
                <a:close/>
                <a:moveTo>
                  <a:pt x="1136926" y="383171"/>
                </a:moveTo>
                <a:lnTo>
                  <a:pt x="1140282" y="389693"/>
                </a:lnTo>
                <a:lnTo>
                  <a:pt x="1142999" y="387132"/>
                </a:lnTo>
                <a:lnTo>
                  <a:pt x="1144393" y="384365"/>
                </a:lnTo>
                <a:lnTo>
                  <a:pt x="1139526" y="377453"/>
                </a:lnTo>
                <a:close/>
                <a:moveTo>
                  <a:pt x="1132799" y="392250"/>
                </a:moveTo>
                <a:lnTo>
                  <a:pt x="1134515" y="395128"/>
                </a:lnTo>
                <a:lnTo>
                  <a:pt x="1136821" y="392956"/>
                </a:lnTo>
                <a:lnTo>
                  <a:pt x="1135632" y="390123"/>
                </a:lnTo>
                <a:lnTo>
                  <a:pt x="1134253" y="389051"/>
                </a:lnTo>
                <a:close/>
                <a:moveTo>
                  <a:pt x="1129370" y="399792"/>
                </a:moveTo>
                <a:lnTo>
                  <a:pt x="1129476" y="399876"/>
                </a:lnTo>
                <a:lnTo>
                  <a:pt x="1133953" y="395658"/>
                </a:lnTo>
                <a:lnTo>
                  <a:pt x="1133782" y="395156"/>
                </a:lnTo>
                <a:lnTo>
                  <a:pt x="1134143" y="395343"/>
                </a:lnTo>
                <a:lnTo>
                  <a:pt x="1134178" y="395446"/>
                </a:lnTo>
                <a:lnTo>
                  <a:pt x="1134408" y="395229"/>
                </a:lnTo>
                <a:lnTo>
                  <a:pt x="1132726" y="392411"/>
                </a:lnTo>
                <a:close/>
                <a:moveTo>
                  <a:pt x="1159334" y="332693"/>
                </a:moveTo>
                <a:lnTo>
                  <a:pt x="1159771" y="335459"/>
                </a:lnTo>
                <a:lnTo>
                  <a:pt x="1160556" y="333899"/>
                </a:lnTo>
                <a:close/>
                <a:moveTo>
                  <a:pt x="1126221" y="406718"/>
                </a:moveTo>
                <a:lnTo>
                  <a:pt x="1126687" y="407501"/>
                </a:lnTo>
                <a:lnTo>
                  <a:pt x="1129514" y="403988"/>
                </a:lnTo>
                <a:lnTo>
                  <a:pt x="1128351" y="402034"/>
                </a:lnTo>
                <a:close/>
                <a:moveTo>
                  <a:pt x="1125104" y="409175"/>
                </a:moveTo>
                <a:lnTo>
                  <a:pt x="1125165" y="409392"/>
                </a:lnTo>
                <a:lnTo>
                  <a:pt x="1126611" y="407595"/>
                </a:lnTo>
                <a:lnTo>
                  <a:pt x="1126301" y="407060"/>
                </a:lnTo>
                <a:lnTo>
                  <a:pt x="1126167" y="406837"/>
                </a:lnTo>
                <a:close/>
                <a:moveTo>
                  <a:pt x="1123547" y="412656"/>
                </a:moveTo>
                <a:lnTo>
                  <a:pt x="1126135" y="414458"/>
                </a:lnTo>
                <a:lnTo>
                  <a:pt x="1125094" y="410748"/>
                </a:lnTo>
                <a:lnTo>
                  <a:pt x="1125038" y="410802"/>
                </a:lnTo>
                <a:close/>
                <a:moveTo>
                  <a:pt x="1124797" y="409850"/>
                </a:moveTo>
                <a:lnTo>
                  <a:pt x="1124829" y="409809"/>
                </a:lnTo>
                <a:lnTo>
                  <a:pt x="1124824" y="409790"/>
                </a:lnTo>
                <a:close/>
                <a:moveTo>
                  <a:pt x="1123144" y="413484"/>
                </a:moveTo>
                <a:lnTo>
                  <a:pt x="1124261" y="415583"/>
                </a:lnTo>
                <a:lnTo>
                  <a:pt x="1127244" y="421380"/>
                </a:lnTo>
                <a:lnTo>
                  <a:pt x="1127760" y="420247"/>
                </a:lnTo>
                <a:lnTo>
                  <a:pt x="1126263" y="414914"/>
                </a:lnTo>
                <a:lnTo>
                  <a:pt x="1123401" y="412921"/>
                </a:lnTo>
                <a:close/>
                <a:moveTo>
                  <a:pt x="1122828" y="414180"/>
                </a:moveTo>
                <a:lnTo>
                  <a:pt x="1126805" y="422348"/>
                </a:lnTo>
                <a:lnTo>
                  <a:pt x="1127055" y="421796"/>
                </a:lnTo>
                <a:lnTo>
                  <a:pt x="1122972" y="413865"/>
                </a:lnTo>
                <a:close/>
                <a:moveTo>
                  <a:pt x="1120355" y="419621"/>
                </a:moveTo>
                <a:lnTo>
                  <a:pt x="1120673" y="425617"/>
                </a:lnTo>
                <a:lnTo>
                  <a:pt x="1123879" y="428782"/>
                </a:lnTo>
                <a:lnTo>
                  <a:pt x="1126746" y="422476"/>
                </a:lnTo>
                <a:lnTo>
                  <a:pt x="1122770" y="414309"/>
                </a:lnTo>
                <a:close/>
                <a:moveTo>
                  <a:pt x="486198" y="1839549"/>
                </a:moveTo>
                <a:lnTo>
                  <a:pt x="487060" y="1840094"/>
                </a:lnTo>
                <a:lnTo>
                  <a:pt x="487588" y="1840376"/>
                </a:lnTo>
                <a:lnTo>
                  <a:pt x="492031" y="1840634"/>
                </a:lnTo>
                <a:lnTo>
                  <a:pt x="490872" y="1839922"/>
                </a:lnTo>
                <a:close/>
                <a:moveTo>
                  <a:pt x="1116741" y="427572"/>
                </a:moveTo>
                <a:lnTo>
                  <a:pt x="1116889" y="427888"/>
                </a:lnTo>
                <a:lnTo>
                  <a:pt x="1116940" y="427134"/>
                </a:lnTo>
                <a:close/>
                <a:moveTo>
                  <a:pt x="1114955" y="431499"/>
                </a:moveTo>
                <a:lnTo>
                  <a:pt x="1116524" y="433330"/>
                </a:lnTo>
                <a:lnTo>
                  <a:pt x="1116813" y="429024"/>
                </a:lnTo>
                <a:lnTo>
                  <a:pt x="1116440" y="428232"/>
                </a:lnTo>
                <a:close/>
                <a:moveTo>
                  <a:pt x="1113791" y="434059"/>
                </a:moveTo>
                <a:lnTo>
                  <a:pt x="1114761" y="436121"/>
                </a:lnTo>
                <a:lnTo>
                  <a:pt x="1116210" y="438012"/>
                </a:lnTo>
                <a:lnTo>
                  <a:pt x="1116450" y="434437"/>
                </a:lnTo>
                <a:lnTo>
                  <a:pt x="1114673" y="432120"/>
                </a:lnTo>
                <a:close/>
                <a:moveTo>
                  <a:pt x="1113563" y="434560"/>
                </a:moveTo>
                <a:lnTo>
                  <a:pt x="1113583" y="434584"/>
                </a:lnTo>
                <a:lnTo>
                  <a:pt x="1113568" y="434552"/>
                </a:lnTo>
                <a:close/>
                <a:moveTo>
                  <a:pt x="472551" y="1869632"/>
                </a:moveTo>
                <a:lnTo>
                  <a:pt x="472551" y="1869702"/>
                </a:lnTo>
                <a:lnTo>
                  <a:pt x="472771" y="1869791"/>
                </a:lnTo>
                <a:lnTo>
                  <a:pt x="473840" y="1869829"/>
                </a:lnTo>
                <a:lnTo>
                  <a:pt x="473894" y="1869595"/>
                </a:lnTo>
                <a:close/>
                <a:moveTo>
                  <a:pt x="1105084" y="453210"/>
                </a:moveTo>
                <a:lnTo>
                  <a:pt x="1105317" y="453633"/>
                </a:lnTo>
                <a:lnTo>
                  <a:pt x="1105437" y="453066"/>
                </a:lnTo>
                <a:lnTo>
                  <a:pt x="1105306" y="452723"/>
                </a:lnTo>
                <a:close/>
                <a:moveTo>
                  <a:pt x="1098567" y="467782"/>
                </a:moveTo>
                <a:lnTo>
                  <a:pt x="1099482" y="469889"/>
                </a:lnTo>
                <a:lnTo>
                  <a:pt x="1100168" y="471203"/>
                </a:lnTo>
                <a:lnTo>
                  <a:pt x="1101432" y="471952"/>
                </a:lnTo>
                <a:lnTo>
                  <a:pt x="1101485" y="471701"/>
                </a:lnTo>
                <a:lnTo>
                  <a:pt x="1100580" y="469615"/>
                </a:lnTo>
                <a:close/>
                <a:moveTo>
                  <a:pt x="1102744" y="458359"/>
                </a:moveTo>
                <a:lnTo>
                  <a:pt x="1102916" y="458708"/>
                </a:lnTo>
                <a:lnTo>
                  <a:pt x="1104769" y="456217"/>
                </a:lnTo>
                <a:lnTo>
                  <a:pt x="1104827" y="455944"/>
                </a:lnTo>
                <a:lnTo>
                  <a:pt x="1104256" y="455033"/>
                </a:lnTo>
                <a:close/>
                <a:moveTo>
                  <a:pt x="1102068" y="459844"/>
                </a:moveTo>
                <a:lnTo>
                  <a:pt x="1102523" y="459234"/>
                </a:lnTo>
                <a:lnTo>
                  <a:pt x="1102433" y="459043"/>
                </a:lnTo>
                <a:close/>
                <a:moveTo>
                  <a:pt x="1101080" y="462019"/>
                </a:moveTo>
                <a:lnTo>
                  <a:pt x="1103042" y="464361"/>
                </a:lnTo>
                <a:lnTo>
                  <a:pt x="1103634" y="461566"/>
                </a:lnTo>
                <a:lnTo>
                  <a:pt x="1102674" y="459550"/>
                </a:lnTo>
                <a:lnTo>
                  <a:pt x="1101462" y="461178"/>
                </a:lnTo>
                <a:close/>
                <a:moveTo>
                  <a:pt x="1100041" y="464302"/>
                </a:moveTo>
                <a:lnTo>
                  <a:pt x="1100681" y="465772"/>
                </a:lnTo>
                <a:lnTo>
                  <a:pt x="1102415" y="467316"/>
                </a:lnTo>
                <a:lnTo>
                  <a:pt x="1102934" y="464868"/>
                </a:lnTo>
                <a:lnTo>
                  <a:pt x="1100906" y="462400"/>
                </a:lnTo>
                <a:close/>
                <a:moveTo>
                  <a:pt x="430133" y="1964348"/>
                </a:moveTo>
                <a:lnTo>
                  <a:pt x="435566" y="1967489"/>
                </a:lnTo>
                <a:lnTo>
                  <a:pt x="448458" y="1967735"/>
                </a:lnTo>
                <a:lnTo>
                  <a:pt x="448669" y="1962499"/>
                </a:lnTo>
                <a:close/>
                <a:moveTo>
                  <a:pt x="1099421" y="465667"/>
                </a:moveTo>
                <a:lnTo>
                  <a:pt x="1100674" y="467153"/>
                </a:lnTo>
                <a:lnTo>
                  <a:pt x="1100219" y="466105"/>
                </a:lnTo>
                <a:lnTo>
                  <a:pt x="1099509" y="465475"/>
                </a:lnTo>
                <a:close/>
                <a:moveTo>
                  <a:pt x="451095" y="1917277"/>
                </a:moveTo>
                <a:lnTo>
                  <a:pt x="450948" y="1919096"/>
                </a:lnTo>
                <a:lnTo>
                  <a:pt x="450574" y="1928392"/>
                </a:lnTo>
                <a:lnTo>
                  <a:pt x="461747" y="1928617"/>
                </a:lnTo>
                <a:lnTo>
                  <a:pt x="463613" y="1918766"/>
                </a:lnTo>
                <a:lnTo>
                  <a:pt x="461425" y="1918349"/>
                </a:lnTo>
                <a:lnTo>
                  <a:pt x="452283" y="1918770"/>
                </a:lnTo>
                <a:lnTo>
                  <a:pt x="451886" y="1918487"/>
                </a:lnTo>
                <a:lnTo>
                  <a:pt x="459421" y="1918140"/>
                </a:lnTo>
                <a:close/>
                <a:moveTo>
                  <a:pt x="474909" y="1863071"/>
                </a:moveTo>
                <a:lnTo>
                  <a:pt x="475364" y="1863253"/>
                </a:lnTo>
                <a:lnTo>
                  <a:pt x="475382" y="1863174"/>
                </a:lnTo>
                <a:close/>
                <a:moveTo>
                  <a:pt x="458397" y="1898933"/>
                </a:moveTo>
                <a:lnTo>
                  <a:pt x="465309" y="1897998"/>
                </a:lnTo>
                <a:lnTo>
                  <a:pt x="465094" y="1897914"/>
                </a:lnTo>
                <a:close/>
                <a:moveTo>
                  <a:pt x="444924" y="1928868"/>
                </a:moveTo>
                <a:lnTo>
                  <a:pt x="444934" y="1928961"/>
                </a:lnTo>
                <a:lnTo>
                  <a:pt x="445621" y="1933870"/>
                </a:lnTo>
                <a:lnTo>
                  <a:pt x="449842" y="1933274"/>
                </a:lnTo>
                <a:lnTo>
                  <a:pt x="449998" y="1929404"/>
                </a:lnTo>
                <a:close/>
                <a:moveTo>
                  <a:pt x="468349" y="1876304"/>
                </a:moveTo>
                <a:lnTo>
                  <a:pt x="471778" y="1878725"/>
                </a:lnTo>
                <a:lnTo>
                  <a:pt x="471962" y="1877933"/>
                </a:lnTo>
                <a:close/>
                <a:moveTo>
                  <a:pt x="472556" y="1866611"/>
                </a:moveTo>
                <a:lnTo>
                  <a:pt x="472555" y="1867233"/>
                </a:lnTo>
                <a:lnTo>
                  <a:pt x="473731" y="1867200"/>
                </a:lnTo>
                <a:close/>
                <a:moveTo>
                  <a:pt x="459445" y="1895690"/>
                </a:moveTo>
                <a:lnTo>
                  <a:pt x="459205" y="1896523"/>
                </a:lnTo>
                <a:lnTo>
                  <a:pt x="461639" y="1896553"/>
                </a:lnTo>
                <a:close/>
                <a:moveTo>
                  <a:pt x="1120140" y="415544"/>
                </a:moveTo>
                <a:lnTo>
                  <a:pt x="1120145" y="415632"/>
                </a:lnTo>
                <a:lnTo>
                  <a:pt x="1120344" y="415384"/>
                </a:lnTo>
                <a:lnTo>
                  <a:pt x="1120374" y="415318"/>
                </a:lnTo>
                <a:close/>
                <a:moveTo>
                  <a:pt x="1124981" y="404637"/>
                </a:moveTo>
                <a:lnTo>
                  <a:pt x="1125122" y="404874"/>
                </a:lnTo>
                <a:lnTo>
                  <a:pt x="1125423" y="404209"/>
                </a:lnTo>
                <a:close/>
                <a:moveTo>
                  <a:pt x="433135" y="1953323"/>
                </a:moveTo>
                <a:lnTo>
                  <a:pt x="444916" y="1957563"/>
                </a:lnTo>
                <a:lnTo>
                  <a:pt x="448813" y="1958907"/>
                </a:lnTo>
                <a:lnTo>
                  <a:pt x="449029" y="1953518"/>
                </a:lnTo>
                <a:close/>
                <a:moveTo>
                  <a:pt x="1108359" y="441177"/>
                </a:moveTo>
                <a:lnTo>
                  <a:pt x="1108152" y="442147"/>
                </a:lnTo>
                <a:lnTo>
                  <a:pt x="1108164" y="442175"/>
                </a:lnTo>
                <a:lnTo>
                  <a:pt x="1108546" y="441334"/>
                </a:lnTo>
                <a:close/>
                <a:moveTo>
                  <a:pt x="1113129" y="430106"/>
                </a:moveTo>
                <a:lnTo>
                  <a:pt x="1113183" y="431132"/>
                </a:lnTo>
                <a:lnTo>
                  <a:pt x="1113457" y="430532"/>
                </a:lnTo>
                <a:close/>
                <a:moveTo>
                  <a:pt x="1108527" y="440380"/>
                </a:moveTo>
                <a:lnTo>
                  <a:pt x="1108488" y="440567"/>
                </a:lnTo>
                <a:lnTo>
                  <a:pt x="1108610" y="440667"/>
                </a:lnTo>
                <a:close/>
                <a:moveTo>
                  <a:pt x="470208" y="1869698"/>
                </a:moveTo>
                <a:lnTo>
                  <a:pt x="471873" y="1869758"/>
                </a:lnTo>
                <a:lnTo>
                  <a:pt x="471624" y="1869659"/>
                </a:lnTo>
                <a:close/>
                <a:moveTo>
                  <a:pt x="451570" y="1911392"/>
                </a:moveTo>
                <a:lnTo>
                  <a:pt x="451181" y="1916207"/>
                </a:lnTo>
                <a:lnTo>
                  <a:pt x="463854" y="1917495"/>
                </a:lnTo>
                <a:lnTo>
                  <a:pt x="463932" y="1917084"/>
                </a:lnTo>
                <a:close/>
                <a:moveTo>
                  <a:pt x="1124077" y="405514"/>
                </a:moveTo>
                <a:lnTo>
                  <a:pt x="1124364" y="406539"/>
                </a:lnTo>
                <a:lnTo>
                  <a:pt x="1125066" y="404995"/>
                </a:lnTo>
                <a:lnTo>
                  <a:pt x="1124900" y="404716"/>
                </a:lnTo>
                <a:close/>
                <a:moveTo>
                  <a:pt x="1078232" y="507474"/>
                </a:moveTo>
                <a:lnTo>
                  <a:pt x="1078613" y="507981"/>
                </a:lnTo>
                <a:lnTo>
                  <a:pt x="1078659" y="507692"/>
                </a:lnTo>
                <a:lnTo>
                  <a:pt x="1078239" y="507468"/>
                </a:lnTo>
                <a:close/>
                <a:moveTo>
                  <a:pt x="1116462" y="421461"/>
                </a:moveTo>
                <a:lnTo>
                  <a:pt x="1117235" y="422223"/>
                </a:lnTo>
                <a:lnTo>
                  <a:pt x="1117275" y="422133"/>
                </a:lnTo>
                <a:lnTo>
                  <a:pt x="1117399" y="420297"/>
                </a:lnTo>
                <a:close/>
                <a:moveTo>
                  <a:pt x="483688" y="1837962"/>
                </a:moveTo>
                <a:lnTo>
                  <a:pt x="485576" y="1839155"/>
                </a:lnTo>
                <a:lnTo>
                  <a:pt x="490227" y="1839526"/>
                </a:lnTo>
                <a:lnTo>
                  <a:pt x="488046" y="1838187"/>
                </a:lnTo>
                <a:lnTo>
                  <a:pt x="487544" y="1838138"/>
                </a:lnTo>
                <a:lnTo>
                  <a:pt x="485091" y="1837591"/>
                </a:lnTo>
                <a:close/>
                <a:moveTo>
                  <a:pt x="462602" y="1884766"/>
                </a:moveTo>
                <a:lnTo>
                  <a:pt x="462538" y="1884987"/>
                </a:lnTo>
                <a:lnTo>
                  <a:pt x="465951" y="1886330"/>
                </a:lnTo>
                <a:lnTo>
                  <a:pt x="470046" y="1886199"/>
                </a:lnTo>
                <a:lnTo>
                  <a:pt x="470313" y="1885044"/>
                </a:lnTo>
                <a:lnTo>
                  <a:pt x="470248" y="1884996"/>
                </a:lnTo>
                <a:lnTo>
                  <a:pt x="467868" y="1883359"/>
                </a:lnTo>
                <a:close/>
                <a:moveTo>
                  <a:pt x="481745" y="1841547"/>
                </a:moveTo>
                <a:lnTo>
                  <a:pt x="481742" y="1841563"/>
                </a:lnTo>
                <a:lnTo>
                  <a:pt x="484338" y="1843865"/>
                </a:lnTo>
                <a:lnTo>
                  <a:pt x="486962" y="1844001"/>
                </a:lnTo>
                <a:lnTo>
                  <a:pt x="483343" y="1841704"/>
                </a:lnTo>
                <a:close/>
                <a:moveTo>
                  <a:pt x="487186" y="1829318"/>
                </a:moveTo>
                <a:lnTo>
                  <a:pt x="489728" y="1829648"/>
                </a:lnTo>
                <a:lnTo>
                  <a:pt x="488370" y="1829061"/>
                </a:lnTo>
                <a:close/>
                <a:moveTo>
                  <a:pt x="466644" y="1875101"/>
                </a:moveTo>
                <a:lnTo>
                  <a:pt x="467930" y="1876008"/>
                </a:lnTo>
                <a:lnTo>
                  <a:pt x="471984" y="1877835"/>
                </a:lnTo>
                <a:lnTo>
                  <a:pt x="472477" y="1875709"/>
                </a:lnTo>
                <a:lnTo>
                  <a:pt x="472446" y="1874725"/>
                </a:lnTo>
                <a:close/>
                <a:moveTo>
                  <a:pt x="462230" y="1884866"/>
                </a:moveTo>
                <a:lnTo>
                  <a:pt x="462343" y="1884909"/>
                </a:lnTo>
                <a:lnTo>
                  <a:pt x="462366" y="1884829"/>
                </a:lnTo>
                <a:close/>
                <a:moveTo>
                  <a:pt x="1114825" y="423496"/>
                </a:moveTo>
                <a:lnTo>
                  <a:pt x="1115755" y="425476"/>
                </a:lnTo>
                <a:lnTo>
                  <a:pt x="1117063" y="422600"/>
                </a:lnTo>
                <a:lnTo>
                  <a:pt x="1116217" y="421766"/>
                </a:lnTo>
                <a:close/>
                <a:moveTo>
                  <a:pt x="451872" y="1907660"/>
                </a:moveTo>
                <a:lnTo>
                  <a:pt x="451593" y="1911109"/>
                </a:lnTo>
                <a:lnTo>
                  <a:pt x="463983" y="1916814"/>
                </a:lnTo>
                <a:lnTo>
                  <a:pt x="464611" y="1913497"/>
                </a:lnTo>
                <a:lnTo>
                  <a:pt x="461400" y="1912025"/>
                </a:lnTo>
                <a:lnTo>
                  <a:pt x="457157" y="1912435"/>
                </a:lnTo>
                <a:lnTo>
                  <a:pt x="456928" y="1912255"/>
                </a:lnTo>
                <a:lnTo>
                  <a:pt x="461034" y="1911858"/>
                </a:lnTo>
                <a:close/>
                <a:moveTo>
                  <a:pt x="1096715" y="463499"/>
                </a:moveTo>
                <a:lnTo>
                  <a:pt x="1096721" y="463526"/>
                </a:lnTo>
                <a:lnTo>
                  <a:pt x="1097003" y="464174"/>
                </a:lnTo>
                <a:lnTo>
                  <a:pt x="1097823" y="464922"/>
                </a:lnTo>
                <a:lnTo>
                  <a:pt x="1097855" y="464851"/>
                </a:lnTo>
                <a:close/>
                <a:moveTo>
                  <a:pt x="482281" y="1839236"/>
                </a:moveTo>
                <a:lnTo>
                  <a:pt x="482196" y="1839604"/>
                </a:lnTo>
                <a:lnTo>
                  <a:pt x="482991" y="1840109"/>
                </a:lnTo>
                <a:lnTo>
                  <a:pt x="484857" y="1840218"/>
                </a:lnTo>
                <a:lnTo>
                  <a:pt x="483453" y="1839330"/>
                </a:lnTo>
                <a:close/>
                <a:moveTo>
                  <a:pt x="463814" y="1880572"/>
                </a:moveTo>
                <a:lnTo>
                  <a:pt x="462848" y="1883911"/>
                </a:lnTo>
                <a:lnTo>
                  <a:pt x="467042" y="1882792"/>
                </a:lnTo>
                <a:close/>
                <a:moveTo>
                  <a:pt x="1107083" y="440109"/>
                </a:moveTo>
                <a:lnTo>
                  <a:pt x="1107981" y="441803"/>
                </a:lnTo>
                <a:lnTo>
                  <a:pt x="1108161" y="441010"/>
                </a:lnTo>
                <a:close/>
                <a:moveTo>
                  <a:pt x="482412" y="1838671"/>
                </a:moveTo>
                <a:lnTo>
                  <a:pt x="482359" y="1838899"/>
                </a:lnTo>
                <a:lnTo>
                  <a:pt x="482831" y="1838937"/>
                </a:lnTo>
                <a:close/>
                <a:moveTo>
                  <a:pt x="1120663" y="408819"/>
                </a:moveTo>
                <a:lnTo>
                  <a:pt x="1122099" y="411520"/>
                </a:lnTo>
                <a:lnTo>
                  <a:pt x="1124085" y="407154"/>
                </a:lnTo>
                <a:lnTo>
                  <a:pt x="1123721" y="405858"/>
                </a:lnTo>
                <a:close/>
                <a:moveTo>
                  <a:pt x="482781" y="1837077"/>
                </a:moveTo>
                <a:lnTo>
                  <a:pt x="482718" y="1837349"/>
                </a:lnTo>
                <a:lnTo>
                  <a:pt x="483340" y="1837742"/>
                </a:lnTo>
                <a:lnTo>
                  <a:pt x="484417" y="1837441"/>
                </a:lnTo>
                <a:close/>
                <a:moveTo>
                  <a:pt x="1119870" y="410465"/>
                </a:moveTo>
                <a:lnTo>
                  <a:pt x="1120087" y="414557"/>
                </a:lnTo>
                <a:lnTo>
                  <a:pt x="1121216" y="413464"/>
                </a:lnTo>
                <a:lnTo>
                  <a:pt x="1121929" y="411897"/>
                </a:lnTo>
                <a:close/>
                <a:moveTo>
                  <a:pt x="1112908" y="425916"/>
                </a:moveTo>
                <a:lnTo>
                  <a:pt x="1113088" y="429314"/>
                </a:lnTo>
                <a:lnTo>
                  <a:pt x="1113690" y="430019"/>
                </a:lnTo>
                <a:lnTo>
                  <a:pt x="1115455" y="426137"/>
                </a:lnTo>
                <a:lnTo>
                  <a:pt x="1114438" y="423976"/>
                </a:lnTo>
                <a:lnTo>
                  <a:pt x="1113093" y="425648"/>
                </a:lnTo>
                <a:close/>
                <a:moveTo>
                  <a:pt x="1078861" y="501844"/>
                </a:moveTo>
                <a:lnTo>
                  <a:pt x="1079276" y="502377"/>
                </a:lnTo>
                <a:lnTo>
                  <a:pt x="1079538" y="502147"/>
                </a:lnTo>
                <a:lnTo>
                  <a:pt x="1079707" y="501080"/>
                </a:lnTo>
                <a:close/>
                <a:moveTo>
                  <a:pt x="1115257" y="420272"/>
                </a:moveTo>
                <a:lnTo>
                  <a:pt x="1115900" y="420906"/>
                </a:lnTo>
                <a:lnTo>
                  <a:pt x="1117383" y="419064"/>
                </a:lnTo>
                <a:lnTo>
                  <a:pt x="1117340" y="418255"/>
                </a:lnTo>
                <a:close/>
                <a:moveTo>
                  <a:pt x="1119826" y="409629"/>
                </a:moveTo>
                <a:lnTo>
                  <a:pt x="1119850" y="410084"/>
                </a:lnTo>
                <a:lnTo>
                  <a:pt x="1121683" y="411360"/>
                </a:lnTo>
                <a:lnTo>
                  <a:pt x="1120470" y="409004"/>
                </a:lnTo>
                <a:close/>
                <a:moveTo>
                  <a:pt x="472569" y="1858553"/>
                </a:moveTo>
                <a:lnTo>
                  <a:pt x="472567" y="1859605"/>
                </a:lnTo>
                <a:lnTo>
                  <a:pt x="473854" y="1859632"/>
                </a:lnTo>
                <a:close/>
                <a:moveTo>
                  <a:pt x="1109600" y="431735"/>
                </a:moveTo>
                <a:lnTo>
                  <a:pt x="1109613" y="431765"/>
                </a:lnTo>
                <a:lnTo>
                  <a:pt x="1109614" y="431751"/>
                </a:lnTo>
                <a:close/>
                <a:moveTo>
                  <a:pt x="1079614" y="498846"/>
                </a:moveTo>
                <a:lnTo>
                  <a:pt x="1080006" y="499195"/>
                </a:lnTo>
                <a:lnTo>
                  <a:pt x="1080022" y="499090"/>
                </a:lnTo>
                <a:close/>
                <a:moveTo>
                  <a:pt x="466336" y="1871989"/>
                </a:moveTo>
                <a:lnTo>
                  <a:pt x="465613" y="1874372"/>
                </a:lnTo>
                <a:lnTo>
                  <a:pt x="466502" y="1875001"/>
                </a:lnTo>
                <a:lnTo>
                  <a:pt x="472442" y="1874616"/>
                </a:lnTo>
                <a:lnTo>
                  <a:pt x="472395" y="1873070"/>
                </a:lnTo>
                <a:close/>
                <a:moveTo>
                  <a:pt x="1113917" y="421568"/>
                </a:moveTo>
                <a:lnTo>
                  <a:pt x="1114452" y="422706"/>
                </a:lnTo>
                <a:lnTo>
                  <a:pt x="1115654" y="421212"/>
                </a:lnTo>
                <a:lnTo>
                  <a:pt x="1114977" y="420543"/>
                </a:lnTo>
                <a:close/>
                <a:moveTo>
                  <a:pt x="1122921" y="401399"/>
                </a:moveTo>
                <a:lnTo>
                  <a:pt x="1123955" y="405079"/>
                </a:lnTo>
                <a:lnTo>
                  <a:pt x="1124699" y="404378"/>
                </a:lnTo>
                <a:close/>
                <a:moveTo>
                  <a:pt x="480806" y="1838722"/>
                </a:moveTo>
                <a:lnTo>
                  <a:pt x="480902" y="1838783"/>
                </a:lnTo>
                <a:lnTo>
                  <a:pt x="481032" y="1838793"/>
                </a:lnTo>
                <a:lnTo>
                  <a:pt x="481065" y="1838654"/>
                </a:lnTo>
                <a:close/>
                <a:moveTo>
                  <a:pt x="1109471" y="430892"/>
                </a:moveTo>
                <a:lnTo>
                  <a:pt x="1109658" y="431106"/>
                </a:lnTo>
                <a:lnTo>
                  <a:pt x="1109673" y="430885"/>
                </a:lnTo>
                <a:lnTo>
                  <a:pt x="1109569" y="430750"/>
                </a:lnTo>
                <a:close/>
                <a:moveTo>
                  <a:pt x="1097325" y="458039"/>
                </a:moveTo>
                <a:lnTo>
                  <a:pt x="1099096" y="462120"/>
                </a:lnTo>
                <a:lnTo>
                  <a:pt x="1099660" y="460881"/>
                </a:lnTo>
                <a:close/>
                <a:moveTo>
                  <a:pt x="484971" y="1829015"/>
                </a:moveTo>
                <a:lnTo>
                  <a:pt x="484967" y="1829029"/>
                </a:lnTo>
                <a:lnTo>
                  <a:pt x="485959" y="1829158"/>
                </a:lnTo>
                <a:lnTo>
                  <a:pt x="487224" y="1828884"/>
                </a:lnTo>
                <a:close/>
                <a:moveTo>
                  <a:pt x="452319" y="1902127"/>
                </a:moveTo>
                <a:lnTo>
                  <a:pt x="451898" y="1907339"/>
                </a:lnTo>
                <a:lnTo>
                  <a:pt x="461926" y="1911772"/>
                </a:lnTo>
                <a:lnTo>
                  <a:pt x="464994" y="1911475"/>
                </a:lnTo>
                <a:lnTo>
                  <a:pt x="466092" y="1905679"/>
                </a:lnTo>
                <a:lnTo>
                  <a:pt x="459807" y="1904200"/>
                </a:lnTo>
                <a:lnTo>
                  <a:pt x="452412" y="1902146"/>
                </a:lnTo>
                <a:close/>
                <a:moveTo>
                  <a:pt x="1119716" y="407538"/>
                </a:moveTo>
                <a:lnTo>
                  <a:pt x="1119793" y="409002"/>
                </a:lnTo>
                <a:lnTo>
                  <a:pt x="1120248" y="408573"/>
                </a:lnTo>
                <a:close/>
                <a:moveTo>
                  <a:pt x="437137" y="1935855"/>
                </a:moveTo>
                <a:lnTo>
                  <a:pt x="446072" y="1937840"/>
                </a:lnTo>
                <a:lnTo>
                  <a:pt x="445858" y="1936304"/>
                </a:lnTo>
                <a:lnTo>
                  <a:pt x="443249" y="1935006"/>
                </a:lnTo>
                <a:close/>
                <a:moveTo>
                  <a:pt x="485311" y="1827919"/>
                </a:moveTo>
                <a:lnTo>
                  <a:pt x="485011" y="1828887"/>
                </a:lnTo>
                <a:lnTo>
                  <a:pt x="487557" y="1828710"/>
                </a:lnTo>
                <a:lnTo>
                  <a:pt x="485801" y="1827949"/>
                </a:lnTo>
                <a:close/>
                <a:moveTo>
                  <a:pt x="1112738" y="422710"/>
                </a:moveTo>
                <a:lnTo>
                  <a:pt x="1112843" y="424706"/>
                </a:lnTo>
                <a:lnTo>
                  <a:pt x="1114067" y="423186"/>
                </a:lnTo>
                <a:lnTo>
                  <a:pt x="1113497" y="421975"/>
                </a:lnTo>
                <a:close/>
                <a:moveTo>
                  <a:pt x="422456" y="1968144"/>
                </a:moveTo>
                <a:lnTo>
                  <a:pt x="435468" y="1973349"/>
                </a:lnTo>
                <a:lnTo>
                  <a:pt x="446986" y="1974912"/>
                </a:lnTo>
                <a:lnTo>
                  <a:pt x="441783" y="1971905"/>
                </a:lnTo>
                <a:lnTo>
                  <a:pt x="438182" y="1972393"/>
                </a:lnTo>
                <a:lnTo>
                  <a:pt x="437821" y="1972133"/>
                </a:lnTo>
                <a:lnTo>
                  <a:pt x="441350" y="1971655"/>
                </a:lnTo>
                <a:lnTo>
                  <a:pt x="435717" y="1968399"/>
                </a:lnTo>
                <a:close/>
                <a:moveTo>
                  <a:pt x="468467" y="1864979"/>
                </a:moveTo>
                <a:lnTo>
                  <a:pt x="467741" y="1867368"/>
                </a:lnTo>
                <a:lnTo>
                  <a:pt x="472212" y="1867243"/>
                </a:lnTo>
                <a:lnTo>
                  <a:pt x="472186" y="1866427"/>
                </a:lnTo>
                <a:lnTo>
                  <a:pt x="468986" y="1864822"/>
                </a:lnTo>
                <a:close/>
                <a:moveTo>
                  <a:pt x="1105835" y="437753"/>
                </a:moveTo>
                <a:lnTo>
                  <a:pt x="1106397" y="438815"/>
                </a:lnTo>
                <a:lnTo>
                  <a:pt x="1108297" y="440406"/>
                </a:lnTo>
                <a:lnTo>
                  <a:pt x="1108401" y="439946"/>
                </a:lnTo>
                <a:lnTo>
                  <a:pt x="1108384" y="439887"/>
                </a:lnTo>
                <a:close/>
                <a:moveTo>
                  <a:pt x="479646" y="1839620"/>
                </a:moveTo>
                <a:lnTo>
                  <a:pt x="479650" y="1839708"/>
                </a:lnTo>
                <a:lnTo>
                  <a:pt x="479901" y="1839930"/>
                </a:lnTo>
                <a:lnTo>
                  <a:pt x="480475" y="1839964"/>
                </a:lnTo>
                <a:close/>
                <a:moveTo>
                  <a:pt x="452457" y="1900422"/>
                </a:moveTo>
                <a:lnTo>
                  <a:pt x="452349" y="1901754"/>
                </a:lnTo>
                <a:lnTo>
                  <a:pt x="459367" y="1903144"/>
                </a:lnTo>
                <a:lnTo>
                  <a:pt x="466330" y="1904426"/>
                </a:lnTo>
                <a:lnTo>
                  <a:pt x="467392" y="1898818"/>
                </a:lnTo>
                <a:lnTo>
                  <a:pt x="466605" y="1898508"/>
                </a:lnTo>
                <a:close/>
                <a:moveTo>
                  <a:pt x="1072101" y="512905"/>
                </a:moveTo>
                <a:lnTo>
                  <a:pt x="1075205" y="517149"/>
                </a:lnTo>
                <a:lnTo>
                  <a:pt x="1076226" y="514566"/>
                </a:lnTo>
                <a:lnTo>
                  <a:pt x="1073488" y="511676"/>
                </a:lnTo>
                <a:close/>
                <a:moveTo>
                  <a:pt x="479630" y="1839345"/>
                </a:moveTo>
                <a:lnTo>
                  <a:pt x="479631" y="1839366"/>
                </a:lnTo>
                <a:lnTo>
                  <a:pt x="479718" y="1839401"/>
                </a:lnTo>
                <a:close/>
                <a:moveTo>
                  <a:pt x="486821" y="1823042"/>
                </a:moveTo>
                <a:lnTo>
                  <a:pt x="486803" y="1823103"/>
                </a:lnTo>
                <a:lnTo>
                  <a:pt x="487873" y="1823640"/>
                </a:lnTo>
                <a:close/>
                <a:moveTo>
                  <a:pt x="1112923" y="420754"/>
                </a:moveTo>
                <a:lnTo>
                  <a:pt x="1112709" y="421701"/>
                </a:lnTo>
                <a:lnTo>
                  <a:pt x="1113162" y="421262"/>
                </a:lnTo>
                <a:close/>
                <a:moveTo>
                  <a:pt x="1116385" y="412960"/>
                </a:moveTo>
                <a:lnTo>
                  <a:pt x="1117217" y="415923"/>
                </a:lnTo>
                <a:lnTo>
                  <a:pt x="1117027" y="412338"/>
                </a:lnTo>
                <a:close/>
                <a:moveTo>
                  <a:pt x="487299" y="1821498"/>
                </a:moveTo>
                <a:lnTo>
                  <a:pt x="487244" y="1821680"/>
                </a:lnTo>
                <a:lnTo>
                  <a:pt x="487390" y="1821763"/>
                </a:lnTo>
                <a:close/>
                <a:moveTo>
                  <a:pt x="1108698" y="429615"/>
                </a:moveTo>
                <a:lnTo>
                  <a:pt x="1108766" y="429774"/>
                </a:lnTo>
                <a:lnTo>
                  <a:pt x="1108793" y="429739"/>
                </a:lnTo>
                <a:close/>
                <a:moveTo>
                  <a:pt x="1069598" y="517074"/>
                </a:moveTo>
                <a:lnTo>
                  <a:pt x="1069874" y="518625"/>
                </a:lnTo>
                <a:lnTo>
                  <a:pt x="1069934" y="518805"/>
                </a:lnTo>
                <a:lnTo>
                  <a:pt x="1072219" y="519019"/>
                </a:lnTo>
                <a:close/>
                <a:moveTo>
                  <a:pt x="1105373" y="436827"/>
                </a:moveTo>
                <a:lnTo>
                  <a:pt x="1108178" y="439176"/>
                </a:lnTo>
                <a:lnTo>
                  <a:pt x="1106869" y="434660"/>
                </a:lnTo>
                <a:close/>
                <a:moveTo>
                  <a:pt x="1113337" y="418925"/>
                </a:moveTo>
                <a:lnTo>
                  <a:pt x="1113121" y="419877"/>
                </a:lnTo>
                <a:lnTo>
                  <a:pt x="1113581" y="420855"/>
                </a:lnTo>
                <a:lnTo>
                  <a:pt x="1114446" y="420019"/>
                </a:lnTo>
                <a:close/>
                <a:moveTo>
                  <a:pt x="1070790" y="514067"/>
                </a:moveTo>
                <a:lnTo>
                  <a:pt x="1071480" y="515175"/>
                </a:lnTo>
                <a:lnTo>
                  <a:pt x="1075063" y="517509"/>
                </a:lnTo>
                <a:lnTo>
                  <a:pt x="1075106" y="517399"/>
                </a:lnTo>
                <a:lnTo>
                  <a:pt x="1071984" y="513009"/>
                </a:lnTo>
                <a:close/>
                <a:moveTo>
                  <a:pt x="470857" y="1857114"/>
                </a:moveTo>
                <a:lnTo>
                  <a:pt x="470191" y="1859306"/>
                </a:lnTo>
                <a:lnTo>
                  <a:pt x="471451" y="1859582"/>
                </a:lnTo>
                <a:lnTo>
                  <a:pt x="472185" y="1859597"/>
                </a:lnTo>
                <a:lnTo>
                  <a:pt x="472187" y="1858231"/>
                </a:lnTo>
                <a:close/>
                <a:moveTo>
                  <a:pt x="1112597" y="420061"/>
                </a:moveTo>
                <a:lnTo>
                  <a:pt x="1112655" y="421145"/>
                </a:lnTo>
                <a:lnTo>
                  <a:pt x="1112802" y="420495"/>
                </a:lnTo>
                <a:close/>
                <a:moveTo>
                  <a:pt x="452720" y="1897163"/>
                </a:moveTo>
                <a:lnTo>
                  <a:pt x="452579" y="1898912"/>
                </a:lnTo>
                <a:lnTo>
                  <a:pt x="463196" y="1897295"/>
                </a:lnTo>
                <a:close/>
                <a:moveTo>
                  <a:pt x="1109838" y="425518"/>
                </a:moveTo>
                <a:lnTo>
                  <a:pt x="1110019" y="425728"/>
                </a:lnTo>
                <a:lnTo>
                  <a:pt x="1110046" y="425317"/>
                </a:lnTo>
                <a:close/>
                <a:moveTo>
                  <a:pt x="479524" y="1836845"/>
                </a:moveTo>
                <a:lnTo>
                  <a:pt x="479516" y="1837287"/>
                </a:lnTo>
                <a:lnTo>
                  <a:pt x="479551" y="1837925"/>
                </a:lnTo>
                <a:lnTo>
                  <a:pt x="480507" y="1838531"/>
                </a:lnTo>
                <a:lnTo>
                  <a:pt x="481134" y="1838356"/>
                </a:lnTo>
                <a:lnTo>
                  <a:pt x="481233" y="1837926"/>
                </a:lnTo>
                <a:close/>
                <a:moveTo>
                  <a:pt x="1075440" y="502153"/>
                </a:moveTo>
                <a:lnTo>
                  <a:pt x="1075522" y="502473"/>
                </a:lnTo>
                <a:lnTo>
                  <a:pt x="1075748" y="502593"/>
                </a:lnTo>
                <a:close/>
                <a:moveTo>
                  <a:pt x="443606" y="1916501"/>
                </a:moveTo>
                <a:lnTo>
                  <a:pt x="444842" y="1928104"/>
                </a:lnTo>
                <a:lnTo>
                  <a:pt x="446871" y="1928317"/>
                </a:lnTo>
                <a:lnTo>
                  <a:pt x="450039" y="1928381"/>
                </a:lnTo>
                <a:lnTo>
                  <a:pt x="450487" y="1917215"/>
                </a:lnTo>
                <a:close/>
                <a:moveTo>
                  <a:pt x="432399" y="1941581"/>
                </a:moveTo>
                <a:lnTo>
                  <a:pt x="445370" y="1943666"/>
                </a:lnTo>
                <a:lnTo>
                  <a:pt x="449450" y="1943034"/>
                </a:lnTo>
                <a:lnTo>
                  <a:pt x="449467" y="1942623"/>
                </a:lnTo>
                <a:close/>
                <a:moveTo>
                  <a:pt x="1072853" y="507281"/>
                </a:moveTo>
                <a:lnTo>
                  <a:pt x="1073258" y="507709"/>
                </a:lnTo>
                <a:lnTo>
                  <a:pt x="1073419" y="507567"/>
                </a:lnTo>
                <a:lnTo>
                  <a:pt x="1073304" y="507303"/>
                </a:lnTo>
                <a:lnTo>
                  <a:pt x="1073118" y="507041"/>
                </a:lnTo>
                <a:close/>
                <a:moveTo>
                  <a:pt x="1112493" y="418091"/>
                </a:moveTo>
                <a:lnTo>
                  <a:pt x="1112520" y="418598"/>
                </a:lnTo>
                <a:lnTo>
                  <a:pt x="1112999" y="419620"/>
                </a:lnTo>
                <a:lnTo>
                  <a:pt x="1113190" y="418778"/>
                </a:lnTo>
                <a:close/>
                <a:moveTo>
                  <a:pt x="1094046" y="459229"/>
                </a:moveTo>
                <a:lnTo>
                  <a:pt x="1094044" y="459308"/>
                </a:lnTo>
                <a:lnTo>
                  <a:pt x="1094116" y="459390"/>
                </a:lnTo>
                <a:close/>
                <a:moveTo>
                  <a:pt x="1107797" y="427494"/>
                </a:moveTo>
                <a:lnTo>
                  <a:pt x="1108058" y="428109"/>
                </a:lnTo>
                <a:lnTo>
                  <a:pt x="1109113" y="429343"/>
                </a:lnTo>
                <a:lnTo>
                  <a:pt x="1109836" y="428443"/>
                </a:lnTo>
                <a:lnTo>
                  <a:pt x="1109943" y="426850"/>
                </a:lnTo>
                <a:lnTo>
                  <a:pt x="1109480" y="425864"/>
                </a:lnTo>
                <a:close/>
                <a:moveTo>
                  <a:pt x="1100193" y="444326"/>
                </a:moveTo>
                <a:lnTo>
                  <a:pt x="1104023" y="451282"/>
                </a:lnTo>
                <a:lnTo>
                  <a:pt x="1104419" y="450413"/>
                </a:lnTo>
                <a:lnTo>
                  <a:pt x="1101404" y="442572"/>
                </a:lnTo>
                <a:close/>
                <a:moveTo>
                  <a:pt x="1079062" y="491591"/>
                </a:moveTo>
                <a:lnTo>
                  <a:pt x="1080968" y="493118"/>
                </a:lnTo>
                <a:lnTo>
                  <a:pt x="1081501" y="489752"/>
                </a:lnTo>
                <a:lnTo>
                  <a:pt x="1081322" y="488468"/>
                </a:lnTo>
                <a:close/>
                <a:moveTo>
                  <a:pt x="1112425" y="416794"/>
                </a:moveTo>
                <a:lnTo>
                  <a:pt x="1112463" y="417514"/>
                </a:lnTo>
                <a:lnTo>
                  <a:pt x="1113290" y="418332"/>
                </a:lnTo>
                <a:lnTo>
                  <a:pt x="1113293" y="418326"/>
                </a:lnTo>
                <a:lnTo>
                  <a:pt x="1113512" y="418149"/>
                </a:lnTo>
                <a:lnTo>
                  <a:pt x="1113437" y="418477"/>
                </a:lnTo>
                <a:lnTo>
                  <a:pt x="1114726" y="419748"/>
                </a:lnTo>
                <a:lnTo>
                  <a:pt x="1117263" y="417291"/>
                </a:lnTo>
                <a:lnTo>
                  <a:pt x="1116120" y="413218"/>
                </a:lnTo>
                <a:close/>
                <a:moveTo>
                  <a:pt x="453037" y="1893240"/>
                </a:moveTo>
                <a:lnTo>
                  <a:pt x="452778" y="1896442"/>
                </a:lnTo>
                <a:lnTo>
                  <a:pt x="459097" y="1896521"/>
                </a:lnTo>
                <a:lnTo>
                  <a:pt x="459027" y="1896386"/>
                </a:lnTo>
                <a:lnTo>
                  <a:pt x="459250" y="1895613"/>
                </a:lnTo>
                <a:lnTo>
                  <a:pt x="453329" y="1893282"/>
                </a:lnTo>
                <a:close/>
                <a:moveTo>
                  <a:pt x="1094770" y="456222"/>
                </a:moveTo>
                <a:lnTo>
                  <a:pt x="1096360" y="461927"/>
                </a:lnTo>
                <a:lnTo>
                  <a:pt x="1097801" y="463210"/>
                </a:lnTo>
                <a:close/>
                <a:moveTo>
                  <a:pt x="1074633" y="500998"/>
                </a:moveTo>
                <a:lnTo>
                  <a:pt x="1075174" y="502286"/>
                </a:lnTo>
                <a:lnTo>
                  <a:pt x="1075315" y="502362"/>
                </a:lnTo>
                <a:lnTo>
                  <a:pt x="1075158" y="501748"/>
                </a:lnTo>
                <a:close/>
                <a:moveTo>
                  <a:pt x="1121344" y="395781"/>
                </a:moveTo>
                <a:lnTo>
                  <a:pt x="1122810" y="400999"/>
                </a:lnTo>
                <a:lnTo>
                  <a:pt x="1124780" y="404303"/>
                </a:lnTo>
                <a:lnTo>
                  <a:pt x="1125834" y="403310"/>
                </a:lnTo>
                <a:lnTo>
                  <a:pt x="1127188" y="400331"/>
                </a:lnTo>
                <a:close/>
                <a:moveTo>
                  <a:pt x="1070431" y="509473"/>
                </a:moveTo>
                <a:lnTo>
                  <a:pt x="1070231" y="510350"/>
                </a:lnTo>
                <a:lnTo>
                  <a:pt x="1070248" y="510374"/>
                </a:lnTo>
                <a:lnTo>
                  <a:pt x="1071338" y="509409"/>
                </a:lnTo>
                <a:lnTo>
                  <a:pt x="1070952" y="509001"/>
                </a:lnTo>
                <a:close/>
                <a:moveTo>
                  <a:pt x="484279" y="1821836"/>
                </a:moveTo>
                <a:lnTo>
                  <a:pt x="484890" y="1822143"/>
                </a:lnTo>
                <a:lnTo>
                  <a:pt x="484932" y="1821966"/>
                </a:lnTo>
                <a:lnTo>
                  <a:pt x="484556" y="1821754"/>
                </a:lnTo>
                <a:close/>
                <a:moveTo>
                  <a:pt x="448953" y="1900896"/>
                </a:moveTo>
                <a:lnTo>
                  <a:pt x="451120" y="1901453"/>
                </a:lnTo>
                <a:lnTo>
                  <a:pt x="451155" y="1900599"/>
                </a:lnTo>
                <a:close/>
                <a:moveTo>
                  <a:pt x="1097644" y="448018"/>
                </a:moveTo>
                <a:lnTo>
                  <a:pt x="1101736" y="456315"/>
                </a:lnTo>
                <a:lnTo>
                  <a:pt x="1103132" y="453243"/>
                </a:lnTo>
                <a:lnTo>
                  <a:pt x="1098802" y="446340"/>
                </a:lnTo>
                <a:close/>
                <a:moveTo>
                  <a:pt x="417401" y="1971130"/>
                </a:moveTo>
                <a:lnTo>
                  <a:pt x="445336" y="1979240"/>
                </a:lnTo>
                <a:lnTo>
                  <a:pt x="445792" y="1979366"/>
                </a:lnTo>
                <a:lnTo>
                  <a:pt x="431361" y="1973594"/>
                </a:lnTo>
                <a:close/>
                <a:moveTo>
                  <a:pt x="1066234" y="518102"/>
                </a:moveTo>
                <a:lnTo>
                  <a:pt x="1066353" y="518256"/>
                </a:lnTo>
                <a:lnTo>
                  <a:pt x="1066323" y="518023"/>
                </a:lnTo>
                <a:close/>
                <a:moveTo>
                  <a:pt x="464102" y="1866306"/>
                </a:moveTo>
                <a:lnTo>
                  <a:pt x="466810" y="1867395"/>
                </a:lnTo>
                <a:lnTo>
                  <a:pt x="467407" y="1867378"/>
                </a:lnTo>
                <a:lnTo>
                  <a:pt x="468065" y="1865102"/>
                </a:lnTo>
                <a:close/>
                <a:moveTo>
                  <a:pt x="1076091" y="495699"/>
                </a:moveTo>
                <a:lnTo>
                  <a:pt x="1077208" y="496697"/>
                </a:lnTo>
                <a:lnTo>
                  <a:pt x="1080126" y="498435"/>
                </a:lnTo>
                <a:lnTo>
                  <a:pt x="1080542" y="495807"/>
                </a:lnTo>
                <a:lnTo>
                  <a:pt x="1077674" y="493510"/>
                </a:lnTo>
                <a:close/>
                <a:moveTo>
                  <a:pt x="1094336" y="454405"/>
                </a:moveTo>
                <a:lnTo>
                  <a:pt x="1098374" y="463710"/>
                </a:lnTo>
                <a:lnTo>
                  <a:pt x="1098786" y="462803"/>
                </a:lnTo>
                <a:lnTo>
                  <a:pt x="1096043" y="456479"/>
                </a:lnTo>
                <a:lnTo>
                  <a:pt x="1094559" y="454672"/>
                </a:lnTo>
                <a:close/>
                <a:moveTo>
                  <a:pt x="1075125" y="497033"/>
                </a:moveTo>
                <a:lnTo>
                  <a:pt x="1078379" y="501222"/>
                </a:lnTo>
                <a:lnTo>
                  <a:pt x="1079697" y="500030"/>
                </a:lnTo>
                <a:lnTo>
                  <a:pt x="1075890" y="496627"/>
                </a:lnTo>
                <a:lnTo>
                  <a:pt x="1075561" y="496431"/>
                </a:lnTo>
                <a:close/>
                <a:moveTo>
                  <a:pt x="1104811" y="430384"/>
                </a:moveTo>
                <a:lnTo>
                  <a:pt x="1106024" y="431746"/>
                </a:lnTo>
                <a:lnTo>
                  <a:pt x="1105450" y="429765"/>
                </a:lnTo>
                <a:close/>
                <a:moveTo>
                  <a:pt x="1068832" y="510920"/>
                </a:moveTo>
                <a:lnTo>
                  <a:pt x="1069117" y="511377"/>
                </a:lnTo>
                <a:lnTo>
                  <a:pt x="1069426" y="511102"/>
                </a:lnTo>
                <a:lnTo>
                  <a:pt x="1069634" y="510194"/>
                </a:lnTo>
                <a:close/>
                <a:moveTo>
                  <a:pt x="1071510" y="504769"/>
                </a:moveTo>
                <a:lnTo>
                  <a:pt x="1071281" y="505766"/>
                </a:lnTo>
                <a:lnTo>
                  <a:pt x="1072282" y="506679"/>
                </a:lnTo>
                <a:lnTo>
                  <a:pt x="1072313" y="506711"/>
                </a:lnTo>
                <a:lnTo>
                  <a:pt x="1072662" y="506395"/>
                </a:lnTo>
                <a:close/>
                <a:moveTo>
                  <a:pt x="461194" y="1871253"/>
                </a:moveTo>
                <a:lnTo>
                  <a:pt x="465425" y="1874240"/>
                </a:lnTo>
                <a:lnTo>
                  <a:pt x="466088" y="1871945"/>
                </a:lnTo>
                <a:lnTo>
                  <a:pt x="462177" y="1871247"/>
                </a:lnTo>
                <a:close/>
                <a:moveTo>
                  <a:pt x="1071690" y="503981"/>
                </a:moveTo>
                <a:lnTo>
                  <a:pt x="1071658" y="504121"/>
                </a:lnTo>
                <a:lnTo>
                  <a:pt x="1072342" y="505087"/>
                </a:lnTo>
                <a:lnTo>
                  <a:pt x="1072095" y="504519"/>
                </a:lnTo>
                <a:close/>
                <a:moveTo>
                  <a:pt x="1094777" y="452168"/>
                </a:moveTo>
                <a:lnTo>
                  <a:pt x="1096877" y="457006"/>
                </a:lnTo>
                <a:lnTo>
                  <a:pt x="1099823" y="460522"/>
                </a:lnTo>
                <a:lnTo>
                  <a:pt x="1101440" y="456964"/>
                </a:lnTo>
                <a:lnTo>
                  <a:pt x="1097367" y="448417"/>
                </a:lnTo>
                <a:close/>
                <a:moveTo>
                  <a:pt x="1094154" y="453071"/>
                </a:moveTo>
                <a:lnTo>
                  <a:pt x="1094141" y="453744"/>
                </a:lnTo>
                <a:lnTo>
                  <a:pt x="1095622" y="455510"/>
                </a:lnTo>
                <a:lnTo>
                  <a:pt x="1094406" y="452706"/>
                </a:lnTo>
                <a:close/>
                <a:moveTo>
                  <a:pt x="392942" y="2023109"/>
                </a:moveTo>
                <a:lnTo>
                  <a:pt x="415235" y="2027746"/>
                </a:lnTo>
                <a:lnTo>
                  <a:pt x="446472" y="2032952"/>
                </a:lnTo>
                <a:lnTo>
                  <a:pt x="447081" y="2009868"/>
                </a:lnTo>
                <a:lnTo>
                  <a:pt x="445460" y="2019117"/>
                </a:lnTo>
                <a:lnTo>
                  <a:pt x="445278" y="2018841"/>
                </a:lnTo>
                <a:lnTo>
                  <a:pt x="446961" y="2009236"/>
                </a:lnTo>
                <a:close/>
                <a:moveTo>
                  <a:pt x="1114668" y="406845"/>
                </a:moveTo>
                <a:lnTo>
                  <a:pt x="1116220" y="412369"/>
                </a:lnTo>
                <a:lnTo>
                  <a:pt x="1116990" y="411644"/>
                </a:lnTo>
                <a:lnTo>
                  <a:pt x="1116815" y="408339"/>
                </a:lnTo>
                <a:close/>
                <a:moveTo>
                  <a:pt x="1073078" y="499862"/>
                </a:moveTo>
                <a:lnTo>
                  <a:pt x="1073625" y="500779"/>
                </a:lnTo>
                <a:lnTo>
                  <a:pt x="1073241" y="499637"/>
                </a:lnTo>
                <a:close/>
                <a:moveTo>
                  <a:pt x="483650" y="1819636"/>
                </a:moveTo>
                <a:lnTo>
                  <a:pt x="483860" y="1819755"/>
                </a:lnTo>
                <a:lnTo>
                  <a:pt x="484134" y="1819650"/>
                </a:lnTo>
                <a:lnTo>
                  <a:pt x="483752" y="1819528"/>
                </a:lnTo>
                <a:close/>
                <a:moveTo>
                  <a:pt x="479832" y="1827580"/>
                </a:moveTo>
                <a:lnTo>
                  <a:pt x="479744" y="1827873"/>
                </a:lnTo>
                <a:lnTo>
                  <a:pt x="480313" y="1828424"/>
                </a:lnTo>
                <a:lnTo>
                  <a:pt x="483343" y="1828819"/>
                </a:lnTo>
                <a:lnTo>
                  <a:pt x="483577" y="1827811"/>
                </a:lnTo>
                <a:close/>
                <a:moveTo>
                  <a:pt x="1102909" y="432226"/>
                </a:moveTo>
                <a:lnTo>
                  <a:pt x="1104475" y="435181"/>
                </a:lnTo>
                <a:lnTo>
                  <a:pt x="1104841" y="434650"/>
                </a:lnTo>
                <a:lnTo>
                  <a:pt x="1106330" y="432798"/>
                </a:lnTo>
                <a:lnTo>
                  <a:pt x="1106101" y="432011"/>
                </a:lnTo>
                <a:lnTo>
                  <a:pt x="1104726" y="430466"/>
                </a:lnTo>
                <a:close/>
                <a:moveTo>
                  <a:pt x="1107783" y="421287"/>
                </a:moveTo>
                <a:lnTo>
                  <a:pt x="1109458" y="424847"/>
                </a:lnTo>
                <a:lnTo>
                  <a:pt x="1110121" y="424205"/>
                </a:lnTo>
                <a:lnTo>
                  <a:pt x="1110401" y="420031"/>
                </a:lnTo>
                <a:lnTo>
                  <a:pt x="1110336" y="418816"/>
                </a:lnTo>
                <a:close/>
                <a:moveTo>
                  <a:pt x="1082810" y="476958"/>
                </a:moveTo>
                <a:lnTo>
                  <a:pt x="1083208" y="477782"/>
                </a:lnTo>
                <a:lnTo>
                  <a:pt x="1083368" y="477977"/>
                </a:lnTo>
                <a:lnTo>
                  <a:pt x="1083467" y="477349"/>
                </a:lnTo>
                <a:close/>
                <a:moveTo>
                  <a:pt x="480427" y="1825623"/>
                </a:moveTo>
                <a:lnTo>
                  <a:pt x="480353" y="1825868"/>
                </a:lnTo>
                <a:lnTo>
                  <a:pt x="481099" y="1825914"/>
                </a:lnTo>
                <a:close/>
                <a:moveTo>
                  <a:pt x="1072902" y="498688"/>
                </a:moveTo>
                <a:lnTo>
                  <a:pt x="1072784" y="499200"/>
                </a:lnTo>
                <a:lnTo>
                  <a:pt x="1072997" y="498915"/>
                </a:lnTo>
                <a:close/>
                <a:moveTo>
                  <a:pt x="483081" y="1819312"/>
                </a:moveTo>
                <a:lnTo>
                  <a:pt x="483403" y="1819495"/>
                </a:lnTo>
                <a:lnTo>
                  <a:pt x="483460" y="1819433"/>
                </a:lnTo>
                <a:close/>
                <a:moveTo>
                  <a:pt x="1080933" y="480569"/>
                </a:moveTo>
                <a:lnTo>
                  <a:pt x="1081904" y="485078"/>
                </a:lnTo>
                <a:lnTo>
                  <a:pt x="1082189" y="485413"/>
                </a:lnTo>
                <a:lnTo>
                  <a:pt x="1082767" y="481765"/>
                </a:lnTo>
                <a:close/>
                <a:moveTo>
                  <a:pt x="480889" y="1824102"/>
                </a:moveTo>
                <a:lnTo>
                  <a:pt x="480679" y="1824793"/>
                </a:lnTo>
                <a:lnTo>
                  <a:pt x="483525" y="1826024"/>
                </a:lnTo>
                <a:lnTo>
                  <a:pt x="483992" y="1826000"/>
                </a:lnTo>
                <a:close/>
                <a:moveTo>
                  <a:pt x="1106928" y="422115"/>
                </a:moveTo>
                <a:lnTo>
                  <a:pt x="1108680" y="424163"/>
                </a:lnTo>
                <a:lnTo>
                  <a:pt x="1107470" y="421590"/>
                </a:lnTo>
                <a:close/>
                <a:moveTo>
                  <a:pt x="1073880" y="495429"/>
                </a:moveTo>
                <a:lnTo>
                  <a:pt x="1074753" y="496554"/>
                </a:lnTo>
                <a:lnTo>
                  <a:pt x="1075065" y="496135"/>
                </a:lnTo>
                <a:close/>
                <a:moveTo>
                  <a:pt x="1069790" y="504408"/>
                </a:moveTo>
                <a:lnTo>
                  <a:pt x="1070758" y="505289"/>
                </a:lnTo>
                <a:lnTo>
                  <a:pt x="1071031" y="504094"/>
                </a:lnTo>
                <a:lnTo>
                  <a:pt x="1070529" y="503386"/>
                </a:lnTo>
                <a:close/>
                <a:moveTo>
                  <a:pt x="482038" y="1820320"/>
                </a:moveTo>
                <a:lnTo>
                  <a:pt x="481994" y="1820468"/>
                </a:lnTo>
                <a:lnTo>
                  <a:pt x="482174" y="1820399"/>
                </a:lnTo>
                <a:close/>
                <a:moveTo>
                  <a:pt x="1118995" y="393955"/>
                </a:moveTo>
                <a:lnTo>
                  <a:pt x="1119686" y="406982"/>
                </a:lnTo>
                <a:lnTo>
                  <a:pt x="1120438" y="408395"/>
                </a:lnTo>
                <a:lnTo>
                  <a:pt x="1123597" y="405417"/>
                </a:lnTo>
                <a:lnTo>
                  <a:pt x="1122065" y="399964"/>
                </a:lnTo>
                <a:lnTo>
                  <a:pt x="1120141" y="396737"/>
                </a:lnTo>
                <a:lnTo>
                  <a:pt x="1120303" y="396799"/>
                </a:lnTo>
                <a:lnTo>
                  <a:pt x="1121954" y="399566"/>
                </a:lnTo>
                <a:lnTo>
                  <a:pt x="1120765" y="395331"/>
                </a:lnTo>
                <a:close/>
                <a:moveTo>
                  <a:pt x="479728" y="1825320"/>
                </a:moveTo>
                <a:lnTo>
                  <a:pt x="479719" y="1825798"/>
                </a:lnTo>
                <a:lnTo>
                  <a:pt x="479881" y="1825827"/>
                </a:lnTo>
                <a:lnTo>
                  <a:pt x="479999" y="1825438"/>
                </a:lnTo>
                <a:close/>
                <a:moveTo>
                  <a:pt x="406018" y="1990331"/>
                </a:moveTo>
                <a:lnTo>
                  <a:pt x="447489" y="1994402"/>
                </a:lnTo>
                <a:lnTo>
                  <a:pt x="447557" y="1991817"/>
                </a:lnTo>
                <a:lnTo>
                  <a:pt x="433690" y="1986560"/>
                </a:lnTo>
                <a:lnTo>
                  <a:pt x="414879" y="1989371"/>
                </a:lnTo>
                <a:close/>
                <a:moveTo>
                  <a:pt x="1105923" y="423088"/>
                </a:moveTo>
                <a:lnTo>
                  <a:pt x="1107484" y="426758"/>
                </a:lnTo>
                <a:lnTo>
                  <a:pt x="1109040" y="425252"/>
                </a:lnTo>
                <a:lnTo>
                  <a:pt x="1106614" y="422419"/>
                </a:lnTo>
                <a:close/>
                <a:moveTo>
                  <a:pt x="1125469" y="379216"/>
                </a:moveTo>
                <a:lnTo>
                  <a:pt x="1133763" y="385671"/>
                </a:lnTo>
                <a:lnTo>
                  <a:pt x="1129416" y="375313"/>
                </a:lnTo>
                <a:lnTo>
                  <a:pt x="1128392" y="373628"/>
                </a:lnTo>
                <a:close/>
                <a:moveTo>
                  <a:pt x="1079128" y="482686"/>
                </a:moveTo>
                <a:lnTo>
                  <a:pt x="1080686" y="484859"/>
                </a:lnTo>
                <a:lnTo>
                  <a:pt x="1080598" y="484453"/>
                </a:lnTo>
                <a:close/>
                <a:moveTo>
                  <a:pt x="1064704" y="514655"/>
                </a:moveTo>
                <a:lnTo>
                  <a:pt x="1064676" y="515311"/>
                </a:lnTo>
                <a:lnTo>
                  <a:pt x="1065837" y="514282"/>
                </a:lnTo>
                <a:lnTo>
                  <a:pt x="1065441" y="513988"/>
                </a:lnTo>
                <a:close/>
                <a:moveTo>
                  <a:pt x="1067868" y="507348"/>
                </a:moveTo>
                <a:lnTo>
                  <a:pt x="1068372" y="510181"/>
                </a:lnTo>
                <a:lnTo>
                  <a:pt x="1068410" y="510242"/>
                </a:lnTo>
                <a:lnTo>
                  <a:pt x="1069358" y="509385"/>
                </a:lnTo>
                <a:close/>
                <a:moveTo>
                  <a:pt x="1067847" y="507094"/>
                </a:moveTo>
                <a:lnTo>
                  <a:pt x="1069457" y="509294"/>
                </a:lnTo>
                <a:lnTo>
                  <a:pt x="1069939" y="508858"/>
                </a:lnTo>
                <a:lnTo>
                  <a:pt x="1070110" y="508114"/>
                </a:lnTo>
                <a:lnTo>
                  <a:pt x="1068408" y="506319"/>
                </a:lnTo>
                <a:close/>
                <a:moveTo>
                  <a:pt x="483486" y="1815559"/>
                </a:moveTo>
                <a:lnTo>
                  <a:pt x="483369" y="1815942"/>
                </a:lnTo>
                <a:lnTo>
                  <a:pt x="483832" y="1816031"/>
                </a:lnTo>
                <a:close/>
                <a:moveTo>
                  <a:pt x="1082009" y="475301"/>
                </a:moveTo>
                <a:lnTo>
                  <a:pt x="1082222" y="475743"/>
                </a:lnTo>
                <a:lnTo>
                  <a:pt x="1082428" y="475865"/>
                </a:lnTo>
                <a:close/>
                <a:moveTo>
                  <a:pt x="416391" y="1965719"/>
                </a:moveTo>
                <a:lnTo>
                  <a:pt x="420071" y="1967191"/>
                </a:lnTo>
                <a:lnTo>
                  <a:pt x="434091" y="1967460"/>
                </a:lnTo>
                <a:lnTo>
                  <a:pt x="428917" y="1964469"/>
                </a:lnTo>
                <a:close/>
                <a:moveTo>
                  <a:pt x="479754" y="1823803"/>
                </a:moveTo>
                <a:lnTo>
                  <a:pt x="479744" y="1824388"/>
                </a:lnTo>
                <a:lnTo>
                  <a:pt x="480251" y="1824607"/>
                </a:lnTo>
                <a:lnTo>
                  <a:pt x="480481" y="1823852"/>
                </a:lnTo>
                <a:lnTo>
                  <a:pt x="479989" y="1823552"/>
                </a:lnTo>
                <a:close/>
                <a:moveTo>
                  <a:pt x="1120754" y="388231"/>
                </a:moveTo>
                <a:lnTo>
                  <a:pt x="1126300" y="397404"/>
                </a:lnTo>
                <a:lnTo>
                  <a:pt x="1127939" y="398677"/>
                </a:lnTo>
                <a:lnTo>
                  <a:pt x="1128058" y="398417"/>
                </a:lnTo>
                <a:lnTo>
                  <a:pt x="1131835" y="390918"/>
                </a:lnTo>
                <a:lnTo>
                  <a:pt x="1130485" y="388654"/>
                </a:lnTo>
                <a:lnTo>
                  <a:pt x="1130702" y="388738"/>
                </a:lnTo>
                <a:lnTo>
                  <a:pt x="1131912" y="390766"/>
                </a:lnTo>
                <a:lnTo>
                  <a:pt x="1133192" y="388224"/>
                </a:lnTo>
                <a:lnTo>
                  <a:pt x="1124355" y="381347"/>
                </a:lnTo>
                <a:close/>
                <a:moveTo>
                  <a:pt x="1064767" y="513488"/>
                </a:moveTo>
                <a:lnTo>
                  <a:pt x="1064752" y="513524"/>
                </a:lnTo>
                <a:lnTo>
                  <a:pt x="1064751" y="513552"/>
                </a:lnTo>
                <a:lnTo>
                  <a:pt x="1064797" y="513511"/>
                </a:lnTo>
                <a:close/>
                <a:moveTo>
                  <a:pt x="479762" y="1823413"/>
                </a:moveTo>
                <a:lnTo>
                  <a:pt x="479760" y="1823501"/>
                </a:lnTo>
                <a:lnTo>
                  <a:pt x="479812" y="1823444"/>
                </a:lnTo>
                <a:close/>
                <a:moveTo>
                  <a:pt x="1119770" y="390173"/>
                </a:moveTo>
                <a:lnTo>
                  <a:pt x="1120483" y="392712"/>
                </a:lnTo>
                <a:lnTo>
                  <a:pt x="1121254" y="393473"/>
                </a:lnTo>
                <a:lnTo>
                  <a:pt x="1124991" y="396384"/>
                </a:lnTo>
                <a:lnTo>
                  <a:pt x="1120473" y="388784"/>
                </a:lnTo>
                <a:close/>
                <a:moveTo>
                  <a:pt x="1074644" y="491083"/>
                </a:moveTo>
                <a:lnTo>
                  <a:pt x="1074013" y="493840"/>
                </a:lnTo>
                <a:lnTo>
                  <a:pt x="1075670" y="495321"/>
                </a:lnTo>
                <a:lnTo>
                  <a:pt x="1077263" y="493181"/>
                </a:lnTo>
                <a:close/>
                <a:moveTo>
                  <a:pt x="1119151" y="391396"/>
                </a:moveTo>
                <a:lnTo>
                  <a:pt x="1119856" y="392092"/>
                </a:lnTo>
                <a:lnTo>
                  <a:pt x="1119479" y="390749"/>
                </a:lnTo>
                <a:close/>
                <a:moveTo>
                  <a:pt x="459883" y="1867589"/>
                </a:moveTo>
                <a:lnTo>
                  <a:pt x="466044" y="1867416"/>
                </a:lnTo>
                <a:lnTo>
                  <a:pt x="463636" y="1866448"/>
                </a:lnTo>
                <a:close/>
                <a:moveTo>
                  <a:pt x="1067861" y="505742"/>
                </a:moveTo>
                <a:lnTo>
                  <a:pt x="1067713" y="506111"/>
                </a:lnTo>
                <a:lnTo>
                  <a:pt x="1067928" y="505813"/>
                </a:lnTo>
                <a:close/>
                <a:moveTo>
                  <a:pt x="477585" y="1827442"/>
                </a:moveTo>
                <a:lnTo>
                  <a:pt x="477693" y="1828083"/>
                </a:lnTo>
                <a:lnTo>
                  <a:pt x="478188" y="1828147"/>
                </a:lnTo>
                <a:lnTo>
                  <a:pt x="478151" y="1827477"/>
                </a:lnTo>
                <a:close/>
                <a:moveTo>
                  <a:pt x="1069119" y="502587"/>
                </a:moveTo>
                <a:lnTo>
                  <a:pt x="1068765" y="503474"/>
                </a:lnTo>
                <a:lnTo>
                  <a:pt x="1069280" y="503943"/>
                </a:lnTo>
                <a:lnTo>
                  <a:pt x="1069942" y="503028"/>
                </a:lnTo>
                <a:close/>
                <a:moveTo>
                  <a:pt x="1071421" y="497397"/>
                </a:moveTo>
                <a:lnTo>
                  <a:pt x="1072274" y="498664"/>
                </a:lnTo>
                <a:lnTo>
                  <a:pt x="1072380" y="498200"/>
                </a:lnTo>
                <a:close/>
                <a:moveTo>
                  <a:pt x="1115369" y="398867"/>
                </a:moveTo>
                <a:lnTo>
                  <a:pt x="1116418" y="400838"/>
                </a:lnTo>
                <a:lnTo>
                  <a:pt x="1116224" y="397179"/>
                </a:lnTo>
                <a:close/>
                <a:moveTo>
                  <a:pt x="477962" y="1825720"/>
                </a:moveTo>
                <a:lnTo>
                  <a:pt x="478053" y="1825726"/>
                </a:lnTo>
                <a:lnTo>
                  <a:pt x="478048" y="1825639"/>
                </a:lnTo>
                <a:lnTo>
                  <a:pt x="478040" y="1825637"/>
                </a:lnTo>
                <a:close/>
                <a:moveTo>
                  <a:pt x="1113478" y="402605"/>
                </a:moveTo>
                <a:lnTo>
                  <a:pt x="1114541" y="406389"/>
                </a:lnTo>
                <a:lnTo>
                  <a:pt x="1116795" y="407959"/>
                </a:lnTo>
                <a:lnTo>
                  <a:pt x="1116438" y="401219"/>
                </a:lnTo>
                <a:lnTo>
                  <a:pt x="1115281" y="399043"/>
                </a:lnTo>
                <a:close/>
                <a:moveTo>
                  <a:pt x="1065037" y="510978"/>
                </a:moveTo>
                <a:lnTo>
                  <a:pt x="1065368" y="511195"/>
                </a:lnTo>
                <a:lnTo>
                  <a:pt x="1065271" y="510655"/>
                </a:lnTo>
                <a:close/>
                <a:moveTo>
                  <a:pt x="1067519" y="505381"/>
                </a:moveTo>
                <a:lnTo>
                  <a:pt x="1067610" y="505896"/>
                </a:lnTo>
                <a:lnTo>
                  <a:pt x="1067728" y="505601"/>
                </a:lnTo>
                <a:close/>
                <a:moveTo>
                  <a:pt x="1081435" y="474115"/>
                </a:moveTo>
                <a:lnTo>
                  <a:pt x="1081609" y="474474"/>
                </a:lnTo>
                <a:lnTo>
                  <a:pt x="1082813" y="476093"/>
                </a:lnTo>
                <a:lnTo>
                  <a:pt x="1083592" y="476556"/>
                </a:lnTo>
                <a:lnTo>
                  <a:pt x="1083859" y="474869"/>
                </a:lnTo>
                <a:lnTo>
                  <a:pt x="1082571" y="471956"/>
                </a:lnTo>
                <a:close/>
                <a:moveTo>
                  <a:pt x="1112339" y="404857"/>
                </a:moveTo>
                <a:lnTo>
                  <a:pt x="1114122" y="406097"/>
                </a:lnTo>
                <a:lnTo>
                  <a:pt x="1113261" y="403034"/>
                </a:lnTo>
                <a:close/>
                <a:moveTo>
                  <a:pt x="1080970" y="474998"/>
                </a:moveTo>
                <a:lnTo>
                  <a:pt x="1081611" y="475380"/>
                </a:lnTo>
                <a:lnTo>
                  <a:pt x="1081208" y="474546"/>
                </a:lnTo>
                <a:close/>
                <a:moveTo>
                  <a:pt x="1111844" y="405835"/>
                </a:moveTo>
                <a:lnTo>
                  <a:pt x="1112385" y="416058"/>
                </a:lnTo>
                <a:lnTo>
                  <a:pt x="1115316" y="413221"/>
                </a:lnTo>
                <a:lnTo>
                  <a:pt x="1115953" y="412622"/>
                </a:lnTo>
                <a:lnTo>
                  <a:pt x="1114249" y="406552"/>
                </a:lnTo>
                <a:lnTo>
                  <a:pt x="1112201" y="405128"/>
                </a:lnTo>
                <a:close/>
                <a:moveTo>
                  <a:pt x="472604" y="1837095"/>
                </a:moveTo>
                <a:lnTo>
                  <a:pt x="472604" y="1837207"/>
                </a:lnTo>
                <a:lnTo>
                  <a:pt x="473361" y="1837770"/>
                </a:lnTo>
                <a:close/>
                <a:moveTo>
                  <a:pt x="1080092" y="476665"/>
                </a:moveTo>
                <a:lnTo>
                  <a:pt x="1080283" y="477551"/>
                </a:lnTo>
                <a:lnTo>
                  <a:pt x="1083140" y="479411"/>
                </a:lnTo>
                <a:lnTo>
                  <a:pt x="1083244" y="478757"/>
                </a:lnTo>
                <a:lnTo>
                  <a:pt x="1082812" y="477863"/>
                </a:lnTo>
                <a:lnTo>
                  <a:pt x="1081383" y="476111"/>
                </a:lnTo>
                <a:lnTo>
                  <a:pt x="1080621" y="475660"/>
                </a:lnTo>
                <a:close/>
                <a:moveTo>
                  <a:pt x="1078912" y="479253"/>
                </a:moveTo>
                <a:lnTo>
                  <a:pt x="1079960" y="481493"/>
                </a:lnTo>
                <a:lnTo>
                  <a:pt x="1079571" y="479683"/>
                </a:lnTo>
                <a:close/>
                <a:moveTo>
                  <a:pt x="460156" y="1864720"/>
                </a:moveTo>
                <a:lnTo>
                  <a:pt x="463469" y="1866052"/>
                </a:lnTo>
                <a:lnTo>
                  <a:pt x="468223" y="1864555"/>
                </a:lnTo>
                <a:lnTo>
                  <a:pt x="468252" y="1864454"/>
                </a:lnTo>
                <a:lnTo>
                  <a:pt x="465492" y="1863071"/>
                </a:lnTo>
                <a:close/>
                <a:moveTo>
                  <a:pt x="1109082" y="411291"/>
                </a:moveTo>
                <a:lnTo>
                  <a:pt x="1110047" y="413341"/>
                </a:lnTo>
                <a:lnTo>
                  <a:pt x="1109857" y="409760"/>
                </a:lnTo>
                <a:close/>
                <a:moveTo>
                  <a:pt x="1072361" y="493472"/>
                </a:moveTo>
                <a:lnTo>
                  <a:pt x="1072842" y="494092"/>
                </a:lnTo>
                <a:lnTo>
                  <a:pt x="1073265" y="494345"/>
                </a:lnTo>
                <a:lnTo>
                  <a:pt x="1073276" y="494291"/>
                </a:lnTo>
                <a:close/>
                <a:moveTo>
                  <a:pt x="1078043" y="480561"/>
                </a:moveTo>
                <a:lnTo>
                  <a:pt x="1079822" y="482642"/>
                </a:lnTo>
                <a:lnTo>
                  <a:pt x="1078469" y="479751"/>
                </a:lnTo>
                <a:close/>
                <a:moveTo>
                  <a:pt x="1108108" y="413216"/>
                </a:moveTo>
                <a:lnTo>
                  <a:pt x="1110147" y="415229"/>
                </a:lnTo>
                <a:lnTo>
                  <a:pt x="1110124" y="414803"/>
                </a:lnTo>
                <a:lnTo>
                  <a:pt x="1108765" y="411917"/>
                </a:lnTo>
                <a:close/>
                <a:moveTo>
                  <a:pt x="1077632" y="481340"/>
                </a:moveTo>
                <a:lnTo>
                  <a:pt x="1080845" y="485602"/>
                </a:lnTo>
                <a:lnTo>
                  <a:pt x="1080756" y="485187"/>
                </a:lnTo>
                <a:lnTo>
                  <a:pt x="1077946" y="481266"/>
                </a:lnTo>
                <a:lnTo>
                  <a:pt x="1077778" y="481064"/>
                </a:lnTo>
                <a:close/>
                <a:moveTo>
                  <a:pt x="477300" y="1825504"/>
                </a:moveTo>
                <a:lnTo>
                  <a:pt x="477493" y="1825691"/>
                </a:lnTo>
                <a:lnTo>
                  <a:pt x="477754" y="1825707"/>
                </a:lnTo>
                <a:lnTo>
                  <a:pt x="477849" y="1825603"/>
                </a:lnTo>
                <a:close/>
                <a:moveTo>
                  <a:pt x="1105972" y="417437"/>
                </a:moveTo>
                <a:lnTo>
                  <a:pt x="1107532" y="420756"/>
                </a:lnTo>
                <a:lnTo>
                  <a:pt x="1110298" y="418079"/>
                </a:lnTo>
                <a:lnTo>
                  <a:pt x="1110177" y="415806"/>
                </a:lnTo>
                <a:lnTo>
                  <a:pt x="1107923" y="413582"/>
                </a:lnTo>
                <a:close/>
                <a:moveTo>
                  <a:pt x="1076292" y="483887"/>
                </a:moveTo>
                <a:lnTo>
                  <a:pt x="1075230" y="488523"/>
                </a:lnTo>
                <a:lnTo>
                  <a:pt x="1078676" y="491283"/>
                </a:lnTo>
                <a:lnTo>
                  <a:pt x="1081170" y="487931"/>
                </a:lnTo>
                <a:lnTo>
                  <a:pt x="1077044" y="482459"/>
                </a:lnTo>
                <a:close/>
                <a:moveTo>
                  <a:pt x="462814" y="1857471"/>
                </a:moveTo>
                <a:lnTo>
                  <a:pt x="464523" y="1858066"/>
                </a:lnTo>
                <a:lnTo>
                  <a:pt x="469766" y="1859213"/>
                </a:lnTo>
                <a:lnTo>
                  <a:pt x="470375" y="1857105"/>
                </a:lnTo>
                <a:lnTo>
                  <a:pt x="470395" y="1857039"/>
                </a:lnTo>
                <a:lnTo>
                  <a:pt x="466537" y="1857398"/>
                </a:lnTo>
                <a:close/>
                <a:moveTo>
                  <a:pt x="1104672" y="420150"/>
                </a:moveTo>
                <a:lnTo>
                  <a:pt x="1105689" y="422541"/>
                </a:lnTo>
                <a:lnTo>
                  <a:pt x="1106252" y="421996"/>
                </a:lnTo>
                <a:close/>
                <a:moveTo>
                  <a:pt x="1096469" y="438460"/>
                </a:moveTo>
                <a:lnTo>
                  <a:pt x="1099252" y="442742"/>
                </a:lnTo>
                <a:lnTo>
                  <a:pt x="1100676" y="440680"/>
                </a:lnTo>
                <a:lnTo>
                  <a:pt x="1098913" y="436094"/>
                </a:lnTo>
                <a:close/>
                <a:moveTo>
                  <a:pt x="1104840" y="419674"/>
                </a:moveTo>
                <a:lnTo>
                  <a:pt x="1106566" y="421692"/>
                </a:lnTo>
                <a:lnTo>
                  <a:pt x="1107220" y="421059"/>
                </a:lnTo>
                <a:lnTo>
                  <a:pt x="1105735" y="417904"/>
                </a:lnTo>
                <a:close/>
                <a:moveTo>
                  <a:pt x="479838" y="1819070"/>
                </a:moveTo>
                <a:lnTo>
                  <a:pt x="479832" y="1819426"/>
                </a:lnTo>
                <a:lnTo>
                  <a:pt x="481452" y="1820417"/>
                </a:lnTo>
                <a:lnTo>
                  <a:pt x="481515" y="1820448"/>
                </a:lnTo>
                <a:lnTo>
                  <a:pt x="481625" y="1820086"/>
                </a:lnTo>
                <a:close/>
                <a:moveTo>
                  <a:pt x="1064954" y="508876"/>
                </a:moveTo>
                <a:lnTo>
                  <a:pt x="1064906" y="509988"/>
                </a:lnTo>
                <a:lnTo>
                  <a:pt x="1065104" y="509715"/>
                </a:lnTo>
                <a:close/>
                <a:moveTo>
                  <a:pt x="442191" y="1903224"/>
                </a:moveTo>
                <a:lnTo>
                  <a:pt x="443491" y="1915426"/>
                </a:lnTo>
                <a:lnTo>
                  <a:pt x="450531" y="1916141"/>
                </a:lnTo>
                <a:lnTo>
                  <a:pt x="450889" y="1907209"/>
                </a:lnTo>
                <a:close/>
                <a:moveTo>
                  <a:pt x="1074262" y="487747"/>
                </a:moveTo>
                <a:lnTo>
                  <a:pt x="1074697" y="488094"/>
                </a:lnTo>
                <a:lnTo>
                  <a:pt x="1075173" y="486016"/>
                </a:lnTo>
                <a:close/>
                <a:moveTo>
                  <a:pt x="1102928" y="423452"/>
                </a:moveTo>
                <a:lnTo>
                  <a:pt x="1103771" y="424398"/>
                </a:lnTo>
                <a:lnTo>
                  <a:pt x="1103867" y="424305"/>
                </a:lnTo>
                <a:lnTo>
                  <a:pt x="1103606" y="423403"/>
                </a:lnTo>
                <a:lnTo>
                  <a:pt x="1103196" y="422924"/>
                </a:lnTo>
                <a:close/>
                <a:moveTo>
                  <a:pt x="1100731" y="428114"/>
                </a:moveTo>
                <a:lnTo>
                  <a:pt x="1102545" y="431540"/>
                </a:lnTo>
                <a:lnTo>
                  <a:pt x="1104229" y="429911"/>
                </a:lnTo>
                <a:lnTo>
                  <a:pt x="1103628" y="429235"/>
                </a:lnTo>
                <a:lnTo>
                  <a:pt x="1103819" y="429271"/>
                </a:lnTo>
                <a:lnTo>
                  <a:pt x="1104314" y="429827"/>
                </a:lnTo>
                <a:lnTo>
                  <a:pt x="1105215" y="428955"/>
                </a:lnTo>
                <a:lnTo>
                  <a:pt x="1104224" y="425537"/>
                </a:lnTo>
                <a:lnTo>
                  <a:pt x="1103845" y="425100"/>
                </a:lnTo>
                <a:close/>
                <a:moveTo>
                  <a:pt x="1118674" y="387882"/>
                </a:moveTo>
                <a:lnTo>
                  <a:pt x="1118844" y="391092"/>
                </a:lnTo>
                <a:lnTo>
                  <a:pt x="1118887" y="391134"/>
                </a:lnTo>
                <a:lnTo>
                  <a:pt x="1119342" y="390263"/>
                </a:lnTo>
                <a:close/>
                <a:moveTo>
                  <a:pt x="1101180" y="426906"/>
                </a:moveTo>
                <a:lnTo>
                  <a:pt x="1103480" y="424680"/>
                </a:lnTo>
                <a:lnTo>
                  <a:pt x="1102739" y="423825"/>
                </a:lnTo>
                <a:close/>
                <a:moveTo>
                  <a:pt x="1094346" y="442173"/>
                </a:moveTo>
                <a:lnTo>
                  <a:pt x="1094207" y="450048"/>
                </a:lnTo>
                <a:lnTo>
                  <a:pt x="1096536" y="446675"/>
                </a:lnTo>
                <a:lnTo>
                  <a:pt x="1095680" y="444878"/>
                </a:lnTo>
                <a:close/>
                <a:moveTo>
                  <a:pt x="1072000" y="492043"/>
                </a:moveTo>
                <a:lnTo>
                  <a:pt x="1073487" y="493371"/>
                </a:lnTo>
                <a:lnTo>
                  <a:pt x="1074110" y="490655"/>
                </a:lnTo>
                <a:lnTo>
                  <a:pt x="1073140" y="489878"/>
                </a:lnTo>
                <a:close/>
                <a:moveTo>
                  <a:pt x="477037" y="1824156"/>
                </a:moveTo>
                <a:lnTo>
                  <a:pt x="477236" y="1825351"/>
                </a:lnTo>
                <a:lnTo>
                  <a:pt x="477960" y="1825481"/>
                </a:lnTo>
                <a:lnTo>
                  <a:pt x="478035" y="1825398"/>
                </a:lnTo>
                <a:lnTo>
                  <a:pt x="477992" y="1824631"/>
                </a:lnTo>
                <a:lnTo>
                  <a:pt x="477993" y="1824570"/>
                </a:lnTo>
                <a:close/>
                <a:moveTo>
                  <a:pt x="430472" y="1928277"/>
                </a:moveTo>
                <a:lnTo>
                  <a:pt x="442943" y="1934248"/>
                </a:lnTo>
                <a:lnTo>
                  <a:pt x="445519" y="1933885"/>
                </a:lnTo>
                <a:lnTo>
                  <a:pt x="444815" y="1928857"/>
                </a:lnTo>
                <a:lnTo>
                  <a:pt x="443442" y="1928713"/>
                </a:lnTo>
                <a:close/>
                <a:moveTo>
                  <a:pt x="454574" y="1874219"/>
                </a:moveTo>
                <a:lnTo>
                  <a:pt x="453976" y="1881617"/>
                </a:lnTo>
                <a:lnTo>
                  <a:pt x="461036" y="1884395"/>
                </a:lnTo>
                <a:lnTo>
                  <a:pt x="462613" y="1883974"/>
                </a:lnTo>
                <a:lnTo>
                  <a:pt x="463632" y="1880447"/>
                </a:lnTo>
                <a:close/>
                <a:moveTo>
                  <a:pt x="1070165" y="495532"/>
                </a:moveTo>
                <a:lnTo>
                  <a:pt x="1071193" y="497058"/>
                </a:lnTo>
                <a:lnTo>
                  <a:pt x="1072414" y="498054"/>
                </a:lnTo>
                <a:lnTo>
                  <a:pt x="1072453" y="497882"/>
                </a:lnTo>
                <a:lnTo>
                  <a:pt x="1070442" y="495004"/>
                </a:lnTo>
                <a:close/>
                <a:moveTo>
                  <a:pt x="442042" y="1901831"/>
                </a:moveTo>
                <a:lnTo>
                  <a:pt x="442155" y="1902883"/>
                </a:lnTo>
                <a:lnTo>
                  <a:pt x="450902" y="1906890"/>
                </a:lnTo>
                <a:lnTo>
                  <a:pt x="451103" y="1901887"/>
                </a:lnTo>
                <a:lnTo>
                  <a:pt x="447259" y="1901126"/>
                </a:lnTo>
                <a:close/>
                <a:moveTo>
                  <a:pt x="1067326" y="501629"/>
                </a:moveTo>
                <a:lnTo>
                  <a:pt x="1067189" y="502040"/>
                </a:lnTo>
                <a:lnTo>
                  <a:pt x="1068627" y="503348"/>
                </a:lnTo>
                <a:lnTo>
                  <a:pt x="1068964" y="502504"/>
                </a:lnTo>
                <a:close/>
                <a:moveTo>
                  <a:pt x="1095830" y="437478"/>
                </a:moveTo>
                <a:lnTo>
                  <a:pt x="1096054" y="437823"/>
                </a:lnTo>
                <a:lnTo>
                  <a:pt x="1098622" y="435337"/>
                </a:lnTo>
                <a:lnTo>
                  <a:pt x="1097884" y="433418"/>
                </a:lnTo>
                <a:close/>
                <a:moveTo>
                  <a:pt x="1094376" y="440487"/>
                </a:moveTo>
                <a:lnTo>
                  <a:pt x="1094360" y="441363"/>
                </a:lnTo>
                <a:lnTo>
                  <a:pt x="1096795" y="446300"/>
                </a:lnTo>
                <a:lnTo>
                  <a:pt x="1097834" y="444796"/>
                </a:lnTo>
                <a:lnTo>
                  <a:pt x="1094846" y="440031"/>
                </a:lnTo>
                <a:close/>
                <a:moveTo>
                  <a:pt x="471053" y="1836057"/>
                </a:moveTo>
                <a:lnTo>
                  <a:pt x="471586" y="1836453"/>
                </a:lnTo>
                <a:lnTo>
                  <a:pt x="471864" y="1836437"/>
                </a:lnTo>
                <a:lnTo>
                  <a:pt x="471770" y="1836353"/>
                </a:lnTo>
                <a:close/>
                <a:moveTo>
                  <a:pt x="1118550" y="385552"/>
                </a:moveTo>
                <a:lnTo>
                  <a:pt x="1118568" y="385895"/>
                </a:lnTo>
                <a:lnTo>
                  <a:pt x="1119637" y="389701"/>
                </a:lnTo>
                <a:lnTo>
                  <a:pt x="1120283" y="388466"/>
                </a:lnTo>
                <a:close/>
                <a:moveTo>
                  <a:pt x="441853" y="1900055"/>
                </a:moveTo>
                <a:lnTo>
                  <a:pt x="441905" y="1900537"/>
                </a:lnTo>
                <a:lnTo>
                  <a:pt x="443250" y="1900332"/>
                </a:lnTo>
                <a:close/>
                <a:moveTo>
                  <a:pt x="1081089" y="468605"/>
                </a:moveTo>
                <a:lnTo>
                  <a:pt x="1080578" y="469780"/>
                </a:lnTo>
                <a:lnTo>
                  <a:pt x="1081207" y="468871"/>
                </a:lnTo>
                <a:close/>
                <a:moveTo>
                  <a:pt x="472051" y="1832177"/>
                </a:moveTo>
                <a:lnTo>
                  <a:pt x="472121" y="1832162"/>
                </a:lnTo>
                <a:lnTo>
                  <a:pt x="472086" y="1832140"/>
                </a:lnTo>
                <a:close/>
                <a:moveTo>
                  <a:pt x="479922" y="1814373"/>
                </a:moveTo>
                <a:lnTo>
                  <a:pt x="479906" y="1815272"/>
                </a:lnTo>
                <a:lnTo>
                  <a:pt x="482911" y="1815854"/>
                </a:lnTo>
                <a:lnTo>
                  <a:pt x="483084" y="1815286"/>
                </a:lnTo>
                <a:lnTo>
                  <a:pt x="480167" y="1814368"/>
                </a:lnTo>
                <a:close/>
                <a:moveTo>
                  <a:pt x="476588" y="1821472"/>
                </a:moveTo>
                <a:lnTo>
                  <a:pt x="476754" y="1822467"/>
                </a:lnTo>
                <a:lnTo>
                  <a:pt x="477653" y="1822124"/>
                </a:lnTo>
                <a:close/>
                <a:moveTo>
                  <a:pt x="470445" y="1835175"/>
                </a:moveTo>
                <a:lnTo>
                  <a:pt x="470566" y="1835695"/>
                </a:lnTo>
                <a:lnTo>
                  <a:pt x="470619" y="1835734"/>
                </a:lnTo>
                <a:lnTo>
                  <a:pt x="471470" y="1836087"/>
                </a:lnTo>
                <a:close/>
                <a:moveTo>
                  <a:pt x="477948" y="1818275"/>
                </a:moveTo>
                <a:lnTo>
                  <a:pt x="478103" y="1818369"/>
                </a:lnTo>
                <a:lnTo>
                  <a:pt x="478105" y="1818255"/>
                </a:lnTo>
                <a:close/>
                <a:moveTo>
                  <a:pt x="441761" y="1899186"/>
                </a:moveTo>
                <a:lnTo>
                  <a:pt x="441812" y="1899669"/>
                </a:lnTo>
                <a:lnTo>
                  <a:pt x="444331" y="1900167"/>
                </a:lnTo>
                <a:lnTo>
                  <a:pt x="444952" y="1900073"/>
                </a:lnTo>
                <a:close/>
                <a:moveTo>
                  <a:pt x="440358" y="1902059"/>
                </a:moveTo>
                <a:lnTo>
                  <a:pt x="441716" y="1902682"/>
                </a:lnTo>
                <a:lnTo>
                  <a:pt x="441631" y="1901887"/>
                </a:lnTo>
                <a:close/>
                <a:moveTo>
                  <a:pt x="1079324" y="470649"/>
                </a:moveTo>
                <a:lnTo>
                  <a:pt x="1079052" y="471836"/>
                </a:lnTo>
                <a:lnTo>
                  <a:pt x="1079077" y="471954"/>
                </a:lnTo>
                <a:lnTo>
                  <a:pt x="1079593" y="471206"/>
                </a:lnTo>
                <a:close/>
                <a:moveTo>
                  <a:pt x="1079557" y="469634"/>
                </a:moveTo>
                <a:lnTo>
                  <a:pt x="1079464" y="470038"/>
                </a:lnTo>
                <a:lnTo>
                  <a:pt x="1079850" y="470835"/>
                </a:lnTo>
                <a:lnTo>
                  <a:pt x="1079923" y="470729"/>
                </a:lnTo>
                <a:lnTo>
                  <a:pt x="1080967" y="468328"/>
                </a:lnTo>
                <a:lnTo>
                  <a:pt x="1080617" y="467538"/>
                </a:lnTo>
                <a:close/>
                <a:moveTo>
                  <a:pt x="1077794" y="473116"/>
                </a:moveTo>
                <a:lnTo>
                  <a:pt x="1078088" y="473290"/>
                </a:lnTo>
                <a:lnTo>
                  <a:pt x="1078142" y="473049"/>
                </a:lnTo>
                <a:lnTo>
                  <a:pt x="1078049" y="472613"/>
                </a:lnTo>
                <a:close/>
                <a:moveTo>
                  <a:pt x="1076882" y="474918"/>
                </a:moveTo>
                <a:lnTo>
                  <a:pt x="1077165" y="475519"/>
                </a:lnTo>
                <a:lnTo>
                  <a:pt x="1077178" y="475527"/>
                </a:lnTo>
                <a:lnTo>
                  <a:pt x="1077881" y="474190"/>
                </a:lnTo>
                <a:lnTo>
                  <a:pt x="1077913" y="474053"/>
                </a:lnTo>
                <a:lnTo>
                  <a:pt x="1077457" y="473783"/>
                </a:lnTo>
                <a:close/>
                <a:moveTo>
                  <a:pt x="1075521" y="477610"/>
                </a:moveTo>
                <a:lnTo>
                  <a:pt x="1075868" y="478017"/>
                </a:lnTo>
                <a:lnTo>
                  <a:pt x="1076160" y="477462"/>
                </a:lnTo>
                <a:lnTo>
                  <a:pt x="1075736" y="477185"/>
                </a:lnTo>
                <a:close/>
                <a:moveTo>
                  <a:pt x="1075239" y="478166"/>
                </a:moveTo>
                <a:lnTo>
                  <a:pt x="1075563" y="478596"/>
                </a:lnTo>
                <a:lnTo>
                  <a:pt x="1075626" y="478476"/>
                </a:lnTo>
                <a:lnTo>
                  <a:pt x="1075288" y="478070"/>
                </a:lnTo>
                <a:close/>
                <a:moveTo>
                  <a:pt x="441530" y="1897021"/>
                </a:moveTo>
                <a:lnTo>
                  <a:pt x="441746" y="1899045"/>
                </a:lnTo>
                <a:lnTo>
                  <a:pt x="445453" y="1899997"/>
                </a:lnTo>
                <a:lnTo>
                  <a:pt x="451214" y="1899119"/>
                </a:lnTo>
                <a:lnTo>
                  <a:pt x="451268" y="1897766"/>
                </a:lnTo>
                <a:lnTo>
                  <a:pt x="451319" y="1897144"/>
                </a:lnTo>
                <a:close/>
                <a:moveTo>
                  <a:pt x="455219" y="1866246"/>
                </a:moveTo>
                <a:lnTo>
                  <a:pt x="455158" y="1866992"/>
                </a:lnTo>
                <a:lnTo>
                  <a:pt x="456152" y="1867693"/>
                </a:lnTo>
                <a:lnTo>
                  <a:pt x="458461" y="1867628"/>
                </a:lnTo>
                <a:lnTo>
                  <a:pt x="463010" y="1866196"/>
                </a:lnTo>
                <a:lnTo>
                  <a:pt x="459694" y="1864863"/>
                </a:lnTo>
                <a:close/>
                <a:moveTo>
                  <a:pt x="1080235" y="466674"/>
                </a:moveTo>
                <a:lnTo>
                  <a:pt x="1080192" y="466859"/>
                </a:lnTo>
                <a:lnTo>
                  <a:pt x="1080259" y="466727"/>
                </a:lnTo>
                <a:close/>
                <a:moveTo>
                  <a:pt x="427973" y="1927080"/>
                </a:moveTo>
                <a:lnTo>
                  <a:pt x="429841" y="1927975"/>
                </a:lnTo>
                <a:lnTo>
                  <a:pt x="438004" y="1928138"/>
                </a:lnTo>
                <a:close/>
                <a:moveTo>
                  <a:pt x="470552" y="1831639"/>
                </a:moveTo>
                <a:lnTo>
                  <a:pt x="471040" y="1832072"/>
                </a:lnTo>
                <a:lnTo>
                  <a:pt x="471581" y="1832192"/>
                </a:lnTo>
                <a:lnTo>
                  <a:pt x="471833" y="1832217"/>
                </a:lnTo>
                <a:lnTo>
                  <a:pt x="471970" y="1832067"/>
                </a:lnTo>
                <a:lnTo>
                  <a:pt x="471229" y="1831599"/>
                </a:lnTo>
                <a:close/>
                <a:moveTo>
                  <a:pt x="1071492" y="485569"/>
                </a:moveTo>
                <a:lnTo>
                  <a:pt x="1071780" y="485782"/>
                </a:lnTo>
                <a:lnTo>
                  <a:pt x="1074974" y="479714"/>
                </a:lnTo>
                <a:lnTo>
                  <a:pt x="1074663" y="479303"/>
                </a:lnTo>
                <a:close/>
                <a:moveTo>
                  <a:pt x="1111331" y="396161"/>
                </a:moveTo>
                <a:lnTo>
                  <a:pt x="1111771" y="404462"/>
                </a:lnTo>
                <a:lnTo>
                  <a:pt x="1111877" y="404536"/>
                </a:lnTo>
                <a:lnTo>
                  <a:pt x="1113052" y="402289"/>
                </a:lnTo>
                <a:close/>
                <a:moveTo>
                  <a:pt x="1069665" y="489179"/>
                </a:moveTo>
                <a:lnTo>
                  <a:pt x="1069811" y="489524"/>
                </a:lnTo>
                <a:lnTo>
                  <a:pt x="1070667" y="487897"/>
                </a:lnTo>
                <a:lnTo>
                  <a:pt x="1070416" y="487695"/>
                </a:lnTo>
                <a:close/>
                <a:moveTo>
                  <a:pt x="1093988" y="434644"/>
                </a:moveTo>
                <a:lnTo>
                  <a:pt x="1095397" y="436813"/>
                </a:lnTo>
                <a:lnTo>
                  <a:pt x="1097552" y="432555"/>
                </a:lnTo>
                <a:lnTo>
                  <a:pt x="1097311" y="431927"/>
                </a:lnTo>
                <a:lnTo>
                  <a:pt x="1097033" y="431694"/>
                </a:lnTo>
                <a:close/>
                <a:moveTo>
                  <a:pt x="472901" y="1825248"/>
                </a:moveTo>
                <a:lnTo>
                  <a:pt x="473190" y="1825426"/>
                </a:lnTo>
                <a:lnTo>
                  <a:pt x="473228" y="1825428"/>
                </a:lnTo>
                <a:lnTo>
                  <a:pt x="473184" y="1825163"/>
                </a:lnTo>
                <a:close/>
                <a:moveTo>
                  <a:pt x="459248" y="1855762"/>
                </a:moveTo>
                <a:lnTo>
                  <a:pt x="459757" y="1856016"/>
                </a:lnTo>
                <a:lnTo>
                  <a:pt x="462081" y="1855801"/>
                </a:lnTo>
                <a:close/>
                <a:moveTo>
                  <a:pt x="1068168" y="492139"/>
                </a:moveTo>
                <a:lnTo>
                  <a:pt x="1068301" y="492393"/>
                </a:lnTo>
                <a:lnTo>
                  <a:pt x="1068417" y="492173"/>
                </a:lnTo>
                <a:lnTo>
                  <a:pt x="1068212" y="492051"/>
                </a:lnTo>
                <a:close/>
                <a:moveTo>
                  <a:pt x="1078373" y="468681"/>
                </a:moveTo>
                <a:lnTo>
                  <a:pt x="1078641" y="469924"/>
                </a:lnTo>
                <a:lnTo>
                  <a:pt x="1078811" y="469588"/>
                </a:lnTo>
                <a:close/>
                <a:moveTo>
                  <a:pt x="455468" y="1863165"/>
                </a:moveTo>
                <a:lnTo>
                  <a:pt x="455263" y="1865708"/>
                </a:lnTo>
                <a:lnTo>
                  <a:pt x="458956" y="1864566"/>
                </a:lnTo>
                <a:close/>
                <a:moveTo>
                  <a:pt x="1095920" y="428914"/>
                </a:moveTo>
                <a:lnTo>
                  <a:pt x="1096263" y="429201"/>
                </a:lnTo>
                <a:lnTo>
                  <a:pt x="1096083" y="428732"/>
                </a:lnTo>
                <a:close/>
                <a:moveTo>
                  <a:pt x="477046" y="1814435"/>
                </a:moveTo>
                <a:lnTo>
                  <a:pt x="478166" y="1814795"/>
                </a:lnTo>
                <a:lnTo>
                  <a:pt x="478173" y="1814411"/>
                </a:lnTo>
                <a:close/>
                <a:moveTo>
                  <a:pt x="475838" y="1816984"/>
                </a:moveTo>
                <a:lnTo>
                  <a:pt x="475840" y="1816985"/>
                </a:lnTo>
                <a:lnTo>
                  <a:pt x="477780" y="1818172"/>
                </a:lnTo>
                <a:lnTo>
                  <a:pt x="478107" y="1818125"/>
                </a:lnTo>
                <a:lnTo>
                  <a:pt x="478108" y="1818085"/>
                </a:lnTo>
                <a:lnTo>
                  <a:pt x="476607" y="1817231"/>
                </a:lnTo>
                <a:lnTo>
                  <a:pt x="475840" y="1816985"/>
                </a:lnTo>
                <a:lnTo>
                  <a:pt x="475838" y="1816984"/>
                </a:lnTo>
                <a:close/>
                <a:moveTo>
                  <a:pt x="1095342" y="429558"/>
                </a:moveTo>
                <a:lnTo>
                  <a:pt x="1096904" y="430867"/>
                </a:lnTo>
                <a:lnTo>
                  <a:pt x="1096569" y="429993"/>
                </a:lnTo>
                <a:lnTo>
                  <a:pt x="1095645" y="429220"/>
                </a:lnTo>
                <a:close/>
                <a:moveTo>
                  <a:pt x="1074431" y="476336"/>
                </a:moveTo>
                <a:lnTo>
                  <a:pt x="1075037" y="477045"/>
                </a:lnTo>
                <a:lnTo>
                  <a:pt x="1075157" y="476809"/>
                </a:lnTo>
                <a:close/>
                <a:moveTo>
                  <a:pt x="1075927" y="472875"/>
                </a:moveTo>
                <a:lnTo>
                  <a:pt x="1076514" y="474128"/>
                </a:lnTo>
                <a:lnTo>
                  <a:pt x="1076865" y="473432"/>
                </a:lnTo>
                <a:close/>
                <a:moveTo>
                  <a:pt x="469484" y="1830691"/>
                </a:moveTo>
                <a:lnTo>
                  <a:pt x="469895" y="1831057"/>
                </a:lnTo>
                <a:lnTo>
                  <a:pt x="470332" y="1831031"/>
                </a:lnTo>
                <a:lnTo>
                  <a:pt x="470072" y="1830867"/>
                </a:lnTo>
                <a:close/>
                <a:moveTo>
                  <a:pt x="441198" y="1893906"/>
                </a:moveTo>
                <a:lnTo>
                  <a:pt x="441453" y="1896299"/>
                </a:lnTo>
                <a:lnTo>
                  <a:pt x="451377" y="1896424"/>
                </a:lnTo>
                <a:lnTo>
                  <a:pt x="451636" y="1893227"/>
                </a:lnTo>
                <a:close/>
                <a:moveTo>
                  <a:pt x="1073983" y="476501"/>
                </a:moveTo>
                <a:lnTo>
                  <a:pt x="1074779" y="477556"/>
                </a:lnTo>
                <a:lnTo>
                  <a:pt x="1074810" y="477494"/>
                </a:lnTo>
                <a:close/>
                <a:moveTo>
                  <a:pt x="456097" y="1860026"/>
                </a:moveTo>
                <a:lnTo>
                  <a:pt x="455574" y="1861847"/>
                </a:lnTo>
                <a:lnTo>
                  <a:pt x="455494" y="1862845"/>
                </a:lnTo>
                <a:lnTo>
                  <a:pt x="459419" y="1864423"/>
                </a:lnTo>
                <a:lnTo>
                  <a:pt x="464844" y="1862746"/>
                </a:lnTo>
                <a:lnTo>
                  <a:pt x="459561" y="1860098"/>
                </a:lnTo>
                <a:close/>
                <a:moveTo>
                  <a:pt x="456515" y="1858571"/>
                </a:moveTo>
                <a:lnTo>
                  <a:pt x="456315" y="1859266"/>
                </a:lnTo>
                <a:lnTo>
                  <a:pt x="457970" y="1859300"/>
                </a:lnTo>
                <a:close/>
                <a:moveTo>
                  <a:pt x="1067359" y="490596"/>
                </a:moveTo>
                <a:lnTo>
                  <a:pt x="1067576" y="491009"/>
                </a:lnTo>
                <a:lnTo>
                  <a:pt x="1067698" y="491079"/>
                </a:lnTo>
                <a:close/>
                <a:moveTo>
                  <a:pt x="472628" y="1822248"/>
                </a:moveTo>
                <a:lnTo>
                  <a:pt x="472625" y="1824042"/>
                </a:lnTo>
                <a:lnTo>
                  <a:pt x="472974" y="1823909"/>
                </a:lnTo>
                <a:lnTo>
                  <a:pt x="472702" y="1822280"/>
                </a:lnTo>
                <a:close/>
                <a:moveTo>
                  <a:pt x="455722" y="1860018"/>
                </a:moveTo>
                <a:lnTo>
                  <a:pt x="455651" y="1860897"/>
                </a:lnTo>
                <a:lnTo>
                  <a:pt x="455902" y="1860021"/>
                </a:lnTo>
                <a:close/>
                <a:moveTo>
                  <a:pt x="416692" y="1947403"/>
                </a:moveTo>
                <a:lnTo>
                  <a:pt x="432205" y="1952988"/>
                </a:lnTo>
                <a:lnTo>
                  <a:pt x="449042" y="1953195"/>
                </a:lnTo>
                <a:lnTo>
                  <a:pt x="449198" y="1949326"/>
                </a:lnTo>
                <a:close/>
                <a:moveTo>
                  <a:pt x="1093523" y="431586"/>
                </a:moveTo>
                <a:lnTo>
                  <a:pt x="1093828" y="434023"/>
                </a:lnTo>
                <a:lnTo>
                  <a:pt x="1096604" y="431334"/>
                </a:lnTo>
                <a:lnTo>
                  <a:pt x="1094973" y="429969"/>
                </a:lnTo>
                <a:close/>
                <a:moveTo>
                  <a:pt x="1118068" y="376453"/>
                </a:moveTo>
                <a:lnTo>
                  <a:pt x="1118494" y="384495"/>
                </a:lnTo>
                <a:lnTo>
                  <a:pt x="1120566" y="387923"/>
                </a:lnTo>
                <a:lnTo>
                  <a:pt x="1124108" y="381154"/>
                </a:lnTo>
                <a:close/>
                <a:moveTo>
                  <a:pt x="455866" y="1858246"/>
                </a:moveTo>
                <a:lnTo>
                  <a:pt x="455784" y="1859254"/>
                </a:lnTo>
                <a:lnTo>
                  <a:pt x="456120" y="1859262"/>
                </a:lnTo>
                <a:lnTo>
                  <a:pt x="456343" y="1858485"/>
                </a:lnTo>
                <a:close/>
                <a:moveTo>
                  <a:pt x="1111065" y="391118"/>
                </a:moveTo>
                <a:lnTo>
                  <a:pt x="1111253" y="394677"/>
                </a:lnTo>
                <a:lnTo>
                  <a:pt x="1113272" y="401869"/>
                </a:lnTo>
                <a:lnTo>
                  <a:pt x="1115013" y="398540"/>
                </a:lnTo>
                <a:close/>
                <a:moveTo>
                  <a:pt x="440939" y="1891472"/>
                </a:moveTo>
                <a:lnTo>
                  <a:pt x="441136" y="1893323"/>
                </a:lnTo>
                <a:lnTo>
                  <a:pt x="449000" y="1892649"/>
                </a:lnTo>
                <a:close/>
                <a:moveTo>
                  <a:pt x="1068346" y="486037"/>
                </a:moveTo>
                <a:lnTo>
                  <a:pt x="1069317" y="488348"/>
                </a:lnTo>
                <a:lnTo>
                  <a:pt x="1069869" y="487257"/>
                </a:lnTo>
                <a:close/>
                <a:moveTo>
                  <a:pt x="458706" y="1850933"/>
                </a:moveTo>
                <a:lnTo>
                  <a:pt x="457675" y="1854525"/>
                </a:lnTo>
                <a:lnTo>
                  <a:pt x="463086" y="1855092"/>
                </a:lnTo>
                <a:lnTo>
                  <a:pt x="468034" y="1854743"/>
                </a:lnTo>
                <a:lnTo>
                  <a:pt x="466664" y="1853593"/>
                </a:lnTo>
                <a:close/>
                <a:moveTo>
                  <a:pt x="440843" y="1890578"/>
                </a:moveTo>
                <a:lnTo>
                  <a:pt x="440912" y="1891217"/>
                </a:lnTo>
                <a:lnTo>
                  <a:pt x="450081" y="1892557"/>
                </a:lnTo>
                <a:lnTo>
                  <a:pt x="451235" y="1892458"/>
                </a:lnTo>
                <a:lnTo>
                  <a:pt x="446279" y="1890507"/>
                </a:lnTo>
                <a:lnTo>
                  <a:pt x="444628" y="1890041"/>
                </a:lnTo>
                <a:lnTo>
                  <a:pt x="443294" y="1889923"/>
                </a:lnTo>
                <a:close/>
                <a:moveTo>
                  <a:pt x="459183" y="1849270"/>
                </a:moveTo>
                <a:lnTo>
                  <a:pt x="458992" y="1849933"/>
                </a:lnTo>
                <a:lnTo>
                  <a:pt x="464499" y="1851773"/>
                </a:lnTo>
                <a:lnTo>
                  <a:pt x="464457" y="1851738"/>
                </a:lnTo>
                <a:lnTo>
                  <a:pt x="460366" y="1849586"/>
                </a:lnTo>
                <a:lnTo>
                  <a:pt x="459796" y="1849420"/>
                </a:lnTo>
                <a:lnTo>
                  <a:pt x="459763" y="1849373"/>
                </a:lnTo>
                <a:close/>
                <a:moveTo>
                  <a:pt x="459259" y="1849005"/>
                </a:moveTo>
                <a:lnTo>
                  <a:pt x="459221" y="1849134"/>
                </a:lnTo>
                <a:lnTo>
                  <a:pt x="459634" y="1849202"/>
                </a:lnTo>
                <a:close/>
                <a:moveTo>
                  <a:pt x="440750" y="1889698"/>
                </a:moveTo>
                <a:lnTo>
                  <a:pt x="440762" y="1889811"/>
                </a:lnTo>
                <a:lnTo>
                  <a:pt x="441076" y="1889727"/>
                </a:lnTo>
                <a:close/>
                <a:moveTo>
                  <a:pt x="471351" y="1820755"/>
                </a:moveTo>
                <a:lnTo>
                  <a:pt x="472248" y="1821144"/>
                </a:lnTo>
                <a:lnTo>
                  <a:pt x="472248" y="1821033"/>
                </a:lnTo>
                <a:lnTo>
                  <a:pt x="471991" y="1820778"/>
                </a:lnTo>
                <a:close/>
                <a:moveTo>
                  <a:pt x="448929" y="1870917"/>
                </a:moveTo>
                <a:lnTo>
                  <a:pt x="449916" y="1870911"/>
                </a:lnTo>
                <a:lnTo>
                  <a:pt x="449642" y="1870701"/>
                </a:lnTo>
                <a:close/>
                <a:moveTo>
                  <a:pt x="1093126" y="428422"/>
                </a:moveTo>
                <a:lnTo>
                  <a:pt x="1093493" y="431350"/>
                </a:lnTo>
                <a:lnTo>
                  <a:pt x="1094836" y="429854"/>
                </a:lnTo>
                <a:close/>
                <a:moveTo>
                  <a:pt x="440667" y="1888923"/>
                </a:moveTo>
                <a:lnTo>
                  <a:pt x="440725" y="1889470"/>
                </a:lnTo>
                <a:lnTo>
                  <a:pt x="441709" y="1889557"/>
                </a:lnTo>
                <a:lnTo>
                  <a:pt x="442328" y="1889392"/>
                </a:lnTo>
                <a:close/>
                <a:moveTo>
                  <a:pt x="1110880" y="387637"/>
                </a:moveTo>
                <a:lnTo>
                  <a:pt x="1111044" y="390737"/>
                </a:lnTo>
                <a:lnTo>
                  <a:pt x="1115104" y="398367"/>
                </a:lnTo>
                <a:lnTo>
                  <a:pt x="1116178" y="396313"/>
                </a:lnTo>
                <a:lnTo>
                  <a:pt x="1115927" y="391566"/>
                </a:lnTo>
                <a:close/>
                <a:moveTo>
                  <a:pt x="1122197" y="362187"/>
                </a:moveTo>
                <a:lnTo>
                  <a:pt x="1127790" y="371435"/>
                </a:lnTo>
                <a:lnTo>
                  <a:pt x="1125918" y="366976"/>
                </a:lnTo>
                <a:lnTo>
                  <a:pt x="1122664" y="361257"/>
                </a:lnTo>
                <a:close/>
                <a:moveTo>
                  <a:pt x="439319" y="1890985"/>
                </a:moveTo>
                <a:lnTo>
                  <a:pt x="440488" y="1891155"/>
                </a:lnTo>
                <a:lnTo>
                  <a:pt x="440438" y="1890686"/>
                </a:lnTo>
                <a:close/>
                <a:moveTo>
                  <a:pt x="1085468" y="443828"/>
                </a:moveTo>
                <a:lnTo>
                  <a:pt x="1085187" y="445057"/>
                </a:lnTo>
                <a:lnTo>
                  <a:pt x="1085929" y="446166"/>
                </a:lnTo>
                <a:lnTo>
                  <a:pt x="1085960" y="444416"/>
                </a:lnTo>
                <a:close/>
                <a:moveTo>
                  <a:pt x="1092942" y="426956"/>
                </a:moveTo>
                <a:lnTo>
                  <a:pt x="1093024" y="427617"/>
                </a:lnTo>
                <a:lnTo>
                  <a:pt x="1095205" y="429443"/>
                </a:lnTo>
                <a:lnTo>
                  <a:pt x="1095508" y="429105"/>
                </a:lnTo>
                <a:close/>
                <a:moveTo>
                  <a:pt x="1117790" y="371182"/>
                </a:moveTo>
                <a:lnTo>
                  <a:pt x="1117904" y="373326"/>
                </a:lnTo>
                <a:lnTo>
                  <a:pt x="1125222" y="379023"/>
                </a:lnTo>
                <a:lnTo>
                  <a:pt x="1128205" y="373321"/>
                </a:lnTo>
                <a:lnTo>
                  <a:pt x="1121851" y="362876"/>
                </a:lnTo>
                <a:lnTo>
                  <a:pt x="1121103" y="364364"/>
                </a:lnTo>
                <a:close/>
                <a:moveTo>
                  <a:pt x="1077015" y="462374"/>
                </a:moveTo>
                <a:lnTo>
                  <a:pt x="1078023" y="467057"/>
                </a:lnTo>
                <a:lnTo>
                  <a:pt x="1079034" y="469148"/>
                </a:lnTo>
                <a:lnTo>
                  <a:pt x="1079037" y="469142"/>
                </a:lnTo>
                <a:lnTo>
                  <a:pt x="1079755" y="466007"/>
                </a:lnTo>
                <a:close/>
                <a:moveTo>
                  <a:pt x="1085744" y="442624"/>
                </a:moveTo>
                <a:lnTo>
                  <a:pt x="1085545" y="443489"/>
                </a:lnTo>
                <a:lnTo>
                  <a:pt x="1085968" y="443992"/>
                </a:lnTo>
                <a:lnTo>
                  <a:pt x="1085995" y="442380"/>
                </a:lnTo>
                <a:close/>
                <a:moveTo>
                  <a:pt x="1114517" y="377918"/>
                </a:moveTo>
                <a:lnTo>
                  <a:pt x="1115270" y="379164"/>
                </a:lnTo>
                <a:lnTo>
                  <a:pt x="1115136" y="376642"/>
                </a:lnTo>
                <a:close/>
                <a:moveTo>
                  <a:pt x="470747" y="1819155"/>
                </a:moveTo>
                <a:lnTo>
                  <a:pt x="472193" y="1820556"/>
                </a:lnTo>
                <a:lnTo>
                  <a:pt x="472249" y="1820558"/>
                </a:lnTo>
                <a:lnTo>
                  <a:pt x="472251" y="1819581"/>
                </a:lnTo>
                <a:lnTo>
                  <a:pt x="472151" y="1818984"/>
                </a:lnTo>
                <a:close/>
                <a:moveTo>
                  <a:pt x="1086012" y="441452"/>
                </a:moveTo>
                <a:lnTo>
                  <a:pt x="1085972" y="441629"/>
                </a:lnTo>
                <a:lnTo>
                  <a:pt x="1086010" y="441593"/>
                </a:lnTo>
                <a:close/>
                <a:moveTo>
                  <a:pt x="1111595" y="383930"/>
                </a:moveTo>
                <a:lnTo>
                  <a:pt x="1115739" y="388025"/>
                </a:lnTo>
                <a:lnTo>
                  <a:pt x="1115323" y="380177"/>
                </a:lnTo>
                <a:lnTo>
                  <a:pt x="1114265" y="378436"/>
                </a:lnTo>
                <a:close/>
                <a:moveTo>
                  <a:pt x="404609" y="1966894"/>
                </a:moveTo>
                <a:lnTo>
                  <a:pt x="415113" y="1967096"/>
                </a:lnTo>
                <a:lnTo>
                  <a:pt x="412613" y="1966096"/>
                </a:lnTo>
                <a:close/>
                <a:moveTo>
                  <a:pt x="1110880" y="385399"/>
                </a:moveTo>
                <a:lnTo>
                  <a:pt x="1115803" y="389233"/>
                </a:lnTo>
                <a:lnTo>
                  <a:pt x="1115771" y="388624"/>
                </a:lnTo>
                <a:lnTo>
                  <a:pt x="1111409" y="384313"/>
                </a:lnTo>
                <a:close/>
                <a:moveTo>
                  <a:pt x="456516" y="1850201"/>
                </a:moveTo>
                <a:lnTo>
                  <a:pt x="456190" y="1854228"/>
                </a:lnTo>
                <a:lnTo>
                  <a:pt x="456544" y="1854407"/>
                </a:lnTo>
                <a:lnTo>
                  <a:pt x="457485" y="1854505"/>
                </a:lnTo>
                <a:lnTo>
                  <a:pt x="458526" y="1850873"/>
                </a:lnTo>
                <a:close/>
                <a:moveTo>
                  <a:pt x="1084540" y="443789"/>
                </a:moveTo>
                <a:lnTo>
                  <a:pt x="1084859" y="444512"/>
                </a:lnTo>
                <a:lnTo>
                  <a:pt x="1085125" y="443418"/>
                </a:lnTo>
                <a:lnTo>
                  <a:pt x="1085034" y="443311"/>
                </a:lnTo>
                <a:close/>
                <a:moveTo>
                  <a:pt x="1100898" y="406648"/>
                </a:moveTo>
                <a:lnTo>
                  <a:pt x="1105602" y="416650"/>
                </a:lnTo>
                <a:lnTo>
                  <a:pt x="1107411" y="413076"/>
                </a:lnTo>
                <a:close/>
                <a:moveTo>
                  <a:pt x="1104183" y="399180"/>
                </a:moveTo>
                <a:lnTo>
                  <a:pt x="1109492" y="402876"/>
                </a:lnTo>
                <a:lnTo>
                  <a:pt x="1108794" y="389693"/>
                </a:lnTo>
                <a:close/>
                <a:moveTo>
                  <a:pt x="1103778" y="400013"/>
                </a:moveTo>
                <a:lnTo>
                  <a:pt x="1108733" y="410546"/>
                </a:lnTo>
                <a:lnTo>
                  <a:pt x="1109791" y="408523"/>
                </a:lnTo>
                <a:lnTo>
                  <a:pt x="1109512" y="403256"/>
                </a:lnTo>
                <a:lnTo>
                  <a:pt x="1104051" y="399454"/>
                </a:lnTo>
                <a:close/>
                <a:moveTo>
                  <a:pt x="1066015" y="484354"/>
                </a:moveTo>
                <a:lnTo>
                  <a:pt x="1065976" y="485253"/>
                </a:lnTo>
                <a:lnTo>
                  <a:pt x="1068762" y="488841"/>
                </a:lnTo>
                <a:lnTo>
                  <a:pt x="1067198" y="485117"/>
                </a:lnTo>
                <a:lnTo>
                  <a:pt x="1066084" y="484224"/>
                </a:lnTo>
                <a:close/>
                <a:moveTo>
                  <a:pt x="1113959" y="376995"/>
                </a:moveTo>
                <a:lnTo>
                  <a:pt x="1114273" y="377515"/>
                </a:lnTo>
                <a:lnTo>
                  <a:pt x="1115096" y="375879"/>
                </a:lnTo>
                <a:lnTo>
                  <a:pt x="1115048" y="374964"/>
                </a:lnTo>
                <a:lnTo>
                  <a:pt x="1115024" y="374877"/>
                </a:lnTo>
                <a:close/>
                <a:moveTo>
                  <a:pt x="456628" y="1848814"/>
                </a:moveTo>
                <a:lnTo>
                  <a:pt x="456602" y="1849134"/>
                </a:lnTo>
                <a:lnTo>
                  <a:pt x="458813" y="1849874"/>
                </a:lnTo>
                <a:lnTo>
                  <a:pt x="458996" y="1849236"/>
                </a:lnTo>
                <a:close/>
                <a:moveTo>
                  <a:pt x="464817" y="1830289"/>
                </a:moveTo>
                <a:lnTo>
                  <a:pt x="464704" y="1830661"/>
                </a:lnTo>
                <a:lnTo>
                  <a:pt x="465601" y="1830862"/>
                </a:lnTo>
                <a:lnTo>
                  <a:pt x="464948" y="1830280"/>
                </a:lnTo>
                <a:close/>
                <a:moveTo>
                  <a:pt x="464846" y="1830190"/>
                </a:moveTo>
                <a:lnTo>
                  <a:pt x="464845" y="1830193"/>
                </a:lnTo>
                <a:lnTo>
                  <a:pt x="464849" y="1830193"/>
                </a:lnTo>
                <a:close/>
                <a:moveTo>
                  <a:pt x="1100845" y="406050"/>
                </a:moveTo>
                <a:lnTo>
                  <a:pt x="1107599" y="412714"/>
                </a:lnTo>
                <a:lnTo>
                  <a:pt x="1108410" y="411162"/>
                </a:lnTo>
                <a:lnTo>
                  <a:pt x="1103467" y="400653"/>
                </a:lnTo>
                <a:close/>
                <a:moveTo>
                  <a:pt x="1099688" y="408430"/>
                </a:moveTo>
                <a:lnTo>
                  <a:pt x="1104105" y="418816"/>
                </a:lnTo>
                <a:lnTo>
                  <a:pt x="1104356" y="419110"/>
                </a:lnTo>
                <a:lnTo>
                  <a:pt x="1105365" y="417117"/>
                </a:lnTo>
                <a:lnTo>
                  <a:pt x="1100497" y="406766"/>
                </a:lnTo>
                <a:close/>
                <a:moveTo>
                  <a:pt x="1110897" y="383240"/>
                </a:moveTo>
                <a:lnTo>
                  <a:pt x="1111268" y="383607"/>
                </a:lnTo>
                <a:lnTo>
                  <a:pt x="1112935" y="380177"/>
                </a:lnTo>
                <a:lnTo>
                  <a:pt x="1114016" y="378026"/>
                </a:lnTo>
                <a:lnTo>
                  <a:pt x="1113701" y="377510"/>
                </a:lnTo>
                <a:lnTo>
                  <a:pt x="1113144" y="378619"/>
                </a:lnTo>
                <a:close/>
                <a:moveTo>
                  <a:pt x="1110672" y="383705"/>
                </a:moveTo>
                <a:lnTo>
                  <a:pt x="1110726" y="384722"/>
                </a:lnTo>
                <a:lnTo>
                  <a:pt x="1111082" y="383990"/>
                </a:lnTo>
                <a:lnTo>
                  <a:pt x="1110711" y="383624"/>
                </a:lnTo>
                <a:close/>
                <a:moveTo>
                  <a:pt x="1098069" y="411761"/>
                </a:moveTo>
                <a:lnTo>
                  <a:pt x="1099369" y="413281"/>
                </a:lnTo>
                <a:lnTo>
                  <a:pt x="1098418" y="411044"/>
                </a:lnTo>
                <a:close/>
                <a:moveTo>
                  <a:pt x="1097737" y="412445"/>
                </a:moveTo>
                <a:lnTo>
                  <a:pt x="1102623" y="420928"/>
                </a:lnTo>
                <a:lnTo>
                  <a:pt x="1099938" y="414617"/>
                </a:lnTo>
                <a:lnTo>
                  <a:pt x="1097861" y="412190"/>
                </a:lnTo>
                <a:close/>
                <a:moveTo>
                  <a:pt x="456720" y="1847670"/>
                </a:moveTo>
                <a:lnTo>
                  <a:pt x="456638" y="1848679"/>
                </a:lnTo>
                <a:lnTo>
                  <a:pt x="458761" y="1849058"/>
                </a:lnTo>
                <a:lnTo>
                  <a:pt x="459034" y="1849103"/>
                </a:lnTo>
                <a:lnTo>
                  <a:pt x="459088" y="1848915"/>
                </a:lnTo>
                <a:close/>
                <a:moveTo>
                  <a:pt x="1096622" y="414740"/>
                </a:moveTo>
                <a:lnTo>
                  <a:pt x="1102825" y="421991"/>
                </a:lnTo>
                <a:lnTo>
                  <a:pt x="1097549" y="412832"/>
                </a:lnTo>
                <a:close/>
                <a:moveTo>
                  <a:pt x="1096108" y="415797"/>
                </a:moveTo>
                <a:lnTo>
                  <a:pt x="1102438" y="422902"/>
                </a:lnTo>
                <a:lnTo>
                  <a:pt x="1102712" y="422360"/>
                </a:lnTo>
                <a:lnTo>
                  <a:pt x="1096466" y="415060"/>
                </a:lnTo>
                <a:close/>
                <a:moveTo>
                  <a:pt x="1156791" y="279796"/>
                </a:moveTo>
                <a:lnTo>
                  <a:pt x="1162878" y="329290"/>
                </a:lnTo>
                <a:lnTo>
                  <a:pt x="1171911" y="311356"/>
                </a:lnTo>
                <a:lnTo>
                  <a:pt x="1161384" y="289155"/>
                </a:lnTo>
                <a:close/>
                <a:moveTo>
                  <a:pt x="1095200" y="417667"/>
                </a:moveTo>
                <a:lnTo>
                  <a:pt x="1100255" y="427216"/>
                </a:lnTo>
                <a:lnTo>
                  <a:pt x="1102255" y="423266"/>
                </a:lnTo>
                <a:lnTo>
                  <a:pt x="1095988" y="416043"/>
                </a:lnTo>
                <a:close/>
                <a:moveTo>
                  <a:pt x="1084256" y="441951"/>
                </a:moveTo>
                <a:lnTo>
                  <a:pt x="1084875" y="442690"/>
                </a:lnTo>
                <a:lnTo>
                  <a:pt x="1085434" y="442150"/>
                </a:lnTo>
                <a:lnTo>
                  <a:pt x="1085865" y="440374"/>
                </a:lnTo>
                <a:lnTo>
                  <a:pt x="1085791" y="440201"/>
                </a:lnTo>
                <a:lnTo>
                  <a:pt x="1085535" y="440486"/>
                </a:lnTo>
                <a:close/>
                <a:moveTo>
                  <a:pt x="1070112" y="473523"/>
                </a:moveTo>
                <a:lnTo>
                  <a:pt x="1066528" y="481713"/>
                </a:lnTo>
                <a:lnTo>
                  <a:pt x="1066648" y="481996"/>
                </a:lnTo>
                <a:lnTo>
                  <a:pt x="1066960" y="482228"/>
                </a:lnTo>
                <a:lnTo>
                  <a:pt x="1070529" y="475497"/>
                </a:lnTo>
                <a:lnTo>
                  <a:pt x="1070768" y="475391"/>
                </a:lnTo>
                <a:lnTo>
                  <a:pt x="1067091" y="482323"/>
                </a:lnTo>
                <a:lnTo>
                  <a:pt x="1070932" y="485157"/>
                </a:lnTo>
                <a:lnTo>
                  <a:pt x="1074203" y="478692"/>
                </a:lnTo>
                <a:lnTo>
                  <a:pt x="1070493" y="473771"/>
                </a:lnTo>
                <a:close/>
                <a:moveTo>
                  <a:pt x="464147" y="1830335"/>
                </a:moveTo>
                <a:lnTo>
                  <a:pt x="464243" y="1830559"/>
                </a:lnTo>
                <a:lnTo>
                  <a:pt x="464347" y="1830582"/>
                </a:lnTo>
                <a:lnTo>
                  <a:pt x="464423" y="1830316"/>
                </a:lnTo>
                <a:close/>
                <a:moveTo>
                  <a:pt x="1071535" y="470270"/>
                </a:moveTo>
                <a:lnTo>
                  <a:pt x="1070996" y="471501"/>
                </a:lnTo>
                <a:lnTo>
                  <a:pt x="1076146" y="474854"/>
                </a:lnTo>
                <a:lnTo>
                  <a:pt x="1076162" y="474822"/>
                </a:lnTo>
                <a:lnTo>
                  <a:pt x="1074991" y="472320"/>
                </a:lnTo>
                <a:close/>
                <a:moveTo>
                  <a:pt x="1072741" y="467513"/>
                </a:moveTo>
                <a:lnTo>
                  <a:pt x="1071836" y="469581"/>
                </a:lnTo>
                <a:lnTo>
                  <a:pt x="1074429" y="471120"/>
                </a:lnTo>
                <a:close/>
                <a:moveTo>
                  <a:pt x="1073309" y="466215"/>
                </a:moveTo>
                <a:lnTo>
                  <a:pt x="1073067" y="466767"/>
                </a:lnTo>
                <a:lnTo>
                  <a:pt x="1075365" y="471675"/>
                </a:lnTo>
                <a:lnTo>
                  <a:pt x="1077203" y="472765"/>
                </a:lnTo>
                <a:lnTo>
                  <a:pt x="1077758" y="471669"/>
                </a:lnTo>
                <a:close/>
                <a:moveTo>
                  <a:pt x="1092479" y="423265"/>
                </a:moveTo>
                <a:lnTo>
                  <a:pt x="1092867" y="426358"/>
                </a:lnTo>
                <a:lnTo>
                  <a:pt x="1095784" y="428798"/>
                </a:lnTo>
                <a:lnTo>
                  <a:pt x="1096012" y="428544"/>
                </a:lnTo>
                <a:lnTo>
                  <a:pt x="1094116" y="423617"/>
                </a:lnTo>
                <a:lnTo>
                  <a:pt x="1093174" y="421836"/>
                </a:lnTo>
                <a:close/>
                <a:moveTo>
                  <a:pt x="1075148" y="462011"/>
                </a:moveTo>
                <a:lnTo>
                  <a:pt x="1073470" y="465846"/>
                </a:lnTo>
                <a:lnTo>
                  <a:pt x="1073587" y="465986"/>
                </a:lnTo>
                <a:lnTo>
                  <a:pt x="1077711" y="471042"/>
                </a:lnTo>
                <a:lnTo>
                  <a:pt x="1076264" y="464319"/>
                </a:lnTo>
                <a:close/>
                <a:moveTo>
                  <a:pt x="1075563" y="461062"/>
                </a:moveTo>
                <a:lnTo>
                  <a:pt x="1075355" y="461538"/>
                </a:lnTo>
                <a:lnTo>
                  <a:pt x="1075914" y="462695"/>
                </a:lnTo>
                <a:close/>
                <a:moveTo>
                  <a:pt x="1076376" y="459203"/>
                </a:moveTo>
                <a:lnTo>
                  <a:pt x="1076346" y="459272"/>
                </a:lnTo>
                <a:lnTo>
                  <a:pt x="1076587" y="460390"/>
                </a:lnTo>
                <a:lnTo>
                  <a:pt x="1078687" y="463174"/>
                </a:lnTo>
                <a:lnTo>
                  <a:pt x="1077416" y="460300"/>
                </a:lnTo>
                <a:close/>
                <a:moveTo>
                  <a:pt x="1076652" y="458574"/>
                </a:moveTo>
                <a:lnTo>
                  <a:pt x="1076609" y="458671"/>
                </a:lnTo>
                <a:lnTo>
                  <a:pt x="1076765" y="458829"/>
                </a:lnTo>
                <a:close/>
                <a:moveTo>
                  <a:pt x="1103412" y="398644"/>
                </a:moveTo>
                <a:lnTo>
                  <a:pt x="1103822" y="398930"/>
                </a:lnTo>
                <a:lnTo>
                  <a:pt x="1108747" y="388796"/>
                </a:lnTo>
                <a:lnTo>
                  <a:pt x="1108693" y="387778"/>
                </a:lnTo>
                <a:close/>
                <a:moveTo>
                  <a:pt x="1103271" y="398935"/>
                </a:moveTo>
                <a:lnTo>
                  <a:pt x="1103541" y="399510"/>
                </a:lnTo>
                <a:lnTo>
                  <a:pt x="1103690" y="399203"/>
                </a:lnTo>
                <a:lnTo>
                  <a:pt x="1103279" y="398917"/>
                </a:lnTo>
                <a:close/>
                <a:moveTo>
                  <a:pt x="1083778" y="442497"/>
                </a:moveTo>
                <a:lnTo>
                  <a:pt x="1084266" y="443279"/>
                </a:lnTo>
                <a:lnTo>
                  <a:pt x="1084676" y="442884"/>
                </a:lnTo>
                <a:lnTo>
                  <a:pt x="1084072" y="442162"/>
                </a:lnTo>
                <a:close/>
                <a:moveTo>
                  <a:pt x="415497" y="1938865"/>
                </a:moveTo>
                <a:lnTo>
                  <a:pt x="429687" y="1941145"/>
                </a:lnTo>
                <a:lnTo>
                  <a:pt x="445692" y="1942122"/>
                </a:lnTo>
                <a:lnTo>
                  <a:pt x="449480" y="1942301"/>
                </a:lnTo>
                <a:lnTo>
                  <a:pt x="449620" y="1938809"/>
                </a:lnTo>
                <a:lnTo>
                  <a:pt x="446207" y="1938051"/>
                </a:lnTo>
                <a:lnTo>
                  <a:pt x="446535" y="1940395"/>
                </a:lnTo>
                <a:lnTo>
                  <a:pt x="446414" y="1940280"/>
                </a:lnTo>
                <a:lnTo>
                  <a:pt x="446098" y="1938027"/>
                </a:lnTo>
                <a:lnTo>
                  <a:pt x="436634" y="1935925"/>
                </a:lnTo>
                <a:close/>
                <a:moveTo>
                  <a:pt x="1083914" y="441974"/>
                </a:moveTo>
                <a:lnTo>
                  <a:pt x="1083872" y="442071"/>
                </a:lnTo>
                <a:lnTo>
                  <a:pt x="1083935" y="442000"/>
                </a:lnTo>
                <a:close/>
                <a:moveTo>
                  <a:pt x="1085243" y="438938"/>
                </a:moveTo>
                <a:lnTo>
                  <a:pt x="1084038" y="441691"/>
                </a:lnTo>
                <a:lnTo>
                  <a:pt x="1084123" y="441791"/>
                </a:lnTo>
                <a:lnTo>
                  <a:pt x="1085712" y="440021"/>
                </a:lnTo>
                <a:close/>
                <a:moveTo>
                  <a:pt x="1086091" y="437001"/>
                </a:moveTo>
                <a:lnTo>
                  <a:pt x="1085629" y="438055"/>
                </a:lnTo>
                <a:lnTo>
                  <a:pt x="1086056" y="439002"/>
                </a:lnTo>
                <a:close/>
                <a:moveTo>
                  <a:pt x="1100222" y="405209"/>
                </a:moveTo>
                <a:lnTo>
                  <a:pt x="1100417" y="405627"/>
                </a:lnTo>
                <a:lnTo>
                  <a:pt x="1100519" y="405728"/>
                </a:lnTo>
                <a:lnTo>
                  <a:pt x="1103231" y="400147"/>
                </a:lnTo>
                <a:lnTo>
                  <a:pt x="1102960" y="399573"/>
                </a:lnTo>
                <a:close/>
                <a:moveTo>
                  <a:pt x="1099207" y="407297"/>
                </a:moveTo>
                <a:lnTo>
                  <a:pt x="1099463" y="407901"/>
                </a:lnTo>
                <a:lnTo>
                  <a:pt x="1100260" y="406262"/>
                </a:lnTo>
                <a:lnTo>
                  <a:pt x="1100046" y="405808"/>
                </a:lnTo>
                <a:lnTo>
                  <a:pt x="1099968" y="405730"/>
                </a:lnTo>
                <a:close/>
                <a:moveTo>
                  <a:pt x="456904" y="1845394"/>
                </a:moveTo>
                <a:lnTo>
                  <a:pt x="456843" y="1846151"/>
                </a:lnTo>
                <a:lnTo>
                  <a:pt x="457865" y="1846688"/>
                </a:lnTo>
                <a:lnTo>
                  <a:pt x="458679" y="1846884"/>
                </a:lnTo>
                <a:close/>
                <a:moveTo>
                  <a:pt x="1097412" y="410991"/>
                </a:moveTo>
                <a:lnTo>
                  <a:pt x="1097762" y="411401"/>
                </a:lnTo>
                <a:lnTo>
                  <a:pt x="1098193" y="410514"/>
                </a:lnTo>
                <a:lnTo>
                  <a:pt x="1097936" y="409911"/>
                </a:lnTo>
                <a:close/>
                <a:moveTo>
                  <a:pt x="1097178" y="411473"/>
                </a:moveTo>
                <a:lnTo>
                  <a:pt x="1097475" y="411990"/>
                </a:lnTo>
                <a:lnTo>
                  <a:pt x="1097553" y="411830"/>
                </a:lnTo>
                <a:lnTo>
                  <a:pt x="1097203" y="411420"/>
                </a:lnTo>
                <a:close/>
                <a:moveTo>
                  <a:pt x="468336" y="1819450"/>
                </a:moveTo>
                <a:lnTo>
                  <a:pt x="470822" y="1820526"/>
                </a:lnTo>
                <a:lnTo>
                  <a:pt x="471759" y="1820547"/>
                </a:lnTo>
                <a:lnTo>
                  <a:pt x="470403" y="1819197"/>
                </a:lnTo>
                <a:close/>
                <a:moveTo>
                  <a:pt x="1095964" y="413971"/>
                </a:moveTo>
                <a:lnTo>
                  <a:pt x="1096313" y="414381"/>
                </a:lnTo>
                <a:lnTo>
                  <a:pt x="1097287" y="412378"/>
                </a:lnTo>
                <a:lnTo>
                  <a:pt x="1096989" y="411861"/>
                </a:lnTo>
                <a:close/>
                <a:moveTo>
                  <a:pt x="467733" y="1820626"/>
                </a:moveTo>
                <a:lnTo>
                  <a:pt x="467415" y="1821681"/>
                </a:lnTo>
                <a:lnTo>
                  <a:pt x="467415" y="1821879"/>
                </a:lnTo>
                <a:lnTo>
                  <a:pt x="471346" y="1824293"/>
                </a:lnTo>
                <a:lnTo>
                  <a:pt x="471768" y="1824369"/>
                </a:lnTo>
                <a:lnTo>
                  <a:pt x="472243" y="1824188"/>
                </a:lnTo>
                <a:lnTo>
                  <a:pt x="472247" y="1822082"/>
                </a:lnTo>
                <a:lnTo>
                  <a:pt x="468985" y="1820671"/>
                </a:lnTo>
                <a:close/>
                <a:moveTo>
                  <a:pt x="1095440" y="415049"/>
                </a:moveTo>
                <a:lnTo>
                  <a:pt x="1095795" y="415448"/>
                </a:lnTo>
                <a:lnTo>
                  <a:pt x="1096158" y="414701"/>
                </a:lnTo>
                <a:lnTo>
                  <a:pt x="1095807" y="414292"/>
                </a:lnTo>
                <a:close/>
                <a:moveTo>
                  <a:pt x="467865" y="1820186"/>
                </a:moveTo>
                <a:lnTo>
                  <a:pt x="467789" y="1820441"/>
                </a:lnTo>
                <a:lnTo>
                  <a:pt x="468514" y="1820467"/>
                </a:lnTo>
                <a:close/>
                <a:moveTo>
                  <a:pt x="1094661" y="416651"/>
                </a:moveTo>
                <a:lnTo>
                  <a:pt x="1094948" y="417192"/>
                </a:lnTo>
                <a:lnTo>
                  <a:pt x="1095679" y="415686"/>
                </a:lnTo>
                <a:lnTo>
                  <a:pt x="1095327" y="415280"/>
                </a:lnTo>
                <a:close/>
                <a:moveTo>
                  <a:pt x="463664" y="1829205"/>
                </a:moveTo>
                <a:lnTo>
                  <a:pt x="464105" y="1830236"/>
                </a:lnTo>
                <a:lnTo>
                  <a:pt x="464452" y="1830216"/>
                </a:lnTo>
                <a:lnTo>
                  <a:pt x="464538" y="1829916"/>
                </a:lnTo>
                <a:lnTo>
                  <a:pt x="463933" y="1829377"/>
                </a:lnTo>
                <a:close/>
                <a:moveTo>
                  <a:pt x="1092266" y="421579"/>
                </a:moveTo>
                <a:lnTo>
                  <a:pt x="1092379" y="422476"/>
                </a:lnTo>
                <a:lnTo>
                  <a:pt x="1092921" y="421361"/>
                </a:lnTo>
                <a:lnTo>
                  <a:pt x="1092635" y="420819"/>
                </a:lnTo>
                <a:close/>
                <a:moveTo>
                  <a:pt x="1084794" y="437904"/>
                </a:moveTo>
                <a:lnTo>
                  <a:pt x="1083994" y="439731"/>
                </a:lnTo>
                <a:lnTo>
                  <a:pt x="1084835" y="438001"/>
                </a:lnTo>
                <a:close/>
                <a:moveTo>
                  <a:pt x="468682" y="1817483"/>
                </a:moveTo>
                <a:lnTo>
                  <a:pt x="468117" y="1819355"/>
                </a:lnTo>
                <a:lnTo>
                  <a:pt x="468139" y="1819365"/>
                </a:lnTo>
                <a:lnTo>
                  <a:pt x="470306" y="1819100"/>
                </a:lnTo>
                <a:close/>
                <a:moveTo>
                  <a:pt x="1085812" y="435576"/>
                </a:moveTo>
                <a:lnTo>
                  <a:pt x="1085173" y="437039"/>
                </a:lnTo>
                <a:lnTo>
                  <a:pt x="1085235" y="437178"/>
                </a:lnTo>
                <a:lnTo>
                  <a:pt x="1085907" y="435795"/>
                </a:lnTo>
                <a:close/>
                <a:moveTo>
                  <a:pt x="1086129" y="434853"/>
                </a:moveTo>
                <a:lnTo>
                  <a:pt x="1085973" y="435209"/>
                </a:lnTo>
                <a:lnTo>
                  <a:pt x="1086078" y="435442"/>
                </a:lnTo>
                <a:lnTo>
                  <a:pt x="1086120" y="435357"/>
                </a:lnTo>
                <a:close/>
                <a:moveTo>
                  <a:pt x="468897" y="1816770"/>
                </a:moveTo>
                <a:lnTo>
                  <a:pt x="468758" y="1817228"/>
                </a:lnTo>
                <a:lnTo>
                  <a:pt x="470648" y="1819058"/>
                </a:lnTo>
                <a:lnTo>
                  <a:pt x="472134" y="1818877"/>
                </a:lnTo>
                <a:lnTo>
                  <a:pt x="472110" y="1818734"/>
                </a:lnTo>
                <a:close/>
                <a:moveTo>
                  <a:pt x="467414" y="1819991"/>
                </a:moveTo>
                <a:lnTo>
                  <a:pt x="467414" y="1820234"/>
                </a:lnTo>
                <a:lnTo>
                  <a:pt x="467479" y="1820019"/>
                </a:lnTo>
                <a:close/>
                <a:moveTo>
                  <a:pt x="467065" y="1820603"/>
                </a:moveTo>
                <a:lnTo>
                  <a:pt x="467069" y="1820621"/>
                </a:lnTo>
                <a:lnTo>
                  <a:pt x="467069" y="1820603"/>
                </a:lnTo>
                <a:close/>
                <a:moveTo>
                  <a:pt x="454513" y="1848437"/>
                </a:moveTo>
                <a:lnTo>
                  <a:pt x="455236" y="1848678"/>
                </a:lnTo>
                <a:lnTo>
                  <a:pt x="455245" y="1848568"/>
                </a:lnTo>
                <a:close/>
                <a:moveTo>
                  <a:pt x="1156385" y="276495"/>
                </a:moveTo>
                <a:lnTo>
                  <a:pt x="1156726" y="279263"/>
                </a:lnTo>
                <a:lnTo>
                  <a:pt x="1168583" y="303427"/>
                </a:lnTo>
                <a:lnTo>
                  <a:pt x="1172133" y="310915"/>
                </a:lnTo>
                <a:lnTo>
                  <a:pt x="1174447" y="306321"/>
                </a:lnTo>
                <a:lnTo>
                  <a:pt x="1170450" y="296055"/>
                </a:lnTo>
                <a:lnTo>
                  <a:pt x="1170694" y="296199"/>
                </a:lnTo>
                <a:lnTo>
                  <a:pt x="1174554" y="306110"/>
                </a:lnTo>
                <a:lnTo>
                  <a:pt x="1178485" y="298305"/>
                </a:lnTo>
                <a:close/>
                <a:moveTo>
                  <a:pt x="466869" y="1819755"/>
                </a:moveTo>
                <a:lnTo>
                  <a:pt x="467021" y="1820414"/>
                </a:lnTo>
                <a:lnTo>
                  <a:pt x="467069" y="1820416"/>
                </a:lnTo>
                <a:lnTo>
                  <a:pt x="467069" y="1819842"/>
                </a:lnTo>
                <a:close/>
                <a:moveTo>
                  <a:pt x="1092027" y="419669"/>
                </a:moveTo>
                <a:lnTo>
                  <a:pt x="1092192" y="420990"/>
                </a:lnTo>
                <a:lnTo>
                  <a:pt x="1092448" y="420464"/>
                </a:lnTo>
                <a:close/>
                <a:moveTo>
                  <a:pt x="1139460" y="313079"/>
                </a:moveTo>
                <a:lnTo>
                  <a:pt x="1144310" y="352521"/>
                </a:lnTo>
                <a:lnTo>
                  <a:pt x="1144462" y="353898"/>
                </a:lnTo>
                <a:lnTo>
                  <a:pt x="1147505" y="359809"/>
                </a:lnTo>
                <a:lnTo>
                  <a:pt x="1150709" y="353448"/>
                </a:lnTo>
                <a:lnTo>
                  <a:pt x="1147317" y="341637"/>
                </a:lnTo>
                <a:lnTo>
                  <a:pt x="1147712" y="341923"/>
                </a:lnTo>
                <a:lnTo>
                  <a:pt x="1150909" y="353051"/>
                </a:lnTo>
                <a:lnTo>
                  <a:pt x="1159183" y="336625"/>
                </a:lnTo>
                <a:lnTo>
                  <a:pt x="1158420" y="331792"/>
                </a:lnTo>
                <a:close/>
                <a:moveTo>
                  <a:pt x="400499" y="1967724"/>
                </a:moveTo>
                <a:lnTo>
                  <a:pt x="422063" y="1971531"/>
                </a:lnTo>
                <a:lnTo>
                  <a:pt x="428325" y="1972381"/>
                </a:lnTo>
                <a:lnTo>
                  <a:pt x="417497" y="1968050"/>
                </a:lnTo>
                <a:close/>
                <a:moveTo>
                  <a:pt x="431521" y="1898010"/>
                </a:moveTo>
                <a:lnTo>
                  <a:pt x="438251" y="1901094"/>
                </a:lnTo>
                <a:lnTo>
                  <a:pt x="441495" y="1900599"/>
                </a:lnTo>
                <a:lnTo>
                  <a:pt x="441428" y="1899971"/>
                </a:lnTo>
                <a:close/>
                <a:moveTo>
                  <a:pt x="467939" y="1816429"/>
                </a:moveTo>
                <a:lnTo>
                  <a:pt x="468138" y="1816627"/>
                </a:lnTo>
                <a:lnTo>
                  <a:pt x="468421" y="1816900"/>
                </a:lnTo>
                <a:lnTo>
                  <a:pt x="468528" y="1816544"/>
                </a:lnTo>
                <a:lnTo>
                  <a:pt x="468232" y="1816364"/>
                </a:lnTo>
                <a:close/>
                <a:moveTo>
                  <a:pt x="1098510" y="403743"/>
                </a:moveTo>
                <a:lnTo>
                  <a:pt x="1099567" y="404787"/>
                </a:lnTo>
                <a:lnTo>
                  <a:pt x="1098851" y="403269"/>
                </a:lnTo>
                <a:close/>
                <a:moveTo>
                  <a:pt x="467413" y="1816547"/>
                </a:moveTo>
                <a:lnTo>
                  <a:pt x="467414" y="1819051"/>
                </a:lnTo>
                <a:lnTo>
                  <a:pt x="467730" y="1819188"/>
                </a:lnTo>
                <a:lnTo>
                  <a:pt x="468346" y="1817148"/>
                </a:lnTo>
                <a:lnTo>
                  <a:pt x="467681" y="1816487"/>
                </a:lnTo>
                <a:close/>
                <a:moveTo>
                  <a:pt x="1097998" y="404456"/>
                </a:moveTo>
                <a:lnTo>
                  <a:pt x="1099038" y="406903"/>
                </a:lnTo>
                <a:lnTo>
                  <a:pt x="1099725" y="405491"/>
                </a:lnTo>
                <a:lnTo>
                  <a:pt x="1098280" y="404064"/>
                </a:lnTo>
                <a:close/>
                <a:moveTo>
                  <a:pt x="1082091" y="439799"/>
                </a:moveTo>
                <a:lnTo>
                  <a:pt x="1082645" y="440686"/>
                </a:lnTo>
                <a:lnTo>
                  <a:pt x="1082710" y="440538"/>
                </a:lnTo>
                <a:close/>
                <a:moveTo>
                  <a:pt x="1098685" y="401943"/>
                </a:moveTo>
                <a:lnTo>
                  <a:pt x="1099005" y="402625"/>
                </a:lnTo>
                <a:lnTo>
                  <a:pt x="1099647" y="401733"/>
                </a:lnTo>
                <a:lnTo>
                  <a:pt x="1100036" y="401621"/>
                </a:lnTo>
                <a:lnTo>
                  <a:pt x="1099128" y="402884"/>
                </a:lnTo>
                <a:lnTo>
                  <a:pt x="1100044" y="404834"/>
                </a:lnTo>
                <a:lnTo>
                  <a:pt x="1102783" y="399197"/>
                </a:lnTo>
                <a:lnTo>
                  <a:pt x="1101943" y="397411"/>
                </a:lnTo>
                <a:close/>
                <a:moveTo>
                  <a:pt x="473411" y="1801813"/>
                </a:moveTo>
                <a:lnTo>
                  <a:pt x="473341" y="1802046"/>
                </a:lnTo>
                <a:lnTo>
                  <a:pt x="473463" y="1802775"/>
                </a:lnTo>
                <a:lnTo>
                  <a:pt x="474128" y="1802790"/>
                </a:lnTo>
                <a:close/>
                <a:moveTo>
                  <a:pt x="1071247" y="462878"/>
                </a:moveTo>
                <a:lnTo>
                  <a:pt x="1071583" y="463595"/>
                </a:lnTo>
                <a:lnTo>
                  <a:pt x="1072266" y="464410"/>
                </a:lnTo>
                <a:lnTo>
                  <a:pt x="1074177" y="460041"/>
                </a:lnTo>
                <a:close/>
                <a:moveTo>
                  <a:pt x="1073518" y="457738"/>
                </a:moveTo>
                <a:lnTo>
                  <a:pt x="1074144" y="459035"/>
                </a:lnTo>
                <a:lnTo>
                  <a:pt x="1074348" y="458838"/>
                </a:lnTo>
                <a:close/>
                <a:moveTo>
                  <a:pt x="461217" y="1828751"/>
                </a:moveTo>
                <a:lnTo>
                  <a:pt x="462367" y="1829605"/>
                </a:lnTo>
                <a:lnTo>
                  <a:pt x="461867" y="1828556"/>
                </a:lnTo>
                <a:close/>
                <a:moveTo>
                  <a:pt x="1097856" y="403097"/>
                </a:moveTo>
                <a:lnTo>
                  <a:pt x="1098330" y="403565"/>
                </a:lnTo>
                <a:lnTo>
                  <a:pt x="1098731" y="403008"/>
                </a:lnTo>
                <a:lnTo>
                  <a:pt x="1098411" y="402326"/>
                </a:lnTo>
                <a:close/>
                <a:moveTo>
                  <a:pt x="1097581" y="403479"/>
                </a:moveTo>
                <a:lnTo>
                  <a:pt x="1097883" y="404186"/>
                </a:lnTo>
                <a:lnTo>
                  <a:pt x="1098100" y="403887"/>
                </a:lnTo>
                <a:lnTo>
                  <a:pt x="1097625" y="403418"/>
                </a:lnTo>
                <a:close/>
                <a:moveTo>
                  <a:pt x="447171" y="1859499"/>
                </a:moveTo>
                <a:lnTo>
                  <a:pt x="454135" y="1862299"/>
                </a:lnTo>
                <a:lnTo>
                  <a:pt x="454327" y="1859935"/>
                </a:lnTo>
                <a:close/>
                <a:moveTo>
                  <a:pt x="1095298" y="408212"/>
                </a:moveTo>
                <a:lnTo>
                  <a:pt x="1095848" y="409165"/>
                </a:lnTo>
                <a:lnTo>
                  <a:pt x="1097182" y="410723"/>
                </a:lnTo>
                <a:lnTo>
                  <a:pt x="1097769" y="409517"/>
                </a:lnTo>
                <a:lnTo>
                  <a:pt x="1096501" y="406539"/>
                </a:lnTo>
                <a:close/>
                <a:moveTo>
                  <a:pt x="466188" y="1816823"/>
                </a:moveTo>
                <a:lnTo>
                  <a:pt x="466626" y="1818709"/>
                </a:lnTo>
                <a:lnTo>
                  <a:pt x="467069" y="1818901"/>
                </a:lnTo>
                <a:lnTo>
                  <a:pt x="467068" y="1816625"/>
                </a:lnTo>
                <a:close/>
                <a:moveTo>
                  <a:pt x="1092923" y="412534"/>
                </a:moveTo>
                <a:lnTo>
                  <a:pt x="1092783" y="413105"/>
                </a:lnTo>
                <a:lnTo>
                  <a:pt x="1094473" y="416296"/>
                </a:lnTo>
                <a:lnTo>
                  <a:pt x="1095096" y="415015"/>
                </a:lnTo>
                <a:lnTo>
                  <a:pt x="1093742" y="413453"/>
                </a:lnTo>
                <a:close/>
                <a:moveTo>
                  <a:pt x="1154424" y="274575"/>
                </a:moveTo>
                <a:lnTo>
                  <a:pt x="1156184" y="278159"/>
                </a:lnTo>
                <a:lnTo>
                  <a:pt x="1155924" y="276039"/>
                </a:lnTo>
                <a:lnTo>
                  <a:pt x="1154934" y="275063"/>
                </a:lnTo>
                <a:close/>
                <a:moveTo>
                  <a:pt x="1066583" y="471226"/>
                </a:moveTo>
                <a:lnTo>
                  <a:pt x="1066286" y="478076"/>
                </a:lnTo>
                <a:lnTo>
                  <a:pt x="1068685" y="472594"/>
                </a:lnTo>
                <a:close/>
                <a:moveTo>
                  <a:pt x="1107168" y="380124"/>
                </a:moveTo>
                <a:lnTo>
                  <a:pt x="1108025" y="383178"/>
                </a:lnTo>
                <a:lnTo>
                  <a:pt x="1108467" y="383523"/>
                </a:lnTo>
                <a:lnTo>
                  <a:pt x="1108349" y="381290"/>
                </a:lnTo>
                <a:close/>
                <a:moveTo>
                  <a:pt x="1093228" y="411277"/>
                </a:moveTo>
                <a:lnTo>
                  <a:pt x="1092982" y="412291"/>
                </a:lnTo>
                <a:lnTo>
                  <a:pt x="1095207" y="414787"/>
                </a:lnTo>
                <a:lnTo>
                  <a:pt x="1095578" y="414023"/>
                </a:lnTo>
                <a:close/>
                <a:moveTo>
                  <a:pt x="1093352" y="410921"/>
                </a:moveTo>
                <a:lnTo>
                  <a:pt x="1095734" y="413703"/>
                </a:lnTo>
                <a:lnTo>
                  <a:pt x="1096794" y="411522"/>
                </a:lnTo>
                <a:lnTo>
                  <a:pt x="1095773" y="409749"/>
                </a:lnTo>
                <a:lnTo>
                  <a:pt x="1094915" y="408746"/>
                </a:lnTo>
                <a:close/>
                <a:moveTo>
                  <a:pt x="1094801" y="407347"/>
                </a:moveTo>
                <a:lnTo>
                  <a:pt x="1095162" y="407974"/>
                </a:lnTo>
                <a:lnTo>
                  <a:pt x="1096387" y="406269"/>
                </a:lnTo>
                <a:lnTo>
                  <a:pt x="1096085" y="405560"/>
                </a:lnTo>
                <a:close/>
                <a:moveTo>
                  <a:pt x="1073132" y="455809"/>
                </a:moveTo>
                <a:lnTo>
                  <a:pt x="1074951" y="458221"/>
                </a:lnTo>
                <a:lnTo>
                  <a:pt x="1074806" y="457545"/>
                </a:lnTo>
                <a:lnTo>
                  <a:pt x="1073197" y="455848"/>
                </a:lnTo>
                <a:close/>
                <a:moveTo>
                  <a:pt x="1073880" y="454108"/>
                </a:moveTo>
                <a:lnTo>
                  <a:pt x="1074108" y="454308"/>
                </a:lnTo>
                <a:lnTo>
                  <a:pt x="1074033" y="453961"/>
                </a:lnTo>
                <a:close/>
                <a:moveTo>
                  <a:pt x="1094569" y="407670"/>
                </a:moveTo>
                <a:lnTo>
                  <a:pt x="1094590" y="407695"/>
                </a:lnTo>
                <a:lnTo>
                  <a:pt x="1094572" y="407665"/>
                </a:lnTo>
                <a:close/>
                <a:moveTo>
                  <a:pt x="1092642" y="411910"/>
                </a:moveTo>
                <a:lnTo>
                  <a:pt x="1092757" y="412041"/>
                </a:lnTo>
                <a:lnTo>
                  <a:pt x="1092864" y="411601"/>
                </a:lnTo>
                <a:close/>
                <a:moveTo>
                  <a:pt x="1092360" y="412302"/>
                </a:moveTo>
                <a:lnTo>
                  <a:pt x="1092588" y="412735"/>
                </a:lnTo>
                <a:lnTo>
                  <a:pt x="1092698" y="412282"/>
                </a:lnTo>
                <a:lnTo>
                  <a:pt x="1092519" y="412081"/>
                </a:lnTo>
                <a:close/>
                <a:moveTo>
                  <a:pt x="1067461" y="467852"/>
                </a:moveTo>
                <a:lnTo>
                  <a:pt x="1069456" y="470498"/>
                </a:lnTo>
                <a:lnTo>
                  <a:pt x="1069570" y="470572"/>
                </a:lnTo>
                <a:lnTo>
                  <a:pt x="1070080" y="469406"/>
                </a:lnTo>
                <a:close/>
                <a:moveTo>
                  <a:pt x="1093869" y="408645"/>
                </a:moveTo>
                <a:lnTo>
                  <a:pt x="1093454" y="410350"/>
                </a:lnTo>
                <a:lnTo>
                  <a:pt x="1094748" y="408551"/>
                </a:lnTo>
                <a:lnTo>
                  <a:pt x="1094308" y="408035"/>
                </a:lnTo>
                <a:close/>
                <a:moveTo>
                  <a:pt x="460009" y="1827854"/>
                </a:moveTo>
                <a:lnTo>
                  <a:pt x="460187" y="1827987"/>
                </a:lnTo>
                <a:lnTo>
                  <a:pt x="460319" y="1827947"/>
                </a:lnTo>
                <a:close/>
                <a:moveTo>
                  <a:pt x="1094082" y="407770"/>
                </a:moveTo>
                <a:lnTo>
                  <a:pt x="1094080" y="407776"/>
                </a:lnTo>
                <a:lnTo>
                  <a:pt x="1094083" y="407772"/>
                </a:lnTo>
                <a:close/>
                <a:moveTo>
                  <a:pt x="1072999" y="454961"/>
                </a:moveTo>
                <a:lnTo>
                  <a:pt x="1073280" y="455252"/>
                </a:lnTo>
                <a:lnTo>
                  <a:pt x="1074463" y="455953"/>
                </a:lnTo>
                <a:lnTo>
                  <a:pt x="1074358" y="455469"/>
                </a:lnTo>
                <a:lnTo>
                  <a:pt x="1073377" y="454596"/>
                </a:lnTo>
                <a:close/>
                <a:moveTo>
                  <a:pt x="429017" y="1896863"/>
                </a:moveTo>
                <a:lnTo>
                  <a:pt x="430067" y="1897344"/>
                </a:lnTo>
                <a:lnTo>
                  <a:pt x="441386" y="1899585"/>
                </a:lnTo>
                <a:lnTo>
                  <a:pt x="441331" y="1899067"/>
                </a:lnTo>
                <a:lnTo>
                  <a:pt x="435175" y="1897356"/>
                </a:lnTo>
                <a:lnTo>
                  <a:pt x="441317" y="1898935"/>
                </a:lnTo>
                <a:lnTo>
                  <a:pt x="441112" y="1897015"/>
                </a:lnTo>
                <a:lnTo>
                  <a:pt x="433607" y="1896921"/>
                </a:lnTo>
                <a:lnTo>
                  <a:pt x="435175" y="1897356"/>
                </a:lnTo>
                <a:lnTo>
                  <a:pt x="433472" y="1896919"/>
                </a:lnTo>
                <a:close/>
                <a:moveTo>
                  <a:pt x="1094245" y="407098"/>
                </a:moveTo>
                <a:lnTo>
                  <a:pt x="1094209" y="407250"/>
                </a:lnTo>
                <a:lnTo>
                  <a:pt x="1094344" y="407409"/>
                </a:lnTo>
                <a:lnTo>
                  <a:pt x="1094389" y="407346"/>
                </a:lnTo>
                <a:close/>
                <a:moveTo>
                  <a:pt x="1092745" y="410209"/>
                </a:moveTo>
                <a:lnTo>
                  <a:pt x="1093101" y="410627"/>
                </a:lnTo>
                <a:lnTo>
                  <a:pt x="1093437" y="409246"/>
                </a:lnTo>
                <a:close/>
                <a:moveTo>
                  <a:pt x="439068" y="1873915"/>
                </a:moveTo>
                <a:lnTo>
                  <a:pt x="439272" y="1875828"/>
                </a:lnTo>
                <a:lnTo>
                  <a:pt x="452617" y="1881081"/>
                </a:lnTo>
                <a:lnTo>
                  <a:pt x="453246" y="1873305"/>
                </a:lnTo>
                <a:lnTo>
                  <a:pt x="451246" y="1871931"/>
                </a:lnTo>
                <a:lnTo>
                  <a:pt x="450452" y="1871322"/>
                </a:lnTo>
                <a:lnTo>
                  <a:pt x="447539" y="1871340"/>
                </a:lnTo>
                <a:close/>
                <a:moveTo>
                  <a:pt x="1092022" y="411215"/>
                </a:moveTo>
                <a:lnTo>
                  <a:pt x="1092471" y="411719"/>
                </a:lnTo>
                <a:lnTo>
                  <a:pt x="1092989" y="410998"/>
                </a:lnTo>
                <a:lnTo>
                  <a:pt x="1092549" y="410481"/>
                </a:lnTo>
                <a:close/>
                <a:moveTo>
                  <a:pt x="1067177" y="466818"/>
                </a:moveTo>
                <a:lnTo>
                  <a:pt x="1070380" y="468719"/>
                </a:lnTo>
                <a:lnTo>
                  <a:pt x="1071793" y="465490"/>
                </a:lnTo>
                <a:lnTo>
                  <a:pt x="1070782" y="463327"/>
                </a:lnTo>
                <a:close/>
                <a:moveTo>
                  <a:pt x="1091885" y="411406"/>
                </a:moveTo>
                <a:lnTo>
                  <a:pt x="1092229" y="412055"/>
                </a:lnTo>
                <a:lnTo>
                  <a:pt x="1092348" y="411890"/>
                </a:lnTo>
                <a:lnTo>
                  <a:pt x="1091899" y="411386"/>
                </a:lnTo>
                <a:close/>
                <a:moveTo>
                  <a:pt x="439919" y="1870975"/>
                </a:moveTo>
                <a:lnTo>
                  <a:pt x="447872" y="1870924"/>
                </a:lnTo>
                <a:lnTo>
                  <a:pt x="449348" y="1870476"/>
                </a:lnTo>
                <a:lnTo>
                  <a:pt x="447104" y="1868755"/>
                </a:lnTo>
                <a:close/>
                <a:moveTo>
                  <a:pt x="1095153" y="403366"/>
                </a:moveTo>
                <a:lnTo>
                  <a:pt x="1094368" y="406594"/>
                </a:lnTo>
                <a:lnTo>
                  <a:pt x="1094617" y="407028"/>
                </a:lnTo>
                <a:lnTo>
                  <a:pt x="1095932" y="405200"/>
                </a:lnTo>
                <a:close/>
                <a:moveTo>
                  <a:pt x="1109574" y="370725"/>
                </a:moveTo>
                <a:lnTo>
                  <a:pt x="1110279" y="376277"/>
                </a:lnTo>
                <a:lnTo>
                  <a:pt x="1110633" y="382979"/>
                </a:lnTo>
                <a:lnTo>
                  <a:pt x="1110737" y="383081"/>
                </a:lnTo>
                <a:lnTo>
                  <a:pt x="1113612" y="377362"/>
                </a:lnTo>
                <a:close/>
                <a:moveTo>
                  <a:pt x="1109685" y="369928"/>
                </a:moveTo>
                <a:lnTo>
                  <a:pt x="1113870" y="376848"/>
                </a:lnTo>
                <a:lnTo>
                  <a:pt x="1114965" y="374669"/>
                </a:lnTo>
                <a:lnTo>
                  <a:pt x="1114739" y="373859"/>
                </a:lnTo>
                <a:close/>
                <a:moveTo>
                  <a:pt x="1086143" y="422576"/>
                </a:moveTo>
                <a:lnTo>
                  <a:pt x="1086339" y="422878"/>
                </a:lnTo>
                <a:lnTo>
                  <a:pt x="1086341" y="422743"/>
                </a:lnTo>
                <a:close/>
                <a:moveTo>
                  <a:pt x="444298" y="1859325"/>
                </a:moveTo>
                <a:lnTo>
                  <a:pt x="453832" y="1866055"/>
                </a:lnTo>
                <a:lnTo>
                  <a:pt x="454110" y="1862618"/>
                </a:lnTo>
                <a:lnTo>
                  <a:pt x="446203" y="1859440"/>
                </a:lnTo>
                <a:close/>
                <a:moveTo>
                  <a:pt x="427542" y="1896844"/>
                </a:moveTo>
                <a:lnTo>
                  <a:pt x="428819" y="1897097"/>
                </a:lnTo>
                <a:lnTo>
                  <a:pt x="428288" y="1896854"/>
                </a:lnTo>
                <a:close/>
                <a:moveTo>
                  <a:pt x="438800" y="1871396"/>
                </a:moveTo>
                <a:lnTo>
                  <a:pt x="439035" y="1873610"/>
                </a:lnTo>
                <a:lnTo>
                  <a:pt x="446481" y="1871347"/>
                </a:lnTo>
                <a:close/>
                <a:moveTo>
                  <a:pt x="1069409" y="458950"/>
                </a:moveTo>
                <a:lnTo>
                  <a:pt x="1070913" y="462164"/>
                </a:lnTo>
                <a:lnTo>
                  <a:pt x="1073848" y="459323"/>
                </a:lnTo>
                <a:lnTo>
                  <a:pt x="1072305" y="456132"/>
                </a:lnTo>
                <a:lnTo>
                  <a:pt x="1072103" y="455864"/>
                </a:lnTo>
                <a:close/>
                <a:moveTo>
                  <a:pt x="1116318" y="353780"/>
                </a:moveTo>
                <a:lnTo>
                  <a:pt x="1117263" y="361225"/>
                </a:lnTo>
                <a:lnTo>
                  <a:pt x="1117687" y="369255"/>
                </a:lnTo>
                <a:lnTo>
                  <a:pt x="1120214" y="364229"/>
                </a:lnTo>
                <a:lnTo>
                  <a:pt x="1120427" y="364129"/>
                </a:lnTo>
                <a:lnTo>
                  <a:pt x="1117703" y="369548"/>
                </a:lnTo>
                <a:lnTo>
                  <a:pt x="1117757" y="370584"/>
                </a:lnTo>
                <a:lnTo>
                  <a:pt x="1121731" y="362679"/>
                </a:lnTo>
                <a:close/>
                <a:moveTo>
                  <a:pt x="1086243" y="420812"/>
                </a:moveTo>
                <a:lnTo>
                  <a:pt x="1086375" y="420921"/>
                </a:lnTo>
                <a:lnTo>
                  <a:pt x="1086380" y="420622"/>
                </a:lnTo>
                <a:close/>
                <a:moveTo>
                  <a:pt x="1069244" y="458598"/>
                </a:moveTo>
                <a:lnTo>
                  <a:pt x="1069256" y="458623"/>
                </a:lnTo>
                <a:lnTo>
                  <a:pt x="1069442" y="458406"/>
                </a:lnTo>
                <a:close/>
                <a:moveTo>
                  <a:pt x="1085737" y="421516"/>
                </a:moveTo>
                <a:lnTo>
                  <a:pt x="1086355" y="422032"/>
                </a:lnTo>
                <a:lnTo>
                  <a:pt x="1086365" y="421451"/>
                </a:lnTo>
                <a:lnTo>
                  <a:pt x="1086003" y="421147"/>
                </a:lnTo>
                <a:close/>
                <a:moveTo>
                  <a:pt x="1068530" y="459955"/>
                </a:moveTo>
                <a:lnTo>
                  <a:pt x="1070054" y="461771"/>
                </a:lnTo>
                <a:lnTo>
                  <a:pt x="1068969" y="459453"/>
                </a:lnTo>
                <a:close/>
                <a:moveTo>
                  <a:pt x="460373" y="1821524"/>
                </a:moveTo>
                <a:lnTo>
                  <a:pt x="461123" y="1823277"/>
                </a:lnTo>
                <a:lnTo>
                  <a:pt x="461776" y="1823856"/>
                </a:lnTo>
                <a:lnTo>
                  <a:pt x="465186" y="1824876"/>
                </a:lnTo>
                <a:lnTo>
                  <a:pt x="465036" y="1824231"/>
                </a:lnTo>
                <a:close/>
                <a:moveTo>
                  <a:pt x="450689" y="1842915"/>
                </a:moveTo>
                <a:lnTo>
                  <a:pt x="455498" y="1845443"/>
                </a:lnTo>
                <a:lnTo>
                  <a:pt x="455591" y="1844290"/>
                </a:lnTo>
                <a:lnTo>
                  <a:pt x="455256" y="1844009"/>
                </a:lnTo>
                <a:close/>
                <a:moveTo>
                  <a:pt x="436440" y="1874713"/>
                </a:moveTo>
                <a:lnTo>
                  <a:pt x="438836" y="1875656"/>
                </a:lnTo>
                <a:lnTo>
                  <a:pt x="438663" y="1874038"/>
                </a:lnTo>
                <a:close/>
                <a:moveTo>
                  <a:pt x="1170385" y="230921"/>
                </a:moveTo>
                <a:lnTo>
                  <a:pt x="1176722" y="262786"/>
                </a:lnTo>
                <a:lnTo>
                  <a:pt x="1181423" y="292597"/>
                </a:lnTo>
                <a:lnTo>
                  <a:pt x="1195660" y="265255"/>
                </a:lnTo>
                <a:lnTo>
                  <a:pt x="1185779" y="244418"/>
                </a:lnTo>
                <a:lnTo>
                  <a:pt x="1175297" y="223057"/>
                </a:lnTo>
                <a:close/>
                <a:moveTo>
                  <a:pt x="1068222" y="459586"/>
                </a:moveTo>
                <a:lnTo>
                  <a:pt x="1068324" y="459709"/>
                </a:lnTo>
                <a:lnTo>
                  <a:pt x="1068819" y="459132"/>
                </a:lnTo>
                <a:lnTo>
                  <a:pt x="1068779" y="459049"/>
                </a:lnTo>
                <a:close/>
                <a:moveTo>
                  <a:pt x="460182" y="1821080"/>
                </a:moveTo>
                <a:lnTo>
                  <a:pt x="460220" y="1821168"/>
                </a:lnTo>
                <a:lnTo>
                  <a:pt x="462168" y="1822299"/>
                </a:lnTo>
                <a:close/>
                <a:moveTo>
                  <a:pt x="1067474" y="461165"/>
                </a:moveTo>
                <a:lnTo>
                  <a:pt x="1066878" y="464386"/>
                </a:lnTo>
                <a:lnTo>
                  <a:pt x="1066802" y="466143"/>
                </a:lnTo>
                <a:lnTo>
                  <a:pt x="1070405" y="462654"/>
                </a:lnTo>
                <a:lnTo>
                  <a:pt x="1068362" y="460148"/>
                </a:lnTo>
                <a:close/>
                <a:moveTo>
                  <a:pt x="1085546" y="420226"/>
                </a:moveTo>
                <a:lnTo>
                  <a:pt x="1086052" y="420651"/>
                </a:lnTo>
                <a:lnTo>
                  <a:pt x="1086387" y="420184"/>
                </a:lnTo>
                <a:lnTo>
                  <a:pt x="1086408" y="419027"/>
                </a:lnTo>
                <a:close/>
                <a:moveTo>
                  <a:pt x="1067667" y="460125"/>
                </a:moveTo>
                <a:lnTo>
                  <a:pt x="1067584" y="460571"/>
                </a:lnTo>
                <a:lnTo>
                  <a:pt x="1068159" y="459901"/>
                </a:lnTo>
                <a:lnTo>
                  <a:pt x="1068045" y="459759"/>
                </a:lnTo>
                <a:close/>
                <a:moveTo>
                  <a:pt x="1046249" y="507833"/>
                </a:moveTo>
                <a:lnTo>
                  <a:pt x="1046273" y="508075"/>
                </a:lnTo>
                <a:lnTo>
                  <a:pt x="1046326" y="507925"/>
                </a:lnTo>
                <a:close/>
                <a:moveTo>
                  <a:pt x="1085057" y="420905"/>
                </a:moveTo>
                <a:lnTo>
                  <a:pt x="1085116" y="420995"/>
                </a:lnTo>
                <a:lnTo>
                  <a:pt x="1085545" y="421355"/>
                </a:lnTo>
                <a:lnTo>
                  <a:pt x="1085810" y="420986"/>
                </a:lnTo>
                <a:lnTo>
                  <a:pt x="1085304" y="420562"/>
                </a:lnTo>
                <a:close/>
                <a:moveTo>
                  <a:pt x="1070955" y="452439"/>
                </a:moveTo>
                <a:lnTo>
                  <a:pt x="1071363" y="453282"/>
                </a:lnTo>
                <a:lnTo>
                  <a:pt x="1072611" y="454564"/>
                </a:lnTo>
                <a:lnTo>
                  <a:pt x="1072961" y="454225"/>
                </a:lnTo>
                <a:close/>
                <a:moveTo>
                  <a:pt x="1082989" y="425373"/>
                </a:moveTo>
                <a:lnTo>
                  <a:pt x="1086171" y="432444"/>
                </a:lnTo>
                <a:lnTo>
                  <a:pt x="1086258" y="427479"/>
                </a:lnTo>
                <a:lnTo>
                  <a:pt x="1085687" y="425430"/>
                </a:lnTo>
                <a:lnTo>
                  <a:pt x="1084400" y="423377"/>
                </a:lnTo>
                <a:lnTo>
                  <a:pt x="1083795" y="424219"/>
                </a:lnTo>
                <a:close/>
                <a:moveTo>
                  <a:pt x="1090586" y="408189"/>
                </a:moveTo>
                <a:lnTo>
                  <a:pt x="1090712" y="409194"/>
                </a:lnTo>
                <a:lnTo>
                  <a:pt x="1091435" y="410556"/>
                </a:lnTo>
                <a:lnTo>
                  <a:pt x="1091793" y="410958"/>
                </a:lnTo>
                <a:lnTo>
                  <a:pt x="1092324" y="410220"/>
                </a:lnTo>
                <a:close/>
                <a:moveTo>
                  <a:pt x="427070" y="1893860"/>
                </a:moveTo>
                <a:lnTo>
                  <a:pt x="436158" y="1893749"/>
                </a:lnTo>
                <a:lnTo>
                  <a:pt x="440723" y="1893358"/>
                </a:lnTo>
                <a:lnTo>
                  <a:pt x="440515" y="1891410"/>
                </a:lnTo>
                <a:lnTo>
                  <a:pt x="438712" y="1891147"/>
                </a:lnTo>
                <a:lnTo>
                  <a:pt x="436420" y="1891759"/>
                </a:lnTo>
                <a:close/>
                <a:moveTo>
                  <a:pt x="460960" y="1817917"/>
                </a:moveTo>
                <a:lnTo>
                  <a:pt x="464005" y="1819786"/>
                </a:lnTo>
                <a:lnTo>
                  <a:pt x="463677" y="1818373"/>
                </a:lnTo>
                <a:lnTo>
                  <a:pt x="462544" y="1817884"/>
                </a:lnTo>
                <a:lnTo>
                  <a:pt x="462202" y="1817719"/>
                </a:lnTo>
                <a:lnTo>
                  <a:pt x="462043" y="1817755"/>
                </a:lnTo>
                <a:close/>
                <a:moveTo>
                  <a:pt x="1082113" y="426628"/>
                </a:moveTo>
                <a:lnTo>
                  <a:pt x="1085641" y="434471"/>
                </a:lnTo>
                <a:lnTo>
                  <a:pt x="1086092" y="433543"/>
                </a:lnTo>
                <a:lnTo>
                  <a:pt x="1082716" y="425763"/>
                </a:lnTo>
                <a:close/>
                <a:moveTo>
                  <a:pt x="1046273" y="506866"/>
                </a:moveTo>
                <a:lnTo>
                  <a:pt x="1046254" y="507276"/>
                </a:lnTo>
                <a:lnTo>
                  <a:pt x="1046467" y="507522"/>
                </a:lnTo>
                <a:lnTo>
                  <a:pt x="1046562" y="507250"/>
                </a:lnTo>
                <a:close/>
                <a:moveTo>
                  <a:pt x="1068123" y="457648"/>
                </a:moveTo>
                <a:lnTo>
                  <a:pt x="1067847" y="459140"/>
                </a:lnTo>
                <a:lnTo>
                  <a:pt x="1067864" y="459159"/>
                </a:lnTo>
                <a:lnTo>
                  <a:pt x="1068530" y="458515"/>
                </a:lnTo>
                <a:close/>
                <a:moveTo>
                  <a:pt x="426254" y="1894878"/>
                </a:moveTo>
                <a:lnTo>
                  <a:pt x="430890" y="1896166"/>
                </a:lnTo>
                <a:lnTo>
                  <a:pt x="441036" y="1896293"/>
                </a:lnTo>
                <a:lnTo>
                  <a:pt x="440784" y="1893933"/>
                </a:lnTo>
                <a:close/>
                <a:moveTo>
                  <a:pt x="438392" y="1867575"/>
                </a:moveTo>
                <a:lnTo>
                  <a:pt x="438738" y="1870816"/>
                </a:lnTo>
                <a:lnTo>
                  <a:pt x="446428" y="1868438"/>
                </a:lnTo>
                <a:lnTo>
                  <a:pt x="445010" y="1868185"/>
                </a:lnTo>
                <a:close/>
                <a:moveTo>
                  <a:pt x="1081124" y="428043"/>
                </a:moveTo>
                <a:lnTo>
                  <a:pt x="1083823" y="434039"/>
                </a:lnTo>
                <a:lnTo>
                  <a:pt x="1082714" y="431077"/>
                </a:lnTo>
                <a:lnTo>
                  <a:pt x="1082938" y="431213"/>
                </a:lnTo>
                <a:lnTo>
                  <a:pt x="1084803" y="436196"/>
                </a:lnTo>
                <a:lnTo>
                  <a:pt x="1085478" y="434805"/>
                </a:lnTo>
                <a:lnTo>
                  <a:pt x="1082000" y="426789"/>
                </a:lnTo>
                <a:close/>
                <a:moveTo>
                  <a:pt x="1084689" y="420047"/>
                </a:moveTo>
                <a:lnTo>
                  <a:pt x="1084830" y="420555"/>
                </a:lnTo>
                <a:lnTo>
                  <a:pt x="1084862" y="420603"/>
                </a:lnTo>
                <a:lnTo>
                  <a:pt x="1085045" y="420347"/>
                </a:lnTo>
                <a:close/>
                <a:moveTo>
                  <a:pt x="1082550" y="424395"/>
                </a:moveTo>
                <a:lnTo>
                  <a:pt x="1082862" y="425088"/>
                </a:lnTo>
                <a:lnTo>
                  <a:pt x="1084256" y="423149"/>
                </a:lnTo>
                <a:lnTo>
                  <a:pt x="1083878" y="422546"/>
                </a:lnTo>
                <a:close/>
                <a:moveTo>
                  <a:pt x="442242" y="1857874"/>
                </a:moveTo>
                <a:lnTo>
                  <a:pt x="443846" y="1859005"/>
                </a:lnTo>
                <a:lnTo>
                  <a:pt x="445913" y="1859048"/>
                </a:lnTo>
                <a:lnTo>
                  <a:pt x="445882" y="1858982"/>
                </a:lnTo>
                <a:lnTo>
                  <a:pt x="446056" y="1859051"/>
                </a:lnTo>
                <a:lnTo>
                  <a:pt x="454384" y="1859225"/>
                </a:lnTo>
                <a:lnTo>
                  <a:pt x="454512" y="1857634"/>
                </a:lnTo>
                <a:close/>
                <a:moveTo>
                  <a:pt x="1081664" y="425631"/>
                </a:moveTo>
                <a:lnTo>
                  <a:pt x="1081976" y="426322"/>
                </a:lnTo>
                <a:lnTo>
                  <a:pt x="1082589" y="425469"/>
                </a:lnTo>
                <a:lnTo>
                  <a:pt x="1082283" y="424766"/>
                </a:lnTo>
                <a:lnTo>
                  <a:pt x="1081755" y="425501"/>
                </a:lnTo>
                <a:close/>
                <a:moveTo>
                  <a:pt x="467410" y="1801016"/>
                </a:moveTo>
                <a:lnTo>
                  <a:pt x="467410" y="1801099"/>
                </a:lnTo>
                <a:lnTo>
                  <a:pt x="469320" y="1802042"/>
                </a:lnTo>
                <a:lnTo>
                  <a:pt x="469093" y="1800686"/>
                </a:lnTo>
                <a:lnTo>
                  <a:pt x="468884" y="1800550"/>
                </a:lnTo>
                <a:close/>
                <a:moveTo>
                  <a:pt x="1115720" y="349052"/>
                </a:moveTo>
                <a:lnTo>
                  <a:pt x="1116109" y="352118"/>
                </a:lnTo>
                <a:lnTo>
                  <a:pt x="1122078" y="361989"/>
                </a:lnTo>
                <a:lnTo>
                  <a:pt x="1122548" y="361054"/>
                </a:lnTo>
                <a:close/>
                <a:moveTo>
                  <a:pt x="1069848" y="451455"/>
                </a:moveTo>
                <a:lnTo>
                  <a:pt x="1070393" y="452177"/>
                </a:lnTo>
                <a:lnTo>
                  <a:pt x="1070192" y="451760"/>
                </a:lnTo>
                <a:close/>
                <a:moveTo>
                  <a:pt x="1080676" y="427046"/>
                </a:moveTo>
                <a:lnTo>
                  <a:pt x="1080976" y="427714"/>
                </a:lnTo>
                <a:lnTo>
                  <a:pt x="1081865" y="426477"/>
                </a:lnTo>
                <a:lnTo>
                  <a:pt x="1081562" y="425777"/>
                </a:lnTo>
                <a:close/>
                <a:moveTo>
                  <a:pt x="1068925" y="453313"/>
                </a:moveTo>
                <a:lnTo>
                  <a:pt x="1068315" y="456613"/>
                </a:lnTo>
                <a:lnTo>
                  <a:pt x="1068995" y="458065"/>
                </a:lnTo>
                <a:lnTo>
                  <a:pt x="1071752" y="455396"/>
                </a:lnTo>
                <a:lnTo>
                  <a:pt x="1071198" y="454662"/>
                </a:lnTo>
                <a:close/>
                <a:moveTo>
                  <a:pt x="467409" y="1800203"/>
                </a:moveTo>
                <a:lnTo>
                  <a:pt x="467409" y="1800598"/>
                </a:lnTo>
                <a:lnTo>
                  <a:pt x="468450" y="1800269"/>
                </a:lnTo>
                <a:lnTo>
                  <a:pt x="468150" y="1800074"/>
                </a:lnTo>
                <a:close/>
                <a:moveTo>
                  <a:pt x="424880" y="1894967"/>
                </a:moveTo>
                <a:lnTo>
                  <a:pt x="427401" y="1896122"/>
                </a:lnTo>
                <a:lnTo>
                  <a:pt x="430523" y="1896162"/>
                </a:lnTo>
                <a:lnTo>
                  <a:pt x="425674" y="1894916"/>
                </a:lnTo>
                <a:close/>
                <a:moveTo>
                  <a:pt x="1077754" y="432867"/>
                </a:moveTo>
                <a:lnTo>
                  <a:pt x="1081028" y="438101"/>
                </a:lnTo>
                <a:lnTo>
                  <a:pt x="1082834" y="440255"/>
                </a:lnTo>
                <a:lnTo>
                  <a:pt x="1082867" y="440179"/>
                </a:lnTo>
                <a:lnTo>
                  <a:pt x="1084407" y="437012"/>
                </a:lnTo>
                <a:lnTo>
                  <a:pt x="1080749" y="428579"/>
                </a:lnTo>
                <a:close/>
                <a:moveTo>
                  <a:pt x="1069173" y="451974"/>
                </a:moveTo>
                <a:lnTo>
                  <a:pt x="1069033" y="452729"/>
                </a:lnTo>
                <a:lnTo>
                  <a:pt x="1070316" y="453490"/>
                </a:lnTo>
                <a:close/>
                <a:moveTo>
                  <a:pt x="463923" y="1807056"/>
                </a:moveTo>
                <a:lnTo>
                  <a:pt x="463932" y="1807094"/>
                </a:lnTo>
                <a:lnTo>
                  <a:pt x="463986" y="1807078"/>
                </a:lnTo>
                <a:close/>
                <a:moveTo>
                  <a:pt x="1069483" y="450294"/>
                </a:moveTo>
                <a:lnTo>
                  <a:pt x="1069482" y="450299"/>
                </a:lnTo>
                <a:lnTo>
                  <a:pt x="1069488" y="450304"/>
                </a:lnTo>
                <a:close/>
                <a:moveTo>
                  <a:pt x="1077214" y="432002"/>
                </a:moveTo>
                <a:lnTo>
                  <a:pt x="1077530" y="432507"/>
                </a:lnTo>
                <a:lnTo>
                  <a:pt x="1080600" y="428236"/>
                </a:lnTo>
                <a:lnTo>
                  <a:pt x="1080310" y="427569"/>
                </a:lnTo>
                <a:close/>
                <a:moveTo>
                  <a:pt x="466065" y="1800437"/>
                </a:moveTo>
                <a:lnTo>
                  <a:pt x="466789" y="1800794"/>
                </a:lnTo>
                <a:lnTo>
                  <a:pt x="467065" y="1800707"/>
                </a:lnTo>
                <a:lnTo>
                  <a:pt x="467065" y="1800263"/>
                </a:lnTo>
                <a:close/>
                <a:moveTo>
                  <a:pt x="467409" y="1796863"/>
                </a:moveTo>
                <a:lnTo>
                  <a:pt x="467409" y="1797051"/>
                </a:lnTo>
                <a:lnTo>
                  <a:pt x="468458" y="1796883"/>
                </a:lnTo>
                <a:lnTo>
                  <a:pt x="468418" y="1796648"/>
                </a:lnTo>
                <a:close/>
                <a:moveTo>
                  <a:pt x="1089924" y="402913"/>
                </a:moveTo>
                <a:lnTo>
                  <a:pt x="1090513" y="407602"/>
                </a:lnTo>
                <a:lnTo>
                  <a:pt x="1092520" y="409948"/>
                </a:lnTo>
                <a:lnTo>
                  <a:pt x="1093648" y="408377"/>
                </a:lnTo>
                <a:lnTo>
                  <a:pt x="1093859" y="407511"/>
                </a:lnTo>
                <a:close/>
                <a:moveTo>
                  <a:pt x="1074198" y="437959"/>
                </a:moveTo>
                <a:lnTo>
                  <a:pt x="1077457" y="443168"/>
                </a:lnTo>
                <a:lnTo>
                  <a:pt x="1075150" y="437951"/>
                </a:lnTo>
                <a:lnTo>
                  <a:pt x="1074625" y="437346"/>
                </a:lnTo>
                <a:close/>
                <a:moveTo>
                  <a:pt x="456828" y="1819467"/>
                </a:moveTo>
                <a:lnTo>
                  <a:pt x="457517" y="1820078"/>
                </a:lnTo>
                <a:lnTo>
                  <a:pt x="457548" y="1820079"/>
                </a:lnTo>
                <a:lnTo>
                  <a:pt x="457563" y="1819893"/>
                </a:lnTo>
                <a:close/>
                <a:moveTo>
                  <a:pt x="467931" y="1794540"/>
                </a:moveTo>
                <a:lnTo>
                  <a:pt x="468065" y="1794533"/>
                </a:lnTo>
                <a:lnTo>
                  <a:pt x="468061" y="1794512"/>
                </a:lnTo>
                <a:lnTo>
                  <a:pt x="468042" y="1794485"/>
                </a:lnTo>
                <a:close/>
                <a:moveTo>
                  <a:pt x="467408" y="1795710"/>
                </a:moveTo>
                <a:lnTo>
                  <a:pt x="467409" y="1796435"/>
                </a:lnTo>
                <a:lnTo>
                  <a:pt x="468349" y="1796235"/>
                </a:lnTo>
                <a:lnTo>
                  <a:pt x="468254" y="1795670"/>
                </a:lnTo>
                <a:close/>
                <a:moveTo>
                  <a:pt x="1070584" y="444856"/>
                </a:moveTo>
                <a:lnTo>
                  <a:pt x="1070403" y="445313"/>
                </a:lnTo>
                <a:lnTo>
                  <a:pt x="1069603" y="449643"/>
                </a:lnTo>
                <a:lnTo>
                  <a:pt x="1070236" y="450953"/>
                </a:lnTo>
                <a:lnTo>
                  <a:pt x="1073450" y="453738"/>
                </a:lnTo>
                <a:lnTo>
                  <a:pt x="1073878" y="453238"/>
                </a:lnTo>
                <a:lnTo>
                  <a:pt x="1073484" y="451414"/>
                </a:lnTo>
                <a:close/>
                <a:moveTo>
                  <a:pt x="432650" y="1873222"/>
                </a:moveTo>
                <a:lnTo>
                  <a:pt x="435989" y="1874536"/>
                </a:lnTo>
                <a:lnTo>
                  <a:pt x="438631" y="1873733"/>
                </a:lnTo>
                <a:lnTo>
                  <a:pt x="438388" y="1871449"/>
                </a:lnTo>
                <a:close/>
                <a:moveTo>
                  <a:pt x="437754" y="1861588"/>
                </a:moveTo>
                <a:lnTo>
                  <a:pt x="438193" y="1865711"/>
                </a:lnTo>
                <a:lnTo>
                  <a:pt x="444408" y="1866688"/>
                </a:lnTo>
                <a:close/>
                <a:moveTo>
                  <a:pt x="466537" y="1797049"/>
                </a:moveTo>
                <a:lnTo>
                  <a:pt x="466771" y="1797153"/>
                </a:lnTo>
                <a:lnTo>
                  <a:pt x="467064" y="1797106"/>
                </a:lnTo>
                <a:lnTo>
                  <a:pt x="467064" y="1796937"/>
                </a:lnTo>
                <a:close/>
                <a:moveTo>
                  <a:pt x="1074170" y="436359"/>
                </a:moveTo>
                <a:lnTo>
                  <a:pt x="1074494" y="436732"/>
                </a:lnTo>
                <a:lnTo>
                  <a:pt x="1074566" y="436632"/>
                </a:lnTo>
                <a:lnTo>
                  <a:pt x="1074339" y="436118"/>
                </a:lnTo>
                <a:close/>
                <a:moveTo>
                  <a:pt x="1113597" y="347969"/>
                </a:moveTo>
                <a:lnTo>
                  <a:pt x="1113620" y="348005"/>
                </a:lnTo>
                <a:lnTo>
                  <a:pt x="1113616" y="347940"/>
                </a:lnTo>
                <a:close/>
                <a:moveTo>
                  <a:pt x="1073657" y="437094"/>
                </a:moveTo>
                <a:lnTo>
                  <a:pt x="1073926" y="437524"/>
                </a:lnTo>
                <a:lnTo>
                  <a:pt x="1074313" y="436986"/>
                </a:lnTo>
                <a:lnTo>
                  <a:pt x="1073992" y="436614"/>
                </a:lnTo>
                <a:close/>
                <a:moveTo>
                  <a:pt x="1154007" y="257144"/>
                </a:moveTo>
                <a:lnTo>
                  <a:pt x="1156303" y="275817"/>
                </a:lnTo>
                <a:lnTo>
                  <a:pt x="1178884" y="297513"/>
                </a:lnTo>
                <a:lnTo>
                  <a:pt x="1179497" y="296298"/>
                </a:lnTo>
                <a:lnTo>
                  <a:pt x="1180629" y="294122"/>
                </a:lnTo>
                <a:lnTo>
                  <a:pt x="1173244" y="247286"/>
                </a:lnTo>
                <a:lnTo>
                  <a:pt x="1170085" y="231402"/>
                </a:lnTo>
                <a:close/>
                <a:moveTo>
                  <a:pt x="467408" y="1794226"/>
                </a:moveTo>
                <a:lnTo>
                  <a:pt x="467408" y="1794377"/>
                </a:lnTo>
                <a:lnTo>
                  <a:pt x="467610" y="1794278"/>
                </a:lnTo>
                <a:close/>
                <a:moveTo>
                  <a:pt x="1078796" y="424082"/>
                </a:moveTo>
                <a:lnTo>
                  <a:pt x="1076265" y="430486"/>
                </a:lnTo>
                <a:lnTo>
                  <a:pt x="1076960" y="431598"/>
                </a:lnTo>
                <a:lnTo>
                  <a:pt x="1080139" y="427175"/>
                </a:lnTo>
                <a:close/>
                <a:moveTo>
                  <a:pt x="455928" y="1818668"/>
                </a:moveTo>
                <a:lnTo>
                  <a:pt x="455957" y="1818694"/>
                </a:lnTo>
                <a:lnTo>
                  <a:pt x="457584" y="1819638"/>
                </a:lnTo>
                <a:lnTo>
                  <a:pt x="457595" y="1819492"/>
                </a:lnTo>
                <a:lnTo>
                  <a:pt x="456191" y="1818629"/>
                </a:lnTo>
                <a:close/>
                <a:moveTo>
                  <a:pt x="1079736" y="421704"/>
                </a:moveTo>
                <a:lnTo>
                  <a:pt x="1079052" y="423436"/>
                </a:lnTo>
                <a:lnTo>
                  <a:pt x="1080504" y="426666"/>
                </a:lnTo>
                <a:lnTo>
                  <a:pt x="1081404" y="425413"/>
                </a:lnTo>
                <a:lnTo>
                  <a:pt x="1081362" y="425318"/>
                </a:lnTo>
                <a:close/>
                <a:moveTo>
                  <a:pt x="1080318" y="420233"/>
                </a:moveTo>
                <a:lnTo>
                  <a:pt x="1079812" y="421514"/>
                </a:lnTo>
                <a:lnTo>
                  <a:pt x="1081504" y="425275"/>
                </a:lnTo>
                <a:lnTo>
                  <a:pt x="1082128" y="424407"/>
                </a:lnTo>
                <a:close/>
                <a:moveTo>
                  <a:pt x="465263" y="1797320"/>
                </a:moveTo>
                <a:lnTo>
                  <a:pt x="465615" y="1797337"/>
                </a:lnTo>
                <a:lnTo>
                  <a:pt x="465970" y="1797280"/>
                </a:lnTo>
                <a:lnTo>
                  <a:pt x="465801" y="1797206"/>
                </a:lnTo>
                <a:close/>
                <a:moveTo>
                  <a:pt x="1081071" y="418329"/>
                </a:moveTo>
                <a:lnTo>
                  <a:pt x="1080486" y="419809"/>
                </a:lnTo>
                <a:lnTo>
                  <a:pt x="1082391" y="424041"/>
                </a:lnTo>
                <a:lnTo>
                  <a:pt x="1083686" y="422239"/>
                </a:lnTo>
                <a:lnTo>
                  <a:pt x="1081412" y="418615"/>
                </a:lnTo>
                <a:close/>
                <a:moveTo>
                  <a:pt x="1109493" y="354480"/>
                </a:moveTo>
                <a:lnTo>
                  <a:pt x="1112770" y="365235"/>
                </a:lnTo>
                <a:lnTo>
                  <a:pt x="1114241" y="370475"/>
                </a:lnTo>
                <a:lnTo>
                  <a:pt x="1114835" y="370938"/>
                </a:lnTo>
                <a:lnTo>
                  <a:pt x="1113698" y="349469"/>
                </a:lnTo>
                <a:lnTo>
                  <a:pt x="1113179" y="348616"/>
                </a:lnTo>
                <a:lnTo>
                  <a:pt x="1112845" y="349133"/>
                </a:lnTo>
                <a:close/>
                <a:moveTo>
                  <a:pt x="1082618" y="414417"/>
                </a:moveTo>
                <a:lnTo>
                  <a:pt x="1081946" y="416118"/>
                </a:lnTo>
                <a:lnTo>
                  <a:pt x="1083506" y="418518"/>
                </a:lnTo>
                <a:lnTo>
                  <a:pt x="1083839" y="418797"/>
                </a:lnTo>
                <a:close/>
                <a:moveTo>
                  <a:pt x="438858" y="1855484"/>
                </a:moveTo>
                <a:lnTo>
                  <a:pt x="440947" y="1856959"/>
                </a:lnTo>
                <a:lnTo>
                  <a:pt x="451934" y="1856744"/>
                </a:lnTo>
                <a:lnTo>
                  <a:pt x="452724" y="1856670"/>
                </a:lnTo>
                <a:lnTo>
                  <a:pt x="450678" y="1855645"/>
                </a:lnTo>
                <a:close/>
                <a:moveTo>
                  <a:pt x="1147724" y="268137"/>
                </a:moveTo>
                <a:lnTo>
                  <a:pt x="1154629" y="302854"/>
                </a:lnTo>
                <a:lnTo>
                  <a:pt x="1159159" y="331577"/>
                </a:lnTo>
                <a:lnTo>
                  <a:pt x="1160873" y="333270"/>
                </a:lnTo>
                <a:lnTo>
                  <a:pt x="1162247" y="330543"/>
                </a:lnTo>
                <a:lnTo>
                  <a:pt x="1158001" y="292925"/>
                </a:lnTo>
                <a:lnTo>
                  <a:pt x="1156249" y="278692"/>
                </a:lnTo>
                <a:lnTo>
                  <a:pt x="1154055" y="274218"/>
                </a:lnTo>
                <a:close/>
                <a:moveTo>
                  <a:pt x="1089393" y="398674"/>
                </a:moveTo>
                <a:lnTo>
                  <a:pt x="1089827" y="402126"/>
                </a:lnTo>
                <a:lnTo>
                  <a:pt x="1093986" y="406990"/>
                </a:lnTo>
                <a:lnTo>
                  <a:pt x="1094045" y="406749"/>
                </a:lnTo>
                <a:close/>
                <a:moveTo>
                  <a:pt x="1085085" y="408175"/>
                </a:moveTo>
                <a:lnTo>
                  <a:pt x="1082912" y="413673"/>
                </a:lnTo>
                <a:lnTo>
                  <a:pt x="1084492" y="419345"/>
                </a:lnTo>
                <a:lnTo>
                  <a:pt x="1085287" y="420010"/>
                </a:lnTo>
                <a:lnTo>
                  <a:pt x="1086379" y="418491"/>
                </a:lnTo>
                <a:close/>
                <a:moveTo>
                  <a:pt x="1107848" y="357101"/>
                </a:moveTo>
                <a:lnTo>
                  <a:pt x="1109030" y="366420"/>
                </a:lnTo>
                <a:lnTo>
                  <a:pt x="1113661" y="370026"/>
                </a:lnTo>
                <a:lnTo>
                  <a:pt x="1109358" y="354694"/>
                </a:lnTo>
                <a:close/>
                <a:moveTo>
                  <a:pt x="388126" y="1968538"/>
                </a:moveTo>
                <a:lnTo>
                  <a:pt x="399781" y="1973137"/>
                </a:lnTo>
                <a:lnTo>
                  <a:pt x="431397" y="1985125"/>
                </a:lnTo>
                <a:lnTo>
                  <a:pt x="447859" y="1982664"/>
                </a:lnTo>
                <a:lnTo>
                  <a:pt x="447954" y="1980290"/>
                </a:lnTo>
                <a:lnTo>
                  <a:pt x="415883" y="1970978"/>
                </a:lnTo>
                <a:lnTo>
                  <a:pt x="415788" y="1970845"/>
                </a:lnTo>
                <a:lnTo>
                  <a:pt x="397815" y="1967672"/>
                </a:lnTo>
                <a:lnTo>
                  <a:pt x="396972" y="1967656"/>
                </a:lnTo>
                <a:close/>
                <a:moveTo>
                  <a:pt x="1147628" y="267482"/>
                </a:moveTo>
                <a:lnTo>
                  <a:pt x="1153533" y="273157"/>
                </a:lnTo>
                <a:lnTo>
                  <a:pt x="1152779" y="271619"/>
                </a:lnTo>
                <a:lnTo>
                  <a:pt x="1153034" y="271742"/>
                </a:lnTo>
                <a:lnTo>
                  <a:pt x="1153904" y="273512"/>
                </a:lnTo>
                <a:lnTo>
                  <a:pt x="1155842" y="275374"/>
                </a:lnTo>
                <a:lnTo>
                  <a:pt x="1153668" y="257687"/>
                </a:lnTo>
                <a:lnTo>
                  <a:pt x="1148445" y="266050"/>
                </a:lnTo>
                <a:close/>
                <a:moveTo>
                  <a:pt x="1090083" y="395975"/>
                </a:moveTo>
                <a:lnTo>
                  <a:pt x="1089320" y="397832"/>
                </a:lnTo>
                <a:lnTo>
                  <a:pt x="1094167" y="406247"/>
                </a:lnTo>
                <a:lnTo>
                  <a:pt x="1094940" y="403069"/>
                </a:lnTo>
                <a:lnTo>
                  <a:pt x="1095004" y="403019"/>
                </a:lnTo>
                <a:lnTo>
                  <a:pt x="1093401" y="399250"/>
                </a:lnTo>
                <a:close/>
                <a:moveTo>
                  <a:pt x="1046946" y="492427"/>
                </a:moveTo>
                <a:lnTo>
                  <a:pt x="1046909" y="493223"/>
                </a:lnTo>
                <a:lnTo>
                  <a:pt x="1047811" y="494384"/>
                </a:lnTo>
                <a:lnTo>
                  <a:pt x="1047894" y="493940"/>
                </a:lnTo>
                <a:close/>
                <a:moveTo>
                  <a:pt x="1091029" y="393672"/>
                </a:moveTo>
                <a:lnTo>
                  <a:pt x="1090243" y="395583"/>
                </a:lnTo>
                <a:lnTo>
                  <a:pt x="1093000" y="398305"/>
                </a:lnTo>
                <a:close/>
                <a:moveTo>
                  <a:pt x="464572" y="1796176"/>
                </a:moveTo>
                <a:lnTo>
                  <a:pt x="465887" y="1796760"/>
                </a:lnTo>
                <a:lnTo>
                  <a:pt x="467064" y="1796510"/>
                </a:lnTo>
                <a:lnTo>
                  <a:pt x="467064" y="1795727"/>
                </a:lnTo>
                <a:lnTo>
                  <a:pt x="465323" y="1795810"/>
                </a:lnTo>
                <a:close/>
                <a:moveTo>
                  <a:pt x="1092573" y="389916"/>
                </a:moveTo>
                <a:lnTo>
                  <a:pt x="1092198" y="390825"/>
                </a:lnTo>
                <a:lnTo>
                  <a:pt x="1097103" y="402355"/>
                </a:lnTo>
                <a:lnTo>
                  <a:pt x="1097615" y="402858"/>
                </a:lnTo>
                <a:lnTo>
                  <a:pt x="1098247" y="401979"/>
                </a:lnTo>
                <a:close/>
                <a:moveTo>
                  <a:pt x="420234" y="1895398"/>
                </a:moveTo>
                <a:lnTo>
                  <a:pt x="423655" y="1896075"/>
                </a:lnTo>
                <a:lnTo>
                  <a:pt x="426672" y="1896113"/>
                </a:lnTo>
                <a:lnTo>
                  <a:pt x="424203" y="1894981"/>
                </a:lnTo>
                <a:lnTo>
                  <a:pt x="422248" y="1894945"/>
                </a:lnTo>
                <a:close/>
                <a:moveTo>
                  <a:pt x="1072359" y="434730"/>
                </a:moveTo>
                <a:lnTo>
                  <a:pt x="1072318" y="434951"/>
                </a:lnTo>
                <a:lnTo>
                  <a:pt x="1073356" y="436613"/>
                </a:lnTo>
                <a:lnTo>
                  <a:pt x="1073505" y="436406"/>
                </a:lnTo>
                <a:lnTo>
                  <a:pt x="1073601" y="436163"/>
                </a:lnTo>
                <a:close/>
                <a:moveTo>
                  <a:pt x="1104835" y="361906"/>
                </a:moveTo>
                <a:lnTo>
                  <a:pt x="1106262" y="364267"/>
                </a:lnTo>
                <a:lnTo>
                  <a:pt x="1107499" y="365230"/>
                </a:lnTo>
                <a:lnTo>
                  <a:pt x="1107253" y="360581"/>
                </a:lnTo>
                <a:lnTo>
                  <a:pt x="1106986" y="358476"/>
                </a:lnTo>
                <a:close/>
                <a:moveTo>
                  <a:pt x="1104308" y="362746"/>
                </a:moveTo>
                <a:lnTo>
                  <a:pt x="1105095" y="363358"/>
                </a:lnTo>
                <a:lnTo>
                  <a:pt x="1104518" y="362410"/>
                </a:lnTo>
                <a:close/>
                <a:moveTo>
                  <a:pt x="1047023" y="490767"/>
                </a:moveTo>
                <a:lnTo>
                  <a:pt x="1047014" y="490970"/>
                </a:lnTo>
                <a:lnTo>
                  <a:pt x="1048138" y="492614"/>
                </a:lnTo>
                <a:lnTo>
                  <a:pt x="1048192" y="492325"/>
                </a:lnTo>
                <a:lnTo>
                  <a:pt x="1048008" y="491294"/>
                </a:lnTo>
                <a:close/>
                <a:moveTo>
                  <a:pt x="1038239" y="510391"/>
                </a:moveTo>
                <a:lnTo>
                  <a:pt x="1038288" y="510617"/>
                </a:lnTo>
                <a:lnTo>
                  <a:pt x="1038283" y="510458"/>
                </a:lnTo>
                <a:close/>
                <a:moveTo>
                  <a:pt x="463805" y="1796549"/>
                </a:moveTo>
                <a:lnTo>
                  <a:pt x="464565" y="1797042"/>
                </a:lnTo>
                <a:lnTo>
                  <a:pt x="465151" y="1796917"/>
                </a:lnTo>
                <a:lnTo>
                  <a:pt x="464053" y="1796428"/>
                </a:lnTo>
                <a:close/>
                <a:moveTo>
                  <a:pt x="1072692" y="432930"/>
                </a:moveTo>
                <a:lnTo>
                  <a:pt x="1072429" y="434350"/>
                </a:lnTo>
                <a:lnTo>
                  <a:pt x="1073725" y="435848"/>
                </a:lnTo>
                <a:lnTo>
                  <a:pt x="1073959" y="435258"/>
                </a:lnTo>
                <a:lnTo>
                  <a:pt x="1073363" y="433910"/>
                </a:lnTo>
                <a:close/>
                <a:moveTo>
                  <a:pt x="463474" y="1797040"/>
                </a:moveTo>
                <a:lnTo>
                  <a:pt x="463456" y="1797150"/>
                </a:lnTo>
                <a:lnTo>
                  <a:pt x="463684" y="1797230"/>
                </a:lnTo>
                <a:lnTo>
                  <a:pt x="463745" y="1797217"/>
                </a:lnTo>
                <a:close/>
                <a:moveTo>
                  <a:pt x="463904" y="1795878"/>
                </a:moveTo>
                <a:lnTo>
                  <a:pt x="464124" y="1795976"/>
                </a:lnTo>
                <a:lnTo>
                  <a:pt x="464370" y="1795856"/>
                </a:lnTo>
                <a:close/>
                <a:moveTo>
                  <a:pt x="1049648" y="484219"/>
                </a:moveTo>
                <a:lnTo>
                  <a:pt x="1049671" y="484321"/>
                </a:lnTo>
                <a:lnTo>
                  <a:pt x="1049700" y="484165"/>
                </a:lnTo>
                <a:close/>
                <a:moveTo>
                  <a:pt x="1102682" y="365338"/>
                </a:moveTo>
                <a:lnTo>
                  <a:pt x="1106928" y="379269"/>
                </a:lnTo>
                <a:lnTo>
                  <a:pt x="1106947" y="379338"/>
                </a:lnTo>
                <a:lnTo>
                  <a:pt x="1108317" y="380691"/>
                </a:lnTo>
                <a:lnTo>
                  <a:pt x="1107664" y="368354"/>
                </a:lnTo>
                <a:lnTo>
                  <a:pt x="1103045" y="364759"/>
                </a:lnTo>
                <a:close/>
                <a:moveTo>
                  <a:pt x="463599" y="1796228"/>
                </a:moveTo>
                <a:lnTo>
                  <a:pt x="463598" y="1796233"/>
                </a:lnTo>
                <a:lnTo>
                  <a:pt x="463605" y="1796230"/>
                </a:lnTo>
                <a:close/>
                <a:moveTo>
                  <a:pt x="463883" y="1794390"/>
                </a:moveTo>
                <a:lnTo>
                  <a:pt x="463830" y="1794736"/>
                </a:lnTo>
                <a:lnTo>
                  <a:pt x="466979" y="1794585"/>
                </a:lnTo>
                <a:lnTo>
                  <a:pt x="467063" y="1794544"/>
                </a:lnTo>
                <a:lnTo>
                  <a:pt x="467063" y="1794134"/>
                </a:lnTo>
                <a:lnTo>
                  <a:pt x="467061" y="1794134"/>
                </a:lnTo>
                <a:close/>
                <a:moveTo>
                  <a:pt x="1088909" y="394815"/>
                </a:moveTo>
                <a:lnTo>
                  <a:pt x="1089250" y="397540"/>
                </a:lnTo>
                <a:lnTo>
                  <a:pt x="1089948" y="395841"/>
                </a:lnTo>
                <a:close/>
                <a:moveTo>
                  <a:pt x="1079064" y="416650"/>
                </a:moveTo>
                <a:lnTo>
                  <a:pt x="1080284" y="419359"/>
                </a:lnTo>
                <a:lnTo>
                  <a:pt x="1080800" y="418103"/>
                </a:lnTo>
                <a:close/>
                <a:moveTo>
                  <a:pt x="1102339" y="364209"/>
                </a:moveTo>
                <a:lnTo>
                  <a:pt x="1102536" y="364857"/>
                </a:lnTo>
                <a:lnTo>
                  <a:pt x="1102742" y="364523"/>
                </a:lnTo>
                <a:close/>
                <a:moveTo>
                  <a:pt x="1050184" y="480960"/>
                </a:moveTo>
                <a:lnTo>
                  <a:pt x="1050282" y="481016"/>
                </a:lnTo>
                <a:lnTo>
                  <a:pt x="1050321" y="480802"/>
                </a:lnTo>
                <a:close/>
                <a:moveTo>
                  <a:pt x="464049" y="1793317"/>
                </a:moveTo>
                <a:lnTo>
                  <a:pt x="463925" y="1794117"/>
                </a:lnTo>
                <a:lnTo>
                  <a:pt x="466275" y="1793928"/>
                </a:lnTo>
                <a:lnTo>
                  <a:pt x="465904" y="1793831"/>
                </a:lnTo>
                <a:close/>
                <a:moveTo>
                  <a:pt x="443322" y="1839042"/>
                </a:moveTo>
                <a:lnTo>
                  <a:pt x="448855" y="1841951"/>
                </a:lnTo>
                <a:lnTo>
                  <a:pt x="454382" y="1843275"/>
                </a:lnTo>
                <a:lnTo>
                  <a:pt x="452205" y="1841445"/>
                </a:lnTo>
                <a:lnTo>
                  <a:pt x="447013" y="1840320"/>
                </a:lnTo>
                <a:close/>
                <a:moveTo>
                  <a:pt x="1047208" y="486798"/>
                </a:moveTo>
                <a:lnTo>
                  <a:pt x="1047141" y="488240"/>
                </a:lnTo>
                <a:lnTo>
                  <a:pt x="1047493" y="488395"/>
                </a:lnTo>
                <a:close/>
                <a:moveTo>
                  <a:pt x="464222" y="1792197"/>
                </a:moveTo>
                <a:lnTo>
                  <a:pt x="464095" y="1793017"/>
                </a:lnTo>
                <a:lnTo>
                  <a:pt x="467063" y="1793796"/>
                </a:lnTo>
                <a:lnTo>
                  <a:pt x="467063" y="1793625"/>
                </a:lnTo>
                <a:lnTo>
                  <a:pt x="465462" y="1792591"/>
                </a:lnTo>
                <a:close/>
                <a:moveTo>
                  <a:pt x="1049165" y="482126"/>
                </a:moveTo>
                <a:lnTo>
                  <a:pt x="1049371" y="483019"/>
                </a:lnTo>
                <a:lnTo>
                  <a:pt x="1049946" y="482461"/>
                </a:lnTo>
                <a:lnTo>
                  <a:pt x="1049620" y="481606"/>
                </a:lnTo>
                <a:close/>
                <a:moveTo>
                  <a:pt x="1073931" y="426383"/>
                </a:moveTo>
                <a:lnTo>
                  <a:pt x="1073867" y="426570"/>
                </a:lnTo>
                <a:lnTo>
                  <a:pt x="1073855" y="426633"/>
                </a:lnTo>
                <a:lnTo>
                  <a:pt x="1074051" y="426944"/>
                </a:lnTo>
                <a:close/>
                <a:moveTo>
                  <a:pt x="417561" y="1895998"/>
                </a:moveTo>
                <a:lnTo>
                  <a:pt x="421613" y="1896049"/>
                </a:lnTo>
                <a:lnTo>
                  <a:pt x="419338" y="1895599"/>
                </a:lnTo>
                <a:close/>
                <a:moveTo>
                  <a:pt x="1036511" y="510001"/>
                </a:moveTo>
                <a:lnTo>
                  <a:pt x="1036917" y="510812"/>
                </a:lnTo>
                <a:lnTo>
                  <a:pt x="1036857" y="510376"/>
                </a:lnTo>
                <a:close/>
                <a:moveTo>
                  <a:pt x="436819" y="1852819"/>
                </a:moveTo>
                <a:lnTo>
                  <a:pt x="436960" y="1854145"/>
                </a:lnTo>
                <a:lnTo>
                  <a:pt x="438227" y="1855039"/>
                </a:lnTo>
                <a:lnTo>
                  <a:pt x="449784" y="1855197"/>
                </a:lnTo>
                <a:lnTo>
                  <a:pt x="447646" y="1854125"/>
                </a:lnTo>
                <a:close/>
                <a:moveTo>
                  <a:pt x="451401" y="1820048"/>
                </a:moveTo>
                <a:lnTo>
                  <a:pt x="453491" y="1821375"/>
                </a:lnTo>
                <a:lnTo>
                  <a:pt x="456350" y="1822231"/>
                </a:lnTo>
                <a:lnTo>
                  <a:pt x="456224" y="1822108"/>
                </a:lnTo>
                <a:lnTo>
                  <a:pt x="453058" y="1820106"/>
                </a:lnTo>
                <a:close/>
                <a:moveTo>
                  <a:pt x="1096916" y="374532"/>
                </a:moveTo>
                <a:lnTo>
                  <a:pt x="1107593" y="382841"/>
                </a:lnTo>
                <a:lnTo>
                  <a:pt x="1106700" y="379662"/>
                </a:lnTo>
                <a:lnTo>
                  <a:pt x="1104519" y="377506"/>
                </a:lnTo>
                <a:lnTo>
                  <a:pt x="1105168" y="377579"/>
                </a:lnTo>
                <a:lnTo>
                  <a:pt x="1106480" y="378876"/>
                </a:lnTo>
                <a:lnTo>
                  <a:pt x="1103957" y="369889"/>
                </a:lnTo>
                <a:lnTo>
                  <a:pt x="1102607" y="365457"/>
                </a:lnTo>
                <a:close/>
                <a:moveTo>
                  <a:pt x="428185" y="1871464"/>
                </a:moveTo>
                <a:lnTo>
                  <a:pt x="431904" y="1872928"/>
                </a:lnTo>
                <a:lnTo>
                  <a:pt x="436817" y="1871409"/>
                </a:lnTo>
                <a:close/>
                <a:moveTo>
                  <a:pt x="385324" y="1967433"/>
                </a:moveTo>
                <a:lnTo>
                  <a:pt x="385325" y="1967433"/>
                </a:lnTo>
                <a:lnTo>
                  <a:pt x="385328" y="1967432"/>
                </a:lnTo>
                <a:close/>
                <a:moveTo>
                  <a:pt x="1033431" y="515250"/>
                </a:moveTo>
                <a:lnTo>
                  <a:pt x="1033496" y="515385"/>
                </a:lnTo>
                <a:lnTo>
                  <a:pt x="1033566" y="515392"/>
                </a:lnTo>
                <a:close/>
                <a:moveTo>
                  <a:pt x="1076495" y="418777"/>
                </a:moveTo>
                <a:lnTo>
                  <a:pt x="1074321" y="425224"/>
                </a:lnTo>
                <a:lnTo>
                  <a:pt x="1075264" y="428883"/>
                </a:lnTo>
                <a:lnTo>
                  <a:pt x="1076008" y="430073"/>
                </a:lnTo>
                <a:lnTo>
                  <a:pt x="1078577" y="423576"/>
                </a:lnTo>
                <a:close/>
                <a:moveTo>
                  <a:pt x="1048786" y="480479"/>
                </a:moveTo>
                <a:lnTo>
                  <a:pt x="1049147" y="482050"/>
                </a:lnTo>
                <a:lnTo>
                  <a:pt x="1049592" y="481532"/>
                </a:lnTo>
                <a:lnTo>
                  <a:pt x="1049375" y="480962"/>
                </a:lnTo>
                <a:lnTo>
                  <a:pt x="1049243" y="480751"/>
                </a:lnTo>
                <a:close/>
                <a:moveTo>
                  <a:pt x="1093935" y="379284"/>
                </a:moveTo>
                <a:lnTo>
                  <a:pt x="1096712" y="384987"/>
                </a:lnTo>
                <a:lnTo>
                  <a:pt x="1102148" y="396550"/>
                </a:lnTo>
                <a:lnTo>
                  <a:pt x="1103009" y="395353"/>
                </a:lnTo>
                <a:lnTo>
                  <a:pt x="1103530" y="395203"/>
                </a:lnTo>
                <a:lnTo>
                  <a:pt x="1102312" y="396897"/>
                </a:lnTo>
                <a:lnTo>
                  <a:pt x="1103093" y="398558"/>
                </a:lnTo>
                <a:lnTo>
                  <a:pt x="1107051" y="390414"/>
                </a:lnTo>
                <a:lnTo>
                  <a:pt x="1108663" y="387207"/>
                </a:lnTo>
                <a:lnTo>
                  <a:pt x="1108628" y="386524"/>
                </a:lnTo>
                <a:lnTo>
                  <a:pt x="1108396" y="385701"/>
                </a:lnTo>
                <a:lnTo>
                  <a:pt x="1095974" y="376034"/>
                </a:lnTo>
                <a:close/>
                <a:moveTo>
                  <a:pt x="1078118" y="414546"/>
                </a:moveTo>
                <a:lnTo>
                  <a:pt x="1078545" y="415493"/>
                </a:lnTo>
                <a:lnTo>
                  <a:pt x="1080460" y="417097"/>
                </a:lnTo>
                <a:lnTo>
                  <a:pt x="1079680" y="415853"/>
                </a:lnTo>
                <a:close/>
                <a:moveTo>
                  <a:pt x="1077320" y="416332"/>
                </a:moveTo>
                <a:lnTo>
                  <a:pt x="1076693" y="418192"/>
                </a:lnTo>
                <a:lnTo>
                  <a:pt x="1078828" y="422940"/>
                </a:lnTo>
                <a:lnTo>
                  <a:pt x="1079226" y="421932"/>
                </a:lnTo>
                <a:lnTo>
                  <a:pt x="1079518" y="421221"/>
                </a:lnTo>
                <a:close/>
                <a:moveTo>
                  <a:pt x="1077620" y="415440"/>
                </a:moveTo>
                <a:lnTo>
                  <a:pt x="1077388" y="416129"/>
                </a:lnTo>
                <a:lnTo>
                  <a:pt x="1079596" y="421034"/>
                </a:lnTo>
                <a:lnTo>
                  <a:pt x="1080116" y="419769"/>
                </a:lnTo>
                <a:lnTo>
                  <a:pt x="1078590" y="416252"/>
                </a:lnTo>
                <a:close/>
                <a:moveTo>
                  <a:pt x="1049052" y="479336"/>
                </a:moveTo>
                <a:lnTo>
                  <a:pt x="1049105" y="479476"/>
                </a:lnTo>
                <a:lnTo>
                  <a:pt x="1049983" y="480843"/>
                </a:lnTo>
                <a:lnTo>
                  <a:pt x="1050116" y="480921"/>
                </a:lnTo>
                <a:lnTo>
                  <a:pt x="1050350" y="480648"/>
                </a:lnTo>
                <a:lnTo>
                  <a:pt x="1050962" y="477333"/>
                </a:lnTo>
                <a:close/>
                <a:moveTo>
                  <a:pt x="450505" y="1819479"/>
                </a:moveTo>
                <a:lnTo>
                  <a:pt x="451089" y="1819849"/>
                </a:lnTo>
                <a:lnTo>
                  <a:pt x="452744" y="1819908"/>
                </a:lnTo>
                <a:lnTo>
                  <a:pt x="451767" y="1819290"/>
                </a:lnTo>
                <a:close/>
                <a:moveTo>
                  <a:pt x="1077889" y="414643"/>
                </a:moveTo>
                <a:lnTo>
                  <a:pt x="1077810" y="414878"/>
                </a:lnTo>
                <a:lnTo>
                  <a:pt x="1078100" y="415121"/>
                </a:lnTo>
                <a:lnTo>
                  <a:pt x="1078008" y="414908"/>
                </a:lnTo>
                <a:close/>
                <a:moveTo>
                  <a:pt x="337011" y="2073347"/>
                </a:moveTo>
                <a:lnTo>
                  <a:pt x="356593" y="2074153"/>
                </a:lnTo>
                <a:lnTo>
                  <a:pt x="418001" y="2075852"/>
                </a:lnTo>
                <a:lnTo>
                  <a:pt x="372611" y="2074988"/>
                </a:lnTo>
                <a:lnTo>
                  <a:pt x="337227" y="2073532"/>
                </a:lnTo>
                <a:close/>
                <a:moveTo>
                  <a:pt x="1078250" y="413572"/>
                </a:moveTo>
                <a:lnTo>
                  <a:pt x="1078106" y="413997"/>
                </a:lnTo>
                <a:lnTo>
                  <a:pt x="1078970" y="414721"/>
                </a:lnTo>
                <a:close/>
                <a:moveTo>
                  <a:pt x="1048626" y="479783"/>
                </a:moveTo>
                <a:lnTo>
                  <a:pt x="1048700" y="480102"/>
                </a:lnTo>
                <a:lnTo>
                  <a:pt x="1048918" y="480229"/>
                </a:lnTo>
                <a:lnTo>
                  <a:pt x="1048635" y="479774"/>
                </a:lnTo>
                <a:close/>
                <a:moveTo>
                  <a:pt x="436732" y="1849877"/>
                </a:moveTo>
                <a:lnTo>
                  <a:pt x="436762" y="1852281"/>
                </a:lnTo>
                <a:lnTo>
                  <a:pt x="436768" y="1852337"/>
                </a:lnTo>
                <a:lnTo>
                  <a:pt x="446006" y="1853304"/>
                </a:lnTo>
                <a:lnTo>
                  <a:pt x="444911" y="1852754"/>
                </a:lnTo>
                <a:lnTo>
                  <a:pt x="436987" y="1849993"/>
                </a:lnTo>
                <a:close/>
                <a:moveTo>
                  <a:pt x="1128100" y="301719"/>
                </a:moveTo>
                <a:lnTo>
                  <a:pt x="1139054" y="312244"/>
                </a:lnTo>
                <a:lnTo>
                  <a:pt x="1136574" y="292066"/>
                </a:lnTo>
                <a:lnTo>
                  <a:pt x="1136920" y="292409"/>
                </a:lnTo>
                <a:lnTo>
                  <a:pt x="1139398" y="312574"/>
                </a:lnTo>
                <a:lnTo>
                  <a:pt x="1158244" y="330682"/>
                </a:lnTo>
                <a:lnTo>
                  <a:pt x="1152034" y="291293"/>
                </a:lnTo>
                <a:lnTo>
                  <a:pt x="1147384" y="267909"/>
                </a:lnTo>
                <a:close/>
                <a:moveTo>
                  <a:pt x="1079056" y="411179"/>
                </a:moveTo>
                <a:lnTo>
                  <a:pt x="1078947" y="411505"/>
                </a:lnTo>
                <a:lnTo>
                  <a:pt x="1080070" y="413234"/>
                </a:lnTo>
                <a:close/>
                <a:moveTo>
                  <a:pt x="1090473" y="384806"/>
                </a:moveTo>
                <a:lnTo>
                  <a:pt x="1092651" y="389281"/>
                </a:lnTo>
                <a:lnTo>
                  <a:pt x="1092889" y="389146"/>
                </a:lnTo>
                <a:lnTo>
                  <a:pt x="1092749" y="389485"/>
                </a:lnTo>
                <a:lnTo>
                  <a:pt x="1094951" y="394001"/>
                </a:lnTo>
                <a:lnTo>
                  <a:pt x="1098522" y="401596"/>
                </a:lnTo>
                <a:lnTo>
                  <a:pt x="1101780" y="397062"/>
                </a:lnTo>
                <a:lnTo>
                  <a:pt x="1093640" y="379756"/>
                </a:lnTo>
                <a:close/>
                <a:moveTo>
                  <a:pt x="1093412" y="378210"/>
                </a:moveTo>
                <a:lnTo>
                  <a:pt x="1093814" y="379035"/>
                </a:lnTo>
                <a:lnTo>
                  <a:pt x="1095762" y="375868"/>
                </a:lnTo>
                <a:lnTo>
                  <a:pt x="1095360" y="375555"/>
                </a:lnTo>
                <a:close/>
                <a:moveTo>
                  <a:pt x="1080513" y="406862"/>
                </a:moveTo>
                <a:lnTo>
                  <a:pt x="1079224" y="410681"/>
                </a:lnTo>
                <a:lnTo>
                  <a:pt x="1081748" y="415796"/>
                </a:lnTo>
                <a:lnTo>
                  <a:pt x="1082495" y="413976"/>
                </a:lnTo>
                <a:close/>
                <a:moveTo>
                  <a:pt x="1089976" y="385598"/>
                </a:moveTo>
                <a:lnTo>
                  <a:pt x="1092103" y="390598"/>
                </a:lnTo>
                <a:lnTo>
                  <a:pt x="1092471" y="389701"/>
                </a:lnTo>
                <a:lnTo>
                  <a:pt x="1090299" y="385083"/>
                </a:lnTo>
                <a:close/>
                <a:moveTo>
                  <a:pt x="434725" y="1852567"/>
                </a:moveTo>
                <a:lnTo>
                  <a:pt x="436510" y="1853826"/>
                </a:lnTo>
                <a:lnTo>
                  <a:pt x="436396" y="1852768"/>
                </a:lnTo>
                <a:close/>
                <a:moveTo>
                  <a:pt x="1088122" y="388553"/>
                </a:moveTo>
                <a:lnTo>
                  <a:pt x="1088830" y="394188"/>
                </a:lnTo>
                <a:lnTo>
                  <a:pt x="1090109" y="395451"/>
                </a:lnTo>
                <a:lnTo>
                  <a:pt x="1090932" y="393446"/>
                </a:lnTo>
                <a:lnTo>
                  <a:pt x="1088557" y="387859"/>
                </a:lnTo>
                <a:close/>
                <a:moveTo>
                  <a:pt x="1051605" y="470305"/>
                </a:moveTo>
                <a:lnTo>
                  <a:pt x="1051922" y="471134"/>
                </a:lnTo>
                <a:lnTo>
                  <a:pt x="1052085" y="471255"/>
                </a:lnTo>
                <a:lnTo>
                  <a:pt x="1052236" y="470439"/>
                </a:lnTo>
                <a:lnTo>
                  <a:pt x="1051854" y="469949"/>
                </a:lnTo>
                <a:close/>
                <a:moveTo>
                  <a:pt x="1082354" y="401401"/>
                </a:moveTo>
                <a:lnTo>
                  <a:pt x="1080787" y="406048"/>
                </a:lnTo>
                <a:lnTo>
                  <a:pt x="1082794" y="413250"/>
                </a:lnTo>
                <a:lnTo>
                  <a:pt x="1085037" y="407793"/>
                </a:lnTo>
                <a:lnTo>
                  <a:pt x="1084819" y="406056"/>
                </a:lnTo>
                <a:close/>
                <a:moveTo>
                  <a:pt x="1048168" y="477791"/>
                </a:moveTo>
                <a:lnTo>
                  <a:pt x="1048248" y="478139"/>
                </a:lnTo>
                <a:lnTo>
                  <a:pt x="1048252" y="478145"/>
                </a:lnTo>
                <a:lnTo>
                  <a:pt x="1048289" y="478110"/>
                </a:lnTo>
                <a:close/>
                <a:moveTo>
                  <a:pt x="461146" y="1792244"/>
                </a:moveTo>
                <a:lnTo>
                  <a:pt x="461236" y="1792268"/>
                </a:lnTo>
                <a:lnTo>
                  <a:pt x="461244" y="1792217"/>
                </a:lnTo>
                <a:close/>
                <a:moveTo>
                  <a:pt x="1051330" y="470698"/>
                </a:moveTo>
                <a:lnTo>
                  <a:pt x="1051390" y="470742"/>
                </a:lnTo>
                <a:lnTo>
                  <a:pt x="1051358" y="470659"/>
                </a:lnTo>
                <a:close/>
                <a:moveTo>
                  <a:pt x="1121502" y="313287"/>
                </a:moveTo>
                <a:lnTo>
                  <a:pt x="1143738" y="352548"/>
                </a:lnTo>
                <a:lnTo>
                  <a:pt x="1140664" y="325333"/>
                </a:lnTo>
                <a:lnTo>
                  <a:pt x="1139115" y="312740"/>
                </a:lnTo>
                <a:lnTo>
                  <a:pt x="1138377" y="312010"/>
                </a:lnTo>
                <a:lnTo>
                  <a:pt x="1127946" y="301990"/>
                </a:lnTo>
                <a:close/>
                <a:moveTo>
                  <a:pt x="1052769" y="466999"/>
                </a:moveTo>
                <a:lnTo>
                  <a:pt x="1052847" y="467130"/>
                </a:lnTo>
                <a:lnTo>
                  <a:pt x="1052909" y="466799"/>
                </a:lnTo>
                <a:close/>
                <a:moveTo>
                  <a:pt x="1052309" y="467657"/>
                </a:moveTo>
                <a:lnTo>
                  <a:pt x="1052555" y="467974"/>
                </a:lnTo>
                <a:lnTo>
                  <a:pt x="1052741" y="467708"/>
                </a:lnTo>
                <a:lnTo>
                  <a:pt x="1052748" y="467668"/>
                </a:lnTo>
                <a:lnTo>
                  <a:pt x="1052543" y="467323"/>
                </a:lnTo>
                <a:close/>
                <a:moveTo>
                  <a:pt x="460526" y="1792412"/>
                </a:moveTo>
                <a:lnTo>
                  <a:pt x="460939" y="1794192"/>
                </a:lnTo>
                <a:lnTo>
                  <a:pt x="461196" y="1792529"/>
                </a:lnTo>
                <a:lnTo>
                  <a:pt x="460653" y="1792378"/>
                </a:lnTo>
                <a:close/>
                <a:moveTo>
                  <a:pt x="1089714" y="383248"/>
                </a:moveTo>
                <a:lnTo>
                  <a:pt x="1090380" y="384617"/>
                </a:lnTo>
                <a:lnTo>
                  <a:pt x="1093523" y="379508"/>
                </a:lnTo>
                <a:lnTo>
                  <a:pt x="1093107" y="378625"/>
                </a:lnTo>
                <a:close/>
                <a:moveTo>
                  <a:pt x="1051200" y="469245"/>
                </a:moveTo>
                <a:lnTo>
                  <a:pt x="1051365" y="469678"/>
                </a:lnTo>
                <a:lnTo>
                  <a:pt x="1051497" y="469489"/>
                </a:lnTo>
                <a:lnTo>
                  <a:pt x="1051251" y="469172"/>
                </a:lnTo>
                <a:close/>
                <a:moveTo>
                  <a:pt x="439170" y="1839631"/>
                </a:moveTo>
                <a:lnTo>
                  <a:pt x="443606" y="1840694"/>
                </a:lnTo>
                <a:lnTo>
                  <a:pt x="441093" y="1839241"/>
                </a:lnTo>
                <a:close/>
                <a:moveTo>
                  <a:pt x="1089246" y="383885"/>
                </a:moveTo>
                <a:lnTo>
                  <a:pt x="1089894" y="385407"/>
                </a:lnTo>
                <a:lnTo>
                  <a:pt x="1090210" y="384893"/>
                </a:lnTo>
                <a:lnTo>
                  <a:pt x="1089544" y="383479"/>
                </a:lnTo>
                <a:close/>
                <a:moveTo>
                  <a:pt x="441872" y="1833313"/>
                </a:moveTo>
                <a:lnTo>
                  <a:pt x="442141" y="1833398"/>
                </a:lnTo>
                <a:lnTo>
                  <a:pt x="442497" y="1833290"/>
                </a:lnTo>
                <a:lnTo>
                  <a:pt x="442481" y="1833277"/>
                </a:lnTo>
                <a:close/>
                <a:moveTo>
                  <a:pt x="440666" y="1835917"/>
                </a:moveTo>
                <a:lnTo>
                  <a:pt x="441294" y="1836054"/>
                </a:lnTo>
                <a:lnTo>
                  <a:pt x="440932" y="1835939"/>
                </a:lnTo>
                <a:close/>
                <a:moveTo>
                  <a:pt x="1050574" y="470142"/>
                </a:moveTo>
                <a:lnTo>
                  <a:pt x="1050882" y="470369"/>
                </a:lnTo>
                <a:lnTo>
                  <a:pt x="1051118" y="470032"/>
                </a:lnTo>
                <a:lnTo>
                  <a:pt x="1050953" y="469599"/>
                </a:lnTo>
                <a:close/>
                <a:moveTo>
                  <a:pt x="1087817" y="386119"/>
                </a:moveTo>
                <a:lnTo>
                  <a:pt x="1088094" y="388333"/>
                </a:lnTo>
                <a:lnTo>
                  <a:pt x="1088487" y="387694"/>
                </a:lnTo>
                <a:close/>
                <a:moveTo>
                  <a:pt x="1047728" y="475856"/>
                </a:moveTo>
                <a:lnTo>
                  <a:pt x="1048506" y="477900"/>
                </a:lnTo>
                <a:lnTo>
                  <a:pt x="1050555" y="475915"/>
                </a:lnTo>
                <a:lnTo>
                  <a:pt x="1049067" y="473939"/>
                </a:lnTo>
                <a:close/>
                <a:moveTo>
                  <a:pt x="1113190" y="329097"/>
                </a:moveTo>
                <a:lnTo>
                  <a:pt x="1114984" y="343246"/>
                </a:lnTo>
                <a:lnTo>
                  <a:pt x="1115662" y="344442"/>
                </a:lnTo>
                <a:lnTo>
                  <a:pt x="1123428" y="332422"/>
                </a:lnTo>
                <a:lnTo>
                  <a:pt x="1123703" y="332328"/>
                </a:lnTo>
                <a:lnTo>
                  <a:pt x="1115762" y="344618"/>
                </a:lnTo>
                <a:lnTo>
                  <a:pt x="1123733" y="358696"/>
                </a:lnTo>
                <a:lnTo>
                  <a:pt x="1130584" y="345070"/>
                </a:lnTo>
                <a:lnTo>
                  <a:pt x="1130869" y="344936"/>
                </a:lnTo>
                <a:lnTo>
                  <a:pt x="1123849" y="358900"/>
                </a:lnTo>
                <a:lnTo>
                  <a:pt x="1130034" y="369823"/>
                </a:lnTo>
                <a:lnTo>
                  <a:pt x="1136186" y="358064"/>
                </a:lnTo>
                <a:lnTo>
                  <a:pt x="1136640" y="357859"/>
                </a:lnTo>
                <a:lnTo>
                  <a:pt x="1130215" y="370141"/>
                </a:lnTo>
                <a:lnTo>
                  <a:pt x="1130275" y="370248"/>
                </a:lnTo>
                <a:lnTo>
                  <a:pt x="1136325" y="382003"/>
                </a:lnTo>
                <a:lnTo>
                  <a:pt x="1138997" y="376699"/>
                </a:lnTo>
                <a:lnTo>
                  <a:pt x="1138208" y="375580"/>
                </a:lnTo>
                <a:lnTo>
                  <a:pt x="1138478" y="375663"/>
                </a:lnTo>
                <a:lnTo>
                  <a:pt x="1139085" y="376524"/>
                </a:lnTo>
                <a:lnTo>
                  <a:pt x="1144976" y="364830"/>
                </a:lnTo>
                <a:lnTo>
                  <a:pt x="1138230" y="348755"/>
                </a:lnTo>
                <a:lnTo>
                  <a:pt x="1119774" y="316316"/>
                </a:lnTo>
                <a:lnTo>
                  <a:pt x="1116810" y="321513"/>
                </a:lnTo>
                <a:close/>
                <a:moveTo>
                  <a:pt x="1036273" y="501172"/>
                </a:moveTo>
                <a:lnTo>
                  <a:pt x="1036498" y="502228"/>
                </a:lnTo>
                <a:lnTo>
                  <a:pt x="1037069" y="503479"/>
                </a:lnTo>
                <a:lnTo>
                  <a:pt x="1036278" y="501182"/>
                </a:lnTo>
                <a:close/>
                <a:moveTo>
                  <a:pt x="1110347" y="335058"/>
                </a:moveTo>
                <a:lnTo>
                  <a:pt x="1113194" y="340084"/>
                </a:lnTo>
                <a:lnTo>
                  <a:pt x="1112092" y="331399"/>
                </a:lnTo>
                <a:close/>
                <a:moveTo>
                  <a:pt x="1109922" y="335948"/>
                </a:moveTo>
                <a:lnTo>
                  <a:pt x="1110949" y="337479"/>
                </a:lnTo>
                <a:lnTo>
                  <a:pt x="1109996" y="335794"/>
                </a:lnTo>
                <a:close/>
                <a:moveTo>
                  <a:pt x="1106216" y="344219"/>
                </a:moveTo>
                <a:lnTo>
                  <a:pt x="1107789" y="356628"/>
                </a:lnTo>
                <a:lnTo>
                  <a:pt x="1109261" y="354348"/>
                </a:lnTo>
                <a:lnTo>
                  <a:pt x="1108787" y="352660"/>
                </a:lnTo>
                <a:close/>
                <a:moveTo>
                  <a:pt x="1108338" y="339270"/>
                </a:moveTo>
                <a:lnTo>
                  <a:pt x="1113495" y="347797"/>
                </a:lnTo>
                <a:lnTo>
                  <a:pt x="1113600" y="347633"/>
                </a:lnTo>
                <a:lnTo>
                  <a:pt x="1113465" y="345091"/>
                </a:lnTo>
                <a:lnTo>
                  <a:pt x="1109167" y="337533"/>
                </a:lnTo>
                <a:close/>
                <a:moveTo>
                  <a:pt x="1068530" y="428401"/>
                </a:moveTo>
                <a:lnTo>
                  <a:pt x="1068446" y="428652"/>
                </a:lnTo>
                <a:lnTo>
                  <a:pt x="1068430" y="428736"/>
                </a:lnTo>
                <a:lnTo>
                  <a:pt x="1068693" y="429153"/>
                </a:lnTo>
                <a:close/>
                <a:moveTo>
                  <a:pt x="436645" y="1843018"/>
                </a:moveTo>
                <a:lnTo>
                  <a:pt x="436663" y="1844441"/>
                </a:lnTo>
                <a:lnTo>
                  <a:pt x="454842" y="1853553"/>
                </a:lnTo>
                <a:lnTo>
                  <a:pt x="455150" y="1849745"/>
                </a:lnTo>
                <a:lnTo>
                  <a:pt x="448694" y="1847586"/>
                </a:lnTo>
                <a:lnTo>
                  <a:pt x="447753" y="1847230"/>
                </a:lnTo>
                <a:lnTo>
                  <a:pt x="444166" y="1846589"/>
                </a:lnTo>
                <a:lnTo>
                  <a:pt x="444022" y="1846427"/>
                </a:lnTo>
                <a:lnTo>
                  <a:pt x="447071" y="1846971"/>
                </a:lnTo>
                <a:close/>
                <a:moveTo>
                  <a:pt x="1106214" y="343721"/>
                </a:moveTo>
                <a:lnTo>
                  <a:pt x="1109391" y="354148"/>
                </a:lnTo>
                <a:lnTo>
                  <a:pt x="1113075" y="348445"/>
                </a:lnTo>
                <a:lnTo>
                  <a:pt x="1107967" y="340047"/>
                </a:lnTo>
                <a:close/>
                <a:moveTo>
                  <a:pt x="1069102" y="426706"/>
                </a:moveTo>
                <a:lnTo>
                  <a:pt x="1069100" y="426711"/>
                </a:lnTo>
                <a:lnTo>
                  <a:pt x="1069155" y="426792"/>
                </a:lnTo>
                <a:close/>
                <a:moveTo>
                  <a:pt x="1048130" y="473641"/>
                </a:moveTo>
                <a:lnTo>
                  <a:pt x="1047893" y="474648"/>
                </a:lnTo>
                <a:lnTo>
                  <a:pt x="1048714" y="473471"/>
                </a:lnTo>
                <a:lnTo>
                  <a:pt x="1048473" y="473150"/>
                </a:lnTo>
                <a:close/>
                <a:moveTo>
                  <a:pt x="457449" y="1796189"/>
                </a:moveTo>
                <a:lnTo>
                  <a:pt x="458401" y="1796658"/>
                </a:lnTo>
                <a:lnTo>
                  <a:pt x="458649" y="1796697"/>
                </a:lnTo>
                <a:lnTo>
                  <a:pt x="458532" y="1796192"/>
                </a:lnTo>
                <a:lnTo>
                  <a:pt x="458395" y="1796144"/>
                </a:lnTo>
                <a:close/>
                <a:moveTo>
                  <a:pt x="1088876" y="382058"/>
                </a:moveTo>
                <a:lnTo>
                  <a:pt x="1088697" y="382591"/>
                </a:lnTo>
                <a:lnTo>
                  <a:pt x="1089180" y="383728"/>
                </a:lnTo>
                <a:lnTo>
                  <a:pt x="1089474" y="383329"/>
                </a:lnTo>
                <a:close/>
                <a:moveTo>
                  <a:pt x="1100755" y="355161"/>
                </a:moveTo>
                <a:lnTo>
                  <a:pt x="1104614" y="361541"/>
                </a:lnTo>
                <a:lnTo>
                  <a:pt x="1106922" y="357970"/>
                </a:lnTo>
                <a:lnTo>
                  <a:pt x="1105347" y="345539"/>
                </a:lnTo>
                <a:close/>
                <a:moveTo>
                  <a:pt x="436633" y="1842034"/>
                </a:moveTo>
                <a:lnTo>
                  <a:pt x="436638" y="1842464"/>
                </a:lnTo>
                <a:lnTo>
                  <a:pt x="453635" y="1848143"/>
                </a:lnTo>
                <a:lnTo>
                  <a:pt x="455256" y="1848432"/>
                </a:lnTo>
                <a:lnTo>
                  <a:pt x="455375" y="1846963"/>
                </a:lnTo>
                <a:lnTo>
                  <a:pt x="453959" y="1846218"/>
                </a:lnTo>
                <a:close/>
                <a:moveTo>
                  <a:pt x="1099079" y="358675"/>
                </a:moveTo>
                <a:lnTo>
                  <a:pt x="1100994" y="360167"/>
                </a:lnTo>
                <a:lnTo>
                  <a:pt x="1100453" y="358391"/>
                </a:lnTo>
                <a:lnTo>
                  <a:pt x="1100596" y="358491"/>
                </a:lnTo>
                <a:lnTo>
                  <a:pt x="1101142" y="360281"/>
                </a:lnTo>
                <a:lnTo>
                  <a:pt x="1103995" y="362501"/>
                </a:lnTo>
                <a:lnTo>
                  <a:pt x="1104293" y="362039"/>
                </a:lnTo>
                <a:lnTo>
                  <a:pt x="1100472" y="355756"/>
                </a:lnTo>
                <a:close/>
                <a:moveTo>
                  <a:pt x="429365" y="1858125"/>
                </a:moveTo>
                <a:lnTo>
                  <a:pt x="433572" y="1858381"/>
                </a:lnTo>
                <a:lnTo>
                  <a:pt x="433142" y="1858052"/>
                </a:lnTo>
                <a:close/>
                <a:moveTo>
                  <a:pt x="1092975" y="371467"/>
                </a:moveTo>
                <a:lnTo>
                  <a:pt x="1093289" y="371708"/>
                </a:lnTo>
                <a:lnTo>
                  <a:pt x="1094013" y="370764"/>
                </a:lnTo>
                <a:lnTo>
                  <a:pt x="1094302" y="370691"/>
                </a:lnTo>
                <a:lnTo>
                  <a:pt x="1093435" y="371823"/>
                </a:lnTo>
                <a:lnTo>
                  <a:pt x="1096321" y="374069"/>
                </a:lnTo>
                <a:lnTo>
                  <a:pt x="1096484" y="374024"/>
                </a:lnTo>
                <a:lnTo>
                  <a:pt x="1096404" y="374134"/>
                </a:lnTo>
                <a:lnTo>
                  <a:pt x="1096691" y="374358"/>
                </a:lnTo>
                <a:lnTo>
                  <a:pt x="1102461" y="364979"/>
                </a:lnTo>
                <a:lnTo>
                  <a:pt x="1102192" y="364094"/>
                </a:lnTo>
                <a:lnTo>
                  <a:pt x="1098037" y="360860"/>
                </a:lnTo>
                <a:close/>
                <a:moveTo>
                  <a:pt x="1047881" y="472364"/>
                </a:moveTo>
                <a:lnTo>
                  <a:pt x="1047864" y="472720"/>
                </a:lnTo>
                <a:lnTo>
                  <a:pt x="1047985" y="472547"/>
                </a:lnTo>
                <a:lnTo>
                  <a:pt x="1047993" y="472513"/>
                </a:lnTo>
                <a:close/>
                <a:moveTo>
                  <a:pt x="1092150" y="373198"/>
                </a:moveTo>
                <a:lnTo>
                  <a:pt x="1092218" y="373109"/>
                </a:lnTo>
                <a:lnTo>
                  <a:pt x="1092198" y="373096"/>
                </a:lnTo>
                <a:close/>
                <a:moveTo>
                  <a:pt x="457197" y="1794926"/>
                </a:moveTo>
                <a:lnTo>
                  <a:pt x="457515" y="1795040"/>
                </a:lnTo>
                <a:lnTo>
                  <a:pt x="458256" y="1795004"/>
                </a:lnTo>
                <a:lnTo>
                  <a:pt x="458219" y="1794844"/>
                </a:lnTo>
                <a:close/>
                <a:moveTo>
                  <a:pt x="1091566" y="374419"/>
                </a:moveTo>
                <a:lnTo>
                  <a:pt x="1093339" y="378062"/>
                </a:lnTo>
                <a:lnTo>
                  <a:pt x="1095245" y="375465"/>
                </a:lnTo>
                <a:lnTo>
                  <a:pt x="1092363" y="373224"/>
                </a:lnTo>
                <a:lnTo>
                  <a:pt x="1091763" y="374006"/>
                </a:lnTo>
                <a:close/>
                <a:moveTo>
                  <a:pt x="1091173" y="375243"/>
                </a:moveTo>
                <a:lnTo>
                  <a:pt x="1088981" y="381746"/>
                </a:lnTo>
                <a:lnTo>
                  <a:pt x="1089640" y="383101"/>
                </a:lnTo>
                <a:lnTo>
                  <a:pt x="1093036" y="378475"/>
                </a:lnTo>
                <a:lnTo>
                  <a:pt x="1091346" y="374881"/>
                </a:lnTo>
                <a:close/>
                <a:moveTo>
                  <a:pt x="1072088" y="417848"/>
                </a:moveTo>
                <a:lnTo>
                  <a:pt x="1070784" y="421719"/>
                </a:lnTo>
                <a:lnTo>
                  <a:pt x="1071058" y="422160"/>
                </a:lnTo>
                <a:lnTo>
                  <a:pt x="1072257" y="418607"/>
                </a:lnTo>
                <a:lnTo>
                  <a:pt x="1072118" y="417964"/>
                </a:lnTo>
                <a:close/>
                <a:moveTo>
                  <a:pt x="1145013" y="254502"/>
                </a:moveTo>
                <a:lnTo>
                  <a:pt x="1147472" y="266871"/>
                </a:lnTo>
                <a:lnTo>
                  <a:pt x="1153592" y="257072"/>
                </a:lnTo>
                <a:lnTo>
                  <a:pt x="1152516" y="248325"/>
                </a:lnTo>
                <a:lnTo>
                  <a:pt x="1152979" y="248785"/>
                </a:lnTo>
                <a:lnTo>
                  <a:pt x="1153931" y="256528"/>
                </a:lnTo>
                <a:lnTo>
                  <a:pt x="1169973" y="230843"/>
                </a:lnTo>
                <a:lnTo>
                  <a:pt x="1167008" y="215936"/>
                </a:lnTo>
                <a:lnTo>
                  <a:pt x="1149251" y="247071"/>
                </a:lnTo>
                <a:lnTo>
                  <a:pt x="1156826" y="238589"/>
                </a:lnTo>
                <a:lnTo>
                  <a:pt x="1157306" y="238505"/>
                </a:lnTo>
                <a:lnTo>
                  <a:pt x="1148540" y="248317"/>
                </a:lnTo>
                <a:close/>
                <a:moveTo>
                  <a:pt x="1052351" y="461955"/>
                </a:moveTo>
                <a:lnTo>
                  <a:pt x="1053426" y="464006"/>
                </a:lnTo>
                <a:lnTo>
                  <a:pt x="1053648" y="462800"/>
                </a:lnTo>
                <a:close/>
                <a:moveTo>
                  <a:pt x="1029478" y="513126"/>
                </a:moveTo>
                <a:lnTo>
                  <a:pt x="1031104" y="515161"/>
                </a:lnTo>
                <a:lnTo>
                  <a:pt x="1032782" y="515318"/>
                </a:lnTo>
                <a:lnTo>
                  <a:pt x="1032510" y="514749"/>
                </a:lnTo>
                <a:close/>
                <a:moveTo>
                  <a:pt x="438930" y="1835434"/>
                </a:moveTo>
                <a:lnTo>
                  <a:pt x="439481" y="1835478"/>
                </a:lnTo>
                <a:lnTo>
                  <a:pt x="439142" y="1835370"/>
                </a:lnTo>
                <a:close/>
                <a:moveTo>
                  <a:pt x="1028717" y="514757"/>
                </a:moveTo>
                <a:lnTo>
                  <a:pt x="1028722" y="514937"/>
                </a:lnTo>
                <a:lnTo>
                  <a:pt x="1028872" y="514951"/>
                </a:lnTo>
                <a:close/>
                <a:moveTo>
                  <a:pt x="391332" y="1941925"/>
                </a:moveTo>
                <a:lnTo>
                  <a:pt x="428090" y="1963167"/>
                </a:lnTo>
                <a:lnTo>
                  <a:pt x="445641" y="1961417"/>
                </a:lnTo>
                <a:lnTo>
                  <a:pt x="448734" y="1960879"/>
                </a:lnTo>
                <a:lnTo>
                  <a:pt x="448797" y="1959301"/>
                </a:lnTo>
                <a:lnTo>
                  <a:pt x="432156" y="1953311"/>
                </a:lnTo>
                <a:lnTo>
                  <a:pt x="425332" y="1953227"/>
                </a:lnTo>
                <a:lnTo>
                  <a:pt x="424994" y="1952899"/>
                </a:lnTo>
                <a:lnTo>
                  <a:pt x="431225" y="1952976"/>
                </a:lnTo>
                <a:lnTo>
                  <a:pt x="415561" y="1947337"/>
                </a:lnTo>
                <a:lnTo>
                  <a:pt x="406240" y="1946785"/>
                </a:lnTo>
                <a:lnTo>
                  <a:pt x="405944" y="1946468"/>
                </a:lnTo>
                <a:lnTo>
                  <a:pt x="414565" y="1946978"/>
                </a:lnTo>
                <a:lnTo>
                  <a:pt x="411587" y="1945906"/>
                </a:lnTo>
                <a:lnTo>
                  <a:pt x="411313" y="1945467"/>
                </a:lnTo>
                <a:lnTo>
                  <a:pt x="415696" y="1947045"/>
                </a:lnTo>
                <a:lnTo>
                  <a:pt x="438308" y="1948383"/>
                </a:lnTo>
                <a:lnTo>
                  <a:pt x="449216" y="1948877"/>
                </a:lnTo>
                <a:lnTo>
                  <a:pt x="449261" y="1947739"/>
                </a:lnTo>
                <a:lnTo>
                  <a:pt x="445180" y="1947036"/>
                </a:lnTo>
                <a:lnTo>
                  <a:pt x="442533" y="1947595"/>
                </a:lnTo>
                <a:lnTo>
                  <a:pt x="442206" y="1947434"/>
                </a:lnTo>
                <a:lnTo>
                  <a:pt x="444579" y="1946933"/>
                </a:lnTo>
                <a:lnTo>
                  <a:pt x="435639" y="1945393"/>
                </a:lnTo>
                <a:lnTo>
                  <a:pt x="429008" y="1946421"/>
                </a:lnTo>
                <a:lnTo>
                  <a:pt x="428704" y="1946250"/>
                </a:lnTo>
                <a:lnTo>
                  <a:pt x="434971" y="1945278"/>
                </a:lnTo>
                <a:lnTo>
                  <a:pt x="405342" y="1940174"/>
                </a:lnTo>
                <a:close/>
                <a:moveTo>
                  <a:pt x="436609" y="1840150"/>
                </a:moveTo>
                <a:lnTo>
                  <a:pt x="436627" y="1841559"/>
                </a:lnTo>
                <a:lnTo>
                  <a:pt x="452293" y="1845343"/>
                </a:lnTo>
                <a:lnTo>
                  <a:pt x="445169" y="1841596"/>
                </a:lnTo>
                <a:lnTo>
                  <a:pt x="445159" y="1841590"/>
                </a:lnTo>
                <a:lnTo>
                  <a:pt x="437982" y="1839872"/>
                </a:lnTo>
                <a:close/>
                <a:moveTo>
                  <a:pt x="1074146" y="412529"/>
                </a:moveTo>
                <a:lnTo>
                  <a:pt x="1074237" y="412732"/>
                </a:lnTo>
                <a:lnTo>
                  <a:pt x="1074270" y="412633"/>
                </a:lnTo>
                <a:close/>
                <a:moveTo>
                  <a:pt x="1049660" y="467124"/>
                </a:moveTo>
                <a:lnTo>
                  <a:pt x="1049228" y="468963"/>
                </a:lnTo>
                <a:lnTo>
                  <a:pt x="1049541" y="469379"/>
                </a:lnTo>
                <a:lnTo>
                  <a:pt x="1049974" y="469698"/>
                </a:lnTo>
                <a:lnTo>
                  <a:pt x="1050631" y="468757"/>
                </a:lnTo>
                <a:lnTo>
                  <a:pt x="1050345" y="468005"/>
                </a:lnTo>
                <a:close/>
                <a:moveTo>
                  <a:pt x="1073838" y="412661"/>
                </a:moveTo>
                <a:lnTo>
                  <a:pt x="1072278" y="417288"/>
                </a:lnTo>
                <a:lnTo>
                  <a:pt x="1072461" y="418000"/>
                </a:lnTo>
                <a:lnTo>
                  <a:pt x="1074077" y="413205"/>
                </a:lnTo>
                <a:lnTo>
                  <a:pt x="1073996" y="413016"/>
                </a:lnTo>
                <a:close/>
                <a:moveTo>
                  <a:pt x="436602" y="1839541"/>
                </a:moveTo>
                <a:lnTo>
                  <a:pt x="436606" y="1839872"/>
                </a:lnTo>
                <a:lnTo>
                  <a:pt x="437330" y="1839715"/>
                </a:lnTo>
                <a:close/>
                <a:moveTo>
                  <a:pt x="1074285" y="411336"/>
                </a:moveTo>
                <a:lnTo>
                  <a:pt x="1074129" y="411797"/>
                </a:lnTo>
                <a:lnTo>
                  <a:pt x="1074459" y="412073"/>
                </a:lnTo>
                <a:lnTo>
                  <a:pt x="1074615" y="411611"/>
                </a:lnTo>
                <a:close/>
                <a:moveTo>
                  <a:pt x="1034630" y="499966"/>
                </a:moveTo>
                <a:lnTo>
                  <a:pt x="1034762" y="500166"/>
                </a:lnTo>
                <a:lnTo>
                  <a:pt x="1034703" y="499890"/>
                </a:lnTo>
                <a:close/>
                <a:moveTo>
                  <a:pt x="1074588" y="410434"/>
                </a:moveTo>
                <a:lnTo>
                  <a:pt x="1074426" y="410916"/>
                </a:lnTo>
                <a:lnTo>
                  <a:pt x="1074757" y="411192"/>
                </a:lnTo>
                <a:lnTo>
                  <a:pt x="1074864" y="410874"/>
                </a:lnTo>
                <a:lnTo>
                  <a:pt x="1074709" y="410527"/>
                </a:lnTo>
                <a:lnTo>
                  <a:pt x="1074916" y="410638"/>
                </a:lnTo>
                <a:lnTo>
                  <a:pt x="1074932" y="410671"/>
                </a:lnTo>
                <a:lnTo>
                  <a:pt x="1075434" y="409185"/>
                </a:lnTo>
                <a:lnTo>
                  <a:pt x="1075376" y="409059"/>
                </a:lnTo>
                <a:close/>
                <a:moveTo>
                  <a:pt x="436595" y="1838989"/>
                </a:moveTo>
                <a:lnTo>
                  <a:pt x="436595" y="1839014"/>
                </a:lnTo>
                <a:lnTo>
                  <a:pt x="438480" y="1839466"/>
                </a:lnTo>
                <a:lnTo>
                  <a:pt x="440662" y="1838992"/>
                </a:lnTo>
                <a:lnTo>
                  <a:pt x="440295" y="1838780"/>
                </a:lnTo>
                <a:close/>
                <a:moveTo>
                  <a:pt x="1141155" y="261265"/>
                </a:moveTo>
                <a:lnTo>
                  <a:pt x="1147221" y="267092"/>
                </a:lnTo>
                <a:lnTo>
                  <a:pt x="1144794" y="254885"/>
                </a:lnTo>
                <a:close/>
                <a:moveTo>
                  <a:pt x="451226" y="1806135"/>
                </a:moveTo>
                <a:lnTo>
                  <a:pt x="451809" y="1806322"/>
                </a:lnTo>
                <a:lnTo>
                  <a:pt x="451408" y="1806077"/>
                </a:lnTo>
                <a:close/>
                <a:moveTo>
                  <a:pt x="1075180" y="408679"/>
                </a:moveTo>
                <a:lnTo>
                  <a:pt x="1074699" y="410107"/>
                </a:lnTo>
                <a:lnTo>
                  <a:pt x="1075363" y="409028"/>
                </a:lnTo>
                <a:lnTo>
                  <a:pt x="1075270" y="408823"/>
                </a:lnTo>
                <a:close/>
                <a:moveTo>
                  <a:pt x="1050443" y="463792"/>
                </a:moveTo>
                <a:lnTo>
                  <a:pt x="1050179" y="464916"/>
                </a:lnTo>
                <a:lnTo>
                  <a:pt x="1051830" y="467042"/>
                </a:lnTo>
                <a:lnTo>
                  <a:pt x="1052125" y="466620"/>
                </a:lnTo>
                <a:close/>
                <a:moveTo>
                  <a:pt x="1030255" y="508588"/>
                </a:moveTo>
                <a:lnTo>
                  <a:pt x="1030555" y="509215"/>
                </a:lnTo>
                <a:lnTo>
                  <a:pt x="1032508" y="511285"/>
                </a:lnTo>
                <a:lnTo>
                  <a:pt x="1034003" y="511949"/>
                </a:lnTo>
                <a:lnTo>
                  <a:pt x="1033700" y="511011"/>
                </a:lnTo>
                <a:close/>
                <a:moveTo>
                  <a:pt x="436571" y="1837111"/>
                </a:moveTo>
                <a:lnTo>
                  <a:pt x="436587" y="1838429"/>
                </a:lnTo>
                <a:lnTo>
                  <a:pt x="439412" y="1838270"/>
                </a:lnTo>
                <a:lnTo>
                  <a:pt x="437579" y="1837210"/>
                </a:lnTo>
                <a:close/>
                <a:moveTo>
                  <a:pt x="1051071" y="461120"/>
                </a:moveTo>
                <a:lnTo>
                  <a:pt x="1050562" y="463287"/>
                </a:lnTo>
                <a:lnTo>
                  <a:pt x="1052351" y="466296"/>
                </a:lnTo>
                <a:lnTo>
                  <a:pt x="1053199" y="465082"/>
                </a:lnTo>
                <a:lnTo>
                  <a:pt x="1051149" y="461171"/>
                </a:lnTo>
                <a:close/>
                <a:moveTo>
                  <a:pt x="455211" y="1795086"/>
                </a:moveTo>
                <a:lnTo>
                  <a:pt x="455331" y="1795145"/>
                </a:lnTo>
                <a:lnTo>
                  <a:pt x="455552" y="1795134"/>
                </a:lnTo>
                <a:lnTo>
                  <a:pt x="455379" y="1795073"/>
                </a:lnTo>
                <a:close/>
                <a:moveTo>
                  <a:pt x="1032570" y="502128"/>
                </a:moveTo>
                <a:lnTo>
                  <a:pt x="1035485" y="507952"/>
                </a:lnTo>
                <a:lnTo>
                  <a:pt x="1036677" y="509141"/>
                </a:lnTo>
                <a:lnTo>
                  <a:pt x="1036320" y="507466"/>
                </a:lnTo>
                <a:lnTo>
                  <a:pt x="1032716" y="501974"/>
                </a:lnTo>
                <a:close/>
                <a:moveTo>
                  <a:pt x="1078703" y="398569"/>
                </a:moveTo>
                <a:lnTo>
                  <a:pt x="1078843" y="399072"/>
                </a:lnTo>
                <a:lnTo>
                  <a:pt x="1079291" y="397745"/>
                </a:lnTo>
                <a:close/>
                <a:moveTo>
                  <a:pt x="1078377" y="399201"/>
                </a:moveTo>
                <a:lnTo>
                  <a:pt x="1075839" y="406725"/>
                </a:lnTo>
                <a:lnTo>
                  <a:pt x="1076118" y="407155"/>
                </a:lnTo>
                <a:lnTo>
                  <a:pt x="1078568" y="399887"/>
                </a:lnTo>
                <a:close/>
                <a:moveTo>
                  <a:pt x="1051688" y="458493"/>
                </a:moveTo>
                <a:lnTo>
                  <a:pt x="1051600" y="458869"/>
                </a:lnTo>
                <a:lnTo>
                  <a:pt x="1054077" y="460482"/>
                </a:lnTo>
                <a:lnTo>
                  <a:pt x="1054171" y="459968"/>
                </a:lnTo>
                <a:close/>
                <a:moveTo>
                  <a:pt x="1079107" y="397033"/>
                </a:moveTo>
                <a:lnTo>
                  <a:pt x="1078845" y="397809"/>
                </a:lnTo>
                <a:lnTo>
                  <a:pt x="1078916" y="397711"/>
                </a:lnTo>
                <a:lnTo>
                  <a:pt x="1079275" y="397222"/>
                </a:lnTo>
                <a:close/>
                <a:moveTo>
                  <a:pt x="1079470" y="395957"/>
                </a:moveTo>
                <a:lnTo>
                  <a:pt x="1079183" y="396809"/>
                </a:lnTo>
                <a:lnTo>
                  <a:pt x="1079400" y="397051"/>
                </a:lnTo>
                <a:lnTo>
                  <a:pt x="1079629" y="396740"/>
                </a:lnTo>
                <a:lnTo>
                  <a:pt x="1079728" y="396445"/>
                </a:lnTo>
                <a:close/>
                <a:moveTo>
                  <a:pt x="454683" y="1794825"/>
                </a:moveTo>
                <a:lnTo>
                  <a:pt x="454741" y="1794854"/>
                </a:lnTo>
                <a:lnTo>
                  <a:pt x="454759" y="1794853"/>
                </a:lnTo>
                <a:close/>
                <a:moveTo>
                  <a:pt x="1031170" y="503646"/>
                </a:moveTo>
                <a:lnTo>
                  <a:pt x="1031392" y="503868"/>
                </a:lnTo>
                <a:lnTo>
                  <a:pt x="1031277" y="503513"/>
                </a:lnTo>
                <a:close/>
                <a:moveTo>
                  <a:pt x="1090143" y="371495"/>
                </a:moveTo>
                <a:lnTo>
                  <a:pt x="1090340" y="371901"/>
                </a:lnTo>
                <a:lnTo>
                  <a:pt x="1090427" y="371718"/>
                </a:lnTo>
                <a:close/>
                <a:moveTo>
                  <a:pt x="1048212" y="465259"/>
                </a:moveTo>
                <a:lnTo>
                  <a:pt x="1048108" y="467487"/>
                </a:lnTo>
                <a:lnTo>
                  <a:pt x="1048157" y="467542"/>
                </a:lnTo>
                <a:lnTo>
                  <a:pt x="1048922" y="468556"/>
                </a:lnTo>
                <a:lnTo>
                  <a:pt x="1049352" y="466725"/>
                </a:lnTo>
                <a:close/>
                <a:moveTo>
                  <a:pt x="1037841" y="488373"/>
                </a:moveTo>
                <a:lnTo>
                  <a:pt x="1037921" y="488819"/>
                </a:lnTo>
                <a:lnTo>
                  <a:pt x="1037949" y="488856"/>
                </a:lnTo>
                <a:lnTo>
                  <a:pt x="1038022" y="488779"/>
                </a:lnTo>
                <a:lnTo>
                  <a:pt x="1038084" y="488690"/>
                </a:lnTo>
                <a:lnTo>
                  <a:pt x="1038195" y="487865"/>
                </a:lnTo>
                <a:close/>
                <a:moveTo>
                  <a:pt x="436538" y="1834544"/>
                </a:moveTo>
                <a:lnTo>
                  <a:pt x="436545" y="1835008"/>
                </a:lnTo>
                <a:lnTo>
                  <a:pt x="436649" y="1835045"/>
                </a:lnTo>
                <a:lnTo>
                  <a:pt x="437404" y="1834819"/>
                </a:lnTo>
                <a:close/>
                <a:moveTo>
                  <a:pt x="433446" y="1840791"/>
                </a:moveTo>
                <a:lnTo>
                  <a:pt x="435327" y="1841246"/>
                </a:lnTo>
                <a:lnTo>
                  <a:pt x="435317" y="1840412"/>
                </a:lnTo>
                <a:close/>
                <a:moveTo>
                  <a:pt x="1090446" y="369543"/>
                </a:moveTo>
                <a:lnTo>
                  <a:pt x="1091206" y="370088"/>
                </a:lnTo>
                <a:lnTo>
                  <a:pt x="1093361" y="365572"/>
                </a:lnTo>
                <a:close/>
                <a:moveTo>
                  <a:pt x="1082116" y="388111"/>
                </a:moveTo>
                <a:lnTo>
                  <a:pt x="1081117" y="391073"/>
                </a:lnTo>
                <a:lnTo>
                  <a:pt x="1081376" y="391562"/>
                </a:lnTo>
                <a:lnTo>
                  <a:pt x="1082378" y="388591"/>
                </a:lnTo>
                <a:lnTo>
                  <a:pt x="1082450" y="388440"/>
                </a:lnTo>
                <a:close/>
                <a:moveTo>
                  <a:pt x="1029701" y="505470"/>
                </a:moveTo>
                <a:lnTo>
                  <a:pt x="1032807" y="508245"/>
                </a:lnTo>
                <a:lnTo>
                  <a:pt x="1031768" y="505026"/>
                </a:lnTo>
                <a:lnTo>
                  <a:pt x="1030820" y="504081"/>
                </a:lnTo>
                <a:close/>
                <a:moveTo>
                  <a:pt x="1028524" y="507960"/>
                </a:moveTo>
                <a:lnTo>
                  <a:pt x="1028529" y="508123"/>
                </a:lnTo>
                <a:lnTo>
                  <a:pt x="1029588" y="509089"/>
                </a:lnTo>
                <a:close/>
                <a:moveTo>
                  <a:pt x="1086744" y="377574"/>
                </a:moveTo>
                <a:lnTo>
                  <a:pt x="1086926" y="379016"/>
                </a:lnTo>
                <a:lnTo>
                  <a:pt x="1086936" y="379036"/>
                </a:lnTo>
                <a:lnTo>
                  <a:pt x="1087193" y="378496"/>
                </a:lnTo>
                <a:close/>
                <a:moveTo>
                  <a:pt x="1082444" y="387137"/>
                </a:moveTo>
                <a:lnTo>
                  <a:pt x="1082255" y="387699"/>
                </a:lnTo>
                <a:lnTo>
                  <a:pt x="1082551" y="387994"/>
                </a:lnTo>
                <a:close/>
                <a:moveTo>
                  <a:pt x="454194" y="1793860"/>
                </a:moveTo>
                <a:lnTo>
                  <a:pt x="456577" y="1794707"/>
                </a:lnTo>
                <a:lnTo>
                  <a:pt x="458158" y="1794580"/>
                </a:lnTo>
                <a:lnTo>
                  <a:pt x="457959" y="1793721"/>
                </a:lnTo>
                <a:lnTo>
                  <a:pt x="457099" y="1793340"/>
                </a:lnTo>
                <a:lnTo>
                  <a:pt x="455985" y="1793642"/>
                </a:lnTo>
                <a:close/>
                <a:moveTo>
                  <a:pt x="437181" y="1831824"/>
                </a:moveTo>
                <a:lnTo>
                  <a:pt x="439055" y="1832418"/>
                </a:lnTo>
                <a:lnTo>
                  <a:pt x="441545" y="1832491"/>
                </a:lnTo>
                <a:lnTo>
                  <a:pt x="440604" y="1831700"/>
                </a:lnTo>
                <a:close/>
                <a:moveTo>
                  <a:pt x="1029115" y="506197"/>
                </a:moveTo>
                <a:lnTo>
                  <a:pt x="1029810" y="507655"/>
                </a:lnTo>
                <a:lnTo>
                  <a:pt x="1032378" y="509460"/>
                </a:lnTo>
                <a:lnTo>
                  <a:pt x="1029137" y="506170"/>
                </a:lnTo>
                <a:close/>
                <a:moveTo>
                  <a:pt x="1053127" y="452365"/>
                </a:moveTo>
                <a:lnTo>
                  <a:pt x="1051866" y="457733"/>
                </a:lnTo>
                <a:lnTo>
                  <a:pt x="1054317" y="459186"/>
                </a:lnTo>
                <a:lnTo>
                  <a:pt x="1054883" y="456117"/>
                </a:lnTo>
                <a:close/>
                <a:moveTo>
                  <a:pt x="1053233" y="451965"/>
                </a:moveTo>
                <a:lnTo>
                  <a:pt x="1054966" y="455667"/>
                </a:lnTo>
                <a:lnTo>
                  <a:pt x="1055067" y="455122"/>
                </a:lnTo>
                <a:lnTo>
                  <a:pt x="1054748" y="453737"/>
                </a:lnTo>
                <a:close/>
                <a:moveTo>
                  <a:pt x="1028617" y="506816"/>
                </a:moveTo>
                <a:lnTo>
                  <a:pt x="1028785" y="506933"/>
                </a:lnTo>
                <a:lnTo>
                  <a:pt x="1028687" y="506729"/>
                </a:lnTo>
                <a:close/>
                <a:moveTo>
                  <a:pt x="1053418" y="451132"/>
                </a:moveTo>
                <a:lnTo>
                  <a:pt x="1053303" y="451619"/>
                </a:lnTo>
                <a:lnTo>
                  <a:pt x="1054614" y="453153"/>
                </a:lnTo>
                <a:lnTo>
                  <a:pt x="1054469" y="452526"/>
                </a:lnTo>
                <a:close/>
                <a:moveTo>
                  <a:pt x="1032818" y="497202"/>
                </a:moveTo>
                <a:lnTo>
                  <a:pt x="1033557" y="498328"/>
                </a:lnTo>
                <a:lnTo>
                  <a:pt x="1033928" y="497969"/>
                </a:lnTo>
                <a:lnTo>
                  <a:pt x="1033257" y="496574"/>
                </a:lnTo>
                <a:close/>
                <a:moveTo>
                  <a:pt x="1105086" y="335312"/>
                </a:moveTo>
                <a:lnTo>
                  <a:pt x="1105656" y="339802"/>
                </a:lnTo>
                <a:lnTo>
                  <a:pt x="1106607" y="337810"/>
                </a:lnTo>
                <a:close/>
                <a:moveTo>
                  <a:pt x="432575" y="1841054"/>
                </a:moveTo>
                <a:lnTo>
                  <a:pt x="433728" y="1841491"/>
                </a:lnTo>
                <a:lnTo>
                  <a:pt x="435337" y="1842029"/>
                </a:lnTo>
                <a:lnTo>
                  <a:pt x="435334" y="1841720"/>
                </a:lnTo>
                <a:close/>
                <a:moveTo>
                  <a:pt x="1138905" y="259105"/>
                </a:moveTo>
                <a:lnTo>
                  <a:pt x="1140130" y="260281"/>
                </a:lnTo>
                <a:lnTo>
                  <a:pt x="1144151" y="253232"/>
                </a:lnTo>
                <a:close/>
                <a:moveTo>
                  <a:pt x="1053787" y="449560"/>
                </a:moveTo>
                <a:lnTo>
                  <a:pt x="1053649" y="450146"/>
                </a:lnTo>
                <a:lnTo>
                  <a:pt x="1054028" y="450609"/>
                </a:lnTo>
                <a:close/>
                <a:moveTo>
                  <a:pt x="1059241" y="437225"/>
                </a:moveTo>
                <a:lnTo>
                  <a:pt x="1059564" y="437915"/>
                </a:lnTo>
                <a:lnTo>
                  <a:pt x="1060591" y="434866"/>
                </a:lnTo>
                <a:close/>
                <a:moveTo>
                  <a:pt x="1050019" y="457502"/>
                </a:moveTo>
                <a:lnTo>
                  <a:pt x="1050286" y="458014"/>
                </a:lnTo>
                <a:lnTo>
                  <a:pt x="1051251" y="458642"/>
                </a:lnTo>
                <a:lnTo>
                  <a:pt x="1051335" y="458284"/>
                </a:lnTo>
                <a:close/>
                <a:moveTo>
                  <a:pt x="1122119" y="295974"/>
                </a:moveTo>
                <a:lnTo>
                  <a:pt x="1127335" y="300985"/>
                </a:lnTo>
                <a:lnTo>
                  <a:pt x="1139648" y="279398"/>
                </a:lnTo>
                <a:lnTo>
                  <a:pt x="1147073" y="267510"/>
                </a:lnTo>
                <a:lnTo>
                  <a:pt x="1140948" y="261627"/>
                </a:lnTo>
                <a:lnTo>
                  <a:pt x="1126018" y="287802"/>
                </a:lnTo>
                <a:close/>
                <a:moveTo>
                  <a:pt x="1057940" y="439495"/>
                </a:moveTo>
                <a:lnTo>
                  <a:pt x="1058750" y="440327"/>
                </a:lnTo>
                <a:lnTo>
                  <a:pt x="1059256" y="438827"/>
                </a:lnTo>
                <a:lnTo>
                  <a:pt x="1058726" y="438124"/>
                </a:lnTo>
                <a:close/>
                <a:moveTo>
                  <a:pt x="1057632" y="440033"/>
                </a:moveTo>
                <a:lnTo>
                  <a:pt x="1058575" y="440848"/>
                </a:lnTo>
                <a:lnTo>
                  <a:pt x="1058660" y="440594"/>
                </a:lnTo>
                <a:lnTo>
                  <a:pt x="1057811" y="439721"/>
                </a:lnTo>
                <a:close/>
                <a:moveTo>
                  <a:pt x="1048438" y="460419"/>
                </a:moveTo>
                <a:lnTo>
                  <a:pt x="1048371" y="461838"/>
                </a:lnTo>
                <a:lnTo>
                  <a:pt x="1048935" y="463313"/>
                </a:lnTo>
                <a:lnTo>
                  <a:pt x="1049870" y="464517"/>
                </a:lnTo>
                <a:lnTo>
                  <a:pt x="1050155" y="463306"/>
                </a:lnTo>
                <a:close/>
                <a:moveTo>
                  <a:pt x="1117354" y="305961"/>
                </a:moveTo>
                <a:lnTo>
                  <a:pt x="1120912" y="312246"/>
                </a:lnTo>
                <a:lnTo>
                  <a:pt x="1127181" y="301256"/>
                </a:lnTo>
                <a:lnTo>
                  <a:pt x="1121982" y="296261"/>
                </a:lnTo>
                <a:close/>
                <a:moveTo>
                  <a:pt x="1086618" y="374756"/>
                </a:moveTo>
                <a:lnTo>
                  <a:pt x="1086452" y="375249"/>
                </a:lnTo>
                <a:lnTo>
                  <a:pt x="1086672" y="377003"/>
                </a:lnTo>
                <a:lnTo>
                  <a:pt x="1087295" y="378282"/>
                </a:lnTo>
                <a:lnTo>
                  <a:pt x="1090141" y="372319"/>
                </a:lnTo>
                <a:lnTo>
                  <a:pt x="1089528" y="371017"/>
                </a:lnTo>
                <a:lnTo>
                  <a:pt x="1089423" y="370935"/>
                </a:lnTo>
                <a:close/>
                <a:moveTo>
                  <a:pt x="1116785" y="307155"/>
                </a:moveTo>
                <a:lnTo>
                  <a:pt x="1118161" y="309208"/>
                </a:lnTo>
                <a:lnTo>
                  <a:pt x="1116884" y="306948"/>
                </a:lnTo>
                <a:close/>
                <a:moveTo>
                  <a:pt x="1029603" y="501806"/>
                </a:moveTo>
                <a:lnTo>
                  <a:pt x="1029556" y="502034"/>
                </a:lnTo>
                <a:lnTo>
                  <a:pt x="1029755" y="502233"/>
                </a:lnTo>
                <a:lnTo>
                  <a:pt x="1030384" y="501574"/>
                </a:lnTo>
                <a:lnTo>
                  <a:pt x="1030125" y="501059"/>
                </a:lnTo>
                <a:close/>
                <a:moveTo>
                  <a:pt x="1048484" y="459436"/>
                </a:moveTo>
                <a:lnTo>
                  <a:pt x="1048469" y="459766"/>
                </a:lnTo>
                <a:lnTo>
                  <a:pt x="1050273" y="462802"/>
                </a:lnTo>
                <a:lnTo>
                  <a:pt x="1050722" y="460893"/>
                </a:lnTo>
                <a:close/>
                <a:moveTo>
                  <a:pt x="1111747" y="317714"/>
                </a:moveTo>
                <a:lnTo>
                  <a:pt x="1112847" y="326387"/>
                </a:lnTo>
                <a:lnTo>
                  <a:pt x="1119183" y="315278"/>
                </a:lnTo>
                <a:lnTo>
                  <a:pt x="1115771" y="309280"/>
                </a:lnTo>
                <a:close/>
                <a:moveTo>
                  <a:pt x="1055277" y="444145"/>
                </a:moveTo>
                <a:lnTo>
                  <a:pt x="1055982" y="444986"/>
                </a:lnTo>
                <a:lnTo>
                  <a:pt x="1056980" y="445577"/>
                </a:lnTo>
                <a:lnTo>
                  <a:pt x="1058426" y="441286"/>
                </a:lnTo>
                <a:lnTo>
                  <a:pt x="1057425" y="440394"/>
                </a:lnTo>
                <a:close/>
                <a:moveTo>
                  <a:pt x="1054889" y="444984"/>
                </a:moveTo>
                <a:lnTo>
                  <a:pt x="1054706" y="445694"/>
                </a:lnTo>
                <a:lnTo>
                  <a:pt x="1055872" y="450765"/>
                </a:lnTo>
                <a:lnTo>
                  <a:pt x="1056652" y="446547"/>
                </a:lnTo>
                <a:lnTo>
                  <a:pt x="1056776" y="446183"/>
                </a:lnTo>
                <a:lnTo>
                  <a:pt x="1056645" y="446026"/>
                </a:lnTo>
                <a:close/>
                <a:moveTo>
                  <a:pt x="1055096" y="444460"/>
                </a:moveTo>
                <a:lnTo>
                  <a:pt x="1055564" y="444738"/>
                </a:lnTo>
                <a:lnTo>
                  <a:pt x="1055191" y="444292"/>
                </a:lnTo>
                <a:close/>
                <a:moveTo>
                  <a:pt x="1054615" y="445299"/>
                </a:moveTo>
                <a:lnTo>
                  <a:pt x="1054643" y="445419"/>
                </a:lnTo>
                <a:lnTo>
                  <a:pt x="1054721" y="445114"/>
                </a:lnTo>
                <a:close/>
                <a:moveTo>
                  <a:pt x="1088222" y="370000"/>
                </a:moveTo>
                <a:lnTo>
                  <a:pt x="1086824" y="374146"/>
                </a:lnTo>
                <a:lnTo>
                  <a:pt x="1089269" y="370815"/>
                </a:lnTo>
                <a:close/>
                <a:moveTo>
                  <a:pt x="376310" y="1963875"/>
                </a:moveTo>
                <a:lnTo>
                  <a:pt x="382906" y="1966478"/>
                </a:lnTo>
                <a:lnTo>
                  <a:pt x="392045" y="1966653"/>
                </a:lnTo>
                <a:close/>
                <a:moveTo>
                  <a:pt x="1106616" y="328468"/>
                </a:moveTo>
                <a:lnTo>
                  <a:pt x="1109129" y="332904"/>
                </a:lnTo>
                <a:lnTo>
                  <a:pt x="1111710" y="328379"/>
                </a:lnTo>
                <a:lnTo>
                  <a:pt x="1110649" y="320015"/>
                </a:lnTo>
                <a:close/>
                <a:moveTo>
                  <a:pt x="414307" y="1878625"/>
                </a:moveTo>
                <a:lnTo>
                  <a:pt x="422354" y="1880850"/>
                </a:lnTo>
                <a:lnTo>
                  <a:pt x="422761" y="1880903"/>
                </a:lnTo>
                <a:lnTo>
                  <a:pt x="420364" y="1879600"/>
                </a:lnTo>
                <a:lnTo>
                  <a:pt x="419694" y="1879803"/>
                </a:lnTo>
                <a:lnTo>
                  <a:pt x="419241" y="1879626"/>
                </a:lnTo>
                <a:lnTo>
                  <a:pt x="419992" y="1879398"/>
                </a:lnTo>
                <a:lnTo>
                  <a:pt x="417074" y="1877811"/>
                </a:lnTo>
                <a:close/>
                <a:moveTo>
                  <a:pt x="1105907" y="329954"/>
                </a:moveTo>
                <a:lnTo>
                  <a:pt x="1108557" y="333907"/>
                </a:lnTo>
                <a:lnTo>
                  <a:pt x="1108743" y="333581"/>
                </a:lnTo>
                <a:lnTo>
                  <a:pt x="1106264" y="329206"/>
                </a:lnTo>
                <a:close/>
                <a:moveTo>
                  <a:pt x="1104722" y="332438"/>
                </a:moveTo>
                <a:lnTo>
                  <a:pt x="1104860" y="333519"/>
                </a:lnTo>
                <a:lnTo>
                  <a:pt x="1106981" y="337027"/>
                </a:lnTo>
                <a:lnTo>
                  <a:pt x="1107846" y="335213"/>
                </a:lnTo>
                <a:lnTo>
                  <a:pt x="1105426" y="330961"/>
                </a:lnTo>
                <a:close/>
                <a:moveTo>
                  <a:pt x="1052583" y="448846"/>
                </a:moveTo>
                <a:lnTo>
                  <a:pt x="1053476" y="449935"/>
                </a:lnTo>
                <a:lnTo>
                  <a:pt x="1053686" y="449124"/>
                </a:lnTo>
                <a:lnTo>
                  <a:pt x="1053324" y="447553"/>
                </a:lnTo>
                <a:close/>
                <a:moveTo>
                  <a:pt x="450164" y="1797693"/>
                </a:moveTo>
                <a:lnTo>
                  <a:pt x="450349" y="1798124"/>
                </a:lnTo>
                <a:lnTo>
                  <a:pt x="454517" y="1799108"/>
                </a:lnTo>
                <a:lnTo>
                  <a:pt x="455938" y="1798881"/>
                </a:lnTo>
                <a:lnTo>
                  <a:pt x="456115" y="1798843"/>
                </a:lnTo>
                <a:lnTo>
                  <a:pt x="454267" y="1797932"/>
                </a:lnTo>
                <a:lnTo>
                  <a:pt x="452728" y="1797764"/>
                </a:lnTo>
                <a:close/>
                <a:moveTo>
                  <a:pt x="1052138" y="449624"/>
                </a:moveTo>
                <a:lnTo>
                  <a:pt x="1052792" y="451022"/>
                </a:lnTo>
                <a:lnTo>
                  <a:pt x="1053102" y="451385"/>
                </a:lnTo>
                <a:lnTo>
                  <a:pt x="1053231" y="450884"/>
                </a:lnTo>
                <a:lnTo>
                  <a:pt x="1052200" y="449515"/>
                </a:lnTo>
                <a:close/>
                <a:moveTo>
                  <a:pt x="436459" y="1828218"/>
                </a:moveTo>
                <a:lnTo>
                  <a:pt x="436502" y="1831608"/>
                </a:lnTo>
                <a:lnTo>
                  <a:pt x="436927" y="1831743"/>
                </a:lnTo>
                <a:lnTo>
                  <a:pt x="440500" y="1831613"/>
                </a:lnTo>
                <a:close/>
                <a:moveTo>
                  <a:pt x="430552" y="1841378"/>
                </a:moveTo>
                <a:lnTo>
                  <a:pt x="435444" y="1843829"/>
                </a:lnTo>
                <a:lnTo>
                  <a:pt x="435349" y="1842938"/>
                </a:lnTo>
                <a:lnTo>
                  <a:pt x="435344" y="1842525"/>
                </a:lnTo>
                <a:lnTo>
                  <a:pt x="431701" y="1841144"/>
                </a:lnTo>
                <a:close/>
                <a:moveTo>
                  <a:pt x="1051921" y="450002"/>
                </a:moveTo>
                <a:lnTo>
                  <a:pt x="1052144" y="450264"/>
                </a:lnTo>
                <a:lnTo>
                  <a:pt x="1051976" y="449906"/>
                </a:lnTo>
                <a:close/>
                <a:moveTo>
                  <a:pt x="446824" y="1804720"/>
                </a:moveTo>
                <a:lnTo>
                  <a:pt x="450569" y="1805924"/>
                </a:lnTo>
                <a:lnTo>
                  <a:pt x="450957" y="1805801"/>
                </a:lnTo>
                <a:lnTo>
                  <a:pt x="449045" y="1804633"/>
                </a:lnTo>
                <a:lnTo>
                  <a:pt x="447362" y="1804468"/>
                </a:lnTo>
                <a:close/>
                <a:moveTo>
                  <a:pt x="1096912" y="348807"/>
                </a:moveTo>
                <a:lnTo>
                  <a:pt x="1099399" y="352916"/>
                </a:lnTo>
                <a:lnTo>
                  <a:pt x="1104837" y="341517"/>
                </a:lnTo>
                <a:lnTo>
                  <a:pt x="1104442" y="338394"/>
                </a:lnTo>
                <a:lnTo>
                  <a:pt x="1104090" y="337243"/>
                </a:lnTo>
                <a:lnTo>
                  <a:pt x="1104281" y="337376"/>
                </a:lnTo>
                <a:lnTo>
                  <a:pt x="1104334" y="337552"/>
                </a:lnTo>
                <a:lnTo>
                  <a:pt x="1103903" y="334154"/>
                </a:lnTo>
                <a:close/>
                <a:moveTo>
                  <a:pt x="1056328" y="439416"/>
                </a:moveTo>
                <a:lnTo>
                  <a:pt x="1056082" y="440368"/>
                </a:lnTo>
                <a:lnTo>
                  <a:pt x="1056547" y="439611"/>
                </a:lnTo>
                <a:close/>
                <a:moveTo>
                  <a:pt x="1048613" y="456669"/>
                </a:moveTo>
                <a:lnTo>
                  <a:pt x="1048602" y="456918"/>
                </a:lnTo>
                <a:lnTo>
                  <a:pt x="1049085" y="457232"/>
                </a:lnTo>
                <a:lnTo>
                  <a:pt x="1048870" y="456821"/>
                </a:lnTo>
                <a:close/>
                <a:moveTo>
                  <a:pt x="1094065" y="354773"/>
                </a:moveTo>
                <a:lnTo>
                  <a:pt x="1094485" y="355099"/>
                </a:lnTo>
                <a:lnTo>
                  <a:pt x="1095454" y="353833"/>
                </a:lnTo>
                <a:lnTo>
                  <a:pt x="1095844" y="353733"/>
                </a:lnTo>
                <a:lnTo>
                  <a:pt x="1094681" y="355253"/>
                </a:lnTo>
                <a:lnTo>
                  <a:pt x="1097309" y="357297"/>
                </a:lnTo>
                <a:lnTo>
                  <a:pt x="1099111" y="353520"/>
                </a:lnTo>
                <a:lnTo>
                  <a:pt x="1096619" y="349422"/>
                </a:lnTo>
                <a:close/>
                <a:moveTo>
                  <a:pt x="444981" y="1808106"/>
                </a:moveTo>
                <a:lnTo>
                  <a:pt x="450182" y="1811299"/>
                </a:lnTo>
                <a:lnTo>
                  <a:pt x="453967" y="1810143"/>
                </a:lnTo>
                <a:lnTo>
                  <a:pt x="453874" y="1809925"/>
                </a:lnTo>
                <a:lnTo>
                  <a:pt x="449620" y="1808558"/>
                </a:lnTo>
                <a:lnTo>
                  <a:pt x="446938" y="1808601"/>
                </a:lnTo>
                <a:lnTo>
                  <a:pt x="446741" y="1808420"/>
                </a:lnTo>
                <a:lnTo>
                  <a:pt x="449074" y="1808382"/>
                </a:lnTo>
                <a:lnTo>
                  <a:pt x="446618" y="1807592"/>
                </a:lnTo>
                <a:lnTo>
                  <a:pt x="445310" y="1808006"/>
                </a:lnTo>
                <a:close/>
                <a:moveTo>
                  <a:pt x="1092957" y="357095"/>
                </a:moveTo>
                <a:lnTo>
                  <a:pt x="1093048" y="356977"/>
                </a:lnTo>
                <a:lnTo>
                  <a:pt x="1093023" y="356958"/>
                </a:lnTo>
                <a:close/>
                <a:moveTo>
                  <a:pt x="449885" y="1797041"/>
                </a:moveTo>
                <a:lnTo>
                  <a:pt x="449941" y="1797173"/>
                </a:lnTo>
                <a:lnTo>
                  <a:pt x="452893" y="1797254"/>
                </a:lnTo>
                <a:lnTo>
                  <a:pt x="452734" y="1797176"/>
                </a:lnTo>
                <a:close/>
                <a:moveTo>
                  <a:pt x="1056576" y="438454"/>
                </a:moveTo>
                <a:lnTo>
                  <a:pt x="1056436" y="438996"/>
                </a:lnTo>
                <a:lnTo>
                  <a:pt x="1056756" y="439272"/>
                </a:lnTo>
                <a:lnTo>
                  <a:pt x="1056995" y="438884"/>
                </a:lnTo>
                <a:close/>
                <a:moveTo>
                  <a:pt x="1091648" y="359839"/>
                </a:moveTo>
                <a:lnTo>
                  <a:pt x="1088779" y="368350"/>
                </a:lnTo>
                <a:lnTo>
                  <a:pt x="1090286" y="369429"/>
                </a:lnTo>
                <a:lnTo>
                  <a:pt x="1093812" y="364627"/>
                </a:lnTo>
                <a:lnTo>
                  <a:pt x="1096266" y="359483"/>
                </a:lnTo>
                <a:lnTo>
                  <a:pt x="1093243" y="357131"/>
                </a:lnTo>
                <a:lnTo>
                  <a:pt x="1092439" y="358180"/>
                </a:lnTo>
                <a:close/>
                <a:moveTo>
                  <a:pt x="433371" y="1833809"/>
                </a:moveTo>
                <a:lnTo>
                  <a:pt x="433933" y="1834104"/>
                </a:lnTo>
                <a:lnTo>
                  <a:pt x="435243" y="1834558"/>
                </a:lnTo>
                <a:lnTo>
                  <a:pt x="435238" y="1834131"/>
                </a:lnTo>
                <a:lnTo>
                  <a:pt x="434089" y="1833767"/>
                </a:lnTo>
                <a:close/>
                <a:moveTo>
                  <a:pt x="1066766" y="415297"/>
                </a:moveTo>
                <a:lnTo>
                  <a:pt x="1067041" y="415736"/>
                </a:lnTo>
                <a:lnTo>
                  <a:pt x="1067568" y="414172"/>
                </a:lnTo>
                <a:close/>
                <a:moveTo>
                  <a:pt x="1048867" y="455333"/>
                </a:moveTo>
                <a:lnTo>
                  <a:pt x="1049030" y="455616"/>
                </a:lnTo>
                <a:lnTo>
                  <a:pt x="1049358" y="456244"/>
                </a:lnTo>
                <a:lnTo>
                  <a:pt x="1051516" y="457524"/>
                </a:lnTo>
                <a:lnTo>
                  <a:pt x="1052948" y="451981"/>
                </a:lnTo>
                <a:lnTo>
                  <a:pt x="1052585" y="451207"/>
                </a:lnTo>
                <a:lnTo>
                  <a:pt x="1051774" y="450259"/>
                </a:lnTo>
                <a:close/>
                <a:moveTo>
                  <a:pt x="1054298" y="442976"/>
                </a:moveTo>
                <a:lnTo>
                  <a:pt x="1054402" y="443099"/>
                </a:lnTo>
                <a:lnTo>
                  <a:pt x="1054656" y="442685"/>
                </a:lnTo>
                <a:close/>
                <a:moveTo>
                  <a:pt x="1054114" y="443125"/>
                </a:moveTo>
                <a:lnTo>
                  <a:pt x="1054189" y="443445"/>
                </a:lnTo>
                <a:lnTo>
                  <a:pt x="1054313" y="443244"/>
                </a:lnTo>
                <a:lnTo>
                  <a:pt x="1054173" y="443078"/>
                </a:lnTo>
                <a:close/>
                <a:moveTo>
                  <a:pt x="449680" y="1796562"/>
                </a:moveTo>
                <a:lnTo>
                  <a:pt x="449690" y="1796585"/>
                </a:lnTo>
                <a:lnTo>
                  <a:pt x="451731" y="1796682"/>
                </a:lnTo>
                <a:lnTo>
                  <a:pt x="451329" y="1796483"/>
                </a:lnTo>
                <a:close/>
                <a:moveTo>
                  <a:pt x="1059838" y="430222"/>
                </a:moveTo>
                <a:lnTo>
                  <a:pt x="1060553" y="431621"/>
                </a:lnTo>
                <a:lnTo>
                  <a:pt x="1061153" y="432126"/>
                </a:lnTo>
                <a:lnTo>
                  <a:pt x="1061459" y="431627"/>
                </a:lnTo>
                <a:close/>
                <a:moveTo>
                  <a:pt x="431254" y="1837735"/>
                </a:moveTo>
                <a:lnTo>
                  <a:pt x="434618" y="1838541"/>
                </a:lnTo>
                <a:lnTo>
                  <a:pt x="435293" y="1838503"/>
                </a:lnTo>
                <a:lnTo>
                  <a:pt x="435274" y="1836983"/>
                </a:lnTo>
                <a:lnTo>
                  <a:pt x="435023" y="1836959"/>
                </a:lnTo>
                <a:lnTo>
                  <a:pt x="433583" y="1837036"/>
                </a:lnTo>
                <a:close/>
                <a:moveTo>
                  <a:pt x="1057162" y="436188"/>
                </a:moveTo>
                <a:lnTo>
                  <a:pt x="1056649" y="438170"/>
                </a:lnTo>
                <a:lnTo>
                  <a:pt x="1057130" y="438664"/>
                </a:lnTo>
                <a:lnTo>
                  <a:pt x="1058013" y="437229"/>
                </a:lnTo>
                <a:close/>
                <a:moveTo>
                  <a:pt x="1069773" y="407557"/>
                </a:moveTo>
                <a:lnTo>
                  <a:pt x="1069784" y="407602"/>
                </a:lnTo>
                <a:lnTo>
                  <a:pt x="1069793" y="407574"/>
                </a:lnTo>
                <a:close/>
                <a:moveTo>
                  <a:pt x="1057487" y="434925"/>
                </a:moveTo>
                <a:lnTo>
                  <a:pt x="1057261" y="435800"/>
                </a:lnTo>
                <a:lnTo>
                  <a:pt x="1058192" y="436938"/>
                </a:lnTo>
                <a:lnTo>
                  <a:pt x="1058327" y="436719"/>
                </a:lnTo>
                <a:close/>
                <a:moveTo>
                  <a:pt x="1031490" y="492907"/>
                </a:moveTo>
                <a:lnTo>
                  <a:pt x="1031312" y="493534"/>
                </a:lnTo>
                <a:lnTo>
                  <a:pt x="1031096" y="494579"/>
                </a:lnTo>
                <a:lnTo>
                  <a:pt x="1031665" y="495445"/>
                </a:lnTo>
                <a:lnTo>
                  <a:pt x="1032361" y="494715"/>
                </a:lnTo>
                <a:close/>
                <a:moveTo>
                  <a:pt x="1038273" y="477322"/>
                </a:moveTo>
                <a:lnTo>
                  <a:pt x="1038423" y="477656"/>
                </a:lnTo>
                <a:lnTo>
                  <a:pt x="1039331" y="479393"/>
                </a:lnTo>
                <a:lnTo>
                  <a:pt x="1039464" y="478405"/>
                </a:lnTo>
                <a:close/>
                <a:moveTo>
                  <a:pt x="448451" y="1797646"/>
                </a:moveTo>
                <a:lnTo>
                  <a:pt x="448633" y="1797719"/>
                </a:lnTo>
                <a:lnTo>
                  <a:pt x="448646" y="1797721"/>
                </a:lnTo>
                <a:lnTo>
                  <a:pt x="448616" y="1797650"/>
                </a:lnTo>
                <a:close/>
                <a:moveTo>
                  <a:pt x="445455" y="1804280"/>
                </a:moveTo>
                <a:lnTo>
                  <a:pt x="446435" y="1804596"/>
                </a:lnTo>
                <a:lnTo>
                  <a:pt x="446809" y="1804413"/>
                </a:lnTo>
                <a:close/>
                <a:moveTo>
                  <a:pt x="1063964" y="419223"/>
                </a:moveTo>
                <a:lnTo>
                  <a:pt x="1065239" y="421081"/>
                </a:lnTo>
                <a:lnTo>
                  <a:pt x="1065359" y="420725"/>
                </a:lnTo>
                <a:lnTo>
                  <a:pt x="1064207" y="418882"/>
                </a:lnTo>
                <a:close/>
                <a:moveTo>
                  <a:pt x="1063174" y="420331"/>
                </a:moveTo>
                <a:lnTo>
                  <a:pt x="1064680" y="422739"/>
                </a:lnTo>
                <a:lnTo>
                  <a:pt x="1065015" y="421743"/>
                </a:lnTo>
                <a:lnTo>
                  <a:pt x="1063620" y="419706"/>
                </a:lnTo>
                <a:close/>
                <a:moveTo>
                  <a:pt x="1038919" y="474451"/>
                </a:moveTo>
                <a:lnTo>
                  <a:pt x="1039916" y="475028"/>
                </a:lnTo>
                <a:lnTo>
                  <a:pt x="1040410" y="471340"/>
                </a:lnTo>
                <a:close/>
                <a:moveTo>
                  <a:pt x="1038308" y="475727"/>
                </a:moveTo>
                <a:lnTo>
                  <a:pt x="1039658" y="476957"/>
                </a:lnTo>
                <a:lnTo>
                  <a:pt x="1039876" y="475325"/>
                </a:lnTo>
                <a:lnTo>
                  <a:pt x="1038799" y="474702"/>
                </a:lnTo>
                <a:close/>
                <a:moveTo>
                  <a:pt x="1034444" y="484202"/>
                </a:moveTo>
                <a:lnTo>
                  <a:pt x="1037245" y="487923"/>
                </a:lnTo>
                <a:lnTo>
                  <a:pt x="1038379" y="486300"/>
                </a:lnTo>
                <a:lnTo>
                  <a:pt x="1038236" y="486066"/>
                </a:lnTo>
                <a:lnTo>
                  <a:pt x="1036261" y="485008"/>
                </a:lnTo>
                <a:close/>
                <a:moveTo>
                  <a:pt x="1071784" y="400469"/>
                </a:moveTo>
                <a:lnTo>
                  <a:pt x="1071812" y="400531"/>
                </a:lnTo>
                <a:lnTo>
                  <a:pt x="1072047" y="400891"/>
                </a:lnTo>
                <a:lnTo>
                  <a:pt x="1072524" y="399475"/>
                </a:lnTo>
                <a:close/>
                <a:moveTo>
                  <a:pt x="1034914" y="482807"/>
                </a:moveTo>
                <a:lnTo>
                  <a:pt x="1036308" y="483427"/>
                </a:lnTo>
                <a:lnTo>
                  <a:pt x="1035262" y="482080"/>
                </a:lnTo>
                <a:close/>
                <a:moveTo>
                  <a:pt x="1050150" y="448358"/>
                </a:moveTo>
                <a:lnTo>
                  <a:pt x="1049542" y="451240"/>
                </a:lnTo>
                <a:lnTo>
                  <a:pt x="1050671" y="449162"/>
                </a:lnTo>
                <a:lnTo>
                  <a:pt x="1050741" y="449049"/>
                </a:lnTo>
                <a:close/>
                <a:moveTo>
                  <a:pt x="1028222" y="497256"/>
                </a:moveTo>
                <a:lnTo>
                  <a:pt x="1028271" y="499005"/>
                </a:lnTo>
                <a:lnTo>
                  <a:pt x="1028813" y="498437"/>
                </a:lnTo>
                <a:close/>
                <a:moveTo>
                  <a:pt x="1030041" y="492970"/>
                </a:moveTo>
                <a:lnTo>
                  <a:pt x="1030354" y="493447"/>
                </a:lnTo>
                <a:lnTo>
                  <a:pt x="1030872" y="491624"/>
                </a:lnTo>
                <a:lnTo>
                  <a:pt x="1030778" y="491431"/>
                </a:lnTo>
                <a:close/>
                <a:moveTo>
                  <a:pt x="1050407" y="447139"/>
                </a:moveTo>
                <a:lnTo>
                  <a:pt x="1050222" y="448016"/>
                </a:lnTo>
                <a:lnTo>
                  <a:pt x="1050893" y="448801"/>
                </a:lnTo>
                <a:lnTo>
                  <a:pt x="1051215" y="448278"/>
                </a:lnTo>
                <a:lnTo>
                  <a:pt x="1051130" y="448097"/>
                </a:lnTo>
                <a:close/>
                <a:moveTo>
                  <a:pt x="410627" y="1879706"/>
                </a:moveTo>
                <a:lnTo>
                  <a:pt x="439629" y="1887889"/>
                </a:lnTo>
                <a:lnTo>
                  <a:pt x="433484" y="1885470"/>
                </a:lnTo>
                <a:lnTo>
                  <a:pt x="410729" y="1879676"/>
                </a:lnTo>
                <a:close/>
                <a:moveTo>
                  <a:pt x="431536" y="1832843"/>
                </a:moveTo>
                <a:lnTo>
                  <a:pt x="432311" y="1833251"/>
                </a:lnTo>
                <a:lnTo>
                  <a:pt x="432522" y="1833238"/>
                </a:lnTo>
                <a:close/>
                <a:moveTo>
                  <a:pt x="1069874" y="403035"/>
                </a:moveTo>
                <a:lnTo>
                  <a:pt x="1070703" y="404877"/>
                </a:lnTo>
                <a:lnTo>
                  <a:pt x="1071434" y="402708"/>
                </a:lnTo>
                <a:lnTo>
                  <a:pt x="1070832" y="401748"/>
                </a:lnTo>
                <a:close/>
                <a:moveTo>
                  <a:pt x="1075599" y="390171"/>
                </a:moveTo>
                <a:lnTo>
                  <a:pt x="1075644" y="390223"/>
                </a:lnTo>
                <a:lnTo>
                  <a:pt x="1075718" y="390004"/>
                </a:lnTo>
                <a:close/>
                <a:moveTo>
                  <a:pt x="428356" y="1839454"/>
                </a:moveTo>
                <a:lnTo>
                  <a:pt x="429136" y="1839749"/>
                </a:lnTo>
                <a:lnTo>
                  <a:pt x="432940" y="1840668"/>
                </a:lnTo>
                <a:lnTo>
                  <a:pt x="435314" y="1840153"/>
                </a:lnTo>
                <a:lnTo>
                  <a:pt x="435302" y="1839230"/>
                </a:lnTo>
                <a:lnTo>
                  <a:pt x="434735" y="1839094"/>
                </a:lnTo>
                <a:close/>
                <a:moveTo>
                  <a:pt x="447347" y="1796922"/>
                </a:moveTo>
                <a:lnTo>
                  <a:pt x="448239" y="1797019"/>
                </a:lnTo>
                <a:lnTo>
                  <a:pt x="448350" y="1797030"/>
                </a:lnTo>
                <a:lnTo>
                  <a:pt x="448323" y="1796967"/>
                </a:lnTo>
                <a:close/>
                <a:moveTo>
                  <a:pt x="1050663" y="445927"/>
                </a:moveTo>
                <a:lnTo>
                  <a:pt x="1050584" y="446304"/>
                </a:lnTo>
                <a:lnTo>
                  <a:pt x="1050692" y="446535"/>
                </a:lnTo>
                <a:lnTo>
                  <a:pt x="1051603" y="447648"/>
                </a:lnTo>
                <a:lnTo>
                  <a:pt x="1052871" y="445587"/>
                </a:lnTo>
                <a:lnTo>
                  <a:pt x="1052589" y="444363"/>
                </a:lnTo>
                <a:close/>
                <a:moveTo>
                  <a:pt x="396018" y="1911569"/>
                </a:moveTo>
                <a:lnTo>
                  <a:pt x="408832" y="1917917"/>
                </a:lnTo>
                <a:lnTo>
                  <a:pt x="419625" y="1923084"/>
                </a:lnTo>
                <a:lnTo>
                  <a:pt x="419589" y="1923009"/>
                </a:lnTo>
                <a:lnTo>
                  <a:pt x="422620" y="1924517"/>
                </a:lnTo>
                <a:lnTo>
                  <a:pt x="425943" y="1926109"/>
                </a:lnTo>
                <a:lnTo>
                  <a:pt x="444707" y="1928090"/>
                </a:lnTo>
                <a:lnTo>
                  <a:pt x="443521" y="1919618"/>
                </a:lnTo>
                <a:lnTo>
                  <a:pt x="443184" y="1916458"/>
                </a:lnTo>
                <a:close/>
                <a:moveTo>
                  <a:pt x="1059627" y="425301"/>
                </a:moveTo>
                <a:lnTo>
                  <a:pt x="1062128" y="428948"/>
                </a:lnTo>
                <a:lnTo>
                  <a:pt x="1059744" y="425137"/>
                </a:lnTo>
                <a:close/>
                <a:moveTo>
                  <a:pt x="442658" y="1806680"/>
                </a:moveTo>
                <a:lnTo>
                  <a:pt x="444536" y="1807832"/>
                </a:lnTo>
                <a:lnTo>
                  <a:pt x="445962" y="1807381"/>
                </a:lnTo>
                <a:lnTo>
                  <a:pt x="443114" y="1806466"/>
                </a:lnTo>
                <a:close/>
                <a:moveTo>
                  <a:pt x="1068933" y="404298"/>
                </a:moveTo>
                <a:lnTo>
                  <a:pt x="1069597" y="406870"/>
                </a:lnTo>
                <a:lnTo>
                  <a:pt x="1069935" y="407154"/>
                </a:lnTo>
                <a:lnTo>
                  <a:pt x="1070546" y="405343"/>
                </a:lnTo>
                <a:lnTo>
                  <a:pt x="1069645" y="403343"/>
                </a:lnTo>
                <a:close/>
                <a:moveTo>
                  <a:pt x="1067995" y="405557"/>
                </a:moveTo>
                <a:lnTo>
                  <a:pt x="1069151" y="406499"/>
                </a:lnTo>
                <a:lnTo>
                  <a:pt x="1069170" y="406514"/>
                </a:lnTo>
                <a:lnTo>
                  <a:pt x="1068685" y="404632"/>
                </a:lnTo>
                <a:close/>
                <a:moveTo>
                  <a:pt x="1051311" y="442862"/>
                </a:moveTo>
                <a:lnTo>
                  <a:pt x="1050765" y="445448"/>
                </a:lnTo>
                <a:lnTo>
                  <a:pt x="1052512" y="444029"/>
                </a:lnTo>
                <a:lnTo>
                  <a:pt x="1052391" y="443503"/>
                </a:lnTo>
                <a:close/>
                <a:moveTo>
                  <a:pt x="427427" y="1839810"/>
                </a:moveTo>
                <a:lnTo>
                  <a:pt x="430280" y="1841241"/>
                </a:lnTo>
                <a:lnTo>
                  <a:pt x="430613" y="1841174"/>
                </a:lnTo>
                <a:lnTo>
                  <a:pt x="431354" y="1841013"/>
                </a:lnTo>
                <a:lnTo>
                  <a:pt x="429509" y="1840313"/>
                </a:lnTo>
                <a:close/>
                <a:moveTo>
                  <a:pt x="1058284" y="427183"/>
                </a:moveTo>
                <a:lnTo>
                  <a:pt x="1059535" y="429629"/>
                </a:lnTo>
                <a:lnTo>
                  <a:pt x="1061592" y="431412"/>
                </a:lnTo>
                <a:lnTo>
                  <a:pt x="1061955" y="430822"/>
                </a:lnTo>
                <a:lnTo>
                  <a:pt x="1062138" y="430280"/>
                </a:lnTo>
                <a:lnTo>
                  <a:pt x="1059166" y="425948"/>
                </a:lnTo>
                <a:close/>
                <a:moveTo>
                  <a:pt x="1067491" y="406236"/>
                </a:moveTo>
                <a:lnTo>
                  <a:pt x="1069539" y="407951"/>
                </a:lnTo>
                <a:lnTo>
                  <a:pt x="1069346" y="407200"/>
                </a:lnTo>
                <a:lnTo>
                  <a:pt x="1067761" y="405873"/>
                </a:lnTo>
                <a:close/>
                <a:moveTo>
                  <a:pt x="1057683" y="428026"/>
                </a:moveTo>
                <a:lnTo>
                  <a:pt x="1059272" y="429401"/>
                </a:lnTo>
                <a:lnTo>
                  <a:pt x="1058199" y="427302"/>
                </a:lnTo>
                <a:close/>
                <a:moveTo>
                  <a:pt x="1103749" y="324764"/>
                </a:moveTo>
                <a:lnTo>
                  <a:pt x="1104039" y="327048"/>
                </a:lnTo>
                <a:lnTo>
                  <a:pt x="1104498" y="326086"/>
                </a:lnTo>
                <a:close/>
                <a:moveTo>
                  <a:pt x="1057155" y="428765"/>
                </a:moveTo>
                <a:lnTo>
                  <a:pt x="1060296" y="431405"/>
                </a:lnTo>
                <a:lnTo>
                  <a:pt x="1059575" y="429995"/>
                </a:lnTo>
                <a:lnTo>
                  <a:pt x="1057538" y="428229"/>
                </a:lnTo>
                <a:close/>
                <a:moveTo>
                  <a:pt x="1051757" y="440751"/>
                </a:moveTo>
                <a:lnTo>
                  <a:pt x="1051433" y="442287"/>
                </a:lnTo>
                <a:lnTo>
                  <a:pt x="1052218" y="442754"/>
                </a:lnTo>
                <a:close/>
                <a:moveTo>
                  <a:pt x="1036965" y="473642"/>
                </a:moveTo>
                <a:lnTo>
                  <a:pt x="1036962" y="473656"/>
                </a:lnTo>
                <a:lnTo>
                  <a:pt x="1037078" y="474179"/>
                </a:lnTo>
                <a:lnTo>
                  <a:pt x="1037272" y="473820"/>
                </a:lnTo>
                <a:close/>
                <a:moveTo>
                  <a:pt x="427161" y="1838963"/>
                </a:moveTo>
                <a:lnTo>
                  <a:pt x="432844" y="1838641"/>
                </a:lnTo>
                <a:lnTo>
                  <a:pt x="430280" y="1838027"/>
                </a:lnTo>
                <a:close/>
                <a:moveTo>
                  <a:pt x="1056023" y="430352"/>
                </a:moveTo>
                <a:lnTo>
                  <a:pt x="1057641" y="433809"/>
                </a:lnTo>
                <a:lnTo>
                  <a:pt x="1058031" y="432299"/>
                </a:lnTo>
                <a:lnTo>
                  <a:pt x="1058198" y="432171"/>
                </a:lnTo>
                <a:lnTo>
                  <a:pt x="1057728" y="433993"/>
                </a:lnTo>
                <a:lnTo>
                  <a:pt x="1058711" y="436095"/>
                </a:lnTo>
                <a:lnTo>
                  <a:pt x="1060534" y="433132"/>
                </a:lnTo>
                <a:lnTo>
                  <a:pt x="1056599" y="429546"/>
                </a:lnTo>
                <a:close/>
                <a:moveTo>
                  <a:pt x="441632" y="1805990"/>
                </a:moveTo>
                <a:lnTo>
                  <a:pt x="441852" y="1806184"/>
                </a:lnTo>
                <a:lnTo>
                  <a:pt x="442437" y="1806543"/>
                </a:lnTo>
                <a:lnTo>
                  <a:pt x="442802" y="1806365"/>
                </a:lnTo>
                <a:close/>
                <a:moveTo>
                  <a:pt x="446548" y="1794795"/>
                </a:moveTo>
                <a:lnTo>
                  <a:pt x="447453" y="1794938"/>
                </a:lnTo>
                <a:lnTo>
                  <a:pt x="447351" y="1794698"/>
                </a:lnTo>
                <a:close/>
                <a:moveTo>
                  <a:pt x="1070418" y="397432"/>
                </a:moveTo>
                <a:lnTo>
                  <a:pt x="1071594" y="400042"/>
                </a:lnTo>
                <a:lnTo>
                  <a:pt x="1072915" y="398318"/>
                </a:lnTo>
                <a:lnTo>
                  <a:pt x="1075522" y="390583"/>
                </a:lnTo>
                <a:lnTo>
                  <a:pt x="1075405" y="390444"/>
                </a:lnTo>
                <a:close/>
                <a:moveTo>
                  <a:pt x="1064710" y="409971"/>
                </a:moveTo>
                <a:lnTo>
                  <a:pt x="1065602" y="413437"/>
                </a:lnTo>
                <a:lnTo>
                  <a:pt x="1066580" y="414999"/>
                </a:lnTo>
                <a:lnTo>
                  <a:pt x="1067925" y="413114"/>
                </a:lnTo>
                <a:lnTo>
                  <a:pt x="1069448" y="408597"/>
                </a:lnTo>
                <a:lnTo>
                  <a:pt x="1067159" y="406681"/>
                </a:lnTo>
                <a:close/>
                <a:moveTo>
                  <a:pt x="408589" y="1879132"/>
                </a:moveTo>
                <a:lnTo>
                  <a:pt x="410219" y="1879591"/>
                </a:lnTo>
                <a:lnTo>
                  <a:pt x="410300" y="1879567"/>
                </a:lnTo>
                <a:close/>
                <a:moveTo>
                  <a:pt x="1070094" y="397887"/>
                </a:moveTo>
                <a:lnTo>
                  <a:pt x="1070923" y="399162"/>
                </a:lnTo>
                <a:lnTo>
                  <a:pt x="1070250" y="397666"/>
                </a:lnTo>
                <a:close/>
                <a:moveTo>
                  <a:pt x="1076743" y="382809"/>
                </a:moveTo>
                <a:lnTo>
                  <a:pt x="1077599" y="384425"/>
                </a:lnTo>
                <a:lnTo>
                  <a:pt x="1077794" y="383847"/>
                </a:lnTo>
                <a:close/>
                <a:moveTo>
                  <a:pt x="1054533" y="432467"/>
                </a:moveTo>
                <a:lnTo>
                  <a:pt x="1057159" y="435675"/>
                </a:lnTo>
                <a:lnTo>
                  <a:pt x="1057401" y="434740"/>
                </a:lnTo>
                <a:lnTo>
                  <a:pt x="1055614" y="430925"/>
                </a:lnTo>
                <a:lnTo>
                  <a:pt x="1054748" y="432139"/>
                </a:lnTo>
                <a:close/>
                <a:moveTo>
                  <a:pt x="1052715" y="436214"/>
                </a:moveTo>
                <a:lnTo>
                  <a:pt x="1052624" y="436647"/>
                </a:lnTo>
                <a:lnTo>
                  <a:pt x="1053998" y="442618"/>
                </a:lnTo>
                <a:lnTo>
                  <a:pt x="1054100" y="442740"/>
                </a:lnTo>
                <a:lnTo>
                  <a:pt x="1055144" y="441892"/>
                </a:lnTo>
                <a:lnTo>
                  <a:pt x="1055850" y="440745"/>
                </a:lnTo>
                <a:lnTo>
                  <a:pt x="1056218" y="439320"/>
                </a:lnTo>
                <a:lnTo>
                  <a:pt x="1053304" y="436724"/>
                </a:lnTo>
                <a:close/>
                <a:moveTo>
                  <a:pt x="1064016" y="410901"/>
                </a:moveTo>
                <a:lnTo>
                  <a:pt x="1064840" y="412218"/>
                </a:lnTo>
                <a:lnTo>
                  <a:pt x="1064376" y="410418"/>
                </a:lnTo>
                <a:close/>
                <a:moveTo>
                  <a:pt x="439222" y="1809840"/>
                </a:moveTo>
                <a:lnTo>
                  <a:pt x="443512" y="1812553"/>
                </a:lnTo>
                <a:lnTo>
                  <a:pt x="446142" y="1812385"/>
                </a:lnTo>
                <a:lnTo>
                  <a:pt x="445062" y="1811343"/>
                </a:lnTo>
                <a:lnTo>
                  <a:pt x="444264" y="1810634"/>
                </a:lnTo>
                <a:lnTo>
                  <a:pt x="441997" y="1809004"/>
                </a:lnTo>
                <a:close/>
                <a:moveTo>
                  <a:pt x="1053151" y="434576"/>
                </a:moveTo>
                <a:lnTo>
                  <a:pt x="1056543" y="438061"/>
                </a:lnTo>
                <a:lnTo>
                  <a:pt x="1057059" y="436064"/>
                </a:lnTo>
                <a:lnTo>
                  <a:pt x="1054346" y="432753"/>
                </a:lnTo>
                <a:close/>
                <a:moveTo>
                  <a:pt x="1068537" y="400067"/>
                </a:moveTo>
                <a:lnTo>
                  <a:pt x="1069680" y="402605"/>
                </a:lnTo>
                <a:lnTo>
                  <a:pt x="1070598" y="401372"/>
                </a:lnTo>
                <a:lnTo>
                  <a:pt x="1069198" y="399141"/>
                </a:lnTo>
                <a:close/>
                <a:moveTo>
                  <a:pt x="1053015" y="434794"/>
                </a:moveTo>
                <a:lnTo>
                  <a:pt x="1052794" y="435839"/>
                </a:lnTo>
                <a:lnTo>
                  <a:pt x="1056326" y="438901"/>
                </a:lnTo>
                <a:lnTo>
                  <a:pt x="1056470" y="438344"/>
                </a:lnTo>
                <a:close/>
                <a:moveTo>
                  <a:pt x="1039429" y="464978"/>
                </a:moveTo>
                <a:lnTo>
                  <a:pt x="1037044" y="473369"/>
                </a:lnTo>
                <a:lnTo>
                  <a:pt x="1037405" y="473577"/>
                </a:lnTo>
                <a:lnTo>
                  <a:pt x="1040843" y="467250"/>
                </a:lnTo>
                <a:close/>
                <a:moveTo>
                  <a:pt x="1040067" y="463506"/>
                </a:moveTo>
                <a:lnTo>
                  <a:pt x="1041312" y="464618"/>
                </a:lnTo>
                <a:lnTo>
                  <a:pt x="1041335" y="464442"/>
                </a:lnTo>
                <a:close/>
                <a:moveTo>
                  <a:pt x="1068028" y="400781"/>
                </a:moveTo>
                <a:lnTo>
                  <a:pt x="1068802" y="403785"/>
                </a:lnTo>
                <a:lnTo>
                  <a:pt x="1069451" y="402912"/>
                </a:lnTo>
                <a:lnTo>
                  <a:pt x="1068312" y="400382"/>
                </a:lnTo>
                <a:close/>
                <a:moveTo>
                  <a:pt x="1039640" y="464232"/>
                </a:moveTo>
                <a:lnTo>
                  <a:pt x="1039544" y="464570"/>
                </a:lnTo>
                <a:lnTo>
                  <a:pt x="1041012" y="466857"/>
                </a:lnTo>
                <a:lnTo>
                  <a:pt x="1041179" y="465608"/>
                </a:lnTo>
                <a:close/>
                <a:moveTo>
                  <a:pt x="1018238" y="511647"/>
                </a:moveTo>
                <a:lnTo>
                  <a:pt x="1018262" y="511740"/>
                </a:lnTo>
                <a:lnTo>
                  <a:pt x="1018370" y="511509"/>
                </a:lnTo>
                <a:close/>
                <a:moveTo>
                  <a:pt x="1040220" y="462193"/>
                </a:moveTo>
                <a:lnTo>
                  <a:pt x="1040147" y="462449"/>
                </a:lnTo>
                <a:lnTo>
                  <a:pt x="1040744" y="462889"/>
                </a:lnTo>
                <a:close/>
                <a:moveTo>
                  <a:pt x="1017943" y="511957"/>
                </a:moveTo>
                <a:lnTo>
                  <a:pt x="1018027" y="512051"/>
                </a:lnTo>
                <a:lnTo>
                  <a:pt x="1017990" y="511908"/>
                </a:lnTo>
                <a:close/>
                <a:moveTo>
                  <a:pt x="1017807" y="512100"/>
                </a:moveTo>
                <a:lnTo>
                  <a:pt x="1017973" y="512364"/>
                </a:lnTo>
                <a:lnTo>
                  <a:pt x="1018005" y="512294"/>
                </a:lnTo>
                <a:lnTo>
                  <a:pt x="1017819" y="512087"/>
                </a:lnTo>
                <a:close/>
                <a:moveTo>
                  <a:pt x="1053631" y="431878"/>
                </a:moveTo>
                <a:lnTo>
                  <a:pt x="1053250" y="433680"/>
                </a:lnTo>
                <a:lnTo>
                  <a:pt x="1054115" y="432469"/>
                </a:lnTo>
                <a:close/>
                <a:moveTo>
                  <a:pt x="1061017" y="414929"/>
                </a:moveTo>
                <a:lnTo>
                  <a:pt x="1063768" y="418939"/>
                </a:lnTo>
                <a:lnTo>
                  <a:pt x="1064021" y="418586"/>
                </a:lnTo>
                <a:lnTo>
                  <a:pt x="1061408" y="414406"/>
                </a:lnTo>
                <a:close/>
                <a:moveTo>
                  <a:pt x="1077561" y="377666"/>
                </a:moveTo>
                <a:lnTo>
                  <a:pt x="1079039" y="380154"/>
                </a:lnTo>
                <a:lnTo>
                  <a:pt x="1079856" y="377733"/>
                </a:lnTo>
                <a:lnTo>
                  <a:pt x="1080970" y="375396"/>
                </a:lnTo>
                <a:lnTo>
                  <a:pt x="1080729" y="373473"/>
                </a:lnTo>
                <a:lnTo>
                  <a:pt x="1079030" y="375694"/>
                </a:lnTo>
                <a:close/>
                <a:moveTo>
                  <a:pt x="1065861" y="403818"/>
                </a:moveTo>
                <a:lnTo>
                  <a:pt x="1067676" y="405296"/>
                </a:lnTo>
                <a:lnTo>
                  <a:pt x="1068553" y="404118"/>
                </a:lnTo>
                <a:lnTo>
                  <a:pt x="1067782" y="401126"/>
                </a:lnTo>
                <a:close/>
                <a:moveTo>
                  <a:pt x="1054938" y="428033"/>
                </a:moveTo>
                <a:lnTo>
                  <a:pt x="1055865" y="430015"/>
                </a:lnTo>
                <a:lnTo>
                  <a:pt x="1056358" y="429326"/>
                </a:lnTo>
                <a:close/>
                <a:moveTo>
                  <a:pt x="1060354" y="415821"/>
                </a:moveTo>
                <a:lnTo>
                  <a:pt x="1062989" y="420034"/>
                </a:lnTo>
                <a:lnTo>
                  <a:pt x="1063426" y="419420"/>
                </a:lnTo>
                <a:lnTo>
                  <a:pt x="1060666" y="415402"/>
                </a:lnTo>
                <a:close/>
                <a:moveTo>
                  <a:pt x="1065390" y="404478"/>
                </a:moveTo>
                <a:lnTo>
                  <a:pt x="1067174" y="405970"/>
                </a:lnTo>
                <a:lnTo>
                  <a:pt x="1067444" y="405607"/>
                </a:lnTo>
                <a:lnTo>
                  <a:pt x="1065654" y="404109"/>
                </a:lnTo>
                <a:close/>
                <a:moveTo>
                  <a:pt x="1041286" y="458442"/>
                </a:moveTo>
                <a:lnTo>
                  <a:pt x="1041019" y="459381"/>
                </a:lnTo>
                <a:lnTo>
                  <a:pt x="1041675" y="460130"/>
                </a:lnTo>
                <a:close/>
                <a:moveTo>
                  <a:pt x="1016848" y="513105"/>
                </a:moveTo>
                <a:lnTo>
                  <a:pt x="1017337" y="513728"/>
                </a:lnTo>
                <a:lnTo>
                  <a:pt x="1017712" y="512924"/>
                </a:lnTo>
                <a:lnTo>
                  <a:pt x="1017439" y="512486"/>
                </a:lnTo>
                <a:close/>
                <a:moveTo>
                  <a:pt x="422723" y="1842964"/>
                </a:moveTo>
                <a:lnTo>
                  <a:pt x="427654" y="1845219"/>
                </a:lnTo>
                <a:lnTo>
                  <a:pt x="434950" y="1847762"/>
                </a:lnTo>
                <a:lnTo>
                  <a:pt x="424614" y="1842581"/>
                </a:lnTo>
                <a:close/>
                <a:moveTo>
                  <a:pt x="449963" y="1781797"/>
                </a:moveTo>
                <a:lnTo>
                  <a:pt x="452699" y="1783564"/>
                </a:lnTo>
                <a:lnTo>
                  <a:pt x="453408" y="1783619"/>
                </a:lnTo>
                <a:lnTo>
                  <a:pt x="455004" y="1783187"/>
                </a:lnTo>
                <a:close/>
                <a:moveTo>
                  <a:pt x="437822" y="1808954"/>
                </a:moveTo>
                <a:lnTo>
                  <a:pt x="438878" y="1809623"/>
                </a:lnTo>
                <a:lnTo>
                  <a:pt x="441642" y="1808748"/>
                </a:lnTo>
                <a:lnTo>
                  <a:pt x="440305" y="1807786"/>
                </a:lnTo>
                <a:close/>
                <a:moveTo>
                  <a:pt x="1054387" y="428300"/>
                </a:moveTo>
                <a:lnTo>
                  <a:pt x="1053717" y="431470"/>
                </a:lnTo>
                <a:lnTo>
                  <a:pt x="1054310" y="432194"/>
                </a:lnTo>
                <a:lnTo>
                  <a:pt x="1055457" y="430588"/>
                </a:lnTo>
                <a:close/>
                <a:moveTo>
                  <a:pt x="381065" y="1935993"/>
                </a:moveTo>
                <a:lnTo>
                  <a:pt x="390780" y="1941607"/>
                </a:lnTo>
                <a:lnTo>
                  <a:pt x="403358" y="1939832"/>
                </a:lnTo>
                <a:close/>
                <a:moveTo>
                  <a:pt x="437030" y="1810500"/>
                </a:moveTo>
                <a:lnTo>
                  <a:pt x="437001" y="1810769"/>
                </a:lnTo>
                <a:lnTo>
                  <a:pt x="438238" y="1811688"/>
                </a:lnTo>
                <a:lnTo>
                  <a:pt x="439957" y="1812780"/>
                </a:lnTo>
                <a:lnTo>
                  <a:pt x="441335" y="1812692"/>
                </a:lnTo>
                <a:lnTo>
                  <a:pt x="437599" y="1810329"/>
                </a:lnTo>
                <a:close/>
                <a:moveTo>
                  <a:pt x="1063851" y="406635"/>
                </a:moveTo>
                <a:lnTo>
                  <a:pt x="1064577" y="409458"/>
                </a:lnTo>
                <a:lnTo>
                  <a:pt x="1066842" y="406415"/>
                </a:lnTo>
                <a:lnTo>
                  <a:pt x="1065067" y="404930"/>
                </a:lnTo>
                <a:close/>
                <a:moveTo>
                  <a:pt x="437083" y="1810002"/>
                </a:moveTo>
                <a:lnTo>
                  <a:pt x="437062" y="1810197"/>
                </a:lnTo>
                <a:lnTo>
                  <a:pt x="437281" y="1810128"/>
                </a:lnTo>
                <a:close/>
                <a:moveTo>
                  <a:pt x="1075490" y="380447"/>
                </a:moveTo>
                <a:lnTo>
                  <a:pt x="1076299" y="381973"/>
                </a:lnTo>
                <a:lnTo>
                  <a:pt x="1077907" y="383516"/>
                </a:lnTo>
                <a:lnTo>
                  <a:pt x="1078923" y="380498"/>
                </a:lnTo>
                <a:lnTo>
                  <a:pt x="1077410" y="377869"/>
                </a:lnTo>
                <a:close/>
                <a:moveTo>
                  <a:pt x="1067407" y="398372"/>
                </a:moveTo>
                <a:lnTo>
                  <a:pt x="1067887" y="400231"/>
                </a:lnTo>
                <a:lnTo>
                  <a:pt x="1068106" y="399923"/>
                </a:lnTo>
                <a:close/>
                <a:moveTo>
                  <a:pt x="426075" y="1834235"/>
                </a:moveTo>
                <a:lnTo>
                  <a:pt x="431077" y="1834801"/>
                </a:lnTo>
                <a:lnTo>
                  <a:pt x="428958" y="1834067"/>
                </a:lnTo>
                <a:close/>
                <a:moveTo>
                  <a:pt x="1054886" y="425934"/>
                </a:moveTo>
                <a:lnTo>
                  <a:pt x="1054720" y="426719"/>
                </a:lnTo>
                <a:lnTo>
                  <a:pt x="1056907" y="428556"/>
                </a:lnTo>
                <a:lnTo>
                  <a:pt x="1057292" y="428017"/>
                </a:lnTo>
                <a:close/>
                <a:moveTo>
                  <a:pt x="1062517" y="408504"/>
                </a:moveTo>
                <a:lnTo>
                  <a:pt x="1063782" y="410525"/>
                </a:lnTo>
                <a:lnTo>
                  <a:pt x="1064244" y="409905"/>
                </a:lnTo>
                <a:lnTo>
                  <a:pt x="1063521" y="407097"/>
                </a:lnTo>
                <a:close/>
                <a:moveTo>
                  <a:pt x="421481" y="1843216"/>
                </a:moveTo>
                <a:lnTo>
                  <a:pt x="433986" y="1852045"/>
                </a:lnTo>
                <a:lnTo>
                  <a:pt x="436346" y="1852292"/>
                </a:lnTo>
                <a:lnTo>
                  <a:pt x="436056" y="1849567"/>
                </a:lnTo>
                <a:lnTo>
                  <a:pt x="421954" y="1843120"/>
                </a:lnTo>
                <a:close/>
                <a:moveTo>
                  <a:pt x="1056591" y="420875"/>
                </a:moveTo>
                <a:lnTo>
                  <a:pt x="1059432" y="425017"/>
                </a:lnTo>
                <a:lnTo>
                  <a:pt x="1059559" y="424841"/>
                </a:lnTo>
                <a:lnTo>
                  <a:pt x="1056855" y="420520"/>
                </a:lnTo>
                <a:close/>
                <a:moveTo>
                  <a:pt x="442538" y="1795285"/>
                </a:moveTo>
                <a:lnTo>
                  <a:pt x="443599" y="1795708"/>
                </a:lnTo>
                <a:lnTo>
                  <a:pt x="444838" y="1795649"/>
                </a:lnTo>
                <a:lnTo>
                  <a:pt x="446486" y="1795517"/>
                </a:lnTo>
                <a:lnTo>
                  <a:pt x="443931" y="1795115"/>
                </a:lnTo>
                <a:close/>
                <a:moveTo>
                  <a:pt x="1055651" y="422314"/>
                </a:moveTo>
                <a:lnTo>
                  <a:pt x="1054945" y="425654"/>
                </a:lnTo>
                <a:lnTo>
                  <a:pt x="1057438" y="427812"/>
                </a:lnTo>
                <a:lnTo>
                  <a:pt x="1058033" y="426977"/>
                </a:lnTo>
                <a:close/>
                <a:moveTo>
                  <a:pt x="1055703" y="422068"/>
                </a:moveTo>
                <a:lnTo>
                  <a:pt x="1055693" y="422112"/>
                </a:lnTo>
                <a:lnTo>
                  <a:pt x="1058119" y="426858"/>
                </a:lnTo>
                <a:lnTo>
                  <a:pt x="1058971" y="425663"/>
                </a:lnTo>
                <a:lnTo>
                  <a:pt x="1056120" y="421508"/>
                </a:lnTo>
                <a:close/>
                <a:moveTo>
                  <a:pt x="423418" y="1837582"/>
                </a:moveTo>
                <a:lnTo>
                  <a:pt x="425525" y="1838380"/>
                </a:lnTo>
                <a:lnTo>
                  <a:pt x="428292" y="1837551"/>
                </a:lnTo>
                <a:lnTo>
                  <a:pt x="427505" y="1837363"/>
                </a:lnTo>
                <a:close/>
                <a:moveTo>
                  <a:pt x="437531" y="1805850"/>
                </a:moveTo>
                <a:lnTo>
                  <a:pt x="437236" y="1808584"/>
                </a:lnTo>
                <a:lnTo>
                  <a:pt x="437653" y="1808848"/>
                </a:lnTo>
                <a:lnTo>
                  <a:pt x="439253" y="1808095"/>
                </a:lnTo>
                <a:lnTo>
                  <a:pt x="440137" y="1807665"/>
                </a:lnTo>
                <a:lnTo>
                  <a:pt x="437781" y="1805970"/>
                </a:lnTo>
                <a:close/>
                <a:moveTo>
                  <a:pt x="1031040" y="476645"/>
                </a:moveTo>
                <a:lnTo>
                  <a:pt x="1032050" y="481378"/>
                </a:lnTo>
                <a:lnTo>
                  <a:pt x="1032275" y="481637"/>
                </a:lnTo>
                <a:lnTo>
                  <a:pt x="1032879" y="481904"/>
                </a:lnTo>
                <a:lnTo>
                  <a:pt x="1033804" y="480203"/>
                </a:lnTo>
                <a:close/>
                <a:moveTo>
                  <a:pt x="1071625" y="385638"/>
                </a:moveTo>
                <a:lnTo>
                  <a:pt x="1073823" y="388094"/>
                </a:lnTo>
                <a:lnTo>
                  <a:pt x="1075310" y="389832"/>
                </a:lnTo>
                <a:lnTo>
                  <a:pt x="1075640" y="389382"/>
                </a:lnTo>
                <a:lnTo>
                  <a:pt x="1075252" y="387989"/>
                </a:lnTo>
                <a:lnTo>
                  <a:pt x="1073017" y="383768"/>
                </a:lnTo>
                <a:close/>
                <a:moveTo>
                  <a:pt x="1059505" y="412725"/>
                </a:moveTo>
                <a:lnTo>
                  <a:pt x="1060771" y="414570"/>
                </a:lnTo>
                <a:lnTo>
                  <a:pt x="1061173" y="414029"/>
                </a:lnTo>
                <a:lnTo>
                  <a:pt x="1059960" y="412088"/>
                </a:lnTo>
                <a:close/>
                <a:moveTo>
                  <a:pt x="391179" y="1909172"/>
                </a:moveTo>
                <a:lnTo>
                  <a:pt x="393560" y="1910351"/>
                </a:lnTo>
                <a:lnTo>
                  <a:pt x="443070" y="1915383"/>
                </a:lnTo>
                <a:lnTo>
                  <a:pt x="441753" y="1903023"/>
                </a:lnTo>
                <a:lnTo>
                  <a:pt x="439811" y="1902133"/>
                </a:lnTo>
                <a:lnTo>
                  <a:pt x="418129" y="1905067"/>
                </a:lnTo>
                <a:close/>
                <a:moveTo>
                  <a:pt x="1042102" y="451447"/>
                </a:moveTo>
                <a:lnTo>
                  <a:pt x="1042187" y="451812"/>
                </a:lnTo>
                <a:lnTo>
                  <a:pt x="1042435" y="450938"/>
                </a:lnTo>
                <a:close/>
                <a:moveTo>
                  <a:pt x="1058926" y="413537"/>
                </a:moveTo>
                <a:lnTo>
                  <a:pt x="1060119" y="415446"/>
                </a:lnTo>
                <a:lnTo>
                  <a:pt x="1060420" y="415041"/>
                </a:lnTo>
                <a:lnTo>
                  <a:pt x="1059162" y="413207"/>
                </a:lnTo>
                <a:close/>
                <a:moveTo>
                  <a:pt x="1056238" y="419533"/>
                </a:moveTo>
                <a:lnTo>
                  <a:pt x="1056104" y="420167"/>
                </a:lnTo>
                <a:lnTo>
                  <a:pt x="1056344" y="420516"/>
                </a:lnTo>
                <a:lnTo>
                  <a:pt x="1056620" y="420144"/>
                </a:lnTo>
                <a:close/>
                <a:moveTo>
                  <a:pt x="1020359" y="499313"/>
                </a:moveTo>
                <a:lnTo>
                  <a:pt x="1021044" y="501092"/>
                </a:lnTo>
                <a:lnTo>
                  <a:pt x="1021253" y="500258"/>
                </a:lnTo>
                <a:close/>
                <a:moveTo>
                  <a:pt x="1016906" y="506502"/>
                </a:moveTo>
                <a:lnTo>
                  <a:pt x="1017806" y="509978"/>
                </a:lnTo>
                <a:lnTo>
                  <a:pt x="1019181" y="508536"/>
                </a:lnTo>
                <a:lnTo>
                  <a:pt x="1019187" y="508514"/>
                </a:lnTo>
                <a:lnTo>
                  <a:pt x="1017568" y="507111"/>
                </a:lnTo>
                <a:lnTo>
                  <a:pt x="1017803" y="507121"/>
                </a:lnTo>
                <a:lnTo>
                  <a:pt x="1019226" y="508354"/>
                </a:lnTo>
                <a:lnTo>
                  <a:pt x="1019384" y="507725"/>
                </a:lnTo>
                <a:lnTo>
                  <a:pt x="1018028" y="506999"/>
                </a:lnTo>
                <a:close/>
                <a:moveTo>
                  <a:pt x="1063543" y="401930"/>
                </a:moveTo>
                <a:lnTo>
                  <a:pt x="1065523" y="403543"/>
                </a:lnTo>
                <a:lnTo>
                  <a:pt x="1067641" y="400575"/>
                </a:lnTo>
                <a:lnTo>
                  <a:pt x="1066626" y="396634"/>
                </a:lnTo>
                <a:lnTo>
                  <a:pt x="1066481" y="396312"/>
                </a:lnTo>
                <a:close/>
                <a:moveTo>
                  <a:pt x="1062957" y="403161"/>
                </a:moveTo>
                <a:lnTo>
                  <a:pt x="1063709" y="406085"/>
                </a:lnTo>
                <a:lnTo>
                  <a:pt x="1064733" y="404649"/>
                </a:lnTo>
                <a:close/>
                <a:moveTo>
                  <a:pt x="423150" y="1835794"/>
                </a:moveTo>
                <a:lnTo>
                  <a:pt x="428029" y="1836963"/>
                </a:lnTo>
                <a:lnTo>
                  <a:pt x="430737" y="1836817"/>
                </a:lnTo>
                <a:lnTo>
                  <a:pt x="431437" y="1836608"/>
                </a:lnTo>
                <a:close/>
                <a:moveTo>
                  <a:pt x="420224" y="1842329"/>
                </a:moveTo>
                <a:lnTo>
                  <a:pt x="421270" y="1843067"/>
                </a:lnTo>
                <a:lnTo>
                  <a:pt x="421665" y="1842987"/>
                </a:lnTo>
                <a:close/>
                <a:moveTo>
                  <a:pt x="1063179" y="402626"/>
                </a:moveTo>
                <a:lnTo>
                  <a:pt x="1065055" y="404199"/>
                </a:lnTo>
                <a:lnTo>
                  <a:pt x="1065319" y="403829"/>
                </a:lnTo>
                <a:lnTo>
                  <a:pt x="1063393" y="402217"/>
                </a:lnTo>
                <a:close/>
                <a:moveTo>
                  <a:pt x="441142" y="1795456"/>
                </a:moveTo>
                <a:lnTo>
                  <a:pt x="441743" y="1795797"/>
                </a:lnTo>
                <a:lnTo>
                  <a:pt x="441979" y="1795786"/>
                </a:lnTo>
                <a:lnTo>
                  <a:pt x="441149" y="1795455"/>
                </a:lnTo>
                <a:close/>
                <a:moveTo>
                  <a:pt x="1031794" y="472811"/>
                </a:moveTo>
                <a:lnTo>
                  <a:pt x="1034446" y="477178"/>
                </a:lnTo>
                <a:lnTo>
                  <a:pt x="1034835" y="477678"/>
                </a:lnTo>
                <a:lnTo>
                  <a:pt x="1034860" y="477593"/>
                </a:lnTo>
                <a:close/>
                <a:moveTo>
                  <a:pt x="1015410" y="509406"/>
                </a:moveTo>
                <a:lnTo>
                  <a:pt x="1014904" y="510622"/>
                </a:lnTo>
                <a:lnTo>
                  <a:pt x="1015936" y="511940"/>
                </a:lnTo>
                <a:lnTo>
                  <a:pt x="1016640" y="511202"/>
                </a:lnTo>
                <a:lnTo>
                  <a:pt x="1015779" y="509817"/>
                </a:lnTo>
                <a:close/>
                <a:moveTo>
                  <a:pt x="1083144" y="357689"/>
                </a:moveTo>
                <a:lnTo>
                  <a:pt x="1085159" y="365758"/>
                </a:lnTo>
                <a:lnTo>
                  <a:pt x="1085465" y="365976"/>
                </a:lnTo>
                <a:lnTo>
                  <a:pt x="1086312" y="364199"/>
                </a:lnTo>
                <a:close/>
                <a:moveTo>
                  <a:pt x="1066499" y="394837"/>
                </a:moveTo>
                <a:lnTo>
                  <a:pt x="1066699" y="395617"/>
                </a:lnTo>
                <a:lnTo>
                  <a:pt x="1066889" y="395531"/>
                </a:lnTo>
                <a:lnTo>
                  <a:pt x="1066747" y="395804"/>
                </a:lnTo>
                <a:lnTo>
                  <a:pt x="1066918" y="396467"/>
                </a:lnTo>
                <a:lnTo>
                  <a:pt x="1068331" y="399609"/>
                </a:lnTo>
                <a:lnTo>
                  <a:pt x="1068948" y="398744"/>
                </a:lnTo>
                <a:close/>
                <a:moveTo>
                  <a:pt x="1016601" y="506544"/>
                </a:moveTo>
                <a:lnTo>
                  <a:pt x="1015699" y="508711"/>
                </a:lnTo>
                <a:lnTo>
                  <a:pt x="1017008" y="510815"/>
                </a:lnTo>
                <a:lnTo>
                  <a:pt x="1017558" y="510239"/>
                </a:lnTo>
                <a:close/>
                <a:moveTo>
                  <a:pt x="1061203" y="406404"/>
                </a:moveTo>
                <a:lnTo>
                  <a:pt x="1062267" y="408106"/>
                </a:lnTo>
                <a:lnTo>
                  <a:pt x="1063379" y="406548"/>
                </a:lnTo>
                <a:lnTo>
                  <a:pt x="1062637" y="403663"/>
                </a:lnTo>
                <a:close/>
                <a:moveTo>
                  <a:pt x="1018502" y="501974"/>
                </a:moveTo>
                <a:lnTo>
                  <a:pt x="1017418" y="504580"/>
                </a:lnTo>
                <a:lnTo>
                  <a:pt x="1019895" y="505681"/>
                </a:lnTo>
                <a:lnTo>
                  <a:pt x="1020269" y="504185"/>
                </a:lnTo>
                <a:close/>
                <a:moveTo>
                  <a:pt x="1019034" y="500697"/>
                </a:moveTo>
                <a:lnTo>
                  <a:pt x="1019024" y="500722"/>
                </a:lnTo>
                <a:lnTo>
                  <a:pt x="1020577" y="502515"/>
                </a:lnTo>
                <a:lnTo>
                  <a:pt x="1020191" y="501510"/>
                </a:lnTo>
                <a:close/>
                <a:moveTo>
                  <a:pt x="1038667" y="456693"/>
                </a:moveTo>
                <a:lnTo>
                  <a:pt x="1040277" y="458533"/>
                </a:lnTo>
                <a:lnTo>
                  <a:pt x="1040845" y="456532"/>
                </a:lnTo>
                <a:lnTo>
                  <a:pt x="1040598" y="455457"/>
                </a:lnTo>
                <a:lnTo>
                  <a:pt x="1039989" y="454673"/>
                </a:lnTo>
                <a:close/>
                <a:moveTo>
                  <a:pt x="1019473" y="499643"/>
                </a:moveTo>
                <a:lnTo>
                  <a:pt x="1019403" y="499808"/>
                </a:lnTo>
                <a:lnTo>
                  <a:pt x="1019608" y="499995"/>
                </a:lnTo>
                <a:close/>
                <a:moveTo>
                  <a:pt x="1020227" y="497830"/>
                </a:moveTo>
                <a:lnTo>
                  <a:pt x="1020098" y="498141"/>
                </a:lnTo>
                <a:lnTo>
                  <a:pt x="1021430" y="499551"/>
                </a:lnTo>
                <a:lnTo>
                  <a:pt x="1021561" y="499024"/>
                </a:lnTo>
                <a:close/>
                <a:moveTo>
                  <a:pt x="1021498" y="494776"/>
                </a:moveTo>
                <a:lnTo>
                  <a:pt x="1020712" y="496665"/>
                </a:lnTo>
                <a:lnTo>
                  <a:pt x="1021860" y="497830"/>
                </a:lnTo>
                <a:lnTo>
                  <a:pt x="1022169" y="496596"/>
                </a:lnTo>
                <a:lnTo>
                  <a:pt x="1022276" y="495553"/>
                </a:lnTo>
                <a:close/>
                <a:moveTo>
                  <a:pt x="1022194" y="493105"/>
                </a:moveTo>
                <a:lnTo>
                  <a:pt x="1021729" y="494222"/>
                </a:lnTo>
                <a:lnTo>
                  <a:pt x="1022350" y="494841"/>
                </a:lnTo>
                <a:lnTo>
                  <a:pt x="1022469" y="493682"/>
                </a:lnTo>
                <a:close/>
                <a:moveTo>
                  <a:pt x="1022636" y="492046"/>
                </a:moveTo>
                <a:lnTo>
                  <a:pt x="1022572" y="492196"/>
                </a:lnTo>
                <a:lnTo>
                  <a:pt x="1022484" y="492408"/>
                </a:lnTo>
                <a:lnTo>
                  <a:pt x="1022580" y="492602"/>
                </a:lnTo>
                <a:close/>
                <a:moveTo>
                  <a:pt x="1058592" y="411394"/>
                </a:moveTo>
                <a:lnTo>
                  <a:pt x="1059243" y="412344"/>
                </a:lnTo>
                <a:lnTo>
                  <a:pt x="1059710" y="411690"/>
                </a:lnTo>
                <a:lnTo>
                  <a:pt x="1059017" y="410583"/>
                </a:lnTo>
                <a:close/>
                <a:moveTo>
                  <a:pt x="1058133" y="412272"/>
                </a:moveTo>
                <a:lnTo>
                  <a:pt x="1058676" y="413138"/>
                </a:lnTo>
                <a:lnTo>
                  <a:pt x="1058900" y="412826"/>
                </a:lnTo>
                <a:lnTo>
                  <a:pt x="1058300" y="411952"/>
                </a:lnTo>
                <a:close/>
                <a:moveTo>
                  <a:pt x="1067565" y="391091"/>
                </a:moveTo>
                <a:lnTo>
                  <a:pt x="1070212" y="396973"/>
                </a:lnTo>
                <a:lnTo>
                  <a:pt x="1075113" y="390103"/>
                </a:lnTo>
                <a:lnTo>
                  <a:pt x="1071470" y="385847"/>
                </a:lnTo>
                <a:close/>
                <a:moveTo>
                  <a:pt x="1109219" y="297765"/>
                </a:moveTo>
                <a:lnTo>
                  <a:pt x="1111064" y="312322"/>
                </a:lnTo>
                <a:lnTo>
                  <a:pt x="1114000" y="306169"/>
                </a:lnTo>
                <a:close/>
                <a:moveTo>
                  <a:pt x="447149" y="1779979"/>
                </a:moveTo>
                <a:lnTo>
                  <a:pt x="448671" y="1780963"/>
                </a:lnTo>
                <a:lnTo>
                  <a:pt x="455432" y="1782827"/>
                </a:lnTo>
                <a:lnTo>
                  <a:pt x="455244" y="1782018"/>
                </a:lnTo>
                <a:lnTo>
                  <a:pt x="452061" y="1781299"/>
                </a:lnTo>
                <a:close/>
                <a:moveTo>
                  <a:pt x="1036607" y="459838"/>
                </a:moveTo>
                <a:lnTo>
                  <a:pt x="1039334" y="461849"/>
                </a:lnTo>
                <a:lnTo>
                  <a:pt x="1039506" y="461245"/>
                </a:lnTo>
                <a:lnTo>
                  <a:pt x="1037463" y="458531"/>
                </a:lnTo>
                <a:close/>
                <a:moveTo>
                  <a:pt x="1041470" y="448701"/>
                </a:moveTo>
                <a:lnTo>
                  <a:pt x="1041837" y="450295"/>
                </a:lnTo>
                <a:lnTo>
                  <a:pt x="1042141" y="449830"/>
                </a:lnTo>
                <a:close/>
                <a:moveTo>
                  <a:pt x="1031454" y="471110"/>
                </a:moveTo>
                <a:lnTo>
                  <a:pt x="1031366" y="471766"/>
                </a:lnTo>
                <a:lnTo>
                  <a:pt x="1034934" y="477331"/>
                </a:lnTo>
                <a:lnTo>
                  <a:pt x="1035000" y="477099"/>
                </a:lnTo>
                <a:lnTo>
                  <a:pt x="1032248" y="471834"/>
                </a:lnTo>
                <a:close/>
                <a:moveTo>
                  <a:pt x="1062527" y="401490"/>
                </a:moveTo>
                <a:lnTo>
                  <a:pt x="1062720" y="402241"/>
                </a:lnTo>
                <a:lnTo>
                  <a:pt x="1062999" y="402474"/>
                </a:lnTo>
                <a:lnTo>
                  <a:pt x="1063213" y="402065"/>
                </a:lnTo>
                <a:close/>
                <a:moveTo>
                  <a:pt x="438225" y="1799403"/>
                </a:moveTo>
                <a:lnTo>
                  <a:pt x="438153" y="1800080"/>
                </a:lnTo>
                <a:lnTo>
                  <a:pt x="441827" y="1800430"/>
                </a:lnTo>
                <a:close/>
                <a:moveTo>
                  <a:pt x="1066556" y="392445"/>
                </a:moveTo>
                <a:lnTo>
                  <a:pt x="1069839" y="397495"/>
                </a:lnTo>
                <a:lnTo>
                  <a:pt x="1070044" y="397208"/>
                </a:lnTo>
                <a:lnTo>
                  <a:pt x="1067394" y="391320"/>
                </a:lnTo>
                <a:close/>
                <a:moveTo>
                  <a:pt x="449691" y="1773543"/>
                </a:moveTo>
                <a:lnTo>
                  <a:pt x="451180" y="1773859"/>
                </a:lnTo>
                <a:lnTo>
                  <a:pt x="451360" y="1773864"/>
                </a:lnTo>
                <a:lnTo>
                  <a:pt x="450150" y="1773583"/>
                </a:lnTo>
                <a:lnTo>
                  <a:pt x="450014" y="1773530"/>
                </a:lnTo>
                <a:close/>
                <a:moveTo>
                  <a:pt x="1057948" y="411438"/>
                </a:moveTo>
                <a:lnTo>
                  <a:pt x="1057863" y="411839"/>
                </a:lnTo>
                <a:lnTo>
                  <a:pt x="1057992" y="412046"/>
                </a:lnTo>
                <a:lnTo>
                  <a:pt x="1058154" y="411738"/>
                </a:lnTo>
                <a:close/>
                <a:moveTo>
                  <a:pt x="1019556" y="497231"/>
                </a:moveTo>
                <a:lnTo>
                  <a:pt x="1019775" y="497798"/>
                </a:lnTo>
                <a:lnTo>
                  <a:pt x="1019947" y="497980"/>
                </a:lnTo>
                <a:lnTo>
                  <a:pt x="1020071" y="497692"/>
                </a:lnTo>
                <a:close/>
                <a:moveTo>
                  <a:pt x="1065653" y="393658"/>
                </a:moveTo>
                <a:lnTo>
                  <a:pt x="1066136" y="394732"/>
                </a:lnTo>
                <a:lnTo>
                  <a:pt x="1065930" y="393931"/>
                </a:lnTo>
                <a:lnTo>
                  <a:pt x="1065710" y="393581"/>
                </a:lnTo>
                <a:close/>
                <a:moveTo>
                  <a:pt x="1058353" y="409520"/>
                </a:moveTo>
                <a:lnTo>
                  <a:pt x="1058106" y="410685"/>
                </a:lnTo>
                <a:lnTo>
                  <a:pt x="1058445" y="411179"/>
                </a:lnTo>
                <a:lnTo>
                  <a:pt x="1058876" y="410356"/>
                </a:lnTo>
                <a:close/>
                <a:moveTo>
                  <a:pt x="1034171" y="463558"/>
                </a:moveTo>
                <a:lnTo>
                  <a:pt x="1036486" y="471869"/>
                </a:lnTo>
                <a:lnTo>
                  <a:pt x="1038749" y="463911"/>
                </a:lnTo>
                <a:lnTo>
                  <a:pt x="1038038" y="462802"/>
                </a:lnTo>
                <a:lnTo>
                  <a:pt x="1035910" y="460902"/>
                </a:lnTo>
                <a:close/>
                <a:moveTo>
                  <a:pt x="418881" y="1841207"/>
                </a:moveTo>
                <a:lnTo>
                  <a:pt x="422432" y="1842831"/>
                </a:lnTo>
                <a:lnTo>
                  <a:pt x="424342" y="1842445"/>
                </a:lnTo>
                <a:lnTo>
                  <a:pt x="420860" y="1840699"/>
                </a:lnTo>
                <a:close/>
                <a:moveTo>
                  <a:pt x="1065393" y="393075"/>
                </a:moveTo>
                <a:lnTo>
                  <a:pt x="1065398" y="393087"/>
                </a:lnTo>
                <a:lnTo>
                  <a:pt x="1065399" y="393085"/>
                </a:lnTo>
                <a:close/>
                <a:moveTo>
                  <a:pt x="1032948" y="465424"/>
                </a:moveTo>
                <a:lnTo>
                  <a:pt x="1035367" y="470826"/>
                </a:lnTo>
                <a:lnTo>
                  <a:pt x="1033861" y="464030"/>
                </a:lnTo>
                <a:close/>
                <a:moveTo>
                  <a:pt x="445692" y="1780140"/>
                </a:moveTo>
                <a:lnTo>
                  <a:pt x="446559" y="1780380"/>
                </a:lnTo>
                <a:lnTo>
                  <a:pt x="446093" y="1780079"/>
                </a:lnTo>
                <a:close/>
                <a:moveTo>
                  <a:pt x="1032360" y="466322"/>
                </a:moveTo>
                <a:lnTo>
                  <a:pt x="1033006" y="467289"/>
                </a:lnTo>
                <a:lnTo>
                  <a:pt x="1034252" y="469674"/>
                </a:lnTo>
                <a:lnTo>
                  <a:pt x="1032629" y="465912"/>
                </a:lnTo>
                <a:close/>
                <a:moveTo>
                  <a:pt x="444097" y="1783529"/>
                </a:moveTo>
                <a:lnTo>
                  <a:pt x="444191" y="1783749"/>
                </a:lnTo>
                <a:lnTo>
                  <a:pt x="448302" y="1785003"/>
                </a:lnTo>
                <a:lnTo>
                  <a:pt x="448574" y="1784929"/>
                </a:lnTo>
                <a:close/>
                <a:moveTo>
                  <a:pt x="1044826" y="438367"/>
                </a:moveTo>
                <a:lnTo>
                  <a:pt x="1044832" y="438371"/>
                </a:lnTo>
                <a:lnTo>
                  <a:pt x="1044835" y="438350"/>
                </a:lnTo>
                <a:close/>
                <a:moveTo>
                  <a:pt x="1044513" y="438986"/>
                </a:moveTo>
                <a:lnTo>
                  <a:pt x="1044716" y="439233"/>
                </a:lnTo>
                <a:lnTo>
                  <a:pt x="1044751" y="438970"/>
                </a:lnTo>
                <a:lnTo>
                  <a:pt x="1044574" y="438865"/>
                </a:lnTo>
                <a:close/>
                <a:moveTo>
                  <a:pt x="1019061" y="495943"/>
                </a:moveTo>
                <a:lnTo>
                  <a:pt x="1019072" y="495971"/>
                </a:lnTo>
                <a:lnTo>
                  <a:pt x="1019212" y="496096"/>
                </a:lnTo>
                <a:close/>
                <a:moveTo>
                  <a:pt x="1050729" y="425024"/>
                </a:moveTo>
                <a:lnTo>
                  <a:pt x="1050592" y="426054"/>
                </a:lnTo>
                <a:lnTo>
                  <a:pt x="1050613" y="425988"/>
                </a:lnTo>
                <a:lnTo>
                  <a:pt x="1050853" y="424851"/>
                </a:lnTo>
                <a:close/>
                <a:moveTo>
                  <a:pt x="1109745" y="292525"/>
                </a:moveTo>
                <a:lnTo>
                  <a:pt x="1115721" y="303076"/>
                </a:lnTo>
                <a:lnTo>
                  <a:pt x="1120448" y="294787"/>
                </a:lnTo>
                <a:lnTo>
                  <a:pt x="1114207" y="288791"/>
                </a:lnTo>
                <a:lnTo>
                  <a:pt x="1114692" y="288838"/>
                </a:lnTo>
                <a:lnTo>
                  <a:pt x="1120602" y="294516"/>
                </a:lnTo>
                <a:lnTo>
                  <a:pt x="1139923" y="260643"/>
                </a:lnTo>
                <a:lnTo>
                  <a:pt x="1138636" y="259405"/>
                </a:lnTo>
                <a:lnTo>
                  <a:pt x="1134977" y="263501"/>
                </a:lnTo>
                <a:close/>
                <a:moveTo>
                  <a:pt x="387487" y="1909734"/>
                </a:moveTo>
                <a:lnTo>
                  <a:pt x="392940" y="1910288"/>
                </a:lnTo>
                <a:lnTo>
                  <a:pt x="390802" y="1909229"/>
                </a:lnTo>
                <a:close/>
                <a:moveTo>
                  <a:pt x="1042145" y="443665"/>
                </a:moveTo>
                <a:lnTo>
                  <a:pt x="1043749" y="446449"/>
                </a:lnTo>
                <a:lnTo>
                  <a:pt x="1044637" y="439824"/>
                </a:lnTo>
                <a:lnTo>
                  <a:pt x="1044298" y="439410"/>
                </a:lnTo>
                <a:close/>
                <a:moveTo>
                  <a:pt x="1041624" y="444693"/>
                </a:moveTo>
                <a:lnTo>
                  <a:pt x="1043090" y="448381"/>
                </a:lnTo>
                <a:lnTo>
                  <a:pt x="1043452" y="447829"/>
                </a:lnTo>
                <a:lnTo>
                  <a:pt x="1043641" y="447252"/>
                </a:lnTo>
                <a:lnTo>
                  <a:pt x="1043685" y="446928"/>
                </a:lnTo>
                <a:lnTo>
                  <a:pt x="1043358" y="446305"/>
                </a:lnTo>
                <a:lnTo>
                  <a:pt x="1042001" y="443948"/>
                </a:lnTo>
                <a:close/>
                <a:moveTo>
                  <a:pt x="1035490" y="458251"/>
                </a:moveTo>
                <a:lnTo>
                  <a:pt x="1036052" y="459127"/>
                </a:lnTo>
                <a:lnTo>
                  <a:pt x="1036917" y="457806"/>
                </a:lnTo>
                <a:lnTo>
                  <a:pt x="1036584" y="457363"/>
                </a:lnTo>
                <a:close/>
                <a:moveTo>
                  <a:pt x="1040884" y="446157"/>
                </a:moveTo>
                <a:lnTo>
                  <a:pt x="1041205" y="447552"/>
                </a:lnTo>
                <a:lnTo>
                  <a:pt x="1042360" y="449496"/>
                </a:lnTo>
                <a:lnTo>
                  <a:pt x="1042938" y="448612"/>
                </a:lnTo>
                <a:lnTo>
                  <a:pt x="1041521" y="444899"/>
                </a:lnTo>
                <a:close/>
                <a:moveTo>
                  <a:pt x="1078316" y="362288"/>
                </a:moveTo>
                <a:lnTo>
                  <a:pt x="1079652" y="364883"/>
                </a:lnTo>
                <a:lnTo>
                  <a:pt x="1079436" y="363160"/>
                </a:lnTo>
                <a:close/>
                <a:moveTo>
                  <a:pt x="433368" y="1806137"/>
                </a:moveTo>
                <a:lnTo>
                  <a:pt x="434970" y="1807150"/>
                </a:lnTo>
                <a:lnTo>
                  <a:pt x="435112" y="1805833"/>
                </a:lnTo>
                <a:close/>
                <a:moveTo>
                  <a:pt x="1039183" y="449519"/>
                </a:moveTo>
                <a:lnTo>
                  <a:pt x="1039255" y="449625"/>
                </a:lnTo>
                <a:lnTo>
                  <a:pt x="1039216" y="449455"/>
                </a:lnTo>
                <a:close/>
                <a:moveTo>
                  <a:pt x="1061831" y="398791"/>
                </a:moveTo>
                <a:lnTo>
                  <a:pt x="1062400" y="400998"/>
                </a:lnTo>
                <a:lnTo>
                  <a:pt x="1063362" y="401781"/>
                </a:lnTo>
                <a:lnTo>
                  <a:pt x="1066361" y="396045"/>
                </a:lnTo>
                <a:lnTo>
                  <a:pt x="1065425" y="393965"/>
                </a:lnTo>
                <a:close/>
                <a:moveTo>
                  <a:pt x="1038915" y="450049"/>
                </a:moveTo>
                <a:lnTo>
                  <a:pt x="1039422" y="450348"/>
                </a:lnTo>
                <a:lnTo>
                  <a:pt x="1039339" y="449990"/>
                </a:lnTo>
                <a:lnTo>
                  <a:pt x="1039112" y="449659"/>
                </a:lnTo>
                <a:close/>
                <a:moveTo>
                  <a:pt x="1108706" y="293720"/>
                </a:moveTo>
                <a:lnTo>
                  <a:pt x="1108921" y="295423"/>
                </a:lnTo>
                <a:lnTo>
                  <a:pt x="1114954" y="304421"/>
                </a:lnTo>
                <a:lnTo>
                  <a:pt x="1115204" y="303981"/>
                </a:lnTo>
                <a:lnTo>
                  <a:pt x="1109121" y="293242"/>
                </a:lnTo>
                <a:close/>
                <a:moveTo>
                  <a:pt x="1034998" y="458651"/>
                </a:moveTo>
                <a:lnTo>
                  <a:pt x="1035715" y="459181"/>
                </a:lnTo>
                <a:lnTo>
                  <a:pt x="1035246" y="458449"/>
                </a:lnTo>
                <a:close/>
                <a:moveTo>
                  <a:pt x="1051071" y="422628"/>
                </a:moveTo>
                <a:lnTo>
                  <a:pt x="1051028" y="422794"/>
                </a:lnTo>
                <a:lnTo>
                  <a:pt x="1050929" y="423531"/>
                </a:lnTo>
                <a:lnTo>
                  <a:pt x="1051101" y="423676"/>
                </a:lnTo>
                <a:lnTo>
                  <a:pt x="1051284" y="422812"/>
                </a:lnTo>
                <a:close/>
                <a:moveTo>
                  <a:pt x="1078695" y="360618"/>
                </a:moveTo>
                <a:lnTo>
                  <a:pt x="1079078" y="361402"/>
                </a:lnTo>
                <a:lnTo>
                  <a:pt x="1079229" y="361510"/>
                </a:lnTo>
                <a:lnTo>
                  <a:pt x="1079065" y="360205"/>
                </a:lnTo>
                <a:close/>
                <a:moveTo>
                  <a:pt x="1051307" y="421719"/>
                </a:moveTo>
                <a:lnTo>
                  <a:pt x="1051142" y="422357"/>
                </a:lnTo>
                <a:lnTo>
                  <a:pt x="1051343" y="422532"/>
                </a:lnTo>
                <a:lnTo>
                  <a:pt x="1051450" y="422024"/>
                </a:lnTo>
                <a:close/>
                <a:moveTo>
                  <a:pt x="1036694" y="454437"/>
                </a:moveTo>
                <a:lnTo>
                  <a:pt x="1037941" y="455862"/>
                </a:lnTo>
                <a:lnTo>
                  <a:pt x="1038474" y="455429"/>
                </a:lnTo>
                <a:lnTo>
                  <a:pt x="1039436" y="453960"/>
                </a:lnTo>
                <a:lnTo>
                  <a:pt x="1038781" y="453115"/>
                </a:lnTo>
                <a:lnTo>
                  <a:pt x="1037714" y="452420"/>
                </a:lnTo>
                <a:close/>
                <a:moveTo>
                  <a:pt x="1078416" y="360929"/>
                </a:moveTo>
                <a:lnTo>
                  <a:pt x="1078761" y="361176"/>
                </a:lnTo>
                <a:lnTo>
                  <a:pt x="1078562" y="360767"/>
                </a:lnTo>
                <a:close/>
                <a:moveTo>
                  <a:pt x="1061022" y="399878"/>
                </a:moveTo>
                <a:lnTo>
                  <a:pt x="1061832" y="400536"/>
                </a:lnTo>
                <a:lnTo>
                  <a:pt x="1061498" y="399239"/>
                </a:lnTo>
                <a:close/>
                <a:moveTo>
                  <a:pt x="1043952" y="437848"/>
                </a:moveTo>
                <a:lnTo>
                  <a:pt x="1044385" y="438105"/>
                </a:lnTo>
                <a:lnTo>
                  <a:pt x="1045104" y="436684"/>
                </a:lnTo>
                <a:lnTo>
                  <a:pt x="1045232" y="436439"/>
                </a:lnTo>
                <a:lnTo>
                  <a:pt x="1045355" y="435965"/>
                </a:lnTo>
                <a:close/>
                <a:moveTo>
                  <a:pt x="1035084" y="457618"/>
                </a:moveTo>
                <a:lnTo>
                  <a:pt x="1035322" y="457988"/>
                </a:lnTo>
                <a:lnTo>
                  <a:pt x="1036397" y="457115"/>
                </a:lnTo>
                <a:lnTo>
                  <a:pt x="1035764" y="456274"/>
                </a:lnTo>
                <a:close/>
                <a:moveTo>
                  <a:pt x="1060573" y="400480"/>
                </a:moveTo>
                <a:lnTo>
                  <a:pt x="1062124" y="401743"/>
                </a:lnTo>
                <a:lnTo>
                  <a:pt x="1062148" y="401763"/>
                </a:lnTo>
                <a:lnTo>
                  <a:pt x="1061955" y="401012"/>
                </a:lnTo>
                <a:lnTo>
                  <a:pt x="1060860" y="400095"/>
                </a:lnTo>
                <a:close/>
                <a:moveTo>
                  <a:pt x="1034680" y="458417"/>
                </a:moveTo>
                <a:lnTo>
                  <a:pt x="1034740" y="458461"/>
                </a:lnTo>
                <a:lnTo>
                  <a:pt x="1035077" y="458187"/>
                </a:lnTo>
                <a:lnTo>
                  <a:pt x="1034920" y="457942"/>
                </a:lnTo>
                <a:close/>
                <a:moveTo>
                  <a:pt x="433833" y="1803707"/>
                </a:moveTo>
                <a:lnTo>
                  <a:pt x="434021" y="1803798"/>
                </a:lnTo>
                <a:lnTo>
                  <a:pt x="434536" y="1803709"/>
                </a:lnTo>
                <a:lnTo>
                  <a:pt x="434265" y="1803621"/>
                </a:lnTo>
                <a:close/>
                <a:moveTo>
                  <a:pt x="447209" y="1773647"/>
                </a:moveTo>
                <a:lnTo>
                  <a:pt x="447822" y="1773791"/>
                </a:lnTo>
                <a:lnTo>
                  <a:pt x="448576" y="1773806"/>
                </a:lnTo>
                <a:lnTo>
                  <a:pt x="447776" y="1773623"/>
                </a:lnTo>
                <a:close/>
                <a:moveTo>
                  <a:pt x="1033427" y="460892"/>
                </a:moveTo>
                <a:lnTo>
                  <a:pt x="1033865" y="462466"/>
                </a:lnTo>
                <a:lnTo>
                  <a:pt x="1035267" y="460326"/>
                </a:lnTo>
                <a:lnTo>
                  <a:pt x="1034197" y="459370"/>
                </a:lnTo>
                <a:close/>
                <a:moveTo>
                  <a:pt x="1060138" y="401066"/>
                </a:moveTo>
                <a:lnTo>
                  <a:pt x="1059564" y="403784"/>
                </a:lnTo>
                <a:lnTo>
                  <a:pt x="1061062" y="406178"/>
                </a:lnTo>
                <a:lnTo>
                  <a:pt x="1062551" y="403331"/>
                </a:lnTo>
                <a:lnTo>
                  <a:pt x="1062384" y="402683"/>
                </a:lnTo>
                <a:lnTo>
                  <a:pt x="1060260" y="400903"/>
                </a:lnTo>
                <a:close/>
                <a:moveTo>
                  <a:pt x="1032607" y="462513"/>
                </a:moveTo>
                <a:lnTo>
                  <a:pt x="1032386" y="464165"/>
                </a:lnTo>
                <a:lnTo>
                  <a:pt x="1032535" y="464498"/>
                </a:lnTo>
                <a:lnTo>
                  <a:pt x="1033604" y="462866"/>
                </a:lnTo>
                <a:lnTo>
                  <a:pt x="1033601" y="462853"/>
                </a:lnTo>
                <a:lnTo>
                  <a:pt x="1033186" y="461367"/>
                </a:lnTo>
                <a:close/>
                <a:moveTo>
                  <a:pt x="1108509" y="292161"/>
                </a:moveTo>
                <a:lnTo>
                  <a:pt x="1108594" y="292829"/>
                </a:lnTo>
                <a:lnTo>
                  <a:pt x="1108771" y="292624"/>
                </a:lnTo>
                <a:close/>
                <a:moveTo>
                  <a:pt x="1012756" y="506456"/>
                </a:moveTo>
                <a:lnTo>
                  <a:pt x="1012663" y="506669"/>
                </a:lnTo>
                <a:lnTo>
                  <a:pt x="1014354" y="509923"/>
                </a:lnTo>
                <a:lnTo>
                  <a:pt x="1014721" y="510391"/>
                </a:lnTo>
                <a:lnTo>
                  <a:pt x="1015219" y="509194"/>
                </a:lnTo>
                <a:close/>
                <a:moveTo>
                  <a:pt x="1013140" y="505576"/>
                </a:moveTo>
                <a:lnTo>
                  <a:pt x="1012835" y="506274"/>
                </a:lnTo>
                <a:lnTo>
                  <a:pt x="1015236" y="508946"/>
                </a:lnTo>
                <a:close/>
                <a:moveTo>
                  <a:pt x="1013411" y="504950"/>
                </a:moveTo>
                <a:lnTo>
                  <a:pt x="1013389" y="505000"/>
                </a:lnTo>
                <a:lnTo>
                  <a:pt x="1015531" y="508443"/>
                </a:lnTo>
                <a:lnTo>
                  <a:pt x="1016427" y="506290"/>
                </a:lnTo>
                <a:close/>
                <a:moveTo>
                  <a:pt x="1061163" y="397938"/>
                </a:moveTo>
                <a:lnTo>
                  <a:pt x="1060679" y="399413"/>
                </a:lnTo>
                <a:lnTo>
                  <a:pt x="1061321" y="398552"/>
                </a:lnTo>
                <a:close/>
                <a:moveTo>
                  <a:pt x="1052437" y="417352"/>
                </a:moveTo>
                <a:lnTo>
                  <a:pt x="1051513" y="420923"/>
                </a:lnTo>
                <a:lnTo>
                  <a:pt x="1051631" y="421168"/>
                </a:lnTo>
                <a:close/>
                <a:moveTo>
                  <a:pt x="406785" y="1863040"/>
                </a:moveTo>
                <a:lnTo>
                  <a:pt x="427150" y="1871057"/>
                </a:lnTo>
                <a:lnTo>
                  <a:pt x="438184" y="1870987"/>
                </a:lnTo>
                <a:lnTo>
                  <a:pt x="438334" y="1870941"/>
                </a:lnTo>
                <a:lnTo>
                  <a:pt x="437971" y="1867536"/>
                </a:lnTo>
                <a:lnTo>
                  <a:pt x="428542" y="1866666"/>
                </a:lnTo>
                <a:close/>
                <a:moveTo>
                  <a:pt x="417024" y="1840069"/>
                </a:moveTo>
                <a:lnTo>
                  <a:pt x="417879" y="1840673"/>
                </a:lnTo>
                <a:lnTo>
                  <a:pt x="419711" y="1840123"/>
                </a:lnTo>
                <a:lnTo>
                  <a:pt x="419387" y="1839961"/>
                </a:lnTo>
                <a:lnTo>
                  <a:pt x="418853" y="1839991"/>
                </a:lnTo>
                <a:close/>
                <a:moveTo>
                  <a:pt x="1017530" y="495419"/>
                </a:moveTo>
                <a:lnTo>
                  <a:pt x="1018064" y="495986"/>
                </a:lnTo>
                <a:lnTo>
                  <a:pt x="1018012" y="495851"/>
                </a:lnTo>
                <a:close/>
                <a:moveTo>
                  <a:pt x="1033208" y="460104"/>
                </a:moveTo>
                <a:lnTo>
                  <a:pt x="1033224" y="460160"/>
                </a:lnTo>
                <a:lnTo>
                  <a:pt x="1033284" y="460042"/>
                </a:lnTo>
                <a:close/>
                <a:moveTo>
                  <a:pt x="1032896" y="460357"/>
                </a:moveTo>
                <a:lnTo>
                  <a:pt x="1032814" y="460970"/>
                </a:lnTo>
                <a:lnTo>
                  <a:pt x="1032982" y="460637"/>
                </a:lnTo>
                <a:lnTo>
                  <a:pt x="1032903" y="460352"/>
                </a:lnTo>
                <a:close/>
                <a:moveTo>
                  <a:pt x="1041044" y="441754"/>
                </a:moveTo>
                <a:lnTo>
                  <a:pt x="1041839" y="443135"/>
                </a:lnTo>
                <a:lnTo>
                  <a:pt x="1043944" y="438977"/>
                </a:lnTo>
                <a:lnTo>
                  <a:pt x="1043508" y="438445"/>
                </a:lnTo>
                <a:close/>
                <a:moveTo>
                  <a:pt x="1044626" y="433578"/>
                </a:moveTo>
                <a:lnTo>
                  <a:pt x="1045395" y="435221"/>
                </a:lnTo>
                <a:lnTo>
                  <a:pt x="1045630" y="434907"/>
                </a:lnTo>
                <a:lnTo>
                  <a:pt x="1046651" y="430961"/>
                </a:lnTo>
                <a:lnTo>
                  <a:pt x="1046553" y="430877"/>
                </a:lnTo>
                <a:close/>
                <a:moveTo>
                  <a:pt x="1040661" y="442270"/>
                </a:moveTo>
                <a:lnTo>
                  <a:pt x="1041372" y="444059"/>
                </a:lnTo>
                <a:lnTo>
                  <a:pt x="1041696" y="443418"/>
                </a:lnTo>
                <a:lnTo>
                  <a:pt x="1040871" y="441987"/>
                </a:lnTo>
                <a:close/>
                <a:moveTo>
                  <a:pt x="418503" y="1835337"/>
                </a:moveTo>
                <a:lnTo>
                  <a:pt x="421614" y="1836897"/>
                </a:lnTo>
                <a:lnTo>
                  <a:pt x="422560" y="1837256"/>
                </a:lnTo>
                <a:lnTo>
                  <a:pt x="426237" y="1837059"/>
                </a:lnTo>
                <a:lnTo>
                  <a:pt x="419432" y="1835429"/>
                </a:lnTo>
                <a:close/>
                <a:moveTo>
                  <a:pt x="1023540" y="480427"/>
                </a:moveTo>
                <a:lnTo>
                  <a:pt x="1023806" y="480667"/>
                </a:lnTo>
                <a:lnTo>
                  <a:pt x="1023829" y="480442"/>
                </a:lnTo>
                <a:lnTo>
                  <a:pt x="1023714" y="480084"/>
                </a:lnTo>
                <a:close/>
                <a:moveTo>
                  <a:pt x="431258" y="1806505"/>
                </a:moveTo>
                <a:lnTo>
                  <a:pt x="434924" y="1809227"/>
                </a:lnTo>
                <a:lnTo>
                  <a:pt x="434916" y="1808575"/>
                </a:lnTo>
                <a:lnTo>
                  <a:pt x="431782" y="1806413"/>
                </a:lnTo>
                <a:close/>
                <a:moveTo>
                  <a:pt x="442833" y="1780579"/>
                </a:moveTo>
                <a:lnTo>
                  <a:pt x="442984" y="1780930"/>
                </a:lnTo>
                <a:lnTo>
                  <a:pt x="450979" y="1783430"/>
                </a:lnTo>
                <a:lnTo>
                  <a:pt x="451323" y="1783457"/>
                </a:lnTo>
                <a:lnTo>
                  <a:pt x="447850" y="1781214"/>
                </a:lnTo>
                <a:lnTo>
                  <a:pt x="447809" y="1781203"/>
                </a:lnTo>
                <a:lnTo>
                  <a:pt x="444683" y="1780295"/>
                </a:lnTo>
                <a:close/>
                <a:moveTo>
                  <a:pt x="1063661" y="390313"/>
                </a:moveTo>
                <a:lnTo>
                  <a:pt x="1061414" y="397172"/>
                </a:lnTo>
                <a:lnTo>
                  <a:pt x="1061654" y="398103"/>
                </a:lnTo>
                <a:lnTo>
                  <a:pt x="1065073" y="393511"/>
                </a:lnTo>
                <a:lnTo>
                  <a:pt x="1065166" y="393390"/>
                </a:lnTo>
                <a:lnTo>
                  <a:pt x="1064089" y="390996"/>
                </a:lnTo>
                <a:close/>
                <a:moveTo>
                  <a:pt x="1040147" y="442959"/>
                </a:moveTo>
                <a:lnTo>
                  <a:pt x="1040704" y="445378"/>
                </a:lnTo>
                <a:lnTo>
                  <a:pt x="1041274" y="444253"/>
                </a:lnTo>
                <a:lnTo>
                  <a:pt x="1041204" y="444068"/>
                </a:lnTo>
                <a:lnTo>
                  <a:pt x="1040548" y="442421"/>
                </a:lnTo>
                <a:close/>
                <a:moveTo>
                  <a:pt x="418577" y="1834672"/>
                </a:moveTo>
                <a:lnTo>
                  <a:pt x="433128" y="1836101"/>
                </a:lnTo>
                <a:lnTo>
                  <a:pt x="434040" y="1835827"/>
                </a:lnTo>
                <a:lnTo>
                  <a:pt x="431447" y="1834929"/>
                </a:lnTo>
                <a:lnTo>
                  <a:pt x="425570" y="1834264"/>
                </a:lnTo>
                <a:close/>
                <a:moveTo>
                  <a:pt x="1033153" y="458437"/>
                </a:moveTo>
                <a:lnTo>
                  <a:pt x="1033020" y="459429"/>
                </a:lnTo>
                <a:lnTo>
                  <a:pt x="1033118" y="459778"/>
                </a:lnTo>
                <a:lnTo>
                  <a:pt x="1033626" y="459366"/>
                </a:lnTo>
                <a:lnTo>
                  <a:pt x="1033803" y="459017"/>
                </a:lnTo>
                <a:close/>
                <a:moveTo>
                  <a:pt x="441539" y="1782940"/>
                </a:moveTo>
                <a:lnTo>
                  <a:pt x="441907" y="1783052"/>
                </a:lnTo>
                <a:lnTo>
                  <a:pt x="441775" y="1782966"/>
                </a:lnTo>
                <a:close/>
                <a:moveTo>
                  <a:pt x="1064409" y="388027"/>
                </a:moveTo>
                <a:lnTo>
                  <a:pt x="1064139" y="388852"/>
                </a:lnTo>
                <a:lnTo>
                  <a:pt x="1064898" y="389923"/>
                </a:lnTo>
                <a:close/>
                <a:moveTo>
                  <a:pt x="1020013" y="487398"/>
                </a:moveTo>
                <a:lnTo>
                  <a:pt x="1022415" y="492269"/>
                </a:lnTo>
                <a:lnTo>
                  <a:pt x="1022676" y="491664"/>
                </a:lnTo>
                <a:lnTo>
                  <a:pt x="1023098" y="487561"/>
                </a:lnTo>
                <a:lnTo>
                  <a:pt x="1022667" y="486962"/>
                </a:lnTo>
                <a:lnTo>
                  <a:pt x="1022822" y="487006"/>
                </a:lnTo>
                <a:lnTo>
                  <a:pt x="1023113" y="487411"/>
                </a:lnTo>
                <a:lnTo>
                  <a:pt x="1023119" y="487350"/>
                </a:lnTo>
                <a:lnTo>
                  <a:pt x="1021379" y="484698"/>
                </a:lnTo>
                <a:close/>
                <a:moveTo>
                  <a:pt x="432422" y="1803029"/>
                </a:moveTo>
                <a:lnTo>
                  <a:pt x="433550" y="1803572"/>
                </a:lnTo>
                <a:lnTo>
                  <a:pt x="433897" y="1803503"/>
                </a:lnTo>
                <a:close/>
                <a:moveTo>
                  <a:pt x="1012230" y="504425"/>
                </a:moveTo>
                <a:lnTo>
                  <a:pt x="1011989" y="505369"/>
                </a:lnTo>
                <a:lnTo>
                  <a:pt x="1012586" y="506521"/>
                </a:lnTo>
                <a:lnTo>
                  <a:pt x="1012661" y="506348"/>
                </a:lnTo>
                <a:lnTo>
                  <a:pt x="1012374" y="506030"/>
                </a:lnTo>
                <a:lnTo>
                  <a:pt x="1012660" y="506080"/>
                </a:lnTo>
                <a:lnTo>
                  <a:pt x="1012740" y="506168"/>
                </a:lnTo>
                <a:lnTo>
                  <a:pt x="1013056" y="505441"/>
                </a:lnTo>
                <a:lnTo>
                  <a:pt x="1012498" y="504544"/>
                </a:lnTo>
                <a:close/>
                <a:moveTo>
                  <a:pt x="1042525" y="436557"/>
                </a:moveTo>
                <a:lnTo>
                  <a:pt x="1043232" y="437420"/>
                </a:lnTo>
                <a:lnTo>
                  <a:pt x="1043597" y="437637"/>
                </a:lnTo>
                <a:lnTo>
                  <a:pt x="1045216" y="435462"/>
                </a:lnTo>
                <a:lnTo>
                  <a:pt x="1044449" y="433825"/>
                </a:lnTo>
                <a:lnTo>
                  <a:pt x="1042812" y="436119"/>
                </a:lnTo>
                <a:close/>
                <a:moveTo>
                  <a:pt x="1018295" y="490793"/>
                </a:moveTo>
                <a:lnTo>
                  <a:pt x="1021618" y="494112"/>
                </a:lnTo>
                <a:lnTo>
                  <a:pt x="1022120" y="492951"/>
                </a:lnTo>
                <a:lnTo>
                  <a:pt x="1019735" y="487948"/>
                </a:lnTo>
                <a:close/>
                <a:moveTo>
                  <a:pt x="439610" y="1786556"/>
                </a:moveTo>
                <a:lnTo>
                  <a:pt x="439555" y="1787061"/>
                </a:lnTo>
                <a:lnTo>
                  <a:pt x="440860" y="1786901"/>
                </a:lnTo>
                <a:close/>
                <a:moveTo>
                  <a:pt x="1017604" y="492160"/>
                </a:moveTo>
                <a:lnTo>
                  <a:pt x="1018457" y="494376"/>
                </a:lnTo>
                <a:lnTo>
                  <a:pt x="1020575" y="496526"/>
                </a:lnTo>
                <a:lnTo>
                  <a:pt x="1021381" y="494659"/>
                </a:lnTo>
                <a:lnTo>
                  <a:pt x="1018031" y="491315"/>
                </a:lnTo>
                <a:close/>
                <a:moveTo>
                  <a:pt x="1016732" y="493881"/>
                </a:moveTo>
                <a:lnTo>
                  <a:pt x="1017527" y="494590"/>
                </a:lnTo>
                <a:lnTo>
                  <a:pt x="1017397" y="494253"/>
                </a:lnTo>
                <a:lnTo>
                  <a:pt x="1016833" y="493681"/>
                </a:lnTo>
                <a:close/>
                <a:moveTo>
                  <a:pt x="1055239" y="407645"/>
                </a:moveTo>
                <a:lnTo>
                  <a:pt x="1055361" y="407838"/>
                </a:lnTo>
                <a:lnTo>
                  <a:pt x="1055398" y="407723"/>
                </a:lnTo>
                <a:lnTo>
                  <a:pt x="1055293" y="407571"/>
                </a:lnTo>
                <a:close/>
                <a:moveTo>
                  <a:pt x="442431" y="1779642"/>
                </a:moveTo>
                <a:lnTo>
                  <a:pt x="442774" y="1780440"/>
                </a:lnTo>
                <a:lnTo>
                  <a:pt x="444351" y="1780199"/>
                </a:lnTo>
                <a:close/>
                <a:moveTo>
                  <a:pt x="1015525" y="496277"/>
                </a:moveTo>
                <a:lnTo>
                  <a:pt x="1019226" y="499648"/>
                </a:lnTo>
                <a:lnTo>
                  <a:pt x="1019357" y="499345"/>
                </a:lnTo>
                <a:lnTo>
                  <a:pt x="1018647" y="497501"/>
                </a:lnTo>
                <a:lnTo>
                  <a:pt x="1016208" y="494918"/>
                </a:lnTo>
                <a:lnTo>
                  <a:pt x="1015576" y="496166"/>
                </a:lnTo>
                <a:close/>
                <a:moveTo>
                  <a:pt x="1014716" y="498048"/>
                </a:moveTo>
                <a:lnTo>
                  <a:pt x="1016278" y="504074"/>
                </a:lnTo>
                <a:lnTo>
                  <a:pt x="1017182" y="504476"/>
                </a:lnTo>
                <a:lnTo>
                  <a:pt x="1018282" y="501834"/>
                </a:lnTo>
                <a:lnTo>
                  <a:pt x="1018320" y="501745"/>
                </a:lnTo>
                <a:lnTo>
                  <a:pt x="1015491" y="498205"/>
                </a:lnTo>
                <a:lnTo>
                  <a:pt x="1014851" y="497753"/>
                </a:lnTo>
                <a:close/>
                <a:moveTo>
                  <a:pt x="439721" y="1785529"/>
                </a:moveTo>
                <a:lnTo>
                  <a:pt x="439626" y="1786407"/>
                </a:lnTo>
                <a:lnTo>
                  <a:pt x="441243" y="1786855"/>
                </a:lnTo>
                <a:lnTo>
                  <a:pt x="441644" y="1786805"/>
                </a:lnTo>
                <a:lnTo>
                  <a:pt x="442177" y="1786661"/>
                </a:lnTo>
                <a:close/>
                <a:moveTo>
                  <a:pt x="1012768" y="502311"/>
                </a:moveTo>
                <a:lnTo>
                  <a:pt x="1012721" y="502495"/>
                </a:lnTo>
                <a:lnTo>
                  <a:pt x="1015920" y="503916"/>
                </a:lnTo>
                <a:lnTo>
                  <a:pt x="1014515" y="498488"/>
                </a:lnTo>
                <a:close/>
                <a:moveTo>
                  <a:pt x="1033514" y="455749"/>
                </a:moveTo>
                <a:lnTo>
                  <a:pt x="1033293" y="457395"/>
                </a:lnTo>
                <a:lnTo>
                  <a:pt x="1034262" y="458109"/>
                </a:lnTo>
                <a:lnTo>
                  <a:pt x="1034600" y="457441"/>
                </a:lnTo>
                <a:close/>
                <a:moveTo>
                  <a:pt x="1037419" y="446898"/>
                </a:moveTo>
                <a:lnTo>
                  <a:pt x="1038855" y="449033"/>
                </a:lnTo>
                <a:lnTo>
                  <a:pt x="1039035" y="448675"/>
                </a:lnTo>
                <a:lnTo>
                  <a:pt x="1038322" y="445577"/>
                </a:lnTo>
                <a:close/>
                <a:moveTo>
                  <a:pt x="1048976" y="420811"/>
                </a:moveTo>
                <a:lnTo>
                  <a:pt x="1049118" y="421429"/>
                </a:lnTo>
                <a:lnTo>
                  <a:pt x="1049222" y="421026"/>
                </a:lnTo>
                <a:close/>
                <a:moveTo>
                  <a:pt x="439960" y="1784497"/>
                </a:moveTo>
                <a:lnTo>
                  <a:pt x="439777" y="1785160"/>
                </a:lnTo>
                <a:lnTo>
                  <a:pt x="442784" y="1786497"/>
                </a:lnTo>
                <a:lnTo>
                  <a:pt x="443728" y="1786241"/>
                </a:lnTo>
                <a:lnTo>
                  <a:pt x="443457" y="1785607"/>
                </a:lnTo>
                <a:close/>
                <a:moveTo>
                  <a:pt x="1066877" y="380495"/>
                </a:moveTo>
                <a:lnTo>
                  <a:pt x="1064597" y="387455"/>
                </a:lnTo>
                <a:lnTo>
                  <a:pt x="1065440" y="390727"/>
                </a:lnTo>
                <a:lnTo>
                  <a:pt x="1066250" y="391975"/>
                </a:lnTo>
                <a:lnTo>
                  <a:pt x="1067156" y="390792"/>
                </a:lnTo>
                <a:lnTo>
                  <a:pt x="1066588" y="389530"/>
                </a:lnTo>
                <a:lnTo>
                  <a:pt x="1066947" y="389716"/>
                </a:lnTo>
                <a:lnTo>
                  <a:pt x="1067329" y="390566"/>
                </a:lnTo>
                <a:lnTo>
                  <a:pt x="1071191" y="385522"/>
                </a:lnTo>
                <a:lnTo>
                  <a:pt x="1067183" y="380836"/>
                </a:lnTo>
                <a:close/>
                <a:moveTo>
                  <a:pt x="1036841" y="447743"/>
                </a:moveTo>
                <a:lnTo>
                  <a:pt x="1038387" y="449735"/>
                </a:lnTo>
                <a:lnTo>
                  <a:pt x="1038474" y="449786"/>
                </a:lnTo>
                <a:lnTo>
                  <a:pt x="1038782" y="449179"/>
                </a:lnTo>
                <a:lnTo>
                  <a:pt x="1037318" y="447045"/>
                </a:lnTo>
                <a:close/>
                <a:moveTo>
                  <a:pt x="1016740" y="492634"/>
                </a:moveTo>
                <a:lnTo>
                  <a:pt x="1016773" y="492667"/>
                </a:lnTo>
                <a:lnTo>
                  <a:pt x="1016781" y="492653"/>
                </a:lnTo>
                <a:lnTo>
                  <a:pt x="1016759" y="492600"/>
                </a:lnTo>
                <a:close/>
                <a:moveTo>
                  <a:pt x="1040145" y="440192"/>
                </a:moveTo>
                <a:lnTo>
                  <a:pt x="1040820" y="441366"/>
                </a:lnTo>
                <a:lnTo>
                  <a:pt x="1043239" y="438116"/>
                </a:lnTo>
                <a:lnTo>
                  <a:pt x="1043172" y="438036"/>
                </a:lnTo>
                <a:lnTo>
                  <a:pt x="1042009" y="437344"/>
                </a:lnTo>
                <a:close/>
                <a:moveTo>
                  <a:pt x="1039952" y="440485"/>
                </a:moveTo>
                <a:lnTo>
                  <a:pt x="1040482" y="441819"/>
                </a:lnTo>
                <a:lnTo>
                  <a:pt x="1040647" y="441597"/>
                </a:lnTo>
                <a:lnTo>
                  <a:pt x="1039981" y="440441"/>
                </a:lnTo>
                <a:close/>
                <a:moveTo>
                  <a:pt x="1016275" y="493473"/>
                </a:moveTo>
                <a:lnTo>
                  <a:pt x="1016337" y="493528"/>
                </a:lnTo>
                <a:lnTo>
                  <a:pt x="1016454" y="493297"/>
                </a:lnTo>
                <a:lnTo>
                  <a:pt x="1016402" y="493244"/>
                </a:lnTo>
                <a:close/>
                <a:moveTo>
                  <a:pt x="1039675" y="440909"/>
                </a:moveTo>
                <a:lnTo>
                  <a:pt x="1040026" y="442432"/>
                </a:lnTo>
                <a:lnTo>
                  <a:pt x="1040369" y="441971"/>
                </a:lnTo>
                <a:lnTo>
                  <a:pt x="1039845" y="440649"/>
                </a:lnTo>
                <a:close/>
                <a:moveTo>
                  <a:pt x="1055555" y="405306"/>
                </a:moveTo>
                <a:lnTo>
                  <a:pt x="1055243" y="406511"/>
                </a:lnTo>
                <a:lnTo>
                  <a:pt x="1055316" y="406617"/>
                </a:lnTo>
                <a:lnTo>
                  <a:pt x="1055928" y="405795"/>
                </a:lnTo>
                <a:close/>
                <a:moveTo>
                  <a:pt x="440593" y="1782199"/>
                </a:moveTo>
                <a:lnTo>
                  <a:pt x="440479" y="1782612"/>
                </a:lnTo>
                <a:lnTo>
                  <a:pt x="441333" y="1782679"/>
                </a:lnTo>
                <a:close/>
                <a:moveTo>
                  <a:pt x="1067947" y="377228"/>
                </a:moveTo>
                <a:lnTo>
                  <a:pt x="1066916" y="380377"/>
                </a:lnTo>
                <a:lnTo>
                  <a:pt x="1071343" y="385323"/>
                </a:lnTo>
                <a:lnTo>
                  <a:pt x="1072820" y="383395"/>
                </a:lnTo>
                <a:lnTo>
                  <a:pt x="1072162" y="382154"/>
                </a:lnTo>
                <a:close/>
                <a:moveTo>
                  <a:pt x="1014990" y="495788"/>
                </a:moveTo>
                <a:lnTo>
                  <a:pt x="1015129" y="495915"/>
                </a:lnTo>
                <a:lnTo>
                  <a:pt x="1015834" y="494522"/>
                </a:lnTo>
                <a:lnTo>
                  <a:pt x="1015745" y="494427"/>
                </a:lnTo>
                <a:close/>
                <a:moveTo>
                  <a:pt x="1033794" y="453659"/>
                </a:moveTo>
                <a:lnTo>
                  <a:pt x="1033578" y="455271"/>
                </a:lnTo>
                <a:lnTo>
                  <a:pt x="1034763" y="457118"/>
                </a:lnTo>
                <a:lnTo>
                  <a:pt x="1035421" y="455819"/>
                </a:lnTo>
                <a:close/>
                <a:moveTo>
                  <a:pt x="430557" y="1804359"/>
                </a:moveTo>
                <a:lnTo>
                  <a:pt x="430610" y="1804393"/>
                </a:lnTo>
                <a:lnTo>
                  <a:pt x="433467" y="1803895"/>
                </a:lnTo>
                <a:lnTo>
                  <a:pt x="433299" y="1803814"/>
                </a:lnTo>
                <a:close/>
                <a:moveTo>
                  <a:pt x="1071921" y="368172"/>
                </a:moveTo>
                <a:lnTo>
                  <a:pt x="1077405" y="377405"/>
                </a:lnTo>
                <a:lnTo>
                  <a:pt x="1080686" y="373123"/>
                </a:lnTo>
                <a:lnTo>
                  <a:pt x="1080025" y="367855"/>
                </a:lnTo>
                <a:lnTo>
                  <a:pt x="1077173" y="362315"/>
                </a:lnTo>
                <a:close/>
                <a:moveTo>
                  <a:pt x="441982" y="1778591"/>
                </a:moveTo>
                <a:lnTo>
                  <a:pt x="442238" y="1779188"/>
                </a:lnTo>
                <a:lnTo>
                  <a:pt x="445349" y="1780046"/>
                </a:lnTo>
                <a:lnTo>
                  <a:pt x="445910" y="1779960"/>
                </a:lnTo>
                <a:lnTo>
                  <a:pt x="445078" y="1779423"/>
                </a:lnTo>
                <a:close/>
                <a:moveTo>
                  <a:pt x="1013957" y="497649"/>
                </a:moveTo>
                <a:lnTo>
                  <a:pt x="1013658" y="498823"/>
                </a:lnTo>
                <a:lnTo>
                  <a:pt x="1014282" y="497589"/>
                </a:lnTo>
                <a:lnTo>
                  <a:pt x="1014208" y="497304"/>
                </a:lnTo>
                <a:lnTo>
                  <a:pt x="1014166" y="497273"/>
                </a:lnTo>
                <a:close/>
                <a:moveTo>
                  <a:pt x="1068561" y="375355"/>
                </a:moveTo>
                <a:lnTo>
                  <a:pt x="1068103" y="376752"/>
                </a:lnTo>
                <a:lnTo>
                  <a:pt x="1068385" y="377069"/>
                </a:lnTo>
                <a:lnTo>
                  <a:pt x="1071230" y="380394"/>
                </a:lnTo>
                <a:close/>
                <a:moveTo>
                  <a:pt x="441143" y="1780205"/>
                </a:moveTo>
                <a:lnTo>
                  <a:pt x="441105" y="1780342"/>
                </a:lnTo>
                <a:lnTo>
                  <a:pt x="441217" y="1780377"/>
                </a:lnTo>
                <a:close/>
                <a:moveTo>
                  <a:pt x="1100593" y="303051"/>
                </a:moveTo>
                <a:lnTo>
                  <a:pt x="1102249" y="312936"/>
                </a:lnTo>
                <a:lnTo>
                  <a:pt x="1103527" y="323013"/>
                </a:lnTo>
                <a:lnTo>
                  <a:pt x="1104850" y="325349"/>
                </a:lnTo>
                <a:lnTo>
                  <a:pt x="1109966" y="314624"/>
                </a:lnTo>
                <a:lnTo>
                  <a:pt x="1107495" y="295127"/>
                </a:lnTo>
                <a:lnTo>
                  <a:pt x="1107489" y="295119"/>
                </a:lnTo>
                <a:close/>
                <a:moveTo>
                  <a:pt x="1034207" y="451593"/>
                </a:moveTo>
                <a:lnTo>
                  <a:pt x="1036330" y="454021"/>
                </a:lnTo>
                <a:lnTo>
                  <a:pt x="1037283" y="452140"/>
                </a:lnTo>
                <a:lnTo>
                  <a:pt x="1034896" y="450586"/>
                </a:lnTo>
                <a:close/>
                <a:moveTo>
                  <a:pt x="1051218" y="413045"/>
                </a:moveTo>
                <a:lnTo>
                  <a:pt x="1051269" y="413120"/>
                </a:lnTo>
                <a:lnTo>
                  <a:pt x="1051325" y="412903"/>
                </a:lnTo>
                <a:close/>
                <a:moveTo>
                  <a:pt x="1070538" y="369714"/>
                </a:moveTo>
                <a:lnTo>
                  <a:pt x="1071513" y="372935"/>
                </a:lnTo>
                <a:lnTo>
                  <a:pt x="1075322" y="380126"/>
                </a:lnTo>
                <a:lnTo>
                  <a:pt x="1077255" y="377602"/>
                </a:lnTo>
                <a:lnTo>
                  <a:pt x="1074680" y="373130"/>
                </a:lnTo>
                <a:lnTo>
                  <a:pt x="1071809" y="368297"/>
                </a:lnTo>
                <a:close/>
                <a:moveTo>
                  <a:pt x="1080532" y="347237"/>
                </a:moveTo>
                <a:lnTo>
                  <a:pt x="1082657" y="355737"/>
                </a:lnTo>
                <a:lnTo>
                  <a:pt x="1084323" y="353880"/>
                </a:lnTo>
                <a:lnTo>
                  <a:pt x="1084814" y="353793"/>
                </a:lnTo>
                <a:lnTo>
                  <a:pt x="1082747" y="356098"/>
                </a:lnTo>
                <a:lnTo>
                  <a:pt x="1082854" y="356523"/>
                </a:lnTo>
                <a:lnTo>
                  <a:pt x="1086449" y="363912"/>
                </a:lnTo>
                <a:lnTo>
                  <a:pt x="1090648" y="355111"/>
                </a:lnTo>
                <a:close/>
                <a:moveTo>
                  <a:pt x="1036573" y="445644"/>
                </a:moveTo>
                <a:lnTo>
                  <a:pt x="1037078" y="446392"/>
                </a:lnTo>
                <a:lnTo>
                  <a:pt x="1038172" y="444922"/>
                </a:lnTo>
                <a:lnTo>
                  <a:pt x="1037879" y="443650"/>
                </a:lnTo>
                <a:close/>
                <a:moveTo>
                  <a:pt x="1070274" y="370127"/>
                </a:moveTo>
                <a:lnTo>
                  <a:pt x="1070141" y="370532"/>
                </a:lnTo>
                <a:lnTo>
                  <a:pt x="1070583" y="371236"/>
                </a:lnTo>
                <a:close/>
                <a:moveTo>
                  <a:pt x="442222" y="1776290"/>
                </a:moveTo>
                <a:lnTo>
                  <a:pt x="442104" y="1776720"/>
                </a:lnTo>
                <a:lnTo>
                  <a:pt x="442847" y="1777200"/>
                </a:lnTo>
                <a:lnTo>
                  <a:pt x="451285" y="1779105"/>
                </a:lnTo>
                <a:lnTo>
                  <a:pt x="445506" y="1776566"/>
                </a:lnTo>
                <a:lnTo>
                  <a:pt x="444556" y="1776296"/>
                </a:lnTo>
                <a:close/>
                <a:moveTo>
                  <a:pt x="1039299" y="439276"/>
                </a:moveTo>
                <a:lnTo>
                  <a:pt x="1039476" y="440046"/>
                </a:lnTo>
                <a:lnTo>
                  <a:pt x="1039559" y="439930"/>
                </a:lnTo>
                <a:close/>
                <a:moveTo>
                  <a:pt x="443775" y="1772708"/>
                </a:moveTo>
                <a:lnTo>
                  <a:pt x="444865" y="1773095"/>
                </a:lnTo>
                <a:lnTo>
                  <a:pt x="446407" y="1773458"/>
                </a:lnTo>
                <a:lnTo>
                  <a:pt x="446954" y="1773435"/>
                </a:lnTo>
                <a:close/>
                <a:moveTo>
                  <a:pt x="1035950" y="446598"/>
                </a:moveTo>
                <a:lnTo>
                  <a:pt x="1036448" y="447237"/>
                </a:lnTo>
                <a:lnTo>
                  <a:pt x="1036970" y="446536"/>
                </a:lnTo>
                <a:lnTo>
                  <a:pt x="1036468" y="445805"/>
                </a:lnTo>
                <a:close/>
                <a:moveTo>
                  <a:pt x="1070807" y="368503"/>
                </a:moveTo>
                <a:lnTo>
                  <a:pt x="1070573" y="369216"/>
                </a:lnTo>
                <a:lnTo>
                  <a:pt x="1071644" y="368019"/>
                </a:lnTo>
                <a:lnTo>
                  <a:pt x="1071343" y="367512"/>
                </a:lnTo>
                <a:close/>
                <a:moveTo>
                  <a:pt x="1034261" y="450173"/>
                </a:moveTo>
                <a:lnTo>
                  <a:pt x="1034261" y="450174"/>
                </a:lnTo>
                <a:lnTo>
                  <a:pt x="1034262" y="450173"/>
                </a:lnTo>
                <a:close/>
                <a:moveTo>
                  <a:pt x="1057329" y="398450"/>
                </a:moveTo>
                <a:lnTo>
                  <a:pt x="1057007" y="399695"/>
                </a:lnTo>
                <a:lnTo>
                  <a:pt x="1057678" y="400767"/>
                </a:lnTo>
                <a:lnTo>
                  <a:pt x="1058198" y="399177"/>
                </a:lnTo>
                <a:close/>
                <a:moveTo>
                  <a:pt x="1071206" y="367282"/>
                </a:moveTo>
                <a:lnTo>
                  <a:pt x="1070994" y="367928"/>
                </a:lnTo>
                <a:lnTo>
                  <a:pt x="1071278" y="367403"/>
                </a:lnTo>
                <a:close/>
                <a:moveTo>
                  <a:pt x="432300" y="1797713"/>
                </a:moveTo>
                <a:lnTo>
                  <a:pt x="434586" y="1799740"/>
                </a:lnTo>
                <a:lnTo>
                  <a:pt x="435756" y="1799852"/>
                </a:lnTo>
                <a:lnTo>
                  <a:pt x="435877" y="1798733"/>
                </a:lnTo>
                <a:close/>
                <a:moveTo>
                  <a:pt x="1057608" y="397373"/>
                </a:moveTo>
                <a:lnTo>
                  <a:pt x="1057461" y="397943"/>
                </a:lnTo>
                <a:lnTo>
                  <a:pt x="1058362" y="398678"/>
                </a:lnTo>
                <a:lnTo>
                  <a:pt x="1058535" y="398149"/>
                </a:lnTo>
                <a:close/>
                <a:moveTo>
                  <a:pt x="414201" y="1838076"/>
                </a:moveTo>
                <a:lnTo>
                  <a:pt x="416323" y="1839574"/>
                </a:lnTo>
                <a:lnTo>
                  <a:pt x="418384" y="1839458"/>
                </a:lnTo>
                <a:lnTo>
                  <a:pt x="415488" y="1838007"/>
                </a:lnTo>
                <a:close/>
                <a:moveTo>
                  <a:pt x="1021212" y="478323"/>
                </a:moveTo>
                <a:lnTo>
                  <a:pt x="1022637" y="479609"/>
                </a:lnTo>
                <a:lnTo>
                  <a:pt x="1022969" y="479104"/>
                </a:lnTo>
                <a:close/>
                <a:moveTo>
                  <a:pt x="1049084" y="415911"/>
                </a:moveTo>
                <a:lnTo>
                  <a:pt x="1050037" y="417878"/>
                </a:lnTo>
                <a:lnTo>
                  <a:pt x="1051021" y="414077"/>
                </a:lnTo>
                <a:lnTo>
                  <a:pt x="1050747" y="413677"/>
                </a:lnTo>
                <a:close/>
                <a:moveTo>
                  <a:pt x="428831" y="1804702"/>
                </a:moveTo>
                <a:lnTo>
                  <a:pt x="428831" y="1804703"/>
                </a:lnTo>
                <a:lnTo>
                  <a:pt x="429207" y="1804638"/>
                </a:lnTo>
                <a:lnTo>
                  <a:pt x="429196" y="1804630"/>
                </a:lnTo>
                <a:close/>
                <a:moveTo>
                  <a:pt x="1015848" y="490230"/>
                </a:moveTo>
                <a:lnTo>
                  <a:pt x="1015724" y="490715"/>
                </a:lnTo>
                <a:lnTo>
                  <a:pt x="1015907" y="490386"/>
                </a:lnTo>
                <a:close/>
                <a:moveTo>
                  <a:pt x="443671" y="1771033"/>
                </a:moveTo>
                <a:lnTo>
                  <a:pt x="443350" y="1772198"/>
                </a:lnTo>
                <a:lnTo>
                  <a:pt x="448817" y="1773358"/>
                </a:lnTo>
                <a:lnTo>
                  <a:pt x="449505" y="1773329"/>
                </a:lnTo>
                <a:close/>
                <a:moveTo>
                  <a:pt x="1018373" y="484075"/>
                </a:moveTo>
                <a:lnTo>
                  <a:pt x="1018948" y="485241"/>
                </a:lnTo>
                <a:lnTo>
                  <a:pt x="1020024" y="483599"/>
                </a:lnTo>
                <a:lnTo>
                  <a:pt x="1019150" y="483031"/>
                </a:lnTo>
                <a:close/>
                <a:moveTo>
                  <a:pt x="1048139" y="417180"/>
                </a:moveTo>
                <a:lnTo>
                  <a:pt x="1048881" y="420398"/>
                </a:lnTo>
                <a:lnTo>
                  <a:pt x="1049292" y="420755"/>
                </a:lnTo>
                <a:lnTo>
                  <a:pt x="1049849" y="418604"/>
                </a:lnTo>
                <a:lnTo>
                  <a:pt x="1048780" y="416321"/>
                </a:lnTo>
                <a:close/>
                <a:moveTo>
                  <a:pt x="1063362" y="382658"/>
                </a:moveTo>
                <a:lnTo>
                  <a:pt x="1063471" y="383084"/>
                </a:lnTo>
                <a:lnTo>
                  <a:pt x="1064049" y="381320"/>
                </a:lnTo>
                <a:close/>
                <a:moveTo>
                  <a:pt x="1073954" y="358895"/>
                </a:moveTo>
                <a:lnTo>
                  <a:pt x="1071272" y="367081"/>
                </a:lnTo>
                <a:lnTo>
                  <a:pt x="1071367" y="367240"/>
                </a:lnTo>
                <a:lnTo>
                  <a:pt x="1072886" y="364433"/>
                </a:lnTo>
                <a:lnTo>
                  <a:pt x="1073046" y="364365"/>
                </a:lnTo>
                <a:lnTo>
                  <a:pt x="1071431" y="367348"/>
                </a:lnTo>
                <a:lnTo>
                  <a:pt x="1071756" y="367895"/>
                </a:lnTo>
                <a:lnTo>
                  <a:pt x="1077023" y="362022"/>
                </a:lnTo>
                <a:lnTo>
                  <a:pt x="1076389" y="360789"/>
                </a:lnTo>
                <a:close/>
                <a:moveTo>
                  <a:pt x="1074562" y="357241"/>
                </a:moveTo>
                <a:lnTo>
                  <a:pt x="1074268" y="357957"/>
                </a:lnTo>
                <a:lnTo>
                  <a:pt x="1075318" y="358710"/>
                </a:lnTo>
                <a:close/>
                <a:moveTo>
                  <a:pt x="1061947" y="385418"/>
                </a:moveTo>
                <a:lnTo>
                  <a:pt x="1062364" y="386346"/>
                </a:lnTo>
                <a:lnTo>
                  <a:pt x="1062390" y="386383"/>
                </a:lnTo>
                <a:lnTo>
                  <a:pt x="1063284" y="383655"/>
                </a:lnTo>
                <a:lnTo>
                  <a:pt x="1063140" y="383092"/>
                </a:lnTo>
                <a:close/>
                <a:moveTo>
                  <a:pt x="1016919" y="486030"/>
                </a:moveTo>
                <a:lnTo>
                  <a:pt x="1016244" y="488675"/>
                </a:lnTo>
                <a:lnTo>
                  <a:pt x="1016298" y="488800"/>
                </a:lnTo>
                <a:lnTo>
                  <a:pt x="1016613" y="489115"/>
                </a:lnTo>
                <a:lnTo>
                  <a:pt x="1017729" y="487103"/>
                </a:lnTo>
                <a:lnTo>
                  <a:pt x="1018657" y="485685"/>
                </a:lnTo>
                <a:lnTo>
                  <a:pt x="1018078" y="484471"/>
                </a:lnTo>
                <a:close/>
                <a:moveTo>
                  <a:pt x="392052" y="1885168"/>
                </a:moveTo>
                <a:lnTo>
                  <a:pt x="406316" y="1889339"/>
                </a:lnTo>
                <a:lnTo>
                  <a:pt x="421621" y="1893591"/>
                </a:lnTo>
                <a:lnTo>
                  <a:pt x="421542" y="1893438"/>
                </a:lnTo>
                <a:lnTo>
                  <a:pt x="422268" y="1893771"/>
                </a:lnTo>
                <a:lnTo>
                  <a:pt x="422779" y="1893913"/>
                </a:lnTo>
                <a:lnTo>
                  <a:pt x="425529" y="1893879"/>
                </a:lnTo>
                <a:lnTo>
                  <a:pt x="436804" y="1890868"/>
                </a:lnTo>
                <a:lnTo>
                  <a:pt x="426907" y="1889422"/>
                </a:lnTo>
                <a:lnTo>
                  <a:pt x="426684" y="1889139"/>
                </a:lnTo>
                <a:lnTo>
                  <a:pt x="437411" y="1890706"/>
                </a:lnTo>
                <a:lnTo>
                  <a:pt x="440356" y="1889919"/>
                </a:lnTo>
                <a:lnTo>
                  <a:pt x="440329" y="1889661"/>
                </a:lnTo>
                <a:lnTo>
                  <a:pt x="423718" y="1888190"/>
                </a:lnTo>
                <a:lnTo>
                  <a:pt x="423454" y="1887942"/>
                </a:lnTo>
                <a:lnTo>
                  <a:pt x="440305" y="1889433"/>
                </a:lnTo>
                <a:lnTo>
                  <a:pt x="440237" y="1888802"/>
                </a:lnTo>
                <a:lnTo>
                  <a:pt x="409340" y="1880084"/>
                </a:lnTo>
                <a:close/>
                <a:moveTo>
                  <a:pt x="1076996" y="351323"/>
                </a:moveTo>
                <a:lnTo>
                  <a:pt x="1075076" y="355994"/>
                </a:lnTo>
                <a:lnTo>
                  <a:pt x="1077148" y="360019"/>
                </a:lnTo>
                <a:lnTo>
                  <a:pt x="1078164" y="360748"/>
                </a:lnTo>
                <a:lnTo>
                  <a:pt x="1078417" y="360466"/>
                </a:lnTo>
                <a:lnTo>
                  <a:pt x="1078364" y="360356"/>
                </a:lnTo>
                <a:lnTo>
                  <a:pt x="1078469" y="360409"/>
                </a:lnTo>
                <a:lnTo>
                  <a:pt x="1079014" y="359800"/>
                </a:lnTo>
                <a:lnTo>
                  <a:pt x="1078913" y="359000"/>
                </a:lnTo>
                <a:close/>
                <a:moveTo>
                  <a:pt x="1059317" y="390771"/>
                </a:moveTo>
                <a:lnTo>
                  <a:pt x="1057668" y="397144"/>
                </a:lnTo>
                <a:lnTo>
                  <a:pt x="1058612" y="397913"/>
                </a:lnTo>
                <a:lnTo>
                  <a:pt x="1060037" y="393565"/>
                </a:lnTo>
                <a:close/>
                <a:moveTo>
                  <a:pt x="365101" y="1945205"/>
                </a:moveTo>
                <a:lnTo>
                  <a:pt x="413620" y="1964611"/>
                </a:lnTo>
                <a:lnTo>
                  <a:pt x="426873" y="1963289"/>
                </a:lnTo>
                <a:lnTo>
                  <a:pt x="394075" y="1944335"/>
                </a:lnTo>
                <a:lnTo>
                  <a:pt x="390258" y="1942060"/>
                </a:lnTo>
                <a:close/>
                <a:moveTo>
                  <a:pt x="1059577" y="390037"/>
                </a:moveTo>
                <a:lnTo>
                  <a:pt x="1060288" y="392799"/>
                </a:lnTo>
                <a:lnTo>
                  <a:pt x="1061980" y="387634"/>
                </a:lnTo>
                <a:lnTo>
                  <a:pt x="1061336" y="386607"/>
                </a:lnTo>
                <a:close/>
                <a:moveTo>
                  <a:pt x="1046305" y="419645"/>
                </a:moveTo>
                <a:lnTo>
                  <a:pt x="1047039" y="420261"/>
                </a:lnTo>
                <a:lnTo>
                  <a:pt x="1046757" y="419037"/>
                </a:lnTo>
                <a:close/>
                <a:moveTo>
                  <a:pt x="428424" y="1803011"/>
                </a:moveTo>
                <a:lnTo>
                  <a:pt x="430325" y="1804213"/>
                </a:lnTo>
                <a:lnTo>
                  <a:pt x="433016" y="1803678"/>
                </a:lnTo>
                <a:lnTo>
                  <a:pt x="431393" y="1802897"/>
                </a:lnTo>
                <a:close/>
                <a:moveTo>
                  <a:pt x="446967" y="1761402"/>
                </a:moveTo>
                <a:lnTo>
                  <a:pt x="447620" y="1761797"/>
                </a:lnTo>
                <a:lnTo>
                  <a:pt x="450608" y="1762489"/>
                </a:lnTo>
                <a:lnTo>
                  <a:pt x="450361" y="1761989"/>
                </a:lnTo>
                <a:lnTo>
                  <a:pt x="449706" y="1761437"/>
                </a:lnTo>
                <a:close/>
                <a:moveTo>
                  <a:pt x="1017581" y="483431"/>
                </a:moveTo>
                <a:lnTo>
                  <a:pt x="1017069" y="485438"/>
                </a:lnTo>
                <a:lnTo>
                  <a:pt x="1017965" y="484235"/>
                </a:lnTo>
                <a:close/>
                <a:moveTo>
                  <a:pt x="1095526" y="308881"/>
                </a:moveTo>
                <a:lnTo>
                  <a:pt x="1102192" y="320655"/>
                </a:lnTo>
                <a:lnTo>
                  <a:pt x="1100042" y="303687"/>
                </a:lnTo>
                <a:close/>
                <a:moveTo>
                  <a:pt x="1066168" y="374589"/>
                </a:moveTo>
                <a:lnTo>
                  <a:pt x="1066231" y="374660"/>
                </a:lnTo>
                <a:lnTo>
                  <a:pt x="1066303" y="374439"/>
                </a:lnTo>
                <a:close/>
                <a:moveTo>
                  <a:pt x="1035111" y="443827"/>
                </a:moveTo>
                <a:lnTo>
                  <a:pt x="1034918" y="445268"/>
                </a:lnTo>
                <a:lnTo>
                  <a:pt x="1035351" y="445825"/>
                </a:lnTo>
                <a:lnTo>
                  <a:pt x="1035928" y="445017"/>
                </a:lnTo>
                <a:close/>
                <a:moveTo>
                  <a:pt x="402367" y="1860579"/>
                </a:moveTo>
                <a:lnTo>
                  <a:pt x="404963" y="1862123"/>
                </a:lnTo>
                <a:lnTo>
                  <a:pt x="419372" y="1864524"/>
                </a:lnTo>
                <a:lnTo>
                  <a:pt x="429959" y="1865500"/>
                </a:lnTo>
                <a:close/>
                <a:moveTo>
                  <a:pt x="1045223" y="421098"/>
                </a:moveTo>
                <a:lnTo>
                  <a:pt x="1048017" y="424510"/>
                </a:lnTo>
                <a:lnTo>
                  <a:pt x="1047267" y="421255"/>
                </a:lnTo>
                <a:lnTo>
                  <a:pt x="1045938" y="420137"/>
                </a:lnTo>
                <a:close/>
                <a:moveTo>
                  <a:pt x="1017892" y="482212"/>
                </a:moveTo>
                <a:lnTo>
                  <a:pt x="1017742" y="482799"/>
                </a:lnTo>
                <a:lnTo>
                  <a:pt x="1018257" y="483843"/>
                </a:lnTo>
                <a:lnTo>
                  <a:pt x="1018957" y="482904"/>
                </a:lnTo>
                <a:close/>
                <a:moveTo>
                  <a:pt x="1085376" y="330942"/>
                </a:moveTo>
                <a:lnTo>
                  <a:pt x="1079831" y="344429"/>
                </a:lnTo>
                <a:lnTo>
                  <a:pt x="1079832" y="344433"/>
                </a:lnTo>
                <a:lnTo>
                  <a:pt x="1091692" y="352925"/>
                </a:lnTo>
                <a:lnTo>
                  <a:pt x="1094795" y="346422"/>
                </a:lnTo>
                <a:close/>
                <a:moveTo>
                  <a:pt x="1018470" y="480264"/>
                </a:moveTo>
                <a:lnTo>
                  <a:pt x="1018353" y="480574"/>
                </a:lnTo>
                <a:lnTo>
                  <a:pt x="1018912" y="480938"/>
                </a:lnTo>
                <a:close/>
                <a:moveTo>
                  <a:pt x="1052887" y="403077"/>
                </a:moveTo>
                <a:lnTo>
                  <a:pt x="1053601" y="404114"/>
                </a:lnTo>
                <a:lnTo>
                  <a:pt x="1053865" y="403092"/>
                </a:lnTo>
                <a:lnTo>
                  <a:pt x="1053276" y="402320"/>
                </a:lnTo>
                <a:close/>
                <a:moveTo>
                  <a:pt x="1060670" y="385545"/>
                </a:moveTo>
                <a:lnTo>
                  <a:pt x="1059808" y="388874"/>
                </a:lnTo>
                <a:lnTo>
                  <a:pt x="1061135" y="386288"/>
                </a:lnTo>
                <a:close/>
                <a:moveTo>
                  <a:pt x="1123657" y="244453"/>
                </a:moveTo>
                <a:lnTo>
                  <a:pt x="1138688" y="258896"/>
                </a:lnTo>
                <a:lnTo>
                  <a:pt x="1144334" y="252575"/>
                </a:lnTo>
                <a:lnTo>
                  <a:pt x="1142400" y="242846"/>
                </a:lnTo>
                <a:lnTo>
                  <a:pt x="1139385" y="228684"/>
                </a:lnTo>
                <a:lnTo>
                  <a:pt x="1139546" y="228820"/>
                </a:lnTo>
                <a:lnTo>
                  <a:pt x="1144552" y="252331"/>
                </a:lnTo>
                <a:lnTo>
                  <a:pt x="1144863" y="251983"/>
                </a:lnTo>
                <a:lnTo>
                  <a:pt x="1156638" y="231339"/>
                </a:lnTo>
                <a:lnTo>
                  <a:pt x="1166828" y="215023"/>
                </a:lnTo>
                <a:lnTo>
                  <a:pt x="1163019" y="195872"/>
                </a:lnTo>
                <a:lnTo>
                  <a:pt x="1150376" y="210026"/>
                </a:lnTo>
                <a:lnTo>
                  <a:pt x="1127433" y="236417"/>
                </a:lnTo>
                <a:close/>
                <a:moveTo>
                  <a:pt x="1038354" y="435175"/>
                </a:moveTo>
                <a:lnTo>
                  <a:pt x="1039062" y="438246"/>
                </a:lnTo>
                <a:lnTo>
                  <a:pt x="1039147" y="438461"/>
                </a:lnTo>
                <a:lnTo>
                  <a:pt x="1039799" y="439592"/>
                </a:lnTo>
                <a:lnTo>
                  <a:pt x="1041584" y="437092"/>
                </a:lnTo>
                <a:close/>
                <a:moveTo>
                  <a:pt x="446867" y="1759438"/>
                </a:moveTo>
                <a:lnTo>
                  <a:pt x="446671" y="1760147"/>
                </a:lnTo>
                <a:lnTo>
                  <a:pt x="448067" y="1760056"/>
                </a:lnTo>
                <a:lnTo>
                  <a:pt x="447765" y="1759802"/>
                </a:lnTo>
                <a:close/>
                <a:moveTo>
                  <a:pt x="1061023" y="384181"/>
                </a:moveTo>
                <a:lnTo>
                  <a:pt x="1060971" y="384380"/>
                </a:lnTo>
                <a:lnTo>
                  <a:pt x="1061358" y="384925"/>
                </a:lnTo>
                <a:close/>
                <a:moveTo>
                  <a:pt x="1092254" y="314216"/>
                </a:moveTo>
                <a:lnTo>
                  <a:pt x="1085550" y="330520"/>
                </a:lnTo>
                <a:lnTo>
                  <a:pt x="1095075" y="345834"/>
                </a:lnTo>
                <a:lnTo>
                  <a:pt x="1102290" y="330713"/>
                </a:lnTo>
                <a:close/>
                <a:moveTo>
                  <a:pt x="1023429" y="468204"/>
                </a:moveTo>
                <a:lnTo>
                  <a:pt x="1024836" y="470644"/>
                </a:lnTo>
                <a:lnTo>
                  <a:pt x="1025016" y="468890"/>
                </a:lnTo>
                <a:lnTo>
                  <a:pt x="1024069" y="467669"/>
                </a:lnTo>
                <a:close/>
                <a:moveTo>
                  <a:pt x="1093086" y="312193"/>
                </a:moveTo>
                <a:lnTo>
                  <a:pt x="1092561" y="313468"/>
                </a:lnTo>
                <a:lnTo>
                  <a:pt x="1098773" y="323456"/>
                </a:lnTo>
                <a:lnTo>
                  <a:pt x="1102676" y="329905"/>
                </a:lnTo>
                <a:lnTo>
                  <a:pt x="1103220" y="328765"/>
                </a:lnTo>
                <a:lnTo>
                  <a:pt x="1102993" y="326977"/>
                </a:lnTo>
                <a:close/>
                <a:moveTo>
                  <a:pt x="1020901" y="473764"/>
                </a:moveTo>
                <a:lnTo>
                  <a:pt x="1019997" y="476181"/>
                </a:lnTo>
                <a:lnTo>
                  <a:pt x="1022865" y="477455"/>
                </a:lnTo>
                <a:lnTo>
                  <a:pt x="1022453" y="476181"/>
                </a:lnTo>
                <a:close/>
                <a:moveTo>
                  <a:pt x="1093480" y="311234"/>
                </a:moveTo>
                <a:lnTo>
                  <a:pt x="1093434" y="311346"/>
                </a:lnTo>
                <a:lnTo>
                  <a:pt x="1102779" y="325289"/>
                </a:lnTo>
                <a:lnTo>
                  <a:pt x="1102413" y="322408"/>
                </a:lnTo>
                <a:lnTo>
                  <a:pt x="1095059" y="309418"/>
                </a:lnTo>
                <a:close/>
                <a:moveTo>
                  <a:pt x="1049247" y="410171"/>
                </a:moveTo>
                <a:lnTo>
                  <a:pt x="1050888" y="412564"/>
                </a:lnTo>
                <a:lnTo>
                  <a:pt x="1051427" y="411840"/>
                </a:lnTo>
                <a:lnTo>
                  <a:pt x="1049759" y="409173"/>
                </a:lnTo>
                <a:close/>
                <a:moveTo>
                  <a:pt x="1042972" y="424121"/>
                </a:moveTo>
                <a:lnTo>
                  <a:pt x="1047277" y="428541"/>
                </a:lnTo>
                <a:lnTo>
                  <a:pt x="1048147" y="425180"/>
                </a:lnTo>
                <a:lnTo>
                  <a:pt x="1045025" y="421364"/>
                </a:lnTo>
                <a:close/>
                <a:moveTo>
                  <a:pt x="1094576" y="308568"/>
                </a:moveTo>
                <a:lnTo>
                  <a:pt x="1094276" y="309298"/>
                </a:lnTo>
                <a:lnTo>
                  <a:pt x="1094708" y="308801"/>
                </a:lnTo>
                <a:close/>
                <a:moveTo>
                  <a:pt x="1063951" y="377061"/>
                </a:moveTo>
                <a:lnTo>
                  <a:pt x="1065045" y="378282"/>
                </a:lnTo>
                <a:lnTo>
                  <a:pt x="1066098" y="375066"/>
                </a:lnTo>
                <a:lnTo>
                  <a:pt x="1065924" y="374862"/>
                </a:lnTo>
                <a:close/>
                <a:moveTo>
                  <a:pt x="1047774" y="413208"/>
                </a:moveTo>
                <a:lnTo>
                  <a:pt x="1048812" y="415351"/>
                </a:lnTo>
                <a:lnTo>
                  <a:pt x="1050417" y="413195"/>
                </a:lnTo>
                <a:lnTo>
                  <a:pt x="1048930" y="411028"/>
                </a:lnTo>
                <a:close/>
                <a:moveTo>
                  <a:pt x="1047392" y="413930"/>
                </a:moveTo>
                <a:lnTo>
                  <a:pt x="1047977" y="416474"/>
                </a:lnTo>
                <a:lnTo>
                  <a:pt x="1048514" y="415752"/>
                </a:lnTo>
                <a:lnTo>
                  <a:pt x="1047534" y="413661"/>
                </a:lnTo>
                <a:close/>
                <a:moveTo>
                  <a:pt x="1022779" y="468747"/>
                </a:moveTo>
                <a:lnTo>
                  <a:pt x="1022365" y="469852"/>
                </a:lnTo>
                <a:lnTo>
                  <a:pt x="1024608" y="472862"/>
                </a:lnTo>
                <a:lnTo>
                  <a:pt x="1024742" y="471559"/>
                </a:lnTo>
                <a:lnTo>
                  <a:pt x="1023046" y="468524"/>
                </a:lnTo>
                <a:close/>
                <a:moveTo>
                  <a:pt x="1023160" y="467737"/>
                </a:moveTo>
                <a:lnTo>
                  <a:pt x="1023211" y="467824"/>
                </a:lnTo>
                <a:lnTo>
                  <a:pt x="1023811" y="467337"/>
                </a:lnTo>
                <a:lnTo>
                  <a:pt x="1023610" y="467079"/>
                </a:lnTo>
                <a:close/>
                <a:moveTo>
                  <a:pt x="1012008" y="492627"/>
                </a:moveTo>
                <a:lnTo>
                  <a:pt x="1012505" y="493200"/>
                </a:lnTo>
                <a:lnTo>
                  <a:pt x="1012823" y="491952"/>
                </a:lnTo>
                <a:lnTo>
                  <a:pt x="1012742" y="491641"/>
                </a:lnTo>
                <a:close/>
                <a:moveTo>
                  <a:pt x="1106964" y="279979"/>
                </a:moveTo>
                <a:lnTo>
                  <a:pt x="1108210" y="289813"/>
                </a:lnTo>
                <a:lnTo>
                  <a:pt x="1109396" y="291907"/>
                </a:lnTo>
                <a:lnTo>
                  <a:pt x="1116480" y="283757"/>
                </a:lnTo>
                <a:lnTo>
                  <a:pt x="1138419" y="259197"/>
                </a:lnTo>
                <a:lnTo>
                  <a:pt x="1123475" y="244840"/>
                </a:lnTo>
                <a:close/>
                <a:moveTo>
                  <a:pt x="1099226" y="297260"/>
                </a:moveTo>
                <a:lnTo>
                  <a:pt x="1094900" y="307779"/>
                </a:lnTo>
                <a:lnTo>
                  <a:pt x="1095175" y="308264"/>
                </a:lnTo>
                <a:lnTo>
                  <a:pt x="1099928" y="302796"/>
                </a:lnTo>
                <a:close/>
                <a:moveTo>
                  <a:pt x="1045510" y="417477"/>
                </a:moveTo>
                <a:lnTo>
                  <a:pt x="1046554" y="418384"/>
                </a:lnTo>
                <a:lnTo>
                  <a:pt x="1046594" y="418330"/>
                </a:lnTo>
                <a:lnTo>
                  <a:pt x="1046130" y="416309"/>
                </a:lnTo>
                <a:close/>
                <a:moveTo>
                  <a:pt x="1105004" y="284150"/>
                </a:moveTo>
                <a:lnTo>
                  <a:pt x="1106421" y="286653"/>
                </a:lnTo>
                <a:lnTo>
                  <a:pt x="1105870" y="282308"/>
                </a:lnTo>
                <a:close/>
                <a:moveTo>
                  <a:pt x="426645" y="1803079"/>
                </a:moveTo>
                <a:lnTo>
                  <a:pt x="428627" y="1804551"/>
                </a:lnTo>
                <a:lnTo>
                  <a:pt x="428979" y="1804481"/>
                </a:lnTo>
                <a:lnTo>
                  <a:pt x="426932" y="1803068"/>
                </a:lnTo>
                <a:close/>
                <a:moveTo>
                  <a:pt x="1044964" y="418518"/>
                </a:moveTo>
                <a:lnTo>
                  <a:pt x="1045881" y="419289"/>
                </a:lnTo>
                <a:lnTo>
                  <a:pt x="1046404" y="418586"/>
                </a:lnTo>
                <a:lnTo>
                  <a:pt x="1045389" y="417705"/>
                </a:lnTo>
                <a:lnTo>
                  <a:pt x="1045124" y="418205"/>
                </a:lnTo>
                <a:close/>
                <a:moveTo>
                  <a:pt x="1035749" y="439081"/>
                </a:moveTo>
                <a:lnTo>
                  <a:pt x="1035151" y="443530"/>
                </a:lnTo>
                <a:lnTo>
                  <a:pt x="1036043" y="444856"/>
                </a:lnTo>
                <a:lnTo>
                  <a:pt x="1037641" y="442617"/>
                </a:lnTo>
                <a:lnTo>
                  <a:pt x="1037508" y="442039"/>
                </a:lnTo>
                <a:close/>
                <a:moveTo>
                  <a:pt x="1103505" y="287340"/>
                </a:moveTo>
                <a:lnTo>
                  <a:pt x="1107208" y="292864"/>
                </a:lnTo>
                <a:lnTo>
                  <a:pt x="1106718" y="289001"/>
                </a:lnTo>
                <a:lnTo>
                  <a:pt x="1104536" y="285147"/>
                </a:lnTo>
                <a:close/>
                <a:moveTo>
                  <a:pt x="1041519" y="426073"/>
                </a:moveTo>
                <a:lnTo>
                  <a:pt x="1046419" y="430317"/>
                </a:lnTo>
                <a:lnTo>
                  <a:pt x="1047044" y="429439"/>
                </a:lnTo>
                <a:lnTo>
                  <a:pt x="1047203" y="428825"/>
                </a:lnTo>
                <a:lnTo>
                  <a:pt x="1042821" y="424324"/>
                </a:lnTo>
                <a:close/>
                <a:moveTo>
                  <a:pt x="1044251" y="419909"/>
                </a:moveTo>
                <a:lnTo>
                  <a:pt x="1044863" y="420655"/>
                </a:lnTo>
                <a:lnTo>
                  <a:pt x="1045514" y="419780"/>
                </a:lnTo>
                <a:lnTo>
                  <a:pt x="1044677" y="419076"/>
                </a:lnTo>
                <a:close/>
                <a:moveTo>
                  <a:pt x="1101898" y="290762"/>
                </a:moveTo>
                <a:lnTo>
                  <a:pt x="1099508" y="296572"/>
                </a:lnTo>
                <a:lnTo>
                  <a:pt x="1100450" y="302195"/>
                </a:lnTo>
                <a:lnTo>
                  <a:pt x="1107104" y="294543"/>
                </a:lnTo>
                <a:lnTo>
                  <a:pt x="1102999" y="288418"/>
                </a:lnTo>
                <a:close/>
                <a:moveTo>
                  <a:pt x="1062224" y="379538"/>
                </a:moveTo>
                <a:lnTo>
                  <a:pt x="1061157" y="383662"/>
                </a:lnTo>
                <a:lnTo>
                  <a:pt x="1061777" y="385039"/>
                </a:lnTo>
                <a:lnTo>
                  <a:pt x="1062546" y="383539"/>
                </a:lnTo>
                <a:lnTo>
                  <a:pt x="1063026" y="382652"/>
                </a:lnTo>
                <a:close/>
                <a:moveTo>
                  <a:pt x="1041261" y="426419"/>
                </a:moveTo>
                <a:lnTo>
                  <a:pt x="1041728" y="427385"/>
                </a:lnTo>
                <a:lnTo>
                  <a:pt x="1044414" y="433125"/>
                </a:lnTo>
                <a:lnTo>
                  <a:pt x="1046222" y="430591"/>
                </a:lnTo>
                <a:lnTo>
                  <a:pt x="1041318" y="426342"/>
                </a:lnTo>
                <a:close/>
                <a:moveTo>
                  <a:pt x="1062426" y="378763"/>
                </a:moveTo>
                <a:lnTo>
                  <a:pt x="1062393" y="378890"/>
                </a:lnTo>
                <a:lnTo>
                  <a:pt x="1063253" y="382232"/>
                </a:lnTo>
                <a:lnTo>
                  <a:pt x="1064514" y="379901"/>
                </a:lnTo>
                <a:lnTo>
                  <a:pt x="1065005" y="378402"/>
                </a:lnTo>
                <a:lnTo>
                  <a:pt x="1063879" y="377143"/>
                </a:lnTo>
                <a:close/>
                <a:moveTo>
                  <a:pt x="1042296" y="423718"/>
                </a:moveTo>
                <a:lnTo>
                  <a:pt x="1042558" y="423751"/>
                </a:lnTo>
                <a:lnTo>
                  <a:pt x="1044664" y="420922"/>
                </a:lnTo>
                <a:lnTo>
                  <a:pt x="1044090" y="420223"/>
                </a:lnTo>
                <a:close/>
                <a:moveTo>
                  <a:pt x="416702" y="1824531"/>
                </a:moveTo>
                <a:lnTo>
                  <a:pt x="419749" y="1826292"/>
                </a:lnTo>
                <a:lnTo>
                  <a:pt x="435201" y="1831196"/>
                </a:lnTo>
                <a:lnTo>
                  <a:pt x="435150" y="1827118"/>
                </a:lnTo>
                <a:lnTo>
                  <a:pt x="434110" y="1826245"/>
                </a:lnTo>
                <a:lnTo>
                  <a:pt x="425622" y="1824355"/>
                </a:lnTo>
                <a:lnTo>
                  <a:pt x="423050" y="1823582"/>
                </a:lnTo>
                <a:close/>
                <a:moveTo>
                  <a:pt x="1010735" y="494337"/>
                </a:moveTo>
                <a:lnTo>
                  <a:pt x="1011995" y="495199"/>
                </a:lnTo>
                <a:lnTo>
                  <a:pt x="1012241" y="494233"/>
                </a:lnTo>
                <a:lnTo>
                  <a:pt x="1011390" y="493458"/>
                </a:lnTo>
                <a:close/>
                <a:moveTo>
                  <a:pt x="1047130" y="412795"/>
                </a:moveTo>
                <a:lnTo>
                  <a:pt x="1047255" y="413341"/>
                </a:lnTo>
                <a:lnTo>
                  <a:pt x="1047323" y="413208"/>
                </a:lnTo>
                <a:close/>
                <a:moveTo>
                  <a:pt x="1041662" y="424954"/>
                </a:moveTo>
                <a:lnTo>
                  <a:pt x="1042430" y="423923"/>
                </a:lnTo>
                <a:lnTo>
                  <a:pt x="1042274" y="423762"/>
                </a:lnTo>
                <a:close/>
                <a:moveTo>
                  <a:pt x="1008723" y="498479"/>
                </a:moveTo>
                <a:lnTo>
                  <a:pt x="1008658" y="499104"/>
                </a:lnTo>
                <a:lnTo>
                  <a:pt x="1008908" y="499436"/>
                </a:lnTo>
                <a:lnTo>
                  <a:pt x="1009827" y="501209"/>
                </a:lnTo>
                <a:lnTo>
                  <a:pt x="1009886" y="501235"/>
                </a:lnTo>
                <a:lnTo>
                  <a:pt x="1010146" y="500766"/>
                </a:lnTo>
                <a:close/>
                <a:moveTo>
                  <a:pt x="1054408" y="396003"/>
                </a:moveTo>
                <a:lnTo>
                  <a:pt x="1055385" y="397215"/>
                </a:lnTo>
                <a:lnTo>
                  <a:pt x="1055469" y="396893"/>
                </a:lnTo>
                <a:close/>
                <a:moveTo>
                  <a:pt x="1038432" y="431561"/>
                </a:moveTo>
                <a:lnTo>
                  <a:pt x="1042226" y="436192"/>
                </a:lnTo>
                <a:lnTo>
                  <a:pt x="1044238" y="433373"/>
                </a:lnTo>
                <a:lnTo>
                  <a:pt x="1041090" y="426649"/>
                </a:lnTo>
                <a:lnTo>
                  <a:pt x="1040134" y="427932"/>
                </a:lnTo>
                <a:lnTo>
                  <a:pt x="1039506" y="429157"/>
                </a:lnTo>
                <a:close/>
                <a:moveTo>
                  <a:pt x="1038234" y="432003"/>
                </a:moveTo>
                <a:lnTo>
                  <a:pt x="1037832" y="432904"/>
                </a:lnTo>
                <a:lnTo>
                  <a:pt x="1038182" y="434427"/>
                </a:lnTo>
                <a:lnTo>
                  <a:pt x="1041909" y="436636"/>
                </a:lnTo>
                <a:lnTo>
                  <a:pt x="1041964" y="436559"/>
                </a:lnTo>
                <a:close/>
                <a:moveTo>
                  <a:pt x="1036230" y="436486"/>
                </a:moveTo>
                <a:lnTo>
                  <a:pt x="1036040" y="436913"/>
                </a:lnTo>
                <a:lnTo>
                  <a:pt x="1035826" y="438506"/>
                </a:lnTo>
                <a:lnTo>
                  <a:pt x="1037243" y="440891"/>
                </a:lnTo>
                <a:close/>
                <a:moveTo>
                  <a:pt x="1063076" y="376245"/>
                </a:moveTo>
                <a:lnTo>
                  <a:pt x="1062594" y="378114"/>
                </a:lnTo>
                <a:lnTo>
                  <a:pt x="1063672" y="376911"/>
                </a:lnTo>
                <a:close/>
                <a:moveTo>
                  <a:pt x="411059" y="1835858"/>
                </a:moveTo>
                <a:lnTo>
                  <a:pt x="413711" y="1837731"/>
                </a:lnTo>
                <a:lnTo>
                  <a:pt x="414819" y="1837671"/>
                </a:lnTo>
                <a:lnTo>
                  <a:pt x="411335" y="1835925"/>
                </a:lnTo>
                <a:close/>
                <a:moveTo>
                  <a:pt x="1012428" y="489211"/>
                </a:moveTo>
                <a:lnTo>
                  <a:pt x="1012705" y="490282"/>
                </a:lnTo>
                <a:lnTo>
                  <a:pt x="1013147" y="490678"/>
                </a:lnTo>
                <a:lnTo>
                  <a:pt x="1013297" y="490093"/>
                </a:lnTo>
                <a:close/>
                <a:moveTo>
                  <a:pt x="1008894" y="496812"/>
                </a:moveTo>
                <a:lnTo>
                  <a:pt x="1008809" y="497639"/>
                </a:lnTo>
                <a:lnTo>
                  <a:pt x="1010433" y="500248"/>
                </a:lnTo>
                <a:lnTo>
                  <a:pt x="1010942" y="499332"/>
                </a:lnTo>
                <a:lnTo>
                  <a:pt x="1011877" y="495664"/>
                </a:lnTo>
                <a:lnTo>
                  <a:pt x="1010480" y="494681"/>
                </a:lnTo>
                <a:close/>
                <a:moveTo>
                  <a:pt x="428049" y="1797173"/>
                </a:moveTo>
                <a:lnTo>
                  <a:pt x="431165" y="1799414"/>
                </a:lnTo>
                <a:lnTo>
                  <a:pt x="431817" y="1799477"/>
                </a:lnTo>
                <a:lnTo>
                  <a:pt x="429330" y="1797087"/>
                </a:lnTo>
                <a:close/>
                <a:moveTo>
                  <a:pt x="1018652" y="474325"/>
                </a:moveTo>
                <a:lnTo>
                  <a:pt x="1018927" y="474874"/>
                </a:lnTo>
                <a:lnTo>
                  <a:pt x="1019712" y="472777"/>
                </a:lnTo>
                <a:close/>
                <a:moveTo>
                  <a:pt x="412200" y="1832179"/>
                </a:moveTo>
                <a:lnTo>
                  <a:pt x="415996" y="1834081"/>
                </a:lnTo>
                <a:lnTo>
                  <a:pt x="416406" y="1834179"/>
                </a:lnTo>
                <a:lnTo>
                  <a:pt x="421951" y="1833855"/>
                </a:lnTo>
                <a:lnTo>
                  <a:pt x="421892" y="1833848"/>
                </a:lnTo>
                <a:lnTo>
                  <a:pt x="421792" y="1833751"/>
                </a:lnTo>
                <a:lnTo>
                  <a:pt x="422457" y="1833826"/>
                </a:lnTo>
                <a:lnTo>
                  <a:pt x="427426" y="1833535"/>
                </a:lnTo>
                <a:lnTo>
                  <a:pt x="424537" y="1832536"/>
                </a:lnTo>
                <a:close/>
                <a:moveTo>
                  <a:pt x="1064013" y="372629"/>
                </a:moveTo>
                <a:lnTo>
                  <a:pt x="1063109" y="376121"/>
                </a:lnTo>
                <a:lnTo>
                  <a:pt x="1063744" y="376831"/>
                </a:lnTo>
                <a:lnTo>
                  <a:pt x="1065722" y="374625"/>
                </a:lnTo>
                <a:close/>
                <a:moveTo>
                  <a:pt x="1037909" y="430922"/>
                </a:moveTo>
                <a:lnTo>
                  <a:pt x="1038005" y="431038"/>
                </a:lnTo>
                <a:lnTo>
                  <a:pt x="1038460" y="430182"/>
                </a:lnTo>
                <a:close/>
                <a:moveTo>
                  <a:pt x="384330" y="1894222"/>
                </a:moveTo>
                <a:lnTo>
                  <a:pt x="389495" y="1894320"/>
                </a:lnTo>
                <a:lnTo>
                  <a:pt x="388378" y="1894334"/>
                </a:lnTo>
                <a:close/>
                <a:moveTo>
                  <a:pt x="1068344" y="362466"/>
                </a:moveTo>
                <a:lnTo>
                  <a:pt x="1069504" y="366296"/>
                </a:lnTo>
                <a:lnTo>
                  <a:pt x="1069961" y="365185"/>
                </a:lnTo>
                <a:close/>
                <a:moveTo>
                  <a:pt x="434095" y="1782636"/>
                </a:moveTo>
                <a:lnTo>
                  <a:pt x="437452" y="1784127"/>
                </a:lnTo>
                <a:lnTo>
                  <a:pt x="437496" y="1783715"/>
                </a:lnTo>
                <a:close/>
                <a:moveTo>
                  <a:pt x="1037501" y="431468"/>
                </a:moveTo>
                <a:lnTo>
                  <a:pt x="1037584" y="431832"/>
                </a:lnTo>
                <a:lnTo>
                  <a:pt x="1037784" y="431456"/>
                </a:lnTo>
                <a:lnTo>
                  <a:pt x="1037641" y="431280"/>
                </a:lnTo>
                <a:close/>
                <a:moveTo>
                  <a:pt x="1064472" y="370855"/>
                </a:moveTo>
                <a:lnTo>
                  <a:pt x="1064103" y="372281"/>
                </a:lnTo>
                <a:lnTo>
                  <a:pt x="1065961" y="374358"/>
                </a:lnTo>
                <a:lnTo>
                  <a:pt x="1066542" y="373710"/>
                </a:lnTo>
                <a:lnTo>
                  <a:pt x="1066758" y="373050"/>
                </a:lnTo>
                <a:close/>
                <a:moveTo>
                  <a:pt x="415002" y="1824785"/>
                </a:moveTo>
                <a:lnTo>
                  <a:pt x="417390" y="1825543"/>
                </a:lnTo>
                <a:lnTo>
                  <a:pt x="415857" y="1824658"/>
                </a:lnTo>
                <a:close/>
                <a:moveTo>
                  <a:pt x="1064966" y="368946"/>
                </a:moveTo>
                <a:lnTo>
                  <a:pt x="1064522" y="370659"/>
                </a:lnTo>
                <a:lnTo>
                  <a:pt x="1066819" y="372865"/>
                </a:lnTo>
                <a:lnTo>
                  <a:pt x="1066883" y="372669"/>
                </a:lnTo>
                <a:lnTo>
                  <a:pt x="1066996" y="372396"/>
                </a:lnTo>
                <a:lnTo>
                  <a:pt x="1066258" y="371004"/>
                </a:lnTo>
                <a:close/>
                <a:moveTo>
                  <a:pt x="1009206" y="493784"/>
                </a:moveTo>
                <a:lnTo>
                  <a:pt x="1008940" y="496363"/>
                </a:lnTo>
                <a:lnTo>
                  <a:pt x="1010291" y="494547"/>
                </a:lnTo>
                <a:close/>
                <a:moveTo>
                  <a:pt x="1065330" y="367538"/>
                </a:moveTo>
                <a:lnTo>
                  <a:pt x="1065321" y="367576"/>
                </a:lnTo>
                <a:lnTo>
                  <a:pt x="1065522" y="367897"/>
                </a:lnTo>
                <a:close/>
                <a:moveTo>
                  <a:pt x="1015694" y="478645"/>
                </a:moveTo>
                <a:lnTo>
                  <a:pt x="1015837" y="478935"/>
                </a:lnTo>
                <a:lnTo>
                  <a:pt x="1017099" y="479757"/>
                </a:lnTo>
                <a:lnTo>
                  <a:pt x="1017476" y="478749"/>
                </a:lnTo>
                <a:lnTo>
                  <a:pt x="1016569" y="477367"/>
                </a:lnTo>
                <a:close/>
                <a:moveTo>
                  <a:pt x="1028579" y="449795"/>
                </a:moveTo>
                <a:lnTo>
                  <a:pt x="1028635" y="451061"/>
                </a:lnTo>
                <a:lnTo>
                  <a:pt x="1028885" y="449198"/>
                </a:lnTo>
                <a:close/>
                <a:moveTo>
                  <a:pt x="1057982" y="383840"/>
                </a:moveTo>
                <a:lnTo>
                  <a:pt x="1058414" y="385517"/>
                </a:lnTo>
                <a:lnTo>
                  <a:pt x="1059067" y="382991"/>
                </a:lnTo>
                <a:lnTo>
                  <a:pt x="1058923" y="382761"/>
                </a:lnTo>
                <a:close/>
                <a:moveTo>
                  <a:pt x="1024419" y="457898"/>
                </a:moveTo>
                <a:lnTo>
                  <a:pt x="1024973" y="458708"/>
                </a:lnTo>
                <a:lnTo>
                  <a:pt x="1024949" y="458161"/>
                </a:lnTo>
                <a:lnTo>
                  <a:pt x="1024573" y="457600"/>
                </a:lnTo>
                <a:close/>
                <a:moveTo>
                  <a:pt x="1023646" y="459405"/>
                </a:moveTo>
                <a:lnTo>
                  <a:pt x="1024457" y="460740"/>
                </a:lnTo>
                <a:lnTo>
                  <a:pt x="1024815" y="459940"/>
                </a:lnTo>
                <a:lnTo>
                  <a:pt x="1023991" y="458734"/>
                </a:lnTo>
                <a:close/>
                <a:moveTo>
                  <a:pt x="1022610" y="461425"/>
                </a:moveTo>
                <a:lnTo>
                  <a:pt x="1023705" y="462423"/>
                </a:lnTo>
                <a:lnTo>
                  <a:pt x="1023774" y="462270"/>
                </a:lnTo>
                <a:lnTo>
                  <a:pt x="1022907" y="460844"/>
                </a:lnTo>
                <a:close/>
                <a:moveTo>
                  <a:pt x="1013376" y="482034"/>
                </a:moveTo>
                <a:lnTo>
                  <a:pt x="1014914" y="485595"/>
                </a:lnTo>
                <a:lnTo>
                  <a:pt x="1016516" y="481314"/>
                </a:lnTo>
                <a:lnTo>
                  <a:pt x="1014684" y="480122"/>
                </a:lnTo>
                <a:close/>
                <a:moveTo>
                  <a:pt x="1009154" y="491420"/>
                </a:moveTo>
                <a:lnTo>
                  <a:pt x="1009239" y="493315"/>
                </a:lnTo>
                <a:lnTo>
                  <a:pt x="1010544" y="494207"/>
                </a:lnTo>
                <a:lnTo>
                  <a:pt x="1011219" y="493301"/>
                </a:lnTo>
                <a:close/>
                <a:moveTo>
                  <a:pt x="436667" y="1773207"/>
                </a:moveTo>
                <a:lnTo>
                  <a:pt x="437235" y="1773575"/>
                </a:lnTo>
                <a:lnTo>
                  <a:pt x="437689" y="1773584"/>
                </a:lnTo>
                <a:close/>
                <a:moveTo>
                  <a:pt x="1067398" y="360873"/>
                </a:moveTo>
                <a:lnTo>
                  <a:pt x="1066236" y="364305"/>
                </a:lnTo>
                <a:lnTo>
                  <a:pt x="1068704" y="368241"/>
                </a:lnTo>
                <a:lnTo>
                  <a:pt x="1069327" y="366726"/>
                </a:lnTo>
                <a:lnTo>
                  <a:pt x="1067960" y="361816"/>
                </a:lnTo>
                <a:close/>
                <a:moveTo>
                  <a:pt x="1028495" y="447925"/>
                </a:moveTo>
                <a:lnTo>
                  <a:pt x="1028538" y="448890"/>
                </a:lnTo>
                <a:lnTo>
                  <a:pt x="1028798" y="448399"/>
                </a:lnTo>
                <a:close/>
                <a:moveTo>
                  <a:pt x="398611" y="1858345"/>
                </a:moveTo>
                <a:lnTo>
                  <a:pt x="399944" y="1859138"/>
                </a:lnTo>
                <a:lnTo>
                  <a:pt x="407266" y="1860846"/>
                </a:lnTo>
                <a:lnTo>
                  <a:pt x="437769" y="1865644"/>
                </a:lnTo>
                <a:lnTo>
                  <a:pt x="437300" y="1861239"/>
                </a:lnTo>
                <a:lnTo>
                  <a:pt x="433983" y="1858697"/>
                </a:lnTo>
                <a:lnTo>
                  <a:pt x="425752" y="1858196"/>
                </a:lnTo>
                <a:lnTo>
                  <a:pt x="408167" y="1858539"/>
                </a:lnTo>
                <a:close/>
                <a:moveTo>
                  <a:pt x="1067555" y="360409"/>
                </a:moveTo>
                <a:lnTo>
                  <a:pt x="1067466" y="360673"/>
                </a:lnTo>
                <a:lnTo>
                  <a:pt x="1067794" y="361224"/>
                </a:lnTo>
                <a:lnTo>
                  <a:pt x="1067706" y="360910"/>
                </a:lnTo>
                <a:close/>
                <a:moveTo>
                  <a:pt x="1021154" y="464258"/>
                </a:moveTo>
                <a:lnTo>
                  <a:pt x="1022025" y="465770"/>
                </a:lnTo>
                <a:lnTo>
                  <a:pt x="1022284" y="465373"/>
                </a:lnTo>
                <a:lnTo>
                  <a:pt x="1021986" y="464988"/>
                </a:lnTo>
                <a:lnTo>
                  <a:pt x="1021787" y="464874"/>
                </a:lnTo>
                <a:lnTo>
                  <a:pt x="1021886" y="464859"/>
                </a:lnTo>
                <a:lnTo>
                  <a:pt x="1021260" y="464054"/>
                </a:lnTo>
                <a:close/>
                <a:moveTo>
                  <a:pt x="442865" y="1758929"/>
                </a:moveTo>
                <a:lnTo>
                  <a:pt x="442997" y="1759008"/>
                </a:lnTo>
                <a:lnTo>
                  <a:pt x="443025" y="1758907"/>
                </a:lnTo>
                <a:close/>
                <a:moveTo>
                  <a:pt x="1020092" y="466329"/>
                </a:moveTo>
                <a:lnTo>
                  <a:pt x="1020652" y="467555"/>
                </a:lnTo>
                <a:lnTo>
                  <a:pt x="1020760" y="467700"/>
                </a:lnTo>
                <a:lnTo>
                  <a:pt x="1021746" y="466196"/>
                </a:lnTo>
                <a:lnTo>
                  <a:pt x="1020919" y="464717"/>
                </a:lnTo>
                <a:close/>
                <a:moveTo>
                  <a:pt x="1028464" y="447252"/>
                </a:moveTo>
                <a:lnTo>
                  <a:pt x="1028467" y="447305"/>
                </a:lnTo>
                <a:lnTo>
                  <a:pt x="1028967" y="448082"/>
                </a:lnTo>
                <a:lnTo>
                  <a:pt x="1029051" y="447923"/>
                </a:lnTo>
                <a:close/>
                <a:moveTo>
                  <a:pt x="1061097" y="374032"/>
                </a:moveTo>
                <a:lnTo>
                  <a:pt x="1061436" y="375276"/>
                </a:lnTo>
                <a:lnTo>
                  <a:pt x="1061648" y="374649"/>
                </a:lnTo>
                <a:close/>
                <a:moveTo>
                  <a:pt x="1011811" y="484322"/>
                </a:moveTo>
                <a:lnTo>
                  <a:pt x="1014417" y="486923"/>
                </a:lnTo>
                <a:lnTo>
                  <a:pt x="1014494" y="486716"/>
                </a:lnTo>
                <a:lnTo>
                  <a:pt x="1012938" y="482674"/>
                </a:lnTo>
                <a:close/>
                <a:moveTo>
                  <a:pt x="1009099" y="490206"/>
                </a:moveTo>
                <a:lnTo>
                  <a:pt x="1009109" y="490432"/>
                </a:lnTo>
                <a:lnTo>
                  <a:pt x="1009736" y="491004"/>
                </a:lnTo>
                <a:lnTo>
                  <a:pt x="1009103" y="490210"/>
                </a:lnTo>
                <a:close/>
                <a:moveTo>
                  <a:pt x="1017336" y="471699"/>
                </a:moveTo>
                <a:lnTo>
                  <a:pt x="1017655" y="472336"/>
                </a:lnTo>
                <a:lnTo>
                  <a:pt x="1017803" y="472215"/>
                </a:lnTo>
                <a:lnTo>
                  <a:pt x="1018864" y="470594"/>
                </a:lnTo>
                <a:lnTo>
                  <a:pt x="1018330" y="469762"/>
                </a:lnTo>
                <a:close/>
                <a:moveTo>
                  <a:pt x="1069295" y="355268"/>
                </a:moveTo>
                <a:lnTo>
                  <a:pt x="1067643" y="360147"/>
                </a:lnTo>
                <a:lnTo>
                  <a:pt x="1068150" y="361825"/>
                </a:lnTo>
                <a:lnTo>
                  <a:pt x="1070037" y="365000"/>
                </a:lnTo>
                <a:lnTo>
                  <a:pt x="1072888" y="358065"/>
                </a:lnTo>
                <a:close/>
                <a:moveTo>
                  <a:pt x="1011340" y="485009"/>
                </a:moveTo>
                <a:lnTo>
                  <a:pt x="1012093" y="487915"/>
                </a:lnTo>
                <a:lnTo>
                  <a:pt x="1013508" y="489353"/>
                </a:lnTo>
                <a:lnTo>
                  <a:pt x="1014203" y="487496"/>
                </a:lnTo>
                <a:lnTo>
                  <a:pt x="1011491" y="484788"/>
                </a:lnTo>
                <a:close/>
                <a:moveTo>
                  <a:pt x="1014752" y="476734"/>
                </a:moveTo>
                <a:lnTo>
                  <a:pt x="1014791" y="476813"/>
                </a:lnTo>
                <a:lnTo>
                  <a:pt x="1015341" y="475974"/>
                </a:lnTo>
                <a:lnTo>
                  <a:pt x="1015205" y="475851"/>
                </a:lnTo>
                <a:close/>
                <a:moveTo>
                  <a:pt x="1010475" y="486274"/>
                </a:moveTo>
                <a:lnTo>
                  <a:pt x="1011665" y="487481"/>
                </a:lnTo>
                <a:lnTo>
                  <a:pt x="1011111" y="485344"/>
                </a:lnTo>
                <a:close/>
                <a:moveTo>
                  <a:pt x="437745" y="1768700"/>
                </a:moveTo>
                <a:lnTo>
                  <a:pt x="438688" y="1770902"/>
                </a:lnTo>
                <a:lnTo>
                  <a:pt x="439627" y="1771235"/>
                </a:lnTo>
                <a:lnTo>
                  <a:pt x="440073" y="1769616"/>
                </a:lnTo>
                <a:close/>
                <a:moveTo>
                  <a:pt x="1014420" y="477380"/>
                </a:moveTo>
                <a:lnTo>
                  <a:pt x="1014580" y="477135"/>
                </a:lnTo>
                <a:lnTo>
                  <a:pt x="1014564" y="477100"/>
                </a:lnTo>
                <a:close/>
                <a:moveTo>
                  <a:pt x="433936" y="1777175"/>
                </a:moveTo>
                <a:lnTo>
                  <a:pt x="436690" y="1778961"/>
                </a:lnTo>
                <a:lnTo>
                  <a:pt x="437965" y="1779361"/>
                </a:lnTo>
                <a:lnTo>
                  <a:pt x="438072" y="1778376"/>
                </a:lnTo>
                <a:close/>
                <a:moveTo>
                  <a:pt x="1070982" y="350285"/>
                </a:moveTo>
                <a:lnTo>
                  <a:pt x="1069532" y="354567"/>
                </a:lnTo>
                <a:lnTo>
                  <a:pt x="1073236" y="357219"/>
                </a:lnTo>
                <a:lnTo>
                  <a:pt x="1073820" y="355799"/>
                </a:lnTo>
                <a:close/>
                <a:moveTo>
                  <a:pt x="1009811" y="487244"/>
                </a:moveTo>
                <a:lnTo>
                  <a:pt x="1012282" y="489861"/>
                </a:lnTo>
                <a:lnTo>
                  <a:pt x="1012001" y="488777"/>
                </a:lnTo>
                <a:lnTo>
                  <a:pt x="1010090" y="486837"/>
                </a:lnTo>
                <a:close/>
                <a:moveTo>
                  <a:pt x="1000172" y="508777"/>
                </a:moveTo>
                <a:lnTo>
                  <a:pt x="1000497" y="509281"/>
                </a:lnTo>
                <a:lnTo>
                  <a:pt x="1000611" y="508170"/>
                </a:lnTo>
                <a:close/>
                <a:moveTo>
                  <a:pt x="1009018" y="488403"/>
                </a:moveTo>
                <a:lnTo>
                  <a:pt x="1009054" y="489218"/>
                </a:lnTo>
                <a:lnTo>
                  <a:pt x="1011854" y="492448"/>
                </a:lnTo>
                <a:lnTo>
                  <a:pt x="1012668" y="491354"/>
                </a:lnTo>
                <a:lnTo>
                  <a:pt x="1012602" y="491099"/>
                </a:lnTo>
                <a:lnTo>
                  <a:pt x="1012107" y="490574"/>
                </a:lnTo>
                <a:lnTo>
                  <a:pt x="1009268" y="488037"/>
                </a:lnTo>
                <a:close/>
                <a:moveTo>
                  <a:pt x="1020389" y="462933"/>
                </a:moveTo>
                <a:lnTo>
                  <a:pt x="1020787" y="463625"/>
                </a:lnTo>
                <a:lnTo>
                  <a:pt x="1020843" y="463517"/>
                </a:lnTo>
                <a:close/>
                <a:moveTo>
                  <a:pt x="424376" y="1797505"/>
                </a:moveTo>
                <a:lnTo>
                  <a:pt x="427345" y="1798460"/>
                </a:lnTo>
                <a:lnTo>
                  <a:pt x="425781" y="1797334"/>
                </a:lnTo>
                <a:close/>
                <a:moveTo>
                  <a:pt x="415656" y="1816938"/>
                </a:moveTo>
                <a:lnTo>
                  <a:pt x="418192" y="1818040"/>
                </a:lnTo>
                <a:lnTo>
                  <a:pt x="422304" y="1817481"/>
                </a:lnTo>
                <a:lnTo>
                  <a:pt x="423469" y="1817306"/>
                </a:lnTo>
                <a:lnTo>
                  <a:pt x="422028" y="1816095"/>
                </a:lnTo>
                <a:lnTo>
                  <a:pt x="418559" y="1816063"/>
                </a:lnTo>
                <a:close/>
                <a:moveTo>
                  <a:pt x="1045607" y="406185"/>
                </a:moveTo>
                <a:lnTo>
                  <a:pt x="1046727" y="411045"/>
                </a:lnTo>
                <a:lnTo>
                  <a:pt x="1047555" y="412755"/>
                </a:lnTo>
                <a:lnTo>
                  <a:pt x="1048651" y="410620"/>
                </a:lnTo>
                <a:close/>
                <a:moveTo>
                  <a:pt x="441769" y="1758267"/>
                </a:moveTo>
                <a:lnTo>
                  <a:pt x="441859" y="1758322"/>
                </a:lnTo>
                <a:lnTo>
                  <a:pt x="442166" y="1758344"/>
                </a:lnTo>
                <a:lnTo>
                  <a:pt x="443232" y="1758156"/>
                </a:lnTo>
                <a:lnTo>
                  <a:pt x="443279" y="1757984"/>
                </a:lnTo>
                <a:lnTo>
                  <a:pt x="443245" y="1757971"/>
                </a:lnTo>
                <a:close/>
                <a:moveTo>
                  <a:pt x="1037884" y="423366"/>
                </a:moveTo>
                <a:lnTo>
                  <a:pt x="1037826" y="423588"/>
                </a:lnTo>
                <a:lnTo>
                  <a:pt x="1037039" y="429462"/>
                </a:lnTo>
                <a:lnTo>
                  <a:pt x="1037166" y="430012"/>
                </a:lnTo>
                <a:lnTo>
                  <a:pt x="1037549" y="430480"/>
                </a:lnTo>
                <a:lnTo>
                  <a:pt x="1040167" y="426962"/>
                </a:lnTo>
                <a:lnTo>
                  <a:pt x="1040735" y="425891"/>
                </a:lnTo>
                <a:lnTo>
                  <a:pt x="1040692" y="425797"/>
                </a:lnTo>
                <a:close/>
                <a:moveTo>
                  <a:pt x="1041123" y="416091"/>
                </a:moveTo>
                <a:lnTo>
                  <a:pt x="1044025" y="419635"/>
                </a:lnTo>
                <a:lnTo>
                  <a:pt x="1044422" y="418863"/>
                </a:lnTo>
                <a:close/>
                <a:moveTo>
                  <a:pt x="1081865" y="324596"/>
                </a:moveTo>
                <a:lnTo>
                  <a:pt x="1084746" y="329228"/>
                </a:lnTo>
                <a:lnTo>
                  <a:pt x="1090946" y="314150"/>
                </a:lnTo>
                <a:close/>
                <a:moveTo>
                  <a:pt x="1014303" y="475823"/>
                </a:moveTo>
                <a:lnTo>
                  <a:pt x="1014413" y="476046"/>
                </a:lnTo>
                <a:lnTo>
                  <a:pt x="1014695" y="475494"/>
                </a:lnTo>
                <a:close/>
                <a:moveTo>
                  <a:pt x="1028570" y="443463"/>
                </a:moveTo>
                <a:lnTo>
                  <a:pt x="1028720" y="443997"/>
                </a:lnTo>
                <a:lnTo>
                  <a:pt x="1029519" y="444471"/>
                </a:lnTo>
                <a:lnTo>
                  <a:pt x="1029661" y="443406"/>
                </a:lnTo>
                <a:lnTo>
                  <a:pt x="1030055" y="441883"/>
                </a:lnTo>
                <a:lnTo>
                  <a:pt x="1029897" y="441679"/>
                </a:lnTo>
                <a:close/>
                <a:moveTo>
                  <a:pt x="1051406" y="392283"/>
                </a:moveTo>
                <a:lnTo>
                  <a:pt x="1053120" y="394407"/>
                </a:lnTo>
                <a:lnTo>
                  <a:pt x="1055591" y="396421"/>
                </a:lnTo>
                <a:lnTo>
                  <a:pt x="1055747" y="395817"/>
                </a:lnTo>
                <a:close/>
                <a:moveTo>
                  <a:pt x="1038478" y="421068"/>
                </a:moveTo>
                <a:lnTo>
                  <a:pt x="1037977" y="423004"/>
                </a:lnTo>
                <a:lnTo>
                  <a:pt x="1040343" y="425052"/>
                </a:lnTo>
                <a:close/>
                <a:moveTo>
                  <a:pt x="1073791" y="341989"/>
                </a:moveTo>
                <a:lnTo>
                  <a:pt x="1071440" y="348931"/>
                </a:lnTo>
                <a:lnTo>
                  <a:pt x="1074334" y="354551"/>
                </a:lnTo>
                <a:lnTo>
                  <a:pt x="1076491" y="349302"/>
                </a:lnTo>
                <a:lnTo>
                  <a:pt x="1074876" y="342833"/>
                </a:lnTo>
                <a:close/>
                <a:moveTo>
                  <a:pt x="1056855" y="379463"/>
                </a:moveTo>
                <a:lnTo>
                  <a:pt x="1057865" y="383386"/>
                </a:lnTo>
                <a:lnTo>
                  <a:pt x="1058719" y="382435"/>
                </a:lnTo>
                <a:close/>
                <a:moveTo>
                  <a:pt x="997112" y="513006"/>
                </a:moveTo>
                <a:lnTo>
                  <a:pt x="997139" y="513020"/>
                </a:lnTo>
                <a:lnTo>
                  <a:pt x="997144" y="512962"/>
                </a:lnTo>
                <a:close/>
                <a:moveTo>
                  <a:pt x="432839" y="1776463"/>
                </a:moveTo>
                <a:lnTo>
                  <a:pt x="433193" y="1776693"/>
                </a:lnTo>
                <a:lnTo>
                  <a:pt x="438107" y="1778049"/>
                </a:lnTo>
                <a:lnTo>
                  <a:pt x="438159" y="1777564"/>
                </a:lnTo>
                <a:lnTo>
                  <a:pt x="436569" y="1777136"/>
                </a:lnTo>
                <a:close/>
                <a:moveTo>
                  <a:pt x="1013942" y="475094"/>
                </a:moveTo>
                <a:lnTo>
                  <a:pt x="1014033" y="475277"/>
                </a:lnTo>
                <a:lnTo>
                  <a:pt x="1014147" y="475185"/>
                </a:lnTo>
                <a:close/>
                <a:moveTo>
                  <a:pt x="1051064" y="391766"/>
                </a:moveTo>
                <a:lnTo>
                  <a:pt x="1055798" y="395620"/>
                </a:lnTo>
                <a:lnTo>
                  <a:pt x="1058189" y="386386"/>
                </a:lnTo>
                <a:lnTo>
                  <a:pt x="1057635" y="384236"/>
                </a:lnTo>
                <a:close/>
                <a:moveTo>
                  <a:pt x="1012879" y="477010"/>
                </a:moveTo>
                <a:lnTo>
                  <a:pt x="1013658" y="477517"/>
                </a:lnTo>
                <a:lnTo>
                  <a:pt x="1014230" y="476401"/>
                </a:lnTo>
                <a:lnTo>
                  <a:pt x="1014053" y="476030"/>
                </a:lnTo>
                <a:close/>
                <a:moveTo>
                  <a:pt x="434595" y="1771870"/>
                </a:moveTo>
                <a:lnTo>
                  <a:pt x="435686" y="1772574"/>
                </a:lnTo>
                <a:lnTo>
                  <a:pt x="438262" y="1773478"/>
                </a:lnTo>
                <a:lnTo>
                  <a:pt x="438213" y="1773361"/>
                </a:lnTo>
                <a:lnTo>
                  <a:pt x="435975" y="1772379"/>
                </a:lnTo>
                <a:close/>
                <a:moveTo>
                  <a:pt x="1000770" y="503978"/>
                </a:moveTo>
                <a:lnTo>
                  <a:pt x="1001017" y="504218"/>
                </a:lnTo>
                <a:lnTo>
                  <a:pt x="1001098" y="503437"/>
                </a:lnTo>
                <a:lnTo>
                  <a:pt x="1001075" y="503384"/>
                </a:lnTo>
                <a:close/>
                <a:moveTo>
                  <a:pt x="1008892" y="485621"/>
                </a:moveTo>
                <a:lnTo>
                  <a:pt x="1008901" y="485808"/>
                </a:lnTo>
                <a:lnTo>
                  <a:pt x="1008970" y="485701"/>
                </a:lnTo>
                <a:close/>
                <a:moveTo>
                  <a:pt x="999135" y="507163"/>
                </a:moveTo>
                <a:lnTo>
                  <a:pt x="999955" y="508439"/>
                </a:lnTo>
                <a:lnTo>
                  <a:pt x="1000684" y="507459"/>
                </a:lnTo>
                <a:lnTo>
                  <a:pt x="1000981" y="504574"/>
                </a:lnTo>
                <a:lnTo>
                  <a:pt x="1000747" y="504342"/>
                </a:lnTo>
                <a:lnTo>
                  <a:pt x="1000638" y="504235"/>
                </a:lnTo>
                <a:close/>
                <a:moveTo>
                  <a:pt x="1039993" y="415218"/>
                </a:moveTo>
                <a:lnTo>
                  <a:pt x="1038544" y="420812"/>
                </a:lnTo>
                <a:lnTo>
                  <a:pt x="1040784" y="425434"/>
                </a:lnTo>
                <a:lnTo>
                  <a:pt x="1040916" y="425548"/>
                </a:lnTo>
                <a:lnTo>
                  <a:pt x="1043218" y="421210"/>
                </a:lnTo>
                <a:lnTo>
                  <a:pt x="1043864" y="419949"/>
                </a:lnTo>
                <a:close/>
                <a:moveTo>
                  <a:pt x="1011719" y="478190"/>
                </a:moveTo>
                <a:lnTo>
                  <a:pt x="1012447" y="479876"/>
                </a:lnTo>
                <a:lnTo>
                  <a:pt x="1012913" y="478968"/>
                </a:lnTo>
                <a:close/>
                <a:moveTo>
                  <a:pt x="996337" y="512613"/>
                </a:moveTo>
                <a:lnTo>
                  <a:pt x="996710" y="512802"/>
                </a:lnTo>
                <a:lnTo>
                  <a:pt x="997132" y="512234"/>
                </a:lnTo>
                <a:lnTo>
                  <a:pt x="996786" y="511739"/>
                </a:lnTo>
                <a:close/>
                <a:moveTo>
                  <a:pt x="1078286" y="328712"/>
                </a:moveTo>
                <a:lnTo>
                  <a:pt x="1076916" y="332760"/>
                </a:lnTo>
                <a:lnTo>
                  <a:pt x="1079326" y="342408"/>
                </a:lnTo>
                <a:lnTo>
                  <a:pt x="1084579" y="329632"/>
                </a:lnTo>
                <a:lnTo>
                  <a:pt x="1081746" y="324974"/>
                </a:lnTo>
                <a:lnTo>
                  <a:pt x="1081659" y="324832"/>
                </a:lnTo>
                <a:close/>
                <a:moveTo>
                  <a:pt x="1048796" y="394366"/>
                </a:moveTo>
                <a:lnTo>
                  <a:pt x="1049231" y="394936"/>
                </a:lnTo>
                <a:lnTo>
                  <a:pt x="1048841" y="394314"/>
                </a:lnTo>
                <a:close/>
                <a:moveTo>
                  <a:pt x="432210" y="1774799"/>
                </a:moveTo>
                <a:lnTo>
                  <a:pt x="432520" y="1774869"/>
                </a:lnTo>
                <a:lnTo>
                  <a:pt x="432970" y="1774869"/>
                </a:lnTo>
                <a:close/>
                <a:moveTo>
                  <a:pt x="426726" y="1786946"/>
                </a:moveTo>
                <a:lnTo>
                  <a:pt x="427812" y="1787623"/>
                </a:lnTo>
                <a:lnTo>
                  <a:pt x="429004" y="1788351"/>
                </a:lnTo>
                <a:lnTo>
                  <a:pt x="433778" y="1787767"/>
                </a:lnTo>
                <a:lnTo>
                  <a:pt x="433616" y="1787672"/>
                </a:lnTo>
                <a:close/>
                <a:moveTo>
                  <a:pt x="409431" y="1825618"/>
                </a:moveTo>
                <a:lnTo>
                  <a:pt x="428154" y="1832103"/>
                </a:lnTo>
                <a:lnTo>
                  <a:pt x="428772" y="1832121"/>
                </a:lnTo>
                <a:lnTo>
                  <a:pt x="426625" y="1830881"/>
                </a:lnTo>
                <a:lnTo>
                  <a:pt x="412369" y="1825179"/>
                </a:lnTo>
                <a:close/>
                <a:moveTo>
                  <a:pt x="1023549" y="450207"/>
                </a:moveTo>
                <a:lnTo>
                  <a:pt x="1024207" y="450692"/>
                </a:lnTo>
                <a:lnTo>
                  <a:pt x="1024141" y="450384"/>
                </a:lnTo>
                <a:lnTo>
                  <a:pt x="1023706" y="449996"/>
                </a:lnTo>
                <a:close/>
                <a:moveTo>
                  <a:pt x="413541" y="1816018"/>
                </a:moveTo>
                <a:lnTo>
                  <a:pt x="415401" y="1816827"/>
                </a:lnTo>
                <a:lnTo>
                  <a:pt x="417953" y="1816058"/>
                </a:lnTo>
                <a:close/>
                <a:moveTo>
                  <a:pt x="1080325" y="322690"/>
                </a:moveTo>
                <a:lnTo>
                  <a:pt x="1078853" y="327040"/>
                </a:lnTo>
                <a:lnTo>
                  <a:pt x="1081289" y="324236"/>
                </a:lnTo>
                <a:close/>
                <a:moveTo>
                  <a:pt x="1047716" y="395603"/>
                </a:moveTo>
                <a:lnTo>
                  <a:pt x="1049305" y="397855"/>
                </a:lnTo>
                <a:lnTo>
                  <a:pt x="1052678" y="402771"/>
                </a:lnTo>
                <a:lnTo>
                  <a:pt x="1053055" y="402035"/>
                </a:lnTo>
                <a:lnTo>
                  <a:pt x="1047946" y="395340"/>
                </a:lnTo>
                <a:close/>
                <a:moveTo>
                  <a:pt x="999756" y="502988"/>
                </a:moveTo>
                <a:lnTo>
                  <a:pt x="1000309" y="503527"/>
                </a:lnTo>
                <a:lnTo>
                  <a:pt x="1000758" y="502652"/>
                </a:lnTo>
                <a:lnTo>
                  <a:pt x="1000402" y="501826"/>
                </a:lnTo>
                <a:close/>
                <a:moveTo>
                  <a:pt x="1022515" y="451615"/>
                </a:moveTo>
                <a:lnTo>
                  <a:pt x="1024808" y="455041"/>
                </a:lnTo>
                <a:lnTo>
                  <a:pt x="1024720" y="453102"/>
                </a:lnTo>
                <a:lnTo>
                  <a:pt x="1024489" y="452015"/>
                </a:lnTo>
                <a:lnTo>
                  <a:pt x="1023012" y="450927"/>
                </a:lnTo>
                <a:lnTo>
                  <a:pt x="1022681" y="451372"/>
                </a:lnTo>
                <a:close/>
                <a:moveTo>
                  <a:pt x="998796" y="504719"/>
                </a:moveTo>
                <a:lnTo>
                  <a:pt x="998652" y="506411"/>
                </a:lnTo>
                <a:lnTo>
                  <a:pt x="998750" y="506563"/>
                </a:lnTo>
                <a:lnTo>
                  <a:pt x="1000176" y="503784"/>
                </a:lnTo>
                <a:lnTo>
                  <a:pt x="999618" y="503238"/>
                </a:lnTo>
                <a:close/>
                <a:moveTo>
                  <a:pt x="1076436" y="330840"/>
                </a:moveTo>
                <a:lnTo>
                  <a:pt x="1076455" y="330915"/>
                </a:lnTo>
                <a:lnTo>
                  <a:pt x="1076508" y="330757"/>
                </a:lnTo>
                <a:close/>
                <a:moveTo>
                  <a:pt x="1008730" y="482032"/>
                </a:moveTo>
                <a:lnTo>
                  <a:pt x="1008847" y="484621"/>
                </a:lnTo>
                <a:lnTo>
                  <a:pt x="1009346" y="485127"/>
                </a:lnTo>
                <a:lnTo>
                  <a:pt x="1010329" y="483626"/>
                </a:lnTo>
                <a:close/>
                <a:moveTo>
                  <a:pt x="394953" y="1856169"/>
                </a:moveTo>
                <a:lnTo>
                  <a:pt x="397702" y="1857804"/>
                </a:lnTo>
                <a:lnTo>
                  <a:pt x="414064" y="1857484"/>
                </a:lnTo>
                <a:lnTo>
                  <a:pt x="406199" y="1857006"/>
                </a:lnTo>
                <a:close/>
                <a:moveTo>
                  <a:pt x="1031387" y="431041"/>
                </a:moveTo>
                <a:lnTo>
                  <a:pt x="1032415" y="432769"/>
                </a:lnTo>
                <a:lnTo>
                  <a:pt x="1032666" y="431799"/>
                </a:lnTo>
                <a:close/>
                <a:moveTo>
                  <a:pt x="1021320" y="453362"/>
                </a:moveTo>
                <a:lnTo>
                  <a:pt x="1024048" y="457356"/>
                </a:lnTo>
                <a:lnTo>
                  <a:pt x="1024208" y="457053"/>
                </a:lnTo>
                <a:lnTo>
                  <a:pt x="1021530" y="453054"/>
                </a:lnTo>
                <a:close/>
                <a:moveTo>
                  <a:pt x="995831" y="510374"/>
                </a:moveTo>
                <a:lnTo>
                  <a:pt x="995858" y="512198"/>
                </a:lnTo>
                <a:lnTo>
                  <a:pt x="996387" y="511168"/>
                </a:lnTo>
                <a:close/>
                <a:moveTo>
                  <a:pt x="1020606" y="454403"/>
                </a:moveTo>
                <a:lnTo>
                  <a:pt x="1023280" y="458803"/>
                </a:lnTo>
                <a:lnTo>
                  <a:pt x="1023612" y="458179"/>
                </a:lnTo>
                <a:lnTo>
                  <a:pt x="1020820" y="454092"/>
                </a:lnTo>
                <a:close/>
                <a:moveTo>
                  <a:pt x="1042935" y="403852"/>
                </a:moveTo>
                <a:lnTo>
                  <a:pt x="1040179" y="414496"/>
                </a:lnTo>
                <a:lnTo>
                  <a:pt x="1044709" y="418304"/>
                </a:lnTo>
                <a:lnTo>
                  <a:pt x="1045131" y="417480"/>
                </a:lnTo>
                <a:lnTo>
                  <a:pt x="1041539" y="414369"/>
                </a:lnTo>
                <a:lnTo>
                  <a:pt x="1041943" y="414387"/>
                </a:lnTo>
                <a:lnTo>
                  <a:pt x="1045249" y="417252"/>
                </a:lnTo>
                <a:lnTo>
                  <a:pt x="1046005" y="415776"/>
                </a:lnTo>
                <a:lnTo>
                  <a:pt x="1043567" y="405184"/>
                </a:lnTo>
                <a:lnTo>
                  <a:pt x="1043174" y="404346"/>
                </a:lnTo>
                <a:close/>
                <a:moveTo>
                  <a:pt x="1008662" y="480530"/>
                </a:moveTo>
                <a:lnTo>
                  <a:pt x="1008693" y="481207"/>
                </a:lnTo>
                <a:lnTo>
                  <a:pt x="1010510" y="483022"/>
                </a:lnTo>
                <a:lnTo>
                  <a:pt x="1009758" y="480115"/>
                </a:lnTo>
                <a:lnTo>
                  <a:pt x="1010134" y="480350"/>
                </a:lnTo>
                <a:lnTo>
                  <a:pt x="1010797" y="482911"/>
                </a:lnTo>
                <a:lnTo>
                  <a:pt x="1011220" y="482267"/>
                </a:lnTo>
                <a:lnTo>
                  <a:pt x="1012112" y="480527"/>
                </a:lnTo>
                <a:lnTo>
                  <a:pt x="1011274" y="478350"/>
                </a:lnTo>
                <a:close/>
                <a:moveTo>
                  <a:pt x="1043107" y="403187"/>
                </a:moveTo>
                <a:lnTo>
                  <a:pt x="1043042" y="403439"/>
                </a:lnTo>
                <a:lnTo>
                  <a:pt x="1043277" y="403926"/>
                </a:lnTo>
                <a:close/>
                <a:moveTo>
                  <a:pt x="1044278" y="400410"/>
                </a:moveTo>
                <a:lnTo>
                  <a:pt x="1045150" y="404197"/>
                </a:lnTo>
                <a:lnTo>
                  <a:pt x="1049038" y="409866"/>
                </a:lnTo>
                <a:lnTo>
                  <a:pt x="1049558" y="408852"/>
                </a:lnTo>
                <a:close/>
                <a:moveTo>
                  <a:pt x="1059185" y="367001"/>
                </a:moveTo>
                <a:lnTo>
                  <a:pt x="1061034" y="373800"/>
                </a:lnTo>
                <a:lnTo>
                  <a:pt x="1061687" y="374532"/>
                </a:lnTo>
                <a:lnTo>
                  <a:pt x="1062808" y="371221"/>
                </a:lnTo>
                <a:lnTo>
                  <a:pt x="1059483" y="367335"/>
                </a:lnTo>
                <a:close/>
                <a:moveTo>
                  <a:pt x="1035075" y="420931"/>
                </a:moveTo>
                <a:lnTo>
                  <a:pt x="1035265" y="421757"/>
                </a:lnTo>
                <a:lnTo>
                  <a:pt x="1035405" y="421218"/>
                </a:lnTo>
                <a:close/>
                <a:moveTo>
                  <a:pt x="427387" y="1781367"/>
                </a:moveTo>
                <a:lnTo>
                  <a:pt x="437226" y="1786218"/>
                </a:lnTo>
                <a:lnTo>
                  <a:pt x="437269" y="1785819"/>
                </a:lnTo>
                <a:lnTo>
                  <a:pt x="437210" y="1785738"/>
                </a:lnTo>
                <a:lnTo>
                  <a:pt x="437276" y="1785757"/>
                </a:lnTo>
                <a:lnTo>
                  <a:pt x="437415" y="1784468"/>
                </a:lnTo>
                <a:lnTo>
                  <a:pt x="431973" y="1781963"/>
                </a:lnTo>
                <a:lnTo>
                  <a:pt x="431556" y="1781830"/>
                </a:lnTo>
                <a:close/>
                <a:moveTo>
                  <a:pt x="1018805" y="457038"/>
                </a:moveTo>
                <a:lnTo>
                  <a:pt x="1021247" y="460182"/>
                </a:lnTo>
                <a:lnTo>
                  <a:pt x="1022138" y="460994"/>
                </a:lnTo>
                <a:lnTo>
                  <a:pt x="1022532" y="460226"/>
                </a:lnTo>
                <a:lnTo>
                  <a:pt x="1019753" y="455653"/>
                </a:lnTo>
                <a:close/>
                <a:moveTo>
                  <a:pt x="1027199" y="438206"/>
                </a:moveTo>
                <a:lnTo>
                  <a:pt x="1027483" y="439564"/>
                </a:lnTo>
                <a:lnTo>
                  <a:pt x="1028383" y="442790"/>
                </a:lnTo>
                <a:lnTo>
                  <a:pt x="1029546" y="441227"/>
                </a:lnTo>
                <a:close/>
                <a:moveTo>
                  <a:pt x="1048982" y="389279"/>
                </a:moveTo>
                <a:lnTo>
                  <a:pt x="1050686" y="391393"/>
                </a:lnTo>
                <a:lnTo>
                  <a:pt x="1057516" y="383776"/>
                </a:lnTo>
                <a:lnTo>
                  <a:pt x="1056096" y="378259"/>
                </a:lnTo>
                <a:lnTo>
                  <a:pt x="1049141" y="389025"/>
                </a:lnTo>
                <a:close/>
                <a:moveTo>
                  <a:pt x="1065283" y="352348"/>
                </a:moveTo>
                <a:lnTo>
                  <a:pt x="1067131" y="358455"/>
                </a:lnTo>
                <a:lnTo>
                  <a:pt x="1068434" y="354606"/>
                </a:lnTo>
                <a:close/>
                <a:moveTo>
                  <a:pt x="1086435" y="304649"/>
                </a:moveTo>
                <a:lnTo>
                  <a:pt x="1086422" y="304681"/>
                </a:lnTo>
                <a:lnTo>
                  <a:pt x="1080449" y="322321"/>
                </a:lnTo>
                <a:lnTo>
                  <a:pt x="1081495" y="324000"/>
                </a:lnTo>
                <a:lnTo>
                  <a:pt x="1091326" y="312691"/>
                </a:lnTo>
                <a:close/>
                <a:moveTo>
                  <a:pt x="438195" y="1756112"/>
                </a:moveTo>
                <a:lnTo>
                  <a:pt x="440305" y="1757384"/>
                </a:lnTo>
                <a:lnTo>
                  <a:pt x="441316" y="1757189"/>
                </a:lnTo>
                <a:lnTo>
                  <a:pt x="438624" y="1756098"/>
                </a:lnTo>
                <a:close/>
                <a:moveTo>
                  <a:pt x="1087015" y="303135"/>
                </a:moveTo>
                <a:lnTo>
                  <a:pt x="1086680" y="304011"/>
                </a:lnTo>
                <a:lnTo>
                  <a:pt x="1091758" y="312175"/>
                </a:lnTo>
                <a:lnTo>
                  <a:pt x="1092257" y="310960"/>
                </a:lnTo>
                <a:close/>
                <a:moveTo>
                  <a:pt x="1017161" y="459439"/>
                </a:moveTo>
                <a:lnTo>
                  <a:pt x="1018059" y="461880"/>
                </a:lnTo>
                <a:lnTo>
                  <a:pt x="1019766" y="465615"/>
                </a:lnTo>
                <a:lnTo>
                  <a:pt x="1020558" y="464071"/>
                </a:lnTo>
                <a:lnTo>
                  <a:pt x="1018722" y="460785"/>
                </a:lnTo>
                <a:lnTo>
                  <a:pt x="1017402" y="459087"/>
                </a:lnTo>
                <a:close/>
                <a:moveTo>
                  <a:pt x="999236" y="499551"/>
                </a:moveTo>
                <a:lnTo>
                  <a:pt x="999137" y="500715"/>
                </a:lnTo>
                <a:lnTo>
                  <a:pt x="999548" y="500086"/>
                </a:lnTo>
                <a:close/>
                <a:moveTo>
                  <a:pt x="1047146" y="392206"/>
                </a:moveTo>
                <a:lnTo>
                  <a:pt x="1048440" y="393898"/>
                </a:lnTo>
                <a:lnTo>
                  <a:pt x="1048523" y="393805"/>
                </a:lnTo>
                <a:lnTo>
                  <a:pt x="1047335" y="391905"/>
                </a:lnTo>
                <a:close/>
                <a:moveTo>
                  <a:pt x="1088827" y="298415"/>
                </a:moveTo>
                <a:lnTo>
                  <a:pt x="1087349" y="302265"/>
                </a:lnTo>
                <a:lnTo>
                  <a:pt x="1092606" y="310112"/>
                </a:lnTo>
                <a:lnTo>
                  <a:pt x="1093802" y="307202"/>
                </a:lnTo>
                <a:close/>
                <a:moveTo>
                  <a:pt x="1046363" y="393454"/>
                </a:moveTo>
                <a:lnTo>
                  <a:pt x="1047381" y="395080"/>
                </a:lnTo>
                <a:lnTo>
                  <a:pt x="1047578" y="394860"/>
                </a:lnTo>
                <a:lnTo>
                  <a:pt x="1046427" y="393352"/>
                </a:lnTo>
                <a:close/>
                <a:moveTo>
                  <a:pt x="1016362" y="460607"/>
                </a:moveTo>
                <a:lnTo>
                  <a:pt x="1017990" y="463988"/>
                </a:lnTo>
                <a:lnTo>
                  <a:pt x="1018482" y="464648"/>
                </a:lnTo>
                <a:lnTo>
                  <a:pt x="1016790" y="460042"/>
                </a:lnTo>
                <a:lnTo>
                  <a:pt x="1016773" y="460005"/>
                </a:lnTo>
                <a:close/>
                <a:moveTo>
                  <a:pt x="1015936" y="461230"/>
                </a:moveTo>
                <a:lnTo>
                  <a:pt x="1016773" y="462354"/>
                </a:lnTo>
                <a:lnTo>
                  <a:pt x="1016109" y="460976"/>
                </a:lnTo>
                <a:close/>
                <a:moveTo>
                  <a:pt x="1058733" y="365342"/>
                </a:moveTo>
                <a:lnTo>
                  <a:pt x="1059101" y="366691"/>
                </a:lnTo>
                <a:lnTo>
                  <a:pt x="1062904" y="370941"/>
                </a:lnTo>
                <a:lnTo>
                  <a:pt x="1063311" y="369739"/>
                </a:lnTo>
                <a:close/>
                <a:moveTo>
                  <a:pt x="1021118" y="449529"/>
                </a:moveTo>
                <a:lnTo>
                  <a:pt x="1022182" y="451118"/>
                </a:lnTo>
                <a:lnTo>
                  <a:pt x="1022568" y="450599"/>
                </a:lnTo>
                <a:close/>
                <a:moveTo>
                  <a:pt x="1104277" y="263052"/>
                </a:moveTo>
                <a:lnTo>
                  <a:pt x="1106498" y="276303"/>
                </a:lnTo>
                <a:lnTo>
                  <a:pt x="1106863" y="279181"/>
                </a:lnTo>
                <a:lnTo>
                  <a:pt x="1123146" y="244524"/>
                </a:lnTo>
                <a:lnTo>
                  <a:pt x="1122529" y="243931"/>
                </a:lnTo>
                <a:lnTo>
                  <a:pt x="1123179" y="243995"/>
                </a:lnTo>
                <a:lnTo>
                  <a:pt x="1123328" y="244138"/>
                </a:lnTo>
                <a:lnTo>
                  <a:pt x="1126396" y="237609"/>
                </a:lnTo>
                <a:close/>
                <a:moveTo>
                  <a:pt x="428419" y="1776257"/>
                </a:moveTo>
                <a:lnTo>
                  <a:pt x="429848" y="1776821"/>
                </a:lnTo>
                <a:lnTo>
                  <a:pt x="434586" y="1778303"/>
                </a:lnTo>
                <a:lnTo>
                  <a:pt x="431964" y="1776602"/>
                </a:lnTo>
                <a:lnTo>
                  <a:pt x="430792" y="1776262"/>
                </a:lnTo>
                <a:close/>
                <a:moveTo>
                  <a:pt x="1023570" y="443208"/>
                </a:moveTo>
                <a:lnTo>
                  <a:pt x="1024323" y="446156"/>
                </a:lnTo>
                <a:lnTo>
                  <a:pt x="1024417" y="446366"/>
                </a:lnTo>
                <a:lnTo>
                  <a:pt x="1024296" y="443681"/>
                </a:lnTo>
                <a:close/>
                <a:moveTo>
                  <a:pt x="1016699" y="458182"/>
                </a:moveTo>
                <a:lnTo>
                  <a:pt x="1016773" y="458383"/>
                </a:lnTo>
                <a:lnTo>
                  <a:pt x="1016813" y="458329"/>
                </a:lnTo>
                <a:close/>
                <a:moveTo>
                  <a:pt x="1070456" y="337717"/>
                </a:moveTo>
                <a:lnTo>
                  <a:pt x="1073431" y="339848"/>
                </a:lnTo>
                <a:lnTo>
                  <a:pt x="1073832" y="338661"/>
                </a:lnTo>
                <a:lnTo>
                  <a:pt x="1072896" y="334912"/>
                </a:lnTo>
                <a:close/>
                <a:moveTo>
                  <a:pt x="1045848" y="392593"/>
                </a:moveTo>
                <a:lnTo>
                  <a:pt x="1045842" y="392620"/>
                </a:lnTo>
                <a:lnTo>
                  <a:pt x="1046243" y="393262"/>
                </a:lnTo>
                <a:lnTo>
                  <a:pt x="1046296" y="393180"/>
                </a:lnTo>
                <a:close/>
                <a:moveTo>
                  <a:pt x="1013718" y="464472"/>
                </a:moveTo>
                <a:lnTo>
                  <a:pt x="1016994" y="471017"/>
                </a:lnTo>
                <a:lnTo>
                  <a:pt x="1017918" y="469215"/>
                </a:lnTo>
                <a:lnTo>
                  <a:pt x="1014017" y="464035"/>
                </a:lnTo>
                <a:close/>
                <a:moveTo>
                  <a:pt x="392745" y="1854856"/>
                </a:moveTo>
                <a:lnTo>
                  <a:pt x="394693" y="1856014"/>
                </a:lnTo>
                <a:lnTo>
                  <a:pt x="417680" y="1857414"/>
                </a:lnTo>
                <a:lnTo>
                  <a:pt x="431946" y="1857135"/>
                </a:lnTo>
                <a:lnTo>
                  <a:pt x="429630" y="1855358"/>
                </a:lnTo>
                <a:close/>
                <a:moveTo>
                  <a:pt x="1008461" y="476068"/>
                </a:moveTo>
                <a:lnTo>
                  <a:pt x="1008624" y="479671"/>
                </a:lnTo>
                <a:lnTo>
                  <a:pt x="1011014" y="477730"/>
                </a:lnTo>
                <a:close/>
                <a:moveTo>
                  <a:pt x="1096524" y="278757"/>
                </a:moveTo>
                <a:lnTo>
                  <a:pt x="1099294" y="295289"/>
                </a:lnTo>
                <a:lnTo>
                  <a:pt x="1102718" y="288001"/>
                </a:lnTo>
                <a:close/>
                <a:moveTo>
                  <a:pt x="1064323" y="350836"/>
                </a:moveTo>
                <a:lnTo>
                  <a:pt x="1064750" y="351142"/>
                </a:lnTo>
                <a:lnTo>
                  <a:pt x="1064537" y="350440"/>
                </a:lnTo>
                <a:close/>
                <a:moveTo>
                  <a:pt x="999555" y="495805"/>
                </a:moveTo>
                <a:lnTo>
                  <a:pt x="999535" y="496042"/>
                </a:lnTo>
                <a:lnTo>
                  <a:pt x="999840" y="496771"/>
                </a:lnTo>
                <a:lnTo>
                  <a:pt x="1000068" y="496873"/>
                </a:lnTo>
                <a:lnTo>
                  <a:pt x="999841" y="496170"/>
                </a:lnTo>
                <a:close/>
                <a:moveTo>
                  <a:pt x="1096201" y="279195"/>
                </a:moveTo>
                <a:lnTo>
                  <a:pt x="1089139" y="297602"/>
                </a:lnTo>
                <a:lnTo>
                  <a:pt x="1094127" y="306413"/>
                </a:lnTo>
                <a:lnTo>
                  <a:pt x="1094547" y="305393"/>
                </a:lnTo>
                <a:lnTo>
                  <a:pt x="1099001" y="295912"/>
                </a:lnTo>
                <a:close/>
                <a:moveTo>
                  <a:pt x="1009538" y="473137"/>
                </a:moveTo>
                <a:lnTo>
                  <a:pt x="1010556" y="475496"/>
                </a:lnTo>
                <a:lnTo>
                  <a:pt x="1012336" y="476656"/>
                </a:lnTo>
                <a:lnTo>
                  <a:pt x="1013789" y="475475"/>
                </a:lnTo>
                <a:lnTo>
                  <a:pt x="1013518" y="474905"/>
                </a:lnTo>
                <a:close/>
                <a:moveTo>
                  <a:pt x="1046410" y="390426"/>
                </a:moveTo>
                <a:lnTo>
                  <a:pt x="1046252" y="391034"/>
                </a:lnTo>
                <a:lnTo>
                  <a:pt x="1047027" y="392050"/>
                </a:lnTo>
                <a:lnTo>
                  <a:pt x="1047229" y="391737"/>
                </a:lnTo>
                <a:close/>
                <a:moveTo>
                  <a:pt x="1012336" y="466492"/>
                </a:moveTo>
                <a:lnTo>
                  <a:pt x="1013738" y="468321"/>
                </a:lnTo>
                <a:lnTo>
                  <a:pt x="1012617" y="466081"/>
                </a:lnTo>
                <a:close/>
                <a:moveTo>
                  <a:pt x="1098207" y="273969"/>
                </a:moveTo>
                <a:lnTo>
                  <a:pt x="1096873" y="277445"/>
                </a:lnTo>
                <a:lnTo>
                  <a:pt x="1103225" y="286921"/>
                </a:lnTo>
                <a:lnTo>
                  <a:pt x="1104275" y="284687"/>
                </a:lnTo>
                <a:close/>
                <a:moveTo>
                  <a:pt x="1061296" y="356428"/>
                </a:moveTo>
                <a:lnTo>
                  <a:pt x="1065531" y="363181"/>
                </a:lnTo>
                <a:lnTo>
                  <a:pt x="1066707" y="359708"/>
                </a:lnTo>
                <a:lnTo>
                  <a:pt x="1065558" y="357777"/>
                </a:lnTo>
                <a:lnTo>
                  <a:pt x="1065800" y="357870"/>
                </a:lnTo>
                <a:lnTo>
                  <a:pt x="1066774" y="359509"/>
                </a:lnTo>
                <a:lnTo>
                  <a:pt x="1067043" y="358717"/>
                </a:lnTo>
                <a:lnTo>
                  <a:pt x="1065068" y="352194"/>
                </a:lnTo>
                <a:lnTo>
                  <a:pt x="1064002" y="351430"/>
                </a:lnTo>
                <a:close/>
                <a:moveTo>
                  <a:pt x="1059922" y="358968"/>
                </a:moveTo>
                <a:lnTo>
                  <a:pt x="1064490" y="366253"/>
                </a:lnTo>
                <a:lnTo>
                  <a:pt x="1064553" y="366068"/>
                </a:lnTo>
                <a:lnTo>
                  <a:pt x="1060363" y="358153"/>
                </a:lnTo>
                <a:close/>
                <a:moveTo>
                  <a:pt x="1010804" y="468730"/>
                </a:moveTo>
                <a:lnTo>
                  <a:pt x="1011665" y="470477"/>
                </a:lnTo>
                <a:lnTo>
                  <a:pt x="1012446" y="471086"/>
                </a:lnTo>
                <a:lnTo>
                  <a:pt x="1010853" y="468658"/>
                </a:lnTo>
                <a:close/>
                <a:moveTo>
                  <a:pt x="1100908" y="266928"/>
                </a:moveTo>
                <a:lnTo>
                  <a:pt x="1098624" y="272883"/>
                </a:lnTo>
                <a:lnTo>
                  <a:pt x="1104744" y="283691"/>
                </a:lnTo>
                <a:lnTo>
                  <a:pt x="1105769" y="281509"/>
                </a:lnTo>
                <a:lnTo>
                  <a:pt x="1103537" y="263904"/>
                </a:lnTo>
                <a:close/>
                <a:moveTo>
                  <a:pt x="1014780" y="459680"/>
                </a:moveTo>
                <a:lnTo>
                  <a:pt x="1015294" y="460369"/>
                </a:lnTo>
                <a:lnTo>
                  <a:pt x="1015612" y="459942"/>
                </a:lnTo>
                <a:lnTo>
                  <a:pt x="1015239" y="459170"/>
                </a:lnTo>
                <a:close/>
                <a:moveTo>
                  <a:pt x="1058009" y="362671"/>
                </a:moveTo>
                <a:lnTo>
                  <a:pt x="1058645" y="365011"/>
                </a:lnTo>
                <a:lnTo>
                  <a:pt x="1063372" y="369556"/>
                </a:lnTo>
                <a:lnTo>
                  <a:pt x="1064066" y="367507"/>
                </a:lnTo>
                <a:lnTo>
                  <a:pt x="1059369" y="360020"/>
                </a:lnTo>
                <a:close/>
                <a:moveTo>
                  <a:pt x="1010323" y="469433"/>
                </a:moveTo>
                <a:lnTo>
                  <a:pt x="1011163" y="470087"/>
                </a:lnTo>
                <a:lnTo>
                  <a:pt x="1010624" y="468993"/>
                </a:lnTo>
                <a:close/>
                <a:moveTo>
                  <a:pt x="421492" y="1787787"/>
                </a:moveTo>
                <a:lnTo>
                  <a:pt x="422856" y="1789102"/>
                </a:lnTo>
                <a:lnTo>
                  <a:pt x="423511" y="1789022"/>
                </a:lnTo>
                <a:close/>
                <a:moveTo>
                  <a:pt x="1057415" y="363831"/>
                </a:moveTo>
                <a:lnTo>
                  <a:pt x="1058432" y="364808"/>
                </a:lnTo>
                <a:lnTo>
                  <a:pt x="1058321" y="364379"/>
                </a:lnTo>
                <a:lnTo>
                  <a:pt x="1057910" y="362864"/>
                </a:lnTo>
                <a:close/>
                <a:moveTo>
                  <a:pt x="1057096" y="364451"/>
                </a:moveTo>
                <a:lnTo>
                  <a:pt x="1058842" y="366402"/>
                </a:lnTo>
                <a:lnTo>
                  <a:pt x="1058515" y="365130"/>
                </a:lnTo>
                <a:lnTo>
                  <a:pt x="1057330" y="363993"/>
                </a:lnTo>
                <a:close/>
                <a:moveTo>
                  <a:pt x="1067449" y="341177"/>
                </a:moveTo>
                <a:lnTo>
                  <a:pt x="1070786" y="347659"/>
                </a:lnTo>
                <a:lnTo>
                  <a:pt x="1072932" y="341320"/>
                </a:lnTo>
                <a:lnTo>
                  <a:pt x="1069587" y="338717"/>
                </a:lnTo>
                <a:close/>
                <a:moveTo>
                  <a:pt x="1103172" y="261027"/>
                </a:moveTo>
                <a:lnTo>
                  <a:pt x="1101848" y="264479"/>
                </a:lnTo>
                <a:lnTo>
                  <a:pt x="1103386" y="262709"/>
                </a:lnTo>
                <a:close/>
                <a:moveTo>
                  <a:pt x="394656" y="1847429"/>
                </a:moveTo>
                <a:lnTo>
                  <a:pt x="423891" y="1850959"/>
                </a:lnTo>
                <a:lnTo>
                  <a:pt x="415400" y="1844449"/>
                </a:lnTo>
                <a:lnTo>
                  <a:pt x="410897" y="1845362"/>
                </a:lnTo>
                <a:lnTo>
                  <a:pt x="410667" y="1845217"/>
                </a:lnTo>
                <a:lnTo>
                  <a:pt x="415202" y="1844297"/>
                </a:lnTo>
                <a:lnTo>
                  <a:pt x="413106" y="1842691"/>
                </a:lnTo>
                <a:close/>
                <a:moveTo>
                  <a:pt x="1009037" y="471313"/>
                </a:moveTo>
                <a:lnTo>
                  <a:pt x="1011286" y="472311"/>
                </a:lnTo>
                <a:lnTo>
                  <a:pt x="1009474" y="470675"/>
                </a:lnTo>
                <a:close/>
                <a:moveTo>
                  <a:pt x="1054362" y="369780"/>
                </a:moveTo>
                <a:lnTo>
                  <a:pt x="1056371" y="377586"/>
                </a:lnTo>
                <a:lnTo>
                  <a:pt x="1057035" y="376559"/>
                </a:lnTo>
                <a:lnTo>
                  <a:pt x="1057240" y="376488"/>
                </a:lnTo>
                <a:lnTo>
                  <a:pt x="1056417" y="377762"/>
                </a:lnTo>
                <a:lnTo>
                  <a:pt x="1056493" y="378057"/>
                </a:lnTo>
                <a:lnTo>
                  <a:pt x="1059207" y="381890"/>
                </a:lnTo>
                <a:lnTo>
                  <a:pt x="1059411" y="381663"/>
                </a:lnTo>
                <a:lnTo>
                  <a:pt x="1059586" y="380987"/>
                </a:lnTo>
                <a:lnTo>
                  <a:pt x="1058687" y="378990"/>
                </a:lnTo>
                <a:lnTo>
                  <a:pt x="1059167" y="379241"/>
                </a:lnTo>
                <a:lnTo>
                  <a:pt x="1059720" y="380469"/>
                </a:lnTo>
                <a:lnTo>
                  <a:pt x="1059857" y="379940"/>
                </a:lnTo>
                <a:lnTo>
                  <a:pt x="1061260" y="375794"/>
                </a:lnTo>
                <a:lnTo>
                  <a:pt x="1060690" y="373579"/>
                </a:lnTo>
                <a:lnTo>
                  <a:pt x="1059166" y="371875"/>
                </a:lnTo>
                <a:lnTo>
                  <a:pt x="1059339" y="371904"/>
                </a:lnTo>
                <a:lnTo>
                  <a:pt x="1060631" y="373352"/>
                </a:lnTo>
                <a:lnTo>
                  <a:pt x="1058920" y="366705"/>
                </a:lnTo>
                <a:lnTo>
                  <a:pt x="1057026" y="364587"/>
                </a:lnTo>
                <a:close/>
                <a:moveTo>
                  <a:pt x="1008305" y="472589"/>
                </a:moveTo>
                <a:lnTo>
                  <a:pt x="1008371" y="474073"/>
                </a:lnTo>
                <a:lnTo>
                  <a:pt x="1010012" y="475141"/>
                </a:lnTo>
                <a:lnTo>
                  <a:pt x="1009054" y="472921"/>
                </a:lnTo>
                <a:close/>
                <a:moveTo>
                  <a:pt x="1052794" y="372836"/>
                </a:moveTo>
                <a:lnTo>
                  <a:pt x="1055789" y="377064"/>
                </a:lnTo>
                <a:lnTo>
                  <a:pt x="1054063" y="370363"/>
                </a:lnTo>
                <a:close/>
                <a:moveTo>
                  <a:pt x="1012689" y="462274"/>
                </a:moveTo>
                <a:lnTo>
                  <a:pt x="1013147" y="463253"/>
                </a:lnTo>
                <a:lnTo>
                  <a:pt x="1013285" y="463066"/>
                </a:lnTo>
                <a:close/>
                <a:moveTo>
                  <a:pt x="1036051" y="409895"/>
                </a:moveTo>
                <a:lnTo>
                  <a:pt x="1037787" y="412015"/>
                </a:lnTo>
                <a:lnTo>
                  <a:pt x="1039640" y="404857"/>
                </a:lnTo>
                <a:lnTo>
                  <a:pt x="1038115" y="406603"/>
                </a:lnTo>
                <a:close/>
                <a:moveTo>
                  <a:pt x="1035586" y="410636"/>
                </a:moveTo>
                <a:lnTo>
                  <a:pt x="1037681" y="412396"/>
                </a:lnTo>
                <a:lnTo>
                  <a:pt x="1035870" y="410183"/>
                </a:lnTo>
                <a:close/>
                <a:moveTo>
                  <a:pt x="1049099" y="380038"/>
                </a:moveTo>
                <a:lnTo>
                  <a:pt x="1047260" y="387144"/>
                </a:lnTo>
                <a:lnTo>
                  <a:pt x="1048890" y="389166"/>
                </a:lnTo>
                <a:lnTo>
                  <a:pt x="1056019" y="378132"/>
                </a:lnTo>
                <a:lnTo>
                  <a:pt x="1055631" y="377512"/>
                </a:lnTo>
                <a:lnTo>
                  <a:pt x="1052594" y="373225"/>
                </a:lnTo>
                <a:close/>
                <a:moveTo>
                  <a:pt x="995651" y="499371"/>
                </a:moveTo>
                <a:lnTo>
                  <a:pt x="995672" y="499487"/>
                </a:lnTo>
                <a:lnTo>
                  <a:pt x="995707" y="501827"/>
                </a:lnTo>
                <a:lnTo>
                  <a:pt x="997045" y="503909"/>
                </a:lnTo>
                <a:lnTo>
                  <a:pt x="998046" y="502380"/>
                </a:lnTo>
                <a:lnTo>
                  <a:pt x="998099" y="501759"/>
                </a:lnTo>
                <a:close/>
                <a:moveTo>
                  <a:pt x="1034473" y="412410"/>
                </a:moveTo>
                <a:lnTo>
                  <a:pt x="1036566" y="416730"/>
                </a:lnTo>
                <a:lnTo>
                  <a:pt x="1037516" y="413058"/>
                </a:lnTo>
                <a:lnTo>
                  <a:pt x="1035258" y="411160"/>
                </a:lnTo>
                <a:close/>
                <a:moveTo>
                  <a:pt x="406386" y="1818569"/>
                </a:moveTo>
                <a:lnTo>
                  <a:pt x="407340" y="1819121"/>
                </a:lnTo>
                <a:lnTo>
                  <a:pt x="408794" y="1819318"/>
                </a:lnTo>
                <a:lnTo>
                  <a:pt x="408850" y="1819310"/>
                </a:lnTo>
                <a:close/>
                <a:moveTo>
                  <a:pt x="1035660" y="409418"/>
                </a:moveTo>
                <a:lnTo>
                  <a:pt x="1035924" y="409739"/>
                </a:lnTo>
                <a:lnTo>
                  <a:pt x="1037223" y="407628"/>
                </a:lnTo>
                <a:close/>
                <a:moveTo>
                  <a:pt x="1097483" y="270867"/>
                </a:moveTo>
                <a:lnTo>
                  <a:pt x="1098375" y="272442"/>
                </a:lnTo>
                <a:lnTo>
                  <a:pt x="1100160" y="267788"/>
                </a:lnTo>
                <a:close/>
                <a:moveTo>
                  <a:pt x="1033478" y="413998"/>
                </a:moveTo>
                <a:lnTo>
                  <a:pt x="1034947" y="420377"/>
                </a:lnTo>
                <a:lnTo>
                  <a:pt x="1035498" y="420856"/>
                </a:lnTo>
                <a:lnTo>
                  <a:pt x="1036520" y="416909"/>
                </a:lnTo>
                <a:lnTo>
                  <a:pt x="1034398" y="412531"/>
                </a:lnTo>
                <a:close/>
                <a:moveTo>
                  <a:pt x="1035016" y="410155"/>
                </a:moveTo>
                <a:lnTo>
                  <a:pt x="1035446" y="410517"/>
                </a:lnTo>
                <a:lnTo>
                  <a:pt x="1035745" y="410030"/>
                </a:lnTo>
                <a:lnTo>
                  <a:pt x="1035445" y="409665"/>
                </a:lnTo>
                <a:close/>
                <a:moveTo>
                  <a:pt x="1010646" y="464288"/>
                </a:moveTo>
                <a:lnTo>
                  <a:pt x="1011524" y="465432"/>
                </a:lnTo>
                <a:lnTo>
                  <a:pt x="1011982" y="464816"/>
                </a:lnTo>
                <a:lnTo>
                  <a:pt x="1011334" y="463521"/>
                </a:lnTo>
                <a:close/>
                <a:moveTo>
                  <a:pt x="1008165" y="469493"/>
                </a:moveTo>
                <a:lnTo>
                  <a:pt x="1008187" y="469977"/>
                </a:lnTo>
                <a:lnTo>
                  <a:pt x="1008384" y="469690"/>
                </a:lnTo>
                <a:close/>
                <a:moveTo>
                  <a:pt x="1063334" y="345910"/>
                </a:moveTo>
                <a:lnTo>
                  <a:pt x="1064587" y="350046"/>
                </a:lnTo>
                <a:lnTo>
                  <a:pt x="1067131" y="345346"/>
                </a:lnTo>
                <a:lnTo>
                  <a:pt x="1067345" y="345252"/>
                </a:lnTo>
                <a:lnTo>
                  <a:pt x="1064645" y="350241"/>
                </a:lnTo>
                <a:lnTo>
                  <a:pt x="1064965" y="351296"/>
                </a:lnTo>
                <a:lnTo>
                  <a:pt x="1068659" y="353942"/>
                </a:lnTo>
                <a:lnTo>
                  <a:pt x="1070327" y="349013"/>
                </a:lnTo>
                <a:lnTo>
                  <a:pt x="1066723" y="342012"/>
                </a:lnTo>
                <a:close/>
                <a:moveTo>
                  <a:pt x="1031403" y="417308"/>
                </a:moveTo>
                <a:lnTo>
                  <a:pt x="1031915" y="417752"/>
                </a:lnTo>
                <a:lnTo>
                  <a:pt x="1031703" y="416829"/>
                </a:lnTo>
                <a:close/>
                <a:moveTo>
                  <a:pt x="1040318" y="397153"/>
                </a:moveTo>
                <a:lnTo>
                  <a:pt x="1041274" y="398545"/>
                </a:lnTo>
                <a:lnTo>
                  <a:pt x="1041679" y="396982"/>
                </a:lnTo>
                <a:lnTo>
                  <a:pt x="1041412" y="395826"/>
                </a:lnTo>
                <a:lnTo>
                  <a:pt x="1041185" y="395464"/>
                </a:lnTo>
                <a:close/>
                <a:moveTo>
                  <a:pt x="1033966" y="411361"/>
                </a:moveTo>
                <a:lnTo>
                  <a:pt x="1034389" y="412234"/>
                </a:lnTo>
                <a:lnTo>
                  <a:pt x="1035120" y="411045"/>
                </a:lnTo>
                <a:lnTo>
                  <a:pt x="1034613" y="410618"/>
                </a:lnTo>
                <a:close/>
                <a:moveTo>
                  <a:pt x="1017187" y="448776"/>
                </a:moveTo>
                <a:lnTo>
                  <a:pt x="1020215" y="453760"/>
                </a:lnTo>
                <a:lnTo>
                  <a:pt x="1020411" y="453496"/>
                </a:lnTo>
                <a:close/>
                <a:moveTo>
                  <a:pt x="1095570" y="273067"/>
                </a:moveTo>
                <a:lnTo>
                  <a:pt x="1096114" y="276312"/>
                </a:lnTo>
                <a:lnTo>
                  <a:pt x="1096607" y="277048"/>
                </a:lnTo>
                <a:lnTo>
                  <a:pt x="1097957" y="273529"/>
                </a:lnTo>
                <a:lnTo>
                  <a:pt x="1096858" y="271587"/>
                </a:lnTo>
                <a:close/>
                <a:moveTo>
                  <a:pt x="995533" y="497007"/>
                </a:moveTo>
                <a:lnTo>
                  <a:pt x="995328" y="497556"/>
                </a:lnTo>
                <a:lnTo>
                  <a:pt x="995568" y="498902"/>
                </a:lnTo>
                <a:lnTo>
                  <a:pt x="998130" y="501401"/>
                </a:lnTo>
                <a:lnTo>
                  <a:pt x="998272" y="499729"/>
                </a:lnTo>
                <a:lnTo>
                  <a:pt x="998451" y="498302"/>
                </a:lnTo>
                <a:close/>
                <a:moveTo>
                  <a:pt x="996398" y="494695"/>
                </a:moveTo>
                <a:lnTo>
                  <a:pt x="996223" y="495164"/>
                </a:lnTo>
                <a:lnTo>
                  <a:pt x="996831" y="495435"/>
                </a:lnTo>
                <a:close/>
                <a:moveTo>
                  <a:pt x="401481" y="1826806"/>
                </a:moveTo>
                <a:lnTo>
                  <a:pt x="411065" y="1831609"/>
                </a:lnTo>
                <a:lnTo>
                  <a:pt x="422847" y="1831949"/>
                </a:lnTo>
                <a:lnTo>
                  <a:pt x="406131" y="1826161"/>
                </a:lnTo>
                <a:lnTo>
                  <a:pt x="406046" y="1826124"/>
                </a:lnTo>
                <a:close/>
                <a:moveTo>
                  <a:pt x="1025415" y="429693"/>
                </a:moveTo>
                <a:lnTo>
                  <a:pt x="1026373" y="434268"/>
                </a:lnTo>
                <a:lnTo>
                  <a:pt x="1030614" y="439727"/>
                </a:lnTo>
                <a:lnTo>
                  <a:pt x="1031075" y="437945"/>
                </a:lnTo>
                <a:close/>
                <a:moveTo>
                  <a:pt x="1033099" y="412353"/>
                </a:moveTo>
                <a:lnTo>
                  <a:pt x="1033431" y="413791"/>
                </a:lnTo>
                <a:lnTo>
                  <a:pt x="1034313" y="412356"/>
                </a:lnTo>
                <a:lnTo>
                  <a:pt x="1033879" y="411459"/>
                </a:lnTo>
                <a:close/>
                <a:moveTo>
                  <a:pt x="996828" y="493546"/>
                </a:moveTo>
                <a:lnTo>
                  <a:pt x="996534" y="494332"/>
                </a:lnTo>
                <a:lnTo>
                  <a:pt x="997300" y="495643"/>
                </a:lnTo>
                <a:lnTo>
                  <a:pt x="997836" y="495881"/>
                </a:lnTo>
                <a:close/>
                <a:moveTo>
                  <a:pt x="1051325" y="371433"/>
                </a:moveTo>
                <a:lnTo>
                  <a:pt x="1049596" y="378113"/>
                </a:lnTo>
                <a:lnTo>
                  <a:pt x="1052310" y="372824"/>
                </a:lnTo>
                <a:close/>
                <a:moveTo>
                  <a:pt x="1029391" y="420515"/>
                </a:moveTo>
                <a:lnTo>
                  <a:pt x="1033790" y="425889"/>
                </a:lnTo>
                <a:lnTo>
                  <a:pt x="1032043" y="418305"/>
                </a:lnTo>
                <a:lnTo>
                  <a:pt x="1031222" y="417595"/>
                </a:lnTo>
                <a:close/>
                <a:moveTo>
                  <a:pt x="997140" y="492724"/>
                </a:moveTo>
                <a:lnTo>
                  <a:pt x="997264" y="493002"/>
                </a:lnTo>
                <a:lnTo>
                  <a:pt x="997652" y="493900"/>
                </a:lnTo>
                <a:lnTo>
                  <a:pt x="997181" y="492776"/>
                </a:lnTo>
                <a:close/>
                <a:moveTo>
                  <a:pt x="1029088" y="420997"/>
                </a:moveTo>
                <a:lnTo>
                  <a:pt x="1033486" y="428631"/>
                </a:lnTo>
                <a:lnTo>
                  <a:pt x="1033963" y="426788"/>
                </a:lnTo>
                <a:lnTo>
                  <a:pt x="1029147" y="420903"/>
                </a:lnTo>
                <a:close/>
                <a:moveTo>
                  <a:pt x="1094649" y="274127"/>
                </a:moveTo>
                <a:lnTo>
                  <a:pt x="1095587" y="275527"/>
                </a:lnTo>
                <a:lnTo>
                  <a:pt x="1095239" y="273448"/>
                </a:lnTo>
                <a:close/>
                <a:moveTo>
                  <a:pt x="365114" y="1907460"/>
                </a:moveTo>
                <a:lnTo>
                  <a:pt x="382391" y="1909216"/>
                </a:lnTo>
                <a:lnTo>
                  <a:pt x="388978" y="1908325"/>
                </a:lnTo>
                <a:lnTo>
                  <a:pt x="387157" y="1907423"/>
                </a:lnTo>
                <a:lnTo>
                  <a:pt x="387006" y="1907104"/>
                </a:lnTo>
                <a:lnTo>
                  <a:pt x="389364" y="1908272"/>
                </a:lnTo>
                <a:lnTo>
                  <a:pt x="405052" y="1906150"/>
                </a:lnTo>
                <a:lnTo>
                  <a:pt x="437719" y="1901175"/>
                </a:lnTo>
                <a:lnTo>
                  <a:pt x="430274" y="1897763"/>
                </a:lnTo>
                <a:lnTo>
                  <a:pt x="425500" y="1896819"/>
                </a:lnTo>
                <a:lnTo>
                  <a:pt x="414527" y="1896680"/>
                </a:lnTo>
                <a:lnTo>
                  <a:pt x="388228" y="1902590"/>
                </a:lnTo>
                <a:close/>
                <a:moveTo>
                  <a:pt x="422494" y="1778954"/>
                </a:moveTo>
                <a:lnTo>
                  <a:pt x="427137" y="1781243"/>
                </a:lnTo>
                <a:lnTo>
                  <a:pt x="431093" y="1781683"/>
                </a:lnTo>
                <a:close/>
                <a:moveTo>
                  <a:pt x="1034656" y="408190"/>
                </a:moveTo>
                <a:lnTo>
                  <a:pt x="1035220" y="408879"/>
                </a:lnTo>
                <a:lnTo>
                  <a:pt x="1039400" y="404088"/>
                </a:lnTo>
                <a:lnTo>
                  <a:pt x="1040157" y="402857"/>
                </a:lnTo>
                <a:lnTo>
                  <a:pt x="1040957" y="399769"/>
                </a:lnTo>
                <a:lnTo>
                  <a:pt x="1040354" y="398525"/>
                </a:lnTo>
                <a:lnTo>
                  <a:pt x="1039931" y="397908"/>
                </a:lnTo>
                <a:close/>
                <a:moveTo>
                  <a:pt x="1020988" y="438705"/>
                </a:moveTo>
                <a:lnTo>
                  <a:pt x="1021418" y="439668"/>
                </a:lnTo>
                <a:lnTo>
                  <a:pt x="1021920" y="439964"/>
                </a:lnTo>
                <a:lnTo>
                  <a:pt x="1021864" y="439708"/>
                </a:lnTo>
                <a:close/>
                <a:moveTo>
                  <a:pt x="1034059" y="409352"/>
                </a:moveTo>
                <a:lnTo>
                  <a:pt x="1034490" y="409714"/>
                </a:lnTo>
                <a:lnTo>
                  <a:pt x="1035004" y="409125"/>
                </a:lnTo>
                <a:lnTo>
                  <a:pt x="1034495" y="408503"/>
                </a:lnTo>
                <a:close/>
                <a:moveTo>
                  <a:pt x="1033510" y="410423"/>
                </a:moveTo>
                <a:lnTo>
                  <a:pt x="1033640" y="410689"/>
                </a:lnTo>
                <a:lnTo>
                  <a:pt x="1034088" y="410176"/>
                </a:lnTo>
                <a:lnTo>
                  <a:pt x="1033773" y="409910"/>
                </a:lnTo>
                <a:close/>
                <a:moveTo>
                  <a:pt x="1018042" y="444935"/>
                </a:moveTo>
                <a:lnTo>
                  <a:pt x="1019643" y="447325"/>
                </a:lnTo>
                <a:lnTo>
                  <a:pt x="1023104" y="449879"/>
                </a:lnTo>
                <a:lnTo>
                  <a:pt x="1023292" y="449626"/>
                </a:lnTo>
                <a:close/>
                <a:moveTo>
                  <a:pt x="1032993" y="411431"/>
                </a:moveTo>
                <a:lnTo>
                  <a:pt x="1033553" y="410788"/>
                </a:lnTo>
                <a:lnTo>
                  <a:pt x="1033442" y="410556"/>
                </a:lnTo>
                <a:close/>
                <a:moveTo>
                  <a:pt x="1061075" y="348509"/>
                </a:moveTo>
                <a:lnTo>
                  <a:pt x="1064204" y="350751"/>
                </a:lnTo>
                <a:lnTo>
                  <a:pt x="1064479" y="350244"/>
                </a:lnTo>
                <a:lnTo>
                  <a:pt x="1063210" y="346054"/>
                </a:lnTo>
                <a:close/>
                <a:moveTo>
                  <a:pt x="1008061" y="467169"/>
                </a:moveTo>
                <a:lnTo>
                  <a:pt x="1008084" y="467690"/>
                </a:lnTo>
                <a:lnTo>
                  <a:pt x="1009197" y="468557"/>
                </a:lnTo>
                <a:lnTo>
                  <a:pt x="1009926" y="467578"/>
                </a:lnTo>
                <a:lnTo>
                  <a:pt x="1009261" y="466230"/>
                </a:lnTo>
                <a:lnTo>
                  <a:pt x="1009110" y="466000"/>
                </a:lnTo>
                <a:close/>
                <a:moveTo>
                  <a:pt x="1013525" y="454776"/>
                </a:moveTo>
                <a:lnTo>
                  <a:pt x="1014357" y="456446"/>
                </a:lnTo>
                <a:lnTo>
                  <a:pt x="1015872" y="459592"/>
                </a:lnTo>
                <a:lnTo>
                  <a:pt x="1016314" y="458999"/>
                </a:lnTo>
                <a:lnTo>
                  <a:pt x="1014995" y="456116"/>
                </a:lnTo>
                <a:close/>
                <a:moveTo>
                  <a:pt x="1027160" y="424071"/>
                </a:moveTo>
                <a:lnTo>
                  <a:pt x="1029932" y="428594"/>
                </a:lnTo>
                <a:lnTo>
                  <a:pt x="1030792" y="430039"/>
                </a:lnTo>
                <a:lnTo>
                  <a:pt x="1032811" y="431239"/>
                </a:lnTo>
                <a:lnTo>
                  <a:pt x="1033391" y="428999"/>
                </a:lnTo>
                <a:lnTo>
                  <a:pt x="1028929" y="421252"/>
                </a:lnTo>
                <a:close/>
                <a:moveTo>
                  <a:pt x="1028763" y="420433"/>
                </a:moveTo>
                <a:lnTo>
                  <a:pt x="1029044" y="420922"/>
                </a:lnTo>
                <a:lnTo>
                  <a:pt x="1029095" y="420840"/>
                </a:lnTo>
                <a:close/>
                <a:moveTo>
                  <a:pt x="1030416" y="416452"/>
                </a:moveTo>
                <a:lnTo>
                  <a:pt x="1031315" y="417230"/>
                </a:lnTo>
                <a:lnTo>
                  <a:pt x="1031664" y="416662"/>
                </a:lnTo>
                <a:lnTo>
                  <a:pt x="1031245" y="414837"/>
                </a:lnTo>
                <a:close/>
                <a:moveTo>
                  <a:pt x="398251" y="1831776"/>
                </a:moveTo>
                <a:lnTo>
                  <a:pt x="399780" y="1832475"/>
                </a:lnTo>
                <a:lnTo>
                  <a:pt x="398893" y="1831794"/>
                </a:lnTo>
                <a:close/>
                <a:moveTo>
                  <a:pt x="1028740" y="419719"/>
                </a:moveTo>
                <a:lnTo>
                  <a:pt x="1029335" y="420448"/>
                </a:lnTo>
                <a:lnTo>
                  <a:pt x="1031137" y="417520"/>
                </a:lnTo>
                <a:lnTo>
                  <a:pt x="1030258" y="416759"/>
                </a:lnTo>
                <a:close/>
                <a:moveTo>
                  <a:pt x="1052836" y="365596"/>
                </a:moveTo>
                <a:lnTo>
                  <a:pt x="1051453" y="370942"/>
                </a:lnTo>
                <a:lnTo>
                  <a:pt x="1052510" y="372434"/>
                </a:lnTo>
                <a:lnTo>
                  <a:pt x="1053267" y="370959"/>
                </a:lnTo>
                <a:lnTo>
                  <a:pt x="1053911" y="369769"/>
                </a:lnTo>
                <a:close/>
                <a:moveTo>
                  <a:pt x="423785" y="1774012"/>
                </a:moveTo>
                <a:lnTo>
                  <a:pt x="426687" y="1774855"/>
                </a:lnTo>
                <a:lnTo>
                  <a:pt x="428090" y="1774858"/>
                </a:lnTo>
                <a:lnTo>
                  <a:pt x="425559" y="1774178"/>
                </a:lnTo>
                <a:close/>
                <a:moveTo>
                  <a:pt x="1025384" y="426904"/>
                </a:moveTo>
                <a:lnTo>
                  <a:pt x="1029361" y="429190"/>
                </a:lnTo>
                <a:lnTo>
                  <a:pt x="1030144" y="429655"/>
                </a:lnTo>
                <a:lnTo>
                  <a:pt x="1026988" y="424347"/>
                </a:lnTo>
                <a:close/>
                <a:moveTo>
                  <a:pt x="1026804" y="423492"/>
                </a:moveTo>
                <a:lnTo>
                  <a:pt x="1027133" y="424027"/>
                </a:lnTo>
                <a:lnTo>
                  <a:pt x="1028885" y="421178"/>
                </a:lnTo>
                <a:lnTo>
                  <a:pt x="1028413" y="420357"/>
                </a:lnTo>
                <a:close/>
                <a:moveTo>
                  <a:pt x="1024969" y="427565"/>
                </a:moveTo>
                <a:lnTo>
                  <a:pt x="1025265" y="428976"/>
                </a:lnTo>
                <a:lnTo>
                  <a:pt x="1027135" y="431626"/>
                </a:lnTo>
                <a:lnTo>
                  <a:pt x="1031163" y="437606"/>
                </a:lnTo>
                <a:lnTo>
                  <a:pt x="1032288" y="433260"/>
                </a:lnTo>
                <a:lnTo>
                  <a:pt x="1030740" y="430657"/>
                </a:lnTo>
                <a:lnTo>
                  <a:pt x="1025121" y="427323"/>
                </a:lnTo>
                <a:close/>
                <a:moveTo>
                  <a:pt x="1025129" y="426758"/>
                </a:moveTo>
                <a:lnTo>
                  <a:pt x="1025368" y="426895"/>
                </a:lnTo>
                <a:lnTo>
                  <a:pt x="1026962" y="424304"/>
                </a:lnTo>
                <a:lnTo>
                  <a:pt x="1026654" y="423785"/>
                </a:lnTo>
                <a:close/>
                <a:moveTo>
                  <a:pt x="1029907" y="416011"/>
                </a:moveTo>
                <a:lnTo>
                  <a:pt x="1030077" y="416158"/>
                </a:lnTo>
                <a:lnTo>
                  <a:pt x="1030503" y="415329"/>
                </a:lnTo>
                <a:close/>
                <a:moveTo>
                  <a:pt x="1024895" y="427213"/>
                </a:moveTo>
                <a:lnTo>
                  <a:pt x="1024966" y="427550"/>
                </a:lnTo>
                <a:lnTo>
                  <a:pt x="1025109" y="427316"/>
                </a:lnTo>
                <a:lnTo>
                  <a:pt x="1024905" y="427194"/>
                </a:lnTo>
                <a:close/>
                <a:moveTo>
                  <a:pt x="1032912" y="409187"/>
                </a:moveTo>
                <a:lnTo>
                  <a:pt x="1033272" y="409931"/>
                </a:lnTo>
                <a:lnTo>
                  <a:pt x="1033430" y="409622"/>
                </a:lnTo>
                <a:close/>
                <a:moveTo>
                  <a:pt x="1058374" y="351770"/>
                </a:moveTo>
                <a:lnTo>
                  <a:pt x="1061208" y="356288"/>
                </a:lnTo>
                <a:lnTo>
                  <a:pt x="1063883" y="351345"/>
                </a:lnTo>
                <a:lnTo>
                  <a:pt x="1060633" y="349016"/>
                </a:lnTo>
                <a:lnTo>
                  <a:pt x="1059958" y="349794"/>
                </a:lnTo>
                <a:close/>
                <a:moveTo>
                  <a:pt x="989797" y="505271"/>
                </a:moveTo>
                <a:lnTo>
                  <a:pt x="989882" y="506520"/>
                </a:lnTo>
                <a:lnTo>
                  <a:pt x="990120" y="505883"/>
                </a:lnTo>
                <a:close/>
                <a:moveTo>
                  <a:pt x="1016248" y="445936"/>
                </a:moveTo>
                <a:lnTo>
                  <a:pt x="1020933" y="452795"/>
                </a:lnTo>
                <a:lnTo>
                  <a:pt x="1021156" y="452495"/>
                </a:lnTo>
                <a:lnTo>
                  <a:pt x="1017271" y="446691"/>
                </a:lnTo>
                <a:close/>
                <a:moveTo>
                  <a:pt x="1021334" y="434455"/>
                </a:moveTo>
                <a:lnTo>
                  <a:pt x="1022068" y="437328"/>
                </a:lnTo>
                <a:lnTo>
                  <a:pt x="1022999" y="438779"/>
                </a:lnTo>
                <a:lnTo>
                  <a:pt x="1024133" y="440078"/>
                </a:lnTo>
                <a:lnTo>
                  <a:pt x="1023888" y="434621"/>
                </a:lnTo>
                <a:lnTo>
                  <a:pt x="1023694" y="433691"/>
                </a:lnTo>
                <a:lnTo>
                  <a:pt x="1022416" y="432046"/>
                </a:lnTo>
                <a:lnTo>
                  <a:pt x="1022379" y="432118"/>
                </a:lnTo>
                <a:close/>
                <a:moveTo>
                  <a:pt x="1020618" y="436059"/>
                </a:moveTo>
                <a:lnTo>
                  <a:pt x="1021236" y="436764"/>
                </a:lnTo>
                <a:lnTo>
                  <a:pt x="1021187" y="436535"/>
                </a:lnTo>
                <a:lnTo>
                  <a:pt x="1020997" y="436237"/>
                </a:lnTo>
                <a:lnTo>
                  <a:pt x="1021131" y="436271"/>
                </a:lnTo>
                <a:lnTo>
                  <a:pt x="1020934" y="435350"/>
                </a:lnTo>
                <a:close/>
                <a:moveTo>
                  <a:pt x="1019511" y="438535"/>
                </a:moveTo>
                <a:lnTo>
                  <a:pt x="1020863" y="439338"/>
                </a:lnTo>
                <a:lnTo>
                  <a:pt x="1020151" y="437750"/>
                </a:lnTo>
                <a:lnTo>
                  <a:pt x="1019960" y="437530"/>
                </a:lnTo>
                <a:close/>
                <a:moveTo>
                  <a:pt x="1017403" y="443253"/>
                </a:moveTo>
                <a:lnTo>
                  <a:pt x="1023789" y="448959"/>
                </a:lnTo>
                <a:lnTo>
                  <a:pt x="1023827" y="448908"/>
                </a:lnTo>
                <a:lnTo>
                  <a:pt x="1022624" y="443271"/>
                </a:lnTo>
                <a:lnTo>
                  <a:pt x="1022196" y="442313"/>
                </a:lnTo>
                <a:lnTo>
                  <a:pt x="1018809" y="440107"/>
                </a:lnTo>
                <a:close/>
                <a:moveTo>
                  <a:pt x="1014005" y="450854"/>
                </a:moveTo>
                <a:lnTo>
                  <a:pt x="1014009" y="450862"/>
                </a:lnTo>
                <a:lnTo>
                  <a:pt x="1018278" y="456361"/>
                </a:lnTo>
                <a:lnTo>
                  <a:pt x="1019326" y="454952"/>
                </a:lnTo>
                <a:lnTo>
                  <a:pt x="1015205" y="448170"/>
                </a:lnTo>
                <a:close/>
                <a:moveTo>
                  <a:pt x="1011830" y="455722"/>
                </a:moveTo>
                <a:lnTo>
                  <a:pt x="1014699" y="459572"/>
                </a:lnTo>
                <a:lnTo>
                  <a:pt x="1015049" y="459183"/>
                </a:lnTo>
                <a:lnTo>
                  <a:pt x="1015230" y="459151"/>
                </a:lnTo>
                <a:lnTo>
                  <a:pt x="1012807" y="454123"/>
                </a:lnTo>
                <a:lnTo>
                  <a:pt x="1012621" y="453953"/>
                </a:lnTo>
                <a:close/>
                <a:moveTo>
                  <a:pt x="1008976" y="462110"/>
                </a:moveTo>
                <a:lnTo>
                  <a:pt x="1010563" y="464180"/>
                </a:lnTo>
                <a:lnTo>
                  <a:pt x="1011270" y="463393"/>
                </a:lnTo>
                <a:lnTo>
                  <a:pt x="1009755" y="460366"/>
                </a:lnTo>
                <a:close/>
                <a:moveTo>
                  <a:pt x="1007996" y="464302"/>
                </a:moveTo>
                <a:lnTo>
                  <a:pt x="1007937" y="464433"/>
                </a:lnTo>
                <a:lnTo>
                  <a:pt x="1008052" y="466978"/>
                </a:lnTo>
                <a:lnTo>
                  <a:pt x="1009033" y="465884"/>
                </a:lnTo>
                <a:close/>
                <a:moveTo>
                  <a:pt x="1053978" y="361182"/>
                </a:moveTo>
                <a:lnTo>
                  <a:pt x="1053062" y="364728"/>
                </a:lnTo>
                <a:lnTo>
                  <a:pt x="1054215" y="369207"/>
                </a:lnTo>
                <a:lnTo>
                  <a:pt x="1056832" y="364371"/>
                </a:lnTo>
                <a:close/>
                <a:moveTo>
                  <a:pt x="419088" y="1782187"/>
                </a:moveTo>
                <a:lnTo>
                  <a:pt x="425634" y="1786265"/>
                </a:lnTo>
                <a:lnTo>
                  <a:pt x="432445" y="1786984"/>
                </a:lnTo>
                <a:lnTo>
                  <a:pt x="432212" y="1786846"/>
                </a:lnTo>
                <a:close/>
                <a:moveTo>
                  <a:pt x="1056710" y="353845"/>
                </a:moveTo>
                <a:lnTo>
                  <a:pt x="1059833" y="358828"/>
                </a:lnTo>
                <a:lnTo>
                  <a:pt x="1060281" y="358000"/>
                </a:lnTo>
                <a:lnTo>
                  <a:pt x="1058243" y="354154"/>
                </a:lnTo>
                <a:lnTo>
                  <a:pt x="1057462" y="352908"/>
                </a:lnTo>
                <a:close/>
                <a:moveTo>
                  <a:pt x="1032239" y="408622"/>
                </a:moveTo>
                <a:lnTo>
                  <a:pt x="1032767" y="410914"/>
                </a:lnTo>
                <a:lnTo>
                  <a:pt x="1033203" y="410064"/>
                </a:lnTo>
                <a:lnTo>
                  <a:pt x="1032686" y="408998"/>
                </a:lnTo>
                <a:close/>
                <a:moveTo>
                  <a:pt x="1027737" y="418497"/>
                </a:moveTo>
                <a:lnTo>
                  <a:pt x="1028438" y="419353"/>
                </a:lnTo>
                <a:lnTo>
                  <a:pt x="1029920" y="416465"/>
                </a:lnTo>
                <a:lnTo>
                  <a:pt x="1029687" y="416263"/>
                </a:lnTo>
                <a:close/>
                <a:moveTo>
                  <a:pt x="1042281" y="385899"/>
                </a:moveTo>
                <a:lnTo>
                  <a:pt x="1042753" y="386451"/>
                </a:lnTo>
                <a:lnTo>
                  <a:pt x="1043986" y="388065"/>
                </a:lnTo>
                <a:lnTo>
                  <a:pt x="1044153" y="387422"/>
                </a:lnTo>
                <a:close/>
                <a:moveTo>
                  <a:pt x="422413" y="1773884"/>
                </a:moveTo>
                <a:lnTo>
                  <a:pt x="424196" y="1774588"/>
                </a:lnTo>
                <a:lnTo>
                  <a:pt x="425658" y="1774852"/>
                </a:lnTo>
                <a:lnTo>
                  <a:pt x="425938" y="1774853"/>
                </a:lnTo>
                <a:lnTo>
                  <a:pt x="422690" y="1773910"/>
                </a:lnTo>
                <a:close/>
                <a:moveTo>
                  <a:pt x="994451" y="492629"/>
                </a:moveTo>
                <a:lnTo>
                  <a:pt x="994653" y="493769"/>
                </a:lnTo>
                <a:lnTo>
                  <a:pt x="995496" y="491520"/>
                </a:lnTo>
                <a:lnTo>
                  <a:pt x="994830" y="492076"/>
                </a:lnTo>
                <a:close/>
                <a:moveTo>
                  <a:pt x="1055888" y="354871"/>
                </a:moveTo>
                <a:lnTo>
                  <a:pt x="1057923" y="362357"/>
                </a:lnTo>
                <a:lnTo>
                  <a:pt x="1059272" y="359865"/>
                </a:lnTo>
                <a:lnTo>
                  <a:pt x="1056029" y="354695"/>
                </a:lnTo>
                <a:close/>
                <a:moveTo>
                  <a:pt x="1018708" y="438060"/>
                </a:moveTo>
                <a:lnTo>
                  <a:pt x="1018809" y="438119"/>
                </a:lnTo>
                <a:lnTo>
                  <a:pt x="1019425" y="436919"/>
                </a:lnTo>
                <a:lnTo>
                  <a:pt x="1019387" y="436875"/>
                </a:lnTo>
                <a:close/>
                <a:moveTo>
                  <a:pt x="396250" y="1831718"/>
                </a:moveTo>
                <a:lnTo>
                  <a:pt x="398199" y="1832257"/>
                </a:lnTo>
                <a:lnTo>
                  <a:pt x="397071" y="1831742"/>
                </a:lnTo>
                <a:close/>
                <a:moveTo>
                  <a:pt x="1094677" y="267738"/>
                </a:moveTo>
                <a:lnTo>
                  <a:pt x="1095378" y="271920"/>
                </a:lnTo>
                <a:lnTo>
                  <a:pt x="1096387" y="270759"/>
                </a:lnTo>
                <a:close/>
                <a:moveTo>
                  <a:pt x="1055482" y="355378"/>
                </a:moveTo>
                <a:lnTo>
                  <a:pt x="1054023" y="361014"/>
                </a:lnTo>
                <a:lnTo>
                  <a:pt x="1056907" y="364236"/>
                </a:lnTo>
                <a:lnTo>
                  <a:pt x="1057138" y="363808"/>
                </a:lnTo>
                <a:lnTo>
                  <a:pt x="1056286" y="362990"/>
                </a:lnTo>
                <a:lnTo>
                  <a:pt x="1056568" y="363018"/>
                </a:lnTo>
                <a:lnTo>
                  <a:pt x="1057224" y="363648"/>
                </a:lnTo>
                <a:lnTo>
                  <a:pt x="1057823" y="362543"/>
                </a:lnTo>
                <a:lnTo>
                  <a:pt x="1055775" y="355012"/>
                </a:lnTo>
                <a:close/>
                <a:moveTo>
                  <a:pt x="1031999" y="407579"/>
                </a:moveTo>
                <a:lnTo>
                  <a:pt x="1032011" y="407631"/>
                </a:lnTo>
                <a:lnTo>
                  <a:pt x="1032033" y="407648"/>
                </a:lnTo>
                <a:close/>
                <a:moveTo>
                  <a:pt x="998322" y="482596"/>
                </a:moveTo>
                <a:lnTo>
                  <a:pt x="997904" y="484678"/>
                </a:lnTo>
                <a:lnTo>
                  <a:pt x="998005" y="484813"/>
                </a:lnTo>
                <a:lnTo>
                  <a:pt x="998466" y="483581"/>
                </a:lnTo>
                <a:close/>
                <a:moveTo>
                  <a:pt x="1016298" y="442266"/>
                </a:moveTo>
                <a:lnTo>
                  <a:pt x="1016562" y="442501"/>
                </a:lnTo>
                <a:lnTo>
                  <a:pt x="1018046" y="439609"/>
                </a:lnTo>
                <a:lnTo>
                  <a:pt x="1017881" y="439503"/>
                </a:lnTo>
                <a:close/>
                <a:moveTo>
                  <a:pt x="1015255" y="444090"/>
                </a:moveTo>
                <a:lnTo>
                  <a:pt x="1015646" y="444379"/>
                </a:lnTo>
                <a:lnTo>
                  <a:pt x="1015677" y="444310"/>
                </a:lnTo>
                <a:lnTo>
                  <a:pt x="1015381" y="443868"/>
                </a:lnTo>
                <a:close/>
                <a:moveTo>
                  <a:pt x="429097" y="1756404"/>
                </a:moveTo>
                <a:lnTo>
                  <a:pt x="429692" y="1756639"/>
                </a:lnTo>
                <a:lnTo>
                  <a:pt x="429367" y="1756395"/>
                </a:lnTo>
                <a:close/>
                <a:moveTo>
                  <a:pt x="1025391" y="421186"/>
                </a:moveTo>
                <a:lnTo>
                  <a:pt x="1026537" y="423056"/>
                </a:lnTo>
                <a:lnTo>
                  <a:pt x="1028153" y="419907"/>
                </a:lnTo>
                <a:lnTo>
                  <a:pt x="1027734" y="419178"/>
                </a:lnTo>
                <a:lnTo>
                  <a:pt x="1027448" y="418829"/>
                </a:lnTo>
                <a:close/>
                <a:moveTo>
                  <a:pt x="1056512" y="351395"/>
                </a:moveTo>
                <a:lnTo>
                  <a:pt x="1056121" y="352907"/>
                </a:lnTo>
                <a:lnTo>
                  <a:pt x="1056223" y="353069"/>
                </a:lnTo>
                <a:lnTo>
                  <a:pt x="1057001" y="352175"/>
                </a:lnTo>
                <a:close/>
                <a:moveTo>
                  <a:pt x="420013" y="1776236"/>
                </a:moveTo>
                <a:lnTo>
                  <a:pt x="420897" y="1776643"/>
                </a:lnTo>
                <a:lnTo>
                  <a:pt x="437706" y="1781771"/>
                </a:lnTo>
                <a:lnTo>
                  <a:pt x="437754" y="1781326"/>
                </a:lnTo>
                <a:lnTo>
                  <a:pt x="437591" y="1781234"/>
                </a:lnTo>
                <a:lnTo>
                  <a:pt x="437767" y="1781207"/>
                </a:lnTo>
                <a:lnTo>
                  <a:pt x="437784" y="1781041"/>
                </a:lnTo>
                <a:lnTo>
                  <a:pt x="425660" y="1776250"/>
                </a:lnTo>
                <a:close/>
                <a:moveTo>
                  <a:pt x="1063908" y="334298"/>
                </a:moveTo>
                <a:lnTo>
                  <a:pt x="1067120" y="340536"/>
                </a:lnTo>
                <a:lnTo>
                  <a:pt x="1069059" y="338306"/>
                </a:lnTo>
                <a:close/>
                <a:moveTo>
                  <a:pt x="1012979" y="448061"/>
                </a:moveTo>
                <a:lnTo>
                  <a:pt x="1013440" y="449315"/>
                </a:lnTo>
                <a:lnTo>
                  <a:pt x="1014483" y="446982"/>
                </a:lnTo>
                <a:lnTo>
                  <a:pt x="1014027" y="446232"/>
                </a:lnTo>
                <a:close/>
                <a:moveTo>
                  <a:pt x="1012492" y="448911"/>
                </a:moveTo>
                <a:lnTo>
                  <a:pt x="1012886" y="449420"/>
                </a:lnTo>
                <a:lnTo>
                  <a:pt x="1012618" y="448691"/>
                </a:lnTo>
                <a:close/>
                <a:moveTo>
                  <a:pt x="400477" y="1819014"/>
                </a:moveTo>
                <a:lnTo>
                  <a:pt x="403156" y="1820085"/>
                </a:lnTo>
                <a:lnTo>
                  <a:pt x="405760" y="1819731"/>
                </a:lnTo>
                <a:close/>
                <a:moveTo>
                  <a:pt x="1023973" y="422812"/>
                </a:moveTo>
                <a:lnTo>
                  <a:pt x="1024752" y="426536"/>
                </a:lnTo>
                <a:lnTo>
                  <a:pt x="1026391" y="423342"/>
                </a:lnTo>
                <a:lnTo>
                  <a:pt x="1025223" y="421379"/>
                </a:lnTo>
                <a:close/>
                <a:moveTo>
                  <a:pt x="401789" y="1815913"/>
                </a:moveTo>
                <a:lnTo>
                  <a:pt x="402257" y="1816183"/>
                </a:lnTo>
                <a:lnTo>
                  <a:pt x="409660" y="1818411"/>
                </a:lnTo>
                <a:lnTo>
                  <a:pt x="411862" y="1818901"/>
                </a:lnTo>
                <a:lnTo>
                  <a:pt x="417239" y="1818170"/>
                </a:lnTo>
                <a:lnTo>
                  <a:pt x="414918" y="1817161"/>
                </a:lnTo>
                <a:lnTo>
                  <a:pt x="411604" y="1818158"/>
                </a:lnTo>
                <a:lnTo>
                  <a:pt x="411370" y="1818041"/>
                </a:lnTo>
                <a:lnTo>
                  <a:pt x="414662" y="1817049"/>
                </a:lnTo>
                <a:lnTo>
                  <a:pt x="412263" y="1816007"/>
                </a:lnTo>
                <a:close/>
                <a:moveTo>
                  <a:pt x="1011092" y="451354"/>
                </a:moveTo>
                <a:lnTo>
                  <a:pt x="1011733" y="451892"/>
                </a:lnTo>
                <a:lnTo>
                  <a:pt x="1011601" y="451618"/>
                </a:lnTo>
                <a:lnTo>
                  <a:pt x="1011221" y="451129"/>
                </a:lnTo>
                <a:close/>
                <a:moveTo>
                  <a:pt x="1101791" y="248204"/>
                </a:moveTo>
                <a:lnTo>
                  <a:pt x="1103579" y="258877"/>
                </a:lnTo>
                <a:lnTo>
                  <a:pt x="1104205" y="257246"/>
                </a:lnTo>
                <a:lnTo>
                  <a:pt x="1114912" y="230424"/>
                </a:lnTo>
                <a:lnTo>
                  <a:pt x="1111142" y="235431"/>
                </a:lnTo>
                <a:close/>
                <a:moveTo>
                  <a:pt x="1057676" y="346901"/>
                </a:moveTo>
                <a:lnTo>
                  <a:pt x="1056988" y="349558"/>
                </a:lnTo>
                <a:lnTo>
                  <a:pt x="1057947" y="351087"/>
                </a:lnTo>
                <a:lnTo>
                  <a:pt x="1060086" y="348626"/>
                </a:lnTo>
                <a:close/>
                <a:moveTo>
                  <a:pt x="414296" y="1787275"/>
                </a:moveTo>
                <a:lnTo>
                  <a:pt x="416409" y="1788795"/>
                </a:lnTo>
                <a:lnTo>
                  <a:pt x="416755" y="1788933"/>
                </a:lnTo>
                <a:lnTo>
                  <a:pt x="419000" y="1789574"/>
                </a:lnTo>
                <a:lnTo>
                  <a:pt x="420139" y="1789435"/>
                </a:lnTo>
                <a:close/>
                <a:moveTo>
                  <a:pt x="1009997" y="453265"/>
                </a:moveTo>
                <a:lnTo>
                  <a:pt x="1011047" y="454672"/>
                </a:lnTo>
                <a:lnTo>
                  <a:pt x="1011731" y="453141"/>
                </a:lnTo>
                <a:lnTo>
                  <a:pt x="1010638" y="452146"/>
                </a:lnTo>
                <a:close/>
                <a:moveTo>
                  <a:pt x="422660" y="1767878"/>
                </a:moveTo>
                <a:lnTo>
                  <a:pt x="429943" y="1770560"/>
                </a:lnTo>
                <a:lnTo>
                  <a:pt x="433038" y="1771645"/>
                </a:lnTo>
                <a:lnTo>
                  <a:pt x="431769" y="1770825"/>
                </a:lnTo>
                <a:lnTo>
                  <a:pt x="428311" y="1769548"/>
                </a:lnTo>
                <a:lnTo>
                  <a:pt x="426383" y="1768747"/>
                </a:lnTo>
                <a:lnTo>
                  <a:pt x="423820" y="1768143"/>
                </a:lnTo>
                <a:close/>
                <a:moveTo>
                  <a:pt x="1031319" y="404623"/>
                </a:moveTo>
                <a:lnTo>
                  <a:pt x="1031879" y="407056"/>
                </a:lnTo>
                <a:lnTo>
                  <a:pt x="1032258" y="407839"/>
                </a:lnTo>
                <a:lnTo>
                  <a:pt x="1033716" y="409064"/>
                </a:lnTo>
                <a:lnTo>
                  <a:pt x="1034193" y="408135"/>
                </a:lnTo>
                <a:close/>
                <a:moveTo>
                  <a:pt x="1007621" y="457413"/>
                </a:moveTo>
                <a:lnTo>
                  <a:pt x="1007761" y="460523"/>
                </a:lnTo>
                <a:lnTo>
                  <a:pt x="1008184" y="461076"/>
                </a:lnTo>
                <a:lnTo>
                  <a:pt x="1009092" y="459044"/>
                </a:lnTo>
                <a:lnTo>
                  <a:pt x="1008005" y="456870"/>
                </a:lnTo>
                <a:lnTo>
                  <a:pt x="1007961" y="456821"/>
                </a:lnTo>
                <a:close/>
                <a:moveTo>
                  <a:pt x="997188" y="480520"/>
                </a:moveTo>
                <a:lnTo>
                  <a:pt x="996578" y="482900"/>
                </a:lnTo>
                <a:lnTo>
                  <a:pt x="997615" y="484291"/>
                </a:lnTo>
                <a:lnTo>
                  <a:pt x="998167" y="481540"/>
                </a:lnTo>
                <a:lnTo>
                  <a:pt x="998163" y="481508"/>
                </a:lnTo>
                <a:lnTo>
                  <a:pt x="998018" y="481276"/>
                </a:lnTo>
                <a:close/>
                <a:moveTo>
                  <a:pt x="993682" y="488313"/>
                </a:moveTo>
                <a:lnTo>
                  <a:pt x="994033" y="490283"/>
                </a:lnTo>
                <a:lnTo>
                  <a:pt x="994327" y="489135"/>
                </a:lnTo>
                <a:close/>
                <a:moveTo>
                  <a:pt x="1083262" y="287226"/>
                </a:moveTo>
                <a:lnTo>
                  <a:pt x="1088889" y="297162"/>
                </a:lnTo>
                <a:lnTo>
                  <a:pt x="1096074" y="278435"/>
                </a:lnTo>
                <a:lnTo>
                  <a:pt x="1095996" y="277970"/>
                </a:lnTo>
                <a:lnTo>
                  <a:pt x="1093956" y="274925"/>
                </a:lnTo>
                <a:close/>
                <a:moveTo>
                  <a:pt x="997546" y="479125"/>
                </a:moveTo>
                <a:lnTo>
                  <a:pt x="997399" y="479697"/>
                </a:lnTo>
                <a:lnTo>
                  <a:pt x="997535" y="479910"/>
                </a:lnTo>
                <a:lnTo>
                  <a:pt x="997841" y="480167"/>
                </a:lnTo>
                <a:lnTo>
                  <a:pt x="997985" y="480298"/>
                </a:lnTo>
                <a:lnTo>
                  <a:pt x="997775" y="478862"/>
                </a:lnTo>
                <a:close/>
                <a:moveTo>
                  <a:pt x="1040328" y="383257"/>
                </a:moveTo>
                <a:lnTo>
                  <a:pt x="1040438" y="383736"/>
                </a:lnTo>
                <a:lnTo>
                  <a:pt x="1041389" y="384851"/>
                </a:lnTo>
                <a:lnTo>
                  <a:pt x="1044221" y="387158"/>
                </a:lnTo>
                <a:lnTo>
                  <a:pt x="1044264" y="386995"/>
                </a:lnTo>
                <a:lnTo>
                  <a:pt x="1044052" y="386656"/>
                </a:lnTo>
                <a:lnTo>
                  <a:pt x="1043191" y="385589"/>
                </a:lnTo>
                <a:close/>
                <a:moveTo>
                  <a:pt x="1002697" y="467371"/>
                </a:moveTo>
                <a:lnTo>
                  <a:pt x="1002616" y="468025"/>
                </a:lnTo>
                <a:lnTo>
                  <a:pt x="1002683" y="468491"/>
                </a:lnTo>
                <a:lnTo>
                  <a:pt x="1002749" y="468521"/>
                </a:lnTo>
                <a:close/>
                <a:moveTo>
                  <a:pt x="997716" y="478458"/>
                </a:moveTo>
                <a:lnTo>
                  <a:pt x="997702" y="478512"/>
                </a:lnTo>
                <a:lnTo>
                  <a:pt x="997721" y="478491"/>
                </a:lnTo>
                <a:close/>
                <a:moveTo>
                  <a:pt x="1019885" y="428789"/>
                </a:moveTo>
                <a:lnTo>
                  <a:pt x="1021120" y="433617"/>
                </a:lnTo>
                <a:lnTo>
                  <a:pt x="1022120" y="431666"/>
                </a:lnTo>
                <a:close/>
                <a:moveTo>
                  <a:pt x="989651" y="496398"/>
                </a:moveTo>
                <a:lnTo>
                  <a:pt x="989813" y="496829"/>
                </a:lnTo>
                <a:lnTo>
                  <a:pt x="989853" y="496769"/>
                </a:lnTo>
                <a:lnTo>
                  <a:pt x="989756" y="496311"/>
                </a:lnTo>
                <a:close/>
                <a:moveTo>
                  <a:pt x="1051325" y="358214"/>
                </a:moveTo>
                <a:lnTo>
                  <a:pt x="1051427" y="358587"/>
                </a:lnTo>
                <a:lnTo>
                  <a:pt x="1051540" y="358456"/>
                </a:lnTo>
                <a:close/>
                <a:moveTo>
                  <a:pt x="1020535" y="426751"/>
                </a:moveTo>
                <a:lnTo>
                  <a:pt x="1022868" y="429755"/>
                </a:lnTo>
                <a:lnTo>
                  <a:pt x="1021966" y="425453"/>
                </a:lnTo>
                <a:lnTo>
                  <a:pt x="1021769" y="425336"/>
                </a:lnTo>
                <a:close/>
                <a:moveTo>
                  <a:pt x="1062236" y="333292"/>
                </a:moveTo>
                <a:lnTo>
                  <a:pt x="1057863" y="346211"/>
                </a:lnTo>
                <a:lnTo>
                  <a:pt x="1060528" y="348118"/>
                </a:lnTo>
                <a:lnTo>
                  <a:pt x="1062981" y="345296"/>
                </a:lnTo>
                <a:lnTo>
                  <a:pt x="1062533" y="343817"/>
                </a:lnTo>
                <a:lnTo>
                  <a:pt x="1062746" y="343965"/>
                </a:lnTo>
                <a:lnTo>
                  <a:pt x="1063105" y="345153"/>
                </a:lnTo>
                <a:lnTo>
                  <a:pt x="1066394" y="341371"/>
                </a:lnTo>
                <a:close/>
                <a:moveTo>
                  <a:pt x="989218" y="496759"/>
                </a:moveTo>
                <a:lnTo>
                  <a:pt x="989276" y="497613"/>
                </a:lnTo>
                <a:lnTo>
                  <a:pt x="989544" y="497223"/>
                </a:lnTo>
                <a:lnTo>
                  <a:pt x="989334" y="496662"/>
                </a:lnTo>
                <a:close/>
                <a:moveTo>
                  <a:pt x="384601" y="1850012"/>
                </a:moveTo>
                <a:lnTo>
                  <a:pt x="391995" y="1854410"/>
                </a:lnTo>
                <a:lnTo>
                  <a:pt x="429050" y="1854915"/>
                </a:lnTo>
                <a:lnTo>
                  <a:pt x="424356" y="1851315"/>
                </a:lnTo>
                <a:lnTo>
                  <a:pt x="393858" y="1847634"/>
                </a:lnTo>
                <a:close/>
                <a:moveTo>
                  <a:pt x="1002397" y="466532"/>
                </a:moveTo>
                <a:lnTo>
                  <a:pt x="1002420" y="466695"/>
                </a:lnTo>
                <a:lnTo>
                  <a:pt x="1002453" y="466434"/>
                </a:lnTo>
                <a:close/>
                <a:moveTo>
                  <a:pt x="1047490" y="365348"/>
                </a:moveTo>
                <a:lnTo>
                  <a:pt x="1049230" y="367806"/>
                </a:lnTo>
                <a:lnTo>
                  <a:pt x="1049662" y="366136"/>
                </a:lnTo>
                <a:lnTo>
                  <a:pt x="1051544" y="360577"/>
                </a:lnTo>
                <a:lnTo>
                  <a:pt x="1051488" y="360360"/>
                </a:lnTo>
                <a:close/>
                <a:moveTo>
                  <a:pt x="422760" y="1764224"/>
                </a:moveTo>
                <a:lnTo>
                  <a:pt x="423716" y="1764841"/>
                </a:lnTo>
                <a:lnTo>
                  <a:pt x="432542" y="1768719"/>
                </a:lnTo>
                <a:lnTo>
                  <a:pt x="436884" y="1770261"/>
                </a:lnTo>
                <a:lnTo>
                  <a:pt x="435905" y="1767976"/>
                </a:lnTo>
                <a:lnTo>
                  <a:pt x="433972" y="1767214"/>
                </a:lnTo>
                <a:close/>
                <a:moveTo>
                  <a:pt x="995595" y="481357"/>
                </a:moveTo>
                <a:lnTo>
                  <a:pt x="995759" y="481803"/>
                </a:lnTo>
                <a:lnTo>
                  <a:pt x="996092" y="482248"/>
                </a:lnTo>
                <a:lnTo>
                  <a:pt x="996621" y="480183"/>
                </a:lnTo>
                <a:close/>
                <a:moveTo>
                  <a:pt x="1039936" y="381554"/>
                </a:moveTo>
                <a:lnTo>
                  <a:pt x="1040261" y="382962"/>
                </a:lnTo>
                <a:lnTo>
                  <a:pt x="1042628" y="384892"/>
                </a:lnTo>
                <a:close/>
                <a:moveTo>
                  <a:pt x="380517" y="1857977"/>
                </a:moveTo>
                <a:lnTo>
                  <a:pt x="381788" y="1858241"/>
                </a:lnTo>
                <a:lnTo>
                  <a:pt x="381407" y="1857995"/>
                </a:lnTo>
                <a:close/>
                <a:moveTo>
                  <a:pt x="418008" y="1773472"/>
                </a:moveTo>
                <a:lnTo>
                  <a:pt x="419153" y="1773679"/>
                </a:lnTo>
                <a:lnTo>
                  <a:pt x="418822" y="1773548"/>
                </a:lnTo>
                <a:close/>
                <a:moveTo>
                  <a:pt x="1079632" y="291401"/>
                </a:moveTo>
                <a:lnTo>
                  <a:pt x="1084961" y="298706"/>
                </a:lnTo>
                <a:lnTo>
                  <a:pt x="1087084" y="301868"/>
                </a:lnTo>
                <a:lnTo>
                  <a:pt x="1088578" y="297972"/>
                </a:lnTo>
                <a:lnTo>
                  <a:pt x="1082795" y="287762"/>
                </a:lnTo>
                <a:close/>
                <a:moveTo>
                  <a:pt x="997288" y="475641"/>
                </a:moveTo>
                <a:lnTo>
                  <a:pt x="997307" y="475663"/>
                </a:lnTo>
                <a:lnTo>
                  <a:pt x="997300" y="475616"/>
                </a:lnTo>
                <a:close/>
                <a:moveTo>
                  <a:pt x="996998" y="476246"/>
                </a:moveTo>
                <a:lnTo>
                  <a:pt x="997016" y="476263"/>
                </a:lnTo>
                <a:lnTo>
                  <a:pt x="996999" y="476243"/>
                </a:lnTo>
                <a:close/>
                <a:moveTo>
                  <a:pt x="996222" y="477863"/>
                </a:moveTo>
                <a:lnTo>
                  <a:pt x="996932" y="478969"/>
                </a:lnTo>
                <a:lnTo>
                  <a:pt x="997340" y="477378"/>
                </a:lnTo>
                <a:lnTo>
                  <a:pt x="996720" y="476825"/>
                </a:lnTo>
                <a:close/>
                <a:moveTo>
                  <a:pt x="995900" y="478535"/>
                </a:moveTo>
                <a:lnTo>
                  <a:pt x="996766" y="479262"/>
                </a:lnTo>
                <a:lnTo>
                  <a:pt x="996080" y="478160"/>
                </a:lnTo>
                <a:close/>
                <a:moveTo>
                  <a:pt x="995141" y="480118"/>
                </a:moveTo>
                <a:lnTo>
                  <a:pt x="995486" y="481060"/>
                </a:lnTo>
                <a:lnTo>
                  <a:pt x="996494" y="479887"/>
                </a:lnTo>
                <a:lnTo>
                  <a:pt x="995630" y="479099"/>
                </a:lnTo>
                <a:close/>
                <a:moveTo>
                  <a:pt x="1079168" y="291934"/>
                </a:moveTo>
                <a:lnTo>
                  <a:pt x="1086421" y="303595"/>
                </a:lnTo>
                <a:lnTo>
                  <a:pt x="1086749" y="302741"/>
                </a:lnTo>
                <a:lnTo>
                  <a:pt x="1079360" y="291714"/>
                </a:lnTo>
                <a:close/>
                <a:moveTo>
                  <a:pt x="1017296" y="430461"/>
                </a:moveTo>
                <a:lnTo>
                  <a:pt x="1018947" y="434148"/>
                </a:lnTo>
                <a:lnTo>
                  <a:pt x="1020097" y="435463"/>
                </a:lnTo>
                <a:lnTo>
                  <a:pt x="1020547" y="434733"/>
                </a:lnTo>
                <a:lnTo>
                  <a:pt x="1020728" y="434381"/>
                </a:lnTo>
                <a:lnTo>
                  <a:pt x="1020271" y="432242"/>
                </a:lnTo>
                <a:lnTo>
                  <a:pt x="1019245" y="428227"/>
                </a:lnTo>
                <a:close/>
                <a:moveTo>
                  <a:pt x="1002072" y="464313"/>
                </a:moveTo>
                <a:lnTo>
                  <a:pt x="1002141" y="464785"/>
                </a:lnTo>
                <a:lnTo>
                  <a:pt x="1002302" y="464491"/>
                </a:lnTo>
                <a:close/>
                <a:moveTo>
                  <a:pt x="1093339" y="259749"/>
                </a:moveTo>
                <a:lnTo>
                  <a:pt x="1094243" y="265147"/>
                </a:lnTo>
                <a:lnTo>
                  <a:pt x="1097014" y="270039"/>
                </a:lnTo>
                <a:lnTo>
                  <a:pt x="1101099" y="265340"/>
                </a:lnTo>
                <a:lnTo>
                  <a:pt x="1103068" y="260207"/>
                </a:lnTo>
                <a:lnTo>
                  <a:pt x="1102441" y="255256"/>
                </a:lnTo>
                <a:lnTo>
                  <a:pt x="1101359" y="248794"/>
                </a:lnTo>
                <a:close/>
                <a:moveTo>
                  <a:pt x="1022829" y="417354"/>
                </a:moveTo>
                <a:lnTo>
                  <a:pt x="1023796" y="421969"/>
                </a:lnTo>
                <a:lnTo>
                  <a:pt x="1024853" y="420758"/>
                </a:lnTo>
                <a:close/>
                <a:moveTo>
                  <a:pt x="1068137" y="315865"/>
                </a:moveTo>
                <a:lnTo>
                  <a:pt x="1062694" y="331940"/>
                </a:lnTo>
                <a:lnTo>
                  <a:pt x="1062874" y="332288"/>
                </a:lnTo>
                <a:lnTo>
                  <a:pt x="1069909" y="337327"/>
                </a:lnTo>
                <a:lnTo>
                  <a:pt x="1072698" y="334119"/>
                </a:lnTo>
                <a:close/>
                <a:moveTo>
                  <a:pt x="989692" y="491483"/>
                </a:moveTo>
                <a:lnTo>
                  <a:pt x="989876" y="492344"/>
                </a:lnTo>
                <a:lnTo>
                  <a:pt x="990168" y="492475"/>
                </a:lnTo>
                <a:lnTo>
                  <a:pt x="990140" y="490550"/>
                </a:lnTo>
                <a:close/>
                <a:moveTo>
                  <a:pt x="1016510" y="431361"/>
                </a:moveTo>
                <a:lnTo>
                  <a:pt x="1018112" y="433194"/>
                </a:lnTo>
                <a:lnTo>
                  <a:pt x="1017027" y="430770"/>
                </a:lnTo>
                <a:close/>
                <a:moveTo>
                  <a:pt x="400487" y="1810344"/>
                </a:moveTo>
                <a:lnTo>
                  <a:pt x="407971" y="1813597"/>
                </a:lnTo>
                <a:lnTo>
                  <a:pt x="419314" y="1813814"/>
                </a:lnTo>
                <a:lnTo>
                  <a:pt x="419032" y="1813579"/>
                </a:lnTo>
                <a:lnTo>
                  <a:pt x="409537" y="1809441"/>
                </a:lnTo>
                <a:close/>
                <a:moveTo>
                  <a:pt x="411622" y="1785350"/>
                </a:moveTo>
                <a:lnTo>
                  <a:pt x="413974" y="1787043"/>
                </a:lnTo>
                <a:lnTo>
                  <a:pt x="418812" y="1788831"/>
                </a:lnTo>
                <a:lnTo>
                  <a:pt x="420495" y="1789391"/>
                </a:lnTo>
                <a:lnTo>
                  <a:pt x="421229" y="1789302"/>
                </a:lnTo>
                <a:lnTo>
                  <a:pt x="418029" y="1786228"/>
                </a:lnTo>
                <a:lnTo>
                  <a:pt x="417344" y="1785955"/>
                </a:lnTo>
                <a:close/>
                <a:moveTo>
                  <a:pt x="1069018" y="313264"/>
                </a:moveTo>
                <a:lnTo>
                  <a:pt x="1069015" y="313273"/>
                </a:lnTo>
                <a:lnTo>
                  <a:pt x="1069035" y="313331"/>
                </a:lnTo>
                <a:close/>
                <a:moveTo>
                  <a:pt x="1092125" y="261407"/>
                </a:moveTo>
                <a:lnTo>
                  <a:pt x="1093681" y="264156"/>
                </a:lnTo>
                <a:lnTo>
                  <a:pt x="1093017" y="260189"/>
                </a:lnTo>
                <a:close/>
                <a:moveTo>
                  <a:pt x="398645" y="1814096"/>
                </a:moveTo>
                <a:lnTo>
                  <a:pt x="398697" y="1814126"/>
                </a:lnTo>
                <a:lnTo>
                  <a:pt x="401574" y="1814152"/>
                </a:lnTo>
                <a:close/>
                <a:moveTo>
                  <a:pt x="1002454" y="461984"/>
                </a:moveTo>
                <a:lnTo>
                  <a:pt x="1002225" y="463129"/>
                </a:lnTo>
                <a:lnTo>
                  <a:pt x="1002516" y="463356"/>
                </a:lnTo>
                <a:close/>
                <a:moveTo>
                  <a:pt x="390271" y="1832566"/>
                </a:moveTo>
                <a:lnTo>
                  <a:pt x="389701" y="1835738"/>
                </a:lnTo>
                <a:lnTo>
                  <a:pt x="403023" y="1834960"/>
                </a:lnTo>
                <a:lnTo>
                  <a:pt x="401418" y="1833730"/>
                </a:lnTo>
                <a:lnTo>
                  <a:pt x="401225" y="1833642"/>
                </a:lnTo>
                <a:close/>
                <a:moveTo>
                  <a:pt x="390454" y="1831551"/>
                </a:moveTo>
                <a:lnTo>
                  <a:pt x="390390" y="1831905"/>
                </a:lnTo>
                <a:lnTo>
                  <a:pt x="399351" y="1832784"/>
                </a:lnTo>
                <a:lnTo>
                  <a:pt x="398859" y="1832559"/>
                </a:lnTo>
                <a:lnTo>
                  <a:pt x="395767" y="1831704"/>
                </a:lnTo>
                <a:close/>
                <a:moveTo>
                  <a:pt x="1070937" y="307595"/>
                </a:moveTo>
                <a:lnTo>
                  <a:pt x="1070759" y="308119"/>
                </a:lnTo>
                <a:lnTo>
                  <a:pt x="1076237" y="330048"/>
                </a:lnTo>
                <a:lnTo>
                  <a:pt x="1077075" y="329083"/>
                </a:lnTo>
                <a:lnTo>
                  <a:pt x="1079622" y="321560"/>
                </a:lnTo>
                <a:close/>
                <a:moveTo>
                  <a:pt x="391714" y="1828266"/>
                </a:moveTo>
                <a:lnTo>
                  <a:pt x="395461" y="1829162"/>
                </a:lnTo>
                <a:lnTo>
                  <a:pt x="393870" y="1827943"/>
                </a:lnTo>
                <a:close/>
                <a:moveTo>
                  <a:pt x="390678" y="1830296"/>
                </a:moveTo>
                <a:lnTo>
                  <a:pt x="390549" y="1831017"/>
                </a:lnTo>
                <a:lnTo>
                  <a:pt x="393603" y="1831105"/>
                </a:lnTo>
                <a:close/>
                <a:moveTo>
                  <a:pt x="1010692" y="441839"/>
                </a:moveTo>
                <a:lnTo>
                  <a:pt x="1012743" y="447419"/>
                </a:lnTo>
                <a:lnTo>
                  <a:pt x="1013752" y="445779"/>
                </a:lnTo>
                <a:lnTo>
                  <a:pt x="1011898" y="442728"/>
                </a:lnTo>
                <a:close/>
                <a:moveTo>
                  <a:pt x="1002378" y="460268"/>
                </a:moveTo>
                <a:lnTo>
                  <a:pt x="1001806" y="462497"/>
                </a:lnTo>
                <a:lnTo>
                  <a:pt x="1001857" y="462844"/>
                </a:lnTo>
                <a:lnTo>
                  <a:pt x="1002048" y="462993"/>
                </a:lnTo>
                <a:lnTo>
                  <a:pt x="1002422" y="461253"/>
                </a:lnTo>
                <a:close/>
                <a:moveTo>
                  <a:pt x="420736" y="1762490"/>
                </a:moveTo>
                <a:lnTo>
                  <a:pt x="423597" y="1763130"/>
                </a:lnTo>
                <a:lnTo>
                  <a:pt x="421554" y="1762327"/>
                </a:lnTo>
                <a:close/>
                <a:moveTo>
                  <a:pt x="1011675" y="439244"/>
                </a:moveTo>
                <a:lnTo>
                  <a:pt x="1014712" y="443690"/>
                </a:lnTo>
                <a:lnTo>
                  <a:pt x="1014936" y="443854"/>
                </a:lnTo>
                <a:lnTo>
                  <a:pt x="1015145" y="443515"/>
                </a:lnTo>
                <a:lnTo>
                  <a:pt x="1013194" y="440602"/>
                </a:lnTo>
                <a:close/>
                <a:moveTo>
                  <a:pt x="994332" y="477917"/>
                </a:moveTo>
                <a:lnTo>
                  <a:pt x="994603" y="478657"/>
                </a:lnTo>
                <a:lnTo>
                  <a:pt x="994782" y="478328"/>
                </a:lnTo>
                <a:close/>
                <a:moveTo>
                  <a:pt x="390923" y="1828931"/>
                </a:moveTo>
                <a:lnTo>
                  <a:pt x="390699" y="1830182"/>
                </a:lnTo>
                <a:lnTo>
                  <a:pt x="394085" y="1831119"/>
                </a:lnTo>
                <a:lnTo>
                  <a:pt x="395819" y="1831169"/>
                </a:lnTo>
                <a:close/>
                <a:moveTo>
                  <a:pt x="1088992" y="265687"/>
                </a:moveTo>
                <a:lnTo>
                  <a:pt x="1094131" y="273355"/>
                </a:lnTo>
                <a:lnTo>
                  <a:pt x="1095047" y="272302"/>
                </a:lnTo>
                <a:lnTo>
                  <a:pt x="1094116" y="266746"/>
                </a:lnTo>
                <a:lnTo>
                  <a:pt x="1091543" y="262203"/>
                </a:lnTo>
                <a:close/>
                <a:moveTo>
                  <a:pt x="1013409" y="434915"/>
                </a:moveTo>
                <a:lnTo>
                  <a:pt x="1018556" y="437969"/>
                </a:lnTo>
                <a:lnTo>
                  <a:pt x="1019295" y="436769"/>
                </a:lnTo>
                <a:lnTo>
                  <a:pt x="1015539" y="432475"/>
                </a:lnTo>
                <a:close/>
                <a:moveTo>
                  <a:pt x="350952" y="1918262"/>
                </a:moveTo>
                <a:lnTo>
                  <a:pt x="369132" y="1929097"/>
                </a:lnTo>
                <a:lnTo>
                  <a:pt x="374686" y="1932306"/>
                </a:lnTo>
                <a:lnTo>
                  <a:pt x="413031" y="1938468"/>
                </a:lnTo>
                <a:lnTo>
                  <a:pt x="434466" y="1935444"/>
                </a:lnTo>
                <a:lnTo>
                  <a:pt x="429358" y="1934310"/>
                </a:lnTo>
                <a:lnTo>
                  <a:pt x="429177" y="1934089"/>
                </a:lnTo>
                <a:lnTo>
                  <a:pt x="434966" y="1935374"/>
                </a:lnTo>
                <a:lnTo>
                  <a:pt x="441995" y="1934381"/>
                </a:lnTo>
                <a:lnTo>
                  <a:pt x="439477" y="1933128"/>
                </a:lnTo>
                <a:lnTo>
                  <a:pt x="429260" y="1928237"/>
                </a:lnTo>
                <a:lnTo>
                  <a:pt x="399019" y="1927221"/>
                </a:lnTo>
                <a:lnTo>
                  <a:pt x="398675" y="1926931"/>
                </a:lnTo>
                <a:lnTo>
                  <a:pt x="428635" y="1927938"/>
                </a:lnTo>
                <a:lnTo>
                  <a:pt x="426596" y="1926961"/>
                </a:lnTo>
                <a:lnTo>
                  <a:pt x="426529" y="1926927"/>
                </a:lnTo>
                <a:lnTo>
                  <a:pt x="400332" y="1924163"/>
                </a:lnTo>
                <a:close/>
                <a:moveTo>
                  <a:pt x="1018510" y="423401"/>
                </a:moveTo>
                <a:lnTo>
                  <a:pt x="1018793" y="424506"/>
                </a:lnTo>
                <a:lnTo>
                  <a:pt x="1020105" y="426198"/>
                </a:lnTo>
                <a:lnTo>
                  <a:pt x="1021169" y="424979"/>
                </a:lnTo>
                <a:close/>
                <a:moveTo>
                  <a:pt x="391018" y="1828403"/>
                </a:moveTo>
                <a:lnTo>
                  <a:pt x="391008" y="1828463"/>
                </a:lnTo>
                <a:lnTo>
                  <a:pt x="396999" y="1831203"/>
                </a:lnTo>
                <a:lnTo>
                  <a:pt x="398166" y="1831237"/>
                </a:lnTo>
                <a:lnTo>
                  <a:pt x="396396" y="1829880"/>
                </a:lnTo>
                <a:close/>
                <a:moveTo>
                  <a:pt x="990026" y="487059"/>
                </a:moveTo>
                <a:lnTo>
                  <a:pt x="990014" y="487103"/>
                </a:lnTo>
                <a:lnTo>
                  <a:pt x="990028" y="487076"/>
                </a:lnTo>
                <a:close/>
                <a:moveTo>
                  <a:pt x="1074370" y="297453"/>
                </a:moveTo>
                <a:lnTo>
                  <a:pt x="1071062" y="307224"/>
                </a:lnTo>
                <a:lnTo>
                  <a:pt x="1079748" y="321190"/>
                </a:lnTo>
                <a:lnTo>
                  <a:pt x="1080332" y="319462"/>
                </a:lnTo>
                <a:lnTo>
                  <a:pt x="1086178" y="304228"/>
                </a:lnTo>
                <a:lnTo>
                  <a:pt x="1079010" y="292443"/>
                </a:lnTo>
                <a:lnTo>
                  <a:pt x="1078892" y="292252"/>
                </a:lnTo>
                <a:close/>
                <a:moveTo>
                  <a:pt x="1006800" y="448649"/>
                </a:moveTo>
                <a:lnTo>
                  <a:pt x="1007101" y="450085"/>
                </a:lnTo>
                <a:lnTo>
                  <a:pt x="1009531" y="452640"/>
                </a:lnTo>
                <a:lnTo>
                  <a:pt x="1010122" y="451676"/>
                </a:lnTo>
                <a:close/>
                <a:moveTo>
                  <a:pt x="417940" y="1766799"/>
                </a:moveTo>
                <a:lnTo>
                  <a:pt x="427020" y="1772689"/>
                </a:lnTo>
                <a:lnTo>
                  <a:pt x="435943" y="1773522"/>
                </a:lnTo>
                <a:lnTo>
                  <a:pt x="433852" y="1772171"/>
                </a:lnTo>
                <a:lnTo>
                  <a:pt x="421425" y="1767596"/>
                </a:lnTo>
                <a:close/>
                <a:moveTo>
                  <a:pt x="1053400" y="343839"/>
                </a:moveTo>
                <a:lnTo>
                  <a:pt x="1055875" y="347784"/>
                </a:lnTo>
                <a:lnTo>
                  <a:pt x="1056468" y="346036"/>
                </a:lnTo>
                <a:close/>
                <a:moveTo>
                  <a:pt x="1011936" y="436604"/>
                </a:moveTo>
                <a:lnTo>
                  <a:pt x="1016067" y="442015"/>
                </a:lnTo>
                <a:lnTo>
                  <a:pt x="1017689" y="439379"/>
                </a:lnTo>
                <a:lnTo>
                  <a:pt x="1012477" y="435983"/>
                </a:lnTo>
                <a:close/>
                <a:moveTo>
                  <a:pt x="1038611" y="376425"/>
                </a:moveTo>
                <a:lnTo>
                  <a:pt x="1044962" y="384297"/>
                </a:lnTo>
                <a:lnTo>
                  <a:pt x="1049103" y="368297"/>
                </a:lnTo>
                <a:lnTo>
                  <a:pt x="1047237" y="365664"/>
                </a:lnTo>
                <a:close/>
                <a:moveTo>
                  <a:pt x="401274" y="1803293"/>
                </a:moveTo>
                <a:lnTo>
                  <a:pt x="411458" y="1807731"/>
                </a:lnTo>
                <a:lnTo>
                  <a:pt x="411966" y="1807643"/>
                </a:lnTo>
                <a:lnTo>
                  <a:pt x="407028" y="1803494"/>
                </a:lnTo>
                <a:close/>
                <a:moveTo>
                  <a:pt x="1011071" y="437594"/>
                </a:moveTo>
                <a:lnTo>
                  <a:pt x="1011347" y="437841"/>
                </a:lnTo>
                <a:lnTo>
                  <a:pt x="1011133" y="437523"/>
                </a:lnTo>
                <a:close/>
                <a:moveTo>
                  <a:pt x="1018087" y="421746"/>
                </a:moveTo>
                <a:lnTo>
                  <a:pt x="1018375" y="422872"/>
                </a:lnTo>
                <a:lnTo>
                  <a:pt x="1021459" y="424647"/>
                </a:lnTo>
                <a:lnTo>
                  <a:pt x="1021732" y="424334"/>
                </a:lnTo>
                <a:lnTo>
                  <a:pt x="1021729" y="424319"/>
                </a:lnTo>
                <a:lnTo>
                  <a:pt x="1019361" y="420867"/>
                </a:lnTo>
                <a:lnTo>
                  <a:pt x="1018956" y="420294"/>
                </a:lnTo>
                <a:close/>
                <a:moveTo>
                  <a:pt x="419465" y="1762095"/>
                </a:moveTo>
                <a:lnTo>
                  <a:pt x="419726" y="1762265"/>
                </a:lnTo>
                <a:lnTo>
                  <a:pt x="420235" y="1762378"/>
                </a:lnTo>
                <a:lnTo>
                  <a:pt x="421196" y="1762185"/>
                </a:lnTo>
                <a:lnTo>
                  <a:pt x="420750" y="1762010"/>
                </a:lnTo>
                <a:lnTo>
                  <a:pt x="419702" y="1762063"/>
                </a:lnTo>
                <a:close/>
                <a:moveTo>
                  <a:pt x="1077104" y="289378"/>
                </a:moveTo>
                <a:lnTo>
                  <a:pt x="1075129" y="295211"/>
                </a:lnTo>
                <a:lnTo>
                  <a:pt x="1078396" y="291454"/>
                </a:lnTo>
                <a:close/>
                <a:moveTo>
                  <a:pt x="1017659" y="422460"/>
                </a:moveTo>
                <a:lnTo>
                  <a:pt x="1017792" y="422536"/>
                </a:lnTo>
                <a:lnTo>
                  <a:pt x="1017739" y="422327"/>
                </a:lnTo>
                <a:close/>
                <a:moveTo>
                  <a:pt x="411166" y="1780421"/>
                </a:moveTo>
                <a:lnTo>
                  <a:pt x="411241" y="1782795"/>
                </a:lnTo>
                <a:lnTo>
                  <a:pt x="416743" y="1784991"/>
                </a:lnTo>
                <a:lnTo>
                  <a:pt x="414392" y="1782733"/>
                </a:lnTo>
                <a:close/>
                <a:moveTo>
                  <a:pt x="1017460" y="422792"/>
                </a:moveTo>
                <a:lnTo>
                  <a:pt x="1018052" y="423554"/>
                </a:lnTo>
                <a:lnTo>
                  <a:pt x="1017924" y="423054"/>
                </a:lnTo>
                <a:lnTo>
                  <a:pt x="1017467" y="422782"/>
                </a:lnTo>
                <a:close/>
                <a:moveTo>
                  <a:pt x="1077323" y="288728"/>
                </a:moveTo>
                <a:lnTo>
                  <a:pt x="1077271" y="288884"/>
                </a:lnTo>
                <a:lnTo>
                  <a:pt x="1078672" y="291136"/>
                </a:lnTo>
                <a:lnTo>
                  <a:pt x="1078841" y="290942"/>
                </a:lnTo>
                <a:lnTo>
                  <a:pt x="1077746" y="289307"/>
                </a:lnTo>
                <a:close/>
                <a:moveTo>
                  <a:pt x="993176" y="476938"/>
                </a:moveTo>
                <a:lnTo>
                  <a:pt x="992849" y="477900"/>
                </a:lnTo>
                <a:lnTo>
                  <a:pt x="994102" y="479580"/>
                </a:lnTo>
                <a:lnTo>
                  <a:pt x="994130" y="479530"/>
                </a:lnTo>
                <a:close/>
                <a:moveTo>
                  <a:pt x="993931" y="474723"/>
                </a:moveTo>
                <a:lnTo>
                  <a:pt x="993560" y="475816"/>
                </a:lnTo>
                <a:lnTo>
                  <a:pt x="993959" y="476904"/>
                </a:lnTo>
                <a:lnTo>
                  <a:pt x="995055" y="477825"/>
                </a:lnTo>
                <a:lnTo>
                  <a:pt x="995436" y="477125"/>
                </a:lnTo>
                <a:lnTo>
                  <a:pt x="994274" y="475259"/>
                </a:lnTo>
                <a:close/>
                <a:moveTo>
                  <a:pt x="994033" y="474423"/>
                </a:moveTo>
                <a:lnTo>
                  <a:pt x="994027" y="474440"/>
                </a:lnTo>
                <a:lnTo>
                  <a:pt x="995580" y="476860"/>
                </a:lnTo>
                <a:lnTo>
                  <a:pt x="995965" y="476148"/>
                </a:lnTo>
                <a:close/>
                <a:moveTo>
                  <a:pt x="1009707" y="439158"/>
                </a:moveTo>
                <a:lnTo>
                  <a:pt x="1010129" y="440309"/>
                </a:lnTo>
                <a:lnTo>
                  <a:pt x="1010668" y="440706"/>
                </a:lnTo>
                <a:lnTo>
                  <a:pt x="1009719" y="439144"/>
                </a:lnTo>
                <a:close/>
                <a:moveTo>
                  <a:pt x="994426" y="473273"/>
                </a:moveTo>
                <a:lnTo>
                  <a:pt x="994250" y="473789"/>
                </a:lnTo>
                <a:lnTo>
                  <a:pt x="996268" y="475594"/>
                </a:lnTo>
                <a:lnTo>
                  <a:pt x="996333" y="475475"/>
                </a:lnTo>
                <a:close/>
                <a:moveTo>
                  <a:pt x="1036476" y="379087"/>
                </a:moveTo>
                <a:lnTo>
                  <a:pt x="1037959" y="380827"/>
                </a:lnTo>
                <a:lnTo>
                  <a:pt x="1037403" y="378415"/>
                </a:lnTo>
                <a:lnTo>
                  <a:pt x="1037209" y="378174"/>
                </a:lnTo>
                <a:close/>
                <a:moveTo>
                  <a:pt x="1015402" y="426231"/>
                </a:moveTo>
                <a:lnTo>
                  <a:pt x="1016988" y="429771"/>
                </a:lnTo>
                <a:lnTo>
                  <a:pt x="1018925" y="427552"/>
                </a:lnTo>
                <a:lnTo>
                  <a:pt x="1016489" y="424416"/>
                </a:lnTo>
                <a:close/>
                <a:moveTo>
                  <a:pt x="408505" y="1785022"/>
                </a:moveTo>
                <a:lnTo>
                  <a:pt x="408850" y="1785149"/>
                </a:lnTo>
                <a:lnTo>
                  <a:pt x="408701" y="1785042"/>
                </a:lnTo>
                <a:close/>
                <a:moveTo>
                  <a:pt x="994782" y="472226"/>
                </a:moveTo>
                <a:lnTo>
                  <a:pt x="994654" y="472601"/>
                </a:lnTo>
                <a:lnTo>
                  <a:pt x="996646" y="474899"/>
                </a:lnTo>
                <a:lnTo>
                  <a:pt x="996887" y="474456"/>
                </a:lnTo>
                <a:close/>
                <a:moveTo>
                  <a:pt x="1009262" y="439669"/>
                </a:moveTo>
                <a:lnTo>
                  <a:pt x="1009318" y="439709"/>
                </a:lnTo>
                <a:lnTo>
                  <a:pt x="1009290" y="439636"/>
                </a:lnTo>
                <a:close/>
                <a:moveTo>
                  <a:pt x="995017" y="471537"/>
                </a:moveTo>
                <a:lnTo>
                  <a:pt x="995006" y="471566"/>
                </a:lnTo>
                <a:lnTo>
                  <a:pt x="997019" y="473697"/>
                </a:lnTo>
                <a:lnTo>
                  <a:pt x="996997" y="473547"/>
                </a:lnTo>
                <a:close/>
                <a:moveTo>
                  <a:pt x="1079576" y="282077"/>
                </a:moveTo>
                <a:lnTo>
                  <a:pt x="1077437" y="288393"/>
                </a:lnTo>
                <a:lnTo>
                  <a:pt x="1079089" y="290657"/>
                </a:lnTo>
                <a:lnTo>
                  <a:pt x="1082326" y="286933"/>
                </a:lnTo>
                <a:close/>
                <a:moveTo>
                  <a:pt x="1035956" y="379738"/>
                </a:moveTo>
                <a:lnTo>
                  <a:pt x="1037390" y="381514"/>
                </a:lnTo>
                <a:lnTo>
                  <a:pt x="1035996" y="379688"/>
                </a:lnTo>
                <a:close/>
                <a:moveTo>
                  <a:pt x="1021657" y="411755"/>
                </a:moveTo>
                <a:lnTo>
                  <a:pt x="1022719" y="416828"/>
                </a:lnTo>
                <a:lnTo>
                  <a:pt x="1025015" y="420573"/>
                </a:lnTo>
                <a:lnTo>
                  <a:pt x="1027007" y="418291"/>
                </a:lnTo>
                <a:close/>
                <a:moveTo>
                  <a:pt x="418717" y="1761613"/>
                </a:moveTo>
                <a:lnTo>
                  <a:pt x="418809" y="1761672"/>
                </a:lnTo>
                <a:lnTo>
                  <a:pt x="419616" y="1761563"/>
                </a:lnTo>
                <a:lnTo>
                  <a:pt x="419456" y="1761500"/>
                </a:lnTo>
                <a:close/>
                <a:moveTo>
                  <a:pt x="1006598" y="445179"/>
                </a:moveTo>
                <a:lnTo>
                  <a:pt x="1006289" y="446212"/>
                </a:lnTo>
                <a:lnTo>
                  <a:pt x="1006570" y="447552"/>
                </a:lnTo>
                <a:lnTo>
                  <a:pt x="1010585" y="450927"/>
                </a:lnTo>
                <a:lnTo>
                  <a:pt x="1010796" y="450583"/>
                </a:lnTo>
                <a:close/>
                <a:moveTo>
                  <a:pt x="1014029" y="428525"/>
                </a:moveTo>
                <a:lnTo>
                  <a:pt x="1016054" y="430841"/>
                </a:lnTo>
                <a:lnTo>
                  <a:pt x="1016719" y="430080"/>
                </a:lnTo>
                <a:lnTo>
                  <a:pt x="1015170" y="426620"/>
                </a:lnTo>
                <a:close/>
                <a:moveTo>
                  <a:pt x="392476" y="1820282"/>
                </a:moveTo>
                <a:lnTo>
                  <a:pt x="392245" y="1821569"/>
                </a:lnTo>
                <a:lnTo>
                  <a:pt x="394694" y="1821236"/>
                </a:lnTo>
                <a:close/>
                <a:moveTo>
                  <a:pt x="995829" y="469153"/>
                </a:moveTo>
                <a:lnTo>
                  <a:pt x="995209" y="470972"/>
                </a:lnTo>
                <a:lnTo>
                  <a:pt x="996859" y="472602"/>
                </a:lnTo>
                <a:lnTo>
                  <a:pt x="996444" y="469768"/>
                </a:lnTo>
                <a:close/>
                <a:moveTo>
                  <a:pt x="996194" y="468079"/>
                </a:moveTo>
                <a:lnTo>
                  <a:pt x="996028" y="468567"/>
                </a:lnTo>
                <a:lnTo>
                  <a:pt x="996309" y="468847"/>
                </a:lnTo>
                <a:lnTo>
                  <a:pt x="996197" y="468082"/>
                </a:lnTo>
                <a:close/>
                <a:moveTo>
                  <a:pt x="395086" y="1814027"/>
                </a:moveTo>
                <a:lnTo>
                  <a:pt x="395315" y="1814096"/>
                </a:lnTo>
                <a:lnTo>
                  <a:pt x="397617" y="1814116"/>
                </a:lnTo>
                <a:lnTo>
                  <a:pt x="397543" y="1814074"/>
                </a:lnTo>
                <a:close/>
                <a:moveTo>
                  <a:pt x="1008265" y="440811"/>
                </a:moveTo>
                <a:lnTo>
                  <a:pt x="1011154" y="446913"/>
                </a:lnTo>
                <a:lnTo>
                  <a:pt x="1011770" y="447981"/>
                </a:lnTo>
                <a:lnTo>
                  <a:pt x="1012119" y="448432"/>
                </a:lnTo>
                <a:lnTo>
                  <a:pt x="1012372" y="448021"/>
                </a:lnTo>
                <a:lnTo>
                  <a:pt x="1009880" y="441239"/>
                </a:lnTo>
                <a:lnTo>
                  <a:pt x="1008669" y="440347"/>
                </a:lnTo>
                <a:close/>
                <a:moveTo>
                  <a:pt x="1007886" y="441246"/>
                </a:moveTo>
                <a:lnTo>
                  <a:pt x="1009400" y="443871"/>
                </a:lnTo>
                <a:lnTo>
                  <a:pt x="1008092" y="441009"/>
                </a:lnTo>
                <a:close/>
                <a:moveTo>
                  <a:pt x="1007714" y="441450"/>
                </a:moveTo>
                <a:lnTo>
                  <a:pt x="1007432" y="442395"/>
                </a:lnTo>
                <a:lnTo>
                  <a:pt x="1010575" y="446443"/>
                </a:lnTo>
                <a:lnTo>
                  <a:pt x="1010504" y="446289"/>
                </a:lnTo>
                <a:close/>
                <a:moveTo>
                  <a:pt x="1081799" y="275511"/>
                </a:moveTo>
                <a:lnTo>
                  <a:pt x="1079864" y="281226"/>
                </a:lnTo>
                <a:lnTo>
                  <a:pt x="1082792" y="286398"/>
                </a:lnTo>
                <a:lnTo>
                  <a:pt x="1093437" y="274153"/>
                </a:lnTo>
                <a:lnTo>
                  <a:pt x="1088350" y="266564"/>
                </a:lnTo>
                <a:close/>
                <a:moveTo>
                  <a:pt x="1069496" y="303061"/>
                </a:moveTo>
                <a:lnTo>
                  <a:pt x="1070142" y="305645"/>
                </a:lnTo>
                <a:lnTo>
                  <a:pt x="1071986" y="300194"/>
                </a:lnTo>
                <a:close/>
                <a:moveTo>
                  <a:pt x="412994" y="1773004"/>
                </a:moveTo>
                <a:lnTo>
                  <a:pt x="416959" y="1774830"/>
                </a:lnTo>
                <a:lnTo>
                  <a:pt x="422098" y="1774842"/>
                </a:lnTo>
                <a:lnTo>
                  <a:pt x="420623" y="1774260"/>
                </a:lnTo>
                <a:lnTo>
                  <a:pt x="414376" y="1773133"/>
                </a:lnTo>
                <a:close/>
                <a:moveTo>
                  <a:pt x="416207" y="1765675"/>
                </a:moveTo>
                <a:lnTo>
                  <a:pt x="416994" y="1766185"/>
                </a:lnTo>
                <a:lnTo>
                  <a:pt x="418979" y="1766695"/>
                </a:lnTo>
                <a:close/>
                <a:moveTo>
                  <a:pt x="1006157" y="444610"/>
                </a:moveTo>
                <a:lnTo>
                  <a:pt x="1006053" y="445091"/>
                </a:lnTo>
                <a:lnTo>
                  <a:pt x="1006186" y="445722"/>
                </a:lnTo>
                <a:lnTo>
                  <a:pt x="1006418" y="444947"/>
                </a:lnTo>
                <a:close/>
                <a:moveTo>
                  <a:pt x="392938" y="1817710"/>
                </a:moveTo>
                <a:lnTo>
                  <a:pt x="392612" y="1819526"/>
                </a:lnTo>
                <a:lnTo>
                  <a:pt x="395778" y="1820889"/>
                </a:lnTo>
                <a:lnTo>
                  <a:pt x="396192" y="1821032"/>
                </a:lnTo>
                <a:lnTo>
                  <a:pt x="400529" y="1820442"/>
                </a:lnTo>
                <a:lnTo>
                  <a:pt x="394295" y="1817949"/>
                </a:lnTo>
                <a:close/>
                <a:moveTo>
                  <a:pt x="1011045" y="433512"/>
                </a:moveTo>
                <a:lnTo>
                  <a:pt x="1012810" y="434558"/>
                </a:lnTo>
                <a:lnTo>
                  <a:pt x="1015083" y="431954"/>
                </a:lnTo>
                <a:lnTo>
                  <a:pt x="1013239" y="429846"/>
                </a:lnTo>
                <a:close/>
                <a:moveTo>
                  <a:pt x="1076317" y="287349"/>
                </a:moveTo>
                <a:lnTo>
                  <a:pt x="1076330" y="287369"/>
                </a:lnTo>
                <a:lnTo>
                  <a:pt x="1076331" y="287367"/>
                </a:lnTo>
                <a:close/>
                <a:moveTo>
                  <a:pt x="1007183" y="442050"/>
                </a:moveTo>
                <a:lnTo>
                  <a:pt x="1007218" y="442122"/>
                </a:lnTo>
                <a:lnTo>
                  <a:pt x="1007250" y="442162"/>
                </a:lnTo>
                <a:lnTo>
                  <a:pt x="1007337" y="441875"/>
                </a:lnTo>
                <a:close/>
                <a:moveTo>
                  <a:pt x="1010459" y="434669"/>
                </a:moveTo>
                <a:lnTo>
                  <a:pt x="1011511" y="436048"/>
                </a:lnTo>
                <a:lnTo>
                  <a:pt x="1011896" y="435606"/>
                </a:lnTo>
                <a:close/>
                <a:moveTo>
                  <a:pt x="417583" y="1761785"/>
                </a:moveTo>
                <a:lnTo>
                  <a:pt x="417731" y="1761818"/>
                </a:lnTo>
                <a:lnTo>
                  <a:pt x="417808" y="1761808"/>
                </a:lnTo>
                <a:lnTo>
                  <a:pt x="417738" y="1761762"/>
                </a:lnTo>
                <a:close/>
                <a:moveTo>
                  <a:pt x="1008721" y="438087"/>
                </a:moveTo>
                <a:lnTo>
                  <a:pt x="1008431" y="439055"/>
                </a:lnTo>
                <a:lnTo>
                  <a:pt x="1008707" y="439260"/>
                </a:lnTo>
                <a:lnTo>
                  <a:pt x="1009020" y="438901"/>
                </a:lnTo>
                <a:close/>
                <a:moveTo>
                  <a:pt x="1033214" y="383158"/>
                </a:moveTo>
                <a:lnTo>
                  <a:pt x="1039222" y="395556"/>
                </a:lnTo>
                <a:lnTo>
                  <a:pt x="1040038" y="396745"/>
                </a:lnTo>
                <a:lnTo>
                  <a:pt x="1040915" y="395033"/>
                </a:lnTo>
                <a:lnTo>
                  <a:pt x="1033368" y="382966"/>
                </a:lnTo>
                <a:close/>
                <a:moveTo>
                  <a:pt x="1001421" y="454336"/>
                </a:moveTo>
                <a:lnTo>
                  <a:pt x="1002189" y="456114"/>
                </a:lnTo>
                <a:lnTo>
                  <a:pt x="1002157" y="455405"/>
                </a:lnTo>
                <a:lnTo>
                  <a:pt x="1001658" y="454645"/>
                </a:lnTo>
                <a:close/>
                <a:moveTo>
                  <a:pt x="417825" y="1761036"/>
                </a:moveTo>
                <a:lnTo>
                  <a:pt x="417869" y="1761065"/>
                </a:lnTo>
                <a:lnTo>
                  <a:pt x="418040" y="1761039"/>
                </a:lnTo>
                <a:close/>
                <a:moveTo>
                  <a:pt x="1005878" y="444251"/>
                </a:moveTo>
                <a:lnTo>
                  <a:pt x="1005972" y="444703"/>
                </a:lnTo>
                <a:lnTo>
                  <a:pt x="1006028" y="444444"/>
                </a:lnTo>
                <a:close/>
                <a:moveTo>
                  <a:pt x="411034" y="1776214"/>
                </a:moveTo>
                <a:lnTo>
                  <a:pt x="411065" y="1777189"/>
                </a:lnTo>
                <a:lnTo>
                  <a:pt x="416132" y="1780346"/>
                </a:lnTo>
                <a:lnTo>
                  <a:pt x="428809" y="1784847"/>
                </a:lnTo>
                <a:lnTo>
                  <a:pt x="414131" y="1776222"/>
                </a:lnTo>
                <a:close/>
                <a:moveTo>
                  <a:pt x="1009510" y="436075"/>
                </a:moveTo>
                <a:lnTo>
                  <a:pt x="1009729" y="436395"/>
                </a:lnTo>
                <a:lnTo>
                  <a:pt x="1010559" y="437138"/>
                </a:lnTo>
                <a:lnTo>
                  <a:pt x="1010739" y="436932"/>
                </a:lnTo>
                <a:lnTo>
                  <a:pt x="1009819" y="435559"/>
                </a:lnTo>
                <a:close/>
                <a:moveTo>
                  <a:pt x="393274" y="1815837"/>
                </a:moveTo>
                <a:lnTo>
                  <a:pt x="393225" y="1816113"/>
                </a:lnTo>
                <a:lnTo>
                  <a:pt x="397359" y="1817766"/>
                </a:lnTo>
                <a:lnTo>
                  <a:pt x="405949" y="1818932"/>
                </a:lnTo>
                <a:lnTo>
                  <a:pt x="404167" y="1817902"/>
                </a:lnTo>
                <a:lnTo>
                  <a:pt x="397424" y="1815874"/>
                </a:lnTo>
                <a:close/>
                <a:moveTo>
                  <a:pt x="1007711" y="439640"/>
                </a:moveTo>
                <a:lnTo>
                  <a:pt x="1007891" y="440020"/>
                </a:lnTo>
                <a:lnTo>
                  <a:pt x="1007952" y="439817"/>
                </a:lnTo>
                <a:close/>
                <a:moveTo>
                  <a:pt x="1009583" y="435206"/>
                </a:moveTo>
                <a:lnTo>
                  <a:pt x="1009380" y="435885"/>
                </a:lnTo>
                <a:lnTo>
                  <a:pt x="1009397" y="435910"/>
                </a:lnTo>
                <a:lnTo>
                  <a:pt x="1009707" y="435393"/>
                </a:lnTo>
                <a:close/>
                <a:moveTo>
                  <a:pt x="1007962" y="438710"/>
                </a:moveTo>
                <a:lnTo>
                  <a:pt x="1008225" y="438904"/>
                </a:lnTo>
                <a:lnTo>
                  <a:pt x="1008582" y="437710"/>
                </a:lnTo>
                <a:lnTo>
                  <a:pt x="1008567" y="437670"/>
                </a:lnTo>
                <a:close/>
                <a:moveTo>
                  <a:pt x="406578" y="1785296"/>
                </a:moveTo>
                <a:lnTo>
                  <a:pt x="407751" y="1786354"/>
                </a:lnTo>
                <a:lnTo>
                  <a:pt x="407932" y="1786417"/>
                </a:lnTo>
                <a:lnTo>
                  <a:pt x="411194" y="1787348"/>
                </a:lnTo>
                <a:close/>
                <a:moveTo>
                  <a:pt x="1000945" y="454136"/>
                </a:moveTo>
                <a:lnTo>
                  <a:pt x="1000691" y="454880"/>
                </a:lnTo>
                <a:lnTo>
                  <a:pt x="1001596" y="461060"/>
                </a:lnTo>
                <a:lnTo>
                  <a:pt x="1002305" y="458688"/>
                </a:lnTo>
                <a:lnTo>
                  <a:pt x="1002234" y="457125"/>
                </a:lnTo>
                <a:close/>
                <a:moveTo>
                  <a:pt x="1031812" y="384907"/>
                </a:moveTo>
                <a:lnTo>
                  <a:pt x="1035515" y="390153"/>
                </a:lnTo>
                <a:lnTo>
                  <a:pt x="1038177" y="394032"/>
                </a:lnTo>
                <a:lnTo>
                  <a:pt x="1033023" y="383396"/>
                </a:lnTo>
                <a:close/>
                <a:moveTo>
                  <a:pt x="1007190" y="440040"/>
                </a:moveTo>
                <a:lnTo>
                  <a:pt x="1007523" y="440617"/>
                </a:lnTo>
                <a:lnTo>
                  <a:pt x="1007779" y="440324"/>
                </a:lnTo>
                <a:lnTo>
                  <a:pt x="1007447" y="439598"/>
                </a:lnTo>
                <a:close/>
                <a:moveTo>
                  <a:pt x="1078883" y="279495"/>
                </a:moveTo>
                <a:lnTo>
                  <a:pt x="1079100" y="279877"/>
                </a:lnTo>
                <a:lnTo>
                  <a:pt x="1079647" y="278451"/>
                </a:lnTo>
                <a:close/>
                <a:moveTo>
                  <a:pt x="988489" y="481687"/>
                </a:moveTo>
                <a:lnTo>
                  <a:pt x="988330" y="483684"/>
                </a:lnTo>
                <a:lnTo>
                  <a:pt x="988471" y="485754"/>
                </a:lnTo>
                <a:lnTo>
                  <a:pt x="988696" y="486814"/>
                </a:lnTo>
                <a:lnTo>
                  <a:pt x="989483" y="484017"/>
                </a:lnTo>
                <a:lnTo>
                  <a:pt x="989239" y="482645"/>
                </a:lnTo>
                <a:close/>
                <a:moveTo>
                  <a:pt x="1086072" y="263166"/>
                </a:moveTo>
                <a:lnTo>
                  <a:pt x="1085278" y="265236"/>
                </a:lnTo>
                <a:lnTo>
                  <a:pt x="1082312" y="273997"/>
                </a:lnTo>
                <a:lnTo>
                  <a:pt x="1088065" y="266139"/>
                </a:lnTo>
                <a:close/>
                <a:moveTo>
                  <a:pt x="1006647" y="440975"/>
                </a:moveTo>
                <a:lnTo>
                  <a:pt x="1006852" y="441386"/>
                </a:lnTo>
                <a:lnTo>
                  <a:pt x="1007350" y="440816"/>
                </a:lnTo>
                <a:lnTo>
                  <a:pt x="1007046" y="440289"/>
                </a:lnTo>
                <a:close/>
                <a:moveTo>
                  <a:pt x="991346" y="475197"/>
                </a:moveTo>
                <a:lnTo>
                  <a:pt x="991507" y="476098"/>
                </a:lnTo>
                <a:lnTo>
                  <a:pt x="991657" y="476300"/>
                </a:lnTo>
                <a:lnTo>
                  <a:pt x="991841" y="475647"/>
                </a:lnTo>
                <a:close/>
                <a:moveTo>
                  <a:pt x="1006510" y="441210"/>
                </a:moveTo>
                <a:lnTo>
                  <a:pt x="1006675" y="441421"/>
                </a:lnTo>
                <a:lnTo>
                  <a:pt x="1006542" y="441156"/>
                </a:lnTo>
                <a:close/>
                <a:moveTo>
                  <a:pt x="1066708" y="306266"/>
                </a:moveTo>
                <a:lnTo>
                  <a:pt x="1068297" y="311092"/>
                </a:lnTo>
                <a:lnTo>
                  <a:pt x="1068398" y="310793"/>
                </a:lnTo>
                <a:lnTo>
                  <a:pt x="1067143" y="305766"/>
                </a:lnTo>
                <a:close/>
                <a:moveTo>
                  <a:pt x="1017012" y="417541"/>
                </a:moveTo>
                <a:lnTo>
                  <a:pt x="1018024" y="421501"/>
                </a:lnTo>
                <a:lnTo>
                  <a:pt x="1018843" y="420133"/>
                </a:lnTo>
                <a:close/>
                <a:moveTo>
                  <a:pt x="1001905" y="451316"/>
                </a:moveTo>
                <a:lnTo>
                  <a:pt x="1001536" y="452401"/>
                </a:lnTo>
                <a:lnTo>
                  <a:pt x="1002052" y="453075"/>
                </a:lnTo>
                <a:lnTo>
                  <a:pt x="1001980" y="451469"/>
                </a:lnTo>
                <a:close/>
                <a:moveTo>
                  <a:pt x="392517" y="1815830"/>
                </a:moveTo>
                <a:lnTo>
                  <a:pt x="393012" y="1816028"/>
                </a:lnTo>
                <a:lnTo>
                  <a:pt x="393047" y="1815835"/>
                </a:lnTo>
                <a:close/>
                <a:moveTo>
                  <a:pt x="406331" y="1784792"/>
                </a:moveTo>
                <a:lnTo>
                  <a:pt x="410847" y="1786586"/>
                </a:lnTo>
                <a:lnTo>
                  <a:pt x="409173" y="1785382"/>
                </a:lnTo>
                <a:lnTo>
                  <a:pt x="408076" y="1784976"/>
                </a:lnTo>
                <a:close/>
                <a:moveTo>
                  <a:pt x="386557" y="1829036"/>
                </a:moveTo>
                <a:lnTo>
                  <a:pt x="390482" y="1830122"/>
                </a:lnTo>
                <a:lnTo>
                  <a:pt x="390713" y="1828835"/>
                </a:lnTo>
                <a:lnTo>
                  <a:pt x="390021" y="1828518"/>
                </a:lnTo>
                <a:close/>
                <a:moveTo>
                  <a:pt x="394013" y="1812033"/>
                </a:moveTo>
                <a:lnTo>
                  <a:pt x="393760" y="1813324"/>
                </a:lnTo>
                <a:lnTo>
                  <a:pt x="396331" y="1813373"/>
                </a:lnTo>
                <a:close/>
                <a:moveTo>
                  <a:pt x="1088502" y="256833"/>
                </a:moveTo>
                <a:lnTo>
                  <a:pt x="1086520" y="261998"/>
                </a:lnTo>
                <a:lnTo>
                  <a:pt x="1088708" y="265261"/>
                </a:lnTo>
                <a:lnTo>
                  <a:pt x="1091283" y="261744"/>
                </a:lnTo>
                <a:close/>
                <a:moveTo>
                  <a:pt x="385246" y="1831400"/>
                </a:moveTo>
                <a:lnTo>
                  <a:pt x="390166" y="1831882"/>
                </a:lnTo>
                <a:lnTo>
                  <a:pt x="390227" y="1831544"/>
                </a:lnTo>
                <a:close/>
                <a:moveTo>
                  <a:pt x="394222" y="1810969"/>
                </a:moveTo>
                <a:lnTo>
                  <a:pt x="394122" y="1811482"/>
                </a:lnTo>
                <a:lnTo>
                  <a:pt x="397432" y="1813395"/>
                </a:lnTo>
                <a:lnTo>
                  <a:pt x="406662" y="1813572"/>
                </a:lnTo>
                <a:lnTo>
                  <a:pt x="399469" y="1810446"/>
                </a:lnTo>
                <a:close/>
                <a:moveTo>
                  <a:pt x="1011710" y="428098"/>
                </a:moveTo>
                <a:lnTo>
                  <a:pt x="1010234" y="433030"/>
                </a:lnTo>
                <a:lnTo>
                  <a:pt x="1010889" y="433419"/>
                </a:lnTo>
                <a:lnTo>
                  <a:pt x="1013114" y="429702"/>
                </a:lnTo>
                <a:close/>
                <a:moveTo>
                  <a:pt x="411104" y="1772828"/>
                </a:moveTo>
                <a:lnTo>
                  <a:pt x="414038" y="1774550"/>
                </a:lnTo>
                <a:lnTo>
                  <a:pt x="414937" y="1774825"/>
                </a:lnTo>
                <a:lnTo>
                  <a:pt x="416481" y="1774828"/>
                </a:lnTo>
                <a:lnTo>
                  <a:pt x="412397" y="1772948"/>
                </a:lnTo>
                <a:close/>
                <a:moveTo>
                  <a:pt x="994307" y="466850"/>
                </a:moveTo>
                <a:lnTo>
                  <a:pt x="994316" y="466858"/>
                </a:lnTo>
                <a:lnTo>
                  <a:pt x="994317" y="466856"/>
                </a:lnTo>
                <a:close/>
                <a:moveTo>
                  <a:pt x="1091253" y="249663"/>
                </a:moveTo>
                <a:lnTo>
                  <a:pt x="1088919" y="255746"/>
                </a:lnTo>
                <a:lnTo>
                  <a:pt x="1091865" y="260948"/>
                </a:lnTo>
                <a:lnTo>
                  <a:pt x="1092906" y="259526"/>
                </a:lnTo>
                <a:close/>
                <a:moveTo>
                  <a:pt x="409493" y="1776210"/>
                </a:moveTo>
                <a:lnTo>
                  <a:pt x="410898" y="1777085"/>
                </a:lnTo>
                <a:lnTo>
                  <a:pt x="410870" y="1776213"/>
                </a:lnTo>
                <a:close/>
                <a:moveTo>
                  <a:pt x="1006100" y="440270"/>
                </a:moveTo>
                <a:lnTo>
                  <a:pt x="1006055" y="440624"/>
                </a:lnTo>
                <a:lnTo>
                  <a:pt x="1006349" y="441002"/>
                </a:lnTo>
                <a:lnTo>
                  <a:pt x="1006413" y="440896"/>
                </a:lnTo>
                <a:close/>
                <a:moveTo>
                  <a:pt x="1032273" y="381217"/>
                </a:moveTo>
                <a:lnTo>
                  <a:pt x="1032362" y="381400"/>
                </a:lnTo>
                <a:lnTo>
                  <a:pt x="1032377" y="381381"/>
                </a:lnTo>
                <a:close/>
                <a:moveTo>
                  <a:pt x="394728" y="1808385"/>
                </a:moveTo>
                <a:lnTo>
                  <a:pt x="394428" y="1809916"/>
                </a:lnTo>
                <a:lnTo>
                  <a:pt x="397537" y="1809606"/>
                </a:lnTo>
                <a:close/>
                <a:moveTo>
                  <a:pt x="1006405" y="438676"/>
                </a:moveTo>
                <a:lnTo>
                  <a:pt x="1007061" y="439814"/>
                </a:lnTo>
                <a:lnTo>
                  <a:pt x="1007332" y="439361"/>
                </a:lnTo>
                <a:close/>
                <a:moveTo>
                  <a:pt x="1006267" y="438939"/>
                </a:moveTo>
                <a:lnTo>
                  <a:pt x="1006140" y="439956"/>
                </a:lnTo>
                <a:lnTo>
                  <a:pt x="1006519" y="440718"/>
                </a:lnTo>
                <a:lnTo>
                  <a:pt x="1006913" y="440060"/>
                </a:lnTo>
                <a:close/>
                <a:moveTo>
                  <a:pt x="1005780" y="439943"/>
                </a:moveTo>
                <a:lnTo>
                  <a:pt x="1005702" y="440169"/>
                </a:lnTo>
                <a:lnTo>
                  <a:pt x="1005744" y="440223"/>
                </a:lnTo>
                <a:close/>
                <a:moveTo>
                  <a:pt x="1000670" y="451271"/>
                </a:moveTo>
                <a:lnTo>
                  <a:pt x="1000766" y="451396"/>
                </a:lnTo>
                <a:lnTo>
                  <a:pt x="1001005" y="450694"/>
                </a:lnTo>
                <a:close/>
                <a:moveTo>
                  <a:pt x="393379" y="1811053"/>
                </a:moveTo>
                <a:lnTo>
                  <a:pt x="393856" y="1811329"/>
                </a:lnTo>
                <a:lnTo>
                  <a:pt x="393915" y="1810999"/>
                </a:lnTo>
                <a:close/>
                <a:moveTo>
                  <a:pt x="1074907" y="284925"/>
                </a:moveTo>
                <a:lnTo>
                  <a:pt x="1076444" y="287032"/>
                </a:lnTo>
                <a:lnTo>
                  <a:pt x="1077114" y="285053"/>
                </a:lnTo>
                <a:lnTo>
                  <a:pt x="1078789" y="280687"/>
                </a:lnTo>
                <a:lnTo>
                  <a:pt x="1078449" y="280087"/>
                </a:lnTo>
                <a:close/>
                <a:moveTo>
                  <a:pt x="346573" y="1915651"/>
                </a:moveTo>
                <a:lnTo>
                  <a:pt x="350234" y="1917834"/>
                </a:lnTo>
                <a:lnTo>
                  <a:pt x="370521" y="1920258"/>
                </a:lnTo>
                <a:lnTo>
                  <a:pt x="424585" y="1925964"/>
                </a:lnTo>
                <a:lnTo>
                  <a:pt x="395394" y="1911504"/>
                </a:lnTo>
                <a:lnTo>
                  <a:pt x="383774" y="1910299"/>
                </a:lnTo>
                <a:lnTo>
                  <a:pt x="369402" y="1912488"/>
                </a:lnTo>
                <a:close/>
                <a:moveTo>
                  <a:pt x="1013362" y="422579"/>
                </a:moveTo>
                <a:lnTo>
                  <a:pt x="1012205" y="426441"/>
                </a:lnTo>
                <a:lnTo>
                  <a:pt x="1013904" y="428383"/>
                </a:lnTo>
                <a:lnTo>
                  <a:pt x="1015080" y="426418"/>
                </a:lnTo>
                <a:close/>
                <a:moveTo>
                  <a:pt x="1006559" y="437654"/>
                </a:moveTo>
                <a:lnTo>
                  <a:pt x="1006554" y="437671"/>
                </a:lnTo>
                <a:lnTo>
                  <a:pt x="1006572" y="437685"/>
                </a:lnTo>
                <a:close/>
                <a:moveTo>
                  <a:pt x="1027902" y="389785"/>
                </a:moveTo>
                <a:lnTo>
                  <a:pt x="1031165" y="403958"/>
                </a:lnTo>
                <a:lnTo>
                  <a:pt x="1032119" y="405092"/>
                </a:lnTo>
                <a:lnTo>
                  <a:pt x="1034354" y="407821"/>
                </a:lnTo>
                <a:lnTo>
                  <a:pt x="1039650" y="397500"/>
                </a:lnTo>
                <a:lnTo>
                  <a:pt x="1031381" y="385445"/>
                </a:lnTo>
                <a:close/>
                <a:moveTo>
                  <a:pt x="1013834" y="421000"/>
                </a:moveTo>
                <a:lnTo>
                  <a:pt x="1013525" y="422035"/>
                </a:lnTo>
                <a:lnTo>
                  <a:pt x="1015313" y="426030"/>
                </a:lnTo>
                <a:lnTo>
                  <a:pt x="1016370" y="424263"/>
                </a:lnTo>
                <a:close/>
                <a:moveTo>
                  <a:pt x="1024773" y="396359"/>
                </a:moveTo>
                <a:lnTo>
                  <a:pt x="1027823" y="399987"/>
                </a:lnTo>
                <a:lnTo>
                  <a:pt x="1026536" y="394394"/>
                </a:lnTo>
                <a:close/>
                <a:moveTo>
                  <a:pt x="1007337" y="435369"/>
                </a:moveTo>
                <a:lnTo>
                  <a:pt x="1006648" y="437394"/>
                </a:lnTo>
                <a:lnTo>
                  <a:pt x="1006899" y="437926"/>
                </a:lnTo>
                <a:lnTo>
                  <a:pt x="1007795" y="438586"/>
                </a:lnTo>
                <a:lnTo>
                  <a:pt x="1008482" y="437439"/>
                </a:lnTo>
                <a:lnTo>
                  <a:pt x="1008176" y="436605"/>
                </a:lnTo>
                <a:lnTo>
                  <a:pt x="1007530" y="435541"/>
                </a:lnTo>
                <a:close/>
                <a:moveTo>
                  <a:pt x="1001087" y="449035"/>
                </a:moveTo>
                <a:lnTo>
                  <a:pt x="1001292" y="449449"/>
                </a:lnTo>
                <a:lnTo>
                  <a:pt x="1001381" y="449300"/>
                </a:lnTo>
                <a:lnTo>
                  <a:pt x="1001118" y="449000"/>
                </a:lnTo>
                <a:close/>
                <a:moveTo>
                  <a:pt x="419652" y="1750932"/>
                </a:moveTo>
                <a:lnTo>
                  <a:pt x="420533" y="1751055"/>
                </a:lnTo>
                <a:lnTo>
                  <a:pt x="422388" y="1751238"/>
                </a:lnTo>
                <a:lnTo>
                  <a:pt x="421522" y="1750643"/>
                </a:lnTo>
                <a:close/>
                <a:moveTo>
                  <a:pt x="1098389" y="231066"/>
                </a:moveTo>
                <a:lnTo>
                  <a:pt x="1091528" y="248947"/>
                </a:lnTo>
                <a:lnTo>
                  <a:pt x="1093228" y="259087"/>
                </a:lnTo>
                <a:lnTo>
                  <a:pt x="1099109" y="251053"/>
                </a:lnTo>
                <a:lnTo>
                  <a:pt x="1101259" y="248199"/>
                </a:lnTo>
                <a:close/>
                <a:moveTo>
                  <a:pt x="406052" y="1781342"/>
                </a:moveTo>
                <a:lnTo>
                  <a:pt x="410702" y="1784688"/>
                </a:lnTo>
                <a:lnTo>
                  <a:pt x="415419" y="1785187"/>
                </a:lnTo>
                <a:lnTo>
                  <a:pt x="412810" y="1784145"/>
                </a:lnTo>
                <a:close/>
                <a:moveTo>
                  <a:pt x="1008077" y="433200"/>
                </a:moveTo>
                <a:lnTo>
                  <a:pt x="1007948" y="433576"/>
                </a:lnTo>
                <a:lnTo>
                  <a:pt x="1009115" y="435496"/>
                </a:lnTo>
                <a:lnTo>
                  <a:pt x="1009206" y="435629"/>
                </a:lnTo>
                <a:lnTo>
                  <a:pt x="1009409" y="434947"/>
                </a:lnTo>
                <a:lnTo>
                  <a:pt x="1008894" y="434179"/>
                </a:lnTo>
                <a:lnTo>
                  <a:pt x="1008208" y="433279"/>
                </a:lnTo>
                <a:close/>
                <a:moveTo>
                  <a:pt x="410854" y="1770474"/>
                </a:moveTo>
                <a:lnTo>
                  <a:pt x="410876" y="1771181"/>
                </a:lnTo>
                <a:lnTo>
                  <a:pt x="413437" y="1771421"/>
                </a:lnTo>
                <a:lnTo>
                  <a:pt x="411556" y="1770677"/>
                </a:lnTo>
                <a:close/>
                <a:moveTo>
                  <a:pt x="1000860" y="449296"/>
                </a:moveTo>
                <a:lnTo>
                  <a:pt x="1000385" y="450897"/>
                </a:lnTo>
                <a:lnTo>
                  <a:pt x="1000408" y="450928"/>
                </a:lnTo>
                <a:lnTo>
                  <a:pt x="1001123" y="449733"/>
                </a:lnTo>
                <a:lnTo>
                  <a:pt x="1000891" y="449261"/>
                </a:lnTo>
                <a:close/>
                <a:moveTo>
                  <a:pt x="414970" y="1761000"/>
                </a:moveTo>
                <a:lnTo>
                  <a:pt x="415826" y="1761376"/>
                </a:lnTo>
                <a:lnTo>
                  <a:pt x="416901" y="1761212"/>
                </a:lnTo>
                <a:lnTo>
                  <a:pt x="416613" y="1761021"/>
                </a:lnTo>
                <a:close/>
                <a:moveTo>
                  <a:pt x="990673" y="471422"/>
                </a:moveTo>
                <a:lnTo>
                  <a:pt x="991243" y="474622"/>
                </a:lnTo>
                <a:lnTo>
                  <a:pt x="991960" y="475224"/>
                </a:lnTo>
                <a:lnTo>
                  <a:pt x="992215" y="474319"/>
                </a:lnTo>
                <a:lnTo>
                  <a:pt x="991383" y="472055"/>
                </a:lnTo>
                <a:close/>
                <a:moveTo>
                  <a:pt x="395702" y="1803414"/>
                </a:moveTo>
                <a:lnTo>
                  <a:pt x="394826" y="1807883"/>
                </a:lnTo>
                <a:lnTo>
                  <a:pt x="398556" y="1809504"/>
                </a:lnTo>
                <a:lnTo>
                  <a:pt x="404946" y="1808867"/>
                </a:lnTo>
                <a:lnTo>
                  <a:pt x="407283" y="1808460"/>
                </a:lnTo>
                <a:close/>
                <a:moveTo>
                  <a:pt x="1001721" y="446390"/>
                </a:moveTo>
                <a:lnTo>
                  <a:pt x="1001651" y="446626"/>
                </a:lnTo>
                <a:lnTo>
                  <a:pt x="1001768" y="446760"/>
                </a:lnTo>
                <a:lnTo>
                  <a:pt x="1001753" y="446424"/>
                </a:lnTo>
                <a:close/>
                <a:moveTo>
                  <a:pt x="991298" y="469666"/>
                </a:moveTo>
                <a:lnTo>
                  <a:pt x="991748" y="470890"/>
                </a:lnTo>
                <a:lnTo>
                  <a:pt x="992743" y="472440"/>
                </a:lnTo>
                <a:lnTo>
                  <a:pt x="992979" y="471605"/>
                </a:lnTo>
                <a:close/>
                <a:moveTo>
                  <a:pt x="1015507" y="415409"/>
                </a:moveTo>
                <a:lnTo>
                  <a:pt x="1014456" y="418924"/>
                </a:lnTo>
                <a:lnTo>
                  <a:pt x="1016834" y="421985"/>
                </a:lnTo>
                <a:lnTo>
                  <a:pt x="1017503" y="422371"/>
                </a:lnTo>
                <a:lnTo>
                  <a:pt x="1017676" y="422082"/>
                </a:lnTo>
                <a:lnTo>
                  <a:pt x="1016235" y="416439"/>
                </a:lnTo>
                <a:close/>
                <a:moveTo>
                  <a:pt x="1015757" y="414571"/>
                </a:moveTo>
                <a:lnTo>
                  <a:pt x="1015560" y="415230"/>
                </a:lnTo>
                <a:lnTo>
                  <a:pt x="1016133" y="416041"/>
                </a:lnTo>
                <a:close/>
                <a:moveTo>
                  <a:pt x="1010346" y="426539"/>
                </a:moveTo>
                <a:lnTo>
                  <a:pt x="1008486" y="431999"/>
                </a:lnTo>
                <a:lnTo>
                  <a:pt x="1008776" y="432165"/>
                </a:lnTo>
                <a:lnTo>
                  <a:pt x="1010021" y="432904"/>
                </a:lnTo>
                <a:lnTo>
                  <a:pt x="1011522" y="427885"/>
                </a:lnTo>
                <a:close/>
                <a:moveTo>
                  <a:pt x="373285" y="1852918"/>
                </a:moveTo>
                <a:lnTo>
                  <a:pt x="373685" y="1853011"/>
                </a:lnTo>
                <a:lnTo>
                  <a:pt x="373467" y="1852871"/>
                </a:lnTo>
                <a:close/>
                <a:moveTo>
                  <a:pt x="993154" y="464215"/>
                </a:moveTo>
                <a:lnTo>
                  <a:pt x="993430" y="464379"/>
                </a:lnTo>
                <a:lnTo>
                  <a:pt x="994838" y="465004"/>
                </a:lnTo>
                <a:lnTo>
                  <a:pt x="995514" y="462601"/>
                </a:lnTo>
                <a:lnTo>
                  <a:pt x="995519" y="460140"/>
                </a:lnTo>
                <a:close/>
                <a:moveTo>
                  <a:pt x="1022121" y="399317"/>
                </a:moveTo>
                <a:lnTo>
                  <a:pt x="1029001" y="405100"/>
                </a:lnTo>
                <a:lnTo>
                  <a:pt x="1027941" y="400499"/>
                </a:lnTo>
                <a:lnTo>
                  <a:pt x="1024658" y="396487"/>
                </a:lnTo>
                <a:close/>
                <a:moveTo>
                  <a:pt x="1004977" y="437623"/>
                </a:moveTo>
                <a:lnTo>
                  <a:pt x="1005262" y="438196"/>
                </a:lnTo>
                <a:lnTo>
                  <a:pt x="1005360" y="437907"/>
                </a:lnTo>
                <a:close/>
                <a:moveTo>
                  <a:pt x="1019439" y="404844"/>
                </a:moveTo>
                <a:lnTo>
                  <a:pt x="1021454" y="410789"/>
                </a:lnTo>
                <a:lnTo>
                  <a:pt x="1021464" y="410835"/>
                </a:lnTo>
                <a:lnTo>
                  <a:pt x="1026403" y="416869"/>
                </a:lnTo>
                <a:lnTo>
                  <a:pt x="1020674" y="406923"/>
                </a:lnTo>
                <a:close/>
                <a:moveTo>
                  <a:pt x="1012438" y="420517"/>
                </a:moveTo>
                <a:lnTo>
                  <a:pt x="1012082" y="421439"/>
                </a:lnTo>
                <a:lnTo>
                  <a:pt x="1010891" y="424937"/>
                </a:lnTo>
                <a:lnTo>
                  <a:pt x="1012019" y="426227"/>
                </a:lnTo>
                <a:lnTo>
                  <a:pt x="1012836" y="423496"/>
                </a:lnTo>
                <a:lnTo>
                  <a:pt x="1013222" y="422267"/>
                </a:lnTo>
                <a:close/>
                <a:moveTo>
                  <a:pt x="1012665" y="419932"/>
                </a:moveTo>
                <a:lnTo>
                  <a:pt x="1012549" y="420233"/>
                </a:lnTo>
                <a:lnTo>
                  <a:pt x="1012769" y="420347"/>
                </a:lnTo>
                <a:lnTo>
                  <a:pt x="1013389" y="421734"/>
                </a:lnTo>
                <a:lnTo>
                  <a:pt x="1013682" y="420803"/>
                </a:lnTo>
                <a:lnTo>
                  <a:pt x="1013299" y="420307"/>
                </a:lnTo>
                <a:close/>
                <a:moveTo>
                  <a:pt x="1012778" y="419639"/>
                </a:moveTo>
                <a:lnTo>
                  <a:pt x="1012773" y="419651"/>
                </a:lnTo>
                <a:lnTo>
                  <a:pt x="1012797" y="419663"/>
                </a:lnTo>
                <a:close/>
                <a:moveTo>
                  <a:pt x="1017579" y="408752"/>
                </a:moveTo>
                <a:lnTo>
                  <a:pt x="1016028" y="413689"/>
                </a:lnTo>
                <a:lnTo>
                  <a:pt x="1016911" y="417143"/>
                </a:lnTo>
                <a:lnTo>
                  <a:pt x="1018925" y="419995"/>
                </a:lnTo>
                <a:lnTo>
                  <a:pt x="1018939" y="419972"/>
                </a:lnTo>
                <a:lnTo>
                  <a:pt x="1019211" y="419869"/>
                </a:lnTo>
                <a:lnTo>
                  <a:pt x="1019038" y="420156"/>
                </a:lnTo>
                <a:lnTo>
                  <a:pt x="1021624" y="423819"/>
                </a:lnTo>
                <a:lnTo>
                  <a:pt x="1018928" y="410954"/>
                </a:lnTo>
                <a:close/>
                <a:moveTo>
                  <a:pt x="1023677" y="395056"/>
                </a:moveTo>
                <a:lnTo>
                  <a:pt x="1024623" y="396182"/>
                </a:lnTo>
                <a:lnTo>
                  <a:pt x="1026473" y="394119"/>
                </a:lnTo>
                <a:lnTo>
                  <a:pt x="1026016" y="392138"/>
                </a:lnTo>
                <a:close/>
                <a:moveTo>
                  <a:pt x="396491" y="1799385"/>
                </a:moveTo>
                <a:lnTo>
                  <a:pt x="396162" y="1801066"/>
                </a:lnTo>
                <a:lnTo>
                  <a:pt x="399364" y="1802461"/>
                </a:lnTo>
                <a:lnTo>
                  <a:pt x="399777" y="1802476"/>
                </a:lnTo>
                <a:lnTo>
                  <a:pt x="405553" y="1802255"/>
                </a:lnTo>
                <a:lnTo>
                  <a:pt x="402316" y="1799536"/>
                </a:lnTo>
                <a:close/>
                <a:moveTo>
                  <a:pt x="991410" y="467219"/>
                </a:moveTo>
                <a:lnTo>
                  <a:pt x="993604" y="469386"/>
                </a:lnTo>
                <a:lnTo>
                  <a:pt x="994143" y="467471"/>
                </a:lnTo>
                <a:lnTo>
                  <a:pt x="992320" y="465651"/>
                </a:lnTo>
                <a:close/>
                <a:moveTo>
                  <a:pt x="1018028" y="407323"/>
                </a:moveTo>
                <a:lnTo>
                  <a:pt x="1017643" y="408548"/>
                </a:lnTo>
                <a:lnTo>
                  <a:pt x="1018830" y="410484"/>
                </a:lnTo>
                <a:lnTo>
                  <a:pt x="1018301" y="407958"/>
                </a:lnTo>
                <a:lnTo>
                  <a:pt x="1018174" y="407501"/>
                </a:lnTo>
                <a:close/>
                <a:moveTo>
                  <a:pt x="990840" y="468201"/>
                </a:moveTo>
                <a:lnTo>
                  <a:pt x="993177" y="470898"/>
                </a:lnTo>
                <a:lnTo>
                  <a:pt x="993258" y="470613"/>
                </a:lnTo>
                <a:lnTo>
                  <a:pt x="990894" y="468109"/>
                </a:lnTo>
                <a:close/>
                <a:moveTo>
                  <a:pt x="1014798" y="414403"/>
                </a:moveTo>
                <a:lnTo>
                  <a:pt x="1013518" y="417720"/>
                </a:lnTo>
                <a:lnTo>
                  <a:pt x="1013536" y="417741"/>
                </a:lnTo>
                <a:lnTo>
                  <a:pt x="1014324" y="418755"/>
                </a:lnTo>
                <a:lnTo>
                  <a:pt x="1015416" y="415278"/>
                </a:lnTo>
                <a:close/>
                <a:moveTo>
                  <a:pt x="1048015" y="339982"/>
                </a:moveTo>
                <a:lnTo>
                  <a:pt x="1054501" y="350321"/>
                </a:lnTo>
                <a:lnTo>
                  <a:pt x="1054067" y="348729"/>
                </a:lnTo>
                <a:lnTo>
                  <a:pt x="1054257" y="348868"/>
                </a:lnTo>
                <a:lnTo>
                  <a:pt x="1054766" y="350747"/>
                </a:lnTo>
                <a:lnTo>
                  <a:pt x="1054835" y="350857"/>
                </a:lnTo>
                <a:lnTo>
                  <a:pt x="1055306" y="349467"/>
                </a:lnTo>
                <a:lnTo>
                  <a:pt x="1050448" y="341723"/>
                </a:lnTo>
                <a:close/>
                <a:moveTo>
                  <a:pt x="392623" y="1807470"/>
                </a:moveTo>
                <a:lnTo>
                  <a:pt x="392149" y="1810143"/>
                </a:lnTo>
                <a:lnTo>
                  <a:pt x="394104" y="1809948"/>
                </a:lnTo>
                <a:lnTo>
                  <a:pt x="394409" y="1808246"/>
                </a:lnTo>
                <a:close/>
                <a:moveTo>
                  <a:pt x="990274" y="469176"/>
                </a:moveTo>
                <a:lnTo>
                  <a:pt x="990498" y="470438"/>
                </a:lnTo>
                <a:lnTo>
                  <a:pt x="990929" y="470822"/>
                </a:lnTo>
                <a:lnTo>
                  <a:pt x="990305" y="469122"/>
                </a:lnTo>
                <a:close/>
                <a:moveTo>
                  <a:pt x="409401" y="1769836"/>
                </a:moveTo>
                <a:lnTo>
                  <a:pt x="409496" y="1769863"/>
                </a:lnTo>
                <a:lnTo>
                  <a:pt x="409480" y="1769857"/>
                </a:lnTo>
                <a:close/>
                <a:moveTo>
                  <a:pt x="1015349" y="412974"/>
                </a:moveTo>
                <a:lnTo>
                  <a:pt x="1014861" y="414240"/>
                </a:lnTo>
                <a:lnTo>
                  <a:pt x="1015470" y="415104"/>
                </a:lnTo>
                <a:lnTo>
                  <a:pt x="1015704" y="414361"/>
                </a:lnTo>
                <a:close/>
                <a:moveTo>
                  <a:pt x="1004438" y="437225"/>
                </a:moveTo>
                <a:lnTo>
                  <a:pt x="1004420" y="437287"/>
                </a:lnTo>
                <a:lnTo>
                  <a:pt x="1004772" y="438970"/>
                </a:lnTo>
                <a:lnTo>
                  <a:pt x="1004929" y="439174"/>
                </a:lnTo>
                <a:lnTo>
                  <a:pt x="1005182" y="438428"/>
                </a:lnTo>
                <a:lnTo>
                  <a:pt x="1004668" y="437396"/>
                </a:lnTo>
                <a:close/>
                <a:moveTo>
                  <a:pt x="412203" y="1763078"/>
                </a:moveTo>
                <a:lnTo>
                  <a:pt x="415594" y="1765277"/>
                </a:lnTo>
                <a:lnTo>
                  <a:pt x="420415" y="1767051"/>
                </a:lnTo>
                <a:lnTo>
                  <a:pt x="424615" y="1768012"/>
                </a:lnTo>
                <a:lnTo>
                  <a:pt x="414392" y="1763765"/>
                </a:lnTo>
                <a:lnTo>
                  <a:pt x="414308" y="1763781"/>
                </a:lnTo>
                <a:lnTo>
                  <a:pt x="414064" y="1763628"/>
                </a:lnTo>
                <a:lnTo>
                  <a:pt x="412607" y="1763023"/>
                </a:lnTo>
                <a:close/>
                <a:moveTo>
                  <a:pt x="1004723" y="436262"/>
                </a:moveTo>
                <a:lnTo>
                  <a:pt x="1004709" y="436310"/>
                </a:lnTo>
                <a:lnTo>
                  <a:pt x="1004782" y="436364"/>
                </a:lnTo>
                <a:close/>
                <a:moveTo>
                  <a:pt x="353061" y="1895312"/>
                </a:moveTo>
                <a:lnTo>
                  <a:pt x="350850" y="1906010"/>
                </a:lnTo>
                <a:lnTo>
                  <a:pt x="364688" y="1907417"/>
                </a:lnTo>
                <a:lnTo>
                  <a:pt x="376607" y="1904906"/>
                </a:lnTo>
                <a:lnTo>
                  <a:pt x="413274" y="1896664"/>
                </a:lnTo>
                <a:lnTo>
                  <a:pt x="396156" y="1896449"/>
                </a:lnTo>
                <a:close/>
                <a:moveTo>
                  <a:pt x="1017210" y="408150"/>
                </a:moveTo>
                <a:lnTo>
                  <a:pt x="1015648" y="412200"/>
                </a:lnTo>
                <a:lnTo>
                  <a:pt x="1015978" y="413489"/>
                </a:lnTo>
                <a:lnTo>
                  <a:pt x="1017504" y="408630"/>
                </a:lnTo>
                <a:close/>
                <a:moveTo>
                  <a:pt x="1017689" y="406910"/>
                </a:moveTo>
                <a:lnTo>
                  <a:pt x="1017284" y="407961"/>
                </a:lnTo>
                <a:lnTo>
                  <a:pt x="1017568" y="408424"/>
                </a:lnTo>
                <a:lnTo>
                  <a:pt x="1017945" y="407224"/>
                </a:lnTo>
                <a:close/>
                <a:moveTo>
                  <a:pt x="1017874" y="406428"/>
                </a:moveTo>
                <a:lnTo>
                  <a:pt x="1017868" y="406444"/>
                </a:lnTo>
                <a:lnTo>
                  <a:pt x="1017884" y="406464"/>
                </a:lnTo>
                <a:close/>
                <a:moveTo>
                  <a:pt x="1005184" y="434710"/>
                </a:moveTo>
                <a:lnTo>
                  <a:pt x="1004822" y="435931"/>
                </a:lnTo>
                <a:lnTo>
                  <a:pt x="1005286" y="436735"/>
                </a:lnTo>
                <a:lnTo>
                  <a:pt x="1005664" y="437014"/>
                </a:lnTo>
                <a:lnTo>
                  <a:pt x="1005816" y="436567"/>
                </a:lnTo>
                <a:lnTo>
                  <a:pt x="1005927" y="436280"/>
                </a:lnTo>
                <a:close/>
                <a:moveTo>
                  <a:pt x="1067495" y="295050"/>
                </a:moveTo>
                <a:lnTo>
                  <a:pt x="1069230" y="301997"/>
                </a:lnTo>
                <a:lnTo>
                  <a:pt x="1072746" y="297953"/>
                </a:lnTo>
                <a:lnTo>
                  <a:pt x="1076162" y="287864"/>
                </a:lnTo>
                <a:lnTo>
                  <a:pt x="1074597" y="285349"/>
                </a:lnTo>
                <a:close/>
                <a:moveTo>
                  <a:pt x="1005480" y="433709"/>
                </a:moveTo>
                <a:lnTo>
                  <a:pt x="1005258" y="434459"/>
                </a:lnTo>
                <a:lnTo>
                  <a:pt x="1006014" y="436055"/>
                </a:lnTo>
                <a:lnTo>
                  <a:pt x="1006472" y="434870"/>
                </a:lnTo>
                <a:lnTo>
                  <a:pt x="1006506" y="434625"/>
                </a:lnTo>
                <a:close/>
                <a:moveTo>
                  <a:pt x="1019484" y="402259"/>
                </a:moveTo>
                <a:lnTo>
                  <a:pt x="1018994" y="403527"/>
                </a:lnTo>
                <a:lnTo>
                  <a:pt x="1019052" y="403699"/>
                </a:lnTo>
                <a:lnTo>
                  <a:pt x="1019343" y="402771"/>
                </a:lnTo>
                <a:lnTo>
                  <a:pt x="1019487" y="402672"/>
                </a:lnTo>
                <a:lnTo>
                  <a:pt x="1019110" y="403872"/>
                </a:lnTo>
                <a:lnTo>
                  <a:pt x="1019255" y="404297"/>
                </a:lnTo>
                <a:lnTo>
                  <a:pt x="1026345" y="416236"/>
                </a:lnTo>
                <a:lnTo>
                  <a:pt x="1027321" y="417929"/>
                </a:lnTo>
                <a:lnTo>
                  <a:pt x="1029167" y="415813"/>
                </a:lnTo>
                <a:lnTo>
                  <a:pt x="1025103" y="412293"/>
                </a:lnTo>
                <a:lnTo>
                  <a:pt x="1025645" y="412318"/>
                </a:lnTo>
                <a:lnTo>
                  <a:pt x="1029388" y="415560"/>
                </a:lnTo>
                <a:lnTo>
                  <a:pt x="1030988" y="413728"/>
                </a:lnTo>
                <a:lnTo>
                  <a:pt x="1029230" y="406093"/>
                </a:lnTo>
                <a:lnTo>
                  <a:pt x="1021712" y="399774"/>
                </a:lnTo>
                <a:close/>
                <a:moveTo>
                  <a:pt x="1000372" y="444972"/>
                </a:moveTo>
                <a:lnTo>
                  <a:pt x="1000372" y="445163"/>
                </a:lnTo>
                <a:lnTo>
                  <a:pt x="1000608" y="445433"/>
                </a:lnTo>
                <a:lnTo>
                  <a:pt x="1000659" y="445272"/>
                </a:lnTo>
                <a:close/>
                <a:moveTo>
                  <a:pt x="1005787" y="432674"/>
                </a:moveTo>
                <a:lnTo>
                  <a:pt x="1005741" y="432831"/>
                </a:lnTo>
                <a:lnTo>
                  <a:pt x="1006052" y="433108"/>
                </a:lnTo>
                <a:close/>
                <a:moveTo>
                  <a:pt x="410687" y="1765140"/>
                </a:moveTo>
                <a:lnTo>
                  <a:pt x="410818" y="1769302"/>
                </a:lnTo>
                <a:lnTo>
                  <a:pt x="411872" y="1769719"/>
                </a:lnTo>
                <a:lnTo>
                  <a:pt x="420743" y="1772103"/>
                </a:lnTo>
                <a:lnTo>
                  <a:pt x="425793" y="1772575"/>
                </a:lnTo>
                <a:lnTo>
                  <a:pt x="416732" y="1766523"/>
                </a:lnTo>
                <a:close/>
                <a:moveTo>
                  <a:pt x="1020753" y="398969"/>
                </a:moveTo>
                <a:lnTo>
                  <a:pt x="1019717" y="401655"/>
                </a:lnTo>
                <a:lnTo>
                  <a:pt x="1021535" y="399626"/>
                </a:lnTo>
                <a:close/>
                <a:moveTo>
                  <a:pt x="1021009" y="398384"/>
                </a:moveTo>
                <a:lnTo>
                  <a:pt x="1021944" y="399170"/>
                </a:lnTo>
                <a:lnTo>
                  <a:pt x="1024510" y="396308"/>
                </a:lnTo>
                <a:lnTo>
                  <a:pt x="1023583" y="395174"/>
                </a:lnTo>
                <a:close/>
                <a:moveTo>
                  <a:pt x="387040" y="1817940"/>
                </a:moveTo>
                <a:lnTo>
                  <a:pt x="391656" y="1821649"/>
                </a:lnTo>
                <a:lnTo>
                  <a:pt x="392012" y="1821601"/>
                </a:lnTo>
                <a:lnTo>
                  <a:pt x="392265" y="1820191"/>
                </a:lnTo>
                <a:close/>
                <a:moveTo>
                  <a:pt x="407192" y="1772462"/>
                </a:moveTo>
                <a:lnTo>
                  <a:pt x="408320" y="1772806"/>
                </a:lnTo>
                <a:lnTo>
                  <a:pt x="407837" y="1772523"/>
                </a:lnTo>
                <a:close/>
                <a:moveTo>
                  <a:pt x="393414" y="1803019"/>
                </a:moveTo>
                <a:lnTo>
                  <a:pt x="392713" y="1806966"/>
                </a:lnTo>
                <a:lnTo>
                  <a:pt x="394500" y="1807742"/>
                </a:lnTo>
                <a:lnTo>
                  <a:pt x="395308" y="1803241"/>
                </a:lnTo>
                <a:lnTo>
                  <a:pt x="394916" y="1803071"/>
                </a:lnTo>
                <a:close/>
                <a:moveTo>
                  <a:pt x="406423" y="1773253"/>
                </a:moveTo>
                <a:lnTo>
                  <a:pt x="408036" y="1774809"/>
                </a:lnTo>
                <a:lnTo>
                  <a:pt x="410733" y="1774815"/>
                </a:lnTo>
                <a:close/>
                <a:moveTo>
                  <a:pt x="994223" y="456902"/>
                </a:moveTo>
                <a:lnTo>
                  <a:pt x="995523" y="457914"/>
                </a:lnTo>
                <a:lnTo>
                  <a:pt x="995529" y="455405"/>
                </a:lnTo>
                <a:close/>
                <a:moveTo>
                  <a:pt x="1025035" y="387873"/>
                </a:moveTo>
                <a:lnTo>
                  <a:pt x="1023049" y="393020"/>
                </a:lnTo>
                <a:lnTo>
                  <a:pt x="1025513" y="389946"/>
                </a:lnTo>
                <a:close/>
                <a:moveTo>
                  <a:pt x="1055690" y="318942"/>
                </a:moveTo>
                <a:lnTo>
                  <a:pt x="1059149" y="325051"/>
                </a:lnTo>
                <a:lnTo>
                  <a:pt x="1061817" y="330235"/>
                </a:lnTo>
                <a:lnTo>
                  <a:pt x="1067519" y="313391"/>
                </a:lnTo>
                <a:lnTo>
                  <a:pt x="1066094" y="307685"/>
                </a:lnTo>
                <a:lnTo>
                  <a:pt x="1065924" y="307168"/>
                </a:lnTo>
                <a:close/>
                <a:moveTo>
                  <a:pt x="410648" y="1763288"/>
                </a:moveTo>
                <a:lnTo>
                  <a:pt x="410671" y="1764561"/>
                </a:lnTo>
                <a:lnTo>
                  <a:pt x="415748" y="1765865"/>
                </a:lnTo>
                <a:lnTo>
                  <a:pt x="414549" y="1765064"/>
                </a:lnTo>
                <a:lnTo>
                  <a:pt x="413216" y="1764573"/>
                </a:lnTo>
                <a:lnTo>
                  <a:pt x="413079" y="1764351"/>
                </a:lnTo>
                <a:lnTo>
                  <a:pt x="413975" y="1764682"/>
                </a:lnTo>
                <a:lnTo>
                  <a:pt x="411680" y="1763148"/>
                </a:lnTo>
                <a:close/>
                <a:moveTo>
                  <a:pt x="1003908" y="434848"/>
                </a:moveTo>
                <a:lnTo>
                  <a:pt x="1003945" y="435023"/>
                </a:lnTo>
                <a:lnTo>
                  <a:pt x="1003967" y="434952"/>
                </a:lnTo>
                <a:close/>
                <a:moveTo>
                  <a:pt x="1007655" y="426371"/>
                </a:moveTo>
                <a:lnTo>
                  <a:pt x="1006668" y="429704"/>
                </a:lnTo>
                <a:lnTo>
                  <a:pt x="1007110" y="430284"/>
                </a:lnTo>
                <a:close/>
                <a:moveTo>
                  <a:pt x="1064406" y="299269"/>
                </a:moveTo>
                <a:lnTo>
                  <a:pt x="1066382" y="305274"/>
                </a:lnTo>
                <a:lnTo>
                  <a:pt x="1066878" y="304704"/>
                </a:lnTo>
                <a:lnTo>
                  <a:pt x="1065361" y="298630"/>
                </a:lnTo>
                <a:lnTo>
                  <a:pt x="1065138" y="298269"/>
                </a:lnTo>
                <a:close/>
                <a:moveTo>
                  <a:pt x="1016848" y="405198"/>
                </a:moveTo>
                <a:lnTo>
                  <a:pt x="1017578" y="406088"/>
                </a:lnTo>
                <a:lnTo>
                  <a:pt x="1017695" y="405783"/>
                </a:lnTo>
                <a:lnTo>
                  <a:pt x="1017369" y="404617"/>
                </a:lnTo>
                <a:close/>
                <a:moveTo>
                  <a:pt x="1027919" y="380397"/>
                </a:moveTo>
                <a:lnTo>
                  <a:pt x="1026555" y="383932"/>
                </a:lnTo>
                <a:lnTo>
                  <a:pt x="1027398" y="387594"/>
                </a:lnTo>
                <a:lnTo>
                  <a:pt x="1030339" y="383924"/>
                </a:lnTo>
                <a:close/>
                <a:moveTo>
                  <a:pt x="1004479" y="432815"/>
                </a:moveTo>
                <a:lnTo>
                  <a:pt x="1004583" y="433032"/>
                </a:lnTo>
                <a:lnTo>
                  <a:pt x="1004614" y="432934"/>
                </a:lnTo>
                <a:close/>
                <a:moveTo>
                  <a:pt x="1018368" y="401677"/>
                </a:moveTo>
                <a:lnTo>
                  <a:pt x="1018732" y="402753"/>
                </a:lnTo>
                <a:lnTo>
                  <a:pt x="1018964" y="402494"/>
                </a:lnTo>
                <a:lnTo>
                  <a:pt x="1020124" y="399489"/>
                </a:lnTo>
                <a:close/>
                <a:moveTo>
                  <a:pt x="1008299" y="424198"/>
                </a:moveTo>
                <a:lnTo>
                  <a:pt x="1007985" y="425257"/>
                </a:lnTo>
                <a:lnTo>
                  <a:pt x="1007319" y="430559"/>
                </a:lnTo>
                <a:lnTo>
                  <a:pt x="1007862" y="431268"/>
                </a:lnTo>
                <a:lnTo>
                  <a:pt x="1009888" y="426016"/>
                </a:lnTo>
                <a:close/>
                <a:moveTo>
                  <a:pt x="387653" y="1813885"/>
                </a:moveTo>
                <a:lnTo>
                  <a:pt x="388017" y="1814030"/>
                </a:lnTo>
                <a:lnTo>
                  <a:pt x="391396" y="1814060"/>
                </a:lnTo>
                <a:lnTo>
                  <a:pt x="391026" y="1813949"/>
                </a:lnTo>
                <a:close/>
                <a:moveTo>
                  <a:pt x="404450" y="1776198"/>
                </a:moveTo>
                <a:lnTo>
                  <a:pt x="406085" y="1776778"/>
                </a:lnTo>
                <a:lnTo>
                  <a:pt x="405278" y="1776200"/>
                </a:lnTo>
                <a:close/>
                <a:moveTo>
                  <a:pt x="394071" y="1799323"/>
                </a:moveTo>
                <a:lnTo>
                  <a:pt x="393933" y="1800095"/>
                </a:lnTo>
                <a:lnTo>
                  <a:pt x="395732" y="1800879"/>
                </a:lnTo>
                <a:lnTo>
                  <a:pt x="396003" y="1799373"/>
                </a:lnTo>
                <a:close/>
                <a:moveTo>
                  <a:pt x="1029384" y="376598"/>
                </a:moveTo>
                <a:lnTo>
                  <a:pt x="1028169" y="379748"/>
                </a:lnTo>
                <a:lnTo>
                  <a:pt x="1030753" y="383407"/>
                </a:lnTo>
                <a:lnTo>
                  <a:pt x="1032171" y="381639"/>
                </a:lnTo>
                <a:lnTo>
                  <a:pt x="1030913" y="379041"/>
                </a:lnTo>
                <a:close/>
                <a:moveTo>
                  <a:pt x="978884" y="489609"/>
                </a:moveTo>
                <a:lnTo>
                  <a:pt x="979649" y="491612"/>
                </a:lnTo>
                <a:lnTo>
                  <a:pt x="979777" y="490006"/>
                </a:lnTo>
                <a:close/>
                <a:moveTo>
                  <a:pt x="1016100" y="406032"/>
                </a:moveTo>
                <a:lnTo>
                  <a:pt x="1017020" y="407532"/>
                </a:lnTo>
                <a:lnTo>
                  <a:pt x="1017397" y="406554"/>
                </a:lnTo>
                <a:lnTo>
                  <a:pt x="1016556" y="405524"/>
                </a:lnTo>
                <a:close/>
                <a:moveTo>
                  <a:pt x="1030736" y="373097"/>
                </a:moveTo>
                <a:lnTo>
                  <a:pt x="1030691" y="373212"/>
                </a:lnTo>
                <a:lnTo>
                  <a:pt x="1034822" y="378331"/>
                </a:lnTo>
                <a:lnTo>
                  <a:pt x="1034893" y="378243"/>
                </a:lnTo>
                <a:lnTo>
                  <a:pt x="1032909" y="375647"/>
                </a:lnTo>
                <a:close/>
                <a:moveTo>
                  <a:pt x="369414" y="1853912"/>
                </a:moveTo>
                <a:lnTo>
                  <a:pt x="375011" y="1854112"/>
                </a:lnTo>
                <a:lnTo>
                  <a:pt x="371882" y="1853278"/>
                </a:lnTo>
                <a:close/>
                <a:moveTo>
                  <a:pt x="1046036" y="338758"/>
                </a:moveTo>
                <a:lnTo>
                  <a:pt x="1051240" y="357903"/>
                </a:lnTo>
                <a:lnTo>
                  <a:pt x="1051636" y="358346"/>
                </a:lnTo>
                <a:lnTo>
                  <a:pt x="1052722" y="357097"/>
                </a:lnTo>
                <a:lnTo>
                  <a:pt x="1054410" y="352113"/>
                </a:lnTo>
                <a:close/>
                <a:moveTo>
                  <a:pt x="1031014" y="372377"/>
                </a:moveTo>
                <a:lnTo>
                  <a:pt x="1030934" y="372584"/>
                </a:lnTo>
                <a:lnTo>
                  <a:pt x="1032257" y="374137"/>
                </a:lnTo>
                <a:close/>
                <a:moveTo>
                  <a:pt x="989867" y="464397"/>
                </a:moveTo>
                <a:lnTo>
                  <a:pt x="989777" y="465526"/>
                </a:lnTo>
                <a:lnTo>
                  <a:pt x="989823" y="465649"/>
                </a:lnTo>
                <a:lnTo>
                  <a:pt x="991116" y="466928"/>
                </a:lnTo>
                <a:lnTo>
                  <a:pt x="992025" y="465362"/>
                </a:lnTo>
                <a:lnTo>
                  <a:pt x="991997" y="465344"/>
                </a:lnTo>
                <a:close/>
                <a:moveTo>
                  <a:pt x="1017207" y="403127"/>
                </a:moveTo>
                <a:lnTo>
                  <a:pt x="1017468" y="403991"/>
                </a:lnTo>
                <a:lnTo>
                  <a:pt x="1017271" y="403048"/>
                </a:lnTo>
                <a:close/>
                <a:moveTo>
                  <a:pt x="1031505" y="371104"/>
                </a:moveTo>
                <a:lnTo>
                  <a:pt x="1031122" y="372097"/>
                </a:lnTo>
                <a:lnTo>
                  <a:pt x="1034027" y="376215"/>
                </a:lnTo>
                <a:lnTo>
                  <a:pt x="1035312" y="377721"/>
                </a:lnTo>
                <a:lnTo>
                  <a:pt x="1036075" y="376768"/>
                </a:lnTo>
                <a:close/>
                <a:moveTo>
                  <a:pt x="411893" y="1758523"/>
                </a:moveTo>
                <a:lnTo>
                  <a:pt x="411931" y="1759664"/>
                </a:lnTo>
                <a:lnTo>
                  <a:pt x="413708" y="1760446"/>
                </a:lnTo>
                <a:lnTo>
                  <a:pt x="415788" y="1760472"/>
                </a:lnTo>
                <a:lnTo>
                  <a:pt x="414258" y="1759454"/>
                </a:lnTo>
                <a:close/>
                <a:moveTo>
                  <a:pt x="978356" y="489701"/>
                </a:moveTo>
                <a:lnTo>
                  <a:pt x="979576" y="492527"/>
                </a:lnTo>
                <a:lnTo>
                  <a:pt x="979600" y="492229"/>
                </a:lnTo>
                <a:lnTo>
                  <a:pt x="978541" y="489457"/>
                </a:lnTo>
                <a:lnTo>
                  <a:pt x="978506" y="489442"/>
                </a:lnTo>
                <a:close/>
                <a:moveTo>
                  <a:pt x="1010028" y="418368"/>
                </a:moveTo>
                <a:lnTo>
                  <a:pt x="1008792" y="422537"/>
                </a:lnTo>
                <a:lnTo>
                  <a:pt x="1010484" y="424471"/>
                </a:lnTo>
                <a:lnTo>
                  <a:pt x="1012316" y="419725"/>
                </a:lnTo>
                <a:close/>
                <a:moveTo>
                  <a:pt x="387266" y="1812818"/>
                </a:moveTo>
                <a:lnTo>
                  <a:pt x="387308" y="1813201"/>
                </a:lnTo>
                <a:lnTo>
                  <a:pt x="388622" y="1813226"/>
                </a:lnTo>
                <a:close/>
                <a:moveTo>
                  <a:pt x="1034145" y="364261"/>
                </a:moveTo>
                <a:lnTo>
                  <a:pt x="1032416" y="368744"/>
                </a:lnTo>
                <a:lnTo>
                  <a:pt x="1036280" y="373532"/>
                </a:lnTo>
                <a:close/>
                <a:moveTo>
                  <a:pt x="1016191" y="404395"/>
                </a:moveTo>
                <a:lnTo>
                  <a:pt x="1016700" y="405018"/>
                </a:lnTo>
                <a:lnTo>
                  <a:pt x="1017298" y="404352"/>
                </a:lnTo>
                <a:lnTo>
                  <a:pt x="1017021" y="403360"/>
                </a:lnTo>
                <a:close/>
                <a:moveTo>
                  <a:pt x="1014523" y="407791"/>
                </a:moveTo>
                <a:lnTo>
                  <a:pt x="1015477" y="411530"/>
                </a:lnTo>
                <a:lnTo>
                  <a:pt x="1016947" y="407721"/>
                </a:lnTo>
                <a:lnTo>
                  <a:pt x="1015988" y="406158"/>
                </a:lnTo>
                <a:close/>
                <a:moveTo>
                  <a:pt x="1010514" y="416726"/>
                </a:moveTo>
                <a:lnTo>
                  <a:pt x="1010103" y="418114"/>
                </a:lnTo>
                <a:lnTo>
                  <a:pt x="1012422" y="419448"/>
                </a:lnTo>
                <a:lnTo>
                  <a:pt x="1012491" y="419270"/>
                </a:lnTo>
                <a:close/>
                <a:moveTo>
                  <a:pt x="404900" y="1772701"/>
                </a:moveTo>
                <a:lnTo>
                  <a:pt x="406817" y="1774543"/>
                </a:lnTo>
                <a:lnTo>
                  <a:pt x="407071" y="1774701"/>
                </a:lnTo>
                <a:lnTo>
                  <a:pt x="405055" y="1772757"/>
                </a:lnTo>
                <a:close/>
                <a:moveTo>
                  <a:pt x="1015571" y="405168"/>
                </a:moveTo>
                <a:lnTo>
                  <a:pt x="1015975" y="405827"/>
                </a:lnTo>
                <a:lnTo>
                  <a:pt x="1016408" y="405344"/>
                </a:lnTo>
                <a:lnTo>
                  <a:pt x="1015914" y="404740"/>
                </a:lnTo>
                <a:close/>
                <a:moveTo>
                  <a:pt x="385237" y="1816350"/>
                </a:moveTo>
                <a:lnTo>
                  <a:pt x="392401" y="1819435"/>
                </a:lnTo>
                <a:lnTo>
                  <a:pt x="392717" y="1817671"/>
                </a:lnTo>
                <a:close/>
                <a:moveTo>
                  <a:pt x="387236" y="1811666"/>
                </a:moveTo>
                <a:lnTo>
                  <a:pt x="392682" y="1813304"/>
                </a:lnTo>
                <a:lnTo>
                  <a:pt x="393499" y="1813319"/>
                </a:lnTo>
                <a:lnTo>
                  <a:pt x="393756" y="1811885"/>
                </a:lnTo>
                <a:lnTo>
                  <a:pt x="392473" y="1811143"/>
                </a:lnTo>
                <a:close/>
                <a:moveTo>
                  <a:pt x="990087" y="461641"/>
                </a:moveTo>
                <a:lnTo>
                  <a:pt x="990030" y="462352"/>
                </a:lnTo>
                <a:lnTo>
                  <a:pt x="992810" y="464009"/>
                </a:lnTo>
                <a:lnTo>
                  <a:pt x="995521" y="459341"/>
                </a:lnTo>
                <a:lnTo>
                  <a:pt x="995521" y="459215"/>
                </a:lnTo>
                <a:lnTo>
                  <a:pt x="993546" y="457677"/>
                </a:lnTo>
                <a:close/>
                <a:moveTo>
                  <a:pt x="1038457" y="353267"/>
                </a:moveTo>
                <a:lnTo>
                  <a:pt x="1036653" y="357761"/>
                </a:lnTo>
                <a:lnTo>
                  <a:pt x="1034793" y="362583"/>
                </a:lnTo>
                <a:lnTo>
                  <a:pt x="1038006" y="374361"/>
                </a:lnTo>
                <a:lnTo>
                  <a:pt x="1041460" y="370050"/>
                </a:lnTo>
                <a:lnTo>
                  <a:pt x="1046356" y="364419"/>
                </a:lnTo>
                <a:close/>
                <a:moveTo>
                  <a:pt x="1003252" y="431717"/>
                </a:moveTo>
                <a:lnTo>
                  <a:pt x="1003743" y="434062"/>
                </a:lnTo>
                <a:lnTo>
                  <a:pt x="1004070" y="434630"/>
                </a:lnTo>
                <a:lnTo>
                  <a:pt x="1004505" y="433275"/>
                </a:lnTo>
                <a:lnTo>
                  <a:pt x="1004144" y="432515"/>
                </a:lnTo>
                <a:close/>
                <a:moveTo>
                  <a:pt x="1051295" y="323996"/>
                </a:moveTo>
                <a:lnTo>
                  <a:pt x="1061046" y="330979"/>
                </a:lnTo>
                <a:lnTo>
                  <a:pt x="1055162" y="319548"/>
                </a:lnTo>
                <a:close/>
                <a:moveTo>
                  <a:pt x="414192" y="1750537"/>
                </a:moveTo>
                <a:lnTo>
                  <a:pt x="416543" y="1751462"/>
                </a:lnTo>
                <a:lnTo>
                  <a:pt x="423392" y="1751934"/>
                </a:lnTo>
                <a:lnTo>
                  <a:pt x="423300" y="1751866"/>
                </a:lnTo>
                <a:lnTo>
                  <a:pt x="423189" y="1751789"/>
                </a:lnTo>
                <a:lnTo>
                  <a:pt x="418414" y="1751124"/>
                </a:lnTo>
                <a:lnTo>
                  <a:pt x="417551" y="1751258"/>
                </a:lnTo>
                <a:lnTo>
                  <a:pt x="417324" y="1751131"/>
                </a:lnTo>
                <a:lnTo>
                  <a:pt x="417862" y="1751047"/>
                </a:lnTo>
                <a:close/>
                <a:moveTo>
                  <a:pt x="1014267" y="406795"/>
                </a:moveTo>
                <a:lnTo>
                  <a:pt x="1014454" y="407523"/>
                </a:lnTo>
                <a:lnTo>
                  <a:pt x="1015863" y="405952"/>
                </a:lnTo>
                <a:lnTo>
                  <a:pt x="1015464" y="405302"/>
                </a:lnTo>
                <a:close/>
                <a:moveTo>
                  <a:pt x="339812" y="1916589"/>
                </a:moveTo>
                <a:lnTo>
                  <a:pt x="349451" y="1917740"/>
                </a:lnTo>
                <a:lnTo>
                  <a:pt x="346065" y="1915723"/>
                </a:lnTo>
                <a:close/>
                <a:moveTo>
                  <a:pt x="1012266" y="410816"/>
                </a:moveTo>
                <a:lnTo>
                  <a:pt x="1011078" y="414824"/>
                </a:lnTo>
                <a:lnTo>
                  <a:pt x="1013224" y="417370"/>
                </a:lnTo>
                <a:lnTo>
                  <a:pt x="1014520" y="414010"/>
                </a:lnTo>
                <a:close/>
                <a:moveTo>
                  <a:pt x="410554" y="1757996"/>
                </a:moveTo>
                <a:lnTo>
                  <a:pt x="410572" y="1759069"/>
                </a:lnTo>
                <a:lnTo>
                  <a:pt x="411780" y="1759599"/>
                </a:lnTo>
                <a:lnTo>
                  <a:pt x="411743" y="1758464"/>
                </a:lnTo>
                <a:close/>
                <a:moveTo>
                  <a:pt x="1000389" y="437183"/>
                </a:moveTo>
                <a:lnTo>
                  <a:pt x="1000382" y="440417"/>
                </a:lnTo>
                <a:lnTo>
                  <a:pt x="1001571" y="442365"/>
                </a:lnTo>
                <a:lnTo>
                  <a:pt x="1001440" y="439445"/>
                </a:lnTo>
                <a:lnTo>
                  <a:pt x="1001391" y="439214"/>
                </a:lnTo>
                <a:lnTo>
                  <a:pt x="1000520" y="437352"/>
                </a:lnTo>
                <a:close/>
                <a:moveTo>
                  <a:pt x="1012492" y="410056"/>
                </a:moveTo>
                <a:lnTo>
                  <a:pt x="1012319" y="410639"/>
                </a:lnTo>
                <a:lnTo>
                  <a:pt x="1014583" y="413846"/>
                </a:lnTo>
                <a:lnTo>
                  <a:pt x="1015179" y="412305"/>
                </a:lnTo>
                <a:lnTo>
                  <a:pt x="1014136" y="408223"/>
                </a:lnTo>
                <a:close/>
                <a:moveTo>
                  <a:pt x="1009015" y="417775"/>
                </a:moveTo>
                <a:lnTo>
                  <a:pt x="1008663" y="420301"/>
                </a:lnTo>
                <a:lnTo>
                  <a:pt x="1009402" y="417997"/>
                </a:lnTo>
                <a:close/>
                <a:moveTo>
                  <a:pt x="392041" y="1799270"/>
                </a:moveTo>
                <a:lnTo>
                  <a:pt x="393742" y="1800011"/>
                </a:lnTo>
                <a:lnTo>
                  <a:pt x="393865" y="1799318"/>
                </a:lnTo>
                <a:close/>
                <a:moveTo>
                  <a:pt x="1003321" y="430367"/>
                </a:moveTo>
                <a:lnTo>
                  <a:pt x="1003610" y="430978"/>
                </a:lnTo>
                <a:lnTo>
                  <a:pt x="1004886" y="432087"/>
                </a:lnTo>
                <a:lnTo>
                  <a:pt x="1005074" y="431501"/>
                </a:lnTo>
                <a:lnTo>
                  <a:pt x="1004988" y="431360"/>
                </a:lnTo>
                <a:close/>
                <a:moveTo>
                  <a:pt x="1012984" y="408396"/>
                </a:moveTo>
                <a:lnTo>
                  <a:pt x="1012644" y="409542"/>
                </a:lnTo>
                <a:lnTo>
                  <a:pt x="1014067" y="407956"/>
                </a:lnTo>
                <a:lnTo>
                  <a:pt x="1013891" y="407265"/>
                </a:lnTo>
                <a:close/>
                <a:moveTo>
                  <a:pt x="384323" y="1815756"/>
                </a:moveTo>
                <a:lnTo>
                  <a:pt x="384510" y="1815907"/>
                </a:lnTo>
                <a:lnTo>
                  <a:pt x="387360" y="1816410"/>
                </a:lnTo>
                <a:lnTo>
                  <a:pt x="392032" y="1817044"/>
                </a:lnTo>
                <a:lnTo>
                  <a:pt x="388915" y="1815798"/>
                </a:lnTo>
                <a:close/>
                <a:moveTo>
                  <a:pt x="407417" y="1763725"/>
                </a:moveTo>
                <a:lnTo>
                  <a:pt x="410503" y="1764518"/>
                </a:lnTo>
                <a:lnTo>
                  <a:pt x="410466" y="1763312"/>
                </a:lnTo>
                <a:close/>
                <a:moveTo>
                  <a:pt x="1002918" y="430126"/>
                </a:moveTo>
                <a:lnTo>
                  <a:pt x="1002982" y="430431"/>
                </a:lnTo>
                <a:lnTo>
                  <a:pt x="1003281" y="430692"/>
                </a:lnTo>
                <a:lnTo>
                  <a:pt x="1003052" y="430206"/>
                </a:lnTo>
                <a:close/>
                <a:moveTo>
                  <a:pt x="400461" y="1779112"/>
                </a:moveTo>
                <a:lnTo>
                  <a:pt x="400349" y="1779686"/>
                </a:lnTo>
                <a:lnTo>
                  <a:pt x="405265" y="1784114"/>
                </a:lnTo>
                <a:lnTo>
                  <a:pt x="407782" y="1784381"/>
                </a:lnTo>
                <a:close/>
                <a:moveTo>
                  <a:pt x="1011789" y="409887"/>
                </a:moveTo>
                <a:lnTo>
                  <a:pt x="1011935" y="410094"/>
                </a:lnTo>
                <a:lnTo>
                  <a:pt x="1012144" y="409444"/>
                </a:lnTo>
                <a:close/>
                <a:moveTo>
                  <a:pt x="1009367" y="415248"/>
                </a:moveTo>
                <a:lnTo>
                  <a:pt x="1009052" y="417509"/>
                </a:lnTo>
                <a:lnTo>
                  <a:pt x="1009480" y="417755"/>
                </a:lnTo>
                <a:lnTo>
                  <a:pt x="1010016" y="416082"/>
                </a:lnTo>
                <a:close/>
                <a:moveTo>
                  <a:pt x="1014451" y="403649"/>
                </a:moveTo>
                <a:lnTo>
                  <a:pt x="1014399" y="403811"/>
                </a:lnTo>
                <a:lnTo>
                  <a:pt x="1014484" y="403703"/>
                </a:lnTo>
                <a:close/>
                <a:moveTo>
                  <a:pt x="1014612" y="403151"/>
                </a:moveTo>
                <a:lnTo>
                  <a:pt x="1014516" y="403447"/>
                </a:lnTo>
                <a:lnTo>
                  <a:pt x="1014591" y="403570"/>
                </a:lnTo>
                <a:lnTo>
                  <a:pt x="1014772" y="403345"/>
                </a:lnTo>
                <a:close/>
                <a:moveTo>
                  <a:pt x="1053558" y="315178"/>
                </a:moveTo>
                <a:lnTo>
                  <a:pt x="1055220" y="318112"/>
                </a:lnTo>
                <a:lnTo>
                  <a:pt x="1065596" y="306178"/>
                </a:lnTo>
                <a:lnTo>
                  <a:pt x="1063659" y="300290"/>
                </a:lnTo>
                <a:lnTo>
                  <a:pt x="1062584" y="301757"/>
                </a:lnTo>
                <a:close/>
                <a:moveTo>
                  <a:pt x="401034" y="1776189"/>
                </a:moveTo>
                <a:lnTo>
                  <a:pt x="400769" y="1777540"/>
                </a:lnTo>
                <a:lnTo>
                  <a:pt x="404124" y="1779955"/>
                </a:lnTo>
                <a:lnTo>
                  <a:pt x="411075" y="1782728"/>
                </a:lnTo>
                <a:lnTo>
                  <a:pt x="410998" y="1780300"/>
                </a:lnTo>
                <a:lnTo>
                  <a:pt x="408273" y="1778346"/>
                </a:lnTo>
                <a:lnTo>
                  <a:pt x="402206" y="1776192"/>
                </a:lnTo>
                <a:close/>
                <a:moveTo>
                  <a:pt x="1009711" y="413201"/>
                </a:moveTo>
                <a:lnTo>
                  <a:pt x="1010601" y="414258"/>
                </a:lnTo>
                <a:lnTo>
                  <a:pt x="1011645" y="411001"/>
                </a:lnTo>
                <a:lnTo>
                  <a:pt x="1011139" y="411565"/>
                </a:lnTo>
                <a:close/>
                <a:moveTo>
                  <a:pt x="402822" y="1772055"/>
                </a:moveTo>
                <a:lnTo>
                  <a:pt x="404123" y="1772865"/>
                </a:lnTo>
                <a:lnTo>
                  <a:pt x="403377" y="1772149"/>
                </a:lnTo>
                <a:lnTo>
                  <a:pt x="403221" y="1772092"/>
                </a:lnTo>
                <a:close/>
                <a:moveTo>
                  <a:pt x="1015875" y="399248"/>
                </a:moveTo>
                <a:lnTo>
                  <a:pt x="1014771" y="402660"/>
                </a:lnTo>
                <a:lnTo>
                  <a:pt x="1015049" y="402999"/>
                </a:lnTo>
                <a:lnTo>
                  <a:pt x="1016437" y="401267"/>
                </a:lnTo>
                <a:close/>
                <a:moveTo>
                  <a:pt x="406445" y="1763857"/>
                </a:moveTo>
                <a:lnTo>
                  <a:pt x="410239" y="1764724"/>
                </a:lnTo>
                <a:lnTo>
                  <a:pt x="406897" y="1763796"/>
                </a:lnTo>
                <a:close/>
                <a:moveTo>
                  <a:pt x="1015959" y="398986"/>
                </a:moveTo>
                <a:lnTo>
                  <a:pt x="1015956" y="398994"/>
                </a:lnTo>
                <a:lnTo>
                  <a:pt x="1016588" y="401079"/>
                </a:lnTo>
                <a:lnTo>
                  <a:pt x="1016696" y="400943"/>
                </a:lnTo>
                <a:lnTo>
                  <a:pt x="1016130" y="399272"/>
                </a:lnTo>
                <a:close/>
                <a:moveTo>
                  <a:pt x="386720" y="1807820"/>
                </a:moveTo>
                <a:lnTo>
                  <a:pt x="387030" y="1810654"/>
                </a:lnTo>
                <a:lnTo>
                  <a:pt x="390947" y="1810263"/>
                </a:lnTo>
                <a:close/>
                <a:moveTo>
                  <a:pt x="365639" y="1854882"/>
                </a:moveTo>
                <a:lnTo>
                  <a:pt x="378611" y="1857581"/>
                </a:lnTo>
                <a:lnTo>
                  <a:pt x="380835" y="1857626"/>
                </a:lnTo>
                <a:lnTo>
                  <a:pt x="375658" y="1854284"/>
                </a:lnTo>
                <a:lnTo>
                  <a:pt x="375639" y="1854280"/>
                </a:lnTo>
                <a:lnTo>
                  <a:pt x="368919" y="1854039"/>
                </a:lnTo>
                <a:close/>
                <a:moveTo>
                  <a:pt x="990587" y="455375"/>
                </a:moveTo>
                <a:lnTo>
                  <a:pt x="990179" y="460492"/>
                </a:lnTo>
                <a:lnTo>
                  <a:pt x="993004" y="457256"/>
                </a:lnTo>
                <a:close/>
                <a:moveTo>
                  <a:pt x="1009761" y="412416"/>
                </a:moveTo>
                <a:lnTo>
                  <a:pt x="1009705" y="412820"/>
                </a:lnTo>
                <a:lnTo>
                  <a:pt x="1011816" y="410466"/>
                </a:lnTo>
                <a:lnTo>
                  <a:pt x="1011879" y="410269"/>
                </a:lnTo>
                <a:lnTo>
                  <a:pt x="1011694" y="410005"/>
                </a:lnTo>
                <a:close/>
                <a:moveTo>
                  <a:pt x="977681" y="483908"/>
                </a:moveTo>
                <a:lnTo>
                  <a:pt x="977641" y="484736"/>
                </a:lnTo>
                <a:lnTo>
                  <a:pt x="979495" y="486806"/>
                </a:lnTo>
                <a:close/>
                <a:moveTo>
                  <a:pt x="1009413" y="412850"/>
                </a:moveTo>
                <a:lnTo>
                  <a:pt x="1009520" y="412976"/>
                </a:lnTo>
                <a:lnTo>
                  <a:pt x="1009564" y="412662"/>
                </a:lnTo>
                <a:close/>
                <a:moveTo>
                  <a:pt x="1016988" y="395804"/>
                </a:moveTo>
                <a:lnTo>
                  <a:pt x="1016690" y="396725"/>
                </a:lnTo>
                <a:lnTo>
                  <a:pt x="1017696" y="399696"/>
                </a:lnTo>
                <a:lnTo>
                  <a:pt x="1019275" y="397727"/>
                </a:lnTo>
                <a:close/>
                <a:moveTo>
                  <a:pt x="401555" y="1773530"/>
                </a:moveTo>
                <a:lnTo>
                  <a:pt x="401308" y="1774792"/>
                </a:lnTo>
                <a:lnTo>
                  <a:pt x="403321" y="1774797"/>
                </a:lnTo>
                <a:close/>
                <a:moveTo>
                  <a:pt x="1028145" y="370056"/>
                </a:moveTo>
                <a:lnTo>
                  <a:pt x="1030402" y="372853"/>
                </a:lnTo>
                <a:lnTo>
                  <a:pt x="1030443" y="372751"/>
                </a:lnTo>
                <a:close/>
                <a:moveTo>
                  <a:pt x="1045444" y="331150"/>
                </a:moveTo>
                <a:lnTo>
                  <a:pt x="1052464" y="342346"/>
                </a:lnTo>
                <a:lnTo>
                  <a:pt x="1056692" y="345372"/>
                </a:lnTo>
                <a:lnTo>
                  <a:pt x="1061162" y="332168"/>
                </a:lnTo>
                <a:lnTo>
                  <a:pt x="1050702" y="324677"/>
                </a:lnTo>
                <a:lnTo>
                  <a:pt x="1049798" y="325719"/>
                </a:lnTo>
                <a:close/>
                <a:moveTo>
                  <a:pt x="398888" y="1778371"/>
                </a:moveTo>
                <a:lnTo>
                  <a:pt x="399855" y="1779242"/>
                </a:lnTo>
                <a:lnTo>
                  <a:pt x="399939" y="1778807"/>
                </a:lnTo>
                <a:close/>
                <a:moveTo>
                  <a:pt x="1018966" y="389686"/>
                </a:moveTo>
                <a:lnTo>
                  <a:pt x="1017192" y="395174"/>
                </a:lnTo>
                <a:lnTo>
                  <a:pt x="1019659" y="397248"/>
                </a:lnTo>
                <a:lnTo>
                  <a:pt x="1022221" y="394053"/>
                </a:lnTo>
                <a:lnTo>
                  <a:pt x="1022352" y="393712"/>
                </a:lnTo>
                <a:close/>
                <a:moveTo>
                  <a:pt x="1013509" y="401805"/>
                </a:moveTo>
                <a:lnTo>
                  <a:pt x="1014220" y="402964"/>
                </a:lnTo>
                <a:lnTo>
                  <a:pt x="1014288" y="402755"/>
                </a:lnTo>
                <a:close/>
                <a:moveTo>
                  <a:pt x="1006988" y="416322"/>
                </a:moveTo>
                <a:lnTo>
                  <a:pt x="1008901" y="417423"/>
                </a:lnTo>
                <a:lnTo>
                  <a:pt x="1009229" y="415071"/>
                </a:lnTo>
                <a:lnTo>
                  <a:pt x="1008688" y="414374"/>
                </a:lnTo>
                <a:close/>
                <a:moveTo>
                  <a:pt x="1002241" y="426901"/>
                </a:moveTo>
                <a:lnTo>
                  <a:pt x="1002601" y="428614"/>
                </a:lnTo>
                <a:lnTo>
                  <a:pt x="1003706" y="429250"/>
                </a:lnTo>
                <a:lnTo>
                  <a:pt x="1002576" y="427391"/>
                </a:lnTo>
                <a:close/>
                <a:moveTo>
                  <a:pt x="375392" y="1830433"/>
                </a:moveTo>
                <a:lnTo>
                  <a:pt x="377507" y="1830640"/>
                </a:lnTo>
                <a:lnTo>
                  <a:pt x="390323" y="1831010"/>
                </a:lnTo>
                <a:lnTo>
                  <a:pt x="390462" y="1830236"/>
                </a:lnTo>
                <a:lnTo>
                  <a:pt x="386567" y="1829158"/>
                </a:lnTo>
                <a:lnTo>
                  <a:pt x="386485" y="1829047"/>
                </a:lnTo>
                <a:lnTo>
                  <a:pt x="382002" y="1829717"/>
                </a:lnTo>
                <a:close/>
                <a:moveTo>
                  <a:pt x="1044341" y="332526"/>
                </a:moveTo>
                <a:lnTo>
                  <a:pt x="1045110" y="335349"/>
                </a:lnTo>
                <a:lnTo>
                  <a:pt x="1047076" y="338487"/>
                </a:lnTo>
                <a:lnTo>
                  <a:pt x="1049512" y="340232"/>
                </a:lnTo>
                <a:lnTo>
                  <a:pt x="1044530" y="332289"/>
                </a:lnTo>
                <a:close/>
                <a:moveTo>
                  <a:pt x="403161" y="1768159"/>
                </a:moveTo>
                <a:lnTo>
                  <a:pt x="407818" y="1770896"/>
                </a:lnTo>
                <a:lnTo>
                  <a:pt x="410712" y="1771166"/>
                </a:lnTo>
                <a:lnTo>
                  <a:pt x="410689" y="1770426"/>
                </a:lnTo>
                <a:lnTo>
                  <a:pt x="407760" y="1769575"/>
                </a:lnTo>
                <a:lnTo>
                  <a:pt x="407601" y="1769352"/>
                </a:lnTo>
                <a:close/>
                <a:moveTo>
                  <a:pt x="1007185" y="415631"/>
                </a:moveTo>
                <a:lnTo>
                  <a:pt x="1008512" y="414150"/>
                </a:lnTo>
                <a:lnTo>
                  <a:pt x="1008443" y="414060"/>
                </a:lnTo>
                <a:close/>
                <a:moveTo>
                  <a:pt x="1048821" y="322224"/>
                </a:moveTo>
                <a:lnTo>
                  <a:pt x="1050562" y="323471"/>
                </a:lnTo>
                <a:lnTo>
                  <a:pt x="1054720" y="318688"/>
                </a:lnTo>
                <a:lnTo>
                  <a:pt x="1053193" y="315722"/>
                </a:lnTo>
                <a:close/>
                <a:moveTo>
                  <a:pt x="402238" y="1770040"/>
                </a:moveTo>
                <a:lnTo>
                  <a:pt x="402221" y="1770127"/>
                </a:lnTo>
                <a:lnTo>
                  <a:pt x="402506" y="1770400"/>
                </a:lnTo>
                <a:lnTo>
                  <a:pt x="402623" y="1770411"/>
                </a:lnTo>
                <a:close/>
                <a:moveTo>
                  <a:pt x="1010360" y="408115"/>
                </a:moveTo>
                <a:lnTo>
                  <a:pt x="1010236" y="409003"/>
                </a:lnTo>
                <a:lnTo>
                  <a:pt x="1010636" y="408505"/>
                </a:lnTo>
                <a:close/>
                <a:moveTo>
                  <a:pt x="1043778" y="333228"/>
                </a:moveTo>
                <a:lnTo>
                  <a:pt x="1044751" y="334781"/>
                </a:lnTo>
                <a:lnTo>
                  <a:pt x="1044190" y="332714"/>
                </a:lnTo>
                <a:close/>
                <a:moveTo>
                  <a:pt x="1016135" y="395086"/>
                </a:moveTo>
                <a:lnTo>
                  <a:pt x="1016448" y="396013"/>
                </a:lnTo>
                <a:lnTo>
                  <a:pt x="1016615" y="395491"/>
                </a:lnTo>
                <a:close/>
                <a:moveTo>
                  <a:pt x="402380" y="1769316"/>
                </a:moveTo>
                <a:lnTo>
                  <a:pt x="402374" y="1769347"/>
                </a:lnTo>
                <a:lnTo>
                  <a:pt x="403568" y="1770499"/>
                </a:lnTo>
                <a:lnTo>
                  <a:pt x="404549" y="1770590"/>
                </a:lnTo>
                <a:close/>
                <a:moveTo>
                  <a:pt x="359426" y="1865493"/>
                </a:moveTo>
                <a:lnTo>
                  <a:pt x="356292" y="1879668"/>
                </a:lnTo>
                <a:lnTo>
                  <a:pt x="353462" y="1893368"/>
                </a:lnTo>
                <a:lnTo>
                  <a:pt x="384330" y="1894222"/>
                </a:lnTo>
                <a:lnTo>
                  <a:pt x="353407" y="1893633"/>
                </a:lnTo>
                <a:lnTo>
                  <a:pt x="353127" y="1894990"/>
                </a:lnTo>
                <a:lnTo>
                  <a:pt x="367399" y="1895367"/>
                </a:lnTo>
                <a:lnTo>
                  <a:pt x="416308" y="1895982"/>
                </a:lnTo>
                <a:lnTo>
                  <a:pt x="419028" y="1895371"/>
                </a:lnTo>
                <a:lnTo>
                  <a:pt x="418808" y="1895115"/>
                </a:lnTo>
                <a:lnTo>
                  <a:pt x="419531" y="1895259"/>
                </a:lnTo>
                <a:lnTo>
                  <a:pt x="421031" y="1894921"/>
                </a:lnTo>
                <a:lnTo>
                  <a:pt x="389495" y="1894320"/>
                </a:lnTo>
                <a:lnTo>
                  <a:pt x="421816" y="1893925"/>
                </a:lnTo>
                <a:lnTo>
                  <a:pt x="419057" y="1893216"/>
                </a:lnTo>
                <a:lnTo>
                  <a:pt x="391794" y="1885245"/>
                </a:lnTo>
                <a:lnTo>
                  <a:pt x="389565" y="1885900"/>
                </a:lnTo>
                <a:lnTo>
                  <a:pt x="389273" y="1885750"/>
                </a:lnTo>
                <a:lnTo>
                  <a:pt x="391391" y="1885126"/>
                </a:lnTo>
                <a:lnTo>
                  <a:pt x="390834" y="1884964"/>
                </a:lnTo>
                <a:lnTo>
                  <a:pt x="390696" y="1884772"/>
                </a:lnTo>
                <a:lnTo>
                  <a:pt x="391650" y="1885051"/>
                </a:lnTo>
                <a:lnTo>
                  <a:pt x="408932" y="1879969"/>
                </a:lnTo>
                <a:lnTo>
                  <a:pt x="394403" y="1875870"/>
                </a:lnTo>
                <a:close/>
                <a:moveTo>
                  <a:pt x="1015302" y="396831"/>
                </a:moveTo>
                <a:lnTo>
                  <a:pt x="1015732" y="398250"/>
                </a:lnTo>
                <a:lnTo>
                  <a:pt x="1015756" y="398172"/>
                </a:lnTo>
                <a:close/>
                <a:moveTo>
                  <a:pt x="1024640" y="375616"/>
                </a:moveTo>
                <a:lnTo>
                  <a:pt x="1026395" y="383236"/>
                </a:lnTo>
                <a:lnTo>
                  <a:pt x="1027645" y="379997"/>
                </a:lnTo>
                <a:close/>
                <a:moveTo>
                  <a:pt x="383130" y="1812076"/>
                </a:moveTo>
                <a:lnTo>
                  <a:pt x="385875" y="1813173"/>
                </a:lnTo>
                <a:lnTo>
                  <a:pt x="387066" y="1813196"/>
                </a:lnTo>
                <a:lnTo>
                  <a:pt x="387017" y="1812743"/>
                </a:lnTo>
                <a:lnTo>
                  <a:pt x="384381" y="1811951"/>
                </a:lnTo>
                <a:close/>
                <a:moveTo>
                  <a:pt x="386386" y="1804759"/>
                </a:moveTo>
                <a:lnTo>
                  <a:pt x="386648" y="1807163"/>
                </a:lnTo>
                <a:lnTo>
                  <a:pt x="391855" y="1810172"/>
                </a:lnTo>
                <a:lnTo>
                  <a:pt x="391939" y="1810164"/>
                </a:lnTo>
                <a:lnTo>
                  <a:pt x="392433" y="1807387"/>
                </a:lnTo>
                <a:close/>
                <a:moveTo>
                  <a:pt x="359671" y="1864385"/>
                </a:moveTo>
                <a:lnTo>
                  <a:pt x="359496" y="1865178"/>
                </a:lnTo>
                <a:lnTo>
                  <a:pt x="366474" y="1867249"/>
                </a:lnTo>
                <a:lnTo>
                  <a:pt x="377837" y="1870455"/>
                </a:lnTo>
                <a:close/>
                <a:moveTo>
                  <a:pt x="978456" y="478708"/>
                </a:moveTo>
                <a:lnTo>
                  <a:pt x="977882" y="482448"/>
                </a:lnTo>
                <a:lnTo>
                  <a:pt x="980072" y="485946"/>
                </a:lnTo>
                <a:lnTo>
                  <a:pt x="980105" y="485890"/>
                </a:lnTo>
                <a:lnTo>
                  <a:pt x="980230" y="484328"/>
                </a:lnTo>
                <a:lnTo>
                  <a:pt x="978671" y="482809"/>
                </a:lnTo>
                <a:lnTo>
                  <a:pt x="979116" y="482857"/>
                </a:lnTo>
                <a:lnTo>
                  <a:pt x="980258" y="483970"/>
                </a:lnTo>
                <a:lnTo>
                  <a:pt x="980432" y="481783"/>
                </a:lnTo>
                <a:close/>
                <a:moveTo>
                  <a:pt x="980879" y="473014"/>
                </a:moveTo>
                <a:lnTo>
                  <a:pt x="981088" y="473550"/>
                </a:lnTo>
                <a:lnTo>
                  <a:pt x="981148" y="472796"/>
                </a:lnTo>
                <a:close/>
                <a:moveTo>
                  <a:pt x="398884" y="1776184"/>
                </a:moveTo>
                <a:lnTo>
                  <a:pt x="400256" y="1777171"/>
                </a:lnTo>
                <a:lnTo>
                  <a:pt x="400446" y="1776188"/>
                </a:lnTo>
                <a:close/>
                <a:moveTo>
                  <a:pt x="1005173" y="418402"/>
                </a:moveTo>
                <a:lnTo>
                  <a:pt x="1008173" y="421831"/>
                </a:lnTo>
                <a:lnTo>
                  <a:pt x="1008375" y="421198"/>
                </a:lnTo>
                <a:lnTo>
                  <a:pt x="1008864" y="417688"/>
                </a:lnTo>
                <a:lnTo>
                  <a:pt x="1006821" y="416513"/>
                </a:lnTo>
                <a:close/>
                <a:moveTo>
                  <a:pt x="402791" y="1767215"/>
                </a:moveTo>
                <a:lnTo>
                  <a:pt x="402779" y="1767276"/>
                </a:lnTo>
                <a:lnTo>
                  <a:pt x="403304" y="1767417"/>
                </a:lnTo>
                <a:close/>
                <a:moveTo>
                  <a:pt x="1042303" y="335068"/>
                </a:moveTo>
                <a:lnTo>
                  <a:pt x="1044874" y="336910"/>
                </a:lnTo>
                <a:lnTo>
                  <a:pt x="1043098" y="334076"/>
                </a:lnTo>
                <a:close/>
                <a:moveTo>
                  <a:pt x="398127" y="1777433"/>
                </a:moveTo>
                <a:lnTo>
                  <a:pt x="398104" y="1777553"/>
                </a:lnTo>
                <a:lnTo>
                  <a:pt x="398530" y="1777723"/>
                </a:lnTo>
                <a:close/>
                <a:moveTo>
                  <a:pt x="980765" y="472723"/>
                </a:moveTo>
                <a:lnTo>
                  <a:pt x="980792" y="472790"/>
                </a:lnTo>
                <a:lnTo>
                  <a:pt x="981173" y="472481"/>
                </a:lnTo>
                <a:lnTo>
                  <a:pt x="981182" y="472367"/>
                </a:lnTo>
                <a:lnTo>
                  <a:pt x="981117" y="472285"/>
                </a:lnTo>
                <a:close/>
                <a:moveTo>
                  <a:pt x="381855" y="1813773"/>
                </a:moveTo>
                <a:lnTo>
                  <a:pt x="382109" y="1813977"/>
                </a:lnTo>
                <a:lnTo>
                  <a:pt x="384415" y="1813998"/>
                </a:lnTo>
                <a:lnTo>
                  <a:pt x="383954" y="1813814"/>
                </a:lnTo>
                <a:close/>
                <a:moveTo>
                  <a:pt x="1012759" y="400888"/>
                </a:moveTo>
                <a:lnTo>
                  <a:pt x="1013702" y="404582"/>
                </a:lnTo>
                <a:lnTo>
                  <a:pt x="1014156" y="403167"/>
                </a:lnTo>
                <a:close/>
                <a:moveTo>
                  <a:pt x="980267" y="473512"/>
                </a:moveTo>
                <a:lnTo>
                  <a:pt x="980817" y="473888"/>
                </a:lnTo>
                <a:lnTo>
                  <a:pt x="980581" y="473257"/>
                </a:lnTo>
                <a:close/>
                <a:moveTo>
                  <a:pt x="411507" y="1746919"/>
                </a:moveTo>
                <a:lnTo>
                  <a:pt x="411593" y="1749513"/>
                </a:lnTo>
                <a:lnTo>
                  <a:pt x="412762" y="1749974"/>
                </a:lnTo>
                <a:lnTo>
                  <a:pt x="419099" y="1750855"/>
                </a:lnTo>
                <a:lnTo>
                  <a:pt x="421328" y="1750510"/>
                </a:lnTo>
                <a:lnTo>
                  <a:pt x="420379" y="1749857"/>
                </a:lnTo>
                <a:lnTo>
                  <a:pt x="411608" y="1746937"/>
                </a:lnTo>
                <a:close/>
                <a:moveTo>
                  <a:pt x="425139" y="1716281"/>
                </a:moveTo>
                <a:lnTo>
                  <a:pt x="425623" y="1716640"/>
                </a:lnTo>
                <a:lnTo>
                  <a:pt x="425242" y="1716301"/>
                </a:lnTo>
                <a:close/>
                <a:moveTo>
                  <a:pt x="1022755" y="377971"/>
                </a:moveTo>
                <a:lnTo>
                  <a:pt x="1019019" y="389522"/>
                </a:lnTo>
                <a:lnTo>
                  <a:pt x="1022413" y="393555"/>
                </a:lnTo>
                <a:lnTo>
                  <a:pt x="1024874" y="387176"/>
                </a:lnTo>
                <a:close/>
                <a:moveTo>
                  <a:pt x="404062" y="1762863"/>
                </a:moveTo>
                <a:lnTo>
                  <a:pt x="404805" y="1763054"/>
                </a:lnTo>
                <a:lnTo>
                  <a:pt x="407071" y="1762709"/>
                </a:lnTo>
                <a:close/>
                <a:moveTo>
                  <a:pt x="403367" y="1764273"/>
                </a:moveTo>
                <a:lnTo>
                  <a:pt x="402988" y="1766210"/>
                </a:lnTo>
                <a:lnTo>
                  <a:pt x="410652" y="1769237"/>
                </a:lnTo>
                <a:lnTo>
                  <a:pt x="410522" y="1765103"/>
                </a:lnTo>
                <a:lnTo>
                  <a:pt x="405584" y="1763973"/>
                </a:lnTo>
                <a:close/>
                <a:moveTo>
                  <a:pt x="386168" y="1802765"/>
                </a:moveTo>
                <a:lnTo>
                  <a:pt x="386323" y="1804188"/>
                </a:lnTo>
                <a:lnTo>
                  <a:pt x="392522" y="1806882"/>
                </a:lnTo>
                <a:lnTo>
                  <a:pt x="393209" y="1803011"/>
                </a:lnTo>
                <a:close/>
                <a:moveTo>
                  <a:pt x="979212" y="474653"/>
                </a:moveTo>
                <a:lnTo>
                  <a:pt x="978903" y="476112"/>
                </a:lnTo>
                <a:lnTo>
                  <a:pt x="980695" y="478497"/>
                </a:lnTo>
                <a:lnTo>
                  <a:pt x="981018" y="474428"/>
                </a:lnTo>
                <a:lnTo>
                  <a:pt x="980956" y="474261"/>
                </a:lnTo>
                <a:lnTo>
                  <a:pt x="980081" y="473663"/>
                </a:lnTo>
                <a:lnTo>
                  <a:pt x="979872" y="473833"/>
                </a:lnTo>
                <a:close/>
                <a:moveTo>
                  <a:pt x="1044176" y="329130"/>
                </a:moveTo>
                <a:lnTo>
                  <a:pt x="1044790" y="330110"/>
                </a:lnTo>
                <a:lnTo>
                  <a:pt x="1049970" y="324152"/>
                </a:lnTo>
                <a:lnTo>
                  <a:pt x="1048319" y="322970"/>
                </a:lnTo>
                <a:close/>
                <a:moveTo>
                  <a:pt x="1002995" y="420898"/>
                </a:moveTo>
                <a:lnTo>
                  <a:pt x="1005830" y="428607"/>
                </a:lnTo>
                <a:lnTo>
                  <a:pt x="1005951" y="428766"/>
                </a:lnTo>
                <a:lnTo>
                  <a:pt x="1007652" y="423459"/>
                </a:lnTo>
                <a:lnTo>
                  <a:pt x="1004201" y="419515"/>
                </a:lnTo>
                <a:close/>
                <a:moveTo>
                  <a:pt x="403638" y="1762890"/>
                </a:moveTo>
                <a:lnTo>
                  <a:pt x="403570" y="1763242"/>
                </a:lnTo>
                <a:lnTo>
                  <a:pt x="404433" y="1763111"/>
                </a:lnTo>
                <a:close/>
                <a:moveTo>
                  <a:pt x="1024798" y="371654"/>
                </a:moveTo>
                <a:lnTo>
                  <a:pt x="1024172" y="373588"/>
                </a:lnTo>
                <a:lnTo>
                  <a:pt x="1024343" y="374326"/>
                </a:lnTo>
                <a:lnTo>
                  <a:pt x="1027892" y="379355"/>
                </a:lnTo>
                <a:lnTo>
                  <a:pt x="1029120" y="376174"/>
                </a:lnTo>
                <a:lnTo>
                  <a:pt x="1028473" y="375139"/>
                </a:lnTo>
                <a:lnTo>
                  <a:pt x="1027318" y="373708"/>
                </a:lnTo>
                <a:close/>
                <a:moveTo>
                  <a:pt x="361175" y="1857583"/>
                </a:moveTo>
                <a:lnTo>
                  <a:pt x="359852" y="1863565"/>
                </a:lnTo>
                <a:lnTo>
                  <a:pt x="413867" y="1878502"/>
                </a:lnTo>
                <a:lnTo>
                  <a:pt x="416724" y="1877620"/>
                </a:lnTo>
                <a:lnTo>
                  <a:pt x="404604" y="1871028"/>
                </a:lnTo>
                <a:lnTo>
                  <a:pt x="401566" y="1870947"/>
                </a:lnTo>
                <a:lnTo>
                  <a:pt x="401438" y="1870841"/>
                </a:lnTo>
                <a:lnTo>
                  <a:pt x="404405" y="1870920"/>
                </a:lnTo>
                <a:lnTo>
                  <a:pt x="385520" y="1860649"/>
                </a:lnTo>
                <a:lnTo>
                  <a:pt x="382324" y="1858587"/>
                </a:lnTo>
                <a:lnTo>
                  <a:pt x="379267" y="1857951"/>
                </a:lnTo>
                <a:close/>
                <a:moveTo>
                  <a:pt x="1025045" y="370891"/>
                </a:moveTo>
                <a:lnTo>
                  <a:pt x="1024879" y="371402"/>
                </a:lnTo>
                <a:lnTo>
                  <a:pt x="1026564" y="372774"/>
                </a:lnTo>
                <a:close/>
                <a:moveTo>
                  <a:pt x="1042640" y="331414"/>
                </a:moveTo>
                <a:lnTo>
                  <a:pt x="1043066" y="332093"/>
                </a:lnTo>
                <a:lnTo>
                  <a:pt x="1043795" y="331255"/>
                </a:lnTo>
                <a:lnTo>
                  <a:pt x="1043725" y="331005"/>
                </a:lnTo>
                <a:lnTo>
                  <a:pt x="1043334" y="330382"/>
                </a:lnTo>
                <a:close/>
                <a:moveTo>
                  <a:pt x="399200" y="1771842"/>
                </a:moveTo>
                <a:lnTo>
                  <a:pt x="398752" y="1774175"/>
                </a:lnTo>
                <a:lnTo>
                  <a:pt x="400485" y="1774790"/>
                </a:lnTo>
                <a:lnTo>
                  <a:pt x="400717" y="1774791"/>
                </a:lnTo>
                <a:lnTo>
                  <a:pt x="401034" y="1773158"/>
                </a:lnTo>
                <a:close/>
                <a:moveTo>
                  <a:pt x="979894" y="471421"/>
                </a:moveTo>
                <a:lnTo>
                  <a:pt x="979655" y="472551"/>
                </a:lnTo>
                <a:lnTo>
                  <a:pt x="980118" y="472021"/>
                </a:lnTo>
                <a:close/>
                <a:moveTo>
                  <a:pt x="410352" y="1746722"/>
                </a:moveTo>
                <a:lnTo>
                  <a:pt x="410394" y="1749041"/>
                </a:lnTo>
                <a:lnTo>
                  <a:pt x="411443" y="1749455"/>
                </a:lnTo>
                <a:lnTo>
                  <a:pt x="411358" y="1746894"/>
                </a:lnTo>
                <a:close/>
                <a:moveTo>
                  <a:pt x="404036" y="1760862"/>
                </a:moveTo>
                <a:lnTo>
                  <a:pt x="403683" y="1762660"/>
                </a:lnTo>
                <a:lnTo>
                  <a:pt x="409266" y="1762375"/>
                </a:lnTo>
                <a:lnTo>
                  <a:pt x="410289" y="1762219"/>
                </a:lnTo>
                <a:lnTo>
                  <a:pt x="409659" y="1761799"/>
                </a:lnTo>
                <a:lnTo>
                  <a:pt x="407510" y="1760905"/>
                </a:lnTo>
                <a:close/>
                <a:moveTo>
                  <a:pt x="980079" y="470961"/>
                </a:moveTo>
                <a:lnTo>
                  <a:pt x="980377" y="471724"/>
                </a:lnTo>
                <a:lnTo>
                  <a:pt x="980536" y="471542"/>
                </a:lnTo>
                <a:close/>
                <a:moveTo>
                  <a:pt x="361539" y="1855935"/>
                </a:moveTo>
                <a:lnTo>
                  <a:pt x="361253" y="1857227"/>
                </a:lnTo>
                <a:lnTo>
                  <a:pt x="377361" y="1857555"/>
                </a:lnTo>
                <a:lnTo>
                  <a:pt x="365134" y="1855012"/>
                </a:lnTo>
                <a:close/>
                <a:moveTo>
                  <a:pt x="1001417" y="422826"/>
                </a:moveTo>
                <a:lnTo>
                  <a:pt x="1004687" y="427110"/>
                </a:lnTo>
                <a:lnTo>
                  <a:pt x="1002579" y="421375"/>
                </a:lnTo>
                <a:close/>
                <a:moveTo>
                  <a:pt x="411400" y="1743683"/>
                </a:moveTo>
                <a:lnTo>
                  <a:pt x="411411" y="1744054"/>
                </a:lnTo>
                <a:lnTo>
                  <a:pt x="412400" y="1744371"/>
                </a:lnTo>
                <a:close/>
                <a:moveTo>
                  <a:pt x="404289" y="1759567"/>
                </a:moveTo>
                <a:lnTo>
                  <a:pt x="404141" y="1760325"/>
                </a:lnTo>
                <a:lnTo>
                  <a:pt x="406175" y="1760350"/>
                </a:lnTo>
                <a:close/>
                <a:moveTo>
                  <a:pt x="1026590" y="366112"/>
                </a:moveTo>
                <a:lnTo>
                  <a:pt x="1026267" y="367110"/>
                </a:lnTo>
                <a:lnTo>
                  <a:pt x="1030645" y="372246"/>
                </a:lnTo>
                <a:lnTo>
                  <a:pt x="1030745" y="371997"/>
                </a:lnTo>
                <a:close/>
                <a:moveTo>
                  <a:pt x="396730" y="1776426"/>
                </a:moveTo>
                <a:lnTo>
                  <a:pt x="397765" y="1777359"/>
                </a:lnTo>
                <a:lnTo>
                  <a:pt x="397794" y="1777193"/>
                </a:lnTo>
                <a:close/>
                <a:moveTo>
                  <a:pt x="1040872" y="334044"/>
                </a:moveTo>
                <a:lnTo>
                  <a:pt x="1041179" y="334264"/>
                </a:lnTo>
                <a:lnTo>
                  <a:pt x="1042362" y="332903"/>
                </a:lnTo>
                <a:lnTo>
                  <a:pt x="1042013" y="332347"/>
                </a:lnTo>
                <a:close/>
                <a:moveTo>
                  <a:pt x="361892" y="1854337"/>
                </a:moveTo>
                <a:lnTo>
                  <a:pt x="361633" y="1855508"/>
                </a:lnTo>
                <a:lnTo>
                  <a:pt x="364266" y="1854831"/>
                </a:lnTo>
                <a:close/>
                <a:moveTo>
                  <a:pt x="1026844" y="365328"/>
                </a:moveTo>
                <a:lnTo>
                  <a:pt x="1026686" y="365815"/>
                </a:lnTo>
                <a:lnTo>
                  <a:pt x="1030856" y="371721"/>
                </a:lnTo>
                <a:lnTo>
                  <a:pt x="1031237" y="370772"/>
                </a:lnTo>
                <a:close/>
                <a:moveTo>
                  <a:pt x="362020" y="1853758"/>
                </a:moveTo>
                <a:lnTo>
                  <a:pt x="361941" y="1854113"/>
                </a:lnTo>
                <a:lnTo>
                  <a:pt x="364772" y="1854701"/>
                </a:lnTo>
                <a:lnTo>
                  <a:pt x="367541" y="1853990"/>
                </a:lnTo>
                <a:lnTo>
                  <a:pt x="362063" y="1853794"/>
                </a:lnTo>
                <a:close/>
                <a:moveTo>
                  <a:pt x="399801" y="1768712"/>
                </a:moveTo>
                <a:lnTo>
                  <a:pt x="399603" y="1769742"/>
                </a:lnTo>
                <a:lnTo>
                  <a:pt x="401054" y="1770264"/>
                </a:lnTo>
                <a:lnTo>
                  <a:pt x="401455" y="1770302"/>
                </a:lnTo>
                <a:close/>
                <a:moveTo>
                  <a:pt x="424799" y="1712327"/>
                </a:moveTo>
                <a:lnTo>
                  <a:pt x="425079" y="1712558"/>
                </a:lnTo>
                <a:lnTo>
                  <a:pt x="425599" y="1712609"/>
                </a:lnTo>
                <a:lnTo>
                  <a:pt x="425299" y="1712335"/>
                </a:lnTo>
                <a:close/>
                <a:moveTo>
                  <a:pt x="380116" y="1812376"/>
                </a:moveTo>
                <a:lnTo>
                  <a:pt x="380993" y="1813080"/>
                </a:lnTo>
                <a:lnTo>
                  <a:pt x="382176" y="1813103"/>
                </a:lnTo>
                <a:lnTo>
                  <a:pt x="380311" y="1812356"/>
                </a:lnTo>
                <a:close/>
                <a:moveTo>
                  <a:pt x="399957" y="1767893"/>
                </a:moveTo>
                <a:lnTo>
                  <a:pt x="399948" y="1767943"/>
                </a:lnTo>
                <a:lnTo>
                  <a:pt x="401715" y="1769641"/>
                </a:lnTo>
                <a:lnTo>
                  <a:pt x="401732" y="1769552"/>
                </a:lnTo>
                <a:lnTo>
                  <a:pt x="400095" y="1767973"/>
                </a:lnTo>
                <a:close/>
                <a:moveTo>
                  <a:pt x="1039168" y="336577"/>
                </a:moveTo>
                <a:lnTo>
                  <a:pt x="1040739" y="334770"/>
                </a:lnTo>
                <a:lnTo>
                  <a:pt x="1040499" y="334598"/>
                </a:lnTo>
                <a:close/>
                <a:moveTo>
                  <a:pt x="385817" y="1799554"/>
                </a:moveTo>
                <a:lnTo>
                  <a:pt x="386084" y="1801998"/>
                </a:lnTo>
                <a:lnTo>
                  <a:pt x="393007" y="1802239"/>
                </a:lnTo>
                <a:lnTo>
                  <a:pt x="391734" y="1801685"/>
                </a:lnTo>
                <a:close/>
                <a:moveTo>
                  <a:pt x="385768" y="1799109"/>
                </a:moveTo>
                <a:lnTo>
                  <a:pt x="385788" y="1799290"/>
                </a:lnTo>
                <a:lnTo>
                  <a:pt x="388378" y="1800222"/>
                </a:lnTo>
                <a:lnTo>
                  <a:pt x="385827" y="1799111"/>
                </a:lnTo>
                <a:close/>
                <a:moveTo>
                  <a:pt x="362669" y="1850822"/>
                </a:moveTo>
                <a:lnTo>
                  <a:pt x="362044" y="1853649"/>
                </a:lnTo>
                <a:lnTo>
                  <a:pt x="368037" y="1853863"/>
                </a:lnTo>
                <a:lnTo>
                  <a:pt x="371113" y="1853073"/>
                </a:lnTo>
                <a:close/>
                <a:moveTo>
                  <a:pt x="405015" y="1755861"/>
                </a:moveTo>
                <a:lnTo>
                  <a:pt x="404877" y="1756566"/>
                </a:lnTo>
                <a:lnTo>
                  <a:pt x="410329" y="1758961"/>
                </a:lnTo>
                <a:lnTo>
                  <a:pt x="410296" y="1757894"/>
                </a:lnTo>
                <a:lnTo>
                  <a:pt x="405423" y="1755976"/>
                </a:lnTo>
                <a:close/>
                <a:moveTo>
                  <a:pt x="974429" y="480596"/>
                </a:moveTo>
                <a:lnTo>
                  <a:pt x="974663" y="481139"/>
                </a:lnTo>
                <a:lnTo>
                  <a:pt x="974902" y="480009"/>
                </a:lnTo>
                <a:close/>
                <a:moveTo>
                  <a:pt x="400278" y="1766221"/>
                </a:moveTo>
                <a:lnTo>
                  <a:pt x="400236" y="1766441"/>
                </a:lnTo>
                <a:lnTo>
                  <a:pt x="400713" y="1766721"/>
                </a:lnTo>
                <a:lnTo>
                  <a:pt x="402203" y="1767122"/>
                </a:lnTo>
                <a:lnTo>
                  <a:pt x="402228" y="1766992"/>
                </a:lnTo>
                <a:close/>
                <a:moveTo>
                  <a:pt x="1023481" y="370581"/>
                </a:moveTo>
                <a:lnTo>
                  <a:pt x="1023949" y="372615"/>
                </a:lnTo>
                <a:lnTo>
                  <a:pt x="1024368" y="371305"/>
                </a:lnTo>
                <a:close/>
                <a:moveTo>
                  <a:pt x="991682" y="441626"/>
                </a:moveTo>
                <a:lnTo>
                  <a:pt x="990684" y="454148"/>
                </a:lnTo>
                <a:lnTo>
                  <a:pt x="993680" y="456480"/>
                </a:lnTo>
                <a:lnTo>
                  <a:pt x="995531" y="454360"/>
                </a:lnTo>
                <a:lnTo>
                  <a:pt x="995548" y="446671"/>
                </a:lnTo>
                <a:close/>
                <a:moveTo>
                  <a:pt x="385250" y="1799096"/>
                </a:moveTo>
                <a:lnTo>
                  <a:pt x="385536" y="1799199"/>
                </a:lnTo>
                <a:lnTo>
                  <a:pt x="385526" y="1799103"/>
                </a:lnTo>
                <a:close/>
                <a:moveTo>
                  <a:pt x="400580" y="1764650"/>
                </a:moveTo>
                <a:lnTo>
                  <a:pt x="400471" y="1765215"/>
                </a:lnTo>
                <a:lnTo>
                  <a:pt x="402423" y="1765986"/>
                </a:lnTo>
                <a:lnTo>
                  <a:pt x="402739" y="1764358"/>
                </a:lnTo>
                <a:close/>
                <a:moveTo>
                  <a:pt x="410284" y="1742915"/>
                </a:moveTo>
                <a:lnTo>
                  <a:pt x="410298" y="1743697"/>
                </a:lnTo>
                <a:lnTo>
                  <a:pt x="411262" y="1744006"/>
                </a:lnTo>
                <a:lnTo>
                  <a:pt x="411248" y="1743579"/>
                </a:lnTo>
                <a:close/>
                <a:moveTo>
                  <a:pt x="974977" y="477809"/>
                </a:moveTo>
                <a:lnTo>
                  <a:pt x="975015" y="477870"/>
                </a:lnTo>
                <a:lnTo>
                  <a:pt x="975289" y="477556"/>
                </a:lnTo>
                <a:close/>
                <a:moveTo>
                  <a:pt x="1031185" y="351901"/>
                </a:moveTo>
                <a:lnTo>
                  <a:pt x="1027650" y="362836"/>
                </a:lnTo>
                <a:lnTo>
                  <a:pt x="1032172" y="368441"/>
                </a:lnTo>
                <a:lnTo>
                  <a:pt x="1034037" y="363795"/>
                </a:lnTo>
                <a:lnTo>
                  <a:pt x="1031905" y="354530"/>
                </a:lnTo>
                <a:close/>
                <a:moveTo>
                  <a:pt x="363620" y="1846517"/>
                </a:moveTo>
                <a:lnTo>
                  <a:pt x="362749" y="1850459"/>
                </a:lnTo>
                <a:lnTo>
                  <a:pt x="372464" y="1852727"/>
                </a:lnTo>
                <a:lnTo>
                  <a:pt x="373021" y="1852583"/>
                </a:lnTo>
                <a:close/>
                <a:moveTo>
                  <a:pt x="400891" y="1763025"/>
                </a:moveTo>
                <a:lnTo>
                  <a:pt x="400768" y="1763669"/>
                </a:lnTo>
                <a:lnTo>
                  <a:pt x="402936" y="1763338"/>
                </a:lnTo>
                <a:lnTo>
                  <a:pt x="403018" y="1762917"/>
                </a:lnTo>
                <a:close/>
                <a:moveTo>
                  <a:pt x="1033669" y="345839"/>
                </a:moveTo>
                <a:lnTo>
                  <a:pt x="1038504" y="352665"/>
                </a:lnTo>
                <a:lnTo>
                  <a:pt x="1043855" y="339337"/>
                </a:lnTo>
                <a:lnTo>
                  <a:pt x="1044105" y="339194"/>
                </a:lnTo>
                <a:lnTo>
                  <a:pt x="1038629" y="352839"/>
                </a:lnTo>
                <a:lnTo>
                  <a:pt x="1046618" y="364118"/>
                </a:lnTo>
                <a:lnTo>
                  <a:pt x="1051123" y="358938"/>
                </a:lnTo>
                <a:lnTo>
                  <a:pt x="1050779" y="357606"/>
                </a:lnTo>
                <a:lnTo>
                  <a:pt x="1048736" y="355322"/>
                </a:lnTo>
                <a:lnTo>
                  <a:pt x="1048967" y="355362"/>
                </a:lnTo>
                <a:lnTo>
                  <a:pt x="1050701" y="357301"/>
                </a:lnTo>
                <a:lnTo>
                  <a:pt x="1047604" y="345272"/>
                </a:lnTo>
                <a:lnTo>
                  <a:pt x="1045718" y="338335"/>
                </a:lnTo>
                <a:lnTo>
                  <a:pt x="1041885" y="335590"/>
                </a:lnTo>
                <a:close/>
                <a:moveTo>
                  <a:pt x="401055" y="1762172"/>
                </a:moveTo>
                <a:lnTo>
                  <a:pt x="400935" y="1762801"/>
                </a:lnTo>
                <a:lnTo>
                  <a:pt x="402946" y="1762698"/>
                </a:lnTo>
                <a:close/>
                <a:moveTo>
                  <a:pt x="982086" y="461045"/>
                </a:moveTo>
                <a:lnTo>
                  <a:pt x="981753" y="462621"/>
                </a:lnTo>
                <a:lnTo>
                  <a:pt x="981946" y="462794"/>
                </a:lnTo>
                <a:close/>
                <a:moveTo>
                  <a:pt x="395673" y="1773873"/>
                </a:moveTo>
                <a:lnTo>
                  <a:pt x="396935" y="1774781"/>
                </a:lnTo>
                <a:lnTo>
                  <a:pt x="398223" y="1774784"/>
                </a:lnTo>
                <a:lnTo>
                  <a:pt x="398223" y="1774778"/>
                </a:lnTo>
                <a:close/>
                <a:moveTo>
                  <a:pt x="382776" y="1802646"/>
                </a:moveTo>
                <a:lnTo>
                  <a:pt x="386069" y="1804078"/>
                </a:lnTo>
                <a:lnTo>
                  <a:pt x="385925" y="1802756"/>
                </a:lnTo>
                <a:close/>
                <a:moveTo>
                  <a:pt x="991931" y="438497"/>
                </a:moveTo>
                <a:lnTo>
                  <a:pt x="991832" y="439738"/>
                </a:lnTo>
                <a:lnTo>
                  <a:pt x="995552" y="444592"/>
                </a:lnTo>
                <a:lnTo>
                  <a:pt x="995556" y="442641"/>
                </a:lnTo>
                <a:close/>
                <a:moveTo>
                  <a:pt x="1032791" y="346935"/>
                </a:moveTo>
                <a:lnTo>
                  <a:pt x="1031562" y="350735"/>
                </a:lnTo>
                <a:lnTo>
                  <a:pt x="1034684" y="362183"/>
                </a:lnTo>
                <a:lnTo>
                  <a:pt x="1038333" y="353093"/>
                </a:lnTo>
                <a:lnTo>
                  <a:pt x="1033417" y="346154"/>
                </a:lnTo>
                <a:close/>
                <a:moveTo>
                  <a:pt x="401313" y="1760827"/>
                </a:moveTo>
                <a:lnTo>
                  <a:pt x="401070" y="1762094"/>
                </a:lnTo>
                <a:lnTo>
                  <a:pt x="403077" y="1762610"/>
                </a:lnTo>
                <a:lnTo>
                  <a:pt x="403418" y="1760854"/>
                </a:lnTo>
                <a:close/>
                <a:moveTo>
                  <a:pt x="399434" y="1764805"/>
                </a:moveTo>
                <a:lnTo>
                  <a:pt x="400047" y="1765047"/>
                </a:lnTo>
                <a:lnTo>
                  <a:pt x="400111" y="1764713"/>
                </a:lnTo>
                <a:close/>
                <a:moveTo>
                  <a:pt x="399011" y="1765720"/>
                </a:moveTo>
                <a:lnTo>
                  <a:pt x="399826" y="1766199"/>
                </a:lnTo>
                <a:lnTo>
                  <a:pt x="399854" y="1766053"/>
                </a:lnTo>
                <a:close/>
                <a:moveTo>
                  <a:pt x="973680" y="478862"/>
                </a:moveTo>
                <a:lnTo>
                  <a:pt x="973835" y="479220"/>
                </a:lnTo>
                <a:lnTo>
                  <a:pt x="974365" y="478614"/>
                </a:lnTo>
                <a:lnTo>
                  <a:pt x="974238" y="478409"/>
                </a:lnTo>
                <a:close/>
                <a:moveTo>
                  <a:pt x="1022954" y="368300"/>
                </a:moveTo>
                <a:lnTo>
                  <a:pt x="1023390" y="370188"/>
                </a:lnTo>
                <a:lnTo>
                  <a:pt x="1024450" y="371051"/>
                </a:lnTo>
                <a:lnTo>
                  <a:pt x="1024655" y="370409"/>
                </a:lnTo>
                <a:close/>
                <a:moveTo>
                  <a:pt x="994733" y="431163"/>
                </a:moveTo>
                <a:lnTo>
                  <a:pt x="995577" y="432546"/>
                </a:lnTo>
                <a:lnTo>
                  <a:pt x="995580" y="430993"/>
                </a:lnTo>
                <a:lnTo>
                  <a:pt x="995231" y="430542"/>
                </a:lnTo>
                <a:close/>
                <a:moveTo>
                  <a:pt x="401737" y="1758617"/>
                </a:moveTo>
                <a:lnTo>
                  <a:pt x="401416" y="1760291"/>
                </a:lnTo>
                <a:lnTo>
                  <a:pt x="403522" y="1760317"/>
                </a:lnTo>
                <a:lnTo>
                  <a:pt x="403714" y="1759328"/>
                </a:lnTo>
                <a:lnTo>
                  <a:pt x="402482" y="1758816"/>
                </a:lnTo>
                <a:close/>
                <a:moveTo>
                  <a:pt x="1001244" y="416134"/>
                </a:moveTo>
                <a:lnTo>
                  <a:pt x="1002274" y="418936"/>
                </a:lnTo>
                <a:lnTo>
                  <a:pt x="1002954" y="418089"/>
                </a:lnTo>
                <a:close/>
                <a:moveTo>
                  <a:pt x="973742" y="477617"/>
                </a:moveTo>
                <a:lnTo>
                  <a:pt x="973571" y="478609"/>
                </a:lnTo>
                <a:lnTo>
                  <a:pt x="973585" y="478641"/>
                </a:lnTo>
                <a:lnTo>
                  <a:pt x="974114" y="478211"/>
                </a:lnTo>
                <a:close/>
                <a:moveTo>
                  <a:pt x="1031101" y="349043"/>
                </a:moveTo>
                <a:lnTo>
                  <a:pt x="1031287" y="349727"/>
                </a:lnTo>
                <a:lnTo>
                  <a:pt x="1031812" y="348157"/>
                </a:lnTo>
                <a:close/>
                <a:moveTo>
                  <a:pt x="421622" y="1713669"/>
                </a:moveTo>
                <a:lnTo>
                  <a:pt x="424299" y="1715657"/>
                </a:lnTo>
                <a:lnTo>
                  <a:pt x="424505" y="1715646"/>
                </a:lnTo>
                <a:lnTo>
                  <a:pt x="422506" y="1713866"/>
                </a:lnTo>
                <a:close/>
                <a:moveTo>
                  <a:pt x="401963" y="1757438"/>
                </a:moveTo>
                <a:lnTo>
                  <a:pt x="401895" y="1757795"/>
                </a:lnTo>
                <a:lnTo>
                  <a:pt x="403907" y="1758331"/>
                </a:lnTo>
                <a:lnTo>
                  <a:pt x="403914" y="1758295"/>
                </a:lnTo>
                <a:close/>
                <a:moveTo>
                  <a:pt x="993627" y="432544"/>
                </a:moveTo>
                <a:lnTo>
                  <a:pt x="995572" y="435132"/>
                </a:lnTo>
                <a:lnTo>
                  <a:pt x="995575" y="433471"/>
                </a:lnTo>
                <a:lnTo>
                  <a:pt x="994412" y="431565"/>
                </a:lnTo>
                <a:close/>
                <a:moveTo>
                  <a:pt x="406920" y="1746133"/>
                </a:moveTo>
                <a:lnTo>
                  <a:pt x="406640" y="1747564"/>
                </a:lnTo>
                <a:lnTo>
                  <a:pt x="410026" y="1748897"/>
                </a:lnTo>
                <a:lnTo>
                  <a:pt x="409986" y="1746658"/>
                </a:lnTo>
                <a:close/>
                <a:moveTo>
                  <a:pt x="407060" y="1745422"/>
                </a:moveTo>
                <a:lnTo>
                  <a:pt x="407059" y="1745424"/>
                </a:lnTo>
                <a:lnTo>
                  <a:pt x="407067" y="1745425"/>
                </a:lnTo>
                <a:close/>
                <a:moveTo>
                  <a:pt x="378077" y="1810055"/>
                </a:moveTo>
                <a:lnTo>
                  <a:pt x="381063" y="1811249"/>
                </a:lnTo>
                <a:lnTo>
                  <a:pt x="381802" y="1811175"/>
                </a:lnTo>
                <a:close/>
                <a:moveTo>
                  <a:pt x="402377" y="1755468"/>
                </a:moveTo>
                <a:lnTo>
                  <a:pt x="404298" y="1756312"/>
                </a:lnTo>
                <a:lnTo>
                  <a:pt x="404418" y="1755692"/>
                </a:lnTo>
                <a:lnTo>
                  <a:pt x="404191" y="1755628"/>
                </a:lnTo>
                <a:close/>
                <a:moveTo>
                  <a:pt x="992581" y="433849"/>
                </a:moveTo>
                <a:lnTo>
                  <a:pt x="993353" y="435639"/>
                </a:lnTo>
                <a:lnTo>
                  <a:pt x="995565" y="437965"/>
                </a:lnTo>
                <a:lnTo>
                  <a:pt x="995567" y="437238"/>
                </a:lnTo>
                <a:lnTo>
                  <a:pt x="992808" y="433565"/>
                </a:lnTo>
                <a:close/>
                <a:moveTo>
                  <a:pt x="414063" y="1729119"/>
                </a:moveTo>
                <a:lnTo>
                  <a:pt x="414714" y="1729503"/>
                </a:lnTo>
                <a:lnTo>
                  <a:pt x="414294" y="1729104"/>
                </a:lnTo>
                <a:close/>
                <a:moveTo>
                  <a:pt x="402407" y="1755125"/>
                </a:moveTo>
                <a:lnTo>
                  <a:pt x="402373" y="1755300"/>
                </a:lnTo>
                <a:lnTo>
                  <a:pt x="403325" y="1755384"/>
                </a:lnTo>
                <a:close/>
                <a:moveTo>
                  <a:pt x="992271" y="434234"/>
                </a:moveTo>
                <a:lnTo>
                  <a:pt x="992251" y="434483"/>
                </a:lnTo>
                <a:lnTo>
                  <a:pt x="992638" y="434889"/>
                </a:lnTo>
                <a:lnTo>
                  <a:pt x="992326" y="434166"/>
                </a:lnTo>
                <a:close/>
                <a:moveTo>
                  <a:pt x="365686" y="1837171"/>
                </a:moveTo>
                <a:lnTo>
                  <a:pt x="365376" y="1838576"/>
                </a:lnTo>
                <a:lnTo>
                  <a:pt x="370780" y="1841791"/>
                </a:lnTo>
                <a:lnTo>
                  <a:pt x="369315" y="1841853"/>
                </a:lnTo>
                <a:lnTo>
                  <a:pt x="369592" y="1842094"/>
                </a:lnTo>
                <a:lnTo>
                  <a:pt x="371175" y="1842026"/>
                </a:lnTo>
                <a:lnTo>
                  <a:pt x="384127" y="1849730"/>
                </a:lnTo>
                <a:lnTo>
                  <a:pt x="393541" y="1847312"/>
                </a:lnTo>
                <a:lnTo>
                  <a:pt x="393524" y="1847293"/>
                </a:lnTo>
                <a:lnTo>
                  <a:pt x="393588" y="1847301"/>
                </a:lnTo>
                <a:lnTo>
                  <a:pt x="408826" y="1843387"/>
                </a:lnTo>
                <a:lnTo>
                  <a:pt x="412556" y="1842269"/>
                </a:lnTo>
                <a:lnTo>
                  <a:pt x="410074" y="1840365"/>
                </a:lnTo>
                <a:lnTo>
                  <a:pt x="371175" y="1842026"/>
                </a:lnTo>
                <a:lnTo>
                  <a:pt x="370780" y="1841791"/>
                </a:lnTo>
                <a:lnTo>
                  <a:pt x="396578" y="1840690"/>
                </a:lnTo>
                <a:lnTo>
                  <a:pt x="409541" y="1839958"/>
                </a:lnTo>
                <a:lnTo>
                  <a:pt x="407552" y="1838433"/>
                </a:lnTo>
                <a:lnTo>
                  <a:pt x="391659" y="1839285"/>
                </a:lnTo>
                <a:lnTo>
                  <a:pt x="391169" y="1838941"/>
                </a:lnTo>
                <a:lnTo>
                  <a:pt x="407100" y="1838085"/>
                </a:lnTo>
                <a:lnTo>
                  <a:pt x="403697" y="1835477"/>
                </a:lnTo>
                <a:lnTo>
                  <a:pt x="389636" y="1836103"/>
                </a:lnTo>
                <a:lnTo>
                  <a:pt x="389054" y="1839344"/>
                </a:lnTo>
                <a:lnTo>
                  <a:pt x="388875" y="1839073"/>
                </a:lnTo>
                <a:lnTo>
                  <a:pt x="389407" y="1836113"/>
                </a:lnTo>
                <a:close/>
                <a:moveTo>
                  <a:pt x="356694" y="1857134"/>
                </a:moveTo>
                <a:lnTo>
                  <a:pt x="360620" y="1857214"/>
                </a:lnTo>
                <a:lnTo>
                  <a:pt x="360847" y="1856112"/>
                </a:lnTo>
                <a:lnTo>
                  <a:pt x="359859" y="1856366"/>
                </a:lnTo>
                <a:close/>
                <a:moveTo>
                  <a:pt x="1000433" y="415538"/>
                </a:moveTo>
                <a:lnTo>
                  <a:pt x="1000427" y="418242"/>
                </a:lnTo>
                <a:lnTo>
                  <a:pt x="1000925" y="420619"/>
                </a:lnTo>
                <a:lnTo>
                  <a:pt x="1001869" y="419442"/>
                </a:lnTo>
                <a:close/>
                <a:moveTo>
                  <a:pt x="1037480" y="332436"/>
                </a:moveTo>
                <a:lnTo>
                  <a:pt x="1034752" y="340873"/>
                </a:lnTo>
                <a:lnTo>
                  <a:pt x="1039468" y="333859"/>
                </a:lnTo>
                <a:close/>
                <a:moveTo>
                  <a:pt x="974586" y="472685"/>
                </a:moveTo>
                <a:lnTo>
                  <a:pt x="973981" y="476219"/>
                </a:lnTo>
                <a:lnTo>
                  <a:pt x="974853" y="477613"/>
                </a:lnTo>
                <a:lnTo>
                  <a:pt x="975523" y="477069"/>
                </a:lnTo>
                <a:lnTo>
                  <a:pt x="975988" y="474868"/>
                </a:lnTo>
                <a:close/>
                <a:moveTo>
                  <a:pt x="407835" y="1741464"/>
                </a:moveTo>
                <a:lnTo>
                  <a:pt x="407569" y="1742822"/>
                </a:lnTo>
                <a:lnTo>
                  <a:pt x="409931" y="1743580"/>
                </a:lnTo>
                <a:lnTo>
                  <a:pt x="409914" y="1742662"/>
                </a:lnTo>
                <a:lnTo>
                  <a:pt x="409127" y="1742120"/>
                </a:lnTo>
                <a:lnTo>
                  <a:pt x="408847" y="1741906"/>
                </a:lnTo>
                <a:close/>
                <a:moveTo>
                  <a:pt x="1039041" y="327608"/>
                </a:moveTo>
                <a:lnTo>
                  <a:pt x="1037695" y="331769"/>
                </a:lnTo>
                <a:lnTo>
                  <a:pt x="1039840" y="333306"/>
                </a:lnTo>
                <a:lnTo>
                  <a:pt x="1041276" y="331171"/>
                </a:lnTo>
                <a:close/>
                <a:moveTo>
                  <a:pt x="993516" y="429169"/>
                </a:moveTo>
                <a:lnTo>
                  <a:pt x="993756" y="429563"/>
                </a:lnTo>
                <a:lnTo>
                  <a:pt x="993865" y="429427"/>
                </a:lnTo>
                <a:close/>
                <a:moveTo>
                  <a:pt x="1000711" y="412999"/>
                </a:moveTo>
                <a:lnTo>
                  <a:pt x="1000669" y="413251"/>
                </a:lnTo>
                <a:lnTo>
                  <a:pt x="1003884" y="416927"/>
                </a:lnTo>
                <a:lnTo>
                  <a:pt x="1005039" y="415489"/>
                </a:lnTo>
                <a:close/>
                <a:moveTo>
                  <a:pt x="995111" y="425476"/>
                </a:moveTo>
                <a:lnTo>
                  <a:pt x="995589" y="426463"/>
                </a:lnTo>
                <a:lnTo>
                  <a:pt x="995591" y="425761"/>
                </a:lnTo>
                <a:close/>
                <a:moveTo>
                  <a:pt x="367179" y="1831322"/>
                </a:moveTo>
                <a:lnTo>
                  <a:pt x="367945" y="1836791"/>
                </a:lnTo>
                <a:lnTo>
                  <a:pt x="383675" y="1836090"/>
                </a:lnTo>
                <a:lnTo>
                  <a:pt x="389472" y="1835751"/>
                </a:lnTo>
                <a:lnTo>
                  <a:pt x="390047" y="1832544"/>
                </a:lnTo>
                <a:lnTo>
                  <a:pt x="374359" y="1831004"/>
                </a:lnTo>
                <a:lnTo>
                  <a:pt x="373759" y="1830937"/>
                </a:lnTo>
                <a:lnTo>
                  <a:pt x="371590" y="1830845"/>
                </a:lnTo>
                <a:close/>
                <a:moveTo>
                  <a:pt x="1039910" y="324922"/>
                </a:moveTo>
                <a:lnTo>
                  <a:pt x="1039390" y="326531"/>
                </a:lnTo>
                <a:lnTo>
                  <a:pt x="1041679" y="329881"/>
                </a:lnTo>
                <a:lnTo>
                  <a:pt x="1041903" y="330239"/>
                </a:lnTo>
                <a:lnTo>
                  <a:pt x="1042597" y="329206"/>
                </a:lnTo>
                <a:close/>
                <a:moveTo>
                  <a:pt x="366974" y="1831344"/>
                </a:moveTo>
                <a:lnTo>
                  <a:pt x="365748" y="1836889"/>
                </a:lnTo>
                <a:lnTo>
                  <a:pt x="367817" y="1836797"/>
                </a:lnTo>
                <a:lnTo>
                  <a:pt x="367758" y="1836740"/>
                </a:lnTo>
                <a:lnTo>
                  <a:pt x="367001" y="1831341"/>
                </a:lnTo>
                <a:close/>
                <a:moveTo>
                  <a:pt x="367226" y="1830206"/>
                </a:moveTo>
                <a:lnTo>
                  <a:pt x="367196" y="1830343"/>
                </a:lnTo>
                <a:lnTo>
                  <a:pt x="368657" y="1830384"/>
                </a:lnTo>
                <a:lnTo>
                  <a:pt x="368727" y="1830374"/>
                </a:lnTo>
                <a:close/>
                <a:moveTo>
                  <a:pt x="1024300" y="358686"/>
                </a:moveTo>
                <a:lnTo>
                  <a:pt x="1027244" y="362335"/>
                </a:lnTo>
                <a:lnTo>
                  <a:pt x="1030911" y="350894"/>
                </a:lnTo>
                <a:lnTo>
                  <a:pt x="1030583" y="349690"/>
                </a:lnTo>
                <a:lnTo>
                  <a:pt x="1029134" y="351498"/>
                </a:lnTo>
                <a:close/>
                <a:moveTo>
                  <a:pt x="1042053" y="318483"/>
                </a:moveTo>
                <a:lnTo>
                  <a:pt x="1040469" y="323219"/>
                </a:lnTo>
                <a:lnTo>
                  <a:pt x="1042481" y="326425"/>
                </a:lnTo>
                <a:lnTo>
                  <a:pt x="1041900" y="324290"/>
                </a:lnTo>
                <a:lnTo>
                  <a:pt x="1042154" y="324477"/>
                </a:lnTo>
                <a:lnTo>
                  <a:pt x="1042838" y="326995"/>
                </a:lnTo>
                <a:lnTo>
                  <a:pt x="1043439" y="327954"/>
                </a:lnTo>
                <a:lnTo>
                  <a:pt x="1047288" y="322231"/>
                </a:lnTo>
                <a:close/>
                <a:moveTo>
                  <a:pt x="374589" y="1812927"/>
                </a:moveTo>
                <a:lnTo>
                  <a:pt x="374640" y="1812958"/>
                </a:lnTo>
                <a:lnTo>
                  <a:pt x="374935" y="1812963"/>
                </a:lnTo>
                <a:lnTo>
                  <a:pt x="374859" y="1812901"/>
                </a:lnTo>
                <a:close/>
                <a:moveTo>
                  <a:pt x="992707" y="428772"/>
                </a:moveTo>
                <a:lnTo>
                  <a:pt x="992523" y="431074"/>
                </a:lnTo>
                <a:lnTo>
                  <a:pt x="992534" y="431088"/>
                </a:lnTo>
                <a:lnTo>
                  <a:pt x="993435" y="429964"/>
                </a:lnTo>
                <a:close/>
                <a:moveTo>
                  <a:pt x="367653" y="1828275"/>
                </a:moveTo>
                <a:lnTo>
                  <a:pt x="367350" y="1829643"/>
                </a:lnTo>
                <a:lnTo>
                  <a:pt x="371137" y="1830015"/>
                </a:lnTo>
                <a:lnTo>
                  <a:pt x="384493" y="1828019"/>
                </a:lnTo>
                <a:close/>
                <a:moveTo>
                  <a:pt x="1009948" y="389887"/>
                </a:moveTo>
                <a:lnTo>
                  <a:pt x="1012505" y="399893"/>
                </a:lnTo>
                <a:lnTo>
                  <a:pt x="1014445" y="402263"/>
                </a:lnTo>
                <a:lnTo>
                  <a:pt x="1015658" y="398479"/>
                </a:lnTo>
                <a:lnTo>
                  <a:pt x="1013871" y="395472"/>
                </a:lnTo>
                <a:lnTo>
                  <a:pt x="1014051" y="395540"/>
                </a:lnTo>
                <a:lnTo>
                  <a:pt x="1015539" y="398043"/>
                </a:lnTo>
                <a:lnTo>
                  <a:pt x="1015473" y="397808"/>
                </a:lnTo>
                <a:lnTo>
                  <a:pt x="1014143" y="393412"/>
                </a:lnTo>
                <a:close/>
                <a:moveTo>
                  <a:pt x="1023010" y="360605"/>
                </a:moveTo>
                <a:lnTo>
                  <a:pt x="1026302" y="365271"/>
                </a:lnTo>
                <a:lnTo>
                  <a:pt x="1026444" y="364830"/>
                </a:lnTo>
                <a:lnTo>
                  <a:pt x="1023020" y="360589"/>
                </a:lnTo>
                <a:close/>
                <a:moveTo>
                  <a:pt x="395541" y="1765332"/>
                </a:moveTo>
                <a:lnTo>
                  <a:pt x="395647" y="1765360"/>
                </a:lnTo>
                <a:lnTo>
                  <a:pt x="395588" y="1765325"/>
                </a:lnTo>
                <a:close/>
                <a:moveTo>
                  <a:pt x="404221" y="1745670"/>
                </a:moveTo>
                <a:lnTo>
                  <a:pt x="404053" y="1746545"/>
                </a:lnTo>
                <a:lnTo>
                  <a:pt x="406040" y="1747327"/>
                </a:lnTo>
                <a:lnTo>
                  <a:pt x="406292" y="1746025"/>
                </a:lnTo>
                <a:close/>
                <a:moveTo>
                  <a:pt x="1022001" y="362104"/>
                </a:moveTo>
                <a:lnTo>
                  <a:pt x="1025865" y="366637"/>
                </a:lnTo>
                <a:lnTo>
                  <a:pt x="1026207" y="365568"/>
                </a:lnTo>
                <a:lnTo>
                  <a:pt x="1022860" y="360826"/>
                </a:lnTo>
                <a:close/>
                <a:moveTo>
                  <a:pt x="975814" y="465518"/>
                </a:moveTo>
                <a:lnTo>
                  <a:pt x="974910" y="470795"/>
                </a:lnTo>
                <a:lnTo>
                  <a:pt x="976422" y="472810"/>
                </a:lnTo>
                <a:lnTo>
                  <a:pt x="977506" y="467678"/>
                </a:lnTo>
                <a:close/>
                <a:moveTo>
                  <a:pt x="363198" y="1837281"/>
                </a:moveTo>
                <a:lnTo>
                  <a:pt x="364761" y="1838211"/>
                </a:lnTo>
                <a:lnTo>
                  <a:pt x="364983" y="1837202"/>
                </a:lnTo>
                <a:close/>
                <a:moveTo>
                  <a:pt x="992814" y="427431"/>
                </a:moveTo>
                <a:lnTo>
                  <a:pt x="992805" y="427530"/>
                </a:lnTo>
                <a:lnTo>
                  <a:pt x="993004" y="427676"/>
                </a:lnTo>
                <a:close/>
                <a:moveTo>
                  <a:pt x="400139" y="1754485"/>
                </a:moveTo>
                <a:lnTo>
                  <a:pt x="401898" y="1755258"/>
                </a:lnTo>
                <a:lnTo>
                  <a:pt x="401924" y="1755260"/>
                </a:lnTo>
                <a:lnTo>
                  <a:pt x="401974" y="1755002"/>
                </a:lnTo>
                <a:close/>
                <a:moveTo>
                  <a:pt x="378579" y="1802500"/>
                </a:moveTo>
                <a:lnTo>
                  <a:pt x="386391" y="1807015"/>
                </a:lnTo>
                <a:lnTo>
                  <a:pt x="386132" y="1804648"/>
                </a:lnTo>
                <a:lnTo>
                  <a:pt x="381418" y="1802599"/>
                </a:lnTo>
                <a:close/>
                <a:moveTo>
                  <a:pt x="404429" y="1744584"/>
                </a:moveTo>
                <a:lnTo>
                  <a:pt x="404357" y="1744960"/>
                </a:lnTo>
                <a:lnTo>
                  <a:pt x="406430" y="1745316"/>
                </a:lnTo>
                <a:lnTo>
                  <a:pt x="406448" y="1745219"/>
                </a:lnTo>
                <a:lnTo>
                  <a:pt x="404596" y="1744602"/>
                </a:lnTo>
                <a:close/>
                <a:moveTo>
                  <a:pt x="994229" y="423655"/>
                </a:moveTo>
                <a:lnTo>
                  <a:pt x="994325" y="423853"/>
                </a:lnTo>
                <a:lnTo>
                  <a:pt x="994678" y="424056"/>
                </a:lnTo>
                <a:close/>
                <a:moveTo>
                  <a:pt x="366754" y="1828289"/>
                </a:moveTo>
                <a:lnTo>
                  <a:pt x="366831" y="1828842"/>
                </a:lnTo>
                <a:lnTo>
                  <a:pt x="366955" y="1828286"/>
                </a:lnTo>
                <a:close/>
                <a:moveTo>
                  <a:pt x="993580" y="424563"/>
                </a:moveTo>
                <a:lnTo>
                  <a:pt x="995587" y="427147"/>
                </a:lnTo>
                <a:lnTo>
                  <a:pt x="995588" y="426932"/>
                </a:lnTo>
                <a:lnTo>
                  <a:pt x="994789" y="425283"/>
                </a:lnTo>
                <a:close/>
                <a:moveTo>
                  <a:pt x="1001922" y="405662"/>
                </a:moveTo>
                <a:lnTo>
                  <a:pt x="1000755" y="412735"/>
                </a:lnTo>
                <a:lnTo>
                  <a:pt x="1005197" y="415290"/>
                </a:lnTo>
                <a:lnTo>
                  <a:pt x="1007331" y="412627"/>
                </a:lnTo>
                <a:close/>
                <a:moveTo>
                  <a:pt x="977884" y="459075"/>
                </a:moveTo>
                <a:lnTo>
                  <a:pt x="978445" y="459666"/>
                </a:lnTo>
                <a:lnTo>
                  <a:pt x="979079" y="460231"/>
                </a:lnTo>
                <a:lnTo>
                  <a:pt x="979199" y="459661"/>
                </a:lnTo>
                <a:close/>
                <a:moveTo>
                  <a:pt x="1018935" y="366664"/>
                </a:moveTo>
                <a:lnTo>
                  <a:pt x="1020742" y="369223"/>
                </a:lnTo>
                <a:lnTo>
                  <a:pt x="1019841" y="365316"/>
                </a:lnTo>
                <a:close/>
                <a:moveTo>
                  <a:pt x="1046853" y="304128"/>
                </a:moveTo>
                <a:lnTo>
                  <a:pt x="1042351" y="317592"/>
                </a:lnTo>
                <a:lnTo>
                  <a:pt x="1047789" y="321486"/>
                </a:lnTo>
                <a:lnTo>
                  <a:pt x="1050550" y="317380"/>
                </a:lnTo>
                <a:lnTo>
                  <a:pt x="1052604" y="314576"/>
                </a:lnTo>
                <a:lnTo>
                  <a:pt x="1050935" y="311334"/>
                </a:lnTo>
                <a:close/>
                <a:moveTo>
                  <a:pt x="976490" y="461574"/>
                </a:moveTo>
                <a:lnTo>
                  <a:pt x="976483" y="461611"/>
                </a:lnTo>
                <a:lnTo>
                  <a:pt x="977159" y="462472"/>
                </a:lnTo>
                <a:close/>
                <a:moveTo>
                  <a:pt x="391705" y="1771017"/>
                </a:moveTo>
                <a:lnTo>
                  <a:pt x="393502" y="1772310"/>
                </a:lnTo>
                <a:lnTo>
                  <a:pt x="398356" y="1774034"/>
                </a:lnTo>
                <a:lnTo>
                  <a:pt x="398767" y="1771719"/>
                </a:lnTo>
                <a:lnTo>
                  <a:pt x="398775" y="1771677"/>
                </a:lnTo>
                <a:close/>
                <a:moveTo>
                  <a:pt x="405245" y="1740332"/>
                </a:moveTo>
                <a:lnTo>
                  <a:pt x="404930" y="1741976"/>
                </a:lnTo>
                <a:lnTo>
                  <a:pt x="406951" y="1742625"/>
                </a:lnTo>
                <a:lnTo>
                  <a:pt x="407227" y="1741198"/>
                </a:lnTo>
                <a:close/>
                <a:moveTo>
                  <a:pt x="411070" y="1727142"/>
                </a:moveTo>
                <a:lnTo>
                  <a:pt x="411075" y="1727359"/>
                </a:lnTo>
                <a:lnTo>
                  <a:pt x="413380" y="1728717"/>
                </a:lnTo>
                <a:lnTo>
                  <a:pt x="413855" y="1728687"/>
                </a:lnTo>
                <a:lnTo>
                  <a:pt x="412369" y="1727276"/>
                </a:lnTo>
                <a:close/>
                <a:moveTo>
                  <a:pt x="369657" y="1819207"/>
                </a:moveTo>
                <a:lnTo>
                  <a:pt x="368419" y="1824810"/>
                </a:lnTo>
                <a:lnTo>
                  <a:pt x="374786" y="1823944"/>
                </a:lnTo>
                <a:lnTo>
                  <a:pt x="372557" y="1823332"/>
                </a:lnTo>
                <a:lnTo>
                  <a:pt x="372435" y="1823166"/>
                </a:lnTo>
                <a:lnTo>
                  <a:pt x="375108" y="1823901"/>
                </a:lnTo>
                <a:lnTo>
                  <a:pt x="378818" y="1823396"/>
                </a:lnTo>
                <a:close/>
                <a:moveTo>
                  <a:pt x="993188" y="422726"/>
                </a:moveTo>
                <a:lnTo>
                  <a:pt x="993153" y="423179"/>
                </a:lnTo>
                <a:lnTo>
                  <a:pt x="994008" y="423670"/>
                </a:lnTo>
                <a:lnTo>
                  <a:pt x="993825" y="423294"/>
                </a:lnTo>
                <a:close/>
                <a:moveTo>
                  <a:pt x="410649" y="1727097"/>
                </a:moveTo>
                <a:lnTo>
                  <a:pt x="410647" y="1727108"/>
                </a:lnTo>
                <a:lnTo>
                  <a:pt x="410742" y="1727163"/>
                </a:lnTo>
                <a:lnTo>
                  <a:pt x="410741" y="1727107"/>
                </a:lnTo>
                <a:close/>
                <a:moveTo>
                  <a:pt x="411048" y="1726021"/>
                </a:moveTo>
                <a:lnTo>
                  <a:pt x="411055" y="1726382"/>
                </a:lnTo>
                <a:lnTo>
                  <a:pt x="411472" y="1726424"/>
                </a:lnTo>
                <a:close/>
                <a:moveTo>
                  <a:pt x="393307" y="1765634"/>
                </a:moveTo>
                <a:lnTo>
                  <a:pt x="398470" y="1769334"/>
                </a:lnTo>
                <a:lnTo>
                  <a:pt x="399175" y="1769589"/>
                </a:lnTo>
                <a:lnTo>
                  <a:pt x="399415" y="1768341"/>
                </a:lnTo>
                <a:lnTo>
                  <a:pt x="397697" y="1766692"/>
                </a:lnTo>
                <a:lnTo>
                  <a:pt x="393609" y="1765593"/>
                </a:lnTo>
                <a:close/>
                <a:moveTo>
                  <a:pt x="370030" y="1817519"/>
                </a:moveTo>
                <a:lnTo>
                  <a:pt x="369759" y="1818747"/>
                </a:lnTo>
                <a:lnTo>
                  <a:pt x="379671" y="1823280"/>
                </a:lnTo>
                <a:lnTo>
                  <a:pt x="383357" y="1822778"/>
                </a:lnTo>
                <a:close/>
                <a:moveTo>
                  <a:pt x="980366" y="450607"/>
                </a:moveTo>
                <a:lnTo>
                  <a:pt x="980867" y="451760"/>
                </a:lnTo>
                <a:lnTo>
                  <a:pt x="980867" y="451760"/>
                </a:lnTo>
                <a:lnTo>
                  <a:pt x="980868" y="451760"/>
                </a:lnTo>
                <a:lnTo>
                  <a:pt x="980867" y="451760"/>
                </a:lnTo>
                <a:lnTo>
                  <a:pt x="981987" y="448680"/>
                </a:lnTo>
                <a:lnTo>
                  <a:pt x="981839" y="448566"/>
                </a:lnTo>
                <a:close/>
                <a:moveTo>
                  <a:pt x="372490" y="1811675"/>
                </a:moveTo>
                <a:lnTo>
                  <a:pt x="373105" y="1812042"/>
                </a:lnTo>
                <a:lnTo>
                  <a:pt x="373297" y="1812023"/>
                </a:lnTo>
                <a:close/>
                <a:moveTo>
                  <a:pt x="384253" y="1784964"/>
                </a:moveTo>
                <a:lnTo>
                  <a:pt x="384469" y="1787217"/>
                </a:lnTo>
                <a:lnTo>
                  <a:pt x="385042" y="1792460"/>
                </a:lnTo>
                <a:lnTo>
                  <a:pt x="385311" y="1792503"/>
                </a:lnTo>
                <a:lnTo>
                  <a:pt x="389383" y="1792462"/>
                </a:lnTo>
                <a:lnTo>
                  <a:pt x="394493" y="1792207"/>
                </a:lnTo>
                <a:lnTo>
                  <a:pt x="388556" y="1785883"/>
                </a:lnTo>
                <a:lnTo>
                  <a:pt x="387774" y="1785567"/>
                </a:lnTo>
                <a:close/>
                <a:moveTo>
                  <a:pt x="370447" y="1815632"/>
                </a:moveTo>
                <a:lnTo>
                  <a:pt x="370069" y="1817344"/>
                </a:lnTo>
                <a:lnTo>
                  <a:pt x="370739" y="1817608"/>
                </a:lnTo>
                <a:lnTo>
                  <a:pt x="384106" y="1822676"/>
                </a:lnTo>
                <a:lnTo>
                  <a:pt x="386564" y="1822342"/>
                </a:lnTo>
                <a:lnTo>
                  <a:pt x="385207" y="1821301"/>
                </a:lnTo>
                <a:lnTo>
                  <a:pt x="375781" y="1815680"/>
                </a:lnTo>
                <a:close/>
                <a:moveTo>
                  <a:pt x="979349" y="452014"/>
                </a:moveTo>
                <a:lnTo>
                  <a:pt x="980556" y="453186"/>
                </a:lnTo>
                <a:lnTo>
                  <a:pt x="980525" y="453042"/>
                </a:lnTo>
                <a:lnTo>
                  <a:pt x="979820" y="451362"/>
                </a:lnTo>
                <a:close/>
                <a:moveTo>
                  <a:pt x="995177" y="416561"/>
                </a:moveTo>
                <a:lnTo>
                  <a:pt x="993298" y="421733"/>
                </a:lnTo>
                <a:lnTo>
                  <a:pt x="993531" y="422215"/>
                </a:lnTo>
                <a:lnTo>
                  <a:pt x="995805" y="424192"/>
                </a:lnTo>
                <a:lnTo>
                  <a:pt x="996697" y="418787"/>
                </a:lnTo>
                <a:close/>
                <a:moveTo>
                  <a:pt x="371276" y="1813570"/>
                </a:moveTo>
                <a:lnTo>
                  <a:pt x="372655" y="1813814"/>
                </a:lnTo>
                <a:lnTo>
                  <a:pt x="372279" y="1813590"/>
                </a:lnTo>
                <a:close/>
                <a:moveTo>
                  <a:pt x="979125" y="452480"/>
                </a:moveTo>
                <a:lnTo>
                  <a:pt x="980206" y="454895"/>
                </a:lnTo>
                <a:lnTo>
                  <a:pt x="980439" y="453791"/>
                </a:lnTo>
                <a:close/>
                <a:moveTo>
                  <a:pt x="1018018" y="365365"/>
                </a:moveTo>
                <a:lnTo>
                  <a:pt x="1018153" y="365556"/>
                </a:lnTo>
                <a:lnTo>
                  <a:pt x="1019330" y="363805"/>
                </a:lnTo>
                <a:lnTo>
                  <a:pt x="1019298" y="363767"/>
                </a:lnTo>
                <a:close/>
                <a:moveTo>
                  <a:pt x="977559" y="455942"/>
                </a:moveTo>
                <a:lnTo>
                  <a:pt x="977193" y="457165"/>
                </a:lnTo>
                <a:lnTo>
                  <a:pt x="979509" y="458194"/>
                </a:lnTo>
                <a:lnTo>
                  <a:pt x="979691" y="457330"/>
                </a:lnTo>
                <a:close/>
                <a:moveTo>
                  <a:pt x="996107" y="414003"/>
                </a:moveTo>
                <a:lnTo>
                  <a:pt x="995746" y="414997"/>
                </a:lnTo>
                <a:lnTo>
                  <a:pt x="996578" y="416250"/>
                </a:lnTo>
                <a:close/>
                <a:moveTo>
                  <a:pt x="978004" y="454456"/>
                </a:moveTo>
                <a:lnTo>
                  <a:pt x="977817" y="455077"/>
                </a:lnTo>
                <a:lnTo>
                  <a:pt x="979549" y="456109"/>
                </a:lnTo>
                <a:lnTo>
                  <a:pt x="979391" y="455925"/>
                </a:lnTo>
                <a:close/>
                <a:moveTo>
                  <a:pt x="1011118" y="380271"/>
                </a:moveTo>
                <a:lnTo>
                  <a:pt x="1015756" y="393968"/>
                </a:lnTo>
                <a:lnTo>
                  <a:pt x="1016817" y="394861"/>
                </a:lnTo>
                <a:lnTo>
                  <a:pt x="1018611" y="389265"/>
                </a:lnTo>
                <a:lnTo>
                  <a:pt x="1013019" y="382618"/>
                </a:lnTo>
                <a:lnTo>
                  <a:pt x="1013250" y="382665"/>
                </a:lnTo>
                <a:lnTo>
                  <a:pt x="1018663" y="389102"/>
                </a:lnTo>
                <a:lnTo>
                  <a:pt x="1022536" y="377021"/>
                </a:lnTo>
                <a:lnTo>
                  <a:pt x="1020987" y="370292"/>
                </a:lnTo>
                <a:lnTo>
                  <a:pt x="1018719" y="366985"/>
                </a:lnTo>
                <a:lnTo>
                  <a:pt x="1018631" y="367115"/>
                </a:lnTo>
                <a:close/>
                <a:moveTo>
                  <a:pt x="384171" y="1784110"/>
                </a:moveTo>
                <a:lnTo>
                  <a:pt x="384221" y="1784628"/>
                </a:lnTo>
                <a:lnTo>
                  <a:pt x="386357" y="1784994"/>
                </a:lnTo>
                <a:close/>
                <a:moveTo>
                  <a:pt x="370850" y="1813810"/>
                </a:moveTo>
                <a:lnTo>
                  <a:pt x="370835" y="1813876"/>
                </a:lnTo>
                <a:lnTo>
                  <a:pt x="371243" y="1813880"/>
                </a:lnTo>
                <a:close/>
                <a:moveTo>
                  <a:pt x="978299" y="453468"/>
                </a:moveTo>
                <a:lnTo>
                  <a:pt x="978241" y="453663"/>
                </a:lnTo>
                <a:lnTo>
                  <a:pt x="980030" y="455727"/>
                </a:lnTo>
                <a:lnTo>
                  <a:pt x="980108" y="455357"/>
                </a:lnTo>
                <a:lnTo>
                  <a:pt x="978894" y="452644"/>
                </a:lnTo>
                <a:close/>
                <a:moveTo>
                  <a:pt x="418328" y="1706665"/>
                </a:moveTo>
                <a:lnTo>
                  <a:pt x="419485" y="1707011"/>
                </a:lnTo>
                <a:lnTo>
                  <a:pt x="419194" y="1706745"/>
                </a:lnTo>
                <a:close/>
                <a:moveTo>
                  <a:pt x="977343" y="454794"/>
                </a:moveTo>
                <a:lnTo>
                  <a:pt x="977532" y="454907"/>
                </a:lnTo>
                <a:lnTo>
                  <a:pt x="977725" y="454264"/>
                </a:lnTo>
                <a:close/>
                <a:moveTo>
                  <a:pt x="998635" y="407049"/>
                </a:moveTo>
                <a:lnTo>
                  <a:pt x="998284" y="408013"/>
                </a:lnTo>
                <a:lnTo>
                  <a:pt x="998318" y="408173"/>
                </a:lnTo>
                <a:lnTo>
                  <a:pt x="998408" y="408419"/>
                </a:lnTo>
                <a:close/>
                <a:moveTo>
                  <a:pt x="1008612" y="384660"/>
                </a:moveTo>
                <a:lnTo>
                  <a:pt x="1009687" y="388869"/>
                </a:lnTo>
                <a:lnTo>
                  <a:pt x="1013766" y="392296"/>
                </a:lnTo>
                <a:lnTo>
                  <a:pt x="1010224" y="381837"/>
                </a:lnTo>
                <a:close/>
                <a:moveTo>
                  <a:pt x="976935" y="455535"/>
                </a:moveTo>
                <a:lnTo>
                  <a:pt x="976894" y="457033"/>
                </a:lnTo>
                <a:lnTo>
                  <a:pt x="976896" y="457034"/>
                </a:lnTo>
                <a:lnTo>
                  <a:pt x="977278" y="455758"/>
                </a:lnTo>
                <a:close/>
                <a:moveTo>
                  <a:pt x="409962" y="1724990"/>
                </a:moveTo>
                <a:lnTo>
                  <a:pt x="409985" y="1726273"/>
                </a:lnTo>
                <a:lnTo>
                  <a:pt x="410117" y="1726286"/>
                </a:lnTo>
                <a:lnTo>
                  <a:pt x="410305" y="1725315"/>
                </a:lnTo>
                <a:close/>
                <a:moveTo>
                  <a:pt x="384029" y="1782618"/>
                </a:moveTo>
                <a:lnTo>
                  <a:pt x="384031" y="1782638"/>
                </a:lnTo>
                <a:lnTo>
                  <a:pt x="386416" y="1783603"/>
                </a:lnTo>
                <a:lnTo>
                  <a:pt x="386177" y="1783349"/>
                </a:lnTo>
                <a:close/>
                <a:moveTo>
                  <a:pt x="1007337" y="386892"/>
                </a:moveTo>
                <a:lnTo>
                  <a:pt x="1009055" y="388336"/>
                </a:lnTo>
                <a:lnTo>
                  <a:pt x="1008269" y="385260"/>
                </a:lnTo>
                <a:close/>
                <a:moveTo>
                  <a:pt x="371645" y="1810211"/>
                </a:moveTo>
                <a:lnTo>
                  <a:pt x="371588" y="1810473"/>
                </a:lnTo>
                <a:lnTo>
                  <a:pt x="372352" y="1810802"/>
                </a:lnTo>
                <a:close/>
                <a:moveTo>
                  <a:pt x="1028370" y="339028"/>
                </a:moveTo>
                <a:lnTo>
                  <a:pt x="1030439" y="346618"/>
                </a:lnTo>
                <a:lnTo>
                  <a:pt x="1032261" y="344522"/>
                </a:lnTo>
                <a:close/>
                <a:moveTo>
                  <a:pt x="393438" y="1760729"/>
                </a:moveTo>
                <a:lnTo>
                  <a:pt x="396437" y="1763621"/>
                </a:lnTo>
                <a:lnTo>
                  <a:pt x="397730" y="1764132"/>
                </a:lnTo>
                <a:lnTo>
                  <a:pt x="400297" y="1763741"/>
                </a:lnTo>
                <a:lnTo>
                  <a:pt x="400430" y="1763049"/>
                </a:lnTo>
                <a:lnTo>
                  <a:pt x="400151" y="1763063"/>
                </a:lnTo>
                <a:lnTo>
                  <a:pt x="399907" y="1762854"/>
                </a:lnTo>
                <a:lnTo>
                  <a:pt x="400473" y="1762825"/>
                </a:lnTo>
                <a:lnTo>
                  <a:pt x="400621" y="1762052"/>
                </a:lnTo>
                <a:lnTo>
                  <a:pt x="397139" y="1761085"/>
                </a:lnTo>
                <a:lnTo>
                  <a:pt x="400635" y="1761982"/>
                </a:lnTo>
                <a:lnTo>
                  <a:pt x="400857" y="1760821"/>
                </a:lnTo>
                <a:lnTo>
                  <a:pt x="395970" y="1760760"/>
                </a:lnTo>
                <a:lnTo>
                  <a:pt x="397139" y="1761085"/>
                </a:lnTo>
                <a:lnTo>
                  <a:pt x="395870" y="1760759"/>
                </a:lnTo>
                <a:close/>
                <a:moveTo>
                  <a:pt x="1005004" y="390977"/>
                </a:moveTo>
                <a:lnTo>
                  <a:pt x="1011790" y="399042"/>
                </a:lnTo>
                <a:lnTo>
                  <a:pt x="1009315" y="389355"/>
                </a:lnTo>
                <a:lnTo>
                  <a:pt x="1007028" y="387434"/>
                </a:lnTo>
                <a:close/>
                <a:moveTo>
                  <a:pt x="981104" y="444091"/>
                </a:moveTo>
                <a:lnTo>
                  <a:pt x="980598" y="445783"/>
                </a:lnTo>
                <a:lnTo>
                  <a:pt x="981392" y="444873"/>
                </a:lnTo>
                <a:close/>
                <a:moveTo>
                  <a:pt x="1004079" y="392597"/>
                </a:moveTo>
                <a:lnTo>
                  <a:pt x="1002158" y="404237"/>
                </a:lnTo>
                <a:lnTo>
                  <a:pt x="1008256" y="411475"/>
                </a:lnTo>
                <a:lnTo>
                  <a:pt x="1010040" y="409249"/>
                </a:lnTo>
                <a:lnTo>
                  <a:pt x="1010225" y="407922"/>
                </a:lnTo>
                <a:lnTo>
                  <a:pt x="1010008" y="407615"/>
                </a:lnTo>
                <a:lnTo>
                  <a:pt x="1010233" y="407685"/>
                </a:lnTo>
                <a:lnTo>
                  <a:pt x="1010254" y="407714"/>
                </a:lnTo>
                <a:lnTo>
                  <a:pt x="1010391" y="406730"/>
                </a:lnTo>
                <a:lnTo>
                  <a:pt x="1010578" y="406548"/>
                </a:lnTo>
                <a:lnTo>
                  <a:pt x="1010390" y="407906"/>
                </a:lnTo>
                <a:lnTo>
                  <a:pt x="1010730" y="408388"/>
                </a:lnTo>
                <a:lnTo>
                  <a:pt x="1013344" y="405126"/>
                </a:lnTo>
                <a:lnTo>
                  <a:pt x="1012035" y="400004"/>
                </a:lnTo>
                <a:lnTo>
                  <a:pt x="1004856" y="391236"/>
                </a:lnTo>
                <a:close/>
                <a:moveTo>
                  <a:pt x="399978" y="1744941"/>
                </a:moveTo>
                <a:lnTo>
                  <a:pt x="403629" y="1746378"/>
                </a:lnTo>
                <a:lnTo>
                  <a:pt x="403779" y="1745593"/>
                </a:lnTo>
                <a:close/>
                <a:moveTo>
                  <a:pt x="981790" y="441800"/>
                </a:moveTo>
                <a:lnTo>
                  <a:pt x="981461" y="442900"/>
                </a:lnTo>
                <a:lnTo>
                  <a:pt x="981951" y="444233"/>
                </a:lnTo>
                <a:lnTo>
                  <a:pt x="982322" y="443808"/>
                </a:lnTo>
                <a:lnTo>
                  <a:pt x="982207" y="443163"/>
                </a:lnTo>
                <a:close/>
                <a:moveTo>
                  <a:pt x="1019808" y="356607"/>
                </a:moveTo>
                <a:lnTo>
                  <a:pt x="1020367" y="358654"/>
                </a:lnTo>
                <a:lnTo>
                  <a:pt x="1020877" y="358017"/>
                </a:lnTo>
                <a:lnTo>
                  <a:pt x="1020398" y="357338"/>
                </a:lnTo>
                <a:close/>
                <a:moveTo>
                  <a:pt x="979341" y="446622"/>
                </a:moveTo>
                <a:lnTo>
                  <a:pt x="979460" y="447087"/>
                </a:lnTo>
                <a:lnTo>
                  <a:pt x="979654" y="446865"/>
                </a:lnTo>
                <a:close/>
                <a:moveTo>
                  <a:pt x="392426" y="1760715"/>
                </a:moveTo>
                <a:lnTo>
                  <a:pt x="394760" y="1762958"/>
                </a:lnTo>
                <a:lnTo>
                  <a:pt x="394990" y="1763050"/>
                </a:lnTo>
                <a:lnTo>
                  <a:pt x="392572" y="1760717"/>
                </a:lnTo>
                <a:close/>
                <a:moveTo>
                  <a:pt x="1038211" y="314627"/>
                </a:moveTo>
                <a:lnTo>
                  <a:pt x="1042095" y="317409"/>
                </a:lnTo>
                <a:lnTo>
                  <a:pt x="1046654" y="303776"/>
                </a:lnTo>
                <a:lnTo>
                  <a:pt x="1044856" y="300602"/>
                </a:lnTo>
                <a:lnTo>
                  <a:pt x="1041802" y="306850"/>
                </a:lnTo>
                <a:close/>
                <a:moveTo>
                  <a:pt x="1036884" y="317501"/>
                </a:moveTo>
                <a:lnTo>
                  <a:pt x="1040262" y="322888"/>
                </a:lnTo>
                <a:lnTo>
                  <a:pt x="1041797" y="318299"/>
                </a:lnTo>
                <a:lnTo>
                  <a:pt x="1037827" y="315457"/>
                </a:lnTo>
                <a:close/>
                <a:moveTo>
                  <a:pt x="1035404" y="320707"/>
                </a:moveTo>
                <a:lnTo>
                  <a:pt x="1039157" y="326192"/>
                </a:lnTo>
                <a:lnTo>
                  <a:pt x="1039696" y="324581"/>
                </a:lnTo>
                <a:lnTo>
                  <a:pt x="1036194" y="318995"/>
                </a:lnTo>
                <a:close/>
                <a:moveTo>
                  <a:pt x="392597" y="1759917"/>
                </a:moveTo>
                <a:lnTo>
                  <a:pt x="392872" y="1760183"/>
                </a:lnTo>
                <a:lnTo>
                  <a:pt x="393670" y="1760193"/>
                </a:lnTo>
                <a:close/>
                <a:moveTo>
                  <a:pt x="1032135" y="327786"/>
                </a:moveTo>
                <a:lnTo>
                  <a:pt x="1037371" y="331536"/>
                </a:lnTo>
                <a:lnTo>
                  <a:pt x="1038808" y="327236"/>
                </a:lnTo>
                <a:lnTo>
                  <a:pt x="1035111" y="321341"/>
                </a:lnTo>
                <a:close/>
                <a:moveTo>
                  <a:pt x="1027840" y="337087"/>
                </a:moveTo>
                <a:lnTo>
                  <a:pt x="1028072" y="337938"/>
                </a:lnTo>
                <a:lnTo>
                  <a:pt x="1032511" y="344204"/>
                </a:lnTo>
                <a:lnTo>
                  <a:pt x="1033750" y="342363"/>
                </a:lnTo>
                <a:lnTo>
                  <a:pt x="1037148" y="332200"/>
                </a:lnTo>
                <a:lnTo>
                  <a:pt x="1031849" y="328405"/>
                </a:lnTo>
                <a:close/>
                <a:moveTo>
                  <a:pt x="999340" y="400897"/>
                </a:moveTo>
                <a:lnTo>
                  <a:pt x="999350" y="400909"/>
                </a:lnTo>
                <a:lnTo>
                  <a:pt x="999379" y="400828"/>
                </a:lnTo>
                <a:close/>
                <a:moveTo>
                  <a:pt x="389593" y="1766136"/>
                </a:moveTo>
                <a:lnTo>
                  <a:pt x="392903" y="1767329"/>
                </a:lnTo>
                <a:lnTo>
                  <a:pt x="390978" y="1765949"/>
                </a:lnTo>
                <a:close/>
                <a:moveTo>
                  <a:pt x="373390" y="1802319"/>
                </a:moveTo>
                <a:lnTo>
                  <a:pt x="372517" y="1806269"/>
                </a:lnTo>
                <a:lnTo>
                  <a:pt x="374446" y="1807819"/>
                </a:lnTo>
                <a:lnTo>
                  <a:pt x="384657" y="1810890"/>
                </a:lnTo>
                <a:lnTo>
                  <a:pt x="386791" y="1810677"/>
                </a:lnTo>
                <a:lnTo>
                  <a:pt x="386463" y="1807671"/>
                </a:lnTo>
                <a:lnTo>
                  <a:pt x="377447" y="1802461"/>
                </a:lnTo>
                <a:close/>
                <a:moveTo>
                  <a:pt x="395746" y="1752184"/>
                </a:moveTo>
                <a:lnTo>
                  <a:pt x="397061" y="1753063"/>
                </a:lnTo>
                <a:lnTo>
                  <a:pt x="400461" y="1754023"/>
                </a:lnTo>
                <a:lnTo>
                  <a:pt x="395879" y="1752219"/>
                </a:lnTo>
                <a:close/>
                <a:moveTo>
                  <a:pt x="408461" y="1723564"/>
                </a:moveTo>
                <a:lnTo>
                  <a:pt x="408073" y="1725591"/>
                </a:lnTo>
                <a:lnTo>
                  <a:pt x="409072" y="1726180"/>
                </a:lnTo>
                <a:lnTo>
                  <a:pt x="409621" y="1726235"/>
                </a:lnTo>
                <a:lnTo>
                  <a:pt x="409592" y="1724638"/>
                </a:lnTo>
                <a:close/>
                <a:moveTo>
                  <a:pt x="394495" y="1754770"/>
                </a:moveTo>
                <a:lnTo>
                  <a:pt x="401463" y="1757665"/>
                </a:lnTo>
                <a:lnTo>
                  <a:pt x="401542" y="1757253"/>
                </a:lnTo>
                <a:lnTo>
                  <a:pt x="396243" y="1754925"/>
                </a:lnTo>
                <a:close/>
                <a:moveTo>
                  <a:pt x="1020209" y="353614"/>
                </a:moveTo>
                <a:lnTo>
                  <a:pt x="1022315" y="356224"/>
                </a:lnTo>
                <a:lnTo>
                  <a:pt x="1024998" y="352877"/>
                </a:lnTo>
                <a:lnTo>
                  <a:pt x="1029911" y="347225"/>
                </a:lnTo>
                <a:lnTo>
                  <a:pt x="1027404" y="338033"/>
                </a:lnTo>
                <a:close/>
                <a:moveTo>
                  <a:pt x="958802" y="491066"/>
                </a:moveTo>
                <a:lnTo>
                  <a:pt x="959215" y="491814"/>
                </a:lnTo>
                <a:lnTo>
                  <a:pt x="959618" y="490384"/>
                </a:lnTo>
                <a:close/>
                <a:moveTo>
                  <a:pt x="1009054" y="378382"/>
                </a:moveTo>
                <a:lnTo>
                  <a:pt x="1008497" y="379914"/>
                </a:lnTo>
                <a:lnTo>
                  <a:pt x="1009212" y="378850"/>
                </a:lnTo>
                <a:close/>
                <a:moveTo>
                  <a:pt x="1016062" y="362597"/>
                </a:moveTo>
                <a:lnTo>
                  <a:pt x="1016598" y="363355"/>
                </a:lnTo>
                <a:lnTo>
                  <a:pt x="1017778" y="361883"/>
                </a:lnTo>
                <a:lnTo>
                  <a:pt x="1016896" y="360790"/>
                </a:lnTo>
                <a:close/>
                <a:moveTo>
                  <a:pt x="997392" y="404307"/>
                </a:moveTo>
                <a:lnTo>
                  <a:pt x="997268" y="404813"/>
                </a:lnTo>
                <a:lnTo>
                  <a:pt x="997588" y="405757"/>
                </a:lnTo>
                <a:lnTo>
                  <a:pt x="998993" y="401892"/>
                </a:lnTo>
                <a:lnTo>
                  <a:pt x="998865" y="401728"/>
                </a:lnTo>
                <a:close/>
                <a:moveTo>
                  <a:pt x="1014507" y="365963"/>
                </a:moveTo>
                <a:lnTo>
                  <a:pt x="1016380" y="363628"/>
                </a:lnTo>
                <a:lnTo>
                  <a:pt x="1015900" y="362947"/>
                </a:lnTo>
                <a:close/>
                <a:moveTo>
                  <a:pt x="373821" y="1800366"/>
                </a:moveTo>
                <a:lnTo>
                  <a:pt x="373558" y="1801560"/>
                </a:lnTo>
                <a:lnTo>
                  <a:pt x="376037" y="1801646"/>
                </a:lnTo>
                <a:close/>
                <a:moveTo>
                  <a:pt x="1010093" y="375523"/>
                </a:moveTo>
                <a:lnTo>
                  <a:pt x="1009792" y="376353"/>
                </a:lnTo>
                <a:lnTo>
                  <a:pt x="1010160" y="377440"/>
                </a:lnTo>
                <a:lnTo>
                  <a:pt x="1017947" y="365861"/>
                </a:lnTo>
                <a:lnTo>
                  <a:pt x="1017797" y="365641"/>
                </a:lnTo>
                <a:lnTo>
                  <a:pt x="1010389" y="374882"/>
                </a:lnTo>
                <a:close/>
                <a:moveTo>
                  <a:pt x="984605" y="432394"/>
                </a:moveTo>
                <a:lnTo>
                  <a:pt x="982732" y="438651"/>
                </a:lnTo>
                <a:lnTo>
                  <a:pt x="983635" y="441610"/>
                </a:lnTo>
                <a:lnTo>
                  <a:pt x="983916" y="438089"/>
                </a:lnTo>
                <a:lnTo>
                  <a:pt x="985144" y="433097"/>
                </a:lnTo>
                <a:close/>
                <a:moveTo>
                  <a:pt x="374037" y="1799391"/>
                </a:moveTo>
                <a:lnTo>
                  <a:pt x="373942" y="1799821"/>
                </a:lnTo>
                <a:lnTo>
                  <a:pt x="377169" y="1801686"/>
                </a:lnTo>
                <a:lnTo>
                  <a:pt x="379506" y="1801768"/>
                </a:lnTo>
                <a:close/>
                <a:moveTo>
                  <a:pt x="374165" y="1798810"/>
                </a:moveTo>
                <a:lnTo>
                  <a:pt x="374146" y="1798895"/>
                </a:lnTo>
                <a:lnTo>
                  <a:pt x="380863" y="1801816"/>
                </a:lnTo>
                <a:lnTo>
                  <a:pt x="385841" y="1801989"/>
                </a:lnTo>
                <a:lnTo>
                  <a:pt x="385565" y="1799464"/>
                </a:lnTo>
                <a:lnTo>
                  <a:pt x="384489" y="1799076"/>
                </a:lnTo>
                <a:close/>
                <a:moveTo>
                  <a:pt x="977118" y="448677"/>
                </a:moveTo>
                <a:lnTo>
                  <a:pt x="977087" y="449808"/>
                </a:lnTo>
                <a:lnTo>
                  <a:pt x="977442" y="449401"/>
                </a:lnTo>
                <a:close/>
                <a:moveTo>
                  <a:pt x="347065" y="1859469"/>
                </a:moveTo>
                <a:lnTo>
                  <a:pt x="353098" y="1861697"/>
                </a:lnTo>
                <a:lnTo>
                  <a:pt x="359337" y="1863423"/>
                </a:lnTo>
                <a:lnTo>
                  <a:pt x="360547" y="1857569"/>
                </a:lnTo>
                <a:lnTo>
                  <a:pt x="355334" y="1857464"/>
                </a:lnTo>
                <a:close/>
                <a:moveTo>
                  <a:pt x="985112" y="430699"/>
                </a:moveTo>
                <a:lnTo>
                  <a:pt x="985054" y="430893"/>
                </a:lnTo>
                <a:lnTo>
                  <a:pt x="985532" y="431517"/>
                </a:lnTo>
                <a:lnTo>
                  <a:pt x="985597" y="431254"/>
                </a:lnTo>
                <a:close/>
                <a:moveTo>
                  <a:pt x="978265" y="445784"/>
                </a:moveTo>
                <a:lnTo>
                  <a:pt x="979042" y="447568"/>
                </a:lnTo>
                <a:lnTo>
                  <a:pt x="979173" y="447417"/>
                </a:lnTo>
                <a:lnTo>
                  <a:pt x="978878" y="446261"/>
                </a:lnTo>
                <a:close/>
                <a:moveTo>
                  <a:pt x="957508" y="492146"/>
                </a:moveTo>
                <a:lnTo>
                  <a:pt x="957828" y="493941"/>
                </a:lnTo>
                <a:lnTo>
                  <a:pt x="958528" y="494255"/>
                </a:lnTo>
                <a:lnTo>
                  <a:pt x="958756" y="493446"/>
                </a:lnTo>
                <a:lnTo>
                  <a:pt x="957792" y="491909"/>
                </a:lnTo>
                <a:close/>
                <a:moveTo>
                  <a:pt x="416120" y="1704393"/>
                </a:moveTo>
                <a:lnTo>
                  <a:pt x="415958" y="1705045"/>
                </a:lnTo>
                <a:lnTo>
                  <a:pt x="416850" y="1705779"/>
                </a:lnTo>
                <a:lnTo>
                  <a:pt x="418285" y="1705912"/>
                </a:lnTo>
                <a:lnTo>
                  <a:pt x="417654" y="1705334"/>
                </a:lnTo>
                <a:close/>
                <a:moveTo>
                  <a:pt x="387576" y="1768046"/>
                </a:moveTo>
                <a:lnTo>
                  <a:pt x="389109" y="1769149"/>
                </a:lnTo>
                <a:lnTo>
                  <a:pt x="396391" y="1769829"/>
                </a:lnTo>
                <a:lnTo>
                  <a:pt x="396255" y="1769732"/>
                </a:lnTo>
                <a:close/>
                <a:moveTo>
                  <a:pt x="957607" y="491614"/>
                </a:moveTo>
                <a:lnTo>
                  <a:pt x="957606" y="491617"/>
                </a:lnTo>
                <a:lnTo>
                  <a:pt x="957608" y="491616"/>
                </a:lnTo>
                <a:close/>
                <a:moveTo>
                  <a:pt x="391229" y="1759566"/>
                </a:moveTo>
                <a:lnTo>
                  <a:pt x="391858" y="1760170"/>
                </a:lnTo>
                <a:lnTo>
                  <a:pt x="392008" y="1760172"/>
                </a:lnTo>
                <a:lnTo>
                  <a:pt x="391433" y="1759618"/>
                </a:lnTo>
                <a:close/>
                <a:moveTo>
                  <a:pt x="398200" y="1743903"/>
                </a:moveTo>
                <a:lnTo>
                  <a:pt x="403915" y="1744884"/>
                </a:lnTo>
                <a:lnTo>
                  <a:pt x="403982" y="1744536"/>
                </a:lnTo>
                <a:close/>
                <a:moveTo>
                  <a:pt x="962345" y="480113"/>
                </a:moveTo>
                <a:lnTo>
                  <a:pt x="962492" y="480178"/>
                </a:lnTo>
                <a:lnTo>
                  <a:pt x="962721" y="479365"/>
                </a:lnTo>
                <a:close/>
                <a:moveTo>
                  <a:pt x="390450" y="1760691"/>
                </a:moveTo>
                <a:lnTo>
                  <a:pt x="393031" y="1762207"/>
                </a:lnTo>
                <a:lnTo>
                  <a:pt x="391466" y="1760703"/>
                </a:lnTo>
                <a:close/>
                <a:moveTo>
                  <a:pt x="365199" y="1817169"/>
                </a:moveTo>
                <a:lnTo>
                  <a:pt x="365218" y="1817319"/>
                </a:lnTo>
                <a:lnTo>
                  <a:pt x="366307" y="1825098"/>
                </a:lnTo>
                <a:lnTo>
                  <a:pt x="367701" y="1824908"/>
                </a:lnTo>
                <a:lnTo>
                  <a:pt x="369025" y="1818919"/>
                </a:lnTo>
                <a:close/>
                <a:moveTo>
                  <a:pt x="986692" y="425423"/>
                </a:moveTo>
                <a:lnTo>
                  <a:pt x="985959" y="427870"/>
                </a:lnTo>
                <a:lnTo>
                  <a:pt x="986331" y="428263"/>
                </a:lnTo>
                <a:lnTo>
                  <a:pt x="986947" y="425762"/>
                </a:lnTo>
                <a:close/>
                <a:moveTo>
                  <a:pt x="961306" y="482180"/>
                </a:moveTo>
                <a:lnTo>
                  <a:pt x="961792" y="482665"/>
                </a:lnTo>
                <a:lnTo>
                  <a:pt x="961954" y="482089"/>
                </a:lnTo>
                <a:lnTo>
                  <a:pt x="961461" y="481870"/>
                </a:lnTo>
                <a:close/>
                <a:moveTo>
                  <a:pt x="958712" y="487786"/>
                </a:moveTo>
                <a:lnTo>
                  <a:pt x="958255" y="489131"/>
                </a:lnTo>
                <a:lnTo>
                  <a:pt x="958089" y="489768"/>
                </a:lnTo>
                <a:lnTo>
                  <a:pt x="958643" y="490776"/>
                </a:lnTo>
                <a:lnTo>
                  <a:pt x="959764" y="489865"/>
                </a:lnTo>
                <a:lnTo>
                  <a:pt x="960024" y="488945"/>
                </a:lnTo>
                <a:lnTo>
                  <a:pt x="959540" y="488351"/>
                </a:lnTo>
                <a:close/>
                <a:moveTo>
                  <a:pt x="958820" y="487469"/>
                </a:moveTo>
                <a:lnTo>
                  <a:pt x="958770" y="487618"/>
                </a:lnTo>
                <a:lnTo>
                  <a:pt x="959160" y="487885"/>
                </a:lnTo>
                <a:close/>
                <a:moveTo>
                  <a:pt x="365619" y="1815588"/>
                </a:moveTo>
                <a:lnTo>
                  <a:pt x="369429" y="1817091"/>
                </a:lnTo>
                <a:lnTo>
                  <a:pt x="369753" y="1815625"/>
                </a:lnTo>
                <a:close/>
                <a:moveTo>
                  <a:pt x="959263" y="486243"/>
                </a:moveTo>
                <a:lnTo>
                  <a:pt x="960495" y="487269"/>
                </a:lnTo>
                <a:lnTo>
                  <a:pt x="961560" y="483487"/>
                </a:lnTo>
                <a:lnTo>
                  <a:pt x="960953" y="482882"/>
                </a:lnTo>
                <a:close/>
                <a:moveTo>
                  <a:pt x="1007147" y="378926"/>
                </a:moveTo>
                <a:lnTo>
                  <a:pt x="1007479" y="380223"/>
                </a:lnTo>
                <a:lnTo>
                  <a:pt x="1008747" y="377476"/>
                </a:lnTo>
                <a:lnTo>
                  <a:pt x="1008617" y="377093"/>
                </a:lnTo>
                <a:close/>
                <a:moveTo>
                  <a:pt x="987454" y="422875"/>
                </a:moveTo>
                <a:lnTo>
                  <a:pt x="987280" y="423455"/>
                </a:lnTo>
                <a:lnTo>
                  <a:pt x="987478" y="423600"/>
                </a:lnTo>
                <a:lnTo>
                  <a:pt x="987582" y="423176"/>
                </a:lnTo>
                <a:close/>
                <a:moveTo>
                  <a:pt x="987953" y="421209"/>
                </a:moveTo>
                <a:lnTo>
                  <a:pt x="987546" y="422565"/>
                </a:lnTo>
                <a:lnTo>
                  <a:pt x="987667" y="422835"/>
                </a:lnTo>
                <a:lnTo>
                  <a:pt x="988046" y="421292"/>
                </a:lnTo>
                <a:lnTo>
                  <a:pt x="988006" y="421241"/>
                </a:lnTo>
                <a:close/>
                <a:moveTo>
                  <a:pt x="393741" y="1751674"/>
                </a:moveTo>
                <a:lnTo>
                  <a:pt x="395963" y="1752650"/>
                </a:lnTo>
                <a:lnTo>
                  <a:pt x="394970" y="1751987"/>
                </a:lnTo>
                <a:close/>
                <a:moveTo>
                  <a:pt x="316788" y="1923968"/>
                </a:moveTo>
                <a:lnTo>
                  <a:pt x="357416" y="1942131"/>
                </a:lnTo>
                <a:lnTo>
                  <a:pt x="364517" y="1944971"/>
                </a:lnTo>
                <a:lnTo>
                  <a:pt x="385803" y="1942309"/>
                </a:lnTo>
                <a:lnTo>
                  <a:pt x="389743" y="1941753"/>
                </a:lnTo>
                <a:lnTo>
                  <a:pt x="379676" y="1935753"/>
                </a:lnTo>
                <a:lnTo>
                  <a:pt x="339443" y="1928824"/>
                </a:lnTo>
                <a:close/>
                <a:moveTo>
                  <a:pt x="977213" y="445142"/>
                </a:moveTo>
                <a:lnTo>
                  <a:pt x="977135" y="448035"/>
                </a:lnTo>
                <a:lnTo>
                  <a:pt x="977643" y="449170"/>
                </a:lnTo>
                <a:lnTo>
                  <a:pt x="978493" y="448196"/>
                </a:lnTo>
                <a:close/>
                <a:moveTo>
                  <a:pt x="960527" y="482457"/>
                </a:moveTo>
                <a:lnTo>
                  <a:pt x="959772" y="484677"/>
                </a:lnTo>
                <a:lnTo>
                  <a:pt x="960767" y="482696"/>
                </a:lnTo>
                <a:close/>
                <a:moveTo>
                  <a:pt x="1006126" y="380200"/>
                </a:moveTo>
                <a:lnTo>
                  <a:pt x="1005367" y="384795"/>
                </a:lnTo>
                <a:lnTo>
                  <a:pt x="1007159" y="380914"/>
                </a:lnTo>
                <a:lnTo>
                  <a:pt x="1006771" y="379395"/>
                </a:lnTo>
                <a:close/>
                <a:moveTo>
                  <a:pt x="960840" y="481596"/>
                </a:moveTo>
                <a:lnTo>
                  <a:pt x="960804" y="481680"/>
                </a:lnTo>
                <a:lnTo>
                  <a:pt x="961120" y="481995"/>
                </a:lnTo>
                <a:lnTo>
                  <a:pt x="961233" y="481769"/>
                </a:lnTo>
                <a:close/>
                <a:moveTo>
                  <a:pt x="962112" y="478576"/>
                </a:moveTo>
                <a:lnTo>
                  <a:pt x="961630" y="479722"/>
                </a:lnTo>
                <a:lnTo>
                  <a:pt x="961770" y="479858"/>
                </a:lnTo>
                <a:lnTo>
                  <a:pt x="962116" y="480011"/>
                </a:lnTo>
                <a:lnTo>
                  <a:pt x="962555" y="479139"/>
                </a:lnTo>
                <a:close/>
                <a:moveTo>
                  <a:pt x="364998" y="1815583"/>
                </a:moveTo>
                <a:lnTo>
                  <a:pt x="365130" y="1816631"/>
                </a:lnTo>
                <a:lnTo>
                  <a:pt x="369127" y="1818458"/>
                </a:lnTo>
                <a:lnTo>
                  <a:pt x="369390" y="1817266"/>
                </a:lnTo>
                <a:lnTo>
                  <a:pt x="365125" y="1815584"/>
                </a:lnTo>
                <a:close/>
                <a:moveTo>
                  <a:pt x="963151" y="476112"/>
                </a:moveTo>
                <a:lnTo>
                  <a:pt x="962801" y="476944"/>
                </a:lnTo>
                <a:lnTo>
                  <a:pt x="963205" y="477458"/>
                </a:lnTo>
                <a:lnTo>
                  <a:pt x="963354" y="476583"/>
                </a:lnTo>
                <a:close/>
                <a:moveTo>
                  <a:pt x="987291" y="421995"/>
                </a:moveTo>
                <a:lnTo>
                  <a:pt x="987365" y="422161"/>
                </a:lnTo>
                <a:lnTo>
                  <a:pt x="987573" y="421501"/>
                </a:lnTo>
                <a:close/>
                <a:moveTo>
                  <a:pt x="986701" y="423028"/>
                </a:moveTo>
                <a:lnTo>
                  <a:pt x="987020" y="423263"/>
                </a:lnTo>
                <a:lnTo>
                  <a:pt x="987273" y="422457"/>
                </a:lnTo>
                <a:lnTo>
                  <a:pt x="987167" y="422213"/>
                </a:lnTo>
                <a:close/>
                <a:moveTo>
                  <a:pt x="365551" y="1813828"/>
                </a:moveTo>
                <a:lnTo>
                  <a:pt x="370141" y="1813870"/>
                </a:lnTo>
                <a:lnTo>
                  <a:pt x="370180" y="1813692"/>
                </a:lnTo>
                <a:lnTo>
                  <a:pt x="369274" y="1813532"/>
                </a:lnTo>
                <a:lnTo>
                  <a:pt x="368645" y="1813520"/>
                </a:lnTo>
                <a:close/>
                <a:moveTo>
                  <a:pt x="372101" y="1798757"/>
                </a:moveTo>
                <a:lnTo>
                  <a:pt x="373325" y="1799464"/>
                </a:lnTo>
                <a:lnTo>
                  <a:pt x="373402" y="1799115"/>
                </a:lnTo>
                <a:lnTo>
                  <a:pt x="372608" y="1798771"/>
                </a:lnTo>
                <a:close/>
                <a:moveTo>
                  <a:pt x="406432" y="1721801"/>
                </a:moveTo>
                <a:lnTo>
                  <a:pt x="406713" y="1721902"/>
                </a:lnTo>
                <a:lnTo>
                  <a:pt x="406665" y="1721858"/>
                </a:lnTo>
                <a:close/>
                <a:moveTo>
                  <a:pt x="984695" y="426542"/>
                </a:moveTo>
                <a:lnTo>
                  <a:pt x="985703" y="427601"/>
                </a:lnTo>
                <a:lnTo>
                  <a:pt x="986451" y="425103"/>
                </a:lnTo>
                <a:lnTo>
                  <a:pt x="985920" y="424396"/>
                </a:lnTo>
                <a:close/>
                <a:moveTo>
                  <a:pt x="983456" y="428809"/>
                </a:moveTo>
                <a:lnTo>
                  <a:pt x="984812" y="430578"/>
                </a:lnTo>
                <a:lnTo>
                  <a:pt x="984861" y="430414"/>
                </a:lnTo>
                <a:close/>
                <a:moveTo>
                  <a:pt x="977691" y="441614"/>
                </a:moveTo>
                <a:lnTo>
                  <a:pt x="977280" y="442588"/>
                </a:lnTo>
                <a:lnTo>
                  <a:pt x="977257" y="443468"/>
                </a:lnTo>
                <a:lnTo>
                  <a:pt x="977407" y="443815"/>
                </a:lnTo>
                <a:lnTo>
                  <a:pt x="978463" y="444636"/>
                </a:lnTo>
                <a:close/>
                <a:moveTo>
                  <a:pt x="979028" y="438442"/>
                </a:moveTo>
                <a:lnTo>
                  <a:pt x="977922" y="441068"/>
                </a:lnTo>
                <a:lnTo>
                  <a:pt x="978926" y="444997"/>
                </a:lnTo>
                <a:lnTo>
                  <a:pt x="980200" y="445988"/>
                </a:lnTo>
                <a:lnTo>
                  <a:pt x="980918" y="443588"/>
                </a:lnTo>
                <a:close/>
                <a:moveTo>
                  <a:pt x="385865" y="1766640"/>
                </a:moveTo>
                <a:lnTo>
                  <a:pt x="386826" y="1767506"/>
                </a:lnTo>
                <a:lnTo>
                  <a:pt x="387305" y="1767851"/>
                </a:lnTo>
                <a:lnTo>
                  <a:pt x="393296" y="1769015"/>
                </a:lnTo>
                <a:lnTo>
                  <a:pt x="395914" y="1769488"/>
                </a:lnTo>
                <a:lnTo>
                  <a:pt x="395788" y="1769397"/>
                </a:lnTo>
                <a:lnTo>
                  <a:pt x="387554" y="1766412"/>
                </a:lnTo>
                <a:close/>
                <a:moveTo>
                  <a:pt x="980036" y="436051"/>
                </a:moveTo>
                <a:lnTo>
                  <a:pt x="979452" y="437436"/>
                </a:lnTo>
                <a:lnTo>
                  <a:pt x="981276" y="442396"/>
                </a:lnTo>
                <a:lnTo>
                  <a:pt x="981621" y="441243"/>
                </a:lnTo>
                <a:close/>
                <a:moveTo>
                  <a:pt x="982213" y="430888"/>
                </a:moveTo>
                <a:lnTo>
                  <a:pt x="981139" y="433433"/>
                </a:lnTo>
                <a:lnTo>
                  <a:pt x="982563" y="438096"/>
                </a:lnTo>
                <a:lnTo>
                  <a:pt x="984363" y="432078"/>
                </a:lnTo>
                <a:lnTo>
                  <a:pt x="982741" y="429962"/>
                </a:lnTo>
                <a:close/>
                <a:moveTo>
                  <a:pt x="1001588" y="387243"/>
                </a:moveTo>
                <a:lnTo>
                  <a:pt x="999746" y="394736"/>
                </a:lnTo>
                <a:lnTo>
                  <a:pt x="1001043" y="392465"/>
                </a:lnTo>
                <a:lnTo>
                  <a:pt x="1001852" y="387564"/>
                </a:lnTo>
                <a:close/>
                <a:moveTo>
                  <a:pt x="1007415" y="373545"/>
                </a:moveTo>
                <a:lnTo>
                  <a:pt x="1006974" y="375058"/>
                </a:lnTo>
                <a:lnTo>
                  <a:pt x="1006911" y="375440"/>
                </a:lnTo>
                <a:lnTo>
                  <a:pt x="1007717" y="374435"/>
                </a:lnTo>
                <a:close/>
                <a:moveTo>
                  <a:pt x="364635" y="1812713"/>
                </a:moveTo>
                <a:lnTo>
                  <a:pt x="364642" y="1812766"/>
                </a:lnTo>
                <a:lnTo>
                  <a:pt x="364970" y="1812773"/>
                </a:lnTo>
                <a:close/>
                <a:moveTo>
                  <a:pt x="343318" y="1860378"/>
                </a:moveTo>
                <a:lnTo>
                  <a:pt x="359004" y="1865033"/>
                </a:lnTo>
                <a:lnTo>
                  <a:pt x="359173" y="1864218"/>
                </a:lnTo>
                <a:lnTo>
                  <a:pt x="345846" y="1859765"/>
                </a:lnTo>
                <a:close/>
                <a:moveTo>
                  <a:pt x="1002079" y="385250"/>
                </a:moveTo>
                <a:lnTo>
                  <a:pt x="1001650" y="386991"/>
                </a:lnTo>
                <a:lnTo>
                  <a:pt x="1001898" y="387285"/>
                </a:lnTo>
                <a:lnTo>
                  <a:pt x="1002131" y="385872"/>
                </a:lnTo>
                <a:lnTo>
                  <a:pt x="1002446" y="384792"/>
                </a:lnTo>
                <a:close/>
                <a:moveTo>
                  <a:pt x="377482" y="1783804"/>
                </a:moveTo>
                <a:lnTo>
                  <a:pt x="375894" y="1790989"/>
                </a:lnTo>
                <a:lnTo>
                  <a:pt x="384796" y="1792420"/>
                </a:lnTo>
                <a:lnTo>
                  <a:pt x="383976" y="1784916"/>
                </a:lnTo>
                <a:close/>
                <a:moveTo>
                  <a:pt x="412507" y="1704891"/>
                </a:moveTo>
                <a:lnTo>
                  <a:pt x="412500" y="1704920"/>
                </a:lnTo>
                <a:lnTo>
                  <a:pt x="412519" y="1704925"/>
                </a:lnTo>
                <a:close/>
                <a:moveTo>
                  <a:pt x="355335" y="1832604"/>
                </a:moveTo>
                <a:lnTo>
                  <a:pt x="362761" y="1837022"/>
                </a:lnTo>
                <a:lnTo>
                  <a:pt x="365046" y="1836920"/>
                </a:lnTo>
                <a:lnTo>
                  <a:pt x="366261" y="1831421"/>
                </a:lnTo>
                <a:close/>
                <a:moveTo>
                  <a:pt x="377926" y="1781794"/>
                </a:moveTo>
                <a:lnTo>
                  <a:pt x="377552" y="1783486"/>
                </a:lnTo>
                <a:lnTo>
                  <a:pt x="383939" y="1784580"/>
                </a:lnTo>
                <a:lnTo>
                  <a:pt x="383875" y="1783991"/>
                </a:lnTo>
                <a:lnTo>
                  <a:pt x="378623" y="1781868"/>
                </a:lnTo>
                <a:close/>
                <a:moveTo>
                  <a:pt x="362793" y="1815562"/>
                </a:moveTo>
                <a:lnTo>
                  <a:pt x="364928" y="1816539"/>
                </a:lnTo>
                <a:lnTo>
                  <a:pt x="364794" y="1815581"/>
                </a:lnTo>
                <a:close/>
                <a:moveTo>
                  <a:pt x="1033787" y="312563"/>
                </a:moveTo>
                <a:lnTo>
                  <a:pt x="1036639" y="317110"/>
                </a:lnTo>
                <a:lnTo>
                  <a:pt x="1037546" y="315255"/>
                </a:lnTo>
                <a:close/>
                <a:moveTo>
                  <a:pt x="386571" y="1760806"/>
                </a:moveTo>
                <a:lnTo>
                  <a:pt x="391291" y="1764189"/>
                </a:lnTo>
                <a:lnTo>
                  <a:pt x="393484" y="1764778"/>
                </a:lnTo>
                <a:lnTo>
                  <a:pt x="394416" y="1764637"/>
                </a:lnTo>
                <a:lnTo>
                  <a:pt x="390620" y="1762406"/>
                </a:lnTo>
                <a:close/>
                <a:moveTo>
                  <a:pt x="1056480" y="260164"/>
                </a:moveTo>
                <a:lnTo>
                  <a:pt x="1066020" y="289148"/>
                </a:lnTo>
                <a:lnTo>
                  <a:pt x="1067343" y="294443"/>
                </a:lnTo>
                <a:lnTo>
                  <a:pt x="1074323" y="284909"/>
                </a:lnTo>
                <a:lnTo>
                  <a:pt x="1073093" y="282930"/>
                </a:lnTo>
                <a:close/>
                <a:moveTo>
                  <a:pt x="384304" y="1765234"/>
                </a:moveTo>
                <a:lnTo>
                  <a:pt x="385199" y="1766041"/>
                </a:lnTo>
                <a:lnTo>
                  <a:pt x="386135" y="1765897"/>
                </a:lnTo>
                <a:close/>
                <a:moveTo>
                  <a:pt x="378970" y="1777071"/>
                </a:moveTo>
                <a:lnTo>
                  <a:pt x="378744" y="1778093"/>
                </a:lnTo>
                <a:lnTo>
                  <a:pt x="382158" y="1779066"/>
                </a:lnTo>
                <a:lnTo>
                  <a:pt x="380937" y="1777765"/>
                </a:lnTo>
                <a:close/>
                <a:moveTo>
                  <a:pt x="990535" y="407145"/>
                </a:moveTo>
                <a:lnTo>
                  <a:pt x="991145" y="408064"/>
                </a:lnTo>
                <a:lnTo>
                  <a:pt x="991244" y="407553"/>
                </a:lnTo>
                <a:close/>
                <a:moveTo>
                  <a:pt x="379197" y="1776046"/>
                </a:moveTo>
                <a:lnTo>
                  <a:pt x="379150" y="1776258"/>
                </a:lnTo>
                <a:lnTo>
                  <a:pt x="379707" y="1776455"/>
                </a:lnTo>
                <a:lnTo>
                  <a:pt x="379329" y="1776052"/>
                </a:lnTo>
                <a:close/>
                <a:moveTo>
                  <a:pt x="985522" y="418042"/>
                </a:moveTo>
                <a:lnTo>
                  <a:pt x="985923" y="418940"/>
                </a:lnTo>
                <a:lnTo>
                  <a:pt x="986048" y="418721"/>
                </a:lnTo>
                <a:close/>
                <a:moveTo>
                  <a:pt x="367339" y="1802107"/>
                </a:moveTo>
                <a:lnTo>
                  <a:pt x="371926" y="1805794"/>
                </a:lnTo>
                <a:lnTo>
                  <a:pt x="372699" y="1802295"/>
                </a:lnTo>
                <a:close/>
                <a:moveTo>
                  <a:pt x="355333" y="1828463"/>
                </a:moveTo>
                <a:lnTo>
                  <a:pt x="366669" y="1829576"/>
                </a:lnTo>
                <a:lnTo>
                  <a:pt x="366722" y="1829340"/>
                </a:lnTo>
                <a:lnTo>
                  <a:pt x="366575" y="1828292"/>
                </a:lnTo>
                <a:close/>
                <a:moveTo>
                  <a:pt x="364132" y="1808731"/>
                </a:moveTo>
                <a:lnTo>
                  <a:pt x="364594" y="1812390"/>
                </a:lnTo>
                <a:lnTo>
                  <a:pt x="366406" y="1812710"/>
                </a:lnTo>
                <a:lnTo>
                  <a:pt x="370174" y="1812334"/>
                </a:lnTo>
                <a:close/>
                <a:moveTo>
                  <a:pt x="1012081" y="357538"/>
                </a:moveTo>
                <a:lnTo>
                  <a:pt x="1007909" y="371848"/>
                </a:lnTo>
                <a:lnTo>
                  <a:pt x="1008558" y="373385"/>
                </a:lnTo>
                <a:lnTo>
                  <a:pt x="1013459" y="367271"/>
                </a:lnTo>
                <a:lnTo>
                  <a:pt x="1015631" y="362568"/>
                </a:lnTo>
                <a:close/>
                <a:moveTo>
                  <a:pt x="386444" y="1758337"/>
                </a:moveTo>
                <a:lnTo>
                  <a:pt x="389514" y="1760140"/>
                </a:lnTo>
                <a:lnTo>
                  <a:pt x="390898" y="1760158"/>
                </a:lnTo>
                <a:lnTo>
                  <a:pt x="389936" y="1759234"/>
                </a:lnTo>
                <a:close/>
                <a:moveTo>
                  <a:pt x="1005113" y="372908"/>
                </a:moveTo>
                <a:lnTo>
                  <a:pt x="1003420" y="379795"/>
                </a:lnTo>
                <a:lnTo>
                  <a:pt x="1004177" y="378851"/>
                </a:lnTo>
                <a:lnTo>
                  <a:pt x="1005485" y="374363"/>
                </a:lnTo>
                <a:close/>
                <a:moveTo>
                  <a:pt x="378459" y="1776015"/>
                </a:moveTo>
                <a:lnTo>
                  <a:pt x="378504" y="1776031"/>
                </a:lnTo>
                <a:lnTo>
                  <a:pt x="378507" y="1776017"/>
                </a:lnTo>
                <a:close/>
                <a:moveTo>
                  <a:pt x="1012663" y="355542"/>
                </a:moveTo>
                <a:lnTo>
                  <a:pt x="1012201" y="357126"/>
                </a:lnTo>
                <a:lnTo>
                  <a:pt x="1015794" y="362216"/>
                </a:lnTo>
                <a:lnTo>
                  <a:pt x="1016613" y="360440"/>
                </a:lnTo>
                <a:close/>
                <a:moveTo>
                  <a:pt x="410591" y="1702916"/>
                </a:moveTo>
                <a:lnTo>
                  <a:pt x="410619" y="1704295"/>
                </a:lnTo>
                <a:lnTo>
                  <a:pt x="410802" y="1704411"/>
                </a:lnTo>
                <a:lnTo>
                  <a:pt x="411632" y="1704660"/>
                </a:lnTo>
                <a:lnTo>
                  <a:pt x="411772" y="1703929"/>
                </a:lnTo>
                <a:lnTo>
                  <a:pt x="411492" y="1703659"/>
                </a:lnTo>
                <a:close/>
                <a:moveTo>
                  <a:pt x="994247" y="395897"/>
                </a:moveTo>
                <a:lnTo>
                  <a:pt x="994272" y="395969"/>
                </a:lnTo>
                <a:lnTo>
                  <a:pt x="994281" y="395936"/>
                </a:lnTo>
                <a:close/>
                <a:moveTo>
                  <a:pt x="1005991" y="369339"/>
                </a:moveTo>
                <a:lnTo>
                  <a:pt x="1005356" y="371916"/>
                </a:lnTo>
                <a:lnTo>
                  <a:pt x="1005749" y="373455"/>
                </a:lnTo>
                <a:lnTo>
                  <a:pt x="1006506" y="370860"/>
                </a:lnTo>
                <a:close/>
                <a:moveTo>
                  <a:pt x="387241" y="1754751"/>
                </a:moveTo>
                <a:lnTo>
                  <a:pt x="392458" y="1759784"/>
                </a:lnTo>
                <a:lnTo>
                  <a:pt x="393945" y="1760197"/>
                </a:lnTo>
                <a:lnTo>
                  <a:pt x="400960" y="1760285"/>
                </a:lnTo>
                <a:lnTo>
                  <a:pt x="401302" y="1758501"/>
                </a:lnTo>
                <a:close/>
                <a:moveTo>
                  <a:pt x="947223" y="500731"/>
                </a:moveTo>
                <a:lnTo>
                  <a:pt x="947298" y="500798"/>
                </a:lnTo>
                <a:lnTo>
                  <a:pt x="947383" y="500598"/>
                </a:lnTo>
                <a:close/>
                <a:moveTo>
                  <a:pt x="980252" y="426712"/>
                </a:moveTo>
                <a:lnTo>
                  <a:pt x="979905" y="427611"/>
                </a:lnTo>
                <a:lnTo>
                  <a:pt x="979638" y="428513"/>
                </a:lnTo>
                <a:lnTo>
                  <a:pt x="979923" y="429448"/>
                </a:lnTo>
                <a:lnTo>
                  <a:pt x="980959" y="427635"/>
                </a:lnTo>
                <a:close/>
                <a:moveTo>
                  <a:pt x="994426" y="394796"/>
                </a:moveTo>
                <a:lnTo>
                  <a:pt x="994383" y="395017"/>
                </a:lnTo>
                <a:lnTo>
                  <a:pt x="994478" y="395130"/>
                </a:lnTo>
                <a:lnTo>
                  <a:pt x="994621" y="394553"/>
                </a:lnTo>
                <a:close/>
                <a:moveTo>
                  <a:pt x="989233" y="406397"/>
                </a:moveTo>
                <a:lnTo>
                  <a:pt x="990974" y="408942"/>
                </a:lnTo>
                <a:lnTo>
                  <a:pt x="991002" y="408796"/>
                </a:lnTo>
                <a:lnTo>
                  <a:pt x="989519" y="406560"/>
                </a:lnTo>
                <a:close/>
                <a:moveTo>
                  <a:pt x="1014331" y="349818"/>
                </a:moveTo>
                <a:lnTo>
                  <a:pt x="1013664" y="352106"/>
                </a:lnTo>
                <a:lnTo>
                  <a:pt x="1016933" y="356158"/>
                </a:lnTo>
                <a:lnTo>
                  <a:pt x="1018008" y="357419"/>
                </a:lnTo>
                <a:lnTo>
                  <a:pt x="1018018" y="357398"/>
                </a:lnTo>
                <a:lnTo>
                  <a:pt x="1017048" y="353186"/>
                </a:lnTo>
                <a:close/>
                <a:moveTo>
                  <a:pt x="982453" y="421009"/>
                </a:moveTo>
                <a:lnTo>
                  <a:pt x="981471" y="423554"/>
                </a:lnTo>
                <a:lnTo>
                  <a:pt x="981475" y="423560"/>
                </a:lnTo>
                <a:lnTo>
                  <a:pt x="982668" y="424642"/>
                </a:lnTo>
                <a:lnTo>
                  <a:pt x="984064" y="422197"/>
                </a:lnTo>
                <a:close/>
                <a:moveTo>
                  <a:pt x="983418" y="418508"/>
                </a:moveTo>
                <a:lnTo>
                  <a:pt x="983304" y="418802"/>
                </a:lnTo>
                <a:lnTo>
                  <a:pt x="984837" y="420843"/>
                </a:lnTo>
                <a:lnTo>
                  <a:pt x="985472" y="419731"/>
                </a:lnTo>
                <a:close/>
                <a:moveTo>
                  <a:pt x="984235" y="416387"/>
                </a:moveTo>
                <a:lnTo>
                  <a:pt x="983719" y="417726"/>
                </a:lnTo>
                <a:lnTo>
                  <a:pt x="984967" y="418469"/>
                </a:lnTo>
                <a:lnTo>
                  <a:pt x="985733" y="418910"/>
                </a:lnTo>
                <a:lnTo>
                  <a:pt x="985105" y="417506"/>
                </a:lnTo>
                <a:close/>
                <a:moveTo>
                  <a:pt x="363755" y="1805747"/>
                </a:moveTo>
                <a:lnTo>
                  <a:pt x="363853" y="1806523"/>
                </a:lnTo>
                <a:lnTo>
                  <a:pt x="367587" y="1808751"/>
                </a:lnTo>
                <a:lnTo>
                  <a:pt x="370952" y="1810199"/>
                </a:lnTo>
                <a:lnTo>
                  <a:pt x="371058" y="1809721"/>
                </a:lnTo>
                <a:lnTo>
                  <a:pt x="368617" y="1807679"/>
                </a:lnTo>
                <a:lnTo>
                  <a:pt x="363882" y="1805785"/>
                </a:lnTo>
                <a:close/>
                <a:moveTo>
                  <a:pt x="957300" y="476429"/>
                </a:moveTo>
                <a:lnTo>
                  <a:pt x="957236" y="477223"/>
                </a:lnTo>
                <a:lnTo>
                  <a:pt x="957492" y="476617"/>
                </a:lnTo>
                <a:close/>
                <a:moveTo>
                  <a:pt x="1015415" y="346096"/>
                </a:moveTo>
                <a:lnTo>
                  <a:pt x="1014955" y="347676"/>
                </a:lnTo>
                <a:lnTo>
                  <a:pt x="1016048" y="348844"/>
                </a:lnTo>
                <a:close/>
                <a:moveTo>
                  <a:pt x="409562" y="1702618"/>
                </a:moveTo>
                <a:lnTo>
                  <a:pt x="409580" y="1703636"/>
                </a:lnTo>
                <a:lnTo>
                  <a:pt x="410285" y="1704083"/>
                </a:lnTo>
                <a:lnTo>
                  <a:pt x="410257" y="1702641"/>
                </a:lnTo>
                <a:lnTo>
                  <a:pt x="410134" y="1702540"/>
                </a:lnTo>
                <a:close/>
                <a:moveTo>
                  <a:pt x="340577" y="1857073"/>
                </a:moveTo>
                <a:lnTo>
                  <a:pt x="346713" y="1859339"/>
                </a:lnTo>
                <a:lnTo>
                  <a:pt x="354113" y="1857439"/>
                </a:lnTo>
                <a:lnTo>
                  <a:pt x="347249" y="1857299"/>
                </a:lnTo>
                <a:close/>
                <a:moveTo>
                  <a:pt x="981968" y="420652"/>
                </a:moveTo>
                <a:lnTo>
                  <a:pt x="981200" y="423244"/>
                </a:lnTo>
                <a:lnTo>
                  <a:pt x="981248" y="423300"/>
                </a:lnTo>
                <a:lnTo>
                  <a:pt x="982203" y="420825"/>
                </a:lnTo>
                <a:close/>
                <a:moveTo>
                  <a:pt x="359956" y="1813354"/>
                </a:moveTo>
                <a:lnTo>
                  <a:pt x="359958" y="1813354"/>
                </a:lnTo>
                <a:lnTo>
                  <a:pt x="359959" y="1813354"/>
                </a:lnTo>
                <a:close/>
                <a:moveTo>
                  <a:pt x="982291" y="419564"/>
                </a:moveTo>
                <a:lnTo>
                  <a:pt x="982239" y="419736"/>
                </a:lnTo>
                <a:lnTo>
                  <a:pt x="982539" y="419956"/>
                </a:lnTo>
                <a:lnTo>
                  <a:pt x="982554" y="419915"/>
                </a:lnTo>
                <a:close/>
                <a:moveTo>
                  <a:pt x="945289" y="502346"/>
                </a:moveTo>
                <a:lnTo>
                  <a:pt x="946408" y="502915"/>
                </a:lnTo>
                <a:lnTo>
                  <a:pt x="947151" y="501148"/>
                </a:lnTo>
                <a:lnTo>
                  <a:pt x="946945" y="500964"/>
                </a:lnTo>
                <a:close/>
                <a:moveTo>
                  <a:pt x="987897" y="406898"/>
                </a:moveTo>
                <a:lnTo>
                  <a:pt x="985166" y="413975"/>
                </a:lnTo>
                <a:lnTo>
                  <a:pt x="987307" y="416515"/>
                </a:lnTo>
                <a:lnTo>
                  <a:pt x="989057" y="413453"/>
                </a:lnTo>
                <a:lnTo>
                  <a:pt x="987207" y="409636"/>
                </a:lnTo>
                <a:lnTo>
                  <a:pt x="987506" y="409779"/>
                </a:lnTo>
                <a:lnTo>
                  <a:pt x="989181" y="413236"/>
                </a:lnTo>
                <a:lnTo>
                  <a:pt x="990634" y="410692"/>
                </a:lnTo>
                <a:lnTo>
                  <a:pt x="990701" y="410347"/>
                </a:lnTo>
                <a:lnTo>
                  <a:pt x="989518" y="408800"/>
                </a:lnTo>
                <a:close/>
                <a:moveTo>
                  <a:pt x="382440" y="1762591"/>
                </a:moveTo>
                <a:lnTo>
                  <a:pt x="382234" y="1763370"/>
                </a:lnTo>
                <a:lnTo>
                  <a:pt x="382447" y="1763562"/>
                </a:lnTo>
                <a:lnTo>
                  <a:pt x="388100" y="1765598"/>
                </a:lnTo>
                <a:lnTo>
                  <a:pt x="390071" y="1765299"/>
                </a:lnTo>
                <a:lnTo>
                  <a:pt x="388606" y="1764249"/>
                </a:lnTo>
                <a:close/>
                <a:moveTo>
                  <a:pt x="988141" y="406264"/>
                </a:moveTo>
                <a:lnTo>
                  <a:pt x="988044" y="406515"/>
                </a:lnTo>
                <a:lnTo>
                  <a:pt x="989401" y="408107"/>
                </a:lnTo>
                <a:close/>
                <a:moveTo>
                  <a:pt x="946302" y="499908"/>
                </a:moveTo>
                <a:lnTo>
                  <a:pt x="946837" y="500386"/>
                </a:lnTo>
                <a:lnTo>
                  <a:pt x="947811" y="499573"/>
                </a:lnTo>
                <a:lnTo>
                  <a:pt x="947817" y="499568"/>
                </a:lnTo>
                <a:lnTo>
                  <a:pt x="948455" y="498054"/>
                </a:lnTo>
                <a:lnTo>
                  <a:pt x="948304" y="497528"/>
                </a:lnTo>
                <a:lnTo>
                  <a:pt x="948047" y="497235"/>
                </a:lnTo>
                <a:close/>
                <a:moveTo>
                  <a:pt x="982813" y="418147"/>
                </a:moveTo>
                <a:lnTo>
                  <a:pt x="983093" y="418520"/>
                </a:lnTo>
                <a:lnTo>
                  <a:pt x="983158" y="418352"/>
                </a:lnTo>
                <a:close/>
                <a:moveTo>
                  <a:pt x="345048" y="1846125"/>
                </a:moveTo>
                <a:lnTo>
                  <a:pt x="351205" y="1847767"/>
                </a:lnTo>
                <a:lnTo>
                  <a:pt x="349863" y="1847454"/>
                </a:lnTo>
                <a:close/>
                <a:moveTo>
                  <a:pt x="988576" y="405140"/>
                </a:moveTo>
                <a:lnTo>
                  <a:pt x="988503" y="405328"/>
                </a:lnTo>
                <a:lnTo>
                  <a:pt x="988909" y="405921"/>
                </a:lnTo>
                <a:lnTo>
                  <a:pt x="989209" y="406093"/>
                </a:lnTo>
                <a:close/>
                <a:moveTo>
                  <a:pt x="989511" y="402717"/>
                </a:moveTo>
                <a:lnTo>
                  <a:pt x="988806" y="404542"/>
                </a:lnTo>
                <a:lnTo>
                  <a:pt x="990225" y="406678"/>
                </a:lnTo>
                <a:lnTo>
                  <a:pt x="991295" y="407293"/>
                </a:lnTo>
                <a:lnTo>
                  <a:pt x="991698" y="405220"/>
                </a:lnTo>
                <a:close/>
                <a:moveTo>
                  <a:pt x="958672" y="471689"/>
                </a:moveTo>
                <a:lnTo>
                  <a:pt x="959255" y="472431"/>
                </a:lnTo>
                <a:lnTo>
                  <a:pt x="960395" y="469725"/>
                </a:lnTo>
                <a:lnTo>
                  <a:pt x="960392" y="469717"/>
                </a:lnTo>
                <a:close/>
                <a:moveTo>
                  <a:pt x="385827" y="1754374"/>
                </a:moveTo>
                <a:lnTo>
                  <a:pt x="391049" y="1759393"/>
                </a:lnTo>
                <a:lnTo>
                  <a:pt x="391259" y="1759451"/>
                </a:lnTo>
                <a:lnTo>
                  <a:pt x="388857" y="1757133"/>
                </a:lnTo>
                <a:lnTo>
                  <a:pt x="386163" y="1754464"/>
                </a:lnTo>
                <a:close/>
                <a:moveTo>
                  <a:pt x="382967" y="1760596"/>
                </a:moveTo>
                <a:lnTo>
                  <a:pt x="382632" y="1761863"/>
                </a:lnTo>
                <a:lnTo>
                  <a:pt x="386864" y="1763000"/>
                </a:lnTo>
                <a:lnTo>
                  <a:pt x="384071" y="1760997"/>
                </a:lnTo>
                <a:lnTo>
                  <a:pt x="383436" y="1760601"/>
                </a:lnTo>
                <a:close/>
                <a:moveTo>
                  <a:pt x="990841" y="399270"/>
                </a:moveTo>
                <a:lnTo>
                  <a:pt x="990106" y="401173"/>
                </a:lnTo>
                <a:lnTo>
                  <a:pt x="992053" y="403399"/>
                </a:lnTo>
                <a:lnTo>
                  <a:pt x="992935" y="398866"/>
                </a:lnTo>
                <a:lnTo>
                  <a:pt x="992568" y="397115"/>
                </a:lnTo>
                <a:close/>
                <a:moveTo>
                  <a:pt x="944973" y="501941"/>
                </a:moveTo>
                <a:lnTo>
                  <a:pt x="946559" y="500619"/>
                </a:lnTo>
                <a:lnTo>
                  <a:pt x="946103" y="500211"/>
                </a:lnTo>
                <a:close/>
                <a:moveTo>
                  <a:pt x="983509" y="415453"/>
                </a:moveTo>
                <a:lnTo>
                  <a:pt x="982968" y="417278"/>
                </a:lnTo>
                <a:lnTo>
                  <a:pt x="983459" y="417571"/>
                </a:lnTo>
                <a:lnTo>
                  <a:pt x="984022" y="416112"/>
                </a:lnTo>
                <a:close/>
                <a:moveTo>
                  <a:pt x="977664" y="428281"/>
                </a:moveTo>
                <a:lnTo>
                  <a:pt x="977592" y="430965"/>
                </a:lnTo>
                <a:lnTo>
                  <a:pt x="978049" y="429541"/>
                </a:lnTo>
                <a:close/>
                <a:moveTo>
                  <a:pt x="363453" y="1803359"/>
                </a:moveTo>
                <a:lnTo>
                  <a:pt x="363566" y="1804251"/>
                </a:lnTo>
                <a:lnTo>
                  <a:pt x="365392" y="1804982"/>
                </a:lnTo>
                <a:close/>
                <a:moveTo>
                  <a:pt x="383580" y="1758269"/>
                </a:moveTo>
                <a:lnTo>
                  <a:pt x="383516" y="1758515"/>
                </a:lnTo>
                <a:lnTo>
                  <a:pt x="384990" y="1759098"/>
                </a:lnTo>
                <a:close/>
                <a:moveTo>
                  <a:pt x="957578" y="472942"/>
                </a:moveTo>
                <a:lnTo>
                  <a:pt x="957368" y="475568"/>
                </a:lnTo>
                <a:lnTo>
                  <a:pt x="957769" y="475958"/>
                </a:lnTo>
                <a:lnTo>
                  <a:pt x="958567" y="474063"/>
                </a:lnTo>
                <a:lnTo>
                  <a:pt x="957634" y="472877"/>
                </a:lnTo>
                <a:close/>
                <a:moveTo>
                  <a:pt x="408258" y="1702796"/>
                </a:moveTo>
                <a:lnTo>
                  <a:pt x="409212" y="1703402"/>
                </a:lnTo>
                <a:lnTo>
                  <a:pt x="409199" y="1702668"/>
                </a:lnTo>
                <a:close/>
                <a:moveTo>
                  <a:pt x="989693" y="400701"/>
                </a:moveTo>
                <a:lnTo>
                  <a:pt x="989945" y="400991"/>
                </a:lnTo>
                <a:lnTo>
                  <a:pt x="990431" y="399780"/>
                </a:lnTo>
                <a:close/>
                <a:moveTo>
                  <a:pt x="994809" y="389236"/>
                </a:moveTo>
                <a:lnTo>
                  <a:pt x="993762" y="391845"/>
                </a:lnTo>
                <a:lnTo>
                  <a:pt x="994474" y="390956"/>
                </a:lnTo>
                <a:close/>
                <a:moveTo>
                  <a:pt x="943208" y="504643"/>
                </a:moveTo>
                <a:lnTo>
                  <a:pt x="944173" y="506509"/>
                </a:lnTo>
                <a:lnTo>
                  <a:pt x="944348" y="506566"/>
                </a:lnTo>
                <a:lnTo>
                  <a:pt x="944641" y="507105"/>
                </a:lnTo>
                <a:lnTo>
                  <a:pt x="945284" y="505580"/>
                </a:lnTo>
                <a:lnTo>
                  <a:pt x="943266" y="504554"/>
                </a:lnTo>
                <a:close/>
                <a:moveTo>
                  <a:pt x="997545" y="382417"/>
                </a:moveTo>
                <a:lnTo>
                  <a:pt x="996167" y="385852"/>
                </a:lnTo>
                <a:lnTo>
                  <a:pt x="995398" y="389803"/>
                </a:lnTo>
                <a:lnTo>
                  <a:pt x="995961" y="389101"/>
                </a:lnTo>
                <a:lnTo>
                  <a:pt x="997591" y="382471"/>
                </a:lnTo>
                <a:close/>
                <a:moveTo>
                  <a:pt x="997698" y="382035"/>
                </a:moveTo>
                <a:lnTo>
                  <a:pt x="997628" y="382211"/>
                </a:lnTo>
                <a:lnTo>
                  <a:pt x="997649" y="382236"/>
                </a:lnTo>
                <a:close/>
                <a:moveTo>
                  <a:pt x="350891" y="1829961"/>
                </a:moveTo>
                <a:lnTo>
                  <a:pt x="354617" y="1832178"/>
                </a:lnTo>
                <a:lnTo>
                  <a:pt x="362051" y="1831373"/>
                </a:lnTo>
                <a:lnTo>
                  <a:pt x="366417" y="1830720"/>
                </a:lnTo>
                <a:lnTo>
                  <a:pt x="366437" y="1830625"/>
                </a:lnTo>
                <a:close/>
                <a:moveTo>
                  <a:pt x="1009862" y="354395"/>
                </a:moveTo>
                <a:lnTo>
                  <a:pt x="1009299" y="355888"/>
                </a:lnTo>
                <a:lnTo>
                  <a:pt x="1006307" y="368054"/>
                </a:lnTo>
                <a:lnTo>
                  <a:pt x="1006909" y="369479"/>
                </a:lnTo>
                <a:lnTo>
                  <a:pt x="1010883" y="355841"/>
                </a:lnTo>
                <a:close/>
                <a:moveTo>
                  <a:pt x="384663" y="1754166"/>
                </a:moveTo>
                <a:lnTo>
                  <a:pt x="383950" y="1756871"/>
                </a:lnTo>
                <a:lnTo>
                  <a:pt x="385722" y="1757912"/>
                </a:lnTo>
                <a:lnTo>
                  <a:pt x="389716" y="1759022"/>
                </a:lnTo>
                <a:close/>
                <a:moveTo>
                  <a:pt x="1023925" y="322730"/>
                </a:moveTo>
                <a:lnTo>
                  <a:pt x="1027675" y="336484"/>
                </a:lnTo>
                <a:lnTo>
                  <a:pt x="1031516" y="328166"/>
                </a:lnTo>
                <a:close/>
                <a:moveTo>
                  <a:pt x="381055" y="1762220"/>
                </a:moveTo>
                <a:lnTo>
                  <a:pt x="381461" y="1762652"/>
                </a:lnTo>
                <a:lnTo>
                  <a:pt x="381529" y="1762346"/>
                </a:lnTo>
                <a:close/>
                <a:moveTo>
                  <a:pt x="939609" y="511469"/>
                </a:moveTo>
                <a:lnTo>
                  <a:pt x="940394" y="513286"/>
                </a:lnTo>
                <a:lnTo>
                  <a:pt x="941197" y="514206"/>
                </a:lnTo>
                <a:lnTo>
                  <a:pt x="940683" y="512704"/>
                </a:lnTo>
                <a:lnTo>
                  <a:pt x="940156" y="511686"/>
                </a:lnTo>
                <a:close/>
                <a:moveTo>
                  <a:pt x="1010460" y="352812"/>
                </a:moveTo>
                <a:lnTo>
                  <a:pt x="1010005" y="354016"/>
                </a:lnTo>
                <a:lnTo>
                  <a:pt x="1011003" y="355430"/>
                </a:lnTo>
                <a:lnTo>
                  <a:pt x="1011419" y="354002"/>
                </a:lnTo>
                <a:close/>
                <a:moveTo>
                  <a:pt x="978405" y="424476"/>
                </a:moveTo>
                <a:lnTo>
                  <a:pt x="979023" y="426501"/>
                </a:lnTo>
                <a:lnTo>
                  <a:pt x="979338" y="425519"/>
                </a:lnTo>
                <a:lnTo>
                  <a:pt x="978779" y="424789"/>
                </a:lnTo>
                <a:close/>
                <a:moveTo>
                  <a:pt x="1028942" y="311264"/>
                </a:moveTo>
                <a:lnTo>
                  <a:pt x="1035140" y="320319"/>
                </a:lnTo>
                <a:lnTo>
                  <a:pt x="1035938" y="318589"/>
                </a:lnTo>
                <a:lnTo>
                  <a:pt x="1030834" y="310448"/>
                </a:lnTo>
                <a:lnTo>
                  <a:pt x="1030004" y="309855"/>
                </a:lnTo>
                <a:close/>
                <a:moveTo>
                  <a:pt x="384912" y="1753224"/>
                </a:moveTo>
                <a:lnTo>
                  <a:pt x="384901" y="1753264"/>
                </a:lnTo>
                <a:lnTo>
                  <a:pt x="384969" y="1753281"/>
                </a:lnTo>
                <a:close/>
                <a:moveTo>
                  <a:pt x="987814" y="403047"/>
                </a:moveTo>
                <a:lnTo>
                  <a:pt x="988628" y="404273"/>
                </a:lnTo>
                <a:lnTo>
                  <a:pt x="989333" y="402515"/>
                </a:lnTo>
                <a:lnTo>
                  <a:pt x="988762" y="401863"/>
                </a:lnTo>
                <a:close/>
                <a:moveTo>
                  <a:pt x="357874" y="1813314"/>
                </a:moveTo>
                <a:lnTo>
                  <a:pt x="358319" y="1813517"/>
                </a:lnTo>
                <a:lnTo>
                  <a:pt x="359573" y="1813392"/>
                </a:lnTo>
                <a:lnTo>
                  <a:pt x="359450" y="1813344"/>
                </a:lnTo>
                <a:close/>
                <a:moveTo>
                  <a:pt x="1012464" y="347506"/>
                </a:moveTo>
                <a:lnTo>
                  <a:pt x="1011663" y="349626"/>
                </a:lnTo>
                <a:lnTo>
                  <a:pt x="1012421" y="350565"/>
                </a:lnTo>
                <a:lnTo>
                  <a:pt x="1013087" y="348278"/>
                </a:lnTo>
                <a:close/>
                <a:moveTo>
                  <a:pt x="381826" y="1759599"/>
                </a:moveTo>
                <a:lnTo>
                  <a:pt x="381869" y="1760044"/>
                </a:lnTo>
                <a:lnTo>
                  <a:pt x="382037" y="1760047"/>
                </a:lnTo>
                <a:lnTo>
                  <a:pt x="382099" y="1759768"/>
                </a:lnTo>
                <a:close/>
                <a:moveTo>
                  <a:pt x="385318" y="1751685"/>
                </a:moveTo>
                <a:lnTo>
                  <a:pt x="385063" y="1752651"/>
                </a:lnTo>
                <a:lnTo>
                  <a:pt x="386002" y="1753557"/>
                </a:lnTo>
                <a:lnTo>
                  <a:pt x="396672" y="1756403"/>
                </a:lnTo>
                <a:lnTo>
                  <a:pt x="392268" y="1754573"/>
                </a:lnTo>
                <a:lnTo>
                  <a:pt x="388595" y="1754247"/>
                </a:lnTo>
                <a:lnTo>
                  <a:pt x="388397" y="1754062"/>
                </a:lnTo>
                <a:lnTo>
                  <a:pt x="391755" y="1754359"/>
                </a:lnTo>
                <a:close/>
                <a:moveTo>
                  <a:pt x="987345" y="403632"/>
                </a:moveTo>
                <a:lnTo>
                  <a:pt x="988315" y="405052"/>
                </a:lnTo>
                <a:lnTo>
                  <a:pt x="988392" y="404862"/>
                </a:lnTo>
                <a:lnTo>
                  <a:pt x="987471" y="403475"/>
                </a:lnTo>
                <a:close/>
                <a:moveTo>
                  <a:pt x="1020893" y="328475"/>
                </a:moveTo>
                <a:lnTo>
                  <a:pt x="1019322" y="332692"/>
                </a:lnTo>
                <a:lnTo>
                  <a:pt x="1016204" y="343391"/>
                </a:lnTo>
                <a:lnTo>
                  <a:pt x="1018370" y="351333"/>
                </a:lnTo>
                <a:lnTo>
                  <a:pt x="1019927" y="353265"/>
                </a:lnTo>
                <a:lnTo>
                  <a:pt x="1027238" y="337432"/>
                </a:lnTo>
                <a:close/>
                <a:moveTo>
                  <a:pt x="986703" y="404942"/>
                </a:moveTo>
                <a:lnTo>
                  <a:pt x="987830" y="406262"/>
                </a:lnTo>
                <a:lnTo>
                  <a:pt x="987945" y="405976"/>
                </a:lnTo>
                <a:lnTo>
                  <a:pt x="987585" y="405448"/>
                </a:lnTo>
                <a:close/>
                <a:moveTo>
                  <a:pt x="986523" y="405286"/>
                </a:moveTo>
                <a:lnTo>
                  <a:pt x="984265" y="412904"/>
                </a:lnTo>
                <a:lnTo>
                  <a:pt x="984947" y="413715"/>
                </a:lnTo>
                <a:lnTo>
                  <a:pt x="987638" y="406742"/>
                </a:lnTo>
                <a:lnTo>
                  <a:pt x="987679" y="406640"/>
                </a:lnTo>
                <a:close/>
                <a:moveTo>
                  <a:pt x="996969" y="381731"/>
                </a:moveTo>
                <a:lnTo>
                  <a:pt x="996303" y="385152"/>
                </a:lnTo>
                <a:lnTo>
                  <a:pt x="997447" y="382301"/>
                </a:lnTo>
                <a:close/>
                <a:moveTo>
                  <a:pt x="309633" y="1920771"/>
                </a:moveTo>
                <a:lnTo>
                  <a:pt x="311408" y="1921564"/>
                </a:lnTo>
                <a:lnTo>
                  <a:pt x="322542" y="1923926"/>
                </a:lnTo>
                <a:lnTo>
                  <a:pt x="373598" y="1932131"/>
                </a:lnTo>
                <a:lnTo>
                  <a:pt x="350168" y="1918168"/>
                </a:lnTo>
                <a:lnTo>
                  <a:pt x="338487" y="1916772"/>
                </a:lnTo>
                <a:close/>
                <a:moveTo>
                  <a:pt x="361326" y="1805016"/>
                </a:moveTo>
                <a:lnTo>
                  <a:pt x="363496" y="1806310"/>
                </a:lnTo>
                <a:lnTo>
                  <a:pt x="363402" y="1805641"/>
                </a:lnTo>
                <a:close/>
                <a:moveTo>
                  <a:pt x="986811" y="404316"/>
                </a:moveTo>
                <a:lnTo>
                  <a:pt x="986710" y="404657"/>
                </a:lnTo>
                <a:lnTo>
                  <a:pt x="987259" y="404973"/>
                </a:lnTo>
                <a:close/>
                <a:moveTo>
                  <a:pt x="385658" y="1750399"/>
                </a:moveTo>
                <a:lnTo>
                  <a:pt x="385491" y="1751029"/>
                </a:lnTo>
                <a:lnTo>
                  <a:pt x="393981" y="1754556"/>
                </a:lnTo>
                <a:lnTo>
                  <a:pt x="395764" y="1754714"/>
                </a:lnTo>
                <a:lnTo>
                  <a:pt x="386449" y="1750622"/>
                </a:lnTo>
                <a:close/>
                <a:moveTo>
                  <a:pt x="939272" y="510670"/>
                </a:moveTo>
                <a:lnTo>
                  <a:pt x="939661" y="510825"/>
                </a:lnTo>
                <a:lnTo>
                  <a:pt x="939370" y="510520"/>
                </a:lnTo>
                <a:close/>
                <a:moveTo>
                  <a:pt x="1014499" y="342116"/>
                </a:moveTo>
                <a:lnTo>
                  <a:pt x="1013135" y="345731"/>
                </a:lnTo>
                <a:lnTo>
                  <a:pt x="1013665" y="346298"/>
                </a:lnTo>
                <a:lnTo>
                  <a:pt x="1014478" y="343506"/>
                </a:lnTo>
                <a:lnTo>
                  <a:pt x="1014689" y="342940"/>
                </a:lnTo>
                <a:close/>
                <a:moveTo>
                  <a:pt x="1023148" y="322426"/>
                </a:moveTo>
                <a:lnTo>
                  <a:pt x="1021001" y="328186"/>
                </a:lnTo>
                <a:lnTo>
                  <a:pt x="1026848" y="336210"/>
                </a:lnTo>
                <a:lnTo>
                  <a:pt x="1026944" y="336344"/>
                </a:lnTo>
                <a:close/>
                <a:moveTo>
                  <a:pt x="386303" y="1747954"/>
                </a:moveTo>
                <a:lnTo>
                  <a:pt x="386196" y="1748360"/>
                </a:lnTo>
                <a:lnTo>
                  <a:pt x="386386" y="1748444"/>
                </a:lnTo>
                <a:lnTo>
                  <a:pt x="387577" y="1748773"/>
                </a:lnTo>
                <a:lnTo>
                  <a:pt x="387881" y="1748812"/>
                </a:lnTo>
                <a:close/>
                <a:moveTo>
                  <a:pt x="997429" y="379364"/>
                </a:moveTo>
                <a:lnTo>
                  <a:pt x="997016" y="381484"/>
                </a:lnTo>
                <a:lnTo>
                  <a:pt x="997530" y="382095"/>
                </a:lnTo>
                <a:lnTo>
                  <a:pt x="997682" y="381717"/>
                </a:lnTo>
                <a:lnTo>
                  <a:pt x="997792" y="381653"/>
                </a:lnTo>
                <a:lnTo>
                  <a:pt x="998196" y="380009"/>
                </a:lnTo>
                <a:close/>
                <a:moveTo>
                  <a:pt x="962878" y="456352"/>
                </a:moveTo>
                <a:lnTo>
                  <a:pt x="963439" y="457807"/>
                </a:lnTo>
                <a:lnTo>
                  <a:pt x="963441" y="457101"/>
                </a:lnTo>
                <a:close/>
                <a:moveTo>
                  <a:pt x="1025707" y="315561"/>
                </a:moveTo>
                <a:lnTo>
                  <a:pt x="1023549" y="321351"/>
                </a:lnTo>
                <a:lnTo>
                  <a:pt x="1023645" y="321708"/>
                </a:lnTo>
                <a:lnTo>
                  <a:pt x="1031801" y="327549"/>
                </a:lnTo>
                <a:lnTo>
                  <a:pt x="1034855" y="320934"/>
                </a:lnTo>
                <a:lnTo>
                  <a:pt x="1032333" y="316912"/>
                </a:lnTo>
                <a:lnTo>
                  <a:pt x="1028694" y="311594"/>
                </a:lnTo>
                <a:close/>
                <a:moveTo>
                  <a:pt x="398311" y="1719840"/>
                </a:moveTo>
                <a:lnTo>
                  <a:pt x="407663" y="1725349"/>
                </a:lnTo>
                <a:lnTo>
                  <a:pt x="408075" y="1723197"/>
                </a:lnTo>
                <a:lnTo>
                  <a:pt x="407964" y="1723092"/>
                </a:lnTo>
                <a:lnTo>
                  <a:pt x="400277" y="1720315"/>
                </a:lnTo>
                <a:close/>
                <a:moveTo>
                  <a:pt x="381587" y="1757098"/>
                </a:moveTo>
                <a:lnTo>
                  <a:pt x="381601" y="1757242"/>
                </a:lnTo>
                <a:lnTo>
                  <a:pt x="382513" y="1757896"/>
                </a:lnTo>
                <a:lnTo>
                  <a:pt x="382562" y="1757671"/>
                </a:lnTo>
                <a:close/>
                <a:moveTo>
                  <a:pt x="1020083" y="327331"/>
                </a:moveTo>
                <a:lnTo>
                  <a:pt x="1015287" y="340031"/>
                </a:lnTo>
                <a:lnTo>
                  <a:pt x="1015492" y="340785"/>
                </a:lnTo>
                <a:lnTo>
                  <a:pt x="1020361" y="327724"/>
                </a:lnTo>
                <a:close/>
                <a:moveTo>
                  <a:pt x="1027718" y="310166"/>
                </a:moveTo>
                <a:lnTo>
                  <a:pt x="1025906" y="315027"/>
                </a:lnTo>
                <a:lnTo>
                  <a:pt x="1028598" y="311452"/>
                </a:lnTo>
                <a:close/>
                <a:moveTo>
                  <a:pt x="958155" y="465701"/>
                </a:moveTo>
                <a:lnTo>
                  <a:pt x="957769" y="470540"/>
                </a:lnTo>
                <a:lnTo>
                  <a:pt x="958350" y="471280"/>
                </a:lnTo>
                <a:lnTo>
                  <a:pt x="960168" y="469196"/>
                </a:lnTo>
                <a:lnTo>
                  <a:pt x="959131" y="466791"/>
                </a:lnTo>
                <a:close/>
                <a:moveTo>
                  <a:pt x="1028291" y="308628"/>
                </a:moveTo>
                <a:lnTo>
                  <a:pt x="1027974" y="309478"/>
                </a:lnTo>
                <a:lnTo>
                  <a:pt x="1027995" y="309449"/>
                </a:lnTo>
                <a:lnTo>
                  <a:pt x="1028301" y="309371"/>
                </a:lnTo>
                <a:lnTo>
                  <a:pt x="1027958" y="309825"/>
                </a:lnTo>
                <a:lnTo>
                  <a:pt x="1028845" y="311123"/>
                </a:lnTo>
                <a:lnTo>
                  <a:pt x="1029872" y="309760"/>
                </a:lnTo>
                <a:close/>
                <a:moveTo>
                  <a:pt x="362873" y="1798519"/>
                </a:moveTo>
                <a:lnTo>
                  <a:pt x="366343" y="1801307"/>
                </a:lnTo>
                <a:lnTo>
                  <a:pt x="372867" y="1801535"/>
                </a:lnTo>
                <a:lnTo>
                  <a:pt x="373204" y="1800009"/>
                </a:lnTo>
                <a:lnTo>
                  <a:pt x="370988" y="1798728"/>
                </a:lnTo>
                <a:close/>
                <a:moveTo>
                  <a:pt x="1028812" y="307228"/>
                </a:moveTo>
                <a:lnTo>
                  <a:pt x="1028616" y="307756"/>
                </a:lnTo>
                <a:lnTo>
                  <a:pt x="1029575" y="308444"/>
                </a:lnTo>
                <a:close/>
                <a:moveTo>
                  <a:pt x="1022268" y="321543"/>
                </a:moveTo>
                <a:lnTo>
                  <a:pt x="1020184" y="327064"/>
                </a:lnTo>
                <a:lnTo>
                  <a:pt x="1020464" y="327448"/>
                </a:lnTo>
                <a:lnTo>
                  <a:pt x="1022581" y="321767"/>
                </a:lnTo>
                <a:close/>
                <a:moveTo>
                  <a:pt x="1022640" y="320561"/>
                </a:moveTo>
                <a:lnTo>
                  <a:pt x="1022513" y="320896"/>
                </a:lnTo>
                <a:lnTo>
                  <a:pt x="1022783" y="321089"/>
                </a:lnTo>
                <a:close/>
                <a:moveTo>
                  <a:pt x="990776" y="391775"/>
                </a:moveTo>
                <a:lnTo>
                  <a:pt x="988717" y="398137"/>
                </a:lnTo>
                <a:lnTo>
                  <a:pt x="991796" y="394296"/>
                </a:lnTo>
                <a:lnTo>
                  <a:pt x="991055" y="392107"/>
                </a:lnTo>
                <a:close/>
                <a:moveTo>
                  <a:pt x="379489" y="1760552"/>
                </a:moveTo>
                <a:lnTo>
                  <a:pt x="380075" y="1761176"/>
                </a:lnTo>
                <a:lnTo>
                  <a:pt x="381476" y="1761552"/>
                </a:lnTo>
                <a:lnTo>
                  <a:pt x="381383" y="1760575"/>
                </a:lnTo>
                <a:close/>
                <a:moveTo>
                  <a:pt x="1023310" y="318785"/>
                </a:moveTo>
                <a:lnTo>
                  <a:pt x="1023042" y="319495"/>
                </a:lnTo>
                <a:lnTo>
                  <a:pt x="1023205" y="320092"/>
                </a:lnTo>
                <a:lnTo>
                  <a:pt x="1024088" y="317722"/>
                </a:lnTo>
                <a:close/>
                <a:moveTo>
                  <a:pt x="380954" y="1756779"/>
                </a:moveTo>
                <a:lnTo>
                  <a:pt x="381024" y="1756830"/>
                </a:lnTo>
                <a:lnTo>
                  <a:pt x="381021" y="1756798"/>
                </a:lnTo>
                <a:close/>
                <a:moveTo>
                  <a:pt x="388593" y="1739275"/>
                </a:moveTo>
                <a:lnTo>
                  <a:pt x="388310" y="1740349"/>
                </a:lnTo>
                <a:lnTo>
                  <a:pt x="395016" y="1742988"/>
                </a:lnTo>
                <a:lnTo>
                  <a:pt x="402058" y="1743758"/>
                </a:lnTo>
                <a:close/>
                <a:moveTo>
                  <a:pt x="1025433" y="313164"/>
                </a:moveTo>
                <a:lnTo>
                  <a:pt x="1023545" y="318163"/>
                </a:lnTo>
                <a:lnTo>
                  <a:pt x="1024295" y="317167"/>
                </a:lnTo>
                <a:lnTo>
                  <a:pt x="1026131" y="312240"/>
                </a:lnTo>
                <a:close/>
                <a:moveTo>
                  <a:pt x="982035" y="410255"/>
                </a:moveTo>
                <a:lnTo>
                  <a:pt x="982040" y="410261"/>
                </a:lnTo>
                <a:lnTo>
                  <a:pt x="983625" y="412144"/>
                </a:lnTo>
                <a:lnTo>
                  <a:pt x="985693" y="405692"/>
                </a:lnTo>
                <a:close/>
                <a:moveTo>
                  <a:pt x="348547" y="1828567"/>
                </a:moveTo>
                <a:lnTo>
                  <a:pt x="350454" y="1829701"/>
                </a:lnTo>
                <a:lnTo>
                  <a:pt x="361967" y="1830191"/>
                </a:lnTo>
                <a:lnTo>
                  <a:pt x="366504" y="1830323"/>
                </a:lnTo>
                <a:lnTo>
                  <a:pt x="366547" y="1830131"/>
                </a:lnTo>
                <a:lnTo>
                  <a:pt x="352073" y="1828513"/>
                </a:lnTo>
                <a:close/>
                <a:moveTo>
                  <a:pt x="397281" y="1719233"/>
                </a:moveTo>
                <a:lnTo>
                  <a:pt x="397296" y="1719242"/>
                </a:lnTo>
                <a:lnTo>
                  <a:pt x="397325" y="1719249"/>
                </a:lnTo>
                <a:close/>
                <a:moveTo>
                  <a:pt x="945684" y="491211"/>
                </a:moveTo>
                <a:lnTo>
                  <a:pt x="946498" y="492146"/>
                </a:lnTo>
                <a:lnTo>
                  <a:pt x="946684" y="491889"/>
                </a:lnTo>
                <a:lnTo>
                  <a:pt x="946627" y="491691"/>
                </a:lnTo>
                <a:close/>
                <a:moveTo>
                  <a:pt x="1026975" y="309081"/>
                </a:moveTo>
                <a:lnTo>
                  <a:pt x="1025678" y="312516"/>
                </a:lnTo>
                <a:lnTo>
                  <a:pt x="1026370" y="311600"/>
                </a:lnTo>
                <a:lnTo>
                  <a:pt x="1027191" y="309397"/>
                </a:lnTo>
                <a:close/>
                <a:moveTo>
                  <a:pt x="392296" y="1730201"/>
                </a:moveTo>
                <a:lnTo>
                  <a:pt x="394428" y="1730852"/>
                </a:lnTo>
                <a:lnTo>
                  <a:pt x="393502" y="1730142"/>
                </a:lnTo>
                <a:close/>
                <a:moveTo>
                  <a:pt x="383110" y="1750768"/>
                </a:moveTo>
                <a:lnTo>
                  <a:pt x="383916" y="1751545"/>
                </a:lnTo>
                <a:lnTo>
                  <a:pt x="384005" y="1751140"/>
                </a:lnTo>
                <a:close/>
                <a:moveTo>
                  <a:pt x="1027390" y="307982"/>
                </a:moveTo>
                <a:lnTo>
                  <a:pt x="1027144" y="308633"/>
                </a:lnTo>
                <a:lnTo>
                  <a:pt x="1027359" y="308948"/>
                </a:lnTo>
                <a:lnTo>
                  <a:pt x="1027650" y="308168"/>
                </a:lnTo>
                <a:close/>
                <a:moveTo>
                  <a:pt x="1028103" y="306095"/>
                </a:moveTo>
                <a:lnTo>
                  <a:pt x="1027717" y="307114"/>
                </a:lnTo>
                <a:lnTo>
                  <a:pt x="1027974" y="307298"/>
                </a:lnTo>
                <a:lnTo>
                  <a:pt x="1028303" y="306415"/>
                </a:lnTo>
                <a:close/>
                <a:moveTo>
                  <a:pt x="389397" y="1736228"/>
                </a:moveTo>
                <a:lnTo>
                  <a:pt x="389210" y="1736938"/>
                </a:lnTo>
                <a:lnTo>
                  <a:pt x="389544" y="1737046"/>
                </a:lnTo>
                <a:lnTo>
                  <a:pt x="390548" y="1737224"/>
                </a:lnTo>
                <a:lnTo>
                  <a:pt x="389726" y="1737104"/>
                </a:lnTo>
                <a:lnTo>
                  <a:pt x="404499" y="1741839"/>
                </a:lnTo>
                <a:lnTo>
                  <a:pt x="404823" y="1740148"/>
                </a:lnTo>
                <a:lnTo>
                  <a:pt x="403297" y="1739480"/>
                </a:lnTo>
                <a:lnTo>
                  <a:pt x="390548" y="1737224"/>
                </a:lnTo>
                <a:lnTo>
                  <a:pt x="401895" y="1738868"/>
                </a:lnTo>
                <a:lnTo>
                  <a:pt x="397670" y="1737021"/>
                </a:lnTo>
                <a:lnTo>
                  <a:pt x="395183" y="1736938"/>
                </a:lnTo>
                <a:lnTo>
                  <a:pt x="394925" y="1736722"/>
                </a:lnTo>
                <a:lnTo>
                  <a:pt x="397156" y="1736797"/>
                </a:lnTo>
                <a:lnTo>
                  <a:pt x="396109" y="1736340"/>
                </a:lnTo>
                <a:close/>
                <a:moveTo>
                  <a:pt x="1067411" y="217826"/>
                </a:moveTo>
                <a:lnTo>
                  <a:pt x="1068532" y="219744"/>
                </a:lnTo>
                <a:lnTo>
                  <a:pt x="1088585" y="255156"/>
                </a:lnTo>
                <a:lnTo>
                  <a:pt x="1091083" y="248646"/>
                </a:lnTo>
                <a:lnTo>
                  <a:pt x="1088213" y="231517"/>
                </a:lnTo>
                <a:lnTo>
                  <a:pt x="1084726" y="212296"/>
                </a:lnTo>
                <a:lnTo>
                  <a:pt x="1084938" y="212484"/>
                </a:lnTo>
                <a:lnTo>
                  <a:pt x="1091238" y="247214"/>
                </a:lnTo>
                <a:lnTo>
                  <a:pt x="1091358" y="247928"/>
                </a:lnTo>
                <a:lnTo>
                  <a:pt x="1098218" y="230049"/>
                </a:lnTo>
                <a:lnTo>
                  <a:pt x="1089066" y="175430"/>
                </a:lnTo>
                <a:lnTo>
                  <a:pt x="1068381" y="215733"/>
                </a:lnTo>
                <a:close/>
                <a:moveTo>
                  <a:pt x="1036729" y="286250"/>
                </a:moveTo>
                <a:lnTo>
                  <a:pt x="1035852" y="288343"/>
                </a:lnTo>
                <a:lnTo>
                  <a:pt x="1029419" y="305601"/>
                </a:lnTo>
                <a:lnTo>
                  <a:pt x="1031048" y="308197"/>
                </a:lnTo>
                <a:lnTo>
                  <a:pt x="1034952" y="303013"/>
                </a:lnTo>
                <a:lnTo>
                  <a:pt x="1035205" y="302947"/>
                </a:lnTo>
                <a:lnTo>
                  <a:pt x="1031141" y="308345"/>
                </a:lnTo>
                <a:lnTo>
                  <a:pt x="1032529" y="310558"/>
                </a:lnTo>
                <a:lnTo>
                  <a:pt x="1037945" y="314437"/>
                </a:lnTo>
                <a:lnTo>
                  <a:pt x="1044777" y="300461"/>
                </a:lnTo>
                <a:close/>
                <a:moveTo>
                  <a:pt x="1062421" y="228585"/>
                </a:moveTo>
                <a:lnTo>
                  <a:pt x="1083320" y="257224"/>
                </a:lnTo>
                <a:lnTo>
                  <a:pt x="1086165" y="261465"/>
                </a:lnTo>
                <a:lnTo>
                  <a:pt x="1088168" y="256243"/>
                </a:lnTo>
                <a:lnTo>
                  <a:pt x="1066962" y="218794"/>
                </a:lnTo>
                <a:close/>
                <a:moveTo>
                  <a:pt x="977948" y="417686"/>
                </a:moveTo>
                <a:lnTo>
                  <a:pt x="977900" y="419474"/>
                </a:lnTo>
                <a:lnTo>
                  <a:pt x="980370" y="422296"/>
                </a:lnTo>
                <a:lnTo>
                  <a:pt x="981102" y="420013"/>
                </a:lnTo>
                <a:close/>
                <a:moveTo>
                  <a:pt x="390066" y="1733697"/>
                </a:moveTo>
                <a:lnTo>
                  <a:pt x="389513" y="1735793"/>
                </a:lnTo>
                <a:lnTo>
                  <a:pt x="394893" y="1735808"/>
                </a:lnTo>
                <a:close/>
                <a:moveTo>
                  <a:pt x="1056614" y="241106"/>
                </a:moveTo>
                <a:lnTo>
                  <a:pt x="1073931" y="270750"/>
                </a:lnTo>
                <a:lnTo>
                  <a:pt x="1078623" y="279035"/>
                </a:lnTo>
                <a:lnTo>
                  <a:pt x="1080303" y="276740"/>
                </a:lnTo>
                <a:lnTo>
                  <a:pt x="1085716" y="262633"/>
                </a:lnTo>
                <a:lnTo>
                  <a:pt x="1073646" y="244623"/>
                </a:lnTo>
                <a:lnTo>
                  <a:pt x="1062235" y="228986"/>
                </a:lnTo>
                <a:close/>
                <a:moveTo>
                  <a:pt x="994840" y="379202"/>
                </a:moveTo>
                <a:lnTo>
                  <a:pt x="991790" y="388638"/>
                </a:lnTo>
                <a:lnTo>
                  <a:pt x="993139" y="392622"/>
                </a:lnTo>
                <a:lnTo>
                  <a:pt x="993471" y="392206"/>
                </a:lnTo>
                <a:lnTo>
                  <a:pt x="994945" y="388535"/>
                </a:lnTo>
                <a:lnTo>
                  <a:pt x="996132" y="382437"/>
                </a:lnTo>
                <a:lnTo>
                  <a:pt x="996416" y="381075"/>
                </a:lnTo>
                <a:close/>
                <a:moveTo>
                  <a:pt x="947551" y="485027"/>
                </a:moveTo>
                <a:lnTo>
                  <a:pt x="948331" y="486564"/>
                </a:lnTo>
                <a:lnTo>
                  <a:pt x="948680" y="487018"/>
                </a:lnTo>
                <a:lnTo>
                  <a:pt x="948676" y="486939"/>
                </a:lnTo>
                <a:lnTo>
                  <a:pt x="948619" y="486664"/>
                </a:lnTo>
                <a:lnTo>
                  <a:pt x="947673" y="484876"/>
                </a:lnTo>
                <a:close/>
                <a:moveTo>
                  <a:pt x="1052866" y="249187"/>
                </a:moveTo>
                <a:lnTo>
                  <a:pt x="1056184" y="259269"/>
                </a:lnTo>
                <a:lnTo>
                  <a:pt x="1071029" y="279612"/>
                </a:lnTo>
                <a:lnTo>
                  <a:pt x="1055277" y="254284"/>
                </a:lnTo>
                <a:lnTo>
                  <a:pt x="1055891" y="254506"/>
                </a:lnTo>
                <a:lnTo>
                  <a:pt x="1074255" y="284032"/>
                </a:lnTo>
                <a:lnTo>
                  <a:pt x="1074609" y="284518"/>
                </a:lnTo>
                <a:lnTo>
                  <a:pt x="1078189" y="279628"/>
                </a:lnTo>
                <a:lnTo>
                  <a:pt x="1059835" y="247219"/>
                </a:lnTo>
                <a:lnTo>
                  <a:pt x="1056459" y="241439"/>
                </a:lnTo>
                <a:close/>
                <a:moveTo>
                  <a:pt x="381209" y="1753142"/>
                </a:moveTo>
                <a:lnTo>
                  <a:pt x="381423" y="1755386"/>
                </a:lnTo>
                <a:lnTo>
                  <a:pt x="382879" y="1756241"/>
                </a:lnTo>
                <a:lnTo>
                  <a:pt x="383432" y="1753736"/>
                </a:lnTo>
                <a:close/>
                <a:moveTo>
                  <a:pt x="1051247" y="252677"/>
                </a:moveTo>
                <a:lnTo>
                  <a:pt x="1053593" y="255803"/>
                </a:lnTo>
                <a:lnTo>
                  <a:pt x="1052017" y="251016"/>
                </a:lnTo>
                <a:close/>
                <a:moveTo>
                  <a:pt x="979376" y="413572"/>
                </a:moveTo>
                <a:lnTo>
                  <a:pt x="981505" y="416406"/>
                </a:lnTo>
                <a:lnTo>
                  <a:pt x="982138" y="416783"/>
                </a:lnTo>
                <a:lnTo>
                  <a:pt x="982840" y="414592"/>
                </a:lnTo>
                <a:lnTo>
                  <a:pt x="980733" y="411880"/>
                </a:lnTo>
                <a:close/>
                <a:moveTo>
                  <a:pt x="371052" y="1775696"/>
                </a:moveTo>
                <a:lnTo>
                  <a:pt x="374741" y="1776951"/>
                </a:lnTo>
                <a:lnTo>
                  <a:pt x="378089" y="1777906"/>
                </a:lnTo>
                <a:lnTo>
                  <a:pt x="378325" y="1776843"/>
                </a:lnTo>
                <a:lnTo>
                  <a:pt x="375632" y="1775893"/>
                </a:lnTo>
                <a:close/>
                <a:moveTo>
                  <a:pt x="1049814" y="255770"/>
                </a:moveTo>
                <a:lnTo>
                  <a:pt x="1052094" y="261868"/>
                </a:lnTo>
                <a:lnTo>
                  <a:pt x="1064221" y="298708"/>
                </a:lnTo>
                <a:lnTo>
                  <a:pt x="1064864" y="297829"/>
                </a:lnTo>
                <a:lnTo>
                  <a:pt x="1064045" y="296513"/>
                </a:lnTo>
                <a:lnTo>
                  <a:pt x="1064502" y="296678"/>
                </a:lnTo>
                <a:lnTo>
                  <a:pt x="1065056" y="297567"/>
                </a:lnTo>
                <a:lnTo>
                  <a:pt x="1065085" y="297527"/>
                </a:lnTo>
                <a:lnTo>
                  <a:pt x="1058024" y="269263"/>
                </a:lnTo>
                <a:lnTo>
                  <a:pt x="1053837" y="256542"/>
                </a:lnTo>
                <a:lnTo>
                  <a:pt x="1051158" y="252871"/>
                </a:lnTo>
                <a:close/>
                <a:moveTo>
                  <a:pt x="995352" y="377619"/>
                </a:moveTo>
                <a:lnTo>
                  <a:pt x="994911" y="378983"/>
                </a:lnTo>
                <a:lnTo>
                  <a:pt x="996466" y="380831"/>
                </a:lnTo>
                <a:lnTo>
                  <a:pt x="996870" y="378896"/>
                </a:lnTo>
                <a:close/>
                <a:moveTo>
                  <a:pt x="1046544" y="262818"/>
                </a:moveTo>
                <a:lnTo>
                  <a:pt x="1036920" y="285794"/>
                </a:lnTo>
                <a:lnTo>
                  <a:pt x="1044985" y="300036"/>
                </a:lnTo>
                <a:lnTo>
                  <a:pt x="1048161" y="293538"/>
                </a:lnTo>
                <a:lnTo>
                  <a:pt x="1048357" y="293443"/>
                </a:lnTo>
                <a:lnTo>
                  <a:pt x="1045064" y="300178"/>
                </a:lnTo>
                <a:lnTo>
                  <a:pt x="1046820" y="303278"/>
                </a:lnTo>
                <a:lnTo>
                  <a:pt x="1050441" y="292449"/>
                </a:lnTo>
                <a:lnTo>
                  <a:pt x="1050847" y="292182"/>
                </a:lnTo>
                <a:lnTo>
                  <a:pt x="1047019" y="303630"/>
                </a:lnTo>
                <a:lnTo>
                  <a:pt x="1052949" y="314103"/>
                </a:lnTo>
                <a:lnTo>
                  <a:pt x="1063474" y="299728"/>
                </a:lnTo>
                <a:lnTo>
                  <a:pt x="1049341" y="256789"/>
                </a:lnTo>
                <a:close/>
                <a:moveTo>
                  <a:pt x="390930" y="1730421"/>
                </a:moveTo>
                <a:lnTo>
                  <a:pt x="390838" y="1730770"/>
                </a:lnTo>
                <a:lnTo>
                  <a:pt x="398630" y="1734072"/>
                </a:lnTo>
                <a:lnTo>
                  <a:pt x="395882" y="1731966"/>
                </a:lnTo>
                <a:close/>
                <a:moveTo>
                  <a:pt x="978527" y="414632"/>
                </a:moveTo>
                <a:lnTo>
                  <a:pt x="978634" y="414696"/>
                </a:lnTo>
                <a:lnTo>
                  <a:pt x="978557" y="414594"/>
                </a:lnTo>
                <a:close/>
                <a:moveTo>
                  <a:pt x="391112" y="1729733"/>
                </a:moveTo>
                <a:lnTo>
                  <a:pt x="391086" y="1729831"/>
                </a:lnTo>
                <a:lnTo>
                  <a:pt x="391731" y="1730028"/>
                </a:lnTo>
                <a:lnTo>
                  <a:pt x="393257" y="1729953"/>
                </a:lnTo>
                <a:lnTo>
                  <a:pt x="393004" y="1729759"/>
                </a:lnTo>
                <a:close/>
                <a:moveTo>
                  <a:pt x="1036353" y="284793"/>
                </a:moveTo>
                <a:lnTo>
                  <a:pt x="1036739" y="285475"/>
                </a:lnTo>
                <a:lnTo>
                  <a:pt x="1043296" y="269822"/>
                </a:lnTo>
                <a:close/>
                <a:moveTo>
                  <a:pt x="1035244" y="287184"/>
                </a:moveTo>
                <a:lnTo>
                  <a:pt x="1028714" y="304475"/>
                </a:lnTo>
                <a:lnTo>
                  <a:pt x="1028910" y="304787"/>
                </a:lnTo>
                <a:lnTo>
                  <a:pt x="1031008" y="299158"/>
                </a:lnTo>
                <a:lnTo>
                  <a:pt x="1036548" y="285932"/>
                </a:lnTo>
                <a:lnTo>
                  <a:pt x="1036150" y="285230"/>
                </a:lnTo>
                <a:close/>
                <a:moveTo>
                  <a:pt x="978013" y="415286"/>
                </a:moveTo>
                <a:lnTo>
                  <a:pt x="977978" y="416592"/>
                </a:lnTo>
                <a:lnTo>
                  <a:pt x="981391" y="419111"/>
                </a:lnTo>
                <a:lnTo>
                  <a:pt x="981559" y="418589"/>
                </a:lnTo>
                <a:lnTo>
                  <a:pt x="979943" y="416436"/>
                </a:lnTo>
                <a:close/>
                <a:moveTo>
                  <a:pt x="391400" y="1728642"/>
                </a:moveTo>
                <a:lnTo>
                  <a:pt x="391197" y="1729409"/>
                </a:lnTo>
                <a:lnTo>
                  <a:pt x="392572" y="1729428"/>
                </a:lnTo>
                <a:lnTo>
                  <a:pt x="392031" y="1729013"/>
                </a:lnTo>
                <a:close/>
                <a:moveTo>
                  <a:pt x="945611" y="487438"/>
                </a:moveTo>
                <a:lnTo>
                  <a:pt x="945746" y="487536"/>
                </a:lnTo>
                <a:lnTo>
                  <a:pt x="946080" y="488697"/>
                </a:lnTo>
                <a:lnTo>
                  <a:pt x="948077" y="489589"/>
                </a:lnTo>
                <a:lnTo>
                  <a:pt x="947203" y="487626"/>
                </a:lnTo>
                <a:lnTo>
                  <a:pt x="946420" y="486433"/>
                </a:lnTo>
                <a:close/>
                <a:moveTo>
                  <a:pt x="944989" y="488211"/>
                </a:moveTo>
                <a:lnTo>
                  <a:pt x="945721" y="488537"/>
                </a:lnTo>
                <a:lnTo>
                  <a:pt x="945460" y="487626"/>
                </a:lnTo>
                <a:close/>
                <a:moveTo>
                  <a:pt x="940412" y="498255"/>
                </a:moveTo>
                <a:lnTo>
                  <a:pt x="940366" y="498518"/>
                </a:lnTo>
                <a:lnTo>
                  <a:pt x="940933" y="500065"/>
                </a:lnTo>
                <a:lnTo>
                  <a:pt x="941383" y="499376"/>
                </a:lnTo>
                <a:close/>
                <a:moveTo>
                  <a:pt x="381644" y="1749352"/>
                </a:moveTo>
                <a:lnTo>
                  <a:pt x="381785" y="1749489"/>
                </a:lnTo>
                <a:lnTo>
                  <a:pt x="384153" y="1750473"/>
                </a:lnTo>
                <a:lnTo>
                  <a:pt x="384256" y="1750004"/>
                </a:lnTo>
                <a:lnTo>
                  <a:pt x="382263" y="1749441"/>
                </a:lnTo>
                <a:close/>
                <a:moveTo>
                  <a:pt x="381282" y="1750008"/>
                </a:moveTo>
                <a:lnTo>
                  <a:pt x="383735" y="1752364"/>
                </a:lnTo>
                <a:lnTo>
                  <a:pt x="383791" y="1752114"/>
                </a:lnTo>
                <a:lnTo>
                  <a:pt x="381942" y="1750282"/>
                </a:lnTo>
                <a:close/>
                <a:moveTo>
                  <a:pt x="380967" y="1750614"/>
                </a:moveTo>
                <a:lnTo>
                  <a:pt x="381123" y="1752255"/>
                </a:lnTo>
                <a:lnTo>
                  <a:pt x="383269" y="1752828"/>
                </a:lnTo>
                <a:close/>
                <a:moveTo>
                  <a:pt x="961041" y="451592"/>
                </a:moveTo>
                <a:lnTo>
                  <a:pt x="961628" y="453117"/>
                </a:lnTo>
                <a:lnTo>
                  <a:pt x="963444" y="455532"/>
                </a:lnTo>
                <a:lnTo>
                  <a:pt x="963450" y="452662"/>
                </a:lnTo>
                <a:close/>
                <a:moveTo>
                  <a:pt x="1002023" y="359538"/>
                </a:moveTo>
                <a:lnTo>
                  <a:pt x="1003276" y="364185"/>
                </a:lnTo>
                <a:lnTo>
                  <a:pt x="1003611" y="363299"/>
                </a:lnTo>
                <a:close/>
                <a:moveTo>
                  <a:pt x="940734" y="496383"/>
                </a:moveTo>
                <a:lnTo>
                  <a:pt x="940512" y="497673"/>
                </a:lnTo>
                <a:lnTo>
                  <a:pt x="941642" y="498978"/>
                </a:lnTo>
                <a:lnTo>
                  <a:pt x="941969" y="498479"/>
                </a:lnTo>
                <a:close/>
                <a:moveTo>
                  <a:pt x="395138" y="1717722"/>
                </a:moveTo>
                <a:lnTo>
                  <a:pt x="403485" y="1720737"/>
                </a:lnTo>
                <a:lnTo>
                  <a:pt x="406167" y="1721385"/>
                </a:lnTo>
                <a:lnTo>
                  <a:pt x="401909" y="1717339"/>
                </a:lnTo>
                <a:close/>
                <a:moveTo>
                  <a:pt x="940927" y="495586"/>
                </a:moveTo>
                <a:lnTo>
                  <a:pt x="942313" y="497952"/>
                </a:lnTo>
                <a:lnTo>
                  <a:pt x="942402" y="497816"/>
                </a:lnTo>
                <a:lnTo>
                  <a:pt x="942802" y="497262"/>
                </a:lnTo>
                <a:close/>
                <a:moveTo>
                  <a:pt x="386862" y="1736186"/>
                </a:moveTo>
                <a:lnTo>
                  <a:pt x="387516" y="1736396"/>
                </a:lnTo>
                <a:lnTo>
                  <a:pt x="387568" y="1736198"/>
                </a:lnTo>
                <a:close/>
                <a:moveTo>
                  <a:pt x="1017603" y="323522"/>
                </a:moveTo>
                <a:lnTo>
                  <a:pt x="1018281" y="324452"/>
                </a:lnTo>
                <a:lnTo>
                  <a:pt x="1019659" y="320802"/>
                </a:lnTo>
                <a:close/>
                <a:moveTo>
                  <a:pt x="1000378" y="362078"/>
                </a:moveTo>
                <a:lnTo>
                  <a:pt x="995556" y="376989"/>
                </a:lnTo>
                <a:lnTo>
                  <a:pt x="997013" y="378213"/>
                </a:lnTo>
                <a:close/>
                <a:moveTo>
                  <a:pt x="353234" y="1810700"/>
                </a:moveTo>
                <a:lnTo>
                  <a:pt x="358152" y="1812642"/>
                </a:lnTo>
                <a:lnTo>
                  <a:pt x="364399" y="1812761"/>
                </a:lnTo>
                <a:lnTo>
                  <a:pt x="364386" y="1812669"/>
                </a:lnTo>
                <a:close/>
                <a:moveTo>
                  <a:pt x="1013243" y="332537"/>
                </a:moveTo>
                <a:lnTo>
                  <a:pt x="1014076" y="335588"/>
                </a:lnTo>
                <a:lnTo>
                  <a:pt x="1017342" y="326936"/>
                </a:lnTo>
                <a:close/>
                <a:moveTo>
                  <a:pt x="1001478" y="358678"/>
                </a:moveTo>
                <a:lnTo>
                  <a:pt x="1001419" y="358860"/>
                </a:lnTo>
                <a:lnTo>
                  <a:pt x="997563" y="378676"/>
                </a:lnTo>
                <a:lnTo>
                  <a:pt x="998360" y="379345"/>
                </a:lnTo>
                <a:lnTo>
                  <a:pt x="999869" y="373206"/>
                </a:lnTo>
                <a:lnTo>
                  <a:pt x="1003042" y="364803"/>
                </a:lnTo>
                <a:close/>
                <a:moveTo>
                  <a:pt x="361863" y="1790779"/>
                </a:moveTo>
                <a:lnTo>
                  <a:pt x="362022" y="1792032"/>
                </a:lnTo>
                <a:lnTo>
                  <a:pt x="370389" y="1792247"/>
                </a:lnTo>
                <a:close/>
                <a:moveTo>
                  <a:pt x="941367" y="492712"/>
                </a:moveTo>
                <a:lnTo>
                  <a:pt x="940951" y="495126"/>
                </a:lnTo>
                <a:lnTo>
                  <a:pt x="943013" y="496970"/>
                </a:lnTo>
                <a:lnTo>
                  <a:pt x="944873" y="494395"/>
                </a:lnTo>
                <a:lnTo>
                  <a:pt x="941854" y="492106"/>
                </a:lnTo>
                <a:close/>
                <a:moveTo>
                  <a:pt x="356492" y="1801421"/>
                </a:moveTo>
                <a:lnTo>
                  <a:pt x="363185" y="1804099"/>
                </a:lnTo>
                <a:lnTo>
                  <a:pt x="363033" y="1803008"/>
                </a:lnTo>
                <a:lnTo>
                  <a:pt x="361594" y="1801804"/>
                </a:lnTo>
                <a:close/>
                <a:moveTo>
                  <a:pt x="370917" y="1769076"/>
                </a:moveTo>
                <a:lnTo>
                  <a:pt x="374114" y="1770496"/>
                </a:lnTo>
                <a:lnTo>
                  <a:pt x="372960" y="1769267"/>
                </a:lnTo>
                <a:close/>
                <a:moveTo>
                  <a:pt x="978100" y="409286"/>
                </a:moveTo>
                <a:lnTo>
                  <a:pt x="978160" y="409783"/>
                </a:lnTo>
                <a:lnTo>
                  <a:pt x="978117" y="411361"/>
                </a:lnTo>
                <a:lnTo>
                  <a:pt x="979090" y="410148"/>
                </a:lnTo>
                <a:close/>
                <a:moveTo>
                  <a:pt x="388300" y="1729695"/>
                </a:moveTo>
                <a:lnTo>
                  <a:pt x="389186" y="1730070"/>
                </a:lnTo>
                <a:lnTo>
                  <a:pt x="389233" y="1729892"/>
                </a:lnTo>
                <a:lnTo>
                  <a:pt x="388617" y="1729700"/>
                </a:lnTo>
                <a:close/>
                <a:moveTo>
                  <a:pt x="395316" y="1713801"/>
                </a:moveTo>
                <a:lnTo>
                  <a:pt x="394380" y="1717347"/>
                </a:lnTo>
                <a:lnTo>
                  <a:pt x="401494" y="1716946"/>
                </a:lnTo>
                <a:lnTo>
                  <a:pt x="398567" y="1714165"/>
                </a:lnTo>
                <a:close/>
                <a:moveTo>
                  <a:pt x="977985" y="408340"/>
                </a:moveTo>
                <a:lnTo>
                  <a:pt x="978033" y="408735"/>
                </a:lnTo>
                <a:lnTo>
                  <a:pt x="978832" y="409430"/>
                </a:lnTo>
                <a:close/>
                <a:moveTo>
                  <a:pt x="1005063" y="347595"/>
                </a:moveTo>
                <a:lnTo>
                  <a:pt x="1001854" y="357514"/>
                </a:lnTo>
                <a:lnTo>
                  <a:pt x="1003935" y="362439"/>
                </a:lnTo>
                <a:lnTo>
                  <a:pt x="1007980" y="351728"/>
                </a:lnTo>
                <a:close/>
                <a:moveTo>
                  <a:pt x="395891" y="1711624"/>
                </a:moveTo>
                <a:lnTo>
                  <a:pt x="395362" y="1713630"/>
                </a:lnTo>
                <a:lnTo>
                  <a:pt x="398356" y="1713965"/>
                </a:lnTo>
                <a:close/>
                <a:moveTo>
                  <a:pt x="959894" y="448620"/>
                </a:moveTo>
                <a:lnTo>
                  <a:pt x="960599" y="450446"/>
                </a:lnTo>
                <a:lnTo>
                  <a:pt x="963384" y="451553"/>
                </a:lnTo>
                <a:close/>
                <a:moveTo>
                  <a:pt x="380511" y="1745849"/>
                </a:moveTo>
                <a:lnTo>
                  <a:pt x="380512" y="1745864"/>
                </a:lnTo>
                <a:lnTo>
                  <a:pt x="384759" y="1747729"/>
                </a:lnTo>
                <a:lnTo>
                  <a:pt x="384881" y="1747180"/>
                </a:lnTo>
                <a:lnTo>
                  <a:pt x="383094" y="1746209"/>
                </a:lnTo>
                <a:close/>
                <a:moveTo>
                  <a:pt x="1005402" y="346544"/>
                </a:moveTo>
                <a:lnTo>
                  <a:pt x="1005191" y="347196"/>
                </a:lnTo>
                <a:lnTo>
                  <a:pt x="1008123" y="351350"/>
                </a:lnTo>
                <a:lnTo>
                  <a:pt x="1008492" y="350373"/>
                </a:lnTo>
                <a:close/>
                <a:moveTo>
                  <a:pt x="1012612" y="330220"/>
                </a:moveTo>
                <a:lnTo>
                  <a:pt x="1013122" y="332093"/>
                </a:lnTo>
                <a:lnTo>
                  <a:pt x="1015418" y="328957"/>
                </a:lnTo>
                <a:lnTo>
                  <a:pt x="1017748" y="325863"/>
                </a:lnTo>
                <a:lnTo>
                  <a:pt x="1018198" y="324670"/>
                </a:lnTo>
                <a:lnTo>
                  <a:pt x="1017490" y="323670"/>
                </a:lnTo>
                <a:lnTo>
                  <a:pt x="1015186" y="326716"/>
                </a:lnTo>
                <a:close/>
                <a:moveTo>
                  <a:pt x="351482" y="1810391"/>
                </a:moveTo>
                <a:lnTo>
                  <a:pt x="356328" y="1812606"/>
                </a:lnTo>
                <a:lnTo>
                  <a:pt x="357645" y="1812632"/>
                </a:lnTo>
                <a:lnTo>
                  <a:pt x="352518" y="1810608"/>
                </a:lnTo>
                <a:lnTo>
                  <a:pt x="352496" y="1810569"/>
                </a:lnTo>
                <a:close/>
                <a:moveTo>
                  <a:pt x="375951" y="1755316"/>
                </a:moveTo>
                <a:lnTo>
                  <a:pt x="376875" y="1755892"/>
                </a:lnTo>
                <a:lnTo>
                  <a:pt x="377036" y="1755956"/>
                </a:lnTo>
                <a:lnTo>
                  <a:pt x="376278" y="1755411"/>
                </a:lnTo>
                <a:close/>
                <a:moveTo>
                  <a:pt x="387452" y="1729335"/>
                </a:moveTo>
                <a:lnTo>
                  <a:pt x="387507" y="1729359"/>
                </a:lnTo>
                <a:lnTo>
                  <a:pt x="387527" y="1729360"/>
                </a:lnTo>
                <a:close/>
                <a:moveTo>
                  <a:pt x="1007776" y="340003"/>
                </a:moveTo>
                <a:lnTo>
                  <a:pt x="1011076" y="343530"/>
                </a:lnTo>
                <a:lnTo>
                  <a:pt x="1013405" y="337363"/>
                </a:lnTo>
                <a:lnTo>
                  <a:pt x="1012521" y="333523"/>
                </a:lnTo>
                <a:close/>
                <a:moveTo>
                  <a:pt x="380405" y="1744747"/>
                </a:moveTo>
                <a:lnTo>
                  <a:pt x="380475" y="1745481"/>
                </a:lnTo>
                <a:lnTo>
                  <a:pt x="382195" y="1745720"/>
                </a:lnTo>
                <a:close/>
                <a:moveTo>
                  <a:pt x="361411" y="1787194"/>
                </a:moveTo>
                <a:lnTo>
                  <a:pt x="361600" y="1788692"/>
                </a:lnTo>
                <a:lnTo>
                  <a:pt x="365431" y="1789308"/>
                </a:lnTo>
                <a:close/>
                <a:moveTo>
                  <a:pt x="1007201" y="340982"/>
                </a:moveTo>
                <a:lnTo>
                  <a:pt x="1006483" y="343204"/>
                </a:lnTo>
                <a:lnTo>
                  <a:pt x="1009695" y="347186"/>
                </a:lnTo>
                <a:lnTo>
                  <a:pt x="1010497" y="345066"/>
                </a:lnTo>
                <a:close/>
                <a:moveTo>
                  <a:pt x="374934" y="1755698"/>
                </a:moveTo>
                <a:lnTo>
                  <a:pt x="378979" y="1760009"/>
                </a:lnTo>
                <a:lnTo>
                  <a:pt x="381331" y="1760038"/>
                </a:lnTo>
                <a:lnTo>
                  <a:pt x="381256" y="1759243"/>
                </a:lnTo>
                <a:lnTo>
                  <a:pt x="377104" y="1756657"/>
                </a:lnTo>
                <a:close/>
                <a:moveTo>
                  <a:pt x="1005931" y="342524"/>
                </a:moveTo>
                <a:lnTo>
                  <a:pt x="1005938" y="342532"/>
                </a:lnTo>
                <a:lnTo>
                  <a:pt x="1005948" y="342501"/>
                </a:lnTo>
                <a:close/>
                <a:moveTo>
                  <a:pt x="938496" y="493415"/>
                </a:moveTo>
                <a:lnTo>
                  <a:pt x="938572" y="493623"/>
                </a:lnTo>
                <a:lnTo>
                  <a:pt x="938592" y="493500"/>
                </a:lnTo>
                <a:close/>
                <a:moveTo>
                  <a:pt x="1009164" y="334911"/>
                </a:moveTo>
                <a:lnTo>
                  <a:pt x="1007664" y="339548"/>
                </a:lnTo>
                <a:lnTo>
                  <a:pt x="1012414" y="333060"/>
                </a:lnTo>
                <a:lnTo>
                  <a:pt x="1012187" y="332069"/>
                </a:lnTo>
                <a:lnTo>
                  <a:pt x="1011934" y="331142"/>
                </a:lnTo>
                <a:close/>
                <a:moveTo>
                  <a:pt x="1004023" y="346120"/>
                </a:moveTo>
                <a:lnTo>
                  <a:pt x="1002596" y="352959"/>
                </a:lnTo>
                <a:lnTo>
                  <a:pt x="1004549" y="346866"/>
                </a:lnTo>
                <a:close/>
                <a:moveTo>
                  <a:pt x="959798" y="445087"/>
                </a:moveTo>
                <a:lnTo>
                  <a:pt x="959581" y="447810"/>
                </a:lnTo>
                <a:lnTo>
                  <a:pt x="959738" y="448215"/>
                </a:lnTo>
                <a:lnTo>
                  <a:pt x="963050" y="450924"/>
                </a:lnTo>
                <a:lnTo>
                  <a:pt x="963453" y="451262"/>
                </a:lnTo>
                <a:lnTo>
                  <a:pt x="963455" y="449754"/>
                </a:lnTo>
                <a:close/>
                <a:moveTo>
                  <a:pt x="943276" y="481642"/>
                </a:moveTo>
                <a:lnTo>
                  <a:pt x="942347" y="487030"/>
                </a:lnTo>
                <a:lnTo>
                  <a:pt x="943972" y="487755"/>
                </a:lnTo>
                <a:lnTo>
                  <a:pt x="945865" y="485587"/>
                </a:lnTo>
                <a:close/>
                <a:moveTo>
                  <a:pt x="1004236" y="345099"/>
                </a:moveTo>
                <a:lnTo>
                  <a:pt x="1004116" y="345673"/>
                </a:lnTo>
                <a:lnTo>
                  <a:pt x="1004676" y="346468"/>
                </a:lnTo>
                <a:lnTo>
                  <a:pt x="1004865" y="345879"/>
                </a:lnTo>
                <a:close/>
                <a:moveTo>
                  <a:pt x="1011223" y="328542"/>
                </a:moveTo>
                <a:lnTo>
                  <a:pt x="1009474" y="333953"/>
                </a:lnTo>
                <a:lnTo>
                  <a:pt x="1011844" y="330817"/>
                </a:lnTo>
                <a:close/>
                <a:moveTo>
                  <a:pt x="951517" y="462068"/>
                </a:moveTo>
                <a:lnTo>
                  <a:pt x="951774" y="462909"/>
                </a:lnTo>
                <a:lnTo>
                  <a:pt x="952319" y="463602"/>
                </a:lnTo>
                <a:lnTo>
                  <a:pt x="952583" y="460286"/>
                </a:lnTo>
                <a:close/>
                <a:moveTo>
                  <a:pt x="959974" y="442878"/>
                </a:moveTo>
                <a:lnTo>
                  <a:pt x="959953" y="443138"/>
                </a:lnTo>
                <a:lnTo>
                  <a:pt x="960942" y="444225"/>
                </a:lnTo>
                <a:lnTo>
                  <a:pt x="962759" y="445805"/>
                </a:lnTo>
                <a:close/>
                <a:moveTo>
                  <a:pt x="977428" y="403745"/>
                </a:moveTo>
                <a:lnTo>
                  <a:pt x="977576" y="404967"/>
                </a:lnTo>
                <a:lnTo>
                  <a:pt x="979742" y="407536"/>
                </a:lnTo>
                <a:close/>
                <a:moveTo>
                  <a:pt x="374055" y="1754762"/>
                </a:moveTo>
                <a:lnTo>
                  <a:pt x="374079" y="1754787"/>
                </a:lnTo>
                <a:lnTo>
                  <a:pt x="374143" y="1754812"/>
                </a:lnTo>
                <a:lnTo>
                  <a:pt x="374068" y="1754766"/>
                </a:lnTo>
                <a:close/>
                <a:moveTo>
                  <a:pt x="1006458" y="338593"/>
                </a:moveTo>
                <a:lnTo>
                  <a:pt x="1007011" y="339184"/>
                </a:lnTo>
                <a:lnTo>
                  <a:pt x="1007775" y="336801"/>
                </a:lnTo>
                <a:close/>
                <a:moveTo>
                  <a:pt x="945541" y="474797"/>
                </a:moveTo>
                <a:lnTo>
                  <a:pt x="946284" y="475417"/>
                </a:lnTo>
                <a:lnTo>
                  <a:pt x="946217" y="475098"/>
                </a:lnTo>
                <a:close/>
                <a:moveTo>
                  <a:pt x="948518" y="467870"/>
                </a:moveTo>
                <a:lnTo>
                  <a:pt x="948923" y="469820"/>
                </a:lnTo>
                <a:lnTo>
                  <a:pt x="948929" y="469826"/>
                </a:lnTo>
                <a:lnTo>
                  <a:pt x="948594" y="467943"/>
                </a:lnTo>
                <a:close/>
                <a:moveTo>
                  <a:pt x="981569" y="393638"/>
                </a:moveTo>
                <a:lnTo>
                  <a:pt x="986441" y="400978"/>
                </a:lnTo>
                <a:lnTo>
                  <a:pt x="987181" y="400055"/>
                </a:lnTo>
                <a:close/>
                <a:moveTo>
                  <a:pt x="400161" y="1695445"/>
                </a:moveTo>
                <a:lnTo>
                  <a:pt x="399661" y="1697336"/>
                </a:lnTo>
                <a:lnTo>
                  <a:pt x="400707" y="1698000"/>
                </a:lnTo>
                <a:lnTo>
                  <a:pt x="404342" y="1697768"/>
                </a:lnTo>
                <a:lnTo>
                  <a:pt x="401726" y="1695613"/>
                </a:lnTo>
                <a:close/>
                <a:moveTo>
                  <a:pt x="943936" y="477811"/>
                </a:moveTo>
                <a:lnTo>
                  <a:pt x="943924" y="477882"/>
                </a:lnTo>
                <a:lnTo>
                  <a:pt x="947110" y="484159"/>
                </a:lnTo>
                <a:lnTo>
                  <a:pt x="947225" y="484028"/>
                </a:lnTo>
                <a:close/>
                <a:moveTo>
                  <a:pt x="944935" y="475368"/>
                </a:moveTo>
                <a:lnTo>
                  <a:pt x="946964" y="478691"/>
                </a:lnTo>
                <a:lnTo>
                  <a:pt x="946554" y="476718"/>
                </a:lnTo>
                <a:close/>
                <a:moveTo>
                  <a:pt x="1005250" y="340236"/>
                </a:moveTo>
                <a:lnTo>
                  <a:pt x="1005011" y="341383"/>
                </a:lnTo>
                <a:lnTo>
                  <a:pt x="1005698" y="342235"/>
                </a:lnTo>
                <a:lnTo>
                  <a:pt x="1006295" y="341419"/>
                </a:lnTo>
                <a:lnTo>
                  <a:pt x="1006652" y="340304"/>
                </a:lnTo>
                <a:lnTo>
                  <a:pt x="1005839" y="339435"/>
                </a:lnTo>
                <a:close/>
                <a:moveTo>
                  <a:pt x="937691" y="491220"/>
                </a:moveTo>
                <a:lnTo>
                  <a:pt x="938234" y="492702"/>
                </a:lnTo>
                <a:lnTo>
                  <a:pt x="938659" y="493080"/>
                </a:lnTo>
                <a:lnTo>
                  <a:pt x="938687" y="492908"/>
                </a:lnTo>
                <a:close/>
                <a:moveTo>
                  <a:pt x="1004695" y="340991"/>
                </a:moveTo>
                <a:lnTo>
                  <a:pt x="1004760" y="341072"/>
                </a:lnTo>
                <a:lnTo>
                  <a:pt x="1004810" y="340835"/>
                </a:lnTo>
                <a:close/>
                <a:moveTo>
                  <a:pt x="1005494" y="339066"/>
                </a:moveTo>
                <a:lnTo>
                  <a:pt x="1005451" y="339274"/>
                </a:lnTo>
                <a:lnTo>
                  <a:pt x="1005557" y="339134"/>
                </a:lnTo>
                <a:close/>
                <a:moveTo>
                  <a:pt x="960938" y="438676"/>
                </a:moveTo>
                <a:lnTo>
                  <a:pt x="960430" y="440737"/>
                </a:lnTo>
                <a:lnTo>
                  <a:pt x="963467" y="443928"/>
                </a:lnTo>
                <a:lnTo>
                  <a:pt x="963470" y="442384"/>
                </a:lnTo>
                <a:close/>
                <a:moveTo>
                  <a:pt x="1014242" y="319207"/>
                </a:moveTo>
                <a:lnTo>
                  <a:pt x="1011728" y="326981"/>
                </a:lnTo>
                <a:lnTo>
                  <a:pt x="1012528" y="329913"/>
                </a:lnTo>
                <a:lnTo>
                  <a:pt x="1017373" y="323504"/>
                </a:lnTo>
                <a:lnTo>
                  <a:pt x="1017352" y="323474"/>
                </a:lnTo>
                <a:close/>
                <a:moveTo>
                  <a:pt x="374608" y="1751382"/>
                </a:moveTo>
                <a:lnTo>
                  <a:pt x="380854" y="1755052"/>
                </a:lnTo>
                <a:lnTo>
                  <a:pt x="380658" y="1752995"/>
                </a:lnTo>
                <a:close/>
                <a:moveTo>
                  <a:pt x="961164" y="437754"/>
                </a:moveTo>
                <a:lnTo>
                  <a:pt x="961134" y="437875"/>
                </a:lnTo>
                <a:lnTo>
                  <a:pt x="963473" y="441297"/>
                </a:lnTo>
                <a:lnTo>
                  <a:pt x="963475" y="440039"/>
                </a:lnTo>
                <a:close/>
                <a:moveTo>
                  <a:pt x="989931" y="373063"/>
                </a:moveTo>
                <a:lnTo>
                  <a:pt x="994435" y="378418"/>
                </a:lnTo>
                <a:lnTo>
                  <a:pt x="994831" y="377181"/>
                </a:lnTo>
                <a:close/>
                <a:moveTo>
                  <a:pt x="961370" y="436915"/>
                </a:moveTo>
                <a:lnTo>
                  <a:pt x="961247" y="437414"/>
                </a:lnTo>
                <a:lnTo>
                  <a:pt x="963477" y="439616"/>
                </a:lnTo>
                <a:lnTo>
                  <a:pt x="963478" y="439088"/>
                </a:lnTo>
                <a:close/>
                <a:moveTo>
                  <a:pt x="999720" y="351007"/>
                </a:moveTo>
                <a:lnTo>
                  <a:pt x="1000808" y="355040"/>
                </a:lnTo>
                <a:lnTo>
                  <a:pt x="1001445" y="356548"/>
                </a:lnTo>
                <a:lnTo>
                  <a:pt x="1001693" y="355776"/>
                </a:lnTo>
                <a:lnTo>
                  <a:pt x="1003779" y="345775"/>
                </a:lnTo>
                <a:lnTo>
                  <a:pt x="1003667" y="345616"/>
                </a:lnTo>
                <a:close/>
                <a:moveTo>
                  <a:pt x="1015138" y="316437"/>
                </a:moveTo>
                <a:lnTo>
                  <a:pt x="1014308" y="319002"/>
                </a:lnTo>
                <a:lnTo>
                  <a:pt x="1017483" y="323358"/>
                </a:lnTo>
                <a:lnTo>
                  <a:pt x="1019903" y="320157"/>
                </a:lnTo>
                <a:lnTo>
                  <a:pt x="1019994" y="319914"/>
                </a:lnTo>
                <a:close/>
                <a:moveTo>
                  <a:pt x="962136" y="435079"/>
                </a:moveTo>
                <a:lnTo>
                  <a:pt x="963277" y="436397"/>
                </a:lnTo>
                <a:lnTo>
                  <a:pt x="963483" y="436596"/>
                </a:lnTo>
                <a:lnTo>
                  <a:pt x="963487" y="434282"/>
                </a:lnTo>
                <a:lnTo>
                  <a:pt x="963050" y="433940"/>
                </a:lnTo>
                <a:close/>
                <a:moveTo>
                  <a:pt x="945328" y="472554"/>
                </a:moveTo>
                <a:lnTo>
                  <a:pt x="945726" y="472731"/>
                </a:lnTo>
                <a:lnTo>
                  <a:pt x="945708" y="472644"/>
                </a:lnTo>
                <a:lnTo>
                  <a:pt x="945484" y="472286"/>
                </a:lnTo>
                <a:close/>
                <a:moveTo>
                  <a:pt x="936703" y="491813"/>
                </a:moveTo>
                <a:lnTo>
                  <a:pt x="936668" y="491992"/>
                </a:lnTo>
                <a:lnTo>
                  <a:pt x="937777" y="494136"/>
                </a:lnTo>
                <a:lnTo>
                  <a:pt x="937106" y="492172"/>
                </a:lnTo>
                <a:close/>
                <a:moveTo>
                  <a:pt x="999330" y="351540"/>
                </a:moveTo>
                <a:lnTo>
                  <a:pt x="1000152" y="353486"/>
                </a:lnTo>
                <a:lnTo>
                  <a:pt x="999926" y="352599"/>
                </a:lnTo>
                <a:lnTo>
                  <a:pt x="999556" y="351231"/>
                </a:lnTo>
                <a:close/>
                <a:moveTo>
                  <a:pt x="961682" y="435646"/>
                </a:moveTo>
                <a:lnTo>
                  <a:pt x="961448" y="436598"/>
                </a:lnTo>
                <a:lnTo>
                  <a:pt x="963478" y="438691"/>
                </a:lnTo>
                <a:lnTo>
                  <a:pt x="963481" y="437566"/>
                </a:lnTo>
                <a:lnTo>
                  <a:pt x="961747" y="435565"/>
                </a:lnTo>
                <a:close/>
                <a:moveTo>
                  <a:pt x="384481" y="1728076"/>
                </a:moveTo>
                <a:lnTo>
                  <a:pt x="385125" y="1728349"/>
                </a:lnTo>
                <a:lnTo>
                  <a:pt x="386925" y="1728911"/>
                </a:lnTo>
                <a:close/>
                <a:moveTo>
                  <a:pt x="1046247" y="246230"/>
                </a:moveTo>
                <a:lnTo>
                  <a:pt x="1049189" y="254101"/>
                </a:lnTo>
                <a:lnTo>
                  <a:pt x="1050303" y="251700"/>
                </a:lnTo>
                <a:lnTo>
                  <a:pt x="1048629" y="249407"/>
                </a:lnTo>
                <a:close/>
                <a:moveTo>
                  <a:pt x="936804" y="491289"/>
                </a:moveTo>
                <a:lnTo>
                  <a:pt x="936783" y="491402"/>
                </a:lnTo>
                <a:lnTo>
                  <a:pt x="936869" y="491480"/>
                </a:lnTo>
                <a:close/>
                <a:moveTo>
                  <a:pt x="1002713" y="343687"/>
                </a:moveTo>
                <a:lnTo>
                  <a:pt x="1003657" y="345023"/>
                </a:lnTo>
                <a:lnTo>
                  <a:pt x="1003903" y="344686"/>
                </a:lnTo>
                <a:lnTo>
                  <a:pt x="1002896" y="343439"/>
                </a:lnTo>
                <a:close/>
                <a:moveTo>
                  <a:pt x="356780" y="1789903"/>
                </a:moveTo>
                <a:lnTo>
                  <a:pt x="360390" y="1791990"/>
                </a:lnTo>
                <a:lnTo>
                  <a:pt x="361621" y="1792021"/>
                </a:lnTo>
                <a:lnTo>
                  <a:pt x="361455" y="1790708"/>
                </a:lnTo>
                <a:close/>
                <a:moveTo>
                  <a:pt x="380309" y="1736518"/>
                </a:moveTo>
                <a:lnTo>
                  <a:pt x="382821" y="1738188"/>
                </a:lnTo>
                <a:lnTo>
                  <a:pt x="386646" y="1739693"/>
                </a:lnTo>
                <a:lnTo>
                  <a:pt x="386905" y="1738713"/>
                </a:lnTo>
                <a:close/>
                <a:moveTo>
                  <a:pt x="945019" y="471545"/>
                </a:moveTo>
                <a:lnTo>
                  <a:pt x="944880" y="472354"/>
                </a:lnTo>
                <a:lnTo>
                  <a:pt x="945135" y="472468"/>
                </a:lnTo>
                <a:lnTo>
                  <a:pt x="945361" y="472091"/>
                </a:lnTo>
                <a:close/>
                <a:moveTo>
                  <a:pt x="937312" y="488664"/>
                </a:moveTo>
                <a:lnTo>
                  <a:pt x="937181" y="489342"/>
                </a:lnTo>
                <a:lnTo>
                  <a:pt x="938822" y="492064"/>
                </a:lnTo>
                <a:lnTo>
                  <a:pt x="939145" y="490053"/>
                </a:lnTo>
                <a:close/>
                <a:moveTo>
                  <a:pt x="350913" y="1801463"/>
                </a:moveTo>
                <a:lnTo>
                  <a:pt x="353160" y="1802539"/>
                </a:lnTo>
                <a:lnTo>
                  <a:pt x="355286" y="1803454"/>
                </a:lnTo>
                <a:lnTo>
                  <a:pt x="353365" y="1802309"/>
                </a:lnTo>
                <a:close/>
                <a:moveTo>
                  <a:pt x="360476" y="1779803"/>
                </a:moveTo>
                <a:lnTo>
                  <a:pt x="361241" y="1785850"/>
                </a:lnTo>
                <a:lnTo>
                  <a:pt x="371364" y="1790261"/>
                </a:lnTo>
                <a:lnTo>
                  <a:pt x="375222" y="1790881"/>
                </a:lnTo>
                <a:lnTo>
                  <a:pt x="376811" y="1783688"/>
                </a:lnTo>
                <a:lnTo>
                  <a:pt x="375938" y="1783539"/>
                </a:lnTo>
                <a:lnTo>
                  <a:pt x="375655" y="1783161"/>
                </a:lnTo>
                <a:lnTo>
                  <a:pt x="376882" y="1783370"/>
                </a:lnTo>
                <a:lnTo>
                  <a:pt x="377246" y="1781722"/>
                </a:lnTo>
                <a:lnTo>
                  <a:pt x="371151" y="1781079"/>
                </a:lnTo>
                <a:close/>
                <a:moveTo>
                  <a:pt x="1018597" y="305740"/>
                </a:moveTo>
                <a:lnTo>
                  <a:pt x="1015354" y="315769"/>
                </a:lnTo>
                <a:lnTo>
                  <a:pt x="1020239" y="319266"/>
                </a:lnTo>
                <a:lnTo>
                  <a:pt x="1021428" y="316119"/>
                </a:lnTo>
                <a:close/>
                <a:moveTo>
                  <a:pt x="379607" y="1736405"/>
                </a:moveTo>
                <a:lnTo>
                  <a:pt x="379659" y="1736943"/>
                </a:lnTo>
                <a:lnTo>
                  <a:pt x="381517" y="1737675"/>
                </a:lnTo>
                <a:close/>
                <a:moveTo>
                  <a:pt x="938969" y="483504"/>
                </a:moveTo>
                <a:lnTo>
                  <a:pt x="940006" y="484693"/>
                </a:lnTo>
                <a:lnTo>
                  <a:pt x="940666" y="480583"/>
                </a:lnTo>
                <a:close/>
                <a:moveTo>
                  <a:pt x="999080" y="348631"/>
                </a:moveTo>
                <a:lnTo>
                  <a:pt x="999600" y="350563"/>
                </a:lnTo>
                <a:lnTo>
                  <a:pt x="1003448" y="345307"/>
                </a:lnTo>
                <a:lnTo>
                  <a:pt x="1002505" y="343971"/>
                </a:lnTo>
                <a:close/>
                <a:moveTo>
                  <a:pt x="963500" y="428253"/>
                </a:moveTo>
                <a:lnTo>
                  <a:pt x="963022" y="430194"/>
                </a:lnTo>
                <a:lnTo>
                  <a:pt x="963497" y="429602"/>
                </a:lnTo>
                <a:close/>
                <a:moveTo>
                  <a:pt x="1019661" y="302449"/>
                </a:moveTo>
                <a:lnTo>
                  <a:pt x="1018974" y="304575"/>
                </a:lnTo>
                <a:lnTo>
                  <a:pt x="1021831" y="315052"/>
                </a:lnTo>
                <a:lnTo>
                  <a:pt x="1025113" y="306360"/>
                </a:lnTo>
                <a:lnTo>
                  <a:pt x="1025103" y="306345"/>
                </a:lnTo>
                <a:close/>
                <a:moveTo>
                  <a:pt x="936084" y="489184"/>
                </a:moveTo>
                <a:lnTo>
                  <a:pt x="935987" y="489597"/>
                </a:lnTo>
                <a:lnTo>
                  <a:pt x="935819" y="490350"/>
                </a:lnTo>
                <a:lnTo>
                  <a:pt x="936003" y="490707"/>
                </a:lnTo>
                <a:lnTo>
                  <a:pt x="936413" y="491073"/>
                </a:lnTo>
                <a:lnTo>
                  <a:pt x="936536" y="490506"/>
                </a:lnTo>
                <a:close/>
                <a:moveTo>
                  <a:pt x="998458" y="349477"/>
                </a:moveTo>
                <a:lnTo>
                  <a:pt x="999167" y="351155"/>
                </a:lnTo>
                <a:lnTo>
                  <a:pt x="999436" y="350787"/>
                </a:lnTo>
                <a:lnTo>
                  <a:pt x="998915" y="348855"/>
                </a:lnTo>
                <a:close/>
                <a:moveTo>
                  <a:pt x="936540" y="488079"/>
                </a:moveTo>
                <a:lnTo>
                  <a:pt x="936726" y="488586"/>
                </a:lnTo>
                <a:lnTo>
                  <a:pt x="936892" y="488862"/>
                </a:lnTo>
                <a:lnTo>
                  <a:pt x="936988" y="488419"/>
                </a:lnTo>
                <a:close/>
                <a:moveTo>
                  <a:pt x="1020552" y="299693"/>
                </a:moveTo>
                <a:lnTo>
                  <a:pt x="1019951" y="301552"/>
                </a:lnTo>
                <a:lnTo>
                  <a:pt x="1023622" y="304181"/>
                </a:lnTo>
                <a:close/>
                <a:moveTo>
                  <a:pt x="950085" y="457371"/>
                </a:moveTo>
                <a:lnTo>
                  <a:pt x="951464" y="461894"/>
                </a:lnTo>
                <a:lnTo>
                  <a:pt x="952607" y="459984"/>
                </a:lnTo>
                <a:lnTo>
                  <a:pt x="952621" y="459817"/>
                </a:lnTo>
                <a:close/>
                <a:moveTo>
                  <a:pt x="935517" y="489450"/>
                </a:moveTo>
                <a:lnTo>
                  <a:pt x="935477" y="489688"/>
                </a:lnTo>
                <a:lnTo>
                  <a:pt x="935688" y="490097"/>
                </a:lnTo>
                <a:lnTo>
                  <a:pt x="935978" y="488872"/>
                </a:lnTo>
                <a:lnTo>
                  <a:pt x="935932" y="488736"/>
                </a:lnTo>
                <a:close/>
                <a:moveTo>
                  <a:pt x="1021755" y="295975"/>
                </a:moveTo>
                <a:lnTo>
                  <a:pt x="1020704" y="299224"/>
                </a:lnTo>
                <a:lnTo>
                  <a:pt x="1024551" y="304847"/>
                </a:lnTo>
                <a:lnTo>
                  <a:pt x="1025443" y="305485"/>
                </a:lnTo>
                <a:lnTo>
                  <a:pt x="1025814" y="304504"/>
                </a:lnTo>
                <a:lnTo>
                  <a:pt x="1026363" y="303320"/>
                </a:lnTo>
                <a:close/>
                <a:moveTo>
                  <a:pt x="935737" y="488166"/>
                </a:moveTo>
                <a:lnTo>
                  <a:pt x="935661" y="488609"/>
                </a:lnTo>
                <a:lnTo>
                  <a:pt x="935804" y="488363"/>
                </a:lnTo>
                <a:close/>
                <a:moveTo>
                  <a:pt x="371349" y="1751878"/>
                </a:moveTo>
                <a:lnTo>
                  <a:pt x="372638" y="1753252"/>
                </a:lnTo>
                <a:lnTo>
                  <a:pt x="375610" y="1755103"/>
                </a:lnTo>
                <a:lnTo>
                  <a:pt x="375616" y="1755105"/>
                </a:lnTo>
                <a:lnTo>
                  <a:pt x="375997" y="1755211"/>
                </a:lnTo>
                <a:close/>
                <a:moveTo>
                  <a:pt x="396560" y="1695058"/>
                </a:moveTo>
                <a:lnTo>
                  <a:pt x="398120" y="1696218"/>
                </a:lnTo>
                <a:lnTo>
                  <a:pt x="398375" y="1695253"/>
                </a:lnTo>
                <a:close/>
                <a:moveTo>
                  <a:pt x="954521" y="445229"/>
                </a:moveTo>
                <a:lnTo>
                  <a:pt x="955201" y="446323"/>
                </a:lnTo>
                <a:lnTo>
                  <a:pt x="955235" y="446181"/>
                </a:lnTo>
                <a:close/>
                <a:moveTo>
                  <a:pt x="936747" y="484266"/>
                </a:moveTo>
                <a:lnTo>
                  <a:pt x="936673" y="484497"/>
                </a:lnTo>
                <a:lnTo>
                  <a:pt x="936982" y="484634"/>
                </a:lnTo>
                <a:lnTo>
                  <a:pt x="936999" y="484557"/>
                </a:lnTo>
                <a:close/>
                <a:moveTo>
                  <a:pt x="359897" y="1775217"/>
                </a:moveTo>
                <a:lnTo>
                  <a:pt x="360423" y="1779381"/>
                </a:lnTo>
                <a:lnTo>
                  <a:pt x="376730" y="1781102"/>
                </a:lnTo>
                <a:lnTo>
                  <a:pt x="362443" y="1775326"/>
                </a:lnTo>
                <a:close/>
                <a:moveTo>
                  <a:pt x="362091" y="1770237"/>
                </a:moveTo>
                <a:lnTo>
                  <a:pt x="374811" y="1774726"/>
                </a:lnTo>
                <a:lnTo>
                  <a:pt x="378092" y="1774735"/>
                </a:lnTo>
                <a:lnTo>
                  <a:pt x="374722" y="1771144"/>
                </a:lnTo>
                <a:lnTo>
                  <a:pt x="369977" y="1769036"/>
                </a:lnTo>
                <a:close/>
                <a:moveTo>
                  <a:pt x="1018086" y="301320"/>
                </a:moveTo>
                <a:lnTo>
                  <a:pt x="1018716" y="303629"/>
                </a:lnTo>
                <a:lnTo>
                  <a:pt x="1019217" y="302130"/>
                </a:lnTo>
                <a:close/>
                <a:moveTo>
                  <a:pt x="377336" y="1736029"/>
                </a:moveTo>
                <a:lnTo>
                  <a:pt x="379101" y="1736723"/>
                </a:lnTo>
                <a:lnTo>
                  <a:pt x="379041" y="1736096"/>
                </a:lnTo>
                <a:lnTo>
                  <a:pt x="378920" y="1736055"/>
                </a:lnTo>
                <a:close/>
                <a:moveTo>
                  <a:pt x="939652" y="476795"/>
                </a:moveTo>
                <a:lnTo>
                  <a:pt x="939242" y="478688"/>
                </a:lnTo>
                <a:lnTo>
                  <a:pt x="938430" y="482886"/>
                </a:lnTo>
                <a:lnTo>
                  <a:pt x="938762" y="483266"/>
                </a:lnTo>
                <a:lnTo>
                  <a:pt x="940798" y="479759"/>
                </a:lnTo>
                <a:lnTo>
                  <a:pt x="940846" y="479465"/>
                </a:lnTo>
                <a:lnTo>
                  <a:pt x="941040" y="478605"/>
                </a:lnTo>
                <a:close/>
                <a:moveTo>
                  <a:pt x="936461" y="483938"/>
                </a:moveTo>
                <a:lnTo>
                  <a:pt x="936425" y="484148"/>
                </a:lnTo>
                <a:lnTo>
                  <a:pt x="936485" y="483967"/>
                </a:lnTo>
                <a:close/>
                <a:moveTo>
                  <a:pt x="937967" y="480473"/>
                </a:moveTo>
                <a:lnTo>
                  <a:pt x="937525" y="481847"/>
                </a:lnTo>
                <a:lnTo>
                  <a:pt x="937617" y="481952"/>
                </a:lnTo>
                <a:close/>
                <a:moveTo>
                  <a:pt x="947092" y="459512"/>
                </a:moveTo>
                <a:lnTo>
                  <a:pt x="946952" y="460326"/>
                </a:lnTo>
                <a:lnTo>
                  <a:pt x="948276" y="466705"/>
                </a:lnTo>
                <a:lnTo>
                  <a:pt x="948393" y="466819"/>
                </a:lnTo>
                <a:close/>
                <a:moveTo>
                  <a:pt x="359790" y="1774372"/>
                </a:moveTo>
                <a:lnTo>
                  <a:pt x="359829" y="1774678"/>
                </a:lnTo>
                <a:lnTo>
                  <a:pt x="360129" y="1774691"/>
                </a:lnTo>
                <a:lnTo>
                  <a:pt x="360734" y="1774693"/>
                </a:lnTo>
                <a:close/>
                <a:moveTo>
                  <a:pt x="949177" y="454396"/>
                </a:moveTo>
                <a:lnTo>
                  <a:pt x="949573" y="455694"/>
                </a:lnTo>
                <a:lnTo>
                  <a:pt x="952709" y="458719"/>
                </a:lnTo>
                <a:lnTo>
                  <a:pt x="952975" y="455376"/>
                </a:lnTo>
                <a:lnTo>
                  <a:pt x="953027" y="455167"/>
                </a:lnTo>
                <a:lnTo>
                  <a:pt x="950749" y="451491"/>
                </a:lnTo>
                <a:close/>
                <a:moveTo>
                  <a:pt x="379076" y="1730851"/>
                </a:moveTo>
                <a:lnTo>
                  <a:pt x="379356" y="1733781"/>
                </a:lnTo>
                <a:lnTo>
                  <a:pt x="385601" y="1735782"/>
                </a:lnTo>
                <a:lnTo>
                  <a:pt x="387676" y="1735788"/>
                </a:lnTo>
                <a:lnTo>
                  <a:pt x="388418" y="1732978"/>
                </a:lnTo>
                <a:lnTo>
                  <a:pt x="383100" y="1730653"/>
                </a:lnTo>
                <a:close/>
                <a:moveTo>
                  <a:pt x="939298" y="476333"/>
                </a:moveTo>
                <a:lnTo>
                  <a:pt x="938650" y="478351"/>
                </a:lnTo>
                <a:lnTo>
                  <a:pt x="937759" y="482114"/>
                </a:lnTo>
                <a:lnTo>
                  <a:pt x="938234" y="482661"/>
                </a:lnTo>
                <a:lnTo>
                  <a:pt x="939537" y="476645"/>
                </a:lnTo>
                <a:close/>
                <a:moveTo>
                  <a:pt x="940274" y="473922"/>
                </a:moveTo>
                <a:lnTo>
                  <a:pt x="939915" y="475581"/>
                </a:lnTo>
                <a:lnTo>
                  <a:pt x="941310" y="477402"/>
                </a:lnTo>
                <a:lnTo>
                  <a:pt x="941534" y="476405"/>
                </a:lnTo>
                <a:close/>
                <a:moveTo>
                  <a:pt x="1000042" y="339902"/>
                </a:moveTo>
                <a:lnTo>
                  <a:pt x="1002449" y="343313"/>
                </a:lnTo>
                <a:lnTo>
                  <a:pt x="1002614" y="343089"/>
                </a:lnTo>
                <a:close/>
                <a:moveTo>
                  <a:pt x="940160" y="473769"/>
                </a:moveTo>
                <a:lnTo>
                  <a:pt x="939661" y="475251"/>
                </a:lnTo>
                <a:lnTo>
                  <a:pt x="939800" y="475431"/>
                </a:lnTo>
                <a:close/>
                <a:moveTo>
                  <a:pt x="976138" y="393103"/>
                </a:moveTo>
                <a:lnTo>
                  <a:pt x="977288" y="402587"/>
                </a:lnTo>
                <a:lnTo>
                  <a:pt x="980687" y="408156"/>
                </a:lnTo>
                <a:lnTo>
                  <a:pt x="980836" y="407970"/>
                </a:lnTo>
                <a:lnTo>
                  <a:pt x="978619" y="403021"/>
                </a:lnTo>
                <a:lnTo>
                  <a:pt x="978852" y="403142"/>
                </a:lnTo>
                <a:lnTo>
                  <a:pt x="980949" y="407828"/>
                </a:lnTo>
                <a:lnTo>
                  <a:pt x="984702" y="403147"/>
                </a:lnTo>
                <a:close/>
                <a:moveTo>
                  <a:pt x="958073" y="433118"/>
                </a:moveTo>
                <a:lnTo>
                  <a:pt x="958371" y="433426"/>
                </a:lnTo>
                <a:lnTo>
                  <a:pt x="958659" y="432257"/>
                </a:lnTo>
                <a:lnTo>
                  <a:pt x="958564" y="432165"/>
                </a:lnTo>
                <a:close/>
                <a:moveTo>
                  <a:pt x="986419" y="369387"/>
                </a:moveTo>
                <a:lnTo>
                  <a:pt x="986943" y="369815"/>
                </a:lnTo>
                <a:lnTo>
                  <a:pt x="986868" y="369726"/>
                </a:lnTo>
                <a:lnTo>
                  <a:pt x="987177" y="369789"/>
                </a:lnTo>
                <a:lnTo>
                  <a:pt x="987763" y="370486"/>
                </a:lnTo>
                <a:lnTo>
                  <a:pt x="989783" y="372137"/>
                </a:lnTo>
                <a:lnTo>
                  <a:pt x="995033" y="376551"/>
                </a:lnTo>
                <a:lnTo>
                  <a:pt x="1001150" y="357473"/>
                </a:lnTo>
                <a:lnTo>
                  <a:pt x="998894" y="352135"/>
                </a:lnTo>
                <a:lnTo>
                  <a:pt x="988175" y="366777"/>
                </a:lnTo>
                <a:close/>
                <a:moveTo>
                  <a:pt x="378953" y="1729568"/>
                </a:moveTo>
                <a:lnTo>
                  <a:pt x="379057" y="1730653"/>
                </a:lnTo>
                <a:lnTo>
                  <a:pt x="382688" y="1730474"/>
                </a:lnTo>
                <a:lnTo>
                  <a:pt x="380669" y="1729591"/>
                </a:lnTo>
                <a:close/>
                <a:moveTo>
                  <a:pt x="1029325" y="273176"/>
                </a:moveTo>
                <a:lnTo>
                  <a:pt x="1023334" y="291092"/>
                </a:lnTo>
                <a:lnTo>
                  <a:pt x="1022222" y="294531"/>
                </a:lnTo>
                <a:lnTo>
                  <a:pt x="1025293" y="299020"/>
                </a:lnTo>
                <a:lnTo>
                  <a:pt x="1027055" y="301830"/>
                </a:lnTo>
                <a:lnTo>
                  <a:pt x="1035382" y="283873"/>
                </a:lnTo>
                <a:close/>
                <a:moveTo>
                  <a:pt x="943753" y="464733"/>
                </a:moveTo>
                <a:lnTo>
                  <a:pt x="944090" y="465060"/>
                </a:lnTo>
                <a:lnTo>
                  <a:pt x="944112" y="464960"/>
                </a:lnTo>
                <a:lnTo>
                  <a:pt x="943977" y="464306"/>
                </a:lnTo>
                <a:close/>
                <a:moveTo>
                  <a:pt x="386362" y="1712801"/>
                </a:moveTo>
                <a:lnTo>
                  <a:pt x="392751" y="1716565"/>
                </a:lnTo>
                <a:lnTo>
                  <a:pt x="393532" y="1713603"/>
                </a:lnTo>
                <a:close/>
                <a:moveTo>
                  <a:pt x="956355" y="436454"/>
                </a:moveTo>
                <a:lnTo>
                  <a:pt x="957250" y="437396"/>
                </a:lnTo>
                <a:lnTo>
                  <a:pt x="957460" y="437134"/>
                </a:lnTo>
                <a:lnTo>
                  <a:pt x="958101" y="434526"/>
                </a:lnTo>
                <a:lnTo>
                  <a:pt x="957671" y="433898"/>
                </a:lnTo>
                <a:close/>
                <a:moveTo>
                  <a:pt x="942900" y="466449"/>
                </a:moveTo>
                <a:lnTo>
                  <a:pt x="943559" y="467417"/>
                </a:lnTo>
                <a:lnTo>
                  <a:pt x="943908" y="465867"/>
                </a:lnTo>
                <a:lnTo>
                  <a:pt x="943416" y="465377"/>
                </a:lnTo>
                <a:lnTo>
                  <a:pt x="943244" y="465703"/>
                </a:lnTo>
                <a:close/>
                <a:moveTo>
                  <a:pt x="939881" y="473148"/>
                </a:moveTo>
                <a:lnTo>
                  <a:pt x="939449" y="474973"/>
                </a:lnTo>
                <a:lnTo>
                  <a:pt x="939493" y="475030"/>
                </a:lnTo>
                <a:lnTo>
                  <a:pt x="940029" y="473438"/>
                </a:lnTo>
                <a:close/>
                <a:moveTo>
                  <a:pt x="941877" y="468664"/>
                </a:moveTo>
                <a:lnTo>
                  <a:pt x="941510" y="469757"/>
                </a:lnTo>
                <a:lnTo>
                  <a:pt x="942431" y="471266"/>
                </a:lnTo>
                <a:lnTo>
                  <a:pt x="942668" y="471372"/>
                </a:lnTo>
                <a:lnTo>
                  <a:pt x="943261" y="468742"/>
                </a:lnTo>
                <a:lnTo>
                  <a:pt x="942443" y="467439"/>
                </a:lnTo>
                <a:close/>
                <a:moveTo>
                  <a:pt x="985655" y="370524"/>
                </a:moveTo>
                <a:lnTo>
                  <a:pt x="991466" y="387681"/>
                </a:lnTo>
                <a:lnTo>
                  <a:pt x="994364" y="378637"/>
                </a:lnTo>
                <a:lnTo>
                  <a:pt x="989058" y="372330"/>
                </a:lnTo>
                <a:lnTo>
                  <a:pt x="986108" y="369850"/>
                </a:lnTo>
                <a:close/>
                <a:moveTo>
                  <a:pt x="939146" y="474578"/>
                </a:moveTo>
                <a:lnTo>
                  <a:pt x="939312" y="474794"/>
                </a:lnTo>
                <a:lnTo>
                  <a:pt x="939592" y="473614"/>
                </a:lnTo>
                <a:close/>
                <a:moveTo>
                  <a:pt x="948759" y="453026"/>
                </a:moveTo>
                <a:lnTo>
                  <a:pt x="948953" y="453661"/>
                </a:lnTo>
                <a:lnTo>
                  <a:pt x="950111" y="451292"/>
                </a:lnTo>
                <a:lnTo>
                  <a:pt x="950306" y="451196"/>
                </a:lnTo>
                <a:lnTo>
                  <a:pt x="949010" y="453848"/>
                </a:lnTo>
                <a:lnTo>
                  <a:pt x="949101" y="454148"/>
                </a:lnTo>
                <a:lnTo>
                  <a:pt x="950638" y="451307"/>
                </a:lnTo>
                <a:lnTo>
                  <a:pt x="950343" y="450832"/>
                </a:lnTo>
                <a:close/>
                <a:moveTo>
                  <a:pt x="937426" y="478305"/>
                </a:moveTo>
                <a:lnTo>
                  <a:pt x="936935" y="481169"/>
                </a:lnTo>
                <a:lnTo>
                  <a:pt x="937290" y="481577"/>
                </a:lnTo>
                <a:lnTo>
                  <a:pt x="938694" y="477406"/>
                </a:lnTo>
                <a:lnTo>
                  <a:pt x="939030" y="475984"/>
                </a:lnTo>
                <a:lnTo>
                  <a:pt x="938698" y="475549"/>
                </a:lnTo>
                <a:close/>
                <a:moveTo>
                  <a:pt x="378881" y="1728809"/>
                </a:moveTo>
                <a:lnTo>
                  <a:pt x="378922" y="1729243"/>
                </a:lnTo>
                <a:lnTo>
                  <a:pt x="379902" y="1729256"/>
                </a:lnTo>
                <a:close/>
                <a:moveTo>
                  <a:pt x="953408" y="442171"/>
                </a:moveTo>
                <a:lnTo>
                  <a:pt x="953414" y="442181"/>
                </a:lnTo>
                <a:lnTo>
                  <a:pt x="953666" y="441866"/>
                </a:lnTo>
                <a:lnTo>
                  <a:pt x="953623" y="441754"/>
                </a:lnTo>
                <a:close/>
                <a:moveTo>
                  <a:pt x="943092" y="465053"/>
                </a:moveTo>
                <a:lnTo>
                  <a:pt x="942920" y="465567"/>
                </a:lnTo>
                <a:lnTo>
                  <a:pt x="943161" y="465122"/>
                </a:lnTo>
                <a:close/>
                <a:moveTo>
                  <a:pt x="351591" y="1789453"/>
                </a:moveTo>
                <a:lnTo>
                  <a:pt x="353745" y="1791183"/>
                </a:lnTo>
                <a:lnTo>
                  <a:pt x="356160" y="1791512"/>
                </a:lnTo>
                <a:close/>
                <a:moveTo>
                  <a:pt x="348139" y="1797151"/>
                </a:moveTo>
                <a:lnTo>
                  <a:pt x="352869" y="1799973"/>
                </a:lnTo>
                <a:lnTo>
                  <a:pt x="355237" y="1800919"/>
                </a:lnTo>
                <a:lnTo>
                  <a:pt x="360767" y="1801113"/>
                </a:lnTo>
                <a:lnTo>
                  <a:pt x="357501" y="1798381"/>
                </a:lnTo>
                <a:lnTo>
                  <a:pt x="355989" y="1798342"/>
                </a:lnTo>
                <a:lnTo>
                  <a:pt x="349751" y="1797159"/>
                </a:lnTo>
                <a:close/>
                <a:moveTo>
                  <a:pt x="373044" y="1741058"/>
                </a:moveTo>
                <a:lnTo>
                  <a:pt x="375945" y="1743857"/>
                </a:lnTo>
                <a:lnTo>
                  <a:pt x="379255" y="1745311"/>
                </a:lnTo>
                <a:lnTo>
                  <a:pt x="379932" y="1745406"/>
                </a:lnTo>
                <a:lnTo>
                  <a:pt x="379839" y="1744439"/>
                </a:lnTo>
                <a:lnTo>
                  <a:pt x="373793" y="1741151"/>
                </a:lnTo>
                <a:close/>
                <a:moveTo>
                  <a:pt x="943719" y="463192"/>
                </a:moveTo>
                <a:lnTo>
                  <a:pt x="943337" y="464327"/>
                </a:lnTo>
                <a:lnTo>
                  <a:pt x="943503" y="464489"/>
                </a:lnTo>
                <a:lnTo>
                  <a:pt x="943873" y="463806"/>
                </a:lnTo>
                <a:lnTo>
                  <a:pt x="943753" y="463224"/>
                </a:lnTo>
                <a:close/>
                <a:moveTo>
                  <a:pt x="938818" y="474151"/>
                </a:moveTo>
                <a:lnTo>
                  <a:pt x="938891" y="474246"/>
                </a:lnTo>
                <a:lnTo>
                  <a:pt x="939650" y="472692"/>
                </a:lnTo>
                <a:lnTo>
                  <a:pt x="939617" y="472626"/>
                </a:lnTo>
                <a:close/>
                <a:moveTo>
                  <a:pt x="937807" y="476080"/>
                </a:moveTo>
                <a:lnTo>
                  <a:pt x="937688" y="476777"/>
                </a:lnTo>
                <a:lnTo>
                  <a:pt x="938269" y="475518"/>
                </a:lnTo>
                <a:lnTo>
                  <a:pt x="938426" y="475195"/>
                </a:lnTo>
                <a:lnTo>
                  <a:pt x="938334" y="475075"/>
                </a:lnTo>
                <a:close/>
                <a:moveTo>
                  <a:pt x="941850" y="466644"/>
                </a:moveTo>
                <a:lnTo>
                  <a:pt x="941526" y="468141"/>
                </a:lnTo>
                <a:lnTo>
                  <a:pt x="942143" y="467001"/>
                </a:lnTo>
                <a:close/>
                <a:moveTo>
                  <a:pt x="351280" y="1788955"/>
                </a:moveTo>
                <a:lnTo>
                  <a:pt x="357619" y="1791711"/>
                </a:lnTo>
                <a:lnTo>
                  <a:pt x="359485" y="1791966"/>
                </a:lnTo>
                <a:lnTo>
                  <a:pt x="359506" y="1791966"/>
                </a:lnTo>
                <a:lnTo>
                  <a:pt x="355744" y="1789724"/>
                </a:lnTo>
                <a:close/>
                <a:moveTo>
                  <a:pt x="359321" y="1770659"/>
                </a:moveTo>
                <a:lnTo>
                  <a:pt x="359459" y="1771752"/>
                </a:lnTo>
                <a:lnTo>
                  <a:pt x="368154" y="1774711"/>
                </a:lnTo>
                <a:lnTo>
                  <a:pt x="372311" y="1774720"/>
                </a:lnTo>
                <a:lnTo>
                  <a:pt x="360357" y="1770501"/>
                </a:lnTo>
                <a:close/>
                <a:moveTo>
                  <a:pt x="938044" y="474696"/>
                </a:moveTo>
                <a:lnTo>
                  <a:pt x="938033" y="474760"/>
                </a:lnTo>
                <a:lnTo>
                  <a:pt x="938057" y="474713"/>
                </a:lnTo>
                <a:close/>
                <a:moveTo>
                  <a:pt x="985156" y="369049"/>
                </a:moveTo>
                <a:lnTo>
                  <a:pt x="985444" y="369899"/>
                </a:lnTo>
                <a:lnTo>
                  <a:pt x="985719" y="369523"/>
                </a:lnTo>
                <a:close/>
                <a:moveTo>
                  <a:pt x="943482" y="462032"/>
                </a:moveTo>
                <a:lnTo>
                  <a:pt x="943511" y="462060"/>
                </a:lnTo>
                <a:lnTo>
                  <a:pt x="943498" y="462000"/>
                </a:lnTo>
                <a:close/>
                <a:moveTo>
                  <a:pt x="347410" y="1796716"/>
                </a:moveTo>
                <a:lnTo>
                  <a:pt x="347808" y="1796953"/>
                </a:lnTo>
                <a:lnTo>
                  <a:pt x="348688" y="1796958"/>
                </a:lnTo>
                <a:close/>
                <a:moveTo>
                  <a:pt x="942664" y="463674"/>
                </a:moveTo>
                <a:lnTo>
                  <a:pt x="943154" y="464150"/>
                </a:lnTo>
                <a:lnTo>
                  <a:pt x="943536" y="463014"/>
                </a:lnTo>
                <a:lnTo>
                  <a:pt x="943171" y="462657"/>
                </a:lnTo>
                <a:close/>
                <a:moveTo>
                  <a:pt x="942354" y="464316"/>
                </a:moveTo>
                <a:lnTo>
                  <a:pt x="942136" y="465323"/>
                </a:lnTo>
                <a:lnTo>
                  <a:pt x="942553" y="465937"/>
                </a:lnTo>
                <a:lnTo>
                  <a:pt x="942911" y="464872"/>
                </a:lnTo>
                <a:close/>
                <a:moveTo>
                  <a:pt x="941967" y="465074"/>
                </a:moveTo>
                <a:lnTo>
                  <a:pt x="942023" y="465158"/>
                </a:lnTo>
                <a:lnTo>
                  <a:pt x="942099" y="464808"/>
                </a:lnTo>
                <a:close/>
                <a:moveTo>
                  <a:pt x="363391" y="1760284"/>
                </a:moveTo>
                <a:lnTo>
                  <a:pt x="366828" y="1762734"/>
                </a:lnTo>
                <a:lnTo>
                  <a:pt x="364558" y="1760315"/>
                </a:lnTo>
                <a:close/>
                <a:moveTo>
                  <a:pt x="372293" y="1740335"/>
                </a:moveTo>
                <a:lnTo>
                  <a:pt x="372491" y="1740526"/>
                </a:lnTo>
                <a:lnTo>
                  <a:pt x="372683" y="1740547"/>
                </a:lnTo>
                <a:close/>
                <a:moveTo>
                  <a:pt x="940476" y="468065"/>
                </a:moveTo>
                <a:lnTo>
                  <a:pt x="941054" y="469013"/>
                </a:lnTo>
                <a:lnTo>
                  <a:pt x="941279" y="468597"/>
                </a:lnTo>
                <a:lnTo>
                  <a:pt x="941733" y="466499"/>
                </a:lnTo>
                <a:lnTo>
                  <a:pt x="941704" y="466463"/>
                </a:lnTo>
                <a:lnTo>
                  <a:pt x="941435" y="466142"/>
                </a:lnTo>
                <a:close/>
                <a:moveTo>
                  <a:pt x="980367" y="378387"/>
                </a:moveTo>
                <a:lnTo>
                  <a:pt x="990465" y="390368"/>
                </a:lnTo>
                <a:lnTo>
                  <a:pt x="984384" y="372414"/>
                </a:lnTo>
                <a:close/>
                <a:moveTo>
                  <a:pt x="1046573" y="230070"/>
                </a:moveTo>
                <a:lnTo>
                  <a:pt x="1052286" y="247425"/>
                </a:lnTo>
                <a:lnTo>
                  <a:pt x="1055680" y="240104"/>
                </a:lnTo>
                <a:lnTo>
                  <a:pt x="1048118" y="227157"/>
                </a:lnTo>
                <a:close/>
                <a:moveTo>
                  <a:pt x="938360" y="472309"/>
                </a:moveTo>
                <a:lnTo>
                  <a:pt x="938344" y="472947"/>
                </a:lnTo>
                <a:lnTo>
                  <a:pt x="938262" y="473425"/>
                </a:lnTo>
                <a:lnTo>
                  <a:pt x="938541" y="473789"/>
                </a:lnTo>
                <a:lnTo>
                  <a:pt x="939387" y="472175"/>
                </a:lnTo>
                <a:lnTo>
                  <a:pt x="939315" y="472031"/>
                </a:lnTo>
                <a:lnTo>
                  <a:pt x="938646" y="471735"/>
                </a:lnTo>
                <a:close/>
                <a:moveTo>
                  <a:pt x="371811" y="1740906"/>
                </a:moveTo>
                <a:lnTo>
                  <a:pt x="373985" y="1742996"/>
                </a:lnTo>
                <a:lnTo>
                  <a:pt x="375068" y="1743472"/>
                </a:lnTo>
                <a:lnTo>
                  <a:pt x="372574" y="1741001"/>
                </a:lnTo>
                <a:close/>
                <a:moveTo>
                  <a:pt x="984814" y="368041"/>
                </a:moveTo>
                <a:lnTo>
                  <a:pt x="984829" y="368087"/>
                </a:lnTo>
                <a:lnTo>
                  <a:pt x="986044" y="369080"/>
                </a:lnTo>
                <a:lnTo>
                  <a:pt x="998732" y="351749"/>
                </a:lnTo>
                <a:lnTo>
                  <a:pt x="998022" y="350071"/>
                </a:lnTo>
                <a:close/>
                <a:moveTo>
                  <a:pt x="1009493" y="312393"/>
                </a:moveTo>
                <a:lnTo>
                  <a:pt x="1013806" y="318312"/>
                </a:lnTo>
                <a:lnTo>
                  <a:pt x="1014569" y="316029"/>
                </a:lnTo>
                <a:close/>
                <a:moveTo>
                  <a:pt x="938378" y="471616"/>
                </a:moveTo>
                <a:lnTo>
                  <a:pt x="938370" y="471918"/>
                </a:lnTo>
                <a:lnTo>
                  <a:pt x="938493" y="471666"/>
                </a:lnTo>
                <a:close/>
                <a:moveTo>
                  <a:pt x="395339" y="1687465"/>
                </a:moveTo>
                <a:lnTo>
                  <a:pt x="396121" y="1688219"/>
                </a:lnTo>
                <a:lnTo>
                  <a:pt x="396276" y="1688234"/>
                </a:lnTo>
                <a:close/>
                <a:moveTo>
                  <a:pt x="957184" y="429375"/>
                </a:moveTo>
                <a:lnTo>
                  <a:pt x="957515" y="429747"/>
                </a:lnTo>
                <a:lnTo>
                  <a:pt x="958852" y="431288"/>
                </a:lnTo>
                <a:lnTo>
                  <a:pt x="958938" y="431121"/>
                </a:lnTo>
                <a:lnTo>
                  <a:pt x="959017" y="430802"/>
                </a:lnTo>
                <a:close/>
                <a:moveTo>
                  <a:pt x="952152" y="440501"/>
                </a:moveTo>
                <a:lnTo>
                  <a:pt x="953310" y="442042"/>
                </a:lnTo>
                <a:lnTo>
                  <a:pt x="953551" y="441574"/>
                </a:lnTo>
                <a:lnTo>
                  <a:pt x="953431" y="441263"/>
                </a:lnTo>
                <a:close/>
                <a:moveTo>
                  <a:pt x="942761" y="461330"/>
                </a:moveTo>
                <a:lnTo>
                  <a:pt x="943285" y="461840"/>
                </a:lnTo>
                <a:lnTo>
                  <a:pt x="943411" y="461581"/>
                </a:lnTo>
                <a:lnTo>
                  <a:pt x="943226" y="460687"/>
                </a:lnTo>
                <a:close/>
                <a:moveTo>
                  <a:pt x="1042853" y="237155"/>
                </a:moveTo>
                <a:lnTo>
                  <a:pt x="1046085" y="245799"/>
                </a:lnTo>
                <a:lnTo>
                  <a:pt x="1050384" y="251526"/>
                </a:lnTo>
                <a:lnTo>
                  <a:pt x="1051438" y="249254"/>
                </a:lnTo>
                <a:lnTo>
                  <a:pt x="1045678" y="231757"/>
                </a:lnTo>
                <a:lnTo>
                  <a:pt x="1043971" y="234976"/>
                </a:lnTo>
                <a:close/>
                <a:moveTo>
                  <a:pt x="975489" y="387744"/>
                </a:moveTo>
                <a:lnTo>
                  <a:pt x="976059" y="392455"/>
                </a:lnTo>
                <a:lnTo>
                  <a:pt x="984931" y="402862"/>
                </a:lnTo>
                <a:lnTo>
                  <a:pt x="985410" y="402264"/>
                </a:lnTo>
                <a:close/>
                <a:moveTo>
                  <a:pt x="1041531" y="239730"/>
                </a:moveTo>
                <a:lnTo>
                  <a:pt x="1045254" y="244692"/>
                </a:lnTo>
                <a:lnTo>
                  <a:pt x="1042612" y="237625"/>
                </a:lnTo>
                <a:close/>
                <a:moveTo>
                  <a:pt x="358968" y="1767865"/>
                </a:moveTo>
                <a:lnTo>
                  <a:pt x="359136" y="1769194"/>
                </a:lnTo>
                <a:lnTo>
                  <a:pt x="360265" y="1769593"/>
                </a:lnTo>
                <a:lnTo>
                  <a:pt x="366876" y="1768699"/>
                </a:lnTo>
                <a:lnTo>
                  <a:pt x="361285" y="1768177"/>
                </a:lnTo>
                <a:close/>
                <a:moveTo>
                  <a:pt x="373893" y="1734381"/>
                </a:moveTo>
                <a:lnTo>
                  <a:pt x="375347" y="1735246"/>
                </a:lnTo>
                <a:lnTo>
                  <a:pt x="376596" y="1735738"/>
                </a:lnTo>
                <a:lnTo>
                  <a:pt x="378031" y="1735761"/>
                </a:lnTo>
                <a:lnTo>
                  <a:pt x="378038" y="1735761"/>
                </a:lnTo>
                <a:close/>
                <a:moveTo>
                  <a:pt x="941727" y="462763"/>
                </a:moveTo>
                <a:lnTo>
                  <a:pt x="942399" y="463417"/>
                </a:lnTo>
                <a:lnTo>
                  <a:pt x="942493" y="462986"/>
                </a:lnTo>
                <a:lnTo>
                  <a:pt x="942674" y="462836"/>
                </a:lnTo>
                <a:lnTo>
                  <a:pt x="942575" y="463296"/>
                </a:lnTo>
                <a:lnTo>
                  <a:pt x="942978" y="462469"/>
                </a:lnTo>
                <a:lnTo>
                  <a:pt x="942368" y="461875"/>
                </a:lnTo>
                <a:close/>
                <a:moveTo>
                  <a:pt x="378397" y="1723754"/>
                </a:moveTo>
                <a:lnTo>
                  <a:pt x="378571" y="1725572"/>
                </a:lnTo>
                <a:lnTo>
                  <a:pt x="382290" y="1727148"/>
                </a:lnTo>
                <a:lnTo>
                  <a:pt x="389386" y="1729313"/>
                </a:lnTo>
                <a:lnTo>
                  <a:pt x="389810" y="1727705"/>
                </a:lnTo>
                <a:lnTo>
                  <a:pt x="384109" y="1724347"/>
                </a:lnTo>
                <a:close/>
                <a:moveTo>
                  <a:pt x="367840" y="1747379"/>
                </a:moveTo>
                <a:lnTo>
                  <a:pt x="368045" y="1747526"/>
                </a:lnTo>
                <a:lnTo>
                  <a:pt x="371915" y="1749799"/>
                </a:lnTo>
                <a:lnTo>
                  <a:pt x="380572" y="1752108"/>
                </a:lnTo>
                <a:lnTo>
                  <a:pt x="380375" y="1750046"/>
                </a:lnTo>
                <a:lnTo>
                  <a:pt x="379614" y="1749315"/>
                </a:lnTo>
                <a:lnTo>
                  <a:pt x="378687" y="1748929"/>
                </a:lnTo>
                <a:close/>
                <a:moveTo>
                  <a:pt x="941042" y="463712"/>
                </a:moveTo>
                <a:lnTo>
                  <a:pt x="941816" y="464852"/>
                </a:lnTo>
                <a:lnTo>
                  <a:pt x="942168" y="464130"/>
                </a:lnTo>
                <a:lnTo>
                  <a:pt x="941338" y="463302"/>
                </a:lnTo>
                <a:close/>
                <a:moveTo>
                  <a:pt x="357197" y="1770983"/>
                </a:moveTo>
                <a:lnTo>
                  <a:pt x="359042" y="1771611"/>
                </a:lnTo>
                <a:lnTo>
                  <a:pt x="358930" y="1770718"/>
                </a:lnTo>
                <a:close/>
                <a:moveTo>
                  <a:pt x="392408" y="1691975"/>
                </a:moveTo>
                <a:lnTo>
                  <a:pt x="394931" y="1693849"/>
                </a:lnTo>
                <a:lnTo>
                  <a:pt x="398657" y="1694186"/>
                </a:lnTo>
                <a:lnTo>
                  <a:pt x="398895" y="1693282"/>
                </a:lnTo>
                <a:lnTo>
                  <a:pt x="396466" y="1691281"/>
                </a:lnTo>
                <a:lnTo>
                  <a:pt x="396234" y="1691214"/>
                </a:lnTo>
                <a:close/>
                <a:moveTo>
                  <a:pt x="975340" y="386518"/>
                </a:moveTo>
                <a:lnTo>
                  <a:pt x="975341" y="386521"/>
                </a:lnTo>
                <a:lnTo>
                  <a:pt x="985942" y="401600"/>
                </a:lnTo>
                <a:lnTo>
                  <a:pt x="986097" y="401406"/>
                </a:lnTo>
                <a:lnTo>
                  <a:pt x="978965" y="390662"/>
                </a:lnTo>
                <a:close/>
                <a:moveTo>
                  <a:pt x="940506" y="464454"/>
                </a:moveTo>
                <a:lnTo>
                  <a:pt x="940769" y="464770"/>
                </a:lnTo>
                <a:lnTo>
                  <a:pt x="940541" y="464405"/>
                </a:lnTo>
                <a:close/>
                <a:moveTo>
                  <a:pt x="975877" y="385064"/>
                </a:moveTo>
                <a:lnTo>
                  <a:pt x="977946" y="388182"/>
                </a:lnTo>
                <a:lnTo>
                  <a:pt x="987930" y="398715"/>
                </a:lnTo>
                <a:lnTo>
                  <a:pt x="990325" y="391241"/>
                </a:lnTo>
                <a:lnTo>
                  <a:pt x="979979" y="378965"/>
                </a:lnTo>
                <a:close/>
                <a:moveTo>
                  <a:pt x="370798" y="1739933"/>
                </a:moveTo>
                <a:lnTo>
                  <a:pt x="371277" y="1740393"/>
                </a:lnTo>
                <a:lnTo>
                  <a:pt x="372046" y="1740477"/>
                </a:lnTo>
                <a:lnTo>
                  <a:pt x="371644" y="1740078"/>
                </a:lnTo>
                <a:close/>
                <a:moveTo>
                  <a:pt x="975509" y="385610"/>
                </a:moveTo>
                <a:lnTo>
                  <a:pt x="975851" y="385971"/>
                </a:lnTo>
                <a:lnTo>
                  <a:pt x="975560" y="385534"/>
                </a:lnTo>
                <a:close/>
                <a:moveTo>
                  <a:pt x="963547" y="411988"/>
                </a:moveTo>
                <a:lnTo>
                  <a:pt x="963609" y="412128"/>
                </a:lnTo>
                <a:lnTo>
                  <a:pt x="963627" y="412054"/>
                </a:lnTo>
                <a:close/>
                <a:moveTo>
                  <a:pt x="939295" y="466130"/>
                </a:moveTo>
                <a:lnTo>
                  <a:pt x="940350" y="467858"/>
                </a:lnTo>
                <a:lnTo>
                  <a:pt x="941278" y="465954"/>
                </a:lnTo>
                <a:lnTo>
                  <a:pt x="940282" y="464765"/>
                </a:lnTo>
                <a:close/>
                <a:moveTo>
                  <a:pt x="915424" y="518962"/>
                </a:moveTo>
                <a:lnTo>
                  <a:pt x="916614" y="516522"/>
                </a:lnTo>
                <a:lnTo>
                  <a:pt x="916266" y="517187"/>
                </a:lnTo>
                <a:close/>
                <a:moveTo>
                  <a:pt x="951827" y="437100"/>
                </a:moveTo>
                <a:lnTo>
                  <a:pt x="951287" y="439267"/>
                </a:lnTo>
                <a:lnTo>
                  <a:pt x="953072" y="440332"/>
                </a:lnTo>
                <a:close/>
                <a:moveTo>
                  <a:pt x="378154" y="1721216"/>
                </a:moveTo>
                <a:lnTo>
                  <a:pt x="378330" y="1723056"/>
                </a:lnTo>
                <a:lnTo>
                  <a:pt x="382665" y="1723496"/>
                </a:lnTo>
                <a:lnTo>
                  <a:pt x="381117" y="1722584"/>
                </a:lnTo>
                <a:close/>
                <a:moveTo>
                  <a:pt x="978680" y="376385"/>
                </a:moveTo>
                <a:lnTo>
                  <a:pt x="979758" y="377665"/>
                </a:lnTo>
                <a:lnTo>
                  <a:pt x="984137" y="371684"/>
                </a:lnTo>
                <a:lnTo>
                  <a:pt x="983880" y="370922"/>
                </a:lnTo>
                <a:lnTo>
                  <a:pt x="983474" y="369863"/>
                </a:lnTo>
                <a:close/>
                <a:moveTo>
                  <a:pt x="978342" y="377024"/>
                </a:moveTo>
                <a:lnTo>
                  <a:pt x="976033" y="383136"/>
                </a:lnTo>
                <a:lnTo>
                  <a:pt x="979199" y="378428"/>
                </a:lnTo>
                <a:lnTo>
                  <a:pt x="979351" y="378220"/>
                </a:lnTo>
                <a:close/>
                <a:moveTo>
                  <a:pt x="1026938" y="268166"/>
                </a:moveTo>
                <a:lnTo>
                  <a:pt x="1029225" y="272205"/>
                </a:lnTo>
                <a:lnTo>
                  <a:pt x="1037039" y="248836"/>
                </a:lnTo>
                <a:lnTo>
                  <a:pt x="1037584" y="248478"/>
                </a:lnTo>
                <a:lnTo>
                  <a:pt x="1029492" y="272678"/>
                </a:lnTo>
                <a:lnTo>
                  <a:pt x="1035585" y="283436"/>
                </a:lnTo>
                <a:lnTo>
                  <a:pt x="1048761" y="255025"/>
                </a:lnTo>
                <a:lnTo>
                  <a:pt x="1046130" y="247036"/>
                </a:lnTo>
                <a:lnTo>
                  <a:pt x="1045415" y="245125"/>
                </a:lnTo>
                <a:lnTo>
                  <a:pt x="1041464" y="239860"/>
                </a:lnTo>
                <a:close/>
                <a:moveTo>
                  <a:pt x="393406" y="1686468"/>
                </a:moveTo>
                <a:lnTo>
                  <a:pt x="395127" y="1687885"/>
                </a:lnTo>
                <a:lnTo>
                  <a:pt x="395153" y="1687900"/>
                </a:lnTo>
                <a:lnTo>
                  <a:pt x="393727" y="1686525"/>
                </a:lnTo>
                <a:close/>
                <a:moveTo>
                  <a:pt x="369811" y="1738985"/>
                </a:moveTo>
                <a:lnTo>
                  <a:pt x="369870" y="1739041"/>
                </a:lnTo>
                <a:lnTo>
                  <a:pt x="369935" y="1739053"/>
                </a:lnTo>
                <a:close/>
                <a:moveTo>
                  <a:pt x="1015715" y="292624"/>
                </a:moveTo>
                <a:lnTo>
                  <a:pt x="1017712" y="299948"/>
                </a:lnTo>
                <a:lnTo>
                  <a:pt x="1019515" y="301240"/>
                </a:lnTo>
                <a:lnTo>
                  <a:pt x="1020202" y="299183"/>
                </a:lnTo>
                <a:close/>
                <a:moveTo>
                  <a:pt x="355673" y="1770464"/>
                </a:moveTo>
                <a:lnTo>
                  <a:pt x="355822" y="1770515"/>
                </a:lnTo>
                <a:lnTo>
                  <a:pt x="358027" y="1770179"/>
                </a:lnTo>
                <a:close/>
                <a:moveTo>
                  <a:pt x="358456" y="1763814"/>
                </a:moveTo>
                <a:lnTo>
                  <a:pt x="358772" y="1766318"/>
                </a:lnTo>
                <a:lnTo>
                  <a:pt x="365210" y="1766918"/>
                </a:lnTo>
                <a:lnTo>
                  <a:pt x="364872" y="1766768"/>
                </a:lnTo>
                <a:close/>
                <a:moveTo>
                  <a:pt x="1007328" y="310844"/>
                </a:moveTo>
                <a:lnTo>
                  <a:pt x="1011359" y="325628"/>
                </a:lnTo>
                <a:lnTo>
                  <a:pt x="1013738" y="318516"/>
                </a:lnTo>
                <a:lnTo>
                  <a:pt x="1009040" y="312070"/>
                </a:lnTo>
                <a:close/>
                <a:moveTo>
                  <a:pt x="982252" y="366671"/>
                </a:moveTo>
                <a:lnTo>
                  <a:pt x="979050" y="375150"/>
                </a:lnTo>
                <a:lnTo>
                  <a:pt x="983290" y="369382"/>
                </a:lnTo>
                <a:close/>
                <a:moveTo>
                  <a:pt x="967325" y="399916"/>
                </a:moveTo>
                <a:lnTo>
                  <a:pt x="967415" y="400252"/>
                </a:lnTo>
                <a:lnTo>
                  <a:pt x="967489" y="400058"/>
                </a:lnTo>
                <a:close/>
                <a:moveTo>
                  <a:pt x="954586" y="428300"/>
                </a:moveTo>
                <a:lnTo>
                  <a:pt x="954856" y="428684"/>
                </a:lnTo>
                <a:lnTo>
                  <a:pt x="957441" y="432466"/>
                </a:lnTo>
                <a:lnTo>
                  <a:pt x="957966" y="433008"/>
                </a:lnTo>
                <a:lnTo>
                  <a:pt x="958455" y="432060"/>
                </a:lnTo>
                <a:close/>
                <a:moveTo>
                  <a:pt x="390777" y="1690765"/>
                </a:moveTo>
                <a:lnTo>
                  <a:pt x="392256" y="1691863"/>
                </a:lnTo>
                <a:lnTo>
                  <a:pt x="395938" y="1691131"/>
                </a:lnTo>
                <a:lnTo>
                  <a:pt x="394195" y="1690634"/>
                </a:lnTo>
                <a:close/>
                <a:moveTo>
                  <a:pt x="359666" y="1760187"/>
                </a:moveTo>
                <a:lnTo>
                  <a:pt x="366425" y="1762689"/>
                </a:lnTo>
                <a:lnTo>
                  <a:pt x="363039" y="1760275"/>
                </a:lnTo>
                <a:close/>
                <a:moveTo>
                  <a:pt x="368222" y="1740464"/>
                </a:moveTo>
                <a:lnTo>
                  <a:pt x="372239" y="1742229"/>
                </a:lnTo>
                <a:lnTo>
                  <a:pt x="370723" y="1740773"/>
                </a:lnTo>
                <a:close/>
                <a:moveTo>
                  <a:pt x="953812" y="429123"/>
                </a:moveTo>
                <a:lnTo>
                  <a:pt x="953045" y="432205"/>
                </a:lnTo>
                <a:lnTo>
                  <a:pt x="953916" y="433892"/>
                </a:lnTo>
                <a:lnTo>
                  <a:pt x="956248" y="436343"/>
                </a:lnTo>
                <a:lnTo>
                  <a:pt x="957578" y="433761"/>
                </a:lnTo>
                <a:lnTo>
                  <a:pt x="955834" y="431208"/>
                </a:lnTo>
                <a:close/>
                <a:moveTo>
                  <a:pt x="1017185" y="287170"/>
                </a:moveTo>
                <a:lnTo>
                  <a:pt x="1021911" y="294076"/>
                </a:lnTo>
                <a:lnTo>
                  <a:pt x="1029058" y="272704"/>
                </a:lnTo>
                <a:lnTo>
                  <a:pt x="1026723" y="268583"/>
                </a:lnTo>
                <a:close/>
                <a:moveTo>
                  <a:pt x="946437" y="445419"/>
                </a:moveTo>
                <a:lnTo>
                  <a:pt x="947630" y="449332"/>
                </a:lnTo>
                <a:lnTo>
                  <a:pt x="948105" y="447222"/>
                </a:lnTo>
                <a:lnTo>
                  <a:pt x="947168" y="445710"/>
                </a:lnTo>
                <a:close/>
                <a:moveTo>
                  <a:pt x="953972" y="428481"/>
                </a:moveTo>
                <a:lnTo>
                  <a:pt x="953891" y="428806"/>
                </a:lnTo>
                <a:lnTo>
                  <a:pt x="954914" y="429862"/>
                </a:lnTo>
                <a:close/>
                <a:moveTo>
                  <a:pt x="1015278" y="291028"/>
                </a:moveTo>
                <a:lnTo>
                  <a:pt x="1015400" y="291475"/>
                </a:lnTo>
                <a:lnTo>
                  <a:pt x="1020358" y="298719"/>
                </a:lnTo>
                <a:lnTo>
                  <a:pt x="1021443" y="295476"/>
                </a:lnTo>
                <a:lnTo>
                  <a:pt x="1016757" y="288004"/>
                </a:lnTo>
                <a:lnTo>
                  <a:pt x="1015977" y="289523"/>
                </a:lnTo>
                <a:close/>
                <a:moveTo>
                  <a:pt x="1012780" y="296416"/>
                </a:moveTo>
                <a:lnTo>
                  <a:pt x="1016849" y="299330"/>
                </a:lnTo>
                <a:lnTo>
                  <a:pt x="1014842" y="291971"/>
                </a:lnTo>
                <a:close/>
                <a:moveTo>
                  <a:pt x="360606" y="1756724"/>
                </a:moveTo>
                <a:lnTo>
                  <a:pt x="362255" y="1757862"/>
                </a:lnTo>
                <a:lnTo>
                  <a:pt x="361384" y="1756933"/>
                </a:lnTo>
                <a:close/>
                <a:moveTo>
                  <a:pt x="913878" y="517833"/>
                </a:moveTo>
                <a:lnTo>
                  <a:pt x="913710" y="518242"/>
                </a:lnTo>
                <a:lnTo>
                  <a:pt x="913743" y="518263"/>
                </a:lnTo>
                <a:close/>
                <a:moveTo>
                  <a:pt x="954307" y="427136"/>
                </a:moveTo>
                <a:lnTo>
                  <a:pt x="954197" y="427575"/>
                </a:lnTo>
                <a:lnTo>
                  <a:pt x="958154" y="431419"/>
                </a:lnTo>
                <a:lnTo>
                  <a:pt x="954725" y="427462"/>
                </a:lnTo>
                <a:close/>
                <a:moveTo>
                  <a:pt x="916333" y="512109"/>
                </a:moveTo>
                <a:lnTo>
                  <a:pt x="914136" y="518519"/>
                </a:lnTo>
                <a:lnTo>
                  <a:pt x="914857" y="518988"/>
                </a:lnTo>
                <a:lnTo>
                  <a:pt x="916993" y="514912"/>
                </a:lnTo>
                <a:lnTo>
                  <a:pt x="917275" y="513266"/>
                </a:lnTo>
                <a:close/>
                <a:moveTo>
                  <a:pt x="915072" y="514931"/>
                </a:moveTo>
                <a:lnTo>
                  <a:pt x="914734" y="515755"/>
                </a:lnTo>
                <a:lnTo>
                  <a:pt x="914347" y="517047"/>
                </a:lnTo>
                <a:close/>
                <a:moveTo>
                  <a:pt x="941958" y="454579"/>
                </a:moveTo>
                <a:lnTo>
                  <a:pt x="941081" y="457566"/>
                </a:lnTo>
                <a:lnTo>
                  <a:pt x="942270" y="456083"/>
                </a:lnTo>
                <a:close/>
                <a:moveTo>
                  <a:pt x="1006972" y="308937"/>
                </a:moveTo>
                <a:lnTo>
                  <a:pt x="1008239" y="310675"/>
                </a:lnTo>
                <a:lnTo>
                  <a:pt x="1014791" y="315366"/>
                </a:lnTo>
                <a:lnTo>
                  <a:pt x="1018333" y="304773"/>
                </a:lnTo>
                <a:lnTo>
                  <a:pt x="1017223" y="300702"/>
                </a:lnTo>
                <a:lnTo>
                  <a:pt x="1012395" y="297244"/>
                </a:lnTo>
                <a:close/>
                <a:moveTo>
                  <a:pt x="1006869" y="309161"/>
                </a:moveTo>
                <a:lnTo>
                  <a:pt x="1007049" y="309823"/>
                </a:lnTo>
                <a:lnTo>
                  <a:pt x="1007787" y="310351"/>
                </a:lnTo>
                <a:lnTo>
                  <a:pt x="1006889" y="309118"/>
                </a:lnTo>
                <a:close/>
                <a:moveTo>
                  <a:pt x="967159" y="398026"/>
                </a:moveTo>
                <a:lnTo>
                  <a:pt x="967909" y="398944"/>
                </a:lnTo>
                <a:lnTo>
                  <a:pt x="968352" y="397771"/>
                </a:lnTo>
                <a:lnTo>
                  <a:pt x="968034" y="396727"/>
                </a:lnTo>
                <a:close/>
                <a:moveTo>
                  <a:pt x="917046" y="510133"/>
                </a:moveTo>
                <a:lnTo>
                  <a:pt x="916831" y="510657"/>
                </a:lnTo>
                <a:lnTo>
                  <a:pt x="916569" y="511423"/>
                </a:lnTo>
                <a:lnTo>
                  <a:pt x="916987" y="511936"/>
                </a:lnTo>
                <a:lnTo>
                  <a:pt x="917424" y="512392"/>
                </a:lnTo>
                <a:lnTo>
                  <a:pt x="917710" y="510728"/>
                </a:lnTo>
                <a:lnTo>
                  <a:pt x="917106" y="510183"/>
                </a:lnTo>
                <a:close/>
                <a:moveTo>
                  <a:pt x="917611" y="508762"/>
                </a:moveTo>
                <a:lnTo>
                  <a:pt x="917292" y="509537"/>
                </a:lnTo>
                <a:lnTo>
                  <a:pt x="917836" y="509990"/>
                </a:lnTo>
                <a:lnTo>
                  <a:pt x="917995" y="509065"/>
                </a:lnTo>
                <a:close/>
                <a:moveTo>
                  <a:pt x="358161" y="1761477"/>
                </a:moveTo>
                <a:lnTo>
                  <a:pt x="358419" y="1763524"/>
                </a:lnTo>
                <a:lnTo>
                  <a:pt x="366286" y="1767018"/>
                </a:lnTo>
                <a:lnTo>
                  <a:pt x="371288" y="1767485"/>
                </a:lnTo>
                <a:lnTo>
                  <a:pt x="370422" y="1766564"/>
                </a:lnTo>
                <a:close/>
                <a:moveTo>
                  <a:pt x="966628" y="398816"/>
                </a:moveTo>
                <a:lnTo>
                  <a:pt x="966795" y="398961"/>
                </a:lnTo>
                <a:lnTo>
                  <a:pt x="966784" y="398919"/>
                </a:lnTo>
                <a:lnTo>
                  <a:pt x="966665" y="398760"/>
                </a:lnTo>
                <a:close/>
                <a:moveTo>
                  <a:pt x="997607" y="329132"/>
                </a:moveTo>
                <a:lnTo>
                  <a:pt x="1005492" y="337562"/>
                </a:lnTo>
                <a:lnTo>
                  <a:pt x="1008798" y="321711"/>
                </a:lnTo>
                <a:lnTo>
                  <a:pt x="1009180" y="321391"/>
                </a:lnTo>
                <a:lnTo>
                  <a:pt x="1005750" y="337837"/>
                </a:lnTo>
                <a:lnTo>
                  <a:pt x="1006186" y="338302"/>
                </a:lnTo>
                <a:lnTo>
                  <a:pt x="1008110" y="335756"/>
                </a:lnTo>
                <a:lnTo>
                  <a:pt x="1010855" y="327192"/>
                </a:lnTo>
                <a:lnTo>
                  <a:pt x="1006283" y="310423"/>
                </a:lnTo>
                <a:close/>
                <a:moveTo>
                  <a:pt x="996702" y="331082"/>
                </a:moveTo>
                <a:lnTo>
                  <a:pt x="1004415" y="340643"/>
                </a:lnTo>
                <a:lnTo>
                  <a:pt x="1005015" y="339849"/>
                </a:lnTo>
                <a:lnTo>
                  <a:pt x="1005235" y="338791"/>
                </a:lnTo>
                <a:lnTo>
                  <a:pt x="997140" y="330137"/>
                </a:lnTo>
                <a:close/>
                <a:moveTo>
                  <a:pt x="995211" y="334297"/>
                </a:moveTo>
                <a:lnTo>
                  <a:pt x="998934" y="348095"/>
                </a:lnTo>
                <a:lnTo>
                  <a:pt x="1002241" y="343597"/>
                </a:lnTo>
                <a:lnTo>
                  <a:pt x="996760" y="335832"/>
                </a:lnTo>
                <a:lnTo>
                  <a:pt x="995325" y="334053"/>
                </a:lnTo>
                <a:close/>
                <a:moveTo>
                  <a:pt x="993506" y="337974"/>
                </a:moveTo>
                <a:lnTo>
                  <a:pt x="994405" y="339886"/>
                </a:lnTo>
                <a:lnTo>
                  <a:pt x="998261" y="349011"/>
                </a:lnTo>
                <a:lnTo>
                  <a:pt x="998770" y="348319"/>
                </a:lnTo>
                <a:lnTo>
                  <a:pt x="995069" y="334603"/>
                </a:lnTo>
                <a:close/>
                <a:moveTo>
                  <a:pt x="965741" y="400134"/>
                </a:moveTo>
                <a:lnTo>
                  <a:pt x="966589" y="402440"/>
                </a:lnTo>
                <a:lnTo>
                  <a:pt x="967242" y="400710"/>
                </a:lnTo>
                <a:lnTo>
                  <a:pt x="966957" y="399596"/>
                </a:lnTo>
                <a:lnTo>
                  <a:pt x="966419" y="399128"/>
                </a:lnTo>
                <a:close/>
                <a:moveTo>
                  <a:pt x="341835" y="1797117"/>
                </a:moveTo>
                <a:lnTo>
                  <a:pt x="346854" y="1799520"/>
                </a:lnTo>
                <a:lnTo>
                  <a:pt x="350556" y="1800634"/>
                </a:lnTo>
                <a:lnTo>
                  <a:pt x="347175" y="1798617"/>
                </a:lnTo>
                <a:lnTo>
                  <a:pt x="343844" y="1797128"/>
                </a:lnTo>
                <a:close/>
                <a:moveTo>
                  <a:pt x="991260" y="342817"/>
                </a:moveTo>
                <a:lnTo>
                  <a:pt x="983358" y="363742"/>
                </a:lnTo>
                <a:lnTo>
                  <a:pt x="984644" y="367539"/>
                </a:lnTo>
                <a:lnTo>
                  <a:pt x="997825" y="349604"/>
                </a:lnTo>
                <a:lnTo>
                  <a:pt x="993194" y="338644"/>
                </a:lnTo>
                <a:close/>
                <a:moveTo>
                  <a:pt x="342311" y="1795749"/>
                </a:moveTo>
                <a:lnTo>
                  <a:pt x="342484" y="1795819"/>
                </a:lnTo>
                <a:lnTo>
                  <a:pt x="342394" y="1795765"/>
                </a:lnTo>
                <a:close/>
                <a:moveTo>
                  <a:pt x="916606" y="509766"/>
                </a:moveTo>
                <a:lnTo>
                  <a:pt x="916220" y="510994"/>
                </a:lnTo>
                <a:lnTo>
                  <a:pt x="916253" y="511036"/>
                </a:lnTo>
                <a:lnTo>
                  <a:pt x="916732" y="509871"/>
                </a:lnTo>
                <a:close/>
                <a:moveTo>
                  <a:pt x="917057" y="508327"/>
                </a:moveTo>
                <a:lnTo>
                  <a:pt x="916805" y="509131"/>
                </a:lnTo>
                <a:lnTo>
                  <a:pt x="916978" y="509275"/>
                </a:lnTo>
                <a:lnTo>
                  <a:pt x="917143" y="508874"/>
                </a:lnTo>
                <a:lnTo>
                  <a:pt x="917174" y="508802"/>
                </a:lnTo>
                <a:lnTo>
                  <a:pt x="917278" y="508500"/>
                </a:lnTo>
                <a:close/>
                <a:moveTo>
                  <a:pt x="944394" y="447086"/>
                </a:moveTo>
                <a:lnTo>
                  <a:pt x="943992" y="448160"/>
                </a:lnTo>
                <a:lnTo>
                  <a:pt x="945063" y="451345"/>
                </a:lnTo>
                <a:lnTo>
                  <a:pt x="945629" y="451891"/>
                </a:lnTo>
                <a:lnTo>
                  <a:pt x="945715" y="451784"/>
                </a:lnTo>
                <a:lnTo>
                  <a:pt x="945558" y="450897"/>
                </a:lnTo>
                <a:close/>
                <a:moveTo>
                  <a:pt x="357992" y="1760143"/>
                </a:moveTo>
                <a:lnTo>
                  <a:pt x="358117" y="1761133"/>
                </a:lnTo>
                <a:lnTo>
                  <a:pt x="369920" y="1766028"/>
                </a:lnTo>
                <a:lnTo>
                  <a:pt x="367515" y="1763466"/>
                </a:lnTo>
                <a:lnTo>
                  <a:pt x="367470" y="1763434"/>
                </a:lnTo>
                <a:lnTo>
                  <a:pt x="358626" y="1760159"/>
                </a:lnTo>
                <a:close/>
                <a:moveTo>
                  <a:pt x="945902" y="443668"/>
                </a:moveTo>
                <a:lnTo>
                  <a:pt x="946228" y="444738"/>
                </a:lnTo>
                <a:lnTo>
                  <a:pt x="946675" y="444916"/>
                </a:lnTo>
                <a:close/>
                <a:moveTo>
                  <a:pt x="951891" y="429969"/>
                </a:moveTo>
                <a:lnTo>
                  <a:pt x="952055" y="430289"/>
                </a:lnTo>
                <a:lnTo>
                  <a:pt x="952358" y="429217"/>
                </a:lnTo>
                <a:close/>
                <a:moveTo>
                  <a:pt x="917469" y="507016"/>
                </a:moveTo>
                <a:lnTo>
                  <a:pt x="917464" y="507031"/>
                </a:lnTo>
                <a:lnTo>
                  <a:pt x="917527" y="507077"/>
                </a:lnTo>
                <a:close/>
                <a:moveTo>
                  <a:pt x="963675" y="403207"/>
                </a:moveTo>
                <a:lnTo>
                  <a:pt x="965508" y="405303"/>
                </a:lnTo>
                <a:lnTo>
                  <a:pt x="966188" y="403503"/>
                </a:lnTo>
                <a:lnTo>
                  <a:pt x="965229" y="400896"/>
                </a:lnTo>
                <a:close/>
                <a:moveTo>
                  <a:pt x="917916" y="505591"/>
                </a:moveTo>
                <a:lnTo>
                  <a:pt x="917894" y="505661"/>
                </a:lnTo>
                <a:lnTo>
                  <a:pt x="918014" y="505781"/>
                </a:lnTo>
                <a:close/>
                <a:moveTo>
                  <a:pt x="962236" y="406097"/>
                </a:moveTo>
                <a:lnTo>
                  <a:pt x="964571" y="408216"/>
                </a:lnTo>
                <a:lnTo>
                  <a:pt x="964653" y="407880"/>
                </a:lnTo>
                <a:close/>
                <a:moveTo>
                  <a:pt x="976288" y="374586"/>
                </a:moveTo>
                <a:lnTo>
                  <a:pt x="975651" y="378443"/>
                </a:lnTo>
                <a:lnTo>
                  <a:pt x="976854" y="375257"/>
                </a:lnTo>
                <a:close/>
                <a:moveTo>
                  <a:pt x="938734" y="458333"/>
                </a:moveTo>
                <a:lnTo>
                  <a:pt x="938694" y="459818"/>
                </a:lnTo>
                <a:lnTo>
                  <a:pt x="938763" y="459884"/>
                </a:lnTo>
                <a:lnTo>
                  <a:pt x="939181" y="458768"/>
                </a:lnTo>
                <a:close/>
                <a:moveTo>
                  <a:pt x="962438" y="405047"/>
                </a:moveTo>
                <a:lnTo>
                  <a:pt x="962927" y="405338"/>
                </a:lnTo>
                <a:lnTo>
                  <a:pt x="962540" y="404895"/>
                </a:lnTo>
                <a:close/>
                <a:moveTo>
                  <a:pt x="364260" y="1744326"/>
                </a:moveTo>
                <a:lnTo>
                  <a:pt x="365625" y="1745782"/>
                </a:lnTo>
                <a:lnTo>
                  <a:pt x="373056" y="1746844"/>
                </a:lnTo>
                <a:lnTo>
                  <a:pt x="366729" y="1745059"/>
                </a:lnTo>
                <a:close/>
                <a:moveTo>
                  <a:pt x="949314" y="434114"/>
                </a:moveTo>
                <a:lnTo>
                  <a:pt x="950771" y="435381"/>
                </a:lnTo>
                <a:lnTo>
                  <a:pt x="950824" y="435147"/>
                </a:lnTo>
                <a:lnTo>
                  <a:pt x="949546" y="433741"/>
                </a:lnTo>
                <a:close/>
                <a:moveTo>
                  <a:pt x="949167" y="434353"/>
                </a:moveTo>
                <a:lnTo>
                  <a:pt x="948644" y="435747"/>
                </a:lnTo>
                <a:lnTo>
                  <a:pt x="948943" y="436228"/>
                </a:lnTo>
                <a:lnTo>
                  <a:pt x="950203" y="437905"/>
                </a:lnTo>
                <a:lnTo>
                  <a:pt x="950699" y="435702"/>
                </a:lnTo>
                <a:lnTo>
                  <a:pt x="950005" y="435082"/>
                </a:lnTo>
                <a:close/>
                <a:moveTo>
                  <a:pt x="388632" y="1689050"/>
                </a:moveTo>
                <a:lnTo>
                  <a:pt x="389250" y="1689607"/>
                </a:lnTo>
                <a:lnTo>
                  <a:pt x="390428" y="1689562"/>
                </a:lnTo>
                <a:close/>
                <a:moveTo>
                  <a:pt x="961277" y="406773"/>
                </a:moveTo>
                <a:lnTo>
                  <a:pt x="963137" y="411044"/>
                </a:lnTo>
                <a:lnTo>
                  <a:pt x="963749" y="411558"/>
                </a:lnTo>
                <a:lnTo>
                  <a:pt x="964399" y="408916"/>
                </a:lnTo>
                <a:lnTo>
                  <a:pt x="961566" y="406344"/>
                </a:lnTo>
                <a:close/>
                <a:moveTo>
                  <a:pt x="951876" y="427127"/>
                </a:moveTo>
                <a:lnTo>
                  <a:pt x="951265" y="428758"/>
                </a:lnTo>
                <a:lnTo>
                  <a:pt x="951806" y="429807"/>
                </a:lnTo>
                <a:lnTo>
                  <a:pt x="952495" y="428731"/>
                </a:lnTo>
                <a:lnTo>
                  <a:pt x="952706" y="427983"/>
                </a:lnTo>
                <a:close/>
                <a:moveTo>
                  <a:pt x="952277" y="426057"/>
                </a:moveTo>
                <a:lnTo>
                  <a:pt x="951983" y="426841"/>
                </a:lnTo>
                <a:lnTo>
                  <a:pt x="952793" y="427676"/>
                </a:lnTo>
                <a:lnTo>
                  <a:pt x="952977" y="427025"/>
                </a:lnTo>
                <a:lnTo>
                  <a:pt x="952391" y="426168"/>
                </a:lnTo>
                <a:close/>
                <a:moveTo>
                  <a:pt x="960113" y="408505"/>
                </a:moveTo>
                <a:lnTo>
                  <a:pt x="962431" y="410451"/>
                </a:lnTo>
                <a:lnTo>
                  <a:pt x="961005" y="407177"/>
                </a:lnTo>
                <a:close/>
                <a:moveTo>
                  <a:pt x="964879" y="397789"/>
                </a:moveTo>
                <a:lnTo>
                  <a:pt x="965339" y="399040"/>
                </a:lnTo>
                <a:lnTo>
                  <a:pt x="965700" y="398502"/>
                </a:lnTo>
                <a:close/>
                <a:moveTo>
                  <a:pt x="967314" y="392325"/>
                </a:moveTo>
                <a:lnTo>
                  <a:pt x="967649" y="393190"/>
                </a:lnTo>
                <a:lnTo>
                  <a:pt x="968552" y="394262"/>
                </a:lnTo>
                <a:lnTo>
                  <a:pt x="969065" y="393499"/>
                </a:lnTo>
                <a:lnTo>
                  <a:pt x="969393" y="391513"/>
                </a:lnTo>
                <a:lnTo>
                  <a:pt x="969253" y="390352"/>
                </a:lnTo>
                <a:lnTo>
                  <a:pt x="968965" y="389880"/>
                </a:lnTo>
                <a:close/>
                <a:moveTo>
                  <a:pt x="372949" y="1723190"/>
                </a:moveTo>
                <a:lnTo>
                  <a:pt x="378011" y="1725335"/>
                </a:lnTo>
                <a:lnTo>
                  <a:pt x="377855" y="1723698"/>
                </a:lnTo>
                <a:close/>
                <a:moveTo>
                  <a:pt x="952649" y="425066"/>
                </a:moveTo>
                <a:lnTo>
                  <a:pt x="952532" y="425378"/>
                </a:lnTo>
                <a:lnTo>
                  <a:pt x="952538" y="425388"/>
                </a:lnTo>
                <a:lnTo>
                  <a:pt x="953288" y="425924"/>
                </a:lnTo>
                <a:lnTo>
                  <a:pt x="953313" y="425833"/>
                </a:lnTo>
                <a:close/>
                <a:moveTo>
                  <a:pt x="917059" y="504559"/>
                </a:moveTo>
                <a:lnTo>
                  <a:pt x="917199" y="504967"/>
                </a:lnTo>
                <a:lnTo>
                  <a:pt x="917746" y="505513"/>
                </a:lnTo>
                <a:lnTo>
                  <a:pt x="917795" y="505357"/>
                </a:lnTo>
                <a:lnTo>
                  <a:pt x="917611" y="505001"/>
                </a:lnTo>
                <a:close/>
                <a:moveTo>
                  <a:pt x="353157" y="1767085"/>
                </a:moveTo>
                <a:lnTo>
                  <a:pt x="358718" y="1769047"/>
                </a:lnTo>
                <a:lnTo>
                  <a:pt x="358562" y="1767811"/>
                </a:lnTo>
                <a:close/>
                <a:moveTo>
                  <a:pt x="916834" y="504602"/>
                </a:moveTo>
                <a:lnTo>
                  <a:pt x="916842" y="504610"/>
                </a:lnTo>
                <a:lnTo>
                  <a:pt x="916837" y="504597"/>
                </a:lnTo>
                <a:close/>
                <a:moveTo>
                  <a:pt x="339551" y="1797105"/>
                </a:moveTo>
                <a:lnTo>
                  <a:pt x="344506" y="1798813"/>
                </a:lnTo>
                <a:lnTo>
                  <a:pt x="345087" y="1798988"/>
                </a:lnTo>
                <a:lnTo>
                  <a:pt x="341171" y="1797114"/>
                </a:lnTo>
                <a:close/>
                <a:moveTo>
                  <a:pt x="916108" y="506048"/>
                </a:moveTo>
                <a:lnTo>
                  <a:pt x="917306" y="506916"/>
                </a:lnTo>
                <a:lnTo>
                  <a:pt x="917322" y="506864"/>
                </a:lnTo>
                <a:lnTo>
                  <a:pt x="916258" y="505751"/>
                </a:lnTo>
                <a:close/>
                <a:moveTo>
                  <a:pt x="374498" y="1718744"/>
                </a:moveTo>
                <a:lnTo>
                  <a:pt x="374958" y="1718956"/>
                </a:lnTo>
                <a:lnTo>
                  <a:pt x="374591" y="1718740"/>
                </a:lnTo>
                <a:close/>
                <a:moveTo>
                  <a:pt x="965859" y="394481"/>
                </a:moveTo>
                <a:lnTo>
                  <a:pt x="966587" y="397182"/>
                </a:lnTo>
                <a:lnTo>
                  <a:pt x="967661" y="395587"/>
                </a:lnTo>
                <a:lnTo>
                  <a:pt x="967247" y="394514"/>
                </a:lnTo>
                <a:lnTo>
                  <a:pt x="966492" y="393543"/>
                </a:lnTo>
                <a:close/>
                <a:moveTo>
                  <a:pt x="369671" y="1729441"/>
                </a:moveTo>
                <a:lnTo>
                  <a:pt x="373258" y="1731827"/>
                </a:lnTo>
                <a:lnTo>
                  <a:pt x="378802" y="1733603"/>
                </a:lnTo>
                <a:lnTo>
                  <a:pt x="378541" y="1730877"/>
                </a:lnTo>
                <a:lnTo>
                  <a:pt x="374199" y="1731092"/>
                </a:lnTo>
                <a:lnTo>
                  <a:pt x="373979" y="1730902"/>
                </a:lnTo>
                <a:lnTo>
                  <a:pt x="378522" y="1730679"/>
                </a:lnTo>
                <a:lnTo>
                  <a:pt x="378415" y="1729561"/>
                </a:lnTo>
                <a:close/>
                <a:moveTo>
                  <a:pt x="915222" y="507809"/>
                </a:moveTo>
                <a:lnTo>
                  <a:pt x="916651" y="509002"/>
                </a:lnTo>
                <a:lnTo>
                  <a:pt x="916901" y="508204"/>
                </a:lnTo>
                <a:lnTo>
                  <a:pt x="915556" y="507145"/>
                </a:lnTo>
                <a:close/>
                <a:moveTo>
                  <a:pt x="914612" y="509022"/>
                </a:moveTo>
                <a:lnTo>
                  <a:pt x="916079" y="510822"/>
                </a:lnTo>
                <a:lnTo>
                  <a:pt x="916451" y="509637"/>
                </a:lnTo>
                <a:lnTo>
                  <a:pt x="914938" y="508376"/>
                </a:lnTo>
                <a:close/>
                <a:moveTo>
                  <a:pt x="960779" y="405630"/>
                </a:moveTo>
                <a:lnTo>
                  <a:pt x="960829" y="405746"/>
                </a:lnTo>
                <a:lnTo>
                  <a:pt x="960859" y="405702"/>
                </a:lnTo>
                <a:close/>
                <a:moveTo>
                  <a:pt x="958258" y="411263"/>
                </a:moveTo>
                <a:lnTo>
                  <a:pt x="954810" y="425121"/>
                </a:lnTo>
                <a:lnTo>
                  <a:pt x="960698" y="415927"/>
                </a:lnTo>
                <a:lnTo>
                  <a:pt x="960902" y="415856"/>
                </a:lnTo>
                <a:lnTo>
                  <a:pt x="954708" y="425524"/>
                </a:lnTo>
                <a:lnTo>
                  <a:pt x="954500" y="426361"/>
                </a:lnTo>
                <a:lnTo>
                  <a:pt x="955561" y="427552"/>
                </a:lnTo>
                <a:lnTo>
                  <a:pt x="959179" y="430143"/>
                </a:lnTo>
                <a:lnTo>
                  <a:pt x="963448" y="412784"/>
                </a:lnTo>
                <a:lnTo>
                  <a:pt x="962842" y="411394"/>
                </a:lnTo>
                <a:lnTo>
                  <a:pt x="959857" y="408885"/>
                </a:lnTo>
                <a:close/>
                <a:moveTo>
                  <a:pt x="357511" y="1756336"/>
                </a:moveTo>
                <a:lnTo>
                  <a:pt x="357916" y="1759538"/>
                </a:lnTo>
                <a:lnTo>
                  <a:pt x="358489" y="1759751"/>
                </a:lnTo>
                <a:lnTo>
                  <a:pt x="362370" y="1759800"/>
                </a:lnTo>
                <a:close/>
                <a:moveTo>
                  <a:pt x="956224" y="415528"/>
                </a:moveTo>
                <a:lnTo>
                  <a:pt x="952856" y="424514"/>
                </a:lnTo>
                <a:lnTo>
                  <a:pt x="953487" y="425222"/>
                </a:lnTo>
                <a:close/>
                <a:moveTo>
                  <a:pt x="965139" y="395547"/>
                </a:moveTo>
                <a:lnTo>
                  <a:pt x="966280" y="396947"/>
                </a:lnTo>
                <a:lnTo>
                  <a:pt x="965707" y="394705"/>
                </a:lnTo>
                <a:close/>
                <a:moveTo>
                  <a:pt x="912026" y="514168"/>
                </a:moveTo>
                <a:lnTo>
                  <a:pt x="913394" y="517985"/>
                </a:lnTo>
                <a:lnTo>
                  <a:pt x="915235" y="513512"/>
                </a:lnTo>
                <a:lnTo>
                  <a:pt x="915858" y="511527"/>
                </a:lnTo>
                <a:lnTo>
                  <a:pt x="914309" y="509626"/>
                </a:lnTo>
                <a:close/>
                <a:moveTo>
                  <a:pt x="357453" y="1755877"/>
                </a:moveTo>
                <a:lnTo>
                  <a:pt x="357478" y="1756069"/>
                </a:lnTo>
                <a:lnTo>
                  <a:pt x="362716" y="1759804"/>
                </a:lnTo>
                <a:lnTo>
                  <a:pt x="364094" y="1759821"/>
                </a:lnTo>
                <a:lnTo>
                  <a:pt x="363623" y="1759320"/>
                </a:lnTo>
                <a:lnTo>
                  <a:pt x="359578" y="1756448"/>
                </a:lnTo>
                <a:close/>
                <a:moveTo>
                  <a:pt x="964438" y="396586"/>
                </a:moveTo>
                <a:lnTo>
                  <a:pt x="964614" y="397065"/>
                </a:lnTo>
                <a:lnTo>
                  <a:pt x="965909" y="398192"/>
                </a:lnTo>
                <a:lnTo>
                  <a:pt x="966064" y="397961"/>
                </a:lnTo>
                <a:lnTo>
                  <a:pt x="964719" y="396170"/>
                </a:lnTo>
                <a:close/>
                <a:moveTo>
                  <a:pt x="919381" y="497414"/>
                </a:moveTo>
                <a:lnTo>
                  <a:pt x="919673" y="498211"/>
                </a:lnTo>
                <a:lnTo>
                  <a:pt x="919835" y="497887"/>
                </a:lnTo>
                <a:close/>
                <a:moveTo>
                  <a:pt x="942794" y="444598"/>
                </a:moveTo>
                <a:lnTo>
                  <a:pt x="943598" y="446986"/>
                </a:lnTo>
                <a:lnTo>
                  <a:pt x="944020" y="445860"/>
                </a:lnTo>
                <a:lnTo>
                  <a:pt x="943534" y="444266"/>
                </a:lnTo>
                <a:lnTo>
                  <a:pt x="943106" y="444097"/>
                </a:lnTo>
                <a:close/>
                <a:moveTo>
                  <a:pt x="959024" y="408186"/>
                </a:moveTo>
                <a:lnTo>
                  <a:pt x="958927" y="408575"/>
                </a:lnTo>
                <a:lnTo>
                  <a:pt x="959129" y="408274"/>
                </a:lnTo>
                <a:close/>
                <a:moveTo>
                  <a:pt x="364588" y="1738868"/>
                </a:moveTo>
                <a:lnTo>
                  <a:pt x="366996" y="1739926"/>
                </a:lnTo>
                <a:lnTo>
                  <a:pt x="370207" y="1740276"/>
                </a:lnTo>
                <a:lnTo>
                  <a:pt x="369644" y="1739735"/>
                </a:lnTo>
                <a:close/>
                <a:moveTo>
                  <a:pt x="960118" y="405139"/>
                </a:moveTo>
                <a:lnTo>
                  <a:pt x="959158" y="407701"/>
                </a:lnTo>
                <a:lnTo>
                  <a:pt x="959386" y="407893"/>
                </a:lnTo>
                <a:lnTo>
                  <a:pt x="960558" y="406149"/>
                </a:lnTo>
                <a:close/>
                <a:moveTo>
                  <a:pt x="960958" y="403086"/>
                </a:moveTo>
                <a:lnTo>
                  <a:pt x="960651" y="403813"/>
                </a:lnTo>
                <a:lnTo>
                  <a:pt x="961639" y="404541"/>
                </a:lnTo>
                <a:lnTo>
                  <a:pt x="961896" y="404159"/>
                </a:lnTo>
                <a:close/>
                <a:moveTo>
                  <a:pt x="916413" y="502682"/>
                </a:moveTo>
                <a:lnTo>
                  <a:pt x="916534" y="503034"/>
                </a:lnTo>
                <a:lnTo>
                  <a:pt x="916632" y="503107"/>
                </a:lnTo>
                <a:close/>
                <a:moveTo>
                  <a:pt x="962464" y="399510"/>
                </a:moveTo>
                <a:lnTo>
                  <a:pt x="961808" y="401066"/>
                </a:lnTo>
                <a:lnTo>
                  <a:pt x="961929" y="401211"/>
                </a:lnTo>
                <a:lnTo>
                  <a:pt x="963031" y="402472"/>
                </a:lnTo>
                <a:lnTo>
                  <a:pt x="964827" y="399801"/>
                </a:lnTo>
                <a:lnTo>
                  <a:pt x="963924" y="397348"/>
                </a:lnTo>
                <a:close/>
                <a:moveTo>
                  <a:pt x="942550" y="443876"/>
                </a:moveTo>
                <a:lnTo>
                  <a:pt x="942671" y="444235"/>
                </a:lnTo>
                <a:lnTo>
                  <a:pt x="942826" y="443985"/>
                </a:lnTo>
                <a:close/>
                <a:moveTo>
                  <a:pt x="965247" y="392901"/>
                </a:moveTo>
                <a:lnTo>
                  <a:pt x="964475" y="394733"/>
                </a:lnTo>
                <a:lnTo>
                  <a:pt x="964570" y="394849"/>
                </a:lnTo>
                <a:lnTo>
                  <a:pt x="965442" y="393664"/>
                </a:lnTo>
                <a:close/>
                <a:moveTo>
                  <a:pt x="965509" y="392277"/>
                </a:moveTo>
                <a:lnTo>
                  <a:pt x="965360" y="392632"/>
                </a:lnTo>
                <a:lnTo>
                  <a:pt x="965585" y="393469"/>
                </a:lnTo>
                <a:lnTo>
                  <a:pt x="965998" y="392908"/>
                </a:lnTo>
                <a:close/>
                <a:moveTo>
                  <a:pt x="959866" y="404801"/>
                </a:moveTo>
                <a:lnTo>
                  <a:pt x="959797" y="405080"/>
                </a:lnTo>
                <a:lnTo>
                  <a:pt x="959900" y="404833"/>
                </a:lnTo>
                <a:close/>
                <a:moveTo>
                  <a:pt x="346543" y="1778138"/>
                </a:moveTo>
                <a:lnTo>
                  <a:pt x="360815" y="1785643"/>
                </a:lnTo>
                <a:lnTo>
                  <a:pt x="360071" y="1779755"/>
                </a:lnTo>
                <a:close/>
                <a:moveTo>
                  <a:pt x="940139" y="448867"/>
                </a:moveTo>
                <a:lnTo>
                  <a:pt x="940954" y="449742"/>
                </a:lnTo>
                <a:lnTo>
                  <a:pt x="940648" y="448269"/>
                </a:lnTo>
                <a:lnTo>
                  <a:pt x="940562" y="448186"/>
                </a:lnTo>
                <a:close/>
                <a:moveTo>
                  <a:pt x="961590" y="400804"/>
                </a:moveTo>
                <a:lnTo>
                  <a:pt x="961595" y="400810"/>
                </a:lnTo>
                <a:lnTo>
                  <a:pt x="961609" y="400777"/>
                </a:lnTo>
                <a:close/>
                <a:moveTo>
                  <a:pt x="967517" y="387509"/>
                </a:moveTo>
                <a:lnTo>
                  <a:pt x="966440" y="390067"/>
                </a:lnTo>
                <a:lnTo>
                  <a:pt x="967008" y="391534"/>
                </a:lnTo>
                <a:lnTo>
                  <a:pt x="968628" y="389329"/>
                </a:lnTo>
                <a:close/>
                <a:moveTo>
                  <a:pt x="915711" y="503479"/>
                </a:moveTo>
                <a:lnTo>
                  <a:pt x="916585" y="504353"/>
                </a:lnTo>
                <a:lnTo>
                  <a:pt x="916648" y="504229"/>
                </a:lnTo>
                <a:close/>
                <a:moveTo>
                  <a:pt x="968597" y="384943"/>
                </a:moveTo>
                <a:lnTo>
                  <a:pt x="967747" y="386961"/>
                </a:lnTo>
                <a:lnTo>
                  <a:pt x="968937" y="388909"/>
                </a:lnTo>
                <a:lnTo>
                  <a:pt x="969057" y="388745"/>
                </a:lnTo>
                <a:close/>
                <a:moveTo>
                  <a:pt x="978172" y="363178"/>
                </a:moveTo>
                <a:lnTo>
                  <a:pt x="976432" y="373717"/>
                </a:lnTo>
                <a:lnTo>
                  <a:pt x="977125" y="374540"/>
                </a:lnTo>
                <a:lnTo>
                  <a:pt x="980634" y="365248"/>
                </a:lnTo>
                <a:close/>
                <a:moveTo>
                  <a:pt x="938936" y="450802"/>
                </a:moveTo>
                <a:lnTo>
                  <a:pt x="938758" y="457428"/>
                </a:lnTo>
                <a:lnTo>
                  <a:pt x="939436" y="458089"/>
                </a:lnTo>
                <a:lnTo>
                  <a:pt x="941528" y="452508"/>
                </a:lnTo>
                <a:lnTo>
                  <a:pt x="941491" y="452331"/>
                </a:lnTo>
                <a:lnTo>
                  <a:pt x="939534" y="449840"/>
                </a:lnTo>
                <a:close/>
                <a:moveTo>
                  <a:pt x="963838" y="394999"/>
                </a:moveTo>
                <a:lnTo>
                  <a:pt x="963935" y="395252"/>
                </a:lnTo>
                <a:lnTo>
                  <a:pt x="963969" y="395172"/>
                </a:lnTo>
                <a:close/>
                <a:moveTo>
                  <a:pt x="960435" y="402515"/>
                </a:moveTo>
                <a:lnTo>
                  <a:pt x="960195" y="403477"/>
                </a:lnTo>
                <a:lnTo>
                  <a:pt x="960406" y="403633"/>
                </a:lnTo>
                <a:lnTo>
                  <a:pt x="960741" y="402838"/>
                </a:lnTo>
                <a:lnTo>
                  <a:pt x="960445" y="402500"/>
                </a:lnTo>
                <a:close/>
                <a:moveTo>
                  <a:pt x="965134" y="391794"/>
                </a:moveTo>
                <a:lnTo>
                  <a:pt x="965234" y="392167"/>
                </a:lnTo>
                <a:lnTo>
                  <a:pt x="965301" y="392009"/>
                </a:lnTo>
                <a:close/>
                <a:moveTo>
                  <a:pt x="951273" y="422737"/>
                </a:moveTo>
                <a:lnTo>
                  <a:pt x="952269" y="423855"/>
                </a:lnTo>
                <a:lnTo>
                  <a:pt x="955335" y="415675"/>
                </a:lnTo>
                <a:lnTo>
                  <a:pt x="955408" y="415501"/>
                </a:lnTo>
                <a:lnTo>
                  <a:pt x="955391" y="415525"/>
                </a:lnTo>
                <a:close/>
                <a:moveTo>
                  <a:pt x="951005" y="423206"/>
                </a:moveTo>
                <a:lnTo>
                  <a:pt x="951987" y="424604"/>
                </a:lnTo>
                <a:lnTo>
                  <a:pt x="952066" y="424394"/>
                </a:lnTo>
                <a:lnTo>
                  <a:pt x="951017" y="423184"/>
                </a:lnTo>
                <a:close/>
                <a:moveTo>
                  <a:pt x="950566" y="423975"/>
                </a:moveTo>
                <a:lnTo>
                  <a:pt x="951206" y="424434"/>
                </a:lnTo>
                <a:lnTo>
                  <a:pt x="950715" y="423714"/>
                </a:lnTo>
                <a:close/>
                <a:moveTo>
                  <a:pt x="979414" y="359258"/>
                </a:moveTo>
                <a:lnTo>
                  <a:pt x="978435" y="361583"/>
                </a:lnTo>
                <a:lnTo>
                  <a:pt x="978249" y="362706"/>
                </a:lnTo>
                <a:lnTo>
                  <a:pt x="980804" y="364796"/>
                </a:lnTo>
                <a:lnTo>
                  <a:pt x="981166" y="363837"/>
                </a:lnTo>
                <a:close/>
                <a:moveTo>
                  <a:pt x="979699" y="358581"/>
                </a:moveTo>
                <a:lnTo>
                  <a:pt x="979553" y="358927"/>
                </a:lnTo>
                <a:lnTo>
                  <a:pt x="981299" y="363488"/>
                </a:lnTo>
                <a:lnTo>
                  <a:pt x="981331" y="363400"/>
                </a:lnTo>
                <a:close/>
                <a:moveTo>
                  <a:pt x="950061" y="424859"/>
                </a:moveTo>
                <a:lnTo>
                  <a:pt x="951382" y="426220"/>
                </a:lnTo>
                <a:lnTo>
                  <a:pt x="951666" y="425463"/>
                </a:lnTo>
                <a:lnTo>
                  <a:pt x="950804" y="424626"/>
                </a:lnTo>
                <a:lnTo>
                  <a:pt x="950371" y="424316"/>
                </a:lnTo>
                <a:close/>
                <a:moveTo>
                  <a:pt x="949636" y="425603"/>
                </a:moveTo>
                <a:lnTo>
                  <a:pt x="950781" y="427823"/>
                </a:lnTo>
                <a:lnTo>
                  <a:pt x="951275" y="426507"/>
                </a:lnTo>
                <a:lnTo>
                  <a:pt x="949918" y="425109"/>
                </a:lnTo>
                <a:close/>
                <a:moveTo>
                  <a:pt x="912822" y="507925"/>
                </a:moveTo>
                <a:lnTo>
                  <a:pt x="911244" y="511986"/>
                </a:lnTo>
                <a:lnTo>
                  <a:pt x="911870" y="513732"/>
                </a:lnTo>
                <a:lnTo>
                  <a:pt x="914077" y="509342"/>
                </a:lnTo>
                <a:lnTo>
                  <a:pt x="913477" y="508606"/>
                </a:lnTo>
                <a:close/>
                <a:moveTo>
                  <a:pt x="913208" y="506933"/>
                </a:moveTo>
                <a:lnTo>
                  <a:pt x="913100" y="507211"/>
                </a:lnTo>
                <a:lnTo>
                  <a:pt x="914380" y="508740"/>
                </a:lnTo>
                <a:lnTo>
                  <a:pt x="914674" y="508155"/>
                </a:lnTo>
                <a:close/>
                <a:moveTo>
                  <a:pt x="938980" y="449135"/>
                </a:moveTo>
                <a:lnTo>
                  <a:pt x="938951" y="450216"/>
                </a:lnTo>
                <a:lnTo>
                  <a:pt x="939339" y="449592"/>
                </a:lnTo>
                <a:close/>
                <a:moveTo>
                  <a:pt x="356996" y="1752259"/>
                </a:moveTo>
                <a:lnTo>
                  <a:pt x="357269" y="1754422"/>
                </a:lnTo>
                <a:lnTo>
                  <a:pt x="357480" y="1754567"/>
                </a:lnTo>
                <a:lnTo>
                  <a:pt x="360022" y="1755483"/>
                </a:lnTo>
                <a:close/>
                <a:moveTo>
                  <a:pt x="913695" y="505679"/>
                </a:moveTo>
                <a:lnTo>
                  <a:pt x="913443" y="506326"/>
                </a:lnTo>
                <a:lnTo>
                  <a:pt x="914958" y="507590"/>
                </a:lnTo>
                <a:lnTo>
                  <a:pt x="915288" y="506934"/>
                </a:lnTo>
                <a:close/>
                <a:moveTo>
                  <a:pt x="918479" y="494953"/>
                </a:moveTo>
                <a:lnTo>
                  <a:pt x="919128" y="496725"/>
                </a:lnTo>
                <a:lnTo>
                  <a:pt x="919960" y="497590"/>
                </a:lnTo>
                <a:lnTo>
                  <a:pt x="920283" y="495704"/>
                </a:lnTo>
                <a:lnTo>
                  <a:pt x="919788" y="494556"/>
                </a:lnTo>
                <a:lnTo>
                  <a:pt x="919202" y="493953"/>
                </a:lnTo>
                <a:close/>
                <a:moveTo>
                  <a:pt x="914415" y="503826"/>
                </a:moveTo>
                <a:lnTo>
                  <a:pt x="914113" y="504603"/>
                </a:lnTo>
                <a:lnTo>
                  <a:pt x="915833" y="505849"/>
                </a:lnTo>
                <a:lnTo>
                  <a:pt x="916011" y="505494"/>
                </a:lnTo>
                <a:close/>
                <a:moveTo>
                  <a:pt x="948281" y="427976"/>
                </a:moveTo>
                <a:lnTo>
                  <a:pt x="948322" y="428014"/>
                </a:lnTo>
                <a:lnTo>
                  <a:pt x="948297" y="427948"/>
                </a:lnTo>
                <a:close/>
                <a:moveTo>
                  <a:pt x="917870" y="495843"/>
                </a:moveTo>
                <a:lnTo>
                  <a:pt x="918561" y="497179"/>
                </a:lnTo>
                <a:lnTo>
                  <a:pt x="918233" y="496221"/>
                </a:lnTo>
                <a:close/>
                <a:moveTo>
                  <a:pt x="915230" y="501730"/>
                </a:moveTo>
                <a:lnTo>
                  <a:pt x="915127" y="501997"/>
                </a:lnTo>
                <a:lnTo>
                  <a:pt x="916220" y="502803"/>
                </a:lnTo>
                <a:lnTo>
                  <a:pt x="915949" y="502017"/>
                </a:lnTo>
                <a:close/>
                <a:moveTo>
                  <a:pt x="957738" y="406509"/>
                </a:moveTo>
                <a:lnTo>
                  <a:pt x="958574" y="407210"/>
                </a:lnTo>
                <a:lnTo>
                  <a:pt x="959379" y="404359"/>
                </a:lnTo>
                <a:lnTo>
                  <a:pt x="959262" y="404253"/>
                </a:lnTo>
                <a:close/>
                <a:moveTo>
                  <a:pt x="328073" y="1816389"/>
                </a:moveTo>
                <a:lnTo>
                  <a:pt x="344108" y="1825926"/>
                </a:lnTo>
                <a:lnTo>
                  <a:pt x="364154" y="1825391"/>
                </a:lnTo>
                <a:lnTo>
                  <a:pt x="366131" y="1825121"/>
                </a:lnTo>
                <a:lnTo>
                  <a:pt x="365004" y="1817080"/>
                </a:lnTo>
                <a:lnTo>
                  <a:pt x="361664" y="1815553"/>
                </a:lnTo>
                <a:lnTo>
                  <a:pt x="344682" y="1815399"/>
                </a:lnTo>
                <a:close/>
                <a:moveTo>
                  <a:pt x="915526" y="500969"/>
                </a:moveTo>
                <a:lnTo>
                  <a:pt x="915422" y="501237"/>
                </a:lnTo>
                <a:lnTo>
                  <a:pt x="915719" y="501350"/>
                </a:lnTo>
                <a:lnTo>
                  <a:pt x="915711" y="501327"/>
                </a:lnTo>
                <a:close/>
                <a:moveTo>
                  <a:pt x="979099" y="358438"/>
                </a:moveTo>
                <a:lnTo>
                  <a:pt x="978764" y="359588"/>
                </a:lnTo>
                <a:lnTo>
                  <a:pt x="978557" y="360839"/>
                </a:lnTo>
                <a:lnTo>
                  <a:pt x="979336" y="359057"/>
                </a:lnTo>
                <a:close/>
                <a:moveTo>
                  <a:pt x="376801" y="1707075"/>
                </a:moveTo>
                <a:lnTo>
                  <a:pt x="376811" y="1707173"/>
                </a:lnTo>
                <a:lnTo>
                  <a:pt x="385993" y="1712584"/>
                </a:lnTo>
                <a:lnTo>
                  <a:pt x="393578" y="1713431"/>
                </a:lnTo>
                <a:lnTo>
                  <a:pt x="394423" y="1710229"/>
                </a:lnTo>
                <a:lnTo>
                  <a:pt x="391081" y="1707055"/>
                </a:lnTo>
                <a:lnTo>
                  <a:pt x="384977" y="1705963"/>
                </a:lnTo>
                <a:close/>
                <a:moveTo>
                  <a:pt x="979354" y="357563"/>
                </a:moveTo>
                <a:lnTo>
                  <a:pt x="979214" y="358043"/>
                </a:lnTo>
                <a:lnTo>
                  <a:pt x="979478" y="358733"/>
                </a:lnTo>
                <a:lnTo>
                  <a:pt x="979632" y="358381"/>
                </a:lnTo>
                <a:close/>
                <a:moveTo>
                  <a:pt x="946283" y="431475"/>
                </a:moveTo>
                <a:lnTo>
                  <a:pt x="948643" y="433528"/>
                </a:lnTo>
                <a:lnTo>
                  <a:pt x="948850" y="432976"/>
                </a:lnTo>
                <a:lnTo>
                  <a:pt x="946746" y="430663"/>
                </a:lnTo>
                <a:close/>
                <a:moveTo>
                  <a:pt x="946161" y="431737"/>
                </a:moveTo>
                <a:lnTo>
                  <a:pt x="948125" y="434908"/>
                </a:lnTo>
                <a:lnTo>
                  <a:pt x="948538" y="433806"/>
                </a:lnTo>
                <a:close/>
                <a:moveTo>
                  <a:pt x="962193" y="395451"/>
                </a:moveTo>
                <a:lnTo>
                  <a:pt x="961203" y="399431"/>
                </a:lnTo>
                <a:lnTo>
                  <a:pt x="963374" y="396478"/>
                </a:lnTo>
                <a:close/>
                <a:moveTo>
                  <a:pt x="939044" y="446723"/>
                </a:moveTo>
                <a:lnTo>
                  <a:pt x="939020" y="447666"/>
                </a:lnTo>
                <a:lnTo>
                  <a:pt x="939929" y="448643"/>
                </a:lnTo>
                <a:lnTo>
                  <a:pt x="940344" y="447976"/>
                </a:lnTo>
                <a:close/>
                <a:moveTo>
                  <a:pt x="962611" y="393775"/>
                </a:moveTo>
                <a:lnTo>
                  <a:pt x="962294" y="395048"/>
                </a:lnTo>
                <a:lnTo>
                  <a:pt x="963447" y="396050"/>
                </a:lnTo>
                <a:close/>
                <a:moveTo>
                  <a:pt x="1012687" y="281524"/>
                </a:moveTo>
                <a:lnTo>
                  <a:pt x="1015113" y="290420"/>
                </a:lnTo>
                <a:lnTo>
                  <a:pt x="1016534" y="287649"/>
                </a:lnTo>
                <a:lnTo>
                  <a:pt x="1012761" y="281633"/>
                </a:lnTo>
                <a:close/>
                <a:moveTo>
                  <a:pt x="336795" y="1794704"/>
                </a:moveTo>
                <a:lnTo>
                  <a:pt x="341422" y="1796919"/>
                </a:lnTo>
                <a:lnTo>
                  <a:pt x="343401" y="1796930"/>
                </a:lnTo>
                <a:lnTo>
                  <a:pt x="339619" y="1795239"/>
                </a:lnTo>
                <a:close/>
                <a:moveTo>
                  <a:pt x="914472" y="500871"/>
                </a:moveTo>
                <a:lnTo>
                  <a:pt x="914999" y="501074"/>
                </a:lnTo>
                <a:lnTo>
                  <a:pt x="915254" y="500443"/>
                </a:lnTo>
                <a:lnTo>
                  <a:pt x="915032" y="500013"/>
                </a:lnTo>
                <a:close/>
                <a:moveTo>
                  <a:pt x="914217" y="501326"/>
                </a:moveTo>
                <a:lnTo>
                  <a:pt x="914741" y="501712"/>
                </a:lnTo>
                <a:lnTo>
                  <a:pt x="914803" y="501560"/>
                </a:lnTo>
                <a:close/>
                <a:moveTo>
                  <a:pt x="912076" y="505989"/>
                </a:moveTo>
                <a:lnTo>
                  <a:pt x="912708" y="506742"/>
                </a:lnTo>
                <a:lnTo>
                  <a:pt x="912776" y="506573"/>
                </a:lnTo>
                <a:close/>
                <a:moveTo>
                  <a:pt x="365643" y="1729386"/>
                </a:moveTo>
                <a:lnTo>
                  <a:pt x="372231" y="1731498"/>
                </a:lnTo>
                <a:lnTo>
                  <a:pt x="369129" y="1729434"/>
                </a:lnTo>
                <a:close/>
                <a:moveTo>
                  <a:pt x="941308" y="440186"/>
                </a:moveTo>
                <a:lnTo>
                  <a:pt x="942318" y="443184"/>
                </a:lnTo>
                <a:lnTo>
                  <a:pt x="943125" y="443505"/>
                </a:lnTo>
                <a:lnTo>
                  <a:pt x="943244" y="443314"/>
                </a:lnTo>
                <a:lnTo>
                  <a:pt x="941947" y="439067"/>
                </a:lnTo>
                <a:close/>
                <a:moveTo>
                  <a:pt x="911523" y="506575"/>
                </a:moveTo>
                <a:lnTo>
                  <a:pt x="910818" y="510797"/>
                </a:lnTo>
                <a:lnTo>
                  <a:pt x="910935" y="511127"/>
                </a:lnTo>
                <a:lnTo>
                  <a:pt x="912405" y="507492"/>
                </a:lnTo>
                <a:close/>
                <a:moveTo>
                  <a:pt x="963596" y="389814"/>
                </a:moveTo>
                <a:lnTo>
                  <a:pt x="962909" y="392574"/>
                </a:lnTo>
                <a:lnTo>
                  <a:pt x="963083" y="393028"/>
                </a:lnTo>
                <a:lnTo>
                  <a:pt x="964263" y="394474"/>
                </a:lnTo>
                <a:lnTo>
                  <a:pt x="965126" y="392426"/>
                </a:lnTo>
                <a:lnTo>
                  <a:pt x="964916" y="391608"/>
                </a:lnTo>
                <a:lnTo>
                  <a:pt x="964877" y="391464"/>
                </a:lnTo>
                <a:close/>
                <a:moveTo>
                  <a:pt x="911574" y="506270"/>
                </a:moveTo>
                <a:lnTo>
                  <a:pt x="911568" y="506302"/>
                </a:lnTo>
                <a:lnTo>
                  <a:pt x="911778" y="506520"/>
                </a:lnTo>
                <a:close/>
                <a:moveTo>
                  <a:pt x="912701" y="503581"/>
                </a:moveTo>
                <a:lnTo>
                  <a:pt x="913695" y="504301"/>
                </a:lnTo>
                <a:lnTo>
                  <a:pt x="914043" y="503438"/>
                </a:lnTo>
                <a:lnTo>
                  <a:pt x="913301" y="502663"/>
                </a:lnTo>
                <a:close/>
                <a:moveTo>
                  <a:pt x="939117" y="444023"/>
                </a:moveTo>
                <a:lnTo>
                  <a:pt x="939076" y="445569"/>
                </a:lnTo>
                <a:lnTo>
                  <a:pt x="940341" y="446790"/>
                </a:lnTo>
                <a:lnTo>
                  <a:pt x="939594" y="443189"/>
                </a:lnTo>
                <a:close/>
                <a:moveTo>
                  <a:pt x="378590" y="1699082"/>
                </a:moveTo>
                <a:lnTo>
                  <a:pt x="383099" y="1699123"/>
                </a:lnTo>
                <a:lnTo>
                  <a:pt x="383275" y="1699112"/>
                </a:lnTo>
                <a:lnTo>
                  <a:pt x="381118" y="1696861"/>
                </a:lnTo>
                <a:lnTo>
                  <a:pt x="380085" y="1696411"/>
                </a:lnTo>
                <a:close/>
                <a:moveTo>
                  <a:pt x="963998" y="388204"/>
                </a:moveTo>
                <a:lnTo>
                  <a:pt x="963872" y="388709"/>
                </a:lnTo>
                <a:lnTo>
                  <a:pt x="964257" y="389165"/>
                </a:lnTo>
                <a:close/>
                <a:moveTo>
                  <a:pt x="911802" y="504957"/>
                </a:moveTo>
                <a:lnTo>
                  <a:pt x="913020" y="505972"/>
                </a:lnTo>
                <a:lnTo>
                  <a:pt x="913272" y="505346"/>
                </a:lnTo>
                <a:lnTo>
                  <a:pt x="912133" y="504450"/>
                </a:lnTo>
                <a:close/>
                <a:moveTo>
                  <a:pt x="964312" y="386938"/>
                </a:moveTo>
                <a:lnTo>
                  <a:pt x="964078" y="387882"/>
                </a:lnTo>
                <a:lnTo>
                  <a:pt x="964503" y="389458"/>
                </a:lnTo>
                <a:lnTo>
                  <a:pt x="965752" y="390939"/>
                </a:lnTo>
                <a:lnTo>
                  <a:pt x="965809" y="390803"/>
                </a:lnTo>
                <a:close/>
                <a:moveTo>
                  <a:pt x="377235" y="1701503"/>
                </a:moveTo>
                <a:lnTo>
                  <a:pt x="381701" y="1702301"/>
                </a:lnTo>
                <a:lnTo>
                  <a:pt x="382010" y="1702259"/>
                </a:lnTo>
                <a:lnTo>
                  <a:pt x="380947" y="1701981"/>
                </a:lnTo>
                <a:lnTo>
                  <a:pt x="380740" y="1701648"/>
                </a:lnTo>
                <a:lnTo>
                  <a:pt x="382711" y="1702164"/>
                </a:lnTo>
                <a:lnTo>
                  <a:pt x="385799" y="1701744"/>
                </a:lnTo>
                <a:lnTo>
                  <a:pt x="384556" y="1700448"/>
                </a:lnTo>
                <a:lnTo>
                  <a:pt x="377859" y="1700388"/>
                </a:lnTo>
                <a:close/>
                <a:moveTo>
                  <a:pt x="958396" y="400157"/>
                </a:moveTo>
                <a:lnTo>
                  <a:pt x="959278" y="402184"/>
                </a:lnTo>
                <a:lnTo>
                  <a:pt x="959666" y="401609"/>
                </a:lnTo>
                <a:close/>
                <a:moveTo>
                  <a:pt x="948149" y="422725"/>
                </a:moveTo>
                <a:lnTo>
                  <a:pt x="948329" y="423072"/>
                </a:lnTo>
                <a:lnTo>
                  <a:pt x="948830" y="423589"/>
                </a:lnTo>
                <a:lnTo>
                  <a:pt x="949001" y="423334"/>
                </a:lnTo>
                <a:close/>
                <a:moveTo>
                  <a:pt x="965205" y="383722"/>
                </a:moveTo>
                <a:lnTo>
                  <a:pt x="964690" y="385550"/>
                </a:lnTo>
                <a:lnTo>
                  <a:pt x="966286" y="389669"/>
                </a:lnTo>
                <a:lnTo>
                  <a:pt x="967327" y="387197"/>
                </a:lnTo>
                <a:close/>
                <a:moveTo>
                  <a:pt x="359643" y="1739406"/>
                </a:moveTo>
                <a:lnTo>
                  <a:pt x="361001" y="1740854"/>
                </a:lnTo>
                <a:lnTo>
                  <a:pt x="365096" y="1742556"/>
                </a:lnTo>
                <a:lnTo>
                  <a:pt x="370812" y="1744136"/>
                </a:lnTo>
                <a:lnTo>
                  <a:pt x="372088" y="1744313"/>
                </a:lnTo>
                <a:lnTo>
                  <a:pt x="361413" y="1739625"/>
                </a:lnTo>
                <a:close/>
                <a:moveTo>
                  <a:pt x="350420" y="1759943"/>
                </a:moveTo>
                <a:lnTo>
                  <a:pt x="352090" y="1760712"/>
                </a:lnTo>
                <a:lnTo>
                  <a:pt x="357997" y="1763336"/>
                </a:lnTo>
                <a:lnTo>
                  <a:pt x="357740" y="1761302"/>
                </a:lnTo>
                <a:lnTo>
                  <a:pt x="356681" y="1760864"/>
                </a:lnTo>
                <a:lnTo>
                  <a:pt x="356442" y="1760438"/>
                </a:lnTo>
                <a:lnTo>
                  <a:pt x="357696" y="1760958"/>
                </a:lnTo>
                <a:lnTo>
                  <a:pt x="357591" y="1760132"/>
                </a:lnTo>
                <a:close/>
                <a:moveTo>
                  <a:pt x="340979" y="1780925"/>
                </a:moveTo>
                <a:lnTo>
                  <a:pt x="347906" y="1786492"/>
                </a:lnTo>
                <a:lnTo>
                  <a:pt x="351211" y="1787022"/>
                </a:lnTo>
                <a:close/>
                <a:moveTo>
                  <a:pt x="325760" y="1814870"/>
                </a:moveTo>
                <a:lnTo>
                  <a:pt x="326574" y="1815497"/>
                </a:lnTo>
                <a:lnTo>
                  <a:pt x="327475" y="1816034"/>
                </a:lnTo>
                <a:lnTo>
                  <a:pt x="338984" y="1815349"/>
                </a:lnTo>
                <a:lnTo>
                  <a:pt x="334616" y="1815309"/>
                </a:lnTo>
                <a:close/>
                <a:moveTo>
                  <a:pt x="948717" y="419866"/>
                </a:moveTo>
                <a:lnTo>
                  <a:pt x="950208" y="421540"/>
                </a:lnTo>
                <a:lnTo>
                  <a:pt x="957317" y="410967"/>
                </a:lnTo>
                <a:lnTo>
                  <a:pt x="957908" y="409564"/>
                </a:lnTo>
                <a:lnTo>
                  <a:pt x="958437" y="407691"/>
                </a:lnTo>
                <a:lnTo>
                  <a:pt x="957481" y="406889"/>
                </a:lnTo>
                <a:close/>
                <a:moveTo>
                  <a:pt x="965936" y="381134"/>
                </a:moveTo>
                <a:lnTo>
                  <a:pt x="965384" y="383089"/>
                </a:lnTo>
                <a:lnTo>
                  <a:pt x="967558" y="386649"/>
                </a:lnTo>
                <a:lnTo>
                  <a:pt x="968526" y="384352"/>
                </a:lnTo>
                <a:lnTo>
                  <a:pt x="968500" y="384141"/>
                </a:lnTo>
                <a:close/>
                <a:moveTo>
                  <a:pt x="947745" y="421306"/>
                </a:moveTo>
                <a:lnTo>
                  <a:pt x="949330" y="422845"/>
                </a:lnTo>
                <a:lnTo>
                  <a:pt x="949723" y="422261"/>
                </a:lnTo>
                <a:lnTo>
                  <a:pt x="948403" y="420331"/>
                </a:lnTo>
                <a:close/>
                <a:moveTo>
                  <a:pt x="385594" y="1680032"/>
                </a:moveTo>
                <a:lnTo>
                  <a:pt x="386224" y="1680551"/>
                </a:lnTo>
                <a:lnTo>
                  <a:pt x="386827" y="1680478"/>
                </a:lnTo>
                <a:lnTo>
                  <a:pt x="385818" y="1679648"/>
                </a:lnTo>
                <a:close/>
                <a:moveTo>
                  <a:pt x="947559" y="421582"/>
                </a:moveTo>
                <a:lnTo>
                  <a:pt x="947756" y="421965"/>
                </a:lnTo>
                <a:lnTo>
                  <a:pt x="948927" y="422802"/>
                </a:lnTo>
                <a:lnTo>
                  <a:pt x="947603" y="421516"/>
                </a:lnTo>
                <a:close/>
                <a:moveTo>
                  <a:pt x="917234" y="489176"/>
                </a:moveTo>
                <a:lnTo>
                  <a:pt x="917025" y="489671"/>
                </a:lnTo>
                <a:lnTo>
                  <a:pt x="917087" y="489699"/>
                </a:lnTo>
                <a:lnTo>
                  <a:pt x="917360" y="489321"/>
                </a:lnTo>
                <a:close/>
                <a:moveTo>
                  <a:pt x="376159" y="1700372"/>
                </a:moveTo>
                <a:lnTo>
                  <a:pt x="376251" y="1701327"/>
                </a:lnTo>
                <a:lnTo>
                  <a:pt x="376851" y="1701434"/>
                </a:lnTo>
                <a:lnTo>
                  <a:pt x="377439" y="1700384"/>
                </a:lnTo>
                <a:close/>
                <a:moveTo>
                  <a:pt x="369003" y="1716207"/>
                </a:moveTo>
                <a:lnTo>
                  <a:pt x="373972" y="1718501"/>
                </a:lnTo>
                <a:lnTo>
                  <a:pt x="374167" y="1718490"/>
                </a:lnTo>
                <a:lnTo>
                  <a:pt x="369323" y="1715636"/>
                </a:lnTo>
                <a:close/>
                <a:moveTo>
                  <a:pt x="967434" y="375953"/>
                </a:moveTo>
                <a:lnTo>
                  <a:pt x="967180" y="376825"/>
                </a:lnTo>
                <a:lnTo>
                  <a:pt x="967675" y="377347"/>
                </a:lnTo>
                <a:lnTo>
                  <a:pt x="967522" y="376082"/>
                </a:lnTo>
                <a:close/>
                <a:moveTo>
                  <a:pt x="367522" y="1718853"/>
                </a:moveTo>
                <a:lnTo>
                  <a:pt x="368351" y="1718818"/>
                </a:lnTo>
                <a:lnTo>
                  <a:pt x="372454" y="1718586"/>
                </a:lnTo>
                <a:lnTo>
                  <a:pt x="368653" y="1716832"/>
                </a:lnTo>
                <a:close/>
                <a:moveTo>
                  <a:pt x="358749" y="1738455"/>
                </a:moveTo>
                <a:lnTo>
                  <a:pt x="359345" y="1739089"/>
                </a:lnTo>
                <a:lnTo>
                  <a:pt x="360475" y="1739213"/>
                </a:lnTo>
                <a:close/>
                <a:moveTo>
                  <a:pt x="945156" y="425140"/>
                </a:moveTo>
                <a:lnTo>
                  <a:pt x="946790" y="426623"/>
                </a:lnTo>
                <a:lnTo>
                  <a:pt x="947423" y="425682"/>
                </a:lnTo>
                <a:lnTo>
                  <a:pt x="947314" y="425401"/>
                </a:lnTo>
                <a:lnTo>
                  <a:pt x="946287" y="423465"/>
                </a:lnTo>
                <a:close/>
                <a:moveTo>
                  <a:pt x="366600" y="1720500"/>
                </a:moveTo>
                <a:lnTo>
                  <a:pt x="370833" y="1722294"/>
                </a:lnTo>
                <a:lnTo>
                  <a:pt x="377788" y="1723000"/>
                </a:lnTo>
                <a:lnTo>
                  <a:pt x="377593" y="1720957"/>
                </a:lnTo>
                <a:lnTo>
                  <a:pt x="372939" y="1718810"/>
                </a:lnTo>
                <a:lnTo>
                  <a:pt x="367414" y="1719046"/>
                </a:lnTo>
                <a:close/>
                <a:moveTo>
                  <a:pt x="943549" y="427523"/>
                </a:moveTo>
                <a:lnTo>
                  <a:pt x="944939" y="429765"/>
                </a:lnTo>
                <a:lnTo>
                  <a:pt x="945321" y="429095"/>
                </a:lnTo>
                <a:lnTo>
                  <a:pt x="943695" y="427307"/>
                </a:lnTo>
                <a:close/>
                <a:moveTo>
                  <a:pt x="988192" y="327239"/>
                </a:moveTo>
                <a:lnTo>
                  <a:pt x="980017" y="355286"/>
                </a:lnTo>
                <a:lnTo>
                  <a:pt x="980493" y="356411"/>
                </a:lnTo>
                <a:lnTo>
                  <a:pt x="985701" y="344493"/>
                </a:lnTo>
                <a:lnTo>
                  <a:pt x="985891" y="344390"/>
                </a:lnTo>
                <a:lnTo>
                  <a:pt x="980564" y="356579"/>
                </a:lnTo>
                <a:lnTo>
                  <a:pt x="982330" y="360757"/>
                </a:lnTo>
                <a:lnTo>
                  <a:pt x="984226" y="355736"/>
                </a:lnTo>
                <a:lnTo>
                  <a:pt x="992698" y="337469"/>
                </a:lnTo>
                <a:lnTo>
                  <a:pt x="990002" y="331088"/>
                </a:lnTo>
                <a:close/>
                <a:moveTo>
                  <a:pt x="362592" y="1727659"/>
                </a:moveTo>
                <a:lnTo>
                  <a:pt x="364933" y="1729052"/>
                </a:lnTo>
                <a:lnTo>
                  <a:pt x="368630" y="1729102"/>
                </a:lnTo>
                <a:lnTo>
                  <a:pt x="367907" y="1728621"/>
                </a:lnTo>
                <a:lnTo>
                  <a:pt x="367759" y="1728168"/>
                </a:lnTo>
                <a:lnTo>
                  <a:pt x="369173" y="1729110"/>
                </a:lnTo>
                <a:lnTo>
                  <a:pt x="378384" y="1729235"/>
                </a:lnTo>
                <a:lnTo>
                  <a:pt x="378320" y="1728564"/>
                </a:lnTo>
                <a:lnTo>
                  <a:pt x="365277" y="1722863"/>
                </a:lnTo>
                <a:close/>
                <a:moveTo>
                  <a:pt x="988626" y="325751"/>
                </a:moveTo>
                <a:lnTo>
                  <a:pt x="988293" y="326891"/>
                </a:lnTo>
                <a:lnTo>
                  <a:pt x="992981" y="336858"/>
                </a:lnTo>
                <a:lnTo>
                  <a:pt x="994663" y="333233"/>
                </a:lnTo>
                <a:close/>
                <a:moveTo>
                  <a:pt x="377738" y="1693489"/>
                </a:moveTo>
                <a:lnTo>
                  <a:pt x="377989" y="1693598"/>
                </a:lnTo>
                <a:lnTo>
                  <a:pt x="377794" y="1693394"/>
                </a:lnTo>
                <a:close/>
                <a:moveTo>
                  <a:pt x="334736" y="1789156"/>
                </a:moveTo>
                <a:lnTo>
                  <a:pt x="337291" y="1790679"/>
                </a:lnTo>
                <a:lnTo>
                  <a:pt x="341649" y="1791507"/>
                </a:lnTo>
                <a:lnTo>
                  <a:pt x="349525" y="1791709"/>
                </a:lnTo>
                <a:lnTo>
                  <a:pt x="348759" y="1791068"/>
                </a:lnTo>
                <a:close/>
                <a:moveTo>
                  <a:pt x="962697" y="382765"/>
                </a:moveTo>
                <a:lnTo>
                  <a:pt x="964055" y="387797"/>
                </a:lnTo>
                <a:lnTo>
                  <a:pt x="964304" y="386916"/>
                </a:lnTo>
                <a:close/>
                <a:moveTo>
                  <a:pt x="375816" y="1696782"/>
                </a:moveTo>
                <a:lnTo>
                  <a:pt x="376034" y="1699060"/>
                </a:lnTo>
                <a:lnTo>
                  <a:pt x="378170" y="1699079"/>
                </a:lnTo>
                <a:lnTo>
                  <a:pt x="379746" y="1696264"/>
                </a:lnTo>
                <a:lnTo>
                  <a:pt x="376854" y="1695003"/>
                </a:lnTo>
                <a:close/>
                <a:moveTo>
                  <a:pt x="989674" y="322155"/>
                </a:moveTo>
                <a:lnTo>
                  <a:pt x="989463" y="322878"/>
                </a:lnTo>
                <a:lnTo>
                  <a:pt x="993971" y="327698"/>
                </a:lnTo>
                <a:lnTo>
                  <a:pt x="996040" y="330262"/>
                </a:lnTo>
                <a:lnTo>
                  <a:pt x="996444" y="329392"/>
                </a:lnTo>
                <a:close/>
                <a:moveTo>
                  <a:pt x="358334" y="1735435"/>
                </a:moveTo>
                <a:lnTo>
                  <a:pt x="363441" y="1735520"/>
                </a:lnTo>
                <a:lnTo>
                  <a:pt x="360103" y="1733705"/>
                </a:lnTo>
                <a:lnTo>
                  <a:pt x="359486" y="1733307"/>
                </a:lnTo>
                <a:close/>
                <a:moveTo>
                  <a:pt x="358034" y="1735989"/>
                </a:moveTo>
                <a:lnTo>
                  <a:pt x="361852" y="1737666"/>
                </a:lnTo>
                <a:lnTo>
                  <a:pt x="368715" y="1738843"/>
                </a:lnTo>
                <a:lnTo>
                  <a:pt x="367627" y="1737797"/>
                </a:lnTo>
                <a:lnTo>
                  <a:pt x="363969" y="1735808"/>
                </a:lnTo>
                <a:lnTo>
                  <a:pt x="358183" y="1735712"/>
                </a:lnTo>
                <a:close/>
                <a:moveTo>
                  <a:pt x="374495" y="1699046"/>
                </a:moveTo>
                <a:lnTo>
                  <a:pt x="375497" y="1699055"/>
                </a:lnTo>
                <a:lnTo>
                  <a:pt x="375355" y="1697572"/>
                </a:lnTo>
                <a:close/>
                <a:moveTo>
                  <a:pt x="939394" y="433676"/>
                </a:moveTo>
                <a:lnTo>
                  <a:pt x="939374" y="434438"/>
                </a:lnTo>
                <a:lnTo>
                  <a:pt x="940448" y="437629"/>
                </a:lnTo>
                <a:lnTo>
                  <a:pt x="941139" y="436419"/>
                </a:lnTo>
                <a:lnTo>
                  <a:pt x="940874" y="435552"/>
                </a:lnTo>
                <a:lnTo>
                  <a:pt x="939560" y="433431"/>
                </a:lnTo>
                <a:close/>
                <a:moveTo>
                  <a:pt x="373468" y="1700805"/>
                </a:moveTo>
                <a:lnTo>
                  <a:pt x="373674" y="1700866"/>
                </a:lnTo>
                <a:lnTo>
                  <a:pt x="375705" y="1701229"/>
                </a:lnTo>
                <a:lnTo>
                  <a:pt x="375622" y="1700368"/>
                </a:lnTo>
                <a:lnTo>
                  <a:pt x="373733" y="1700350"/>
                </a:lnTo>
                <a:close/>
                <a:moveTo>
                  <a:pt x="376674" y="1693025"/>
                </a:moveTo>
                <a:lnTo>
                  <a:pt x="377188" y="1693249"/>
                </a:lnTo>
                <a:lnTo>
                  <a:pt x="377287" y="1693080"/>
                </a:lnTo>
                <a:close/>
                <a:moveTo>
                  <a:pt x="960374" y="385953"/>
                </a:moveTo>
                <a:lnTo>
                  <a:pt x="962792" y="392268"/>
                </a:lnTo>
                <a:lnTo>
                  <a:pt x="963515" y="389710"/>
                </a:lnTo>
                <a:lnTo>
                  <a:pt x="963182" y="389281"/>
                </a:lnTo>
                <a:close/>
                <a:moveTo>
                  <a:pt x="371809" y="1703646"/>
                </a:moveTo>
                <a:lnTo>
                  <a:pt x="374398" y="1703294"/>
                </a:lnTo>
                <a:lnTo>
                  <a:pt x="372375" y="1702675"/>
                </a:lnTo>
                <a:close/>
                <a:moveTo>
                  <a:pt x="972542" y="358447"/>
                </a:moveTo>
                <a:lnTo>
                  <a:pt x="972114" y="359913"/>
                </a:lnTo>
                <a:lnTo>
                  <a:pt x="973343" y="370053"/>
                </a:lnTo>
                <a:lnTo>
                  <a:pt x="973419" y="370144"/>
                </a:lnTo>
                <a:lnTo>
                  <a:pt x="975985" y="361341"/>
                </a:lnTo>
                <a:close/>
                <a:moveTo>
                  <a:pt x="357373" y="1735698"/>
                </a:moveTo>
                <a:lnTo>
                  <a:pt x="357881" y="1735922"/>
                </a:lnTo>
                <a:lnTo>
                  <a:pt x="357997" y="1735708"/>
                </a:lnTo>
                <a:close/>
                <a:moveTo>
                  <a:pt x="375676" y="1694491"/>
                </a:moveTo>
                <a:lnTo>
                  <a:pt x="375744" y="1695723"/>
                </a:lnTo>
                <a:lnTo>
                  <a:pt x="376304" y="1694764"/>
                </a:lnTo>
                <a:close/>
                <a:moveTo>
                  <a:pt x="942236" y="425702"/>
                </a:moveTo>
                <a:lnTo>
                  <a:pt x="942881" y="426444"/>
                </a:lnTo>
                <a:lnTo>
                  <a:pt x="942888" y="426456"/>
                </a:lnTo>
                <a:lnTo>
                  <a:pt x="942902" y="426436"/>
                </a:lnTo>
                <a:close/>
                <a:moveTo>
                  <a:pt x="322636" y="1812464"/>
                </a:moveTo>
                <a:lnTo>
                  <a:pt x="323922" y="1813454"/>
                </a:lnTo>
                <a:lnTo>
                  <a:pt x="356058" y="1813743"/>
                </a:lnTo>
                <a:lnTo>
                  <a:pt x="357531" y="1813596"/>
                </a:lnTo>
                <a:lnTo>
                  <a:pt x="356927" y="1813295"/>
                </a:lnTo>
                <a:lnTo>
                  <a:pt x="335227" y="1812879"/>
                </a:lnTo>
                <a:close/>
                <a:moveTo>
                  <a:pt x="923981" y="465219"/>
                </a:moveTo>
                <a:lnTo>
                  <a:pt x="924042" y="465401"/>
                </a:lnTo>
                <a:lnTo>
                  <a:pt x="924188" y="466102"/>
                </a:lnTo>
                <a:lnTo>
                  <a:pt x="924548" y="465471"/>
                </a:lnTo>
                <a:close/>
                <a:moveTo>
                  <a:pt x="908987" y="498766"/>
                </a:moveTo>
                <a:lnTo>
                  <a:pt x="909110" y="498813"/>
                </a:lnTo>
                <a:lnTo>
                  <a:pt x="909245" y="498491"/>
                </a:lnTo>
                <a:lnTo>
                  <a:pt x="909209" y="498464"/>
                </a:lnTo>
                <a:close/>
                <a:moveTo>
                  <a:pt x="339305" y="1774332"/>
                </a:moveTo>
                <a:lnTo>
                  <a:pt x="345915" y="1777808"/>
                </a:lnTo>
                <a:lnTo>
                  <a:pt x="348916" y="1778167"/>
                </a:lnTo>
                <a:lnTo>
                  <a:pt x="360019" y="1779338"/>
                </a:lnTo>
                <a:lnTo>
                  <a:pt x="359496" y="1775200"/>
                </a:lnTo>
                <a:close/>
                <a:moveTo>
                  <a:pt x="907665" y="501473"/>
                </a:moveTo>
                <a:lnTo>
                  <a:pt x="907663" y="501505"/>
                </a:lnTo>
                <a:lnTo>
                  <a:pt x="907752" y="501579"/>
                </a:lnTo>
                <a:close/>
                <a:moveTo>
                  <a:pt x="971620" y="357671"/>
                </a:moveTo>
                <a:lnTo>
                  <a:pt x="972002" y="358992"/>
                </a:lnTo>
                <a:lnTo>
                  <a:pt x="972058" y="359454"/>
                </a:lnTo>
                <a:lnTo>
                  <a:pt x="972381" y="358311"/>
                </a:lnTo>
                <a:close/>
                <a:moveTo>
                  <a:pt x="363557" y="1719211"/>
                </a:moveTo>
                <a:lnTo>
                  <a:pt x="366305" y="1720375"/>
                </a:lnTo>
                <a:lnTo>
                  <a:pt x="367016" y="1719063"/>
                </a:lnTo>
                <a:close/>
                <a:moveTo>
                  <a:pt x="907973" y="500153"/>
                </a:moveTo>
                <a:lnTo>
                  <a:pt x="908410" y="500471"/>
                </a:lnTo>
                <a:lnTo>
                  <a:pt x="908939" y="499217"/>
                </a:lnTo>
                <a:lnTo>
                  <a:pt x="908721" y="499131"/>
                </a:lnTo>
                <a:close/>
                <a:moveTo>
                  <a:pt x="371906" y="1700334"/>
                </a:moveTo>
                <a:lnTo>
                  <a:pt x="372881" y="1700628"/>
                </a:lnTo>
                <a:lnTo>
                  <a:pt x="373046" y="1700344"/>
                </a:lnTo>
                <a:close/>
                <a:moveTo>
                  <a:pt x="365513" y="1714597"/>
                </a:moveTo>
                <a:lnTo>
                  <a:pt x="368667" y="1716053"/>
                </a:lnTo>
                <a:lnTo>
                  <a:pt x="369005" y="1715448"/>
                </a:lnTo>
                <a:lnTo>
                  <a:pt x="366006" y="1713682"/>
                </a:lnTo>
                <a:close/>
                <a:moveTo>
                  <a:pt x="975765" y="347399"/>
                </a:moveTo>
                <a:lnTo>
                  <a:pt x="972638" y="358117"/>
                </a:lnTo>
                <a:lnTo>
                  <a:pt x="976100" y="360947"/>
                </a:lnTo>
                <a:lnTo>
                  <a:pt x="977811" y="355074"/>
                </a:lnTo>
                <a:lnTo>
                  <a:pt x="977804" y="355056"/>
                </a:lnTo>
                <a:lnTo>
                  <a:pt x="977815" y="355062"/>
                </a:lnTo>
                <a:lnTo>
                  <a:pt x="978136" y="353962"/>
                </a:lnTo>
                <a:lnTo>
                  <a:pt x="976513" y="349170"/>
                </a:lnTo>
                <a:close/>
                <a:moveTo>
                  <a:pt x="994690" y="304944"/>
                </a:moveTo>
                <a:lnTo>
                  <a:pt x="990008" y="321009"/>
                </a:lnTo>
                <a:lnTo>
                  <a:pt x="996910" y="328386"/>
                </a:lnTo>
                <a:lnTo>
                  <a:pt x="1005615" y="309617"/>
                </a:lnTo>
                <a:lnTo>
                  <a:pt x="996077" y="302788"/>
                </a:lnTo>
                <a:close/>
                <a:moveTo>
                  <a:pt x="986546" y="323175"/>
                </a:moveTo>
                <a:lnTo>
                  <a:pt x="986893" y="323912"/>
                </a:lnTo>
                <a:lnTo>
                  <a:pt x="986959" y="323686"/>
                </a:lnTo>
                <a:close/>
                <a:moveTo>
                  <a:pt x="363123" y="1719027"/>
                </a:moveTo>
                <a:lnTo>
                  <a:pt x="363154" y="1719040"/>
                </a:lnTo>
                <a:lnTo>
                  <a:pt x="367120" y="1718871"/>
                </a:lnTo>
                <a:lnTo>
                  <a:pt x="368046" y="1717162"/>
                </a:lnTo>
                <a:lnTo>
                  <a:pt x="368317" y="1716678"/>
                </a:lnTo>
                <a:lnTo>
                  <a:pt x="365173" y="1715227"/>
                </a:lnTo>
                <a:close/>
                <a:moveTo>
                  <a:pt x="961862" y="378246"/>
                </a:moveTo>
                <a:lnTo>
                  <a:pt x="964672" y="385500"/>
                </a:lnTo>
                <a:lnTo>
                  <a:pt x="964793" y="385011"/>
                </a:lnTo>
                <a:lnTo>
                  <a:pt x="965180" y="383681"/>
                </a:lnTo>
                <a:close/>
                <a:moveTo>
                  <a:pt x="1001489" y="289433"/>
                </a:moveTo>
                <a:lnTo>
                  <a:pt x="1006482" y="307746"/>
                </a:lnTo>
                <a:lnTo>
                  <a:pt x="1008942" y="302442"/>
                </a:lnTo>
                <a:lnTo>
                  <a:pt x="1011821" y="296832"/>
                </a:lnTo>
                <a:close/>
                <a:moveTo>
                  <a:pt x="375485" y="1691051"/>
                </a:moveTo>
                <a:lnTo>
                  <a:pt x="375543" y="1692093"/>
                </a:lnTo>
                <a:lnTo>
                  <a:pt x="376643" y="1692193"/>
                </a:lnTo>
                <a:lnTo>
                  <a:pt x="375550" y="1691053"/>
                </a:lnTo>
                <a:close/>
                <a:moveTo>
                  <a:pt x="907884" y="498796"/>
                </a:moveTo>
                <a:lnTo>
                  <a:pt x="907804" y="499775"/>
                </a:lnTo>
                <a:lnTo>
                  <a:pt x="908376" y="498993"/>
                </a:lnTo>
                <a:close/>
                <a:moveTo>
                  <a:pt x="361853" y="1721381"/>
                </a:moveTo>
                <a:lnTo>
                  <a:pt x="361891" y="1721384"/>
                </a:lnTo>
                <a:lnTo>
                  <a:pt x="361859" y="1721370"/>
                </a:lnTo>
                <a:close/>
                <a:moveTo>
                  <a:pt x="921628" y="467849"/>
                </a:moveTo>
                <a:lnTo>
                  <a:pt x="921558" y="468088"/>
                </a:lnTo>
                <a:lnTo>
                  <a:pt x="921845" y="468473"/>
                </a:lnTo>
                <a:lnTo>
                  <a:pt x="921767" y="468102"/>
                </a:lnTo>
                <a:close/>
                <a:moveTo>
                  <a:pt x="995478" y="302360"/>
                </a:moveTo>
                <a:lnTo>
                  <a:pt x="995318" y="302789"/>
                </a:lnTo>
                <a:lnTo>
                  <a:pt x="994986" y="303926"/>
                </a:lnTo>
                <a:lnTo>
                  <a:pt x="995832" y="302613"/>
                </a:lnTo>
                <a:close/>
                <a:moveTo>
                  <a:pt x="338183" y="1773743"/>
                </a:moveTo>
                <a:lnTo>
                  <a:pt x="338194" y="1773748"/>
                </a:lnTo>
                <a:lnTo>
                  <a:pt x="359428" y="1774661"/>
                </a:lnTo>
                <a:lnTo>
                  <a:pt x="359373" y="1774230"/>
                </a:lnTo>
                <a:lnTo>
                  <a:pt x="352108" y="1771758"/>
                </a:lnTo>
                <a:lnTo>
                  <a:pt x="348081" y="1772372"/>
                </a:lnTo>
                <a:close/>
                <a:moveTo>
                  <a:pt x="341771" y="1765554"/>
                </a:moveTo>
                <a:lnTo>
                  <a:pt x="344585" y="1766692"/>
                </a:lnTo>
                <a:lnTo>
                  <a:pt x="355147" y="1770285"/>
                </a:lnTo>
                <a:lnTo>
                  <a:pt x="358470" y="1769835"/>
                </a:lnTo>
                <a:lnTo>
                  <a:pt x="351751" y="1767464"/>
                </a:lnTo>
                <a:lnTo>
                  <a:pt x="349318" y="1766568"/>
                </a:lnTo>
                <a:close/>
                <a:moveTo>
                  <a:pt x="329221" y="1793542"/>
                </a:moveTo>
                <a:lnTo>
                  <a:pt x="338975" y="1796906"/>
                </a:lnTo>
                <a:lnTo>
                  <a:pt x="340758" y="1796916"/>
                </a:lnTo>
                <a:lnTo>
                  <a:pt x="335709" y="1794498"/>
                </a:lnTo>
                <a:lnTo>
                  <a:pt x="330595" y="1793529"/>
                </a:lnTo>
                <a:close/>
                <a:moveTo>
                  <a:pt x="359468" y="1725802"/>
                </a:moveTo>
                <a:lnTo>
                  <a:pt x="362415" y="1727554"/>
                </a:lnTo>
                <a:lnTo>
                  <a:pt x="365018" y="1722750"/>
                </a:lnTo>
                <a:lnTo>
                  <a:pt x="363588" y="1722125"/>
                </a:lnTo>
                <a:lnTo>
                  <a:pt x="361579" y="1721889"/>
                </a:lnTo>
                <a:close/>
                <a:moveTo>
                  <a:pt x="907984" y="497560"/>
                </a:moveTo>
                <a:lnTo>
                  <a:pt x="907919" y="498356"/>
                </a:lnTo>
                <a:lnTo>
                  <a:pt x="908640" y="498633"/>
                </a:lnTo>
                <a:lnTo>
                  <a:pt x="908920" y="498251"/>
                </a:lnTo>
                <a:close/>
                <a:moveTo>
                  <a:pt x="944507" y="415673"/>
                </a:moveTo>
                <a:lnTo>
                  <a:pt x="946960" y="420424"/>
                </a:lnTo>
                <a:lnTo>
                  <a:pt x="947689" y="419345"/>
                </a:lnTo>
                <a:close/>
                <a:moveTo>
                  <a:pt x="924810" y="458583"/>
                </a:moveTo>
                <a:lnTo>
                  <a:pt x="923197" y="462886"/>
                </a:lnTo>
                <a:lnTo>
                  <a:pt x="923353" y="463351"/>
                </a:lnTo>
                <a:lnTo>
                  <a:pt x="924953" y="463986"/>
                </a:lnTo>
                <a:lnTo>
                  <a:pt x="925401" y="459336"/>
                </a:lnTo>
                <a:lnTo>
                  <a:pt x="925262" y="458960"/>
                </a:lnTo>
                <a:close/>
                <a:moveTo>
                  <a:pt x="1000448" y="289026"/>
                </a:moveTo>
                <a:lnTo>
                  <a:pt x="995706" y="301749"/>
                </a:lnTo>
                <a:lnTo>
                  <a:pt x="996176" y="302078"/>
                </a:lnTo>
                <a:lnTo>
                  <a:pt x="999800" y="296444"/>
                </a:lnTo>
                <a:lnTo>
                  <a:pt x="1000261" y="296285"/>
                </a:lnTo>
                <a:lnTo>
                  <a:pt x="996424" y="302249"/>
                </a:lnTo>
                <a:lnTo>
                  <a:pt x="998246" y="303518"/>
                </a:lnTo>
                <a:lnTo>
                  <a:pt x="1005892" y="308994"/>
                </a:lnTo>
                <a:close/>
                <a:moveTo>
                  <a:pt x="335933" y="1776871"/>
                </a:moveTo>
                <a:lnTo>
                  <a:pt x="339639" y="1779848"/>
                </a:lnTo>
                <a:lnTo>
                  <a:pt x="347880" y="1784760"/>
                </a:lnTo>
                <a:lnTo>
                  <a:pt x="352022" y="1787153"/>
                </a:lnTo>
                <a:lnTo>
                  <a:pt x="361192" y="1788627"/>
                </a:lnTo>
                <a:lnTo>
                  <a:pt x="360983" y="1786969"/>
                </a:lnTo>
                <a:lnTo>
                  <a:pt x="343496" y="1777774"/>
                </a:lnTo>
                <a:close/>
                <a:moveTo>
                  <a:pt x="925702" y="456201"/>
                </a:moveTo>
                <a:lnTo>
                  <a:pt x="925492" y="456763"/>
                </a:lnTo>
                <a:lnTo>
                  <a:pt x="925631" y="456945"/>
                </a:lnTo>
                <a:close/>
                <a:moveTo>
                  <a:pt x="906289" y="498159"/>
                </a:moveTo>
                <a:lnTo>
                  <a:pt x="906663" y="499204"/>
                </a:lnTo>
                <a:lnTo>
                  <a:pt x="907251" y="499630"/>
                </a:lnTo>
                <a:lnTo>
                  <a:pt x="907337" y="498578"/>
                </a:lnTo>
                <a:close/>
                <a:moveTo>
                  <a:pt x="1004963" y="276912"/>
                </a:moveTo>
                <a:lnTo>
                  <a:pt x="1000985" y="287585"/>
                </a:lnTo>
                <a:lnTo>
                  <a:pt x="1001114" y="288062"/>
                </a:lnTo>
                <a:lnTo>
                  <a:pt x="1012235" y="296026"/>
                </a:lnTo>
                <a:lnTo>
                  <a:pt x="1014660" y="291302"/>
                </a:lnTo>
                <a:lnTo>
                  <a:pt x="1014560" y="290937"/>
                </a:lnTo>
                <a:close/>
                <a:moveTo>
                  <a:pt x="986658" y="317427"/>
                </a:moveTo>
                <a:lnTo>
                  <a:pt x="988278" y="319160"/>
                </a:lnTo>
                <a:lnTo>
                  <a:pt x="988824" y="317288"/>
                </a:lnTo>
                <a:lnTo>
                  <a:pt x="991683" y="309617"/>
                </a:lnTo>
                <a:close/>
                <a:moveTo>
                  <a:pt x="913474" y="481297"/>
                </a:moveTo>
                <a:lnTo>
                  <a:pt x="913937" y="482561"/>
                </a:lnTo>
                <a:lnTo>
                  <a:pt x="915126" y="483749"/>
                </a:lnTo>
                <a:lnTo>
                  <a:pt x="914620" y="482575"/>
                </a:lnTo>
                <a:close/>
                <a:moveTo>
                  <a:pt x="922551" y="460967"/>
                </a:moveTo>
                <a:lnTo>
                  <a:pt x="922903" y="462012"/>
                </a:lnTo>
                <a:lnTo>
                  <a:pt x="924336" y="458188"/>
                </a:lnTo>
                <a:lnTo>
                  <a:pt x="924207" y="458080"/>
                </a:lnTo>
                <a:close/>
                <a:moveTo>
                  <a:pt x="1006573" y="272589"/>
                </a:moveTo>
                <a:lnTo>
                  <a:pt x="1005130" y="276465"/>
                </a:lnTo>
                <a:lnTo>
                  <a:pt x="1014247" y="289788"/>
                </a:lnTo>
                <a:lnTo>
                  <a:pt x="1011533" y="279837"/>
                </a:lnTo>
                <a:close/>
                <a:moveTo>
                  <a:pt x="327456" y="1792934"/>
                </a:moveTo>
                <a:lnTo>
                  <a:pt x="327862" y="1793074"/>
                </a:lnTo>
                <a:lnTo>
                  <a:pt x="328178" y="1793070"/>
                </a:lnTo>
                <a:close/>
                <a:moveTo>
                  <a:pt x="985723" y="318881"/>
                </a:moveTo>
                <a:lnTo>
                  <a:pt x="987733" y="321030"/>
                </a:lnTo>
                <a:lnTo>
                  <a:pt x="987944" y="320306"/>
                </a:lnTo>
                <a:lnTo>
                  <a:pt x="986084" y="318319"/>
                </a:lnTo>
                <a:close/>
                <a:moveTo>
                  <a:pt x="336395" y="1772802"/>
                </a:moveTo>
                <a:lnTo>
                  <a:pt x="337385" y="1773323"/>
                </a:lnTo>
                <a:lnTo>
                  <a:pt x="350732" y="1771289"/>
                </a:lnTo>
                <a:lnTo>
                  <a:pt x="350241" y="1771123"/>
                </a:lnTo>
                <a:close/>
                <a:moveTo>
                  <a:pt x="355083" y="1730946"/>
                </a:moveTo>
                <a:lnTo>
                  <a:pt x="355418" y="1734839"/>
                </a:lnTo>
                <a:lnTo>
                  <a:pt x="356714" y="1735409"/>
                </a:lnTo>
                <a:lnTo>
                  <a:pt x="358147" y="1735432"/>
                </a:lnTo>
                <a:lnTo>
                  <a:pt x="359347" y="1733217"/>
                </a:lnTo>
                <a:lnTo>
                  <a:pt x="356108" y="1731127"/>
                </a:lnTo>
                <a:close/>
                <a:moveTo>
                  <a:pt x="1008296" y="267968"/>
                </a:moveTo>
                <a:lnTo>
                  <a:pt x="1006797" y="271989"/>
                </a:lnTo>
                <a:lnTo>
                  <a:pt x="1011113" y="278296"/>
                </a:lnTo>
                <a:close/>
                <a:moveTo>
                  <a:pt x="960552" y="374817"/>
                </a:moveTo>
                <a:lnTo>
                  <a:pt x="960594" y="374970"/>
                </a:lnTo>
                <a:lnTo>
                  <a:pt x="960880" y="375710"/>
                </a:lnTo>
                <a:lnTo>
                  <a:pt x="965364" y="383055"/>
                </a:lnTo>
                <a:lnTo>
                  <a:pt x="965926" y="381123"/>
                </a:lnTo>
                <a:close/>
                <a:moveTo>
                  <a:pt x="355039" y="1730438"/>
                </a:moveTo>
                <a:lnTo>
                  <a:pt x="355061" y="1730692"/>
                </a:lnTo>
                <a:lnTo>
                  <a:pt x="355586" y="1730790"/>
                </a:lnTo>
                <a:close/>
                <a:moveTo>
                  <a:pt x="919813" y="465739"/>
                </a:moveTo>
                <a:lnTo>
                  <a:pt x="920937" y="467253"/>
                </a:lnTo>
                <a:lnTo>
                  <a:pt x="921082" y="466867"/>
                </a:lnTo>
                <a:lnTo>
                  <a:pt x="920190" y="465263"/>
                </a:lnTo>
                <a:lnTo>
                  <a:pt x="920126" y="465192"/>
                </a:lnTo>
                <a:close/>
                <a:moveTo>
                  <a:pt x="367645" y="1701775"/>
                </a:moveTo>
                <a:lnTo>
                  <a:pt x="371007" y="1703755"/>
                </a:lnTo>
                <a:lnTo>
                  <a:pt x="371206" y="1703728"/>
                </a:lnTo>
                <a:lnTo>
                  <a:pt x="371859" y="1702517"/>
                </a:lnTo>
                <a:lnTo>
                  <a:pt x="370381" y="1702065"/>
                </a:lnTo>
                <a:close/>
                <a:moveTo>
                  <a:pt x="940957" y="417572"/>
                </a:moveTo>
                <a:lnTo>
                  <a:pt x="940336" y="420764"/>
                </a:lnTo>
                <a:lnTo>
                  <a:pt x="944301" y="424364"/>
                </a:lnTo>
                <a:lnTo>
                  <a:pt x="945680" y="422321"/>
                </a:lnTo>
                <a:lnTo>
                  <a:pt x="944510" y="420116"/>
                </a:lnTo>
                <a:close/>
                <a:moveTo>
                  <a:pt x="940361" y="418557"/>
                </a:moveTo>
                <a:lnTo>
                  <a:pt x="939761" y="419979"/>
                </a:lnTo>
                <a:lnTo>
                  <a:pt x="939754" y="420237"/>
                </a:lnTo>
                <a:lnTo>
                  <a:pt x="939969" y="420432"/>
                </a:lnTo>
                <a:close/>
                <a:moveTo>
                  <a:pt x="982729" y="323533"/>
                </a:moveTo>
                <a:lnTo>
                  <a:pt x="976141" y="346112"/>
                </a:lnTo>
                <a:lnTo>
                  <a:pt x="978675" y="352110"/>
                </a:lnTo>
                <a:lnTo>
                  <a:pt x="986792" y="324260"/>
                </a:lnTo>
                <a:lnTo>
                  <a:pt x="985911" y="322391"/>
                </a:lnTo>
                <a:lnTo>
                  <a:pt x="984550" y="320701"/>
                </a:lnTo>
                <a:close/>
                <a:moveTo>
                  <a:pt x="941829" y="415069"/>
                </a:moveTo>
                <a:lnTo>
                  <a:pt x="941113" y="416769"/>
                </a:lnTo>
                <a:lnTo>
                  <a:pt x="941038" y="417153"/>
                </a:lnTo>
                <a:lnTo>
                  <a:pt x="944098" y="419344"/>
                </a:lnTo>
                <a:lnTo>
                  <a:pt x="943822" y="418825"/>
                </a:lnTo>
                <a:lnTo>
                  <a:pt x="942596" y="417561"/>
                </a:lnTo>
                <a:lnTo>
                  <a:pt x="943038" y="417619"/>
                </a:lnTo>
                <a:lnTo>
                  <a:pt x="943357" y="417947"/>
                </a:lnTo>
                <a:close/>
                <a:moveTo>
                  <a:pt x="942965" y="412371"/>
                </a:moveTo>
                <a:lnTo>
                  <a:pt x="942892" y="412544"/>
                </a:lnTo>
                <a:lnTo>
                  <a:pt x="943852" y="414402"/>
                </a:lnTo>
                <a:lnTo>
                  <a:pt x="946006" y="416822"/>
                </a:lnTo>
                <a:close/>
                <a:moveTo>
                  <a:pt x="371853" y="1690925"/>
                </a:moveTo>
                <a:lnTo>
                  <a:pt x="374272" y="1691978"/>
                </a:lnTo>
                <a:lnTo>
                  <a:pt x="374825" y="1692028"/>
                </a:lnTo>
                <a:lnTo>
                  <a:pt x="374729" y="1691024"/>
                </a:lnTo>
                <a:close/>
                <a:moveTo>
                  <a:pt x="896665" y="515594"/>
                </a:moveTo>
                <a:lnTo>
                  <a:pt x="897367" y="517005"/>
                </a:lnTo>
                <a:lnTo>
                  <a:pt x="899937" y="513446"/>
                </a:lnTo>
                <a:lnTo>
                  <a:pt x="899294" y="512004"/>
                </a:lnTo>
                <a:close/>
                <a:moveTo>
                  <a:pt x="948465" y="399309"/>
                </a:moveTo>
                <a:lnTo>
                  <a:pt x="943123" y="411995"/>
                </a:lnTo>
                <a:lnTo>
                  <a:pt x="947984" y="418909"/>
                </a:lnTo>
                <a:lnTo>
                  <a:pt x="956600" y="406147"/>
                </a:lnTo>
                <a:close/>
                <a:moveTo>
                  <a:pt x="949014" y="398008"/>
                </a:moveTo>
                <a:lnTo>
                  <a:pt x="948589" y="399017"/>
                </a:lnTo>
                <a:lnTo>
                  <a:pt x="956852" y="405774"/>
                </a:lnTo>
                <a:lnTo>
                  <a:pt x="958342" y="403566"/>
                </a:lnTo>
                <a:lnTo>
                  <a:pt x="957021" y="402779"/>
                </a:lnTo>
                <a:lnTo>
                  <a:pt x="949798" y="398625"/>
                </a:lnTo>
                <a:lnTo>
                  <a:pt x="949999" y="398595"/>
                </a:lnTo>
                <a:close/>
                <a:moveTo>
                  <a:pt x="905387" y="495644"/>
                </a:moveTo>
                <a:lnTo>
                  <a:pt x="906110" y="497662"/>
                </a:lnTo>
                <a:lnTo>
                  <a:pt x="907372" y="498146"/>
                </a:lnTo>
                <a:lnTo>
                  <a:pt x="907452" y="497168"/>
                </a:lnTo>
                <a:close/>
                <a:moveTo>
                  <a:pt x="949548" y="396739"/>
                </a:moveTo>
                <a:lnTo>
                  <a:pt x="949338" y="397239"/>
                </a:lnTo>
                <a:lnTo>
                  <a:pt x="953958" y="399993"/>
                </a:lnTo>
                <a:close/>
                <a:moveTo>
                  <a:pt x="949945" y="395798"/>
                </a:moveTo>
                <a:lnTo>
                  <a:pt x="949907" y="395887"/>
                </a:lnTo>
                <a:lnTo>
                  <a:pt x="950639" y="396427"/>
                </a:lnTo>
                <a:close/>
                <a:moveTo>
                  <a:pt x="941547" y="414539"/>
                </a:moveTo>
                <a:lnTo>
                  <a:pt x="941319" y="415710"/>
                </a:lnTo>
                <a:lnTo>
                  <a:pt x="941695" y="414819"/>
                </a:lnTo>
                <a:close/>
                <a:moveTo>
                  <a:pt x="951488" y="392259"/>
                </a:moveTo>
                <a:lnTo>
                  <a:pt x="950099" y="395438"/>
                </a:lnTo>
                <a:lnTo>
                  <a:pt x="955173" y="399685"/>
                </a:lnTo>
                <a:lnTo>
                  <a:pt x="955676" y="400142"/>
                </a:lnTo>
                <a:lnTo>
                  <a:pt x="959001" y="402595"/>
                </a:lnTo>
                <a:lnTo>
                  <a:pt x="959006" y="402585"/>
                </a:lnTo>
                <a:lnTo>
                  <a:pt x="957505" y="399138"/>
                </a:lnTo>
                <a:close/>
                <a:moveTo>
                  <a:pt x="908772" y="487908"/>
                </a:moveTo>
                <a:lnTo>
                  <a:pt x="908121" y="495888"/>
                </a:lnTo>
                <a:lnTo>
                  <a:pt x="909580" y="497348"/>
                </a:lnTo>
                <a:lnTo>
                  <a:pt x="909923" y="496881"/>
                </a:lnTo>
                <a:lnTo>
                  <a:pt x="911490" y="493162"/>
                </a:lnTo>
                <a:close/>
                <a:moveTo>
                  <a:pt x="983819" y="319795"/>
                </a:moveTo>
                <a:lnTo>
                  <a:pt x="983024" y="322518"/>
                </a:lnTo>
                <a:lnTo>
                  <a:pt x="984352" y="320455"/>
                </a:lnTo>
                <a:close/>
                <a:moveTo>
                  <a:pt x="953002" y="388797"/>
                </a:moveTo>
                <a:lnTo>
                  <a:pt x="952519" y="389899"/>
                </a:lnTo>
                <a:lnTo>
                  <a:pt x="954539" y="392326"/>
                </a:lnTo>
                <a:close/>
                <a:moveTo>
                  <a:pt x="953426" y="387826"/>
                </a:moveTo>
                <a:lnTo>
                  <a:pt x="953224" y="388286"/>
                </a:lnTo>
                <a:lnTo>
                  <a:pt x="955476" y="393453"/>
                </a:lnTo>
                <a:lnTo>
                  <a:pt x="960688" y="399720"/>
                </a:lnTo>
                <a:lnTo>
                  <a:pt x="961953" y="395242"/>
                </a:lnTo>
                <a:close/>
                <a:moveTo>
                  <a:pt x="1015440" y="248801"/>
                </a:moveTo>
                <a:lnTo>
                  <a:pt x="1008667" y="266972"/>
                </a:lnTo>
                <a:lnTo>
                  <a:pt x="1009680" y="270496"/>
                </a:lnTo>
                <a:lnTo>
                  <a:pt x="1012266" y="279982"/>
                </a:lnTo>
                <a:lnTo>
                  <a:pt x="1016954" y="286832"/>
                </a:lnTo>
                <a:lnTo>
                  <a:pt x="1026512" y="268209"/>
                </a:lnTo>
                <a:lnTo>
                  <a:pt x="1018097" y="253350"/>
                </a:lnTo>
                <a:close/>
                <a:moveTo>
                  <a:pt x="912676" y="478181"/>
                </a:moveTo>
                <a:lnTo>
                  <a:pt x="912755" y="478258"/>
                </a:lnTo>
                <a:lnTo>
                  <a:pt x="912703" y="478136"/>
                </a:lnTo>
                <a:close/>
                <a:moveTo>
                  <a:pt x="984716" y="316854"/>
                </a:moveTo>
                <a:lnTo>
                  <a:pt x="984496" y="317571"/>
                </a:lnTo>
                <a:lnTo>
                  <a:pt x="985510" y="318654"/>
                </a:lnTo>
                <a:lnTo>
                  <a:pt x="985872" y="318091"/>
                </a:lnTo>
                <a:close/>
                <a:moveTo>
                  <a:pt x="942305" y="411407"/>
                </a:moveTo>
                <a:lnTo>
                  <a:pt x="942761" y="412287"/>
                </a:lnTo>
                <a:lnTo>
                  <a:pt x="942816" y="412155"/>
                </a:lnTo>
                <a:close/>
                <a:moveTo>
                  <a:pt x="911540" y="480163"/>
                </a:moveTo>
                <a:lnTo>
                  <a:pt x="913272" y="481895"/>
                </a:lnTo>
                <a:lnTo>
                  <a:pt x="912754" y="480494"/>
                </a:lnTo>
                <a:lnTo>
                  <a:pt x="911898" y="479539"/>
                </a:lnTo>
                <a:close/>
                <a:moveTo>
                  <a:pt x="939847" y="416778"/>
                </a:moveTo>
                <a:lnTo>
                  <a:pt x="939778" y="419371"/>
                </a:lnTo>
                <a:lnTo>
                  <a:pt x="940596" y="417428"/>
                </a:lnTo>
                <a:lnTo>
                  <a:pt x="940617" y="417328"/>
                </a:lnTo>
                <a:close/>
                <a:moveTo>
                  <a:pt x="952779" y="387262"/>
                </a:moveTo>
                <a:lnTo>
                  <a:pt x="953171" y="388162"/>
                </a:lnTo>
                <a:lnTo>
                  <a:pt x="953347" y="387757"/>
                </a:lnTo>
                <a:close/>
                <a:moveTo>
                  <a:pt x="910108" y="482658"/>
                </a:moveTo>
                <a:lnTo>
                  <a:pt x="913216" y="486843"/>
                </a:lnTo>
                <a:lnTo>
                  <a:pt x="913368" y="487139"/>
                </a:lnTo>
                <a:lnTo>
                  <a:pt x="913832" y="487604"/>
                </a:lnTo>
                <a:lnTo>
                  <a:pt x="914496" y="486031"/>
                </a:lnTo>
                <a:lnTo>
                  <a:pt x="910682" y="481656"/>
                </a:lnTo>
                <a:close/>
                <a:moveTo>
                  <a:pt x="332945" y="1774469"/>
                </a:moveTo>
                <a:lnTo>
                  <a:pt x="335561" y="1776571"/>
                </a:lnTo>
                <a:lnTo>
                  <a:pt x="342868" y="1777444"/>
                </a:lnTo>
                <a:lnTo>
                  <a:pt x="336741" y="1774222"/>
                </a:lnTo>
                <a:lnTo>
                  <a:pt x="335198" y="1774156"/>
                </a:lnTo>
                <a:close/>
                <a:moveTo>
                  <a:pt x="365714" y="1700637"/>
                </a:moveTo>
                <a:lnTo>
                  <a:pt x="366549" y="1701129"/>
                </a:lnTo>
                <a:lnTo>
                  <a:pt x="367657" y="1701231"/>
                </a:lnTo>
                <a:close/>
                <a:moveTo>
                  <a:pt x="1031884" y="208942"/>
                </a:moveTo>
                <a:lnTo>
                  <a:pt x="1017478" y="243333"/>
                </a:lnTo>
                <a:lnTo>
                  <a:pt x="1015519" y="248588"/>
                </a:lnTo>
                <a:lnTo>
                  <a:pt x="1026313" y="267062"/>
                </a:lnTo>
                <a:lnTo>
                  <a:pt x="1026726" y="267792"/>
                </a:lnTo>
                <a:lnTo>
                  <a:pt x="1036939" y="247892"/>
                </a:lnTo>
                <a:lnTo>
                  <a:pt x="1041309" y="239653"/>
                </a:lnTo>
                <a:lnTo>
                  <a:pt x="1039938" y="237826"/>
                </a:lnTo>
                <a:lnTo>
                  <a:pt x="1040142" y="237879"/>
                </a:lnTo>
                <a:lnTo>
                  <a:pt x="1041377" y="239524"/>
                </a:lnTo>
                <a:lnTo>
                  <a:pt x="1042517" y="237373"/>
                </a:lnTo>
                <a:close/>
                <a:moveTo>
                  <a:pt x="904666" y="493637"/>
                </a:moveTo>
                <a:lnTo>
                  <a:pt x="904981" y="494514"/>
                </a:lnTo>
                <a:lnTo>
                  <a:pt x="906761" y="495825"/>
                </a:lnTo>
                <a:close/>
                <a:moveTo>
                  <a:pt x="897796" y="509004"/>
                </a:moveTo>
                <a:lnTo>
                  <a:pt x="896794" y="514813"/>
                </a:lnTo>
                <a:lnTo>
                  <a:pt x="899127" y="511628"/>
                </a:lnTo>
                <a:lnTo>
                  <a:pt x="898376" y="509944"/>
                </a:lnTo>
                <a:lnTo>
                  <a:pt x="897951" y="509104"/>
                </a:lnTo>
                <a:close/>
                <a:moveTo>
                  <a:pt x="375810" y="1677500"/>
                </a:moveTo>
                <a:lnTo>
                  <a:pt x="376700" y="1678303"/>
                </a:lnTo>
                <a:lnTo>
                  <a:pt x="378765" y="1678891"/>
                </a:lnTo>
                <a:lnTo>
                  <a:pt x="378194" y="1678560"/>
                </a:lnTo>
                <a:close/>
                <a:moveTo>
                  <a:pt x="1035403" y="200541"/>
                </a:moveTo>
                <a:lnTo>
                  <a:pt x="1032104" y="208417"/>
                </a:lnTo>
                <a:lnTo>
                  <a:pt x="1042762" y="236912"/>
                </a:lnTo>
                <a:lnTo>
                  <a:pt x="1045609" y="231544"/>
                </a:lnTo>
                <a:close/>
                <a:moveTo>
                  <a:pt x="1037618" y="195252"/>
                </a:moveTo>
                <a:lnTo>
                  <a:pt x="1035997" y="199124"/>
                </a:lnTo>
                <a:lnTo>
                  <a:pt x="1039255" y="207836"/>
                </a:lnTo>
                <a:lnTo>
                  <a:pt x="1046504" y="229858"/>
                </a:lnTo>
                <a:lnTo>
                  <a:pt x="1048023" y="226993"/>
                </a:lnTo>
                <a:lnTo>
                  <a:pt x="1042930" y="218277"/>
                </a:lnTo>
                <a:lnTo>
                  <a:pt x="1043381" y="218456"/>
                </a:lnTo>
                <a:lnTo>
                  <a:pt x="1048188" y="226683"/>
                </a:lnTo>
                <a:lnTo>
                  <a:pt x="1052153" y="219205"/>
                </a:lnTo>
                <a:lnTo>
                  <a:pt x="1052393" y="219097"/>
                </a:lnTo>
                <a:lnTo>
                  <a:pt x="1048283" y="226847"/>
                </a:lnTo>
                <a:lnTo>
                  <a:pt x="1055835" y="239773"/>
                </a:lnTo>
                <a:lnTo>
                  <a:pt x="1058951" y="233052"/>
                </a:lnTo>
                <a:lnTo>
                  <a:pt x="1059437" y="232105"/>
                </a:lnTo>
                <a:lnTo>
                  <a:pt x="1060524" y="229607"/>
                </a:lnTo>
                <a:lnTo>
                  <a:pt x="1060709" y="229507"/>
                </a:lnTo>
                <a:lnTo>
                  <a:pt x="1060369" y="230290"/>
                </a:lnTo>
                <a:lnTo>
                  <a:pt x="1061532" y="228024"/>
                </a:lnTo>
                <a:close/>
                <a:moveTo>
                  <a:pt x="332407" y="1774036"/>
                </a:moveTo>
                <a:lnTo>
                  <a:pt x="332454" y="1774074"/>
                </a:lnTo>
                <a:lnTo>
                  <a:pt x="332637" y="1774046"/>
                </a:lnTo>
                <a:close/>
                <a:moveTo>
                  <a:pt x="327546" y="1784868"/>
                </a:moveTo>
                <a:lnTo>
                  <a:pt x="333510" y="1788425"/>
                </a:lnTo>
                <a:lnTo>
                  <a:pt x="347953" y="1790393"/>
                </a:lnTo>
                <a:lnTo>
                  <a:pt x="344925" y="1787861"/>
                </a:lnTo>
                <a:close/>
                <a:moveTo>
                  <a:pt x="973102" y="338919"/>
                </a:moveTo>
                <a:lnTo>
                  <a:pt x="975952" y="345665"/>
                </a:lnTo>
                <a:lnTo>
                  <a:pt x="978939" y="335088"/>
                </a:lnTo>
                <a:lnTo>
                  <a:pt x="982254" y="324271"/>
                </a:lnTo>
                <a:lnTo>
                  <a:pt x="982125" y="324471"/>
                </a:lnTo>
                <a:close/>
                <a:moveTo>
                  <a:pt x="904562" y="492328"/>
                </a:moveTo>
                <a:lnTo>
                  <a:pt x="907599" y="495365"/>
                </a:lnTo>
                <a:lnTo>
                  <a:pt x="908239" y="487525"/>
                </a:lnTo>
                <a:lnTo>
                  <a:pt x="907504" y="487197"/>
                </a:lnTo>
                <a:close/>
                <a:moveTo>
                  <a:pt x="1044386" y="179212"/>
                </a:moveTo>
                <a:lnTo>
                  <a:pt x="1043064" y="182253"/>
                </a:lnTo>
                <a:lnTo>
                  <a:pt x="1037728" y="194991"/>
                </a:lnTo>
                <a:lnTo>
                  <a:pt x="1044285" y="203731"/>
                </a:lnTo>
                <a:lnTo>
                  <a:pt x="1061730" y="227638"/>
                </a:lnTo>
                <a:lnTo>
                  <a:pt x="1066598" y="218154"/>
                </a:lnTo>
                <a:lnTo>
                  <a:pt x="1049634" y="188196"/>
                </a:lnTo>
                <a:close/>
                <a:moveTo>
                  <a:pt x="939986" y="411600"/>
                </a:moveTo>
                <a:lnTo>
                  <a:pt x="939859" y="416309"/>
                </a:lnTo>
                <a:lnTo>
                  <a:pt x="940703" y="416913"/>
                </a:lnTo>
                <a:lnTo>
                  <a:pt x="941296" y="414068"/>
                </a:lnTo>
                <a:close/>
                <a:moveTo>
                  <a:pt x="920553" y="455033"/>
                </a:moveTo>
                <a:lnTo>
                  <a:pt x="921564" y="458036"/>
                </a:lnTo>
                <a:lnTo>
                  <a:pt x="922498" y="456654"/>
                </a:lnTo>
                <a:close/>
                <a:moveTo>
                  <a:pt x="351026" y="1730227"/>
                </a:moveTo>
                <a:lnTo>
                  <a:pt x="354272" y="1733684"/>
                </a:lnTo>
                <a:lnTo>
                  <a:pt x="354020" y="1730757"/>
                </a:lnTo>
                <a:close/>
                <a:moveTo>
                  <a:pt x="917186" y="462200"/>
                </a:moveTo>
                <a:lnTo>
                  <a:pt x="918226" y="463601"/>
                </a:lnTo>
                <a:lnTo>
                  <a:pt x="918430" y="463245"/>
                </a:lnTo>
                <a:lnTo>
                  <a:pt x="917731" y="462442"/>
                </a:lnTo>
                <a:close/>
                <a:moveTo>
                  <a:pt x="910833" y="476405"/>
                </a:moveTo>
                <a:lnTo>
                  <a:pt x="910864" y="476434"/>
                </a:lnTo>
                <a:lnTo>
                  <a:pt x="911077" y="476063"/>
                </a:lnTo>
                <a:close/>
                <a:moveTo>
                  <a:pt x="331596" y="1773384"/>
                </a:moveTo>
                <a:lnTo>
                  <a:pt x="331702" y="1773470"/>
                </a:lnTo>
                <a:lnTo>
                  <a:pt x="335383" y="1773628"/>
                </a:lnTo>
                <a:lnTo>
                  <a:pt x="335559" y="1773601"/>
                </a:lnTo>
                <a:lnTo>
                  <a:pt x="334482" y="1773035"/>
                </a:lnTo>
                <a:close/>
                <a:moveTo>
                  <a:pt x="374794" y="1676587"/>
                </a:moveTo>
                <a:lnTo>
                  <a:pt x="375192" y="1676945"/>
                </a:lnTo>
                <a:lnTo>
                  <a:pt x="375357" y="1677018"/>
                </a:lnTo>
                <a:lnTo>
                  <a:pt x="375931" y="1677246"/>
                </a:lnTo>
                <a:close/>
                <a:moveTo>
                  <a:pt x="890609" y="521525"/>
                </a:moveTo>
                <a:lnTo>
                  <a:pt x="890213" y="522460"/>
                </a:lnTo>
                <a:lnTo>
                  <a:pt x="890723" y="522710"/>
                </a:lnTo>
                <a:lnTo>
                  <a:pt x="890816" y="522696"/>
                </a:lnTo>
                <a:close/>
                <a:moveTo>
                  <a:pt x="909673" y="478030"/>
                </a:moveTo>
                <a:lnTo>
                  <a:pt x="909839" y="478222"/>
                </a:lnTo>
                <a:lnTo>
                  <a:pt x="910182" y="477623"/>
                </a:lnTo>
                <a:lnTo>
                  <a:pt x="910061" y="477487"/>
                </a:lnTo>
                <a:close/>
                <a:moveTo>
                  <a:pt x="968376" y="346484"/>
                </a:moveTo>
                <a:lnTo>
                  <a:pt x="971472" y="357163"/>
                </a:lnTo>
                <a:lnTo>
                  <a:pt x="972474" y="357983"/>
                </a:lnTo>
                <a:lnTo>
                  <a:pt x="975584" y="346970"/>
                </a:lnTo>
                <a:lnTo>
                  <a:pt x="972553" y="339797"/>
                </a:lnTo>
                <a:close/>
                <a:moveTo>
                  <a:pt x="982419" y="314400"/>
                </a:moveTo>
                <a:lnTo>
                  <a:pt x="983317" y="316310"/>
                </a:lnTo>
                <a:lnTo>
                  <a:pt x="984354" y="317418"/>
                </a:lnTo>
                <a:lnTo>
                  <a:pt x="984573" y="316703"/>
                </a:lnTo>
                <a:close/>
                <a:moveTo>
                  <a:pt x="354230" y="1721025"/>
                </a:moveTo>
                <a:lnTo>
                  <a:pt x="354364" y="1722584"/>
                </a:lnTo>
                <a:lnTo>
                  <a:pt x="354822" y="1723038"/>
                </a:lnTo>
                <a:lnTo>
                  <a:pt x="359339" y="1725725"/>
                </a:lnTo>
                <a:lnTo>
                  <a:pt x="361419" y="1721870"/>
                </a:lnTo>
                <a:close/>
                <a:moveTo>
                  <a:pt x="374611" y="1675308"/>
                </a:moveTo>
                <a:lnTo>
                  <a:pt x="374669" y="1676359"/>
                </a:lnTo>
                <a:lnTo>
                  <a:pt x="375643" y="1676924"/>
                </a:lnTo>
                <a:lnTo>
                  <a:pt x="376900" y="1677632"/>
                </a:lnTo>
                <a:lnTo>
                  <a:pt x="378994" y="1678463"/>
                </a:lnTo>
                <a:close/>
                <a:moveTo>
                  <a:pt x="909660" y="477038"/>
                </a:moveTo>
                <a:lnTo>
                  <a:pt x="909621" y="477513"/>
                </a:lnTo>
                <a:lnTo>
                  <a:pt x="909830" y="477228"/>
                </a:lnTo>
                <a:close/>
                <a:moveTo>
                  <a:pt x="908202" y="480092"/>
                </a:moveTo>
                <a:lnTo>
                  <a:pt x="908522" y="480522"/>
                </a:lnTo>
                <a:lnTo>
                  <a:pt x="908858" y="479936"/>
                </a:lnTo>
                <a:lnTo>
                  <a:pt x="908886" y="479594"/>
                </a:lnTo>
                <a:lnTo>
                  <a:pt x="908705" y="479387"/>
                </a:lnTo>
                <a:close/>
                <a:moveTo>
                  <a:pt x="323937" y="1787684"/>
                </a:moveTo>
                <a:lnTo>
                  <a:pt x="325740" y="1788491"/>
                </a:lnTo>
                <a:lnTo>
                  <a:pt x="332275" y="1789729"/>
                </a:lnTo>
                <a:lnTo>
                  <a:pt x="330302" y="1788552"/>
                </a:lnTo>
                <a:close/>
                <a:moveTo>
                  <a:pt x="945186" y="396553"/>
                </a:moveTo>
                <a:lnTo>
                  <a:pt x="943114" y="406487"/>
                </a:lnTo>
                <a:lnTo>
                  <a:pt x="942276" y="410793"/>
                </a:lnTo>
                <a:lnTo>
                  <a:pt x="942973" y="411784"/>
                </a:lnTo>
                <a:lnTo>
                  <a:pt x="946302" y="403880"/>
                </a:lnTo>
                <a:lnTo>
                  <a:pt x="948343" y="399208"/>
                </a:lnTo>
                <a:close/>
                <a:moveTo>
                  <a:pt x="375586" y="1671789"/>
                </a:moveTo>
                <a:lnTo>
                  <a:pt x="385127" y="1679649"/>
                </a:lnTo>
                <a:lnTo>
                  <a:pt x="385351" y="1679266"/>
                </a:lnTo>
                <a:lnTo>
                  <a:pt x="376743" y="1672200"/>
                </a:lnTo>
                <a:close/>
                <a:moveTo>
                  <a:pt x="945340" y="395819"/>
                </a:moveTo>
                <a:lnTo>
                  <a:pt x="945243" y="396280"/>
                </a:lnTo>
                <a:lnTo>
                  <a:pt x="948469" y="398919"/>
                </a:lnTo>
                <a:lnTo>
                  <a:pt x="948898" y="397939"/>
                </a:lnTo>
                <a:close/>
                <a:moveTo>
                  <a:pt x="354109" y="1719614"/>
                </a:moveTo>
                <a:lnTo>
                  <a:pt x="354194" y="1720602"/>
                </a:lnTo>
                <a:lnTo>
                  <a:pt x="361692" y="1721364"/>
                </a:lnTo>
                <a:lnTo>
                  <a:pt x="361721" y="1721310"/>
                </a:lnTo>
                <a:lnTo>
                  <a:pt x="357508" y="1719469"/>
                </a:lnTo>
                <a:close/>
                <a:moveTo>
                  <a:pt x="957787" y="367722"/>
                </a:moveTo>
                <a:lnTo>
                  <a:pt x="960125" y="373759"/>
                </a:lnTo>
                <a:lnTo>
                  <a:pt x="966047" y="380707"/>
                </a:lnTo>
                <a:lnTo>
                  <a:pt x="966346" y="379684"/>
                </a:lnTo>
                <a:lnTo>
                  <a:pt x="966054" y="380716"/>
                </a:lnTo>
                <a:lnTo>
                  <a:pt x="968421" y="383493"/>
                </a:lnTo>
                <a:lnTo>
                  <a:pt x="967789" y="378273"/>
                </a:lnTo>
                <a:lnTo>
                  <a:pt x="967000" y="377440"/>
                </a:lnTo>
                <a:lnTo>
                  <a:pt x="966346" y="379684"/>
                </a:lnTo>
                <a:lnTo>
                  <a:pt x="966984" y="377423"/>
                </a:lnTo>
                <a:close/>
                <a:moveTo>
                  <a:pt x="909834" y="474897"/>
                </a:moveTo>
                <a:lnTo>
                  <a:pt x="909793" y="475402"/>
                </a:lnTo>
                <a:lnTo>
                  <a:pt x="910600" y="476179"/>
                </a:lnTo>
                <a:lnTo>
                  <a:pt x="910973" y="475671"/>
                </a:lnTo>
                <a:lnTo>
                  <a:pt x="910856" y="475353"/>
                </a:lnTo>
                <a:close/>
                <a:moveTo>
                  <a:pt x="349731" y="1728847"/>
                </a:moveTo>
                <a:lnTo>
                  <a:pt x="350702" y="1729882"/>
                </a:lnTo>
                <a:lnTo>
                  <a:pt x="353997" y="1730495"/>
                </a:lnTo>
                <a:lnTo>
                  <a:pt x="353931" y="1729722"/>
                </a:lnTo>
                <a:lnTo>
                  <a:pt x="352742" y="1728955"/>
                </a:lnTo>
                <a:close/>
                <a:moveTo>
                  <a:pt x="905990" y="483192"/>
                </a:moveTo>
                <a:lnTo>
                  <a:pt x="906623" y="483831"/>
                </a:lnTo>
                <a:lnTo>
                  <a:pt x="906645" y="483792"/>
                </a:lnTo>
                <a:lnTo>
                  <a:pt x="906190" y="482912"/>
                </a:lnTo>
                <a:close/>
                <a:moveTo>
                  <a:pt x="374492" y="1673181"/>
                </a:moveTo>
                <a:lnTo>
                  <a:pt x="374533" y="1673915"/>
                </a:lnTo>
                <a:lnTo>
                  <a:pt x="381262" y="1678757"/>
                </a:lnTo>
                <a:close/>
                <a:moveTo>
                  <a:pt x="945734" y="393926"/>
                </a:moveTo>
                <a:lnTo>
                  <a:pt x="945518" y="394963"/>
                </a:lnTo>
                <a:lnTo>
                  <a:pt x="949231" y="397176"/>
                </a:lnTo>
                <a:lnTo>
                  <a:pt x="949453" y="396669"/>
                </a:lnTo>
                <a:close/>
                <a:moveTo>
                  <a:pt x="905150" y="484369"/>
                </a:moveTo>
                <a:lnTo>
                  <a:pt x="906078" y="484782"/>
                </a:lnTo>
                <a:lnTo>
                  <a:pt x="906508" y="484031"/>
                </a:lnTo>
                <a:lnTo>
                  <a:pt x="905867" y="483364"/>
                </a:lnTo>
                <a:close/>
                <a:moveTo>
                  <a:pt x="962037" y="356637"/>
                </a:moveTo>
                <a:lnTo>
                  <a:pt x="965691" y="360972"/>
                </a:lnTo>
                <a:lnTo>
                  <a:pt x="964657" y="352441"/>
                </a:lnTo>
                <a:close/>
                <a:moveTo>
                  <a:pt x="946059" y="392370"/>
                </a:moveTo>
                <a:lnTo>
                  <a:pt x="945925" y="393009"/>
                </a:lnTo>
                <a:lnTo>
                  <a:pt x="948790" y="395063"/>
                </a:lnTo>
                <a:lnTo>
                  <a:pt x="949822" y="395825"/>
                </a:lnTo>
                <a:lnTo>
                  <a:pt x="949865" y="395726"/>
                </a:lnTo>
                <a:lnTo>
                  <a:pt x="947475" y="393557"/>
                </a:lnTo>
                <a:close/>
                <a:moveTo>
                  <a:pt x="353963" y="1717919"/>
                </a:moveTo>
                <a:lnTo>
                  <a:pt x="354093" y="1719426"/>
                </a:lnTo>
                <a:lnTo>
                  <a:pt x="357116" y="1719297"/>
                </a:lnTo>
                <a:close/>
                <a:moveTo>
                  <a:pt x="352597" y="1720833"/>
                </a:moveTo>
                <a:lnTo>
                  <a:pt x="353220" y="1721451"/>
                </a:lnTo>
                <a:lnTo>
                  <a:pt x="353172" y="1720901"/>
                </a:lnTo>
                <a:close/>
                <a:moveTo>
                  <a:pt x="903395" y="486829"/>
                </a:moveTo>
                <a:lnTo>
                  <a:pt x="903449" y="489365"/>
                </a:lnTo>
                <a:lnTo>
                  <a:pt x="905265" y="486198"/>
                </a:lnTo>
                <a:lnTo>
                  <a:pt x="904189" y="485717"/>
                </a:lnTo>
                <a:close/>
                <a:moveTo>
                  <a:pt x="341967" y="1743679"/>
                </a:moveTo>
                <a:lnTo>
                  <a:pt x="351368" y="1750352"/>
                </a:lnTo>
                <a:lnTo>
                  <a:pt x="356832" y="1754120"/>
                </a:lnTo>
                <a:lnTo>
                  <a:pt x="356535" y="1751767"/>
                </a:lnTo>
                <a:lnTo>
                  <a:pt x="356285" y="1751502"/>
                </a:lnTo>
                <a:lnTo>
                  <a:pt x="351459" y="1745322"/>
                </a:lnTo>
                <a:lnTo>
                  <a:pt x="350815" y="1745037"/>
                </a:lnTo>
                <a:lnTo>
                  <a:pt x="350065" y="1744837"/>
                </a:lnTo>
                <a:close/>
                <a:moveTo>
                  <a:pt x="908785" y="474428"/>
                </a:moveTo>
                <a:lnTo>
                  <a:pt x="909296" y="474921"/>
                </a:lnTo>
                <a:lnTo>
                  <a:pt x="909320" y="474667"/>
                </a:lnTo>
                <a:close/>
                <a:moveTo>
                  <a:pt x="959598" y="360541"/>
                </a:moveTo>
                <a:lnTo>
                  <a:pt x="966988" y="371672"/>
                </a:lnTo>
                <a:lnTo>
                  <a:pt x="965839" y="362188"/>
                </a:lnTo>
                <a:lnTo>
                  <a:pt x="961663" y="357233"/>
                </a:lnTo>
                <a:close/>
                <a:moveTo>
                  <a:pt x="374355" y="1670715"/>
                </a:moveTo>
                <a:lnTo>
                  <a:pt x="374358" y="1670762"/>
                </a:lnTo>
                <a:lnTo>
                  <a:pt x="375476" y="1671159"/>
                </a:lnTo>
                <a:lnTo>
                  <a:pt x="374937" y="1670717"/>
                </a:lnTo>
                <a:close/>
                <a:moveTo>
                  <a:pt x="958410" y="362442"/>
                </a:moveTo>
                <a:lnTo>
                  <a:pt x="967422" y="375259"/>
                </a:lnTo>
                <a:lnTo>
                  <a:pt x="967128" y="372829"/>
                </a:lnTo>
                <a:lnTo>
                  <a:pt x="959293" y="361028"/>
                </a:lnTo>
                <a:close/>
                <a:moveTo>
                  <a:pt x="903364" y="485349"/>
                </a:moveTo>
                <a:lnTo>
                  <a:pt x="903378" y="486017"/>
                </a:lnTo>
                <a:lnTo>
                  <a:pt x="903744" y="485518"/>
                </a:lnTo>
                <a:close/>
                <a:moveTo>
                  <a:pt x="947122" y="387268"/>
                </a:moveTo>
                <a:lnTo>
                  <a:pt x="946115" y="392102"/>
                </a:lnTo>
                <a:lnTo>
                  <a:pt x="950020" y="395371"/>
                </a:lnTo>
                <a:lnTo>
                  <a:pt x="951416" y="392178"/>
                </a:lnTo>
                <a:close/>
                <a:moveTo>
                  <a:pt x="924047" y="438717"/>
                </a:moveTo>
                <a:lnTo>
                  <a:pt x="927243" y="445012"/>
                </a:lnTo>
                <a:lnTo>
                  <a:pt x="927463" y="443726"/>
                </a:lnTo>
                <a:lnTo>
                  <a:pt x="924053" y="438708"/>
                </a:lnTo>
                <a:close/>
                <a:moveTo>
                  <a:pt x="956763" y="365078"/>
                </a:moveTo>
                <a:lnTo>
                  <a:pt x="957259" y="366354"/>
                </a:lnTo>
                <a:lnTo>
                  <a:pt x="967159" y="376802"/>
                </a:lnTo>
                <a:lnTo>
                  <a:pt x="967409" y="375918"/>
                </a:lnTo>
                <a:lnTo>
                  <a:pt x="966673" y="374839"/>
                </a:lnTo>
                <a:lnTo>
                  <a:pt x="958196" y="362784"/>
                </a:lnTo>
                <a:close/>
                <a:moveTo>
                  <a:pt x="321417" y="1787341"/>
                </a:moveTo>
                <a:lnTo>
                  <a:pt x="322558" y="1787888"/>
                </a:lnTo>
                <a:lnTo>
                  <a:pt x="323628" y="1788090"/>
                </a:lnTo>
                <a:lnTo>
                  <a:pt x="322186" y="1787446"/>
                </a:lnTo>
                <a:close/>
                <a:moveTo>
                  <a:pt x="351480" y="1719726"/>
                </a:moveTo>
                <a:lnTo>
                  <a:pt x="352155" y="1720395"/>
                </a:lnTo>
                <a:lnTo>
                  <a:pt x="353138" y="1720494"/>
                </a:lnTo>
                <a:lnTo>
                  <a:pt x="353066" y="1719658"/>
                </a:lnTo>
                <a:close/>
                <a:moveTo>
                  <a:pt x="947640" y="384787"/>
                </a:moveTo>
                <a:lnTo>
                  <a:pt x="947533" y="385298"/>
                </a:lnTo>
                <a:lnTo>
                  <a:pt x="951880" y="389884"/>
                </a:lnTo>
                <a:close/>
                <a:moveTo>
                  <a:pt x="892308" y="508593"/>
                </a:moveTo>
                <a:lnTo>
                  <a:pt x="892347" y="508722"/>
                </a:lnTo>
                <a:lnTo>
                  <a:pt x="892360" y="508699"/>
                </a:lnTo>
                <a:close/>
                <a:moveTo>
                  <a:pt x="922315" y="441398"/>
                </a:moveTo>
                <a:lnTo>
                  <a:pt x="925188" y="444199"/>
                </a:lnTo>
                <a:lnTo>
                  <a:pt x="923731" y="441328"/>
                </a:lnTo>
                <a:lnTo>
                  <a:pt x="923066" y="440237"/>
                </a:lnTo>
                <a:close/>
                <a:moveTo>
                  <a:pt x="955443" y="367193"/>
                </a:moveTo>
                <a:lnTo>
                  <a:pt x="958221" y="371526"/>
                </a:lnTo>
                <a:lnTo>
                  <a:pt x="958450" y="371794"/>
                </a:lnTo>
                <a:lnTo>
                  <a:pt x="956241" y="366088"/>
                </a:lnTo>
                <a:lnTo>
                  <a:pt x="956175" y="366021"/>
                </a:lnTo>
                <a:close/>
                <a:moveTo>
                  <a:pt x="918657" y="449398"/>
                </a:moveTo>
                <a:lnTo>
                  <a:pt x="920050" y="453537"/>
                </a:lnTo>
                <a:lnTo>
                  <a:pt x="922962" y="455965"/>
                </a:lnTo>
                <a:lnTo>
                  <a:pt x="923303" y="455462"/>
                </a:lnTo>
                <a:close/>
                <a:moveTo>
                  <a:pt x="955056" y="367813"/>
                </a:moveTo>
                <a:lnTo>
                  <a:pt x="956595" y="369618"/>
                </a:lnTo>
                <a:lnTo>
                  <a:pt x="955277" y="367459"/>
                </a:lnTo>
                <a:close/>
                <a:moveTo>
                  <a:pt x="921828" y="442152"/>
                </a:moveTo>
                <a:lnTo>
                  <a:pt x="926732" y="448008"/>
                </a:lnTo>
                <a:lnTo>
                  <a:pt x="926829" y="447435"/>
                </a:lnTo>
                <a:lnTo>
                  <a:pt x="926121" y="446037"/>
                </a:lnTo>
                <a:lnTo>
                  <a:pt x="921947" y="441969"/>
                </a:lnTo>
                <a:close/>
                <a:moveTo>
                  <a:pt x="350750" y="1720616"/>
                </a:moveTo>
                <a:lnTo>
                  <a:pt x="353277" y="1722119"/>
                </a:lnTo>
                <a:lnTo>
                  <a:pt x="353255" y="1721860"/>
                </a:lnTo>
                <a:lnTo>
                  <a:pt x="352168" y="1720783"/>
                </a:lnTo>
                <a:close/>
                <a:moveTo>
                  <a:pt x="921323" y="442935"/>
                </a:moveTo>
                <a:lnTo>
                  <a:pt x="924954" y="446465"/>
                </a:lnTo>
                <a:lnTo>
                  <a:pt x="921617" y="442480"/>
                </a:lnTo>
                <a:close/>
                <a:moveTo>
                  <a:pt x="954047" y="369428"/>
                </a:moveTo>
                <a:lnTo>
                  <a:pt x="959396" y="383398"/>
                </a:lnTo>
                <a:lnTo>
                  <a:pt x="963816" y="388643"/>
                </a:lnTo>
                <a:lnTo>
                  <a:pt x="963969" y="388100"/>
                </a:lnTo>
                <a:lnTo>
                  <a:pt x="962144" y="381338"/>
                </a:lnTo>
                <a:lnTo>
                  <a:pt x="959362" y="374150"/>
                </a:lnTo>
                <a:lnTo>
                  <a:pt x="957793" y="371581"/>
                </a:lnTo>
                <a:lnTo>
                  <a:pt x="954855" y="368134"/>
                </a:lnTo>
                <a:close/>
                <a:moveTo>
                  <a:pt x="942902" y="394366"/>
                </a:moveTo>
                <a:lnTo>
                  <a:pt x="945042" y="396117"/>
                </a:lnTo>
                <a:lnTo>
                  <a:pt x="945130" y="395694"/>
                </a:lnTo>
                <a:close/>
                <a:moveTo>
                  <a:pt x="326011" y="1775430"/>
                </a:moveTo>
                <a:lnTo>
                  <a:pt x="330740" y="1775995"/>
                </a:lnTo>
                <a:lnTo>
                  <a:pt x="329488" y="1774948"/>
                </a:lnTo>
                <a:close/>
                <a:moveTo>
                  <a:pt x="920476" y="444244"/>
                </a:moveTo>
                <a:lnTo>
                  <a:pt x="924135" y="454228"/>
                </a:lnTo>
                <a:lnTo>
                  <a:pt x="926189" y="451186"/>
                </a:lnTo>
                <a:lnTo>
                  <a:pt x="926627" y="448617"/>
                </a:lnTo>
                <a:lnTo>
                  <a:pt x="924432" y="446426"/>
                </a:lnTo>
                <a:lnTo>
                  <a:pt x="921136" y="443223"/>
                </a:lnTo>
                <a:close/>
                <a:moveTo>
                  <a:pt x="364967" y="1687924"/>
                </a:moveTo>
                <a:lnTo>
                  <a:pt x="370430" y="1690304"/>
                </a:lnTo>
                <a:lnTo>
                  <a:pt x="370737" y="1690315"/>
                </a:lnTo>
                <a:lnTo>
                  <a:pt x="374646" y="1690166"/>
                </a:lnTo>
                <a:lnTo>
                  <a:pt x="374641" y="1690105"/>
                </a:lnTo>
                <a:lnTo>
                  <a:pt x="373188" y="1688589"/>
                </a:lnTo>
                <a:lnTo>
                  <a:pt x="372632" y="1688122"/>
                </a:lnTo>
                <a:close/>
                <a:moveTo>
                  <a:pt x="888158" y="515802"/>
                </a:moveTo>
                <a:lnTo>
                  <a:pt x="887974" y="516346"/>
                </a:lnTo>
                <a:lnTo>
                  <a:pt x="888245" y="515873"/>
                </a:lnTo>
                <a:close/>
                <a:moveTo>
                  <a:pt x="901981" y="484731"/>
                </a:moveTo>
                <a:lnTo>
                  <a:pt x="901817" y="485686"/>
                </a:lnTo>
                <a:lnTo>
                  <a:pt x="902008" y="486218"/>
                </a:lnTo>
                <a:lnTo>
                  <a:pt x="902083" y="484777"/>
                </a:lnTo>
                <a:close/>
                <a:moveTo>
                  <a:pt x="388189" y="1635171"/>
                </a:moveTo>
                <a:lnTo>
                  <a:pt x="389581" y="1636344"/>
                </a:lnTo>
                <a:lnTo>
                  <a:pt x="389673" y="1636339"/>
                </a:lnTo>
                <a:lnTo>
                  <a:pt x="389309" y="1635100"/>
                </a:lnTo>
                <a:close/>
                <a:moveTo>
                  <a:pt x="888640" y="514379"/>
                </a:moveTo>
                <a:lnTo>
                  <a:pt x="888426" y="515011"/>
                </a:lnTo>
                <a:lnTo>
                  <a:pt x="888641" y="515183"/>
                </a:lnTo>
                <a:lnTo>
                  <a:pt x="888962" y="514623"/>
                </a:lnTo>
                <a:close/>
                <a:moveTo>
                  <a:pt x="375312" y="1663597"/>
                </a:moveTo>
                <a:lnTo>
                  <a:pt x="376319" y="1664161"/>
                </a:lnTo>
                <a:lnTo>
                  <a:pt x="375507" y="1663297"/>
                </a:lnTo>
                <a:close/>
                <a:moveTo>
                  <a:pt x="951313" y="373806"/>
                </a:moveTo>
                <a:lnTo>
                  <a:pt x="958332" y="382134"/>
                </a:lnTo>
                <a:lnTo>
                  <a:pt x="953804" y="369817"/>
                </a:lnTo>
                <a:close/>
                <a:moveTo>
                  <a:pt x="918383" y="447485"/>
                </a:moveTo>
                <a:lnTo>
                  <a:pt x="923481" y="454137"/>
                </a:lnTo>
                <a:lnTo>
                  <a:pt x="920062" y="444885"/>
                </a:lnTo>
                <a:close/>
                <a:moveTo>
                  <a:pt x="343286" y="1735143"/>
                </a:moveTo>
                <a:lnTo>
                  <a:pt x="343865" y="1735597"/>
                </a:lnTo>
                <a:lnTo>
                  <a:pt x="343550" y="1735192"/>
                </a:lnTo>
                <a:close/>
                <a:moveTo>
                  <a:pt x="903347" y="480744"/>
                </a:moveTo>
                <a:lnTo>
                  <a:pt x="903289" y="481849"/>
                </a:lnTo>
                <a:lnTo>
                  <a:pt x="903326" y="483554"/>
                </a:lnTo>
                <a:lnTo>
                  <a:pt x="904727" y="484180"/>
                </a:lnTo>
                <a:lnTo>
                  <a:pt x="905560" y="483045"/>
                </a:lnTo>
                <a:close/>
                <a:moveTo>
                  <a:pt x="895095" y="499142"/>
                </a:moveTo>
                <a:lnTo>
                  <a:pt x="895570" y="500078"/>
                </a:lnTo>
                <a:lnTo>
                  <a:pt x="895626" y="499780"/>
                </a:lnTo>
                <a:close/>
                <a:moveTo>
                  <a:pt x="349840" y="1719796"/>
                </a:moveTo>
                <a:lnTo>
                  <a:pt x="350263" y="1720202"/>
                </a:lnTo>
                <a:lnTo>
                  <a:pt x="351734" y="1720352"/>
                </a:lnTo>
                <a:lnTo>
                  <a:pt x="351118" y="1719741"/>
                </a:lnTo>
                <a:close/>
                <a:moveTo>
                  <a:pt x="949619" y="376518"/>
                </a:moveTo>
                <a:lnTo>
                  <a:pt x="961722" y="391358"/>
                </a:lnTo>
                <a:lnTo>
                  <a:pt x="959240" y="384606"/>
                </a:lnTo>
                <a:lnTo>
                  <a:pt x="950813" y="374608"/>
                </a:lnTo>
                <a:close/>
                <a:moveTo>
                  <a:pt x="354343" y="1709443"/>
                </a:moveTo>
                <a:lnTo>
                  <a:pt x="365376" y="1714535"/>
                </a:lnTo>
                <a:lnTo>
                  <a:pt x="365877" y="1713606"/>
                </a:lnTo>
                <a:lnTo>
                  <a:pt x="361477" y="1711014"/>
                </a:lnTo>
                <a:lnTo>
                  <a:pt x="359334" y="1709367"/>
                </a:lnTo>
                <a:close/>
                <a:moveTo>
                  <a:pt x="339708" y="1742075"/>
                </a:moveTo>
                <a:lnTo>
                  <a:pt x="339708" y="1742075"/>
                </a:lnTo>
                <a:lnTo>
                  <a:pt x="339711" y="1742075"/>
                </a:lnTo>
                <a:close/>
                <a:moveTo>
                  <a:pt x="894893" y="498743"/>
                </a:moveTo>
                <a:lnTo>
                  <a:pt x="895650" y="499651"/>
                </a:lnTo>
                <a:lnTo>
                  <a:pt x="895808" y="498807"/>
                </a:lnTo>
                <a:lnTo>
                  <a:pt x="895598" y="497754"/>
                </a:lnTo>
                <a:close/>
                <a:moveTo>
                  <a:pt x="916426" y="450514"/>
                </a:moveTo>
                <a:lnTo>
                  <a:pt x="917857" y="451709"/>
                </a:lnTo>
                <a:lnTo>
                  <a:pt x="917103" y="449467"/>
                </a:lnTo>
                <a:close/>
                <a:moveTo>
                  <a:pt x="922722" y="435999"/>
                </a:moveTo>
                <a:lnTo>
                  <a:pt x="924059" y="438131"/>
                </a:lnTo>
                <a:lnTo>
                  <a:pt x="924272" y="437802"/>
                </a:lnTo>
                <a:lnTo>
                  <a:pt x="924743" y="437640"/>
                </a:lnTo>
                <a:lnTo>
                  <a:pt x="924240" y="438418"/>
                </a:lnTo>
                <a:lnTo>
                  <a:pt x="927485" y="443592"/>
                </a:lnTo>
                <a:lnTo>
                  <a:pt x="927649" y="442635"/>
                </a:lnTo>
                <a:lnTo>
                  <a:pt x="927773" y="438004"/>
                </a:lnTo>
                <a:close/>
                <a:moveTo>
                  <a:pt x="891785" y="505088"/>
                </a:moveTo>
                <a:lnTo>
                  <a:pt x="891500" y="505930"/>
                </a:lnTo>
                <a:lnTo>
                  <a:pt x="891752" y="506760"/>
                </a:lnTo>
                <a:lnTo>
                  <a:pt x="892607" y="508269"/>
                </a:lnTo>
                <a:lnTo>
                  <a:pt x="893711" y="506343"/>
                </a:lnTo>
                <a:close/>
                <a:moveTo>
                  <a:pt x="331514" y="1759444"/>
                </a:moveTo>
                <a:lnTo>
                  <a:pt x="348184" y="1765329"/>
                </a:lnTo>
                <a:lnTo>
                  <a:pt x="358369" y="1766280"/>
                </a:lnTo>
                <a:lnTo>
                  <a:pt x="358033" y="1763619"/>
                </a:lnTo>
                <a:lnTo>
                  <a:pt x="350027" y="1759932"/>
                </a:lnTo>
                <a:close/>
                <a:moveTo>
                  <a:pt x="914232" y="454556"/>
                </a:moveTo>
                <a:lnTo>
                  <a:pt x="914620" y="455563"/>
                </a:lnTo>
                <a:lnTo>
                  <a:pt x="915095" y="456108"/>
                </a:lnTo>
                <a:close/>
                <a:moveTo>
                  <a:pt x="371937" y="1668783"/>
                </a:moveTo>
                <a:lnTo>
                  <a:pt x="372750" y="1669453"/>
                </a:lnTo>
                <a:lnTo>
                  <a:pt x="372876" y="1669448"/>
                </a:lnTo>
                <a:lnTo>
                  <a:pt x="372852" y="1669005"/>
                </a:lnTo>
                <a:lnTo>
                  <a:pt x="372161" y="1668438"/>
                </a:lnTo>
                <a:close/>
                <a:moveTo>
                  <a:pt x="915058" y="452631"/>
                </a:moveTo>
                <a:lnTo>
                  <a:pt x="919904" y="460675"/>
                </a:lnTo>
                <a:lnTo>
                  <a:pt x="920140" y="460263"/>
                </a:lnTo>
                <a:lnTo>
                  <a:pt x="919181" y="455640"/>
                </a:lnTo>
                <a:lnTo>
                  <a:pt x="918361" y="453204"/>
                </a:lnTo>
                <a:lnTo>
                  <a:pt x="915974" y="451214"/>
                </a:lnTo>
                <a:close/>
                <a:moveTo>
                  <a:pt x="920459" y="440519"/>
                </a:moveTo>
                <a:lnTo>
                  <a:pt x="921620" y="441905"/>
                </a:lnTo>
                <a:lnTo>
                  <a:pt x="921721" y="441749"/>
                </a:lnTo>
                <a:close/>
                <a:moveTo>
                  <a:pt x="903471" y="478376"/>
                </a:moveTo>
                <a:lnTo>
                  <a:pt x="903358" y="480529"/>
                </a:lnTo>
                <a:lnTo>
                  <a:pt x="905682" y="482879"/>
                </a:lnTo>
                <a:lnTo>
                  <a:pt x="905970" y="482487"/>
                </a:lnTo>
                <a:lnTo>
                  <a:pt x="904702" y="480033"/>
                </a:lnTo>
                <a:close/>
                <a:moveTo>
                  <a:pt x="914250" y="453883"/>
                </a:moveTo>
                <a:lnTo>
                  <a:pt x="916360" y="457560"/>
                </a:lnTo>
                <a:lnTo>
                  <a:pt x="919575" y="461249"/>
                </a:lnTo>
                <a:lnTo>
                  <a:pt x="919734" y="460972"/>
                </a:lnTo>
                <a:lnTo>
                  <a:pt x="914876" y="452913"/>
                </a:lnTo>
                <a:close/>
                <a:moveTo>
                  <a:pt x="893067" y="501301"/>
                </a:moveTo>
                <a:lnTo>
                  <a:pt x="891964" y="504560"/>
                </a:lnTo>
                <a:lnTo>
                  <a:pt x="894028" y="505791"/>
                </a:lnTo>
                <a:lnTo>
                  <a:pt x="894728" y="504571"/>
                </a:lnTo>
                <a:lnTo>
                  <a:pt x="894976" y="503245"/>
                </a:lnTo>
                <a:lnTo>
                  <a:pt x="893607" y="500546"/>
                </a:lnTo>
                <a:close/>
                <a:moveTo>
                  <a:pt x="353259" y="1709729"/>
                </a:moveTo>
                <a:lnTo>
                  <a:pt x="353716" y="1715040"/>
                </a:lnTo>
                <a:lnTo>
                  <a:pt x="362984" y="1718968"/>
                </a:lnTo>
                <a:lnTo>
                  <a:pt x="365037" y="1715163"/>
                </a:lnTo>
                <a:close/>
                <a:moveTo>
                  <a:pt x="919531" y="441663"/>
                </a:moveTo>
                <a:lnTo>
                  <a:pt x="920344" y="443881"/>
                </a:lnTo>
                <a:lnTo>
                  <a:pt x="920910" y="443004"/>
                </a:lnTo>
                <a:close/>
                <a:moveTo>
                  <a:pt x="946089" y="382169"/>
                </a:moveTo>
                <a:lnTo>
                  <a:pt x="947578" y="383958"/>
                </a:lnTo>
                <a:lnTo>
                  <a:pt x="948057" y="381659"/>
                </a:lnTo>
                <a:lnTo>
                  <a:pt x="948342" y="381420"/>
                </a:lnTo>
                <a:lnTo>
                  <a:pt x="947766" y="384184"/>
                </a:lnTo>
                <a:lnTo>
                  <a:pt x="952448" y="389815"/>
                </a:lnTo>
                <a:lnTo>
                  <a:pt x="952948" y="388673"/>
                </a:lnTo>
                <a:lnTo>
                  <a:pt x="952062" y="386639"/>
                </a:lnTo>
                <a:lnTo>
                  <a:pt x="948738" y="383749"/>
                </a:lnTo>
                <a:lnTo>
                  <a:pt x="949337" y="383779"/>
                </a:lnTo>
                <a:lnTo>
                  <a:pt x="951719" y="385851"/>
                </a:lnTo>
                <a:lnTo>
                  <a:pt x="951107" y="384448"/>
                </a:lnTo>
                <a:lnTo>
                  <a:pt x="951653" y="384679"/>
                </a:lnTo>
                <a:lnTo>
                  <a:pt x="952436" y="386475"/>
                </a:lnTo>
                <a:lnTo>
                  <a:pt x="953502" y="387403"/>
                </a:lnTo>
                <a:lnTo>
                  <a:pt x="954307" y="385563"/>
                </a:lnTo>
                <a:lnTo>
                  <a:pt x="954448" y="385486"/>
                </a:lnTo>
                <a:lnTo>
                  <a:pt x="953581" y="387471"/>
                </a:lnTo>
                <a:lnTo>
                  <a:pt x="962064" y="394848"/>
                </a:lnTo>
                <a:lnTo>
                  <a:pt x="962473" y="393400"/>
                </a:lnTo>
                <a:lnTo>
                  <a:pt x="962315" y="392971"/>
                </a:lnTo>
                <a:lnTo>
                  <a:pt x="961147" y="391416"/>
                </a:lnTo>
                <a:lnTo>
                  <a:pt x="949349" y="376951"/>
                </a:lnTo>
                <a:close/>
                <a:moveTo>
                  <a:pt x="346305" y="1725197"/>
                </a:moveTo>
                <a:lnTo>
                  <a:pt x="349626" y="1728735"/>
                </a:lnTo>
                <a:lnTo>
                  <a:pt x="352564" y="1728841"/>
                </a:lnTo>
                <a:lnTo>
                  <a:pt x="347572" y="1725619"/>
                </a:lnTo>
                <a:close/>
                <a:moveTo>
                  <a:pt x="370490" y="1671005"/>
                </a:moveTo>
                <a:lnTo>
                  <a:pt x="373066" y="1672860"/>
                </a:lnTo>
                <a:lnTo>
                  <a:pt x="373016" y="1671965"/>
                </a:lnTo>
                <a:lnTo>
                  <a:pt x="371490" y="1670708"/>
                </a:lnTo>
                <a:lnTo>
                  <a:pt x="370685" y="1670706"/>
                </a:lnTo>
                <a:close/>
                <a:moveTo>
                  <a:pt x="945485" y="383137"/>
                </a:moveTo>
                <a:lnTo>
                  <a:pt x="947341" y="385095"/>
                </a:lnTo>
                <a:lnTo>
                  <a:pt x="947453" y="384561"/>
                </a:lnTo>
                <a:lnTo>
                  <a:pt x="945820" y="382599"/>
                </a:lnTo>
                <a:close/>
                <a:moveTo>
                  <a:pt x="895102" y="495904"/>
                </a:moveTo>
                <a:lnTo>
                  <a:pt x="894392" y="497755"/>
                </a:lnTo>
                <a:lnTo>
                  <a:pt x="894609" y="498183"/>
                </a:lnTo>
                <a:lnTo>
                  <a:pt x="895449" y="497006"/>
                </a:lnTo>
                <a:lnTo>
                  <a:pt x="895299" y="496253"/>
                </a:lnTo>
                <a:close/>
                <a:moveTo>
                  <a:pt x="369791" y="1672079"/>
                </a:moveTo>
                <a:lnTo>
                  <a:pt x="373211" y="1675161"/>
                </a:lnTo>
                <a:lnTo>
                  <a:pt x="373170" y="1674731"/>
                </a:lnTo>
                <a:lnTo>
                  <a:pt x="373143" y="1674253"/>
                </a:lnTo>
                <a:lnTo>
                  <a:pt x="369897" y="1671915"/>
                </a:lnTo>
                <a:close/>
                <a:moveTo>
                  <a:pt x="886651" y="514596"/>
                </a:moveTo>
                <a:lnTo>
                  <a:pt x="886828" y="515599"/>
                </a:lnTo>
                <a:lnTo>
                  <a:pt x="887081" y="514939"/>
                </a:lnTo>
                <a:close/>
                <a:moveTo>
                  <a:pt x="340615" y="1737061"/>
                </a:moveTo>
                <a:lnTo>
                  <a:pt x="345898" y="1738628"/>
                </a:lnTo>
                <a:lnTo>
                  <a:pt x="346326" y="1738749"/>
                </a:lnTo>
                <a:lnTo>
                  <a:pt x="345884" y="1738183"/>
                </a:lnTo>
                <a:lnTo>
                  <a:pt x="343642" y="1737434"/>
                </a:lnTo>
                <a:close/>
                <a:moveTo>
                  <a:pt x="905157" y="472809"/>
                </a:moveTo>
                <a:lnTo>
                  <a:pt x="905698" y="473469"/>
                </a:lnTo>
                <a:lnTo>
                  <a:pt x="909071" y="477340"/>
                </a:lnTo>
                <a:lnTo>
                  <a:pt x="909108" y="476889"/>
                </a:lnTo>
                <a:lnTo>
                  <a:pt x="909148" y="476468"/>
                </a:lnTo>
                <a:lnTo>
                  <a:pt x="908495" y="475739"/>
                </a:lnTo>
                <a:lnTo>
                  <a:pt x="905717" y="473059"/>
                </a:lnTo>
                <a:close/>
                <a:moveTo>
                  <a:pt x="891107" y="504049"/>
                </a:moveTo>
                <a:lnTo>
                  <a:pt x="891231" y="504123"/>
                </a:lnTo>
                <a:lnTo>
                  <a:pt x="891437" y="503586"/>
                </a:lnTo>
                <a:close/>
                <a:moveTo>
                  <a:pt x="354331" y="1705565"/>
                </a:moveTo>
                <a:lnTo>
                  <a:pt x="354536" y="1705678"/>
                </a:lnTo>
                <a:lnTo>
                  <a:pt x="354477" y="1705632"/>
                </a:lnTo>
                <a:close/>
                <a:moveTo>
                  <a:pt x="348016" y="1719686"/>
                </a:moveTo>
                <a:lnTo>
                  <a:pt x="348222" y="1719865"/>
                </a:lnTo>
                <a:lnTo>
                  <a:pt x="349027" y="1719831"/>
                </a:lnTo>
                <a:lnTo>
                  <a:pt x="348845" y="1719651"/>
                </a:lnTo>
                <a:close/>
                <a:moveTo>
                  <a:pt x="373846" y="1661530"/>
                </a:moveTo>
                <a:lnTo>
                  <a:pt x="373913" y="1662738"/>
                </a:lnTo>
                <a:lnTo>
                  <a:pt x="374166" y="1662945"/>
                </a:lnTo>
                <a:lnTo>
                  <a:pt x="374579" y="1662310"/>
                </a:lnTo>
                <a:close/>
                <a:moveTo>
                  <a:pt x="886510" y="513466"/>
                </a:moveTo>
                <a:lnTo>
                  <a:pt x="886507" y="513475"/>
                </a:lnTo>
                <a:lnTo>
                  <a:pt x="886530" y="513491"/>
                </a:lnTo>
                <a:close/>
                <a:moveTo>
                  <a:pt x="904003" y="473991"/>
                </a:moveTo>
                <a:lnTo>
                  <a:pt x="903920" y="474325"/>
                </a:lnTo>
                <a:lnTo>
                  <a:pt x="907964" y="479770"/>
                </a:lnTo>
                <a:lnTo>
                  <a:pt x="908455" y="479101"/>
                </a:lnTo>
                <a:close/>
                <a:moveTo>
                  <a:pt x="901722" y="479062"/>
                </a:moveTo>
                <a:lnTo>
                  <a:pt x="901069" y="482546"/>
                </a:lnTo>
                <a:lnTo>
                  <a:pt x="901143" y="482580"/>
                </a:lnTo>
                <a:lnTo>
                  <a:pt x="901895" y="479237"/>
                </a:lnTo>
                <a:close/>
                <a:moveTo>
                  <a:pt x="886624" y="512851"/>
                </a:moveTo>
                <a:lnTo>
                  <a:pt x="886601" y="512978"/>
                </a:lnTo>
                <a:lnTo>
                  <a:pt x="887437" y="514010"/>
                </a:lnTo>
                <a:lnTo>
                  <a:pt x="887599" y="513590"/>
                </a:lnTo>
                <a:close/>
                <a:moveTo>
                  <a:pt x="952490" y="365359"/>
                </a:moveTo>
                <a:lnTo>
                  <a:pt x="953748" y="368644"/>
                </a:lnTo>
                <a:lnTo>
                  <a:pt x="954400" y="367600"/>
                </a:lnTo>
                <a:close/>
                <a:moveTo>
                  <a:pt x="942024" y="388677"/>
                </a:moveTo>
                <a:lnTo>
                  <a:pt x="945915" y="391934"/>
                </a:lnTo>
                <a:lnTo>
                  <a:pt x="946933" y="387051"/>
                </a:lnTo>
                <a:lnTo>
                  <a:pt x="944662" y="384454"/>
                </a:lnTo>
                <a:close/>
                <a:moveTo>
                  <a:pt x="386044" y="1633363"/>
                </a:moveTo>
                <a:lnTo>
                  <a:pt x="387823" y="1634862"/>
                </a:lnTo>
                <a:lnTo>
                  <a:pt x="389214" y="1634774"/>
                </a:lnTo>
                <a:lnTo>
                  <a:pt x="388972" y="1633950"/>
                </a:lnTo>
                <a:lnTo>
                  <a:pt x="387195" y="1633492"/>
                </a:lnTo>
                <a:close/>
                <a:moveTo>
                  <a:pt x="941362" y="389737"/>
                </a:moveTo>
                <a:lnTo>
                  <a:pt x="945721" y="392862"/>
                </a:lnTo>
                <a:lnTo>
                  <a:pt x="945859" y="392202"/>
                </a:lnTo>
                <a:lnTo>
                  <a:pt x="941897" y="388882"/>
                </a:lnTo>
                <a:close/>
                <a:moveTo>
                  <a:pt x="902387" y="476918"/>
                </a:moveTo>
                <a:lnTo>
                  <a:pt x="901871" y="478264"/>
                </a:lnTo>
                <a:lnTo>
                  <a:pt x="901752" y="478902"/>
                </a:lnTo>
                <a:lnTo>
                  <a:pt x="901931" y="479083"/>
                </a:lnTo>
                <a:lnTo>
                  <a:pt x="902410" y="476949"/>
                </a:lnTo>
                <a:close/>
                <a:moveTo>
                  <a:pt x="322199" y="1775958"/>
                </a:moveTo>
                <a:lnTo>
                  <a:pt x="340627" y="1784265"/>
                </a:lnTo>
                <a:lnTo>
                  <a:pt x="331096" y="1776292"/>
                </a:lnTo>
                <a:lnTo>
                  <a:pt x="325022" y="1775567"/>
                </a:lnTo>
                <a:close/>
                <a:moveTo>
                  <a:pt x="341023" y="1733281"/>
                </a:moveTo>
                <a:lnTo>
                  <a:pt x="342746" y="1734387"/>
                </a:lnTo>
                <a:lnTo>
                  <a:pt x="342948" y="1734422"/>
                </a:lnTo>
                <a:lnTo>
                  <a:pt x="342554" y="1733918"/>
                </a:lnTo>
                <a:close/>
                <a:moveTo>
                  <a:pt x="940110" y="391742"/>
                </a:moveTo>
                <a:lnTo>
                  <a:pt x="945309" y="394839"/>
                </a:lnTo>
                <a:lnTo>
                  <a:pt x="945530" y="393776"/>
                </a:lnTo>
                <a:lnTo>
                  <a:pt x="940950" y="390398"/>
                </a:lnTo>
                <a:close/>
                <a:moveTo>
                  <a:pt x="360091" y="1690514"/>
                </a:moveTo>
                <a:lnTo>
                  <a:pt x="368661" y="1691434"/>
                </a:lnTo>
                <a:lnTo>
                  <a:pt x="367112" y="1690759"/>
                </a:lnTo>
                <a:close/>
                <a:moveTo>
                  <a:pt x="1031415" y="186873"/>
                </a:moveTo>
                <a:lnTo>
                  <a:pt x="1035799" y="198592"/>
                </a:lnTo>
                <a:lnTo>
                  <a:pt x="1036569" y="196751"/>
                </a:lnTo>
                <a:lnTo>
                  <a:pt x="1037370" y="194911"/>
                </a:lnTo>
                <a:lnTo>
                  <a:pt x="1034610" y="191130"/>
                </a:lnTo>
                <a:close/>
                <a:moveTo>
                  <a:pt x="887265" y="509433"/>
                </a:moveTo>
                <a:lnTo>
                  <a:pt x="887212" y="509714"/>
                </a:lnTo>
                <a:lnTo>
                  <a:pt x="888656" y="510834"/>
                </a:lnTo>
                <a:lnTo>
                  <a:pt x="888703" y="510712"/>
                </a:lnTo>
                <a:lnTo>
                  <a:pt x="888238" y="508070"/>
                </a:lnTo>
                <a:close/>
                <a:moveTo>
                  <a:pt x="906288" y="466751"/>
                </a:moveTo>
                <a:lnTo>
                  <a:pt x="904920" y="470319"/>
                </a:lnTo>
                <a:lnTo>
                  <a:pt x="909539" y="472382"/>
                </a:lnTo>
                <a:lnTo>
                  <a:pt x="909570" y="472048"/>
                </a:lnTo>
                <a:close/>
                <a:moveTo>
                  <a:pt x="368465" y="1670885"/>
                </a:moveTo>
                <a:lnTo>
                  <a:pt x="368801" y="1671188"/>
                </a:lnTo>
                <a:lnTo>
                  <a:pt x="368828" y="1671146"/>
                </a:lnTo>
                <a:close/>
                <a:moveTo>
                  <a:pt x="938667" y="394054"/>
                </a:moveTo>
                <a:lnTo>
                  <a:pt x="940133" y="406144"/>
                </a:lnTo>
                <a:lnTo>
                  <a:pt x="940106" y="407146"/>
                </a:lnTo>
                <a:lnTo>
                  <a:pt x="941194" y="409254"/>
                </a:lnTo>
                <a:lnTo>
                  <a:pt x="942048" y="410469"/>
                </a:lnTo>
                <a:lnTo>
                  <a:pt x="944986" y="396385"/>
                </a:lnTo>
                <a:lnTo>
                  <a:pt x="942741" y="394497"/>
                </a:lnTo>
                <a:lnTo>
                  <a:pt x="941717" y="393661"/>
                </a:lnTo>
                <a:lnTo>
                  <a:pt x="939673" y="392442"/>
                </a:lnTo>
                <a:close/>
                <a:moveTo>
                  <a:pt x="920316" y="435041"/>
                </a:moveTo>
                <a:lnTo>
                  <a:pt x="921652" y="437231"/>
                </a:lnTo>
                <a:lnTo>
                  <a:pt x="920599" y="435153"/>
                </a:lnTo>
                <a:close/>
                <a:moveTo>
                  <a:pt x="363591" y="1681606"/>
                </a:moveTo>
                <a:lnTo>
                  <a:pt x="366620" y="1682469"/>
                </a:lnTo>
                <a:lnTo>
                  <a:pt x="365369" y="1681136"/>
                </a:lnTo>
                <a:lnTo>
                  <a:pt x="365002" y="1681040"/>
                </a:lnTo>
                <a:lnTo>
                  <a:pt x="364117" y="1680797"/>
                </a:lnTo>
                <a:close/>
                <a:moveTo>
                  <a:pt x="894119" y="493354"/>
                </a:moveTo>
                <a:lnTo>
                  <a:pt x="894861" y="494665"/>
                </a:lnTo>
                <a:lnTo>
                  <a:pt x="894941" y="494457"/>
                </a:lnTo>
                <a:lnTo>
                  <a:pt x="894771" y="493605"/>
                </a:lnTo>
                <a:close/>
                <a:moveTo>
                  <a:pt x="324874" y="1767982"/>
                </a:moveTo>
                <a:lnTo>
                  <a:pt x="331348" y="1773185"/>
                </a:lnTo>
                <a:lnTo>
                  <a:pt x="334127" y="1772848"/>
                </a:lnTo>
                <a:close/>
                <a:moveTo>
                  <a:pt x="918440" y="438687"/>
                </a:moveTo>
                <a:lnTo>
                  <a:pt x="919264" y="440936"/>
                </a:lnTo>
                <a:lnTo>
                  <a:pt x="921096" y="442716"/>
                </a:lnTo>
                <a:lnTo>
                  <a:pt x="921409" y="442232"/>
                </a:lnTo>
                <a:close/>
                <a:moveTo>
                  <a:pt x="352859" y="1705076"/>
                </a:moveTo>
                <a:lnTo>
                  <a:pt x="352956" y="1706211"/>
                </a:lnTo>
                <a:lnTo>
                  <a:pt x="354539" y="1705996"/>
                </a:lnTo>
                <a:close/>
                <a:moveTo>
                  <a:pt x="362656" y="1683041"/>
                </a:moveTo>
                <a:lnTo>
                  <a:pt x="365290" y="1683110"/>
                </a:lnTo>
                <a:lnTo>
                  <a:pt x="367023" y="1682898"/>
                </a:lnTo>
                <a:lnTo>
                  <a:pt x="367018" y="1682893"/>
                </a:lnTo>
                <a:lnTo>
                  <a:pt x="363420" y="1681868"/>
                </a:lnTo>
                <a:close/>
                <a:moveTo>
                  <a:pt x="887686" y="507188"/>
                </a:moveTo>
                <a:lnTo>
                  <a:pt x="887508" y="508135"/>
                </a:lnTo>
                <a:lnTo>
                  <a:pt x="887950" y="507515"/>
                </a:lnTo>
                <a:close/>
                <a:moveTo>
                  <a:pt x="352795" y="1704339"/>
                </a:moveTo>
                <a:lnTo>
                  <a:pt x="352809" y="1704491"/>
                </a:lnTo>
                <a:lnTo>
                  <a:pt x="353264" y="1704700"/>
                </a:lnTo>
                <a:close/>
                <a:moveTo>
                  <a:pt x="292511" y="1839321"/>
                </a:moveTo>
                <a:lnTo>
                  <a:pt x="339810" y="1856790"/>
                </a:lnTo>
                <a:lnTo>
                  <a:pt x="355403" y="1857107"/>
                </a:lnTo>
                <a:lnTo>
                  <a:pt x="360936" y="1855686"/>
                </a:lnTo>
                <a:lnTo>
                  <a:pt x="361242" y="1854202"/>
                </a:lnTo>
                <a:lnTo>
                  <a:pt x="353003" y="1852488"/>
                </a:lnTo>
                <a:lnTo>
                  <a:pt x="332703" y="1847981"/>
                </a:lnTo>
                <a:lnTo>
                  <a:pt x="332598" y="1847852"/>
                </a:lnTo>
                <a:lnTo>
                  <a:pt x="343832" y="1850346"/>
                </a:lnTo>
                <a:lnTo>
                  <a:pt x="361289" y="1853977"/>
                </a:lnTo>
                <a:lnTo>
                  <a:pt x="361476" y="1853070"/>
                </a:lnTo>
                <a:lnTo>
                  <a:pt x="362012" y="1850647"/>
                </a:lnTo>
                <a:lnTo>
                  <a:pt x="351205" y="1847767"/>
                </a:lnTo>
                <a:lnTo>
                  <a:pt x="362087" y="1850305"/>
                </a:lnTo>
                <a:lnTo>
                  <a:pt x="363012" y="1846123"/>
                </a:lnTo>
                <a:lnTo>
                  <a:pt x="345681" y="1834939"/>
                </a:lnTo>
                <a:lnTo>
                  <a:pt x="344214" y="1833809"/>
                </a:lnTo>
                <a:lnTo>
                  <a:pt x="312745" y="1837216"/>
                </a:lnTo>
                <a:lnTo>
                  <a:pt x="345048" y="1846125"/>
                </a:lnTo>
                <a:lnTo>
                  <a:pt x="311947" y="1837302"/>
                </a:lnTo>
                <a:lnTo>
                  <a:pt x="298655" y="1838742"/>
                </a:lnTo>
                <a:close/>
                <a:moveTo>
                  <a:pt x="887891" y="506096"/>
                </a:moveTo>
                <a:lnTo>
                  <a:pt x="887809" y="506532"/>
                </a:lnTo>
                <a:lnTo>
                  <a:pt x="888011" y="506782"/>
                </a:lnTo>
                <a:close/>
                <a:moveTo>
                  <a:pt x="904012" y="469825"/>
                </a:moveTo>
                <a:lnTo>
                  <a:pt x="904015" y="469828"/>
                </a:lnTo>
                <a:lnTo>
                  <a:pt x="904018" y="469816"/>
                </a:lnTo>
                <a:close/>
                <a:moveTo>
                  <a:pt x="912874" y="449590"/>
                </a:moveTo>
                <a:lnTo>
                  <a:pt x="912596" y="450314"/>
                </a:lnTo>
                <a:lnTo>
                  <a:pt x="913404" y="452409"/>
                </a:lnTo>
                <a:lnTo>
                  <a:pt x="914077" y="453582"/>
                </a:lnTo>
                <a:lnTo>
                  <a:pt x="914699" y="452619"/>
                </a:lnTo>
                <a:close/>
                <a:moveTo>
                  <a:pt x="913153" y="448861"/>
                </a:moveTo>
                <a:lnTo>
                  <a:pt x="913010" y="449234"/>
                </a:lnTo>
                <a:lnTo>
                  <a:pt x="914881" y="452338"/>
                </a:lnTo>
                <a:lnTo>
                  <a:pt x="915736" y="451014"/>
                </a:lnTo>
                <a:close/>
                <a:moveTo>
                  <a:pt x="914852" y="444434"/>
                </a:moveTo>
                <a:lnTo>
                  <a:pt x="913466" y="448046"/>
                </a:lnTo>
                <a:lnTo>
                  <a:pt x="916187" y="450316"/>
                </a:lnTo>
                <a:lnTo>
                  <a:pt x="916976" y="449094"/>
                </a:lnTo>
                <a:lnTo>
                  <a:pt x="915843" y="445728"/>
                </a:lnTo>
                <a:close/>
                <a:moveTo>
                  <a:pt x="938378" y="391670"/>
                </a:moveTo>
                <a:lnTo>
                  <a:pt x="938538" y="392996"/>
                </a:lnTo>
                <a:lnTo>
                  <a:pt x="939098" y="392100"/>
                </a:lnTo>
                <a:close/>
                <a:moveTo>
                  <a:pt x="315209" y="1786495"/>
                </a:moveTo>
                <a:lnTo>
                  <a:pt x="321471" y="1787682"/>
                </a:lnTo>
                <a:lnTo>
                  <a:pt x="320498" y="1787216"/>
                </a:lnTo>
                <a:close/>
                <a:moveTo>
                  <a:pt x="367677" y="1668980"/>
                </a:moveTo>
                <a:lnTo>
                  <a:pt x="368591" y="1669639"/>
                </a:lnTo>
                <a:lnTo>
                  <a:pt x="369427" y="1669602"/>
                </a:lnTo>
                <a:close/>
                <a:moveTo>
                  <a:pt x="916897" y="439105"/>
                </a:moveTo>
                <a:lnTo>
                  <a:pt x="915988" y="441472"/>
                </a:lnTo>
                <a:lnTo>
                  <a:pt x="917723" y="446625"/>
                </a:lnTo>
                <a:lnTo>
                  <a:pt x="918184" y="447225"/>
                </a:lnTo>
                <a:lnTo>
                  <a:pt x="919930" y="444522"/>
                </a:lnTo>
                <a:lnTo>
                  <a:pt x="918506" y="440668"/>
                </a:lnTo>
                <a:close/>
                <a:moveTo>
                  <a:pt x="917423" y="437735"/>
                </a:moveTo>
                <a:lnTo>
                  <a:pt x="917028" y="438763"/>
                </a:lnTo>
                <a:lnTo>
                  <a:pt x="918236" y="439936"/>
                </a:lnTo>
                <a:close/>
                <a:moveTo>
                  <a:pt x="358223" y="1689877"/>
                </a:moveTo>
                <a:lnTo>
                  <a:pt x="365688" y="1690138"/>
                </a:lnTo>
                <a:lnTo>
                  <a:pt x="360333" y="1687805"/>
                </a:lnTo>
                <a:lnTo>
                  <a:pt x="359569" y="1687785"/>
                </a:lnTo>
                <a:lnTo>
                  <a:pt x="358385" y="1689604"/>
                </a:lnTo>
                <a:close/>
                <a:moveTo>
                  <a:pt x="951585" y="361176"/>
                </a:moveTo>
                <a:lnTo>
                  <a:pt x="955043" y="366569"/>
                </a:lnTo>
                <a:lnTo>
                  <a:pt x="955700" y="365517"/>
                </a:lnTo>
                <a:close/>
                <a:moveTo>
                  <a:pt x="918701" y="434402"/>
                </a:moveTo>
                <a:lnTo>
                  <a:pt x="917765" y="436844"/>
                </a:lnTo>
                <a:lnTo>
                  <a:pt x="917832" y="437029"/>
                </a:lnTo>
                <a:lnTo>
                  <a:pt x="922089" y="441178"/>
                </a:lnTo>
                <a:lnTo>
                  <a:pt x="922887" y="439944"/>
                </a:lnTo>
                <a:lnTo>
                  <a:pt x="919759" y="434820"/>
                </a:lnTo>
                <a:close/>
                <a:moveTo>
                  <a:pt x="919010" y="433595"/>
                </a:moveTo>
                <a:lnTo>
                  <a:pt x="918900" y="433882"/>
                </a:lnTo>
                <a:lnTo>
                  <a:pt x="919278" y="434032"/>
                </a:lnTo>
                <a:close/>
                <a:moveTo>
                  <a:pt x="899632" y="476944"/>
                </a:moveTo>
                <a:lnTo>
                  <a:pt x="899772" y="477651"/>
                </a:lnTo>
                <a:lnTo>
                  <a:pt x="899861" y="477178"/>
                </a:lnTo>
                <a:close/>
                <a:moveTo>
                  <a:pt x="912414" y="448245"/>
                </a:moveTo>
                <a:lnTo>
                  <a:pt x="912571" y="448506"/>
                </a:lnTo>
                <a:lnTo>
                  <a:pt x="912609" y="448408"/>
                </a:lnTo>
                <a:close/>
                <a:moveTo>
                  <a:pt x="919353" y="432702"/>
                </a:moveTo>
                <a:lnTo>
                  <a:pt x="919173" y="433170"/>
                </a:lnTo>
                <a:lnTo>
                  <a:pt x="919835" y="434253"/>
                </a:lnTo>
                <a:lnTo>
                  <a:pt x="920217" y="434405"/>
                </a:lnTo>
                <a:close/>
                <a:moveTo>
                  <a:pt x="326883" y="1759323"/>
                </a:moveTo>
                <a:lnTo>
                  <a:pt x="331398" y="1761361"/>
                </a:lnTo>
                <a:lnTo>
                  <a:pt x="339119" y="1764482"/>
                </a:lnTo>
                <a:lnTo>
                  <a:pt x="345192" y="1765049"/>
                </a:lnTo>
                <a:lnTo>
                  <a:pt x="329851" y="1759401"/>
                </a:lnTo>
                <a:close/>
                <a:moveTo>
                  <a:pt x="899652" y="476776"/>
                </a:moveTo>
                <a:lnTo>
                  <a:pt x="899891" y="477018"/>
                </a:lnTo>
                <a:lnTo>
                  <a:pt x="900057" y="476131"/>
                </a:lnTo>
                <a:close/>
                <a:moveTo>
                  <a:pt x="368524" y="1665972"/>
                </a:moveTo>
                <a:lnTo>
                  <a:pt x="370914" y="1667941"/>
                </a:lnTo>
                <a:lnTo>
                  <a:pt x="371138" y="1667597"/>
                </a:lnTo>
                <a:lnTo>
                  <a:pt x="369354" y="1666133"/>
                </a:lnTo>
                <a:close/>
                <a:moveTo>
                  <a:pt x="920745" y="429075"/>
                </a:moveTo>
                <a:lnTo>
                  <a:pt x="920059" y="430859"/>
                </a:lnTo>
                <a:lnTo>
                  <a:pt x="922275" y="435221"/>
                </a:lnTo>
                <a:lnTo>
                  <a:pt x="927788" y="437414"/>
                </a:lnTo>
                <a:lnTo>
                  <a:pt x="927819" y="436284"/>
                </a:lnTo>
                <a:lnTo>
                  <a:pt x="924269" y="432473"/>
                </a:lnTo>
                <a:close/>
                <a:moveTo>
                  <a:pt x="912093" y="448294"/>
                </a:moveTo>
                <a:lnTo>
                  <a:pt x="912038" y="448868"/>
                </a:lnTo>
                <a:lnTo>
                  <a:pt x="912236" y="449381"/>
                </a:lnTo>
                <a:lnTo>
                  <a:pt x="912435" y="448862"/>
                </a:lnTo>
                <a:close/>
                <a:moveTo>
                  <a:pt x="355427" y="1694577"/>
                </a:moveTo>
                <a:lnTo>
                  <a:pt x="358205" y="1696214"/>
                </a:lnTo>
                <a:lnTo>
                  <a:pt x="367409" y="1698982"/>
                </a:lnTo>
                <a:lnTo>
                  <a:pt x="373808" y="1699040"/>
                </a:lnTo>
                <a:lnTo>
                  <a:pt x="375258" y="1696555"/>
                </a:lnTo>
                <a:lnTo>
                  <a:pt x="375034" y="1694211"/>
                </a:lnTo>
                <a:lnTo>
                  <a:pt x="371169" y="1692527"/>
                </a:lnTo>
                <a:lnTo>
                  <a:pt x="357389" y="1691279"/>
                </a:lnTo>
                <a:close/>
                <a:moveTo>
                  <a:pt x="886292" y="505470"/>
                </a:moveTo>
                <a:lnTo>
                  <a:pt x="886131" y="506668"/>
                </a:lnTo>
                <a:lnTo>
                  <a:pt x="886344" y="505534"/>
                </a:lnTo>
                <a:close/>
                <a:moveTo>
                  <a:pt x="923021" y="423142"/>
                </a:moveTo>
                <a:lnTo>
                  <a:pt x="921025" y="428346"/>
                </a:lnTo>
                <a:lnTo>
                  <a:pt x="922227" y="429639"/>
                </a:lnTo>
                <a:lnTo>
                  <a:pt x="926530" y="433467"/>
                </a:lnTo>
                <a:lnTo>
                  <a:pt x="927860" y="434752"/>
                </a:lnTo>
                <a:lnTo>
                  <a:pt x="928090" y="426162"/>
                </a:lnTo>
                <a:close/>
                <a:moveTo>
                  <a:pt x="381393" y="1635600"/>
                </a:moveTo>
                <a:lnTo>
                  <a:pt x="381878" y="1635886"/>
                </a:lnTo>
                <a:lnTo>
                  <a:pt x="381565" y="1635589"/>
                </a:lnTo>
                <a:close/>
                <a:moveTo>
                  <a:pt x="904492" y="464279"/>
                </a:moveTo>
                <a:lnTo>
                  <a:pt x="904094" y="466403"/>
                </a:lnTo>
                <a:lnTo>
                  <a:pt x="903945" y="469264"/>
                </a:lnTo>
                <a:lnTo>
                  <a:pt x="904247" y="468796"/>
                </a:lnTo>
                <a:lnTo>
                  <a:pt x="905129" y="464880"/>
                </a:lnTo>
                <a:lnTo>
                  <a:pt x="904935" y="464567"/>
                </a:lnTo>
                <a:close/>
                <a:moveTo>
                  <a:pt x="321860" y="1768568"/>
                </a:moveTo>
                <a:lnTo>
                  <a:pt x="320914" y="1773006"/>
                </a:lnTo>
                <a:lnTo>
                  <a:pt x="327505" y="1773289"/>
                </a:lnTo>
                <a:lnTo>
                  <a:pt x="325866" y="1771918"/>
                </a:lnTo>
                <a:lnTo>
                  <a:pt x="325134" y="1771483"/>
                </a:lnTo>
                <a:lnTo>
                  <a:pt x="325036" y="1771224"/>
                </a:lnTo>
                <a:close/>
                <a:moveTo>
                  <a:pt x="891683" y="492419"/>
                </a:moveTo>
                <a:lnTo>
                  <a:pt x="893984" y="496952"/>
                </a:lnTo>
                <a:lnTo>
                  <a:pt x="894675" y="495151"/>
                </a:lnTo>
                <a:lnTo>
                  <a:pt x="893531" y="493129"/>
                </a:lnTo>
                <a:close/>
                <a:moveTo>
                  <a:pt x="370254" y="1659735"/>
                </a:moveTo>
                <a:lnTo>
                  <a:pt x="372437" y="1661526"/>
                </a:lnTo>
                <a:lnTo>
                  <a:pt x="372359" y="1660132"/>
                </a:lnTo>
                <a:close/>
                <a:moveTo>
                  <a:pt x="926567" y="413900"/>
                </a:moveTo>
                <a:lnTo>
                  <a:pt x="923245" y="422558"/>
                </a:lnTo>
                <a:lnTo>
                  <a:pt x="928109" y="425456"/>
                </a:lnTo>
                <a:lnTo>
                  <a:pt x="928356" y="416251"/>
                </a:lnTo>
                <a:lnTo>
                  <a:pt x="926737" y="414843"/>
                </a:lnTo>
                <a:lnTo>
                  <a:pt x="927183" y="414865"/>
                </a:lnTo>
                <a:lnTo>
                  <a:pt x="928107" y="415669"/>
                </a:lnTo>
                <a:close/>
                <a:moveTo>
                  <a:pt x="937984" y="388210"/>
                </a:moveTo>
                <a:lnTo>
                  <a:pt x="937969" y="388298"/>
                </a:lnTo>
                <a:lnTo>
                  <a:pt x="938243" y="390557"/>
                </a:lnTo>
                <a:lnTo>
                  <a:pt x="938567" y="390823"/>
                </a:lnTo>
                <a:lnTo>
                  <a:pt x="939536" y="391399"/>
                </a:lnTo>
                <a:lnTo>
                  <a:pt x="940410" y="389999"/>
                </a:lnTo>
                <a:close/>
                <a:moveTo>
                  <a:pt x="911505" y="447487"/>
                </a:moveTo>
                <a:lnTo>
                  <a:pt x="911835" y="448341"/>
                </a:lnTo>
                <a:lnTo>
                  <a:pt x="911874" y="447932"/>
                </a:lnTo>
                <a:lnTo>
                  <a:pt x="911708" y="447656"/>
                </a:lnTo>
                <a:close/>
                <a:moveTo>
                  <a:pt x="912363" y="445473"/>
                </a:moveTo>
                <a:lnTo>
                  <a:pt x="912217" y="447004"/>
                </a:lnTo>
                <a:lnTo>
                  <a:pt x="912922" y="447593"/>
                </a:lnTo>
                <a:lnTo>
                  <a:pt x="914373" y="443810"/>
                </a:lnTo>
                <a:lnTo>
                  <a:pt x="913722" y="442960"/>
                </a:lnTo>
                <a:close/>
                <a:moveTo>
                  <a:pt x="911746" y="446612"/>
                </a:moveTo>
                <a:lnTo>
                  <a:pt x="911981" y="446808"/>
                </a:lnTo>
                <a:lnTo>
                  <a:pt x="912055" y="446042"/>
                </a:lnTo>
                <a:close/>
                <a:moveTo>
                  <a:pt x="950416" y="359944"/>
                </a:moveTo>
                <a:lnTo>
                  <a:pt x="952135" y="364434"/>
                </a:lnTo>
                <a:lnTo>
                  <a:pt x="953058" y="365469"/>
                </a:lnTo>
                <a:lnTo>
                  <a:pt x="954601" y="367277"/>
                </a:lnTo>
                <a:lnTo>
                  <a:pt x="954886" y="366820"/>
                </a:lnTo>
                <a:lnTo>
                  <a:pt x="952384" y="362720"/>
                </a:lnTo>
                <a:lnTo>
                  <a:pt x="950995" y="360554"/>
                </a:lnTo>
                <a:close/>
                <a:moveTo>
                  <a:pt x="952661" y="354911"/>
                </a:moveTo>
                <a:lnTo>
                  <a:pt x="954212" y="358487"/>
                </a:lnTo>
                <a:lnTo>
                  <a:pt x="956463" y="364296"/>
                </a:lnTo>
                <a:lnTo>
                  <a:pt x="957778" y="362190"/>
                </a:lnTo>
                <a:close/>
                <a:moveTo>
                  <a:pt x="350233" y="1703313"/>
                </a:moveTo>
                <a:lnTo>
                  <a:pt x="351719" y="1703993"/>
                </a:lnTo>
                <a:lnTo>
                  <a:pt x="351675" y="1703478"/>
                </a:lnTo>
                <a:lnTo>
                  <a:pt x="350618" y="1702666"/>
                </a:lnTo>
                <a:close/>
                <a:moveTo>
                  <a:pt x="886773" y="501884"/>
                </a:moveTo>
                <a:lnTo>
                  <a:pt x="886386" y="504776"/>
                </a:lnTo>
                <a:lnTo>
                  <a:pt x="886467" y="504877"/>
                </a:lnTo>
                <a:lnTo>
                  <a:pt x="887002" y="502020"/>
                </a:lnTo>
                <a:close/>
                <a:moveTo>
                  <a:pt x="938373" y="385932"/>
                </a:moveTo>
                <a:lnTo>
                  <a:pt x="938120" y="387413"/>
                </a:lnTo>
                <a:lnTo>
                  <a:pt x="940818" y="389347"/>
                </a:lnTo>
                <a:lnTo>
                  <a:pt x="941377" y="388450"/>
                </a:lnTo>
                <a:close/>
                <a:moveTo>
                  <a:pt x="890191" y="493815"/>
                </a:moveTo>
                <a:lnTo>
                  <a:pt x="889288" y="498634"/>
                </a:lnTo>
                <a:lnTo>
                  <a:pt x="890779" y="503551"/>
                </a:lnTo>
                <a:lnTo>
                  <a:pt x="892232" y="501515"/>
                </a:lnTo>
                <a:lnTo>
                  <a:pt x="893036" y="499420"/>
                </a:lnTo>
                <a:close/>
                <a:moveTo>
                  <a:pt x="893093" y="487235"/>
                </a:moveTo>
                <a:lnTo>
                  <a:pt x="893604" y="487753"/>
                </a:lnTo>
                <a:lnTo>
                  <a:pt x="893418" y="486817"/>
                </a:lnTo>
                <a:lnTo>
                  <a:pt x="893375" y="486785"/>
                </a:lnTo>
                <a:close/>
                <a:moveTo>
                  <a:pt x="892981" y="487415"/>
                </a:moveTo>
                <a:lnTo>
                  <a:pt x="893808" y="488777"/>
                </a:lnTo>
                <a:lnTo>
                  <a:pt x="893652" y="487990"/>
                </a:lnTo>
                <a:lnTo>
                  <a:pt x="893027" y="487341"/>
                </a:lnTo>
                <a:close/>
                <a:moveTo>
                  <a:pt x="886935" y="500678"/>
                </a:moveTo>
                <a:lnTo>
                  <a:pt x="886825" y="501497"/>
                </a:lnTo>
                <a:lnTo>
                  <a:pt x="887073" y="501644"/>
                </a:lnTo>
                <a:lnTo>
                  <a:pt x="887090" y="501555"/>
                </a:lnTo>
                <a:close/>
                <a:moveTo>
                  <a:pt x="313881" y="1783733"/>
                </a:moveTo>
                <a:lnTo>
                  <a:pt x="319769" y="1786552"/>
                </a:lnTo>
                <a:lnTo>
                  <a:pt x="320369" y="1786634"/>
                </a:lnTo>
                <a:close/>
                <a:moveTo>
                  <a:pt x="892221" y="488627"/>
                </a:moveTo>
                <a:lnTo>
                  <a:pt x="892815" y="489122"/>
                </a:lnTo>
                <a:lnTo>
                  <a:pt x="892370" y="488389"/>
                </a:lnTo>
                <a:close/>
                <a:moveTo>
                  <a:pt x="348259" y="1706635"/>
                </a:moveTo>
                <a:lnTo>
                  <a:pt x="348618" y="1706801"/>
                </a:lnTo>
                <a:lnTo>
                  <a:pt x="351922" y="1706352"/>
                </a:lnTo>
                <a:lnTo>
                  <a:pt x="351760" y="1704475"/>
                </a:lnTo>
                <a:lnTo>
                  <a:pt x="350828" y="1703964"/>
                </a:lnTo>
                <a:lnTo>
                  <a:pt x="350056" y="1703611"/>
                </a:lnTo>
                <a:close/>
                <a:moveTo>
                  <a:pt x="323057" y="1763039"/>
                </a:moveTo>
                <a:lnTo>
                  <a:pt x="322928" y="1763561"/>
                </a:lnTo>
                <a:lnTo>
                  <a:pt x="322513" y="1765504"/>
                </a:lnTo>
                <a:lnTo>
                  <a:pt x="336040" y="1772616"/>
                </a:lnTo>
                <a:lnTo>
                  <a:pt x="349743" y="1770953"/>
                </a:lnTo>
                <a:lnTo>
                  <a:pt x="328715" y="1763800"/>
                </a:lnTo>
                <a:close/>
                <a:moveTo>
                  <a:pt x="891812" y="489279"/>
                </a:moveTo>
                <a:lnTo>
                  <a:pt x="893904" y="492975"/>
                </a:lnTo>
                <a:lnTo>
                  <a:pt x="894707" y="493284"/>
                </a:lnTo>
                <a:lnTo>
                  <a:pt x="894396" y="491723"/>
                </a:lnTo>
                <a:lnTo>
                  <a:pt x="893804" y="490749"/>
                </a:lnTo>
                <a:lnTo>
                  <a:pt x="892181" y="489395"/>
                </a:lnTo>
                <a:lnTo>
                  <a:pt x="891877" y="489175"/>
                </a:lnTo>
                <a:close/>
                <a:moveTo>
                  <a:pt x="899147" y="472800"/>
                </a:moveTo>
                <a:lnTo>
                  <a:pt x="899868" y="473526"/>
                </a:lnTo>
                <a:lnTo>
                  <a:pt x="899230" y="472667"/>
                </a:lnTo>
                <a:close/>
                <a:moveTo>
                  <a:pt x="898888" y="473216"/>
                </a:moveTo>
                <a:lnTo>
                  <a:pt x="899478" y="476177"/>
                </a:lnTo>
                <a:lnTo>
                  <a:pt x="900282" y="474933"/>
                </a:lnTo>
                <a:lnTo>
                  <a:pt x="900347" y="474584"/>
                </a:lnTo>
                <a:lnTo>
                  <a:pt x="898928" y="473153"/>
                </a:lnTo>
                <a:close/>
                <a:moveTo>
                  <a:pt x="323323" y="1761965"/>
                </a:moveTo>
                <a:lnTo>
                  <a:pt x="323207" y="1762434"/>
                </a:lnTo>
                <a:lnTo>
                  <a:pt x="325680" y="1762767"/>
                </a:lnTo>
                <a:close/>
                <a:moveTo>
                  <a:pt x="916557" y="433549"/>
                </a:moveTo>
                <a:lnTo>
                  <a:pt x="917413" y="435886"/>
                </a:lnTo>
                <a:lnTo>
                  <a:pt x="918078" y="434153"/>
                </a:lnTo>
                <a:close/>
                <a:moveTo>
                  <a:pt x="890860" y="490796"/>
                </a:moveTo>
                <a:lnTo>
                  <a:pt x="891496" y="492051"/>
                </a:lnTo>
                <a:lnTo>
                  <a:pt x="893316" y="492750"/>
                </a:lnTo>
                <a:lnTo>
                  <a:pt x="891570" y="489665"/>
                </a:lnTo>
                <a:close/>
                <a:moveTo>
                  <a:pt x="912727" y="441661"/>
                </a:moveTo>
                <a:lnTo>
                  <a:pt x="912423" y="444840"/>
                </a:lnTo>
                <a:lnTo>
                  <a:pt x="913557" y="442744"/>
                </a:lnTo>
                <a:close/>
                <a:moveTo>
                  <a:pt x="921513" y="421526"/>
                </a:moveTo>
                <a:lnTo>
                  <a:pt x="922661" y="422210"/>
                </a:lnTo>
                <a:lnTo>
                  <a:pt x="923849" y="419113"/>
                </a:lnTo>
                <a:lnTo>
                  <a:pt x="925326" y="415416"/>
                </a:lnTo>
                <a:lnTo>
                  <a:pt x="921554" y="421453"/>
                </a:lnTo>
                <a:close/>
                <a:moveTo>
                  <a:pt x="993530" y="260252"/>
                </a:moveTo>
                <a:lnTo>
                  <a:pt x="1000524" y="285896"/>
                </a:lnTo>
                <a:lnTo>
                  <a:pt x="1004257" y="275881"/>
                </a:lnTo>
                <a:lnTo>
                  <a:pt x="994702" y="261917"/>
                </a:lnTo>
                <a:close/>
                <a:moveTo>
                  <a:pt x="345364" y="1711502"/>
                </a:moveTo>
                <a:lnTo>
                  <a:pt x="352629" y="1714580"/>
                </a:lnTo>
                <a:lnTo>
                  <a:pt x="352190" y="1709476"/>
                </a:lnTo>
                <a:lnTo>
                  <a:pt x="346517" y="1709563"/>
                </a:lnTo>
                <a:close/>
                <a:moveTo>
                  <a:pt x="901101" y="467018"/>
                </a:moveTo>
                <a:lnTo>
                  <a:pt x="901692" y="467589"/>
                </a:lnTo>
                <a:lnTo>
                  <a:pt x="902221" y="465284"/>
                </a:lnTo>
                <a:close/>
                <a:moveTo>
                  <a:pt x="323998" y="1759246"/>
                </a:moveTo>
                <a:lnTo>
                  <a:pt x="323897" y="1759654"/>
                </a:lnTo>
                <a:lnTo>
                  <a:pt x="334072" y="1763115"/>
                </a:lnTo>
                <a:lnTo>
                  <a:pt x="325596" y="1759289"/>
                </a:lnTo>
                <a:close/>
                <a:moveTo>
                  <a:pt x="324149" y="1758635"/>
                </a:moveTo>
                <a:lnTo>
                  <a:pt x="324058" y="1759006"/>
                </a:lnTo>
                <a:lnTo>
                  <a:pt x="325027" y="1759032"/>
                </a:lnTo>
                <a:close/>
                <a:moveTo>
                  <a:pt x="940094" y="379234"/>
                </a:moveTo>
                <a:lnTo>
                  <a:pt x="939085" y="381762"/>
                </a:lnTo>
                <a:lnTo>
                  <a:pt x="938420" y="385657"/>
                </a:lnTo>
                <a:lnTo>
                  <a:pt x="941507" y="388242"/>
                </a:lnTo>
                <a:lnTo>
                  <a:pt x="944202" y="383929"/>
                </a:lnTo>
                <a:close/>
                <a:moveTo>
                  <a:pt x="891118" y="488867"/>
                </a:moveTo>
                <a:lnTo>
                  <a:pt x="891052" y="489220"/>
                </a:lnTo>
                <a:lnTo>
                  <a:pt x="891194" y="489000"/>
                </a:lnTo>
                <a:close/>
                <a:moveTo>
                  <a:pt x="914363" y="436642"/>
                </a:moveTo>
                <a:lnTo>
                  <a:pt x="915653" y="440474"/>
                </a:lnTo>
                <a:lnTo>
                  <a:pt x="916373" y="438596"/>
                </a:lnTo>
                <a:close/>
                <a:moveTo>
                  <a:pt x="941044" y="376856"/>
                </a:moveTo>
                <a:lnTo>
                  <a:pt x="940596" y="377978"/>
                </a:lnTo>
                <a:lnTo>
                  <a:pt x="945009" y="382634"/>
                </a:lnTo>
                <a:lnTo>
                  <a:pt x="945370" y="382058"/>
                </a:lnTo>
                <a:close/>
                <a:moveTo>
                  <a:pt x="898613" y="471836"/>
                </a:moveTo>
                <a:lnTo>
                  <a:pt x="898718" y="472367"/>
                </a:lnTo>
                <a:lnTo>
                  <a:pt x="898988" y="472638"/>
                </a:lnTo>
                <a:lnTo>
                  <a:pt x="899088" y="472476"/>
                </a:lnTo>
                <a:close/>
                <a:moveTo>
                  <a:pt x="343853" y="1714043"/>
                </a:moveTo>
                <a:lnTo>
                  <a:pt x="349653" y="1719616"/>
                </a:lnTo>
                <a:lnTo>
                  <a:pt x="350935" y="1719561"/>
                </a:lnTo>
                <a:lnTo>
                  <a:pt x="350792" y="1719418"/>
                </a:lnTo>
                <a:lnTo>
                  <a:pt x="350738" y="1718992"/>
                </a:lnTo>
                <a:lnTo>
                  <a:pt x="351298" y="1719546"/>
                </a:lnTo>
                <a:lnTo>
                  <a:pt x="353050" y="1719471"/>
                </a:lnTo>
                <a:lnTo>
                  <a:pt x="352875" y="1717443"/>
                </a:lnTo>
                <a:lnTo>
                  <a:pt x="344109" y="1713613"/>
                </a:lnTo>
                <a:close/>
                <a:moveTo>
                  <a:pt x="324452" y="1757413"/>
                </a:moveTo>
                <a:lnTo>
                  <a:pt x="324271" y="1758143"/>
                </a:lnTo>
                <a:lnTo>
                  <a:pt x="326314" y="1759066"/>
                </a:lnTo>
                <a:lnTo>
                  <a:pt x="329143" y="1759141"/>
                </a:lnTo>
                <a:close/>
                <a:moveTo>
                  <a:pt x="900840" y="466767"/>
                </a:moveTo>
                <a:lnTo>
                  <a:pt x="900931" y="466855"/>
                </a:lnTo>
                <a:lnTo>
                  <a:pt x="902370" y="464628"/>
                </a:lnTo>
                <a:lnTo>
                  <a:pt x="902647" y="463422"/>
                </a:lnTo>
                <a:lnTo>
                  <a:pt x="900943" y="466569"/>
                </a:lnTo>
                <a:close/>
                <a:moveTo>
                  <a:pt x="888199" y="495039"/>
                </a:moveTo>
                <a:lnTo>
                  <a:pt x="888269" y="495266"/>
                </a:lnTo>
                <a:lnTo>
                  <a:pt x="888358" y="494785"/>
                </a:lnTo>
                <a:close/>
                <a:moveTo>
                  <a:pt x="918914" y="426082"/>
                </a:moveTo>
                <a:lnTo>
                  <a:pt x="920516" y="427800"/>
                </a:lnTo>
                <a:lnTo>
                  <a:pt x="922436" y="422794"/>
                </a:lnTo>
                <a:lnTo>
                  <a:pt x="921207" y="422061"/>
                </a:lnTo>
                <a:close/>
                <a:moveTo>
                  <a:pt x="912216" y="440994"/>
                </a:moveTo>
                <a:lnTo>
                  <a:pt x="910996" y="445893"/>
                </a:lnTo>
                <a:lnTo>
                  <a:pt x="911111" y="446083"/>
                </a:lnTo>
                <a:lnTo>
                  <a:pt x="911551" y="446449"/>
                </a:lnTo>
                <a:lnTo>
                  <a:pt x="912115" y="445408"/>
                </a:lnTo>
                <a:lnTo>
                  <a:pt x="912502" y="441366"/>
                </a:lnTo>
                <a:close/>
                <a:moveTo>
                  <a:pt x="918685" y="426484"/>
                </a:moveTo>
                <a:lnTo>
                  <a:pt x="918711" y="426507"/>
                </a:lnTo>
                <a:lnTo>
                  <a:pt x="918687" y="426481"/>
                </a:lnTo>
                <a:close/>
                <a:moveTo>
                  <a:pt x="342768" y="1715868"/>
                </a:moveTo>
                <a:lnTo>
                  <a:pt x="348416" y="1719227"/>
                </a:lnTo>
                <a:lnTo>
                  <a:pt x="343598" y="1714472"/>
                </a:lnTo>
                <a:close/>
                <a:moveTo>
                  <a:pt x="918238" y="427269"/>
                </a:moveTo>
                <a:lnTo>
                  <a:pt x="919651" y="430052"/>
                </a:lnTo>
                <a:lnTo>
                  <a:pt x="920220" y="428571"/>
                </a:lnTo>
                <a:lnTo>
                  <a:pt x="918463" y="426874"/>
                </a:lnTo>
                <a:close/>
                <a:moveTo>
                  <a:pt x="943748" y="370082"/>
                </a:moveTo>
                <a:lnTo>
                  <a:pt x="941246" y="376347"/>
                </a:lnTo>
                <a:lnTo>
                  <a:pt x="945639" y="381627"/>
                </a:lnTo>
                <a:lnTo>
                  <a:pt x="948902" y="376402"/>
                </a:lnTo>
                <a:close/>
                <a:moveTo>
                  <a:pt x="891482" y="486928"/>
                </a:moveTo>
                <a:lnTo>
                  <a:pt x="891307" y="487864"/>
                </a:lnTo>
                <a:lnTo>
                  <a:pt x="891710" y="488200"/>
                </a:lnTo>
                <a:lnTo>
                  <a:pt x="891991" y="487766"/>
                </a:lnTo>
                <a:close/>
                <a:moveTo>
                  <a:pt x="944793" y="367464"/>
                </a:moveTo>
                <a:lnTo>
                  <a:pt x="943952" y="369570"/>
                </a:lnTo>
                <a:lnTo>
                  <a:pt x="949172" y="375970"/>
                </a:lnTo>
                <a:lnTo>
                  <a:pt x="950359" y="374069"/>
                </a:lnTo>
                <a:close/>
                <a:moveTo>
                  <a:pt x="891966" y="485745"/>
                </a:moveTo>
                <a:lnTo>
                  <a:pt x="892519" y="486655"/>
                </a:lnTo>
                <a:lnTo>
                  <a:pt x="892634" y="486772"/>
                </a:lnTo>
                <a:lnTo>
                  <a:pt x="892867" y="486410"/>
                </a:lnTo>
                <a:close/>
                <a:moveTo>
                  <a:pt x="914885" y="434164"/>
                </a:moveTo>
                <a:lnTo>
                  <a:pt x="915173" y="434436"/>
                </a:lnTo>
                <a:lnTo>
                  <a:pt x="915608" y="434861"/>
                </a:lnTo>
                <a:lnTo>
                  <a:pt x="915744" y="434889"/>
                </a:lnTo>
                <a:lnTo>
                  <a:pt x="916221" y="435458"/>
                </a:lnTo>
                <a:lnTo>
                  <a:pt x="916784" y="436006"/>
                </a:lnTo>
                <a:lnTo>
                  <a:pt x="915758" y="433232"/>
                </a:lnTo>
                <a:lnTo>
                  <a:pt x="915433" y="433102"/>
                </a:lnTo>
                <a:close/>
                <a:moveTo>
                  <a:pt x="916950" y="429527"/>
                </a:moveTo>
                <a:lnTo>
                  <a:pt x="918733" y="432448"/>
                </a:lnTo>
                <a:lnTo>
                  <a:pt x="918944" y="431897"/>
                </a:lnTo>
                <a:lnTo>
                  <a:pt x="918498" y="431020"/>
                </a:lnTo>
                <a:lnTo>
                  <a:pt x="917287" y="428935"/>
                </a:lnTo>
                <a:close/>
                <a:moveTo>
                  <a:pt x="912736" y="438908"/>
                </a:moveTo>
                <a:lnTo>
                  <a:pt x="912427" y="440151"/>
                </a:lnTo>
                <a:lnTo>
                  <a:pt x="912597" y="440356"/>
                </a:lnTo>
                <a:close/>
                <a:moveTo>
                  <a:pt x="939611" y="378680"/>
                </a:moveTo>
                <a:lnTo>
                  <a:pt x="939327" y="380344"/>
                </a:lnTo>
                <a:lnTo>
                  <a:pt x="939872" y="378978"/>
                </a:lnTo>
                <a:close/>
                <a:moveTo>
                  <a:pt x="914065" y="435757"/>
                </a:moveTo>
                <a:lnTo>
                  <a:pt x="914128" y="435945"/>
                </a:lnTo>
                <a:lnTo>
                  <a:pt x="916504" y="438255"/>
                </a:lnTo>
                <a:lnTo>
                  <a:pt x="916949" y="437096"/>
                </a:lnTo>
                <a:lnTo>
                  <a:pt x="914569" y="434777"/>
                </a:lnTo>
                <a:close/>
                <a:moveTo>
                  <a:pt x="913114" y="437618"/>
                </a:moveTo>
                <a:lnTo>
                  <a:pt x="912825" y="440630"/>
                </a:lnTo>
                <a:lnTo>
                  <a:pt x="914719" y="442907"/>
                </a:lnTo>
                <a:lnTo>
                  <a:pt x="914813" y="442664"/>
                </a:lnTo>
                <a:close/>
                <a:moveTo>
                  <a:pt x="915813" y="431518"/>
                </a:moveTo>
                <a:lnTo>
                  <a:pt x="916300" y="432846"/>
                </a:lnTo>
                <a:lnTo>
                  <a:pt x="918278" y="433634"/>
                </a:lnTo>
                <a:lnTo>
                  <a:pt x="918570" y="432872"/>
                </a:lnTo>
                <a:lnTo>
                  <a:pt x="916746" y="429884"/>
                </a:lnTo>
                <a:close/>
                <a:moveTo>
                  <a:pt x="915285" y="432445"/>
                </a:moveTo>
                <a:lnTo>
                  <a:pt x="915499" y="432529"/>
                </a:lnTo>
                <a:lnTo>
                  <a:pt x="915396" y="432250"/>
                </a:lnTo>
                <a:close/>
                <a:moveTo>
                  <a:pt x="912040" y="439686"/>
                </a:moveTo>
                <a:lnTo>
                  <a:pt x="912172" y="439845"/>
                </a:lnTo>
                <a:lnTo>
                  <a:pt x="912433" y="438924"/>
                </a:lnTo>
                <a:close/>
                <a:moveTo>
                  <a:pt x="884877" y="500336"/>
                </a:moveTo>
                <a:lnTo>
                  <a:pt x="886603" y="501365"/>
                </a:lnTo>
                <a:lnTo>
                  <a:pt x="886810" y="499969"/>
                </a:lnTo>
                <a:lnTo>
                  <a:pt x="886730" y="499514"/>
                </a:lnTo>
                <a:lnTo>
                  <a:pt x="886294" y="498076"/>
                </a:lnTo>
                <a:close/>
                <a:moveTo>
                  <a:pt x="891965" y="484351"/>
                </a:moveTo>
                <a:lnTo>
                  <a:pt x="891872" y="484845"/>
                </a:lnTo>
                <a:lnTo>
                  <a:pt x="893183" y="485810"/>
                </a:lnTo>
                <a:lnTo>
                  <a:pt x="892206" y="483962"/>
                </a:lnTo>
                <a:close/>
                <a:moveTo>
                  <a:pt x="914509" y="433806"/>
                </a:moveTo>
                <a:lnTo>
                  <a:pt x="914738" y="434024"/>
                </a:lnTo>
                <a:lnTo>
                  <a:pt x="915250" y="433030"/>
                </a:lnTo>
                <a:lnTo>
                  <a:pt x="915006" y="432933"/>
                </a:lnTo>
                <a:close/>
                <a:moveTo>
                  <a:pt x="322592" y="1759209"/>
                </a:moveTo>
                <a:lnTo>
                  <a:pt x="323671" y="1759577"/>
                </a:lnTo>
                <a:lnTo>
                  <a:pt x="323743" y="1759240"/>
                </a:lnTo>
                <a:close/>
                <a:moveTo>
                  <a:pt x="910013" y="443618"/>
                </a:moveTo>
                <a:lnTo>
                  <a:pt x="910645" y="445256"/>
                </a:lnTo>
                <a:lnTo>
                  <a:pt x="911947" y="440644"/>
                </a:lnTo>
                <a:lnTo>
                  <a:pt x="911707" y="440331"/>
                </a:lnTo>
                <a:close/>
                <a:moveTo>
                  <a:pt x="332437" y="1736913"/>
                </a:moveTo>
                <a:lnTo>
                  <a:pt x="337757" y="1740690"/>
                </a:lnTo>
                <a:lnTo>
                  <a:pt x="345883" y="1742857"/>
                </a:lnTo>
                <a:close/>
                <a:moveTo>
                  <a:pt x="892081" y="483728"/>
                </a:moveTo>
                <a:lnTo>
                  <a:pt x="892078" y="483748"/>
                </a:lnTo>
                <a:lnTo>
                  <a:pt x="892086" y="483736"/>
                </a:lnTo>
                <a:close/>
                <a:moveTo>
                  <a:pt x="913817" y="435020"/>
                </a:moveTo>
                <a:lnTo>
                  <a:pt x="913978" y="435498"/>
                </a:lnTo>
                <a:lnTo>
                  <a:pt x="914422" y="434635"/>
                </a:lnTo>
                <a:lnTo>
                  <a:pt x="914174" y="434393"/>
                </a:lnTo>
                <a:close/>
                <a:moveTo>
                  <a:pt x="892523" y="482641"/>
                </a:moveTo>
                <a:lnTo>
                  <a:pt x="892605" y="482740"/>
                </a:lnTo>
                <a:lnTo>
                  <a:pt x="892568" y="482554"/>
                </a:lnTo>
                <a:close/>
                <a:moveTo>
                  <a:pt x="883965" y="501789"/>
                </a:moveTo>
                <a:lnTo>
                  <a:pt x="886177" y="504518"/>
                </a:lnTo>
                <a:lnTo>
                  <a:pt x="886549" y="501749"/>
                </a:lnTo>
                <a:lnTo>
                  <a:pt x="884686" y="500641"/>
                </a:lnTo>
                <a:close/>
                <a:moveTo>
                  <a:pt x="314417" y="1777036"/>
                </a:moveTo>
                <a:lnTo>
                  <a:pt x="323764" y="1782611"/>
                </a:lnTo>
                <a:lnTo>
                  <a:pt x="342190" y="1785573"/>
                </a:lnTo>
                <a:lnTo>
                  <a:pt x="341263" y="1784797"/>
                </a:lnTo>
                <a:lnTo>
                  <a:pt x="321799" y="1776023"/>
                </a:lnTo>
                <a:lnTo>
                  <a:pt x="321794" y="1776014"/>
                </a:lnTo>
                <a:close/>
                <a:moveTo>
                  <a:pt x="940113" y="375737"/>
                </a:moveTo>
                <a:lnTo>
                  <a:pt x="939863" y="377203"/>
                </a:lnTo>
                <a:lnTo>
                  <a:pt x="940368" y="377737"/>
                </a:lnTo>
                <a:lnTo>
                  <a:pt x="940824" y="376592"/>
                </a:lnTo>
                <a:close/>
                <a:moveTo>
                  <a:pt x="917629" y="426072"/>
                </a:moveTo>
                <a:lnTo>
                  <a:pt x="917742" y="426294"/>
                </a:lnTo>
                <a:lnTo>
                  <a:pt x="917786" y="426223"/>
                </a:lnTo>
                <a:close/>
                <a:moveTo>
                  <a:pt x="342819" y="1713049"/>
                </a:moveTo>
                <a:lnTo>
                  <a:pt x="343480" y="1713684"/>
                </a:lnTo>
                <a:lnTo>
                  <a:pt x="343643" y="1713409"/>
                </a:lnTo>
                <a:close/>
                <a:moveTo>
                  <a:pt x="883162" y="503069"/>
                </a:moveTo>
                <a:lnTo>
                  <a:pt x="884550" y="507648"/>
                </a:lnTo>
                <a:lnTo>
                  <a:pt x="885643" y="508495"/>
                </a:lnTo>
                <a:lnTo>
                  <a:pt x="886084" y="505213"/>
                </a:lnTo>
                <a:lnTo>
                  <a:pt x="883680" y="502246"/>
                </a:lnTo>
                <a:close/>
                <a:moveTo>
                  <a:pt x="889575" y="488266"/>
                </a:moveTo>
                <a:lnTo>
                  <a:pt x="889578" y="488271"/>
                </a:lnTo>
                <a:lnTo>
                  <a:pt x="889582" y="488251"/>
                </a:lnTo>
                <a:close/>
                <a:moveTo>
                  <a:pt x="911515" y="439055"/>
                </a:moveTo>
                <a:lnTo>
                  <a:pt x="911904" y="439523"/>
                </a:lnTo>
                <a:lnTo>
                  <a:pt x="912698" y="437982"/>
                </a:lnTo>
                <a:lnTo>
                  <a:pt x="912889" y="437309"/>
                </a:lnTo>
                <a:lnTo>
                  <a:pt x="912915" y="437030"/>
                </a:lnTo>
                <a:lnTo>
                  <a:pt x="912824" y="436759"/>
                </a:lnTo>
                <a:close/>
                <a:moveTo>
                  <a:pt x="888232" y="491095"/>
                </a:moveTo>
                <a:lnTo>
                  <a:pt x="888111" y="491914"/>
                </a:lnTo>
                <a:lnTo>
                  <a:pt x="887847" y="493880"/>
                </a:lnTo>
                <a:lnTo>
                  <a:pt x="887935" y="494169"/>
                </a:lnTo>
                <a:lnTo>
                  <a:pt x="888704" y="492944"/>
                </a:lnTo>
                <a:lnTo>
                  <a:pt x="888985" y="491440"/>
                </a:lnTo>
                <a:lnTo>
                  <a:pt x="888950" y="491370"/>
                </a:lnTo>
                <a:close/>
                <a:moveTo>
                  <a:pt x="888287" y="490724"/>
                </a:moveTo>
                <a:lnTo>
                  <a:pt x="888273" y="490814"/>
                </a:lnTo>
                <a:lnTo>
                  <a:pt x="888763" y="491002"/>
                </a:lnTo>
                <a:lnTo>
                  <a:pt x="888457" y="490399"/>
                </a:lnTo>
                <a:close/>
                <a:moveTo>
                  <a:pt x="326883" y="1747610"/>
                </a:moveTo>
                <a:lnTo>
                  <a:pt x="324557" y="1756990"/>
                </a:lnTo>
                <a:lnTo>
                  <a:pt x="330774" y="1759183"/>
                </a:lnTo>
                <a:lnTo>
                  <a:pt x="346587" y="1759601"/>
                </a:lnTo>
                <a:lnTo>
                  <a:pt x="349383" y="1759636"/>
                </a:lnTo>
                <a:lnTo>
                  <a:pt x="336505" y="1753706"/>
                </a:lnTo>
                <a:lnTo>
                  <a:pt x="336391" y="1753484"/>
                </a:lnTo>
                <a:lnTo>
                  <a:pt x="349764" y="1759641"/>
                </a:lnTo>
                <a:lnTo>
                  <a:pt x="357490" y="1759738"/>
                </a:lnTo>
                <a:lnTo>
                  <a:pt x="332159" y="1750358"/>
                </a:lnTo>
                <a:lnTo>
                  <a:pt x="331877" y="1749896"/>
                </a:lnTo>
                <a:lnTo>
                  <a:pt x="357497" y="1759383"/>
                </a:lnTo>
                <a:lnTo>
                  <a:pt x="357073" y="1756024"/>
                </a:lnTo>
                <a:lnTo>
                  <a:pt x="356513" y="1755624"/>
                </a:lnTo>
                <a:lnTo>
                  <a:pt x="330467" y="1748626"/>
                </a:lnTo>
                <a:close/>
                <a:moveTo>
                  <a:pt x="887402" y="492412"/>
                </a:moveTo>
                <a:lnTo>
                  <a:pt x="887755" y="493577"/>
                </a:lnTo>
                <a:lnTo>
                  <a:pt x="888129" y="491054"/>
                </a:lnTo>
                <a:lnTo>
                  <a:pt x="888116" y="491049"/>
                </a:lnTo>
                <a:close/>
                <a:moveTo>
                  <a:pt x="335518" y="1728060"/>
                </a:moveTo>
                <a:lnTo>
                  <a:pt x="340461" y="1731237"/>
                </a:lnTo>
                <a:lnTo>
                  <a:pt x="338966" y="1729323"/>
                </a:lnTo>
                <a:lnTo>
                  <a:pt x="335712" y="1727733"/>
                </a:lnTo>
                <a:close/>
                <a:moveTo>
                  <a:pt x="364644" y="1662776"/>
                </a:moveTo>
                <a:lnTo>
                  <a:pt x="368303" y="1665790"/>
                </a:lnTo>
                <a:lnTo>
                  <a:pt x="369113" y="1665936"/>
                </a:lnTo>
                <a:lnTo>
                  <a:pt x="365553" y="1663014"/>
                </a:lnTo>
                <a:close/>
                <a:moveTo>
                  <a:pt x="883396" y="501087"/>
                </a:moveTo>
                <a:lnTo>
                  <a:pt x="883508" y="501227"/>
                </a:lnTo>
                <a:lnTo>
                  <a:pt x="884063" y="500344"/>
                </a:lnTo>
                <a:close/>
                <a:moveTo>
                  <a:pt x="909568" y="442468"/>
                </a:moveTo>
                <a:lnTo>
                  <a:pt x="909919" y="443375"/>
                </a:lnTo>
                <a:lnTo>
                  <a:pt x="911576" y="440161"/>
                </a:lnTo>
                <a:lnTo>
                  <a:pt x="911180" y="439643"/>
                </a:lnTo>
                <a:close/>
                <a:moveTo>
                  <a:pt x="335108" y="1728748"/>
                </a:moveTo>
                <a:lnTo>
                  <a:pt x="338784" y="1731623"/>
                </a:lnTo>
                <a:lnTo>
                  <a:pt x="341712" y="1732839"/>
                </a:lnTo>
                <a:lnTo>
                  <a:pt x="341446" y="1732499"/>
                </a:lnTo>
                <a:lnTo>
                  <a:pt x="335247" y="1728515"/>
                </a:lnTo>
                <a:close/>
                <a:moveTo>
                  <a:pt x="901535" y="460356"/>
                </a:moveTo>
                <a:lnTo>
                  <a:pt x="903048" y="461671"/>
                </a:lnTo>
                <a:lnTo>
                  <a:pt x="903073" y="461561"/>
                </a:lnTo>
                <a:lnTo>
                  <a:pt x="901888" y="459648"/>
                </a:lnTo>
                <a:close/>
                <a:moveTo>
                  <a:pt x="914797" y="430630"/>
                </a:moveTo>
                <a:lnTo>
                  <a:pt x="914640" y="431260"/>
                </a:lnTo>
                <a:lnTo>
                  <a:pt x="914885" y="430867"/>
                </a:lnTo>
                <a:close/>
                <a:moveTo>
                  <a:pt x="901296" y="460836"/>
                </a:moveTo>
                <a:lnTo>
                  <a:pt x="902977" y="461981"/>
                </a:lnTo>
                <a:lnTo>
                  <a:pt x="903008" y="461848"/>
                </a:lnTo>
                <a:lnTo>
                  <a:pt x="901461" y="460505"/>
                </a:lnTo>
                <a:close/>
                <a:moveTo>
                  <a:pt x="334791" y="1729282"/>
                </a:moveTo>
                <a:lnTo>
                  <a:pt x="335369" y="1729654"/>
                </a:lnTo>
                <a:lnTo>
                  <a:pt x="334824" y="1729227"/>
                </a:lnTo>
                <a:close/>
                <a:moveTo>
                  <a:pt x="885588" y="495874"/>
                </a:moveTo>
                <a:lnTo>
                  <a:pt x="885671" y="496021"/>
                </a:lnTo>
                <a:lnTo>
                  <a:pt x="885612" y="495827"/>
                </a:lnTo>
                <a:close/>
                <a:moveTo>
                  <a:pt x="334466" y="1729828"/>
                </a:moveTo>
                <a:lnTo>
                  <a:pt x="336555" y="1730696"/>
                </a:lnTo>
                <a:lnTo>
                  <a:pt x="334669" y="1729486"/>
                </a:lnTo>
                <a:close/>
                <a:moveTo>
                  <a:pt x="882904" y="501634"/>
                </a:moveTo>
                <a:lnTo>
                  <a:pt x="882914" y="502174"/>
                </a:lnTo>
                <a:lnTo>
                  <a:pt x="883223" y="501681"/>
                </a:lnTo>
                <a:lnTo>
                  <a:pt x="883051" y="501471"/>
                </a:lnTo>
                <a:close/>
                <a:moveTo>
                  <a:pt x="899153" y="465137"/>
                </a:moveTo>
                <a:lnTo>
                  <a:pt x="900653" y="466584"/>
                </a:lnTo>
                <a:lnTo>
                  <a:pt x="902573" y="463036"/>
                </a:lnTo>
                <a:lnTo>
                  <a:pt x="900780" y="461872"/>
                </a:lnTo>
                <a:close/>
                <a:moveTo>
                  <a:pt x="327609" y="1744682"/>
                </a:moveTo>
                <a:lnTo>
                  <a:pt x="327052" y="1746928"/>
                </a:lnTo>
                <a:lnTo>
                  <a:pt x="353151" y="1753941"/>
                </a:lnTo>
                <a:close/>
                <a:moveTo>
                  <a:pt x="883636" y="499598"/>
                </a:moveTo>
                <a:lnTo>
                  <a:pt x="884081" y="499863"/>
                </a:lnTo>
                <a:lnTo>
                  <a:pt x="885022" y="498813"/>
                </a:lnTo>
                <a:lnTo>
                  <a:pt x="886014" y="497232"/>
                </a:lnTo>
                <a:lnTo>
                  <a:pt x="885423" y="496189"/>
                </a:lnTo>
                <a:close/>
                <a:moveTo>
                  <a:pt x="913613" y="432380"/>
                </a:moveTo>
                <a:lnTo>
                  <a:pt x="913562" y="432908"/>
                </a:lnTo>
                <a:lnTo>
                  <a:pt x="913593" y="432936"/>
                </a:lnTo>
                <a:lnTo>
                  <a:pt x="913876" y="432482"/>
                </a:lnTo>
                <a:close/>
                <a:moveTo>
                  <a:pt x="351627" y="1690756"/>
                </a:moveTo>
                <a:lnTo>
                  <a:pt x="351771" y="1692423"/>
                </a:lnTo>
                <a:lnTo>
                  <a:pt x="354994" y="1694322"/>
                </a:lnTo>
                <a:lnTo>
                  <a:pt x="356833" y="1691229"/>
                </a:lnTo>
                <a:close/>
                <a:moveTo>
                  <a:pt x="883067" y="500683"/>
                </a:moveTo>
                <a:lnTo>
                  <a:pt x="883199" y="500846"/>
                </a:lnTo>
                <a:lnTo>
                  <a:pt x="883837" y="500134"/>
                </a:lnTo>
                <a:lnTo>
                  <a:pt x="883470" y="499917"/>
                </a:lnTo>
                <a:close/>
                <a:moveTo>
                  <a:pt x="915542" y="427914"/>
                </a:moveTo>
                <a:lnTo>
                  <a:pt x="915086" y="429532"/>
                </a:lnTo>
                <a:lnTo>
                  <a:pt x="915320" y="430172"/>
                </a:lnTo>
                <a:lnTo>
                  <a:pt x="916130" y="428875"/>
                </a:lnTo>
                <a:close/>
                <a:moveTo>
                  <a:pt x="882679" y="501424"/>
                </a:moveTo>
                <a:lnTo>
                  <a:pt x="882738" y="501358"/>
                </a:lnTo>
                <a:lnTo>
                  <a:pt x="882736" y="501314"/>
                </a:lnTo>
                <a:close/>
                <a:moveTo>
                  <a:pt x="332773" y="1732675"/>
                </a:moveTo>
                <a:lnTo>
                  <a:pt x="341049" y="1734096"/>
                </a:lnTo>
                <a:lnTo>
                  <a:pt x="338857" y="1732381"/>
                </a:lnTo>
                <a:lnTo>
                  <a:pt x="334118" y="1730412"/>
                </a:lnTo>
                <a:close/>
                <a:moveTo>
                  <a:pt x="332456" y="1733208"/>
                </a:moveTo>
                <a:lnTo>
                  <a:pt x="335920" y="1734487"/>
                </a:lnTo>
                <a:lnTo>
                  <a:pt x="344628" y="1736895"/>
                </a:lnTo>
                <a:lnTo>
                  <a:pt x="342109" y="1734925"/>
                </a:lnTo>
                <a:lnTo>
                  <a:pt x="332497" y="1733138"/>
                </a:lnTo>
                <a:close/>
                <a:moveTo>
                  <a:pt x="888967" y="487066"/>
                </a:moveTo>
                <a:lnTo>
                  <a:pt x="889268" y="487660"/>
                </a:lnTo>
                <a:lnTo>
                  <a:pt x="889410" y="487388"/>
                </a:lnTo>
                <a:close/>
                <a:moveTo>
                  <a:pt x="915887" y="426690"/>
                </a:moveTo>
                <a:lnTo>
                  <a:pt x="915675" y="427440"/>
                </a:lnTo>
                <a:lnTo>
                  <a:pt x="916343" y="428533"/>
                </a:lnTo>
                <a:lnTo>
                  <a:pt x="916711" y="427944"/>
                </a:lnTo>
                <a:lnTo>
                  <a:pt x="916545" y="427658"/>
                </a:lnTo>
                <a:close/>
                <a:moveTo>
                  <a:pt x="331732" y="1734425"/>
                </a:moveTo>
                <a:lnTo>
                  <a:pt x="339139" y="1736623"/>
                </a:lnTo>
                <a:lnTo>
                  <a:pt x="342428" y="1737028"/>
                </a:lnTo>
                <a:lnTo>
                  <a:pt x="332214" y="1733615"/>
                </a:lnTo>
                <a:close/>
                <a:moveTo>
                  <a:pt x="331050" y="1735882"/>
                </a:moveTo>
                <a:lnTo>
                  <a:pt x="347621" y="1743207"/>
                </a:lnTo>
                <a:lnTo>
                  <a:pt x="350082" y="1743558"/>
                </a:lnTo>
                <a:lnTo>
                  <a:pt x="348065" y="1740976"/>
                </a:lnTo>
                <a:lnTo>
                  <a:pt x="341957" y="1740041"/>
                </a:lnTo>
                <a:lnTo>
                  <a:pt x="341779" y="1739851"/>
                </a:lnTo>
                <a:lnTo>
                  <a:pt x="347920" y="1740789"/>
                </a:lnTo>
                <a:lnTo>
                  <a:pt x="346587" y="1739082"/>
                </a:lnTo>
                <a:lnTo>
                  <a:pt x="339176" y="1736883"/>
                </a:lnTo>
                <a:close/>
                <a:moveTo>
                  <a:pt x="889509" y="485212"/>
                </a:moveTo>
                <a:lnTo>
                  <a:pt x="889992" y="486064"/>
                </a:lnTo>
                <a:lnTo>
                  <a:pt x="890219" y="484850"/>
                </a:lnTo>
                <a:lnTo>
                  <a:pt x="889981" y="484459"/>
                </a:lnTo>
                <a:close/>
                <a:moveTo>
                  <a:pt x="916666" y="424312"/>
                </a:moveTo>
                <a:lnTo>
                  <a:pt x="917085" y="425058"/>
                </a:lnTo>
                <a:lnTo>
                  <a:pt x="918003" y="425876"/>
                </a:lnTo>
                <a:lnTo>
                  <a:pt x="918051" y="425799"/>
                </a:lnTo>
                <a:close/>
                <a:moveTo>
                  <a:pt x="331021" y="1735622"/>
                </a:moveTo>
                <a:lnTo>
                  <a:pt x="337699" y="1736445"/>
                </a:lnTo>
                <a:lnTo>
                  <a:pt x="331606" y="1734638"/>
                </a:lnTo>
                <a:close/>
                <a:moveTo>
                  <a:pt x="328418" y="1741420"/>
                </a:moveTo>
                <a:lnTo>
                  <a:pt x="327808" y="1743879"/>
                </a:lnTo>
                <a:lnTo>
                  <a:pt x="352524" y="1752782"/>
                </a:lnTo>
                <a:lnTo>
                  <a:pt x="349757" y="1750810"/>
                </a:lnTo>
                <a:lnTo>
                  <a:pt x="349666" y="1750503"/>
                </a:lnTo>
                <a:lnTo>
                  <a:pt x="353212" y="1753030"/>
                </a:lnTo>
                <a:lnTo>
                  <a:pt x="356361" y="1754164"/>
                </a:lnTo>
                <a:lnTo>
                  <a:pt x="341494" y="1743611"/>
                </a:lnTo>
                <a:lnTo>
                  <a:pt x="336249" y="1742861"/>
                </a:lnTo>
                <a:close/>
                <a:moveTo>
                  <a:pt x="889034" y="485969"/>
                </a:moveTo>
                <a:lnTo>
                  <a:pt x="889814" y="486619"/>
                </a:lnTo>
                <a:lnTo>
                  <a:pt x="889829" y="486589"/>
                </a:lnTo>
                <a:lnTo>
                  <a:pt x="889268" y="485597"/>
                </a:lnTo>
                <a:close/>
                <a:moveTo>
                  <a:pt x="367010" y="1654820"/>
                </a:moveTo>
                <a:lnTo>
                  <a:pt x="368775" y="1655554"/>
                </a:lnTo>
                <a:lnTo>
                  <a:pt x="368276" y="1654924"/>
                </a:lnTo>
                <a:lnTo>
                  <a:pt x="368114" y="1654853"/>
                </a:lnTo>
                <a:close/>
                <a:moveTo>
                  <a:pt x="883032" y="499238"/>
                </a:moveTo>
                <a:lnTo>
                  <a:pt x="883160" y="499315"/>
                </a:lnTo>
                <a:lnTo>
                  <a:pt x="885099" y="495616"/>
                </a:lnTo>
                <a:lnTo>
                  <a:pt x="885094" y="495607"/>
                </a:lnTo>
                <a:close/>
                <a:moveTo>
                  <a:pt x="882865" y="499555"/>
                </a:moveTo>
                <a:lnTo>
                  <a:pt x="882871" y="499868"/>
                </a:lnTo>
                <a:lnTo>
                  <a:pt x="882994" y="499633"/>
                </a:lnTo>
                <a:close/>
                <a:moveTo>
                  <a:pt x="890270" y="482956"/>
                </a:moveTo>
                <a:lnTo>
                  <a:pt x="890396" y="483163"/>
                </a:lnTo>
                <a:lnTo>
                  <a:pt x="890594" y="482857"/>
                </a:lnTo>
                <a:lnTo>
                  <a:pt x="890759" y="481975"/>
                </a:lnTo>
                <a:close/>
                <a:moveTo>
                  <a:pt x="886841" y="490560"/>
                </a:moveTo>
                <a:lnTo>
                  <a:pt x="887169" y="491643"/>
                </a:lnTo>
                <a:lnTo>
                  <a:pt x="887239" y="491532"/>
                </a:lnTo>
                <a:lnTo>
                  <a:pt x="887596" y="490850"/>
                </a:lnTo>
                <a:close/>
                <a:moveTo>
                  <a:pt x="882564" y="500062"/>
                </a:moveTo>
                <a:lnTo>
                  <a:pt x="882688" y="500216"/>
                </a:lnTo>
                <a:lnTo>
                  <a:pt x="882716" y="500165"/>
                </a:lnTo>
                <a:lnTo>
                  <a:pt x="882708" y="499809"/>
                </a:lnTo>
                <a:close/>
                <a:moveTo>
                  <a:pt x="941717" y="367592"/>
                </a:moveTo>
                <a:lnTo>
                  <a:pt x="940623" y="372751"/>
                </a:lnTo>
                <a:lnTo>
                  <a:pt x="940220" y="375112"/>
                </a:lnTo>
                <a:lnTo>
                  <a:pt x="941028" y="376083"/>
                </a:lnTo>
                <a:lnTo>
                  <a:pt x="943530" y="369814"/>
                </a:lnTo>
                <a:close/>
                <a:moveTo>
                  <a:pt x="889397" y="484709"/>
                </a:moveTo>
                <a:lnTo>
                  <a:pt x="889772" y="484127"/>
                </a:lnTo>
                <a:lnTo>
                  <a:pt x="889709" y="484082"/>
                </a:lnTo>
                <a:close/>
                <a:moveTo>
                  <a:pt x="912823" y="432067"/>
                </a:moveTo>
                <a:lnTo>
                  <a:pt x="912892" y="432272"/>
                </a:lnTo>
                <a:lnTo>
                  <a:pt x="913330" y="432687"/>
                </a:lnTo>
                <a:lnTo>
                  <a:pt x="913368" y="432283"/>
                </a:lnTo>
                <a:close/>
                <a:moveTo>
                  <a:pt x="951875" y="344580"/>
                </a:moveTo>
                <a:lnTo>
                  <a:pt x="961582" y="356098"/>
                </a:lnTo>
                <a:lnTo>
                  <a:pt x="964339" y="351685"/>
                </a:lnTo>
                <a:lnTo>
                  <a:pt x="952953" y="342374"/>
                </a:lnTo>
                <a:close/>
                <a:moveTo>
                  <a:pt x="329342" y="1738445"/>
                </a:moveTo>
                <a:lnTo>
                  <a:pt x="337151" y="1740528"/>
                </a:lnTo>
                <a:lnTo>
                  <a:pt x="331606" y="1736592"/>
                </a:lnTo>
                <a:lnTo>
                  <a:pt x="331591" y="1736539"/>
                </a:lnTo>
                <a:lnTo>
                  <a:pt x="330707" y="1736149"/>
                </a:lnTo>
                <a:close/>
                <a:moveTo>
                  <a:pt x="328966" y="1739209"/>
                </a:moveTo>
                <a:lnTo>
                  <a:pt x="328648" y="1740494"/>
                </a:lnTo>
                <a:lnTo>
                  <a:pt x="339235" y="1742007"/>
                </a:lnTo>
                <a:lnTo>
                  <a:pt x="339103" y="1741913"/>
                </a:lnTo>
                <a:close/>
                <a:moveTo>
                  <a:pt x="334274" y="1727261"/>
                </a:moveTo>
                <a:lnTo>
                  <a:pt x="335093" y="1727787"/>
                </a:lnTo>
                <a:lnTo>
                  <a:pt x="335257" y="1727511"/>
                </a:lnTo>
                <a:lnTo>
                  <a:pt x="335013" y="1727392"/>
                </a:lnTo>
                <a:close/>
                <a:moveTo>
                  <a:pt x="950578" y="347234"/>
                </a:moveTo>
                <a:lnTo>
                  <a:pt x="957107" y="356789"/>
                </a:lnTo>
                <a:lnTo>
                  <a:pt x="959191" y="359927"/>
                </a:lnTo>
                <a:lnTo>
                  <a:pt x="961209" y="356696"/>
                </a:lnTo>
                <a:lnTo>
                  <a:pt x="951553" y="345239"/>
                </a:lnTo>
                <a:close/>
                <a:moveTo>
                  <a:pt x="346364" y="1700105"/>
                </a:moveTo>
                <a:lnTo>
                  <a:pt x="348105" y="1700733"/>
                </a:lnTo>
                <a:lnTo>
                  <a:pt x="347298" y="1700113"/>
                </a:lnTo>
                <a:close/>
                <a:moveTo>
                  <a:pt x="949917" y="348587"/>
                </a:moveTo>
                <a:lnTo>
                  <a:pt x="951928" y="353223"/>
                </a:lnTo>
                <a:lnTo>
                  <a:pt x="957992" y="361847"/>
                </a:lnTo>
                <a:lnTo>
                  <a:pt x="958886" y="360415"/>
                </a:lnTo>
                <a:lnTo>
                  <a:pt x="950391" y="347617"/>
                </a:lnTo>
                <a:close/>
                <a:moveTo>
                  <a:pt x="886704" y="490109"/>
                </a:moveTo>
                <a:lnTo>
                  <a:pt x="886739" y="490225"/>
                </a:lnTo>
                <a:lnTo>
                  <a:pt x="887725" y="490603"/>
                </a:lnTo>
                <a:lnTo>
                  <a:pt x="888150" y="489793"/>
                </a:lnTo>
                <a:lnTo>
                  <a:pt x="887499" y="488515"/>
                </a:lnTo>
                <a:close/>
                <a:moveTo>
                  <a:pt x="949405" y="349634"/>
                </a:moveTo>
                <a:lnTo>
                  <a:pt x="950436" y="351102"/>
                </a:lnTo>
                <a:lnTo>
                  <a:pt x="949663" y="349104"/>
                </a:lnTo>
                <a:close/>
                <a:moveTo>
                  <a:pt x="302881" y="1797240"/>
                </a:moveTo>
                <a:lnTo>
                  <a:pt x="321966" y="1811947"/>
                </a:lnTo>
                <a:lnTo>
                  <a:pt x="355511" y="1812591"/>
                </a:lnTo>
                <a:lnTo>
                  <a:pt x="350876" y="1810283"/>
                </a:lnTo>
                <a:lnTo>
                  <a:pt x="347658" y="1809716"/>
                </a:lnTo>
                <a:lnTo>
                  <a:pt x="320101" y="1804468"/>
                </a:lnTo>
                <a:lnTo>
                  <a:pt x="319953" y="1804298"/>
                </a:lnTo>
                <a:lnTo>
                  <a:pt x="335203" y="1807202"/>
                </a:lnTo>
                <a:lnTo>
                  <a:pt x="349895" y="1809796"/>
                </a:lnTo>
                <a:lnTo>
                  <a:pt x="338452" y="1804100"/>
                </a:lnTo>
                <a:lnTo>
                  <a:pt x="338371" y="1803932"/>
                </a:lnTo>
                <a:lnTo>
                  <a:pt x="349840" y="1809640"/>
                </a:lnTo>
                <a:lnTo>
                  <a:pt x="350362" y="1809878"/>
                </a:lnTo>
                <a:lnTo>
                  <a:pt x="364341" y="1812345"/>
                </a:lnTo>
                <a:lnTo>
                  <a:pt x="363807" y="1808537"/>
                </a:lnTo>
                <a:lnTo>
                  <a:pt x="358826" y="1805566"/>
                </a:lnTo>
                <a:lnTo>
                  <a:pt x="348996" y="1800859"/>
                </a:lnTo>
                <a:lnTo>
                  <a:pt x="314729" y="1798290"/>
                </a:lnTo>
                <a:close/>
                <a:moveTo>
                  <a:pt x="328165" y="1740425"/>
                </a:moveTo>
                <a:lnTo>
                  <a:pt x="328235" y="1740434"/>
                </a:lnTo>
                <a:lnTo>
                  <a:pt x="328289" y="1740217"/>
                </a:lnTo>
                <a:close/>
                <a:moveTo>
                  <a:pt x="947758" y="353003"/>
                </a:moveTo>
                <a:lnTo>
                  <a:pt x="949856" y="358480"/>
                </a:lnTo>
                <a:lnTo>
                  <a:pt x="949984" y="358681"/>
                </a:lnTo>
                <a:lnTo>
                  <a:pt x="955710" y="364723"/>
                </a:lnTo>
                <a:lnTo>
                  <a:pt x="950995" y="352541"/>
                </a:lnTo>
                <a:lnTo>
                  <a:pt x="949218" y="350015"/>
                </a:lnTo>
                <a:close/>
                <a:moveTo>
                  <a:pt x="917811" y="420038"/>
                </a:moveTo>
                <a:lnTo>
                  <a:pt x="916732" y="423738"/>
                </a:lnTo>
                <a:lnTo>
                  <a:pt x="918292" y="425413"/>
                </a:lnTo>
                <a:lnTo>
                  <a:pt x="920608" y="421705"/>
                </a:lnTo>
                <a:close/>
                <a:moveTo>
                  <a:pt x="884654" y="494223"/>
                </a:moveTo>
                <a:lnTo>
                  <a:pt x="885088" y="494990"/>
                </a:lnTo>
                <a:lnTo>
                  <a:pt x="885270" y="494698"/>
                </a:lnTo>
                <a:lnTo>
                  <a:pt x="884948" y="493634"/>
                </a:lnTo>
                <a:close/>
                <a:moveTo>
                  <a:pt x="889313" y="483788"/>
                </a:moveTo>
                <a:lnTo>
                  <a:pt x="889212" y="484474"/>
                </a:lnTo>
                <a:lnTo>
                  <a:pt x="889484" y="483915"/>
                </a:lnTo>
                <a:close/>
                <a:moveTo>
                  <a:pt x="947146" y="354255"/>
                </a:moveTo>
                <a:lnTo>
                  <a:pt x="948965" y="357091"/>
                </a:lnTo>
                <a:lnTo>
                  <a:pt x="947557" y="353414"/>
                </a:lnTo>
                <a:close/>
                <a:moveTo>
                  <a:pt x="913989" y="428443"/>
                </a:moveTo>
                <a:lnTo>
                  <a:pt x="913669" y="431803"/>
                </a:lnTo>
                <a:lnTo>
                  <a:pt x="914175" y="432005"/>
                </a:lnTo>
                <a:lnTo>
                  <a:pt x="914562" y="431386"/>
                </a:lnTo>
                <a:lnTo>
                  <a:pt x="914785" y="430597"/>
                </a:lnTo>
                <a:close/>
                <a:moveTo>
                  <a:pt x="946685" y="355200"/>
                </a:moveTo>
                <a:lnTo>
                  <a:pt x="949296" y="357954"/>
                </a:lnTo>
                <a:lnTo>
                  <a:pt x="949248" y="357831"/>
                </a:lnTo>
                <a:lnTo>
                  <a:pt x="947064" y="354423"/>
                </a:lnTo>
                <a:close/>
                <a:moveTo>
                  <a:pt x="945701" y="357214"/>
                </a:moveTo>
                <a:lnTo>
                  <a:pt x="951506" y="363727"/>
                </a:lnTo>
                <a:lnTo>
                  <a:pt x="949815" y="359308"/>
                </a:lnTo>
                <a:lnTo>
                  <a:pt x="946425" y="355732"/>
                </a:lnTo>
                <a:close/>
                <a:moveTo>
                  <a:pt x="942357" y="364574"/>
                </a:moveTo>
                <a:lnTo>
                  <a:pt x="941845" y="366987"/>
                </a:lnTo>
                <a:lnTo>
                  <a:pt x="943734" y="369303"/>
                </a:lnTo>
                <a:lnTo>
                  <a:pt x="944572" y="367204"/>
                </a:lnTo>
                <a:close/>
                <a:moveTo>
                  <a:pt x="882355" y="498835"/>
                </a:moveTo>
                <a:lnTo>
                  <a:pt x="882604" y="498984"/>
                </a:lnTo>
                <a:lnTo>
                  <a:pt x="884909" y="495279"/>
                </a:lnTo>
                <a:lnTo>
                  <a:pt x="884493" y="494545"/>
                </a:lnTo>
                <a:close/>
                <a:moveTo>
                  <a:pt x="900085" y="459095"/>
                </a:moveTo>
                <a:lnTo>
                  <a:pt x="901281" y="460134"/>
                </a:lnTo>
                <a:lnTo>
                  <a:pt x="901693" y="459334"/>
                </a:lnTo>
                <a:lnTo>
                  <a:pt x="900784" y="457867"/>
                </a:lnTo>
                <a:close/>
                <a:moveTo>
                  <a:pt x="882059" y="499429"/>
                </a:moveTo>
                <a:lnTo>
                  <a:pt x="882063" y="499444"/>
                </a:lnTo>
                <a:lnTo>
                  <a:pt x="882208" y="499622"/>
                </a:lnTo>
                <a:lnTo>
                  <a:pt x="882416" y="499287"/>
                </a:lnTo>
                <a:lnTo>
                  <a:pt x="882195" y="499156"/>
                </a:lnTo>
                <a:close/>
                <a:moveTo>
                  <a:pt x="361636" y="1664634"/>
                </a:moveTo>
                <a:lnTo>
                  <a:pt x="366057" y="1667815"/>
                </a:lnTo>
                <a:lnTo>
                  <a:pt x="369433" y="1669014"/>
                </a:lnTo>
                <a:lnTo>
                  <a:pt x="365165" y="1665497"/>
                </a:lnTo>
                <a:lnTo>
                  <a:pt x="364911" y="1665271"/>
                </a:lnTo>
                <a:close/>
                <a:moveTo>
                  <a:pt x="899708" y="459756"/>
                </a:moveTo>
                <a:lnTo>
                  <a:pt x="901017" y="460646"/>
                </a:lnTo>
                <a:lnTo>
                  <a:pt x="901205" y="460282"/>
                </a:lnTo>
                <a:lnTo>
                  <a:pt x="900004" y="459236"/>
                </a:lnTo>
                <a:close/>
                <a:moveTo>
                  <a:pt x="351353" y="1687574"/>
                </a:moveTo>
                <a:lnTo>
                  <a:pt x="351527" y="1689594"/>
                </a:lnTo>
                <a:lnTo>
                  <a:pt x="352216" y="1689668"/>
                </a:lnTo>
                <a:lnTo>
                  <a:pt x="357648" y="1689858"/>
                </a:lnTo>
                <a:lnTo>
                  <a:pt x="358891" y="1687768"/>
                </a:lnTo>
                <a:close/>
                <a:moveTo>
                  <a:pt x="329822" y="1735757"/>
                </a:moveTo>
                <a:lnTo>
                  <a:pt x="329442" y="1737291"/>
                </a:lnTo>
                <a:lnTo>
                  <a:pt x="330244" y="1735944"/>
                </a:lnTo>
                <a:close/>
                <a:moveTo>
                  <a:pt x="326411" y="1743375"/>
                </a:moveTo>
                <a:lnTo>
                  <a:pt x="327416" y="1743737"/>
                </a:lnTo>
                <a:lnTo>
                  <a:pt x="328009" y="1741345"/>
                </a:lnTo>
                <a:lnTo>
                  <a:pt x="327657" y="1741280"/>
                </a:lnTo>
                <a:close/>
                <a:moveTo>
                  <a:pt x="942639" y="363514"/>
                </a:moveTo>
                <a:lnTo>
                  <a:pt x="944950" y="366257"/>
                </a:lnTo>
                <a:lnTo>
                  <a:pt x="946304" y="362866"/>
                </a:lnTo>
                <a:lnTo>
                  <a:pt x="946725" y="362622"/>
                </a:lnTo>
                <a:lnTo>
                  <a:pt x="945170" y="366519"/>
                </a:lnTo>
                <a:lnTo>
                  <a:pt x="950859" y="373268"/>
                </a:lnTo>
                <a:lnTo>
                  <a:pt x="953512" y="369021"/>
                </a:lnTo>
                <a:lnTo>
                  <a:pt x="952996" y="367620"/>
                </a:lnTo>
                <a:lnTo>
                  <a:pt x="951838" y="364594"/>
                </a:lnTo>
                <a:lnTo>
                  <a:pt x="945715" y="357412"/>
                </a:lnTo>
                <a:lnTo>
                  <a:pt x="945644" y="357330"/>
                </a:lnTo>
                <a:lnTo>
                  <a:pt x="943136" y="362462"/>
                </a:lnTo>
                <a:close/>
                <a:moveTo>
                  <a:pt x="890714" y="479703"/>
                </a:moveTo>
                <a:lnTo>
                  <a:pt x="891070" y="480315"/>
                </a:lnTo>
                <a:lnTo>
                  <a:pt x="891149" y="479897"/>
                </a:lnTo>
                <a:close/>
                <a:moveTo>
                  <a:pt x="941309" y="366330"/>
                </a:moveTo>
                <a:lnTo>
                  <a:pt x="941528" y="366600"/>
                </a:lnTo>
                <a:lnTo>
                  <a:pt x="941812" y="365266"/>
                </a:lnTo>
                <a:close/>
                <a:moveTo>
                  <a:pt x="317852" y="1762339"/>
                </a:moveTo>
                <a:lnTo>
                  <a:pt x="320419" y="1764403"/>
                </a:lnTo>
                <a:lnTo>
                  <a:pt x="322418" y="1765453"/>
                </a:lnTo>
                <a:lnTo>
                  <a:pt x="322936" y="1763023"/>
                </a:lnTo>
                <a:close/>
                <a:moveTo>
                  <a:pt x="909515" y="437471"/>
                </a:moveTo>
                <a:lnTo>
                  <a:pt x="908981" y="440321"/>
                </a:lnTo>
                <a:lnTo>
                  <a:pt x="910202" y="438367"/>
                </a:lnTo>
                <a:close/>
                <a:moveTo>
                  <a:pt x="881928" y="498997"/>
                </a:moveTo>
                <a:lnTo>
                  <a:pt x="882005" y="499252"/>
                </a:lnTo>
                <a:lnTo>
                  <a:pt x="882084" y="499090"/>
                </a:lnTo>
                <a:close/>
                <a:moveTo>
                  <a:pt x="938269" y="372767"/>
                </a:moveTo>
                <a:lnTo>
                  <a:pt x="939824" y="374636"/>
                </a:lnTo>
                <a:lnTo>
                  <a:pt x="941401" y="367203"/>
                </a:lnTo>
                <a:lnTo>
                  <a:pt x="941081" y="366812"/>
                </a:lnTo>
                <a:close/>
                <a:moveTo>
                  <a:pt x="937400" y="374605"/>
                </a:moveTo>
                <a:lnTo>
                  <a:pt x="939386" y="376701"/>
                </a:lnTo>
                <a:lnTo>
                  <a:pt x="939697" y="375237"/>
                </a:lnTo>
                <a:lnTo>
                  <a:pt x="938041" y="373247"/>
                </a:lnTo>
                <a:close/>
                <a:moveTo>
                  <a:pt x="884276" y="493557"/>
                </a:moveTo>
                <a:lnTo>
                  <a:pt x="884548" y="494037"/>
                </a:lnTo>
                <a:lnTo>
                  <a:pt x="884870" y="493377"/>
                </a:lnTo>
                <a:lnTo>
                  <a:pt x="884713" y="492859"/>
                </a:lnTo>
                <a:close/>
                <a:moveTo>
                  <a:pt x="330203" y="1734222"/>
                </a:moveTo>
                <a:lnTo>
                  <a:pt x="329916" y="1735381"/>
                </a:lnTo>
                <a:lnTo>
                  <a:pt x="330275" y="1735539"/>
                </a:lnTo>
                <a:lnTo>
                  <a:pt x="330266" y="1735529"/>
                </a:lnTo>
                <a:lnTo>
                  <a:pt x="330475" y="1735555"/>
                </a:lnTo>
                <a:lnTo>
                  <a:pt x="331108" y="1734490"/>
                </a:lnTo>
                <a:close/>
                <a:moveTo>
                  <a:pt x="936532" y="376443"/>
                </a:moveTo>
                <a:lnTo>
                  <a:pt x="937545" y="384805"/>
                </a:lnTo>
                <a:lnTo>
                  <a:pt x="937804" y="384155"/>
                </a:lnTo>
                <a:lnTo>
                  <a:pt x="939091" y="378088"/>
                </a:lnTo>
                <a:lnTo>
                  <a:pt x="936925" y="375611"/>
                </a:lnTo>
                <a:close/>
                <a:moveTo>
                  <a:pt x="897556" y="463528"/>
                </a:moveTo>
                <a:lnTo>
                  <a:pt x="897829" y="463861"/>
                </a:lnTo>
                <a:lnTo>
                  <a:pt x="898851" y="464848"/>
                </a:lnTo>
                <a:lnTo>
                  <a:pt x="900484" y="461680"/>
                </a:lnTo>
                <a:lnTo>
                  <a:pt x="899115" y="460794"/>
                </a:lnTo>
                <a:close/>
                <a:moveTo>
                  <a:pt x="324678" y="1746289"/>
                </a:moveTo>
                <a:lnTo>
                  <a:pt x="326652" y="1746820"/>
                </a:lnTo>
                <a:lnTo>
                  <a:pt x="327217" y="1744540"/>
                </a:lnTo>
                <a:lnTo>
                  <a:pt x="325984" y="1744093"/>
                </a:lnTo>
                <a:close/>
                <a:moveTo>
                  <a:pt x="362679" y="1661157"/>
                </a:moveTo>
                <a:lnTo>
                  <a:pt x="362924" y="1661359"/>
                </a:lnTo>
                <a:lnTo>
                  <a:pt x="363837" y="1661604"/>
                </a:lnTo>
                <a:lnTo>
                  <a:pt x="363572" y="1661387"/>
                </a:lnTo>
                <a:close/>
                <a:moveTo>
                  <a:pt x="340987" y="1709647"/>
                </a:moveTo>
                <a:lnTo>
                  <a:pt x="344896" y="1711303"/>
                </a:lnTo>
                <a:lnTo>
                  <a:pt x="345926" y="1709571"/>
                </a:lnTo>
                <a:close/>
                <a:moveTo>
                  <a:pt x="330496" y="1733041"/>
                </a:moveTo>
                <a:lnTo>
                  <a:pt x="330261" y="1733989"/>
                </a:lnTo>
                <a:lnTo>
                  <a:pt x="331234" y="1734277"/>
                </a:lnTo>
                <a:lnTo>
                  <a:pt x="331725" y="1733451"/>
                </a:lnTo>
                <a:close/>
                <a:moveTo>
                  <a:pt x="308836" y="1780934"/>
                </a:moveTo>
                <a:lnTo>
                  <a:pt x="322120" y="1786872"/>
                </a:lnTo>
                <a:lnTo>
                  <a:pt x="329076" y="1787821"/>
                </a:lnTo>
                <a:lnTo>
                  <a:pt x="322406" y="1783842"/>
                </a:lnTo>
                <a:close/>
                <a:moveTo>
                  <a:pt x="927355" y="395877"/>
                </a:moveTo>
                <a:lnTo>
                  <a:pt x="928857" y="397563"/>
                </a:lnTo>
                <a:lnTo>
                  <a:pt x="928891" y="396289"/>
                </a:lnTo>
                <a:lnTo>
                  <a:pt x="928211" y="394062"/>
                </a:lnTo>
                <a:close/>
                <a:moveTo>
                  <a:pt x="332876" y="1727003"/>
                </a:moveTo>
                <a:lnTo>
                  <a:pt x="334708" y="1728435"/>
                </a:lnTo>
                <a:lnTo>
                  <a:pt x="334823" y="1728242"/>
                </a:lnTo>
                <a:lnTo>
                  <a:pt x="332900" y="1727007"/>
                </a:lnTo>
                <a:close/>
                <a:moveTo>
                  <a:pt x="926667" y="397333"/>
                </a:moveTo>
                <a:lnTo>
                  <a:pt x="927762" y="399939"/>
                </a:lnTo>
                <a:lnTo>
                  <a:pt x="928717" y="402776"/>
                </a:lnTo>
                <a:lnTo>
                  <a:pt x="928846" y="397964"/>
                </a:lnTo>
                <a:lnTo>
                  <a:pt x="927227" y="396146"/>
                </a:lnTo>
                <a:close/>
                <a:moveTo>
                  <a:pt x="924469" y="401986"/>
                </a:moveTo>
                <a:lnTo>
                  <a:pt x="925787" y="403860"/>
                </a:lnTo>
                <a:lnTo>
                  <a:pt x="928113" y="407266"/>
                </a:lnTo>
                <a:lnTo>
                  <a:pt x="925559" y="399678"/>
                </a:lnTo>
                <a:close/>
                <a:moveTo>
                  <a:pt x="888267" y="483018"/>
                </a:moveTo>
                <a:lnTo>
                  <a:pt x="889100" y="484488"/>
                </a:lnTo>
                <a:lnTo>
                  <a:pt x="889214" y="483716"/>
                </a:lnTo>
                <a:close/>
                <a:moveTo>
                  <a:pt x="923806" y="403390"/>
                </a:moveTo>
                <a:lnTo>
                  <a:pt x="927515" y="407467"/>
                </a:lnTo>
                <a:lnTo>
                  <a:pt x="928104" y="407888"/>
                </a:lnTo>
                <a:lnTo>
                  <a:pt x="924306" y="402332"/>
                </a:lnTo>
                <a:close/>
                <a:moveTo>
                  <a:pt x="881605" y="497815"/>
                </a:moveTo>
                <a:lnTo>
                  <a:pt x="881697" y="498233"/>
                </a:lnTo>
                <a:lnTo>
                  <a:pt x="881774" y="498488"/>
                </a:lnTo>
                <a:lnTo>
                  <a:pt x="882241" y="498767"/>
                </a:lnTo>
                <a:lnTo>
                  <a:pt x="884390" y="494362"/>
                </a:lnTo>
                <a:lnTo>
                  <a:pt x="884096" y="493844"/>
                </a:lnTo>
                <a:close/>
                <a:moveTo>
                  <a:pt x="910490" y="432879"/>
                </a:moveTo>
                <a:lnTo>
                  <a:pt x="909860" y="435629"/>
                </a:lnTo>
                <a:lnTo>
                  <a:pt x="909641" y="436801"/>
                </a:lnTo>
                <a:lnTo>
                  <a:pt x="910520" y="437858"/>
                </a:lnTo>
                <a:lnTo>
                  <a:pt x="912258" y="435075"/>
                </a:lnTo>
                <a:lnTo>
                  <a:pt x="912018" y="434363"/>
                </a:lnTo>
                <a:close/>
                <a:moveTo>
                  <a:pt x="936352" y="374954"/>
                </a:moveTo>
                <a:lnTo>
                  <a:pt x="936418" y="375501"/>
                </a:lnTo>
                <a:lnTo>
                  <a:pt x="936566" y="375199"/>
                </a:lnTo>
                <a:close/>
                <a:moveTo>
                  <a:pt x="920830" y="409689"/>
                </a:moveTo>
                <a:lnTo>
                  <a:pt x="917989" y="419427"/>
                </a:lnTo>
                <a:lnTo>
                  <a:pt x="920934" y="421181"/>
                </a:lnTo>
                <a:lnTo>
                  <a:pt x="925936" y="413173"/>
                </a:lnTo>
                <a:lnTo>
                  <a:pt x="921560" y="408146"/>
                </a:lnTo>
                <a:close/>
                <a:moveTo>
                  <a:pt x="332781" y="1726302"/>
                </a:moveTo>
                <a:lnTo>
                  <a:pt x="333324" y="1726650"/>
                </a:lnTo>
                <a:lnTo>
                  <a:pt x="333600" y="1726702"/>
                </a:lnTo>
                <a:close/>
                <a:moveTo>
                  <a:pt x="331426" y="1729293"/>
                </a:moveTo>
                <a:lnTo>
                  <a:pt x="330676" y="1732315"/>
                </a:lnTo>
                <a:lnTo>
                  <a:pt x="332242" y="1732584"/>
                </a:lnTo>
                <a:lnTo>
                  <a:pt x="333649" y="1730217"/>
                </a:lnTo>
                <a:close/>
                <a:moveTo>
                  <a:pt x="889672" y="479237"/>
                </a:moveTo>
                <a:lnTo>
                  <a:pt x="889768" y="479351"/>
                </a:lnTo>
                <a:lnTo>
                  <a:pt x="889718" y="479258"/>
                </a:lnTo>
                <a:close/>
                <a:moveTo>
                  <a:pt x="354926" y="1676450"/>
                </a:moveTo>
                <a:lnTo>
                  <a:pt x="359520" y="1677674"/>
                </a:lnTo>
                <a:lnTo>
                  <a:pt x="358518" y="1677441"/>
                </a:lnTo>
                <a:close/>
                <a:moveTo>
                  <a:pt x="916618" y="418610"/>
                </a:moveTo>
                <a:lnTo>
                  <a:pt x="917946" y="419401"/>
                </a:lnTo>
                <a:lnTo>
                  <a:pt x="920476" y="410441"/>
                </a:lnTo>
                <a:close/>
                <a:moveTo>
                  <a:pt x="914512" y="423203"/>
                </a:moveTo>
                <a:lnTo>
                  <a:pt x="914674" y="423482"/>
                </a:lnTo>
                <a:lnTo>
                  <a:pt x="914549" y="423236"/>
                </a:lnTo>
                <a:close/>
                <a:moveTo>
                  <a:pt x="905265" y="443905"/>
                </a:moveTo>
                <a:lnTo>
                  <a:pt x="905220" y="444776"/>
                </a:lnTo>
                <a:lnTo>
                  <a:pt x="905826" y="445470"/>
                </a:lnTo>
                <a:lnTo>
                  <a:pt x="905852" y="445424"/>
                </a:lnTo>
                <a:close/>
                <a:moveTo>
                  <a:pt x="915181" y="421652"/>
                </a:moveTo>
                <a:lnTo>
                  <a:pt x="915769" y="422704"/>
                </a:lnTo>
                <a:lnTo>
                  <a:pt x="916723" y="423728"/>
                </a:lnTo>
                <a:lnTo>
                  <a:pt x="917772" y="420015"/>
                </a:lnTo>
                <a:lnTo>
                  <a:pt x="916353" y="419169"/>
                </a:lnTo>
                <a:close/>
                <a:moveTo>
                  <a:pt x="910855" y="431284"/>
                </a:moveTo>
                <a:lnTo>
                  <a:pt x="910578" y="432498"/>
                </a:lnTo>
                <a:lnTo>
                  <a:pt x="911785" y="433671"/>
                </a:lnTo>
                <a:lnTo>
                  <a:pt x="911002" y="431343"/>
                </a:lnTo>
                <a:close/>
                <a:moveTo>
                  <a:pt x="914150" y="423839"/>
                </a:moveTo>
                <a:lnTo>
                  <a:pt x="915129" y="425221"/>
                </a:lnTo>
                <a:lnTo>
                  <a:pt x="914229" y="423671"/>
                </a:lnTo>
                <a:close/>
                <a:moveTo>
                  <a:pt x="913856" y="424460"/>
                </a:moveTo>
                <a:lnTo>
                  <a:pt x="915660" y="427414"/>
                </a:lnTo>
                <a:lnTo>
                  <a:pt x="915876" y="426674"/>
                </a:lnTo>
                <a:lnTo>
                  <a:pt x="914068" y="424012"/>
                </a:lnTo>
                <a:close/>
                <a:moveTo>
                  <a:pt x="348455" y="1690470"/>
                </a:moveTo>
                <a:lnTo>
                  <a:pt x="350668" y="1691773"/>
                </a:lnTo>
                <a:lnTo>
                  <a:pt x="350572" y="1690661"/>
                </a:lnTo>
                <a:close/>
                <a:moveTo>
                  <a:pt x="913502" y="425211"/>
                </a:moveTo>
                <a:lnTo>
                  <a:pt x="915076" y="429508"/>
                </a:lnTo>
                <a:lnTo>
                  <a:pt x="915235" y="428874"/>
                </a:lnTo>
                <a:lnTo>
                  <a:pt x="915523" y="427882"/>
                </a:lnTo>
                <a:lnTo>
                  <a:pt x="913672" y="424850"/>
                </a:lnTo>
                <a:close/>
                <a:moveTo>
                  <a:pt x="911758" y="428903"/>
                </a:moveTo>
                <a:lnTo>
                  <a:pt x="912590" y="431376"/>
                </a:lnTo>
                <a:lnTo>
                  <a:pt x="913423" y="431706"/>
                </a:lnTo>
                <a:lnTo>
                  <a:pt x="913787" y="427896"/>
                </a:lnTo>
                <a:lnTo>
                  <a:pt x="913105" y="426050"/>
                </a:lnTo>
                <a:close/>
                <a:moveTo>
                  <a:pt x="331991" y="1727012"/>
                </a:moveTo>
                <a:lnTo>
                  <a:pt x="331589" y="1728634"/>
                </a:lnTo>
                <a:lnTo>
                  <a:pt x="333996" y="1729633"/>
                </a:lnTo>
                <a:lnTo>
                  <a:pt x="334246" y="1729214"/>
                </a:lnTo>
                <a:lnTo>
                  <a:pt x="333627" y="1728817"/>
                </a:lnTo>
                <a:lnTo>
                  <a:pt x="333502" y="1728455"/>
                </a:lnTo>
                <a:lnTo>
                  <a:pt x="334366" y="1729010"/>
                </a:lnTo>
                <a:lnTo>
                  <a:pt x="334423" y="1728914"/>
                </a:lnTo>
                <a:close/>
                <a:moveTo>
                  <a:pt x="319403" y="1755159"/>
                </a:moveTo>
                <a:lnTo>
                  <a:pt x="320128" y="1755426"/>
                </a:lnTo>
                <a:lnTo>
                  <a:pt x="324246" y="1756880"/>
                </a:lnTo>
                <a:lnTo>
                  <a:pt x="324796" y="1754298"/>
                </a:lnTo>
                <a:lnTo>
                  <a:pt x="326483" y="1747497"/>
                </a:lnTo>
                <a:lnTo>
                  <a:pt x="324324" y="1746885"/>
                </a:lnTo>
                <a:close/>
                <a:moveTo>
                  <a:pt x="364165" y="1654736"/>
                </a:moveTo>
                <a:lnTo>
                  <a:pt x="369393" y="1659027"/>
                </a:lnTo>
                <a:lnTo>
                  <a:pt x="371945" y="1659508"/>
                </a:lnTo>
                <a:lnTo>
                  <a:pt x="371743" y="1659293"/>
                </a:lnTo>
                <a:lnTo>
                  <a:pt x="369419" y="1656364"/>
                </a:lnTo>
                <a:lnTo>
                  <a:pt x="365602" y="1654778"/>
                </a:lnTo>
                <a:close/>
                <a:moveTo>
                  <a:pt x="319034" y="1755779"/>
                </a:moveTo>
                <a:lnTo>
                  <a:pt x="324002" y="1758022"/>
                </a:lnTo>
                <a:lnTo>
                  <a:pt x="324155" y="1757304"/>
                </a:lnTo>
                <a:lnTo>
                  <a:pt x="319210" y="1755484"/>
                </a:lnTo>
                <a:close/>
                <a:moveTo>
                  <a:pt x="908612" y="435564"/>
                </a:moveTo>
                <a:lnTo>
                  <a:pt x="908938" y="435956"/>
                </a:lnTo>
                <a:lnTo>
                  <a:pt x="909420" y="433855"/>
                </a:lnTo>
                <a:close/>
                <a:moveTo>
                  <a:pt x="944231" y="355744"/>
                </a:moveTo>
                <a:lnTo>
                  <a:pt x="942816" y="362411"/>
                </a:lnTo>
                <a:lnTo>
                  <a:pt x="945421" y="357082"/>
                </a:lnTo>
                <a:close/>
                <a:moveTo>
                  <a:pt x="907426" y="438075"/>
                </a:moveTo>
                <a:lnTo>
                  <a:pt x="908137" y="439452"/>
                </a:lnTo>
                <a:lnTo>
                  <a:pt x="908804" y="436542"/>
                </a:lnTo>
                <a:lnTo>
                  <a:pt x="908399" y="436015"/>
                </a:lnTo>
                <a:close/>
                <a:moveTo>
                  <a:pt x="881544" y="495647"/>
                </a:moveTo>
                <a:lnTo>
                  <a:pt x="881270" y="496294"/>
                </a:lnTo>
                <a:lnTo>
                  <a:pt x="881365" y="496727"/>
                </a:lnTo>
                <a:close/>
                <a:moveTo>
                  <a:pt x="317936" y="1757626"/>
                </a:moveTo>
                <a:lnTo>
                  <a:pt x="321820" y="1758947"/>
                </a:lnTo>
                <a:lnTo>
                  <a:pt x="323794" y="1758999"/>
                </a:lnTo>
                <a:lnTo>
                  <a:pt x="323896" y="1758521"/>
                </a:lnTo>
                <a:lnTo>
                  <a:pt x="318778" y="1756210"/>
                </a:lnTo>
                <a:close/>
                <a:moveTo>
                  <a:pt x="889641" y="477405"/>
                </a:moveTo>
                <a:lnTo>
                  <a:pt x="889712" y="477477"/>
                </a:lnTo>
                <a:lnTo>
                  <a:pt x="891456" y="478254"/>
                </a:lnTo>
                <a:lnTo>
                  <a:pt x="891504" y="477996"/>
                </a:lnTo>
                <a:lnTo>
                  <a:pt x="891587" y="477634"/>
                </a:lnTo>
                <a:lnTo>
                  <a:pt x="891049" y="474935"/>
                </a:lnTo>
                <a:close/>
                <a:moveTo>
                  <a:pt x="883075" y="492041"/>
                </a:moveTo>
                <a:lnTo>
                  <a:pt x="881864" y="494893"/>
                </a:lnTo>
                <a:lnTo>
                  <a:pt x="881555" y="496932"/>
                </a:lnTo>
                <a:lnTo>
                  <a:pt x="883379" y="494023"/>
                </a:lnTo>
                <a:lnTo>
                  <a:pt x="883816" y="493349"/>
                </a:lnTo>
                <a:close/>
                <a:moveTo>
                  <a:pt x="883886" y="490131"/>
                </a:moveTo>
                <a:lnTo>
                  <a:pt x="883222" y="491694"/>
                </a:lnTo>
                <a:lnTo>
                  <a:pt x="883998" y="493065"/>
                </a:lnTo>
                <a:lnTo>
                  <a:pt x="884527" y="492247"/>
                </a:lnTo>
                <a:close/>
                <a:moveTo>
                  <a:pt x="885904" y="485372"/>
                </a:moveTo>
                <a:lnTo>
                  <a:pt x="885533" y="486247"/>
                </a:lnTo>
                <a:lnTo>
                  <a:pt x="886450" y="489272"/>
                </a:lnTo>
                <a:lnTo>
                  <a:pt x="887252" y="488029"/>
                </a:lnTo>
                <a:close/>
                <a:moveTo>
                  <a:pt x="944633" y="353843"/>
                </a:moveTo>
                <a:lnTo>
                  <a:pt x="944261" y="355599"/>
                </a:lnTo>
                <a:lnTo>
                  <a:pt x="945479" y="356964"/>
                </a:lnTo>
                <a:lnTo>
                  <a:pt x="946197" y="355493"/>
                </a:lnTo>
                <a:close/>
                <a:moveTo>
                  <a:pt x="332787" y="1723804"/>
                </a:moveTo>
                <a:lnTo>
                  <a:pt x="332543" y="1724790"/>
                </a:lnTo>
                <a:lnTo>
                  <a:pt x="335978" y="1726299"/>
                </a:lnTo>
                <a:lnTo>
                  <a:pt x="335982" y="1726293"/>
                </a:lnTo>
                <a:close/>
                <a:moveTo>
                  <a:pt x="887229" y="482251"/>
                </a:moveTo>
                <a:lnTo>
                  <a:pt x="886907" y="483010"/>
                </a:lnTo>
                <a:lnTo>
                  <a:pt x="887950" y="485065"/>
                </a:lnTo>
                <a:lnTo>
                  <a:pt x="888642" y="485642"/>
                </a:lnTo>
                <a:lnTo>
                  <a:pt x="888943" y="485025"/>
                </a:lnTo>
                <a:lnTo>
                  <a:pt x="887475" y="482433"/>
                </a:lnTo>
                <a:close/>
                <a:moveTo>
                  <a:pt x="887809" y="480885"/>
                </a:moveTo>
                <a:lnTo>
                  <a:pt x="887511" y="481586"/>
                </a:lnTo>
                <a:lnTo>
                  <a:pt x="887661" y="481739"/>
                </a:lnTo>
                <a:lnTo>
                  <a:pt x="888869" y="482628"/>
                </a:lnTo>
                <a:close/>
                <a:moveTo>
                  <a:pt x="898252" y="457500"/>
                </a:moveTo>
                <a:lnTo>
                  <a:pt x="898728" y="457914"/>
                </a:lnTo>
                <a:lnTo>
                  <a:pt x="899727" y="456161"/>
                </a:lnTo>
                <a:lnTo>
                  <a:pt x="899249" y="455389"/>
                </a:lnTo>
                <a:close/>
                <a:moveTo>
                  <a:pt x="888312" y="479734"/>
                </a:moveTo>
                <a:lnTo>
                  <a:pt x="889511" y="481709"/>
                </a:lnTo>
                <a:lnTo>
                  <a:pt x="889744" y="480139"/>
                </a:lnTo>
                <a:lnTo>
                  <a:pt x="889871" y="480019"/>
                </a:lnTo>
                <a:lnTo>
                  <a:pt x="889599" y="481852"/>
                </a:lnTo>
                <a:lnTo>
                  <a:pt x="890094" y="482665"/>
                </a:lnTo>
                <a:lnTo>
                  <a:pt x="890777" y="481263"/>
                </a:lnTo>
                <a:lnTo>
                  <a:pt x="890386" y="480523"/>
                </a:lnTo>
                <a:lnTo>
                  <a:pt x="889092" y="478979"/>
                </a:lnTo>
                <a:lnTo>
                  <a:pt x="888814" y="478854"/>
                </a:lnTo>
                <a:close/>
                <a:moveTo>
                  <a:pt x="897770" y="458519"/>
                </a:moveTo>
                <a:lnTo>
                  <a:pt x="898226" y="458794"/>
                </a:lnTo>
                <a:lnTo>
                  <a:pt x="898647" y="458056"/>
                </a:lnTo>
                <a:lnTo>
                  <a:pt x="898181" y="457651"/>
                </a:lnTo>
                <a:close/>
                <a:moveTo>
                  <a:pt x="896496" y="461216"/>
                </a:moveTo>
                <a:lnTo>
                  <a:pt x="896586" y="461668"/>
                </a:lnTo>
                <a:lnTo>
                  <a:pt x="897632" y="459834"/>
                </a:lnTo>
                <a:lnTo>
                  <a:pt x="897262" y="459594"/>
                </a:lnTo>
                <a:close/>
                <a:moveTo>
                  <a:pt x="923375" y="400969"/>
                </a:moveTo>
                <a:lnTo>
                  <a:pt x="922945" y="402442"/>
                </a:lnTo>
                <a:lnTo>
                  <a:pt x="923307" y="402839"/>
                </a:lnTo>
                <a:lnTo>
                  <a:pt x="923857" y="401674"/>
                </a:lnTo>
                <a:close/>
                <a:moveTo>
                  <a:pt x="316012" y="1760861"/>
                </a:moveTo>
                <a:lnTo>
                  <a:pt x="316919" y="1761589"/>
                </a:lnTo>
                <a:lnTo>
                  <a:pt x="323065" y="1762416"/>
                </a:lnTo>
                <a:lnTo>
                  <a:pt x="323173" y="1761914"/>
                </a:lnTo>
                <a:lnTo>
                  <a:pt x="316696" y="1759711"/>
                </a:lnTo>
                <a:close/>
                <a:moveTo>
                  <a:pt x="343152" y="1700076"/>
                </a:moveTo>
                <a:lnTo>
                  <a:pt x="346642" y="1701672"/>
                </a:lnTo>
                <a:lnTo>
                  <a:pt x="346403" y="1701541"/>
                </a:lnTo>
                <a:lnTo>
                  <a:pt x="346227" y="1701128"/>
                </a:lnTo>
                <a:lnTo>
                  <a:pt x="349787" y="1703077"/>
                </a:lnTo>
                <a:lnTo>
                  <a:pt x="350216" y="1702356"/>
                </a:lnTo>
                <a:lnTo>
                  <a:pt x="349407" y="1701734"/>
                </a:lnTo>
                <a:lnTo>
                  <a:pt x="345051" y="1700093"/>
                </a:lnTo>
                <a:close/>
                <a:moveTo>
                  <a:pt x="333237" y="1721986"/>
                </a:moveTo>
                <a:lnTo>
                  <a:pt x="333114" y="1722486"/>
                </a:lnTo>
                <a:lnTo>
                  <a:pt x="334281" y="1723323"/>
                </a:lnTo>
                <a:close/>
                <a:moveTo>
                  <a:pt x="912914" y="423610"/>
                </a:moveTo>
                <a:lnTo>
                  <a:pt x="913170" y="424305"/>
                </a:lnTo>
                <a:lnTo>
                  <a:pt x="913244" y="424149"/>
                </a:lnTo>
                <a:close/>
                <a:moveTo>
                  <a:pt x="945145" y="351430"/>
                </a:moveTo>
                <a:lnTo>
                  <a:pt x="944773" y="353183"/>
                </a:lnTo>
                <a:lnTo>
                  <a:pt x="946459" y="354960"/>
                </a:lnTo>
                <a:lnTo>
                  <a:pt x="946869" y="354120"/>
                </a:lnTo>
                <a:close/>
                <a:moveTo>
                  <a:pt x="912457" y="424294"/>
                </a:moveTo>
                <a:lnTo>
                  <a:pt x="911780" y="427250"/>
                </a:lnTo>
                <a:lnTo>
                  <a:pt x="912772" y="425148"/>
                </a:lnTo>
                <a:close/>
                <a:moveTo>
                  <a:pt x="928094" y="389205"/>
                </a:moveTo>
                <a:lnTo>
                  <a:pt x="928838" y="391126"/>
                </a:lnTo>
                <a:lnTo>
                  <a:pt x="928968" y="390850"/>
                </a:lnTo>
                <a:close/>
                <a:moveTo>
                  <a:pt x="373570" y="1630733"/>
                </a:moveTo>
                <a:lnTo>
                  <a:pt x="375097" y="1631890"/>
                </a:lnTo>
                <a:lnTo>
                  <a:pt x="380884" y="1635299"/>
                </a:lnTo>
                <a:lnTo>
                  <a:pt x="381238" y="1635277"/>
                </a:lnTo>
                <a:lnTo>
                  <a:pt x="378314" y="1632499"/>
                </a:lnTo>
                <a:lnTo>
                  <a:pt x="376648" y="1632313"/>
                </a:lnTo>
                <a:lnTo>
                  <a:pt x="376302" y="1631971"/>
                </a:lnTo>
                <a:lnTo>
                  <a:pt x="377951" y="1632156"/>
                </a:lnTo>
                <a:lnTo>
                  <a:pt x="377231" y="1631472"/>
                </a:lnTo>
                <a:close/>
                <a:moveTo>
                  <a:pt x="924590" y="396801"/>
                </a:moveTo>
                <a:lnTo>
                  <a:pt x="923486" y="400588"/>
                </a:lnTo>
                <a:lnTo>
                  <a:pt x="924015" y="401340"/>
                </a:lnTo>
                <a:lnTo>
                  <a:pt x="925243" y="398740"/>
                </a:lnTo>
                <a:close/>
                <a:moveTo>
                  <a:pt x="896675" y="459213"/>
                </a:moveTo>
                <a:lnTo>
                  <a:pt x="896669" y="459244"/>
                </a:lnTo>
                <a:lnTo>
                  <a:pt x="896682" y="459217"/>
                </a:lnTo>
                <a:close/>
                <a:moveTo>
                  <a:pt x="990481" y="249071"/>
                </a:moveTo>
                <a:lnTo>
                  <a:pt x="993394" y="259755"/>
                </a:lnTo>
                <a:lnTo>
                  <a:pt x="1004049" y="274886"/>
                </a:lnTo>
                <a:lnTo>
                  <a:pt x="1004423" y="275434"/>
                </a:lnTo>
                <a:lnTo>
                  <a:pt x="1005869" y="271557"/>
                </a:lnTo>
                <a:close/>
                <a:moveTo>
                  <a:pt x="912911" y="422310"/>
                </a:moveTo>
                <a:lnTo>
                  <a:pt x="912811" y="422748"/>
                </a:lnTo>
                <a:lnTo>
                  <a:pt x="913428" y="423760"/>
                </a:lnTo>
                <a:lnTo>
                  <a:pt x="913620" y="423353"/>
                </a:lnTo>
                <a:close/>
                <a:moveTo>
                  <a:pt x="945734" y="348654"/>
                </a:moveTo>
                <a:lnTo>
                  <a:pt x="945192" y="351207"/>
                </a:lnTo>
                <a:lnTo>
                  <a:pt x="946951" y="353950"/>
                </a:lnTo>
                <a:lnTo>
                  <a:pt x="947406" y="353019"/>
                </a:lnTo>
                <a:close/>
                <a:moveTo>
                  <a:pt x="913013" y="421868"/>
                </a:moveTo>
                <a:lnTo>
                  <a:pt x="912949" y="422144"/>
                </a:lnTo>
                <a:lnTo>
                  <a:pt x="913695" y="423196"/>
                </a:lnTo>
                <a:lnTo>
                  <a:pt x="913810" y="422952"/>
                </a:lnTo>
                <a:lnTo>
                  <a:pt x="913359" y="422176"/>
                </a:lnTo>
                <a:close/>
                <a:moveTo>
                  <a:pt x="925385" y="394078"/>
                </a:moveTo>
                <a:lnTo>
                  <a:pt x="925349" y="394199"/>
                </a:lnTo>
                <a:lnTo>
                  <a:pt x="926309" y="396482"/>
                </a:lnTo>
                <a:lnTo>
                  <a:pt x="926730" y="395589"/>
                </a:lnTo>
                <a:close/>
                <a:moveTo>
                  <a:pt x="935820" y="370576"/>
                </a:moveTo>
                <a:lnTo>
                  <a:pt x="936148" y="373285"/>
                </a:lnTo>
                <a:lnTo>
                  <a:pt x="937041" y="374226"/>
                </a:lnTo>
                <a:lnTo>
                  <a:pt x="937713" y="372851"/>
                </a:lnTo>
                <a:close/>
                <a:moveTo>
                  <a:pt x="947807" y="343723"/>
                </a:moveTo>
                <a:lnTo>
                  <a:pt x="949755" y="348214"/>
                </a:lnTo>
                <a:lnTo>
                  <a:pt x="950193" y="347318"/>
                </a:lnTo>
                <a:close/>
                <a:moveTo>
                  <a:pt x="913274" y="420725"/>
                </a:moveTo>
                <a:lnTo>
                  <a:pt x="913217" y="420973"/>
                </a:lnTo>
                <a:lnTo>
                  <a:pt x="913990" y="422304"/>
                </a:lnTo>
                <a:lnTo>
                  <a:pt x="914078" y="422383"/>
                </a:lnTo>
                <a:lnTo>
                  <a:pt x="914096" y="422344"/>
                </a:lnTo>
                <a:close/>
                <a:moveTo>
                  <a:pt x="897138" y="456744"/>
                </a:moveTo>
                <a:lnTo>
                  <a:pt x="896904" y="457994"/>
                </a:lnTo>
                <a:lnTo>
                  <a:pt x="897180" y="458161"/>
                </a:lnTo>
                <a:lnTo>
                  <a:pt x="897643" y="457183"/>
                </a:lnTo>
                <a:close/>
                <a:moveTo>
                  <a:pt x="346572" y="1689361"/>
                </a:moveTo>
                <a:lnTo>
                  <a:pt x="346770" y="1689477"/>
                </a:lnTo>
                <a:lnTo>
                  <a:pt x="347844" y="1689515"/>
                </a:lnTo>
                <a:close/>
                <a:moveTo>
                  <a:pt x="880601" y="493255"/>
                </a:moveTo>
                <a:lnTo>
                  <a:pt x="880603" y="493265"/>
                </a:lnTo>
                <a:lnTo>
                  <a:pt x="880639" y="493188"/>
                </a:lnTo>
                <a:close/>
                <a:moveTo>
                  <a:pt x="309283" y="1772507"/>
                </a:moveTo>
                <a:lnTo>
                  <a:pt x="320808" y="1773001"/>
                </a:lnTo>
                <a:lnTo>
                  <a:pt x="321770" y="1768492"/>
                </a:lnTo>
                <a:lnTo>
                  <a:pt x="314905" y="1762750"/>
                </a:lnTo>
                <a:close/>
                <a:moveTo>
                  <a:pt x="946320" y="345893"/>
                </a:moveTo>
                <a:lnTo>
                  <a:pt x="945863" y="348050"/>
                </a:lnTo>
                <a:lnTo>
                  <a:pt x="947607" y="352608"/>
                </a:lnTo>
                <a:lnTo>
                  <a:pt x="949016" y="349728"/>
                </a:lnTo>
                <a:close/>
                <a:moveTo>
                  <a:pt x="308654" y="1773599"/>
                </a:moveTo>
                <a:lnTo>
                  <a:pt x="314004" y="1776790"/>
                </a:lnTo>
                <a:lnTo>
                  <a:pt x="320871" y="1775838"/>
                </a:lnTo>
                <a:lnTo>
                  <a:pt x="321641" y="1775721"/>
                </a:lnTo>
                <a:lnTo>
                  <a:pt x="321631" y="1775702"/>
                </a:lnTo>
                <a:lnTo>
                  <a:pt x="321665" y="1775717"/>
                </a:lnTo>
                <a:lnTo>
                  <a:pt x="323695" y="1775408"/>
                </a:lnTo>
                <a:lnTo>
                  <a:pt x="321887" y="1775192"/>
                </a:lnTo>
                <a:lnTo>
                  <a:pt x="321651" y="1774909"/>
                </a:lnTo>
                <a:lnTo>
                  <a:pt x="324634" y="1775265"/>
                </a:lnTo>
                <a:lnTo>
                  <a:pt x="329061" y="1774591"/>
                </a:lnTo>
                <a:lnTo>
                  <a:pt x="328181" y="1773855"/>
                </a:lnTo>
                <a:lnTo>
                  <a:pt x="320800" y="1773537"/>
                </a:lnTo>
                <a:lnTo>
                  <a:pt x="320519" y="1774854"/>
                </a:lnTo>
                <a:lnTo>
                  <a:pt x="320445" y="1774702"/>
                </a:lnTo>
                <a:lnTo>
                  <a:pt x="320695" y="1773533"/>
                </a:lnTo>
                <a:lnTo>
                  <a:pt x="308982" y="1773030"/>
                </a:lnTo>
                <a:close/>
                <a:moveTo>
                  <a:pt x="926769" y="389337"/>
                </a:moveTo>
                <a:lnTo>
                  <a:pt x="925477" y="393767"/>
                </a:lnTo>
                <a:lnTo>
                  <a:pt x="926858" y="395319"/>
                </a:lnTo>
                <a:lnTo>
                  <a:pt x="927913" y="393086"/>
                </a:lnTo>
                <a:close/>
                <a:moveTo>
                  <a:pt x="351103" y="1678360"/>
                </a:moveTo>
                <a:lnTo>
                  <a:pt x="351148" y="1681903"/>
                </a:lnTo>
                <a:lnTo>
                  <a:pt x="353202" y="1682798"/>
                </a:lnTo>
                <a:lnTo>
                  <a:pt x="361716" y="1683017"/>
                </a:lnTo>
                <a:lnTo>
                  <a:pt x="362547" y="1681620"/>
                </a:lnTo>
                <a:close/>
                <a:moveTo>
                  <a:pt x="913958" y="417741"/>
                </a:moveTo>
                <a:lnTo>
                  <a:pt x="913678" y="418963"/>
                </a:lnTo>
                <a:lnTo>
                  <a:pt x="914770" y="420917"/>
                </a:lnTo>
                <a:lnTo>
                  <a:pt x="915761" y="418817"/>
                </a:lnTo>
                <a:close/>
                <a:moveTo>
                  <a:pt x="908276" y="430259"/>
                </a:moveTo>
                <a:lnTo>
                  <a:pt x="909703" y="431647"/>
                </a:lnTo>
                <a:lnTo>
                  <a:pt x="910029" y="430957"/>
                </a:lnTo>
                <a:close/>
                <a:moveTo>
                  <a:pt x="897663" y="453947"/>
                </a:moveTo>
                <a:lnTo>
                  <a:pt x="897172" y="456561"/>
                </a:lnTo>
                <a:lnTo>
                  <a:pt x="897714" y="457033"/>
                </a:lnTo>
                <a:lnTo>
                  <a:pt x="898818" y="454694"/>
                </a:lnTo>
                <a:lnTo>
                  <a:pt x="898581" y="454312"/>
                </a:lnTo>
                <a:close/>
                <a:moveTo>
                  <a:pt x="897837" y="453110"/>
                </a:moveTo>
                <a:lnTo>
                  <a:pt x="897815" y="453204"/>
                </a:lnTo>
                <a:lnTo>
                  <a:pt x="897921" y="453247"/>
                </a:lnTo>
                <a:close/>
                <a:moveTo>
                  <a:pt x="306192" y="1777872"/>
                </a:moveTo>
                <a:lnTo>
                  <a:pt x="311228" y="1777174"/>
                </a:lnTo>
                <a:lnTo>
                  <a:pt x="307779" y="1775118"/>
                </a:lnTo>
                <a:close/>
                <a:moveTo>
                  <a:pt x="372368" y="1629670"/>
                </a:moveTo>
                <a:lnTo>
                  <a:pt x="372694" y="1630071"/>
                </a:lnTo>
                <a:lnTo>
                  <a:pt x="373144" y="1630412"/>
                </a:lnTo>
                <a:lnTo>
                  <a:pt x="376916" y="1631172"/>
                </a:lnTo>
                <a:lnTo>
                  <a:pt x="376438" y="1630718"/>
                </a:lnTo>
                <a:close/>
                <a:moveTo>
                  <a:pt x="351088" y="1677222"/>
                </a:moveTo>
                <a:lnTo>
                  <a:pt x="351098" y="1678048"/>
                </a:lnTo>
                <a:lnTo>
                  <a:pt x="362705" y="1681354"/>
                </a:lnTo>
                <a:lnTo>
                  <a:pt x="363188" y="1680542"/>
                </a:lnTo>
                <a:close/>
                <a:moveTo>
                  <a:pt x="947001" y="342682"/>
                </a:moveTo>
                <a:lnTo>
                  <a:pt x="946425" y="345397"/>
                </a:lnTo>
                <a:lnTo>
                  <a:pt x="949202" y="349346"/>
                </a:lnTo>
                <a:lnTo>
                  <a:pt x="949512" y="348713"/>
                </a:lnTo>
                <a:lnTo>
                  <a:pt x="948633" y="346442"/>
                </a:lnTo>
                <a:close/>
                <a:moveTo>
                  <a:pt x="927908" y="385433"/>
                </a:moveTo>
                <a:lnTo>
                  <a:pt x="927748" y="385983"/>
                </a:lnTo>
                <a:lnTo>
                  <a:pt x="929105" y="388256"/>
                </a:lnTo>
                <a:lnTo>
                  <a:pt x="929119" y="387758"/>
                </a:lnTo>
                <a:lnTo>
                  <a:pt x="928910" y="386029"/>
                </a:lnTo>
                <a:close/>
                <a:moveTo>
                  <a:pt x="305392" y="1779261"/>
                </a:moveTo>
                <a:lnTo>
                  <a:pt x="313129" y="1780903"/>
                </a:lnTo>
                <a:lnTo>
                  <a:pt x="319082" y="1781860"/>
                </a:lnTo>
                <a:lnTo>
                  <a:pt x="311641" y="1777421"/>
                </a:lnTo>
                <a:lnTo>
                  <a:pt x="306002" y="1778203"/>
                </a:lnTo>
                <a:close/>
                <a:moveTo>
                  <a:pt x="336174" y="1710145"/>
                </a:moveTo>
                <a:lnTo>
                  <a:pt x="335785" y="1711714"/>
                </a:lnTo>
                <a:lnTo>
                  <a:pt x="342334" y="1715611"/>
                </a:lnTo>
                <a:lnTo>
                  <a:pt x="343229" y="1714106"/>
                </a:lnTo>
                <a:lnTo>
                  <a:pt x="341631" y="1712530"/>
                </a:lnTo>
                <a:close/>
                <a:moveTo>
                  <a:pt x="911920" y="420896"/>
                </a:moveTo>
                <a:lnTo>
                  <a:pt x="912208" y="421680"/>
                </a:lnTo>
                <a:lnTo>
                  <a:pt x="912278" y="421377"/>
                </a:lnTo>
                <a:lnTo>
                  <a:pt x="911996" y="420964"/>
                </a:lnTo>
                <a:close/>
                <a:moveTo>
                  <a:pt x="928565" y="383182"/>
                </a:moveTo>
                <a:lnTo>
                  <a:pt x="928147" y="384613"/>
                </a:lnTo>
                <a:lnTo>
                  <a:pt x="928784" y="384993"/>
                </a:lnTo>
                <a:close/>
                <a:moveTo>
                  <a:pt x="885470" y="479661"/>
                </a:moveTo>
                <a:lnTo>
                  <a:pt x="885377" y="479995"/>
                </a:lnTo>
                <a:lnTo>
                  <a:pt x="885426" y="480090"/>
                </a:lnTo>
                <a:lnTo>
                  <a:pt x="885887" y="480429"/>
                </a:lnTo>
                <a:lnTo>
                  <a:pt x="886011" y="480210"/>
                </a:lnTo>
                <a:close/>
                <a:moveTo>
                  <a:pt x="885613" y="479144"/>
                </a:moveTo>
                <a:lnTo>
                  <a:pt x="885500" y="479552"/>
                </a:lnTo>
                <a:lnTo>
                  <a:pt x="886063" y="480120"/>
                </a:lnTo>
                <a:lnTo>
                  <a:pt x="886114" y="480029"/>
                </a:lnTo>
                <a:close/>
                <a:moveTo>
                  <a:pt x="947483" y="340410"/>
                </a:moveTo>
                <a:lnTo>
                  <a:pt x="947117" y="342134"/>
                </a:lnTo>
                <a:lnTo>
                  <a:pt x="947158" y="342227"/>
                </a:lnTo>
                <a:lnTo>
                  <a:pt x="950378" y="346940"/>
                </a:lnTo>
                <a:lnTo>
                  <a:pt x="951335" y="344982"/>
                </a:lnTo>
                <a:close/>
                <a:moveTo>
                  <a:pt x="307601" y="1772970"/>
                </a:moveTo>
                <a:lnTo>
                  <a:pt x="308460" y="1773483"/>
                </a:lnTo>
                <a:lnTo>
                  <a:pt x="308727" y="1773019"/>
                </a:lnTo>
                <a:close/>
                <a:moveTo>
                  <a:pt x="885970" y="477860"/>
                </a:moveTo>
                <a:lnTo>
                  <a:pt x="885765" y="478598"/>
                </a:lnTo>
                <a:lnTo>
                  <a:pt x="886346" y="479624"/>
                </a:lnTo>
                <a:lnTo>
                  <a:pt x="886683" y="479033"/>
                </a:lnTo>
                <a:close/>
                <a:moveTo>
                  <a:pt x="905845" y="432800"/>
                </a:moveTo>
                <a:lnTo>
                  <a:pt x="905740" y="434811"/>
                </a:lnTo>
                <a:lnTo>
                  <a:pt x="907030" y="437307"/>
                </a:lnTo>
                <a:lnTo>
                  <a:pt x="907929" y="435402"/>
                </a:lnTo>
                <a:lnTo>
                  <a:pt x="906996" y="434184"/>
                </a:lnTo>
                <a:close/>
                <a:moveTo>
                  <a:pt x="927146" y="384979"/>
                </a:moveTo>
                <a:lnTo>
                  <a:pt x="927596" y="385730"/>
                </a:lnTo>
                <a:lnTo>
                  <a:pt x="927721" y="385321"/>
                </a:lnTo>
                <a:close/>
                <a:moveTo>
                  <a:pt x="357339" y="1660864"/>
                </a:moveTo>
                <a:lnTo>
                  <a:pt x="361077" y="1664231"/>
                </a:lnTo>
                <a:lnTo>
                  <a:pt x="361435" y="1664488"/>
                </a:lnTo>
                <a:lnTo>
                  <a:pt x="364760" y="1665135"/>
                </a:lnTo>
                <a:lnTo>
                  <a:pt x="361070" y="1661840"/>
                </a:lnTo>
                <a:close/>
                <a:moveTo>
                  <a:pt x="886513" y="475898"/>
                </a:moveTo>
                <a:lnTo>
                  <a:pt x="886477" y="476031"/>
                </a:lnTo>
                <a:lnTo>
                  <a:pt x="886713" y="476136"/>
                </a:lnTo>
                <a:close/>
                <a:moveTo>
                  <a:pt x="947937" y="338272"/>
                </a:moveTo>
                <a:lnTo>
                  <a:pt x="947659" y="339578"/>
                </a:lnTo>
                <a:lnTo>
                  <a:pt x="951658" y="344322"/>
                </a:lnTo>
                <a:lnTo>
                  <a:pt x="952708" y="342173"/>
                </a:lnTo>
                <a:close/>
                <a:moveTo>
                  <a:pt x="297980" y="1793464"/>
                </a:moveTo>
                <a:lnTo>
                  <a:pt x="302689" y="1797092"/>
                </a:lnTo>
                <a:lnTo>
                  <a:pt x="302899" y="1797111"/>
                </a:lnTo>
                <a:lnTo>
                  <a:pt x="348129" y="1800503"/>
                </a:lnTo>
                <a:lnTo>
                  <a:pt x="338255" y="1797097"/>
                </a:lnTo>
                <a:lnTo>
                  <a:pt x="333625" y="1797073"/>
                </a:lnTo>
                <a:lnTo>
                  <a:pt x="333377" y="1796876"/>
                </a:lnTo>
                <a:lnTo>
                  <a:pt x="337680" y="1796899"/>
                </a:lnTo>
                <a:lnTo>
                  <a:pt x="327982" y="1793555"/>
                </a:lnTo>
                <a:lnTo>
                  <a:pt x="326903" y="1793565"/>
                </a:lnTo>
                <a:close/>
                <a:moveTo>
                  <a:pt x="886742" y="475074"/>
                </a:moveTo>
                <a:lnTo>
                  <a:pt x="886603" y="475575"/>
                </a:lnTo>
                <a:lnTo>
                  <a:pt x="887290" y="476394"/>
                </a:lnTo>
                <a:lnTo>
                  <a:pt x="888006" y="476713"/>
                </a:lnTo>
                <a:lnTo>
                  <a:pt x="888145" y="476469"/>
                </a:lnTo>
                <a:close/>
                <a:moveTo>
                  <a:pt x="884932" y="479116"/>
                </a:moveTo>
                <a:lnTo>
                  <a:pt x="885160" y="479565"/>
                </a:lnTo>
                <a:lnTo>
                  <a:pt x="885207" y="479394"/>
                </a:lnTo>
                <a:close/>
                <a:moveTo>
                  <a:pt x="887004" y="474127"/>
                </a:moveTo>
                <a:lnTo>
                  <a:pt x="886865" y="474630"/>
                </a:lnTo>
                <a:lnTo>
                  <a:pt x="887725" y="475490"/>
                </a:lnTo>
                <a:close/>
                <a:moveTo>
                  <a:pt x="863481" y="526715"/>
                </a:moveTo>
                <a:lnTo>
                  <a:pt x="863732" y="527110"/>
                </a:lnTo>
                <a:lnTo>
                  <a:pt x="863599" y="526527"/>
                </a:lnTo>
                <a:close/>
                <a:moveTo>
                  <a:pt x="912516" y="416884"/>
                </a:moveTo>
                <a:lnTo>
                  <a:pt x="913076" y="417887"/>
                </a:lnTo>
                <a:lnTo>
                  <a:pt x="913211" y="417298"/>
                </a:lnTo>
                <a:close/>
                <a:moveTo>
                  <a:pt x="862608" y="528106"/>
                </a:moveTo>
                <a:lnTo>
                  <a:pt x="862795" y="528348"/>
                </a:lnTo>
                <a:lnTo>
                  <a:pt x="862806" y="528344"/>
                </a:lnTo>
                <a:lnTo>
                  <a:pt x="862646" y="528045"/>
                </a:lnTo>
                <a:close/>
                <a:moveTo>
                  <a:pt x="338021" y="1702697"/>
                </a:moveTo>
                <a:lnTo>
                  <a:pt x="336871" y="1707334"/>
                </a:lnTo>
                <a:lnTo>
                  <a:pt x="337142" y="1707594"/>
                </a:lnTo>
                <a:lnTo>
                  <a:pt x="344167" y="1707406"/>
                </a:lnTo>
                <a:lnTo>
                  <a:pt x="347302" y="1706980"/>
                </a:lnTo>
                <a:close/>
                <a:moveTo>
                  <a:pt x="358195" y="1657463"/>
                </a:moveTo>
                <a:lnTo>
                  <a:pt x="362172" y="1660739"/>
                </a:lnTo>
                <a:lnTo>
                  <a:pt x="363063" y="1660969"/>
                </a:lnTo>
                <a:lnTo>
                  <a:pt x="358970" y="1657609"/>
                </a:lnTo>
                <a:close/>
                <a:moveTo>
                  <a:pt x="351040" y="1673359"/>
                </a:moveTo>
                <a:lnTo>
                  <a:pt x="351065" y="1675385"/>
                </a:lnTo>
                <a:lnTo>
                  <a:pt x="354926" y="1676450"/>
                </a:lnTo>
                <a:lnTo>
                  <a:pt x="351065" y="1675421"/>
                </a:lnTo>
                <a:lnTo>
                  <a:pt x="351082" y="1676743"/>
                </a:lnTo>
                <a:lnTo>
                  <a:pt x="363526" y="1679973"/>
                </a:lnTo>
                <a:lnTo>
                  <a:pt x="363644" y="1679775"/>
                </a:lnTo>
                <a:lnTo>
                  <a:pt x="361477" y="1678196"/>
                </a:lnTo>
                <a:lnTo>
                  <a:pt x="359520" y="1677674"/>
                </a:lnTo>
                <a:lnTo>
                  <a:pt x="361346" y="1678100"/>
                </a:lnTo>
                <a:lnTo>
                  <a:pt x="360245" y="1677298"/>
                </a:lnTo>
                <a:lnTo>
                  <a:pt x="359755" y="1676882"/>
                </a:lnTo>
                <a:close/>
                <a:moveTo>
                  <a:pt x="313027" y="1758462"/>
                </a:moveTo>
                <a:lnTo>
                  <a:pt x="315821" y="1760706"/>
                </a:lnTo>
                <a:lnTo>
                  <a:pt x="316444" y="1759624"/>
                </a:lnTo>
                <a:close/>
                <a:moveTo>
                  <a:pt x="884927" y="477118"/>
                </a:moveTo>
                <a:lnTo>
                  <a:pt x="885539" y="478198"/>
                </a:lnTo>
                <a:lnTo>
                  <a:pt x="885738" y="477480"/>
                </a:lnTo>
                <a:close/>
                <a:moveTo>
                  <a:pt x="314712" y="1753828"/>
                </a:moveTo>
                <a:lnTo>
                  <a:pt x="318737" y="1755645"/>
                </a:lnTo>
                <a:lnTo>
                  <a:pt x="318896" y="1755368"/>
                </a:lnTo>
                <a:close/>
                <a:moveTo>
                  <a:pt x="884695" y="477522"/>
                </a:moveTo>
                <a:lnTo>
                  <a:pt x="884554" y="478372"/>
                </a:lnTo>
                <a:lnTo>
                  <a:pt x="884785" y="478827"/>
                </a:lnTo>
                <a:lnTo>
                  <a:pt x="885237" y="479285"/>
                </a:lnTo>
                <a:lnTo>
                  <a:pt x="885387" y="478744"/>
                </a:lnTo>
                <a:close/>
                <a:moveTo>
                  <a:pt x="338681" y="1700035"/>
                </a:moveTo>
                <a:lnTo>
                  <a:pt x="338196" y="1701991"/>
                </a:lnTo>
                <a:lnTo>
                  <a:pt x="347798" y="1706423"/>
                </a:lnTo>
                <a:lnTo>
                  <a:pt x="349596" y="1703400"/>
                </a:lnTo>
                <a:lnTo>
                  <a:pt x="342309" y="1700069"/>
                </a:lnTo>
                <a:close/>
                <a:moveTo>
                  <a:pt x="303501" y="1778549"/>
                </a:moveTo>
                <a:lnTo>
                  <a:pt x="304824" y="1779140"/>
                </a:lnTo>
                <a:lnTo>
                  <a:pt x="305159" y="1779211"/>
                </a:lnTo>
                <a:lnTo>
                  <a:pt x="305718" y="1778242"/>
                </a:lnTo>
                <a:close/>
                <a:moveTo>
                  <a:pt x="906024" y="429366"/>
                </a:moveTo>
                <a:lnTo>
                  <a:pt x="905873" y="432270"/>
                </a:lnTo>
                <a:lnTo>
                  <a:pt x="908128" y="434983"/>
                </a:lnTo>
                <a:lnTo>
                  <a:pt x="909552" y="431967"/>
                </a:lnTo>
                <a:lnTo>
                  <a:pt x="907463" y="429938"/>
                </a:lnTo>
                <a:close/>
                <a:moveTo>
                  <a:pt x="910906" y="418129"/>
                </a:moveTo>
                <a:lnTo>
                  <a:pt x="911684" y="420251"/>
                </a:lnTo>
                <a:lnTo>
                  <a:pt x="912391" y="420880"/>
                </a:lnTo>
                <a:lnTo>
                  <a:pt x="912452" y="420615"/>
                </a:lnTo>
                <a:lnTo>
                  <a:pt x="911174" y="418417"/>
                </a:lnTo>
                <a:close/>
                <a:moveTo>
                  <a:pt x="862192" y="527201"/>
                </a:moveTo>
                <a:lnTo>
                  <a:pt x="862200" y="527660"/>
                </a:lnTo>
                <a:lnTo>
                  <a:pt x="862252" y="527710"/>
                </a:lnTo>
                <a:lnTo>
                  <a:pt x="862367" y="527526"/>
                </a:lnTo>
                <a:close/>
                <a:moveTo>
                  <a:pt x="862819" y="525675"/>
                </a:moveTo>
                <a:lnTo>
                  <a:pt x="863176" y="526236"/>
                </a:lnTo>
                <a:lnTo>
                  <a:pt x="863404" y="525874"/>
                </a:lnTo>
                <a:lnTo>
                  <a:pt x="863005" y="525297"/>
                </a:lnTo>
                <a:close/>
                <a:moveTo>
                  <a:pt x="377472" y="1612362"/>
                </a:moveTo>
                <a:lnTo>
                  <a:pt x="378683" y="1613358"/>
                </a:lnTo>
                <a:lnTo>
                  <a:pt x="379219" y="1613416"/>
                </a:lnTo>
                <a:lnTo>
                  <a:pt x="377992" y="1612291"/>
                </a:lnTo>
                <a:lnTo>
                  <a:pt x="377652" y="1612109"/>
                </a:lnTo>
                <a:close/>
                <a:moveTo>
                  <a:pt x="339213" y="1697893"/>
                </a:moveTo>
                <a:lnTo>
                  <a:pt x="339128" y="1698236"/>
                </a:lnTo>
                <a:lnTo>
                  <a:pt x="339635" y="1698468"/>
                </a:lnTo>
                <a:lnTo>
                  <a:pt x="341173" y="1698631"/>
                </a:lnTo>
                <a:close/>
                <a:moveTo>
                  <a:pt x="906065" y="428578"/>
                </a:moveTo>
                <a:lnTo>
                  <a:pt x="906054" y="428779"/>
                </a:lnTo>
                <a:lnTo>
                  <a:pt x="906421" y="428924"/>
                </a:lnTo>
                <a:close/>
                <a:moveTo>
                  <a:pt x="889264" y="465979"/>
                </a:moveTo>
                <a:lnTo>
                  <a:pt x="887156" y="473581"/>
                </a:lnTo>
                <a:lnTo>
                  <a:pt x="888486" y="475870"/>
                </a:lnTo>
                <a:lnTo>
                  <a:pt x="890411" y="472496"/>
                </a:lnTo>
                <a:lnTo>
                  <a:pt x="890518" y="472269"/>
                </a:lnTo>
                <a:close/>
                <a:moveTo>
                  <a:pt x="917281" y="403231"/>
                </a:moveTo>
                <a:lnTo>
                  <a:pt x="914102" y="417110"/>
                </a:lnTo>
                <a:lnTo>
                  <a:pt x="916026" y="418257"/>
                </a:lnTo>
                <a:lnTo>
                  <a:pt x="921067" y="407581"/>
                </a:lnTo>
                <a:close/>
                <a:moveTo>
                  <a:pt x="343779" y="1687378"/>
                </a:moveTo>
                <a:lnTo>
                  <a:pt x="345653" y="1688819"/>
                </a:lnTo>
                <a:lnTo>
                  <a:pt x="345951" y="1688995"/>
                </a:lnTo>
                <a:lnTo>
                  <a:pt x="350471" y="1689480"/>
                </a:lnTo>
                <a:lnTo>
                  <a:pt x="350304" y="1687546"/>
                </a:lnTo>
                <a:close/>
                <a:moveTo>
                  <a:pt x="879378" y="487696"/>
                </a:moveTo>
                <a:lnTo>
                  <a:pt x="880035" y="490685"/>
                </a:lnTo>
                <a:lnTo>
                  <a:pt x="881176" y="488686"/>
                </a:lnTo>
                <a:lnTo>
                  <a:pt x="880958" y="488302"/>
                </a:lnTo>
                <a:close/>
                <a:moveTo>
                  <a:pt x="901110" y="438816"/>
                </a:moveTo>
                <a:lnTo>
                  <a:pt x="900885" y="439800"/>
                </a:lnTo>
                <a:lnTo>
                  <a:pt x="904106" y="443496"/>
                </a:lnTo>
                <a:lnTo>
                  <a:pt x="904248" y="443194"/>
                </a:lnTo>
                <a:lnTo>
                  <a:pt x="904337" y="441508"/>
                </a:lnTo>
                <a:close/>
                <a:moveTo>
                  <a:pt x="355966" y="1659429"/>
                </a:moveTo>
                <a:lnTo>
                  <a:pt x="356042" y="1659510"/>
                </a:lnTo>
                <a:lnTo>
                  <a:pt x="359501" y="1660439"/>
                </a:lnTo>
                <a:lnTo>
                  <a:pt x="359344" y="1660298"/>
                </a:lnTo>
                <a:close/>
                <a:moveTo>
                  <a:pt x="894823" y="452818"/>
                </a:moveTo>
                <a:lnTo>
                  <a:pt x="895710" y="457272"/>
                </a:lnTo>
                <a:lnTo>
                  <a:pt x="896185" y="457559"/>
                </a:lnTo>
                <a:lnTo>
                  <a:pt x="896499" y="456187"/>
                </a:lnTo>
                <a:lnTo>
                  <a:pt x="895549" y="455361"/>
                </a:lnTo>
                <a:lnTo>
                  <a:pt x="895808" y="455375"/>
                </a:lnTo>
                <a:lnTo>
                  <a:pt x="896540" y="456011"/>
                </a:lnTo>
                <a:lnTo>
                  <a:pt x="897067" y="453710"/>
                </a:lnTo>
                <a:close/>
                <a:moveTo>
                  <a:pt x="351002" y="1670413"/>
                </a:moveTo>
                <a:lnTo>
                  <a:pt x="351009" y="1670917"/>
                </a:lnTo>
                <a:lnTo>
                  <a:pt x="352063" y="1671276"/>
                </a:lnTo>
                <a:lnTo>
                  <a:pt x="353687" y="1671739"/>
                </a:lnTo>
                <a:lnTo>
                  <a:pt x="352182" y="1670463"/>
                </a:lnTo>
                <a:close/>
                <a:moveTo>
                  <a:pt x="340045" y="1694536"/>
                </a:moveTo>
                <a:lnTo>
                  <a:pt x="339297" y="1697553"/>
                </a:lnTo>
                <a:lnTo>
                  <a:pt x="342640" y="1698760"/>
                </a:lnTo>
                <a:lnTo>
                  <a:pt x="345573" y="1698786"/>
                </a:lnTo>
                <a:close/>
                <a:moveTo>
                  <a:pt x="333200" y="1709766"/>
                </a:moveTo>
                <a:lnTo>
                  <a:pt x="333801" y="1710534"/>
                </a:lnTo>
                <a:lnTo>
                  <a:pt x="335412" y="1711493"/>
                </a:lnTo>
                <a:lnTo>
                  <a:pt x="335789" y="1709976"/>
                </a:lnTo>
                <a:lnTo>
                  <a:pt x="335236" y="1709734"/>
                </a:lnTo>
                <a:close/>
                <a:moveTo>
                  <a:pt x="906168" y="426588"/>
                </a:moveTo>
                <a:lnTo>
                  <a:pt x="906088" y="428134"/>
                </a:lnTo>
                <a:lnTo>
                  <a:pt x="907233" y="429247"/>
                </a:lnTo>
                <a:lnTo>
                  <a:pt x="910040" y="430362"/>
                </a:lnTo>
                <a:close/>
                <a:moveTo>
                  <a:pt x="350990" y="1669453"/>
                </a:moveTo>
                <a:lnTo>
                  <a:pt x="350992" y="1669614"/>
                </a:lnTo>
                <a:lnTo>
                  <a:pt x="351181" y="1669615"/>
                </a:lnTo>
                <a:close/>
                <a:moveTo>
                  <a:pt x="328650" y="1719287"/>
                </a:moveTo>
                <a:lnTo>
                  <a:pt x="332750" y="1722226"/>
                </a:lnTo>
                <a:lnTo>
                  <a:pt x="332913" y="1721572"/>
                </a:lnTo>
                <a:lnTo>
                  <a:pt x="332034" y="1720446"/>
                </a:lnTo>
                <a:lnTo>
                  <a:pt x="329365" y="1719557"/>
                </a:lnTo>
                <a:close/>
                <a:moveTo>
                  <a:pt x="883622" y="476537"/>
                </a:moveTo>
                <a:lnTo>
                  <a:pt x="884448" y="478163"/>
                </a:lnTo>
                <a:lnTo>
                  <a:pt x="884587" y="477329"/>
                </a:lnTo>
                <a:lnTo>
                  <a:pt x="884311" y="476843"/>
                </a:lnTo>
                <a:close/>
                <a:moveTo>
                  <a:pt x="901927" y="435250"/>
                </a:moveTo>
                <a:lnTo>
                  <a:pt x="901317" y="437913"/>
                </a:lnTo>
                <a:lnTo>
                  <a:pt x="903731" y="439926"/>
                </a:lnTo>
                <a:close/>
                <a:moveTo>
                  <a:pt x="943502" y="341886"/>
                </a:moveTo>
                <a:lnTo>
                  <a:pt x="945606" y="347381"/>
                </a:lnTo>
                <a:lnTo>
                  <a:pt x="946014" y="345458"/>
                </a:lnTo>
                <a:close/>
                <a:moveTo>
                  <a:pt x="356532" y="1656094"/>
                </a:moveTo>
                <a:lnTo>
                  <a:pt x="357337" y="1656756"/>
                </a:lnTo>
                <a:lnTo>
                  <a:pt x="357813" y="1656846"/>
                </a:lnTo>
                <a:close/>
                <a:moveTo>
                  <a:pt x="945188" y="337687"/>
                </a:moveTo>
                <a:lnTo>
                  <a:pt x="946850" y="341518"/>
                </a:lnTo>
                <a:lnTo>
                  <a:pt x="947165" y="340032"/>
                </a:lnTo>
                <a:close/>
                <a:moveTo>
                  <a:pt x="919200" y="394857"/>
                </a:moveTo>
                <a:lnTo>
                  <a:pt x="918565" y="397627"/>
                </a:lnTo>
                <a:lnTo>
                  <a:pt x="922784" y="402265"/>
                </a:lnTo>
                <a:lnTo>
                  <a:pt x="923216" y="400735"/>
                </a:lnTo>
                <a:close/>
                <a:moveTo>
                  <a:pt x="909952" y="415356"/>
                </a:moveTo>
                <a:lnTo>
                  <a:pt x="911660" y="418296"/>
                </a:lnTo>
                <a:lnTo>
                  <a:pt x="912498" y="419194"/>
                </a:lnTo>
                <a:lnTo>
                  <a:pt x="910809" y="415866"/>
                </a:lnTo>
                <a:close/>
                <a:moveTo>
                  <a:pt x="873296" y="497165"/>
                </a:moveTo>
                <a:lnTo>
                  <a:pt x="873622" y="499258"/>
                </a:lnTo>
                <a:lnTo>
                  <a:pt x="873485" y="497399"/>
                </a:lnTo>
                <a:close/>
                <a:moveTo>
                  <a:pt x="884038" y="472942"/>
                </a:moveTo>
                <a:lnTo>
                  <a:pt x="885773" y="475557"/>
                </a:lnTo>
                <a:lnTo>
                  <a:pt x="885906" y="475776"/>
                </a:lnTo>
                <a:lnTo>
                  <a:pt x="886177" y="475897"/>
                </a:lnTo>
                <a:lnTo>
                  <a:pt x="886261" y="475596"/>
                </a:lnTo>
                <a:close/>
                <a:moveTo>
                  <a:pt x="903213" y="429637"/>
                </a:moveTo>
                <a:lnTo>
                  <a:pt x="903168" y="429832"/>
                </a:lnTo>
                <a:lnTo>
                  <a:pt x="904782" y="432955"/>
                </a:lnTo>
                <a:lnTo>
                  <a:pt x="904790" y="432802"/>
                </a:lnTo>
                <a:lnTo>
                  <a:pt x="904895" y="431658"/>
                </a:lnTo>
                <a:close/>
                <a:moveTo>
                  <a:pt x="278724" y="1827661"/>
                </a:moveTo>
                <a:lnTo>
                  <a:pt x="290561" y="1831097"/>
                </a:lnTo>
                <a:lnTo>
                  <a:pt x="311430" y="1836853"/>
                </a:lnTo>
                <a:lnTo>
                  <a:pt x="343640" y="1833366"/>
                </a:lnTo>
                <a:lnTo>
                  <a:pt x="338536" y="1829434"/>
                </a:lnTo>
                <a:lnTo>
                  <a:pt x="336116" y="1829330"/>
                </a:lnTo>
                <a:lnTo>
                  <a:pt x="335872" y="1829079"/>
                </a:lnTo>
                <a:lnTo>
                  <a:pt x="338206" y="1829179"/>
                </a:lnTo>
                <a:lnTo>
                  <a:pt x="337627" y="1828733"/>
                </a:lnTo>
                <a:lnTo>
                  <a:pt x="305620" y="1829221"/>
                </a:lnTo>
                <a:close/>
                <a:moveTo>
                  <a:pt x="350944" y="1665768"/>
                </a:moveTo>
                <a:lnTo>
                  <a:pt x="350945" y="1665849"/>
                </a:lnTo>
                <a:lnTo>
                  <a:pt x="351185" y="1666025"/>
                </a:lnTo>
                <a:close/>
                <a:moveTo>
                  <a:pt x="344483" y="1680158"/>
                </a:moveTo>
                <a:lnTo>
                  <a:pt x="343645" y="1682552"/>
                </a:lnTo>
                <a:lnTo>
                  <a:pt x="349313" y="1682698"/>
                </a:lnTo>
                <a:close/>
                <a:moveTo>
                  <a:pt x="903505" y="428364"/>
                </a:moveTo>
                <a:lnTo>
                  <a:pt x="903314" y="429196"/>
                </a:lnTo>
                <a:lnTo>
                  <a:pt x="904942" y="431153"/>
                </a:lnTo>
                <a:lnTo>
                  <a:pt x="905139" y="429014"/>
                </a:lnTo>
                <a:close/>
                <a:moveTo>
                  <a:pt x="878593" y="484123"/>
                </a:moveTo>
                <a:lnTo>
                  <a:pt x="879307" y="487372"/>
                </a:lnTo>
                <a:lnTo>
                  <a:pt x="880743" y="487923"/>
                </a:lnTo>
                <a:close/>
                <a:moveTo>
                  <a:pt x="321349" y="1731594"/>
                </a:moveTo>
                <a:lnTo>
                  <a:pt x="329531" y="1735211"/>
                </a:lnTo>
                <a:lnTo>
                  <a:pt x="329805" y="1734103"/>
                </a:lnTo>
                <a:close/>
                <a:moveTo>
                  <a:pt x="873348" y="495542"/>
                </a:moveTo>
                <a:lnTo>
                  <a:pt x="873312" y="496582"/>
                </a:lnTo>
                <a:lnTo>
                  <a:pt x="873436" y="496736"/>
                </a:lnTo>
                <a:close/>
                <a:moveTo>
                  <a:pt x="359010" y="1646978"/>
                </a:moveTo>
                <a:lnTo>
                  <a:pt x="362346" y="1649207"/>
                </a:lnTo>
                <a:lnTo>
                  <a:pt x="363618" y="1649056"/>
                </a:lnTo>
                <a:lnTo>
                  <a:pt x="361756" y="1646710"/>
                </a:lnTo>
                <a:lnTo>
                  <a:pt x="361132" y="1646778"/>
                </a:lnTo>
                <a:close/>
                <a:moveTo>
                  <a:pt x="934366" y="358578"/>
                </a:moveTo>
                <a:lnTo>
                  <a:pt x="935713" y="369694"/>
                </a:lnTo>
                <a:lnTo>
                  <a:pt x="937945" y="372377"/>
                </a:lnTo>
                <a:lnTo>
                  <a:pt x="940821" y="366492"/>
                </a:lnTo>
                <a:close/>
                <a:moveTo>
                  <a:pt x="345655" y="1676809"/>
                </a:moveTo>
                <a:lnTo>
                  <a:pt x="344835" y="1679153"/>
                </a:lnTo>
                <a:lnTo>
                  <a:pt x="349767" y="1681301"/>
                </a:lnTo>
                <a:lnTo>
                  <a:pt x="349474" y="1677896"/>
                </a:lnTo>
                <a:close/>
                <a:moveTo>
                  <a:pt x="862148" y="520150"/>
                </a:moveTo>
                <a:lnTo>
                  <a:pt x="862108" y="520261"/>
                </a:lnTo>
                <a:lnTo>
                  <a:pt x="862147" y="520309"/>
                </a:lnTo>
                <a:lnTo>
                  <a:pt x="862165" y="520225"/>
                </a:lnTo>
                <a:close/>
                <a:moveTo>
                  <a:pt x="345999" y="1675826"/>
                </a:moveTo>
                <a:lnTo>
                  <a:pt x="345754" y="1676526"/>
                </a:lnTo>
                <a:lnTo>
                  <a:pt x="349447" y="1677577"/>
                </a:lnTo>
                <a:lnTo>
                  <a:pt x="349376" y="1676752"/>
                </a:lnTo>
                <a:close/>
                <a:moveTo>
                  <a:pt x="903931" y="426505"/>
                </a:moveTo>
                <a:lnTo>
                  <a:pt x="903630" y="427816"/>
                </a:lnTo>
                <a:lnTo>
                  <a:pt x="905192" y="428436"/>
                </a:lnTo>
                <a:lnTo>
                  <a:pt x="905252" y="427789"/>
                </a:lnTo>
                <a:close/>
                <a:moveTo>
                  <a:pt x="894470" y="447677"/>
                </a:moveTo>
                <a:lnTo>
                  <a:pt x="894070" y="449045"/>
                </a:lnTo>
                <a:lnTo>
                  <a:pt x="894649" y="451947"/>
                </a:lnTo>
                <a:lnTo>
                  <a:pt x="897236" y="452974"/>
                </a:lnTo>
                <a:lnTo>
                  <a:pt x="897375" y="452366"/>
                </a:lnTo>
                <a:close/>
                <a:moveTo>
                  <a:pt x="346561" y="1674220"/>
                </a:moveTo>
                <a:lnTo>
                  <a:pt x="346129" y="1675457"/>
                </a:lnTo>
                <a:lnTo>
                  <a:pt x="349336" y="1676289"/>
                </a:lnTo>
                <a:lnTo>
                  <a:pt x="349220" y="1674929"/>
                </a:lnTo>
                <a:close/>
                <a:moveTo>
                  <a:pt x="920607" y="388711"/>
                </a:moveTo>
                <a:lnTo>
                  <a:pt x="919262" y="394581"/>
                </a:lnTo>
                <a:lnTo>
                  <a:pt x="923323" y="400356"/>
                </a:lnTo>
                <a:lnTo>
                  <a:pt x="924447" y="396375"/>
                </a:lnTo>
                <a:lnTo>
                  <a:pt x="922635" y="390988"/>
                </a:lnTo>
                <a:close/>
                <a:moveTo>
                  <a:pt x="883396" y="471744"/>
                </a:moveTo>
                <a:lnTo>
                  <a:pt x="886350" y="475272"/>
                </a:lnTo>
                <a:lnTo>
                  <a:pt x="886478" y="474810"/>
                </a:lnTo>
                <a:close/>
                <a:moveTo>
                  <a:pt x="904323" y="424790"/>
                </a:moveTo>
                <a:lnTo>
                  <a:pt x="904018" y="426123"/>
                </a:lnTo>
                <a:lnTo>
                  <a:pt x="905291" y="427360"/>
                </a:lnTo>
                <a:lnTo>
                  <a:pt x="905429" y="425867"/>
                </a:lnTo>
                <a:close/>
                <a:moveTo>
                  <a:pt x="347380" y="1671879"/>
                </a:moveTo>
                <a:lnTo>
                  <a:pt x="346586" y="1674150"/>
                </a:lnTo>
                <a:lnTo>
                  <a:pt x="349215" y="1674875"/>
                </a:lnTo>
                <a:lnTo>
                  <a:pt x="349014" y="1672540"/>
                </a:lnTo>
                <a:close/>
                <a:moveTo>
                  <a:pt x="921107" y="386531"/>
                </a:moveTo>
                <a:lnTo>
                  <a:pt x="920681" y="388389"/>
                </a:lnTo>
                <a:lnTo>
                  <a:pt x="920689" y="388390"/>
                </a:lnTo>
                <a:lnTo>
                  <a:pt x="922411" y="390323"/>
                </a:lnTo>
                <a:lnTo>
                  <a:pt x="921243" y="386856"/>
                </a:lnTo>
                <a:close/>
                <a:moveTo>
                  <a:pt x="348749" y="1667969"/>
                </a:moveTo>
                <a:lnTo>
                  <a:pt x="348175" y="1669608"/>
                </a:lnTo>
                <a:lnTo>
                  <a:pt x="348769" y="1669609"/>
                </a:lnTo>
                <a:close/>
                <a:moveTo>
                  <a:pt x="869549" y="501682"/>
                </a:moveTo>
                <a:lnTo>
                  <a:pt x="869424" y="502982"/>
                </a:lnTo>
                <a:lnTo>
                  <a:pt x="869860" y="503817"/>
                </a:lnTo>
                <a:lnTo>
                  <a:pt x="869871" y="501913"/>
                </a:lnTo>
                <a:close/>
                <a:moveTo>
                  <a:pt x="906602" y="418271"/>
                </a:moveTo>
                <a:lnTo>
                  <a:pt x="906203" y="425926"/>
                </a:lnTo>
                <a:lnTo>
                  <a:pt x="910337" y="429848"/>
                </a:lnTo>
                <a:lnTo>
                  <a:pt x="910402" y="429562"/>
                </a:lnTo>
                <a:close/>
                <a:moveTo>
                  <a:pt x="902189" y="427842"/>
                </a:moveTo>
                <a:lnTo>
                  <a:pt x="902819" y="428599"/>
                </a:lnTo>
                <a:lnTo>
                  <a:pt x="902925" y="428135"/>
                </a:lnTo>
                <a:close/>
                <a:moveTo>
                  <a:pt x="322830" y="1724995"/>
                </a:moveTo>
                <a:lnTo>
                  <a:pt x="331202" y="1728472"/>
                </a:lnTo>
                <a:lnTo>
                  <a:pt x="331628" y="1726753"/>
                </a:lnTo>
                <a:close/>
                <a:moveTo>
                  <a:pt x="907816" y="414811"/>
                </a:moveTo>
                <a:lnTo>
                  <a:pt x="909262" y="416939"/>
                </a:lnTo>
                <a:lnTo>
                  <a:pt x="907859" y="414959"/>
                </a:lnTo>
                <a:lnTo>
                  <a:pt x="910572" y="419191"/>
                </a:lnTo>
                <a:lnTo>
                  <a:pt x="910311" y="418483"/>
                </a:lnTo>
                <a:lnTo>
                  <a:pt x="909262" y="416939"/>
                </a:lnTo>
                <a:lnTo>
                  <a:pt x="910263" y="418352"/>
                </a:lnTo>
                <a:lnTo>
                  <a:pt x="909704" y="416836"/>
                </a:lnTo>
                <a:close/>
                <a:moveTo>
                  <a:pt x="333863" y="1699992"/>
                </a:moveTo>
                <a:lnTo>
                  <a:pt x="337812" y="1701815"/>
                </a:lnTo>
                <a:lnTo>
                  <a:pt x="338255" y="1700032"/>
                </a:lnTo>
                <a:close/>
                <a:moveTo>
                  <a:pt x="353241" y="1656526"/>
                </a:moveTo>
                <a:lnTo>
                  <a:pt x="355611" y="1659050"/>
                </a:lnTo>
                <a:lnTo>
                  <a:pt x="358892" y="1659895"/>
                </a:lnTo>
                <a:lnTo>
                  <a:pt x="355627" y="1656979"/>
                </a:lnTo>
                <a:lnTo>
                  <a:pt x="353500" y="1656578"/>
                </a:lnTo>
                <a:close/>
                <a:moveTo>
                  <a:pt x="869708" y="500030"/>
                </a:moveTo>
                <a:lnTo>
                  <a:pt x="869583" y="501337"/>
                </a:lnTo>
                <a:lnTo>
                  <a:pt x="869874" y="501546"/>
                </a:lnTo>
                <a:lnTo>
                  <a:pt x="869883" y="500172"/>
                </a:lnTo>
                <a:lnTo>
                  <a:pt x="869875" y="500156"/>
                </a:lnTo>
                <a:close/>
                <a:moveTo>
                  <a:pt x="358562" y="1644408"/>
                </a:moveTo>
                <a:lnTo>
                  <a:pt x="360416" y="1645022"/>
                </a:lnTo>
                <a:lnTo>
                  <a:pt x="359085" y="1643344"/>
                </a:lnTo>
                <a:close/>
                <a:moveTo>
                  <a:pt x="357450" y="1646672"/>
                </a:moveTo>
                <a:lnTo>
                  <a:pt x="358088" y="1646602"/>
                </a:lnTo>
                <a:lnTo>
                  <a:pt x="357873" y="1646459"/>
                </a:lnTo>
                <a:lnTo>
                  <a:pt x="357774" y="1646153"/>
                </a:lnTo>
                <a:lnTo>
                  <a:pt x="358396" y="1646569"/>
                </a:lnTo>
                <a:lnTo>
                  <a:pt x="361026" y="1646285"/>
                </a:lnTo>
                <a:lnTo>
                  <a:pt x="358391" y="1645406"/>
                </a:lnTo>
                <a:lnTo>
                  <a:pt x="358088" y="1645373"/>
                </a:lnTo>
                <a:close/>
                <a:moveTo>
                  <a:pt x="356686" y="1648228"/>
                </a:moveTo>
                <a:lnTo>
                  <a:pt x="359643" y="1649527"/>
                </a:lnTo>
                <a:lnTo>
                  <a:pt x="362042" y="1649243"/>
                </a:lnTo>
                <a:lnTo>
                  <a:pt x="358696" y="1647008"/>
                </a:lnTo>
                <a:lnTo>
                  <a:pt x="357217" y="1647147"/>
                </a:lnTo>
                <a:close/>
                <a:moveTo>
                  <a:pt x="922144" y="381998"/>
                </a:moveTo>
                <a:lnTo>
                  <a:pt x="921466" y="384959"/>
                </a:lnTo>
                <a:lnTo>
                  <a:pt x="924892" y="393110"/>
                </a:lnTo>
                <a:lnTo>
                  <a:pt x="925254" y="393517"/>
                </a:lnTo>
                <a:lnTo>
                  <a:pt x="925785" y="391637"/>
                </a:lnTo>
                <a:lnTo>
                  <a:pt x="926600" y="388978"/>
                </a:lnTo>
                <a:lnTo>
                  <a:pt x="922376" y="382970"/>
                </a:lnTo>
                <a:lnTo>
                  <a:pt x="922805" y="383100"/>
                </a:lnTo>
                <a:lnTo>
                  <a:pt x="926446" y="388278"/>
                </a:lnTo>
                <a:lnTo>
                  <a:pt x="926211" y="387509"/>
                </a:lnTo>
                <a:lnTo>
                  <a:pt x="924657" y="383496"/>
                </a:lnTo>
                <a:close/>
                <a:moveTo>
                  <a:pt x="893478" y="446075"/>
                </a:moveTo>
                <a:lnTo>
                  <a:pt x="894009" y="448736"/>
                </a:lnTo>
                <a:lnTo>
                  <a:pt x="894367" y="447510"/>
                </a:lnTo>
                <a:close/>
                <a:moveTo>
                  <a:pt x="906717" y="416264"/>
                </a:moveTo>
                <a:lnTo>
                  <a:pt x="906699" y="416468"/>
                </a:lnTo>
                <a:lnTo>
                  <a:pt x="911037" y="426793"/>
                </a:lnTo>
                <a:lnTo>
                  <a:pt x="911934" y="422876"/>
                </a:lnTo>
                <a:lnTo>
                  <a:pt x="911117" y="420665"/>
                </a:lnTo>
                <a:lnTo>
                  <a:pt x="910470" y="419604"/>
                </a:lnTo>
                <a:close/>
                <a:moveTo>
                  <a:pt x="953777" y="310742"/>
                </a:moveTo>
                <a:lnTo>
                  <a:pt x="948000" y="337971"/>
                </a:lnTo>
                <a:lnTo>
                  <a:pt x="952831" y="341920"/>
                </a:lnTo>
                <a:lnTo>
                  <a:pt x="957761" y="331835"/>
                </a:lnTo>
                <a:lnTo>
                  <a:pt x="958211" y="331618"/>
                </a:lnTo>
                <a:lnTo>
                  <a:pt x="953077" y="342121"/>
                </a:lnTo>
                <a:lnTo>
                  <a:pt x="964486" y="351449"/>
                </a:lnTo>
                <a:lnTo>
                  <a:pt x="964528" y="351382"/>
                </a:lnTo>
                <a:lnTo>
                  <a:pt x="963789" y="345278"/>
                </a:lnTo>
                <a:close/>
                <a:moveTo>
                  <a:pt x="907639" y="413978"/>
                </a:moveTo>
                <a:lnTo>
                  <a:pt x="909310" y="415771"/>
                </a:lnTo>
                <a:lnTo>
                  <a:pt x="908931" y="414748"/>
                </a:lnTo>
                <a:close/>
                <a:moveTo>
                  <a:pt x="353113" y="1655500"/>
                </a:moveTo>
                <a:lnTo>
                  <a:pt x="352962" y="1655932"/>
                </a:lnTo>
                <a:lnTo>
                  <a:pt x="354854" y="1656289"/>
                </a:lnTo>
                <a:lnTo>
                  <a:pt x="353375" y="1654968"/>
                </a:lnTo>
                <a:close/>
                <a:moveTo>
                  <a:pt x="906126" y="416918"/>
                </a:moveTo>
                <a:lnTo>
                  <a:pt x="904446" y="424258"/>
                </a:lnTo>
                <a:lnTo>
                  <a:pt x="905487" y="425245"/>
                </a:lnTo>
                <a:lnTo>
                  <a:pt x="906232" y="417171"/>
                </a:lnTo>
                <a:lnTo>
                  <a:pt x="906228" y="417161"/>
                </a:lnTo>
                <a:close/>
                <a:moveTo>
                  <a:pt x="923601" y="377601"/>
                </a:moveTo>
                <a:lnTo>
                  <a:pt x="925194" y="381713"/>
                </a:lnTo>
                <a:lnTo>
                  <a:pt x="926252" y="383484"/>
                </a:lnTo>
                <a:lnTo>
                  <a:pt x="927970" y="384508"/>
                </a:lnTo>
                <a:lnTo>
                  <a:pt x="928482" y="382837"/>
                </a:lnTo>
                <a:lnTo>
                  <a:pt x="925045" y="380027"/>
                </a:lnTo>
                <a:lnTo>
                  <a:pt x="925377" y="380035"/>
                </a:lnTo>
                <a:lnTo>
                  <a:pt x="928491" y="382583"/>
                </a:lnTo>
                <a:lnTo>
                  <a:pt x="928309" y="381073"/>
                </a:lnTo>
                <a:close/>
                <a:moveTo>
                  <a:pt x="319291" y="1730685"/>
                </a:moveTo>
                <a:lnTo>
                  <a:pt x="320468" y="1731205"/>
                </a:lnTo>
                <a:lnTo>
                  <a:pt x="320360" y="1731051"/>
                </a:lnTo>
                <a:lnTo>
                  <a:pt x="329863" y="1733870"/>
                </a:lnTo>
                <a:lnTo>
                  <a:pt x="330101" y="1732909"/>
                </a:lnTo>
                <a:lnTo>
                  <a:pt x="328650" y="1732424"/>
                </a:lnTo>
                <a:close/>
                <a:moveTo>
                  <a:pt x="922718" y="379493"/>
                </a:moveTo>
                <a:lnTo>
                  <a:pt x="922339" y="381152"/>
                </a:lnTo>
                <a:lnTo>
                  <a:pt x="924173" y="382245"/>
                </a:lnTo>
                <a:lnTo>
                  <a:pt x="923731" y="381104"/>
                </a:lnTo>
                <a:close/>
                <a:moveTo>
                  <a:pt x="933873" y="354507"/>
                </a:moveTo>
                <a:lnTo>
                  <a:pt x="934258" y="357684"/>
                </a:lnTo>
                <a:lnTo>
                  <a:pt x="941054" y="366017"/>
                </a:lnTo>
                <a:lnTo>
                  <a:pt x="941978" y="364125"/>
                </a:lnTo>
                <a:close/>
                <a:moveTo>
                  <a:pt x="334457" y="1696100"/>
                </a:moveTo>
                <a:lnTo>
                  <a:pt x="338744" y="1698061"/>
                </a:lnTo>
                <a:lnTo>
                  <a:pt x="338822" y="1697745"/>
                </a:lnTo>
                <a:close/>
                <a:moveTo>
                  <a:pt x="906938" y="413868"/>
                </a:moveTo>
                <a:lnTo>
                  <a:pt x="906754" y="415863"/>
                </a:lnTo>
                <a:lnTo>
                  <a:pt x="909889" y="418654"/>
                </a:lnTo>
                <a:lnTo>
                  <a:pt x="907027" y="413964"/>
                </a:lnTo>
                <a:close/>
                <a:moveTo>
                  <a:pt x="897237" y="435587"/>
                </a:moveTo>
                <a:lnTo>
                  <a:pt x="897293" y="435677"/>
                </a:lnTo>
                <a:lnTo>
                  <a:pt x="900384" y="439225"/>
                </a:lnTo>
                <a:lnTo>
                  <a:pt x="900579" y="438374"/>
                </a:lnTo>
                <a:close/>
                <a:moveTo>
                  <a:pt x="908177" y="410681"/>
                </a:moveTo>
                <a:lnTo>
                  <a:pt x="909537" y="414389"/>
                </a:lnTo>
                <a:lnTo>
                  <a:pt x="910286" y="414837"/>
                </a:lnTo>
                <a:close/>
                <a:moveTo>
                  <a:pt x="877600" y="478827"/>
                </a:moveTo>
                <a:lnTo>
                  <a:pt x="877489" y="479104"/>
                </a:lnTo>
                <a:lnTo>
                  <a:pt x="878374" y="483132"/>
                </a:lnTo>
                <a:lnTo>
                  <a:pt x="881183" y="488092"/>
                </a:lnTo>
                <a:lnTo>
                  <a:pt x="881455" y="488196"/>
                </a:lnTo>
                <a:lnTo>
                  <a:pt x="882659" y="486086"/>
                </a:lnTo>
                <a:lnTo>
                  <a:pt x="881264" y="481483"/>
                </a:lnTo>
                <a:close/>
                <a:moveTo>
                  <a:pt x="878080" y="477635"/>
                </a:moveTo>
                <a:lnTo>
                  <a:pt x="877814" y="478296"/>
                </a:lnTo>
                <a:lnTo>
                  <a:pt x="880996" y="480602"/>
                </a:lnTo>
                <a:lnTo>
                  <a:pt x="880779" y="479886"/>
                </a:lnTo>
                <a:close/>
                <a:moveTo>
                  <a:pt x="878742" y="475991"/>
                </a:moveTo>
                <a:lnTo>
                  <a:pt x="878322" y="477034"/>
                </a:lnTo>
                <a:lnTo>
                  <a:pt x="880454" y="478812"/>
                </a:lnTo>
                <a:lnTo>
                  <a:pt x="879845" y="476805"/>
                </a:lnTo>
                <a:close/>
                <a:moveTo>
                  <a:pt x="879230" y="474777"/>
                </a:moveTo>
                <a:lnTo>
                  <a:pt x="879000" y="475350"/>
                </a:lnTo>
                <a:lnTo>
                  <a:pt x="879520" y="475733"/>
                </a:lnTo>
                <a:close/>
                <a:moveTo>
                  <a:pt x="907308" y="411763"/>
                </a:moveTo>
                <a:lnTo>
                  <a:pt x="907046" y="412906"/>
                </a:lnTo>
                <a:lnTo>
                  <a:pt x="908462" y="413751"/>
                </a:lnTo>
                <a:close/>
                <a:moveTo>
                  <a:pt x="880857" y="470742"/>
                </a:moveTo>
                <a:lnTo>
                  <a:pt x="880842" y="470778"/>
                </a:lnTo>
                <a:lnTo>
                  <a:pt x="881054" y="471476"/>
                </a:lnTo>
                <a:lnTo>
                  <a:pt x="882455" y="474235"/>
                </a:lnTo>
                <a:lnTo>
                  <a:pt x="882963" y="474462"/>
                </a:lnTo>
                <a:close/>
                <a:moveTo>
                  <a:pt x="881171" y="469963"/>
                </a:moveTo>
                <a:lnTo>
                  <a:pt x="881048" y="470267"/>
                </a:lnTo>
                <a:lnTo>
                  <a:pt x="883580" y="474737"/>
                </a:lnTo>
                <a:lnTo>
                  <a:pt x="884256" y="475039"/>
                </a:lnTo>
                <a:close/>
                <a:moveTo>
                  <a:pt x="907507" y="410893"/>
                </a:moveTo>
                <a:lnTo>
                  <a:pt x="907465" y="411077"/>
                </a:lnTo>
                <a:lnTo>
                  <a:pt x="907767" y="411597"/>
                </a:lnTo>
                <a:close/>
                <a:moveTo>
                  <a:pt x="924000" y="373898"/>
                </a:moveTo>
                <a:lnTo>
                  <a:pt x="923333" y="376811"/>
                </a:lnTo>
                <a:lnTo>
                  <a:pt x="928216" y="380311"/>
                </a:lnTo>
                <a:lnTo>
                  <a:pt x="927827" y="377103"/>
                </a:lnTo>
                <a:close/>
                <a:moveTo>
                  <a:pt x="882591" y="466437"/>
                </a:moveTo>
                <a:lnTo>
                  <a:pt x="881507" y="469129"/>
                </a:lnTo>
                <a:lnTo>
                  <a:pt x="881787" y="469552"/>
                </a:lnTo>
                <a:lnTo>
                  <a:pt x="886601" y="474367"/>
                </a:lnTo>
                <a:lnTo>
                  <a:pt x="886784" y="473709"/>
                </a:lnTo>
                <a:lnTo>
                  <a:pt x="886455" y="473087"/>
                </a:lnTo>
                <a:close/>
                <a:moveTo>
                  <a:pt x="883854" y="463298"/>
                </a:moveTo>
                <a:lnTo>
                  <a:pt x="882760" y="466015"/>
                </a:lnTo>
                <a:lnTo>
                  <a:pt x="886928" y="473188"/>
                </a:lnTo>
                <a:lnTo>
                  <a:pt x="887994" y="469346"/>
                </a:lnTo>
                <a:lnTo>
                  <a:pt x="889078" y="465631"/>
                </a:lnTo>
                <a:close/>
                <a:moveTo>
                  <a:pt x="885385" y="459498"/>
                </a:moveTo>
                <a:lnTo>
                  <a:pt x="884669" y="461276"/>
                </a:lnTo>
                <a:lnTo>
                  <a:pt x="888684" y="463069"/>
                </a:lnTo>
                <a:lnTo>
                  <a:pt x="888624" y="462763"/>
                </a:lnTo>
                <a:close/>
                <a:moveTo>
                  <a:pt x="886731" y="456155"/>
                </a:moveTo>
                <a:lnTo>
                  <a:pt x="885549" y="459089"/>
                </a:lnTo>
                <a:lnTo>
                  <a:pt x="888480" y="462044"/>
                </a:lnTo>
                <a:lnTo>
                  <a:pt x="887448" y="456869"/>
                </a:lnTo>
                <a:close/>
                <a:moveTo>
                  <a:pt x="371028" y="1610780"/>
                </a:moveTo>
                <a:lnTo>
                  <a:pt x="371126" y="1612552"/>
                </a:lnTo>
                <a:lnTo>
                  <a:pt x="372513" y="1612700"/>
                </a:lnTo>
                <a:lnTo>
                  <a:pt x="372609" y="1612566"/>
                </a:lnTo>
                <a:lnTo>
                  <a:pt x="371752" y="1611495"/>
                </a:lnTo>
                <a:close/>
                <a:moveTo>
                  <a:pt x="956015" y="300651"/>
                </a:moveTo>
                <a:lnTo>
                  <a:pt x="955396" y="303385"/>
                </a:lnTo>
                <a:lnTo>
                  <a:pt x="956920" y="306967"/>
                </a:lnTo>
                <a:lnTo>
                  <a:pt x="968136" y="345656"/>
                </a:lnTo>
                <a:lnTo>
                  <a:pt x="972297" y="339190"/>
                </a:lnTo>
                <a:close/>
                <a:moveTo>
                  <a:pt x="351203" y="1654354"/>
                </a:moveTo>
                <a:lnTo>
                  <a:pt x="351887" y="1655082"/>
                </a:lnTo>
                <a:lnTo>
                  <a:pt x="352132" y="1654381"/>
                </a:lnTo>
                <a:close/>
                <a:moveTo>
                  <a:pt x="876960" y="476701"/>
                </a:moveTo>
                <a:lnTo>
                  <a:pt x="877173" y="477672"/>
                </a:lnTo>
                <a:lnTo>
                  <a:pt x="877413" y="477078"/>
                </a:lnTo>
                <a:close/>
                <a:moveTo>
                  <a:pt x="313225" y="1738624"/>
                </a:moveTo>
                <a:lnTo>
                  <a:pt x="325928" y="1743201"/>
                </a:lnTo>
                <a:lnTo>
                  <a:pt x="327128" y="1741183"/>
                </a:lnTo>
                <a:close/>
                <a:moveTo>
                  <a:pt x="919579" y="380470"/>
                </a:moveTo>
                <a:lnTo>
                  <a:pt x="920918" y="383654"/>
                </a:lnTo>
                <a:lnTo>
                  <a:pt x="921399" y="381554"/>
                </a:lnTo>
                <a:close/>
                <a:moveTo>
                  <a:pt x="880159" y="468525"/>
                </a:moveTo>
                <a:lnTo>
                  <a:pt x="880273" y="468897"/>
                </a:lnTo>
                <a:lnTo>
                  <a:pt x="880527" y="469347"/>
                </a:lnTo>
                <a:lnTo>
                  <a:pt x="880635" y="469080"/>
                </a:lnTo>
                <a:lnTo>
                  <a:pt x="880508" y="468872"/>
                </a:lnTo>
                <a:close/>
                <a:moveTo>
                  <a:pt x="898486" y="426979"/>
                </a:moveTo>
                <a:lnTo>
                  <a:pt x="895910" y="433372"/>
                </a:lnTo>
                <a:lnTo>
                  <a:pt x="895928" y="433417"/>
                </a:lnTo>
                <a:lnTo>
                  <a:pt x="895929" y="433419"/>
                </a:lnTo>
                <a:lnTo>
                  <a:pt x="900786" y="437470"/>
                </a:lnTo>
                <a:lnTo>
                  <a:pt x="901530" y="434222"/>
                </a:lnTo>
                <a:lnTo>
                  <a:pt x="899252" y="428316"/>
                </a:lnTo>
                <a:close/>
                <a:moveTo>
                  <a:pt x="904987" y="412397"/>
                </a:moveTo>
                <a:lnTo>
                  <a:pt x="905986" y="414772"/>
                </a:lnTo>
                <a:lnTo>
                  <a:pt x="906340" y="413226"/>
                </a:lnTo>
                <a:lnTo>
                  <a:pt x="906292" y="413175"/>
                </a:lnTo>
                <a:close/>
                <a:moveTo>
                  <a:pt x="900154" y="422836"/>
                </a:moveTo>
                <a:lnTo>
                  <a:pt x="899892" y="423487"/>
                </a:lnTo>
                <a:lnTo>
                  <a:pt x="901740" y="427066"/>
                </a:lnTo>
                <a:lnTo>
                  <a:pt x="903051" y="427586"/>
                </a:lnTo>
                <a:lnTo>
                  <a:pt x="903413" y="426003"/>
                </a:lnTo>
                <a:close/>
                <a:moveTo>
                  <a:pt x="866691" y="497744"/>
                </a:moveTo>
                <a:lnTo>
                  <a:pt x="866692" y="497748"/>
                </a:lnTo>
                <a:lnTo>
                  <a:pt x="866894" y="498134"/>
                </a:lnTo>
                <a:lnTo>
                  <a:pt x="866937" y="497930"/>
                </a:lnTo>
                <a:close/>
                <a:moveTo>
                  <a:pt x="853823" y="526499"/>
                </a:moveTo>
                <a:lnTo>
                  <a:pt x="853742" y="526778"/>
                </a:lnTo>
                <a:lnTo>
                  <a:pt x="855714" y="528692"/>
                </a:lnTo>
                <a:lnTo>
                  <a:pt x="855712" y="528548"/>
                </a:lnTo>
                <a:lnTo>
                  <a:pt x="855059" y="527703"/>
                </a:lnTo>
                <a:close/>
                <a:moveTo>
                  <a:pt x="900765" y="421321"/>
                </a:moveTo>
                <a:lnTo>
                  <a:pt x="900290" y="422500"/>
                </a:lnTo>
                <a:lnTo>
                  <a:pt x="903501" y="425620"/>
                </a:lnTo>
                <a:lnTo>
                  <a:pt x="903806" y="424286"/>
                </a:lnTo>
                <a:close/>
                <a:moveTo>
                  <a:pt x="926249" y="364080"/>
                </a:moveTo>
                <a:lnTo>
                  <a:pt x="924060" y="373636"/>
                </a:lnTo>
                <a:lnTo>
                  <a:pt x="927786" y="376753"/>
                </a:lnTo>
                <a:close/>
                <a:moveTo>
                  <a:pt x="903835" y="413699"/>
                </a:moveTo>
                <a:lnTo>
                  <a:pt x="900927" y="420919"/>
                </a:lnTo>
                <a:lnTo>
                  <a:pt x="903926" y="423764"/>
                </a:lnTo>
                <a:lnTo>
                  <a:pt x="905717" y="415944"/>
                </a:lnTo>
                <a:lnTo>
                  <a:pt x="905335" y="415034"/>
                </a:lnTo>
                <a:close/>
                <a:moveTo>
                  <a:pt x="904295" y="412560"/>
                </a:moveTo>
                <a:lnTo>
                  <a:pt x="903965" y="413378"/>
                </a:lnTo>
                <a:lnTo>
                  <a:pt x="905043" y="414338"/>
                </a:lnTo>
                <a:close/>
                <a:moveTo>
                  <a:pt x="904725" y="411492"/>
                </a:moveTo>
                <a:lnTo>
                  <a:pt x="904716" y="411516"/>
                </a:lnTo>
                <a:lnTo>
                  <a:pt x="904786" y="411558"/>
                </a:lnTo>
                <a:close/>
                <a:moveTo>
                  <a:pt x="329307" y="1699951"/>
                </a:moveTo>
                <a:lnTo>
                  <a:pt x="333676" y="1704263"/>
                </a:lnTo>
                <a:lnTo>
                  <a:pt x="336526" y="1707002"/>
                </a:lnTo>
                <a:lnTo>
                  <a:pt x="337638" y="1702521"/>
                </a:lnTo>
                <a:lnTo>
                  <a:pt x="332179" y="1700001"/>
                </a:lnTo>
                <a:lnTo>
                  <a:pt x="332126" y="1699976"/>
                </a:lnTo>
                <a:close/>
                <a:moveTo>
                  <a:pt x="904971" y="410881"/>
                </a:moveTo>
                <a:lnTo>
                  <a:pt x="904906" y="411043"/>
                </a:lnTo>
                <a:lnTo>
                  <a:pt x="905654" y="411847"/>
                </a:lnTo>
                <a:close/>
                <a:moveTo>
                  <a:pt x="905718" y="409026"/>
                </a:moveTo>
                <a:lnTo>
                  <a:pt x="905077" y="410619"/>
                </a:lnTo>
                <a:lnTo>
                  <a:pt x="906232" y="412422"/>
                </a:lnTo>
                <a:lnTo>
                  <a:pt x="906489" y="412574"/>
                </a:lnTo>
                <a:lnTo>
                  <a:pt x="906769" y="411353"/>
                </a:lnTo>
                <a:lnTo>
                  <a:pt x="906810" y="410906"/>
                </a:lnTo>
                <a:close/>
                <a:moveTo>
                  <a:pt x="906291" y="407603"/>
                </a:moveTo>
                <a:lnTo>
                  <a:pt x="905946" y="408462"/>
                </a:lnTo>
                <a:lnTo>
                  <a:pt x="906886" y="410080"/>
                </a:lnTo>
                <a:lnTo>
                  <a:pt x="906950" y="409387"/>
                </a:lnTo>
                <a:close/>
                <a:moveTo>
                  <a:pt x="958111" y="291382"/>
                </a:moveTo>
                <a:lnTo>
                  <a:pt x="956130" y="300140"/>
                </a:lnTo>
                <a:lnTo>
                  <a:pt x="961913" y="312433"/>
                </a:lnTo>
                <a:lnTo>
                  <a:pt x="972852" y="338327"/>
                </a:lnTo>
                <a:lnTo>
                  <a:pt x="982579" y="323210"/>
                </a:lnTo>
                <a:lnTo>
                  <a:pt x="983679" y="319622"/>
                </a:lnTo>
                <a:lnTo>
                  <a:pt x="978353" y="313020"/>
                </a:lnTo>
                <a:close/>
                <a:moveTo>
                  <a:pt x="876428" y="474284"/>
                </a:moveTo>
                <a:lnTo>
                  <a:pt x="876744" y="475719"/>
                </a:lnTo>
                <a:lnTo>
                  <a:pt x="877655" y="476478"/>
                </a:lnTo>
                <a:lnTo>
                  <a:pt x="878055" y="475484"/>
                </a:lnTo>
                <a:close/>
                <a:moveTo>
                  <a:pt x="907359" y="404953"/>
                </a:moveTo>
                <a:lnTo>
                  <a:pt x="906726" y="406524"/>
                </a:lnTo>
                <a:lnTo>
                  <a:pt x="907145" y="407273"/>
                </a:lnTo>
                <a:close/>
                <a:moveTo>
                  <a:pt x="867123" y="494891"/>
                </a:moveTo>
                <a:lnTo>
                  <a:pt x="867093" y="495031"/>
                </a:lnTo>
                <a:lnTo>
                  <a:pt x="867229" y="495122"/>
                </a:lnTo>
                <a:lnTo>
                  <a:pt x="867236" y="495042"/>
                </a:lnTo>
                <a:close/>
                <a:moveTo>
                  <a:pt x="909389" y="399913"/>
                </a:moveTo>
                <a:lnTo>
                  <a:pt x="907880" y="403658"/>
                </a:lnTo>
                <a:lnTo>
                  <a:pt x="907489" y="407891"/>
                </a:lnTo>
                <a:lnTo>
                  <a:pt x="907541" y="407982"/>
                </a:lnTo>
                <a:close/>
                <a:moveTo>
                  <a:pt x="368289" y="1611353"/>
                </a:moveTo>
                <a:lnTo>
                  <a:pt x="369024" y="1612328"/>
                </a:lnTo>
                <a:lnTo>
                  <a:pt x="369710" y="1612401"/>
                </a:lnTo>
                <a:lnTo>
                  <a:pt x="369708" y="1612360"/>
                </a:lnTo>
                <a:close/>
                <a:moveTo>
                  <a:pt x="910936" y="396074"/>
                </a:moveTo>
                <a:lnTo>
                  <a:pt x="910856" y="396272"/>
                </a:lnTo>
                <a:lnTo>
                  <a:pt x="907989" y="408785"/>
                </a:lnTo>
                <a:lnTo>
                  <a:pt x="911913" y="415807"/>
                </a:lnTo>
                <a:lnTo>
                  <a:pt x="913356" y="416666"/>
                </a:lnTo>
                <a:lnTo>
                  <a:pt x="916610" y="402460"/>
                </a:lnTo>
                <a:lnTo>
                  <a:pt x="911241" y="396292"/>
                </a:lnTo>
                <a:close/>
                <a:moveTo>
                  <a:pt x="958585" y="289288"/>
                </a:moveTo>
                <a:lnTo>
                  <a:pt x="958479" y="289757"/>
                </a:lnTo>
                <a:lnTo>
                  <a:pt x="970332" y="302428"/>
                </a:lnTo>
                <a:lnTo>
                  <a:pt x="962301" y="293415"/>
                </a:lnTo>
                <a:lnTo>
                  <a:pt x="962556" y="293461"/>
                </a:lnTo>
                <a:lnTo>
                  <a:pt x="974896" y="307308"/>
                </a:lnTo>
                <a:lnTo>
                  <a:pt x="982783" y="315739"/>
                </a:lnTo>
                <a:lnTo>
                  <a:pt x="981885" y="313831"/>
                </a:lnTo>
                <a:lnTo>
                  <a:pt x="963051" y="293692"/>
                </a:lnTo>
                <a:close/>
                <a:moveTo>
                  <a:pt x="856434" y="517539"/>
                </a:moveTo>
                <a:lnTo>
                  <a:pt x="855406" y="521065"/>
                </a:lnTo>
                <a:lnTo>
                  <a:pt x="856205" y="521840"/>
                </a:lnTo>
                <a:lnTo>
                  <a:pt x="856753" y="518040"/>
                </a:lnTo>
                <a:close/>
                <a:moveTo>
                  <a:pt x="876194" y="473219"/>
                </a:moveTo>
                <a:lnTo>
                  <a:pt x="876210" y="473291"/>
                </a:lnTo>
                <a:lnTo>
                  <a:pt x="878314" y="474843"/>
                </a:lnTo>
                <a:lnTo>
                  <a:pt x="878545" y="474269"/>
                </a:lnTo>
                <a:close/>
                <a:moveTo>
                  <a:pt x="914278" y="387773"/>
                </a:moveTo>
                <a:lnTo>
                  <a:pt x="912770" y="391518"/>
                </a:lnTo>
                <a:lnTo>
                  <a:pt x="913291" y="392158"/>
                </a:lnTo>
                <a:lnTo>
                  <a:pt x="917202" y="396128"/>
                </a:lnTo>
                <a:lnTo>
                  <a:pt x="917887" y="396882"/>
                </a:lnTo>
                <a:lnTo>
                  <a:pt x="918564" y="393927"/>
                </a:lnTo>
                <a:lnTo>
                  <a:pt x="917195" y="391922"/>
                </a:lnTo>
                <a:close/>
                <a:moveTo>
                  <a:pt x="898955" y="421671"/>
                </a:moveTo>
                <a:lnTo>
                  <a:pt x="899391" y="422516"/>
                </a:lnTo>
                <a:lnTo>
                  <a:pt x="899513" y="422214"/>
                </a:lnTo>
                <a:close/>
                <a:moveTo>
                  <a:pt x="921288" y="371627"/>
                </a:moveTo>
                <a:lnTo>
                  <a:pt x="922786" y="375497"/>
                </a:lnTo>
                <a:lnTo>
                  <a:pt x="923289" y="373303"/>
                </a:lnTo>
                <a:close/>
                <a:moveTo>
                  <a:pt x="857112" y="515212"/>
                </a:moveTo>
                <a:lnTo>
                  <a:pt x="857022" y="515522"/>
                </a:lnTo>
                <a:lnTo>
                  <a:pt x="857101" y="515631"/>
                </a:lnTo>
                <a:lnTo>
                  <a:pt x="857157" y="515241"/>
                </a:lnTo>
                <a:close/>
                <a:moveTo>
                  <a:pt x="917677" y="379336"/>
                </a:moveTo>
                <a:lnTo>
                  <a:pt x="914350" y="387595"/>
                </a:lnTo>
                <a:lnTo>
                  <a:pt x="918623" y="393672"/>
                </a:lnTo>
                <a:lnTo>
                  <a:pt x="920558" y="385224"/>
                </a:lnTo>
                <a:lnTo>
                  <a:pt x="918220" y="379658"/>
                </a:lnTo>
                <a:close/>
                <a:moveTo>
                  <a:pt x="328801" y="1697656"/>
                </a:moveTo>
                <a:lnTo>
                  <a:pt x="330964" y="1698655"/>
                </a:lnTo>
                <a:lnTo>
                  <a:pt x="338579" y="1698723"/>
                </a:lnTo>
                <a:lnTo>
                  <a:pt x="338587" y="1698693"/>
                </a:lnTo>
                <a:close/>
                <a:moveTo>
                  <a:pt x="320101" y="1717011"/>
                </a:moveTo>
                <a:lnTo>
                  <a:pt x="326852" y="1722290"/>
                </a:lnTo>
                <a:lnTo>
                  <a:pt x="332157" y="1724621"/>
                </a:lnTo>
                <a:lnTo>
                  <a:pt x="332428" y="1723524"/>
                </a:lnTo>
                <a:lnTo>
                  <a:pt x="325421" y="1718064"/>
                </a:lnTo>
                <a:lnTo>
                  <a:pt x="323781" y="1717444"/>
                </a:lnTo>
                <a:close/>
                <a:moveTo>
                  <a:pt x="919573" y="374629"/>
                </a:moveTo>
                <a:lnTo>
                  <a:pt x="918375" y="377603"/>
                </a:lnTo>
                <a:lnTo>
                  <a:pt x="919040" y="379185"/>
                </a:lnTo>
                <a:lnTo>
                  <a:pt x="921593" y="380707"/>
                </a:lnTo>
                <a:lnTo>
                  <a:pt x="922097" y="378505"/>
                </a:lnTo>
                <a:lnTo>
                  <a:pt x="919734" y="374748"/>
                </a:lnTo>
                <a:close/>
                <a:moveTo>
                  <a:pt x="939201" y="330583"/>
                </a:moveTo>
                <a:lnTo>
                  <a:pt x="946193" y="340815"/>
                </a:lnTo>
                <a:lnTo>
                  <a:pt x="944459" y="336823"/>
                </a:lnTo>
                <a:close/>
                <a:moveTo>
                  <a:pt x="920415" y="372540"/>
                </a:moveTo>
                <a:lnTo>
                  <a:pt x="920131" y="373245"/>
                </a:lnTo>
                <a:lnTo>
                  <a:pt x="921458" y="375466"/>
                </a:lnTo>
                <a:lnTo>
                  <a:pt x="921583" y="375554"/>
                </a:lnTo>
                <a:close/>
                <a:moveTo>
                  <a:pt x="885873" y="449264"/>
                </a:moveTo>
                <a:lnTo>
                  <a:pt x="885953" y="449361"/>
                </a:lnTo>
                <a:lnTo>
                  <a:pt x="885939" y="449290"/>
                </a:lnTo>
                <a:close/>
                <a:moveTo>
                  <a:pt x="880244" y="461685"/>
                </a:moveTo>
                <a:lnTo>
                  <a:pt x="882234" y="465110"/>
                </a:lnTo>
                <a:lnTo>
                  <a:pt x="883100" y="462961"/>
                </a:lnTo>
                <a:close/>
                <a:moveTo>
                  <a:pt x="924602" y="362185"/>
                </a:moveTo>
                <a:lnTo>
                  <a:pt x="924185" y="363180"/>
                </a:lnTo>
                <a:lnTo>
                  <a:pt x="921040" y="370987"/>
                </a:lnTo>
                <a:lnTo>
                  <a:pt x="921143" y="371252"/>
                </a:lnTo>
                <a:lnTo>
                  <a:pt x="923347" y="373047"/>
                </a:lnTo>
                <a:lnTo>
                  <a:pt x="925595" y="363233"/>
                </a:lnTo>
                <a:close/>
                <a:moveTo>
                  <a:pt x="351860" y="1644636"/>
                </a:moveTo>
                <a:lnTo>
                  <a:pt x="354703" y="1646969"/>
                </a:lnTo>
                <a:lnTo>
                  <a:pt x="354727" y="1646966"/>
                </a:lnTo>
                <a:lnTo>
                  <a:pt x="354983" y="1646237"/>
                </a:lnTo>
                <a:lnTo>
                  <a:pt x="355546" y="1645090"/>
                </a:lnTo>
                <a:close/>
                <a:moveTo>
                  <a:pt x="925700" y="359561"/>
                </a:moveTo>
                <a:lnTo>
                  <a:pt x="924916" y="361434"/>
                </a:lnTo>
                <a:lnTo>
                  <a:pt x="925795" y="362361"/>
                </a:lnTo>
                <a:lnTo>
                  <a:pt x="925954" y="361663"/>
                </a:lnTo>
                <a:close/>
                <a:moveTo>
                  <a:pt x="867274" y="490266"/>
                </a:moveTo>
                <a:lnTo>
                  <a:pt x="867630" y="490956"/>
                </a:lnTo>
                <a:lnTo>
                  <a:pt x="867673" y="490503"/>
                </a:lnTo>
                <a:close/>
                <a:moveTo>
                  <a:pt x="903448" y="408732"/>
                </a:moveTo>
                <a:lnTo>
                  <a:pt x="904019" y="410091"/>
                </a:lnTo>
                <a:lnTo>
                  <a:pt x="904283" y="410374"/>
                </a:lnTo>
                <a:lnTo>
                  <a:pt x="904402" y="410078"/>
                </a:lnTo>
                <a:close/>
                <a:moveTo>
                  <a:pt x="865760" y="493076"/>
                </a:moveTo>
                <a:lnTo>
                  <a:pt x="866002" y="494288"/>
                </a:lnTo>
                <a:lnTo>
                  <a:pt x="866828" y="494850"/>
                </a:lnTo>
                <a:lnTo>
                  <a:pt x="866886" y="494576"/>
                </a:lnTo>
                <a:close/>
                <a:moveTo>
                  <a:pt x="290836" y="1780304"/>
                </a:moveTo>
                <a:lnTo>
                  <a:pt x="300946" y="1783791"/>
                </a:lnTo>
                <a:lnTo>
                  <a:pt x="304615" y="1784486"/>
                </a:lnTo>
                <a:lnTo>
                  <a:pt x="318896" y="1786433"/>
                </a:lnTo>
                <a:lnTo>
                  <a:pt x="309427" y="1781742"/>
                </a:lnTo>
                <a:lnTo>
                  <a:pt x="306501" y="1780434"/>
                </a:lnTo>
                <a:lnTo>
                  <a:pt x="304913" y="1780093"/>
                </a:lnTo>
                <a:lnTo>
                  <a:pt x="303117" y="1783210"/>
                </a:lnTo>
                <a:lnTo>
                  <a:pt x="303040" y="1782890"/>
                </a:lnTo>
                <a:lnTo>
                  <a:pt x="304680" y="1780044"/>
                </a:lnTo>
                <a:lnTo>
                  <a:pt x="299981" y="1779037"/>
                </a:lnTo>
                <a:close/>
                <a:moveTo>
                  <a:pt x="933161" y="341736"/>
                </a:moveTo>
                <a:lnTo>
                  <a:pt x="932512" y="343286"/>
                </a:lnTo>
                <a:lnTo>
                  <a:pt x="933675" y="352879"/>
                </a:lnTo>
                <a:lnTo>
                  <a:pt x="942274" y="363083"/>
                </a:lnTo>
                <a:lnTo>
                  <a:pt x="943908" y="355383"/>
                </a:lnTo>
                <a:lnTo>
                  <a:pt x="936853" y="347464"/>
                </a:lnTo>
                <a:lnTo>
                  <a:pt x="937043" y="347499"/>
                </a:lnTo>
                <a:lnTo>
                  <a:pt x="943939" y="355237"/>
                </a:lnTo>
                <a:lnTo>
                  <a:pt x="944308" y="353498"/>
                </a:lnTo>
                <a:close/>
                <a:moveTo>
                  <a:pt x="913165" y="386190"/>
                </a:moveTo>
                <a:lnTo>
                  <a:pt x="912125" y="390728"/>
                </a:lnTo>
                <a:lnTo>
                  <a:pt x="912209" y="390831"/>
                </a:lnTo>
                <a:lnTo>
                  <a:pt x="913784" y="387069"/>
                </a:lnTo>
                <a:close/>
                <a:moveTo>
                  <a:pt x="301965" y="1754699"/>
                </a:moveTo>
                <a:lnTo>
                  <a:pt x="310974" y="1759436"/>
                </a:lnTo>
                <a:lnTo>
                  <a:pt x="308011" y="1756756"/>
                </a:lnTo>
                <a:close/>
                <a:moveTo>
                  <a:pt x="938241" y="329597"/>
                </a:moveTo>
                <a:lnTo>
                  <a:pt x="933395" y="341175"/>
                </a:lnTo>
                <a:lnTo>
                  <a:pt x="944448" y="352837"/>
                </a:lnTo>
                <a:lnTo>
                  <a:pt x="944846" y="350964"/>
                </a:lnTo>
                <a:lnTo>
                  <a:pt x="942745" y="347686"/>
                </a:lnTo>
                <a:lnTo>
                  <a:pt x="942990" y="347771"/>
                </a:lnTo>
                <a:lnTo>
                  <a:pt x="944893" y="350740"/>
                </a:lnTo>
                <a:lnTo>
                  <a:pt x="945479" y="347984"/>
                </a:lnTo>
                <a:lnTo>
                  <a:pt x="939654" y="332774"/>
                </a:lnTo>
                <a:lnTo>
                  <a:pt x="940120" y="333052"/>
                </a:lnTo>
                <a:lnTo>
                  <a:pt x="943206" y="341111"/>
                </a:lnTo>
                <a:lnTo>
                  <a:pt x="943468" y="341189"/>
                </a:lnTo>
                <a:lnTo>
                  <a:pt x="946119" y="344962"/>
                </a:lnTo>
                <a:lnTo>
                  <a:pt x="946727" y="342097"/>
                </a:lnTo>
                <a:lnTo>
                  <a:pt x="944822" y="339227"/>
                </a:lnTo>
                <a:close/>
                <a:moveTo>
                  <a:pt x="939756" y="325978"/>
                </a:moveTo>
                <a:lnTo>
                  <a:pt x="938563" y="328828"/>
                </a:lnTo>
                <a:lnTo>
                  <a:pt x="939846" y="330309"/>
                </a:lnTo>
                <a:lnTo>
                  <a:pt x="943530" y="334677"/>
                </a:lnTo>
                <a:close/>
                <a:moveTo>
                  <a:pt x="351090" y="1644003"/>
                </a:moveTo>
                <a:lnTo>
                  <a:pt x="351345" y="1644212"/>
                </a:lnTo>
                <a:lnTo>
                  <a:pt x="354001" y="1644503"/>
                </a:lnTo>
                <a:close/>
                <a:moveTo>
                  <a:pt x="908725" y="394491"/>
                </a:moveTo>
                <a:lnTo>
                  <a:pt x="908144" y="400787"/>
                </a:lnTo>
                <a:lnTo>
                  <a:pt x="910244" y="395577"/>
                </a:lnTo>
                <a:close/>
                <a:moveTo>
                  <a:pt x="902921" y="407478"/>
                </a:moveTo>
                <a:lnTo>
                  <a:pt x="903063" y="407815"/>
                </a:lnTo>
                <a:lnTo>
                  <a:pt x="904375" y="409747"/>
                </a:lnTo>
                <a:close/>
                <a:moveTo>
                  <a:pt x="352494" y="1639877"/>
                </a:moveTo>
                <a:lnTo>
                  <a:pt x="357038" y="1642054"/>
                </a:lnTo>
                <a:lnTo>
                  <a:pt x="357318" y="1641484"/>
                </a:lnTo>
                <a:close/>
                <a:moveTo>
                  <a:pt x="866526" y="488812"/>
                </a:moveTo>
                <a:lnTo>
                  <a:pt x="866964" y="489663"/>
                </a:lnTo>
                <a:lnTo>
                  <a:pt x="867452" y="489954"/>
                </a:lnTo>
                <a:close/>
                <a:moveTo>
                  <a:pt x="326764" y="1697441"/>
                </a:moveTo>
                <a:lnTo>
                  <a:pt x="327966" y="1698627"/>
                </a:lnTo>
                <a:lnTo>
                  <a:pt x="329330" y="1698640"/>
                </a:lnTo>
                <a:lnTo>
                  <a:pt x="326835" y="1697448"/>
                </a:lnTo>
                <a:close/>
                <a:moveTo>
                  <a:pt x="325510" y="1699917"/>
                </a:moveTo>
                <a:lnTo>
                  <a:pt x="329211" y="1704657"/>
                </a:lnTo>
                <a:lnTo>
                  <a:pt x="336201" y="1707619"/>
                </a:lnTo>
                <a:lnTo>
                  <a:pt x="336375" y="1707614"/>
                </a:lnTo>
                <a:lnTo>
                  <a:pt x="336429" y="1707395"/>
                </a:lnTo>
                <a:lnTo>
                  <a:pt x="328883" y="1699947"/>
                </a:lnTo>
                <a:close/>
                <a:moveTo>
                  <a:pt x="317925" y="1716755"/>
                </a:moveTo>
                <a:lnTo>
                  <a:pt x="323259" y="1720183"/>
                </a:lnTo>
                <a:lnTo>
                  <a:pt x="319045" y="1716887"/>
                </a:lnTo>
                <a:close/>
                <a:moveTo>
                  <a:pt x="908816" y="393506"/>
                </a:moveTo>
                <a:lnTo>
                  <a:pt x="908758" y="394128"/>
                </a:lnTo>
                <a:lnTo>
                  <a:pt x="910276" y="395184"/>
                </a:lnTo>
                <a:close/>
                <a:moveTo>
                  <a:pt x="350657" y="1643002"/>
                </a:moveTo>
                <a:lnTo>
                  <a:pt x="350662" y="1643383"/>
                </a:lnTo>
                <a:lnTo>
                  <a:pt x="353448" y="1643861"/>
                </a:lnTo>
                <a:close/>
                <a:moveTo>
                  <a:pt x="932201" y="340723"/>
                </a:moveTo>
                <a:lnTo>
                  <a:pt x="932421" y="342541"/>
                </a:lnTo>
                <a:lnTo>
                  <a:pt x="932882" y="341441"/>
                </a:lnTo>
                <a:close/>
                <a:moveTo>
                  <a:pt x="868233" y="483189"/>
                </a:moveTo>
                <a:lnTo>
                  <a:pt x="866413" y="488071"/>
                </a:lnTo>
                <a:lnTo>
                  <a:pt x="866476" y="488147"/>
                </a:lnTo>
                <a:lnTo>
                  <a:pt x="866852" y="487209"/>
                </a:lnTo>
                <a:lnTo>
                  <a:pt x="867175" y="487023"/>
                </a:lnTo>
                <a:lnTo>
                  <a:pt x="866642" y="488351"/>
                </a:lnTo>
                <a:lnTo>
                  <a:pt x="867749" y="489719"/>
                </a:lnTo>
                <a:lnTo>
                  <a:pt x="868362" y="483347"/>
                </a:lnTo>
                <a:close/>
                <a:moveTo>
                  <a:pt x="365831" y="1608094"/>
                </a:moveTo>
                <a:lnTo>
                  <a:pt x="367702" y="1610575"/>
                </a:lnTo>
                <a:lnTo>
                  <a:pt x="369684" y="1611942"/>
                </a:lnTo>
                <a:lnTo>
                  <a:pt x="369538" y="1609308"/>
                </a:lnTo>
                <a:lnTo>
                  <a:pt x="368795" y="1608574"/>
                </a:lnTo>
                <a:close/>
                <a:moveTo>
                  <a:pt x="302625" y="1749378"/>
                </a:moveTo>
                <a:lnTo>
                  <a:pt x="308319" y="1754354"/>
                </a:lnTo>
                <a:lnTo>
                  <a:pt x="317652" y="1757529"/>
                </a:lnTo>
                <a:lnTo>
                  <a:pt x="318487" y="1756078"/>
                </a:lnTo>
                <a:lnTo>
                  <a:pt x="308150" y="1751411"/>
                </a:lnTo>
                <a:close/>
                <a:moveTo>
                  <a:pt x="908075" y="393653"/>
                </a:moveTo>
                <a:lnTo>
                  <a:pt x="908380" y="393866"/>
                </a:lnTo>
                <a:lnTo>
                  <a:pt x="908452" y="393089"/>
                </a:lnTo>
                <a:lnTo>
                  <a:pt x="908387" y="393015"/>
                </a:lnTo>
                <a:close/>
                <a:moveTo>
                  <a:pt x="915088" y="377793"/>
                </a:moveTo>
                <a:lnTo>
                  <a:pt x="913213" y="385979"/>
                </a:lnTo>
                <a:lnTo>
                  <a:pt x="913857" y="386894"/>
                </a:lnTo>
                <a:lnTo>
                  <a:pt x="917151" y="379022"/>
                </a:lnTo>
                <a:close/>
                <a:moveTo>
                  <a:pt x="883488" y="448316"/>
                </a:moveTo>
                <a:lnTo>
                  <a:pt x="886348" y="451345"/>
                </a:lnTo>
                <a:lnTo>
                  <a:pt x="886326" y="451233"/>
                </a:lnTo>
                <a:lnTo>
                  <a:pt x="884153" y="448580"/>
                </a:lnTo>
                <a:close/>
                <a:moveTo>
                  <a:pt x="317721" y="1715150"/>
                </a:moveTo>
                <a:lnTo>
                  <a:pt x="319677" y="1716680"/>
                </a:lnTo>
                <a:lnTo>
                  <a:pt x="322703" y="1717035"/>
                </a:lnTo>
                <a:close/>
                <a:moveTo>
                  <a:pt x="852305" y="517923"/>
                </a:moveTo>
                <a:lnTo>
                  <a:pt x="852289" y="518041"/>
                </a:lnTo>
                <a:lnTo>
                  <a:pt x="853155" y="518881"/>
                </a:lnTo>
                <a:lnTo>
                  <a:pt x="854536" y="515437"/>
                </a:lnTo>
                <a:close/>
                <a:moveTo>
                  <a:pt x="342412" y="1659629"/>
                </a:moveTo>
                <a:lnTo>
                  <a:pt x="348693" y="1664207"/>
                </a:lnTo>
                <a:lnTo>
                  <a:pt x="348701" y="1664184"/>
                </a:lnTo>
                <a:lnTo>
                  <a:pt x="348691" y="1663367"/>
                </a:lnTo>
                <a:lnTo>
                  <a:pt x="346673" y="1661219"/>
                </a:lnTo>
                <a:lnTo>
                  <a:pt x="346640" y="1661194"/>
                </a:lnTo>
                <a:close/>
                <a:moveTo>
                  <a:pt x="904504" y="400958"/>
                </a:moveTo>
                <a:lnTo>
                  <a:pt x="906240" y="405515"/>
                </a:lnTo>
                <a:lnTo>
                  <a:pt x="907622" y="402081"/>
                </a:lnTo>
                <a:lnTo>
                  <a:pt x="908348" y="394221"/>
                </a:lnTo>
                <a:lnTo>
                  <a:pt x="907940" y="393929"/>
                </a:lnTo>
                <a:close/>
                <a:moveTo>
                  <a:pt x="904089" y="401806"/>
                </a:moveTo>
                <a:lnTo>
                  <a:pt x="904269" y="402127"/>
                </a:lnTo>
                <a:lnTo>
                  <a:pt x="904124" y="401735"/>
                </a:lnTo>
                <a:close/>
                <a:moveTo>
                  <a:pt x="903171" y="403686"/>
                </a:moveTo>
                <a:lnTo>
                  <a:pt x="905418" y="407554"/>
                </a:lnTo>
                <a:lnTo>
                  <a:pt x="905864" y="406446"/>
                </a:lnTo>
                <a:lnTo>
                  <a:pt x="905508" y="405483"/>
                </a:lnTo>
                <a:lnTo>
                  <a:pt x="903793" y="402413"/>
                </a:lnTo>
                <a:close/>
                <a:moveTo>
                  <a:pt x="364308" y="1610274"/>
                </a:moveTo>
                <a:lnTo>
                  <a:pt x="366801" y="1612091"/>
                </a:lnTo>
                <a:lnTo>
                  <a:pt x="367529" y="1612169"/>
                </a:lnTo>
                <a:close/>
                <a:moveTo>
                  <a:pt x="877748" y="460570"/>
                </a:moveTo>
                <a:lnTo>
                  <a:pt x="879364" y="465901"/>
                </a:lnTo>
                <a:lnTo>
                  <a:pt x="880952" y="468293"/>
                </a:lnTo>
                <a:lnTo>
                  <a:pt x="882063" y="465531"/>
                </a:lnTo>
                <a:lnTo>
                  <a:pt x="879683" y="461435"/>
                </a:lnTo>
                <a:close/>
                <a:moveTo>
                  <a:pt x="902180" y="405713"/>
                </a:moveTo>
                <a:lnTo>
                  <a:pt x="902653" y="406840"/>
                </a:lnTo>
                <a:lnTo>
                  <a:pt x="904528" y="409765"/>
                </a:lnTo>
                <a:lnTo>
                  <a:pt x="905190" y="408120"/>
                </a:lnTo>
                <a:lnTo>
                  <a:pt x="902916" y="404207"/>
                </a:lnTo>
                <a:close/>
                <a:moveTo>
                  <a:pt x="901410" y="407290"/>
                </a:moveTo>
                <a:lnTo>
                  <a:pt x="902631" y="408601"/>
                </a:lnTo>
                <a:lnTo>
                  <a:pt x="901770" y="406553"/>
                </a:lnTo>
                <a:close/>
                <a:moveTo>
                  <a:pt x="900533" y="409084"/>
                </a:moveTo>
                <a:lnTo>
                  <a:pt x="903572" y="410841"/>
                </a:lnTo>
                <a:lnTo>
                  <a:pt x="903123" y="409773"/>
                </a:lnTo>
                <a:lnTo>
                  <a:pt x="901204" y="407712"/>
                </a:lnTo>
                <a:close/>
                <a:moveTo>
                  <a:pt x="900110" y="409947"/>
                </a:moveTo>
                <a:lnTo>
                  <a:pt x="903308" y="412794"/>
                </a:lnTo>
                <a:lnTo>
                  <a:pt x="903762" y="411667"/>
                </a:lnTo>
                <a:lnTo>
                  <a:pt x="900283" y="409594"/>
                </a:lnTo>
                <a:close/>
                <a:moveTo>
                  <a:pt x="896756" y="417414"/>
                </a:moveTo>
                <a:lnTo>
                  <a:pt x="898469" y="420731"/>
                </a:lnTo>
                <a:lnTo>
                  <a:pt x="899649" y="421877"/>
                </a:lnTo>
                <a:lnTo>
                  <a:pt x="900124" y="420696"/>
                </a:lnTo>
                <a:close/>
                <a:moveTo>
                  <a:pt x="915916" y="374180"/>
                </a:moveTo>
                <a:lnTo>
                  <a:pt x="915272" y="376989"/>
                </a:lnTo>
                <a:lnTo>
                  <a:pt x="917470" y="378259"/>
                </a:lnTo>
                <a:lnTo>
                  <a:pt x="917550" y="378069"/>
                </a:lnTo>
                <a:close/>
                <a:moveTo>
                  <a:pt x="896761" y="416965"/>
                </a:moveTo>
                <a:lnTo>
                  <a:pt x="900281" y="420306"/>
                </a:lnTo>
                <a:lnTo>
                  <a:pt x="903179" y="413115"/>
                </a:lnTo>
                <a:lnTo>
                  <a:pt x="899962" y="410251"/>
                </a:lnTo>
                <a:lnTo>
                  <a:pt x="899080" y="412053"/>
                </a:lnTo>
                <a:close/>
                <a:moveTo>
                  <a:pt x="893531" y="423804"/>
                </a:moveTo>
                <a:lnTo>
                  <a:pt x="897587" y="425415"/>
                </a:lnTo>
                <a:lnTo>
                  <a:pt x="896219" y="423032"/>
                </a:lnTo>
                <a:lnTo>
                  <a:pt x="896635" y="423200"/>
                </a:lnTo>
                <a:lnTo>
                  <a:pt x="897705" y="425064"/>
                </a:lnTo>
                <a:lnTo>
                  <a:pt x="895181" y="420311"/>
                </a:lnTo>
                <a:close/>
                <a:moveTo>
                  <a:pt x="892832" y="425285"/>
                </a:moveTo>
                <a:lnTo>
                  <a:pt x="895477" y="432233"/>
                </a:lnTo>
                <a:lnTo>
                  <a:pt x="897928" y="426150"/>
                </a:lnTo>
                <a:lnTo>
                  <a:pt x="893293" y="424308"/>
                </a:lnTo>
                <a:close/>
                <a:moveTo>
                  <a:pt x="891854" y="427355"/>
                </a:moveTo>
                <a:lnTo>
                  <a:pt x="892835" y="428482"/>
                </a:lnTo>
                <a:lnTo>
                  <a:pt x="894589" y="431314"/>
                </a:lnTo>
                <a:lnTo>
                  <a:pt x="892568" y="425843"/>
                </a:lnTo>
                <a:close/>
                <a:moveTo>
                  <a:pt x="350610" y="1639299"/>
                </a:moveTo>
                <a:lnTo>
                  <a:pt x="350641" y="1641786"/>
                </a:lnTo>
                <a:lnTo>
                  <a:pt x="356256" y="1643645"/>
                </a:lnTo>
                <a:lnTo>
                  <a:pt x="356945" y="1642243"/>
                </a:lnTo>
                <a:lnTo>
                  <a:pt x="350905" y="1639351"/>
                </a:lnTo>
                <a:close/>
                <a:moveTo>
                  <a:pt x="875247" y="464372"/>
                </a:moveTo>
                <a:lnTo>
                  <a:pt x="874618" y="466057"/>
                </a:lnTo>
                <a:lnTo>
                  <a:pt x="875760" y="471246"/>
                </a:lnTo>
                <a:lnTo>
                  <a:pt x="878536" y="472486"/>
                </a:lnTo>
                <a:lnTo>
                  <a:pt x="877306" y="468432"/>
                </a:lnTo>
                <a:close/>
                <a:moveTo>
                  <a:pt x="916347" y="372298"/>
                </a:moveTo>
                <a:lnTo>
                  <a:pt x="916276" y="372609"/>
                </a:lnTo>
                <a:lnTo>
                  <a:pt x="918059" y="376853"/>
                </a:lnTo>
                <a:lnTo>
                  <a:pt x="919127" y="374301"/>
                </a:lnTo>
                <a:lnTo>
                  <a:pt x="918669" y="373962"/>
                </a:lnTo>
                <a:close/>
                <a:moveTo>
                  <a:pt x="855108" y="509357"/>
                </a:moveTo>
                <a:lnTo>
                  <a:pt x="856343" y="510936"/>
                </a:lnTo>
                <a:lnTo>
                  <a:pt x="856456" y="510653"/>
                </a:lnTo>
                <a:close/>
                <a:moveTo>
                  <a:pt x="909335" y="387878"/>
                </a:moveTo>
                <a:lnTo>
                  <a:pt x="909333" y="387901"/>
                </a:lnTo>
                <a:lnTo>
                  <a:pt x="909681" y="388302"/>
                </a:lnTo>
                <a:close/>
                <a:moveTo>
                  <a:pt x="301535" y="1748425"/>
                </a:moveTo>
                <a:lnTo>
                  <a:pt x="301842" y="1748694"/>
                </a:lnTo>
                <a:lnTo>
                  <a:pt x="303401" y="1749268"/>
                </a:lnTo>
                <a:close/>
                <a:moveTo>
                  <a:pt x="853342" y="512754"/>
                </a:moveTo>
                <a:lnTo>
                  <a:pt x="853475" y="512883"/>
                </a:lnTo>
                <a:lnTo>
                  <a:pt x="853428" y="512810"/>
                </a:lnTo>
                <a:close/>
                <a:moveTo>
                  <a:pt x="883103" y="445883"/>
                </a:moveTo>
                <a:lnTo>
                  <a:pt x="884898" y="448073"/>
                </a:lnTo>
                <a:lnTo>
                  <a:pt x="885765" y="448417"/>
                </a:lnTo>
                <a:lnTo>
                  <a:pt x="884620" y="442672"/>
                </a:lnTo>
                <a:close/>
                <a:moveTo>
                  <a:pt x="882516" y="447127"/>
                </a:moveTo>
                <a:lnTo>
                  <a:pt x="883178" y="447390"/>
                </a:lnTo>
                <a:lnTo>
                  <a:pt x="882679" y="446781"/>
                </a:lnTo>
                <a:close/>
                <a:moveTo>
                  <a:pt x="877648" y="457930"/>
                </a:moveTo>
                <a:lnTo>
                  <a:pt x="877580" y="458111"/>
                </a:lnTo>
                <a:lnTo>
                  <a:pt x="877813" y="458215"/>
                </a:lnTo>
                <a:close/>
                <a:moveTo>
                  <a:pt x="916840" y="370146"/>
                </a:moveTo>
                <a:lnTo>
                  <a:pt x="916445" y="371871"/>
                </a:lnTo>
                <a:lnTo>
                  <a:pt x="919140" y="373804"/>
                </a:lnTo>
                <a:close/>
                <a:moveTo>
                  <a:pt x="881230" y="449850"/>
                </a:moveTo>
                <a:lnTo>
                  <a:pt x="885329" y="453948"/>
                </a:lnTo>
                <a:lnTo>
                  <a:pt x="883874" y="451991"/>
                </a:lnTo>
                <a:lnTo>
                  <a:pt x="881363" y="449567"/>
                </a:lnTo>
                <a:close/>
                <a:moveTo>
                  <a:pt x="852963" y="513077"/>
                </a:moveTo>
                <a:lnTo>
                  <a:pt x="852360" y="517518"/>
                </a:lnTo>
                <a:lnTo>
                  <a:pt x="854737" y="514869"/>
                </a:lnTo>
                <a:lnTo>
                  <a:pt x="854633" y="514705"/>
                </a:lnTo>
                <a:close/>
                <a:moveTo>
                  <a:pt x="879667" y="453159"/>
                </a:moveTo>
                <a:lnTo>
                  <a:pt x="884916" y="458451"/>
                </a:lnTo>
                <a:lnTo>
                  <a:pt x="886096" y="455523"/>
                </a:lnTo>
                <a:lnTo>
                  <a:pt x="880962" y="450416"/>
                </a:lnTo>
                <a:close/>
                <a:moveTo>
                  <a:pt x="878524" y="455580"/>
                </a:moveTo>
                <a:lnTo>
                  <a:pt x="877810" y="457495"/>
                </a:lnTo>
                <a:lnTo>
                  <a:pt x="878373" y="458465"/>
                </a:lnTo>
                <a:lnTo>
                  <a:pt x="883914" y="460939"/>
                </a:lnTo>
                <a:lnTo>
                  <a:pt x="884752" y="458860"/>
                </a:lnTo>
                <a:lnTo>
                  <a:pt x="879483" y="453548"/>
                </a:lnTo>
                <a:close/>
                <a:moveTo>
                  <a:pt x="350585" y="1637327"/>
                </a:moveTo>
                <a:lnTo>
                  <a:pt x="350585" y="1637331"/>
                </a:lnTo>
                <a:lnTo>
                  <a:pt x="355684" y="1639133"/>
                </a:lnTo>
                <a:lnTo>
                  <a:pt x="355763" y="1639159"/>
                </a:lnTo>
                <a:lnTo>
                  <a:pt x="355395" y="1638695"/>
                </a:lnTo>
                <a:close/>
                <a:moveTo>
                  <a:pt x="917271" y="368263"/>
                </a:moveTo>
                <a:lnTo>
                  <a:pt x="917205" y="368554"/>
                </a:lnTo>
                <a:lnTo>
                  <a:pt x="918300" y="370183"/>
                </a:lnTo>
                <a:lnTo>
                  <a:pt x="919800" y="372693"/>
                </a:lnTo>
                <a:lnTo>
                  <a:pt x="920151" y="371857"/>
                </a:lnTo>
                <a:lnTo>
                  <a:pt x="919473" y="370107"/>
                </a:lnTo>
                <a:close/>
                <a:moveTo>
                  <a:pt x="350583" y="1637154"/>
                </a:moveTo>
                <a:lnTo>
                  <a:pt x="350584" y="1637188"/>
                </a:lnTo>
                <a:lnTo>
                  <a:pt x="355253" y="1638517"/>
                </a:lnTo>
                <a:lnTo>
                  <a:pt x="354739" y="1637869"/>
                </a:lnTo>
                <a:lnTo>
                  <a:pt x="353491" y="1637125"/>
                </a:lnTo>
                <a:close/>
                <a:moveTo>
                  <a:pt x="892310" y="423918"/>
                </a:moveTo>
                <a:lnTo>
                  <a:pt x="892623" y="424739"/>
                </a:lnTo>
                <a:lnTo>
                  <a:pt x="892908" y="424156"/>
                </a:lnTo>
                <a:close/>
                <a:moveTo>
                  <a:pt x="345478" y="1648255"/>
                </a:moveTo>
                <a:lnTo>
                  <a:pt x="345768" y="1648564"/>
                </a:lnTo>
                <a:lnTo>
                  <a:pt x="347044" y="1649315"/>
                </a:lnTo>
                <a:lnTo>
                  <a:pt x="346471" y="1648803"/>
                </a:lnTo>
                <a:lnTo>
                  <a:pt x="345589" y="1648244"/>
                </a:lnTo>
                <a:close/>
                <a:moveTo>
                  <a:pt x="363574" y="1607727"/>
                </a:moveTo>
                <a:lnTo>
                  <a:pt x="366156" y="1609508"/>
                </a:lnTo>
                <a:lnTo>
                  <a:pt x="364986" y="1607956"/>
                </a:lnTo>
                <a:close/>
                <a:moveTo>
                  <a:pt x="852584" y="512707"/>
                </a:moveTo>
                <a:lnTo>
                  <a:pt x="850926" y="516614"/>
                </a:lnTo>
                <a:lnTo>
                  <a:pt x="851042" y="516829"/>
                </a:lnTo>
                <a:lnTo>
                  <a:pt x="851968" y="517729"/>
                </a:lnTo>
                <a:lnTo>
                  <a:pt x="852642" y="512765"/>
                </a:lnTo>
                <a:close/>
                <a:moveTo>
                  <a:pt x="880923" y="449143"/>
                </a:moveTo>
                <a:lnTo>
                  <a:pt x="880814" y="449434"/>
                </a:lnTo>
                <a:lnTo>
                  <a:pt x="880846" y="449466"/>
                </a:lnTo>
                <a:lnTo>
                  <a:pt x="880975" y="449193"/>
                </a:lnTo>
                <a:close/>
                <a:moveTo>
                  <a:pt x="853792" y="509858"/>
                </a:moveTo>
                <a:lnTo>
                  <a:pt x="853595" y="510322"/>
                </a:lnTo>
                <a:lnTo>
                  <a:pt x="854740" y="511068"/>
                </a:lnTo>
                <a:close/>
                <a:moveTo>
                  <a:pt x="854252" y="508774"/>
                </a:moveTo>
                <a:lnTo>
                  <a:pt x="853853" y="509716"/>
                </a:lnTo>
                <a:lnTo>
                  <a:pt x="855089" y="511296"/>
                </a:lnTo>
                <a:lnTo>
                  <a:pt x="855968" y="511869"/>
                </a:lnTo>
                <a:lnTo>
                  <a:pt x="856189" y="511319"/>
                </a:lnTo>
                <a:close/>
                <a:moveTo>
                  <a:pt x="855125" y="506718"/>
                </a:moveTo>
                <a:lnTo>
                  <a:pt x="854392" y="508444"/>
                </a:lnTo>
                <a:lnTo>
                  <a:pt x="854533" y="508624"/>
                </a:lnTo>
                <a:lnTo>
                  <a:pt x="854603" y="508630"/>
                </a:lnTo>
                <a:lnTo>
                  <a:pt x="856527" y="510478"/>
                </a:lnTo>
                <a:lnTo>
                  <a:pt x="857557" y="507911"/>
                </a:lnTo>
                <a:close/>
                <a:moveTo>
                  <a:pt x="855486" y="505866"/>
                </a:moveTo>
                <a:lnTo>
                  <a:pt x="855324" y="506250"/>
                </a:lnTo>
                <a:lnTo>
                  <a:pt x="857747" y="507437"/>
                </a:lnTo>
                <a:lnTo>
                  <a:pt x="857903" y="507050"/>
                </a:lnTo>
                <a:close/>
                <a:moveTo>
                  <a:pt x="866738" y="480536"/>
                </a:moveTo>
                <a:lnTo>
                  <a:pt x="867484" y="481456"/>
                </a:lnTo>
                <a:lnTo>
                  <a:pt x="868912" y="477624"/>
                </a:lnTo>
                <a:lnTo>
                  <a:pt x="869117" y="475503"/>
                </a:lnTo>
                <a:close/>
                <a:moveTo>
                  <a:pt x="857321" y="501542"/>
                </a:moveTo>
                <a:lnTo>
                  <a:pt x="855635" y="505516"/>
                </a:lnTo>
                <a:lnTo>
                  <a:pt x="858045" y="506696"/>
                </a:lnTo>
                <a:lnTo>
                  <a:pt x="858495" y="505574"/>
                </a:lnTo>
                <a:lnTo>
                  <a:pt x="858590" y="505320"/>
                </a:lnTo>
                <a:lnTo>
                  <a:pt x="858639" y="504977"/>
                </a:lnTo>
                <a:close/>
                <a:moveTo>
                  <a:pt x="866077" y="481934"/>
                </a:moveTo>
                <a:lnTo>
                  <a:pt x="865400" y="486626"/>
                </a:lnTo>
                <a:lnTo>
                  <a:pt x="865491" y="486802"/>
                </a:lnTo>
                <a:lnTo>
                  <a:pt x="867278" y="482009"/>
                </a:lnTo>
                <a:lnTo>
                  <a:pt x="866497" y="481045"/>
                </a:lnTo>
                <a:close/>
                <a:moveTo>
                  <a:pt x="882077" y="446045"/>
                </a:moveTo>
                <a:lnTo>
                  <a:pt x="881870" y="446602"/>
                </a:lnTo>
                <a:lnTo>
                  <a:pt x="882089" y="446835"/>
                </a:lnTo>
                <a:lnTo>
                  <a:pt x="882321" y="446344"/>
                </a:lnTo>
                <a:close/>
                <a:moveTo>
                  <a:pt x="917824" y="365849"/>
                </a:moveTo>
                <a:lnTo>
                  <a:pt x="917303" y="368124"/>
                </a:lnTo>
                <a:lnTo>
                  <a:pt x="919351" y="369793"/>
                </a:lnTo>
                <a:close/>
                <a:moveTo>
                  <a:pt x="323288" y="1697072"/>
                </a:moveTo>
                <a:lnTo>
                  <a:pt x="324478" y="1698596"/>
                </a:lnTo>
                <a:lnTo>
                  <a:pt x="327543" y="1698624"/>
                </a:lnTo>
                <a:lnTo>
                  <a:pt x="326293" y="1697391"/>
                </a:lnTo>
                <a:close/>
                <a:moveTo>
                  <a:pt x="898562" y="408569"/>
                </a:moveTo>
                <a:lnTo>
                  <a:pt x="899932" y="409788"/>
                </a:lnTo>
                <a:lnTo>
                  <a:pt x="900085" y="409476"/>
                </a:lnTo>
                <a:close/>
                <a:moveTo>
                  <a:pt x="916670" y="367760"/>
                </a:moveTo>
                <a:lnTo>
                  <a:pt x="916812" y="367970"/>
                </a:lnTo>
                <a:lnTo>
                  <a:pt x="916830" y="367894"/>
                </a:lnTo>
                <a:close/>
                <a:moveTo>
                  <a:pt x="350561" y="1635378"/>
                </a:moveTo>
                <a:lnTo>
                  <a:pt x="350578" y="1636796"/>
                </a:lnTo>
                <a:lnTo>
                  <a:pt x="352900" y="1636772"/>
                </a:lnTo>
                <a:close/>
                <a:moveTo>
                  <a:pt x="884172" y="440425"/>
                </a:moveTo>
                <a:lnTo>
                  <a:pt x="882440" y="445072"/>
                </a:lnTo>
                <a:lnTo>
                  <a:pt x="882745" y="445444"/>
                </a:lnTo>
                <a:lnTo>
                  <a:pt x="884452" y="441830"/>
                </a:lnTo>
                <a:close/>
                <a:moveTo>
                  <a:pt x="327594" y="1686319"/>
                </a:moveTo>
                <a:lnTo>
                  <a:pt x="329792" y="1687041"/>
                </a:lnTo>
                <a:lnTo>
                  <a:pt x="330391" y="1687113"/>
                </a:lnTo>
                <a:lnTo>
                  <a:pt x="329369" y="1686328"/>
                </a:lnTo>
                <a:close/>
                <a:moveTo>
                  <a:pt x="874078" y="462476"/>
                </a:moveTo>
                <a:lnTo>
                  <a:pt x="873952" y="463031"/>
                </a:lnTo>
                <a:lnTo>
                  <a:pt x="874101" y="463705"/>
                </a:lnTo>
                <a:lnTo>
                  <a:pt x="874288" y="463200"/>
                </a:lnTo>
                <a:lnTo>
                  <a:pt x="874312" y="462707"/>
                </a:lnTo>
                <a:close/>
                <a:moveTo>
                  <a:pt x="289157" y="1772137"/>
                </a:moveTo>
                <a:lnTo>
                  <a:pt x="298183" y="1776171"/>
                </a:lnTo>
                <a:lnTo>
                  <a:pt x="296850" y="1775511"/>
                </a:lnTo>
                <a:lnTo>
                  <a:pt x="296762" y="1775326"/>
                </a:lnTo>
                <a:lnTo>
                  <a:pt x="301122" y="1777485"/>
                </a:lnTo>
                <a:lnTo>
                  <a:pt x="302982" y="1778317"/>
                </a:lnTo>
                <a:lnTo>
                  <a:pt x="305908" y="1777911"/>
                </a:lnTo>
                <a:lnTo>
                  <a:pt x="307588" y="1774995"/>
                </a:lnTo>
                <a:lnTo>
                  <a:pt x="304262" y="1772827"/>
                </a:lnTo>
                <a:lnTo>
                  <a:pt x="292164" y="1772307"/>
                </a:lnTo>
                <a:close/>
                <a:moveTo>
                  <a:pt x="935050" y="325659"/>
                </a:moveTo>
                <a:lnTo>
                  <a:pt x="931993" y="339005"/>
                </a:lnTo>
                <a:lnTo>
                  <a:pt x="932088" y="339797"/>
                </a:lnTo>
                <a:lnTo>
                  <a:pt x="933116" y="340881"/>
                </a:lnTo>
                <a:lnTo>
                  <a:pt x="937992" y="329232"/>
                </a:lnTo>
                <a:lnTo>
                  <a:pt x="937691" y="328793"/>
                </a:lnTo>
                <a:close/>
                <a:moveTo>
                  <a:pt x="873861" y="462615"/>
                </a:moveTo>
                <a:lnTo>
                  <a:pt x="873885" y="462723"/>
                </a:lnTo>
                <a:lnTo>
                  <a:pt x="873931" y="462520"/>
                </a:lnTo>
                <a:close/>
                <a:moveTo>
                  <a:pt x="909917" y="381570"/>
                </a:moveTo>
                <a:lnTo>
                  <a:pt x="909382" y="387367"/>
                </a:lnTo>
                <a:lnTo>
                  <a:pt x="911631" y="390124"/>
                </a:lnTo>
                <a:lnTo>
                  <a:pt x="912687" y="385512"/>
                </a:lnTo>
                <a:close/>
                <a:moveTo>
                  <a:pt x="873761" y="462159"/>
                </a:moveTo>
                <a:lnTo>
                  <a:pt x="873766" y="462181"/>
                </a:lnTo>
                <a:lnTo>
                  <a:pt x="873773" y="462171"/>
                </a:lnTo>
                <a:close/>
                <a:moveTo>
                  <a:pt x="853908" y="506121"/>
                </a:moveTo>
                <a:lnTo>
                  <a:pt x="853835" y="506659"/>
                </a:lnTo>
                <a:lnTo>
                  <a:pt x="854054" y="506193"/>
                </a:lnTo>
                <a:close/>
                <a:moveTo>
                  <a:pt x="876378" y="455745"/>
                </a:moveTo>
                <a:lnTo>
                  <a:pt x="876339" y="455922"/>
                </a:lnTo>
                <a:lnTo>
                  <a:pt x="876636" y="456900"/>
                </a:lnTo>
                <a:lnTo>
                  <a:pt x="876797" y="456468"/>
                </a:lnTo>
                <a:close/>
                <a:moveTo>
                  <a:pt x="890812" y="423322"/>
                </a:moveTo>
                <a:lnTo>
                  <a:pt x="890011" y="425237"/>
                </a:lnTo>
                <a:lnTo>
                  <a:pt x="891528" y="426980"/>
                </a:lnTo>
                <a:lnTo>
                  <a:pt x="892360" y="425278"/>
                </a:lnTo>
                <a:lnTo>
                  <a:pt x="891779" y="423707"/>
                </a:lnTo>
                <a:close/>
                <a:moveTo>
                  <a:pt x="350532" y="1633103"/>
                </a:moveTo>
                <a:lnTo>
                  <a:pt x="350553" y="1634727"/>
                </a:lnTo>
                <a:lnTo>
                  <a:pt x="353323" y="1636379"/>
                </a:lnTo>
                <a:lnTo>
                  <a:pt x="353698" y="1636557"/>
                </a:lnTo>
                <a:lnTo>
                  <a:pt x="353204" y="1635936"/>
                </a:lnTo>
                <a:close/>
                <a:moveTo>
                  <a:pt x="891250" y="422277"/>
                </a:moveTo>
                <a:lnTo>
                  <a:pt x="891028" y="422809"/>
                </a:lnTo>
                <a:lnTo>
                  <a:pt x="891519" y="423005"/>
                </a:lnTo>
                <a:close/>
                <a:moveTo>
                  <a:pt x="316098" y="1710025"/>
                </a:moveTo>
                <a:lnTo>
                  <a:pt x="320340" y="1713331"/>
                </a:lnTo>
                <a:lnTo>
                  <a:pt x="324220" y="1716111"/>
                </a:lnTo>
                <a:lnTo>
                  <a:pt x="329655" y="1717853"/>
                </a:lnTo>
                <a:lnTo>
                  <a:pt x="330045" y="1717898"/>
                </a:lnTo>
                <a:lnTo>
                  <a:pt x="323805" y="1709908"/>
                </a:lnTo>
                <a:close/>
                <a:moveTo>
                  <a:pt x="893207" y="417605"/>
                </a:moveTo>
                <a:lnTo>
                  <a:pt x="891478" y="421733"/>
                </a:lnTo>
                <a:lnTo>
                  <a:pt x="892042" y="423212"/>
                </a:lnTo>
                <a:lnTo>
                  <a:pt x="893154" y="423654"/>
                </a:lnTo>
                <a:lnTo>
                  <a:pt x="894976" y="419926"/>
                </a:lnTo>
                <a:lnTo>
                  <a:pt x="894692" y="419389"/>
                </a:lnTo>
                <a:close/>
                <a:moveTo>
                  <a:pt x="340017" y="1656292"/>
                </a:moveTo>
                <a:lnTo>
                  <a:pt x="346161" y="1660672"/>
                </a:lnTo>
                <a:lnTo>
                  <a:pt x="343938" y="1658303"/>
                </a:lnTo>
                <a:lnTo>
                  <a:pt x="341547" y="1656715"/>
                </a:lnTo>
                <a:close/>
                <a:moveTo>
                  <a:pt x="893444" y="417040"/>
                </a:moveTo>
                <a:lnTo>
                  <a:pt x="893364" y="417231"/>
                </a:lnTo>
                <a:lnTo>
                  <a:pt x="893866" y="417835"/>
                </a:lnTo>
                <a:close/>
                <a:moveTo>
                  <a:pt x="854038" y="505157"/>
                </a:moveTo>
                <a:lnTo>
                  <a:pt x="853980" y="505592"/>
                </a:lnTo>
                <a:lnTo>
                  <a:pt x="854271" y="505735"/>
                </a:lnTo>
                <a:lnTo>
                  <a:pt x="854449" y="505358"/>
                </a:lnTo>
                <a:close/>
                <a:moveTo>
                  <a:pt x="897286" y="407869"/>
                </a:moveTo>
                <a:lnTo>
                  <a:pt x="894841" y="413704"/>
                </a:lnTo>
                <a:lnTo>
                  <a:pt x="896298" y="416527"/>
                </a:lnTo>
                <a:lnTo>
                  <a:pt x="896530" y="416746"/>
                </a:lnTo>
                <a:lnTo>
                  <a:pt x="899783" y="410092"/>
                </a:lnTo>
                <a:close/>
                <a:moveTo>
                  <a:pt x="879359" y="447979"/>
                </a:moveTo>
                <a:lnTo>
                  <a:pt x="879798" y="448417"/>
                </a:lnTo>
                <a:lnTo>
                  <a:pt x="879844" y="448293"/>
                </a:lnTo>
                <a:close/>
                <a:moveTo>
                  <a:pt x="898547" y="404860"/>
                </a:moveTo>
                <a:lnTo>
                  <a:pt x="897509" y="407337"/>
                </a:lnTo>
                <a:lnTo>
                  <a:pt x="900333" y="408968"/>
                </a:lnTo>
                <a:lnTo>
                  <a:pt x="901035" y="407532"/>
                </a:lnTo>
                <a:close/>
                <a:moveTo>
                  <a:pt x="919819" y="357140"/>
                </a:moveTo>
                <a:lnTo>
                  <a:pt x="918280" y="363859"/>
                </a:lnTo>
                <a:lnTo>
                  <a:pt x="920787" y="370335"/>
                </a:lnTo>
                <a:lnTo>
                  <a:pt x="924321" y="361890"/>
                </a:lnTo>
                <a:close/>
                <a:moveTo>
                  <a:pt x="899349" y="402945"/>
                </a:moveTo>
                <a:lnTo>
                  <a:pt x="898733" y="404416"/>
                </a:lnTo>
                <a:lnTo>
                  <a:pt x="901242" y="407109"/>
                </a:lnTo>
                <a:lnTo>
                  <a:pt x="901651" y="406271"/>
                </a:lnTo>
                <a:lnTo>
                  <a:pt x="901574" y="406088"/>
                </a:lnTo>
                <a:close/>
                <a:moveTo>
                  <a:pt x="873476" y="460880"/>
                </a:moveTo>
                <a:lnTo>
                  <a:pt x="873461" y="461035"/>
                </a:lnTo>
                <a:lnTo>
                  <a:pt x="873577" y="461341"/>
                </a:lnTo>
                <a:lnTo>
                  <a:pt x="873842" y="461606"/>
                </a:lnTo>
                <a:close/>
                <a:moveTo>
                  <a:pt x="899612" y="402317"/>
                </a:moveTo>
                <a:lnTo>
                  <a:pt x="899466" y="402667"/>
                </a:lnTo>
                <a:lnTo>
                  <a:pt x="900937" y="404687"/>
                </a:lnTo>
                <a:lnTo>
                  <a:pt x="901065" y="404873"/>
                </a:lnTo>
                <a:lnTo>
                  <a:pt x="900709" y="404028"/>
                </a:lnTo>
                <a:close/>
                <a:moveTo>
                  <a:pt x="899801" y="401867"/>
                </a:moveTo>
                <a:lnTo>
                  <a:pt x="899668" y="402183"/>
                </a:lnTo>
                <a:lnTo>
                  <a:pt x="900440" y="403386"/>
                </a:lnTo>
                <a:close/>
                <a:moveTo>
                  <a:pt x="344225" y="1645896"/>
                </a:moveTo>
                <a:lnTo>
                  <a:pt x="345010" y="1646597"/>
                </a:lnTo>
                <a:lnTo>
                  <a:pt x="346731" y="1647563"/>
                </a:lnTo>
                <a:lnTo>
                  <a:pt x="345476" y="1646532"/>
                </a:lnTo>
                <a:lnTo>
                  <a:pt x="345291" y="1646339"/>
                </a:lnTo>
                <a:close/>
                <a:moveTo>
                  <a:pt x="900537" y="400110"/>
                </a:moveTo>
                <a:lnTo>
                  <a:pt x="900181" y="400959"/>
                </a:lnTo>
                <a:lnTo>
                  <a:pt x="902061" y="405431"/>
                </a:lnTo>
                <a:lnTo>
                  <a:pt x="902777" y="403966"/>
                </a:lnTo>
                <a:close/>
                <a:moveTo>
                  <a:pt x="901380" y="398096"/>
                </a:moveTo>
                <a:lnTo>
                  <a:pt x="900770" y="399554"/>
                </a:lnTo>
                <a:lnTo>
                  <a:pt x="903031" y="403445"/>
                </a:lnTo>
                <a:lnTo>
                  <a:pt x="903656" y="402168"/>
                </a:lnTo>
                <a:close/>
                <a:moveTo>
                  <a:pt x="956557" y="274503"/>
                </a:moveTo>
                <a:lnTo>
                  <a:pt x="994840" y="301147"/>
                </a:lnTo>
                <a:lnTo>
                  <a:pt x="999687" y="288142"/>
                </a:lnTo>
                <a:lnTo>
                  <a:pt x="964153" y="262697"/>
                </a:lnTo>
                <a:close/>
                <a:moveTo>
                  <a:pt x="902124" y="396321"/>
                </a:moveTo>
                <a:lnTo>
                  <a:pt x="901653" y="397446"/>
                </a:lnTo>
                <a:lnTo>
                  <a:pt x="903952" y="401561"/>
                </a:lnTo>
                <a:lnTo>
                  <a:pt x="904013" y="401436"/>
                </a:lnTo>
                <a:close/>
                <a:moveTo>
                  <a:pt x="936628" y="318768"/>
                </a:moveTo>
                <a:lnTo>
                  <a:pt x="935247" y="324797"/>
                </a:lnTo>
                <a:lnTo>
                  <a:pt x="935897" y="325749"/>
                </a:lnTo>
                <a:lnTo>
                  <a:pt x="938292" y="328514"/>
                </a:lnTo>
                <a:lnTo>
                  <a:pt x="939551" y="325507"/>
                </a:lnTo>
                <a:close/>
                <a:moveTo>
                  <a:pt x="904236" y="391277"/>
                </a:moveTo>
                <a:lnTo>
                  <a:pt x="902446" y="395552"/>
                </a:lnTo>
                <a:lnTo>
                  <a:pt x="904391" y="400663"/>
                </a:lnTo>
                <a:lnTo>
                  <a:pt x="907749" y="393792"/>
                </a:lnTo>
                <a:close/>
                <a:moveTo>
                  <a:pt x="904882" y="389734"/>
                </a:moveTo>
                <a:lnTo>
                  <a:pt x="904332" y="391048"/>
                </a:lnTo>
                <a:lnTo>
                  <a:pt x="907883" y="393519"/>
                </a:lnTo>
                <a:lnTo>
                  <a:pt x="908222" y="392825"/>
                </a:lnTo>
                <a:lnTo>
                  <a:pt x="907974" y="392540"/>
                </a:lnTo>
                <a:close/>
                <a:moveTo>
                  <a:pt x="877316" y="451363"/>
                </a:moveTo>
                <a:lnTo>
                  <a:pt x="876489" y="455224"/>
                </a:lnTo>
                <a:lnTo>
                  <a:pt x="876959" y="456034"/>
                </a:lnTo>
                <a:lnTo>
                  <a:pt x="878322" y="452377"/>
                </a:lnTo>
                <a:close/>
                <a:moveTo>
                  <a:pt x="283039" y="1781950"/>
                </a:moveTo>
                <a:lnTo>
                  <a:pt x="297699" y="1793246"/>
                </a:lnTo>
                <a:lnTo>
                  <a:pt x="307185" y="1793280"/>
                </a:lnTo>
                <a:lnTo>
                  <a:pt x="326624" y="1793086"/>
                </a:lnTo>
                <a:lnTo>
                  <a:pt x="324623" y="1792396"/>
                </a:lnTo>
                <a:lnTo>
                  <a:pt x="303102" y="1788317"/>
                </a:lnTo>
                <a:close/>
                <a:moveTo>
                  <a:pt x="906908" y="384901"/>
                </a:moveTo>
                <a:lnTo>
                  <a:pt x="906811" y="385131"/>
                </a:lnTo>
                <a:lnTo>
                  <a:pt x="907319" y="385588"/>
                </a:lnTo>
                <a:lnTo>
                  <a:pt x="908968" y="387483"/>
                </a:lnTo>
                <a:lnTo>
                  <a:pt x="908973" y="387434"/>
                </a:lnTo>
                <a:close/>
                <a:moveTo>
                  <a:pt x="859008" y="491920"/>
                </a:moveTo>
                <a:lnTo>
                  <a:pt x="859809" y="494009"/>
                </a:lnTo>
                <a:lnTo>
                  <a:pt x="859834" y="493956"/>
                </a:lnTo>
                <a:lnTo>
                  <a:pt x="859502" y="492295"/>
                </a:lnTo>
                <a:close/>
                <a:moveTo>
                  <a:pt x="908906" y="380132"/>
                </a:moveTo>
                <a:lnTo>
                  <a:pt x="907064" y="384528"/>
                </a:lnTo>
                <a:lnTo>
                  <a:pt x="909020" y="386924"/>
                </a:lnTo>
                <a:lnTo>
                  <a:pt x="909561" y="381063"/>
                </a:lnTo>
                <a:close/>
                <a:moveTo>
                  <a:pt x="909855" y="377865"/>
                </a:moveTo>
                <a:lnTo>
                  <a:pt x="908979" y="379956"/>
                </a:lnTo>
                <a:lnTo>
                  <a:pt x="909583" y="380816"/>
                </a:lnTo>
                <a:close/>
                <a:moveTo>
                  <a:pt x="321645" y="1694968"/>
                </a:moveTo>
                <a:lnTo>
                  <a:pt x="323001" y="1696705"/>
                </a:lnTo>
                <a:lnTo>
                  <a:pt x="325911" y="1697013"/>
                </a:lnTo>
                <a:lnTo>
                  <a:pt x="325897" y="1697000"/>
                </a:lnTo>
                <a:close/>
                <a:moveTo>
                  <a:pt x="910924" y="375312"/>
                </a:moveTo>
                <a:lnTo>
                  <a:pt x="910372" y="376631"/>
                </a:lnTo>
                <a:lnTo>
                  <a:pt x="909939" y="381322"/>
                </a:lnTo>
                <a:lnTo>
                  <a:pt x="912736" y="385299"/>
                </a:lnTo>
                <a:lnTo>
                  <a:pt x="914531" y="377461"/>
                </a:lnTo>
                <a:close/>
                <a:moveTo>
                  <a:pt x="913148" y="370004"/>
                </a:moveTo>
                <a:lnTo>
                  <a:pt x="911206" y="374639"/>
                </a:lnTo>
                <a:lnTo>
                  <a:pt x="914714" y="376667"/>
                </a:lnTo>
                <a:lnTo>
                  <a:pt x="914993" y="375445"/>
                </a:lnTo>
                <a:lnTo>
                  <a:pt x="915527" y="373253"/>
                </a:lnTo>
                <a:lnTo>
                  <a:pt x="914598" y="371044"/>
                </a:lnTo>
                <a:close/>
                <a:moveTo>
                  <a:pt x="913654" y="368796"/>
                </a:moveTo>
                <a:lnTo>
                  <a:pt x="913308" y="369622"/>
                </a:lnTo>
                <a:lnTo>
                  <a:pt x="914299" y="370332"/>
                </a:lnTo>
                <a:close/>
                <a:moveTo>
                  <a:pt x="920861" y="352592"/>
                </a:moveTo>
                <a:lnTo>
                  <a:pt x="920019" y="356266"/>
                </a:lnTo>
                <a:lnTo>
                  <a:pt x="924636" y="361138"/>
                </a:lnTo>
                <a:lnTo>
                  <a:pt x="925609" y="358813"/>
                </a:lnTo>
                <a:lnTo>
                  <a:pt x="925537" y="358214"/>
                </a:lnTo>
                <a:close/>
                <a:moveTo>
                  <a:pt x="914588" y="366565"/>
                </a:moveTo>
                <a:lnTo>
                  <a:pt x="914163" y="367581"/>
                </a:lnTo>
                <a:lnTo>
                  <a:pt x="915759" y="371379"/>
                </a:lnTo>
                <a:lnTo>
                  <a:pt x="915949" y="371516"/>
                </a:lnTo>
                <a:lnTo>
                  <a:pt x="916438" y="369506"/>
                </a:lnTo>
                <a:close/>
                <a:moveTo>
                  <a:pt x="916414" y="362206"/>
                </a:moveTo>
                <a:lnTo>
                  <a:pt x="915078" y="365396"/>
                </a:lnTo>
                <a:lnTo>
                  <a:pt x="916441" y="367421"/>
                </a:lnTo>
                <a:lnTo>
                  <a:pt x="916862" y="367765"/>
                </a:lnTo>
                <a:lnTo>
                  <a:pt x="917520" y="365061"/>
                </a:lnTo>
                <a:close/>
                <a:moveTo>
                  <a:pt x="867575" y="471562"/>
                </a:moveTo>
                <a:lnTo>
                  <a:pt x="866349" y="480056"/>
                </a:lnTo>
                <a:lnTo>
                  <a:pt x="866381" y="480095"/>
                </a:lnTo>
                <a:lnTo>
                  <a:pt x="869132" y="474270"/>
                </a:lnTo>
                <a:lnTo>
                  <a:pt x="868718" y="472390"/>
                </a:lnTo>
                <a:close/>
                <a:moveTo>
                  <a:pt x="850111" y="510648"/>
                </a:moveTo>
                <a:lnTo>
                  <a:pt x="850364" y="514488"/>
                </a:lnTo>
                <a:lnTo>
                  <a:pt x="851548" y="511698"/>
                </a:lnTo>
                <a:lnTo>
                  <a:pt x="851196" y="511356"/>
                </a:lnTo>
                <a:close/>
                <a:moveTo>
                  <a:pt x="876746" y="450788"/>
                </a:moveTo>
                <a:lnTo>
                  <a:pt x="875946" y="454290"/>
                </a:lnTo>
                <a:lnTo>
                  <a:pt x="876294" y="454890"/>
                </a:lnTo>
                <a:lnTo>
                  <a:pt x="877140" y="451186"/>
                </a:lnTo>
                <a:close/>
                <a:moveTo>
                  <a:pt x="867721" y="470980"/>
                </a:moveTo>
                <a:lnTo>
                  <a:pt x="868539" y="471572"/>
                </a:lnTo>
                <a:lnTo>
                  <a:pt x="868250" y="470260"/>
                </a:lnTo>
                <a:close/>
                <a:moveTo>
                  <a:pt x="878140" y="447609"/>
                </a:moveTo>
                <a:lnTo>
                  <a:pt x="877800" y="449103"/>
                </a:lnTo>
                <a:lnTo>
                  <a:pt x="877417" y="450890"/>
                </a:lnTo>
                <a:lnTo>
                  <a:pt x="878478" y="451960"/>
                </a:lnTo>
                <a:lnTo>
                  <a:pt x="879569" y="449031"/>
                </a:lnTo>
                <a:close/>
                <a:moveTo>
                  <a:pt x="918929" y="356202"/>
                </a:moveTo>
                <a:lnTo>
                  <a:pt x="917051" y="360685"/>
                </a:lnTo>
                <a:lnTo>
                  <a:pt x="917993" y="363115"/>
                </a:lnTo>
                <a:lnTo>
                  <a:pt x="919522" y="356827"/>
                </a:lnTo>
                <a:close/>
                <a:moveTo>
                  <a:pt x="360244" y="1607188"/>
                </a:moveTo>
                <a:lnTo>
                  <a:pt x="362112" y="1608668"/>
                </a:lnTo>
                <a:lnTo>
                  <a:pt x="368096" y="1612081"/>
                </a:lnTo>
                <a:lnTo>
                  <a:pt x="366693" y="1610220"/>
                </a:lnTo>
                <a:lnTo>
                  <a:pt x="363065" y="1607645"/>
                </a:lnTo>
                <a:close/>
                <a:moveTo>
                  <a:pt x="297566" y="1747515"/>
                </a:moveTo>
                <a:lnTo>
                  <a:pt x="298879" y="1748610"/>
                </a:lnTo>
                <a:lnTo>
                  <a:pt x="300088" y="1749590"/>
                </a:lnTo>
                <a:lnTo>
                  <a:pt x="297952" y="1747657"/>
                </a:lnTo>
                <a:close/>
                <a:moveTo>
                  <a:pt x="920582" y="352256"/>
                </a:moveTo>
                <a:lnTo>
                  <a:pt x="919244" y="355449"/>
                </a:lnTo>
                <a:lnTo>
                  <a:pt x="919732" y="355964"/>
                </a:lnTo>
                <a:lnTo>
                  <a:pt x="920622" y="352305"/>
                </a:lnTo>
                <a:close/>
                <a:moveTo>
                  <a:pt x="878355" y="446668"/>
                </a:moveTo>
                <a:lnTo>
                  <a:pt x="878334" y="446759"/>
                </a:lnTo>
                <a:lnTo>
                  <a:pt x="878647" y="446948"/>
                </a:lnTo>
                <a:close/>
                <a:moveTo>
                  <a:pt x="923568" y="345339"/>
                </a:moveTo>
                <a:lnTo>
                  <a:pt x="921375" y="350383"/>
                </a:lnTo>
                <a:lnTo>
                  <a:pt x="921227" y="350989"/>
                </a:lnTo>
                <a:lnTo>
                  <a:pt x="920996" y="351999"/>
                </a:lnTo>
                <a:lnTo>
                  <a:pt x="925430" y="357331"/>
                </a:lnTo>
                <a:lnTo>
                  <a:pt x="924048" y="345928"/>
                </a:lnTo>
                <a:close/>
                <a:moveTo>
                  <a:pt x="923888" y="344604"/>
                </a:moveTo>
                <a:lnTo>
                  <a:pt x="923784" y="344843"/>
                </a:lnTo>
                <a:lnTo>
                  <a:pt x="923940" y="345036"/>
                </a:lnTo>
                <a:close/>
                <a:moveTo>
                  <a:pt x="951743" y="281986"/>
                </a:moveTo>
                <a:lnTo>
                  <a:pt x="958539" y="288695"/>
                </a:lnTo>
                <a:lnTo>
                  <a:pt x="958541" y="288690"/>
                </a:lnTo>
                <a:lnTo>
                  <a:pt x="958760" y="288513"/>
                </a:lnTo>
                <a:lnTo>
                  <a:pt x="958687" y="288840"/>
                </a:lnTo>
                <a:lnTo>
                  <a:pt x="974698" y="304643"/>
                </a:lnTo>
                <a:lnTo>
                  <a:pt x="980464" y="310802"/>
                </a:lnTo>
                <a:lnTo>
                  <a:pt x="972546" y="293973"/>
                </a:lnTo>
                <a:lnTo>
                  <a:pt x="967283" y="283163"/>
                </a:lnTo>
                <a:lnTo>
                  <a:pt x="967440" y="283239"/>
                </a:lnTo>
                <a:lnTo>
                  <a:pt x="976950" y="302771"/>
                </a:lnTo>
                <a:lnTo>
                  <a:pt x="980996" y="311375"/>
                </a:lnTo>
                <a:lnTo>
                  <a:pt x="984921" y="315569"/>
                </a:lnTo>
                <a:lnTo>
                  <a:pt x="989531" y="300523"/>
                </a:lnTo>
                <a:lnTo>
                  <a:pt x="989770" y="300358"/>
                </a:lnTo>
                <a:lnTo>
                  <a:pt x="985063" y="315721"/>
                </a:lnTo>
                <a:lnTo>
                  <a:pt x="986445" y="317200"/>
                </a:lnTo>
                <a:lnTo>
                  <a:pt x="992176" y="308294"/>
                </a:lnTo>
                <a:lnTo>
                  <a:pt x="994619" y="301742"/>
                </a:lnTo>
                <a:lnTo>
                  <a:pt x="975561" y="288096"/>
                </a:lnTo>
                <a:lnTo>
                  <a:pt x="956394" y="274756"/>
                </a:lnTo>
                <a:close/>
                <a:moveTo>
                  <a:pt x="951525" y="282324"/>
                </a:moveTo>
                <a:lnTo>
                  <a:pt x="958334" y="289602"/>
                </a:lnTo>
                <a:lnTo>
                  <a:pt x="958438" y="289143"/>
                </a:lnTo>
                <a:lnTo>
                  <a:pt x="951527" y="282322"/>
                </a:lnTo>
                <a:close/>
                <a:moveTo>
                  <a:pt x="867873" y="469502"/>
                </a:moveTo>
                <a:lnTo>
                  <a:pt x="867746" y="470381"/>
                </a:lnTo>
                <a:lnTo>
                  <a:pt x="868154" y="469825"/>
                </a:lnTo>
                <a:lnTo>
                  <a:pt x="868106" y="469606"/>
                </a:lnTo>
                <a:close/>
                <a:moveTo>
                  <a:pt x="888782" y="422517"/>
                </a:moveTo>
                <a:lnTo>
                  <a:pt x="889121" y="424217"/>
                </a:lnTo>
                <a:lnTo>
                  <a:pt x="889646" y="424820"/>
                </a:lnTo>
                <a:lnTo>
                  <a:pt x="890351" y="423138"/>
                </a:lnTo>
                <a:close/>
                <a:moveTo>
                  <a:pt x="851745" y="505064"/>
                </a:moveTo>
                <a:lnTo>
                  <a:pt x="853431" y="507216"/>
                </a:lnTo>
                <a:lnTo>
                  <a:pt x="853617" y="505979"/>
                </a:lnTo>
                <a:close/>
                <a:moveTo>
                  <a:pt x="312139" y="1713037"/>
                </a:moveTo>
                <a:lnTo>
                  <a:pt x="317389" y="1716411"/>
                </a:lnTo>
                <a:lnTo>
                  <a:pt x="318621" y="1716556"/>
                </a:lnTo>
                <a:lnTo>
                  <a:pt x="315983" y="1714492"/>
                </a:lnTo>
                <a:close/>
                <a:moveTo>
                  <a:pt x="879277" y="442627"/>
                </a:moveTo>
                <a:lnTo>
                  <a:pt x="879051" y="443617"/>
                </a:lnTo>
                <a:lnTo>
                  <a:pt x="880936" y="445615"/>
                </a:lnTo>
                <a:lnTo>
                  <a:pt x="881203" y="444978"/>
                </a:lnTo>
                <a:close/>
                <a:moveTo>
                  <a:pt x="949344" y="285714"/>
                </a:moveTo>
                <a:lnTo>
                  <a:pt x="956009" y="299883"/>
                </a:lnTo>
                <a:lnTo>
                  <a:pt x="957967" y="291227"/>
                </a:lnTo>
                <a:lnTo>
                  <a:pt x="950756" y="283520"/>
                </a:lnTo>
                <a:close/>
                <a:moveTo>
                  <a:pt x="338248" y="1653972"/>
                </a:moveTo>
                <a:lnTo>
                  <a:pt x="339746" y="1654966"/>
                </a:lnTo>
                <a:lnTo>
                  <a:pt x="341143" y="1655326"/>
                </a:lnTo>
                <a:lnTo>
                  <a:pt x="339918" y="1654021"/>
                </a:lnTo>
                <a:close/>
                <a:moveTo>
                  <a:pt x="855260" y="496168"/>
                </a:moveTo>
                <a:lnTo>
                  <a:pt x="854093" y="504761"/>
                </a:lnTo>
                <a:lnTo>
                  <a:pt x="854612" y="505014"/>
                </a:lnTo>
                <a:lnTo>
                  <a:pt x="856842" y="500292"/>
                </a:lnTo>
                <a:close/>
                <a:moveTo>
                  <a:pt x="323664" y="1686297"/>
                </a:moveTo>
                <a:lnTo>
                  <a:pt x="323868" y="1686322"/>
                </a:lnTo>
                <a:lnTo>
                  <a:pt x="323810" y="1686297"/>
                </a:lnTo>
                <a:close/>
                <a:moveTo>
                  <a:pt x="337321" y="1655548"/>
                </a:moveTo>
                <a:lnTo>
                  <a:pt x="340439" y="1658189"/>
                </a:lnTo>
                <a:lnTo>
                  <a:pt x="341669" y="1659087"/>
                </a:lnTo>
                <a:lnTo>
                  <a:pt x="345860" y="1660639"/>
                </a:lnTo>
                <a:lnTo>
                  <a:pt x="339602" y="1656178"/>
                </a:lnTo>
                <a:close/>
                <a:moveTo>
                  <a:pt x="948462" y="287083"/>
                </a:moveTo>
                <a:lnTo>
                  <a:pt x="955280" y="303108"/>
                </a:lnTo>
                <a:lnTo>
                  <a:pt x="955894" y="300392"/>
                </a:lnTo>
                <a:lnTo>
                  <a:pt x="949139" y="286031"/>
                </a:lnTo>
                <a:close/>
                <a:moveTo>
                  <a:pt x="922824" y="344426"/>
                </a:moveTo>
                <a:lnTo>
                  <a:pt x="921683" y="349116"/>
                </a:lnTo>
                <a:lnTo>
                  <a:pt x="923410" y="345145"/>
                </a:lnTo>
                <a:close/>
                <a:moveTo>
                  <a:pt x="849918" y="507529"/>
                </a:moveTo>
                <a:lnTo>
                  <a:pt x="849912" y="507607"/>
                </a:lnTo>
                <a:lnTo>
                  <a:pt x="849933" y="507934"/>
                </a:lnTo>
                <a:lnTo>
                  <a:pt x="850517" y="508314"/>
                </a:lnTo>
                <a:close/>
                <a:moveTo>
                  <a:pt x="877197" y="445815"/>
                </a:moveTo>
                <a:lnTo>
                  <a:pt x="877844" y="446463"/>
                </a:lnTo>
                <a:lnTo>
                  <a:pt x="878172" y="446661"/>
                </a:lnTo>
                <a:lnTo>
                  <a:pt x="878204" y="446522"/>
                </a:lnTo>
                <a:lnTo>
                  <a:pt x="877664" y="446001"/>
                </a:lnTo>
                <a:close/>
                <a:moveTo>
                  <a:pt x="371494" y="1578052"/>
                </a:moveTo>
                <a:lnTo>
                  <a:pt x="371487" y="1578414"/>
                </a:lnTo>
                <a:lnTo>
                  <a:pt x="373153" y="1580833"/>
                </a:lnTo>
                <a:lnTo>
                  <a:pt x="373388" y="1580885"/>
                </a:lnTo>
                <a:lnTo>
                  <a:pt x="372912" y="1579267"/>
                </a:lnTo>
                <a:close/>
                <a:moveTo>
                  <a:pt x="361007" y="1601524"/>
                </a:moveTo>
                <a:lnTo>
                  <a:pt x="362186" y="1602045"/>
                </a:lnTo>
                <a:lnTo>
                  <a:pt x="361899" y="1601762"/>
                </a:lnTo>
                <a:close/>
                <a:moveTo>
                  <a:pt x="923396" y="342075"/>
                </a:moveTo>
                <a:lnTo>
                  <a:pt x="922966" y="343841"/>
                </a:lnTo>
                <a:lnTo>
                  <a:pt x="923625" y="344650"/>
                </a:lnTo>
                <a:lnTo>
                  <a:pt x="923835" y="344166"/>
                </a:lnTo>
                <a:lnTo>
                  <a:pt x="923613" y="342333"/>
                </a:lnTo>
                <a:close/>
                <a:moveTo>
                  <a:pt x="344413" y="1638202"/>
                </a:moveTo>
                <a:lnTo>
                  <a:pt x="346290" y="1640062"/>
                </a:lnTo>
                <a:lnTo>
                  <a:pt x="346868" y="1640536"/>
                </a:lnTo>
                <a:lnTo>
                  <a:pt x="348410" y="1641047"/>
                </a:lnTo>
                <a:lnTo>
                  <a:pt x="348382" y="1638905"/>
                </a:lnTo>
                <a:close/>
                <a:moveTo>
                  <a:pt x="836380" y="536383"/>
                </a:moveTo>
                <a:lnTo>
                  <a:pt x="836668" y="536955"/>
                </a:lnTo>
                <a:lnTo>
                  <a:pt x="836757" y="536925"/>
                </a:lnTo>
                <a:close/>
                <a:moveTo>
                  <a:pt x="875268" y="449299"/>
                </a:moveTo>
                <a:lnTo>
                  <a:pt x="875140" y="451965"/>
                </a:lnTo>
                <a:lnTo>
                  <a:pt x="875733" y="453924"/>
                </a:lnTo>
                <a:lnTo>
                  <a:pt x="875848" y="454121"/>
                </a:lnTo>
                <a:lnTo>
                  <a:pt x="876634" y="450675"/>
                </a:lnTo>
                <a:close/>
                <a:moveTo>
                  <a:pt x="912963" y="364726"/>
                </a:moveTo>
                <a:lnTo>
                  <a:pt x="913913" y="366987"/>
                </a:lnTo>
                <a:lnTo>
                  <a:pt x="914297" y="366104"/>
                </a:lnTo>
                <a:lnTo>
                  <a:pt x="913925" y="365509"/>
                </a:lnTo>
                <a:close/>
                <a:moveTo>
                  <a:pt x="836791" y="535285"/>
                </a:moveTo>
                <a:lnTo>
                  <a:pt x="838379" y="535767"/>
                </a:lnTo>
                <a:lnTo>
                  <a:pt x="838593" y="533222"/>
                </a:lnTo>
                <a:close/>
                <a:moveTo>
                  <a:pt x="836507" y="535733"/>
                </a:moveTo>
                <a:lnTo>
                  <a:pt x="836388" y="536069"/>
                </a:lnTo>
                <a:lnTo>
                  <a:pt x="836955" y="536860"/>
                </a:lnTo>
                <a:lnTo>
                  <a:pt x="838325" y="536408"/>
                </a:lnTo>
                <a:lnTo>
                  <a:pt x="838335" y="536288"/>
                </a:lnTo>
                <a:close/>
                <a:moveTo>
                  <a:pt x="850117" y="505162"/>
                </a:moveTo>
                <a:lnTo>
                  <a:pt x="850077" y="505634"/>
                </a:lnTo>
                <a:lnTo>
                  <a:pt x="851693" y="508175"/>
                </a:lnTo>
                <a:lnTo>
                  <a:pt x="852556" y="509366"/>
                </a:lnTo>
                <a:lnTo>
                  <a:pt x="852876" y="508688"/>
                </a:lnTo>
                <a:close/>
                <a:moveTo>
                  <a:pt x="911117" y="368547"/>
                </a:moveTo>
                <a:lnTo>
                  <a:pt x="910588" y="374282"/>
                </a:lnTo>
                <a:lnTo>
                  <a:pt x="910772" y="374390"/>
                </a:lnTo>
                <a:lnTo>
                  <a:pt x="912733" y="369707"/>
                </a:lnTo>
                <a:close/>
                <a:moveTo>
                  <a:pt x="329269" y="1671235"/>
                </a:moveTo>
                <a:lnTo>
                  <a:pt x="341862" y="1677857"/>
                </a:lnTo>
                <a:lnTo>
                  <a:pt x="343645" y="1678634"/>
                </a:lnTo>
                <a:lnTo>
                  <a:pt x="344408" y="1676454"/>
                </a:lnTo>
                <a:lnTo>
                  <a:pt x="342232" y="1675834"/>
                </a:lnTo>
                <a:lnTo>
                  <a:pt x="342010" y="1675459"/>
                </a:lnTo>
                <a:lnTo>
                  <a:pt x="344507" y="1676170"/>
                </a:lnTo>
                <a:lnTo>
                  <a:pt x="344748" y="1675483"/>
                </a:lnTo>
                <a:close/>
                <a:moveTo>
                  <a:pt x="343917" y="1638115"/>
                </a:moveTo>
                <a:lnTo>
                  <a:pt x="344642" y="1638709"/>
                </a:lnTo>
                <a:lnTo>
                  <a:pt x="344068" y="1638141"/>
                </a:lnTo>
                <a:close/>
                <a:moveTo>
                  <a:pt x="850189" y="504300"/>
                </a:moveTo>
                <a:lnTo>
                  <a:pt x="850133" y="504967"/>
                </a:lnTo>
                <a:lnTo>
                  <a:pt x="852941" y="508552"/>
                </a:lnTo>
                <a:lnTo>
                  <a:pt x="853367" y="507651"/>
                </a:lnTo>
                <a:lnTo>
                  <a:pt x="853371" y="507619"/>
                </a:lnTo>
                <a:lnTo>
                  <a:pt x="851235" y="504811"/>
                </a:lnTo>
                <a:close/>
                <a:moveTo>
                  <a:pt x="837986" y="531595"/>
                </a:moveTo>
                <a:lnTo>
                  <a:pt x="836835" y="534819"/>
                </a:lnTo>
                <a:lnTo>
                  <a:pt x="838626" y="532822"/>
                </a:lnTo>
                <a:lnTo>
                  <a:pt x="838649" y="532553"/>
                </a:lnTo>
                <a:close/>
                <a:moveTo>
                  <a:pt x="336696" y="1653926"/>
                </a:moveTo>
                <a:lnTo>
                  <a:pt x="337563" y="1654544"/>
                </a:lnTo>
                <a:lnTo>
                  <a:pt x="338763" y="1654867"/>
                </a:lnTo>
                <a:lnTo>
                  <a:pt x="337377" y="1653946"/>
                </a:lnTo>
                <a:close/>
                <a:moveTo>
                  <a:pt x="838321" y="530655"/>
                </a:moveTo>
                <a:lnTo>
                  <a:pt x="838237" y="530889"/>
                </a:lnTo>
                <a:lnTo>
                  <a:pt x="838273" y="530939"/>
                </a:lnTo>
                <a:lnTo>
                  <a:pt x="838764" y="531190"/>
                </a:lnTo>
                <a:lnTo>
                  <a:pt x="838784" y="530944"/>
                </a:lnTo>
                <a:close/>
                <a:moveTo>
                  <a:pt x="329724" y="1669499"/>
                </a:moveTo>
                <a:lnTo>
                  <a:pt x="345335" y="1673805"/>
                </a:lnTo>
                <a:lnTo>
                  <a:pt x="346178" y="1671393"/>
                </a:lnTo>
                <a:lnTo>
                  <a:pt x="342891" y="1670065"/>
                </a:lnTo>
                <a:close/>
                <a:moveTo>
                  <a:pt x="341365" y="1643342"/>
                </a:moveTo>
                <a:lnTo>
                  <a:pt x="343089" y="1644881"/>
                </a:lnTo>
                <a:lnTo>
                  <a:pt x="344429" y="1645438"/>
                </a:lnTo>
                <a:lnTo>
                  <a:pt x="342796" y="1643731"/>
                </a:lnTo>
                <a:lnTo>
                  <a:pt x="342122" y="1643435"/>
                </a:lnTo>
                <a:close/>
                <a:moveTo>
                  <a:pt x="850437" y="503392"/>
                </a:moveTo>
                <a:lnTo>
                  <a:pt x="851027" y="504144"/>
                </a:lnTo>
                <a:lnTo>
                  <a:pt x="853695" y="505451"/>
                </a:lnTo>
                <a:lnTo>
                  <a:pt x="853759" y="505019"/>
                </a:lnTo>
                <a:close/>
                <a:moveTo>
                  <a:pt x="838852" y="529172"/>
                </a:moveTo>
                <a:lnTo>
                  <a:pt x="838401" y="530433"/>
                </a:lnTo>
                <a:lnTo>
                  <a:pt x="838806" y="530686"/>
                </a:lnTo>
                <a:lnTo>
                  <a:pt x="838928" y="529234"/>
                </a:lnTo>
                <a:close/>
                <a:moveTo>
                  <a:pt x="850254" y="503529"/>
                </a:moveTo>
                <a:lnTo>
                  <a:pt x="850235" y="503757"/>
                </a:lnTo>
                <a:lnTo>
                  <a:pt x="850547" y="503911"/>
                </a:lnTo>
                <a:lnTo>
                  <a:pt x="850418" y="503740"/>
                </a:lnTo>
                <a:close/>
                <a:moveTo>
                  <a:pt x="874650" y="448674"/>
                </a:moveTo>
                <a:lnTo>
                  <a:pt x="874528" y="449946"/>
                </a:lnTo>
                <a:lnTo>
                  <a:pt x="874874" y="451088"/>
                </a:lnTo>
                <a:lnTo>
                  <a:pt x="874975" y="449002"/>
                </a:lnTo>
                <a:close/>
                <a:moveTo>
                  <a:pt x="311263" y="1710099"/>
                </a:moveTo>
                <a:lnTo>
                  <a:pt x="315103" y="1713103"/>
                </a:lnTo>
                <a:lnTo>
                  <a:pt x="316670" y="1713692"/>
                </a:lnTo>
                <a:lnTo>
                  <a:pt x="322000" y="1715399"/>
                </a:lnTo>
                <a:lnTo>
                  <a:pt x="315121" y="1710040"/>
                </a:lnTo>
                <a:close/>
                <a:moveTo>
                  <a:pt x="862340" y="475917"/>
                </a:moveTo>
                <a:lnTo>
                  <a:pt x="862627" y="477353"/>
                </a:lnTo>
                <a:lnTo>
                  <a:pt x="862760" y="476434"/>
                </a:lnTo>
                <a:close/>
                <a:moveTo>
                  <a:pt x="359723" y="1601269"/>
                </a:moveTo>
                <a:lnTo>
                  <a:pt x="360090" y="1601465"/>
                </a:lnTo>
                <a:lnTo>
                  <a:pt x="360051" y="1601413"/>
                </a:lnTo>
                <a:close/>
                <a:moveTo>
                  <a:pt x="295257" y="1745591"/>
                </a:moveTo>
                <a:lnTo>
                  <a:pt x="296716" y="1746806"/>
                </a:lnTo>
                <a:lnTo>
                  <a:pt x="297214" y="1746990"/>
                </a:lnTo>
                <a:lnTo>
                  <a:pt x="296075" y="1745959"/>
                </a:lnTo>
                <a:close/>
                <a:moveTo>
                  <a:pt x="319817" y="1690583"/>
                </a:moveTo>
                <a:lnTo>
                  <a:pt x="325386" y="1696080"/>
                </a:lnTo>
                <a:lnTo>
                  <a:pt x="327854" y="1697220"/>
                </a:lnTo>
                <a:lnTo>
                  <a:pt x="338668" y="1698365"/>
                </a:lnTo>
                <a:lnTo>
                  <a:pt x="338676" y="1698335"/>
                </a:lnTo>
                <a:lnTo>
                  <a:pt x="333341" y="1695680"/>
                </a:lnTo>
                <a:close/>
                <a:moveTo>
                  <a:pt x="897965" y="395684"/>
                </a:moveTo>
                <a:lnTo>
                  <a:pt x="899911" y="400317"/>
                </a:lnTo>
                <a:lnTo>
                  <a:pt x="900223" y="399571"/>
                </a:lnTo>
                <a:close/>
                <a:moveTo>
                  <a:pt x="343426" y="1637226"/>
                </a:moveTo>
                <a:lnTo>
                  <a:pt x="344260" y="1638052"/>
                </a:lnTo>
                <a:lnTo>
                  <a:pt x="348381" y="1638818"/>
                </a:lnTo>
                <a:lnTo>
                  <a:pt x="348378" y="1638508"/>
                </a:lnTo>
                <a:lnTo>
                  <a:pt x="344493" y="1637215"/>
                </a:lnTo>
                <a:close/>
                <a:moveTo>
                  <a:pt x="941284" y="298435"/>
                </a:moveTo>
                <a:lnTo>
                  <a:pt x="936750" y="318236"/>
                </a:lnTo>
                <a:lnTo>
                  <a:pt x="939789" y="325242"/>
                </a:lnTo>
                <a:lnTo>
                  <a:pt x="940148" y="325041"/>
                </a:lnTo>
                <a:lnTo>
                  <a:pt x="939929" y="325564"/>
                </a:lnTo>
                <a:lnTo>
                  <a:pt x="944259" y="335544"/>
                </a:lnTo>
                <a:lnTo>
                  <a:pt x="947341" y="339202"/>
                </a:lnTo>
                <a:lnTo>
                  <a:pt x="947597" y="337993"/>
                </a:lnTo>
                <a:lnTo>
                  <a:pt x="946470" y="337071"/>
                </a:lnTo>
                <a:lnTo>
                  <a:pt x="946915" y="337081"/>
                </a:lnTo>
                <a:lnTo>
                  <a:pt x="947661" y="337691"/>
                </a:lnTo>
                <a:lnTo>
                  <a:pt x="950753" y="323115"/>
                </a:lnTo>
                <a:lnTo>
                  <a:pt x="953650" y="310308"/>
                </a:lnTo>
                <a:lnTo>
                  <a:pt x="948706" y="293256"/>
                </a:lnTo>
                <a:lnTo>
                  <a:pt x="947028" y="289312"/>
                </a:lnTo>
                <a:lnTo>
                  <a:pt x="945448" y="291769"/>
                </a:lnTo>
                <a:close/>
                <a:moveTo>
                  <a:pt x="340838" y="1642871"/>
                </a:moveTo>
                <a:lnTo>
                  <a:pt x="341084" y="1643091"/>
                </a:lnTo>
                <a:lnTo>
                  <a:pt x="341423" y="1643128"/>
                </a:lnTo>
                <a:close/>
                <a:moveTo>
                  <a:pt x="875455" y="445448"/>
                </a:moveTo>
                <a:lnTo>
                  <a:pt x="875295" y="448751"/>
                </a:lnTo>
                <a:lnTo>
                  <a:pt x="876741" y="450208"/>
                </a:lnTo>
                <a:lnTo>
                  <a:pt x="876976" y="449177"/>
                </a:lnTo>
                <a:lnTo>
                  <a:pt x="877144" y="449042"/>
                </a:lnTo>
                <a:lnTo>
                  <a:pt x="876853" y="450321"/>
                </a:lnTo>
                <a:lnTo>
                  <a:pt x="877246" y="450718"/>
                </a:lnTo>
                <a:lnTo>
                  <a:pt x="877990" y="447459"/>
                </a:lnTo>
                <a:lnTo>
                  <a:pt x="876930" y="446405"/>
                </a:lnTo>
                <a:close/>
                <a:moveTo>
                  <a:pt x="911555" y="363802"/>
                </a:moveTo>
                <a:lnTo>
                  <a:pt x="911160" y="368081"/>
                </a:lnTo>
                <a:lnTo>
                  <a:pt x="912896" y="369326"/>
                </a:lnTo>
                <a:lnTo>
                  <a:pt x="913395" y="368179"/>
                </a:lnTo>
                <a:close/>
                <a:moveTo>
                  <a:pt x="342841" y="1637231"/>
                </a:moveTo>
                <a:lnTo>
                  <a:pt x="343717" y="1637950"/>
                </a:lnTo>
                <a:lnTo>
                  <a:pt x="343912" y="1637987"/>
                </a:lnTo>
                <a:lnTo>
                  <a:pt x="343147" y="1637229"/>
                </a:lnTo>
                <a:close/>
                <a:moveTo>
                  <a:pt x="335362" y="1653887"/>
                </a:moveTo>
                <a:lnTo>
                  <a:pt x="335476" y="1653983"/>
                </a:lnTo>
                <a:lnTo>
                  <a:pt x="337155" y="1654434"/>
                </a:lnTo>
                <a:lnTo>
                  <a:pt x="336431" y="1653919"/>
                </a:lnTo>
                <a:close/>
                <a:moveTo>
                  <a:pt x="912019" y="362482"/>
                </a:moveTo>
                <a:lnTo>
                  <a:pt x="912875" y="364517"/>
                </a:lnTo>
                <a:lnTo>
                  <a:pt x="913745" y="365226"/>
                </a:lnTo>
                <a:close/>
                <a:moveTo>
                  <a:pt x="342869" y="1636674"/>
                </a:moveTo>
                <a:lnTo>
                  <a:pt x="343066" y="1636870"/>
                </a:lnTo>
                <a:lnTo>
                  <a:pt x="343445" y="1636866"/>
                </a:lnTo>
                <a:close/>
                <a:moveTo>
                  <a:pt x="874990" y="445147"/>
                </a:moveTo>
                <a:lnTo>
                  <a:pt x="874700" y="448151"/>
                </a:lnTo>
                <a:lnTo>
                  <a:pt x="875001" y="448454"/>
                </a:lnTo>
                <a:lnTo>
                  <a:pt x="875156" y="445254"/>
                </a:lnTo>
                <a:close/>
                <a:moveTo>
                  <a:pt x="875528" y="443941"/>
                </a:moveTo>
                <a:lnTo>
                  <a:pt x="875519" y="444136"/>
                </a:lnTo>
                <a:lnTo>
                  <a:pt x="875867" y="444486"/>
                </a:lnTo>
                <a:lnTo>
                  <a:pt x="876249" y="444638"/>
                </a:lnTo>
                <a:close/>
                <a:moveTo>
                  <a:pt x="845635" y="510180"/>
                </a:moveTo>
                <a:lnTo>
                  <a:pt x="845545" y="510433"/>
                </a:lnTo>
                <a:lnTo>
                  <a:pt x="845462" y="511415"/>
                </a:lnTo>
                <a:lnTo>
                  <a:pt x="845805" y="511747"/>
                </a:lnTo>
                <a:lnTo>
                  <a:pt x="845905" y="510557"/>
                </a:lnTo>
                <a:close/>
                <a:moveTo>
                  <a:pt x="901171" y="385791"/>
                </a:moveTo>
                <a:lnTo>
                  <a:pt x="904605" y="388666"/>
                </a:lnTo>
                <a:lnTo>
                  <a:pt x="901604" y="385219"/>
                </a:lnTo>
                <a:close/>
                <a:moveTo>
                  <a:pt x="872025" y="451009"/>
                </a:moveTo>
                <a:lnTo>
                  <a:pt x="871898" y="452389"/>
                </a:lnTo>
                <a:lnTo>
                  <a:pt x="871848" y="453339"/>
                </a:lnTo>
                <a:lnTo>
                  <a:pt x="871868" y="453376"/>
                </a:lnTo>
                <a:lnTo>
                  <a:pt x="872183" y="451528"/>
                </a:lnTo>
                <a:close/>
                <a:moveTo>
                  <a:pt x="846017" y="509232"/>
                </a:moveTo>
                <a:lnTo>
                  <a:pt x="845693" y="510033"/>
                </a:lnTo>
                <a:lnTo>
                  <a:pt x="845922" y="510352"/>
                </a:lnTo>
                <a:close/>
                <a:moveTo>
                  <a:pt x="836441" y="530405"/>
                </a:moveTo>
                <a:lnTo>
                  <a:pt x="836430" y="531379"/>
                </a:lnTo>
                <a:lnTo>
                  <a:pt x="836755" y="530571"/>
                </a:lnTo>
                <a:close/>
                <a:moveTo>
                  <a:pt x="875142" y="443568"/>
                </a:moveTo>
                <a:lnTo>
                  <a:pt x="875124" y="443743"/>
                </a:lnTo>
                <a:lnTo>
                  <a:pt x="875224" y="443842"/>
                </a:lnTo>
                <a:lnTo>
                  <a:pt x="875233" y="443657"/>
                </a:lnTo>
                <a:close/>
                <a:moveTo>
                  <a:pt x="888240" y="414126"/>
                </a:moveTo>
                <a:lnTo>
                  <a:pt x="888482" y="421007"/>
                </a:lnTo>
                <a:lnTo>
                  <a:pt x="888652" y="421865"/>
                </a:lnTo>
                <a:lnTo>
                  <a:pt x="890566" y="422624"/>
                </a:lnTo>
                <a:lnTo>
                  <a:pt x="890998" y="421594"/>
                </a:lnTo>
                <a:close/>
                <a:moveTo>
                  <a:pt x="836451" y="529490"/>
                </a:moveTo>
                <a:lnTo>
                  <a:pt x="836446" y="530005"/>
                </a:lnTo>
                <a:lnTo>
                  <a:pt x="836892" y="530232"/>
                </a:lnTo>
                <a:lnTo>
                  <a:pt x="836947" y="530094"/>
                </a:lnTo>
                <a:lnTo>
                  <a:pt x="836588" y="529575"/>
                </a:lnTo>
                <a:close/>
                <a:moveTo>
                  <a:pt x="358860" y="1598849"/>
                </a:moveTo>
                <a:lnTo>
                  <a:pt x="359809" y="1600108"/>
                </a:lnTo>
                <a:lnTo>
                  <a:pt x="360295" y="1600177"/>
                </a:lnTo>
                <a:lnTo>
                  <a:pt x="359400" y="1599293"/>
                </a:lnTo>
                <a:close/>
                <a:moveTo>
                  <a:pt x="899658" y="387794"/>
                </a:moveTo>
                <a:lnTo>
                  <a:pt x="903915" y="390757"/>
                </a:lnTo>
                <a:lnTo>
                  <a:pt x="904493" y="389380"/>
                </a:lnTo>
                <a:lnTo>
                  <a:pt x="900914" y="386132"/>
                </a:lnTo>
                <a:close/>
                <a:moveTo>
                  <a:pt x="899547" y="387940"/>
                </a:moveTo>
                <a:lnTo>
                  <a:pt x="902189" y="394878"/>
                </a:lnTo>
                <a:lnTo>
                  <a:pt x="903823" y="390980"/>
                </a:lnTo>
                <a:lnTo>
                  <a:pt x="900103" y="388317"/>
                </a:lnTo>
                <a:lnTo>
                  <a:pt x="899552" y="387933"/>
                </a:lnTo>
                <a:close/>
                <a:moveTo>
                  <a:pt x="852808" y="492373"/>
                </a:moveTo>
                <a:lnTo>
                  <a:pt x="850765" y="497443"/>
                </a:lnTo>
                <a:lnTo>
                  <a:pt x="850306" y="502904"/>
                </a:lnTo>
                <a:lnTo>
                  <a:pt x="853818" y="504626"/>
                </a:lnTo>
                <a:lnTo>
                  <a:pt x="855133" y="495838"/>
                </a:lnTo>
                <a:lnTo>
                  <a:pt x="854556" y="494334"/>
                </a:lnTo>
                <a:close/>
                <a:moveTo>
                  <a:pt x="845764" y="507814"/>
                </a:moveTo>
                <a:lnTo>
                  <a:pt x="845723" y="508312"/>
                </a:lnTo>
                <a:lnTo>
                  <a:pt x="845890" y="507896"/>
                </a:lnTo>
                <a:close/>
                <a:moveTo>
                  <a:pt x="871658" y="449796"/>
                </a:moveTo>
                <a:lnTo>
                  <a:pt x="871099" y="451865"/>
                </a:lnTo>
                <a:lnTo>
                  <a:pt x="871563" y="452777"/>
                </a:lnTo>
                <a:lnTo>
                  <a:pt x="871796" y="450252"/>
                </a:lnTo>
                <a:close/>
                <a:moveTo>
                  <a:pt x="341679" y="1636278"/>
                </a:moveTo>
                <a:lnTo>
                  <a:pt x="342409" y="1636877"/>
                </a:lnTo>
                <a:lnTo>
                  <a:pt x="342788" y="1636873"/>
                </a:lnTo>
                <a:lnTo>
                  <a:pt x="342445" y="1636532"/>
                </a:lnTo>
                <a:close/>
                <a:moveTo>
                  <a:pt x="933539" y="310836"/>
                </a:moveTo>
                <a:lnTo>
                  <a:pt x="936322" y="317249"/>
                </a:lnTo>
                <a:lnTo>
                  <a:pt x="940652" y="299449"/>
                </a:lnTo>
                <a:close/>
                <a:moveTo>
                  <a:pt x="836873" y="527262"/>
                </a:moveTo>
                <a:lnTo>
                  <a:pt x="837807" y="527963"/>
                </a:lnTo>
                <a:lnTo>
                  <a:pt x="837836" y="527891"/>
                </a:lnTo>
                <a:close/>
                <a:moveTo>
                  <a:pt x="317557" y="1689732"/>
                </a:moveTo>
                <a:lnTo>
                  <a:pt x="320896" y="1694008"/>
                </a:lnTo>
                <a:lnTo>
                  <a:pt x="324598" y="1695717"/>
                </a:lnTo>
                <a:lnTo>
                  <a:pt x="319138" y="1690327"/>
                </a:lnTo>
                <a:close/>
                <a:moveTo>
                  <a:pt x="864285" y="465328"/>
                </a:moveTo>
                <a:lnTo>
                  <a:pt x="865033" y="465951"/>
                </a:lnTo>
                <a:lnTo>
                  <a:pt x="865049" y="465891"/>
                </a:lnTo>
                <a:close/>
                <a:moveTo>
                  <a:pt x="897704" y="390378"/>
                </a:moveTo>
                <a:lnTo>
                  <a:pt x="901344" y="396894"/>
                </a:lnTo>
                <a:lnTo>
                  <a:pt x="901872" y="395637"/>
                </a:lnTo>
                <a:lnTo>
                  <a:pt x="899199" y="388401"/>
                </a:lnTo>
                <a:close/>
                <a:moveTo>
                  <a:pt x="836476" y="527338"/>
                </a:moveTo>
                <a:lnTo>
                  <a:pt x="836463" y="528444"/>
                </a:lnTo>
                <a:lnTo>
                  <a:pt x="837202" y="529463"/>
                </a:lnTo>
                <a:lnTo>
                  <a:pt x="837691" y="528250"/>
                </a:lnTo>
                <a:close/>
                <a:moveTo>
                  <a:pt x="888148" y="411522"/>
                </a:moveTo>
                <a:lnTo>
                  <a:pt x="888205" y="413133"/>
                </a:lnTo>
                <a:lnTo>
                  <a:pt x="891222" y="421060"/>
                </a:lnTo>
                <a:lnTo>
                  <a:pt x="892850" y="417175"/>
                </a:lnTo>
                <a:close/>
                <a:moveTo>
                  <a:pt x="319869" y="1683780"/>
                </a:moveTo>
                <a:lnTo>
                  <a:pt x="327143" y="1686170"/>
                </a:lnTo>
                <a:lnTo>
                  <a:pt x="329177" y="1686181"/>
                </a:lnTo>
                <a:lnTo>
                  <a:pt x="328418" y="1685596"/>
                </a:lnTo>
                <a:lnTo>
                  <a:pt x="327936" y="1685309"/>
                </a:lnTo>
                <a:close/>
                <a:moveTo>
                  <a:pt x="944783" y="284035"/>
                </a:moveTo>
                <a:lnTo>
                  <a:pt x="941646" y="296932"/>
                </a:lnTo>
                <a:lnTo>
                  <a:pt x="946838" y="288864"/>
                </a:lnTo>
                <a:close/>
                <a:moveTo>
                  <a:pt x="862633" y="467979"/>
                </a:moveTo>
                <a:lnTo>
                  <a:pt x="861379" y="471093"/>
                </a:lnTo>
                <a:lnTo>
                  <a:pt x="862127" y="474846"/>
                </a:lnTo>
                <a:lnTo>
                  <a:pt x="862858" y="475748"/>
                </a:lnTo>
                <a:lnTo>
                  <a:pt x="863397" y="472016"/>
                </a:lnTo>
                <a:lnTo>
                  <a:pt x="864183" y="469102"/>
                </a:lnTo>
                <a:close/>
                <a:moveTo>
                  <a:pt x="875821" y="438409"/>
                </a:moveTo>
                <a:lnTo>
                  <a:pt x="875785" y="438619"/>
                </a:lnTo>
                <a:lnTo>
                  <a:pt x="875714" y="440084"/>
                </a:lnTo>
                <a:lnTo>
                  <a:pt x="878903" y="443460"/>
                </a:lnTo>
                <a:lnTo>
                  <a:pt x="879133" y="442453"/>
                </a:lnTo>
                <a:close/>
                <a:moveTo>
                  <a:pt x="862912" y="467287"/>
                </a:moveTo>
                <a:lnTo>
                  <a:pt x="862847" y="467448"/>
                </a:lnTo>
                <a:lnTo>
                  <a:pt x="864338" y="468528"/>
                </a:lnTo>
                <a:lnTo>
                  <a:pt x="864484" y="467989"/>
                </a:lnTo>
                <a:close/>
                <a:moveTo>
                  <a:pt x="831442" y="537752"/>
                </a:moveTo>
                <a:lnTo>
                  <a:pt x="831441" y="537755"/>
                </a:lnTo>
                <a:lnTo>
                  <a:pt x="831305" y="538223"/>
                </a:lnTo>
                <a:lnTo>
                  <a:pt x="831529" y="538647"/>
                </a:lnTo>
                <a:lnTo>
                  <a:pt x="831789" y="538561"/>
                </a:lnTo>
                <a:close/>
                <a:moveTo>
                  <a:pt x="851073" y="493775"/>
                </a:moveTo>
                <a:lnTo>
                  <a:pt x="850939" y="495359"/>
                </a:lnTo>
                <a:lnTo>
                  <a:pt x="852233" y="492148"/>
                </a:lnTo>
                <a:close/>
                <a:moveTo>
                  <a:pt x="873163" y="444214"/>
                </a:moveTo>
                <a:lnTo>
                  <a:pt x="872911" y="445150"/>
                </a:lnTo>
                <a:lnTo>
                  <a:pt x="873119" y="445690"/>
                </a:lnTo>
                <a:lnTo>
                  <a:pt x="873327" y="444280"/>
                </a:lnTo>
                <a:close/>
                <a:moveTo>
                  <a:pt x="896438" y="392053"/>
                </a:moveTo>
                <a:lnTo>
                  <a:pt x="896510" y="392221"/>
                </a:lnTo>
                <a:lnTo>
                  <a:pt x="900457" y="399014"/>
                </a:lnTo>
                <a:lnTo>
                  <a:pt x="901072" y="397545"/>
                </a:lnTo>
                <a:lnTo>
                  <a:pt x="897338" y="390862"/>
                </a:lnTo>
                <a:close/>
                <a:moveTo>
                  <a:pt x="863606" y="465564"/>
                </a:moveTo>
                <a:lnTo>
                  <a:pt x="863519" y="465780"/>
                </a:lnTo>
                <a:lnTo>
                  <a:pt x="864266" y="466114"/>
                </a:lnTo>
                <a:close/>
                <a:moveTo>
                  <a:pt x="307653" y="1710154"/>
                </a:moveTo>
                <a:lnTo>
                  <a:pt x="308199" y="1710505"/>
                </a:lnTo>
                <a:lnTo>
                  <a:pt x="313375" y="1712452"/>
                </a:lnTo>
                <a:lnTo>
                  <a:pt x="310383" y="1710113"/>
                </a:lnTo>
                <a:close/>
                <a:moveTo>
                  <a:pt x="873494" y="442986"/>
                </a:moveTo>
                <a:lnTo>
                  <a:pt x="873358" y="443489"/>
                </a:lnTo>
                <a:lnTo>
                  <a:pt x="873440" y="443521"/>
                </a:lnTo>
                <a:lnTo>
                  <a:pt x="873516" y="443007"/>
                </a:lnTo>
                <a:close/>
                <a:moveTo>
                  <a:pt x="865469" y="460942"/>
                </a:moveTo>
                <a:lnTo>
                  <a:pt x="864094" y="464355"/>
                </a:lnTo>
                <a:lnTo>
                  <a:pt x="865236" y="465196"/>
                </a:lnTo>
                <a:lnTo>
                  <a:pt x="866088" y="462034"/>
                </a:lnTo>
                <a:close/>
                <a:moveTo>
                  <a:pt x="865941" y="459770"/>
                </a:moveTo>
                <a:lnTo>
                  <a:pt x="865553" y="460733"/>
                </a:lnTo>
                <a:lnTo>
                  <a:pt x="866163" y="461757"/>
                </a:lnTo>
                <a:lnTo>
                  <a:pt x="866282" y="461316"/>
                </a:lnTo>
                <a:close/>
                <a:moveTo>
                  <a:pt x="325631" y="1669323"/>
                </a:moveTo>
                <a:lnTo>
                  <a:pt x="328041" y="1670590"/>
                </a:lnTo>
                <a:lnTo>
                  <a:pt x="339548" y="1673748"/>
                </a:lnTo>
                <a:lnTo>
                  <a:pt x="344871" y="1675130"/>
                </a:lnTo>
                <a:lnTo>
                  <a:pt x="345306" y="1673886"/>
                </a:lnTo>
                <a:lnTo>
                  <a:pt x="328681" y="1669454"/>
                </a:lnTo>
                <a:close/>
                <a:moveTo>
                  <a:pt x="929116" y="317919"/>
                </a:moveTo>
                <a:lnTo>
                  <a:pt x="934540" y="324182"/>
                </a:lnTo>
                <a:lnTo>
                  <a:pt x="930046" y="317605"/>
                </a:lnTo>
                <a:lnTo>
                  <a:pt x="930411" y="317720"/>
                </a:lnTo>
                <a:lnTo>
                  <a:pt x="934686" y="323976"/>
                </a:lnTo>
                <a:lnTo>
                  <a:pt x="936195" y="317771"/>
                </a:lnTo>
                <a:lnTo>
                  <a:pt x="933331" y="311170"/>
                </a:lnTo>
                <a:close/>
                <a:moveTo>
                  <a:pt x="355510" y="1602082"/>
                </a:moveTo>
                <a:lnTo>
                  <a:pt x="355879" y="1602343"/>
                </a:lnTo>
                <a:lnTo>
                  <a:pt x="357662" y="1602632"/>
                </a:lnTo>
                <a:close/>
                <a:moveTo>
                  <a:pt x="317128" y="1687929"/>
                </a:moveTo>
                <a:lnTo>
                  <a:pt x="319270" y="1690043"/>
                </a:lnTo>
                <a:lnTo>
                  <a:pt x="330578" y="1694305"/>
                </a:lnTo>
                <a:lnTo>
                  <a:pt x="324995" y="1691526"/>
                </a:lnTo>
                <a:lnTo>
                  <a:pt x="324935" y="1691401"/>
                </a:lnTo>
                <a:lnTo>
                  <a:pt x="331371" y="1694603"/>
                </a:lnTo>
                <a:lnTo>
                  <a:pt x="336861" y="1696672"/>
                </a:lnTo>
                <a:lnTo>
                  <a:pt x="338905" y="1697411"/>
                </a:lnTo>
                <a:lnTo>
                  <a:pt x="339686" y="1694260"/>
                </a:lnTo>
                <a:lnTo>
                  <a:pt x="335690" y="1691188"/>
                </a:lnTo>
                <a:lnTo>
                  <a:pt x="330145" y="1688905"/>
                </a:lnTo>
                <a:close/>
                <a:moveTo>
                  <a:pt x="888063" y="409124"/>
                </a:moveTo>
                <a:lnTo>
                  <a:pt x="888127" y="410936"/>
                </a:lnTo>
                <a:lnTo>
                  <a:pt x="893007" y="416801"/>
                </a:lnTo>
                <a:lnTo>
                  <a:pt x="893144" y="416473"/>
                </a:lnTo>
                <a:lnTo>
                  <a:pt x="890438" y="411378"/>
                </a:lnTo>
                <a:close/>
                <a:moveTo>
                  <a:pt x="838808" y="519279"/>
                </a:moveTo>
                <a:lnTo>
                  <a:pt x="838948" y="519444"/>
                </a:lnTo>
                <a:lnTo>
                  <a:pt x="839320" y="519777"/>
                </a:lnTo>
                <a:close/>
                <a:moveTo>
                  <a:pt x="862165" y="466953"/>
                </a:moveTo>
                <a:lnTo>
                  <a:pt x="862332" y="467075"/>
                </a:lnTo>
                <a:lnTo>
                  <a:pt x="862349" y="467035"/>
                </a:lnTo>
                <a:close/>
                <a:moveTo>
                  <a:pt x="846199" y="502650"/>
                </a:moveTo>
                <a:lnTo>
                  <a:pt x="845972" y="505351"/>
                </a:lnTo>
                <a:lnTo>
                  <a:pt x="846254" y="505535"/>
                </a:lnTo>
                <a:lnTo>
                  <a:pt x="846279" y="502753"/>
                </a:lnTo>
                <a:close/>
                <a:moveTo>
                  <a:pt x="945948" y="279248"/>
                </a:moveTo>
                <a:lnTo>
                  <a:pt x="945650" y="280473"/>
                </a:lnTo>
                <a:lnTo>
                  <a:pt x="948272" y="286634"/>
                </a:lnTo>
                <a:lnTo>
                  <a:pt x="948938" y="285600"/>
                </a:lnTo>
                <a:close/>
                <a:moveTo>
                  <a:pt x="355836" y="1600495"/>
                </a:moveTo>
                <a:lnTo>
                  <a:pt x="356177" y="1600582"/>
                </a:lnTo>
                <a:lnTo>
                  <a:pt x="356080" y="1600529"/>
                </a:lnTo>
                <a:close/>
                <a:moveTo>
                  <a:pt x="851312" y="490927"/>
                </a:moveTo>
                <a:lnTo>
                  <a:pt x="851137" y="493006"/>
                </a:lnTo>
                <a:lnTo>
                  <a:pt x="852140" y="491640"/>
                </a:lnTo>
                <a:close/>
                <a:moveTo>
                  <a:pt x="894042" y="395223"/>
                </a:moveTo>
                <a:lnTo>
                  <a:pt x="899124" y="402197"/>
                </a:lnTo>
                <a:lnTo>
                  <a:pt x="899286" y="401809"/>
                </a:lnTo>
                <a:lnTo>
                  <a:pt x="898789" y="401034"/>
                </a:lnTo>
                <a:lnTo>
                  <a:pt x="898972" y="401098"/>
                </a:lnTo>
                <a:lnTo>
                  <a:pt x="899342" y="401675"/>
                </a:lnTo>
                <a:lnTo>
                  <a:pt x="899530" y="401225"/>
                </a:lnTo>
                <a:lnTo>
                  <a:pt x="895949" y="392700"/>
                </a:lnTo>
                <a:close/>
                <a:moveTo>
                  <a:pt x="946115" y="278559"/>
                </a:moveTo>
                <a:lnTo>
                  <a:pt x="946070" y="278750"/>
                </a:lnTo>
                <a:lnTo>
                  <a:pt x="949143" y="285281"/>
                </a:lnTo>
                <a:lnTo>
                  <a:pt x="950472" y="283214"/>
                </a:lnTo>
                <a:close/>
                <a:moveTo>
                  <a:pt x="927015" y="321282"/>
                </a:moveTo>
                <a:lnTo>
                  <a:pt x="927642" y="323444"/>
                </a:lnTo>
                <a:lnTo>
                  <a:pt x="928164" y="321299"/>
                </a:lnTo>
                <a:lnTo>
                  <a:pt x="928516" y="321024"/>
                </a:lnTo>
                <a:lnTo>
                  <a:pt x="927798" y="323979"/>
                </a:lnTo>
                <a:lnTo>
                  <a:pt x="929723" y="330623"/>
                </a:lnTo>
                <a:lnTo>
                  <a:pt x="930732" y="328304"/>
                </a:lnTo>
                <a:lnTo>
                  <a:pt x="931049" y="328133"/>
                </a:lnTo>
                <a:lnTo>
                  <a:pt x="929821" y="330958"/>
                </a:lnTo>
                <a:lnTo>
                  <a:pt x="931590" y="337060"/>
                </a:lnTo>
                <a:lnTo>
                  <a:pt x="932994" y="330928"/>
                </a:lnTo>
                <a:lnTo>
                  <a:pt x="934449" y="324946"/>
                </a:lnTo>
                <a:lnTo>
                  <a:pt x="928865" y="318321"/>
                </a:lnTo>
                <a:close/>
                <a:moveTo>
                  <a:pt x="834076" y="529157"/>
                </a:moveTo>
                <a:lnTo>
                  <a:pt x="833568" y="530816"/>
                </a:lnTo>
                <a:lnTo>
                  <a:pt x="835310" y="534264"/>
                </a:lnTo>
                <a:lnTo>
                  <a:pt x="835637" y="533349"/>
                </a:lnTo>
                <a:lnTo>
                  <a:pt x="836308" y="531683"/>
                </a:lnTo>
                <a:lnTo>
                  <a:pt x="836323" y="530343"/>
                </a:lnTo>
                <a:close/>
                <a:moveTo>
                  <a:pt x="846282" y="501656"/>
                </a:moveTo>
                <a:lnTo>
                  <a:pt x="846269" y="501814"/>
                </a:lnTo>
                <a:lnTo>
                  <a:pt x="846287" y="501822"/>
                </a:lnTo>
                <a:lnTo>
                  <a:pt x="846289" y="501665"/>
                </a:lnTo>
                <a:close/>
                <a:moveTo>
                  <a:pt x="834371" y="528193"/>
                </a:moveTo>
                <a:lnTo>
                  <a:pt x="834172" y="528844"/>
                </a:lnTo>
                <a:lnTo>
                  <a:pt x="836327" y="529945"/>
                </a:lnTo>
                <a:lnTo>
                  <a:pt x="836332" y="529416"/>
                </a:lnTo>
                <a:close/>
                <a:moveTo>
                  <a:pt x="830498" y="536693"/>
                </a:moveTo>
                <a:lnTo>
                  <a:pt x="831212" y="538046"/>
                </a:lnTo>
                <a:lnTo>
                  <a:pt x="831361" y="537560"/>
                </a:lnTo>
                <a:lnTo>
                  <a:pt x="831252" y="537305"/>
                </a:lnTo>
                <a:close/>
                <a:moveTo>
                  <a:pt x="834758" y="526932"/>
                </a:moveTo>
                <a:lnTo>
                  <a:pt x="834441" y="527965"/>
                </a:lnTo>
                <a:lnTo>
                  <a:pt x="836257" y="529097"/>
                </a:lnTo>
                <a:close/>
                <a:moveTo>
                  <a:pt x="316479" y="1687288"/>
                </a:moveTo>
                <a:lnTo>
                  <a:pt x="316891" y="1687694"/>
                </a:lnTo>
                <a:lnTo>
                  <a:pt x="329350" y="1688628"/>
                </a:lnTo>
                <a:close/>
                <a:moveTo>
                  <a:pt x="834977" y="526215"/>
                </a:moveTo>
                <a:lnTo>
                  <a:pt x="834938" y="526342"/>
                </a:lnTo>
                <a:lnTo>
                  <a:pt x="836345" y="528282"/>
                </a:lnTo>
                <a:lnTo>
                  <a:pt x="836357" y="527249"/>
                </a:lnTo>
                <a:close/>
                <a:moveTo>
                  <a:pt x="912608" y="352376"/>
                </a:moveTo>
                <a:lnTo>
                  <a:pt x="911850" y="360601"/>
                </a:lnTo>
                <a:lnTo>
                  <a:pt x="914791" y="364968"/>
                </a:lnTo>
                <a:lnTo>
                  <a:pt x="916215" y="361692"/>
                </a:lnTo>
                <a:close/>
                <a:moveTo>
                  <a:pt x="316088" y="1687851"/>
                </a:moveTo>
                <a:lnTo>
                  <a:pt x="317186" y="1689258"/>
                </a:lnTo>
                <a:lnTo>
                  <a:pt x="318592" y="1689787"/>
                </a:lnTo>
                <a:lnTo>
                  <a:pt x="316674" y="1687895"/>
                </a:lnTo>
                <a:close/>
                <a:moveTo>
                  <a:pt x="892306" y="397518"/>
                </a:moveTo>
                <a:lnTo>
                  <a:pt x="898361" y="404019"/>
                </a:lnTo>
                <a:lnTo>
                  <a:pt x="899010" y="402468"/>
                </a:lnTo>
                <a:lnTo>
                  <a:pt x="893957" y="395334"/>
                </a:lnTo>
                <a:close/>
                <a:moveTo>
                  <a:pt x="880133" y="424537"/>
                </a:moveTo>
                <a:lnTo>
                  <a:pt x="876759" y="432915"/>
                </a:lnTo>
                <a:lnTo>
                  <a:pt x="876021" y="437235"/>
                </a:lnTo>
                <a:lnTo>
                  <a:pt x="879386" y="441343"/>
                </a:lnTo>
                <a:lnTo>
                  <a:pt x="882025" y="429780"/>
                </a:lnTo>
                <a:lnTo>
                  <a:pt x="882250" y="429599"/>
                </a:lnTo>
                <a:lnTo>
                  <a:pt x="879530" y="441518"/>
                </a:lnTo>
                <a:lnTo>
                  <a:pt x="881595" y="444041"/>
                </a:lnTo>
                <a:lnTo>
                  <a:pt x="884062" y="438153"/>
                </a:lnTo>
                <a:lnTo>
                  <a:pt x="883896" y="433453"/>
                </a:lnTo>
                <a:lnTo>
                  <a:pt x="882012" y="431336"/>
                </a:lnTo>
                <a:lnTo>
                  <a:pt x="882337" y="431394"/>
                </a:lnTo>
                <a:lnTo>
                  <a:pt x="883885" y="433131"/>
                </a:lnTo>
                <a:lnTo>
                  <a:pt x="883790" y="430440"/>
                </a:lnTo>
                <a:close/>
                <a:moveTo>
                  <a:pt x="887980" y="406748"/>
                </a:moveTo>
                <a:lnTo>
                  <a:pt x="888048" y="408698"/>
                </a:lnTo>
                <a:lnTo>
                  <a:pt x="889997" y="410548"/>
                </a:lnTo>
                <a:close/>
                <a:moveTo>
                  <a:pt x="834690" y="525999"/>
                </a:moveTo>
                <a:lnTo>
                  <a:pt x="834840" y="526206"/>
                </a:lnTo>
                <a:lnTo>
                  <a:pt x="834863" y="526130"/>
                </a:lnTo>
                <a:close/>
                <a:moveTo>
                  <a:pt x="883305" y="416664"/>
                </a:moveTo>
                <a:lnTo>
                  <a:pt x="883066" y="417258"/>
                </a:lnTo>
                <a:lnTo>
                  <a:pt x="883337" y="417569"/>
                </a:lnTo>
                <a:close/>
                <a:moveTo>
                  <a:pt x="889359" y="403085"/>
                </a:moveTo>
                <a:lnTo>
                  <a:pt x="894544" y="413129"/>
                </a:lnTo>
                <a:lnTo>
                  <a:pt x="896875" y="407564"/>
                </a:lnTo>
                <a:close/>
                <a:moveTo>
                  <a:pt x="315575" y="1687194"/>
                </a:moveTo>
                <a:lnTo>
                  <a:pt x="315908" y="1687620"/>
                </a:lnTo>
                <a:lnTo>
                  <a:pt x="316437" y="1687660"/>
                </a:lnTo>
                <a:lnTo>
                  <a:pt x="316010" y="1687240"/>
                </a:lnTo>
                <a:close/>
                <a:moveTo>
                  <a:pt x="912847" y="349785"/>
                </a:moveTo>
                <a:lnTo>
                  <a:pt x="912844" y="349821"/>
                </a:lnTo>
                <a:lnTo>
                  <a:pt x="916864" y="360201"/>
                </a:lnTo>
                <a:lnTo>
                  <a:pt x="918705" y="355965"/>
                </a:lnTo>
                <a:close/>
                <a:moveTo>
                  <a:pt x="897821" y="383408"/>
                </a:moveTo>
                <a:lnTo>
                  <a:pt x="899432" y="387637"/>
                </a:lnTo>
                <a:lnTo>
                  <a:pt x="899537" y="387711"/>
                </a:lnTo>
                <a:lnTo>
                  <a:pt x="900805" y="386034"/>
                </a:lnTo>
                <a:lnTo>
                  <a:pt x="898994" y="384390"/>
                </a:lnTo>
                <a:close/>
                <a:moveTo>
                  <a:pt x="830035" y="534995"/>
                </a:moveTo>
                <a:lnTo>
                  <a:pt x="830130" y="535873"/>
                </a:lnTo>
                <a:lnTo>
                  <a:pt x="830881" y="536436"/>
                </a:lnTo>
                <a:lnTo>
                  <a:pt x="830742" y="536111"/>
                </a:lnTo>
                <a:close/>
                <a:moveTo>
                  <a:pt x="889736" y="401147"/>
                </a:moveTo>
                <a:lnTo>
                  <a:pt x="889164" y="402515"/>
                </a:lnTo>
                <a:lnTo>
                  <a:pt x="895172" y="405987"/>
                </a:lnTo>
                <a:close/>
                <a:moveTo>
                  <a:pt x="889869" y="400831"/>
                </a:moveTo>
                <a:lnTo>
                  <a:pt x="896560" y="406788"/>
                </a:lnTo>
                <a:lnTo>
                  <a:pt x="897075" y="407086"/>
                </a:lnTo>
                <a:lnTo>
                  <a:pt x="898175" y="404460"/>
                </a:lnTo>
                <a:lnTo>
                  <a:pt x="892041" y="397877"/>
                </a:lnTo>
                <a:close/>
                <a:moveTo>
                  <a:pt x="891395" y="397183"/>
                </a:moveTo>
                <a:lnTo>
                  <a:pt x="890176" y="400095"/>
                </a:lnTo>
                <a:lnTo>
                  <a:pt x="891938" y="397765"/>
                </a:lnTo>
                <a:close/>
                <a:moveTo>
                  <a:pt x="860442" y="466390"/>
                </a:moveTo>
                <a:lnTo>
                  <a:pt x="861158" y="469988"/>
                </a:lnTo>
                <a:lnTo>
                  <a:pt x="862118" y="467606"/>
                </a:lnTo>
                <a:close/>
                <a:moveTo>
                  <a:pt x="892823" y="393773"/>
                </a:moveTo>
                <a:lnTo>
                  <a:pt x="891581" y="396739"/>
                </a:lnTo>
                <a:lnTo>
                  <a:pt x="892206" y="397411"/>
                </a:lnTo>
                <a:lnTo>
                  <a:pt x="893869" y="395210"/>
                </a:lnTo>
                <a:lnTo>
                  <a:pt x="893854" y="395188"/>
                </a:lnTo>
                <a:close/>
                <a:moveTo>
                  <a:pt x="948395" y="269187"/>
                </a:moveTo>
                <a:lnTo>
                  <a:pt x="946533" y="276844"/>
                </a:lnTo>
                <a:lnTo>
                  <a:pt x="951448" y="281696"/>
                </a:lnTo>
                <a:lnTo>
                  <a:pt x="956063" y="274525"/>
                </a:lnTo>
                <a:close/>
                <a:moveTo>
                  <a:pt x="894511" y="389741"/>
                </a:moveTo>
                <a:lnTo>
                  <a:pt x="892881" y="393633"/>
                </a:lnTo>
                <a:lnTo>
                  <a:pt x="893951" y="395101"/>
                </a:lnTo>
                <a:lnTo>
                  <a:pt x="895883" y="392545"/>
                </a:lnTo>
                <a:lnTo>
                  <a:pt x="895210" y="390945"/>
                </a:lnTo>
                <a:close/>
                <a:moveTo>
                  <a:pt x="895452" y="387488"/>
                </a:moveTo>
                <a:lnTo>
                  <a:pt x="894987" y="388599"/>
                </a:lnTo>
                <a:lnTo>
                  <a:pt x="896373" y="391896"/>
                </a:lnTo>
                <a:lnTo>
                  <a:pt x="897261" y="390723"/>
                </a:lnTo>
                <a:close/>
                <a:moveTo>
                  <a:pt x="888886" y="402169"/>
                </a:moveTo>
                <a:lnTo>
                  <a:pt x="888954" y="402299"/>
                </a:lnTo>
                <a:lnTo>
                  <a:pt x="889170" y="401782"/>
                </a:lnTo>
                <a:close/>
                <a:moveTo>
                  <a:pt x="323017" y="1669211"/>
                </a:moveTo>
                <a:lnTo>
                  <a:pt x="324366" y="1669582"/>
                </a:lnTo>
                <a:lnTo>
                  <a:pt x="323719" y="1669241"/>
                </a:lnTo>
                <a:close/>
                <a:moveTo>
                  <a:pt x="896233" y="385623"/>
                </a:moveTo>
                <a:lnTo>
                  <a:pt x="895725" y="386837"/>
                </a:lnTo>
                <a:lnTo>
                  <a:pt x="897626" y="390239"/>
                </a:lnTo>
                <a:lnTo>
                  <a:pt x="899139" y="388238"/>
                </a:lnTo>
                <a:lnTo>
                  <a:pt x="898844" y="387439"/>
                </a:lnTo>
                <a:close/>
                <a:moveTo>
                  <a:pt x="336440" y="1638625"/>
                </a:moveTo>
                <a:lnTo>
                  <a:pt x="337572" y="1639831"/>
                </a:lnTo>
                <a:lnTo>
                  <a:pt x="340146" y="1640962"/>
                </a:lnTo>
                <a:lnTo>
                  <a:pt x="338523" y="1639267"/>
                </a:lnTo>
                <a:close/>
                <a:moveTo>
                  <a:pt x="353013" y="1601443"/>
                </a:moveTo>
                <a:lnTo>
                  <a:pt x="353013" y="1601454"/>
                </a:lnTo>
                <a:lnTo>
                  <a:pt x="353685" y="1601988"/>
                </a:lnTo>
                <a:lnTo>
                  <a:pt x="355513" y="1602284"/>
                </a:lnTo>
                <a:lnTo>
                  <a:pt x="355069" y="1601969"/>
                </a:lnTo>
                <a:close/>
                <a:moveTo>
                  <a:pt x="832250" y="528206"/>
                </a:moveTo>
                <a:lnTo>
                  <a:pt x="833482" y="530643"/>
                </a:lnTo>
                <a:lnTo>
                  <a:pt x="833956" y="529092"/>
                </a:lnTo>
                <a:lnTo>
                  <a:pt x="833148" y="528665"/>
                </a:lnTo>
                <a:close/>
                <a:moveTo>
                  <a:pt x="918515" y="334893"/>
                </a:moveTo>
                <a:lnTo>
                  <a:pt x="923416" y="340705"/>
                </a:lnTo>
                <a:lnTo>
                  <a:pt x="922129" y="330098"/>
                </a:lnTo>
                <a:lnTo>
                  <a:pt x="921755" y="329705"/>
                </a:lnTo>
                <a:close/>
                <a:moveTo>
                  <a:pt x="871197" y="440700"/>
                </a:moveTo>
                <a:lnTo>
                  <a:pt x="871576" y="441682"/>
                </a:lnTo>
                <a:lnTo>
                  <a:pt x="871704" y="441205"/>
                </a:lnTo>
                <a:close/>
                <a:moveTo>
                  <a:pt x="832461" y="527002"/>
                </a:moveTo>
                <a:lnTo>
                  <a:pt x="832173" y="527822"/>
                </a:lnTo>
                <a:lnTo>
                  <a:pt x="834052" y="528781"/>
                </a:lnTo>
                <a:lnTo>
                  <a:pt x="834254" y="528120"/>
                </a:lnTo>
                <a:close/>
                <a:moveTo>
                  <a:pt x="878972" y="422664"/>
                </a:moveTo>
                <a:lnTo>
                  <a:pt x="877711" y="427344"/>
                </a:lnTo>
                <a:lnTo>
                  <a:pt x="877187" y="430408"/>
                </a:lnTo>
                <a:lnTo>
                  <a:pt x="879841" y="424066"/>
                </a:lnTo>
                <a:close/>
                <a:moveTo>
                  <a:pt x="917224" y="336959"/>
                </a:moveTo>
                <a:lnTo>
                  <a:pt x="922025" y="342688"/>
                </a:lnTo>
                <a:lnTo>
                  <a:pt x="922747" y="343571"/>
                </a:lnTo>
                <a:lnTo>
                  <a:pt x="923174" y="341812"/>
                </a:lnTo>
                <a:lnTo>
                  <a:pt x="918015" y="335693"/>
                </a:lnTo>
                <a:close/>
                <a:moveTo>
                  <a:pt x="322821" y="1667845"/>
                </a:moveTo>
                <a:lnTo>
                  <a:pt x="324804" y="1668887"/>
                </a:lnTo>
                <a:lnTo>
                  <a:pt x="326890" y="1668977"/>
                </a:lnTo>
                <a:lnTo>
                  <a:pt x="324822" y="1668425"/>
                </a:lnTo>
                <a:close/>
                <a:moveTo>
                  <a:pt x="833205" y="524888"/>
                </a:moveTo>
                <a:lnTo>
                  <a:pt x="832539" y="526779"/>
                </a:lnTo>
                <a:lnTo>
                  <a:pt x="834324" y="527892"/>
                </a:lnTo>
                <a:lnTo>
                  <a:pt x="834660" y="526792"/>
                </a:lnTo>
                <a:lnTo>
                  <a:pt x="833489" y="525100"/>
                </a:lnTo>
                <a:close/>
                <a:moveTo>
                  <a:pt x="335710" y="1637848"/>
                </a:moveTo>
                <a:lnTo>
                  <a:pt x="335841" y="1637988"/>
                </a:lnTo>
                <a:lnTo>
                  <a:pt x="337907" y="1638624"/>
                </a:lnTo>
                <a:lnTo>
                  <a:pt x="337846" y="1638560"/>
                </a:lnTo>
                <a:close/>
                <a:moveTo>
                  <a:pt x="341848" y="1623978"/>
                </a:moveTo>
                <a:lnTo>
                  <a:pt x="342040" y="1624101"/>
                </a:lnTo>
                <a:lnTo>
                  <a:pt x="341941" y="1623995"/>
                </a:lnTo>
                <a:close/>
                <a:moveTo>
                  <a:pt x="943770" y="276051"/>
                </a:moveTo>
                <a:lnTo>
                  <a:pt x="945407" y="279900"/>
                </a:lnTo>
                <a:lnTo>
                  <a:pt x="945696" y="278711"/>
                </a:lnTo>
                <a:lnTo>
                  <a:pt x="945127" y="277501"/>
                </a:lnTo>
                <a:close/>
                <a:moveTo>
                  <a:pt x="314266" y="1685518"/>
                </a:moveTo>
                <a:lnTo>
                  <a:pt x="315129" y="1686623"/>
                </a:lnTo>
                <a:lnTo>
                  <a:pt x="315411" y="1686649"/>
                </a:lnTo>
                <a:close/>
                <a:moveTo>
                  <a:pt x="913474" y="343711"/>
                </a:moveTo>
                <a:lnTo>
                  <a:pt x="912959" y="348571"/>
                </a:lnTo>
                <a:lnTo>
                  <a:pt x="912938" y="348795"/>
                </a:lnTo>
                <a:lnTo>
                  <a:pt x="919029" y="355221"/>
                </a:lnTo>
                <a:lnTo>
                  <a:pt x="920409" y="352048"/>
                </a:lnTo>
                <a:close/>
                <a:moveTo>
                  <a:pt x="282004" y="1757522"/>
                </a:moveTo>
                <a:lnTo>
                  <a:pt x="285265" y="1759648"/>
                </a:lnTo>
                <a:lnTo>
                  <a:pt x="306632" y="1772393"/>
                </a:lnTo>
                <a:lnTo>
                  <a:pt x="309028" y="1772496"/>
                </a:lnTo>
                <a:lnTo>
                  <a:pt x="314723" y="1762611"/>
                </a:lnTo>
                <a:lnTo>
                  <a:pt x="313163" y="1761709"/>
                </a:lnTo>
                <a:close/>
                <a:moveTo>
                  <a:pt x="869170" y="442628"/>
                </a:moveTo>
                <a:lnTo>
                  <a:pt x="869821" y="443748"/>
                </a:lnTo>
                <a:lnTo>
                  <a:pt x="869824" y="443748"/>
                </a:lnTo>
                <a:lnTo>
                  <a:pt x="869527" y="442770"/>
                </a:lnTo>
                <a:close/>
                <a:moveTo>
                  <a:pt x="870624" y="439211"/>
                </a:moveTo>
                <a:lnTo>
                  <a:pt x="870644" y="439262"/>
                </a:lnTo>
                <a:lnTo>
                  <a:pt x="871892" y="440510"/>
                </a:lnTo>
                <a:lnTo>
                  <a:pt x="871908" y="440448"/>
                </a:lnTo>
                <a:close/>
                <a:moveTo>
                  <a:pt x="913569" y="342811"/>
                </a:moveTo>
                <a:lnTo>
                  <a:pt x="913543" y="343059"/>
                </a:lnTo>
                <a:lnTo>
                  <a:pt x="914159" y="343780"/>
                </a:lnTo>
                <a:lnTo>
                  <a:pt x="920624" y="351553"/>
                </a:lnTo>
                <a:lnTo>
                  <a:pt x="921035" y="350605"/>
                </a:lnTo>
                <a:lnTo>
                  <a:pt x="922604" y="344156"/>
                </a:lnTo>
                <a:lnTo>
                  <a:pt x="917011" y="337300"/>
                </a:lnTo>
                <a:close/>
                <a:moveTo>
                  <a:pt x="840929" y="505380"/>
                </a:moveTo>
                <a:lnTo>
                  <a:pt x="840461" y="506561"/>
                </a:lnTo>
                <a:lnTo>
                  <a:pt x="840803" y="506893"/>
                </a:lnTo>
                <a:close/>
                <a:moveTo>
                  <a:pt x="831265" y="526256"/>
                </a:moveTo>
                <a:lnTo>
                  <a:pt x="831850" y="527417"/>
                </a:lnTo>
                <a:lnTo>
                  <a:pt x="832103" y="526780"/>
                </a:lnTo>
                <a:close/>
                <a:moveTo>
                  <a:pt x="887720" y="399353"/>
                </a:moveTo>
                <a:lnTo>
                  <a:pt x="887741" y="399950"/>
                </a:lnTo>
                <a:lnTo>
                  <a:pt x="888774" y="401950"/>
                </a:lnTo>
                <a:lnTo>
                  <a:pt x="889504" y="400984"/>
                </a:lnTo>
                <a:lnTo>
                  <a:pt x="889517" y="400953"/>
                </a:lnTo>
                <a:close/>
                <a:moveTo>
                  <a:pt x="911447" y="346209"/>
                </a:moveTo>
                <a:lnTo>
                  <a:pt x="912110" y="347920"/>
                </a:lnTo>
                <a:lnTo>
                  <a:pt x="912773" y="348619"/>
                </a:lnTo>
                <a:lnTo>
                  <a:pt x="913312" y="343517"/>
                </a:lnTo>
                <a:lnTo>
                  <a:pt x="913207" y="343390"/>
                </a:lnTo>
                <a:close/>
                <a:moveTo>
                  <a:pt x="859613" y="462234"/>
                </a:moveTo>
                <a:lnTo>
                  <a:pt x="860008" y="464213"/>
                </a:lnTo>
                <a:lnTo>
                  <a:pt x="862955" y="465529"/>
                </a:lnTo>
                <a:lnTo>
                  <a:pt x="863108" y="465149"/>
                </a:lnTo>
                <a:close/>
                <a:moveTo>
                  <a:pt x="894292" y="384271"/>
                </a:moveTo>
                <a:lnTo>
                  <a:pt x="895553" y="386530"/>
                </a:lnTo>
                <a:lnTo>
                  <a:pt x="896001" y="385461"/>
                </a:lnTo>
                <a:close/>
                <a:moveTo>
                  <a:pt x="353747" y="1594641"/>
                </a:moveTo>
                <a:lnTo>
                  <a:pt x="353398" y="1597873"/>
                </a:lnTo>
                <a:lnTo>
                  <a:pt x="356427" y="1599499"/>
                </a:lnTo>
                <a:lnTo>
                  <a:pt x="356845" y="1599684"/>
                </a:lnTo>
                <a:lnTo>
                  <a:pt x="358977" y="1599989"/>
                </a:lnTo>
                <a:lnTo>
                  <a:pt x="356903" y="1597238"/>
                </a:lnTo>
                <a:close/>
                <a:moveTo>
                  <a:pt x="320486" y="1669102"/>
                </a:moveTo>
                <a:lnTo>
                  <a:pt x="331066" y="1677603"/>
                </a:lnTo>
                <a:lnTo>
                  <a:pt x="336695" y="1681932"/>
                </a:lnTo>
                <a:lnTo>
                  <a:pt x="340683" y="1682476"/>
                </a:lnTo>
                <a:lnTo>
                  <a:pt x="342596" y="1682525"/>
                </a:lnTo>
                <a:lnTo>
                  <a:pt x="343333" y="1679554"/>
                </a:lnTo>
                <a:lnTo>
                  <a:pt x="325595" y="1670228"/>
                </a:lnTo>
                <a:lnTo>
                  <a:pt x="321682" y="1669154"/>
                </a:lnTo>
                <a:close/>
                <a:moveTo>
                  <a:pt x="881956" y="411597"/>
                </a:moveTo>
                <a:lnTo>
                  <a:pt x="881054" y="414946"/>
                </a:lnTo>
                <a:lnTo>
                  <a:pt x="882814" y="416967"/>
                </a:lnTo>
                <a:lnTo>
                  <a:pt x="883277" y="415860"/>
                </a:lnTo>
                <a:lnTo>
                  <a:pt x="883073" y="410077"/>
                </a:lnTo>
                <a:close/>
                <a:moveTo>
                  <a:pt x="273175" y="1774349"/>
                </a:moveTo>
                <a:lnTo>
                  <a:pt x="277999" y="1778065"/>
                </a:lnTo>
                <a:lnTo>
                  <a:pt x="288761" y="1781481"/>
                </a:lnTo>
                <a:lnTo>
                  <a:pt x="298112" y="1783255"/>
                </a:lnTo>
                <a:lnTo>
                  <a:pt x="293342" y="1781609"/>
                </a:lnTo>
                <a:lnTo>
                  <a:pt x="290029" y="1780416"/>
                </a:lnTo>
                <a:lnTo>
                  <a:pt x="288091" y="1780685"/>
                </a:lnTo>
                <a:lnTo>
                  <a:pt x="287671" y="1780438"/>
                </a:lnTo>
                <a:lnTo>
                  <a:pt x="289419" y="1780197"/>
                </a:lnTo>
                <a:close/>
                <a:moveTo>
                  <a:pt x="301632" y="1710246"/>
                </a:moveTo>
                <a:lnTo>
                  <a:pt x="321259" y="1719834"/>
                </a:lnTo>
                <a:lnTo>
                  <a:pt x="322772" y="1720498"/>
                </a:lnTo>
                <a:lnTo>
                  <a:pt x="316729" y="1716615"/>
                </a:lnTo>
                <a:lnTo>
                  <a:pt x="315705" y="1716494"/>
                </a:lnTo>
                <a:lnTo>
                  <a:pt x="315445" y="1716182"/>
                </a:lnTo>
                <a:lnTo>
                  <a:pt x="316192" y="1716270"/>
                </a:lnTo>
                <a:lnTo>
                  <a:pt x="309759" y="1712136"/>
                </a:lnTo>
                <a:lnTo>
                  <a:pt x="304645" y="1710200"/>
                </a:lnTo>
                <a:close/>
                <a:moveTo>
                  <a:pt x="334531" y="1636453"/>
                </a:moveTo>
                <a:lnTo>
                  <a:pt x="336003" y="1636941"/>
                </a:lnTo>
                <a:lnTo>
                  <a:pt x="336293" y="1636937"/>
                </a:lnTo>
                <a:lnTo>
                  <a:pt x="336095" y="1636730"/>
                </a:lnTo>
                <a:close/>
                <a:moveTo>
                  <a:pt x="896108" y="378906"/>
                </a:moveTo>
                <a:lnTo>
                  <a:pt x="897587" y="382791"/>
                </a:lnTo>
                <a:lnTo>
                  <a:pt x="901059" y="385699"/>
                </a:lnTo>
                <a:lnTo>
                  <a:pt x="901506" y="385107"/>
                </a:lnTo>
                <a:close/>
                <a:moveTo>
                  <a:pt x="853810" y="473122"/>
                </a:moveTo>
                <a:lnTo>
                  <a:pt x="853634" y="473551"/>
                </a:lnTo>
                <a:lnTo>
                  <a:pt x="856539" y="477423"/>
                </a:lnTo>
                <a:lnTo>
                  <a:pt x="856292" y="476184"/>
                </a:lnTo>
                <a:close/>
                <a:moveTo>
                  <a:pt x="882991" y="407756"/>
                </a:moveTo>
                <a:lnTo>
                  <a:pt x="882189" y="410733"/>
                </a:lnTo>
                <a:lnTo>
                  <a:pt x="883055" y="409555"/>
                </a:lnTo>
                <a:close/>
                <a:moveTo>
                  <a:pt x="829693" y="526900"/>
                </a:moveTo>
                <a:lnTo>
                  <a:pt x="830082" y="527514"/>
                </a:lnTo>
                <a:lnTo>
                  <a:pt x="829948" y="527250"/>
                </a:lnTo>
                <a:lnTo>
                  <a:pt x="829700" y="526904"/>
                </a:lnTo>
                <a:close/>
                <a:moveTo>
                  <a:pt x="855073" y="470067"/>
                </a:moveTo>
                <a:lnTo>
                  <a:pt x="853911" y="472879"/>
                </a:lnTo>
                <a:lnTo>
                  <a:pt x="856175" y="475598"/>
                </a:lnTo>
                <a:lnTo>
                  <a:pt x="855074" y="470069"/>
                </a:lnTo>
                <a:close/>
                <a:moveTo>
                  <a:pt x="907701" y="352206"/>
                </a:moveTo>
                <a:lnTo>
                  <a:pt x="910200" y="358152"/>
                </a:lnTo>
                <a:lnTo>
                  <a:pt x="911552" y="360160"/>
                </a:lnTo>
                <a:lnTo>
                  <a:pt x="912425" y="351904"/>
                </a:lnTo>
                <a:lnTo>
                  <a:pt x="910745" y="347564"/>
                </a:lnTo>
                <a:lnTo>
                  <a:pt x="910657" y="347473"/>
                </a:lnTo>
                <a:close/>
                <a:moveTo>
                  <a:pt x="338162" y="1627340"/>
                </a:moveTo>
                <a:lnTo>
                  <a:pt x="348314" y="1633392"/>
                </a:lnTo>
                <a:lnTo>
                  <a:pt x="348282" y="1630856"/>
                </a:lnTo>
                <a:lnTo>
                  <a:pt x="342465" y="1627142"/>
                </a:lnTo>
                <a:close/>
                <a:moveTo>
                  <a:pt x="906977" y="353365"/>
                </a:moveTo>
                <a:lnTo>
                  <a:pt x="907487" y="354122"/>
                </a:lnTo>
                <a:lnTo>
                  <a:pt x="907092" y="353181"/>
                </a:lnTo>
                <a:close/>
                <a:moveTo>
                  <a:pt x="867997" y="440609"/>
                </a:moveTo>
                <a:lnTo>
                  <a:pt x="868564" y="441584"/>
                </a:lnTo>
                <a:lnTo>
                  <a:pt x="869251" y="441857"/>
                </a:lnTo>
                <a:lnTo>
                  <a:pt x="869087" y="441316"/>
                </a:lnTo>
                <a:close/>
                <a:moveTo>
                  <a:pt x="924737" y="313422"/>
                </a:moveTo>
                <a:lnTo>
                  <a:pt x="926693" y="320171"/>
                </a:lnTo>
                <a:lnTo>
                  <a:pt x="928309" y="317660"/>
                </a:lnTo>
                <a:close/>
                <a:moveTo>
                  <a:pt x="869621" y="436608"/>
                </a:moveTo>
                <a:lnTo>
                  <a:pt x="869705" y="436827"/>
                </a:lnTo>
                <a:lnTo>
                  <a:pt x="870496" y="437530"/>
                </a:lnTo>
                <a:close/>
                <a:moveTo>
                  <a:pt x="831988" y="520522"/>
                </a:moveTo>
                <a:lnTo>
                  <a:pt x="833982" y="522054"/>
                </a:lnTo>
                <a:lnTo>
                  <a:pt x="833990" y="522032"/>
                </a:lnTo>
                <a:lnTo>
                  <a:pt x="832319" y="520057"/>
                </a:lnTo>
                <a:close/>
                <a:moveTo>
                  <a:pt x="328397" y="1647982"/>
                </a:moveTo>
                <a:lnTo>
                  <a:pt x="329447" y="1648873"/>
                </a:lnTo>
                <a:lnTo>
                  <a:pt x="329751" y="1648882"/>
                </a:lnTo>
                <a:close/>
                <a:moveTo>
                  <a:pt x="841444" y="498984"/>
                </a:moveTo>
                <a:lnTo>
                  <a:pt x="841463" y="499022"/>
                </a:lnTo>
                <a:lnTo>
                  <a:pt x="841466" y="498995"/>
                </a:lnTo>
                <a:close/>
                <a:moveTo>
                  <a:pt x="296030" y="1720146"/>
                </a:moveTo>
                <a:lnTo>
                  <a:pt x="311873" y="1727405"/>
                </a:lnTo>
                <a:lnTo>
                  <a:pt x="317995" y="1730112"/>
                </a:lnTo>
                <a:lnTo>
                  <a:pt x="319871" y="1730460"/>
                </a:lnTo>
                <a:lnTo>
                  <a:pt x="326013" y="1731515"/>
                </a:lnTo>
                <a:close/>
                <a:moveTo>
                  <a:pt x="914480" y="334197"/>
                </a:moveTo>
                <a:lnTo>
                  <a:pt x="913784" y="340771"/>
                </a:lnTo>
                <a:lnTo>
                  <a:pt x="916412" y="336564"/>
                </a:lnTo>
                <a:close/>
                <a:moveTo>
                  <a:pt x="852901" y="472000"/>
                </a:moveTo>
                <a:lnTo>
                  <a:pt x="852859" y="472516"/>
                </a:lnTo>
                <a:lnTo>
                  <a:pt x="853540" y="473426"/>
                </a:lnTo>
                <a:lnTo>
                  <a:pt x="853715" y="473004"/>
                </a:lnTo>
                <a:close/>
                <a:moveTo>
                  <a:pt x="829868" y="523492"/>
                </a:moveTo>
                <a:lnTo>
                  <a:pt x="831065" y="525859"/>
                </a:lnTo>
                <a:lnTo>
                  <a:pt x="832190" y="526562"/>
                </a:lnTo>
                <a:lnTo>
                  <a:pt x="832932" y="524694"/>
                </a:lnTo>
                <a:lnTo>
                  <a:pt x="830255" y="522949"/>
                </a:lnTo>
                <a:close/>
                <a:moveTo>
                  <a:pt x="828987" y="525346"/>
                </a:moveTo>
                <a:lnTo>
                  <a:pt x="829037" y="525807"/>
                </a:lnTo>
                <a:lnTo>
                  <a:pt x="829503" y="526456"/>
                </a:lnTo>
                <a:lnTo>
                  <a:pt x="829564" y="526488"/>
                </a:lnTo>
                <a:close/>
                <a:moveTo>
                  <a:pt x="287982" y="1736579"/>
                </a:moveTo>
                <a:lnTo>
                  <a:pt x="300240" y="1747294"/>
                </a:lnTo>
                <a:lnTo>
                  <a:pt x="309965" y="1751684"/>
                </a:lnTo>
                <a:lnTo>
                  <a:pt x="319084" y="1755043"/>
                </a:lnTo>
                <a:lnTo>
                  <a:pt x="323860" y="1746753"/>
                </a:lnTo>
                <a:close/>
                <a:moveTo>
                  <a:pt x="892448" y="382988"/>
                </a:moveTo>
                <a:lnTo>
                  <a:pt x="894220" y="386773"/>
                </a:lnTo>
                <a:lnTo>
                  <a:pt x="894837" y="388241"/>
                </a:lnTo>
                <a:lnTo>
                  <a:pt x="895281" y="387180"/>
                </a:lnTo>
                <a:lnTo>
                  <a:pt x="893250" y="383545"/>
                </a:lnTo>
                <a:close/>
                <a:moveTo>
                  <a:pt x="861002" y="453093"/>
                </a:moveTo>
                <a:lnTo>
                  <a:pt x="865156" y="460066"/>
                </a:lnTo>
                <a:lnTo>
                  <a:pt x="865706" y="458700"/>
                </a:lnTo>
                <a:lnTo>
                  <a:pt x="864851" y="454811"/>
                </a:lnTo>
                <a:close/>
                <a:moveTo>
                  <a:pt x="901923" y="361458"/>
                </a:moveTo>
                <a:lnTo>
                  <a:pt x="910783" y="367811"/>
                </a:lnTo>
                <a:lnTo>
                  <a:pt x="911057" y="364835"/>
                </a:lnTo>
                <a:lnTo>
                  <a:pt x="911219" y="363305"/>
                </a:lnTo>
                <a:lnTo>
                  <a:pt x="906709" y="359633"/>
                </a:lnTo>
                <a:lnTo>
                  <a:pt x="906884" y="359634"/>
                </a:lnTo>
                <a:lnTo>
                  <a:pt x="911232" y="363179"/>
                </a:lnTo>
                <a:lnTo>
                  <a:pt x="911244" y="363065"/>
                </a:lnTo>
                <a:lnTo>
                  <a:pt x="908944" y="357590"/>
                </a:lnTo>
                <a:lnTo>
                  <a:pt x="906634" y="353915"/>
                </a:lnTo>
                <a:close/>
                <a:moveTo>
                  <a:pt x="295338" y="1719500"/>
                </a:moveTo>
                <a:lnTo>
                  <a:pt x="329486" y="1732111"/>
                </a:lnTo>
                <a:lnTo>
                  <a:pt x="330266" y="1732244"/>
                </a:lnTo>
                <a:lnTo>
                  <a:pt x="331038" y="1729132"/>
                </a:lnTo>
                <a:lnTo>
                  <a:pt x="322365" y="1725529"/>
                </a:lnTo>
                <a:lnTo>
                  <a:pt x="319653" y="1724359"/>
                </a:lnTo>
                <a:close/>
                <a:moveTo>
                  <a:pt x="865964" y="441354"/>
                </a:moveTo>
                <a:lnTo>
                  <a:pt x="866561" y="442921"/>
                </a:lnTo>
                <a:lnTo>
                  <a:pt x="869618" y="448944"/>
                </a:lnTo>
                <a:lnTo>
                  <a:pt x="870456" y="445833"/>
                </a:lnTo>
                <a:lnTo>
                  <a:pt x="870280" y="445254"/>
                </a:lnTo>
                <a:lnTo>
                  <a:pt x="868630" y="442413"/>
                </a:lnTo>
                <a:close/>
                <a:moveTo>
                  <a:pt x="271278" y="1772887"/>
                </a:moveTo>
                <a:lnTo>
                  <a:pt x="272692" y="1773976"/>
                </a:lnTo>
                <a:lnTo>
                  <a:pt x="277379" y="1775663"/>
                </a:lnTo>
                <a:lnTo>
                  <a:pt x="290207" y="1780087"/>
                </a:lnTo>
                <a:lnTo>
                  <a:pt x="299120" y="1778853"/>
                </a:lnTo>
                <a:close/>
                <a:moveTo>
                  <a:pt x="887512" y="393014"/>
                </a:moveTo>
                <a:lnTo>
                  <a:pt x="887498" y="393055"/>
                </a:lnTo>
                <a:lnTo>
                  <a:pt x="887704" y="398902"/>
                </a:lnTo>
                <a:lnTo>
                  <a:pt x="889650" y="400636"/>
                </a:lnTo>
                <a:lnTo>
                  <a:pt x="891188" y="396961"/>
                </a:lnTo>
                <a:close/>
                <a:moveTo>
                  <a:pt x="831299" y="518853"/>
                </a:moveTo>
                <a:lnTo>
                  <a:pt x="830960" y="519731"/>
                </a:lnTo>
                <a:lnTo>
                  <a:pt x="831396" y="520067"/>
                </a:lnTo>
                <a:lnTo>
                  <a:pt x="831822" y="519470"/>
                </a:lnTo>
                <a:close/>
                <a:moveTo>
                  <a:pt x="311699" y="1682231"/>
                </a:moveTo>
                <a:lnTo>
                  <a:pt x="312853" y="1683709"/>
                </a:lnTo>
                <a:lnTo>
                  <a:pt x="315873" y="1686690"/>
                </a:lnTo>
                <a:lnTo>
                  <a:pt x="327271" y="1687722"/>
                </a:lnTo>
                <a:lnTo>
                  <a:pt x="324847" y="1686725"/>
                </a:lnTo>
                <a:lnTo>
                  <a:pt x="315491" y="1685589"/>
                </a:lnTo>
                <a:lnTo>
                  <a:pt x="315230" y="1685274"/>
                </a:lnTo>
                <a:lnTo>
                  <a:pt x="322410" y="1686145"/>
                </a:lnTo>
                <a:lnTo>
                  <a:pt x="323453" y="1686150"/>
                </a:lnTo>
                <a:lnTo>
                  <a:pt x="318532" y="1684125"/>
                </a:lnTo>
                <a:lnTo>
                  <a:pt x="314681" y="1682796"/>
                </a:lnTo>
                <a:close/>
                <a:moveTo>
                  <a:pt x="874756" y="421393"/>
                </a:moveTo>
                <a:lnTo>
                  <a:pt x="873571" y="434244"/>
                </a:lnTo>
                <a:lnTo>
                  <a:pt x="873579" y="434253"/>
                </a:lnTo>
                <a:lnTo>
                  <a:pt x="876304" y="424146"/>
                </a:lnTo>
                <a:lnTo>
                  <a:pt x="876995" y="419471"/>
                </a:lnTo>
                <a:lnTo>
                  <a:pt x="876617" y="418861"/>
                </a:lnTo>
                <a:close/>
                <a:moveTo>
                  <a:pt x="914733" y="331800"/>
                </a:moveTo>
                <a:lnTo>
                  <a:pt x="914528" y="333743"/>
                </a:lnTo>
                <a:lnTo>
                  <a:pt x="916617" y="336235"/>
                </a:lnTo>
                <a:lnTo>
                  <a:pt x="917406" y="334971"/>
                </a:lnTo>
                <a:close/>
                <a:moveTo>
                  <a:pt x="349091" y="1598346"/>
                </a:moveTo>
                <a:lnTo>
                  <a:pt x="349186" y="1598422"/>
                </a:lnTo>
                <a:lnTo>
                  <a:pt x="349191" y="1598373"/>
                </a:lnTo>
                <a:close/>
                <a:moveTo>
                  <a:pt x="366094" y="1560174"/>
                </a:moveTo>
                <a:lnTo>
                  <a:pt x="366910" y="1560400"/>
                </a:lnTo>
                <a:lnTo>
                  <a:pt x="366660" y="1560194"/>
                </a:lnTo>
                <a:close/>
                <a:moveTo>
                  <a:pt x="889055" y="388603"/>
                </a:moveTo>
                <a:lnTo>
                  <a:pt x="887673" y="392555"/>
                </a:lnTo>
                <a:lnTo>
                  <a:pt x="887944" y="392836"/>
                </a:lnTo>
                <a:lnTo>
                  <a:pt x="891374" y="396517"/>
                </a:lnTo>
                <a:lnTo>
                  <a:pt x="892632" y="393511"/>
                </a:lnTo>
                <a:close/>
                <a:moveTo>
                  <a:pt x="829269" y="522307"/>
                </a:moveTo>
                <a:lnTo>
                  <a:pt x="829421" y="522607"/>
                </a:lnTo>
                <a:lnTo>
                  <a:pt x="829483" y="522446"/>
                </a:lnTo>
                <a:close/>
                <a:moveTo>
                  <a:pt x="835376" y="508300"/>
                </a:moveTo>
                <a:lnTo>
                  <a:pt x="835193" y="508774"/>
                </a:lnTo>
                <a:lnTo>
                  <a:pt x="837156" y="510680"/>
                </a:lnTo>
                <a:lnTo>
                  <a:pt x="837821" y="511146"/>
                </a:lnTo>
                <a:lnTo>
                  <a:pt x="837915" y="511018"/>
                </a:lnTo>
                <a:lnTo>
                  <a:pt x="837472" y="510168"/>
                </a:lnTo>
                <a:close/>
                <a:moveTo>
                  <a:pt x="898336" y="367201"/>
                </a:moveTo>
                <a:lnTo>
                  <a:pt x="910206" y="374062"/>
                </a:lnTo>
                <a:lnTo>
                  <a:pt x="910740" y="368277"/>
                </a:lnTo>
                <a:lnTo>
                  <a:pt x="901708" y="361801"/>
                </a:lnTo>
                <a:close/>
                <a:moveTo>
                  <a:pt x="835784" y="507242"/>
                </a:moveTo>
                <a:lnTo>
                  <a:pt x="835573" y="507790"/>
                </a:lnTo>
                <a:lnTo>
                  <a:pt x="836804" y="508888"/>
                </a:lnTo>
                <a:lnTo>
                  <a:pt x="836111" y="507558"/>
                </a:lnTo>
                <a:close/>
                <a:moveTo>
                  <a:pt x="848354" y="478993"/>
                </a:moveTo>
                <a:lnTo>
                  <a:pt x="848240" y="481362"/>
                </a:lnTo>
                <a:lnTo>
                  <a:pt x="848347" y="481479"/>
                </a:lnTo>
                <a:lnTo>
                  <a:pt x="848532" y="479266"/>
                </a:lnTo>
                <a:lnTo>
                  <a:pt x="848564" y="479116"/>
                </a:lnTo>
                <a:close/>
                <a:moveTo>
                  <a:pt x="830741" y="518193"/>
                </a:moveTo>
                <a:lnTo>
                  <a:pt x="830305" y="519228"/>
                </a:lnTo>
                <a:lnTo>
                  <a:pt x="830630" y="519478"/>
                </a:lnTo>
                <a:lnTo>
                  <a:pt x="831006" y="518506"/>
                </a:lnTo>
                <a:close/>
                <a:moveTo>
                  <a:pt x="890857" y="383452"/>
                </a:moveTo>
                <a:lnTo>
                  <a:pt x="889107" y="388454"/>
                </a:lnTo>
                <a:lnTo>
                  <a:pt x="892690" y="393371"/>
                </a:lnTo>
                <a:lnTo>
                  <a:pt x="894336" y="389439"/>
                </a:lnTo>
                <a:close/>
                <a:moveTo>
                  <a:pt x="881730" y="403806"/>
                </a:moveTo>
                <a:lnTo>
                  <a:pt x="880854" y="408934"/>
                </a:lnTo>
                <a:lnTo>
                  <a:pt x="882376" y="404584"/>
                </a:lnTo>
                <a:close/>
                <a:moveTo>
                  <a:pt x="837413" y="503026"/>
                </a:moveTo>
                <a:lnTo>
                  <a:pt x="837251" y="503445"/>
                </a:lnTo>
                <a:lnTo>
                  <a:pt x="838063" y="504233"/>
                </a:lnTo>
                <a:close/>
                <a:moveTo>
                  <a:pt x="837615" y="502501"/>
                </a:moveTo>
                <a:lnTo>
                  <a:pt x="837603" y="502535"/>
                </a:lnTo>
                <a:lnTo>
                  <a:pt x="839011" y="505155"/>
                </a:lnTo>
                <a:lnTo>
                  <a:pt x="840229" y="506336"/>
                </a:lnTo>
                <a:lnTo>
                  <a:pt x="840902" y="504644"/>
                </a:lnTo>
                <a:close/>
                <a:moveTo>
                  <a:pt x="891298" y="382189"/>
                </a:moveTo>
                <a:lnTo>
                  <a:pt x="891018" y="382992"/>
                </a:lnTo>
                <a:lnTo>
                  <a:pt x="893866" y="387743"/>
                </a:lnTo>
                <a:lnTo>
                  <a:pt x="891627" y="382419"/>
                </a:lnTo>
                <a:close/>
                <a:moveTo>
                  <a:pt x="848390" y="478260"/>
                </a:moveTo>
                <a:lnTo>
                  <a:pt x="848374" y="478585"/>
                </a:lnTo>
                <a:lnTo>
                  <a:pt x="848557" y="478694"/>
                </a:lnTo>
                <a:close/>
                <a:moveTo>
                  <a:pt x="891405" y="381887"/>
                </a:moveTo>
                <a:lnTo>
                  <a:pt x="891359" y="382017"/>
                </a:lnTo>
                <a:lnTo>
                  <a:pt x="891501" y="382117"/>
                </a:lnTo>
                <a:close/>
                <a:moveTo>
                  <a:pt x="881831" y="403211"/>
                </a:moveTo>
                <a:lnTo>
                  <a:pt x="881809" y="403341"/>
                </a:lnTo>
                <a:lnTo>
                  <a:pt x="882514" y="404190"/>
                </a:lnTo>
                <a:lnTo>
                  <a:pt x="882601" y="403941"/>
                </a:lnTo>
                <a:close/>
                <a:moveTo>
                  <a:pt x="835034" y="507996"/>
                </a:moveTo>
                <a:lnTo>
                  <a:pt x="834847" y="508439"/>
                </a:lnTo>
                <a:lnTo>
                  <a:pt x="834981" y="508569"/>
                </a:lnTo>
                <a:lnTo>
                  <a:pt x="835165" y="508112"/>
                </a:lnTo>
                <a:close/>
                <a:moveTo>
                  <a:pt x="838880" y="499350"/>
                </a:moveTo>
                <a:lnTo>
                  <a:pt x="838441" y="500443"/>
                </a:lnTo>
                <a:lnTo>
                  <a:pt x="841194" y="502237"/>
                </a:lnTo>
                <a:lnTo>
                  <a:pt x="841243" y="501653"/>
                </a:lnTo>
                <a:close/>
                <a:moveTo>
                  <a:pt x="839090" y="498862"/>
                </a:moveTo>
                <a:lnTo>
                  <a:pt x="841297" y="501013"/>
                </a:lnTo>
                <a:lnTo>
                  <a:pt x="841383" y="499985"/>
                </a:lnTo>
                <a:close/>
                <a:moveTo>
                  <a:pt x="835477" y="506944"/>
                </a:moveTo>
                <a:lnTo>
                  <a:pt x="835244" y="507497"/>
                </a:lnTo>
                <a:lnTo>
                  <a:pt x="835367" y="507607"/>
                </a:lnTo>
                <a:lnTo>
                  <a:pt x="835590" y="507054"/>
                </a:lnTo>
                <a:close/>
                <a:moveTo>
                  <a:pt x="854791" y="463662"/>
                </a:moveTo>
                <a:lnTo>
                  <a:pt x="854853" y="463804"/>
                </a:lnTo>
                <a:lnTo>
                  <a:pt x="854849" y="463688"/>
                </a:lnTo>
                <a:close/>
                <a:moveTo>
                  <a:pt x="891757" y="380877"/>
                </a:moveTo>
                <a:lnTo>
                  <a:pt x="891630" y="381241"/>
                </a:lnTo>
                <a:lnTo>
                  <a:pt x="892301" y="382674"/>
                </a:lnTo>
                <a:lnTo>
                  <a:pt x="893055" y="383199"/>
                </a:lnTo>
                <a:close/>
                <a:moveTo>
                  <a:pt x="839424" y="497995"/>
                </a:moveTo>
                <a:lnTo>
                  <a:pt x="839269" y="498382"/>
                </a:lnTo>
                <a:lnTo>
                  <a:pt x="841321" y="499388"/>
                </a:lnTo>
                <a:lnTo>
                  <a:pt x="840984" y="498759"/>
                </a:lnTo>
                <a:close/>
                <a:moveTo>
                  <a:pt x="839916" y="496772"/>
                </a:moveTo>
                <a:lnTo>
                  <a:pt x="839561" y="497656"/>
                </a:lnTo>
                <a:lnTo>
                  <a:pt x="840656" y="498176"/>
                </a:lnTo>
                <a:lnTo>
                  <a:pt x="840676" y="498186"/>
                </a:lnTo>
                <a:close/>
                <a:moveTo>
                  <a:pt x="837252" y="502727"/>
                </a:moveTo>
                <a:lnTo>
                  <a:pt x="837037" y="503238"/>
                </a:lnTo>
                <a:lnTo>
                  <a:pt x="837099" y="503298"/>
                </a:lnTo>
                <a:lnTo>
                  <a:pt x="837296" y="502809"/>
                </a:lnTo>
                <a:close/>
                <a:moveTo>
                  <a:pt x="332359" y="1633175"/>
                </a:moveTo>
                <a:lnTo>
                  <a:pt x="333817" y="1634350"/>
                </a:lnTo>
                <a:lnTo>
                  <a:pt x="332848" y="1633338"/>
                </a:lnTo>
                <a:close/>
                <a:moveTo>
                  <a:pt x="840486" y="495355"/>
                </a:moveTo>
                <a:lnTo>
                  <a:pt x="840061" y="496413"/>
                </a:lnTo>
                <a:lnTo>
                  <a:pt x="841136" y="498409"/>
                </a:lnTo>
                <a:lnTo>
                  <a:pt x="841501" y="498588"/>
                </a:lnTo>
                <a:lnTo>
                  <a:pt x="841647" y="496837"/>
                </a:lnTo>
                <a:close/>
                <a:moveTo>
                  <a:pt x="838735" y="499208"/>
                </a:moveTo>
                <a:lnTo>
                  <a:pt x="838264" y="500327"/>
                </a:lnTo>
                <a:lnTo>
                  <a:pt x="838287" y="500342"/>
                </a:lnTo>
                <a:lnTo>
                  <a:pt x="838741" y="499214"/>
                </a:lnTo>
                <a:close/>
                <a:moveTo>
                  <a:pt x="892448" y="378907"/>
                </a:moveTo>
                <a:lnTo>
                  <a:pt x="892003" y="380176"/>
                </a:lnTo>
                <a:lnTo>
                  <a:pt x="894097" y="383924"/>
                </a:lnTo>
                <a:lnTo>
                  <a:pt x="896070" y="385297"/>
                </a:lnTo>
                <a:lnTo>
                  <a:pt x="896461" y="384362"/>
                </a:lnTo>
                <a:lnTo>
                  <a:pt x="896852" y="384144"/>
                </a:lnTo>
                <a:lnTo>
                  <a:pt x="896301" y="385460"/>
                </a:lnTo>
                <a:lnTo>
                  <a:pt x="898738" y="387155"/>
                </a:lnTo>
                <a:lnTo>
                  <a:pt x="897144" y="382841"/>
                </a:lnTo>
                <a:close/>
                <a:moveTo>
                  <a:pt x="840913" y="494293"/>
                </a:moveTo>
                <a:lnTo>
                  <a:pt x="840620" y="495023"/>
                </a:lnTo>
                <a:lnTo>
                  <a:pt x="841685" y="496385"/>
                </a:lnTo>
                <a:lnTo>
                  <a:pt x="841763" y="495459"/>
                </a:lnTo>
                <a:close/>
                <a:moveTo>
                  <a:pt x="841200" y="493578"/>
                </a:moveTo>
                <a:lnTo>
                  <a:pt x="841166" y="493663"/>
                </a:lnTo>
                <a:lnTo>
                  <a:pt x="841837" y="494586"/>
                </a:lnTo>
                <a:lnTo>
                  <a:pt x="841837" y="494580"/>
                </a:lnTo>
                <a:close/>
                <a:moveTo>
                  <a:pt x="895865" y="371157"/>
                </a:moveTo>
                <a:lnTo>
                  <a:pt x="906708" y="384092"/>
                </a:lnTo>
                <a:lnTo>
                  <a:pt x="908568" y="379652"/>
                </a:lnTo>
                <a:lnTo>
                  <a:pt x="906858" y="377219"/>
                </a:lnTo>
                <a:lnTo>
                  <a:pt x="907107" y="377294"/>
                </a:lnTo>
                <a:lnTo>
                  <a:pt x="908642" y="379476"/>
                </a:lnTo>
                <a:lnTo>
                  <a:pt x="910008" y="376215"/>
                </a:lnTo>
                <a:lnTo>
                  <a:pt x="910134" y="374842"/>
                </a:lnTo>
                <a:lnTo>
                  <a:pt x="898058" y="367646"/>
                </a:lnTo>
                <a:close/>
                <a:moveTo>
                  <a:pt x="842112" y="491309"/>
                </a:moveTo>
                <a:lnTo>
                  <a:pt x="841727" y="492266"/>
                </a:lnTo>
                <a:lnTo>
                  <a:pt x="842002" y="492618"/>
                </a:lnTo>
                <a:close/>
                <a:moveTo>
                  <a:pt x="819981" y="540834"/>
                </a:moveTo>
                <a:lnTo>
                  <a:pt x="819840" y="541233"/>
                </a:lnTo>
                <a:lnTo>
                  <a:pt x="820101" y="541530"/>
                </a:lnTo>
                <a:lnTo>
                  <a:pt x="820155" y="541572"/>
                </a:lnTo>
                <a:lnTo>
                  <a:pt x="820319" y="541145"/>
                </a:lnTo>
                <a:close/>
                <a:moveTo>
                  <a:pt x="830278" y="517699"/>
                </a:moveTo>
                <a:lnTo>
                  <a:pt x="829830" y="518864"/>
                </a:lnTo>
                <a:lnTo>
                  <a:pt x="829993" y="518989"/>
                </a:lnTo>
                <a:lnTo>
                  <a:pt x="830465" y="517867"/>
                </a:lnTo>
                <a:lnTo>
                  <a:pt x="830359" y="517740"/>
                </a:lnTo>
                <a:close/>
                <a:moveTo>
                  <a:pt x="875146" y="417163"/>
                </a:moveTo>
                <a:lnTo>
                  <a:pt x="874813" y="420768"/>
                </a:lnTo>
                <a:lnTo>
                  <a:pt x="876433" y="418565"/>
                </a:lnTo>
                <a:lnTo>
                  <a:pt x="876012" y="417884"/>
                </a:lnTo>
                <a:close/>
                <a:moveTo>
                  <a:pt x="820449" y="539504"/>
                </a:moveTo>
                <a:lnTo>
                  <a:pt x="820164" y="540314"/>
                </a:lnTo>
                <a:lnTo>
                  <a:pt x="820515" y="540633"/>
                </a:lnTo>
                <a:lnTo>
                  <a:pt x="820863" y="539726"/>
                </a:lnTo>
                <a:close/>
                <a:moveTo>
                  <a:pt x="323464" y="1652345"/>
                </a:moveTo>
                <a:lnTo>
                  <a:pt x="336504" y="1657174"/>
                </a:lnTo>
                <a:lnTo>
                  <a:pt x="333261" y="1654425"/>
                </a:lnTo>
                <a:lnTo>
                  <a:pt x="330830" y="1653753"/>
                </a:lnTo>
                <a:lnTo>
                  <a:pt x="330729" y="1653750"/>
                </a:lnTo>
                <a:close/>
                <a:moveTo>
                  <a:pt x="893458" y="376020"/>
                </a:moveTo>
                <a:lnTo>
                  <a:pt x="892560" y="378584"/>
                </a:lnTo>
                <a:lnTo>
                  <a:pt x="896919" y="382233"/>
                </a:lnTo>
                <a:lnTo>
                  <a:pt x="895384" y="378076"/>
                </a:lnTo>
                <a:lnTo>
                  <a:pt x="894099" y="376600"/>
                </a:lnTo>
                <a:close/>
                <a:moveTo>
                  <a:pt x="853436" y="465624"/>
                </a:moveTo>
                <a:lnTo>
                  <a:pt x="852926" y="471699"/>
                </a:lnTo>
                <a:lnTo>
                  <a:pt x="853813" y="472764"/>
                </a:lnTo>
                <a:lnTo>
                  <a:pt x="855062" y="469741"/>
                </a:lnTo>
                <a:lnTo>
                  <a:pt x="855026" y="468713"/>
                </a:lnTo>
                <a:close/>
                <a:moveTo>
                  <a:pt x="894599" y="373184"/>
                </a:moveTo>
                <a:lnTo>
                  <a:pt x="902790" y="381498"/>
                </a:lnTo>
                <a:lnTo>
                  <a:pt x="906421" y="384778"/>
                </a:lnTo>
                <a:lnTo>
                  <a:pt x="906552" y="384465"/>
                </a:lnTo>
                <a:lnTo>
                  <a:pt x="897240" y="373049"/>
                </a:lnTo>
                <a:lnTo>
                  <a:pt x="895775" y="371301"/>
                </a:lnTo>
                <a:close/>
                <a:moveTo>
                  <a:pt x="894259" y="373729"/>
                </a:moveTo>
                <a:lnTo>
                  <a:pt x="894242" y="373778"/>
                </a:lnTo>
                <a:lnTo>
                  <a:pt x="896122" y="375476"/>
                </a:lnTo>
                <a:lnTo>
                  <a:pt x="894314" y="373641"/>
                </a:lnTo>
                <a:close/>
                <a:moveTo>
                  <a:pt x="854073" y="463341"/>
                </a:moveTo>
                <a:lnTo>
                  <a:pt x="853709" y="464172"/>
                </a:lnTo>
                <a:lnTo>
                  <a:pt x="853656" y="464431"/>
                </a:lnTo>
                <a:lnTo>
                  <a:pt x="853994" y="465029"/>
                </a:lnTo>
                <a:lnTo>
                  <a:pt x="854936" y="466160"/>
                </a:lnTo>
                <a:lnTo>
                  <a:pt x="854882" y="464637"/>
                </a:lnTo>
                <a:lnTo>
                  <a:pt x="854378" y="463477"/>
                </a:lnTo>
                <a:close/>
                <a:moveTo>
                  <a:pt x="834264" y="507308"/>
                </a:moveTo>
                <a:lnTo>
                  <a:pt x="834106" y="507721"/>
                </a:lnTo>
                <a:lnTo>
                  <a:pt x="834555" y="508156"/>
                </a:lnTo>
                <a:lnTo>
                  <a:pt x="834735" y="507728"/>
                </a:lnTo>
                <a:close/>
                <a:moveTo>
                  <a:pt x="853897" y="463263"/>
                </a:moveTo>
                <a:lnTo>
                  <a:pt x="853877" y="463364"/>
                </a:lnTo>
                <a:lnTo>
                  <a:pt x="853918" y="463271"/>
                </a:lnTo>
                <a:close/>
                <a:moveTo>
                  <a:pt x="869207" y="428943"/>
                </a:moveTo>
                <a:lnTo>
                  <a:pt x="869995" y="429879"/>
                </a:lnTo>
                <a:lnTo>
                  <a:pt x="873301" y="433914"/>
                </a:lnTo>
                <a:lnTo>
                  <a:pt x="874414" y="421858"/>
                </a:lnTo>
                <a:close/>
                <a:moveTo>
                  <a:pt x="316717" y="1666072"/>
                </a:moveTo>
                <a:lnTo>
                  <a:pt x="319381" y="1668213"/>
                </a:lnTo>
                <a:lnTo>
                  <a:pt x="321289" y="1668737"/>
                </a:lnTo>
                <a:lnTo>
                  <a:pt x="322891" y="1668806"/>
                </a:lnTo>
                <a:lnTo>
                  <a:pt x="318897" y="1666705"/>
                </a:lnTo>
                <a:close/>
                <a:moveTo>
                  <a:pt x="834696" y="506183"/>
                </a:moveTo>
                <a:lnTo>
                  <a:pt x="834460" y="506798"/>
                </a:lnTo>
                <a:lnTo>
                  <a:pt x="834945" y="507230"/>
                </a:lnTo>
                <a:lnTo>
                  <a:pt x="835185" y="506658"/>
                </a:lnTo>
                <a:close/>
                <a:moveTo>
                  <a:pt x="882542" y="399044"/>
                </a:moveTo>
                <a:lnTo>
                  <a:pt x="881891" y="402857"/>
                </a:lnTo>
                <a:lnTo>
                  <a:pt x="882709" y="403633"/>
                </a:lnTo>
                <a:lnTo>
                  <a:pt x="882833" y="403276"/>
                </a:lnTo>
                <a:lnTo>
                  <a:pt x="882699" y="399453"/>
                </a:lnTo>
                <a:close/>
                <a:moveTo>
                  <a:pt x="882660" y="398356"/>
                </a:moveTo>
                <a:lnTo>
                  <a:pt x="882634" y="398506"/>
                </a:lnTo>
                <a:lnTo>
                  <a:pt x="882669" y="398594"/>
                </a:lnTo>
                <a:close/>
                <a:moveTo>
                  <a:pt x="896675" y="366822"/>
                </a:moveTo>
                <a:lnTo>
                  <a:pt x="895606" y="369877"/>
                </a:lnTo>
                <a:lnTo>
                  <a:pt x="897286" y="367186"/>
                </a:lnTo>
                <a:close/>
                <a:moveTo>
                  <a:pt x="301791" y="1698879"/>
                </a:moveTo>
                <a:lnTo>
                  <a:pt x="313780" y="1708219"/>
                </a:lnTo>
                <a:lnTo>
                  <a:pt x="321918" y="1708002"/>
                </a:lnTo>
                <a:lnTo>
                  <a:pt x="310649" y="1699318"/>
                </a:lnTo>
                <a:close/>
                <a:moveTo>
                  <a:pt x="836410" y="501715"/>
                </a:moveTo>
                <a:lnTo>
                  <a:pt x="836303" y="501996"/>
                </a:lnTo>
                <a:lnTo>
                  <a:pt x="836454" y="502217"/>
                </a:lnTo>
                <a:lnTo>
                  <a:pt x="836787" y="502855"/>
                </a:lnTo>
                <a:lnTo>
                  <a:pt x="837022" y="502298"/>
                </a:lnTo>
                <a:lnTo>
                  <a:pt x="836868" y="502014"/>
                </a:lnTo>
                <a:close/>
                <a:moveTo>
                  <a:pt x="891685" y="377850"/>
                </a:moveTo>
                <a:lnTo>
                  <a:pt x="891718" y="377877"/>
                </a:lnTo>
                <a:lnTo>
                  <a:pt x="891782" y="377694"/>
                </a:lnTo>
                <a:close/>
                <a:moveTo>
                  <a:pt x="829601" y="516846"/>
                </a:moveTo>
                <a:lnTo>
                  <a:pt x="829542" y="517066"/>
                </a:lnTo>
                <a:lnTo>
                  <a:pt x="829555" y="517073"/>
                </a:lnTo>
                <a:lnTo>
                  <a:pt x="829630" y="516879"/>
                </a:lnTo>
                <a:close/>
                <a:moveTo>
                  <a:pt x="819621" y="539157"/>
                </a:moveTo>
                <a:lnTo>
                  <a:pt x="819643" y="539408"/>
                </a:lnTo>
                <a:lnTo>
                  <a:pt x="819754" y="539129"/>
                </a:lnTo>
                <a:lnTo>
                  <a:pt x="819666" y="539082"/>
                </a:lnTo>
                <a:close/>
                <a:moveTo>
                  <a:pt x="891166" y="378681"/>
                </a:moveTo>
                <a:lnTo>
                  <a:pt x="891332" y="378978"/>
                </a:lnTo>
                <a:lnTo>
                  <a:pt x="891605" y="378201"/>
                </a:lnTo>
                <a:lnTo>
                  <a:pt x="891513" y="378125"/>
                </a:lnTo>
                <a:close/>
                <a:moveTo>
                  <a:pt x="889993" y="381281"/>
                </a:moveTo>
                <a:lnTo>
                  <a:pt x="890331" y="381844"/>
                </a:lnTo>
                <a:lnTo>
                  <a:pt x="890423" y="381581"/>
                </a:lnTo>
                <a:close/>
                <a:moveTo>
                  <a:pt x="837743" y="498242"/>
                </a:moveTo>
                <a:lnTo>
                  <a:pt x="837207" y="499639"/>
                </a:lnTo>
                <a:lnTo>
                  <a:pt x="837940" y="500116"/>
                </a:lnTo>
                <a:lnTo>
                  <a:pt x="838442" y="498923"/>
                </a:lnTo>
                <a:close/>
                <a:moveTo>
                  <a:pt x="838089" y="497340"/>
                </a:moveTo>
                <a:lnTo>
                  <a:pt x="837939" y="497730"/>
                </a:lnTo>
                <a:lnTo>
                  <a:pt x="838773" y="498138"/>
                </a:lnTo>
                <a:lnTo>
                  <a:pt x="838934" y="497754"/>
                </a:lnTo>
                <a:close/>
                <a:moveTo>
                  <a:pt x="890746" y="379353"/>
                </a:moveTo>
                <a:lnTo>
                  <a:pt x="891007" y="379911"/>
                </a:lnTo>
                <a:lnTo>
                  <a:pt x="891088" y="379679"/>
                </a:lnTo>
                <a:lnTo>
                  <a:pt x="890831" y="379218"/>
                </a:lnTo>
                <a:close/>
                <a:moveTo>
                  <a:pt x="867543" y="431208"/>
                </a:moveTo>
                <a:lnTo>
                  <a:pt x="867687" y="431581"/>
                </a:lnTo>
                <a:lnTo>
                  <a:pt x="872830" y="437029"/>
                </a:lnTo>
                <a:lnTo>
                  <a:pt x="873110" y="435992"/>
                </a:lnTo>
                <a:lnTo>
                  <a:pt x="873184" y="435188"/>
                </a:lnTo>
                <a:lnTo>
                  <a:pt x="868669" y="429676"/>
                </a:lnTo>
                <a:close/>
                <a:moveTo>
                  <a:pt x="838977" y="495026"/>
                </a:moveTo>
                <a:lnTo>
                  <a:pt x="838213" y="497018"/>
                </a:lnTo>
                <a:lnTo>
                  <a:pt x="839073" y="497425"/>
                </a:lnTo>
                <a:lnTo>
                  <a:pt x="839598" y="496180"/>
                </a:lnTo>
                <a:close/>
                <a:moveTo>
                  <a:pt x="850517" y="469072"/>
                </a:moveTo>
                <a:lnTo>
                  <a:pt x="850469" y="469661"/>
                </a:lnTo>
                <a:lnTo>
                  <a:pt x="850490" y="469712"/>
                </a:lnTo>
                <a:lnTo>
                  <a:pt x="850503" y="469728"/>
                </a:lnTo>
                <a:lnTo>
                  <a:pt x="850614" y="469189"/>
                </a:lnTo>
                <a:close/>
                <a:moveTo>
                  <a:pt x="330853" y="1632674"/>
                </a:moveTo>
                <a:lnTo>
                  <a:pt x="334134" y="1636168"/>
                </a:lnTo>
                <a:lnTo>
                  <a:pt x="335866" y="1636490"/>
                </a:lnTo>
                <a:lnTo>
                  <a:pt x="334995" y="1635580"/>
                </a:lnTo>
                <a:lnTo>
                  <a:pt x="332131" y="1633272"/>
                </a:lnTo>
                <a:lnTo>
                  <a:pt x="332088" y="1633085"/>
                </a:lnTo>
                <a:close/>
                <a:moveTo>
                  <a:pt x="839389" y="493952"/>
                </a:moveTo>
                <a:lnTo>
                  <a:pt x="839118" y="494659"/>
                </a:lnTo>
                <a:lnTo>
                  <a:pt x="839746" y="495828"/>
                </a:lnTo>
                <a:lnTo>
                  <a:pt x="840135" y="494905"/>
                </a:lnTo>
                <a:close/>
                <a:moveTo>
                  <a:pt x="347768" y="1594771"/>
                </a:moveTo>
                <a:lnTo>
                  <a:pt x="348394" y="1595186"/>
                </a:lnTo>
                <a:lnTo>
                  <a:pt x="349472" y="1595765"/>
                </a:lnTo>
                <a:lnTo>
                  <a:pt x="349932" y="1591502"/>
                </a:lnTo>
                <a:lnTo>
                  <a:pt x="349792" y="1591386"/>
                </a:lnTo>
                <a:close/>
                <a:moveTo>
                  <a:pt x="858178" y="451832"/>
                </a:moveTo>
                <a:lnTo>
                  <a:pt x="858315" y="455723"/>
                </a:lnTo>
                <a:lnTo>
                  <a:pt x="859337" y="460846"/>
                </a:lnTo>
                <a:lnTo>
                  <a:pt x="863581" y="463976"/>
                </a:lnTo>
                <a:lnTo>
                  <a:pt x="865080" y="460254"/>
                </a:lnTo>
                <a:lnTo>
                  <a:pt x="863698" y="457811"/>
                </a:lnTo>
                <a:lnTo>
                  <a:pt x="860845" y="453023"/>
                </a:lnTo>
                <a:close/>
                <a:moveTo>
                  <a:pt x="839829" y="492806"/>
                </a:moveTo>
                <a:lnTo>
                  <a:pt x="839517" y="493617"/>
                </a:lnTo>
                <a:lnTo>
                  <a:pt x="840272" y="494581"/>
                </a:lnTo>
                <a:lnTo>
                  <a:pt x="840583" y="493841"/>
                </a:lnTo>
                <a:close/>
                <a:moveTo>
                  <a:pt x="828748" y="517585"/>
                </a:moveTo>
                <a:lnTo>
                  <a:pt x="828691" y="517728"/>
                </a:lnTo>
                <a:lnTo>
                  <a:pt x="828704" y="517748"/>
                </a:lnTo>
                <a:close/>
                <a:moveTo>
                  <a:pt x="889772" y="380912"/>
                </a:moveTo>
                <a:lnTo>
                  <a:pt x="889775" y="380917"/>
                </a:lnTo>
                <a:lnTo>
                  <a:pt x="890482" y="381409"/>
                </a:lnTo>
                <a:lnTo>
                  <a:pt x="890810" y="380473"/>
                </a:lnTo>
                <a:lnTo>
                  <a:pt x="890503" y="379743"/>
                </a:lnTo>
                <a:close/>
                <a:moveTo>
                  <a:pt x="347342" y="1595484"/>
                </a:moveTo>
                <a:lnTo>
                  <a:pt x="349405" y="1596395"/>
                </a:lnTo>
                <a:lnTo>
                  <a:pt x="349417" y="1596278"/>
                </a:lnTo>
                <a:lnTo>
                  <a:pt x="347592" y="1595066"/>
                </a:lnTo>
                <a:close/>
                <a:moveTo>
                  <a:pt x="840160" y="491943"/>
                </a:moveTo>
                <a:lnTo>
                  <a:pt x="840076" y="492161"/>
                </a:lnTo>
                <a:lnTo>
                  <a:pt x="840845" y="493219"/>
                </a:lnTo>
                <a:lnTo>
                  <a:pt x="840895" y="493099"/>
                </a:lnTo>
                <a:close/>
                <a:moveTo>
                  <a:pt x="854698" y="459388"/>
                </a:moveTo>
                <a:lnTo>
                  <a:pt x="854310" y="461261"/>
                </a:lnTo>
                <a:lnTo>
                  <a:pt x="854678" y="461528"/>
                </a:lnTo>
                <a:lnTo>
                  <a:pt x="854765" y="461329"/>
                </a:lnTo>
                <a:close/>
                <a:moveTo>
                  <a:pt x="899089" y="359922"/>
                </a:moveTo>
                <a:lnTo>
                  <a:pt x="896843" y="366340"/>
                </a:lnTo>
                <a:lnTo>
                  <a:pt x="897557" y="366753"/>
                </a:lnTo>
                <a:lnTo>
                  <a:pt x="900978" y="361277"/>
                </a:lnTo>
                <a:close/>
                <a:moveTo>
                  <a:pt x="347006" y="1596046"/>
                </a:moveTo>
                <a:lnTo>
                  <a:pt x="349269" y="1597652"/>
                </a:lnTo>
                <a:lnTo>
                  <a:pt x="349373" y="1596693"/>
                </a:lnTo>
                <a:lnTo>
                  <a:pt x="347195" y="1595731"/>
                </a:lnTo>
                <a:close/>
                <a:moveTo>
                  <a:pt x="346764" y="1596451"/>
                </a:moveTo>
                <a:lnTo>
                  <a:pt x="347080" y="1596751"/>
                </a:lnTo>
                <a:lnTo>
                  <a:pt x="347865" y="1597374"/>
                </a:lnTo>
                <a:lnTo>
                  <a:pt x="349036" y="1597686"/>
                </a:lnTo>
                <a:lnTo>
                  <a:pt x="346923" y="1596186"/>
                </a:lnTo>
                <a:close/>
                <a:moveTo>
                  <a:pt x="268805" y="1770981"/>
                </a:moveTo>
                <a:lnTo>
                  <a:pt x="269731" y="1771694"/>
                </a:lnTo>
                <a:lnTo>
                  <a:pt x="301748" y="1778488"/>
                </a:lnTo>
                <a:lnTo>
                  <a:pt x="302054" y="1778446"/>
                </a:lnTo>
                <a:lnTo>
                  <a:pt x="287764" y="1772058"/>
                </a:lnTo>
                <a:close/>
                <a:moveTo>
                  <a:pt x="887254" y="386133"/>
                </a:moveTo>
                <a:lnTo>
                  <a:pt x="887398" y="390227"/>
                </a:lnTo>
                <a:lnTo>
                  <a:pt x="888319" y="387593"/>
                </a:lnTo>
                <a:close/>
                <a:moveTo>
                  <a:pt x="865902" y="433439"/>
                </a:moveTo>
                <a:lnTo>
                  <a:pt x="866993" y="434410"/>
                </a:lnTo>
                <a:lnTo>
                  <a:pt x="866737" y="433564"/>
                </a:lnTo>
                <a:lnTo>
                  <a:pt x="866215" y="433015"/>
                </a:lnTo>
                <a:close/>
                <a:moveTo>
                  <a:pt x="842590" y="485609"/>
                </a:moveTo>
                <a:lnTo>
                  <a:pt x="840616" y="490754"/>
                </a:lnTo>
                <a:lnTo>
                  <a:pt x="840928" y="491244"/>
                </a:lnTo>
                <a:lnTo>
                  <a:pt x="841418" y="491870"/>
                </a:lnTo>
                <a:lnTo>
                  <a:pt x="842219" y="490038"/>
                </a:lnTo>
                <a:close/>
                <a:moveTo>
                  <a:pt x="833207" y="506365"/>
                </a:moveTo>
                <a:lnTo>
                  <a:pt x="833069" y="506713"/>
                </a:lnTo>
                <a:lnTo>
                  <a:pt x="833405" y="507039"/>
                </a:lnTo>
                <a:lnTo>
                  <a:pt x="833548" y="506669"/>
                </a:lnTo>
                <a:close/>
                <a:moveTo>
                  <a:pt x="833673" y="505191"/>
                </a:moveTo>
                <a:lnTo>
                  <a:pt x="833408" y="505860"/>
                </a:lnTo>
                <a:lnTo>
                  <a:pt x="833743" y="506159"/>
                </a:lnTo>
                <a:lnTo>
                  <a:pt x="833994" y="505503"/>
                </a:lnTo>
                <a:close/>
                <a:moveTo>
                  <a:pt x="305850" y="1687064"/>
                </a:moveTo>
                <a:lnTo>
                  <a:pt x="305946" y="1687110"/>
                </a:lnTo>
                <a:lnTo>
                  <a:pt x="306034" y="1687150"/>
                </a:lnTo>
                <a:lnTo>
                  <a:pt x="305975" y="1687075"/>
                </a:lnTo>
                <a:close/>
                <a:moveTo>
                  <a:pt x="850009" y="468463"/>
                </a:moveTo>
                <a:lnTo>
                  <a:pt x="850158" y="468850"/>
                </a:lnTo>
                <a:lnTo>
                  <a:pt x="850176" y="468663"/>
                </a:lnTo>
                <a:close/>
                <a:moveTo>
                  <a:pt x="887215" y="385007"/>
                </a:moveTo>
                <a:lnTo>
                  <a:pt x="887246" y="385901"/>
                </a:lnTo>
                <a:lnTo>
                  <a:pt x="888371" y="387445"/>
                </a:lnTo>
                <a:lnTo>
                  <a:pt x="890177" y="382282"/>
                </a:lnTo>
                <a:lnTo>
                  <a:pt x="889569" y="381238"/>
                </a:lnTo>
                <a:close/>
                <a:moveTo>
                  <a:pt x="864745" y="435013"/>
                </a:moveTo>
                <a:lnTo>
                  <a:pt x="867902" y="440445"/>
                </a:lnTo>
                <a:lnTo>
                  <a:pt x="869029" y="441129"/>
                </a:lnTo>
                <a:lnTo>
                  <a:pt x="867907" y="437425"/>
                </a:lnTo>
                <a:lnTo>
                  <a:pt x="865057" y="434589"/>
                </a:lnTo>
                <a:close/>
                <a:moveTo>
                  <a:pt x="836663" y="497673"/>
                </a:moveTo>
                <a:lnTo>
                  <a:pt x="836154" y="498952"/>
                </a:lnTo>
                <a:lnTo>
                  <a:pt x="836438" y="499136"/>
                </a:lnTo>
                <a:lnTo>
                  <a:pt x="836945" y="497812"/>
                </a:lnTo>
                <a:close/>
                <a:moveTo>
                  <a:pt x="837005" y="496810"/>
                </a:moveTo>
                <a:lnTo>
                  <a:pt x="837000" y="496825"/>
                </a:lnTo>
                <a:lnTo>
                  <a:pt x="837236" y="497055"/>
                </a:lnTo>
                <a:lnTo>
                  <a:pt x="837279" y="496943"/>
                </a:lnTo>
                <a:close/>
                <a:moveTo>
                  <a:pt x="828080" y="516577"/>
                </a:moveTo>
                <a:lnTo>
                  <a:pt x="828077" y="516882"/>
                </a:lnTo>
                <a:lnTo>
                  <a:pt x="828413" y="517346"/>
                </a:lnTo>
                <a:lnTo>
                  <a:pt x="828610" y="516848"/>
                </a:lnTo>
                <a:close/>
                <a:moveTo>
                  <a:pt x="838250" y="493677"/>
                </a:moveTo>
                <a:lnTo>
                  <a:pt x="837127" y="496504"/>
                </a:lnTo>
                <a:lnTo>
                  <a:pt x="837398" y="496632"/>
                </a:lnTo>
                <a:lnTo>
                  <a:pt x="838415" y="493983"/>
                </a:lnTo>
                <a:close/>
                <a:moveTo>
                  <a:pt x="863957" y="436086"/>
                </a:moveTo>
                <a:lnTo>
                  <a:pt x="864920" y="438614"/>
                </a:lnTo>
                <a:lnTo>
                  <a:pt x="865578" y="439040"/>
                </a:lnTo>
                <a:lnTo>
                  <a:pt x="864935" y="438652"/>
                </a:lnTo>
                <a:lnTo>
                  <a:pt x="865603" y="440408"/>
                </a:lnTo>
                <a:lnTo>
                  <a:pt x="868023" y="441369"/>
                </a:lnTo>
                <a:lnTo>
                  <a:pt x="867329" y="440177"/>
                </a:lnTo>
                <a:lnTo>
                  <a:pt x="865578" y="439040"/>
                </a:lnTo>
                <a:lnTo>
                  <a:pt x="867261" y="440057"/>
                </a:lnTo>
                <a:lnTo>
                  <a:pt x="864514" y="435329"/>
                </a:lnTo>
                <a:close/>
                <a:moveTo>
                  <a:pt x="903136" y="348352"/>
                </a:moveTo>
                <a:lnTo>
                  <a:pt x="899227" y="359525"/>
                </a:lnTo>
                <a:lnTo>
                  <a:pt x="901192" y="360933"/>
                </a:lnTo>
                <a:lnTo>
                  <a:pt x="906103" y="353070"/>
                </a:lnTo>
                <a:close/>
                <a:moveTo>
                  <a:pt x="890279" y="377093"/>
                </a:moveTo>
                <a:lnTo>
                  <a:pt x="890666" y="377787"/>
                </a:lnTo>
                <a:lnTo>
                  <a:pt x="890818" y="377544"/>
                </a:lnTo>
                <a:close/>
                <a:moveTo>
                  <a:pt x="838561" y="492896"/>
                </a:moveTo>
                <a:lnTo>
                  <a:pt x="838395" y="493314"/>
                </a:lnTo>
                <a:lnTo>
                  <a:pt x="838556" y="493615"/>
                </a:lnTo>
                <a:lnTo>
                  <a:pt x="838743" y="493128"/>
                </a:lnTo>
                <a:close/>
                <a:moveTo>
                  <a:pt x="819322" y="535896"/>
                </a:moveTo>
                <a:lnTo>
                  <a:pt x="819353" y="536229"/>
                </a:lnTo>
                <a:lnTo>
                  <a:pt x="819704" y="536417"/>
                </a:lnTo>
                <a:lnTo>
                  <a:pt x="819625" y="536195"/>
                </a:lnTo>
                <a:close/>
                <a:moveTo>
                  <a:pt x="839031" y="491713"/>
                </a:moveTo>
                <a:lnTo>
                  <a:pt x="838692" y="492564"/>
                </a:lnTo>
                <a:lnTo>
                  <a:pt x="838871" y="492793"/>
                </a:lnTo>
                <a:lnTo>
                  <a:pt x="839198" y="491941"/>
                </a:lnTo>
                <a:close/>
                <a:moveTo>
                  <a:pt x="839409" y="490761"/>
                </a:moveTo>
                <a:lnTo>
                  <a:pt x="839286" y="491071"/>
                </a:lnTo>
                <a:lnTo>
                  <a:pt x="839447" y="491293"/>
                </a:lnTo>
                <a:lnTo>
                  <a:pt x="839560" y="490999"/>
                </a:lnTo>
                <a:close/>
                <a:moveTo>
                  <a:pt x="889919" y="377585"/>
                </a:moveTo>
                <a:lnTo>
                  <a:pt x="890293" y="378385"/>
                </a:lnTo>
                <a:lnTo>
                  <a:pt x="890331" y="378323"/>
                </a:lnTo>
                <a:close/>
                <a:moveTo>
                  <a:pt x="326726" y="1638626"/>
                </a:moveTo>
                <a:lnTo>
                  <a:pt x="326821" y="1638700"/>
                </a:lnTo>
                <a:lnTo>
                  <a:pt x="326774" y="1638646"/>
                </a:lnTo>
                <a:close/>
                <a:moveTo>
                  <a:pt x="904011" y="345852"/>
                </a:moveTo>
                <a:lnTo>
                  <a:pt x="903295" y="347898"/>
                </a:lnTo>
                <a:lnTo>
                  <a:pt x="906428" y="352551"/>
                </a:lnTo>
                <a:lnTo>
                  <a:pt x="906666" y="352170"/>
                </a:lnTo>
                <a:close/>
                <a:moveTo>
                  <a:pt x="308828" y="1678554"/>
                </a:moveTo>
                <a:lnTo>
                  <a:pt x="308884" y="1678627"/>
                </a:lnTo>
                <a:lnTo>
                  <a:pt x="320389" y="1680808"/>
                </a:lnTo>
                <a:lnTo>
                  <a:pt x="318917" y="1679929"/>
                </a:lnTo>
                <a:close/>
                <a:moveTo>
                  <a:pt x="832554" y="505784"/>
                </a:moveTo>
                <a:lnTo>
                  <a:pt x="832463" y="506126"/>
                </a:lnTo>
                <a:lnTo>
                  <a:pt x="832758" y="506412"/>
                </a:lnTo>
                <a:lnTo>
                  <a:pt x="832889" y="506082"/>
                </a:lnTo>
                <a:close/>
                <a:moveTo>
                  <a:pt x="331512" y="1627647"/>
                </a:moveTo>
                <a:lnTo>
                  <a:pt x="332783" y="1628975"/>
                </a:lnTo>
                <a:lnTo>
                  <a:pt x="337066" y="1632492"/>
                </a:lnTo>
                <a:lnTo>
                  <a:pt x="337547" y="1632722"/>
                </a:lnTo>
                <a:lnTo>
                  <a:pt x="339181" y="1633299"/>
                </a:lnTo>
                <a:lnTo>
                  <a:pt x="334200" y="1628364"/>
                </a:lnTo>
                <a:lnTo>
                  <a:pt x="334159" y="1628045"/>
                </a:lnTo>
                <a:lnTo>
                  <a:pt x="339621" y="1633454"/>
                </a:lnTo>
                <a:lnTo>
                  <a:pt x="348353" y="1636543"/>
                </a:lnTo>
                <a:lnTo>
                  <a:pt x="348321" y="1634043"/>
                </a:lnTo>
                <a:lnTo>
                  <a:pt x="337156" y="1627386"/>
                </a:lnTo>
                <a:close/>
                <a:moveTo>
                  <a:pt x="907834" y="336930"/>
                </a:moveTo>
                <a:lnTo>
                  <a:pt x="908026" y="337373"/>
                </a:lnTo>
                <a:lnTo>
                  <a:pt x="911041" y="345163"/>
                </a:lnTo>
                <a:lnTo>
                  <a:pt x="912602" y="342663"/>
                </a:lnTo>
                <a:close/>
                <a:moveTo>
                  <a:pt x="284213" y="1733287"/>
                </a:moveTo>
                <a:lnTo>
                  <a:pt x="287383" y="1736057"/>
                </a:lnTo>
                <a:lnTo>
                  <a:pt x="301636" y="1740098"/>
                </a:lnTo>
                <a:lnTo>
                  <a:pt x="324201" y="1746161"/>
                </a:lnTo>
                <a:lnTo>
                  <a:pt x="325225" y="1744384"/>
                </a:lnTo>
                <a:lnTo>
                  <a:pt x="325502" y="1743918"/>
                </a:lnTo>
                <a:lnTo>
                  <a:pt x="308504" y="1737756"/>
                </a:lnTo>
                <a:close/>
                <a:moveTo>
                  <a:pt x="858056" y="448339"/>
                </a:moveTo>
                <a:lnTo>
                  <a:pt x="858093" y="449411"/>
                </a:lnTo>
                <a:lnTo>
                  <a:pt x="858912" y="449776"/>
                </a:lnTo>
                <a:close/>
                <a:moveTo>
                  <a:pt x="314869" y="1664587"/>
                </a:moveTo>
                <a:lnTo>
                  <a:pt x="316412" y="1665827"/>
                </a:lnTo>
                <a:lnTo>
                  <a:pt x="318127" y="1666300"/>
                </a:lnTo>
                <a:close/>
                <a:moveTo>
                  <a:pt x="819256" y="535163"/>
                </a:moveTo>
                <a:lnTo>
                  <a:pt x="819267" y="535277"/>
                </a:lnTo>
                <a:lnTo>
                  <a:pt x="819314" y="535323"/>
                </a:lnTo>
                <a:close/>
                <a:moveTo>
                  <a:pt x="842397" y="483246"/>
                </a:moveTo>
                <a:lnTo>
                  <a:pt x="839875" y="489589"/>
                </a:lnTo>
                <a:lnTo>
                  <a:pt x="840016" y="489811"/>
                </a:lnTo>
                <a:lnTo>
                  <a:pt x="842500" y="483336"/>
                </a:lnTo>
                <a:close/>
                <a:moveTo>
                  <a:pt x="832910" y="504451"/>
                </a:moveTo>
                <a:lnTo>
                  <a:pt x="832701" y="505230"/>
                </a:lnTo>
                <a:lnTo>
                  <a:pt x="833090" y="505577"/>
                </a:lnTo>
                <a:lnTo>
                  <a:pt x="833363" y="504891"/>
                </a:lnTo>
                <a:close/>
                <a:moveTo>
                  <a:pt x="828092" y="515222"/>
                </a:moveTo>
                <a:lnTo>
                  <a:pt x="828082" y="516319"/>
                </a:lnTo>
                <a:lnTo>
                  <a:pt x="828696" y="516633"/>
                </a:lnTo>
                <a:lnTo>
                  <a:pt x="828928" y="516049"/>
                </a:lnTo>
                <a:lnTo>
                  <a:pt x="828444" y="515477"/>
                </a:lnTo>
                <a:close/>
                <a:moveTo>
                  <a:pt x="842710" y="482456"/>
                </a:moveTo>
                <a:lnTo>
                  <a:pt x="842487" y="483017"/>
                </a:lnTo>
                <a:lnTo>
                  <a:pt x="842590" y="483102"/>
                </a:lnTo>
                <a:lnTo>
                  <a:pt x="842810" y="482528"/>
                </a:lnTo>
                <a:close/>
                <a:moveTo>
                  <a:pt x="851709" y="462285"/>
                </a:moveTo>
                <a:lnTo>
                  <a:pt x="851732" y="462313"/>
                </a:lnTo>
                <a:lnTo>
                  <a:pt x="851720" y="462290"/>
                </a:lnTo>
                <a:close/>
                <a:moveTo>
                  <a:pt x="850535" y="464903"/>
                </a:moveTo>
                <a:lnTo>
                  <a:pt x="849589" y="467367"/>
                </a:lnTo>
                <a:lnTo>
                  <a:pt x="849820" y="467968"/>
                </a:lnTo>
                <a:lnTo>
                  <a:pt x="850199" y="468424"/>
                </a:lnTo>
                <a:close/>
                <a:moveTo>
                  <a:pt x="842894" y="481995"/>
                </a:moveTo>
                <a:lnTo>
                  <a:pt x="842825" y="482169"/>
                </a:lnTo>
                <a:lnTo>
                  <a:pt x="842876" y="482206"/>
                </a:lnTo>
                <a:close/>
                <a:moveTo>
                  <a:pt x="905389" y="341915"/>
                </a:moveTo>
                <a:lnTo>
                  <a:pt x="904442" y="344621"/>
                </a:lnTo>
                <a:lnTo>
                  <a:pt x="905142" y="346117"/>
                </a:lnTo>
                <a:lnTo>
                  <a:pt x="907275" y="351193"/>
                </a:lnTo>
                <a:lnTo>
                  <a:pt x="910019" y="346800"/>
                </a:lnTo>
                <a:close/>
                <a:moveTo>
                  <a:pt x="851459" y="462494"/>
                </a:moveTo>
                <a:lnTo>
                  <a:pt x="850990" y="463718"/>
                </a:lnTo>
                <a:lnTo>
                  <a:pt x="850750" y="466220"/>
                </a:lnTo>
                <a:lnTo>
                  <a:pt x="850537" y="468830"/>
                </a:lnTo>
                <a:lnTo>
                  <a:pt x="850658" y="468975"/>
                </a:lnTo>
                <a:lnTo>
                  <a:pt x="851888" y="463022"/>
                </a:lnTo>
                <a:close/>
                <a:moveTo>
                  <a:pt x="852244" y="460450"/>
                </a:moveTo>
                <a:lnTo>
                  <a:pt x="852143" y="460712"/>
                </a:lnTo>
                <a:lnTo>
                  <a:pt x="852349" y="460793"/>
                </a:lnTo>
                <a:lnTo>
                  <a:pt x="852397" y="460561"/>
                </a:lnTo>
                <a:close/>
                <a:moveTo>
                  <a:pt x="345520" y="1594990"/>
                </a:moveTo>
                <a:lnTo>
                  <a:pt x="346639" y="1595785"/>
                </a:lnTo>
                <a:lnTo>
                  <a:pt x="346781" y="1595548"/>
                </a:lnTo>
                <a:close/>
                <a:moveTo>
                  <a:pt x="852625" y="459454"/>
                </a:moveTo>
                <a:lnTo>
                  <a:pt x="852449" y="459913"/>
                </a:lnTo>
                <a:lnTo>
                  <a:pt x="852520" y="459964"/>
                </a:lnTo>
                <a:close/>
                <a:moveTo>
                  <a:pt x="345432" y="1595127"/>
                </a:moveTo>
                <a:lnTo>
                  <a:pt x="346057" y="1595780"/>
                </a:lnTo>
                <a:lnTo>
                  <a:pt x="346431" y="1596135"/>
                </a:lnTo>
                <a:lnTo>
                  <a:pt x="346556" y="1595925"/>
                </a:lnTo>
                <a:close/>
                <a:moveTo>
                  <a:pt x="906936" y="337729"/>
                </a:moveTo>
                <a:lnTo>
                  <a:pt x="906216" y="339548"/>
                </a:lnTo>
                <a:lnTo>
                  <a:pt x="905666" y="341124"/>
                </a:lnTo>
                <a:lnTo>
                  <a:pt x="910035" y="345732"/>
                </a:lnTo>
                <a:close/>
                <a:moveTo>
                  <a:pt x="282621" y="1735059"/>
                </a:moveTo>
                <a:lnTo>
                  <a:pt x="293825" y="1744397"/>
                </a:lnTo>
                <a:lnTo>
                  <a:pt x="294867" y="1744868"/>
                </a:lnTo>
                <a:lnTo>
                  <a:pt x="284664" y="1735639"/>
                </a:lnTo>
                <a:close/>
                <a:moveTo>
                  <a:pt x="857989" y="446464"/>
                </a:moveTo>
                <a:lnTo>
                  <a:pt x="858054" y="448316"/>
                </a:lnTo>
                <a:lnTo>
                  <a:pt x="858186" y="448367"/>
                </a:lnTo>
                <a:lnTo>
                  <a:pt x="859068" y="449846"/>
                </a:lnTo>
                <a:lnTo>
                  <a:pt x="863277" y="451726"/>
                </a:lnTo>
                <a:close/>
                <a:moveTo>
                  <a:pt x="910339" y="329119"/>
                </a:moveTo>
                <a:lnTo>
                  <a:pt x="907584" y="336089"/>
                </a:lnTo>
                <a:lnTo>
                  <a:pt x="912856" y="342256"/>
                </a:lnTo>
                <a:lnTo>
                  <a:pt x="913567" y="341119"/>
                </a:lnTo>
                <a:lnTo>
                  <a:pt x="914320" y="334001"/>
                </a:lnTo>
                <a:close/>
                <a:moveTo>
                  <a:pt x="349592" y="1584565"/>
                </a:moveTo>
                <a:lnTo>
                  <a:pt x="350591" y="1585385"/>
                </a:lnTo>
                <a:lnTo>
                  <a:pt x="350676" y="1584599"/>
                </a:lnTo>
                <a:lnTo>
                  <a:pt x="350608" y="1584534"/>
                </a:lnTo>
                <a:lnTo>
                  <a:pt x="349724" y="1584344"/>
                </a:lnTo>
                <a:close/>
                <a:moveTo>
                  <a:pt x="911021" y="327395"/>
                </a:moveTo>
                <a:lnTo>
                  <a:pt x="910439" y="328866"/>
                </a:lnTo>
                <a:lnTo>
                  <a:pt x="914368" y="333552"/>
                </a:lnTo>
                <a:lnTo>
                  <a:pt x="914573" y="331610"/>
                </a:lnTo>
                <a:close/>
                <a:moveTo>
                  <a:pt x="863733" y="433272"/>
                </a:moveTo>
                <a:lnTo>
                  <a:pt x="864567" y="434708"/>
                </a:lnTo>
                <a:lnTo>
                  <a:pt x="864825" y="434358"/>
                </a:lnTo>
                <a:close/>
                <a:moveTo>
                  <a:pt x="825026" y="519539"/>
                </a:moveTo>
                <a:lnTo>
                  <a:pt x="825982" y="521048"/>
                </a:lnTo>
                <a:lnTo>
                  <a:pt x="825992" y="520170"/>
                </a:lnTo>
                <a:close/>
                <a:moveTo>
                  <a:pt x="879697" y="397045"/>
                </a:moveTo>
                <a:lnTo>
                  <a:pt x="880419" y="397462"/>
                </a:lnTo>
                <a:lnTo>
                  <a:pt x="881000" y="394988"/>
                </a:lnTo>
                <a:lnTo>
                  <a:pt x="880993" y="394971"/>
                </a:lnTo>
                <a:close/>
                <a:moveTo>
                  <a:pt x="835081" y="496897"/>
                </a:moveTo>
                <a:lnTo>
                  <a:pt x="834894" y="497499"/>
                </a:lnTo>
                <a:lnTo>
                  <a:pt x="835417" y="498472"/>
                </a:lnTo>
                <a:lnTo>
                  <a:pt x="835812" y="498729"/>
                </a:lnTo>
                <a:lnTo>
                  <a:pt x="836302" y="497494"/>
                </a:lnTo>
                <a:close/>
                <a:moveTo>
                  <a:pt x="913536" y="321032"/>
                </a:moveTo>
                <a:lnTo>
                  <a:pt x="911397" y="326445"/>
                </a:lnTo>
                <a:lnTo>
                  <a:pt x="914704" y="330371"/>
                </a:lnTo>
                <a:lnTo>
                  <a:pt x="914862" y="328885"/>
                </a:lnTo>
                <a:lnTo>
                  <a:pt x="915063" y="328676"/>
                </a:lnTo>
                <a:lnTo>
                  <a:pt x="914864" y="330561"/>
                </a:lnTo>
                <a:lnTo>
                  <a:pt x="917907" y="334170"/>
                </a:lnTo>
                <a:lnTo>
                  <a:pt x="921117" y="329030"/>
                </a:lnTo>
                <a:close/>
                <a:moveTo>
                  <a:pt x="835358" y="496003"/>
                </a:moveTo>
                <a:lnTo>
                  <a:pt x="835234" y="496405"/>
                </a:lnTo>
                <a:lnTo>
                  <a:pt x="836491" y="497021"/>
                </a:lnTo>
                <a:lnTo>
                  <a:pt x="836491" y="497021"/>
                </a:lnTo>
                <a:lnTo>
                  <a:pt x="835535" y="496090"/>
                </a:lnTo>
                <a:close/>
                <a:moveTo>
                  <a:pt x="858958" y="442950"/>
                </a:moveTo>
                <a:lnTo>
                  <a:pt x="857957" y="445559"/>
                </a:lnTo>
                <a:lnTo>
                  <a:pt x="857963" y="445724"/>
                </a:lnTo>
                <a:lnTo>
                  <a:pt x="864230" y="451993"/>
                </a:lnTo>
                <a:lnTo>
                  <a:pt x="864221" y="451952"/>
                </a:lnTo>
                <a:lnTo>
                  <a:pt x="860151" y="441266"/>
                </a:lnTo>
                <a:lnTo>
                  <a:pt x="859471" y="442191"/>
                </a:lnTo>
                <a:close/>
                <a:moveTo>
                  <a:pt x="837310" y="491299"/>
                </a:moveTo>
                <a:lnTo>
                  <a:pt x="838147" y="492853"/>
                </a:lnTo>
                <a:lnTo>
                  <a:pt x="838275" y="492530"/>
                </a:lnTo>
                <a:close/>
                <a:moveTo>
                  <a:pt x="851362" y="459811"/>
                </a:moveTo>
                <a:lnTo>
                  <a:pt x="851316" y="460299"/>
                </a:lnTo>
                <a:lnTo>
                  <a:pt x="851329" y="460323"/>
                </a:lnTo>
                <a:lnTo>
                  <a:pt x="851490" y="459903"/>
                </a:lnTo>
                <a:close/>
                <a:moveTo>
                  <a:pt x="349182" y="1584228"/>
                </a:moveTo>
                <a:lnTo>
                  <a:pt x="349204" y="1584246"/>
                </a:lnTo>
                <a:lnTo>
                  <a:pt x="349210" y="1584234"/>
                </a:lnTo>
                <a:close/>
                <a:moveTo>
                  <a:pt x="878358" y="399190"/>
                </a:moveTo>
                <a:lnTo>
                  <a:pt x="879589" y="400672"/>
                </a:lnTo>
                <a:lnTo>
                  <a:pt x="879751" y="400824"/>
                </a:lnTo>
                <a:lnTo>
                  <a:pt x="879956" y="399436"/>
                </a:lnTo>
                <a:lnTo>
                  <a:pt x="880353" y="397743"/>
                </a:lnTo>
                <a:lnTo>
                  <a:pt x="879551" y="397280"/>
                </a:lnTo>
                <a:close/>
                <a:moveTo>
                  <a:pt x="859878" y="440551"/>
                </a:moveTo>
                <a:lnTo>
                  <a:pt x="859448" y="441675"/>
                </a:lnTo>
                <a:lnTo>
                  <a:pt x="860013" y="440904"/>
                </a:lnTo>
                <a:close/>
                <a:moveTo>
                  <a:pt x="303488" y="1685936"/>
                </a:moveTo>
                <a:lnTo>
                  <a:pt x="305358" y="1686829"/>
                </a:lnTo>
                <a:lnTo>
                  <a:pt x="305809" y="1686863"/>
                </a:lnTo>
                <a:lnTo>
                  <a:pt x="305226" y="1686116"/>
                </a:lnTo>
                <a:close/>
                <a:moveTo>
                  <a:pt x="887010" y="379204"/>
                </a:moveTo>
                <a:lnTo>
                  <a:pt x="887158" y="383403"/>
                </a:lnTo>
                <a:lnTo>
                  <a:pt x="888941" y="380549"/>
                </a:lnTo>
                <a:close/>
                <a:moveTo>
                  <a:pt x="917992" y="309756"/>
                </a:moveTo>
                <a:lnTo>
                  <a:pt x="913688" y="320644"/>
                </a:lnTo>
                <a:lnTo>
                  <a:pt x="921405" y="328569"/>
                </a:lnTo>
                <a:lnTo>
                  <a:pt x="921856" y="327847"/>
                </a:lnTo>
                <a:lnTo>
                  <a:pt x="920865" y="319662"/>
                </a:lnTo>
                <a:close/>
                <a:moveTo>
                  <a:pt x="836874" y="491117"/>
                </a:moveTo>
                <a:lnTo>
                  <a:pt x="835544" y="495406"/>
                </a:lnTo>
                <a:lnTo>
                  <a:pt x="836242" y="496087"/>
                </a:lnTo>
                <a:lnTo>
                  <a:pt x="836764" y="496333"/>
                </a:lnTo>
                <a:lnTo>
                  <a:pt x="838003" y="493216"/>
                </a:lnTo>
                <a:close/>
                <a:moveTo>
                  <a:pt x="834388" y="496557"/>
                </a:moveTo>
                <a:lnTo>
                  <a:pt x="834735" y="497203"/>
                </a:lnTo>
                <a:lnTo>
                  <a:pt x="834863" y="496790"/>
                </a:lnTo>
                <a:close/>
                <a:moveTo>
                  <a:pt x="862928" y="432603"/>
                </a:moveTo>
                <a:lnTo>
                  <a:pt x="862778" y="432992"/>
                </a:lnTo>
                <a:lnTo>
                  <a:pt x="863819" y="435725"/>
                </a:lnTo>
                <a:lnTo>
                  <a:pt x="864335" y="435024"/>
                </a:lnTo>
                <a:close/>
                <a:moveTo>
                  <a:pt x="876535" y="402107"/>
                </a:moveTo>
                <a:lnTo>
                  <a:pt x="875897" y="409024"/>
                </a:lnTo>
                <a:lnTo>
                  <a:pt x="878155" y="411617"/>
                </a:lnTo>
                <a:lnTo>
                  <a:pt x="879675" y="401337"/>
                </a:lnTo>
                <a:lnTo>
                  <a:pt x="878997" y="400522"/>
                </a:lnTo>
                <a:lnTo>
                  <a:pt x="878073" y="399645"/>
                </a:lnTo>
                <a:close/>
                <a:moveTo>
                  <a:pt x="324886" y="1637188"/>
                </a:moveTo>
                <a:lnTo>
                  <a:pt x="325243" y="1637467"/>
                </a:lnTo>
                <a:lnTo>
                  <a:pt x="326038" y="1637797"/>
                </a:lnTo>
                <a:lnTo>
                  <a:pt x="325891" y="1637626"/>
                </a:lnTo>
                <a:lnTo>
                  <a:pt x="325143" y="1637189"/>
                </a:lnTo>
                <a:close/>
                <a:moveTo>
                  <a:pt x="813273" y="543535"/>
                </a:moveTo>
                <a:lnTo>
                  <a:pt x="813575" y="544562"/>
                </a:lnTo>
                <a:lnTo>
                  <a:pt x="813994" y="544424"/>
                </a:lnTo>
                <a:lnTo>
                  <a:pt x="813949" y="544009"/>
                </a:lnTo>
                <a:close/>
                <a:moveTo>
                  <a:pt x="880516" y="392939"/>
                </a:moveTo>
                <a:lnTo>
                  <a:pt x="880775" y="393623"/>
                </a:lnTo>
                <a:lnTo>
                  <a:pt x="880901" y="393422"/>
                </a:lnTo>
                <a:lnTo>
                  <a:pt x="880762" y="393158"/>
                </a:lnTo>
                <a:close/>
                <a:moveTo>
                  <a:pt x="863763" y="430428"/>
                </a:moveTo>
                <a:lnTo>
                  <a:pt x="863446" y="431254"/>
                </a:lnTo>
                <a:lnTo>
                  <a:pt x="865659" y="433223"/>
                </a:lnTo>
                <a:lnTo>
                  <a:pt x="865988" y="432775"/>
                </a:lnTo>
                <a:close/>
                <a:moveTo>
                  <a:pt x="344691" y="1592728"/>
                </a:moveTo>
                <a:lnTo>
                  <a:pt x="347394" y="1594523"/>
                </a:lnTo>
                <a:lnTo>
                  <a:pt x="349441" y="1591098"/>
                </a:lnTo>
                <a:lnTo>
                  <a:pt x="346916" y="1589020"/>
                </a:lnTo>
                <a:close/>
                <a:moveTo>
                  <a:pt x="850814" y="459414"/>
                </a:moveTo>
                <a:lnTo>
                  <a:pt x="851025" y="459784"/>
                </a:lnTo>
                <a:lnTo>
                  <a:pt x="851044" y="459580"/>
                </a:lnTo>
                <a:close/>
                <a:moveTo>
                  <a:pt x="837388" y="489461"/>
                </a:moveTo>
                <a:lnTo>
                  <a:pt x="837068" y="490491"/>
                </a:lnTo>
                <a:lnTo>
                  <a:pt x="838407" y="492201"/>
                </a:lnTo>
                <a:lnTo>
                  <a:pt x="838753" y="491331"/>
                </a:lnTo>
                <a:close/>
                <a:moveTo>
                  <a:pt x="825780" y="515401"/>
                </a:moveTo>
                <a:lnTo>
                  <a:pt x="826043" y="515921"/>
                </a:lnTo>
                <a:lnTo>
                  <a:pt x="826047" y="515538"/>
                </a:lnTo>
                <a:close/>
                <a:moveTo>
                  <a:pt x="344091" y="1593728"/>
                </a:moveTo>
                <a:lnTo>
                  <a:pt x="344619" y="1594280"/>
                </a:lnTo>
                <a:lnTo>
                  <a:pt x="346929" y="1595301"/>
                </a:lnTo>
                <a:lnTo>
                  <a:pt x="347218" y="1594818"/>
                </a:lnTo>
                <a:lnTo>
                  <a:pt x="344514" y="1593022"/>
                </a:lnTo>
                <a:close/>
                <a:moveTo>
                  <a:pt x="864821" y="427670"/>
                </a:moveTo>
                <a:lnTo>
                  <a:pt x="864582" y="428293"/>
                </a:lnTo>
                <a:lnTo>
                  <a:pt x="865391" y="429151"/>
                </a:lnTo>
                <a:close/>
                <a:moveTo>
                  <a:pt x="837780" y="488199"/>
                </a:moveTo>
                <a:lnTo>
                  <a:pt x="837606" y="488757"/>
                </a:lnTo>
                <a:lnTo>
                  <a:pt x="839008" y="490688"/>
                </a:lnTo>
                <a:lnTo>
                  <a:pt x="839145" y="490345"/>
                </a:lnTo>
                <a:close/>
                <a:moveTo>
                  <a:pt x="851617" y="457140"/>
                </a:moveTo>
                <a:lnTo>
                  <a:pt x="851423" y="459168"/>
                </a:lnTo>
                <a:lnTo>
                  <a:pt x="851696" y="459368"/>
                </a:lnTo>
                <a:lnTo>
                  <a:pt x="852114" y="458279"/>
                </a:lnTo>
                <a:close/>
                <a:moveTo>
                  <a:pt x="330920" y="1623024"/>
                </a:moveTo>
                <a:lnTo>
                  <a:pt x="337878" y="1627171"/>
                </a:lnTo>
                <a:lnTo>
                  <a:pt x="342115" y="1626919"/>
                </a:lnTo>
                <a:lnTo>
                  <a:pt x="335737" y="1622846"/>
                </a:lnTo>
                <a:lnTo>
                  <a:pt x="331480" y="1622058"/>
                </a:lnTo>
                <a:close/>
                <a:moveTo>
                  <a:pt x="849664" y="461372"/>
                </a:moveTo>
                <a:lnTo>
                  <a:pt x="849572" y="462469"/>
                </a:lnTo>
                <a:lnTo>
                  <a:pt x="849555" y="464832"/>
                </a:lnTo>
                <a:lnTo>
                  <a:pt x="850193" y="463286"/>
                </a:lnTo>
                <a:lnTo>
                  <a:pt x="850743" y="461854"/>
                </a:lnTo>
                <a:close/>
                <a:moveTo>
                  <a:pt x="865524" y="425837"/>
                </a:moveTo>
                <a:lnTo>
                  <a:pt x="865499" y="425902"/>
                </a:lnTo>
                <a:lnTo>
                  <a:pt x="867404" y="430848"/>
                </a:lnTo>
                <a:lnTo>
                  <a:pt x="868457" y="429417"/>
                </a:lnTo>
                <a:close/>
                <a:moveTo>
                  <a:pt x="924985" y="292066"/>
                </a:moveTo>
                <a:lnTo>
                  <a:pt x="921271" y="301466"/>
                </a:lnTo>
                <a:lnTo>
                  <a:pt x="924494" y="312583"/>
                </a:lnTo>
                <a:lnTo>
                  <a:pt x="928557" y="317274"/>
                </a:lnTo>
                <a:lnTo>
                  <a:pt x="932990" y="310385"/>
                </a:lnTo>
                <a:lnTo>
                  <a:pt x="926611" y="295682"/>
                </a:lnTo>
                <a:close/>
                <a:moveTo>
                  <a:pt x="329475" y="1625519"/>
                </a:moveTo>
                <a:lnTo>
                  <a:pt x="331351" y="1627478"/>
                </a:lnTo>
                <a:lnTo>
                  <a:pt x="336883" y="1627223"/>
                </a:lnTo>
                <a:lnTo>
                  <a:pt x="330642" y="1623503"/>
                </a:lnTo>
                <a:close/>
                <a:moveTo>
                  <a:pt x="851721" y="456059"/>
                </a:moveTo>
                <a:lnTo>
                  <a:pt x="851677" y="456512"/>
                </a:lnTo>
                <a:lnTo>
                  <a:pt x="852269" y="457873"/>
                </a:lnTo>
                <a:lnTo>
                  <a:pt x="852691" y="456775"/>
                </a:lnTo>
                <a:close/>
                <a:moveTo>
                  <a:pt x="873753" y="406561"/>
                </a:moveTo>
                <a:lnTo>
                  <a:pt x="875688" y="408783"/>
                </a:lnTo>
                <a:lnTo>
                  <a:pt x="876365" y="402379"/>
                </a:lnTo>
                <a:close/>
                <a:moveTo>
                  <a:pt x="880189" y="392078"/>
                </a:moveTo>
                <a:lnTo>
                  <a:pt x="880333" y="392459"/>
                </a:lnTo>
                <a:lnTo>
                  <a:pt x="880439" y="392551"/>
                </a:lnTo>
                <a:close/>
                <a:moveTo>
                  <a:pt x="296587" y="1698621"/>
                </a:moveTo>
                <a:lnTo>
                  <a:pt x="309022" y="1708346"/>
                </a:lnTo>
                <a:lnTo>
                  <a:pt x="312816" y="1708245"/>
                </a:lnTo>
                <a:lnTo>
                  <a:pt x="300726" y="1698826"/>
                </a:lnTo>
                <a:close/>
                <a:moveTo>
                  <a:pt x="886921" y="376681"/>
                </a:moveTo>
                <a:lnTo>
                  <a:pt x="887003" y="378987"/>
                </a:lnTo>
                <a:lnTo>
                  <a:pt x="889034" y="380400"/>
                </a:lnTo>
                <a:lnTo>
                  <a:pt x="889059" y="380359"/>
                </a:lnTo>
                <a:close/>
                <a:moveTo>
                  <a:pt x="869706" y="414937"/>
                </a:moveTo>
                <a:lnTo>
                  <a:pt x="865859" y="424965"/>
                </a:lnTo>
                <a:lnTo>
                  <a:pt x="868993" y="428687"/>
                </a:lnTo>
                <a:lnTo>
                  <a:pt x="874471" y="421234"/>
                </a:lnTo>
                <a:lnTo>
                  <a:pt x="874863" y="416986"/>
                </a:lnTo>
                <a:close/>
                <a:moveTo>
                  <a:pt x="324126" y="1636593"/>
                </a:moveTo>
                <a:lnTo>
                  <a:pt x="324680" y="1637026"/>
                </a:lnTo>
                <a:lnTo>
                  <a:pt x="324867" y="1637027"/>
                </a:lnTo>
                <a:close/>
                <a:moveTo>
                  <a:pt x="327438" y="1629035"/>
                </a:moveTo>
                <a:lnTo>
                  <a:pt x="327596" y="1629204"/>
                </a:lnTo>
                <a:lnTo>
                  <a:pt x="329554" y="1629896"/>
                </a:lnTo>
                <a:lnTo>
                  <a:pt x="327959" y="1628230"/>
                </a:lnTo>
                <a:lnTo>
                  <a:pt x="327917" y="1628209"/>
                </a:lnTo>
                <a:close/>
                <a:moveTo>
                  <a:pt x="851367" y="455798"/>
                </a:moveTo>
                <a:lnTo>
                  <a:pt x="851398" y="455871"/>
                </a:lnTo>
                <a:lnTo>
                  <a:pt x="851403" y="455825"/>
                </a:lnTo>
                <a:close/>
                <a:moveTo>
                  <a:pt x="870378" y="413186"/>
                </a:moveTo>
                <a:lnTo>
                  <a:pt x="869821" y="414638"/>
                </a:lnTo>
                <a:lnTo>
                  <a:pt x="874059" y="416255"/>
                </a:lnTo>
                <a:close/>
                <a:moveTo>
                  <a:pt x="876906" y="398537"/>
                </a:moveTo>
                <a:lnTo>
                  <a:pt x="876743" y="400079"/>
                </a:lnTo>
                <a:lnTo>
                  <a:pt x="877409" y="399014"/>
                </a:lnTo>
                <a:close/>
                <a:moveTo>
                  <a:pt x="858996" y="438586"/>
                </a:moveTo>
                <a:lnTo>
                  <a:pt x="858208" y="442397"/>
                </a:lnTo>
                <a:lnTo>
                  <a:pt x="859399" y="439292"/>
                </a:lnTo>
                <a:lnTo>
                  <a:pt x="859154" y="438649"/>
                </a:lnTo>
                <a:close/>
                <a:moveTo>
                  <a:pt x="839966" y="481153"/>
                </a:moveTo>
                <a:lnTo>
                  <a:pt x="838177" y="486919"/>
                </a:lnTo>
                <a:lnTo>
                  <a:pt x="839610" y="489173"/>
                </a:lnTo>
                <a:lnTo>
                  <a:pt x="842076" y="482970"/>
                </a:lnTo>
                <a:close/>
                <a:moveTo>
                  <a:pt x="870962" y="411666"/>
                </a:moveTo>
                <a:lnTo>
                  <a:pt x="870593" y="412626"/>
                </a:lnTo>
                <a:lnTo>
                  <a:pt x="874695" y="415954"/>
                </a:lnTo>
                <a:close/>
                <a:moveTo>
                  <a:pt x="825523" y="513360"/>
                </a:moveTo>
                <a:lnTo>
                  <a:pt x="826064" y="514106"/>
                </a:lnTo>
                <a:lnTo>
                  <a:pt x="826068" y="513755"/>
                </a:lnTo>
                <a:close/>
                <a:moveTo>
                  <a:pt x="840133" y="480612"/>
                </a:moveTo>
                <a:lnTo>
                  <a:pt x="840027" y="480955"/>
                </a:lnTo>
                <a:lnTo>
                  <a:pt x="842165" y="482746"/>
                </a:lnTo>
                <a:lnTo>
                  <a:pt x="842376" y="482216"/>
                </a:lnTo>
                <a:close/>
                <a:moveTo>
                  <a:pt x="833636" y="495158"/>
                </a:moveTo>
                <a:lnTo>
                  <a:pt x="833974" y="495787"/>
                </a:lnTo>
                <a:lnTo>
                  <a:pt x="835016" y="496299"/>
                </a:lnTo>
                <a:lnTo>
                  <a:pt x="835141" y="495896"/>
                </a:lnTo>
                <a:close/>
                <a:moveTo>
                  <a:pt x="849886" y="458741"/>
                </a:moveTo>
                <a:lnTo>
                  <a:pt x="849799" y="459775"/>
                </a:lnTo>
                <a:lnTo>
                  <a:pt x="850586" y="460090"/>
                </a:lnTo>
                <a:lnTo>
                  <a:pt x="849897" y="458751"/>
                </a:lnTo>
                <a:close/>
                <a:moveTo>
                  <a:pt x="876956" y="398067"/>
                </a:moveTo>
                <a:lnTo>
                  <a:pt x="876946" y="398163"/>
                </a:lnTo>
                <a:lnTo>
                  <a:pt x="877372" y="398568"/>
                </a:lnTo>
                <a:close/>
                <a:moveTo>
                  <a:pt x="840697" y="478797"/>
                </a:moveTo>
                <a:lnTo>
                  <a:pt x="840223" y="480324"/>
                </a:lnTo>
                <a:lnTo>
                  <a:pt x="840780" y="480705"/>
                </a:lnTo>
                <a:lnTo>
                  <a:pt x="842491" y="481930"/>
                </a:lnTo>
                <a:lnTo>
                  <a:pt x="842807" y="481164"/>
                </a:lnTo>
                <a:close/>
                <a:moveTo>
                  <a:pt x="812722" y="541272"/>
                </a:moveTo>
                <a:lnTo>
                  <a:pt x="812740" y="541520"/>
                </a:lnTo>
                <a:lnTo>
                  <a:pt x="813755" y="542229"/>
                </a:lnTo>
                <a:lnTo>
                  <a:pt x="813700" y="541725"/>
                </a:lnTo>
                <a:lnTo>
                  <a:pt x="813575" y="541529"/>
                </a:lnTo>
                <a:close/>
                <a:moveTo>
                  <a:pt x="851987" y="453274"/>
                </a:moveTo>
                <a:lnTo>
                  <a:pt x="851819" y="455027"/>
                </a:lnTo>
                <a:lnTo>
                  <a:pt x="852995" y="455981"/>
                </a:lnTo>
                <a:lnTo>
                  <a:pt x="853750" y="454016"/>
                </a:lnTo>
                <a:lnTo>
                  <a:pt x="854398" y="450880"/>
                </a:lnTo>
                <a:lnTo>
                  <a:pt x="854371" y="450133"/>
                </a:lnTo>
                <a:lnTo>
                  <a:pt x="854169" y="450043"/>
                </a:lnTo>
                <a:close/>
                <a:moveTo>
                  <a:pt x="891078" y="365698"/>
                </a:moveTo>
                <a:lnTo>
                  <a:pt x="893506" y="372074"/>
                </a:lnTo>
                <a:lnTo>
                  <a:pt x="893685" y="372256"/>
                </a:lnTo>
                <a:lnTo>
                  <a:pt x="894536" y="369824"/>
                </a:lnTo>
                <a:close/>
                <a:moveTo>
                  <a:pt x="327379" y="1627837"/>
                </a:moveTo>
                <a:lnTo>
                  <a:pt x="327767" y="1628029"/>
                </a:lnTo>
                <a:lnTo>
                  <a:pt x="327574" y="1627828"/>
                </a:lnTo>
                <a:close/>
                <a:moveTo>
                  <a:pt x="935135" y="266818"/>
                </a:moveTo>
                <a:lnTo>
                  <a:pt x="930715" y="277575"/>
                </a:lnTo>
                <a:lnTo>
                  <a:pt x="925060" y="291878"/>
                </a:lnTo>
                <a:lnTo>
                  <a:pt x="932190" y="307726"/>
                </a:lnTo>
                <a:lnTo>
                  <a:pt x="933201" y="310057"/>
                </a:lnTo>
                <a:lnTo>
                  <a:pt x="941032" y="297887"/>
                </a:lnTo>
                <a:lnTo>
                  <a:pt x="944540" y="283462"/>
                </a:lnTo>
                <a:lnTo>
                  <a:pt x="939402" y="271381"/>
                </a:lnTo>
                <a:close/>
                <a:moveTo>
                  <a:pt x="936278" y="264035"/>
                </a:moveTo>
                <a:lnTo>
                  <a:pt x="935710" y="265418"/>
                </a:lnTo>
                <a:lnTo>
                  <a:pt x="937829" y="267683"/>
                </a:lnTo>
                <a:close/>
                <a:moveTo>
                  <a:pt x="851163" y="454494"/>
                </a:moveTo>
                <a:lnTo>
                  <a:pt x="851504" y="454770"/>
                </a:lnTo>
                <a:lnTo>
                  <a:pt x="851590" y="453862"/>
                </a:lnTo>
                <a:close/>
                <a:moveTo>
                  <a:pt x="323744" y="1635412"/>
                </a:moveTo>
                <a:lnTo>
                  <a:pt x="324256" y="1635740"/>
                </a:lnTo>
                <a:lnTo>
                  <a:pt x="323835" y="1635255"/>
                </a:lnTo>
                <a:close/>
                <a:moveTo>
                  <a:pt x="937448" y="261188"/>
                </a:moveTo>
                <a:lnTo>
                  <a:pt x="942195" y="272349"/>
                </a:lnTo>
                <a:lnTo>
                  <a:pt x="943220" y="273444"/>
                </a:lnTo>
                <a:lnTo>
                  <a:pt x="937451" y="261181"/>
                </a:lnTo>
                <a:close/>
                <a:moveTo>
                  <a:pt x="323478" y="1635870"/>
                </a:moveTo>
                <a:lnTo>
                  <a:pt x="325288" y="1636931"/>
                </a:lnTo>
                <a:lnTo>
                  <a:pt x="325174" y="1636800"/>
                </a:lnTo>
                <a:lnTo>
                  <a:pt x="323546" y="1635754"/>
                </a:lnTo>
                <a:close/>
                <a:moveTo>
                  <a:pt x="877184" y="395913"/>
                </a:moveTo>
                <a:lnTo>
                  <a:pt x="877008" y="397583"/>
                </a:lnTo>
                <a:lnTo>
                  <a:pt x="877467" y="398120"/>
                </a:lnTo>
                <a:lnTo>
                  <a:pt x="877753" y="398463"/>
                </a:lnTo>
                <a:lnTo>
                  <a:pt x="878773" y="396830"/>
                </a:lnTo>
                <a:close/>
                <a:moveTo>
                  <a:pt x="886834" y="374207"/>
                </a:moveTo>
                <a:lnTo>
                  <a:pt x="886902" y="376122"/>
                </a:lnTo>
                <a:lnTo>
                  <a:pt x="889254" y="380048"/>
                </a:lnTo>
                <a:lnTo>
                  <a:pt x="890077" y="378729"/>
                </a:lnTo>
                <a:lnTo>
                  <a:pt x="889358" y="377016"/>
                </a:lnTo>
                <a:lnTo>
                  <a:pt x="888822" y="375871"/>
                </a:lnTo>
                <a:close/>
                <a:moveTo>
                  <a:pt x="323076" y="1636566"/>
                </a:moveTo>
                <a:lnTo>
                  <a:pt x="323816" y="1636873"/>
                </a:lnTo>
                <a:lnTo>
                  <a:pt x="323184" y="1636379"/>
                </a:lnTo>
                <a:close/>
                <a:moveTo>
                  <a:pt x="868923" y="414296"/>
                </a:moveTo>
                <a:lnTo>
                  <a:pt x="869041" y="414340"/>
                </a:lnTo>
                <a:lnTo>
                  <a:pt x="869296" y="413697"/>
                </a:lnTo>
                <a:close/>
                <a:moveTo>
                  <a:pt x="876242" y="397906"/>
                </a:moveTo>
                <a:lnTo>
                  <a:pt x="873279" y="405625"/>
                </a:lnTo>
                <a:lnTo>
                  <a:pt x="876581" y="400339"/>
                </a:lnTo>
                <a:lnTo>
                  <a:pt x="876784" y="398422"/>
                </a:lnTo>
                <a:close/>
                <a:moveTo>
                  <a:pt x="876424" y="397429"/>
                </a:moveTo>
                <a:lnTo>
                  <a:pt x="876357" y="397605"/>
                </a:lnTo>
                <a:lnTo>
                  <a:pt x="876823" y="398047"/>
                </a:lnTo>
                <a:lnTo>
                  <a:pt x="876836" y="397924"/>
                </a:lnTo>
                <a:close/>
                <a:moveTo>
                  <a:pt x="322813" y="1637020"/>
                </a:moveTo>
                <a:lnTo>
                  <a:pt x="322860" y="1637019"/>
                </a:lnTo>
                <a:lnTo>
                  <a:pt x="322822" y="1637004"/>
                </a:lnTo>
                <a:close/>
                <a:moveTo>
                  <a:pt x="812633" y="540061"/>
                </a:moveTo>
                <a:lnTo>
                  <a:pt x="812668" y="540537"/>
                </a:lnTo>
                <a:lnTo>
                  <a:pt x="813003" y="540639"/>
                </a:lnTo>
                <a:close/>
                <a:moveTo>
                  <a:pt x="877039" y="395828"/>
                </a:moveTo>
                <a:lnTo>
                  <a:pt x="876564" y="397064"/>
                </a:lnTo>
                <a:lnTo>
                  <a:pt x="876887" y="397442"/>
                </a:lnTo>
                <a:lnTo>
                  <a:pt x="877057" y="395840"/>
                </a:lnTo>
                <a:close/>
                <a:moveTo>
                  <a:pt x="336099" y="1607040"/>
                </a:moveTo>
                <a:lnTo>
                  <a:pt x="337062" y="1607249"/>
                </a:lnTo>
                <a:lnTo>
                  <a:pt x="336266" y="1606761"/>
                </a:lnTo>
                <a:close/>
                <a:moveTo>
                  <a:pt x="850111" y="456054"/>
                </a:moveTo>
                <a:lnTo>
                  <a:pt x="849956" y="457898"/>
                </a:lnTo>
                <a:lnTo>
                  <a:pt x="850154" y="458249"/>
                </a:lnTo>
                <a:lnTo>
                  <a:pt x="851105" y="458938"/>
                </a:lnTo>
                <a:lnTo>
                  <a:pt x="851338" y="456498"/>
                </a:lnTo>
                <a:lnTo>
                  <a:pt x="850876" y="455437"/>
                </a:lnTo>
                <a:lnTo>
                  <a:pt x="850643" y="455265"/>
                </a:lnTo>
                <a:close/>
                <a:moveTo>
                  <a:pt x="321978" y="1638461"/>
                </a:moveTo>
                <a:lnTo>
                  <a:pt x="326934" y="1639311"/>
                </a:lnTo>
                <a:lnTo>
                  <a:pt x="325298" y="1638033"/>
                </a:lnTo>
                <a:lnTo>
                  <a:pt x="323251" y="1637182"/>
                </a:lnTo>
                <a:lnTo>
                  <a:pt x="322720" y="1637181"/>
                </a:lnTo>
                <a:close/>
                <a:moveTo>
                  <a:pt x="878750" y="391368"/>
                </a:moveTo>
                <a:lnTo>
                  <a:pt x="877252" y="395273"/>
                </a:lnTo>
                <a:lnTo>
                  <a:pt x="877216" y="395612"/>
                </a:lnTo>
                <a:lnTo>
                  <a:pt x="878919" y="396597"/>
                </a:lnTo>
                <a:lnTo>
                  <a:pt x="880593" y="393917"/>
                </a:lnTo>
                <a:lnTo>
                  <a:pt x="880068" y="392541"/>
                </a:lnTo>
                <a:close/>
                <a:moveTo>
                  <a:pt x="879187" y="390227"/>
                </a:moveTo>
                <a:lnTo>
                  <a:pt x="878831" y="391157"/>
                </a:lnTo>
                <a:lnTo>
                  <a:pt x="879891" y="392076"/>
                </a:lnTo>
                <a:close/>
                <a:moveTo>
                  <a:pt x="887075" y="372496"/>
                </a:moveTo>
                <a:lnTo>
                  <a:pt x="886853" y="373801"/>
                </a:lnTo>
                <a:lnTo>
                  <a:pt x="888497" y="375179"/>
                </a:lnTo>
                <a:lnTo>
                  <a:pt x="888101" y="374333"/>
                </a:lnTo>
                <a:close/>
                <a:moveTo>
                  <a:pt x="326357" y="1627884"/>
                </a:moveTo>
                <a:lnTo>
                  <a:pt x="327294" y="1628882"/>
                </a:lnTo>
                <a:lnTo>
                  <a:pt x="327735" y="1628119"/>
                </a:lnTo>
                <a:lnTo>
                  <a:pt x="327184" y="1627846"/>
                </a:lnTo>
                <a:close/>
                <a:moveTo>
                  <a:pt x="880859" y="385872"/>
                </a:moveTo>
                <a:lnTo>
                  <a:pt x="880327" y="387257"/>
                </a:lnTo>
                <a:lnTo>
                  <a:pt x="882115" y="390245"/>
                </a:lnTo>
                <a:lnTo>
                  <a:pt x="882341" y="389281"/>
                </a:lnTo>
                <a:lnTo>
                  <a:pt x="882274" y="387391"/>
                </a:lnTo>
                <a:close/>
                <a:moveTo>
                  <a:pt x="824302" y="512476"/>
                </a:moveTo>
                <a:lnTo>
                  <a:pt x="825604" y="515053"/>
                </a:lnTo>
                <a:lnTo>
                  <a:pt x="826051" y="515280"/>
                </a:lnTo>
                <a:lnTo>
                  <a:pt x="826055" y="514803"/>
                </a:lnTo>
                <a:lnTo>
                  <a:pt x="824422" y="512563"/>
                </a:lnTo>
                <a:close/>
                <a:moveTo>
                  <a:pt x="822824" y="515690"/>
                </a:moveTo>
                <a:lnTo>
                  <a:pt x="822728" y="515917"/>
                </a:lnTo>
                <a:lnTo>
                  <a:pt x="822932" y="516238"/>
                </a:lnTo>
                <a:lnTo>
                  <a:pt x="825098" y="517649"/>
                </a:lnTo>
                <a:lnTo>
                  <a:pt x="824923" y="517303"/>
                </a:lnTo>
                <a:close/>
                <a:moveTo>
                  <a:pt x="279440" y="1732409"/>
                </a:moveTo>
                <a:lnTo>
                  <a:pt x="281979" y="1734525"/>
                </a:lnTo>
                <a:lnTo>
                  <a:pt x="284096" y="1735125"/>
                </a:lnTo>
                <a:lnTo>
                  <a:pt x="281515" y="1732790"/>
                </a:lnTo>
                <a:close/>
                <a:moveTo>
                  <a:pt x="882109" y="382693"/>
                </a:moveTo>
                <a:lnTo>
                  <a:pt x="881327" y="384651"/>
                </a:lnTo>
                <a:lnTo>
                  <a:pt x="880945" y="385646"/>
                </a:lnTo>
                <a:lnTo>
                  <a:pt x="882260" y="386997"/>
                </a:lnTo>
                <a:close/>
                <a:moveTo>
                  <a:pt x="824751" y="511113"/>
                </a:moveTo>
                <a:lnTo>
                  <a:pt x="824503" y="511701"/>
                </a:lnTo>
                <a:lnTo>
                  <a:pt x="826079" y="512842"/>
                </a:lnTo>
                <a:lnTo>
                  <a:pt x="826081" y="512685"/>
                </a:lnTo>
                <a:close/>
                <a:moveTo>
                  <a:pt x="852372" y="449240"/>
                </a:moveTo>
                <a:lnTo>
                  <a:pt x="852146" y="451610"/>
                </a:lnTo>
                <a:lnTo>
                  <a:pt x="853513" y="449750"/>
                </a:lnTo>
                <a:close/>
                <a:moveTo>
                  <a:pt x="844229" y="467413"/>
                </a:moveTo>
                <a:lnTo>
                  <a:pt x="842022" y="474525"/>
                </a:lnTo>
                <a:lnTo>
                  <a:pt x="842756" y="475332"/>
                </a:lnTo>
                <a:lnTo>
                  <a:pt x="843421" y="475716"/>
                </a:lnTo>
                <a:lnTo>
                  <a:pt x="843891" y="470122"/>
                </a:lnTo>
                <a:lnTo>
                  <a:pt x="844373" y="467788"/>
                </a:lnTo>
                <a:close/>
                <a:moveTo>
                  <a:pt x="887407" y="370555"/>
                </a:moveTo>
                <a:lnTo>
                  <a:pt x="887224" y="371624"/>
                </a:lnTo>
                <a:lnTo>
                  <a:pt x="889836" y="376300"/>
                </a:lnTo>
                <a:lnTo>
                  <a:pt x="890991" y="377266"/>
                </a:lnTo>
                <a:lnTo>
                  <a:pt x="892378" y="375046"/>
                </a:lnTo>
                <a:close/>
                <a:moveTo>
                  <a:pt x="832593" y="493222"/>
                </a:moveTo>
                <a:lnTo>
                  <a:pt x="833414" y="494747"/>
                </a:lnTo>
                <a:lnTo>
                  <a:pt x="834861" y="495432"/>
                </a:lnTo>
                <a:close/>
                <a:moveTo>
                  <a:pt x="831657" y="495218"/>
                </a:moveTo>
                <a:lnTo>
                  <a:pt x="832650" y="496667"/>
                </a:lnTo>
                <a:lnTo>
                  <a:pt x="834523" y="497888"/>
                </a:lnTo>
                <a:lnTo>
                  <a:pt x="834569" y="497739"/>
                </a:lnTo>
                <a:lnTo>
                  <a:pt x="833771" y="496256"/>
                </a:lnTo>
                <a:close/>
                <a:moveTo>
                  <a:pt x="828512" y="502183"/>
                </a:moveTo>
                <a:lnTo>
                  <a:pt x="828479" y="502260"/>
                </a:lnTo>
                <a:lnTo>
                  <a:pt x="832082" y="505755"/>
                </a:lnTo>
                <a:lnTo>
                  <a:pt x="832177" y="505448"/>
                </a:lnTo>
                <a:close/>
                <a:moveTo>
                  <a:pt x="829110" y="500763"/>
                </a:moveTo>
                <a:lnTo>
                  <a:pt x="828723" y="501682"/>
                </a:lnTo>
                <a:lnTo>
                  <a:pt x="832344" y="504911"/>
                </a:lnTo>
                <a:lnTo>
                  <a:pt x="832585" y="504135"/>
                </a:lnTo>
                <a:close/>
                <a:moveTo>
                  <a:pt x="831840" y="494278"/>
                </a:moveTo>
                <a:lnTo>
                  <a:pt x="831668" y="494686"/>
                </a:lnTo>
                <a:lnTo>
                  <a:pt x="833332" y="495473"/>
                </a:lnTo>
                <a:lnTo>
                  <a:pt x="833357" y="495485"/>
                </a:lnTo>
                <a:lnTo>
                  <a:pt x="833020" y="494856"/>
                </a:lnTo>
                <a:close/>
                <a:moveTo>
                  <a:pt x="864048" y="422131"/>
                </a:moveTo>
                <a:lnTo>
                  <a:pt x="864531" y="423387"/>
                </a:lnTo>
                <a:lnTo>
                  <a:pt x="865198" y="424179"/>
                </a:lnTo>
                <a:lnTo>
                  <a:pt x="867318" y="418654"/>
                </a:lnTo>
                <a:lnTo>
                  <a:pt x="868926" y="414627"/>
                </a:lnTo>
                <a:lnTo>
                  <a:pt x="868758" y="414561"/>
                </a:lnTo>
                <a:lnTo>
                  <a:pt x="864241" y="421791"/>
                </a:lnTo>
                <a:close/>
                <a:moveTo>
                  <a:pt x="832222" y="493373"/>
                </a:moveTo>
                <a:lnTo>
                  <a:pt x="831937" y="494049"/>
                </a:lnTo>
                <a:lnTo>
                  <a:pt x="832805" y="494460"/>
                </a:lnTo>
                <a:close/>
                <a:moveTo>
                  <a:pt x="331075" y="1615409"/>
                </a:moveTo>
                <a:lnTo>
                  <a:pt x="334235" y="1615994"/>
                </a:lnTo>
                <a:lnTo>
                  <a:pt x="331833" y="1614147"/>
                </a:lnTo>
                <a:close/>
                <a:moveTo>
                  <a:pt x="822357" y="515331"/>
                </a:moveTo>
                <a:lnTo>
                  <a:pt x="822397" y="515394"/>
                </a:lnTo>
                <a:lnTo>
                  <a:pt x="822407" y="515370"/>
                </a:lnTo>
                <a:close/>
                <a:moveTo>
                  <a:pt x="319783" y="1640681"/>
                </a:moveTo>
                <a:lnTo>
                  <a:pt x="325383" y="1645428"/>
                </a:lnTo>
                <a:lnTo>
                  <a:pt x="330622" y="1648907"/>
                </a:lnTo>
                <a:lnTo>
                  <a:pt x="334833" y="1649032"/>
                </a:lnTo>
                <a:lnTo>
                  <a:pt x="335686" y="1648951"/>
                </a:lnTo>
                <a:lnTo>
                  <a:pt x="335528" y="1648749"/>
                </a:lnTo>
                <a:lnTo>
                  <a:pt x="329585" y="1641890"/>
                </a:lnTo>
                <a:close/>
                <a:moveTo>
                  <a:pt x="328318" y="1621473"/>
                </a:moveTo>
                <a:lnTo>
                  <a:pt x="330747" y="1622920"/>
                </a:lnTo>
                <a:lnTo>
                  <a:pt x="331269" y="1622019"/>
                </a:lnTo>
                <a:close/>
                <a:moveTo>
                  <a:pt x="834569" y="487798"/>
                </a:moveTo>
                <a:lnTo>
                  <a:pt x="832581" y="492516"/>
                </a:lnTo>
                <a:lnTo>
                  <a:pt x="835351" y="495218"/>
                </a:lnTo>
                <a:lnTo>
                  <a:pt x="836715" y="490821"/>
                </a:lnTo>
                <a:lnTo>
                  <a:pt x="836230" y="489917"/>
                </a:lnTo>
                <a:close/>
                <a:moveTo>
                  <a:pt x="834798" y="487255"/>
                </a:moveTo>
                <a:lnTo>
                  <a:pt x="834705" y="487473"/>
                </a:lnTo>
                <a:lnTo>
                  <a:pt x="835373" y="488325"/>
                </a:lnTo>
                <a:close/>
                <a:moveTo>
                  <a:pt x="325737" y="1627129"/>
                </a:moveTo>
                <a:lnTo>
                  <a:pt x="326174" y="1627688"/>
                </a:lnTo>
                <a:lnTo>
                  <a:pt x="326200" y="1627716"/>
                </a:lnTo>
                <a:lnTo>
                  <a:pt x="326861" y="1627685"/>
                </a:lnTo>
                <a:close/>
                <a:moveTo>
                  <a:pt x="835157" y="486402"/>
                </a:moveTo>
                <a:lnTo>
                  <a:pt x="834947" y="486902"/>
                </a:lnTo>
                <a:lnTo>
                  <a:pt x="836454" y="489705"/>
                </a:lnTo>
                <a:lnTo>
                  <a:pt x="836889" y="490261"/>
                </a:lnTo>
                <a:lnTo>
                  <a:pt x="837212" y="489219"/>
                </a:lnTo>
                <a:close/>
                <a:moveTo>
                  <a:pt x="835747" y="485001"/>
                </a:moveTo>
                <a:lnTo>
                  <a:pt x="835429" y="485755"/>
                </a:lnTo>
                <a:lnTo>
                  <a:pt x="837431" y="488514"/>
                </a:lnTo>
                <a:lnTo>
                  <a:pt x="837611" y="487933"/>
                </a:lnTo>
                <a:close/>
                <a:moveTo>
                  <a:pt x="888200" y="367436"/>
                </a:moveTo>
                <a:lnTo>
                  <a:pt x="887941" y="368087"/>
                </a:lnTo>
                <a:lnTo>
                  <a:pt x="893414" y="373031"/>
                </a:lnTo>
                <a:lnTo>
                  <a:pt x="893443" y="372950"/>
                </a:lnTo>
                <a:lnTo>
                  <a:pt x="893323" y="372635"/>
                </a:lnTo>
                <a:close/>
                <a:moveTo>
                  <a:pt x="290854" y="1704980"/>
                </a:moveTo>
                <a:lnTo>
                  <a:pt x="298054" y="1708498"/>
                </a:lnTo>
                <a:lnTo>
                  <a:pt x="299981" y="1708588"/>
                </a:lnTo>
                <a:lnTo>
                  <a:pt x="300359" y="1708578"/>
                </a:lnTo>
                <a:close/>
                <a:moveTo>
                  <a:pt x="861233" y="427759"/>
                </a:moveTo>
                <a:lnTo>
                  <a:pt x="861075" y="428520"/>
                </a:lnTo>
                <a:lnTo>
                  <a:pt x="861384" y="429331"/>
                </a:lnTo>
                <a:lnTo>
                  <a:pt x="861495" y="429516"/>
                </a:lnTo>
                <a:lnTo>
                  <a:pt x="862728" y="430614"/>
                </a:lnTo>
                <a:lnTo>
                  <a:pt x="863078" y="429705"/>
                </a:lnTo>
                <a:close/>
                <a:moveTo>
                  <a:pt x="838060" y="479510"/>
                </a:moveTo>
                <a:lnTo>
                  <a:pt x="836229" y="483855"/>
                </a:lnTo>
                <a:lnTo>
                  <a:pt x="838008" y="486653"/>
                </a:lnTo>
                <a:lnTo>
                  <a:pt x="839768" y="480981"/>
                </a:lnTo>
                <a:close/>
                <a:moveTo>
                  <a:pt x="838184" y="479215"/>
                </a:moveTo>
                <a:lnTo>
                  <a:pt x="838123" y="479359"/>
                </a:lnTo>
                <a:lnTo>
                  <a:pt x="839828" y="480787"/>
                </a:lnTo>
                <a:lnTo>
                  <a:pt x="839929" y="480464"/>
                </a:lnTo>
                <a:close/>
                <a:moveTo>
                  <a:pt x="813033" y="535513"/>
                </a:moveTo>
                <a:lnTo>
                  <a:pt x="812992" y="535618"/>
                </a:lnTo>
                <a:lnTo>
                  <a:pt x="813372" y="536208"/>
                </a:lnTo>
                <a:lnTo>
                  <a:pt x="813537" y="536339"/>
                </a:lnTo>
                <a:lnTo>
                  <a:pt x="813544" y="535789"/>
                </a:lnTo>
                <a:close/>
                <a:moveTo>
                  <a:pt x="838867" y="477590"/>
                </a:moveTo>
                <a:lnTo>
                  <a:pt x="838277" y="478995"/>
                </a:lnTo>
                <a:lnTo>
                  <a:pt x="840016" y="480183"/>
                </a:lnTo>
                <a:lnTo>
                  <a:pt x="840493" y="478645"/>
                </a:lnTo>
                <a:close/>
                <a:moveTo>
                  <a:pt x="877758" y="390485"/>
                </a:moveTo>
                <a:lnTo>
                  <a:pt x="877468" y="393231"/>
                </a:lnTo>
                <a:lnTo>
                  <a:pt x="878352" y="391014"/>
                </a:lnTo>
                <a:close/>
                <a:moveTo>
                  <a:pt x="862058" y="425621"/>
                </a:moveTo>
                <a:lnTo>
                  <a:pt x="863897" y="427568"/>
                </a:lnTo>
                <a:lnTo>
                  <a:pt x="864339" y="426417"/>
                </a:lnTo>
                <a:lnTo>
                  <a:pt x="863237" y="423554"/>
                </a:lnTo>
                <a:close/>
                <a:moveTo>
                  <a:pt x="889599" y="363934"/>
                </a:moveTo>
                <a:lnTo>
                  <a:pt x="888413" y="366904"/>
                </a:lnTo>
                <a:lnTo>
                  <a:pt x="892860" y="371418"/>
                </a:lnTo>
                <a:lnTo>
                  <a:pt x="890351" y="364830"/>
                </a:lnTo>
                <a:close/>
                <a:moveTo>
                  <a:pt x="889809" y="363407"/>
                </a:moveTo>
                <a:lnTo>
                  <a:pt x="889667" y="363762"/>
                </a:lnTo>
                <a:lnTo>
                  <a:pt x="890176" y="364370"/>
                </a:lnTo>
                <a:close/>
                <a:moveTo>
                  <a:pt x="890027" y="362861"/>
                </a:moveTo>
                <a:lnTo>
                  <a:pt x="890012" y="362898"/>
                </a:lnTo>
                <a:lnTo>
                  <a:pt x="890902" y="365236"/>
                </a:lnTo>
                <a:lnTo>
                  <a:pt x="894598" y="369647"/>
                </a:lnTo>
                <a:lnTo>
                  <a:pt x="895774" y="366285"/>
                </a:lnTo>
                <a:close/>
                <a:moveTo>
                  <a:pt x="861679" y="426285"/>
                </a:moveTo>
                <a:lnTo>
                  <a:pt x="862813" y="427317"/>
                </a:lnTo>
                <a:lnTo>
                  <a:pt x="861739" y="426178"/>
                </a:lnTo>
                <a:close/>
                <a:moveTo>
                  <a:pt x="341487" y="1591012"/>
                </a:moveTo>
                <a:lnTo>
                  <a:pt x="343734" y="1593357"/>
                </a:lnTo>
                <a:lnTo>
                  <a:pt x="344100" y="1592748"/>
                </a:lnTo>
                <a:close/>
                <a:moveTo>
                  <a:pt x="843734" y="466123"/>
                </a:moveTo>
                <a:lnTo>
                  <a:pt x="842704" y="468481"/>
                </a:lnTo>
                <a:lnTo>
                  <a:pt x="840748" y="473125"/>
                </a:lnTo>
                <a:lnTo>
                  <a:pt x="841835" y="474319"/>
                </a:lnTo>
                <a:lnTo>
                  <a:pt x="842979" y="470632"/>
                </a:lnTo>
                <a:lnTo>
                  <a:pt x="844118" y="467126"/>
                </a:lnTo>
                <a:close/>
                <a:moveTo>
                  <a:pt x="851318" y="448770"/>
                </a:moveTo>
                <a:lnTo>
                  <a:pt x="850831" y="449885"/>
                </a:lnTo>
                <a:lnTo>
                  <a:pt x="850489" y="451540"/>
                </a:lnTo>
                <a:lnTo>
                  <a:pt x="850331" y="453422"/>
                </a:lnTo>
                <a:lnTo>
                  <a:pt x="850537" y="453896"/>
                </a:lnTo>
                <a:lnTo>
                  <a:pt x="851351" y="452692"/>
                </a:lnTo>
                <a:lnTo>
                  <a:pt x="851755" y="452143"/>
                </a:lnTo>
                <a:lnTo>
                  <a:pt x="852045" y="449095"/>
                </a:lnTo>
                <a:close/>
                <a:moveTo>
                  <a:pt x="892956" y="355525"/>
                </a:moveTo>
                <a:lnTo>
                  <a:pt x="890176" y="362487"/>
                </a:lnTo>
                <a:lnTo>
                  <a:pt x="895937" y="365817"/>
                </a:lnTo>
                <a:lnTo>
                  <a:pt x="898218" y="359298"/>
                </a:lnTo>
                <a:close/>
                <a:moveTo>
                  <a:pt x="852289" y="446548"/>
                </a:moveTo>
                <a:lnTo>
                  <a:pt x="852190" y="446775"/>
                </a:lnTo>
                <a:lnTo>
                  <a:pt x="852264" y="446809"/>
                </a:lnTo>
                <a:close/>
                <a:moveTo>
                  <a:pt x="321881" y="1634213"/>
                </a:moveTo>
                <a:lnTo>
                  <a:pt x="323575" y="1635302"/>
                </a:lnTo>
                <a:lnTo>
                  <a:pt x="323696" y="1635094"/>
                </a:lnTo>
                <a:lnTo>
                  <a:pt x="323449" y="1634809"/>
                </a:lnTo>
                <a:lnTo>
                  <a:pt x="322430" y="1634312"/>
                </a:lnTo>
                <a:close/>
                <a:moveTo>
                  <a:pt x="901015" y="337301"/>
                </a:moveTo>
                <a:lnTo>
                  <a:pt x="904089" y="343867"/>
                </a:lnTo>
                <a:lnTo>
                  <a:pt x="905016" y="341522"/>
                </a:lnTo>
                <a:close/>
                <a:moveTo>
                  <a:pt x="857567" y="434484"/>
                </a:moveTo>
                <a:lnTo>
                  <a:pt x="857599" y="435379"/>
                </a:lnTo>
                <a:lnTo>
                  <a:pt x="857708" y="434852"/>
                </a:lnTo>
                <a:close/>
                <a:moveTo>
                  <a:pt x="298465" y="1686410"/>
                </a:moveTo>
                <a:lnTo>
                  <a:pt x="313510" y="1698004"/>
                </a:lnTo>
                <a:lnTo>
                  <a:pt x="314700" y="1698509"/>
                </a:lnTo>
                <a:lnTo>
                  <a:pt x="314905" y="1698510"/>
                </a:lnTo>
                <a:lnTo>
                  <a:pt x="306479" y="1687720"/>
                </a:lnTo>
                <a:lnTo>
                  <a:pt x="304937" y="1686983"/>
                </a:lnTo>
                <a:close/>
                <a:moveTo>
                  <a:pt x="828248" y="499927"/>
                </a:moveTo>
                <a:lnTo>
                  <a:pt x="828233" y="501246"/>
                </a:lnTo>
                <a:lnTo>
                  <a:pt x="828321" y="501324"/>
                </a:lnTo>
                <a:lnTo>
                  <a:pt x="828717" y="500383"/>
                </a:lnTo>
                <a:close/>
                <a:moveTo>
                  <a:pt x="851083" y="448665"/>
                </a:moveTo>
                <a:lnTo>
                  <a:pt x="851056" y="448800"/>
                </a:lnTo>
                <a:lnTo>
                  <a:pt x="851110" y="448676"/>
                </a:lnTo>
                <a:close/>
                <a:moveTo>
                  <a:pt x="326728" y="1622649"/>
                </a:moveTo>
                <a:lnTo>
                  <a:pt x="329329" y="1625367"/>
                </a:lnTo>
                <a:lnTo>
                  <a:pt x="330469" y="1623401"/>
                </a:lnTo>
                <a:lnTo>
                  <a:pt x="327382" y="1621561"/>
                </a:lnTo>
                <a:close/>
                <a:moveTo>
                  <a:pt x="878021" y="387994"/>
                </a:moveTo>
                <a:lnTo>
                  <a:pt x="877783" y="390248"/>
                </a:lnTo>
                <a:lnTo>
                  <a:pt x="878433" y="390812"/>
                </a:lnTo>
                <a:lnTo>
                  <a:pt x="878899" y="389646"/>
                </a:lnTo>
                <a:close/>
                <a:moveTo>
                  <a:pt x="830594" y="493668"/>
                </a:moveTo>
                <a:lnTo>
                  <a:pt x="831110" y="494420"/>
                </a:lnTo>
                <a:lnTo>
                  <a:pt x="831208" y="494467"/>
                </a:lnTo>
                <a:lnTo>
                  <a:pt x="831383" y="494054"/>
                </a:lnTo>
                <a:close/>
                <a:moveTo>
                  <a:pt x="888894" y="363093"/>
                </a:moveTo>
                <a:lnTo>
                  <a:pt x="888108" y="366441"/>
                </a:lnTo>
                <a:lnTo>
                  <a:pt x="888086" y="366572"/>
                </a:lnTo>
                <a:lnTo>
                  <a:pt x="888103" y="366590"/>
                </a:lnTo>
                <a:lnTo>
                  <a:pt x="889304" y="363582"/>
                </a:lnTo>
                <a:close/>
                <a:moveTo>
                  <a:pt x="862414" y="422039"/>
                </a:moveTo>
                <a:lnTo>
                  <a:pt x="862109" y="423510"/>
                </a:lnTo>
                <a:lnTo>
                  <a:pt x="862762" y="422465"/>
                </a:lnTo>
                <a:close/>
                <a:moveTo>
                  <a:pt x="324777" y="1625900"/>
                </a:moveTo>
                <a:lnTo>
                  <a:pt x="325602" y="1626956"/>
                </a:lnTo>
                <a:lnTo>
                  <a:pt x="327056" y="1627677"/>
                </a:lnTo>
                <a:lnTo>
                  <a:pt x="327414" y="1627660"/>
                </a:lnTo>
                <a:lnTo>
                  <a:pt x="325144" y="1625288"/>
                </a:lnTo>
                <a:close/>
                <a:moveTo>
                  <a:pt x="889081" y="362299"/>
                </a:moveTo>
                <a:lnTo>
                  <a:pt x="888941" y="362897"/>
                </a:lnTo>
                <a:lnTo>
                  <a:pt x="889372" y="363412"/>
                </a:lnTo>
                <a:lnTo>
                  <a:pt x="889596" y="362849"/>
                </a:lnTo>
                <a:lnTo>
                  <a:pt x="889476" y="362533"/>
                </a:lnTo>
                <a:close/>
                <a:moveTo>
                  <a:pt x="822229" y="511969"/>
                </a:moveTo>
                <a:lnTo>
                  <a:pt x="822017" y="512860"/>
                </a:lnTo>
                <a:lnTo>
                  <a:pt x="823096" y="513689"/>
                </a:lnTo>
                <a:close/>
                <a:moveTo>
                  <a:pt x="889198" y="361801"/>
                </a:moveTo>
                <a:lnTo>
                  <a:pt x="889173" y="361908"/>
                </a:lnTo>
                <a:lnTo>
                  <a:pt x="889258" y="361957"/>
                </a:lnTo>
                <a:close/>
                <a:moveTo>
                  <a:pt x="823253" y="509343"/>
                </a:moveTo>
                <a:lnTo>
                  <a:pt x="823023" y="509915"/>
                </a:lnTo>
                <a:lnTo>
                  <a:pt x="824086" y="511381"/>
                </a:lnTo>
                <a:lnTo>
                  <a:pt x="824383" y="510678"/>
                </a:lnTo>
                <a:close/>
                <a:moveTo>
                  <a:pt x="320837" y="1634021"/>
                </a:moveTo>
                <a:lnTo>
                  <a:pt x="322379" y="1635227"/>
                </a:lnTo>
                <a:lnTo>
                  <a:pt x="323304" y="1635769"/>
                </a:lnTo>
                <a:lnTo>
                  <a:pt x="323376" y="1635645"/>
                </a:lnTo>
                <a:lnTo>
                  <a:pt x="320854" y="1634024"/>
                </a:lnTo>
                <a:close/>
                <a:moveTo>
                  <a:pt x="853102" y="441602"/>
                </a:moveTo>
                <a:lnTo>
                  <a:pt x="852754" y="445238"/>
                </a:lnTo>
                <a:lnTo>
                  <a:pt x="852894" y="445163"/>
                </a:lnTo>
                <a:lnTo>
                  <a:pt x="852725" y="445550"/>
                </a:lnTo>
                <a:lnTo>
                  <a:pt x="852590" y="446956"/>
                </a:lnTo>
                <a:lnTo>
                  <a:pt x="854286" y="447712"/>
                </a:lnTo>
                <a:lnTo>
                  <a:pt x="854106" y="442601"/>
                </a:lnTo>
                <a:close/>
                <a:moveTo>
                  <a:pt x="320766" y="1633498"/>
                </a:moveTo>
                <a:lnTo>
                  <a:pt x="321170" y="1633758"/>
                </a:lnTo>
                <a:lnTo>
                  <a:pt x="321377" y="1633796"/>
                </a:lnTo>
                <a:close/>
                <a:moveTo>
                  <a:pt x="822939" y="508972"/>
                </a:moveTo>
                <a:lnTo>
                  <a:pt x="822809" y="509520"/>
                </a:lnTo>
                <a:lnTo>
                  <a:pt x="822937" y="509773"/>
                </a:lnTo>
                <a:lnTo>
                  <a:pt x="823156" y="509227"/>
                </a:lnTo>
                <a:close/>
                <a:moveTo>
                  <a:pt x="853268" y="441029"/>
                </a:moveTo>
                <a:lnTo>
                  <a:pt x="854079" y="441840"/>
                </a:lnTo>
                <a:lnTo>
                  <a:pt x="854005" y="439738"/>
                </a:lnTo>
                <a:close/>
                <a:moveTo>
                  <a:pt x="839506" y="471758"/>
                </a:moveTo>
                <a:lnTo>
                  <a:pt x="840530" y="472884"/>
                </a:lnTo>
                <a:lnTo>
                  <a:pt x="843618" y="465819"/>
                </a:lnTo>
                <a:lnTo>
                  <a:pt x="843581" y="465723"/>
                </a:lnTo>
                <a:close/>
                <a:moveTo>
                  <a:pt x="836595" y="478077"/>
                </a:moveTo>
                <a:lnTo>
                  <a:pt x="837814" y="479099"/>
                </a:lnTo>
                <a:lnTo>
                  <a:pt x="837864" y="478985"/>
                </a:lnTo>
                <a:close/>
                <a:moveTo>
                  <a:pt x="852315" y="442701"/>
                </a:moveTo>
                <a:lnTo>
                  <a:pt x="851534" y="446483"/>
                </a:lnTo>
                <a:lnTo>
                  <a:pt x="851981" y="446681"/>
                </a:lnTo>
                <a:lnTo>
                  <a:pt x="852358" y="445819"/>
                </a:lnTo>
                <a:lnTo>
                  <a:pt x="852725" y="441983"/>
                </a:lnTo>
                <a:close/>
                <a:moveTo>
                  <a:pt x="874015" y="394082"/>
                </a:moveTo>
                <a:lnTo>
                  <a:pt x="876137" y="396563"/>
                </a:lnTo>
                <a:lnTo>
                  <a:pt x="876544" y="395543"/>
                </a:lnTo>
                <a:close/>
                <a:moveTo>
                  <a:pt x="886537" y="365747"/>
                </a:moveTo>
                <a:lnTo>
                  <a:pt x="886575" y="366852"/>
                </a:lnTo>
                <a:lnTo>
                  <a:pt x="886994" y="367230"/>
                </a:lnTo>
                <a:lnTo>
                  <a:pt x="887172" y="366391"/>
                </a:lnTo>
                <a:close/>
                <a:moveTo>
                  <a:pt x="319408" y="1635042"/>
                </a:moveTo>
                <a:lnTo>
                  <a:pt x="322888" y="1636488"/>
                </a:lnTo>
                <a:lnTo>
                  <a:pt x="323024" y="1636253"/>
                </a:lnTo>
                <a:lnTo>
                  <a:pt x="321463" y="1635033"/>
                </a:lnTo>
                <a:lnTo>
                  <a:pt x="319934" y="1634138"/>
                </a:lnTo>
                <a:close/>
                <a:moveTo>
                  <a:pt x="296969" y="1685257"/>
                </a:moveTo>
                <a:lnTo>
                  <a:pt x="298321" y="1686299"/>
                </a:lnTo>
                <a:lnTo>
                  <a:pt x="298477" y="1686313"/>
                </a:lnTo>
                <a:lnTo>
                  <a:pt x="304476" y="1686763"/>
                </a:lnTo>
                <a:lnTo>
                  <a:pt x="302537" y="1685836"/>
                </a:lnTo>
                <a:close/>
                <a:moveTo>
                  <a:pt x="833329" y="483895"/>
                </a:moveTo>
                <a:lnTo>
                  <a:pt x="834647" y="486345"/>
                </a:lnTo>
                <a:lnTo>
                  <a:pt x="834823" y="485943"/>
                </a:lnTo>
                <a:close/>
                <a:moveTo>
                  <a:pt x="318267" y="1637004"/>
                </a:moveTo>
                <a:lnTo>
                  <a:pt x="322580" y="1637019"/>
                </a:lnTo>
                <a:lnTo>
                  <a:pt x="322634" y="1636926"/>
                </a:lnTo>
                <a:lnTo>
                  <a:pt x="319154" y="1635480"/>
                </a:lnTo>
                <a:close/>
                <a:moveTo>
                  <a:pt x="887815" y="361555"/>
                </a:moveTo>
                <a:lnTo>
                  <a:pt x="888121" y="361919"/>
                </a:lnTo>
                <a:lnTo>
                  <a:pt x="888156" y="361751"/>
                </a:lnTo>
                <a:close/>
                <a:moveTo>
                  <a:pt x="317834" y="1637749"/>
                </a:moveTo>
                <a:lnTo>
                  <a:pt x="321766" y="1638424"/>
                </a:lnTo>
                <a:lnTo>
                  <a:pt x="322487" y="1637180"/>
                </a:lnTo>
                <a:lnTo>
                  <a:pt x="318174" y="1637165"/>
                </a:lnTo>
                <a:close/>
                <a:moveTo>
                  <a:pt x="285752" y="1709407"/>
                </a:moveTo>
                <a:lnTo>
                  <a:pt x="297214" y="1714352"/>
                </a:lnTo>
                <a:lnTo>
                  <a:pt x="321545" y="1724460"/>
                </a:lnTo>
                <a:lnTo>
                  <a:pt x="330970" y="1726213"/>
                </a:lnTo>
                <a:lnTo>
                  <a:pt x="328257" y="1724092"/>
                </a:lnTo>
                <a:lnTo>
                  <a:pt x="299875" y="1710227"/>
                </a:lnTo>
                <a:close/>
                <a:moveTo>
                  <a:pt x="891002" y="354123"/>
                </a:moveTo>
                <a:lnTo>
                  <a:pt x="889350" y="361157"/>
                </a:lnTo>
                <a:lnTo>
                  <a:pt x="889766" y="362251"/>
                </a:lnTo>
                <a:lnTo>
                  <a:pt x="889822" y="362283"/>
                </a:lnTo>
                <a:lnTo>
                  <a:pt x="892617" y="355281"/>
                </a:lnTo>
                <a:close/>
                <a:moveTo>
                  <a:pt x="317335" y="1638607"/>
                </a:moveTo>
                <a:lnTo>
                  <a:pt x="319519" y="1640458"/>
                </a:lnTo>
                <a:lnTo>
                  <a:pt x="329399" y="1641675"/>
                </a:lnTo>
                <a:lnTo>
                  <a:pt x="328229" y="1640325"/>
                </a:lnTo>
                <a:lnTo>
                  <a:pt x="327723" y="1639930"/>
                </a:lnTo>
                <a:lnTo>
                  <a:pt x="321769" y="1638823"/>
                </a:lnTo>
                <a:lnTo>
                  <a:pt x="321227" y="1639758"/>
                </a:lnTo>
                <a:lnTo>
                  <a:pt x="321159" y="1639473"/>
                </a:lnTo>
                <a:lnTo>
                  <a:pt x="321558" y="1638784"/>
                </a:lnTo>
                <a:lnTo>
                  <a:pt x="317654" y="1638059"/>
                </a:lnTo>
                <a:close/>
                <a:moveTo>
                  <a:pt x="846902" y="452506"/>
                </a:moveTo>
                <a:lnTo>
                  <a:pt x="847361" y="453317"/>
                </a:lnTo>
                <a:lnTo>
                  <a:pt x="847446" y="452908"/>
                </a:lnTo>
                <a:close/>
                <a:moveTo>
                  <a:pt x="847352" y="451403"/>
                </a:moveTo>
                <a:lnTo>
                  <a:pt x="847699" y="451683"/>
                </a:lnTo>
                <a:lnTo>
                  <a:pt x="847987" y="450290"/>
                </a:lnTo>
                <a:close/>
                <a:moveTo>
                  <a:pt x="835775" y="477286"/>
                </a:moveTo>
                <a:lnTo>
                  <a:pt x="837955" y="478775"/>
                </a:lnTo>
                <a:lnTo>
                  <a:pt x="838560" y="477391"/>
                </a:lnTo>
                <a:lnTo>
                  <a:pt x="836574" y="476103"/>
                </a:lnTo>
                <a:close/>
                <a:moveTo>
                  <a:pt x="847110" y="451827"/>
                </a:moveTo>
                <a:lnTo>
                  <a:pt x="847335" y="451994"/>
                </a:lnTo>
                <a:lnTo>
                  <a:pt x="847119" y="451812"/>
                </a:lnTo>
                <a:close/>
                <a:moveTo>
                  <a:pt x="325017" y="1620861"/>
                </a:moveTo>
                <a:lnTo>
                  <a:pt x="326499" y="1622409"/>
                </a:lnTo>
                <a:lnTo>
                  <a:pt x="327093" y="1621388"/>
                </a:lnTo>
                <a:lnTo>
                  <a:pt x="326746" y="1621181"/>
                </a:lnTo>
                <a:close/>
                <a:moveTo>
                  <a:pt x="351045" y="1562349"/>
                </a:moveTo>
                <a:lnTo>
                  <a:pt x="351316" y="1562683"/>
                </a:lnTo>
                <a:lnTo>
                  <a:pt x="352873" y="1564214"/>
                </a:lnTo>
                <a:lnTo>
                  <a:pt x="352933" y="1563656"/>
                </a:lnTo>
                <a:lnTo>
                  <a:pt x="352402" y="1562746"/>
                </a:lnTo>
                <a:close/>
                <a:moveTo>
                  <a:pt x="828323" y="493585"/>
                </a:moveTo>
                <a:lnTo>
                  <a:pt x="828320" y="493844"/>
                </a:lnTo>
                <a:lnTo>
                  <a:pt x="829281" y="494471"/>
                </a:lnTo>
                <a:lnTo>
                  <a:pt x="829116" y="494155"/>
                </a:lnTo>
                <a:lnTo>
                  <a:pt x="828929" y="493882"/>
                </a:lnTo>
                <a:close/>
                <a:moveTo>
                  <a:pt x="821929" y="507778"/>
                </a:moveTo>
                <a:lnTo>
                  <a:pt x="822599" y="509105"/>
                </a:lnTo>
                <a:lnTo>
                  <a:pt x="822698" y="508687"/>
                </a:lnTo>
                <a:close/>
                <a:moveTo>
                  <a:pt x="864322" y="412807"/>
                </a:moveTo>
                <a:lnTo>
                  <a:pt x="862972" y="419337"/>
                </a:lnTo>
                <a:lnTo>
                  <a:pt x="863637" y="421065"/>
                </a:lnTo>
                <a:lnTo>
                  <a:pt x="867909" y="414224"/>
                </a:lnTo>
                <a:lnTo>
                  <a:pt x="864885" y="413023"/>
                </a:lnTo>
                <a:close/>
                <a:moveTo>
                  <a:pt x="845438" y="454758"/>
                </a:moveTo>
                <a:lnTo>
                  <a:pt x="845591" y="454942"/>
                </a:lnTo>
                <a:lnTo>
                  <a:pt x="846839" y="455847"/>
                </a:lnTo>
                <a:lnTo>
                  <a:pt x="847242" y="453898"/>
                </a:lnTo>
                <a:lnTo>
                  <a:pt x="846588" y="452743"/>
                </a:lnTo>
                <a:close/>
                <a:moveTo>
                  <a:pt x="853608" y="436446"/>
                </a:moveTo>
                <a:lnTo>
                  <a:pt x="853583" y="436567"/>
                </a:lnTo>
                <a:lnTo>
                  <a:pt x="853515" y="437271"/>
                </a:lnTo>
                <a:lnTo>
                  <a:pt x="853896" y="436660"/>
                </a:lnTo>
                <a:lnTo>
                  <a:pt x="853893" y="436558"/>
                </a:lnTo>
                <a:close/>
                <a:moveTo>
                  <a:pt x="828331" y="493010"/>
                </a:moveTo>
                <a:lnTo>
                  <a:pt x="828329" y="493105"/>
                </a:lnTo>
                <a:lnTo>
                  <a:pt x="828427" y="493150"/>
                </a:lnTo>
                <a:close/>
                <a:moveTo>
                  <a:pt x="844767" y="455934"/>
                </a:moveTo>
                <a:lnTo>
                  <a:pt x="845994" y="458256"/>
                </a:lnTo>
                <a:lnTo>
                  <a:pt x="846315" y="458384"/>
                </a:lnTo>
                <a:lnTo>
                  <a:pt x="846681" y="456610"/>
                </a:lnTo>
                <a:lnTo>
                  <a:pt x="846280" y="456127"/>
                </a:lnTo>
                <a:lnTo>
                  <a:pt x="845132" y="455295"/>
                </a:lnTo>
                <a:close/>
                <a:moveTo>
                  <a:pt x="890401" y="353693"/>
                </a:moveTo>
                <a:lnTo>
                  <a:pt x="889806" y="356497"/>
                </a:lnTo>
                <a:lnTo>
                  <a:pt x="889177" y="360175"/>
                </a:lnTo>
                <a:lnTo>
                  <a:pt x="890657" y="353876"/>
                </a:lnTo>
                <a:close/>
                <a:moveTo>
                  <a:pt x="812316" y="528408"/>
                </a:moveTo>
                <a:lnTo>
                  <a:pt x="813615" y="529694"/>
                </a:lnTo>
                <a:lnTo>
                  <a:pt x="813626" y="528806"/>
                </a:lnTo>
                <a:close/>
                <a:moveTo>
                  <a:pt x="833788" y="480227"/>
                </a:moveTo>
                <a:lnTo>
                  <a:pt x="835406" y="482560"/>
                </a:lnTo>
                <a:lnTo>
                  <a:pt x="835936" y="483395"/>
                </a:lnTo>
                <a:lnTo>
                  <a:pt x="837750" y="479244"/>
                </a:lnTo>
                <a:lnTo>
                  <a:pt x="837373" y="478918"/>
                </a:lnTo>
                <a:lnTo>
                  <a:pt x="835648" y="477472"/>
                </a:lnTo>
                <a:close/>
                <a:moveTo>
                  <a:pt x="853848" y="435283"/>
                </a:moveTo>
                <a:lnTo>
                  <a:pt x="853762" y="435702"/>
                </a:lnTo>
                <a:lnTo>
                  <a:pt x="853864" y="435745"/>
                </a:lnTo>
                <a:close/>
                <a:moveTo>
                  <a:pt x="859131" y="423415"/>
                </a:moveTo>
                <a:lnTo>
                  <a:pt x="859448" y="424251"/>
                </a:lnTo>
                <a:lnTo>
                  <a:pt x="859890" y="424653"/>
                </a:lnTo>
                <a:lnTo>
                  <a:pt x="859985" y="424320"/>
                </a:lnTo>
                <a:close/>
                <a:moveTo>
                  <a:pt x="331861" y="1604057"/>
                </a:moveTo>
                <a:lnTo>
                  <a:pt x="333336" y="1605915"/>
                </a:lnTo>
                <a:lnTo>
                  <a:pt x="334017" y="1606586"/>
                </a:lnTo>
                <a:lnTo>
                  <a:pt x="335587" y="1606928"/>
                </a:lnTo>
                <a:lnTo>
                  <a:pt x="335843" y="1606501"/>
                </a:lnTo>
                <a:close/>
                <a:moveTo>
                  <a:pt x="820384" y="509636"/>
                </a:moveTo>
                <a:lnTo>
                  <a:pt x="820358" y="509804"/>
                </a:lnTo>
                <a:lnTo>
                  <a:pt x="821232" y="512256"/>
                </a:lnTo>
                <a:lnTo>
                  <a:pt x="821757" y="512660"/>
                </a:lnTo>
                <a:lnTo>
                  <a:pt x="822018" y="511556"/>
                </a:lnTo>
                <a:lnTo>
                  <a:pt x="821432" y="510396"/>
                </a:lnTo>
                <a:close/>
                <a:moveTo>
                  <a:pt x="865329" y="408975"/>
                </a:moveTo>
                <a:lnTo>
                  <a:pt x="864537" y="411764"/>
                </a:lnTo>
                <a:lnTo>
                  <a:pt x="864372" y="412558"/>
                </a:lnTo>
                <a:lnTo>
                  <a:pt x="868068" y="413969"/>
                </a:lnTo>
                <a:lnTo>
                  <a:pt x="869181" y="412188"/>
                </a:lnTo>
                <a:close/>
                <a:moveTo>
                  <a:pt x="312383" y="1647119"/>
                </a:moveTo>
                <a:lnTo>
                  <a:pt x="320015" y="1648595"/>
                </a:lnTo>
                <a:lnTo>
                  <a:pt x="326611" y="1648789"/>
                </a:lnTo>
                <a:lnTo>
                  <a:pt x="316431" y="1640160"/>
                </a:lnTo>
                <a:close/>
                <a:moveTo>
                  <a:pt x="832646" y="481919"/>
                </a:moveTo>
                <a:lnTo>
                  <a:pt x="835102" y="485304"/>
                </a:lnTo>
                <a:lnTo>
                  <a:pt x="835418" y="484581"/>
                </a:lnTo>
                <a:lnTo>
                  <a:pt x="834632" y="483579"/>
                </a:lnTo>
                <a:lnTo>
                  <a:pt x="834881" y="483640"/>
                </a:lnTo>
                <a:lnTo>
                  <a:pt x="833234" y="481049"/>
                </a:lnTo>
                <a:close/>
                <a:moveTo>
                  <a:pt x="316416" y="1637829"/>
                </a:moveTo>
                <a:lnTo>
                  <a:pt x="317161" y="1638460"/>
                </a:lnTo>
                <a:lnTo>
                  <a:pt x="317420" y="1638015"/>
                </a:lnTo>
                <a:close/>
                <a:moveTo>
                  <a:pt x="825673" y="497427"/>
                </a:moveTo>
                <a:lnTo>
                  <a:pt x="825373" y="498696"/>
                </a:lnTo>
                <a:lnTo>
                  <a:pt x="826238" y="499466"/>
                </a:lnTo>
                <a:lnTo>
                  <a:pt x="826255" y="497992"/>
                </a:lnTo>
                <a:close/>
                <a:moveTo>
                  <a:pt x="302038" y="1669859"/>
                </a:moveTo>
                <a:lnTo>
                  <a:pt x="308460" y="1678083"/>
                </a:lnTo>
                <a:lnTo>
                  <a:pt x="318002" y="1679384"/>
                </a:lnTo>
                <a:lnTo>
                  <a:pt x="302081" y="1669887"/>
                </a:lnTo>
                <a:close/>
                <a:moveTo>
                  <a:pt x="877171" y="381977"/>
                </a:moveTo>
                <a:lnTo>
                  <a:pt x="880042" y="386781"/>
                </a:lnTo>
                <a:lnTo>
                  <a:pt x="880541" y="385530"/>
                </a:lnTo>
                <a:lnTo>
                  <a:pt x="878582" y="383425"/>
                </a:lnTo>
                <a:close/>
                <a:moveTo>
                  <a:pt x="820534" y="508618"/>
                </a:moveTo>
                <a:lnTo>
                  <a:pt x="820506" y="508804"/>
                </a:lnTo>
                <a:lnTo>
                  <a:pt x="820699" y="508943"/>
                </a:lnTo>
                <a:close/>
                <a:moveTo>
                  <a:pt x="350294" y="1561422"/>
                </a:moveTo>
                <a:lnTo>
                  <a:pt x="350500" y="1561675"/>
                </a:lnTo>
                <a:lnTo>
                  <a:pt x="352042" y="1562126"/>
                </a:lnTo>
                <a:lnTo>
                  <a:pt x="351867" y="1561827"/>
                </a:lnTo>
                <a:close/>
                <a:moveTo>
                  <a:pt x="866041" y="406470"/>
                </a:moveTo>
                <a:lnTo>
                  <a:pt x="865472" y="408471"/>
                </a:lnTo>
                <a:lnTo>
                  <a:pt x="869474" y="411718"/>
                </a:lnTo>
                <a:lnTo>
                  <a:pt x="870087" y="410736"/>
                </a:lnTo>
                <a:close/>
                <a:moveTo>
                  <a:pt x="289131" y="1698252"/>
                </a:moveTo>
                <a:lnTo>
                  <a:pt x="305006" y="1708454"/>
                </a:lnTo>
                <a:lnTo>
                  <a:pt x="308155" y="1708369"/>
                </a:lnTo>
                <a:lnTo>
                  <a:pt x="302916" y="1704272"/>
                </a:lnTo>
                <a:lnTo>
                  <a:pt x="295841" y="1698584"/>
                </a:lnTo>
                <a:close/>
                <a:moveTo>
                  <a:pt x="831587" y="483488"/>
                </a:moveTo>
                <a:lnTo>
                  <a:pt x="834352" y="487020"/>
                </a:lnTo>
                <a:lnTo>
                  <a:pt x="834495" y="486693"/>
                </a:lnTo>
                <a:lnTo>
                  <a:pt x="832246" y="482511"/>
                </a:lnTo>
                <a:close/>
                <a:moveTo>
                  <a:pt x="811578" y="528245"/>
                </a:moveTo>
                <a:lnTo>
                  <a:pt x="811851" y="529488"/>
                </a:lnTo>
                <a:lnTo>
                  <a:pt x="812059" y="532305"/>
                </a:lnTo>
                <a:lnTo>
                  <a:pt x="813575" y="533120"/>
                </a:lnTo>
                <a:lnTo>
                  <a:pt x="813609" y="530251"/>
                </a:lnTo>
                <a:close/>
                <a:moveTo>
                  <a:pt x="886360" y="360713"/>
                </a:moveTo>
                <a:lnTo>
                  <a:pt x="886510" y="364972"/>
                </a:lnTo>
                <a:lnTo>
                  <a:pt x="887302" y="365776"/>
                </a:lnTo>
                <a:lnTo>
                  <a:pt x="888078" y="362120"/>
                </a:lnTo>
                <a:lnTo>
                  <a:pt x="887405" y="361318"/>
                </a:lnTo>
                <a:close/>
                <a:moveTo>
                  <a:pt x="886336" y="360042"/>
                </a:moveTo>
                <a:lnTo>
                  <a:pt x="886344" y="360275"/>
                </a:lnTo>
                <a:lnTo>
                  <a:pt x="886707" y="360485"/>
                </a:lnTo>
                <a:close/>
                <a:moveTo>
                  <a:pt x="301985" y="1668307"/>
                </a:moveTo>
                <a:lnTo>
                  <a:pt x="321310" y="1679834"/>
                </a:lnTo>
                <a:lnTo>
                  <a:pt x="321667" y="1679883"/>
                </a:lnTo>
                <a:lnTo>
                  <a:pt x="309084" y="1668612"/>
                </a:lnTo>
                <a:close/>
                <a:moveTo>
                  <a:pt x="813079" y="523591"/>
                </a:moveTo>
                <a:lnTo>
                  <a:pt x="811467" y="527572"/>
                </a:lnTo>
                <a:lnTo>
                  <a:pt x="811534" y="527636"/>
                </a:lnTo>
                <a:lnTo>
                  <a:pt x="813633" y="528273"/>
                </a:lnTo>
                <a:lnTo>
                  <a:pt x="813682" y="524043"/>
                </a:lnTo>
                <a:close/>
                <a:moveTo>
                  <a:pt x="813261" y="523142"/>
                </a:moveTo>
                <a:lnTo>
                  <a:pt x="813234" y="523207"/>
                </a:lnTo>
                <a:lnTo>
                  <a:pt x="813330" y="523278"/>
                </a:lnTo>
                <a:close/>
                <a:moveTo>
                  <a:pt x="828376" y="489111"/>
                </a:moveTo>
                <a:lnTo>
                  <a:pt x="828361" y="490410"/>
                </a:lnTo>
                <a:lnTo>
                  <a:pt x="830335" y="493290"/>
                </a:lnTo>
                <a:lnTo>
                  <a:pt x="831477" y="493830"/>
                </a:lnTo>
                <a:lnTo>
                  <a:pt x="831912" y="492798"/>
                </a:lnTo>
                <a:lnTo>
                  <a:pt x="831639" y="492291"/>
                </a:lnTo>
                <a:close/>
                <a:moveTo>
                  <a:pt x="829275" y="487051"/>
                </a:moveTo>
                <a:lnTo>
                  <a:pt x="831810" y="491766"/>
                </a:lnTo>
                <a:lnTo>
                  <a:pt x="832190" y="492136"/>
                </a:lnTo>
                <a:lnTo>
                  <a:pt x="834155" y="487470"/>
                </a:lnTo>
                <a:lnTo>
                  <a:pt x="834212" y="487341"/>
                </a:lnTo>
                <a:lnTo>
                  <a:pt x="831405" y="483757"/>
                </a:lnTo>
                <a:lnTo>
                  <a:pt x="829803" y="486130"/>
                </a:lnTo>
                <a:close/>
                <a:moveTo>
                  <a:pt x="315622" y="1637155"/>
                </a:moveTo>
                <a:lnTo>
                  <a:pt x="315939" y="1637424"/>
                </a:lnTo>
                <a:lnTo>
                  <a:pt x="317598" y="1637709"/>
                </a:lnTo>
                <a:lnTo>
                  <a:pt x="317915" y="1637163"/>
                </a:lnTo>
                <a:close/>
                <a:moveTo>
                  <a:pt x="837193" y="469213"/>
                </a:moveTo>
                <a:lnTo>
                  <a:pt x="838916" y="471108"/>
                </a:lnTo>
                <a:lnTo>
                  <a:pt x="843208" y="464750"/>
                </a:lnTo>
                <a:lnTo>
                  <a:pt x="842203" y="462130"/>
                </a:lnTo>
                <a:lnTo>
                  <a:pt x="841673" y="461359"/>
                </a:lnTo>
                <a:close/>
                <a:moveTo>
                  <a:pt x="828449" y="488490"/>
                </a:moveTo>
                <a:lnTo>
                  <a:pt x="830856" y="490836"/>
                </a:lnTo>
                <a:lnTo>
                  <a:pt x="829040" y="487460"/>
                </a:lnTo>
                <a:close/>
                <a:moveTo>
                  <a:pt x="317497" y="1632367"/>
                </a:moveTo>
                <a:lnTo>
                  <a:pt x="319267" y="1633404"/>
                </a:lnTo>
                <a:lnTo>
                  <a:pt x="319415" y="1633432"/>
                </a:lnTo>
                <a:lnTo>
                  <a:pt x="318492" y="1632710"/>
                </a:lnTo>
                <a:close/>
                <a:moveTo>
                  <a:pt x="834972" y="473107"/>
                </a:moveTo>
                <a:lnTo>
                  <a:pt x="836305" y="474064"/>
                </a:lnTo>
                <a:lnTo>
                  <a:pt x="836726" y="474350"/>
                </a:lnTo>
                <a:lnTo>
                  <a:pt x="836728" y="474348"/>
                </a:lnTo>
                <a:lnTo>
                  <a:pt x="835225" y="472664"/>
                </a:lnTo>
                <a:close/>
                <a:moveTo>
                  <a:pt x="850289" y="438802"/>
                </a:moveTo>
                <a:lnTo>
                  <a:pt x="850241" y="439382"/>
                </a:lnTo>
                <a:lnTo>
                  <a:pt x="850349" y="438862"/>
                </a:lnTo>
                <a:close/>
                <a:moveTo>
                  <a:pt x="306032" y="1657486"/>
                </a:moveTo>
                <a:lnTo>
                  <a:pt x="311546" y="1661917"/>
                </a:lnTo>
                <a:lnTo>
                  <a:pt x="321823" y="1667320"/>
                </a:lnTo>
                <a:lnTo>
                  <a:pt x="328005" y="1669025"/>
                </a:lnTo>
                <a:lnTo>
                  <a:pt x="341164" y="1669590"/>
                </a:lnTo>
                <a:lnTo>
                  <a:pt x="341617" y="1669592"/>
                </a:lnTo>
                <a:close/>
                <a:moveTo>
                  <a:pt x="819763" y="507089"/>
                </a:moveTo>
                <a:lnTo>
                  <a:pt x="819565" y="507577"/>
                </a:lnTo>
                <a:lnTo>
                  <a:pt x="819827" y="508311"/>
                </a:lnTo>
                <a:lnTo>
                  <a:pt x="820373" y="508708"/>
                </a:lnTo>
                <a:lnTo>
                  <a:pt x="820420" y="508392"/>
                </a:lnTo>
                <a:close/>
                <a:moveTo>
                  <a:pt x="833579" y="475549"/>
                </a:moveTo>
                <a:lnTo>
                  <a:pt x="835072" y="476801"/>
                </a:lnTo>
                <a:lnTo>
                  <a:pt x="835857" y="475638"/>
                </a:lnTo>
                <a:lnTo>
                  <a:pt x="834157" y="474536"/>
                </a:lnTo>
                <a:close/>
                <a:moveTo>
                  <a:pt x="833482" y="475719"/>
                </a:moveTo>
                <a:lnTo>
                  <a:pt x="833884" y="475993"/>
                </a:lnTo>
                <a:lnTo>
                  <a:pt x="833506" y="475677"/>
                </a:lnTo>
                <a:close/>
                <a:moveTo>
                  <a:pt x="824239" y="496035"/>
                </a:moveTo>
                <a:lnTo>
                  <a:pt x="823747" y="497247"/>
                </a:lnTo>
                <a:lnTo>
                  <a:pt x="825119" y="498469"/>
                </a:lnTo>
                <a:lnTo>
                  <a:pt x="825423" y="497184"/>
                </a:lnTo>
                <a:close/>
                <a:moveTo>
                  <a:pt x="832209" y="477951"/>
                </a:moveTo>
                <a:lnTo>
                  <a:pt x="833267" y="479474"/>
                </a:lnTo>
                <a:lnTo>
                  <a:pt x="834988" y="476926"/>
                </a:lnTo>
                <a:lnTo>
                  <a:pt x="833430" y="475811"/>
                </a:lnTo>
                <a:close/>
                <a:moveTo>
                  <a:pt x="828410" y="486288"/>
                </a:moveTo>
                <a:lnTo>
                  <a:pt x="828405" y="486674"/>
                </a:lnTo>
                <a:lnTo>
                  <a:pt x="828524" y="486499"/>
                </a:lnTo>
                <a:close/>
                <a:moveTo>
                  <a:pt x="831140" y="479826"/>
                </a:moveTo>
                <a:lnTo>
                  <a:pt x="831174" y="479889"/>
                </a:lnTo>
                <a:lnTo>
                  <a:pt x="832113" y="481183"/>
                </a:lnTo>
                <a:lnTo>
                  <a:pt x="832734" y="480263"/>
                </a:lnTo>
                <a:lnTo>
                  <a:pt x="831762" y="478735"/>
                </a:lnTo>
                <a:close/>
                <a:moveTo>
                  <a:pt x="830120" y="481614"/>
                </a:moveTo>
                <a:lnTo>
                  <a:pt x="831033" y="482781"/>
                </a:lnTo>
                <a:lnTo>
                  <a:pt x="831746" y="481726"/>
                </a:lnTo>
                <a:lnTo>
                  <a:pt x="830798" y="480425"/>
                </a:lnTo>
                <a:close/>
                <a:moveTo>
                  <a:pt x="870190" y="391873"/>
                </a:moveTo>
                <a:lnTo>
                  <a:pt x="867920" y="399860"/>
                </a:lnTo>
                <a:lnTo>
                  <a:pt x="872650" y="405296"/>
                </a:lnTo>
                <a:lnTo>
                  <a:pt x="875777" y="397466"/>
                </a:lnTo>
                <a:lnTo>
                  <a:pt x="871033" y="392965"/>
                </a:lnTo>
                <a:lnTo>
                  <a:pt x="871514" y="393009"/>
                </a:lnTo>
                <a:lnTo>
                  <a:pt x="875896" y="397167"/>
                </a:lnTo>
                <a:lnTo>
                  <a:pt x="875997" y="396915"/>
                </a:lnTo>
                <a:lnTo>
                  <a:pt x="873294" y="393665"/>
                </a:lnTo>
                <a:close/>
                <a:moveTo>
                  <a:pt x="829960" y="481912"/>
                </a:moveTo>
                <a:lnTo>
                  <a:pt x="828488" y="485544"/>
                </a:lnTo>
                <a:lnTo>
                  <a:pt x="828481" y="485575"/>
                </a:lnTo>
                <a:lnTo>
                  <a:pt x="828776" y="486124"/>
                </a:lnTo>
                <a:lnTo>
                  <a:pt x="830852" y="483050"/>
                </a:lnTo>
                <a:close/>
                <a:moveTo>
                  <a:pt x="274765" y="1725029"/>
                </a:moveTo>
                <a:lnTo>
                  <a:pt x="283504" y="1732667"/>
                </a:lnTo>
                <a:lnTo>
                  <a:pt x="305817" y="1736772"/>
                </a:lnTo>
                <a:close/>
                <a:moveTo>
                  <a:pt x="870600" y="390428"/>
                </a:moveTo>
                <a:lnTo>
                  <a:pt x="870268" y="391598"/>
                </a:lnTo>
                <a:lnTo>
                  <a:pt x="872781" y="393048"/>
                </a:lnTo>
                <a:close/>
                <a:moveTo>
                  <a:pt x="850583" y="435244"/>
                </a:moveTo>
                <a:lnTo>
                  <a:pt x="850343" y="438151"/>
                </a:lnTo>
                <a:lnTo>
                  <a:pt x="850470" y="438274"/>
                </a:lnTo>
                <a:lnTo>
                  <a:pt x="851057" y="435433"/>
                </a:lnTo>
                <a:close/>
                <a:moveTo>
                  <a:pt x="324389" y="1612830"/>
                </a:moveTo>
                <a:lnTo>
                  <a:pt x="327346" y="1614718"/>
                </a:lnTo>
                <a:lnTo>
                  <a:pt x="330620" y="1615325"/>
                </a:lnTo>
                <a:lnTo>
                  <a:pt x="331468" y="1613866"/>
                </a:lnTo>
                <a:lnTo>
                  <a:pt x="331037" y="1613535"/>
                </a:lnTo>
                <a:close/>
                <a:moveTo>
                  <a:pt x="353887" y="1546702"/>
                </a:moveTo>
                <a:lnTo>
                  <a:pt x="355808" y="1547780"/>
                </a:lnTo>
                <a:lnTo>
                  <a:pt x="355819" y="1547740"/>
                </a:lnTo>
                <a:lnTo>
                  <a:pt x="354823" y="1546853"/>
                </a:lnTo>
                <a:close/>
                <a:moveTo>
                  <a:pt x="896157" y="332175"/>
                </a:moveTo>
                <a:lnTo>
                  <a:pt x="895275" y="335933"/>
                </a:lnTo>
                <a:lnTo>
                  <a:pt x="895909" y="336859"/>
                </a:lnTo>
                <a:lnTo>
                  <a:pt x="896570" y="337908"/>
                </a:lnTo>
                <a:lnTo>
                  <a:pt x="895264" y="335973"/>
                </a:lnTo>
                <a:lnTo>
                  <a:pt x="891101" y="353699"/>
                </a:lnTo>
                <a:lnTo>
                  <a:pt x="892771" y="354895"/>
                </a:lnTo>
                <a:lnTo>
                  <a:pt x="897422" y="343245"/>
                </a:lnTo>
                <a:lnTo>
                  <a:pt x="897988" y="342918"/>
                </a:lnTo>
                <a:lnTo>
                  <a:pt x="893110" y="355139"/>
                </a:lnTo>
                <a:lnTo>
                  <a:pt x="898356" y="358901"/>
                </a:lnTo>
                <a:lnTo>
                  <a:pt x="899977" y="354268"/>
                </a:lnTo>
                <a:lnTo>
                  <a:pt x="902633" y="347552"/>
                </a:lnTo>
                <a:lnTo>
                  <a:pt x="896570" y="337908"/>
                </a:lnTo>
                <a:lnTo>
                  <a:pt x="902791" y="347151"/>
                </a:lnTo>
                <a:lnTo>
                  <a:pt x="903647" y="344985"/>
                </a:lnTo>
                <a:lnTo>
                  <a:pt x="899941" y="336168"/>
                </a:lnTo>
                <a:close/>
                <a:moveTo>
                  <a:pt x="818774" y="505358"/>
                </a:moveTo>
                <a:lnTo>
                  <a:pt x="819188" y="506520"/>
                </a:lnTo>
                <a:lnTo>
                  <a:pt x="819315" y="506205"/>
                </a:lnTo>
                <a:lnTo>
                  <a:pt x="818835" y="505253"/>
                </a:lnTo>
                <a:close/>
                <a:moveTo>
                  <a:pt x="320557" y="1620496"/>
                </a:moveTo>
                <a:lnTo>
                  <a:pt x="324600" y="1625674"/>
                </a:lnTo>
                <a:lnTo>
                  <a:pt x="324945" y="1625081"/>
                </a:lnTo>
                <a:close/>
                <a:moveTo>
                  <a:pt x="336384" y="1585042"/>
                </a:moveTo>
                <a:lnTo>
                  <a:pt x="337247" y="1586314"/>
                </a:lnTo>
                <a:lnTo>
                  <a:pt x="338689" y="1588094"/>
                </a:lnTo>
                <a:lnTo>
                  <a:pt x="340399" y="1589878"/>
                </a:lnTo>
                <a:lnTo>
                  <a:pt x="344277" y="1592452"/>
                </a:lnTo>
                <a:lnTo>
                  <a:pt x="346529" y="1588701"/>
                </a:lnTo>
                <a:lnTo>
                  <a:pt x="345250" y="1587649"/>
                </a:lnTo>
                <a:close/>
                <a:moveTo>
                  <a:pt x="839449" y="458483"/>
                </a:moveTo>
                <a:lnTo>
                  <a:pt x="836652" y="465389"/>
                </a:lnTo>
                <a:lnTo>
                  <a:pt x="840140" y="459274"/>
                </a:lnTo>
                <a:close/>
                <a:moveTo>
                  <a:pt x="886166" y="353836"/>
                </a:moveTo>
                <a:lnTo>
                  <a:pt x="886132" y="354233"/>
                </a:lnTo>
                <a:lnTo>
                  <a:pt x="886327" y="359778"/>
                </a:lnTo>
                <a:lnTo>
                  <a:pt x="887116" y="360720"/>
                </a:lnTo>
                <a:lnTo>
                  <a:pt x="888238" y="361368"/>
                </a:lnTo>
                <a:lnTo>
                  <a:pt x="888522" y="360026"/>
                </a:lnTo>
                <a:close/>
                <a:moveTo>
                  <a:pt x="872017" y="385447"/>
                </a:moveTo>
                <a:lnTo>
                  <a:pt x="870673" y="390172"/>
                </a:lnTo>
                <a:lnTo>
                  <a:pt x="873475" y="393449"/>
                </a:lnTo>
                <a:lnTo>
                  <a:pt x="876648" y="395284"/>
                </a:lnTo>
                <a:lnTo>
                  <a:pt x="877285" y="393689"/>
                </a:lnTo>
                <a:lnTo>
                  <a:pt x="877635" y="390376"/>
                </a:lnTo>
                <a:lnTo>
                  <a:pt x="875073" y="388095"/>
                </a:lnTo>
                <a:close/>
                <a:moveTo>
                  <a:pt x="824922" y="490727"/>
                </a:moveTo>
                <a:lnTo>
                  <a:pt x="825479" y="490990"/>
                </a:lnTo>
                <a:lnTo>
                  <a:pt x="826023" y="489644"/>
                </a:lnTo>
                <a:lnTo>
                  <a:pt x="825760" y="489259"/>
                </a:lnTo>
                <a:close/>
                <a:moveTo>
                  <a:pt x="842419" y="451490"/>
                </a:moveTo>
                <a:lnTo>
                  <a:pt x="843426" y="453395"/>
                </a:lnTo>
                <a:lnTo>
                  <a:pt x="843473" y="453430"/>
                </a:lnTo>
                <a:lnTo>
                  <a:pt x="843701" y="453030"/>
                </a:lnTo>
                <a:close/>
                <a:moveTo>
                  <a:pt x="323888" y="1612510"/>
                </a:moveTo>
                <a:lnTo>
                  <a:pt x="323918" y="1612529"/>
                </a:lnTo>
                <a:lnTo>
                  <a:pt x="324454" y="1612586"/>
                </a:lnTo>
                <a:close/>
                <a:moveTo>
                  <a:pt x="824579" y="491328"/>
                </a:moveTo>
                <a:lnTo>
                  <a:pt x="825097" y="491574"/>
                </a:lnTo>
                <a:lnTo>
                  <a:pt x="825392" y="491137"/>
                </a:lnTo>
                <a:lnTo>
                  <a:pt x="824838" y="490875"/>
                </a:lnTo>
                <a:close/>
                <a:moveTo>
                  <a:pt x="894425" y="334722"/>
                </a:moveTo>
                <a:lnTo>
                  <a:pt x="890492" y="353261"/>
                </a:lnTo>
                <a:lnTo>
                  <a:pt x="890757" y="353452"/>
                </a:lnTo>
                <a:lnTo>
                  <a:pt x="894967" y="335529"/>
                </a:lnTo>
                <a:close/>
                <a:moveTo>
                  <a:pt x="882423" y="361571"/>
                </a:moveTo>
                <a:lnTo>
                  <a:pt x="882738" y="362243"/>
                </a:lnTo>
                <a:lnTo>
                  <a:pt x="882766" y="361918"/>
                </a:lnTo>
                <a:close/>
                <a:moveTo>
                  <a:pt x="896848" y="329237"/>
                </a:moveTo>
                <a:lnTo>
                  <a:pt x="896361" y="331306"/>
                </a:lnTo>
                <a:lnTo>
                  <a:pt x="899122" y="334219"/>
                </a:lnTo>
                <a:lnTo>
                  <a:pt x="898625" y="333035"/>
                </a:lnTo>
                <a:close/>
                <a:moveTo>
                  <a:pt x="810784" y="521869"/>
                </a:moveTo>
                <a:lnTo>
                  <a:pt x="810535" y="523504"/>
                </a:lnTo>
                <a:lnTo>
                  <a:pt x="811160" y="526346"/>
                </a:lnTo>
                <a:lnTo>
                  <a:pt x="812463" y="523129"/>
                </a:lnTo>
                <a:close/>
                <a:moveTo>
                  <a:pt x="843028" y="449648"/>
                </a:moveTo>
                <a:lnTo>
                  <a:pt x="842424" y="451139"/>
                </a:lnTo>
                <a:lnTo>
                  <a:pt x="843823" y="452818"/>
                </a:lnTo>
                <a:lnTo>
                  <a:pt x="844003" y="452501"/>
                </a:lnTo>
                <a:lnTo>
                  <a:pt x="844915" y="451041"/>
                </a:lnTo>
                <a:close/>
                <a:moveTo>
                  <a:pt x="843405" y="448716"/>
                </a:moveTo>
                <a:lnTo>
                  <a:pt x="843287" y="449007"/>
                </a:lnTo>
                <a:lnTo>
                  <a:pt x="845271" y="450471"/>
                </a:lnTo>
                <a:lnTo>
                  <a:pt x="845287" y="450445"/>
                </a:lnTo>
                <a:lnTo>
                  <a:pt x="845116" y="450143"/>
                </a:lnTo>
                <a:close/>
                <a:moveTo>
                  <a:pt x="843781" y="447786"/>
                </a:moveTo>
                <a:lnTo>
                  <a:pt x="843562" y="448327"/>
                </a:lnTo>
                <a:lnTo>
                  <a:pt x="844535" y="449117"/>
                </a:lnTo>
                <a:close/>
                <a:moveTo>
                  <a:pt x="329082" y="1600229"/>
                </a:moveTo>
                <a:lnTo>
                  <a:pt x="336567" y="1604824"/>
                </a:lnTo>
                <a:lnTo>
                  <a:pt x="336788" y="1604926"/>
                </a:lnTo>
                <a:lnTo>
                  <a:pt x="336849" y="1604824"/>
                </a:lnTo>
                <a:lnTo>
                  <a:pt x="334861" y="1601894"/>
                </a:lnTo>
                <a:close/>
                <a:moveTo>
                  <a:pt x="857758" y="416355"/>
                </a:moveTo>
                <a:lnTo>
                  <a:pt x="857135" y="419373"/>
                </a:lnTo>
                <a:lnTo>
                  <a:pt x="858462" y="421660"/>
                </a:lnTo>
                <a:lnTo>
                  <a:pt x="858558" y="421913"/>
                </a:lnTo>
                <a:lnTo>
                  <a:pt x="860181" y="423631"/>
                </a:lnTo>
                <a:lnTo>
                  <a:pt x="861092" y="420425"/>
                </a:lnTo>
                <a:close/>
                <a:moveTo>
                  <a:pt x="844599" y="445769"/>
                </a:moveTo>
                <a:lnTo>
                  <a:pt x="843968" y="447326"/>
                </a:lnTo>
                <a:lnTo>
                  <a:pt x="845363" y="449787"/>
                </a:lnTo>
                <a:lnTo>
                  <a:pt x="845585" y="449968"/>
                </a:lnTo>
                <a:lnTo>
                  <a:pt x="847299" y="447225"/>
                </a:lnTo>
                <a:lnTo>
                  <a:pt x="847163" y="446915"/>
                </a:lnTo>
                <a:close/>
                <a:moveTo>
                  <a:pt x="845594" y="443311"/>
                </a:moveTo>
                <a:lnTo>
                  <a:pt x="845357" y="443896"/>
                </a:lnTo>
                <a:lnTo>
                  <a:pt x="845953" y="444134"/>
                </a:lnTo>
                <a:close/>
                <a:moveTo>
                  <a:pt x="822061" y="495743"/>
                </a:moveTo>
                <a:lnTo>
                  <a:pt x="822199" y="495866"/>
                </a:lnTo>
                <a:lnTo>
                  <a:pt x="822937" y="494773"/>
                </a:lnTo>
                <a:lnTo>
                  <a:pt x="822730" y="494571"/>
                </a:lnTo>
                <a:close/>
                <a:moveTo>
                  <a:pt x="848299" y="436822"/>
                </a:moveTo>
                <a:lnTo>
                  <a:pt x="846251" y="441689"/>
                </a:lnTo>
                <a:lnTo>
                  <a:pt x="845755" y="442915"/>
                </a:lnTo>
                <a:lnTo>
                  <a:pt x="846356" y="444294"/>
                </a:lnTo>
                <a:lnTo>
                  <a:pt x="848575" y="445181"/>
                </a:lnTo>
                <a:lnTo>
                  <a:pt x="849042" y="444434"/>
                </a:lnTo>
                <a:lnTo>
                  <a:pt x="849566" y="438083"/>
                </a:lnTo>
                <a:close/>
                <a:moveTo>
                  <a:pt x="859792" y="411078"/>
                </a:moveTo>
                <a:lnTo>
                  <a:pt x="862068" y="416991"/>
                </a:lnTo>
                <a:lnTo>
                  <a:pt x="863361" y="412441"/>
                </a:lnTo>
                <a:close/>
                <a:moveTo>
                  <a:pt x="849195" y="434692"/>
                </a:moveTo>
                <a:lnTo>
                  <a:pt x="848497" y="436351"/>
                </a:lnTo>
                <a:lnTo>
                  <a:pt x="849619" y="437445"/>
                </a:lnTo>
                <a:lnTo>
                  <a:pt x="849825" y="434943"/>
                </a:lnTo>
                <a:close/>
                <a:moveTo>
                  <a:pt x="252815" y="1770074"/>
                </a:moveTo>
                <a:lnTo>
                  <a:pt x="267590" y="1774762"/>
                </a:lnTo>
                <a:lnTo>
                  <a:pt x="265268" y="1772973"/>
                </a:lnTo>
                <a:lnTo>
                  <a:pt x="263248" y="1771166"/>
                </a:lnTo>
                <a:lnTo>
                  <a:pt x="260071" y="1770485"/>
                </a:lnTo>
                <a:close/>
                <a:moveTo>
                  <a:pt x="850005" y="432767"/>
                </a:moveTo>
                <a:lnTo>
                  <a:pt x="849484" y="434005"/>
                </a:lnTo>
                <a:lnTo>
                  <a:pt x="849889" y="434166"/>
                </a:lnTo>
                <a:close/>
                <a:moveTo>
                  <a:pt x="273415" y="1723849"/>
                </a:moveTo>
                <a:lnTo>
                  <a:pt x="274066" y="1724418"/>
                </a:lnTo>
                <a:lnTo>
                  <a:pt x="279629" y="1726522"/>
                </a:lnTo>
                <a:lnTo>
                  <a:pt x="310449" y="1737625"/>
                </a:lnTo>
                <a:lnTo>
                  <a:pt x="316948" y="1738820"/>
                </a:lnTo>
                <a:lnTo>
                  <a:pt x="327625" y="1740348"/>
                </a:lnTo>
                <a:lnTo>
                  <a:pt x="328393" y="1739057"/>
                </a:lnTo>
                <a:lnTo>
                  <a:pt x="310227" y="1734212"/>
                </a:lnTo>
                <a:close/>
                <a:moveTo>
                  <a:pt x="873638" y="379740"/>
                </a:moveTo>
                <a:lnTo>
                  <a:pt x="872060" y="385290"/>
                </a:lnTo>
                <a:lnTo>
                  <a:pt x="877660" y="390141"/>
                </a:lnTo>
                <a:lnTo>
                  <a:pt x="877910" y="387784"/>
                </a:lnTo>
                <a:close/>
                <a:moveTo>
                  <a:pt x="851023" y="430347"/>
                </a:moveTo>
                <a:lnTo>
                  <a:pt x="850978" y="430455"/>
                </a:lnTo>
                <a:lnTo>
                  <a:pt x="850647" y="434468"/>
                </a:lnTo>
                <a:lnTo>
                  <a:pt x="851210" y="434691"/>
                </a:lnTo>
                <a:lnTo>
                  <a:pt x="851989" y="430920"/>
                </a:lnTo>
                <a:close/>
                <a:moveTo>
                  <a:pt x="852681" y="426409"/>
                </a:moveTo>
                <a:lnTo>
                  <a:pt x="851061" y="430257"/>
                </a:lnTo>
                <a:lnTo>
                  <a:pt x="852008" y="430831"/>
                </a:lnTo>
                <a:lnTo>
                  <a:pt x="852864" y="426686"/>
                </a:lnTo>
                <a:close/>
                <a:moveTo>
                  <a:pt x="886420" y="350838"/>
                </a:moveTo>
                <a:lnTo>
                  <a:pt x="886238" y="352983"/>
                </a:lnTo>
                <a:lnTo>
                  <a:pt x="888664" y="359356"/>
                </a:lnTo>
                <a:lnTo>
                  <a:pt x="889937" y="353359"/>
                </a:lnTo>
                <a:close/>
                <a:moveTo>
                  <a:pt x="853154" y="425282"/>
                </a:moveTo>
                <a:lnTo>
                  <a:pt x="852862" y="425977"/>
                </a:lnTo>
                <a:lnTo>
                  <a:pt x="852975" y="426147"/>
                </a:lnTo>
                <a:close/>
                <a:moveTo>
                  <a:pt x="895183" y="331147"/>
                </a:moveTo>
                <a:lnTo>
                  <a:pt x="894429" y="334701"/>
                </a:lnTo>
                <a:lnTo>
                  <a:pt x="894974" y="335498"/>
                </a:lnTo>
                <a:lnTo>
                  <a:pt x="895835" y="331834"/>
                </a:lnTo>
                <a:close/>
                <a:moveTo>
                  <a:pt x="812362" y="516537"/>
                </a:moveTo>
                <a:lnTo>
                  <a:pt x="813151" y="518099"/>
                </a:lnTo>
                <a:lnTo>
                  <a:pt x="813182" y="518115"/>
                </a:lnTo>
                <a:lnTo>
                  <a:pt x="812522" y="516259"/>
                </a:lnTo>
                <a:close/>
                <a:moveTo>
                  <a:pt x="811208" y="519079"/>
                </a:moveTo>
                <a:lnTo>
                  <a:pt x="810852" y="521421"/>
                </a:lnTo>
                <a:lnTo>
                  <a:pt x="812618" y="522744"/>
                </a:lnTo>
                <a:lnTo>
                  <a:pt x="812815" y="522260"/>
                </a:lnTo>
                <a:close/>
                <a:moveTo>
                  <a:pt x="897837" y="325021"/>
                </a:moveTo>
                <a:lnTo>
                  <a:pt x="896979" y="328677"/>
                </a:lnTo>
                <a:lnTo>
                  <a:pt x="900013" y="335158"/>
                </a:lnTo>
                <a:lnTo>
                  <a:pt x="905318" y="340757"/>
                </a:lnTo>
                <a:lnTo>
                  <a:pt x="906728" y="337192"/>
                </a:lnTo>
                <a:lnTo>
                  <a:pt x="905575" y="334214"/>
                </a:lnTo>
                <a:lnTo>
                  <a:pt x="901181" y="328931"/>
                </a:lnTo>
                <a:close/>
                <a:moveTo>
                  <a:pt x="831163" y="474253"/>
                </a:moveTo>
                <a:lnTo>
                  <a:pt x="830854" y="475554"/>
                </a:lnTo>
                <a:lnTo>
                  <a:pt x="831475" y="474466"/>
                </a:lnTo>
                <a:close/>
                <a:moveTo>
                  <a:pt x="810055" y="521323"/>
                </a:moveTo>
                <a:lnTo>
                  <a:pt x="810360" y="522711"/>
                </a:lnTo>
                <a:lnTo>
                  <a:pt x="810531" y="521680"/>
                </a:lnTo>
                <a:close/>
                <a:moveTo>
                  <a:pt x="831269" y="473802"/>
                </a:moveTo>
                <a:lnTo>
                  <a:pt x="831186" y="474151"/>
                </a:lnTo>
                <a:lnTo>
                  <a:pt x="831523" y="474382"/>
                </a:lnTo>
                <a:lnTo>
                  <a:pt x="831664" y="474134"/>
                </a:lnTo>
                <a:close/>
                <a:moveTo>
                  <a:pt x="351367" y="1548255"/>
                </a:moveTo>
                <a:lnTo>
                  <a:pt x="353600" y="1552085"/>
                </a:lnTo>
                <a:lnTo>
                  <a:pt x="354574" y="1552258"/>
                </a:lnTo>
                <a:lnTo>
                  <a:pt x="354634" y="1552042"/>
                </a:lnTo>
                <a:lnTo>
                  <a:pt x="352013" y="1548432"/>
                </a:lnTo>
                <a:close/>
                <a:moveTo>
                  <a:pt x="335509" y="1583753"/>
                </a:moveTo>
                <a:lnTo>
                  <a:pt x="336207" y="1584781"/>
                </a:lnTo>
                <a:lnTo>
                  <a:pt x="344857" y="1587325"/>
                </a:lnTo>
                <a:lnTo>
                  <a:pt x="342852" y="1585675"/>
                </a:lnTo>
                <a:close/>
                <a:moveTo>
                  <a:pt x="858766" y="411943"/>
                </a:moveTo>
                <a:lnTo>
                  <a:pt x="858577" y="412393"/>
                </a:lnTo>
                <a:lnTo>
                  <a:pt x="857927" y="415541"/>
                </a:lnTo>
                <a:lnTo>
                  <a:pt x="861331" y="419585"/>
                </a:lnTo>
                <a:lnTo>
                  <a:pt x="861491" y="419021"/>
                </a:lnTo>
                <a:close/>
                <a:moveTo>
                  <a:pt x="831503" y="472814"/>
                </a:moveTo>
                <a:lnTo>
                  <a:pt x="831306" y="473643"/>
                </a:lnTo>
                <a:lnTo>
                  <a:pt x="831737" y="474005"/>
                </a:lnTo>
                <a:lnTo>
                  <a:pt x="832170" y="473248"/>
                </a:lnTo>
                <a:close/>
                <a:moveTo>
                  <a:pt x="829079" y="478070"/>
                </a:moveTo>
                <a:lnTo>
                  <a:pt x="829021" y="478767"/>
                </a:lnTo>
                <a:lnTo>
                  <a:pt x="829270" y="478331"/>
                </a:lnTo>
                <a:close/>
                <a:moveTo>
                  <a:pt x="810169" y="520362"/>
                </a:moveTo>
                <a:lnTo>
                  <a:pt x="810043" y="520815"/>
                </a:lnTo>
                <a:lnTo>
                  <a:pt x="810605" y="521236"/>
                </a:lnTo>
                <a:lnTo>
                  <a:pt x="810987" y="518935"/>
                </a:lnTo>
                <a:close/>
                <a:moveTo>
                  <a:pt x="313343" y="1632523"/>
                </a:moveTo>
                <a:lnTo>
                  <a:pt x="319200" y="1634955"/>
                </a:lnTo>
                <a:lnTo>
                  <a:pt x="319742" y="1634025"/>
                </a:lnTo>
                <a:lnTo>
                  <a:pt x="319163" y="1633686"/>
                </a:lnTo>
                <a:close/>
                <a:moveTo>
                  <a:pt x="351023" y="1547663"/>
                </a:moveTo>
                <a:lnTo>
                  <a:pt x="351204" y="1547975"/>
                </a:lnTo>
                <a:lnTo>
                  <a:pt x="351791" y="1548127"/>
                </a:lnTo>
                <a:lnTo>
                  <a:pt x="351765" y="1548091"/>
                </a:lnTo>
                <a:close/>
                <a:moveTo>
                  <a:pt x="895981" y="327388"/>
                </a:moveTo>
                <a:lnTo>
                  <a:pt x="895372" y="330261"/>
                </a:lnTo>
                <a:lnTo>
                  <a:pt x="896039" y="330966"/>
                </a:lnTo>
                <a:lnTo>
                  <a:pt x="896579" y="328665"/>
                </a:lnTo>
                <a:close/>
                <a:moveTo>
                  <a:pt x="829183" y="476815"/>
                </a:moveTo>
                <a:lnTo>
                  <a:pt x="829159" y="477111"/>
                </a:lnTo>
                <a:lnTo>
                  <a:pt x="829610" y="477734"/>
                </a:lnTo>
                <a:lnTo>
                  <a:pt x="829645" y="477674"/>
                </a:lnTo>
                <a:close/>
                <a:moveTo>
                  <a:pt x="832313" y="469484"/>
                </a:moveTo>
                <a:lnTo>
                  <a:pt x="832080" y="470380"/>
                </a:lnTo>
                <a:lnTo>
                  <a:pt x="831937" y="470984"/>
                </a:lnTo>
                <a:lnTo>
                  <a:pt x="833033" y="471733"/>
                </a:lnTo>
                <a:lnTo>
                  <a:pt x="833564" y="470802"/>
                </a:lnTo>
                <a:lnTo>
                  <a:pt x="832472" y="469578"/>
                </a:lnTo>
                <a:close/>
                <a:moveTo>
                  <a:pt x="288040" y="1688165"/>
                </a:moveTo>
                <a:lnTo>
                  <a:pt x="301102" y="1698343"/>
                </a:lnTo>
                <a:lnTo>
                  <a:pt x="302171" y="1698395"/>
                </a:lnTo>
                <a:lnTo>
                  <a:pt x="309440" y="1698461"/>
                </a:lnTo>
                <a:lnTo>
                  <a:pt x="307212" y="1697488"/>
                </a:lnTo>
                <a:close/>
                <a:moveTo>
                  <a:pt x="828516" y="477298"/>
                </a:moveTo>
                <a:lnTo>
                  <a:pt x="828510" y="477894"/>
                </a:lnTo>
                <a:lnTo>
                  <a:pt x="828554" y="477350"/>
                </a:lnTo>
                <a:close/>
                <a:moveTo>
                  <a:pt x="899367" y="318508"/>
                </a:moveTo>
                <a:lnTo>
                  <a:pt x="897899" y="324758"/>
                </a:lnTo>
                <a:lnTo>
                  <a:pt x="905238" y="333344"/>
                </a:lnTo>
                <a:lnTo>
                  <a:pt x="900545" y="321224"/>
                </a:lnTo>
                <a:close/>
                <a:moveTo>
                  <a:pt x="829339" y="474924"/>
                </a:moveTo>
                <a:lnTo>
                  <a:pt x="829228" y="476270"/>
                </a:lnTo>
                <a:lnTo>
                  <a:pt x="829819" y="477368"/>
                </a:lnTo>
                <a:lnTo>
                  <a:pt x="830327" y="476478"/>
                </a:lnTo>
                <a:close/>
                <a:moveTo>
                  <a:pt x="896752" y="323751"/>
                </a:moveTo>
                <a:lnTo>
                  <a:pt x="896104" y="326807"/>
                </a:lnTo>
                <a:lnTo>
                  <a:pt x="896711" y="328105"/>
                </a:lnTo>
                <a:lnTo>
                  <a:pt x="896737" y="327995"/>
                </a:lnTo>
                <a:lnTo>
                  <a:pt x="897582" y="324722"/>
                </a:lnTo>
                <a:close/>
                <a:moveTo>
                  <a:pt x="842575" y="444865"/>
                </a:moveTo>
                <a:lnTo>
                  <a:pt x="843709" y="446866"/>
                </a:lnTo>
                <a:lnTo>
                  <a:pt x="844238" y="445609"/>
                </a:lnTo>
                <a:close/>
                <a:moveTo>
                  <a:pt x="899829" y="316543"/>
                </a:moveTo>
                <a:lnTo>
                  <a:pt x="899826" y="316553"/>
                </a:lnTo>
                <a:lnTo>
                  <a:pt x="899534" y="317800"/>
                </a:lnTo>
                <a:lnTo>
                  <a:pt x="907309" y="335721"/>
                </a:lnTo>
                <a:lnTo>
                  <a:pt x="910056" y="328773"/>
                </a:lnTo>
                <a:lnTo>
                  <a:pt x="909192" y="327714"/>
                </a:lnTo>
                <a:close/>
                <a:moveTo>
                  <a:pt x="880539" y="359659"/>
                </a:moveTo>
                <a:lnTo>
                  <a:pt x="882505" y="363175"/>
                </a:lnTo>
                <a:lnTo>
                  <a:pt x="882648" y="363305"/>
                </a:lnTo>
                <a:lnTo>
                  <a:pt x="882693" y="362777"/>
                </a:lnTo>
                <a:lnTo>
                  <a:pt x="881860" y="361000"/>
                </a:lnTo>
                <a:close/>
                <a:moveTo>
                  <a:pt x="879038" y="362998"/>
                </a:moveTo>
                <a:lnTo>
                  <a:pt x="882222" y="368312"/>
                </a:lnTo>
                <a:lnTo>
                  <a:pt x="882415" y="366047"/>
                </a:lnTo>
                <a:close/>
                <a:moveTo>
                  <a:pt x="851464" y="424576"/>
                </a:moveTo>
                <a:lnTo>
                  <a:pt x="851067" y="429378"/>
                </a:lnTo>
                <a:lnTo>
                  <a:pt x="852457" y="426073"/>
                </a:lnTo>
                <a:close/>
                <a:moveTo>
                  <a:pt x="877445" y="366345"/>
                </a:moveTo>
                <a:lnTo>
                  <a:pt x="874346" y="377250"/>
                </a:lnTo>
                <a:lnTo>
                  <a:pt x="876852" y="381442"/>
                </a:lnTo>
                <a:lnTo>
                  <a:pt x="880627" y="385319"/>
                </a:lnTo>
                <a:lnTo>
                  <a:pt x="882073" y="381693"/>
                </a:lnTo>
                <a:lnTo>
                  <a:pt x="881784" y="373467"/>
                </a:lnTo>
                <a:lnTo>
                  <a:pt x="882061" y="370211"/>
                </a:lnTo>
                <a:close/>
                <a:moveTo>
                  <a:pt x="334432" y="1582168"/>
                </a:moveTo>
                <a:lnTo>
                  <a:pt x="335127" y="1583191"/>
                </a:lnTo>
                <a:lnTo>
                  <a:pt x="342029" y="1584998"/>
                </a:lnTo>
                <a:lnTo>
                  <a:pt x="341336" y="1584428"/>
                </a:lnTo>
                <a:close/>
                <a:moveTo>
                  <a:pt x="828536" y="475613"/>
                </a:moveTo>
                <a:lnTo>
                  <a:pt x="828529" y="476242"/>
                </a:lnTo>
                <a:lnTo>
                  <a:pt x="828634" y="476387"/>
                </a:lnTo>
                <a:lnTo>
                  <a:pt x="828677" y="475874"/>
                </a:lnTo>
                <a:close/>
                <a:moveTo>
                  <a:pt x="860172" y="404674"/>
                </a:moveTo>
                <a:lnTo>
                  <a:pt x="859178" y="409484"/>
                </a:lnTo>
                <a:lnTo>
                  <a:pt x="859302" y="409807"/>
                </a:lnTo>
                <a:lnTo>
                  <a:pt x="860248" y="407560"/>
                </a:lnTo>
                <a:lnTo>
                  <a:pt x="860720" y="407298"/>
                </a:lnTo>
                <a:lnTo>
                  <a:pt x="859476" y="410256"/>
                </a:lnTo>
                <a:lnTo>
                  <a:pt x="859671" y="410763"/>
                </a:lnTo>
                <a:lnTo>
                  <a:pt x="863430" y="412199"/>
                </a:lnTo>
                <a:lnTo>
                  <a:pt x="864534" y="408312"/>
                </a:lnTo>
                <a:close/>
                <a:moveTo>
                  <a:pt x="900308" y="314686"/>
                </a:moveTo>
                <a:lnTo>
                  <a:pt x="899895" y="316287"/>
                </a:lnTo>
                <a:lnTo>
                  <a:pt x="910154" y="328525"/>
                </a:lnTo>
                <a:lnTo>
                  <a:pt x="910734" y="327057"/>
                </a:lnTo>
                <a:close/>
                <a:moveTo>
                  <a:pt x="829489" y="473111"/>
                </a:moveTo>
                <a:lnTo>
                  <a:pt x="829421" y="473929"/>
                </a:lnTo>
                <a:lnTo>
                  <a:pt x="830607" y="475641"/>
                </a:lnTo>
                <a:lnTo>
                  <a:pt x="830998" y="474142"/>
                </a:lnTo>
                <a:close/>
                <a:moveTo>
                  <a:pt x="809336" y="518053"/>
                </a:moveTo>
                <a:lnTo>
                  <a:pt x="809351" y="518127"/>
                </a:lnTo>
                <a:lnTo>
                  <a:pt x="810072" y="516873"/>
                </a:lnTo>
                <a:lnTo>
                  <a:pt x="810024" y="516848"/>
                </a:lnTo>
                <a:close/>
                <a:moveTo>
                  <a:pt x="314049" y="1626889"/>
                </a:moveTo>
                <a:lnTo>
                  <a:pt x="320190" y="1631048"/>
                </a:lnTo>
                <a:lnTo>
                  <a:pt x="317825" y="1628319"/>
                </a:lnTo>
                <a:close/>
                <a:moveTo>
                  <a:pt x="829551" y="472361"/>
                </a:moveTo>
                <a:lnTo>
                  <a:pt x="829498" y="472996"/>
                </a:lnTo>
                <a:lnTo>
                  <a:pt x="831025" y="474038"/>
                </a:lnTo>
                <a:lnTo>
                  <a:pt x="831119" y="473677"/>
                </a:lnTo>
                <a:close/>
                <a:moveTo>
                  <a:pt x="328881" y="1593309"/>
                </a:moveTo>
                <a:lnTo>
                  <a:pt x="329206" y="1593565"/>
                </a:lnTo>
                <a:lnTo>
                  <a:pt x="329151" y="1593485"/>
                </a:lnTo>
                <a:close/>
                <a:moveTo>
                  <a:pt x="878521" y="362558"/>
                </a:moveTo>
                <a:lnTo>
                  <a:pt x="877541" y="366006"/>
                </a:lnTo>
                <a:lnTo>
                  <a:pt x="882095" y="369818"/>
                </a:lnTo>
                <a:lnTo>
                  <a:pt x="882191" y="368682"/>
                </a:lnTo>
                <a:close/>
                <a:moveTo>
                  <a:pt x="840434" y="447735"/>
                </a:moveTo>
                <a:lnTo>
                  <a:pt x="841902" y="450514"/>
                </a:lnTo>
                <a:lnTo>
                  <a:pt x="842083" y="450730"/>
                </a:lnTo>
                <a:lnTo>
                  <a:pt x="842653" y="449373"/>
                </a:lnTo>
                <a:close/>
                <a:moveTo>
                  <a:pt x="821675" y="489379"/>
                </a:moveTo>
                <a:lnTo>
                  <a:pt x="822577" y="490066"/>
                </a:lnTo>
                <a:lnTo>
                  <a:pt x="822693" y="489862"/>
                </a:lnTo>
                <a:close/>
                <a:moveTo>
                  <a:pt x="829614" y="471590"/>
                </a:moveTo>
                <a:lnTo>
                  <a:pt x="829565" y="472184"/>
                </a:lnTo>
                <a:lnTo>
                  <a:pt x="831160" y="473521"/>
                </a:lnTo>
                <a:lnTo>
                  <a:pt x="831366" y="472727"/>
                </a:lnTo>
                <a:close/>
                <a:moveTo>
                  <a:pt x="828559" y="473696"/>
                </a:moveTo>
                <a:lnTo>
                  <a:pt x="828543" y="474997"/>
                </a:lnTo>
                <a:lnTo>
                  <a:pt x="828722" y="475329"/>
                </a:lnTo>
                <a:lnTo>
                  <a:pt x="828822" y="474111"/>
                </a:lnTo>
                <a:close/>
                <a:moveTo>
                  <a:pt x="289859" y="1679778"/>
                </a:moveTo>
                <a:lnTo>
                  <a:pt x="296408" y="1684826"/>
                </a:lnTo>
                <a:lnTo>
                  <a:pt x="301539" y="1685359"/>
                </a:lnTo>
                <a:close/>
                <a:moveTo>
                  <a:pt x="860918" y="401064"/>
                </a:moveTo>
                <a:lnTo>
                  <a:pt x="860261" y="404242"/>
                </a:lnTo>
                <a:lnTo>
                  <a:pt x="864674" y="407823"/>
                </a:lnTo>
                <a:lnTo>
                  <a:pt x="865285" y="405671"/>
                </a:lnTo>
                <a:close/>
                <a:moveTo>
                  <a:pt x="880413" y="357276"/>
                </a:moveTo>
                <a:lnTo>
                  <a:pt x="881757" y="360148"/>
                </a:lnTo>
                <a:lnTo>
                  <a:pt x="882824" y="361231"/>
                </a:lnTo>
                <a:lnTo>
                  <a:pt x="883032" y="358790"/>
                </a:lnTo>
                <a:close/>
                <a:moveTo>
                  <a:pt x="851726" y="421401"/>
                </a:moveTo>
                <a:lnTo>
                  <a:pt x="851516" y="423948"/>
                </a:lnTo>
                <a:lnTo>
                  <a:pt x="852639" y="425641"/>
                </a:lnTo>
                <a:lnTo>
                  <a:pt x="853441" y="423733"/>
                </a:lnTo>
                <a:lnTo>
                  <a:pt x="853438" y="423641"/>
                </a:lnTo>
                <a:lnTo>
                  <a:pt x="853062" y="422655"/>
                </a:lnTo>
                <a:lnTo>
                  <a:pt x="852448" y="422043"/>
                </a:lnTo>
                <a:close/>
                <a:moveTo>
                  <a:pt x="879533" y="358999"/>
                </a:moveTo>
                <a:lnTo>
                  <a:pt x="879194" y="360187"/>
                </a:lnTo>
                <a:lnTo>
                  <a:pt x="881217" y="362014"/>
                </a:lnTo>
                <a:close/>
                <a:moveTo>
                  <a:pt x="901824" y="308817"/>
                </a:moveTo>
                <a:lnTo>
                  <a:pt x="900585" y="313618"/>
                </a:lnTo>
                <a:lnTo>
                  <a:pt x="911110" y="326106"/>
                </a:lnTo>
                <a:lnTo>
                  <a:pt x="913240" y="320718"/>
                </a:lnTo>
                <a:lnTo>
                  <a:pt x="906884" y="314012"/>
                </a:lnTo>
                <a:close/>
                <a:moveTo>
                  <a:pt x="829756" y="469866"/>
                </a:moveTo>
                <a:lnTo>
                  <a:pt x="829753" y="469910"/>
                </a:lnTo>
                <a:lnTo>
                  <a:pt x="830183" y="470171"/>
                </a:lnTo>
                <a:close/>
                <a:moveTo>
                  <a:pt x="828572" y="472484"/>
                </a:moveTo>
                <a:lnTo>
                  <a:pt x="828570" y="472703"/>
                </a:lnTo>
                <a:lnTo>
                  <a:pt x="828899" y="473177"/>
                </a:lnTo>
                <a:lnTo>
                  <a:pt x="828936" y="472732"/>
                </a:lnTo>
                <a:close/>
                <a:moveTo>
                  <a:pt x="333559" y="1580881"/>
                </a:moveTo>
                <a:lnTo>
                  <a:pt x="334187" y="1581806"/>
                </a:lnTo>
                <a:lnTo>
                  <a:pt x="340768" y="1583960"/>
                </a:lnTo>
                <a:lnTo>
                  <a:pt x="338398" y="1582009"/>
                </a:lnTo>
                <a:lnTo>
                  <a:pt x="338097" y="1581854"/>
                </a:lnTo>
                <a:close/>
                <a:moveTo>
                  <a:pt x="898359" y="316182"/>
                </a:moveTo>
                <a:lnTo>
                  <a:pt x="896809" y="323484"/>
                </a:lnTo>
                <a:lnTo>
                  <a:pt x="897649" y="324466"/>
                </a:lnTo>
                <a:lnTo>
                  <a:pt x="899254" y="318249"/>
                </a:lnTo>
                <a:close/>
                <a:moveTo>
                  <a:pt x="880058" y="357148"/>
                </a:moveTo>
                <a:lnTo>
                  <a:pt x="879777" y="358139"/>
                </a:lnTo>
                <a:lnTo>
                  <a:pt x="881195" y="359578"/>
                </a:lnTo>
                <a:close/>
                <a:moveTo>
                  <a:pt x="270079" y="1722910"/>
                </a:moveTo>
                <a:lnTo>
                  <a:pt x="270961" y="1723243"/>
                </a:lnTo>
                <a:lnTo>
                  <a:pt x="270824" y="1723119"/>
                </a:lnTo>
                <a:close/>
                <a:moveTo>
                  <a:pt x="898594" y="315071"/>
                </a:moveTo>
                <a:lnTo>
                  <a:pt x="898513" y="315449"/>
                </a:lnTo>
                <a:lnTo>
                  <a:pt x="899431" y="317564"/>
                </a:lnTo>
                <a:lnTo>
                  <a:pt x="899726" y="316422"/>
                </a:lnTo>
                <a:close/>
                <a:moveTo>
                  <a:pt x="851879" y="419548"/>
                </a:moveTo>
                <a:lnTo>
                  <a:pt x="851807" y="420423"/>
                </a:lnTo>
                <a:lnTo>
                  <a:pt x="852461" y="421078"/>
                </a:lnTo>
                <a:close/>
                <a:moveTo>
                  <a:pt x="828585" y="471550"/>
                </a:moveTo>
                <a:lnTo>
                  <a:pt x="828574" y="472365"/>
                </a:lnTo>
                <a:lnTo>
                  <a:pt x="828945" y="472618"/>
                </a:lnTo>
                <a:lnTo>
                  <a:pt x="829005" y="471903"/>
                </a:lnTo>
                <a:close/>
                <a:moveTo>
                  <a:pt x="851091" y="420836"/>
                </a:moveTo>
                <a:lnTo>
                  <a:pt x="851011" y="422519"/>
                </a:lnTo>
                <a:lnTo>
                  <a:pt x="851205" y="420937"/>
                </a:lnTo>
                <a:close/>
                <a:moveTo>
                  <a:pt x="829902" y="468093"/>
                </a:moveTo>
                <a:lnTo>
                  <a:pt x="829786" y="469514"/>
                </a:lnTo>
                <a:lnTo>
                  <a:pt x="831837" y="470917"/>
                </a:lnTo>
                <a:lnTo>
                  <a:pt x="832223" y="469433"/>
                </a:lnTo>
                <a:close/>
                <a:moveTo>
                  <a:pt x="828592" y="470926"/>
                </a:moveTo>
                <a:lnTo>
                  <a:pt x="828586" y="471364"/>
                </a:lnTo>
                <a:lnTo>
                  <a:pt x="829019" y="471727"/>
                </a:lnTo>
                <a:lnTo>
                  <a:pt x="829060" y="471230"/>
                </a:lnTo>
                <a:close/>
                <a:moveTo>
                  <a:pt x="899003" y="313138"/>
                </a:moveTo>
                <a:lnTo>
                  <a:pt x="898651" y="314802"/>
                </a:lnTo>
                <a:lnTo>
                  <a:pt x="899793" y="316165"/>
                </a:lnTo>
                <a:lnTo>
                  <a:pt x="900206" y="314565"/>
                </a:lnTo>
                <a:close/>
                <a:moveTo>
                  <a:pt x="810589" y="510839"/>
                </a:moveTo>
                <a:lnTo>
                  <a:pt x="810445" y="511336"/>
                </a:lnTo>
                <a:lnTo>
                  <a:pt x="810643" y="510988"/>
                </a:lnTo>
                <a:close/>
                <a:moveTo>
                  <a:pt x="845149" y="433086"/>
                </a:moveTo>
                <a:lnTo>
                  <a:pt x="848239" y="436099"/>
                </a:lnTo>
                <a:lnTo>
                  <a:pt x="848883" y="434569"/>
                </a:lnTo>
                <a:close/>
                <a:moveTo>
                  <a:pt x="898087" y="314465"/>
                </a:moveTo>
                <a:lnTo>
                  <a:pt x="898154" y="314622"/>
                </a:lnTo>
                <a:lnTo>
                  <a:pt x="898167" y="314561"/>
                </a:lnTo>
                <a:close/>
                <a:moveTo>
                  <a:pt x="830005" y="466852"/>
                </a:moveTo>
                <a:lnTo>
                  <a:pt x="829917" y="467915"/>
                </a:lnTo>
                <a:lnTo>
                  <a:pt x="832128" y="469191"/>
                </a:lnTo>
                <a:lnTo>
                  <a:pt x="830262" y="467102"/>
                </a:lnTo>
                <a:close/>
                <a:moveTo>
                  <a:pt x="882877" y="348299"/>
                </a:moveTo>
                <a:lnTo>
                  <a:pt x="880597" y="355254"/>
                </a:lnTo>
                <a:lnTo>
                  <a:pt x="880182" y="356713"/>
                </a:lnTo>
                <a:lnTo>
                  <a:pt x="883067" y="358380"/>
                </a:lnTo>
                <a:lnTo>
                  <a:pt x="883863" y="349005"/>
                </a:lnTo>
                <a:close/>
                <a:moveTo>
                  <a:pt x="332813" y="1579783"/>
                </a:moveTo>
                <a:lnTo>
                  <a:pt x="332873" y="1579871"/>
                </a:lnTo>
                <a:lnTo>
                  <a:pt x="335251" y="1580376"/>
                </a:lnTo>
                <a:lnTo>
                  <a:pt x="334189" y="1579824"/>
                </a:lnTo>
                <a:close/>
                <a:moveTo>
                  <a:pt x="883423" y="346634"/>
                </a:moveTo>
                <a:lnTo>
                  <a:pt x="883009" y="347896"/>
                </a:lnTo>
                <a:lnTo>
                  <a:pt x="883903" y="348537"/>
                </a:lnTo>
                <a:lnTo>
                  <a:pt x="883947" y="348011"/>
                </a:lnTo>
                <a:close/>
                <a:moveTo>
                  <a:pt x="808624" y="513965"/>
                </a:moveTo>
                <a:lnTo>
                  <a:pt x="808527" y="514378"/>
                </a:lnTo>
                <a:lnTo>
                  <a:pt x="808578" y="514609"/>
                </a:lnTo>
                <a:lnTo>
                  <a:pt x="808775" y="514262"/>
                </a:lnTo>
                <a:close/>
                <a:moveTo>
                  <a:pt x="828614" y="469047"/>
                </a:moveTo>
                <a:lnTo>
                  <a:pt x="828612" y="469220"/>
                </a:lnTo>
                <a:lnTo>
                  <a:pt x="829197" y="469574"/>
                </a:lnTo>
                <a:lnTo>
                  <a:pt x="829205" y="469471"/>
                </a:lnTo>
                <a:close/>
                <a:moveTo>
                  <a:pt x="856574" y="406250"/>
                </a:moveTo>
                <a:lnTo>
                  <a:pt x="856648" y="408366"/>
                </a:lnTo>
                <a:lnTo>
                  <a:pt x="856907" y="407114"/>
                </a:lnTo>
                <a:close/>
                <a:moveTo>
                  <a:pt x="884289" y="343994"/>
                </a:moveTo>
                <a:lnTo>
                  <a:pt x="883608" y="346073"/>
                </a:lnTo>
                <a:lnTo>
                  <a:pt x="884020" y="347158"/>
                </a:lnTo>
                <a:close/>
                <a:moveTo>
                  <a:pt x="309174" y="1631689"/>
                </a:moveTo>
                <a:lnTo>
                  <a:pt x="315431" y="1636993"/>
                </a:lnTo>
                <a:lnTo>
                  <a:pt x="318009" y="1637003"/>
                </a:lnTo>
                <a:lnTo>
                  <a:pt x="318945" y="1635393"/>
                </a:lnTo>
                <a:lnTo>
                  <a:pt x="312997" y="1632921"/>
                </a:lnTo>
                <a:lnTo>
                  <a:pt x="310973" y="1632049"/>
                </a:lnTo>
                <a:close/>
                <a:moveTo>
                  <a:pt x="851232" y="417851"/>
                </a:moveTo>
                <a:lnTo>
                  <a:pt x="851142" y="419758"/>
                </a:lnTo>
                <a:lnTo>
                  <a:pt x="851328" y="419944"/>
                </a:lnTo>
                <a:lnTo>
                  <a:pt x="851498" y="418550"/>
                </a:lnTo>
                <a:close/>
                <a:moveTo>
                  <a:pt x="839017" y="445056"/>
                </a:moveTo>
                <a:lnTo>
                  <a:pt x="839765" y="446469"/>
                </a:lnTo>
                <a:lnTo>
                  <a:pt x="842715" y="448585"/>
                </a:lnTo>
                <a:lnTo>
                  <a:pt x="842921" y="448738"/>
                </a:lnTo>
                <a:lnTo>
                  <a:pt x="843053" y="448422"/>
                </a:lnTo>
                <a:close/>
                <a:moveTo>
                  <a:pt x="317798" y="1612131"/>
                </a:moveTo>
                <a:lnTo>
                  <a:pt x="320760" y="1613498"/>
                </a:lnTo>
                <a:lnTo>
                  <a:pt x="322218" y="1613768"/>
                </a:lnTo>
                <a:lnTo>
                  <a:pt x="320394" y="1612407"/>
                </a:lnTo>
                <a:close/>
                <a:moveTo>
                  <a:pt x="878634" y="356248"/>
                </a:moveTo>
                <a:lnTo>
                  <a:pt x="879427" y="357670"/>
                </a:lnTo>
                <a:lnTo>
                  <a:pt x="879693" y="356861"/>
                </a:lnTo>
                <a:close/>
                <a:moveTo>
                  <a:pt x="809513" y="510896"/>
                </a:moveTo>
                <a:lnTo>
                  <a:pt x="809770" y="511405"/>
                </a:lnTo>
                <a:lnTo>
                  <a:pt x="809827" y="511220"/>
                </a:lnTo>
                <a:close/>
                <a:moveTo>
                  <a:pt x="808292" y="513308"/>
                </a:moveTo>
                <a:lnTo>
                  <a:pt x="808328" y="513474"/>
                </a:lnTo>
                <a:lnTo>
                  <a:pt x="808344" y="513410"/>
                </a:lnTo>
                <a:close/>
                <a:moveTo>
                  <a:pt x="818468" y="490436"/>
                </a:moveTo>
                <a:lnTo>
                  <a:pt x="818007" y="492097"/>
                </a:lnTo>
                <a:lnTo>
                  <a:pt x="819027" y="493087"/>
                </a:lnTo>
                <a:lnTo>
                  <a:pt x="820249" y="494147"/>
                </a:lnTo>
                <a:lnTo>
                  <a:pt x="820977" y="492870"/>
                </a:lnTo>
                <a:close/>
                <a:moveTo>
                  <a:pt x="900261" y="307210"/>
                </a:moveTo>
                <a:lnTo>
                  <a:pt x="899240" y="312023"/>
                </a:lnTo>
                <a:lnTo>
                  <a:pt x="900482" y="313497"/>
                </a:lnTo>
                <a:lnTo>
                  <a:pt x="901719" y="308708"/>
                </a:lnTo>
                <a:close/>
                <a:moveTo>
                  <a:pt x="828634" y="467360"/>
                </a:moveTo>
                <a:lnTo>
                  <a:pt x="828618" y="468717"/>
                </a:lnTo>
                <a:lnTo>
                  <a:pt x="829233" y="469137"/>
                </a:lnTo>
                <a:lnTo>
                  <a:pt x="829345" y="467772"/>
                </a:lnTo>
                <a:close/>
                <a:moveTo>
                  <a:pt x="809675" y="509533"/>
                </a:moveTo>
                <a:lnTo>
                  <a:pt x="809473" y="510385"/>
                </a:lnTo>
                <a:lnTo>
                  <a:pt x="809939" y="510854"/>
                </a:lnTo>
                <a:lnTo>
                  <a:pt x="810232" y="509897"/>
                </a:lnTo>
                <a:close/>
                <a:moveTo>
                  <a:pt x="348749" y="1541446"/>
                </a:moveTo>
                <a:lnTo>
                  <a:pt x="349585" y="1542597"/>
                </a:lnTo>
                <a:lnTo>
                  <a:pt x="350207" y="1543018"/>
                </a:lnTo>
                <a:lnTo>
                  <a:pt x="350585" y="1543080"/>
                </a:lnTo>
                <a:close/>
                <a:moveTo>
                  <a:pt x="324735" y="1595079"/>
                </a:moveTo>
                <a:lnTo>
                  <a:pt x="326390" y="1597164"/>
                </a:lnTo>
                <a:lnTo>
                  <a:pt x="329552" y="1598076"/>
                </a:lnTo>
                <a:lnTo>
                  <a:pt x="332604" y="1598571"/>
                </a:lnTo>
                <a:lnTo>
                  <a:pt x="331019" y="1596235"/>
                </a:lnTo>
                <a:close/>
                <a:moveTo>
                  <a:pt x="863602" y="388066"/>
                </a:moveTo>
                <a:lnTo>
                  <a:pt x="862461" y="393589"/>
                </a:lnTo>
                <a:lnTo>
                  <a:pt x="867179" y="399009"/>
                </a:lnTo>
                <a:lnTo>
                  <a:pt x="869346" y="391385"/>
                </a:lnTo>
                <a:close/>
                <a:moveTo>
                  <a:pt x="826318" y="470941"/>
                </a:moveTo>
                <a:lnTo>
                  <a:pt x="826895" y="471978"/>
                </a:lnTo>
                <a:lnTo>
                  <a:pt x="826946" y="471371"/>
                </a:lnTo>
                <a:close/>
                <a:moveTo>
                  <a:pt x="316668" y="1612137"/>
                </a:moveTo>
                <a:lnTo>
                  <a:pt x="317275" y="1612771"/>
                </a:lnTo>
                <a:lnTo>
                  <a:pt x="317927" y="1612974"/>
                </a:lnTo>
                <a:lnTo>
                  <a:pt x="318728" y="1613122"/>
                </a:lnTo>
                <a:close/>
                <a:moveTo>
                  <a:pt x="828655" y="465546"/>
                </a:moveTo>
                <a:lnTo>
                  <a:pt x="828636" y="467175"/>
                </a:lnTo>
                <a:lnTo>
                  <a:pt x="829360" y="467594"/>
                </a:lnTo>
                <a:lnTo>
                  <a:pt x="829464" y="466330"/>
                </a:lnTo>
                <a:close/>
                <a:moveTo>
                  <a:pt x="826645" y="469925"/>
                </a:moveTo>
                <a:lnTo>
                  <a:pt x="827022" y="470469"/>
                </a:lnTo>
                <a:lnTo>
                  <a:pt x="827040" y="470257"/>
                </a:lnTo>
                <a:close/>
                <a:moveTo>
                  <a:pt x="308172" y="1630840"/>
                </a:moveTo>
                <a:lnTo>
                  <a:pt x="308928" y="1631481"/>
                </a:lnTo>
                <a:lnTo>
                  <a:pt x="310212" y="1631720"/>
                </a:lnTo>
                <a:close/>
                <a:moveTo>
                  <a:pt x="856896" y="401989"/>
                </a:moveTo>
                <a:lnTo>
                  <a:pt x="856787" y="403274"/>
                </a:lnTo>
                <a:lnTo>
                  <a:pt x="857381" y="404818"/>
                </a:lnTo>
                <a:lnTo>
                  <a:pt x="857813" y="402732"/>
                </a:lnTo>
                <a:close/>
                <a:moveTo>
                  <a:pt x="348456" y="1540276"/>
                </a:moveTo>
                <a:lnTo>
                  <a:pt x="351833" y="1543283"/>
                </a:lnTo>
                <a:lnTo>
                  <a:pt x="355921" y="1543945"/>
                </a:lnTo>
                <a:lnTo>
                  <a:pt x="355511" y="1543720"/>
                </a:lnTo>
                <a:close/>
                <a:moveTo>
                  <a:pt x="316451" y="1611510"/>
                </a:moveTo>
                <a:lnTo>
                  <a:pt x="317091" y="1611806"/>
                </a:lnTo>
                <a:lnTo>
                  <a:pt x="320003" y="1612114"/>
                </a:lnTo>
                <a:lnTo>
                  <a:pt x="319796" y="1611960"/>
                </a:lnTo>
                <a:close/>
                <a:moveTo>
                  <a:pt x="820800" y="482026"/>
                </a:moveTo>
                <a:lnTo>
                  <a:pt x="819269" y="487549"/>
                </a:lnTo>
                <a:lnTo>
                  <a:pt x="821019" y="488882"/>
                </a:lnTo>
                <a:lnTo>
                  <a:pt x="822779" y="489712"/>
                </a:lnTo>
                <a:lnTo>
                  <a:pt x="824273" y="487091"/>
                </a:lnTo>
                <a:close/>
                <a:moveTo>
                  <a:pt x="852809" y="410313"/>
                </a:moveTo>
                <a:lnTo>
                  <a:pt x="852647" y="411631"/>
                </a:lnTo>
                <a:lnTo>
                  <a:pt x="853872" y="413745"/>
                </a:lnTo>
                <a:lnTo>
                  <a:pt x="854036" y="411813"/>
                </a:lnTo>
                <a:close/>
                <a:moveTo>
                  <a:pt x="828670" y="464208"/>
                </a:moveTo>
                <a:lnTo>
                  <a:pt x="828671" y="464245"/>
                </a:lnTo>
                <a:lnTo>
                  <a:pt x="828921" y="464487"/>
                </a:lnTo>
                <a:close/>
                <a:moveTo>
                  <a:pt x="826315" y="469449"/>
                </a:moveTo>
                <a:lnTo>
                  <a:pt x="826332" y="469474"/>
                </a:lnTo>
                <a:lnTo>
                  <a:pt x="827055" y="470081"/>
                </a:lnTo>
                <a:lnTo>
                  <a:pt x="827068" y="469938"/>
                </a:lnTo>
                <a:close/>
                <a:moveTo>
                  <a:pt x="890219" y="325907"/>
                </a:moveTo>
                <a:lnTo>
                  <a:pt x="889653" y="327637"/>
                </a:lnTo>
                <a:lnTo>
                  <a:pt x="893365" y="333150"/>
                </a:lnTo>
                <a:lnTo>
                  <a:pt x="889630" y="327705"/>
                </a:lnTo>
                <a:lnTo>
                  <a:pt x="887951" y="332826"/>
                </a:lnTo>
                <a:lnTo>
                  <a:pt x="886460" y="350370"/>
                </a:lnTo>
                <a:lnTo>
                  <a:pt x="890028" y="352928"/>
                </a:lnTo>
                <a:lnTo>
                  <a:pt x="894018" y="334119"/>
                </a:lnTo>
                <a:lnTo>
                  <a:pt x="893365" y="333150"/>
                </a:lnTo>
                <a:lnTo>
                  <a:pt x="894021" y="334106"/>
                </a:lnTo>
                <a:lnTo>
                  <a:pt x="894747" y="330684"/>
                </a:lnTo>
                <a:close/>
                <a:moveTo>
                  <a:pt x="864587" y="383301"/>
                </a:moveTo>
                <a:lnTo>
                  <a:pt x="863661" y="387781"/>
                </a:lnTo>
                <a:lnTo>
                  <a:pt x="869424" y="391109"/>
                </a:lnTo>
                <a:lnTo>
                  <a:pt x="869868" y="389546"/>
                </a:lnTo>
                <a:lnTo>
                  <a:pt x="867787" y="387045"/>
                </a:lnTo>
                <a:close/>
                <a:moveTo>
                  <a:pt x="353183" y="1528342"/>
                </a:moveTo>
                <a:lnTo>
                  <a:pt x="353869" y="1529339"/>
                </a:lnTo>
                <a:lnTo>
                  <a:pt x="355509" y="1529928"/>
                </a:lnTo>
                <a:lnTo>
                  <a:pt x="355338" y="1529545"/>
                </a:lnTo>
                <a:lnTo>
                  <a:pt x="354071" y="1528802"/>
                </a:lnTo>
                <a:close/>
                <a:moveTo>
                  <a:pt x="353732" y="1526970"/>
                </a:moveTo>
                <a:lnTo>
                  <a:pt x="354070" y="1527160"/>
                </a:lnTo>
                <a:lnTo>
                  <a:pt x="353961" y="1527021"/>
                </a:lnTo>
                <a:close/>
                <a:moveTo>
                  <a:pt x="876965" y="355285"/>
                </a:moveTo>
                <a:lnTo>
                  <a:pt x="878100" y="356437"/>
                </a:lnTo>
                <a:lnTo>
                  <a:pt x="877691" y="355704"/>
                </a:lnTo>
                <a:close/>
                <a:moveTo>
                  <a:pt x="808404" y="508705"/>
                </a:moveTo>
                <a:lnTo>
                  <a:pt x="809024" y="509931"/>
                </a:lnTo>
                <a:lnTo>
                  <a:pt x="809140" y="510048"/>
                </a:lnTo>
                <a:lnTo>
                  <a:pt x="809317" y="509300"/>
                </a:lnTo>
                <a:close/>
                <a:moveTo>
                  <a:pt x="837785" y="442727"/>
                </a:moveTo>
                <a:lnTo>
                  <a:pt x="838631" y="444326"/>
                </a:lnTo>
                <a:lnTo>
                  <a:pt x="843213" y="448043"/>
                </a:lnTo>
                <a:lnTo>
                  <a:pt x="843518" y="447320"/>
                </a:lnTo>
                <a:lnTo>
                  <a:pt x="841976" y="444598"/>
                </a:lnTo>
                <a:close/>
                <a:moveTo>
                  <a:pt x="853031" y="408498"/>
                </a:moveTo>
                <a:lnTo>
                  <a:pt x="852900" y="409570"/>
                </a:lnTo>
                <a:lnTo>
                  <a:pt x="854106" y="411003"/>
                </a:lnTo>
                <a:lnTo>
                  <a:pt x="854278" y="408973"/>
                </a:lnTo>
                <a:close/>
                <a:moveTo>
                  <a:pt x="323687" y="1593758"/>
                </a:moveTo>
                <a:lnTo>
                  <a:pt x="324396" y="1594651"/>
                </a:lnTo>
                <a:lnTo>
                  <a:pt x="330736" y="1595818"/>
                </a:lnTo>
                <a:lnTo>
                  <a:pt x="330675" y="1595729"/>
                </a:lnTo>
                <a:lnTo>
                  <a:pt x="327873" y="1595011"/>
                </a:lnTo>
                <a:close/>
                <a:moveTo>
                  <a:pt x="816952" y="489032"/>
                </a:moveTo>
                <a:lnTo>
                  <a:pt x="816794" y="489576"/>
                </a:lnTo>
                <a:lnTo>
                  <a:pt x="816778" y="490904"/>
                </a:lnTo>
                <a:lnTo>
                  <a:pt x="817652" y="491752"/>
                </a:lnTo>
                <a:lnTo>
                  <a:pt x="818112" y="490090"/>
                </a:lnTo>
                <a:lnTo>
                  <a:pt x="817161" y="489168"/>
                </a:lnTo>
                <a:close/>
                <a:moveTo>
                  <a:pt x="309534" y="1625180"/>
                </a:moveTo>
                <a:lnTo>
                  <a:pt x="316181" y="1630378"/>
                </a:lnTo>
                <a:lnTo>
                  <a:pt x="319455" y="1631463"/>
                </a:lnTo>
                <a:lnTo>
                  <a:pt x="311337" y="1625863"/>
                </a:lnTo>
                <a:close/>
                <a:moveTo>
                  <a:pt x="905347" y="290479"/>
                </a:moveTo>
                <a:lnTo>
                  <a:pt x="915953" y="302724"/>
                </a:lnTo>
                <a:lnTo>
                  <a:pt x="909891" y="281813"/>
                </a:lnTo>
                <a:lnTo>
                  <a:pt x="907055" y="287155"/>
                </a:lnTo>
                <a:close/>
                <a:moveTo>
                  <a:pt x="808818" y="506604"/>
                </a:moveTo>
                <a:lnTo>
                  <a:pt x="808726" y="506977"/>
                </a:lnTo>
                <a:lnTo>
                  <a:pt x="809361" y="507391"/>
                </a:lnTo>
                <a:lnTo>
                  <a:pt x="809176" y="506872"/>
                </a:lnTo>
                <a:close/>
                <a:moveTo>
                  <a:pt x="892308" y="319539"/>
                </a:moveTo>
                <a:lnTo>
                  <a:pt x="890483" y="325103"/>
                </a:lnTo>
                <a:lnTo>
                  <a:pt x="894934" y="329800"/>
                </a:lnTo>
                <a:lnTo>
                  <a:pt x="895613" y="326601"/>
                </a:lnTo>
                <a:close/>
                <a:moveTo>
                  <a:pt x="808925" y="506169"/>
                </a:moveTo>
                <a:lnTo>
                  <a:pt x="808895" y="506290"/>
                </a:lnTo>
                <a:lnTo>
                  <a:pt x="808995" y="506365"/>
                </a:lnTo>
                <a:close/>
                <a:moveTo>
                  <a:pt x="822609" y="475501"/>
                </a:moveTo>
                <a:lnTo>
                  <a:pt x="821322" y="480144"/>
                </a:lnTo>
                <a:lnTo>
                  <a:pt x="824212" y="484358"/>
                </a:lnTo>
                <a:lnTo>
                  <a:pt x="825253" y="485373"/>
                </a:lnTo>
                <a:lnTo>
                  <a:pt x="826429" y="483313"/>
                </a:lnTo>
                <a:lnTo>
                  <a:pt x="826437" y="482619"/>
                </a:lnTo>
                <a:close/>
                <a:moveTo>
                  <a:pt x="892542" y="318824"/>
                </a:moveTo>
                <a:lnTo>
                  <a:pt x="892469" y="319044"/>
                </a:lnTo>
                <a:lnTo>
                  <a:pt x="895736" y="326021"/>
                </a:lnTo>
                <a:lnTo>
                  <a:pt x="896324" y="323250"/>
                </a:lnTo>
                <a:close/>
                <a:moveTo>
                  <a:pt x="865339" y="379660"/>
                </a:moveTo>
                <a:lnTo>
                  <a:pt x="864628" y="383100"/>
                </a:lnTo>
                <a:lnTo>
                  <a:pt x="869935" y="389309"/>
                </a:lnTo>
                <a:lnTo>
                  <a:pt x="871228" y="384763"/>
                </a:lnTo>
                <a:close/>
                <a:moveTo>
                  <a:pt x="834826" y="447826"/>
                </a:moveTo>
                <a:lnTo>
                  <a:pt x="839116" y="454085"/>
                </a:lnTo>
                <a:lnTo>
                  <a:pt x="838927" y="453592"/>
                </a:lnTo>
                <a:lnTo>
                  <a:pt x="836535" y="449065"/>
                </a:lnTo>
                <a:close/>
                <a:moveTo>
                  <a:pt x="795088" y="536651"/>
                </a:moveTo>
                <a:lnTo>
                  <a:pt x="794921" y="538552"/>
                </a:lnTo>
                <a:lnTo>
                  <a:pt x="795217" y="538033"/>
                </a:lnTo>
                <a:lnTo>
                  <a:pt x="795274" y="537839"/>
                </a:lnTo>
                <a:close/>
                <a:moveTo>
                  <a:pt x="902729" y="295575"/>
                </a:moveTo>
                <a:lnTo>
                  <a:pt x="900324" y="306915"/>
                </a:lnTo>
                <a:lnTo>
                  <a:pt x="901792" y="308423"/>
                </a:lnTo>
                <a:lnTo>
                  <a:pt x="903279" y="302664"/>
                </a:lnTo>
                <a:lnTo>
                  <a:pt x="903447" y="302535"/>
                </a:lnTo>
                <a:lnTo>
                  <a:pt x="901898" y="308534"/>
                </a:lnTo>
                <a:lnTo>
                  <a:pt x="913390" y="320337"/>
                </a:lnTo>
                <a:lnTo>
                  <a:pt x="917815" y="309143"/>
                </a:lnTo>
                <a:lnTo>
                  <a:pt x="916154" y="303415"/>
                </a:lnTo>
                <a:lnTo>
                  <a:pt x="905199" y="290768"/>
                </a:lnTo>
                <a:close/>
                <a:moveTo>
                  <a:pt x="857299" y="397248"/>
                </a:moveTo>
                <a:lnTo>
                  <a:pt x="856934" y="401542"/>
                </a:lnTo>
                <a:lnTo>
                  <a:pt x="857896" y="402323"/>
                </a:lnTo>
                <a:lnTo>
                  <a:pt x="858651" y="398675"/>
                </a:lnTo>
                <a:close/>
                <a:moveTo>
                  <a:pt x="353255" y="1525300"/>
                </a:moveTo>
                <a:lnTo>
                  <a:pt x="353466" y="1525568"/>
                </a:lnTo>
                <a:lnTo>
                  <a:pt x="353564" y="1525590"/>
                </a:lnTo>
                <a:lnTo>
                  <a:pt x="353480" y="1525401"/>
                </a:lnTo>
                <a:close/>
                <a:moveTo>
                  <a:pt x="892155" y="318372"/>
                </a:moveTo>
                <a:lnTo>
                  <a:pt x="892247" y="318569"/>
                </a:lnTo>
                <a:lnTo>
                  <a:pt x="892268" y="318504"/>
                </a:lnTo>
                <a:close/>
                <a:moveTo>
                  <a:pt x="297459" y="1649999"/>
                </a:moveTo>
                <a:lnTo>
                  <a:pt x="302520" y="1654422"/>
                </a:lnTo>
                <a:lnTo>
                  <a:pt x="321729" y="1660956"/>
                </a:lnTo>
                <a:close/>
                <a:moveTo>
                  <a:pt x="825022" y="468611"/>
                </a:moveTo>
                <a:lnTo>
                  <a:pt x="826210" y="470749"/>
                </a:lnTo>
                <a:lnTo>
                  <a:pt x="826955" y="471258"/>
                </a:lnTo>
                <a:lnTo>
                  <a:pt x="826961" y="471184"/>
                </a:lnTo>
                <a:lnTo>
                  <a:pt x="826037" y="469730"/>
                </a:lnTo>
                <a:lnTo>
                  <a:pt x="825516" y="468980"/>
                </a:lnTo>
                <a:lnTo>
                  <a:pt x="825264" y="468768"/>
                </a:lnTo>
                <a:close/>
                <a:moveTo>
                  <a:pt x="282352" y="1683735"/>
                </a:moveTo>
                <a:lnTo>
                  <a:pt x="283762" y="1684834"/>
                </a:lnTo>
                <a:lnTo>
                  <a:pt x="293190" y="1689394"/>
                </a:lnTo>
                <a:lnTo>
                  <a:pt x="303364" y="1693705"/>
                </a:lnTo>
                <a:lnTo>
                  <a:pt x="293305" y="1685953"/>
                </a:lnTo>
                <a:lnTo>
                  <a:pt x="287798" y="1685466"/>
                </a:lnTo>
                <a:lnTo>
                  <a:pt x="287684" y="1685358"/>
                </a:lnTo>
                <a:lnTo>
                  <a:pt x="293161" y="1685843"/>
                </a:lnTo>
                <a:lnTo>
                  <a:pt x="291687" y="1684707"/>
                </a:lnTo>
                <a:close/>
                <a:moveTo>
                  <a:pt x="851657" y="408907"/>
                </a:moveTo>
                <a:lnTo>
                  <a:pt x="851612" y="409847"/>
                </a:lnTo>
                <a:lnTo>
                  <a:pt x="852401" y="411207"/>
                </a:lnTo>
                <a:lnTo>
                  <a:pt x="852550" y="409997"/>
                </a:lnTo>
                <a:close/>
                <a:moveTo>
                  <a:pt x="823876" y="470934"/>
                </a:moveTo>
                <a:lnTo>
                  <a:pt x="822763" y="474945"/>
                </a:lnTo>
                <a:lnTo>
                  <a:pt x="826447" y="481793"/>
                </a:lnTo>
                <a:lnTo>
                  <a:pt x="826498" y="477489"/>
                </a:lnTo>
                <a:lnTo>
                  <a:pt x="825255" y="475901"/>
                </a:lnTo>
                <a:lnTo>
                  <a:pt x="825739" y="476021"/>
                </a:lnTo>
                <a:lnTo>
                  <a:pt x="826504" y="476995"/>
                </a:lnTo>
                <a:lnTo>
                  <a:pt x="826509" y="476493"/>
                </a:lnTo>
                <a:lnTo>
                  <a:pt x="826657" y="474750"/>
                </a:lnTo>
                <a:close/>
                <a:moveTo>
                  <a:pt x="888523" y="326092"/>
                </a:moveTo>
                <a:lnTo>
                  <a:pt x="888083" y="331267"/>
                </a:lnTo>
                <a:lnTo>
                  <a:pt x="889374" y="327332"/>
                </a:lnTo>
                <a:close/>
                <a:moveTo>
                  <a:pt x="819558" y="480515"/>
                </a:moveTo>
                <a:lnTo>
                  <a:pt x="817755" y="486397"/>
                </a:lnTo>
                <a:lnTo>
                  <a:pt x="818896" y="487266"/>
                </a:lnTo>
                <a:lnTo>
                  <a:pt x="819247" y="486001"/>
                </a:lnTo>
                <a:lnTo>
                  <a:pt x="820525" y="481623"/>
                </a:lnTo>
                <a:lnTo>
                  <a:pt x="820181" y="481124"/>
                </a:lnTo>
                <a:close/>
                <a:moveTo>
                  <a:pt x="895927" y="309488"/>
                </a:moveTo>
                <a:lnTo>
                  <a:pt x="897784" y="313768"/>
                </a:lnTo>
                <a:lnTo>
                  <a:pt x="898224" y="314293"/>
                </a:lnTo>
                <a:lnTo>
                  <a:pt x="898576" y="312631"/>
                </a:lnTo>
                <a:close/>
                <a:moveTo>
                  <a:pt x="898084" y="304615"/>
                </a:moveTo>
                <a:lnTo>
                  <a:pt x="899885" y="306464"/>
                </a:lnTo>
                <a:lnTo>
                  <a:pt x="901818" y="297348"/>
                </a:lnTo>
                <a:close/>
                <a:moveTo>
                  <a:pt x="316111" y="1607545"/>
                </a:moveTo>
                <a:lnTo>
                  <a:pt x="322964" y="1611920"/>
                </a:lnTo>
                <a:lnTo>
                  <a:pt x="330201" y="1612893"/>
                </a:lnTo>
                <a:lnTo>
                  <a:pt x="325957" y="1609629"/>
                </a:lnTo>
                <a:lnTo>
                  <a:pt x="324086" y="1609163"/>
                </a:lnTo>
                <a:close/>
                <a:moveTo>
                  <a:pt x="895128" y="310936"/>
                </a:moveTo>
                <a:lnTo>
                  <a:pt x="892621" y="318583"/>
                </a:lnTo>
                <a:lnTo>
                  <a:pt x="896381" y="322983"/>
                </a:lnTo>
                <a:lnTo>
                  <a:pt x="897999" y="315355"/>
                </a:lnTo>
                <a:lnTo>
                  <a:pt x="897104" y="313295"/>
                </a:lnTo>
                <a:close/>
                <a:moveTo>
                  <a:pt x="824263" y="469538"/>
                </a:moveTo>
                <a:lnTo>
                  <a:pt x="824098" y="470134"/>
                </a:lnTo>
                <a:lnTo>
                  <a:pt x="826741" y="473777"/>
                </a:lnTo>
                <a:lnTo>
                  <a:pt x="826851" y="472479"/>
                </a:lnTo>
                <a:lnTo>
                  <a:pt x="825854" y="470626"/>
                </a:lnTo>
                <a:close/>
                <a:moveTo>
                  <a:pt x="308940" y="1623430"/>
                </a:moveTo>
                <a:lnTo>
                  <a:pt x="310968" y="1624803"/>
                </a:lnTo>
                <a:lnTo>
                  <a:pt x="316243" y="1626494"/>
                </a:lnTo>
                <a:lnTo>
                  <a:pt x="315983" y="1626193"/>
                </a:lnTo>
                <a:lnTo>
                  <a:pt x="314932" y="1625821"/>
                </a:lnTo>
                <a:close/>
                <a:moveTo>
                  <a:pt x="851700" y="407990"/>
                </a:moveTo>
                <a:lnTo>
                  <a:pt x="851693" y="408137"/>
                </a:lnTo>
                <a:lnTo>
                  <a:pt x="852640" y="409261"/>
                </a:lnTo>
                <a:lnTo>
                  <a:pt x="852747" y="408389"/>
                </a:lnTo>
                <a:close/>
                <a:moveTo>
                  <a:pt x="896157" y="308365"/>
                </a:moveTo>
                <a:lnTo>
                  <a:pt x="898813" y="311516"/>
                </a:lnTo>
                <a:lnTo>
                  <a:pt x="899822" y="306759"/>
                </a:lnTo>
                <a:lnTo>
                  <a:pt x="897964" y="304850"/>
                </a:lnTo>
                <a:close/>
                <a:moveTo>
                  <a:pt x="275721" y="1697588"/>
                </a:moveTo>
                <a:lnTo>
                  <a:pt x="281939" y="1700626"/>
                </a:lnTo>
                <a:lnTo>
                  <a:pt x="302896" y="1708510"/>
                </a:lnTo>
                <a:lnTo>
                  <a:pt x="304067" y="1708479"/>
                </a:lnTo>
                <a:lnTo>
                  <a:pt x="288072" y="1698200"/>
                </a:lnTo>
                <a:close/>
                <a:moveTo>
                  <a:pt x="895539" y="309685"/>
                </a:moveTo>
                <a:lnTo>
                  <a:pt x="895208" y="310694"/>
                </a:lnTo>
                <a:lnTo>
                  <a:pt x="896803" y="312597"/>
                </a:lnTo>
                <a:close/>
                <a:moveTo>
                  <a:pt x="824604" y="468339"/>
                </a:moveTo>
                <a:lnTo>
                  <a:pt x="824419" y="468973"/>
                </a:lnTo>
                <a:lnTo>
                  <a:pt x="824291" y="469436"/>
                </a:lnTo>
                <a:lnTo>
                  <a:pt x="825752" y="470436"/>
                </a:lnTo>
                <a:lnTo>
                  <a:pt x="824635" y="468359"/>
                </a:lnTo>
                <a:close/>
                <a:moveTo>
                  <a:pt x="867501" y="372045"/>
                </a:moveTo>
                <a:lnTo>
                  <a:pt x="865380" y="379503"/>
                </a:lnTo>
                <a:lnTo>
                  <a:pt x="871272" y="384607"/>
                </a:lnTo>
                <a:lnTo>
                  <a:pt x="872997" y="378534"/>
                </a:lnTo>
                <a:lnTo>
                  <a:pt x="872013" y="376679"/>
                </a:lnTo>
                <a:close/>
                <a:moveTo>
                  <a:pt x="888677" y="324280"/>
                </a:moveTo>
                <a:lnTo>
                  <a:pt x="888533" y="325973"/>
                </a:lnTo>
                <a:lnTo>
                  <a:pt x="889398" y="327258"/>
                </a:lnTo>
                <a:lnTo>
                  <a:pt x="889939" y="325610"/>
                </a:lnTo>
                <a:close/>
                <a:moveTo>
                  <a:pt x="831140" y="453101"/>
                </a:moveTo>
                <a:lnTo>
                  <a:pt x="830424" y="461771"/>
                </a:lnTo>
                <a:lnTo>
                  <a:pt x="833374" y="465014"/>
                </a:lnTo>
                <a:lnTo>
                  <a:pt x="834738" y="459773"/>
                </a:lnTo>
                <a:lnTo>
                  <a:pt x="834866" y="459676"/>
                </a:lnTo>
                <a:lnTo>
                  <a:pt x="833453" y="465102"/>
                </a:lnTo>
                <a:lnTo>
                  <a:pt x="835219" y="467044"/>
                </a:lnTo>
                <a:lnTo>
                  <a:pt x="839026" y="457996"/>
                </a:lnTo>
                <a:lnTo>
                  <a:pt x="837066" y="455746"/>
                </a:lnTo>
                <a:close/>
                <a:moveTo>
                  <a:pt x="825127" y="466550"/>
                </a:moveTo>
                <a:lnTo>
                  <a:pt x="824987" y="467027"/>
                </a:lnTo>
                <a:lnTo>
                  <a:pt x="827202" y="468367"/>
                </a:lnTo>
                <a:lnTo>
                  <a:pt x="827228" y="468054"/>
                </a:lnTo>
                <a:close/>
                <a:moveTo>
                  <a:pt x="825430" y="465509"/>
                </a:moveTo>
                <a:lnTo>
                  <a:pt x="825180" y="466368"/>
                </a:lnTo>
                <a:lnTo>
                  <a:pt x="827252" y="467783"/>
                </a:lnTo>
                <a:lnTo>
                  <a:pt x="827351" y="466619"/>
                </a:lnTo>
                <a:close/>
                <a:moveTo>
                  <a:pt x="904034" y="289423"/>
                </a:moveTo>
                <a:lnTo>
                  <a:pt x="902989" y="294351"/>
                </a:lnTo>
                <a:lnTo>
                  <a:pt x="905008" y="290547"/>
                </a:lnTo>
                <a:close/>
                <a:moveTo>
                  <a:pt x="891612" y="317212"/>
                </a:moveTo>
                <a:lnTo>
                  <a:pt x="891811" y="317636"/>
                </a:lnTo>
                <a:lnTo>
                  <a:pt x="892347" y="318263"/>
                </a:lnTo>
                <a:lnTo>
                  <a:pt x="894595" y="311406"/>
                </a:lnTo>
                <a:close/>
                <a:moveTo>
                  <a:pt x="868215" y="369528"/>
                </a:moveTo>
                <a:lnTo>
                  <a:pt x="867546" y="371885"/>
                </a:lnTo>
                <a:lnTo>
                  <a:pt x="871772" y="376225"/>
                </a:lnTo>
                <a:close/>
                <a:moveTo>
                  <a:pt x="846941" y="417142"/>
                </a:moveTo>
                <a:lnTo>
                  <a:pt x="848919" y="420037"/>
                </a:lnTo>
                <a:lnTo>
                  <a:pt x="850711" y="422736"/>
                </a:lnTo>
                <a:lnTo>
                  <a:pt x="850813" y="420588"/>
                </a:lnTo>
                <a:close/>
                <a:moveTo>
                  <a:pt x="821644" y="473707"/>
                </a:moveTo>
                <a:lnTo>
                  <a:pt x="820181" y="478480"/>
                </a:lnTo>
                <a:lnTo>
                  <a:pt x="821066" y="479770"/>
                </a:lnTo>
                <a:lnTo>
                  <a:pt x="822416" y="475142"/>
                </a:lnTo>
                <a:close/>
                <a:moveTo>
                  <a:pt x="897336" y="304205"/>
                </a:moveTo>
                <a:lnTo>
                  <a:pt x="896599" y="306451"/>
                </a:lnTo>
                <a:lnTo>
                  <a:pt x="897608" y="304486"/>
                </a:lnTo>
                <a:close/>
                <a:moveTo>
                  <a:pt x="826133" y="463103"/>
                </a:moveTo>
                <a:lnTo>
                  <a:pt x="825477" y="465349"/>
                </a:lnTo>
                <a:lnTo>
                  <a:pt x="827366" y="466441"/>
                </a:lnTo>
                <a:lnTo>
                  <a:pt x="827534" y="464460"/>
                </a:lnTo>
                <a:close/>
                <a:moveTo>
                  <a:pt x="888815" y="322655"/>
                </a:moveTo>
                <a:lnTo>
                  <a:pt x="888762" y="323286"/>
                </a:lnTo>
                <a:lnTo>
                  <a:pt x="890202" y="324806"/>
                </a:lnTo>
                <a:lnTo>
                  <a:pt x="892085" y="319064"/>
                </a:lnTo>
                <a:lnTo>
                  <a:pt x="891406" y="317614"/>
                </a:lnTo>
                <a:close/>
                <a:moveTo>
                  <a:pt x="826516" y="461792"/>
                </a:moveTo>
                <a:lnTo>
                  <a:pt x="826432" y="462078"/>
                </a:lnTo>
                <a:lnTo>
                  <a:pt x="827638" y="463245"/>
                </a:lnTo>
                <a:lnTo>
                  <a:pt x="827653" y="463066"/>
                </a:lnTo>
                <a:close/>
                <a:moveTo>
                  <a:pt x="854098" y="399819"/>
                </a:moveTo>
                <a:lnTo>
                  <a:pt x="853063" y="408240"/>
                </a:lnTo>
                <a:lnTo>
                  <a:pt x="854300" y="408713"/>
                </a:lnTo>
                <a:lnTo>
                  <a:pt x="854883" y="401859"/>
                </a:lnTo>
                <a:close/>
                <a:moveTo>
                  <a:pt x="822902" y="469600"/>
                </a:moveTo>
                <a:lnTo>
                  <a:pt x="821808" y="473169"/>
                </a:lnTo>
                <a:lnTo>
                  <a:pt x="822576" y="474596"/>
                </a:lnTo>
                <a:lnTo>
                  <a:pt x="823711" y="470708"/>
                </a:lnTo>
                <a:close/>
                <a:moveTo>
                  <a:pt x="799333" y="521963"/>
                </a:moveTo>
                <a:lnTo>
                  <a:pt x="799539" y="523283"/>
                </a:lnTo>
                <a:lnTo>
                  <a:pt x="799718" y="522555"/>
                </a:lnTo>
                <a:lnTo>
                  <a:pt x="799698" y="522291"/>
                </a:lnTo>
                <a:lnTo>
                  <a:pt x="799334" y="521966"/>
                </a:lnTo>
                <a:close/>
                <a:moveTo>
                  <a:pt x="818321" y="479310"/>
                </a:moveTo>
                <a:lnTo>
                  <a:pt x="816870" y="483149"/>
                </a:lnTo>
                <a:lnTo>
                  <a:pt x="816840" y="485701"/>
                </a:lnTo>
                <a:lnTo>
                  <a:pt x="817494" y="486199"/>
                </a:lnTo>
                <a:lnTo>
                  <a:pt x="819309" y="480272"/>
                </a:lnTo>
                <a:close/>
                <a:moveTo>
                  <a:pt x="823506" y="467624"/>
                </a:moveTo>
                <a:lnTo>
                  <a:pt x="823141" y="468815"/>
                </a:lnTo>
                <a:lnTo>
                  <a:pt x="823941" y="469918"/>
                </a:lnTo>
                <a:lnTo>
                  <a:pt x="824435" y="468227"/>
                </a:lnTo>
                <a:close/>
                <a:moveTo>
                  <a:pt x="818540" y="478729"/>
                </a:moveTo>
                <a:lnTo>
                  <a:pt x="818512" y="478803"/>
                </a:lnTo>
                <a:lnTo>
                  <a:pt x="818748" y="479033"/>
                </a:lnTo>
                <a:close/>
                <a:moveTo>
                  <a:pt x="831507" y="449368"/>
                </a:moveTo>
                <a:lnTo>
                  <a:pt x="831326" y="450845"/>
                </a:lnTo>
                <a:lnTo>
                  <a:pt x="831202" y="452347"/>
                </a:lnTo>
                <a:lnTo>
                  <a:pt x="835652" y="454125"/>
                </a:lnTo>
                <a:close/>
                <a:moveTo>
                  <a:pt x="850202" y="407417"/>
                </a:moveTo>
                <a:lnTo>
                  <a:pt x="851395" y="409472"/>
                </a:lnTo>
                <a:lnTo>
                  <a:pt x="851445" y="408648"/>
                </a:lnTo>
                <a:lnTo>
                  <a:pt x="850543" y="407548"/>
                </a:lnTo>
                <a:close/>
                <a:moveTo>
                  <a:pt x="824068" y="465791"/>
                </a:moveTo>
                <a:lnTo>
                  <a:pt x="823979" y="466081"/>
                </a:lnTo>
                <a:lnTo>
                  <a:pt x="824383" y="466662"/>
                </a:lnTo>
                <a:lnTo>
                  <a:pt x="824814" y="466924"/>
                </a:lnTo>
                <a:lnTo>
                  <a:pt x="824959" y="466429"/>
                </a:lnTo>
                <a:close/>
                <a:moveTo>
                  <a:pt x="824346" y="464883"/>
                </a:moveTo>
                <a:lnTo>
                  <a:pt x="824114" y="465640"/>
                </a:lnTo>
                <a:lnTo>
                  <a:pt x="825011" y="466251"/>
                </a:lnTo>
                <a:lnTo>
                  <a:pt x="825257" y="465409"/>
                </a:lnTo>
                <a:close/>
                <a:moveTo>
                  <a:pt x="820937" y="472391"/>
                </a:moveTo>
                <a:lnTo>
                  <a:pt x="819184" y="477025"/>
                </a:lnTo>
                <a:lnTo>
                  <a:pt x="819958" y="478154"/>
                </a:lnTo>
                <a:lnTo>
                  <a:pt x="821438" y="473323"/>
                </a:lnTo>
                <a:close/>
                <a:moveTo>
                  <a:pt x="880586" y="338674"/>
                </a:moveTo>
                <a:lnTo>
                  <a:pt x="880849" y="338832"/>
                </a:lnTo>
                <a:lnTo>
                  <a:pt x="883404" y="345540"/>
                </a:lnTo>
                <a:lnTo>
                  <a:pt x="884421" y="342437"/>
                </a:lnTo>
                <a:lnTo>
                  <a:pt x="885565" y="328983"/>
                </a:lnTo>
                <a:close/>
                <a:moveTo>
                  <a:pt x="321371" y="1590840"/>
                </a:moveTo>
                <a:lnTo>
                  <a:pt x="322205" y="1591892"/>
                </a:lnTo>
                <a:lnTo>
                  <a:pt x="328436" y="1593486"/>
                </a:lnTo>
                <a:lnTo>
                  <a:pt x="327140" y="1592464"/>
                </a:lnTo>
                <a:close/>
                <a:moveTo>
                  <a:pt x="828276" y="455760"/>
                </a:moveTo>
                <a:lnTo>
                  <a:pt x="827470" y="458522"/>
                </a:lnTo>
                <a:lnTo>
                  <a:pt x="827992" y="459096"/>
                </a:lnTo>
                <a:close/>
                <a:moveTo>
                  <a:pt x="870721" y="360715"/>
                </a:moveTo>
                <a:lnTo>
                  <a:pt x="868703" y="367813"/>
                </a:lnTo>
                <a:lnTo>
                  <a:pt x="873679" y="376136"/>
                </a:lnTo>
                <a:lnTo>
                  <a:pt x="875674" y="369115"/>
                </a:lnTo>
                <a:lnTo>
                  <a:pt x="876768" y="365779"/>
                </a:lnTo>
                <a:close/>
                <a:moveTo>
                  <a:pt x="283664" y="1675005"/>
                </a:moveTo>
                <a:lnTo>
                  <a:pt x="288644" y="1678842"/>
                </a:lnTo>
                <a:lnTo>
                  <a:pt x="302490" y="1685459"/>
                </a:lnTo>
                <a:lnTo>
                  <a:pt x="303956" y="1685611"/>
                </a:lnTo>
                <a:lnTo>
                  <a:pt x="304898" y="1685697"/>
                </a:lnTo>
                <a:lnTo>
                  <a:pt x="300541" y="1680117"/>
                </a:lnTo>
                <a:lnTo>
                  <a:pt x="298629" y="1679755"/>
                </a:lnTo>
                <a:close/>
                <a:moveTo>
                  <a:pt x="273583" y="1697482"/>
                </a:moveTo>
                <a:lnTo>
                  <a:pt x="274466" y="1697814"/>
                </a:lnTo>
                <a:lnTo>
                  <a:pt x="273810" y="1697493"/>
                </a:lnTo>
                <a:close/>
                <a:moveTo>
                  <a:pt x="822303" y="468778"/>
                </a:moveTo>
                <a:lnTo>
                  <a:pt x="821124" y="471895"/>
                </a:lnTo>
                <a:lnTo>
                  <a:pt x="821603" y="472786"/>
                </a:lnTo>
                <a:lnTo>
                  <a:pt x="822675" y="469288"/>
                </a:lnTo>
                <a:close/>
                <a:moveTo>
                  <a:pt x="351441" y="1522989"/>
                </a:moveTo>
                <a:lnTo>
                  <a:pt x="352471" y="1524301"/>
                </a:lnTo>
                <a:lnTo>
                  <a:pt x="353112" y="1524580"/>
                </a:lnTo>
                <a:lnTo>
                  <a:pt x="352871" y="1524043"/>
                </a:lnTo>
                <a:close/>
                <a:moveTo>
                  <a:pt x="875219" y="350139"/>
                </a:moveTo>
                <a:lnTo>
                  <a:pt x="878279" y="355615"/>
                </a:lnTo>
                <a:lnTo>
                  <a:pt x="879733" y="356455"/>
                </a:lnTo>
                <a:lnTo>
                  <a:pt x="876047" y="348579"/>
                </a:lnTo>
                <a:close/>
                <a:moveTo>
                  <a:pt x="825175" y="462176"/>
                </a:moveTo>
                <a:lnTo>
                  <a:pt x="824395" y="464724"/>
                </a:lnTo>
                <a:lnTo>
                  <a:pt x="825303" y="465249"/>
                </a:lnTo>
                <a:lnTo>
                  <a:pt x="825974" y="462949"/>
                </a:lnTo>
                <a:close/>
                <a:moveTo>
                  <a:pt x="822891" y="467226"/>
                </a:moveTo>
                <a:lnTo>
                  <a:pt x="822582" y="468043"/>
                </a:lnTo>
                <a:lnTo>
                  <a:pt x="822916" y="468503"/>
                </a:lnTo>
                <a:lnTo>
                  <a:pt x="823238" y="467451"/>
                </a:lnTo>
                <a:close/>
                <a:moveTo>
                  <a:pt x="829513" y="452374"/>
                </a:moveTo>
                <a:lnTo>
                  <a:pt x="828860" y="460051"/>
                </a:lnTo>
                <a:lnTo>
                  <a:pt x="829890" y="461184"/>
                </a:lnTo>
                <a:lnTo>
                  <a:pt x="830004" y="459801"/>
                </a:lnTo>
                <a:lnTo>
                  <a:pt x="830843" y="452969"/>
                </a:lnTo>
                <a:close/>
                <a:moveTo>
                  <a:pt x="823359" y="465988"/>
                </a:moveTo>
                <a:lnTo>
                  <a:pt x="823342" y="466033"/>
                </a:lnTo>
                <a:lnTo>
                  <a:pt x="823404" y="466070"/>
                </a:lnTo>
                <a:close/>
                <a:moveTo>
                  <a:pt x="345211" y="1536573"/>
                </a:moveTo>
                <a:lnTo>
                  <a:pt x="345381" y="1536806"/>
                </a:lnTo>
                <a:lnTo>
                  <a:pt x="346618" y="1537409"/>
                </a:lnTo>
                <a:close/>
                <a:moveTo>
                  <a:pt x="823569" y="465433"/>
                </a:moveTo>
                <a:lnTo>
                  <a:pt x="823555" y="465469"/>
                </a:lnTo>
                <a:lnTo>
                  <a:pt x="823756" y="465760"/>
                </a:lnTo>
                <a:lnTo>
                  <a:pt x="823805" y="465602"/>
                </a:lnTo>
                <a:close/>
                <a:moveTo>
                  <a:pt x="831804" y="446962"/>
                </a:moveTo>
                <a:lnTo>
                  <a:pt x="831663" y="448107"/>
                </a:lnTo>
                <a:lnTo>
                  <a:pt x="836008" y="453093"/>
                </a:lnTo>
                <a:close/>
                <a:moveTo>
                  <a:pt x="874055" y="352331"/>
                </a:moveTo>
                <a:lnTo>
                  <a:pt x="875983" y="354288"/>
                </a:lnTo>
                <a:lnTo>
                  <a:pt x="877337" y="355070"/>
                </a:lnTo>
                <a:lnTo>
                  <a:pt x="874909" y="350724"/>
                </a:lnTo>
                <a:close/>
                <a:moveTo>
                  <a:pt x="902788" y="287982"/>
                </a:moveTo>
                <a:lnTo>
                  <a:pt x="899699" y="296994"/>
                </a:lnTo>
                <a:lnTo>
                  <a:pt x="897424" y="303936"/>
                </a:lnTo>
                <a:lnTo>
                  <a:pt x="897732" y="304253"/>
                </a:lnTo>
                <a:lnTo>
                  <a:pt x="902098" y="296028"/>
                </a:lnTo>
                <a:lnTo>
                  <a:pt x="903387" y="289951"/>
                </a:lnTo>
                <a:lnTo>
                  <a:pt x="903616" y="288938"/>
                </a:lnTo>
                <a:close/>
                <a:moveTo>
                  <a:pt x="825606" y="460771"/>
                </a:moveTo>
                <a:lnTo>
                  <a:pt x="825486" y="461162"/>
                </a:lnTo>
                <a:lnTo>
                  <a:pt x="826274" y="461924"/>
                </a:lnTo>
                <a:lnTo>
                  <a:pt x="826362" y="461619"/>
                </a:lnTo>
                <a:close/>
                <a:moveTo>
                  <a:pt x="823879" y="464613"/>
                </a:moveTo>
                <a:lnTo>
                  <a:pt x="823619" y="465300"/>
                </a:lnTo>
                <a:lnTo>
                  <a:pt x="823849" y="465458"/>
                </a:lnTo>
                <a:lnTo>
                  <a:pt x="824073" y="464725"/>
                </a:lnTo>
                <a:close/>
                <a:moveTo>
                  <a:pt x="873713" y="352976"/>
                </a:moveTo>
                <a:lnTo>
                  <a:pt x="874276" y="353301"/>
                </a:lnTo>
                <a:lnTo>
                  <a:pt x="873798" y="352816"/>
                </a:lnTo>
                <a:close/>
                <a:moveTo>
                  <a:pt x="873394" y="353579"/>
                </a:moveTo>
                <a:lnTo>
                  <a:pt x="875183" y="356565"/>
                </a:lnTo>
                <a:lnTo>
                  <a:pt x="878737" y="359775"/>
                </a:lnTo>
                <a:lnTo>
                  <a:pt x="879192" y="358389"/>
                </a:lnTo>
                <a:lnTo>
                  <a:pt x="879064" y="358161"/>
                </a:lnTo>
                <a:lnTo>
                  <a:pt x="875259" y="354299"/>
                </a:lnTo>
                <a:lnTo>
                  <a:pt x="873538" y="353306"/>
                </a:lnTo>
                <a:close/>
                <a:moveTo>
                  <a:pt x="875939" y="347718"/>
                </a:moveTo>
                <a:lnTo>
                  <a:pt x="876118" y="348101"/>
                </a:lnTo>
                <a:lnTo>
                  <a:pt x="880358" y="340115"/>
                </a:lnTo>
                <a:lnTo>
                  <a:pt x="880596" y="340010"/>
                </a:lnTo>
                <a:lnTo>
                  <a:pt x="876204" y="348284"/>
                </a:lnTo>
                <a:lnTo>
                  <a:pt x="879909" y="356201"/>
                </a:lnTo>
                <a:lnTo>
                  <a:pt x="882572" y="348079"/>
                </a:lnTo>
                <a:lnTo>
                  <a:pt x="882150" y="347777"/>
                </a:lnTo>
                <a:lnTo>
                  <a:pt x="882679" y="347754"/>
                </a:lnTo>
                <a:lnTo>
                  <a:pt x="883221" y="346100"/>
                </a:lnTo>
                <a:lnTo>
                  <a:pt x="880475" y="338889"/>
                </a:lnTo>
                <a:close/>
                <a:moveTo>
                  <a:pt x="872902" y="354503"/>
                </a:moveTo>
                <a:lnTo>
                  <a:pt x="874631" y="356066"/>
                </a:lnTo>
                <a:lnTo>
                  <a:pt x="873275" y="353801"/>
                </a:lnTo>
                <a:close/>
                <a:moveTo>
                  <a:pt x="845711" y="415340"/>
                </a:moveTo>
                <a:lnTo>
                  <a:pt x="845923" y="415652"/>
                </a:lnTo>
                <a:lnTo>
                  <a:pt x="846873" y="416498"/>
                </a:lnTo>
                <a:close/>
                <a:moveTo>
                  <a:pt x="824902" y="461911"/>
                </a:moveTo>
                <a:lnTo>
                  <a:pt x="823937" y="464460"/>
                </a:lnTo>
                <a:lnTo>
                  <a:pt x="824122" y="464567"/>
                </a:lnTo>
                <a:lnTo>
                  <a:pt x="824928" y="461937"/>
                </a:lnTo>
                <a:close/>
                <a:moveTo>
                  <a:pt x="849634" y="406437"/>
                </a:moveTo>
                <a:lnTo>
                  <a:pt x="850003" y="407073"/>
                </a:lnTo>
                <a:lnTo>
                  <a:pt x="850224" y="407157"/>
                </a:lnTo>
                <a:close/>
                <a:moveTo>
                  <a:pt x="871903" y="356553"/>
                </a:moveTo>
                <a:lnTo>
                  <a:pt x="870817" y="360377"/>
                </a:lnTo>
                <a:lnTo>
                  <a:pt x="876877" y="365450"/>
                </a:lnTo>
                <a:lnTo>
                  <a:pt x="877991" y="362052"/>
                </a:lnTo>
                <a:close/>
                <a:moveTo>
                  <a:pt x="787380" y="545745"/>
                </a:moveTo>
                <a:lnTo>
                  <a:pt x="787773" y="546270"/>
                </a:lnTo>
                <a:lnTo>
                  <a:pt x="788092" y="546474"/>
                </a:lnTo>
                <a:lnTo>
                  <a:pt x="788106" y="546278"/>
                </a:lnTo>
                <a:close/>
                <a:moveTo>
                  <a:pt x="874946" y="349650"/>
                </a:moveTo>
                <a:lnTo>
                  <a:pt x="875125" y="349971"/>
                </a:lnTo>
                <a:lnTo>
                  <a:pt x="875961" y="348396"/>
                </a:lnTo>
                <a:lnTo>
                  <a:pt x="875785" y="348018"/>
                </a:lnTo>
                <a:close/>
                <a:moveTo>
                  <a:pt x="854745" y="394554"/>
                </a:moveTo>
                <a:lnTo>
                  <a:pt x="854426" y="397143"/>
                </a:lnTo>
                <a:lnTo>
                  <a:pt x="855129" y="398968"/>
                </a:lnTo>
                <a:lnTo>
                  <a:pt x="855442" y="395289"/>
                </a:lnTo>
                <a:close/>
                <a:moveTo>
                  <a:pt x="873736" y="352006"/>
                </a:moveTo>
                <a:lnTo>
                  <a:pt x="873936" y="352210"/>
                </a:lnTo>
                <a:lnTo>
                  <a:pt x="874814" y="350556"/>
                </a:lnTo>
                <a:lnTo>
                  <a:pt x="874641" y="350244"/>
                </a:lnTo>
                <a:close/>
                <a:moveTo>
                  <a:pt x="258904" y="1728630"/>
                </a:moveTo>
                <a:lnTo>
                  <a:pt x="292730" y="1743903"/>
                </a:lnTo>
                <a:lnTo>
                  <a:pt x="281862" y="1734845"/>
                </a:lnTo>
                <a:lnTo>
                  <a:pt x="266471" y="1730480"/>
                </a:lnTo>
                <a:lnTo>
                  <a:pt x="266218" y="1730056"/>
                </a:lnTo>
                <a:lnTo>
                  <a:pt x="281220" y="1734309"/>
                </a:lnTo>
                <a:lnTo>
                  <a:pt x="278797" y="1732291"/>
                </a:lnTo>
                <a:close/>
                <a:moveTo>
                  <a:pt x="302766" y="1630409"/>
                </a:moveTo>
                <a:lnTo>
                  <a:pt x="312421" y="1636820"/>
                </a:lnTo>
                <a:lnTo>
                  <a:pt x="312508" y="1636835"/>
                </a:lnTo>
                <a:lnTo>
                  <a:pt x="305593" y="1630974"/>
                </a:lnTo>
                <a:close/>
                <a:moveTo>
                  <a:pt x="873346" y="352763"/>
                </a:moveTo>
                <a:lnTo>
                  <a:pt x="873573" y="352895"/>
                </a:lnTo>
                <a:lnTo>
                  <a:pt x="873679" y="352695"/>
                </a:lnTo>
                <a:lnTo>
                  <a:pt x="873483" y="352496"/>
                </a:lnTo>
                <a:close/>
                <a:moveTo>
                  <a:pt x="873142" y="353161"/>
                </a:moveTo>
                <a:lnTo>
                  <a:pt x="873296" y="353417"/>
                </a:lnTo>
                <a:lnTo>
                  <a:pt x="873399" y="353224"/>
                </a:lnTo>
                <a:lnTo>
                  <a:pt x="873176" y="353096"/>
                </a:lnTo>
                <a:close/>
                <a:moveTo>
                  <a:pt x="799064" y="518923"/>
                </a:moveTo>
                <a:lnTo>
                  <a:pt x="799056" y="520201"/>
                </a:lnTo>
                <a:lnTo>
                  <a:pt x="799218" y="521232"/>
                </a:lnTo>
                <a:lnTo>
                  <a:pt x="799650" y="521627"/>
                </a:lnTo>
                <a:lnTo>
                  <a:pt x="799500" y="519603"/>
                </a:lnTo>
                <a:close/>
                <a:moveTo>
                  <a:pt x="872595" y="354226"/>
                </a:moveTo>
                <a:lnTo>
                  <a:pt x="872778" y="354392"/>
                </a:lnTo>
                <a:lnTo>
                  <a:pt x="873177" y="353640"/>
                </a:lnTo>
                <a:lnTo>
                  <a:pt x="873026" y="353387"/>
                </a:lnTo>
                <a:close/>
                <a:moveTo>
                  <a:pt x="351061" y="1521940"/>
                </a:moveTo>
                <a:lnTo>
                  <a:pt x="352357" y="1522895"/>
                </a:lnTo>
                <a:lnTo>
                  <a:pt x="352194" y="1522532"/>
                </a:lnTo>
                <a:lnTo>
                  <a:pt x="351616" y="1521923"/>
                </a:lnTo>
                <a:close/>
                <a:moveTo>
                  <a:pt x="241728" y="1766555"/>
                </a:moveTo>
                <a:lnTo>
                  <a:pt x="251888" y="1769779"/>
                </a:lnTo>
                <a:lnTo>
                  <a:pt x="258535" y="1770156"/>
                </a:lnTo>
                <a:close/>
                <a:moveTo>
                  <a:pt x="350106" y="1523874"/>
                </a:moveTo>
                <a:lnTo>
                  <a:pt x="350858" y="1524966"/>
                </a:lnTo>
                <a:lnTo>
                  <a:pt x="351025" y="1525028"/>
                </a:lnTo>
                <a:lnTo>
                  <a:pt x="352683" y="1525395"/>
                </a:lnTo>
                <a:lnTo>
                  <a:pt x="352252" y="1524845"/>
                </a:lnTo>
                <a:close/>
                <a:moveTo>
                  <a:pt x="830484" y="448194"/>
                </a:moveTo>
                <a:lnTo>
                  <a:pt x="829616" y="451169"/>
                </a:lnTo>
                <a:lnTo>
                  <a:pt x="829571" y="451695"/>
                </a:lnTo>
                <a:lnTo>
                  <a:pt x="830933" y="452239"/>
                </a:lnTo>
                <a:lnTo>
                  <a:pt x="831313" y="449145"/>
                </a:lnTo>
                <a:close/>
                <a:moveTo>
                  <a:pt x="806074" y="502819"/>
                </a:moveTo>
                <a:lnTo>
                  <a:pt x="806022" y="502988"/>
                </a:lnTo>
                <a:lnTo>
                  <a:pt x="806190" y="503751"/>
                </a:lnTo>
                <a:lnTo>
                  <a:pt x="806437" y="503098"/>
                </a:lnTo>
                <a:close/>
                <a:moveTo>
                  <a:pt x="828582" y="452171"/>
                </a:moveTo>
                <a:lnTo>
                  <a:pt x="826781" y="456933"/>
                </a:lnTo>
                <a:lnTo>
                  <a:pt x="826590" y="457556"/>
                </a:lnTo>
                <a:lnTo>
                  <a:pt x="827316" y="458353"/>
                </a:lnTo>
                <a:lnTo>
                  <a:pt x="828360" y="454775"/>
                </a:lnTo>
                <a:close/>
                <a:moveTo>
                  <a:pt x="867271" y="365418"/>
                </a:moveTo>
                <a:lnTo>
                  <a:pt x="867809" y="366319"/>
                </a:lnTo>
                <a:lnTo>
                  <a:pt x="869050" y="361956"/>
                </a:lnTo>
                <a:close/>
                <a:moveTo>
                  <a:pt x="305370" y="1623604"/>
                </a:moveTo>
                <a:lnTo>
                  <a:pt x="313664" y="1628934"/>
                </a:lnTo>
                <a:lnTo>
                  <a:pt x="308236" y="1624689"/>
                </a:lnTo>
                <a:close/>
                <a:moveTo>
                  <a:pt x="303738" y="1627082"/>
                </a:moveTo>
                <a:lnTo>
                  <a:pt x="307093" y="1629926"/>
                </a:lnTo>
                <a:lnTo>
                  <a:pt x="312385" y="1632125"/>
                </a:lnTo>
                <a:lnTo>
                  <a:pt x="318410" y="1633245"/>
                </a:lnTo>
                <a:lnTo>
                  <a:pt x="316729" y="1632260"/>
                </a:lnTo>
                <a:lnTo>
                  <a:pt x="316658" y="1632078"/>
                </a:lnTo>
                <a:lnTo>
                  <a:pt x="308600" y="1629304"/>
                </a:lnTo>
                <a:lnTo>
                  <a:pt x="308506" y="1629156"/>
                </a:lnTo>
                <a:lnTo>
                  <a:pt x="316605" y="1631945"/>
                </a:lnTo>
                <a:lnTo>
                  <a:pt x="316554" y="1631815"/>
                </a:lnTo>
                <a:lnTo>
                  <a:pt x="317022" y="1632088"/>
                </a:lnTo>
                <a:lnTo>
                  <a:pt x="318230" y="1632505"/>
                </a:lnTo>
                <a:lnTo>
                  <a:pt x="317391" y="1631849"/>
                </a:lnTo>
                <a:lnTo>
                  <a:pt x="316708" y="1631515"/>
                </a:lnTo>
                <a:lnTo>
                  <a:pt x="310937" y="1629592"/>
                </a:lnTo>
                <a:close/>
                <a:moveTo>
                  <a:pt x="868313" y="362800"/>
                </a:moveTo>
                <a:lnTo>
                  <a:pt x="869381" y="360789"/>
                </a:lnTo>
                <a:lnTo>
                  <a:pt x="869579" y="360094"/>
                </a:lnTo>
                <a:lnTo>
                  <a:pt x="869489" y="360270"/>
                </a:lnTo>
                <a:close/>
                <a:moveTo>
                  <a:pt x="789644" y="538955"/>
                </a:moveTo>
                <a:lnTo>
                  <a:pt x="789624" y="539384"/>
                </a:lnTo>
                <a:lnTo>
                  <a:pt x="790073" y="539723"/>
                </a:lnTo>
                <a:lnTo>
                  <a:pt x="790139" y="539455"/>
                </a:lnTo>
                <a:lnTo>
                  <a:pt x="789693" y="538990"/>
                </a:lnTo>
                <a:close/>
                <a:moveTo>
                  <a:pt x="858338" y="385024"/>
                </a:moveTo>
                <a:lnTo>
                  <a:pt x="858041" y="388512"/>
                </a:lnTo>
                <a:lnTo>
                  <a:pt x="860651" y="391509"/>
                </a:lnTo>
                <a:lnTo>
                  <a:pt x="861907" y="387087"/>
                </a:lnTo>
                <a:close/>
                <a:moveTo>
                  <a:pt x="806841" y="500317"/>
                </a:moveTo>
                <a:lnTo>
                  <a:pt x="806623" y="501029"/>
                </a:lnTo>
                <a:lnTo>
                  <a:pt x="807085" y="501385"/>
                </a:lnTo>
                <a:lnTo>
                  <a:pt x="807155" y="501199"/>
                </a:lnTo>
                <a:close/>
                <a:moveTo>
                  <a:pt x="830207" y="447875"/>
                </a:moveTo>
                <a:lnTo>
                  <a:pt x="829806" y="448935"/>
                </a:lnTo>
                <a:lnTo>
                  <a:pt x="829700" y="450184"/>
                </a:lnTo>
                <a:lnTo>
                  <a:pt x="830255" y="448281"/>
                </a:lnTo>
                <a:lnTo>
                  <a:pt x="830444" y="448147"/>
                </a:lnTo>
                <a:close/>
                <a:moveTo>
                  <a:pt x="889449" y="315206"/>
                </a:moveTo>
                <a:lnTo>
                  <a:pt x="888922" y="321393"/>
                </a:lnTo>
                <a:lnTo>
                  <a:pt x="891106" y="317144"/>
                </a:lnTo>
                <a:close/>
                <a:moveTo>
                  <a:pt x="830997" y="445786"/>
                </a:moveTo>
                <a:lnTo>
                  <a:pt x="830587" y="446872"/>
                </a:lnTo>
                <a:lnTo>
                  <a:pt x="831468" y="447884"/>
                </a:lnTo>
                <a:lnTo>
                  <a:pt x="831615" y="446687"/>
                </a:lnTo>
                <a:close/>
                <a:moveTo>
                  <a:pt x="860910" y="378751"/>
                </a:moveTo>
                <a:lnTo>
                  <a:pt x="863437" y="381706"/>
                </a:lnTo>
                <a:lnTo>
                  <a:pt x="864279" y="378741"/>
                </a:lnTo>
                <a:lnTo>
                  <a:pt x="862816" y="377473"/>
                </a:lnTo>
                <a:lnTo>
                  <a:pt x="863051" y="377485"/>
                </a:lnTo>
                <a:lnTo>
                  <a:pt x="864324" y="378587"/>
                </a:lnTo>
                <a:lnTo>
                  <a:pt x="867337" y="367981"/>
                </a:lnTo>
                <a:lnTo>
                  <a:pt x="866576" y="366770"/>
                </a:lnTo>
                <a:lnTo>
                  <a:pt x="865493" y="368879"/>
                </a:lnTo>
                <a:close/>
                <a:moveTo>
                  <a:pt x="852213" y="398189"/>
                </a:moveTo>
                <a:lnTo>
                  <a:pt x="851999" y="401677"/>
                </a:lnTo>
                <a:lnTo>
                  <a:pt x="851713" y="407725"/>
                </a:lnTo>
                <a:lnTo>
                  <a:pt x="852779" y="408132"/>
                </a:lnTo>
                <a:lnTo>
                  <a:pt x="853838" y="399508"/>
                </a:lnTo>
                <a:close/>
                <a:moveTo>
                  <a:pt x="305583" y="1622090"/>
                </a:moveTo>
                <a:lnTo>
                  <a:pt x="307581" y="1623652"/>
                </a:lnTo>
                <a:lnTo>
                  <a:pt x="308749" y="1624092"/>
                </a:lnTo>
                <a:lnTo>
                  <a:pt x="308788" y="1624105"/>
                </a:lnTo>
                <a:lnTo>
                  <a:pt x="306260" y="1622360"/>
                </a:lnTo>
                <a:close/>
                <a:moveTo>
                  <a:pt x="858414" y="384125"/>
                </a:moveTo>
                <a:lnTo>
                  <a:pt x="858363" y="384718"/>
                </a:lnTo>
                <a:lnTo>
                  <a:pt x="861985" y="386811"/>
                </a:lnTo>
                <a:lnTo>
                  <a:pt x="863383" y="381894"/>
                </a:lnTo>
                <a:lnTo>
                  <a:pt x="860834" y="378912"/>
                </a:lnTo>
                <a:close/>
                <a:moveTo>
                  <a:pt x="874015" y="349125"/>
                </a:moveTo>
                <a:lnTo>
                  <a:pt x="873317" y="351581"/>
                </a:lnTo>
                <a:lnTo>
                  <a:pt x="873380" y="351645"/>
                </a:lnTo>
                <a:lnTo>
                  <a:pt x="874359" y="349741"/>
                </a:lnTo>
                <a:close/>
                <a:moveTo>
                  <a:pt x="832076" y="442937"/>
                </a:moveTo>
                <a:lnTo>
                  <a:pt x="831862" y="443502"/>
                </a:lnTo>
                <a:lnTo>
                  <a:pt x="831984" y="443681"/>
                </a:lnTo>
                <a:close/>
                <a:moveTo>
                  <a:pt x="832480" y="441868"/>
                </a:moveTo>
                <a:lnTo>
                  <a:pt x="832405" y="442069"/>
                </a:lnTo>
                <a:lnTo>
                  <a:pt x="832172" y="443955"/>
                </a:lnTo>
                <a:lnTo>
                  <a:pt x="834177" y="446880"/>
                </a:lnTo>
                <a:lnTo>
                  <a:pt x="836093" y="448230"/>
                </a:lnTo>
                <a:lnTo>
                  <a:pt x="832891" y="442172"/>
                </a:lnTo>
                <a:close/>
                <a:moveTo>
                  <a:pt x="853494" y="394721"/>
                </a:moveTo>
                <a:lnTo>
                  <a:pt x="854201" y="396555"/>
                </a:lnTo>
                <a:lnTo>
                  <a:pt x="854481" y="394276"/>
                </a:lnTo>
                <a:lnTo>
                  <a:pt x="853958" y="393723"/>
                </a:lnTo>
                <a:close/>
                <a:moveTo>
                  <a:pt x="852262" y="397373"/>
                </a:moveTo>
                <a:lnTo>
                  <a:pt x="852241" y="397733"/>
                </a:lnTo>
                <a:lnTo>
                  <a:pt x="853774" y="398977"/>
                </a:lnTo>
                <a:lnTo>
                  <a:pt x="852751" y="396321"/>
                </a:lnTo>
                <a:close/>
                <a:moveTo>
                  <a:pt x="889576" y="313702"/>
                </a:moveTo>
                <a:lnTo>
                  <a:pt x="889474" y="314902"/>
                </a:lnTo>
                <a:lnTo>
                  <a:pt x="890940" y="316617"/>
                </a:lnTo>
                <a:close/>
                <a:moveTo>
                  <a:pt x="848840" y="404747"/>
                </a:moveTo>
                <a:lnTo>
                  <a:pt x="851174" y="407519"/>
                </a:lnTo>
                <a:lnTo>
                  <a:pt x="851505" y="407647"/>
                </a:lnTo>
                <a:lnTo>
                  <a:pt x="852089" y="398088"/>
                </a:lnTo>
                <a:lnTo>
                  <a:pt x="851975" y="397996"/>
                </a:lnTo>
                <a:close/>
                <a:moveTo>
                  <a:pt x="790827" y="534641"/>
                </a:moveTo>
                <a:lnTo>
                  <a:pt x="791192" y="535182"/>
                </a:lnTo>
                <a:lnTo>
                  <a:pt x="791291" y="534782"/>
                </a:lnTo>
                <a:close/>
                <a:moveTo>
                  <a:pt x="789732" y="537080"/>
                </a:moveTo>
                <a:lnTo>
                  <a:pt x="789666" y="538475"/>
                </a:lnTo>
                <a:lnTo>
                  <a:pt x="790271" y="538920"/>
                </a:lnTo>
                <a:lnTo>
                  <a:pt x="790463" y="538137"/>
                </a:lnTo>
                <a:lnTo>
                  <a:pt x="790436" y="537687"/>
                </a:lnTo>
                <a:close/>
                <a:moveTo>
                  <a:pt x="907442" y="273362"/>
                </a:moveTo>
                <a:lnTo>
                  <a:pt x="904113" y="289053"/>
                </a:lnTo>
                <a:lnTo>
                  <a:pt x="905160" y="290262"/>
                </a:lnTo>
                <a:lnTo>
                  <a:pt x="909804" y="281513"/>
                </a:lnTo>
                <a:close/>
                <a:moveTo>
                  <a:pt x="846701" y="409355"/>
                </a:moveTo>
                <a:lnTo>
                  <a:pt x="848049" y="410783"/>
                </a:lnTo>
                <a:lnTo>
                  <a:pt x="846999" y="408712"/>
                </a:lnTo>
                <a:close/>
                <a:moveTo>
                  <a:pt x="790529" y="535114"/>
                </a:moveTo>
                <a:lnTo>
                  <a:pt x="790666" y="537316"/>
                </a:lnTo>
                <a:lnTo>
                  <a:pt x="791027" y="535852"/>
                </a:lnTo>
                <a:close/>
                <a:moveTo>
                  <a:pt x="845630" y="411662"/>
                </a:moveTo>
                <a:lnTo>
                  <a:pt x="850600" y="416190"/>
                </a:lnTo>
                <a:lnTo>
                  <a:pt x="850012" y="414652"/>
                </a:lnTo>
                <a:lnTo>
                  <a:pt x="849036" y="412727"/>
                </a:lnTo>
                <a:lnTo>
                  <a:pt x="846421" y="409957"/>
                </a:lnTo>
                <a:close/>
                <a:moveTo>
                  <a:pt x="844778" y="413495"/>
                </a:moveTo>
                <a:lnTo>
                  <a:pt x="848851" y="417468"/>
                </a:lnTo>
                <a:lnTo>
                  <a:pt x="850865" y="419482"/>
                </a:lnTo>
                <a:lnTo>
                  <a:pt x="850961" y="417468"/>
                </a:lnTo>
                <a:lnTo>
                  <a:pt x="845320" y="412328"/>
                </a:lnTo>
                <a:close/>
                <a:moveTo>
                  <a:pt x="874879" y="346084"/>
                </a:moveTo>
                <a:lnTo>
                  <a:pt x="874230" y="348369"/>
                </a:lnTo>
                <a:lnTo>
                  <a:pt x="874664" y="349145"/>
                </a:lnTo>
                <a:lnTo>
                  <a:pt x="875527" y="347467"/>
                </a:lnTo>
                <a:close/>
                <a:moveTo>
                  <a:pt x="844405" y="414299"/>
                </a:moveTo>
                <a:lnTo>
                  <a:pt x="844985" y="414817"/>
                </a:lnTo>
                <a:lnTo>
                  <a:pt x="844599" y="414235"/>
                </a:lnTo>
                <a:lnTo>
                  <a:pt x="844487" y="414122"/>
                </a:lnTo>
                <a:close/>
                <a:moveTo>
                  <a:pt x="349356" y="1522784"/>
                </a:moveTo>
                <a:lnTo>
                  <a:pt x="349511" y="1523009"/>
                </a:lnTo>
                <a:lnTo>
                  <a:pt x="351488" y="1523871"/>
                </a:lnTo>
                <a:lnTo>
                  <a:pt x="350117" y="1522126"/>
                </a:lnTo>
                <a:close/>
                <a:moveTo>
                  <a:pt x="924560" y="234587"/>
                </a:moveTo>
                <a:lnTo>
                  <a:pt x="926651" y="238650"/>
                </a:lnTo>
                <a:lnTo>
                  <a:pt x="925549" y="236387"/>
                </a:lnTo>
                <a:lnTo>
                  <a:pt x="925761" y="236488"/>
                </a:lnTo>
                <a:lnTo>
                  <a:pt x="929627" y="244431"/>
                </a:lnTo>
                <a:lnTo>
                  <a:pt x="933618" y="252184"/>
                </a:lnTo>
                <a:lnTo>
                  <a:pt x="935108" y="255690"/>
                </a:lnTo>
                <a:lnTo>
                  <a:pt x="937499" y="260601"/>
                </a:lnTo>
                <a:lnTo>
                  <a:pt x="937891" y="259649"/>
                </a:lnTo>
                <a:lnTo>
                  <a:pt x="938138" y="259509"/>
                </a:lnTo>
                <a:lnTo>
                  <a:pt x="937602" y="260812"/>
                </a:lnTo>
                <a:lnTo>
                  <a:pt x="938509" y="262676"/>
                </a:lnTo>
                <a:lnTo>
                  <a:pt x="943935" y="274209"/>
                </a:lnTo>
                <a:lnTo>
                  <a:pt x="944815" y="275150"/>
                </a:lnTo>
                <a:lnTo>
                  <a:pt x="946224" y="276540"/>
                </a:lnTo>
                <a:lnTo>
                  <a:pt x="948068" y="268959"/>
                </a:lnTo>
                <a:lnTo>
                  <a:pt x="948051" y="268948"/>
                </a:lnTo>
                <a:lnTo>
                  <a:pt x="948071" y="268947"/>
                </a:lnTo>
                <a:lnTo>
                  <a:pt x="950652" y="258335"/>
                </a:lnTo>
                <a:lnTo>
                  <a:pt x="951124" y="257966"/>
                </a:lnTo>
                <a:lnTo>
                  <a:pt x="948459" y="268925"/>
                </a:lnTo>
                <a:lnTo>
                  <a:pt x="948537" y="268921"/>
                </a:lnTo>
                <a:lnTo>
                  <a:pt x="956226" y="274272"/>
                </a:lnTo>
                <a:lnTo>
                  <a:pt x="963824" y="262462"/>
                </a:lnTo>
                <a:lnTo>
                  <a:pt x="936647" y="243001"/>
                </a:lnTo>
                <a:close/>
                <a:moveTo>
                  <a:pt x="840080" y="423613"/>
                </a:moveTo>
                <a:lnTo>
                  <a:pt x="850253" y="429766"/>
                </a:lnTo>
                <a:lnTo>
                  <a:pt x="850524" y="426474"/>
                </a:lnTo>
                <a:lnTo>
                  <a:pt x="850540" y="426345"/>
                </a:lnTo>
                <a:lnTo>
                  <a:pt x="850680" y="423396"/>
                </a:lnTo>
                <a:lnTo>
                  <a:pt x="845933" y="416243"/>
                </a:lnTo>
                <a:lnTo>
                  <a:pt x="844213" y="414713"/>
                </a:lnTo>
                <a:close/>
                <a:moveTo>
                  <a:pt x="835663" y="433450"/>
                </a:moveTo>
                <a:lnTo>
                  <a:pt x="834503" y="436517"/>
                </a:lnTo>
                <a:lnTo>
                  <a:pt x="836544" y="440376"/>
                </a:lnTo>
                <a:lnTo>
                  <a:pt x="840474" y="441945"/>
                </a:lnTo>
                <a:close/>
                <a:moveTo>
                  <a:pt x="339270" y="1544936"/>
                </a:moveTo>
                <a:lnTo>
                  <a:pt x="344918" y="1550535"/>
                </a:lnTo>
                <a:lnTo>
                  <a:pt x="345323" y="1550607"/>
                </a:lnTo>
                <a:lnTo>
                  <a:pt x="342538" y="1545832"/>
                </a:lnTo>
                <a:close/>
                <a:moveTo>
                  <a:pt x="838633" y="426730"/>
                </a:moveTo>
                <a:lnTo>
                  <a:pt x="843761" y="431731"/>
                </a:lnTo>
                <a:lnTo>
                  <a:pt x="849172" y="433881"/>
                </a:lnTo>
                <a:lnTo>
                  <a:pt x="850094" y="431691"/>
                </a:lnTo>
                <a:lnTo>
                  <a:pt x="850243" y="429885"/>
                </a:lnTo>
                <a:lnTo>
                  <a:pt x="839992" y="423803"/>
                </a:lnTo>
                <a:close/>
                <a:moveTo>
                  <a:pt x="837471" y="429232"/>
                </a:moveTo>
                <a:lnTo>
                  <a:pt x="842796" y="431348"/>
                </a:lnTo>
                <a:lnTo>
                  <a:pt x="838482" y="427056"/>
                </a:lnTo>
                <a:close/>
                <a:moveTo>
                  <a:pt x="836322" y="431707"/>
                </a:moveTo>
                <a:lnTo>
                  <a:pt x="835842" y="432976"/>
                </a:lnTo>
                <a:lnTo>
                  <a:pt x="841052" y="442176"/>
                </a:lnTo>
                <a:lnTo>
                  <a:pt x="845015" y="443759"/>
                </a:lnTo>
                <a:lnTo>
                  <a:pt x="845396" y="442855"/>
                </a:lnTo>
                <a:lnTo>
                  <a:pt x="844443" y="440667"/>
                </a:lnTo>
                <a:lnTo>
                  <a:pt x="844850" y="440839"/>
                </a:lnTo>
                <a:lnTo>
                  <a:pt x="845560" y="442468"/>
                </a:lnTo>
                <a:lnTo>
                  <a:pt x="848042" y="436567"/>
                </a:lnTo>
                <a:lnTo>
                  <a:pt x="844139" y="432684"/>
                </a:lnTo>
                <a:lnTo>
                  <a:pt x="837155" y="429911"/>
                </a:lnTo>
                <a:close/>
                <a:moveTo>
                  <a:pt x="805986" y="499201"/>
                </a:moveTo>
                <a:lnTo>
                  <a:pt x="805594" y="500239"/>
                </a:lnTo>
                <a:lnTo>
                  <a:pt x="806429" y="500880"/>
                </a:lnTo>
                <a:lnTo>
                  <a:pt x="806713" y="499956"/>
                </a:lnTo>
                <a:lnTo>
                  <a:pt x="806602" y="499647"/>
                </a:lnTo>
                <a:close/>
                <a:moveTo>
                  <a:pt x="293518" y="1646554"/>
                </a:moveTo>
                <a:lnTo>
                  <a:pt x="296494" y="1649156"/>
                </a:lnTo>
                <a:lnTo>
                  <a:pt x="319735" y="1659648"/>
                </a:lnTo>
                <a:lnTo>
                  <a:pt x="329570" y="1663624"/>
                </a:lnTo>
                <a:lnTo>
                  <a:pt x="346841" y="1669500"/>
                </a:lnTo>
                <a:lnTo>
                  <a:pt x="347803" y="1666751"/>
                </a:lnTo>
                <a:lnTo>
                  <a:pt x="343560" y="1663155"/>
                </a:lnTo>
                <a:lnTo>
                  <a:pt x="323543" y="1653938"/>
                </a:lnTo>
                <a:lnTo>
                  <a:pt x="323459" y="1653772"/>
                </a:lnTo>
                <a:lnTo>
                  <a:pt x="335168" y="1659163"/>
                </a:lnTo>
                <a:lnTo>
                  <a:pt x="342907" y="1662602"/>
                </a:lnTo>
                <a:lnTo>
                  <a:pt x="337062" y="1657647"/>
                </a:lnTo>
                <a:lnTo>
                  <a:pt x="321959" y="1652055"/>
                </a:lnTo>
                <a:close/>
                <a:moveTo>
                  <a:pt x="311347" y="1606578"/>
                </a:moveTo>
                <a:lnTo>
                  <a:pt x="315500" y="1610917"/>
                </a:lnTo>
                <a:lnTo>
                  <a:pt x="319035" y="1611392"/>
                </a:lnTo>
                <a:lnTo>
                  <a:pt x="313052" y="1606924"/>
                </a:lnTo>
                <a:close/>
                <a:moveTo>
                  <a:pt x="277086" y="1683186"/>
                </a:moveTo>
                <a:lnTo>
                  <a:pt x="285432" y="1689897"/>
                </a:lnTo>
                <a:lnTo>
                  <a:pt x="295902" y="1698085"/>
                </a:lnTo>
                <a:lnTo>
                  <a:pt x="300038" y="1698290"/>
                </a:lnTo>
                <a:lnTo>
                  <a:pt x="285389" y="1686877"/>
                </a:lnTo>
                <a:lnTo>
                  <a:pt x="277991" y="1683280"/>
                </a:lnTo>
                <a:close/>
                <a:moveTo>
                  <a:pt x="819226" y="469211"/>
                </a:moveTo>
                <a:lnTo>
                  <a:pt x="819186" y="469379"/>
                </a:lnTo>
                <a:lnTo>
                  <a:pt x="819240" y="469237"/>
                </a:lnTo>
                <a:close/>
                <a:moveTo>
                  <a:pt x="811748" y="485638"/>
                </a:moveTo>
                <a:lnTo>
                  <a:pt x="812228" y="486985"/>
                </a:lnTo>
                <a:lnTo>
                  <a:pt x="812463" y="487164"/>
                </a:lnTo>
                <a:lnTo>
                  <a:pt x="812785" y="486314"/>
                </a:lnTo>
                <a:close/>
                <a:moveTo>
                  <a:pt x="348823" y="1522009"/>
                </a:moveTo>
                <a:lnTo>
                  <a:pt x="349167" y="1522509"/>
                </a:lnTo>
                <a:lnTo>
                  <a:pt x="349778" y="1521979"/>
                </a:lnTo>
                <a:close/>
                <a:moveTo>
                  <a:pt x="789859" y="534348"/>
                </a:moveTo>
                <a:lnTo>
                  <a:pt x="789746" y="536776"/>
                </a:lnTo>
                <a:lnTo>
                  <a:pt x="790415" y="537352"/>
                </a:lnTo>
                <a:lnTo>
                  <a:pt x="790250" y="534700"/>
                </a:lnTo>
                <a:lnTo>
                  <a:pt x="790051" y="534407"/>
                </a:lnTo>
                <a:close/>
                <a:moveTo>
                  <a:pt x="792995" y="527166"/>
                </a:moveTo>
                <a:lnTo>
                  <a:pt x="793160" y="527424"/>
                </a:lnTo>
                <a:lnTo>
                  <a:pt x="793667" y="526085"/>
                </a:lnTo>
                <a:close/>
                <a:moveTo>
                  <a:pt x="330933" y="1561808"/>
                </a:moveTo>
                <a:lnTo>
                  <a:pt x="331171" y="1562132"/>
                </a:lnTo>
                <a:lnTo>
                  <a:pt x="334292" y="1566270"/>
                </a:lnTo>
                <a:lnTo>
                  <a:pt x="336094" y="1566215"/>
                </a:lnTo>
                <a:lnTo>
                  <a:pt x="333760" y="1563274"/>
                </a:lnTo>
                <a:close/>
                <a:moveTo>
                  <a:pt x="245734" y="1752464"/>
                </a:moveTo>
                <a:lnTo>
                  <a:pt x="261764" y="1759891"/>
                </a:lnTo>
                <a:lnTo>
                  <a:pt x="287933" y="1771590"/>
                </a:lnTo>
                <a:lnTo>
                  <a:pt x="303381" y="1772253"/>
                </a:lnTo>
                <a:lnTo>
                  <a:pt x="280469" y="1757315"/>
                </a:lnTo>
                <a:lnTo>
                  <a:pt x="258793" y="1754402"/>
                </a:lnTo>
                <a:close/>
                <a:moveTo>
                  <a:pt x="788744" y="536230"/>
                </a:moveTo>
                <a:lnTo>
                  <a:pt x="788771" y="536631"/>
                </a:lnTo>
                <a:lnTo>
                  <a:pt x="788795" y="536274"/>
                </a:lnTo>
                <a:close/>
                <a:moveTo>
                  <a:pt x="338542" y="1544214"/>
                </a:moveTo>
                <a:lnTo>
                  <a:pt x="338949" y="1544617"/>
                </a:lnTo>
                <a:lnTo>
                  <a:pt x="342378" y="1545558"/>
                </a:lnTo>
                <a:lnTo>
                  <a:pt x="341913" y="1544760"/>
                </a:lnTo>
                <a:close/>
                <a:moveTo>
                  <a:pt x="790356" y="532326"/>
                </a:moveTo>
                <a:lnTo>
                  <a:pt x="790450" y="533838"/>
                </a:lnTo>
                <a:lnTo>
                  <a:pt x="791453" y="534126"/>
                </a:lnTo>
                <a:lnTo>
                  <a:pt x="791668" y="533251"/>
                </a:lnTo>
                <a:close/>
                <a:moveTo>
                  <a:pt x="820058" y="465700"/>
                </a:moveTo>
                <a:lnTo>
                  <a:pt x="819365" y="468625"/>
                </a:lnTo>
                <a:lnTo>
                  <a:pt x="819427" y="468741"/>
                </a:lnTo>
                <a:lnTo>
                  <a:pt x="820400" y="466169"/>
                </a:lnTo>
                <a:close/>
                <a:moveTo>
                  <a:pt x="847864" y="403188"/>
                </a:moveTo>
                <a:lnTo>
                  <a:pt x="848009" y="403525"/>
                </a:lnTo>
                <a:lnTo>
                  <a:pt x="850959" y="397171"/>
                </a:lnTo>
                <a:lnTo>
                  <a:pt x="850956" y="397170"/>
                </a:lnTo>
                <a:close/>
                <a:moveTo>
                  <a:pt x="873096" y="346339"/>
                </a:moveTo>
                <a:lnTo>
                  <a:pt x="873356" y="346805"/>
                </a:lnTo>
                <a:lnTo>
                  <a:pt x="873941" y="344747"/>
                </a:lnTo>
                <a:close/>
                <a:moveTo>
                  <a:pt x="852574" y="392264"/>
                </a:moveTo>
                <a:lnTo>
                  <a:pt x="852571" y="392322"/>
                </a:lnTo>
                <a:lnTo>
                  <a:pt x="852774" y="392848"/>
                </a:lnTo>
                <a:lnTo>
                  <a:pt x="852898" y="392605"/>
                </a:lnTo>
                <a:close/>
                <a:moveTo>
                  <a:pt x="310608" y="1605804"/>
                </a:moveTo>
                <a:lnTo>
                  <a:pt x="310699" y="1605900"/>
                </a:lnTo>
                <a:lnTo>
                  <a:pt x="312047" y="1606174"/>
                </a:lnTo>
                <a:lnTo>
                  <a:pt x="312027" y="1606158"/>
                </a:lnTo>
                <a:close/>
                <a:moveTo>
                  <a:pt x="328254" y="1566261"/>
                </a:moveTo>
                <a:lnTo>
                  <a:pt x="328448" y="1566451"/>
                </a:lnTo>
                <a:lnTo>
                  <a:pt x="328675" y="1566444"/>
                </a:lnTo>
                <a:close/>
                <a:moveTo>
                  <a:pt x="812599" y="481711"/>
                </a:moveTo>
                <a:lnTo>
                  <a:pt x="812376" y="482303"/>
                </a:lnTo>
                <a:lnTo>
                  <a:pt x="812640" y="482505"/>
                </a:lnTo>
                <a:close/>
                <a:moveTo>
                  <a:pt x="790303" y="531492"/>
                </a:moveTo>
                <a:lnTo>
                  <a:pt x="790315" y="531675"/>
                </a:lnTo>
                <a:lnTo>
                  <a:pt x="791799" y="532720"/>
                </a:lnTo>
                <a:lnTo>
                  <a:pt x="792455" y="530057"/>
                </a:lnTo>
                <a:lnTo>
                  <a:pt x="791816" y="529061"/>
                </a:lnTo>
                <a:close/>
                <a:moveTo>
                  <a:pt x="845402" y="407979"/>
                </a:moveTo>
                <a:lnTo>
                  <a:pt x="845764" y="408361"/>
                </a:lnTo>
                <a:lnTo>
                  <a:pt x="846244" y="407328"/>
                </a:lnTo>
                <a:lnTo>
                  <a:pt x="845975" y="406865"/>
                </a:lnTo>
                <a:close/>
                <a:moveTo>
                  <a:pt x="789966" y="532052"/>
                </a:moveTo>
                <a:lnTo>
                  <a:pt x="789909" y="533281"/>
                </a:lnTo>
                <a:lnTo>
                  <a:pt x="790187" y="533694"/>
                </a:lnTo>
                <a:lnTo>
                  <a:pt x="790091" y="532140"/>
                </a:lnTo>
                <a:close/>
                <a:moveTo>
                  <a:pt x="820602" y="463399"/>
                </a:moveTo>
                <a:lnTo>
                  <a:pt x="820401" y="464253"/>
                </a:lnTo>
                <a:lnTo>
                  <a:pt x="820991" y="464611"/>
                </a:lnTo>
                <a:lnTo>
                  <a:pt x="821274" y="463859"/>
                </a:lnTo>
                <a:close/>
                <a:moveTo>
                  <a:pt x="871367" y="349601"/>
                </a:moveTo>
                <a:lnTo>
                  <a:pt x="872294" y="350542"/>
                </a:lnTo>
                <a:lnTo>
                  <a:pt x="873141" y="347562"/>
                </a:lnTo>
                <a:lnTo>
                  <a:pt x="872786" y="346926"/>
                </a:lnTo>
                <a:close/>
                <a:moveTo>
                  <a:pt x="792443" y="526306"/>
                </a:moveTo>
                <a:lnTo>
                  <a:pt x="792752" y="526788"/>
                </a:lnTo>
                <a:lnTo>
                  <a:pt x="793794" y="525162"/>
                </a:lnTo>
                <a:lnTo>
                  <a:pt x="793334" y="524916"/>
                </a:lnTo>
                <a:close/>
                <a:moveTo>
                  <a:pt x="255749" y="1728050"/>
                </a:moveTo>
                <a:lnTo>
                  <a:pt x="291174" y="1748521"/>
                </a:lnTo>
                <a:lnTo>
                  <a:pt x="303168" y="1752601"/>
                </a:lnTo>
                <a:lnTo>
                  <a:pt x="296668" y="1747185"/>
                </a:lnTo>
                <a:lnTo>
                  <a:pt x="281643" y="1741653"/>
                </a:lnTo>
                <a:lnTo>
                  <a:pt x="281329" y="1741142"/>
                </a:lnTo>
                <a:lnTo>
                  <a:pt x="295818" y="1746476"/>
                </a:lnTo>
                <a:lnTo>
                  <a:pt x="294163" y="1745096"/>
                </a:lnTo>
                <a:lnTo>
                  <a:pt x="272275" y="1735214"/>
                </a:lnTo>
                <a:lnTo>
                  <a:pt x="257745" y="1728417"/>
                </a:lnTo>
                <a:close/>
                <a:moveTo>
                  <a:pt x="785975" y="540716"/>
                </a:moveTo>
                <a:lnTo>
                  <a:pt x="787052" y="545135"/>
                </a:lnTo>
                <a:lnTo>
                  <a:pt x="788130" y="545927"/>
                </a:lnTo>
                <a:lnTo>
                  <a:pt x="788185" y="545134"/>
                </a:lnTo>
                <a:lnTo>
                  <a:pt x="787411" y="542506"/>
                </a:lnTo>
                <a:lnTo>
                  <a:pt x="786904" y="541452"/>
                </a:lnTo>
                <a:close/>
                <a:moveTo>
                  <a:pt x="844185" y="410346"/>
                </a:moveTo>
                <a:lnTo>
                  <a:pt x="844647" y="410767"/>
                </a:lnTo>
                <a:lnTo>
                  <a:pt x="845484" y="408965"/>
                </a:lnTo>
                <a:lnTo>
                  <a:pt x="845103" y="408561"/>
                </a:lnTo>
                <a:close/>
                <a:moveTo>
                  <a:pt x="856075" y="383717"/>
                </a:moveTo>
                <a:lnTo>
                  <a:pt x="855802" y="385939"/>
                </a:lnTo>
                <a:lnTo>
                  <a:pt x="856044" y="386217"/>
                </a:lnTo>
                <a:lnTo>
                  <a:pt x="856251" y="385772"/>
                </a:lnTo>
                <a:lnTo>
                  <a:pt x="856409" y="383910"/>
                </a:lnTo>
                <a:close/>
                <a:moveTo>
                  <a:pt x="814235" y="477387"/>
                </a:moveTo>
                <a:lnTo>
                  <a:pt x="814030" y="477929"/>
                </a:lnTo>
                <a:lnTo>
                  <a:pt x="814206" y="479853"/>
                </a:lnTo>
                <a:close/>
                <a:moveTo>
                  <a:pt x="820744" y="462802"/>
                </a:moveTo>
                <a:lnTo>
                  <a:pt x="820636" y="463262"/>
                </a:lnTo>
                <a:lnTo>
                  <a:pt x="821323" y="463732"/>
                </a:lnTo>
                <a:lnTo>
                  <a:pt x="821508" y="463244"/>
                </a:lnTo>
                <a:close/>
                <a:moveTo>
                  <a:pt x="843419" y="411989"/>
                </a:moveTo>
                <a:lnTo>
                  <a:pt x="843794" y="412537"/>
                </a:lnTo>
                <a:lnTo>
                  <a:pt x="843816" y="412558"/>
                </a:lnTo>
                <a:lnTo>
                  <a:pt x="844338" y="411434"/>
                </a:lnTo>
                <a:lnTo>
                  <a:pt x="843873" y="411011"/>
                </a:lnTo>
                <a:close/>
                <a:moveTo>
                  <a:pt x="842948" y="413003"/>
                </a:moveTo>
                <a:lnTo>
                  <a:pt x="843415" y="413418"/>
                </a:lnTo>
                <a:lnTo>
                  <a:pt x="843530" y="413171"/>
                </a:lnTo>
                <a:lnTo>
                  <a:pt x="843078" y="412722"/>
                </a:lnTo>
                <a:close/>
                <a:moveTo>
                  <a:pt x="244814" y="1752327"/>
                </a:moveTo>
                <a:lnTo>
                  <a:pt x="246161" y="1753532"/>
                </a:lnTo>
                <a:lnTo>
                  <a:pt x="268466" y="1770720"/>
                </a:lnTo>
                <a:lnTo>
                  <a:pt x="270880" y="1770857"/>
                </a:lnTo>
                <a:lnTo>
                  <a:pt x="286589" y="1771532"/>
                </a:lnTo>
                <a:lnTo>
                  <a:pt x="280119" y="1768639"/>
                </a:lnTo>
                <a:lnTo>
                  <a:pt x="244954" y="1752348"/>
                </a:lnTo>
                <a:close/>
                <a:moveTo>
                  <a:pt x="870547" y="351147"/>
                </a:moveTo>
                <a:lnTo>
                  <a:pt x="871900" y="351928"/>
                </a:lnTo>
                <a:lnTo>
                  <a:pt x="872129" y="351122"/>
                </a:lnTo>
                <a:lnTo>
                  <a:pt x="871109" y="350087"/>
                </a:lnTo>
                <a:close/>
                <a:moveTo>
                  <a:pt x="820869" y="462276"/>
                </a:moveTo>
                <a:lnTo>
                  <a:pt x="820783" y="462639"/>
                </a:lnTo>
                <a:lnTo>
                  <a:pt x="821346" y="462964"/>
                </a:lnTo>
                <a:close/>
                <a:moveTo>
                  <a:pt x="859036" y="376807"/>
                </a:moveTo>
                <a:lnTo>
                  <a:pt x="858727" y="380441"/>
                </a:lnTo>
                <a:lnTo>
                  <a:pt x="859930" y="377852"/>
                </a:lnTo>
                <a:close/>
                <a:moveTo>
                  <a:pt x="275998" y="1682311"/>
                </a:moveTo>
                <a:lnTo>
                  <a:pt x="276553" y="1682758"/>
                </a:lnTo>
                <a:lnTo>
                  <a:pt x="277015" y="1682806"/>
                </a:lnTo>
                <a:close/>
                <a:moveTo>
                  <a:pt x="870105" y="351979"/>
                </a:moveTo>
                <a:lnTo>
                  <a:pt x="871522" y="353257"/>
                </a:lnTo>
                <a:lnTo>
                  <a:pt x="871794" y="352297"/>
                </a:lnTo>
                <a:lnTo>
                  <a:pt x="870372" y="351476"/>
                </a:lnTo>
                <a:close/>
                <a:moveTo>
                  <a:pt x="830531" y="440431"/>
                </a:moveTo>
                <a:lnTo>
                  <a:pt x="830454" y="441334"/>
                </a:lnTo>
                <a:lnTo>
                  <a:pt x="830786" y="440619"/>
                </a:lnTo>
                <a:close/>
                <a:moveTo>
                  <a:pt x="838474" y="422642"/>
                </a:moveTo>
                <a:lnTo>
                  <a:pt x="838988" y="422954"/>
                </a:lnTo>
                <a:lnTo>
                  <a:pt x="843223" y="413832"/>
                </a:lnTo>
                <a:lnTo>
                  <a:pt x="842756" y="413416"/>
                </a:lnTo>
                <a:close/>
                <a:moveTo>
                  <a:pt x="821013" y="461666"/>
                </a:moveTo>
                <a:lnTo>
                  <a:pt x="820989" y="461768"/>
                </a:lnTo>
                <a:lnTo>
                  <a:pt x="821395" y="462356"/>
                </a:lnTo>
                <a:close/>
                <a:moveTo>
                  <a:pt x="788612" y="534213"/>
                </a:moveTo>
                <a:lnTo>
                  <a:pt x="788722" y="535894"/>
                </a:lnTo>
                <a:lnTo>
                  <a:pt x="788816" y="535975"/>
                </a:lnTo>
                <a:lnTo>
                  <a:pt x="788947" y="534072"/>
                </a:lnTo>
                <a:lnTo>
                  <a:pt x="788739" y="534009"/>
                </a:lnTo>
                <a:close/>
                <a:moveTo>
                  <a:pt x="837218" y="425349"/>
                </a:moveTo>
                <a:lnTo>
                  <a:pt x="837671" y="425791"/>
                </a:lnTo>
                <a:lnTo>
                  <a:pt x="838896" y="423152"/>
                </a:lnTo>
                <a:lnTo>
                  <a:pt x="838379" y="422846"/>
                </a:lnTo>
                <a:close/>
                <a:moveTo>
                  <a:pt x="790018" y="530959"/>
                </a:moveTo>
                <a:lnTo>
                  <a:pt x="790013" y="531063"/>
                </a:lnTo>
                <a:lnTo>
                  <a:pt x="790023" y="531047"/>
                </a:lnTo>
                <a:close/>
                <a:moveTo>
                  <a:pt x="852672" y="390653"/>
                </a:moveTo>
                <a:lnTo>
                  <a:pt x="852650" y="391011"/>
                </a:lnTo>
                <a:lnTo>
                  <a:pt x="853377" y="391673"/>
                </a:lnTo>
                <a:lnTo>
                  <a:pt x="853445" y="391542"/>
                </a:lnTo>
                <a:close/>
                <a:moveTo>
                  <a:pt x="835736" y="428542"/>
                </a:moveTo>
                <a:lnTo>
                  <a:pt x="836291" y="428764"/>
                </a:lnTo>
                <a:lnTo>
                  <a:pt x="837525" y="426105"/>
                </a:lnTo>
                <a:lnTo>
                  <a:pt x="837075" y="425657"/>
                </a:lnTo>
                <a:close/>
                <a:moveTo>
                  <a:pt x="303452" y="1620423"/>
                </a:moveTo>
                <a:lnTo>
                  <a:pt x="304024" y="1620872"/>
                </a:lnTo>
                <a:lnTo>
                  <a:pt x="304182" y="1620927"/>
                </a:lnTo>
                <a:close/>
                <a:moveTo>
                  <a:pt x="834653" y="430875"/>
                </a:moveTo>
                <a:lnTo>
                  <a:pt x="835014" y="431513"/>
                </a:lnTo>
                <a:lnTo>
                  <a:pt x="835976" y="429442"/>
                </a:lnTo>
                <a:lnTo>
                  <a:pt x="835420" y="429222"/>
                </a:lnTo>
                <a:close/>
                <a:moveTo>
                  <a:pt x="833467" y="433430"/>
                </a:moveTo>
                <a:lnTo>
                  <a:pt x="833355" y="434344"/>
                </a:lnTo>
                <a:lnTo>
                  <a:pt x="833539" y="434692"/>
                </a:lnTo>
                <a:lnTo>
                  <a:pt x="834812" y="431948"/>
                </a:lnTo>
                <a:lnTo>
                  <a:pt x="834451" y="431309"/>
                </a:lnTo>
                <a:close/>
                <a:moveTo>
                  <a:pt x="787969" y="535246"/>
                </a:moveTo>
                <a:lnTo>
                  <a:pt x="788297" y="535528"/>
                </a:lnTo>
                <a:lnTo>
                  <a:pt x="788250" y="534796"/>
                </a:lnTo>
                <a:close/>
                <a:moveTo>
                  <a:pt x="884245" y="319604"/>
                </a:moveTo>
                <a:lnTo>
                  <a:pt x="886125" y="322396"/>
                </a:lnTo>
                <a:lnTo>
                  <a:pt x="886188" y="321654"/>
                </a:lnTo>
                <a:close/>
                <a:moveTo>
                  <a:pt x="830602" y="439597"/>
                </a:moveTo>
                <a:lnTo>
                  <a:pt x="830578" y="439883"/>
                </a:lnTo>
                <a:lnTo>
                  <a:pt x="830991" y="440179"/>
                </a:lnTo>
                <a:lnTo>
                  <a:pt x="831178" y="439776"/>
                </a:lnTo>
                <a:lnTo>
                  <a:pt x="830632" y="439532"/>
                </a:lnTo>
                <a:close/>
                <a:moveTo>
                  <a:pt x="787620" y="535808"/>
                </a:moveTo>
                <a:lnTo>
                  <a:pt x="788285" y="537190"/>
                </a:lnTo>
                <a:lnTo>
                  <a:pt x="788415" y="537326"/>
                </a:lnTo>
                <a:lnTo>
                  <a:pt x="788319" y="535863"/>
                </a:lnTo>
                <a:lnTo>
                  <a:pt x="787842" y="535452"/>
                </a:lnTo>
                <a:close/>
                <a:moveTo>
                  <a:pt x="310651" y="1603764"/>
                </a:moveTo>
                <a:lnTo>
                  <a:pt x="313369" y="1605794"/>
                </a:lnTo>
                <a:lnTo>
                  <a:pt x="313383" y="1605803"/>
                </a:lnTo>
                <a:lnTo>
                  <a:pt x="324621" y="1608603"/>
                </a:lnTo>
                <a:lnTo>
                  <a:pt x="321607" y="1606285"/>
                </a:lnTo>
                <a:close/>
                <a:moveTo>
                  <a:pt x="867257" y="357396"/>
                </a:moveTo>
                <a:lnTo>
                  <a:pt x="869473" y="359251"/>
                </a:lnTo>
                <a:lnTo>
                  <a:pt x="870246" y="357745"/>
                </a:lnTo>
                <a:lnTo>
                  <a:pt x="870854" y="355606"/>
                </a:lnTo>
                <a:lnTo>
                  <a:pt x="869047" y="353975"/>
                </a:lnTo>
                <a:lnTo>
                  <a:pt x="868004" y="355941"/>
                </a:lnTo>
                <a:close/>
                <a:moveTo>
                  <a:pt x="828936" y="443187"/>
                </a:moveTo>
                <a:lnTo>
                  <a:pt x="829324" y="443460"/>
                </a:lnTo>
                <a:lnTo>
                  <a:pt x="829333" y="443357"/>
                </a:lnTo>
                <a:lnTo>
                  <a:pt x="829049" y="442943"/>
                </a:lnTo>
                <a:close/>
                <a:moveTo>
                  <a:pt x="790204" y="529902"/>
                </a:moveTo>
                <a:lnTo>
                  <a:pt x="790254" y="530688"/>
                </a:lnTo>
                <a:lnTo>
                  <a:pt x="791556" y="528656"/>
                </a:lnTo>
                <a:lnTo>
                  <a:pt x="791263" y="528200"/>
                </a:lnTo>
                <a:close/>
                <a:moveTo>
                  <a:pt x="828393" y="444357"/>
                </a:moveTo>
                <a:lnTo>
                  <a:pt x="828822" y="444848"/>
                </a:lnTo>
                <a:lnTo>
                  <a:pt x="829291" y="443838"/>
                </a:lnTo>
                <a:lnTo>
                  <a:pt x="829293" y="443817"/>
                </a:lnTo>
                <a:lnTo>
                  <a:pt x="828807" y="443465"/>
                </a:lnTo>
                <a:close/>
                <a:moveTo>
                  <a:pt x="825703" y="450150"/>
                </a:moveTo>
                <a:lnTo>
                  <a:pt x="826358" y="450413"/>
                </a:lnTo>
                <a:lnTo>
                  <a:pt x="826883" y="449023"/>
                </a:lnTo>
                <a:lnTo>
                  <a:pt x="828386" y="445786"/>
                </a:lnTo>
                <a:lnTo>
                  <a:pt x="827958" y="445294"/>
                </a:lnTo>
                <a:close/>
                <a:moveTo>
                  <a:pt x="818111" y="467137"/>
                </a:moveTo>
                <a:lnTo>
                  <a:pt x="817025" y="470011"/>
                </a:lnTo>
                <a:lnTo>
                  <a:pt x="816980" y="473810"/>
                </a:lnTo>
                <a:lnTo>
                  <a:pt x="817323" y="474309"/>
                </a:lnTo>
                <a:lnTo>
                  <a:pt x="818082" y="472300"/>
                </a:lnTo>
                <a:lnTo>
                  <a:pt x="818646" y="469919"/>
                </a:lnTo>
                <a:lnTo>
                  <a:pt x="818960" y="468715"/>
                </a:lnTo>
                <a:close/>
                <a:moveTo>
                  <a:pt x="823727" y="454406"/>
                </a:moveTo>
                <a:lnTo>
                  <a:pt x="824518" y="455278"/>
                </a:lnTo>
                <a:lnTo>
                  <a:pt x="826140" y="450990"/>
                </a:lnTo>
                <a:lnTo>
                  <a:pt x="825443" y="450710"/>
                </a:lnTo>
                <a:close/>
                <a:moveTo>
                  <a:pt x="823140" y="455671"/>
                </a:moveTo>
                <a:lnTo>
                  <a:pt x="824040" y="456544"/>
                </a:lnTo>
                <a:lnTo>
                  <a:pt x="824111" y="456357"/>
                </a:lnTo>
                <a:lnTo>
                  <a:pt x="823257" y="455419"/>
                </a:lnTo>
                <a:close/>
                <a:moveTo>
                  <a:pt x="822108" y="457891"/>
                </a:moveTo>
                <a:lnTo>
                  <a:pt x="823150" y="458900"/>
                </a:lnTo>
                <a:lnTo>
                  <a:pt x="823384" y="458280"/>
                </a:lnTo>
                <a:lnTo>
                  <a:pt x="822426" y="457207"/>
                </a:lnTo>
                <a:close/>
                <a:moveTo>
                  <a:pt x="821691" y="458803"/>
                </a:moveTo>
                <a:lnTo>
                  <a:pt x="821060" y="461472"/>
                </a:lnTo>
                <a:lnTo>
                  <a:pt x="821725" y="462669"/>
                </a:lnTo>
                <a:lnTo>
                  <a:pt x="822785" y="459863"/>
                </a:lnTo>
                <a:close/>
                <a:moveTo>
                  <a:pt x="865048" y="361699"/>
                </a:moveTo>
                <a:lnTo>
                  <a:pt x="866751" y="364547"/>
                </a:lnTo>
                <a:lnTo>
                  <a:pt x="869322" y="359544"/>
                </a:lnTo>
                <a:lnTo>
                  <a:pt x="867107" y="357688"/>
                </a:lnTo>
                <a:close/>
                <a:moveTo>
                  <a:pt x="819026" y="464719"/>
                </a:moveTo>
                <a:lnTo>
                  <a:pt x="818299" y="466641"/>
                </a:lnTo>
                <a:lnTo>
                  <a:pt x="819108" y="468146"/>
                </a:lnTo>
                <a:lnTo>
                  <a:pt x="819827" y="465383"/>
                </a:lnTo>
                <a:lnTo>
                  <a:pt x="819627" y="465110"/>
                </a:lnTo>
                <a:close/>
                <a:moveTo>
                  <a:pt x="314866" y="1593622"/>
                </a:moveTo>
                <a:lnTo>
                  <a:pt x="315324" y="1593974"/>
                </a:lnTo>
                <a:lnTo>
                  <a:pt x="315541" y="1594037"/>
                </a:lnTo>
                <a:close/>
                <a:moveTo>
                  <a:pt x="820725" y="460870"/>
                </a:moveTo>
                <a:lnTo>
                  <a:pt x="820914" y="461209"/>
                </a:lnTo>
                <a:lnTo>
                  <a:pt x="821354" y="459516"/>
                </a:lnTo>
                <a:close/>
                <a:moveTo>
                  <a:pt x="820581" y="461181"/>
                </a:moveTo>
                <a:lnTo>
                  <a:pt x="820829" y="461536"/>
                </a:lnTo>
                <a:lnTo>
                  <a:pt x="820864" y="461398"/>
                </a:lnTo>
                <a:lnTo>
                  <a:pt x="820655" y="461022"/>
                </a:lnTo>
                <a:close/>
                <a:moveTo>
                  <a:pt x="820091" y="462237"/>
                </a:moveTo>
                <a:lnTo>
                  <a:pt x="820573" y="462516"/>
                </a:lnTo>
                <a:lnTo>
                  <a:pt x="820699" y="462032"/>
                </a:lnTo>
                <a:lnTo>
                  <a:pt x="820392" y="461589"/>
                </a:lnTo>
                <a:close/>
                <a:moveTo>
                  <a:pt x="819861" y="462732"/>
                </a:moveTo>
                <a:lnTo>
                  <a:pt x="820418" y="463112"/>
                </a:lnTo>
                <a:lnTo>
                  <a:pt x="820531" y="462679"/>
                </a:lnTo>
                <a:lnTo>
                  <a:pt x="820023" y="462384"/>
                </a:lnTo>
                <a:close/>
                <a:moveTo>
                  <a:pt x="788969" y="531888"/>
                </a:moveTo>
                <a:lnTo>
                  <a:pt x="789086" y="532060"/>
                </a:lnTo>
                <a:lnTo>
                  <a:pt x="789114" y="531655"/>
                </a:lnTo>
                <a:close/>
                <a:moveTo>
                  <a:pt x="819429" y="463664"/>
                </a:moveTo>
                <a:lnTo>
                  <a:pt x="820159" y="464106"/>
                </a:lnTo>
                <a:lnTo>
                  <a:pt x="820382" y="463248"/>
                </a:lnTo>
                <a:lnTo>
                  <a:pt x="819805" y="462853"/>
                </a:lnTo>
                <a:close/>
                <a:moveTo>
                  <a:pt x="788508" y="532629"/>
                </a:moveTo>
                <a:lnTo>
                  <a:pt x="788551" y="533291"/>
                </a:lnTo>
                <a:lnTo>
                  <a:pt x="788582" y="533299"/>
                </a:lnTo>
                <a:lnTo>
                  <a:pt x="788933" y="532750"/>
                </a:lnTo>
                <a:lnTo>
                  <a:pt x="788673" y="532364"/>
                </a:lnTo>
                <a:close/>
                <a:moveTo>
                  <a:pt x="788471" y="532065"/>
                </a:moveTo>
                <a:lnTo>
                  <a:pt x="788479" y="532178"/>
                </a:lnTo>
                <a:lnTo>
                  <a:pt x="788512" y="532126"/>
                </a:lnTo>
                <a:close/>
                <a:moveTo>
                  <a:pt x="787171" y="534874"/>
                </a:moveTo>
                <a:lnTo>
                  <a:pt x="787359" y="535265"/>
                </a:lnTo>
                <a:lnTo>
                  <a:pt x="787452" y="535116"/>
                </a:lnTo>
                <a:close/>
                <a:moveTo>
                  <a:pt x="787260" y="534635"/>
                </a:moveTo>
                <a:lnTo>
                  <a:pt x="787580" y="534910"/>
                </a:lnTo>
                <a:lnTo>
                  <a:pt x="788193" y="533924"/>
                </a:lnTo>
                <a:lnTo>
                  <a:pt x="788187" y="533841"/>
                </a:lnTo>
                <a:lnTo>
                  <a:pt x="787822" y="533731"/>
                </a:lnTo>
                <a:close/>
                <a:moveTo>
                  <a:pt x="833854" y="430256"/>
                </a:moveTo>
                <a:lnTo>
                  <a:pt x="833840" y="430374"/>
                </a:lnTo>
                <a:lnTo>
                  <a:pt x="833876" y="430296"/>
                </a:lnTo>
                <a:close/>
                <a:moveTo>
                  <a:pt x="794690" y="517937"/>
                </a:moveTo>
                <a:lnTo>
                  <a:pt x="794525" y="521309"/>
                </a:lnTo>
                <a:lnTo>
                  <a:pt x="795001" y="521686"/>
                </a:lnTo>
                <a:lnTo>
                  <a:pt x="795023" y="518226"/>
                </a:lnTo>
                <a:close/>
                <a:moveTo>
                  <a:pt x="794703" y="517686"/>
                </a:moveTo>
                <a:lnTo>
                  <a:pt x="794699" y="517766"/>
                </a:lnTo>
                <a:lnTo>
                  <a:pt x="795024" y="518047"/>
                </a:lnTo>
                <a:lnTo>
                  <a:pt x="795024" y="517981"/>
                </a:lnTo>
                <a:close/>
                <a:moveTo>
                  <a:pt x="336273" y="1544114"/>
                </a:moveTo>
                <a:lnTo>
                  <a:pt x="339329" y="1547886"/>
                </a:lnTo>
                <a:lnTo>
                  <a:pt x="339681" y="1548141"/>
                </a:lnTo>
                <a:lnTo>
                  <a:pt x="342866" y="1550030"/>
                </a:lnTo>
                <a:lnTo>
                  <a:pt x="337139" y="1544351"/>
                </a:lnTo>
                <a:close/>
                <a:moveTo>
                  <a:pt x="859381" y="372741"/>
                </a:moveTo>
                <a:lnTo>
                  <a:pt x="859055" y="376581"/>
                </a:lnTo>
                <a:lnTo>
                  <a:pt x="860004" y="377692"/>
                </a:lnTo>
                <a:lnTo>
                  <a:pt x="860053" y="377585"/>
                </a:lnTo>
                <a:lnTo>
                  <a:pt x="866045" y="365924"/>
                </a:lnTo>
                <a:lnTo>
                  <a:pt x="864302" y="363154"/>
                </a:lnTo>
                <a:close/>
                <a:moveTo>
                  <a:pt x="890483" y="303028"/>
                </a:moveTo>
                <a:lnTo>
                  <a:pt x="889636" y="312990"/>
                </a:lnTo>
                <a:lnTo>
                  <a:pt x="891354" y="316660"/>
                </a:lnTo>
                <a:lnTo>
                  <a:pt x="894611" y="310321"/>
                </a:lnTo>
                <a:lnTo>
                  <a:pt x="893713" y="309249"/>
                </a:lnTo>
                <a:lnTo>
                  <a:pt x="894055" y="309321"/>
                </a:lnTo>
                <a:lnTo>
                  <a:pt x="894718" y="310112"/>
                </a:lnTo>
                <a:lnTo>
                  <a:pt x="895263" y="309050"/>
                </a:lnTo>
                <a:lnTo>
                  <a:pt x="894950" y="308327"/>
                </a:lnTo>
                <a:close/>
                <a:moveTo>
                  <a:pt x="790184" y="527376"/>
                </a:moveTo>
                <a:lnTo>
                  <a:pt x="790126" y="528635"/>
                </a:lnTo>
                <a:lnTo>
                  <a:pt x="790181" y="529522"/>
                </a:lnTo>
                <a:lnTo>
                  <a:pt x="791130" y="528039"/>
                </a:lnTo>
                <a:close/>
                <a:moveTo>
                  <a:pt x="317353" y="1585779"/>
                </a:moveTo>
                <a:lnTo>
                  <a:pt x="320835" y="1590165"/>
                </a:lnTo>
                <a:lnTo>
                  <a:pt x="325954" y="1591531"/>
                </a:lnTo>
                <a:lnTo>
                  <a:pt x="325097" y="1590854"/>
                </a:lnTo>
                <a:lnTo>
                  <a:pt x="320108" y="1587619"/>
                </a:lnTo>
                <a:close/>
                <a:moveTo>
                  <a:pt x="788398" y="530948"/>
                </a:moveTo>
                <a:lnTo>
                  <a:pt x="788405" y="531053"/>
                </a:lnTo>
                <a:lnTo>
                  <a:pt x="788814" y="531657"/>
                </a:lnTo>
                <a:lnTo>
                  <a:pt x="788998" y="531369"/>
                </a:lnTo>
                <a:close/>
                <a:moveTo>
                  <a:pt x="856808" y="377756"/>
                </a:moveTo>
                <a:lnTo>
                  <a:pt x="856112" y="383417"/>
                </a:lnTo>
                <a:lnTo>
                  <a:pt x="856435" y="383604"/>
                </a:lnTo>
                <a:lnTo>
                  <a:pt x="856957" y="377466"/>
                </a:lnTo>
                <a:close/>
                <a:moveTo>
                  <a:pt x="834049" y="428676"/>
                </a:moveTo>
                <a:lnTo>
                  <a:pt x="833934" y="429606"/>
                </a:lnTo>
                <a:lnTo>
                  <a:pt x="834078" y="429861"/>
                </a:lnTo>
                <a:lnTo>
                  <a:pt x="834538" y="428871"/>
                </a:lnTo>
                <a:close/>
                <a:moveTo>
                  <a:pt x="336024" y="1543806"/>
                </a:moveTo>
                <a:lnTo>
                  <a:pt x="336033" y="1543817"/>
                </a:lnTo>
                <a:lnTo>
                  <a:pt x="336818" y="1544032"/>
                </a:lnTo>
                <a:lnTo>
                  <a:pt x="336700" y="1543915"/>
                </a:lnTo>
                <a:close/>
                <a:moveTo>
                  <a:pt x="829192" y="438888"/>
                </a:moveTo>
                <a:lnTo>
                  <a:pt x="829683" y="439240"/>
                </a:lnTo>
                <a:lnTo>
                  <a:pt x="829694" y="439112"/>
                </a:lnTo>
                <a:close/>
                <a:moveTo>
                  <a:pt x="828963" y="439274"/>
                </a:moveTo>
                <a:lnTo>
                  <a:pt x="829409" y="439925"/>
                </a:lnTo>
                <a:lnTo>
                  <a:pt x="829520" y="439685"/>
                </a:lnTo>
                <a:close/>
                <a:moveTo>
                  <a:pt x="853793" y="383630"/>
                </a:moveTo>
                <a:lnTo>
                  <a:pt x="855542" y="385639"/>
                </a:lnTo>
                <a:lnTo>
                  <a:pt x="855798" y="383557"/>
                </a:lnTo>
                <a:lnTo>
                  <a:pt x="855012" y="383103"/>
                </a:lnTo>
                <a:lnTo>
                  <a:pt x="855456" y="383039"/>
                </a:lnTo>
                <a:lnTo>
                  <a:pt x="855834" y="383257"/>
                </a:lnTo>
                <a:lnTo>
                  <a:pt x="856418" y="378517"/>
                </a:lnTo>
                <a:close/>
                <a:moveTo>
                  <a:pt x="851337" y="389120"/>
                </a:moveTo>
                <a:lnTo>
                  <a:pt x="851749" y="390190"/>
                </a:lnTo>
                <a:lnTo>
                  <a:pt x="852528" y="390899"/>
                </a:lnTo>
                <a:lnTo>
                  <a:pt x="852551" y="390514"/>
                </a:lnTo>
                <a:close/>
                <a:moveTo>
                  <a:pt x="305674" y="1610686"/>
                </a:moveTo>
                <a:lnTo>
                  <a:pt x="305693" y="1610708"/>
                </a:lnTo>
                <a:lnTo>
                  <a:pt x="305832" y="1610734"/>
                </a:lnTo>
                <a:close/>
                <a:moveTo>
                  <a:pt x="823940" y="450110"/>
                </a:moveTo>
                <a:lnTo>
                  <a:pt x="823023" y="453632"/>
                </a:lnTo>
                <a:lnTo>
                  <a:pt x="823036" y="453648"/>
                </a:lnTo>
                <a:lnTo>
                  <a:pt x="824563" y="450359"/>
                </a:lnTo>
                <a:close/>
                <a:moveTo>
                  <a:pt x="882829" y="318110"/>
                </a:moveTo>
                <a:lnTo>
                  <a:pt x="877142" y="338121"/>
                </a:lnTo>
                <a:lnTo>
                  <a:pt x="882044" y="328877"/>
                </a:lnTo>
                <a:lnTo>
                  <a:pt x="882453" y="328696"/>
                </a:lnTo>
                <a:lnTo>
                  <a:pt x="876782" y="339390"/>
                </a:lnTo>
                <a:lnTo>
                  <a:pt x="874990" y="345692"/>
                </a:lnTo>
                <a:lnTo>
                  <a:pt x="875681" y="347167"/>
                </a:lnTo>
                <a:lnTo>
                  <a:pt x="885673" y="327720"/>
                </a:lnTo>
                <a:lnTo>
                  <a:pt x="886110" y="322573"/>
                </a:lnTo>
                <a:lnTo>
                  <a:pt x="883623" y="318948"/>
                </a:lnTo>
                <a:close/>
                <a:moveTo>
                  <a:pt x="817081" y="465223"/>
                </a:moveTo>
                <a:lnTo>
                  <a:pt x="817067" y="466506"/>
                </a:lnTo>
                <a:lnTo>
                  <a:pt x="817394" y="465802"/>
                </a:lnTo>
                <a:close/>
                <a:moveTo>
                  <a:pt x="287435" y="1651159"/>
                </a:moveTo>
                <a:lnTo>
                  <a:pt x="299816" y="1667013"/>
                </a:lnTo>
                <a:lnTo>
                  <a:pt x="301262" y="1667876"/>
                </a:lnTo>
                <a:lnTo>
                  <a:pt x="308615" y="1668192"/>
                </a:lnTo>
                <a:lnTo>
                  <a:pt x="290924" y="1652346"/>
                </a:lnTo>
                <a:close/>
                <a:moveTo>
                  <a:pt x="804046" y="494008"/>
                </a:moveTo>
                <a:lnTo>
                  <a:pt x="804689" y="496932"/>
                </a:lnTo>
                <a:lnTo>
                  <a:pt x="805141" y="495736"/>
                </a:lnTo>
                <a:close/>
                <a:moveTo>
                  <a:pt x="786417" y="533306"/>
                </a:moveTo>
                <a:lnTo>
                  <a:pt x="786911" y="534334"/>
                </a:lnTo>
                <a:lnTo>
                  <a:pt x="787031" y="534437"/>
                </a:lnTo>
                <a:lnTo>
                  <a:pt x="787538" y="533645"/>
                </a:lnTo>
                <a:close/>
                <a:moveTo>
                  <a:pt x="328958" y="1557491"/>
                </a:moveTo>
                <a:lnTo>
                  <a:pt x="329259" y="1557604"/>
                </a:lnTo>
                <a:lnTo>
                  <a:pt x="329188" y="1557514"/>
                </a:lnTo>
                <a:close/>
                <a:moveTo>
                  <a:pt x="833221" y="428348"/>
                </a:moveTo>
                <a:lnTo>
                  <a:pt x="833753" y="429285"/>
                </a:lnTo>
                <a:lnTo>
                  <a:pt x="833838" y="428593"/>
                </a:lnTo>
                <a:close/>
                <a:moveTo>
                  <a:pt x="857190" y="374649"/>
                </a:moveTo>
                <a:lnTo>
                  <a:pt x="857015" y="376070"/>
                </a:lnTo>
                <a:lnTo>
                  <a:pt x="857086" y="375936"/>
                </a:lnTo>
                <a:lnTo>
                  <a:pt x="857195" y="374653"/>
                </a:lnTo>
                <a:close/>
                <a:moveTo>
                  <a:pt x="868084" y="350154"/>
                </a:moveTo>
                <a:lnTo>
                  <a:pt x="869893" y="351788"/>
                </a:lnTo>
                <a:lnTo>
                  <a:pt x="870133" y="351337"/>
                </a:lnTo>
                <a:close/>
                <a:moveTo>
                  <a:pt x="848226" y="394476"/>
                </a:moveTo>
                <a:lnTo>
                  <a:pt x="850846" y="396600"/>
                </a:lnTo>
                <a:lnTo>
                  <a:pt x="851996" y="394361"/>
                </a:lnTo>
                <a:lnTo>
                  <a:pt x="850410" y="390241"/>
                </a:lnTo>
                <a:lnTo>
                  <a:pt x="850403" y="390235"/>
                </a:lnTo>
                <a:close/>
                <a:moveTo>
                  <a:pt x="790608" y="523449"/>
                </a:moveTo>
                <a:lnTo>
                  <a:pt x="792341" y="526148"/>
                </a:lnTo>
                <a:lnTo>
                  <a:pt x="793184" y="524834"/>
                </a:lnTo>
                <a:close/>
                <a:moveTo>
                  <a:pt x="890838" y="298849"/>
                </a:moveTo>
                <a:lnTo>
                  <a:pt x="890591" y="301760"/>
                </a:lnTo>
                <a:lnTo>
                  <a:pt x="893704" y="305452"/>
                </a:lnTo>
                <a:close/>
                <a:moveTo>
                  <a:pt x="308238" y="1603329"/>
                </a:moveTo>
                <a:lnTo>
                  <a:pt x="309736" y="1604894"/>
                </a:lnTo>
                <a:lnTo>
                  <a:pt x="310633" y="1605117"/>
                </a:lnTo>
                <a:close/>
                <a:moveTo>
                  <a:pt x="845987" y="398839"/>
                </a:moveTo>
                <a:lnTo>
                  <a:pt x="847680" y="402762"/>
                </a:lnTo>
                <a:lnTo>
                  <a:pt x="850672" y="396939"/>
                </a:lnTo>
                <a:lnTo>
                  <a:pt x="848053" y="394813"/>
                </a:lnTo>
                <a:close/>
                <a:moveTo>
                  <a:pt x="817102" y="463472"/>
                </a:moveTo>
                <a:lnTo>
                  <a:pt x="817092" y="464397"/>
                </a:lnTo>
                <a:lnTo>
                  <a:pt x="817603" y="465350"/>
                </a:lnTo>
                <a:lnTo>
                  <a:pt x="818158" y="464156"/>
                </a:lnTo>
                <a:close/>
                <a:moveTo>
                  <a:pt x="845631" y="399534"/>
                </a:moveTo>
                <a:lnTo>
                  <a:pt x="845648" y="399562"/>
                </a:lnTo>
                <a:lnTo>
                  <a:pt x="845634" y="399529"/>
                </a:lnTo>
                <a:close/>
                <a:moveTo>
                  <a:pt x="313646" y="1590751"/>
                </a:moveTo>
                <a:lnTo>
                  <a:pt x="314597" y="1591336"/>
                </a:lnTo>
                <a:lnTo>
                  <a:pt x="314284" y="1590943"/>
                </a:lnTo>
                <a:close/>
                <a:moveTo>
                  <a:pt x="817849" y="461518"/>
                </a:moveTo>
                <a:lnTo>
                  <a:pt x="818784" y="462807"/>
                </a:lnTo>
                <a:lnTo>
                  <a:pt x="819013" y="462314"/>
                </a:lnTo>
                <a:close/>
                <a:moveTo>
                  <a:pt x="795009" y="512608"/>
                </a:moveTo>
                <a:lnTo>
                  <a:pt x="794750" y="516722"/>
                </a:lnTo>
                <a:lnTo>
                  <a:pt x="794730" y="517140"/>
                </a:lnTo>
                <a:lnTo>
                  <a:pt x="795028" y="517405"/>
                </a:lnTo>
                <a:lnTo>
                  <a:pt x="795058" y="512681"/>
                </a:lnTo>
                <a:close/>
                <a:moveTo>
                  <a:pt x="776942" y="552980"/>
                </a:moveTo>
                <a:lnTo>
                  <a:pt x="777093" y="553156"/>
                </a:lnTo>
                <a:lnTo>
                  <a:pt x="777171" y="552611"/>
                </a:lnTo>
                <a:close/>
                <a:moveTo>
                  <a:pt x="813421" y="471262"/>
                </a:moveTo>
                <a:lnTo>
                  <a:pt x="813657" y="473847"/>
                </a:lnTo>
                <a:lnTo>
                  <a:pt x="814278" y="472511"/>
                </a:lnTo>
                <a:close/>
                <a:moveTo>
                  <a:pt x="890941" y="297638"/>
                </a:moveTo>
                <a:lnTo>
                  <a:pt x="890916" y="297934"/>
                </a:lnTo>
                <a:lnTo>
                  <a:pt x="894681" y="306612"/>
                </a:lnTo>
                <a:lnTo>
                  <a:pt x="895783" y="307919"/>
                </a:lnTo>
                <a:lnTo>
                  <a:pt x="897129" y="303993"/>
                </a:lnTo>
                <a:close/>
                <a:moveTo>
                  <a:pt x="834709" y="423304"/>
                </a:moveTo>
                <a:lnTo>
                  <a:pt x="834143" y="427910"/>
                </a:lnTo>
                <a:lnTo>
                  <a:pt x="834854" y="428192"/>
                </a:lnTo>
                <a:lnTo>
                  <a:pt x="836362" y="424948"/>
                </a:lnTo>
                <a:close/>
                <a:moveTo>
                  <a:pt x="843112" y="404443"/>
                </a:moveTo>
                <a:lnTo>
                  <a:pt x="844985" y="405156"/>
                </a:lnTo>
                <a:lnTo>
                  <a:pt x="843797" y="403109"/>
                </a:lnTo>
                <a:close/>
                <a:moveTo>
                  <a:pt x="842743" y="405162"/>
                </a:moveTo>
                <a:lnTo>
                  <a:pt x="845142" y="407704"/>
                </a:lnTo>
                <a:lnTo>
                  <a:pt x="845761" y="406497"/>
                </a:lnTo>
                <a:lnTo>
                  <a:pt x="845184" y="405500"/>
                </a:lnTo>
                <a:lnTo>
                  <a:pt x="842998" y="404666"/>
                </a:lnTo>
                <a:close/>
                <a:moveTo>
                  <a:pt x="342780" y="1524547"/>
                </a:moveTo>
                <a:lnTo>
                  <a:pt x="343311" y="1525068"/>
                </a:lnTo>
                <a:lnTo>
                  <a:pt x="343042" y="1524605"/>
                </a:lnTo>
                <a:close/>
                <a:moveTo>
                  <a:pt x="775816" y="554790"/>
                </a:moveTo>
                <a:lnTo>
                  <a:pt x="776536" y="555998"/>
                </a:lnTo>
                <a:lnTo>
                  <a:pt x="776673" y="556060"/>
                </a:lnTo>
                <a:lnTo>
                  <a:pt x="777032" y="553572"/>
                </a:lnTo>
                <a:lnTo>
                  <a:pt x="776770" y="553255"/>
                </a:lnTo>
                <a:close/>
                <a:moveTo>
                  <a:pt x="841389" y="407799"/>
                </a:moveTo>
                <a:lnTo>
                  <a:pt x="843912" y="410098"/>
                </a:lnTo>
                <a:lnTo>
                  <a:pt x="844843" y="408285"/>
                </a:lnTo>
                <a:lnTo>
                  <a:pt x="842444" y="405744"/>
                </a:lnTo>
                <a:close/>
                <a:moveTo>
                  <a:pt x="841032" y="408496"/>
                </a:moveTo>
                <a:lnTo>
                  <a:pt x="843146" y="411589"/>
                </a:lnTo>
                <a:lnTo>
                  <a:pt x="843580" y="410744"/>
                </a:lnTo>
                <a:lnTo>
                  <a:pt x="841057" y="408446"/>
                </a:lnTo>
                <a:close/>
                <a:moveTo>
                  <a:pt x="840572" y="409393"/>
                </a:moveTo>
                <a:lnTo>
                  <a:pt x="842879" y="411643"/>
                </a:lnTo>
                <a:lnTo>
                  <a:pt x="840926" y="408701"/>
                </a:lnTo>
                <a:close/>
                <a:moveTo>
                  <a:pt x="327839" y="1557374"/>
                </a:moveTo>
                <a:lnTo>
                  <a:pt x="330348" y="1558976"/>
                </a:lnTo>
                <a:lnTo>
                  <a:pt x="329541" y="1557959"/>
                </a:lnTo>
                <a:lnTo>
                  <a:pt x="328045" y="1557396"/>
                </a:lnTo>
                <a:close/>
                <a:moveTo>
                  <a:pt x="840045" y="410418"/>
                </a:moveTo>
                <a:lnTo>
                  <a:pt x="842585" y="412680"/>
                </a:lnTo>
                <a:lnTo>
                  <a:pt x="842738" y="412383"/>
                </a:lnTo>
                <a:lnTo>
                  <a:pt x="840288" y="409945"/>
                </a:lnTo>
                <a:close/>
                <a:moveTo>
                  <a:pt x="817123" y="461675"/>
                </a:moveTo>
                <a:lnTo>
                  <a:pt x="817116" y="462265"/>
                </a:lnTo>
                <a:lnTo>
                  <a:pt x="817898" y="462738"/>
                </a:lnTo>
                <a:close/>
                <a:moveTo>
                  <a:pt x="913773" y="245110"/>
                </a:moveTo>
                <a:lnTo>
                  <a:pt x="909612" y="263499"/>
                </a:lnTo>
                <a:lnTo>
                  <a:pt x="911656" y="268302"/>
                </a:lnTo>
                <a:lnTo>
                  <a:pt x="913479" y="274592"/>
                </a:lnTo>
                <a:lnTo>
                  <a:pt x="918033" y="266013"/>
                </a:lnTo>
                <a:lnTo>
                  <a:pt x="918353" y="265873"/>
                </a:lnTo>
                <a:lnTo>
                  <a:pt x="913566" y="274890"/>
                </a:lnTo>
                <a:lnTo>
                  <a:pt x="921093" y="300853"/>
                </a:lnTo>
                <a:lnTo>
                  <a:pt x="924476" y="292294"/>
                </a:lnTo>
                <a:lnTo>
                  <a:pt x="924767" y="291584"/>
                </a:lnTo>
                <a:lnTo>
                  <a:pt x="919957" y="280890"/>
                </a:lnTo>
                <a:lnTo>
                  <a:pt x="920165" y="281000"/>
                </a:lnTo>
                <a:lnTo>
                  <a:pt x="924844" y="291398"/>
                </a:lnTo>
                <a:lnTo>
                  <a:pt x="935003" y="266678"/>
                </a:lnTo>
                <a:lnTo>
                  <a:pt x="926921" y="258039"/>
                </a:lnTo>
                <a:lnTo>
                  <a:pt x="915621" y="246886"/>
                </a:lnTo>
                <a:close/>
                <a:moveTo>
                  <a:pt x="776322" y="552717"/>
                </a:moveTo>
                <a:lnTo>
                  <a:pt x="776159" y="553276"/>
                </a:lnTo>
                <a:lnTo>
                  <a:pt x="776428" y="552843"/>
                </a:lnTo>
                <a:close/>
                <a:moveTo>
                  <a:pt x="913889" y="244597"/>
                </a:moveTo>
                <a:lnTo>
                  <a:pt x="913818" y="244910"/>
                </a:lnTo>
                <a:lnTo>
                  <a:pt x="921947" y="252720"/>
                </a:lnTo>
                <a:lnTo>
                  <a:pt x="919876" y="250504"/>
                </a:lnTo>
                <a:close/>
                <a:moveTo>
                  <a:pt x="298439" y="1622591"/>
                </a:moveTo>
                <a:lnTo>
                  <a:pt x="302145" y="1625732"/>
                </a:lnTo>
                <a:lnTo>
                  <a:pt x="310597" y="1628530"/>
                </a:lnTo>
                <a:close/>
                <a:moveTo>
                  <a:pt x="776592" y="551790"/>
                </a:moveTo>
                <a:lnTo>
                  <a:pt x="776423" y="552372"/>
                </a:lnTo>
                <a:lnTo>
                  <a:pt x="776595" y="552574"/>
                </a:lnTo>
                <a:lnTo>
                  <a:pt x="777352" y="551356"/>
                </a:lnTo>
                <a:lnTo>
                  <a:pt x="777501" y="550329"/>
                </a:lnTo>
                <a:close/>
                <a:moveTo>
                  <a:pt x="886157" y="306398"/>
                </a:moveTo>
                <a:lnTo>
                  <a:pt x="883066" y="317276"/>
                </a:lnTo>
                <a:lnTo>
                  <a:pt x="886272" y="320660"/>
                </a:lnTo>
                <a:lnTo>
                  <a:pt x="886981" y="312319"/>
                </a:lnTo>
                <a:lnTo>
                  <a:pt x="885526" y="310617"/>
                </a:lnTo>
                <a:lnTo>
                  <a:pt x="885870" y="310686"/>
                </a:lnTo>
                <a:lnTo>
                  <a:pt x="887007" y="312016"/>
                </a:lnTo>
                <a:lnTo>
                  <a:pt x="887281" y="308799"/>
                </a:lnTo>
                <a:close/>
                <a:moveTo>
                  <a:pt x="247985" y="1735343"/>
                </a:moveTo>
                <a:lnTo>
                  <a:pt x="280796" y="1756734"/>
                </a:lnTo>
                <a:lnTo>
                  <a:pt x="311754" y="1760895"/>
                </a:lnTo>
                <a:lnTo>
                  <a:pt x="299696" y="1753927"/>
                </a:lnTo>
                <a:lnTo>
                  <a:pt x="269601" y="1743689"/>
                </a:lnTo>
                <a:close/>
                <a:moveTo>
                  <a:pt x="835011" y="420849"/>
                </a:moveTo>
                <a:lnTo>
                  <a:pt x="834753" y="422946"/>
                </a:lnTo>
                <a:lnTo>
                  <a:pt x="836500" y="424650"/>
                </a:lnTo>
                <a:lnTo>
                  <a:pt x="837111" y="423336"/>
                </a:lnTo>
                <a:lnTo>
                  <a:pt x="837600" y="422384"/>
                </a:lnTo>
                <a:close/>
                <a:moveTo>
                  <a:pt x="788068" y="525895"/>
                </a:moveTo>
                <a:lnTo>
                  <a:pt x="788356" y="530296"/>
                </a:lnTo>
                <a:lnTo>
                  <a:pt x="789168" y="530868"/>
                </a:lnTo>
                <a:lnTo>
                  <a:pt x="789444" y="526858"/>
                </a:lnTo>
                <a:close/>
                <a:moveTo>
                  <a:pt x="790520" y="520212"/>
                </a:moveTo>
                <a:lnTo>
                  <a:pt x="790497" y="520703"/>
                </a:lnTo>
                <a:lnTo>
                  <a:pt x="792514" y="521789"/>
                </a:lnTo>
                <a:close/>
                <a:moveTo>
                  <a:pt x="835112" y="420030"/>
                </a:moveTo>
                <a:lnTo>
                  <a:pt x="835045" y="420569"/>
                </a:lnTo>
                <a:lnTo>
                  <a:pt x="837706" y="422178"/>
                </a:lnTo>
                <a:lnTo>
                  <a:pt x="842379" y="413082"/>
                </a:lnTo>
                <a:lnTo>
                  <a:pt x="839839" y="410819"/>
                </a:lnTo>
                <a:close/>
                <a:moveTo>
                  <a:pt x="831615" y="427710"/>
                </a:moveTo>
                <a:lnTo>
                  <a:pt x="831370" y="430590"/>
                </a:lnTo>
                <a:lnTo>
                  <a:pt x="832633" y="432979"/>
                </a:lnTo>
                <a:lnTo>
                  <a:pt x="833539" y="431027"/>
                </a:lnTo>
                <a:lnTo>
                  <a:pt x="833673" y="429936"/>
                </a:lnTo>
                <a:lnTo>
                  <a:pt x="832643" y="428118"/>
                </a:lnTo>
                <a:close/>
                <a:moveTo>
                  <a:pt x="825585" y="441132"/>
                </a:moveTo>
                <a:lnTo>
                  <a:pt x="827713" y="443575"/>
                </a:lnTo>
                <a:lnTo>
                  <a:pt x="828027" y="442899"/>
                </a:lnTo>
                <a:lnTo>
                  <a:pt x="825785" y="441274"/>
                </a:lnTo>
                <a:close/>
                <a:moveTo>
                  <a:pt x="833995" y="422207"/>
                </a:moveTo>
                <a:lnTo>
                  <a:pt x="834556" y="422753"/>
                </a:lnTo>
                <a:lnTo>
                  <a:pt x="834605" y="422346"/>
                </a:lnTo>
                <a:lnTo>
                  <a:pt x="834825" y="420738"/>
                </a:lnTo>
                <a:lnTo>
                  <a:pt x="834767" y="420703"/>
                </a:lnTo>
                <a:close/>
                <a:moveTo>
                  <a:pt x="777685" y="548039"/>
                </a:moveTo>
                <a:lnTo>
                  <a:pt x="776986" y="550439"/>
                </a:lnTo>
                <a:lnTo>
                  <a:pt x="777635" y="549394"/>
                </a:lnTo>
                <a:lnTo>
                  <a:pt x="777808" y="548203"/>
                </a:lnTo>
                <a:close/>
                <a:moveTo>
                  <a:pt x="786051" y="529294"/>
                </a:moveTo>
                <a:lnTo>
                  <a:pt x="785690" y="531794"/>
                </a:lnTo>
                <a:lnTo>
                  <a:pt x="786066" y="532574"/>
                </a:lnTo>
                <a:lnTo>
                  <a:pt x="787888" y="533100"/>
                </a:lnTo>
                <a:lnTo>
                  <a:pt x="788115" y="532745"/>
                </a:lnTo>
                <a:lnTo>
                  <a:pt x="788028" y="531408"/>
                </a:lnTo>
                <a:lnTo>
                  <a:pt x="787100" y="530033"/>
                </a:lnTo>
                <a:close/>
                <a:moveTo>
                  <a:pt x="841863" y="404232"/>
                </a:moveTo>
                <a:lnTo>
                  <a:pt x="842293" y="404689"/>
                </a:lnTo>
                <a:lnTo>
                  <a:pt x="842418" y="404444"/>
                </a:lnTo>
                <a:close/>
                <a:moveTo>
                  <a:pt x="324504" y="1562556"/>
                </a:moveTo>
                <a:lnTo>
                  <a:pt x="325371" y="1563413"/>
                </a:lnTo>
                <a:lnTo>
                  <a:pt x="326738" y="1563992"/>
                </a:lnTo>
                <a:close/>
                <a:moveTo>
                  <a:pt x="831974" y="426143"/>
                </a:moveTo>
                <a:lnTo>
                  <a:pt x="832635" y="427311"/>
                </a:lnTo>
                <a:lnTo>
                  <a:pt x="833932" y="427826"/>
                </a:lnTo>
                <a:lnTo>
                  <a:pt x="834512" y="423108"/>
                </a:lnTo>
                <a:lnTo>
                  <a:pt x="833972" y="422571"/>
                </a:lnTo>
                <a:lnTo>
                  <a:pt x="833863" y="422463"/>
                </a:lnTo>
                <a:close/>
                <a:moveTo>
                  <a:pt x="831703" y="426671"/>
                </a:moveTo>
                <a:lnTo>
                  <a:pt x="831681" y="426932"/>
                </a:lnTo>
                <a:lnTo>
                  <a:pt x="832056" y="427082"/>
                </a:lnTo>
                <a:lnTo>
                  <a:pt x="831760" y="426560"/>
                </a:lnTo>
                <a:close/>
                <a:moveTo>
                  <a:pt x="786148" y="528622"/>
                </a:moveTo>
                <a:lnTo>
                  <a:pt x="786132" y="528730"/>
                </a:lnTo>
                <a:lnTo>
                  <a:pt x="786302" y="528850"/>
                </a:lnTo>
                <a:close/>
                <a:moveTo>
                  <a:pt x="325553" y="1559889"/>
                </a:moveTo>
                <a:lnTo>
                  <a:pt x="328225" y="1562465"/>
                </a:lnTo>
                <a:lnTo>
                  <a:pt x="329402" y="1563362"/>
                </a:lnTo>
                <a:lnTo>
                  <a:pt x="333829" y="1566207"/>
                </a:lnTo>
                <a:lnTo>
                  <a:pt x="330400" y="1561531"/>
                </a:lnTo>
                <a:lnTo>
                  <a:pt x="328095" y="1560335"/>
                </a:lnTo>
                <a:close/>
                <a:moveTo>
                  <a:pt x="887988" y="300479"/>
                </a:moveTo>
                <a:lnTo>
                  <a:pt x="886879" y="303859"/>
                </a:lnTo>
                <a:lnTo>
                  <a:pt x="886307" y="305875"/>
                </a:lnTo>
                <a:lnTo>
                  <a:pt x="887342" y="308086"/>
                </a:lnTo>
                <a:close/>
                <a:moveTo>
                  <a:pt x="315177" y="1583037"/>
                </a:moveTo>
                <a:lnTo>
                  <a:pt x="316766" y="1585039"/>
                </a:lnTo>
                <a:lnTo>
                  <a:pt x="322142" y="1588526"/>
                </a:lnTo>
                <a:close/>
                <a:moveTo>
                  <a:pt x="830519" y="428979"/>
                </a:moveTo>
                <a:lnTo>
                  <a:pt x="830552" y="429042"/>
                </a:lnTo>
                <a:lnTo>
                  <a:pt x="830565" y="428889"/>
                </a:lnTo>
                <a:close/>
                <a:moveTo>
                  <a:pt x="298803" y="1619384"/>
                </a:moveTo>
                <a:lnTo>
                  <a:pt x="302431" y="1621715"/>
                </a:lnTo>
                <a:lnTo>
                  <a:pt x="306292" y="1623168"/>
                </a:lnTo>
                <a:lnTo>
                  <a:pt x="304216" y="1621545"/>
                </a:lnTo>
                <a:close/>
                <a:moveTo>
                  <a:pt x="276307" y="1669335"/>
                </a:moveTo>
                <a:lnTo>
                  <a:pt x="279905" y="1672107"/>
                </a:lnTo>
                <a:lnTo>
                  <a:pt x="287932" y="1674656"/>
                </a:lnTo>
                <a:lnTo>
                  <a:pt x="294908" y="1675978"/>
                </a:lnTo>
                <a:lnTo>
                  <a:pt x="291349" y="1674751"/>
                </a:lnTo>
                <a:close/>
                <a:moveTo>
                  <a:pt x="803440" y="488710"/>
                </a:moveTo>
                <a:lnTo>
                  <a:pt x="803291" y="489402"/>
                </a:lnTo>
                <a:lnTo>
                  <a:pt x="804731" y="491093"/>
                </a:lnTo>
                <a:lnTo>
                  <a:pt x="804436" y="489598"/>
                </a:lnTo>
                <a:close/>
                <a:moveTo>
                  <a:pt x="827344" y="435166"/>
                </a:moveTo>
                <a:lnTo>
                  <a:pt x="829857" y="437205"/>
                </a:lnTo>
                <a:lnTo>
                  <a:pt x="829914" y="436539"/>
                </a:lnTo>
                <a:lnTo>
                  <a:pt x="828252" y="433396"/>
                </a:lnTo>
                <a:close/>
                <a:moveTo>
                  <a:pt x="826730" y="436362"/>
                </a:moveTo>
                <a:lnTo>
                  <a:pt x="826839" y="436499"/>
                </a:lnTo>
                <a:lnTo>
                  <a:pt x="829816" y="437688"/>
                </a:lnTo>
                <a:lnTo>
                  <a:pt x="829828" y="437539"/>
                </a:lnTo>
                <a:lnTo>
                  <a:pt x="827214" y="435418"/>
                </a:lnTo>
                <a:close/>
                <a:moveTo>
                  <a:pt x="346393" y="1511696"/>
                </a:moveTo>
                <a:lnTo>
                  <a:pt x="347886" y="1512926"/>
                </a:lnTo>
                <a:lnTo>
                  <a:pt x="347766" y="1512659"/>
                </a:lnTo>
                <a:lnTo>
                  <a:pt x="346563" y="1511774"/>
                </a:lnTo>
                <a:close/>
                <a:moveTo>
                  <a:pt x="787873" y="522920"/>
                </a:moveTo>
                <a:lnTo>
                  <a:pt x="787955" y="524170"/>
                </a:lnTo>
                <a:lnTo>
                  <a:pt x="789264" y="525088"/>
                </a:lnTo>
                <a:close/>
                <a:moveTo>
                  <a:pt x="803743" y="487308"/>
                </a:moveTo>
                <a:lnTo>
                  <a:pt x="803592" y="488007"/>
                </a:lnTo>
                <a:lnTo>
                  <a:pt x="804231" y="488561"/>
                </a:lnTo>
                <a:lnTo>
                  <a:pt x="804037" y="487582"/>
                </a:lnTo>
                <a:close/>
                <a:moveTo>
                  <a:pt x="824764" y="440192"/>
                </a:moveTo>
                <a:lnTo>
                  <a:pt x="824892" y="440338"/>
                </a:lnTo>
                <a:lnTo>
                  <a:pt x="828150" y="442634"/>
                </a:lnTo>
                <a:lnTo>
                  <a:pt x="828427" y="442037"/>
                </a:lnTo>
                <a:lnTo>
                  <a:pt x="825791" y="438192"/>
                </a:lnTo>
                <a:close/>
                <a:moveTo>
                  <a:pt x="274587" y="1672125"/>
                </a:moveTo>
                <a:lnTo>
                  <a:pt x="276622" y="1673097"/>
                </a:lnTo>
                <a:lnTo>
                  <a:pt x="275901" y="1672541"/>
                </a:lnTo>
                <a:close/>
                <a:moveTo>
                  <a:pt x="817180" y="456956"/>
                </a:moveTo>
                <a:lnTo>
                  <a:pt x="817137" y="460538"/>
                </a:lnTo>
                <a:lnTo>
                  <a:pt x="817615" y="461196"/>
                </a:lnTo>
                <a:lnTo>
                  <a:pt x="819070" y="462191"/>
                </a:lnTo>
                <a:lnTo>
                  <a:pt x="819768" y="460688"/>
                </a:lnTo>
                <a:close/>
                <a:moveTo>
                  <a:pt x="324624" y="1559725"/>
                </a:moveTo>
                <a:lnTo>
                  <a:pt x="325865" y="1560670"/>
                </a:lnTo>
                <a:lnTo>
                  <a:pt x="324944" y="1559782"/>
                </a:lnTo>
                <a:close/>
                <a:moveTo>
                  <a:pt x="295282" y="1625280"/>
                </a:moveTo>
                <a:lnTo>
                  <a:pt x="298544" y="1627605"/>
                </a:lnTo>
                <a:lnTo>
                  <a:pt x="302445" y="1630195"/>
                </a:lnTo>
                <a:lnTo>
                  <a:pt x="305362" y="1630778"/>
                </a:lnTo>
                <a:lnTo>
                  <a:pt x="302599" y="1628436"/>
                </a:lnTo>
                <a:close/>
                <a:moveTo>
                  <a:pt x="786682" y="524925"/>
                </a:moveTo>
                <a:lnTo>
                  <a:pt x="786257" y="527869"/>
                </a:lnTo>
                <a:lnTo>
                  <a:pt x="787476" y="529677"/>
                </a:lnTo>
                <a:lnTo>
                  <a:pt x="787936" y="530000"/>
                </a:lnTo>
                <a:lnTo>
                  <a:pt x="787648" y="525601"/>
                </a:lnTo>
                <a:close/>
                <a:moveTo>
                  <a:pt x="848255" y="387006"/>
                </a:moveTo>
                <a:lnTo>
                  <a:pt x="849655" y="388282"/>
                </a:lnTo>
                <a:lnTo>
                  <a:pt x="848900" y="386320"/>
                </a:lnTo>
                <a:lnTo>
                  <a:pt x="848831" y="386240"/>
                </a:lnTo>
                <a:close/>
                <a:moveTo>
                  <a:pt x="250602" y="1725075"/>
                </a:moveTo>
                <a:lnTo>
                  <a:pt x="254505" y="1727331"/>
                </a:lnTo>
                <a:lnTo>
                  <a:pt x="256020" y="1727610"/>
                </a:lnTo>
                <a:close/>
                <a:moveTo>
                  <a:pt x="820682" y="448146"/>
                </a:moveTo>
                <a:lnTo>
                  <a:pt x="823972" y="449459"/>
                </a:lnTo>
                <a:lnTo>
                  <a:pt x="825397" y="443986"/>
                </a:lnTo>
                <a:lnTo>
                  <a:pt x="825568" y="443855"/>
                </a:lnTo>
                <a:lnTo>
                  <a:pt x="824097" y="449509"/>
                </a:lnTo>
                <a:lnTo>
                  <a:pt x="824823" y="449799"/>
                </a:lnTo>
                <a:lnTo>
                  <a:pt x="827277" y="444513"/>
                </a:lnTo>
                <a:lnTo>
                  <a:pt x="824300" y="441096"/>
                </a:lnTo>
                <a:close/>
                <a:moveTo>
                  <a:pt x="802744" y="488089"/>
                </a:moveTo>
                <a:lnTo>
                  <a:pt x="802943" y="488994"/>
                </a:lnTo>
                <a:lnTo>
                  <a:pt x="803007" y="489068"/>
                </a:lnTo>
                <a:lnTo>
                  <a:pt x="803147" y="488448"/>
                </a:lnTo>
                <a:close/>
                <a:moveTo>
                  <a:pt x="819742" y="450025"/>
                </a:moveTo>
                <a:lnTo>
                  <a:pt x="822916" y="453515"/>
                </a:lnTo>
                <a:lnTo>
                  <a:pt x="823815" y="450061"/>
                </a:lnTo>
                <a:lnTo>
                  <a:pt x="820399" y="448695"/>
                </a:lnTo>
                <a:lnTo>
                  <a:pt x="819967" y="449538"/>
                </a:lnTo>
                <a:close/>
                <a:moveTo>
                  <a:pt x="818987" y="451652"/>
                </a:moveTo>
                <a:lnTo>
                  <a:pt x="822420" y="454975"/>
                </a:lnTo>
                <a:lnTo>
                  <a:pt x="822567" y="454659"/>
                </a:lnTo>
                <a:lnTo>
                  <a:pt x="819273" y="451036"/>
                </a:lnTo>
                <a:close/>
                <a:moveTo>
                  <a:pt x="817957" y="453873"/>
                </a:moveTo>
                <a:lnTo>
                  <a:pt x="821390" y="457196"/>
                </a:lnTo>
                <a:lnTo>
                  <a:pt x="821741" y="456439"/>
                </a:lnTo>
                <a:lnTo>
                  <a:pt x="819395" y="453810"/>
                </a:lnTo>
                <a:lnTo>
                  <a:pt x="818422" y="452870"/>
                </a:lnTo>
                <a:close/>
                <a:moveTo>
                  <a:pt x="817448" y="454970"/>
                </a:moveTo>
                <a:lnTo>
                  <a:pt x="820158" y="459848"/>
                </a:lnTo>
                <a:lnTo>
                  <a:pt x="820968" y="458104"/>
                </a:lnTo>
                <a:lnTo>
                  <a:pt x="817535" y="454781"/>
                </a:lnTo>
                <a:close/>
                <a:moveTo>
                  <a:pt x="817197" y="455512"/>
                </a:moveTo>
                <a:lnTo>
                  <a:pt x="817188" y="456286"/>
                </a:lnTo>
                <a:lnTo>
                  <a:pt x="819957" y="460281"/>
                </a:lnTo>
                <a:lnTo>
                  <a:pt x="820088" y="460000"/>
                </a:lnTo>
                <a:lnTo>
                  <a:pt x="817378" y="455121"/>
                </a:lnTo>
                <a:close/>
                <a:moveTo>
                  <a:pt x="790785" y="514548"/>
                </a:moveTo>
                <a:lnTo>
                  <a:pt x="790605" y="518389"/>
                </a:lnTo>
                <a:lnTo>
                  <a:pt x="793443" y="520455"/>
                </a:lnTo>
                <a:lnTo>
                  <a:pt x="794371" y="521187"/>
                </a:lnTo>
                <a:lnTo>
                  <a:pt x="794581" y="517841"/>
                </a:lnTo>
                <a:close/>
                <a:moveTo>
                  <a:pt x="812841" y="464905"/>
                </a:moveTo>
                <a:lnTo>
                  <a:pt x="813150" y="468295"/>
                </a:lnTo>
                <a:lnTo>
                  <a:pt x="813497" y="468729"/>
                </a:lnTo>
                <a:lnTo>
                  <a:pt x="814323" y="469933"/>
                </a:lnTo>
                <a:lnTo>
                  <a:pt x="814365" y="466402"/>
                </a:lnTo>
                <a:lnTo>
                  <a:pt x="814745" y="461943"/>
                </a:lnTo>
                <a:lnTo>
                  <a:pt x="814337" y="461678"/>
                </a:lnTo>
                <a:close/>
                <a:moveTo>
                  <a:pt x="790805" y="514118"/>
                </a:moveTo>
                <a:lnTo>
                  <a:pt x="790793" y="514377"/>
                </a:lnTo>
                <a:lnTo>
                  <a:pt x="794591" y="517673"/>
                </a:lnTo>
                <a:lnTo>
                  <a:pt x="794596" y="517589"/>
                </a:lnTo>
                <a:close/>
                <a:moveTo>
                  <a:pt x="810105" y="470803"/>
                </a:moveTo>
                <a:lnTo>
                  <a:pt x="812141" y="472734"/>
                </a:lnTo>
                <a:lnTo>
                  <a:pt x="811956" y="469125"/>
                </a:lnTo>
                <a:lnTo>
                  <a:pt x="811316" y="468192"/>
                </a:lnTo>
                <a:close/>
                <a:moveTo>
                  <a:pt x="287417" y="1641183"/>
                </a:moveTo>
                <a:lnTo>
                  <a:pt x="288995" y="1642596"/>
                </a:lnTo>
                <a:lnTo>
                  <a:pt x="293895" y="1643544"/>
                </a:lnTo>
                <a:lnTo>
                  <a:pt x="291660" y="1642926"/>
                </a:lnTo>
                <a:lnTo>
                  <a:pt x="291458" y="1642590"/>
                </a:lnTo>
                <a:lnTo>
                  <a:pt x="297265" y="1644195"/>
                </a:lnTo>
                <a:lnTo>
                  <a:pt x="299707" y="1644667"/>
                </a:lnTo>
                <a:close/>
                <a:moveTo>
                  <a:pt x="808703" y="473826"/>
                </a:moveTo>
                <a:lnTo>
                  <a:pt x="810023" y="480514"/>
                </a:lnTo>
                <a:lnTo>
                  <a:pt x="810702" y="481029"/>
                </a:lnTo>
                <a:lnTo>
                  <a:pt x="812343" y="476688"/>
                </a:lnTo>
                <a:lnTo>
                  <a:pt x="812170" y="473314"/>
                </a:lnTo>
                <a:lnTo>
                  <a:pt x="809946" y="471146"/>
                </a:lnTo>
                <a:close/>
                <a:moveTo>
                  <a:pt x="860685" y="357399"/>
                </a:moveTo>
                <a:lnTo>
                  <a:pt x="859496" y="371393"/>
                </a:lnTo>
                <a:lnTo>
                  <a:pt x="864066" y="362776"/>
                </a:lnTo>
                <a:close/>
                <a:moveTo>
                  <a:pt x="340450" y="1522267"/>
                </a:moveTo>
                <a:lnTo>
                  <a:pt x="341005" y="1522811"/>
                </a:lnTo>
                <a:lnTo>
                  <a:pt x="341619" y="1522947"/>
                </a:lnTo>
                <a:lnTo>
                  <a:pt x="341539" y="1522780"/>
                </a:lnTo>
                <a:lnTo>
                  <a:pt x="342103" y="1522994"/>
                </a:lnTo>
                <a:lnTo>
                  <a:pt x="341765" y="1522417"/>
                </a:lnTo>
                <a:lnTo>
                  <a:pt x="341421" y="1522238"/>
                </a:lnTo>
                <a:close/>
                <a:moveTo>
                  <a:pt x="787100" y="522022"/>
                </a:moveTo>
                <a:lnTo>
                  <a:pt x="786898" y="523431"/>
                </a:lnTo>
                <a:lnTo>
                  <a:pt x="787535" y="523877"/>
                </a:lnTo>
                <a:lnTo>
                  <a:pt x="787435" y="522353"/>
                </a:lnTo>
                <a:close/>
                <a:moveTo>
                  <a:pt x="284509" y="1647411"/>
                </a:moveTo>
                <a:lnTo>
                  <a:pt x="285447" y="1648613"/>
                </a:lnTo>
                <a:lnTo>
                  <a:pt x="288220" y="1649557"/>
                </a:lnTo>
                <a:lnTo>
                  <a:pt x="288220" y="1649556"/>
                </a:lnTo>
                <a:close/>
                <a:moveTo>
                  <a:pt x="334368" y="1535748"/>
                </a:moveTo>
                <a:lnTo>
                  <a:pt x="337869" y="1537712"/>
                </a:lnTo>
                <a:lnTo>
                  <a:pt x="336920" y="1535719"/>
                </a:lnTo>
                <a:lnTo>
                  <a:pt x="335629" y="1534656"/>
                </a:lnTo>
                <a:close/>
                <a:moveTo>
                  <a:pt x="832200" y="420842"/>
                </a:moveTo>
                <a:lnTo>
                  <a:pt x="831842" y="425052"/>
                </a:lnTo>
                <a:lnTo>
                  <a:pt x="833401" y="422013"/>
                </a:lnTo>
                <a:close/>
                <a:moveTo>
                  <a:pt x="802547" y="487101"/>
                </a:moveTo>
                <a:lnTo>
                  <a:pt x="803304" y="487756"/>
                </a:lnTo>
                <a:lnTo>
                  <a:pt x="803464" y="487048"/>
                </a:lnTo>
                <a:lnTo>
                  <a:pt x="802840" y="486469"/>
                </a:lnTo>
                <a:close/>
                <a:moveTo>
                  <a:pt x="829377" y="426820"/>
                </a:moveTo>
                <a:lnTo>
                  <a:pt x="830167" y="428316"/>
                </a:lnTo>
                <a:lnTo>
                  <a:pt x="830670" y="427334"/>
                </a:lnTo>
                <a:close/>
                <a:moveTo>
                  <a:pt x="323413" y="1559512"/>
                </a:moveTo>
                <a:lnTo>
                  <a:pt x="326739" y="1561650"/>
                </a:lnTo>
                <a:lnTo>
                  <a:pt x="324085" y="1559630"/>
                </a:lnTo>
                <a:close/>
                <a:moveTo>
                  <a:pt x="794226" y="505041"/>
                </a:moveTo>
                <a:lnTo>
                  <a:pt x="795097" y="506405"/>
                </a:lnTo>
                <a:lnTo>
                  <a:pt x="795117" y="503120"/>
                </a:lnTo>
                <a:close/>
                <a:moveTo>
                  <a:pt x="792479" y="508809"/>
                </a:moveTo>
                <a:lnTo>
                  <a:pt x="792735" y="509064"/>
                </a:lnTo>
                <a:lnTo>
                  <a:pt x="792518" y="508725"/>
                </a:lnTo>
                <a:close/>
                <a:moveTo>
                  <a:pt x="844753" y="391657"/>
                </a:moveTo>
                <a:lnTo>
                  <a:pt x="847738" y="394079"/>
                </a:lnTo>
                <a:lnTo>
                  <a:pt x="849932" y="389805"/>
                </a:lnTo>
                <a:lnTo>
                  <a:pt x="847687" y="387760"/>
                </a:lnTo>
                <a:close/>
                <a:moveTo>
                  <a:pt x="790893" y="512227"/>
                </a:moveTo>
                <a:lnTo>
                  <a:pt x="790827" y="513662"/>
                </a:lnTo>
                <a:lnTo>
                  <a:pt x="794630" y="517051"/>
                </a:lnTo>
                <a:lnTo>
                  <a:pt x="794918" y="512465"/>
                </a:lnTo>
                <a:lnTo>
                  <a:pt x="793724" y="510603"/>
                </a:lnTo>
                <a:lnTo>
                  <a:pt x="792300" y="509196"/>
                </a:lnTo>
                <a:close/>
                <a:moveTo>
                  <a:pt x="790154" y="513823"/>
                </a:moveTo>
                <a:lnTo>
                  <a:pt x="790331" y="513975"/>
                </a:lnTo>
                <a:lnTo>
                  <a:pt x="790350" y="513700"/>
                </a:lnTo>
                <a:lnTo>
                  <a:pt x="790252" y="513611"/>
                </a:lnTo>
                <a:close/>
                <a:moveTo>
                  <a:pt x="832334" y="419261"/>
                </a:moveTo>
                <a:lnTo>
                  <a:pt x="832230" y="420484"/>
                </a:lnTo>
                <a:lnTo>
                  <a:pt x="833534" y="421755"/>
                </a:lnTo>
                <a:lnTo>
                  <a:pt x="834235" y="420388"/>
                </a:lnTo>
                <a:close/>
                <a:moveTo>
                  <a:pt x="788684" y="516992"/>
                </a:moveTo>
                <a:lnTo>
                  <a:pt x="790054" y="517989"/>
                </a:lnTo>
                <a:lnTo>
                  <a:pt x="790319" y="514143"/>
                </a:lnTo>
                <a:lnTo>
                  <a:pt x="790096" y="513949"/>
                </a:lnTo>
                <a:close/>
                <a:moveTo>
                  <a:pt x="787753" y="518999"/>
                </a:moveTo>
                <a:lnTo>
                  <a:pt x="787976" y="519346"/>
                </a:lnTo>
                <a:lnTo>
                  <a:pt x="789890" y="520376"/>
                </a:lnTo>
                <a:lnTo>
                  <a:pt x="789933" y="519747"/>
                </a:lnTo>
                <a:lnTo>
                  <a:pt x="788083" y="518287"/>
                </a:lnTo>
                <a:close/>
                <a:moveTo>
                  <a:pt x="773962" y="549880"/>
                </a:moveTo>
                <a:lnTo>
                  <a:pt x="773528" y="550953"/>
                </a:lnTo>
                <a:lnTo>
                  <a:pt x="773568" y="551019"/>
                </a:lnTo>
                <a:lnTo>
                  <a:pt x="773983" y="549905"/>
                </a:lnTo>
                <a:close/>
                <a:moveTo>
                  <a:pt x="774360" y="548895"/>
                </a:moveTo>
                <a:lnTo>
                  <a:pt x="774068" y="549617"/>
                </a:lnTo>
                <a:lnTo>
                  <a:pt x="774084" y="549635"/>
                </a:lnTo>
                <a:close/>
                <a:moveTo>
                  <a:pt x="323593" y="1557999"/>
                </a:moveTo>
                <a:lnTo>
                  <a:pt x="325195" y="1559543"/>
                </a:lnTo>
                <a:lnTo>
                  <a:pt x="327273" y="1559907"/>
                </a:lnTo>
                <a:close/>
                <a:moveTo>
                  <a:pt x="301969" y="1606410"/>
                </a:moveTo>
                <a:lnTo>
                  <a:pt x="303872" y="1608607"/>
                </a:lnTo>
                <a:lnTo>
                  <a:pt x="304282" y="1608734"/>
                </a:lnTo>
                <a:lnTo>
                  <a:pt x="302901" y="1606967"/>
                </a:lnTo>
                <a:close/>
                <a:moveTo>
                  <a:pt x="843568" y="393232"/>
                </a:moveTo>
                <a:lnTo>
                  <a:pt x="845672" y="398105"/>
                </a:lnTo>
                <a:lnTo>
                  <a:pt x="847565" y="394417"/>
                </a:lnTo>
                <a:lnTo>
                  <a:pt x="844529" y="391954"/>
                </a:lnTo>
                <a:close/>
                <a:moveTo>
                  <a:pt x="868254" y="337832"/>
                </a:moveTo>
                <a:lnTo>
                  <a:pt x="871122" y="342806"/>
                </a:lnTo>
                <a:lnTo>
                  <a:pt x="872936" y="346052"/>
                </a:lnTo>
                <a:lnTo>
                  <a:pt x="873960" y="344119"/>
                </a:lnTo>
                <a:lnTo>
                  <a:pt x="870092" y="335853"/>
                </a:lnTo>
                <a:lnTo>
                  <a:pt x="869956" y="335572"/>
                </a:lnTo>
                <a:close/>
                <a:moveTo>
                  <a:pt x="814107" y="458961"/>
                </a:moveTo>
                <a:lnTo>
                  <a:pt x="814279" y="459271"/>
                </a:lnTo>
                <a:lnTo>
                  <a:pt x="814353" y="459128"/>
                </a:lnTo>
                <a:close/>
                <a:moveTo>
                  <a:pt x="817241" y="451727"/>
                </a:moveTo>
                <a:lnTo>
                  <a:pt x="817224" y="453163"/>
                </a:lnTo>
                <a:lnTo>
                  <a:pt x="817351" y="453286"/>
                </a:lnTo>
                <a:lnTo>
                  <a:pt x="817849" y="452316"/>
                </a:lnTo>
                <a:close/>
                <a:moveTo>
                  <a:pt x="836666" y="407995"/>
                </a:moveTo>
                <a:lnTo>
                  <a:pt x="835929" y="413390"/>
                </a:lnTo>
                <a:lnTo>
                  <a:pt x="835330" y="418254"/>
                </a:lnTo>
                <a:lnTo>
                  <a:pt x="839363" y="410396"/>
                </a:lnTo>
                <a:close/>
                <a:moveTo>
                  <a:pt x="842669" y="394425"/>
                </a:moveTo>
                <a:lnTo>
                  <a:pt x="845263" y="398900"/>
                </a:lnTo>
                <a:lnTo>
                  <a:pt x="845337" y="398757"/>
                </a:lnTo>
                <a:lnTo>
                  <a:pt x="843484" y="393946"/>
                </a:lnTo>
                <a:lnTo>
                  <a:pt x="843318" y="393563"/>
                </a:lnTo>
                <a:close/>
                <a:moveTo>
                  <a:pt x="332036" y="1537763"/>
                </a:moveTo>
                <a:lnTo>
                  <a:pt x="334822" y="1540525"/>
                </a:lnTo>
                <a:lnTo>
                  <a:pt x="339926" y="1541352"/>
                </a:lnTo>
                <a:lnTo>
                  <a:pt x="339627" y="1540839"/>
                </a:lnTo>
                <a:lnTo>
                  <a:pt x="333184" y="1536771"/>
                </a:lnTo>
                <a:close/>
                <a:moveTo>
                  <a:pt x="338781" y="1522319"/>
                </a:moveTo>
                <a:lnTo>
                  <a:pt x="339042" y="1522377"/>
                </a:lnTo>
                <a:lnTo>
                  <a:pt x="339120" y="1522309"/>
                </a:lnTo>
                <a:close/>
                <a:moveTo>
                  <a:pt x="861089" y="352649"/>
                </a:moveTo>
                <a:lnTo>
                  <a:pt x="860908" y="354774"/>
                </a:lnTo>
                <a:lnTo>
                  <a:pt x="864830" y="361335"/>
                </a:lnTo>
                <a:lnTo>
                  <a:pt x="866870" y="357489"/>
                </a:lnTo>
                <a:close/>
                <a:moveTo>
                  <a:pt x="338098" y="1523676"/>
                </a:moveTo>
                <a:lnTo>
                  <a:pt x="341742" y="1524985"/>
                </a:lnTo>
                <a:lnTo>
                  <a:pt x="340947" y="1524142"/>
                </a:lnTo>
                <a:lnTo>
                  <a:pt x="338250" y="1523546"/>
                </a:lnTo>
                <a:close/>
                <a:moveTo>
                  <a:pt x="836864" y="406539"/>
                </a:moveTo>
                <a:lnTo>
                  <a:pt x="836737" y="407473"/>
                </a:lnTo>
                <a:lnTo>
                  <a:pt x="839569" y="409995"/>
                </a:lnTo>
                <a:lnTo>
                  <a:pt x="839829" y="409489"/>
                </a:lnTo>
                <a:close/>
                <a:moveTo>
                  <a:pt x="295007" y="1619681"/>
                </a:moveTo>
                <a:lnTo>
                  <a:pt x="296696" y="1621113"/>
                </a:lnTo>
                <a:lnTo>
                  <a:pt x="312172" y="1628674"/>
                </a:lnTo>
                <a:lnTo>
                  <a:pt x="313300" y="1629169"/>
                </a:lnTo>
                <a:lnTo>
                  <a:pt x="303595" y="1622932"/>
                </a:lnTo>
                <a:close/>
                <a:moveTo>
                  <a:pt x="342673" y="1512815"/>
                </a:moveTo>
                <a:lnTo>
                  <a:pt x="342957" y="1513006"/>
                </a:lnTo>
                <a:lnTo>
                  <a:pt x="342940" y="1512985"/>
                </a:lnTo>
                <a:close/>
                <a:moveTo>
                  <a:pt x="812433" y="460443"/>
                </a:moveTo>
                <a:lnTo>
                  <a:pt x="812621" y="462502"/>
                </a:lnTo>
                <a:lnTo>
                  <a:pt x="813367" y="461049"/>
                </a:lnTo>
                <a:close/>
                <a:moveTo>
                  <a:pt x="348854" y="1498235"/>
                </a:moveTo>
                <a:lnTo>
                  <a:pt x="348862" y="1498252"/>
                </a:lnTo>
                <a:lnTo>
                  <a:pt x="348926" y="1498266"/>
                </a:lnTo>
                <a:close/>
                <a:moveTo>
                  <a:pt x="837096" y="404837"/>
                </a:moveTo>
                <a:lnTo>
                  <a:pt x="836956" y="405866"/>
                </a:lnTo>
                <a:lnTo>
                  <a:pt x="840110" y="408942"/>
                </a:lnTo>
                <a:lnTo>
                  <a:pt x="840535" y="408113"/>
                </a:lnTo>
                <a:lnTo>
                  <a:pt x="840296" y="407752"/>
                </a:lnTo>
                <a:close/>
                <a:moveTo>
                  <a:pt x="283432" y="1644487"/>
                </a:moveTo>
                <a:lnTo>
                  <a:pt x="283173" y="1645701"/>
                </a:lnTo>
                <a:lnTo>
                  <a:pt x="283998" y="1646757"/>
                </a:lnTo>
                <a:lnTo>
                  <a:pt x="287473" y="1648765"/>
                </a:lnTo>
                <a:close/>
                <a:moveTo>
                  <a:pt x="311392" y="1581797"/>
                </a:moveTo>
                <a:lnTo>
                  <a:pt x="312319" y="1582960"/>
                </a:lnTo>
                <a:lnTo>
                  <a:pt x="311639" y="1581962"/>
                </a:lnTo>
                <a:close/>
                <a:moveTo>
                  <a:pt x="794571" y="499686"/>
                </a:moveTo>
                <a:lnTo>
                  <a:pt x="793183" y="503409"/>
                </a:lnTo>
                <a:lnTo>
                  <a:pt x="793189" y="503418"/>
                </a:lnTo>
                <a:lnTo>
                  <a:pt x="794840" y="499861"/>
                </a:lnTo>
                <a:close/>
                <a:moveTo>
                  <a:pt x="817276" y="448841"/>
                </a:moveTo>
                <a:lnTo>
                  <a:pt x="817262" y="449981"/>
                </a:lnTo>
                <a:lnTo>
                  <a:pt x="818455" y="451136"/>
                </a:lnTo>
                <a:lnTo>
                  <a:pt x="818782" y="450498"/>
                </a:lnTo>
                <a:close/>
                <a:moveTo>
                  <a:pt x="864579" y="342712"/>
                </a:moveTo>
                <a:lnTo>
                  <a:pt x="871163" y="349394"/>
                </a:lnTo>
                <a:lnTo>
                  <a:pt x="872625" y="346638"/>
                </a:lnTo>
                <a:lnTo>
                  <a:pt x="867938" y="338252"/>
                </a:lnTo>
                <a:close/>
                <a:moveTo>
                  <a:pt x="795148" y="498137"/>
                </a:moveTo>
                <a:lnTo>
                  <a:pt x="795112" y="498235"/>
                </a:lnTo>
                <a:lnTo>
                  <a:pt x="795147" y="498257"/>
                </a:lnTo>
                <a:close/>
                <a:moveTo>
                  <a:pt x="254840" y="1707615"/>
                </a:moveTo>
                <a:lnTo>
                  <a:pt x="272755" y="1723272"/>
                </a:lnTo>
                <a:lnTo>
                  <a:pt x="278261" y="1724823"/>
                </a:lnTo>
                <a:lnTo>
                  <a:pt x="328766" y="1738292"/>
                </a:lnTo>
                <a:lnTo>
                  <a:pt x="329437" y="1735587"/>
                </a:lnTo>
                <a:lnTo>
                  <a:pt x="326049" y="1734090"/>
                </a:lnTo>
                <a:lnTo>
                  <a:pt x="318157" y="1730474"/>
                </a:lnTo>
                <a:lnTo>
                  <a:pt x="285505" y="1724405"/>
                </a:lnTo>
                <a:lnTo>
                  <a:pt x="285227" y="1724023"/>
                </a:lnTo>
                <a:lnTo>
                  <a:pt x="316938" y="1729915"/>
                </a:lnTo>
                <a:lnTo>
                  <a:pt x="294590" y="1719675"/>
                </a:lnTo>
                <a:lnTo>
                  <a:pt x="294542" y="1719582"/>
                </a:lnTo>
                <a:lnTo>
                  <a:pt x="289926" y="1717832"/>
                </a:lnTo>
                <a:lnTo>
                  <a:pt x="270584" y="1710200"/>
                </a:lnTo>
                <a:lnTo>
                  <a:pt x="270500" y="1710055"/>
                </a:lnTo>
                <a:lnTo>
                  <a:pt x="281203" y="1714279"/>
                </a:lnTo>
                <a:lnTo>
                  <a:pt x="294748" y="1719281"/>
                </a:lnTo>
                <a:lnTo>
                  <a:pt x="294646" y="1719162"/>
                </a:lnTo>
                <a:lnTo>
                  <a:pt x="315969" y="1723424"/>
                </a:lnTo>
                <a:lnTo>
                  <a:pt x="318631" y="1723918"/>
                </a:lnTo>
                <a:lnTo>
                  <a:pt x="284871" y="1709356"/>
                </a:lnTo>
                <a:close/>
                <a:moveTo>
                  <a:pt x="273048" y="1666824"/>
                </a:moveTo>
                <a:lnTo>
                  <a:pt x="275947" y="1669057"/>
                </a:lnTo>
                <a:lnTo>
                  <a:pt x="279442" y="1670316"/>
                </a:lnTo>
                <a:lnTo>
                  <a:pt x="297021" y="1676378"/>
                </a:lnTo>
                <a:lnTo>
                  <a:pt x="297726" y="1676511"/>
                </a:lnTo>
                <a:lnTo>
                  <a:pt x="296855" y="1675395"/>
                </a:lnTo>
                <a:lnTo>
                  <a:pt x="281751" y="1668984"/>
                </a:lnTo>
                <a:lnTo>
                  <a:pt x="296632" y="1675109"/>
                </a:lnTo>
                <a:lnTo>
                  <a:pt x="296518" y="1674964"/>
                </a:lnTo>
                <a:lnTo>
                  <a:pt x="291836" y="1667871"/>
                </a:lnTo>
                <a:lnTo>
                  <a:pt x="290470" y="1667813"/>
                </a:lnTo>
                <a:lnTo>
                  <a:pt x="277218" y="1667061"/>
                </a:lnTo>
                <a:lnTo>
                  <a:pt x="281751" y="1668984"/>
                </a:lnTo>
                <a:lnTo>
                  <a:pt x="277055" y="1667051"/>
                </a:lnTo>
                <a:close/>
                <a:moveTo>
                  <a:pt x="837300" y="403345"/>
                </a:moveTo>
                <a:lnTo>
                  <a:pt x="837212" y="403993"/>
                </a:lnTo>
                <a:lnTo>
                  <a:pt x="838620" y="405276"/>
                </a:lnTo>
                <a:close/>
                <a:moveTo>
                  <a:pt x="807836" y="469089"/>
                </a:moveTo>
                <a:lnTo>
                  <a:pt x="807799" y="469250"/>
                </a:lnTo>
                <a:lnTo>
                  <a:pt x="808177" y="471161"/>
                </a:lnTo>
                <a:lnTo>
                  <a:pt x="808772" y="470002"/>
                </a:lnTo>
                <a:close/>
                <a:moveTo>
                  <a:pt x="336905" y="1523248"/>
                </a:moveTo>
                <a:lnTo>
                  <a:pt x="337700" y="1523533"/>
                </a:lnTo>
                <a:lnTo>
                  <a:pt x="337801" y="1523446"/>
                </a:lnTo>
                <a:close/>
                <a:moveTo>
                  <a:pt x="817292" y="447455"/>
                </a:moveTo>
                <a:lnTo>
                  <a:pt x="817291" y="447488"/>
                </a:lnTo>
                <a:lnTo>
                  <a:pt x="819154" y="449379"/>
                </a:lnTo>
                <a:lnTo>
                  <a:pt x="819284" y="449521"/>
                </a:lnTo>
                <a:lnTo>
                  <a:pt x="819824" y="448467"/>
                </a:lnTo>
                <a:close/>
                <a:moveTo>
                  <a:pt x="838204" y="400356"/>
                </a:moveTo>
                <a:lnTo>
                  <a:pt x="841470" y="403816"/>
                </a:lnTo>
                <a:lnTo>
                  <a:pt x="842532" y="404221"/>
                </a:lnTo>
                <a:lnTo>
                  <a:pt x="843430" y="402474"/>
                </a:lnTo>
                <a:lnTo>
                  <a:pt x="840462" y="397357"/>
                </a:lnTo>
                <a:close/>
                <a:moveTo>
                  <a:pt x="861819" y="347447"/>
                </a:moveTo>
                <a:lnTo>
                  <a:pt x="861200" y="351336"/>
                </a:lnTo>
                <a:lnTo>
                  <a:pt x="861111" y="352386"/>
                </a:lnTo>
                <a:lnTo>
                  <a:pt x="867022" y="357202"/>
                </a:lnTo>
                <a:lnTo>
                  <a:pt x="868835" y="353782"/>
                </a:lnTo>
                <a:close/>
                <a:moveTo>
                  <a:pt x="292133" y="1623035"/>
                </a:moveTo>
                <a:lnTo>
                  <a:pt x="294402" y="1624653"/>
                </a:lnTo>
                <a:lnTo>
                  <a:pt x="301726" y="1627696"/>
                </a:lnTo>
                <a:lnTo>
                  <a:pt x="299090" y="1625462"/>
                </a:lnTo>
                <a:close/>
                <a:moveTo>
                  <a:pt x="902484" y="256266"/>
                </a:moveTo>
                <a:lnTo>
                  <a:pt x="891648" y="289316"/>
                </a:lnTo>
                <a:lnTo>
                  <a:pt x="890969" y="297306"/>
                </a:lnTo>
                <a:lnTo>
                  <a:pt x="897220" y="303727"/>
                </a:lnTo>
                <a:lnTo>
                  <a:pt x="902666" y="287842"/>
                </a:lnTo>
                <a:lnTo>
                  <a:pt x="899718" y="284438"/>
                </a:lnTo>
                <a:lnTo>
                  <a:pt x="900196" y="284530"/>
                </a:lnTo>
                <a:lnTo>
                  <a:pt x="902779" y="287513"/>
                </a:lnTo>
                <a:lnTo>
                  <a:pt x="905308" y="280134"/>
                </a:lnTo>
                <a:lnTo>
                  <a:pt x="905527" y="279992"/>
                </a:lnTo>
                <a:lnTo>
                  <a:pt x="902901" y="287653"/>
                </a:lnTo>
                <a:lnTo>
                  <a:pt x="903699" y="288574"/>
                </a:lnTo>
                <a:lnTo>
                  <a:pt x="907272" y="272780"/>
                </a:lnTo>
                <a:close/>
                <a:moveTo>
                  <a:pt x="823692" y="432560"/>
                </a:moveTo>
                <a:lnTo>
                  <a:pt x="826308" y="435835"/>
                </a:lnTo>
                <a:lnTo>
                  <a:pt x="826726" y="435021"/>
                </a:lnTo>
                <a:close/>
                <a:moveTo>
                  <a:pt x="862635" y="345294"/>
                </a:moveTo>
                <a:lnTo>
                  <a:pt x="863136" y="345686"/>
                </a:lnTo>
                <a:lnTo>
                  <a:pt x="866764" y="348962"/>
                </a:lnTo>
                <a:lnTo>
                  <a:pt x="870307" y="351009"/>
                </a:lnTo>
                <a:lnTo>
                  <a:pt x="870906" y="349879"/>
                </a:lnTo>
                <a:lnTo>
                  <a:pt x="864261" y="343135"/>
                </a:lnTo>
                <a:close/>
                <a:moveTo>
                  <a:pt x="300143" y="1604303"/>
                </a:moveTo>
                <a:lnTo>
                  <a:pt x="300811" y="1605074"/>
                </a:lnTo>
                <a:lnTo>
                  <a:pt x="301958" y="1605758"/>
                </a:lnTo>
                <a:lnTo>
                  <a:pt x="301148" y="1604721"/>
                </a:lnTo>
                <a:lnTo>
                  <a:pt x="300371" y="1604350"/>
                </a:lnTo>
                <a:close/>
                <a:moveTo>
                  <a:pt x="812195" y="457653"/>
                </a:moveTo>
                <a:lnTo>
                  <a:pt x="812217" y="458074"/>
                </a:lnTo>
                <a:lnTo>
                  <a:pt x="812335" y="459371"/>
                </a:lnTo>
                <a:lnTo>
                  <a:pt x="813779" y="460246"/>
                </a:lnTo>
                <a:lnTo>
                  <a:pt x="814085" y="459651"/>
                </a:lnTo>
                <a:lnTo>
                  <a:pt x="813486" y="458536"/>
                </a:lnTo>
                <a:close/>
                <a:moveTo>
                  <a:pt x="836770" y="402259"/>
                </a:moveTo>
                <a:lnTo>
                  <a:pt x="837252" y="402964"/>
                </a:lnTo>
                <a:lnTo>
                  <a:pt x="837310" y="402541"/>
                </a:lnTo>
                <a:lnTo>
                  <a:pt x="837426" y="402430"/>
                </a:lnTo>
                <a:lnTo>
                  <a:pt x="837335" y="403086"/>
                </a:lnTo>
                <a:lnTo>
                  <a:pt x="839184" y="405790"/>
                </a:lnTo>
                <a:lnTo>
                  <a:pt x="840917" y="407370"/>
                </a:lnTo>
                <a:lnTo>
                  <a:pt x="841994" y="405270"/>
                </a:lnTo>
                <a:lnTo>
                  <a:pt x="840536" y="403726"/>
                </a:lnTo>
                <a:lnTo>
                  <a:pt x="838887" y="403095"/>
                </a:lnTo>
                <a:lnTo>
                  <a:pt x="839271" y="402977"/>
                </a:lnTo>
                <a:lnTo>
                  <a:pt x="840143" y="403309"/>
                </a:lnTo>
                <a:lnTo>
                  <a:pt x="837827" y="400857"/>
                </a:lnTo>
                <a:close/>
                <a:moveTo>
                  <a:pt x="842202" y="390066"/>
                </a:moveTo>
                <a:lnTo>
                  <a:pt x="843442" y="392939"/>
                </a:lnTo>
                <a:lnTo>
                  <a:pt x="844314" y="391780"/>
                </a:lnTo>
                <a:close/>
                <a:moveTo>
                  <a:pt x="808852" y="464597"/>
                </a:moveTo>
                <a:lnTo>
                  <a:pt x="807917" y="468727"/>
                </a:lnTo>
                <a:lnTo>
                  <a:pt x="808932" y="469689"/>
                </a:lnTo>
                <a:lnTo>
                  <a:pt x="810393" y="466844"/>
                </a:lnTo>
                <a:close/>
                <a:moveTo>
                  <a:pt x="324826" y="1548296"/>
                </a:moveTo>
                <a:lnTo>
                  <a:pt x="328060" y="1552371"/>
                </a:lnTo>
                <a:lnTo>
                  <a:pt x="328188" y="1552395"/>
                </a:lnTo>
                <a:lnTo>
                  <a:pt x="325307" y="1548465"/>
                </a:lnTo>
                <a:close/>
                <a:moveTo>
                  <a:pt x="836176" y="403049"/>
                </a:moveTo>
                <a:lnTo>
                  <a:pt x="837123" y="403912"/>
                </a:lnTo>
                <a:lnTo>
                  <a:pt x="837217" y="403224"/>
                </a:lnTo>
                <a:lnTo>
                  <a:pt x="836659" y="402407"/>
                </a:lnTo>
                <a:close/>
                <a:moveTo>
                  <a:pt x="307374" y="1586900"/>
                </a:moveTo>
                <a:lnTo>
                  <a:pt x="310717" y="1588953"/>
                </a:lnTo>
                <a:lnTo>
                  <a:pt x="313205" y="1589590"/>
                </a:lnTo>
                <a:lnTo>
                  <a:pt x="312129" y="1588239"/>
                </a:lnTo>
                <a:close/>
                <a:moveTo>
                  <a:pt x="302584" y="1597422"/>
                </a:moveTo>
                <a:lnTo>
                  <a:pt x="303650" y="1598536"/>
                </a:lnTo>
                <a:lnTo>
                  <a:pt x="306351" y="1600552"/>
                </a:lnTo>
                <a:lnTo>
                  <a:pt x="310983" y="1601562"/>
                </a:lnTo>
                <a:close/>
                <a:moveTo>
                  <a:pt x="835283" y="404235"/>
                </a:moveTo>
                <a:lnTo>
                  <a:pt x="836868" y="405781"/>
                </a:lnTo>
                <a:lnTo>
                  <a:pt x="837008" y="404756"/>
                </a:lnTo>
                <a:lnTo>
                  <a:pt x="835752" y="403612"/>
                </a:lnTo>
                <a:close/>
                <a:moveTo>
                  <a:pt x="343294" y="1505877"/>
                </a:moveTo>
                <a:lnTo>
                  <a:pt x="345271" y="1507093"/>
                </a:lnTo>
                <a:lnTo>
                  <a:pt x="344758" y="1505949"/>
                </a:lnTo>
                <a:close/>
                <a:moveTo>
                  <a:pt x="812110" y="455979"/>
                </a:moveTo>
                <a:lnTo>
                  <a:pt x="812187" y="457487"/>
                </a:lnTo>
                <a:lnTo>
                  <a:pt x="813348" y="458282"/>
                </a:lnTo>
                <a:close/>
                <a:moveTo>
                  <a:pt x="320535" y="1556614"/>
                </a:moveTo>
                <a:lnTo>
                  <a:pt x="324141" y="1559358"/>
                </a:lnTo>
                <a:lnTo>
                  <a:pt x="324586" y="1559436"/>
                </a:lnTo>
                <a:lnTo>
                  <a:pt x="322517" y="1557440"/>
                </a:lnTo>
                <a:lnTo>
                  <a:pt x="321021" y="1556664"/>
                </a:lnTo>
                <a:close/>
                <a:moveTo>
                  <a:pt x="789696" y="506061"/>
                </a:moveTo>
                <a:lnTo>
                  <a:pt x="790156" y="506514"/>
                </a:lnTo>
                <a:lnTo>
                  <a:pt x="790187" y="506428"/>
                </a:lnTo>
                <a:close/>
                <a:moveTo>
                  <a:pt x="311015" y="1577793"/>
                </a:moveTo>
                <a:lnTo>
                  <a:pt x="314059" y="1581628"/>
                </a:lnTo>
                <a:lnTo>
                  <a:pt x="325926" y="1590980"/>
                </a:lnTo>
                <a:lnTo>
                  <a:pt x="327346" y="1591902"/>
                </a:lnTo>
                <a:lnTo>
                  <a:pt x="328238" y="1592139"/>
                </a:lnTo>
                <a:lnTo>
                  <a:pt x="323321" y="1584896"/>
                </a:lnTo>
                <a:lnTo>
                  <a:pt x="317290" y="1582132"/>
                </a:lnTo>
                <a:lnTo>
                  <a:pt x="317196" y="1581948"/>
                </a:lnTo>
                <a:lnTo>
                  <a:pt x="323182" y="1584691"/>
                </a:lnTo>
                <a:lnTo>
                  <a:pt x="319642" y="1579477"/>
                </a:lnTo>
                <a:lnTo>
                  <a:pt x="319310" y="1579385"/>
                </a:lnTo>
                <a:lnTo>
                  <a:pt x="319235" y="1579383"/>
                </a:lnTo>
                <a:close/>
                <a:moveTo>
                  <a:pt x="789370" y="506302"/>
                </a:moveTo>
                <a:lnTo>
                  <a:pt x="788823" y="510087"/>
                </a:lnTo>
                <a:lnTo>
                  <a:pt x="790002" y="506926"/>
                </a:lnTo>
                <a:close/>
                <a:moveTo>
                  <a:pt x="834406" y="405400"/>
                </a:moveTo>
                <a:lnTo>
                  <a:pt x="836647" y="407394"/>
                </a:lnTo>
                <a:lnTo>
                  <a:pt x="836776" y="406451"/>
                </a:lnTo>
                <a:lnTo>
                  <a:pt x="834968" y="404653"/>
                </a:lnTo>
                <a:close/>
                <a:moveTo>
                  <a:pt x="778286" y="530843"/>
                </a:moveTo>
                <a:lnTo>
                  <a:pt x="779158" y="531501"/>
                </a:lnTo>
                <a:lnTo>
                  <a:pt x="779115" y="531322"/>
                </a:lnTo>
                <a:lnTo>
                  <a:pt x="779106" y="531213"/>
                </a:lnTo>
                <a:lnTo>
                  <a:pt x="778828" y="531008"/>
                </a:lnTo>
                <a:close/>
                <a:moveTo>
                  <a:pt x="862750" y="341603"/>
                </a:moveTo>
                <a:lnTo>
                  <a:pt x="862215" y="344968"/>
                </a:lnTo>
                <a:lnTo>
                  <a:pt x="862341" y="345067"/>
                </a:lnTo>
                <a:lnTo>
                  <a:pt x="863997" y="342868"/>
                </a:lnTo>
                <a:close/>
                <a:moveTo>
                  <a:pt x="858746" y="350459"/>
                </a:moveTo>
                <a:lnTo>
                  <a:pt x="860070" y="351537"/>
                </a:lnTo>
                <a:lnTo>
                  <a:pt x="860320" y="349708"/>
                </a:lnTo>
                <a:lnTo>
                  <a:pt x="860475" y="349558"/>
                </a:lnTo>
                <a:lnTo>
                  <a:pt x="860191" y="351636"/>
                </a:lnTo>
                <a:lnTo>
                  <a:pt x="860196" y="351640"/>
                </a:lnTo>
                <a:lnTo>
                  <a:pt x="860822" y="347700"/>
                </a:lnTo>
                <a:close/>
                <a:moveTo>
                  <a:pt x="828867" y="417203"/>
                </a:moveTo>
                <a:lnTo>
                  <a:pt x="831355" y="419629"/>
                </a:lnTo>
                <a:lnTo>
                  <a:pt x="831432" y="418725"/>
                </a:lnTo>
                <a:close/>
                <a:moveTo>
                  <a:pt x="858422" y="350889"/>
                </a:moveTo>
                <a:lnTo>
                  <a:pt x="859865" y="353034"/>
                </a:lnTo>
                <a:lnTo>
                  <a:pt x="860038" y="351770"/>
                </a:lnTo>
                <a:lnTo>
                  <a:pt x="858640" y="350599"/>
                </a:lnTo>
                <a:close/>
                <a:moveTo>
                  <a:pt x="812045" y="454714"/>
                </a:moveTo>
                <a:lnTo>
                  <a:pt x="812076" y="455301"/>
                </a:lnTo>
                <a:lnTo>
                  <a:pt x="813963" y="458701"/>
                </a:lnTo>
                <a:lnTo>
                  <a:pt x="814414" y="459010"/>
                </a:lnTo>
                <a:lnTo>
                  <a:pt x="814729" y="458394"/>
                </a:lnTo>
                <a:close/>
                <a:moveTo>
                  <a:pt x="810129" y="458950"/>
                </a:moveTo>
                <a:lnTo>
                  <a:pt x="809148" y="463287"/>
                </a:lnTo>
                <a:lnTo>
                  <a:pt x="811018" y="465626"/>
                </a:lnTo>
                <a:lnTo>
                  <a:pt x="811708" y="464281"/>
                </a:lnTo>
                <a:lnTo>
                  <a:pt x="811480" y="459825"/>
                </a:lnTo>
                <a:close/>
                <a:moveTo>
                  <a:pt x="808073" y="463460"/>
                </a:moveTo>
                <a:lnTo>
                  <a:pt x="807147" y="465943"/>
                </a:lnTo>
                <a:lnTo>
                  <a:pt x="807646" y="468469"/>
                </a:lnTo>
                <a:lnTo>
                  <a:pt x="807663" y="468486"/>
                </a:lnTo>
                <a:lnTo>
                  <a:pt x="808619" y="464258"/>
                </a:lnTo>
                <a:close/>
                <a:moveTo>
                  <a:pt x="833402" y="406733"/>
                </a:moveTo>
                <a:lnTo>
                  <a:pt x="832362" y="418944"/>
                </a:lnTo>
                <a:lnTo>
                  <a:pt x="834357" y="420151"/>
                </a:lnTo>
                <a:lnTo>
                  <a:pt x="835104" y="418695"/>
                </a:lnTo>
                <a:lnTo>
                  <a:pt x="836576" y="407915"/>
                </a:lnTo>
                <a:lnTo>
                  <a:pt x="834143" y="405750"/>
                </a:lnTo>
                <a:close/>
                <a:moveTo>
                  <a:pt x="286056" y="1632185"/>
                </a:moveTo>
                <a:lnTo>
                  <a:pt x="284663" y="1638715"/>
                </a:lnTo>
                <a:lnTo>
                  <a:pt x="286987" y="1640798"/>
                </a:lnTo>
                <a:lnTo>
                  <a:pt x="297536" y="1643788"/>
                </a:lnTo>
                <a:lnTo>
                  <a:pt x="303634" y="1645426"/>
                </a:lnTo>
                <a:lnTo>
                  <a:pt x="312150" y="1647074"/>
                </a:lnTo>
                <a:lnTo>
                  <a:pt x="316258" y="1640013"/>
                </a:lnTo>
                <a:lnTo>
                  <a:pt x="315756" y="1639588"/>
                </a:lnTo>
                <a:lnTo>
                  <a:pt x="312074" y="1637143"/>
                </a:lnTo>
                <a:lnTo>
                  <a:pt x="308918" y="1637132"/>
                </a:lnTo>
                <a:lnTo>
                  <a:pt x="308712" y="1636969"/>
                </a:lnTo>
                <a:lnTo>
                  <a:pt x="311829" y="1636980"/>
                </a:lnTo>
                <a:lnTo>
                  <a:pt x="311819" y="1636974"/>
                </a:lnTo>
                <a:close/>
                <a:moveTo>
                  <a:pt x="907970" y="239536"/>
                </a:moveTo>
                <a:lnTo>
                  <a:pt x="904248" y="250887"/>
                </a:lnTo>
                <a:lnTo>
                  <a:pt x="909455" y="263129"/>
                </a:lnTo>
                <a:lnTo>
                  <a:pt x="913574" y="244920"/>
                </a:lnTo>
                <a:close/>
                <a:moveTo>
                  <a:pt x="267989" y="1672546"/>
                </a:moveTo>
                <a:lnTo>
                  <a:pt x="281799" y="1683304"/>
                </a:lnTo>
                <a:lnTo>
                  <a:pt x="291127" y="1684275"/>
                </a:lnTo>
                <a:lnTo>
                  <a:pt x="277838" y="1674034"/>
                </a:lnTo>
                <a:lnTo>
                  <a:pt x="277815" y="1674023"/>
                </a:lnTo>
                <a:close/>
                <a:moveTo>
                  <a:pt x="908162" y="238948"/>
                </a:moveTo>
                <a:lnTo>
                  <a:pt x="908030" y="239350"/>
                </a:lnTo>
                <a:lnTo>
                  <a:pt x="913619" y="244720"/>
                </a:lnTo>
                <a:lnTo>
                  <a:pt x="913691" y="244404"/>
                </a:lnTo>
                <a:close/>
                <a:moveTo>
                  <a:pt x="789663" y="504276"/>
                </a:moveTo>
                <a:lnTo>
                  <a:pt x="789498" y="505413"/>
                </a:lnTo>
                <a:lnTo>
                  <a:pt x="790333" y="506039"/>
                </a:lnTo>
                <a:lnTo>
                  <a:pt x="790502" y="505583"/>
                </a:lnTo>
                <a:close/>
                <a:moveTo>
                  <a:pt x="298920" y="1602892"/>
                </a:moveTo>
                <a:lnTo>
                  <a:pt x="299569" y="1603641"/>
                </a:lnTo>
                <a:lnTo>
                  <a:pt x="300443" y="1603819"/>
                </a:lnTo>
                <a:lnTo>
                  <a:pt x="299913" y="1603140"/>
                </a:lnTo>
                <a:close/>
                <a:moveTo>
                  <a:pt x="809827" y="458754"/>
                </a:moveTo>
                <a:lnTo>
                  <a:pt x="808459" y="462425"/>
                </a:lnTo>
                <a:lnTo>
                  <a:pt x="808907" y="462986"/>
                </a:lnTo>
                <a:lnTo>
                  <a:pt x="809860" y="458775"/>
                </a:lnTo>
                <a:close/>
                <a:moveTo>
                  <a:pt x="263568" y="1681779"/>
                </a:moveTo>
                <a:lnTo>
                  <a:pt x="265922" y="1683337"/>
                </a:lnTo>
                <a:lnTo>
                  <a:pt x="288284" y="1697708"/>
                </a:lnTo>
                <a:lnTo>
                  <a:pt x="295175" y="1698049"/>
                </a:lnTo>
                <a:lnTo>
                  <a:pt x="276630" y="1683139"/>
                </a:lnTo>
                <a:close/>
                <a:moveTo>
                  <a:pt x="319702" y="1555979"/>
                </a:moveTo>
                <a:lnTo>
                  <a:pt x="320112" y="1556291"/>
                </a:lnTo>
                <a:lnTo>
                  <a:pt x="320351" y="1556317"/>
                </a:lnTo>
                <a:close/>
                <a:moveTo>
                  <a:pt x="813303" y="450683"/>
                </a:moveTo>
                <a:lnTo>
                  <a:pt x="815441" y="453767"/>
                </a:lnTo>
                <a:lnTo>
                  <a:pt x="815520" y="452831"/>
                </a:lnTo>
                <a:close/>
                <a:moveTo>
                  <a:pt x="280909" y="1642801"/>
                </a:moveTo>
                <a:lnTo>
                  <a:pt x="283030" y="1645518"/>
                </a:lnTo>
                <a:lnTo>
                  <a:pt x="283284" y="1644330"/>
                </a:lnTo>
                <a:lnTo>
                  <a:pt x="282245" y="1643230"/>
                </a:lnTo>
                <a:close/>
                <a:moveTo>
                  <a:pt x="833532" y="405205"/>
                </a:moveTo>
                <a:lnTo>
                  <a:pt x="833446" y="406214"/>
                </a:lnTo>
                <a:lnTo>
                  <a:pt x="833935" y="405564"/>
                </a:lnTo>
                <a:close/>
                <a:moveTo>
                  <a:pt x="811232" y="454984"/>
                </a:moveTo>
                <a:lnTo>
                  <a:pt x="810708" y="456388"/>
                </a:lnTo>
                <a:lnTo>
                  <a:pt x="810311" y="458146"/>
                </a:lnTo>
                <a:lnTo>
                  <a:pt x="811429" y="458822"/>
                </a:lnTo>
                <a:lnTo>
                  <a:pt x="811339" y="457069"/>
                </a:lnTo>
                <a:lnTo>
                  <a:pt x="811158" y="456946"/>
                </a:lnTo>
                <a:lnTo>
                  <a:pt x="811332" y="456934"/>
                </a:lnTo>
                <a:close/>
                <a:moveTo>
                  <a:pt x="770584" y="545818"/>
                </a:moveTo>
                <a:lnTo>
                  <a:pt x="770565" y="545983"/>
                </a:lnTo>
                <a:lnTo>
                  <a:pt x="772188" y="548704"/>
                </a:lnTo>
                <a:lnTo>
                  <a:pt x="772473" y="548090"/>
                </a:lnTo>
                <a:close/>
                <a:moveTo>
                  <a:pt x="843433" y="382614"/>
                </a:moveTo>
                <a:lnTo>
                  <a:pt x="848050" y="386819"/>
                </a:lnTo>
                <a:lnTo>
                  <a:pt x="848646" y="386027"/>
                </a:lnTo>
                <a:lnTo>
                  <a:pt x="844284" y="381017"/>
                </a:lnTo>
                <a:close/>
                <a:moveTo>
                  <a:pt x="820088" y="434824"/>
                </a:moveTo>
                <a:lnTo>
                  <a:pt x="824329" y="439692"/>
                </a:lnTo>
                <a:lnTo>
                  <a:pt x="825396" y="437614"/>
                </a:lnTo>
                <a:lnTo>
                  <a:pt x="824980" y="437009"/>
                </a:lnTo>
                <a:close/>
                <a:moveTo>
                  <a:pt x="791856" y="497916"/>
                </a:moveTo>
                <a:lnTo>
                  <a:pt x="791637" y="500986"/>
                </a:lnTo>
                <a:lnTo>
                  <a:pt x="792002" y="501558"/>
                </a:lnTo>
                <a:lnTo>
                  <a:pt x="793066" y="498705"/>
                </a:lnTo>
                <a:close/>
                <a:moveTo>
                  <a:pt x="293841" y="1612907"/>
                </a:moveTo>
                <a:lnTo>
                  <a:pt x="296689" y="1615134"/>
                </a:lnTo>
                <a:lnTo>
                  <a:pt x="306404" y="1621712"/>
                </a:lnTo>
                <a:lnTo>
                  <a:pt x="314616" y="1624615"/>
                </a:lnTo>
                <a:lnTo>
                  <a:pt x="308752" y="1617849"/>
                </a:lnTo>
                <a:lnTo>
                  <a:pt x="306388" y="1617411"/>
                </a:lnTo>
                <a:close/>
                <a:moveTo>
                  <a:pt x="340319" y="1508822"/>
                </a:moveTo>
                <a:lnTo>
                  <a:pt x="341330" y="1510111"/>
                </a:lnTo>
                <a:lnTo>
                  <a:pt x="346480" y="1513373"/>
                </a:lnTo>
                <a:lnTo>
                  <a:pt x="347954" y="1513328"/>
                </a:lnTo>
                <a:lnTo>
                  <a:pt x="345434" y="1511251"/>
                </a:lnTo>
                <a:lnTo>
                  <a:pt x="340675" y="1509044"/>
                </a:lnTo>
                <a:close/>
                <a:moveTo>
                  <a:pt x="812833" y="450688"/>
                </a:moveTo>
                <a:lnTo>
                  <a:pt x="811959" y="453033"/>
                </a:lnTo>
                <a:lnTo>
                  <a:pt x="811980" y="453428"/>
                </a:lnTo>
                <a:lnTo>
                  <a:pt x="815083" y="457706"/>
                </a:lnTo>
                <a:lnTo>
                  <a:pt x="815109" y="457655"/>
                </a:lnTo>
                <a:lnTo>
                  <a:pt x="815389" y="454374"/>
                </a:lnTo>
                <a:close/>
                <a:moveTo>
                  <a:pt x="781251" y="521369"/>
                </a:moveTo>
                <a:lnTo>
                  <a:pt x="781522" y="522476"/>
                </a:lnTo>
                <a:lnTo>
                  <a:pt x="781606" y="521894"/>
                </a:lnTo>
                <a:close/>
                <a:moveTo>
                  <a:pt x="813718" y="448314"/>
                </a:moveTo>
                <a:lnTo>
                  <a:pt x="813320" y="449382"/>
                </a:lnTo>
                <a:lnTo>
                  <a:pt x="815208" y="451210"/>
                </a:lnTo>
                <a:lnTo>
                  <a:pt x="814471" y="449883"/>
                </a:lnTo>
                <a:lnTo>
                  <a:pt x="814670" y="449965"/>
                </a:lnTo>
                <a:lnTo>
                  <a:pt x="815538" y="451532"/>
                </a:lnTo>
                <a:lnTo>
                  <a:pt x="815625" y="451615"/>
                </a:lnTo>
                <a:lnTo>
                  <a:pt x="815739" y="450271"/>
                </a:lnTo>
                <a:close/>
                <a:moveTo>
                  <a:pt x="857693" y="349806"/>
                </a:moveTo>
                <a:lnTo>
                  <a:pt x="858202" y="350564"/>
                </a:lnTo>
                <a:lnTo>
                  <a:pt x="858355" y="350361"/>
                </a:lnTo>
                <a:close/>
                <a:moveTo>
                  <a:pt x="840975" y="387222"/>
                </a:moveTo>
                <a:lnTo>
                  <a:pt x="841884" y="389329"/>
                </a:lnTo>
                <a:lnTo>
                  <a:pt x="844538" y="391482"/>
                </a:lnTo>
                <a:lnTo>
                  <a:pt x="847482" y="387573"/>
                </a:lnTo>
                <a:lnTo>
                  <a:pt x="842977" y="383468"/>
                </a:lnTo>
                <a:close/>
                <a:moveTo>
                  <a:pt x="833689" y="403381"/>
                </a:moveTo>
                <a:lnTo>
                  <a:pt x="833686" y="403412"/>
                </a:lnTo>
                <a:lnTo>
                  <a:pt x="833579" y="404662"/>
                </a:lnTo>
                <a:lnTo>
                  <a:pt x="834199" y="405215"/>
                </a:lnTo>
                <a:lnTo>
                  <a:pt x="834770" y="404456"/>
                </a:lnTo>
                <a:close/>
                <a:moveTo>
                  <a:pt x="840465" y="388179"/>
                </a:moveTo>
                <a:lnTo>
                  <a:pt x="841280" y="388839"/>
                </a:lnTo>
                <a:lnTo>
                  <a:pt x="840758" y="387629"/>
                </a:lnTo>
                <a:close/>
                <a:moveTo>
                  <a:pt x="814460" y="446324"/>
                </a:moveTo>
                <a:lnTo>
                  <a:pt x="814201" y="447018"/>
                </a:lnTo>
                <a:lnTo>
                  <a:pt x="815878" y="448641"/>
                </a:lnTo>
                <a:lnTo>
                  <a:pt x="815982" y="447419"/>
                </a:lnTo>
                <a:lnTo>
                  <a:pt x="815287" y="446654"/>
                </a:lnTo>
                <a:close/>
                <a:moveTo>
                  <a:pt x="801065" y="476228"/>
                </a:moveTo>
                <a:lnTo>
                  <a:pt x="801075" y="476411"/>
                </a:lnTo>
                <a:lnTo>
                  <a:pt x="801321" y="476558"/>
                </a:lnTo>
                <a:lnTo>
                  <a:pt x="801360" y="476452"/>
                </a:lnTo>
                <a:close/>
                <a:moveTo>
                  <a:pt x="839786" y="389453"/>
                </a:moveTo>
                <a:lnTo>
                  <a:pt x="842518" y="394166"/>
                </a:lnTo>
                <a:lnTo>
                  <a:pt x="843192" y="393270"/>
                </a:lnTo>
                <a:lnTo>
                  <a:pt x="841598" y="389576"/>
                </a:lnTo>
                <a:lnTo>
                  <a:pt x="840288" y="388512"/>
                </a:lnTo>
                <a:close/>
                <a:moveTo>
                  <a:pt x="318587" y="1556411"/>
                </a:moveTo>
                <a:lnTo>
                  <a:pt x="322807" y="1559123"/>
                </a:lnTo>
                <a:lnTo>
                  <a:pt x="323603" y="1559263"/>
                </a:lnTo>
                <a:lnTo>
                  <a:pt x="320055" y="1556564"/>
                </a:lnTo>
                <a:close/>
                <a:moveTo>
                  <a:pt x="341525" y="1504788"/>
                </a:moveTo>
                <a:lnTo>
                  <a:pt x="342406" y="1505330"/>
                </a:lnTo>
                <a:lnTo>
                  <a:pt x="344527" y="1505435"/>
                </a:lnTo>
                <a:lnTo>
                  <a:pt x="343018" y="1502069"/>
                </a:lnTo>
                <a:lnTo>
                  <a:pt x="342629" y="1502691"/>
                </a:lnTo>
                <a:close/>
                <a:moveTo>
                  <a:pt x="340730" y="1506298"/>
                </a:moveTo>
                <a:lnTo>
                  <a:pt x="342549" y="1507142"/>
                </a:lnTo>
                <a:lnTo>
                  <a:pt x="340888" y="1505998"/>
                </a:lnTo>
                <a:close/>
                <a:moveTo>
                  <a:pt x="816554" y="440705"/>
                </a:moveTo>
                <a:lnTo>
                  <a:pt x="814922" y="445083"/>
                </a:lnTo>
                <a:lnTo>
                  <a:pt x="816081" y="446259"/>
                </a:lnTo>
                <a:close/>
                <a:moveTo>
                  <a:pt x="833875" y="401901"/>
                </a:moveTo>
                <a:lnTo>
                  <a:pt x="833768" y="402757"/>
                </a:lnTo>
                <a:lnTo>
                  <a:pt x="835083" y="404040"/>
                </a:lnTo>
                <a:lnTo>
                  <a:pt x="835546" y="403425"/>
                </a:lnTo>
                <a:close/>
                <a:moveTo>
                  <a:pt x="912373" y="226105"/>
                </a:moveTo>
                <a:lnTo>
                  <a:pt x="908344" y="238393"/>
                </a:lnTo>
                <a:lnTo>
                  <a:pt x="913827" y="243803"/>
                </a:lnTo>
                <a:lnTo>
                  <a:pt x="913829" y="243796"/>
                </a:lnTo>
                <a:lnTo>
                  <a:pt x="914124" y="243558"/>
                </a:lnTo>
                <a:lnTo>
                  <a:pt x="914024" y="243998"/>
                </a:lnTo>
                <a:lnTo>
                  <a:pt x="935491" y="265184"/>
                </a:lnTo>
                <a:lnTo>
                  <a:pt x="935578" y="265277"/>
                </a:lnTo>
                <a:lnTo>
                  <a:pt x="936181" y="263809"/>
                </a:lnTo>
                <a:lnTo>
                  <a:pt x="925404" y="238469"/>
                </a:lnTo>
                <a:lnTo>
                  <a:pt x="922762" y="233336"/>
                </a:lnTo>
                <a:close/>
                <a:moveTo>
                  <a:pt x="818305" y="436005"/>
                </a:moveTo>
                <a:lnTo>
                  <a:pt x="818203" y="436278"/>
                </a:lnTo>
                <a:lnTo>
                  <a:pt x="817308" y="446798"/>
                </a:lnTo>
                <a:lnTo>
                  <a:pt x="820108" y="447916"/>
                </a:lnTo>
                <a:lnTo>
                  <a:pt x="823864" y="440596"/>
                </a:lnTo>
                <a:lnTo>
                  <a:pt x="822340" y="438846"/>
                </a:lnTo>
                <a:close/>
                <a:moveTo>
                  <a:pt x="835499" y="397491"/>
                </a:moveTo>
                <a:lnTo>
                  <a:pt x="838010" y="400152"/>
                </a:lnTo>
                <a:lnTo>
                  <a:pt x="840311" y="397097"/>
                </a:lnTo>
                <a:lnTo>
                  <a:pt x="837914" y="392964"/>
                </a:lnTo>
                <a:close/>
                <a:moveTo>
                  <a:pt x="818772" y="434753"/>
                </a:moveTo>
                <a:lnTo>
                  <a:pt x="818396" y="435762"/>
                </a:lnTo>
                <a:lnTo>
                  <a:pt x="821647" y="438052"/>
                </a:lnTo>
                <a:close/>
                <a:moveTo>
                  <a:pt x="834627" y="399123"/>
                </a:moveTo>
                <a:lnTo>
                  <a:pt x="836606" y="402018"/>
                </a:lnTo>
                <a:lnTo>
                  <a:pt x="837634" y="400652"/>
                </a:lnTo>
                <a:lnTo>
                  <a:pt x="835192" y="398066"/>
                </a:lnTo>
                <a:close/>
                <a:moveTo>
                  <a:pt x="792122" y="494196"/>
                </a:moveTo>
                <a:lnTo>
                  <a:pt x="791967" y="496360"/>
                </a:lnTo>
                <a:lnTo>
                  <a:pt x="793581" y="497323"/>
                </a:lnTo>
                <a:lnTo>
                  <a:pt x="794186" y="495701"/>
                </a:lnTo>
                <a:close/>
                <a:moveTo>
                  <a:pt x="834099" y="400120"/>
                </a:moveTo>
                <a:lnTo>
                  <a:pt x="833982" y="401050"/>
                </a:lnTo>
                <a:lnTo>
                  <a:pt x="835970" y="402862"/>
                </a:lnTo>
                <a:lnTo>
                  <a:pt x="836494" y="402166"/>
                </a:lnTo>
                <a:lnTo>
                  <a:pt x="834535" y="399299"/>
                </a:lnTo>
                <a:lnTo>
                  <a:pt x="834157" y="400007"/>
                </a:lnTo>
                <a:close/>
                <a:moveTo>
                  <a:pt x="288299" y="1622268"/>
                </a:moveTo>
                <a:lnTo>
                  <a:pt x="286227" y="1631381"/>
                </a:lnTo>
                <a:lnTo>
                  <a:pt x="286106" y="1631948"/>
                </a:lnTo>
                <a:lnTo>
                  <a:pt x="311137" y="1636600"/>
                </a:lnTo>
                <a:lnTo>
                  <a:pt x="311297" y="1636627"/>
                </a:lnTo>
                <a:lnTo>
                  <a:pt x="307015" y="1633783"/>
                </a:lnTo>
                <a:lnTo>
                  <a:pt x="302090" y="1630273"/>
                </a:lnTo>
                <a:lnTo>
                  <a:pt x="292475" y="1628351"/>
                </a:lnTo>
                <a:lnTo>
                  <a:pt x="292322" y="1628172"/>
                </a:lnTo>
                <a:lnTo>
                  <a:pt x="301799" y="1630066"/>
                </a:lnTo>
                <a:lnTo>
                  <a:pt x="294779" y="1625063"/>
                </a:lnTo>
                <a:close/>
                <a:moveTo>
                  <a:pt x="290965" y="1616256"/>
                </a:moveTo>
                <a:lnTo>
                  <a:pt x="293397" y="1618317"/>
                </a:lnTo>
                <a:lnTo>
                  <a:pt x="300669" y="1621053"/>
                </a:lnTo>
                <a:lnTo>
                  <a:pt x="296875" y="1618615"/>
                </a:lnTo>
                <a:close/>
                <a:moveTo>
                  <a:pt x="819644" y="432413"/>
                </a:moveTo>
                <a:lnTo>
                  <a:pt x="819251" y="433469"/>
                </a:lnTo>
                <a:lnTo>
                  <a:pt x="823267" y="435074"/>
                </a:lnTo>
                <a:lnTo>
                  <a:pt x="820248" y="432846"/>
                </a:lnTo>
                <a:close/>
                <a:moveTo>
                  <a:pt x="780942" y="519040"/>
                </a:moveTo>
                <a:lnTo>
                  <a:pt x="780960" y="519274"/>
                </a:lnTo>
                <a:lnTo>
                  <a:pt x="781890" y="519925"/>
                </a:lnTo>
                <a:lnTo>
                  <a:pt x="781975" y="519338"/>
                </a:lnTo>
                <a:close/>
                <a:moveTo>
                  <a:pt x="790691" y="497156"/>
                </a:moveTo>
                <a:lnTo>
                  <a:pt x="790414" y="499071"/>
                </a:lnTo>
                <a:lnTo>
                  <a:pt x="791264" y="500402"/>
                </a:lnTo>
                <a:lnTo>
                  <a:pt x="791454" y="497653"/>
                </a:lnTo>
                <a:close/>
                <a:moveTo>
                  <a:pt x="820462" y="430418"/>
                </a:moveTo>
                <a:lnTo>
                  <a:pt x="819786" y="432032"/>
                </a:lnTo>
                <a:lnTo>
                  <a:pt x="819753" y="432121"/>
                </a:lnTo>
                <a:lnTo>
                  <a:pt x="823443" y="434767"/>
                </a:lnTo>
                <a:close/>
                <a:moveTo>
                  <a:pt x="288419" y="1621740"/>
                </a:moveTo>
                <a:lnTo>
                  <a:pt x="288349" y="1622045"/>
                </a:lnTo>
                <a:lnTo>
                  <a:pt x="293908" y="1624442"/>
                </a:lnTo>
                <a:lnTo>
                  <a:pt x="291744" y="1622900"/>
                </a:lnTo>
                <a:close/>
                <a:moveTo>
                  <a:pt x="771197" y="540692"/>
                </a:moveTo>
                <a:lnTo>
                  <a:pt x="770915" y="542906"/>
                </a:lnTo>
                <a:lnTo>
                  <a:pt x="770612" y="545575"/>
                </a:lnTo>
                <a:lnTo>
                  <a:pt x="772575" y="547871"/>
                </a:lnTo>
                <a:lnTo>
                  <a:pt x="774481" y="543760"/>
                </a:lnTo>
                <a:lnTo>
                  <a:pt x="772628" y="541284"/>
                </a:lnTo>
                <a:close/>
                <a:moveTo>
                  <a:pt x="833083" y="402088"/>
                </a:moveTo>
                <a:lnTo>
                  <a:pt x="833445" y="402443"/>
                </a:lnTo>
                <a:lnTo>
                  <a:pt x="833551" y="401606"/>
                </a:lnTo>
                <a:lnTo>
                  <a:pt x="833402" y="401471"/>
                </a:lnTo>
                <a:close/>
                <a:moveTo>
                  <a:pt x="832328" y="403550"/>
                </a:moveTo>
                <a:lnTo>
                  <a:pt x="833207" y="404332"/>
                </a:lnTo>
                <a:lnTo>
                  <a:pt x="833368" y="403061"/>
                </a:lnTo>
                <a:lnTo>
                  <a:pt x="832847" y="402544"/>
                </a:lnTo>
                <a:close/>
                <a:moveTo>
                  <a:pt x="915035" y="218324"/>
                </a:moveTo>
                <a:lnTo>
                  <a:pt x="912505" y="225705"/>
                </a:lnTo>
                <a:lnTo>
                  <a:pt x="922368" y="232569"/>
                </a:lnTo>
                <a:close/>
                <a:moveTo>
                  <a:pt x="827012" y="415393"/>
                </a:moveTo>
                <a:lnTo>
                  <a:pt x="827911" y="416270"/>
                </a:lnTo>
                <a:lnTo>
                  <a:pt x="828527" y="416625"/>
                </a:lnTo>
                <a:lnTo>
                  <a:pt x="831459" y="418399"/>
                </a:lnTo>
                <a:lnTo>
                  <a:pt x="831497" y="417957"/>
                </a:lnTo>
                <a:lnTo>
                  <a:pt x="832807" y="407524"/>
                </a:lnTo>
                <a:lnTo>
                  <a:pt x="831606" y="409118"/>
                </a:lnTo>
                <a:close/>
                <a:moveTo>
                  <a:pt x="792181" y="493377"/>
                </a:moveTo>
                <a:lnTo>
                  <a:pt x="792133" y="494038"/>
                </a:lnTo>
                <a:lnTo>
                  <a:pt x="794235" y="495570"/>
                </a:lnTo>
                <a:lnTo>
                  <a:pt x="794268" y="495482"/>
                </a:lnTo>
                <a:close/>
                <a:moveTo>
                  <a:pt x="823026" y="424298"/>
                </a:moveTo>
                <a:lnTo>
                  <a:pt x="820985" y="429172"/>
                </a:lnTo>
                <a:lnTo>
                  <a:pt x="822881" y="431545"/>
                </a:lnTo>
                <a:lnTo>
                  <a:pt x="826855" y="434769"/>
                </a:lnTo>
                <a:lnTo>
                  <a:pt x="827901" y="432732"/>
                </a:lnTo>
                <a:lnTo>
                  <a:pt x="823553" y="424507"/>
                </a:lnTo>
                <a:close/>
                <a:moveTo>
                  <a:pt x="328232" y="1532176"/>
                </a:moveTo>
                <a:lnTo>
                  <a:pt x="330135" y="1533372"/>
                </a:lnTo>
                <a:lnTo>
                  <a:pt x="334175" y="1535639"/>
                </a:lnTo>
                <a:lnTo>
                  <a:pt x="335448" y="1534507"/>
                </a:lnTo>
                <a:lnTo>
                  <a:pt x="334168" y="1533454"/>
                </a:lnTo>
                <a:lnTo>
                  <a:pt x="333513" y="1532982"/>
                </a:lnTo>
                <a:lnTo>
                  <a:pt x="329545" y="1531045"/>
                </a:lnTo>
                <a:close/>
                <a:moveTo>
                  <a:pt x="864317" y="331770"/>
                </a:moveTo>
                <a:lnTo>
                  <a:pt x="862853" y="340959"/>
                </a:lnTo>
                <a:lnTo>
                  <a:pt x="864316" y="342445"/>
                </a:lnTo>
                <a:lnTo>
                  <a:pt x="867740" y="337897"/>
                </a:lnTo>
                <a:close/>
                <a:moveTo>
                  <a:pt x="826827" y="415647"/>
                </a:moveTo>
                <a:lnTo>
                  <a:pt x="826940" y="415711"/>
                </a:lnTo>
                <a:lnTo>
                  <a:pt x="826846" y="415620"/>
                </a:lnTo>
                <a:close/>
                <a:moveTo>
                  <a:pt x="288656" y="1620699"/>
                </a:moveTo>
                <a:lnTo>
                  <a:pt x="288536" y="1621227"/>
                </a:lnTo>
                <a:lnTo>
                  <a:pt x="290142" y="1621758"/>
                </a:lnTo>
                <a:close/>
                <a:moveTo>
                  <a:pt x="834253" y="398886"/>
                </a:moveTo>
                <a:lnTo>
                  <a:pt x="834167" y="399574"/>
                </a:lnTo>
                <a:lnTo>
                  <a:pt x="834411" y="399116"/>
                </a:lnTo>
                <a:close/>
                <a:moveTo>
                  <a:pt x="811762" y="449192"/>
                </a:moveTo>
                <a:lnTo>
                  <a:pt x="811775" y="449435"/>
                </a:lnTo>
                <a:lnTo>
                  <a:pt x="811844" y="449270"/>
                </a:lnTo>
                <a:close/>
                <a:moveTo>
                  <a:pt x="780877" y="518212"/>
                </a:moveTo>
                <a:lnTo>
                  <a:pt x="780922" y="518794"/>
                </a:lnTo>
                <a:lnTo>
                  <a:pt x="782008" y="519107"/>
                </a:lnTo>
                <a:lnTo>
                  <a:pt x="782046" y="518842"/>
                </a:lnTo>
                <a:close/>
                <a:moveTo>
                  <a:pt x="771341" y="539563"/>
                </a:moveTo>
                <a:lnTo>
                  <a:pt x="771247" y="540300"/>
                </a:lnTo>
                <a:lnTo>
                  <a:pt x="772165" y="540665"/>
                </a:lnTo>
                <a:close/>
                <a:moveTo>
                  <a:pt x="826195" y="416732"/>
                </a:moveTo>
                <a:lnTo>
                  <a:pt x="825245" y="419002"/>
                </a:lnTo>
                <a:lnTo>
                  <a:pt x="828840" y="425803"/>
                </a:lnTo>
                <a:lnTo>
                  <a:pt x="830763" y="426568"/>
                </a:lnTo>
                <a:lnTo>
                  <a:pt x="830894" y="425030"/>
                </a:lnTo>
                <a:close/>
                <a:moveTo>
                  <a:pt x="826414" y="416210"/>
                </a:moveTo>
                <a:lnTo>
                  <a:pt x="826386" y="416276"/>
                </a:lnTo>
                <a:lnTo>
                  <a:pt x="830952" y="424341"/>
                </a:lnTo>
                <a:lnTo>
                  <a:pt x="831324" y="419988"/>
                </a:lnTo>
                <a:lnTo>
                  <a:pt x="827851" y="416600"/>
                </a:lnTo>
                <a:lnTo>
                  <a:pt x="826650" y="415887"/>
                </a:lnTo>
                <a:close/>
                <a:moveTo>
                  <a:pt x="799947" y="475378"/>
                </a:moveTo>
                <a:lnTo>
                  <a:pt x="800038" y="475794"/>
                </a:lnTo>
                <a:lnTo>
                  <a:pt x="800439" y="476032"/>
                </a:lnTo>
                <a:lnTo>
                  <a:pt x="800424" y="475740"/>
                </a:lnTo>
                <a:close/>
                <a:moveTo>
                  <a:pt x="770789" y="540523"/>
                </a:moveTo>
                <a:lnTo>
                  <a:pt x="770611" y="544138"/>
                </a:lnTo>
                <a:lnTo>
                  <a:pt x="771057" y="540634"/>
                </a:lnTo>
                <a:close/>
                <a:moveTo>
                  <a:pt x="308880" y="1574780"/>
                </a:moveTo>
                <a:lnTo>
                  <a:pt x="312642" y="1575578"/>
                </a:lnTo>
                <a:lnTo>
                  <a:pt x="314464" y="1575632"/>
                </a:lnTo>
                <a:lnTo>
                  <a:pt x="314075" y="1575505"/>
                </a:lnTo>
                <a:close/>
                <a:moveTo>
                  <a:pt x="829085" y="409833"/>
                </a:moveTo>
                <a:lnTo>
                  <a:pt x="827033" y="414731"/>
                </a:lnTo>
                <a:lnTo>
                  <a:pt x="832877" y="406971"/>
                </a:lnTo>
                <a:lnTo>
                  <a:pt x="833142" y="404858"/>
                </a:lnTo>
                <a:lnTo>
                  <a:pt x="832122" y="403950"/>
                </a:lnTo>
                <a:close/>
                <a:moveTo>
                  <a:pt x="269087" y="1663771"/>
                </a:moveTo>
                <a:lnTo>
                  <a:pt x="272795" y="1666629"/>
                </a:lnTo>
                <a:lnTo>
                  <a:pt x="274595" y="1666731"/>
                </a:lnTo>
                <a:lnTo>
                  <a:pt x="276472" y="1666811"/>
                </a:lnTo>
                <a:close/>
                <a:moveTo>
                  <a:pt x="320957" y="1547594"/>
                </a:moveTo>
                <a:lnTo>
                  <a:pt x="322174" y="1548678"/>
                </a:lnTo>
                <a:lnTo>
                  <a:pt x="321275" y="1547546"/>
                </a:lnTo>
                <a:lnTo>
                  <a:pt x="321060" y="1547502"/>
                </a:lnTo>
                <a:close/>
                <a:moveTo>
                  <a:pt x="792264" y="492206"/>
                </a:moveTo>
                <a:lnTo>
                  <a:pt x="792209" y="492978"/>
                </a:lnTo>
                <a:lnTo>
                  <a:pt x="794384" y="495170"/>
                </a:lnTo>
                <a:lnTo>
                  <a:pt x="794472" y="494934"/>
                </a:lnTo>
                <a:lnTo>
                  <a:pt x="794199" y="493693"/>
                </a:lnTo>
                <a:close/>
                <a:moveTo>
                  <a:pt x="307690" y="1577151"/>
                </a:moveTo>
                <a:lnTo>
                  <a:pt x="310990" y="1581292"/>
                </a:lnTo>
                <a:lnTo>
                  <a:pt x="311336" y="1581516"/>
                </a:lnTo>
                <a:lnTo>
                  <a:pt x="309123" y="1578266"/>
                </a:lnTo>
                <a:lnTo>
                  <a:pt x="307712" y="1577155"/>
                </a:lnTo>
                <a:close/>
                <a:moveTo>
                  <a:pt x="327334" y="1533079"/>
                </a:moveTo>
                <a:lnTo>
                  <a:pt x="327423" y="1533189"/>
                </a:lnTo>
                <a:lnTo>
                  <a:pt x="331918" y="1537646"/>
                </a:lnTo>
                <a:lnTo>
                  <a:pt x="333019" y="1536668"/>
                </a:lnTo>
                <a:close/>
                <a:moveTo>
                  <a:pt x="831705" y="403579"/>
                </a:moveTo>
                <a:lnTo>
                  <a:pt x="830510" y="406433"/>
                </a:lnTo>
                <a:lnTo>
                  <a:pt x="831926" y="403776"/>
                </a:lnTo>
                <a:close/>
                <a:moveTo>
                  <a:pt x="320688" y="1547833"/>
                </a:moveTo>
                <a:lnTo>
                  <a:pt x="323379" y="1551505"/>
                </a:lnTo>
                <a:lnTo>
                  <a:pt x="324597" y="1551730"/>
                </a:lnTo>
                <a:lnTo>
                  <a:pt x="323039" y="1549766"/>
                </a:lnTo>
                <a:lnTo>
                  <a:pt x="320778" y="1547753"/>
                </a:lnTo>
                <a:close/>
                <a:moveTo>
                  <a:pt x="770491" y="540563"/>
                </a:moveTo>
                <a:lnTo>
                  <a:pt x="769971" y="543604"/>
                </a:lnTo>
                <a:lnTo>
                  <a:pt x="770266" y="545120"/>
                </a:lnTo>
                <a:close/>
                <a:moveTo>
                  <a:pt x="832347" y="402047"/>
                </a:moveTo>
                <a:lnTo>
                  <a:pt x="831884" y="403153"/>
                </a:lnTo>
                <a:lnTo>
                  <a:pt x="832138" y="403379"/>
                </a:lnTo>
                <a:lnTo>
                  <a:pt x="832675" y="402372"/>
                </a:lnTo>
                <a:close/>
                <a:moveTo>
                  <a:pt x="289493" y="1617594"/>
                </a:moveTo>
                <a:lnTo>
                  <a:pt x="290236" y="1617958"/>
                </a:lnTo>
                <a:lnTo>
                  <a:pt x="290062" y="1617810"/>
                </a:lnTo>
                <a:close/>
                <a:moveTo>
                  <a:pt x="834454" y="397285"/>
                </a:moveTo>
                <a:lnTo>
                  <a:pt x="834287" y="398623"/>
                </a:lnTo>
                <a:lnTo>
                  <a:pt x="834504" y="398941"/>
                </a:lnTo>
                <a:lnTo>
                  <a:pt x="835051" y="397916"/>
                </a:lnTo>
                <a:close/>
                <a:moveTo>
                  <a:pt x="289247" y="1618100"/>
                </a:moveTo>
                <a:lnTo>
                  <a:pt x="288683" y="1620578"/>
                </a:lnTo>
                <a:lnTo>
                  <a:pt x="290512" y="1621881"/>
                </a:lnTo>
                <a:lnTo>
                  <a:pt x="297656" y="1624245"/>
                </a:lnTo>
                <a:lnTo>
                  <a:pt x="291980" y="1619435"/>
                </a:lnTo>
                <a:close/>
                <a:moveTo>
                  <a:pt x="320793" y="1547447"/>
                </a:moveTo>
                <a:lnTo>
                  <a:pt x="320844" y="1547494"/>
                </a:lnTo>
                <a:lnTo>
                  <a:pt x="320877" y="1547465"/>
                </a:lnTo>
                <a:close/>
                <a:moveTo>
                  <a:pt x="832813" y="400935"/>
                </a:moveTo>
                <a:lnTo>
                  <a:pt x="832548" y="401567"/>
                </a:lnTo>
                <a:lnTo>
                  <a:pt x="832914" y="401924"/>
                </a:lnTo>
                <a:lnTo>
                  <a:pt x="833236" y="401319"/>
                </a:lnTo>
                <a:close/>
                <a:moveTo>
                  <a:pt x="812799" y="445660"/>
                </a:moveTo>
                <a:lnTo>
                  <a:pt x="813195" y="446044"/>
                </a:lnTo>
                <a:lnTo>
                  <a:pt x="813276" y="445850"/>
                </a:lnTo>
                <a:close/>
                <a:moveTo>
                  <a:pt x="833893" y="398358"/>
                </a:moveTo>
                <a:lnTo>
                  <a:pt x="833101" y="400247"/>
                </a:lnTo>
                <a:lnTo>
                  <a:pt x="833577" y="400680"/>
                </a:lnTo>
                <a:lnTo>
                  <a:pt x="833694" y="400460"/>
                </a:lnTo>
                <a:lnTo>
                  <a:pt x="833948" y="398440"/>
                </a:lnTo>
                <a:close/>
                <a:moveTo>
                  <a:pt x="833986" y="398136"/>
                </a:moveTo>
                <a:lnTo>
                  <a:pt x="833973" y="398165"/>
                </a:lnTo>
                <a:lnTo>
                  <a:pt x="833981" y="398175"/>
                </a:lnTo>
                <a:close/>
                <a:moveTo>
                  <a:pt x="806089" y="460580"/>
                </a:moveTo>
                <a:lnTo>
                  <a:pt x="806500" y="462662"/>
                </a:lnTo>
                <a:lnTo>
                  <a:pt x="806861" y="461693"/>
                </a:lnTo>
                <a:lnTo>
                  <a:pt x="806158" y="460666"/>
                </a:lnTo>
                <a:close/>
                <a:moveTo>
                  <a:pt x="317104" y="1555245"/>
                </a:moveTo>
                <a:lnTo>
                  <a:pt x="317717" y="1555852"/>
                </a:lnTo>
                <a:lnTo>
                  <a:pt x="318071" y="1556079"/>
                </a:lnTo>
                <a:lnTo>
                  <a:pt x="319632" y="1556242"/>
                </a:lnTo>
                <a:lnTo>
                  <a:pt x="318716" y="1555544"/>
                </a:lnTo>
                <a:close/>
                <a:moveTo>
                  <a:pt x="782106" y="513936"/>
                </a:moveTo>
                <a:lnTo>
                  <a:pt x="782259" y="516271"/>
                </a:lnTo>
                <a:lnTo>
                  <a:pt x="782406" y="516350"/>
                </a:lnTo>
                <a:lnTo>
                  <a:pt x="782636" y="514760"/>
                </a:lnTo>
                <a:close/>
                <a:moveTo>
                  <a:pt x="791214" y="493534"/>
                </a:moveTo>
                <a:lnTo>
                  <a:pt x="790898" y="495723"/>
                </a:lnTo>
                <a:lnTo>
                  <a:pt x="791559" y="496118"/>
                </a:lnTo>
                <a:lnTo>
                  <a:pt x="791712" y="493898"/>
                </a:lnTo>
                <a:close/>
                <a:moveTo>
                  <a:pt x="836891" y="391201"/>
                </a:moveTo>
                <a:lnTo>
                  <a:pt x="834638" y="396579"/>
                </a:lnTo>
                <a:lnTo>
                  <a:pt x="835357" y="397341"/>
                </a:lnTo>
                <a:lnTo>
                  <a:pt x="837798" y="392765"/>
                </a:lnTo>
                <a:close/>
                <a:moveTo>
                  <a:pt x="770868" y="538933"/>
                </a:moveTo>
                <a:lnTo>
                  <a:pt x="770809" y="540125"/>
                </a:lnTo>
                <a:lnTo>
                  <a:pt x="771106" y="540244"/>
                </a:lnTo>
                <a:lnTo>
                  <a:pt x="771215" y="539395"/>
                </a:lnTo>
                <a:close/>
                <a:moveTo>
                  <a:pt x="293234" y="1608390"/>
                </a:moveTo>
                <a:lnTo>
                  <a:pt x="293295" y="1608412"/>
                </a:lnTo>
                <a:lnTo>
                  <a:pt x="301966" y="1610017"/>
                </a:lnTo>
                <a:lnTo>
                  <a:pt x="301520" y="1609504"/>
                </a:lnTo>
                <a:close/>
                <a:moveTo>
                  <a:pt x="838593" y="387138"/>
                </a:moveTo>
                <a:lnTo>
                  <a:pt x="838530" y="387288"/>
                </a:lnTo>
                <a:lnTo>
                  <a:pt x="839671" y="389255"/>
                </a:lnTo>
                <a:lnTo>
                  <a:pt x="840133" y="388387"/>
                </a:lnTo>
                <a:close/>
                <a:moveTo>
                  <a:pt x="296758" y="1600398"/>
                </a:moveTo>
                <a:lnTo>
                  <a:pt x="298154" y="1602007"/>
                </a:lnTo>
                <a:lnTo>
                  <a:pt x="299241" y="1602279"/>
                </a:lnTo>
                <a:lnTo>
                  <a:pt x="298094" y="1600810"/>
                </a:lnTo>
                <a:close/>
                <a:moveTo>
                  <a:pt x="839554" y="384841"/>
                </a:moveTo>
                <a:lnTo>
                  <a:pt x="838742" y="386781"/>
                </a:lnTo>
                <a:lnTo>
                  <a:pt x="840311" y="388053"/>
                </a:lnTo>
                <a:lnTo>
                  <a:pt x="840659" y="387401"/>
                </a:lnTo>
                <a:close/>
                <a:moveTo>
                  <a:pt x="327386" y="1531644"/>
                </a:moveTo>
                <a:lnTo>
                  <a:pt x="327988" y="1532023"/>
                </a:lnTo>
                <a:lnTo>
                  <a:pt x="329253" y="1530903"/>
                </a:lnTo>
                <a:lnTo>
                  <a:pt x="328078" y="1530329"/>
                </a:lnTo>
                <a:close/>
                <a:moveTo>
                  <a:pt x="818597" y="431662"/>
                </a:moveTo>
                <a:lnTo>
                  <a:pt x="818483" y="432985"/>
                </a:lnTo>
                <a:lnTo>
                  <a:pt x="818606" y="433125"/>
                </a:lnTo>
                <a:lnTo>
                  <a:pt x="819076" y="432005"/>
                </a:lnTo>
                <a:close/>
                <a:moveTo>
                  <a:pt x="320336" y="1547355"/>
                </a:moveTo>
                <a:lnTo>
                  <a:pt x="320599" y="1547713"/>
                </a:lnTo>
                <a:lnTo>
                  <a:pt x="320666" y="1547653"/>
                </a:lnTo>
                <a:lnTo>
                  <a:pt x="320535" y="1547536"/>
                </a:lnTo>
                <a:lnTo>
                  <a:pt x="320509" y="1547390"/>
                </a:lnTo>
                <a:close/>
                <a:moveTo>
                  <a:pt x="840916" y="381591"/>
                </a:moveTo>
                <a:lnTo>
                  <a:pt x="839748" y="384380"/>
                </a:lnTo>
                <a:lnTo>
                  <a:pt x="840876" y="386994"/>
                </a:lnTo>
                <a:lnTo>
                  <a:pt x="842829" y="383333"/>
                </a:lnTo>
                <a:close/>
                <a:moveTo>
                  <a:pt x="791356" y="492547"/>
                </a:moveTo>
                <a:lnTo>
                  <a:pt x="791235" y="493385"/>
                </a:lnTo>
                <a:lnTo>
                  <a:pt x="791723" y="493741"/>
                </a:lnTo>
                <a:lnTo>
                  <a:pt x="791776" y="492969"/>
                </a:lnTo>
                <a:close/>
                <a:moveTo>
                  <a:pt x="800809" y="471224"/>
                </a:moveTo>
                <a:lnTo>
                  <a:pt x="800930" y="473592"/>
                </a:lnTo>
                <a:lnTo>
                  <a:pt x="801338" y="473902"/>
                </a:lnTo>
                <a:close/>
                <a:moveTo>
                  <a:pt x="842172" y="378591"/>
                </a:moveTo>
                <a:lnTo>
                  <a:pt x="841301" y="380672"/>
                </a:lnTo>
                <a:lnTo>
                  <a:pt x="843284" y="382479"/>
                </a:lnTo>
                <a:lnTo>
                  <a:pt x="844101" y="380948"/>
                </a:lnTo>
                <a:lnTo>
                  <a:pt x="844190" y="380908"/>
                </a:lnTo>
                <a:close/>
                <a:moveTo>
                  <a:pt x="772416" y="534750"/>
                </a:moveTo>
                <a:lnTo>
                  <a:pt x="774861" y="538016"/>
                </a:lnTo>
                <a:lnTo>
                  <a:pt x="775745" y="538582"/>
                </a:lnTo>
                <a:lnTo>
                  <a:pt x="773441" y="535504"/>
                </a:lnTo>
                <a:close/>
                <a:moveTo>
                  <a:pt x="822203" y="423167"/>
                </a:moveTo>
                <a:lnTo>
                  <a:pt x="822696" y="423363"/>
                </a:lnTo>
                <a:lnTo>
                  <a:pt x="822808" y="423096"/>
                </a:lnTo>
                <a:lnTo>
                  <a:pt x="822520" y="422553"/>
                </a:lnTo>
                <a:close/>
                <a:moveTo>
                  <a:pt x="791491" y="491612"/>
                </a:moveTo>
                <a:lnTo>
                  <a:pt x="791410" y="492173"/>
                </a:lnTo>
                <a:lnTo>
                  <a:pt x="791804" y="492569"/>
                </a:lnTo>
                <a:lnTo>
                  <a:pt x="791851" y="491888"/>
                </a:lnTo>
                <a:close/>
                <a:moveTo>
                  <a:pt x="290117" y="1614271"/>
                </a:moveTo>
                <a:lnTo>
                  <a:pt x="289876" y="1615332"/>
                </a:lnTo>
                <a:lnTo>
                  <a:pt x="290026" y="1615460"/>
                </a:lnTo>
                <a:lnTo>
                  <a:pt x="295145" y="1617503"/>
                </a:lnTo>
                <a:close/>
                <a:moveTo>
                  <a:pt x="792465" y="489400"/>
                </a:moveTo>
                <a:lnTo>
                  <a:pt x="792414" y="490110"/>
                </a:lnTo>
                <a:lnTo>
                  <a:pt x="793613" y="491032"/>
                </a:lnTo>
                <a:lnTo>
                  <a:pt x="793403" y="490082"/>
                </a:lnTo>
                <a:close/>
                <a:moveTo>
                  <a:pt x="322566" y="1541405"/>
                </a:moveTo>
                <a:lnTo>
                  <a:pt x="323760" y="1542968"/>
                </a:lnTo>
                <a:lnTo>
                  <a:pt x="323896" y="1543030"/>
                </a:lnTo>
                <a:lnTo>
                  <a:pt x="322916" y="1541587"/>
                </a:lnTo>
                <a:close/>
                <a:moveTo>
                  <a:pt x="811613" y="446276"/>
                </a:moveTo>
                <a:lnTo>
                  <a:pt x="811692" y="447805"/>
                </a:lnTo>
                <a:lnTo>
                  <a:pt x="812237" y="448333"/>
                </a:lnTo>
                <a:lnTo>
                  <a:pt x="812669" y="447299"/>
                </a:lnTo>
                <a:close/>
                <a:moveTo>
                  <a:pt x="847777" y="365212"/>
                </a:moveTo>
                <a:lnTo>
                  <a:pt x="844803" y="372312"/>
                </a:lnTo>
                <a:lnTo>
                  <a:pt x="845378" y="373642"/>
                </a:lnTo>
                <a:lnTo>
                  <a:pt x="845597" y="374216"/>
                </a:lnTo>
                <a:lnTo>
                  <a:pt x="853357" y="383130"/>
                </a:lnTo>
                <a:lnTo>
                  <a:pt x="855936" y="378105"/>
                </a:lnTo>
                <a:lnTo>
                  <a:pt x="856629" y="376799"/>
                </a:lnTo>
                <a:lnTo>
                  <a:pt x="856695" y="376259"/>
                </a:lnTo>
                <a:lnTo>
                  <a:pt x="856953" y="374371"/>
                </a:lnTo>
                <a:lnTo>
                  <a:pt x="856110" y="373384"/>
                </a:lnTo>
                <a:lnTo>
                  <a:pt x="856367" y="373435"/>
                </a:lnTo>
                <a:lnTo>
                  <a:pt x="856982" y="374155"/>
                </a:lnTo>
                <a:lnTo>
                  <a:pt x="857662" y="369175"/>
                </a:lnTo>
                <a:lnTo>
                  <a:pt x="857958" y="365684"/>
                </a:lnTo>
                <a:lnTo>
                  <a:pt x="859220" y="357760"/>
                </a:lnTo>
                <a:lnTo>
                  <a:pt x="859522" y="355550"/>
                </a:lnTo>
                <a:lnTo>
                  <a:pt x="857424" y="352214"/>
                </a:lnTo>
                <a:lnTo>
                  <a:pt x="852672" y="358525"/>
                </a:lnTo>
                <a:close/>
                <a:moveTo>
                  <a:pt x="819842" y="427742"/>
                </a:moveTo>
                <a:lnTo>
                  <a:pt x="820510" y="428579"/>
                </a:lnTo>
                <a:lnTo>
                  <a:pt x="822407" y="424052"/>
                </a:lnTo>
                <a:lnTo>
                  <a:pt x="821859" y="423834"/>
                </a:lnTo>
                <a:close/>
                <a:moveTo>
                  <a:pt x="865256" y="325873"/>
                </a:moveTo>
                <a:lnTo>
                  <a:pt x="864412" y="331169"/>
                </a:lnTo>
                <a:lnTo>
                  <a:pt x="868052" y="337483"/>
                </a:lnTo>
                <a:lnTo>
                  <a:pt x="869774" y="335197"/>
                </a:lnTo>
                <a:close/>
                <a:moveTo>
                  <a:pt x="319974" y="1546861"/>
                </a:moveTo>
                <a:lnTo>
                  <a:pt x="319982" y="1546872"/>
                </a:lnTo>
                <a:lnTo>
                  <a:pt x="320047" y="1546882"/>
                </a:lnTo>
                <a:close/>
                <a:moveTo>
                  <a:pt x="818750" y="429856"/>
                </a:moveTo>
                <a:lnTo>
                  <a:pt x="818627" y="431312"/>
                </a:lnTo>
                <a:lnTo>
                  <a:pt x="819194" y="431720"/>
                </a:lnTo>
                <a:lnTo>
                  <a:pt x="820014" y="429765"/>
                </a:lnTo>
                <a:lnTo>
                  <a:pt x="819722" y="429338"/>
                </a:lnTo>
                <a:lnTo>
                  <a:pt x="819226" y="428935"/>
                </a:lnTo>
                <a:close/>
                <a:moveTo>
                  <a:pt x="290685" y="1611773"/>
                </a:moveTo>
                <a:lnTo>
                  <a:pt x="290210" y="1613863"/>
                </a:lnTo>
                <a:lnTo>
                  <a:pt x="297072" y="1618272"/>
                </a:lnTo>
                <a:lnTo>
                  <a:pt x="300185" y="1619514"/>
                </a:lnTo>
                <a:lnTo>
                  <a:pt x="302803" y="1620440"/>
                </a:lnTo>
                <a:lnTo>
                  <a:pt x="298490" y="1617067"/>
                </a:lnTo>
                <a:lnTo>
                  <a:pt x="297912" y="1616602"/>
                </a:lnTo>
                <a:lnTo>
                  <a:pt x="291160" y="1611944"/>
                </a:lnTo>
                <a:close/>
                <a:moveTo>
                  <a:pt x="278417" y="1639178"/>
                </a:moveTo>
                <a:lnTo>
                  <a:pt x="279326" y="1640554"/>
                </a:lnTo>
                <a:lnTo>
                  <a:pt x="279906" y="1640754"/>
                </a:lnTo>
                <a:close/>
                <a:moveTo>
                  <a:pt x="321094" y="1543596"/>
                </a:moveTo>
                <a:lnTo>
                  <a:pt x="322026" y="1544770"/>
                </a:lnTo>
                <a:lnTo>
                  <a:pt x="322796" y="1545041"/>
                </a:lnTo>
                <a:lnTo>
                  <a:pt x="321734" y="1543593"/>
                </a:lnTo>
                <a:lnTo>
                  <a:pt x="321310" y="1543185"/>
                </a:lnTo>
                <a:close/>
                <a:moveTo>
                  <a:pt x="772087" y="533696"/>
                </a:moveTo>
                <a:lnTo>
                  <a:pt x="772034" y="534113"/>
                </a:lnTo>
                <a:lnTo>
                  <a:pt x="772734" y="534613"/>
                </a:lnTo>
                <a:lnTo>
                  <a:pt x="772823" y="534679"/>
                </a:lnTo>
                <a:close/>
                <a:moveTo>
                  <a:pt x="816421" y="434371"/>
                </a:moveTo>
                <a:lnTo>
                  <a:pt x="817055" y="434818"/>
                </a:lnTo>
                <a:lnTo>
                  <a:pt x="817166" y="433526"/>
                </a:lnTo>
                <a:lnTo>
                  <a:pt x="816909" y="433424"/>
                </a:lnTo>
                <a:close/>
                <a:moveTo>
                  <a:pt x="854902" y="348203"/>
                </a:moveTo>
                <a:lnTo>
                  <a:pt x="848536" y="363401"/>
                </a:lnTo>
                <a:lnTo>
                  <a:pt x="857212" y="351878"/>
                </a:lnTo>
                <a:close/>
                <a:moveTo>
                  <a:pt x="821519" y="422895"/>
                </a:moveTo>
                <a:lnTo>
                  <a:pt x="821865" y="423032"/>
                </a:lnTo>
                <a:lnTo>
                  <a:pt x="822310" y="422154"/>
                </a:lnTo>
                <a:lnTo>
                  <a:pt x="822206" y="421958"/>
                </a:lnTo>
                <a:close/>
                <a:moveTo>
                  <a:pt x="792592" y="487617"/>
                </a:moveTo>
                <a:lnTo>
                  <a:pt x="792527" y="488523"/>
                </a:lnTo>
                <a:lnTo>
                  <a:pt x="793164" y="488985"/>
                </a:lnTo>
                <a:lnTo>
                  <a:pt x="792899" y="487782"/>
                </a:lnTo>
                <a:close/>
                <a:moveTo>
                  <a:pt x="856813" y="343642"/>
                </a:moveTo>
                <a:lnTo>
                  <a:pt x="855558" y="346636"/>
                </a:lnTo>
                <a:lnTo>
                  <a:pt x="857386" y="349351"/>
                </a:lnTo>
                <a:lnTo>
                  <a:pt x="858458" y="350224"/>
                </a:lnTo>
                <a:lnTo>
                  <a:pt x="860947" y="346917"/>
                </a:lnTo>
                <a:lnTo>
                  <a:pt x="860983" y="346693"/>
                </a:lnTo>
                <a:lnTo>
                  <a:pt x="859016" y="344915"/>
                </a:lnTo>
                <a:close/>
                <a:moveTo>
                  <a:pt x="818855" y="428634"/>
                </a:moveTo>
                <a:lnTo>
                  <a:pt x="818818" y="429064"/>
                </a:lnTo>
                <a:lnTo>
                  <a:pt x="818983" y="428738"/>
                </a:lnTo>
                <a:close/>
                <a:moveTo>
                  <a:pt x="857030" y="343122"/>
                </a:moveTo>
                <a:lnTo>
                  <a:pt x="856958" y="343295"/>
                </a:lnTo>
                <a:lnTo>
                  <a:pt x="857694" y="343721"/>
                </a:lnTo>
                <a:close/>
                <a:moveTo>
                  <a:pt x="791873" y="488971"/>
                </a:moveTo>
                <a:lnTo>
                  <a:pt x="791778" y="489623"/>
                </a:lnTo>
                <a:lnTo>
                  <a:pt x="791995" y="489789"/>
                </a:lnTo>
                <a:lnTo>
                  <a:pt x="792043" y="489095"/>
                </a:lnTo>
                <a:close/>
                <a:moveTo>
                  <a:pt x="319426" y="1546763"/>
                </a:moveTo>
                <a:lnTo>
                  <a:pt x="319597" y="1546798"/>
                </a:lnTo>
                <a:lnTo>
                  <a:pt x="319553" y="1546737"/>
                </a:lnTo>
                <a:lnTo>
                  <a:pt x="319455" y="1546708"/>
                </a:lnTo>
                <a:close/>
                <a:moveTo>
                  <a:pt x="859183" y="337982"/>
                </a:moveTo>
                <a:lnTo>
                  <a:pt x="857722" y="341471"/>
                </a:lnTo>
                <a:lnTo>
                  <a:pt x="861363" y="344306"/>
                </a:lnTo>
                <a:lnTo>
                  <a:pt x="861927" y="340766"/>
                </a:lnTo>
                <a:close/>
                <a:moveTo>
                  <a:pt x="818898" y="428135"/>
                </a:moveTo>
                <a:lnTo>
                  <a:pt x="818883" y="428301"/>
                </a:lnTo>
                <a:lnTo>
                  <a:pt x="819110" y="428485"/>
                </a:lnTo>
                <a:lnTo>
                  <a:pt x="819122" y="428463"/>
                </a:lnTo>
                <a:close/>
                <a:moveTo>
                  <a:pt x="317503" y="1550416"/>
                </a:moveTo>
                <a:lnTo>
                  <a:pt x="322997" y="1551434"/>
                </a:lnTo>
                <a:lnTo>
                  <a:pt x="320487" y="1548011"/>
                </a:lnTo>
                <a:lnTo>
                  <a:pt x="319005" y="1549329"/>
                </a:lnTo>
                <a:lnTo>
                  <a:pt x="319023" y="1549113"/>
                </a:lnTo>
                <a:lnTo>
                  <a:pt x="320399" y="1547891"/>
                </a:lnTo>
                <a:lnTo>
                  <a:pt x="319948" y="1547276"/>
                </a:lnTo>
                <a:lnTo>
                  <a:pt x="319232" y="1547131"/>
                </a:lnTo>
                <a:close/>
                <a:moveTo>
                  <a:pt x="771746" y="533240"/>
                </a:moveTo>
                <a:lnTo>
                  <a:pt x="771660" y="533740"/>
                </a:lnTo>
                <a:lnTo>
                  <a:pt x="771832" y="533969"/>
                </a:lnTo>
                <a:lnTo>
                  <a:pt x="771899" y="534018"/>
                </a:lnTo>
                <a:lnTo>
                  <a:pt x="771962" y="533528"/>
                </a:lnTo>
                <a:close/>
                <a:moveTo>
                  <a:pt x="862870" y="329182"/>
                </a:moveTo>
                <a:lnTo>
                  <a:pt x="859403" y="337458"/>
                </a:lnTo>
                <a:lnTo>
                  <a:pt x="862030" y="340124"/>
                </a:lnTo>
                <a:lnTo>
                  <a:pt x="863572" y="330438"/>
                </a:lnTo>
                <a:close/>
                <a:moveTo>
                  <a:pt x="812278" y="442399"/>
                </a:moveTo>
                <a:lnTo>
                  <a:pt x="813993" y="444140"/>
                </a:lnTo>
                <a:lnTo>
                  <a:pt x="816840" y="437342"/>
                </a:lnTo>
                <a:lnTo>
                  <a:pt x="817031" y="435108"/>
                </a:lnTo>
                <a:lnTo>
                  <a:pt x="816305" y="434596"/>
                </a:lnTo>
                <a:close/>
                <a:moveTo>
                  <a:pt x="864312" y="325792"/>
                </a:moveTo>
                <a:lnTo>
                  <a:pt x="863690" y="327224"/>
                </a:lnTo>
                <a:lnTo>
                  <a:pt x="863037" y="328783"/>
                </a:lnTo>
                <a:lnTo>
                  <a:pt x="863663" y="329870"/>
                </a:lnTo>
                <a:close/>
                <a:moveTo>
                  <a:pt x="824989" y="413810"/>
                </a:moveTo>
                <a:lnTo>
                  <a:pt x="825644" y="414966"/>
                </a:lnTo>
                <a:lnTo>
                  <a:pt x="825885" y="415106"/>
                </a:lnTo>
                <a:lnTo>
                  <a:pt x="826034" y="414827"/>
                </a:lnTo>
                <a:close/>
                <a:moveTo>
                  <a:pt x="792106" y="487357"/>
                </a:moveTo>
                <a:lnTo>
                  <a:pt x="791992" y="488138"/>
                </a:lnTo>
                <a:lnTo>
                  <a:pt x="792104" y="488217"/>
                </a:lnTo>
                <a:lnTo>
                  <a:pt x="792160" y="487387"/>
                </a:lnTo>
                <a:close/>
                <a:moveTo>
                  <a:pt x="811493" y="443919"/>
                </a:moveTo>
                <a:lnTo>
                  <a:pt x="811518" y="444421"/>
                </a:lnTo>
                <a:lnTo>
                  <a:pt x="811633" y="444533"/>
                </a:lnTo>
                <a:lnTo>
                  <a:pt x="813514" y="445284"/>
                </a:lnTo>
                <a:lnTo>
                  <a:pt x="813680" y="444887"/>
                </a:lnTo>
                <a:lnTo>
                  <a:pt x="811966" y="443002"/>
                </a:lnTo>
                <a:close/>
                <a:moveTo>
                  <a:pt x="872425" y="307135"/>
                </a:moveTo>
                <a:lnTo>
                  <a:pt x="865822" y="322320"/>
                </a:lnTo>
                <a:lnTo>
                  <a:pt x="865289" y="325669"/>
                </a:lnTo>
                <a:lnTo>
                  <a:pt x="869855" y="335089"/>
                </a:lnTo>
                <a:lnTo>
                  <a:pt x="876963" y="325649"/>
                </a:lnTo>
                <a:lnTo>
                  <a:pt x="877542" y="325496"/>
                </a:lnTo>
                <a:lnTo>
                  <a:pt x="870036" y="335465"/>
                </a:lnTo>
                <a:lnTo>
                  <a:pt x="874102" y="343853"/>
                </a:lnTo>
                <a:lnTo>
                  <a:pt x="874303" y="343474"/>
                </a:lnTo>
                <a:lnTo>
                  <a:pt x="880280" y="322440"/>
                </a:lnTo>
                <a:lnTo>
                  <a:pt x="881990" y="317225"/>
                </a:lnTo>
                <a:close/>
                <a:moveTo>
                  <a:pt x="810264" y="446300"/>
                </a:moveTo>
                <a:lnTo>
                  <a:pt x="810526" y="446677"/>
                </a:lnTo>
                <a:lnTo>
                  <a:pt x="810822" y="446963"/>
                </a:lnTo>
                <a:lnTo>
                  <a:pt x="810743" y="445434"/>
                </a:lnTo>
                <a:lnTo>
                  <a:pt x="810721" y="445412"/>
                </a:lnTo>
                <a:close/>
                <a:moveTo>
                  <a:pt x="873625" y="304373"/>
                </a:moveTo>
                <a:lnTo>
                  <a:pt x="872749" y="306390"/>
                </a:lnTo>
                <a:lnTo>
                  <a:pt x="880931" y="315023"/>
                </a:lnTo>
                <a:close/>
                <a:moveTo>
                  <a:pt x="819057" y="426258"/>
                </a:moveTo>
                <a:lnTo>
                  <a:pt x="819019" y="426711"/>
                </a:lnTo>
                <a:lnTo>
                  <a:pt x="819624" y="427469"/>
                </a:lnTo>
                <a:lnTo>
                  <a:pt x="821527" y="423702"/>
                </a:lnTo>
                <a:lnTo>
                  <a:pt x="821064" y="423518"/>
                </a:lnTo>
                <a:close/>
                <a:moveTo>
                  <a:pt x="843978" y="370401"/>
                </a:moveTo>
                <a:lnTo>
                  <a:pt x="844437" y="371463"/>
                </a:lnTo>
                <a:lnTo>
                  <a:pt x="846090" y="367517"/>
                </a:lnTo>
                <a:close/>
                <a:moveTo>
                  <a:pt x="808801" y="449131"/>
                </a:moveTo>
                <a:lnTo>
                  <a:pt x="810786" y="451797"/>
                </a:lnTo>
                <a:lnTo>
                  <a:pt x="811038" y="451194"/>
                </a:lnTo>
                <a:lnTo>
                  <a:pt x="810892" y="448349"/>
                </a:lnTo>
                <a:lnTo>
                  <a:pt x="809767" y="447260"/>
                </a:lnTo>
                <a:close/>
                <a:moveTo>
                  <a:pt x="835438" y="389454"/>
                </a:moveTo>
                <a:lnTo>
                  <a:pt x="834812" y="394437"/>
                </a:lnTo>
                <a:lnTo>
                  <a:pt x="836414" y="390613"/>
                </a:lnTo>
                <a:close/>
                <a:moveTo>
                  <a:pt x="291878" y="1606526"/>
                </a:moveTo>
                <a:lnTo>
                  <a:pt x="291610" y="1607705"/>
                </a:lnTo>
                <a:lnTo>
                  <a:pt x="299149" y="1608719"/>
                </a:lnTo>
                <a:close/>
                <a:moveTo>
                  <a:pt x="773717" y="527253"/>
                </a:moveTo>
                <a:lnTo>
                  <a:pt x="773670" y="527367"/>
                </a:lnTo>
                <a:lnTo>
                  <a:pt x="777186" y="530015"/>
                </a:lnTo>
                <a:lnTo>
                  <a:pt x="777664" y="530153"/>
                </a:lnTo>
                <a:close/>
                <a:moveTo>
                  <a:pt x="835517" y="388830"/>
                </a:moveTo>
                <a:lnTo>
                  <a:pt x="835507" y="388908"/>
                </a:lnTo>
                <a:lnTo>
                  <a:pt x="835683" y="389118"/>
                </a:lnTo>
                <a:close/>
                <a:moveTo>
                  <a:pt x="780410" y="512219"/>
                </a:moveTo>
                <a:lnTo>
                  <a:pt x="780653" y="515329"/>
                </a:lnTo>
                <a:lnTo>
                  <a:pt x="780842" y="515509"/>
                </a:lnTo>
                <a:lnTo>
                  <a:pt x="781950" y="516104"/>
                </a:lnTo>
                <a:lnTo>
                  <a:pt x="781774" y="513417"/>
                </a:lnTo>
                <a:lnTo>
                  <a:pt x="781617" y="513173"/>
                </a:lnTo>
                <a:close/>
                <a:moveTo>
                  <a:pt x="774924" y="524323"/>
                </a:moveTo>
                <a:lnTo>
                  <a:pt x="773874" y="526872"/>
                </a:lnTo>
                <a:lnTo>
                  <a:pt x="778776" y="530473"/>
                </a:lnTo>
                <a:lnTo>
                  <a:pt x="779055" y="530554"/>
                </a:lnTo>
                <a:lnTo>
                  <a:pt x="778832" y="527690"/>
                </a:lnTo>
                <a:close/>
                <a:moveTo>
                  <a:pt x="842990" y="371751"/>
                </a:moveTo>
                <a:lnTo>
                  <a:pt x="843451" y="372167"/>
                </a:lnTo>
                <a:lnTo>
                  <a:pt x="843187" y="371482"/>
                </a:lnTo>
                <a:close/>
                <a:moveTo>
                  <a:pt x="775836" y="522105"/>
                </a:moveTo>
                <a:lnTo>
                  <a:pt x="775019" y="524089"/>
                </a:lnTo>
                <a:lnTo>
                  <a:pt x="778805" y="527351"/>
                </a:lnTo>
                <a:lnTo>
                  <a:pt x="778549" y="524071"/>
                </a:lnTo>
                <a:lnTo>
                  <a:pt x="778509" y="523986"/>
                </a:lnTo>
                <a:close/>
                <a:moveTo>
                  <a:pt x="811415" y="442398"/>
                </a:moveTo>
                <a:lnTo>
                  <a:pt x="811476" y="443592"/>
                </a:lnTo>
                <a:lnTo>
                  <a:pt x="811842" y="442867"/>
                </a:lnTo>
                <a:close/>
                <a:moveTo>
                  <a:pt x="805615" y="455306"/>
                </a:moveTo>
                <a:lnTo>
                  <a:pt x="808573" y="457097"/>
                </a:lnTo>
                <a:lnTo>
                  <a:pt x="808643" y="456911"/>
                </a:lnTo>
                <a:lnTo>
                  <a:pt x="810381" y="452763"/>
                </a:lnTo>
                <a:lnTo>
                  <a:pt x="809700" y="451498"/>
                </a:lnTo>
                <a:lnTo>
                  <a:pt x="808458" y="449795"/>
                </a:lnTo>
                <a:close/>
                <a:moveTo>
                  <a:pt x="776652" y="520122"/>
                </a:moveTo>
                <a:lnTo>
                  <a:pt x="775986" y="521741"/>
                </a:lnTo>
                <a:lnTo>
                  <a:pt x="778136" y="523211"/>
                </a:lnTo>
                <a:close/>
                <a:moveTo>
                  <a:pt x="805204" y="456101"/>
                </a:moveTo>
                <a:lnTo>
                  <a:pt x="805795" y="459089"/>
                </a:lnTo>
                <a:lnTo>
                  <a:pt x="807183" y="460829"/>
                </a:lnTo>
                <a:lnTo>
                  <a:pt x="808321" y="457776"/>
                </a:lnTo>
                <a:lnTo>
                  <a:pt x="805338" y="455843"/>
                </a:lnTo>
                <a:close/>
                <a:moveTo>
                  <a:pt x="781511" y="508799"/>
                </a:moveTo>
                <a:lnTo>
                  <a:pt x="781207" y="509496"/>
                </a:lnTo>
                <a:lnTo>
                  <a:pt x="781572" y="509984"/>
                </a:lnTo>
                <a:close/>
                <a:moveTo>
                  <a:pt x="782509" y="506519"/>
                </a:moveTo>
                <a:lnTo>
                  <a:pt x="781736" y="508286"/>
                </a:lnTo>
                <a:lnTo>
                  <a:pt x="781874" y="510385"/>
                </a:lnTo>
                <a:lnTo>
                  <a:pt x="783043" y="511942"/>
                </a:lnTo>
                <a:lnTo>
                  <a:pt x="783672" y="507584"/>
                </a:lnTo>
                <a:close/>
                <a:moveTo>
                  <a:pt x="805167" y="455731"/>
                </a:moveTo>
                <a:lnTo>
                  <a:pt x="805153" y="455838"/>
                </a:lnTo>
                <a:lnTo>
                  <a:pt x="805191" y="456033"/>
                </a:lnTo>
                <a:lnTo>
                  <a:pt x="805300" y="455818"/>
                </a:lnTo>
                <a:close/>
                <a:moveTo>
                  <a:pt x="773316" y="526959"/>
                </a:moveTo>
                <a:lnTo>
                  <a:pt x="773444" y="527129"/>
                </a:lnTo>
                <a:lnTo>
                  <a:pt x="773468" y="527070"/>
                </a:lnTo>
                <a:close/>
                <a:moveTo>
                  <a:pt x="292726" y="1602798"/>
                </a:moveTo>
                <a:lnTo>
                  <a:pt x="292228" y="1604989"/>
                </a:lnTo>
                <a:lnTo>
                  <a:pt x="299589" y="1607276"/>
                </a:lnTo>
                <a:lnTo>
                  <a:pt x="298278" y="1605763"/>
                </a:lnTo>
                <a:lnTo>
                  <a:pt x="295615" y="1603384"/>
                </a:lnTo>
                <a:close/>
                <a:moveTo>
                  <a:pt x="816482" y="429775"/>
                </a:moveTo>
                <a:lnTo>
                  <a:pt x="817427" y="430453"/>
                </a:lnTo>
                <a:lnTo>
                  <a:pt x="817617" y="428225"/>
                </a:lnTo>
                <a:close/>
                <a:moveTo>
                  <a:pt x="816119" y="430272"/>
                </a:moveTo>
                <a:lnTo>
                  <a:pt x="817325" y="431655"/>
                </a:lnTo>
                <a:lnTo>
                  <a:pt x="817398" y="430802"/>
                </a:lnTo>
                <a:lnTo>
                  <a:pt x="816305" y="430018"/>
                </a:lnTo>
                <a:close/>
                <a:moveTo>
                  <a:pt x="297656" y="1591169"/>
                </a:moveTo>
                <a:lnTo>
                  <a:pt x="300061" y="1594248"/>
                </a:lnTo>
                <a:lnTo>
                  <a:pt x="307134" y="1597736"/>
                </a:lnTo>
                <a:lnTo>
                  <a:pt x="313833" y="1600090"/>
                </a:lnTo>
                <a:lnTo>
                  <a:pt x="306824" y="1593812"/>
                </a:lnTo>
                <a:close/>
                <a:moveTo>
                  <a:pt x="293038" y="1601427"/>
                </a:moveTo>
                <a:lnTo>
                  <a:pt x="292844" y="1602276"/>
                </a:lnTo>
                <a:lnTo>
                  <a:pt x="294823" y="1602678"/>
                </a:lnTo>
                <a:lnTo>
                  <a:pt x="293573" y="1601560"/>
                </a:lnTo>
                <a:close/>
                <a:moveTo>
                  <a:pt x="819349" y="422837"/>
                </a:moveTo>
                <a:lnTo>
                  <a:pt x="819147" y="425204"/>
                </a:lnTo>
                <a:lnTo>
                  <a:pt x="820565" y="423320"/>
                </a:lnTo>
                <a:close/>
                <a:moveTo>
                  <a:pt x="284389" y="1620336"/>
                </a:moveTo>
                <a:lnTo>
                  <a:pt x="288062" y="1621921"/>
                </a:lnTo>
                <a:lnTo>
                  <a:pt x="288123" y="1621638"/>
                </a:lnTo>
                <a:close/>
                <a:moveTo>
                  <a:pt x="293346" y="1600070"/>
                </a:moveTo>
                <a:lnTo>
                  <a:pt x="293273" y="1600392"/>
                </a:lnTo>
                <a:lnTo>
                  <a:pt x="293895" y="1600946"/>
                </a:lnTo>
                <a:lnTo>
                  <a:pt x="294163" y="1601013"/>
                </a:lnTo>
                <a:close/>
                <a:moveTo>
                  <a:pt x="815016" y="431778"/>
                </a:moveTo>
                <a:lnTo>
                  <a:pt x="816800" y="432490"/>
                </a:lnTo>
                <a:lnTo>
                  <a:pt x="815547" y="431052"/>
                </a:lnTo>
                <a:close/>
                <a:moveTo>
                  <a:pt x="799390" y="466760"/>
                </a:moveTo>
                <a:lnTo>
                  <a:pt x="799386" y="467520"/>
                </a:lnTo>
                <a:lnTo>
                  <a:pt x="799429" y="467435"/>
                </a:lnTo>
                <a:lnTo>
                  <a:pt x="799385" y="467527"/>
                </a:lnTo>
                <a:lnTo>
                  <a:pt x="799356" y="472394"/>
                </a:lnTo>
                <a:lnTo>
                  <a:pt x="800289" y="473104"/>
                </a:lnTo>
                <a:lnTo>
                  <a:pt x="800029" y="468024"/>
                </a:lnTo>
                <a:lnTo>
                  <a:pt x="799580" y="467135"/>
                </a:lnTo>
                <a:lnTo>
                  <a:pt x="799429" y="467435"/>
                </a:lnTo>
                <a:lnTo>
                  <a:pt x="799574" y="467124"/>
                </a:lnTo>
                <a:close/>
                <a:moveTo>
                  <a:pt x="262542" y="1668302"/>
                </a:moveTo>
                <a:lnTo>
                  <a:pt x="267687" y="1672310"/>
                </a:lnTo>
                <a:lnTo>
                  <a:pt x="277233" y="1673745"/>
                </a:lnTo>
                <a:lnTo>
                  <a:pt x="273951" y="1672177"/>
                </a:lnTo>
                <a:lnTo>
                  <a:pt x="273804" y="1671876"/>
                </a:lnTo>
                <a:close/>
                <a:moveTo>
                  <a:pt x="814241" y="432836"/>
                </a:moveTo>
                <a:lnTo>
                  <a:pt x="816211" y="434222"/>
                </a:lnTo>
                <a:lnTo>
                  <a:pt x="816664" y="433326"/>
                </a:lnTo>
                <a:lnTo>
                  <a:pt x="814512" y="432466"/>
                </a:lnTo>
                <a:close/>
                <a:moveTo>
                  <a:pt x="783975" y="500557"/>
                </a:moveTo>
                <a:lnTo>
                  <a:pt x="784601" y="501149"/>
                </a:lnTo>
                <a:lnTo>
                  <a:pt x="785005" y="498349"/>
                </a:lnTo>
                <a:close/>
                <a:moveTo>
                  <a:pt x="783692" y="501161"/>
                </a:moveTo>
                <a:lnTo>
                  <a:pt x="784513" y="501760"/>
                </a:lnTo>
                <a:lnTo>
                  <a:pt x="784545" y="501534"/>
                </a:lnTo>
                <a:lnTo>
                  <a:pt x="783842" y="500840"/>
                </a:lnTo>
                <a:close/>
                <a:moveTo>
                  <a:pt x="878829" y="288123"/>
                </a:moveTo>
                <a:lnTo>
                  <a:pt x="888044" y="298762"/>
                </a:lnTo>
                <a:lnTo>
                  <a:pt x="888440" y="297551"/>
                </a:lnTo>
                <a:lnTo>
                  <a:pt x="888780" y="295418"/>
                </a:lnTo>
                <a:lnTo>
                  <a:pt x="887470" y="294072"/>
                </a:lnTo>
                <a:lnTo>
                  <a:pt x="887871" y="294125"/>
                </a:lnTo>
                <a:lnTo>
                  <a:pt x="888829" y="295110"/>
                </a:lnTo>
                <a:lnTo>
                  <a:pt x="888933" y="294458"/>
                </a:lnTo>
                <a:lnTo>
                  <a:pt x="882875" y="280495"/>
                </a:lnTo>
                <a:close/>
                <a:moveTo>
                  <a:pt x="878370" y="288988"/>
                </a:moveTo>
                <a:lnTo>
                  <a:pt x="879312" y="290933"/>
                </a:lnTo>
                <a:lnTo>
                  <a:pt x="885956" y="305128"/>
                </a:lnTo>
                <a:lnTo>
                  <a:pt x="887720" y="299750"/>
                </a:lnTo>
                <a:lnTo>
                  <a:pt x="878478" y="288784"/>
                </a:lnTo>
                <a:close/>
                <a:moveTo>
                  <a:pt x="781668" y="505499"/>
                </a:moveTo>
                <a:lnTo>
                  <a:pt x="783710" y="507318"/>
                </a:lnTo>
                <a:lnTo>
                  <a:pt x="784458" y="502134"/>
                </a:lnTo>
                <a:lnTo>
                  <a:pt x="783555" y="501456"/>
                </a:lnTo>
                <a:close/>
                <a:moveTo>
                  <a:pt x="781569" y="505717"/>
                </a:moveTo>
                <a:lnTo>
                  <a:pt x="781722" y="508070"/>
                </a:lnTo>
                <a:lnTo>
                  <a:pt x="782431" y="506447"/>
                </a:lnTo>
                <a:lnTo>
                  <a:pt x="782076" y="506122"/>
                </a:lnTo>
                <a:lnTo>
                  <a:pt x="781584" y="505684"/>
                </a:lnTo>
                <a:close/>
                <a:moveTo>
                  <a:pt x="780343" y="508345"/>
                </a:moveTo>
                <a:lnTo>
                  <a:pt x="781139" y="509405"/>
                </a:lnTo>
                <a:lnTo>
                  <a:pt x="781500" y="508578"/>
                </a:lnTo>
                <a:lnTo>
                  <a:pt x="781373" y="506136"/>
                </a:lnTo>
                <a:close/>
                <a:moveTo>
                  <a:pt x="300696" y="1582340"/>
                </a:moveTo>
                <a:lnTo>
                  <a:pt x="302330" y="1583804"/>
                </a:lnTo>
                <a:lnTo>
                  <a:pt x="306436" y="1586325"/>
                </a:lnTo>
                <a:lnTo>
                  <a:pt x="311728" y="1587736"/>
                </a:lnTo>
                <a:lnTo>
                  <a:pt x="303375" y="1577252"/>
                </a:lnTo>
                <a:close/>
                <a:moveTo>
                  <a:pt x="898219" y="244216"/>
                </a:moveTo>
                <a:lnTo>
                  <a:pt x="892350" y="281058"/>
                </a:lnTo>
                <a:lnTo>
                  <a:pt x="891826" y="287228"/>
                </a:lnTo>
                <a:lnTo>
                  <a:pt x="902246" y="255444"/>
                </a:lnTo>
                <a:lnTo>
                  <a:pt x="900643" y="249916"/>
                </a:lnTo>
                <a:close/>
                <a:moveTo>
                  <a:pt x="799590" y="465043"/>
                </a:moveTo>
                <a:lnTo>
                  <a:pt x="799568" y="465187"/>
                </a:lnTo>
                <a:lnTo>
                  <a:pt x="799646" y="465327"/>
                </a:lnTo>
                <a:close/>
                <a:moveTo>
                  <a:pt x="838397" y="378026"/>
                </a:moveTo>
                <a:lnTo>
                  <a:pt x="840779" y="380196"/>
                </a:lnTo>
                <a:lnTo>
                  <a:pt x="841686" y="378030"/>
                </a:lnTo>
                <a:lnTo>
                  <a:pt x="839897" y="375976"/>
                </a:lnTo>
                <a:close/>
                <a:moveTo>
                  <a:pt x="774550" y="520757"/>
                </a:moveTo>
                <a:lnTo>
                  <a:pt x="775797" y="521611"/>
                </a:lnTo>
                <a:lnTo>
                  <a:pt x="776545" y="519902"/>
                </a:lnTo>
                <a:lnTo>
                  <a:pt x="775736" y="518216"/>
                </a:lnTo>
                <a:close/>
                <a:moveTo>
                  <a:pt x="773484" y="523083"/>
                </a:moveTo>
                <a:lnTo>
                  <a:pt x="772949" y="526208"/>
                </a:lnTo>
                <a:lnTo>
                  <a:pt x="773624" y="526691"/>
                </a:lnTo>
                <a:lnTo>
                  <a:pt x="774425" y="524745"/>
                </a:lnTo>
                <a:lnTo>
                  <a:pt x="774695" y="524127"/>
                </a:lnTo>
                <a:close/>
                <a:moveTo>
                  <a:pt x="773576" y="522846"/>
                </a:moveTo>
                <a:lnTo>
                  <a:pt x="774796" y="523897"/>
                </a:lnTo>
                <a:lnTo>
                  <a:pt x="775641" y="521967"/>
                </a:lnTo>
                <a:lnTo>
                  <a:pt x="774395" y="521090"/>
                </a:lnTo>
                <a:close/>
                <a:moveTo>
                  <a:pt x="294286" y="1595934"/>
                </a:moveTo>
                <a:lnTo>
                  <a:pt x="293996" y="1597211"/>
                </a:lnTo>
                <a:lnTo>
                  <a:pt x="294315" y="1597579"/>
                </a:lnTo>
                <a:lnTo>
                  <a:pt x="295949" y="1598063"/>
                </a:lnTo>
                <a:close/>
                <a:moveTo>
                  <a:pt x="808677" y="444013"/>
                </a:moveTo>
                <a:lnTo>
                  <a:pt x="810173" y="446170"/>
                </a:lnTo>
                <a:lnTo>
                  <a:pt x="810610" y="445305"/>
                </a:lnTo>
                <a:lnTo>
                  <a:pt x="809696" y="444420"/>
                </a:lnTo>
                <a:close/>
                <a:moveTo>
                  <a:pt x="815223" y="429243"/>
                </a:moveTo>
                <a:lnTo>
                  <a:pt x="815705" y="429795"/>
                </a:lnTo>
                <a:lnTo>
                  <a:pt x="815804" y="429660"/>
                </a:lnTo>
                <a:close/>
                <a:moveTo>
                  <a:pt x="837521" y="379222"/>
                </a:moveTo>
                <a:lnTo>
                  <a:pt x="839381" y="383531"/>
                </a:lnTo>
                <a:lnTo>
                  <a:pt x="840394" y="381115"/>
                </a:lnTo>
                <a:lnTo>
                  <a:pt x="837839" y="378787"/>
                </a:lnTo>
                <a:close/>
                <a:moveTo>
                  <a:pt x="297317" y="1588783"/>
                </a:moveTo>
                <a:lnTo>
                  <a:pt x="303057" y="1590438"/>
                </a:lnTo>
                <a:lnTo>
                  <a:pt x="298555" y="1586406"/>
                </a:lnTo>
                <a:lnTo>
                  <a:pt x="297420" y="1588564"/>
                </a:lnTo>
                <a:close/>
                <a:moveTo>
                  <a:pt x="331113" y="1513078"/>
                </a:moveTo>
                <a:lnTo>
                  <a:pt x="331763" y="1513766"/>
                </a:lnTo>
                <a:lnTo>
                  <a:pt x="331824" y="1513826"/>
                </a:lnTo>
                <a:lnTo>
                  <a:pt x="332182" y="1513816"/>
                </a:lnTo>
                <a:close/>
                <a:moveTo>
                  <a:pt x="822203" y="413249"/>
                </a:moveTo>
                <a:lnTo>
                  <a:pt x="824558" y="417703"/>
                </a:lnTo>
                <a:lnTo>
                  <a:pt x="825590" y="415663"/>
                </a:lnTo>
                <a:lnTo>
                  <a:pt x="825245" y="415054"/>
                </a:lnTo>
                <a:close/>
                <a:moveTo>
                  <a:pt x="293610" y="1596764"/>
                </a:moveTo>
                <a:lnTo>
                  <a:pt x="293674" y="1596839"/>
                </a:lnTo>
                <a:lnTo>
                  <a:pt x="293770" y="1596420"/>
                </a:lnTo>
                <a:close/>
                <a:moveTo>
                  <a:pt x="877994" y="288210"/>
                </a:moveTo>
                <a:lnTo>
                  <a:pt x="878171" y="288574"/>
                </a:lnTo>
                <a:lnTo>
                  <a:pt x="878221" y="288479"/>
                </a:lnTo>
                <a:close/>
                <a:moveTo>
                  <a:pt x="292320" y="1599541"/>
                </a:moveTo>
                <a:lnTo>
                  <a:pt x="292935" y="1600090"/>
                </a:lnTo>
                <a:lnTo>
                  <a:pt x="293023" y="1599699"/>
                </a:lnTo>
                <a:lnTo>
                  <a:pt x="292518" y="1599115"/>
                </a:lnTo>
                <a:close/>
                <a:moveTo>
                  <a:pt x="291898" y="1600450"/>
                </a:moveTo>
                <a:lnTo>
                  <a:pt x="292020" y="1600480"/>
                </a:lnTo>
                <a:lnTo>
                  <a:pt x="291913" y="1600416"/>
                </a:lnTo>
                <a:close/>
                <a:moveTo>
                  <a:pt x="291204" y="1601943"/>
                </a:moveTo>
                <a:lnTo>
                  <a:pt x="292456" y="1602197"/>
                </a:lnTo>
                <a:lnTo>
                  <a:pt x="292653" y="1601331"/>
                </a:lnTo>
                <a:lnTo>
                  <a:pt x="291609" y="1601071"/>
                </a:lnTo>
                <a:close/>
                <a:moveTo>
                  <a:pt x="290097" y="1604327"/>
                </a:moveTo>
                <a:lnTo>
                  <a:pt x="291848" y="1604871"/>
                </a:lnTo>
                <a:lnTo>
                  <a:pt x="292338" y="1602719"/>
                </a:lnTo>
                <a:lnTo>
                  <a:pt x="290972" y="1602442"/>
                </a:lnTo>
                <a:close/>
                <a:moveTo>
                  <a:pt x="335595" y="1502350"/>
                </a:moveTo>
                <a:lnTo>
                  <a:pt x="336100" y="1503216"/>
                </a:lnTo>
                <a:lnTo>
                  <a:pt x="338426" y="1505133"/>
                </a:lnTo>
                <a:lnTo>
                  <a:pt x="338835" y="1505153"/>
                </a:lnTo>
                <a:lnTo>
                  <a:pt x="339051" y="1504732"/>
                </a:lnTo>
                <a:close/>
                <a:moveTo>
                  <a:pt x="288927" y="1606845"/>
                </a:moveTo>
                <a:lnTo>
                  <a:pt x="291158" y="1607645"/>
                </a:lnTo>
                <a:lnTo>
                  <a:pt x="291216" y="1607653"/>
                </a:lnTo>
                <a:lnTo>
                  <a:pt x="291498" y="1606412"/>
                </a:lnTo>
                <a:lnTo>
                  <a:pt x="289419" y="1605785"/>
                </a:lnTo>
                <a:close/>
                <a:moveTo>
                  <a:pt x="836558" y="380538"/>
                </a:moveTo>
                <a:lnTo>
                  <a:pt x="836212" y="383290"/>
                </a:lnTo>
                <a:lnTo>
                  <a:pt x="837784" y="386003"/>
                </a:lnTo>
                <a:lnTo>
                  <a:pt x="838203" y="386343"/>
                </a:lnTo>
                <a:lnTo>
                  <a:pt x="839188" y="383992"/>
                </a:lnTo>
                <a:lnTo>
                  <a:pt x="837275" y="379558"/>
                </a:lnTo>
                <a:close/>
                <a:moveTo>
                  <a:pt x="286712" y="1611614"/>
                </a:moveTo>
                <a:lnTo>
                  <a:pt x="289856" y="1613634"/>
                </a:lnTo>
                <a:lnTo>
                  <a:pt x="290309" y="1611639"/>
                </a:lnTo>
                <a:lnTo>
                  <a:pt x="287216" y="1610528"/>
                </a:lnTo>
                <a:close/>
                <a:moveTo>
                  <a:pt x="318822" y="1539697"/>
                </a:moveTo>
                <a:lnTo>
                  <a:pt x="319044" y="1539894"/>
                </a:lnTo>
                <a:lnTo>
                  <a:pt x="318933" y="1539729"/>
                </a:lnTo>
                <a:close/>
                <a:moveTo>
                  <a:pt x="286366" y="1612358"/>
                </a:moveTo>
                <a:lnTo>
                  <a:pt x="289535" y="1615044"/>
                </a:lnTo>
                <a:lnTo>
                  <a:pt x="289762" y="1614044"/>
                </a:lnTo>
                <a:lnTo>
                  <a:pt x="286544" y="1611975"/>
                </a:lnTo>
                <a:close/>
                <a:moveTo>
                  <a:pt x="871866" y="301255"/>
                </a:moveTo>
                <a:lnTo>
                  <a:pt x="872384" y="301989"/>
                </a:lnTo>
                <a:lnTo>
                  <a:pt x="873571" y="303750"/>
                </a:lnTo>
                <a:lnTo>
                  <a:pt x="876545" y="296907"/>
                </a:lnTo>
                <a:lnTo>
                  <a:pt x="876971" y="296679"/>
                </a:lnTo>
                <a:lnTo>
                  <a:pt x="873769" y="304044"/>
                </a:lnTo>
                <a:lnTo>
                  <a:pt x="881725" y="315862"/>
                </a:lnTo>
                <a:lnTo>
                  <a:pt x="882254" y="316420"/>
                </a:lnTo>
                <a:lnTo>
                  <a:pt x="885794" y="305622"/>
                </a:lnTo>
                <a:lnTo>
                  <a:pt x="878178" y="289351"/>
                </a:lnTo>
                <a:close/>
                <a:moveTo>
                  <a:pt x="285056" y="1615179"/>
                </a:moveTo>
                <a:lnTo>
                  <a:pt x="288476" y="1616466"/>
                </a:lnTo>
                <a:lnTo>
                  <a:pt x="285793" y="1614192"/>
                </a:lnTo>
                <a:lnTo>
                  <a:pt x="285558" y="1614098"/>
                </a:lnTo>
                <a:close/>
                <a:moveTo>
                  <a:pt x="811142" y="437069"/>
                </a:moveTo>
                <a:lnTo>
                  <a:pt x="811367" y="441476"/>
                </a:lnTo>
                <a:lnTo>
                  <a:pt x="812146" y="442265"/>
                </a:lnTo>
                <a:lnTo>
                  <a:pt x="816096" y="434449"/>
                </a:lnTo>
                <a:lnTo>
                  <a:pt x="814093" y="433038"/>
                </a:lnTo>
                <a:close/>
                <a:moveTo>
                  <a:pt x="283085" y="1619422"/>
                </a:moveTo>
                <a:lnTo>
                  <a:pt x="288232" y="1621126"/>
                </a:lnTo>
                <a:lnTo>
                  <a:pt x="288367" y="1620493"/>
                </a:lnTo>
                <a:lnTo>
                  <a:pt x="288164" y="1620349"/>
                </a:lnTo>
                <a:lnTo>
                  <a:pt x="288112" y="1620170"/>
                </a:lnTo>
                <a:lnTo>
                  <a:pt x="288393" y="1620370"/>
                </a:lnTo>
                <a:lnTo>
                  <a:pt x="288912" y="1617937"/>
                </a:lnTo>
                <a:lnTo>
                  <a:pt x="284725" y="1615891"/>
                </a:lnTo>
                <a:close/>
                <a:moveTo>
                  <a:pt x="819810" y="417427"/>
                </a:moveTo>
                <a:lnTo>
                  <a:pt x="819415" y="422060"/>
                </a:lnTo>
                <a:lnTo>
                  <a:pt x="821031" y="422702"/>
                </a:lnTo>
                <a:lnTo>
                  <a:pt x="821952" y="421479"/>
                </a:lnTo>
                <a:close/>
                <a:moveTo>
                  <a:pt x="870435" y="303951"/>
                </a:moveTo>
                <a:lnTo>
                  <a:pt x="872525" y="306154"/>
                </a:lnTo>
                <a:lnTo>
                  <a:pt x="873426" y="304083"/>
                </a:lnTo>
                <a:lnTo>
                  <a:pt x="871699" y="301567"/>
                </a:lnTo>
                <a:close/>
                <a:moveTo>
                  <a:pt x="830531" y="393128"/>
                </a:moveTo>
                <a:lnTo>
                  <a:pt x="833526" y="397509"/>
                </a:lnTo>
                <a:lnTo>
                  <a:pt x="833877" y="396671"/>
                </a:lnTo>
                <a:close/>
                <a:moveTo>
                  <a:pt x="277220" y="1632048"/>
                </a:moveTo>
                <a:lnTo>
                  <a:pt x="284510" y="1638579"/>
                </a:lnTo>
                <a:lnTo>
                  <a:pt x="285880" y="1632152"/>
                </a:lnTo>
                <a:lnTo>
                  <a:pt x="285504" y="1632083"/>
                </a:lnTo>
                <a:lnTo>
                  <a:pt x="285296" y="1631798"/>
                </a:lnTo>
                <a:lnTo>
                  <a:pt x="285931" y="1631916"/>
                </a:lnTo>
                <a:lnTo>
                  <a:pt x="288015" y="1622145"/>
                </a:lnTo>
                <a:lnTo>
                  <a:pt x="282855" y="1619919"/>
                </a:lnTo>
                <a:close/>
                <a:moveTo>
                  <a:pt x="835402" y="382117"/>
                </a:moveTo>
                <a:lnTo>
                  <a:pt x="835900" y="382753"/>
                </a:lnTo>
                <a:lnTo>
                  <a:pt x="835914" y="382776"/>
                </a:lnTo>
                <a:lnTo>
                  <a:pt x="836120" y="381135"/>
                </a:lnTo>
                <a:close/>
                <a:moveTo>
                  <a:pt x="273268" y="1640557"/>
                </a:moveTo>
                <a:lnTo>
                  <a:pt x="274141" y="1641061"/>
                </a:lnTo>
                <a:lnTo>
                  <a:pt x="273775" y="1640508"/>
                </a:lnTo>
                <a:lnTo>
                  <a:pt x="273353" y="1640372"/>
                </a:lnTo>
                <a:close/>
                <a:moveTo>
                  <a:pt x="271698" y="1643935"/>
                </a:moveTo>
                <a:lnTo>
                  <a:pt x="277294" y="1645839"/>
                </a:lnTo>
                <a:lnTo>
                  <a:pt x="274523" y="1641641"/>
                </a:lnTo>
                <a:lnTo>
                  <a:pt x="273136" y="1640839"/>
                </a:lnTo>
                <a:close/>
                <a:moveTo>
                  <a:pt x="806306" y="446844"/>
                </a:moveTo>
                <a:lnTo>
                  <a:pt x="805250" y="455086"/>
                </a:lnTo>
                <a:lnTo>
                  <a:pt x="805572" y="455280"/>
                </a:lnTo>
                <a:lnTo>
                  <a:pt x="808390" y="449700"/>
                </a:lnTo>
                <a:close/>
                <a:moveTo>
                  <a:pt x="867996" y="308678"/>
                </a:moveTo>
                <a:lnTo>
                  <a:pt x="866010" y="321137"/>
                </a:lnTo>
                <a:lnTo>
                  <a:pt x="872201" y="306898"/>
                </a:lnTo>
                <a:lnTo>
                  <a:pt x="870067" y="304646"/>
                </a:lnTo>
                <a:lnTo>
                  <a:pt x="869997" y="304778"/>
                </a:lnTo>
                <a:close/>
                <a:moveTo>
                  <a:pt x="836815" y="378492"/>
                </a:moveTo>
                <a:lnTo>
                  <a:pt x="836743" y="379061"/>
                </a:lnTo>
                <a:lnTo>
                  <a:pt x="836945" y="378794"/>
                </a:lnTo>
                <a:close/>
                <a:moveTo>
                  <a:pt x="837007" y="378029"/>
                </a:moveTo>
                <a:lnTo>
                  <a:pt x="837194" y="378462"/>
                </a:lnTo>
                <a:lnTo>
                  <a:pt x="837312" y="378307"/>
                </a:lnTo>
                <a:close/>
                <a:moveTo>
                  <a:pt x="323389" y="1528041"/>
                </a:moveTo>
                <a:lnTo>
                  <a:pt x="324097" y="1529083"/>
                </a:lnTo>
                <a:lnTo>
                  <a:pt x="324913" y="1530091"/>
                </a:lnTo>
                <a:lnTo>
                  <a:pt x="325783" y="1530637"/>
                </a:lnTo>
                <a:lnTo>
                  <a:pt x="326368" y="1529494"/>
                </a:lnTo>
                <a:close/>
                <a:moveTo>
                  <a:pt x="269719" y="1648196"/>
                </a:moveTo>
                <a:lnTo>
                  <a:pt x="285324" y="1658370"/>
                </a:lnTo>
                <a:lnTo>
                  <a:pt x="285721" y="1658606"/>
                </a:lnTo>
                <a:lnTo>
                  <a:pt x="278886" y="1648250"/>
                </a:lnTo>
                <a:lnTo>
                  <a:pt x="273642" y="1646466"/>
                </a:lnTo>
                <a:lnTo>
                  <a:pt x="270997" y="1645445"/>
                </a:lnTo>
                <a:close/>
                <a:moveTo>
                  <a:pt x="809388" y="439466"/>
                </a:moveTo>
                <a:lnTo>
                  <a:pt x="810495" y="440590"/>
                </a:lnTo>
                <a:lnTo>
                  <a:pt x="810369" y="438125"/>
                </a:lnTo>
                <a:close/>
                <a:moveTo>
                  <a:pt x="264224" y="1660024"/>
                </a:moveTo>
                <a:lnTo>
                  <a:pt x="268619" y="1663411"/>
                </a:lnTo>
                <a:lnTo>
                  <a:pt x="276649" y="1666819"/>
                </a:lnTo>
                <a:lnTo>
                  <a:pt x="291565" y="1667460"/>
                </a:lnTo>
                <a:lnTo>
                  <a:pt x="286433" y="1659686"/>
                </a:lnTo>
                <a:lnTo>
                  <a:pt x="269508" y="1648651"/>
                </a:lnTo>
                <a:close/>
                <a:moveTo>
                  <a:pt x="812676" y="431732"/>
                </a:moveTo>
                <a:lnTo>
                  <a:pt x="813739" y="432481"/>
                </a:lnTo>
                <a:lnTo>
                  <a:pt x="813922" y="432231"/>
                </a:lnTo>
                <a:close/>
                <a:moveTo>
                  <a:pt x="780191" y="504444"/>
                </a:moveTo>
                <a:lnTo>
                  <a:pt x="779865" y="505236"/>
                </a:lnTo>
                <a:lnTo>
                  <a:pt x="779927" y="506032"/>
                </a:lnTo>
                <a:lnTo>
                  <a:pt x="780563" y="504774"/>
                </a:lnTo>
                <a:close/>
                <a:moveTo>
                  <a:pt x="261455" y="1665985"/>
                </a:moveTo>
                <a:lnTo>
                  <a:pt x="268038" y="1666359"/>
                </a:lnTo>
                <a:lnTo>
                  <a:pt x="264955" y="1665248"/>
                </a:lnTo>
                <a:lnTo>
                  <a:pt x="264835" y="1665057"/>
                </a:lnTo>
                <a:lnTo>
                  <a:pt x="268080" y="1666225"/>
                </a:lnTo>
                <a:lnTo>
                  <a:pt x="263321" y="1661968"/>
                </a:lnTo>
                <a:close/>
                <a:moveTo>
                  <a:pt x="261347" y="1666218"/>
                </a:moveTo>
                <a:lnTo>
                  <a:pt x="272141" y="1669643"/>
                </a:lnTo>
                <a:lnTo>
                  <a:pt x="270410" y="1668309"/>
                </a:lnTo>
                <a:lnTo>
                  <a:pt x="268457" y="1666563"/>
                </a:lnTo>
                <a:lnTo>
                  <a:pt x="261374" y="1666161"/>
                </a:lnTo>
                <a:close/>
                <a:moveTo>
                  <a:pt x="774495" y="517182"/>
                </a:moveTo>
                <a:lnTo>
                  <a:pt x="774489" y="517214"/>
                </a:lnTo>
                <a:lnTo>
                  <a:pt x="774502" y="517184"/>
                </a:lnTo>
                <a:close/>
                <a:moveTo>
                  <a:pt x="806469" y="445574"/>
                </a:moveTo>
                <a:lnTo>
                  <a:pt x="806422" y="445937"/>
                </a:lnTo>
                <a:lnTo>
                  <a:pt x="807396" y="447246"/>
                </a:lnTo>
                <a:close/>
                <a:moveTo>
                  <a:pt x="291443" y="1598757"/>
                </a:moveTo>
                <a:lnTo>
                  <a:pt x="291761" y="1599041"/>
                </a:lnTo>
                <a:lnTo>
                  <a:pt x="291836" y="1598878"/>
                </a:lnTo>
                <a:close/>
                <a:moveTo>
                  <a:pt x="316633" y="1542304"/>
                </a:moveTo>
                <a:lnTo>
                  <a:pt x="317195" y="1543072"/>
                </a:lnTo>
                <a:lnTo>
                  <a:pt x="317929" y="1543330"/>
                </a:lnTo>
                <a:lnTo>
                  <a:pt x="316916" y="1542053"/>
                </a:lnTo>
                <a:close/>
                <a:moveTo>
                  <a:pt x="781164" y="502104"/>
                </a:moveTo>
                <a:lnTo>
                  <a:pt x="780999" y="502482"/>
                </a:lnTo>
                <a:lnTo>
                  <a:pt x="780270" y="504252"/>
                </a:lnTo>
                <a:lnTo>
                  <a:pt x="780655" y="504595"/>
                </a:lnTo>
                <a:lnTo>
                  <a:pt x="781233" y="503450"/>
                </a:lnTo>
                <a:close/>
                <a:moveTo>
                  <a:pt x="781967" y="500266"/>
                </a:moveTo>
                <a:lnTo>
                  <a:pt x="781310" y="501770"/>
                </a:lnTo>
                <a:lnTo>
                  <a:pt x="781399" y="503123"/>
                </a:lnTo>
                <a:lnTo>
                  <a:pt x="782602" y="500742"/>
                </a:lnTo>
                <a:close/>
                <a:moveTo>
                  <a:pt x="782357" y="499373"/>
                </a:moveTo>
                <a:lnTo>
                  <a:pt x="782087" y="499991"/>
                </a:lnTo>
                <a:lnTo>
                  <a:pt x="782740" y="500468"/>
                </a:lnTo>
                <a:lnTo>
                  <a:pt x="782981" y="499990"/>
                </a:lnTo>
                <a:close/>
                <a:moveTo>
                  <a:pt x="258399" y="1672564"/>
                </a:moveTo>
                <a:lnTo>
                  <a:pt x="271149" y="1678732"/>
                </a:lnTo>
                <a:lnTo>
                  <a:pt x="263968" y="1672959"/>
                </a:lnTo>
                <a:lnTo>
                  <a:pt x="263878" y="1672567"/>
                </a:lnTo>
                <a:lnTo>
                  <a:pt x="272145" y="1679214"/>
                </a:lnTo>
                <a:lnTo>
                  <a:pt x="280271" y="1683145"/>
                </a:lnTo>
                <a:lnTo>
                  <a:pt x="280649" y="1683184"/>
                </a:lnTo>
                <a:lnTo>
                  <a:pt x="266755" y="1672360"/>
                </a:lnTo>
                <a:lnTo>
                  <a:pt x="263035" y="1671800"/>
                </a:lnTo>
                <a:lnTo>
                  <a:pt x="262867" y="1671586"/>
                </a:lnTo>
                <a:lnTo>
                  <a:pt x="266453" y="1672125"/>
                </a:lnTo>
                <a:lnTo>
                  <a:pt x="260862" y="1667769"/>
                </a:lnTo>
                <a:lnTo>
                  <a:pt x="260657" y="1667704"/>
                </a:lnTo>
                <a:close/>
                <a:moveTo>
                  <a:pt x="784044" y="495522"/>
                </a:moveTo>
                <a:lnTo>
                  <a:pt x="782465" y="499129"/>
                </a:lnTo>
                <a:lnTo>
                  <a:pt x="783108" y="499738"/>
                </a:lnTo>
                <a:lnTo>
                  <a:pt x="784712" y="496563"/>
                </a:lnTo>
                <a:close/>
                <a:moveTo>
                  <a:pt x="820024" y="414910"/>
                </a:moveTo>
                <a:lnTo>
                  <a:pt x="820024" y="414917"/>
                </a:lnTo>
                <a:lnTo>
                  <a:pt x="820055" y="414965"/>
                </a:lnTo>
                <a:close/>
                <a:moveTo>
                  <a:pt x="786086" y="490852"/>
                </a:moveTo>
                <a:lnTo>
                  <a:pt x="785813" y="491477"/>
                </a:lnTo>
                <a:lnTo>
                  <a:pt x="785842" y="491903"/>
                </a:lnTo>
                <a:lnTo>
                  <a:pt x="785918" y="492024"/>
                </a:lnTo>
                <a:close/>
                <a:moveTo>
                  <a:pt x="256340" y="1676997"/>
                </a:moveTo>
                <a:lnTo>
                  <a:pt x="262897" y="1681335"/>
                </a:lnTo>
                <a:lnTo>
                  <a:pt x="276097" y="1682710"/>
                </a:lnTo>
                <a:lnTo>
                  <a:pt x="274994" y="1681824"/>
                </a:lnTo>
                <a:lnTo>
                  <a:pt x="257948" y="1673535"/>
                </a:lnTo>
                <a:close/>
                <a:moveTo>
                  <a:pt x="774615" y="516478"/>
                </a:moveTo>
                <a:lnTo>
                  <a:pt x="774534" y="516953"/>
                </a:lnTo>
                <a:lnTo>
                  <a:pt x="774596" y="516971"/>
                </a:lnTo>
                <a:lnTo>
                  <a:pt x="774698" y="516741"/>
                </a:lnTo>
                <a:lnTo>
                  <a:pt x="774763" y="516581"/>
                </a:lnTo>
                <a:close/>
                <a:moveTo>
                  <a:pt x="247720" y="1696201"/>
                </a:moveTo>
                <a:lnTo>
                  <a:pt x="246055" y="1699936"/>
                </a:lnTo>
                <a:lnTo>
                  <a:pt x="253464" y="1706412"/>
                </a:lnTo>
                <a:lnTo>
                  <a:pt x="281036" y="1707702"/>
                </a:lnTo>
                <a:lnTo>
                  <a:pt x="266568" y="1701461"/>
                </a:lnTo>
                <a:lnTo>
                  <a:pt x="266336" y="1701032"/>
                </a:lnTo>
                <a:lnTo>
                  <a:pt x="281891" y="1707742"/>
                </a:lnTo>
                <a:lnTo>
                  <a:pt x="296154" y="1708409"/>
                </a:lnTo>
                <a:lnTo>
                  <a:pt x="283226" y="1702094"/>
                </a:lnTo>
                <a:lnTo>
                  <a:pt x="270660" y="1697338"/>
                </a:lnTo>
                <a:close/>
                <a:moveTo>
                  <a:pt x="250596" y="1689744"/>
                </a:moveTo>
                <a:lnTo>
                  <a:pt x="247939" y="1695709"/>
                </a:lnTo>
                <a:lnTo>
                  <a:pt x="269132" y="1696759"/>
                </a:lnTo>
                <a:close/>
                <a:moveTo>
                  <a:pt x="251910" y="1686796"/>
                </a:moveTo>
                <a:lnTo>
                  <a:pt x="250943" y="1688964"/>
                </a:lnTo>
                <a:lnTo>
                  <a:pt x="272045" y="1696904"/>
                </a:lnTo>
                <a:lnTo>
                  <a:pt x="272665" y="1696934"/>
                </a:lnTo>
                <a:close/>
                <a:moveTo>
                  <a:pt x="254750" y="1680419"/>
                </a:moveTo>
                <a:lnTo>
                  <a:pt x="252217" y="1686106"/>
                </a:lnTo>
                <a:lnTo>
                  <a:pt x="274576" y="1697029"/>
                </a:lnTo>
                <a:lnTo>
                  <a:pt x="287225" y="1697655"/>
                </a:lnTo>
                <a:lnTo>
                  <a:pt x="283857" y="1695491"/>
                </a:lnTo>
                <a:lnTo>
                  <a:pt x="256239" y="1677214"/>
                </a:lnTo>
                <a:close/>
                <a:moveTo>
                  <a:pt x="808149" y="441158"/>
                </a:moveTo>
                <a:lnTo>
                  <a:pt x="810647" y="443579"/>
                </a:lnTo>
                <a:lnTo>
                  <a:pt x="810538" y="441434"/>
                </a:lnTo>
                <a:lnTo>
                  <a:pt x="809103" y="439855"/>
                </a:lnTo>
                <a:close/>
                <a:moveTo>
                  <a:pt x="807139" y="443399"/>
                </a:moveTo>
                <a:lnTo>
                  <a:pt x="809085" y="445283"/>
                </a:lnTo>
                <a:lnTo>
                  <a:pt x="808025" y="443752"/>
                </a:lnTo>
                <a:close/>
                <a:moveTo>
                  <a:pt x="316172" y="1542712"/>
                </a:moveTo>
                <a:lnTo>
                  <a:pt x="316751" y="1542915"/>
                </a:lnTo>
                <a:lnTo>
                  <a:pt x="316433" y="1542482"/>
                </a:lnTo>
                <a:close/>
                <a:moveTo>
                  <a:pt x="832790" y="385681"/>
                </a:moveTo>
                <a:lnTo>
                  <a:pt x="835191" y="388534"/>
                </a:lnTo>
                <a:lnTo>
                  <a:pt x="835218" y="388316"/>
                </a:lnTo>
                <a:lnTo>
                  <a:pt x="833293" y="384995"/>
                </a:lnTo>
                <a:close/>
                <a:moveTo>
                  <a:pt x="806641" y="444232"/>
                </a:moveTo>
                <a:lnTo>
                  <a:pt x="806507" y="445274"/>
                </a:lnTo>
                <a:lnTo>
                  <a:pt x="808205" y="448332"/>
                </a:lnTo>
                <a:lnTo>
                  <a:pt x="808727" y="449033"/>
                </a:lnTo>
                <a:lnTo>
                  <a:pt x="809670" y="447166"/>
                </a:lnTo>
                <a:close/>
                <a:moveTo>
                  <a:pt x="807458" y="442255"/>
                </a:moveTo>
                <a:lnTo>
                  <a:pt x="808043" y="443098"/>
                </a:lnTo>
                <a:lnTo>
                  <a:pt x="808531" y="443293"/>
                </a:lnTo>
                <a:close/>
                <a:moveTo>
                  <a:pt x="779775" y="504072"/>
                </a:moveTo>
                <a:lnTo>
                  <a:pt x="779832" y="504815"/>
                </a:lnTo>
                <a:lnTo>
                  <a:pt x="780050" y="504317"/>
                </a:lnTo>
                <a:close/>
                <a:moveTo>
                  <a:pt x="272442" y="1640079"/>
                </a:moveTo>
                <a:lnTo>
                  <a:pt x="272722" y="1640241"/>
                </a:lnTo>
                <a:lnTo>
                  <a:pt x="272751" y="1640179"/>
                </a:lnTo>
                <a:close/>
                <a:moveTo>
                  <a:pt x="860201" y="323865"/>
                </a:moveTo>
                <a:lnTo>
                  <a:pt x="862837" y="328437"/>
                </a:lnTo>
                <a:lnTo>
                  <a:pt x="864502" y="324608"/>
                </a:lnTo>
                <a:lnTo>
                  <a:pt x="864536" y="324389"/>
                </a:lnTo>
                <a:lnTo>
                  <a:pt x="864282" y="323865"/>
                </a:lnTo>
                <a:lnTo>
                  <a:pt x="864456" y="323950"/>
                </a:lnTo>
                <a:lnTo>
                  <a:pt x="864569" y="324183"/>
                </a:lnTo>
                <a:lnTo>
                  <a:pt x="866608" y="311381"/>
                </a:lnTo>
                <a:close/>
                <a:moveTo>
                  <a:pt x="296623" y="1585654"/>
                </a:moveTo>
                <a:lnTo>
                  <a:pt x="295998" y="1588403"/>
                </a:lnTo>
                <a:lnTo>
                  <a:pt x="296596" y="1588575"/>
                </a:lnTo>
                <a:lnTo>
                  <a:pt x="297785" y="1586003"/>
                </a:lnTo>
                <a:close/>
                <a:moveTo>
                  <a:pt x="807026" y="442692"/>
                </a:moveTo>
                <a:lnTo>
                  <a:pt x="807391" y="442839"/>
                </a:lnTo>
                <a:lnTo>
                  <a:pt x="807161" y="442507"/>
                </a:lnTo>
                <a:close/>
                <a:moveTo>
                  <a:pt x="781566" y="499611"/>
                </a:moveTo>
                <a:lnTo>
                  <a:pt x="781978" y="499912"/>
                </a:lnTo>
                <a:lnTo>
                  <a:pt x="782257" y="499275"/>
                </a:lnTo>
                <a:lnTo>
                  <a:pt x="781921" y="498942"/>
                </a:lnTo>
                <a:close/>
                <a:moveTo>
                  <a:pt x="781213" y="500276"/>
                </a:moveTo>
                <a:lnTo>
                  <a:pt x="781291" y="501482"/>
                </a:lnTo>
                <a:lnTo>
                  <a:pt x="781859" y="500185"/>
                </a:lnTo>
                <a:lnTo>
                  <a:pt x="781431" y="499864"/>
                </a:lnTo>
                <a:close/>
                <a:moveTo>
                  <a:pt x="296808" y="1584841"/>
                </a:moveTo>
                <a:lnTo>
                  <a:pt x="296761" y="1585050"/>
                </a:lnTo>
                <a:lnTo>
                  <a:pt x="297182" y="1585175"/>
                </a:lnTo>
                <a:close/>
                <a:moveTo>
                  <a:pt x="779700" y="503124"/>
                </a:moveTo>
                <a:lnTo>
                  <a:pt x="779752" y="503790"/>
                </a:lnTo>
                <a:lnTo>
                  <a:pt x="780132" y="504130"/>
                </a:lnTo>
                <a:lnTo>
                  <a:pt x="781148" y="501808"/>
                </a:lnTo>
                <a:lnTo>
                  <a:pt x="781081" y="500523"/>
                </a:lnTo>
                <a:close/>
                <a:moveTo>
                  <a:pt x="781173" y="499670"/>
                </a:moveTo>
                <a:lnTo>
                  <a:pt x="781193" y="499971"/>
                </a:lnTo>
                <a:lnTo>
                  <a:pt x="781301" y="499767"/>
                </a:lnTo>
                <a:close/>
                <a:moveTo>
                  <a:pt x="868843" y="303355"/>
                </a:moveTo>
                <a:lnTo>
                  <a:pt x="868205" y="307365"/>
                </a:lnTo>
                <a:lnTo>
                  <a:pt x="869797" y="304362"/>
                </a:lnTo>
                <a:close/>
                <a:moveTo>
                  <a:pt x="805915" y="444209"/>
                </a:moveTo>
                <a:lnTo>
                  <a:pt x="805958" y="444286"/>
                </a:lnTo>
                <a:lnTo>
                  <a:pt x="805980" y="444121"/>
                </a:lnTo>
                <a:close/>
                <a:moveTo>
                  <a:pt x="785685" y="489503"/>
                </a:moveTo>
                <a:lnTo>
                  <a:pt x="785795" y="491189"/>
                </a:lnTo>
                <a:lnTo>
                  <a:pt x="786158" y="490358"/>
                </a:lnTo>
                <a:lnTo>
                  <a:pt x="786225" y="489897"/>
                </a:lnTo>
                <a:close/>
                <a:moveTo>
                  <a:pt x="837457" y="373382"/>
                </a:moveTo>
                <a:lnTo>
                  <a:pt x="837030" y="376780"/>
                </a:lnTo>
                <a:lnTo>
                  <a:pt x="837879" y="377554"/>
                </a:lnTo>
                <a:lnTo>
                  <a:pt x="839439" y="375481"/>
                </a:lnTo>
                <a:close/>
                <a:moveTo>
                  <a:pt x="855340" y="333334"/>
                </a:moveTo>
                <a:lnTo>
                  <a:pt x="859064" y="337114"/>
                </a:lnTo>
                <a:lnTo>
                  <a:pt x="862669" y="328822"/>
                </a:lnTo>
                <a:lnTo>
                  <a:pt x="860056" y="324146"/>
                </a:lnTo>
                <a:close/>
                <a:moveTo>
                  <a:pt x="805528" y="444737"/>
                </a:moveTo>
                <a:lnTo>
                  <a:pt x="805846" y="445163"/>
                </a:lnTo>
                <a:lnTo>
                  <a:pt x="805920" y="444587"/>
                </a:lnTo>
                <a:lnTo>
                  <a:pt x="805798" y="444368"/>
                </a:lnTo>
                <a:close/>
                <a:moveTo>
                  <a:pt x="776893" y="508413"/>
                </a:moveTo>
                <a:lnTo>
                  <a:pt x="777354" y="508748"/>
                </a:lnTo>
                <a:lnTo>
                  <a:pt x="777272" y="507698"/>
                </a:lnTo>
                <a:close/>
                <a:moveTo>
                  <a:pt x="853036" y="337824"/>
                </a:moveTo>
                <a:lnTo>
                  <a:pt x="857309" y="341150"/>
                </a:lnTo>
                <a:lnTo>
                  <a:pt x="858838" y="337632"/>
                </a:lnTo>
                <a:lnTo>
                  <a:pt x="855088" y="333825"/>
                </a:lnTo>
                <a:close/>
                <a:moveTo>
                  <a:pt x="763714" y="537763"/>
                </a:moveTo>
                <a:lnTo>
                  <a:pt x="763729" y="537832"/>
                </a:lnTo>
                <a:lnTo>
                  <a:pt x="763716" y="537766"/>
                </a:lnTo>
                <a:close/>
                <a:moveTo>
                  <a:pt x="313997" y="1544639"/>
                </a:moveTo>
                <a:lnTo>
                  <a:pt x="316604" y="1545407"/>
                </a:lnTo>
                <a:lnTo>
                  <a:pt x="314118" y="1544532"/>
                </a:lnTo>
                <a:close/>
                <a:moveTo>
                  <a:pt x="775704" y="510650"/>
                </a:moveTo>
                <a:lnTo>
                  <a:pt x="776817" y="511704"/>
                </a:lnTo>
                <a:lnTo>
                  <a:pt x="777469" y="510216"/>
                </a:lnTo>
                <a:lnTo>
                  <a:pt x="777442" y="509873"/>
                </a:lnTo>
                <a:lnTo>
                  <a:pt x="776509" y="509135"/>
                </a:lnTo>
                <a:close/>
                <a:moveTo>
                  <a:pt x="775570" y="510906"/>
                </a:moveTo>
                <a:lnTo>
                  <a:pt x="775461" y="511539"/>
                </a:lnTo>
                <a:lnTo>
                  <a:pt x="776309" y="512867"/>
                </a:lnTo>
                <a:lnTo>
                  <a:pt x="776769" y="511814"/>
                </a:lnTo>
                <a:lnTo>
                  <a:pt x="776328" y="511377"/>
                </a:lnTo>
                <a:lnTo>
                  <a:pt x="775655" y="510742"/>
                </a:lnTo>
                <a:close/>
                <a:moveTo>
                  <a:pt x="851560" y="340699"/>
                </a:moveTo>
                <a:lnTo>
                  <a:pt x="855173" y="346063"/>
                </a:lnTo>
                <a:lnTo>
                  <a:pt x="856343" y="343370"/>
                </a:lnTo>
                <a:lnTo>
                  <a:pt x="852578" y="341195"/>
                </a:lnTo>
                <a:lnTo>
                  <a:pt x="853173" y="341108"/>
                </a:lnTo>
                <a:lnTo>
                  <a:pt x="856493" y="343027"/>
                </a:lnTo>
                <a:lnTo>
                  <a:pt x="856615" y="342746"/>
                </a:lnTo>
                <a:lnTo>
                  <a:pt x="852443" y="338979"/>
                </a:lnTo>
                <a:close/>
                <a:moveTo>
                  <a:pt x="829103" y="390717"/>
                </a:moveTo>
                <a:lnTo>
                  <a:pt x="834138" y="396048"/>
                </a:lnTo>
                <a:lnTo>
                  <a:pt x="834295" y="395674"/>
                </a:lnTo>
                <a:lnTo>
                  <a:pt x="835123" y="389079"/>
                </a:lnTo>
                <a:lnTo>
                  <a:pt x="832544" y="386017"/>
                </a:lnTo>
                <a:close/>
                <a:moveTo>
                  <a:pt x="781091" y="498122"/>
                </a:moveTo>
                <a:lnTo>
                  <a:pt x="781153" y="499310"/>
                </a:lnTo>
                <a:lnTo>
                  <a:pt x="781435" y="499516"/>
                </a:lnTo>
                <a:lnTo>
                  <a:pt x="781802" y="498824"/>
                </a:lnTo>
                <a:close/>
                <a:moveTo>
                  <a:pt x="900295" y="231182"/>
                </a:moveTo>
                <a:lnTo>
                  <a:pt x="899088" y="238756"/>
                </a:lnTo>
                <a:lnTo>
                  <a:pt x="903962" y="250213"/>
                </a:lnTo>
                <a:lnTo>
                  <a:pt x="905890" y="244330"/>
                </a:lnTo>
                <a:lnTo>
                  <a:pt x="907642" y="239220"/>
                </a:lnTo>
                <a:lnTo>
                  <a:pt x="901535" y="233353"/>
                </a:lnTo>
                <a:lnTo>
                  <a:pt x="901816" y="233381"/>
                </a:lnTo>
                <a:lnTo>
                  <a:pt x="907705" y="239037"/>
                </a:lnTo>
                <a:lnTo>
                  <a:pt x="907844" y="238633"/>
                </a:lnTo>
                <a:close/>
                <a:moveTo>
                  <a:pt x="850147" y="343454"/>
                </a:moveTo>
                <a:lnTo>
                  <a:pt x="853772" y="346408"/>
                </a:lnTo>
                <a:lnTo>
                  <a:pt x="850942" y="341906"/>
                </a:lnTo>
                <a:close/>
                <a:moveTo>
                  <a:pt x="803507" y="447498"/>
                </a:moveTo>
                <a:lnTo>
                  <a:pt x="804744" y="453765"/>
                </a:lnTo>
                <a:lnTo>
                  <a:pt x="805731" y="446057"/>
                </a:lnTo>
                <a:lnTo>
                  <a:pt x="805148" y="445257"/>
                </a:lnTo>
                <a:close/>
                <a:moveTo>
                  <a:pt x="820492" y="409422"/>
                </a:moveTo>
                <a:lnTo>
                  <a:pt x="820448" y="409929"/>
                </a:lnTo>
                <a:lnTo>
                  <a:pt x="822003" y="412873"/>
                </a:lnTo>
                <a:lnTo>
                  <a:pt x="824978" y="414583"/>
                </a:lnTo>
                <a:lnTo>
                  <a:pt x="823985" y="412831"/>
                </a:lnTo>
                <a:close/>
                <a:moveTo>
                  <a:pt x="810831" y="430996"/>
                </a:moveTo>
                <a:lnTo>
                  <a:pt x="811092" y="436095"/>
                </a:lnTo>
                <a:lnTo>
                  <a:pt x="813590" y="432684"/>
                </a:lnTo>
                <a:lnTo>
                  <a:pt x="811669" y="431331"/>
                </a:lnTo>
                <a:close/>
                <a:moveTo>
                  <a:pt x="311690" y="1548667"/>
                </a:moveTo>
                <a:lnTo>
                  <a:pt x="312211" y="1549436"/>
                </a:lnTo>
                <a:lnTo>
                  <a:pt x="312887" y="1549561"/>
                </a:lnTo>
                <a:close/>
                <a:moveTo>
                  <a:pt x="313059" y="1545471"/>
                </a:moveTo>
                <a:lnTo>
                  <a:pt x="317702" y="1546413"/>
                </a:lnTo>
                <a:lnTo>
                  <a:pt x="317800" y="1546221"/>
                </a:lnTo>
                <a:lnTo>
                  <a:pt x="313606" y="1544986"/>
                </a:lnTo>
                <a:close/>
                <a:moveTo>
                  <a:pt x="767557" y="527643"/>
                </a:moveTo>
                <a:lnTo>
                  <a:pt x="767601" y="528319"/>
                </a:lnTo>
                <a:lnTo>
                  <a:pt x="768818" y="529944"/>
                </a:lnTo>
                <a:lnTo>
                  <a:pt x="768903" y="529443"/>
                </a:lnTo>
                <a:close/>
                <a:moveTo>
                  <a:pt x="775949" y="508693"/>
                </a:moveTo>
                <a:lnTo>
                  <a:pt x="775656" y="510395"/>
                </a:lnTo>
                <a:lnTo>
                  <a:pt x="776380" y="509033"/>
                </a:lnTo>
                <a:close/>
                <a:moveTo>
                  <a:pt x="317857" y="1534301"/>
                </a:moveTo>
                <a:lnTo>
                  <a:pt x="318100" y="1534492"/>
                </a:lnTo>
                <a:lnTo>
                  <a:pt x="318059" y="1534431"/>
                </a:lnTo>
                <a:close/>
                <a:moveTo>
                  <a:pt x="807434" y="438040"/>
                </a:moveTo>
                <a:lnTo>
                  <a:pt x="807158" y="440198"/>
                </a:lnTo>
                <a:lnTo>
                  <a:pt x="807702" y="440726"/>
                </a:lnTo>
                <a:lnTo>
                  <a:pt x="808680" y="439391"/>
                </a:lnTo>
                <a:lnTo>
                  <a:pt x="807660" y="438269"/>
                </a:lnTo>
                <a:close/>
                <a:moveTo>
                  <a:pt x="283908" y="1610274"/>
                </a:moveTo>
                <a:lnTo>
                  <a:pt x="285821" y="1611895"/>
                </a:lnTo>
                <a:lnTo>
                  <a:pt x="285958" y="1611598"/>
                </a:lnTo>
                <a:lnTo>
                  <a:pt x="284275" y="1610517"/>
                </a:lnTo>
                <a:close/>
                <a:moveTo>
                  <a:pt x="785522" y="487026"/>
                </a:moveTo>
                <a:lnTo>
                  <a:pt x="785673" y="489330"/>
                </a:lnTo>
                <a:lnTo>
                  <a:pt x="786246" y="489747"/>
                </a:lnTo>
                <a:lnTo>
                  <a:pt x="786270" y="489581"/>
                </a:lnTo>
                <a:lnTo>
                  <a:pt x="786713" y="487940"/>
                </a:lnTo>
                <a:close/>
                <a:moveTo>
                  <a:pt x="796832" y="461694"/>
                </a:moveTo>
                <a:lnTo>
                  <a:pt x="795969" y="464895"/>
                </a:lnTo>
                <a:lnTo>
                  <a:pt x="797242" y="468241"/>
                </a:lnTo>
                <a:lnTo>
                  <a:pt x="797898" y="463804"/>
                </a:lnTo>
                <a:close/>
                <a:moveTo>
                  <a:pt x="869613" y="298525"/>
                </a:moveTo>
                <a:lnTo>
                  <a:pt x="868992" y="302425"/>
                </a:lnTo>
                <a:lnTo>
                  <a:pt x="870167" y="303665"/>
                </a:lnTo>
                <a:lnTo>
                  <a:pt x="871463" y="301222"/>
                </a:lnTo>
                <a:close/>
                <a:moveTo>
                  <a:pt x="769734" y="522172"/>
                </a:moveTo>
                <a:lnTo>
                  <a:pt x="770070" y="522622"/>
                </a:lnTo>
                <a:lnTo>
                  <a:pt x="770355" y="520964"/>
                </a:lnTo>
                <a:close/>
                <a:moveTo>
                  <a:pt x="317591" y="1534485"/>
                </a:moveTo>
                <a:lnTo>
                  <a:pt x="317789" y="1534769"/>
                </a:lnTo>
                <a:lnTo>
                  <a:pt x="318648" y="1535319"/>
                </a:lnTo>
                <a:close/>
                <a:moveTo>
                  <a:pt x="805101" y="442742"/>
                </a:moveTo>
                <a:lnTo>
                  <a:pt x="805586" y="443615"/>
                </a:lnTo>
                <a:lnTo>
                  <a:pt x="805759" y="443379"/>
                </a:lnTo>
                <a:close/>
                <a:moveTo>
                  <a:pt x="797514" y="459163"/>
                </a:moveTo>
                <a:lnTo>
                  <a:pt x="797091" y="460734"/>
                </a:lnTo>
                <a:lnTo>
                  <a:pt x="798087" y="462524"/>
                </a:lnTo>
                <a:lnTo>
                  <a:pt x="798452" y="460053"/>
                </a:lnTo>
                <a:close/>
                <a:moveTo>
                  <a:pt x="288895" y="1597971"/>
                </a:moveTo>
                <a:lnTo>
                  <a:pt x="290876" y="1599151"/>
                </a:lnTo>
                <a:lnTo>
                  <a:pt x="289901" y="1598281"/>
                </a:lnTo>
                <a:close/>
                <a:moveTo>
                  <a:pt x="826372" y="394449"/>
                </a:moveTo>
                <a:lnTo>
                  <a:pt x="831066" y="398395"/>
                </a:lnTo>
                <a:lnTo>
                  <a:pt x="832579" y="399771"/>
                </a:lnTo>
                <a:lnTo>
                  <a:pt x="833445" y="397704"/>
                </a:lnTo>
                <a:lnTo>
                  <a:pt x="829759" y="392310"/>
                </a:lnTo>
                <a:lnTo>
                  <a:pt x="828732" y="391224"/>
                </a:lnTo>
                <a:close/>
                <a:moveTo>
                  <a:pt x="298941" y="1575458"/>
                </a:moveTo>
                <a:lnTo>
                  <a:pt x="297939" y="1579869"/>
                </a:lnTo>
                <a:lnTo>
                  <a:pt x="299834" y="1581568"/>
                </a:lnTo>
                <a:lnTo>
                  <a:pt x="301125" y="1578777"/>
                </a:lnTo>
                <a:lnTo>
                  <a:pt x="302474" y="1576141"/>
                </a:lnTo>
                <a:close/>
                <a:moveTo>
                  <a:pt x="311779" y="1546605"/>
                </a:moveTo>
                <a:lnTo>
                  <a:pt x="313360" y="1548129"/>
                </a:lnTo>
                <a:lnTo>
                  <a:pt x="315969" y="1549795"/>
                </a:lnTo>
                <a:lnTo>
                  <a:pt x="317513" y="1546782"/>
                </a:lnTo>
                <a:lnTo>
                  <a:pt x="312685" y="1545802"/>
                </a:lnTo>
                <a:close/>
                <a:moveTo>
                  <a:pt x="820696" y="407022"/>
                </a:moveTo>
                <a:lnTo>
                  <a:pt x="820522" y="409064"/>
                </a:lnTo>
                <a:lnTo>
                  <a:pt x="823494" y="411962"/>
                </a:lnTo>
                <a:close/>
                <a:moveTo>
                  <a:pt x="776669" y="505464"/>
                </a:moveTo>
                <a:lnTo>
                  <a:pt x="776131" y="507633"/>
                </a:lnTo>
                <a:lnTo>
                  <a:pt x="776096" y="507834"/>
                </a:lnTo>
                <a:lnTo>
                  <a:pt x="776761" y="508317"/>
                </a:lnTo>
                <a:lnTo>
                  <a:pt x="777249" y="507398"/>
                </a:lnTo>
                <a:lnTo>
                  <a:pt x="777157" y="506226"/>
                </a:lnTo>
                <a:close/>
                <a:moveTo>
                  <a:pt x="825904" y="395087"/>
                </a:moveTo>
                <a:lnTo>
                  <a:pt x="832036" y="401068"/>
                </a:lnTo>
                <a:lnTo>
                  <a:pt x="832291" y="400459"/>
                </a:lnTo>
                <a:lnTo>
                  <a:pt x="826100" y="394819"/>
                </a:lnTo>
                <a:close/>
                <a:moveTo>
                  <a:pt x="305802" y="1559629"/>
                </a:moveTo>
                <a:lnTo>
                  <a:pt x="306179" y="1560109"/>
                </a:lnTo>
                <a:lnTo>
                  <a:pt x="307852" y="1560875"/>
                </a:lnTo>
                <a:lnTo>
                  <a:pt x="308161" y="1560997"/>
                </a:lnTo>
                <a:lnTo>
                  <a:pt x="307946" y="1560622"/>
                </a:lnTo>
                <a:close/>
                <a:moveTo>
                  <a:pt x="840478" y="362293"/>
                </a:moveTo>
                <a:lnTo>
                  <a:pt x="843718" y="369799"/>
                </a:lnTo>
                <a:lnTo>
                  <a:pt x="846909" y="365560"/>
                </a:lnTo>
                <a:lnTo>
                  <a:pt x="852547" y="352102"/>
                </a:lnTo>
                <a:lnTo>
                  <a:pt x="854511" y="347584"/>
                </a:lnTo>
                <a:lnTo>
                  <a:pt x="854013" y="346788"/>
                </a:lnTo>
                <a:lnTo>
                  <a:pt x="850080" y="343584"/>
                </a:lnTo>
                <a:close/>
                <a:moveTo>
                  <a:pt x="814329" y="420843"/>
                </a:moveTo>
                <a:lnTo>
                  <a:pt x="817869" y="425272"/>
                </a:lnTo>
                <a:lnTo>
                  <a:pt x="818118" y="422348"/>
                </a:lnTo>
                <a:close/>
                <a:moveTo>
                  <a:pt x="311441" y="1546904"/>
                </a:moveTo>
                <a:lnTo>
                  <a:pt x="312442" y="1547542"/>
                </a:lnTo>
                <a:lnTo>
                  <a:pt x="311629" y="1546738"/>
                </a:lnTo>
                <a:close/>
                <a:moveTo>
                  <a:pt x="798042" y="457204"/>
                </a:moveTo>
                <a:lnTo>
                  <a:pt x="797580" y="458919"/>
                </a:lnTo>
                <a:lnTo>
                  <a:pt x="798491" y="459783"/>
                </a:lnTo>
                <a:lnTo>
                  <a:pt x="798517" y="459609"/>
                </a:lnTo>
                <a:close/>
                <a:moveTo>
                  <a:pt x="838321" y="366497"/>
                </a:moveTo>
                <a:lnTo>
                  <a:pt x="838204" y="367428"/>
                </a:lnTo>
                <a:lnTo>
                  <a:pt x="842548" y="371352"/>
                </a:lnTo>
                <a:lnTo>
                  <a:pt x="842938" y="370834"/>
                </a:lnTo>
                <a:lnTo>
                  <a:pt x="840005" y="363216"/>
                </a:lnTo>
                <a:close/>
                <a:moveTo>
                  <a:pt x="824687" y="396749"/>
                </a:moveTo>
                <a:lnTo>
                  <a:pt x="831357" y="402687"/>
                </a:lnTo>
                <a:lnTo>
                  <a:pt x="831838" y="401539"/>
                </a:lnTo>
                <a:lnTo>
                  <a:pt x="825672" y="395404"/>
                </a:lnTo>
                <a:close/>
                <a:moveTo>
                  <a:pt x="779323" y="498283"/>
                </a:moveTo>
                <a:lnTo>
                  <a:pt x="779677" y="502824"/>
                </a:lnTo>
                <a:lnTo>
                  <a:pt x="781064" y="500209"/>
                </a:lnTo>
                <a:lnTo>
                  <a:pt x="781031" y="499564"/>
                </a:lnTo>
                <a:close/>
                <a:moveTo>
                  <a:pt x="785340" y="484235"/>
                </a:moveTo>
                <a:lnTo>
                  <a:pt x="785385" y="484936"/>
                </a:lnTo>
                <a:lnTo>
                  <a:pt x="787180" y="486206"/>
                </a:lnTo>
                <a:lnTo>
                  <a:pt x="787324" y="485673"/>
                </a:lnTo>
                <a:close/>
                <a:moveTo>
                  <a:pt x="834903" y="373157"/>
                </a:moveTo>
                <a:lnTo>
                  <a:pt x="836103" y="375936"/>
                </a:lnTo>
                <a:lnTo>
                  <a:pt x="836705" y="376485"/>
                </a:lnTo>
                <a:lnTo>
                  <a:pt x="837137" y="373043"/>
                </a:lnTo>
                <a:lnTo>
                  <a:pt x="835728" y="371549"/>
                </a:lnTo>
                <a:close/>
                <a:moveTo>
                  <a:pt x="834313" y="374305"/>
                </a:moveTo>
                <a:lnTo>
                  <a:pt x="835459" y="375350"/>
                </a:lnTo>
                <a:lnTo>
                  <a:pt x="834691" y="373570"/>
                </a:lnTo>
                <a:close/>
                <a:moveTo>
                  <a:pt x="832318" y="378193"/>
                </a:moveTo>
                <a:lnTo>
                  <a:pt x="834912" y="381494"/>
                </a:lnTo>
                <a:lnTo>
                  <a:pt x="836308" y="379640"/>
                </a:lnTo>
                <a:lnTo>
                  <a:pt x="836534" y="377841"/>
                </a:lnTo>
                <a:lnTo>
                  <a:pt x="836362" y="377442"/>
                </a:lnTo>
                <a:lnTo>
                  <a:pt x="833869" y="375170"/>
                </a:lnTo>
                <a:close/>
                <a:moveTo>
                  <a:pt x="775945" y="504337"/>
                </a:moveTo>
                <a:lnTo>
                  <a:pt x="775881" y="504706"/>
                </a:lnTo>
                <a:lnTo>
                  <a:pt x="775965" y="504369"/>
                </a:lnTo>
                <a:close/>
                <a:moveTo>
                  <a:pt x="327836" y="1507332"/>
                </a:moveTo>
                <a:lnTo>
                  <a:pt x="329326" y="1510462"/>
                </a:lnTo>
                <a:lnTo>
                  <a:pt x="330083" y="1511760"/>
                </a:lnTo>
                <a:lnTo>
                  <a:pt x="333079" y="1513788"/>
                </a:lnTo>
                <a:lnTo>
                  <a:pt x="334434" y="1513746"/>
                </a:lnTo>
                <a:lnTo>
                  <a:pt x="335498" y="1511669"/>
                </a:lnTo>
                <a:lnTo>
                  <a:pt x="335020" y="1510849"/>
                </a:lnTo>
                <a:lnTo>
                  <a:pt x="334514" y="1510466"/>
                </a:lnTo>
                <a:close/>
                <a:moveTo>
                  <a:pt x="830109" y="382497"/>
                </a:moveTo>
                <a:lnTo>
                  <a:pt x="832247" y="385035"/>
                </a:lnTo>
                <a:lnTo>
                  <a:pt x="832850" y="384233"/>
                </a:lnTo>
                <a:lnTo>
                  <a:pt x="830928" y="380917"/>
                </a:lnTo>
                <a:lnTo>
                  <a:pt x="830922" y="380913"/>
                </a:lnTo>
                <a:close/>
                <a:moveTo>
                  <a:pt x="313828" y="1538478"/>
                </a:moveTo>
                <a:lnTo>
                  <a:pt x="316535" y="1542170"/>
                </a:lnTo>
                <a:lnTo>
                  <a:pt x="316813" y="1541924"/>
                </a:lnTo>
                <a:lnTo>
                  <a:pt x="314317" y="1538779"/>
                </a:lnTo>
                <a:close/>
                <a:moveTo>
                  <a:pt x="753867" y="553055"/>
                </a:moveTo>
                <a:lnTo>
                  <a:pt x="754172" y="553633"/>
                </a:lnTo>
                <a:lnTo>
                  <a:pt x="753978" y="552838"/>
                </a:lnTo>
                <a:close/>
                <a:moveTo>
                  <a:pt x="803427" y="441916"/>
                </a:moveTo>
                <a:lnTo>
                  <a:pt x="805144" y="444220"/>
                </a:lnTo>
                <a:lnTo>
                  <a:pt x="805469" y="443775"/>
                </a:lnTo>
                <a:lnTo>
                  <a:pt x="804724" y="442434"/>
                </a:lnTo>
                <a:close/>
                <a:moveTo>
                  <a:pt x="810571" y="425908"/>
                </a:moveTo>
                <a:lnTo>
                  <a:pt x="810785" y="430087"/>
                </a:lnTo>
                <a:lnTo>
                  <a:pt x="814426" y="431541"/>
                </a:lnTo>
                <a:lnTo>
                  <a:pt x="815133" y="430577"/>
                </a:lnTo>
                <a:lnTo>
                  <a:pt x="811885" y="426850"/>
                </a:lnTo>
                <a:close/>
                <a:moveTo>
                  <a:pt x="779162" y="496216"/>
                </a:moveTo>
                <a:lnTo>
                  <a:pt x="779297" y="497958"/>
                </a:lnTo>
                <a:lnTo>
                  <a:pt x="781012" y="499208"/>
                </a:lnTo>
                <a:lnTo>
                  <a:pt x="780948" y="497982"/>
                </a:lnTo>
                <a:close/>
                <a:moveTo>
                  <a:pt x="282245" y="1608744"/>
                </a:moveTo>
                <a:lnTo>
                  <a:pt x="286125" y="1611237"/>
                </a:lnTo>
                <a:lnTo>
                  <a:pt x="286561" y="1610293"/>
                </a:lnTo>
                <a:close/>
                <a:moveTo>
                  <a:pt x="310485" y="1545356"/>
                </a:moveTo>
                <a:lnTo>
                  <a:pt x="311660" y="1546489"/>
                </a:lnTo>
                <a:lnTo>
                  <a:pt x="312482" y="1545761"/>
                </a:lnTo>
                <a:close/>
                <a:moveTo>
                  <a:pt x="827022" y="388513"/>
                </a:moveTo>
                <a:lnTo>
                  <a:pt x="828527" y="390107"/>
                </a:lnTo>
                <a:lnTo>
                  <a:pt x="831998" y="385367"/>
                </a:lnTo>
                <a:lnTo>
                  <a:pt x="829909" y="382886"/>
                </a:lnTo>
                <a:close/>
                <a:moveTo>
                  <a:pt x="808457" y="430048"/>
                </a:moveTo>
                <a:lnTo>
                  <a:pt x="807497" y="437547"/>
                </a:lnTo>
                <a:lnTo>
                  <a:pt x="808951" y="439021"/>
                </a:lnTo>
                <a:lnTo>
                  <a:pt x="810319" y="437152"/>
                </a:lnTo>
                <a:lnTo>
                  <a:pt x="809987" y="430658"/>
                </a:lnTo>
                <a:close/>
                <a:moveTo>
                  <a:pt x="821161" y="401566"/>
                </a:moveTo>
                <a:lnTo>
                  <a:pt x="820740" y="406502"/>
                </a:lnTo>
                <a:lnTo>
                  <a:pt x="824347" y="412675"/>
                </a:lnTo>
                <a:lnTo>
                  <a:pt x="824498" y="412942"/>
                </a:lnTo>
                <a:lnTo>
                  <a:pt x="826169" y="414572"/>
                </a:lnTo>
                <a:lnTo>
                  <a:pt x="827142" y="412748"/>
                </a:lnTo>
                <a:lnTo>
                  <a:pt x="831180" y="403111"/>
                </a:lnTo>
                <a:lnTo>
                  <a:pt x="824429" y="397102"/>
                </a:lnTo>
                <a:close/>
                <a:moveTo>
                  <a:pt x="810540" y="425306"/>
                </a:moveTo>
                <a:lnTo>
                  <a:pt x="810551" y="425522"/>
                </a:lnTo>
                <a:lnTo>
                  <a:pt x="811024" y="425861"/>
                </a:lnTo>
                <a:close/>
                <a:moveTo>
                  <a:pt x="304623" y="1558125"/>
                </a:moveTo>
                <a:lnTo>
                  <a:pt x="305500" y="1559243"/>
                </a:lnTo>
                <a:lnTo>
                  <a:pt x="307754" y="1560288"/>
                </a:lnTo>
                <a:lnTo>
                  <a:pt x="307390" y="1559655"/>
                </a:lnTo>
                <a:close/>
                <a:moveTo>
                  <a:pt x="802958" y="442254"/>
                </a:moveTo>
                <a:lnTo>
                  <a:pt x="802750" y="443663"/>
                </a:lnTo>
                <a:lnTo>
                  <a:pt x="803345" y="446676"/>
                </a:lnTo>
                <a:lnTo>
                  <a:pt x="804767" y="444734"/>
                </a:lnTo>
                <a:close/>
                <a:moveTo>
                  <a:pt x="328260" y="1505132"/>
                </a:moveTo>
                <a:lnTo>
                  <a:pt x="334269" y="1509562"/>
                </a:lnTo>
                <a:lnTo>
                  <a:pt x="332673" y="1506825"/>
                </a:lnTo>
                <a:lnTo>
                  <a:pt x="330410" y="1505306"/>
                </a:lnTo>
                <a:lnTo>
                  <a:pt x="330135" y="1505225"/>
                </a:lnTo>
                <a:close/>
                <a:moveTo>
                  <a:pt x="762555" y="532444"/>
                </a:moveTo>
                <a:lnTo>
                  <a:pt x="762583" y="532575"/>
                </a:lnTo>
                <a:lnTo>
                  <a:pt x="762606" y="532479"/>
                </a:lnTo>
                <a:close/>
                <a:moveTo>
                  <a:pt x="332079" y="1496322"/>
                </a:moveTo>
                <a:lnTo>
                  <a:pt x="334493" y="1500461"/>
                </a:lnTo>
                <a:lnTo>
                  <a:pt x="339622" y="1503617"/>
                </a:lnTo>
                <a:lnTo>
                  <a:pt x="340817" y="1501284"/>
                </a:lnTo>
                <a:lnTo>
                  <a:pt x="341881" y="1499534"/>
                </a:lnTo>
                <a:lnTo>
                  <a:pt x="341772" y="1499290"/>
                </a:lnTo>
                <a:lnTo>
                  <a:pt x="338916" y="1497896"/>
                </a:lnTo>
                <a:close/>
                <a:moveTo>
                  <a:pt x="776491" y="501145"/>
                </a:moveTo>
                <a:lnTo>
                  <a:pt x="776202" y="502829"/>
                </a:lnTo>
                <a:lnTo>
                  <a:pt x="776311" y="502973"/>
                </a:lnTo>
                <a:lnTo>
                  <a:pt x="776714" y="501345"/>
                </a:lnTo>
                <a:close/>
                <a:moveTo>
                  <a:pt x="817073" y="410205"/>
                </a:moveTo>
                <a:lnTo>
                  <a:pt x="818903" y="413128"/>
                </a:lnTo>
                <a:lnTo>
                  <a:pt x="818927" y="412837"/>
                </a:lnTo>
                <a:lnTo>
                  <a:pt x="817748" y="410606"/>
                </a:lnTo>
                <a:close/>
                <a:moveTo>
                  <a:pt x="808573" y="429149"/>
                </a:moveTo>
                <a:lnTo>
                  <a:pt x="808566" y="429201"/>
                </a:lnTo>
                <a:lnTo>
                  <a:pt x="808749" y="429275"/>
                </a:lnTo>
                <a:close/>
                <a:moveTo>
                  <a:pt x="824698" y="393042"/>
                </a:moveTo>
                <a:lnTo>
                  <a:pt x="825738" y="393917"/>
                </a:lnTo>
                <a:lnTo>
                  <a:pt x="828157" y="390613"/>
                </a:lnTo>
                <a:lnTo>
                  <a:pt x="826723" y="389095"/>
                </a:lnTo>
                <a:close/>
                <a:moveTo>
                  <a:pt x="753620" y="552142"/>
                </a:moveTo>
                <a:lnTo>
                  <a:pt x="753696" y="552605"/>
                </a:lnTo>
                <a:lnTo>
                  <a:pt x="753793" y="552415"/>
                </a:lnTo>
                <a:close/>
                <a:moveTo>
                  <a:pt x="824400" y="393621"/>
                </a:moveTo>
                <a:lnTo>
                  <a:pt x="825307" y="394505"/>
                </a:lnTo>
                <a:lnTo>
                  <a:pt x="825487" y="394259"/>
                </a:lnTo>
                <a:lnTo>
                  <a:pt x="824523" y="393382"/>
                </a:lnTo>
                <a:close/>
                <a:moveTo>
                  <a:pt x="839046" y="360726"/>
                </a:moveTo>
                <a:lnTo>
                  <a:pt x="838622" y="364101"/>
                </a:lnTo>
                <a:lnTo>
                  <a:pt x="839606" y="362183"/>
                </a:lnTo>
                <a:close/>
                <a:moveTo>
                  <a:pt x="314449" y="1535224"/>
                </a:moveTo>
                <a:lnTo>
                  <a:pt x="315999" y="1537176"/>
                </a:lnTo>
                <a:lnTo>
                  <a:pt x="317501" y="1537610"/>
                </a:lnTo>
                <a:lnTo>
                  <a:pt x="316986" y="1536847"/>
                </a:lnTo>
                <a:close/>
                <a:moveTo>
                  <a:pt x="823388" y="395592"/>
                </a:moveTo>
                <a:lnTo>
                  <a:pt x="824068" y="396198"/>
                </a:lnTo>
                <a:lnTo>
                  <a:pt x="825080" y="394816"/>
                </a:lnTo>
                <a:lnTo>
                  <a:pt x="824371" y="394109"/>
                </a:lnTo>
                <a:lnTo>
                  <a:pt x="824224" y="393965"/>
                </a:lnTo>
                <a:close/>
                <a:moveTo>
                  <a:pt x="902228" y="219044"/>
                </a:moveTo>
                <a:lnTo>
                  <a:pt x="900396" y="230548"/>
                </a:lnTo>
                <a:lnTo>
                  <a:pt x="908032" y="238084"/>
                </a:lnTo>
                <a:lnTo>
                  <a:pt x="912184" y="225973"/>
                </a:lnTo>
                <a:close/>
                <a:moveTo>
                  <a:pt x="803163" y="440867"/>
                </a:moveTo>
                <a:lnTo>
                  <a:pt x="803124" y="441132"/>
                </a:lnTo>
                <a:lnTo>
                  <a:pt x="803657" y="441345"/>
                </a:lnTo>
                <a:close/>
                <a:moveTo>
                  <a:pt x="776677" y="500061"/>
                </a:moveTo>
                <a:lnTo>
                  <a:pt x="776530" y="500918"/>
                </a:lnTo>
                <a:lnTo>
                  <a:pt x="776759" y="501123"/>
                </a:lnTo>
                <a:close/>
                <a:moveTo>
                  <a:pt x="301753" y="1563467"/>
                </a:moveTo>
                <a:lnTo>
                  <a:pt x="301612" y="1563989"/>
                </a:lnTo>
                <a:lnTo>
                  <a:pt x="302518" y="1564115"/>
                </a:lnTo>
                <a:close/>
                <a:moveTo>
                  <a:pt x="292351" y="1584375"/>
                </a:moveTo>
                <a:lnTo>
                  <a:pt x="295350" y="1588216"/>
                </a:lnTo>
                <a:lnTo>
                  <a:pt x="295618" y="1588293"/>
                </a:lnTo>
                <a:lnTo>
                  <a:pt x="296243" y="1585541"/>
                </a:lnTo>
                <a:close/>
                <a:moveTo>
                  <a:pt x="780702" y="490645"/>
                </a:moveTo>
                <a:lnTo>
                  <a:pt x="781074" y="497816"/>
                </a:lnTo>
                <a:lnTo>
                  <a:pt x="781915" y="498609"/>
                </a:lnTo>
                <a:lnTo>
                  <a:pt x="782306" y="497871"/>
                </a:lnTo>
                <a:lnTo>
                  <a:pt x="782546" y="497765"/>
                </a:lnTo>
                <a:lnTo>
                  <a:pt x="782036" y="498725"/>
                </a:lnTo>
                <a:lnTo>
                  <a:pt x="782361" y="499032"/>
                </a:lnTo>
                <a:lnTo>
                  <a:pt x="783957" y="495387"/>
                </a:lnTo>
                <a:lnTo>
                  <a:pt x="781063" y="490880"/>
                </a:lnTo>
                <a:close/>
                <a:moveTo>
                  <a:pt x="821328" y="399606"/>
                </a:moveTo>
                <a:lnTo>
                  <a:pt x="821296" y="399984"/>
                </a:lnTo>
                <a:lnTo>
                  <a:pt x="823810" y="396551"/>
                </a:lnTo>
                <a:lnTo>
                  <a:pt x="823183" y="395993"/>
                </a:lnTo>
                <a:close/>
                <a:moveTo>
                  <a:pt x="819324" y="404075"/>
                </a:moveTo>
                <a:lnTo>
                  <a:pt x="819629" y="404600"/>
                </a:lnTo>
                <a:lnTo>
                  <a:pt x="819720" y="403534"/>
                </a:lnTo>
                <a:close/>
                <a:moveTo>
                  <a:pt x="302191" y="1561845"/>
                </a:moveTo>
                <a:lnTo>
                  <a:pt x="302133" y="1562059"/>
                </a:lnTo>
                <a:lnTo>
                  <a:pt x="304961" y="1564456"/>
                </a:lnTo>
                <a:lnTo>
                  <a:pt x="307513" y="1564813"/>
                </a:lnTo>
                <a:lnTo>
                  <a:pt x="305656" y="1563964"/>
                </a:lnTo>
                <a:close/>
                <a:moveTo>
                  <a:pt x="780389" y="490440"/>
                </a:moveTo>
                <a:lnTo>
                  <a:pt x="779113" y="495590"/>
                </a:lnTo>
                <a:lnTo>
                  <a:pt x="779144" y="495990"/>
                </a:lnTo>
                <a:lnTo>
                  <a:pt x="780933" y="497681"/>
                </a:lnTo>
                <a:lnTo>
                  <a:pt x="780563" y="490554"/>
                </a:lnTo>
                <a:close/>
                <a:moveTo>
                  <a:pt x="818207" y="405688"/>
                </a:moveTo>
                <a:lnTo>
                  <a:pt x="819352" y="407855"/>
                </a:lnTo>
                <a:lnTo>
                  <a:pt x="819590" y="405067"/>
                </a:lnTo>
                <a:lnTo>
                  <a:pt x="819157" y="404304"/>
                </a:lnTo>
                <a:lnTo>
                  <a:pt x="818355" y="405399"/>
                </a:lnTo>
                <a:close/>
                <a:moveTo>
                  <a:pt x="803522" y="438444"/>
                </a:moveTo>
                <a:lnTo>
                  <a:pt x="803352" y="439590"/>
                </a:lnTo>
                <a:lnTo>
                  <a:pt x="803525" y="439901"/>
                </a:lnTo>
                <a:lnTo>
                  <a:pt x="805971" y="442271"/>
                </a:lnTo>
                <a:lnTo>
                  <a:pt x="806216" y="442369"/>
                </a:lnTo>
                <a:lnTo>
                  <a:pt x="806360" y="441351"/>
                </a:lnTo>
                <a:lnTo>
                  <a:pt x="806024" y="440867"/>
                </a:lnTo>
                <a:close/>
                <a:moveTo>
                  <a:pt x="309275" y="1545110"/>
                </a:moveTo>
                <a:lnTo>
                  <a:pt x="309767" y="1545835"/>
                </a:lnTo>
                <a:lnTo>
                  <a:pt x="311296" y="1546812"/>
                </a:lnTo>
                <a:lnTo>
                  <a:pt x="311511" y="1546621"/>
                </a:lnTo>
                <a:lnTo>
                  <a:pt x="310169" y="1545292"/>
                </a:lnTo>
                <a:close/>
                <a:moveTo>
                  <a:pt x="794726" y="457750"/>
                </a:moveTo>
                <a:lnTo>
                  <a:pt x="794680" y="458388"/>
                </a:lnTo>
                <a:lnTo>
                  <a:pt x="794811" y="457903"/>
                </a:lnTo>
                <a:close/>
                <a:moveTo>
                  <a:pt x="816421" y="409166"/>
                </a:moveTo>
                <a:lnTo>
                  <a:pt x="816906" y="409939"/>
                </a:lnTo>
                <a:lnTo>
                  <a:pt x="817610" y="410343"/>
                </a:lnTo>
                <a:lnTo>
                  <a:pt x="816700" y="408624"/>
                </a:lnTo>
                <a:close/>
                <a:moveTo>
                  <a:pt x="303123" y="1558388"/>
                </a:moveTo>
                <a:lnTo>
                  <a:pt x="303118" y="1558407"/>
                </a:lnTo>
                <a:lnTo>
                  <a:pt x="304726" y="1559446"/>
                </a:lnTo>
                <a:lnTo>
                  <a:pt x="305130" y="1559631"/>
                </a:lnTo>
                <a:lnTo>
                  <a:pt x="304747" y="1559140"/>
                </a:lnTo>
                <a:close/>
                <a:moveTo>
                  <a:pt x="327224" y="1504368"/>
                </a:moveTo>
                <a:lnTo>
                  <a:pt x="327529" y="1504594"/>
                </a:lnTo>
                <a:lnTo>
                  <a:pt x="328081" y="1504621"/>
                </a:lnTo>
                <a:close/>
                <a:moveTo>
                  <a:pt x="303379" y="1557437"/>
                </a:moveTo>
                <a:lnTo>
                  <a:pt x="303182" y="1558170"/>
                </a:lnTo>
                <a:lnTo>
                  <a:pt x="304444" y="1558754"/>
                </a:lnTo>
                <a:lnTo>
                  <a:pt x="303438" y="1557470"/>
                </a:lnTo>
                <a:close/>
                <a:moveTo>
                  <a:pt x="326752" y="1505057"/>
                </a:moveTo>
                <a:lnTo>
                  <a:pt x="327714" y="1507076"/>
                </a:lnTo>
                <a:lnTo>
                  <a:pt x="331429" y="1508819"/>
                </a:lnTo>
                <a:lnTo>
                  <a:pt x="333699" y="1509847"/>
                </a:lnTo>
                <a:lnTo>
                  <a:pt x="327424" y="1505090"/>
                </a:lnTo>
                <a:close/>
                <a:moveTo>
                  <a:pt x="809122" y="424869"/>
                </a:moveTo>
                <a:lnTo>
                  <a:pt x="808610" y="428868"/>
                </a:lnTo>
                <a:lnTo>
                  <a:pt x="809757" y="429676"/>
                </a:lnTo>
                <a:lnTo>
                  <a:pt x="809940" y="429750"/>
                </a:lnTo>
                <a:lnTo>
                  <a:pt x="809712" y="425292"/>
                </a:lnTo>
                <a:close/>
                <a:moveTo>
                  <a:pt x="241424" y="1695889"/>
                </a:moveTo>
                <a:lnTo>
                  <a:pt x="245864" y="1699769"/>
                </a:lnTo>
                <a:lnTo>
                  <a:pt x="247459" y="1696188"/>
                </a:lnTo>
                <a:close/>
                <a:moveTo>
                  <a:pt x="781241" y="487002"/>
                </a:moveTo>
                <a:lnTo>
                  <a:pt x="781063" y="487719"/>
                </a:lnTo>
                <a:lnTo>
                  <a:pt x="783969" y="491590"/>
                </a:lnTo>
                <a:lnTo>
                  <a:pt x="784292" y="491782"/>
                </a:lnTo>
                <a:close/>
                <a:moveTo>
                  <a:pt x="794808" y="456594"/>
                </a:moveTo>
                <a:lnTo>
                  <a:pt x="794805" y="456627"/>
                </a:lnTo>
                <a:lnTo>
                  <a:pt x="795041" y="457050"/>
                </a:lnTo>
                <a:lnTo>
                  <a:pt x="795091" y="456863"/>
                </a:lnTo>
                <a:close/>
                <a:moveTo>
                  <a:pt x="772680" y="506111"/>
                </a:moveTo>
                <a:lnTo>
                  <a:pt x="772618" y="507085"/>
                </a:lnTo>
                <a:lnTo>
                  <a:pt x="772829" y="507414"/>
                </a:lnTo>
                <a:lnTo>
                  <a:pt x="773074" y="506423"/>
                </a:lnTo>
                <a:close/>
                <a:moveTo>
                  <a:pt x="767426" y="517865"/>
                </a:moveTo>
                <a:lnTo>
                  <a:pt x="767418" y="519079"/>
                </a:lnTo>
                <a:lnTo>
                  <a:pt x="769540" y="521915"/>
                </a:lnTo>
                <a:lnTo>
                  <a:pt x="770353" y="520386"/>
                </a:lnTo>
                <a:close/>
                <a:moveTo>
                  <a:pt x="872721" y="281953"/>
                </a:moveTo>
                <a:lnTo>
                  <a:pt x="870442" y="293321"/>
                </a:lnTo>
                <a:lnTo>
                  <a:pt x="869673" y="298149"/>
                </a:lnTo>
                <a:lnTo>
                  <a:pt x="871626" y="300914"/>
                </a:lnTo>
                <a:lnTo>
                  <a:pt x="877981" y="288931"/>
                </a:lnTo>
                <a:lnTo>
                  <a:pt x="877205" y="287274"/>
                </a:lnTo>
                <a:close/>
                <a:moveTo>
                  <a:pt x="811954" y="417870"/>
                </a:moveTo>
                <a:lnTo>
                  <a:pt x="813452" y="419745"/>
                </a:lnTo>
                <a:lnTo>
                  <a:pt x="816912" y="421066"/>
                </a:lnTo>
                <a:lnTo>
                  <a:pt x="818185" y="421570"/>
                </a:lnTo>
                <a:lnTo>
                  <a:pt x="818714" y="415352"/>
                </a:lnTo>
                <a:lnTo>
                  <a:pt x="816184" y="410568"/>
                </a:lnTo>
                <a:lnTo>
                  <a:pt x="815920" y="410144"/>
                </a:lnTo>
                <a:close/>
                <a:moveTo>
                  <a:pt x="303955" y="1555305"/>
                </a:moveTo>
                <a:lnTo>
                  <a:pt x="303573" y="1556720"/>
                </a:lnTo>
                <a:lnTo>
                  <a:pt x="306339" y="1558250"/>
                </a:lnTo>
                <a:close/>
                <a:moveTo>
                  <a:pt x="809255" y="423832"/>
                </a:moveTo>
                <a:lnTo>
                  <a:pt x="809165" y="424529"/>
                </a:lnTo>
                <a:lnTo>
                  <a:pt x="809693" y="424907"/>
                </a:lnTo>
                <a:lnTo>
                  <a:pt x="809662" y="424298"/>
                </a:lnTo>
                <a:close/>
                <a:moveTo>
                  <a:pt x="811396" y="418959"/>
                </a:moveTo>
                <a:lnTo>
                  <a:pt x="811721" y="419084"/>
                </a:lnTo>
                <a:lnTo>
                  <a:pt x="811484" y="418786"/>
                </a:lnTo>
                <a:close/>
                <a:moveTo>
                  <a:pt x="810322" y="421051"/>
                </a:moveTo>
                <a:lnTo>
                  <a:pt x="810478" y="424091"/>
                </a:lnTo>
                <a:lnTo>
                  <a:pt x="813801" y="427611"/>
                </a:lnTo>
                <a:lnTo>
                  <a:pt x="814363" y="428256"/>
                </a:lnTo>
                <a:lnTo>
                  <a:pt x="815982" y="429416"/>
                </a:lnTo>
                <a:lnTo>
                  <a:pt x="816204" y="429113"/>
                </a:lnTo>
                <a:lnTo>
                  <a:pt x="817433" y="427481"/>
                </a:lnTo>
                <a:lnTo>
                  <a:pt x="812366" y="423369"/>
                </a:lnTo>
                <a:lnTo>
                  <a:pt x="812815" y="423376"/>
                </a:lnTo>
                <a:lnTo>
                  <a:pt x="817600" y="427259"/>
                </a:lnTo>
                <a:lnTo>
                  <a:pt x="817712" y="427110"/>
                </a:lnTo>
                <a:lnTo>
                  <a:pt x="817753" y="426632"/>
                </a:lnTo>
                <a:lnTo>
                  <a:pt x="812568" y="420143"/>
                </a:lnTo>
                <a:lnTo>
                  <a:pt x="811090" y="419555"/>
                </a:lnTo>
                <a:close/>
                <a:moveTo>
                  <a:pt x="285175" y="1596822"/>
                </a:moveTo>
                <a:lnTo>
                  <a:pt x="288758" y="1598534"/>
                </a:lnTo>
                <a:lnTo>
                  <a:pt x="286648" y="1597277"/>
                </a:lnTo>
                <a:close/>
                <a:moveTo>
                  <a:pt x="301077" y="1561164"/>
                </a:moveTo>
                <a:lnTo>
                  <a:pt x="301670" y="1561667"/>
                </a:lnTo>
                <a:lnTo>
                  <a:pt x="301699" y="1561544"/>
                </a:lnTo>
                <a:close/>
                <a:moveTo>
                  <a:pt x="804117" y="434673"/>
                </a:moveTo>
                <a:lnTo>
                  <a:pt x="804033" y="434986"/>
                </a:lnTo>
                <a:lnTo>
                  <a:pt x="803750" y="436898"/>
                </a:lnTo>
                <a:lnTo>
                  <a:pt x="806600" y="439659"/>
                </a:lnTo>
                <a:lnTo>
                  <a:pt x="806905" y="437503"/>
                </a:lnTo>
                <a:close/>
                <a:moveTo>
                  <a:pt x="809375" y="422897"/>
                </a:moveTo>
                <a:lnTo>
                  <a:pt x="809372" y="422919"/>
                </a:lnTo>
                <a:lnTo>
                  <a:pt x="809603" y="423165"/>
                </a:lnTo>
                <a:lnTo>
                  <a:pt x="809570" y="422517"/>
                </a:lnTo>
                <a:close/>
                <a:moveTo>
                  <a:pt x="326397" y="1504312"/>
                </a:moveTo>
                <a:lnTo>
                  <a:pt x="326507" y="1504542"/>
                </a:lnTo>
                <a:lnTo>
                  <a:pt x="326714" y="1504553"/>
                </a:lnTo>
                <a:close/>
                <a:moveTo>
                  <a:pt x="781920" y="484257"/>
                </a:moveTo>
                <a:lnTo>
                  <a:pt x="781652" y="485338"/>
                </a:lnTo>
                <a:lnTo>
                  <a:pt x="785469" y="491319"/>
                </a:lnTo>
                <a:lnTo>
                  <a:pt x="785361" y="489268"/>
                </a:lnTo>
                <a:lnTo>
                  <a:pt x="785254" y="489189"/>
                </a:lnTo>
                <a:lnTo>
                  <a:pt x="785357" y="489186"/>
                </a:lnTo>
                <a:lnTo>
                  <a:pt x="785233" y="486803"/>
                </a:lnTo>
                <a:close/>
                <a:moveTo>
                  <a:pt x="808706" y="424200"/>
                </a:moveTo>
                <a:lnTo>
                  <a:pt x="808785" y="424256"/>
                </a:lnTo>
                <a:lnTo>
                  <a:pt x="808826" y="423967"/>
                </a:lnTo>
                <a:close/>
                <a:moveTo>
                  <a:pt x="339363" y="1475078"/>
                </a:moveTo>
                <a:lnTo>
                  <a:pt x="339579" y="1475378"/>
                </a:lnTo>
                <a:lnTo>
                  <a:pt x="339731" y="1475448"/>
                </a:lnTo>
                <a:lnTo>
                  <a:pt x="339527" y="1475087"/>
                </a:lnTo>
                <a:close/>
                <a:moveTo>
                  <a:pt x="281957" y="1603536"/>
                </a:moveTo>
                <a:lnTo>
                  <a:pt x="283768" y="1604992"/>
                </a:lnTo>
                <a:lnTo>
                  <a:pt x="288264" y="1606606"/>
                </a:lnTo>
                <a:lnTo>
                  <a:pt x="288739" y="1605580"/>
                </a:lnTo>
                <a:close/>
                <a:moveTo>
                  <a:pt x="287909" y="1590187"/>
                </a:moveTo>
                <a:lnTo>
                  <a:pt x="293090" y="1596165"/>
                </a:lnTo>
                <a:lnTo>
                  <a:pt x="293609" y="1595040"/>
                </a:lnTo>
                <a:lnTo>
                  <a:pt x="291610" y="1592011"/>
                </a:lnTo>
                <a:close/>
                <a:moveTo>
                  <a:pt x="821745" y="394712"/>
                </a:moveTo>
                <a:lnTo>
                  <a:pt x="821513" y="397436"/>
                </a:lnTo>
                <a:lnTo>
                  <a:pt x="822545" y="395424"/>
                </a:lnTo>
                <a:close/>
                <a:moveTo>
                  <a:pt x="767439" y="516193"/>
                </a:moveTo>
                <a:lnTo>
                  <a:pt x="767429" y="517550"/>
                </a:lnTo>
                <a:lnTo>
                  <a:pt x="770469" y="520169"/>
                </a:lnTo>
                <a:lnTo>
                  <a:pt x="770502" y="520105"/>
                </a:lnTo>
                <a:lnTo>
                  <a:pt x="770771" y="518540"/>
                </a:lnTo>
                <a:close/>
                <a:moveTo>
                  <a:pt x="806920" y="427679"/>
                </a:moveTo>
                <a:lnTo>
                  <a:pt x="808174" y="428563"/>
                </a:lnTo>
                <a:lnTo>
                  <a:pt x="808737" y="424593"/>
                </a:lnTo>
                <a:lnTo>
                  <a:pt x="808567" y="424471"/>
                </a:lnTo>
                <a:close/>
                <a:moveTo>
                  <a:pt x="308593" y="1543511"/>
                </a:moveTo>
                <a:lnTo>
                  <a:pt x="309342" y="1544254"/>
                </a:lnTo>
                <a:lnTo>
                  <a:pt x="309950" y="1544840"/>
                </a:lnTo>
                <a:lnTo>
                  <a:pt x="312856" y="1545430"/>
                </a:lnTo>
                <a:lnTo>
                  <a:pt x="313418" y="1544931"/>
                </a:lnTo>
                <a:close/>
                <a:moveTo>
                  <a:pt x="873319" y="278971"/>
                </a:moveTo>
                <a:lnTo>
                  <a:pt x="872865" y="281236"/>
                </a:lnTo>
                <a:lnTo>
                  <a:pt x="876161" y="285041"/>
                </a:lnTo>
                <a:close/>
                <a:moveTo>
                  <a:pt x="228544" y="1722669"/>
                </a:moveTo>
                <a:lnTo>
                  <a:pt x="243122" y="1732173"/>
                </a:lnTo>
                <a:lnTo>
                  <a:pt x="289150" y="1747833"/>
                </a:lnTo>
                <a:lnTo>
                  <a:pt x="254496" y="1727807"/>
                </a:lnTo>
                <a:close/>
                <a:moveTo>
                  <a:pt x="806552" y="428396"/>
                </a:moveTo>
                <a:lnTo>
                  <a:pt x="808109" y="429018"/>
                </a:lnTo>
                <a:lnTo>
                  <a:pt x="808134" y="428841"/>
                </a:lnTo>
                <a:lnTo>
                  <a:pt x="806805" y="427905"/>
                </a:lnTo>
                <a:close/>
                <a:moveTo>
                  <a:pt x="784891" y="476767"/>
                </a:moveTo>
                <a:lnTo>
                  <a:pt x="785047" y="479785"/>
                </a:lnTo>
                <a:lnTo>
                  <a:pt x="785169" y="481641"/>
                </a:lnTo>
                <a:lnTo>
                  <a:pt x="785805" y="481924"/>
                </a:lnTo>
                <a:lnTo>
                  <a:pt x="788016" y="483106"/>
                </a:lnTo>
                <a:lnTo>
                  <a:pt x="788528" y="481208"/>
                </a:lnTo>
                <a:close/>
                <a:moveTo>
                  <a:pt x="330641" y="1493858"/>
                </a:moveTo>
                <a:lnTo>
                  <a:pt x="330923" y="1494341"/>
                </a:lnTo>
                <a:lnTo>
                  <a:pt x="332201" y="1494619"/>
                </a:lnTo>
                <a:close/>
                <a:moveTo>
                  <a:pt x="782434" y="482182"/>
                </a:moveTo>
                <a:lnTo>
                  <a:pt x="782293" y="482750"/>
                </a:lnTo>
                <a:lnTo>
                  <a:pt x="785126" y="484753"/>
                </a:lnTo>
                <a:lnTo>
                  <a:pt x="785090" y="484054"/>
                </a:lnTo>
                <a:lnTo>
                  <a:pt x="782713" y="482332"/>
                </a:lnTo>
                <a:close/>
                <a:moveTo>
                  <a:pt x="804905" y="431748"/>
                </a:moveTo>
                <a:lnTo>
                  <a:pt x="804235" y="434235"/>
                </a:lnTo>
                <a:lnTo>
                  <a:pt x="806974" y="437016"/>
                </a:lnTo>
                <a:lnTo>
                  <a:pt x="807989" y="429860"/>
                </a:lnTo>
                <a:lnTo>
                  <a:pt x="806173" y="429135"/>
                </a:lnTo>
                <a:lnTo>
                  <a:pt x="805593" y="430266"/>
                </a:lnTo>
                <a:close/>
                <a:moveTo>
                  <a:pt x="832932" y="368591"/>
                </a:moveTo>
                <a:lnTo>
                  <a:pt x="834479" y="372174"/>
                </a:lnTo>
                <a:lnTo>
                  <a:pt x="835125" y="370913"/>
                </a:lnTo>
                <a:close/>
                <a:moveTo>
                  <a:pt x="767447" y="515152"/>
                </a:moveTo>
                <a:lnTo>
                  <a:pt x="767441" y="515895"/>
                </a:lnTo>
                <a:lnTo>
                  <a:pt x="770826" y="518211"/>
                </a:lnTo>
                <a:lnTo>
                  <a:pt x="771167" y="516223"/>
                </a:lnTo>
                <a:close/>
                <a:moveTo>
                  <a:pt x="810228" y="419213"/>
                </a:moveTo>
                <a:lnTo>
                  <a:pt x="810238" y="419405"/>
                </a:lnTo>
                <a:lnTo>
                  <a:pt x="810318" y="419249"/>
                </a:lnTo>
                <a:close/>
                <a:moveTo>
                  <a:pt x="796530" y="449809"/>
                </a:moveTo>
                <a:lnTo>
                  <a:pt x="796589" y="449845"/>
                </a:lnTo>
                <a:lnTo>
                  <a:pt x="796567" y="449729"/>
                </a:lnTo>
                <a:close/>
                <a:moveTo>
                  <a:pt x="780447" y="485758"/>
                </a:moveTo>
                <a:lnTo>
                  <a:pt x="780469" y="486177"/>
                </a:lnTo>
                <a:lnTo>
                  <a:pt x="780538" y="485900"/>
                </a:lnTo>
                <a:close/>
                <a:moveTo>
                  <a:pt x="795068" y="452960"/>
                </a:moveTo>
                <a:lnTo>
                  <a:pt x="794828" y="456308"/>
                </a:lnTo>
                <a:lnTo>
                  <a:pt x="795157" y="456620"/>
                </a:lnTo>
                <a:lnTo>
                  <a:pt x="796756" y="450689"/>
                </a:lnTo>
                <a:lnTo>
                  <a:pt x="796662" y="450214"/>
                </a:lnTo>
                <a:lnTo>
                  <a:pt x="796416" y="450053"/>
                </a:lnTo>
                <a:close/>
                <a:moveTo>
                  <a:pt x="308089" y="1543363"/>
                </a:moveTo>
                <a:lnTo>
                  <a:pt x="308955" y="1544638"/>
                </a:lnTo>
                <a:lnTo>
                  <a:pt x="309653" y="1544780"/>
                </a:lnTo>
                <a:lnTo>
                  <a:pt x="308279" y="1543419"/>
                </a:lnTo>
                <a:close/>
                <a:moveTo>
                  <a:pt x="299781" y="1561959"/>
                </a:moveTo>
                <a:lnTo>
                  <a:pt x="300955" y="1563683"/>
                </a:lnTo>
                <a:lnTo>
                  <a:pt x="301179" y="1563832"/>
                </a:lnTo>
                <a:lnTo>
                  <a:pt x="301341" y="1563118"/>
                </a:lnTo>
                <a:lnTo>
                  <a:pt x="300279" y="1562218"/>
                </a:lnTo>
                <a:close/>
                <a:moveTo>
                  <a:pt x="788060" y="468596"/>
                </a:moveTo>
                <a:lnTo>
                  <a:pt x="788387" y="468843"/>
                </a:lnTo>
                <a:lnTo>
                  <a:pt x="788785" y="469081"/>
                </a:lnTo>
                <a:lnTo>
                  <a:pt x="788535" y="467947"/>
                </a:lnTo>
                <a:close/>
                <a:moveTo>
                  <a:pt x="794022" y="455216"/>
                </a:moveTo>
                <a:lnTo>
                  <a:pt x="794338" y="455785"/>
                </a:lnTo>
                <a:lnTo>
                  <a:pt x="794462" y="454268"/>
                </a:lnTo>
                <a:close/>
                <a:moveTo>
                  <a:pt x="847707" y="334977"/>
                </a:moveTo>
                <a:lnTo>
                  <a:pt x="851033" y="339917"/>
                </a:lnTo>
                <a:lnTo>
                  <a:pt x="851809" y="338406"/>
                </a:lnTo>
                <a:lnTo>
                  <a:pt x="849916" y="336697"/>
                </a:lnTo>
                <a:close/>
                <a:moveTo>
                  <a:pt x="793066" y="457277"/>
                </a:moveTo>
                <a:lnTo>
                  <a:pt x="793928" y="459541"/>
                </a:lnTo>
                <a:lnTo>
                  <a:pt x="794093" y="459315"/>
                </a:lnTo>
                <a:lnTo>
                  <a:pt x="794258" y="456911"/>
                </a:lnTo>
                <a:lnTo>
                  <a:pt x="793701" y="455908"/>
                </a:lnTo>
                <a:close/>
                <a:moveTo>
                  <a:pt x="290645" y="1582191"/>
                </a:moveTo>
                <a:lnTo>
                  <a:pt x="291693" y="1583531"/>
                </a:lnTo>
                <a:lnTo>
                  <a:pt x="296381" y="1584935"/>
                </a:lnTo>
                <a:lnTo>
                  <a:pt x="296471" y="1584538"/>
                </a:lnTo>
                <a:lnTo>
                  <a:pt x="295319" y="1583507"/>
                </a:lnTo>
                <a:close/>
                <a:moveTo>
                  <a:pt x="778624" y="489289"/>
                </a:moveTo>
                <a:lnTo>
                  <a:pt x="778622" y="489296"/>
                </a:lnTo>
                <a:lnTo>
                  <a:pt x="778879" y="492599"/>
                </a:lnTo>
                <a:lnTo>
                  <a:pt x="779550" y="489894"/>
                </a:lnTo>
                <a:close/>
                <a:moveTo>
                  <a:pt x="785924" y="472675"/>
                </a:moveTo>
                <a:lnTo>
                  <a:pt x="788537" y="474943"/>
                </a:lnTo>
                <a:lnTo>
                  <a:pt x="786164" y="472158"/>
                </a:lnTo>
                <a:close/>
                <a:moveTo>
                  <a:pt x="771404" y="505183"/>
                </a:moveTo>
                <a:lnTo>
                  <a:pt x="772497" y="506896"/>
                </a:lnTo>
                <a:lnTo>
                  <a:pt x="772552" y="506017"/>
                </a:lnTo>
                <a:close/>
                <a:moveTo>
                  <a:pt x="761624" y="527036"/>
                </a:moveTo>
                <a:lnTo>
                  <a:pt x="761555" y="527860"/>
                </a:lnTo>
                <a:lnTo>
                  <a:pt x="761987" y="529842"/>
                </a:lnTo>
                <a:lnTo>
                  <a:pt x="762201" y="529992"/>
                </a:lnTo>
                <a:close/>
                <a:moveTo>
                  <a:pt x="784804" y="475092"/>
                </a:moveTo>
                <a:lnTo>
                  <a:pt x="784833" y="475638"/>
                </a:lnTo>
                <a:lnTo>
                  <a:pt x="788742" y="480413"/>
                </a:lnTo>
                <a:lnTo>
                  <a:pt x="789763" y="476628"/>
                </a:lnTo>
                <a:lnTo>
                  <a:pt x="789660" y="476425"/>
                </a:lnTo>
                <a:lnTo>
                  <a:pt x="785787" y="472972"/>
                </a:lnTo>
                <a:close/>
                <a:moveTo>
                  <a:pt x="821994" y="391790"/>
                </a:moveTo>
                <a:lnTo>
                  <a:pt x="821791" y="394171"/>
                </a:lnTo>
                <a:lnTo>
                  <a:pt x="822751" y="395025"/>
                </a:lnTo>
                <a:lnTo>
                  <a:pt x="823604" y="393362"/>
                </a:lnTo>
                <a:close/>
                <a:moveTo>
                  <a:pt x="806079" y="427393"/>
                </a:moveTo>
                <a:lnTo>
                  <a:pt x="806014" y="427635"/>
                </a:lnTo>
                <a:lnTo>
                  <a:pt x="806122" y="427424"/>
                </a:lnTo>
                <a:close/>
                <a:moveTo>
                  <a:pt x="783485" y="477935"/>
                </a:moveTo>
                <a:lnTo>
                  <a:pt x="782826" y="480600"/>
                </a:lnTo>
                <a:lnTo>
                  <a:pt x="784959" y="481548"/>
                </a:lnTo>
                <a:lnTo>
                  <a:pt x="784699" y="476532"/>
                </a:lnTo>
                <a:lnTo>
                  <a:pt x="784339" y="476093"/>
                </a:lnTo>
                <a:close/>
                <a:moveTo>
                  <a:pt x="299518" y="1561572"/>
                </a:moveTo>
                <a:lnTo>
                  <a:pt x="299728" y="1561882"/>
                </a:lnTo>
                <a:lnTo>
                  <a:pt x="300140" y="1562100"/>
                </a:lnTo>
                <a:close/>
                <a:moveTo>
                  <a:pt x="780717" y="483903"/>
                </a:moveTo>
                <a:lnTo>
                  <a:pt x="780852" y="484082"/>
                </a:lnTo>
                <a:lnTo>
                  <a:pt x="780950" y="484236"/>
                </a:lnTo>
                <a:lnTo>
                  <a:pt x="781100" y="483627"/>
                </a:lnTo>
                <a:lnTo>
                  <a:pt x="780912" y="483482"/>
                </a:lnTo>
                <a:close/>
                <a:moveTo>
                  <a:pt x="779019" y="487694"/>
                </a:moveTo>
                <a:lnTo>
                  <a:pt x="778815" y="488516"/>
                </a:lnTo>
                <a:lnTo>
                  <a:pt x="779752" y="489075"/>
                </a:lnTo>
                <a:lnTo>
                  <a:pt x="779794" y="488903"/>
                </a:lnTo>
                <a:close/>
                <a:moveTo>
                  <a:pt x="779755" y="485977"/>
                </a:moveTo>
                <a:lnTo>
                  <a:pt x="780330" y="486743"/>
                </a:lnTo>
                <a:lnTo>
                  <a:pt x="780359" y="486627"/>
                </a:lnTo>
                <a:lnTo>
                  <a:pt x="780302" y="485530"/>
                </a:lnTo>
                <a:lnTo>
                  <a:pt x="780105" y="485222"/>
                </a:lnTo>
                <a:close/>
                <a:moveTo>
                  <a:pt x="768129" y="511937"/>
                </a:moveTo>
                <a:lnTo>
                  <a:pt x="767450" y="514718"/>
                </a:lnTo>
                <a:lnTo>
                  <a:pt x="767449" y="514912"/>
                </a:lnTo>
                <a:lnTo>
                  <a:pt x="771206" y="515995"/>
                </a:lnTo>
                <a:lnTo>
                  <a:pt x="771498" y="514295"/>
                </a:lnTo>
                <a:close/>
                <a:moveTo>
                  <a:pt x="822047" y="391161"/>
                </a:moveTo>
                <a:lnTo>
                  <a:pt x="822034" y="391312"/>
                </a:lnTo>
                <a:lnTo>
                  <a:pt x="823781" y="393017"/>
                </a:lnTo>
                <a:lnTo>
                  <a:pt x="823890" y="392806"/>
                </a:lnTo>
                <a:lnTo>
                  <a:pt x="822552" y="391586"/>
                </a:lnTo>
                <a:close/>
                <a:moveTo>
                  <a:pt x="330236" y="1492191"/>
                </a:moveTo>
                <a:lnTo>
                  <a:pt x="331086" y="1492606"/>
                </a:lnTo>
                <a:lnTo>
                  <a:pt x="330293" y="1492134"/>
                </a:lnTo>
                <a:close/>
                <a:moveTo>
                  <a:pt x="775486" y="495180"/>
                </a:moveTo>
                <a:lnTo>
                  <a:pt x="775802" y="495410"/>
                </a:lnTo>
                <a:lnTo>
                  <a:pt x="776282" y="493468"/>
                </a:lnTo>
                <a:lnTo>
                  <a:pt x="776281" y="493466"/>
                </a:lnTo>
                <a:close/>
                <a:moveTo>
                  <a:pt x="773909" y="498582"/>
                </a:moveTo>
                <a:lnTo>
                  <a:pt x="774816" y="499391"/>
                </a:lnTo>
                <a:lnTo>
                  <a:pt x="775753" y="495606"/>
                </a:lnTo>
                <a:lnTo>
                  <a:pt x="775409" y="495348"/>
                </a:lnTo>
                <a:close/>
                <a:moveTo>
                  <a:pt x="773568" y="499318"/>
                </a:moveTo>
                <a:lnTo>
                  <a:pt x="774519" y="500587"/>
                </a:lnTo>
                <a:lnTo>
                  <a:pt x="774763" y="499605"/>
                </a:lnTo>
                <a:lnTo>
                  <a:pt x="773823" y="498768"/>
                </a:lnTo>
                <a:close/>
                <a:moveTo>
                  <a:pt x="771253" y="504309"/>
                </a:moveTo>
                <a:lnTo>
                  <a:pt x="773240" y="505754"/>
                </a:lnTo>
                <a:lnTo>
                  <a:pt x="774225" y="501772"/>
                </a:lnTo>
                <a:lnTo>
                  <a:pt x="773116" y="500293"/>
                </a:lnTo>
                <a:close/>
                <a:moveTo>
                  <a:pt x="769011" y="509143"/>
                </a:moveTo>
                <a:lnTo>
                  <a:pt x="772096" y="510803"/>
                </a:lnTo>
                <a:lnTo>
                  <a:pt x="772116" y="510685"/>
                </a:lnTo>
                <a:lnTo>
                  <a:pt x="770172" y="506640"/>
                </a:lnTo>
                <a:close/>
                <a:moveTo>
                  <a:pt x="810120" y="417079"/>
                </a:moveTo>
                <a:lnTo>
                  <a:pt x="810119" y="417086"/>
                </a:lnTo>
                <a:lnTo>
                  <a:pt x="810192" y="418499"/>
                </a:lnTo>
                <a:lnTo>
                  <a:pt x="810619" y="418663"/>
                </a:lnTo>
                <a:lnTo>
                  <a:pt x="810919" y="418079"/>
                </a:lnTo>
                <a:close/>
                <a:moveTo>
                  <a:pt x="810530" y="416088"/>
                </a:moveTo>
                <a:lnTo>
                  <a:pt x="811390" y="417162"/>
                </a:lnTo>
                <a:lnTo>
                  <a:pt x="815252" y="409638"/>
                </a:lnTo>
                <a:close/>
                <a:moveTo>
                  <a:pt x="767467" y="512473"/>
                </a:moveTo>
                <a:lnTo>
                  <a:pt x="767467" y="512560"/>
                </a:lnTo>
                <a:lnTo>
                  <a:pt x="767511" y="512379"/>
                </a:lnTo>
                <a:close/>
                <a:moveTo>
                  <a:pt x="765763" y="516149"/>
                </a:moveTo>
                <a:lnTo>
                  <a:pt x="765887" y="516252"/>
                </a:lnTo>
                <a:lnTo>
                  <a:pt x="765917" y="515816"/>
                </a:lnTo>
                <a:close/>
                <a:moveTo>
                  <a:pt x="765500" y="516714"/>
                </a:moveTo>
                <a:lnTo>
                  <a:pt x="765832" y="517060"/>
                </a:lnTo>
                <a:lnTo>
                  <a:pt x="765868" y="516522"/>
                </a:lnTo>
                <a:lnTo>
                  <a:pt x="765669" y="516351"/>
                </a:lnTo>
                <a:close/>
                <a:moveTo>
                  <a:pt x="807143" y="423449"/>
                </a:moveTo>
                <a:lnTo>
                  <a:pt x="806149" y="427136"/>
                </a:lnTo>
                <a:lnTo>
                  <a:pt x="806238" y="427199"/>
                </a:lnTo>
                <a:lnTo>
                  <a:pt x="807889" y="423984"/>
                </a:lnTo>
                <a:close/>
                <a:moveTo>
                  <a:pt x="301922" y="1554675"/>
                </a:moveTo>
                <a:lnTo>
                  <a:pt x="302959" y="1556001"/>
                </a:lnTo>
                <a:lnTo>
                  <a:pt x="303229" y="1554812"/>
                </a:lnTo>
                <a:close/>
                <a:moveTo>
                  <a:pt x="307555" y="1541959"/>
                </a:moveTo>
                <a:lnTo>
                  <a:pt x="307443" y="1542372"/>
                </a:lnTo>
                <a:lnTo>
                  <a:pt x="307929" y="1542853"/>
                </a:lnTo>
                <a:lnTo>
                  <a:pt x="313810" y="1544584"/>
                </a:lnTo>
                <a:lnTo>
                  <a:pt x="313939" y="1544470"/>
                </a:lnTo>
                <a:lnTo>
                  <a:pt x="309432" y="1542885"/>
                </a:lnTo>
                <a:close/>
                <a:moveTo>
                  <a:pt x="807563" y="421890"/>
                </a:moveTo>
                <a:lnTo>
                  <a:pt x="807226" y="423138"/>
                </a:lnTo>
                <a:lnTo>
                  <a:pt x="808027" y="423713"/>
                </a:lnTo>
                <a:lnTo>
                  <a:pt x="808444" y="422901"/>
                </a:lnTo>
                <a:close/>
                <a:moveTo>
                  <a:pt x="325165" y="1501724"/>
                </a:moveTo>
                <a:lnTo>
                  <a:pt x="325992" y="1503460"/>
                </a:lnTo>
                <a:lnTo>
                  <a:pt x="326281" y="1503672"/>
                </a:lnTo>
                <a:lnTo>
                  <a:pt x="328991" y="1504353"/>
                </a:lnTo>
                <a:lnTo>
                  <a:pt x="328385" y="1503947"/>
                </a:lnTo>
                <a:lnTo>
                  <a:pt x="325222" y="1501760"/>
                </a:lnTo>
                <a:close/>
                <a:moveTo>
                  <a:pt x="809075" y="418073"/>
                </a:moveTo>
                <a:lnTo>
                  <a:pt x="809348" y="418177"/>
                </a:lnTo>
                <a:lnTo>
                  <a:pt x="809325" y="417732"/>
                </a:lnTo>
                <a:close/>
                <a:moveTo>
                  <a:pt x="808310" y="419119"/>
                </a:moveTo>
                <a:lnTo>
                  <a:pt x="807749" y="421201"/>
                </a:lnTo>
                <a:lnTo>
                  <a:pt x="808765" y="422277"/>
                </a:lnTo>
                <a:lnTo>
                  <a:pt x="809180" y="421467"/>
                </a:lnTo>
                <a:lnTo>
                  <a:pt x="809427" y="419723"/>
                </a:lnTo>
                <a:lnTo>
                  <a:pt x="809384" y="418878"/>
                </a:lnTo>
                <a:lnTo>
                  <a:pt x="808688" y="418601"/>
                </a:lnTo>
                <a:close/>
                <a:moveTo>
                  <a:pt x="313033" y="1527980"/>
                </a:moveTo>
                <a:lnTo>
                  <a:pt x="316738" y="1533267"/>
                </a:lnTo>
                <a:lnTo>
                  <a:pt x="317686" y="1533883"/>
                </a:lnTo>
                <a:lnTo>
                  <a:pt x="314416" y="1529065"/>
                </a:lnTo>
                <a:close/>
                <a:moveTo>
                  <a:pt x="329287" y="1491536"/>
                </a:moveTo>
                <a:lnTo>
                  <a:pt x="329332" y="1491613"/>
                </a:lnTo>
                <a:lnTo>
                  <a:pt x="329364" y="1491581"/>
                </a:lnTo>
                <a:close/>
                <a:moveTo>
                  <a:pt x="308934" y="1536846"/>
                </a:moveTo>
                <a:lnTo>
                  <a:pt x="308116" y="1539880"/>
                </a:lnTo>
                <a:lnTo>
                  <a:pt x="315994" y="1542649"/>
                </a:lnTo>
                <a:lnTo>
                  <a:pt x="316335" y="1542347"/>
                </a:lnTo>
                <a:lnTo>
                  <a:pt x="313621" y="1538647"/>
                </a:lnTo>
                <a:lnTo>
                  <a:pt x="313631" y="1538358"/>
                </a:lnTo>
                <a:lnTo>
                  <a:pt x="313149" y="1538061"/>
                </a:lnTo>
                <a:close/>
                <a:moveTo>
                  <a:pt x="795472" y="447294"/>
                </a:moveTo>
                <a:lnTo>
                  <a:pt x="795399" y="448319"/>
                </a:lnTo>
                <a:lnTo>
                  <a:pt x="795748" y="447638"/>
                </a:lnTo>
                <a:close/>
                <a:moveTo>
                  <a:pt x="820844" y="390151"/>
                </a:moveTo>
                <a:lnTo>
                  <a:pt x="820860" y="390166"/>
                </a:lnTo>
                <a:lnTo>
                  <a:pt x="820861" y="390164"/>
                </a:lnTo>
                <a:close/>
                <a:moveTo>
                  <a:pt x="809178" y="415901"/>
                </a:moveTo>
                <a:lnTo>
                  <a:pt x="808907" y="416907"/>
                </a:lnTo>
                <a:lnTo>
                  <a:pt x="809259" y="416427"/>
                </a:lnTo>
                <a:lnTo>
                  <a:pt x="809235" y="415972"/>
                </a:lnTo>
                <a:close/>
                <a:moveTo>
                  <a:pt x="905455" y="199712"/>
                </a:moveTo>
                <a:lnTo>
                  <a:pt x="904740" y="203276"/>
                </a:lnTo>
                <a:lnTo>
                  <a:pt x="902299" y="218603"/>
                </a:lnTo>
                <a:lnTo>
                  <a:pt x="912320" y="225576"/>
                </a:lnTo>
                <a:lnTo>
                  <a:pt x="914898" y="218057"/>
                </a:lnTo>
                <a:close/>
                <a:moveTo>
                  <a:pt x="309943" y="1533103"/>
                </a:moveTo>
                <a:lnTo>
                  <a:pt x="309713" y="1533956"/>
                </a:lnTo>
                <a:lnTo>
                  <a:pt x="311035" y="1534644"/>
                </a:lnTo>
                <a:lnTo>
                  <a:pt x="310739" y="1534270"/>
                </a:lnTo>
                <a:close/>
                <a:moveTo>
                  <a:pt x="301309" y="1552321"/>
                </a:moveTo>
                <a:lnTo>
                  <a:pt x="301685" y="1552503"/>
                </a:lnTo>
                <a:lnTo>
                  <a:pt x="301578" y="1552371"/>
                </a:lnTo>
                <a:close/>
                <a:moveTo>
                  <a:pt x="876131" y="264949"/>
                </a:moveTo>
                <a:lnTo>
                  <a:pt x="873377" y="278682"/>
                </a:lnTo>
                <a:lnTo>
                  <a:pt x="876838" y="285823"/>
                </a:lnTo>
                <a:lnTo>
                  <a:pt x="878569" y="287822"/>
                </a:lnTo>
                <a:lnTo>
                  <a:pt x="882686" y="280059"/>
                </a:lnTo>
                <a:close/>
                <a:moveTo>
                  <a:pt x="822596" y="384724"/>
                </a:moveTo>
                <a:lnTo>
                  <a:pt x="822074" y="390837"/>
                </a:lnTo>
                <a:lnTo>
                  <a:pt x="824048" y="392497"/>
                </a:lnTo>
                <a:lnTo>
                  <a:pt x="826121" y="388458"/>
                </a:lnTo>
                <a:close/>
                <a:moveTo>
                  <a:pt x="786621" y="465274"/>
                </a:moveTo>
                <a:lnTo>
                  <a:pt x="786446" y="465984"/>
                </a:lnTo>
                <a:lnTo>
                  <a:pt x="786546" y="466165"/>
                </a:lnTo>
                <a:lnTo>
                  <a:pt x="786862" y="465483"/>
                </a:lnTo>
                <a:close/>
                <a:moveTo>
                  <a:pt x="795635" y="445013"/>
                </a:moveTo>
                <a:lnTo>
                  <a:pt x="795546" y="446263"/>
                </a:lnTo>
                <a:lnTo>
                  <a:pt x="795992" y="446822"/>
                </a:lnTo>
                <a:close/>
                <a:moveTo>
                  <a:pt x="326143" y="1496227"/>
                </a:moveTo>
                <a:lnTo>
                  <a:pt x="326755" y="1496677"/>
                </a:lnTo>
                <a:lnTo>
                  <a:pt x="326365" y="1496009"/>
                </a:lnTo>
                <a:close/>
                <a:moveTo>
                  <a:pt x="291382" y="1573996"/>
                </a:moveTo>
                <a:lnTo>
                  <a:pt x="297601" y="1579567"/>
                </a:lnTo>
                <a:lnTo>
                  <a:pt x="298552" y="1575383"/>
                </a:lnTo>
                <a:close/>
                <a:moveTo>
                  <a:pt x="791673" y="453618"/>
                </a:moveTo>
                <a:lnTo>
                  <a:pt x="792101" y="454745"/>
                </a:lnTo>
                <a:lnTo>
                  <a:pt x="792349" y="454261"/>
                </a:lnTo>
                <a:close/>
                <a:moveTo>
                  <a:pt x="322161" y="1504830"/>
                </a:moveTo>
                <a:lnTo>
                  <a:pt x="322292" y="1505011"/>
                </a:lnTo>
                <a:lnTo>
                  <a:pt x="322207" y="1504832"/>
                </a:lnTo>
                <a:close/>
                <a:moveTo>
                  <a:pt x="800675" y="433151"/>
                </a:moveTo>
                <a:lnTo>
                  <a:pt x="800863" y="434106"/>
                </a:lnTo>
                <a:lnTo>
                  <a:pt x="801151" y="434386"/>
                </a:lnTo>
                <a:lnTo>
                  <a:pt x="801258" y="433992"/>
                </a:lnTo>
                <a:close/>
                <a:moveTo>
                  <a:pt x="319388" y="1510804"/>
                </a:moveTo>
                <a:lnTo>
                  <a:pt x="319564" y="1511047"/>
                </a:lnTo>
                <a:lnTo>
                  <a:pt x="321893" y="1514133"/>
                </a:lnTo>
                <a:lnTo>
                  <a:pt x="325583" y="1514019"/>
                </a:lnTo>
                <a:close/>
                <a:moveTo>
                  <a:pt x="782460" y="473798"/>
                </a:moveTo>
                <a:lnTo>
                  <a:pt x="781932" y="475926"/>
                </a:lnTo>
                <a:lnTo>
                  <a:pt x="782166" y="475607"/>
                </a:lnTo>
                <a:lnTo>
                  <a:pt x="782808" y="474223"/>
                </a:lnTo>
                <a:close/>
                <a:moveTo>
                  <a:pt x="310849" y="1529747"/>
                </a:moveTo>
                <a:lnTo>
                  <a:pt x="310715" y="1530241"/>
                </a:lnTo>
                <a:lnTo>
                  <a:pt x="313573" y="1532071"/>
                </a:lnTo>
                <a:lnTo>
                  <a:pt x="312802" y="1531022"/>
                </a:lnTo>
                <a:lnTo>
                  <a:pt x="311313" y="1530057"/>
                </a:lnTo>
                <a:close/>
                <a:moveTo>
                  <a:pt x="771497" y="498135"/>
                </a:moveTo>
                <a:lnTo>
                  <a:pt x="771251" y="499143"/>
                </a:lnTo>
                <a:lnTo>
                  <a:pt x="771634" y="498318"/>
                </a:lnTo>
                <a:close/>
                <a:moveTo>
                  <a:pt x="300478" y="1552832"/>
                </a:moveTo>
                <a:lnTo>
                  <a:pt x="301685" y="1554372"/>
                </a:lnTo>
                <a:lnTo>
                  <a:pt x="303291" y="1554540"/>
                </a:lnTo>
                <a:lnTo>
                  <a:pt x="303301" y="1554498"/>
                </a:lnTo>
                <a:lnTo>
                  <a:pt x="302909" y="1554014"/>
                </a:lnTo>
                <a:close/>
                <a:moveTo>
                  <a:pt x="310977" y="1529272"/>
                </a:moveTo>
                <a:lnTo>
                  <a:pt x="310918" y="1529492"/>
                </a:lnTo>
                <a:lnTo>
                  <a:pt x="312368" y="1530433"/>
                </a:lnTo>
                <a:lnTo>
                  <a:pt x="312255" y="1530279"/>
                </a:lnTo>
                <a:close/>
                <a:moveTo>
                  <a:pt x="779265" y="480611"/>
                </a:moveTo>
                <a:lnTo>
                  <a:pt x="779437" y="480731"/>
                </a:lnTo>
                <a:lnTo>
                  <a:pt x="779470" y="480597"/>
                </a:lnTo>
                <a:lnTo>
                  <a:pt x="779330" y="480522"/>
                </a:lnTo>
                <a:close/>
                <a:moveTo>
                  <a:pt x="325305" y="1497054"/>
                </a:moveTo>
                <a:lnTo>
                  <a:pt x="328559" y="1499772"/>
                </a:lnTo>
                <a:lnTo>
                  <a:pt x="327062" y="1497204"/>
                </a:lnTo>
                <a:lnTo>
                  <a:pt x="326000" y="1496368"/>
                </a:lnTo>
                <a:close/>
                <a:moveTo>
                  <a:pt x="787308" y="462502"/>
                </a:moveTo>
                <a:lnTo>
                  <a:pt x="787157" y="463112"/>
                </a:lnTo>
                <a:lnTo>
                  <a:pt x="787534" y="463399"/>
                </a:lnTo>
                <a:lnTo>
                  <a:pt x="787376" y="462680"/>
                </a:lnTo>
                <a:close/>
                <a:moveTo>
                  <a:pt x="311121" y="1528739"/>
                </a:moveTo>
                <a:lnTo>
                  <a:pt x="311064" y="1528948"/>
                </a:lnTo>
                <a:lnTo>
                  <a:pt x="311565" y="1529342"/>
                </a:lnTo>
                <a:close/>
                <a:moveTo>
                  <a:pt x="810847" y="409710"/>
                </a:moveTo>
                <a:lnTo>
                  <a:pt x="809918" y="413156"/>
                </a:lnTo>
                <a:lnTo>
                  <a:pt x="810031" y="415370"/>
                </a:lnTo>
                <a:lnTo>
                  <a:pt x="810048" y="415346"/>
                </a:lnTo>
                <a:close/>
                <a:moveTo>
                  <a:pt x="311232" y="1528328"/>
                </a:moveTo>
                <a:lnTo>
                  <a:pt x="311224" y="1528358"/>
                </a:lnTo>
                <a:lnTo>
                  <a:pt x="311484" y="1528701"/>
                </a:lnTo>
                <a:close/>
                <a:moveTo>
                  <a:pt x="771801" y="496965"/>
                </a:moveTo>
                <a:lnTo>
                  <a:pt x="772086" y="497343"/>
                </a:lnTo>
                <a:lnTo>
                  <a:pt x="772127" y="497255"/>
                </a:lnTo>
                <a:close/>
                <a:moveTo>
                  <a:pt x="764190" y="513947"/>
                </a:moveTo>
                <a:lnTo>
                  <a:pt x="764248" y="514243"/>
                </a:lnTo>
                <a:lnTo>
                  <a:pt x="764338" y="514048"/>
                </a:lnTo>
                <a:close/>
                <a:moveTo>
                  <a:pt x="778252" y="482317"/>
                </a:moveTo>
                <a:lnTo>
                  <a:pt x="778190" y="483766"/>
                </a:lnTo>
                <a:lnTo>
                  <a:pt x="778201" y="483905"/>
                </a:lnTo>
                <a:lnTo>
                  <a:pt x="778273" y="484001"/>
                </a:lnTo>
                <a:lnTo>
                  <a:pt x="778717" y="483045"/>
                </a:lnTo>
                <a:close/>
                <a:moveTo>
                  <a:pt x="336677" y="1471078"/>
                </a:moveTo>
                <a:lnTo>
                  <a:pt x="336997" y="1471794"/>
                </a:lnTo>
                <a:lnTo>
                  <a:pt x="339205" y="1474858"/>
                </a:lnTo>
                <a:lnTo>
                  <a:pt x="339403" y="1474867"/>
                </a:lnTo>
                <a:lnTo>
                  <a:pt x="337472" y="1471442"/>
                </a:lnTo>
                <a:close/>
                <a:moveTo>
                  <a:pt x="299402" y="1554413"/>
                </a:moveTo>
                <a:lnTo>
                  <a:pt x="302299" y="1556015"/>
                </a:lnTo>
                <a:lnTo>
                  <a:pt x="301190" y="1554600"/>
                </a:lnTo>
                <a:close/>
                <a:moveTo>
                  <a:pt x="324755" y="1497597"/>
                </a:moveTo>
                <a:lnTo>
                  <a:pt x="325211" y="1497879"/>
                </a:lnTo>
                <a:lnTo>
                  <a:pt x="324809" y="1497543"/>
                </a:lnTo>
                <a:close/>
                <a:moveTo>
                  <a:pt x="783218" y="470739"/>
                </a:moveTo>
                <a:lnTo>
                  <a:pt x="782653" y="473019"/>
                </a:lnTo>
                <a:lnTo>
                  <a:pt x="783113" y="473565"/>
                </a:lnTo>
                <a:lnTo>
                  <a:pt x="784078" y="471484"/>
                </a:lnTo>
                <a:close/>
                <a:moveTo>
                  <a:pt x="811569" y="407035"/>
                </a:moveTo>
                <a:lnTo>
                  <a:pt x="811490" y="407324"/>
                </a:lnTo>
                <a:lnTo>
                  <a:pt x="810425" y="414832"/>
                </a:lnTo>
                <a:lnTo>
                  <a:pt x="814780" y="408883"/>
                </a:lnTo>
                <a:close/>
                <a:moveTo>
                  <a:pt x="802657" y="426841"/>
                </a:moveTo>
                <a:lnTo>
                  <a:pt x="803134" y="427032"/>
                </a:lnTo>
                <a:lnTo>
                  <a:pt x="803494" y="425699"/>
                </a:lnTo>
                <a:close/>
                <a:moveTo>
                  <a:pt x="311995" y="1525499"/>
                </a:moveTo>
                <a:lnTo>
                  <a:pt x="311800" y="1526219"/>
                </a:lnTo>
                <a:lnTo>
                  <a:pt x="312126" y="1526684"/>
                </a:lnTo>
                <a:lnTo>
                  <a:pt x="313568" y="1527817"/>
                </a:lnTo>
                <a:close/>
                <a:moveTo>
                  <a:pt x="277638" y="1602233"/>
                </a:moveTo>
                <a:lnTo>
                  <a:pt x="279389" y="1603420"/>
                </a:lnTo>
                <a:lnTo>
                  <a:pt x="283232" y="1604800"/>
                </a:lnTo>
                <a:lnTo>
                  <a:pt x="281482" y="1603393"/>
                </a:lnTo>
                <a:close/>
                <a:moveTo>
                  <a:pt x="745142" y="555328"/>
                </a:moveTo>
                <a:lnTo>
                  <a:pt x="745108" y="555472"/>
                </a:lnTo>
                <a:lnTo>
                  <a:pt x="745122" y="555485"/>
                </a:lnTo>
                <a:lnTo>
                  <a:pt x="745183" y="555350"/>
                </a:lnTo>
                <a:close/>
                <a:moveTo>
                  <a:pt x="783609" y="469159"/>
                </a:moveTo>
                <a:lnTo>
                  <a:pt x="783301" y="470402"/>
                </a:lnTo>
                <a:lnTo>
                  <a:pt x="784187" y="471171"/>
                </a:lnTo>
                <a:lnTo>
                  <a:pt x="784379" y="470395"/>
                </a:lnTo>
                <a:lnTo>
                  <a:pt x="784360" y="470041"/>
                </a:lnTo>
                <a:close/>
                <a:moveTo>
                  <a:pt x="785597" y="464458"/>
                </a:moveTo>
                <a:lnTo>
                  <a:pt x="785771" y="464772"/>
                </a:lnTo>
                <a:lnTo>
                  <a:pt x="785807" y="464629"/>
                </a:lnTo>
                <a:lnTo>
                  <a:pt x="785809" y="464620"/>
                </a:lnTo>
                <a:close/>
                <a:moveTo>
                  <a:pt x="772666" y="493347"/>
                </a:moveTo>
                <a:lnTo>
                  <a:pt x="771839" y="496736"/>
                </a:lnTo>
                <a:lnTo>
                  <a:pt x="772213" y="497069"/>
                </a:lnTo>
                <a:lnTo>
                  <a:pt x="773617" y="494041"/>
                </a:lnTo>
                <a:close/>
                <a:moveTo>
                  <a:pt x="323696" y="1498641"/>
                </a:moveTo>
                <a:lnTo>
                  <a:pt x="323900" y="1499069"/>
                </a:lnTo>
                <a:lnTo>
                  <a:pt x="330639" y="1503339"/>
                </a:lnTo>
                <a:lnTo>
                  <a:pt x="330176" y="1502544"/>
                </a:lnTo>
                <a:lnTo>
                  <a:pt x="323763" y="1498575"/>
                </a:lnTo>
                <a:close/>
                <a:moveTo>
                  <a:pt x="778549" y="480104"/>
                </a:moveTo>
                <a:lnTo>
                  <a:pt x="778763" y="480255"/>
                </a:lnTo>
                <a:lnTo>
                  <a:pt x="778783" y="480229"/>
                </a:lnTo>
                <a:close/>
                <a:moveTo>
                  <a:pt x="739885" y="566576"/>
                </a:moveTo>
                <a:lnTo>
                  <a:pt x="739900" y="566742"/>
                </a:lnTo>
                <a:lnTo>
                  <a:pt x="739957" y="566618"/>
                </a:lnTo>
                <a:close/>
                <a:moveTo>
                  <a:pt x="812292" y="404352"/>
                </a:moveTo>
                <a:lnTo>
                  <a:pt x="811608" y="406890"/>
                </a:lnTo>
                <a:lnTo>
                  <a:pt x="814866" y="408765"/>
                </a:lnTo>
                <a:lnTo>
                  <a:pt x="814968" y="408627"/>
                </a:lnTo>
                <a:close/>
                <a:moveTo>
                  <a:pt x="744720" y="555559"/>
                </a:moveTo>
                <a:lnTo>
                  <a:pt x="744901" y="555763"/>
                </a:lnTo>
                <a:lnTo>
                  <a:pt x="744909" y="555730"/>
                </a:lnTo>
                <a:close/>
                <a:moveTo>
                  <a:pt x="744520" y="555540"/>
                </a:moveTo>
                <a:lnTo>
                  <a:pt x="744532" y="555809"/>
                </a:lnTo>
                <a:lnTo>
                  <a:pt x="744822" y="556093"/>
                </a:lnTo>
                <a:lnTo>
                  <a:pt x="744860" y="555935"/>
                </a:lnTo>
                <a:lnTo>
                  <a:pt x="744526" y="555546"/>
                </a:lnTo>
                <a:close/>
                <a:moveTo>
                  <a:pt x="744677" y="555078"/>
                </a:moveTo>
                <a:lnTo>
                  <a:pt x="744995" y="555369"/>
                </a:lnTo>
                <a:lnTo>
                  <a:pt x="745021" y="555262"/>
                </a:lnTo>
                <a:close/>
                <a:moveTo>
                  <a:pt x="892664" y="223652"/>
                </a:moveTo>
                <a:lnTo>
                  <a:pt x="898155" y="236562"/>
                </a:lnTo>
                <a:lnTo>
                  <a:pt x="899186" y="230089"/>
                </a:lnTo>
                <a:close/>
                <a:moveTo>
                  <a:pt x="800188" y="430684"/>
                </a:moveTo>
                <a:lnTo>
                  <a:pt x="800486" y="432199"/>
                </a:lnTo>
                <a:lnTo>
                  <a:pt x="801390" y="433503"/>
                </a:lnTo>
                <a:lnTo>
                  <a:pt x="801728" y="432247"/>
                </a:lnTo>
                <a:close/>
                <a:moveTo>
                  <a:pt x="741550" y="561909"/>
                </a:moveTo>
                <a:lnTo>
                  <a:pt x="741881" y="562269"/>
                </a:lnTo>
                <a:lnTo>
                  <a:pt x="741819" y="562040"/>
                </a:lnTo>
                <a:close/>
                <a:moveTo>
                  <a:pt x="812917" y="402033"/>
                </a:moveTo>
                <a:lnTo>
                  <a:pt x="812628" y="403105"/>
                </a:lnTo>
                <a:lnTo>
                  <a:pt x="815570" y="407804"/>
                </a:lnTo>
                <a:lnTo>
                  <a:pt x="815975" y="407251"/>
                </a:lnTo>
                <a:lnTo>
                  <a:pt x="813538" y="402639"/>
                </a:lnTo>
                <a:close/>
                <a:moveTo>
                  <a:pt x="773320" y="490667"/>
                </a:moveTo>
                <a:lnTo>
                  <a:pt x="772712" y="493158"/>
                </a:lnTo>
                <a:lnTo>
                  <a:pt x="773695" y="493874"/>
                </a:lnTo>
                <a:lnTo>
                  <a:pt x="774614" y="491891"/>
                </a:lnTo>
                <a:close/>
                <a:moveTo>
                  <a:pt x="813018" y="401657"/>
                </a:moveTo>
                <a:lnTo>
                  <a:pt x="812999" y="401726"/>
                </a:lnTo>
                <a:lnTo>
                  <a:pt x="813115" y="401839"/>
                </a:lnTo>
                <a:close/>
                <a:moveTo>
                  <a:pt x="738147" y="569175"/>
                </a:moveTo>
                <a:lnTo>
                  <a:pt x="738114" y="569418"/>
                </a:lnTo>
                <a:lnTo>
                  <a:pt x="738168" y="569401"/>
                </a:lnTo>
                <a:close/>
                <a:moveTo>
                  <a:pt x="800225" y="430164"/>
                </a:moveTo>
                <a:lnTo>
                  <a:pt x="801846" y="431809"/>
                </a:lnTo>
                <a:lnTo>
                  <a:pt x="802918" y="427835"/>
                </a:lnTo>
                <a:lnTo>
                  <a:pt x="802153" y="427529"/>
                </a:lnTo>
                <a:close/>
                <a:moveTo>
                  <a:pt x="759984" y="520171"/>
                </a:moveTo>
                <a:lnTo>
                  <a:pt x="759981" y="520195"/>
                </a:lnTo>
                <a:lnTo>
                  <a:pt x="760362" y="520593"/>
                </a:lnTo>
                <a:lnTo>
                  <a:pt x="760364" y="520572"/>
                </a:lnTo>
                <a:lnTo>
                  <a:pt x="760354" y="520518"/>
                </a:lnTo>
                <a:lnTo>
                  <a:pt x="760255" y="520386"/>
                </a:lnTo>
                <a:close/>
                <a:moveTo>
                  <a:pt x="775100" y="486300"/>
                </a:moveTo>
                <a:lnTo>
                  <a:pt x="776551" y="487166"/>
                </a:lnTo>
                <a:lnTo>
                  <a:pt x="776678" y="484145"/>
                </a:lnTo>
                <a:close/>
                <a:moveTo>
                  <a:pt x="330904" y="1480647"/>
                </a:moveTo>
                <a:lnTo>
                  <a:pt x="335105" y="1485920"/>
                </a:lnTo>
                <a:lnTo>
                  <a:pt x="335570" y="1485460"/>
                </a:lnTo>
                <a:lnTo>
                  <a:pt x="333594" y="1481052"/>
                </a:lnTo>
                <a:close/>
                <a:moveTo>
                  <a:pt x="309258" y="1528684"/>
                </a:moveTo>
                <a:lnTo>
                  <a:pt x="309853" y="1529434"/>
                </a:lnTo>
                <a:lnTo>
                  <a:pt x="309934" y="1529135"/>
                </a:lnTo>
                <a:close/>
                <a:moveTo>
                  <a:pt x="767544" y="502371"/>
                </a:moveTo>
                <a:lnTo>
                  <a:pt x="767507" y="507216"/>
                </a:lnTo>
                <a:lnTo>
                  <a:pt x="768853" y="504312"/>
                </a:lnTo>
                <a:lnTo>
                  <a:pt x="768290" y="503779"/>
                </a:lnTo>
                <a:lnTo>
                  <a:pt x="768449" y="503793"/>
                </a:lnTo>
                <a:lnTo>
                  <a:pt x="768690" y="504020"/>
                </a:lnTo>
                <a:lnTo>
                  <a:pt x="767719" y="502499"/>
                </a:lnTo>
                <a:close/>
                <a:moveTo>
                  <a:pt x="774029" y="487762"/>
                </a:moveTo>
                <a:lnTo>
                  <a:pt x="773356" y="490518"/>
                </a:lnTo>
                <a:lnTo>
                  <a:pt x="774673" y="491764"/>
                </a:lnTo>
                <a:lnTo>
                  <a:pt x="776471" y="487887"/>
                </a:lnTo>
                <a:lnTo>
                  <a:pt x="775547" y="487285"/>
                </a:lnTo>
                <a:lnTo>
                  <a:pt x="774734" y="486799"/>
                </a:lnTo>
                <a:close/>
                <a:moveTo>
                  <a:pt x="739702" y="564522"/>
                </a:moveTo>
                <a:lnTo>
                  <a:pt x="739800" y="565621"/>
                </a:lnTo>
                <a:lnTo>
                  <a:pt x="740288" y="565904"/>
                </a:lnTo>
                <a:lnTo>
                  <a:pt x="740342" y="565790"/>
                </a:lnTo>
                <a:lnTo>
                  <a:pt x="740006" y="565032"/>
                </a:lnTo>
                <a:close/>
                <a:moveTo>
                  <a:pt x="319668" y="1504706"/>
                </a:moveTo>
                <a:lnTo>
                  <a:pt x="321772" y="1506132"/>
                </a:lnTo>
                <a:lnTo>
                  <a:pt x="320861" y="1504766"/>
                </a:lnTo>
                <a:close/>
                <a:moveTo>
                  <a:pt x="277093" y="1599626"/>
                </a:moveTo>
                <a:lnTo>
                  <a:pt x="278432" y="1600702"/>
                </a:lnTo>
                <a:lnTo>
                  <a:pt x="289416" y="1604115"/>
                </a:lnTo>
                <a:lnTo>
                  <a:pt x="290256" y="1602297"/>
                </a:lnTo>
                <a:close/>
                <a:moveTo>
                  <a:pt x="814499" y="396165"/>
                </a:moveTo>
                <a:lnTo>
                  <a:pt x="814051" y="397826"/>
                </a:lnTo>
                <a:lnTo>
                  <a:pt x="817736" y="404797"/>
                </a:lnTo>
                <a:lnTo>
                  <a:pt x="818544" y="403221"/>
                </a:lnTo>
                <a:lnTo>
                  <a:pt x="816132" y="398962"/>
                </a:lnTo>
                <a:close/>
                <a:moveTo>
                  <a:pt x="790425" y="450018"/>
                </a:moveTo>
                <a:lnTo>
                  <a:pt x="790372" y="450203"/>
                </a:lnTo>
                <a:lnTo>
                  <a:pt x="791490" y="453140"/>
                </a:lnTo>
                <a:lnTo>
                  <a:pt x="792455" y="454055"/>
                </a:lnTo>
                <a:lnTo>
                  <a:pt x="792558" y="453854"/>
                </a:lnTo>
                <a:close/>
                <a:moveTo>
                  <a:pt x="320358" y="1502347"/>
                </a:moveTo>
                <a:lnTo>
                  <a:pt x="321763" y="1504284"/>
                </a:lnTo>
                <a:lnTo>
                  <a:pt x="321821" y="1504311"/>
                </a:lnTo>
                <a:lnTo>
                  <a:pt x="321962" y="1504317"/>
                </a:lnTo>
                <a:lnTo>
                  <a:pt x="321674" y="1503712"/>
                </a:lnTo>
                <a:lnTo>
                  <a:pt x="320397" y="1502358"/>
                </a:lnTo>
                <a:close/>
                <a:moveTo>
                  <a:pt x="772561" y="489767"/>
                </a:moveTo>
                <a:lnTo>
                  <a:pt x="772941" y="490126"/>
                </a:lnTo>
                <a:lnTo>
                  <a:pt x="773263" y="488809"/>
                </a:lnTo>
                <a:close/>
                <a:moveTo>
                  <a:pt x="785929" y="459786"/>
                </a:moveTo>
                <a:lnTo>
                  <a:pt x="785431" y="461798"/>
                </a:lnTo>
                <a:lnTo>
                  <a:pt x="786412" y="462545"/>
                </a:lnTo>
                <a:lnTo>
                  <a:pt x="786806" y="461184"/>
                </a:lnTo>
                <a:lnTo>
                  <a:pt x="786650" y="460774"/>
                </a:lnTo>
                <a:close/>
                <a:moveTo>
                  <a:pt x="320483" y="1501810"/>
                </a:moveTo>
                <a:lnTo>
                  <a:pt x="320782" y="1502127"/>
                </a:lnTo>
                <a:lnTo>
                  <a:pt x="320941" y="1502174"/>
                </a:lnTo>
                <a:lnTo>
                  <a:pt x="320677" y="1501619"/>
                </a:lnTo>
                <a:close/>
                <a:moveTo>
                  <a:pt x="786065" y="459239"/>
                </a:moveTo>
                <a:lnTo>
                  <a:pt x="786019" y="459427"/>
                </a:lnTo>
                <a:lnTo>
                  <a:pt x="786261" y="459751"/>
                </a:lnTo>
                <a:close/>
                <a:moveTo>
                  <a:pt x="323655" y="1494384"/>
                </a:moveTo>
                <a:lnTo>
                  <a:pt x="323942" y="1494610"/>
                </a:lnTo>
                <a:lnTo>
                  <a:pt x="325290" y="1495600"/>
                </a:lnTo>
                <a:lnTo>
                  <a:pt x="325498" y="1495395"/>
                </a:lnTo>
                <a:lnTo>
                  <a:pt x="324221" y="1494514"/>
                </a:lnTo>
                <a:close/>
                <a:moveTo>
                  <a:pt x="823411" y="375166"/>
                </a:moveTo>
                <a:lnTo>
                  <a:pt x="822666" y="383901"/>
                </a:lnTo>
                <a:lnTo>
                  <a:pt x="826420" y="387876"/>
                </a:lnTo>
                <a:lnTo>
                  <a:pt x="829332" y="382201"/>
                </a:lnTo>
                <a:close/>
                <a:moveTo>
                  <a:pt x="791366" y="446778"/>
                </a:moveTo>
                <a:lnTo>
                  <a:pt x="790666" y="449186"/>
                </a:lnTo>
                <a:lnTo>
                  <a:pt x="792896" y="453195"/>
                </a:lnTo>
                <a:lnTo>
                  <a:pt x="794860" y="449368"/>
                </a:lnTo>
                <a:lnTo>
                  <a:pt x="794886" y="449061"/>
                </a:lnTo>
                <a:close/>
                <a:moveTo>
                  <a:pt x="315629" y="1512028"/>
                </a:moveTo>
                <a:lnTo>
                  <a:pt x="315004" y="1514346"/>
                </a:lnTo>
                <a:lnTo>
                  <a:pt x="319040" y="1514222"/>
                </a:lnTo>
                <a:close/>
                <a:moveTo>
                  <a:pt x="842904" y="331239"/>
                </a:moveTo>
                <a:lnTo>
                  <a:pt x="841324" y="342578"/>
                </a:lnTo>
                <a:lnTo>
                  <a:pt x="839216" y="359366"/>
                </a:lnTo>
                <a:lnTo>
                  <a:pt x="840055" y="361309"/>
                </a:lnTo>
                <a:lnTo>
                  <a:pt x="849425" y="343051"/>
                </a:lnTo>
                <a:lnTo>
                  <a:pt x="844338" y="338907"/>
                </a:lnTo>
                <a:lnTo>
                  <a:pt x="844573" y="338911"/>
                </a:lnTo>
                <a:lnTo>
                  <a:pt x="849492" y="342921"/>
                </a:lnTo>
                <a:lnTo>
                  <a:pt x="850430" y="341093"/>
                </a:lnTo>
                <a:lnTo>
                  <a:pt x="845510" y="333268"/>
                </a:lnTo>
                <a:close/>
                <a:moveTo>
                  <a:pt x="775373" y="482250"/>
                </a:moveTo>
                <a:lnTo>
                  <a:pt x="774476" y="485928"/>
                </a:lnTo>
                <a:lnTo>
                  <a:pt x="774568" y="485983"/>
                </a:lnTo>
                <a:lnTo>
                  <a:pt x="776349" y="483551"/>
                </a:lnTo>
                <a:close/>
                <a:moveTo>
                  <a:pt x="790033" y="449315"/>
                </a:moveTo>
                <a:lnTo>
                  <a:pt x="790159" y="449644"/>
                </a:lnTo>
                <a:lnTo>
                  <a:pt x="790179" y="449576"/>
                </a:lnTo>
                <a:close/>
                <a:moveTo>
                  <a:pt x="770995" y="491907"/>
                </a:moveTo>
                <a:lnTo>
                  <a:pt x="772279" y="492842"/>
                </a:lnTo>
                <a:lnTo>
                  <a:pt x="772905" y="490275"/>
                </a:lnTo>
                <a:lnTo>
                  <a:pt x="772482" y="489875"/>
                </a:lnTo>
                <a:close/>
                <a:moveTo>
                  <a:pt x="316036" y="1510518"/>
                </a:moveTo>
                <a:lnTo>
                  <a:pt x="316030" y="1510539"/>
                </a:lnTo>
                <a:lnTo>
                  <a:pt x="316260" y="1510687"/>
                </a:lnTo>
                <a:close/>
                <a:moveTo>
                  <a:pt x="743009" y="554320"/>
                </a:moveTo>
                <a:lnTo>
                  <a:pt x="744219" y="555504"/>
                </a:lnTo>
                <a:lnTo>
                  <a:pt x="744205" y="555185"/>
                </a:lnTo>
                <a:lnTo>
                  <a:pt x="743749" y="554668"/>
                </a:lnTo>
                <a:lnTo>
                  <a:pt x="743512" y="554451"/>
                </a:lnTo>
                <a:lnTo>
                  <a:pt x="743083" y="554221"/>
                </a:lnTo>
                <a:close/>
                <a:moveTo>
                  <a:pt x="816400" y="389954"/>
                </a:moveTo>
                <a:lnTo>
                  <a:pt x="815410" y="392783"/>
                </a:lnTo>
                <a:lnTo>
                  <a:pt x="814563" y="395927"/>
                </a:lnTo>
                <a:lnTo>
                  <a:pt x="818676" y="402966"/>
                </a:lnTo>
                <a:lnTo>
                  <a:pt x="819987" y="400410"/>
                </a:lnTo>
                <a:lnTo>
                  <a:pt x="820563" y="393658"/>
                </a:lnTo>
                <a:close/>
                <a:moveTo>
                  <a:pt x="296461" y="1554107"/>
                </a:moveTo>
                <a:lnTo>
                  <a:pt x="301706" y="1557495"/>
                </a:lnTo>
                <a:lnTo>
                  <a:pt x="301700" y="1557483"/>
                </a:lnTo>
                <a:lnTo>
                  <a:pt x="302534" y="1557870"/>
                </a:lnTo>
                <a:lnTo>
                  <a:pt x="302716" y="1557070"/>
                </a:lnTo>
                <a:lnTo>
                  <a:pt x="297566" y="1554222"/>
                </a:lnTo>
                <a:close/>
                <a:moveTo>
                  <a:pt x="282904" y="1584411"/>
                </a:moveTo>
                <a:lnTo>
                  <a:pt x="283154" y="1584700"/>
                </a:lnTo>
                <a:lnTo>
                  <a:pt x="283377" y="1584764"/>
                </a:lnTo>
                <a:close/>
                <a:moveTo>
                  <a:pt x="319196" y="1503079"/>
                </a:moveTo>
                <a:lnTo>
                  <a:pt x="319983" y="1503449"/>
                </a:lnTo>
                <a:lnTo>
                  <a:pt x="319523" y="1502757"/>
                </a:lnTo>
                <a:close/>
                <a:moveTo>
                  <a:pt x="763211" y="508707"/>
                </a:moveTo>
                <a:lnTo>
                  <a:pt x="763192" y="508833"/>
                </a:lnTo>
                <a:lnTo>
                  <a:pt x="764126" y="513628"/>
                </a:lnTo>
                <a:lnTo>
                  <a:pt x="764435" y="513840"/>
                </a:lnTo>
                <a:lnTo>
                  <a:pt x="766006" y="510452"/>
                </a:lnTo>
                <a:lnTo>
                  <a:pt x="764524" y="509414"/>
                </a:lnTo>
                <a:close/>
                <a:moveTo>
                  <a:pt x="316380" y="1509243"/>
                </a:moveTo>
                <a:lnTo>
                  <a:pt x="316145" y="1510115"/>
                </a:lnTo>
                <a:lnTo>
                  <a:pt x="317367" y="1511295"/>
                </a:lnTo>
                <a:lnTo>
                  <a:pt x="318246" y="1511963"/>
                </a:lnTo>
                <a:lnTo>
                  <a:pt x="321548" y="1514086"/>
                </a:lnTo>
                <a:lnTo>
                  <a:pt x="318990" y="1510598"/>
                </a:lnTo>
                <a:close/>
                <a:moveTo>
                  <a:pt x="275498" y="1600785"/>
                </a:moveTo>
                <a:lnTo>
                  <a:pt x="276084" y="1601181"/>
                </a:lnTo>
                <a:lnTo>
                  <a:pt x="279599" y="1602241"/>
                </a:lnTo>
                <a:close/>
                <a:moveTo>
                  <a:pt x="792351" y="443387"/>
                </a:moveTo>
                <a:lnTo>
                  <a:pt x="791389" y="446698"/>
                </a:lnTo>
                <a:lnTo>
                  <a:pt x="794905" y="448825"/>
                </a:lnTo>
                <a:lnTo>
                  <a:pt x="795070" y="446791"/>
                </a:lnTo>
                <a:close/>
                <a:moveTo>
                  <a:pt x="843145" y="329506"/>
                </a:moveTo>
                <a:lnTo>
                  <a:pt x="843067" y="330064"/>
                </a:lnTo>
                <a:lnTo>
                  <a:pt x="843908" y="330719"/>
                </a:lnTo>
                <a:close/>
                <a:moveTo>
                  <a:pt x="817345" y="387256"/>
                </a:moveTo>
                <a:lnTo>
                  <a:pt x="816556" y="389510"/>
                </a:lnTo>
                <a:lnTo>
                  <a:pt x="820609" y="393118"/>
                </a:lnTo>
                <a:lnTo>
                  <a:pt x="820820" y="390646"/>
                </a:lnTo>
                <a:close/>
                <a:moveTo>
                  <a:pt x="775994" y="479704"/>
                </a:moveTo>
                <a:lnTo>
                  <a:pt x="775762" y="480656"/>
                </a:lnTo>
                <a:lnTo>
                  <a:pt x="776769" y="481996"/>
                </a:lnTo>
                <a:lnTo>
                  <a:pt x="776838" y="480353"/>
                </a:lnTo>
                <a:close/>
                <a:moveTo>
                  <a:pt x="736496" y="568063"/>
                </a:moveTo>
                <a:lnTo>
                  <a:pt x="736509" y="568338"/>
                </a:lnTo>
                <a:lnTo>
                  <a:pt x="737646" y="569573"/>
                </a:lnTo>
                <a:lnTo>
                  <a:pt x="738009" y="569453"/>
                </a:lnTo>
                <a:lnTo>
                  <a:pt x="738107" y="568729"/>
                </a:lnTo>
                <a:close/>
                <a:moveTo>
                  <a:pt x="794668" y="437755"/>
                </a:moveTo>
                <a:lnTo>
                  <a:pt x="795005" y="437890"/>
                </a:lnTo>
                <a:lnTo>
                  <a:pt x="794986" y="437320"/>
                </a:lnTo>
                <a:close/>
                <a:moveTo>
                  <a:pt x="334920" y="1467162"/>
                </a:moveTo>
                <a:lnTo>
                  <a:pt x="334955" y="1467239"/>
                </a:lnTo>
                <a:lnTo>
                  <a:pt x="335152" y="1467329"/>
                </a:lnTo>
                <a:lnTo>
                  <a:pt x="335097" y="1467232"/>
                </a:lnTo>
                <a:close/>
                <a:moveTo>
                  <a:pt x="742694" y="554011"/>
                </a:moveTo>
                <a:lnTo>
                  <a:pt x="742809" y="554124"/>
                </a:lnTo>
                <a:lnTo>
                  <a:pt x="742837" y="554088"/>
                </a:lnTo>
                <a:close/>
                <a:moveTo>
                  <a:pt x="316815" y="1507631"/>
                </a:moveTo>
                <a:lnTo>
                  <a:pt x="316755" y="1507853"/>
                </a:lnTo>
                <a:lnTo>
                  <a:pt x="317115" y="1508040"/>
                </a:lnTo>
                <a:close/>
                <a:moveTo>
                  <a:pt x="769519" y="493925"/>
                </a:moveTo>
                <a:lnTo>
                  <a:pt x="771208" y="496175"/>
                </a:lnTo>
                <a:lnTo>
                  <a:pt x="771419" y="496363"/>
                </a:lnTo>
                <a:lnTo>
                  <a:pt x="772232" y="493031"/>
                </a:lnTo>
                <a:lnTo>
                  <a:pt x="770889" y="492052"/>
                </a:lnTo>
                <a:close/>
                <a:moveTo>
                  <a:pt x="257518" y="1640242"/>
                </a:moveTo>
                <a:lnTo>
                  <a:pt x="269202" y="1647858"/>
                </a:lnTo>
                <a:lnTo>
                  <a:pt x="270420" y="1645222"/>
                </a:lnTo>
                <a:close/>
                <a:moveTo>
                  <a:pt x="318409" y="1503855"/>
                </a:moveTo>
                <a:lnTo>
                  <a:pt x="318866" y="1504164"/>
                </a:lnTo>
                <a:lnTo>
                  <a:pt x="320515" y="1504246"/>
                </a:lnTo>
                <a:lnTo>
                  <a:pt x="320177" y="1503738"/>
                </a:lnTo>
                <a:lnTo>
                  <a:pt x="319060" y="1503213"/>
                </a:lnTo>
                <a:close/>
                <a:moveTo>
                  <a:pt x="293755" y="1558830"/>
                </a:moveTo>
                <a:lnTo>
                  <a:pt x="295230" y="1559881"/>
                </a:lnTo>
                <a:lnTo>
                  <a:pt x="297741" y="1561549"/>
                </a:lnTo>
                <a:lnTo>
                  <a:pt x="297057" y="1560545"/>
                </a:lnTo>
                <a:close/>
                <a:moveTo>
                  <a:pt x="322091" y="1495274"/>
                </a:moveTo>
                <a:lnTo>
                  <a:pt x="322547" y="1496230"/>
                </a:lnTo>
                <a:lnTo>
                  <a:pt x="323840" y="1497030"/>
                </a:lnTo>
                <a:lnTo>
                  <a:pt x="324002" y="1496869"/>
                </a:lnTo>
                <a:close/>
                <a:moveTo>
                  <a:pt x="318134" y="1504127"/>
                </a:moveTo>
                <a:lnTo>
                  <a:pt x="318139" y="1504128"/>
                </a:lnTo>
                <a:lnTo>
                  <a:pt x="318135" y="1504125"/>
                </a:lnTo>
                <a:close/>
                <a:moveTo>
                  <a:pt x="739764" y="559969"/>
                </a:moveTo>
                <a:lnTo>
                  <a:pt x="740281" y="560530"/>
                </a:lnTo>
                <a:lnTo>
                  <a:pt x="741312" y="561030"/>
                </a:lnTo>
                <a:lnTo>
                  <a:pt x="740304" y="560043"/>
                </a:lnTo>
                <a:close/>
                <a:moveTo>
                  <a:pt x="799344" y="426407"/>
                </a:moveTo>
                <a:lnTo>
                  <a:pt x="799898" y="429213"/>
                </a:lnTo>
                <a:lnTo>
                  <a:pt x="801362" y="427213"/>
                </a:lnTo>
                <a:close/>
                <a:moveTo>
                  <a:pt x="793540" y="439296"/>
                </a:moveTo>
                <a:lnTo>
                  <a:pt x="792590" y="442563"/>
                </a:lnTo>
                <a:lnTo>
                  <a:pt x="795154" y="445772"/>
                </a:lnTo>
                <a:lnTo>
                  <a:pt x="795338" y="443507"/>
                </a:lnTo>
                <a:lnTo>
                  <a:pt x="795163" y="442620"/>
                </a:lnTo>
                <a:lnTo>
                  <a:pt x="795028" y="438563"/>
                </a:lnTo>
                <a:lnTo>
                  <a:pt x="794292" y="438268"/>
                </a:lnTo>
                <a:close/>
                <a:moveTo>
                  <a:pt x="819410" y="381350"/>
                </a:moveTo>
                <a:lnTo>
                  <a:pt x="817480" y="386869"/>
                </a:lnTo>
                <a:lnTo>
                  <a:pt x="818272" y="387641"/>
                </a:lnTo>
                <a:lnTo>
                  <a:pt x="820888" y="389840"/>
                </a:lnTo>
                <a:lnTo>
                  <a:pt x="821051" y="387926"/>
                </a:lnTo>
                <a:lnTo>
                  <a:pt x="821587" y="383655"/>
                </a:lnTo>
                <a:close/>
                <a:moveTo>
                  <a:pt x="736451" y="567023"/>
                </a:moveTo>
                <a:lnTo>
                  <a:pt x="736470" y="567450"/>
                </a:lnTo>
                <a:lnTo>
                  <a:pt x="737591" y="567913"/>
                </a:lnTo>
                <a:close/>
                <a:moveTo>
                  <a:pt x="317624" y="1504629"/>
                </a:moveTo>
                <a:lnTo>
                  <a:pt x="316881" y="1507385"/>
                </a:lnTo>
                <a:lnTo>
                  <a:pt x="317512" y="1508247"/>
                </a:lnTo>
                <a:lnTo>
                  <a:pt x="325662" y="1512475"/>
                </a:lnTo>
                <a:lnTo>
                  <a:pt x="325899" y="1512583"/>
                </a:lnTo>
                <a:lnTo>
                  <a:pt x="325459" y="1511658"/>
                </a:lnTo>
                <a:lnTo>
                  <a:pt x="322393" y="1507062"/>
                </a:lnTo>
                <a:lnTo>
                  <a:pt x="318924" y="1504669"/>
                </a:lnTo>
                <a:lnTo>
                  <a:pt x="317648" y="1504606"/>
                </a:lnTo>
                <a:close/>
                <a:moveTo>
                  <a:pt x="750267" y="535814"/>
                </a:moveTo>
                <a:lnTo>
                  <a:pt x="750045" y="537899"/>
                </a:lnTo>
                <a:lnTo>
                  <a:pt x="750688" y="538392"/>
                </a:lnTo>
                <a:close/>
                <a:moveTo>
                  <a:pt x="767810" y="496456"/>
                </a:moveTo>
                <a:lnTo>
                  <a:pt x="767612" y="499238"/>
                </a:lnTo>
                <a:lnTo>
                  <a:pt x="769694" y="502500"/>
                </a:lnTo>
                <a:lnTo>
                  <a:pt x="770175" y="501463"/>
                </a:lnTo>
                <a:lnTo>
                  <a:pt x="771112" y="497622"/>
                </a:lnTo>
                <a:lnTo>
                  <a:pt x="768957" y="494750"/>
                </a:lnTo>
                <a:close/>
                <a:moveTo>
                  <a:pt x="307636" y="1526639"/>
                </a:moveTo>
                <a:lnTo>
                  <a:pt x="308821" y="1528132"/>
                </a:lnTo>
                <a:lnTo>
                  <a:pt x="309999" y="1528896"/>
                </a:lnTo>
                <a:lnTo>
                  <a:pt x="310086" y="1528570"/>
                </a:lnTo>
                <a:close/>
                <a:moveTo>
                  <a:pt x="808430" y="405230"/>
                </a:moveTo>
                <a:lnTo>
                  <a:pt x="807577" y="411002"/>
                </a:lnTo>
                <a:lnTo>
                  <a:pt x="808802" y="407500"/>
                </a:lnTo>
                <a:lnTo>
                  <a:pt x="808694" y="405382"/>
                </a:lnTo>
                <a:close/>
                <a:moveTo>
                  <a:pt x="813351" y="394202"/>
                </a:moveTo>
                <a:lnTo>
                  <a:pt x="813281" y="394698"/>
                </a:lnTo>
                <a:lnTo>
                  <a:pt x="813415" y="394314"/>
                </a:lnTo>
                <a:close/>
                <a:moveTo>
                  <a:pt x="777047" y="475391"/>
                </a:moveTo>
                <a:lnTo>
                  <a:pt x="776650" y="477017"/>
                </a:lnTo>
                <a:lnTo>
                  <a:pt x="776969" y="477249"/>
                </a:lnTo>
                <a:close/>
                <a:moveTo>
                  <a:pt x="803258" y="416444"/>
                </a:moveTo>
                <a:lnTo>
                  <a:pt x="804675" y="417946"/>
                </a:lnTo>
                <a:lnTo>
                  <a:pt x="804806" y="417059"/>
                </a:lnTo>
                <a:close/>
                <a:moveTo>
                  <a:pt x="318482" y="1501795"/>
                </a:moveTo>
                <a:lnTo>
                  <a:pt x="318204" y="1502588"/>
                </a:lnTo>
                <a:lnTo>
                  <a:pt x="318887" y="1501914"/>
                </a:lnTo>
                <a:close/>
                <a:moveTo>
                  <a:pt x="736910" y="564849"/>
                </a:moveTo>
                <a:lnTo>
                  <a:pt x="736685" y="565696"/>
                </a:lnTo>
                <a:lnTo>
                  <a:pt x="737908" y="566497"/>
                </a:lnTo>
                <a:lnTo>
                  <a:pt x="737807" y="565370"/>
                </a:lnTo>
                <a:close/>
                <a:moveTo>
                  <a:pt x="318619" y="1501402"/>
                </a:moveTo>
                <a:lnTo>
                  <a:pt x="318591" y="1501482"/>
                </a:lnTo>
                <a:lnTo>
                  <a:pt x="318692" y="1501512"/>
                </a:lnTo>
                <a:close/>
                <a:moveTo>
                  <a:pt x="334392" y="1465982"/>
                </a:moveTo>
                <a:lnTo>
                  <a:pt x="334695" y="1466660"/>
                </a:lnTo>
                <a:lnTo>
                  <a:pt x="334797" y="1466700"/>
                </a:lnTo>
                <a:close/>
                <a:moveTo>
                  <a:pt x="823857" y="369934"/>
                </a:moveTo>
                <a:lnTo>
                  <a:pt x="823459" y="374598"/>
                </a:lnTo>
                <a:lnTo>
                  <a:pt x="829532" y="381811"/>
                </a:lnTo>
                <a:lnTo>
                  <a:pt x="830266" y="380380"/>
                </a:lnTo>
                <a:lnTo>
                  <a:pt x="826878" y="377631"/>
                </a:lnTo>
                <a:lnTo>
                  <a:pt x="827479" y="377639"/>
                </a:lnTo>
                <a:lnTo>
                  <a:pt x="830402" y="380012"/>
                </a:lnTo>
                <a:lnTo>
                  <a:pt x="826536" y="373344"/>
                </a:lnTo>
                <a:close/>
                <a:moveTo>
                  <a:pt x="791837" y="441621"/>
                </a:moveTo>
                <a:lnTo>
                  <a:pt x="792314" y="442220"/>
                </a:lnTo>
                <a:lnTo>
                  <a:pt x="792917" y="440144"/>
                </a:lnTo>
                <a:close/>
                <a:moveTo>
                  <a:pt x="739237" y="559326"/>
                </a:moveTo>
                <a:lnTo>
                  <a:pt x="739241" y="559366"/>
                </a:lnTo>
                <a:lnTo>
                  <a:pt x="739250" y="559381"/>
                </a:lnTo>
                <a:lnTo>
                  <a:pt x="739688" y="559442"/>
                </a:lnTo>
                <a:lnTo>
                  <a:pt x="739378" y="559139"/>
                </a:lnTo>
                <a:close/>
                <a:moveTo>
                  <a:pt x="808621" y="403944"/>
                </a:moveTo>
                <a:lnTo>
                  <a:pt x="808453" y="405077"/>
                </a:lnTo>
                <a:lnTo>
                  <a:pt x="808685" y="405211"/>
                </a:lnTo>
                <a:close/>
                <a:moveTo>
                  <a:pt x="794897" y="434623"/>
                </a:moveTo>
                <a:lnTo>
                  <a:pt x="794213" y="436980"/>
                </a:lnTo>
                <a:lnTo>
                  <a:pt x="794942" y="435982"/>
                </a:lnTo>
                <a:close/>
                <a:moveTo>
                  <a:pt x="775810" y="477328"/>
                </a:moveTo>
                <a:lnTo>
                  <a:pt x="775980" y="477558"/>
                </a:lnTo>
                <a:lnTo>
                  <a:pt x="776004" y="477569"/>
                </a:lnTo>
                <a:lnTo>
                  <a:pt x="776026" y="477485"/>
                </a:lnTo>
                <a:close/>
                <a:moveTo>
                  <a:pt x="822113" y="373624"/>
                </a:moveTo>
                <a:lnTo>
                  <a:pt x="819639" y="380695"/>
                </a:lnTo>
                <a:lnTo>
                  <a:pt x="821686" y="382863"/>
                </a:lnTo>
                <a:lnTo>
                  <a:pt x="822752" y="374382"/>
                </a:lnTo>
                <a:close/>
                <a:moveTo>
                  <a:pt x="319445" y="1499042"/>
                </a:moveTo>
                <a:lnTo>
                  <a:pt x="319020" y="1500258"/>
                </a:lnTo>
                <a:lnTo>
                  <a:pt x="319765" y="1501049"/>
                </a:lnTo>
                <a:lnTo>
                  <a:pt x="320200" y="1500619"/>
                </a:lnTo>
                <a:lnTo>
                  <a:pt x="319451" y="1499046"/>
                </a:lnTo>
                <a:close/>
                <a:moveTo>
                  <a:pt x="824960" y="367056"/>
                </a:moveTo>
                <a:lnTo>
                  <a:pt x="828390" y="373193"/>
                </a:lnTo>
                <a:lnTo>
                  <a:pt x="831756" y="377478"/>
                </a:lnTo>
                <a:lnTo>
                  <a:pt x="833236" y="374595"/>
                </a:lnTo>
                <a:close/>
                <a:moveTo>
                  <a:pt x="744177" y="547691"/>
                </a:moveTo>
                <a:lnTo>
                  <a:pt x="744204" y="548302"/>
                </a:lnTo>
                <a:lnTo>
                  <a:pt x="744451" y="548460"/>
                </a:lnTo>
                <a:close/>
                <a:moveTo>
                  <a:pt x="737547" y="562464"/>
                </a:moveTo>
                <a:lnTo>
                  <a:pt x="737119" y="564065"/>
                </a:lnTo>
                <a:lnTo>
                  <a:pt x="737722" y="564415"/>
                </a:lnTo>
                <a:close/>
                <a:moveTo>
                  <a:pt x="765396" y="500046"/>
                </a:moveTo>
                <a:lnTo>
                  <a:pt x="766532" y="500873"/>
                </a:lnTo>
                <a:lnTo>
                  <a:pt x="766534" y="500643"/>
                </a:lnTo>
                <a:lnTo>
                  <a:pt x="765784" y="499469"/>
                </a:lnTo>
                <a:close/>
                <a:moveTo>
                  <a:pt x="308048" y="1524066"/>
                </a:moveTo>
                <a:lnTo>
                  <a:pt x="310429" y="1527301"/>
                </a:lnTo>
                <a:lnTo>
                  <a:pt x="310460" y="1527185"/>
                </a:lnTo>
                <a:lnTo>
                  <a:pt x="308698" y="1524575"/>
                </a:lnTo>
                <a:close/>
                <a:moveTo>
                  <a:pt x="316020" y="1506211"/>
                </a:moveTo>
                <a:lnTo>
                  <a:pt x="316092" y="1506309"/>
                </a:lnTo>
                <a:lnTo>
                  <a:pt x="316153" y="1506080"/>
                </a:lnTo>
                <a:close/>
                <a:moveTo>
                  <a:pt x="321520" y="1493892"/>
                </a:moveTo>
                <a:lnTo>
                  <a:pt x="324499" y="1496380"/>
                </a:lnTo>
                <a:lnTo>
                  <a:pt x="325172" y="1495716"/>
                </a:lnTo>
                <a:lnTo>
                  <a:pt x="323408" y="1494327"/>
                </a:lnTo>
                <a:close/>
                <a:moveTo>
                  <a:pt x="823258" y="370351"/>
                </a:moveTo>
                <a:lnTo>
                  <a:pt x="822268" y="373182"/>
                </a:lnTo>
                <a:lnTo>
                  <a:pt x="822820" y="373838"/>
                </a:lnTo>
                <a:close/>
                <a:moveTo>
                  <a:pt x="259470" y="1632583"/>
                </a:moveTo>
                <a:lnTo>
                  <a:pt x="264337" y="1635395"/>
                </a:lnTo>
                <a:lnTo>
                  <a:pt x="268674" y="1636889"/>
                </a:lnTo>
                <a:close/>
                <a:moveTo>
                  <a:pt x="292625" y="1558243"/>
                </a:moveTo>
                <a:lnTo>
                  <a:pt x="296651" y="1563297"/>
                </a:lnTo>
                <a:lnTo>
                  <a:pt x="299170" y="1563648"/>
                </a:lnTo>
                <a:lnTo>
                  <a:pt x="298043" y="1561992"/>
                </a:lnTo>
                <a:lnTo>
                  <a:pt x="293208" y="1558546"/>
                </a:lnTo>
                <a:close/>
                <a:moveTo>
                  <a:pt x="768014" y="493590"/>
                </a:moveTo>
                <a:lnTo>
                  <a:pt x="767908" y="495079"/>
                </a:lnTo>
                <a:lnTo>
                  <a:pt x="768548" y="494205"/>
                </a:lnTo>
                <a:lnTo>
                  <a:pt x="768230" y="493783"/>
                </a:lnTo>
                <a:close/>
                <a:moveTo>
                  <a:pt x="789458" y="445540"/>
                </a:moveTo>
                <a:lnTo>
                  <a:pt x="789205" y="446559"/>
                </a:lnTo>
                <a:lnTo>
                  <a:pt x="790420" y="448745"/>
                </a:lnTo>
                <a:lnTo>
                  <a:pt x="791051" y="446574"/>
                </a:lnTo>
                <a:close/>
                <a:moveTo>
                  <a:pt x="778799" y="469329"/>
                </a:moveTo>
                <a:lnTo>
                  <a:pt x="778420" y="478300"/>
                </a:lnTo>
                <a:lnTo>
                  <a:pt x="779579" y="479141"/>
                </a:lnTo>
                <a:lnTo>
                  <a:pt x="779959" y="478622"/>
                </a:lnTo>
                <a:lnTo>
                  <a:pt x="781456" y="472574"/>
                </a:lnTo>
                <a:close/>
                <a:moveTo>
                  <a:pt x="824293" y="367392"/>
                </a:moveTo>
                <a:lnTo>
                  <a:pt x="824151" y="367799"/>
                </a:lnTo>
                <a:lnTo>
                  <a:pt x="825431" y="369429"/>
                </a:lnTo>
                <a:close/>
                <a:moveTo>
                  <a:pt x="764341" y="501614"/>
                </a:moveTo>
                <a:lnTo>
                  <a:pt x="763605" y="506234"/>
                </a:lnTo>
                <a:lnTo>
                  <a:pt x="766470" y="507777"/>
                </a:lnTo>
                <a:lnTo>
                  <a:pt x="766481" y="507623"/>
                </a:lnTo>
                <a:lnTo>
                  <a:pt x="766526" y="501631"/>
                </a:lnTo>
                <a:lnTo>
                  <a:pt x="765051" y="500558"/>
                </a:lnTo>
                <a:close/>
                <a:moveTo>
                  <a:pt x="789708" y="444529"/>
                </a:moveTo>
                <a:lnTo>
                  <a:pt x="789460" y="445530"/>
                </a:lnTo>
                <a:lnTo>
                  <a:pt x="791071" y="446505"/>
                </a:lnTo>
                <a:lnTo>
                  <a:pt x="792077" y="443043"/>
                </a:lnTo>
                <a:lnTo>
                  <a:pt x="791408" y="442206"/>
                </a:lnTo>
                <a:close/>
                <a:moveTo>
                  <a:pt x="294281" y="1553880"/>
                </a:moveTo>
                <a:lnTo>
                  <a:pt x="295062" y="1555028"/>
                </a:lnTo>
                <a:lnTo>
                  <a:pt x="302313" y="1558343"/>
                </a:lnTo>
                <a:lnTo>
                  <a:pt x="298413" y="1555824"/>
                </a:lnTo>
                <a:lnTo>
                  <a:pt x="295716" y="1554029"/>
                </a:lnTo>
                <a:close/>
                <a:moveTo>
                  <a:pt x="315183" y="1507037"/>
                </a:moveTo>
                <a:lnTo>
                  <a:pt x="315808" y="1507361"/>
                </a:lnTo>
                <a:lnTo>
                  <a:pt x="316025" y="1506555"/>
                </a:lnTo>
                <a:lnTo>
                  <a:pt x="315877" y="1506352"/>
                </a:lnTo>
                <a:close/>
                <a:moveTo>
                  <a:pt x="292417" y="1557983"/>
                </a:moveTo>
                <a:lnTo>
                  <a:pt x="292448" y="1558021"/>
                </a:lnTo>
                <a:lnTo>
                  <a:pt x="292540" y="1558071"/>
                </a:lnTo>
                <a:close/>
                <a:moveTo>
                  <a:pt x="322279" y="1490943"/>
                </a:moveTo>
                <a:lnTo>
                  <a:pt x="321952" y="1491880"/>
                </a:lnTo>
                <a:lnTo>
                  <a:pt x="323031" y="1492620"/>
                </a:lnTo>
                <a:lnTo>
                  <a:pt x="324084" y="1492849"/>
                </a:lnTo>
                <a:close/>
                <a:moveTo>
                  <a:pt x="328299" y="1477379"/>
                </a:moveTo>
                <a:lnTo>
                  <a:pt x="330731" y="1480431"/>
                </a:lnTo>
                <a:lnTo>
                  <a:pt x="333502" y="1480848"/>
                </a:lnTo>
                <a:lnTo>
                  <a:pt x="332552" y="1478729"/>
                </a:lnTo>
                <a:close/>
                <a:moveTo>
                  <a:pt x="302522" y="1534998"/>
                </a:moveTo>
                <a:lnTo>
                  <a:pt x="303137" y="1536069"/>
                </a:lnTo>
                <a:lnTo>
                  <a:pt x="304975" y="1538776"/>
                </a:lnTo>
                <a:lnTo>
                  <a:pt x="307129" y="1539533"/>
                </a:lnTo>
                <a:lnTo>
                  <a:pt x="307932" y="1536557"/>
                </a:lnTo>
                <a:close/>
                <a:moveTo>
                  <a:pt x="322629" y="1489946"/>
                </a:moveTo>
                <a:lnTo>
                  <a:pt x="322460" y="1490427"/>
                </a:lnTo>
                <a:lnTo>
                  <a:pt x="324382" y="1492456"/>
                </a:lnTo>
                <a:lnTo>
                  <a:pt x="323355" y="1490301"/>
                </a:lnTo>
                <a:close/>
                <a:moveTo>
                  <a:pt x="736286" y="563246"/>
                </a:moveTo>
                <a:lnTo>
                  <a:pt x="736301" y="563589"/>
                </a:lnTo>
                <a:lnTo>
                  <a:pt x="736359" y="563624"/>
                </a:lnTo>
                <a:lnTo>
                  <a:pt x="736556" y="562888"/>
                </a:lnTo>
                <a:close/>
                <a:moveTo>
                  <a:pt x="826323" y="361591"/>
                </a:moveTo>
                <a:lnTo>
                  <a:pt x="824882" y="365711"/>
                </a:lnTo>
                <a:lnTo>
                  <a:pt x="833680" y="373730"/>
                </a:lnTo>
                <a:lnTo>
                  <a:pt x="834267" y="372587"/>
                </a:lnTo>
                <a:lnTo>
                  <a:pt x="832213" y="367829"/>
                </a:lnTo>
                <a:close/>
                <a:moveTo>
                  <a:pt x="809273" y="399531"/>
                </a:moveTo>
                <a:lnTo>
                  <a:pt x="809234" y="399793"/>
                </a:lnTo>
                <a:lnTo>
                  <a:pt x="809523" y="405439"/>
                </a:lnTo>
                <a:lnTo>
                  <a:pt x="810760" y="401906"/>
                </a:lnTo>
                <a:close/>
                <a:moveTo>
                  <a:pt x="762358" y="504560"/>
                </a:moveTo>
                <a:lnTo>
                  <a:pt x="762577" y="505681"/>
                </a:lnTo>
                <a:lnTo>
                  <a:pt x="762723" y="505760"/>
                </a:lnTo>
                <a:lnTo>
                  <a:pt x="763087" y="503477"/>
                </a:lnTo>
                <a:close/>
                <a:moveTo>
                  <a:pt x="779062" y="467133"/>
                </a:moveTo>
                <a:lnTo>
                  <a:pt x="778856" y="467979"/>
                </a:lnTo>
                <a:lnTo>
                  <a:pt x="778835" y="468484"/>
                </a:lnTo>
                <a:lnTo>
                  <a:pt x="781643" y="471820"/>
                </a:lnTo>
                <a:lnTo>
                  <a:pt x="782142" y="469805"/>
                </a:lnTo>
                <a:close/>
                <a:moveTo>
                  <a:pt x="308304" y="1521229"/>
                </a:moveTo>
                <a:lnTo>
                  <a:pt x="311021" y="1525106"/>
                </a:lnTo>
                <a:lnTo>
                  <a:pt x="311222" y="1524361"/>
                </a:lnTo>
                <a:lnTo>
                  <a:pt x="309495" y="1521816"/>
                </a:lnTo>
                <a:lnTo>
                  <a:pt x="308638" y="1521275"/>
                </a:lnTo>
                <a:close/>
                <a:moveTo>
                  <a:pt x="314080" y="1508125"/>
                </a:moveTo>
                <a:lnTo>
                  <a:pt x="315288" y="1509289"/>
                </a:lnTo>
                <a:lnTo>
                  <a:pt x="315432" y="1508752"/>
                </a:lnTo>
                <a:lnTo>
                  <a:pt x="314129" y="1508076"/>
                </a:lnTo>
                <a:close/>
                <a:moveTo>
                  <a:pt x="790550" y="441133"/>
                </a:moveTo>
                <a:lnTo>
                  <a:pt x="790232" y="442415"/>
                </a:lnTo>
                <a:lnTo>
                  <a:pt x="790874" y="441539"/>
                </a:lnTo>
                <a:close/>
                <a:moveTo>
                  <a:pt x="272647" y="1600729"/>
                </a:moveTo>
                <a:lnTo>
                  <a:pt x="273201" y="1601198"/>
                </a:lnTo>
                <a:lnTo>
                  <a:pt x="278498" y="1603100"/>
                </a:lnTo>
                <a:lnTo>
                  <a:pt x="277012" y="1602045"/>
                </a:lnTo>
                <a:close/>
                <a:moveTo>
                  <a:pt x="814227" y="388021"/>
                </a:moveTo>
                <a:lnTo>
                  <a:pt x="813391" y="393921"/>
                </a:lnTo>
                <a:lnTo>
                  <a:pt x="813492" y="394094"/>
                </a:lnTo>
                <a:lnTo>
                  <a:pt x="815287" y="388964"/>
                </a:lnTo>
                <a:close/>
                <a:moveTo>
                  <a:pt x="827754" y="357499"/>
                </a:moveTo>
                <a:lnTo>
                  <a:pt x="827623" y="357873"/>
                </a:lnTo>
                <a:lnTo>
                  <a:pt x="828102" y="358306"/>
                </a:lnTo>
                <a:close/>
                <a:moveTo>
                  <a:pt x="735208" y="564678"/>
                </a:moveTo>
                <a:lnTo>
                  <a:pt x="735747" y="565083"/>
                </a:lnTo>
                <a:lnTo>
                  <a:pt x="735936" y="565208"/>
                </a:lnTo>
                <a:lnTo>
                  <a:pt x="735966" y="565096"/>
                </a:lnTo>
                <a:lnTo>
                  <a:pt x="735930" y="564280"/>
                </a:lnTo>
                <a:lnTo>
                  <a:pt x="735636" y="564109"/>
                </a:lnTo>
                <a:close/>
                <a:moveTo>
                  <a:pt x="296758" y="1546441"/>
                </a:moveTo>
                <a:lnTo>
                  <a:pt x="296808" y="1546480"/>
                </a:lnTo>
                <a:lnTo>
                  <a:pt x="296782" y="1546448"/>
                </a:lnTo>
                <a:close/>
                <a:moveTo>
                  <a:pt x="313697" y="1508502"/>
                </a:moveTo>
                <a:lnTo>
                  <a:pt x="315193" y="1509640"/>
                </a:lnTo>
                <a:lnTo>
                  <a:pt x="315211" y="1509574"/>
                </a:lnTo>
                <a:lnTo>
                  <a:pt x="313897" y="1508305"/>
                </a:lnTo>
                <a:close/>
                <a:moveTo>
                  <a:pt x="764903" y="498088"/>
                </a:moveTo>
                <a:lnTo>
                  <a:pt x="764680" y="499489"/>
                </a:lnTo>
                <a:lnTo>
                  <a:pt x="765277" y="498674"/>
                </a:lnTo>
                <a:close/>
                <a:moveTo>
                  <a:pt x="779472" y="465455"/>
                </a:moveTo>
                <a:lnTo>
                  <a:pt x="779145" y="466795"/>
                </a:lnTo>
                <a:lnTo>
                  <a:pt x="782226" y="469468"/>
                </a:lnTo>
                <a:lnTo>
                  <a:pt x="782596" y="467969"/>
                </a:lnTo>
                <a:lnTo>
                  <a:pt x="782265" y="467581"/>
                </a:lnTo>
                <a:close/>
                <a:moveTo>
                  <a:pt x="773758" y="477985"/>
                </a:moveTo>
                <a:lnTo>
                  <a:pt x="775378" y="480143"/>
                </a:lnTo>
                <a:lnTo>
                  <a:pt x="775565" y="479374"/>
                </a:lnTo>
                <a:close/>
                <a:moveTo>
                  <a:pt x="325620" y="1481398"/>
                </a:moveTo>
                <a:lnTo>
                  <a:pt x="325221" y="1482538"/>
                </a:lnTo>
                <a:lnTo>
                  <a:pt x="327450" y="1483339"/>
                </a:lnTo>
                <a:close/>
                <a:moveTo>
                  <a:pt x="313367" y="1508828"/>
                </a:moveTo>
                <a:lnTo>
                  <a:pt x="315110" y="1509948"/>
                </a:lnTo>
                <a:lnTo>
                  <a:pt x="315140" y="1509835"/>
                </a:lnTo>
                <a:lnTo>
                  <a:pt x="313563" y="1508635"/>
                </a:lnTo>
                <a:close/>
                <a:moveTo>
                  <a:pt x="768261" y="490137"/>
                </a:moveTo>
                <a:lnTo>
                  <a:pt x="768124" y="492064"/>
                </a:lnTo>
                <a:lnTo>
                  <a:pt x="769132" y="493409"/>
                </a:lnTo>
                <a:lnTo>
                  <a:pt x="770391" y="491689"/>
                </a:lnTo>
                <a:close/>
                <a:moveTo>
                  <a:pt x="757461" y="514195"/>
                </a:moveTo>
                <a:lnTo>
                  <a:pt x="757955" y="515499"/>
                </a:lnTo>
                <a:lnTo>
                  <a:pt x="758570" y="515938"/>
                </a:lnTo>
                <a:close/>
                <a:moveTo>
                  <a:pt x="326134" y="1479930"/>
                </a:moveTo>
                <a:lnTo>
                  <a:pt x="325864" y="1480702"/>
                </a:lnTo>
                <a:lnTo>
                  <a:pt x="329200" y="1483966"/>
                </a:lnTo>
                <a:lnTo>
                  <a:pt x="330697" y="1484504"/>
                </a:lnTo>
                <a:lnTo>
                  <a:pt x="327177" y="1480087"/>
                </a:lnTo>
                <a:close/>
                <a:moveTo>
                  <a:pt x="734278" y="565914"/>
                </a:moveTo>
                <a:lnTo>
                  <a:pt x="735213" y="566930"/>
                </a:lnTo>
                <a:lnTo>
                  <a:pt x="735450" y="567028"/>
                </a:lnTo>
                <a:lnTo>
                  <a:pt x="735625" y="566376"/>
                </a:lnTo>
                <a:lnTo>
                  <a:pt x="734558" y="565542"/>
                </a:lnTo>
                <a:close/>
                <a:moveTo>
                  <a:pt x="326414" y="1479130"/>
                </a:moveTo>
                <a:lnTo>
                  <a:pt x="326197" y="1479749"/>
                </a:lnTo>
                <a:lnTo>
                  <a:pt x="327005" y="1479871"/>
                </a:lnTo>
                <a:close/>
                <a:moveTo>
                  <a:pt x="736196" y="561184"/>
                </a:moveTo>
                <a:lnTo>
                  <a:pt x="736267" y="562811"/>
                </a:lnTo>
                <a:lnTo>
                  <a:pt x="736746" y="562174"/>
                </a:lnTo>
                <a:lnTo>
                  <a:pt x="736880" y="561674"/>
                </a:lnTo>
                <a:close/>
                <a:moveTo>
                  <a:pt x="791532" y="437166"/>
                </a:moveTo>
                <a:lnTo>
                  <a:pt x="790762" y="440276"/>
                </a:lnTo>
                <a:lnTo>
                  <a:pt x="791302" y="440952"/>
                </a:lnTo>
                <a:lnTo>
                  <a:pt x="793501" y="437952"/>
                </a:lnTo>
                <a:close/>
                <a:moveTo>
                  <a:pt x="778978" y="465079"/>
                </a:moveTo>
                <a:lnTo>
                  <a:pt x="778963" y="465446"/>
                </a:lnTo>
                <a:lnTo>
                  <a:pt x="779041" y="465126"/>
                </a:lnTo>
                <a:close/>
                <a:moveTo>
                  <a:pt x="314738" y="1504462"/>
                </a:moveTo>
                <a:lnTo>
                  <a:pt x="315395" y="1505358"/>
                </a:lnTo>
                <a:lnTo>
                  <a:pt x="316229" y="1504536"/>
                </a:lnTo>
                <a:close/>
                <a:moveTo>
                  <a:pt x="814662" y="384954"/>
                </a:moveTo>
                <a:lnTo>
                  <a:pt x="814297" y="387529"/>
                </a:lnTo>
                <a:lnTo>
                  <a:pt x="815441" y="388521"/>
                </a:lnTo>
                <a:lnTo>
                  <a:pt x="816229" y="386271"/>
                </a:lnTo>
                <a:close/>
                <a:moveTo>
                  <a:pt x="293278" y="1552408"/>
                </a:moveTo>
                <a:lnTo>
                  <a:pt x="294076" y="1553580"/>
                </a:lnTo>
                <a:lnTo>
                  <a:pt x="295219" y="1553699"/>
                </a:lnTo>
                <a:close/>
                <a:moveTo>
                  <a:pt x="809845" y="395654"/>
                </a:moveTo>
                <a:lnTo>
                  <a:pt x="809486" y="398088"/>
                </a:lnTo>
                <a:lnTo>
                  <a:pt x="811160" y="400761"/>
                </a:lnTo>
                <a:lnTo>
                  <a:pt x="811712" y="399184"/>
                </a:lnTo>
                <a:close/>
                <a:moveTo>
                  <a:pt x="328057" y="1474436"/>
                </a:moveTo>
                <a:lnTo>
                  <a:pt x="327691" y="1475482"/>
                </a:lnTo>
                <a:lnTo>
                  <a:pt x="331660" y="1476741"/>
                </a:lnTo>
                <a:lnTo>
                  <a:pt x="331503" y="1476389"/>
                </a:lnTo>
                <a:lnTo>
                  <a:pt x="328455" y="1474458"/>
                </a:lnTo>
                <a:close/>
                <a:moveTo>
                  <a:pt x="741181" y="549335"/>
                </a:moveTo>
                <a:lnTo>
                  <a:pt x="741770" y="551511"/>
                </a:lnTo>
                <a:lnTo>
                  <a:pt x="743259" y="552312"/>
                </a:lnTo>
                <a:close/>
                <a:moveTo>
                  <a:pt x="328123" y="1474248"/>
                </a:moveTo>
                <a:lnTo>
                  <a:pt x="328119" y="1474258"/>
                </a:lnTo>
                <a:lnTo>
                  <a:pt x="328142" y="1474260"/>
                </a:lnTo>
                <a:close/>
                <a:moveTo>
                  <a:pt x="272514" y="1598696"/>
                </a:moveTo>
                <a:lnTo>
                  <a:pt x="272933" y="1598993"/>
                </a:lnTo>
                <a:lnTo>
                  <a:pt x="277949" y="1600552"/>
                </a:lnTo>
                <a:lnTo>
                  <a:pt x="276696" y="1599545"/>
                </a:lnTo>
                <a:close/>
                <a:moveTo>
                  <a:pt x="799694" y="418109"/>
                </a:moveTo>
                <a:lnTo>
                  <a:pt x="798964" y="420621"/>
                </a:lnTo>
                <a:lnTo>
                  <a:pt x="799120" y="425269"/>
                </a:lnTo>
                <a:lnTo>
                  <a:pt x="799154" y="425441"/>
                </a:lnTo>
                <a:lnTo>
                  <a:pt x="801865" y="426525"/>
                </a:lnTo>
                <a:lnTo>
                  <a:pt x="803798" y="423885"/>
                </a:lnTo>
                <a:lnTo>
                  <a:pt x="804176" y="421323"/>
                </a:lnTo>
                <a:close/>
                <a:moveTo>
                  <a:pt x="780636" y="460684"/>
                </a:moveTo>
                <a:lnTo>
                  <a:pt x="780408" y="461619"/>
                </a:lnTo>
                <a:lnTo>
                  <a:pt x="783466" y="464461"/>
                </a:lnTo>
                <a:lnTo>
                  <a:pt x="783516" y="464261"/>
                </a:lnTo>
                <a:lnTo>
                  <a:pt x="782378" y="462009"/>
                </a:lnTo>
                <a:close/>
                <a:moveTo>
                  <a:pt x="767639" y="489683"/>
                </a:moveTo>
                <a:lnTo>
                  <a:pt x="767630" y="490941"/>
                </a:lnTo>
                <a:lnTo>
                  <a:pt x="767712" y="489737"/>
                </a:lnTo>
                <a:close/>
                <a:moveTo>
                  <a:pt x="311558" y="1510613"/>
                </a:moveTo>
                <a:lnTo>
                  <a:pt x="313972" y="1514168"/>
                </a:lnTo>
                <a:lnTo>
                  <a:pt x="314708" y="1511437"/>
                </a:lnTo>
                <a:lnTo>
                  <a:pt x="312295" y="1509885"/>
                </a:lnTo>
                <a:close/>
                <a:moveTo>
                  <a:pt x="832290" y="344535"/>
                </a:moveTo>
                <a:lnTo>
                  <a:pt x="827929" y="356999"/>
                </a:lnTo>
                <a:lnTo>
                  <a:pt x="828743" y="358884"/>
                </a:lnTo>
                <a:lnTo>
                  <a:pt x="837323" y="366632"/>
                </a:lnTo>
                <a:lnTo>
                  <a:pt x="838142" y="365036"/>
                </a:lnTo>
                <a:lnTo>
                  <a:pt x="838772" y="360018"/>
                </a:lnTo>
                <a:lnTo>
                  <a:pt x="837123" y="355732"/>
                </a:lnTo>
                <a:close/>
                <a:moveTo>
                  <a:pt x="733742" y="564905"/>
                </a:moveTo>
                <a:lnTo>
                  <a:pt x="733864" y="565465"/>
                </a:lnTo>
                <a:lnTo>
                  <a:pt x="734087" y="565707"/>
                </a:lnTo>
                <a:lnTo>
                  <a:pt x="734339" y="565371"/>
                </a:lnTo>
                <a:close/>
                <a:moveTo>
                  <a:pt x="800497" y="415347"/>
                </a:moveTo>
                <a:lnTo>
                  <a:pt x="799783" y="417801"/>
                </a:lnTo>
                <a:lnTo>
                  <a:pt x="804226" y="420987"/>
                </a:lnTo>
                <a:lnTo>
                  <a:pt x="804596" y="418483"/>
                </a:lnTo>
                <a:lnTo>
                  <a:pt x="803445" y="417163"/>
                </a:lnTo>
                <a:lnTo>
                  <a:pt x="802471" y="416131"/>
                </a:lnTo>
                <a:close/>
                <a:moveTo>
                  <a:pt x="736120" y="559468"/>
                </a:moveTo>
                <a:lnTo>
                  <a:pt x="736174" y="560688"/>
                </a:lnTo>
                <a:lnTo>
                  <a:pt x="736987" y="561272"/>
                </a:lnTo>
                <a:lnTo>
                  <a:pt x="737228" y="560373"/>
                </a:lnTo>
                <a:lnTo>
                  <a:pt x="736756" y="559582"/>
                </a:lnTo>
                <a:lnTo>
                  <a:pt x="736680" y="559546"/>
                </a:lnTo>
                <a:close/>
                <a:moveTo>
                  <a:pt x="825017" y="360207"/>
                </a:moveTo>
                <a:lnTo>
                  <a:pt x="824833" y="361676"/>
                </a:lnTo>
                <a:lnTo>
                  <a:pt x="825258" y="360461"/>
                </a:lnTo>
                <a:close/>
                <a:moveTo>
                  <a:pt x="800787" y="414348"/>
                </a:moveTo>
                <a:lnTo>
                  <a:pt x="800640" y="414852"/>
                </a:lnTo>
                <a:lnTo>
                  <a:pt x="801614" y="415225"/>
                </a:lnTo>
                <a:close/>
                <a:moveTo>
                  <a:pt x="277407" y="1586222"/>
                </a:moveTo>
                <a:lnTo>
                  <a:pt x="288040" y="1595718"/>
                </a:lnTo>
                <a:lnTo>
                  <a:pt x="290104" y="1596330"/>
                </a:lnTo>
                <a:lnTo>
                  <a:pt x="282445" y="1587492"/>
                </a:lnTo>
                <a:lnTo>
                  <a:pt x="281521" y="1587037"/>
                </a:lnTo>
                <a:close/>
                <a:moveTo>
                  <a:pt x="272853" y="1596216"/>
                </a:moveTo>
                <a:lnTo>
                  <a:pt x="276185" y="1598895"/>
                </a:lnTo>
                <a:lnTo>
                  <a:pt x="290487" y="1601797"/>
                </a:lnTo>
                <a:lnTo>
                  <a:pt x="290904" y="1600895"/>
                </a:lnTo>
                <a:lnTo>
                  <a:pt x="285179" y="1599469"/>
                </a:lnTo>
                <a:close/>
                <a:moveTo>
                  <a:pt x="768545" y="486154"/>
                </a:moveTo>
                <a:lnTo>
                  <a:pt x="768276" y="489925"/>
                </a:lnTo>
                <a:lnTo>
                  <a:pt x="770497" y="491544"/>
                </a:lnTo>
                <a:lnTo>
                  <a:pt x="772030" y="489449"/>
                </a:lnTo>
                <a:close/>
                <a:moveTo>
                  <a:pt x="267951" y="1607071"/>
                </a:moveTo>
                <a:lnTo>
                  <a:pt x="282844" y="1614347"/>
                </a:lnTo>
                <a:lnTo>
                  <a:pt x="284415" y="1614937"/>
                </a:lnTo>
                <a:lnTo>
                  <a:pt x="284920" y="1613843"/>
                </a:lnTo>
                <a:close/>
                <a:moveTo>
                  <a:pt x="793917" y="429146"/>
                </a:moveTo>
                <a:lnTo>
                  <a:pt x="794752" y="430266"/>
                </a:lnTo>
                <a:lnTo>
                  <a:pt x="794741" y="429943"/>
                </a:lnTo>
                <a:close/>
                <a:moveTo>
                  <a:pt x="292670" y="1551514"/>
                </a:moveTo>
                <a:lnTo>
                  <a:pt x="292845" y="1551770"/>
                </a:lnTo>
                <a:lnTo>
                  <a:pt x="295947" y="1553774"/>
                </a:lnTo>
                <a:lnTo>
                  <a:pt x="296945" y="1553878"/>
                </a:lnTo>
                <a:close/>
                <a:moveTo>
                  <a:pt x="793042" y="431069"/>
                </a:moveTo>
                <a:lnTo>
                  <a:pt x="791682" y="436562"/>
                </a:lnTo>
                <a:lnTo>
                  <a:pt x="793722" y="437377"/>
                </a:lnTo>
                <a:lnTo>
                  <a:pt x="794858" y="433466"/>
                </a:lnTo>
                <a:lnTo>
                  <a:pt x="794836" y="432806"/>
                </a:lnTo>
                <a:close/>
                <a:moveTo>
                  <a:pt x="765917" y="491720"/>
                </a:moveTo>
                <a:lnTo>
                  <a:pt x="765297" y="495612"/>
                </a:lnTo>
                <a:lnTo>
                  <a:pt x="766332" y="497233"/>
                </a:lnTo>
                <a:lnTo>
                  <a:pt x="766562" y="496919"/>
                </a:lnTo>
                <a:lnTo>
                  <a:pt x="766596" y="492326"/>
                </a:lnTo>
                <a:close/>
                <a:moveTo>
                  <a:pt x="736076" y="558441"/>
                </a:moveTo>
                <a:lnTo>
                  <a:pt x="736078" y="558507"/>
                </a:lnTo>
                <a:lnTo>
                  <a:pt x="736129" y="558532"/>
                </a:lnTo>
                <a:close/>
                <a:moveTo>
                  <a:pt x="295064" y="1545920"/>
                </a:moveTo>
                <a:lnTo>
                  <a:pt x="295376" y="1546318"/>
                </a:lnTo>
                <a:lnTo>
                  <a:pt x="296008" y="1546436"/>
                </a:lnTo>
                <a:lnTo>
                  <a:pt x="295531" y="1546064"/>
                </a:lnTo>
                <a:close/>
                <a:moveTo>
                  <a:pt x="733929" y="563119"/>
                </a:moveTo>
                <a:lnTo>
                  <a:pt x="733744" y="563576"/>
                </a:lnTo>
                <a:lnTo>
                  <a:pt x="734987" y="564511"/>
                </a:lnTo>
                <a:lnTo>
                  <a:pt x="735394" y="563970"/>
                </a:lnTo>
                <a:close/>
                <a:moveTo>
                  <a:pt x="279557" y="1580544"/>
                </a:moveTo>
                <a:lnTo>
                  <a:pt x="286360" y="1585624"/>
                </a:lnTo>
                <a:lnTo>
                  <a:pt x="287636" y="1585992"/>
                </a:lnTo>
                <a:lnTo>
                  <a:pt x="286864" y="1584821"/>
                </a:lnTo>
                <a:lnTo>
                  <a:pt x="284572" y="1582046"/>
                </a:lnTo>
                <a:close/>
                <a:moveTo>
                  <a:pt x="782379" y="454539"/>
                </a:moveTo>
                <a:lnTo>
                  <a:pt x="785038" y="458110"/>
                </a:lnTo>
                <a:lnTo>
                  <a:pt x="785273" y="457159"/>
                </a:lnTo>
                <a:lnTo>
                  <a:pt x="783626" y="452835"/>
                </a:lnTo>
                <a:close/>
                <a:moveTo>
                  <a:pt x="798861" y="417511"/>
                </a:moveTo>
                <a:lnTo>
                  <a:pt x="798926" y="419463"/>
                </a:lnTo>
                <a:lnTo>
                  <a:pt x="799384" y="417886"/>
                </a:lnTo>
                <a:close/>
                <a:moveTo>
                  <a:pt x="742641" y="543384"/>
                </a:moveTo>
                <a:lnTo>
                  <a:pt x="741953" y="545964"/>
                </a:lnTo>
                <a:lnTo>
                  <a:pt x="743732" y="548000"/>
                </a:lnTo>
                <a:lnTo>
                  <a:pt x="743896" y="548105"/>
                </a:lnTo>
                <a:lnTo>
                  <a:pt x="743836" y="546734"/>
                </a:lnTo>
                <a:close/>
                <a:moveTo>
                  <a:pt x="735047" y="560361"/>
                </a:moveTo>
                <a:lnTo>
                  <a:pt x="734227" y="562386"/>
                </a:lnTo>
                <a:lnTo>
                  <a:pt x="735870" y="563339"/>
                </a:lnTo>
                <a:lnTo>
                  <a:pt x="735888" y="563314"/>
                </a:lnTo>
                <a:lnTo>
                  <a:pt x="735782" y="560888"/>
                </a:lnTo>
                <a:close/>
                <a:moveTo>
                  <a:pt x="766051" y="490879"/>
                </a:moveTo>
                <a:lnTo>
                  <a:pt x="765927" y="491659"/>
                </a:lnTo>
                <a:lnTo>
                  <a:pt x="766158" y="491673"/>
                </a:lnTo>
                <a:lnTo>
                  <a:pt x="766598" y="492066"/>
                </a:lnTo>
                <a:lnTo>
                  <a:pt x="766601" y="491612"/>
                </a:lnTo>
                <a:close/>
                <a:moveTo>
                  <a:pt x="801827" y="410769"/>
                </a:moveTo>
                <a:lnTo>
                  <a:pt x="800903" y="413950"/>
                </a:lnTo>
                <a:lnTo>
                  <a:pt x="802384" y="415518"/>
                </a:lnTo>
                <a:lnTo>
                  <a:pt x="804893" y="416476"/>
                </a:lnTo>
                <a:lnTo>
                  <a:pt x="805634" y="411465"/>
                </a:lnTo>
                <a:lnTo>
                  <a:pt x="803407" y="408678"/>
                </a:lnTo>
                <a:close/>
                <a:moveTo>
                  <a:pt x="735446" y="559376"/>
                </a:moveTo>
                <a:lnTo>
                  <a:pt x="735198" y="559990"/>
                </a:lnTo>
                <a:lnTo>
                  <a:pt x="735760" y="560393"/>
                </a:lnTo>
                <a:lnTo>
                  <a:pt x="735717" y="559413"/>
                </a:lnTo>
                <a:close/>
                <a:moveTo>
                  <a:pt x="782015" y="455036"/>
                </a:moveTo>
                <a:lnTo>
                  <a:pt x="781508" y="457111"/>
                </a:lnTo>
                <a:lnTo>
                  <a:pt x="783151" y="460063"/>
                </a:lnTo>
                <a:lnTo>
                  <a:pt x="783870" y="460610"/>
                </a:lnTo>
                <a:lnTo>
                  <a:pt x="783841" y="460042"/>
                </a:lnTo>
                <a:lnTo>
                  <a:pt x="784009" y="459806"/>
                </a:lnTo>
                <a:lnTo>
                  <a:pt x="784058" y="460753"/>
                </a:lnTo>
                <a:lnTo>
                  <a:pt x="784332" y="460961"/>
                </a:lnTo>
                <a:lnTo>
                  <a:pt x="784952" y="458458"/>
                </a:lnTo>
                <a:lnTo>
                  <a:pt x="782207" y="454773"/>
                </a:lnTo>
                <a:close/>
                <a:moveTo>
                  <a:pt x="793488" y="429269"/>
                </a:moveTo>
                <a:lnTo>
                  <a:pt x="793215" y="430369"/>
                </a:lnTo>
                <a:lnTo>
                  <a:pt x="794802" y="431787"/>
                </a:lnTo>
                <a:lnTo>
                  <a:pt x="794777" y="431037"/>
                </a:lnTo>
                <a:close/>
                <a:moveTo>
                  <a:pt x="305691" y="1520864"/>
                </a:moveTo>
                <a:lnTo>
                  <a:pt x="307032" y="1522685"/>
                </a:lnTo>
                <a:lnTo>
                  <a:pt x="307859" y="1523335"/>
                </a:lnTo>
                <a:lnTo>
                  <a:pt x="306242" y="1520941"/>
                </a:lnTo>
                <a:close/>
                <a:moveTo>
                  <a:pt x="781071" y="456325"/>
                </a:moveTo>
                <a:lnTo>
                  <a:pt x="781226" y="456603"/>
                </a:lnTo>
                <a:lnTo>
                  <a:pt x="781421" y="455846"/>
                </a:lnTo>
                <a:close/>
                <a:moveTo>
                  <a:pt x="270704" y="1599083"/>
                </a:moveTo>
                <a:lnTo>
                  <a:pt x="271578" y="1599823"/>
                </a:lnTo>
                <a:lnTo>
                  <a:pt x="275582" y="1601030"/>
                </a:lnTo>
                <a:lnTo>
                  <a:pt x="274975" y="1600599"/>
                </a:lnTo>
                <a:close/>
                <a:moveTo>
                  <a:pt x="802693" y="407785"/>
                </a:moveTo>
                <a:lnTo>
                  <a:pt x="802088" y="409868"/>
                </a:lnTo>
                <a:lnTo>
                  <a:pt x="803192" y="408409"/>
                </a:lnTo>
                <a:close/>
                <a:moveTo>
                  <a:pt x="270965" y="1598382"/>
                </a:moveTo>
                <a:lnTo>
                  <a:pt x="272541" y="1598871"/>
                </a:lnTo>
                <a:lnTo>
                  <a:pt x="272206" y="1598633"/>
                </a:lnTo>
                <a:close/>
                <a:moveTo>
                  <a:pt x="810725" y="389704"/>
                </a:moveTo>
                <a:lnTo>
                  <a:pt x="810460" y="391498"/>
                </a:lnTo>
                <a:lnTo>
                  <a:pt x="812041" y="394023"/>
                </a:lnTo>
                <a:lnTo>
                  <a:pt x="812854" y="395561"/>
                </a:lnTo>
                <a:lnTo>
                  <a:pt x="813106" y="393781"/>
                </a:lnTo>
                <a:close/>
                <a:moveTo>
                  <a:pt x="766387" y="488772"/>
                </a:moveTo>
                <a:lnTo>
                  <a:pt x="766258" y="489579"/>
                </a:lnTo>
                <a:lnTo>
                  <a:pt x="766613" y="490052"/>
                </a:lnTo>
                <a:lnTo>
                  <a:pt x="766622" y="488942"/>
                </a:lnTo>
                <a:close/>
                <a:moveTo>
                  <a:pt x="741453" y="544544"/>
                </a:moveTo>
                <a:lnTo>
                  <a:pt x="741219" y="545124"/>
                </a:lnTo>
                <a:lnTo>
                  <a:pt x="741279" y="545195"/>
                </a:lnTo>
                <a:close/>
                <a:moveTo>
                  <a:pt x="733269" y="562736"/>
                </a:moveTo>
                <a:lnTo>
                  <a:pt x="733344" y="563081"/>
                </a:lnTo>
                <a:lnTo>
                  <a:pt x="733443" y="562837"/>
                </a:lnTo>
                <a:close/>
                <a:moveTo>
                  <a:pt x="768754" y="483234"/>
                </a:moveTo>
                <a:lnTo>
                  <a:pt x="768558" y="485982"/>
                </a:lnTo>
                <a:lnTo>
                  <a:pt x="772110" y="489341"/>
                </a:lnTo>
                <a:lnTo>
                  <a:pt x="773644" y="487245"/>
                </a:lnTo>
                <a:lnTo>
                  <a:pt x="773878" y="486288"/>
                </a:lnTo>
                <a:close/>
                <a:moveTo>
                  <a:pt x="800080" y="413079"/>
                </a:moveTo>
                <a:lnTo>
                  <a:pt x="800616" y="413646"/>
                </a:lnTo>
                <a:lnTo>
                  <a:pt x="801218" y="411574"/>
                </a:lnTo>
                <a:close/>
                <a:moveTo>
                  <a:pt x="838217" y="327591"/>
                </a:moveTo>
                <a:lnTo>
                  <a:pt x="832525" y="343862"/>
                </a:lnTo>
                <a:lnTo>
                  <a:pt x="838936" y="358716"/>
                </a:lnTo>
                <a:lnTo>
                  <a:pt x="839136" y="357122"/>
                </a:lnTo>
                <a:lnTo>
                  <a:pt x="842757" y="331124"/>
                </a:lnTo>
                <a:close/>
                <a:moveTo>
                  <a:pt x="316134" y="1496531"/>
                </a:moveTo>
                <a:lnTo>
                  <a:pt x="318026" y="1499136"/>
                </a:lnTo>
                <a:lnTo>
                  <a:pt x="318289" y="1498164"/>
                </a:lnTo>
                <a:close/>
                <a:moveTo>
                  <a:pt x="779209" y="459599"/>
                </a:moveTo>
                <a:lnTo>
                  <a:pt x="779172" y="460473"/>
                </a:lnTo>
                <a:lnTo>
                  <a:pt x="780023" y="461262"/>
                </a:lnTo>
                <a:lnTo>
                  <a:pt x="780248" y="460388"/>
                </a:lnTo>
                <a:close/>
                <a:moveTo>
                  <a:pt x="782971" y="451115"/>
                </a:moveTo>
                <a:lnTo>
                  <a:pt x="782526" y="452939"/>
                </a:lnTo>
                <a:lnTo>
                  <a:pt x="783276" y="451915"/>
                </a:lnTo>
                <a:close/>
                <a:moveTo>
                  <a:pt x="779892" y="457935"/>
                </a:moveTo>
                <a:lnTo>
                  <a:pt x="780530" y="458350"/>
                </a:lnTo>
                <a:lnTo>
                  <a:pt x="780146" y="457589"/>
                </a:lnTo>
                <a:close/>
                <a:moveTo>
                  <a:pt x="794554" y="424965"/>
                </a:moveTo>
                <a:lnTo>
                  <a:pt x="793949" y="427409"/>
                </a:lnTo>
                <a:lnTo>
                  <a:pt x="794681" y="428117"/>
                </a:lnTo>
                <a:lnTo>
                  <a:pt x="794576" y="424987"/>
                </a:lnTo>
                <a:close/>
                <a:moveTo>
                  <a:pt x="766635" y="487218"/>
                </a:moveTo>
                <a:lnTo>
                  <a:pt x="766419" y="488571"/>
                </a:lnTo>
                <a:lnTo>
                  <a:pt x="766623" y="488721"/>
                </a:lnTo>
                <a:close/>
                <a:moveTo>
                  <a:pt x="799165" y="414289"/>
                </a:moveTo>
                <a:lnTo>
                  <a:pt x="800303" y="414724"/>
                </a:lnTo>
                <a:lnTo>
                  <a:pt x="800500" y="414045"/>
                </a:lnTo>
                <a:lnTo>
                  <a:pt x="799862" y="413369"/>
                </a:lnTo>
                <a:close/>
                <a:moveTo>
                  <a:pt x="839548" y="323785"/>
                </a:moveTo>
                <a:lnTo>
                  <a:pt x="838575" y="326568"/>
                </a:lnTo>
                <a:lnTo>
                  <a:pt x="842920" y="329951"/>
                </a:lnTo>
                <a:lnTo>
                  <a:pt x="843011" y="329294"/>
                </a:lnTo>
                <a:close/>
                <a:moveTo>
                  <a:pt x="313861" y="1500775"/>
                </a:moveTo>
                <a:lnTo>
                  <a:pt x="317009" y="1502907"/>
                </a:lnTo>
                <a:lnTo>
                  <a:pt x="317166" y="1502325"/>
                </a:lnTo>
                <a:close/>
                <a:moveTo>
                  <a:pt x="746858" y="531199"/>
                </a:moveTo>
                <a:lnTo>
                  <a:pt x="746328" y="532507"/>
                </a:lnTo>
                <a:lnTo>
                  <a:pt x="747086" y="534636"/>
                </a:lnTo>
                <a:lnTo>
                  <a:pt x="748054" y="535897"/>
                </a:lnTo>
                <a:lnTo>
                  <a:pt x="748365" y="532980"/>
                </a:lnTo>
                <a:close/>
                <a:moveTo>
                  <a:pt x="804151" y="402768"/>
                </a:moveTo>
                <a:lnTo>
                  <a:pt x="803014" y="406680"/>
                </a:lnTo>
                <a:lnTo>
                  <a:pt x="803832" y="407704"/>
                </a:lnTo>
                <a:lnTo>
                  <a:pt x="804220" y="407602"/>
                </a:lnTo>
                <a:lnTo>
                  <a:pt x="803991" y="407904"/>
                </a:lnTo>
                <a:lnTo>
                  <a:pt x="805822" y="410195"/>
                </a:lnTo>
                <a:lnTo>
                  <a:pt x="806703" y="404236"/>
                </a:lnTo>
                <a:close/>
                <a:moveTo>
                  <a:pt x="798770" y="414812"/>
                </a:moveTo>
                <a:lnTo>
                  <a:pt x="798847" y="417130"/>
                </a:lnTo>
                <a:lnTo>
                  <a:pt x="799473" y="417579"/>
                </a:lnTo>
                <a:lnTo>
                  <a:pt x="800160" y="415214"/>
                </a:lnTo>
                <a:lnTo>
                  <a:pt x="798858" y="414696"/>
                </a:lnTo>
                <a:close/>
                <a:moveTo>
                  <a:pt x="748750" y="526525"/>
                </a:moveTo>
                <a:lnTo>
                  <a:pt x="748430" y="527315"/>
                </a:lnTo>
                <a:lnTo>
                  <a:pt x="748919" y="527769"/>
                </a:lnTo>
                <a:lnTo>
                  <a:pt x="748932" y="527644"/>
                </a:lnTo>
                <a:close/>
                <a:moveTo>
                  <a:pt x="734078" y="559188"/>
                </a:moveTo>
                <a:lnTo>
                  <a:pt x="734732" y="559657"/>
                </a:lnTo>
                <a:lnTo>
                  <a:pt x="734878" y="559297"/>
                </a:lnTo>
                <a:close/>
                <a:moveTo>
                  <a:pt x="310113" y="1508483"/>
                </a:moveTo>
                <a:lnTo>
                  <a:pt x="310961" y="1509732"/>
                </a:lnTo>
                <a:lnTo>
                  <a:pt x="311393" y="1509305"/>
                </a:lnTo>
                <a:close/>
                <a:moveTo>
                  <a:pt x="311011" y="1506457"/>
                </a:moveTo>
                <a:lnTo>
                  <a:pt x="312857" y="1507862"/>
                </a:lnTo>
                <a:lnTo>
                  <a:pt x="313144" y="1507579"/>
                </a:lnTo>
                <a:lnTo>
                  <a:pt x="313110" y="1507547"/>
                </a:lnTo>
                <a:close/>
                <a:moveTo>
                  <a:pt x="761413" y="497911"/>
                </a:moveTo>
                <a:lnTo>
                  <a:pt x="761621" y="500774"/>
                </a:lnTo>
                <a:lnTo>
                  <a:pt x="762066" y="503059"/>
                </a:lnTo>
                <a:lnTo>
                  <a:pt x="762167" y="502921"/>
                </a:lnTo>
                <a:lnTo>
                  <a:pt x="762293" y="501994"/>
                </a:lnTo>
                <a:lnTo>
                  <a:pt x="762491" y="501802"/>
                </a:lnTo>
                <a:lnTo>
                  <a:pt x="762379" y="502633"/>
                </a:lnTo>
                <a:lnTo>
                  <a:pt x="763457" y="501158"/>
                </a:lnTo>
                <a:lnTo>
                  <a:pt x="763708" y="499581"/>
                </a:lnTo>
                <a:close/>
                <a:moveTo>
                  <a:pt x="282075" y="1571216"/>
                </a:moveTo>
                <a:lnTo>
                  <a:pt x="290353" y="1581817"/>
                </a:lnTo>
                <a:lnTo>
                  <a:pt x="294844" y="1583081"/>
                </a:lnTo>
                <a:lnTo>
                  <a:pt x="289209" y="1578034"/>
                </a:lnTo>
                <a:lnTo>
                  <a:pt x="283838" y="1572347"/>
                </a:lnTo>
                <a:lnTo>
                  <a:pt x="282420" y="1571327"/>
                </a:lnTo>
                <a:close/>
                <a:moveTo>
                  <a:pt x="841028" y="319554"/>
                </a:moveTo>
                <a:lnTo>
                  <a:pt x="839761" y="323177"/>
                </a:lnTo>
                <a:lnTo>
                  <a:pt x="843161" y="328225"/>
                </a:lnTo>
                <a:lnTo>
                  <a:pt x="843615" y="324957"/>
                </a:lnTo>
                <a:lnTo>
                  <a:pt x="843804" y="324776"/>
                </a:lnTo>
                <a:lnTo>
                  <a:pt x="843295" y="328425"/>
                </a:lnTo>
                <a:lnTo>
                  <a:pt x="845866" y="332242"/>
                </a:lnTo>
                <a:lnTo>
                  <a:pt x="852373" y="337308"/>
                </a:lnTo>
                <a:lnTo>
                  <a:pt x="853817" y="334495"/>
                </a:lnTo>
                <a:lnTo>
                  <a:pt x="854493" y="333220"/>
                </a:lnTo>
                <a:close/>
                <a:moveTo>
                  <a:pt x="825897" y="353197"/>
                </a:moveTo>
                <a:lnTo>
                  <a:pt x="825546" y="355997"/>
                </a:lnTo>
                <a:lnTo>
                  <a:pt x="826514" y="356872"/>
                </a:lnTo>
                <a:lnTo>
                  <a:pt x="826948" y="355631"/>
                </a:lnTo>
                <a:close/>
                <a:moveTo>
                  <a:pt x="304500" y="1520698"/>
                </a:moveTo>
                <a:lnTo>
                  <a:pt x="306162" y="1522002"/>
                </a:lnTo>
                <a:lnTo>
                  <a:pt x="305282" y="1520807"/>
                </a:lnTo>
                <a:close/>
                <a:moveTo>
                  <a:pt x="738329" y="549146"/>
                </a:moveTo>
                <a:lnTo>
                  <a:pt x="738340" y="549275"/>
                </a:lnTo>
                <a:lnTo>
                  <a:pt x="738371" y="549303"/>
                </a:lnTo>
                <a:close/>
                <a:moveTo>
                  <a:pt x="811352" y="385460"/>
                </a:moveTo>
                <a:lnTo>
                  <a:pt x="810766" y="389427"/>
                </a:lnTo>
                <a:lnTo>
                  <a:pt x="813146" y="393502"/>
                </a:lnTo>
                <a:lnTo>
                  <a:pt x="813958" y="387780"/>
                </a:lnTo>
                <a:close/>
                <a:moveTo>
                  <a:pt x="767692" y="482599"/>
                </a:moveTo>
                <a:lnTo>
                  <a:pt x="767640" y="489463"/>
                </a:lnTo>
                <a:lnTo>
                  <a:pt x="767727" y="489525"/>
                </a:lnTo>
                <a:lnTo>
                  <a:pt x="767995" y="485634"/>
                </a:lnTo>
                <a:lnTo>
                  <a:pt x="767785" y="485435"/>
                </a:lnTo>
                <a:lnTo>
                  <a:pt x="768000" y="485455"/>
                </a:lnTo>
                <a:lnTo>
                  <a:pt x="768007" y="485462"/>
                </a:lnTo>
                <a:lnTo>
                  <a:pt x="768184" y="482892"/>
                </a:lnTo>
                <a:close/>
                <a:moveTo>
                  <a:pt x="318622" y="1487991"/>
                </a:moveTo>
                <a:lnTo>
                  <a:pt x="319758" y="1490374"/>
                </a:lnTo>
                <a:lnTo>
                  <a:pt x="320291" y="1490740"/>
                </a:lnTo>
                <a:lnTo>
                  <a:pt x="320689" y="1489264"/>
                </a:lnTo>
                <a:lnTo>
                  <a:pt x="320223" y="1488772"/>
                </a:lnTo>
                <a:close/>
                <a:moveTo>
                  <a:pt x="733410" y="559189"/>
                </a:moveTo>
                <a:lnTo>
                  <a:pt x="732961" y="561326"/>
                </a:lnTo>
                <a:lnTo>
                  <a:pt x="733042" y="561699"/>
                </a:lnTo>
                <a:lnTo>
                  <a:pt x="733740" y="562104"/>
                </a:lnTo>
                <a:lnTo>
                  <a:pt x="734582" y="560028"/>
                </a:lnTo>
                <a:close/>
                <a:moveTo>
                  <a:pt x="289133" y="1553862"/>
                </a:moveTo>
                <a:lnTo>
                  <a:pt x="292222" y="1557738"/>
                </a:lnTo>
                <a:lnTo>
                  <a:pt x="293120" y="1558378"/>
                </a:lnTo>
                <a:lnTo>
                  <a:pt x="296973" y="1560420"/>
                </a:lnTo>
                <a:lnTo>
                  <a:pt x="295355" y="1558044"/>
                </a:lnTo>
                <a:lnTo>
                  <a:pt x="293751" y="1556685"/>
                </a:lnTo>
                <a:close/>
                <a:moveTo>
                  <a:pt x="746046" y="530631"/>
                </a:moveTo>
                <a:lnTo>
                  <a:pt x="745880" y="531252"/>
                </a:lnTo>
                <a:lnTo>
                  <a:pt x="746047" y="531719"/>
                </a:lnTo>
                <a:lnTo>
                  <a:pt x="746426" y="530783"/>
                </a:lnTo>
                <a:close/>
                <a:moveTo>
                  <a:pt x="779360" y="456033"/>
                </a:moveTo>
                <a:lnTo>
                  <a:pt x="779304" y="457340"/>
                </a:lnTo>
                <a:lnTo>
                  <a:pt x="779728" y="456761"/>
                </a:lnTo>
                <a:close/>
                <a:moveTo>
                  <a:pt x="757263" y="505508"/>
                </a:moveTo>
                <a:lnTo>
                  <a:pt x="756731" y="506822"/>
                </a:lnTo>
                <a:lnTo>
                  <a:pt x="756646" y="507443"/>
                </a:lnTo>
                <a:lnTo>
                  <a:pt x="757897" y="508755"/>
                </a:lnTo>
                <a:lnTo>
                  <a:pt x="758102" y="508475"/>
                </a:lnTo>
                <a:lnTo>
                  <a:pt x="757911" y="505856"/>
                </a:lnTo>
                <a:close/>
                <a:moveTo>
                  <a:pt x="312975" y="1500174"/>
                </a:moveTo>
                <a:lnTo>
                  <a:pt x="313381" y="1500450"/>
                </a:lnTo>
                <a:lnTo>
                  <a:pt x="313317" y="1500320"/>
                </a:lnTo>
                <a:lnTo>
                  <a:pt x="317214" y="1502149"/>
                </a:lnTo>
                <a:lnTo>
                  <a:pt x="317395" y="1501475"/>
                </a:lnTo>
                <a:close/>
                <a:moveTo>
                  <a:pt x="885964" y="217039"/>
                </a:moveTo>
                <a:lnTo>
                  <a:pt x="882496" y="233205"/>
                </a:lnTo>
                <a:lnTo>
                  <a:pt x="876256" y="264328"/>
                </a:lnTo>
                <a:lnTo>
                  <a:pt x="878501" y="269318"/>
                </a:lnTo>
                <a:lnTo>
                  <a:pt x="882947" y="279566"/>
                </a:lnTo>
                <a:lnTo>
                  <a:pt x="888819" y="268493"/>
                </a:lnTo>
                <a:lnTo>
                  <a:pt x="889368" y="268251"/>
                </a:lnTo>
                <a:lnTo>
                  <a:pt x="883136" y="280002"/>
                </a:lnTo>
                <a:lnTo>
                  <a:pt x="889061" y="293657"/>
                </a:lnTo>
                <a:lnTo>
                  <a:pt x="897286" y="242022"/>
                </a:lnTo>
                <a:lnTo>
                  <a:pt x="887161" y="218221"/>
                </a:lnTo>
                <a:close/>
                <a:moveTo>
                  <a:pt x="733644" y="558072"/>
                </a:moveTo>
                <a:lnTo>
                  <a:pt x="733534" y="558595"/>
                </a:lnTo>
                <a:lnTo>
                  <a:pt x="735076" y="558808"/>
                </a:lnTo>
                <a:lnTo>
                  <a:pt x="735090" y="558774"/>
                </a:lnTo>
                <a:close/>
                <a:moveTo>
                  <a:pt x="277862" y="1578593"/>
                </a:moveTo>
                <a:lnTo>
                  <a:pt x="278796" y="1579670"/>
                </a:lnTo>
                <a:lnTo>
                  <a:pt x="283863" y="1581188"/>
                </a:lnTo>
                <a:lnTo>
                  <a:pt x="282889" y="1580008"/>
                </a:lnTo>
                <a:close/>
                <a:moveTo>
                  <a:pt x="806416" y="394969"/>
                </a:moveTo>
                <a:lnTo>
                  <a:pt x="804192" y="402625"/>
                </a:lnTo>
                <a:lnTo>
                  <a:pt x="806725" y="404082"/>
                </a:lnTo>
                <a:lnTo>
                  <a:pt x="807756" y="397108"/>
                </a:lnTo>
                <a:close/>
                <a:moveTo>
                  <a:pt x="775635" y="463750"/>
                </a:moveTo>
                <a:lnTo>
                  <a:pt x="777471" y="465343"/>
                </a:lnTo>
                <a:lnTo>
                  <a:pt x="777529" y="463976"/>
                </a:lnTo>
                <a:lnTo>
                  <a:pt x="776207" y="462969"/>
                </a:lnTo>
                <a:close/>
                <a:moveTo>
                  <a:pt x="747585" y="526530"/>
                </a:moveTo>
                <a:lnTo>
                  <a:pt x="747995" y="526911"/>
                </a:lnTo>
                <a:lnTo>
                  <a:pt x="748578" y="525470"/>
                </a:lnTo>
                <a:lnTo>
                  <a:pt x="748523" y="525135"/>
                </a:lnTo>
                <a:close/>
                <a:moveTo>
                  <a:pt x="798680" y="412117"/>
                </a:moveTo>
                <a:lnTo>
                  <a:pt x="798747" y="414131"/>
                </a:lnTo>
                <a:lnTo>
                  <a:pt x="798839" y="414165"/>
                </a:lnTo>
                <a:lnTo>
                  <a:pt x="799628" y="413122"/>
                </a:lnTo>
                <a:close/>
                <a:moveTo>
                  <a:pt x="886196" y="215953"/>
                </a:moveTo>
                <a:lnTo>
                  <a:pt x="886093" y="216432"/>
                </a:lnTo>
                <a:lnTo>
                  <a:pt x="886622" y="216954"/>
                </a:lnTo>
                <a:close/>
                <a:moveTo>
                  <a:pt x="811784" y="382536"/>
                </a:moveTo>
                <a:lnTo>
                  <a:pt x="811416" y="385031"/>
                </a:lnTo>
                <a:lnTo>
                  <a:pt x="814026" y="387295"/>
                </a:lnTo>
                <a:lnTo>
                  <a:pt x="814390" y="384726"/>
                </a:lnTo>
                <a:close/>
                <a:moveTo>
                  <a:pt x="775270" y="464250"/>
                </a:moveTo>
                <a:lnTo>
                  <a:pt x="777410" y="466791"/>
                </a:lnTo>
                <a:lnTo>
                  <a:pt x="777454" y="465738"/>
                </a:lnTo>
                <a:lnTo>
                  <a:pt x="775453" y="464000"/>
                </a:lnTo>
                <a:close/>
                <a:moveTo>
                  <a:pt x="762068" y="493646"/>
                </a:moveTo>
                <a:lnTo>
                  <a:pt x="761249" y="495667"/>
                </a:lnTo>
                <a:lnTo>
                  <a:pt x="761354" y="497106"/>
                </a:lnTo>
                <a:lnTo>
                  <a:pt x="763817" y="498898"/>
                </a:lnTo>
                <a:lnTo>
                  <a:pt x="764137" y="496888"/>
                </a:lnTo>
                <a:close/>
                <a:moveTo>
                  <a:pt x="764766" y="487589"/>
                </a:moveTo>
                <a:lnTo>
                  <a:pt x="765470" y="488527"/>
                </a:lnTo>
                <a:lnTo>
                  <a:pt x="765530" y="488147"/>
                </a:lnTo>
                <a:close/>
                <a:moveTo>
                  <a:pt x="847494" y="302328"/>
                </a:moveTo>
                <a:lnTo>
                  <a:pt x="843678" y="311982"/>
                </a:lnTo>
                <a:lnTo>
                  <a:pt x="841128" y="319268"/>
                </a:lnTo>
                <a:lnTo>
                  <a:pt x="854503" y="332484"/>
                </a:lnTo>
                <a:lnTo>
                  <a:pt x="854750" y="332734"/>
                </a:lnTo>
                <a:lnTo>
                  <a:pt x="859671" y="323456"/>
                </a:lnTo>
                <a:lnTo>
                  <a:pt x="859528" y="323200"/>
                </a:lnTo>
                <a:close/>
                <a:moveTo>
                  <a:pt x="745596" y="530452"/>
                </a:moveTo>
                <a:lnTo>
                  <a:pt x="745619" y="530518"/>
                </a:lnTo>
                <a:lnTo>
                  <a:pt x="745634" y="530468"/>
                </a:lnTo>
                <a:close/>
                <a:moveTo>
                  <a:pt x="299398" y="1529558"/>
                </a:moveTo>
                <a:lnTo>
                  <a:pt x="301347" y="1532952"/>
                </a:lnTo>
                <a:lnTo>
                  <a:pt x="307907" y="1534843"/>
                </a:lnTo>
                <a:lnTo>
                  <a:pt x="299964" y="1529966"/>
                </a:lnTo>
                <a:close/>
                <a:moveTo>
                  <a:pt x="811876" y="381921"/>
                </a:moveTo>
                <a:lnTo>
                  <a:pt x="811830" y="382227"/>
                </a:lnTo>
                <a:lnTo>
                  <a:pt x="814419" y="384402"/>
                </a:lnTo>
                <a:close/>
                <a:moveTo>
                  <a:pt x="734051" y="556159"/>
                </a:moveTo>
                <a:lnTo>
                  <a:pt x="733997" y="556392"/>
                </a:lnTo>
                <a:lnTo>
                  <a:pt x="733779" y="557430"/>
                </a:lnTo>
                <a:lnTo>
                  <a:pt x="735338" y="558160"/>
                </a:lnTo>
                <a:lnTo>
                  <a:pt x="735508" y="557742"/>
                </a:lnTo>
                <a:close/>
                <a:moveTo>
                  <a:pt x="764192" y="488401"/>
                </a:moveTo>
                <a:lnTo>
                  <a:pt x="762835" y="491751"/>
                </a:lnTo>
                <a:lnTo>
                  <a:pt x="764532" y="494410"/>
                </a:lnTo>
                <a:lnTo>
                  <a:pt x="765262" y="489826"/>
                </a:lnTo>
                <a:close/>
                <a:moveTo>
                  <a:pt x="807509" y="391233"/>
                </a:moveTo>
                <a:lnTo>
                  <a:pt x="807357" y="391731"/>
                </a:lnTo>
                <a:lnTo>
                  <a:pt x="806770" y="393751"/>
                </a:lnTo>
                <a:lnTo>
                  <a:pt x="807969" y="395665"/>
                </a:lnTo>
                <a:lnTo>
                  <a:pt x="808138" y="394523"/>
                </a:lnTo>
                <a:lnTo>
                  <a:pt x="808019" y="392199"/>
                </a:lnTo>
                <a:close/>
                <a:moveTo>
                  <a:pt x="290637" y="1548529"/>
                </a:moveTo>
                <a:lnTo>
                  <a:pt x="291771" y="1550193"/>
                </a:lnTo>
                <a:lnTo>
                  <a:pt x="298782" y="1554069"/>
                </a:lnTo>
                <a:lnTo>
                  <a:pt x="300952" y="1554296"/>
                </a:lnTo>
                <a:lnTo>
                  <a:pt x="299393" y="1552304"/>
                </a:lnTo>
                <a:lnTo>
                  <a:pt x="294423" y="1549888"/>
                </a:lnTo>
                <a:close/>
                <a:moveTo>
                  <a:pt x="267947" y="1599312"/>
                </a:moveTo>
                <a:lnTo>
                  <a:pt x="269461" y="1599856"/>
                </a:lnTo>
                <a:lnTo>
                  <a:pt x="269319" y="1599726"/>
                </a:lnTo>
                <a:close/>
                <a:moveTo>
                  <a:pt x="314723" y="1494559"/>
                </a:moveTo>
                <a:lnTo>
                  <a:pt x="314965" y="1494921"/>
                </a:lnTo>
                <a:lnTo>
                  <a:pt x="315570" y="1495754"/>
                </a:lnTo>
                <a:lnTo>
                  <a:pt x="316670" y="1496588"/>
                </a:lnTo>
                <a:lnTo>
                  <a:pt x="318374" y="1497845"/>
                </a:lnTo>
                <a:lnTo>
                  <a:pt x="318548" y="1497204"/>
                </a:lnTo>
                <a:close/>
                <a:moveTo>
                  <a:pt x="766328" y="483136"/>
                </a:moveTo>
                <a:lnTo>
                  <a:pt x="766232" y="483362"/>
                </a:lnTo>
                <a:lnTo>
                  <a:pt x="764646" y="487279"/>
                </a:lnTo>
                <a:lnTo>
                  <a:pt x="765562" y="487947"/>
                </a:lnTo>
                <a:close/>
                <a:moveTo>
                  <a:pt x="732446" y="558963"/>
                </a:moveTo>
                <a:lnTo>
                  <a:pt x="732877" y="560941"/>
                </a:lnTo>
                <a:lnTo>
                  <a:pt x="733289" y="559102"/>
                </a:lnTo>
                <a:lnTo>
                  <a:pt x="733249" y="559073"/>
                </a:lnTo>
                <a:close/>
                <a:moveTo>
                  <a:pt x="745371" y="529822"/>
                </a:moveTo>
                <a:lnTo>
                  <a:pt x="745447" y="530033"/>
                </a:lnTo>
                <a:lnTo>
                  <a:pt x="745734" y="530147"/>
                </a:lnTo>
                <a:lnTo>
                  <a:pt x="745797" y="529945"/>
                </a:lnTo>
                <a:lnTo>
                  <a:pt x="745514" y="529610"/>
                </a:lnTo>
                <a:close/>
                <a:moveTo>
                  <a:pt x="820055" y="362586"/>
                </a:moveTo>
                <a:lnTo>
                  <a:pt x="823140" y="366514"/>
                </a:lnTo>
                <a:lnTo>
                  <a:pt x="823396" y="365785"/>
                </a:lnTo>
                <a:lnTo>
                  <a:pt x="823221" y="365470"/>
                </a:lnTo>
                <a:close/>
                <a:moveTo>
                  <a:pt x="768527" y="477909"/>
                </a:moveTo>
                <a:lnTo>
                  <a:pt x="767867" y="479477"/>
                </a:lnTo>
                <a:lnTo>
                  <a:pt x="767708" y="480477"/>
                </a:lnTo>
                <a:lnTo>
                  <a:pt x="767697" y="481885"/>
                </a:lnTo>
                <a:lnTo>
                  <a:pt x="768231" y="482204"/>
                </a:lnTo>
                <a:close/>
                <a:moveTo>
                  <a:pt x="740347" y="540980"/>
                </a:moveTo>
                <a:lnTo>
                  <a:pt x="741923" y="541902"/>
                </a:lnTo>
                <a:lnTo>
                  <a:pt x="742024" y="541651"/>
                </a:lnTo>
                <a:lnTo>
                  <a:pt x="742024" y="541650"/>
                </a:lnTo>
                <a:close/>
                <a:moveTo>
                  <a:pt x="769494" y="475611"/>
                </a:moveTo>
                <a:lnTo>
                  <a:pt x="769260" y="476168"/>
                </a:lnTo>
                <a:lnTo>
                  <a:pt x="768804" y="482545"/>
                </a:lnTo>
                <a:lnTo>
                  <a:pt x="774030" y="485662"/>
                </a:lnTo>
                <a:lnTo>
                  <a:pt x="774988" y="481737"/>
                </a:lnTo>
                <a:lnTo>
                  <a:pt x="770840" y="476210"/>
                </a:lnTo>
                <a:close/>
                <a:moveTo>
                  <a:pt x="770416" y="473421"/>
                </a:moveTo>
                <a:lnTo>
                  <a:pt x="770386" y="473492"/>
                </a:lnTo>
                <a:lnTo>
                  <a:pt x="771732" y="475285"/>
                </a:lnTo>
                <a:lnTo>
                  <a:pt x="773201" y="476323"/>
                </a:lnTo>
                <a:lnTo>
                  <a:pt x="774892" y="477075"/>
                </a:lnTo>
                <a:lnTo>
                  <a:pt x="774226" y="476182"/>
                </a:lnTo>
                <a:close/>
                <a:moveTo>
                  <a:pt x="310042" y="1504230"/>
                </a:moveTo>
                <a:lnTo>
                  <a:pt x="310356" y="1504533"/>
                </a:lnTo>
                <a:lnTo>
                  <a:pt x="314206" y="1506530"/>
                </a:lnTo>
                <a:lnTo>
                  <a:pt x="315252" y="1505500"/>
                </a:lnTo>
                <a:lnTo>
                  <a:pt x="314481" y="1504450"/>
                </a:lnTo>
                <a:close/>
                <a:moveTo>
                  <a:pt x="771046" y="471921"/>
                </a:moveTo>
                <a:lnTo>
                  <a:pt x="770713" y="472715"/>
                </a:lnTo>
                <a:lnTo>
                  <a:pt x="772729" y="474175"/>
                </a:lnTo>
                <a:close/>
                <a:moveTo>
                  <a:pt x="793314" y="422031"/>
                </a:moveTo>
                <a:lnTo>
                  <a:pt x="794115" y="423153"/>
                </a:lnTo>
                <a:lnTo>
                  <a:pt x="794474" y="421916"/>
                </a:lnTo>
                <a:lnTo>
                  <a:pt x="794429" y="420557"/>
                </a:lnTo>
                <a:close/>
                <a:moveTo>
                  <a:pt x="302724" y="1520450"/>
                </a:moveTo>
                <a:lnTo>
                  <a:pt x="306802" y="1525588"/>
                </a:lnTo>
                <a:lnTo>
                  <a:pt x="310174" y="1528246"/>
                </a:lnTo>
                <a:lnTo>
                  <a:pt x="310331" y="1527665"/>
                </a:lnTo>
                <a:lnTo>
                  <a:pt x="307179" y="1523384"/>
                </a:lnTo>
                <a:lnTo>
                  <a:pt x="303597" y="1520572"/>
                </a:lnTo>
                <a:close/>
                <a:moveTo>
                  <a:pt x="853492" y="287156"/>
                </a:moveTo>
                <a:lnTo>
                  <a:pt x="847611" y="302032"/>
                </a:lnTo>
                <a:lnTo>
                  <a:pt x="859811" y="323191"/>
                </a:lnTo>
                <a:lnTo>
                  <a:pt x="866837" y="309943"/>
                </a:lnTo>
                <a:lnTo>
                  <a:pt x="867199" y="307668"/>
                </a:lnTo>
                <a:lnTo>
                  <a:pt x="868201" y="302677"/>
                </a:lnTo>
                <a:close/>
                <a:moveTo>
                  <a:pt x="732327" y="558414"/>
                </a:moveTo>
                <a:lnTo>
                  <a:pt x="732330" y="558430"/>
                </a:lnTo>
                <a:lnTo>
                  <a:pt x="732354" y="558432"/>
                </a:lnTo>
                <a:close/>
                <a:moveTo>
                  <a:pt x="772929" y="467447"/>
                </a:moveTo>
                <a:lnTo>
                  <a:pt x="771309" y="471299"/>
                </a:lnTo>
                <a:lnTo>
                  <a:pt x="774312" y="475322"/>
                </a:lnTo>
                <a:lnTo>
                  <a:pt x="776216" y="476703"/>
                </a:lnTo>
                <a:lnTo>
                  <a:pt x="777154" y="472859"/>
                </a:lnTo>
                <a:lnTo>
                  <a:pt x="777377" y="467592"/>
                </a:lnTo>
                <a:lnTo>
                  <a:pt x="774972" y="464656"/>
                </a:lnTo>
                <a:close/>
                <a:moveTo>
                  <a:pt x="774398" y="463957"/>
                </a:moveTo>
                <a:lnTo>
                  <a:pt x="774314" y="464156"/>
                </a:lnTo>
                <a:lnTo>
                  <a:pt x="774431" y="463996"/>
                </a:lnTo>
                <a:close/>
                <a:moveTo>
                  <a:pt x="792837" y="422664"/>
                </a:moveTo>
                <a:lnTo>
                  <a:pt x="793250" y="423083"/>
                </a:lnTo>
                <a:lnTo>
                  <a:pt x="793865" y="423329"/>
                </a:lnTo>
                <a:lnTo>
                  <a:pt x="793132" y="422273"/>
                </a:lnTo>
                <a:close/>
                <a:moveTo>
                  <a:pt x="774667" y="463319"/>
                </a:moveTo>
                <a:lnTo>
                  <a:pt x="774607" y="463462"/>
                </a:lnTo>
                <a:lnTo>
                  <a:pt x="774722" y="463598"/>
                </a:lnTo>
                <a:lnTo>
                  <a:pt x="774825" y="463456"/>
                </a:lnTo>
                <a:close/>
                <a:moveTo>
                  <a:pt x="808918" y="386612"/>
                </a:moveTo>
                <a:lnTo>
                  <a:pt x="808611" y="387619"/>
                </a:lnTo>
                <a:lnTo>
                  <a:pt x="808663" y="388628"/>
                </a:lnTo>
                <a:lnTo>
                  <a:pt x="809145" y="389399"/>
                </a:lnTo>
                <a:lnTo>
                  <a:pt x="809547" y="387688"/>
                </a:lnTo>
                <a:close/>
                <a:moveTo>
                  <a:pt x="775152" y="462166"/>
                </a:moveTo>
                <a:lnTo>
                  <a:pt x="774793" y="463019"/>
                </a:lnTo>
                <a:lnTo>
                  <a:pt x="775009" y="463206"/>
                </a:lnTo>
                <a:lnTo>
                  <a:pt x="775549" y="462468"/>
                </a:lnTo>
                <a:close/>
                <a:moveTo>
                  <a:pt x="786697" y="436312"/>
                </a:moveTo>
                <a:lnTo>
                  <a:pt x="786044" y="438844"/>
                </a:lnTo>
                <a:lnTo>
                  <a:pt x="788313" y="444800"/>
                </a:lnTo>
                <a:lnTo>
                  <a:pt x="788333" y="444813"/>
                </a:lnTo>
                <a:lnTo>
                  <a:pt x="789553" y="439884"/>
                </a:lnTo>
                <a:close/>
                <a:moveTo>
                  <a:pt x="313917" y="1494851"/>
                </a:moveTo>
                <a:lnTo>
                  <a:pt x="315053" y="1496055"/>
                </a:lnTo>
                <a:lnTo>
                  <a:pt x="314591" y="1495361"/>
                </a:lnTo>
                <a:close/>
                <a:moveTo>
                  <a:pt x="749231" y="519962"/>
                </a:moveTo>
                <a:lnTo>
                  <a:pt x="748989" y="520743"/>
                </a:lnTo>
                <a:lnTo>
                  <a:pt x="749348" y="520994"/>
                </a:lnTo>
                <a:lnTo>
                  <a:pt x="749272" y="520023"/>
                </a:lnTo>
                <a:close/>
                <a:moveTo>
                  <a:pt x="776954" y="457883"/>
                </a:moveTo>
                <a:lnTo>
                  <a:pt x="776795" y="458263"/>
                </a:lnTo>
                <a:lnTo>
                  <a:pt x="777733" y="459134"/>
                </a:lnTo>
                <a:lnTo>
                  <a:pt x="777759" y="458495"/>
                </a:lnTo>
                <a:close/>
                <a:moveTo>
                  <a:pt x="274249" y="1583402"/>
                </a:moveTo>
                <a:lnTo>
                  <a:pt x="277102" y="1585949"/>
                </a:lnTo>
                <a:lnTo>
                  <a:pt x="280635" y="1586600"/>
                </a:lnTo>
                <a:lnTo>
                  <a:pt x="275413" y="1584025"/>
                </a:lnTo>
                <a:lnTo>
                  <a:pt x="274627" y="1583541"/>
                </a:lnTo>
                <a:close/>
                <a:moveTo>
                  <a:pt x="786950" y="435335"/>
                </a:moveTo>
                <a:lnTo>
                  <a:pt x="786917" y="435464"/>
                </a:lnTo>
                <a:lnTo>
                  <a:pt x="789764" y="439028"/>
                </a:lnTo>
                <a:lnTo>
                  <a:pt x="790343" y="436691"/>
                </a:lnTo>
                <a:close/>
                <a:moveTo>
                  <a:pt x="301099" y="1523234"/>
                </a:moveTo>
                <a:lnTo>
                  <a:pt x="303755" y="1525786"/>
                </a:lnTo>
                <a:lnTo>
                  <a:pt x="305894" y="1527155"/>
                </a:lnTo>
                <a:lnTo>
                  <a:pt x="304997" y="1525837"/>
                </a:lnTo>
                <a:close/>
                <a:moveTo>
                  <a:pt x="856450" y="279670"/>
                </a:moveTo>
                <a:lnTo>
                  <a:pt x="853696" y="286637"/>
                </a:lnTo>
                <a:lnTo>
                  <a:pt x="866114" y="299390"/>
                </a:lnTo>
                <a:lnTo>
                  <a:pt x="868380" y="301781"/>
                </a:lnTo>
                <a:lnTo>
                  <a:pt x="869164" y="297871"/>
                </a:lnTo>
                <a:lnTo>
                  <a:pt x="864609" y="291232"/>
                </a:lnTo>
                <a:close/>
                <a:moveTo>
                  <a:pt x="769371" y="474614"/>
                </a:moveTo>
                <a:lnTo>
                  <a:pt x="769370" y="474621"/>
                </a:lnTo>
                <a:lnTo>
                  <a:pt x="769394" y="474632"/>
                </a:lnTo>
                <a:close/>
                <a:moveTo>
                  <a:pt x="323934" y="1471900"/>
                </a:moveTo>
                <a:lnTo>
                  <a:pt x="325704" y="1474122"/>
                </a:lnTo>
                <a:lnTo>
                  <a:pt x="325809" y="1474127"/>
                </a:lnTo>
                <a:lnTo>
                  <a:pt x="326195" y="1473026"/>
                </a:lnTo>
                <a:lnTo>
                  <a:pt x="324986" y="1472260"/>
                </a:lnTo>
                <a:close/>
                <a:moveTo>
                  <a:pt x="757546" y="500843"/>
                </a:moveTo>
                <a:lnTo>
                  <a:pt x="757275" y="502829"/>
                </a:lnTo>
                <a:lnTo>
                  <a:pt x="757679" y="503047"/>
                </a:lnTo>
                <a:lnTo>
                  <a:pt x="757702" y="502992"/>
                </a:lnTo>
                <a:close/>
                <a:moveTo>
                  <a:pt x="809714" y="384002"/>
                </a:moveTo>
                <a:lnTo>
                  <a:pt x="808988" y="386383"/>
                </a:lnTo>
                <a:lnTo>
                  <a:pt x="809606" y="387440"/>
                </a:lnTo>
                <a:lnTo>
                  <a:pt x="810292" y="384515"/>
                </a:lnTo>
                <a:close/>
                <a:moveTo>
                  <a:pt x="779563" y="451222"/>
                </a:moveTo>
                <a:lnTo>
                  <a:pt x="779469" y="453445"/>
                </a:lnTo>
                <a:lnTo>
                  <a:pt x="780629" y="455530"/>
                </a:lnTo>
                <a:lnTo>
                  <a:pt x="781691" y="454080"/>
                </a:lnTo>
                <a:close/>
                <a:moveTo>
                  <a:pt x="732087" y="557317"/>
                </a:moveTo>
                <a:lnTo>
                  <a:pt x="732203" y="557845"/>
                </a:lnTo>
                <a:lnTo>
                  <a:pt x="733183" y="558546"/>
                </a:lnTo>
                <a:lnTo>
                  <a:pt x="733407" y="558577"/>
                </a:lnTo>
                <a:lnTo>
                  <a:pt x="733532" y="558017"/>
                </a:lnTo>
                <a:close/>
                <a:moveTo>
                  <a:pt x="311213" y="1499656"/>
                </a:moveTo>
                <a:lnTo>
                  <a:pt x="314356" y="1503941"/>
                </a:lnTo>
                <a:lnTo>
                  <a:pt x="316699" y="1504056"/>
                </a:lnTo>
                <a:lnTo>
                  <a:pt x="316909" y="1503279"/>
                </a:lnTo>
                <a:lnTo>
                  <a:pt x="311986" y="1499883"/>
                </a:lnTo>
                <a:close/>
                <a:moveTo>
                  <a:pt x="791235" y="424783"/>
                </a:moveTo>
                <a:lnTo>
                  <a:pt x="793114" y="426600"/>
                </a:lnTo>
                <a:lnTo>
                  <a:pt x="793809" y="424208"/>
                </a:lnTo>
                <a:lnTo>
                  <a:pt x="793789" y="424188"/>
                </a:lnTo>
                <a:lnTo>
                  <a:pt x="792173" y="423543"/>
                </a:lnTo>
                <a:close/>
                <a:moveTo>
                  <a:pt x="808525" y="385940"/>
                </a:moveTo>
                <a:lnTo>
                  <a:pt x="808587" y="387144"/>
                </a:lnTo>
                <a:lnTo>
                  <a:pt x="808808" y="386422"/>
                </a:lnTo>
                <a:close/>
                <a:moveTo>
                  <a:pt x="810493" y="381449"/>
                </a:moveTo>
                <a:lnTo>
                  <a:pt x="809822" y="383650"/>
                </a:lnTo>
                <a:lnTo>
                  <a:pt x="810382" y="384136"/>
                </a:lnTo>
                <a:lnTo>
                  <a:pt x="810927" y="381815"/>
                </a:lnTo>
                <a:close/>
                <a:moveTo>
                  <a:pt x="770704" y="470488"/>
                </a:moveTo>
                <a:lnTo>
                  <a:pt x="771134" y="471065"/>
                </a:lnTo>
                <a:lnTo>
                  <a:pt x="772289" y="468322"/>
                </a:lnTo>
                <a:close/>
                <a:moveTo>
                  <a:pt x="768550" y="475191"/>
                </a:moveTo>
                <a:lnTo>
                  <a:pt x="768033" y="478437"/>
                </a:lnTo>
                <a:lnTo>
                  <a:pt x="768580" y="477136"/>
                </a:lnTo>
                <a:lnTo>
                  <a:pt x="768709" y="475262"/>
                </a:lnTo>
                <a:close/>
                <a:moveTo>
                  <a:pt x="861001" y="268157"/>
                </a:moveTo>
                <a:lnTo>
                  <a:pt x="856513" y="279509"/>
                </a:lnTo>
                <a:lnTo>
                  <a:pt x="869233" y="297525"/>
                </a:lnTo>
                <a:lnTo>
                  <a:pt x="872426" y="281603"/>
                </a:lnTo>
                <a:lnTo>
                  <a:pt x="864385" y="272062"/>
                </a:lnTo>
                <a:close/>
                <a:moveTo>
                  <a:pt x="293430" y="1539048"/>
                </a:moveTo>
                <a:lnTo>
                  <a:pt x="295275" y="1541178"/>
                </a:lnTo>
                <a:lnTo>
                  <a:pt x="297415" y="1542289"/>
                </a:lnTo>
                <a:lnTo>
                  <a:pt x="295986" y="1539801"/>
                </a:lnTo>
                <a:close/>
                <a:moveTo>
                  <a:pt x="810699" y="380773"/>
                </a:moveTo>
                <a:lnTo>
                  <a:pt x="810577" y="381173"/>
                </a:lnTo>
                <a:lnTo>
                  <a:pt x="810995" y="381524"/>
                </a:lnTo>
                <a:lnTo>
                  <a:pt x="811084" y="381148"/>
                </a:lnTo>
                <a:close/>
                <a:moveTo>
                  <a:pt x="800044" y="404469"/>
                </a:moveTo>
                <a:lnTo>
                  <a:pt x="798592" y="409466"/>
                </a:lnTo>
                <a:lnTo>
                  <a:pt x="798662" y="411577"/>
                </a:lnTo>
                <a:lnTo>
                  <a:pt x="799847" y="412832"/>
                </a:lnTo>
                <a:lnTo>
                  <a:pt x="801480" y="410673"/>
                </a:lnTo>
                <a:lnTo>
                  <a:pt x="802418" y="407441"/>
                </a:lnTo>
                <a:close/>
                <a:moveTo>
                  <a:pt x="760978" y="491938"/>
                </a:moveTo>
                <a:lnTo>
                  <a:pt x="761181" y="494725"/>
                </a:lnTo>
                <a:lnTo>
                  <a:pt x="761807" y="493236"/>
                </a:lnTo>
                <a:close/>
                <a:moveTo>
                  <a:pt x="773993" y="462733"/>
                </a:moveTo>
                <a:lnTo>
                  <a:pt x="774425" y="463247"/>
                </a:lnTo>
                <a:lnTo>
                  <a:pt x="774468" y="463147"/>
                </a:lnTo>
                <a:close/>
                <a:moveTo>
                  <a:pt x="323441" y="1471282"/>
                </a:moveTo>
                <a:lnTo>
                  <a:pt x="323830" y="1471770"/>
                </a:lnTo>
                <a:lnTo>
                  <a:pt x="323966" y="1471817"/>
                </a:lnTo>
                <a:lnTo>
                  <a:pt x="324626" y="1472033"/>
                </a:lnTo>
                <a:close/>
                <a:moveTo>
                  <a:pt x="813136" y="374706"/>
                </a:moveTo>
                <a:lnTo>
                  <a:pt x="812612" y="376937"/>
                </a:lnTo>
                <a:lnTo>
                  <a:pt x="811943" y="381467"/>
                </a:lnTo>
                <a:lnTo>
                  <a:pt x="814500" y="383961"/>
                </a:lnTo>
                <a:lnTo>
                  <a:pt x="814603" y="383232"/>
                </a:lnTo>
                <a:lnTo>
                  <a:pt x="814954" y="382896"/>
                </a:lnTo>
                <a:lnTo>
                  <a:pt x="814767" y="384221"/>
                </a:lnTo>
                <a:lnTo>
                  <a:pt x="816390" y="385806"/>
                </a:lnTo>
                <a:lnTo>
                  <a:pt x="818345" y="380222"/>
                </a:lnTo>
                <a:close/>
                <a:moveTo>
                  <a:pt x="768721" y="474114"/>
                </a:moveTo>
                <a:lnTo>
                  <a:pt x="768688" y="474319"/>
                </a:lnTo>
                <a:lnTo>
                  <a:pt x="768772" y="474355"/>
                </a:lnTo>
                <a:lnTo>
                  <a:pt x="768785" y="474164"/>
                </a:lnTo>
                <a:close/>
                <a:moveTo>
                  <a:pt x="325691" y="1466058"/>
                </a:moveTo>
                <a:lnTo>
                  <a:pt x="327813" y="1468404"/>
                </a:lnTo>
                <a:lnTo>
                  <a:pt x="327861" y="1468267"/>
                </a:lnTo>
                <a:lnTo>
                  <a:pt x="327238" y="1466878"/>
                </a:lnTo>
                <a:lnTo>
                  <a:pt x="327123" y="1466711"/>
                </a:lnTo>
                <a:close/>
                <a:moveTo>
                  <a:pt x="769642" y="471938"/>
                </a:moveTo>
                <a:lnTo>
                  <a:pt x="770504" y="472564"/>
                </a:lnTo>
                <a:lnTo>
                  <a:pt x="770873" y="471688"/>
                </a:lnTo>
                <a:lnTo>
                  <a:pt x="770343" y="470980"/>
                </a:lnTo>
                <a:close/>
                <a:moveTo>
                  <a:pt x="260478" y="1612000"/>
                </a:moveTo>
                <a:lnTo>
                  <a:pt x="266492" y="1621111"/>
                </a:lnTo>
                <a:lnTo>
                  <a:pt x="274648" y="1629745"/>
                </a:lnTo>
                <a:lnTo>
                  <a:pt x="276716" y="1631598"/>
                </a:lnTo>
                <a:lnTo>
                  <a:pt x="282236" y="1619652"/>
                </a:lnTo>
                <a:lnTo>
                  <a:pt x="281425" y="1619303"/>
                </a:lnTo>
                <a:close/>
                <a:moveTo>
                  <a:pt x="736148" y="546806"/>
                </a:moveTo>
                <a:lnTo>
                  <a:pt x="736062" y="547188"/>
                </a:lnTo>
                <a:lnTo>
                  <a:pt x="736192" y="547308"/>
                </a:lnTo>
                <a:close/>
                <a:moveTo>
                  <a:pt x="301005" y="1521021"/>
                </a:moveTo>
                <a:lnTo>
                  <a:pt x="302542" y="1522232"/>
                </a:lnTo>
                <a:lnTo>
                  <a:pt x="301431" y="1520601"/>
                </a:lnTo>
                <a:close/>
                <a:moveTo>
                  <a:pt x="789513" y="427061"/>
                </a:moveTo>
                <a:lnTo>
                  <a:pt x="792265" y="429520"/>
                </a:lnTo>
                <a:lnTo>
                  <a:pt x="792666" y="428142"/>
                </a:lnTo>
                <a:lnTo>
                  <a:pt x="792149" y="427433"/>
                </a:lnTo>
                <a:lnTo>
                  <a:pt x="790464" y="425803"/>
                </a:lnTo>
                <a:close/>
                <a:moveTo>
                  <a:pt x="310761" y="1499039"/>
                </a:moveTo>
                <a:lnTo>
                  <a:pt x="310891" y="1499216"/>
                </a:lnTo>
                <a:lnTo>
                  <a:pt x="311112" y="1499280"/>
                </a:lnTo>
                <a:close/>
                <a:moveTo>
                  <a:pt x="242217" y="1652466"/>
                </a:moveTo>
                <a:lnTo>
                  <a:pt x="258851" y="1665427"/>
                </a:lnTo>
                <a:lnTo>
                  <a:pt x="260429" y="1665927"/>
                </a:lnTo>
                <a:lnTo>
                  <a:pt x="260927" y="1665955"/>
                </a:lnTo>
                <a:lnTo>
                  <a:pt x="262879" y="1661573"/>
                </a:lnTo>
                <a:lnTo>
                  <a:pt x="262138" y="1660910"/>
                </a:lnTo>
                <a:lnTo>
                  <a:pt x="248451" y="1655277"/>
                </a:lnTo>
                <a:close/>
                <a:moveTo>
                  <a:pt x="738744" y="540340"/>
                </a:moveTo>
                <a:lnTo>
                  <a:pt x="739511" y="543170"/>
                </a:lnTo>
                <a:lnTo>
                  <a:pt x="740809" y="544655"/>
                </a:lnTo>
                <a:lnTo>
                  <a:pt x="741836" y="542118"/>
                </a:lnTo>
                <a:lnTo>
                  <a:pt x="738914" y="540407"/>
                </a:lnTo>
                <a:close/>
                <a:moveTo>
                  <a:pt x="291624" y="1541528"/>
                </a:moveTo>
                <a:lnTo>
                  <a:pt x="293459" y="1543871"/>
                </a:lnTo>
                <a:lnTo>
                  <a:pt x="293578" y="1543963"/>
                </a:lnTo>
                <a:lnTo>
                  <a:pt x="294978" y="1544398"/>
                </a:lnTo>
                <a:lnTo>
                  <a:pt x="292464" y="1541698"/>
                </a:lnTo>
                <a:close/>
                <a:moveTo>
                  <a:pt x="788866" y="427917"/>
                </a:moveTo>
                <a:lnTo>
                  <a:pt x="787105" y="434735"/>
                </a:lnTo>
                <a:lnTo>
                  <a:pt x="790492" y="436088"/>
                </a:lnTo>
                <a:lnTo>
                  <a:pt x="791270" y="432948"/>
                </a:lnTo>
                <a:lnTo>
                  <a:pt x="792085" y="430142"/>
                </a:lnTo>
                <a:lnTo>
                  <a:pt x="789255" y="427403"/>
                </a:lnTo>
                <a:close/>
                <a:moveTo>
                  <a:pt x="754675" y="504115"/>
                </a:moveTo>
                <a:lnTo>
                  <a:pt x="754733" y="505441"/>
                </a:lnTo>
                <a:lnTo>
                  <a:pt x="756108" y="506881"/>
                </a:lnTo>
                <a:lnTo>
                  <a:pt x="756687" y="505451"/>
                </a:lnTo>
                <a:lnTo>
                  <a:pt x="756719" y="505215"/>
                </a:lnTo>
                <a:close/>
                <a:moveTo>
                  <a:pt x="868841" y="248326"/>
                </a:moveTo>
                <a:lnTo>
                  <a:pt x="861170" y="267732"/>
                </a:lnTo>
                <a:lnTo>
                  <a:pt x="872568" y="280893"/>
                </a:lnTo>
                <a:lnTo>
                  <a:pt x="873063" y="278423"/>
                </a:lnTo>
                <a:lnTo>
                  <a:pt x="872795" y="277849"/>
                </a:lnTo>
                <a:lnTo>
                  <a:pt x="865007" y="261776"/>
                </a:lnTo>
                <a:lnTo>
                  <a:pt x="865240" y="261889"/>
                </a:lnTo>
                <a:lnTo>
                  <a:pt x="873119" y="278147"/>
                </a:lnTo>
                <a:lnTo>
                  <a:pt x="875881" y="264371"/>
                </a:lnTo>
                <a:lnTo>
                  <a:pt x="871021" y="253170"/>
                </a:lnTo>
                <a:close/>
                <a:moveTo>
                  <a:pt x="738617" y="539869"/>
                </a:moveTo>
                <a:lnTo>
                  <a:pt x="738627" y="539906"/>
                </a:lnTo>
                <a:lnTo>
                  <a:pt x="741864" y="541198"/>
                </a:lnTo>
                <a:lnTo>
                  <a:pt x="741525" y="540249"/>
                </a:lnTo>
                <a:lnTo>
                  <a:pt x="739375" y="538742"/>
                </a:lnTo>
                <a:close/>
                <a:moveTo>
                  <a:pt x="299914" y="1522096"/>
                </a:moveTo>
                <a:lnTo>
                  <a:pt x="300625" y="1522778"/>
                </a:lnTo>
                <a:lnTo>
                  <a:pt x="302605" y="1524101"/>
                </a:lnTo>
                <a:lnTo>
                  <a:pt x="304771" y="1525505"/>
                </a:lnTo>
                <a:lnTo>
                  <a:pt x="303120" y="1523080"/>
                </a:lnTo>
                <a:lnTo>
                  <a:pt x="301995" y="1522194"/>
                </a:lnTo>
                <a:lnTo>
                  <a:pt x="300798" y="1521225"/>
                </a:lnTo>
                <a:close/>
                <a:moveTo>
                  <a:pt x="769693" y="470107"/>
                </a:moveTo>
                <a:lnTo>
                  <a:pt x="769665" y="470507"/>
                </a:lnTo>
                <a:lnTo>
                  <a:pt x="769826" y="470286"/>
                </a:lnTo>
                <a:close/>
                <a:moveTo>
                  <a:pt x="748087" y="518267"/>
                </a:moveTo>
                <a:lnTo>
                  <a:pt x="748428" y="520350"/>
                </a:lnTo>
                <a:lnTo>
                  <a:pt x="748712" y="520549"/>
                </a:lnTo>
                <a:lnTo>
                  <a:pt x="749000" y="519620"/>
                </a:lnTo>
                <a:close/>
                <a:moveTo>
                  <a:pt x="775494" y="456772"/>
                </a:moveTo>
                <a:lnTo>
                  <a:pt x="776603" y="458073"/>
                </a:lnTo>
                <a:lnTo>
                  <a:pt x="776672" y="457906"/>
                </a:lnTo>
                <a:lnTo>
                  <a:pt x="776854" y="457806"/>
                </a:lnTo>
                <a:close/>
                <a:moveTo>
                  <a:pt x="307500" y="1504636"/>
                </a:moveTo>
                <a:lnTo>
                  <a:pt x="308007" y="1505383"/>
                </a:lnTo>
                <a:lnTo>
                  <a:pt x="312465" y="1508249"/>
                </a:lnTo>
                <a:lnTo>
                  <a:pt x="312722" y="1507995"/>
                </a:lnTo>
                <a:lnTo>
                  <a:pt x="310041" y="1505954"/>
                </a:lnTo>
                <a:close/>
                <a:moveTo>
                  <a:pt x="789623" y="424988"/>
                </a:moveTo>
                <a:lnTo>
                  <a:pt x="789167" y="426752"/>
                </a:lnTo>
                <a:lnTo>
                  <a:pt x="789261" y="426836"/>
                </a:lnTo>
                <a:lnTo>
                  <a:pt x="790220" y="425566"/>
                </a:lnTo>
                <a:close/>
                <a:moveTo>
                  <a:pt x="808365" y="382800"/>
                </a:moveTo>
                <a:lnTo>
                  <a:pt x="808506" y="385558"/>
                </a:lnTo>
                <a:lnTo>
                  <a:pt x="808877" y="386193"/>
                </a:lnTo>
                <a:lnTo>
                  <a:pt x="809582" y="383884"/>
                </a:lnTo>
                <a:close/>
                <a:moveTo>
                  <a:pt x="754223" y="503872"/>
                </a:moveTo>
                <a:lnTo>
                  <a:pt x="753981" y="504653"/>
                </a:lnTo>
                <a:lnTo>
                  <a:pt x="754324" y="505013"/>
                </a:lnTo>
                <a:lnTo>
                  <a:pt x="754276" y="503901"/>
                </a:lnTo>
                <a:close/>
                <a:moveTo>
                  <a:pt x="299158" y="1522843"/>
                </a:moveTo>
                <a:lnTo>
                  <a:pt x="302099" y="1524726"/>
                </a:lnTo>
                <a:lnTo>
                  <a:pt x="299642" y="1522366"/>
                </a:lnTo>
                <a:close/>
                <a:moveTo>
                  <a:pt x="312929" y="1491866"/>
                </a:moveTo>
                <a:lnTo>
                  <a:pt x="313219" y="1492303"/>
                </a:lnTo>
                <a:lnTo>
                  <a:pt x="317545" y="1495043"/>
                </a:lnTo>
                <a:lnTo>
                  <a:pt x="317329" y="1494591"/>
                </a:lnTo>
                <a:close/>
                <a:moveTo>
                  <a:pt x="735503" y="545329"/>
                </a:moveTo>
                <a:lnTo>
                  <a:pt x="735564" y="546733"/>
                </a:lnTo>
                <a:lnTo>
                  <a:pt x="735978" y="547111"/>
                </a:lnTo>
                <a:lnTo>
                  <a:pt x="736119" y="546483"/>
                </a:lnTo>
                <a:lnTo>
                  <a:pt x="736074" y="545976"/>
                </a:lnTo>
                <a:close/>
                <a:moveTo>
                  <a:pt x="790199" y="422755"/>
                </a:moveTo>
                <a:lnTo>
                  <a:pt x="789988" y="423575"/>
                </a:lnTo>
                <a:lnTo>
                  <a:pt x="790991" y="424546"/>
                </a:lnTo>
                <a:lnTo>
                  <a:pt x="791847" y="423413"/>
                </a:lnTo>
                <a:close/>
                <a:moveTo>
                  <a:pt x="798910" y="403050"/>
                </a:moveTo>
                <a:lnTo>
                  <a:pt x="798533" y="407688"/>
                </a:lnTo>
                <a:lnTo>
                  <a:pt x="798540" y="407920"/>
                </a:lnTo>
                <a:lnTo>
                  <a:pt x="799676" y="404009"/>
                </a:lnTo>
                <a:close/>
                <a:moveTo>
                  <a:pt x="266754" y="1594607"/>
                </a:moveTo>
                <a:lnTo>
                  <a:pt x="271437" y="1597931"/>
                </a:lnTo>
                <a:lnTo>
                  <a:pt x="275787" y="1598814"/>
                </a:lnTo>
                <a:lnTo>
                  <a:pt x="272411" y="1596100"/>
                </a:lnTo>
                <a:close/>
                <a:moveTo>
                  <a:pt x="735475" y="544696"/>
                </a:moveTo>
                <a:lnTo>
                  <a:pt x="735493" y="545108"/>
                </a:lnTo>
                <a:lnTo>
                  <a:pt x="736052" y="545741"/>
                </a:lnTo>
                <a:lnTo>
                  <a:pt x="735988" y="545024"/>
                </a:lnTo>
                <a:close/>
                <a:moveTo>
                  <a:pt x="790652" y="421005"/>
                </a:moveTo>
                <a:lnTo>
                  <a:pt x="790408" y="421949"/>
                </a:lnTo>
                <a:lnTo>
                  <a:pt x="792343" y="422722"/>
                </a:lnTo>
                <a:close/>
                <a:moveTo>
                  <a:pt x="767771" y="472118"/>
                </a:moveTo>
                <a:lnTo>
                  <a:pt x="767767" y="472483"/>
                </a:lnTo>
                <a:lnTo>
                  <a:pt x="767999" y="472646"/>
                </a:lnTo>
                <a:lnTo>
                  <a:pt x="768029" y="472463"/>
                </a:lnTo>
                <a:close/>
                <a:moveTo>
                  <a:pt x="753696" y="503589"/>
                </a:moveTo>
                <a:lnTo>
                  <a:pt x="753641" y="504109"/>
                </a:lnTo>
                <a:lnTo>
                  <a:pt x="753735" y="504358"/>
                </a:lnTo>
                <a:lnTo>
                  <a:pt x="753934" y="503717"/>
                </a:lnTo>
                <a:close/>
                <a:moveTo>
                  <a:pt x="764293" y="479856"/>
                </a:moveTo>
                <a:lnTo>
                  <a:pt x="766628" y="481248"/>
                </a:lnTo>
                <a:lnTo>
                  <a:pt x="766682" y="480912"/>
                </a:lnTo>
                <a:lnTo>
                  <a:pt x="766709" y="477269"/>
                </a:lnTo>
                <a:lnTo>
                  <a:pt x="766761" y="476186"/>
                </a:lnTo>
                <a:close/>
                <a:moveTo>
                  <a:pt x="299756" y="1520036"/>
                </a:moveTo>
                <a:lnTo>
                  <a:pt x="300177" y="1520368"/>
                </a:lnTo>
                <a:lnTo>
                  <a:pt x="300420" y="1520129"/>
                </a:lnTo>
                <a:close/>
                <a:moveTo>
                  <a:pt x="803949" y="391027"/>
                </a:moveTo>
                <a:lnTo>
                  <a:pt x="800364" y="403364"/>
                </a:lnTo>
                <a:lnTo>
                  <a:pt x="802740" y="406337"/>
                </a:lnTo>
                <a:lnTo>
                  <a:pt x="802909" y="405751"/>
                </a:lnTo>
                <a:lnTo>
                  <a:pt x="803869" y="402606"/>
                </a:lnTo>
                <a:lnTo>
                  <a:pt x="802892" y="402043"/>
                </a:lnTo>
                <a:lnTo>
                  <a:pt x="803123" y="402011"/>
                </a:lnTo>
                <a:lnTo>
                  <a:pt x="803912" y="402465"/>
                </a:lnTo>
                <a:lnTo>
                  <a:pt x="806271" y="394736"/>
                </a:lnTo>
                <a:close/>
                <a:moveTo>
                  <a:pt x="731287" y="553649"/>
                </a:moveTo>
                <a:lnTo>
                  <a:pt x="731922" y="556559"/>
                </a:lnTo>
                <a:lnTo>
                  <a:pt x="733676" y="557381"/>
                </a:lnTo>
                <a:lnTo>
                  <a:pt x="733969" y="556070"/>
                </a:lnTo>
                <a:lnTo>
                  <a:pt x="732266" y="554221"/>
                </a:lnTo>
                <a:close/>
                <a:moveTo>
                  <a:pt x="319740" y="1475166"/>
                </a:moveTo>
                <a:lnTo>
                  <a:pt x="323306" y="1481280"/>
                </a:lnTo>
                <a:lnTo>
                  <a:pt x="323902" y="1479578"/>
                </a:lnTo>
                <a:close/>
                <a:moveTo>
                  <a:pt x="734596" y="545847"/>
                </a:moveTo>
                <a:lnTo>
                  <a:pt x="735146" y="546350"/>
                </a:lnTo>
                <a:lnTo>
                  <a:pt x="735092" y="545110"/>
                </a:lnTo>
                <a:close/>
                <a:moveTo>
                  <a:pt x="784934" y="433118"/>
                </a:moveTo>
                <a:lnTo>
                  <a:pt x="785930" y="434266"/>
                </a:lnTo>
                <a:lnTo>
                  <a:pt x="786897" y="434652"/>
                </a:lnTo>
                <a:lnTo>
                  <a:pt x="788518" y="428378"/>
                </a:lnTo>
                <a:close/>
                <a:moveTo>
                  <a:pt x="290039" y="1541206"/>
                </a:moveTo>
                <a:lnTo>
                  <a:pt x="291736" y="1542528"/>
                </a:lnTo>
                <a:lnTo>
                  <a:pt x="290825" y="1541366"/>
                </a:lnTo>
                <a:close/>
                <a:moveTo>
                  <a:pt x="319705" y="1474651"/>
                </a:moveTo>
                <a:lnTo>
                  <a:pt x="320007" y="1474972"/>
                </a:lnTo>
                <a:lnTo>
                  <a:pt x="324110" y="1478985"/>
                </a:lnTo>
                <a:lnTo>
                  <a:pt x="324778" y="1477076"/>
                </a:lnTo>
                <a:lnTo>
                  <a:pt x="323909" y="1475986"/>
                </a:lnTo>
                <a:close/>
                <a:moveTo>
                  <a:pt x="784305" y="434279"/>
                </a:moveTo>
                <a:lnTo>
                  <a:pt x="785906" y="438484"/>
                </a:lnTo>
                <a:lnTo>
                  <a:pt x="786524" y="436093"/>
                </a:lnTo>
                <a:lnTo>
                  <a:pt x="785433" y="434729"/>
                </a:lnTo>
                <a:close/>
                <a:moveTo>
                  <a:pt x="882712" y="213830"/>
                </a:moveTo>
                <a:lnTo>
                  <a:pt x="876522" y="228895"/>
                </a:lnTo>
                <a:lnTo>
                  <a:pt x="868942" y="248071"/>
                </a:lnTo>
                <a:lnTo>
                  <a:pt x="876003" y="263764"/>
                </a:lnTo>
                <a:lnTo>
                  <a:pt x="879253" y="247551"/>
                </a:lnTo>
                <a:lnTo>
                  <a:pt x="885828" y="216905"/>
                </a:lnTo>
                <a:close/>
                <a:moveTo>
                  <a:pt x="784499" y="433694"/>
                </a:moveTo>
                <a:lnTo>
                  <a:pt x="784656" y="433757"/>
                </a:lnTo>
                <a:lnTo>
                  <a:pt x="784551" y="433625"/>
                </a:lnTo>
                <a:close/>
                <a:moveTo>
                  <a:pt x="731147" y="553006"/>
                </a:moveTo>
                <a:lnTo>
                  <a:pt x="731148" y="553008"/>
                </a:lnTo>
                <a:lnTo>
                  <a:pt x="731151" y="553010"/>
                </a:lnTo>
                <a:close/>
                <a:moveTo>
                  <a:pt x="311610" y="1492405"/>
                </a:moveTo>
                <a:lnTo>
                  <a:pt x="312761" y="1493625"/>
                </a:lnTo>
                <a:lnTo>
                  <a:pt x="314120" y="1494656"/>
                </a:lnTo>
                <a:lnTo>
                  <a:pt x="313484" y="1493702"/>
                </a:lnTo>
                <a:close/>
                <a:moveTo>
                  <a:pt x="883980" y="210744"/>
                </a:moveTo>
                <a:lnTo>
                  <a:pt x="882927" y="213307"/>
                </a:lnTo>
                <a:lnTo>
                  <a:pt x="885958" y="216299"/>
                </a:lnTo>
                <a:lnTo>
                  <a:pt x="886065" y="215799"/>
                </a:lnTo>
                <a:lnTo>
                  <a:pt x="886114" y="215759"/>
                </a:lnTo>
                <a:close/>
                <a:moveTo>
                  <a:pt x="798355" y="402354"/>
                </a:moveTo>
                <a:lnTo>
                  <a:pt x="798452" y="405274"/>
                </a:lnTo>
                <a:lnTo>
                  <a:pt x="798659" y="402735"/>
                </a:lnTo>
                <a:close/>
                <a:moveTo>
                  <a:pt x="757056" y="494741"/>
                </a:moveTo>
                <a:lnTo>
                  <a:pt x="754913" y="501650"/>
                </a:lnTo>
                <a:lnTo>
                  <a:pt x="756739" y="502540"/>
                </a:lnTo>
                <a:lnTo>
                  <a:pt x="757060" y="502713"/>
                </a:lnTo>
                <a:lnTo>
                  <a:pt x="757466" y="499741"/>
                </a:lnTo>
                <a:lnTo>
                  <a:pt x="757105" y="494777"/>
                </a:lnTo>
                <a:close/>
                <a:moveTo>
                  <a:pt x="296848" y="1525120"/>
                </a:moveTo>
                <a:lnTo>
                  <a:pt x="298047" y="1527207"/>
                </a:lnTo>
                <a:lnTo>
                  <a:pt x="305283" y="1531650"/>
                </a:lnTo>
                <a:lnTo>
                  <a:pt x="308767" y="1533464"/>
                </a:lnTo>
                <a:lnTo>
                  <a:pt x="309170" y="1531967"/>
                </a:lnTo>
                <a:lnTo>
                  <a:pt x="309022" y="1531749"/>
                </a:lnTo>
                <a:lnTo>
                  <a:pt x="297563" y="1524415"/>
                </a:lnTo>
                <a:close/>
                <a:moveTo>
                  <a:pt x="805172" y="386814"/>
                </a:moveTo>
                <a:lnTo>
                  <a:pt x="804302" y="389810"/>
                </a:lnTo>
                <a:lnTo>
                  <a:pt x="806636" y="393538"/>
                </a:lnTo>
                <a:lnTo>
                  <a:pt x="807401" y="391031"/>
                </a:lnTo>
                <a:close/>
                <a:moveTo>
                  <a:pt x="828180" y="335013"/>
                </a:moveTo>
                <a:lnTo>
                  <a:pt x="825986" y="352496"/>
                </a:lnTo>
                <a:lnTo>
                  <a:pt x="827123" y="355131"/>
                </a:lnTo>
                <a:lnTo>
                  <a:pt x="831483" y="342665"/>
                </a:lnTo>
                <a:close/>
                <a:moveTo>
                  <a:pt x="779913" y="443089"/>
                </a:moveTo>
                <a:lnTo>
                  <a:pt x="779901" y="443199"/>
                </a:lnTo>
                <a:lnTo>
                  <a:pt x="779581" y="450782"/>
                </a:lnTo>
                <a:lnTo>
                  <a:pt x="781862" y="453846"/>
                </a:lnTo>
                <a:lnTo>
                  <a:pt x="781980" y="453685"/>
                </a:lnTo>
                <a:lnTo>
                  <a:pt x="782776" y="450603"/>
                </a:lnTo>
                <a:close/>
                <a:moveTo>
                  <a:pt x="761772" y="483601"/>
                </a:moveTo>
                <a:lnTo>
                  <a:pt x="764391" y="487092"/>
                </a:lnTo>
                <a:lnTo>
                  <a:pt x="766494" y="482095"/>
                </a:lnTo>
                <a:lnTo>
                  <a:pt x="766524" y="481904"/>
                </a:lnTo>
                <a:lnTo>
                  <a:pt x="763949" y="480367"/>
                </a:lnTo>
                <a:close/>
                <a:moveTo>
                  <a:pt x="808196" y="379520"/>
                </a:moveTo>
                <a:lnTo>
                  <a:pt x="808342" y="382369"/>
                </a:lnTo>
                <a:lnTo>
                  <a:pt x="809689" y="383535"/>
                </a:lnTo>
                <a:lnTo>
                  <a:pt x="810359" y="381336"/>
                </a:lnTo>
                <a:close/>
                <a:moveTo>
                  <a:pt x="290095" y="1539576"/>
                </a:moveTo>
                <a:lnTo>
                  <a:pt x="291244" y="1541042"/>
                </a:lnTo>
                <a:lnTo>
                  <a:pt x="291996" y="1541195"/>
                </a:lnTo>
                <a:lnTo>
                  <a:pt x="290935" y="1540056"/>
                </a:lnTo>
                <a:close/>
                <a:moveTo>
                  <a:pt x="761059" y="484664"/>
                </a:moveTo>
                <a:lnTo>
                  <a:pt x="761783" y="485191"/>
                </a:lnTo>
                <a:lnTo>
                  <a:pt x="761214" y="484433"/>
                </a:lnTo>
                <a:close/>
                <a:moveTo>
                  <a:pt x="816466" y="360528"/>
                </a:moveTo>
                <a:lnTo>
                  <a:pt x="813295" y="374026"/>
                </a:lnTo>
                <a:lnTo>
                  <a:pt x="815061" y="375846"/>
                </a:lnTo>
                <a:lnTo>
                  <a:pt x="818575" y="379567"/>
                </a:lnTo>
                <a:lnTo>
                  <a:pt x="821082" y="372399"/>
                </a:lnTo>
                <a:lnTo>
                  <a:pt x="817067" y="367629"/>
                </a:lnTo>
                <a:lnTo>
                  <a:pt x="817705" y="367761"/>
                </a:lnTo>
                <a:lnTo>
                  <a:pt x="821236" y="371957"/>
                </a:lnTo>
                <a:lnTo>
                  <a:pt x="822533" y="368249"/>
                </a:lnTo>
                <a:close/>
                <a:moveTo>
                  <a:pt x="264154" y="1596990"/>
                </a:moveTo>
                <a:lnTo>
                  <a:pt x="265807" y="1598083"/>
                </a:lnTo>
                <a:lnTo>
                  <a:pt x="268373" y="1598857"/>
                </a:lnTo>
                <a:lnTo>
                  <a:pt x="267306" y="1597876"/>
                </a:lnTo>
                <a:lnTo>
                  <a:pt x="265748" y="1597323"/>
                </a:lnTo>
                <a:lnTo>
                  <a:pt x="264853" y="1597141"/>
                </a:lnTo>
                <a:close/>
                <a:moveTo>
                  <a:pt x="760508" y="485483"/>
                </a:moveTo>
                <a:lnTo>
                  <a:pt x="760724" y="488444"/>
                </a:lnTo>
                <a:lnTo>
                  <a:pt x="762591" y="491371"/>
                </a:lnTo>
                <a:lnTo>
                  <a:pt x="763967" y="488101"/>
                </a:lnTo>
                <a:lnTo>
                  <a:pt x="762152" y="485685"/>
                </a:lnTo>
                <a:lnTo>
                  <a:pt x="760959" y="484813"/>
                </a:lnTo>
                <a:close/>
                <a:moveTo>
                  <a:pt x="754098" y="499815"/>
                </a:moveTo>
                <a:lnTo>
                  <a:pt x="753959" y="501116"/>
                </a:lnTo>
                <a:lnTo>
                  <a:pt x="754160" y="501244"/>
                </a:lnTo>
                <a:close/>
                <a:moveTo>
                  <a:pt x="208998" y="1720292"/>
                </a:moveTo>
                <a:lnTo>
                  <a:pt x="244143" y="1751727"/>
                </a:lnTo>
                <a:lnTo>
                  <a:pt x="244390" y="1751841"/>
                </a:lnTo>
                <a:lnTo>
                  <a:pt x="279260" y="1756528"/>
                </a:lnTo>
                <a:lnTo>
                  <a:pt x="244996" y="1734190"/>
                </a:lnTo>
                <a:close/>
                <a:moveTo>
                  <a:pt x="788716" y="422161"/>
                </a:moveTo>
                <a:lnTo>
                  <a:pt x="789203" y="422816"/>
                </a:lnTo>
                <a:lnTo>
                  <a:pt x="789804" y="423397"/>
                </a:lnTo>
                <a:lnTo>
                  <a:pt x="789992" y="422671"/>
                </a:lnTo>
                <a:close/>
                <a:moveTo>
                  <a:pt x="806456" y="382397"/>
                </a:moveTo>
                <a:lnTo>
                  <a:pt x="805918" y="384246"/>
                </a:lnTo>
                <a:lnTo>
                  <a:pt x="807763" y="387192"/>
                </a:lnTo>
                <a:lnTo>
                  <a:pt x="807619" y="384388"/>
                </a:lnTo>
                <a:close/>
                <a:moveTo>
                  <a:pt x="806755" y="381367"/>
                </a:moveTo>
                <a:lnTo>
                  <a:pt x="806516" y="382188"/>
                </a:lnTo>
                <a:lnTo>
                  <a:pt x="806544" y="382199"/>
                </a:lnTo>
                <a:lnTo>
                  <a:pt x="807600" y="384006"/>
                </a:lnTo>
                <a:lnTo>
                  <a:pt x="807499" y="382029"/>
                </a:lnTo>
                <a:close/>
                <a:moveTo>
                  <a:pt x="260901" y="1603627"/>
                </a:moveTo>
                <a:lnTo>
                  <a:pt x="263236" y="1604767"/>
                </a:lnTo>
                <a:lnTo>
                  <a:pt x="284854" y="1613395"/>
                </a:lnTo>
                <a:lnTo>
                  <a:pt x="277250" y="1606951"/>
                </a:lnTo>
                <a:lnTo>
                  <a:pt x="272994" y="1605423"/>
                </a:lnTo>
                <a:close/>
                <a:moveTo>
                  <a:pt x="808133" y="378270"/>
                </a:moveTo>
                <a:lnTo>
                  <a:pt x="808178" y="379156"/>
                </a:lnTo>
                <a:lnTo>
                  <a:pt x="810443" y="381061"/>
                </a:lnTo>
                <a:lnTo>
                  <a:pt x="810569" y="380647"/>
                </a:lnTo>
                <a:close/>
                <a:moveTo>
                  <a:pt x="313049" y="1486817"/>
                </a:moveTo>
                <a:lnTo>
                  <a:pt x="314008" y="1487618"/>
                </a:lnTo>
                <a:lnTo>
                  <a:pt x="313909" y="1487409"/>
                </a:lnTo>
                <a:close/>
                <a:moveTo>
                  <a:pt x="735320" y="541144"/>
                </a:moveTo>
                <a:lnTo>
                  <a:pt x="735349" y="541817"/>
                </a:lnTo>
                <a:lnTo>
                  <a:pt x="735594" y="541452"/>
                </a:lnTo>
                <a:close/>
                <a:moveTo>
                  <a:pt x="807358" y="379290"/>
                </a:moveTo>
                <a:lnTo>
                  <a:pt x="806842" y="381068"/>
                </a:lnTo>
                <a:lnTo>
                  <a:pt x="807477" y="381620"/>
                </a:lnTo>
                <a:close/>
                <a:moveTo>
                  <a:pt x="771436" y="459697"/>
                </a:moveTo>
                <a:lnTo>
                  <a:pt x="772719" y="461219"/>
                </a:lnTo>
                <a:lnTo>
                  <a:pt x="774594" y="462847"/>
                </a:lnTo>
                <a:lnTo>
                  <a:pt x="774946" y="462010"/>
                </a:lnTo>
                <a:lnTo>
                  <a:pt x="773604" y="460989"/>
                </a:lnTo>
                <a:close/>
                <a:moveTo>
                  <a:pt x="264823" y="1594097"/>
                </a:moveTo>
                <a:lnTo>
                  <a:pt x="268689" y="1597373"/>
                </a:lnTo>
                <a:lnTo>
                  <a:pt x="271128" y="1597868"/>
                </a:lnTo>
                <a:lnTo>
                  <a:pt x="266404" y="1594515"/>
                </a:lnTo>
                <a:close/>
                <a:moveTo>
                  <a:pt x="783605" y="432442"/>
                </a:moveTo>
                <a:lnTo>
                  <a:pt x="784007" y="433497"/>
                </a:lnTo>
                <a:lnTo>
                  <a:pt x="784174" y="433564"/>
                </a:lnTo>
                <a:lnTo>
                  <a:pt x="784334" y="433353"/>
                </a:lnTo>
                <a:close/>
                <a:moveTo>
                  <a:pt x="767805" y="467578"/>
                </a:moveTo>
                <a:lnTo>
                  <a:pt x="767787" y="470028"/>
                </a:lnTo>
                <a:lnTo>
                  <a:pt x="768306" y="470720"/>
                </a:lnTo>
                <a:lnTo>
                  <a:pt x="768630" y="468684"/>
                </a:lnTo>
                <a:close/>
                <a:moveTo>
                  <a:pt x="744006" y="520774"/>
                </a:moveTo>
                <a:lnTo>
                  <a:pt x="747976" y="522920"/>
                </a:lnTo>
                <a:lnTo>
                  <a:pt x="748097" y="522529"/>
                </a:lnTo>
                <a:lnTo>
                  <a:pt x="748060" y="522300"/>
                </a:lnTo>
                <a:lnTo>
                  <a:pt x="747192" y="521692"/>
                </a:lnTo>
                <a:close/>
                <a:moveTo>
                  <a:pt x="275757" y="1569185"/>
                </a:moveTo>
                <a:lnTo>
                  <a:pt x="276998" y="1570688"/>
                </a:lnTo>
                <a:lnTo>
                  <a:pt x="278728" y="1572496"/>
                </a:lnTo>
                <a:lnTo>
                  <a:pt x="276755" y="1569506"/>
                </a:lnTo>
                <a:close/>
                <a:moveTo>
                  <a:pt x="287220" y="1543509"/>
                </a:moveTo>
                <a:lnTo>
                  <a:pt x="287748" y="1544286"/>
                </a:lnTo>
                <a:lnTo>
                  <a:pt x="291315" y="1545566"/>
                </a:lnTo>
                <a:lnTo>
                  <a:pt x="294590" y="1546173"/>
                </a:lnTo>
                <a:lnTo>
                  <a:pt x="294180" y="1545648"/>
                </a:lnTo>
                <a:close/>
                <a:moveTo>
                  <a:pt x="770955" y="460097"/>
                </a:moveTo>
                <a:lnTo>
                  <a:pt x="769964" y="466316"/>
                </a:lnTo>
                <a:lnTo>
                  <a:pt x="769756" y="469219"/>
                </a:lnTo>
                <a:lnTo>
                  <a:pt x="770186" y="469794"/>
                </a:lnTo>
                <a:lnTo>
                  <a:pt x="773674" y="465031"/>
                </a:lnTo>
                <a:lnTo>
                  <a:pt x="774218" y="463737"/>
                </a:lnTo>
                <a:lnTo>
                  <a:pt x="771930" y="460943"/>
                </a:lnTo>
                <a:close/>
                <a:moveTo>
                  <a:pt x="817648" y="355499"/>
                </a:moveTo>
                <a:lnTo>
                  <a:pt x="816920" y="358597"/>
                </a:lnTo>
                <a:lnTo>
                  <a:pt x="817181" y="358930"/>
                </a:lnTo>
                <a:lnTo>
                  <a:pt x="820473" y="361697"/>
                </a:lnTo>
                <a:lnTo>
                  <a:pt x="821773" y="362879"/>
                </a:lnTo>
                <a:close/>
                <a:moveTo>
                  <a:pt x="310469" y="1490561"/>
                </a:moveTo>
                <a:lnTo>
                  <a:pt x="312063" y="1491571"/>
                </a:lnTo>
                <a:lnTo>
                  <a:pt x="311791" y="1491163"/>
                </a:lnTo>
                <a:lnTo>
                  <a:pt x="311167" y="1490776"/>
                </a:lnTo>
                <a:close/>
                <a:moveTo>
                  <a:pt x="297433" y="1519712"/>
                </a:moveTo>
                <a:lnTo>
                  <a:pt x="299164" y="1521375"/>
                </a:lnTo>
                <a:lnTo>
                  <a:pt x="299261" y="1521272"/>
                </a:lnTo>
                <a:lnTo>
                  <a:pt x="299980" y="1520562"/>
                </a:lnTo>
                <a:lnTo>
                  <a:pt x="299243" y="1519964"/>
                </a:lnTo>
                <a:close/>
                <a:moveTo>
                  <a:pt x="295791" y="1523281"/>
                </a:moveTo>
                <a:lnTo>
                  <a:pt x="296397" y="1524335"/>
                </a:lnTo>
                <a:lnTo>
                  <a:pt x="296787" y="1523918"/>
                </a:lnTo>
                <a:close/>
                <a:moveTo>
                  <a:pt x="285290" y="1546609"/>
                </a:moveTo>
                <a:lnTo>
                  <a:pt x="288947" y="1548631"/>
                </a:lnTo>
                <a:lnTo>
                  <a:pt x="288308" y="1547693"/>
                </a:lnTo>
                <a:close/>
                <a:moveTo>
                  <a:pt x="818167" y="353288"/>
                </a:moveTo>
                <a:lnTo>
                  <a:pt x="817901" y="354421"/>
                </a:lnTo>
                <a:lnTo>
                  <a:pt x="823510" y="364461"/>
                </a:lnTo>
                <a:lnTo>
                  <a:pt x="823774" y="364702"/>
                </a:lnTo>
                <a:lnTo>
                  <a:pt x="824075" y="363840"/>
                </a:lnTo>
                <a:lnTo>
                  <a:pt x="824588" y="359754"/>
                </a:lnTo>
                <a:lnTo>
                  <a:pt x="820321" y="355235"/>
                </a:lnTo>
                <a:close/>
                <a:moveTo>
                  <a:pt x="761895" y="479142"/>
                </a:moveTo>
                <a:lnTo>
                  <a:pt x="760881" y="482414"/>
                </a:lnTo>
                <a:lnTo>
                  <a:pt x="760914" y="482458"/>
                </a:lnTo>
                <a:lnTo>
                  <a:pt x="762902" y="479743"/>
                </a:lnTo>
                <a:close/>
                <a:moveTo>
                  <a:pt x="755537" y="492875"/>
                </a:moveTo>
                <a:lnTo>
                  <a:pt x="756974" y="493920"/>
                </a:lnTo>
                <a:lnTo>
                  <a:pt x="757030" y="493738"/>
                </a:lnTo>
                <a:lnTo>
                  <a:pt x="756828" y="490957"/>
                </a:lnTo>
                <a:close/>
                <a:moveTo>
                  <a:pt x="743005" y="520896"/>
                </a:moveTo>
                <a:lnTo>
                  <a:pt x="743068" y="522333"/>
                </a:lnTo>
                <a:lnTo>
                  <a:pt x="746381" y="525412"/>
                </a:lnTo>
                <a:lnTo>
                  <a:pt x="747709" y="523438"/>
                </a:lnTo>
                <a:close/>
                <a:moveTo>
                  <a:pt x="735196" y="538230"/>
                </a:moveTo>
                <a:lnTo>
                  <a:pt x="735402" y="538467"/>
                </a:lnTo>
                <a:lnTo>
                  <a:pt x="735391" y="538345"/>
                </a:lnTo>
                <a:close/>
                <a:moveTo>
                  <a:pt x="809736" y="371104"/>
                </a:moveTo>
                <a:lnTo>
                  <a:pt x="808061" y="376869"/>
                </a:lnTo>
                <a:lnTo>
                  <a:pt x="808105" y="377724"/>
                </a:lnTo>
                <a:lnTo>
                  <a:pt x="810691" y="380247"/>
                </a:lnTo>
                <a:lnTo>
                  <a:pt x="812388" y="374689"/>
                </a:lnTo>
                <a:lnTo>
                  <a:pt x="812601" y="374539"/>
                </a:lnTo>
                <a:lnTo>
                  <a:pt x="810821" y="380374"/>
                </a:lnTo>
                <a:lnTo>
                  <a:pt x="811183" y="380726"/>
                </a:lnTo>
                <a:lnTo>
                  <a:pt x="812705" y="374248"/>
                </a:lnTo>
                <a:close/>
                <a:moveTo>
                  <a:pt x="717088" y="578452"/>
                </a:moveTo>
                <a:lnTo>
                  <a:pt x="716980" y="578965"/>
                </a:lnTo>
                <a:lnTo>
                  <a:pt x="717210" y="579952"/>
                </a:lnTo>
                <a:close/>
                <a:moveTo>
                  <a:pt x="754704" y="494114"/>
                </a:moveTo>
                <a:lnTo>
                  <a:pt x="754373" y="497219"/>
                </a:lnTo>
                <a:lnTo>
                  <a:pt x="754560" y="501477"/>
                </a:lnTo>
                <a:lnTo>
                  <a:pt x="754619" y="501506"/>
                </a:lnTo>
                <a:lnTo>
                  <a:pt x="756781" y="494541"/>
                </a:lnTo>
                <a:lnTo>
                  <a:pt x="755194" y="493385"/>
                </a:lnTo>
                <a:close/>
                <a:moveTo>
                  <a:pt x="732786" y="542978"/>
                </a:moveTo>
                <a:lnTo>
                  <a:pt x="732553" y="543975"/>
                </a:lnTo>
                <a:lnTo>
                  <a:pt x="733385" y="544738"/>
                </a:lnTo>
                <a:lnTo>
                  <a:pt x="734032" y="543774"/>
                </a:lnTo>
                <a:close/>
                <a:moveTo>
                  <a:pt x="735159" y="537437"/>
                </a:moveTo>
                <a:lnTo>
                  <a:pt x="735181" y="537955"/>
                </a:lnTo>
                <a:lnTo>
                  <a:pt x="735321" y="538038"/>
                </a:lnTo>
                <a:close/>
                <a:moveTo>
                  <a:pt x="763807" y="473084"/>
                </a:moveTo>
                <a:lnTo>
                  <a:pt x="763111" y="475224"/>
                </a:lnTo>
                <a:lnTo>
                  <a:pt x="762083" y="478537"/>
                </a:lnTo>
                <a:lnTo>
                  <a:pt x="763268" y="479244"/>
                </a:lnTo>
                <a:lnTo>
                  <a:pt x="766803" y="474415"/>
                </a:lnTo>
                <a:close/>
                <a:moveTo>
                  <a:pt x="764491" y="470982"/>
                </a:moveTo>
                <a:lnTo>
                  <a:pt x="764072" y="472268"/>
                </a:lnTo>
                <a:lnTo>
                  <a:pt x="766887" y="473518"/>
                </a:lnTo>
                <a:lnTo>
                  <a:pt x="766925" y="472734"/>
                </a:lnTo>
                <a:lnTo>
                  <a:pt x="766419" y="472346"/>
                </a:lnTo>
                <a:close/>
                <a:moveTo>
                  <a:pt x="775696" y="445565"/>
                </a:moveTo>
                <a:lnTo>
                  <a:pt x="778487" y="449313"/>
                </a:lnTo>
                <a:lnTo>
                  <a:pt x="779373" y="441669"/>
                </a:lnTo>
                <a:lnTo>
                  <a:pt x="779095" y="440940"/>
                </a:lnTo>
                <a:close/>
                <a:moveTo>
                  <a:pt x="300360" y="1509889"/>
                </a:moveTo>
                <a:lnTo>
                  <a:pt x="300581" y="1510206"/>
                </a:lnTo>
                <a:lnTo>
                  <a:pt x="301366" y="1510488"/>
                </a:lnTo>
                <a:close/>
                <a:moveTo>
                  <a:pt x="764979" y="469480"/>
                </a:moveTo>
                <a:lnTo>
                  <a:pt x="764706" y="470318"/>
                </a:lnTo>
                <a:lnTo>
                  <a:pt x="766964" y="471915"/>
                </a:lnTo>
                <a:lnTo>
                  <a:pt x="767002" y="471095"/>
                </a:lnTo>
                <a:lnTo>
                  <a:pt x="766758" y="470771"/>
                </a:lnTo>
                <a:close/>
                <a:moveTo>
                  <a:pt x="742909" y="518694"/>
                </a:moveTo>
                <a:lnTo>
                  <a:pt x="742972" y="520156"/>
                </a:lnTo>
                <a:lnTo>
                  <a:pt x="746414" y="521148"/>
                </a:lnTo>
                <a:close/>
                <a:moveTo>
                  <a:pt x="765223" y="468726"/>
                </a:moveTo>
                <a:lnTo>
                  <a:pt x="765220" y="468735"/>
                </a:lnTo>
                <a:lnTo>
                  <a:pt x="765243" y="468752"/>
                </a:lnTo>
                <a:close/>
                <a:moveTo>
                  <a:pt x="775349" y="446039"/>
                </a:moveTo>
                <a:lnTo>
                  <a:pt x="778260" y="451272"/>
                </a:lnTo>
                <a:lnTo>
                  <a:pt x="778440" y="449715"/>
                </a:lnTo>
                <a:lnTo>
                  <a:pt x="775525" y="445799"/>
                </a:lnTo>
                <a:close/>
                <a:moveTo>
                  <a:pt x="733650" y="539276"/>
                </a:moveTo>
                <a:lnTo>
                  <a:pt x="733099" y="541633"/>
                </a:lnTo>
                <a:lnTo>
                  <a:pt x="734839" y="542574"/>
                </a:lnTo>
                <a:lnTo>
                  <a:pt x="734972" y="542377"/>
                </a:lnTo>
                <a:lnTo>
                  <a:pt x="734897" y="540672"/>
                </a:lnTo>
                <a:close/>
                <a:moveTo>
                  <a:pt x="741997" y="520351"/>
                </a:moveTo>
                <a:lnTo>
                  <a:pt x="742523" y="521825"/>
                </a:lnTo>
                <a:lnTo>
                  <a:pt x="742857" y="522137"/>
                </a:lnTo>
                <a:lnTo>
                  <a:pt x="742828" y="520800"/>
                </a:lnTo>
                <a:close/>
                <a:moveTo>
                  <a:pt x="751602" y="498727"/>
                </a:moveTo>
                <a:lnTo>
                  <a:pt x="752040" y="499883"/>
                </a:lnTo>
                <a:lnTo>
                  <a:pt x="752134" y="499944"/>
                </a:lnTo>
                <a:lnTo>
                  <a:pt x="752632" y="497197"/>
                </a:lnTo>
                <a:close/>
                <a:moveTo>
                  <a:pt x="746681" y="509653"/>
                </a:moveTo>
                <a:lnTo>
                  <a:pt x="747824" y="516655"/>
                </a:lnTo>
                <a:lnTo>
                  <a:pt x="749164" y="518638"/>
                </a:lnTo>
                <a:lnTo>
                  <a:pt x="748690" y="512568"/>
                </a:lnTo>
                <a:lnTo>
                  <a:pt x="747752" y="510994"/>
                </a:lnTo>
                <a:lnTo>
                  <a:pt x="746978" y="509889"/>
                </a:lnTo>
                <a:close/>
                <a:moveTo>
                  <a:pt x="295664" y="1519465"/>
                </a:moveTo>
                <a:lnTo>
                  <a:pt x="298809" y="1521566"/>
                </a:lnTo>
                <a:lnTo>
                  <a:pt x="296787" y="1519621"/>
                </a:lnTo>
                <a:close/>
                <a:moveTo>
                  <a:pt x="766267" y="465517"/>
                </a:moveTo>
                <a:lnTo>
                  <a:pt x="765703" y="467251"/>
                </a:lnTo>
                <a:lnTo>
                  <a:pt x="767097" y="469110"/>
                </a:lnTo>
                <a:lnTo>
                  <a:pt x="767208" y="466778"/>
                </a:lnTo>
                <a:close/>
                <a:moveTo>
                  <a:pt x="283559" y="1546315"/>
                </a:moveTo>
                <a:lnTo>
                  <a:pt x="291134" y="1552737"/>
                </a:lnTo>
                <a:lnTo>
                  <a:pt x="292175" y="1553373"/>
                </a:lnTo>
                <a:lnTo>
                  <a:pt x="290061" y="1550267"/>
                </a:lnTo>
                <a:lnTo>
                  <a:pt x="287530" y="1548584"/>
                </a:lnTo>
                <a:close/>
                <a:moveTo>
                  <a:pt x="721113" y="565892"/>
                </a:moveTo>
                <a:lnTo>
                  <a:pt x="721467" y="566100"/>
                </a:lnTo>
                <a:lnTo>
                  <a:pt x="721412" y="565450"/>
                </a:lnTo>
                <a:close/>
                <a:moveTo>
                  <a:pt x="310930" y="1484318"/>
                </a:moveTo>
                <a:lnTo>
                  <a:pt x="313167" y="1485853"/>
                </a:lnTo>
                <a:lnTo>
                  <a:pt x="312841" y="1485168"/>
                </a:lnTo>
                <a:lnTo>
                  <a:pt x="311566" y="1484546"/>
                </a:lnTo>
                <a:close/>
                <a:moveTo>
                  <a:pt x="720594" y="566900"/>
                </a:moveTo>
                <a:lnTo>
                  <a:pt x="721237" y="574756"/>
                </a:lnTo>
                <a:lnTo>
                  <a:pt x="722294" y="575695"/>
                </a:lnTo>
                <a:lnTo>
                  <a:pt x="721659" y="568330"/>
                </a:lnTo>
                <a:close/>
                <a:moveTo>
                  <a:pt x="720844" y="566293"/>
                </a:moveTo>
                <a:lnTo>
                  <a:pt x="721568" y="567264"/>
                </a:lnTo>
                <a:lnTo>
                  <a:pt x="721502" y="566502"/>
                </a:lnTo>
                <a:lnTo>
                  <a:pt x="720935" y="566159"/>
                </a:lnTo>
                <a:close/>
                <a:moveTo>
                  <a:pt x="767439" y="461911"/>
                </a:moveTo>
                <a:lnTo>
                  <a:pt x="766487" y="464840"/>
                </a:lnTo>
                <a:lnTo>
                  <a:pt x="767252" y="465864"/>
                </a:lnTo>
                <a:close/>
                <a:moveTo>
                  <a:pt x="734561" y="535369"/>
                </a:moveTo>
                <a:lnTo>
                  <a:pt x="734168" y="537055"/>
                </a:lnTo>
                <a:lnTo>
                  <a:pt x="734718" y="537685"/>
                </a:lnTo>
                <a:lnTo>
                  <a:pt x="734769" y="537715"/>
                </a:lnTo>
                <a:lnTo>
                  <a:pt x="734679" y="535672"/>
                </a:lnTo>
                <a:lnTo>
                  <a:pt x="734606" y="535401"/>
                </a:lnTo>
                <a:close/>
                <a:moveTo>
                  <a:pt x="772670" y="449682"/>
                </a:moveTo>
                <a:lnTo>
                  <a:pt x="772391" y="451074"/>
                </a:lnTo>
                <a:lnTo>
                  <a:pt x="772115" y="452804"/>
                </a:lnTo>
                <a:lnTo>
                  <a:pt x="772244" y="452955"/>
                </a:lnTo>
                <a:lnTo>
                  <a:pt x="777840" y="456600"/>
                </a:lnTo>
                <a:lnTo>
                  <a:pt x="777952" y="453926"/>
                </a:lnTo>
                <a:lnTo>
                  <a:pt x="778016" y="453374"/>
                </a:lnTo>
                <a:lnTo>
                  <a:pt x="774734" y="446875"/>
                </a:lnTo>
                <a:close/>
                <a:moveTo>
                  <a:pt x="820905" y="341631"/>
                </a:moveTo>
                <a:lnTo>
                  <a:pt x="818934" y="350023"/>
                </a:lnTo>
                <a:lnTo>
                  <a:pt x="825109" y="355603"/>
                </a:lnTo>
                <a:lnTo>
                  <a:pt x="825521" y="352325"/>
                </a:lnTo>
                <a:close/>
                <a:moveTo>
                  <a:pt x="759965" y="477990"/>
                </a:moveTo>
                <a:lnTo>
                  <a:pt x="760222" y="481536"/>
                </a:lnTo>
                <a:lnTo>
                  <a:pt x="760700" y="482173"/>
                </a:lnTo>
                <a:lnTo>
                  <a:pt x="761720" y="479037"/>
                </a:lnTo>
                <a:close/>
                <a:moveTo>
                  <a:pt x="816352" y="351652"/>
                </a:moveTo>
                <a:lnTo>
                  <a:pt x="817520" y="353743"/>
                </a:lnTo>
                <a:lnTo>
                  <a:pt x="817721" y="352888"/>
                </a:lnTo>
                <a:close/>
                <a:moveTo>
                  <a:pt x="829923" y="321136"/>
                </a:moveTo>
                <a:lnTo>
                  <a:pt x="828298" y="334071"/>
                </a:lnTo>
                <a:lnTo>
                  <a:pt x="831718" y="341993"/>
                </a:lnTo>
                <a:lnTo>
                  <a:pt x="835313" y="331715"/>
                </a:lnTo>
                <a:lnTo>
                  <a:pt x="837243" y="326834"/>
                </a:lnTo>
                <a:close/>
                <a:moveTo>
                  <a:pt x="288503" y="1533364"/>
                </a:moveTo>
                <a:lnTo>
                  <a:pt x="292891" y="1538428"/>
                </a:lnTo>
                <a:lnTo>
                  <a:pt x="295666" y="1539244"/>
                </a:lnTo>
                <a:lnTo>
                  <a:pt x="293706" y="1535831"/>
                </a:lnTo>
                <a:lnTo>
                  <a:pt x="292437" y="1534506"/>
                </a:lnTo>
                <a:lnTo>
                  <a:pt x="289033" y="1532829"/>
                </a:lnTo>
                <a:lnTo>
                  <a:pt x="288653" y="1533203"/>
                </a:lnTo>
                <a:close/>
                <a:moveTo>
                  <a:pt x="813795" y="357128"/>
                </a:moveTo>
                <a:lnTo>
                  <a:pt x="809903" y="370528"/>
                </a:lnTo>
                <a:lnTo>
                  <a:pt x="812861" y="373578"/>
                </a:lnTo>
                <a:lnTo>
                  <a:pt x="816051" y="359999"/>
                </a:lnTo>
                <a:close/>
                <a:moveTo>
                  <a:pt x="316726" y="1469433"/>
                </a:moveTo>
                <a:lnTo>
                  <a:pt x="318167" y="1472459"/>
                </a:lnTo>
                <a:lnTo>
                  <a:pt x="322092" y="1473705"/>
                </a:lnTo>
                <a:lnTo>
                  <a:pt x="319425" y="1470357"/>
                </a:lnTo>
                <a:close/>
                <a:moveTo>
                  <a:pt x="771182" y="451707"/>
                </a:moveTo>
                <a:lnTo>
                  <a:pt x="771763" y="452389"/>
                </a:lnTo>
                <a:lnTo>
                  <a:pt x="772169" y="450365"/>
                </a:lnTo>
                <a:close/>
                <a:moveTo>
                  <a:pt x="736542" y="529170"/>
                </a:moveTo>
                <a:lnTo>
                  <a:pt x="736799" y="532047"/>
                </a:lnTo>
                <a:lnTo>
                  <a:pt x="739027" y="533239"/>
                </a:lnTo>
                <a:lnTo>
                  <a:pt x="737968" y="530265"/>
                </a:lnTo>
                <a:close/>
                <a:moveTo>
                  <a:pt x="307517" y="1489649"/>
                </a:moveTo>
                <a:lnTo>
                  <a:pt x="310640" y="1492017"/>
                </a:lnTo>
                <a:lnTo>
                  <a:pt x="309872" y="1491203"/>
                </a:lnTo>
                <a:lnTo>
                  <a:pt x="307715" y="1489711"/>
                </a:lnTo>
                <a:close/>
                <a:moveTo>
                  <a:pt x="284948" y="1540173"/>
                </a:moveTo>
                <a:lnTo>
                  <a:pt x="285906" y="1541579"/>
                </a:lnTo>
                <a:lnTo>
                  <a:pt x="292343" y="1543579"/>
                </a:lnTo>
                <a:lnTo>
                  <a:pt x="289453" y="1541328"/>
                </a:lnTo>
                <a:lnTo>
                  <a:pt x="289050" y="1541005"/>
                </a:lnTo>
                <a:close/>
                <a:moveTo>
                  <a:pt x="774302" y="444157"/>
                </a:moveTo>
                <a:lnTo>
                  <a:pt x="775093" y="445579"/>
                </a:lnTo>
                <a:lnTo>
                  <a:pt x="775228" y="445401"/>
                </a:lnTo>
                <a:close/>
                <a:moveTo>
                  <a:pt x="746591" y="506180"/>
                </a:moveTo>
                <a:lnTo>
                  <a:pt x="748335" y="508004"/>
                </a:lnTo>
                <a:lnTo>
                  <a:pt x="748236" y="506734"/>
                </a:lnTo>
                <a:lnTo>
                  <a:pt x="747509" y="504815"/>
                </a:lnTo>
                <a:close/>
                <a:moveTo>
                  <a:pt x="714634" y="577424"/>
                </a:moveTo>
                <a:lnTo>
                  <a:pt x="714704" y="577885"/>
                </a:lnTo>
                <a:lnTo>
                  <a:pt x="716272" y="580130"/>
                </a:lnTo>
                <a:lnTo>
                  <a:pt x="716429" y="580152"/>
                </a:lnTo>
                <a:lnTo>
                  <a:pt x="716489" y="579867"/>
                </a:lnTo>
                <a:lnTo>
                  <a:pt x="716101" y="578020"/>
                </a:lnTo>
                <a:close/>
                <a:moveTo>
                  <a:pt x="286978" y="1534995"/>
                </a:moveTo>
                <a:lnTo>
                  <a:pt x="289148" y="1537325"/>
                </a:lnTo>
                <a:lnTo>
                  <a:pt x="289472" y="1537421"/>
                </a:lnTo>
                <a:lnTo>
                  <a:pt x="287262" y="1534691"/>
                </a:lnTo>
                <a:close/>
                <a:moveTo>
                  <a:pt x="255739" y="1604819"/>
                </a:moveTo>
                <a:lnTo>
                  <a:pt x="260137" y="1611482"/>
                </a:lnTo>
                <a:lnTo>
                  <a:pt x="276605" y="1617224"/>
                </a:lnTo>
                <a:lnTo>
                  <a:pt x="271379" y="1614969"/>
                </a:lnTo>
                <a:lnTo>
                  <a:pt x="271206" y="1614650"/>
                </a:lnTo>
                <a:lnTo>
                  <a:pt x="279571" y="1618258"/>
                </a:lnTo>
                <a:lnTo>
                  <a:pt x="279605" y="1618270"/>
                </a:lnTo>
                <a:lnTo>
                  <a:pt x="282441" y="1619209"/>
                </a:lnTo>
                <a:lnTo>
                  <a:pt x="284112" y="1615592"/>
                </a:lnTo>
                <a:lnTo>
                  <a:pt x="283804" y="1615442"/>
                </a:lnTo>
                <a:close/>
                <a:moveTo>
                  <a:pt x="768030" y="457664"/>
                </a:moveTo>
                <a:lnTo>
                  <a:pt x="767918" y="460014"/>
                </a:lnTo>
                <a:lnTo>
                  <a:pt x="768094" y="459896"/>
                </a:lnTo>
                <a:lnTo>
                  <a:pt x="767895" y="460511"/>
                </a:lnTo>
                <a:lnTo>
                  <a:pt x="767850" y="461423"/>
                </a:lnTo>
                <a:lnTo>
                  <a:pt x="767812" y="466614"/>
                </a:lnTo>
                <a:lnTo>
                  <a:pt x="768758" y="467882"/>
                </a:lnTo>
                <a:lnTo>
                  <a:pt x="769150" y="465423"/>
                </a:lnTo>
                <a:lnTo>
                  <a:pt x="769510" y="463623"/>
                </a:lnTo>
                <a:lnTo>
                  <a:pt x="769821" y="459112"/>
                </a:lnTo>
                <a:lnTo>
                  <a:pt x="768423" y="457898"/>
                </a:lnTo>
                <a:close/>
                <a:moveTo>
                  <a:pt x="222532" y="1679122"/>
                </a:moveTo>
                <a:lnTo>
                  <a:pt x="228327" y="1684443"/>
                </a:lnTo>
                <a:lnTo>
                  <a:pt x="240814" y="1695356"/>
                </a:lnTo>
                <a:lnTo>
                  <a:pt x="247678" y="1695696"/>
                </a:lnTo>
                <a:lnTo>
                  <a:pt x="250368" y="1689657"/>
                </a:lnTo>
                <a:close/>
                <a:moveTo>
                  <a:pt x="815425" y="351520"/>
                </a:moveTo>
                <a:lnTo>
                  <a:pt x="814328" y="355297"/>
                </a:lnTo>
                <a:lnTo>
                  <a:pt x="816504" y="358068"/>
                </a:lnTo>
                <a:lnTo>
                  <a:pt x="817268" y="354819"/>
                </a:lnTo>
                <a:close/>
                <a:moveTo>
                  <a:pt x="265101" y="1583786"/>
                </a:moveTo>
                <a:lnTo>
                  <a:pt x="282226" y="1593995"/>
                </a:lnTo>
                <a:lnTo>
                  <a:pt x="286530" y="1595270"/>
                </a:lnTo>
                <a:lnTo>
                  <a:pt x="279596" y="1589078"/>
                </a:lnTo>
                <a:lnTo>
                  <a:pt x="276229" y="1585989"/>
                </a:lnTo>
                <a:close/>
                <a:moveTo>
                  <a:pt x="807653" y="368899"/>
                </a:moveTo>
                <a:lnTo>
                  <a:pt x="807985" y="375401"/>
                </a:lnTo>
                <a:lnTo>
                  <a:pt x="809352" y="370698"/>
                </a:lnTo>
                <a:close/>
                <a:moveTo>
                  <a:pt x="756021" y="484250"/>
                </a:moveTo>
                <a:lnTo>
                  <a:pt x="755373" y="487833"/>
                </a:lnTo>
                <a:lnTo>
                  <a:pt x="755099" y="490401"/>
                </a:lnTo>
                <a:lnTo>
                  <a:pt x="756634" y="488304"/>
                </a:lnTo>
                <a:lnTo>
                  <a:pt x="756377" y="484762"/>
                </a:lnTo>
                <a:close/>
                <a:moveTo>
                  <a:pt x="773660" y="444749"/>
                </a:moveTo>
                <a:lnTo>
                  <a:pt x="772916" y="448460"/>
                </a:lnTo>
                <a:lnTo>
                  <a:pt x="774485" y="446384"/>
                </a:lnTo>
                <a:close/>
                <a:moveTo>
                  <a:pt x="716030" y="573453"/>
                </a:moveTo>
                <a:lnTo>
                  <a:pt x="716702" y="573726"/>
                </a:lnTo>
                <a:lnTo>
                  <a:pt x="716610" y="572592"/>
                </a:lnTo>
                <a:close/>
                <a:moveTo>
                  <a:pt x="736676" y="526902"/>
                </a:moveTo>
                <a:lnTo>
                  <a:pt x="736822" y="527050"/>
                </a:lnTo>
                <a:lnTo>
                  <a:pt x="736786" y="526946"/>
                </a:lnTo>
                <a:close/>
                <a:moveTo>
                  <a:pt x="720317" y="563510"/>
                </a:moveTo>
                <a:lnTo>
                  <a:pt x="720365" y="564097"/>
                </a:lnTo>
                <a:lnTo>
                  <a:pt x="720566" y="563798"/>
                </a:lnTo>
                <a:close/>
                <a:moveTo>
                  <a:pt x="740907" y="517294"/>
                </a:moveTo>
                <a:lnTo>
                  <a:pt x="741704" y="519530"/>
                </a:lnTo>
                <a:lnTo>
                  <a:pt x="742735" y="520087"/>
                </a:lnTo>
                <a:lnTo>
                  <a:pt x="742813" y="520109"/>
                </a:lnTo>
                <a:lnTo>
                  <a:pt x="742781" y="518605"/>
                </a:lnTo>
                <a:close/>
                <a:moveTo>
                  <a:pt x="736527" y="526943"/>
                </a:moveTo>
                <a:lnTo>
                  <a:pt x="736414" y="527423"/>
                </a:lnTo>
                <a:lnTo>
                  <a:pt x="737160" y="527997"/>
                </a:lnTo>
                <a:lnTo>
                  <a:pt x="736928" y="527347"/>
                </a:lnTo>
                <a:close/>
                <a:moveTo>
                  <a:pt x="293402" y="1519121"/>
                </a:moveTo>
                <a:lnTo>
                  <a:pt x="293437" y="1519182"/>
                </a:lnTo>
                <a:lnTo>
                  <a:pt x="298303" y="1522296"/>
                </a:lnTo>
                <a:lnTo>
                  <a:pt x="298839" y="1521724"/>
                </a:lnTo>
                <a:lnTo>
                  <a:pt x="295400" y="1519428"/>
                </a:lnTo>
                <a:lnTo>
                  <a:pt x="293659" y="1519185"/>
                </a:lnTo>
                <a:close/>
                <a:moveTo>
                  <a:pt x="736628" y="526506"/>
                </a:moveTo>
                <a:lnTo>
                  <a:pt x="736624" y="526522"/>
                </a:lnTo>
                <a:lnTo>
                  <a:pt x="736636" y="526527"/>
                </a:lnTo>
                <a:close/>
                <a:moveTo>
                  <a:pt x="743664" y="510530"/>
                </a:moveTo>
                <a:lnTo>
                  <a:pt x="744611" y="511893"/>
                </a:lnTo>
                <a:lnTo>
                  <a:pt x="746919" y="515313"/>
                </a:lnTo>
                <a:lnTo>
                  <a:pt x="745893" y="509031"/>
                </a:lnTo>
                <a:lnTo>
                  <a:pt x="745097" y="508401"/>
                </a:lnTo>
                <a:close/>
                <a:moveTo>
                  <a:pt x="767670" y="456487"/>
                </a:moveTo>
                <a:lnTo>
                  <a:pt x="767696" y="456503"/>
                </a:lnTo>
                <a:lnTo>
                  <a:pt x="767696" y="456495"/>
                </a:lnTo>
                <a:lnTo>
                  <a:pt x="767675" y="456479"/>
                </a:lnTo>
                <a:close/>
                <a:moveTo>
                  <a:pt x="320360" y="1457945"/>
                </a:moveTo>
                <a:lnTo>
                  <a:pt x="321762" y="1458977"/>
                </a:lnTo>
                <a:lnTo>
                  <a:pt x="321352" y="1458386"/>
                </a:lnTo>
                <a:lnTo>
                  <a:pt x="320743" y="1458119"/>
                </a:lnTo>
                <a:close/>
                <a:moveTo>
                  <a:pt x="287297" y="1531971"/>
                </a:moveTo>
                <a:lnTo>
                  <a:pt x="288240" y="1533060"/>
                </a:lnTo>
                <a:lnTo>
                  <a:pt x="288638" y="1532633"/>
                </a:lnTo>
                <a:close/>
                <a:moveTo>
                  <a:pt x="720649" y="561508"/>
                </a:moveTo>
                <a:lnTo>
                  <a:pt x="720594" y="561767"/>
                </a:lnTo>
                <a:lnTo>
                  <a:pt x="721150" y="562412"/>
                </a:lnTo>
                <a:lnTo>
                  <a:pt x="721104" y="561881"/>
                </a:lnTo>
                <a:lnTo>
                  <a:pt x="721101" y="561696"/>
                </a:lnTo>
                <a:close/>
                <a:moveTo>
                  <a:pt x="284908" y="1537209"/>
                </a:moveTo>
                <a:lnTo>
                  <a:pt x="289331" y="1540654"/>
                </a:lnTo>
                <a:lnTo>
                  <a:pt x="290445" y="1540881"/>
                </a:lnTo>
                <a:lnTo>
                  <a:pt x="288879" y="1538880"/>
                </a:lnTo>
                <a:lnTo>
                  <a:pt x="285272" y="1536819"/>
                </a:lnTo>
                <a:close/>
                <a:moveTo>
                  <a:pt x="742735" y="511911"/>
                </a:moveTo>
                <a:lnTo>
                  <a:pt x="742833" y="516435"/>
                </a:lnTo>
                <a:lnTo>
                  <a:pt x="747653" y="519808"/>
                </a:lnTo>
                <a:lnTo>
                  <a:pt x="747183" y="516927"/>
                </a:lnTo>
                <a:lnTo>
                  <a:pt x="743265" y="511124"/>
                </a:lnTo>
                <a:close/>
                <a:moveTo>
                  <a:pt x="302725" y="1497157"/>
                </a:moveTo>
                <a:lnTo>
                  <a:pt x="303284" y="1497711"/>
                </a:lnTo>
                <a:lnTo>
                  <a:pt x="309492" y="1503700"/>
                </a:lnTo>
                <a:lnTo>
                  <a:pt x="314099" y="1503928"/>
                </a:lnTo>
                <a:lnTo>
                  <a:pt x="310900" y="1499563"/>
                </a:lnTo>
                <a:close/>
                <a:moveTo>
                  <a:pt x="318357" y="1461596"/>
                </a:moveTo>
                <a:lnTo>
                  <a:pt x="318635" y="1461844"/>
                </a:lnTo>
                <a:lnTo>
                  <a:pt x="327672" y="1468808"/>
                </a:lnTo>
                <a:lnTo>
                  <a:pt x="327731" y="1468639"/>
                </a:lnTo>
                <a:lnTo>
                  <a:pt x="325077" y="1465705"/>
                </a:lnTo>
                <a:close/>
                <a:moveTo>
                  <a:pt x="721073" y="559487"/>
                </a:moveTo>
                <a:lnTo>
                  <a:pt x="720740" y="561074"/>
                </a:lnTo>
                <a:lnTo>
                  <a:pt x="721095" y="561216"/>
                </a:lnTo>
                <a:close/>
                <a:moveTo>
                  <a:pt x="302348" y="1497047"/>
                </a:moveTo>
                <a:lnTo>
                  <a:pt x="305838" y="1502188"/>
                </a:lnTo>
                <a:lnTo>
                  <a:pt x="308674" y="1503659"/>
                </a:lnTo>
                <a:lnTo>
                  <a:pt x="309146" y="1503683"/>
                </a:lnTo>
                <a:lnTo>
                  <a:pt x="302491" y="1497088"/>
                </a:lnTo>
                <a:close/>
                <a:moveTo>
                  <a:pt x="720217" y="561329"/>
                </a:moveTo>
                <a:lnTo>
                  <a:pt x="720422" y="561567"/>
                </a:lnTo>
                <a:lnTo>
                  <a:pt x="720453" y="561427"/>
                </a:lnTo>
                <a:close/>
                <a:moveTo>
                  <a:pt x="266758" y="1576712"/>
                </a:moveTo>
                <a:lnTo>
                  <a:pt x="269548" y="1579203"/>
                </a:lnTo>
                <a:lnTo>
                  <a:pt x="277235" y="1582993"/>
                </a:lnTo>
                <a:lnTo>
                  <a:pt x="278984" y="1583498"/>
                </a:lnTo>
                <a:lnTo>
                  <a:pt x="275327" y="1579277"/>
                </a:lnTo>
                <a:close/>
                <a:moveTo>
                  <a:pt x="283764" y="1538433"/>
                </a:moveTo>
                <a:lnTo>
                  <a:pt x="284626" y="1539700"/>
                </a:lnTo>
                <a:lnTo>
                  <a:pt x="288368" y="1540459"/>
                </a:lnTo>
                <a:lnTo>
                  <a:pt x="284653" y="1537482"/>
                </a:lnTo>
                <a:close/>
                <a:moveTo>
                  <a:pt x="736192" y="525270"/>
                </a:moveTo>
                <a:lnTo>
                  <a:pt x="736265" y="526081"/>
                </a:lnTo>
                <a:lnTo>
                  <a:pt x="736350" y="525714"/>
                </a:lnTo>
                <a:lnTo>
                  <a:pt x="736287" y="525394"/>
                </a:lnTo>
                <a:close/>
                <a:moveTo>
                  <a:pt x="740698" y="514941"/>
                </a:moveTo>
                <a:lnTo>
                  <a:pt x="742732" y="516364"/>
                </a:lnTo>
                <a:lnTo>
                  <a:pt x="742639" y="512055"/>
                </a:lnTo>
                <a:close/>
                <a:moveTo>
                  <a:pt x="782446" y="421227"/>
                </a:moveTo>
                <a:lnTo>
                  <a:pt x="781720" y="427492"/>
                </a:lnTo>
                <a:lnTo>
                  <a:pt x="783022" y="430910"/>
                </a:lnTo>
                <a:lnTo>
                  <a:pt x="784709" y="432857"/>
                </a:lnTo>
                <a:lnTo>
                  <a:pt x="788738" y="427527"/>
                </a:lnTo>
                <a:lnTo>
                  <a:pt x="788867" y="427026"/>
                </a:lnTo>
                <a:lnTo>
                  <a:pt x="788053" y="426238"/>
                </a:lnTo>
                <a:close/>
                <a:moveTo>
                  <a:pt x="775215" y="436998"/>
                </a:moveTo>
                <a:lnTo>
                  <a:pt x="773963" y="443237"/>
                </a:lnTo>
                <a:lnTo>
                  <a:pt x="775402" y="445170"/>
                </a:lnTo>
                <a:lnTo>
                  <a:pt x="778929" y="440505"/>
                </a:lnTo>
                <a:lnTo>
                  <a:pt x="778288" y="438822"/>
                </a:lnTo>
                <a:close/>
                <a:moveTo>
                  <a:pt x="819347" y="338019"/>
                </a:moveTo>
                <a:lnTo>
                  <a:pt x="816498" y="347824"/>
                </a:lnTo>
                <a:lnTo>
                  <a:pt x="818489" y="349621"/>
                </a:lnTo>
                <a:lnTo>
                  <a:pt x="820556" y="340822"/>
                </a:lnTo>
                <a:close/>
                <a:moveTo>
                  <a:pt x="824476" y="326430"/>
                </a:moveTo>
                <a:lnTo>
                  <a:pt x="820988" y="341279"/>
                </a:lnTo>
                <a:lnTo>
                  <a:pt x="825345" y="351012"/>
                </a:lnTo>
                <a:lnTo>
                  <a:pt x="825609" y="351623"/>
                </a:lnTo>
                <a:lnTo>
                  <a:pt x="827805" y="334141"/>
                </a:lnTo>
                <a:close/>
                <a:moveTo>
                  <a:pt x="715114" y="570976"/>
                </a:moveTo>
                <a:lnTo>
                  <a:pt x="715276" y="571667"/>
                </a:lnTo>
                <a:lnTo>
                  <a:pt x="715506" y="571324"/>
                </a:lnTo>
                <a:close/>
                <a:moveTo>
                  <a:pt x="763989" y="461494"/>
                </a:moveTo>
                <a:lnTo>
                  <a:pt x="766381" y="464698"/>
                </a:lnTo>
                <a:lnTo>
                  <a:pt x="767465" y="461363"/>
                </a:lnTo>
                <a:lnTo>
                  <a:pt x="767651" y="457439"/>
                </a:lnTo>
                <a:lnTo>
                  <a:pt x="767178" y="457156"/>
                </a:lnTo>
                <a:close/>
                <a:moveTo>
                  <a:pt x="782619" y="419728"/>
                </a:moveTo>
                <a:lnTo>
                  <a:pt x="782496" y="420791"/>
                </a:lnTo>
                <a:lnTo>
                  <a:pt x="788981" y="426586"/>
                </a:lnTo>
                <a:lnTo>
                  <a:pt x="789439" y="424809"/>
                </a:lnTo>
                <a:lnTo>
                  <a:pt x="785292" y="420794"/>
                </a:lnTo>
                <a:close/>
                <a:moveTo>
                  <a:pt x="254306" y="1602648"/>
                </a:moveTo>
                <a:lnTo>
                  <a:pt x="255150" y="1603928"/>
                </a:lnTo>
                <a:lnTo>
                  <a:pt x="277270" y="1612249"/>
                </a:lnTo>
                <a:lnTo>
                  <a:pt x="260947" y="1604276"/>
                </a:lnTo>
                <a:lnTo>
                  <a:pt x="258387" y="1603254"/>
                </a:lnTo>
                <a:close/>
                <a:moveTo>
                  <a:pt x="831248" y="310585"/>
                </a:moveTo>
                <a:lnTo>
                  <a:pt x="830072" y="319949"/>
                </a:lnTo>
                <a:lnTo>
                  <a:pt x="837638" y="325837"/>
                </a:lnTo>
                <a:lnTo>
                  <a:pt x="838873" y="322711"/>
                </a:lnTo>
                <a:close/>
                <a:moveTo>
                  <a:pt x="728457" y="540665"/>
                </a:moveTo>
                <a:lnTo>
                  <a:pt x="728573" y="541199"/>
                </a:lnTo>
                <a:lnTo>
                  <a:pt x="730587" y="542615"/>
                </a:lnTo>
                <a:close/>
                <a:moveTo>
                  <a:pt x="257367" y="1595514"/>
                </a:moveTo>
                <a:lnTo>
                  <a:pt x="257797" y="1595668"/>
                </a:lnTo>
                <a:lnTo>
                  <a:pt x="265218" y="1597906"/>
                </a:lnTo>
                <a:lnTo>
                  <a:pt x="263676" y="1596885"/>
                </a:lnTo>
                <a:close/>
                <a:moveTo>
                  <a:pt x="759468" y="471156"/>
                </a:moveTo>
                <a:lnTo>
                  <a:pt x="759909" y="477241"/>
                </a:lnTo>
                <a:lnTo>
                  <a:pt x="761915" y="478437"/>
                </a:lnTo>
                <a:lnTo>
                  <a:pt x="763674" y="473026"/>
                </a:lnTo>
                <a:close/>
                <a:moveTo>
                  <a:pt x="281966" y="1540356"/>
                </a:moveTo>
                <a:lnTo>
                  <a:pt x="283673" y="1540886"/>
                </a:lnTo>
                <a:lnTo>
                  <a:pt x="282906" y="1539758"/>
                </a:lnTo>
                <a:lnTo>
                  <a:pt x="282586" y="1539693"/>
                </a:lnTo>
                <a:close/>
                <a:moveTo>
                  <a:pt x="335837" y="1419525"/>
                </a:moveTo>
                <a:lnTo>
                  <a:pt x="337145" y="1421281"/>
                </a:lnTo>
                <a:lnTo>
                  <a:pt x="337230" y="1421321"/>
                </a:lnTo>
                <a:lnTo>
                  <a:pt x="337077" y="1419994"/>
                </a:lnTo>
                <a:close/>
                <a:moveTo>
                  <a:pt x="315086" y="1465989"/>
                </a:moveTo>
                <a:lnTo>
                  <a:pt x="316672" y="1469320"/>
                </a:lnTo>
                <a:lnTo>
                  <a:pt x="319320" y="1470227"/>
                </a:lnTo>
                <a:lnTo>
                  <a:pt x="316818" y="1467087"/>
                </a:lnTo>
                <a:close/>
                <a:moveTo>
                  <a:pt x="831332" y="309919"/>
                </a:moveTo>
                <a:lnTo>
                  <a:pt x="831254" y="310540"/>
                </a:lnTo>
                <a:lnTo>
                  <a:pt x="839086" y="322173"/>
                </a:lnTo>
                <a:lnTo>
                  <a:pt x="840382" y="318897"/>
                </a:lnTo>
                <a:lnTo>
                  <a:pt x="839092" y="317588"/>
                </a:lnTo>
                <a:close/>
                <a:moveTo>
                  <a:pt x="728404" y="540176"/>
                </a:moveTo>
                <a:lnTo>
                  <a:pt x="732213" y="543665"/>
                </a:lnTo>
                <a:lnTo>
                  <a:pt x="732425" y="542746"/>
                </a:lnTo>
                <a:close/>
                <a:moveTo>
                  <a:pt x="782777" y="418361"/>
                </a:moveTo>
                <a:lnTo>
                  <a:pt x="782718" y="418878"/>
                </a:lnTo>
                <a:lnTo>
                  <a:pt x="783727" y="419280"/>
                </a:lnTo>
                <a:close/>
                <a:moveTo>
                  <a:pt x="762699" y="463249"/>
                </a:moveTo>
                <a:lnTo>
                  <a:pt x="765597" y="467110"/>
                </a:lnTo>
                <a:lnTo>
                  <a:pt x="766160" y="465375"/>
                </a:lnTo>
                <a:lnTo>
                  <a:pt x="763630" y="461983"/>
                </a:lnTo>
                <a:close/>
                <a:moveTo>
                  <a:pt x="283525" y="1536131"/>
                </a:moveTo>
                <a:lnTo>
                  <a:pt x="284591" y="1536962"/>
                </a:lnTo>
                <a:lnTo>
                  <a:pt x="284915" y="1536615"/>
                </a:lnTo>
                <a:lnTo>
                  <a:pt x="284652" y="1536465"/>
                </a:lnTo>
                <a:lnTo>
                  <a:pt x="283652" y="1536171"/>
                </a:lnTo>
                <a:close/>
                <a:moveTo>
                  <a:pt x="750671" y="490095"/>
                </a:moveTo>
                <a:lnTo>
                  <a:pt x="751119" y="495837"/>
                </a:lnTo>
                <a:lnTo>
                  <a:pt x="753456" y="492645"/>
                </a:lnTo>
                <a:lnTo>
                  <a:pt x="753540" y="492182"/>
                </a:lnTo>
                <a:close/>
                <a:moveTo>
                  <a:pt x="776035" y="432908"/>
                </a:moveTo>
                <a:lnTo>
                  <a:pt x="775230" y="436922"/>
                </a:lnTo>
                <a:lnTo>
                  <a:pt x="778263" y="438757"/>
                </a:lnTo>
                <a:close/>
                <a:moveTo>
                  <a:pt x="280668" y="1541744"/>
                </a:moveTo>
                <a:lnTo>
                  <a:pt x="285419" y="1543449"/>
                </a:lnTo>
                <a:lnTo>
                  <a:pt x="284994" y="1542825"/>
                </a:lnTo>
                <a:lnTo>
                  <a:pt x="280848" y="1541551"/>
                </a:lnTo>
                <a:close/>
                <a:moveTo>
                  <a:pt x="714427" y="570365"/>
                </a:moveTo>
                <a:lnTo>
                  <a:pt x="714063" y="572652"/>
                </a:lnTo>
                <a:lnTo>
                  <a:pt x="714494" y="572828"/>
                </a:lnTo>
                <a:lnTo>
                  <a:pt x="714884" y="572248"/>
                </a:lnTo>
                <a:lnTo>
                  <a:pt x="714502" y="570431"/>
                </a:lnTo>
                <a:close/>
                <a:moveTo>
                  <a:pt x="760945" y="465637"/>
                </a:moveTo>
                <a:lnTo>
                  <a:pt x="761000" y="465676"/>
                </a:lnTo>
                <a:lnTo>
                  <a:pt x="765097" y="468646"/>
                </a:lnTo>
                <a:lnTo>
                  <a:pt x="765117" y="468583"/>
                </a:lnTo>
                <a:lnTo>
                  <a:pt x="761914" y="464317"/>
                </a:lnTo>
                <a:close/>
                <a:moveTo>
                  <a:pt x="306734" y="1482576"/>
                </a:moveTo>
                <a:lnTo>
                  <a:pt x="311120" y="1489156"/>
                </a:lnTo>
                <a:lnTo>
                  <a:pt x="311549" y="1489421"/>
                </a:lnTo>
                <a:lnTo>
                  <a:pt x="315412" y="1490567"/>
                </a:lnTo>
                <a:lnTo>
                  <a:pt x="314723" y="1489119"/>
                </a:lnTo>
                <a:lnTo>
                  <a:pt x="307195" y="1482831"/>
                </a:lnTo>
                <a:close/>
                <a:moveTo>
                  <a:pt x="745218" y="500696"/>
                </a:moveTo>
                <a:lnTo>
                  <a:pt x="745695" y="503614"/>
                </a:lnTo>
                <a:lnTo>
                  <a:pt x="746517" y="502391"/>
                </a:lnTo>
                <a:lnTo>
                  <a:pt x="745658" y="501272"/>
                </a:lnTo>
                <a:lnTo>
                  <a:pt x="745309" y="501032"/>
                </a:lnTo>
                <a:lnTo>
                  <a:pt x="745468" y="501022"/>
                </a:lnTo>
                <a:close/>
                <a:moveTo>
                  <a:pt x="771753" y="441273"/>
                </a:moveTo>
                <a:lnTo>
                  <a:pt x="771064" y="450909"/>
                </a:lnTo>
                <a:lnTo>
                  <a:pt x="772419" y="449118"/>
                </a:lnTo>
                <a:lnTo>
                  <a:pt x="773398" y="444231"/>
                </a:lnTo>
                <a:lnTo>
                  <a:pt x="773389" y="444213"/>
                </a:lnTo>
                <a:close/>
                <a:moveTo>
                  <a:pt x="800830" y="376120"/>
                </a:moveTo>
                <a:lnTo>
                  <a:pt x="805576" y="383698"/>
                </a:lnTo>
                <a:lnTo>
                  <a:pt x="806356" y="381013"/>
                </a:lnTo>
                <a:lnTo>
                  <a:pt x="801925" y="377068"/>
                </a:lnTo>
                <a:close/>
                <a:moveTo>
                  <a:pt x="719937" y="557242"/>
                </a:moveTo>
                <a:lnTo>
                  <a:pt x="719871" y="558067"/>
                </a:lnTo>
                <a:lnTo>
                  <a:pt x="720097" y="560818"/>
                </a:lnTo>
                <a:lnTo>
                  <a:pt x="720549" y="560998"/>
                </a:lnTo>
                <a:lnTo>
                  <a:pt x="721063" y="558705"/>
                </a:lnTo>
                <a:lnTo>
                  <a:pt x="721047" y="557393"/>
                </a:lnTo>
                <a:close/>
                <a:moveTo>
                  <a:pt x="742617" y="506441"/>
                </a:moveTo>
                <a:lnTo>
                  <a:pt x="742654" y="508135"/>
                </a:lnTo>
                <a:lnTo>
                  <a:pt x="743385" y="507048"/>
                </a:lnTo>
                <a:close/>
                <a:moveTo>
                  <a:pt x="783133" y="415287"/>
                </a:moveTo>
                <a:lnTo>
                  <a:pt x="782961" y="416774"/>
                </a:lnTo>
                <a:lnTo>
                  <a:pt x="786829" y="420520"/>
                </a:lnTo>
                <a:lnTo>
                  <a:pt x="787115" y="420634"/>
                </a:lnTo>
                <a:close/>
                <a:moveTo>
                  <a:pt x="826369" y="318369"/>
                </a:moveTo>
                <a:lnTo>
                  <a:pt x="824661" y="325643"/>
                </a:lnTo>
                <a:lnTo>
                  <a:pt x="827923" y="333199"/>
                </a:lnTo>
                <a:lnTo>
                  <a:pt x="829481" y="320791"/>
                </a:lnTo>
                <a:close/>
                <a:moveTo>
                  <a:pt x="759966" y="466968"/>
                </a:moveTo>
                <a:lnTo>
                  <a:pt x="764582" y="470231"/>
                </a:lnTo>
                <a:lnTo>
                  <a:pt x="764855" y="469391"/>
                </a:lnTo>
                <a:lnTo>
                  <a:pt x="760503" y="466237"/>
                </a:lnTo>
                <a:close/>
                <a:moveTo>
                  <a:pt x="253390" y="1601260"/>
                </a:moveTo>
                <a:lnTo>
                  <a:pt x="254152" y="1602415"/>
                </a:lnTo>
                <a:lnTo>
                  <a:pt x="257547" y="1602919"/>
                </a:lnTo>
                <a:close/>
                <a:moveTo>
                  <a:pt x="295471" y="1506981"/>
                </a:moveTo>
                <a:lnTo>
                  <a:pt x="296075" y="1507801"/>
                </a:lnTo>
                <a:lnTo>
                  <a:pt x="298141" y="1508947"/>
                </a:lnTo>
                <a:lnTo>
                  <a:pt x="297716" y="1508317"/>
                </a:lnTo>
                <a:close/>
                <a:moveTo>
                  <a:pt x="753661" y="480853"/>
                </a:moveTo>
                <a:lnTo>
                  <a:pt x="754036" y="489449"/>
                </a:lnTo>
                <a:lnTo>
                  <a:pt x="755193" y="483057"/>
                </a:lnTo>
                <a:close/>
                <a:moveTo>
                  <a:pt x="823518" y="324212"/>
                </a:moveTo>
                <a:lnTo>
                  <a:pt x="820162" y="335213"/>
                </a:lnTo>
                <a:lnTo>
                  <a:pt x="819418" y="337772"/>
                </a:lnTo>
                <a:lnTo>
                  <a:pt x="820635" y="340488"/>
                </a:lnTo>
                <a:lnTo>
                  <a:pt x="824127" y="325621"/>
                </a:lnTo>
                <a:close/>
                <a:moveTo>
                  <a:pt x="759236" y="467962"/>
                </a:moveTo>
                <a:lnTo>
                  <a:pt x="759398" y="470191"/>
                </a:lnTo>
                <a:lnTo>
                  <a:pt x="763940" y="472209"/>
                </a:lnTo>
                <a:lnTo>
                  <a:pt x="764366" y="470895"/>
                </a:lnTo>
                <a:lnTo>
                  <a:pt x="759571" y="467505"/>
                </a:lnTo>
                <a:close/>
                <a:moveTo>
                  <a:pt x="720091" y="555323"/>
                </a:moveTo>
                <a:lnTo>
                  <a:pt x="719979" y="556731"/>
                </a:lnTo>
                <a:lnTo>
                  <a:pt x="721040" y="556878"/>
                </a:lnTo>
                <a:lnTo>
                  <a:pt x="721033" y="556289"/>
                </a:lnTo>
                <a:lnTo>
                  <a:pt x="720943" y="555880"/>
                </a:lnTo>
                <a:close/>
                <a:moveTo>
                  <a:pt x="783332" y="413575"/>
                </a:moveTo>
                <a:lnTo>
                  <a:pt x="783196" y="414749"/>
                </a:lnTo>
                <a:lnTo>
                  <a:pt x="787775" y="420898"/>
                </a:lnTo>
                <a:lnTo>
                  <a:pt x="790200" y="421866"/>
                </a:lnTo>
                <a:lnTo>
                  <a:pt x="790470" y="420820"/>
                </a:lnTo>
                <a:close/>
                <a:moveTo>
                  <a:pt x="310814" y="1471595"/>
                </a:moveTo>
                <a:lnTo>
                  <a:pt x="314129" y="1478556"/>
                </a:lnTo>
                <a:lnTo>
                  <a:pt x="316884" y="1479545"/>
                </a:lnTo>
                <a:close/>
                <a:moveTo>
                  <a:pt x="755613" y="475395"/>
                </a:moveTo>
                <a:lnTo>
                  <a:pt x="755705" y="475518"/>
                </a:lnTo>
                <a:lnTo>
                  <a:pt x="755700" y="475448"/>
                </a:lnTo>
                <a:close/>
                <a:moveTo>
                  <a:pt x="744962" y="499126"/>
                </a:moveTo>
                <a:lnTo>
                  <a:pt x="745102" y="499988"/>
                </a:lnTo>
                <a:lnTo>
                  <a:pt x="746111" y="501304"/>
                </a:lnTo>
                <a:lnTo>
                  <a:pt x="746203" y="501367"/>
                </a:lnTo>
                <a:lnTo>
                  <a:pt x="745611" y="499807"/>
                </a:lnTo>
                <a:close/>
                <a:moveTo>
                  <a:pt x="797642" y="380955"/>
                </a:moveTo>
                <a:lnTo>
                  <a:pt x="798303" y="400784"/>
                </a:lnTo>
                <a:lnTo>
                  <a:pt x="798770" y="401369"/>
                </a:lnTo>
                <a:lnTo>
                  <a:pt x="798849" y="400400"/>
                </a:lnTo>
                <a:lnTo>
                  <a:pt x="799153" y="400072"/>
                </a:lnTo>
                <a:lnTo>
                  <a:pt x="799022" y="401684"/>
                </a:lnTo>
                <a:lnTo>
                  <a:pt x="799996" y="402903"/>
                </a:lnTo>
                <a:lnTo>
                  <a:pt x="803606" y="390479"/>
                </a:lnTo>
                <a:close/>
                <a:moveTo>
                  <a:pt x="740997" y="507764"/>
                </a:moveTo>
                <a:lnTo>
                  <a:pt x="739986" y="512102"/>
                </a:lnTo>
                <a:lnTo>
                  <a:pt x="741952" y="509178"/>
                </a:lnTo>
                <a:close/>
                <a:moveTo>
                  <a:pt x="296131" y="1503854"/>
                </a:moveTo>
                <a:lnTo>
                  <a:pt x="296653" y="1504599"/>
                </a:lnTo>
                <a:lnTo>
                  <a:pt x="298300" y="1505554"/>
                </a:lnTo>
                <a:close/>
                <a:moveTo>
                  <a:pt x="720182" y="554197"/>
                </a:moveTo>
                <a:lnTo>
                  <a:pt x="720179" y="554232"/>
                </a:lnTo>
                <a:lnTo>
                  <a:pt x="720389" y="554354"/>
                </a:lnTo>
                <a:close/>
                <a:moveTo>
                  <a:pt x="258223" y="1588504"/>
                </a:moveTo>
                <a:lnTo>
                  <a:pt x="264165" y="1593539"/>
                </a:lnTo>
                <a:lnTo>
                  <a:pt x="265498" y="1593871"/>
                </a:lnTo>
                <a:lnTo>
                  <a:pt x="263085" y="1592159"/>
                </a:lnTo>
                <a:lnTo>
                  <a:pt x="263027" y="1591961"/>
                </a:lnTo>
                <a:lnTo>
                  <a:pt x="265837" y="1593957"/>
                </a:lnTo>
                <a:lnTo>
                  <a:pt x="271500" y="1595367"/>
                </a:lnTo>
                <a:lnTo>
                  <a:pt x="269439" y="1593710"/>
                </a:lnTo>
                <a:lnTo>
                  <a:pt x="269372" y="1593418"/>
                </a:lnTo>
                <a:lnTo>
                  <a:pt x="271930" y="1595474"/>
                </a:lnTo>
                <a:lnTo>
                  <a:pt x="291191" y="1600274"/>
                </a:lnTo>
                <a:lnTo>
                  <a:pt x="291295" y="1600047"/>
                </a:lnTo>
                <a:lnTo>
                  <a:pt x="291004" y="1599873"/>
                </a:lnTo>
                <a:lnTo>
                  <a:pt x="283605" y="1596338"/>
                </a:lnTo>
                <a:close/>
                <a:moveTo>
                  <a:pt x="281842" y="1535611"/>
                </a:moveTo>
                <a:lnTo>
                  <a:pt x="283533" y="1538094"/>
                </a:lnTo>
                <a:lnTo>
                  <a:pt x="284339" y="1537232"/>
                </a:lnTo>
                <a:lnTo>
                  <a:pt x="282612" y="1535849"/>
                </a:lnTo>
                <a:close/>
                <a:moveTo>
                  <a:pt x="296106" y="1503473"/>
                </a:moveTo>
                <a:lnTo>
                  <a:pt x="299255" y="1505942"/>
                </a:lnTo>
                <a:lnTo>
                  <a:pt x="297318" y="1503550"/>
                </a:lnTo>
                <a:close/>
                <a:moveTo>
                  <a:pt x="282031" y="1534968"/>
                </a:moveTo>
                <a:lnTo>
                  <a:pt x="282574" y="1535391"/>
                </a:lnTo>
                <a:lnTo>
                  <a:pt x="282981" y="1535510"/>
                </a:lnTo>
                <a:close/>
                <a:moveTo>
                  <a:pt x="731207" y="529056"/>
                </a:moveTo>
                <a:lnTo>
                  <a:pt x="733173" y="530108"/>
                </a:lnTo>
                <a:lnTo>
                  <a:pt x="732405" y="527273"/>
                </a:lnTo>
                <a:close/>
                <a:moveTo>
                  <a:pt x="252731" y="1600262"/>
                </a:moveTo>
                <a:lnTo>
                  <a:pt x="253012" y="1600688"/>
                </a:lnTo>
                <a:lnTo>
                  <a:pt x="256232" y="1601972"/>
                </a:lnTo>
                <a:close/>
                <a:moveTo>
                  <a:pt x="825506" y="317697"/>
                </a:moveTo>
                <a:lnTo>
                  <a:pt x="823736" y="323499"/>
                </a:lnTo>
                <a:lnTo>
                  <a:pt x="824311" y="324833"/>
                </a:lnTo>
                <a:lnTo>
                  <a:pt x="825913" y="318014"/>
                </a:lnTo>
                <a:close/>
                <a:moveTo>
                  <a:pt x="310515" y="1470827"/>
                </a:moveTo>
                <a:lnTo>
                  <a:pt x="311524" y="1472148"/>
                </a:lnTo>
                <a:lnTo>
                  <a:pt x="317507" y="1479769"/>
                </a:lnTo>
                <a:lnTo>
                  <a:pt x="318510" y="1480129"/>
                </a:lnTo>
                <a:lnTo>
                  <a:pt x="314981" y="1472719"/>
                </a:lnTo>
                <a:close/>
                <a:moveTo>
                  <a:pt x="316955" y="1456396"/>
                </a:moveTo>
                <a:lnTo>
                  <a:pt x="319397" y="1459097"/>
                </a:lnTo>
                <a:lnTo>
                  <a:pt x="322328" y="1460990"/>
                </a:lnTo>
                <a:lnTo>
                  <a:pt x="323624" y="1461663"/>
                </a:lnTo>
                <a:lnTo>
                  <a:pt x="322436" y="1459949"/>
                </a:lnTo>
                <a:lnTo>
                  <a:pt x="318667" y="1457174"/>
                </a:lnTo>
                <a:close/>
                <a:moveTo>
                  <a:pt x="256440" y="1591885"/>
                </a:moveTo>
                <a:lnTo>
                  <a:pt x="261891" y="1595492"/>
                </a:lnTo>
                <a:lnTo>
                  <a:pt x="263477" y="1596055"/>
                </a:lnTo>
                <a:lnTo>
                  <a:pt x="265894" y="1596807"/>
                </a:lnTo>
                <a:lnTo>
                  <a:pt x="266211" y="1596871"/>
                </a:lnTo>
                <a:lnTo>
                  <a:pt x="262536" y="1593494"/>
                </a:lnTo>
                <a:close/>
                <a:moveTo>
                  <a:pt x="729748" y="531997"/>
                </a:moveTo>
                <a:lnTo>
                  <a:pt x="733827" y="536665"/>
                </a:lnTo>
                <a:lnTo>
                  <a:pt x="734186" y="535106"/>
                </a:lnTo>
                <a:close/>
                <a:moveTo>
                  <a:pt x="741501" y="505603"/>
                </a:moveTo>
                <a:lnTo>
                  <a:pt x="741184" y="506961"/>
                </a:lnTo>
                <a:lnTo>
                  <a:pt x="742332" y="508613"/>
                </a:lnTo>
                <a:lnTo>
                  <a:pt x="742558" y="508277"/>
                </a:lnTo>
                <a:lnTo>
                  <a:pt x="742521" y="506554"/>
                </a:lnTo>
                <a:lnTo>
                  <a:pt x="742610" y="506435"/>
                </a:lnTo>
                <a:lnTo>
                  <a:pt x="742195" y="506107"/>
                </a:lnTo>
                <a:close/>
                <a:moveTo>
                  <a:pt x="759425" y="465455"/>
                </a:moveTo>
                <a:lnTo>
                  <a:pt x="759243" y="466458"/>
                </a:lnTo>
                <a:lnTo>
                  <a:pt x="759355" y="466538"/>
                </a:lnTo>
                <a:lnTo>
                  <a:pt x="759899" y="465798"/>
                </a:lnTo>
                <a:close/>
                <a:moveTo>
                  <a:pt x="780247" y="418779"/>
                </a:moveTo>
                <a:lnTo>
                  <a:pt x="781858" y="420219"/>
                </a:lnTo>
                <a:lnTo>
                  <a:pt x="781945" y="419458"/>
                </a:lnTo>
                <a:close/>
                <a:moveTo>
                  <a:pt x="741767" y="504460"/>
                </a:moveTo>
                <a:lnTo>
                  <a:pt x="741705" y="504730"/>
                </a:lnTo>
                <a:lnTo>
                  <a:pt x="743879" y="506312"/>
                </a:lnTo>
                <a:lnTo>
                  <a:pt x="743900" y="506281"/>
                </a:lnTo>
                <a:lnTo>
                  <a:pt x="743168" y="505515"/>
                </a:lnTo>
                <a:close/>
                <a:moveTo>
                  <a:pt x="267441" y="1566566"/>
                </a:moveTo>
                <a:lnTo>
                  <a:pt x="277528" y="1578207"/>
                </a:lnTo>
                <a:lnTo>
                  <a:pt x="282575" y="1579627"/>
                </a:lnTo>
                <a:lnTo>
                  <a:pt x="273298" y="1568395"/>
                </a:lnTo>
                <a:lnTo>
                  <a:pt x="268023" y="1566699"/>
                </a:lnTo>
                <a:close/>
                <a:moveTo>
                  <a:pt x="715596" y="563020"/>
                </a:moveTo>
                <a:lnTo>
                  <a:pt x="714657" y="568910"/>
                </a:lnTo>
                <a:lnTo>
                  <a:pt x="716204" y="570284"/>
                </a:lnTo>
                <a:lnTo>
                  <a:pt x="716397" y="569999"/>
                </a:lnTo>
                <a:lnTo>
                  <a:pt x="716262" y="568354"/>
                </a:lnTo>
                <a:lnTo>
                  <a:pt x="716640" y="563632"/>
                </a:lnTo>
                <a:close/>
                <a:moveTo>
                  <a:pt x="727677" y="535918"/>
                </a:moveTo>
                <a:lnTo>
                  <a:pt x="727940" y="538293"/>
                </a:lnTo>
                <a:lnTo>
                  <a:pt x="728075" y="538918"/>
                </a:lnTo>
                <a:lnTo>
                  <a:pt x="732727" y="541432"/>
                </a:lnTo>
                <a:lnTo>
                  <a:pt x="733312" y="538898"/>
                </a:lnTo>
                <a:lnTo>
                  <a:pt x="732298" y="537763"/>
                </a:lnTo>
                <a:close/>
                <a:moveTo>
                  <a:pt x="278831" y="1540931"/>
                </a:moveTo>
                <a:lnTo>
                  <a:pt x="279002" y="1541146"/>
                </a:lnTo>
                <a:lnTo>
                  <a:pt x="280258" y="1541596"/>
                </a:lnTo>
                <a:lnTo>
                  <a:pt x="280423" y="1541420"/>
                </a:lnTo>
                <a:close/>
                <a:moveTo>
                  <a:pt x="764262" y="453883"/>
                </a:moveTo>
                <a:lnTo>
                  <a:pt x="766372" y="455713"/>
                </a:lnTo>
                <a:lnTo>
                  <a:pt x="767103" y="456149"/>
                </a:lnTo>
                <a:lnTo>
                  <a:pt x="767154" y="456082"/>
                </a:lnTo>
                <a:close/>
                <a:moveTo>
                  <a:pt x="281276" y="1534778"/>
                </a:moveTo>
                <a:lnTo>
                  <a:pt x="281471" y="1535066"/>
                </a:lnTo>
                <a:lnTo>
                  <a:pt x="281729" y="1535142"/>
                </a:lnTo>
                <a:close/>
                <a:moveTo>
                  <a:pt x="239409" y="1628436"/>
                </a:moveTo>
                <a:lnTo>
                  <a:pt x="253891" y="1637877"/>
                </a:lnTo>
                <a:lnTo>
                  <a:pt x="271108" y="1643735"/>
                </a:lnTo>
                <a:lnTo>
                  <a:pt x="272591" y="1640524"/>
                </a:lnTo>
                <a:lnTo>
                  <a:pt x="271044" y="1639631"/>
                </a:lnTo>
                <a:lnTo>
                  <a:pt x="249027" y="1632553"/>
                </a:lnTo>
                <a:close/>
                <a:moveTo>
                  <a:pt x="332469" y="1419961"/>
                </a:moveTo>
                <a:lnTo>
                  <a:pt x="333448" y="1422828"/>
                </a:lnTo>
                <a:lnTo>
                  <a:pt x="334167" y="1423967"/>
                </a:lnTo>
                <a:lnTo>
                  <a:pt x="335592" y="1424918"/>
                </a:lnTo>
                <a:lnTo>
                  <a:pt x="334935" y="1424033"/>
                </a:lnTo>
                <a:lnTo>
                  <a:pt x="334507" y="1423286"/>
                </a:lnTo>
                <a:lnTo>
                  <a:pt x="333856" y="1423005"/>
                </a:lnTo>
                <a:lnTo>
                  <a:pt x="333684" y="1422686"/>
                </a:lnTo>
                <a:lnTo>
                  <a:pt x="334320" y="1422960"/>
                </a:lnTo>
                <a:lnTo>
                  <a:pt x="333896" y="1422221"/>
                </a:lnTo>
                <a:close/>
                <a:moveTo>
                  <a:pt x="772186" y="435201"/>
                </a:moveTo>
                <a:lnTo>
                  <a:pt x="771860" y="439767"/>
                </a:lnTo>
                <a:lnTo>
                  <a:pt x="773282" y="442323"/>
                </a:lnTo>
                <a:lnTo>
                  <a:pt x="773674" y="442851"/>
                </a:lnTo>
                <a:lnTo>
                  <a:pt x="774887" y="436804"/>
                </a:lnTo>
                <a:close/>
                <a:moveTo>
                  <a:pt x="783854" y="409072"/>
                </a:moveTo>
                <a:lnTo>
                  <a:pt x="783390" y="413076"/>
                </a:lnTo>
                <a:lnTo>
                  <a:pt x="790630" y="420425"/>
                </a:lnTo>
                <a:lnTo>
                  <a:pt x="790844" y="420262"/>
                </a:lnTo>
                <a:lnTo>
                  <a:pt x="790766" y="420563"/>
                </a:lnTo>
                <a:lnTo>
                  <a:pt x="792597" y="422421"/>
                </a:lnTo>
                <a:lnTo>
                  <a:pt x="792930" y="421982"/>
                </a:lnTo>
                <a:lnTo>
                  <a:pt x="788304" y="415309"/>
                </a:lnTo>
                <a:close/>
                <a:moveTo>
                  <a:pt x="783885" y="408815"/>
                </a:moveTo>
                <a:lnTo>
                  <a:pt x="793110" y="421746"/>
                </a:lnTo>
                <a:lnTo>
                  <a:pt x="794411" y="420025"/>
                </a:lnTo>
                <a:lnTo>
                  <a:pt x="794217" y="414181"/>
                </a:lnTo>
                <a:lnTo>
                  <a:pt x="793010" y="413315"/>
                </a:lnTo>
                <a:lnTo>
                  <a:pt x="793495" y="413293"/>
                </a:lnTo>
                <a:lnTo>
                  <a:pt x="794203" y="413801"/>
                </a:lnTo>
                <a:lnTo>
                  <a:pt x="794171" y="412834"/>
                </a:lnTo>
                <a:lnTo>
                  <a:pt x="788266" y="410488"/>
                </a:lnTo>
                <a:close/>
                <a:moveTo>
                  <a:pt x="754700" y="474132"/>
                </a:moveTo>
                <a:lnTo>
                  <a:pt x="755647" y="474698"/>
                </a:lnTo>
                <a:lnTo>
                  <a:pt x="755524" y="473011"/>
                </a:lnTo>
                <a:close/>
                <a:moveTo>
                  <a:pt x="715967" y="560690"/>
                </a:moveTo>
                <a:lnTo>
                  <a:pt x="715648" y="562693"/>
                </a:lnTo>
                <a:lnTo>
                  <a:pt x="716667" y="563290"/>
                </a:lnTo>
                <a:lnTo>
                  <a:pt x="716788" y="561791"/>
                </a:lnTo>
                <a:close/>
                <a:moveTo>
                  <a:pt x="760075" y="461866"/>
                </a:moveTo>
                <a:lnTo>
                  <a:pt x="759568" y="464666"/>
                </a:lnTo>
                <a:lnTo>
                  <a:pt x="760334" y="465206"/>
                </a:lnTo>
                <a:lnTo>
                  <a:pt x="761447" y="463693"/>
                </a:lnTo>
                <a:close/>
                <a:moveTo>
                  <a:pt x="275102" y="1547697"/>
                </a:moveTo>
                <a:lnTo>
                  <a:pt x="282132" y="1550593"/>
                </a:lnTo>
                <a:lnTo>
                  <a:pt x="280561" y="1548621"/>
                </a:lnTo>
                <a:lnTo>
                  <a:pt x="276538" y="1546161"/>
                </a:lnTo>
                <a:close/>
                <a:moveTo>
                  <a:pt x="743767" y="498246"/>
                </a:moveTo>
                <a:lnTo>
                  <a:pt x="744356" y="499014"/>
                </a:lnTo>
                <a:lnTo>
                  <a:pt x="744283" y="498524"/>
                </a:lnTo>
                <a:close/>
                <a:moveTo>
                  <a:pt x="828915" y="307531"/>
                </a:moveTo>
                <a:lnTo>
                  <a:pt x="826627" y="317269"/>
                </a:lnTo>
                <a:lnTo>
                  <a:pt x="829630" y="319605"/>
                </a:lnTo>
                <a:lnTo>
                  <a:pt x="830843" y="309942"/>
                </a:lnTo>
                <a:lnTo>
                  <a:pt x="830745" y="309784"/>
                </a:lnTo>
                <a:lnTo>
                  <a:pt x="830844" y="309934"/>
                </a:lnTo>
                <a:lnTo>
                  <a:pt x="830900" y="309493"/>
                </a:lnTo>
                <a:lnTo>
                  <a:pt x="830002" y="308606"/>
                </a:lnTo>
                <a:lnTo>
                  <a:pt x="830745" y="309784"/>
                </a:lnTo>
                <a:lnTo>
                  <a:pt x="829850" y="308454"/>
                </a:lnTo>
                <a:close/>
                <a:moveTo>
                  <a:pt x="727525" y="534531"/>
                </a:moveTo>
                <a:lnTo>
                  <a:pt x="727633" y="535516"/>
                </a:lnTo>
                <a:lnTo>
                  <a:pt x="731760" y="537163"/>
                </a:lnTo>
                <a:lnTo>
                  <a:pt x="728333" y="533330"/>
                </a:lnTo>
                <a:close/>
                <a:moveTo>
                  <a:pt x="828995" y="307187"/>
                </a:moveTo>
                <a:lnTo>
                  <a:pt x="828978" y="307262"/>
                </a:lnTo>
                <a:lnTo>
                  <a:pt x="829185" y="307468"/>
                </a:lnTo>
                <a:close/>
                <a:moveTo>
                  <a:pt x="727219" y="534987"/>
                </a:moveTo>
                <a:lnTo>
                  <a:pt x="727305" y="535385"/>
                </a:lnTo>
                <a:lnTo>
                  <a:pt x="727329" y="535394"/>
                </a:lnTo>
                <a:lnTo>
                  <a:pt x="727275" y="534902"/>
                </a:lnTo>
                <a:close/>
                <a:moveTo>
                  <a:pt x="262530" y="1575446"/>
                </a:moveTo>
                <a:lnTo>
                  <a:pt x="264961" y="1576941"/>
                </a:lnTo>
                <a:lnTo>
                  <a:pt x="268005" y="1578443"/>
                </a:lnTo>
                <a:lnTo>
                  <a:pt x="265809" y="1576428"/>
                </a:lnTo>
                <a:close/>
                <a:moveTo>
                  <a:pt x="716134" y="559641"/>
                </a:moveTo>
                <a:lnTo>
                  <a:pt x="716091" y="559912"/>
                </a:lnTo>
                <a:lnTo>
                  <a:pt x="716856" y="560940"/>
                </a:lnTo>
                <a:lnTo>
                  <a:pt x="716934" y="559971"/>
                </a:lnTo>
                <a:close/>
                <a:moveTo>
                  <a:pt x="753442" y="475844"/>
                </a:moveTo>
                <a:lnTo>
                  <a:pt x="753498" y="477121"/>
                </a:lnTo>
                <a:lnTo>
                  <a:pt x="755655" y="480503"/>
                </a:lnTo>
                <a:lnTo>
                  <a:pt x="755950" y="478878"/>
                </a:lnTo>
                <a:lnTo>
                  <a:pt x="755833" y="477264"/>
                </a:lnTo>
                <a:lnTo>
                  <a:pt x="754098" y="474952"/>
                </a:lnTo>
                <a:close/>
                <a:moveTo>
                  <a:pt x="274397" y="1548451"/>
                </a:moveTo>
                <a:lnTo>
                  <a:pt x="284836" y="1553985"/>
                </a:lnTo>
                <a:lnTo>
                  <a:pt x="282429" y="1550966"/>
                </a:lnTo>
                <a:lnTo>
                  <a:pt x="274933" y="1547878"/>
                </a:lnTo>
                <a:close/>
                <a:moveTo>
                  <a:pt x="335525" y="1411524"/>
                </a:moveTo>
                <a:lnTo>
                  <a:pt x="336211" y="1412471"/>
                </a:lnTo>
                <a:lnTo>
                  <a:pt x="336160" y="1412034"/>
                </a:lnTo>
                <a:lnTo>
                  <a:pt x="336024" y="1411868"/>
                </a:lnTo>
                <a:close/>
                <a:moveTo>
                  <a:pt x="314055" y="1459502"/>
                </a:moveTo>
                <a:lnTo>
                  <a:pt x="316779" y="1462921"/>
                </a:lnTo>
                <a:lnTo>
                  <a:pt x="322042" y="1466645"/>
                </a:lnTo>
                <a:lnTo>
                  <a:pt x="318156" y="1463170"/>
                </a:lnTo>
                <a:lnTo>
                  <a:pt x="315987" y="1461382"/>
                </a:lnTo>
                <a:lnTo>
                  <a:pt x="315945" y="1461193"/>
                </a:lnTo>
                <a:close/>
                <a:moveTo>
                  <a:pt x="716267" y="558806"/>
                </a:moveTo>
                <a:lnTo>
                  <a:pt x="716194" y="559265"/>
                </a:lnTo>
                <a:lnTo>
                  <a:pt x="716906" y="559548"/>
                </a:lnTo>
                <a:close/>
                <a:moveTo>
                  <a:pt x="283563" y="1527664"/>
                </a:moveTo>
                <a:lnTo>
                  <a:pt x="283750" y="1527879"/>
                </a:lnTo>
                <a:lnTo>
                  <a:pt x="283916" y="1527927"/>
                </a:lnTo>
                <a:close/>
                <a:moveTo>
                  <a:pt x="753026" y="476410"/>
                </a:moveTo>
                <a:lnTo>
                  <a:pt x="753080" y="476482"/>
                </a:lnTo>
                <a:lnTo>
                  <a:pt x="753074" y="476345"/>
                </a:lnTo>
                <a:close/>
                <a:moveTo>
                  <a:pt x="778970" y="418271"/>
                </a:moveTo>
                <a:lnTo>
                  <a:pt x="778580" y="420215"/>
                </a:lnTo>
                <a:lnTo>
                  <a:pt x="779655" y="422068"/>
                </a:lnTo>
                <a:lnTo>
                  <a:pt x="781179" y="426071"/>
                </a:lnTo>
                <a:lnTo>
                  <a:pt x="781806" y="420656"/>
                </a:lnTo>
                <a:lnTo>
                  <a:pt x="779268" y="418390"/>
                </a:lnTo>
                <a:close/>
                <a:moveTo>
                  <a:pt x="743245" y="498123"/>
                </a:moveTo>
                <a:lnTo>
                  <a:pt x="742392" y="501783"/>
                </a:lnTo>
                <a:lnTo>
                  <a:pt x="745052" y="504568"/>
                </a:lnTo>
                <a:lnTo>
                  <a:pt x="745161" y="504407"/>
                </a:lnTo>
                <a:lnTo>
                  <a:pt x="744459" y="499707"/>
                </a:lnTo>
                <a:close/>
                <a:moveTo>
                  <a:pt x="277972" y="1539852"/>
                </a:moveTo>
                <a:lnTo>
                  <a:pt x="278147" y="1540073"/>
                </a:lnTo>
                <a:lnTo>
                  <a:pt x="280904" y="1540904"/>
                </a:lnTo>
                <a:lnTo>
                  <a:pt x="280912" y="1540897"/>
                </a:lnTo>
                <a:close/>
                <a:moveTo>
                  <a:pt x="315654" y="1454956"/>
                </a:moveTo>
                <a:lnTo>
                  <a:pt x="316317" y="1455690"/>
                </a:lnTo>
                <a:lnTo>
                  <a:pt x="317142" y="1456052"/>
                </a:lnTo>
                <a:close/>
                <a:moveTo>
                  <a:pt x="760753" y="458129"/>
                </a:moveTo>
                <a:lnTo>
                  <a:pt x="760384" y="460164"/>
                </a:lnTo>
                <a:lnTo>
                  <a:pt x="762231" y="462626"/>
                </a:lnTo>
                <a:lnTo>
                  <a:pt x="763042" y="461523"/>
                </a:lnTo>
                <a:lnTo>
                  <a:pt x="763165" y="461360"/>
                </a:lnTo>
                <a:close/>
                <a:moveTo>
                  <a:pt x="751909" y="477930"/>
                </a:moveTo>
                <a:lnTo>
                  <a:pt x="753226" y="479826"/>
                </a:lnTo>
                <a:lnTo>
                  <a:pt x="753224" y="479789"/>
                </a:lnTo>
                <a:lnTo>
                  <a:pt x="751978" y="477836"/>
                </a:lnTo>
                <a:close/>
                <a:moveTo>
                  <a:pt x="716590" y="556782"/>
                </a:moveTo>
                <a:lnTo>
                  <a:pt x="716544" y="557067"/>
                </a:lnTo>
                <a:lnTo>
                  <a:pt x="717114" y="557728"/>
                </a:lnTo>
                <a:lnTo>
                  <a:pt x="717183" y="556864"/>
                </a:lnTo>
                <a:close/>
                <a:moveTo>
                  <a:pt x="282153" y="1529436"/>
                </a:moveTo>
                <a:lnTo>
                  <a:pt x="284014" y="1531811"/>
                </a:lnTo>
                <a:lnTo>
                  <a:pt x="286705" y="1534701"/>
                </a:lnTo>
                <a:lnTo>
                  <a:pt x="287008" y="1534377"/>
                </a:lnTo>
                <a:lnTo>
                  <a:pt x="286445" y="1533682"/>
                </a:lnTo>
                <a:lnTo>
                  <a:pt x="283220" y="1529962"/>
                </a:lnTo>
                <a:close/>
                <a:moveTo>
                  <a:pt x="753365" y="474054"/>
                </a:moveTo>
                <a:lnTo>
                  <a:pt x="753391" y="474653"/>
                </a:lnTo>
                <a:lnTo>
                  <a:pt x="753630" y="474328"/>
                </a:lnTo>
                <a:lnTo>
                  <a:pt x="753473" y="474118"/>
                </a:lnTo>
                <a:close/>
                <a:moveTo>
                  <a:pt x="779573" y="415260"/>
                </a:moveTo>
                <a:lnTo>
                  <a:pt x="779135" y="417447"/>
                </a:lnTo>
                <a:lnTo>
                  <a:pt x="782044" y="418608"/>
                </a:lnTo>
                <a:lnTo>
                  <a:pt x="782144" y="417748"/>
                </a:lnTo>
                <a:close/>
                <a:moveTo>
                  <a:pt x="713103" y="563788"/>
                </a:moveTo>
                <a:lnTo>
                  <a:pt x="712810" y="565480"/>
                </a:lnTo>
                <a:lnTo>
                  <a:pt x="713003" y="566743"/>
                </a:lnTo>
                <a:lnTo>
                  <a:pt x="713380" y="565106"/>
                </a:lnTo>
                <a:close/>
                <a:moveTo>
                  <a:pt x="335716" y="1408645"/>
                </a:moveTo>
                <a:lnTo>
                  <a:pt x="335777" y="1408710"/>
                </a:lnTo>
                <a:lnTo>
                  <a:pt x="335775" y="1408686"/>
                </a:lnTo>
                <a:close/>
                <a:moveTo>
                  <a:pt x="749932" y="480619"/>
                </a:moveTo>
                <a:lnTo>
                  <a:pt x="750608" y="489287"/>
                </a:lnTo>
                <a:lnTo>
                  <a:pt x="753662" y="491510"/>
                </a:lnTo>
                <a:lnTo>
                  <a:pt x="753721" y="491183"/>
                </a:lnTo>
                <a:lnTo>
                  <a:pt x="753245" y="480253"/>
                </a:lnTo>
                <a:lnTo>
                  <a:pt x="751766" y="478125"/>
                </a:lnTo>
                <a:close/>
                <a:moveTo>
                  <a:pt x="294932" y="1499206"/>
                </a:moveTo>
                <a:lnTo>
                  <a:pt x="298271" y="1503006"/>
                </a:lnTo>
                <a:lnTo>
                  <a:pt x="297302" y="1501319"/>
                </a:lnTo>
                <a:close/>
                <a:moveTo>
                  <a:pt x="772586" y="429598"/>
                </a:moveTo>
                <a:lnTo>
                  <a:pt x="772195" y="435084"/>
                </a:lnTo>
                <a:lnTo>
                  <a:pt x="774903" y="436724"/>
                </a:lnTo>
                <a:lnTo>
                  <a:pt x="775795" y="432276"/>
                </a:lnTo>
                <a:lnTo>
                  <a:pt x="775166" y="430628"/>
                </a:lnTo>
                <a:close/>
                <a:moveTo>
                  <a:pt x="733232" y="517670"/>
                </a:moveTo>
                <a:lnTo>
                  <a:pt x="733577" y="518056"/>
                </a:lnTo>
                <a:lnTo>
                  <a:pt x="733551" y="517762"/>
                </a:lnTo>
                <a:close/>
                <a:moveTo>
                  <a:pt x="713454" y="561767"/>
                </a:moveTo>
                <a:lnTo>
                  <a:pt x="713288" y="562725"/>
                </a:lnTo>
                <a:lnTo>
                  <a:pt x="713592" y="564188"/>
                </a:lnTo>
                <a:lnTo>
                  <a:pt x="714067" y="562126"/>
                </a:lnTo>
                <a:close/>
                <a:moveTo>
                  <a:pt x="717130" y="553385"/>
                </a:moveTo>
                <a:lnTo>
                  <a:pt x="716670" y="556276"/>
                </a:lnTo>
                <a:lnTo>
                  <a:pt x="717223" y="556352"/>
                </a:lnTo>
                <a:lnTo>
                  <a:pt x="717445" y="553590"/>
                </a:lnTo>
                <a:close/>
                <a:moveTo>
                  <a:pt x="275171" y="1542977"/>
                </a:moveTo>
                <a:lnTo>
                  <a:pt x="276912" y="1544042"/>
                </a:lnTo>
                <a:lnTo>
                  <a:pt x="276422" y="1543426"/>
                </a:lnTo>
                <a:close/>
                <a:moveTo>
                  <a:pt x="314917" y="1453938"/>
                </a:moveTo>
                <a:lnTo>
                  <a:pt x="318740" y="1456752"/>
                </a:lnTo>
                <a:lnTo>
                  <a:pt x="320866" y="1457684"/>
                </a:lnTo>
                <a:lnTo>
                  <a:pt x="319397" y="1455566"/>
                </a:lnTo>
                <a:close/>
                <a:moveTo>
                  <a:pt x="292110" y="1504982"/>
                </a:moveTo>
                <a:lnTo>
                  <a:pt x="292790" y="1505979"/>
                </a:lnTo>
                <a:lnTo>
                  <a:pt x="295456" y="1507457"/>
                </a:lnTo>
                <a:lnTo>
                  <a:pt x="294820" y="1506594"/>
                </a:lnTo>
                <a:close/>
                <a:moveTo>
                  <a:pt x="761538" y="453792"/>
                </a:moveTo>
                <a:lnTo>
                  <a:pt x="760894" y="457347"/>
                </a:lnTo>
                <a:lnTo>
                  <a:pt x="763530" y="460878"/>
                </a:lnTo>
                <a:lnTo>
                  <a:pt x="766602" y="456813"/>
                </a:lnTo>
                <a:close/>
                <a:moveTo>
                  <a:pt x="769008" y="437047"/>
                </a:moveTo>
                <a:lnTo>
                  <a:pt x="768463" y="448519"/>
                </a:lnTo>
                <a:lnTo>
                  <a:pt x="770394" y="450785"/>
                </a:lnTo>
                <a:lnTo>
                  <a:pt x="771127" y="440148"/>
                </a:lnTo>
                <a:lnTo>
                  <a:pt x="770562" y="439134"/>
                </a:lnTo>
                <a:close/>
                <a:moveTo>
                  <a:pt x="334464" y="1409963"/>
                </a:moveTo>
                <a:lnTo>
                  <a:pt x="334497" y="1410027"/>
                </a:lnTo>
                <a:lnTo>
                  <a:pt x="334543" y="1410058"/>
                </a:lnTo>
                <a:close/>
                <a:moveTo>
                  <a:pt x="780324" y="411515"/>
                </a:moveTo>
                <a:lnTo>
                  <a:pt x="779870" y="413782"/>
                </a:lnTo>
                <a:lnTo>
                  <a:pt x="782327" y="416160"/>
                </a:lnTo>
                <a:lnTo>
                  <a:pt x="782523" y="414468"/>
                </a:lnTo>
                <a:close/>
                <a:moveTo>
                  <a:pt x="758655" y="459975"/>
                </a:moveTo>
                <a:lnTo>
                  <a:pt x="758860" y="462804"/>
                </a:lnTo>
                <a:lnTo>
                  <a:pt x="759234" y="460745"/>
                </a:lnTo>
                <a:close/>
                <a:moveTo>
                  <a:pt x="276930" y="1538546"/>
                </a:moveTo>
                <a:lnTo>
                  <a:pt x="277189" y="1538871"/>
                </a:lnTo>
                <a:lnTo>
                  <a:pt x="281541" y="1540224"/>
                </a:lnTo>
                <a:lnTo>
                  <a:pt x="282125" y="1539599"/>
                </a:lnTo>
                <a:close/>
                <a:moveTo>
                  <a:pt x="797381" y="373131"/>
                </a:moveTo>
                <a:lnTo>
                  <a:pt x="797579" y="379073"/>
                </a:lnTo>
                <a:lnTo>
                  <a:pt x="803959" y="389263"/>
                </a:lnTo>
                <a:lnTo>
                  <a:pt x="804849" y="386201"/>
                </a:lnTo>
                <a:lnTo>
                  <a:pt x="800523" y="378017"/>
                </a:lnTo>
                <a:lnTo>
                  <a:pt x="797559" y="373285"/>
                </a:lnTo>
                <a:close/>
                <a:moveTo>
                  <a:pt x="769039" y="436396"/>
                </a:moveTo>
                <a:lnTo>
                  <a:pt x="769029" y="436612"/>
                </a:lnTo>
                <a:lnTo>
                  <a:pt x="769544" y="437304"/>
                </a:lnTo>
                <a:close/>
                <a:moveTo>
                  <a:pt x="738954" y="503751"/>
                </a:moveTo>
                <a:lnTo>
                  <a:pt x="740800" y="506407"/>
                </a:lnTo>
                <a:lnTo>
                  <a:pt x="741059" y="505281"/>
                </a:lnTo>
                <a:close/>
                <a:moveTo>
                  <a:pt x="780490" y="410690"/>
                </a:moveTo>
                <a:lnTo>
                  <a:pt x="780423" y="411025"/>
                </a:lnTo>
                <a:lnTo>
                  <a:pt x="782586" y="413929"/>
                </a:lnTo>
                <a:lnTo>
                  <a:pt x="782701" y="412934"/>
                </a:lnTo>
                <a:close/>
                <a:moveTo>
                  <a:pt x="717342" y="552058"/>
                </a:moveTo>
                <a:lnTo>
                  <a:pt x="717250" y="552633"/>
                </a:lnTo>
                <a:lnTo>
                  <a:pt x="717511" y="552770"/>
                </a:lnTo>
                <a:lnTo>
                  <a:pt x="717555" y="552218"/>
                </a:lnTo>
                <a:close/>
                <a:moveTo>
                  <a:pt x="761830" y="452179"/>
                </a:moveTo>
                <a:lnTo>
                  <a:pt x="761695" y="452925"/>
                </a:lnTo>
                <a:lnTo>
                  <a:pt x="764875" y="454820"/>
                </a:lnTo>
                <a:close/>
                <a:moveTo>
                  <a:pt x="270046" y="1553104"/>
                </a:moveTo>
                <a:lnTo>
                  <a:pt x="271323" y="1555038"/>
                </a:lnTo>
                <a:lnTo>
                  <a:pt x="274955" y="1558882"/>
                </a:lnTo>
                <a:lnTo>
                  <a:pt x="280241" y="1560278"/>
                </a:lnTo>
                <a:lnTo>
                  <a:pt x="289141" y="1562248"/>
                </a:lnTo>
                <a:lnTo>
                  <a:pt x="289345" y="1562277"/>
                </a:lnTo>
                <a:lnTo>
                  <a:pt x="278555" y="1553534"/>
                </a:lnTo>
                <a:lnTo>
                  <a:pt x="278487" y="1553242"/>
                </a:lnTo>
                <a:lnTo>
                  <a:pt x="289702" y="1562327"/>
                </a:lnTo>
                <a:lnTo>
                  <a:pt x="291704" y="1562606"/>
                </a:lnTo>
                <a:lnTo>
                  <a:pt x="285126" y="1554350"/>
                </a:lnTo>
                <a:lnTo>
                  <a:pt x="274190" y="1548672"/>
                </a:lnTo>
                <a:close/>
                <a:moveTo>
                  <a:pt x="726383" y="531149"/>
                </a:moveTo>
                <a:lnTo>
                  <a:pt x="726576" y="532040"/>
                </a:lnTo>
                <a:lnTo>
                  <a:pt x="726835" y="531656"/>
                </a:lnTo>
                <a:close/>
                <a:moveTo>
                  <a:pt x="717522" y="550926"/>
                </a:moveTo>
                <a:lnTo>
                  <a:pt x="717461" y="551309"/>
                </a:lnTo>
                <a:lnTo>
                  <a:pt x="717618" y="551428"/>
                </a:lnTo>
                <a:lnTo>
                  <a:pt x="717647" y="551062"/>
                </a:lnTo>
                <a:close/>
                <a:moveTo>
                  <a:pt x="317215" y="1447205"/>
                </a:moveTo>
                <a:lnTo>
                  <a:pt x="317795" y="1448040"/>
                </a:lnTo>
                <a:lnTo>
                  <a:pt x="319891" y="1448802"/>
                </a:lnTo>
                <a:lnTo>
                  <a:pt x="317766" y="1447417"/>
                </a:lnTo>
                <a:close/>
                <a:moveTo>
                  <a:pt x="713977" y="558748"/>
                </a:moveTo>
                <a:lnTo>
                  <a:pt x="713510" y="561442"/>
                </a:lnTo>
                <a:lnTo>
                  <a:pt x="714139" y="561811"/>
                </a:lnTo>
                <a:lnTo>
                  <a:pt x="714163" y="561708"/>
                </a:lnTo>
                <a:lnTo>
                  <a:pt x="714594" y="559004"/>
                </a:lnTo>
                <a:close/>
                <a:moveTo>
                  <a:pt x="776994" y="417481"/>
                </a:moveTo>
                <a:lnTo>
                  <a:pt x="778308" y="419745"/>
                </a:lnTo>
                <a:lnTo>
                  <a:pt x="778630" y="418135"/>
                </a:lnTo>
                <a:close/>
                <a:moveTo>
                  <a:pt x="698627" y="592884"/>
                </a:moveTo>
                <a:lnTo>
                  <a:pt x="699384" y="592420"/>
                </a:lnTo>
                <a:lnTo>
                  <a:pt x="699234" y="591705"/>
                </a:lnTo>
                <a:close/>
                <a:moveTo>
                  <a:pt x="714079" y="558154"/>
                </a:moveTo>
                <a:lnTo>
                  <a:pt x="714035" y="558406"/>
                </a:lnTo>
                <a:lnTo>
                  <a:pt x="714364" y="558537"/>
                </a:lnTo>
                <a:close/>
                <a:moveTo>
                  <a:pt x="806717" y="350600"/>
                </a:moveTo>
                <a:lnTo>
                  <a:pt x="807616" y="368170"/>
                </a:lnTo>
                <a:lnTo>
                  <a:pt x="809516" y="370130"/>
                </a:lnTo>
                <a:lnTo>
                  <a:pt x="813428" y="356662"/>
                </a:lnTo>
                <a:lnTo>
                  <a:pt x="813117" y="356266"/>
                </a:lnTo>
                <a:lnTo>
                  <a:pt x="809058" y="352567"/>
                </a:lnTo>
                <a:close/>
                <a:moveTo>
                  <a:pt x="746507" y="485279"/>
                </a:moveTo>
                <a:lnTo>
                  <a:pt x="747043" y="486693"/>
                </a:lnTo>
                <a:lnTo>
                  <a:pt x="747131" y="486758"/>
                </a:lnTo>
                <a:lnTo>
                  <a:pt x="747236" y="484288"/>
                </a:lnTo>
                <a:close/>
                <a:moveTo>
                  <a:pt x="279175" y="1531694"/>
                </a:moveTo>
                <a:lnTo>
                  <a:pt x="280080" y="1533021"/>
                </a:lnTo>
                <a:lnTo>
                  <a:pt x="285241" y="1535971"/>
                </a:lnTo>
                <a:lnTo>
                  <a:pt x="285366" y="1536036"/>
                </a:lnTo>
                <a:close/>
                <a:moveTo>
                  <a:pt x="250226" y="1596466"/>
                </a:moveTo>
                <a:lnTo>
                  <a:pt x="252121" y="1599338"/>
                </a:lnTo>
                <a:lnTo>
                  <a:pt x="260282" y="1603325"/>
                </a:lnTo>
                <a:lnTo>
                  <a:pt x="271993" y="1605063"/>
                </a:lnTo>
                <a:lnTo>
                  <a:pt x="255725" y="1599223"/>
                </a:lnTo>
                <a:close/>
                <a:moveTo>
                  <a:pt x="781080" y="407746"/>
                </a:moveTo>
                <a:lnTo>
                  <a:pt x="780583" y="410226"/>
                </a:lnTo>
                <a:lnTo>
                  <a:pt x="782759" y="412435"/>
                </a:lnTo>
                <a:lnTo>
                  <a:pt x="782963" y="410670"/>
                </a:lnTo>
                <a:lnTo>
                  <a:pt x="783289" y="408588"/>
                </a:lnTo>
                <a:close/>
                <a:moveTo>
                  <a:pt x="785234" y="397879"/>
                </a:moveTo>
                <a:lnTo>
                  <a:pt x="784911" y="399942"/>
                </a:lnTo>
                <a:lnTo>
                  <a:pt x="783924" y="408470"/>
                </a:lnTo>
                <a:lnTo>
                  <a:pt x="794156" y="412377"/>
                </a:lnTo>
                <a:lnTo>
                  <a:pt x="793981" y="407142"/>
                </a:lnTo>
                <a:close/>
                <a:moveTo>
                  <a:pt x="714352" y="556583"/>
                </a:moveTo>
                <a:lnTo>
                  <a:pt x="714210" y="557400"/>
                </a:lnTo>
                <a:lnTo>
                  <a:pt x="714468" y="557735"/>
                </a:lnTo>
                <a:lnTo>
                  <a:pt x="714739" y="558099"/>
                </a:lnTo>
                <a:lnTo>
                  <a:pt x="714882" y="557199"/>
                </a:lnTo>
                <a:close/>
                <a:moveTo>
                  <a:pt x="762421" y="448918"/>
                </a:moveTo>
                <a:lnTo>
                  <a:pt x="762411" y="448973"/>
                </a:lnTo>
                <a:lnTo>
                  <a:pt x="762652" y="449261"/>
                </a:lnTo>
                <a:lnTo>
                  <a:pt x="763405" y="449833"/>
                </a:lnTo>
                <a:close/>
                <a:moveTo>
                  <a:pt x="297557" y="1489693"/>
                </a:moveTo>
                <a:lnTo>
                  <a:pt x="298656" y="1491606"/>
                </a:lnTo>
                <a:lnTo>
                  <a:pt x="301806" y="1496246"/>
                </a:lnTo>
                <a:lnTo>
                  <a:pt x="302229" y="1496667"/>
                </a:lnTo>
                <a:lnTo>
                  <a:pt x="310577" y="1499123"/>
                </a:lnTo>
                <a:lnTo>
                  <a:pt x="310263" y="1498695"/>
                </a:lnTo>
                <a:lnTo>
                  <a:pt x="309392" y="1498094"/>
                </a:lnTo>
                <a:close/>
                <a:moveTo>
                  <a:pt x="769180" y="433418"/>
                </a:moveTo>
                <a:lnTo>
                  <a:pt x="769114" y="434830"/>
                </a:lnTo>
                <a:lnTo>
                  <a:pt x="771233" y="438640"/>
                </a:lnTo>
                <a:lnTo>
                  <a:pt x="771544" y="434819"/>
                </a:lnTo>
                <a:close/>
                <a:moveTo>
                  <a:pt x="797288" y="370353"/>
                </a:moveTo>
                <a:lnTo>
                  <a:pt x="797293" y="370470"/>
                </a:lnTo>
                <a:lnTo>
                  <a:pt x="800474" y="375552"/>
                </a:lnTo>
                <a:lnTo>
                  <a:pt x="806441" y="380721"/>
                </a:lnTo>
                <a:lnTo>
                  <a:pt x="807066" y="378569"/>
                </a:lnTo>
                <a:close/>
                <a:moveTo>
                  <a:pt x="781481" y="405746"/>
                </a:moveTo>
                <a:lnTo>
                  <a:pt x="781147" y="407411"/>
                </a:lnTo>
                <a:lnTo>
                  <a:pt x="783238" y="408209"/>
                </a:lnTo>
                <a:close/>
                <a:moveTo>
                  <a:pt x="772932" y="424763"/>
                </a:moveTo>
                <a:lnTo>
                  <a:pt x="772632" y="428953"/>
                </a:lnTo>
                <a:lnTo>
                  <a:pt x="774868" y="429846"/>
                </a:lnTo>
                <a:close/>
                <a:moveTo>
                  <a:pt x="698933" y="590278"/>
                </a:moveTo>
                <a:lnTo>
                  <a:pt x="698122" y="593132"/>
                </a:lnTo>
                <a:lnTo>
                  <a:pt x="699124" y="591187"/>
                </a:lnTo>
                <a:close/>
                <a:moveTo>
                  <a:pt x="283281" y="1520786"/>
                </a:moveTo>
                <a:lnTo>
                  <a:pt x="287906" y="1525736"/>
                </a:lnTo>
                <a:lnTo>
                  <a:pt x="285860" y="1522174"/>
                </a:lnTo>
                <a:close/>
                <a:moveTo>
                  <a:pt x="288066" y="1509832"/>
                </a:moveTo>
                <a:lnTo>
                  <a:pt x="288866" y="1511224"/>
                </a:lnTo>
                <a:lnTo>
                  <a:pt x="291274" y="1511560"/>
                </a:lnTo>
                <a:close/>
                <a:moveTo>
                  <a:pt x="753115" y="468334"/>
                </a:moveTo>
                <a:lnTo>
                  <a:pt x="753288" y="472297"/>
                </a:lnTo>
                <a:lnTo>
                  <a:pt x="754215" y="473532"/>
                </a:lnTo>
                <a:lnTo>
                  <a:pt x="755440" y="471864"/>
                </a:lnTo>
                <a:lnTo>
                  <a:pt x="755253" y="469284"/>
                </a:lnTo>
                <a:close/>
                <a:moveTo>
                  <a:pt x="715312" y="552691"/>
                </a:moveTo>
                <a:lnTo>
                  <a:pt x="714743" y="554974"/>
                </a:lnTo>
                <a:lnTo>
                  <a:pt x="715159" y="555457"/>
                </a:lnTo>
                <a:lnTo>
                  <a:pt x="715630" y="552500"/>
                </a:lnTo>
                <a:lnTo>
                  <a:pt x="715494" y="552421"/>
                </a:lnTo>
                <a:close/>
                <a:moveTo>
                  <a:pt x="779192" y="409373"/>
                </a:moveTo>
                <a:lnTo>
                  <a:pt x="780133" y="410637"/>
                </a:lnTo>
                <a:lnTo>
                  <a:pt x="780184" y="410380"/>
                </a:lnTo>
                <a:close/>
                <a:moveTo>
                  <a:pt x="806581" y="347947"/>
                </a:moveTo>
                <a:lnTo>
                  <a:pt x="806692" y="350113"/>
                </a:lnTo>
                <a:lnTo>
                  <a:pt x="811378" y="354052"/>
                </a:lnTo>
                <a:close/>
                <a:moveTo>
                  <a:pt x="747404" y="480292"/>
                </a:moveTo>
                <a:lnTo>
                  <a:pt x="746547" y="483965"/>
                </a:lnTo>
                <a:lnTo>
                  <a:pt x="747292" y="482951"/>
                </a:lnTo>
                <a:close/>
                <a:moveTo>
                  <a:pt x="266686" y="1556698"/>
                </a:moveTo>
                <a:lnTo>
                  <a:pt x="268642" y="1557215"/>
                </a:lnTo>
                <a:lnTo>
                  <a:pt x="267632" y="1555686"/>
                </a:lnTo>
                <a:close/>
                <a:moveTo>
                  <a:pt x="763112" y="445096"/>
                </a:moveTo>
                <a:lnTo>
                  <a:pt x="762964" y="445913"/>
                </a:lnTo>
                <a:lnTo>
                  <a:pt x="765621" y="448041"/>
                </a:lnTo>
                <a:close/>
                <a:moveTo>
                  <a:pt x="731856" y="514909"/>
                </a:moveTo>
                <a:lnTo>
                  <a:pt x="732330" y="516656"/>
                </a:lnTo>
                <a:lnTo>
                  <a:pt x="732848" y="517238"/>
                </a:lnTo>
                <a:lnTo>
                  <a:pt x="733521" y="517432"/>
                </a:lnTo>
                <a:lnTo>
                  <a:pt x="733426" y="516367"/>
                </a:lnTo>
                <a:close/>
                <a:moveTo>
                  <a:pt x="749630" y="475050"/>
                </a:moveTo>
                <a:lnTo>
                  <a:pt x="749584" y="476152"/>
                </a:lnTo>
                <a:lnTo>
                  <a:pt x="749843" y="479480"/>
                </a:lnTo>
                <a:lnTo>
                  <a:pt x="751315" y="477476"/>
                </a:lnTo>
                <a:close/>
                <a:moveTo>
                  <a:pt x="317157" y="1443337"/>
                </a:moveTo>
                <a:lnTo>
                  <a:pt x="319585" y="1447007"/>
                </a:lnTo>
                <a:lnTo>
                  <a:pt x="319653" y="1447030"/>
                </a:lnTo>
                <a:lnTo>
                  <a:pt x="319065" y="1445378"/>
                </a:lnTo>
                <a:close/>
                <a:moveTo>
                  <a:pt x="737279" y="502531"/>
                </a:moveTo>
                <a:lnTo>
                  <a:pt x="739305" y="512794"/>
                </a:lnTo>
                <a:lnTo>
                  <a:pt x="739319" y="512833"/>
                </a:lnTo>
                <a:lnTo>
                  <a:pt x="740617" y="507200"/>
                </a:lnTo>
                <a:lnTo>
                  <a:pt x="737645" y="502798"/>
                </a:lnTo>
                <a:close/>
                <a:moveTo>
                  <a:pt x="757139" y="457954"/>
                </a:moveTo>
                <a:lnTo>
                  <a:pt x="757143" y="458017"/>
                </a:lnTo>
                <a:lnTo>
                  <a:pt x="757143" y="457960"/>
                </a:lnTo>
                <a:close/>
                <a:moveTo>
                  <a:pt x="712055" y="558815"/>
                </a:moveTo>
                <a:lnTo>
                  <a:pt x="711937" y="559755"/>
                </a:lnTo>
                <a:lnTo>
                  <a:pt x="712066" y="560597"/>
                </a:lnTo>
                <a:lnTo>
                  <a:pt x="712148" y="560644"/>
                </a:lnTo>
                <a:lnTo>
                  <a:pt x="712307" y="560008"/>
                </a:lnTo>
                <a:close/>
                <a:moveTo>
                  <a:pt x="712318" y="558062"/>
                </a:moveTo>
                <a:lnTo>
                  <a:pt x="712534" y="559099"/>
                </a:lnTo>
                <a:lnTo>
                  <a:pt x="712748" y="558240"/>
                </a:lnTo>
                <a:close/>
                <a:moveTo>
                  <a:pt x="749665" y="474212"/>
                </a:moveTo>
                <a:lnTo>
                  <a:pt x="749646" y="474672"/>
                </a:lnTo>
                <a:lnTo>
                  <a:pt x="751459" y="477282"/>
                </a:lnTo>
                <a:lnTo>
                  <a:pt x="751548" y="477160"/>
                </a:lnTo>
                <a:close/>
                <a:moveTo>
                  <a:pt x="713220" y="555801"/>
                </a:moveTo>
                <a:lnTo>
                  <a:pt x="713352" y="555820"/>
                </a:lnTo>
                <a:lnTo>
                  <a:pt x="713428" y="555514"/>
                </a:lnTo>
                <a:lnTo>
                  <a:pt x="713420" y="555503"/>
                </a:lnTo>
                <a:close/>
                <a:moveTo>
                  <a:pt x="758280" y="454816"/>
                </a:moveTo>
                <a:lnTo>
                  <a:pt x="758485" y="457634"/>
                </a:lnTo>
                <a:lnTo>
                  <a:pt x="759542" y="459042"/>
                </a:lnTo>
                <a:lnTo>
                  <a:pt x="759911" y="457002"/>
                </a:lnTo>
                <a:close/>
                <a:moveTo>
                  <a:pt x="797197" y="367605"/>
                </a:moveTo>
                <a:lnTo>
                  <a:pt x="797277" y="369994"/>
                </a:lnTo>
                <a:lnTo>
                  <a:pt x="807147" y="378291"/>
                </a:lnTo>
                <a:lnTo>
                  <a:pt x="807283" y="377822"/>
                </a:lnTo>
                <a:lnTo>
                  <a:pt x="807263" y="377423"/>
                </a:lnTo>
                <a:close/>
                <a:moveTo>
                  <a:pt x="834356" y="284364"/>
                </a:moveTo>
                <a:lnTo>
                  <a:pt x="829007" y="307135"/>
                </a:lnTo>
                <a:lnTo>
                  <a:pt x="829340" y="307621"/>
                </a:lnTo>
                <a:lnTo>
                  <a:pt x="830937" y="309198"/>
                </a:lnTo>
                <a:lnTo>
                  <a:pt x="831293" y="306364"/>
                </a:lnTo>
                <a:close/>
                <a:moveTo>
                  <a:pt x="741708" y="491808"/>
                </a:moveTo>
                <a:lnTo>
                  <a:pt x="743154" y="493322"/>
                </a:lnTo>
                <a:lnTo>
                  <a:pt x="742668" y="492037"/>
                </a:lnTo>
                <a:lnTo>
                  <a:pt x="742120" y="491248"/>
                </a:lnTo>
                <a:close/>
                <a:moveTo>
                  <a:pt x="292800" y="1496773"/>
                </a:moveTo>
                <a:lnTo>
                  <a:pt x="296678" y="1500233"/>
                </a:lnTo>
                <a:lnTo>
                  <a:pt x="295966" y="1498994"/>
                </a:lnTo>
                <a:close/>
                <a:moveTo>
                  <a:pt x="326230" y="1421686"/>
                </a:moveTo>
                <a:lnTo>
                  <a:pt x="326477" y="1422409"/>
                </a:lnTo>
                <a:lnTo>
                  <a:pt x="326485" y="1422419"/>
                </a:lnTo>
                <a:lnTo>
                  <a:pt x="328573" y="1423249"/>
                </a:lnTo>
                <a:close/>
                <a:moveTo>
                  <a:pt x="767909" y="432665"/>
                </a:moveTo>
                <a:lnTo>
                  <a:pt x="768754" y="434186"/>
                </a:lnTo>
                <a:lnTo>
                  <a:pt x="768802" y="433195"/>
                </a:lnTo>
                <a:close/>
                <a:moveTo>
                  <a:pt x="712253" y="557240"/>
                </a:moveTo>
                <a:lnTo>
                  <a:pt x="712213" y="557559"/>
                </a:lnTo>
                <a:lnTo>
                  <a:pt x="712241" y="557693"/>
                </a:lnTo>
                <a:lnTo>
                  <a:pt x="712827" y="557926"/>
                </a:lnTo>
                <a:lnTo>
                  <a:pt x="713098" y="556838"/>
                </a:lnTo>
                <a:lnTo>
                  <a:pt x="712796" y="556433"/>
                </a:lnTo>
                <a:close/>
                <a:moveTo>
                  <a:pt x="775641" y="415147"/>
                </a:moveTo>
                <a:lnTo>
                  <a:pt x="776323" y="416323"/>
                </a:lnTo>
                <a:lnTo>
                  <a:pt x="777470" y="416782"/>
                </a:lnTo>
                <a:close/>
                <a:moveTo>
                  <a:pt x="332702" y="1406501"/>
                </a:moveTo>
                <a:lnTo>
                  <a:pt x="333025" y="1407133"/>
                </a:lnTo>
                <a:lnTo>
                  <a:pt x="336016" y="1410787"/>
                </a:lnTo>
                <a:lnTo>
                  <a:pt x="335847" y="1409311"/>
                </a:lnTo>
                <a:lnTo>
                  <a:pt x="334183" y="1407555"/>
                </a:lnTo>
                <a:close/>
                <a:moveTo>
                  <a:pt x="769422" y="428334"/>
                </a:moveTo>
                <a:lnTo>
                  <a:pt x="769188" y="433265"/>
                </a:lnTo>
                <a:lnTo>
                  <a:pt x="771554" y="434698"/>
                </a:lnTo>
                <a:lnTo>
                  <a:pt x="771988" y="429359"/>
                </a:lnTo>
                <a:close/>
                <a:moveTo>
                  <a:pt x="293281" y="1494378"/>
                </a:moveTo>
                <a:lnTo>
                  <a:pt x="293396" y="1494519"/>
                </a:lnTo>
                <a:lnTo>
                  <a:pt x="293321" y="1494390"/>
                </a:lnTo>
                <a:close/>
                <a:moveTo>
                  <a:pt x="739865" y="494312"/>
                </a:moveTo>
                <a:lnTo>
                  <a:pt x="740598" y="494670"/>
                </a:lnTo>
                <a:lnTo>
                  <a:pt x="740168" y="494109"/>
                </a:lnTo>
                <a:lnTo>
                  <a:pt x="740083" y="494020"/>
                </a:lnTo>
                <a:close/>
                <a:moveTo>
                  <a:pt x="736942" y="500825"/>
                </a:moveTo>
                <a:lnTo>
                  <a:pt x="736950" y="500865"/>
                </a:lnTo>
                <a:lnTo>
                  <a:pt x="737519" y="501683"/>
                </a:lnTo>
                <a:lnTo>
                  <a:pt x="741260" y="504407"/>
                </a:lnTo>
                <a:lnTo>
                  <a:pt x="741325" y="504127"/>
                </a:lnTo>
                <a:close/>
                <a:moveTo>
                  <a:pt x="749762" y="471905"/>
                </a:moveTo>
                <a:lnTo>
                  <a:pt x="749756" y="472032"/>
                </a:lnTo>
                <a:lnTo>
                  <a:pt x="752558" y="475785"/>
                </a:lnTo>
                <a:lnTo>
                  <a:pt x="753021" y="475155"/>
                </a:lnTo>
                <a:lnTo>
                  <a:pt x="752963" y="473815"/>
                </a:lnTo>
                <a:close/>
                <a:moveTo>
                  <a:pt x="311067" y="1453716"/>
                </a:moveTo>
                <a:lnTo>
                  <a:pt x="318690" y="1458640"/>
                </a:lnTo>
                <a:lnTo>
                  <a:pt x="316454" y="1456168"/>
                </a:lnTo>
                <a:close/>
                <a:moveTo>
                  <a:pt x="783440" y="395978"/>
                </a:moveTo>
                <a:lnTo>
                  <a:pt x="781528" y="405513"/>
                </a:lnTo>
                <a:lnTo>
                  <a:pt x="783367" y="408090"/>
                </a:lnTo>
                <a:lnTo>
                  <a:pt x="785003" y="397635"/>
                </a:lnTo>
                <a:close/>
                <a:moveTo>
                  <a:pt x="281410" y="1519780"/>
                </a:moveTo>
                <a:lnTo>
                  <a:pt x="285322" y="1523868"/>
                </a:lnTo>
                <a:lnTo>
                  <a:pt x="281594" y="1519879"/>
                </a:lnTo>
                <a:close/>
                <a:moveTo>
                  <a:pt x="738414" y="496289"/>
                </a:moveTo>
                <a:lnTo>
                  <a:pt x="741903" y="501271"/>
                </a:lnTo>
                <a:lnTo>
                  <a:pt x="741967" y="501339"/>
                </a:lnTo>
                <a:lnTo>
                  <a:pt x="742800" y="497726"/>
                </a:lnTo>
                <a:lnTo>
                  <a:pt x="738900" y="495627"/>
                </a:lnTo>
                <a:close/>
                <a:moveTo>
                  <a:pt x="786798" y="387890"/>
                </a:moveTo>
                <a:lnTo>
                  <a:pt x="785305" y="397430"/>
                </a:lnTo>
                <a:lnTo>
                  <a:pt x="793963" y="406599"/>
                </a:lnTo>
                <a:lnTo>
                  <a:pt x="793624" y="396433"/>
                </a:lnTo>
                <a:close/>
                <a:moveTo>
                  <a:pt x="761311" y="444588"/>
                </a:moveTo>
                <a:lnTo>
                  <a:pt x="762052" y="445182"/>
                </a:lnTo>
                <a:lnTo>
                  <a:pt x="762251" y="444085"/>
                </a:lnTo>
                <a:lnTo>
                  <a:pt x="761838" y="443599"/>
                </a:lnTo>
                <a:close/>
                <a:moveTo>
                  <a:pt x="737862" y="497041"/>
                </a:moveTo>
                <a:lnTo>
                  <a:pt x="738312" y="497513"/>
                </a:lnTo>
                <a:lnTo>
                  <a:pt x="737923" y="496957"/>
                </a:lnTo>
                <a:close/>
                <a:moveTo>
                  <a:pt x="758093" y="451737"/>
                </a:moveTo>
                <a:lnTo>
                  <a:pt x="758093" y="452237"/>
                </a:lnTo>
                <a:lnTo>
                  <a:pt x="758211" y="453858"/>
                </a:lnTo>
                <a:lnTo>
                  <a:pt x="759223" y="455108"/>
                </a:lnTo>
                <a:lnTo>
                  <a:pt x="760053" y="456220"/>
                </a:lnTo>
                <a:lnTo>
                  <a:pt x="760594" y="453229"/>
                </a:lnTo>
                <a:close/>
                <a:moveTo>
                  <a:pt x="329576" y="1410976"/>
                </a:moveTo>
                <a:lnTo>
                  <a:pt x="329925" y="1411586"/>
                </a:lnTo>
                <a:lnTo>
                  <a:pt x="330055" y="1411761"/>
                </a:lnTo>
                <a:lnTo>
                  <a:pt x="330301" y="1411820"/>
                </a:lnTo>
                <a:close/>
                <a:moveTo>
                  <a:pt x="759925" y="447185"/>
                </a:moveTo>
                <a:lnTo>
                  <a:pt x="761475" y="448365"/>
                </a:lnTo>
                <a:lnTo>
                  <a:pt x="761481" y="448337"/>
                </a:lnTo>
                <a:lnTo>
                  <a:pt x="760354" y="446998"/>
                </a:lnTo>
                <a:lnTo>
                  <a:pt x="760134" y="446794"/>
                </a:lnTo>
                <a:close/>
                <a:moveTo>
                  <a:pt x="749961" y="469439"/>
                </a:moveTo>
                <a:lnTo>
                  <a:pt x="749846" y="469908"/>
                </a:lnTo>
                <a:lnTo>
                  <a:pt x="749791" y="471206"/>
                </a:lnTo>
                <a:lnTo>
                  <a:pt x="752497" y="472819"/>
                </a:lnTo>
                <a:close/>
                <a:moveTo>
                  <a:pt x="752873" y="462771"/>
                </a:moveTo>
                <a:lnTo>
                  <a:pt x="753074" y="467382"/>
                </a:lnTo>
                <a:lnTo>
                  <a:pt x="755183" y="468318"/>
                </a:lnTo>
                <a:lnTo>
                  <a:pt x="754883" y="464191"/>
                </a:lnTo>
                <a:close/>
                <a:moveTo>
                  <a:pt x="758094" y="450619"/>
                </a:moveTo>
                <a:lnTo>
                  <a:pt x="758094" y="450777"/>
                </a:lnTo>
                <a:lnTo>
                  <a:pt x="760752" y="452361"/>
                </a:lnTo>
                <a:lnTo>
                  <a:pt x="760926" y="451395"/>
                </a:lnTo>
                <a:lnTo>
                  <a:pt x="760435" y="450968"/>
                </a:lnTo>
                <a:lnTo>
                  <a:pt x="758637" y="449601"/>
                </a:lnTo>
                <a:close/>
                <a:moveTo>
                  <a:pt x="736548" y="498828"/>
                </a:moveTo>
                <a:lnTo>
                  <a:pt x="736681" y="499503"/>
                </a:lnTo>
                <a:lnTo>
                  <a:pt x="739337" y="501504"/>
                </a:lnTo>
                <a:lnTo>
                  <a:pt x="736649" y="498690"/>
                </a:lnTo>
                <a:close/>
                <a:moveTo>
                  <a:pt x="277368" y="1527007"/>
                </a:moveTo>
                <a:lnTo>
                  <a:pt x="284712" y="1533560"/>
                </a:lnTo>
                <a:lnTo>
                  <a:pt x="283785" y="1532376"/>
                </a:lnTo>
                <a:lnTo>
                  <a:pt x="280107" y="1528427"/>
                </a:lnTo>
                <a:lnTo>
                  <a:pt x="277977" y="1527376"/>
                </a:lnTo>
                <a:lnTo>
                  <a:pt x="277389" y="1527015"/>
                </a:lnTo>
                <a:close/>
                <a:moveTo>
                  <a:pt x="806307" y="342578"/>
                </a:moveTo>
                <a:lnTo>
                  <a:pt x="806444" y="345265"/>
                </a:lnTo>
                <a:lnTo>
                  <a:pt x="813960" y="354830"/>
                </a:lnTo>
                <a:lnTo>
                  <a:pt x="814199" y="354009"/>
                </a:lnTo>
                <a:lnTo>
                  <a:pt x="815123" y="350981"/>
                </a:lnTo>
                <a:lnTo>
                  <a:pt x="814628" y="350093"/>
                </a:lnTo>
                <a:close/>
                <a:moveTo>
                  <a:pt x="757101" y="452490"/>
                </a:moveTo>
                <a:lnTo>
                  <a:pt x="757147" y="452546"/>
                </a:lnTo>
                <a:lnTo>
                  <a:pt x="757147" y="452401"/>
                </a:lnTo>
                <a:close/>
                <a:moveTo>
                  <a:pt x="282020" y="1516273"/>
                </a:moveTo>
                <a:lnTo>
                  <a:pt x="282789" y="1516827"/>
                </a:lnTo>
                <a:lnTo>
                  <a:pt x="282547" y="1516405"/>
                </a:lnTo>
                <a:close/>
                <a:moveTo>
                  <a:pt x="750512" y="467177"/>
                </a:moveTo>
                <a:lnTo>
                  <a:pt x="750251" y="468250"/>
                </a:lnTo>
                <a:lnTo>
                  <a:pt x="752873" y="471744"/>
                </a:lnTo>
                <a:lnTo>
                  <a:pt x="752716" y="468156"/>
                </a:lnTo>
                <a:close/>
                <a:moveTo>
                  <a:pt x="756787" y="453098"/>
                </a:moveTo>
                <a:lnTo>
                  <a:pt x="756970" y="455616"/>
                </a:lnTo>
                <a:lnTo>
                  <a:pt x="757145" y="455848"/>
                </a:lnTo>
                <a:lnTo>
                  <a:pt x="757147" y="453297"/>
                </a:lnTo>
                <a:lnTo>
                  <a:pt x="756873" y="452931"/>
                </a:lnTo>
                <a:close/>
                <a:moveTo>
                  <a:pt x="692958" y="595965"/>
                </a:moveTo>
                <a:lnTo>
                  <a:pt x="692921" y="596385"/>
                </a:lnTo>
                <a:lnTo>
                  <a:pt x="693327" y="596135"/>
                </a:lnTo>
                <a:close/>
                <a:moveTo>
                  <a:pt x="713037" y="550995"/>
                </a:moveTo>
                <a:lnTo>
                  <a:pt x="712854" y="552446"/>
                </a:lnTo>
                <a:lnTo>
                  <a:pt x="713607" y="551326"/>
                </a:lnTo>
                <a:close/>
                <a:moveTo>
                  <a:pt x="756764" y="452785"/>
                </a:moveTo>
                <a:lnTo>
                  <a:pt x="756765" y="452802"/>
                </a:lnTo>
                <a:lnTo>
                  <a:pt x="756770" y="452793"/>
                </a:lnTo>
                <a:close/>
                <a:moveTo>
                  <a:pt x="295379" y="1485903"/>
                </a:moveTo>
                <a:lnTo>
                  <a:pt x="297443" y="1489496"/>
                </a:lnTo>
                <a:lnTo>
                  <a:pt x="302382" y="1493001"/>
                </a:lnTo>
                <a:lnTo>
                  <a:pt x="309743" y="1497986"/>
                </a:lnTo>
                <a:lnTo>
                  <a:pt x="306475" y="1493529"/>
                </a:lnTo>
                <a:lnTo>
                  <a:pt x="306486" y="1493209"/>
                </a:lnTo>
                <a:lnTo>
                  <a:pt x="310233" y="1498318"/>
                </a:lnTo>
                <a:lnTo>
                  <a:pt x="312072" y="1499563"/>
                </a:lnTo>
                <a:lnTo>
                  <a:pt x="317482" y="1501155"/>
                </a:lnTo>
                <a:lnTo>
                  <a:pt x="317762" y="1500117"/>
                </a:lnTo>
                <a:lnTo>
                  <a:pt x="316509" y="1498237"/>
                </a:lnTo>
                <a:lnTo>
                  <a:pt x="311796" y="1493243"/>
                </a:lnTo>
                <a:lnTo>
                  <a:pt x="306741" y="1489410"/>
                </a:lnTo>
                <a:close/>
                <a:moveTo>
                  <a:pt x="698301" y="583263"/>
                </a:moveTo>
                <a:lnTo>
                  <a:pt x="698666" y="584827"/>
                </a:lnTo>
                <a:lnTo>
                  <a:pt x="698990" y="583711"/>
                </a:lnTo>
                <a:lnTo>
                  <a:pt x="698973" y="583496"/>
                </a:lnTo>
                <a:close/>
                <a:moveTo>
                  <a:pt x="726042" y="521102"/>
                </a:moveTo>
                <a:lnTo>
                  <a:pt x="726651" y="526618"/>
                </a:lnTo>
                <a:lnTo>
                  <a:pt x="729277" y="528024"/>
                </a:lnTo>
                <a:lnTo>
                  <a:pt x="731244" y="525099"/>
                </a:lnTo>
                <a:close/>
                <a:moveTo>
                  <a:pt x="837790" y="270780"/>
                </a:moveTo>
                <a:lnTo>
                  <a:pt x="835111" y="281152"/>
                </a:lnTo>
                <a:lnTo>
                  <a:pt x="834892" y="282085"/>
                </a:lnTo>
                <a:lnTo>
                  <a:pt x="834227" y="286864"/>
                </a:lnTo>
                <a:lnTo>
                  <a:pt x="831369" y="309626"/>
                </a:lnTo>
                <a:lnTo>
                  <a:pt x="840486" y="318633"/>
                </a:lnTo>
                <a:lnTo>
                  <a:pt x="847160" y="301748"/>
                </a:lnTo>
                <a:lnTo>
                  <a:pt x="845627" y="299089"/>
                </a:lnTo>
                <a:lnTo>
                  <a:pt x="846002" y="299240"/>
                </a:lnTo>
                <a:lnTo>
                  <a:pt x="847278" y="301451"/>
                </a:lnTo>
                <a:lnTo>
                  <a:pt x="853094" y="286737"/>
                </a:lnTo>
                <a:lnTo>
                  <a:pt x="844573" y="277748"/>
                </a:lnTo>
                <a:close/>
                <a:moveTo>
                  <a:pt x="819069" y="312687"/>
                </a:moveTo>
                <a:lnTo>
                  <a:pt x="823603" y="323193"/>
                </a:lnTo>
                <a:lnTo>
                  <a:pt x="825324" y="317555"/>
                </a:lnTo>
                <a:close/>
                <a:moveTo>
                  <a:pt x="758095" y="449188"/>
                </a:moveTo>
                <a:lnTo>
                  <a:pt x="758095" y="450309"/>
                </a:lnTo>
                <a:lnTo>
                  <a:pt x="758520" y="449511"/>
                </a:lnTo>
                <a:close/>
                <a:moveTo>
                  <a:pt x="753149" y="460146"/>
                </a:moveTo>
                <a:lnTo>
                  <a:pt x="754666" y="461214"/>
                </a:lnTo>
                <a:lnTo>
                  <a:pt x="754411" y="457702"/>
                </a:lnTo>
                <a:close/>
                <a:moveTo>
                  <a:pt x="711507" y="553283"/>
                </a:moveTo>
                <a:lnTo>
                  <a:pt x="711510" y="553877"/>
                </a:lnTo>
                <a:lnTo>
                  <a:pt x="711713" y="554143"/>
                </a:lnTo>
                <a:lnTo>
                  <a:pt x="711947" y="553795"/>
                </a:lnTo>
                <a:close/>
                <a:moveTo>
                  <a:pt x="752789" y="460844"/>
                </a:moveTo>
                <a:lnTo>
                  <a:pt x="752836" y="461930"/>
                </a:lnTo>
                <a:lnTo>
                  <a:pt x="754821" y="463332"/>
                </a:lnTo>
                <a:lnTo>
                  <a:pt x="754727" y="462050"/>
                </a:lnTo>
                <a:lnTo>
                  <a:pt x="752863" y="460700"/>
                </a:lnTo>
                <a:close/>
                <a:moveTo>
                  <a:pt x="752391" y="461615"/>
                </a:moveTo>
                <a:lnTo>
                  <a:pt x="752432" y="461644"/>
                </a:lnTo>
                <a:lnTo>
                  <a:pt x="752428" y="461543"/>
                </a:lnTo>
                <a:close/>
                <a:moveTo>
                  <a:pt x="749971" y="466937"/>
                </a:moveTo>
                <a:lnTo>
                  <a:pt x="749934" y="467829"/>
                </a:lnTo>
                <a:lnTo>
                  <a:pt x="750034" y="467963"/>
                </a:lnTo>
                <a:lnTo>
                  <a:pt x="750254" y="467063"/>
                </a:lnTo>
                <a:close/>
                <a:moveTo>
                  <a:pt x="713287" y="549004"/>
                </a:moveTo>
                <a:lnTo>
                  <a:pt x="713126" y="550282"/>
                </a:lnTo>
                <a:lnTo>
                  <a:pt x="713947" y="550820"/>
                </a:lnTo>
                <a:lnTo>
                  <a:pt x="714535" y="549945"/>
                </a:lnTo>
                <a:close/>
                <a:moveTo>
                  <a:pt x="198008" y="1702761"/>
                </a:moveTo>
                <a:lnTo>
                  <a:pt x="228059" y="1722353"/>
                </a:lnTo>
                <a:lnTo>
                  <a:pt x="236104" y="1723946"/>
                </a:lnTo>
                <a:lnTo>
                  <a:pt x="253311" y="1727112"/>
                </a:lnTo>
                <a:lnTo>
                  <a:pt x="247317" y="1723539"/>
                </a:lnTo>
                <a:lnTo>
                  <a:pt x="231477" y="1716129"/>
                </a:lnTo>
                <a:lnTo>
                  <a:pt x="231313" y="1715806"/>
                </a:lnTo>
                <a:lnTo>
                  <a:pt x="245389" y="1722390"/>
                </a:lnTo>
                <a:lnTo>
                  <a:pt x="221593" y="1708208"/>
                </a:lnTo>
                <a:lnTo>
                  <a:pt x="221486" y="1707926"/>
                </a:lnTo>
                <a:lnTo>
                  <a:pt x="239365" y="1718582"/>
                </a:lnTo>
                <a:lnTo>
                  <a:pt x="248357" y="1723778"/>
                </a:lnTo>
                <a:lnTo>
                  <a:pt x="253892" y="1726367"/>
                </a:lnTo>
                <a:lnTo>
                  <a:pt x="257072" y="1727803"/>
                </a:lnTo>
                <a:lnTo>
                  <a:pt x="278044" y="1731662"/>
                </a:lnTo>
                <a:lnTo>
                  <a:pt x="271552" y="1726252"/>
                </a:lnTo>
                <a:lnTo>
                  <a:pt x="271444" y="1725745"/>
                </a:lnTo>
                <a:lnTo>
                  <a:pt x="278686" y="1731780"/>
                </a:lnTo>
                <a:lnTo>
                  <a:pt x="280835" y="1732175"/>
                </a:lnTo>
                <a:lnTo>
                  <a:pt x="271619" y="1723839"/>
                </a:lnTo>
                <a:lnTo>
                  <a:pt x="266493" y="1721900"/>
                </a:lnTo>
                <a:lnTo>
                  <a:pt x="239275" y="1714239"/>
                </a:lnTo>
                <a:lnTo>
                  <a:pt x="238995" y="1713769"/>
                </a:lnTo>
                <a:lnTo>
                  <a:pt x="262452" y="1720373"/>
                </a:lnTo>
                <a:lnTo>
                  <a:pt x="246877" y="1714482"/>
                </a:lnTo>
                <a:lnTo>
                  <a:pt x="246671" y="1714057"/>
                </a:lnTo>
                <a:lnTo>
                  <a:pt x="266040" y="1721382"/>
                </a:lnTo>
                <a:lnTo>
                  <a:pt x="270196" y="1722552"/>
                </a:lnTo>
                <a:lnTo>
                  <a:pt x="253602" y="1707542"/>
                </a:lnTo>
                <a:lnTo>
                  <a:pt x="236764" y="1706566"/>
                </a:lnTo>
                <a:close/>
                <a:moveTo>
                  <a:pt x="287258" y="1502912"/>
                </a:moveTo>
                <a:lnTo>
                  <a:pt x="290681" y="1504810"/>
                </a:lnTo>
                <a:lnTo>
                  <a:pt x="289904" y="1503669"/>
                </a:lnTo>
                <a:lnTo>
                  <a:pt x="288796" y="1503010"/>
                </a:lnTo>
                <a:close/>
                <a:moveTo>
                  <a:pt x="751399" y="463537"/>
                </a:moveTo>
                <a:lnTo>
                  <a:pt x="750717" y="466335"/>
                </a:lnTo>
                <a:lnTo>
                  <a:pt x="752675" y="467205"/>
                </a:lnTo>
                <a:lnTo>
                  <a:pt x="752469" y="462486"/>
                </a:lnTo>
                <a:lnTo>
                  <a:pt x="752083" y="462212"/>
                </a:lnTo>
                <a:close/>
                <a:moveTo>
                  <a:pt x="737376" y="494807"/>
                </a:moveTo>
                <a:lnTo>
                  <a:pt x="737962" y="495644"/>
                </a:lnTo>
                <a:lnTo>
                  <a:pt x="738236" y="495270"/>
                </a:lnTo>
                <a:close/>
                <a:moveTo>
                  <a:pt x="730537" y="510034"/>
                </a:moveTo>
                <a:lnTo>
                  <a:pt x="730775" y="510912"/>
                </a:lnTo>
                <a:lnTo>
                  <a:pt x="733135" y="513104"/>
                </a:lnTo>
                <a:lnTo>
                  <a:pt x="733015" y="511769"/>
                </a:lnTo>
                <a:close/>
                <a:moveTo>
                  <a:pt x="750097" y="466059"/>
                </a:moveTo>
                <a:lnTo>
                  <a:pt x="750459" y="466220"/>
                </a:lnTo>
                <a:lnTo>
                  <a:pt x="750857" y="464587"/>
                </a:lnTo>
                <a:close/>
                <a:moveTo>
                  <a:pt x="713390" y="548243"/>
                </a:moveTo>
                <a:lnTo>
                  <a:pt x="714910" y="549387"/>
                </a:lnTo>
                <a:lnTo>
                  <a:pt x="714985" y="549275"/>
                </a:lnTo>
                <a:lnTo>
                  <a:pt x="715043" y="549045"/>
                </a:lnTo>
                <a:close/>
                <a:moveTo>
                  <a:pt x="765611" y="431302"/>
                </a:moveTo>
                <a:lnTo>
                  <a:pt x="764263" y="438744"/>
                </a:lnTo>
                <a:lnTo>
                  <a:pt x="764630" y="438056"/>
                </a:lnTo>
                <a:lnTo>
                  <a:pt x="764844" y="437961"/>
                </a:lnTo>
                <a:lnTo>
                  <a:pt x="764179" y="439208"/>
                </a:lnTo>
                <a:lnTo>
                  <a:pt x="763540" y="442739"/>
                </a:lnTo>
                <a:lnTo>
                  <a:pt x="768096" y="448086"/>
                </a:lnTo>
                <a:lnTo>
                  <a:pt x="768642" y="436556"/>
                </a:lnTo>
                <a:lnTo>
                  <a:pt x="766968" y="434307"/>
                </a:lnTo>
                <a:lnTo>
                  <a:pt x="767400" y="434424"/>
                </a:lnTo>
                <a:lnTo>
                  <a:pt x="768663" y="436122"/>
                </a:lnTo>
                <a:lnTo>
                  <a:pt x="768681" y="435752"/>
                </a:lnTo>
                <a:lnTo>
                  <a:pt x="766498" y="431828"/>
                </a:lnTo>
                <a:close/>
                <a:moveTo>
                  <a:pt x="259564" y="1564315"/>
                </a:moveTo>
                <a:lnTo>
                  <a:pt x="262634" y="1564967"/>
                </a:lnTo>
                <a:lnTo>
                  <a:pt x="259805" y="1564058"/>
                </a:lnTo>
                <a:close/>
                <a:moveTo>
                  <a:pt x="776750" y="406092"/>
                </a:moveTo>
                <a:lnTo>
                  <a:pt x="777490" y="407086"/>
                </a:lnTo>
                <a:lnTo>
                  <a:pt x="780278" y="409916"/>
                </a:lnTo>
                <a:lnTo>
                  <a:pt x="780739" y="407615"/>
                </a:lnTo>
                <a:close/>
                <a:moveTo>
                  <a:pt x="751775" y="461995"/>
                </a:moveTo>
                <a:lnTo>
                  <a:pt x="751701" y="462300"/>
                </a:lnTo>
                <a:lnTo>
                  <a:pt x="751840" y="462040"/>
                </a:lnTo>
                <a:close/>
                <a:moveTo>
                  <a:pt x="765757" y="430497"/>
                </a:moveTo>
                <a:lnTo>
                  <a:pt x="765644" y="431121"/>
                </a:lnTo>
                <a:lnTo>
                  <a:pt x="766338" y="431542"/>
                </a:lnTo>
                <a:close/>
                <a:moveTo>
                  <a:pt x="756625" y="450861"/>
                </a:moveTo>
                <a:lnTo>
                  <a:pt x="756708" y="452004"/>
                </a:lnTo>
                <a:lnTo>
                  <a:pt x="756999" y="452364"/>
                </a:lnTo>
                <a:lnTo>
                  <a:pt x="757148" y="452086"/>
                </a:lnTo>
                <a:lnTo>
                  <a:pt x="757148" y="451173"/>
                </a:lnTo>
                <a:close/>
                <a:moveTo>
                  <a:pt x="785464" y="386220"/>
                </a:moveTo>
                <a:lnTo>
                  <a:pt x="784447" y="390959"/>
                </a:lnTo>
                <a:lnTo>
                  <a:pt x="783527" y="395547"/>
                </a:lnTo>
                <a:lnTo>
                  <a:pt x="785073" y="397185"/>
                </a:lnTo>
                <a:lnTo>
                  <a:pt x="786572" y="387608"/>
                </a:lnTo>
                <a:close/>
                <a:moveTo>
                  <a:pt x="258849" y="1565080"/>
                </a:moveTo>
                <a:lnTo>
                  <a:pt x="258855" y="1565084"/>
                </a:lnTo>
                <a:lnTo>
                  <a:pt x="270680" y="1573915"/>
                </a:lnTo>
                <a:lnTo>
                  <a:pt x="263538" y="1565673"/>
                </a:lnTo>
                <a:lnTo>
                  <a:pt x="259218" y="1564685"/>
                </a:lnTo>
                <a:close/>
                <a:moveTo>
                  <a:pt x="752207" y="460223"/>
                </a:moveTo>
                <a:lnTo>
                  <a:pt x="751944" y="461299"/>
                </a:lnTo>
                <a:lnTo>
                  <a:pt x="752155" y="461448"/>
                </a:lnTo>
                <a:lnTo>
                  <a:pt x="752404" y="460982"/>
                </a:lnTo>
                <a:lnTo>
                  <a:pt x="752376" y="460347"/>
                </a:lnTo>
                <a:close/>
                <a:moveTo>
                  <a:pt x="713582" y="546647"/>
                </a:moveTo>
                <a:lnTo>
                  <a:pt x="713427" y="547888"/>
                </a:lnTo>
                <a:lnTo>
                  <a:pt x="715132" y="548688"/>
                </a:lnTo>
                <a:lnTo>
                  <a:pt x="715203" y="548406"/>
                </a:lnTo>
                <a:close/>
                <a:moveTo>
                  <a:pt x="267690" y="1544894"/>
                </a:moveTo>
                <a:lnTo>
                  <a:pt x="274031" y="1548256"/>
                </a:lnTo>
                <a:lnTo>
                  <a:pt x="274537" y="1547715"/>
                </a:lnTo>
                <a:close/>
                <a:moveTo>
                  <a:pt x="797617" y="358271"/>
                </a:moveTo>
                <a:lnTo>
                  <a:pt x="797110" y="365003"/>
                </a:lnTo>
                <a:lnTo>
                  <a:pt x="797179" y="367068"/>
                </a:lnTo>
                <a:lnTo>
                  <a:pt x="807235" y="376876"/>
                </a:lnTo>
                <a:lnTo>
                  <a:pt x="806779" y="367973"/>
                </a:lnTo>
                <a:close/>
                <a:moveTo>
                  <a:pt x="270990" y="1537374"/>
                </a:moveTo>
                <a:lnTo>
                  <a:pt x="272479" y="1538365"/>
                </a:lnTo>
                <a:lnTo>
                  <a:pt x="272726" y="1538439"/>
                </a:lnTo>
                <a:lnTo>
                  <a:pt x="271929" y="1537707"/>
                </a:lnTo>
                <a:close/>
                <a:moveTo>
                  <a:pt x="697869" y="581416"/>
                </a:moveTo>
                <a:lnTo>
                  <a:pt x="698017" y="582051"/>
                </a:lnTo>
                <a:lnTo>
                  <a:pt x="698596" y="582232"/>
                </a:lnTo>
                <a:close/>
                <a:moveTo>
                  <a:pt x="244116" y="1597422"/>
                </a:moveTo>
                <a:lnTo>
                  <a:pt x="247566" y="1601074"/>
                </a:lnTo>
                <a:lnTo>
                  <a:pt x="247806" y="1601164"/>
                </a:lnTo>
                <a:lnTo>
                  <a:pt x="245795" y="1598119"/>
                </a:lnTo>
                <a:close/>
                <a:moveTo>
                  <a:pt x="289881" y="1494932"/>
                </a:moveTo>
                <a:lnTo>
                  <a:pt x="295539" y="1503009"/>
                </a:lnTo>
                <a:lnTo>
                  <a:pt x="296936" y="1503078"/>
                </a:lnTo>
                <a:lnTo>
                  <a:pt x="293398" y="1498708"/>
                </a:lnTo>
                <a:close/>
                <a:moveTo>
                  <a:pt x="308733" y="1452654"/>
                </a:moveTo>
                <a:lnTo>
                  <a:pt x="308933" y="1453074"/>
                </a:lnTo>
                <a:lnTo>
                  <a:pt x="309190" y="1453397"/>
                </a:lnTo>
                <a:lnTo>
                  <a:pt x="311240" y="1455231"/>
                </a:lnTo>
                <a:lnTo>
                  <a:pt x="319474" y="1459507"/>
                </a:lnTo>
                <a:lnTo>
                  <a:pt x="319398" y="1459423"/>
                </a:lnTo>
                <a:lnTo>
                  <a:pt x="310278" y="1453356"/>
                </a:lnTo>
                <a:close/>
                <a:moveTo>
                  <a:pt x="743828" y="478205"/>
                </a:moveTo>
                <a:lnTo>
                  <a:pt x="746087" y="484168"/>
                </a:lnTo>
                <a:lnTo>
                  <a:pt x="747482" y="478443"/>
                </a:lnTo>
                <a:lnTo>
                  <a:pt x="747739" y="472328"/>
                </a:lnTo>
                <a:lnTo>
                  <a:pt x="747729" y="472313"/>
                </a:lnTo>
                <a:lnTo>
                  <a:pt x="747740" y="472317"/>
                </a:lnTo>
                <a:lnTo>
                  <a:pt x="747784" y="471263"/>
                </a:lnTo>
                <a:lnTo>
                  <a:pt x="747578" y="470940"/>
                </a:lnTo>
                <a:close/>
                <a:moveTo>
                  <a:pt x="297540" y="1477491"/>
                </a:moveTo>
                <a:lnTo>
                  <a:pt x="304927" y="1485321"/>
                </a:lnTo>
                <a:lnTo>
                  <a:pt x="309984" y="1488452"/>
                </a:lnTo>
                <a:lnTo>
                  <a:pt x="305673" y="1481987"/>
                </a:lnTo>
                <a:lnTo>
                  <a:pt x="298280" y="1477889"/>
                </a:lnTo>
                <a:close/>
                <a:moveTo>
                  <a:pt x="694772" y="588001"/>
                </a:moveTo>
                <a:lnTo>
                  <a:pt x="693425" y="591541"/>
                </a:lnTo>
                <a:lnTo>
                  <a:pt x="696367" y="592738"/>
                </a:lnTo>
                <a:lnTo>
                  <a:pt x="697471" y="588939"/>
                </a:lnTo>
                <a:close/>
                <a:moveTo>
                  <a:pt x="695653" y="585682"/>
                </a:moveTo>
                <a:lnTo>
                  <a:pt x="695223" y="586814"/>
                </a:lnTo>
                <a:lnTo>
                  <a:pt x="697117" y="587389"/>
                </a:lnTo>
                <a:lnTo>
                  <a:pt x="697848" y="587643"/>
                </a:lnTo>
                <a:lnTo>
                  <a:pt x="698019" y="587056"/>
                </a:lnTo>
                <a:close/>
                <a:moveTo>
                  <a:pt x="714154" y="544245"/>
                </a:moveTo>
                <a:lnTo>
                  <a:pt x="715825" y="545919"/>
                </a:lnTo>
                <a:lnTo>
                  <a:pt x="716024" y="545121"/>
                </a:lnTo>
                <a:close/>
                <a:moveTo>
                  <a:pt x="711494" y="550100"/>
                </a:moveTo>
                <a:lnTo>
                  <a:pt x="711498" y="551207"/>
                </a:lnTo>
                <a:lnTo>
                  <a:pt x="712275" y="552109"/>
                </a:lnTo>
                <a:lnTo>
                  <a:pt x="712457" y="550661"/>
                </a:lnTo>
                <a:close/>
                <a:moveTo>
                  <a:pt x="275520" y="1526325"/>
                </a:moveTo>
                <a:lnTo>
                  <a:pt x="277975" y="1529930"/>
                </a:lnTo>
                <a:lnTo>
                  <a:pt x="284388" y="1534429"/>
                </a:lnTo>
                <a:lnTo>
                  <a:pt x="285994" y="1535461"/>
                </a:lnTo>
                <a:lnTo>
                  <a:pt x="286019" y="1535435"/>
                </a:lnTo>
                <a:lnTo>
                  <a:pt x="276011" y="1526506"/>
                </a:lnTo>
                <a:close/>
                <a:moveTo>
                  <a:pt x="766370" y="427115"/>
                </a:moveTo>
                <a:lnTo>
                  <a:pt x="765990" y="429215"/>
                </a:lnTo>
                <a:lnTo>
                  <a:pt x="767763" y="432404"/>
                </a:lnTo>
                <a:lnTo>
                  <a:pt x="768810" y="433036"/>
                </a:lnTo>
                <a:lnTo>
                  <a:pt x="769041" y="428181"/>
                </a:lnTo>
                <a:close/>
                <a:moveTo>
                  <a:pt x="773996" y="409861"/>
                </a:moveTo>
                <a:lnTo>
                  <a:pt x="773841" y="412043"/>
                </a:lnTo>
                <a:lnTo>
                  <a:pt x="775061" y="414146"/>
                </a:lnTo>
                <a:lnTo>
                  <a:pt x="778447" y="417172"/>
                </a:lnTo>
                <a:lnTo>
                  <a:pt x="778795" y="417311"/>
                </a:lnTo>
                <a:lnTo>
                  <a:pt x="779266" y="414962"/>
                </a:lnTo>
                <a:close/>
                <a:moveTo>
                  <a:pt x="308506" y="1452178"/>
                </a:moveTo>
                <a:lnTo>
                  <a:pt x="308558" y="1452288"/>
                </a:lnTo>
                <a:lnTo>
                  <a:pt x="308887" y="1452432"/>
                </a:lnTo>
                <a:close/>
                <a:moveTo>
                  <a:pt x="305147" y="1459698"/>
                </a:moveTo>
                <a:lnTo>
                  <a:pt x="309990" y="1469864"/>
                </a:lnTo>
                <a:lnTo>
                  <a:pt x="314267" y="1471221"/>
                </a:lnTo>
                <a:lnTo>
                  <a:pt x="312481" y="1467471"/>
                </a:lnTo>
                <a:close/>
                <a:moveTo>
                  <a:pt x="836633" y="269590"/>
                </a:moveTo>
                <a:lnTo>
                  <a:pt x="835128" y="280388"/>
                </a:lnTo>
                <a:lnTo>
                  <a:pt x="837648" y="270633"/>
                </a:lnTo>
                <a:close/>
                <a:moveTo>
                  <a:pt x="696775" y="582733"/>
                </a:moveTo>
                <a:lnTo>
                  <a:pt x="696032" y="584686"/>
                </a:lnTo>
                <a:lnTo>
                  <a:pt x="697996" y="585825"/>
                </a:lnTo>
                <a:lnTo>
                  <a:pt x="697390" y="582947"/>
                </a:lnTo>
                <a:close/>
                <a:moveTo>
                  <a:pt x="697142" y="581768"/>
                </a:moveTo>
                <a:lnTo>
                  <a:pt x="697138" y="581777"/>
                </a:lnTo>
                <a:lnTo>
                  <a:pt x="697144" y="581778"/>
                </a:lnTo>
                <a:close/>
                <a:moveTo>
                  <a:pt x="276823" y="1522630"/>
                </a:moveTo>
                <a:lnTo>
                  <a:pt x="280113" y="1526830"/>
                </a:lnTo>
                <a:lnTo>
                  <a:pt x="280640" y="1526982"/>
                </a:lnTo>
                <a:lnTo>
                  <a:pt x="276950" y="1522725"/>
                </a:lnTo>
                <a:close/>
                <a:moveTo>
                  <a:pt x="739391" y="486802"/>
                </a:moveTo>
                <a:lnTo>
                  <a:pt x="741853" y="490353"/>
                </a:lnTo>
                <a:lnTo>
                  <a:pt x="741970" y="490194"/>
                </a:lnTo>
                <a:lnTo>
                  <a:pt x="740138" y="485355"/>
                </a:lnTo>
                <a:close/>
                <a:moveTo>
                  <a:pt x="758097" y="444902"/>
                </a:moveTo>
                <a:lnTo>
                  <a:pt x="758097" y="445793"/>
                </a:lnTo>
                <a:lnTo>
                  <a:pt x="759808" y="447096"/>
                </a:lnTo>
                <a:lnTo>
                  <a:pt x="760023" y="446691"/>
                </a:lnTo>
                <a:close/>
                <a:moveTo>
                  <a:pt x="730019" y="507712"/>
                </a:moveTo>
                <a:lnTo>
                  <a:pt x="732813" y="509505"/>
                </a:lnTo>
                <a:lnTo>
                  <a:pt x="732533" y="506377"/>
                </a:lnTo>
                <a:lnTo>
                  <a:pt x="732208" y="504733"/>
                </a:lnTo>
                <a:close/>
                <a:moveTo>
                  <a:pt x="713971" y="543552"/>
                </a:moveTo>
                <a:lnTo>
                  <a:pt x="713929" y="543885"/>
                </a:lnTo>
                <a:lnTo>
                  <a:pt x="716081" y="544893"/>
                </a:lnTo>
                <a:lnTo>
                  <a:pt x="716111" y="544770"/>
                </a:lnTo>
                <a:lnTo>
                  <a:pt x="715920" y="544657"/>
                </a:lnTo>
                <a:close/>
                <a:moveTo>
                  <a:pt x="289793" y="1493351"/>
                </a:moveTo>
                <a:lnTo>
                  <a:pt x="290447" y="1494095"/>
                </a:lnTo>
                <a:lnTo>
                  <a:pt x="291295" y="1494641"/>
                </a:lnTo>
                <a:lnTo>
                  <a:pt x="294379" y="1496242"/>
                </a:lnTo>
                <a:lnTo>
                  <a:pt x="292739" y="1494218"/>
                </a:lnTo>
                <a:close/>
                <a:moveTo>
                  <a:pt x="258027" y="1564413"/>
                </a:moveTo>
                <a:lnTo>
                  <a:pt x="258538" y="1564826"/>
                </a:lnTo>
                <a:lnTo>
                  <a:pt x="258767" y="1564582"/>
                </a:lnTo>
                <a:close/>
                <a:moveTo>
                  <a:pt x="272219" y="1532633"/>
                </a:moveTo>
                <a:lnTo>
                  <a:pt x="276542" y="1538059"/>
                </a:lnTo>
                <a:lnTo>
                  <a:pt x="282445" y="1539257"/>
                </a:lnTo>
                <a:lnTo>
                  <a:pt x="282514" y="1539183"/>
                </a:lnTo>
                <a:lnTo>
                  <a:pt x="279612" y="1534920"/>
                </a:lnTo>
                <a:close/>
                <a:moveTo>
                  <a:pt x="738525" y="488477"/>
                </a:moveTo>
                <a:lnTo>
                  <a:pt x="741185" y="491260"/>
                </a:lnTo>
                <a:lnTo>
                  <a:pt x="741671" y="490599"/>
                </a:lnTo>
                <a:lnTo>
                  <a:pt x="739239" y="487092"/>
                </a:lnTo>
                <a:close/>
                <a:moveTo>
                  <a:pt x="256558" y="1567530"/>
                </a:moveTo>
                <a:lnTo>
                  <a:pt x="259522" y="1570250"/>
                </a:lnTo>
                <a:lnTo>
                  <a:pt x="265668" y="1575739"/>
                </a:lnTo>
                <a:lnTo>
                  <a:pt x="274570" y="1578405"/>
                </a:lnTo>
                <a:lnTo>
                  <a:pt x="274036" y="1577789"/>
                </a:lnTo>
                <a:lnTo>
                  <a:pt x="271820" y="1576134"/>
                </a:lnTo>
                <a:lnTo>
                  <a:pt x="258564" y="1565384"/>
                </a:lnTo>
                <a:close/>
                <a:moveTo>
                  <a:pt x="724416" y="519853"/>
                </a:moveTo>
                <a:lnTo>
                  <a:pt x="723835" y="522343"/>
                </a:lnTo>
                <a:lnTo>
                  <a:pt x="725150" y="525815"/>
                </a:lnTo>
                <a:lnTo>
                  <a:pt x="726343" y="526452"/>
                </a:lnTo>
                <a:lnTo>
                  <a:pt x="725725" y="520859"/>
                </a:lnTo>
                <a:close/>
                <a:moveTo>
                  <a:pt x="304975" y="1459038"/>
                </a:moveTo>
                <a:lnTo>
                  <a:pt x="312022" y="1466507"/>
                </a:lnTo>
                <a:lnTo>
                  <a:pt x="310178" y="1462638"/>
                </a:lnTo>
                <a:close/>
                <a:moveTo>
                  <a:pt x="246213" y="1590387"/>
                </a:moveTo>
                <a:lnTo>
                  <a:pt x="247184" y="1591858"/>
                </a:lnTo>
                <a:lnTo>
                  <a:pt x="254558" y="1594505"/>
                </a:lnTo>
                <a:lnTo>
                  <a:pt x="262157" y="1596048"/>
                </a:lnTo>
                <a:close/>
                <a:moveTo>
                  <a:pt x="756408" y="447905"/>
                </a:moveTo>
                <a:lnTo>
                  <a:pt x="756550" y="449855"/>
                </a:lnTo>
                <a:lnTo>
                  <a:pt x="757148" y="450212"/>
                </a:lnTo>
                <a:lnTo>
                  <a:pt x="757149" y="448468"/>
                </a:lnTo>
                <a:close/>
                <a:moveTo>
                  <a:pt x="725574" y="516867"/>
                </a:moveTo>
                <a:lnTo>
                  <a:pt x="725843" y="519300"/>
                </a:lnTo>
                <a:lnTo>
                  <a:pt x="731402" y="523572"/>
                </a:lnTo>
                <a:lnTo>
                  <a:pt x="731135" y="522585"/>
                </a:lnTo>
                <a:lnTo>
                  <a:pt x="726282" y="517578"/>
                </a:lnTo>
                <a:close/>
                <a:moveTo>
                  <a:pt x="308178" y="1451491"/>
                </a:moveTo>
                <a:lnTo>
                  <a:pt x="308398" y="1451952"/>
                </a:lnTo>
                <a:lnTo>
                  <a:pt x="309569" y="1452731"/>
                </a:lnTo>
                <a:lnTo>
                  <a:pt x="315829" y="1455476"/>
                </a:lnTo>
                <a:lnTo>
                  <a:pt x="314913" y="1454463"/>
                </a:lnTo>
                <a:lnTo>
                  <a:pt x="314910" y="1454408"/>
                </a:lnTo>
                <a:lnTo>
                  <a:pt x="313643" y="1453475"/>
                </a:lnTo>
                <a:close/>
                <a:moveTo>
                  <a:pt x="736389" y="492616"/>
                </a:moveTo>
                <a:lnTo>
                  <a:pt x="739185" y="493981"/>
                </a:lnTo>
                <a:lnTo>
                  <a:pt x="739558" y="493471"/>
                </a:lnTo>
                <a:lnTo>
                  <a:pt x="737214" y="491017"/>
                </a:lnTo>
                <a:close/>
                <a:moveTo>
                  <a:pt x="753833" y="453549"/>
                </a:moveTo>
                <a:lnTo>
                  <a:pt x="752678" y="458291"/>
                </a:lnTo>
                <a:lnTo>
                  <a:pt x="752746" y="459862"/>
                </a:lnTo>
                <a:lnTo>
                  <a:pt x="752932" y="459992"/>
                </a:lnTo>
                <a:lnTo>
                  <a:pt x="754380" y="457276"/>
                </a:lnTo>
                <a:lnTo>
                  <a:pt x="754139" y="453956"/>
                </a:lnTo>
                <a:close/>
                <a:moveTo>
                  <a:pt x="269856" y="1537106"/>
                </a:moveTo>
                <a:lnTo>
                  <a:pt x="271394" y="1537850"/>
                </a:lnTo>
                <a:lnTo>
                  <a:pt x="270468" y="1537234"/>
                </a:lnTo>
                <a:lnTo>
                  <a:pt x="270100" y="1537159"/>
                </a:lnTo>
                <a:close/>
                <a:moveTo>
                  <a:pt x="306296" y="1455503"/>
                </a:moveTo>
                <a:lnTo>
                  <a:pt x="307027" y="1456019"/>
                </a:lnTo>
                <a:lnTo>
                  <a:pt x="306899" y="1455750"/>
                </a:lnTo>
                <a:close/>
                <a:moveTo>
                  <a:pt x="735617" y="494112"/>
                </a:moveTo>
                <a:lnTo>
                  <a:pt x="735761" y="494842"/>
                </a:lnTo>
                <a:lnTo>
                  <a:pt x="737338" y="496492"/>
                </a:lnTo>
                <a:lnTo>
                  <a:pt x="737471" y="496312"/>
                </a:lnTo>
                <a:lnTo>
                  <a:pt x="735839" y="493981"/>
                </a:lnTo>
                <a:lnTo>
                  <a:pt x="735718" y="493916"/>
                </a:lnTo>
                <a:close/>
                <a:moveTo>
                  <a:pt x="328071" y="1406625"/>
                </a:moveTo>
                <a:lnTo>
                  <a:pt x="328873" y="1409430"/>
                </a:lnTo>
                <a:lnTo>
                  <a:pt x="329144" y="1410223"/>
                </a:lnTo>
                <a:lnTo>
                  <a:pt x="329296" y="1410489"/>
                </a:lnTo>
                <a:lnTo>
                  <a:pt x="330477" y="1411862"/>
                </a:lnTo>
                <a:lnTo>
                  <a:pt x="332852" y="1412432"/>
                </a:lnTo>
                <a:lnTo>
                  <a:pt x="330861" y="1408956"/>
                </a:lnTo>
                <a:close/>
                <a:moveTo>
                  <a:pt x="324107" y="1415470"/>
                </a:moveTo>
                <a:lnTo>
                  <a:pt x="324900" y="1417789"/>
                </a:lnTo>
                <a:lnTo>
                  <a:pt x="330243" y="1421351"/>
                </a:lnTo>
                <a:lnTo>
                  <a:pt x="329733" y="1419571"/>
                </a:lnTo>
                <a:lnTo>
                  <a:pt x="328162" y="1417082"/>
                </a:lnTo>
                <a:close/>
                <a:moveTo>
                  <a:pt x="769961" y="416963"/>
                </a:moveTo>
                <a:lnTo>
                  <a:pt x="769453" y="427683"/>
                </a:lnTo>
                <a:lnTo>
                  <a:pt x="772041" y="428717"/>
                </a:lnTo>
                <a:lnTo>
                  <a:pt x="772463" y="423531"/>
                </a:lnTo>
                <a:close/>
                <a:moveTo>
                  <a:pt x="735562" y="493831"/>
                </a:moveTo>
                <a:lnTo>
                  <a:pt x="735608" y="494060"/>
                </a:lnTo>
                <a:lnTo>
                  <a:pt x="735689" y="493900"/>
                </a:lnTo>
                <a:close/>
                <a:moveTo>
                  <a:pt x="750227" y="460899"/>
                </a:moveTo>
                <a:lnTo>
                  <a:pt x="750032" y="465514"/>
                </a:lnTo>
                <a:lnTo>
                  <a:pt x="750839" y="463916"/>
                </a:lnTo>
                <a:lnTo>
                  <a:pt x="751174" y="463288"/>
                </a:lnTo>
                <a:lnTo>
                  <a:pt x="751531" y="461821"/>
                </a:lnTo>
                <a:close/>
                <a:moveTo>
                  <a:pt x="711483" y="547645"/>
                </a:moveTo>
                <a:lnTo>
                  <a:pt x="711490" y="549212"/>
                </a:lnTo>
                <a:lnTo>
                  <a:pt x="712552" y="549907"/>
                </a:lnTo>
                <a:lnTo>
                  <a:pt x="712719" y="548576"/>
                </a:lnTo>
                <a:close/>
                <a:moveTo>
                  <a:pt x="228438" y="1629015"/>
                </a:moveTo>
                <a:lnTo>
                  <a:pt x="256158" y="1653808"/>
                </a:lnTo>
                <a:lnTo>
                  <a:pt x="263749" y="1659658"/>
                </a:lnTo>
                <a:lnTo>
                  <a:pt x="268991" y="1648314"/>
                </a:lnTo>
                <a:lnTo>
                  <a:pt x="255289" y="1639381"/>
                </a:lnTo>
                <a:close/>
                <a:moveTo>
                  <a:pt x="714288" y="541030"/>
                </a:moveTo>
                <a:lnTo>
                  <a:pt x="714005" y="543287"/>
                </a:lnTo>
                <a:lnTo>
                  <a:pt x="716173" y="544516"/>
                </a:lnTo>
                <a:lnTo>
                  <a:pt x="716678" y="542493"/>
                </a:lnTo>
                <a:close/>
                <a:moveTo>
                  <a:pt x="725200" y="516491"/>
                </a:moveTo>
                <a:lnTo>
                  <a:pt x="724743" y="518454"/>
                </a:lnTo>
                <a:lnTo>
                  <a:pt x="725526" y="519056"/>
                </a:lnTo>
                <a:lnTo>
                  <a:pt x="725308" y="517086"/>
                </a:lnTo>
                <a:lnTo>
                  <a:pt x="725256" y="516547"/>
                </a:lnTo>
                <a:close/>
                <a:moveTo>
                  <a:pt x="727517" y="511117"/>
                </a:moveTo>
                <a:lnTo>
                  <a:pt x="728440" y="512201"/>
                </a:lnTo>
                <a:lnTo>
                  <a:pt x="728331" y="511634"/>
                </a:lnTo>
                <a:lnTo>
                  <a:pt x="727621" y="510975"/>
                </a:lnTo>
                <a:close/>
                <a:moveTo>
                  <a:pt x="723655" y="519267"/>
                </a:moveTo>
                <a:lnTo>
                  <a:pt x="723264" y="520835"/>
                </a:lnTo>
                <a:lnTo>
                  <a:pt x="723462" y="521359"/>
                </a:lnTo>
                <a:lnTo>
                  <a:pt x="723901" y="519457"/>
                </a:lnTo>
                <a:close/>
                <a:moveTo>
                  <a:pt x="725588" y="514829"/>
                </a:moveTo>
                <a:lnTo>
                  <a:pt x="725426" y="515523"/>
                </a:lnTo>
                <a:lnTo>
                  <a:pt x="725543" y="516581"/>
                </a:lnTo>
                <a:lnTo>
                  <a:pt x="730992" y="522053"/>
                </a:lnTo>
                <a:lnTo>
                  <a:pt x="730742" y="521132"/>
                </a:lnTo>
                <a:lnTo>
                  <a:pt x="726805" y="517178"/>
                </a:lnTo>
                <a:lnTo>
                  <a:pt x="727019" y="517204"/>
                </a:lnTo>
                <a:lnTo>
                  <a:pt x="730672" y="520872"/>
                </a:lnTo>
                <a:lnTo>
                  <a:pt x="729503" y="516557"/>
                </a:lnTo>
                <a:lnTo>
                  <a:pt x="726566" y="512734"/>
                </a:lnTo>
                <a:close/>
                <a:moveTo>
                  <a:pt x="724119" y="517975"/>
                </a:moveTo>
                <a:lnTo>
                  <a:pt x="724224" y="518056"/>
                </a:lnTo>
                <a:lnTo>
                  <a:pt x="724363" y="517451"/>
                </a:lnTo>
                <a:close/>
                <a:moveTo>
                  <a:pt x="254041" y="1570222"/>
                </a:moveTo>
                <a:lnTo>
                  <a:pt x="260484" y="1574187"/>
                </a:lnTo>
                <a:lnTo>
                  <a:pt x="264763" y="1575467"/>
                </a:lnTo>
                <a:lnTo>
                  <a:pt x="256352" y="1567750"/>
                </a:lnTo>
                <a:close/>
                <a:moveTo>
                  <a:pt x="774332" y="405169"/>
                </a:moveTo>
                <a:lnTo>
                  <a:pt x="774096" y="408468"/>
                </a:lnTo>
                <a:lnTo>
                  <a:pt x="777827" y="411804"/>
                </a:lnTo>
                <a:lnTo>
                  <a:pt x="779563" y="413484"/>
                </a:lnTo>
                <a:lnTo>
                  <a:pt x="780036" y="411126"/>
                </a:lnTo>
                <a:lnTo>
                  <a:pt x="777299" y="407451"/>
                </a:lnTo>
                <a:lnTo>
                  <a:pt x="775485" y="405610"/>
                </a:lnTo>
                <a:close/>
                <a:moveTo>
                  <a:pt x="805891" y="334460"/>
                </a:moveTo>
                <a:lnTo>
                  <a:pt x="806094" y="338429"/>
                </a:lnTo>
                <a:lnTo>
                  <a:pt x="810162" y="342102"/>
                </a:lnTo>
                <a:close/>
                <a:moveTo>
                  <a:pt x="712807" y="542892"/>
                </a:moveTo>
                <a:lnTo>
                  <a:pt x="713363" y="543450"/>
                </a:lnTo>
                <a:lnTo>
                  <a:pt x="713391" y="543223"/>
                </a:lnTo>
                <a:close/>
                <a:moveTo>
                  <a:pt x="750313" y="458852"/>
                </a:moveTo>
                <a:lnTo>
                  <a:pt x="750260" y="460108"/>
                </a:lnTo>
                <a:lnTo>
                  <a:pt x="751701" y="461127"/>
                </a:lnTo>
                <a:lnTo>
                  <a:pt x="751964" y="460048"/>
                </a:lnTo>
                <a:close/>
                <a:moveTo>
                  <a:pt x="714559" y="538873"/>
                </a:moveTo>
                <a:lnTo>
                  <a:pt x="714337" y="540637"/>
                </a:lnTo>
                <a:lnTo>
                  <a:pt x="716780" y="542088"/>
                </a:lnTo>
                <a:lnTo>
                  <a:pt x="717225" y="540307"/>
                </a:lnTo>
                <a:close/>
                <a:moveTo>
                  <a:pt x="711864" y="544780"/>
                </a:moveTo>
                <a:lnTo>
                  <a:pt x="711477" y="546139"/>
                </a:lnTo>
                <a:lnTo>
                  <a:pt x="711481" y="546804"/>
                </a:lnTo>
                <a:lnTo>
                  <a:pt x="712084" y="547259"/>
                </a:lnTo>
                <a:lnTo>
                  <a:pt x="712839" y="547614"/>
                </a:lnTo>
                <a:lnTo>
                  <a:pt x="713036" y="546052"/>
                </a:lnTo>
                <a:close/>
                <a:moveTo>
                  <a:pt x="278064" y="1516103"/>
                </a:moveTo>
                <a:lnTo>
                  <a:pt x="279159" y="1517428"/>
                </a:lnTo>
                <a:lnTo>
                  <a:pt x="280346" y="1518669"/>
                </a:lnTo>
                <a:lnTo>
                  <a:pt x="280573" y="1518787"/>
                </a:lnTo>
                <a:close/>
                <a:moveTo>
                  <a:pt x="715155" y="537191"/>
                </a:moveTo>
                <a:lnTo>
                  <a:pt x="717096" y="538235"/>
                </a:lnTo>
                <a:lnTo>
                  <a:pt x="716959" y="537605"/>
                </a:lnTo>
                <a:lnTo>
                  <a:pt x="715456" y="536548"/>
                </a:lnTo>
                <a:close/>
                <a:moveTo>
                  <a:pt x="305745" y="1453884"/>
                </a:moveTo>
                <a:lnTo>
                  <a:pt x="306180" y="1454242"/>
                </a:lnTo>
                <a:lnTo>
                  <a:pt x="306119" y="1454113"/>
                </a:lnTo>
                <a:close/>
                <a:moveTo>
                  <a:pt x="774386" y="404495"/>
                </a:moveTo>
                <a:lnTo>
                  <a:pt x="774360" y="404819"/>
                </a:lnTo>
                <a:lnTo>
                  <a:pt x="774915" y="405031"/>
                </a:lnTo>
                <a:close/>
                <a:moveTo>
                  <a:pt x="713717" y="540268"/>
                </a:moveTo>
                <a:lnTo>
                  <a:pt x="713773" y="540302"/>
                </a:lnTo>
                <a:lnTo>
                  <a:pt x="713804" y="540082"/>
                </a:lnTo>
                <a:close/>
                <a:moveTo>
                  <a:pt x="304091" y="1457480"/>
                </a:moveTo>
                <a:lnTo>
                  <a:pt x="304201" y="1457711"/>
                </a:lnTo>
                <a:lnTo>
                  <a:pt x="309402" y="1461006"/>
                </a:lnTo>
                <a:lnTo>
                  <a:pt x="309339" y="1460875"/>
                </a:lnTo>
                <a:lnTo>
                  <a:pt x="307313" y="1459475"/>
                </a:lnTo>
                <a:close/>
                <a:moveTo>
                  <a:pt x="712664" y="542526"/>
                </a:moveTo>
                <a:lnTo>
                  <a:pt x="713424" y="542958"/>
                </a:lnTo>
                <a:lnTo>
                  <a:pt x="713618" y="541412"/>
                </a:lnTo>
                <a:lnTo>
                  <a:pt x="713720" y="540681"/>
                </a:lnTo>
                <a:lnTo>
                  <a:pt x="713568" y="540588"/>
                </a:lnTo>
                <a:close/>
                <a:moveTo>
                  <a:pt x="278160" y="1515308"/>
                </a:moveTo>
                <a:lnTo>
                  <a:pt x="282207" y="1519637"/>
                </a:lnTo>
                <a:lnTo>
                  <a:pt x="285341" y="1521269"/>
                </a:lnTo>
                <a:lnTo>
                  <a:pt x="283553" y="1518156"/>
                </a:lnTo>
                <a:lnTo>
                  <a:pt x="280360" y="1515858"/>
                </a:lnTo>
                <a:close/>
                <a:moveTo>
                  <a:pt x="724519" y="515807"/>
                </a:moveTo>
                <a:lnTo>
                  <a:pt x="724421" y="516200"/>
                </a:lnTo>
                <a:lnTo>
                  <a:pt x="724586" y="515873"/>
                </a:lnTo>
                <a:close/>
                <a:moveTo>
                  <a:pt x="245254" y="1588933"/>
                </a:moveTo>
                <a:lnTo>
                  <a:pt x="245815" y="1589784"/>
                </a:lnTo>
                <a:lnTo>
                  <a:pt x="261200" y="1595246"/>
                </a:lnTo>
                <a:lnTo>
                  <a:pt x="255909" y="1591745"/>
                </a:lnTo>
                <a:close/>
                <a:moveTo>
                  <a:pt x="764379" y="426320"/>
                </a:moveTo>
                <a:lnTo>
                  <a:pt x="765579" y="428475"/>
                </a:lnTo>
                <a:lnTo>
                  <a:pt x="765921" y="426936"/>
                </a:lnTo>
                <a:close/>
                <a:moveTo>
                  <a:pt x="774456" y="403633"/>
                </a:moveTo>
                <a:lnTo>
                  <a:pt x="774429" y="403979"/>
                </a:lnTo>
                <a:lnTo>
                  <a:pt x="775597" y="405164"/>
                </a:lnTo>
                <a:close/>
                <a:moveTo>
                  <a:pt x="724752" y="514875"/>
                </a:moveTo>
                <a:lnTo>
                  <a:pt x="724570" y="515604"/>
                </a:lnTo>
                <a:lnTo>
                  <a:pt x="724671" y="515705"/>
                </a:lnTo>
                <a:lnTo>
                  <a:pt x="724845" y="515362"/>
                </a:lnTo>
                <a:lnTo>
                  <a:pt x="725050" y="514470"/>
                </a:lnTo>
                <a:close/>
                <a:moveTo>
                  <a:pt x="252554" y="1571812"/>
                </a:moveTo>
                <a:lnTo>
                  <a:pt x="258423" y="1573569"/>
                </a:lnTo>
                <a:lnTo>
                  <a:pt x="253655" y="1570635"/>
                </a:lnTo>
                <a:close/>
                <a:moveTo>
                  <a:pt x="726689" y="510108"/>
                </a:moveTo>
                <a:lnTo>
                  <a:pt x="726682" y="510138"/>
                </a:lnTo>
                <a:lnTo>
                  <a:pt x="727018" y="510534"/>
                </a:lnTo>
                <a:lnTo>
                  <a:pt x="727072" y="510462"/>
                </a:lnTo>
                <a:close/>
                <a:moveTo>
                  <a:pt x="789834" y="368486"/>
                </a:moveTo>
                <a:lnTo>
                  <a:pt x="786931" y="387041"/>
                </a:lnTo>
                <a:lnTo>
                  <a:pt x="791951" y="392835"/>
                </a:lnTo>
                <a:lnTo>
                  <a:pt x="793571" y="394862"/>
                </a:lnTo>
                <a:lnTo>
                  <a:pt x="793154" y="382354"/>
                </a:lnTo>
                <a:lnTo>
                  <a:pt x="793730" y="374707"/>
                </a:lnTo>
                <a:close/>
                <a:moveTo>
                  <a:pt x="756242" y="443661"/>
                </a:moveTo>
                <a:lnTo>
                  <a:pt x="756133" y="444111"/>
                </a:lnTo>
                <a:lnTo>
                  <a:pt x="756147" y="444311"/>
                </a:lnTo>
                <a:lnTo>
                  <a:pt x="756154" y="444315"/>
                </a:lnTo>
                <a:lnTo>
                  <a:pt x="757151" y="445073"/>
                </a:lnTo>
                <a:lnTo>
                  <a:pt x="757152" y="444253"/>
                </a:lnTo>
                <a:close/>
                <a:moveTo>
                  <a:pt x="768959" y="415090"/>
                </a:moveTo>
                <a:lnTo>
                  <a:pt x="766752" y="425005"/>
                </a:lnTo>
                <a:lnTo>
                  <a:pt x="766481" y="426497"/>
                </a:lnTo>
                <a:lnTo>
                  <a:pt x="769072" y="427531"/>
                </a:lnTo>
                <a:lnTo>
                  <a:pt x="769616" y="416055"/>
                </a:lnTo>
                <a:lnTo>
                  <a:pt x="769475" y="415685"/>
                </a:lnTo>
                <a:close/>
                <a:moveTo>
                  <a:pt x="758101" y="439214"/>
                </a:moveTo>
                <a:lnTo>
                  <a:pt x="758099" y="442016"/>
                </a:lnTo>
                <a:lnTo>
                  <a:pt x="761196" y="444495"/>
                </a:lnTo>
                <a:lnTo>
                  <a:pt x="761736" y="443482"/>
                </a:lnTo>
                <a:close/>
                <a:moveTo>
                  <a:pt x="324884" y="1409267"/>
                </a:moveTo>
                <a:lnTo>
                  <a:pt x="325789" y="1410700"/>
                </a:lnTo>
                <a:lnTo>
                  <a:pt x="326025" y="1410794"/>
                </a:lnTo>
                <a:lnTo>
                  <a:pt x="326797" y="1410979"/>
                </a:lnTo>
                <a:lnTo>
                  <a:pt x="326479" y="1410476"/>
                </a:lnTo>
                <a:close/>
                <a:moveTo>
                  <a:pt x="327286" y="1403885"/>
                </a:moveTo>
                <a:lnTo>
                  <a:pt x="327712" y="1405372"/>
                </a:lnTo>
                <a:lnTo>
                  <a:pt x="329518" y="1406611"/>
                </a:lnTo>
                <a:lnTo>
                  <a:pt x="328152" y="1404226"/>
                </a:lnTo>
                <a:close/>
                <a:moveTo>
                  <a:pt x="299465" y="1466144"/>
                </a:moveTo>
                <a:lnTo>
                  <a:pt x="308147" y="1475311"/>
                </a:lnTo>
                <a:lnTo>
                  <a:pt x="304871" y="1468435"/>
                </a:lnTo>
                <a:close/>
                <a:moveTo>
                  <a:pt x="769066" y="414611"/>
                </a:moveTo>
                <a:lnTo>
                  <a:pt x="769032" y="414766"/>
                </a:lnTo>
                <a:lnTo>
                  <a:pt x="769198" y="414958"/>
                </a:lnTo>
                <a:close/>
                <a:moveTo>
                  <a:pt x="752387" y="451622"/>
                </a:moveTo>
                <a:lnTo>
                  <a:pt x="752635" y="457294"/>
                </a:lnTo>
                <a:lnTo>
                  <a:pt x="753617" y="453261"/>
                </a:lnTo>
                <a:close/>
                <a:moveTo>
                  <a:pt x="725559" y="511643"/>
                </a:moveTo>
                <a:lnTo>
                  <a:pt x="725228" y="512969"/>
                </a:lnTo>
                <a:lnTo>
                  <a:pt x="725472" y="512638"/>
                </a:lnTo>
                <a:lnTo>
                  <a:pt x="725687" y="511707"/>
                </a:lnTo>
                <a:close/>
                <a:moveTo>
                  <a:pt x="790094" y="366817"/>
                </a:moveTo>
                <a:lnTo>
                  <a:pt x="789996" y="367445"/>
                </a:lnTo>
                <a:lnTo>
                  <a:pt x="793598" y="372715"/>
                </a:lnTo>
                <a:lnTo>
                  <a:pt x="793850" y="373118"/>
                </a:lnTo>
                <a:lnTo>
                  <a:pt x="794065" y="370258"/>
                </a:lnTo>
                <a:close/>
                <a:moveTo>
                  <a:pt x="241532" y="1594686"/>
                </a:moveTo>
                <a:lnTo>
                  <a:pt x="243684" y="1596965"/>
                </a:lnTo>
                <a:lnTo>
                  <a:pt x="245517" y="1597696"/>
                </a:lnTo>
                <a:lnTo>
                  <a:pt x="244530" y="1596202"/>
                </a:lnTo>
                <a:close/>
                <a:moveTo>
                  <a:pt x="250834" y="1573653"/>
                </a:moveTo>
                <a:lnTo>
                  <a:pt x="270157" y="1580791"/>
                </a:lnTo>
                <a:lnTo>
                  <a:pt x="260468" y="1574829"/>
                </a:lnTo>
                <a:lnTo>
                  <a:pt x="252082" y="1572318"/>
                </a:lnTo>
                <a:close/>
                <a:moveTo>
                  <a:pt x="285640" y="1495477"/>
                </a:moveTo>
                <a:lnTo>
                  <a:pt x="288718" y="1499999"/>
                </a:lnTo>
                <a:lnTo>
                  <a:pt x="291131" y="1501397"/>
                </a:lnTo>
                <a:lnTo>
                  <a:pt x="291141" y="1501097"/>
                </a:lnTo>
                <a:lnTo>
                  <a:pt x="291533" y="1501631"/>
                </a:lnTo>
                <a:lnTo>
                  <a:pt x="293757" y="1502920"/>
                </a:lnTo>
                <a:lnTo>
                  <a:pt x="294082" y="1502936"/>
                </a:lnTo>
                <a:lnTo>
                  <a:pt x="293092" y="1501471"/>
                </a:lnTo>
                <a:lnTo>
                  <a:pt x="292521" y="1501023"/>
                </a:lnTo>
                <a:close/>
                <a:moveTo>
                  <a:pt x="712264" y="539790"/>
                </a:moveTo>
                <a:lnTo>
                  <a:pt x="711666" y="541748"/>
                </a:lnTo>
                <a:lnTo>
                  <a:pt x="711762" y="541845"/>
                </a:lnTo>
                <a:lnTo>
                  <a:pt x="712580" y="539984"/>
                </a:lnTo>
                <a:close/>
                <a:moveTo>
                  <a:pt x="768414" y="414053"/>
                </a:moveTo>
                <a:lnTo>
                  <a:pt x="768712" y="414399"/>
                </a:lnTo>
                <a:lnTo>
                  <a:pt x="768759" y="414191"/>
                </a:lnTo>
                <a:close/>
                <a:moveTo>
                  <a:pt x="255530" y="1562389"/>
                </a:moveTo>
                <a:lnTo>
                  <a:pt x="257319" y="1563839"/>
                </a:lnTo>
                <a:lnTo>
                  <a:pt x="259107" y="1564218"/>
                </a:lnTo>
                <a:lnTo>
                  <a:pt x="259383" y="1563922"/>
                </a:lnTo>
                <a:lnTo>
                  <a:pt x="258294" y="1563573"/>
                </a:lnTo>
                <a:close/>
                <a:moveTo>
                  <a:pt x="790442" y="364598"/>
                </a:moveTo>
                <a:lnTo>
                  <a:pt x="790130" y="366589"/>
                </a:lnTo>
                <a:lnTo>
                  <a:pt x="794084" y="370013"/>
                </a:lnTo>
                <a:lnTo>
                  <a:pt x="794237" y="367980"/>
                </a:lnTo>
                <a:lnTo>
                  <a:pt x="793983" y="367575"/>
                </a:lnTo>
                <a:close/>
                <a:moveTo>
                  <a:pt x="734677" y="489345"/>
                </a:moveTo>
                <a:lnTo>
                  <a:pt x="735118" y="491583"/>
                </a:lnTo>
                <a:lnTo>
                  <a:pt x="735559" y="492212"/>
                </a:lnTo>
                <a:lnTo>
                  <a:pt x="736348" y="492597"/>
                </a:lnTo>
                <a:lnTo>
                  <a:pt x="737169" y="490969"/>
                </a:lnTo>
                <a:lnTo>
                  <a:pt x="737108" y="490906"/>
                </a:lnTo>
                <a:close/>
                <a:moveTo>
                  <a:pt x="712828" y="537941"/>
                </a:moveTo>
                <a:lnTo>
                  <a:pt x="712363" y="539464"/>
                </a:lnTo>
                <a:lnTo>
                  <a:pt x="712716" y="539674"/>
                </a:lnTo>
                <a:lnTo>
                  <a:pt x="713263" y="538431"/>
                </a:lnTo>
                <a:lnTo>
                  <a:pt x="713334" y="538215"/>
                </a:lnTo>
                <a:close/>
                <a:moveTo>
                  <a:pt x="727121" y="505386"/>
                </a:moveTo>
                <a:lnTo>
                  <a:pt x="727021" y="505787"/>
                </a:lnTo>
                <a:lnTo>
                  <a:pt x="727047" y="505804"/>
                </a:lnTo>
                <a:lnTo>
                  <a:pt x="727131" y="505439"/>
                </a:lnTo>
                <a:close/>
                <a:moveTo>
                  <a:pt x="715537" y="531085"/>
                </a:moveTo>
                <a:lnTo>
                  <a:pt x="715453" y="531752"/>
                </a:lnTo>
                <a:lnTo>
                  <a:pt x="715590" y="531332"/>
                </a:lnTo>
                <a:close/>
                <a:moveTo>
                  <a:pt x="713643" y="535271"/>
                </a:moveTo>
                <a:lnTo>
                  <a:pt x="713353" y="536222"/>
                </a:lnTo>
                <a:lnTo>
                  <a:pt x="713892" y="536512"/>
                </a:lnTo>
                <a:lnTo>
                  <a:pt x="714176" y="535647"/>
                </a:lnTo>
                <a:close/>
                <a:moveTo>
                  <a:pt x="286941" y="1490734"/>
                </a:moveTo>
                <a:lnTo>
                  <a:pt x="288167" y="1492485"/>
                </a:lnTo>
                <a:lnTo>
                  <a:pt x="288221" y="1492543"/>
                </a:lnTo>
                <a:lnTo>
                  <a:pt x="288463" y="1492614"/>
                </a:lnTo>
                <a:close/>
                <a:moveTo>
                  <a:pt x="790778" y="362455"/>
                </a:moveTo>
                <a:lnTo>
                  <a:pt x="790473" y="364407"/>
                </a:lnTo>
                <a:lnTo>
                  <a:pt x="793603" y="366967"/>
                </a:lnTo>
                <a:close/>
                <a:moveTo>
                  <a:pt x="770810" y="406777"/>
                </a:moveTo>
                <a:lnTo>
                  <a:pt x="770804" y="406806"/>
                </a:lnTo>
                <a:lnTo>
                  <a:pt x="773453" y="411376"/>
                </a:lnTo>
                <a:lnTo>
                  <a:pt x="773607" y="409485"/>
                </a:lnTo>
                <a:close/>
                <a:moveTo>
                  <a:pt x="752240" y="448246"/>
                </a:moveTo>
                <a:lnTo>
                  <a:pt x="752289" y="449379"/>
                </a:lnTo>
                <a:lnTo>
                  <a:pt x="753968" y="451616"/>
                </a:lnTo>
                <a:lnTo>
                  <a:pt x="753791" y="449171"/>
                </a:lnTo>
                <a:close/>
                <a:moveTo>
                  <a:pt x="734432" y="488104"/>
                </a:moveTo>
                <a:lnTo>
                  <a:pt x="734539" y="488648"/>
                </a:lnTo>
                <a:lnTo>
                  <a:pt x="735604" y="489332"/>
                </a:lnTo>
                <a:close/>
                <a:moveTo>
                  <a:pt x="263324" y="1542920"/>
                </a:moveTo>
                <a:lnTo>
                  <a:pt x="269820" y="1552760"/>
                </a:lnTo>
                <a:lnTo>
                  <a:pt x="273821" y="1548481"/>
                </a:lnTo>
                <a:lnTo>
                  <a:pt x="267231" y="1545059"/>
                </a:lnTo>
                <a:close/>
                <a:moveTo>
                  <a:pt x="238534" y="1598307"/>
                </a:moveTo>
                <a:lnTo>
                  <a:pt x="242855" y="1602276"/>
                </a:lnTo>
                <a:lnTo>
                  <a:pt x="246905" y="1605815"/>
                </a:lnTo>
                <a:lnTo>
                  <a:pt x="240525" y="1599061"/>
                </a:lnTo>
                <a:close/>
                <a:moveTo>
                  <a:pt x="711448" y="539290"/>
                </a:moveTo>
                <a:lnTo>
                  <a:pt x="711457" y="541539"/>
                </a:lnTo>
                <a:lnTo>
                  <a:pt x="711538" y="541620"/>
                </a:lnTo>
                <a:lnTo>
                  <a:pt x="712123" y="539703"/>
                </a:lnTo>
                <a:close/>
                <a:moveTo>
                  <a:pt x="798702" y="343864"/>
                </a:moveTo>
                <a:lnTo>
                  <a:pt x="797646" y="357892"/>
                </a:lnTo>
                <a:lnTo>
                  <a:pt x="806743" y="367270"/>
                </a:lnTo>
                <a:lnTo>
                  <a:pt x="805911" y="351034"/>
                </a:lnTo>
                <a:lnTo>
                  <a:pt x="805868" y="349886"/>
                </a:lnTo>
                <a:close/>
                <a:moveTo>
                  <a:pt x="788805" y="365700"/>
                </a:moveTo>
                <a:lnTo>
                  <a:pt x="789778" y="367124"/>
                </a:lnTo>
                <a:lnTo>
                  <a:pt x="789857" y="366611"/>
                </a:lnTo>
                <a:close/>
                <a:moveTo>
                  <a:pt x="771416" y="404056"/>
                </a:moveTo>
                <a:lnTo>
                  <a:pt x="771041" y="405740"/>
                </a:lnTo>
                <a:lnTo>
                  <a:pt x="773718" y="408131"/>
                </a:lnTo>
                <a:lnTo>
                  <a:pt x="773970" y="405031"/>
                </a:lnTo>
                <a:close/>
                <a:moveTo>
                  <a:pt x="729734" y="497041"/>
                </a:moveTo>
                <a:lnTo>
                  <a:pt x="728478" y="502430"/>
                </a:lnTo>
                <a:lnTo>
                  <a:pt x="729489" y="506166"/>
                </a:lnTo>
                <a:lnTo>
                  <a:pt x="731308" y="502565"/>
                </a:lnTo>
                <a:lnTo>
                  <a:pt x="729540" y="506356"/>
                </a:lnTo>
                <a:lnTo>
                  <a:pt x="729688" y="506902"/>
                </a:lnTo>
                <a:lnTo>
                  <a:pt x="732012" y="503739"/>
                </a:lnTo>
                <a:lnTo>
                  <a:pt x="731648" y="501896"/>
                </a:lnTo>
                <a:lnTo>
                  <a:pt x="731308" y="502565"/>
                </a:lnTo>
                <a:lnTo>
                  <a:pt x="731641" y="501856"/>
                </a:lnTo>
                <a:lnTo>
                  <a:pt x="730851" y="497854"/>
                </a:lnTo>
                <a:close/>
                <a:moveTo>
                  <a:pt x="752175" y="446762"/>
                </a:moveTo>
                <a:lnTo>
                  <a:pt x="752197" y="447259"/>
                </a:lnTo>
                <a:lnTo>
                  <a:pt x="752935" y="447699"/>
                </a:lnTo>
                <a:close/>
                <a:moveTo>
                  <a:pt x="689847" y="586290"/>
                </a:moveTo>
                <a:lnTo>
                  <a:pt x="689731" y="586830"/>
                </a:lnTo>
                <a:lnTo>
                  <a:pt x="690047" y="586359"/>
                </a:lnTo>
                <a:close/>
                <a:moveTo>
                  <a:pt x="246720" y="1578052"/>
                </a:moveTo>
                <a:lnTo>
                  <a:pt x="255425" y="1586049"/>
                </a:lnTo>
                <a:lnTo>
                  <a:pt x="280070" y="1593356"/>
                </a:lnTo>
                <a:lnTo>
                  <a:pt x="275365" y="1590551"/>
                </a:lnTo>
                <a:lnTo>
                  <a:pt x="264700" y="1583707"/>
                </a:lnTo>
                <a:lnTo>
                  <a:pt x="256205" y="1582025"/>
                </a:lnTo>
                <a:lnTo>
                  <a:pt x="256036" y="1581828"/>
                </a:lnTo>
                <a:lnTo>
                  <a:pt x="264331" y="1583470"/>
                </a:lnTo>
                <a:lnTo>
                  <a:pt x="251903" y="1575494"/>
                </a:lnTo>
                <a:lnTo>
                  <a:pt x="251830" y="1575283"/>
                </a:lnTo>
                <a:lnTo>
                  <a:pt x="264703" y="1583543"/>
                </a:lnTo>
                <a:lnTo>
                  <a:pt x="273666" y="1585318"/>
                </a:lnTo>
                <a:lnTo>
                  <a:pt x="275957" y="1585739"/>
                </a:lnTo>
                <a:lnTo>
                  <a:pt x="272845" y="1582883"/>
                </a:lnTo>
                <a:lnTo>
                  <a:pt x="250070" y="1574469"/>
                </a:lnTo>
                <a:close/>
                <a:moveTo>
                  <a:pt x="730061" y="495641"/>
                </a:moveTo>
                <a:lnTo>
                  <a:pt x="729939" y="496167"/>
                </a:lnTo>
                <a:lnTo>
                  <a:pt x="730616" y="496660"/>
                </a:lnTo>
                <a:lnTo>
                  <a:pt x="730476" y="495953"/>
                </a:lnTo>
                <a:close/>
                <a:moveTo>
                  <a:pt x="750712" y="449390"/>
                </a:moveTo>
                <a:lnTo>
                  <a:pt x="750341" y="458168"/>
                </a:lnTo>
                <a:lnTo>
                  <a:pt x="752117" y="459417"/>
                </a:lnTo>
                <a:lnTo>
                  <a:pt x="752302" y="458658"/>
                </a:lnTo>
                <a:lnTo>
                  <a:pt x="752289" y="458352"/>
                </a:lnTo>
                <a:lnTo>
                  <a:pt x="752074" y="451204"/>
                </a:lnTo>
                <a:close/>
                <a:moveTo>
                  <a:pt x="722120" y="513396"/>
                </a:moveTo>
                <a:lnTo>
                  <a:pt x="721537" y="515174"/>
                </a:lnTo>
                <a:lnTo>
                  <a:pt x="721549" y="516124"/>
                </a:lnTo>
                <a:lnTo>
                  <a:pt x="721772" y="516282"/>
                </a:lnTo>
                <a:lnTo>
                  <a:pt x="722313" y="513589"/>
                </a:lnTo>
                <a:close/>
                <a:moveTo>
                  <a:pt x="771885" y="401956"/>
                </a:moveTo>
                <a:lnTo>
                  <a:pt x="771491" y="403724"/>
                </a:lnTo>
                <a:lnTo>
                  <a:pt x="773999" y="404681"/>
                </a:lnTo>
                <a:lnTo>
                  <a:pt x="774043" y="404145"/>
                </a:lnTo>
                <a:close/>
                <a:moveTo>
                  <a:pt x="711440" y="537196"/>
                </a:moveTo>
                <a:lnTo>
                  <a:pt x="711447" y="538921"/>
                </a:lnTo>
                <a:lnTo>
                  <a:pt x="712221" y="539380"/>
                </a:lnTo>
                <a:lnTo>
                  <a:pt x="712684" y="537865"/>
                </a:lnTo>
                <a:close/>
                <a:moveTo>
                  <a:pt x="743960" y="464267"/>
                </a:moveTo>
                <a:lnTo>
                  <a:pt x="747860" y="469490"/>
                </a:lnTo>
                <a:lnTo>
                  <a:pt x="747973" y="466791"/>
                </a:lnTo>
                <a:lnTo>
                  <a:pt x="747139" y="465679"/>
                </a:lnTo>
                <a:close/>
                <a:moveTo>
                  <a:pt x="722715" y="511581"/>
                </a:moveTo>
                <a:lnTo>
                  <a:pt x="722183" y="513205"/>
                </a:lnTo>
                <a:lnTo>
                  <a:pt x="722354" y="513378"/>
                </a:lnTo>
                <a:close/>
                <a:moveTo>
                  <a:pt x="689339" y="586113"/>
                </a:moveTo>
                <a:lnTo>
                  <a:pt x="689401" y="586328"/>
                </a:lnTo>
                <a:lnTo>
                  <a:pt x="689438" y="586147"/>
                </a:lnTo>
                <a:close/>
                <a:moveTo>
                  <a:pt x="772189" y="400588"/>
                </a:moveTo>
                <a:lnTo>
                  <a:pt x="771984" y="401509"/>
                </a:lnTo>
                <a:lnTo>
                  <a:pt x="772388" y="401908"/>
                </a:lnTo>
                <a:lnTo>
                  <a:pt x="774084" y="403630"/>
                </a:lnTo>
                <a:lnTo>
                  <a:pt x="774121" y="403182"/>
                </a:lnTo>
                <a:close/>
                <a:moveTo>
                  <a:pt x="281734" y="1498807"/>
                </a:moveTo>
                <a:lnTo>
                  <a:pt x="282611" y="1500335"/>
                </a:lnTo>
                <a:lnTo>
                  <a:pt x="286636" y="1502567"/>
                </a:lnTo>
                <a:lnTo>
                  <a:pt x="288181" y="1502644"/>
                </a:lnTo>
                <a:close/>
                <a:moveTo>
                  <a:pt x="726591" y="502647"/>
                </a:moveTo>
                <a:lnTo>
                  <a:pt x="726338" y="503893"/>
                </a:lnTo>
                <a:lnTo>
                  <a:pt x="726636" y="502877"/>
                </a:lnTo>
                <a:close/>
                <a:moveTo>
                  <a:pt x="290874" y="1478061"/>
                </a:moveTo>
                <a:lnTo>
                  <a:pt x="294496" y="1484366"/>
                </a:lnTo>
                <a:lnTo>
                  <a:pt x="303679" y="1487088"/>
                </a:lnTo>
                <a:lnTo>
                  <a:pt x="301124" y="1485151"/>
                </a:lnTo>
                <a:close/>
                <a:moveTo>
                  <a:pt x="770589" y="403739"/>
                </a:moveTo>
                <a:lnTo>
                  <a:pt x="770516" y="405270"/>
                </a:lnTo>
                <a:lnTo>
                  <a:pt x="770707" y="405440"/>
                </a:lnTo>
                <a:lnTo>
                  <a:pt x="771047" y="403915"/>
                </a:lnTo>
                <a:close/>
                <a:moveTo>
                  <a:pt x="690610" y="582756"/>
                </a:moveTo>
                <a:lnTo>
                  <a:pt x="690071" y="585253"/>
                </a:lnTo>
                <a:lnTo>
                  <a:pt x="690669" y="585434"/>
                </a:lnTo>
                <a:lnTo>
                  <a:pt x="691575" y="584087"/>
                </a:lnTo>
                <a:lnTo>
                  <a:pt x="691799" y="583445"/>
                </a:lnTo>
                <a:close/>
                <a:moveTo>
                  <a:pt x="752082" y="444612"/>
                </a:moveTo>
                <a:lnTo>
                  <a:pt x="752160" y="446392"/>
                </a:lnTo>
                <a:lnTo>
                  <a:pt x="753484" y="448027"/>
                </a:lnTo>
                <a:lnTo>
                  <a:pt x="753717" y="448166"/>
                </a:lnTo>
                <a:lnTo>
                  <a:pt x="753540" y="445722"/>
                </a:lnTo>
                <a:close/>
                <a:moveTo>
                  <a:pt x="750796" y="447385"/>
                </a:moveTo>
                <a:lnTo>
                  <a:pt x="750796" y="447389"/>
                </a:lnTo>
                <a:lnTo>
                  <a:pt x="752007" y="449002"/>
                </a:lnTo>
                <a:lnTo>
                  <a:pt x="751979" y="448091"/>
                </a:lnTo>
                <a:close/>
                <a:moveTo>
                  <a:pt x="269849" y="1524229"/>
                </a:moveTo>
                <a:lnTo>
                  <a:pt x="274605" y="1527566"/>
                </a:lnTo>
                <a:lnTo>
                  <a:pt x="273169" y="1525456"/>
                </a:lnTo>
                <a:close/>
                <a:moveTo>
                  <a:pt x="721507" y="512780"/>
                </a:moveTo>
                <a:lnTo>
                  <a:pt x="721513" y="513271"/>
                </a:lnTo>
                <a:lnTo>
                  <a:pt x="721632" y="512907"/>
                </a:lnTo>
                <a:close/>
                <a:moveTo>
                  <a:pt x="264516" y="1535946"/>
                </a:moveTo>
                <a:lnTo>
                  <a:pt x="264837" y="1536061"/>
                </a:lnTo>
                <a:lnTo>
                  <a:pt x="266458" y="1536550"/>
                </a:lnTo>
                <a:lnTo>
                  <a:pt x="265944" y="1536256"/>
                </a:lnTo>
                <a:close/>
                <a:moveTo>
                  <a:pt x="691045" y="580744"/>
                </a:moveTo>
                <a:lnTo>
                  <a:pt x="690843" y="581675"/>
                </a:lnTo>
                <a:lnTo>
                  <a:pt x="692138" y="582427"/>
                </a:lnTo>
                <a:lnTo>
                  <a:pt x="692336" y="581191"/>
                </a:lnTo>
                <a:close/>
                <a:moveTo>
                  <a:pt x="755560" y="436231"/>
                </a:moveTo>
                <a:lnTo>
                  <a:pt x="755850" y="440213"/>
                </a:lnTo>
                <a:lnTo>
                  <a:pt x="757153" y="441258"/>
                </a:lnTo>
                <a:lnTo>
                  <a:pt x="757156" y="438103"/>
                </a:lnTo>
                <a:close/>
                <a:moveTo>
                  <a:pt x="713680" y="529942"/>
                </a:moveTo>
                <a:lnTo>
                  <a:pt x="715135" y="530522"/>
                </a:lnTo>
                <a:lnTo>
                  <a:pt x="715244" y="529742"/>
                </a:lnTo>
                <a:lnTo>
                  <a:pt x="714946" y="528374"/>
                </a:lnTo>
                <a:lnTo>
                  <a:pt x="714877" y="528313"/>
                </a:lnTo>
                <a:close/>
                <a:moveTo>
                  <a:pt x="799110" y="338439"/>
                </a:moveTo>
                <a:lnTo>
                  <a:pt x="798735" y="343426"/>
                </a:lnTo>
                <a:lnTo>
                  <a:pt x="805850" y="349405"/>
                </a:lnTo>
                <a:lnTo>
                  <a:pt x="805755" y="346896"/>
                </a:lnTo>
                <a:close/>
                <a:moveTo>
                  <a:pt x="713303" y="530455"/>
                </a:moveTo>
                <a:lnTo>
                  <a:pt x="714980" y="531636"/>
                </a:lnTo>
                <a:lnTo>
                  <a:pt x="715084" y="530889"/>
                </a:lnTo>
                <a:lnTo>
                  <a:pt x="713461" y="530241"/>
                </a:lnTo>
                <a:close/>
                <a:moveTo>
                  <a:pt x="689200" y="584187"/>
                </a:moveTo>
                <a:lnTo>
                  <a:pt x="689251" y="585004"/>
                </a:lnTo>
                <a:lnTo>
                  <a:pt x="689650" y="585125"/>
                </a:lnTo>
                <a:lnTo>
                  <a:pt x="689657" y="585094"/>
                </a:lnTo>
                <a:close/>
                <a:moveTo>
                  <a:pt x="318729" y="1413332"/>
                </a:moveTo>
                <a:lnTo>
                  <a:pt x="319409" y="1414128"/>
                </a:lnTo>
                <a:lnTo>
                  <a:pt x="321609" y="1415594"/>
                </a:lnTo>
                <a:lnTo>
                  <a:pt x="321248" y="1414333"/>
                </a:lnTo>
                <a:close/>
                <a:moveTo>
                  <a:pt x="792319" y="352800"/>
                </a:moveTo>
                <a:lnTo>
                  <a:pt x="791938" y="355041"/>
                </a:lnTo>
                <a:lnTo>
                  <a:pt x="791077" y="360544"/>
                </a:lnTo>
                <a:lnTo>
                  <a:pt x="794397" y="365847"/>
                </a:lnTo>
                <a:lnTo>
                  <a:pt x="795004" y="357791"/>
                </a:lnTo>
                <a:lnTo>
                  <a:pt x="794917" y="355478"/>
                </a:lnTo>
                <a:close/>
                <a:moveTo>
                  <a:pt x="271650" y="1518532"/>
                </a:moveTo>
                <a:lnTo>
                  <a:pt x="279025" y="1526453"/>
                </a:lnTo>
                <a:lnTo>
                  <a:pt x="279222" y="1526551"/>
                </a:lnTo>
                <a:lnTo>
                  <a:pt x="275190" y="1521404"/>
                </a:lnTo>
                <a:close/>
                <a:moveTo>
                  <a:pt x="711426" y="533711"/>
                </a:moveTo>
                <a:lnTo>
                  <a:pt x="711432" y="535188"/>
                </a:lnTo>
                <a:lnTo>
                  <a:pt x="713208" y="536144"/>
                </a:lnTo>
                <a:lnTo>
                  <a:pt x="713504" y="535174"/>
                </a:lnTo>
                <a:close/>
                <a:moveTo>
                  <a:pt x="799511" y="336441"/>
                </a:moveTo>
                <a:lnTo>
                  <a:pt x="805656" y="344262"/>
                </a:lnTo>
                <a:lnTo>
                  <a:pt x="805567" y="341911"/>
                </a:lnTo>
                <a:close/>
                <a:moveTo>
                  <a:pt x="770729" y="400783"/>
                </a:moveTo>
                <a:lnTo>
                  <a:pt x="770606" y="403386"/>
                </a:lnTo>
                <a:lnTo>
                  <a:pt x="771121" y="403582"/>
                </a:lnTo>
                <a:lnTo>
                  <a:pt x="771557" y="401623"/>
                </a:lnTo>
                <a:close/>
                <a:moveTo>
                  <a:pt x="750890" y="445176"/>
                </a:moveTo>
                <a:lnTo>
                  <a:pt x="750836" y="446447"/>
                </a:lnTo>
                <a:lnTo>
                  <a:pt x="751950" y="447112"/>
                </a:lnTo>
                <a:lnTo>
                  <a:pt x="751930" y="446460"/>
                </a:lnTo>
                <a:close/>
                <a:moveTo>
                  <a:pt x="691755" y="577450"/>
                </a:moveTo>
                <a:lnTo>
                  <a:pt x="691220" y="579930"/>
                </a:lnTo>
                <a:lnTo>
                  <a:pt x="692474" y="580321"/>
                </a:lnTo>
                <a:lnTo>
                  <a:pt x="692906" y="577610"/>
                </a:lnTo>
                <a:close/>
                <a:moveTo>
                  <a:pt x="251545" y="1562930"/>
                </a:moveTo>
                <a:lnTo>
                  <a:pt x="256263" y="1567259"/>
                </a:lnTo>
                <a:lnTo>
                  <a:pt x="258253" y="1565131"/>
                </a:lnTo>
                <a:lnTo>
                  <a:pt x="257107" y="1564202"/>
                </a:lnTo>
                <a:close/>
                <a:moveTo>
                  <a:pt x="242761" y="1582294"/>
                </a:moveTo>
                <a:lnTo>
                  <a:pt x="253959" y="1585614"/>
                </a:lnTo>
                <a:lnTo>
                  <a:pt x="246262" y="1578543"/>
                </a:lnTo>
                <a:lnTo>
                  <a:pt x="242996" y="1582036"/>
                </a:lnTo>
                <a:close/>
                <a:moveTo>
                  <a:pt x="691981" y="576403"/>
                </a:moveTo>
                <a:lnTo>
                  <a:pt x="691900" y="576778"/>
                </a:lnTo>
                <a:lnTo>
                  <a:pt x="692435" y="576850"/>
                </a:lnTo>
                <a:close/>
                <a:moveTo>
                  <a:pt x="727984" y="495768"/>
                </a:moveTo>
                <a:lnTo>
                  <a:pt x="727423" y="498537"/>
                </a:lnTo>
                <a:lnTo>
                  <a:pt x="727655" y="499391"/>
                </a:lnTo>
                <a:lnTo>
                  <a:pt x="728586" y="496206"/>
                </a:lnTo>
                <a:close/>
                <a:moveTo>
                  <a:pt x="692029" y="576184"/>
                </a:moveTo>
                <a:lnTo>
                  <a:pt x="692025" y="576200"/>
                </a:lnTo>
                <a:lnTo>
                  <a:pt x="692724" y="576891"/>
                </a:lnTo>
                <a:lnTo>
                  <a:pt x="692893" y="576914"/>
                </a:lnTo>
                <a:close/>
                <a:moveTo>
                  <a:pt x="272651" y="1515069"/>
                </a:moveTo>
                <a:lnTo>
                  <a:pt x="281060" y="1524774"/>
                </a:lnTo>
                <a:lnTo>
                  <a:pt x="286141" y="1528568"/>
                </a:lnTo>
                <a:lnTo>
                  <a:pt x="287283" y="1528898"/>
                </a:lnTo>
                <a:lnTo>
                  <a:pt x="278429" y="1518178"/>
                </a:lnTo>
                <a:close/>
                <a:moveTo>
                  <a:pt x="286826" y="1483263"/>
                </a:moveTo>
                <a:lnTo>
                  <a:pt x="287572" y="1484381"/>
                </a:lnTo>
                <a:lnTo>
                  <a:pt x="286952" y="1483302"/>
                </a:lnTo>
                <a:close/>
                <a:moveTo>
                  <a:pt x="712566" y="529883"/>
                </a:moveTo>
                <a:lnTo>
                  <a:pt x="712549" y="529926"/>
                </a:lnTo>
                <a:lnTo>
                  <a:pt x="712692" y="530026"/>
                </a:lnTo>
                <a:lnTo>
                  <a:pt x="712745" y="529954"/>
                </a:lnTo>
                <a:close/>
                <a:moveTo>
                  <a:pt x="687704" y="585545"/>
                </a:moveTo>
                <a:lnTo>
                  <a:pt x="687797" y="586580"/>
                </a:lnTo>
                <a:lnTo>
                  <a:pt x="688160" y="589165"/>
                </a:lnTo>
                <a:lnTo>
                  <a:pt x="689084" y="587792"/>
                </a:lnTo>
                <a:lnTo>
                  <a:pt x="688971" y="585986"/>
                </a:lnTo>
                <a:close/>
                <a:moveTo>
                  <a:pt x="267429" y="1526622"/>
                </a:moveTo>
                <a:lnTo>
                  <a:pt x="271916" y="1532253"/>
                </a:lnTo>
                <a:lnTo>
                  <a:pt x="279270" y="1534418"/>
                </a:lnTo>
                <a:lnTo>
                  <a:pt x="278123" y="1532734"/>
                </a:lnTo>
                <a:close/>
                <a:moveTo>
                  <a:pt x="728361" y="494361"/>
                </a:moveTo>
                <a:lnTo>
                  <a:pt x="728186" y="494893"/>
                </a:lnTo>
                <a:lnTo>
                  <a:pt x="728833" y="495363"/>
                </a:lnTo>
                <a:lnTo>
                  <a:pt x="728988" y="494833"/>
                </a:lnTo>
                <a:close/>
                <a:moveTo>
                  <a:pt x="238425" y="1591397"/>
                </a:moveTo>
                <a:lnTo>
                  <a:pt x="240619" y="1593720"/>
                </a:lnTo>
                <a:lnTo>
                  <a:pt x="243974" y="1595358"/>
                </a:lnTo>
                <a:lnTo>
                  <a:pt x="241976" y="1592331"/>
                </a:lnTo>
                <a:lnTo>
                  <a:pt x="241401" y="1592043"/>
                </a:lnTo>
                <a:close/>
                <a:moveTo>
                  <a:pt x="750950" y="443752"/>
                </a:moveTo>
                <a:lnTo>
                  <a:pt x="750904" y="444843"/>
                </a:lnTo>
                <a:lnTo>
                  <a:pt x="751920" y="446096"/>
                </a:lnTo>
                <a:lnTo>
                  <a:pt x="751870" y="444452"/>
                </a:lnTo>
                <a:close/>
                <a:moveTo>
                  <a:pt x="692257" y="575125"/>
                </a:moveTo>
                <a:lnTo>
                  <a:pt x="692098" y="575864"/>
                </a:lnTo>
                <a:lnTo>
                  <a:pt x="693058" y="576652"/>
                </a:lnTo>
                <a:lnTo>
                  <a:pt x="693143" y="576119"/>
                </a:lnTo>
                <a:close/>
                <a:moveTo>
                  <a:pt x="713627" y="527199"/>
                </a:moveTo>
                <a:lnTo>
                  <a:pt x="712698" y="529549"/>
                </a:lnTo>
                <a:lnTo>
                  <a:pt x="712964" y="529656"/>
                </a:lnTo>
                <a:lnTo>
                  <a:pt x="714318" y="527815"/>
                </a:lnTo>
                <a:close/>
                <a:moveTo>
                  <a:pt x="721466" y="509639"/>
                </a:moveTo>
                <a:lnTo>
                  <a:pt x="721503" y="512524"/>
                </a:lnTo>
                <a:lnTo>
                  <a:pt x="721695" y="512717"/>
                </a:lnTo>
                <a:lnTo>
                  <a:pt x="722532" y="510162"/>
                </a:lnTo>
                <a:close/>
                <a:moveTo>
                  <a:pt x="320978" y="1406305"/>
                </a:moveTo>
                <a:lnTo>
                  <a:pt x="321959" y="1409178"/>
                </a:lnTo>
                <a:lnTo>
                  <a:pt x="323576" y="1409820"/>
                </a:lnTo>
                <a:lnTo>
                  <a:pt x="321704" y="1406855"/>
                </a:lnTo>
                <a:close/>
                <a:moveTo>
                  <a:pt x="300995" y="1450980"/>
                </a:moveTo>
                <a:lnTo>
                  <a:pt x="301548" y="1452142"/>
                </a:lnTo>
                <a:lnTo>
                  <a:pt x="305665" y="1455055"/>
                </a:lnTo>
                <a:lnTo>
                  <a:pt x="306788" y="1455518"/>
                </a:lnTo>
                <a:lnTo>
                  <a:pt x="306479" y="1454870"/>
                </a:lnTo>
                <a:lnTo>
                  <a:pt x="305165" y="1453791"/>
                </a:lnTo>
                <a:lnTo>
                  <a:pt x="305099" y="1453490"/>
                </a:lnTo>
                <a:close/>
                <a:moveTo>
                  <a:pt x="714312" y="525466"/>
                </a:moveTo>
                <a:lnTo>
                  <a:pt x="713684" y="527054"/>
                </a:lnTo>
                <a:lnTo>
                  <a:pt x="714404" y="527697"/>
                </a:lnTo>
                <a:lnTo>
                  <a:pt x="714708" y="527284"/>
                </a:lnTo>
                <a:close/>
                <a:moveTo>
                  <a:pt x="775744" y="387828"/>
                </a:moveTo>
                <a:lnTo>
                  <a:pt x="774502" y="403074"/>
                </a:lnTo>
                <a:lnTo>
                  <a:pt x="776374" y="405588"/>
                </a:lnTo>
                <a:lnTo>
                  <a:pt x="780807" y="407280"/>
                </a:lnTo>
                <a:lnTo>
                  <a:pt x="781194" y="405344"/>
                </a:lnTo>
                <a:lnTo>
                  <a:pt x="777029" y="399507"/>
                </a:lnTo>
                <a:lnTo>
                  <a:pt x="777299" y="399585"/>
                </a:lnTo>
                <a:lnTo>
                  <a:pt x="781243" y="405113"/>
                </a:lnTo>
                <a:lnTo>
                  <a:pt x="783247" y="395775"/>
                </a:lnTo>
                <a:close/>
                <a:moveTo>
                  <a:pt x="770825" y="398758"/>
                </a:moveTo>
                <a:lnTo>
                  <a:pt x="770752" y="400292"/>
                </a:lnTo>
                <a:lnTo>
                  <a:pt x="771655" y="401184"/>
                </a:lnTo>
                <a:lnTo>
                  <a:pt x="771880" y="400174"/>
                </a:lnTo>
                <a:close/>
                <a:moveTo>
                  <a:pt x="689054" y="581852"/>
                </a:moveTo>
                <a:lnTo>
                  <a:pt x="689164" y="583615"/>
                </a:lnTo>
                <a:lnTo>
                  <a:pt x="689731" y="584739"/>
                </a:lnTo>
                <a:lnTo>
                  <a:pt x="690194" y="582513"/>
                </a:lnTo>
                <a:close/>
                <a:moveTo>
                  <a:pt x="205837" y="1663791"/>
                </a:moveTo>
                <a:lnTo>
                  <a:pt x="220972" y="1677689"/>
                </a:lnTo>
                <a:lnTo>
                  <a:pt x="250716" y="1688879"/>
                </a:lnTo>
                <a:lnTo>
                  <a:pt x="251691" y="1686689"/>
                </a:lnTo>
                <a:lnTo>
                  <a:pt x="234804" y="1678439"/>
                </a:lnTo>
                <a:close/>
                <a:moveTo>
                  <a:pt x="241666" y="1583498"/>
                </a:moveTo>
                <a:lnTo>
                  <a:pt x="245004" y="1588555"/>
                </a:lnTo>
                <a:lnTo>
                  <a:pt x="255123" y="1591225"/>
                </a:lnTo>
                <a:lnTo>
                  <a:pt x="254522" y="1590828"/>
                </a:lnTo>
                <a:lnTo>
                  <a:pt x="254431" y="1590556"/>
                </a:lnTo>
                <a:lnTo>
                  <a:pt x="255654" y="1591365"/>
                </a:lnTo>
                <a:lnTo>
                  <a:pt x="259306" y="1592329"/>
                </a:lnTo>
                <a:lnTo>
                  <a:pt x="261998" y="1592999"/>
                </a:lnTo>
                <a:lnTo>
                  <a:pt x="256537" y="1587983"/>
                </a:lnTo>
                <a:lnTo>
                  <a:pt x="241741" y="1583416"/>
                </a:lnTo>
                <a:close/>
                <a:moveTo>
                  <a:pt x="751938" y="440857"/>
                </a:moveTo>
                <a:lnTo>
                  <a:pt x="751960" y="441583"/>
                </a:lnTo>
                <a:lnTo>
                  <a:pt x="753303" y="442458"/>
                </a:lnTo>
                <a:lnTo>
                  <a:pt x="753249" y="441711"/>
                </a:lnTo>
                <a:close/>
                <a:moveTo>
                  <a:pt x="292482" y="1469639"/>
                </a:moveTo>
                <a:lnTo>
                  <a:pt x="293838" y="1470771"/>
                </a:lnTo>
                <a:lnTo>
                  <a:pt x="296393" y="1472188"/>
                </a:lnTo>
                <a:lnTo>
                  <a:pt x="297334" y="1472526"/>
                </a:lnTo>
                <a:close/>
                <a:moveTo>
                  <a:pt x="282773" y="1491265"/>
                </a:moveTo>
                <a:lnTo>
                  <a:pt x="285334" y="1495028"/>
                </a:lnTo>
                <a:lnTo>
                  <a:pt x="292574" y="1500704"/>
                </a:lnTo>
                <a:lnTo>
                  <a:pt x="287736" y="1493542"/>
                </a:lnTo>
                <a:lnTo>
                  <a:pt x="284867" y="1491902"/>
                </a:lnTo>
                <a:lnTo>
                  <a:pt x="284121" y="1491682"/>
                </a:lnTo>
                <a:close/>
                <a:moveTo>
                  <a:pt x="729422" y="491126"/>
                </a:moveTo>
                <a:lnTo>
                  <a:pt x="728657" y="493459"/>
                </a:lnTo>
                <a:lnTo>
                  <a:pt x="729257" y="493911"/>
                </a:lnTo>
                <a:lnTo>
                  <a:pt x="729745" y="492247"/>
                </a:lnTo>
                <a:lnTo>
                  <a:pt x="729549" y="491259"/>
                </a:lnTo>
                <a:close/>
                <a:moveTo>
                  <a:pt x="758108" y="426850"/>
                </a:moveTo>
                <a:lnTo>
                  <a:pt x="758102" y="436356"/>
                </a:lnTo>
                <a:lnTo>
                  <a:pt x="762675" y="441722"/>
                </a:lnTo>
                <a:lnTo>
                  <a:pt x="762681" y="441711"/>
                </a:lnTo>
                <a:lnTo>
                  <a:pt x="762896" y="440518"/>
                </a:lnTo>
                <a:lnTo>
                  <a:pt x="765026" y="430955"/>
                </a:lnTo>
                <a:close/>
                <a:moveTo>
                  <a:pt x="308188" y="1434183"/>
                </a:moveTo>
                <a:lnTo>
                  <a:pt x="316279" y="1445855"/>
                </a:lnTo>
                <a:lnTo>
                  <a:pt x="316369" y="1445913"/>
                </a:lnTo>
                <a:lnTo>
                  <a:pt x="318721" y="1446713"/>
                </a:lnTo>
                <a:lnTo>
                  <a:pt x="314865" y="1440885"/>
                </a:lnTo>
                <a:lnTo>
                  <a:pt x="308923" y="1434527"/>
                </a:lnTo>
                <a:close/>
                <a:moveTo>
                  <a:pt x="768580" y="402972"/>
                </a:moveTo>
                <a:lnTo>
                  <a:pt x="769262" y="404149"/>
                </a:lnTo>
                <a:lnTo>
                  <a:pt x="770222" y="405007"/>
                </a:lnTo>
                <a:lnTo>
                  <a:pt x="770306" y="403631"/>
                </a:lnTo>
                <a:close/>
                <a:moveTo>
                  <a:pt x="289991" y="1474446"/>
                </a:moveTo>
                <a:lnTo>
                  <a:pt x="301814" y="1483394"/>
                </a:lnTo>
                <a:lnTo>
                  <a:pt x="303476" y="1484423"/>
                </a:lnTo>
                <a:lnTo>
                  <a:pt x="296311" y="1476828"/>
                </a:lnTo>
                <a:lnTo>
                  <a:pt x="295953" y="1476636"/>
                </a:lnTo>
                <a:close/>
                <a:moveTo>
                  <a:pt x="188336" y="1701812"/>
                </a:moveTo>
                <a:lnTo>
                  <a:pt x="207084" y="1718580"/>
                </a:lnTo>
                <a:lnTo>
                  <a:pt x="236159" y="1729804"/>
                </a:lnTo>
                <a:lnTo>
                  <a:pt x="240573" y="1731306"/>
                </a:lnTo>
                <a:lnTo>
                  <a:pt x="226795" y="1722323"/>
                </a:lnTo>
                <a:lnTo>
                  <a:pt x="212694" y="1719532"/>
                </a:lnTo>
                <a:lnTo>
                  <a:pt x="212466" y="1719266"/>
                </a:lnTo>
                <a:lnTo>
                  <a:pt x="226309" y="1722006"/>
                </a:lnTo>
                <a:lnTo>
                  <a:pt x="212541" y="1713030"/>
                </a:lnTo>
                <a:lnTo>
                  <a:pt x="197112" y="1702673"/>
                </a:lnTo>
                <a:close/>
                <a:moveTo>
                  <a:pt x="719946" y="511213"/>
                </a:moveTo>
                <a:lnTo>
                  <a:pt x="719779" y="511636"/>
                </a:lnTo>
                <a:lnTo>
                  <a:pt x="720488" y="513505"/>
                </a:lnTo>
                <a:lnTo>
                  <a:pt x="720465" y="511734"/>
                </a:lnTo>
                <a:close/>
                <a:moveTo>
                  <a:pt x="720442" y="509958"/>
                </a:moveTo>
                <a:lnTo>
                  <a:pt x="720018" y="511032"/>
                </a:lnTo>
                <a:lnTo>
                  <a:pt x="720462" y="511477"/>
                </a:lnTo>
                <a:close/>
                <a:moveTo>
                  <a:pt x="323098" y="1399667"/>
                </a:moveTo>
                <a:lnTo>
                  <a:pt x="323601" y="1400545"/>
                </a:lnTo>
                <a:lnTo>
                  <a:pt x="324375" y="1400850"/>
                </a:lnTo>
                <a:lnTo>
                  <a:pt x="324276" y="1400506"/>
                </a:lnTo>
                <a:close/>
                <a:moveTo>
                  <a:pt x="267698" y="1523641"/>
                </a:moveTo>
                <a:lnTo>
                  <a:pt x="274979" y="1529474"/>
                </a:lnTo>
                <a:lnTo>
                  <a:pt x="276947" y="1531007"/>
                </a:lnTo>
                <a:lnTo>
                  <a:pt x="275805" y="1529329"/>
                </a:lnTo>
                <a:close/>
                <a:moveTo>
                  <a:pt x="294322" y="1463964"/>
                </a:moveTo>
                <a:lnTo>
                  <a:pt x="299173" y="1471238"/>
                </a:lnTo>
                <a:lnTo>
                  <a:pt x="307997" y="1476354"/>
                </a:lnTo>
                <a:lnTo>
                  <a:pt x="308711" y="1476610"/>
                </a:lnTo>
                <a:lnTo>
                  <a:pt x="298805" y="1465864"/>
                </a:lnTo>
                <a:close/>
                <a:moveTo>
                  <a:pt x="775167" y="387216"/>
                </a:moveTo>
                <a:lnTo>
                  <a:pt x="772295" y="400111"/>
                </a:lnTo>
                <a:lnTo>
                  <a:pt x="774167" y="402624"/>
                </a:lnTo>
                <a:lnTo>
                  <a:pt x="775401" y="387464"/>
                </a:lnTo>
                <a:close/>
                <a:moveTo>
                  <a:pt x="264656" y="1530294"/>
                </a:moveTo>
                <a:lnTo>
                  <a:pt x="270886" y="1535574"/>
                </a:lnTo>
                <a:lnTo>
                  <a:pt x="267979" y="1531321"/>
                </a:lnTo>
                <a:close/>
                <a:moveTo>
                  <a:pt x="733940" y="479450"/>
                </a:moveTo>
                <a:lnTo>
                  <a:pt x="733430" y="481193"/>
                </a:lnTo>
                <a:lnTo>
                  <a:pt x="733233" y="482037"/>
                </a:lnTo>
                <a:lnTo>
                  <a:pt x="733457" y="483171"/>
                </a:lnTo>
                <a:lnTo>
                  <a:pt x="738462" y="488410"/>
                </a:lnTo>
                <a:lnTo>
                  <a:pt x="739174" y="486998"/>
                </a:lnTo>
                <a:close/>
                <a:moveTo>
                  <a:pt x="721694" y="506792"/>
                </a:moveTo>
                <a:lnTo>
                  <a:pt x="721439" y="507438"/>
                </a:lnTo>
                <a:lnTo>
                  <a:pt x="721463" y="509389"/>
                </a:lnTo>
                <a:lnTo>
                  <a:pt x="722602" y="509948"/>
                </a:lnTo>
                <a:lnTo>
                  <a:pt x="723114" y="508386"/>
                </a:lnTo>
                <a:close/>
                <a:moveTo>
                  <a:pt x="751886" y="439132"/>
                </a:moveTo>
                <a:lnTo>
                  <a:pt x="751904" y="439706"/>
                </a:lnTo>
                <a:lnTo>
                  <a:pt x="753162" y="440527"/>
                </a:lnTo>
                <a:lnTo>
                  <a:pt x="753146" y="440302"/>
                </a:lnTo>
                <a:close/>
                <a:moveTo>
                  <a:pt x="320533" y="1405003"/>
                </a:moveTo>
                <a:lnTo>
                  <a:pt x="320859" y="1405955"/>
                </a:lnTo>
                <a:lnTo>
                  <a:pt x="321388" y="1406356"/>
                </a:lnTo>
                <a:close/>
                <a:moveTo>
                  <a:pt x="688940" y="580013"/>
                </a:moveTo>
                <a:lnTo>
                  <a:pt x="688976" y="580591"/>
                </a:lnTo>
                <a:lnTo>
                  <a:pt x="690419" y="581429"/>
                </a:lnTo>
                <a:lnTo>
                  <a:pt x="690594" y="580588"/>
                </a:lnTo>
                <a:close/>
                <a:moveTo>
                  <a:pt x="734309" y="478188"/>
                </a:moveTo>
                <a:lnTo>
                  <a:pt x="734044" y="479093"/>
                </a:lnTo>
                <a:lnTo>
                  <a:pt x="739322" y="486705"/>
                </a:lnTo>
                <a:lnTo>
                  <a:pt x="740080" y="485205"/>
                </a:lnTo>
                <a:lnTo>
                  <a:pt x="738608" y="481317"/>
                </a:lnTo>
                <a:close/>
                <a:moveTo>
                  <a:pt x="307665" y="1433427"/>
                </a:moveTo>
                <a:lnTo>
                  <a:pt x="308000" y="1433911"/>
                </a:lnTo>
                <a:lnTo>
                  <a:pt x="308617" y="1434199"/>
                </a:lnTo>
                <a:lnTo>
                  <a:pt x="308297" y="1433857"/>
                </a:lnTo>
                <a:close/>
                <a:moveTo>
                  <a:pt x="739727" y="465920"/>
                </a:moveTo>
                <a:lnTo>
                  <a:pt x="740693" y="472398"/>
                </a:lnTo>
                <a:lnTo>
                  <a:pt x="743412" y="477106"/>
                </a:lnTo>
                <a:lnTo>
                  <a:pt x="743738" y="477967"/>
                </a:lnTo>
                <a:lnTo>
                  <a:pt x="747417" y="470687"/>
                </a:lnTo>
                <a:lnTo>
                  <a:pt x="747231" y="470396"/>
                </a:lnTo>
                <a:close/>
                <a:moveTo>
                  <a:pt x="723796" y="501473"/>
                </a:moveTo>
                <a:lnTo>
                  <a:pt x="723089" y="503262"/>
                </a:lnTo>
                <a:lnTo>
                  <a:pt x="724028" y="503865"/>
                </a:lnTo>
                <a:close/>
                <a:moveTo>
                  <a:pt x="751095" y="440309"/>
                </a:moveTo>
                <a:lnTo>
                  <a:pt x="751066" y="441002"/>
                </a:lnTo>
                <a:lnTo>
                  <a:pt x="751780" y="441467"/>
                </a:lnTo>
                <a:lnTo>
                  <a:pt x="751759" y="440741"/>
                </a:lnTo>
                <a:close/>
                <a:moveTo>
                  <a:pt x="282147" y="1490347"/>
                </a:moveTo>
                <a:lnTo>
                  <a:pt x="282495" y="1490857"/>
                </a:lnTo>
                <a:lnTo>
                  <a:pt x="283622" y="1491190"/>
                </a:lnTo>
                <a:close/>
                <a:moveTo>
                  <a:pt x="775568" y="385412"/>
                </a:moveTo>
                <a:lnTo>
                  <a:pt x="775261" y="386792"/>
                </a:lnTo>
                <a:lnTo>
                  <a:pt x="775440" y="386982"/>
                </a:lnTo>
                <a:close/>
                <a:moveTo>
                  <a:pt x="699060" y="556709"/>
                </a:moveTo>
                <a:lnTo>
                  <a:pt x="699075" y="556998"/>
                </a:lnTo>
                <a:lnTo>
                  <a:pt x="699207" y="557353"/>
                </a:lnTo>
                <a:lnTo>
                  <a:pt x="699246" y="556874"/>
                </a:lnTo>
                <a:close/>
                <a:moveTo>
                  <a:pt x="303642" y="1441965"/>
                </a:moveTo>
                <a:lnTo>
                  <a:pt x="304181" y="1443096"/>
                </a:lnTo>
                <a:lnTo>
                  <a:pt x="312965" y="1446286"/>
                </a:lnTo>
                <a:lnTo>
                  <a:pt x="312282" y="1445300"/>
                </a:lnTo>
                <a:close/>
                <a:moveTo>
                  <a:pt x="311008" y="1425304"/>
                </a:moveTo>
                <a:lnTo>
                  <a:pt x="312016" y="1426829"/>
                </a:lnTo>
                <a:lnTo>
                  <a:pt x="312383" y="1426963"/>
                </a:lnTo>
                <a:lnTo>
                  <a:pt x="311968" y="1426227"/>
                </a:lnTo>
                <a:close/>
                <a:moveTo>
                  <a:pt x="725519" y="497115"/>
                </a:moveTo>
                <a:lnTo>
                  <a:pt x="723901" y="501207"/>
                </a:lnTo>
                <a:lnTo>
                  <a:pt x="724167" y="503955"/>
                </a:lnTo>
                <a:lnTo>
                  <a:pt x="724235" y="503998"/>
                </a:lnTo>
                <a:lnTo>
                  <a:pt x="725566" y="497359"/>
                </a:lnTo>
                <a:close/>
                <a:moveTo>
                  <a:pt x="687953" y="581213"/>
                </a:moveTo>
                <a:lnTo>
                  <a:pt x="688776" y="582844"/>
                </a:lnTo>
                <a:lnTo>
                  <a:pt x="688701" y="581648"/>
                </a:lnTo>
                <a:close/>
                <a:moveTo>
                  <a:pt x="300379" y="1448852"/>
                </a:moveTo>
                <a:lnTo>
                  <a:pt x="304105" y="1451130"/>
                </a:lnTo>
                <a:lnTo>
                  <a:pt x="303378" y="1450217"/>
                </a:lnTo>
                <a:close/>
                <a:moveTo>
                  <a:pt x="758110" y="423816"/>
                </a:moveTo>
                <a:lnTo>
                  <a:pt x="758108" y="426563"/>
                </a:lnTo>
                <a:lnTo>
                  <a:pt x="765067" y="430772"/>
                </a:lnTo>
                <a:lnTo>
                  <a:pt x="765309" y="429689"/>
                </a:lnTo>
                <a:lnTo>
                  <a:pt x="763163" y="425834"/>
                </a:lnTo>
                <a:close/>
                <a:moveTo>
                  <a:pt x="271389" y="1513613"/>
                </a:moveTo>
                <a:lnTo>
                  <a:pt x="272009" y="1514329"/>
                </a:lnTo>
                <a:lnTo>
                  <a:pt x="277696" y="1517289"/>
                </a:lnTo>
                <a:lnTo>
                  <a:pt x="275513" y="1514645"/>
                </a:lnTo>
                <a:close/>
                <a:moveTo>
                  <a:pt x="310878" y="1424784"/>
                </a:moveTo>
                <a:lnTo>
                  <a:pt x="311480" y="1425362"/>
                </a:lnTo>
                <a:lnTo>
                  <a:pt x="311301" y="1425044"/>
                </a:lnTo>
                <a:close/>
                <a:moveTo>
                  <a:pt x="238358" y="1587136"/>
                </a:moveTo>
                <a:lnTo>
                  <a:pt x="238721" y="1587264"/>
                </a:lnTo>
                <a:lnTo>
                  <a:pt x="238684" y="1587200"/>
                </a:lnTo>
                <a:lnTo>
                  <a:pt x="238374" y="1587118"/>
                </a:lnTo>
                <a:close/>
                <a:moveTo>
                  <a:pt x="735666" y="473550"/>
                </a:moveTo>
                <a:lnTo>
                  <a:pt x="734493" y="477560"/>
                </a:lnTo>
                <a:lnTo>
                  <a:pt x="738209" y="480263"/>
                </a:lnTo>
                <a:close/>
                <a:moveTo>
                  <a:pt x="685792" y="584880"/>
                </a:moveTo>
                <a:lnTo>
                  <a:pt x="685823" y="586088"/>
                </a:lnTo>
                <a:lnTo>
                  <a:pt x="686248" y="587236"/>
                </a:lnTo>
                <a:lnTo>
                  <a:pt x="686412" y="587526"/>
                </a:lnTo>
                <a:lnTo>
                  <a:pt x="686188" y="585018"/>
                </a:lnTo>
                <a:close/>
                <a:moveTo>
                  <a:pt x="751172" y="438469"/>
                </a:moveTo>
                <a:lnTo>
                  <a:pt x="751142" y="439210"/>
                </a:lnTo>
                <a:lnTo>
                  <a:pt x="751723" y="439590"/>
                </a:lnTo>
                <a:lnTo>
                  <a:pt x="751705" y="438964"/>
                </a:lnTo>
                <a:close/>
                <a:moveTo>
                  <a:pt x="297635" y="1453961"/>
                </a:moveTo>
                <a:lnTo>
                  <a:pt x="298543" y="1455150"/>
                </a:lnTo>
                <a:lnTo>
                  <a:pt x="298144" y="1454313"/>
                </a:lnTo>
                <a:close/>
                <a:moveTo>
                  <a:pt x="751817" y="436857"/>
                </a:moveTo>
                <a:lnTo>
                  <a:pt x="751822" y="436986"/>
                </a:lnTo>
                <a:lnTo>
                  <a:pt x="752141" y="437242"/>
                </a:lnTo>
                <a:close/>
                <a:moveTo>
                  <a:pt x="236908" y="1589791"/>
                </a:moveTo>
                <a:lnTo>
                  <a:pt x="238132" y="1591086"/>
                </a:lnTo>
                <a:lnTo>
                  <a:pt x="240533" y="1591607"/>
                </a:lnTo>
                <a:close/>
                <a:moveTo>
                  <a:pt x="238120" y="1587052"/>
                </a:moveTo>
                <a:lnTo>
                  <a:pt x="238174" y="1587070"/>
                </a:lnTo>
                <a:lnTo>
                  <a:pt x="238177" y="1587067"/>
                </a:lnTo>
                <a:close/>
                <a:moveTo>
                  <a:pt x="237767" y="1587785"/>
                </a:moveTo>
                <a:lnTo>
                  <a:pt x="239573" y="1588690"/>
                </a:lnTo>
                <a:lnTo>
                  <a:pt x="239325" y="1588315"/>
                </a:lnTo>
                <a:lnTo>
                  <a:pt x="239055" y="1587844"/>
                </a:lnTo>
                <a:lnTo>
                  <a:pt x="238040" y="1587484"/>
                </a:lnTo>
                <a:close/>
                <a:moveTo>
                  <a:pt x="288478" y="1473890"/>
                </a:moveTo>
                <a:lnTo>
                  <a:pt x="290179" y="1476850"/>
                </a:lnTo>
                <a:lnTo>
                  <a:pt x="292084" y="1478168"/>
                </a:lnTo>
                <a:lnTo>
                  <a:pt x="292013" y="1477896"/>
                </a:lnTo>
                <a:lnTo>
                  <a:pt x="295389" y="1480455"/>
                </a:lnTo>
                <a:lnTo>
                  <a:pt x="304879" y="1487020"/>
                </a:lnTo>
                <a:lnTo>
                  <a:pt x="306137" y="1487816"/>
                </a:lnTo>
                <a:lnTo>
                  <a:pt x="306888" y="1488039"/>
                </a:lnTo>
                <a:lnTo>
                  <a:pt x="306026" y="1487126"/>
                </a:lnTo>
                <a:lnTo>
                  <a:pt x="288595" y="1473933"/>
                </a:lnTo>
                <a:close/>
                <a:moveTo>
                  <a:pt x="687282" y="580823"/>
                </a:moveTo>
                <a:lnTo>
                  <a:pt x="687611" y="584507"/>
                </a:lnTo>
                <a:lnTo>
                  <a:pt x="688904" y="584898"/>
                </a:lnTo>
                <a:lnTo>
                  <a:pt x="688811" y="583418"/>
                </a:lnTo>
                <a:lnTo>
                  <a:pt x="687595" y="581005"/>
                </a:lnTo>
                <a:close/>
                <a:moveTo>
                  <a:pt x="735408" y="472870"/>
                </a:moveTo>
                <a:lnTo>
                  <a:pt x="735282" y="473255"/>
                </a:lnTo>
                <a:lnTo>
                  <a:pt x="735216" y="473536"/>
                </a:lnTo>
                <a:lnTo>
                  <a:pt x="735410" y="472874"/>
                </a:lnTo>
                <a:close/>
                <a:moveTo>
                  <a:pt x="733025" y="478128"/>
                </a:moveTo>
                <a:lnTo>
                  <a:pt x="732649" y="479078"/>
                </a:lnTo>
                <a:lnTo>
                  <a:pt x="732677" y="479220"/>
                </a:lnTo>
                <a:lnTo>
                  <a:pt x="733032" y="478139"/>
                </a:lnTo>
                <a:close/>
                <a:moveTo>
                  <a:pt x="698939" y="554355"/>
                </a:moveTo>
                <a:lnTo>
                  <a:pt x="699003" y="555588"/>
                </a:lnTo>
                <a:lnTo>
                  <a:pt x="699329" y="555837"/>
                </a:lnTo>
                <a:lnTo>
                  <a:pt x="699442" y="554425"/>
                </a:lnTo>
                <a:close/>
                <a:moveTo>
                  <a:pt x="688755" y="577038"/>
                </a:moveTo>
                <a:lnTo>
                  <a:pt x="688889" y="579201"/>
                </a:lnTo>
                <a:lnTo>
                  <a:pt x="690761" y="579786"/>
                </a:lnTo>
                <a:lnTo>
                  <a:pt x="691260" y="577384"/>
                </a:lnTo>
                <a:close/>
                <a:moveTo>
                  <a:pt x="685316" y="584715"/>
                </a:moveTo>
                <a:lnTo>
                  <a:pt x="685321" y="584729"/>
                </a:lnTo>
                <a:lnTo>
                  <a:pt x="685321" y="584717"/>
                </a:lnTo>
                <a:close/>
                <a:moveTo>
                  <a:pt x="680544" y="595358"/>
                </a:moveTo>
                <a:lnTo>
                  <a:pt x="682004" y="598319"/>
                </a:lnTo>
                <a:lnTo>
                  <a:pt x="682201" y="598026"/>
                </a:lnTo>
                <a:lnTo>
                  <a:pt x="681486" y="596249"/>
                </a:lnTo>
                <a:close/>
                <a:moveTo>
                  <a:pt x="719294" y="508573"/>
                </a:moveTo>
                <a:lnTo>
                  <a:pt x="719430" y="510441"/>
                </a:lnTo>
                <a:lnTo>
                  <a:pt x="719502" y="510514"/>
                </a:lnTo>
                <a:lnTo>
                  <a:pt x="720111" y="508974"/>
                </a:lnTo>
                <a:close/>
                <a:moveTo>
                  <a:pt x="727744" y="489625"/>
                </a:moveTo>
                <a:lnTo>
                  <a:pt x="727729" y="489703"/>
                </a:lnTo>
                <a:lnTo>
                  <a:pt x="727757" y="489632"/>
                </a:lnTo>
                <a:close/>
                <a:moveTo>
                  <a:pt x="699393" y="552848"/>
                </a:moveTo>
                <a:lnTo>
                  <a:pt x="699554" y="553021"/>
                </a:lnTo>
                <a:lnTo>
                  <a:pt x="699563" y="552916"/>
                </a:lnTo>
                <a:close/>
                <a:moveTo>
                  <a:pt x="299600" y="1448051"/>
                </a:moveTo>
                <a:lnTo>
                  <a:pt x="299735" y="1448337"/>
                </a:lnTo>
                <a:lnTo>
                  <a:pt x="303101" y="1449869"/>
                </a:lnTo>
                <a:lnTo>
                  <a:pt x="302852" y="1449557"/>
                </a:lnTo>
                <a:lnTo>
                  <a:pt x="302851" y="1449555"/>
                </a:lnTo>
                <a:lnTo>
                  <a:pt x="301250" y="1448974"/>
                </a:lnTo>
                <a:close/>
                <a:moveTo>
                  <a:pt x="698982" y="553295"/>
                </a:moveTo>
                <a:lnTo>
                  <a:pt x="698909" y="553754"/>
                </a:lnTo>
                <a:lnTo>
                  <a:pt x="698913" y="553833"/>
                </a:lnTo>
                <a:lnTo>
                  <a:pt x="699483" y="553912"/>
                </a:lnTo>
                <a:lnTo>
                  <a:pt x="699507" y="553613"/>
                </a:lnTo>
                <a:lnTo>
                  <a:pt x="699485" y="553589"/>
                </a:lnTo>
                <a:close/>
                <a:moveTo>
                  <a:pt x="751268" y="436205"/>
                </a:moveTo>
                <a:lnTo>
                  <a:pt x="751255" y="436532"/>
                </a:lnTo>
                <a:lnTo>
                  <a:pt x="751641" y="436841"/>
                </a:lnTo>
                <a:lnTo>
                  <a:pt x="751635" y="436641"/>
                </a:lnTo>
                <a:close/>
                <a:moveTo>
                  <a:pt x="711391" y="525207"/>
                </a:moveTo>
                <a:lnTo>
                  <a:pt x="711407" y="529034"/>
                </a:lnTo>
                <a:lnTo>
                  <a:pt x="712076" y="529301"/>
                </a:lnTo>
                <a:lnTo>
                  <a:pt x="713095" y="526724"/>
                </a:lnTo>
                <a:close/>
                <a:moveTo>
                  <a:pt x="687154" y="579394"/>
                </a:moveTo>
                <a:lnTo>
                  <a:pt x="687167" y="579540"/>
                </a:lnTo>
                <a:lnTo>
                  <a:pt x="688622" y="580386"/>
                </a:lnTo>
                <a:lnTo>
                  <a:pt x="688592" y="579893"/>
                </a:lnTo>
                <a:close/>
                <a:moveTo>
                  <a:pt x="738208" y="465014"/>
                </a:moveTo>
                <a:lnTo>
                  <a:pt x="738034" y="465454"/>
                </a:lnTo>
                <a:lnTo>
                  <a:pt x="737580" y="467007"/>
                </a:lnTo>
                <a:lnTo>
                  <a:pt x="740277" y="471677"/>
                </a:lnTo>
                <a:lnTo>
                  <a:pt x="739388" y="465718"/>
                </a:lnTo>
                <a:close/>
                <a:moveTo>
                  <a:pt x="725922" y="492524"/>
                </a:moveTo>
                <a:lnTo>
                  <a:pt x="726085" y="493364"/>
                </a:lnTo>
                <a:lnTo>
                  <a:pt x="726237" y="493476"/>
                </a:lnTo>
                <a:lnTo>
                  <a:pt x="726455" y="492926"/>
                </a:lnTo>
                <a:close/>
                <a:moveTo>
                  <a:pt x="748525" y="441908"/>
                </a:moveTo>
                <a:lnTo>
                  <a:pt x="748997" y="442491"/>
                </a:lnTo>
                <a:lnTo>
                  <a:pt x="749006" y="442274"/>
                </a:lnTo>
                <a:close/>
                <a:moveTo>
                  <a:pt x="288012" y="1472947"/>
                </a:moveTo>
                <a:lnTo>
                  <a:pt x="288298" y="1473164"/>
                </a:lnTo>
                <a:lnTo>
                  <a:pt x="292104" y="1474562"/>
                </a:lnTo>
                <a:lnTo>
                  <a:pt x="290474" y="1473685"/>
                </a:lnTo>
                <a:close/>
                <a:moveTo>
                  <a:pt x="738988" y="463041"/>
                </a:moveTo>
                <a:lnTo>
                  <a:pt x="738438" y="464433"/>
                </a:lnTo>
                <a:lnTo>
                  <a:pt x="739270" y="464929"/>
                </a:lnTo>
                <a:close/>
                <a:moveTo>
                  <a:pt x="777506" y="376712"/>
                </a:moveTo>
                <a:lnTo>
                  <a:pt x="776155" y="382778"/>
                </a:lnTo>
                <a:lnTo>
                  <a:pt x="775783" y="387344"/>
                </a:lnTo>
                <a:lnTo>
                  <a:pt x="783339" y="395348"/>
                </a:lnTo>
                <a:lnTo>
                  <a:pt x="785333" y="386056"/>
                </a:lnTo>
                <a:lnTo>
                  <a:pt x="782111" y="382025"/>
                </a:lnTo>
                <a:close/>
                <a:moveTo>
                  <a:pt x="739319" y="462205"/>
                </a:moveTo>
                <a:lnTo>
                  <a:pt x="739212" y="462475"/>
                </a:lnTo>
                <a:lnTo>
                  <a:pt x="739609" y="465132"/>
                </a:lnTo>
                <a:lnTo>
                  <a:pt x="746492" y="469237"/>
                </a:lnTo>
                <a:lnTo>
                  <a:pt x="745280" y="467339"/>
                </a:lnTo>
                <a:lnTo>
                  <a:pt x="742506" y="463621"/>
                </a:lnTo>
                <a:close/>
                <a:moveTo>
                  <a:pt x="784934" y="360032"/>
                </a:moveTo>
                <a:lnTo>
                  <a:pt x="788371" y="365065"/>
                </a:lnTo>
                <a:lnTo>
                  <a:pt x="789893" y="366383"/>
                </a:lnTo>
                <a:lnTo>
                  <a:pt x="789989" y="365769"/>
                </a:lnTo>
                <a:lnTo>
                  <a:pt x="790221" y="364411"/>
                </a:lnTo>
                <a:lnTo>
                  <a:pt x="787761" y="362345"/>
                </a:lnTo>
                <a:close/>
                <a:moveTo>
                  <a:pt x="740056" y="460341"/>
                </a:moveTo>
                <a:lnTo>
                  <a:pt x="739633" y="461411"/>
                </a:lnTo>
                <a:lnTo>
                  <a:pt x="741462" y="462222"/>
                </a:lnTo>
                <a:close/>
                <a:moveTo>
                  <a:pt x="741118" y="457656"/>
                </a:moveTo>
                <a:lnTo>
                  <a:pt x="740393" y="459489"/>
                </a:lnTo>
                <a:lnTo>
                  <a:pt x="742917" y="462870"/>
                </a:lnTo>
                <a:lnTo>
                  <a:pt x="746087" y="464277"/>
                </a:lnTo>
                <a:close/>
                <a:moveTo>
                  <a:pt x="728491" y="485900"/>
                </a:moveTo>
                <a:lnTo>
                  <a:pt x="728247" y="487120"/>
                </a:lnTo>
                <a:lnTo>
                  <a:pt x="728503" y="487351"/>
                </a:lnTo>
                <a:lnTo>
                  <a:pt x="728665" y="486776"/>
                </a:lnTo>
                <a:close/>
                <a:moveTo>
                  <a:pt x="732514" y="476884"/>
                </a:moveTo>
                <a:lnTo>
                  <a:pt x="732693" y="477144"/>
                </a:lnTo>
                <a:lnTo>
                  <a:pt x="732733" y="477043"/>
                </a:lnTo>
                <a:close/>
                <a:moveTo>
                  <a:pt x="280782" y="1488342"/>
                </a:moveTo>
                <a:lnTo>
                  <a:pt x="281458" y="1489334"/>
                </a:lnTo>
                <a:lnTo>
                  <a:pt x="285307" y="1491533"/>
                </a:lnTo>
                <a:lnTo>
                  <a:pt x="285401" y="1491582"/>
                </a:lnTo>
                <a:close/>
                <a:moveTo>
                  <a:pt x="268448" y="1515936"/>
                </a:moveTo>
                <a:lnTo>
                  <a:pt x="273846" y="1523865"/>
                </a:lnTo>
                <a:lnTo>
                  <a:pt x="273934" y="1523943"/>
                </a:lnTo>
                <a:lnTo>
                  <a:pt x="277629" y="1525765"/>
                </a:lnTo>
                <a:lnTo>
                  <a:pt x="268711" y="1516187"/>
                </a:lnTo>
                <a:lnTo>
                  <a:pt x="268583" y="1516046"/>
                </a:lnTo>
                <a:close/>
                <a:moveTo>
                  <a:pt x="259189" y="1536656"/>
                </a:moveTo>
                <a:lnTo>
                  <a:pt x="262979" y="1542396"/>
                </a:lnTo>
                <a:lnTo>
                  <a:pt x="265572" y="1543771"/>
                </a:lnTo>
                <a:lnTo>
                  <a:pt x="274707" y="1547534"/>
                </a:lnTo>
                <a:lnTo>
                  <a:pt x="276189" y="1545948"/>
                </a:lnTo>
                <a:lnTo>
                  <a:pt x="265865" y="1539635"/>
                </a:lnTo>
                <a:lnTo>
                  <a:pt x="263291" y="1538711"/>
                </a:lnTo>
                <a:close/>
                <a:moveTo>
                  <a:pt x="742104" y="455160"/>
                </a:moveTo>
                <a:lnTo>
                  <a:pt x="741315" y="457156"/>
                </a:lnTo>
                <a:lnTo>
                  <a:pt x="747704" y="464996"/>
                </a:lnTo>
                <a:lnTo>
                  <a:pt x="748043" y="465146"/>
                </a:lnTo>
                <a:lnTo>
                  <a:pt x="748279" y="459524"/>
                </a:lnTo>
                <a:close/>
                <a:moveTo>
                  <a:pt x="283416" y="1482210"/>
                </a:moveTo>
                <a:lnTo>
                  <a:pt x="292914" y="1493925"/>
                </a:lnTo>
                <a:lnTo>
                  <a:pt x="293071" y="1493971"/>
                </a:lnTo>
                <a:lnTo>
                  <a:pt x="285698" y="1482915"/>
                </a:lnTo>
                <a:close/>
                <a:moveTo>
                  <a:pt x="742798" y="453405"/>
                </a:moveTo>
                <a:lnTo>
                  <a:pt x="742356" y="454523"/>
                </a:lnTo>
                <a:lnTo>
                  <a:pt x="748313" y="458733"/>
                </a:lnTo>
                <a:lnTo>
                  <a:pt x="748367" y="457440"/>
                </a:lnTo>
                <a:close/>
                <a:moveTo>
                  <a:pt x="732238" y="476994"/>
                </a:moveTo>
                <a:lnTo>
                  <a:pt x="732409" y="477862"/>
                </a:lnTo>
                <a:lnTo>
                  <a:pt x="732566" y="477467"/>
                </a:lnTo>
                <a:close/>
                <a:moveTo>
                  <a:pt x="319567" y="1400846"/>
                </a:moveTo>
                <a:lnTo>
                  <a:pt x="324569" y="1408768"/>
                </a:lnTo>
                <a:lnTo>
                  <a:pt x="326164" y="1409977"/>
                </a:lnTo>
                <a:lnTo>
                  <a:pt x="320688" y="1401305"/>
                </a:lnTo>
                <a:lnTo>
                  <a:pt x="320627" y="1401264"/>
                </a:lnTo>
                <a:close/>
                <a:moveTo>
                  <a:pt x="699497" y="550059"/>
                </a:moveTo>
                <a:lnTo>
                  <a:pt x="699114" y="552468"/>
                </a:lnTo>
                <a:lnTo>
                  <a:pt x="699583" y="552655"/>
                </a:lnTo>
                <a:lnTo>
                  <a:pt x="699831" y="549565"/>
                </a:lnTo>
                <a:close/>
                <a:moveTo>
                  <a:pt x="800180" y="324239"/>
                </a:moveTo>
                <a:lnTo>
                  <a:pt x="799590" y="332075"/>
                </a:lnTo>
                <a:lnTo>
                  <a:pt x="802666" y="335332"/>
                </a:lnTo>
                <a:lnTo>
                  <a:pt x="805413" y="337813"/>
                </a:lnTo>
                <a:lnTo>
                  <a:pt x="805243" y="333300"/>
                </a:lnTo>
                <a:close/>
                <a:moveTo>
                  <a:pt x="680118" y="592850"/>
                </a:moveTo>
                <a:lnTo>
                  <a:pt x="680014" y="593751"/>
                </a:lnTo>
                <a:lnTo>
                  <a:pt x="680536" y="594176"/>
                </a:lnTo>
                <a:lnTo>
                  <a:pt x="680690" y="594269"/>
                </a:lnTo>
                <a:close/>
                <a:moveTo>
                  <a:pt x="746249" y="444674"/>
                </a:moveTo>
                <a:lnTo>
                  <a:pt x="742969" y="452973"/>
                </a:lnTo>
                <a:lnTo>
                  <a:pt x="748394" y="456795"/>
                </a:lnTo>
                <a:lnTo>
                  <a:pt x="748813" y="446860"/>
                </a:lnTo>
                <a:lnTo>
                  <a:pt x="747920" y="445670"/>
                </a:lnTo>
                <a:close/>
                <a:moveTo>
                  <a:pt x="296600" y="1451508"/>
                </a:moveTo>
                <a:lnTo>
                  <a:pt x="296926" y="1451756"/>
                </a:lnTo>
                <a:lnTo>
                  <a:pt x="296860" y="1451617"/>
                </a:lnTo>
                <a:lnTo>
                  <a:pt x="296856" y="1451614"/>
                </a:lnTo>
                <a:close/>
                <a:moveTo>
                  <a:pt x="287414" y="1472036"/>
                </a:moveTo>
                <a:lnTo>
                  <a:pt x="287587" y="1472338"/>
                </a:lnTo>
                <a:lnTo>
                  <a:pt x="288458" y="1472599"/>
                </a:lnTo>
                <a:close/>
                <a:moveTo>
                  <a:pt x="746568" y="443867"/>
                </a:moveTo>
                <a:lnTo>
                  <a:pt x="746557" y="443894"/>
                </a:lnTo>
                <a:lnTo>
                  <a:pt x="746612" y="443927"/>
                </a:lnTo>
                <a:close/>
                <a:moveTo>
                  <a:pt x="279272" y="1490181"/>
                </a:moveTo>
                <a:lnTo>
                  <a:pt x="282483" y="1492769"/>
                </a:lnTo>
                <a:lnTo>
                  <a:pt x="281108" y="1490749"/>
                </a:lnTo>
                <a:close/>
                <a:moveTo>
                  <a:pt x="737326" y="464488"/>
                </a:moveTo>
                <a:lnTo>
                  <a:pt x="736981" y="465969"/>
                </a:lnTo>
                <a:lnTo>
                  <a:pt x="737024" y="466043"/>
                </a:lnTo>
                <a:lnTo>
                  <a:pt x="737518" y="464602"/>
                </a:lnTo>
                <a:close/>
                <a:moveTo>
                  <a:pt x="740615" y="456986"/>
                </a:moveTo>
                <a:lnTo>
                  <a:pt x="740389" y="457678"/>
                </a:lnTo>
                <a:lnTo>
                  <a:pt x="740646" y="457027"/>
                </a:lnTo>
                <a:close/>
                <a:moveTo>
                  <a:pt x="747616" y="441216"/>
                </a:moveTo>
                <a:lnTo>
                  <a:pt x="747114" y="442485"/>
                </a:lnTo>
                <a:lnTo>
                  <a:pt x="748897" y="444859"/>
                </a:lnTo>
                <a:lnTo>
                  <a:pt x="748983" y="442822"/>
                </a:lnTo>
                <a:lnTo>
                  <a:pt x="747786" y="441346"/>
                </a:lnTo>
                <a:close/>
                <a:moveTo>
                  <a:pt x="685659" y="579881"/>
                </a:moveTo>
                <a:lnTo>
                  <a:pt x="685767" y="583947"/>
                </a:lnTo>
                <a:lnTo>
                  <a:pt x="686101" y="584049"/>
                </a:lnTo>
                <a:lnTo>
                  <a:pt x="685733" y="579924"/>
                </a:lnTo>
                <a:close/>
                <a:moveTo>
                  <a:pt x="233267" y="1592732"/>
                </a:moveTo>
                <a:lnTo>
                  <a:pt x="235371" y="1593605"/>
                </a:lnTo>
                <a:lnTo>
                  <a:pt x="233895" y="1592042"/>
                </a:lnTo>
                <a:close/>
                <a:moveTo>
                  <a:pt x="776723" y="375807"/>
                </a:moveTo>
                <a:lnTo>
                  <a:pt x="776385" y="379937"/>
                </a:lnTo>
                <a:lnTo>
                  <a:pt x="777186" y="376343"/>
                </a:lnTo>
                <a:close/>
                <a:moveTo>
                  <a:pt x="748613" y="438692"/>
                </a:moveTo>
                <a:lnTo>
                  <a:pt x="748390" y="439259"/>
                </a:lnTo>
                <a:lnTo>
                  <a:pt x="749114" y="439731"/>
                </a:lnTo>
                <a:lnTo>
                  <a:pt x="749143" y="439037"/>
                </a:lnTo>
                <a:close/>
                <a:moveTo>
                  <a:pt x="688517" y="573223"/>
                </a:moveTo>
                <a:lnTo>
                  <a:pt x="688711" y="576339"/>
                </a:lnTo>
                <a:lnTo>
                  <a:pt x="691401" y="576708"/>
                </a:lnTo>
                <a:lnTo>
                  <a:pt x="691552" y="575979"/>
                </a:lnTo>
                <a:lnTo>
                  <a:pt x="690195" y="574639"/>
                </a:lnTo>
                <a:close/>
                <a:moveTo>
                  <a:pt x="686921" y="576785"/>
                </a:moveTo>
                <a:lnTo>
                  <a:pt x="687086" y="578638"/>
                </a:lnTo>
                <a:lnTo>
                  <a:pt x="688542" y="579093"/>
                </a:lnTo>
                <a:lnTo>
                  <a:pt x="688411" y="576991"/>
                </a:lnTo>
                <a:close/>
                <a:moveTo>
                  <a:pt x="754733" y="424847"/>
                </a:moveTo>
                <a:lnTo>
                  <a:pt x="755333" y="433105"/>
                </a:lnTo>
                <a:lnTo>
                  <a:pt x="757157" y="435246"/>
                </a:lnTo>
                <a:lnTo>
                  <a:pt x="757163" y="426289"/>
                </a:lnTo>
                <a:close/>
                <a:moveTo>
                  <a:pt x="749222" y="437153"/>
                </a:moveTo>
                <a:lnTo>
                  <a:pt x="748968" y="437796"/>
                </a:lnTo>
                <a:lnTo>
                  <a:pt x="749190" y="437940"/>
                </a:lnTo>
                <a:close/>
                <a:moveTo>
                  <a:pt x="751659" y="431652"/>
                </a:moveTo>
                <a:lnTo>
                  <a:pt x="751803" y="436371"/>
                </a:lnTo>
                <a:lnTo>
                  <a:pt x="752960" y="437748"/>
                </a:lnTo>
                <a:lnTo>
                  <a:pt x="752834" y="436012"/>
                </a:lnTo>
                <a:lnTo>
                  <a:pt x="752836" y="433032"/>
                </a:lnTo>
                <a:close/>
                <a:moveTo>
                  <a:pt x="741382" y="454648"/>
                </a:moveTo>
                <a:lnTo>
                  <a:pt x="740776" y="456495"/>
                </a:lnTo>
                <a:lnTo>
                  <a:pt x="740830" y="456560"/>
                </a:lnTo>
                <a:lnTo>
                  <a:pt x="741541" y="454762"/>
                </a:lnTo>
                <a:close/>
                <a:moveTo>
                  <a:pt x="232901" y="1593135"/>
                </a:moveTo>
                <a:lnTo>
                  <a:pt x="237369" y="1597238"/>
                </a:lnTo>
                <a:lnTo>
                  <a:pt x="239594" y="1598075"/>
                </a:lnTo>
                <a:lnTo>
                  <a:pt x="235666" y="1593917"/>
                </a:lnTo>
                <a:lnTo>
                  <a:pt x="233142" y="1592870"/>
                </a:lnTo>
                <a:close/>
                <a:moveTo>
                  <a:pt x="758114" y="416758"/>
                </a:moveTo>
                <a:lnTo>
                  <a:pt x="758110" y="423153"/>
                </a:lnTo>
                <a:lnTo>
                  <a:pt x="762689" y="424982"/>
                </a:lnTo>
                <a:close/>
                <a:moveTo>
                  <a:pt x="741983" y="452815"/>
                </a:moveTo>
                <a:lnTo>
                  <a:pt x="741599" y="453987"/>
                </a:lnTo>
                <a:lnTo>
                  <a:pt x="741793" y="454124"/>
                </a:lnTo>
                <a:lnTo>
                  <a:pt x="742238" y="452999"/>
                </a:lnTo>
                <a:close/>
                <a:moveTo>
                  <a:pt x="719122" y="503907"/>
                </a:moveTo>
                <a:lnTo>
                  <a:pt x="719013" y="504692"/>
                </a:lnTo>
                <a:lnTo>
                  <a:pt x="719275" y="508317"/>
                </a:lnTo>
                <a:lnTo>
                  <a:pt x="720193" y="508767"/>
                </a:lnTo>
                <a:lnTo>
                  <a:pt x="720420" y="508193"/>
                </a:lnTo>
                <a:lnTo>
                  <a:pt x="720383" y="505323"/>
                </a:lnTo>
                <a:close/>
                <a:moveTo>
                  <a:pt x="751479" y="431445"/>
                </a:moveTo>
                <a:lnTo>
                  <a:pt x="751468" y="431473"/>
                </a:lnTo>
                <a:lnTo>
                  <a:pt x="751287" y="435760"/>
                </a:lnTo>
                <a:lnTo>
                  <a:pt x="751620" y="436156"/>
                </a:lnTo>
                <a:close/>
                <a:moveTo>
                  <a:pt x="737996" y="461616"/>
                </a:moveTo>
                <a:lnTo>
                  <a:pt x="737473" y="463858"/>
                </a:lnTo>
                <a:lnTo>
                  <a:pt x="737722" y="464006"/>
                </a:lnTo>
                <a:lnTo>
                  <a:pt x="738469" y="461827"/>
                </a:lnTo>
                <a:close/>
                <a:moveTo>
                  <a:pt x="711374" y="521213"/>
                </a:moveTo>
                <a:lnTo>
                  <a:pt x="711390" y="525010"/>
                </a:lnTo>
                <a:lnTo>
                  <a:pt x="713152" y="526580"/>
                </a:lnTo>
                <a:lnTo>
                  <a:pt x="714056" y="524292"/>
                </a:lnTo>
                <a:lnTo>
                  <a:pt x="713651" y="522430"/>
                </a:lnTo>
                <a:close/>
                <a:moveTo>
                  <a:pt x="752839" y="428003"/>
                </a:moveTo>
                <a:lnTo>
                  <a:pt x="752114" y="429838"/>
                </a:lnTo>
                <a:lnTo>
                  <a:pt x="752837" y="430557"/>
                </a:lnTo>
                <a:close/>
                <a:moveTo>
                  <a:pt x="734189" y="469654"/>
                </a:moveTo>
                <a:lnTo>
                  <a:pt x="732401" y="476038"/>
                </a:lnTo>
                <a:lnTo>
                  <a:pt x="732967" y="476451"/>
                </a:lnTo>
                <a:lnTo>
                  <a:pt x="734906" y="471546"/>
                </a:lnTo>
                <a:close/>
                <a:moveTo>
                  <a:pt x="252144" y="1548913"/>
                </a:moveTo>
                <a:lnTo>
                  <a:pt x="256575" y="1554027"/>
                </a:lnTo>
                <a:lnTo>
                  <a:pt x="259755" y="1554867"/>
                </a:lnTo>
                <a:close/>
                <a:moveTo>
                  <a:pt x="259103" y="1533153"/>
                </a:moveTo>
                <a:lnTo>
                  <a:pt x="262449" y="1535198"/>
                </a:lnTo>
                <a:lnTo>
                  <a:pt x="265000" y="1535717"/>
                </a:lnTo>
                <a:lnTo>
                  <a:pt x="263430" y="1534820"/>
                </a:lnTo>
                <a:lnTo>
                  <a:pt x="262437" y="1534337"/>
                </a:lnTo>
                <a:close/>
                <a:moveTo>
                  <a:pt x="755048" y="422593"/>
                </a:moveTo>
                <a:lnTo>
                  <a:pt x="754641" y="423583"/>
                </a:lnTo>
                <a:lnTo>
                  <a:pt x="754708" y="424506"/>
                </a:lnTo>
                <a:lnTo>
                  <a:pt x="757163" y="425991"/>
                </a:lnTo>
                <a:lnTo>
                  <a:pt x="757165" y="423437"/>
                </a:lnTo>
                <a:close/>
                <a:moveTo>
                  <a:pt x="738472" y="459576"/>
                </a:moveTo>
                <a:lnTo>
                  <a:pt x="738193" y="460771"/>
                </a:lnTo>
                <a:lnTo>
                  <a:pt x="738682" y="460988"/>
                </a:lnTo>
                <a:close/>
                <a:moveTo>
                  <a:pt x="688411" y="571508"/>
                </a:moveTo>
                <a:lnTo>
                  <a:pt x="688485" y="572702"/>
                </a:lnTo>
                <a:lnTo>
                  <a:pt x="689657" y="573860"/>
                </a:lnTo>
                <a:lnTo>
                  <a:pt x="691652" y="575498"/>
                </a:lnTo>
                <a:lnTo>
                  <a:pt x="691829" y="574646"/>
                </a:lnTo>
                <a:lnTo>
                  <a:pt x="689705" y="572266"/>
                </a:lnTo>
                <a:close/>
                <a:moveTo>
                  <a:pt x="757168" y="417434"/>
                </a:moveTo>
                <a:lnTo>
                  <a:pt x="755282" y="422023"/>
                </a:lnTo>
                <a:lnTo>
                  <a:pt x="757165" y="422775"/>
                </a:lnTo>
                <a:close/>
                <a:moveTo>
                  <a:pt x="231260" y="1594940"/>
                </a:moveTo>
                <a:lnTo>
                  <a:pt x="236890" y="1597058"/>
                </a:lnTo>
                <a:lnTo>
                  <a:pt x="232744" y="1593308"/>
                </a:lnTo>
                <a:close/>
                <a:moveTo>
                  <a:pt x="235047" y="1586422"/>
                </a:moveTo>
                <a:lnTo>
                  <a:pt x="237600" y="1587701"/>
                </a:lnTo>
                <a:lnTo>
                  <a:pt x="237856" y="1587419"/>
                </a:lnTo>
                <a:close/>
                <a:moveTo>
                  <a:pt x="738714" y="458539"/>
                </a:moveTo>
                <a:lnTo>
                  <a:pt x="738660" y="458768"/>
                </a:lnTo>
                <a:lnTo>
                  <a:pt x="738921" y="460511"/>
                </a:lnTo>
                <a:lnTo>
                  <a:pt x="739319" y="459351"/>
                </a:lnTo>
                <a:close/>
                <a:moveTo>
                  <a:pt x="256181" y="1539009"/>
                </a:moveTo>
                <a:lnTo>
                  <a:pt x="257652" y="1540566"/>
                </a:lnTo>
                <a:lnTo>
                  <a:pt x="256875" y="1539389"/>
                </a:lnTo>
                <a:close/>
                <a:moveTo>
                  <a:pt x="263717" y="1521964"/>
                </a:moveTo>
                <a:lnTo>
                  <a:pt x="266213" y="1525096"/>
                </a:lnTo>
                <a:lnTo>
                  <a:pt x="276595" y="1531030"/>
                </a:lnTo>
                <a:lnTo>
                  <a:pt x="266610" y="1523033"/>
                </a:lnTo>
                <a:close/>
                <a:moveTo>
                  <a:pt x="232177" y="1592470"/>
                </a:moveTo>
                <a:lnTo>
                  <a:pt x="232768" y="1593013"/>
                </a:lnTo>
                <a:lnTo>
                  <a:pt x="232965" y="1592797"/>
                </a:lnTo>
                <a:close/>
                <a:moveTo>
                  <a:pt x="759947" y="410671"/>
                </a:moveTo>
                <a:lnTo>
                  <a:pt x="758131" y="415090"/>
                </a:lnTo>
                <a:lnTo>
                  <a:pt x="763905" y="425468"/>
                </a:lnTo>
                <a:lnTo>
                  <a:pt x="766057" y="426327"/>
                </a:lnTo>
                <a:lnTo>
                  <a:pt x="768640" y="414722"/>
                </a:lnTo>
                <a:lnTo>
                  <a:pt x="767874" y="413838"/>
                </a:lnTo>
                <a:close/>
                <a:moveTo>
                  <a:pt x="327199" y="1379551"/>
                </a:moveTo>
                <a:lnTo>
                  <a:pt x="328329" y="1381771"/>
                </a:lnTo>
                <a:lnTo>
                  <a:pt x="330290" y="1381935"/>
                </a:lnTo>
                <a:close/>
                <a:moveTo>
                  <a:pt x="688364" y="570762"/>
                </a:moveTo>
                <a:lnTo>
                  <a:pt x="688380" y="571013"/>
                </a:lnTo>
                <a:lnTo>
                  <a:pt x="688814" y="571267"/>
                </a:lnTo>
                <a:close/>
                <a:moveTo>
                  <a:pt x="761614" y="406615"/>
                </a:moveTo>
                <a:lnTo>
                  <a:pt x="760261" y="409907"/>
                </a:lnTo>
                <a:lnTo>
                  <a:pt x="766695" y="412477"/>
                </a:lnTo>
                <a:close/>
                <a:moveTo>
                  <a:pt x="754555" y="422396"/>
                </a:moveTo>
                <a:lnTo>
                  <a:pt x="754592" y="422910"/>
                </a:lnTo>
                <a:lnTo>
                  <a:pt x="754768" y="422481"/>
                </a:lnTo>
                <a:close/>
                <a:moveTo>
                  <a:pt x="247045" y="1558801"/>
                </a:moveTo>
                <a:lnTo>
                  <a:pt x="251090" y="1562513"/>
                </a:lnTo>
                <a:lnTo>
                  <a:pt x="251364" y="1562576"/>
                </a:lnTo>
                <a:lnTo>
                  <a:pt x="256425" y="1563649"/>
                </a:lnTo>
                <a:lnTo>
                  <a:pt x="254132" y="1561791"/>
                </a:lnTo>
                <a:lnTo>
                  <a:pt x="248378" y="1559327"/>
                </a:lnTo>
                <a:close/>
                <a:moveTo>
                  <a:pt x="744916" y="443878"/>
                </a:moveTo>
                <a:lnTo>
                  <a:pt x="744860" y="444039"/>
                </a:lnTo>
                <a:lnTo>
                  <a:pt x="742126" y="452379"/>
                </a:lnTo>
                <a:lnTo>
                  <a:pt x="742405" y="452576"/>
                </a:lnTo>
                <a:lnTo>
                  <a:pt x="742499" y="452338"/>
                </a:lnTo>
                <a:lnTo>
                  <a:pt x="745767" y="444386"/>
                </a:lnTo>
                <a:close/>
                <a:moveTo>
                  <a:pt x="678851" y="591755"/>
                </a:moveTo>
                <a:lnTo>
                  <a:pt x="678811" y="591844"/>
                </a:lnTo>
                <a:lnTo>
                  <a:pt x="678984" y="592194"/>
                </a:lnTo>
                <a:lnTo>
                  <a:pt x="679020" y="591881"/>
                </a:lnTo>
                <a:close/>
                <a:moveTo>
                  <a:pt x="679062" y="591271"/>
                </a:moveTo>
                <a:lnTo>
                  <a:pt x="679025" y="591354"/>
                </a:lnTo>
                <a:lnTo>
                  <a:pt x="679077" y="591391"/>
                </a:lnTo>
                <a:lnTo>
                  <a:pt x="679087" y="591301"/>
                </a:lnTo>
                <a:close/>
                <a:moveTo>
                  <a:pt x="725083" y="488194"/>
                </a:moveTo>
                <a:lnTo>
                  <a:pt x="725667" y="491207"/>
                </a:lnTo>
                <a:lnTo>
                  <a:pt x="726652" y="491948"/>
                </a:lnTo>
                <a:lnTo>
                  <a:pt x="727179" y="489321"/>
                </a:lnTo>
                <a:close/>
                <a:moveTo>
                  <a:pt x="762817" y="403689"/>
                </a:moveTo>
                <a:lnTo>
                  <a:pt x="761728" y="406338"/>
                </a:lnTo>
                <a:lnTo>
                  <a:pt x="767235" y="412693"/>
                </a:lnTo>
                <a:lnTo>
                  <a:pt x="768531" y="413212"/>
                </a:lnTo>
                <a:lnTo>
                  <a:pt x="767101" y="409455"/>
                </a:lnTo>
                <a:lnTo>
                  <a:pt x="764768" y="405432"/>
                </a:lnTo>
                <a:close/>
                <a:moveTo>
                  <a:pt x="763207" y="402739"/>
                </a:moveTo>
                <a:lnTo>
                  <a:pt x="762962" y="403334"/>
                </a:lnTo>
                <a:lnTo>
                  <a:pt x="764186" y="404430"/>
                </a:lnTo>
                <a:close/>
                <a:moveTo>
                  <a:pt x="771705" y="383551"/>
                </a:moveTo>
                <a:lnTo>
                  <a:pt x="770990" y="395275"/>
                </a:lnTo>
                <a:lnTo>
                  <a:pt x="770853" y="398174"/>
                </a:lnTo>
                <a:lnTo>
                  <a:pt x="771986" y="399697"/>
                </a:lnTo>
                <a:lnTo>
                  <a:pt x="774842" y="386872"/>
                </a:lnTo>
                <a:close/>
                <a:moveTo>
                  <a:pt x="745436" y="442359"/>
                </a:moveTo>
                <a:lnTo>
                  <a:pt x="745190" y="443078"/>
                </a:lnTo>
                <a:lnTo>
                  <a:pt x="746085" y="443612"/>
                </a:lnTo>
                <a:lnTo>
                  <a:pt x="746188" y="443361"/>
                </a:lnTo>
                <a:close/>
                <a:moveTo>
                  <a:pt x="735878" y="463625"/>
                </a:moveTo>
                <a:lnTo>
                  <a:pt x="735797" y="463916"/>
                </a:lnTo>
                <a:lnTo>
                  <a:pt x="736541" y="465205"/>
                </a:lnTo>
                <a:lnTo>
                  <a:pt x="736793" y="464171"/>
                </a:lnTo>
                <a:close/>
                <a:moveTo>
                  <a:pt x="739440" y="455424"/>
                </a:moveTo>
                <a:lnTo>
                  <a:pt x="738945" y="457547"/>
                </a:lnTo>
                <a:lnTo>
                  <a:pt x="739625" y="458457"/>
                </a:lnTo>
                <a:lnTo>
                  <a:pt x="739637" y="458422"/>
                </a:lnTo>
                <a:lnTo>
                  <a:pt x="740213" y="456452"/>
                </a:lnTo>
                <a:lnTo>
                  <a:pt x="739460" y="455448"/>
                </a:lnTo>
                <a:close/>
                <a:moveTo>
                  <a:pt x="723027" y="492161"/>
                </a:moveTo>
                <a:lnTo>
                  <a:pt x="723759" y="499744"/>
                </a:lnTo>
                <a:lnTo>
                  <a:pt x="725282" y="495892"/>
                </a:lnTo>
                <a:lnTo>
                  <a:pt x="724811" y="493460"/>
                </a:lnTo>
                <a:close/>
                <a:moveTo>
                  <a:pt x="727886" y="481252"/>
                </a:moveTo>
                <a:lnTo>
                  <a:pt x="728042" y="481475"/>
                </a:lnTo>
                <a:lnTo>
                  <a:pt x="728039" y="481414"/>
                </a:lnTo>
                <a:close/>
                <a:moveTo>
                  <a:pt x="746198" y="440137"/>
                </a:moveTo>
                <a:lnTo>
                  <a:pt x="745933" y="440910"/>
                </a:lnTo>
                <a:lnTo>
                  <a:pt x="746749" y="441997"/>
                </a:lnTo>
                <a:lnTo>
                  <a:pt x="747200" y="440900"/>
                </a:lnTo>
                <a:close/>
                <a:moveTo>
                  <a:pt x="301047" y="1436517"/>
                </a:moveTo>
                <a:lnTo>
                  <a:pt x="303218" y="1441075"/>
                </a:lnTo>
                <a:lnTo>
                  <a:pt x="311175" y="1444146"/>
                </a:lnTo>
                <a:lnTo>
                  <a:pt x="311577" y="1444283"/>
                </a:lnTo>
                <a:lnTo>
                  <a:pt x="310437" y="1442638"/>
                </a:lnTo>
                <a:close/>
                <a:moveTo>
                  <a:pt x="678704" y="590855"/>
                </a:moveTo>
                <a:lnTo>
                  <a:pt x="678619" y="591059"/>
                </a:lnTo>
                <a:lnTo>
                  <a:pt x="678885" y="591252"/>
                </a:lnTo>
                <a:lnTo>
                  <a:pt x="678939" y="591128"/>
                </a:lnTo>
                <a:close/>
                <a:moveTo>
                  <a:pt x="744431" y="443589"/>
                </a:moveTo>
                <a:lnTo>
                  <a:pt x="742740" y="449371"/>
                </a:lnTo>
                <a:lnTo>
                  <a:pt x="744673" y="443734"/>
                </a:lnTo>
                <a:close/>
                <a:moveTo>
                  <a:pt x="307218" y="1422527"/>
                </a:moveTo>
                <a:lnTo>
                  <a:pt x="309588" y="1425947"/>
                </a:lnTo>
                <a:lnTo>
                  <a:pt x="311360" y="1426591"/>
                </a:lnTo>
                <a:lnTo>
                  <a:pt x="309672" y="1424040"/>
                </a:lnTo>
                <a:close/>
                <a:moveTo>
                  <a:pt x="747044" y="437671"/>
                </a:moveTo>
                <a:lnTo>
                  <a:pt x="746845" y="438253"/>
                </a:lnTo>
                <a:lnTo>
                  <a:pt x="747983" y="438994"/>
                </a:lnTo>
                <a:lnTo>
                  <a:pt x="748214" y="438432"/>
                </a:lnTo>
                <a:close/>
                <a:moveTo>
                  <a:pt x="736613" y="461003"/>
                </a:moveTo>
                <a:lnTo>
                  <a:pt x="736051" y="463010"/>
                </a:lnTo>
                <a:lnTo>
                  <a:pt x="736945" y="463543"/>
                </a:lnTo>
                <a:lnTo>
                  <a:pt x="737472" y="461384"/>
                </a:lnTo>
                <a:close/>
                <a:moveTo>
                  <a:pt x="739870" y="453581"/>
                </a:moveTo>
                <a:lnTo>
                  <a:pt x="739543" y="454982"/>
                </a:lnTo>
                <a:lnTo>
                  <a:pt x="740353" y="455975"/>
                </a:lnTo>
                <a:lnTo>
                  <a:pt x="740850" y="454274"/>
                </a:lnTo>
                <a:close/>
                <a:moveTo>
                  <a:pt x="747783" y="435516"/>
                </a:moveTo>
                <a:lnTo>
                  <a:pt x="747360" y="436748"/>
                </a:lnTo>
                <a:lnTo>
                  <a:pt x="748579" y="437542"/>
                </a:lnTo>
                <a:lnTo>
                  <a:pt x="749008" y="436499"/>
                </a:lnTo>
                <a:close/>
                <a:moveTo>
                  <a:pt x="744971" y="441740"/>
                </a:moveTo>
                <a:lnTo>
                  <a:pt x="744670" y="442770"/>
                </a:lnTo>
                <a:lnTo>
                  <a:pt x="744947" y="442934"/>
                </a:lnTo>
                <a:lnTo>
                  <a:pt x="745235" y="442092"/>
                </a:lnTo>
                <a:close/>
                <a:moveTo>
                  <a:pt x="711357" y="516986"/>
                </a:moveTo>
                <a:lnTo>
                  <a:pt x="711363" y="518439"/>
                </a:lnTo>
                <a:lnTo>
                  <a:pt x="712627" y="519115"/>
                </a:lnTo>
                <a:close/>
                <a:moveTo>
                  <a:pt x="287126" y="1466452"/>
                </a:moveTo>
                <a:lnTo>
                  <a:pt x="288309" y="1467706"/>
                </a:lnTo>
                <a:lnTo>
                  <a:pt x="290619" y="1468987"/>
                </a:lnTo>
                <a:lnTo>
                  <a:pt x="288720" y="1467401"/>
                </a:lnTo>
                <a:close/>
                <a:moveTo>
                  <a:pt x="748624" y="433063"/>
                </a:moveTo>
                <a:lnTo>
                  <a:pt x="748257" y="434132"/>
                </a:lnTo>
                <a:lnTo>
                  <a:pt x="749393" y="435041"/>
                </a:lnTo>
                <a:lnTo>
                  <a:pt x="749501" y="434106"/>
                </a:lnTo>
                <a:close/>
                <a:moveTo>
                  <a:pt x="740329" y="451615"/>
                </a:moveTo>
                <a:lnTo>
                  <a:pt x="740034" y="452881"/>
                </a:lnTo>
                <a:lnTo>
                  <a:pt x="741050" y="453599"/>
                </a:lnTo>
                <a:lnTo>
                  <a:pt x="741402" y="452394"/>
                </a:lnTo>
                <a:close/>
                <a:moveTo>
                  <a:pt x="745578" y="439665"/>
                </a:moveTo>
                <a:lnTo>
                  <a:pt x="745415" y="440221"/>
                </a:lnTo>
                <a:lnTo>
                  <a:pt x="745732" y="440643"/>
                </a:lnTo>
                <a:lnTo>
                  <a:pt x="745966" y="439961"/>
                </a:lnTo>
                <a:close/>
                <a:moveTo>
                  <a:pt x="737687" y="457165"/>
                </a:moveTo>
                <a:lnTo>
                  <a:pt x="736839" y="460194"/>
                </a:lnTo>
                <a:lnTo>
                  <a:pt x="737354" y="460399"/>
                </a:lnTo>
                <a:lnTo>
                  <a:pt x="737677" y="460542"/>
                </a:lnTo>
                <a:lnTo>
                  <a:pt x="738259" y="458152"/>
                </a:lnTo>
                <a:lnTo>
                  <a:pt x="738218" y="457876"/>
                </a:lnTo>
                <a:close/>
                <a:moveTo>
                  <a:pt x="724692" y="486174"/>
                </a:moveTo>
                <a:lnTo>
                  <a:pt x="724850" y="486991"/>
                </a:lnTo>
                <a:lnTo>
                  <a:pt x="726016" y="487559"/>
                </a:lnTo>
                <a:close/>
                <a:moveTo>
                  <a:pt x="280294" y="1481247"/>
                </a:moveTo>
                <a:lnTo>
                  <a:pt x="282551" y="1484469"/>
                </a:lnTo>
                <a:lnTo>
                  <a:pt x="289174" y="1492647"/>
                </a:lnTo>
                <a:lnTo>
                  <a:pt x="289384" y="1492885"/>
                </a:lnTo>
                <a:lnTo>
                  <a:pt x="292372" y="1493765"/>
                </a:lnTo>
                <a:lnTo>
                  <a:pt x="282865" y="1482040"/>
                </a:lnTo>
                <a:close/>
                <a:moveTo>
                  <a:pt x="737965" y="456174"/>
                </a:moveTo>
                <a:lnTo>
                  <a:pt x="737952" y="456217"/>
                </a:lnTo>
                <a:lnTo>
                  <a:pt x="737975" y="456247"/>
                </a:lnTo>
                <a:close/>
                <a:moveTo>
                  <a:pt x="686450" y="571525"/>
                </a:moveTo>
                <a:lnTo>
                  <a:pt x="686858" y="576084"/>
                </a:lnTo>
                <a:lnTo>
                  <a:pt x="688368" y="576291"/>
                </a:lnTo>
                <a:lnTo>
                  <a:pt x="688159" y="572928"/>
                </a:lnTo>
                <a:close/>
                <a:moveTo>
                  <a:pt x="749840" y="429516"/>
                </a:moveTo>
                <a:lnTo>
                  <a:pt x="748737" y="432732"/>
                </a:lnTo>
                <a:lnTo>
                  <a:pt x="749549" y="433696"/>
                </a:lnTo>
                <a:lnTo>
                  <a:pt x="750010" y="429716"/>
                </a:lnTo>
                <a:close/>
                <a:moveTo>
                  <a:pt x="298499" y="1439979"/>
                </a:moveTo>
                <a:lnTo>
                  <a:pt x="299680" y="1441461"/>
                </a:lnTo>
                <a:lnTo>
                  <a:pt x="300179" y="1441642"/>
                </a:lnTo>
                <a:lnTo>
                  <a:pt x="299587" y="1440398"/>
                </a:lnTo>
                <a:close/>
                <a:moveTo>
                  <a:pt x="746303" y="437186"/>
                </a:moveTo>
                <a:lnTo>
                  <a:pt x="746128" y="437786"/>
                </a:lnTo>
                <a:lnTo>
                  <a:pt x="746605" y="438096"/>
                </a:lnTo>
                <a:lnTo>
                  <a:pt x="746805" y="437513"/>
                </a:lnTo>
                <a:close/>
                <a:moveTo>
                  <a:pt x="781821" y="357488"/>
                </a:moveTo>
                <a:lnTo>
                  <a:pt x="781236" y="359960"/>
                </a:lnTo>
                <a:lnTo>
                  <a:pt x="777602" y="376278"/>
                </a:lnTo>
                <a:lnTo>
                  <a:pt x="785480" y="385368"/>
                </a:lnTo>
                <a:lnTo>
                  <a:pt x="788015" y="373554"/>
                </a:lnTo>
                <a:lnTo>
                  <a:pt x="788216" y="373387"/>
                </a:lnTo>
                <a:lnTo>
                  <a:pt x="785613" y="385521"/>
                </a:lnTo>
                <a:lnTo>
                  <a:pt x="786702" y="386777"/>
                </a:lnTo>
                <a:lnTo>
                  <a:pt x="789618" y="368140"/>
                </a:lnTo>
                <a:lnTo>
                  <a:pt x="787242" y="364345"/>
                </a:lnTo>
                <a:lnTo>
                  <a:pt x="785491" y="362828"/>
                </a:lnTo>
                <a:lnTo>
                  <a:pt x="785807" y="362842"/>
                </a:lnTo>
                <a:lnTo>
                  <a:pt x="786887" y="363778"/>
                </a:lnTo>
                <a:lnTo>
                  <a:pt x="785006" y="360776"/>
                </a:lnTo>
                <a:lnTo>
                  <a:pt x="783947" y="359227"/>
                </a:lnTo>
                <a:close/>
                <a:moveTo>
                  <a:pt x="720376" y="494898"/>
                </a:moveTo>
                <a:lnTo>
                  <a:pt x="719593" y="500525"/>
                </a:lnTo>
                <a:lnTo>
                  <a:pt x="720331" y="501212"/>
                </a:lnTo>
                <a:lnTo>
                  <a:pt x="720291" y="498035"/>
                </a:lnTo>
                <a:close/>
                <a:moveTo>
                  <a:pt x="738498" y="454267"/>
                </a:moveTo>
                <a:lnTo>
                  <a:pt x="738166" y="455455"/>
                </a:lnTo>
                <a:lnTo>
                  <a:pt x="738362" y="456765"/>
                </a:lnTo>
                <a:lnTo>
                  <a:pt x="738539" y="457003"/>
                </a:lnTo>
                <a:lnTo>
                  <a:pt x="739042" y="454936"/>
                </a:lnTo>
                <a:close/>
                <a:moveTo>
                  <a:pt x="317677" y="1396536"/>
                </a:moveTo>
                <a:lnTo>
                  <a:pt x="317852" y="1397148"/>
                </a:lnTo>
                <a:lnTo>
                  <a:pt x="317980" y="1397524"/>
                </a:lnTo>
                <a:lnTo>
                  <a:pt x="318659" y="1398091"/>
                </a:lnTo>
                <a:close/>
                <a:moveTo>
                  <a:pt x="686392" y="570880"/>
                </a:moveTo>
                <a:lnTo>
                  <a:pt x="686421" y="571204"/>
                </a:lnTo>
                <a:lnTo>
                  <a:pt x="688139" y="572615"/>
                </a:lnTo>
                <a:lnTo>
                  <a:pt x="688139" y="572606"/>
                </a:lnTo>
                <a:close/>
                <a:moveTo>
                  <a:pt x="276239" y="1489243"/>
                </a:moveTo>
                <a:lnTo>
                  <a:pt x="279271" y="1494521"/>
                </a:lnTo>
                <a:lnTo>
                  <a:pt x="286548" y="1498740"/>
                </a:lnTo>
                <a:lnTo>
                  <a:pt x="282730" y="1493133"/>
                </a:lnTo>
                <a:lnTo>
                  <a:pt x="278942" y="1490079"/>
                </a:lnTo>
                <a:close/>
                <a:moveTo>
                  <a:pt x="269066" y="1505207"/>
                </a:moveTo>
                <a:lnTo>
                  <a:pt x="270283" y="1506681"/>
                </a:lnTo>
                <a:lnTo>
                  <a:pt x="271718" y="1507060"/>
                </a:lnTo>
                <a:close/>
                <a:moveTo>
                  <a:pt x="782063" y="356466"/>
                </a:moveTo>
                <a:lnTo>
                  <a:pt x="781852" y="357357"/>
                </a:lnTo>
                <a:lnTo>
                  <a:pt x="783708" y="358875"/>
                </a:lnTo>
                <a:close/>
                <a:moveTo>
                  <a:pt x="682947" y="578307"/>
                </a:moveTo>
                <a:lnTo>
                  <a:pt x="684939" y="583696"/>
                </a:lnTo>
                <a:lnTo>
                  <a:pt x="685294" y="583804"/>
                </a:lnTo>
                <a:lnTo>
                  <a:pt x="685172" y="579599"/>
                </a:lnTo>
                <a:close/>
                <a:moveTo>
                  <a:pt x="677804" y="589809"/>
                </a:moveTo>
                <a:lnTo>
                  <a:pt x="677825" y="589950"/>
                </a:lnTo>
                <a:lnTo>
                  <a:pt x="678007" y="590214"/>
                </a:lnTo>
                <a:lnTo>
                  <a:pt x="678315" y="590839"/>
                </a:lnTo>
                <a:lnTo>
                  <a:pt x="678363" y="590873"/>
                </a:lnTo>
                <a:lnTo>
                  <a:pt x="678479" y="590594"/>
                </a:lnTo>
                <a:close/>
                <a:moveTo>
                  <a:pt x="758118" y="409940"/>
                </a:moveTo>
                <a:lnTo>
                  <a:pt x="758115" y="414335"/>
                </a:lnTo>
                <a:lnTo>
                  <a:pt x="759668" y="410559"/>
                </a:lnTo>
                <a:close/>
                <a:moveTo>
                  <a:pt x="746980" y="434873"/>
                </a:moveTo>
                <a:lnTo>
                  <a:pt x="746580" y="436239"/>
                </a:lnTo>
                <a:lnTo>
                  <a:pt x="747121" y="436591"/>
                </a:lnTo>
                <a:lnTo>
                  <a:pt x="747553" y="435332"/>
                </a:lnTo>
                <a:close/>
                <a:moveTo>
                  <a:pt x="265847" y="1512117"/>
                </a:moveTo>
                <a:lnTo>
                  <a:pt x="266314" y="1512801"/>
                </a:lnTo>
                <a:lnTo>
                  <a:pt x="269248" y="1515953"/>
                </a:lnTo>
                <a:lnTo>
                  <a:pt x="273279" y="1518963"/>
                </a:lnTo>
                <a:lnTo>
                  <a:pt x="269411" y="1514024"/>
                </a:lnTo>
                <a:lnTo>
                  <a:pt x="268408" y="1512867"/>
                </a:lnTo>
                <a:lnTo>
                  <a:pt x="266616" y="1512420"/>
                </a:lnTo>
                <a:close/>
                <a:moveTo>
                  <a:pt x="738886" y="452885"/>
                </a:moveTo>
                <a:lnTo>
                  <a:pt x="738617" y="453845"/>
                </a:lnTo>
                <a:lnTo>
                  <a:pt x="739149" y="454499"/>
                </a:lnTo>
                <a:lnTo>
                  <a:pt x="739446" y="453281"/>
                </a:lnTo>
                <a:close/>
                <a:moveTo>
                  <a:pt x="711346" y="514333"/>
                </a:moveTo>
                <a:lnTo>
                  <a:pt x="711347" y="514494"/>
                </a:lnTo>
                <a:lnTo>
                  <a:pt x="712179" y="515683"/>
                </a:lnTo>
                <a:lnTo>
                  <a:pt x="712059" y="515130"/>
                </a:lnTo>
                <a:close/>
                <a:moveTo>
                  <a:pt x="686340" y="570298"/>
                </a:moveTo>
                <a:lnTo>
                  <a:pt x="686368" y="570610"/>
                </a:lnTo>
                <a:lnTo>
                  <a:pt x="688122" y="572344"/>
                </a:lnTo>
                <a:lnTo>
                  <a:pt x="688058" y="571302"/>
                </a:lnTo>
                <a:close/>
                <a:moveTo>
                  <a:pt x="751997" y="423224"/>
                </a:moveTo>
                <a:lnTo>
                  <a:pt x="751790" y="423829"/>
                </a:lnTo>
                <a:lnTo>
                  <a:pt x="751577" y="428884"/>
                </a:lnTo>
                <a:lnTo>
                  <a:pt x="751590" y="429318"/>
                </a:lnTo>
                <a:lnTo>
                  <a:pt x="751852" y="429578"/>
                </a:lnTo>
                <a:lnTo>
                  <a:pt x="752839" y="427175"/>
                </a:lnTo>
                <a:lnTo>
                  <a:pt x="752841" y="423724"/>
                </a:lnTo>
                <a:close/>
                <a:moveTo>
                  <a:pt x="686785" y="568887"/>
                </a:moveTo>
                <a:lnTo>
                  <a:pt x="687022" y="569036"/>
                </a:lnTo>
                <a:lnTo>
                  <a:pt x="686855" y="568783"/>
                </a:lnTo>
                <a:close/>
                <a:moveTo>
                  <a:pt x="752555" y="421597"/>
                </a:moveTo>
                <a:lnTo>
                  <a:pt x="752098" y="422927"/>
                </a:lnTo>
                <a:lnTo>
                  <a:pt x="752842" y="423376"/>
                </a:lnTo>
                <a:lnTo>
                  <a:pt x="752843" y="421712"/>
                </a:lnTo>
                <a:close/>
                <a:moveTo>
                  <a:pt x="739425" y="450961"/>
                </a:moveTo>
                <a:lnTo>
                  <a:pt x="739077" y="452204"/>
                </a:lnTo>
                <a:lnTo>
                  <a:pt x="739616" y="452586"/>
                </a:lnTo>
                <a:lnTo>
                  <a:pt x="739924" y="451322"/>
                </a:lnTo>
                <a:close/>
                <a:moveTo>
                  <a:pt x="747797" y="432082"/>
                </a:moveTo>
                <a:lnTo>
                  <a:pt x="747399" y="433443"/>
                </a:lnTo>
                <a:lnTo>
                  <a:pt x="748027" y="433947"/>
                </a:lnTo>
                <a:lnTo>
                  <a:pt x="748416" y="432816"/>
                </a:lnTo>
                <a:close/>
                <a:moveTo>
                  <a:pt x="752843" y="420755"/>
                </a:moveTo>
                <a:lnTo>
                  <a:pt x="752746" y="421039"/>
                </a:lnTo>
                <a:lnTo>
                  <a:pt x="752844" y="421076"/>
                </a:lnTo>
                <a:close/>
                <a:moveTo>
                  <a:pt x="686281" y="569633"/>
                </a:moveTo>
                <a:lnTo>
                  <a:pt x="686295" y="569793"/>
                </a:lnTo>
                <a:lnTo>
                  <a:pt x="688027" y="570806"/>
                </a:lnTo>
                <a:lnTo>
                  <a:pt x="687999" y="570352"/>
                </a:lnTo>
                <a:lnTo>
                  <a:pt x="687590" y="569894"/>
                </a:lnTo>
                <a:lnTo>
                  <a:pt x="687238" y="569362"/>
                </a:lnTo>
                <a:lnTo>
                  <a:pt x="686690" y="569027"/>
                </a:lnTo>
                <a:close/>
                <a:moveTo>
                  <a:pt x="732532" y="465753"/>
                </a:moveTo>
                <a:lnTo>
                  <a:pt x="731383" y="471485"/>
                </a:lnTo>
                <a:lnTo>
                  <a:pt x="731575" y="473635"/>
                </a:lnTo>
                <a:lnTo>
                  <a:pt x="731894" y="475250"/>
                </a:lnTo>
                <a:lnTo>
                  <a:pt x="733771" y="468549"/>
                </a:lnTo>
                <a:lnTo>
                  <a:pt x="733056" y="466661"/>
                </a:lnTo>
                <a:close/>
                <a:moveTo>
                  <a:pt x="261903" y="1519576"/>
                </a:moveTo>
                <a:lnTo>
                  <a:pt x="262439" y="1520360"/>
                </a:lnTo>
                <a:lnTo>
                  <a:pt x="262792" y="1520802"/>
                </a:lnTo>
                <a:lnTo>
                  <a:pt x="264607" y="1521473"/>
                </a:lnTo>
                <a:close/>
                <a:moveTo>
                  <a:pt x="721228" y="490852"/>
                </a:moveTo>
                <a:lnTo>
                  <a:pt x="721371" y="502160"/>
                </a:lnTo>
                <a:lnTo>
                  <a:pt x="722515" y="502893"/>
                </a:lnTo>
                <a:lnTo>
                  <a:pt x="723655" y="500010"/>
                </a:lnTo>
                <a:lnTo>
                  <a:pt x="722885" y="492059"/>
                </a:lnTo>
                <a:close/>
                <a:moveTo>
                  <a:pt x="737874" y="453503"/>
                </a:moveTo>
                <a:lnTo>
                  <a:pt x="737913" y="453757"/>
                </a:lnTo>
                <a:lnTo>
                  <a:pt x="737956" y="453602"/>
                </a:lnTo>
                <a:close/>
                <a:moveTo>
                  <a:pt x="277725" y="1483851"/>
                </a:moveTo>
                <a:lnTo>
                  <a:pt x="279887" y="1487028"/>
                </a:lnTo>
                <a:lnTo>
                  <a:pt x="284671" y="1490383"/>
                </a:lnTo>
                <a:lnTo>
                  <a:pt x="286010" y="1491243"/>
                </a:lnTo>
                <a:close/>
                <a:moveTo>
                  <a:pt x="748877" y="428386"/>
                </a:moveTo>
                <a:lnTo>
                  <a:pt x="747899" y="431735"/>
                </a:lnTo>
                <a:lnTo>
                  <a:pt x="748529" y="432484"/>
                </a:lnTo>
                <a:lnTo>
                  <a:pt x="749631" y="429270"/>
                </a:lnTo>
                <a:close/>
                <a:moveTo>
                  <a:pt x="744226" y="438637"/>
                </a:moveTo>
                <a:lnTo>
                  <a:pt x="745090" y="439787"/>
                </a:lnTo>
                <a:lnTo>
                  <a:pt x="745208" y="439384"/>
                </a:lnTo>
                <a:close/>
                <a:moveTo>
                  <a:pt x="751925" y="421346"/>
                </a:moveTo>
                <a:lnTo>
                  <a:pt x="751876" y="421766"/>
                </a:lnTo>
                <a:lnTo>
                  <a:pt x="751834" y="422768"/>
                </a:lnTo>
                <a:lnTo>
                  <a:pt x="751857" y="422780"/>
                </a:lnTo>
                <a:lnTo>
                  <a:pt x="752297" y="421495"/>
                </a:lnTo>
                <a:close/>
                <a:moveTo>
                  <a:pt x="742473" y="442422"/>
                </a:moveTo>
                <a:lnTo>
                  <a:pt x="742425" y="442622"/>
                </a:lnTo>
                <a:lnTo>
                  <a:pt x="740429" y="451185"/>
                </a:lnTo>
                <a:lnTo>
                  <a:pt x="741529" y="451960"/>
                </a:lnTo>
                <a:lnTo>
                  <a:pt x="744045" y="443359"/>
                </a:lnTo>
                <a:close/>
                <a:moveTo>
                  <a:pt x="783425" y="350713"/>
                </a:moveTo>
                <a:lnTo>
                  <a:pt x="782174" y="355995"/>
                </a:lnTo>
                <a:lnTo>
                  <a:pt x="784694" y="359680"/>
                </a:lnTo>
                <a:lnTo>
                  <a:pt x="790252" y="364227"/>
                </a:lnTo>
                <a:lnTo>
                  <a:pt x="790601" y="362173"/>
                </a:lnTo>
                <a:close/>
                <a:moveTo>
                  <a:pt x="329624" y="1366820"/>
                </a:moveTo>
                <a:lnTo>
                  <a:pt x="330978" y="1368970"/>
                </a:lnTo>
                <a:lnTo>
                  <a:pt x="330489" y="1367313"/>
                </a:lnTo>
                <a:lnTo>
                  <a:pt x="330109" y="1366525"/>
                </a:lnTo>
                <a:lnTo>
                  <a:pt x="330025" y="1366448"/>
                </a:lnTo>
                <a:close/>
                <a:moveTo>
                  <a:pt x="711337" y="511997"/>
                </a:moveTo>
                <a:lnTo>
                  <a:pt x="711339" y="512498"/>
                </a:lnTo>
                <a:lnTo>
                  <a:pt x="711526" y="512687"/>
                </a:lnTo>
                <a:lnTo>
                  <a:pt x="711429" y="512240"/>
                </a:lnTo>
                <a:close/>
                <a:moveTo>
                  <a:pt x="724336" y="482705"/>
                </a:moveTo>
                <a:lnTo>
                  <a:pt x="725978" y="485069"/>
                </a:lnTo>
                <a:lnTo>
                  <a:pt x="727715" y="486639"/>
                </a:lnTo>
                <a:lnTo>
                  <a:pt x="728028" y="485076"/>
                </a:lnTo>
                <a:close/>
                <a:moveTo>
                  <a:pt x="683896" y="573166"/>
                </a:moveTo>
                <a:lnTo>
                  <a:pt x="685052" y="575459"/>
                </a:lnTo>
                <a:lnTo>
                  <a:pt x="684941" y="571619"/>
                </a:lnTo>
                <a:close/>
                <a:moveTo>
                  <a:pt x="724044" y="482824"/>
                </a:moveTo>
                <a:lnTo>
                  <a:pt x="724160" y="483425"/>
                </a:lnTo>
                <a:lnTo>
                  <a:pt x="724968" y="484157"/>
                </a:lnTo>
                <a:close/>
                <a:moveTo>
                  <a:pt x="721203" y="488968"/>
                </a:moveTo>
                <a:lnTo>
                  <a:pt x="721214" y="489819"/>
                </a:lnTo>
                <a:lnTo>
                  <a:pt x="722823" y="490990"/>
                </a:lnTo>
                <a:lnTo>
                  <a:pt x="722901" y="490870"/>
                </a:lnTo>
                <a:lnTo>
                  <a:pt x="722920" y="491061"/>
                </a:lnTo>
                <a:lnTo>
                  <a:pt x="724581" y="492270"/>
                </a:lnTo>
                <a:lnTo>
                  <a:pt x="724410" y="491384"/>
                </a:lnTo>
                <a:close/>
                <a:moveTo>
                  <a:pt x="737653" y="452014"/>
                </a:moveTo>
                <a:lnTo>
                  <a:pt x="737771" y="452807"/>
                </a:lnTo>
                <a:lnTo>
                  <a:pt x="738074" y="453180"/>
                </a:lnTo>
                <a:lnTo>
                  <a:pt x="738278" y="452455"/>
                </a:lnTo>
                <a:close/>
                <a:moveTo>
                  <a:pt x="743212" y="439396"/>
                </a:moveTo>
                <a:lnTo>
                  <a:pt x="742679" y="441581"/>
                </a:lnTo>
                <a:lnTo>
                  <a:pt x="744285" y="442540"/>
                </a:lnTo>
                <a:lnTo>
                  <a:pt x="744645" y="441306"/>
                </a:lnTo>
                <a:close/>
                <a:moveTo>
                  <a:pt x="682141" y="576128"/>
                </a:moveTo>
                <a:lnTo>
                  <a:pt x="682375" y="576759"/>
                </a:lnTo>
                <a:lnTo>
                  <a:pt x="683890" y="577638"/>
                </a:lnTo>
                <a:lnTo>
                  <a:pt x="685127" y="578026"/>
                </a:lnTo>
                <a:lnTo>
                  <a:pt x="685084" y="576532"/>
                </a:lnTo>
                <a:close/>
                <a:moveTo>
                  <a:pt x="255613" y="1531020"/>
                </a:moveTo>
                <a:lnTo>
                  <a:pt x="257760" y="1532332"/>
                </a:lnTo>
                <a:lnTo>
                  <a:pt x="259810" y="1533060"/>
                </a:lnTo>
                <a:close/>
                <a:moveTo>
                  <a:pt x="741910" y="442086"/>
                </a:moveTo>
                <a:lnTo>
                  <a:pt x="739538" y="450557"/>
                </a:lnTo>
                <a:lnTo>
                  <a:pt x="740026" y="450901"/>
                </a:lnTo>
                <a:lnTo>
                  <a:pt x="742141" y="442223"/>
                </a:lnTo>
                <a:close/>
                <a:moveTo>
                  <a:pt x="682345" y="575462"/>
                </a:moveTo>
                <a:lnTo>
                  <a:pt x="684985" y="575825"/>
                </a:lnTo>
                <a:lnTo>
                  <a:pt x="683751" y="573381"/>
                </a:lnTo>
                <a:close/>
                <a:moveTo>
                  <a:pt x="750626" y="422410"/>
                </a:moveTo>
                <a:lnTo>
                  <a:pt x="749276" y="427024"/>
                </a:lnTo>
                <a:lnTo>
                  <a:pt x="750116" y="427857"/>
                </a:lnTo>
                <a:lnTo>
                  <a:pt x="750282" y="427374"/>
                </a:lnTo>
                <a:lnTo>
                  <a:pt x="750841" y="422538"/>
                </a:lnTo>
                <a:close/>
                <a:moveTo>
                  <a:pt x="237945" y="1569990"/>
                </a:moveTo>
                <a:lnTo>
                  <a:pt x="246532" y="1577879"/>
                </a:lnTo>
                <a:lnTo>
                  <a:pt x="249743" y="1574348"/>
                </a:lnTo>
                <a:close/>
                <a:moveTo>
                  <a:pt x="751007" y="421107"/>
                </a:moveTo>
                <a:lnTo>
                  <a:pt x="750719" y="422092"/>
                </a:lnTo>
                <a:lnTo>
                  <a:pt x="750881" y="422191"/>
                </a:lnTo>
                <a:close/>
                <a:moveTo>
                  <a:pt x="733741" y="459727"/>
                </a:moveTo>
                <a:lnTo>
                  <a:pt x="733647" y="460195"/>
                </a:lnTo>
                <a:lnTo>
                  <a:pt x="734864" y="462302"/>
                </a:lnTo>
                <a:lnTo>
                  <a:pt x="735427" y="462638"/>
                </a:lnTo>
                <a:lnTo>
                  <a:pt x="735965" y="460715"/>
                </a:lnTo>
                <a:close/>
                <a:moveTo>
                  <a:pt x="804408" y="301276"/>
                </a:moveTo>
                <a:lnTo>
                  <a:pt x="805009" y="317209"/>
                </a:lnTo>
                <a:lnTo>
                  <a:pt x="805805" y="332776"/>
                </a:lnTo>
                <a:lnTo>
                  <a:pt x="811887" y="343660"/>
                </a:lnTo>
                <a:lnTo>
                  <a:pt x="816175" y="347533"/>
                </a:lnTo>
                <a:lnTo>
                  <a:pt x="819189" y="337657"/>
                </a:lnTo>
                <a:lnTo>
                  <a:pt x="819188" y="337654"/>
                </a:lnTo>
                <a:lnTo>
                  <a:pt x="811844" y="321249"/>
                </a:lnTo>
                <a:lnTo>
                  <a:pt x="812076" y="321370"/>
                </a:lnTo>
                <a:lnTo>
                  <a:pt x="819261" y="337421"/>
                </a:lnTo>
                <a:lnTo>
                  <a:pt x="823386" y="323905"/>
                </a:lnTo>
                <a:lnTo>
                  <a:pt x="818278" y="312071"/>
                </a:lnTo>
                <a:close/>
                <a:moveTo>
                  <a:pt x="295776" y="1440023"/>
                </a:moveTo>
                <a:lnTo>
                  <a:pt x="295787" y="1440047"/>
                </a:lnTo>
                <a:lnTo>
                  <a:pt x="295825" y="1440060"/>
                </a:lnTo>
                <a:close/>
                <a:moveTo>
                  <a:pt x="784774" y="345019"/>
                </a:moveTo>
                <a:lnTo>
                  <a:pt x="783836" y="348981"/>
                </a:lnTo>
                <a:lnTo>
                  <a:pt x="790921" y="360296"/>
                </a:lnTo>
                <a:lnTo>
                  <a:pt x="792217" y="352692"/>
                </a:lnTo>
                <a:close/>
                <a:moveTo>
                  <a:pt x="742833" y="438891"/>
                </a:moveTo>
                <a:lnTo>
                  <a:pt x="742630" y="439518"/>
                </a:lnTo>
                <a:lnTo>
                  <a:pt x="742142" y="441262"/>
                </a:lnTo>
                <a:lnTo>
                  <a:pt x="742346" y="441383"/>
                </a:lnTo>
                <a:lnTo>
                  <a:pt x="742924" y="439012"/>
                </a:lnTo>
                <a:close/>
                <a:moveTo>
                  <a:pt x="721562" y="486386"/>
                </a:moveTo>
                <a:lnTo>
                  <a:pt x="721344" y="487951"/>
                </a:lnTo>
                <a:lnTo>
                  <a:pt x="724155" y="490067"/>
                </a:lnTo>
                <a:lnTo>
                  <a:pt x="723642" y="487418"/>
                </a:lnTo>
                <a:lnTo>
                  <a:pt x="723297" y="487232"/>
                </a:lnTo>
                <a:close/>
                <a:moveTo>
                  <a:pt x="274804" y="1486743"/>
                </a:moveTo>
                <a:lnTo>
                  <a:pt x="276083" y="1488971"/>
                </a:lnTo>
                <a:lnTo>
                  <a:pt x="278421" y="1489659"/>
                </a:lnTo>
                <a:close/>
                <a:moveTo>
                  <a:pt x="744100" y="435752"/>
                </a:moveTo>
                <a:lnTo>
                  <a:pt x="743969" y="436287"/>
                </a:lnTo>
                <a:lnTo>
                  <a:pt x="744130" y="436484"/>
                </a:lnTo>
                <a:lnTo>
                  <a:pt x="745747" y="437538"/>
                </a:lnTo>
                <a:lnTo>
                  <a:pt x="745923" y="436940"/>
                </a:lnTo>
                <a:close/>
                <a:moveTo>
                  <a:pt x="692890" y="550260"/>
                </a:moveTo>
                <a:lnTo>
                  <a:pt x="694603" y="552221"/>
                </a:lnTo>
                <a:lnTo>
                  <a:pt x="694884" y="552436"/>
                </a:lnTo>
                <a:lnTo>
                  <a:pt x="694520" y="550909"/>
                </a:lnTo>
                <a:close/>
                <a:moveTo>
                  <a:pt x="293375" y="1444570"/>
                </a:moveTo>
                <a:lnTo>
                  <a:pt x="293556" y="1444681"/>
                </a:lnTo>
                <a:lnTo>
                  <a:pt x="293550" y="1444668"/>
                </a:lnTo>
                <a:close/>
                <a:moveTo>
                  <a:pt x="228706" y="1589283"/>
                </a:moveTo>
                <a:lnTo>
                  <a:pt x="231797" y="1592121"/>
                </a:lnTo>
                <a:lnTo>
                  <a:pt x="233091" y="1592658"/>
                </a:lnTo>
                <a:lnTo>
                  <a:pt x="233771" y="1591910"/>
                </a:lnTo>
                <a:lnTo>
                  <a:pt x="231957" y="1589990"/>
                </a:lnTo>
                <a:close/>
                <a:moveTo>
                  <a:pt x="721168" y="486194"/>
                </a:moveTo>
                <a:lnTo>
                  <a:pt x="721180" y="487120"/>
                </a:lnTo>
                <a:lnTo>
                  <a:pt x="721300" y="486259"/>
                </a:lnTo>
                <a:close/>
                <a:moveTo>
                  <a:pt x="715174" y="499478"/>
                </a:moveTo>
                <a:lnTo>
                  <a:pt x="718307" y="507748"/>
                </a:lnTo>
                <a:lnTo>
                  <a:pt x="718395" y="507110"/>
                </a:lnTo>
                <a:lnTo>
                  <a:pt x="718260" y="502940"/>
                </a:lnTo>
                <a:close/>
                <a:moveTo>
                  <a:pt x="328541" y="1365101"/>
                </a:moveTo>
                <a:lnTo>
                  <a:pt x="328859" y="1365605"/>
                </a:lnTo>
                <a:lnTo>
                  <a:pt x="328976" y="1365496"/>
                </a:lnTo>
                <a:close/>
                <a:moveTo>
                  <a:pt x="744749" y="433086"/>
                </a:moveTo>
                <a:lnTo>
                  <a:pt x="744337" y="434778"/>
                </a:lnTo>
                <a:lnTo>
                  <a:pt x="746200" y="435991"/>
                </a:lnTo>
                <a:lnTo>
                  <a:pt x="746613" y="434579"/>
                </a:lnTo>
                <a:close/>
                <a:moveTo>
                  <a:pt x="752847" y="414889"/>
                </a:moveTo>
                <a:lnTo>
                  <a:pt x="752568" y="415797"/>
                </a:lnTo>
                <a:lnTo>
                  <a:pt x="751995" y="420751"/>
                </a:lnTo>
                <a:lnTo>
                  <a:pt x="752486" y="420941"/>
                </a:lnTo>
                <a:lnTo>
                  <a:pt x="752844" y="419898"/>
                </a:lnTo>
                <a:close/>
                <a:moveTo>
                  <a:pt x="737261" y="449392"/>
                </a:moveTo>
                <a:lnTo>
                  <a:pt x="737516" y="451102"/>
                </a:lnTo>
                <a:lnTo>
                  <a:pt x="738468" y="451775"/>
                </a:lnTo>
                <a:lnTo>
                  <a:pt x="738820" y="450521"/>
                </a:lnTo>
                <a:close/>
                <a:moveTo>
                  <a:pt x="758123" y="402586"/>
                </a:moveTo>
                <a:lnTo>
                  <a:pt x="758119" y="409052"/>
                </a:lnTo>
                <a:lnTo>
                  <a:pt x="759982" y="409795"/>
                </a:lnTo>
                <a:lnTo>
                  <a:pt x="761394" y="406359"/>
                </a:lnTo>
                <a:close/>
                <a:moveTo>
                  <a:pt x="736408" y="451134"/>
                </a:moveTo>
                <a:lnTo>
                  <a:pt x="737393" y="452342"/>
                </a:lnTo>
                <a:lnTo>
                  <a:pt x="737308" y="451770"/>
                </a:lnTo>
                <a:close/>
                <a:moveTo>
                  <a:pt x="274296" y="1485860"/>
                </a:moveTo>
                <a:lnTo>
                  <a:pt x="274629" y="1486439"/>
                </a:lnTo>
                <a:lnTo>
                  <a:pt x="278741" y="1489753"/>
                </a:lnTo>
                <a:lnTo>
                  <a:pt x="280853" y="1490375"/>
                </a:lnTo>
                <a:lnTo>
                  <a:pt x="279998" y="1489119"/>
                </a:lnTo>
                <a:close/>
                <a:moveTo>
                  <a:pt x="730818" y="463315"/>
                </a:moveTo>
                <a:lnTo>
                  <a:pt x="730917" y="466270"/>
                </a:lnTo>
                <a:lnTo>
                  <a:pt x="731189" y="469314"/>
                </a:lnTo>
                <a:lnTo>
                  <a:pt x="732065" y="464944"/>
                </a:lnTo>
                <a:lnTo>
                  <a:pt x="730992" y="463086"/>
                </a:lnTo>
                <a:close/>
                <a:moveTo>
                  <a:pt x="745803" y="429712"/>
                </a:moveTo>
                <a:lnTo>
                  <a:pt x="745173" y="431659"/>
                </a:lnTo>
                <a:lnTo>
                  <a:pt x="747033" y="433149"/>
                </a:lnTo>
                <a:lnTo>
                  <a:pt x="747478" y="431703"/>
                </a:lnTo>
                <a:close/>
                <a:moveTo>
                  <a:pt x="262895" y="1511034"/>
                </a:moveTo>
                <a:lnTo>
                  <a:pt x="264680" y="1512481"/>
                </a:lnTo>
                <a:lnTo>
                  <a:pt x="263999" y="1511390"/>
                </a:lnTo>
                <a:lnTo>
                  <a:pt x="263163" y="1511061"/>
                </a:lnTo>
                <a:close/>
                <a:moveTo>
                  <a:pt x="276658" y="1480124"/>
                </a:moveTo>
                <a:lnTo>
                  <a:pt x="283999" y="1488008"/>
                </a:lnTo>
                <a:lnTo>
                  <a:pt x="280309" y="1482546"/>
                </a:lnTo>
                <a:lnTo>
                  <a:pt x="278912" y="1480820"/>
                </a:lnTo>
                <a:close/>
                <a:moveTo>
                  <a:pt x="295136" y="1438680"/>
                </a:moveTo>
                <a:lnTo>
                  <a:pt x="295615" y="1439686"/>
                </a:lnTo>
                <a:lnTo>
                  <a:pt x="296371" y="1440260"/>
                </a:lnTo>
                <a:lnTo>
                  <a:pt x="296538" y="1440320"/>
                </a:lnTo>
                <a:lnTo>
                  <a:pt x="295518" y="1438828"/>
                </a:lnTo>
                <a:close/>
                <a:moveTo>
                  <a:pt x="762417" y="392345"/>
                </a:moveTo>
                <a:lnTo>
                  <a:pt x="765189" y="397124"/>
                </a:lnTo>
                <a:lnTo>
                  <a:pt x="765520" y="396318"/>
                </a:lnTo>
                <a:lnTo>
                  <a:pt x="765943" y="396080"/>
                </a:lnTo>
                <a:lnTo>
                  <a:pt x="765379" y="397453"/>
                </a:lnTo>
                <a:lnTo>
                  <a:pt x="768312" y="402512"/>
                </a:lnTo>
                <a:lnTo>
                  <a:pt x="770328" y="403282"/>
                </a:lnTo>
                <a:lnTo>
                  <a:pt x="770494" y="400544"/>
                </a:lnTo>
                <a:close/>
                <a:moveTo>
                  <a:pt x="734982" y="453540"/>
                </a:moveTo>
                <a:lnTo>
                  <a:pt x="733930" y="458785"/>
                </a:lnTo>
                <a:lnTo>
                  <a:pt x="734493" y="458041"/>
                </a:lnTo>
                <a:lnTo>
                  <a:pt x="734882" y="457937"/>
                </a:lnTo>
                <a:lnTo>
                  <a:pt x="734023" y="459074"/>
                </a:lnTo>
                <a:lnTo>
                  <a:pt x="736184" y="459933"/>
                </a:lnTo>
                <a:lnTo>
                  <a:pt x="737158" y="456455"/>
                </a:lnTo>
                <a:close/>
                <a:moveTo>
                  <a:pt x="752848" y="413379"/>
                </a:moveTo>
                <a:lnTo>
                  <a:pt x="752692" y="414723"/>
                </a:lnTo>
                <a:lnTo>
                  <a:pt x="752848" y="414218"/>
                </a:lnTo>
                <a:close/>
                <a:moveTo>
                  <a:pt x="730799" y="462750"/>
                </a:moveTo>
                <a:lnTo>
                  <a:pt x="730804" y="462918"/>
                </a:lnTo>
                <a:lnTo>
                  <a:pt x="730856" y="462850"/>
                </a:lnTo>
                <a:close/>
                <a:moveTo>
                  <a:pt x="754351" y="409992"/>
                </a:moveTo>
                <a:lnTo>
                  <a:pt x="754118" y="410750"/>
                </a:lnTo>
                <a:lnTo>
                  <a:pt x="754114" y="416193"/>
                </a:lnTo>
                <a:lnTo>
                  <a:pt x="754486" y="415110"/>
                </a:lnTo>
                <a:lnTo>
                  <a:pt x="754862" y="414867"/>
                </a:lnTo>
                <a:lnTo>
                  <a:pt x="754157" y="416924"/>
                </a:lnTo>
                <a:lnTo>
                  <a:pt x="754505" y="421715"/>
                </a:lnTo>
                <a:lnTo>
                  <a:pt x="754653" y="421772"/>
                </a:lnTo>
                <a:lnTo>
                  <a:pt x="755002" y="421912"/>
                </a:lnTo>
                <a:lnTo>
                  <a:pt x="757169" y="416640"/>
                </a:lnTo>
                <a:lnTo>
                  <a:pt x="757170" y="415060"/>
                </a:lnTo>
                <a:close/>
                <a:moveTo>
                  <a:pt x="321362" y="1379315"/>
                </a:moveTo>
                <a:lnTo>
                  <a:pt x="322268" y="1380946"/>
                </a:lnTo>
                <a:lnTo>
                  <a:pt x="322470" y="1381277"/>
                </a:lnTo>
                <a:lnTo>
                  <a:pt x="325391" y="1381523"/>
                </a:lnTo>
                <a:close/>
                <a:moveTo>
                  <a:pt x="746960" y="426136"/>
                </a:moveTo>
                <a:lnTo>
                  <a:pt x="745912" y="429375"/>
                </a:lnTo>
                <a:lnTo>
                  <a:pt x="747583" y="431360"/>
                </a:lnTo>
                <a:lnTo>
                  <a:pt x="748597" y="428056"/>
                </a:lnTo>
                <a:close/>
                <a:moveTo>
                  <a:pt x="754776" y="408605"/>
                </a:moveTo>
                <a:lnTo>
                  <a:pt x="754687" y="408897"/>
                </a:lnTo>
                <a:lnTo>
                  <a:pt x="757171" y="413364"/>
                </a:lnTo>
                <a:lnTo>
                  <a:pt x="757174" y="409562"/>
                </a:lnTo>
                <a:close/>
                <a:moveTo>
                  <a:pt x="691941" y="549174"/>
                </a:moveTo>
                <a:lnTo>
                  <a:pt x="692529" y="549848"/>
                </a:lnTo>
                <a:lnTo>
                  <a:pt x="694287" y="550548"/>
                </a:lnTo>
                <a:close/>
                <a:moveTo>
                  <a:pt x="742907" y="434976"/>
                </a:moveTo>
                <a:lnTo>
                  <a:pt x="743560" y="435781"/>
                </a:lnTo>
                <a:lnTo>
                  <a:pt x="743662" y="435467"/>
                </a:lnTo>
                <a:close/>
                <a:moveTo>
                  <a:pt x="802984" y="300169"/>
                </a:moveTo>
                <a:lnTo>
                  <a:pt x="800805" y="315935"/>
                </a:lnTo>
                <a:lnTo>
                  <a:pt x="800282" y="322890"/>
                </a:lnTo>
                <a:lnTo>
                  <a:pt x="805181" y="331658"/>
                </a:lnTo>
                <a:lnTo>
                  <a:pt x="804025" y="300979"/>
                </a:lnTo>
                <a:close/>
                <a:moveTo>
                  <a:pt x="754119" y="409577"/>
                </a:moveTo>
                <a:lnTo>
                  <a:pt x="754118" y="410079"/>
                </a:lnTo>
                <a:lnTo>
                  <a:pt x="754218" y="409755"/>
                </a:lnTo>
                <a:close/>
                <a:moveTo>
                  <a:pt x="754451" y="408476"/>
                </a:moveTo>
                <a:lnTo>
                  <a:pt x="754554" y="408660"/>
                </a:lnTo>
                <a:lnTo>
                  <a:pt x="754593" y="408532"/>
                </a:lnTo>
                <a:close/>
                <a:moveTo>
                  <a:pt x="682924" y="568630"/>
                </a:moveTo>
                <a:lnTo>
                  <a:pt x="682579" y="571606"/>
                </a:lnTo>
                <a:lnTo>
                  <a:pt x="683994" y="569510"/>
                </a:lnTo>
                <a:close/>
                <a:moveTo>
                  <a:pt x="735559" y="450661"/>
                </a:moveTo>
                <a:lnTo>
                  <a:pt x="735188" y="452513"/>
                </a:lnTo>
                <a:lnTo>
                  <a:pt x="737423" y="455508"/>
                </a:lnTo>
                <a:lnTo>
                  <a:pt x="737711" y="454477"/>
                </a:lnTo>
                <a:lnTo>
                  <a:pt x="737497" y="453038"/>
                </a:lnTo>
                <a:close/>
                <a:moveTo>
                  <a:pt x="682960" y="568319"/>
                </a:moveTo>
                <a:lnTo>
                  <a:pt x="682956" y="568358"/>
                </a:lnTo>
                <a:lnTo>
                  <a:pt x="684124" y="569318"/>
                </a:lnTo>
                <a:lnTo>
                  <a:pt x="684277" y="569091"/>
                </a:lnTo>
                <a:close/>
                <a:moveTo>
                  <a:pt x="748563" y="421186"/>
                </a:moveTo>
                <a:lnTo>
                  <a:pt x="747305" y="425070"/>
                </a:lnTo>
                <a:lnTo>
                  <a:pt x="748998" y="426749"/>
                </a:lnTo>
                <a:lnTo>
                  <a:pt x="750377" y="422262"/>
                </a:lnTo>
                <a:close/>
                <a:moveTo>
                  <a:pt x="746558" y="425663"/>
                </a:moveTo>
                <a:lnTo>
                  <a:pt x="745717" y="429115"/>
                </a:lnTo>
                <a:lnTo>
                  <a:pt x="746758" y="425899"/>
                </a:lnTo>
                <a:close/>
                <a:moveTo>
                  <a:pt x="266062" y="1501569"/>
                </a:moveTo>
                <a:lnTo>
                  <a:pt x="266217" y="1501758"/>
                </a:lnTo>
                <a:lnTo>
                  <a:pt x="276456" y="1508311"/>
                </a:lnTo>
                <a:lnTo>
                  <a:pt x="278770" y="1508923"/>
                </a:lnTo>
                <a:lnTo>
                  <a:pt x="275984" y="1503325"/>
                </a:lnTo>
                <a:lnTo>
                  <a:pt x="273613" y="1502048"/>
                </a:lnTo>
                <a:close/>
                <a:moveTo>
                  <a:pt x="721120" y="482435"/>
                </a:moveTo>
                <a:lnTo>
                  <a:pt x="721155" y="485189"/>
                </a:lnTo>
                <a:lnTo>
                  <a:pt x="723424" y="486295"/>
                </a:lnTo>
                <a:lnTo>
                  <a:pt x="723072" y="484478"/>
                </a:lnTo>
                <a:close/>
                <a:moveTo>
                  <a:pt x="758124" y="399495"/>
                </a:moveTo>
                <a:lnTo>
                  <a:pt x="758122" y="402178"/>
                </a:lnTo>
                <a:lnTo>
                  <a:pt x="761507" y="406083"/>
                </a:lnTo>
                <a:lnTo>
                  <a:pt x="762579" y="403475"/>
                </a:lnTo>
                <a:close/>
                <a:moveTo>
                  <a:pt x="748902" y="420137"/>
                </a:moveTo>
                <a:lnTo>
                  <a:pt x="748670" y="420853"/>
                </a:lnTo>
                <a:lnTo>
                  <a:pt x="750474" y="421945"/>
                </a:lnTo>
                <a:lnTo>
                  <a:pt x="750797" y="420895"/>
                </a:lnTo>
                <a:close/>
                <a:moveTo>
                  <a:pt x="259436" y="1515966"/>
                </a:moveTo>
                <a:lnTo>
                  <a:pt x="260694" y="1517808"/>
                </a:lnTo>
                <a:lnTo>
                  <a:pt x="267380" y="1522497"/>
                </a:lnTo>
                <a:lnTo>
                  <a:pt x="272422" y="1524360"/>
                </a:lnTo>
                <a:lnTo>
                  <a:pt x="271952" y="1523669"/>
                </a:lnTo>
                <a:close/>
                <a:moveTo>
                  <a:pt x="282690" y="1463813"/>
                </a:moveTo>
                <a:lnTo>
                  <a:pt x="283345" y="1464954"/>
                </a:lnTo>
                <a:lnTo>
                  <a:pt x="287329" y="1467163"/>
                </a:lnTo>
                <a:lnTo>
                  <a:pt x="286136" y="1465863"/>
                </a:lnTo>
                <a:close/>
                <a:moveTo>
                  <a:pt x="294488" y="1437321"/>
                </a:moveTo>
                <a:lnTo>
                  <a:pt x="294711" y="1437791"/>
                </a:lnTo>
                <a:lnTo>
                  <a:pt x="294844" y="1437841"/>
                </a:lnTo>
                <a:close/>
                <a:moveTo>
                  <a:pt x="718155" y="488615"/>
                </a:moveTo>
                <a:lnTo>
                  <a:pt x="718404" y="496302"/>
                </a:lnTo>
                <a:lnTo>
                  <a:pt x="718647" y="499646"/>
                </a:lnTo>
                <a:lnTo>
                  <a:pt x="719346" y="500295"/>
                </a:lnTo>
                <a:lnTo>
                  <a:pt x="720444" y="492402"/>
                </a:lnTo>
                <a:lnTo>
                  <a:pt x="720501" y="490323"/>
                </a:lnTo>
                <a:close/>
                <a:moveTo>
                  <a:pt x="758124" y="398980"/>
                </a:moveTo>
                <a:lnTo>
                  <a:pt x="758124" y="399013"/>
                </a:lnTo>
                <a:lnTo>
                  <a:pt x="762723" y="403122"/>
                </a:lnTo>
                <a:lnTo>
                  <a:pt x="763016" y="402411"/>
                </a:lnTo>
                <a:lnTo>
                  <a:pt x="761853" y="400403"/>
                </a:lnTo>
                <a:close/>
                <a:moveTo>
                  <a:pt x="735995" y="448475"/>
                </a:moveTo>
                <a:lnTo>
                  <a:pt x="735723" y="449833"/>
                </a:lnTo>
                <a:lnTo>
                  <a:pt x="737172" y="450857"/>
                </a:lnTo>
                <a:lnTo>
                  <a:pt x="736915" y="449142"/>
                </a:lnTo>
                <a:close/>
                <a:moveTo>
                  <a:pt x="683130" y="566847"/>
                </a:moveTo>
                <a:lnTo>
                  <a:pt x="683010" y="567884"/>
                </a:lnTo>
                <a:lnTo>
                  <a:pt x="683797" y="568331"/>
                </a:lnTo>
                <a:lnTo>
                  <a:pt x="684509" y="568747"/>
                </a:lnTo>
                <a:lnTo>
                  <a:pt x="684707" y="568455"/>
                </a:lnTo>
                <a:lnTo>
                  <a:pt x="684645" y="567774"/>
                </a:lnTo>
                <a:close/>
                <a:moveTo>
                  <a:pt x="757018" y="401309"/>
                </a:moveTo>
                <a:lnTo>
                  <a:pt x="755019" y="407814"/>
                </a:lnTo>
                <a:lnTo>
                  <a:pt x="757174" y="408674"/>
                </a:lnTo>
                <a:lnTo>
                  <a:pt x="757174" y="408167"/>
                </a:lnTo>
                <a:lnTo>
                  <a:pt x="757433" y="401789"/>
                </a:lnTo>
                <a:close/>
                <a:moveTo>
                  <a:pt x="287177" y="1453251"/>
                </a:moveTo>
                <a:lnTo>
                  <a:pt x="293796" y="1463176"/>
                </a:lnTo>
                <a:lnTo>
                  <a:pt x="297949" y="1464936"/>
                </a:lnTo>
                <a:close/>
                <a:moveTo>
                  <a:pt x="726749" y="468701"/>
                </a:moveTo>
                <a:lnTo>
                  <a:pt x="727658" y="469976"/>
                </a:lnTo>
                <a:lnTo>
                  <a:pt x="727580" y="467601"/>
                </a:lnTo>
                <a:close/>
                <a:moveTo>
                  <a:pt x="757518" y="399678"/>
                </a:moveTo>
                <a:lnTo>
                  <a:pt x="757110" y="401008"/>
                </a:lnTo>
                <a:lnTo>
                  <a:pt x="757448" y="401401"/>
                </a:lnTo>
                <a:close/>
                <a:moveTo>
                  <a:pt x="721154" y="480663"/>
                </a:moveTo>
                <a:lnTo>
                  <a:pt x="721153" y="480706"/>
                </a:lnTo>
                <a:lnTo>
                  <a:pt x="722594" y="482009"/>
                </a:lnTo>
                <a:lnTo>
                  <a:pt x="722501" y="481527"/>
                </a:lnTo>
                <a:close/>
                <a:moveTo>
                  <a:pt x="320046" y="1378594"/>
                </a:moveTo>
                <a:lnTo>
                  <a:pt x="320773" y="1381135"/>
                </a:lnTo>
                <a:lnTo>
                  <a:pt x="321817" y="1381223"/>
                </a:lnTo>
                <a:lnTo>
                  <a:pt x="320492" y="1378838"/>
                </a:lnTo>
                <a:close/>
                <a:moveTo>
                  <a:pt x="700716" y="526178"/>
                </a:moveTo>
                <a:lnTo>
                  <a:pt x="700405" y="528601"/>
                </a:lnTo>
                <a:lnTo>
                  <a:pt x="700547" y="529332"/>
                </a:lnTo>
                <a:lnTo>
                  <a:pt x="700593" y="529357"/>
                </a:lnTo>
                <a:lnTo>
                  <a:pt x="701061" y="526419"/>
                </a:lnTo>
                <a:close/>
                <a:moveTo>
                  <a:pt x="747764" y="420712"/>
                </a:moveTo>
                <a:lnTo>
                  <a:pt x="746820" y="424588"/>
                </a:lnTo>
                <a:lnTo>
                  <a:pt x="747094" y="424859"/>
                </a:lnTo>
                <a:lnTo>
                  <a:pt x="748328" y="421046"/>
                </a:lnTo>
                <a:close/>
                <a:moveTo>
                  <a:pt x="683378" y="564705"/>
                </a:moveTo>
                <a:lnTo>
                  <a:pt x="683156" y="566622"/>
                </a:lnTo>
                <a:lnTo>
                  <a:pt x="684624" y="567538"/>
                </a:lnTo>
                <a:lnTo>
                  <a:pt x="684408" y="565123"/>
                </a:lnTo>
                <a:close/>
                <a:moveTo>
                  <a:pt x="274797" y="1479550"/>
                </a:moveTo>
                <a:lnTo>
                  <a:pt x="276808" y="1482504"/>
                </a:lnTo>
                <a:lnTo>
                  <a:pt x="285548" y="1490302"/>
                </a:lnTo>
                <a:lnTo>
                  <a:pt x="285487" y="1490212"/>
                </a:lnTo>
                <a:lnTo>
                  <a:pt x="275867" y="1479880"/>
                </a:lnTo>
                <a:close/>
                <a:moveTo>
                  <a:pt x="747993" y="419775"/>
                </a:moveTo>
                <a:lnTo>
                  <a:pt x="747850" y="420358"/>
                </a:lnTo>
                <a:lnTo>
                  <a:pt x="748436" y="420712"/>
                </a:lnTo>
                <a:lnTo>
                  <a:pt x="748654" y="420039"/>
                </a:lnTo>
                <a:close/>
                <a:moveTo>
                  <a:pt x="725176" y="470780"/>
                </a:moveTo>
                <a:lnTo>
                  <a:pt x="727747" y="472652"/>
                </a:lnTo>
                <a:lnTo>
                  <a:pt x="727672" y="470410"/>
                </a:lnTo>
                <a:lnTo>
                  <a:pt x="726612" y="468881"/>
                </a:lnTo>
                <a:close/>
                <a:moveTo>
                  <a:pt x="718091" y="486624"/>
                </a:moveTo>
                <a:lnTo>
                  <a:pt x="718121" y="487569"/>
                </a:lnTo>
                <a:lnTo>
                  <a:pt x="720528" y="489321"/>
                </a:lnTo>
                <a:lnTo>
                  <a:pt x="720551" y="488477"/>
                </a:lnTo>
                <a:close/>
                <a:moveTo>
                  <a:pt x="803778" y="294426"/>
                </a:moveTo>
                <a:lnTo>
                  <a:pt x="803072" y="299535"/>
                </a:lnTo>
                <a:lnTo>
                  <a:pt x="803996" y="300197"/>
                </a:lnTo>
                <a:close/>
                <a:moveTo>
                  <a:pt x="752355" y="409469"/>
                </a:moveTo>
                <a:lnTo>
                  <a:pt x="749067" y="419627"/>
                </a:lnTo>
                <a:lnTo>
                  <a:pt x="750962" y="420355"/>
                </a:lnTo>
                <a:lnTo>
                  <a:pt x="751174" y="419667"/>
                </a:lnTo>
                <a:close/>
                <a:moveTo>
                  <a:pt x="722685" y="475808"/>
                </a:moveTo>
                <a:lnTo>
                  <a:pt x="723841" y="481780"/>
                </a:lnTo>
                <a:lnTo>
                  <a:pt x="728137" y="484538"/>
                </a:lnTo>
                <a:lnTo>
                  <a:pt x="728180" y="484322"/>
                </a:lnTo>
                <a:lnTo>
                  <a:pt x="728128" y="484057"/>
                </a:lnTo>
                <a:lnTo>
                  <a:pt x="728089" y="482915"/>
                </a:lnTo>
                <a:lnTo>
                  <a:pt x="724292" y="477491"/>
                </a:lnTo>
                <a:close/>
                <a:moveTo>
                  <a:pt x="721206" y="478740"/>
                </a:moveTo>
                <a:lnTo>
                  <a:pt x="721170" y="480065"/>
                </a:lnTo>
                <a:lnTo>
                  <a:pt x="722366" y="480833"/>
                </a:lnTo>
                <a:lnTo>
                  <a:pt x="722253" y="480246"/>
                </a:lnTo>
                <a:close/>
                <a:moveTo>
                  <a:pt x="250387" y="1532874"/>
                </a:moveTo>
                <a:lnTo>
                  <a:pt x="255773" y="1538575"/>
                </a:lnTo>
                <a:lnTo>
                  <a:pt x="256644" y="1539037"/>
                </a:lnTo>
                <a:lnTo>
                  <a:pt x="253037" y="1533571"/>
                </a:lnTo>
                <a:lnTo>
                  <a:pt x="252608" y="1533357"/>
                </a:lnTo>
                <a:close/>
                <a:moveTo>
                  <a:pt x="693564" y="540459"/>
                </a:moveTo>
                <a:lnTo>
                  <a:pt x="694662" y="545060"/>
                </a:lnTo>
                <a:lnTo>
                  <a:pt x="696323" y="549553"/>
                </a:lnTo>
                <a:lnTo>
                  <a:pt x="696756" y="550018"/>
                </a:lnTo>
                <a:lnTo>
                  <a:pt x="697701" y="542644"/>
                </a:lnTo>
                <a:close/>
                <a:moveTo>
                  <a:pt x="319715" y="1377438"/>
                </a:moveTo>
                <a:lnTo>
                  <a:pt x="319945" y="1378240"/>
                </a:lnTo>
                <a:lnTo>
                  <a:pt x="320250" y="1378403"/>
                </a:lnTo>
                <a:close/>
                <a:moveTo>
                  <a:pt x="320745" y="1375061"/>
                </a:moveTo>
                <a:lnTo>
                  <a:pt x="322394" y="1375844"/>
                </a:lnTo>
                <a:lnTo>
                  <a:pt x="321033" y="1374794"/>
                </a:lnTo>
                <a:close/>
                <a:moveTo>
                  <a:pt x="723605" y="472858"/>
                </a:moveTo>
                <a:lnTo>
                  <a:pt x="727904" y="477358"/>
                </a:lnTo>
                <a:lnTo>
                  <a:pt x="727773" y="473435"/>
                </a:lnTo>
                <a:lnTo>
                  <a:pt x="724803" y="471274"/>
                </a:lnTo>
                <a:close/>
                <a:moveTo>
                  <a:pt x="226080" y="1586872"/>
                </a:moveTo>
                <a:lnTo>
                  <a:pt x="228355" y="1588960"/>
                </a:lnTo>
                <a:lnTo>
                  <a:pt x="231610" y="1589668"/>
                </a:lnTo>
                <a:close/>
                <a:moveTo>
                  <a:pt x="234864" y="1567162"/>
                </a:moveTo>
                <a:lnTo>
                  <a:pt x="235942" y="1568152"/>
                </a:lnTo>
                <a:lnTo>
                  <a:pt x="250492" y="1573526"/>
                </a:lnTo>
                <a:lnTo>
                  <a:pt x="251696" y="1572202"/>
                </a:lnTo>
                <a:close/>
                <a:moveTo>
                  <a:pt x="320241" y="1375529"/>
                </a:moveTo>
                <a:lnTo>
                  <a:pt x="324364" y="1377488"/>
                </a:lnTo>
                <a:lnTo>
                  <a:pt x="324275" y="1377295"/>
                </a:lnTo>
                <a:lnTo>
                  <a:pt x="324054" y="1377125"/>
                </a:lnTo>
                <a:lnTo>
                  <a:pt x="320396" y="1375386"/>
                </a:lnTo>
                <a:close/>
                <a:moveTo>
                  <a:pt x="278013" y="1470047"/>
                </a:moveTo>
                <a:lnTo>
                  <a:pt x="285853" y="1481803"/>
                </a:lnTo>
                <a:lnTo>
                  <a:pt x="286140" y="1481888"/>
                </a:lnTo>
                <a:lnTo>
                  <a:pt x="283008" y="1476435"/>
                </a:lnTo>
                <a:lnTo>
                  <a:pt x="280234" y="1470862"/>
                </a:lnTo>
                <a:close/>
                <a:moveTo>
                  <a:pt x="699816" y="525544"/>
                </a:moveTo>
                <a:lnTo>
                  <a:pt x="699862" y="525781"/>
                </a:lnTo>
                <a:lnTo>
                  <a:pt x="699885" y="525593"/>
                </a:lnTo>
                <a:close/>
                <a:moveTo>
                  <a:pt x="718027" y="484663"/>
                </a:moveTo>
                <a:lnTo>
                  <a:pt x="718054" y="485493"/>
                </a:lnTo>
                <a:lnTo>
                  <a:pt x="719025" y="486203"/>
                </a:lnTo>
                <a:lnTo>
                  <a:pt x="720581" y="487376"/>
                </a:lnTo>
                <a:lnTo>
                  <a:pt x="720620" y="485927"/>
                </a:lnTo>
                <a:close/>
                <a:moveTo>
                  <a:pt x="758128" y="394845"/>
                </a:moveTo>
                <a:lnTo>
                  <a:pt x="758126" y="397031"/>
                </a:lnTo>
                <a:lnTo>
                  <a:pt x="758545" y="395665"/>
                </a:lnTo>
                <a:lnTo>
                  <a:pt x="758805" y="395486"/>
                </a:lnTo>
                <a:lnTo>
                  <a:pt x="758125" y="397700"/>
                </a:lnTo>
                <a:lnTo>
                  <a:pt x="758125" y="398622"/>
                </a:lnTo>
                <a:lnTo>
                  <a:pt x="761586" y="399942"/>
                </a:lnTo>
                <a:lnTo>
                  <a:pt x="759169" y="395777"/>
                </a:lnTo>
                <a:close/>
                <a:moveTo>
                  <a:pt x="272306" y="1482396"/>
                </a:moveTo>
                <a:lnTo>
                  <a:pt x="273766" y="1484937"/>
                </a:lnTo>
                <a:lnTo>
                  <a:pt x="279307" y="1488104"/>
                </a:lnTo>
                <a:lnTo>
                  <a:pt x="278269" y="1486579"/>
                </a:lnTo>
                <a:close/>
                <a:moveTo>
                  <a:pt x="300756" y="1418544"/>
                </a:moveTo>
                <a:lnTo>
                  <a:pt x="303562" y="1422785"/>
                </a:lnTo>
                <a:lnTo>
                  <a:pt x="304711" y="1424176"/>
                </a:lnTo>
                <a:lnTo>
                  <a:pt x="305987" y="1424639"/>
                </a:lnTo>
                <a:lnTo>
                  <a:pt x="302511" y="1419626"/>
                </a:lnTo>
                <a:close/>
                <a:moveTo>
                  <a:pt x="252509" y="1526536"/>
                </a:moveTo>
                <a:lnTo>
                  <a:pt x="254280" y="1529220"/>
                </a:lnTo>
                <a:lnTo>
                  <a:pt x="258312" y="1531522"/>
                </a:lnTo>
                <a:lnTo>
                  <a:pt x="266132" y="1535305"/>
                </a:lnTo>
                <a:lnTo>
                  <a:pt x="269073" y="1536349"/>
                </a:lnTo>
                <a:lnTo>
                  <a:pt x="269549" y="1536497"/>
                </a:lnTo>
                <a:lnTo>
                  <a:pt x="269515" y="1536393"/>
                </a:lnTo>
                <a:lnTo>
                  <a:pt x="269779" y="1536568"/>
                </a:lnTo>
                <a:lnTo>
                  <a:pt x="270876" y="1536909"/>
                </a:lnTo>
                <a:lnTo>
                  <a:pt x="271113" y="1536957"/>
                </a:lnTo>
                <a:lnTo>
                  <a:pt x="263455" y="1529922"/>
                </a:lnTo>
                <a:close/>
                <a:moveTo>
                  <a:pt x="701318" y="521472"/>
                </a:moveTo>
                <a:lnTo>
                  <a:pt x="701254" y="521977"/>
                </a:lnTo>
                <a:lnTo>
                  <a:pt x="701716" y="522302"/>
                </a:lnTo>
                <a:lnTo>
                  <a:pt x="701775" y="521930"/>
                </a:lnTo>
                <a:close/>
                <a:moveTo>
                  <a:pt x="319594" y="1376130"/>
                </a:moveTo>
                <a:lnTo>
                  <a:pt x="321109" y="1378857"/>
                </a:lnTo>
                <a:lnTo>
                  <a:pt x="326245" y="1381581"/>
                </a:lnTo>
                <a:lnTo>
                  <a:pt x="324580" y="1377957"/>
                </a:lnTo>
                <a:lnTo>
                  <a:pt x="319980" y="1375772"/>
                </a:lnTo>
                <a:close/>
                <a:moveTo>
                  <a:pt x="737773" y="439617"/>
                </a:moveTo>
                <a:lnTo>
                  <a:pt x="736069" y="448113"/>
                </a:lnTo>
                <a:lnTo>
                  <a:pt x="736843" y="448659"/>
                </a:lnTo>
                <a:lnTo>
                  <a:pt x="736582" y="446902"/>
                </a:lnTo>
                <a:lnTo>
                  <a:pt x="736836" y="446540"/>
                </a:lnTo>
                <a:lnTo>
                  <a:pt x="737189" y="448901"/>
                </a:lnTo>
                <a:lnTo>
                  <a:pt x="738930" y="450129"/>
                </a:lnTo>
                <a:lnTo>
                  <a:pt x="739021" y="449806"/>
                </a:lnTo>
                <a:lnTo>
                  <a:pt x="741582" y="441890"/>
                </a:lnTo>
                <a:close/>
                <a:moveTo>
                  <a:pt x="758128" y="393981"/>
                </a:moveTo>
                <a:lnTo>
                  <a:pt x="758128" y="394200"/>
                </a:lnTo>
                <a:lnTo>
                  <a:pt x="758393" y="394437"/>
                </a:lnTo>
                <a:close/>
                <a:moveTo>
                  <a:pt x="755546" y="399611"/>
                </a:moveTo>
                <a:lnTo>
                  <a:pt x="754122" y="404013"/>
                </a:lnTo>
                <a:lnTo>
                  <a:pt x="754120" y="407455"/>
                </a:lnTo>
                <a:lnTo>
                  <a:pt x="754836" y="407741"/>
                </a:lnTo>
                <a:lnTo>
                  <a:pt x="756866" y="401134"/>
                </a:lnTo>
                <a:close/>
                <a:moveTo>
                  <a:pt x="756012" y="398173"/>
                </a:moveTo>
                <a:lnTo>
                  <a:pt x="755636" y="399336"/>
                </a:lnTo>
                <a:lnTo>
                  <a:pt x="756551" y="400364"/>
                </a:lnTo>
                <a:lnTo>
                  <a:pt x="756958" y="400833"/>
                </a:lnTo>
                <a:lnTo>
                  <a:pt x="757532" y="398966"/>
                </a:lnTo>
                <a:lnTo>
                  <a:pt x="757117" y="398595"/>
                </a:lnTo>
                <a:close/>
                <a:moveTo>
                  <a:pt x="721283" y="475930"/>
                </a:moveTo>
                <a:lnTo>
                  <a:pt x="721220" y="478220"/>
                </a:lnTo>
                <a:lnTo>
                  <a:pt x="722108" y="479497"/>
                </a:lnTo>
                <a:lnTo>
                  <a:pt x="721389" y="475789"/>
                </a:lnTo>
                <a:close/>
                <a:moveTo>
                  <a:pt x="756154" y="397734"/>
                </a:moveTo>
                <a:lnTo>
                  <a:pt x="756115" y="397855"/>
                </a:lnTo>
                <a:lnTo>
                  <a:pt x="756418" y="397970"/>
                </a:lnTo>
                <a:close/>
                <a:moveTo>
                  <a:pt x="693151" y="538725"/>
                </a:moveTo>
                <a:lnTo>
                  <a:pt x="693472" y="540072"/>
                </a:lnTo>
                <a:lnTo>
                  <a:pt x="697741" y="542328"/>
                </a:lnTo>
                <a:lnTo>
                  <a:pt x="697912" y="540992"/>
                </a:lnTo>
                <a:lnTo>
                  <a:pt x="697911" y="540956"/>
                </a:lnTo>
                <a:close/>
                <a:moveTo>
                  <a:pt x="695614" y="533144"/>
                </a:moveTo>
                <a:lnTo>
                  <a:pt x="697021" y="534977"/>
                </a:lnTo>
                <a:lnTo>
                  <a:pt x="696795" y="533814"/>
                </a:lnTo>
                <a:close/>
                <a:moveTo>
                  <a:pt x="259043" y="1510656"/>
                </a:moveTo>
                <a:lnTo>
                  <a:pt x="269361" y="1519863"/>
                </a:lnTo>
                <a:lnTo>
                  <a:pt x="268460" y="1518539"/>
                </a:lnTo>
                <a:lnTo>
                  <a:pt x="265184" y="1513290"/>
                </a:lnTo>
                <a:lnTo>
                  <a:pt x="262335" y="1510979"/>
                </a:lnTo>
                <a:close/>
                <a:moveTo>
                  <a:pt x="255275" y="1518846"/>
                </a:moveTo>
                <a:lnTo>
                  <a:pt x="262128" y="1522762"/>
                </a:lnTo>
                <a:lnTo>
                  <a:pt x="260861" y="1520909"/>
                </a:lnTo>
                <a:close/>
                <a:moveTo>
                  <a:pt x="721299" y="475323"/>
                </a:moveTo>
                <a:lnTo>
                  <a:pt x="721294" y="475498"/>
                </a:lnTo>
                <a:lnTo>
                  <a:pt x="721325" y="475458"/>
                </a:lnTo>
                <a:close/>
                <a:moveTo>
                  <a:pt x="720422" y="477070"/>
                </a:moveTo>
                <a:lnTo>
                  <a:pt x="720845" y="477679"/>
                </a:lnTo>
                <a:lnTo>
                  <a:pt x="720878" y="476467"/>
                </a:lnTo>
                <a:close/>
                <a:moveTo>
                  <a:pt x="757346" y="394148"/>
                </a:moveTo>
                <a:lnTo>
                  <a:pt x="756624" y="396280"/>
                </a:lnTo>
                <a:lnTo>
                  <a:pt x="756275" y="397360"/>
                </a:lnTo>
                <a:lnTo>
                  <a:pt x="757360" y="398330"/>
                </a:lnTo>
                <a:lnTo>
                  <a:pt x="757570" y="398410"/>
                </a:lnTo>
                <a:lnTo>
                  <a:pt x="757728" y="394488"/>
                </a:lnTo>
                <a:close/>
                <a:moveTo>
                  <a:pt x="272810" y="1478937"/>
                </a:moveTo>
                <a:lnTo>
                  <a:pt x="273463" y="1479518"/>
                </a:lnTo>
                <a:lnTo>
                  <a:pt x="273134" y="1479037"/>
                </a:lnTo>
                <a:close/>
                <a:moveTo>
                  <a:pt x="249256" y="1531677"/>
                </a:moveTo>
                <a:lnTo>
                  <a:pt x="250169" y="1532642"/>
                </a:lnTo>
                <a:lnTo>
                  <a:pt x="251959" y="1533031"/>
                </a:lnTo>
                <a:close/>
                <a:moveTo>
                  <a:pt x="757670" y="393190"/>
                </a:moveTo>
                <a:lnTo>
                  <a:pt x="757514" y="393652"/>
                </a:lnTo>
                <a:lnTo>
                  <a:pt x="757753" y="393865"/>
                </a:lnTo>
                <a:lnTo>
                  <a:pt x="757773" y="393369"/>
                </a:lnTo>
                <a:close/>
                <a:moveTo>
                  <a:pt x="224995" y="1585875"/>
                </a:moveTo>
                <a:lnTo>
                  <a:pt x="225392" y="1586240"/>
                </a:lnTo>
                <a:lnTo>
                  <a:pt x="227790" y="1587453"/>
                </a:lnTo>
                <a:lnTo>
                  <a:pt x="231077" y="1589058"/>
                </a:lnTo>
                <a:lnTo>
                  <a:pt x="229382" y="1587264"/>
                </a:lnTo>
                <a:close/>
                <a:moveTo>
                  <a:pt x="325603" y="1360438"/>
                </a:moveTo>
                <a:lnTo>
                  <a:pt x="327430" y="1363337"/>
                </a:lnTo>
                <a:lnTo>
                  <a:pt x="329387" y="1365114"/>
                </a:lnTo>
                <a:lnTo>
                  <a:pt x="329417" y="1365086"/>
                </a:lnTo>
                <a:lnTo>
                  <a:pt x="328230" y="1362624"/>
                </a:lnTo>
                <a:close/>
                <a:moveTo>
                  <a:pt x="236658" y="1559525"/>
                </a:moveTo>
                <a:lnTo>
                  <a:pt x="253693" y="1570008"/>
                </a:lnTo>
                <a:lnTo>
                  <a:pt x="256057" y="1567480"/>
                </a:lnTo>
                <a:lnTo>
                  <a:pt x="250951" y="1562795"/>
                </a:lnTo>
                <a:close/>
                <a:moveTo>
                  <a:pt x="739777" y="432938"/>
                </a:moveTo>
                <a:lnTo>
                  <a:pt x="741014" y="434455"/>
                </a:lnTo>
                <a:lnTo>
                  <a:pt x="743470" y="436056"/>
                </a:lnTo>
                <a:lnTo>
                  <a:pt x="743478" y="436032"/>
                </a:lnTo>
                <a:lnTo>
                  <a:pt x="742305" y="434585"/>
                </a:lnTo>
                <a:close/>
                <a:moveTo>
                  <a:pt x="719142" y="478763"/>
                </a:moveTo>
                <a:lnTo>
                  <a:pt x="720787" y="479819"/>
                </a:lnTo>
                <a:lnTo>
                  <a:pt x="720831" y="478200"/>
                </a:lnTo>
                <a:lnTo>
                  <a:pt x="720225" y="477330"/>
                </a:lnTo>
                <a:close/>
                <a:moveTo>
                  <a:pt x="692861" y="537504"/>
                </a:moveTo>
                <a:lnTo>
                  <a:pt x="693060" y="538341"/>
                </a:lnTo>
                <a:lnTo>
                  <a:pt x="696863" y="540124"/>
                </a:lnTo>
                <a:close/>
                <a:moveTo>
                  <a:pt x="751075" y="407128"/>
                </a:moveTo>
                <a:lnTo>
                  <a:pt x="748118" y="419262"/>
                </a:lnTo>
                <a:lnTo>
                  <a:pt x="748819" y="419532"/>
                </a:lnTo>
                <a:lnTo>
                  <a:pt x="752511" y="408123"/>
                </a:lnTo>
                <a:lnTo>
                  <a:pt x="752558" y="407720"/>
                </a:lnTo>
                <a:close/>
                <a:moveTo>
                  <a:pt x="318928" y="1374689"/>
                </a:moveTo>
                <a:lnTo>
                  <a:pt x="318958" y="1374793"/>
                </a:lnTo>
                <a:lnTo>
                  <a:pt x="319023" y="1374734"/>
                </a:lnTo>
                <a:close/>
                <a:moveTo>
                  <a:pt x="738794" y="434523"/>
                </a:moveTo>
                <a:lnTo>
                  <a:pt x="737945" y="438758"/>
                </a:lnTo>
                <a:lnTo>
                  <a:pt x="741843" y="441084"/>
                </a:lnTo>
                <a:lnTo>
                  <a:pt x="742638" y="438630"/>
                </a:lnTo>
                <a:lnTo>
                  <a:pt x="740533" y="435826"/>
                </a:lnTo>
                <a:lnTo>
                  <a:pt x="738972" y="434638"/>
                </a:lnTo>
                <a:close/>
                <a:moveTo>
                  <a:pt x="296016" y="1425955"/>
                </a:moveTo>
                <a:lnTo>
                  <a:pt x="300638" y="1435657"/>
                </a:lnTo>
                <a:lnTo>
                  <a:pt x="309687" y="1441556"/>
                </a:lnTo>
                <a:lnTo>
                  <a:pt x="300491" y="1428290"/>
                </a:lnTo>
                <a:lnTo>
                  <a:pt x="299245" y="1427369"/>
                </a:lnTo>
                <a:lnTo>
                  <a:pt x="297248" y="1426644"/>
                </a:lnTo>
                <a:close/>
                <a:moveTo>
                  <a:pt x="276920" y="1468407"/>
                </a:moveTo>
                <a:lnTo>
                  <a:pt x="277431" y="1469173"/>
                </a:lnTo>
                <a:lnTo>
                  <a:pt x="278700" y="1469639"/>
                </a:lnTo>
                <a:close/>
                <a:moveTo>
                  <a:pt x="310360" y="1393468"/>
                </a:moveTo>
                <a:lnTo>
                  <a:pt x="315457" y="1396965"/>
                </a:lnTo>
                <a:lnTo>
                  <a:pt x="314289" y="1395115"/>
                </a:lnTo>
                <a:lnTo>
                  <a:pt x="313138" y="1394154"/>
                </a:lnTo>
                <a:close/>
                <a:moveTo>
                  <a:pt x="261787" y="1502100"/>
                </a:moveTo>
                <a:lnTo>
                  <a:pt x="264194" y="1505073"/>
                </a:lnTo>
                <a:lnTo>
                  <a:pt x="266298" y="1505628"/>
                </a:lnTo>
                <a:close/>
                <a:moveTo>
                  <a:pt x="754573" y="398489"/>
                </a:moveTo>
                <a:lnTo>
                  <a:pt x="754122" y="402381"/>
                </a:lnTo>
                <a:lnTo>
                  <a:pt x="754122" y="403296"/>
                </a:lnTo>
                <a:lnTo>
                  <a:pt x="755419" y="399466"/>
                </a:lnTo>
                <a:close/>
                <a:moveTo>
                  <a:pt x="701995" y="516194"/>
                </a:moveTo>
                <a:lnTo>
                  <a:pt x="701418" y="520698"/>
                </a:lnTo>
                <a:lnTo>
                  <a:pt x="701895" y="521176"/>
                </a:lnTo>
                <a:lnTo>
                  <a:pt x="702634" y="516536"/>
                </a:lnTo>
                <a:close/>
                <a:moveTo>
                  <a:pt x="751587" y="405026"/>
                </a:moveTo>
                <a:lnTo>
                  <a:pt x="751273" y="406316"/>
                </a:lnTo>
                <a:lnTo>
                  <a:pt x="752600" y="406846"/>
                </a:lnTo>
                <a:close/>
                <a:moveTo>
                  <a:pt x="299333" y="1417666"/>
                </a:moveTo>
                <a:lnTo>
                  <a:pt x="300204" y="1418722"/>
                </a:lnTo>
                <a:lnTo>
                  <a:pt x="299626" y="1417847"/>
                </a:lnTo>
                <a:close/>
                <a:moveTo>
                  <a:pt x="717889" y="480427"/>
                </a:moveTo>
                <a:lnTo>
                  <a:pt x="717994" y="483648"/>
                </a:lnTo>
                <a:lnTo>
                  <a:pt x="720647" y="484941"/>
                </a:lnTo>
                <a:lnTo>
                  <a:pt x="720727" y="482023"/>
                </a:lnTo>
                <a:lnTo>
                  <a:pt x="718466" y="479657"/>
                </a:lnTo>
                <a:lnTo>
                  <a:pt x="718102" y="480138"/>
                </a:lnTo>
                <a:close/>
                <a:moveTo>
                  <a:pt x="316531" y="1378973"/>
                </a:moveTo>
                <a:lnTo>
                  <a:pt x="317467" y="1380608"/>
                </a:lnTo>
                <a:lnTo>
                  <a:pt x="317944" y="1380726"/>
                </a:lnTo>
                <a:lnTo>
                  <a:pt x="317393" y="1379644"/>
                </a:lnTo>
                <a:lnTo>
                  <a:pt x="316919" y="1378612"/>
                </a:lnTo>
                <a:close/>
                <a:moveTo>
                  <a:pt x="661504" y="606325"/>
                </a:moveTo>
                <a:lnTo>
                  <a:pt x="663011" y="608357"/>
                </a:lnTo>
                <a:lnTo>
                  <a:pt x="662480" y="604880"/>
                </a:lnTo>
                <a:close/>
                <a:moveTo>
                  <a:pt x="754669" y="397661"/>
                </a:moveTo>
                <a:lnTo>
                  <a:pt x="754608" y="398183"/>
                </a:lnTo>
                <a:lnTo>
                  <a:pt x="755511" y="399196"/>
                </a:lnTo>
                <a:lnTo>
                  <a:pt x="755874" y="398121"/>
                </a:lnTo>
                <a:close/>
                <a:moveTo>
                  <a:pt x="224132" y="1585602"/>
                </a:moveTo>
                <a:lnTo>
                  <a:pt x="224343" y="1585708"/>
                </a:lnTo>
                <a:lnTo>
                  <a:pt x="224275" y="1585647"/>
                </a:lnTo>
                <a:close/>
                <a:moveTo>
                  <a:pt x="656845" y="616620"/>
                </a:moveTo>
                <a:lnTo>
                  <a:pt x="657049" y="617623"/>
                </a:lnTo>
                <a:lnTo>
                  <a:pt x="657483" y="617812"/>
                </a:lnTo>
                <a:close/>
                <a:moveTo>
                  <a:pt x="679275" y="566164"/>
                </a:moveTo>
                <a:lnTo>
                  <a:pt x="678960" y="567524"/>
                </a:lnTo>
                <a:lnTo>
                  <a:pt x="681216" y="573625"/>
                </a:lnTo>
                <a:lnTo>
                  <a:pt x="681263" y="573554"/>
                </a:lnTo>
                <a:lnTo>
                  <a:pt x="682135" y="567983"/>
                </a:lnTo>
                <a:lnTo>
                  <a:pt x="681519" y="567477"/>
                </a:lnTo>
                <a:close/>
                <a:moveTo>
                  <a:pt x="272701" y="1476471"/>
                </a:moveTo>
                <a:lnTo>
                  <a:pt x="273923" y="1478267"/>
                </a:lnTo>
                <a:lnTo>
                  <a:pt x="274534" y="1478447"/>
                </a:lnTo>
                <a:lnTo>
                  <a:pt x="272978" y="1476777"/>
                </a:lnTo>
                <a:close/>
                <a:moveTo>
                  <a:pt x="689570" y="542945"/>
                </a:moveTo>
                <a:lnTo>
                  <a:pt x="690529" y="547560"/>
                </a:lnTo>
                <a:lnTo>
                  <a:pt x="691300" y="548440"/>
                </a:lnTo>
                <a:lnTo>
                  <a:pt x="694358" y="550231"/>
                </a:lnTo>
                <a:lnTo>
                  <a:pt x="693671" y="547346"/>
                </a:lnTo>
                <a:close/>
                <a:moveTo>
                  <a:pt x="727269" y="458491"/>
                </a:moveTo>
                <a:lnTo>
                  <a:pt x="727277" y="458527"/>
                </a:lnTo>
                <a:lnTo>
                  <a:pt x="727276" y="458493"/>
                </a:lnTo>
                <a:close/>
                <a:moveTo>
                  <a:pt x="679378" y="565719"/>
                </a:moveTo>
                <a:lnTo>
                  <a:pt x="679357" y="565813"/>
                </a:lnTo>
                <a:lnTo>
                  <a:pt x="679797" y="566063"/>
                </a:lnTo>
                <a:close/>
                <a:moveTo>
                  <a:pt x="739481" y="431096"/>
                </a:moveTo>
                <a:lnTo>
                  <a:pt x="739389" y="431553"/>
                </a:lnTo>
                <a:lnTo>
                  <a:pt x="740369" y="432192"/>
                </a:lnTo>
                <a:close/>
                <a:moveTo>
                  <a:pt x="754800" y="396525"/>
                </a:moveTo>
                <a:lnTo>
                  <a:pt x="754709" y="397318"/>
                </a:lnTo>
                <a:lnTo>
                  <a:pt x="755982" y="397804"/>
                </a:lnTo>
                <a:lnTo>
                  <a:pt x="756040" y="397633"/>
                </a:lnTo>
                <a:close/>
                <a:moveTo>
                  <a:pt x="679616" y="564693"/>
                </a:moveTo>
                <a:lnTo>
                  <a:pt x="679436" y="565469"/>
                </a:lnTo>
                <a:lnTo>
                  <a:pt x="680967" y="566726"/>
                </a:lnTo>
                <a:lnTo>
                  <a:pt x="682221" y="567437"/>
                </a:lnTo>
                <a:lnTo>
                  <a:pt x="682385" y="566389"/>
                </a:lnTo>
                <a:close/>
                <a:moveTo>
                  <a:pt x="280079" y="1459267"/>
                </a:moveTo>
                <a:lnTo>
                  <a:pt x="280092" y="1459290"/>
                </a:lnTo>
                <a:lnTo>
                  <a:pt x="280125" y="1459318"/>
                </a:lnTo>
                <a:close/>
                <a:moveTo>
                  <a:pt x="716175" y="482761"/>
                </a:moveTo>
                <a:lnTo>
                  <a:pt x="717628" y="483470"/>
                </a:lnTo>
                <a:lnTo>
                  <a:pt x="717545" y="480896"/>
                </a:lnTo>
                <a:close/>
                <a:moveTo>
                  <a:pt x="717843" y="479005"/>
                </a:moveTo>
                <a:lnTo>
                  <a:pt x="717876" y="480022"/>
                </a:lnTo>
                <a:lnTo>
                  <a:pt x="718291" y="479473"/>
                </a:lnTo>
                <a:close/>
                <a:moveTo>
                  <a:pt x="744741" y="418476"/>
                </a:moveTo>
                <a:lnTo>
                  <a:pt x="747518" y="420155"/>
                </a:lnTo>
                <a:lnTo>
                  <a:pt x="747644" y="419636"/>
                </a:lnTo>
                <a:close/>
                <a:moveTo>
                  <a:pt x="656385" y="616316"/>
                </a:moveTo>
                <a:lnTo>
                  <a:pt x="656378" y="616939"/>
                </a:lnTo>
                <a:lnTo>
                  <a:pt x="656547" y="617403"/>
                </a:lnTo>
                <a:lnTo>
                  <a:pt x="656612" y="617431"/>
                </a:lnTo>
                <a:close/>
                <a:moveTo>
                  <a:pt x="731647" y="447769"/>
                </a:moveTo>
                <a:lnTo>
                  <a:pt x="734691" y="451848"/>
                </a:lnTo>
                <a:lnTo>
                  <a:pt x="735029" y="450160"/>
                </a:lnTo>
                <a:close/>
                <a:moveTo>
                  <a:pt x="261156" y="1501259"/>
                </a:moveTo>
                <a:lnTo>
                  <a:pt x="267768" y="1506016"/>
                </a:lnTo>
                <a:lnTo>
                  <a:pt x="268561" y="1506226"/>
                </a:lnTo>
                <a:lnTo>
                  <a:pt x="266489" y="1503717"/>
                </a:lnTo>
                <a:lnTo>
                  <a:pt x="265653" y="1502823"/>
                </a:lnTo>
                <a:lnTo>
                  <a:pt x="263639" y="1501416"/>
                </a:lnTo>
                <a:close/>
                <a:moveTo>
                  <a:pt x="693916" y="532181"/>
                </a:moveTo>
                <a:lnTo>
                  <a:pt x="697149" y="535643"/>
                </a:lnTo>
                <a:lnTo>
                  <a:pt x="697127" y="535531"/>
                </a:lnTo>
                <a:lnTo>
                  <a:pt x="695052" y="532825"/>
                </a:lnTo>
                <a:close/>
                <a:moveTo>
                  <a:pt x="805448" y="282346"/>
                </a:moveTo>
                <a:lnTo>
                  <a:pt x="804070" y="292311"/>
                </a:lnTo>
                <a:lnTo>
                  <a:pt x="804378" y="300471"/>
                </a:lnTo>
                <a:lnTo>
                  <a:pt x="812751" y="306466"/>
                </a:lnTo>
                <a:lnTo>
                  <a:pt x="817432" y="310111"/>
                </a:lnTo>
                <a:close/>
                <a:moveTo>
                  <a:pt x="739866" y="429174"/>
                </a:moveTo>
                <a:lnTo>
                  <a:pt x="739537" y="430817"/>
                </a:lnTo>
                <a:lnTo>
                  <a:pt x="740971" y="432586"/>
                </a:lnTo>
                <a:lnTo>
                  <a:pt x="743963" y="434535"/>
                </a:lnTo>
                <a:lnTo>
                  <a:pt x="744167" y="433904"/>
                </a:lnTo>
                <a:lnTo>
                  <a:pt x="744429" y="432830"/>
                </a:lnTo>
                <a:close/>
                <a:moveTo>
                  <a:pt x="715526" y="483641"/>
                </a:moveTo>
                <a:lnTo>
                  <a:pt x="717686" y="485223"/>
                </a:lnTo>
                <a:lnTo>
                  <a:pt x="717662" y="484485"/>
                </a:lnTo>
                <a:lnTo>
                  <a:pt x="715634" y="483495"/>
                </a:lnTo>
                <a:close/>
                <a:moveTo>
                  <a:pt x="679937" y="563304"/>
                </a:moveTo>
                <a:lnTo>
                  <a:pt x="679672" y="564446"/>
                </a:lnTo>
                <a:lnTo>
                  <a:pt x="682420" y="566162"/>
                </a:lnTo>
                <a:lnTo>
                  <a:pt x="682692" y="564425"/>
                </a:lnTo>
                <a:close/>
                <a:moveTo>
                  <a:pt x="702410" y="512954"/>
                </a:moveTo>
                <a:lnTo>
                  <a:pt x="702327" y="513606"/>
                </a:lnTo>
                <a:lnTo>
                  <a:pt x="702564" y="513733"/>
                </a:lnTo>
                <a:close/>
                <a:moveTo>
                  <a:pt x="226420" y="1578687"/>
                </a:moveTo>
                <a:lnTo>
                  <a:pt x="232404" y="1585022"/>
                </a:lnTo>
                <a:lnTo>
                  <a:pt x="234689" y="1585833"/>
                </a:lnTo>
                <a:lnTo>
                  <a:pt x="238407" y="1586814"/>
                </a:lnTo>
                <a:lnTo>
                  <a:pt x="238440" y="1586777"/>
                </a:lnTo>
                <a:lnTo>
                  <a:pt x="235376" y="1581451"/>
                </a:lnTo>
                <a:close/>
                <a:moveTo>
                  <a:pt x="318371" y="1372741"/>
                </a:moveTo>
                <a:lnTo>
                  <a:pt x="318765" y="1374120"/>
                </a:lnTo>
                <a:lnTo>
                  <a:pt x="319373" y="1374409"/>
                </a:lnTo>
                <a:lnTo>
                  <a:pt x="319900" y="1373920"/>
                </a:lnTo>
                <a:close/>
                <a:moveTo>
                  <a:pt x="246423" y="1533665"/>
                </a:moveTo>
                <a:lnTo>
                  <a:pt x="265098" y="1556279"/>
                </a:lnTo>
                <a:lnTo>
                  <a:pt x="266246" y="1556582"/>
                </a:lnTo>
                <a:lnTo>
                  <a:pt x="267406" y="1555342"/>
                </a:lnTo>
                <a:lnTo>
                  <a:pt x="266546" y="1554041"/>
                </a:lnTo>
                <a:lnTo>
                  <a:pt x="248243" y="1534662"/>
                </a:lnTo>
                <a:close/>
                <a:moveTo>
                  <a:pt x="694020" y="531064"/>
                </a:moveTo>
                <a:lnTo>
                  <a:pt x="695227" y="532638"/>
                </a:lnTo>
                <a:lnTo>
                  <a:pt x="696733" y="533493"/>
                </a:lnTo>
                <a:lnTo>
                  <a:pt x="696613" y="532868"/>
                </a:lnTo>
                <a:close/>
                <a:moveTo>
                  <a:pt x="714550" y="484970"/>
                </a:moveTo>
                <a:lnTo>
                  <a:pt x="717753" y="487301"/>
                </a:lnTo>
                <a:lnTo>
                  <a:pt x="717722" y="486347"/>
                </a:lnTo>
                <a:lnTo>
                  <a:pt x="715029" y="484318"/>
                </a:lnTo>
                <a:close/>
                <a:moveTo>
                  <a:pt x="231077" y="1567453"/>
                </a:moveTo>
                <a:lnTo>
                  <a:pt x="240413" y="1581598"/>
                </a:lnTo>
                <a:lnTo>
                  <a:pt x="242568" y="1582238"/>
                </a:lnTo>
                <a:lnTo>
                  <a:pt x="246080" y="1578377"/>
                </a:lnTo>
                <a:lnTo>
                  <a:pt x="236285" y="1569377"/>
                </a:lnTo>
                <a:close/>
                <a:moveTo>
                  <a:pt x="702614" y="511360"/>
                </a:moveTo>
                <a:lnTo>
                  <a:pt x="702611" y="511382"/>
                </a:lnTo>
                <a:lnTo>
                  <a:pt x="702614" y="511396"/>
                </a:lnTo>
                <a:close/>
                <a:moveTo>
                  <a:pt x="265834" y="1489349"/>
                </a:moveTo>
                <a:lnTo>
                  <a:pt x="269978" y="1493330"/>
                </a:lnTo>
                <a:lnTo>
                  <a:pt x="271402" y="1494120"/>
                </a:lnTo>
                <a:lnTo>
                  <a:pt x="270370" y="1492048"/>
                </a:lnTo>
                <a:close/>
                <a:moveTo>
                  <a:pt x="726924" y="456698"/>
                </a:moveTo>
                <a:lnTo>
                  <a:pt x="727113" y="457679"/>
                </a:lnTo>
                <a:lnTo>
                  <a:pt x="727251" y="457762"/>
                </a:lnTo>
                <a:lnTo>
                  <a:pt x="727219" y="456830"/>
                </a:lnTo>
                <a:close/>
                <a:moveTo>
                  <a:pt x="721475" y="468852"/>
                </a:moveTo>
                <a:lnTo>
                  <a:pt x="721458" y="469474"/>
                </a:lnTo>
                <a:lnTo>
                  <a:pt x="721734" y="470899"/>
                </a:lnTo>
                <a:lnTo>
                  <a:pt x="723429" y="472675"/>
                </a:lnTo>
                <a:lnTo>
                  <a:pt x="724600" y="471125"/>
                </a:lnTo>
                <a:close/>
                <a:moveTo>
                  <a:pt x="731872" y="445567"/>
                </a:moveTo>
                <a:lnTo>
                  <a:pt x="734841" y="449211"/>
                </a:lnTo>
                <a:lnTo>
                  <a:pt x="735173" y="449445"/>
                </a:lnTo>
                <a:lnTo>
                  <a:pt x="735446" y="448084"/>
                </a:lnTo>
                <a:close/>
                <a:moveTo>
                  <a:pt x="678232" y="565554"/>
                </a:moveTo>
                <a:lnTo>
                  <a:pt x="678518" y="566328"/>
                </a:lnTo>
                <a:lnTo>
                  <a:pt x="678648" y="565798"/>
                </a:lnTo>
                <a:close/>
                <a:moveTo>
                  <a:pt x="247869" y="1529163"/>
                </a:moveTo>
                <a:lnTo>
                  <a:pt x="251243" y="1530855"/>
                </a:lnTo>
                <a:lnTo>
                  <a:pt x="251060" y="1530576"/>
                </a:lnTo>
                <a:lnTo>
                  <a:pt x="250857" y="1530224"/>
                </a:lnTo>
                <a:close/>
                <a:moveTo>
                  <a:pt x="755288" y="392309"/>
                </a:moveTo>
                <a:lnTo>
                  <a:pt x="754851" y="396088"/>
                </a:lnTo>
                <a:lnTo>
                  <a:pt x="756166" y="397262"/>
                </a:lnTo>
                <a:lnTo>
                  <a:pt x="757249" y="394061"/>
                </a:lnTo>
                <a:close/>
                <a:moveTo>
                  <a:pt x="714719" y="483050"/>
                </a:moveTo>
                <a:lnTo>
                  <a:pt x="715278" y="483459"/>
                </a:lnTo>
                <a:lnTo>
                  <a:pt x="715353" y="483359"/>
                </a:lnTo>
                <a:close/>
                <a:moveTo>
                  <a:pt x="256599" y="1508476"/>
                </a:moveTo>
                <a:lnTo>
                  <a:pt x="258445" y="1510123"/>
                </a:lnTo>
                <a:lnTo>
                  <a:pt x="261539" y="1510420"/>
                </a:lnTo>
                <a:close/>
                <a:moveTo>
                  <a:pt x="726731" y="455706"/>
                </a:moveTo>
                <a:lnTo>
                  <a:pt x="726830" y="456217"/>
                </a:lnTo>
                <a:lnTo>
                  <a:pt x="727085" y="456317"/>
                </a:lnTo>
                <a:close/>
                <a:moveTo>
                  <a:pt x="270017" y="1478074"/>
                </a:moveTo>
                <a:lnTo>
                  <a:pt x="271276" y="1480602"/>
                </a:lnTo>
                <a:lnTo>
                  <a:pt x="271646" y="1481245"/>
                </a:lnTo>
                <a:lnTo>
                  <a:pt x="277374" y="1485264"/>
                </a:lnTo>
                <a:lnTo>
                  <a:pt x="274379" y="1480866"/>
                </a:lnTo>
                <a:lnTo>
                  <a:pt x="272960" y="1479599"/>
                </a:lnTo>
                <a:lnTo>
                  <a:pt x="271945" y="1478669"/>
                </a:lnTo>
                <a:close/>
                <a:moveTo>
                  <a:pt x="698480" y="518625"/>
                </a:moveTo>
                <a:lnTo>
                  <a:pt x="698793" y="520246"/>
                </a:lnTo>
                <a:lnTo>
                  <a:pt x="700423" y="521393"/>
                </a:lnTo>
                <a:lnTo>
                  <a:pt x="700516" y="520668"/>
                </a:lnTo>
                <a:close/>
                <a:moveTo>
                  <a:pt x="255573" y="1510315"/>
                </a:moveTo>
                <a:lnTo>
                  <a:pt x="258862" y="1515128"/>
                </a:lnTo>
                <a:lnTo>
                  <a:pt x="270181" y="1522093"/>
                </a:lnTo>
                <a:lnTo>
                  <a:pt x="271231" y="1522610"/>
                </a:lnTo>
                <a:lnTo>
                  <a:pt x="270592" y="1521671"/>
                </a:lnTo>
                <a:lnTo>
                  <a:pt x="268687" y="1519971"/>
                </a:lnTo>
                <a:lnTo>
                  <a:pt x="258463" y="1510599"/>
                </a:lnTo>
                <a:close/>
                <a:moveTo>
                  <a:pt x="730283" y="447244"/>
                </a:moveTo>
                <a:lnTo>
                  <a:pt x="730534" y="454802"/>
                </a:lnTo>
                <a:lnTo>
                  <a:pt x="732696" y="458548"/>
                </a:lnTo>
                <a:lnTo>
                  <a:pt x="733300" y="458788"/>
                </a:lnTo>
                <a:lnTo>
                  <a:pt x="734485" y="452875"/>
                </a:lnTo>
                <a:close/>
                <a:moveTo>
                  <a:pt x="279061" y="1457496"/>
                </a:moveTo>
                <a:lnTo>
                  <a:pt x="279631" y="1458488"/>
                </a:lnTo>
                <a:lnTo>
                  <a:pt x="280303" y="1459220"/>
                </a:lnTo>
                <a:lnTo>
                  <a:pt x="281400" y="1460382"/>
                </a:lnTo>
                <a:lnTo>
                  <a:pt x="283553" y="1462181"/>
                </a:lnTo>
                <a:lnTo>
                  <a:pt x="298082" y="1470605"/>
                </a:lnTo>
                <a:lnTo>
                  <a:pt x="293390" y="1463569"/>
                </a:lnTo>
                <a:close/>
                <a:moveTo>
                  <a:pt x="677820" y="564440"/>
                </a:moveTo>
                <a:lnTo>
                  <a:pt x="678055" y="565075"/>
                </a:lnTo>
                <a:lnTo>
                  <a:pt x="678731" y="565458"/>
                </a:lnTo>
                <a:lnTo>
                  <a:pt x="678786" y="565233"/>
                </a:lnTo>
                <a:close/>
                <a:moveTo>
                  <a:pt x="711336" y="489344"/>
                </a:moveTo>
                <a:lnTo>
                  <a:pt x="713231" y="494348"/>
                </a:lnTo>
                <a:lnTo>
                  <a:pt x="714318" y="495624"/>
                </a:lnTo>
                <a:lnTo>
                  <a:pt x="718138" y="499173"/>
                </a:lnTo>
                <a:lnTo>
                  <a:pt x="717787" y="488348"/>
                </a:lnTo>
                <a:lnTo>
                  <a:pt x="714061" y="485636"/>
                </a:lnTo>
                <a:close/>
                <a:moveTo>
                  <a:pt x="220819" y="1587569"/>
                </a:moveTo>
                <a:lnTo>
                  <a:pt x="231123" y="1591842"/>
                </a:lnTo>
                <a:lnTo>
                  <a:pt x="228164" y="1589166"/>
                </a:lnTo>
                <a:close/>
                <a:moveTo>
                  <a:pt x="316136" y="1373945"/>
                </a:moveTo>
                <a:lnTo>
                  <a:pt x="317335" y="1376301"/>
                </a:lnTo>
                <a:lnTo>
                  <a:pt x="317346" y="1376292"/>
                </a:lnTo>
                <a:lnTo>
                  <a:pt x="316758" y="1374241"/>
                </a:lnTo>
                <a:close/>
                <a:moveTo>
                  <a:pt x="691730" y="532766"/>
                </a:moveTo>
                <a:lnTo>
                  <a:pt x="692724" y="536934"/>
                </a:lnTo>
                <a:lnTo>
                  <a:pt x="697886" y="540312"/>
                </a:lnTo>
                <a:lnTo>
                  <a:pt x="697846" y="539258"/>
                </a:lnTo>
                <a:lnTo>
                  <a:pt x="697421" y="537054"/>
                </a:lnTo>
                <a:close/>
                <a:moveTo>
                  <a:pt x="306071" y="1396231"/>
                </a:moveTo>
                <a:lnTo>
                  <a:pt x="307457" y="1400125"/>
                </a:lnTo>
                <a:lnTo>
                  <a:pt x="311703" y="1405100"/>
                </a:lnTo>
                <a:lnTo>
                  <a:pt x="311833" y="1405152"/>
                </a:lnTo>
                <a:close/>
                <a:moveTo>
                  <a:pt x="755600" y="389621"/>
                </a:moveTo>
                <a:lnTo>
                  <a:pt x="755357" y="391724"/>
                </a:lnTo>
                <a:lnTo>
                  <a:pt x="757417" y="393565"/>
                </a:lnTo>
                <a:lnTo>
                  <a:pt x="757590" y="393053"/>
                </a:lnTo>
                <a:close/>
                <a:moveTo>
                  <a:pt x="258846" y="1501833"/>
                </a:moveTo>
                <a:lnTo>
                  <a:pt x="260362" y="1504060"/>
                </a:lnTo>
                <a:lnTo>
                  <a:pt x="260898" y="1504201"/>
                </a:lnTo>
                <a:close/>
                <a:moveTo>
                  <a:pt x="290943" y="1429879"/>
                </a:moveTo>
                <a:lnTo>
                  <a:pt x="291139" y="1430291"/>
                </a:lnTo>
                <a:lnTo>
                  <a:pt x="293309" y="1433466"/>
                </a:lnTo>
                <a:lnTo>
                  <a:pt x="297664" y="1438930"/>
                </a:lnTo>
                <a:lnTo>
                  <a:pt x="299162" y="1439509"/>
                </a:lnTo>
                <a:lnTo>
                  <a:pt x="296246" y="1433386"/>
                </a:lnTo>
                <a:lnTo>
                  <a:pt x="293559" y="1431635"/>
                </a:lnTo>
                <a:close/>
                <a:moveTo>
                  <a:pt x="668135" y="585085"/>
                </a:moveTo>
                <a:lnTo>
                  <a:pt x="668312" y="586238"/>
                </a:lnTo>
                <a:lnTo>
                  <a:pt x="668636" y="586603"/>
                </a:lnTo>
                <a:lnTo>
                  <a:pt x="668601" y="585954"/>
                </a:lnTo>
                <a:lnTo>
                  <a:pt x="668197" y="585137"/>
                </a:lnTo>
                <a:close/>
                <a:moveTo>
                  <a:pt x="741663" y="420214"/>
                </a:moveTo>
                <a:lnTo>
                  <a:pt x="740172" y="427653"/>
                </a:lnTo>
                <a:lnTo>
                  <a:pt x="744789" y="431351"/>
                </a:lnTo>
                <a:lnTo>
                  <a:pt x="745326" y="429147"/>
                </a:lnTo>
                <a:lnTo>
                  <a:pt x="744464" y="428123"/>
                </a:lnTo>
                <a:lnTo>
                  <a:pt x="744940" y="428220"/>
                </a:lnTo>
                <a:lnTo>
                  <a:pt x="745415" y="428784"/>
                </a:lnTo>
                <a:lnTo>
                  <a:pt x="746261" y="425314"/>
                </a:lnTo>
                <a:lnTo>
                  <a:pt x="743290" y="421828"/>
                </a:lnTo>
                <a:close/>
                <a:moveTo>
                  <a:pt x="652003" y="620728"/>
                </a:moveTo>
                <a:lnTo>
                  <a:pt x="651956" y="621518"/>
                </a:lnTo>
                <a:lnTo>
                  <a:pt x="652425" y="621230"/>
                </a:lnTo>
                <a:lnTo>
                  <a:pt x="652322" y="620972"/>
                </a:lnTo>
                <a:close/>
                <a:moveTo>
                  <a:pt x="717670" y="473650"/>
                </a:moveTo>
                <a:lnTo>
                  <a:pt x="717800" y="477676"/>
                </a:lnTo>
                <a:lnTo>
                  <a:pt x="718663" y="478455"/>
                </a:lnTo>
                <a:lnTo>
                  <a:pt x="718930" y="478627"/>
                </a:lnTo>
                <a:lnTo>
                  <a:pt x="720075" y="477112"/>
                </a:lnTo>
                <a:close/>
                <a:moveTo>
                  <a:pt x="274816" y="1465252"/>
                </a:moveTo>
                <a:lnTo>
                  <a:pt x="276018" y="1467055"/>
                </a:lnTo>
                <a:lnTo>
                  <a:pt x="279557" y="1469503"/>
                </a:lnTo>
                <a:lnTo>
                  <a:pt x="278402" y="1467183"/>
                </a:lnTo>
                <a:close/>
                <a:moveTo>
                  <a:pt x="229903" y="1565676"/>
                </a:moveTo>
                <a:lnTo>
                  <a:pt x="230116" y="1565999"/>
                </a:lnTo>
                <a:lnTo>
                  <a:pt x="234282" y="1567538"/>
                </a:lnTo>
                <a:lnTo>
                  <a:pt x="233392" y="1566720"/>
                </a:lnTo>
                <a:close/>
                <a:moveTo>
                  <a:pt x="677415" y="563346"/>
                </a:moveTo>
                <a:lnTo>
                  <a:pt x="677662" y="564013"/>
                </a:lnTo>
                <a:lnTo>
                  <a:pt x="678847" y="564985"/>
                </a:lnTo>
                <a:lnTo>
                  <a:pt x="679011" y="564323"/>
                </a:lnTo>
                <a:close/>
                <a:moveTo>
                  <a:pt x="315745" y="1373176"/>
                </a:moveTo>
                <a:lnTo>
                  <a:pt x="315890" y="1373462"/>
                </a:lnTo>
                <a:lnTo>
                  <a:pt x="316637" y="1373816"/>
                </a:lnTo>
                <a:lnTo>
                  <a:pt x="316565" y="1373566"/>
                </a:lnTo>
                <a:close/>
                <a:moveTo>
                  <a:pt x="314606" y="1375612"/>
                </a:moveTo>
                <a:lnTo>
                  <a:pt x="315810" y="1377716"/>
                </a:lnTo>
                <a:lnTo>
                  <a:pt x="316298" y="1377263"/>
                </a:lnTo>
                <a:lnTo>
                  <a:pt x="315854" y="1376296"/>
                </a:lnTo>
                <a:close/>
                <a:moveTo>
                  <a:pt x="754130" y="391272"/>
                </a:moveTo>
                <a:lnTo>
                  <a:pt x="754128" y="394165"/>
                </a:lnTo>
                <a:lnTo>
                  <a:pt x="754432" y="391542"/>
                </a:lnTo>
                <a:close/>
                <a:moveTo>
                  <a:pt x="244759" y="1531651"/>
                </a:moveTo>
                <a:lnTo>
                  <a:pt x="246145" y="1533328"/>
                </a:lnTo>
                <a:lnTo>
                  <a:pt x="247882" y="1534279"/>
                </a:lnTo>
                <a:lnTo>
                  <a:pt x="245564" y="1531825"/>
                </a:lnTo>
                <a:close/>
                <a:moveTo>
                  <a:pt x="305685" y="1395148"/>
                </a:moveTo>
                <a:lnTo>
                  <a:pt x="306066" y="1396216"/>
                </a:lnTo>
                <a:lnTo>
                  <a:pt x="306109" y="1395747"/>
                </a:lnTo>
                <a:lnTo>
                  <a:pt x="312305" y="1405340"/>
                </a:lnTo>
                <a:lnTo>
                  <a:pt x="319491" y="1408196"/>
                </a:lnTo>
                <a:lnTo>
                  <a:pt x="318387" y="1404341"/>
                </a:lnTo>
                <a:lnTo>
                  <a:pt x="315453" y="1402117"/>
                </a:lnTo>
                <a:lnTo>
                  <a:pt x="315369" y="1401793"/>
                </a:lnTo>
                <a:lnTo>
                  <a:pt x="318292" y="1404010"/>
                </a:lnTo>
                <a:lnTo>
                  <a:pt x="317110" y="1399879"/>
                </a:lnTo>
                <a:lnTo>
                  <a:pt x="310576" y="1397307"/>
                </a:lnTo>
                <a:close/>
                <a:moveTo>
                  <a:pt x="688497" y="537783"/>
                </a:moveTo>
                <a:lnTo>
                  <a:pt x="689399" y="542121"/>
                </a:lnTo>
                <a:lnTo>
                  <a:pt x="693465" y="546485"/>
                </a:lnTo>
                <a:lnTo>
                  <a:pt x="691806" y="539530"/>
                </a:lnTo>
                <a:close/>
                <a:moveTo>
                  <a:pt x="742214" y="417467"/>
                </a:moveTo>
                <a:lnTo>
                  <a:pt x="741787" y="419597"/>
                </a:lnTo>
                <a:lnTo>
                  <a:pt x="746512" y="424283"/>
                </a:lnTo>
                <a:lnTo>
                  <a:pt x="747430" y="420514"/>
                </a:lnTo>
                <a:lnTo>
                  <a:pt x="742460" y="417565"/>
                </a:lnTo>
                <a:close/>
                <a:moveTo>
                  <a:pt x="730187" y="444380"/>
                </a:moveTo>
                <a:lnTo>
                  <a:pt x="730237" y="445881"/>
                </a:lnTo>
                <a:lnTo>
                  <a:pt x="730357" y="446040"/>
                </a:lnTo>
                <a:lnTo>
                  <a:pt x="733746" y="448437"/>
                </a:lnTo>
                <a:lnTo>
                  <a:pt x="730782" y="444799"/>
                </a:lnTo>
                <a:close/>
                <a:moveTo>
                  <a:pt x="650745" y="622261"/>
                </a:moveTo>
                <a:lnTo>
                  <a:pt x="651727" y="621658"/>
                </a:lnTo>
                <a:lnTo>
                  <a:pt x="651783" y="620725"/>
                </a:lnTo>
                <a:close/>
                <a:moveTo>
                  <a:pt x="260726" y="1495107"/>
                </a:moveTo>
                <a:lnTo>
                  <a:pt x="265865" y="1501331"/>
                </a:lnTo>
                <a:lnTo>
                  <a:pt x="273137" y="1501791"/>
                </a:lnTo>
                <a:close/>
                <a:moveTo>
                  <a:pt x="712106" y="484214"/>
                </a:moveTo>
                <a:lnTo>
                  <a:pt x="711454" y="487096"/>
                </a:lnTo>
                <a:lnTo>
                  <a:pt x="711239" y="488451"/>
                </a:lnTo>
                <a:lnTo>
                  <a:pt x="711240" y="488799"/>
                </a:lnTo>
                <a:lnTo>
                  <a:pt x="713783" y="485434"/>
                </a:lnTo>
                <a:close/>
                <a:moveTo>
                  <a:pt x="686955" y="540138"/>
                </a:moveTo>
                <a:lnTo>
                  <a:pt x="686513" y="542962"/>
                </a:lnTo>
                <a:lnTo>
                  <a:pt x="689749" y="546666"/>
                </a:lnTo>
                <a:lnTo>
                  <a:pt x="688789" y="542106"/>
                </a:lnTo>
                <a:close/>
                <a:moveTo>
                  <a:pt x="268944" y="1475918"/>
                </a:moveTo>
                <a:lnTo>
                  <a:pt x="269454" y="1476942"/>
                </a:lnTo>
                <a:lnTo>
                  <a:pt x="270351" y="1477207"/>
                </a:lnTo>
                <a:close/>
                <a:moveTo>
                  <a:pt x="674794" y="566989"/>
                </a:moveTo>
                <a:lnTo>
                  <a:pt x="674838" y="567587"/>
                </a:lnTo>
                <a:lnTo>
                  <a:pt x="676960" y="572859"/>
                </a:lnTo>
                <a:lnTo>
                  <a:pt x="676962" y="572851"/>
                </a:lnTo>
                <a:close/>
                <a:moveTo>
                  <a:pt x="676950" y="562088"/>
                </a:moveTo>
                <a:lnTo>
                  <a:pt x="677267" y="562945"/>
                </a:lnTo>
                <a:lnTo>
                  <a:pt x="679072" y="564071"/>
                </a:lnTo>
                <a:lnTo>
                  <a:pt x="679322" y="563053"/>
                </a:lnTo>
                <a:close/>
                <a:moveTo>
                  <a:pt x="712511" y="482422"/>
                </a:moveTo>
                <a:lnTo>
                  <a:pt x="712305" y="483337"/>
                </a:lnTo>
                <a:lnTo>
                  <a:pt x="714281" y="484776"/>
                </a:lnTo>
                <a:lnTo>
                  <a:pt x="714773" y="484125"/>
                </a:lnTo>
                <a:close/>
                <a:moveTo>
                  <a:pt x="721667" y="461802"/>
                </a:moveTo>
                <a:lnTo>
                  <a:pt x="721496" y="468103"/>
                </a:lnTo>
                <a:lnTo>
                  <a:pt x="724972" y="470632"/>
                </a:lnTo>
                <a:lnTo>
                  <a:pt x="726461" y="468663"/>
                </a:lnTo>
                <a:lnTo>
                  <a:pt x="723011" y="463687"/>
                </a:lnTo>
                <a:close/>
                <a:moveTo>
                  <a:pt x="660735" y="598216"/>
                </a:moveTo>
                <a:lnTo>
                  <a:pt x="660316" y="601904"/>
                </a:lnTo>
                <a:lnTo>
                  <a:pt x="660918" y="598426"/>
                </a:lnTo>
                <a:close/>
                <a:moveTo>
                  <a:pt x="688211" y="536408"/>
                </a:moveTo>
                <a:lnTo>
                  <a:pt x="688418" y="537403"/>
                </a:lnTo>
                <a:lnTo>
                  <a:pt x="691714" y="539143"/>
                </a:lnTo>
                <a:lnTo>
                  <a:pt x="691420" y="537913"/>
                </a:lnTo>
                <a:close/>
                <a:moveTo>
                  <a:pt x="803531" y="277988"/>
                </a:moveTo>
                <a:lnTo>
                  <a:pt x="803736" y="283459"/>
                </a:lnTo>
                <a:lnTo>
                  <a:pt x="803985" y="281659"/>
                </a:lnTo>
                <a:lnTo>
                  <a:pt x="804344" y="279805"/>
                </a:lnTo>
                <a:close/>
                <a:moveTo>
                  <a:pt x="653708" y="613443"/>
                </a:moveTo>
                <a:lnTo>
                  <a:pt x="654002" y="613928"/>
                </a:lnTo>
                <a:lnTo>
                  <a:pt x="654182" y="613662"/>
                </a:lnTo>
                <a:lnTo>
                  <a:pt x="654158" y="613599"/>
                </a:lnTo>
                <a:close/>
                <a:moveTo>
                  <a:pt x="717566" y="470449"/>
                </a:moveTo>
                <a:lnTo>
                  <a:pt x="717651" y="473082"/>
                </a:lnTo>
                <a:lnTo>
                  <a:pt x="720271" y="476853"/>
                </a:lnTo>
                <a:lnTo>
                  <a:pt x="720889" y="476035"/>
                </a:lnTo>
                <a:lnTo>
                  <a:pt x="720945" y="473987"/>
                </a:lnTo>
                <a:close/>
                <a:moveTo>
                  <a:pt x="691031" y="529839"/>
                </a:moveTo>
                <a:lnTo>
                  <a:pt x="691485" y="531743"/>
                </a:lnTo>
                <a:lnTo>
                  <a:pt x="695663" y="534888"/>
                </a:lnTo>
                <a:lnTo>
                  <a:pt x="694665" y="533730"/>
                </a:lnTo>
                <a:lnTo>
                  <a:pt x="692432" y="531339"/>
                </a:lnTo>
                <a:lnTo>
                  <a:pt x="691861" y="531014"/>
                </a:lnTo>
                <a:lnTo>
                  <a:pt x="692096" y="530979"/>
                </a:lnTo>
                <a:close/>
                <a:moveTo>
                  <a:pt x="316859" y="1367458"/>
                </a:moveTo>
                <a:lnTo>
                  <a:pt x="316869" y="1367496"/>
                </a:lnTo>
                <a:lnTo>
                  <a:pt x="319113" y="1369227"/>
                </a:lnTo>
                <a:lnTo>
                  <a:pt x="320193" y="1369599"/>
                </a:lnTo>
                <a:lnTo>
                  <a:pt x="319684" y="1369081"/>
                </a:lnTo>
                <a:lnTo>
                  <a:pt x="319353" y="1368826"/>
                </a:lnTo>
                <a:close/>
                <a:moveTo>
                  <a:pt x="250029" y="1516907"/>
                </a:moveTo>
                <a:lnTo>
                  <a:pt x="263933" y="1529681"/>
                </a:lnTo>
                <a:lnTo>
                  <a:pt x="264267" y="1529964"/>
                </a:lnTo>
                <a:lnTo>
                  <a:pt x="266790" y="1530744"/>
                </a:lnTo>
                <a:lnTo>
                  <a:pt x="267785" y="1531037"/>
                </a:lnTo>
                <a:lnTo>
                  <a:pt x="263059" y="1524125"/>
                </a:lnTo>
                <a:lnTo>
                  <a:pt x="251163" y="1517326"/>
                </a:lnTo>
                <a:close/>
                <a:moveTo>
                  <a:pt x="687413" y="537210"/>
                </a:moveTo>
                <a:lnTo>
                  <a:pt x="687041" y="539589"/>
                </a:lnTo>
                <a:lnTo>
                  <a:pt x="688614" y="541279"/>
                </a:lnTo>
                <a:lnTo>
                  <a:pt x="687801" y="537415"/>
                </a:lnTo>
                <a:close/>
                <a:moveTo>
                  <a:pt x="283394" y="1441513"/>
                </a:moveTo>
                <a:lnTo>
                  <a:pt x="296059" y="1451099"/>
                </a:lnTo>
                <a:lnTo>
                  <a:pt x="296360" y="1451223"/>
                </a:lnTo>
                <a:lnTo>
                  <a:pt x="285356" y="1442567"/>
                </a:lnTo>
                <a:close/>
                <a:moveTo>
                  <a:pt x="687561" y="536273"/>
                </a:moveTo>
                <a:lnTo>
                  <a:pt x="687463" y="536897"/>
                </a:lnTo>
                <a:lnTo>
                  <a:pt x="687721" y="537033"/>
                </a:lnTo>
                <a:close/>
                <a:moveTo>
                  <a:pt x="697553" y="513819"/>
                </a:moveTo>
                <a:lnTo>
                  <a:pt x="698271" y="517542"/>
                </a:lnTo>
                <a:lnTo>
                  <a:pt x="700616" y="519894"/>
                </a:lnTo>
                <a:lnTo>
                  <a:pt x="701147" y="515743"/>
                </a:lnTo>
                <a:close/>
                <a:moveTo>
                  <a:pt x="754132" y="387090"/>
                </a:moveTo>
                <a:lnTo>
                  <a:pt x="754130" y="390626"/>
                </a:lnTo>
                <a:lnTo>
                  <a:pt x="754499" y="390956"/>
                </a:lnTo>
                <a:lnTo>
                  <a:pt x="754812" y="388262"/>
                </a:lnTo>
                <a:close/>
                <a:moveTo>
                  <a:pt x="661042" y="595510"/>
                </a:moveTo>
                <a:lnTo>
                  <a:pt x="660839" y="597301"/>
                </a:lnTo>
                <a:lnTo>
                  <a:pt x="661070" y="597546"/>
                </a:lnTo>
                <a:lnTo>
                  <a:pt x="661224" y="596658"/>
                </a:lnTo>
                <a:lnTo>
                  <a:pt x="661049" y="595512"/>
                </a:lnTo>
                <a:close/>
                <a:moveTo>
                  <a:pt x="690787" y="528814"/>
                </a:moveTo>
                <a:lnTo>
                  <a:pt x="690792" y="528834"/>
                </a:lnTo>
                <a:lnTo>
                  <a:pt x="693348" y="531572"/>
                </a:lnTo>
                <a:lnTo>
                  <a:pt x="694665" y="532319"/>
                </a:lnTo>
                <a:lnTo>
                  <a:pt x="693338" y="530590"/>
                </a:lnTo>
                <a:close/>
                <a:moveTo>
                  <a:pt x="258098" y="1497544"/>
                </a:moveTo>
                <a:lnTo>
                  <a:pt x="260910" y="1501017"/>
                </a:lnTo>
                <a:lnTo>
                  <a:pt x="263284" y="1501167"/>
                </a:lnTo>
                <a:close/>
                <a:moveTo>
                  <a:pt x="660050" y="597430"/>
                </a:moveTo>
                <a:lnTo>
                  <a:pt x="660048" y="600613"/>
                </a:lnTo>
                <a:lnTo>
                  <a:pt x="660401" y="597834"/>
                </a:lnTo>
                <a:close/>
                <a:moveTo>
                  <a:pt x="294807" y="1414876"/>
                </a:moveTo>
                <a:lnTo>
                  <a:pt x="297721" y="1419081"/>
                </a:lnTo>
                <a:lnTo>
                  <a:pt x="301840" y="1423133"/>
                </a:lnTo>
                <a:lnTo>
                  <a:pt x="303528" y="1423747"/>
                </a:lnTo>
                <a:lnTo>
                  <a:pt x="303394" y="1423543"/>
                </a:lnTo>
                <a:lnTo>
                  <a:pt x="297713" y="1416668"/>
                </a:lnTo>
                <a:close/>
                <a:moveTo>
                  <a:pt x="253475" y="1507246"/>
                </a:moveTo>
                <a:lnTo>
                  <a:pt x="255230" y="1509814"/>
                </a:lnTo>
                <a:lnTo>
                  <a:pt x="257885" y="1510069"/>
                </a:lnTo>
                <a:lnTo>
                  <a:pt x="255808" y="1508165"/>
                </a:lnTo>
                <a:close/>
                <a:moveTo>
                  <a:pt x="658465" y="600293"/>
                </a:moveTo>
                <a:lnTo>
                  <a:pt x="658110" y="601752"/>
                </a:lnTo>
                <a:lnTo>
                  <a:pt x="658822" y="602711"/>
                </a:lnTo>
                <a:close/>
                <a:moveTo>
                  <a:pt x="713955" y="476040"/>
                </a:moveTo>
                <a:lnTo>
                  <a:pt x="712806" y="481119"/>
                </a:lnTo>
                <a:lnTo>
                  <a:pt x="715905" y="482629"/>
                </a:lnTo>
                <a:lnTo>
                  <a:pt x="717532" y="480477"/>
                </a:lnTo>
                <a:lnTo>
                  <a:pt x="717473" y="478654"/>
                </a:lnTo>
                <a:lnTo>
                  <a:pt x="716114" y="477426"/>
                </a:lnTo>
                <a:close/>
                <a:moveTo>
                  <a:pt x="292763" y="1419124"/>
                </a:moveTo>
                <a:lnTo>
                  <a:pt x="293173" y="1419986"/>
                </a:lnTo>
                <a:lnTo>
                  <a:pt x="294835" y="1420590"/>
                </a:lnTo>
                <a:close/>
                <a:moveTo>
                  <a:pt x="263226" y="1485217"/>
                </a:moveTo>
                <a:lnTo>
                  <a:pt x="268490" y="1488270"/>
                </a:lnTo>
                <a:lnTo>
                  <a:pt x="267652" y="1486587"/>
                </a:lnTo>
                <a:close/>
                <a:moveTo>
                  <a:pt x="687878" y="534245"/>
                </a:moveTo>
                <a:lnTo>
                  <a:pt x="687828" y="534568"/>
                </a:lnTo>
                <a:lnTo>
                  <a:pt x="688131" y="536031"/>
                </a:lnTo>
                <a:lnTo>
                  <a:pt x="691328" y="537530"/>
                </a:lnTo>
                <a:lnTo>
                  <a:pt x="691038" y="536312"/>
                </a:lnTo>
                <a:close/>
                <a:moveTo>
                  <a:pt x="270888" y="1467820"/>
                </a:moveTo>
                <a:lnTo>
                  <a:pt x="279330" y="1479869"/>
                </a:lnTo>
                <a:lnTo>
                  <a:pt x="281666" y="1480562"/>
                </a:lnTo>
                <a:lnTo>
                  <a:pt x="277744" y="1475724"/>
                </a:lnTo>
                <a:lnTo>
                  <a:pt x="277736" y="1475206"/>
                </a:lnTo>
                <a:lnTo>
                  <a:pt x="282210" y="1480723"/>
                </a:lnTo>
                <a:lnTo>
                  <a:pt x="284736" y="1481472"/>
                </a:lnTo>
                <a:lnTo>
                  <a:pt x="276827" y="1469611"/>
                </a:lnTo>
                <a:lnTo>
                  <a:pt x="276645" y="1469543"/>
                </a:lnTo>
                <a:close/>
                <a:moveTo>
                  <a:pt x="649897" y="619114"/>
                </a:moveTo>
                <a:lnTo>
                  <a:pt x="649923" y="619971"/>
                </a:lnTo>
                <a:lnTo>
                  <a:pt x="650120" y="619679"/>
                </a:lnTo>
                <a:lnTo>
                  <a:pt x="650142" y="619303"/>
                </a:lnTo>
                <a:close/>
                <a:moveTo>
                  <a:pt x="245480" y="1524568"/>
                </a:moveTo>
                <a:lnTo>
                  <a:pt x="247906" y="1526307"/>
                </a:lnTo>
                <a:lnTo>
                  <a:pt x="248981" y="1526965"/>
                </a:lnTo>
                <a:lnTo>
                  <a:pt x="248641" y="1526373"/>
                </a:lnTo>
                <a:close/>
                <a:moveTo>
                  <a:pt x="702323" y="501607"/>
                </a:moveTo>
                <a:lnTo>
                  <a:pt x="702861" y="502376"/>
                </a:lnTo>
                <a:lnTo>
                  <a:pt x="703084" y="500630"/>
                </a:lnTo>
                <a:lnTo>
                  <a:pt x="703053" y="500615"/>
                </a:lnTo>
                <a:close/>
                <a:moveTo>
                  <a:pt x="220065" y="1581349"/>
                </a:moveTo>
                <a:lnTo>
                  <a:pt x="224555" y="1585471"/>
                </a:lnTo>
                <a:lnTo>
                  <a:pt x="229027" y="1586887"/>
                </a:lnTo>
                <a:lnTo>
                  <a:pt x="227147" y="1584898"/>
                </a:lnTo>
                <a:close/>
                <a:moveTo>
                  <a:pt x="262125" y="1487142"/>
                </a:moveTo>
                <a:lnTo>
                  <a:pt x="268601" y="1492368"/>
                </a:lnTo>
                <a:lnTo>
                  <a:pt x="265099" y="1488911"/>
                </a:lnTo>
                <a:close/>
                <a:moveTo>
                  <a:pt x="304579" y="1392040"/>
                </a:moveTo>
                <a:lnTo>
                  <a:pt x="304999" y="1393220"/>
                </a:lnTo>
                <a:lnTo>
                  <a:pt x="314235" y="1396857"/>
                </a:lnTo>
                <a:lnTo>
                  <a:pt x="308733" y="1393066"/>
                </a:lnTo>
                <a:close/>
                <a:moveTo>
                  <a:pt x="685643" y="538730"/>
                </a:moveTo>
                <a:lnTo>
                  <a:pt x="685323" y="540031"/>
                </a:lnTo>
                <a:lnTo>
                  <a:pt x="685037" y="541271"/>
                </a:lnTo>
                <a:lnTo>
                  <a:pt x="686121" y="542514"/>
                </a:lnTo>
                <a:lnTo>
                  <a:pt x="686560" y="539714"/>
                </a:lnTo>
                <a:close/>
                <a:moveTo>
                  <a:pt x="243077" y="1529613"/>
                </a:moveTo>
                <a:lnTo>
                  <a:pt x="244575" y="1531426"/>
                </a:lnTo>
                <a:lnTo>
                  <a:pt x="245345" y="1531593"/>
                </a:lnTo>
                <a:lnTo>
                  <a:pt x="243643" y="1529792"/>
                </a:lnTo>
                <a:close/>
                <a:moveTo>
                  <a:pt x="690825" y="526895"/>
                </a:moveTo>
                <a:lnTo>
                  <a:pt x="693671" y="530608"/>
                </a:lnTo>
                <a:lnTo>
                  <a:pt x="696565" y="532623"/>
                </a:lnTo>
                <a:lnTo>
                  <a:pt x="696060" y="530006"/>
                </a:lnTo>
                <a:close/>
                <a:moveTo>
                  <a:pt x="701571" y="502631"/>
                </a:moveTo>
                <a:lnTo>
                  <a:pt x="702200" y="503267"/>
                </a:lnTo>
                <a:lnTo>
                  <a:pt x="701908" y="502851"/>
                </a:lnTo>
                <a:lnTo>
                  <a:pt x="701580" y="502619"/>
                </a:lnTo>
                <a:close/>
                <a:moveTo>
                  <a:pt x="713531" y="475767"/>
                </a:moveTo>
                <a:lnTo>
                  <a:pt x="712920" y="478781"/>
                </a:lnTo>
                <a:lnTo>
                  <a:pt x="713593" y="475807"/>
                </a:lnTo>
                <a:close/>
                <a:moveTo>
                  <a:pt x="713647" y="475195"/>
                </a:moveTo>
                <a:lnTo>
                  <a:pt x="713640" y="475230"/>
                </a:lnTo>
                <a:lnTo>
                  <a:pt x="713713" y="475277"/>
                </a:lnTo>
                <a:lnTo>
                  <a:pt x="713717" y="475259"/>
                </a:lnTo>
                <a:close/>
                <a:moveTo>
                  <a:pt x="660051" y="595166"/>
                </a:moveTo>
                <a:lnTo>
                  <a:pt x="660050" y="596466"/>
                </a:lnTo>
                <a:lnTo>
                  <a:pt x="660513" y="596956"/>
                </a:lnTo>
                <a:lnTo>
                  <a:pt x="660712" y="595396"/>
                </a:lnTo>
                <a:close/>
                <a:moveTo>
                  <a:pt x="700964" y="503456"/>
                </a:moveTo>
                <a:lnTo>
                  <a:pt x="702052" y="508690"/>
                </a:lnTo>
                <a:lnTo>
                  <a:pt x="702531" y="504950"/>
                </a:lnTo>
                <a:lnTo>
                  <a:pt x="700972" y="503445"/>
                </a:lnTo>
                <a:close/>
                <a:moveTo>
                  <a:pt x="686177" y="536557"/>
                </a:moveTo>
                <a:lnTo>
                  <a:pt x="685766" y="538230"/>
                </a:lnTo>
                <a:lnTo>
                  <a:pt x="685979" y="538449"/>
                </a:lnTo>
                <a:lnTo>
                  <a:pt x="686646" y="539164"/>
                </a:lnTo>
                <a:lnTo>
                  <a:pt x="686987" y="536985"/>
                </a:lnTo>
                <a:close/>
                <a:moveTo>
                  <a:pt x="241977" y="1531046"/>
                </a:moveTo>
                <a:lnTo>
                  <a:pt x="242846" y="1531522"/>
                </a:lnTo>
                <a:lnTo>
                  <a:pt x="242558" y="1531172"/>
                </a:lnTo>
                <a:close/>
                <a:moveTo>
                  <a:pt x="686420" y="535569"/>
                </a:moveTo>
                <a:lnTo>
                  <a:pt x="686251" y="536259"/>
                </a:lnTo>
                <a:lnTo>
                  <a:pt x="687035" y="536674"/>
                </a:lnTo>
                <a:lnTo>
                  <a:pt x="687154" y="535913"/>
                </a:lnTo>
                <a:close/>
                <a:moveTo>
                  <a:pt x="312722" y="1372323"/>
                </a:moveTo>
                <a:lnTo>
                  <a:pt x="314367" y="1375194"/>
                </a:lnTo>
                <a:lnTo>
                  <a:pt x="315678" y="1375913"/>
                </a:lnTo>
                <a:lnTo>
                  <a:pt x="314393" y="1373117"/>
                </a:lnTo>
                <a:close/>
                <a:moveTo>
                  <a:pt x="744791" y="404617"/>
                </a:moveTo>
                <a:lnTo>
                  <a:pt x="742306" y="417003"/>
                </a:lnTo>
                <a:lnTo>
                  <a:pt x="742437" y="417081"/>
                </a:lnTo>
                <a:lnTo>
                  <a:pt x="747768" y="419128"/>
                </a:lnTo>
                <a:lnTo>
                  <a:pt x="750726" y="406988"/>
                </a:lnTo>
                <a:close/>
                <a:moveTo>
                  <a:pt x="285769" y="1432448"/>
                </a:moveTo>
                <a:lnTo>
                  <a:pt x="289489" y="1435774"/>
                </a:lnTo>
                <a:lnTo>
                  <a:pt x="289721" y="1435864"/>
                </a:lnTo>
                <a:lnTo>
                  <a:pt x="289486" y="1435262"/>
                </a:lnTo>
                <a:close/>
                <a:moveTo>
                  <a:pt x="717418" y="465899"/>
                </a:moveTo>
                <a:lnTo>
                  <a:pt x="717433" y="466398"/>
                </a:lnTo>
                <a:lnTo>
                  <a:pt x="720114" y="469203"/>
                </a:lnTo>
                <a:lnTo>
                  <a:pt x="719812" y="467641"/>
                </a:lnTo>
                <a:close/>
                <a:moveTo>
                  <a:pt x="658194" y="598449"/>
                </a:moveTo>
                <a:lnTo>
                  <a:pt x="657873" y="600999"/>
                </a:lnTo>
                <a:lnTo>
                  <a:pt x="657940" y="601281"/>
                </a:lnTo>
                <a:lnTo>
                  <a:pt x="658273" y="599914"/>
                </a:lnTo>
                <a:lnTo>
                  <a:pt x="658396" y="599818"/>
                </a:lnTo>
                <a:close/>
                <a:moveTo>
                  <a:pt x="690250" y="526563"/>
                </a:moveTo>
                <a:lnTo>
                  <a:pt x="690726" y="528559"/>
                </a:lnTo>
                <a:lnTo>
                  <a:pt x="692989" y="530134"/>
                </a:lnTo>
                <a:close/>
                <a:moveTo>
                  <a:pt x="311424" y="1374697"/>
                </a:moveTo>
                <a:lnTo>
                  <a:pt x="312785" y="1379451"/>
                </a:lnTo>
                <a:lnTo>
                  <a:pt x="313698" y="1379677"/>
                </a:lnTo>
                <a:lnTo>
                  <a:pt x="314465" y="1378965"/>
                </a:lnTo>
                <a:lnTo>
                  <a:pt x="314156" y="1378320"/>
                </a:lnTo>
                <a:close/>
                <a:moveTo>
                  <a:pt x="688492" y="530327"/>
                </a:moveTo>
                <a:lnTo>
                  <a:pt x="687946" y="533807"/>
                </a:lnTo>
                <a:lnTo>
                  <a:pt x="690902" y="535741"/>
                </a:lnTo>
                <a:lnTo>
                  <a:pt x="689856" y="531355"/>
                </a:lnTo>
                <a:close/>
                <a:moveTo>
                  <a:pt x="715276" y="470203"/>
                </a:moveTo>
                <a:lnTo>
                  <a:pt x="714301" y="474512"/>
                </a:lnTo>
                <a:lnTo>
                  <a:pt x="717429" y="477342"/>
                </a:lnTo>
                <a:lnTo>
                  <a:pt x="717293" y="473108"/>
                </a:lnTo>
                <a:close/>
                <a:moveTo>
                  <a:pt x="686902" y="533607"/>
                </a:moveTo>
                <a:lnTo>
                  <a:pt x="686496" y="535263"/>
                </a:lnTo>
                <a:lnTo>
                  <a:pt x="687204" y="535595"/>
                </a:lnTo>
                <a:lnTo>
                  <a:pt x="687295" y="535012"/>
                </a:lnTo>
                <a:lnTo>
                  <a:pt x="687014" y="533680"/>
                </a:lnTo>
                <a:close/>
                <a:moveTo>
                  <a:pt x="721845" y="455254"/>
                </a:moveTo>
                <a:lnTo>
                  <a:pt x="721673" y="461588"/>
                </a:lnTo>
                <a:lnTo>
                  <a:pt x="726595" y="468487"/>
                </a:lnTo>
                <a:lnTo>
                  <a:pt x="727566" y="467204"/>
                </a:lnTo>
                <a:lnTo>
                  <a:pt x="727446" y="463605"/>
                </a:lnTo>
                <a:lnTo>
                  <a:pt x="726605" y="458093"/>
                </a:lnTo>
                <a:close/>
                <a:moveTo>
                  <a:pt x="722091" y="454684"/>
                </a:moveTo>
                <a:lnTo>
                  <a:pt x="726484" y="457304"/>
                </a:lnTo>
                <a:lnTo>
                  <a:pt x="726353" y="456444"/>
                </a:lnTo>
                <a:lnTo>
                  <a:pt x="724902" y="455801"/>
                </a:lnTo>
                <a:close/>
                <a:moveTo>
                  <a:pt x="313683" y="1369124"/>
                </a:moveTo>
                <a:lnTo>
                  <a:pt x="315415" y="1372528"/>
                </a:lnTo>
                <a:lnTo>
                  <a:pt x="316402" y="1372997"/>
                </a:lnTo>
                <a:lnTo>
                  <a:pt x="315750" y="1370719"/>
                </a:lnTo>
                <a:close/>
                <a:moveTo>
                  <a:pt x="297614" y="1405058"/>
                </a:moveTo>
                <a:lnTo>
                  <a:pt x="299344" y="1407673"/>
                </a:lnTo>
                <a:lnTo>
                  <a:pt x="303519" y="1411247"/>
                </a:lnTo>
                <a:lnTo>
                  <a:pt x="302823" y="1410011"/>
                </a:lnTo>
                <a:lnTo>
                  <a:pt x="298143" y="1405257"/>
                </a:lnTo>
                <a:close/>
                <a:moveTo>
                  <a:pt x="648924" y="618367"/>
                </a:moveTo>
                <a:lnTo>
                  <a:pt x="649307" y="620882"/>
                </a:lnTo>
                <a:lnTo>
                  <a:pt x="649636" y="620396"/>
                </a:lnTo>
                <a:lnTo>
                  <a:pt x="649589" y="618878"/>
                </a:lnTo>
                <a:close/>
                <a:moveTo>
                  <a:pt x="647560" y="621398"/>
                </a:moveTo>
                <a:lnTo>
                  <a:pt x="647940" y="622906"/>
                </a:lnTo>
                <a:lnTo>
                  <a:pt x="648297" y="622378"/>
                </a:lnTo>
                <a:close/>
                <a:moveTo>
                  <a:pt x="735100" y="425355"/>
                </a:moveTo>
                <a:lnTo>
                  <a:pt x="735463" y="425790"/>
                </a:lnTo>
                <a:lnTo>
                  <a:pt x="739033" y="430195"/>
                </a:lnTo>
                <a:lnTo>
                  <a:pt x="739325" y="428740"/>
                </a:lnTo>
                <a:close/>
                <a:moveTo>
                  <a:pt x="715669" y="468464"/>
                </a:moveTo>
                <a:lnTo>
                  <a:pt x="715368" y="469795"/>
                </a:lnTo>
                <a:lnTo>
                  <a:pt x="717275" y="472540"/>
                </a:lnTo>
                <a:lnTo>
                  <a:pt x="717195" y="470061"/>
                </a:lnTo>
                <a:close/>
                <a:moveTo>
                  <a:pt x="257817" y="1493541"/>
                </a:moveTo>
                <a:lnTo>
                  <a:pt x="260112" y="1495996"/>
                </a:lnTo>
                <a:lnTo>
                  <a:pt x="258298" y="1493800"/>
                </a:lnTo>
                <a:close/>
                <a:moveTo>
                  <a:pt x="690040" y="525681"/>
                </a:moveTo>
                <a:lnTo>
                  <a:pt x="690106" y="525959"/>
                </a:lnTo>
                <a:lnTo>
                  <a:pt x="690505" y="526479"/>
                </a:lnTo>
                <a:lnTo>
                  <a:pt x="696011" y="529750"/>
                </a:lnTo>
                <a:lnTo>
                  <a:pt x="695827" y="528795"/>
                </a:lnTo>
                <a:close/>
                <a:moveTo>
                  <a:pt x="312263" y="1371521"/>
                </a:moveTo>
                <a:lnTo>
                  <a:pt x="312433" y="1371819"/>
                </a:lnTo>
                <a:lnTo>
                  <a:pt x="314178" y="1372648"/>
                </a:lnTo>
                <a:lnTo>
                  <a:pt x="314051" y="1372371"/>
                </a:lnTo>
                <a:close/>
                <a:moveTo>
                  <a:pt x="660052" y="592622"/>
                </a:moveTo>
                <a:lnTo>
                  <a:pt x="660052" y="593798"/>
                </a:lnTo>
                <a:lnTo>
                  <a:pt x="660823" y="594031"/>
                </a:lnTo>
                <a:lnTo>
                  <a:pt x="660723" y="593372"/>
                </a:lnTo>
                <a:close/>
                <a:moveTo>
                  <a:pt x="311143" y="1373714"/>
                </a:moveTo>
                <a:lnTo>
                  <a:pt x="311160" y="1373774"/>
                </a:lnTo>
                <a:lnTo>
                  <a:pt x="313403" y="1376747"/>
                </a:lnTo>
                <a:lnTo>
                  <a:pt x="312236" y="1374313"/>
                </a:lnTo>
                <a:close/>
                <a:moveTo>
                  <a:pt x="684541" y="537546"/>
                </a:moveTo>
                <a:lnTo>
                  <a:pt x="684627" y="540802"/>
                </a:lnTo>
                <a:lnTo>
                  <a:pt x="684753" y="540947"/>
                </a:lnTo>
                <a:lnTo>
                  <a:pt x="685370" y="538437"/>
                </a:lnTo>
                <a:close/>
                <a:moveTo>
                  <a:pt x="658540" y="595697"/>
                </a:moveTo>
                <a:lnTo>
                  <a:pt x="658340" y="597291"/>
                </a:lnTo>
                <a:lnTo>
                  <a:pt x="658676" y="599579"/>
                </a:lnTo>
                <a:lnTo>
                  <a:pt x="659102" y="602217"/>
                </a:lnTo>
                <a:lnTo>
                  <a:pt x="659105" y="596345"/>
                </a:lnTo>
                <a:close/>
                <a:moveTo>
                  <a:pt x="688921" y="527579"/>
                </a:moveTo>
                <a:lnTo>
                  <a:pt x="688609" y="529575"/>
                </a:lnTo>
                <a:lnTo>
                  <a:pt x="689611" y="530331"/>
                </a:lnTo>
                <a:lnTo>
                  <a:pt x="688967" y="527628"/>
                </a:lnTo>
                <a:close/>
                <a:moveTo>
                  <a:pt x="714798" y="469514"/>
                </a:moveTo>
                <a:lnTo>
                  <a:pt x="713865" y="474118"/>
                </a:lnTo>
                <a:lnTo>
                  <a:pt x="713956" y="474200"/>
                </a:lnTo>
                <a:lnTo>
                  <a:pt x="714963" y="469752"/>
                </a:lnTo>
                <a:close/>
                <a:moveTo>
                  <a:pt x="687831" y="529829"/>
                </a:moveTo>
                <a:lnTo>
                  <a:pt x="687296" y="532007"/>
                </a:lnTo>
                <a:lnTo>
                  <a:pt x="687564" y="533298"/>
                </a:lnTo>
                <a:lnTo>
                  <a:pt x="688077" y="530015"/>
                </a:lnTo>
                <a:close/>
                <a:moveTo>
                  <a:pt x="250181" y="1509785"/>
                </a:moveTo>
                <a:lnTo>
                  <a:pt x="255491" y="1513053"/>
                </a:lnTo>
                <a:lnTo>
                  <a:pt x="253478" y="1510110"/>
                </a:lnTo>
                <a:close/>
                <a:moveTo>
                  <a:pt x="759070" y="370234"/>
                </a:moveTo>
                <a:lnTo>
                  <a:pt x="758451" y="385506"/>
                </a:lnTo>
                <a:lnTo>
                  <a:pt x="759521" y="387350"/>
                </a:lnTo>
                <a:lnTo>
                  <a:pt x="760734" y="383767"/>
                </a:lnTo>
                <a:lnTo>
                  <a:pt x="760897" y="383661"/>
                </a:lnTo>
                <a:lnTo>
                  <a:pt x="759601" y="387488"/>
                </a:lnTo>
                <a:lnTo>
                  <a:pt x="762025" y="391668"/>
                </a:lnTo>
                <a:lnTo>
                  <a:pt x="770524" y="400067"/>
                </a:lnTo>
                <a:lnTo>
                  <a:pt x="770620" y="398482"/>
                </a:lnTo>
                <a:lnTo>
                  <a:pt x="766013" y="392296"/>
                </a:lnTo>
                <a:lnTo>
                  <a:pt x="766592" y="392452"/>
                </a:lnTo>
                <a:lnTo>
                  <a:pt x="770656" y="397909"/>
                </a:lnTo>
                <a:lnTo>
                  <a:pt x="771541" y="383377"/>
                </a:lnTo>
                <a:lnTo>
                  <a:pt x="761351" y="372584"/>
                </a:lnTo>
                <a:close/>
                <a:moveTo>
                  <a:pt x="691404" y="521429"/>
                </a:moveTo>
                <a:lnTo>
                  <a:pt x="695442" y="525480"/>
                </a:lnTo>
                <a:lnTo>
                  <a:pt x="695235" y="522959"/>
                </a:lnTo>
                <a:close/>
                <a:moveTo>
                  <a:pt x="658667" y="594685"/>
                </a:moveTo>
                <a:lnTo>
                  <a:pt x="658632" y="594963"/>
                </a:lnTo>
                <a:lnTo>
                  <a:pt x="659105" y="595463"/>
                </a:lnTo>
                <a:lnTo>
                  <a:pt x="659105" y="594837"/>
                </a:lnTo>
                <a:close/>
                <a:moveTo>
                  <a:pt x="696978" y="508879"/>
                </a:moveTo>
                <a:lnTo>
                  <a:pt x="697051" y="510782"/>
                </a:lnTo>
                <a:lnTo>
                  <a:pt x="701480" y="513151"/>
                </a:lnTo>
                <a:lnTo>
                  <a:pt x="701861" y="510177"/>
                </a:lnTo>
                <a:lnTo>
                  <a:pt x="700625" y="503917"/>
                </a:lnTo>
                <a:close/>
                <a:moveTo>
                  <a:pt x="716415" y="465170"/>
                </a:moveTo>
                <a:lnTo>
                  <a:pt x="716385" y="465300"/>
                </a:lnTo>
                <a:lnTo>
                  <a:pt x="717063" y="466009"/>
                </a:lnTo>
                <a:lnTo>
                  <a:pt x="717050" y="465632"/>
                </a:lnTo>
                <a:close/>
                <a:moveTo>
                  <a:pt x="719341" y="458543"/>
                </a:moveTo>
                <a:lnTo>
                  <a:pt x="721116" y="467706"/>
                </a:lnTo>
                <a:lnTo>
                  <a:pt x="721291" y="461276"/>
                </a:lnTo>
                <a:close/>
                <a:moveTo>
                  <a:pt x="729871" y="434906"/>
                </a:moveTo>
                <a:lnTo>
                  <a:pt x="730156" y="443461"/>
                </a:lnTo>
                <a:lnTo>
                  <a:pt x="731087" y="444603"/>
                </a:lnTo>
                <a:lnTo>
                  <a:pt x="735518" y="447725"/>
                </a:lnTo>
                <a:lnTo>
                  <a:pt x="737211" y="439283"/>
                </a:lnTo>
                <a:close/>
                <a:moveTo>
                  <a:pt x="715126" y="467896"/>
                </a:moveTo>
                <a:lnTo>
                  <a:pt x="714882" y="469096"/>
                </a:lnTo>
                <a:lnTo>
                  <a:pt x="715055" y="469344"/>
                </a:lnTo>
                <a:lnTo>
                  <a:pt x="715333" y="468114"/>
                </a:lnTo>
                <a:close/>
                <a:moveTo>
                  <a:pt x="700386" y="500677"/>
                </a:moveTo>
                <a:lnTo>
                  <a:pt x="700506" y="501251"/>
                </a:lnTo>
                <a:lnTo>
                  <a:pt x="701065" y="501646"/>
                </a:lnTo>
                <a:close/>
                <a:moveTo>
                  <a:pt x="700883" y="499552"/>
                </a:moveTo>
                <a:lnTo>
                  <a:pt x="701985" y="501125"/>
                </a:lnTo>
                <a:lnTo>
                  <a:pt x="702544" y="500365"/>
                </a:lnTo>
                <a:close/>
                <a:moveTo>
                  <a:pt x="656601" y="598686"/>
                </a:moveTo>
                <a:lnTo>
                  <a:pt x="656589" y="599701"/>
                </a:lnTo>
                <a:lnTo>
                  <a:pt x="656963" y="600206"/>
                </a:lnTo>
                <a:close/>
                <a:moveTo>
                  <a:pt x="296938" y="1404033"/>
                </a:moveTo>
                <a:lnTo>
                  <a:pt x="297067" y="1404228"/>
                </a:lnTo>
                <a:lnTo>
                  <a:pt x="297166" y="1404266"/>
                </a:lnTo>
                <a:close/>
                <a:moveTo>
                  <a:pt x="241620" y="1527848"/>
                </a:moveTo>
                <a:lnTo>
                  <a:pt x="242856" y="1529345"/>
                </a:lnTo>
                <a:lnTo>
                  <a:pt x="243377" y="1529510"/>
                </a:lnTo>
                <a:lnTo>
                  <a:pt x="241976" y="1528027"/>
                </a:lnTo>
                <a:close/>
                <a:moveTo>
                  <a:pt x="688476" y="527205"/>
                </a:moveTo>
                <a:lnTo>
                  <a:pt x="688005" y="529121"/>
                </a:lnTo>
                <a:lnTo>
                  <a:pt x="688195" y="529263"/>
                </a:lnTo>
                <a:lnTo>
                  <a:pt x="688513" y="527231"/>
                </a:lnTo>
                <a:close/>
                <a:moveTo>
                  <a:pt x="684490" y="535666"/>
                </a:moveTo>
                <a:lnTo>
                  <a:pt x="684525" y="536955"/>
                </a:lnTo>
                <a:lnTo>
                  <a:pt x="685490" y="537947"/>
                </a:lnTo>
                <a:lnTo>
                  <a:pt x="685871" y="536396"/>
                </a:lnTo>
                <a:close/>
                <a:moveTo>
                  <a:pt x="268486" y="1467101"/>
                </a:moveTo>
                <a:lnTo>
                  <a:pt x="276866" y="1477449"/>
                </a:lnTo>
                <a:lnTo>
                  <a:pt x="270229" y="1467622"/>
                </a:lnTo>
                <a:close/>
                <a:moveTo>
                  <a:pt x="667120" y="574483"/>
                </a:moveTo>
                <a:lnTo>
                  <a:pt x="667676" y="575285"/>
                </a:lnTo>
                <a:lnTo>
                  <a:pt x="667965" y="575623"/>
                </a:lnTo>
                <a:close/>
                <a:moveTo>
                  <a:pt x="242711" y="1524747"/>
                </a:moveTo>
                <a:lnTo>
                  <a:pt x="245896" y="1528119"/>
                </a:lnTo>
                <a:lnTo>
                  <a:pt x="250608" y="1529792"/>
                </a:lnTo>
                <a:lnTo>
                  <a:pt x="250225" y="1529126"/>
                </a:lnTo>
                <a:lnTo>
                  <a:pt x="247076" y="1526869"/>
                </a:lnTo>
                <a:close/>
                <a:moveTo>
                  <a:pt x="716958" y="462769"/>
                </a:moveTo>
                <a:lnTo>
                  <a:pt x="716563" y="464514"/>
                </a:lnTo>
                <a:lnTo>
                  <a:pt x="717025" y="464851"/>
                </a:lnTo>
                <a:close/>
                <a:moveTo>
                  <a:pt x="737904" y="415746"/>
                </a:moveTo>
                <a:lnTo>
                  <a:pt x="741299" y="419112"/>
                </a:lnTo>
                <a:lnTo>
                  <a:pt x="741696" y="417260"/>
                </a:lnTo>
                <a:close/>
                <a:moveTo>
                  <a:pt x="715907" y="464801"/>
                </a:moveTo>
                <a:lnTo>
                  <a:pt x="716050" y="464949"/>
                </a:lnTo>
                <a:lnTo>
                  <a:pt x="716058" y="464910"/>
                </a:lnTo>
                <a:close/>
                <a:moveTo>
                  <a:pt x="281330" y="1437833"/>
                </a:moveTo>
                <a:lnTo>
                  <a:pt x="285912" y="1441076"/>
                </a:lnTo>
                <a:lnTo>
                  <a:pt x="282310" y="1438382"/>
                </a:lnTo>
                <a:close/>
                <a:moveTo>
                  <a:pt x="746548" y="395969"/>
                </a:moveTo>
                <a:lnTo>
                  <a:pt x="746201" y="397585"/>
                </a:lnTo>
                <a:lnTo>
                  <a:pt x="744956" y="403794"/>
                </a:lnTo>
                <a:lnTo>
                  <a:pt x="750924" y="406176"/>
                </a:lnTo>
                <a:lnTo>
                  <a:pt x="751321" y="404548"/>
                </a:lnTo>
                <a:close/>
                <a:moveTo>
                  <a:pt x="651274" y="609282"/>
                </a:moveTo>
                <a:lnTo>
                  <a:pt x="651274" y="609285"/>
                </a:lnTo>
                <a:lnTo>
                  <a:pt x="651285" y="609291"/>
                </a:lnTo>
                <a:close/>
                <a:moveTo>
                  <a:pt x="647644" y="617387"/>
                </a:moveTo>
                <a:lnTo>
                  <a:pt x="647532" y="620148"/>
                </a:lnTo>
                <a:lnTo>
                  <a:pt x="648774" y="621670"/>
                </a:lnTo>
                <a:lnTo>
                  <a:pt x="648799" y="621635"/>
                </a:lnTo>
                <a:lnTo>
                  <a:pt x="648265" y="618137"/>
                </a:lnTo>
                <a:lnTo>
                  <a:pt x="648223" y="617831"/>
                </a:lnTo>
                <a:close/>
                <a:moveTo>
                  <a:pt x="648482" y="615469"/>
                </a:moveTo>
                <a:lnTo>
                  <a:pt x="648498" y="615574"/>
                </a:lnTo>
                <a:lnTo>
                  <a:pt x="650287" y="616944"/>
                </a:lnTo>
                <a:lnTo>
                  <a:pt x="650327" y="616275"/>
                </a:lnTo>
                <a:close/>
                <a:moveTo>
                  <a:pt x="291107" y="1415648"/>
                </a:moveTo>
                <a:lnTo>
                  <a:pt x="291240" y="1415928"/>
                </a:lnTo>
                <a:lnTo>
                  <a:pt x="291666" y="1416229"/>
                </a:lnTo>
                <a:close/>
                <a:moveTo>
                  <a:pt x="249111" y="1509681"/>
                </a:moveTo>
                <a:lnTo>
                  <a:pt x="256941" y="1515174"/>
                </a:lnTo>
                <a:lnTo>
                  <a:pt x="256064" y="1513892"/>
                </a:lnTo>
                <a:lnTo>
                  <a:pt x="249243" y="1509694"/>
                </a:lnTo>
                <a:close/>
                <a:moveTo>
                  <a:pt x="684464" y="534651"/>
                </a:moveTo>
                <a:lnTo>
                  <a:pt x="684481" y="535325"/>
                </a:lnTo>
                <a:lnTo>
                  <a:pt x="685944" y="536098"/>
                </a:lnTo>
                <a:lnTo>
                  <a:pt x="686110" y="535424"/>
                </a:lnTo>
                <a:close/>
                <a:moveTo>
                  <a:pt x="659065" y="591514"/>
                </a:moveTo>
                <a:lnTo>
                  <a:pt x="658825" y="593425"/>
                </a:lnTo>
                <a:lnTo>
                  <a:pt x="659107" y="593511"/>
                </a:lnTo>
                <a:lnTo>
                  <a:pt x="659108" y="591563"/>
                </a:lnTo>
                <a:close/>
                <a:moveTo>
                  <a:pt x="674787" y="556236"/>
                </a:moveTo>
                <a:lnTo>
                  <a:pt x="675319" y="557678"/>
                </a:lnTo>
                <a:lnTo>
                  <a:pt x="677113" y="558305"/>
                </a:lnTo>
                <a:close/>
                <a:moveTo>
                  <a:pt x="226279" y="1560186"/>
                </a:moveTo>
                <a:lnTo>
                  <a:pt x="229371" y="1564870"/>
                </a:lnTo>
                <a:lnTo>
                  <a:pt x="232348" y="1565762"/>
                </a:lnTo>
                <a:close/>
                <a:moveTo>
                  <a:pt x="693862" y="513120"/>
                </a:moveTo>
                <a:lnTo>
                  <a:pt x="694476" y="513736"/>
                </a:lnTo>
                <a:lnTo>
                  <a:pt x="694368" y="512431"/>
                </a:lnTo>
                <a:close/>
                <a:moveTo>
                  <a:pt x="686659" y="528947"/>
                </a:moveTo>
                <a:lnTo>
                  <a:pt x="687137" y="531244"/>
                </a:lnTo>
                <a:lnTo>
                  <a:pt x="687539" y="529609"/>
                </a:lnTo>
                <a:close/>
                <a:moveTo>
                  <a:pt x="757976" y="369106"/>
                </a:moveTo>
                <a:lnTo>
                  <a:pt x="756472" y="382092"/>
                </a:lnTo>
                <a:lnTo>
                  <a:pt x="758116" y="384927"/>
                </a:lnTo>
                <a:lnTo>
                  <a:pt x="758726" y="369879"/>
                </a:lnTo>
                <a:close/>
                <a:moveTo>
                  <a:pt x="310433" y="1371235"/>
                </a:moveTo>
                <a:lnTo>
                  <a:pt x="311046" y="1373374"/>
                </a:lnTo>
                <a:lnTo>
                  <a:pt x="312049" y="1373925"/>
                </a:lnTo>
                <a:lnTo>
                  <a:pt x="310857" y="1371437"/>
                </a:lnTo>
                <a:close/>
                <a:moveTo>
                  <a:pt x="282466" y="1433789"/>
                </a:moveTo>
                <a:lnTo>
                  <a:pt x="289706" y="1437838"/>
                </a:lnTo>
                <a:lnTo>
                  <a:pt x="289923" y="1437918"/>
                </a:lnTo>
                <a:lnTo>
                  <a:pt x="287466" y="1435719"/>
                </a:lnTo>
                <a:close/>
                <a:moveTo>
                  <a:pt x="683293" y="536207"/>
                </a:moveTo>
                <a:lnTo>
                  <a:pt x="683599" y="539626"/>
                </a:lnTo>
                <a:lnTo>
                  <a:pt x="684065" y="540158"/>
                </a:lnTo>
                <a:lnTo>
                  <a:pt x="684012" y="536979"/>
                </a:lnTo>
                <a:close/>
                <a:moveTo>
                  <a:pt x="689962" y="521154"/>
                </a:moveTo>
                <a:lnTo>
                  <a:pt x="689865" y="521549"/>
                </a:lnTo>
                <a:lnTo>
                  <a:pt x="689543" y="523601"/>
                </a:lnTo>
                <a:lnTo>
                  <a:pt x="689628" y="523953"/>
                </a:lnTo>
                <a:lnTo>
                  <a:pt x="695187" y="526664"/>
                </a:lnTo>
                <a:lnTo>
                  <a:pt x="691954" y="523151"/>
                </a:lnTo>
                <a:close/>
                <a:moveTo>
                  <a:pt x="279100" y="1441139"/>
                </a:moveTo>
                <a:lnTo>
                  <a:pt x="286399" y="1452084"/>
                </a:lnTo>
                <a:lnTo>
                  <a:pt x="295537" y="1461995"/>
                </a:lnTo>
                <a:lnTo>
                  <a:pt x="298571" y="1465199"/>
                </a:lnTo>
                <a:lnTo>
                  <a:pt x="304533" y="1467726"/>
                </a:lnTo>
                <a:lnTo>
                  <a:pt x="299020" y="1456151"/>
                </a:lnTo>
                <a:lnTo>
                  <a:pt x="297025" y="1453538"/>
                </a:lnTo>
                <a:close/>
                <a:moveTo>
                  <a:pt x="267849" y="1466313"/>
                </a:moveTo>
                <a:lnTo>
                  <a:pt x="267971" y="1466464"/>
                </a:lnTo>
                <a:lnTo>
                  <a:pt x="269527" y="1466930"/>
                </a:lnTo>
                <a:close/>
                <a:moveTo>
                  <a:pt x="724638" y="442814"/>
                </a:moveTo>
                <a:lnTo>
                  <a:pt x="725006" y="445228"/>
                </a:lnTo>
                <a:lnTo>
                  <a:pt x="726945" y="448586"/>
                </a:lnTo>
                <a:lnTo>
                  <a:pt x="726803" y="444345"/>
                </a:lnTo>
                <a:close/>
                <a:moveTo>
                  <a:pt x="690385" y="519432"/>
                </a:moveTo>
                <a:lnTo>
                  <a:pt x="690193" y="520215"/>
                </a:lnTo>
                <a:lnTo>
                  <a:pt x="690982" y="521007"/>
                </a:lnTo>
                <a:lnTo>
                  <a:pt x="695207" y="522629"/>
                </a:lnTo>
                <a:lnTo>
                  <a:pt x="695179" y="522283"/>
                </a:lnTo>
                <a:lnTo>
                  <a:pt x="693590" y="521163"/>
                </a:lnTo>
                <a:close/>
                <a:moveTo>
                  <a:pt x="692090" y="515530"/>
                </a:moveTo>
                <a:lnTo>
                  <a:pt x="694779" y="517422"/>
                </a:lnTo>
                <a:lnTo>
                  <a:pt x="694555" y="514688"/>
                </a:lnTo>
                <a:lnTo>
                  <a:pt x="693492" y="513623"/>
                </a:lnTo>
                <a:close/>
                <a:moveTo>
                  <a:pt x="310240" y="1370560"/>
                </a:moveTo>
                <a:lnTo>
                  <a:pt x="310311" y="1370810"/>
                </a:lnTo>
                <a:lnTo>
                  <a:pt x="310629" y="1370961"/>
                </a:lnTo>
                <a:lnTo>
                  <a:pt x="310495" y="1370681"/>
                </a:lnTo>
                <a:close/>
                <a:moveTo>
                  <a:pt x="648213" y="613706"/>
                </a:moveTo>
                <a:lnTo>
                  <a:pt x="648222" y="613766"/>
                </a:lnTo>
                <a:lnTo>
                  <a:pt x="648321" y="613809"/>
                </a:lnTo>
                <a:close/>
                <a:moveTo>
                  <a:pt x="248321" y="1509127"/>
                </a:moveTo>
                <a:lnTo>
                  <a:pt x="248359" y="1509154"/>
                </a:lnTo>
                <a:lnTo>
                  <a:pt x="248365" y="1509154"/>
                </a:lnTo>
                <a:close/>
                <a:moveTo>
                  <a:pt x="295190" y="1404117"/>
                </a:moveTo>
                <a:lnTo>
                  <a:pt x="298193" y="1406688"/>
                </a:lnTo>
                <a:lnTo>
                  <a:pt x="296949" y="1404805"/>
                </a:lnTo>
                <a:lnTo>
                  <a:pt x="296629" y="1404685"/>
                </a:lnTo>
                <a:close/>
                <a:moveTo>
                  <a:pt x="651409" y="606451"/>
                </a:moveTo>
                <a:lnTo>
                  <a:pt x="651357" y="607537"/>
                </a:lnTo>
                <a:lnTo>
                  <a:pt x="652249" y="608349"/>
                </a:lnTo>
                <a:lnTo>
                  <a:pt x="651879" y="607330"/>
                </a:lnTo>
                <a:close/>
                <a:moveTo>
                  <a:pt x="747699" y="390603"/>
                </a:moveTo>
                <a:lnTo>
                  <a:pt x="746811" y="394743"/>
                </a:lnTo>
                <a:lnTo>
                  <a:pt x="751609" y="403366"/>
                </a:lnTo>
                <a:lnTo>
                  <a:pt x="751741" y="402822"/>
                </a:lnTo>
                <a:lnTo>
                  <a:pt x="752215" y="402452"/>
                </a:lnTo>
                <a:lnTo>
                  <a:pt x="751875" y="403846"/>
                </a:lnTo>
                <a:lnTo>
                  <a:pt x="752811" y="405528"/>
                </a:lnTo>
                <a:lnTo>
                  <a:pt x="752853" y="405163"/>
                </a:lnTo>
                <a:lnTo>
                  <a:pt x="752859" y="396511"/>
                </a:lnTo>
                <a:lnTo>
                  <a:pt x="749211" y="392302"/>
                </a:lnTo>
                <a:close/>
                <a:moveTo>
                  <a:pt x="683183" y="534975"/>
                </a:moveTo>
                <a:lnTo>
                  <a:pt x="683242" y="535638"/>
                </a:lnTo>
                <a:lnTo>
                  <a:pt x="684003" y="536419"/>
                </a:lnTo>
                <a:lnTo>
                  <a:pt x="683985" y="535400"/>
                </a:lnTo>
                <a:close/>
                <a:moveTo>
                  <a:pt x="747774" y="390246"/>
                </a:moveTo>
                <a:lnTo>
                  <a:pt x="747729" y="390457"/>
                </a:lnTo>
                <a:lnTo>
                  <a:pt x="752859" y="396218"/>
                </a:lnTo>
                <a:lnTo>
                  <a:pt x="752860" y="394790"/>
                </a:lnTo>
                <a:close/>
                <a:moveTo>
                  <a:pt x="716848" y="459398"/>
                </a:moveTo>
                <a:lnTo>
                  <a:pt x="715908" y="464038"/>
                </a:lnTo>
                <a:lnTo>
                  <a:pt x="716207" y="464256"/>
                </a:lnTo>
                <a:lnTo>
                  <a:pt x="716495" y="462979"/>
                </a:lnTo>
                <a:lnTo>
                  <a:pt x="716952" y="462608"/>
                </a:lnTo>
                <a:close/>
                <a:moveTo>
                  <a:pt x="684393" y="531964"/>
                </a:moveTo>
                <a:lnTo>
                  <a:pt x="684454" y="534306"/>
                </a:lnTo>
                <a:lnTo>
                  <a:pt x="686185" y="535118"/>
                </a:lnTo>
                <a:lnTo>
                  <a:pt x="686604" y="533411"/>
                </a:lnTo>
                <a:close/>
                <a:moveTo>
                  <a:pt x="722053" y="447603"/>
                </a:moveTo>
                <a:lnTo>
                  <a:pt x="721872" y="454247"/>
                </a:lnTo>
                <a:lnTo>
                  <a:pt x="726286" y="456000"/>
                </a:lnTo>
                <a:lnTo>
                  <a:pt x="726064" y="454551"/>
                </a:lnTo>
                <a:close/>
                <a:moveTo>
                  <a:pt x="656659" y="593987"/>
                </a:moveTo>
                <a:lnTo>
                  <a:pt x="656637" y="595809"/>
                </a:lnTo>
                <a:lnTo>
                  <a:pt x="657329" y="598711"/>
                </a:lnTo>
                <a:lnTo>
                  <a:pt x="657745" y="595396"/>
                </a:lnTo>
                <a:lnTo>
                  <a:pt x="657636" y="594660"/>
                </a:lnTo>
                <a:lnTo>
                  <a:pt x="657219" y="594182"/>
                </a:lnTo>
                <a:close/>
                <a:moveTo>
                  <a:pt x="671777" y="559983"/>
                </a:moveTo>
                <a:lnTo>
                  <a:pt x="671794" y="560023"/>
                </a:lnTo>
                <a:lnTo>
                  <a:pt x="671797" y="559991"/>
                </a:lnTo>
                <a:close/>
                <a:moveTo>
                  <a:pt x="683096" y="534010"/>
                </a:moveTo>
                <a:lnTo>
                  <a:pt x="683150" y="534621"/>
                </a:lnTo>
                <a:lnTo>
                  <a:pt x="683980" y="535060"/>
                </a:lnTo>
                <a:lnTo>
                  <a:pt x="683970" y="534420"/>
                </a:lnTo>
                <a:close/>
                <a:moveTo>
                  <a:pt x="309949" y="1369543"/>
                </a:moveTo>
                <a:lnTo>
                  <a:pt x="310077" y="1369991"/>
                </a:lnTo>
                <a:lnTo>
                  <a:pt x="310189" y="1370045"/>
                </a:lnTo>
                <a:close/>
                <a:moveTo>
                  <a:pt x="646291" y="616350"/>
                </a:moveTo>
                <a:lnTo>
                  <a:pt x="646961" y="619015"/>
                </a:lnTo>
                <a:lnTo>
                  <a:pt x="647046" y="616929"/>
                </a:lnTo>
                <a:close/>
                <a:moveTo>
                  <a:pt x="244906" y="1515015"/>
                </a:moveTo>
                <a:lnTo>
                  <a:pt x="252335" y="1526273"/>
                </a:lnTo>
                <a:lnTo>
                  <a:pt x="263111" y="1529606"/>
                </a:lnTo>
                <a:lnTo>
                  <a:pt x="248791" y="1516450"/>
                </a:lnTo>
                <a:close/>
                <a:moveTo>
                  <a:pt x="312550" y="1363453"/>
                </a:moveTo>
                <a:lnTo>
                  <a:pt x="313242" y="1364698"/>
                </a:lnTo>
                <a:lnTo>
                  <a:pt x="313469" y="1364873"/>
                </a:lnTo>
                <a:lnTo>
                  <a:pt x="314178" y="1365225"/>
                </a:lnTo>
                <a:lnTo>
                  <a:pt x="314033" y="1364723"/>
                </a:lnTo>
                <a:lnTo>
                  <a:pt x="313147" y="1364039"/>
                </a:lnTo>
                <a:close/>
                <a:moveTo>
                  <a:pt x="268476" y="1461838"/>
                </a:moveTo>
                <a:lnTo>
                  <a:pt x="274355" y="1465904"/>
                </a:lnTo>
                <a:lnTo>
                  <a:pt x="273418" y="1464499"/>
                </a:lnTo>
                <a:close/>
                <a:moveTo>
                  <a:pt x="689302" y="519323"/>
                </a:moveTo>
                <a:lnTo>
                  <a:pt x="689690" y="519711"/>
                </a:lnTo>
                <a:lnTo>
                  <a:pt x="689784" y="519107"/>
                </a:lnTo>
                <a:lnTo>
                  <a:pt x="689552" y="518982"/>
                </a:lnTo>
                <a:close/>
                <a:moveTo>
                  <a:pt x="640762" y="627968"/>
                </a:moveTo>
                <a:lnTo>
                  <a:pt x="640618" y="628474"/>
                </a:lnTo>
                <a:lnTo>
                  <a:pt x="640935" y="628279"/>
                </a:lnTo>
                <a:lnTo>
                  <a:pt x="640935" y="628189"/>
                </a:lnTo>
                <a:close/>
                <a:moveTo>
                  <a:pt x="717534" y="456010"/>
                </a:moveTo>
                <a:lnTo>
                  <a:pt x="717157" y="457869"/>
                </a:lnTo>
                <a:lnTo>
                  <a:pt x="717393" y="465117"/>
                </a:lnTo>
                <a:lnTo>
                  <a:pt x="719639" y="466752"/>
                </a:lnTo>
                <a:lnTo>
                  <a:pt x="717568" y="456058"/>
                </a:lnTo>
                <a:close/>
                <a:moveTo>
                  <a:pt x="688775" y="520379"/>
                </a:moveTo>
                <a:lnTo>
                  <a:pt x="689264" y="522429"/>
                </a:lnTo>
                <a:lnTo>
                  <a:pt x="689532" y="520722"/>
                </a:lnTo>
                <a:lnTo>
                  <a:pt x="689462" y="520653"/>
                </a:lnTo>
                <a:close/>
                <a:moveTo>
                  <a:pt x="748612" y="386342"/>
                </a:moveTo>
                <a:lnTo>
                  <a:pt x="747837" y="389956"/>
                </a:lnTo>
                <a:lnTo>
                  <a:pt x="752860" y="394325"/>
                </a:lnTo>
                <a:lnTo>
                  <a:pt x="752863" y="390140"/>
                </a:lnTo>
                <a:close/>
                <a:moveTo>
                  <a:pt x="729660" y="428574"/>
                </a:moveTo>
                <a:lnTo>
                  <a:pt x="729839" y="433923"/>
                </a:lnTo>
                <a:lnTo>
                  <a:pt x="737383" y="438423"/>
                </a:lnTo>
                <a:lnTo>
                  <a:pt x="738238" y="434161"/>
                </a:lnTo>
                <a:close/>
                <a:moveTo>
                  <a:pt x="286553" y="1420662"/>
                </a:moveTo>
                <a:lnTo>
                  <a:pt x="290569" y="1429094"/>
                </a:lnTo>
                <a:lnTo>
                  <a:pt x="295836" y="1432527"/>
                </a:lnTo>
                <a:lnTo>
                  <a:pt x="291504" y="1423431"/>
                </a:lnTo>
                <a:close/>
                <a:moveTo>
                  <a:pt x="688714" y="520123"/>
                </a:moveTo>
                <a:lnTo>
                  <a:pt x="688717" y="520137"/>
                </a:lnTo>
                <a:lnTo>
                  <a:pt x="689091" y="520280"/>
                </a:lnTo>
                <a:lnTo>
                  <a:pt x="688807" y="519996"/>
                </a:lnTo>
                <a:close/>
                <a:moveTo>
                  <a:pt x="647887" y="611424"/>
                </a:moveTo>
                <a:lnTo>
                  <a:pt x="647882" y="611537"/>
                </a:lnTo>
                <a:lnTo>
                  <a:pt x="648057" y="612684"/>
                </a:lnTo>
                <a:lnTo>
                  <a:pt x="649564" y="614119"/>
                </a:lnTo>
                <a:lnTo>
                  <a:pt x="648575" y="611663"/>
                </a:lnTo>
                <a:close/>
                <a:moveTo>
                  <a:pt x="692145" y="512271"/>
                </a:moveTo>
                <a:lnTo>
                  <a:pt x="691453" y="515086"/>
                </a:lnTo>
                <a:lnTo>
                  <a:pt x="691475" y="515098"/>
                </a:lnTo>
                <a:lnTo>
                  <a:pt x="691635" y="515209"/>
                </a:lnTo>
                <a:lnTo>
                  <a:pt x="693094" y="513224"/>
                </a:lnTo>
                <a:close/>
                <a:moveTo>
                  <a:pt x="686687" y="524437"/>
                </a:moveTo>
                <a:lnTo>
                  <a:pt x="688367" y="526237"/>
                </a:lnTo>
                <a:lnTo>
                  <a:pt x="688504" y="525682"/>
                </a:lnTo>
                <a:lnTo>
                  <a:pt x="688457" y="525489"/>
                </a:lnTo>
                <a:close/>
                <a:moveTo>
                  <a:pt x="724237" y="440188"/>
                </a:moveTo>
                <a:lnTo>
                  <a:pt x="724498" y="441899"/>
                </a:lnTo>
                <a:lnTo>
                  <a:pt x="726776" y="443510"/>
                </a:lnTo>
                <a:lnTo>
                  <a:pt x="726742" y="442502"/>
                </a:lnTo>
                <a:lnTo>
                  <a:pt x="725880" y="441346"/>
                </a:lnTo>
                <a:close/>
                <a:moveTo>
                  <a:pt x="669377" y="562912"/>
                </a:moveTo>
                <a:lnTo>
                  <a:pt x="669304" y="563200"/>
                </a:lnTo>
                <a:lnTo>
                  <a:pt x="670046" y="568384"/>
                </a:lnTo>
                <a:lnTo>
                  <a:pt x="670786" y="569381"/>
                </a:lnTo>
                <a:lnTo>
                  <a:pt x="670880" y="568504"/>
                </a:lnTo>
                <a:close/>
                <a:moveTo>
                  <a:pt x="270275" y="1456428"/>
                </a:moveTo>
                <a:lnTo>
                  <a:pt x="274486" y="1459316"/>
                </a:lnTo>
                <a:lnTo>
                  <a:pt x="274215" y="1458771"/>
                </a:lnTo>
                <a:close/>
                <a:moveTo>
                  <a:pt x="718302" y="453178"/>
                </a:moveTo>
                <a:lnTo>
                  <a:pt x="719282" y="458238"/>
                </a:lnTo>
                <a:lnTo>
                  <a:pt x="721297" y="461060"/>
                </a:lnTo>
                <a:lnTo>
                  <a:pt x="721461" y="455025"/>
                </a:lnTo>
                <a:lnTo>
                  <a:pt x="718484" y="453250"/>
                </a:lnTo>
                <a:close/>
                <a:moveTo>
                  <a:pt x="692437" y="511082"/>
                </a:moveTo>
                <a:lnTo>
                  <a:pt x="692316" y="511571"/>
                </a:lnTo>
                <a:lnTo>
                  <a:pt x="693463" y="512722"/>
                </a:lnTo>
                <a:lnTo>
                  <a:pt x="694039" y="511939"/>
                </a:lnTo>
                <a:close/>
                <a:moveTo>
                  <a:pt x="685929" y="525433"/>
                </a:moveTo>
                <a:lnTo>
                  <a:pt x="686452" y="527951"/>
                </a:lnTo>
                <a:lnTo>
                  <a:pt x="687713" y="528900"/>
                </a:lnTo>
                <a:lnTo>
                  <a:pt x="688180" y="527000"/>
                </a:lnTo>
                <a:close/>
                <a:moveTo>
                  <a:pt x="308582" y="1370355"/>
                </a:moveTo>
                <a:lnTo>
                  <a:pt x="308705" y="1370519"/>
                </a:lnTo>
                <a:lnTo>
                  <a:pt x="308670" y="1370397"/>
                </a:lnTo>
                <a:close/>
                <a:moveTo>
                  <a:pt x="264978" y="1467949"/>
                </a:moveTo>
                <a:lnTo>
                  <a:pt x="268558" y="1475143"/>
                </a:lnTo>
                <a:lnTo>
                  <a:pt x="271132" y="1477439"/>
                </a:lnTo>
                <a:lnTo>
                  <a:pt x="272330" y="1477794"/>
                </a:lnTo>
                <a:lnTo>
                  <a:pt x="268861" y="1472234"/>
                </a:lnTo>
                <a:close/>
                <a:moveTo>
                  <a:pt x="265734" y="1466239"/>
                </a:moveTo>
                <a:lnTo>
                  <a:pt x="271190" y="1474251"/>
                </a:lnTo>
                <a:lnTo>
                  <a:pt x="275312" y="1478678"/>
                </a:lnTo>
                <a:lnTo>
                  <a:pt x="277767" y="1479406"/>
                </a:lnTo>
                <a:lnTo>
                  <a:pt x="267572" y="1466817"/>
                </a:lnTo>
                <a:close/>
                <a:moveTo>
                  <a:pt x="310014" y="1367003"/>
                </a:moveTo>
                <a:lnTo>
                  <a:pt x="311763" y="1370651"/>
                </a:lnTo>
                <a:lnTo>
                  <a:pt x="311873" y="1370845"/>
                </a:lnTo>
                <a:lnTo>
                  <a:pt x="313762" y="1371742"/>
                </a:lnTo>
                <a:lnTo>
                  <a:pt x="311967" y="1367838"/>
                </a:lnTo>
                <a:close/>
                <a:moveTo>
                  <a:pt x="746638" y="389231"/>
                </a:moveTo>
                <a:lnTo>
                  <a:pt x="747501" y="390201"/>
                </a:lnTo>
                <a:lnTo>
                  <a:pt x="747537" y="390035"/>
                </a:lnTo>
                <a:close/>
                <a:moveTo>
                  <a:pt x="687206" y="522174"/>
                </a:moveTo>
                <a:lnTo>
                  <a:pt x="687875" y="523046"/>
                </a:lnTo>
                <a:lnTo>
                  <a:pt x="687554" y="521702"/>
                </a:lnTo>
                <a:close/>
                <a:moveTo>
                  <a:pt x="657177" y="589398"/>
                </a:moveTo>
                <a:lnTo>
                  <a:pt x="657721" y="593090"/>
                </a:lnTo>
                <a:lnTo>
                  <a:pt x="658022" y="593181"/>
                </a:lnTo>
                <a:lnTo>
                  <a:pt x="658335" y="590695"/>
                </a:lnTo>
                <a:close/>
                <a:moveTo>
                  <a:pt x="735688" y="413547"/>
                </a:moveTo>
                <a:lnTo>
                  <a:pt x="737240" y="415087"/>
                </a:lnTo>
                <a:lnTo>
                  <a:pt x="740195" y="416221"/>
                </a:lnTo>
                <a:close/>
                <a:moveTo>
                  <a:pt x="686881" y="522613"/>
                </a:moveTo>
                <a:lnTo>
                  <a:pt x="687427" y="522879"/>
                </a:lnTo>
                <a:lnTo>
                  <a:pt x="687049" y="522387"/>
                </a:lnTo>
                <a:close/>
                <a:moveTo>
                  <a:pt x="295817" y="1398199"/>
                </a:moveTo>
                <a:lnTo>
                  <a:pt x="296520" y="1398542"/>
                </a:lnTo>
                <a:lnTo>
                  <a:pt x="296132" y="1397906"/>
                </a:lnTo>
                <a:close/>
                <a:moveTo>
                  <a:pt x="722905" y="441589"/>
                </a:moveTo>
                <a:lnTo>
                  <a:pt x="724510" y="444370"/>
                </a:lnTo>
                <a:lnTo>
                  <a:pt x="724229" y="442525"/>
                </a:lnTo>
                <a:close/>
                <a:moveTo>
                  <a:pt x="759107" y="360498"/>
                </a:moveTo>
                <a:lnTo>
                  <a:pt x="758594" y="363772"/>
                </a:lnTo>
                <a:lnTo>
                  <a:pt x="758000" y="368898"/>
                </a:lnTo>
                <a:lnTo>
                  <a:pt x="758735" y="369655"/>
                </a:lnTo>
                <a:close/>
                <a:moveTo>
                  <a:pt x="724036" y="438878"/>
                </a:moveTo>
                <a:lnTo>
                  <a:pt x="724166" y="439730"/>
                </a:lnTo>
                <a:lnTo>
                  <a:pt x="725233" y="440481"/>
                </a:lnTo>
                <a:close/>
                <a:moveTo>
                  <a:pt x="646616" y="612186"/>
                </a:moveTo>
                <a:lnTo>
                  <a:pt x="646547" y="613034"/>
                </a:lnTo>
                <a:lnTo>
                  <a:pt x="647193" y="613316"/>
                </a:lnTo>
                <a:lnTo>
                  <a:pt x="647215" y="612756"/>
                </a:lnTo>
                <a:close/>
                <a:moveTo>
                  <a:pt x="729585" y="426298"/>
                </a:moveTo>
                <a:lnTo>
                  <a:pt x="729609" y="427027"/>
                </a:lnTo>
                <a:lnTo>
                  <a:pt x="738059" y="432531"/>
                </a:lnTo>
                <a:lnTo>
                  <a:pt x="737013" y="431137"/>
                </a:lnTo>
                <a:close/>
                <a:moveTo>
                  <a:pt x="686046" y="523751"/>
                </a:moveTo>
                <a:lnTo>
                  <a:pt x="686212" y="523928"/>
                </a:lnTo>
                <a:lnTo>
                  <a:pt x="688393" y="525223"/>
                </a:lnTo>
                <a:lnTo>
                  <a:pt x="688277" y="524732"/>
                </a:lnTo>
                <a:lnTo>
                  <a:pt x="686162" y="523594"/>
                </a:lnTo>
                <a:close/>
                <a:moveTo>
                  <a:pt x="682821" y="530935"/>
                </a:moveTo>
                <a:lnTo>
                  <a:pt x="683064" y="533655"/>
                </a:lnTo>
                <a:lnTo>
                  <a:pt x="683964" y="534077"/>
                </a:lnTo>
                <a:lnTo>
                  <a:pt x="683924" y="531658"/>
                </a:lnTo>
                <a:close/>
                <a:moveTo>
                  <a:pt x="691429" y="511555"/>
                </a:moveTo>
                <a:lnTo>
                  <a:pt x="690921" y="514801"/>
                </a:lnTo>
                <a:lnTo>
                  <a:pt x="691148" y="514922"/>
                </a:lnTo>
                <a:lnTo>
                  <a:pt x="691868" y="511994"/>
                </a:lnTo>
                <a:close/>
                <a:moveTo>
                  <a:pt x="685683" y="524246"/>
                </a:moveTo>
                <a:lnTo>
                  <a:pt x="685877" y="525184"/>
                </a:lnTo>
                <a:lnTo>
                  <a:pt x="688185" y="526789"/>
                </a:lnTo>
                <a:lnTo>
                  <a:pt x="685739" y="524169"/>
                </a:lnTo>
                <a:close/>
                <a:moveTo>
                  <a:pt x="314749" y="1354781"/>
                </a:moveTo>
                <a:lnTo>
                  <a:pt x="316188" y="1357912"/>
                </a:lnTo>
                <a:lnTo>
                  <a:pt x="318696" y="1362841"/>
                </a:lnTo>
                <a:lnTo>
                  <a:pt x="322997" y="1366158"/>
                </a:lnTo>
                <a:lnTo>
                  <a:pt x="323582" y="1366448"/>
                </a:lnTo>
                <a:close/>
                <a:moveTo>
                  <a:pt x="688278" y="518293"/>
                </a:moveTo>
                <a:lnTo>
                  <a:pt x="688278" y="518295"/>
                </a:lnTo>
                <a:lnTo>
                  <a:pt x="688905" y="518923"/>
                </a:lnTo>
                <a:lnTo>
                  <a:pt x="689059" y="518715"/>
                </a:lnTo>
                <a:close/>
                <a:moveTo>
                  <a:pt x="656722" y="588888"/>
                </a:moveTo>
                <a:lnTo>
                  <a:pt x="656675" y="592705"/>
                </a:lnTo>
                <a:lnTo>
                  <a:pt x="657337" y="592974"/>
                </a:lnTo>
                <a:lnTo>
                  <a:pt x="657390" y="592990"/>
                </a:lnTo>
                <a:lnTo>
                  <a:pt x="656799" y="588974"/>
                </a:lnTo>
                <a:close/>
                <a:moveTo>
                  <a:pt x="684265" y="527144"/>
                </a:moveTo>
                <a:lnTo>
                  <a:pt x="684380" y="531475"/>
                </a:lnTo>
                <a:lnTo>
                  <a:pt x="686707" y="532996"/>
                </a:lnTo>
                <a:lnTo>
                  <a:pt x="686795" y="532637"/>
                </a:lnTo>
                <a:lnTo>
                  <a:pt x="685896" y="528373"/>
                </a:lnTo>
                <a:close/>
                <a:moveTo>
                  <a:pt x="749971" y="380005"/>
                </a:moveTo>
                <a:lnTo>
                  <a:pt x="748728" y="385800"/>
                </a:lnTo>
                <a:lnTo>
                  <a:pt x="752863" y="389495"/>
                </a:lnTo>
                <a:lnTo>
                  <a:pt x="752866" y="384907"/>
                </a:lnTo>
                <a:lnTo>
                  <a:pt x="750094" y="380127"/>
                </a:lnTo>
                <a:close/>
                <a:moveTo>
                  <a:pt x="716597" y="454697"/>
                </a:moveTo>
                <a:lnTo>
                  <a:pt x="716217" y="457087"/>
                </a:lnTo>
                <a:lnTo>
                  <a:pt x="716715" y="455309"/>
                </a:lnTo>
                <a:lnTo>
                  <a:pt x="716700" y="454842"/>
                </a:lnTo>
                <a:close/>
                <a:moveTo>
                  <a:pt x="691575" y="510621"/>
                </a:moveTo>
                <a:lnTo>
                  <a:pt x="691547" y="510800"/>
                </a:lnTo>
                <a:lnTo>
                  <a:pt x="692040" y="511293"/>
                </a:lnTo>
                <a:lnTo>
                  <a:pt x="692132" y="510919"/>
                </a:lnTo>
                <a:close/>
                <a:moveTo>
                  <a:pt x="646712" y="611017"/>
                </a:moveTo>
                <a:lnTo>
                  <a:pt x="646683" y="611375"/>
                </a:lnTo>
                <a:lnTo>
                  <a:pt x="647249" y="611915"/>
                </a:lnTo>
                <a:lnTo>
                  <a:pt x="647278" y="611213"/>
                </a:lnTo>
                <a:close/>
                <a:moveTo>
                  <a:pt x="693800" y="505535"/>
                </a:moveTo>
                <a:lnTo>
                  <a:pt x="693038" y="508636"/>
                </a:lnTo>
                <a:lnTo>
                  <a:pt x="694103" y="509205"/>
                </a:lnTo>
                <a:close/>
                <a:moveTo>
                  <a:pt x="716679" y="454180"/>
                </a:moveTo>
                <a:lnTo>
                  <a:pt x="716626" y="454515"/>
                </a:lnTo>
                <a:lnTo>
                  <a:pt x="716693" y="454608"/>
                </a:lnTo>
                <a:close/>
                <a:moveTo>
                  <a:pt x="265096" y="1465302"/>
                </a:moveTo>
                <a:lnTo>
                  <a:pt x="265354" y="1465680"/>
                </a:lnTo>
                <a:lnTo>
                  <a:pt x="267066" y="1466193"/>
                </a:lnTo>
                <a:lnTo>
                  <a:pt x="266873" y="1465954"/>
                </a:lnTo>
                <a:close/>
                <a:moveTo>
                  <a:pt x="307897" y="1369447"/>
                </a:moveTo>
                <a:lnTo>
                  <a:pt x="308151" y="1369784"/>
                </a:lnTo>
                <a:lnTo>
                  <a:pt x="308549" y="1369973"/>
                </a:lnTo>
                <a:lnTo>
                  <a:pt x="308477" y="1369723"/>
                </a:lnTo>
                <a:close/>
                <a:moveTo>
                  <a:pt x="309476" y="1365880"/>
                </a:moveTo>
                <a:lnTo>
                  <a:pt x="309494" y="1365916"/>
                </a:lnTo>
                <a:lnTo>
                  <a:pt x="309547" y="1365934"/>
                </a:lnTo>
                <a:close/>
                <a:moveTo>
                  <a:pt x="717004" y="453147"/>
                </a:moveTo>
                <a:lnTo>
                  <a:pt x="717038" y="454159"/>
                </a:lnTo>
                <a:lnTo>
                  <a:pt x="717134" y="453815"/>
                </a:lnTo>
                <a:close/>
                <a:moveTo>
                  <a:pt x="306905" y="1371392"/>
                </a:moveTo>
                <a:lnTo>
                  <a:pt x="308465" y="1374117"/>
                </a:lnTo>
                <a:lnTo>
                  <a:pt x="310567" y="1377022"/>
                </a:lnTo>
                <a:lnTo>
                  <a:pt x="309337" y="1372725"/>
                </a:lnTo>
                <a:close/>
                <a:moveTo>
                  <a:pt x="277096" y="1438130"/>
                </a:moveTo>
                <a:lnTo>
                  <a:pt x="278429" y="1440130"/>
                </a:lnTo>
                <a:lnTo>
                  <a:pt x="296143" y="1452384"/>
                </a:lnTo>
                <a:lnTo>
                  <a:pt x="296074" y="1452293"/>
                </a:lnTo>
                <a:lnTo>
                  <a:pt x="296080" y="1451924"/>
                </a:lnTo>
                <a:lnTo>
                  <a:pt x="296753" y="1452806"/>
                </a:lnTo>
                <a:lnTo>
                  <a:pt x="297758" y="1453501"/>
                </a:lnTo>
                <a:lnTo>
                  <a:pt x="297229" y="1452390"/>
                </a:lnTo>
                <a:lnTo>
                  <a:pt x="281551" y="1440523"/>
                </a:lnTo>
                <a:close/>
                <a:moveTo>
                  <a:pt x="268924" y="1456417"/>
                </a:moveTo>
                <a:lnTo>
                  <a:pt x="269496" y="1457274"/>
                </a:lnTo>
                <a:lnTo>
                  <a:pt x="272941" y="1459184"/>
                </a:lnTo>
                <a:close/>
                <a:moveTo>
                  <a:pt x="685636" y="523312"/>
                </a:moveTo>
                <a:lnTo>
                  <a:pt x="685659" y="523336"/>
                </a:lnTo>
                <a:lnTo>
                  <a:pt x="685666" y="523327"/>
                </a:lnTo>
                <a:close/>
                <a:moveTo>
                  <a:pt x="314647" y="1354012"/>
                </a:moveTo>
                <a:lnTo>
                  <a:pt x="315239" y="1354794"/>
                </a:lnTo>
                <a:lnTo>
                  <a:pt x="323861" y="1365284"/>
                </a:lnTo>
                <a:lnTo>
                  <a:pt x="319627" y="1357004"/>
                </a:lnTo>
                <a:lnTo>
                  <a:pt x="318429" y="1355916"/>
                </a:lnTo>
                <a:close/>
                <a:moveTo>
                  <a:pt x="720569" y="445033"/>
                </a:moveTo>
                <a:lnTo>
                  <a:pt x="718471" y="452524"/>
                </a:lnTo>
                <a:lnTo>
                  <a:pt x="720335" y="453636"/>
                </a:lnTo>
                <a:lnTo>
                  <a:pt x="721485" y="454094"/>
                </a:lnTo>
                <a:lnTo>
                  <a:pt x="721680" y="446957"/>
                </a:lnTo>
                <a:close/>
                <a:moveTo>
                  <a:pt x="239765" y="1521628"/>
                </a:moveTo>
                <a:lnTo>
                  <a:pt x="241369" y="1523326"/>
                </a:lnTo>
                <a:lnTo>
                  <a:pt x="243723" y="1524465"/>
                </a:lnTo>
                <a:close/>
                <a:moveTo>
                  <a:pt x="291795" y="1404999"/>
                </a:moveTo>
                <a:lnTo>
                  <a:pt x="293444" y="1407492"/>
                </a:lnTo>
                <a:lnTo>
                  <a:pt x="294543" y="1408130"/>
                </a:lnTo>
                <a:lnTo>
                  <a:pt x="292929" y="1405801"/>
                </a:lnTo>
                <a:close/>
                <a:moveTo>
                  <a:pt x="243566" y="1512984"/>
                </a:moveTo>
                <a:lnTo>
                  <a:pt x="244190" y="1513931"/>
                </a:lnTo>
                <a:lnTo>
                  <a:pt x="247108" y="1515009"/>
                </a:lnTo>
                <a:close/>
                <a:moveTo>
                  <a:pt x="684240" y="526208"/>
                </a:moveTo>
                <a:lnTo>
                  <a:pt x="684243" y="526286"/>
                </a:lnTo>
                <a:lnTo>
                  <a:pt x="685686" y="527373"/>
                </a:lnTo>
                <a:lnTo>
                  <a:pt x="685173" y="524938"/>
                </a:lnTo>
                <a:close/>
                <a:moveTo>
                  <a:pt x="730773" y="421889"/>
                </a:moveTo>
                <a:lnTo>
                  <a:pt x="737815" y="430529"/>
                </a:lnTo>
                <a:lnTo>
                  <a:pt x="738833" y="431192"/>
                </a:lnTo>
                <a:lnTo>
                  <a:pt x="738977" y="430475"/>
                </a:lnTo>
                <a:lnTo>
                  <a:pt x="734321" y="424731"/>
                </a:lnTo>
                <a:close/>
                <a:moveTo>
                  <a:pt x="223919" y="1556611"/>
                </a:moveTo>
                <a:lnTo>
                  <a:pt x="224749" y="1557868"/>
                </a:lnTo>
                <a:lnTo>
                  <a:pt x="233821" y="1566203"/>
                </a:lnTo>
                <a:lnTo>
                  <a:pt x="252158" y="1571693"/>
                </a:lnTo>
                <a:lnTo>
                  <a:pt x="253312" y="1570425"/>
                </a:lnTo>
                <a:lnTo>
                  <a:pt x="234974" y="1559140"/>
                </a:lnTo>
                <a:close/>
                <a:moveTo>
                  <a:pt x="691133" y="510385"/>
                </a:moveTo>
                <a:lnTo>
                  <a:pt x="691147" y="510399"/>
                </a:lnTo>
                <a:lnTo>
                  <a:pt x="691148" y="510393"/>
                </a:lnTo>
                <a:close/>
                <a:moveTo>
                  <a:pt x="688029" y="517251"/>
                </a:moveTo>
                <a:lnTo>
                  <a:pt x="688127" y="517661"/>
                </a:lnTo>
                <a:lnTo>
                  <a:pt x="689381" y="518275"/>
                </a:lnTo>
                <a:lnTo>
                  <a:pt x="689417" y="518227"/>
                </a:lnTo>
                <a:close/>
                <a:moveTo>
                  <a:pt x="759772" y="356247"/>
                </a:moveTo>
                <a:lnTo>
                  <a:pt x="759591" y="357403"/>
                </a:lnTo>
                <a:lnTo>
                  <a:pt x="759080" y="370010"/>
                </a:lnTo>
                <a:lnTo>
                  <a:pt x="771572" y="382888"/>
                </a:lnTo>
                <a:lnTo>
                  <a:pt x="771985" y="376109"/>
                </a:lnTo>
                <a:lnTo>
                  <a:pt x="772172" y="375899"/>
                </a:lnTo>
                <a:lnTo>
                  <a:pt x="771735" y="383057"/>
                </a:lnTo>
                <a:lnTo>
                  <a:pt x="774936" y="386447"/>
                </a:lnTo>
                <a:lnTo>
                  <a:pt x="775799" y="382571"/>
                </a:lnTo>
                <a:lnTo>
                  <a:pt x="776382" y="375415"/>
                </a:lnTo>
                <a:close/>
                <a:moveTo>
                  <a:pt x="696017" y="498687"/>
                </a:moveTo>
                <a:lnTo>
                  <a:pt x="696659" y="507749"/>
                </a:lnTo>
                <a:lnTo>
                  <a:pt x="696578" y="505601"/>
                </a:lnTo>
                <a:lnTo>
                  <a:pt x="696842" y="505238"/>
                </a:lnTo>
                <a:lnTo>
                  <a:pt x="696945" y="507984"/>
                </a:lnTo>
                <a:lnTo>
                  <a:pt x="700479" y="503176"/>
                </a:lnTo>
                <a:lnTo>
                  <a:pt x="700428" y="502920"/>
                </a:lnTo>
                <a:lnTo>
                  <a:pt x="696120" y="498759"/>
                </a:lnTo>
                <a:close/>
                <a:moveTo>
                  <a:pt x="646922" y="608460"/>
                </a:moveTo>
                <a:lnTo>
                  <a:pt x="646835" y="609518"/>
                </a:lnTo>
                <a:lnTo>
                  <a:pt x="647082" y="609609"/>
                </a:lnTo>
                <a:close/>
                <a:moveTo>
                  <a:pt x="682597" y="528441"/>
                </a:moveTo>
                <a:lnTo>
                  <a:pt x="682775" y="530425"/>
                </a:lnTo>
                <a:lnTo>
                  <a:pt x="683916" y="531171"/>
                </a:lnTo>
                <a:lnTo>
                  <a:pt x="683845" y="526827"/>
                </a:lnTo>
                <a:lnTo>
                  <a:pt x="683807" y="526798"/>
                </a:lnTo>
                <a:close/>
                <a:moveTo>
                  <a:pt x="653699" y="592959"/>
                </a:moveTo>
                <a:lnTo>
                  <a:pt x="653509" y="595552"/>
                </a:lnTo>
                <a:lnTo>
                  <a:pt x="654623" y="597053"/>
                </a:lnTo>
                <a:lnTo>
                  <a:pt x="654937" y="593388"/>
                </a:lnTo>
                <a:close/>
                <a:moveTo>
                  <a:pt x="707658" y="471996"/>
                </a:moveTo>
                <a:lnTo>
                  <a:pt x="706969" y="477374"/>
                </a:lnTo>
                <a:lnTo>
                  <a:pt x="707420" y="477704"/>
                </a:lnTo>
                <a:lnTo>
                  <a:pt x="708264" y="472387"/>
                </a:lnTo>
                <a:close/>
                <a:moveTo>
                  <a:pt x="730044" y="421852"/>
                </a:moveTo>
                <a:lnTo>
                  <a:pt x="729657" y="425451"/>
                </a:lnTo>
                <a:lnTo>
                  <a:pt x="733863" y="427958"/>
                </a:lnTo>
                <a:lnTo>
                  <a:pt x="735356" y="428930"/>
                </a:lnTo>
                <a:close/>
                <a:moveTo>
                  <a:pt x="266016" y="1460864"/>
                </a:moveTo>
                <a:lnTo>
                  <a:pt x="269898" y="1466406"/>
                </a:lnTo>
                <a:lnTo>
                  <a:pt x="276244" y="1468737"/>
                </a:lnTo>
                <a:lnTo>
                  <a:pt x="275257" y="1467257"/>
                </a:lnTo>
                <a:close/>
                <a:moveTo>
                  <a:pt x="680449" y="532769"/>
                </a:moveTo>
                <a:lnTo>
                  <a:pt x="681300" y="533645"/>
                </a:lnTo>
                <a:lnTo>
                  <a:pt x="681608" y="533806"/>
                </a:lnTo>
                <a:lnTo>
                  <a:pt x="681563" y="533291"/>
                </a:lnTo>
                <a:close/>
                <a:moveTo>
                  <a:pt x="263827" y="1465639"/>
                </a:moveTo>
                <a:lnTo>
                  <a:pt x="264582" y="1467155"/>
                </a:lnTo>
                <a:lnTo>
                  <a:pt x="267946" y="1470768"/>
                </a:lnTo>
                <a:lnTo>
                  <a:pt x="264970" y="1465999"/>
                </a:lnTo>
                <a:close/>
                <a:moveTo>
                  <a:pt x="292504" y="1401300"/>
                </a:moveTo>
                <a:lnTo>
                  <a:pt x="293386" y="1402573"/>
                </a:lnTo>
                <a:lnTo>
                  <a:pt x="293950" y="1403056"/>
                </a:lnTo>
                <a:lnTo>
                  <a:pt x="296400" y="1403977"/>
                </a:lnTo>
                <a:lnTo>
                  <a:pt x="295414" y="1402485"/>
                </a:lnTo>
                <a:lnTo>
                  <a:pt x="295325" y="1402396"/>
                </a:lnTo>
                <a:lnTo>
                  <a:pt x="292846" y="1400957"/>
                </a:lnTo>
                <a:lnTo>
                  <a:pt x="292841" y="1400961"/>
                </a:lnTo>
                <a:close/>
                <a:moveTo>
                  <a:pt x="252567" y="1490713"/>
                </a:moveTo>
                <a:lnTo>
                  <a:pt x="256195" y="1495195"/>
                </a:lnTo>
                <a:lnTo>
                  <a:pt x="258723" y="1496961"/>
                </a:lnTo>
                <a:lnTo>
                  <a:pt x="262337" y="1499274"/>
                </a:lnTo>
                <a:lnTo>
                  <a:pt x="256129" y="1492632"/>
                </a:lnTo>
                <a:close/>
                <a:moveTo>
                  <a:pt x="684189" y="524220"/>
                </a:moveTo>
                <a:lnTo>
                  <a:pt x="684217" y="525300"/>
                </a:lnTo>
                <a:lnTo>
                  <a:pt x="684732" y="524599"/>
                </a:lnTo>
                <a:close/>
                <a:moveTo>
                  <a:pt x="723594" y="435978"/>
                </a:moveTo>
                <a:lnTo>
                  <a:pt x="723794" y="437286"/>
                </a:lnTo>
                <a:lnTo>
                  <a:pt x="724155" y="437731"/>
                </a:lnTo>
                <a:lnTo>
                  <a:pt x="726697" y="441137"/>
                </a:lnTo>
                <a:lnTo>
                  <a:pt x="726650" y="439727"/>
                </a:lnTo>
                <a:close/>
                <a:moveTo>
                  <a:pt x="722306" y="438829"/>
                </a:moveTo>
                <a:lnTo>
                  <a:pt x="722290" y="438887"/>
                </a:lnTo>
                <a:lnTo>
                  <a:pt x="722251" y="440312"/>
                </a:lnTo>
                <a:lnTo>
                  <a:pt x="724090" y="441612"/>
                </a:lnTo>
                <a:lnTo>
                  <a:pt x="723829" y="439901"/>
                </a:lnTo>
                <a:close/>
                <a:moveTo>
                  <a:pt x="722768" y="437178"/>
                </a:moveTo>
                <a:lnTo>
                  <a:pt x="722402" y="438485"/>
                </a:lnTo>
                <a:lnTo>
                  <a:pt x="723759" y="439441"/>
                </a:lnTo>
                <a:lnTo>
                  <a:pt x="723579" y="438265"/>
                </a:lnTo>
                <a:close/>
                <a:moveTo>
                  <a:pt x="695907" y="497113"/>
                </a:moveTo>
                <a:lnTo>
                  <a:pt x="697896" y="498919"/>
                </a:lnTo>
                <a:lnTo>
                  <a:pt x="699505" y="500544"/>
                </a:lnTo>
                <a:lnTo>
                  <a:pt x="700032" y="500917"/>
                </a:lnTo>
                <a:lnTo>
                  <a:pt x="699827" y="499878"/>
                </a:lnTo>
                <a:lnTo>
                  <a:pt x="698928" y="498593"/>
                </a:lnTo>
                <a:close/>
                <a:moveTo>
                  <a:pt x="636200" y="630720"/>
                </a:moveTo>
                <a:lnTo>
                  <a:pt x="636103" y="630950"/>
                </a:lnTo>
                <a:lnTo>
                  <a:pt x="636345" y="631096"/>
                </a:lnTo>
                <a:lnTo>
                  <a:pt x="636593" y="630944"/>
                </a:lnTo>
                <a:lnTo>
                  <a:pt x="636576" y="630928"/>
                </a:lnTo>
                <a:close/>
                <a:moveTo>
                  <a:pt x="248182" y="1499503"/>
                </a:moveTo>
                <a:lnTo>
                  <a:pt x="248629" y="1500158"/>
                </a:lnTo>
                <a:lnTo>
                  <a:pt x="249329" y="1500433"/>
                </a:lnTo>
                <a:close/>
                <a:moveTo>
                  <a:pt x="707912" y="470012"/>
                </a:moveTo>
                <a:lnTo>
                  <a:pt x="707729" y="471436"/>
                </a:lnTo>
                <a:lnTo>
                  <a:pt x="708352" y="471835"/>
                </a:lnTo>
                <a:lnTo>
                  <a:pt x="708550" y="470588"/>
                </a:lnTo>
                <a:close/>
                <a:moveTo>
                  <a:pt x="723186" y="435687"/>
                </a:moveTo>
                <a:lnTo>
                  <a:pt x="723009" y="436317"/>
                </a:lnTo>
                <a:lnTo>
                  <a:pt x="723345" y="436732"/>
                </a:lnTo>
                <a:close/>
                <a:moveTo>
                  <a:pt x="638555" y="625132"/>
                </a:moveTo>
                <a:lnTo>
                  <a:pt x="637287" y="628142"/>
                </a:lnTo>
                <a:lnTo>
                  <a:pt x="638203" y="629016"/>
                </a:lnTo>
                <a:lnTo>
                  <a:pt x="639105" y="625839"/>
                </a:lnTo>
                <a:close/>
                <a:moveTo>
                  <a:pt x="653881" y="590453"/>
                </a:moveTo>
                <a:lnTo>
                  <a:pt x="653802" y="591539"/>
                </a:lnTo>
                <a:lnTo>
                  <a:pt x="655052" y="592047"/>
                </a:lnTo>
                <a:lnTo>
                  <a:pt x="655080" y="591726"/>
                </a:lnTo>
                <a:lnTo>
                  <a:pt x="655045" y="591686"/>
                </a:lnTo>
                <a:close/>
                <a:moveTo>
                  <a:pt x="679861" y="532167"/>
                </a:moveTo>
                <a:lnTo>
                  <a:pt x="680423" y="532743"/>
                </a:lnTo>
                <a:lnTo>
                  <a:pt x="680887" y="532634"/>
                </a:lnTo>
                <a:lnTo>
                  <a:pt x="681531" y="532936"/>
                </a:lnTo>
                <a:lnTo>
                  <a:pt x="681289" y="530225"/>
                </a:lnTo>
                <a:close/>
                <a:moveTo>
                  <a:pt x="684143" y="522508"/>
                </a:moveTo>
                <a:lnTo>
                  <a:pt x="684182" y="524004"/>
                </a:lnTo>
                <a:lnTo>
                  <a:pt x="684835" y="524458"/>
                </a:lnTo>
                <a:lnTo>
                  <a:pt x="685019" y="524207"/>
                </a:lnTo>
                <a:lnTo>
                  <a:pt x="684800" y="523164"/>
                </a:lnTo>
                <a:lnTo>
                  <a:pt x="684233" y="522556"/>
                </a:lnTo>
                <a:close/>
                <a:moveTo>
                  <a:pt x="263338" y="1464657"/>
                </a:moveTo>
                <a:lnTo>
                  <a:pt x="263584" y="1465150"/>
                </a:lnTo>
                <a:lnTo>
                  <a:pt x="264638" y="1465466"/>
                </a:lnTo>
                <a:lnTo>
                  <a:pt x="264369" y="1465035"/>
                </a:lnTo>
                <a:close/>
                <a:moveTo>
                  <a:pt x="313551" y="1352175"/>
                </a:moveTo>
                <a:lnTo>
                  <a:pt x="314007" y="1353167"/>
                </a:lnTo>
                <a:lnTo>
                  <a:pt x="314141" y="1353344"/>
                </a:lnTo>
                <a:lnTo>
                  <a:pt x="317257" y="1354851"/>
                </a:lnTo>
                <a:lnTo>
                  <a:pt x="316628" y="1354280"/>
                </a:lnTo>
                <a:lnTo>
                  <a:pt x="315071" y="1353320"/>
                </a:lnTo>
                <a:close/>
                <a:moveTo>
                  <a:pt x="679482" y="532683"/>
                </a:moveTo>
                <a:lnTo>
                  <a:pt x="680523" y="533233"/>
                </a:lnTo>
                <a:lnTo>
                  <a:pt x="679715" y="532366"/>
                </a:lnTo>
                <a:close/>
                <a:moveTo>
                  <a:pt x="648402" y="602180"/>
                </a:moveTo>
                <a:lnTo>
                  <a:pt x="650098" y="606394"/>
                </a:lnTo>
                <a:lnTo>
                  <a:pt x="650886" y="607110"/>
                </a:lnTo>
                <a:lnTo>
                  <a:pt x="650976" y="605641"/>
                </a:lnTo>
                <a:lnTo>
                  <a:pt x="650900" y="605500"/>
                </a:lnTo>
                <a:lnTo>
                  <a:pt x="648415" y="602151"/>
                </a:lnTo>
                <a:close/>
                <a:moveTo>
                  <a:pt x="291876" y="1400394"/>
                </a:moveTo>
                <a:lnTo>
                  <a:pt x="292191" y="1400849"/>
                </a:lnTo>
                <a:lnTo>
                  <a:pt x="292363" y="1400677"/>
                </a:lnTo>
                <a:close/>
                <a:moveTo>
                  <a:pt x="652603" y="592578"/>
                </a:moveTo>
                <a:lnTo>
                  <a:pt x="652156" y="593601"/>
                </a:lnTo>
                <a:lnTo>
                  <a:pt x="652192" y="593775"/>
                </a:lnTo>
                <a:lnTo>
                  <a:pt x="653419" y="595430"/>
                </a:lnTo>
                <a:lnTo>
                  <a:pt x="653602" y="592926"/>
                </a:lnTo>
                <a:close/>
                <a:moveTo>
                  <a:pt x="653644" y="590203"/>
                </a:moveTo>
                <a:lnTo>
                  <a:pt x="653171" y="591283"/>
                </a:lnTo>
                <a:lnTo>
                  <a:pt x="653706" y="591500"/>
                </a:lnTo>
                <a:lnTo>
                  <a:pt x="653789" y="590357"/>
                </a:lnTo>
                <a:close/>
                <a:moveTo>
                  <a:pt x="754145" y="365157"/>
                </a:moveTo>
                <a:lnTo>
                  <a:pt x="754138" y="378067"/>
                </a:lnTo>
                <a:lnTo>
                  <a:pt x="755684" y="380732"/>
                </a:lnTo>
                <a:lnTo>
                  <a:pt x="755982" y="378154"/>
                </a:lnTo>
                <a:lnTo>
                  <a:pt x="757478" y="368592"/>
                </a:lnTo>
                <a:close/>
                <a:moveTo>
                  <a:pt x="653831" y="589774"/>
                </a:moveTo>
                <a:lnTo>
                  <a:pt x="653800" y="589846"/>
                </a:lnTo>
                <a:lnTo>
                  <a:pt x="653824" y="589872"/>
                </a:lnTo>
                <a:close/>
                <a:moveTo>
                  <a:pt x="275775" y="1436152"/>
                </a:moveTo>
                <a:lnTo>
                  <a:pt x="276448" y="1437160"/>
                </a:lnTo>
                <a:lnTo>
                  <a:pt x="278550" y="1438252"/>
                </a:lnTo>
                <a:close/>
                <a:moveTo>
                  <a:pt x="682353" y="525703"/>
                </a:moveTo>
                <a:lnTo>
                  <a:pt x="682524" y="527604"/>
                </a:lnTo>
                <a:lnTo>
                  <a:pt x="683364" y="526463"/>
                </a:lnTo>
                <a:close/>
                <a:moveTo>
                  <a:pt x="724331" y="431600"/>
                </a:moveTo>
                <a:lnTo>
                  <a:pt x="723422" y="434849"/>
                </a:lnTo>
                <a:lnTo>
                  <a:pt x="723487" y="435278"/>
                </a:lnTo>
                <a:lnTo>
                  <a:pt x="726629" y="439133"/>
                </a:lnTo>
                <a:lnTo>
                  <a:pt x="726629" y="439105"/>
                </a:lnTo>
                <a:lnTo>
                  <a:pt x="727249" y="433340"/>
                </a:lnTo>
                <a:close/>
                <a:moveTo>
                  <a:pt x="678591" y="533894"/>
                </a:moveTo>
                <a:lnTo>
                  <a:pt x="681961" y="537750"/>
                </a:lnTo>
                <a:lnTo>
                  <a:pt x="681667" y="534461"/>
                </a:lnTo>
                <a:lnTo>
                  <a:pt x="681141" y="533898"/>
                </a:lnTo>
                <a:lnTo>
                  <a:pt x="679303" y="532927"/>
                </a:lnTo>
                <a:close/>
                <a:moveTo>
                  <a:pt x="312734" y="1353049"/>
                </a:moveTo>
                <a:lnTo>
                  <a:pt x="314642" y="1359714"/>
                </a:lnTo>
                <a:lnTo>
                  <a:pt x="317049" y="1361570"/>
                </a:lnTo>
                <a:lnTo>
                  <a:pt x="313253" y="1353310"/>
                </a:lnTo>
                <a:close/>
                <a:moveTo>
                  <a:pt x="635133" y="631002"/>
                </a:moveTo>
                <a:lnTo>
                  <a:pt x="635079" y="631194"/>
                </a:lnTo>
                <a:lnTo>
                  <a:pt x="635059" y="631885"/>
                </a:lnTo>
                <a:lnTo>
                  <a:pt x="635193" y="631803"/>
                </a:lnTo>
                <a:lnTo>
                  <a:pt x="635451" y="631212"/>
                </a:lnTo>
                <a:close/>
                <a:moveTo>
                  <a:pt x="635344" y="630247"/>
                </a:moveTo>
                <a:lnTo>
                  <a:pt x="635285" y="630456"/>
                </a:lnTo>
                <a:lnTo>
                  <a:pt x="635678" y="630692"/>
                </a:lnTo>
                <a:lnTo>
                  <a:pt x="635770" y="630483"/>
                </a:lnTo>
                <a:close/>
                <a:moveTo>
                  <a:pt x="165796" y="1681651"/>
                </a:moveTo>
                <a:lnTo>
                  <a:pt x="187762" y="1701298"/>
                </a:lnTo>
                <a:lnTo>
                  <a:pt x="196285" y="1702118"/>
                </a:lnTo>
                <a:close/>
                <a:moveTo>
                  <a:pt x="305462" y="1368873"/>
                </a:moveTo>
                <a:lnTo>
                  <a:pt x="306666" y="1370974"/>
                </a:lnTo>
                <a:lnTo>
                  <a:pt x="309240" y="1372385"/>
                </a:lnTo>
                <a:lnTo>
                  <a:pt x="308969" y="1371441"/>
                </a:lnTo>
                <a:lnTo>
                  <a:pt x="308372" y="1370649"/>
                </a:lnTo>
                <a:lnTo>
                  <a:pt x="307929" y="1370045"/>
                </a:lnTo>
                <a:close/>
                <a:moveTo>
                  <a:pt x="289607" y="1404217"/>
                </a:moveTo>
                <a:lnTo>
                  <a:pt x="292184" y="1406759"/>
                </a:lnTo>
                <a:lnTo>
                  <a:pt x="292359" y="1406861"/>
                </a:lnTo>
                <a:lnTo>
                  <a:pt x="290540" y="1404112"/>
                </a:lnTo>
                <a:lnTo>
                  <a:pt x="290053" y="1403768"/>
                </a:lnTo>
                <a:close/>
                <a:moveTo>
                  <a:pt x="652082" y="592397"/>
                </a:moveTo>
                <a:lnTo>
                  <a:pt x="652053" y="592877"/>
                </a:lnTo>
                <a:lnTo>
                  <a:pt x="652045" y="593054"/>
                </a:lnTo>
                <a:lnTo>
                  <a:pt x="652076" y="593211"/>
                </a:lnTo>
                <a:lnTo>
                  <a:pt x="652386" y="592503"/>
                </a:lnTo>
                <a:close/>
                <a:moveTo>
                  <a:pt x="684644" y="519248"/>
                </a:moveTo>
                <a:lnTo>
                  <a:pt x="685170" y="521778"/>
                </a:lnTo>
                <a:lnTo>
                  <a:pt x="686374" y="522366"/>
                </a:lnTo>
                <a:lnTo>
                  <a:pt x="686696" y="521927"/>
                </a:lnTo>
                <a:close/>
                <a:moveTo>
                  <a:pt x="722409" y="434524"/>
                </a:moveTo>
                <a:lnTo>
                  <a:pt x="722396" y="435030"/>
                </a:lnTo>
                <a:lnTo>
                  <a:pt x="722505" y="434641"/>
                </a:lnTo>
                <a:close/>
                <a:moveTo>
                  <a:pt x="289045" y="1404782"/>
                </a:moveTo>
                <a:lnTo>
                  <a:pt x="289662" y="1405297"/>
                </a:lnTo>
                <a:lnTo>
                  <a:pt x="291740" y="1406502"/>
                </a:lnTo>
                <a:lnTo>
                  <a:pt x="289517" y="1404308"/>
                </a:lnTo>
                <a:close/>
                <a:moveTo>
                  <a:pt x="309040" y="1360001"/>
                </a:moveTo>
                <a:lnTo>
                  <a:pt x="310260" y="1362398"/>
                </a:lnTo>
                <a:lnTo>
                  <a:pt x="312183" y="1363881"/>
                </a:lnTo>
                <a:lnTo>
                  <a:pt x="311216" y="1362141"/>
                </a:lnTo>
                <a:close/>
                <a:moveTo>
                  <a:pt x="693307" y="499550"/>
                </a:moveTo>
                <a:lnTo>
                  <a:pt x="691974" y="508067"/>
                </a:lnTo>
                <a:lnTo>
                  <a:pt x="692733" y="508473"/>
                </a:lnTo>
                <a:lnTo>
                  <a:pt x="693714" y="504480"/>
                </a:lnTo>
                <a:close/>
                <a:moveTo>
                  <a:pt x="695682" y="493958"/>
                </a:moveTo>
                <a:lnTo>
                  <a:pt x="695897" y="496989"/>
                </a:lnTo>
                <a:lnTo>
                  <a:pt x="698749" y="498338"/>
                </a:lnTo>
                <a:close/>
                <a:moveTo>
                  <a:pt x="684549" y="518709"/>
                </a:moveTo>
                <a:lnTo>
                  <a:pt x="686854" y="521714"/>
                </a:lnTo>
                <a:lnTo>
                  <a:pt x="687385" y="520992"/>
                </a:lnTo>
                <a:lnTo>
                  <a:pt x="687077" y="519701"/>
                </a:lnTo>
                <a:lnTo>
                  <a:pt x="685629" y="519124"/>
                </a:lnTo>
                <a:close/>
                <a:moveTo>
                  <a:pt x="725871" y="426106"/>
                </a:moveTo>
                <a:lnTo>
                  <a:pt x="724563" y="430776"/>
                </a:lnTo>
                <a:lnTo>
                  <a:pt x="727346" y="432436"/>
                </a:lnTo>
                <a:lnTo>
                  <a:pt x="727886" y="427418"/>
                </a:lnTo>
                <a:close/>
                <a:moveTo>
                  <a:pt x="654354" y="586234"/>
                </a:moveTo>
                <a:lnTo>
                  <a:pt x="654354" y="586235"/>
                </a:lnTo>
                <a:lnTo>
                  <a:pt x="655234" y="589924"/>
                </a:lnTo>
                <a:lnTo>
                  <a:pt x="655446" y="587457"/>
                </a:lnTo>
                <a:close/>
                <a:moveTo>
                  <a:pt x="684069" y="519693"/>
                </a:moveTo>
                <a:lnTo>
                  <a:pt x="684110" y="521261"/>
                </a:lnTo>
                <a:lnTo>
                  <a:pt x="684432" y="521419"/>
                </a:lnTo>
                <a:close/>
                <a:moveTo>
                  <a:pt x="251175" y="1488994"/>
                </a:moveTo>
                <a:lnTo>
                  <a:pt x="251471" y="1489360"/>
                </a:lnTo>
                <a:lnTo>
                  <a:pt x="254613" y="1491052"/>
                </a:lnTo>
                <a:lnTo>
                  <a:pt x="252074" y="1489644"/>
                </a:lnTo>
                <a:close/>
                <a:moveTo>
                  <a:pt x="654160" y="586627"/>
                </a:moveTo>
                <a:lnTo>
                  <a:pt x="653917" y="589970"/>
                </a:lnTo>
                <a:lnTo>
                  <a:pt x="655054" y="591175"/>
                </a:lnTo>
                <a:close/>
                <a:moveTo>
                  <a:pt x="720628" y="437647"/>
                </a:moveTo>
                <a:lnTo>
                  <a:pt x="721324" y="438853"/>
                </a:lnTo>
                <a:lnTo>
                  <a:pt x="721492" y="438255"/>
                </a:lnTo>
                <a:close/>
                <a:moveTo>
                  <a:pt x="305021" y="1368080"/>
                </a:moveTo>
                <a:lnTo>
                  <a:pt x="305090" y="1368224"/>
                </a:lnTo>
                <a:lnTo>
                  <a:pt x="305171" y="1368368"/>
                </a:lnTo>
                <a:lnTo>
                  <a:pt x="307517" y="1369483"/>
                </a:lnTo>
                <a:lnTo>
                  <a:pt x="307273" y="1369150"/>
                </a:lnTo>
                <a:close/>
                <a:moveTo>
                  <a:pt x="718657" y="441722"/>
                </a:moveTo>
                <a:lnTo>
                  <a:pt x="717498" y="449023"/>
                </a:lnTo>
                <a:lnTo>
                  <a:pt x="717897" y="451087"/>
                </a:lnTo>
                <a:lnTo>
                  <a:pt x="719912" y="443895"/>
                </a:lnTo>
                <a:close/>
                <a:moveTo>
                  <a:pt x="312306" y="1351554"/>
                </a:moveTo>
                <a:lnTo>
                  <a:pt x="312606" y="1352601"/>
                </a:lnTo>
                <a:lnTo>
                  <a:pt x="313019" y="1352801"/>
                </a:lnTo>
                <a:lnTo>
                  <a:pt x="312661" y="1352023"/>
                </a:lnTo>
                <a:close/>
                <a:moveTo>
                  <a:pt x="304123" y="1369868"/>
                </a:moveTo>
                <a:lnTo>
                  <a:pt x="306312" y="1372771"/>
                </a:lnTo>
                <a:lnTo>
                  <a:pt x="305204" y="1370460"/>
                </a:lnTo>
                <a:close/>
                <a:moveTo>
                  <a:pt x="728326" y="419928"/>
                </a:moveTo>
                <a:lnTo>
                  <a:pt x="728441" y="422258"/>
                </a:lnTo>
                <a:lnTo>
                  <a:pt x="728662" y="420197"/>
                </a:lnTo>
                <a:close/>
                <a:moveTo>
                  <a:pt x="726399" y="424222"/>
                </a:moveTo>
                <a:lnTo>
                  <a:pt x="726230" y="424827"/>
                </a:lnTo>
                <a:lnTo>
                  <a:pt x="727873" y="425897"/>
                </a:lnTo>
                <a:lnTo>
                  <a:pt x="727837" y="425159"/>
                </a:lnTo>
                <a:close/>
                <a:moveTo>
                  <a:pt x="651673" y="591225"/>
                </a:moveTo>
                <a:lnTo>
                  <a:pt x="651679" y="591257"/>
                </a:lnTo>
                <a:lnTo>
                  <a:pt x="651850" y="591309"/>
                </a:lnTo>
                <a:lnTo>
                  <a:pt x="651850" y="591298"/>
                </a:lnTo>
                <a:close/>
                <a:moveTo>
                  <a:pt x="637346" y="623099"/>
                </a:moveTo>
                <a:lnTo>
                  <a:pt x="636498" y="626128"/>
                </a:lnTo>
                <a:lnTo>
                  <a:pt x="637007" y="627657"/>
                </a:lnTo>
                <a:lnTo>
                  <a:pt x="638278" y="624752"/>
                </a:lnTo>
                <a:close/>
                <a:moveTo>
                  <a:pt x="697721" y="487790"/>
                </a:moveTo>
                <a:lnTo>
                  <a:pt x="697975" y="489076"/>
                </a:lnTo>
                <a:lnTo>
                  <a:pt x="699844" y="498067"/>
                </a:lnTo>
                <a:lnTo>
                  <a:pt x="700671" y="499248"/>
                </a:lnTo>
                <a:lnTo>
                  <a:pt x="702670" y="500194"/>
                </a:lnTo>
                <a:lnTo>
                  <a:pt x="703240" y="499419"/>
                </a:lnTo>
                <a:lnTo>
                  <a:pt x="704082" y="492844"/>
                </a:lnTo>
                <a:lnTo>
                  <a:pt x="703596" y="491562"/>
                </a:lnTo>
                <a:close/>
                <a:moveTo>
                  <a:pt x="685374" y="515384"/>
                </a:moveTo>
                <a:lnTo>
                  <a:pt x="686272" y="516283"/>
                </a:lnTo>
                <a:lnTo>
                  <a:pt x="686223" y="515980"/>
                </a:lnTo>
                <a:close/>
                <a:moveTo>
                  <a:pt x="241328" y="1509594"/>
                </a:moveTo>
                <a:lnTo>
                  <a:pt x="242685" y="1511650"/>
                </a:lnTo>
                <a:lnTo>
                  <a:pt x="245014" y="1512981"/>
                </a:lnTo>
                <a:close/>
                <a:moveTo>
                  <a:pt x="730997" y="412986"/>
                </a:moveTo>
                <a:lnTo>
                  <a:pt x="730288" y="419578"/>
                </a:lnTo>
                <a:lnTo>
                  <a:pt x="730679" y="420048"/>
                </a:lnTo>
                <a:lnTo>
                  <a:pt x="739630" y="427219"/>
                </a:lnTo>
                <a:lnTo>
                  <a:pt x="740636" y="422201"/>
                </a:lnTo>
                <a:lnTo>
                  <a:pt x="741168" y="419722"/>
                </a:lnTo>
                <a:lnTo>
                  <a:pt x="736654" y="415246"/>
                </a:lnTo>
                <a:close/>
                <a:moveTo>
                  <a:pt x="650980" y="592014"/>
                </a:moveTo>
                <a:lnTo>
                  <a:pt x="650954" y="592107"/>
                </a:lnTo>
                <a:lnTo>
                  <a:pt x="651667" y="593068"/>
                </a:lnTo>
                <a:lnTo>
                  <a:pt x="651502" y="592195"/>
                </a:lnTo>
                <a:close/>
                <a:moveTo>
                  <a:pt x="652302" y="588783"/>
                </a:moveTo>
                <a:lnTo>
                  <a:pt x="652175" y="590878"/>
                </a:lnTo>
                <a:lnTo>
                  <a:pt x="652959" y="591196"/>
                </a:lnTo>
                <a:lnTo>
                  <a:pt x="653473" y="590021"/>
                </a:lnTo>
                <a:close/>
                <a:moveTo>
                  <a:pt x="651253" y="591055"/>
                </a:moveTo>
                <a:lnTo>
                  <a:pt x="651234" y="591122"/>
                </a:lnTo>
                <a:lnTo>
                  <a:pt x="651303" y="591143"/>
                </a:lnTo>
                <a:lnTo>
                  <a:pt x="651288" y="591069"/>
                </a:lnTo>
                <a:close/>
                <a:moveTo>
                  <a:pt x="241331" y="1508917"/>
                </a:moveTo>
                <a:lnTo>
                  <a:pt x="246974" y="1514101"/>
                </a:lnTo>
                <a:lnTo>
                  <a:pt x="251219" y="1516527"/>
                </a:lnTo>
                <a:lnTo>
                  <a:pt x="260111" y="1519813"/>
                </a:lnTo>
                <a:lnTo>
                  <a:pt x="258150" y="1516943"/>
                </a:lnTo>
                <a:lnTo>
                  <a:pt x="247586" y="1509531"/>
                </a:lnTo>
                <a:close/>
                <a:moveTo>
                  <a:pt x="727582" y="419996"/>
                </a:moveTo>
                <a:lnTo>
                  <a:pt x="726570" y="423612"/>
                </a:lnTo>
                <a:lnTo>
                  <a:pt x="727796" y="424344"/>
                </a:lnTo>
                <a:close/>
                <a:moveTo>
                  <a:pt x="722785" y="430679"/>
                </a:moveTo>
                <a:lnTo>
                  <a:pt x="723078" y="432595"/>
                </a:lnTo>
                <a:lnTo>
                  <a:pt x="723496" y="431102"/>
                </a:lnTo>
                <a:close/>
                <a:moveTo>
                  <a:pt x="709005" y="461488"/>
                </a:moveTo>
                <a:lnTo>
                  <a:pt x="708058" y="468869"/>
                </a:lnTo>
                <a:lnTo>
                  <a:pt x="708727" y="469472"/>
                </a:lnTo>
                <a:lnTo>
                  <a:pt x="709851" y="462393"/>
                </a:lnTo>
                <a:lnTo>
                  <a:pt x="709800" y="462320"/>
                </a:lnTo>
                <a:close/>
                <a:moveTo>
                  <a:pt x="722500" y="431185"/>
                </a:moveTo>
                <a:lnTo>
                  <a:pt x="722424" y="433974"/>
                </a:lnTo>
                <a:lnTo>
                  <a:pt x="722623" y="434217"/>
                </a:lnTo>
                <a:lnTo>
                  <a:pt x="722843" y="433434"/>
                </a:lnTo>
                <a:close/>
                <a:moveTo>
                  <a:pt x="665695" y="558280"/>
                </a:moveTo>
                <a:lnTo>
                  <a:pt x="665714" y="562603"/>
                </a:lnTo>
                <a:lnTo>
                  <a:pt x="665868" y="562753"/>
                </a:lnTo>
                <a:lnTo>
                  <a:pt x="667426" y="564854"/>
                </a:lnTo>
                <a:lnTo>
                  <a:pt x="667104" y="559079"/>
                </a:lnTo>
                <a:close/>
                <a:moveTo>
                  <a:pt x="633555" y="630008"/>
                </a:moveTo>
                <a:lnTo>
                  <a:pt x="633594" y="632783"/>
                </a:lnTo>
                <a:lnTo>
                  <a:pt x="633970" y="632553"/>
                </a:lnTo>
                <a:lnTo>
                  <a:pt x="634518" y="630596"/>
                </a:lnTo>
                <a:lnTo>
                  <a:pt x="634417" y="630529"/>
                </a:lnTo>
                <a:close/>
                <a:moveTo>
                  <a:pt x="668748" y="551175"/>
                </a:moveTo>
                <a:lnTo>
                  <a:pt x="669783" y="555023"/>
                </a:lnTo>
                <a:lnTo>
                  <a:pt x="670119" y="555859"/>
                </a:lnTo>
                <a:lnTo>
                  <a:pt x="670248" y="555905"/>
                </a:lnTo>
                <a:lnTo>
                  <a:pt x="670439" y="555141"/>
                </a:lnTo>
                <a:lnTo>
                  <a:pt x="669658" y="551873"/>
                </a:lnTo>
                <a:close/>
                <a:moveTo>
                  <a:pt x="677335" y="531887"/>
                </a:moveTo>
                <a:lnTo>
                  <a:pt x="677245" y="532352"/>
                </a:lnTo>
                <a:lnTo>
                  <a:pt x="678217" y="533465"/>
                </a:lnTo>
                <a:lnTo>
                  <a:pt x="678806" y="532663"/>
                </a:lnTo>
                <a:close/>
                <a:moveTo>
                  <a:pt x="651993" y="588454"/>
                </a:moveTo>
                <a:lnTo>
                  <a:pt x="651477" y="590267"/>
                </a:lnTo>
                <a:lnTo>
                  <a:pt x="651550" y="590624"/>
                </a:lnTo>
                <a:lnTo>
                  <a:pt x="651883" y="590759"/>
                </a:lnTo>
                <a:lnTo>
                  <a:pt x="652022" y="588484"/>
                </a:lnTo>
                <a:close/>
                <a:moveTo>
                  <a:pt x="681964" y="521336"/>
                </a:moveTo>
                <a:lnTo>
                  <a:pt x="682274" y="524803"/>
                </a:lnTo>
                <a:lnTo>
                  <a:pt x="683759" y="525923"/>
                </a:lnTo>
                <a:lnTo>
                  <a:pt x="683828" y="525829"/>
                </a:lnTo>
                <a:lnTo>
                  <a:pt x="683797" y="523949"/>
                </a:lnTo>
                <a:lnTo>
                  <a:pt x="682105" y="522772"/>
                </a:lnTo>
                <a:lnTo>
                  <a:pt x="682389" y="522754"/>
                </a:lnTo>
                <a:lnTo>
                  <a:pt x="683794" y="523732"/>
                </a:lnTo>
                <a:lnTo>
                  <a:pt x="683770" y="522308"/>
                </a:lnTo>
                <a:close/>
                <a:moveTo>
                  <a:pt x="731221" y="410898"/>
                </a:moveTo>
                <a:lnTo>
                  <a:pt x="731028" y="412701"/>
                </a:lnTo>
                <a:lnTo>
                  <a:pt x="736021" y="414619"/>
                </a:lnTo>
                <a:lnTo>
                  <a:pt x="733828" y="412444"/>
                </a:lnTo>
                <a:close/>
                <a:moveTo>
                  <a:pt x="728318" y="417368"/>
                </a:moveTo>
                <a:lnTo>
                  <a:pt x="728216" y="417730"/>
                </a:lnTo>
                <a:lnTo>
                  <a:pt x="728235" y="418089"/>
                </a:lnTo>
                <a:lnTo>
                  <a:pt x="728838" y="418572"/>
                </a:lnTo>
                <a:lnTo>
                  <a:pt x="728893" y="418058"/>
                </a:lnTo>
                <a:close/>
                <a:moveTo>
                  <a:pt x="665690" y="557505"/>
                </a:moveTo>
                <a:lnTo>
                  <a:pt x="665692" y="558065"/>
                </a:lnTo>
                <a:lnTo>
                  <a:pt x="667092" y="558859"/>
                </a:lnTo>
                <a:lnTo>
                  <a:pt x="667048" y="558058"/>
                </a:lnTo>
                <a:close/>
                <a:moveTo>
                  <a:pt x="274259" y="1433879"/>
                </a:moveTo>
                <a:lnTo>
                  <a:pt x="275230" y="1435334"/>
                </a:lnTo>
                <a:lnTo>
                  <a:pt x="280257" y="1439139"/>
                </a:lnTo>
                <a:lnTo>
                  <a:pt x="282439" y="1440272"/>
                </a:lnTo>
                <a:lnTo>
                  <a:pt x="274443" y="1433982"/>
                </a:lnTo>
                <a:close/>
                <a:moveTo>
                  <a:pt x="633544" y="629251"/>
                </a:moveTo>
                <a:lnTo>
                  <a:pt x="633547" y="629405"/>
                </a:lnTo>
                <a:lnTo>
                  <a:pt x="634663" y="630079"/>
                </a:lnTo>
                <a:lnTo>
                  <a:pt x="634713" y="629898"/>
                </a:lnTo>
                <a:close/>
                <a:moveTo>
                  <a:pt x="668762" y="550203"/>
                </a:moveTo>
                <a:lnTo>
                  <a:pt x="669371" y="550669"/>
                </a:lnTo>
                <a:lnTo>
                  <a:pt x="669276" y="550273"/>
                </a:lnTo>
                <a:close/>
                <a:moveTo>
                  <a:pt x="677668" y="530167"/>
                </a:moveTo>
                <a:lnTo>
                  <a:pt x="677394" y="531580"/>
                </a:lnTo>
                <a:lnTo>
                  <a:pt x="678985" y="532420"/>
                </a:lnTo>
                <a:lnTo>
                  <a:pt x="679329" y="531951"/>
                </a:lnTo>
                <a:close/>
                <a:moveTo>
                  <a:pt x="731323" y="409958"/>
                </a:moveTo>
                <a:lnTo>
                  <a:pt x="731258" y="410563"/>
                </a:lnTo>
                <a:lnTo>
                  <a:pt x="732864" y="411488"/>
                </a:lnTo>
                <a:close/>
                <a:moveTo>
                  <a:pt x="683970" y="515965"/>
                </a:moveTo>
                <a:lnTo>
                  <a:pt x="683971" y="516015"/>
                </a:lnTo>
                <a:lnTo>
                  <a:pt x="684491" y="518515"/>
                </a:lnTo>
                <a:lnTo>
                  <a:pt x="687025" y="519488"/>
                </a:lnTo>
                <a:lnTo>
                  <a:pt x="686625" y="517806"/>
                </a:lnTo>
                <a:lnTo>
                  <a:pt x="685743" y="516923"/>
                </a:lnTo>
                <a:close/>
                <a:moveTo>
                  <a:pt x="211607" y="1573581"/>
                </a:moveTo>
                <a:lnTo>
                  <a:pt x="214223" y="1575984"/>
                </a:lnTo>
                <a:lnTo>
                  <a:pt x="222777" y="1580271"/>
                </a:lnTo>
                <a:lnTo>
                  <a:pt x="220764" y="1578140"/>
                </a:lnTo>
                <a:lnTo>
                  <a:pt x="219246" y="1576278"/>
                </a:lnTo>
                <a:close/>
                <a:moveTo>
                  <a:pt x="265934" y="1451933"/>
                </a:moveTo>
                <a:lnTo>
                  <a:pt x="265970" y="1451986"/>
                </a:lnTo>
                <a:lnTo>
                  <a:pt x="272813" y="1455954"/>
                </a:lnTo>
                <a:lnTo>
                  <a:pt x="272115" y="1454553"/>
                </a:lnTo>
                <a:close/>
                <a:moveTo>
                  <a:pt x="635267" y="624732"/>
                </a:moveTo>
                <a:lnTo>
                  <a:pt x="635225" y="626173"/>
                </a:lnTo>
                <a:lnTo>
                  <a:pt x="635645" y="626574"/>
                </a:lnTo>
                <a:lnTo>
                  <a:pt x="635749" y="626203"/>
                </a:lnTo>
                <a:lnTo>
                  <a:pt x="635359" y="625022"/>
                </a:lnTo>
                <a:close/>
                <a:moveTo>
                  <a:pt x="653041" y="584764"/>
                </a:moveTo>
                <a:lnTo>
                  <a:pt x="652412" y="586975"/>
                </a:lnTo>
                <a:lnTo>
                  <a:pt x="652333" y="588292"/>
                </a:lnTo>
                <a:lnTo>
                  <a:pt x="653686" y="589725"/>
                </a:lnTo>
                <a:lnTo>
                  <a:pt x="653840" y="589643"/>
                </a:lnTo>
                <a:lnTo>
                  <a:pt x="654088" y="586258"/>
                </a:lnTo>
                <a:lnTo>
                  <a:pt x="654007" y="585844"/>
                </a:lnTo>
                <a:close/>
                <a:moveTo>
                  <a:pt x="232522" y="1526271"/>
                </a:moveTo>
                <a:lnTo>
                  <a:pt x="251043" y="1547644"/>
                </a:lnTo>
                <a:lnTo>
                  <a:pt x="251939" y="1548345"/>
                </a:lnTo>
                <a:lnTo>
                  <a:pt x="261725" y="1555388"/>
                </a:lnTo>
                <a:lnTo>
                  <a:pt x="262788" y="1555668"/>
                </a:lnTo>
                <a:lnTo>
                  <a:pt x="243125" y="1531859"/>
                </a:lnTo>
                <a:lnTo>
                  <a:pt x="241418" y="1530924"/>
                </a:lnTo>
                <a:lnTo>
                  <a:pt x="235702" y="1529681"/>
                </a:lnTo>
                <a:lnTo>
                  <a:pt x="235554" y="1529465"/>
                </a:lnTo>
                <a:lnTo>
                  <a:pt x="240859" y="1530618"/>
                </a:lnTo>
                <a:lnTo>
                  <a:pt x="238652" y="1529410"/>
                </a:lnTo>
                <a:lnTo>
                  <a:pt x="238550" y="1529169"/>
                </a:lnTo>
                <a:lnTo>
                  <a:pt x="241418" y="1530740"/>
                </a:lnTo>
                <a:lnTo>
                  <a:pt x="242371" y="1530947"/>
                </a:lnTo>
                <a:lnTo>
                  <a:pt x="240629" y="1528837"/>
                </a:lnTo>
                <a:close/>
                <a:moveTo>
                  <a:pt x="729371" y="413607"/>
                </a:moveTo>
                <a:lnTo>
                  <a:pt x="728351" y="417252"/>
                </a:lnTo>
                <a:lnTo>
                  <a:pt x="728908" y="417921"/>
                </a:lnTo>
                <a:close/>
                <a:moveTo>
                  <a:pt x="681844" y="519997"/>
                </a:moveTo>
                <a:lnTo>
                  <a:pt x="681859" y="520164"/>
                </a:lnTo>
                <a:lnTo>
                  <a:pt x="682116" y="520290"/>
                </a:lnTo>
                <a:close/>
                <a:moveTo>
                  <a:pt x="683952" y="515128"/>
                </a:moveTo>
                <a:lnTo>
                  <a:pt x="683961" y="515620"/>
                </a:lnTo>
                <a:lnTo>
                  <a:pt x="684906" y="516082"/>
                </a:lnTo>
                <a:close/>
                <a:moveTo>
                  <a:pt x="302495" y="1368976"/>
                </a:moveTo>
                <a:lnTo>
                  <a:pt x="308432" y="1378378"/>
                </a:lnTo>
                <a:lnTo>
                  <a:pt x="309076" y="1378537"/>
                </a:lnTo>
                <a:lnTo>
                  <a:pt x="306874" y="1373943"/>
                </a:lnTo>
                <a:lnTo>
                  <a:pt x="303573" y="1369566"/>
                </a:lnTo>
                <a:close/>
                <a:moveTo>
                  <a:pt x="678127" y="527864"/>
                </a:moveTo>
                <a:lnTo>
                  <a:pt x="678064" y="528115"/>
                </a:lnTo>
                <a:lnTo>
                  <a:pt x="677709" y="529955"/>
                </a:lnTo>
                <a:lnTo>
                  <a:pt x="679468" y="531762"/>
                </a:lnTo>
                <a:lnTo>
                  <a:pt x="680966" y="529723"/>
                </a:lnTo>
                <a:close/>
                <a:moveTo>
                  <a:pt x="709508" y="457555"/>
                </a:moveTo>
                <a:lnTo>
                  <a:pt x="709348" y="458805"/>
                </a:lnTo>
                <a:lnTo>
                  <a:pt x="710286" y="459652"/>
                </a:lnTo>
                <a:lnTo>
                  <a:pt x="710427" y="458762"/>
                </a:lnTo>
                <a:close/>
                <a:moveTo>
                  <a:pt x="641570" y="609234"/>
                </a:moveTo>
                <a:lnTo>
                  <a:pt x="642251" y="610787"/>
                </a:lnTo>
                <a:lnTo>
                  <a:pt x="642501" y="609556"/>
                </a:lnTo>
                <a:close/>
                <a:moveTo>
                  <a:pt x="720034" y="433513"/>
                </a:moveTo>
                <a:lnTo>
                  <a:pt x="719674" y="435314"/>
                </a:lnTo>
                <a:lnTo>
                  <a:pt x="719589" y="435847"/>
                </a:lnTo>
                <a:lnTo>
                  <a:pt x="720228" y="436953"/>
                </a:lnTo>
                <a:lnTo>
                  <a:pt x="721588" y="437911"/>
                </a:lnTo>
                <a:lnTo>
                  <a:pt x="721962" y="436577"/>
                </a:lnTo>
                <a:lnTo>
                  <a:pt x="721975" y="436114"/>
                </a:lnTo>
                <a:close/>
                <a:moveTo>
                  <a:pt x="304165" y="1364498"/>
                </a:moveTo>
                <a:lnTo>
                  <a:pt x="307320" y="1368681"/>
                </a:lnTo>
                <a:lnTo>
                  <a:pt x="308315" y="1369154"/>
                </a:lnTo>
                <a:lnTo>
                  <a:pt x="307376" y="1365872"/>
                </a:lnTo>
                <a:close/>
                <a:moveTo>
                  <a:pt x="703834" y="469542"/>
                </a:moveTo>
                <a:lnTo>
                  <a:pt x="706250" y="475920"/>
                </a:lnTo>
                <a:lnTo>
                  <a:pt x="706822" y="471460"/>
                </a:lnTo>
                <a:close/>
                <a:moveTo>
                  <a:pt x="283447" y="1410418"/>
                </a:moveTo>
                <a:lnTo>
                  <a:pt x="287159" y="1413042"/>
                </a:lnTo>
                <a:lnTo>
                  <a:pt x="286178" y="1410525"/>
                </a:lnTo>
                <a:lnTo>
                  <a:pt x="284782" y="1409073"/>
                </a:lnTo>
                <a:close/>
                <a:moveTo>
                  <a:pt x="720340" y="431985"/>
                </a:moveTo>
                <a:lnTo>
                  <a:pt x="720173" y="432820"/>
                </a:lnTo>
                <a:lnTo>
                  <a:pt x="722003" y="435077"/>
                </a:lnTo>
                <a:lnTo>
                  <a:pt x="722030" y="434059"/>
                </a:lnTo>
                <a:close/>
                <a:moveTo>
                  <a:pt x="306702" y="1358197"/>
                </a:moveTo>
                <a:lnTo>
                  <a:pt x="307236" y="1360065"/>
                </a:lnTo>
                <a:lnTo>
                  <a:pt x="309032" y="1361451"/>
                </a:lnTo>
                <a:lnTo>
                  <a:pt x="307818" y="1358809"/>
                </a:lnTo>
                <a:close/>
                <a:moveTo>
                  <a:pt x="692054" y="495277"/>
                </a:moveTo>
                <a:lnTo>
                  <a:pt x="693011" y="495954"/>
                </a:lnTo>
                <a:lnTo>
                  <a:pt x="692993" y="495738"/>
                </a:lnTo>
                <a:lnTo>
                  <a:pt x="692960" y="495707"/>
                </a:lnTo>
                <a:close/>
                <a:moveTo>
                  <a:pt x="668100" y="548764"/>
                </a:moveTo>
                <a:lnTo>
                  <a:pt x="668378" y="549797"/>
                </a:lnTo>
                <a:lnTo>
                  <a:pt x="669187" y="549897"/>
                </a:lnTo>
                <a:lnTo>
                  <a:pt x="669081" y="549454"/>
                </a:lnTo>
                <a:close/>
                <a:moveTo>
                  <a:pt x="298776" y="1375737"/>
                </a:moveTo>
                <a:lnTo>
                  <a:pt x="298876" y="1376017"/>
                </a:lnTo>
                <a:lnTo>
                  <a:pt x="299121" y="1376078"/>
                </a:lnTo>
                <a:close/>
                <a:moveTo>
                  <a:pt x="641712" y="607514"/>
                </a:moveTo>
                <a:lnTo>
                  <a:pt x="641637" y="607780"/>
                </a:lnTo>
                <a:lnTo>
                  <a:pt x="642163" y="607945"/>
                </a:lnTo>
                <a:close/>
                <a:moveTo>
                  <a:pt x="679251" y="523366"/>
                </a:moveTo>
                <a:lnTo>
                  <a:pt x="678230" y="527451"/>
                </a:lnTo>
                <a:lnTo>
                  <a:pt x="681205" y="529398"/>
                </a:lnTo>
                <a:lnTo>
                  <a:pt x="681212" y="529388"/>
                </a:lnTo>
                <a:lnTo>
                  <a:pt x="680777" y="524515"/>
                </a:lnTo>
                <a:close/>
                <a:moveTo>
                  <a:pt x="154476" y="1698270"/>
                </a:moveTo>
                <a:lnTo>
                  <a:pt x="202458" y="1716794"/>
                </a:lnTo>
                <a:lnTo>
                  <a:pt x="185383" y="1701522"/>
                </a:lnTo>
                <a:lnTo>
                  <a:pt x="170444" y="1700055"/>
                </a:lnTo>
                <a:close/>
                <a:moveTo>
                  <a:pt x="634694" y="622914"/>
                </a:moveTo>
                <a:lnTo>
                  <a:pt x="634393" y="623949"/>
                </a:lnTo>
                <a:lnTo>
                  <a:pt x="634153" y="625149"/>
                </a:lnTo>
                <a:lnTo>
                  <a:pt x="634836" y="625802"/>
                </a:lnTo>
                <a:lnTo>
                  <a:pt x="634883" y="624182"/>
                </a:lnTo>
                <a:lnTo>
                  <a:pt x="634908" y="623593"/>
                </a:lnTo>
                <a:close/>
                <a:moveTo>
                  <a:pt x="302207" y="1367325"/>
                </a:moveTo>
                <a:lnTo>
                  <a:pt x="303755" y="1369380"/>
                </a:lnTo>
                <a:lnTo>
                  <a:pt x="305018" y="1370071"/>
                </a:lnTo>
                <a:lnTo>
                  <a:pt x="304991" y="1370016"/>
                </a:lnTo>
                <a:lnTo>
                  <a:pt x="303665" y="1368019"/>
                </a:lnTo>
                <a:close/>
                <a:moveTo>
                  <a:pt x="282352" y="1411763"/>
                </a:moveTo>
                <a:lnTo>
                  <a:pt x="282516" y="1412188"/>
                </a:lnTo>
                <a:lnTo>
                  <a:pt x="284278" y="1415888"/>
                </a:lnTo>
                <a:lnTo>
                  <a:pt x="284348" y="1415939"/>
                </a:lnTo>
                <a:lnTo>
                  <a:pt x="288637" y="1418338"/>
                </a:lnTo>
                <a:lnTo>
                  <a:pt x="289317" y="1418585"/>
                </a:lnTo>
                <a:lnTo>
                  <a:pt x="288298" y="1415968"/>
                </a:lnTo>
                <a:close/>
                <a:moveTo>
                  <a:pt x="286881" y="1401525"/>
                </a:moveTo>
                <a:lnTo>
                  <a:pt x="289223" y="1403837"/>
                </a:lnTo>
                <a:lnTo>
                  <a:pt x="289606" y="1403452"/>
                </a:lnTo>
                <a:close/>
                <a:moveTo>
                  <a:pt x="670068" y="543473"/>
                </a:moveTo>
                <a:lnTo>
                  <a:pt x="670333" y="544190"/>
                </a:lnTo>
                <a:lnTo>
                  <a:pt x="670444" y="544039"/>
                </a:lnTo>
                <a:close/>
                <a:moveTo>
                  <a:pt x="681628" y="517587"/>
                </a:moveTo>
                <a:lnTo>
                  <a:pt x="681769" y="519168"/>
                </a:lnTo>
                <a:lnTo>
                  <a:pt x="683400" y="520916"/>
                </a:lnTo>
                <a:lnTo>
                  <a:pt x="683751" y="521087"/>
                </a:lnTo>
                <a:lnTo>
                  <a:pt x="683707" y="518385"/>
                </a:lnTo>
                <a:close/>
                <a:moveTo>
                  <a:pt x="642280" y="605483"/>
                </a:moveTo>
                <a:lnTo>
                  <a:pt x="641905" y="606823"/>
                </a:lnTo>
                <a:lnTo>
                  <a:pt x="642867" y="607740"/>
                </a:lnTo>
                <a:lnTo>
                  <a:pt x="643205" y="606069"/>
                </a:lnTo>
                <a:close/>
                <a:moveTo>
                  <a:pt x="720836" y="429516"/>
                </a:moveTo>
                <a:lnTo>
                  <a:pt x="720432" y="431529"/>
                </a:lnTo>
                <a:lnTo>
                  <a:pt x="722046" y="433509"/>
                </a:lnTo>
                <a:lnTo>
                  <a:pt x="722103" y="431422"/>
                </a:lnTo>
                <a:lnTo>
                  <a:pt x="722148" y="430298"/>
                </a:lnTo>
                <a:close/>
                <a:moveTo>
                  <a:pt x="695382" y="486289"/>
                </a:moveTo>
                <a:lnTo>
                  <a:pt x="695215" y="487358"/>
                </a:lnTo>
                <a:lnTo>
                  <a:pt x="695538" y="491918"/>
                </a:lnTo>
                <a:lnTo>
                  <a:pt x="699323" y="497322"/>
                </a:lnTo>
                <a:lnTo>
                  <a:pt x="697398" y="487584"/>
                </a:lnTo>
                <a:close/>
                <a:moveTo>
                  <a:pt x="740921" y="384156"/>
                </a:moveTo>
                <a:lnTo>
                  <a:pt x="746605" y="394375"/>
                </a:lnTo>
                <a:lnTo>
                  <a:pt x="747470" y="390346"/>
                </a:lnTo>
                <a:lnTo>
                  <a:pt x="745849" y="388527"/>
                </a:lnTo>
                <a:lnTo>
                  <a:pt x="742334" y="385386"/>
                </a:lnTo>
                <a:close/>
                <a:moveTo>
                  <a:pt x="635455" y="620292"/>
                </a:moveTo>
                <a:lnTo>
                  <a:pt x="635389" y="620518"/>
                </a:lnTo>
                <a:lnTo>
                  <a:pt x="635328" y="622615"/>
                </a:lnTo>
                <a:lnTo>
                  <a:pt x="636102" y="624941"/>
                </a:lnTo>
                <a:lnTo>
                  <a:pt x="636860" y="622238"/>
                </a:lnTo>
                <a:lnTo>
                  <a:pt x="635861" y="620471"/>
                </a:lnTo>
                <a:close/>
                <a:moveTo>
                  <a:pt x="642754" y="603793"/>
                </a:moveTo>
                <a:lnTo>
                  <a:pt x="642589" y="604380"/>
                </a:lnTo>
                <a:lnTo>
                  <a:pt x="642916" y="604564"/>
                </a:lnTo>
                <a:close/>
                <a:moveTo>
                  <a:pt x="680019" y="520289"/>
                </a:moveTo>
                <a:lnTo>
                  <a:pt x="679428" y="522660"/>
                </a:lnTo>
                <a:lnTo>
                  <a:pt x="680696" y="523615"/>
                </a:lnTo>
                <a:lnTo>
                  <a:pt x="680419" y="520504"/>
                </a:lnTo>
                <a:close/>
                <a:moveTo>
                  <a:pt x="685698" y="507477"/>
                </a:moveTo>
                <a:lnTo>
                  <a:pt x="686933" y="512658"/>
                </a:lnTo>
                <a:lnTo>
                  <a:pt x="690495" y="514571"/>
                </a:lnTo>
                <a:lnTo>
                  <a:pt x="691029" y="511154"/>
                </a:lnTo>
                <a:lnTo>
                  <a:pt x="689267" y="509387"/>
                </a:lnTo>
                <a:close/>
                <a:moveTo>
                  <a:pt x="303080" y="1364034"/>
                </a:moveTo>
                <a:lnTo>
                  <a:pt x="304716" y="1367444"/>
                </a:lnTo>
                <a:lnTo>
                  <a:pt x="306720" y="1368396"/>
                </a:lnTo>
                <a:lnTo>
                  <a:pt x="303723" y="1364308"/>
                </a:lnTo>
                <a:close/>
                <a:moveTo>
                  <a:pt x="695127" y="486126"/>
                </a:moveTo>
                <a:lnTo>
                  <a:pt x="695129" y="486136"/>
                </a:lnTo>
                <a:lnTo>
                  <a:pt x="695130" y="486127"/>
                </a:lnTo>
                <a:close/>
                <a:moveTo>
                  <a:pt x="643214" y="602350"/>
                </a:moveTo>
                <a:lnTo>
                  <a:pt x="643592" y="604155"/>
                </a:lnTo>
                <a:lnTo>
                  <a:pt x="643852" y="602869"/>
                </a:lnTo>
                <a:close/>
                <a:moveTo>
                  <a:pt x="248171" y="1486821"/>
                </a:moveTo>
                <a:lnTo>
                  <a:pt x="249408" y="1488249"/>
                </a:lnTo>
                <a:lnTo>
                  <a:pt x="249637" y="1488372"/>
                </a:lnTo>
                <a:lnTo>
                  <a:pt x="249249" y="1487750"/>
                </a:lnTo>
                <a:lnTo>
                  <a:pt x="248958" y="1487391"/>
                </a:lnTo>
                <a:close/>
                <a:moveTo>
                  <a:pt x="680300" y="519167"/>
                </a:moveTo>
                <a:lnTo>
                  <a:pt x="680247" y="519378"/>
                </a:lnTo>
                <a:lnTo>
                  <a:pt x="680322" y="519415"/>
                </a:lnTo>
                <a:close/>
                <a:moveTo>
                  <a:pt x="219944" y="1549891"/>
                </a:moveTo>
                <a:lnTo>
                  <a:pt x="223072" y="1555327"/>
                </a:lnTo>
                <a:lnTo>
                  <a:pt x="223676" y="1556243"/>
                </a:lnTo>
                <a:lnTo>
                  <a:pt x="234164" y="1558642"/>
                </a:lnTo>
                <a:close/>
                <a:moveTo>
                  <a:pt x="722694" y="424036"/>
                </a:moveTo>
                <a:lnTo>
                  <a:pt x="722555" y="429169"/>
                </a:lnTo>
                <a:lnTo>
                  <a:pt x="722623" y="429621"/>
                </a:lnTo>
                <a:lnTo>
                  <a:pt x="723726" y="430279"/>
                </a:lnTo>
                <a:lnTo>
                  <a:pt x="725045" y="425568"/>
                </a:lnTo>
                <a:close/>
                <a:moveTo>
                  <a:pt x="260936" y="1457776"/>
                </a:moveTo>
                <a:lnTo>
                  <a:pt x="267089" y="1465374"/>
                </a:lnTo>
                <a:lnTo>
                  <a:pt x="269247" y="1466167"/>
                </a:lnTo>
                <a:lnTo>
                  <a:pt x="265357" y="1460409"/>
                </a:lnTo>
                <a:lnTo>
                  <a:pt x="263721" y="1459277"/>
                </a:lnTo>
                <a:close/>
                <a:moveTo>
                  <a:pt x="665667" y="551479"/>
                </a:moveTo>
                <a:lnTo>
                  <a:pt x="665678" y="554308"/>
                </a:lnTo>
                <a:lnTo>
                  <a:pt x="666862" y="554721"/>
                </a:lnTo>
                <a:lnTo>
                  <a:pt x="666781" y="553252"/>
                </a:lnTo>
                <a:lnTo>
                  <a:pt x="666133" y="550845"/>
                </a:lnTo>
                <a:close/>
                <a:moveTo>
                  <a:pt x="696610" y="482163"/>
                </a:moveTo>
                <a:lnTo>
                  <a:pt x="697537" y="486856"/>
                </a:lnTo>
                <a:lnTo>
                  <a:pt x="703187" y="490484"/>
                </a:lnTo>
                <a:lnTo>
                  <a:pt x="701895" y="487074"/>
                </a:lnTo>
                <a:close/>
                <a:moveTo>
                  <a:pt x="679620" y="520075"/>
                </a:moveTo>
                <a:lnTo>
                  <a:pt x="679613" y="520109"/>
                </a:lnTo>
                <a:lnTo>
                  <a:pt x="679623" y="520077"/>
                </a:lnTo>
                <a:close/>
                <a:moveTo>
                  <a:pt x="727925" y="411807"/>
                </a:moveTo>
                <a:lnTo>
                  <a:pt x="728070" y="414766"/>
                </a:lnTo>
                <a:lnTo>
                  <a:pt x="728545" y="413074"/>
                </a:lnTo>
                <a:lnTo>
                  <a:pt x="728841" y="412160"/>
                </a:lnTo>
                <a:close/>
                <a:moveTo>
                  <a:pt x="733187" y="399981"/>
                </a:moveTo>
                <a:lnTo>
                  <a:pt x="731902" y="404569"/>
                </a:lnTo>
                <a:lnTo>
                  <a:pt x="731395" y="409289"/>
                </a:lnTo>
                <a:lnTo>
                  <a:pt x="734644" y="412511"/>
                </a:lnTo>
                <a:lnTo>
                  <a:pt x="739521" y="415318"/>
                </a:lnTo>
                <a:lnTo>
                  <a:pt x="741815" y="416705"/>
                </a:lnTo>
                <a:lnTo>
                  <a:pt x="744438" y="404476"/>
                </a:lnTo>
                <a:close/>
                <a:moveTo>
                  <a:pt x="280668" y="1413215"/>
                </a:moveTo>
                <a:lnTo>
                  <a:pt x="280994" y="1413457"/>
                </a:lnTo>
                <a:lnTo>
                  <a:pt x="280835" y="1413047"/>
                </a:lnTo>
                <a:close/>
                <a:moveTo>
                  <a:pt x="260580" y="1458183"/>
                </a:moveTo>
                <a:lnTo>
                  <a:pt x="264205" y="1463993"/>
                </a:lnTo>
                <a:lnTo>
                  <a:pt x="264497" y="1464422"/>
                </a:lnTo>
                <a:lnTo>
                  <a:pt x="266113" y="1465016"/>
                </a:lnTo>
                <a:close/>
                <a:moveTo>
                  <a:pt x="643843" y="599904"/>
                </a:moveTo>
                <a:lnTo>
                  <a:pt x="643662" y="600547"/>
                </a:lnTo>
                <a:lnTo>
                  <a:pt x="644165" y="601002"/>
                </a:lnTo>
                <a:lnTo>
                  <a:pt x="644184" y="600753"/>
                </a:lnTo>
                <a:close/>
                <a:moveTo>
                  <a:pt x="301519" y="1366417"/>
                </a:moveTo>
                <a:lnTo>
                  <a:pt x="301775" y="1366754"/>
                </a:lnTo>
                <a:lnTo>
                  <a:pt x="303310" y="1367483"/>
                </a:lnTo>
                <a:lnTo>
                  <a:pt x="303099" y="1367167"/>
                </a:lnTo>
                <a:close/>
                <a:moveTo>
                  <a:pt x="721636" y="425525"/>
                </a:moveTo>
                <a:lnTo>
                  <a:pt x="721009" y="428657"/>
                </a:lnTo>
                <a:lnTo>
                  <a:pt x="722186" y="429360"/>
                </a:lnTo>
                <a:lnTo>
                  <a:pt x="722193" y="429178"/>
                </a:lnTo>
                <a:close/>
                <a:moveTo>
                  <a:pt x="280243" y="1413642"/>
                </a:moveTo>
                <a:lnTo>
                  <a:pt x="281296" y="1414231"/>
                </a:lnTo>
                <a:lnTo>
                  <a:pt x="281215" y="1414025"/>
                </a:lnTo>
                <a:lnTo>
                  <a:pt x="280436" y="1413448"/>
                </a:lnTo>
                <a:close/>
                <a:moveTo>
                  <a:pt x="641401" y="604925"/>
                </a:moveTo>
                <a:lnTo>
                  <a:pt x="641403" y="606223"/>
                </a:lnTo>
                <a:lnTo>
                  <a:pt x="641752" y="605148"/>
                </a:lnTo>
                <a:close/>
                <a:moveTo>
                  <a:pt x="301130" y="1366814"/>
                </a:moveTo>
                <a:lnTo>
                  <a:pt x="302219" y="1368537"/>
                </a:lnTo>
                <a:lnTo>
                  <a:pt x="303205" y="1369078"/>
                </a:lnTo>
                <a:lnTo>
                  <a:pt x="302559" y="1368222"/>
                </a:lnTo>
                <a:lnTo>
                  <a:pt x="301741" y="1367104"/>
                </a:lnTo>
                <a:close/>
                <a:moveTo>
                  <a:pt x="640643" y="606495"/>
                </a:moveTo>
                <a:lnTo>
                  <a:pt x="640805" y="607490"/>
                </a:lnTo>
                <a:lnTo>
                  <a:pt x="640820" y="607524"/>
                </a:lnTo>
                <a:lnTo>
                  <a:pt x="640968" y="607571"/>
                </a:lnTo>
                <a:lnTo>
                  <a:pt x="640971" y="607560"/>
                </a:lnTo>
                <a:lnTo>
                  <a:pt x="641094" y="607180"/>
                </a:lnTo>
                <a:lnTo>
                  <a:pt x="641097" y="606927"/>
                </a:lnTo>
                <a:close/>
                <a:moveTo>
                  <a:pt x="260203" y="1458358"/>
                </a:moveTo>
                <a:lnTo>
                  <a:pt x="262937" y="1463849"/>
                </a:lnTo>
                <a:lnTo>
                  <a:pt x="263835" y="1464179"/>
                </a:lnTo>
                <a:close/>
                <a:moveTo>
                  <a:pt x="710468" y="450066"/>
                </a:moveTo>
                <a:lnTo>
                  <a:pt x="709562" y="457134"/>
                </a:lnTo>
                <a:lnTo>
                  <a:pt x="710492" y="458354"/>
                </a:lnTo>
                <a:lnTo>
                  <a:pt x="711728" y="450566"/>
                </a:lnTo>
                <a:close/>
                <a:moveTo>
                  <a:pt x="681518" y="514753"/>
                </a:moveTo>
                <a:lnTo>
                  <a:pt x="681408" y="515130"/>
                </a:lnTo>
                <a:lnTo>
                  <a:pt x="681612" y="517410"/>
                </a:lnTo>
                <a:lnTo>
                  <a:pt x="683704" y="518212"/>
                </a:lnTo>
                <a:lnTo>
                  <a:pt x="683699" y="517938"/>
                </a:lnTo>
                <a:lnTo>
                  <a:pt x="683202" y="515579"/>
                </a:lnTo>
                <a:close/>
                <a:moveTo>
                  <a:pt x="680015" y="518038"/>
                </a:moveTo>
                <a:lnTo>
                  <a:pt x="679798" y="519159"/>
                </a:lnTo>
                <a:lnTo>
                  <a:pt x="679879" y="519199"/>
                </a:lnTo>
                <a:lnTo>
                  <a:pt x="680171" y="518204"/>
                </a:lnTo>
                <a:close/>
                <a:moveTo>
                  <a:pt x="696102" y="481691"/>
                </a:moveTo>
                <a:lnTo>
                  <a:pt x="695499" y="485548"/>
                </a:lnTo>
                <a:lnTo>
                  <a:pt x="697214" y="486649"/>
                </a:lnTo>
                <a:lnTo>
                  <a:pt x="696265" y="481842"/>
                </a:lnTo>
                <a:close/>
                <a:moveTo>
                  <a:pt x="763898" y="329878"/>
                </a:moveTo>
                <a:lnTo>
                  <a:pt x="759844" y="355785"/>
                </a:lnTo>
                <a:lnTo>
                  <a:pt x="776423" y="374917"/>
                </a:lnTo>
                <a:lnTo>
                  <a:pt x="777281" y="364385"/>
                </a:lnTo>
                <a:lnTo>
                  <a:pt x="777689" y="363945"/>
                </a:lnTo>
                <a:lnTo>
                  <a:pt x="776763" y="375309"/>
                </a:lnTo>
                <a:lnTo>
                  <a:pt x="777283" y="375909"/>
                </a:lnTo>
                <a:lnTo>
                  <a:pt x="777380" y="375475"/>
                </a:lnTo>
                <a:lnTo>
                  <a:pt x="781670" y="357363"/>
                </a:lnTo>
                <a:lnTo>
                  <a:pt x="777448" y="353911"/>
                </a:lnTo>
                <a:lnTo>
                  <a:pt x="777642" y="353914"/>
                </a:lnTo>
                <a:lnTo>
                  <a:pt x="781701" y="357232"/>
                </a:lnTo>
                <a:lnTo>
                  <a:pt x="781929" y="356270"/>
                </a:lnTo>
                <a:close/>
                <a:moveTo>
                  <a:pt x="634403" y="619833"/>
                </a:moveTo>
                <a:lnTo>
                  <a:pt x="634519" y="620182"/>
                </a:lnTo>
                <a:lnTo>
                  <a:pt x="634574" y="619908"/>
                </a:lnTo>
                <a:close/>
                <a:moveTo>
                  <a:pt x="722023" y="423599"/>
                </a:moveTo>
                <a:lnTo>
                  <a:pt x="721842" y="424497"/>
                </a:lnTo>
                <a:lnTo>
                  <a:pt x="722270" y="427300"/>
                </a:lnTo>
                <a:lnTo>
                  <a:pt x="722410" y="423853"/>
                </a:lnTo>
                <a:close/>
                <a:moveTo>
                  <a:pt x="665660" y="549776"/>
                </a:moveTo>
                <a:lnTo>
                  <a:pt x="665663" y="550544"/>
                </a:lnTo>
                <a:lnTo>
                  <a:pt x="665948" y="550157"/>
                </a:lnTo>
                <a:lnTo>
                  <a:pt x="665852" y="549802"/>
                </a:lnTo>
                <a:close/>
                <a:moveTo>
                  <a:pt x="681985" y="513155"/>
                </a:moveTo>
                <a:lnTo>
                  <a:pt x="681602" y="514465"/>
                </a:lnTo>
                <a:lnTo>
                  <a:pt x="683125" y="515210"/>
                </a:lnTo>
                <a:lnTo>
                  <a:pt x="682881" y="514052"/>
                </a:lnTo>
                <a:close/>
                <a:moveTo>
                  <a:pt x="722754" y="421848"/>
                </a:moveTo>
                <a:lnTo>
                  <a:pt x="722735" y="422550"/>
                </a:lnTo>
                <a:lnTo>
                  <a:pt x="725404" y="424288"/>
                </a:lnTo>
                <a:lnTo>
                  <a:pt x="725573" y="423684"/>
                </a:lnTo>
                <a:close/>
                <a:moveTo>
                  <a:pt x="680183" y="517165"/>
                </a:moveTo>
                <a:lnTo>
                  <a:pt x="680135" y="517417"/>
                </a:lnTo>
                <a:lnTo>
                  <a:pt x="680199" y="517486"/>
                </a:lnTo>
                <a:close/>
                <a:moveTo>
                  <a:pt x="710658" y="448582"/>
                </a:moveTo>
                <a:lnTo>
                  <a:pt x="710531" y="449571"/>
                </a:lnTo>
                <a:lnTo>
                  <a:pt x="710610" y="449536"/>
                </a:lnTo>
                <a:lnTo>
                  <a:pt x="710512" y="449721"/>
                </a:lnTo>
                <a:lnTo>
                  <a:pt x="710510" y="449733"/>
                </a:lnTo>
                <a:lnTo>
                  <a:pt x="711780" y="450238"/>
                </a:lnTo>
                <a:lnTo>
                  <a:pt x="711923" y="449336"/>
                </a:lnTo>
                <a:close/>
                <a:moveTo>
                  <a:pt x="707803" y="454824"/>
                </a:moveTo>
                <a:lnTo>
                  <a:pt x="708788" y="456116"/>
                </a:lnTo>
                <a:lnTo>
                  <a:pt x="709319" y="451968"/>
                </a:lnTo>
                <a:close/>
                <a:moveTo>
                  <a:pt x="732428" y="399678"/>
                </a:moveTo>
                <a:lnTo>
                  <a:pt x="732203" y="401771"/>
                </a:lnTo>
                <a:lnTo>
                  <a:pt x="732829" y="399839"/>
                </a:lnTo>
                <a:close/>
                <a:moveTo>
                  <a:pt x="675264" y="527652"/>
                </a:moveTo>
                <a:lnTo>
                  <a:pt x="675048" y="529922"/>
                </a:lnTo>
                <a:lnTo>
                  <a:pt x="675669" y="530549"/>
                </a:lnTo>
                <a:lnTo>
                  <a:pt x="675864" y="530772"/>
                </a:lnTo>
                <a:lnTo>
                  <a:pt x="676445" y="531079"/>
                </a:lnTo>
                <a:lnTo>
                  <a:pt x="676674" y="530156"/>
                </a:lnTo>
                <a:lnTo>
                  <a:pt x="676910" y="529353"/>
                </a:lnTo>
                <a:lnTo>
                  <a:pt x="676616" y="529039"/>
                </a:lnTo>
                <a:close/>
                <a:moveTo>
                  <a:pt x="237191" y="1508511"/>
                </a:moveTo>
                <a:lnTo>
                  <a:pt x="238937" y="1509508"/>
                </a:lnTo>
                <a:lnTo>
                  <a:pt x="238432" y="1508632"/>
                </a:lnTo>
                <a:close/>
                <a:moveTo>
                  <a:pt x="665657" y="549076"/>
                </a:moveTo>
                <a:lnTo>
                  <a:pt x="665659" y="549460"/>
                </a:lnTo>
                <a:lnTo>
                  <a:pt x="665764" y="549473"/>
                </a:lnTo>
                <a:close/>
                <a:moveTo>
                  <a:pt x="196215" y="1600193"/>
                </a:moveTo>
                <a:lnTo>
                  <a:pt x="217122" y="1618893"/>
                </a:lnTo>
                <a:lnTo>
                  <a:pt x="220128" y="1620180"/>
                </a:lnTo>
                <a:lnTo>
                  <a:pt x="217580" y="1619303"/>
                </a:lnTo>
                <a:lnTo>
                  <a:pt x="227011" y="1627738"/>
                </a:lnTo>
                <a:lnTo>
                  <a:pt x="248697" y="1636110"/>
                </a:lnTo>
                <a:lnTo>
                  <a:pt x="251990" y="1637231"/>
                </a:lnTo>
                <a:lnTo>
                  <a:pt x="236760" y="1627301"/>
                </a:lnTo>
                <a:lnTo>
                  <a:pt x="220128" y="1620180"/>
                </a:lnTo>
                <a:lnTo>
                  <a:pt x="232222" y="1624343"/>
                </a:lnTo>
                <a:lnTo>
                  <a:pt x="231080" y="1623598"/>
                </a:lnTo>
                <a:close/>
                <a:moveTo>
                  <a:pt x="706876" y="456570"/>
                </a:moveTo>
                <a:lnTo>
                  <a:pt x="708537" y="458071"/>
                </a:lnTo>
                <a:lnTo>
                  <a:pt x="708733" y="456538"/>
                </a:lnTo>
                <a:lnTo>
                  <a:pt x="707649" y="455114"/>
                </a:lnTo>
                <a:close/>
                <a:moveTo>
                  <a:pt x="270136" y="1434393"/>
                </a:moveTo>
                <a:lnTo>
                  <a:pt x="277187" y="1439271"/>
                </a:lnTo>
                <a:lnTo>
                  <a:pt x="276053" y="1437571"/>
                </a:lnTo>
                <a:close/>
                <a:moveTo>
                  <a:pt x="722418" y="421629"/>
                </a:moveTo>
                <a:lnTo>
                  <a:pt x="722291" y="422261"/>
                </a:lnTo>
                <a:lnTo>
                  <a:pt x="722470" y="422379"/>
                </a:lnTo>
                <a:lnTo>
                  <a:pt x="722499" y="421682"/>
                </a:lnTo>
                <a:close/>
                <a:moveTo>
                  <a:pt x="315362" y="1332954"/>
                </a:moveTo>
                <a:lnTo>
                  <a:pt x="315420" y="1333075"/>
                </a:lnTo>
                <a:lnTo>
                  <a:pt x="317340" y="1334110"/>
                </a:lnTo>
                <a:lnTo>
                  <a:pt x="316728" y="1333212"/>
                </a:lnTo>
                <a:close/>
                <a:moveTo>
                  <a:pt x="300605" y="1365981"/>
                </a:moveTo>
                <a:lnTo>
                  <a:pt x="300800" y="1366291"/>
                </a:lnTo>
                <a:lnTo>
                  <a:pt x="301329" y="1366542"/>
                </a:lnTo>
                <a:lnTo>
                  <a:pt x="301085" y="1366209"/>
                </a:lnTo>
                <a:close/>
                <a:moveTo>
                  <a:pt x="302248" y="1362298"/>
                </a:moveTo>
                <a:lnTo>
                  <a:pt x="302894" y="1363645"/>
                </a:lnTo>
                <a:lnTo>
                  <a:pt x="303352" y="1363802"/>
                </a:lnTo>
                <a:close/>
                <a:moveTo>
                  <a:pt x="649160" y="585454"/>
                </a:moveTo>
                <a:lnTo>
                  <a:pt x="648884" y="586816"/>
                </a:lnTo>
                <a:lnTo>
                  <a:pt x="648788" y="589189"/>
                </a:lnTo>
                <a:lnTo>
                  <a:pt x="649144" y="589668"/>
                </a:lnTo>
                <a:lnTo>
                  <a:pt x="649361" y="589753"/>
                </a:lnTo>
                <a:lnTo>
                  <a:pt x="649630" y="588807"/>
                </a:lnTo>
                <a:lnTo>
                  <a:pt x="650325" y="586687"/>
                </a:lnTo>
                <a:close/>
                <a:moveTo>
                  <a:pt x="722521" y="421110"/>
                </a:moveTo>
                <a:lnTo>
                  <a:pt x="722505" y="421191"/>
                </a:lnTo>
                <a:lnTo>
                  <a:pt x="722518" y="421199"/>
                </a:lnTo>
                <a:close/>
                <a:moveTo>
                  <a:pt x="696611" y="478649"/>
                </a:moveTo>
                <a:lnTo>
                  <a:pt x="696333" y="480283"/>
                </a:lnTo>
                <a:lnTo>
                  <a:pt x="700626" y="483722"/>
                </a:lnTo>
                <a:lnTo>
                  <a:pt x="700252" y="482735"/>
                </a:lnTo>
                <a:close/>
                <a:moveTo>
                  <a:pt x="727779" y="408855"/>
                </a:moveTo>
                <a:lnTo>
                  <a:pt x="727910" y="411504"/>
                </a:lnTo>
                <a:lnTo>
                  <a:pt x="728927" y="411895"/>
                </a:lnTo>
                <a:lnTo>
                  <a:pt x="729568" y="409916"/>
                </a:lnTo>
                <a:close/>
                <a:moveTo>
                  <a:pt x="675413" y="526090"/>
                </a:moveTo>
                <a:lnTo>
                  <a:pt x="675282" y="527464"/>
                </a:lnTo>
                <a:lnTo>
                  <a:pt x="676959" y="529185"/>
                </a:lnTo>
                <a:lnTo>
                  <a:pt x="677471" y="527436"/>
                </a:lnTo>
                <a:close/>
                <a:moveTo>
                  <a:pt x="754155" y="349767"/>
                </a:moveTo>
                <a:lnTo>
                  <a:pt x="754145" y="364924"/>
                </a:lnTo>
                <a:lnTo>
                  <a:pt x="757510" y="368392"/>
                </a:lnTo>
                <a:lnTo>
                  <a:pt x="759233" y="357382"/>
                </a:lnTo>
                <a:lnTo>
                  <a:pt x="759301" y="355704"/>
                </a:lnTo>
                <a:close/>
                <a:moveTo>
                  <a:pt x="683533" y="507867"/>
                </a:moveTo>
                <a:lnTo>
                  <a:pt x="682798" y="510377"/>
                </a:lnTo>
                <a:lnTo>
                  <a:pt x="682811" y="510442"/>
                </a:lnTo>
                <a:lnTo>
                  <a:pt x="683582" y="510857"/>
                </a:lnTo>
                <a:close/>
                <a:moveTo>
                  <a:pt x="679547" y="516787"/>
                </a:moveTo>
                <a:lnTo>
                  <a:pt x="679764" y="517019"/>
                </a:lnTo>
                <a:lnTo>
                  <a:pt x="679791" y="516880"/>
                </a:lnTo>
                <a:close/>
                <a:moveTo>
                  <a:pt x="702847" y="464158"/>
                </a:moveTo>
                <a:lnTo>
                  <a:pt x="707248" y="468136"/>
                </a:lnTo>
                <a:lnTo>
                  <a:pt x="708206" y="460652"/>
                </a:lnTo>
                <a:lnTo>
                  <a:pt x="705958" y="458299"/>
                </a:lnTo>
                <a:close/>
                <a:moveTo>
                  <a:pt x="683924" y="506528"/>
                </a:moveTo>
                <a:lnTo>
                  <a:pt x="683818" y="506893"/>
                </a:lnTo>
                <a:lnTo>
                  <a:pt x="683886" y="511019"/>
                </a:lnTo>
                <a:lnTo>
                  <a:pt x="685563" y="511922"/>
                </a:lnTo>
                <a:lnTo>
                  <a:pt x="684760" y="506974"/>
                </a:lnTo>
                <a:close/>
                <a:moveTo>
                  <a:pt x="640269" y="604209"/>
                </a:moveTo>
                <a:lnTo>
                  <a:pt x="640474" y="605460"/>
                </a:lnTo>
                <a:lnTo>
                  <a:pt x="641107" y="606063"/>
                </a:lnTo>
                <a:lnTo>
                  <a:pt x="641122" y="604750"/>
                </a:lnTo>
                <a:close/>
                <a:moveTo>
                  <a:pt x="270612" y="1431839"/>
                </a:moveTo>
                <a:lnTo>
                  <a:pt x="273914" y="1434337"/>
                </a:lnTo>
                <a:lnTo>
                  <a:pt x="273252" y="1433315"/>
                </a:lnTo>
                <a:close/>
                <a:moveTo>
                  <a:pt x="301234" y="1363242"/>
                </a:moveTo>
                <a:lnTo>
                  <a:pt x="303067" y="1366002"/>
                </a:lnTo>
                <a:lnTo>
                  <a:pt x="301877" y="1363517"/>
                </a:lnTo>
                <a:close/>
                <a:moveTo>
                  <a:pt x="633407" y="619397"/>
                </a:moveTo>
                <a:lnTo>
                  <a:pt x="633478" y="624505"/>
                </a:lnTo>
                <a:lnTo>
                  <a:pt x="633566" y="624588"/>
                </a:lnTo>
                <a:lnTo>
                  <a:pt x="633794" y="623802"/>
                </a:lnTo>
                <a:lnTo>
                  <a:pt x="634252" y="621514"/>
                </a:lnTo>
                <a:lnTo>
                  <a:pt x="633614" y="619488"/>
                </a:lnTo>
                <a:close/>
                <a:moveTo>
                  <a:pt x="681167" y="512424"/>
                </a:moveTo>
                <a:lnTo>
                  <a:pt x="681329" y="514245"/>
                </a:lnTo>
                <a:lnTo>
                  <a:pt x="681724" y="512893"/>
                </a:lnTo>
                <a:lnTo>
                  <a:pt x="681469" y="512636"/>
                </a:lnTo>
                <a:close/>
                <a:moveTo>
                  <a:pt x="702051" y="465657"/>
                </a:moveTo>
                <a:lnTo>
                  <a:pt x="702956" y="467224"/>
                </a:lnTo>
                <a:lnTo>
                  <a:pt x="703530" y="468739"/>
                </a:lnTo>
                <a:lnTo>
                  <a:pt x="706894" y="470898"/>
                </a:lnTo>
                <a:lnTo>
                  <a:pt x="707101" y="469277"/>
                </a:lnTo>
                <a:lnTo>
                  <a:pt x="702390" y="465019"/>
                </a:lnTo>
                <a:close/>
                <a:moveTo>
                  <a:pt x="288594" y="1391423"/>
                </a:moveTo>
                <a:lnTo>
                  <a:pt x="291424" y="1395702"/>
                </a:lnTo>
                <a:lnTo>
                  <a:pt x="295154" y="1397867"/>
                </a:lnTo>
                <a:lnTo>
                  <a:pt x="295599" y="1397419"/>
                </a:lnTo>
                <a:close/>
                <a:moveTo>
                  <a:pt x="284752" y="1400019"/>
                </a:moveTo>
                <a:lnTo>
                  <a:pt x="287890" y="1403818"/>
                </a:lnTo>
                <a:lnTo>
                  <a:pt x="288630" y="1404434"/>
                </a:lnTo>
                <a:lnTo>
                  <a:pt x="289132" y="1403928"/>
                </a:lnTo>
                <a:lnTo>
                  <a:pt x="286236" y="1401069"/>
                </a:lnTo>
                <a:close/>
                <a:moveTo>
                  <a:pt x="649708" y="582740"/>
                </a:moveTo>
                <a:lnTo>
                  <a:pt x="649247" y="585023"/>
                </a:lnTo>
                <a:lnTo>
                  <a:pt x="650366" y="586211"/>
                </a:lnTo>
                <a:close/>
                <a:moveTo>
                  <a:pt x="218636" y="1547619"/>
                </a:moveTo>
                <a:lnTo>
                  <a:pt x="219364" y="1548883"/>
                </a:lnTo>
                <a:lnTo>
                  <a:pt x="235848" y="1559027"/>
                </a:lnTo>
                <a:lnTo>
                  <a:pt x="250496" y="1562377"/>
                </a:lnTo>
                <a:lnTo>
                  <a:pt x="246264" y="1558494"/>
                </a:lnTo>
                <a:close/>
                <a:moveTo>
                  <a:pt x="641400" y="600873"/>
                </a:moveTo>
                <a:lnTo>
                  <a:pt x="641393" y="601508"/>
                </a:lnTo>
                <a:lnTo>
                  <a:pt x="641397" y="603707"/>
                </a:lnTo>
                <a:lnTo>
                  <a:pt x="642092" y="604098"/>
                </a:lnTo>
                <a:lnTo>
                  <a:pt x="642532" y="602736"/>
                </a:lnTo>
                <a:lnTo>
                  <a:pt x="642294" y="601601"/>
                </a:lnTo>
                <a:close/>
                <a:moveTo>
                  <a:pt x="738859" y="382363"/>
                </a:moveTo>
                <a:lnTo>
                  <a:pt x="733415" y="399184"/>
                </a:lnTo>
                <a:lnTo>
                  <a:pt x="744614" y="403656"/>
                </a:lnTo>
                <a:lnTo>
                  <a:pt x="746343" y="395599"/>
                </a:lnTo>
                <a:lnTo>
                  <a:pt x="739090" y="382565"/>
                </a:lnTo>
                <a:close/>
                <a:moveTo>
                  <a:pt x="649990" y="581343"/>
                </a:moveTo>
                <a:lnTo>
                  <a:pt x="649826" y="582158"/>
                </a:lnTo>
                <a:lnTo>
                  <a:pt x="650586" y="585890"/>
                </a:lnTo>
                <a:lnTo>
                  <a:pt x="651517" y="583053"/>
                </a:lnTo>
                <a:close/>
                <a:moveTo>
                  <a:pt x="278796" y="1412235"/>
                </a:moveTo>
                <a:lnTo>
                  <a:pt x="279459" y="1413205"/>
                </a:lnTo>
                <a:lnTo>
                  <a:pt x="279753" y="1413369"/>
                </a:lnTo>
                <a:lnTo>
                  <a:pt x="279997" y="1413124"/>
                </a:lnTo>
                <a:close/>
                <a:moveTo>
                  <a:pt x="641154" y="600672"/>
                </a:moveTo>
                <a:lnTo>
                  <a:pt x="640431" y="603159"/>
                </a:lnTo>
                <a:lnTo>
                  <a:pt x="641135" y="603558"/>
                </a:lnTo>
                <a:lnTo>
                  <a:pt x="641168" y="600683"/>
                </a:lnTo>
                <a:close/>
                <a:moveTo>
                  <a:pt x="723529" y="416086"/>
                </a:moveTo>
                <a:lnTo>
                  <a:pt x="722813" y="419655"/>
                </a:lnTo>
                <a:lnTo>
                  <a:pt x="722767" y="421346"/>
                </a:lnTo>
                <a:lnTo>
                  <a:pt x="725733" y="423113"/>
                </a:lnTo>
                <a:lnTo>
                  <a:pt x="726936" y="418815"/>
                </a:lnTo>
                <a:close/>
                <a:moveTo>
                  <a:pt x="697261" y="474837"/>
                </a:moveTo>
                <a:lnTo>
                  <a:pt x="697127" y="475624"/>
                </a:lnTo>
                <a:lnTo>
                  <a:pt x="697819" y="476311"/>
                </a:lnTo>
                <a:close/>
                <a:moveTo>
                  <a:pt x="229322" y="1522579"/>
                </a:moveTo>
                <a:lnTo>
                  <a:pt x="232287" y="1526000"/>
                </a:lnTo>
                <a:lnTo>
                  <a:pt x="240409" y="1528571"/>
                </a:lnTo>
                <a:lnTo>
                  <a:pt x="238536" y="1526302"/>
                </a:lnTo>
                <a:lnTo>
                  <a:pt x="235437" y="1524749"/>
                </a:lnTo>
                <a:lnTo>
                  <a:pt x="229328" y="1522581"/>
                </a:lnTo>
                <a:close/>
                <a:moveTo>
                  <a:pt x="694723" y="480410"/>
                </a:moveTo>
                <a:lnTo>
                  <a:pt x="695067" y="485271"/>
                </a:lnTo>
                <a:lnTo>
                  <a:pt x="695256" y="485391"/>
                </a:lnTo>
                <a:lnTo>
                  <a:pt x="695915" y="481518"/>
                </a:lnTo>
                <a:close/>
                <a:moveTo>
                  <a:pt x="696886" y="475384"/>
                </a:moveTo>
                <a:lnTo>
                  <a:pt x="696949" y="475448"/>
                </a:lnTo>
                <a:lnTo>
                  <a:pt x="696995" y="475178"/>
                </a:lnTo>
                <a:close/>
                <a:moveTo>
                  <a:pt x="740048" y="378689"/>
                </a:moveTo>
                <a:lnTo>
                  <a:pt x="739251" y="381153"/>
                </a:lnTo>
                <a:lnTo>
                  <a:pt x="740690" y="383741"/>
                </a:lnTo>
                <a:lnTo>
                  <a:pt x="744670" y="387202"/>
                </a:lnTo>
                <a:lnTo>
                  <a:pt x="740351" y="382353"/>
                </a:lnTo>
                <a:lnTo>
                  <a:pt x="740542" y="382386"/>
                </a:lnTo>
                <a:lnTo>
                  <a:pt x="745384" y="387823"/>
                </a:lnTo>
                <a:lnTo>
                  <a:pt x="747598" y="389748"/>
                </a:lnTo>
                <a:lnTo>
                  <a:pt x="748375" y="386130"/>
                </a:lnTo>
                <a:close/>
                <a:moveTo>
                  <a:pt x="315077" y="1330210"/>
                </a:moveTo>
                <a:lnTo>
                  <a:pt x="315528" y="1330871"/>
                </a:lnTo>
                <a:lnTo>
                  <a:pt x="315710" y="1331032"/>
                </a:lnTo>
                <a:lnTo>
                  <a:pt x="315340" y="1330380"/>
                </a:lnTo>
                <a:close/>
                <a:moveTo>
                  <a:pt x="727654" y="406320"/>
                </a:moveTo>
                <a:lnTo>
                  <a:pt x="727764" y="408553"/>
                </a:lnTo>
                <a:lnTo>
                  <a:pt x="729656" y="409642"/>
                </a:lnTo>
                <a:lnTo>
                  <a:pt x="729869" y="408983"/>
                </a:lnTo>
                <a:lnTo>
                  <a:pt x="729914" y="408561"/>
                </a:lnTo>
                <a:close/>
                <a:moveTo>
                  <a:pt x="681789" y="508869"/>
                </a:moveTo>
                <a:lnTo>
                  <a:pt x="681610" y="509796"/>
                </a:lnTo>
                <a:lnTo>
                  <a:pt x="682032" y="510023"/>
                </a:lnTo>
                <a:close/>
                <a:moveTo>
                  <a:pt x="695719" y="477648"/>
                </a:moveTo>
                <a:lnTo>
                  <a:pt x="696178" y="479976"/>
                </a:lnTo>
                <a:lnTo>
                  <a:pt x="696437" y="478454"/>
                </a:lnTo>
                <a:close/>
                <a:moveTo>
                  <a:pt x="694925" y="479155"/>
                </a:moveTo>
                <a:lnTo>
                  <a:pt x="695886" y="479924"/>
                </a:lnTo>
                <a:lnTo>
                  <a:pt x="695509" y="478018"/>
                </a:lnTo>
                <a:close/>
                <a:moveTo>
                  <a:pt x="723903" y="414220"/>
                </a:moveTo>
                <a:lnTo>
                  <a:pt x="723834" y="414563"/>
                </a:lnTo>
                <a:lnTo>
                  <a:pt x="724838" y="415367"/>
                </a:lnTo>
                <a:close/>
                <a:moveTo>
                  <a:pt x="765194" y="321598"/>
                </a:moveTo>
                <a:lnTo>
                  <a:pt x="763979" y="329361"/>
                </a:lnTo>
                <a:lnTo>
                  <a:pt x="782040" y="355797"/>
                </a:lnTo>
                <a:lnTo>
                  <a:pt x="783294" y="350504"/>
                </a:lnTo>
                <a:close/>
                <a:moveTo>
                  <a:pt x="642411" y="596346"/>
                </a:moveTo>
                <a:lnTo>
                  <a:pt x="642146" y="597258"/>
                </a:lnTo>
                <a:lnTo>
                  <a:pt x="642641" y="599620"/>
                </a:lnTo>
                <a:lnTo>
                  <a:pt x="643337" y="600252"/>
                </a:lnTo>
                <a:lnTo>
                  <a:pt x="643625" y="599362"/>
                </a:lnTo>
                <a:close/>
                <a:moveTo>
                  <a:pt x="275007" y="1418913"/>
                </a:moveTo>
                <a:lnTo>
                  <a:pt x="276803" y="1420118"/>
                </a:lnTo>
                <a:lnTo>
                  <a:pt x="285897" y="1426048"/>
                </a:lnTo>
                <a:lnTo>
                  <a:pt x="284726" y="1423042"/>
                </a:lnTo>
                <a:lnTo>
                  <a:pt x="280963" y="1417537"/>
                </a:lnTo>
                <a:lnTo>
                  <a:pt x="278014" y="1415886"/>
                </a:lnTo>
                <a:close/>
                <a:moveTo>
                  <a:pt x="280355" y="1406636"/>
                </a:moveTo>
                <a:lnTo>
                  <a:pt x="281214" y="1408839"/>
                </a:lnTo>
                <a:lnTo>
                  <a:pt x="283000" y="1410102"/>
                </a:lnTo>
                <a:lnTo>
                  <a:pt x="284408" y="1408684"/>
                </a:lnTo>
                <a:lnTo>
                  <a:pt x="283973" y="1408232"/>
                </a:lnTo>
                <a:close/>
                <a:moveTo>
                  <a:pt x="675913" y="520851"/>
                </a:moveTo>
                <a:lnTo>
                  <a:pt x="675456" y="525644"/>
                </a:lnTo>
                <a:lnTo>
                  <a:pt x="675760" y="525835"/>
                </a:lnTo>
                <a:lnTo>
                  <a:pt x="677589" y="527032"/>
                </a:lnTo>
                <a:lnTo>
                  <a:pt x="678293" y="524630"/>
                </a:lnTo>
                <a:lnTo>
                  <a:pt x="678627" y="522895"/>
                </a:lnTo>
                <a:close/>
                <a:moveTo>
                  <a:pt x="639017" y="603415"/>
                </a:moveTo>
                <a:lnTo>
                  <a:pt x="639339" y="604149"/>
                </a:lnTo>
                <a:lnTo>
                  <a:pt x="639242" y="603558"/>
                </a:lnTo>
                <a:close/>
                <a:moveTo>
                  <a:pt x="633360" y="616036"/>
                </a:moveTo>
                <a:lnTo>
                  <a:pt x="633370" y="616727"/>
                </a:lnTo>
                <a:lnTo>
                  <a:pt x="633731" y="617813"/>
                </a:lnTo>
                <a:lnTo>
                  <a:pt x="634584" y="618207"/>
                </a:lnTo>
                <a:close/>
                <a:moveTo>
                  <a:pt x="724251" y="412486"/>
                </a:moveTo>
                <a:lnTo>
                  <a:pt x="724026" y="413608"/>
                </a:lnTo>
                <a:lnTo>
                  <a:pt x="726627" y="416801"/>
                </a:lnTo>
                <a:lnTo>
                  <a:pt x="727340" y="417371"/>
                </a:lnTo>
                <a:lnTo>
                  <a:pt x="727437" y="417027"/>
                </a:lnTo>
                <a:lnTo>
                  <a:pt x="727399" y="416264"/>
                </a:lnTo>
                <a:close/>
                <a:moveTo>
                  <a:pt x="691402" y="486012"/>
                </a:moveTo>
                <a:lnTo>
                  <a:pt x="692297" y="487289"/>
                </a:lnTo>
                <a:lnTo>
                  <a:pt x="692082" y="484689"/>
                </a:lnTo>
                <a:close/>
                <a:moveTo>
                  <a:pt x="682399" y="505713"/>
                </a:moveTo>
                <a:lnTo>
                  <a:pt x="682124" y="507134"/>
                </a:lnTo>
                <a:lnTo>
                  <a:pt x="682658" y="509702"/>
                </a:lnTo>
                <a:lnTo>
                  <a:pt x="683515" y="506772"/>
                </a:lnTo>
                <a:lnTo>
                  <a:pt x="683507" y="506305"/>
                </a:lnTo>
                <a:close/>
                <a:moveTo>
                  <a:pt x="254947" y="1462846"/>
                </a:moveTo>
                <a:lnTo>
                  <a:pt x="256580" y="1464343"/>
                </a:lnTo>
                <a:lnTo>
                  <a:pt x="256000" y="1463177"/>
                </a:lnTo>
                <a:close/>
                <a:moveTo>
                  <a:pt x="314095" y="1330323"/>
                </a:moveTo>
                <a:lnTo>
                  <a:pt x="315240" y="1332700"/>
                </a:lnTo>
                <a:lnTo>
                  <a:pt x="316548" y="1332948"/>
                </a:lnTo>
                <a:lnTo>
                  <a:pt x="315997" y="1332139"/>
                </a:lnTo>
                <a:close/>
                <a:moveTo>
                  <a:pt x="299182" y="1363616"/>
                </a:moveTo>
                <a:lnTo>
                  <a:pt x="299935" y="1364921"/>
                </a:lnTo>
                <a:lnTo>
                  <a:pt x="300161" y="1365279"/>
                </a:lnTo>
                <a:lnTo>
                  <a:pt x="300532" y="1365456"/>
                </a:lnTo>
                <a:close/>
                <a:moveTo>
                  <a:pt x="688944" y="490797"/>
                </a:moveTo>
                <a:lnTo>
                  <a:pt x="692880" y="494367"/>
                </a:lnTo>
                <a:lnTo>
                  <a:pt x="692468" y="489367"/>
                </a:lnTo>
                <a:lnTo>
                  <a:pt x="690859" y="487069"/>
                </a:lnTo>
                <a:close/>
                <a:moveTo>
                  <a:pt x="687804" y="493266"/>
                </a:moveTo>
                <a:lnTo>
                  <a:pt x="684872" y="503290"/>
                </a:lnTo>
                <a:lnTo>
                  <a:pt x="685030" y="504264"/>
                </a:lnTo>
                <a:lnTo>
                  <a:pt x="685219" y="504454"/>
                </a:lnTo>
                <a:lnTo>
                  <a:pt x="691548" y="507839"/>
                </a:lnTo>
                <a:lnTo>
                  <a:pt x="692855" y="499488"/>
                </a:lnTo>
                <a:lnTo>
                  <a:pt x="693156" y="497716"/>
                </a:lnTo>
                <a:lnTo>
                  <a:pt x="693065" y="496599"/>
                </a:lnTo>
                <a:lnTo>
                  <a:pt x="689453" y="494047"/>
                </a:lnTo>
                <a:close/>
                <a:moveTo>
                  <a:pt x="297823" y="1366415"/>
                </a:moveTo>
                <a:lnTo>
                  <a:pt x="303698" y="1375720"/>
                </a:lnTo>
                <a:lnTo>
                  <a:pt x="306188" y="1377823"/>
                </a:lnTo>
                <a:lnTo>
                  <a:pt x="306616" y="1377929"/>
                </a:lnTo>
                <a:lnTo>
                  <a:pt x="306463" y="1377662"/>
                </a:lnTo>
                <a:lnTo>
                  <a:pt x="305704" y="1376840"/>
                </a:lnTo>
                <a:lnTo>
                  <a:pt x="305683" y="1376577"/>
                </a:lnTo>
                <a:lnTo>
                  <a:pt x="306094" y="1377023"/>
                </a:lnTo>
                <a:lnTo>
                  <a:pt x="300967" y="1368138"/>
                </a:lnTo>
                <a:close/>
                <a:moveTo>
                  <a:pt x="687898" y="492948"/>
                </a:moveTo>
                <a:lnTo>
                  <a:pt x="687833" y="493170"/>
                </a:lnTo>
                <a:lnTo>
                  <a:pt x="688984" y="493714"/>
                </a:lnTo>
                <a:close/>
                <a:moveTo>
                  <a:pt x="688084" y="492471"/>
                </a:moveTo>
                <a:lnTo>
                  <a:pt x="691587" y="494948"/>
                </a:lnTo>
                <a:lnTo>
                  <a:pt x="692736" y="495492"/>
                </a:lnTo>
                <a:lnTo>
                  <a:pt x="688590" y="491487"/>
                </a:lnTo>
                <a:close/>
                <a:moveTo>
                  <a:pt x="313306" y="1331636"/>
                </a:moveTo>
                <a:lnTo>
                  <a:pt x="313439" y="1332006"/>
                </a:lnTo>
                <a:lnTo>
                  <a:pt x="313500" y="1332039"/>
                </a:lnTo>
                <a:close/>
                <a:moveTo>
                  <a:pt x="724640" y="410546"/>
                </a:moveTo>
                <a:lnTo>
                  <a:pt x="724276" y="412362"/>
                </a:lnTo>
                <a:lnTo>
                  <a:pt x="727391" y="416100"/>
                </a:lnTo>
                <a:lnTo>
                  <a:pt x="727164" y="411516"/>
                </a:lnTo>
                <a:close/>
                <a:moveTo>
                  <a:pt x="700910" y="463680"/>
                </a:moveTo>
                <a:lnTo>
                  <a:pt x="701887" y="465374"/>
                </a:lnTo>
                <a:lnTo>
                  <a:pt x="702178" y="464827"/>
                </a:lnTo>
                <a:close/>
                <a:moveTo>
                  <a:pt x="626246" y="630779"/>
                </a:moveTo>
                <a:lnTo>
                  <a:pt x="627971" y="632997"/>
                </a:lnTo>
                <a:lnTo>
                  <a:pt x="628129" y="632316"/>
                </a:lnTo>
                <a:lnTo>
                  <a:pt x="628127" y="632112"/>
                </a:lnTo>
                <a:lnTo>
                  <a:pt x="626380" y="630871"/>
                </a:lnTo>
                <a:close/>
                <a:moveTo>
                  <a:pt x="743348" y="368495"/>
                </a:moveTo>
                <a:lnTo>
                  <a:pt x="740210" y="378189"/>
                </a:lnTo>
                <a:lnTo>
                  <a:pt x="748491" y="385589"/>
                </a:lnTo>
                <a:lnTo>
                  <a:pt x="749738" y="379775"/>
                </a:lnTo>
                <a:lnTo>
                  <a:pt x="746999" y="377069"/>
                </a:lnTo>
                <a:lnTo>
                  <a:pt x="747281" y="377099"/>
                </a:lnTo>
                <a:lnTo>
                  <a:pt x="749759" y="379549"/>
                </a:lnTo>
                <a:close/>
                <a:moveTo>
                  <a:pt x="666260" y="540736"/>
                </a:moveTo>
                <a:lnTo>
                  <a:pt x="666102" y="541220"/>
                </a:lnTo>
                <a:lnTo>
                  <a:pt x="666238" y="541317"/>
                </a:lnTo>
                <a:close/>
                <a:moveTo>
                  <a:pt x="313955" y="1329486"/>
                </a:moveTo>
                <a:lnTo>
                  <a:pt x="314533" y="1329995"/>
                </a:lnTo>
                <a:lnTo>
                  <a:pt x="314367" y="1329752"/>
                </a:lnTo>
                <a:close/>
                <a:moveTo>
                  <a:pt x="279952" y="1405602"/>
                </a:moveTo>
                <a:lnTo>
                  <a:pt x="280110" y="1406007"/>
                </a:lnTo>
                <a:lnTo>
                  <a:pt x="282125" y="1406863"/>
                </a:lnTo>
                <a:close/>
                <a:moveTo>
                  <a:pt x="676164" y="518215"/>
                </a:moveTo>
                <a:lnTo>
                  <a:pt x="675987" y="520068"/>
                </a:lnTo>
                <a:lnTo>
                  <a:pt x="678769" y="522163"/>
                </a:lnTo>
                <a:lnTo>
                  <a:pt x="679216" y="519858"/>
                </a:lnTo>
                <a:close/>
                <a:moveTo>
                  <a:pt x="682920" y="503021"/>
                </a:moveTo>
                <a:lnTo>
                  <a:pt x="682885" y="503205"/>
                </a:lnTo>
                <a:lnTo>
                  <a:pt x="683354" y="503455"/>
                </a:lnTo>
                <a:close/>
                <a:moveTo>
                  <a:pt x="272951" y="1420982"/>
                </a:moveTo>
                <a:lnTo>
                  <a:pt x="284201" y="1431045"/>
                </a:lnTo>
                <a:lnTo>
                  <a:pt x="289367" y="1434956"/>
                </a:lnTo>
                <a:lnTo>
                  <a:pt x="286132" y="1426649"/>
                </a:lnTo>
                <a:lnTo>
                  <a:pt x="274847" y="1419074"/>
                </a:lnTo>
                <a:close/>
                <a:moveTo>
                  <a:pt x="684309" y="499820"/>
                </a:moveTo>
                <a:lnTo>
                  <a:pt x="684751" y="502546"/>
                </a:lnTo>
                <a:lnTo>
                  <a:pt x="687187" y="494218"/>
                </a:lnTo>
                <a:close/>
                <a:moveTo>
                  <a:pt x="638901" y="601468"/>
                </a:moveTo>
                <a:lnTo>
                  <a:pt x="638752" y="602212"/>
                </a:lnTo>
                <a:lnTo>
                  <a:pt x="639050" y="602381"/>
                </a:lnTo>
                <a:close/>
                <a:moveTo>
                  <a:pt x="681757" y="505370"/>
                </a:moveTo>
                <a:lnTo>
                  <a:pt x="681893" y="506023"/>
                </a:lnTo>
                <a:lnTo>
                  <a:pt x="681995" y="505496"/>
                </a:lnTo>
                <a:close/>
                <a:moveTo>
                  <a:pt x="683720" y="500966"/>
                </a:moveTo>
                <a:lnTo>
                  <a:pt x="683753" y="502983"/>
                </a:lnTo>
                <a:lnTo>
                  <a:pt x="684181" y="503413"/>
                </a:lnTo>
                <a:lnTo>
                  <a:pt x="683769" y="500870"/>
                </a:lnTo>
                <a:close/>
                <a:moveTo>
                  <a:pt x="683074" y="502221"/>
                </a:moveTo>
                <a:lnTo>
                  <a:pt x="683061" y="502290"/>
                </a:lnTo>
                <a:lnTo>
                  <a:pt x="683447" y="502678"/>
                </a:lnTo>
                <a:lnTo>
                  <a:pt x="683429" y="501532"/>
                </a:lnTo>
                <a:close/>
                <a:moveTo>
                  <a:pt x="236602" y="1501916"/>
                </a:moveTo>
                <a:lnTo>
                  <a:pt x="238936" y="1505970"/>
                </a:lnTo>
                <a:lnTo>
                  <a:pt x="240187" y="1507866"/>
                </a:lnTo>
                <a:lnTo>
                  <a:pt x="240797" y="1508426"/>
                </a:lnTo>
                <a:lnTo>
                  <a:pt x="246837" y="1509007"/>
                </a:lnTo>
                <a:lnTo>
                  <a:pt x="237639" y="1502554"/>
                </a:lnTo>
                <a:close/>
                <a:moveTo>
                  <a:pt x="766009" y="316385"/>
                </a:moveTo>
                <a:lnTo>
                  <a:pt x="765412" y="320202"/>
                </a:lnTo>
                <a:lnTo>
                  <a:pt x="770240" y="327268"/>
                </a:lnTo>
                <a:lnTo>
                  <a:pt x="783705" y="348771"/>
                </a:lnTo>
                <a:lnTo>
                  <a:pt x="784629" y="344868"/>
                </a:lnTo>
                <a:lnTo>
                  <a:pt x="775820" y="335787"/>
                </a:lnTo>
                <a:lnTo>
                  <a:pt x="776263" y="335848"/>
                </a:lnTo>
                <a:lnTo>
                  <a:pt x="784705" y="344550"/>
                </a:lnTo>
                <a:lnTo>
                  <a:pt x="785514" y="341129"/>
                </a:lnTo>
                <a:lnTo>
                  <a:pt x="785737" y="340952"/>
                </a:lnTo>
                <a:lnTo>
                  <a:pt x="784850" y="344700"/>
                </a:lnTo>
                <a:lnTo>
                  <a:pt x="792274" y="352355"/>
                </a:lnTo>
                <a:lnTo>
                  <a:pt x="794031" y="342039"/>
                </a:lnTo>
                <a:lnTo>
                  <a:pt x="794175" y="341909"/>
                </a:lnTo>
                <a:lnTo>
                  <a:pt x="792377" y="352460"/>
                </a:lnTo>
                <a:lnTo>
                  <a:pt x="794901" y="355062"/>
                </a:lnTo>
                <a:lnTo>
                  <a:pt x="794629" y="347847"/>
                </a:lnTo>
                <a:lnTo>
                  <a:pt x="794892" y="347485"/>
                </a:lnTo>
                <a:lnTo>
                  <a:pt x="795188" y="355337"/>
                </a:lnTo>
                <a:lnTo>
                  <a:pt x="796210" y="341769"/>
                </a:lnTo>
                <a:close/>
                <a:moveTo>
                  <a:pt x="725288" y="407376"/>
                </a:moveTo>
                <a:lnTo>
                  <a:pt x="725248" y="407515"/>
                </a:lnTo>
                <a:lnTo>
                  <a:pt x="724695" y="410271"/>
                </a:lnTo>
                <a:lnTo>
                  <a:pt x="727149" y="411212"/>
                </a:lnTo>
                <a:lnTo>
                  <a:pt x="727010" y="408398"/>
                </a:lnTo>
                <a:close/>
                <a:moveTo>
                  <a:pt x="227952" y="1520997"/>
                </a:moveTo>
                <a:lnTo>
                  <a:pt x="228891" y="1522082"/>
                </a:lnTo>
                <a:lnTo>
                  <a:pt x="233084" y="1523570"/>
                </a:lnTo>
                <a:close/>
                <a:moveTo>
                  <a:pt x="639467" y="599298"/>
                </a:moveTo>
                <a:lnTo>
                  <a:pt x="639987" y="602479"/>
                </a:lnTo>
                <a:lnTo>
                  <a:pt x="640635" y="600249"/>
                </a:lnTo>
                <a:close/>
                <a:moveTo>
                  <a:pt x="242873" y="1487308"/>
                </a:moveTo>
                <a:lnTo>
                  <a:pt x="253696" y="1499249"/>
                </a:lnTo>
                <a:lnTo>
                  <a:pt x="257461" y="1503294"/>
                </a:lnTo>
                <a:lnTo>
                  <a:pt x="259241" y="1503764"/>
                </a:lnTo>
                <a:lnTo>
                  <a:pt x="257534" y="1501028"/>
                </a:lnTo>
                <a:lnTo>
                  <a:pt x="256678" y="1500975"/>
                </a:lnTo>
                <a:lnTo>
                  <a:pt x="256454" y="1500733"/>
                </a:lnTo>
                <a:lnTo>
                  <a:pt x="257387" y="1500793"/>
                </a:lnTo>
                <a:lnTo>
                  <a:pt x="255953" y="1498495"/>
                </a:lnTo>
                <a:lnTo>
                  <a:pt x="254811" y="1497178"/>
                </a:lnTo>
                <a:lnTo>
                  <a:pt x="253675" y="1495755"/>
                </a:lnTo>
                <a:close/>
                <a:moveTo>
                  <a:pt x="694424" y="476196"/>
                </a:moveTo>
                <a:lnTo>
                  <a:pt x="694617" y="478907"/>
                </a:lnTo>
                <a:lnTo>
                  <a:pt x="694677" y="478956"/>
                </a:lnTo>
                <a:lnTo>
                  <a:pt x="695419" y="477559"/>
                </a:lnTo>
                <a:lnTo>
                  <a:pt x="695356" y="477241"/>
                </a:lnTo>
                <a:close/>
                <a:moveTo>
                  <a:pt x="300395" y="1358431"/>
                </a:moveTo>
                <a:lnTo>
                  <a:pt x="301800" y="1361360"/>
                </a:lnTo>
                <a:lnTo>
                  <a:pt x="303741" y="1363937"/>
                </a:lnTo>
                <a:lnTo>
                  <a:pt x="307158" y="1365112"/>
                </a:lnTo>
                <a:lnTo>
                  <a:pt x="306783" y="1363802"/>
                </a:lnTo>
                <a:lnTo>
                  <a:pt x="306122" y="1363292"/>
                </a:lnTo>
                <a:lnTo>
                  <a:pt x="302165" y="1359402"/>
                </a:lnTo>
                <a:close/>
                <a:moveTo>
                  <a:pt x="680672" y="506898"/>
                </a:moveTo>
                <a:lnTo>
                  <a:pt x="680897" y="509413"/>
                </a:lnTo>
                <a:lnTo>
                  <a:pt x="681205" y="509578"/>
                </a:lnTo>
                <a:lnTo>
                  <a:pt x="681556" y="507764"/>
                </a:lnTo>
                <a:lnTo>
                  <a:pt x="681170" y="505929"/>
                </a:lnTo>
                <a:close/>
                <a:moveTo>
                  <a:pt x="659178" y="554970"/>
                </a:moveTo>
                <a:lnTo>
                  <a:pt x="659076" y="556156"/>
                </a:lnTo>
                <a:lnTo>
                  <a:pt x="659182" y="556258"/>
                </a:lnTo>
                <a:close/>
                <a:moveTo>
                  <a:pt x="716264" y="426982"/>
                </a:moveTo>
                <a:lnTo>
                  <a:pt x="716284" y="428019"/>
                </a:lnTo>
                <a:lnTo>
                  <a:pt x="716337" y="428085"/>
                </a:lnTo>
                <a:lnTo>
                  <a:pt x="716550" y="427335"/>
                </a:lnTo>
                <a:close/>
                <a:moveTo>
                  <a:pt x="689982" y="485818"/>
                </a:moveTo>
                <a:lnTo>
                  <a:pt x="688692" y="490230"/>
                </a:lnTo>
                <a:lnTo>
                  <a:pt x="690581" y="486672"/>
                </a:lnTo>
                <a:close/>
                <a:moveTo>
                  <a:pt x="304232" y="1349567"/>
                </a:moveTo>
                <a:lnTo>
                  <a:pt x="304311" y="1349847"/>
                </a:lnTo>
                <a:lnTo>
                  <a:pt x="305575" y="1352595"/>
                </a:lnTo>
                <a:lnTo>
                  <a:pt x="306258" y="1353217"/>
                </a:lnTo>
                <a:close/>
                <a:moveTo>
                  <a:pt x="679708" y="508775"/>
                </a:moveTo>
                <a:lnTo>
                  <a:pt x="679771" y="508809"/>
                </a:lnTo>
                <a:lnTo>
                  <a:pt x="679764" y="508665"/>
                </a:lnTo>
                <a:close/>
                <a:moveTo>
                  <a:pt x="304456" y="1348882"/>
                </a:moveTo>
                <a:lnTo>
                  <a:pt x="307348" y="1354088"/>
                </a:lnTo>
                <a:lnTo>
                  <a:pt x="312021" y="1357692"/>
                </a:lnTo>
                <a:lnTo>
                  <a:pt x="310348" y="1351848"/>
                </a:lnTo>
                <a:close/>
                <a:moveTo>
                  <a:pt x="726043" y="404722"/>
                </a:moveTo>
                <a:lnTo>
                  <a:pt x="725348" y="407163"/>
                </a:lnTo>
                <a:lnTo>
                  <a:pt x="726996" y="408111"/>
                </a:lnTo>
                <a:lnTo>
                  <a:pt x="726869" y="405541"/>
                </a:lnTo>
                <a:close/>
                <a:moveTo>
                  <a:pt x="641479" y="594027"/>
                </a:moveTo>
                <a:lnTo>
                  <a:pt x="641479" y="594071"/>
                </a:lnTo>
                <a:lnTo>
                  <a:pt x="641877" y="595974"/>
                </a:lnTo>
                <a:lnTo>
                  <a:pt x="642038" y="595418"/>
                </a:lnTo>
                <a:close/>
                <a:moveTo>
                  <a:pt x="676414" y="515586"/>
                </a:moveTo>
                <a:lnTo>
                  <a:pt x="676239" y="517424"/>
                </a:lnTo>
                <a:lnTo>
                  <a:pt x="679388" y="518960"/>
                </a:lnTo>
                <a:lnTo>
                  <a:pt x="679644" y="517640"/>
                </a:lnTo>
                <a:lnTo>
                  <a:pt x="678456" y="516368"/>
                </a:lnTo>
                <a:close/>
                <a:moveTo>
                  <a:pt x="677753" y="512579"/>
                </a:moveTo>
                <a:lnTo>
                  <a:pt x="680011" y="513685"/>
                </a:lnTo>
                <a:lnTo>
                  <a:pt x="679905" y="511536"/>
                </a:lnTo>
                <a:lnTo>
                  <a:pt x="678718" y="510702"/>
                </a:lnTo>
                <a:close/>
                <a:moveTo>
                  <a:pt x="676995" y="514054"/>
                </a:moveTo>
                <a:lnTo>
                  <a:pt x="679296" y="516520"/>
                </a:lnTo>
                <a:lnTo>
                  <a:pt x="679822" y="516723"/>
                </a:lnTo>
                <a:lnTo>
                  <a:pt x="680092" y="515326"/>
                </a:lnTo>
                <a:lnTo>
                  <a:pt x="680028" y="514023"/>
                </a:lnTo>
                <a:lnTo>
                  <a:pt x="677618" y="512841"/>
                </a:lnTo>
                <a:close/>
                <a:moveTo>
                  <a:pt x="690720" y="483297"/>
                </a:moveTo>
                <a:lnTo>
                  <a:pt x="690361" y="484525"/>
                </a:lnTo>
                <a:lnTo>
                  <a:pt x="691134" y="485630"/>
                </a:lnTo>
                <a:lnTo>
                  <a:pt x="691953" y="484087"/>
                </a:lnTo>
                <a:close/>
                <a:moveTo>
                  <a:pt x="249559" y="1471103"/>
                </a:moveTo>
                <a:lnTo>
                  <a:pt x="264074" y="1479399"/>
                </a:lnTo>
                <a:lnTo>
                  <a:pt x="262159" y="1475551"/>
                </a:lnTo>
                <a:close/>
                <a:moveTo>
                  <a:pt x="271110" y="1422836"/>
                </a:moveTo>
                <a:lnTo>
                  <a:pt x="279421" y="1431888"/>
                </a:lnTo>
                <a:lnTo>
                  <a:pt x="286037" y="1434441"/>
                </a:lnTo>
                <a:lnTo>
                  <a:pt x="272357" y="1422205"/>
                </a:lnTo>
                <a:lnTo>
                  <a:pt x="272041" y="1421899"/>
                </a:lnTo>
                <a:close/>
                <a:moveTo>
                  <a:pt x="676462" y="515091"/>
                </a:moveTo>
                <a:lnTo>
                  <a:pt x="676431" y="515419"/>
                </a:lnTo>
                <a:lnTo>
                  <a:pt x="678205" y="516102"/>
                </a:lnTo>
                <a:lnTo>
                  <a:pt x="676746" y="514538"/>
                </a:lnTo>
                <a:close/>
                <a:moveTo>
                  <a:pt x="712496" y="434233"/>
                </a:moveTo>
                <a:lnTo>
                  <a:pt x="710743" y="447916"/>
                </a:lnTo>
                <a:lnTo>
                  <a:pt x="712027" y="448682"/>
                </a:lnTo>
                <a:lnTo>
                  <a:pt x="713880" y="437009"/>
                </a:lnTo>
                <a:lnTo>
                  <a:pt x="713763" y="436406"/>
                </a:lnTo>
                <a:lnTo>
                  <a:pt x="713545" y="434974"/>
                </a:lnTo>
                <a:close/>
                <a:moveTo>
                  <a:pt x="726714" y="402371"/>
                </a:moveTo>
                <a:lnTo>
                  <a:pt x="726208" y="404145"/>
                </a:lnTo>
                <a:lnTo>
                  <a:pt x="726832" y="404764"/>
                </a:lnTo>
                <a:close/>
                <a:moveTo>
                  <a:pt x="760971" y="325593"/>
                </a:moveTo>
                <a:lnTo>
                  <a:pt x="760612" y="332226"/>
                </a:lnTo>
                <a:lnTo>
                  <a:pt x="759717" y="354287"/>
                </a:lnTo>
                <a:lnTo>
                  <a:pt x="763604" y="329448"/>
                </a:lnTo>
                <a:close/>
                <a:moveTo>
                  <a:pt x="300025" y="1357656"/>
                </a:moveTo>
                <a:lnTo>
                  <a:pt x="300087" y="1357786"/>
                </a:lnTo>
                <a:lnTo>
                  <a:pt x="300772" y="1358163"/>
                </a:lnTo>
                <a:close/>
                <a:moveTo>
                  <a:pt x="694873" y="473373"/>
                </a:moveTo>
                <a:lnTo>
                  <a:pt x="694877" y="473392"/>
                </a:lnTo>
                <a:lnTo>
                  <a:pt x="696681" y="475181"/>
                </a:lnTo>
                <a:lnTo>
                  <a:pt x="697072" y="474444"/>
                </a:lnTo>
                <a:close/>
                <a:moveTo>
                  <a:pt x="296765" y="1364740"/>
                </a:moveTo>
                <a:lnTo>
                  <a:pt x="297546" y="1365977"/>
                </a:lnTo>
                <a:lnTo>
                  <a:pt x="300725" y="1367719"/>
                </a:lnTo>
                <a:lnTo>
                  <a:pt x="299853" y="1366207"/>
                </a:lnTo>
                <a:close/>
                <a:moveTo>
                  <a:pt x="674486" y="518937"/>
                </a:moveTo>
                <a:lnTo>
                  <a:pt x="675101" y="519400"/>
                </a:lnTo>
                <a:lnTo>
                  <a:pt x="675260" y="517728"/>
                </a:lnTo>
                <a:lnTo>
                  <a:pt x="675140" y="517664"/>
                </a:lnTo>
                <a:close/>
                <a:moveTo>
                  <a:pt x="691693" y="479972"/>
                </a:moveTo>
                <a:lnTo>
                  <a:pt x="690921" y="482609"/>
                </a:lnTo>
                <a:lnTo>
                  <a:pt x="691966" y="483279"/>
                </a:lnTo>
                <a:close/>
                <a:moveTo>
                  <a:pt x="672110" y="523560"/>
                </a:moveTo>
                <a:lnTo>
                  <a:pt x="674559" y="525086"/>
                </a:lnTo>
                <a:lnTo>
                  <a:pt x="675026" y="520182"/>
                </a:lnTo>
                <a:lnTo>
                  <a:pt x="674175" y="519542"/>
                </a:lnTo>
                <a:close/>
                <a:moveTo>
                  <a:pt x="671893" y="523982"/>
                </a:moveTo>
                <a:lnTo>
                  <a:pt x="674417" y="526573"/>
                </a:lnTo>
                <a:lnTo>
                  <a:pt x="674518" y="525504"/>
                </a:lnTo>
                <a:lnTo>
                  <a:pt x="671968" y="523836"/>
                </a:lnTo>
                <a:close/>
                <a:moveTo>
                  <a:pt x="671703" y="524352"/>
                </a:moveTo>
                <a:lnTo>
                  <a:pt x="671768" y="525226"/>
                </a:lnTo>
                <a:lnTo>
                  <a:pt x="674196" y="528889"/>
                </a:lnTo>
                <a:lnTo>
                  <a:pt x="674399" y="526761"/>
                </a:lnTo>
                <a:lnTo>
                  <a:pt x="671824" y="524117"/>
                </a:lnTo>
                <a:close/>
                <a:moveTo>
                  <a:pt x="680474" y="504683"/>
                </a:moveTo>
                <a:lnTo>
                  <a:pt x="680569" y="505748"/>
                </a:lnTo>
                <a:lnTo>
                  <a:pt x="680967" y="504972"/>
                </a:lnTo>
                <a:lnTo>
                  <a:pt x="680962" y="504944"/>
                </a:lnTo>
                <a:close/>
                <a:moveTo>
                  <a:pt x="204251" y="1570985"/>
                </a:moveTo>
                <a:lnTo>
                  <a:pt x="212804" y="1575272"/>
                </a:lnTo>
                <a:lnTo>
                  <a:pt x="210504" y="1573192"/>
                </a:lnTo>
                <a:close/>
                <a:moveTo>
                  <a:pt x="665889" y="537171"/>
                </a:moveTo>
                <a:lnTo>
                  <a:pt x="665617" y="539335"/>
                </a:lnTo>
                <a:lnTo>
                  <a:pt x="665618" y="539528"/>
                </a:lnTo>
                <a:lnTo>
                  <a:pt x="665693" y="539812"/>
                </a:lnTo>
                <a:lnTo>
                  <a:pt x="666323" y="537892"/>
                </a:lnTo>
                <a:lnTo>
                  <a:pt x="666299" y="537790"/>
                </a:lnTo>
                <a:close/>
                <a:moveTo>
                  <a:pt x="712768" y="432111"/>
                </a:moveTo>
                <a:lnTo>
                  <a:pt x="712592" y="433485"/>
                </a:lnTo>
                <a:lnTo>
                  <a:pt x="713405" y="434060"/>
                </a:lnTo>
                <a:lnTo>
                  <a:pt x="713148" y="432379"/>
                </a:lnTo>
                <a:close/>
                <a:moveTo>
                  <a:pt x="727985" y="397903"/>
                </a:moveTo>
                <a:lnTo>
                  <a:pt x="727349" y="400136"/>
                </a:lnTo>
                <a:lnTo>
                  <a:pt x="727617" y="405542"/>
                </a:lnTo>
                <a:lnTo>
                  <a:pt x="729986" y="407893"/>
                </a:lnTo>
                <a:lnTo>
                  <a:pt x="730934" y="399081"/>
                </a:lnTo>
                <a:close/>
                <a:moveTo>
                  <a:pt x="235627" y="1500221"/>
                </a:moveTo>
                <a:lnTo>
                  <a:pt x="235627" y="1500222"/>
                </a:lnTo>
                <a:lnTo>
                  <a:pt x="242687" y="1505174"/>
                </a:lnTo>
                <a:lnTo>
                  <a:pt x="249300" y="1509244"/>
                </a:lnTo>
                <a:lnTo>
                  <a:pt x="253139" y="1509613"/>
                </a:lnTo>
                <a:lnTo>
                  <a:pt x="250803" y="1506195"/>
                </a:lnTo>
                <a:close/>
                <a:moveTo>
                  <a:pt x="241880" y="1486211"/>
                </a:moveTo>
                <a:lnTo>
                  <a:pt x="241924" y="1486260"/>
                </a:lnTo>
                <a:lnTo>
                  <a:pt x="253026" y="1494942"/>
                </a:lnTo>
                <a:lnTo>
                  <a:pt x="251320" y="1492808"/>
                </a:lnTo>
                <a:close/>
                <a:moveTo>
                  <a:pt x="712830" y="431632"/>
                </a:moveTo>
                <a:lnTo>
                  <a:pt x="712817" y="431733"/>
                </a:lnTo>
                <a:lnTo>
                  <a:pt x="712937" y="431818"/>
                </a:lnTo>
                <a:close/>
                <a:moveTo>
                  <a:pt x="676719" y="512401"/>
                </a:moveTo>
                <a:lnTo>
                  <a:pt x="676620" y="513435"/>
                </a:lnTo>
                <a:lnTo>
                  <a:pt x="677064" y="512571"/>
                </a:lnTo>
                <a:close/>
                <a:moveTo>
                  <a:pt x="640547" y="593263"/>
                </a:moveTo>
                <a:lnTo>
                  <a:pt x="639792" y="597030"/>
                </a:lnTo>
                <a:lnTo>
                  <a:pt x="641196" y="598307"/>
                </a:lnTo>
                <a:lnTo>
                  <a:pt x="641218" y="596463"/>
                </a:lnTo>
                <a:close/>
                <a:moveTo>
                  <a:pt x="214951" y="1546168"/>
                </a:moveTo>
                <a:lnTo>
                  <a:pt x="215142" y="1546285"/>
                </a:lnTo>
                <a:lnTo>
                  <a:pt x="215110" y="1546230"/>
                </a:lnTo>
                <a:close/>
                <a:moveTo>
                  <a:pt x="265863" y="1432099"/>
                </a:moveTo>
                <a:lnTo>
                  <a:pt x="274891" y="1450234"/>
                </a:lnTo>
                <a:lnTo>
                  <a:pt x="278633" y="1456750"/>
                </a:lnTo>
                <a:lnTo>
                  <a:pt x="292865" y="1462781"/>
                </a:lnTo>
                <a:lnTo>
                  <a:pt x="284762" y="1450630"/>
                </a:lnTo>
                <a:lnTo>
                  <a:pt x="279057" y="1444441"/>
                </a:lnTo>
                <a:lnTo>
                  <a:pt x="279029" y="1444089"/>
                </a:lnTo>
                <a:lnTo>
                  <a:pt x="283985" y="1449465"/>
                </a:lnTo>
                <a:lnTo>
                  <a:pt x="277859" y="1440280"/>
                </a:lnTo>
                <a:lnTo>
                  <a:pt x="266623" y="1432507"/>
                </a:lnTo>
                <a:close/>
                <a:moveTo>
                  <a:pt x="299073" y="1357705"/>
                </a:moveTo>
                <a:lnTo>
                  <a:pt x="299125" y="1357776"/>
                </a:lnTo>
                <a:lnTo>
                  <a:pt x="299097" y="1357718"/>
                </a:lnTo>
                <a:close/>
                <a:moveTo>
                  <a:pt x="296244" y="1363909"/>
                </a:moveTo>
                <a:lnTo>
                  <a:pt x="296266" y="1363950"/>
                </a:lnTo>
                <a:lnTo>
                  <a:pt x="296436" y="1364217"/>
                </a:lnTo>
                <a:lnTo>
                  <a:pt x="299561" y="1365702"/>
                </a:lnTo>
                <a:lnTo>
                  <a:pt x="299389" y="1365404"/>
                </a:lnTo>
                <a:close/>
                <a:moveTo>
                  <a:pt x="673401" y="518958"/>
                </a:moveTo>
                <a:lnTo>
                  <a:pt x="672727" y="521013"/>
                </a:lnTo>
                <a:lnTo>
                  <a:pt x="673676" y="519165"/>
                </a:lnTo>
                <a:close/>
                <a:moveTo>
                  <a:pt x="268588" y="1425374"/>
                </a:moveTo>
                <a:lnTo>
                  <a:pt x="269282" y="1426416"/>
                </a:lnTo>
                <a:lnTo>
                  <a:pt x="278276" y="1431446"/>
                </a:lnTo>
                <a:lnTo>
                  <a:pt x="279112" y="1431768"/>
                </a:lnTo>
                <a:lnTo>
                  <a:pt x="271006" y="1422941"/>
                </a:lnTo>
                <a:close/>
                <a:moveTo>
                  <a:pt x="300169" y="1354614"/>
                </a:moveTo>
                <a:lnTo>
                  <a:pt x="304334" y="1357827"/>
                </a:lnTo>
                <a:lnTo>
                  <a:pt x="303731" y="1356568"/>
                </a:lnTo>
                <a:close/>
                <a:moveTo>
                  <a:pt x="750701" y="345779"/>
                </a:moveTo>
                <a:lnTo>
                  <a:pt x="744883" y="363754"/>
                </a:lnTo>
                <a:lnTo>
                  <a:pt x="749405" y="369905"/>
                </a:lnTo>
                <a:lnTo>
                  <a:pt x="751194" y="372990"/>
                </a:lnTo>
                <a:lnTo>
                  <a:pt x="752325" y="367717"/>
                </a:lnTo>
                <a:lnTo>
                  <a:pt x="752668" y="367431"/>
                </a:lnTo>
                <a:lnTo>
                  <a:pt x="751399" y="373345"/>
                </a:lnTo>
                <a:lnTo>
                  <a:pt x="752871" y="375882"/>
                </a:lnTo>
                <a:lnTo>
                  <a:pt x="752879" y="363850"/>
                </a:lnTo>
                <a:lnTo>
                  <a:pt x="748838" y="359684"/>
                </a:lnTo>
                <a:lnTo>
                  <a:pt x="749097" y="359719"/>
                </a:lnTo>
                <a:lnTo>
                  <a:pt x="752879" y="363617"/>
                </a:lnTo>
                <a:lnTo>
                  <a:pt x="752883" y="357249"/>
                </a:lnTo>
                <a:lnTo>
                  <a:pt x="753230" y="348698"/>
                </a:lnTo>
                <a:close/>
                <a:moveTo>
                  <a:pt x="694481" y="471389"/>
                </a:moveTo>
                <a:lnTo>
                  <a:pt x="694655" y="472268"/>
                </a:lnTo>
                <a:lnTo>
                  <a:pt x="696658" y="473244"/>
                </a:lnTo>
                <a:lnTo>
                  <a:pt x="696516" y="472869"/>
                </a:lnTo>
                <a:close/>
                <a:moveTo>
                  <a:pt x="252633" y="1460724"/>
                </a:moveTo>
                <a:lnTo>
                  <a:pt x="254491" y="1462428"/>
                </a:lnTo>
                <a:lnTo>
                  <a:pt x="255826" y="1462828"/>
                </a:lnTo>
                <a:lnTo>
                  <a:pt x="255260" y="1461689"/>
                </a:lnTo>
                <a:close/>
                <a:moveTo>
                  <a:pt x="674015" y="517084"/>
                </a:moveTo>
                <a:lnTo>
                  <a:pt x="673621" y="518285"/>
                </a:lnTo>
                <a:lnTo>
                  <a:pt x="673986" y="518560"/>
                </a:lnTo>
                <a:lnTo>
                  <a:pt x="674597" y="517372"/>
                </a:lnTo>
                <a:lnTo>
                  <a:pt x="674523" y="517331"/>
                </a:lnTo>
                <a:close/>
                <a:moveTo>
                  <a:pt x="268172" y="1425793"/>
                </a:moveTo>
                <a:lnTo>
                  <a:pt x="268500" y="1425977"/>
                </a:lnTo>
                <a:lnTo>
                  <a:pt x="268298" y="1425666"/>
                </a:lnTo>
                <a:close/>
                <a:moveTo>
                  <a:pt x="645435" y="580986"/>
                </a:moveTo>
                <a:lnTo>
                  <a:pt x="646043" y="581631"/>
                </a:lnTo>
                <a:lnTo>
                  <a:pt x="646547" y="579895"/>
                </a:lnTo>
                <a:lnTo>
                  <a:pt x="646710" y="579096"/>
                </a:lnTo>
                <a:close/>
                <a:moveTo>
                  <a:pt x="260265" y="1443432"/>
                </a:moveTo>
                <a:lnTo>
                  <a:pt x="265409" y="1451145"/>
                </a:lnTo>
                <a:lnTo>
                  <a:pt x="271759" y="1453836"/>
                </a:lnTo>
                <a:lnTo>
                  <a:pt x="271247" y="1452806"/>
                </a:lnTo>
                <a:lnTo>
                  <a:pt x="268813" y="1450774"/>
                </a:lnTo>
                <a:close/>
                <a:moveTo>
                  <a:pt x="720146" y="413374"/>
                </a:moveTo>
                <a:lnTo>
                  <a:pt x="720278" y="414244"/>
                </a:lnTo>
                <a:lnTo>
                  <a:pt x="720455" y="413622"/>
                </a:lnTo>
                <a:close/>
                <a:moveTo>
                  <a:pt x="245356" y="1476497"/>
                </a:moveTo>
                <a:lnTo>
                  <a:pt x="250204" y="1482366"/>
                </a:lnTo>
                <a:lnTo>
                  <a:pt x="268340" y="1492422"/>
                </a:lnTo>
                <a:lnTo>
                  <a:pt x="260878" y="1486400"/>
                </a:lnTo>
                <a:lnTo>
                  <a:pt x="257252" y="1484242"/>
                </a:lnTo>
                <a:close/>
                <a:moveTo>
                  <a:pt x="767394" y="307535"/>
                </a:moveTo>
                <a:lnTo>
                  <a:pt x="766050" y="316129"/>
                </a:lnTo>
                <a:lnTo>
                  <a:pt x="773830" y="322494"/>
                </a:lnTo>
                <a:lnTo>
                  <a:pt x="796243" y="341331"/>
                </a:lnTo>
                <a:lnTo>
                  <a:pt x="796692" y="335361"/>
                </a:lnTo>
                <a:lnTo>
                  <a:pt x="792724" y="330310"/>
                </a:lnTo>
                <a:lnTo>
                  <a:pt x="768197" y="308160"/>
                </a:lnTo>
                <a:close/>
                <a:moveTo>
                  <a:pt x="291198" y="1373807"/>
                </a:moveTo>
                <a:lnTo>
                  <a:pt x="291405" y="1374172"/>
                </a:lnTo>
                <a:lnTo>
                  <a:pt x="292493" y="1374440"/>
                </a:lnTo>
                <a:close/>
                <a:moveTo>
                  <a:pt x="694201" y="471398"/>
                </a:moveTo>
                <a:lnTo>
                  <a:pt x="694109" y="471714"/>
                </a:lnTo>
                <a:lnTo>
                  <a:pt x="694130" y="472011"/>
                </a:lnTo>
                <a:lnTo>
                  <a:pt x="694343" y="472115"/>
                </a:lnTo>
                <a:close/>
                <a:moveTo>
                  <a:pt x="284226" y="1389358"/>
                </a:moveTo>
                <a:lnTo>
                  <a:pt x="286738" y="1392982"/>
                </a:lnTo>
                <a:lnTo>
                  <a:pt x="287857" y="1393630"/>
                </a:lnTo>
                <a:close/>
                <a:moveTo>
                  <a:pt x="674719" y="514936"/>
                </a:moveTo>
                <a:lnTo>
                  <a:pt x="674226" y="516442"/>
                </a:lnTo>
                <a:lnTo>
                  <a:pt x="674905" y="516773"/>
                </a:lnTo>
                <a:lnTo>
                  <a:pt x="675453" y="515706"/>
                </a:lnTo>
                <a:lnTo>
                  <a:pt x="675498" y="515235"/>
                </a:lnTo>
                <a:close/>
                <a:moveTo>
                  <a:pt x="257700" y="1448684"/>
                </a:moveTo>
                <a:lnTo>
                  <a:pt x="259467" y="1451343"/>
                </a:lnTo>
                <a:lnTo>
                  <a:pt x="261296" y="1452727"/>
                </a:lnTo>
                <a:lnTo>
                  <a:pt x="268193" y="1456551"/>
                </a:lnTo>
                <a:lnTo>
                  <a:pt x="267446" y="1455399"/>
                </a:lnTo>
                <a:close/>
                <a:moveTo>
                  <a:pt x="676987" y="509599"/>
                </a:moveTo>
                <a:lnTo>
                  <a:pt x="676749" y="512087"/>
                </a:lnTo>
                <a:lnTo>
                  <a:pt x="677199" y="512308"/>
                </a:lnTo>
                <a:lnTo>
                  <a:pt x="678209" y="510343"/>
                </a:lnTo>
                <a:lnTo>
                  <a:pt x="677687" y="509976"/>
                </a:lnTo>
                <a:close/>
                <a:moveTo>
                  <a:pt x="680834" y="500930"/>
                </a:moveTo>
                <a:lnTo>
                  <a:pt x="681133" y="502368"/>
                </a:lnTo>
                <a:lnTo>
                  <a:pt x="682087" y="502793"/>
                </a:lnTo>
                <a:lnTo>
                  <a:pt x="682293" y="502392"/>
                </a:lnTo>
                <a:close/>
                <a:moveTo>
                  <a:pt x="685233" y="491064"/>
                </a:moveTo>
                <a:lnTo>
                  <a:pt x="683958" y="497657"/>
                </a:lnTo>
                <a:lnTo>
                  <a:pt x="684143" y="498799"/>
                </a:lnTo>
                <a:lnTo>
                  <a:pt x="687226" y="492993"/>
                </a:lnTo>
                <a:lnTo>
                  <a:pt x="685219" y="492043"/>
                </a:lnTo>
                <a:lnTo>
                  <a:pt x="685376" y="492007"/>
                </a:lnTo>
                <a:lnTo>
                  <a:pt x="687273" y="492904"/>
                </a:lnTo>
                <a:lnTo>
                  <a:pt x="687426" y="492615"/>
                </a:lnTo>
                <a:close/>
                <a:moveTo>
                  <a:pt x="714371" y="425660"/>
                </a:moveTo>
                <a:lnTo>
                  <a:pt x="716119" y="427817"/>
                </a:lnTo>
                <a:lnTo>
                  <a:pt x="716099" y="426780"/>
                </a:lnTo>
                <a:lnTo>
                  <a:pt x="715957" y="426606"/>
                </a:lnTo>
                <a:close/>
                <a:moveTo>
                  <a:pt x="675343" y="513034"/>
                </a:moveTo>
                <a:lnTo>
                  <a:pt x="674770" y="514782"/>
                </a:lnTo>
                <a:lnTo>
                  <a:pt x="675514" y="515068"/>
                </a:lnTo>
                <a:lnTo>
                  <a:pt x="675674" y="513389"/>
                </a:lnTo>
                <a:close/>
                <a:moveTo>
                  <a:pt x="644132" y="582915"/>
                </a:moveTo>
                <a:lnTo>
                  <a:pt x="645237" y="584404"/>
                </a:lnTo>
                <a:lnTo>
                  <a:pt x="645927" y="582029"/>
                </a:lnTo>
                <a:lnTo>
                  <a:pt x="645229" y="581291"/>
                </a:lnTo>
                <a:close/>
                <a:moveTo>
                  <a:pt x="658096" y="551547"/>
                </a:moveTo>
                <a:lnTo>
                  <a:pt x="658119" y="551664"/>
                </a:lnTo>
                <a:lnTo>
                  <a:pt x="658499" y="551798"/>
                </a:lnTo>
                <a:lnTo>
                  <a:pt x="658500" y="551787"/>
                </a:lnTo>
                <a:close/>
                <a:moveTo>
                  <a:pt x="694865" y="469130"/>
                </a:moveTo>
                <a:lnTo>
                  <a:pt x="694499" y="470379"/>
                </a:lnTo>
                <a:lnTo>
                  <a:pt x="695981" y="471458"/>
                </a:lnTo>
                <a:lnTo>
                  <a:pt x="695193" y="469376"/>
                </a:lnTo>
                <a:close/>
                <a:moveTo>
                  <a:pt x="303222" y="1346044"/>
                </a:moveTo>
                <a:lnTo>
                  <a:pt x="303585" y="1347315"/>
                </a:lnTo>
                <a:lnTo>
                  <a:pt x="304214" y="1348447"/>
                </a:lnTo>
                <a:lnTo>
                  <a:pt x="309098" y="1350905"/>
                </a:lnTo>
                <a:lnTo>
                  <a:pt x="310235" y="1351455"/>
                </a:lnTo>
                <a:lnTo>
                  <a:pt x="309710" y="1349619"/>
                </a:lnTo>
                <a:lnTo>
                  <a:pt x="303280" y="1346089"/>
                </a:lnTo>
                <a:close/>
                <a:moveTo>
                  <a:pt x="675713" y="511907"/>
                </a:moveTo>
                <a:lnTo>
                  <a:pt x="675524" y="512481"/>
                </a:lnTo>
                <a:lnTo>
                  <a:pt x="675739" y="512709"/>
                </a:lnTo>
                <a:lnTo>
                  <a:pt x="675811" y="511955"/>
                </a:lnTo>
                <a:close/>
                <a:moveTo>
                  <a:pt x="675858" y="511464"/>
                </a:moveTo>
                <a:lnTo>
                  <a:pt x="675805" y="511624"/>
                </a:lnTo>
                <a:lnTo>
                  <a:pt x="675841" y="511641"/>
                </a:lnTo>
                <a:close/>
                <a:moveTo>
                  <a:pt x="657998" y="551030"/>
                </a:moveTo>
                <a:lnTo>
                  <a:pt x="658061" y="551357"/>
                </a:lnTo>
                <a:lnTo>
                  <a:pt x="658514" y="551626"/>
                </a:lnTo>
                <a:lnTo>
                  <a:pt x="658679" y="549704"/>
                </a:lnTo>
                <a:close/>
                <a:moveTo>
                  <a:pt x="753717" y="336673"/>
                </a:moveTo>
                <a:lnTo>
                  <a:pt x="752147" y="341312"/>
                </a:lnTo>
                <a:lnTo>
                  <a:pt x="750819" y="345410"/>
                </a:lnTo>
                <a:lnTo>
                  <a:pt x="752048" y="346789"/>
                </a:lnTo>
                <a:lnTo>
                  <a:pt x="753250" y="348177"/>
                </a:lnTo>
                <a:close/>
                <a:moveTo>
                  <a:pt x="281363" y="1394294"/>
                </a:moveTo>
                <a:lnTo>
                  <a:pt x="281819" y="1395463"/>
                </a:lnTo>
                <a:lnTo>
                  <a:pt x="287636" y="1400062"/>
                </a:lnTo>
                <a:lnTo>
                  <a:pt x="288062" y="1400366"/>
                </a:lnTo>
                <a:lnTo>
                  <a:pt x="287884" y="1400097"/>
                </a:lnTo>
                <a:lnTo>
                  <a:pt x="282974" y="1395228"/>
                </a:lnTo>
                <a:close/>
                <a:moveTo>
                  <a:pt x="285027" y="1386031"/>
                </a:moveTo>
                <a:lnTo>
                  <a:pt x="285886" y="1387328"/>
                </a:lnTo>
                <a:lnTo>
                  <a:pt x="293819" y="1394120"/>
                </a:lnTo>
                <a:lnTo>
                  <a:pt x="290302" y="1388359"/>
                </a:lnTo>
                <a:close/>
                <a:moveTo>
                  <a:pt x="680154" y="501106"/>
                </a:moveTo>
                <a:lnTo>
                  <a:pt x="680231" y="501967"/>
                </a:lnTo>
                <a:lnTo>
                  <a:pt x="680346" y="502019"/>
                </a:lnTo>
                <a:close/>
                <a:moveTo>
                  <a:pt x="685693" y="488688"/>
                </a:moveTo>
                <a:lnTo>
                  <a:pt x="685336" y="490529"/>
                </a:lnTo>
                <a:lnTo>
                  <a:pt x="687661" y="492172"/>
                </a:lnTo>
                <a:lnTo>
                  <a:pt x="687940" y="491646"/>
                </a:lnTo>
                <a:lnTo>
                  <a:pt x="688119" y="491033"/>
                </a:lnTo>
                <a:close/>
                <a:moveTo>
                  <a:pt x="734682" y="378729"/>
                </a:moveTo>
                <a:lnTo>
                  <a:pt x="732520" y="398827"/>
                </a:lnTo>
                <a:lnTo>
                  <a:pt x="733084" y="399051"/>
                </a:lnTo>
                <a:lnTo>
                  <a:pt x="738567" y="382109"/>
                </a:lnTo>
                <a:close/>
                <a:moveTo>
                  <a:pt x="298061" y="1356326"/>
                </a:moveTo>
                <a:lnTo>
                  <a:pt x="298490" y="1356910"/>
                </a:lnTo>
                <a:lnTo>
                  <a:pt x="298789" y="1357074"/>
                </a:lnTo>
                <a:lnTo>
                  <a:pt x="298608" y="1356696"/>
                </a:lnTo>
                <a:close/>
                <a:moveTo>
                  <a:pt x="688504" y="481875"/>
                </a:moveTo>
                <a:lnTo>
                  <a:pt x="690122" y="484184"/>
                </a:lnTo>
                <a:lnTo>
                  <a:pt x="690436" y="483114"/>
                </a:lnTo>
                <a:close/>
                <a:moveTo>
                  <a:pt x="716127" y="419760"/>
                </a:moveTo>
                <a:lnTo>
                  <a:pt x="716242" y="425814"/>
                </a:lnTo>
                <a:lnTo>
                  <a:pt x="716876" y="426192"/>
                </a:lnTo>
                <a:lnTo>
                  <a:pt x="718304" y="421178"/>
                </a:lnTo>
                <a:close/>
                <a:moveTo>
                  <a:pt x="207487" y="1558642"/>
                </a:moveTo>
                <a:lnTo>
                  <a:pt x="224798" y="1576969"/>
                </a:lnTo>
                <a:lnTo>
                  <a:pt x="234442" y="1579828"/>
                </a:lnTo>
                <a:lnTo>
                  <a:pt x="226294" y="1565668"/>
                </a:lnTo>
                <a:lnTo>
                  <a:pt x="215296" y="1561098"/>
                </a:lnTo>
                <a:close/>
                <a:moveTo>
                  <a:pt x="713649" y="425240"/>
                </a:moveTo>
                <a:lnTo>
                  <a:pt x="713404" y="427161"/>
                </a:lnTo>
                <a:lnTo>
                  <a:pt x="715720" y="430251"/>
                </a:lnTo>
                <a:lnTo>
                  <a:pt x="716137" y="428785"/>
                </a:lnTo>
                <a:lnTo>
                  <a:pt x="716128" y="428297"/>
                </a:lnTo>
                <a:close/>
                <a:moveTo>
                  <a:pt x="636838" y="597155"/>
                </a:moveTo>
                <a:lnTo>
                  <a:pt x="636643" y="598004"/>
                </a:lnTo>
                <a:lnTo>
                  <a:pt x="638238" y="601639"/>
                </a:lnTo>
                <a:lnTo>
                  <a:pt x="638619" y="599739"/>
                </a:lnTo>
                <a:lnTo>
                  <a:pt x="638405" y="598433"/>
                </a:lnTo>
                <a:close/>
                <a:moveTo>
                  <a:pt x="294475" y="1363652"/>
                </a:moveTo>
                <a:lnTo>
                  <a:pt x="296181" y="1368444"/>
                </a:lnTo>
                <a:lnTo>
                  <a:pt x="300989" y="1373200"/>
                </a:lnTo>
                <a:lnTo>
                  <a:pt x="296728" y="1365815"/>
                </a:lnTo>
                <a:lnTo>
                  <a:pt x="295535" y="1365162"/>
                </a:lnTo>
                <a:lnTo>
                  <a:pt x="295423" y="1364813"/>
                </a:lnTo>
                <a:lnTo>
                  <a:pt x="296486" y="1365396"/>
                </a:lnTo>
                <a:lnTo>
                  <a:pt x="295859" y="1364309"/>
                </a:lnTo>
                <a:close/>
                <a:moveTo>
                  <a:pt x="314238" y="1319279"/>
                </a:moveTo>
                <a:lnTo>
                  <a:pt x="315318" y="1320349"/>
                </a:lnTo>
                <a:lnTo>
                  <a:pt x="315177" y="1319857"/>
                </a:lnTo>
                <a:close/>
                <a:moveTo>
                  <a:pt x="678438" y="503594"/>
                </a:moveTo>
                <a:lnTo>
                  <a:pt x="677245" y="507232"/>
                </a:lnTo>
                <a:lnTo>
                  <a:pt x="677718" y="507706"/>
                </a:lnTo>
                <a:lnTo>
                  <a:pt x="679164" y="508483"/>
                </a:lnTo>
                <a:lnTo>
                  <a:pt x="679703" y="507433"/>
                </a:lnTo>
                <a:lnTo>
                  <a:pt x="679544" y="504185"/>
                </a:lnTo>
                <a:close/>
                <a:moveTo>
                  <a:pt x="240420" y="1484172"/>
                </a:moveTo>
                <a:lnTo>
                  <a:pt x="249476" y="1490500"/>
                </a:lnTo>
                <a:lnTo>
                  <a:pt x="247442" y="1487954"/>
                </a:lnTo>
                <a:close/>
                <a:moveTo>
                  <a:pt x="713811" y="423974"/>
                </a:moveTo>
                <a:lnTo>
                  <a:pt x="713765" y="424337"/>
                </a:lnTo>
                <a:lnTo>
                  <a:pt x="714432" y="424735"/>
                </a:lnTo>
                <a:close/>
                <a:moveTo>
                  <a:pt x="735737" y="374838"/>
                </a:moveTo>
                <a:lnTo>
                  <a:pt x="739014" y="380728"/>
                </a:lnTo>
                <a:lnTo>
                  <a:pt x="739758" y="378430"/>
                </a:lnTo>
                <a:close/>
                <a:moveTo>
                  <a:pt x="723468" y="402169"/>
                </a:moveTo>
                <a:lnTo>
                  <a:pt x="723427" y="403185"/>
                </a:lnTo>
                <a:lnTo>
                  <a:pt x="723661" y="402360"/>
                </a:lnTo>
                <a:close/>
                <a:moveTo>
                  <a:pt x="693890" y="468394"/>
                </a:moveTo>
                <a:lnTo>
                  <a:pt x="694245" y="470196"/>
                </a:lnTo>
                <a:lnTo>
                  <a:pt x="694302" y="470238"/>
                </a:lnTo>
                <a:lnTo>
                  <a:pt x="694685" y="468993"/>
                </a:lnTo>
                <a:close/>
                <a:moveTo>
                  <a:pt x="768353" y="301587"/>
                </a:moveTo>
                <a:lnTo>
                  <a:pt x="768015" y="303574"/>
                </a:lnTo>
                <a:lnTo>
                  <a:pt x="767638" y="305979"/>
                </a:lnTo>
                <a:lnTo>
                  <a:pt x="783002" y="317938"/>
                </a:lnTo>
                <a:lnTo>
                  <a:pt x="779865" y="313945"/>
                </a:lnTo>
                <a:close/>
                <a:moveTo>
                  <a:pt x="679374" y="500739"/>
                </a:moveTo>
                <a:lnTo>
                  <a:pt x="679132" y="501479"/>
                </a:lnTo>
                <a:lnTo>
                  <a:pt x="679417" y="501606"/>
                </a:lnTo>
                <a:close/>
                <a:moveTo>
                  <a:pt x="290196" y="1372039"/>
                </a:moveTo>
                <a:lnTo>
                  <a:pt x="291004" y="1373464"/>
                </a:lnTo>
                <a:lnTo>
                  <a:pt x="293034" y="1374459"/>
                </a:lnTo>
                <a:close/>
                <a:moveTo>
                  <a:pt x="264543" y="1429446"/>
                </a:moveTo>
                <a:lnTo>
                  <a:pt x="265361" y="1431091"/>
                </a:lnTo>
                <a:lnTo>
                  <a:pt x="267167" y="1432340"/>
                </a:lnTo>
                <a:lnTo>
                  <a:pt x="275425" y="1436629"/>
                </a:lnTo>
                <a:lnTo>
                  <a:pt x="274460" y="1435182"/>
                </a:lnTo>
                <a:lnTo>
                  <a:pt x="274427" y="1435132"/>
                </a:lnTo>
                <a:lnTo>
                  <a:pt x="268558" y="1430690"/>
                </a:lnTo>
                <a:lnTo>
                  <a:pt x="265182" y="1428802"/>
                </a:lnTo>
                <a:close/>
                <a:moveTo>
                  <a:pt x="294226" y="1362951"/>
                </a:moveTo>
                <a:lnTo>
                  <a:pt x="294318" y="1363210"/>
                </a:lnTo>
                <a:lnTo>
                  <a:pt x="295568" y="1363804"/>
                </a:lnTo>
                <a:lnTo>
                  <a:pt x="295396" y="1363507"/>
                </a:lnTo>
                <a:close/>
                <a:moveTo>
                  <a:pt x="278722" y="1397623"/>
                </a:moveTo>
                <a:lnTo>
                  <a:pt x="282139" y="1400152"/>
                </a:lnTo>
                <a:lnTo>
                  <a:pt x="281811" y="1399310"/>
                </a:lnTo>
                <a:lnTo>
                  <a:pt x="280868" y="1398469"/>
                </a:lnTo>
                <a:close/>
                <a:moveTo>
                  <a:pt x="732928" y="380545"/>
                </a:moveTo>
                <a:lnTo>
                  <a:pt x="728212" y="397106"/>
                </a:lnTo>
                <a:lnTo>
                  <a:pt x="731026" y="398230"/>
                </a:lnTo>
                <a:close/>
                <a:moveTo>
                  <a:pt x="637635" y="593714"/>
                </a:moveTo>
                <a:lnTo>
                  <a:pt x="637375" y="594836"/>
                </a:lnTo>
                <a:lnTo>
                  <a:pt x="637895" y="595308"/>
                </a:lnTo>
                <a:close/>
                <a:moveTo>
                  <a:pt x="768527" y="300567"/>
                </a:moveTo>
                <a:lnTo>
                  <a:pt x="768445" y="301043"/>
                </a:lnTo>
                <a:lnTo>
                  <a:pt x="788305" y="322362"/>
                </a:lnTo>
                <a:lnTo>
                  <a:pt x="794943" y="328357"/>
                </a:lnTo>
                <a:lnTo>
                  <a:pt x="775191" y="307439"/>
                </a:lnTo>
                <a:close/>
                <a:moveTo>
                  <a:pt x="674383" y="511257"/>
                </a:moveTo>
                <a:lnTo>
                  <a:pt x="674881" y="511792"/>
                </a:lnTo>
                <a:lnTo>
                  <a:pt x="674962" y="511541"/>
                </a:lnTo>
                <a:close/>
                <a:moveTo>
                  <a:pt x="636233" y="596663"/>
                </a:moveTo>
                <a:lnTo>
                  <a:pt x="636217" y="597036"/>
                </a:lnTo>
                <a:lnTo>
                  <a:pt x="636268" y="597151"/>
                </a:lnTo>
                <a:lnTo>
                  <a:pt x="636358" y="596765"/>
                </a:lnTo>
                <a:close/>
                <a:moveTo>
                  <a:pt x="720115" y="408809"/>
                </a:moveTo>
                <a:lnTo>
                  <a:pt x="721384" y="410365"/>
                </a:lnTo>
                <a:lnTo>
                  <a:pt x="721658" y="409401"/>
                </a:lnTo>
                <a:close/>
                <a:moveTo>
                  <a:pt x="645465" y="575962"/>
                </a:moveTo>
                <a:lnTo>
                  <a:pt x="646465" y="576843"/>
                </a:lnTo>
                <a:lnTo>
                  <a:pt x="646466" y="576841"/>
                </a:lnTo>
                <a:lnTo>
                  <a:pt x="645637" y="575592"/>
                </a:lnTo>
                <a:close/>
                <a:moveTo>
                  <a:pt x="716089" y="417783"/>
                </a:moveTo>
                <a:lnTo>
                  <a:pt x="716098" y="418228"/>
                </a:lnTo>
                <a:lnTo>
                  <a:pt x="718667" y="419902"/>
                </a:lnTo>
                <a:lnTo>
                  <a:pt x="718809" y="419403"/>
                </a:lnTo>
                <a:close/>
                <a:moveTo>
                  <a:pt x="735051" y="375301"/>
                </a:moveTo>
                <a:lnTo>
                  <a:pt x="734703" y="378534"/>
                </a:lnTo>
                <a:lnTo>
                  <a:pt x="738621" y="381942"/>
                </a:lnTo>
                <a:lnTo>
                  <a:pt x="738667" y="381802"/>
                </a:lnTo>
                <a:close/>
                <a:moveTo>
                  <a:pt x="643891" y="579352"/>
                </a:moveTo>
                <a:lnTo>
                  <a:pt x="644403" y="579895"/>
                </a:lnTo>
                <a:lnTo>
                  <a:pt x="646284" y="577111"/>
                </a:lnTo>
                <a:lnTo>
                  <a:pt x="645323" y="576267"/>
                </a:lnTo>
                <a:close/>
                <a:moveTo>
                  <a:pt x="643330" y="580562"/>
                </a:moveTo>
                <a:lnTo>
                  <a:pt x="643436" y="581327"/>
                </a:lnTo>
                <a:lnTo>
                  <a:pt x="644198" y="580199"/>
                </a:lnTo>
                <a:lnTo>
                  <a:pt x="643729" y="579701"/>
                </a:lnTo>
                <a:close/>
                <a:moveTo>
                  <a:pt x="657546" y="548688"/>
                </a:moveTo>
                <a:lnTo>
                  <a:pt x="657809" y="550049"/>
                </a:lnTo>
                <a:lnTo>
                  <a:pt x="658451" y="548801"/>
                </a:lnTo>
                <a:close/>
                <a:moveTo>
                  <a:pt x="255479" y="1448868"/>
                </a:moveTo>
                <a:lnTo>
                  <a:pt x="255915" y="1449744"/>
                </a:lnTo>
                <a:lnTo>
                  <a:pt x="258611" y="1451238"/>
                </a:lnTo>
                <a:close/>
                <a:moveTo>
                  <a:pt x="761505" y="315705"/>
                </a:moveTo>
                <a:lnTo>
                  <a:pt x="761003" y="325004"/>
                </a:lnTo>
                <a:lnTo>
                  <a:pt x="763685" y="328931"/>
                </a:lnTo>
                <a:lnTo>
                  <a:pt x="764905" y="321134"/>
                </a:lnTo>
                <a:close/>
                <a:moveTo>
                  <a:pt x="309903" y="1326868"/>
                </a:moveTo>
                <a:lnTo>
                  <a:pt x="311945" y="1329962"/>
                </a:lnTo>
                <a:lnTo>
                  <a:pt x="311113" y="1327650"/>
                </a:lnTo>
                <a:close/>
                <a:moveTo>
                  <a:pt x="712790" y="424718"/>
                </a:moveTo>
                <a:lnTo>
                  <a:pt x="713009" y="425847"/>
                </a:lnTo>
                <a:lnTo>
                  <a:pt x="713140" y="424927"/>
                </a:lnTo>
                <a:close/>
                <a:moveTo>
                  <a:pt x="638221" y="591667"/>
                </a:moveTo>
                <a:lnTo>
                  <a:pt x="638976" y="596290"/>
                </a:lnTo>
                <a:lnTo>
                  <a:pt x="639259" y="596547"/>
                </a:lnTo>
                <a:lnTo>
                  <a:pt x="640225" y="591730"/>
                </a:lnTo>
                <a:lnTo>
                  <a:pt x="640046" y="590871"/>
                </a:lnTo>
                <a:lnTo>
                  <a:pt x="639371" y="589963"/>
                </a:lnTo>
                <a:close/>
                <a:moveTo>
                  <a:pt x="296688" y="1356398"/>
                </a:moveTo>
                <a:lnTo>
                  <a:pt x="301089" y="1363023"/>
                </a:lnTo>
                <a:lnTo>
                  <a:pt x="301748" y="1363250"/>
                </a:lnTo>
                <a:lnTo>
                  <a:pt x="299486" y="1358531"/>
                </a:lnTo>
                <a:lnTo>
                  <a:pt x="298752" y="1357529"/>
                </a:lnTo>
                <a:close/>
                <a:moveTo>
                  <a:pt x="283670" y="1385433"/>
                </a:moveTo>
                <a:lnTo>
                  <a:pt x="284735" y="1386343"/>
                </a:lnTo>
                <a:lnTo>
                  <a:pt x="284514" y="1386010"/>
                </a:lnTo>
                <a:lnTo>
                  <a:pt x="284330" y="1385723"/>
                </a:lnTo>
                <a:close/>
                <a:moveTo>
                  <a:pt x="636902" y="594406"/>
                </a:moveTo>
                <a:lnTo>
                  <a:pt x="636903" y="594408"/>
                </a:lnTo>
                <a:lnTo>
                  <a:pt x="636907" y="594396"/>
                </a:lnTo>
                <a:close/>
                <a:moveTo>
                  <a:pt x="635957" y="596443"/>
                </a:moveTo>
                <a:lnTo>
                  <a:pt x="636054" y="596663"/>
                </a:lnTo>
                <a:lnTo>
                  <a:pt x="636059" y="596522"/>
                </a:lnTo>
                <a:lnTo>
                  <a:pt x="635959" y="596439"/>
                </a:lnTo>
                <a:close/>
                <a:moveTo>
                  <a:pt x="683537" y="489866"/>
                </a:moveTo>
                <a:lnTo>
                  <a:pt x="683632" y="495654"/>
                </a:lnTo>
                <a:lnTo>
                  <a:pt x="683754" y="496402"/>
                </a:lnTo>
                <a:lnTo>
                  <a:pt x="684840" y="490787"/>
                </a:lnTo>
                <a:close/>
                <a:moveTo>
                  <a:pt x="677601" y="503146"/>
                </a:moveTo>
                <a:lnTo>
                  <a:pt x="677554" y="503638"/>
                </a:lnTo>
                <a:lnTo>
                  <a:pt x="677698" y="503198"/>
                </a:lnTo>
                <a:close/>
                <a:moveTo>
                  <a:pt x="669343" y="521569"/>
                </a:moveTo>
                <a:lnTo>
                  <a:pt x="669643" y="522022"/>
                </a:lnTo>
                <a:lnTo>
                  <a:pt x="669954" y="522216"/>
                </a:lnTo>
                <a:lnTo>
                  <a:pt x="669954" y="522197"/>
                </a:lnTo>
                <a:close/>
                <a:moveTo>
                  <a:pt x="671193" y="517295"/>
                </a:moveTo>
                <a:lnTo>
                  <a:pt x="671534" y="522000"/>
                </a:lnTo>
                <a:lnTo>
                  <a:pt x="672703" y="518433"/>
                </a:lnTo>
                <a:close/>
                <a:moveTo>
                  <a:pt x="687057" y="481640"/>
                </a:moveTo>
                <a:lnTo>
                  <a:pt x="685831" y="487974"/>
                </a:lnTo>
                <a:lnTo>
                  <a:pt x="688347" y="490255"/>
                </a:lnTo>
                <a:lnTo>
                  <a:pt x="689744" y="485477"/>
                </a:lnTo>
                <a:close/>
                <a:moveTo>
                  <a:pt x="699739" y="453035"/>
                </a:moveTo>
                <a:lnTo>
                  <a:pt x="698011" y="458661"/>
                </a:lnTo>
                <a:lnTo>
                  <a:pt x="699369" y="461012"/>
                </a:lnTo>
                <a:lnTo>
                  <a:pt x="699402" y="461042"/>
                </a:lnTo>
                <a:lnTo>
                  <a:pt x="699789" y="458769"/>
                </a:lnTo>
                <a:lnTo>
                  <a:pt x="700035" y="458547"/>
                </a:lnTo>
                <a:lnTo>
                  <a:pt x="699582" y="461204"/>
                </a:lnTo>
                <a:lnTo>
                  <a:pt x="702635" y="463965"/>
                </a:lnTo>
                <a:lnTo>
                  <a:pt x="705756" y="458087"/>
                </a:lnTo>
                <a:lnTo>
                  <a:pt x="703648" y="455881"/>
                </a:lnTo>
                <a:close/>
                <a:moveTo>
                  <a:pt x="627557" y="614535"/>
                </a:moveTo>
                <a:lnTo>
                  <a:pt x="627883" y="614731"/>
                </a:lnTo>
                <a:lnTo>
                  <a:pt x="627872" y="613858"/>
                </a:lnTo>
                <a:close/>
                <a:moveTo>
                  <a:pt x="719439" y="408743"/>
                </a:moveTo>
                <a:lnTo>
                  <a:pt x="719839" y="411364"/>
                </a:lnTo>
                <a:lnTo>
                  <a:pt x="720865" y="412185"/>
                </a:lnTo>
                <a:lnTo>
                  <a:pt x="721222" y="410930"/>
                </a:lnTo>
                <a:close/>
                <a:moveTo>
                  <a:pt x="682298" y="491821"/>
                </a:moveTo>
                <a:lnTo>
                  <a:pt x="680244" y="498087"/>
                </a:lnTo>
                <a:lnTo>
                  <a:pt x="680606" y="499827"/>
                </a:lnTo>
                <a:lnTo>
                  <a:pt x="682589" y="501816"/>
                </a:lnTo>
                <a:lnTo>
                  <a:pt x="682777" y="501450"/>
                </a:lnTo>
                <a:lnTo>
                  <a:pt x="683367" y="498401"/>
                </a:lnTo>
                <a:close/>
                <a:moveTo>
                  <a:pt x="625746" y="618435"/>
                </a:moveTo>
                <a:lnTo>
                  <a:pt x="627959" y="620132"/>
                </a:lnTo>
                <a:lnTo>
                  <a:pt x="627916" y="616998"/>
                </a:lnTo>
                <a:lnTo>
                  <a:pt x="626666" y="616453"/>
                </a:lnTo>
                <a:close/>
                <a:moveTo>
                  <a:pt x="700029" y="452091"/>
                </a:moveTo>
                <a:lnTo>
                  <a:pt x="699887" y="452553"/>
                </a:lnTo>
                <a:lnTo>
                  <a:pt x="701683" y="453824"/>
                </a:lnTo>
                <a:close/>
                <a:moveTo>
                  <a:pt x="623983" y="622232"/>
                </a:moveTo>
                <a:lnTo>
                  <a:pt x="627786" y="623986"/>
                </a:lnTo>
                <a:lnTo>
                  <a:pt x="628014" y="624112"/>
                </a:lnTo>
                <a:lnTo>
                  <a:pt x="627995" y="622734"/>
                </a:lnTo>
                <a:lnTo>
                  <a:pt x="625054" y="619925"/>
                </a:lnTo>
                <a:close/>
                <a:moveTo>
                  <a:pt x="294248" y="1360450"/>
                </a:moveTo>
                <a:lnTo>
                  <a:pt x="295852" y="1363232"/>
                </a:lnTo>
                <a:lnTo>
                  <a:pt x="298998" y="1364726"/>
                </a:lnTo>
                <a:lnTo>
                  <a:pt x="297253" y="1361703"/>
                </a:lnTo>
                <a:lnTo>
                  <a:pt x="296504" y="1361445"/>
                </a:lnTo>
                <a:close/>
                <a:moveTo>
                  <a:pt x="300335" y="1346809"/>
                </a:moveTo>
                <a:lnTo>
                  <a:pt x="301208" y="1348630"/>
                </a:lnTo>
                <a:lnTo>
                  <a:pt x="302873" y="1350141"/>
                </a:lnTo>
                <a:lnTo>
                  <a:pt x="302185" y="1347740"/>
                </a:lnTo>
                <a:close/>
                <a:moveTo>
                  <a:pt x="622433" y="625568"/>
                </a:moveTo>
                <a:lnTo>
                  <a:pt x="622478" y="625938"/>
                </a:lnTo>
                <a:lnTo>
                  <a:pt x="623385" y="627102"/>
                </a:lnTo>
                <a:lnTo>
                  <a:pt x="623416" y="626604"/>
                </a:lnTo>
                <a:lnTo>
                  <a:pt x="623524" y="626484"/>
                </a:lnTo>
                <a:lnTo>
                  <a:pt x="623477" y="627221"/>
                </a:lnTo>
                <a:lnTo>
                  <a:pt x="626010" y="630476"/>
                </a:lnTo>
                <a:lnTo>
                  <a:pt x="628124" y="631935"/>
                </a:lnTo>
                <a:lnTo>
                  <a:pt x="628050" y="626684"/>
                </a:lnTo>
                <a:lnTo>
                  <a:pt x="623260" y="623788"/>
                </a:lnTo>
                <a:close/>
                <a:moveTo>
                  <a:pt x="206262" y="1557344"/>
                </a:moveTo>
                <a:lnTo>
                  <a:pt x="207060" y="1558189"/>
                </a:lnTo>
                <a:lnTo>
                  <a:pt x="211483" y="1559514"/>
                </a:lnTo>
                <a:close/>
                <a:moveTo>
                  <a:pt x="274108" y="1405377"/>
                </a:moveTo>
                <a:lnTo>
                  <a:pt x="278237" y="1411416"/>
                </a:lnTo>
                <a:lnTo>
                  <a:pt x="280229" y="1412891"/>
                </a:lnTo>
                <a:lnTo>
                  <a:pt x="280620" y="1412497"/>
                </a:lnTo>
                <a:lnTo>
                  <a:pt x="279570" y="1409797"/>
                </a:lnTo>
                <a:lnTo>
                  <a:pt x="277811" y="1408553"/>
                </a:lnTo>
                <a:close/>
                <a:moveTo>
                  <a:pt x="683052" y="489523"/>
                </a:moveTo>
                <a:lnTo>
                  <a:pt x="682774" y="490370"/>
                </a:lnTo>
                <a:lnTo>
                  <a:pt x="683298" y="493594"/>
                </a:lnTo>
                <a:lnTo>
                  <a:pt x="683233" y="489651"/>
                </a:lnTo>
                <a:close/>
                <a:moveTo>
                  <a:pt x="263851" y="1428058"/>
                </a:moveTo>
                <a:lnTo>
                  <a:pt x="264288" y="1428936"/>
                </a:lnTo>
                <a:lnTo>
                  <a:pt x="264693" y="1428529"/>
                </a:lnTo>
                <a:close/>
                <a:moveTo>
                  <a:pt x="683222" y="489003"/>
                </a:moveTo>
                <a:lnTo>
                  <a:pt x="683214" y="489029"/>
                </a:lnTo>
                <a:lnTo>
                  <a:pt x="683222" y="489035"/>
                </a:lnTo>
                <a:close/>
                <a:moveTo>
                  <a:pt x="714488" y="418693"/>
                </a:moveTo>
                <a:lnTo>
                  <a:pt x="713874" y="423483"/>
                </a:lnTo>
                <a:lnTo>
                  <a:pt x="715335" y="425273"/>
                </a:lnTo>
                <a:lnTo>
                  <a:pt x="716079" y="425717"/>
                </a:lnTo>
                <a:lnTo>
                  <a:pt x="715964" y="419653"/>
                </a:lnTo>
                <a:close/>
                <a:moveTo>
                  <a:pt x="693654" y="465315"/>
                </a:moveTo>
                <a:lnTo>
                  <a:pt x="693827" y="467748"/>
                </a:lnTo>
                <a:lnTo>
                  <a:pt x="694839" y="468489"/>
                </a:lnTo>
                <a:lnTo>
                  <a:pt x="694847" y="468463"/>
                </a:lnTo>
                <a:close/>
                <a:moveTo>
                  <a:pt x="776052" y="280667"/>
                </a:moveTo>
                <a:lnTo>
                  <a:pt x="796627" y="316348"/>
                </a:lnTo>
                <a:lnTo>
                  <a:pt x="798682" y="320027"/>
                </a:lnTo>
                <a:lnTo>
                  <a:pt x="801578" y="299074"/>
                </a:lnTo>
                <a:lnTo>
                  <a:pt x="799529" y="297480"/>
                </a:lnTo>
                <a:close/>
                <a:moveTo>
                  <a:pt x="683895" y="486951"/>
                </a:moveTo>
                <a:lnTo>
                  <a:pt x="683509" y="488129"/>
                </a:lnTo>
                <a:lnTo>
                  <a:pt x="683527" y="489250"/>
                </a:lnTo>
                <a:lnTo>
                  <a:pt x="684944" y="490252"/>
                </a:lnTo>
                <a:lnTo>
                  <a:pt x="685317" y="488326"/>
                </a:lnTo>
                <a:close/>
                <a:moveTo>
                  <a:pt x="274355" y="1403990"/>
                </a:moveTo>
                <a:lnTo>
                  <a:pt x="278430" y="1406871"/>
                </a:lnTo>
                <a:lnTo>
                  <a:pt x="277920" y="1405562"/>
                </a:lnTo>
                <a:close/>
                <a:moveTo>
                  <a:pt x="671074" y="515650"/>
                </a:moveTo>
                <a:lnTo>
                  <a:pt x="671129" y="516413"/>
                </a:lnTo>
                <a:lnTo>
                  <a:pt x="671337" y="516564"/>
                </a:lnTo>
                <a:lnTo>
                  <a:pt x="672924" y="517761"/>
                </a:lnTo>
                <a:lnTo>
                  <a:pt x="673266" y="516718"/>
                </a:lnTo>
                <a:close/>
                <a:moveTo>
                  <a:pt x="658491" y="543324"/>
                </a:moveTo>
                <a:lnTo>
                  <a:pt x="657385" y="547857"/>
                </a:lnTo>
                <a:lnTo>
                  <a:pt x="657500" y="548450"/>
                </a:lnTo>
                <a:lnTo>
                  <a:pt x="658563" y="548581"/>
                </a:lnTo>
                <a:lnTo>
                  <a:pt x="658817" y="548087"/>
                </a:lnTo>
                <a:lnTo>
                  <a:pt x="659135" y="544381"/>
                </a:lnTo>
                <a:lnTo>
                  <a:pt x="659132" y="543814"/>
                </a:lnTo>
                <a:close/>
                <a:moveTo>
                  <a:pt x="644159" y="575243"/>
                </a:moveTo>
                <a:lnTo>
                  <a:pt x="643707" y="577497"/>
                </a:lnTo>
                <a:lnTo>
                  <a:pt x="644646" y="575671"/>
                </a:lnTo>
                <a:close/>
                <a:moveTo>
                  <a:pt x="644294" y="574933"/>
                </a:moveTo>
                <a:lnTo>
                  <a:pt x="644798" y="575375"/>
                </a:lnTo>
                <a:lnTo>
                  <a:pt x="644898" y="575179"/>
                </a:lnTo>
                <a:close/>
                <a:moveTo>
                  <a:pt x="303810" y="1337096"/>
                </a:moveTo>
                <a:lnTo>
                  <a:pt x="306503" y="1338759"/>
                </a:lnTo>
                <a:lnTo>
                  <a:pt x="304764" y="1337399"/>
                </a:lnTo>
                <a:close/>
                <a:moveTo>
                  <a:pt x="714709" y="416963"/>
                </a:moveTo>
                <a:lnTo>
                  <a:pt x="714667" y="417295"/>
                </a:lnTo>
                <a:lnTo>
                  <a:pt x="715934" y="418121"/>
                </a:lnTo>
                <a:lnTo>
                  <a:pt x="715926" y="417688"/>
                </a:lnTo>
                <a:close/>
                <a:moveTo>
                  <a:pt x="658767" y="542196"/>
                </a:moveTo>
                <a:lnTo>
                  <a:pt x="658694" y="542496"/>
                </a:lnTo>
                <a:lnTo>
                  <a:pt x="659128" y="542828"/>
                </a:lnTo>
                <a:lnTo>
                  <a:pt x="659126" y="542449"/>
                </a:lnTo>
                <a:close/>
                <a:moveTo>
                  <a:pt x="254617" y="1447137"/>
                </a:moveTo>
                <a:lnTo>
                  <a:pt x="255046" y="1447997"/>
                </a:lnTo>
                <a:lnTo>
                  <a:pt x="258990" y="1450982"/>
                </a:lnTo>
                <a:lnTo>
                  <a:pt x="257210" y="1448346"/>
                </a:lnTo>
                <a:lnTo>
                  <a:pt x="256793" y="1448058"/>
                </a:lnTo>
                <a:close/>
                <a:moveTo>
                  <a:pt x="701452" y="446483"/>
                </a:moveTo>
                <a:lnTo>
                  <a:pt x="707618" y="454579"/>
                </a:lnTo>
                <a:lnTo>
                  <a:pt x="709419" y="451187"/>
                </a:lnTo>
                <a:lnTo>
                  <a:pt x="709451" y="450940"/>
                </a:lnTo>
                <a:lnTo>
                  <a:pt x="709623" y="449729"/>
                </a:lnTo>
                <a:close/>
                <a:moveTo>
                  <a:pt x="712283" y="422099"/>
                </a:moveTo>
                <a:lnTo>
                  <a:pt x="712535" y="423394"/>
                </a:lnTo>
                <a:lnTo>
                  <a:pt x="712862" y="423798"/>
                </a:lnTo>
                <a:lnTo>
                  <a:pt x="713266" y="424039"/>
                </a:lnTo>
                <a:lnTo>
                  <a:pt x="713354" y="423413"/>
                </a:lnTo>
                <a:close/>
                <a:moveTo>
                  <a:pt x="723711" y="396196"/>
                </a:moveTo>
                <a:lnTo>
                  <a:pt x="723497" y="401458"/>
                </a:lnTo>
                <a:lnTo>
                  <a:pt x="723825" y="401783"/>
                </a:lnTo>
                <a:lnTo>
                  <a:pt x="725242" y="396808"/>
                </a:lnTo>
                <a:close/>
                <a:moveTo>
                  <a:pt x="280672" y="1388184"/>
                </a:moveTo>
                <a:lnTo>
                  <a:pt x="282045" y="1390260"/>
                </a:lnTo>
                <a:lnTo>
                  <a:pt x="283942" y="1391360"/>
                </a:lnTo>
                <a:lnTo>
                  <a:pt x="283665" y="1390891"/>
                </a:lnTo>
                <a:close/>
                <a:moveTo>
                  <a:pt x="686072" y="480311"/>
                </a:moveTo>
                <a:lnTo>
                  <a:pt x="684081" y="486385"/>
                </a:lnTo>
                <a:lnTo>
                  <a:pt x="685452" y="487629"/>
                </a:lnTo>
                <a:lnTo>
                  <a:pt x="686708" y="481140"/>
                </a:lnTo>
                <a:lnTo>
                  <a:pt x="686170" y="480372"/>
                </a:lnTo>
                <a:close/>
                <a:moveTo>
                  <a:pt x="678077" y="498164"/>
                </a:moveTo>
                <a:lnTo>
                  <a:pt x="677816" y="500895"/>
                </a:lnTo>
                <a:lnTo>
                  <a:pt x="678373" y="501142"/>
                </a:lnTo>
                <a:lnTo>
                  <a:pt x="679034" y="499124"/>
                </a:lnTo>
                <a:close/>
                <a:moveTo>
                  <a:pt x="688309" y="475170"/>
                </a:moveTo>
                <a:lnTo>
                  <a:pt x="687335" y="480203"/>
                </a:lnTo>
                <a:lnTo>
                  <a:pt x="687468" y="480391"/>
                </a:lnTo>
                <a:lnTo>
                  <a:pt x="690637" y="482426"/>
                </a:lnTo>
                <a:lnTo>
                  <a:pt x="691619" y="479067"/>
                </a:lnTo>
                <a:lnTo>
                  <a:pt x="691593" y="478745"/>
                </a:lnTo>
                <a:lnTo>
                  <a:pt x="691574" y="477786"/>
                </a:lnTo>
                <a:close/>
                <a:moveTo>
                  <a:pt x="293165" y="1359972"/>
                </a:moveTo>
                <a:lnTo>
                  <a:pt x="294015" y="1362359"/>
                </a:lnTo>
                <a:lnTo>
                  <a:pt x="295005" y="1362829"/>
                </a:lnTo>
                <a:lnTo>
                  <a:pt x="293421" y="1360085"/>
                </a:lnTo>
                <a:close/>
                <a:moveTo>
                  <a:pt x="657740" y="543599"/>
                </a:moveTo>
                <a:lnTo>
                  <a:pt x="657626" y="543972"/>
                </a:lnTo>
                <a:lnTo>
                  <a:pt x="657031" y="546021"/>
                </a:lnTo>
                <a:lnTo>
                  <a:pt x="657083" y="546291"/>
                </a:lnTo>
                <a:close/>
                <a:moveTo>
                  <a:pt x="642287" y="578176"/>
                </a:moveTo>
                <a:lnTo>
                  <a:pt x="642714" y="579352"/>
                </a:lnTo>
                <a:lnTo>
                  <a:pt x="642816" y="578882"/>
                </a:lnTo>
                <a:lnTo>
                  <a:pt x="642792" y="578709"/>
                </a:lnTo>
                <a:close/>
                <a:moveTo>
                  <a:pt x="289275" y="1368619"/>
                </a:moveTo>
                <a:lnTo>
                  <a:pt x="292819" y="1371641"/>
                </a:lnTo>
                <a:lnTo>
                  <a:pt x="292681" y="1371252"/>
                </a:lnTo>
                <a:lnTo>
                  <a:pt x="292542" y="1370771"/>
                </a:lnTo>
                <a:close/>
                <a:moveTo>
                  <a:pt x="235436" y="1489167"/>
                </a:moveTo>
                <a:lnTo>
                  <a:pt x="245417" y="1498316"/>
                </a:lnTo>
                <a:lnTo>
                  <a:pt x="243798" y="1495949"/>
                </a:lnTo>
                <a:close/>
                <a:moveTo>
                  <a:pt x="241043" y="1476483"/>
                </a:moveTo>
                <a:lnTo>
                  <a:pt x="242225" y="1477942"/>
                </a:lnTo>
                <a:lnTo>
                  <a:pt x="242588" y="1478143"/>
                </a:lnTo>
                <a:lnTo>
                  <a:pt x="241313" y="1476779"/>
                </a:lnTo>
                <a:close/>
                <a:moveTo>
                  <a:pt x="295479" y="1354576"/>
                </a:moveTo>
                <a:lnTo>
                  <a:pt x="296191" y="1355650"/>
                </a:lnTo>
                <a:lnTo>
                  <a:pt x="298169" y="1356734"/>
                </a:lnTo>
                <a:lnTo>
                  <a:pt x="297681" y="1356069"/>
                </a:lnTo>
                <a:close/>
                <a:moveTo>
                  <a:pt x="276505" y="1396749"/>
                </a:moveTo>
                <a:lnTo>
                  <a:pt x="276964" y="1397929"/>
                </a:lnTo>
                <a:lnTo>
                  <a:pt x="282532" y="1401160"/>
                </a:lnTo>
                <a:lnTo>
                  <a:pt x="282304" y="1400577"/>
                </a:lnTo>
                <a:lnTo>
                  <a:pt x="277849" y="1397279"/>
                </a:lnTo>
                <a:close/>
                <a:moveTo>
                  <a:pt x="227068" y="1507437"/>
                </a:moveTo>
                <a:lnTo>
                  <a:pt x="230726" y="1508958"/>
                </a:lnTo>
                <a:lnTo>
                  <a:pt x="240750" y="1512659"/>
                </a:lnTo>
                <a:lnTo>
                  <a:pt x="239648" y="1510745"/>
                </a:lnTo>
                <a:lnTo>
                  <a:pt x="235436" y="1508338"/>
                </a:lnTo>
                <a:lnTo>
                  <a:pt x="232923" y="1508092"/>
                </a:lnTo>
                <a:close/>
                <a:moveTo>
                  <a:pt x="670916" y="513474"/>
                </a:moveTo>
                <a:lnTo>
                  <a:pt x="671018" y="514878"/>
                </a:lnTo>
                <a:lnTo>
                  <a:pt x="673476" y="516076"/>
                </a:lnTo>
                <a:lnTo>
                  <a:pt x="673947" y="514639"/>
                </a:lnTo>
                <a:close/>
                <a:moveTo>
                  <a:pt x="254193" y="1446283"/>
                </a:moveTo>
                <a:lnTo>
                  <a:pt x="254261" y="1446420"/>
                </a:lnTo>
                <a:lnTo>
                  <a:pt x="254657" y="1446588"/>
                </a:lnTo>
                <a:lnTo>
                  <a:pt x="254597" y="1446546"/>
                </a:lnTo>
                <a:close/>
                <a:moveTo>
                  <a:pt x="637573" y="587696"/>
                </a:moveTo>
                <a:lnTo>
                  <a:pt x="637788" y="589017"/>
                </a:lnTo>
                <a:lnTo>
                  <a:pt x="638149" y="588315"/>
                </a:lnTo>
                <a:lnTo>
                  <a:pt x="637724" y="587742"/>
                </a:lnTo>
                <a:close/>
                <a:moveTo>
                  <a:pt x="687872" y="474821"/>
                </a:moveTo>
                <a:lnTo>
                  <a:pt x="686499" y="479009"/>
                </a:lnTo>
                <a:lnTo>
                  <a:pt x="686986" y="479704"/>
                </a:lnTo>
                <a:lnTo>
                  <a:pt x="687848" y="475248"/>
                </a:lnTo>
                <a:lnTo>
                  <a:pt x="687929" y="474866"/>
                </a:lnTo>
                <a:close/>
                <a:moveTo>
                  <a:pt x="641664" y="578065"/>
                </a:moveTo>
                <a:lnTo>
                  <a:pt x="641647" y="579565"/>
                </a:lnTo>
                <a:lnTo>
                  <a:pt x="642236" y="580359"/>
                </a:lnTo>
                <a:lnTo>
                  <a:pt x="642334" y="580167"/>
                </a:lnTo>
                <a:close/>
                <a:moveTo>
                  <a:pt x="292857" y="1359108"/>
                </a:moveTo>
                <a:lnTo>
                  <a:pt x="293088" y="1359755"/>
                </a:lnTo>
                <a:lnTo>
                  <a:pt x="293278" y="1359836"/>
                </a:lnTo>
                <a:close/>
                <a:moveTo>
                  <a:pt x="623502" y="618557"/>
                </a:moveTo>
                <a:lnTo>
                  <a:pt x="622702" y="621135"/>
                </a:lnTo>
                <a:lnTo>
                  <a:pt x="623795" y="618781"/>
                </a:lnTo>
                <a:close/>
                <a:moveTo>
                  <a:pt x="276250" y="1396096"/>
                </a:moveTo>
                <a:lnTo>
                  <a:pt x="276385" y="1396441"/>
                </a:lnTo>
                <a:lnTo>
                  <a:pt x="276752" y="1396586"/>
                </a:lnTo>
                <a:lnTo>
                  <a:pt x="277079" y="1396710"/>
                </a:lnTo>
                <a:close/>
                <a:moveTo>
                  <a:pt x="295537" y="1352882"/>
                </a:moveTo>
                <a:lnTo>
                  <a:pt x="296393" y="1354050"/>
                </a:lnTo>
                <a:lnTo>
                  <a:pt x="297458" y="1354772"/>
                </a:lnTo>
                <a:close/>
                <a:moveTo>
                  <a:pt x="710580" y="423398"/>
                </a:moveTo>
                <a:lnTo>
                  <a:pt x="712085" y="425406"/>
                </a:lnTo>
                <a:lnTo>
                  <a:pt x="711899" y="424185"/>
                </a:lnTo>
                <a:close/>
                <a:moveTo>
                  <a:pt x="299210" y="1344461"/>
                </a:moveTo>
                <a:lnTo>
                  <a:pt x="300137" y="1346394"/>
                </a:lnTo>
                <a:lnTo>
                  <a:pt x="302080" y="1347372"/>
                </a:lnTo>
                <a:lnTo>
                  <a:pt x="301283" y="1344590"/>
                </a:lnTo>
                <a:lnTo>
                  <a:pt x="301239" y="1344492"/>
                </a:lnTo>
                <a:lnTo>
                  <a:pt x="300416" y="1343849"/>
                </a:lnTo>
                <a:close/>
                <a:moveTo>
                  <a:pt x="226396" y="1507475"/>
                </a:moveTo>
                <a:lnTo>
                  <a:pt x="236383" y="1518047"/>
                </a:lnTo>
                <a:lnTo>
                  <a:pt x="242906" y="1522723"/>
                </a:lnTo>
                <a:lnTo>
                  <a:pt x="248320" y="1525815"/>
                </a:lnTo>
                <a:lnTo>
                  <a:pt x="247918" y="1525116"/>
                </a:lnTo>
                <a:lnTo>
                  <a:pt x="246213" y="1524588"/>
                </a:lnTo>
                <a:lnTo>
                  <a:pt x="246072" y="1524335"/>
                </a:lnTo>
                <a:lnTo>
                  <a:pt x="247771" y="1524861"/>
                </a:lnTo>
                <a:lnTo>
                  <a:pt x="241340" y="1513683"/>
                </a:lnTo>
                <a:close/>
                <a:moveTo>
                  <a:pt x="738661" y="360412"/>
                </a:moveTo>
                <a:lnTo>
                  <a:pt x="735432" y="371749"/>
                </a:lnTo>
                <a:lnTo>
                  <a:pt x="735219" y="373730"/>
                </a:lnTo>
                <a:lnTo>
                  <a:pt x="739920" y="377930"/>
                </a:lnTo>
                <a:lnTo>
                  <a:pt x="743108" y="368080"/>
                </a:lnTo>
                <a:close/>
                <a:moveTo>
                  <a:pt x="620922" y="623779"/>
                </a:moveTo>
                <a:lnTo>
                  <a:pt x="620889" y="623895"/>
                </a:lnTo>
                <a:lnTo>
                  <a:pt x="620925" y="623941"/>
                </a:lnTo>
                <a:close/>
                <a:moveTo>
                  <a:pt x="689247" y="470629"/>
                </a:moveTo>
                <a:lnTo>
                  <a:pt x="689102" y="471070"/>
                </a:lnTo>
                <a:lnTo>
                  <a:pt x="688529" y="474029"/>
                </a:lnTo>
                <a:lnTo>
                  <a:pt x="691546" y="476447"/>
                </a:lnTo>
                <a:lnTo>
                  <a:pt x="691475" y="472886"/>
                </a:lnTo>
                <a:lnTo>
                  <a:pt x="689632" y="470816"/>
                </a:lnTo>
                <a:close/>
                <a:moveTo>
                  <a:pt x="294244" y="1355057"/>
                </a:moveTo>
                <a:lnTo>
                  <a:pt x="298222" y="1361953"/>
                </a:lnTo>
                <a:lnTo>
                  <a:pt x="299218" y="1362379"/>
                </a:lnTo>
                <a:lnTo>
                  <a:pt x="298284" y="1362058"/>
                </a:lnTo>
                <a:lnTo>
                  <a:pt x="298446" y="1362341"/>
                </a:lnTo>
                <a:lnTo>
                  <a:pt x="300943" y="1365651"/>
                </a:lnTo>
                <a:lnTo>
                  <a:pt x="302622" y="1366449"/>
                </a:lnTo>
                <a:lnTo>
                  <a:pt x="300198" y="1362799"/>
                </a:lnTo>
                <a:lnTo>
                  <a:pt x="299218" y="1362379"/>
                </a:lnTo>
                <a:lnTo>
                  <a:pt x="300127" y="1362692"/>
                </a:lnTo>
                <a:lnTo>
                  <a:pt x="295521" y="1355758"/>
                </a:lnTo>
                <a:close/>
                <a:moveTo>
                  <a:pt x="241185" y="1473779"/>
                </a:moveTo>
                <a:lnTo>
                  <a:pt x="244605" y="1479262"/>
                </a:lnTo>
                <a:lnTo>
                  <a:pt x="247717" y="1480988"/>
                </a:lnTo>
                <a:lnTo>
                  <a:pt x="247527" y="1480757"/>
                </a:lnTo>
                <a:lnTo>
                  <a:pt x="243234" y="1475115"/>
                </a:lnTo>
                <a:close/>
                <a:moveTo>
                  <a:pt x="624455" y="615486"/>
                </a:moveTo>
                <a:lnTo>
                  <a:pt x="623963" y="617069"/>
                </a:lnTo>
                <a:lnTo>
                  <a:pt x="624425" y="617423"/>
                </a:lnTo>
                <a:lnTo>
                  <a:pt x="625178" y="615802"/>
                </a:lnTo>
                <a:close/>
                <a:moveTo>
                  <a:pt x="621263" y="622581"/>
                </a:moveTo>
                <a:lnTo>
                  <a:pt x="621182" y="622866"/>
                </a:lnTo>
                <a:lnTo>
                  <a:pt x="621209" y="624306"/>
                </a:lnTo>
                <a:lnTo>
                  <a:pt x="621221" y="624323"/>
                </a:lnTo>
                <a:lnTo>
                  <a:pt x="621248" y="624266"/>
                </a:lnTo>
                <a:lnTo>
                  <a:pt x="621661" y="622996"/>
                </a:lnTo>
                <a:lnTo>
                  <a:pt x="621638" y="622808"/>
                </a:lnTo>
                <a:close/>
                <a:moveTo>
                  <a:pt x="641428" y="577327"/>
                </a:moveTo>
                <a:lnTo>
                  <a:pt x="641085" y="578807"/>
                </a:lnTo>
                <a:lnTo>
                  <a:pt x="641417" y="579255"/>
                </a:lnTo>
                <a:lnTo>
                  <a:pt x="641438" y="577359"/>
                </a:lnTo>
                <a:close/>
                <a:moveTo>
                  <a:pt x="690054" y="468168"/>
                </a:moveTo>
                <a:lnTo>
                  <a:pt x="689945" y="468501"/>
                </a:lnTo>
                <a:lnTo>
                  <a:pt x="691417" y="469961"/>
                </a:lnTo>
                <a:lnTo>
                  <a:pt x="691401" y="469149"/>
                </a:lnTo>
                <a:close/>
                <a:moveTo>
                  <a:pt x="280942" y="1384228"/>
                </a:moveTo>
                <a:lnTo>
                  <a:pt x="280960" y="1384260"/>
                </a:lnTo>
                <a:lnTo>
                  <a:pt x="287639" y="1392119"/>
                </a:lnTo>
                <a:lnTo>
                  <a:pt x="290437" y="1394962"/>
                </a:lnTo>
                <a:lnTo>
                  <a:pt x="287277" y="1390187"/>
                </a:lnTo>
                <a:lnTo>
                  <a:pt x="281530" y="1384488"/>
                </a:lnTo>
                <a:close/>
                <a:moveTo>
                  <a:pt x="625000" y="613728"/>
                </a:moveTo>
                <a:lnTo>
                  <a:pt x="624984" y="613779"/>
                </a:lnTo>
                <a:lnTo>
                  <a:pt x="625436" y="613988"/>
                </a:lnTo>
                <a:close/>
                <a:moveTo>
                  <a:pt x="222550" y="1514763"/>
                </a:moveTo>
                <a:lnTo>
                  <a:pt x="225168" y="1517786"/>
                </a:lnTo>
                <a:lnTo>
                  <a:pt x="235975" y="1523202"/>
                </a:lnTo>
                <a:lnTo>
                  <a:pt x="234588" y="1521523"/>
                </a:lnTo>
                <a:lnTo>
                  <a:pt x="233713" y="1520372"/>
                </a:lnTo>
                <a:lnTo>
                  <a:pt x="233118" y="1520083"/>
                </a:lnTo>
                <a:close/>
                <a:moveTo>
                  <a:pt x="690754" y="466032"/>
                </a:moveTo>
                <a:lnTo>
                  <a:pt x="690324" y="467344"/>
                </a:lnTo>
                <a:lnTo>
                  <a:pt x="691381" y="468111"/>
                </a:lnTo>
                <a:lnTo>
                  <a:pt x="691349" y="466479"/>
                </a:lnTo>
                <a:close/>
                <a:moveTo>
                  <a:pt x="642444" y="574179"/>
                </a:moveTo>
                <a:lnTo>
                  <a:pt x="642986" y="578089"/>
                </a:lnTo>
                <a:lnTo>
                  <a:pt x="643686" y="574827"/>
                </a:lnTo>
                <a:lnTo>
                  <a:pt x="643385" y="574563"/>
                </a:lnTo>
                <a:close/>
                <a:moveTo>
                  <a:pt x="627622" y="607363"/>
                </a:moveTo>
                <a:lnTo>
                  <a:pt x="627970" y="609643"/>
                </a:lnTo>
                <a:lnTo>
                  <a:pt x="628253" y="606986"/>
                </a:lnTo>
                <a:lnTo>
                  <a:pt x="628082" y="606683"/>
                </a:lnTo>
                <a:close/>
                <a:moveTo>
                  <a:pt x="668685" y="515405"/>
                </a:moveTo>
                <a:lnTo>
                  <a:pt x="668089" y="519680"/>
                </a:lnTo>
                <a:lnTo>
                  <a:pt x="668911" y="520919"/>
                </a:lnTo>
                <a:lnTo>
                  <a:pt x="669952" y="521988"/>
                </a:lnTo>
                <a:lnTo>
                  <a:pt x="669898" y="516960"/>
                </a:lnTo>
                <a:lnTo>
                  <a:pt x="669849" y="516282"/>
                </a:lnTo>
                <a:close/>
                <a:moveTo>
                  <a:pt x="718645" y="403532"/>
                </a:moveTo>
                <a:lnTo>
                  <a:pt x="719297" y="407804"/>
                </a:lnTo>
                <a:lnTo>
                  <a:pt x="719763" y="408377"/>
                </a:lnTo>
                <a:lnTo>
                  <a:pt x="721734" y="409133"/>
                </a:lnTo>
                <a:lnTo>
                  <a:pt x="722669" y="405846"/>
                </a:lnTo>
                <a:close/>
                <a:moveTo>
                  <a:pt x="678555" y="493147"/>
                </a:moveTo>
                <a:lnTo>
                  <a:pt x="678152" y="497367"/>
                </a:lnTo>
                <a:lnTo>
                  <a:pt x="679249" y="498468"/>
                </a:lnTo>
                <a:lnTo>
                  <a:pt x="679260" y="498435"/>
                </a:lnTo>
                <a:lnTo>
                  <a:pt x="679148" y="496151"/>
                </a:lnTo>
                <a:close/>
                <a:moveTo>
                  <a:pt x="715692" y="409807"/>
                </a:moveTo>
                <a:lnTo>
                  <a:pt x="715014" y="414588"/>
                </a:lnTo>
                <a:lnTo>
                  <a:pt x="714760" y="416575"/>
                </a:lnTo>
                <a:lnTo>
                  <a:pt x="715918" y="417265"/>
                </a:lnTo>
                <a:lnTo>
                  <a:pt x="715919" y="417260"/>
                </a:lnTo>
                <a:lnTo>
                  <a:pt x="716075" y="417053"/>
                </a:lnTo>
                <a:lnTo>
                  <a:pt x="716082" y="417362"/>
                </a:lnTo>
                <a:lnTo>
                  <a:pt x="718910" y="419048"/>
                </a:lnTo>
                <a:lnTo>
                  <a:pt x="720042" y="415074"/>
                </a:lnTo>
                <a:lnTo>
                  <a:pt x="719733" y="413043"/>
                </a:lnTo>
                <a:close/>
                <a:moveTo>
                  <a:pt x="297795" y="1345530"/>
                </a:moveTo>
                <a:lnTo>
                  <a:pt x="298934" y="1346564"/>
                </a:lnTo>
                <a:lnTo>
                  <a:pt x="298643" y="1345957"/>
                </a:lnTo>
                <a:close/>
                <a:moveTo>
                  <a:pt x="691305" y="464351"/>
                </a:moveTo>
                <a:lnTo>
                  <a:pt x="690895" y="465602"/>
                </a:lnTo>
                <a:lnTo>
                  <a:pt x="691337" y="465924"/>
                </a:lnTo>
                <a:close/>
                <a:moveTo>
                  <a:pt x="236550" y="1482487"/>
                </a:moveTo>
                <a:lnTo>
                  <a:pt x="247568" y="1498606"/>
                </a:lnTo>
                <a:lnTo>
                  <a:pt x="250286" y="1500809"/>
                </a:lnTo>
                <a:lnTo>
                  <a:pt x="254831" y="1502600"/>
                </a:lnTo>
                <a:lnTo>
                  <a:pt x="256889" y="1503142"/>
                </a:lnTo>
                <a:lnTo>
                  <a:pt x="241721" y="1486406"/>
                </a:lnTo>
                <a:lnTo>
                  <a:pt x="238052" y="1483537"/>
                </a:lnTo>
                <a:close/>
                <a:moveTo>
                  <a:pt x="668805" y="514544"/>
                </a:moveTo>
                <a:lnTo>
                  <a:pt x="668784" y="514695"/>
                </a:lnTo>
                <a:lnTo>
                  <a:pt x="669786" y="515430"/>
                </a:lnTo>
                <a:lnTo>
                  <a:pt x="669756" y="515008"/>
                </a:lnTo>
                <a:close/>
                <a:moveTo>
                  <a:pt x="642161" y="574163"/>
                </a:moveTo>
                <a:lnTo>
                  <a:pt x="641677" y="576252"/>
                </a:lnTo>
                <a:lnTo>
                  <a:pt x="641684" y="576245"/>
                </a:lnTo>
                <a:lnTo>
                  <a:pt x="641683" y="576508"/>
                </a:lnTo>
                <a:lnTo>
                  <a:pt x="641981" y="577328"/>
                </a:lnTo>
                <a:lnTo>
                  <a:pt x="642707" y="578098"/>
                </a:lnTo>
                <a:close/>
                <a:moveTo>
                  <a:pt x="622604" y="617868"/>
                </a:moveTo>
                <a:lnTo>
                  <a:pt x="621828" y="620595"/>
                </a:lnTo>
                <a:lnTo>
                  <a:pt x="621911" y="621276"/>
                </a:lnTo>
                <a:lnTo>
                  <a:pt x="622179" y="621400"/>
                </a:lnTo>
                <a:lnTo>
                  <a:pt x="623183" y="618312"/>
                </a:lnTo>
                <a:close/>
                <a:moveTo>
                  <a:pt x="681907" y="485031"/>
                </a:moveTo>
                <a:lnTo>
                  <a:pt x="682472" y="488504"/>
                </a:lnTo>
                <a:lnTo>
                  <a:pt x="682508" y="488530"/>
                </a:lnTo>
                <a:lnTo>
                  <a:pt x="683180" y="486479"/>
                </a:lnTo>
                <a:lnTo>
                  <a:pt x="683177" y="486257"/>
                </a:lnTo>
                <a:close/>
                <a:moveTo>
                  <a:pt x="297760" y="1345197"/>
                </a:moveTo>
                <a:lnTo>
                  <a:pt x="298444" y="1345542"/>
                </a:lnTo>
                <a:lnTo>
                  <a:pt x="298177" y="1344986"/>
                </a:lnTo>
                <a:close/>
                <a:moveTo>
                  <a:pt x="626428" y="609132"/>
                </a:moveTo>
                <a:lnTo>
                  <a:pt x="626373" y="609303"/>
                </a:lnTo>
                <a:lnTo>
                  <a:pt x="625188" y="613123"/>
                </a:lnTo>
                <a:lnTo>
                  <a:pt x="626156" y="613700"/>
                </a:lnTo>
                <a:lnTo>
                  <a:pt x="627714" y="610342"/>
                </a:lnTo>
                <a:lnTo>
                  <a:pt x="627326" y="607802"/>
                </a:lnTo>
                <a:close/>
                <a:moveTo>
                  <a:pt x="256402" y="1437640"/>
                </a:moveTo>
                <a:lnTo>
                  <a:pt x="259208" y="1441847"/>
                </a:lnTo>
                <a:lnTo>
                  <a:pt x="270476" y="1451258"/>
                </a:lnTo>
                <a:lnTo>
                  <a:pt x="267815" y="1445913"/>
                </a:lnTo>
                <a:lnTo>
                  <a:pt x="265460" y="1443348"/>
                </a:lnTo>
                <a:lnTo>
                  <a:pt x="265435" y="1443030"/>
                </a:lnTo>
                <a:lnTo>
                  <a:pt x="267498" y="1445276"/>
                </a:lnTo>
                <a:lnTo>
                  <a:pt x="261262" y="1432748"/>
                </a:lnTo>
                <a:close/>
                <a:moveTo>
                  <a:pt x="732593" y="370884"/>
                </a:moveTo>
                <a:lnTo>
                  <a:pt x="732516" y="371270"/>
                </a:lnTo>
                <a:lnTo>
                  <a:pt x="732614" y="370923"/>
                </a:lnTo>
                <a:close/>
                <a:moveTo>
                  <a:pt x="670622" y="509413"/>
                </a:moveTo>
                <a:lnTo>
                  <a:pt x="670903" y="513298"/>
                </a:lnTo>
                <a:lnTo>
                  <a:pt x="673998" y="514487"/>
                </a:lnTo>
                <a:lnTo>
                  <a:pt x="674699" y="512345"/>
                </a:lnTo>
                <a:lnTo>
                  <a:pt x="673096" y="510625"/>
                </a:lnTo>
                <a:close/>
                <a:moveTo>
                  <a:pt x="656228" y="541592"/>
                </a:moveTo>
                <a:lnTo>
                  <a:pt x="656201" y="541724"/>
                </a:lnTo>
                <a:lnTo>
                  <a:pt x="656907" y="545379"/>
                </a:lnTo>
                <a:lnTo>
                  <a:pt x="657715" y="542730"/>
                </a:lnTo>
                <a:close/>
                <a:moveTo>
                  <a:pt x="623412" y="615031"/>
                </a:moveTo>
                <a:lnTo>
                  <a:pt x="623034" y="616357"/>
                </a:lnTo>
                <a:lnTo>
                  <a:pt x="623662" y="616838"/>
                </a:lnTo>
                <a:lnTo>
                  <a:pt x="624146" y="615351"/>
                </a:lnTo>
                <a:close/>
                <a:moveTo>
                  <a:pt x="321138" y="1291842"/>
                </a:moveTo>
                <a:lnTo>
                  <a:pt x="321869" y="1292776"/>
                </a:lnTo>
                <a:lnTo>
                  <a:pt x="321461" y="1291942"/>
                </a:lnTo>
                <a:close/>
                <a:moveTo>
                  <a:pt x="669053" y="512760"/>
                </a:moveTo>
                <a:lnTo>
                  <a:pt x="668902" y="513846"/>
                </a:lnTo>
                <a:lnTo>
                  <a:pt x="669700" y="514235"/>
                </a:lnTo>
                <a:lnTo>
                  <a:pt x="669609" y="512972"/>
                </a:lnTo>
                <a:close/>
                <a:moveTo>
                  <a:pt x="716054" y="407250"/>
                </a:moveTo>
                <a:lnTo>
                  <a:pt x="715917" y="408221"/>
                </a:lnTo>
                <a:lnTo>
                  <a:pt x="719425" y="411032"/>
                </a:lnTo>
                <a:lnTo>
                  <a:pt x="719023" y="408389"/>
                </a:lnTo>
                <a:close/>
                <a:moveTo>
                  <a:pt x="255391" y="1438658"/>
                </a:moveTo>
                <a:lnTo>
                  <a:pt x="258036" y="1440867"/>
                </a:lnTo>
                <a:lnTo>
                  <a:pt x="256126" y="1437919"/>
                </a:lnTo>
                <a:close/>
                <a:moveTo>
                  <a:pt x="667946" y="514850"/>
                </a:moveTo>
                <a:lnTo>
                  <a:pt x="667942" y="518048"/>
                </a:lnTo>
                <a:lnTo>
                  <a:pt x="668346" y="515150"/>
                </a:lnTo>
                <a:close/>
                <a:moveTo>
                  <a:pt x="656440" y="540559"/>
                </a:moveTo>
                <a:lnTo>
                  <a:pt x="656402" y="540742"/>
                </a:lnTo>
                <a:lnTo>
                  <a:pt x="657958" y="541933"/>
                </a:lnTo>
                <a:lnTo>
                  <a:pt x="658035" y="541681"/>
                </a:lnTo>
                <a:close/>
                <a:moveTo>
                  <a:pt x="623961" y="613108"/>
                </a:moveTo>
                <a:lnTo>
                  <a:pt x="623911" y="613284"/>
                </a:lnTo>
                <a:lnTo>
                  <a:pt x="624699" y="613648"/>
                </a:lnTo>
                <a:lnTo>
                  <a:pt x="624727" y="613565"/>
                </a:lnTo>
                <a:close/>
                <a:moveTo>
                  <a:pt x="668125" y="514213"/>
                </a:moveTo>
                <a:lnTo>
                  <a:pt x="668443" y="514446"/>
                </a:lnTo>
                <a:lnTo>
                  <a:pt x="668453" y="514373"/>
                </a:lnTo>
                <a:close/>
                <a:moveTo>
                  <a:pt x="678848" y="490068"/>
                </a:moveTo>
                <a:lnTo>
                  <a:pt x="678763" y="490964"/>
                </a:lnTo>
                <a:lnTo>
                  <a:pt x="678933" y="491782"/>
                </a:lnTo>
                <a:close/>
                <a:moveTo>
                  <a:pt x="624151" y="612504"/>
                </a:moveTo>
                <a:lnTo>
                  <a:pt x="624921" y="612964"/>
                </a:lnTo>
                <a:lnTo>
                  <a:pt x="625926" y="609876"/>
                </a:lnTo>
                <a:close/>
                <a:moveTo>
                  <a:pt x="305746" y="1325072"/>
                </a:moveTo>
                <a:lnTo>
                  <a:pt x="306150" y="1325861"/>
                </a:lnTo>
                <a:lnTo>
                  <a:pt x="306289" y="1326016"/>
                </a:lnTo>
                <a:close/>
                <a:moveTo>
                  <a:pt x="275212" y="1393428"/>
                </a:moveTo>
                <a:lnTo>
                  <a:pt x="276085" y="1395672"/>
                </a:lnTo>
                <a:lnTo>
                  <a:pt x="277909" y="1397021"/>
                </a:lnTo>
                <a:lnTo>
                  <a:pt x="280218" y="1397890"/>
                </a:lnTo>
                <a:close/>
                <a:moveTo>
                  <a:pt x="274024" y="1395771"/>
                </a:moveTo>
                <a:lnTo>
                  <a:pt x="274157" y="1395902"/>
                </a:lnTo>
                <a:lnTo>
                  <a:pt x="274121" y="1395809"/>
                </a:lnTo>
                <a:close/>
                <a:moveTo>
                  <a:pt x="298019" y="1341975"/>
                </a:moveTo>
                <a:lnTo>
                  <a:pt x="299037" y="1344100"/>
                </a:lnTo>
                <a:lnTo>
                  <a:pt x="300068" y="1343576"/>
                </a:lnTo>
                <a:close/>
                <a:moveTo>
                  <a:pt x="670509" y="507855"/>
                </a:moveTo>
                <a:lnTo>
                  <a:pt x="670598" y="509069"/>
                </a:lnTo>
                <a:lnTo>
                  <a:pt x="672525" y="510015"/>
                </a:lnTo>
                <a:close/>
                <a:moveTo>
                  <a:pt x="169261" y="1630204"/>
                </a:moveTo>
                <a:lnTo>
                  <a:pt x="204914" y="1662944"/>
                </a:lnTo>
                <a:lnTo>
                  <a:pt x="208129" y="1664568"/>
                </a:lnTo>
                <a:lnTo>
                  <a:pt x="251998" y="1685999"/>
                </a:lnTo>
                <a:lnTo>
                  <a:pt x="255986" y="1677047"/>
                </a:lnTo>
                <a:lnTo>
                  <a:pt x="243968" y="1669094"/>
                </a:lnTo>
                <a:lnTo>
                  <a:pt x="243847" y="1668730"/>
                </a:lnTo>
                <a:lnTo>
                  <a:pt x="256084" y="1676827"/>
                </a:lnTo>
                <a:lnTo>
                  <a:pt x="257621" y="1673377"/>
                </a:lnTo>
                <a:lnTo>
                  <a:pt x="181741" y="1636485"/>
                </a:lnTo>
                <a:close/>
                <a:moveTo>
                  <a:pt x="652523" y="548067"/>
                </a:moveTo>
                <a:lnTo>
                  <a:pt x="653002" y="548351"/>
                </a:lnTo>
                <a:lnTo>
                  <a:pt x="653047" y="548131"/>
                </a:lnTo>
                <a:close/>
                <a:moveTo>
                  <a:pt x="711224" y="416567"/>
                </a:moveTo>
                <a:lnTo>
                  <a:pt x="711266" y="416844"/>
                </a:lnTo>
                <a:lnTo>
                  <a:pt x="712139" y="421352"/>
                </a:lnTo>
                <a:lnTo>
                  <a:pt x="713423" y="422927"/>
                </a:lnTo>
                <a:lnTo>
                  <a:pt x="714063" y="418415"/>
                </a:lnTo>
                <a:close/>
                <a:moveTo>
                  <a:pt x="716376" y="404983"/>
                </a:moveTo>
                <a:lnTo>
                  <a:pt x="716094" y="406969"/>
                </a:lnTo>
                <a:lnTo>
                  <a:pt x="718858" y="408029"/>
                </a:lnTo>
                <a:close/>
                <a:moveTo>
                  <a:pt x="292996" y="1352895"/>
                </a:moveTo>
                <a:lnTo>
                  <a:pt x="293842" y="1354362"/>
                </a:lnTo>
                <a:lnTo>
                  <a:pt x="295024" y="1355010"/>
                </a:lnTo>
                <a:lnTo>
                  <a:pt x="294130" y="1353664"/>
                </a:lnTo>
                <a:close/>
                <a:moveTo>
                  <a:pt x="758624" y="310265"/>
                </a:moveTo>
                <a:lnTo>
                  <a:pt x="761462" y="314418"/>
                </a:lnTo>
                <a:lnTo>
                  <a:pt x="761582" y="314281"/>
                </a:lnTo>
                <a:lnTo>
                  <a:pt x="761566" y="314571"/>
                </a:lnTo>
                <a:lnTo>
                  <a:pt x="765118" y="319770"/>
                </a:lnTo>
                <a:lnTo>
                  <a:pt x="765402" y="317956"/>
                </a:lnTo>
                <a:lnTo>
                  <a:pt x="765712" y="316135"/>
                </a:lnTo>
                <a:lnTo>
                  <a:pt x="762414" y="313365"/>
                </a:lnTo>
                <a:close/>
                <a:moveTo>
                  <a:pt x="208199" y="1542663"/>
                </a:moveTo>
                <a:lnTo>
                  <a:pt x="218506" y="1552132"/>
                </a:lnTo>
                <a:lnTo>
                  <a:pt x="215721" y="1547292"/>
                </a:lnTo>
                <a:close/>
                <a:moveTo>
                  <a:pt x="669489" y="509636"/>
                </a:moveTo>
                <a:lnTo>
                  <a:pt x="669074" y="512612"/>
                </a:lnTo>
                <a:lnTo>
                  <a:pt x="669100" y="512604"/>
                </a:lnTo>
                <a:lnTo>
                  <a:pt x="669596" y="512795"/>
                </a:lnTo>
                <a:lnTo>
                  <a:pt x="669587" y="512679"/>
                </a:lnTo>
                <a:close/>
                <a:moveTo>
                  <a:pt x="691013" y="461311"/>
                </a:moveTo>
                <a:lnTo>
                  <a:pt x="690797" y="462306"/>
                </a:lnTo>
                <a:lnTo>
                  <a:pt x="690353" y="464601"/>
                </a:lnTo>
                <a:lnTo>
                  <a:pt x="691256" y="461849"/>
                </a:lnTo>
                <a:lnTo>
                  <a:pt x="691248" y="461461"/>
                </a:lnTo>
                <a:close/>
                <a:moveTo>
                  <a:pt x="695925" y="450261"/>
                </a:moveTo>
                <a:lnTo>
                  <a:pt x="694924" y="453314"/>
                </a:lnTo>
                <a:lnTo>
                  <a:pt x="697911" y="458487"/>
                </a:lnTo>
                <a:lnTo>
                  <a:pt x="699614" y="452944"/>
                </a:lnTo>
                <a:close/>
                <a:moveTo>
                  <a:pt x="278066" y="1385826"/>
                </a:moveTo>
                <a:lnTo>
                  <a:pt x="279133" y="1388570"/>
                </a:lnTo>
                <a:lnTo>
                  <a:pt x="281107" y="1389715"/>
                </a:lnTo>
                <a:lnTo>
                  <a:pt x="279362" y="1386999"/>
                </a:lnTo>
                <a:close/>
                <a:moveTo>
                  <a:pt x="688387" y="466955"/>
                </a:moveTo>
                <a:lnTo>
                  <a:pt x="689288" y="467849"/>
                </a:lnTo>
                <a:lnTo>
                  <a:pt x="689351" y="467657"/>
                </a:lnTo>
                <a:close/>
                <a:moveTo>
                  <a:pt x="292248" y="1353962"/>
                </a:moveTo>
                <a:lnTo>
                  <a:pt x="294781" y="1357418"/>
                </a:lnTo>
                <a:lnTo>
                  <a:pt x="293037" y="1354395"/>
                </a:lnTo>
                <a:close/>
                <a:moveTo>
                  <a:pt x="696401" y="448809"/>
                </a:moveTo>
                <a:lnTo>
                  <a:pt x="696061" y="449846"/>
                </a:lnTo>
                <a:lnTo>
                  <a:pt x="699761" y="452464"/>
                </a:lnTo>
                <a:lnTo>
                  <a:pt x="699910" y="451980"/>
                </a:lnTo>
                <a:close/>
                <a:moveTo>
                  <a:pt x="691225" y="460331"/>
                </a:moveTo>
                <a:lnTo>
                  <a:pt x="691121" y="460812"/>
                </a:lnTo>
                <a:lnTo>
                  <a:pt x="691237" y="460883"/>
                </a:lnTo>
                <a:close/>
                <a:moveTo>
                  <a:pt x="641947" y="570600"/>
                </a:moveTo>
                <a:lnTo>
                  <a:pt x="641955" y="570660"/>
                </a:lnTo>
                <a:lnTo>
                  <a:pt x="642471" y="570817"/>
                </a:lnTo>
                <a:lnTo>
                  <a:pt x="642365" y="570657"/>
                </a:lnTo>
                <a:close/>
                <a:moveTo>
                  <a:pt x="679245" y="486832"/>
                </a:moveTo>
                <a:lnTo>
                  <a:pt x="679661" y="495284"/>
                </a:lnTo>
                <a:lnTo>
                  <a:pt x="679906" y="496465"/>
                </a:lnTo>
                <a:lnTo>
                  <a:pt x="682010" y="490048"/>
                </a:lnTo>
                <a:lnTo>
                  <a:pt x="681779" y="488624"/>
                </a:lnTo>
                <a:close/>
                <a:moveTo>
                  <a:pt x="640557" y="573412"/>
                </a:moveTo>
                <a:lnTo>
                  <a:pt x="640563" y="573432"/>
                </a:lnTo>
                <a:lnTo>
                  <a:pt x="641322" y="575519"/>
                </a:lnTo>
                <a:lnTo>
                  <a:pt x="641724" y="573886"/>
                </a:lnTo>
                <a:close/>
                <a:moveTo>
                  <a:pt x="626075" y="605680"/>
                </a:moveTo>
                <a:lnTo>
                  <a:pt x="625406" y="608029"/>
                </a:lnTo>
                <a:lnTo>
                  <a:pt x="626784" y="605989"/>
                </a:lnTo>
                <a:close/>
                <a:moveTo>
                  <a:pt x="755002" y="316857"/>
                </a:moveTo>
                <a:lnTo>
                  <a:pt x="754287" y="334488"/>
                </a:lnTo>
                <a:lnTo>
                  <a:pt x="757656" y="324535"/>
                </a:lnTo>
                <a:lnTo>
                  <a:pt x="757874" y="324395"/>
                </a:lnTo>
                <a:lnTo>
                  <a:pt x="754265" y="335057"/>
                </a:lnTo>
                <a:lnTo>
                  <a:pt x="754162" y="337571"/>
                </a:lnTo>
                <a:lnTo>
                  <a:pt x="754154" y="349220"/>
                </a:lnTo>
                <a:lnTo>
                  <a:pt x="759322" y="355184"/>
                </a:lnTo>
                <a:lnTo>
                  <a:pt x="759658" y="346904"/>
                </a:lnTo>
                <a:lnTo>
                  <a:pt x="760822" y="325374"/>
                </a:lnTo>
                <a:close/>
                <a:moveTo>
                  <a:pt x="716737" y="402436"/>
                </a:moveTo>
                <a:lnTo>
                  <a:pt x="716468" y="404334"/>
                </a:lnTo>
                <a:lnTo>
                  <a:pt x="718850" y="407256"/>
                </a:lnTo>
                <a:lnTo>
                  <a:pt x="718749" y="406597"/>
                </a:lnTo>
                <a:lnTo>
                  <a:pt x="718296" y="403331"/>
                </a:lnTo>
                <a:close/>
                <a:moveTo>
                  <a:pt x="274720" y="1392167"/>
                </a:moveTo>
                <a:lnTo>
                  <a:pt x="275101" y="1393144"/>
                </a:lnTo>
                <a:lnTo>
                  <a:pt x="275323" y="1393342"/>
                </a:lnTo>
                <a:lnTo>
                  <a:pt x="281239" y="1398274"/>
                </a:lnTo>
                <a:lnTo>
                  <a:pt x="281437" y="1398349"/>
                </a:lnTo>
                <a:lnTo>
                  <a:pt x="281411" y="1398279"/>
                </a:lnTo>
                <a:lnTo>
                  <a:pt x="280782" y="1397213"/>
                </a:lnTo>
                <a:lnTo>
                  <a:pt x="279766" y="1396494"/>
                </a:lnTo>
                <a:close/>
                <a:moveTo>
                  <a:pt x="252782" y="1441284"/>
                </a:moveTo>
                <a:lnTo>
                  <a:pt x="256086" y="1446255"/>
                </a:lnTo>
                <a:lnTo>
                  <a:pt x="262101" y="1449743"/>
                </a:lnTo>
                <a:lnTo>
                  <a:pt x="264420" y="1450726"/>
                </a:lnTo>
                <a:lnTo>
                  <a:pt x="258983" y="1442331"/>
                </a:lnTo>
                <a:lnTo>
                  <a:pt x="255076" y="1438975"/>
                </a:lnTo>
                <a:close/>
                <a:moveTo>
                  <a:pt x="618990" y="621208"/>
                </a:moveTo>
                <a:lnTo>
                  <a:pt x="619082" y="621572"/>
                </a:lnTo>
                <a:lnTo>
                  <a:pt x="619221" y="621750"/>
                </a:lnTo>
                <a:lnTo>
                  <a:pt x="619319" y="621407"/>
                </a:lnTo>
                <a:close/>
                <a:moveTo>
                  <a:pt x="641606" y="570552"/>
                </a:moveTo>
                <a:lnTo>
                  <a:pt x="641662" y="570570"/>
                </a:lnTo>
                <a:lnTo>
                  <a:pt x="641661" y="570560"/>
                </a:lnTo>
                <a:close/>
                <a:moveTo>
                  <a:pt x="697658" y="444975"/>
                </a:moveTo>
                <a:lnTo>
                  <a:pt x="696833" y="447491"/>
                </a:lnTo>
                <a:lnTo>
                  <a:pt x="700321" y="450644"/>
                </a:lnTo>
                <a:lnTo>
                  <a:pt x="700815" y="449034"/>
                </a:lnTo>
                <a:lnTo>
                  <a:pt x="701008" y="448900"/>
                </a:lnTo>
                <a:lnTo>
                  <a:pt x="700440" y="450751"/>
                </a:lnTo>
                <a:lnTo>
                  <a:pt x="706663" y="456377"/>
                </a:lnTo>
                <a:lnTo>
                  <a:pt x="707463" y="454870"/>
                </a:lnTo>
                <a:lnTo>
                  <a:pt x="700916" y="446270"/>
                </a:lnTo>
                <a:close/>
                <a:moveTo>
                  <a:pt x="670378" y="506048"/>
                </a:moveTo>
                <a:lnTo>
                  <a:pt x="670450" y="507043"/>
                </a:lnTo>
                <a:lnTo>
                  <a:pt x="673812" y="510646"/>
                </a:lnTo>
                <a:lnTo>
                  <a:pt x="675057" y="511256"/>
                </a:lnTo>
                <a:lnTo>
                  <a:pt x="675807" y="508966"/>
                </a:lnTo>
                <a:close/>
                <a:moveTo>
                  <a:pt x="641847" y="569873"/>
                </a:moveTo>
                <a:lnTo>
                  <a:pt x="641849" y="569893"/>
                </a:lnTo>
                <a:lnTo>
                  <a:pt x="641860" y="569895"/>
                </a:lnTo>
                <a:close/>
                <a:moveTo>
                  <a:pt x="626548" y="604020"/>
                </a:moveTo>
                <a:lnTo>
                  <a:pt x="626477" y="604267"/>
                </a:lnTo>
                <a:lnTo>
                  <a:pt x="626797" y="604406"/>
                </a:lnTo>
                <a:lnTo>
                  <a:pt x="626585" y="604033"/>
                </a:lnTo>
                <a:close/>
                <a:moveTo>
                  <a:pt x="288560" y="1360793"/>
                </a:moveTo>
                <a:lnTo>
                  <a:pt x="290126" y="1362389"/>
                </a:lnTo>
                <a:lnTo>
                  <a:pt x="289848" y="1361427"/>
                </a:lnTo>
                <a:close/>
                <a:moveTo>
                  <a:pt x="744833" y="339010"/>
                </a:moveTo>
                <a:lnTo>
                  <a:pt x="744484" y="339964"/>
                </a:lnTo>
                <a:lnTo>
                  <a:pt x="739712" y="356721"/>
                </a:lnTo>
                <a:lnTo>
                  <a:pt x="744623" y="363400"/>
                </a:lnTo>
                <a:lnTo>
                  <a:pt x="747307" y="355105"/>
                </a:lnTo>
                <a:lnTo>
                  <a:pt x="750530" y="345583"/>
                </a:lnTo>
                <a:close/>
                <a:moveTo>
                  <a:pt x="294778" y="1346711"/>
                </a:moveTo>
                <a:lnTo>
                  <a:pt x="297483" y="1352354"/>
                </a:lnTo>
                <a:lnTo>
                  <a:pt x="297828" y="1352694"/>
                </a:lnTo>
                <a:lnTo>
                  <a:pt x="303316" y="1355703"/>
                </a:lnTo>
                <a:lnTo>
                  <a:pt x="302108" y="1353183"/>
                </a:lnTo>
                <a:lnTo>
                  <a:pt x="295272" y="1346461"/>
                </a:lnTo>
                <a:close/>
                <a:moveTo>
                  <a:pt x="227843" y="1496524"/>
                </a:moveTo>
                <a:lnTo>
                  <a:pt x="235529" y="1503587"/>
                </a:lnTo>
                <a:lnTo>
                  <a:pt x="233454" y="1499978"/>
                </a:lnTo>
                <a:close/>
                <a:moveTo>
                  <a:pt x="710941" y="414717"/>
                </a:moveTo>
                <a:lnTo>
                  <a:pt x="710967" y="414885"/>
                </a:lnTo>
                <a:lnTo>
                  <a:pt x="714260" y="417030"/>
                </a:lnTo>
                <a:lnTo>
                  <a:pt x="714304" y="416720"/>
                </a:lnTo>
                <a:close/>
                <a:moveTo>
                  <a:pt x="698342" y="442891"/>
                </a:moveTo>
                <a:lnTo>
                  <a:pt x="697759" y="444668"/>
                </a:lnTo>
                <a:lnTo>
                  <a:pt x="700535" y="445771"/>
                </a:lnTo>
                <a:close/>
                <a:moveTo>
                  <a:pt x="168554" y="1629104"/>
                </a:moveTo>
                <a:lnTo>
                  <a:pt x="258057" y="1672399"/>
                </a:lnTo>
                <a:lnTo>
                  <a:pt x="260211" y="1667562"/>
                </a:lnTo>
                <a:lnTo>
                  <a:pt x="256567" y="1666406"/>
                </a:lnTo>
                <a:close/>
                <a:moveTo>
                  <a:pt x="252064" y="1442007"/>
                </a:moveTo>
                <a:lnTo>
                  <a:pt x="253377" y="1444644"/>
                </a:lnTo>
                <a:lnTo>
                  <a:pt x="253967" y="1445026"/>
                </a:lnTo>
                <a:lnTo>
                  <a:pt x="255611" y="1445981"/>
                </a:lnTo>
                <a:lnTo>
                  <a:pt x="252578" y="1441489"/>
                </a:lnTo>
                <a:close/>
                <a:moveTo>
                  <a:pt x="292830" y="1350590"/>
                </a:moveTo>
                <a:lnTo>
                  <a:pt x="294094" y="1352493"/>
                </a:lnTo>
                <a:lnTo>
                  <a:pt x="296013" y="1353793"/>
                </a:lnTo>
                <a:lnTo>
                  <a:pt x="294849" y="1352206"/>
                </a:lnTo>
                <a:lnTo>
                  <a:pt x="293679" y="1351055"/>
                </a:lnTo>
                <a:close/>
                <a:moveTo>
                  <a:pt x="619102" y="619981"/>
                </a:moveTo>
                <a:lnTo>
                  <a:pt x="619651" y="620234"/>
                </a:lnTo>
                <a:lnTo>
                  <a:pt x="620178" y="618389"/>
                </a:lnTo>
                <a:close/>
                <a:moveTo>
                  <a:pt x="698795" y="441506"/>
                </a:moveTo>
                <a:lnTo>
                  <a:pt x="698455" y="442546"/>
                </a:lnTo>
                <a:lnTo>
                  <a:pt x="701072" y="445984"/>
                </a:lnTo>
                <a:lnTo>
                  <a:pt x="709669" y="449400"/>
                </a:lnTo>
                <a:lnTo>
                  <a:pt x="709853" y="448102"/>
                </a:lnTo>
                <a:close/>
                <a:moveTo>
                  <a:pt x="633771" y="586543"/>
                </a:moveTo>
                <a:lnTo>
                  <a:pt x="633192" y="588325"/>
                </a:lnTo>
                <a:lnTo>
                  <a:pt x="632998" y="590153"/>
                </a:lnTo>
                <a:lnTo>
                  <a:pt x="633003" y="590432"/>
                </a:lnTo>
                <a:lnTo>
                  <a:pt x="633631" y="591433"/>
                </a:lnTo>
                <a:lnTo>
                  <a:pt x="635478" y="593112"/>
                </a:lnTo>
                <a:lnTo>
                  <a:pt x="636253" y="591965"/>
                </a:lnTo>
                <a:lnTo>
                  <a:pt x="636420" y="588061"/>
                </a:lnTo>
                <a:lnTo>
                  <a:pt x="636609" y="587842"/>
                </a:lnTo>
                <a:lnTo>
                  <a:pt x="636447" y="591628"/>
                </a:lnTo>
                <a:lnTo>
                  <a:pt x="637090" y="590376"/>
                </a:lnTo>
                <a:lnTo>
                  <a:pt x="636604" y="587402"/>
                </a:lnTo>
                <a:close/>
                <a:moveTo>
                  <a:pt x="666269" y="513586"/>
                </a:moveTo>
                <a:lnTo>
                  <a:pt x="665901" y="515902"/>
                </a:lnTo>
                <a:lnTo>
                  <a:pt x="666258" y="514731"/>
                </a:lnTo>
                <a:lnTo>
                  <a:pt x="666624" y="514475"/>
                </a:lnTo>
                <a:lnTo>
                  <a:pt x="665998" y="516527"/>
                </a:lnTo>
                <a:lnTo>
                  <a:pt x="667116" y="518212"/>
                </a:lnTo>
                <a:lnTo>
                  <a:pt x="667263" y="514334"/>
                </a:lnTo>
                <a:close/>
                <a:moveTo>
                  <a:pt x="634514" y="584259"/>
                </a:moveTo>
                <a:lnTo>
                  <a:pt x="633983" y="585891"/>
                </a:lnTo>
                <a:lnTo>
                  <a:pt x="636481" y="586649"/>
                </a:lnTo>
                <a:lnTo>
                  <a:pt x="636360" y="585905"/>
                </a:lnTo>
                <a:lnTo>
                  <a:pt x="635408" y="584622"/>
                </a:lnTo>
                <a:close/>
                <a:moveTo>
                  <a:pt x="274217" y="1390876"/>
                </a:moveTo>
                <a:lnTo>
                  <a:pt x="274279" y="1391034"/>
                </a:lnTo>
                <a:lnTo>
                  <a:pt x="275537" y="1391923"/>
                </a:lnTo>
                <a:close/>
                <a:moveTo>
                  <a:pt x="634704" y="583673"/>
                </a:moveTo>
                <a:lnTo>
                  <a:pt x="634601" y="583990"/>
                </a:lnTo>
                <a:lnTo>
                  <a:pt x="635077" y="584175"/>
                </a:lnTo>
                <a:close/>
                <a:moveTo>
                  <a:pt x="628978" y="596362"/>
                </a:moveTo>
                <a:lnTo>
                  <a:pt x="628878" y="596634"/>
                </a:lnTo>
                <a:lnTo>
                  <a:pt x="629170" y="596799"/>
                </a:lnTo>
                <a:close/>
                <a:moveTo>
                  <a:pt x="633394" y="586429"/>
                </a:moveTo>
                <a:lnTo>
                  <a:pt x="633319" y="587131"/>
                </a:lnTo>
                <a:lnTo>
                  <a:pt x="633534" y="586471"/>
                </a:lnTo>
                <a:close/>
                <a:moveTo>
                  <a:pt x="299680" y="1333671"/>
                </a:moveTo>
                <a:lnTo>
                  <a:pt x="299943" y="1334590"/>
                </a:lnTo>
                <a:lnTo>
                  <a:pt x="300114" y="1334815"/>
                </a:lnTo>
                <a:lnTo>
                  <a:pt x="303155" y="1336692"/>
                </a:lnTo>
                <a:lnTo>
                  <a:pt x="304340" y="1337067"/>
                </a:lnTo>
                <a:lnTo>
                  <a:pt x="300559" y="1334111"/>
                </a:lnTo>
                <a:close/>
                <a:moveTo>
                  <a:pt x="611360" y="635706"/>
                </a:moveTo>
                <a:lnTo>
                  <a:pt x="611403" y="636139"/>
                </a:lnTo>
                <a:lnTo>
                  <a:pt x="611469" y="636166"/>
                </a:lnTo>
                <a:lnTo>
                  <a:pt x="611470" y="636167"/>
                </a:lnTo>
                <a:lnTo>
                  <a:pt x="611403" y="635724"/>
                </a:lnTo>
                <a:close/>
                <a:moveTo>
                  <a:pt x="621024" y="613988"/>
                </a:moveTo>
                <a:lnTo>
                  <a:pt x="621079" y="614438"/>
                </a:lnTo>
                <a:lnTo>
                  <a:pt x="621299" y="614109"/>
                </a:lnTo>
                <a:close/>
                <a:moveTo>
                  <a:pt x="277229" y="1383678"/>
                </a:moveTo>
                <a:lnTo>
                  <a:pt x="277729" y="1384964"/>
                </a:lnTo>
                <a:lnTo>
                  <a:pt x="278522" y="1385693"/>
                </a:lnTo>
                <a:close/>
                <a:moveTo>
                  <a:pt x="650490" y="547815"/>
                </a:moveTo>
                <a:lnTo>
                  <a:pt x="652394" y="549664"/>
                </a:lnTo>
                <a:lnTo>
                  <a:pt x="652711" y="549775"/>
                </a:lnTo>
                <a:lnTo>
                  <a:pt x="652971" y="548502"/>
                </a:lnTo>
                <a:lnTo>
                  <a:pt x="652163" y="548022"/>
                </a:lnTo>
                <a:close/>
                <a:moveTo>
                  <a:pt x="679546" y="482750"/>
                </a:moveTo>
                <a:lnTo>
                  <a:pt x="679217" y="486204"/>
                </a:lnTo>
                <a:lnTo>
                  <a:pt x="681668" y="487936"/>
                </a:lnTo>
                <a:lnTo>
                  <a:pt x="681064" y="484216"/>
                </a:lnTo>
                <a:close/>
                <a:moveTo>
                  <a:pt x="290730" y="1353130"/>
                </a:moveTo>
                <a:lnTo>
                  <a:pt x="291868" y="1356326"/>
                </a:lnTo>
                <a:lnTo>
                  <a:pt x="294095" y="1360186"/>
                </a:lnTo>
                <a:lnTo>
                  <a:pt x="297127" y="1361484"/>
                </a:lnTo>
                <a:lnTo>
                  <a:pt x="295309" y="1358335"/>
                </a:lnTo>
                <a:lnTo>
                  <a:pt x="292008" y="1353831"/>
                </a:lnTo>
                <a:close/>
                <a:moveTo>
                  <a:pt x="294110" y="1345318"/>
                </a:moveTo>
                <a:lnTo>
                  <a:pt x="294605" y="1346350"/>
                </a:lnTo>
                <a:lnTo>
                  <a:pt x="294970" y="1346164"/>
                </a:lnTo>
                <a:close/>
                <a:moveTo>
                  <a:pt x="717462" y="397326"/>
                </a:moveTo>
                <a:lnTo>
                  <a:pt x="716768" y="402226"/>
                </a:lnTo>
                <a:lnTo>
                  <a:pt x="718262" y="403086"/>
                </a:lnTo>
                <a:close/>
                <a:moveTo>
                  <a:pt x="713462" y="406254"/>
                </a:moveTo>
                <a:lnTo>
                  <a:pt x="715551" y="407927"/>
                </a:lnTo>
                <a:lnTo>
                  <a:pt x="715668" y="407101"/>
                </a:lnTo>
                <a:close/>
                <a:moveTo>
                  <a:pt x="667955" y="508106"/>
                </a:moveTo>
                <a:lnTo>
                  <a:pt x="667948" y="513381"/>
                </a:lnTo>
                <a:lnTo>
                  <a:pt x="668551" y="513675"/>
                </a:lnTo>
                <a:lnTo>
                  <a:pt x="669238" y="508735"/>
                </a:lnTo>
                <a:close/>
                <a:moveTo>
                  <a:pt x="292122" y="1349525"/>
                </a:moveTo>
                <a:lnTo>
                  <a:pt x="292164" y="1349589"/>
                </a:lnTo>
                <a:lnTo>
                  <a:pt x="292216" y="1349617"/>
                </a:lnTo>
                <a:close/>
                <a:moveTo>
                  <a:pt x="650498" y="547033"/>
                </a:moveTo>
                <a:lnTo>
                  <a:pt x="650477" y="547580"/>
                </a:lnTo>
                <a:lnTo>
                  <a:pt x="651668" y="547727"/>
                </a:lnTo>
                <a:close/>
                <a:moveTo>
                  <a:pt x="292777" y="1347727"/>
                </a:moveTo>
                <a:lnTo>
                  <a:pt x="295672" y="1350574"/>
                </a:lnTo>
                <a:lnTo>
                  <a:pt x="294008" y="1347102"/>
                </a:lnTo>
                <a:close/>
                <a:moveTo>
                  <a:pt x="670590" y="501727"/>
                </a:moveTo>
                <a:lnTo>
                  <a:pt x="670312" y="503726"/>
                </a:lnTo>
                <a:lnTo>
                  <a:pt x="675204" y="506354"/>
                </a:lnTo>
                <a:close/>
                <a:moveTo>
                  <a:pt x="717601" y="396351"/>
                </a:moveTo>
                <a:lnTo>
                  <a:pt x="717576" y="396526"/>
                </a:lnTo>
                <a:lnTo>
                  <a:pt x="718607" y="403284"/>
                </a:lnTo>
                <a:lnTo>
                  <a:pt x="722724" y="405654"/>
                </a:lnTo>
                <a:lnTo>
                  <a:pt x="723221" y="403906"/>
                </a:lnTo>
                <a:lnTo>
                  <a:pt x="723298" y="402000"/>
                </a:lnTo>
                <a:close/>
                <a:moveTo>
                  <a:pt x="677672" y="485721"/>
                </a:moveTo>
                <a:lnTo>
                  <a:pt x="678133" y="487936"/>
                </a:lnTo>
                <a:lnTo>
                  <a:pt x="678367" y="486212"/>
                </a:lnTo>
                <a:close/>
                <a:moveTo>
                  <a:pt x="659197" y="527082"/>
                </a:moveTo>
                <a:lnTo>
                  <a:pt x="657537" y="535194"/>
                </a:lnTo>
                <a:lnTo>
                  <a:pt x="659101" y="536294"/>
                </a:lnTo>
                <a:lnTo>
                  <a:pt x="659087" y="532871"/>
                </a:lnTo>
                <a:lnTo>
                  <a:pt x="659850" y="528066"/>
                </a:lnTo>
                <a:close/>
                <a:moveTo>
                  <a:pt x="287389" y="1359599"/>
                </a:moveTo>
                <a:lnTo>
                  <a:pt x="287976" y="1360198"/>
                </a:lnTo>
                <a:lnTo>
                  <a:pt x="289735" y="1361033"/>
                </a:lnTo>
                <a:lnTo>
                  <a:pt x="289641" y="1360707"/>
                </a:lnTo>
                <a:close/>
                <a:moveTo>
                  <a:pt x="735647" y="355652"/>
                </a:moveTo>
                <a:lnTo>
                  <a:pt x="732843" y="369636"/>
                </a:lnTo>
                <a:lnTo>
                  <a:pt x="732934" y="369800"/>
                </a:lnTo>
                <a:lnTo>
                  <a:pt x="734965" y="362668"/>
                </a:lnTo>
                <a:lnTo>
                  <a:pt x="736182" y="356380"/>
                </a:lnTo>
                <a:close/>
                <a:moveTo>
                  <a:pt x="633662" y="583913"/>
                </a:moveTo>
                <a:lnTo>
                  <a:pt x="633468" y="585734"/>
                </a:lnTo>
                <a:lnTo>
                  <a:pt x="633746" y="585819"/>
                </a:lnTo>
                <a:lnTo>
                  <a:pt x="634283" y="584166"/>
                </a:lnTo>
                <a:close/>
                <a:moveTo>
                  <a:pt x="703309" y="427739"/>
                </a:moveTo>
                <a:lnTo>
                  <a:pt x="698951" y="441032"/>
                </a:lnTo>
                <a:lnTo>
                  <a:pt x="707177" y="445789"/>
                </a:lnTo>
                <a:lnTo>
                  <a:pt x="709947" y="447440"/>
                </a:lnTo>
                <a:lnTo>
                  <a:pt x="711882" y="433799"/>
                </a:lnTo>
                <a:close/>
                <a:moveTo>
                  <a:pt x="753654" y="314885"/>
                </a:moveTo>
                <a:lnTo>
                  <a:pt x="744916" y="338781"/>
                </a:lnTo>
                <a:lnTo>
                  <a:pt x="750652" y="345221"/>
                </a:lnTo>
                <a:lnTo>
                  <a:pt x="753740" y="336104"/>
                </a:lnTo>
                <a:lnTo>
                  <a:pt x="754547" y="316192"/>
                </a:lnTo>
                <a:close/>
                <a:moveTo>
                  <a:pt x="668661" y="505127"/>
                </a:moveTo>
                <a:lnTo>
                  <a:pt x="669366" y="505881"/>
                </a:lnTo>
                <a:lnTo>
                  <a:pt x="669353" y="505499"/>
                </a:lnTo>
                <a:close/>
                <a:moveTo>
                  <a:pt x="276866" y="1382429"/>
                </a:moveTo>
                <a:lnTo>
                  <a:pt x="279799" y="1386865"/>
                </a:lnTo>
                <a:lnTo>
                  <a:pt x="283052" y="1389851"/>
                </a:lnTo>
                <a:lnTo>
                  <a:pt x="279433" y="1383717"/>
                </a:lnTo>
                <a:lnTo>
                  <a:pt x="279224" y="1383471"/>
                </a:lnTo>
                <a:close/>
                <a:moveTo>
                  <a:pt x="633977" y="582694"/>
                </a:moveTo>
                <a:lnTo>
                  <a:pt x="633715" y="583410"/>
                </a:lnTo>
                <a:lnTo>
                  <a:pt x="633691" y="583634"/>
                </a:lnTo>
                <a:lnTo>
                  <a:pt x="634370" y="583899"/>
                </a:lnTo>
                <a:lnTo>
                  <a:pt x="634523" y="583428"/>
                </a:lnTo>
                <a:close/>
                <a:moveTo>
                  <a:pt x="693748" y="448677"/>
                </a:moveTo>
                <a:lnTo>
                  <a:pt x="693339" y="450568"/>
                </a:lnTo>
                <a:lnTo>
                  <a:pt x="694392" y="452392"/>
                </a:lnTo>
                <a:lnTo>
                  <a:pt x="695283" y="449794"/>
                </a:lnTo>
                <a:close/>
                <a:moveTo>
                  <a:pt x="754718" y="311977"/>
                </a:moveTo>
                <a:lnTo>
                  <a:pt x="753754" y="314613"/>
                </a:lnTo>
                <a:lnTo>
                  <a:pt x="754564" y="315766"/>
                </a:lnTo>
                <a:close/>
                <a:moveTo>
                  <a:pt x="670893" y="499557"/>
                </a:moveTo>
                <a:lnTo>
                  <a:pt x="670733" y="500700"/>
                </a:lnTo>
                <a:lnTo>
                  <a:pt x="676348" y="506331"/>
                </a:lnTo>
                <a:lnTo>
                  <a:pt x="676697" y="502663"/>
                </a:lnTo>
                <a:close/>
                <a:moveTo>
                  <a:pt x="620963" y="611319"/>
                </a:moveTo>
                <a:lnTo>
                  <a:pt x="620974" y="611930"/>
                </a:lnTo>
                <a:lnTo>
                  <a:pt x="622015" y="612410"/>
                </a:lnTo>
                <a:lnTo>
                  <a:pt x="622154" y="612031"/>
                </a:lnTo>
                <a:close/>
                <a:moveTo>
                  <a:pt x="667196" y="507735"/>
                </a:moveTo>
                <a:lnTo>
                  <a:pt x="666418" y="512635"/>
                </a:lnTo>
                <a:lnTo>
                  <a:pt x="667311" y="513070"/>
                </a:lnTo>
                <a:lnTo>
                  <a:pt x="667508" y="507887"/>
                </a:lnTo>
                <a:close/>
                <a:moveTo>
                  <a:pt x="307950" y="1312132"/>
                </a:moveTo>
                <a:lnTo>
                  <a:pt x="309143" y="1314239"/>
                </a:lnTo>
                <a:lnTo>
                  <a:pt x="312939" y="1317995"/>
                </a:lnTo>
                <a:lnTo>
                  <a:pt x="315007" y="1319267"/>
                </a:lnTo>
                <a:lnTo>
                  <a:pt x="314261" y="1316680"/>
                </a:lnTo>
                <a:lnTo>
                  <a:pt x="312854" y="1315834"/>
                </a:lnTo>
                <a:lnTo>
                  <a:pt x="312784" y="1315577"/>
                </a:lnTo>
                <a:lnTo>
                  <a:pt x="314186" y="1316420"/>
                </a:lnTo>
                <a:lnTo>
                  <a:pt x="313708" y="1314760"/>
                </a:lnTo>
                <a:lnTo>
                  <a:pt x="313500" y="1314317"/>
                </a:lnTo>
                <a:close/>
                <a:moveTo>
                  <a:pt x="670089" y="501225"/>
                </a:moveTo>
                <a:lnTo>
                  <a:pt x="670100" y="502218"/>
                </a:lnTo>
                <a:lnTo>
                  <a:pt x="670116" y="502438"/>
                </a:lnTo>
                <a:lnTo>
                  <a:pt x="670261" y="501397"/>
                </a:lnTo>
                <a:close/>
                <a:moveTo>
                  <a:pt x="291127" y="1349656"/>
                </a:moveTo>
                <a:lnTo>
                  <a:pt x="291910" y="1351015"/>
                </a:lnTo>
                <a:lnTo>
                  <a:pt x="292745" y="1351580"/>
                </a:lnTo>
                <a:lnTo>
                  <a:pt x="291663" y="1349950"/>
                </a:lnTo>
                <a:close/>
                <a:moveTo>
                  <a:pt x="717949" y="393895"/>
                </a:moveTo>
                <a:lnTo>
                  <a:pt x="717693" y="395701"/>
                </a:lnTo>
                <a:lnTo>
                  <a:pt x="723327" y="401289"/>
                </a:lnTo>
                <a:lnTo>
                  <a:pt x="723536" y="396157"/>
                </a:lnTo>
                <a:lnTo>
                  <a:pt x="723555" y="396134"/>
                </a:lnTo>
                <a:close/>
                <a:moveTo>
                  <a:pt x="756099" y="308200"/>
                </a:moveTo>
                <a:lnTo>
                  <a:pt x="755260" y="310495"/>
                </a:lnTo>
                <a:lnTo>
                  <a:pt x="755020" y="316414"/>
                </a:lnTo>
                <a:lnTo>
                  <a:pt x="759010" y="322089"/>
                </a:lnTo>
                <a:lnTo>
                  <a:pt x="760853" y="324786"/>
                </a:lnTo>
                <a:lnTo>
                  <a:pt x="761357" y="315470"/>
                </a:lnTo>
                <a:lnTo>
                  <a:pt x="758722" y="311262"/>
                </a:lnTo>
                <a:lnTo>
                  <a:pt x="757302" y="309185"/>
                </a:lnTo>
                <a:close/>
                <a:moveTo>
                  <a:pt x="756285" y="307693"/>
                </a:moveTo>
                <a:lnTo>
                  <a:pt x="756158" y="308040"/>
                </a:lnTo>
                <a:lnTo>
                  <a:pt x="756982" y="308713"/>
                </a:lnTo>
                <a:close/>
                <a:moveTo>
                  <a:pt x="694159" y="446781"/>
                </a:moveTo>
                <a:lnTo>
                  <a:pt x="693836" y="448273"/>
                </a:lnTo>
                <a:lnTo>
                  <a:pt x="695420" y="449393"/>
                </a:lnTo>
                <a:lnTo>
                  <a:pt x="695805" y="448270"/>
                </a:lnTo>
                <a:close/>
                <a:moveTo>
                  <a:pt x="618949" y="615068"/>
                </a:moveTo>
                <a:lnTo>
                  <a:pt x="618596" y="618115"/>
                </a:lnTo>
                <a:lnTo>
                  <a:pt x="620072" y="615928"/>
                </a:lnTo>
                <a:close/>
                <a:moveTo>
                  <a:pt x="620679" y="611151"/>
                </a:moveTo>
                <a:lnTo>
                  <a:pt x="620682" y="611178"/>
                </a:lnTo>
                <a:lnTo>
                  <a:pt x="620682" y="611152"/>
                </a:lnTo>
                <a:close/>
                <a:moveTo>
                  <a:pt x="667576" y="506095"/>
                </a:moveTo>
                <a:lnTo>
                  <a:pt x="667250" y="507430"/>
                </a:lnTo>
                <a:lnTo>
                  <a:pt x="667520" y="507563"/>
                </a:lnTo>
                <a:close/>
                <a:moveTo>
                  <a:pt x="667960" y="505125"/>
                </a:moveTo>
                <a:lnTo>
                  <a:pt x="667956" y="507776"/>
                </a:lnTo>
                <a:lnTo>
                  <a:pt x="669281" y="508426"/>
                </a:lnTo>
                <a:lnTo>
                  <a:pt x="669417" y="507452"/>
                </a:lnTo>
                <a:lnTo>
                  <a:pt x="669390" y="506658"/>
                </a:lnTo>
                <a:close/>
                <a:moveTo>
                  <a:pt x="705718" y="420500"/>
                </a:moveTo>
                <a:lnTo>
                  <a:pt x="704899" y="422892"/>
                </a:lnTo>
                <a:lnTo>
                  <a:pt x="703526" y="427077"/>
                </a:lnTo>
                <a:lnTo>
                  <a:pt x="711987" y="433057"/>
                </a:lnTo>
                <a:lnTo>
                  <a:pt x="712180" y="431695"/>
                </a:lnTo>
                <a:lnTo>
                  <a:pt x="705342" y="426878"/>
                </a:lnTo>
                <a:lnTo>
                  <a:pt x="705882" y="426849"/>
                </a:lnTo>
                <a:lnTo>
                  <a:pt x="712233" y="431323"/>
                </a:lnTo>
                <a:lnTo>
                  <a:pt x="712315" y="430741"/>
                </a:lnTo>
                <a:lnTo>
                  <a:pt x="708137" y="423503"/>
                </a:lnTo>
                <a:lnTo>
                  <a:pt x="706016" y="420676"/>
                </a:lnTo>
                <a:close/>
                <a:moveTo>
                  <a:pt x="680567" y="476778"/>
                </a:moveTo>
                <a:lnTo>
                  <a:pt x="681790" y="484308"/>
                </a:lnTo>
                <a:lnTo>
                  <a:pt x="683165" y="485555"/>
                </a:lnTo>
                <a:lnTo>
                  <a:pt x="683115" y="482505"/>
                </a:lnTo>
                <a:lnTo>
                  <a:pt x="683410" y="482119"/>
                </a:lnTo>
                <a:lnTo>
                  <a:pt x="683467" y="485606"/>
                </a:lnTo>
                <a:lnTo>
                  <a:pt x="685354" y="479851"/>
                </a:lnTo>
                <a:close/>
                <a:moveTo>
                  <a:pt x="220568" y="1506711"/>
                </a:moveTo>
                <a:lnTo>
                  <a:pt x="226620" y="1511049"/>
                </a:lnTo>
                <a:lnTo>
                  <a:pt x="223576" y="1507047"/>
                </a:lnTo>
                <a:close/>
                <a:moveTo>
                  <a:pt x="637488" y="573092"/>
                </a:moveTo>
                <a:lnTo>
                  <a:pt x="637275" y="573673"/>
                </a:lnTo>
                <a:lnTo>
                  <a:pt x="640656" y="578229"/>
                </a:lnTo>
                <a:lnTo>
                  <a:pt x="641004" y="576816"/>
                </a:lnTo>
                <a:close/>
                <a:moveTo>
                  <a:pt x="290010" y="1351106"/>
                </a:moveTo>
                <a:lnTo>
                  <a:pt x="290520" y="1352540"/>
                </a:lnTo>
                <a:lnTo>
                  <a:pt x="291425" y="1353037"/>
                </a:lnTo>
                <a:close/>
                <a:moveTo>
                  <a:pt x="680019" y="477789"/>
                </a:moveTo>
                <a:lnTo>
                  <a:pt x="679588" y="482311"/>
                </a:lnTo>
                <a:lnTo>
                  <a:pt x="680955" y="483551"/>
                </a:lnTo>
                <a:close/>
                <a:moveTo>
                  <a:pt x="653037" y="538166"/>
                </a:moveTo>
                <a:lnTo>
                  <a:pt x="653119" y="538229"/>
                </a:lnTo>
                <a:lnTo>
                  <a:pt x="653119" y="538223"/>
                </a:lnTo>
                <a:close/>
                <a:moveTo>
                  <a:pt x="637784" y="572283"/>
                </a:moveTo>
                <a:lnTo>
                  <a:pt x="637625" y="572716"/>
                </a:lnTo>
                <a:lnTo>
                  <a:pt x="641105" y="576402"/>
                </a:lnTo>
                <a:lnTo>
                  <a:pt x="641117" y="576352"/>
                </a:lnTo>
                <a:lnTo>
                  <a:pt x="640124" y="573235"/>
                </a:lnTo>
                <a:close/>
                <a:moveTo>
                  <a:pt x="696721" y="440270"/>
                </a:moveTo>
                <a:lnTo>
                  <a:pt x="697980" y="441924"/>
                </a:lnTo>
                <a:lnTo>
                  <a:pt x="698238" y="441174"/>
                </a:lnTo>
                <a:close/>
                <a:moveTo>
                  <a:pt x="236492" y="1470723"/>
                </a:moveTo>
                <a:lnTo>
                  <a:pt x="242912" y="1477593"/>
                </a:lnTo>
                <a:lnTo>
                  <a:pt x="240086" y="1473064"/>
                </a:lnTo>
                <a:close/>
                <a:moveTo>
                  <a:pt x="273254" y="1388401"/>
                </a:moveTo>
                <a:lnTo>
                  <a:pt x="273418" y="1388823"/>
                </a:lnTo>
                <a:lnTo>
                  <a:pt x="277130" y="1391757"/>
                </a:lnTo>
                <a:lnTo>
                  <a:pt x="276682" y="1391215"/>
                </a:lnTo>
                <a:close/>
                <a:moveTo>
                  <a:pt x="289955" y="1350836"/>
                </a:moveTo>
                <a:lnTo>
                  <a:pt x="291665" y="1353168"/>
                </a:lnTo>
                <a:lnTo>
                  <a:pt x="292636" y="1353700"/>
                </a:lnTo>
                <a:lnTo>
                  <a:pt x="291643" y="1351979"/>
                </a:lnTo>
                <a:close/>
                <a:moveTo>
                  <a:pt x="758791" y="300838"/>
                </a:moveTo>
                <a:lnTo>
                  <a:pt x="756488" y="307138"/>
                </a:lnTo>
                <a:lnTo>
                  <a:pt x="758302" y="309794"/>
                </a:lnTo>
                <a:lnTo>
                  <a:pt x="765755" y="315887"/>
                </a:lnTo>
                <a:lnTo>
                  <a:pt x="767203" y="307385"/>
                </a:lnTo>
                <a:close/>
                <a:moveTo>
                  <a:pt x="706934" y="416953"/>
                </a:moveTo>
                <a:lnTo>
                  <a:pt x="706561" y="418042"/>
                </a:lnTo>
                <a:lnTo>
                  <a:pt x="709273" y="421658"/>
                </a:lnTo>
                <a:lnTo>
                  <a:pt x="711736" y="423127"/>
                </a:lnTo>
                <a:lnTo>
                  <a:pt x="711690" y="422822"/>
                </a:lnTo>
                <a:close/>
                <a:moveTo>
                  <a:pt x="638871" y="569310"/>
                </a:moveTo>
                <a:lnTo>
                  <a:pt x="638811" y="569475"/>
                </a:lnTo>
                <a:lnTo>
                  <a:pt x="638929" y="569491"/>
                </a:lnTo>
                <a:close/>
                <a:moveTo>
                  <a:pt x="290696" y="1348783"/>
                </a:moveTo>
                <a:lnTo>
                  <a:pt x="290998" y="1348948"/>
                </a:lnTo>
                <a:lnTo>
                  <a:pt x="290840" y="1348711"/>
                </a:lnTo>
                <a:close/>
                <a:moveTo>
                  <a:pt x="707277" y="415954"/>
                </a:moveTo>
                <a:lnTo>
                  <a:pt x="707047" y="416624"/>
                </a:lnTo>
                <a:lnTo>
                  <a:pt x="711602" y="422243"/>
                </a:lnTo>
                <a:lnTo>
                  <a:pt x="711417" y="421035"/>
                </a:lnTo>
                <a:close/>
                <a:moveTo>
                  <a:pt x="619168" y="613178"/>
                </a:moveTo>
                <a:lnTo>
                  <a:pt x="619145" y="613377"/>
                </a:lnTo>
                <a:lnTo>
                  <a:pt x="620629" y="614514"/>
                </a:lnTo>
                <a:lnTo>
                  <a:pt x="620539" y="613777"/>
                </a:lnTo>
                <a:close/>
                <a:moveTo>
                  <a:pt x="670067" y="499115"/>
                </a:moveTo>
                <a:lnTo>
                  <a:pt x="670077" y="500041"/>
                </a:lnTo>
                <a:lnTo>
                  <a:pt x="670404" y="500369"/>
                </a:lnTo>
                <a:lnTo>
                  <a:pt x="670543" y="499369"/>
                </a:lnTo>
                <a:close/>
                <a:moveTo>
                  <a:pt x="639795" y="566782"/>
                </a:moveTo>
                <a:lnTo>
                  <a:pt x="639073" y="568759"/>
                </a:lnTo>
                <a:lnTo>
                  <a:pt x="639323" y="569546"/>
                </a:lnTo>
                <a:lnTo>
                  <a:pt x="641563" y="569854"/>
                </a:lnTo>
                <a:lnTo>
                  <a:pt x="641491" y="569339"/>
                </a:lnTo>
                <a:close/>
                <a:moveTo>
                  <a:pt x="717125" y="393566"/>
                </a:moveTo>
                <a:lnTo>
                  <a:pt x="717365" y="395138"/>
                </a:lnTo>
                <a:lnTo>
                  <a:pt x="717563" y="393741"/>
                </a:lnTo>
                <a:close/>
                <a:moveTo>
                  <a:pt x="707825" y="414354"/>
                </a:moveTo>
                <a:lnTo>
                  <a:pt x="707391" y="415622"/>
                </a:lnTo>
                <a:lnTo>
                  <a:pt x="710296" y="419090"/>
                </a:lnTo>
                <a:lnTo>
                  <a:pt x="711311" y="420335"/>
                </a:lnTo>
                <a:lnTo>
                  <a:pt x="710682" y="416214"/>
                </a:lnTo>
                <a:close/>
                <a:moveTo>
                  <a:pt x="708250" y="413116"/>
                </a:moveTo>
                <a:lnTo>
                  <a:pt x="710426" y="414533"/>
                </a:lnTo>
                <a:lnTo>
                  <a:pt x="710405" y="414397"/>
                </a:lnTo>
                <a:lnTo>
                  <a:pt x="708251" y="413113"/>
                </a:lnTo>
                <a:close/>
                <a:moveTo>
                  <a:pt x="648823" y="546036"/>
                </a:moveTo>
                <a:lnTo>
                  <a:pt x="648792" y="546165"/>
                </a:lnTo>
                <a:lnTo>
                  <a:pt x="649655" y="547004"/>
                </a:lnTo>
                <a:lnTo>
                  <a:pt x="649745" y="546585"/>
                </a:lnTo>
                <a:close/>
                <a:moveTo>
                  <a:pt x="268584" y="1397295"/>
                </a:moveTo>
                <a:lnTo>
                  <a:pt x="272044" y="1402356"/>
                </a:lnTo>
                <a:lnTo>
                  <a:pt x="272844" y="1402922"/>
                </a:lnTo>
                <a:lnTo>
                  <a:pt x="277693" y="1404981"/>
                </a:lnTo>
                <a:lnTo>
                  <a:pt x="277346" y="1404089"/>
                </a:lnTo>
                <a:lnTo>
                  <a:pt x="275694" y="1403131"/>
                </a:lnTo>
                <a:close/>
                <a:moveTo>
                  <a:pt x="761290" y="294005"/>
                </a:moveTo>
                <a:lnTo>
                  <a:pt x="759288" y="299479"/>
                </a:lnTo>
                <a:lnTo>
                  <a:pt x="767465" y="305844"/>
                </a:lnTo>
                <a:lnTo>
                  <a:pt x="768215" y="301439"/>
                </a:lnTo>
                <a:close/>
                <a:moveTo>
                  <a:pt x="761529" y="293352"/>
                </a:moveTo>
                <a:lnTo>
                  <a:pt x="761459" y="293543"/>
                </a:lnTo>
                <a:lnTo>
                  <a:pt x="768308" y="300895"/>
                </a:lnTo>
                <a:lnTo>
                  <a:pt x="768388" y="300424"/>
                </a:lnTo>
                <a:close/>
                <a:moveTo>
                  <a:pt x="237418" y="1466818"/>
                </a:moveTo>
                <a:lnTo>
                  <a:pt x="238060" y="1467661"/>
                </a:lnTo>
                <a:lnTo>
                  <a:pt x="242701" y="1473280"/>
                </a:lnTo>
                <a:lnTo>
                  <a:pt x="243224" y="1473619"/>
                </a:lnTo>
                <a:lnTo>
                  <a:pt x="258695" y="1482591"/>
                </a:lnTo>
                <a:lnTo>
                  <a:pt x="250461" y="1474463"/>
                </a:lnTo>
                <a:lnTo>
                  <a:pt x="250427" y="1474187"/>
                </a:lnTo>
                <a:lnTo>
                  <a:pt x="259290" y="1482935"/>
                </a:lnTo>
                <a:lnTo>
                  <a:pt x="262648" y="1484883"/>
                </a:lnTo>
                <a:lnTo>
                  <a:pt x="267560" y="1486402"/>
                </a:lnTo>
                <a:lnTo>
                  <a:pt x="264505" y="1480265"/>
                </a:lnTo>
                <a:lnTo>
                  <a:pt x="246723" y="1470102"/>
                </a:lnTo>
                <a:close/>
                <a:moveTo>
                  <a:pt x="669025" y="500157"/>
                </a:moveTo>
                <a:lnTo>
                  <a:pt x="668404" y="502699"/>
                </a:lnTo>
                <a:lnTo>
                  <a:pt x="669278" y="503168"/>
                </a:lnTo>
                <a:lnTo>
                  <a:pt x="669185" y="500319"/>
                </a:lnTo>
                <a:close/>
                <a:moveTo>
                  <a:pt x="692407" y="447701"/>
                </a:moveTo>
                <a:lnTo>
                  <a:pt x="692508" y="449129"/>
                </a:lnTo>
                <a:lnTo>
                  <a:pt x="693231" y="450382"/>
                </a:lnTo>
                <a:lnTo>
                  <a:pt x="693621" y="448584"/>
                </a:lnTo>
                <a:close/>
                <a:moveTo>
                  <a:pt x="245319" y="1448796"/>
                </a:moveTo>
                <a:lnTo>
                  <a:pt x="249812" y="1451215"/>
                </a:lnTo>
                <a:lnTo>
                  <a:pt x="247945" y="1449156"/>
                </a:lnTo>
                <a:lnTo>
                  <a:pt x="247924" y="1448858"/>
                </a:lnTo>
                <a:lnTo>
                  <a:pt x="250301" y="1451479"/>
                </a:lnTo>
                <a:lnTo>
                  <a:pt x="250454" y="1451561"/>
                </a:lnTo>
                <a:lnTo>
                  <a:pt x="249526" y="1449457"/>
                </a:lnTo>
                <a:lnTo>
                  <a:pt x="246644" y="1447462"/>
                </a:lnTo>
                <a:close/>
                <a:moveTo>
                  <a:pt x="709606" y="409161"/>
                </a:moveTo>
                <a:lnTo>
                  <a:pt x="708370" y="412767"/>
                </a:lnTo>
                <a:lnTo>
                  <a:pt x="710335" y="413938"/>
                </a:lnTo>
                <a:close/>
                <a:moveTo>
                  <a:pt x="651822" y="538219"/>
                </a:moveTo>
                <a:lnTo>
                  <a:pt x="650631" y="543777"/>
                </a:lnTo>
                <a:lnTo>
                  <a:pt x="650505" y="546868"/>
                </a:lnTo>
                <a:lnTo>
                  <a:pt x="652028" y="547772"/>
                </a:lnTo>
                <a:lnTo>
                  <a:pt x="653093" y="547904"/>
                </a:lnTo>
                <a:lnTo>
                  <a:pt x="653680" y="545036"/>
                </a:lnTo>
                <a:lnTo>
                  <a:pt x="653205" y="539278"/>
                </a:lnTo>
                <a:close/>
                <a:moveTo>
                  <a:pt x="713319" y="400468"/>
                </a:moveTo>
                <a:lnTo>
                  <a:pt x="716121" y="403907"/>
                </a:lnTo>
                <a:lnTo>
                  <a:pt x="716360" y="402218"/>
                </a:lnTo>
                <a:close/>
                <a:moveTo>
                  <a:pt x="648403" y="545787"/>
                </a:moveTo>
                <a:lnTo>
                  <a:pt x="648583" y="545963"/>
                </a:lnTo>
                <a:lnTo>
                  <a:pt x="648598" y="545903"/>
                </a:lnTo>
                <a:close/>
                <a:moveTo>
                  <a:pt x="289507" y="1349387"/>
                </a:moveTo>
                <a:lnTo>
                  <a:pt x="290557" y="1350098"/>
                </a:lnTo>
                <a:lnTo>
                  <a:pt x="290001" y="1349136"/>
                </a:lnTo>
                <a:close/>
                <a:moveTo>
                  <a:pt x="605911" y="640844"/>
                </a:moveTo>
                <a:lnTo>
                  <a:pt x="605838" y="642664"/>
                </a:lnTo>
                <a:lnTo>
                  <a:pt x="605836" y="645673"/>
                </a:lnTo>
                <a:lnTo>
                  <a:pt x="605879" y="644072"/>
                </a:lnTo>
                <a:lnTo>
                  <a:pt x="606017" y="640660"/>
                </a:lnTo>
                <a:close/>
                <a:moveTo>
                  <a:pt x="619485" y="610439"/>
                </a:moveTo>
                <a:lnTo>
                  <a:pt x="619397" y="611202"/>
                </a:lnTo>
                <a:lnTo>
                  <a:pt x="620276" y="611608"/>
                </a:lnTo>
                <a:lnTo>
                  <a:pt x="620184" y="610855"/>
                </a:lnTo>
                <a:close/>
                <a:moveTo>
                  <a:pt x="710743" y="405843"/>
                </a:moveTo>
                <a:lnTo>
                  <a:pt x="709943" y="408176"/>
                </a:lnTo>
                <a:lnTo>
                  <a:pt x="710871" y="414257"/>
                </a:lnTo>
                <a:lnTo>
                  <a:pt x="714358" y="416335"/>
                </a:lnTo>
                <a:lnTo>
                  <a:pt x="715326" y="409513"/>
                </a:lnTo>
                <a:close/>
                <a:moveTo>
                  <a:pt x="604335" y="643593"/>
                </a:moveTo>
                <a:lnTo>
                  <a:pt x="604490" y="643977"/>
                </a:lnTo>
                <a:lnTo>
                  <a:pt x="604728" y="642908"/>
                </a:lnTo>
                <a:close/>
                <a:moveTo>
                  <a:pt x="671943" y="492014"/>
                </a:moveTo>
                <a:lnTo>
                  <a:pt x="671120" y="497920"/>
                </a:lnTo>
                <a:lnTo>
                  <a:pt x="676904" y="500490"/>
                </a:lnTo>
                <a:lnTo>
                  <a:pt x="677209" y="497294"/>
                </a:lnTo>
                <a:close/>
                <a:moveTo>
                  <a:pt x="236678" y="1466557"/>
                </a:moveTo>
                <a:lnTo>
                  <a:pt x="239632" y="1471292"/>
                </a:lnTo>
                <a:lnTo>
                  <a:pt x="241001" y="1472178"/>
                </a:lnTo>
                <a:lnTo>
                  <a:pt x="236740" y="1466578"/>
                </a:lnTo>
                <a:close/>
                <a:moveTo>
                  <a:pt x="650147" y="540651"/>
                </a:moveTo>
                <a:lnTo>
                  <a:pt x="648860" y="545890"/>
                </a:lnTo>
                <a:lnTo>
                  <a:pt x="649777" y="546435"/>
                </a:lnTo>
                <a:lnTo>
                  <a:pt x="649935" y="545696"/>
                </a:lnTo>
                <a:lnTo>
                  <a:pt x="650121" y="541119"/>
                </a:lnTo>
                <a:close/>
                <a:moveTo>
                  <a:pt x="680604" y="472425"/>
                </a:moveTo>
                <a:lnTo>
                  <a:pt x="680361" y="474208"/>
                </a:lnTo>
                <a:lnTo>
                  <a:pt x="680283" y="475029"/>
                </a:lnTo>
                <a:lnTo>
                  <a:pt x="680419" y="475868"/>
                </a:lnTo>
                <a:lnTo>
                  <a:pt x="685132" y="478893"/>
                </a:lnTo>
                <a:close/>
                <a:moveTo>
                  <a:pt x="249645" y="1437145"/>
                </a:moveTo>
                <a:lnTo>
                  <a:pt x="251810" y="1441496"/>
                </a:lnTo>
                <a:lnTo>
                  <a:pt x="252270" y="1441033"/>
                </a:lnTo>
                <a:close/>
                <a:moveTo>
                  <a:pt x="626574" y="593094"/>
                </a:moveTo>
                <a:lnTo>
                  <a:pt x="628094" y="595786"/>
                </a:lnTo>
                <a:lnTo>
                  <a:pt x="628382" y="595002"/>
                </a:lnTo>
                <a:lnTo>
                  <a:pt x="628240" y="594680"/>
                </a:lnTo>
                <a:close/>
                <a:moveTo>
                  <a:pt x="712619" y="400373"/>
                </a:moveTo>
                <a:lnTo>
                  <a:pt x="711218" y="404457"/>
                </a:lnTo>
                <a:lnTo>
                  <a:pt x="712751" y="405684"/>
                </a:lnTo>
                <a:lnTo>
                  <a:pt x="715707" y="406820"/>
                </a:lnTo>
                <a:lnTo>
                  <a:pt x="716028" y="404556"/>
                </a:lnTo>
                <a:close/>
                <a:moveTo>
                  <a:pt x="289097" y="1348544"/>
                </a:moveTo>
                <a:lnTo>
                  <a:pt x="289279" y="1349054"/>
                </a:lnTo>
                <a:lnTo>
                  <a:pt x="289667" y="1348856"/>
                </a:lnTo>
                <a:close/>
                <a:moveTo>
                  <a:pt x="668682" y="498374"/>
                </a:moveTo>
                <a:lnTo>
                  <a:pt x="668646" y="498606"/>
                </a:lnTo>
                <a:lnTo>
                  <a:pt x="668705" y="498665"/>
                </a:lnTo>
                <a:lnTo>
                  <a:pt x="668765" y="498417"/>
                </a:lnTo>
                <a:close/>
                <a:moveTo>
                  <a:pt x="289646" y="1347090"/>
                </a:moveTo>
                <a:lnTo>
                  <a:pt x="290439" y="1348465"/>
                </a:lnTo>
                <a:lnTo>
                  <a:pt x="290616" y="1348374"/>
                </a:lnTo>
                <a:lnTo>
                  <a:pt x="289984" y="1347422"/>
                </a:lnTo>
                <a:close/>
                <a:moveTo>
                  <a:pt x="629803" y="585340"/>
                </a:moveTo>
                <a:lnTo>
                  <a:pt x="630446" y="586364"/>
                </a:lnTo>
                <a:lnTo>
                  <a:pt x="630532" y="585561"/>
                </a:lnTo>
                <a:close/>
                <a:moveTo>
                  <a:pt x="619801" y="607712"/>
                </a:moveTo>
                <a:lnTo>
                  <a:pt x="619563" y="609768"/>
                </a:lnTo>
                <a:lnTo>
                  <a:pt x="620089" y="610082"/>
                </a:lnTo>
                <a:close/>
                <a:moveTo>
                  <a:pt x="296189" y="1332174"/>
                </a:moveTo>
                <a:lnTo>
                  <a:pt x="296270" y="1332349"/>
                </a:lnTo>
                <a:lnTo>
                  <a:pt x="297294" y="1333074"/>
                </a:lnTo>
                <a:lnTo>
                  <a:pt x="298136" y="1333594"/>
                </a:lnTo>
                <a:lnTo>
                  <a:pt x="297903" y="1332781"/>
                </a:lnTo>
                <a:close/>
                <a:moveTo>
                  <a:pt x="678689" y="475573"/>
                </a:moveTo>
                <a:lnTo>
                  <a:pt x="678989" y="481642"/>
                </a:lnTo>
                <a:lnTo>
                  <a:pt x="679723" y="476236"/>
                </a:lnTo>
                <a:close/>
                <a:moveTo>
                  <a:pt x="768219" y="275058"/>
                </a:moveTo>
                <a:lnTo>
                  <a:pt x="761670" y="292964"/>
                </a:lnTo>
                <a:lnTo>
                  <a:pt x="768466" y="299969"/>
                </a:lnTo>
                <a:lnTo>
                  <a:pt x="770821" y="286142"/>
                </a:lnTo>
                <a:lnTo>
                  <a:pt x="771013" y="285967"/>
                </a:lnTo>
                <a:lnTo>
                  <a:pt x="768604" y="300112"/>
                </a:lnTo>
                <a:lnTo>
                  <a:pt x="797339" y="329739"/>
                </a:lnTo>
                <a:lnTo>
                  <a:pt x="798512" y="321254"/>
                </a:lnTo>
                <a:lnTo>
                  <a:pt x="781083" y="290064"/>
                </a:lnTo>
                <a:lnTo>
                  <a:pt x="775392" y="280195"/>
                </a:lnTo>
                <a:close/>
                <a:moveTo>
                  <a:pt x="650915" y="537525"/>
                </a:moveTo>
                <a:lnTo>
                  <a:pt x="650877" y="537679"/>
                </a:lnTo>
                <a:lnTo>
                  <a:pt x="650696" y="542148"/>
                </a:lnTo>
                <a:lnTo>
                  <a:pt x="651580" y="538034"/>
                </a:lnTo>
                <a:close/>
                <a:moveTo>
                  <a:pt x="692218" y="445026"/>
                </a:moveTo>
                <a:lnTo>
                  <a:pt x="692375" y="447241"/>
                </a:lnTo>
                <a:lnTo>
                  <a:pt x="693708" y="448183"/>
                </a:lnTo>
                <a:lnTo>
                  <a:pt x="694035" y="446670"/>
                </a:lnTo>
                <a:close/>
                <a:moveTo>
                  <a:pt x="714912" y="393684"/>
                </a:moveTo>
                <a:lnTo>
                  <a:pt x="712803" y="399836"/>
                </a:lnTo>
                <a:lnTo>
                  <a:pt x="712974" y="400045"/>
                </a:lnTo>
                <a:lnTo>
                  <a:pt x="716390" y="402010"/>
                </a:lnTo>
                <a:lnTo>
                  <a:pt x="717243" y="395995"/>
                </a:lnTo>
                <a:close/>
                <a:moveTo>
                  <a:pt x="769854" y="270587"/>
                </a:moveTo>
                <a:lnTo>
                  <a:pt x="768358" y="274677"/>
                </a:lnTo>
                <a:lnTo>
                  <a:pt x="774921" y="279377"/>
                </a:lnTo>
                <a:close/>
                <a:moveTo>
                  <a:pt x="676429" y="479741"/>
                </a:moveTo>
                <a:lnTo>
                  <a:pt x="677524" y="485008"/>
                </a:lnTo>
                <a:lnTo>
                  <a:pt x="678443" y="485657"/>
                </a:lnTo>
                <a:lnTo>
                  <a:pt x="678581" y="484643"/>
                </a:lnTo>
                <a:lnTo>
                  <a:pt x="678435" y="481678"/>
                </a:lnTo>
                <a:close/>
                <a:moveTo>
                  <a:pt x="650275" y="538276"/>
                </a:moveTo>
                <a:lnTo>
                  <a:pt x="649778" y="539485"/>
                </a:lnTo>
                <a:lnTo>
                  <a:pt x="647716" y="545120"/>
                </a:lnTo>
                <a:lnTo>
                  <a:pt x="647953" y="545350"/>
                </a:lnTo>
                <a:lnTo>
                  <a:pt x="648635" y="545755"/>
                </a:lnTo>
                <a:lnTo>
                  <a:pt x="650220" y="539306"/>
                </a:lnTo>
                <a:close/>
                <a:moveTo>
                  <a:pt x="715214" y="392802"/>
                </a:moveTo>
                <a:lnTo>
                  <a:pt x="715101" y="393131"/>
                </a:lnTo>
                <a:lnTo>
                  <a:pt x="717164" y="395177"/>
                </a:lnTo>
                <a:lnTo>
                  <a:pt x="716930" y="393487"/>
                </a:lnTo>
                <a:close/>
                <a:moveTo>
                  <a:pt x="319216" y="1279511"/>
                </a:moveTo>
                <a:lnTo>
                  <a:pt x="319323" y="1279730"/>
                </a:lnTo>
                <a:lnTo>
                  <a:pt x="319269" y="1279548"/>
                </a:lnTo>
                <a:close/>
                <a:moveTo>
                  <a:pt x="681023" y="469334"/>
                </a:moveTo>
                <a:lnTo>
                  <a:pt x="680803" y="470953"/>
                </a:lnTo>
                <a:lnTo>
                  <a:pt x="681499" y="471866"/>
                </a:lnTo>
                <a:lnTo>
                  <a:pt x="685907" y="478163"/>
                </a:lnTo>
                <a:lnTo>
                  <a:pt x="687183" y="474269"/>
                </a:lnTo>
                <a:close/>
                <a:moveTo>
                  <a:pt x="671196" y="491264"/>
                </a:moveTo>
                <a:lnTo>
                  <a:pt x="670033" y="496027"/>
                </a:lnTo>
                <a:lnTo>
                  <a:pt x="670049" y="497443"/>
                </a:lnTo>
                <a:lnTo>
                  <a:pt x="670766" y="497763"/>
                </a:lnTo>
                <a:lnTo>
                  <a:pt x="671613" y="491683"/>
                </a:lnTo>
                <a:close/>
                <a:moveTo>
                  <a:pt x="669048" y="496072"/>
                </a:moveTo>
                <a:lnTo>
                  <a:pt x="668911" y="496937"/>
                </a:lnTo>
                <a:lnTo>
                  <a:pt x="669079" y="497012"/>
                </a:lnTo>
                <a:close/>
                <a:moveTo>
                  <a:pt x="299867" y="1322399"/>
                </a:moveTo>
                <a:lnTo>
                  <a:pt x="301268" y="1325447"/>
                </a:lnTo>
                <a:lnTo>
                  <a:pt x="302988" y="1326374"/>
                </a:lnTo>
                <a:close/>
                <a:moveTo>
                  <a:pt x="269239" y="1390907"/>
                </a:moveTo>
                <a:lnTo>
                  <a:pt x="271093" y="1392887"/>
                </a:lnTo>
                <a:lnTo>
                  <a:pt x="273582" y="1395336"/>
                </a:lnTo>
                <a:lnTo>
                  <a:pt x="274001" y="1395501"/>
                </a:lnTo>
                <a:lnTo>
                  <a:pt x="273415" y="1393997"/>
                </a:lnTo>
                <a:close/>
                <a:moveTo>
                  <a:pt x="716368" y="389439"/>
                </a:moveTo>
                <a:lnTo>
                  <a:pt x="715470" y="392056"/>
                </a:lnTo>
                <a:lnTo>
                  <a:pt x="716802" y="392568"/>
                </a:lnTo>
                <a:close/>
                <a:moveTo>
                  <a:pt x="620811" y="603380"/>
                </a:moveTo>
                <a:lnTo>
                  <a:pt x="620949" y="610594"/>
                </a:lnTo>
                <a:lnTo>
                  <a:pt x="622369" y="611441"/>
                </a:lnTo>
                <a:lnTo>
                  <a:pt x="624696" y="605077"/>
                </a:lnTo>
                <a:close/>
                <a:moveTo>
                  <a:pt x="740867" y="334474"/>
                </a:moveTo>
                <a:lnTo>
                  <a:pt x="737659" y="351056"/>
                </a:lnTo>
                <a:lnTo>
                  <a:pt x="737388" y="353562"/>
                </a:lnTo>
                <a:lnTo>
                  <a:pt x="737827" y="354157"/>
                </a:lnTo>
                <a:lnTo>
                  <a:pt x="743801" y="337819"/>
                </a:lnTo>
                <a:lnTo>
                  <a:pt x="742207" y="335980"/>
                </a:lnTo>
                <a:close/>
                <a:moveTo>
                  <a:pt x="273458" y="1381042"/>
                </a:moveTo>
                <a:lnTo>
                  <a:pt x="275386" y="1382813"/>
                </a:lnTo>
                <a:lnTo>
                  <a:pt x="274929" y="1381638"/>
                </a:lnTo>
                <a:close/>
                <a:moveTo>
                  <a:pt x="709426" y="404787"/>
                </a:moveTo>
                <a:lnTo>
                  <a:pt x="709823" y="407383"/>
                </a:lnTo>
                <a:lnTo>
                  <a:pt x="710435" y="405596"/>
                </a:lnTo>
                <a:close/>
                <a:moveTo>
                  <a:pt x="656080" y="524170"/>
                </a:moveTo>
                <a:lnTo>
                  <a:pt x="654351" y="528370"/>
                </a:lnTo>
                <a:lnTo>
                  <a:pt x="654694" y="533193"/>
                </a:lnTo>
                <a:lnTo>
                  <a:pt x="656121" y="534197"/>
                </a:lnTo>
                <a:lnTo>
                  <a:pt x="658447" y="525951"/>
                </a:lnTo>
                <a:lnTo>
                  <a:pt x="658305" y="525735"/>
                </a:lnTo>
                <a:close/>
                <a:moveTo>
                  <a:pt x="656534" y="523066"/>
                </a:moveTo>
                <a:lnTo>
                  <a:pt x="656167" y="523960"/>
                </a:lnTo>
                <a:lnTo>
                  <a:pt x="657968" y="525229"/>
                </a:lnTo>
                <a:close/>
                <a:moveTo>
                  <a:pt x="679636" y="471043"/>
                </a:moveTo>
                <a:lnTo>
                  <a:pt x="680067" y="473701"/>
                </a:lnTo>
                <a:lnTo>
                  <a:pt x="680299" y="471991"/>
                </a:lnTo>
                <a:close/>
                <a:moveTo>
                  <a:pt x="692143" y="442785"/>
                </a:moveTo>
                <a:lnTo>
                  <a:pt x="692141" y="443249"/>
                </a:lnTo>
                <a:lnTo>
                  <a:pt x="696252" y="446965"/>
                </a:lnTo>
                <a:lnTo>
                  <a:pt x="697021" y="444722"/>
                </a:lnTo>
                <a:close/>
                <a:moveTo>
                  <a:pt x="681369" y="466788"/>
                </a:moveTo>
                <a:lnTo>
                  <a:pt x="681185" y="468146"/>
                </a:lnTo>
                <a:lnTo>
                  <a:pt x="687525" y="473226"/>
                </a:lnTo>
                <a:lnTo>
                  <a:pt x="688497" y="470262"/>
                </a:lnTo>
                <a:close/>
                <a:moveTo>
                  <a:pt x="272957" y="1381206"/>
                </a:moveTo>
                <a:lnTo>
                  <a:pt x="275538" y="1385581"/>
                </a:lnTo>
                <a:lnTo>
                  <a:pt x="277039" y="1387057"/>
                </a:lnTo>
                <a:lnTo>
                  <a:pt x="275742" y="1383725"/>
                </a:lnTo>
                <a:close/>
                <a:moveTo>
                  <a:pt x="714473" y="392508"/>
                </a:moveTo>
                <a:lnTo>
                  <a:pt x="714809" y="392841"/>
                </a:lnTo>
                <a:lnTo>
                  <a:pt x="714868" y="392667"/>
                </a:lnTo>
                <a:close/>
                <a:moveTo>
                  <a:pt x="636035" y="568099"/>
                </a:moveTo>
                <a:lnTo>
                  <a:pt x="636205" y="568915"/>
                </a:lnTo>
                <a:lnTo>
                  <a:pt x="637361" y="569265"/>
                </a:lnTo>
                <a:close/>
                <a:moveTo>
                  <a:pt x="661831" y="510243"/>
                </a:moveTo>
                <a:lnTo>
                  <a:pt x="661983" y="510472"/>
                </a:lnTo>
                <a:lnTo>
                  <a:pt x="662414" y="510682"/>
                </a:lnTo>
                <a:close/>
                <a:moveTo>
                  <a:pt x="620327" y="603169"/>
                </a:moveTo>
                <a:lnTo>
                  <a:pt x="620026" y="605773"/>
                </a:lnTo>
                <a:lnTo>
                  <a:pt x="620586" y="610377"/>
                </a:lnTo>
                <a:lnTo>
                  <a:pt x="620668" y="610426"/>
                </a:lnTo>
                <a:lnTo>
                  <a:pt x="620532" y="603259"/>
                </a:lnTo>
                <a:close/>
                <a:moveTo>
                  <a:pt x="672305" y="486718"/>
                </a:moveTo>
                <a:lnTo>
                  <a:pt x="671367" y="490562"/>
                </a:lnTo>
                <a:lnTo>
                  <a:pt x="671720" y="490916"/>
                </a:lnTo>
                <a:close/>
                <a:moveTo>
                  <a:pt x="652522" y="530984"/>
                </a:moveTo>
                <a:lnTo>
                  <a:pt x="652380" y="531565"/>
                </a:lnTo>
                <a:lnTo>
                  <a:pt x="652563" y="531695"/>
                </a:lnTo>
                <a:lnTo>
                  <a:pt x="652578" y="531658"/>
                </a:lnTo>
                <a:close/>
                <a:moveTo>
                  <a:pt x="245161" y="1443129"/>
                </a:moveTo>
                <a:lnTo>
                  <a:pt x="247476" y="1444803"/>
                </a:lnTo>
                <a:lnTo>
                  <a:pt x="247101" y="1443951"/>
                </a:lnTo>
                <a:close/>
                <a:moveTo>
                  <a:pt x="620785" y="602022"/>
                </a:moveTo>
                <a:lnTo>
                  <a:pt x="625187" y="603737"/>
                </a:lnTo>
                <a:lnTo>
                  <a:pt x="625248" y="603569"/>
                </a:lnTo>
                <a:close/>
                <a:moveTo>
                  <a:pt x="663222" y="506825"/>
                </a:moveTo>
                <a:lnTo>
                  <a:pt x="662021" y="509742"/>
                </a:lnTo>
                <a:lnTo>
                  <a:pt x="662681" y="510226"/>
                </a:lnTo>
                <a:close/>
                <a:moveTo>
                  <a:pt x="669634" y="492384"/>
                </a:moveTo>
                <a:lnTo>
                  <a:pt x="669464" y="493452"/>
                </a:lnTo>
                <a:lnTo>
                  <a:pt x="669582" y="495070"/>
                </a:lnTo>
                <a:lnTo>
                  <a:pt x="669659" y="494752"/>
                </a:lnTo>
                <a:close/>
                <a:moveTo>
                  <a:pt x="231043" y="1474431"/>
                </a:moveTo>
                <a:lnTo>
                  <a:pt x="235217" y="1480536"/>
                </a:lnTo>
                <a:lnTo>
                  <a:pt x="235649" y="1480838"/>
                </a:lnTo>
                <a:lnTo>
                  <a:pt x="237654" y="1481918"/>
                </a:lnTo>
                <a:lnTo>
                  <a:pt x="235151" y="1479157"/>
                </a:lnTo>
                <a:lnTo>
                  <a:pt x="235123" y="1478756"/>
                </a:lnTo>
                <a:lnTo>
                  <a:pt x="238309" y="1482271"/>
                </a:lnTo>
                <a:lnTo>
                  <a:pt x="246371" y="1486613"/>
                </a:lnTo>
                <a:lnTo>
                  <a:pt x="244299" y="1484020"/>
                </a:lnTo>
                <a:close/>
                <a:moveTo>
                  <a:pt x="271472" y="1383824"/>
                </a:moveTo>
                <a:lnTo>
                  <a:pt x="271479" y="1383841"/>
                </a:lnTo>
                <a:lnTo>
                  <a:pt x="271539" y="1383891"/>
                </a:lnTo>
                <a:close/>
                <a:moveTo>
                  <a:pt x="288191" y="1345997"/>
                </a:moveTo>
                <a:lnTo>
                  <a:pt x="288815" y="1347751"/>
                </a:lnTo>
                <a:lnTo>
                  <a:pt x="289383" y="1348063"/>
                </a:lnTo>
                <a:close/>
                <a:moveTo>
                  <a:pt x="740179" y="333702"/>
                </a:moveTo>
                <a:lnTo>
                  <a:pt x="738171" y="343061"/>
                </a:lnTo>
                <a:lnTo>
                  <a:pt x="736349" y="352148"/>
                </a:lnTo>
                <a:lnTo>
                  <a:pt x="736865" y="352849"/>
                </a:lnTo>
                <a:lnTo>
                  <a:pt x="740501" y="334062"/>
                </a:lnTo>
                <a:close/>
                <a:moveTo>
                  <a:pt x="219583" y="1499278"/>
                </a:moveTo>
                <a:lnTo>
                  <a:pt x="225412" y="1506432"/>
                </a:lnTo>
                <a:lnTo>
                  <a:pt x="225905" y="1506954"/>
                </a:lnTo>
                <a:lnTo>
                  <a:pt x="226027" y="1507005"/>
                </a:lnTo>
                <a:lnTo>
                  <a:pt x="234534" y="1507823"/>
                </a:lnTo>
                <a:close/>
                <a:moveTo>
                  <a:pt x="592511" y="664209"/>
                </a:moveTo>
                <a:lnTo>
                  <a:pt x="593245" y="664746"/>
                </a:lnTo>
                <a:lnTo>
                  <a:pt x="593769" y="662874"/>
                </a:lnTo>
                <a:lnTo>
                  <a:pt x="593435" y="662599"/>
                </a:lnTo>
                <a:close/>
                <a:moveTo>
                  <a:pt x="635320" y="568325"/>
                </a:moveTo>
                <a:lnTo>
                  <a:pt x="635287" y="568636"/>
                </a:lnTo>
                <a:lnTo>
                  <a:pt x="635392" y="568668"/>
                </a:lnTo>
                <a:close/>
                <a:moveTo>
                  <a:pt x="283625" y="1355764"/>
                </a:moveTo>
                <a:lnTo>
                  <a:pt x="286673" y="1358871"/>
                </a:lnTo>
                <a:lnTo>
                  <a:pt x="289498" y="1360213"/>
                </a:lnTo>
                <a:lnTo>
                  <a:pt x="288884" y="1358084"/>
                </a:lnTo>
                <a:close/>
                <a:moveTo>
                  <a:pt x="782260" y="239219"/>
                </a:moveTo>
                <a:lnTo>
                  <a:pt x="773883" y="259568"/>
                </a:lnTo>
                <a:lnTo>
                  <a:pt x="770004" y="270177"/>
                </a:lnTo>
                <a:lnTo>
                  <a:pt x="775581" y="279849"/>
                </a:lnTo>
                <a:lnTo>
                  <a:pt x="801655" y="298521"/>
                </a:lnTo>
                <a:lnTo>
                  <a:pt x="803444" y="285573"/>
                </a:lnTo>
                <a:lnTo>
                  <a:pt x="803124" y="277081"/>
                </a:lnTo>
                <a:lnTo>
                  <a:pt x="794703" y="258269"/>
                </a:lnTo>
                <a:lnTo>
                  <a:pt x="795014" y="258431"/>
                </a:lnTo>
                <a:lnTo>
                  <a:pt x="803103" y="276499"/>
                </a:lnTo>
                <a:lnTo>
                  <a:pt x="803098" y="276379"/>
                </a:lnTo>
                <a:lnTo>
                  <a:pt x="803452" y="275893"/>
                </a:lnTo>
                <a:lnTo>
                  <a:pt x="803508" y="277408"/>
                </a:lnTo>
                <a:lnTo>
                  <a:pt x="804416" y="279434"/>
                </a:lnTo>
                <a:lnTo>
                  <a:pt x="805646" y="273078"/>
                </a:lnTo>
                <a:lnTo>
                  <a:pt x="787896" y="247203"/>
                </a:lnTo>
                <a:close/>
                <a:moveTo>
                  <a:pt x="294588" y="1331117"/>
                </a:moveTo>
                <a:lnTo>
                  <a:pt x="294624" y="1331183"/>
                </a:lnTo>
                <a:lnTo>
                  <a:pt x="294879" y="1331364"/>
                </a:lnTo>
                <a:lnTo>
                  <a:pt x="295268" y="1331502"/>
                </a:lnTo>
                <a:lnTo>
                  <a:pt x="295242" y="1331446"/>
                </a:lnTo>
                <a:close/>
                <a:moveTo>
                  <a:pt x="755748" y="298470"/>
                </a:moveTo>
                <a:lnTo>
                  <a:pt x="755457" y="305630"/>
                </a:lnTo>
                <a:lnTo>
                  <a:pt x="755532" y="305739"/>
                </a:lnTo>
                <a:lnTo>
                  <a:pt x="757650" y="299949"/>
                </a:lnTo>
                <a:close/>
                <a:moveTo>
                  <a:pt x="725659" y="365831"/>
                </a:moveTo>
                <a:lnTo>
                  <a:pt x="726899" y="390993"/>
                </a:lnTo>
                <a:lnTo>
                  <a:pt x="729665" y="381278"/>
                </a:lnTo>
                <a:lnTo>
                  <a:pt x="730711" y="376066"/>
                </a:lnTo>
                <a:lnTo>
                  <a:pt x="730854" y="375399"/>
                </a:lnTo>
                <a:lnTo>
                  <a:pt x="728773" y="373589"/>
                </a:lnTo>
                <a:lnTo>
                  <a:pt x="729033" y="373604"/>
                </a:lnTo>
                <a:lnTo>
                  <a:pt x="730892" y="375220"/>
                </a:lnTo>
                <a:lnTo>
                  <a:pt x="731741" y="371266"/>
                </a:lnTo>
                <a:close/>
                <a:moveTo>
                  <a:pt x="670084" y="490150"/>
                </a:moveTo>
                <a:lnTo>
                  <a:pt x="669973" y="490420"/>
                </a:lnTo>
                <a:lnTo>
                  <a:pt x="670005" y="493337"/>
                </a:lnTo>
                <a:lnTo>
                  <a:pt x="670645" y="490712"/>
                </a:lnTo>
                <a:close/>
                <a:moveTo>
                  <a:pt x="637340" y="563327"/>
                </a:moveTo>
                <a:lnTo>
                  <a:pt x="638563" y="567161"/>
                </a:lnTo>
                <a:lnTo>
                  <a:pt x="639090" y="565718"/>
                </a:lnTo>
                <a:lnTo>
                  <a:pt x="637545" y="563389"/>
                </a:lnTo>
                <a:close/>
                <a:moveTo>
                  <a:pt x="239073" y="1455084"/>
                </a:moveTo>
                <a:lnTo>
                  <a:pt x="250992" y="1459462"/>
                </a:lnTo>
                <a:lnTo>
                  <a:pt x="246657" y="1455489"/>
                </a:lnTo>
                <a:lnTo>
                  <a:pt x="246613" y="1455206"/>
                </a:lnTo>
                <a:lnTo>
                  <a:pt x="251432" y="1459623"/>
                </a:lnTo>
                <a:lnTo>
                  <a:pt x="254858" y="1460882"/>
                </a:lnTo>
                <a:lnTo>
                  <a:pt x="252269" y="1455684"/>
                </a:lnTo>
                <a:lnTo>
                  <a:pt x="250783" y="1452308"/>
                </a:lnTo>
                <a:lnTo>
                  <a:pt x="244950" y="1449167"/>
                </a:lnTo>
                <a:close/>
                <a:moveTo>
                  <a:pt x="591289" y="666340"/>
                </a:moveTo>
                <a:lnTo>
                  <a:pt x="591679" y="666731"/>
                </a:lnTo>
                <a:lnTo>
                  <a:pt x="593063" y="665394"/>
                </a:lnTo>
                <a:lnTo>
                  <a:pt x="593194" y="664926"/>
                </a:lnTo>
                <a:lnTo>
                  <a:pt x="592423" y="664362"/>
                </a:lnTo>
                <a:close/>
                <a:moveTo>
                  <a:pt x="673302" y="482631"/>
                </a:moveTo>
                <a:lnTo>
                  <a:pt x="673179" y="483134"/>
                </a:lnTo>
                <a:lnTo>
                  <a:pt x="672050" y="491248"/>
                </a:lnTo>
                <a:lnTo>
                  <a:pt x="677285" y="496498"/>
                </a:lnTo>
                <a:lnTo>
                  <a:pt x="677913" y="489902"/>
                </a:lnTo>
                <a:lnTo>
                  <a:pt x="676993" y="485240"/>
                </a:lnTo>
                <a:close/>
                <a:moveTo>
                  <a:pt x="671798" y="485989"/>
                </a:moveTo>
                <a:lnTo>
                  <a:pt x="670339" y="489532"/>
                </a:lnTo>
                <a:lnTo>
                  <a:pt x="670816" y="490010"/>
                </a:lnTo>
                <a:close/>
                <a:moveTo>
                  <a:pt x="590982" y="666906"/>
                </a:moveTo>
                <a:lnTo>
                  <a:pt x="590935" y="667450"/>
                </a:lnTo>
                <a:lnTo>
                  <a:pt x="591236" y="667160"/>
                </a:lnTo>
                <a:close/>
                <a:moveTo>
                  <a:pt x="269314" y="1386983"/>
                </a:moveTo>
                <a:lnTo>
                  <a:pt x="271373" y="1388750"/>
                </a:lnTo>
                <a:lnTo>
                  <a:pt x="271298" y="1388559"/>
                </a:lnTo>
                <a:close/>
                <a:moveTo>
                  <a:pt x="704532" y="412207"/>
                </a:moveTo>
                <a:lnTo>
                  <a:pt x="707112" y="415289"/>
                </a:lnTo>
                <a:lnTo>
                  <a:pt x="707506" y="414143"/>
                </a:lnTo>
                <a:close/>
                <a:moveTo>
                  <a:pt x="674956" y="478318"/>
                </a:moveTo>
                <a:lnTo>
                  <a:pt x="673481" y="481898"/>
                </a:lnTo>
                <a:lnTo>
                  <a:pt x="673428" y="482113"/>
                </a:lnTo>
                <a:lnTo>
                  <a:pt x="676853" y="484533"/>
                </a:lnTo>
                <a:lnTo>
                  <a:pt x="675783" y="479118"/>
                </a:lnTo>
                <a:close/>
                <a:moveTo>
                  <a:pt x="637188" y="562851"/>
                </a:moveTo>
                <a:lnTo>
                  <a:pt x="637261" y="563079"/>
                </a:lnTo>
                <a:lnTo>
                  <a:pt x="637360" y="563110"/>
                </a:lnTo>
                <a:close/>
                <a:moveTo>
                  <a:pt x="237674" y="1457413"/>
                </a:moveTo>
                <a:lnTo>
                  <a:pt x="261425" y="1474075"/>
                </a:lnTo>
                <a:lnTo>
                  <a:pt x="256801" y="1464786"/>
                </a:lnTo>
                <a:lnTo>
                  <a:pt x="254547" y="1462720"/>
                </a:lnTo>
                <a:close/>
                <a:moveTo>
                  <a:pt x="675412" y="477235"/>
                </a:moveTo>
                <a:lnTo>
                  <a:pt x="675143" y="477864"/>
                </a:lnTo>
                <a:lnTo>
                  <a:pt x="675019" y="478165"/>
                </a:lnTo>
                <a:lnTo>
                  <a:pt x="675721" y="478803"/>
                </a:lnTo>
                <a:close/>
                <a:moveTo>
                  <a:pt x="676674" y="474279"/>
                </a:moveTo>
                <a:lnTo>
                  <a:pt x="675746" y="476452"/>
                </a:lnTo>
                <a:lnTo>
                  <a:pt x="676354" y="479376"/>
                </a:lnTo>
                <a:lnTo>
                  <a:pt x="678414" y="481244"/>
                </a:lnTo>
                <a:lnTo>
                  <a:pt x="678115" y="475204"/>
                </a:lnTo>
                <a:close/>
                <a:moveTo>
                  <a:pt x="681979" y="462294"/>
                </a:moveTo>
                <a:lnTo>
                  <a:pt x="681496" y="465850"/>
                </a:lnTo>
                <a:lnTo>
                  <a:pt x="688057" y="469049"/>
                </a:lnTo>
                <a:lnTo>
                  <a:pt x="682138" y="462410"/>
                </a:lnTo>
                <a:close/>
                <a:moveTo>
                  <a:pt x="677925" y="471351"/>
                </a:moveTo>
                <a:lnTo>
                  <a:pt x="676948" y="473638"/>
                </a:lnTo>
                <a:lnTo>
                  <a:pt x="678073" y="474361"/>
                </a:lnTo>
                <a:close/>
                <a:moveTo>
                  <a:pt x="678656" y="469642"/>
                </a:moveTo>
                <a:lnTo>
                  <a:pt x="678424" y="470184"/>
                </a:lnTo>
                <a:lnTo>
                  <a:pt x="678648" y="474730"/>
                </a:lnTo>
                <a:lnTo>
                  <a:pt x="679625" y="475357"/>
                </a:lnTo>
                <a:lnTo>
                  <a:pt x="679312" y="473436"/>
                </a:lnTo>
                <a:lnTo>
                  <a:pt x="678893" y="469982"/>
                </a:lnTo>
                <a:close/>
                <a:moveTo>
                  <a:pt x="299011" y="1319723"/>
                </a:moveTo>
                <a:lnTo>
                  <a:pt x="302083" y="1322973"/>
                </a:lnTo>
                <a:lnTo>
                  <a:pt x="301890" y="1322301"/>
                </a:lnTo>
                <a:lnTo>
                  <a:pt x="300129" y="1320187"/>
                </a:lnTo>
                <a:close/>
                <a:moveTo>
                  <a:pt x="298821" y="1320122"/>
                </a:moveTo>
                <a:lnTo>
                  <a:pt x="299335" y="1321240"/>
                </a:lnTo>
                <a:lnTo>
                  <a:pt x="302878" y="1325753"/>
                </a:lnTo>
                <a:lnTo>
                  <a:pt x="302356" y="1323928"/>
                </a:lnTo>
                <a:close/>
                <a:moveTo>
                  <a:pt x="679359" y="468000"/>
                </a:moveTo>
                <a:lnTo>
                  <a:pt x="679201" y="468368"/>
                </a:lnTo>
                <a:lnTo>
                  <a:pt x="679300" y="468980"/>
                </a:lnTo>
                <a:lnTo>
                  <a:pt x="680496" y="470549"/>
                </a:lnTo>
                <a:lnTo>
                  <a:pt x="680696" y="469071"/>
                </a:lnTo>
                <a:close/>
                <a:moveTo>
                  <a:pt x="680135" y="466186"/>
                </a:moveTo>
                <a:lnTo>
                  <a:pt x="679778" y="467019"/>
                </a:lnTo>
                <a:lnTo>
                  <a:pt x="680858" y="467884"/>
                </a:lnTo>
                <a:lnTo>
                  <a:pt x="681029" y="466622"/>
                </a:lnTo>
                <a:close/>
                <a:moveTo>
                  <a:pt x="317991" y="1277003"/>
                </a:moveTo>
                <a:lnTo>
                  <a:pt x="318705" y="1278466"/>
                </a:lnTo>
                <a:lnTo>
                  <a:pt x="319013" y="1278682"/>
                </a:lnTo>
                <a:lnTo>
                  <a:pt x="318684" y="1277568"/>
                </a:lnTo>
                <a:close/>
                <a:moveTo>
                  <a:pt x="215642" y="1506160"/>
                </a:moveTo>
                <a:lnTo>
                  <a:pt x="221791" y="1513855"/>
                </a:lnTo>
                <a:lnTo>
                  <a:pt x="232811" y="1519187"/>
                </a:lnTo>
                <a:lnTo>
                  <a:pt x="228555" y="1513592"/>
                </a:lnTo>
                <a:lnTo>
                  <a:pt x="218657" y="1506497"/>
                </a:lnTo>
                <a:close/>
                <a:moveTo>
                  <a:pt x="281995" y="1357562"/>
                </a:moveTo>
                <a:lnTo>
                  <a:pt x="287221" y="1366786"/>
                </a:lnTo>
                <a:lnTo>
                  <a:pt x="292371" y="1370180"/>
                </a:lnTo>
                <a:lnTo>
                  <a:pt x="292057" y="1369091"/>
                </a:lnTo>
                <a:lnTo>
                  <a:pt x="290872" y="1367919"/>
                </a:lnTo>
                <a:lnTo>
                  <a:pt x="282763" y="1357939"/>
                </a:lnTo>
                <a:close/>
                <a:moveTo>
                  <a:pt x="681532" y="462915"/>
                </a:moveTo>
                <a:lnTo>
                  <a:pt x="680488" y="465359"/>
                </a:lnTo>
                <a:lnTo>
                  <a:pt x="681156" y="465685"/>
                </a:lnTo>
                <a:close/>
                <a:moveTo>
                  <a:pt x="682728" y="460120"/>
                </a:moveTo>
                <a:lnTo>
                  <a:pt x="682473" y="460714"/>
                </a:lnTo>
                <a:lnTo>
                  <a:pt x="684795" y="463320"/>
                </a:lnTo>
                <a:lnTo>
                  <a:pt x="689622" y="466832"/>
                </a:lnTo>
                <a:lnTo>
                  <a:pt x="689762" y="466404"/>
                </a:lnTo>
                <a:lnTo>
                  <a:pt x="689970" y="465442"/>
                </a:lnTo>
                <a:lnTo>
                  <a:pt x="689119" y="464801"/>
                </a:lnTo>
                <a:close/>
                <a:moveTo>
                  <a:pt x="602623" y="639341"/>
                </a:moveTo>
                <a:lnTo>
                  <a:pt x="603236" y="640862"/>
                </a:lnTo>
                <a:lnTo>
                  <a:pt x="604022" y="639697"/>
                </a:lnTo>
                <a:close/>
                <a:moveTo>
                  <a:pt x="234680" y="1463220"/>
                </a:moveTo>
                <a:lnTo>
                  <a:pt x="236922" y="1466165"/>
                </a:lnTo>
                <a:lnTo>
                  <a:pt x="244462" y="1468810"/>
                </a:lnTo>
                <a:close/>
                <a:moveTo>
                  <a:pt x="232408" y="1468064"/>
                </a:moveTo>
                <a:lnTo>
                  <a:pt x="238216" y="1475334"/>
                </a:lnTo>
                <a:lnTo>
                  <a:pt x="238719" y="1475914"/>
                </a:lnTo>
                <a:lnTo>
                  <a:pt x="239853" y="1476627"/>
                </a:lnTo>
                <a:lnTo>
                  <a:pt x="240560" y="1477019"/>
                </a:lnTo>
                <a:lnTo>
                  <a:pt x="234313" y="1469305"/>
                </a:lnTo>
                <a:close/>
                <a:moveTo>
                  <a:pt x="679109" y="467800"/>
                </a:moveTo>
                <a:lnTo>
                  <a:pt x="679149" y="468046"/>
                </a:lnTo>
                <a:lnTo>
                  <a:pt x="679217" y="467887"/>
                </a:lnTo>
                <a:close/>
                <a:moveTo>
                  <a:pt x="678379" y="469248"/>
                </a:moveTo>
                <a:lnTo>
                  <a:pt x="678406" y="469787"/>
                </a:lnTo>
                <a:lnTo>
                  <a:pt x="678539" y="469476"/>
                </a:lnTo>
                <a:close/>
                <a:moveTo>
                  <a:pt x="674469" y="477849"/>
                </a:moveTo>
                <a:lnTo>
                  <a:pt x="673817" y="480521"/>
                </a:lnTo>
                <a:lnTo>
                  <a:pt x="674817" y="478183"/>
                </a:lnTo>
                <a:close/>
                <a:moveTo>
                  <a:pt x="237141" y="1457028"/>
                </a:moveTo>
                <a:lnTo>
                  <a:pt x="250716" y="1461297"/>
                </a:lnTo>
                <a:lnTo>
                  <a:pt x="254100" y="1462311"/>
                </a:lnTo>
                <a:lnTo>
                  <a:pt x="252193" y="1460563"/>
                </a:lnTo>
                <a:lnTo>
                  <a:pt x="239970" y="1456073"/>
                </a:lnTo>
                <a:lnTo>
                  <a:pt x="238608" y="1455551"/>
                </a:lnTo>
                <a:close/>
                <a:moveTo>
                  <a:pt x="620984" y="597500"/>
                </a:moveTo>
                <a:lnTo>
                  <a:pt x="620740" y="599605"/>
                </a:lnTo>
                <a:lnTo>
                  <a:pt x="620772" y="601262"/>
                </a:lnTo>
                <a:lnTo>
                  <a:pt x="625546" y="602755"/>
                </a:lnTo>
                <a:lnTo>
                  <a:pt x="625671" y="602413"/>
                </a:lnTo>
                <a:lnTo>
                  <a:pt x="624068" y="599573"/>
                </a:lnTo>
                <a:close/>
                <a:moveTo>
                  <a:pt x="618703" y="602459"/>
                </a:moveTo>
                <a:lnTo>
                  <a:pt x="618455" y="605317"/>
                </a:lnTo>
                <a:lnTo>
                  <a:pt x="618782" y="602495"/>
                </a:lnTo>
                <a:close/>
                <a:moveTo>
                  <a:pt x="252589" y="1422255"/>
                </a:moveTo>
                <a:lnTo>
                  <a:pt x="258323" y="1426221"/>
                </a:lnTo>
                <a:lnTo>
                  <a:pt x="257589" y="1424555"/>
                </a:lnTo>
                <a:lnTo>
                  <a:pt x="255458" y="1423363"/>
                </a:lnTo>
                <a:close/>
                <a:moveTo>
                  <a:pt x="682316" y="459818"/>
                </a:moveTo>
                <a:lnTo>
                  <a:pt x="682231" y="460444"/>
                </a:lnTo>
                <a:lnTo>
                  <a:pt x="682261" y="460475"/>
                </a:lnTo>
                <a:lnTo>
                  <a:pt x="682344" y="460570"/>
                </a:lnTo>
                <a:lnTo>
                  <a:pt x="682572" y="460039"/>
                </a:lnTo>
                <a:lnTo>
                  <a:pt x="682597" y="460025"/>
                </a:lnTo>
                <a:close/>
                <a:moveTo>
                  <a:pt x="258693" y="1408230"/>
                </a:moveTo>
                <a:lnTo>
                  <a:pt x="272548" y="1420622"/>
                </a:lnTo>
                <a:lnTo>
                  <a:pt x="274390" y="1418768"/>
                </a:lnTo>
                <a:close/>
                <a:moveTo>
                  <a:pt x="692155" y="437547"/>
                </a:moveTo>
                <a:lnTo>
                  <a:pt x="692144" y="442437"/>
                </a:lnTo>
                <a:lnTo>
                  <a:pt x="697126" y="444417"/>
                </a:lnTo>
                <a:lnTo>
                  <a:pt x="697865" y="442263"/>
                </a:lnTo>
                <a:lnTo>
                  <a:pt x="696034" y="439861"/>
                </a:lnTo>
                <a:close/>
                <a:moveTo>
                  <a:pt x="661947" y="505162"/>
                </a:moveTo>
                <a:lnTo>
                  <a:pt x="661779" y="509303"/>
                </a:lnTo>
                <a:lnTo>
                  <a:pt x="663226" y="505788"/>
                </a:lnTo>
                <a:close/>
                <a:moveTo>
                  <a:pt x="281510" y="1356706"/>
                </a:moveTo>
                <a:lnTo>
                  <a:pt x="281835" y="1357279"/>
                </a:lnTo>
                <a:lnTo>
                  <a:pt x="282471" y="1357581"/>
                </a:lnTo>
                <a:lnTo>
                  <a:pt x="281926" y="1356910"/>
                </a:lnTo>
                <a:close/>
                <a:moveTo>
                  <a:pt x="675057" y="475439"/>
                </a:moveTo>
                <a:lnTo>
                  <a:pt x="674505" y="477699"/>
                </a:lnTo>
                <a:lnTo>
                  <a:pt x="674878" y="478038"/>
                </a:lnTo>
                <a:lnTo>
                  <a:pt x="675351" y="476932"/>
                </a:lnTo>
                <a:close/>
                <a:moveTo>
                  <a:pt x="653948" y="522669"/>
                </a:moveTo>
                <a:lnTo>
                  <a:pt x="654179" y="525919"/>
                </a:lnTo>
                <a:lnTo>
                  <a:pt x="654275" y="525472"/>
                </a:lnTo>
                <a:lnTo>
                  <a:pt x="654618" y="525188"/>
                </a:lnTo>
                <a:lnTo>
                  <a:pt x="654249" y="526910"/>
                </a:lnTo>
                <a:lnTo>
                  <a:pt x="654290" y="527496"/>
                </a:lnTo>
                <a:lnTo>
                  <a:pt x="655754" y="523940"/>
                </a:lnTo>
                <a:close/>
                <a:moveTo>
                  <a:pt x="635899" y="562890"/>
                </a:moveTo>
                <a:lnTo>
                  <a:pt x="635577" y="565913"/>
                </a:lnTo>
                <a:lnTo>
                  <a:pt x="635925" y="567574"/>
                </a:lnTo>
                <a:lnTo>
                  <a:pt x="637807" y="569228"/>
                </a:lnTo>
                <a:lnTo>
                  <a:pt x="638362" y="567713"/>
                </a:lnTo>
                <a:lnTo>
                  <a:pt x="636923" y="563201"/>
                </a:lnTo>
                <a:close/>
                <a:moveTo>
                  <a:pt x="304110" y="1305355"/>
                </a:moveTo>
                <a:lnTo>
                  <a:pt x="304172" y="1305464"/>
                </a:lnTo>
                <a:lnTo>
                  <a:pt x="304290" y="1305511"/>
                </a:lnTo>
                <a:close/>
                <a:moveTo>
                  <a:pt x="244088" y="1439704"/>
                </a:moveTo>
                <a:lnTo>
                  <a:pt x="245799" y="1440998"/>
                </a:lnTo>
                <a:lnTo>
                  <a:pt x="245687" y="1440745"/>
                </a:lnTo>
                <a:close/>
                <a:moveTo>
                  <a:pt x="675520" y="473538"/>
                </a:moveTo>
                <a:lnTo>
                  <a:pt x="675315" y="474381"/>
                </a:lnTo>
                <a:lnTo>
                  <a:pt x="675684" y="476155"/>
                </a:lnTo>
                <a:lnTo>
                  <a:pt x="676526" y="474184"/>
                </a:lnTo>
                <a:close/>
                <a:moveTo>
                  <a:pt x="627325" y="581395"/>
                </a:moveTo>
                <a:lnTo>
                  <a:pt x="629247" y="584454"/>
                </a:lnTo>
                <a:lnTo>
                  <a:pt x="630606" y="584867"/>
                </a:lnTo>
                <a:lnTo>
                  <a:pt x="630830" y="582764"/>
                </a:lnTo>
                <a:close/>
                <a:moveTo>
                  <a:pt x="618895" y="600262"/>
                </a:moveTo>
                <a:lnTo>
                  <a:pt x="618860" y="600668"/>
                </a:lnTo>
                <a:lnTo>
                  <a:pt x="618948" y="600695"/>
                </a:lnTo>
                <a:close/>
                <a:moveTo>
                  <a:pt x="671841" y="481599"/>
                </a:moveTo>
                <a:lnTo>
                  <a:pt x="670708" y="485617"/>
                </a:lnTo>
                <a:lnTo>
                  <a:pt x="670158" y="489080"/>
                </a:lnTo>
                <a:lnTo>
                  <a:pt x="672220" y="484259"/>
                </a:lnTo>
                <a:lnTo>
                  <a:pt x="672718" y="482219"/>
                </a:lnTo>
                <a:close/>
                <a:moveTo>
                  <a:pt x="678275" y="467131"/>
                </a:moveTo>
                <a:lnTo>
                  <a:pt x="678301" y="467667"/>
                </a:lnTo>
                <a:lnTo>
                  <a:pt x="678670" y="468152"/>
                </a:lnTo>
                <a:lnTo>
                  <a:pt x="678576" y="467371"/>
                </a:lnTo>
                <a:close/>
                <a:moveTo>
                  <a:pt x="621310" y="594685"/>
                </a:moveTo>
                <a:lnTo>
                  <a:pt x="621132" y="596221"/>
                </a:lnTo>
                <a:lnTo>
                  <a:pt x="622816" y="597353"/>
                </a:lnTo>
                <a:close/>
                <a:moveTo>
                  <a:pt x="247178" y="1432191"/>
                </a:moveTo>
                <a:lnTo>
                  <a:pt x="248486" y="1434819"/>
                </a:lnTo>
                <a:lnTo>
                  <a:pt x="252477" y="1440825"/>
                </a:lnTo>
                <a:lnTo>
                  <a:pt x="254665" y="1438622"/>
                </a:lnTo>
                <a:close/>
                <a:moveTo>
                  <a:pt x="624538" y="587135"/>
                </a:moveTo>
                <a:lnTo>
                  <a:pt x="625029" y="590354"/>
                </a:lnTo>
                <a:lnTo>
                  <a:pt x="625798" y="591716"/>
                </a:lnTo>
                <a:lnTo>
                  <a:pt x="627657" y="593351"/>
                </a:lnTo>
                <a:lnTo>
                  <a:pt x="625148" y="587632"/>
                </a:lnTo>
                <a:close/>
                <a:moveTo>
                  <a:pt x="297993" y="1318320"/>
                </a:moveTo>
                <a:lnTo>
                  <a:pt x="298238" y="1318853"/>
                </a:lnTo>
                <a:lnTo>
                  <a:pt x="298886" y="1319092"/>
                </a:lnTo>
                <a:close/>
                <a:moveTo>
                  <a:pt x="636080" y="561181"/>
                </a:moveTo>
                <a:lnTo>
                  <a:pt x="635923" y="562661"/>
                </a:lnTo>
                <a:lnTo>
                  <a:pt x="636843" y="562948"/>
                </a:lnTo>
                <a:lnTo>
                  <a:pt x="636463" y="561758"/>
                </a:lnTo>
                <a:close/>
                <a:moveTo>
                  <a:pt x="678736" y="465504"/>
                </a:moveTo>
                <a:lnTo>
                  <a:pt x="678863" y="466286"/>
                </a:lnTo>
                <a:lnTo>
                  <a:pt x="679637" y="466906"/>
                </a:lnTo>
                <a:lnTo>
                  <a:pt x="679978" y="466108"/>
                </a:lnTo>
                <a:close/>
                <a:moveTo>
                  <a:pt x="602478" y="636234"/>
                </a:moveTo>
                <a:lnTo>
                  <a:pt x="602024" y="637855"/>
                </a:lnTo>
                <a:lnTo>
                  <a:pt x="602083" y="638002"/>
                </a:lnTo>
                <a:lnTo>
                  <a:pt x="604779" y="638577"/>
                </a:lnTo>
                <a:lnTo>
                  <a:pt x="604804" y="638540"/>
                </a:lnTo>
                <a:close/>
                <a:moveTo>
                  <a:pt x="682826" y="456055"/>
                </a:moveTo>
                <a:lnTo>
                  <a:pt x="682378" y="459363"/>
                </a:lnTo>
                <a:lnTo>
                  <a:pt x="690067" y="464995"/>
                </a:lnTo>
                <a:lnTo>
                  <a:pt x="690883" y="461228"/>
                </a:lnTo>
                <a:close/>
                <a:moveTo>
                  <a:pt x="602701" y="635438"/>
                </a:moveTo>
                <a:lnTo>
                  <a:pt x="602599" y="635802"/>
                </a:lnTo>
                <a:lnTo>
                  <a:pt x="605027" y="638209"/>
                </a:lnTo>
                <a:lnTo>
                  <a:pt x="605203" y="637949"/>
                </a:lnTo>
                <a:lnTo>
                  <a:pt x="605214" y="637664"/>
                </a:lnTo>
                <a:lnTo>
                  <a:pt x="604122" y="635800"/>
                </a:lnTo>
                <a:close/>
                <a:moveTo>
                  <a:pt x="209707" y="1515315"/>
                </a:moveTo>
                <a:lnTo>
                  <a:pt x="241962" y="1540542"/>
                </a:lnTo>
                <a:lnTo>
                  <a:pt x="229895" y="1525439"/>
                </a:lnTo>
                <a:lnTo>
                  <a:pt x="229384" y="1525277"/>
                </a:lnTo>
                <a:lnTo>
                  <a:pt x="229252" y="1525040"/>
                </a:lnTo>
                <a:lnTo>
                  <a:pt x="229685" y="1525177"/>
                </a:lnTo>
                <a:lnTo>
                  <a:pt x="226890" y="1521678"/>
                </a:lnTo>
                <a:close/>
                <a:moveTo>
                  <a:pt x="280935" y="1355690"/>
                </a:moveTo>
                <a:lnTo>
                  <a:pt x="281286" y="1356310"/>
                </a:lnTo>
                <a:lnTo>
                  <a:pt x="281534" y="1356428"/>
                </a:lnTo>
                <a:close/>
                <a:moveTo>
                  <a:pt x="692162" y="434776"/>
                </a:moveTo>
                <a:lnTo>
                  <a:pt x="692157" y="437101"/>
                </a:lnTo>
                <a:lnTo>
                  <a:pt x="695333" y="438938"/>
                </a:lnTo>
                <a:close/>
                <a:moveTo>
                  <a:pt x="613416" y="610827"/>
                </a:moveTo>
                <a:lnTo>
                  <a:pt x="613580" y="614155"/>
                </a:lnTo>
                <a:lnTo>
                  <a:pt x="613700" y="614655"/>
                </a:lnTo>
                <a:lnTo>
                  <a:pt x="614404" y="615559"/>
                </a:lnTo>
                <a:lnTo>
                  <a:pt x="614709" y="611818"/>
                </a:lnTo>
                <a:close/>
                <a:moveTo>
                  <a:pt x="267902" y="1384462"/>
                </a:moveTo>
                <a:lnTo>
                  <a:pt x="270504" y="1386519"/>
                </a:lnTo>
                <a:lnTo>
                  <a:pt x="270289" y="1385967"/>
                </a:lnTo>
                <a:lnTo>
                  <a:pt x="269343" y="1385191"/>
                </a:lnTo>
                <a:close/>
                <a:moveTo>
                  <a:pt x="215066" y="1502767"/>
                </a:moveTo>
                <a:lnTo>
                  <a:pt x="220195" y="1506444"/>
                </a:lnTo>
                <a:lnTo>
                  <a:pt x="223347" y="1506747"/>
                </a:lnTo>
                <a:lnTo>
                  <a:pt x="222747" y="1505959"/>
                </a:lnTo>
                <a:close/>
                <a:moveTo>
                  <a:pt x="673236" y="476657"/>
                </a:moveTo>
                <a:lnTo>
                  <a:pt x="671984" y="481092"/>
                </a:lnTo>
                <a:lnTo>
                  <a:pt x="672844" y="481700"/>
                </a:lnTo>
                <a:lnTo>
                  <a:pt x="673215" y="480179"/>
                </a:lnTo>
                <a:lnTo>
                  <a:pt x="673318" y="479445"/>
                </a:lnTo>
                <a:lnTo>
                  <a:pt x="673418" y="479349"/>
                </a:lnTo>
                <a:lnTo>
                  <a:pt x="673562" y="478758"/>
                </a:lnTo>
                <a:lnTo>
                  <a:pt x="673931" y="477329"/>
                </a:lnTo>
                <a:close/>
                <a:moveTo>
                  <a:pt x="662092" y="501596"/>
                </a:moveTo>
                <a:lnTo>
                  <a:pt x="661960" y="504838"/>
                </a:lnTo>
                <a:lnTo>
                  <a:pt x="663339" y="505514"/>
                </a:lnTo>
                <a:lnTo>
                  <a:pt x="663485" y="505159"/>
                </a:lnTo>
                <a:lnTo>
                  <a:pt x="663896" y="502566"/>
                </a:lnTo>
                <a:close/>
                <a:moveTo>
                  <a:pt x="292942" y="1328155"/>
                </a:moveTo>
                <a:lnTo>
                  <a:pt x="293189" y="1328600"/>
                </a:lnTo>
                <a:lnTo>
                  <a:pt x="294085" y="1329049"/>
                </a:lnTo>
                <a:close/>
                <a:moveTo>
                  <a:pt x="281598" y="1353402"/>
                </a:moveTo>
                <a:lnTo>
                  <a:pt x="283000" y="1355126"/>
                </a:lnTo>
                <a:lnTo>
                  <a:pt x="283523" y="1355659"/>
                </a:lnTo>
                <a:lnTo>
                  <a:pt x="288842" y="1357937"/>
                </a:lnTo>
                <a:lnTo>
                  <a:pt x="286841" y="1350998"/>
                </a:lnTo>
                <a:lnTo>
                  <a:pt x="286597" y="1350864"/>
                </a:lnTo>
                <a:close/>
                <a:moveTo>
                  <a:pt x="269866" y="1379586"/>
                </a:moveTo>
                <a:lnTo>
                  <a:pt x="271270" y="1381087"/>
                </a:lnTo>
                <a:lnTo>
                  <a:pt x="270548" y="1379863"/>
                </a:lnTo>
                <a:close/>
                <a:moveTo>
                  <a:pt x="678180" y="465232"/>
                </a:moveTo>
                <a:lnTo>
                  <a:pt x="678206" y="465760"/>
                </a:lnTo>
                <a:lnTo>
                  <a:pt x="678398" y="465913"/>
                </a:lnTo>
                <a:lnTo>
                  <a:pt x="678323" y="465302"/>
                </a:lnTo>
                <a:close/>
                <a:moveTo>
                  <a:pt x="708330" y="397598"/>
                </a:moveTo>
                <a:lnTo>
                  <a:pt x="709119" y="402775"/>
                </a:lnTo>
                <a:lnTo>
                  <a:pt x="710910" y="404210"/>
                </a:lnTo>
                <a:lnTo>
                  <a:pt x="712343" y="400034"/>
                </a:lnTo>
                <a:lnTo>
                  <a:pt x="712147" y="399795"/>
                </a:lnTo>
                <a:close/>
                <a:moveTo>
                  <a:pt x="284709" y="1346137"/>
                </a:moveTo>
                <a:lnTo>
                  <a:pt x="285617" y="1346753"/>
                </a:lnTo>
                <a:lnTo>
                  <a:pt x="285577" y="1346613"/>
                </a:lnTo>
                <a:close/>
                <a:moveTo>
                  <a:pt x="619473" y="596484"/>
                </a:moveTo>
                <a:lnTo>
                  <a:pt x="619144" y="598527"/>
                </a:lnTo>
                <a:lnTo>
                  <a:pt x="619222" y="599169"/>
                </a:lnTo>
                <a:lnTo>
                  <a:pt x="619626" y="596587"/>
                </a:lnTo>
                <a:close/>
                <a:moveTo>
                  <a:pt x="653730" y="519581"/>
                </a:moveTo>
                <a:lnTo>
                  <a:pt x="653929" y="522385"/>
                </a:lnTo>
                <a:lnTo>
                  <a:pt x="655841" y="523730"/>
                </a:lnTo>
                <a:lnTo>
                  <a:pt x="656275" y="522676"/>
                </a:lnTo>
                <a:lnTo>
                  <a:pt x="654474" y="519962"/>
                </a:lnTo>
                <a:close/>
                <a:moveTo>
                  <a:pt x="677036" y="467330"/>
                </a:moveTo>
                <a:lnTo>
                  <a:pt x="675693" y="472833"/>
                </a:lnTo>
                <a:lnTo>
                  <a:pt x="676800" y="473544"/>
                </a:lnTo>
                <a:lnTo>
                  <a:pt x="677907" y="470955"/>
                </a:lnTo>
                <a:lnTo>
                  <a:pt x="677780" y="468392"/>
                </a:lnTo>
                <a:close/>
                <a:moveTo>
                  <a:pt x="702279" y="410741"/>
                </a:moveTo>
                <a:lnTo>
                  <a:pt x="706772" y="416282"/>
                </a:lnTo>
                <a:lnTo>
                  <a:pt x="707001" y="415615"/>
                </a:lnTo>
                <a:lnTo>
                  <a:pt x="703877" y="411781"/>
                </a:lnTo>
                <a:close/>
                <a:moveTo>
                  <a:pt x="231536" y="1464742"/>
                </a:moveTo>
                <a:lnTo>
                  <a:pt x="233752" y="1467479"/>
                </a:lnTo>
                <a:lnTo>
                  <a:pt x="238537" y="1470581"/>
                </a:lnTo>
                <a:lnTo>
                  <a:pt x="235842" y="1466261"/>
                </a:lnTo>
                <a:close/>
                <a:moveTo>
                  <a:pt x="233205" y="1460990"/>
                </a:moveTo>
                <a:lnTo>
                  <a:pt x="233949" y="1462183"/>
                </a:lnTo>
                <a:lnTo>
                  <a:pt x="247270" y="1469795"/>
                </a:lnTo>
                <a:lnTo>
                  <a:pt x="257760" y="1473475"/>
                </a:lnTo>
                <a:lnTo>
                  <a:pt x="260928" y="1474414"/>
                </a:lnTo>
                <a:lnTo>
                  <a:pt x="236732" y="1457440"/>
                </a:lnTo>
                <a:close/>
                <a:moveTo>
                  <a:pt x="660396" y="504403"/>
                </a:moveTo>
                <a:lnTo>
                  <a:pt x="661440" y="508781"/>
                </a:lnTo>
                <a:lnTo>
                  <a:pt x="661593" y="504989"/>
                </a:lnTo>
                <a:close/>
                <a:moveTo>
                  <a:pt x="677298" y="466348"/>
                </a:moveTo>
                <a:lnTo>
                  <a:pt x="677705" y="466884"/>
                </a:lnTo>
                <a:lnTo>
                  <a:pt x="677694" y="466667"/>
                </a:lnTo>
                <a:close/>
                <a:moveTo>
                  <a:pt x="674374" y="472801"/>
                </a:moveTo>
                <a:lnTo>
                  <a:pt x="674001" y="473945"/>
                </a:lnTo>
                <a:lnTo>
                  <a:pt x="673260" y="476571"/>
                </a:lnTo>
                <a:lnTo>
                  <a:pt x="673963" y="477207"/>
                </a:lnTo>
                <a:lnTo>
                  <a:pt x="674780" y="474042"/>
                </a:lnTo>
                <a:lnTo>
                  <a:pt x="674559" y="472920"/>
                </a:lnTo>
                <a:close/>
                <a:moveTo>
                  <a:pt x="289204" y="1335083"/>
                </a:moveTo>
                <a:lnTo>
                  <a:pt x="291143" y="1339126"/>
                </a:lnTo>
                <a:lnTo>
                  <a:pt x="295951" y="1343854"/>
                </a:lnTo>
                <a:lnTo>
                  <a:pt x="297018" y="1344824"/>
                </a:lnTo>
                <a:lnTo>
                  <a:pt x="297315" y="1344974"/>
                </a:lnTo>
                <a:lnTo>
                  <a:pt x="298005" y="1344624"/>
                </a:lnTo>
                <a:lnTo>
                  <a:pt x="295965" y="1340369"/>
                </a:lnTo>
                <a:close/>
                <a:moveTo>
                  <a:pt x="232720" y="1461479"/>
                </a:moveTo>
                <a:lnTo>
                  <a:pt x="232935" y="1461602"/>
                </a:lnTo>
                <a:lnTo>
                  <a:pt x="232844" y="1461457"/>
                </a:lnTo>
                <a:lnTo>
                  <a:pt x="232800" y="1461398"/>
                </a:lnTo>
                <a:close/>
                <a:moveTo>
                  <a:pt x="612767" y="610380"/>
                </a:moveTo>
                <a:lnTo>
                  <a:pt x="612828" y="611016"/>
                </a:lnTo>
                <a:lnTo>
                  <a:pt x="612952" y="611538"/>
                </a:lnTo>
                <a:lnTo>
                  <a:pt x="612913" y="610446"/>
                </a:lnTo>
                <a:close/>
                <a:moveTo>
                  <a:pt x="653671" y="518750"/>
                </a:moveTo>
                <a:lnTo>
                  <a:pt x="653719" y="519424"/>
                </a:lnTo>
                <a:lnTo>
                  <a:pt x="654323" y="519733"/>
                </a:lnTo>
                <a:close/>
                <a:moveTo>
                  <a:pt x="623454" y="586252"/>
                </a:moveTo>
                <a:lnTo>
                  <a:pt x="624391" y="589224"/>
                </a:lnTo>
                <a:lnTo>
                  <a:pt x="624532" y="589472"/>
                </a:lnTo>
                <a:lnTo>
                  <a:pt x="624124" y="586796"/>
                </a:lnTo>
                <a:close/>
                <a:moveTo>
                  <a:pt x="677611" y="464970"/>
                </a:moveTo>
                <a:lnTo>
                  <a:pt x="677548" y="465231"/>
                </a:lnTo>
                <a:lnTo>
                  <a:pt x="677628" y="465295"/>
                </a:lnTo>
                <a:close/>
                <a:moveTo>
                  <a:pt x="662199" y="498954"/>
                </a:moveTo>
                <a:lnTo>
                  <a:pt x="662183" y="499357"/>
                </a:lnTo>
                <a:lnTo>
                  <a:pt x="662969" y="499779"/>
                </a:lnTo>
                <a:close/>
                <a:moveTo>
                  <a:pt x="678087" y="463364"/>
                </a:moveTo>
                <a:lnTo>
                  <a:pt x="678130" y="464209"/>
                </a:lnTo>
                <a:lnTo>
                  <a:pt x="678194" y="464241"/>
                </a:lnTo>
                <a:close/>
                <a:moveTo>
                  <a:pt x="605181" y="626585"/>
                </a:moveTo>
                <a:lnTo>
                  <a:pt x="604767" y="628064"/>
                </a:lnTo>
                <a:lnTo>
                  <a:pt x="605329" y="628207"/>
                </a:lnTo>
                <a:lnTo>
                  <a:pt x="605231" y="626947"/>
                </a:lnTo>
                <a:close/>
                <a:moveTo>
                  <a:pt x="725258" y="357700"/>
                </a:moveTo>
                <a:lnTo>
                  <a:pt x="725625" y="365155"/>
                </a:lnTo>
                <a:lnTo>
                  <a:pt x="731856" y="370724"/>
                </a:lnTo>
                <a:lnTo>
                  <a:pt x="732037" y="369884"/>
                </a:lnTo>
                <a:close/>
                <a:moveTo>
                  <a:pt x="756153" y="288490"/>
                </a:moveTo>
                <a:lnTo>
                  <a:pt x="755816" y="296778"/>
                </a:lnTo>
                <a:lnTo>
                  <a:pt x="758146" y="298591"/>
                </a:lnTo>
                <a:lnTo>
                  <a:pt x="760237" y="292874"/>
                </a:lnTo>
                <a:close/>
                <a:moveTo>
                  <a:pt x="620012" y="593132"/>
                </a:moveTo>
                <a:lnTo>
                  <a:pt x="619672" y="595240"/>
                </a:lnTo>
                <a:lnTo>
                  <a:pt x="619822" y="595340"/>
                </a:lnTo>
                <a:lnTo>
                  <a:pt x="620155" y="593208"/>
                </a:lnTo>
                <a:close/>
                <a:moveTo>
                  <a:pt x="744173" y="315081"/>
                </a:moveTo>
                <a:lnTo>
                  <a:pt x="740221" y="333508"/>
                </a:lnTo>
                <a:lnTo>
                  <a:pt x="740538" y="333864"/>
                </a:lnTo>
                <a:close/>
                <a:moveTo>
                  <a:pt x="296465" y="1317583"/>
                </a:moveTo>
                <a:lnTo>
                  <a:pt x="297144" y="1318449"/>
                </a:lnTo>
                <a:lnTo>
                  <a:pt x="297249" y="1318488"/>
                </a:lnTo>
                <a:lnTo>
                  <a:pt x="297197" y="1318373"/>
                </a:lnTo>
                <a:lnTo>
                  <a:pt x="296516" y="1317641"/>
                </a:lnTo>
                <a:close/>
                <a:moveTo>
                  <a:pt x="586834" y="667345"/>
                </a:moveTo>
                <a:lnTo>
                  <a:pt x="586806" y="667881"/>
                </a:lnTo>
                <a:lnTo>
                  <a:pt x="586934" y="667659"/>
                </a:lnTo>
                <a:close/>
                <a:moveTo>
                  <a:pt x="687871" y="441097"/>
                </a:moveTo>
                <a:lnTo>
                  <a:pt x="690757" y="446096"/>
                </a:lnTo>
                <a:lnTo>
                  <a:pt x="690943" y="446228"/>
                </a:lnTo>
                <a:lnTo>
                  <a:pt x="690894" y="443831"/>
                </a:lnTo>
                <a:close/>
                <a:moveTo>
                  <a:pt x="676434" y="466471"/>
                </a:moveTo>
                <a:lnTo>
                  <a:pt x="674748" y="471651"/>
                </a:lnTo>
                <a:lnTo>
                  <a:pt x="674885" y="472314"/>
                </a:lnTo>
                <a:lnTo>
                  <a:pt x="675178" y="472502"/>
                </a:lnTo>
                <a:lnTo>
                  <a:pt x="676654" y="466786"/>
                </a:lnTo>
                <a:close/>
                <a:moveTo>
                  <a:pt x="672276" y="475730"/>
                </a:moveTo>
                <a:lnTo>
                  <a:pt x="671511" y="480546"/>
                </a:lnTo>
                <a:lnTo>
                  <a:pt x="672888" y="476321"/>
                </a:lnTo>
                <a:close/>
                <a:moveTo>
                  <a:pt x="756179" y="287838"/>
                </a:moveTo>
                <a:lnTo>
                  <a:pt x="756178" y="287874"/>
                </a:lnTo>
                <a:lnTo>
                  <a:pt x="760405" y="292413"/>
                </a:lnTo>
                <a:lnTo>
                  <a:pt x="760463" y="292254"/>
                </a:lnTo>
                <a:close/>
                <a:moveTo>
                  <a:pt x="679962" y="458094"/>
                </a:moveTo>
                <a:lnTo>
                  <a:pt x="681913" y="460114"/>
                </a:lnTo>
                <a:lnTo>
                  <a:pt x="681985" y="459577"/>
                </a:lnTo>
                <a:close/>
                <a:moveTo>
                  <a:pt x="677021" y="464668"/>
                </a:moveTo>
                <a:lnTo>
                  <a:pt x="676984" y="464780"/>
                </a:lnTo>
                <a:lnTo>
                  <a:pt x="677141" y="464906"/>
                </a:lnTo>
                <a:lnTo>
                  <a:pt x="677182" y="464746"/>
                </a:lnTo>
                <a:close/>
                <a:moveTo>
                  <a:pt x="613446" y="606835"/>
                </a:moveTo>
                <a:lnTo>
                  <a:pt x="613260" y="607668"/>
                </a:lnTo>
                <a:lnTo>
                  <a:pt x="613296" y="608389"/>
                </a:lnTo>
                <a:lnTo>
                  <a:pt x="614929" y="609142"/>
                </a:lnTo>
                <a:lnTo>
                  <a:pt x="615040" y="607787"/>
                </a:lnTo>
                <a:close/>
                <a:moveTo>
                  <a:pt x="600863" y="634968"/>
                </a:moveTo>
                <a:lnTo>
                  <a:pt x="601289" y="636026"/>
                </a:lnTo>
                <a:lnTo>
                  <a:pt x="601502" y="635266"/>
                </a:lnTo>
                <a:lnTo>
                  <a:pt x="601319" y="635084"/>
                </a:lnTo>
                <a:close/>
                <a:moveTo>
                  <a:pt x="296311" y="1316865"/>
                </a:moveTo>
                <a:lnTo>
                  <a:pt x="296687" y="1317263"/>
                </a:lnTo>
                <a:lnTo>
                  <a:pt x="296632" y="1317143"/>
                </a:lnTo>
                <a:close/>
                <a:moveTo>
                  <a:pt x="256241" y="1406590"/>
                </a:moveTo>
                <a:lnTo>
                  <a:pt x="262290" y="1415930"/>
                </a:lnTo>
                <a:lnTo>
                  <a:pt x="268282" y="1424916"/>
                </a:lnTo>
                <a:lnTo>
                  <a:pt x="270640" y="1422543"/>
                </a:lnTo>
                <a:lnTo>
                  <a:pt x="270552" y="1422447"/>
                </a:lnTo>
                <a:lnTo>
                  <a:pt x="270534" y="1422210"/>
                </a:lnTo>
                <a:lnTo>
                  <a:pt x="270744" y="1422438"/>
                </a:lnTo>
                <a:lnTo>
                  <a:pt x="271653" y="1421523"/>
                </a:lnTo>
                <a:close/>
                <a:moveTo>
                  <a:pt x="677522" y="463139"/>
                </a:moveTo>
                <a:lnTo>
                  <a:pt x="677304" y="463806"/>
                </a:lnTo>
                <a:lnTo>
                  <a:pt x="677411" y="463858"/>
                </a:lnTo>
                <a:lnTo>
                  <a:pt x="677534" y="463384"/>
                </a:lnTo>
                <a:close/>
                <a:moveTo>
                  <a:pt x="586906" y="665936"/>
                </a:moveTo>
                <a:lnTo>
                  <a:pt x="586858" y="666852"/>
                </a:lnTo>
                <a:lnTo>
                  <a:pt x="587050" y="667454"/>
                </a:lnTo>
                <a:lnTo>
                  <a:pt x="587130" y="667316"/>
                </a:lnTo>
                <a:close/>
                <a:moveTo>
                  <a:pt x="223615" y="1479343"/>
                </a:moveTo>
                <a:lnTo>
                  <a:pt x="231773" y="1493522"/>
                </a:lnTo>
                <a:lnTo>
                  <a:pt x="245902" y="1499084"/>
                </a:lnTo>
                <a:lnTo>
                  <a:pt x="233425" y="1487646"/>
                </a:lnTo>
                <a:lnTo>
                  <a:pt x="233401" y="1487500"/>
                </a:lnTo>
                <a:close/>
                <a:moveTo>
                  <a:pt x="678825" y="459998"/>
                </a:moveTo>
                <a:lnTo>
                  <a:pt x="678240" y="462397"/>
                </a:lnTo>
                <a:lnTo>
                  <a:pt x="678262" y="462586"/>
                </a:lnTo>
                <a:lnTo>
                  <a:pt x="678560" y="464418"/>
                </a:lnTo>
                <a:lnTo>
                  <a:pt x="680331" y="465283"/>
                </a:lnTo>
                <a:lnTo>
                  <a:pt x="681621" y="462264"/>
                </a:lnTo>
                <a:lnTo>
                  <a:pt x="681650" y="462054"/>
                </a:lnTo>
                <a:close/>
                <a:moveTo>
                  <a:pt x="230612" y="1463600"/>
                </a:moveTo>
                <a:lnTo>
                  <a:pt x="231009" y="1464091"/>
                </a:lnTo>
                <a:lnTo>
                  <a:pt x="235463" y="1465654"/>
                </a:lnTo>
                <a:lnTo>
                  <a:pt x="233536" y="1462566"/>
                </a:lnTo>
                <a:lnTo>
                  <a:pt x="232327" y="1461874"/>
                </a:lnTo>
                <a:close/>
                <a:moveTo>
                  <a:pt x="651554" y="520984"/>
                </a:moveTo>
                <a:lnTo>
                  <a:pt x="651160" y="530707"/>
                </a:lnTo>
                <a:lnTo>
                  <a:pt x="652160" y="531411"/>
                </a:lnTo>
                <a:lnTo>
                  <a:pt x="652458" y="530198"/>
                </a:lnTo>
                <a:lnTo>
                  <a:pt x="651708" y="521092"/>
                </a:lnTo>
                <a:close/>
                <a:moveTo>
                  <a:pt x="285891" y="1339538"/>
                </a:moveTo>
                <a:lnTo>
                  <a:pt x="286356" y="1340843"/>
                </a:lnTo>
                <a:lnTo>
                  <a:pt x="287448" y="1342487"/>
                </a:lnTo>
                <a:lnTo>
                  <a:pt x="292476" y="1347431"/>
                </a:lnTo>
                <a:lnTo>
                  <a:pt x="293835" y="1346740"/>
                </a:lnTo>
                <a:lnTo>
                  <a:pt x="292300" y="1343538"/>
                </a:lnTo>
                <a:lnTo>
                  <a:pt x="290686" y="1341951"/>
                </a:lnTo>
                <a:close/>
                <a:moveTo>
                  <a:pt x="683881" y="448284"/>
                </a:moveTo>
                <a:lnTo>
                  <a:pt x="682877" y="455675"/>
                </a:lnTo>
                <a:lnTo>
                  <a:pt x="690991" y="460730"/>
                </a:lnTo>
                <a:lnTo>
                  <a:pt x="691212" y="459707"/>
                </a:lnTo>
                <a:lnTo>
                  <a:pt x="691194" y="458821"/>
                </a:lnTo>
                <a:lnTo>
                  <a:pt x="689073" y="453220"/>
                </a:lnTo>
                <a:lnTo>
                  <a:pt x="688782" y="452714"/>
                </a:lnTo>
                <a:close/>
                <a:moveTo>
                  <a:pt x="312441" y="1279990"/>
                </a:moveTo>
                <a:lnTo>
                  <a:pt x="317428" y="1287068"/>
                </a:lnTo>
                <a:lnTo>
                  <a:pt x="317744" y="1287504"/>
                </a:lnTo>
                <a:lnTo>
                  <a:pt x="320977" y="1291636"/>
                </a:lnTo>
                <a:lnTo>
                  <a:pt x="321371" y="1291758"/>
                </a:lnTo>
                <a:lnTo>
                  <a:pt x="316856" y="1282513"/>
                </a:lnTo>
                <a:close/>
                <a:moveTo>
                  <a:pt x="707863" y="394535"/>
                </a:moveTo>
                <a:lnTo>
                  <a:pt x="708292" y="397352"/>
                </a:lnTo>
                <a:lnTo>
                  <a:pt x="711803" y="399371"/>
                </a:lnTo>
                <a:close/>
                <a:moveTo>
                  <a:pt x="679075" y="458972"/>
                </a:moveTo>
                <a:lnTo>
                  <a:pt x="679037" y="459129"/>
                </a:lnTo>
                <a:lnTo>
                  <a:pt x="679545" y="459500"/>
                </a:lnTo>
                <a:close/>
                <a:moveTo>
                  <a:pt x="676566" y="464446"/>
                </a:moveTo>
                <a:lnTo>
                  <a:pt x="676717" y="464566"/>
                </a:lnTo>
                <a:lnTo>
                  <a:pt x="676731" y="464525"/>
                </a:lnTo>
                <a:close/>
                <a:moveTo>
                  <a:pt x="295238" y="1318155"/>
                </a:moveTo>
                <a:lnTo>
                  <a:pt x="295683" y="1319709"/>
                </a:lnTo>
                <a:lnTo>
                  <a:pt x="299737" y="1323900"/>
                </a:lnTo>
                <a:lnTo>
                  <a:pt x="297889" y="1319879"/>
                </a:lnTo>
                <a:lnTo>
                  <a:pt x="297164" y="1318955"/>
                </a:lnTo>
                <a:close/>
                <a:moveTo>
                  <a:pt x="622387" y="585382"/>
                </a:moveTo>
                <a:lnTo>
                  <a:pt x="622359" y="585623"/>
                </a:lnTo>
                <a:lnTo>
                  <a:pt x="623666" y="587938"/>
                </a:lnTo>
                <a:lnTo>
                  <a:pt x="623024" y="585901"/>
                </a:lnTo>
                <a:close/>
                <a:moveTo>
                  <a:pt x="651602" y="519816"/>
                </a:moveTo>
                <a:lnTo>
                  <a:pt x="651566" y="520721"/>
                </a:lnTo>
                <a:lnTo>
                  <a:pt x="651684" y="520804"/>
                </a:lnTo>
                <a:close/>
                <a:moveTo>
                  <a:pt x="229631" y="1464588"/>
                </a:moveTo>
                <a:lnTo>
                  <a:pt x="229992" y="1465040"/>
                </a:lnTo>
                <a:lnTo>
                  <a:pt x="231558" y="1466056"/>
                </a:lnTo>
                <a:lnTo>
                  <a:pt x="229940" y="1464277"/>
                </a:lnTo>
                <a:close/>
                <a:moveTo>
                  <a:pt x="614239" y="603275"/>
                </a:moveTo>
                <a:lnTo>
                  <a:pt x="613587" y="606203"/>
                </a:lnTo>
                <a:lnTo>
                  <a:pt x="615032" y="607065"/>
                </a:lnTo>
                <a:close/>
                <a:moveTo>
                  <a:pt x="672892" y="471850"/>
                </a:moveTo>
                <a:lnTo>
                  <a:pt x="672283" y="475684"/>
                </a:lnTo>
                <a:lnTo>
                  <a:pt x="672910" y="476253"/>
                </a:lnTo>
                <a:lnTo>
                  <a:pt x="674093" y="472621"/>
                </a:lnTo>
                <a:close/>
                <a:moveTo>
                  <a:pt x="662348" y="495276"/>
                </a:moveTo>
                <a:lnTo>
                  <a:pt x="662228" y="498234"/>
                </a:lnTo>
                <a:lnTo>
                  <a:pt x="664241" y="500391"/>
                </a:lnTo>
                <a:lnTo>
                  <a:pt x="664875" y="496399"/>
                </a:lnTo>
                <a:close/>
                <a:moveTo>
                  <a:pt x="755267" y="286896"/>
                </a:moveTo>
                <a:lnTo>
                  <a:pt x="755715" y="287379"/>
                </a:lnTo>
                <a:lnTo>
                  <a:pt x="755716" y="287359"/>
                </a:lnTo>
                <a:close/>
                <a:moveTo>
                  <a:pt x="612571" y="606315"/>
                </a:moveTo>
                <a:lnTo>
                  <a:pt x="612473" y="607283"/>
                </a:lnTo>
                <a:lnTo>
                  <a:pt x="612477" y="607327"/>
                </a:lnTo>
                <a:lnTo>
                  <a:pt x="612559" y="607290"/>
                </a:lnTo>
                <a:lnTo>
                  <a:pt x="612487" y="607426"/>
                </a:lnTo>
                <a:lnTo>
                  <a:pt x="612529" y="607874"/>
                </a:lnTo>
                <a:lnTo>
                  <a:pt x="612781" y="606741"/>
                </a:lnTo>
                <a:lnTo>
                  <a:pt x="612770" y="606434"/>
                </a:lnTo>
                <a:close/>
                <a:moveTo>
                  <a:pt x="680347" y="454462"/>
                </a:moveTo>
                <a:lnTo>
                  <a:pt x="679665" y="456553"/>
                </a:lnTo>
                <a:lnTo>
                  <a:pt x="679495" y="457251"/>
                </a:lnTo>
                <a:lnTo>
                  <a:pt x="682047" y="459121"/>
                </a:lnTo>
                <a:lnTo>
                  <a:pt x="682493" y="455841"/>
                </a:lnTo>
                <a:close/>
                <a:moveTo>
                  <a:pt x="587148" y="663061"/>
                </a:moveTo>
                <a:lnTo>
                  <a:pt x="587191" y="663321"/>
                </a:lnTo>
                <a:lnTo>
                  <a:pt x="587644" y="665217"/>
                </a:lnTo>
                <a:lnTo>
                  <a:pt x="587621" y="664098"/>
                </a:lnTo>
                <a:lnTo>
                  <a:pt x="587639" y="663552"/>
                </a:lnTo>
                <a:close/>
                <a:moveTo>
                  <a:pt x="622607" y="583484"/>
                </a:moveTo>
                <a:lnTo>
                  <a:pt x="622600" y="583542"/>
                </a:lnTo>
                <a:lnTo>
                  <a:pt x="622878" y="584424"/>
                </a:lnTo>
                <a:lnTo>
                  <a:pt x="623886" y="585246"/>
                </a:lnTo>
                <a:lnTo>
                  <a:pt x="623834" y="584903"/>
                </a:lnTo>
                <a:lnTo>
                  <a:pt x="623361" y="584151"/>
                </a:lnTo>
                <a:close/>
                <a:moveTo>
                  <a:pt x="259131" y="1397276"/>
                </a:moveTo>
                <a:lnTo>
                  <a:pt x="275288" y="1409234"/>
                </a:lnTo>
                <a:lnTo>
                  <a:pt x="271210" y="1403269"/>
                </a:lnTo>
                <a:lnTo>
                  <a:pt x="268628" y="1401464"/>
                </a:lnTo>
                <a:close/>
                <a:moveTo>
                  <a:pt x="328847" y="1241151"/>
                </a:moveTo>
                <a:lnTo>
                  <a:pt x="329078" y="1241616"/>
                </a:lnTo>
                <a:lnTo>
                  <a:pt x="329091" y="1241396"/>
                </a:lnTo>
                <a:close/>
                <a:moveTo>
                  <a:pt x="614800" y="600754"/>
                </a:moveTo>
                <a:lnTo>
                  <a:pt x="614531" y="601960"/>
                </a:lnTo>
                <a:lnTo>
                  <a:pt x="615241" y="605346"/>
                </a:lnTo>
                <a:lnTo>
                  <a:pt x="615396" y="603468"/>
                </a:lnTo>
                <a:lnTo>
                  <a:pt x="615100" y="600884"/>
                </a:lnTo>
                <a:close/>
                <a:moveTo>
                  <a:pt x="684327" y="445000"/>
                </a:moveTo>
                <a:lnTo>
                  <a:pt x="684021" y="447251"/>
                </a:lnTo>
                <a:lnTo>
                  <a:pt x="685674" y="448631"/>
                </a:lnTo>
                <a:lnTo>
                  <a:pt x="687241" y="450046"/>
                </a:lnTo>
                <a:close/>
                <a:moveTo>
                  <a:pt x="677888" y="459317"/>
                </a:moveTo>
                <a:lnTo>
                  <a:pt x="677904" y="459644"/>
                </a:lnTo>
                <a:lnTo>
                  <a:pt x="678017" y="460571"/>
                </a:lnTo>
                <a:lnTo>
                  <a:pt x="678322" y="459633"/>
                </a:lnTo>
                <a:close/>
                <a:moveTo>
                  <a:pt x="587720" y="661181"/>
                </a:moveTo>
                <a:lnTo>
                  <a:pt x="587331" y="662371"/>
                </a:lnTo>
                <a:lnTo>
                  <a:pt x="587668" y="662709"/>
                </a:lnTo>
                <a:close/>
                <a:moveTo>
                  <a:pt x="212230" y="1501890"/>
                </a:moveTo>
                <a:lnTo>
                  <a:pt x="215487" y="1505967"/>
                </a:lnTo>
                <a:lnTo>
                  <a:pt x="217056" y="1506142"/>
                </a:lnTo>
                <a:lnTo>
                  <a:pt x="218332" y="1506265"/>
                </a:lnTo>
                <a:close/>
                <a:moveTo>
                  <a:pt x="612716" y="604903"/>
                </a:moveTo>
                <a:lnTo>
                  <a:pt x="612641" y="605639"/>
                </a:lnTo>
                <a:lnTo>
                  <a:pt x="612744" y="605700"/>
                </a:lnTo>
                <a:close/>
                <a:moveTo>
                  <a:pt x="662419" y="493533"/>
                </a:moveTo>
                <a:lnTo>
                  <a:pt x="662398" y="494044"/>
                </a:lnTo>
                <a:lnTo>
                  <a:pt x="663351" y="494467"/>
                </a:lnTo>
                <a:close/>
                <a:moveTo>
                  <a:pt x="229053" y="1463865"/>
                </a:moveTo>
                <a:lnTo>
                  <a:pt x="229473" y="1464390"/>
                </a:lnTo>
                <a:lnTo>
                  <a:pt x="229745" y="1464110"/>
                </a:lnTo>
                <a:close/>
                <a:moveTo>
                  <a:pt x="290467" y="1326220"/>
                </a:moveTo>
                <a:lnTo>
                  <a:pt x="291107" y="1327557"/>
                </a:lnTo>
                <a:lnTo>
                  <a:pt x="292350" y="1328180"/>
                </a:lnTo>
                <a:lnTo>
                  <a:pt x="291871" y="1327318"/>
                </a:lnTo>
                <a:close/>
                <a:moveTo>
                  <a:pt x="659379" y="500137"/>
                </a:moveTo>
                <a:lnTo>
                  <a:pt x="660307" y="504028"/>
                </a:lnTo>
                <a:lnTo>
                  <a:pt x="661607" y="504666"/>
                </a:lnTo>
                <a:lnTo>
                  <a:pt x="661607" y="504660"/>
                </a:lnTo>
                <a:lnTo>
                  <a:pt x="661782" y="501429"/>
                </a:lnTo>
                <a:close/>
                <a:moveTo>
                  <a:pt x="746619" y="304745"/>
                </a:moveTo>
                <a:lnTo>
                  <a:pt x="740905" y="334276"/>
                </a:lnTo>
                <a:lnTo>
                  <a:pt x="743877" y="337613"/>
                </a:lnTo>
                <a:lnTo>
                  <a:pt x="752699" y="313487"/>
                </a:lnTo>
                <a:lnTo>
                  <a:pt x="750419" y="310150"/>
                </a:lnTo>
                <a:close/>
                <a:moveTo>
                  <a:pt x="699941" y="409219"/>
                </a:moveTo>
                <a:lnTo>
                  <a:pt x="706292" y="417683"/>
                </a:lnTo>
                <a:lnTo>
                  <a:pt x="706659" y="416612"/>
                </a:lnTo>
                <a:lnTo>
                  <a:pt x="701473" y="410215"/>
                </a:lnTo>
                <a:close/>
                <a:moveTo>
                  <a:pt x="600340" y="632037"/>
                </a:moveTo>
                <a:lnTo>
                  <a:pt x="600454" y="633351"/>
                </a:lnTo>
                <a:lnTo>
                  <a:pt x="601932" y="633730"/>
                </a:lnTo>
                <a:lnTo>
                  <a:pt x="602187" y="632823"/>
                </a:lnTo>
                <a:close/>
                <a:moveTo>
                  <a:pt x="189010" y="1552830"/>
                </a:moveTo>
                <a:lnTo>
                  <a:pt x="210383" y="1572457"/>
                </a:lnTo>
                <a:lnTo>
                  <a:pt x="214778" y="1573999"/>
                </a:lnTo>
                <a:lnTo>
                  <a:pt x="218221" y="1575020"/>
                </a:lnTo>
                <a:lnTo>
                  <a:pt x="203977" y="1557538"/>
                </a:lnTo>
                <a:close/>
                <a:moveTo>
                  <a:pt x="673541" y="467766"/>
                </a:moveTo>
                <a:lnTo>
                  <a:pt x="673010" y="471110"/>
                </a:lnTo>
                <a:lnTo>
                  <a:pt x="674313" y="471947"/>
                </a:lnTo>
                <a:lnTo>
                  <a:pt x="674347" y="471844"/>
                </a:lnTo>
                <a:close/>
                <a:moveTo>
                  <a:pt x="604173" y="623085"/>
                </a:moveTo>
                <a:lnTo>
                  <a:pt x="604528" y="623287"/>
                </a:lnTo>
                <a:lnTo>
                  <a:pt x="604350" y="622782"/>
                </a:lnTo>
                <a:lnTo>
                  <a:pt x="604339" y="622772"/>
                </a:lnTo>
                <a:close/>
                <a:moveTo>
                  <a:pt x="682705" y="447221"/>
                </a:moveTo>
                <a:lnTo>
                  <a:pt x="680445" y="454158"/>
                </a:lnTo>
                <a:lnTo>
                  <a:pt x="682543" y="455466"/>
                </a:lnTo>
                <a:lnTo>
                  <a:pt x="683558" y="447993"/>
                </a:lnTo>
                <a:close/>
                <a:moveTo>
                  <a:pt x="276740" y="1355868"/>
                </a:moveTo>
                <a:lnTo>
                  <a:pt x="278863" y="1359347"/>
                </a:lnTo>
                <a:lnTo>
                  <a:pt x="277130" y="1355670"/>
                </a:lnTo>
                <a:close/>
                <a:moveTo>
                  <a:pt x="602763" y="625742"/>
                </a:moveTo>
                <a:lnTo>
                  <a:pt x="603814" y="627010"/>
                </a:lnTo>
                <a:lnTo>
                  <a:pt x="604307" y="625251"/>
                </a:lnTo>
                <a:lnTo>
                  <a:pt x="603347" y="624643"/>
                </a:lnTo>
                <a:close/>
                <a:moveTo>
                  <a:pt x="677800" y="457542"/>
                </a:moveTo>
                <a:lnTo>
                  <a:pt x="677836" y="458255"/>
                </a:lnTo>
                <a:lnTo>
                  <a:pt x="678592" y="458805"/>
                </a:lnTo>
                <a:lnTo>
                  <a:pt x="678681" y="458530"/>
                </a:lnTo>
                <a:close/>
                <a:moveTo>
                  <a:pt x="226670" y="1467642"/>
                </a:moveTo>
                <a:lnTo>
                  <a:pt x="234049" y="1472979"/>
                </a:lnTo>
                <a:lnTo>
                  <a:pt x="236918" y="1474782"/>
                </a:lnTo>
                <a:lnTo>
                  <a:pt x="230621" y="1466900"/>
                </a:lnTo>
                <a:lnTo>
                  <a:pt x="228636" y="1465608"/>
                </a:lnTo>
                <a:close/>
                <a:moveTo>
                  <a:pt x="683752" y="444005"/>
                </a:moveTo>
                <a:lnTo>
                  <a:pt x="682978" y="446382"/>
                </a:lnTo>
                <a:lnTo>
                  <a:pt x="683696" y="446980"/>
                </a:lnTo>
                <a:lnTo>
                  <a:pt x="684034" y="444494"/>
                </a:lnTo>
                <a:close/>
                <a:moveTo>
                  <a:pt x="600250" y="630978"/>
                </a:moveTo>
                <a:lnTo>
                  <a:pt x="600287" y="631409"/>
                </a:lnTo>
                <a:lnTo>
                  <a:pt x="601964" y="632123"/>
                </a:lnTo>
                <a:lnTo>
                  <a:pt x="601639" y="631569"/>
                </a:lnTo>
                <a:close/>
                <a:moveTo>
                  <a:pt x="294494" y="1315556"/>
                </a:moveTo>
                <a:lnTo>
                  <a:pt x="295107" y="1317696"/>
                </a:lnTo>
                <a:lnTo>
                  <a:pt x="296612" y="1318252"/>
                </a:lnTo>
                <a:close/>
                <a:moveTo>
                  <a:pt x="621668" y="582872"/>
                </a:moveTo>
                <a:lnTo>
                  <a:pt x="621587" y="583372"/>
                </a:lnTo>
                <a:lnTo>
                  <a:pt x="621682" y="583450"/>
                </a:lnTo>
                <a:lnTo>
                  <a:pt x="621767" y="582903"/>
                </a:lnTo>
                <a:close/>
                <a:moveTo>
                  <a:pt x="600384" y="630224"/>
                </a:moveTo>
                <a:lnTo>
                  <a:pt x="601005" y="630489"/>
                </a:lnTo>
                <a:lnTo>
                  <a:pt x="600605" y="629807"/>
                </a:lnTo>
                <a:close/>
                <a:moveTo>
                  <a:pt x="305513" y="1290476"/>
                </a:moveTo>
                <a:lnTo>
                  <a:pt x="307501" y="1293233"/>
                </a:lnTo>
                <a:lnTo>
                  <a:pt x="307445" y="1293042"/>
                </a:lnTo>
                <a:lnTo>
                  <a:pt x="307136" y="1292506"/>
                </a:lnTo>
                <a:close/>
                <a:moveTo>
                  <a:pt x="293469" y="1317420"/>
                </a:moveTo>
                <a:lnTo>
                  <a:pt x="294347" y="1318328"/>
                </a:lnTo>
                <a:lnTo>
                  <a:pt x="294200" y="1317724"/>
                </a:lnTo>
                <a:close/>
                <a:moveTo>
                  <a:pt x="616093" y="594948"/>
                </a:moveTo>
                <a:lnTo>
                  <a:pt x="615397" y="598074"/>
                </a:lnTo>
                <a:lnTo>
                  <a:pt x="615577" y="599643"/>
                </a:lnTo>
                <a:lnTo>
                  <a:pt x="615705" y="599682"/>
                </a:lnTo>
                <a:close/>
                <a:moveTo>
                  <a:pt x="682148" y="446717"/>
                </a:moveTo>
                <a:lnTo>
                  <a:pt x="680681" y="452392"/>
                </a:lnTo>
                <a:lnTo>
                  <a:pt x="682443" y="446985"/>
                </a:lnTo>
                <a:close/>
                <a:moveTo>
                  <a:pt x="284840" y="1336202"/>
                </a:moveTo>
                <a:lnTo>
                  <a:pt x="285417" y="1338204"/>
                </a:lnTo>
                <a:lnTo>
                  <a:pt x="285756" y="1339155"/>
                </a:lnTo>
                <a:lnTo>
                  <a:pt x="290032" y="1341308"/>
                </a:lnTo>
                <a:close/>
                <a:moveTo>
                  <a:pt x="643855" y="532120"/>
                </a:moveTo>
                <a:lnTo>
                  <a:pt x="645593" y="541641"/>
                </a:lnTo>
                <a:lnTo>
                  <a:pt x="645937" y="543392"/>
                </a:lnTo>
                <a:lnTo>
                  <a:pt x="647230" y="544648"/>
                </a:lnTo>
                <a:lnTo>
                  <a:pt x="650339" y="537096"/>
                </a:lnTo>
                <a:lnTo>
                  <a:pt x="650339" y="537084"/>
                </a:lnTo>
                <a:close/>
                <a:moveTo>
                  <a:pt x="632606" y="557283"/>
                </a:moveTo>
                <a:lnTo>
                  <a:pt x="633171" y="560749"/>
                </a:lnTo>
                <a:lnTo>
                  <a:pt x="633360" y="558974"/>
                </a:lnTo>
                <a:lnTo>
                  <a:pt x="633097" y="557718"/>
                </a:lnTo>
                <a:close/>
                <a:moveTo>
                  <a:pt x="674257" y="463914"/>
                </a:moveTo>
                <a:lnTo>
                  <a:pt x="674021" y="464745"/>
                </a:lnTo>
                <a:lnTo>
                  <a:pt x="673713" y="466679"/>
                </a:lnTo>
                <a:lnTo>
                  <a:pt x="674616" y="471018"/>
                </a:lnTo>
                <a:lnTo>
                  <a:pt x="676204" y="466143"/>
                </a:lnTo>
                <a:lnTo>
                  <a:pt x="675137" y="464619"/>
                </a:lnTo>
                <a:close/>
                <a:moveTo>
                  <a:pt x="587281" y="658633"/>
                </a:moveTo>
                <a:lnTo>
                  <a:pt x="587102" y="662139"/>
                </a:lnTo>
                <a:lnTo>
                  <a:pt x="587226" y="662265"/>
                </a:lnTo>
                <a:lnTo>
                  <a:pt x="587733" y="660772"/>
                </a:lnTo>
                <a:lnTo>
                  <a:pt x="587796" y="658934"/>
                </a:lnTo>
                <a:close/>
                <a:moveTo>
                  <a:pt x="667562" y="478575"/>
                </a:moveTo>
                <a:lnTo>
                  <a:pt x="667014" y="482928"/>
                </a:lnTo>
                <a:lnTo>
                  <a:pt x="667578" y="479375"/>
                </a:lnTo>
                <a:lnTo>
                  <a:pt x="667765" y="478719"/>
                </a:lnTo>
                <a:close/>
                <a:moveTo>
                  <a:pt x="656782" y="502631"/>
                </a:moveTo>
                <a:lnTo>
                  <a:pt x="658548" y="505294"/>
                </a:lnTo>
                <a:lnTo>
                  <a:pt x="658063" y="503259"/>
                </a:lnTo>
                <a:close/>
                <a:moveTo>
                  <a:pt x="329220" y="1235970"/>
                </a:moveTo>
                <a:lnTo>
                  <a:pt x="329375" y="1236489"/>
                </a:lnTo>
                <a:lnTo>
                  <a:pt x="329384" y="1236331"/>
                </a:lnTo>
                <a:close/>
                <a:moveTo>
                  <a:pt x="613209" y="600059"/>
                </a:moveTo>
                <a:lnTo>
                  <a:pt x="612991" y="602197"/>
                </a:lnTo>
                <a:lnTo>
                  <a:pt x="613136" y="605148"/>
                </a:lnTo>
                <a:lnTo>
                  <a:pt x="613906" y="601688"/>
                </a:lnTo>
                <a:lnTo>
                  <a:pt x="613600" y="600230"/>
                </a:lnTo>
                <a:close/>
                <a:moveTo>
                  <a:pt x="202531" y="1519629"/>
                </a:moveTo>
                <a:lnTo>
                  <a:pt x="213469" y="1538637"/>
                </a:lnTo>
                <a:lnTo>
                  <a:pt x="237005" y="1547903"/>
                </a:lnTo>
                <a:lnTo>
                  <a:pt x="216668" y="1531411"/>
                </a:lnTo>
                <a:close/>
                <a:moveTo>
                  <a:pt x="707105" y="389565"/>
                </a:moveTo>
                <a:lnTo>
                  <a:pt x="707720" y="393597"/>
                </a:lnTo>
                <a:lnTo>
                  <a:pt x="712527" y="399496"/>
                </a:lnTo>
                <a:lnTo>
                  <a:pt x="714619" y="393393"/>
                </a:lnTo>
                <a:lnTo>
                  <a:pt x="713224" y="392009"/>
                </a:lnTo>
                <a:close/>
                <a:moveTo>
                  <a:pt x="683127" y="442923"/>
                </a:moveTo>
                <a:lnTo>
                  <a:pt x="682366" y="445871"/>
                </a:lnTo>
                <a:lnTo>
                  <a:pt x="682711" y="446160"/>
                </a:lnTo>
                <a:lnTo>
                  <a:pt x="683536" y="443631"/>
                </a:lnTo>
                <a:close/>
                <a:moveTo>
                  <a:pt x="600070" y="628896"/>
                </a:moveTo>
                <a:lnTo>
                  <a:pt x="600169" y="630037"/>
                </a:lnTo>
                <a:lnTo>
                  <a:pt x="600440" y="629526"/>
                </a:lnTo>
                <a:close/>
                <a:moveTo>
                  <a:pt x="275960" y="1354591"/>
                </a:moveTo>
                <a:lnTo>
                  <a:pt x="276530" y="1355525"/>
                </a:lnTo>
                <a:lnTo>
                  <a:pt x="276959" y="1355307"/>
                </a:lnTo>
                <a:lnTo>
                  <a:pt x="276822" y="1355015"/>
                </a:lnTo>
                <a:close/>
                <a:moveTo>
                  <a:pt x="282463" y="1340026"/>
                </a:moveTo>
                <a:lnTo>
                  <a:pt x="284892" y="1344236"/>
                </a:lnTo>
                <a:lnTo>
                  <a:pt x="284159" y="1341694"/>
                </a:lnTo>
                <a:close/>
                <a:moveTo>
                  <a:pt x="686880" y="434400"/>
                </a:moveTo>
                <a:lnTo>
                  <a:pt x="685851" y="437561"/>
                </a:lnTo>
                <a:lnTo>
                  <a:pt x="690540" y="441801"/>
                </a:lnTo>
                <a:lnTo>
                  <a:pt x="690857" y="441926"/>
                </a:lnTo>
                <a:lnTo>
                  <a:pt x="690752" y="436710"/>
                </a:lnTo>
                <a:close/>
                <a:moveTo>
                  <a:pt x="613325" y="598919"/>
                </a:moveTo>
                <a:lnTo>
                  <a:pt x="613323" y="598939"/>
                </a:lnTo>
                <a:lnTo>
                  <a:pt x="613330" y="598941"/>
                </a:lnTo>
                <a:close/>
                <a:moveTo>
                  <a:pt x="270499" y="1366401"/>
                </a:moveTo>
                <a:lnTo>
                  <a:pt x="270625" y="1366725"/>
                </a:lnTo>
                <a:lnTo>
                  <a:pt x="271395" y="1367037"/>
                </a:lnTo>
                <a:close/>
                <a:moveTo>
                  <a:pt x="576547" y="680872"/>
                </a:moveTo>
                <a:lnTo>
                  <a:pt x="576616" y="681292"/>
                </a:lnTo>
                <a:lnTo>
                  <a:pt x="576833" y="681083"/>
                </a:lnTo>
                <a:close/>
                <a:moveTo>
                  <a:pt x="227137" y="1463189"/>
                </a:moveTo>
                <a:lnTo>
                  <a:pt x="228213" y="1463887"/>
                </a:lnTo>
                <a:lnTo>
                  <a:pt x="227859" y="1463444"/>
                </a:lnTo>
                <a:close/>
                <a:moveTo>
                  <a:pt x="245767" y="1421307"/>
                </a:moveTo>
                <a:lnTo>
                  <a:pt x="254382" y="1434610"/>
                </a:lnTo>
                <a:lnTo>
                  <a:pt x="256097" y="1437182"/>
                </a:lnTo>
                <a:lnTo>
                  <a:pt x="261008" y="1432239"/>
                </a:lnTo>
                <a:lnTo>
                  <a:pt x="260714" y="1431648"/>
                </a:lnTo>
                <a:lnTo>
                  <a:pt x="259378" y="1428616"/>
                </a:lnTo>
                <a:close/>
                <a:moveTo>
                  <a:pt x="748308" y="296018"/>
                </a:moveTo>
                <a:lnTo>
                  <a:pt x="746661" y="304526"/>
                </a:lnTo>
                <a:lnTo>
                  <a:pt x="752789" y="313241"/>
                </a:lnTo>
                <a:lnTo>
                  <a:pt x="754901" y="307464"/>
                </a:lnTo>
                <a:lnTo>
                  <a:pt x="754911" y="307229"/>
                </a:lnTo>
                <a:lnTo>
                  <a:pt x="748588" y="302058"/>
                </a:lnTo>
                <a:lnTo>
                  <a:pt x="748848" y="302062"/>
                </a:lnTo>
                <a:lnTo>
                  <a:pt x="754919" y="307026"/>
                </a:lnTo>
                <a:lnTo>
                  <a:pt x="754969" y="305769"/>
                </a:lnTo>
                <a:close/>
                <a:moveTo>
                  <a:pt x="282938" y="1338052"/>
                </a:moveTo>
                <a:lnTo>
                  <a:pt x="283177" y="1338286"/>
                </a:lnTo>
                <a:lnTo>
                  <a:pt x="283138" y="1338152"/>
                </a:lnTo>
                <a:close/>
                <a:moveTo>
                  <a:pt x="675965" y="457919"/>
                </a:moveTo>
                <a:lnTo>
                  <a:pt x="674657" y="462515"/>
                </a:lnTo>
                <a:lnTo>
                  <a:pt x="677010" y="463663"/>
                </a:lnTo>
                <a:lnTo>
                  <a:pt x="677477" y="462231"/>
                </a:lnTo>
                <a:lnTo>
                  <a:pt x="677311" y="458898"/>
                </a:lnTo>
                <a:close/>
                <a:moveTo>
                  <a:pt x="688373" y="429819"/>
                </a:moveTo>
                <a:lnTo>
                  <a:pt x="686976" y="434106"/>
                </a:lnTo>
                <a:lnTo>
                  <a:pt x="690744" y="436284"/>
                </a:lnTo>
                <a:lnTo>
                  <a:pt x="690675" y="432822"/>
                </a:lnTo>
                <a:lnTo>
                  <a:pt x="688930" y="430532"/>
                </a:lnTo>
                <a:close/>
                <a:moveTo>
                  <a:pt x="588867" y="652494"/>
                </a:moveTo>
                <a:lnTo>
                  <a:pt x="588864" y="653891"/>
                </a:lnTo>
                <a:lnTo>
                  <a:pt x="588937" y="654372"/>
                </a:lnTo>
                <a:lnTo>
                  <a:pt x="589087" y="652638"/>
                </a:lnTo>
                <a:lnTo>
                  <a:pt x="588919" y="652394"/>
                </a:lnTo>
                <a:close/>
                <a:moveTo>
                  <a:pt x="213810" y="1492194"/>
                </a:moveTo>
                <a:lnTo>
                  <a:pt x="218315" y="1497723"/>
                </a:lnTo>
                <a:lnTo>
                  <a:pt x="236282" y="1507991"/>
                </a:lnTo>
                <a:lnTo>
                  <a:pt x="238168" y="1508172"/>
                </a:lnTo>
                <a:lnTo>
                  <a:pt x="236360" y="1505031"/>
                </a:lnTo>
                <a:lnTo>
                  <a:pt x="225982" y="1495497"/>
                </a:lnTo>
                <a:lnTo>
                  <a:pt x="219745" y="1493850"/>
                </a:lnTo>
                <a:close/>
                <a:moveTo>
                  <a:pt x="676491" y="456072"/>
                </a:moveTo>
                <a:lnTo>
                  <a:pt x="676207" y="457070"/>
                </a:lnTo>
                <a:lnTo>
                  <a:pt x="677259" y="457836"/>
                </a:lnTo>
                <a:lnTo>
                  <a:pt x="677211" y="456881"/>
                </a:lnTo>
                <a:close/>
                <a:moveTo>
                  <a:pt x="223050" y="1471387"/>
                </a:moveTo>
                <a:lnTo>
                  <a:pt x="228160" y="1475495"/>
                </a:lnTo>
                <a:lnTo>
                  <a:pt x="229483" y="1476530"/>
                </a:lnTo>
                <a:lnTo>
                  <a:pt x="231477" y="1477924"/>
                </a:lnTo>
                <a:lnTo>
                  <a:pt x="227179" y="1471635"/>
                </a:lnTo>
                <a:lnTo>
                  <a:pt x="224608" y="1469775"/>
                </a:lnTo>
                <a:close/>
                <a:moveTo>
                  <a:pt x="587498" y="655159"/>
                </a:moveTo>
                <a:lnTo>
                  <a:pt x="587712" y="655284"/>
                </a:lnTo>
                <a:lnTo>
                  <a:pt x="587690" y="654997"/>
                </a:lnTo>
                <a:lnTo>
                  <a:pt x="587606" y="654947"/>
                </a:lnTo>
                <a:close/>
                <a:moveTo>
                  <a:pt x="275422" y="1353709"/>
                </a:moveTo>
                <a:lnTo>
                  <a:pt x="275815" y="1354354"/>
                </a:lnTo>
                <a:lnTo>
                  <a:pt x="276720" y="1354799"/>
                </a:lnTo>
                <a:lnTo>
                  <a:pt x="276444" y="1354212"/>
                </a:lnTo>
                <a:close/>
                <a:moveTo>
                  <a:pt x="222676" y="1471774"/>
                </a:moveTo>
                <a:lnTo>
                  <a:pt x="227891" y="1475417"/>
                </a:lnTo>
                <a:lnTo>
                  <a:pt x="222975" y="1471465"/>
                </a:lnTo>
                <a:close/>
                <a:moveTo>
                  <a:pt x="631490" y="556297"/>
                </a:moveTo>
                <a:lnTo>
                  <a:pt x="631580" y="556631"/>
                </a:lnTo>
                <a:lnTo>
                  <a:pt x="631531" y="556334"/>
                </a:lnTo>
                <a:close/>
                <a:moveTo>
                  <a:pt x="668850" y="472568"/>
                </a:moveTo>
                <a:lnTo>
                  <a:pt x="668805" y="473739"/>
                </a:lnTo>
                <a:lnTo>
                  <a:pt x="668844" y="474931"/>
                </a:lnTo>
                <a:lnTo>
                  <a:pt x="669380" y="473049"/>
                </a:lnTo>
                <a:close/>
                <a:moveTo>
                  <a:pt x="676988" y="454329"/>
                </a:moveTo>
                <a:lnTo>
                  <a:pt x="676838" y="454857"/>
                </a:lnTo>
                <a:lnTo>
                  <a:pt x="677084" y="455112"/>
                </a:lnTo>
                <a:close/>
                <a:moveTo>
                  <a:pt x="614860" y="593385"/>
                </a:moveTo>
                <a:lnTo>
                  <a:pt x="615164" y="596039"/>
                </a:lnTo>
                <a:lnTo>
                  <a:pt x="615639" y="593908"/>
                </a:lnTo>
                <a:close/>
                <a:moveTo>
                  <a:pt x="748869" y="293115"/>
                </a:moveTo>
                <a:lnTo>
                  <a:pt x="748436" y="295352"/>
                </a:lnTo>
                <a:lnTo>
                  <a:pt x="755003" y="304963"/>
                </a:lnTo>
                <a:lnTo>
                  <a:pt x="755280" y="298106"/>
                </a:lnTo>
                <a:close/>
                <a:moveTo>
                  <a:pt x="677561" y="452674"/>
                </a:moveTo>
                <a:lnTo>
                  <a:pt x="677713" y="455764"/>
                </a:lnTo>
                <a:lnTo>
                  <a:pt x="678313" y="456386"/>
                </a:lnTo>
                <a:lnTo>
                  <a:pt x="679174" y="457017"/>
                </a:lnTo>
                <a:lnTo>
                  <a:pt x="679194" y="456957"/>
                </a:lnTo>
                <a:lnTo>
                  <a:pt x="679911" y="454182"/>
                </a:lnTo>
                <a:close/>
                <a:moveTo>
                  <a:pt x="692199" y="419887"/>
                </a:moveTo>
                <a:lnTo>
                  <a:pt x="692163" y="434442"/>
                </a:lnTo>
                <a:lnTo>
                  <a:pt x="695973" y="439309"/>
                </a:lnTo>
                <a:lnTo>
                  <a:pt x="698397" y="440710"/>
                </a:lnTo>
                <a:lnTo>
                  <a:pt x="702934" y="427475"/>
                </a:lnTo>
                <a:close/>
                <a:moveTo>
                  <a:pt x="604314" y="616513"/>
                </a:moveTo>
                <a:lnTo>
                  <a:pt x="604536" y="617968"/>
                </a:lnTo>
                <a:lnTo>
                  <a:pt x="604443" y="616777"/>
                </a:lnTo>
                <a:close/>
                <a:moveTo>
                  <a:pt x="614310" y="593995"/>
                </a:moveTo>
                <a:lnTo>
                  <a:pt x="613550" y="596706"/>
                </a:lnTo>
                <a:lnTo>
                  <a:pt x="613511" y="597095"/>
                </a:lnTo>
                <a:lnTo>
                  <a:pt x="613939" y="599131"/>
                </a:lnTo>
                <a:lnTo>
                  <a:pt x="614441" y="599287"/>
                </a:lnTo>
                <a:lnTo>
                  <a:pt x="614754" y="597879"/>
                </a:lnTo>
                <a:close/>
                <a:moveTo>
                  <a:pt x="685851" y="433786"/>
                </a:moveTo>
                <a:lnTo>
                  <a:pt x="685432" y="436873"/>
                </a:lnTo>
                <a:lnTo>
                  <a:pt x="685627" y="437212"/>
                </a:lnTo>
                <a:lnTo>
                  <a:pt x="686598" y="434231"/>
                </a:lnTo>
                <a:close/>
                <a:moveTo>
                  <a:pt x="669752" y="469834"/>
                </a:moveTo>
                <a:lnTo>
                  <a:pt x="669772" y="471671"/>
                </a:lnTo>
                <a:lnTo>
                  <a:pt x="670211" y="470128"/>
                </a:lnTo>
                <a:close/>
                <a:moveTo>
                  <a:pt x="583522" y="662898"/>
                </a:moveTo>
                <a:lnTo>
                  <a:pt x="582050" y="667966"/>
                </a:lnTo>
                <a:lnTo>
                  <a:pt x="582057" y="668018"/>
                </a:lnTo>
                <a:lnTo>
                  <a:pt x="583356" y="669512"/>
                </a:lnTo>
                <a:lnTo>
                  <a:pt x="583700" y="669569"/>
                </a:lnTo>
                <a:lnTo>
                  <a:pt x="584592" y="660816"/>
                </a:lnTo>
                <a:close/>
                <a:moveTo>
                  <a:pt x="609572" y="604527"/>
                </a:moveTo>
                <a:lnTo>
                  <a:pt x="609537" y="606165"/>
                </a:lnTo>
                <a:lnTo>
                  <a:pt x="609633" y="606230"/>
                </a:lnTo>
                <a:lnTo>
                  <a:pt x="610034" y="604802"/>
                </a:lnTo>
                <a:close/>
                <a:moveTo>
                  <a:pt x="327524" y="1236068"/>
                </a:moveTo>
                <a:lnTo>
                  <a:pt x="328732" y="1237353"/>
                </a:lnTo>
                <a:lnTo>
                  <a:pt x="328589" y="1236873"/>
                </a:lnTo>
                <a:close/>
                <a:moveTo>
                  <a:pt x="690684" y="422725"/>
                </a:moveTo>
                <a:lnTo>
                  <a:pt x="688423" y="429665"/>
                </a:lnTo>
                <a:lnTo>
                  <a:pt x="690669" y="432534"/>
                </a:lnTo>
                <a:lnTo>
                  <a:pt x="690551" y="426637"/>
                </a:lnTo>
                <a:close/>
                <a:moveTo>
                  <a:pt x="668293" y="472779"/>
                </a:moveTo>
                <a:lnTo>
                  <a:pt x="667633" y="478017"/>
                </a:lnTo>
                <a:lnTo>
                  <a:pt x="667909" y="478212"/>
                </a:lnTo>
                <a:lnTo>
                  <a:pt x="668391" y="476520"/>
                </a:lnTo>
                <a:lnTo>
                  <a:pt x="668406" y="476263"/>
                </a:lnTo>
                <a:close/>
                <a:moveTo>
                  <a:pt x="575496" y="680569"/>
                </a:moveTo>
                <a:lnTo>
                  <a:pt x="575463" y="682406"/>
                </a:lnTo>
                <a:lnTo>
                  <a:pt x="575692" y="682185"/>
                </a:lnTo>
                <a:close/>
                <a:moveTo>
                  <a:pt x="230707" y="1452525"/>
                </a:moveTo>
                <a:lnTo>
                  <a:pt x="236805" y="1456804"/>
                </a:lnTo>
                <a:lnTo>
                  <a:pt x="238176" y="1455386"/>
                </a:lnTo>
                <a:close/>
                <a:moveTo>
                  <a:pt x="597041" y="632230"/>
                </a:moveTo>
                <a:lnTo>
                  <a:pt x="597107" y="632564"/>
                </a:lnTo>
                <a:lnTo>
                  <a:pt x="597157" y="632574"/>
                </a:lnTo>
                <a:lnTo>
                  <a:pt x="597157" y="632567"/>
                </a:lnTo>
                <a:close/>
                <a:moveTo>
                  <a:pt x="587558" y="653261"/>
                </a:moveTo>
                <a:lnTo>
                  <a:pt x="587526" y="653850"/>
                </a:lnTo>
                <a:lnTo>
                  <a:pt x="587592" y="653726"/>
                </a:lnTo>
                <a:close/>
                <a:moveTo>
                  <a:pt x="221356" y="1473141"/>
                </a:moveTo>
                <a:lnTo>
                  <a:pt x="229285" y="1477411"/>
                </a:lnTo>
                <a:lnTo>
                  <a:pt x="222088" y="1472382"/>
                </a:lnTo>
                <a:close/>
                <a:moveTo>
                  <a:pt x="619773" y="580979"/>
                </a:moveTo>
                <a:lnTo>
                  <a:pt x="619764" y="581025"/>
                </a:lnTo>
                <a:lnTo>
                  <a:pt x="619929" y="581318"/>
                </a:lnTo>
                <a:lnTo>
                  <a:pt x="619958" y="581142"/>
                </a:lnTo>
                <a:close/>
                <a:moveTo>
                  <a:pt x="685489" y="433781"/>
                </a:moveTo>
                <a:lnTo>
                  <a:pt x="684919" y="435986"/>
                </a:lnTo>
                <a:lnTo>
                  <a:pt x="685138" y="436366"/>
                </a:lnTo>
                <a:close/>
                <a:moveTo>
                  <a:pt x="328382" y="1233151"/>
                </a:moveTo>
                <a:lnTo>
                  <a:pt x="329438" y="1235398"/>
                </a:lnTo>
                <a:lnTo>
                  <a:pt x="329517" y="1234029"/>
                </a:lnTo>
                <a:close/>
                <a:moveTo>
                  <a:pt x="615264" y="590587"/>
                </a:moveTo>
                <a:lnTo>
                  <a:pt x="614866" y="592011"/>
                </a:lnTo>
                <a:lnTo>
                  <a:pt x="615906" y="592709"/>
                </a:lnTo>
                <a:lnTo>
                  <a:pt x="616259" y="591120"/>
                </a:lnTo>
                <a:close/>
                <a:moveTo>
                  <a:pt x="573816" y="683236"/>
                </a:moveTo>
                <a:lnTo>
                  <a:pt x="573988" y="683833"/>
                </a:lnTo>
                <a:lnTo>
                  <a:pt x="574212" y="683616"/>
                </a:lnTo>
                <a:lnTo>
                  <a:pt x="574217" y="683531"/>
                </a:lnTo>
                <a:close/>
                <a:moveTo>
                  <a:pt x="624433" y="569830"/>
                </a:moveTo>
                <a:lnTo>
                  <a:pt x="623561" y="575405"/>
                </a:lnTo>
                <a:lnTo>
                  <a:pt x="627118" y="581068"/>
                </a:lnTo>
                <a:lnTo>
                  <a:pt x="630855" y="582526"/>
                </a:lnTo>
                <a:lnTo>
                  <a:pt x="631231" y="578992"/>
                </a:lnTo>
                <a:close/>
                <a:moveTo>
                  <a:pt x="658031" y="494489"/>
                </a:moveTo>
                <a:lnTo>
                  <a:pt x="658753" y="497513"/>
                </a:lnTo>
                <a:lnTo>
                  <a:pt x="661902" y="499205"/>
                </a:lnTo>
                <a:lnTo>
                  <a:pt x="661931" y="498667"/>
                </a:lnTo>
                <a:close/>
                <a:moveTo>
                  <a:pt x="584842" y="658352"/>
                </a:moveTo>
                <a:lnTo>
                  <a:pt x="584500" y="659532"/>
                </a:lnTo>
                <a:lnTo>
                  <a:pt x="584538" y="659571"/>
                </a:lnTo>
                <a:lnTo>
                  <a:pt x="584763" y="659132"/>
                </a:lnTo>
                <a:close/>
                <a:moveTo>
                  <a:pt x="220535" y="1473990"/>
                </a:moveTo>
                <a:lnTo>
                  <a:pt x="223414" y="1478995"/>
                </a:lnTo>
                <a:lnTo>
                  <a:pt x="224488" y="1479891"/>
                </a:lnTo>
                <a:lnTo>
                  <a:pt x="243185" y="1495052"/>
                </a:lnTo>
                <a:lnTo>
                  <a:pt x="233027" y="1480190"/>
                </a:lnTo>
                <a:lnTo>
                  <a:pt x="220870" y="1473643"/>
                </a:lnTo>
                <a:close/>
                <a:moveTo>
                  <a:pt x="620165" y="579061"/>
                </a:moveTo>
                <a:lnTo>
                  <a:pt x="620081" y="579469"/>
                </a:lnTo>
                <a:lnTo>
                  <a:pt x="620210" y="579577"/>
                </a:lnTo>
                <a:lnTo>
                  <a:pt x="620267" y="579224"/>
                </a:lnTo>
                <a:close/>
                <a:moveTo>
                  <a:pt x="310177" y="1273170"/>
                </a:moveTo>
                <a:lnTo>
                  <a:pt x="312123" y="1279189"/>
                </a:lnTo>
                <a:lnTo>
                  <a:pt x="316436" y="1281653"/>
                </a:lnTo>
                <a:lnTo>
                  <a:pt x="313921" y="1276505"/>
                </a:lnTo>
                <a:lnTo>
                  <a:pt x="312941" y="1275258"/>
                </a:lnTo>
                <a:lnTo>
                  <a:pt x="312721" y="1274968"/>
                </a:lnTo>
                <a:lnTo>
                  <a:pt x="312651" y="1274905"/>
                </a:lnTo>
                <a:close/>
                <a:moveTo>
                  <a:pt x="662940" y="482985"/>
                </a:moveTo>
                <a:lnTo>
                  <a:pt x="662563" y="489982"/>
                </a:lnTo>
                <a:lnTo>
                  <a:pt x="662464" y="492408"/>
                </a:lnTo>
                <a:lnTo>
                  <a:pt x="665091" y="495042"/>
                </a:lnTo>
                <a:lnTo>
                  <a:pt x="665251" y="494028"/>
                </a:lnTo>
                <a:lnTo>
                  <a:pt x="666228" y="486282"/>
                </a:lnTo>
                <a:close/>
                <a:moveTo>
                  <a:pt x="668972" y="469333"/>
                </a:moveTo>
                <a:lnTo>
                  <a:pt x="668850" y="472549"/>
                </a:lnTo>
                <a:lnTo>
                  <a:pt x="669386" y="473027"/>
                </a:lnTo>
                <a:lnTo>
                  <a:pt x="669424" y="472893"/>
                </a:lnTo>
                <a:lnTo>
                  <a:pt x="669389" y="469601"/>
                </a:lnTo>
                <a:close/>
                <a:moveTo>
                  <a:pt x="706453" y="385294"/>
                </a:moveTo>
                <a:lnTo>
                  <a:pt x="706988" y="388799"/>
                </a:lnTo>
                <a:lnTo>
                  <a:pt x="711880" y="390677"/>
                </a:lnTo>
                <a:close/>
                <a:moveTo>
                  <a:pt x="693839" y="413414"/>
                </a:moveTo>
                <a:lnTo>
                  <a:pt x="692203" y="418216"/>
                </a:lnTo>
                <a:lnTo>
                  <a:pt x="692202" y="419154"/>
                </a:lnTo>
                <a:lnTo>
                  <a:pt x="696263" y="421944"/>
                </a:lnTo>
                <a:lnTo>
                  <a:pt x="703160" y="426818"/>
                </a:lnTo>
                <a:lnTo>
                  <a:pt x="705393" y="420305"/>
                </a:lnTo>
                <a:close/>
                <a:moveTo>
                  <a:pt x="672574" y="460958"/>
                </a:moveTo>
                <a:lnTo>
                  <a:pt x="672642" y="461302"/>
                </a:lnTo>
                <a:lnTo>
                  <a:pt x="672709" y="461356"/>
                </a:lnTo>
                <a:lnTo>
                  <a:pt x="672751" y="461210"/>
                </a:lnTo>
                <a:close/>
                <a:moveTo>
                  <a:pt x="574229" y="680986"/>
                </a:moveTo>
                <a:lnTo>
                  <a:pt x="574351" y="681219"/>
                </a:lnTo>
                <a:lnTo>
                  <a:pt x="574381" y="680691"/>
                </a:lnTo>
                <a:close/>
                <a:moveTo>
                  <a:pt x="679768" y="444565"/>
                </a:moveTo>
                <a:lnTo>
                  <a:pt x="677550" y="452354"/>
                </a:lnTo>
                <a:lnTo>
                  <a:pt x="679990" y="453875"/>
                </a:lnTo>
                <a:lnTo>
                  <a:pt x="681897" y="446491"/>
                </a:lnTo>
                <a:close/>
                <a:moveTo>
                  <a:pt x="668745" y="469188"/>
                </a:moveTo>
                <a:lnTo>
                  <a:pt x="668675" y="469746"/>
                </a:lnTo>
                <a:lnTo>
                  <a:pt x="668714" y="470920"/>
                </a:lnTo>
                <a:lnTo>
                  <a:pt x="668811" y="469229"/>
                </a:lnTo>
                <a:close/>
                <a:moveTo>
                  <a:pt x="600198" y="622647"/>
                </a:moveTo>
                <a:lnTo>
                  <a:pt x="602572" y="625511"/>
                </a:lnTo>
                <a:lnTo>
                  <a:pt x="603111" y="624494"/>
                </a:lnTo>
                <a:close/>
                <a:moveTo>
                  <a:pt x="573548" y="682312"/>
                </a:moveTo>
                <a:lnTo>
                  <a:pt x="573678" y="682762"/>
                </a:lnTo>
                <a:lnTo>
                  <a:pt x="574238" y="683172"/>
                </a:lnTo>
                <a:lnTo>
                  <a:pt x="574258" y="682826"/>
                </a:lnTo>
                <a:lnTo>
                  <a:pt x="573640" y="682133"/>
                </a:lnTo>
                <a:close/>
                <a:moveTo>
                  <a:pt x="271565" y="1358495"/>
                </a:moveTo>
                <a:lnTo>
                  <a:pt x="272625" y="1359405"/>
                </a:lnTo>
                <a:lnTo>
                  <a:pt x="271949" y="1358300"/>
                </a:lnTo>
                <a:close/>
                <a:moveTo>
                  <a:pt x="235535" y="1439049"/>
                </a:moveTo>
                <a:lnTo>
                  <a:pt x="241201" y="1442969"/>
                </a:lnTo>
                <a:lnTo>
                  <a:pt x="236133" y="1439303"/>
                </a:lnTo>
                <a:close/>
                <a:moveTo>
                  <a:pt x="616665" y="585588"/>
                </a:moveTo>
                <a:lnTo>
                  <a:pt x="615452" y="589916"/>
                </a:lnTo>
                <a:lnTo>
                  <a:pt x="616421" y="590396"/>
                </a:lnTo>
                <a:lnTo>
                  <a:pt x="617016" y="587724"/>
                </a:lnTo>
                <a:lnTo>
                  <a:pt x="617171" y="586965"/>
                </a:lnTo>
                <a:close/>
                <a:moveTo>
                  <a:pt x="686974" y="428032"/>
                </a:moveTo>
                <a:lnTo>
                  <a:pt x="686254" y="430822"/>
                </a:lnTo>
                <a:lnTo>
                  <a:pt x="685893" y="433478"/>
                </a:lnTo>
                <a:lnTo>
                  <a:pt x="686695" y="433943"/>
                </a:lnTo>
                <a:lnTo>
                  <a:pt x="688182" y="429576"/>
                </a:lnTo>
                <a:close/>
                <a:moveTo>
                  <a:pt x="627813" y="560442"/>
                </a:moveTo>
                <a:lnTo>
                  <a:pt x="631620" y="563789"/>
                </a:lnTo>
                <a:lnTo>
                  <a:pt x="630977" y="561401"/>
                </a:lnTo>
                <a:close/>
                <a:moveTo>
                  <a:pt x="219140" y="1475433"/>
                </a:moveTo>
                <a:lnTo>
                  <a:pt x="219504" y="1475737"/>
                </a:lnTo>
                <a:lnTo>
                  <a:pt x="219259" y="1475310"/>
                </a:lnTo>
                <a:close/>
                <a:moveTo>
                  <a:pt x="244313" y="1419060"/>
                </a:moveTo>
                <a:lnTo>
                  <a:pt x="245343" y="1420652"/>
                </a:lnTo>
                <a:lnTo>
                  <a:pt x="259131" y="1428056"/>
                </a:lnTo>
                <a:lnTo>
                  <a:pt x="258668" y="1427003"/>
                </a:lnTo>
                <a:lnTo>
                  <a:pt x="252971" y="1423063"/>
                </a:lnTo>
                <a:lnTo>
                  <a:pt x="250948" y="1421621"/>
                </a:lnTo>
                <a:close/>
                <a:moveTo>
                  <a:pt x="623888" y="569096"/>
                </a:moveTo>
                <a:lnTo>
                  <a:pt x="623012" y="574532"/>
                </a:lnTo>
                <a:lnTo>
                  <a:pt x="623064" y="574615"/>
                </a:lnTo>
                <a:lnTo>
                  <a:pt x="623921" y="569140"/>
                </a:lnTo>
                <a:close/>
                <a:moveTo>
                  <a:pt x="220095" y="1473226"/>
                </a:moveTo>
                <a:lnTo>
                  <a:pt x="220408" y="1473770"/>
                </a:lnTo>
                <a:lnTo>
                  <a:pt x="220647" y="1473523"/>
                </a:lnTo>
                <a:close/>
                <a:moveTo>
                  <a:pt x="657729" y="493224"/>
                </a:moveTo>
                <a:lnTo>
                  <a:pt x="657790" y="493480"/>
                </a:lnTo>
                <a:lnTo>
                  <a:pt x="661969" y="497956"/>
                </a:lnTo>
                <a:lnTo>
                  <a:pt x="662120" y="495175"/>
                </a:lnTo>
                <a:close/>
                <a:moveTo>
                  <a:pt x="668870" y="468203"/>
                </a:moveTo>
                <a:lnTo>
                  <a:pt x="668840" y="468434"/>
                </a:lnTo>
                <a:lnTo>
                  <a:pt x="668856" y="468443"/>
                </a:lnTo>
                <a:close/>
                <a:moveTo>
                  <a:pt x="327918" y="1231601"/>
                </a:moveTo>
                <a:lnTo>
                  <a:pt x="328174" y="1232462"/>
                </a:lnTo>
                <a:lnTo>
                  <a:pt x="329065" y="1233152"/>
                </a:lnTo>
                <a:close/>
                <a:moveTo>
                  <a:pt x="226531" y="1458562"/>
                </a:moveTo>
                <a:lnTo>
                  <a:pt x="230441" y="1463389"/>
                </a:lnTo>
                <a:lnTo>
                  <a:pt x="232055" y="1461719"/>
                </a:lnTo>
                <a:close/>
                <a:moveTo>
                  <a:pt x="695941" y="407246"/>
                </a:moveTo>
                <a:lnTo>
                  <a:pt x="694112" y="412614"/>
                </a:lnTo>
                <a:lnTo>
                  <a:pt x="704710" y="418936"/>
                </a:lnTo>
                <a:close/>
                <a:moveTo>
                  <a:pt x="297426" y="1299574"/>
                </a:moveTo>
                <a:lnTo>
                  <a:pt x="298127" y="1302024"/>
                </a:lnTo>
                <a:lnTo>
                  <a:pt x="299205" y="1303509"/>
                </a:lnTo>
                <a:lnTo>
                  <a:pt x="300280" y="1303932"/>
                </a:lnTo>
                <a:lnTo>
                  <a:pt x="298971" y="1300911"/>
                </a:lnTo>
                <a:close/>
                <a:moveTo>
                  <a:pt x="274167" y="1351653"/>
                </a:moveTo>
                <a:lnTo>
                  <a:pt x="275227" y="1353390"/>
                </a:lnTo>
                <a:lnTo>
                  <a:pt x="276307" y="1353921"/>
                </a:lnTo>
                <a:lnTo>
                  <a:pt x="275509" y="1352227"/>
                </a:lnTo>
                <a:close/>
                <a:moveTo>
                  <a:pt x="594867" y="633434"/>
                </a:moveTo>
                <a:lnTo>
                  <a:pt x="594868" y="633803"/>
                </a:lnTo>
                <a:lnTo>
                  <a:pt x="596958" y="636084"/>
                </a:lnTo>
                <a:lnTo>
                  <a:pt x="597120" y="635779"/>
                </a:lnTo>
                <a:lnTo>
                  <a:pt x="597139" y="634155"/>
                </a:lnTo>
                <a:lnTo>
                  <a:pt x="597109" y="634008"/>
                </a:lnTo>
                <a:close/>
                <a:moveTo>
                  <a:pt x="326875" y="1233514"/>
                </a:moveTo>
                <a:lnTo>
                  <a:pt x="327111" y="1235350"/>
                </a:lnTo>
                <a:lnTo>
                  <a:pt x="328434" y="1236351"/>
                </a:lnTo>
                <a:lnTo>
                  <a:pt x="328168" y="1235458"/>
                </a:lnTo>
                <a:close/>
                <a:moveTo>
                  <a:pt x="686683" y="427660"/>
                </a:moveTo>
                <a:lnTo>
                  <a:pt x="686596" y="428304"/>
                </a:lnTo>
                <a:lnTo>
                  <a:pt x="686742" y="427736"/>
                </a:lnTo>
                <a:close/>
                <a:moveTo>
                  <a:pt x="262815" y="1376729"/>
                </a:moveTo>
                <a:lnTo>
                  <a:pt x="268514" y="1381407"/>
                </a:lnTo>
                <a:lnTo>
                  <a:pt x="268456" y="1381259"/>
                </a:lnTo>
                <a:lnTo>
                  <a:pt x="266512" y="1378906"/>
                </a:lnTo>
                <a:lnTo>
                  <a:pt x="265354" y="1377758"/>
                </a:lnTo>
                <a:close/>
                <a:moveTo>
                  <a:pt x="681166" y="439653"/>
                </a:moveTo>
                <a:lnTo>
                  <a:pt x="679965" y="443870"/>
                </a:lnTo>
                <a:lnTo>
                  <a:pt x="682112" y="445660"/>
                </a:lnTo>
                <a:lnTo>
                  <a:pt x="682914" y="442555"/>
                </a:lnTo>
                <a:lnTo>
                  <a:pt x="681290" y="439741"/>
                </a:lnTo>
                <a:close/>
                <a:moveTo>
                  <a:pt x="630569" y="552870"/>
                </a:moveTo>
                <a:lnTo>
                  <a:pt x="630911" y="554142"/>
                </a:lnTo>
                <a:lnTo>
                  <a:pt x="631215" y="554399"/>
                </a:lnTo>
                <a:lnTo>
                  <a:pt x="631095" y="553662"/>
                </a:lnTo>
                <a:close/>
                <a:moveTo>
                  <a:pt x="574072" y="679046"/>
                </a:moveTo>
                <a:lnTo>
                  <a:pt x="574264" y="679573"/>
                </a:lnTo>
                <a:lnTo>
                  <a:pt x="574408" y="679293"/>
                </a:lnTo>
                <a:close/>
                <a:moveTo>
                  <a:pt x="283152" y="1330350"/>
                </a:moveTo>
                <a:lnTo>
                  <a:pt x="283522" y="1331632"/>
                </a:lnTo>
                <a:lnTo>
                  <a:pt x="283546" y="1331656"/>
                </a:lnTo>
                <a:lnTo>
                  <a:pt x="289331" y="1337345"/>
                </a:lnTo>
                <a:lnTo>
                  <a:pt x="287674" y="1333886"/>
                </a:lnTo>
                <a:close/>
                <a:moveTo>
                  <a:pt x="750863" y="282811"/>
                </a:moveTo>
                <a:lnTo>
                  <a:pt x="749163" y="291598"/>
                </a:lnTo>
                <a:lnTo>
                  <a:pt x="755349" y="296414"/>
                </a:lnTo>
                <a:lnTo>
                  <a:pt x="755691" y="287993"/>
                </a:lnTo>
                <a:close/>
                <a:moveTo>
                  <a:pt x="269999" y="1359290"/>
                </a:moveTo>
                <a:lnTo>
                  <a:pt x="274073" y="1361776"/>
                </a:lnTo>
                <a:lnTo>
                  <a:pt x="273019" y="1360051"/>
                </a:lnTo>
                <a:lnTo>
                  <a:pt x="271340" y="1358609"/>
                </a:lnTo>
                <a:close/>
                <a:moveTo>
                  <a:pt x="225357" y="1459240"/>
                </a:moveTo>
                <a:lnTo>
                  <a:pt x="228543" y="1463226"/>
                </a:lnTo>
                <a:lnTo>
                  <a:pt x="229191" y="1463454"/>
                </a:lnTo>
                <a:close/>
                <a:moveTo>
                  <a:pt x="609704" y="598527"/>
                </a:moveTo>
                <a:lnTo>
                  <a:pt x="609588" y="603818"/>
                </a:lnTo>
                <a:lnTo>
                  <a:pt x="610205" y="604186"/>
                </a:lnTo>
                <a:lnTo>
                  <a:pt x="610398" y="603497"/>
                </a:lnTo>
                <a:lnTo>
                  <a:pt x="609936" y="598628"/>
                </a:lnTo>
                <a:close/>
                <a:moveTo>
                  <a:pt x="595847" y="629105"/>
                </a:moveTo>
                <a:lnTo>
                  <a:pt x="596021" y="629278"/>
                </a:lnTo>
                <a:lnTo>
                  <a:pt x="595981" y="629163"/>
                </a:lnTo>
                <a:close/>
                <a:moveTo>
                  <a:pt x="326656" y="1231814"/>
                </a:moveTo>
                <a:lnTo>
                  <a:pt x="326764" y="1232655"/>
                </a:lnTo>
                <a:lnTo>
                  <a:pt x="327794" y="1234203"/>
                </a:lnTo>
                <a:lnTo>
                  <a:pt x="327209" y="1232242"/>
                </a:lnTo>
                <a:close/>
                <a:moveTo>
                  <a:pt x="309318" y="1270512"/>
                </a:moveTo>
                <a:lnTo>
                  <a:pt x="309566" y="1271279"/>
                </a:lnTo>
                <a:lnTo>
                  <a:pt x="310657" y="1272267"/>
                </a:lnTo>
                <a:close/>
                <a:moveTo>
                  <a:pt x="669370" y="464235"/>
                </a:moveTo>
                <a:lnTo>
                  <a:pt x="669078" y="466549"/>
                </a:lnTo>
                <a:lnTo>
                  <a:pt x="669003" y="468537"/>
                </a:lnTo>
                <a:lnTo>
                  <a:pt x="669380" y="468780"/>
                </a:lnTo>
                <a:lnTo>
                  <a:pt x="669350" y="465971"/>
                </a:lnTo>
                <a:close/>
                <a:moveTo>
                  <a:pt x="572975" y="680040"/>
                </a:moveTo>
                <a:lnTo>
                  <a:pt x="572972" y="680323"/>
                </a:lnTo>
                <a:lnTo>
                  <a:pt x="573073" y="680675"/>
                </a:lnTo>
                <a:lnTo>
                  <a:pt x="573481" y="681097"/>
                </a:lnTo>
                <a:lnTo>
                  <a:pt x="573504" y="681052"/>
                </a:lnTo>
                <a:close/>
                <a:moveTo>
                  <a:pt x="281428" y="1332847"/>
                </a:moveTo>
                <a:lnTo>
                  <a:pt x="281789" y="1333473"/>
                </a:lnTo>
                <a:lnTo>
                  <a:pt x="281680" y="1333096"/>
                </a:lnTo>
                <a:close/>
                <a:moveTo>
                  <a:pt x="600183" y="619015"/>
                </a:moveTo>
                <a:lnTo>
                  <a:pt x="599954" y="620702"/>
                </a:lnTo>
                <a:lnTo>
                  <a:pt x="603932" y="622949"/>
                </a:lnTo>
                <a:lnTo>
                  <a:pt x="604127" y="622581"/>
                </a:lnTo>
                <a:close/>
                <a:moveTo>
                  <a:pt x="250759" y="1401278"/>
                </a:moveTo>
                <a:lnTo>
                  <a:pt x="252596" y="1405446"/>
                </a:lnTo>
                <a:lnTo>
                  <a:pt x="260127" y="1420573"/>
                </a:lnTo>
                <a:lnTo>
                  <a:pt x="262851" y="1422818"/>
                </a:lnTo>
                <a:lnTo>
                  <a:pt x="267682" y="1425520"/>
                </a:lnTo>
                <a:lnTo>
                  <a:pt x="267998" y="1425202"/>
                </a:lnTo>
                <a:lnTo>
                  <a:pt x="255444" y="1405817"/>
                </a:lnTo>
                <a:close/>
                <a:moveTo>
                  <a:pt x="258850" y="1383055"/>
                </a:moveTo>
                <a:lnTo>
                  <a:pt x="262105" y="1387816"/>
                </a:lnTo>
                <a:lnTo>
                  <a:pt x="268296" y="1392899"/>
                </a:lnTo>
                <a:lnTo>
                  <a:pt x="270195" y="1394000"/>
                </a:lnTo>
                <a:lnTo>
                  <a:pt x="270337" y="1394056"/>
                </a:lnTo>
                <a:lnTo>
                  <a:pt x="262226" y="1385624"/>
                </a:lnTo>
                <a:close/>
                <a:moveTo>
                  <a:pt x="654294" y="497406"/>
                </a:moveTo>
                <a:lnTo>
                  <a:pt x="654961" y="499886"/>
                </a:lnTo>
                <a:lnTo>
                  <a:pt x="656458" y="502143"/>
                </a:lnTo>
                <a:lnTo>
                  <a:pt x="657973" y="502885"/>
                </a:lnTo>
                <a:lnTo>
                  <a:pt x="657853" y="502381"/>
                </a:lnTo>
                <a:lnTo>
                  <a:pt x="657309" y="499025"/>
                </a:lnTo>
                <a:close/>
                <a:moveTo>
                  <a:pt x="703145" y="387983"/>
                </a:moveTo>
                <a:lnTo>
                  <a:pt x="707120" y="392862"/>
                </a:lnTo>
                <a:lnTo>
                  <a:pt x="706586" y="389358"/>
                </a:lnTo>
                <a:close/>
                <a:moveTo>
                  <a:pt x="692219" y="412448"/>
                </a:moveTo>
                <a:lnTo>
                  <a:pt x="692206" y="417766"/>
                </a:lnTo>
                <a:lnTo>
                  <a:pt x="693714" y="413339"/>
                </a:lnTo>
                <a:close/>
                <a:moveTo>
                  <a:pt x="724403" y="340360"/>
                </a:moveTo>
                <a:lnTo>
                  <a:pt x="725166" y="355834"/>
                </a:lnTo>
                <a:lnTo>
                  <a:pt x="732300" y="368659"/>
                </a:lnTo>
                <a:lnTo>
                  <a:pt x="735215" y="355067"/>
                </a:lnTo>
                <a:close/>
                <a:moveTo>
                  <a:pt x="683266" y="432279"/>
                </a:moveTo>
                <a:lnTo>
                  <a:pt x="683105" y="432843"/>
                </a:lnTo>
                <a:lnTo>
                  <a:pt x="684707" y="435616"/>
                </a:lnTo>
                <a:lnTo>
                  <a:pt x="685269" y="433439"/>
                </a:lnTo>
                <a:lnTo>
                  <a:pt x="685193" y="433394"/>
                </a:lnTo>
                <a:close/>
                <a:moveTo>
                  <a:pt x="757023" y="267039"/>
                </a:moveTo>
                <a:lnTo>
                  <a:pt x="756200" y="287324"/>
                </a:lnTo>
                <a:lnTo>
                  <a:pt x="760605" y="291866"/>
                </a:lnTo>
                <a:lnTo>
                  <a:pt x="765244" y="279182"/>
                </a:lnTo>
                <a:lnTo>
                  <a:pt x="767232" y="274351"/>
                </a:lnTo>
                <a:close/>
                <a:moveTo>
                  <a:pt x="609746" y="596617"/>
                </a:moveTo>
                <a:lnTo>
                  <a:pt x="609722" y="597705"/>
                </a:lnTo>
                <a:lnTo>
                  <a:pt x="609854" y="597756"/>
                </a:lnTo>
                <a:close/>
                <a:moveTo>
                  <a:pt x="618101" y="577795"/>
                </a:moveTo>
                <a:lnTo>
                  <a:pt x="618188" y="577868"/>
                </a:lnTo>
                <a:lnTo>
                  <a:pt x="618192" y="577830"/>
                </a:lnTo>
                <a:close/>
                <a:moveTo>
                  <a:pt x="309069" y="1269743"/>
                </a:moveTo>
                <a:lnTo>
                  <a:pt x="309192" y="1270124"/>
                </a:lnTo>
                <a:lnTo>
                  <a:pt x="311406" y="1272944"/>
                </a:lnTo>
                <a:lnTo>
                  <a:pt x="312795" y="1274200"/>
                </a:lnTo>
                <a:lnTo>
                  <a:pt x="311640" y="1271835"/>
                </a:lnTo>
                <a:close/>
                <a:moveTo>
                  <a:pt x="594860" y="629705"/>
                </a:moveTo>
                <a:lnTo>
                  <a:pt x="594865" y="632085"/>
                </a:lnTo>
                <a:lnTo>
                  <a:pt x="596812" y="632501"/>
                </a:lnTo>
                <a:lnTo>
                  <a:pt x="596388" y="630355"/>
                </a:lnTo>
                <a:close/>
                <a:moveTo>
                  <a:pt x="268317" y="1360794"/>
                </a:moveTo>
                <a:lnTo>
                  <a:pt x="270351" y="1366021"/>
                </a:lnTo>
                <a:lnTo>
                  <a:pt x="272464" y="1367470"/>
                </a:lnTo>
                <a:lnTo>
                  <a:pt x="272655" y="1367548"/>
                </a:lnTo>
                <a:close/>
                <a:moveTo>
                  <a:pt x="625989" y="559890"/>
                </a:moveTo>
                <a:lnTo>
                  <a:pt x="625954" y="560116"/>
                </a:lnTo>
                <a:lnTo>
                  <a:pt x="630469" y="564501"/>
                </a:lnTo>
                <a:lnTo>
                  <a:pt x="632484" y="567218"/>
                </a:lnTo>
                <a:lnTo>
                  <a:pt x="632500" y="567066"/>
                </a:lnTo>
                <a:lnTo>
                  <a:pt x="631770" y="564349"/>
                </a:lnTo>
                <a:lnTo>
                  <a:pt x="627069" y="560217"/>
                </a:lnTo>
                <a:close/>
                <a:moveTo>
                  <a:pt x="573000" y="678255"/>
                </a:moveTo>
                <a:lnTo>
                  <a:pt x="572995" y="678622"/>
                </a:lnTo>
                <a:lnTo>
                  <a:pt x="573880" y="680319"/>
                </a:lnTo>
                <a:lnTo>
                  <a:pt x="574183" y="679730"/>
                </a:lnTo>
                <a:lnTo>
                  <a:pt x="573884" y="678907"/>
                </a:lnTo>
                <a:close/>
                <a:moveTo>
                  <a:pt x="626074" y="559343"/>
                </a:moveTo>
                <a:lnTo>
                  <a:pt x="626031" y="559619"/>
                </a:lnTo>
                <a:lnTo>
                  <a:pt x="626563" y="559772"/>
                </a:lnTo>
                <a:close/>
                <a:moveTo>
                  <a:pt x="251115" y="1398674"/>
                </a:moveTo>
                <a:lnTo>
                  <a:pt x="255039" y="1404733"/>
                </a:lnTo>
                <a:lnTo>
                  <a:pt x="257641" y="1407255"/>
                </a:lnTo>
                <a:lnTo>
                  <a:pt x="274551" y="1418606"/>
                </a:lnTo>
                <a:lnTo>
                  <a:pt x="277524" y="1415613"/>
                </a:lnTo>
                <a:lnTo>
                  <a:pt x="261868" y="1406856"/>
                </a:lnTo>
                <a:close/>
                <a:moveTo>
                  <a:pt x="663340" y="475591"/>
                </a:moveTo>
                <a:lnTo>
                  <a:pt x="662985" y="482157"/>
                </a:lnTo>
                <a:lnTo>
                  <a:pt x="666327" y="485508"/>
                </a:lnTo>
                <a:lnTo>
                  <a:pt x="667231" y="478341"/>
                </a:lnTo>
                <a:close/>
                <a:moveTo>
                  <a:pt x="189387" y="1536858"/>
                </a:moveTo>
                <a:lnTo>
                  <a:pt x="204940" y="1555945"/>
                </a:lnTo>
                <a:lnTo>
                  <a:pt x="205601" y="1556645"/>
                </a:lnTo>
                <a:lnTo>
                  <a:pt x="212065" y="1559331"/>
                </a:lnTo>
                <a:lnTo>
                  <a:pt x="217165" y="1561215"/>
                </a:lnTo>
                <a:lnTo>
                  <a:pt x="225099" y="1563591"/>
                </a:lnTo>
                <a:lnTo>
                  <a:pt x="220653" y="1555864"/>
                </a:lnTo>
                <a:lnTo>
                  <a:pt x="219373" y="1555571"/>
                </a:lnTo>
                <a:lnTo>
                  <a:pt x="219127" y="1555202"/>
                </a:lnTo>
                <a:lnTo>
                  <a:pt x="220446" y="1555503"/>
                </a:lnTo>
                <a:lnTo>
                  <a:pt x="219620" y="1554068"/>
                </a:lnTo>
                <a:lnTo>
                  <a:pt x="205705" y="1541286"/>
                </a:lnTo>
                <a:lnTo>
                  <a:pt x="197342" y="1539077"/>
                </a:lnTo>
                <a:close/>
                <a:moveTo>
                  <a:pt x="669790" y="461142"/>
                </a:moveTo>
                <a:lnTo>
                  <a:pt x="669668" y="462020"/>
                </a:lnTo>
                <a:lnTo>
                  <a:pt x="669743" y="469013"/>
                </a:lnTo>
                <a:lnTo>
                  <a:pt x="670407" y="469439"/>
                </a:lnTo>
                <a:lnTo>
                  <a:pt x="672404" y="462428"/>
                </a:lnTo>
                <a:lnTo>
                  <a:pt x="672364" y="462396"/>
                </a:lnTo>
                <a:close/>
                <a:moveTo>
                  <a:pt x="639525" y="528806"/>
                </a:moveTo>
                <a:lnTo>
                  <a:pt x="638720" y="536381"/>
                </a:lnTo>
                <a:lnTo>
                  <a:pt x="645759" y="543219"/>
                </a:lnTo>
                <a:lnTo>
                  <a:pt x="643714" y="532012"/>
                </a:lnTo>
                <a:close/>
                <a:moveTo>
                  <a:pt x="268170" y="1360218"/>
                </a:moveTo>
                <a:lnTo>
                  <a:pt x="272957" y="1367670"/>
                </a:lnTo>
                <a:lnTo>
                  <a:pt x="279220" y="1370207"/>
                </a:lnTo>
                <a:lnTo>
                  <a:pt x="277244" y="1366971"/>
                </a:lnTo>
                <a:lnTo>
                  <a:pt x="274550" y="1365651"/>
                </a:lnTo>
                <a:lnTo>
                  <a:pt x="274436" y="1365348"/>
                </a:lnTo>
                <a:lnTo>
                  <a:pt x="277029" y="1366619"/>
                </a:lnTo>
                <a:lnTo>
                  <a:pt x="274337" y="1362209"/>
                </a:lnTo>
                <a:lnTo>
                  <a:pt x="269756" y="1359413"/>
                </a:lnTo>
                <a:close/>
                <a:moveTo>
                  <a:pt x="601874" y="612976"/>
                </a:moveTo>
                <a:lnTo>
                  <a:pt x="604201" y="619537"/>
                </a:lnTo>
                <a:lnTo>
                  <a:pt x="603574" y="615014"/>
                </a:lnTo>
                <a:lnTo>
                  <a:pt x="602773" y="613391"/>
                </a:lnTo>
                <a:close/>
                <a:moveTo>
                  <a:pt x="594858" y="628684"/>
                </a:moveTo>
                <a:lnTo>
                  <a:pt x="594859" y="629100"/>
                </a:lnTo>
                <a:lnTo>
                  <a:pt x="595607" y="629418"/>
                </a:lnTo>
                <a:lnTo>
                  <a:pt x="594872" y="628691"/>
                </a:lnTo>
                <a:close/>
                <a:moveTo>
                  <a:pt x="326386" y="1229720"/>
                </a:moveTo>
                <a:lnTo>
                  <a:pt x="326581" y="1231228"/>
                </a:lnTo>
                <a:lnTo>
                  <a:pt x="327006" y="1231557"/>
                </a:lnTo>
                <a:lnTo>
                  <a:pt x="326598" y="1230187"/>
                </a:lnTo>
                <a:close/>
                <a:moveTo>
                  <a:pt x="606341" y="602600"/>
                </a:moveTo>
                <a:lnTo>
                  <a:pt x="606320" y="603275"/>
                </a:lnTo>
                <a:lnTo>
                  <a:pt x="606589" y="603752"/>
                </a:lnTo>
                <a:lnTo>
                  <a:pt x="606629" y="602771"/>
                </a:lnTo>
                <a:close/>
                <a:moveTo>
                  <a:pt x="203354" y="1504786"/>
                </a:moveTo>
                <a:lnTo>
                  <a:pt x="211049" y="1508660"/>
                </a:lnTo>
                <a:lnTo>
                  <a:pt x="219915" y="1512948"/>
                </a:lnTo>
                <a:lnTo>
                  <a:pt x="214379" y="1506019"/>
                </a:lnTo>
                <a:close/>
                <a:moveTo>
                  <a:pt x="594236" y="629439"/>
                </a:moveTo>
                <a:lnTo>
                  <a:pt x="594023" y="631905"/>
                </a:lnTo>
                <a:lnTo>
                  <a:pt x="594408" y="631987"/>
                </a:lnTo>
                <a:lnTo>
                  <a:pt x="594403" y="629511"/>
                </a:lnTo>
                <a:close/>
                <a:moveTo>
                  <a:pt x="685142" y="425692"/>
                </a:moveTo>
                <a:lnTo>
                  <a:pt x="683344" y="432005"/>
                </a:lnTo>
                <a:lnTo>
                  <a:pt x="685341" y="433160"/>
                </a:lnTo>
                <a:lnTo>
                  <a:pt x="685831" y="431264"/>
                </a:lnTo>
                <a:lnTo>
                  <a:pt x="686277" y="427974"/>
                </a:lnTo>
                <a:lnTo>
                  <a:pt x="686382" y="427276"/>
                </a:lnTo>
                <a:close/>
                <a:moveTo>
                  <a:pt x="325367" y="1231248"/>
                </a:moveTo>
                <a:lnTo>
                  <a:pt x="325467" y="1231701"/>
                </a:lnTo>
                <a:lnTo>
                  <a:pt x="325419" y="1231326"/>
                </a:lnTo>
                <a:close/>
                <a:moveTo>
                  <a:pt x="599138" y="618070"/>
                </a:moveTo>
                <a:lnTo>
                  <a:pt x="599334" y="620351"/>
                </a:lnTo>
                <a:lnTo>
                  <a:pt x="599545" y="620471"/>
                </a:lnTo>
                <a:lnTo>
                  <a:pt x="599791" y="618661"/>
                </a:lnTo>
                <a:close/>
                <a:moveTo>
                  <a:pt x="614996" y="582538"/>
                </a:moveTo>
                <a:lnTo>
                  <a:pt x="614347" y="588903"/>
                </a:lnTo>
                <a:lnTo>
                  <a:pt x="614403" y="589396"/>
                </a:lnTo>
                <a:lnTo>
                  <a:pt x="614663" y="589525"/>
                </a:lnTo>
                <a:lnTo>
                  <a:pt x="616278" y="584536"/>
                </a:lnTo>
                <a:lnTo>
                  <a:pt x="615806" y="583250"/>
                </a:lnTo>
                <a:close/>
                <a:moveTo>
                  <a:pt x="669292" y="460898"/>
                </a:moveTo>
                <a:lnTo>
                  <a:pt x="669155" y="464526"/>
                </a:lnTo>
                <a:lnTo>
                  <a:pt x="669385" y="462877"/>
                </a:lnTo>
                <a:lnTo>
                  <a:pt x="669407" y="460954"/>
                </a:lnTo>
                <a:close/>
                <a:moveTo>
                  <a:pt x="227050" y="1451125"/>
                </a:moveTo>
                <a:lnTo>
                  <a:pt x="233030" y="1460710"/>
                </a:lnTo>
                <a:lnTo>
                  <a:pt x="236410" y="1457214"/>
                </a:lnTo>
                <a:lnTo>
                  <a:pt x="235897" y="1456854"/>
                </a:lnTo>
                <a:lnTo>
                  <a:pt x="229347" y="1454794"/>
                </a:lnTo>
                <a:lnTo>
                  <a:pt x="229201" y="1454530"/>
                </a:lnTo>
                <a:lnTo>
                  <a:pt x="235334" y="1456459"/>
                </a:lnTo>
                <a:lnTo>
                  <a:pt x="228548" y="1451698"/>
                </a:lnTo>
                <a:close/>
                <a:moveTo>
                  <a:pt x="183733" y="1547984"/>
                </a:moveTo>
                <a:lnTo>
                  <a:pt x="188526" y="1552386"/>
                </a:lnTo>
                <a:lnTo>
                  <a:pt x="203657" y="1557145"/>
                </a:lnTo>
                <a:lnTo>
                  <a:pt x="202569" y="1555810"/>
                </a:lnTo>
                <a:close/>
                <a:moveTo>
                  <a:pt x="255027" y="1388278"/>
                </a:moveTo>
                <a:lnTo>
                  <a:pt x="268598" y="1399919"/>
                </a:lnTo>
                <a:lnTo>
                  <a:pt x="269222" y="1400360"/>
                </a:lnTo>
                <a:lnTo>
                  <a:pt x="265261" y="1394567"/>
                </a:lnTo>
                <a:lnTo>
                  <a:pt x="259980" y="1390232"/>
                </a:lnTo>
                <a:close/>
                <a:moveTo>
                  <a:pt x="594854" y="627263"/>
                </a:moveTo>
                <a:lnTo>
                  <a:pt x="594856" y="627873"/>
                </a:lnTo>
                <a:lnTo>
                  <a:pt x="595655" y="628212"/>
                </a:lnTo>
                <a:lnTo>
                  <a:pt x="595372" y="627395"/>
                </a:lnTo>
                <a:close/>
                <a:moveTo>
                  <a:pt x="594321" y="628456"/>
                </a:moveTo>
                <a:lnTo>
                  <a:pt x="594287" y="628857"/>
                </a:lnTo>
                <a:lnTo>
                  <a:pt x="594402" y="628906"/>
                </a:lnTo>
                <a:lnTo>
                  <a:pt x="594401" y="628490"/>
                </a:lnTo>
                <a:close/>
                <a:moveTo>
                  <a:pt x="222157" y="1461432"/>
                </a:moveTo>
                <a:lnTo>
                  <a:pt x="226140" y="1467258"/>
                </a:lnTo>
                <a:lnTo>
                  <a:pt x="226471" y="1467497"/>
                </a:lnTo>
                <a:lnTo>
                  <a:pt x="228427" y="1465472"/>
                </a:lnTo>
                <a:lnTo>
                  <a:pt x="222300" y="1461482"/>
                </a:lnTo>
                <a:close/>
                <a:moveTo>
                  <a:pt x="615115" y="581369"/>
                </a:moveTo>
                <a:lnTo>
                  <a:pt x="615026" y="582246"/>
                </a:lnTo>
                <a:lnTo>
                  <a:pt x="615633" y="582780"/>
                </a:lnTo>
                <a:close/>
                <a:moveTo>
                  <a:pt x="274417" y="1344185"/>
                </a:moveTo>
                <a:lnTo>
                  <a:pt x="275126" y="1345437"/>
                </a:lnTo>
                <a:lnTo>
                  <a:pt x="281340" y="1353084"/>
                </a:lnTo>
                <a:lnTo>
                  <a:pt x="286172" y="1350631"/>
                </a:lnTo>
                <a:close/>
                <a:moveTo>
                  <a:pt x="610900" y="590723"/>
                </a:moveTo>
                <a:lnTo>
                  <a:pt x="611326" y="595214"/>
                </a:lnTo>
                <a:lnTo>
                  <a:pt x="611726" y="591286"/>
                </a:lnTo>
                <a:lnTo>
                  <a:pt x="611724" y="591278"/>
                </a:lnTo>
                <a:close/>
                <a:moveTo>
                  <a:pt x="670262" y="457771"/>
                </a:moveTo>
                <a:lnTo>
                  <a:pt x="670058" y="459232"/>
                </a:lnTo>
                <a:lnTo>
                  <a:pt x="672193" y="460943"/>
                </a:lnTo>
                <a:lnTo>
                  <a:pt x="672048" y="460206"/>
                </a:lnTo>
                <a:lnTo>
                  <a:pt x="671263" y="459085"/>
                </a:lnTo>
                <a:close/>
                <a:moveTo>
                  <a:pt x="234891" y="1432599"/>
                </a:moveTo>
                <a:lnTo>
                  <a:pt x="235261" y="1432898"/>
                </a:lnTo>
                <a:lnTo>
                  <a:pt x="235870" y="1433293"/>
                </a:lnTo>
                <a:close/>
                <a:moveTo>
                  <a:pt x="611753" y="588707"/>
                </a:moveTo>
                <a:lnTo>
                  <a:pt x="611913" y="589467"/>
                </a:lnTo>
                <a:lnTo>
                  <a:pt x="611978" y="588827"/>
                </a:lnTo>
                <a:close/>
                <a:moveTo>
                  <a:pt x="594399" y="627564"/>
                </a:moveTo>
                <a:lnTo>
                  <a:pt x="594391" y="627661"/>
                </a:lnTo>
                <a:lnTo>
                  <a:pt x="594400" y="627669"/>
                </a:lnTo>
                <a:close/>
                <a:moveTo>
                  <a:pt x="601054" y="612598"/>
                </a:moveTo>
                <a:lnTo>
                  <a:pt x="600337" y="617879"/>
                </a:lnTo>
                <a:lnTo>
                  <a:pt x="603805" y="621014"/>
                </a:lnTo>
                <a:lnTo>
                  <a:pt x="601362" y="612740"/>
                </a:lnTo>
                <a:close/>
                <a:moveTo>
                  <a:pt x="677040" y="442100"/>
                </a:moveTo>
                <a:lnTo>
                  <a:pt x="677210" y="445549"/>
                </a:lnTo>
                <a:lnTo>
                  <a:pt x="677956" y="442927"/>
                </a:lnTo>
                <a:close/>
                <a:moveTo>
                  <a:pt x="212435" y="1482370"/>
                </a:moveTo>
                <a:lnTo>
                  <a:pt x="216785" y="1486367"/>
                </a:lnTo>
                <a:lnTo>
                  <a:pt x="223022" y="1490077"/>
                </a:lnTo>
                <a:lnTo>
                  <a:pt x="229142" y="1492485"/>
                </a:lnTo>
                <a:lnTo>
                  <a:pt x="219705" y="1476085"/>
                </a:lnTo>
                <a:lnTo>
                  <a:pt x="219043" y="1475534"/>
                </a:lnTo>
                <a:close/>
                <a:moveTo>
                  <a:pt x="688114" y="417120"/>
                </a:moveTo>
                <a:lnTo>
                  <a:pt x="686708" y="427474"/>
                </a:lnTo>
                <a:lnTo>
                  <a:pt x="686785" y="427572"/>
                </a:lnTo>
                <a:lnTo>
                  <a:pt x="688615" y="420485"/>
                </a:lnTo>
                <a:lnTo>
                  <a:pt x="689000" y="420192"/>
                </a:lnTo>
                <a:lnTo>
                  <a:pt x="687016" y="427868"/>
                </a:lnTo>
                <a:lnTo>
                  <a:pt x="688234" y="429423"/>
                </a:lnTo>
                <a:lnTo>
                  <a:pt x="690702" y="422177"/>
                </a:lnTo>
                <a:lnTo>
                  <a:pt x="690812" y="418906"/>
                </a:lnTo>
                <a:lnTo>
                  <a:pt x="688161" y="417032"/>
                </a:lnTo>
                <a:close/>
                <a:moveTo>
                  <a:pt x="300442" y="1284990"/>
                </a:moveTo>
                <a:lnTo>
                  <a:pt x="304211" y="1293053"/>
                </a:lnTo>
                <a:lnTo>
                  <a:pt x="307813" y="1295380"/>
                </a:lnTo>
                <a:lnTo>
                  <a:pt x="301180" y="1285393"/>
                </a:lnTo>
                <a:close/>
                <a:moveTo>
                  <a:pt x="671304" y="454527"/>
                </a:moveTo>
                <a:lnTo>
                  <a:pt x="672358" y="459861"/>
                </a:lnTo>
                <a:lnTo>
                  <a:pt x="672923" y="460604"/>
                </a:lnTo>
                <a:lnTo>
                  <a:pt x="674079" y="456546"/>
                </a:lnTo>
                <a:close/>
                <a:moveTo>
                  <a:pt x="686968" y="419280"/>
                </a:moveTo>
                <a:lnTo>
                  <a:pt x="685188" y="425532"/>
                </a:lnTo>
                <a:lnTo>
                  <a:pt x="686409" y="427092"/>
                </a:lnTo>
                <a:lnTo>
                  <a:pt x="687817" y="417681"/>
                </a:lnTo>
                <a:close/>
                <a:moveTo>
                  <a:pt x="217942" y="1469485"/>
                </a:moveTo>
                <a:lnTo>
                  <a:pt x="219457" y="1472118"/>
                </a:lnTo>
                <a:lnTo>
                  <a:pt x="221132" y="1473021"/>
                </a:lnTo>
                <a:lnTo>
                  <a:pt x="221886" y="1472241"/>
                </a:lnTo>
                <a:close/>
                <a:moveTo>
                  <a:pt x="226520" y="1450276"/>
                </a:moveTo>
                <a:lnTo>
                  <a:pt x="226680" y="1450532"/>
                </a:lnTo>
                <a:lnTo>
                  <a:pt x="227112" y="1450690"/>
                </a:lnTo>
                <a:close/>
                <a:moveTo>
                  <a:pt x="669436" y="458366"/>
                </a:moveTo>
                <a:lnTo>
                  <a:pt x="669416" y="458718"/>
                </a:lnTo>
                <a:lnTo>
                  <a:pt x="669432" y="458731"/>
                </a:lnTo>
                <a:close/>
                <a:moveTo>
                  <a:pt x="744682" y="289856"/>
                </a:moveTo>
                <a:lnTo>
                  <a:pt x="748090" y="294844"/>
                </a:lnTo>
                <a:lnTo>
                  <a:pt x="748482" y="292814"/>
                </a:lnTo>
                <a:close/>
                <a:moveTo>
                  <a:pt x="656387" y="487485"/>
                </a:moveTo>
                <a:lnTo>
                  <a:pt x="656443" y="487833"/>
                </a:lnTo>
                <a:lnTo>
                  <a:pt x="657395" y="491822"/>
                </a:lnTo>
                <a:lnTo>
                  <a:pt x="662186" y="493950"/>
                </a:lnTo>
                <a:lnTo>
                  <a:pt x="662219" y="493333"/>
                </a:lnTo>
                <a:close/>
                <a:moveTo>
                  <a:pt x="223503" y="1456792"/>
                </a:moveTo>
                <a:lnTo>
                  <a:pt x="224640" y="1458042"/>
                </a:lnTo>
                <a:lnTo>
                  <a:pt x="229257" y="1462981"/>
                </a:lnTo>
                <a:lnTo>
                  <a:pt x="225142" y="1457759"/>
                </a:lnTo>
                <a:close/>
                <a:moveTo>
                  <a:pt x="606449" y="599130"/>
                </a:moveTo>
                <a:lnTo>
                  <a:pt x="606361" y="601943"/>
                </a:lnTo>
                <a:lnTo>
                  <a:pt x="606656" y="602114"/>
                </a:lnTo>
                <a:lnTo>
                  <a:pt x="606699" y="601045"/>
                </a:lnTo>
                <a:close/>
                <a:moveTo>
                  <a:pt x="668375" y="460450"/>
                </a:moveTo>
                <a:lnTo>
                  <a:pt x="668629" y="468292"/>
                </a:lnTo>
                <a:lnTo>
                  <a:pt x="669030" y="465420"/>
                </a:lnTo>
                <a:lnTo>
                  <a:pt x="669290" y="460897"/>
                </a:lnTo>
                <a:close/>
                <a:moveTo>
                  <a:pt x="601333" y="610541"/>
                </a:moveTo>
                <a:lnTo>
                  <a:pt x="601256" y="611108"/>
                </a:lnTo>
                <a:lnTo>
                  <a:pt x="601471" y="611840"/>
                </a:lnTo>
                <a:lnTo>
                  <a:pt x="601476" y="611852"/>
                </a:lnTo>
                <a:lnTo>
                  <a:pt x="602174" y="612174"/>
                </a:lnTo>
                <a:lnTo>
                  <a:pt x="601383" y="610571"/>
                </a:lnTo>
                <a:close/>
                <a:moveTo>
                  <a:pt x="211571" y="1483266"/>
                </a:moveTo>
                <a:lnTo>
                  <a:pt x="214756" y="1485160"/>
                </a:lnTo>
                <a:lnTo>
                  <a:pt x="212132" y="1482684"/>
                </a:lnTo>
                <a:close/>
                <a:moveTo>
                  <a:pt x="240462" y="1418458"/>
                </a:moveTo>
                <a:lnTo>
                  <a:pt x="241385" y="1420555"/>
                </a:lnTo>
                <a:lnTo>
                  <a:pt x="246819" y="1431471"/>
                </a:lnTo>
                <a:lnTo>
                  <a:pt x="248033" y="1432513"/>
                </a:lnTo>
                <a:lnTo>
                  <a:pt x="254975" y="1438311"/>
                </a:lnTo>
                <a:lnTo>
                  <a:pt x="255825" y="1437454"/>
                </a:lnTo>
                <a:lnTo>
                  <a:pt x="245156" y="1420979"/>
                </a:lnTo>
                <a:close/>
                <a:moveTo>
                  <a:pt x="627130" y="552601"/>
                </a:moveTo>
                <a:lnTo>
                  <a:pt x="626133" y="558966"/>
                </a:lnTo>
                <a:lnTo>
                  <a:pt x="627288" y="559981"/>
                </a:lnTo>
                <a:lnTo>
                  <a:pt x="627911" y="560161"/>
                </a:lnTo>
                <a:lnTo>
                  <a:pt x="630894" y="561091"/>
                </a:lnTo>
                <a:lnTo>
                  <a:pt x="629019" y="554113"/>
                </a:lnTo>
                <a:lnTo>
                  <a:pt x="628313" y="553490"/>
                </a:lnTo>
                <a:close/>
                <a:moveTo>
                  <a:pt x="621257" y="565633"/>
                </a:moveTo>
                <a:lnTo>
                  <a:pt x="621376" y="566412"/>
                </a:lnTo>
                <a:lnTo>
                  <a:pt x="621489" y="565863"/>
                </a:lnTo>
                <a:lnTo>
                  <a:pt x="621340" y="565662"/>
                </a:lnTo>
                <a:close/>
                <a:moveTo>
                  <a:pt x="201905" y="1504624"/>
                </a:moveTo>
                <a:lnTo>
                  <a:pt x="214075" y="1512224"/>
                </a:lnTo>
                <a:lnTo>
                  <a:pt x="222852" y="1516624"/>
                </a:lnTo>
                <a:lnTo>
                  <a:pt x="220568" y="1513766"/>
                </a:lnTo>
                <a:lnTo>
                  <a:pt x="202549" y="1504697"/>
                </a:lnTo>
                <a:close/>
                <a:moveTo>
                  <a:pt x="620338" y="567628"/>
                </a:moveTo>
                <a:lnTo>
                  <a:pt x="620139" y="569957"/>
                </a:lnTo>
                <a:lnTo>
                  <a:pt x="620526" y="570572"/>
                </a:lnTo>
                <a:lnTo>
                  <a:pt x="621106" y="567733"/>
                </a:lnTo>
                <a:close/>
                <a:moveTo>
                  <a:pt x="687701" y="416707"/>
                </a:moveTo>
                <a:lnTo>
                  <a:pt x="687456" y="417567"/>
                </a:lnTo>
                <a:lnTo>
                  <a:pt x="687855" y="416815"/>
                </a:lnTo>
                <a:close/>
                <a:moveTo>
                  <a:pt x="294529" y="1297069"/>
                </a:moveTo>
                <a:lnTo>
                  <a:pt x="296340" y="1299562"/>
                </a:lnTo>
                <a:lnTo>
                  <a:pt x="296053" y="1298387"/>
                </a:lnTo>
                <a:close/>
                <a:moveTo>
                  <a:pt x="580601" y="656495"/>
                </a:moveTo>
                <a:lnTo>
                  <a:pt x="580567" y="657080"/>
                </a:lnTo>
                <a:lnTo>
                  <a:pt x="581668" y="665162"/>
                </a:lnTo>
                <a:lnTo>
                  <a:pt x="582442" y="663656"/>
                </a:lnTo>
                <a:lnTo>
                  <a:pt x="583637" y="659540"/>
                </a:lnTo>
                <a:close/>
                <a:moveTo>
                  <a:pt x="669613" y="456918"/>
                </a:moveTo>
                <a:lnTo>
                  <a:pt x="669634" y="458892"/>
                </a:lnTo>
                <a:lnTo>
                  <a:pt x="669911" y="459115"/>
                </a:lnTo>
                <a:lnTo>
                  <a:pt x="670124" y="457590"/>
                </a:lnTo>
                <a:close/>
                <a:moveTo>
                  <a:pt x="241710" y="1415041"/>
                </a:moveTo>
                <a:lnTo>
                  <a:pt x="243685" y="1418092"/>
                </a:lnTo>
                <a:lnTo>
                  <a:pt x="248724" y="1420037"/>
                </a:lnTo>
                <a:close/>
                <a:moveTo>
                  <a:pt x="670769" y="454138"/>
                </a:moveTo>
                <a:lnTo>
                  <a:pt x="670340" y="457212"/>
                </a:lnTo>
                <a:lnTo>
                  <a:pt x="671848" y="459192"/>
                </a:lnTo>
                <a:lnTo>
                  <a:pt x="670863" y="454206"/>
                </a:lnTo>
                <a:close/>
                <a:moveTo>
                  <a:pt x="678296" y="437284"/>
                </a:moveTo>
                <a:lnTo>
                  <a:pt x="679351" y="438031"/>
                </a:lnTo>
                <a:lnTo>
                  <a:pt x="679434" y="437737"/>
                </a:lnTo>
                <a:close/>
                <a:moveTo>
                  <a:pt x="627923" y="550037"/>
                </a:moveTo>
                <a:lnTo>
                  <a:pt x="627522" y="551277"/>
                </a:lnTo>
                <a:lnTo>
                  <a:pt x="628472" y="552081"/>
                </a:lnTo>
                <a:close/>
                <a:moveTo>
                  <a:pt x="688252" y="414768"/>
                </a:moveTo>
                <a:lnTo>
                  <a:pt x="687854" y="416167"/>
                </a:lnTo>
                <a:lnTo>
                  <a:pt x="688026" y="416286"/>
                </a:lnTo>
                <a:close/>
                <a:moveTo>
                  <a:pt x="300016" y="1284081"/>
                </a:moveTo>
                <a:lnTo>
                  <a:pt x="300111" y="1284284"/>
                </a:lnTo>
                <a:lnTo>
                  <a:pt x="300338" y="1284407"/>
                </a:lnTo>
                <a:lnTo>
                  <a:pt x="300020" y="1284085"/>
                </a:lnTo>
                <a:close/>
                <a:moveTo>
                  <a:pt x="606738" y="597232"/>
                </a:moveTo>
                <a:lnTo>
                  <a:pt x="606817" y="597949"/>
                </a:lnTo>
                <a:lnTo>
                  <a:pt x="606823" y="597985"/>
                </a:lnTo>
                <a:lnTo>
                  <a:pt x="606852" y="597282"/>
                </a:lnTo>
                <a:close/>
                <a:moveTo>
                  <a:pt x="668333" y="459167"/>
                </a:moveTo>
                <a:lnTo>
                  <a:pt x="668342" y="459436"/>
                </a:lnTo>
                <a:lnTo>
                  <a:pt x="669179" y="459844"/>
                </a:lnTo>
                <a:close/>
                <a:moveTo>
                  <a:pt x="280177" y="1328235"/>
                </a:moveTo>
                <a:lnTo>
                  <a:pt x="280321" y="1328382"/>
                </a:lnTo>
                <a:lnTo>
                  <a:pt x="280306" y="1328325"/>
                </a:lnTo>
                <a:close/>
                <a:moveTo>
                  <a:pt x="584499" y="646742"/>
                </a:moveTo>
                <a:lnTo>
                  <a:pt x="585437" y="652517"/>
                </a:lnTo>
                <a:lnTo>
                  <a:pt x="585898" y="647997"/>
                </a:lnTo>
                <a:lnTo>
                  <a:pt x="585388" y="647256"/>
                </a:lnTo>
                <a:close/>
                <a:moveTo>
                  <a:pt x="681366" y="429831"/>
                </a:moveTo>
                <a:lnTo>
                  <a:pt x="681580" y="430203"/>
                </a:lnTo>
                <a:lnTo>
                  <a:pt x="682057" y="428530"/>
                </a:lnTo>
                <a:close/>
                <a:moveTo>
                  <a:pt x="610653" y="588118"/>
                </a:moveTo>
                <a:lnTo>
                  <a:pt x="610760" y="589251"/>
                </a:lnTo>
                <a:lnTo>
                  <a:pt x="611387" y="589673"/>
                </a:lnTo>
                <a:lnTo>
                  <a:pt x="611113" y="588366"/>
                </a:lnTo>
                <a:close/>
                <a:moveTo>
                  <a:pt x="580702" y="654801"/>
                </a:moveTo>
                <a:lnTo>
                  <a:pt x="580650" y="655672"/>
                </a:lnTo>
                <a:lnTo>
                  <a:pt x="583833" y="658864"/>
                </a:lnTo>
                <a:lnTo>
                  <a:pt x="584390" y="656948"/>
                </a:lnTo>
                <a:close/>
                <a:moveTo>
                  <a:pt x="620531" y="565379"/>
                </a:moveTo>
                <a:lnTo>
                  <a:pt x="620397" y="566942"/>
                </a:lnTo>
                <a:lnTo>
                  <a:pt x="621109" y="567040"/>
                </a:lnTo>
                <a:lnTo>
                  <a:pt x="620874" y="565499"/>
                </a:lnTo>
                <a:close/>
                <a:moveTo>
                  <a:pt x="239992" y="1417392"/>
                </a:moveTo>
                <a:lnTo>
                  <a:pt x="240215" y="1417898"/>
                </a:lnTo>
                <a:lnTo>
                  <a:pt x="244731" y="1420323"/>
                </a:lnTo>
                <a:lnTo>
                  <a:pt x="243780" y="1418855"/>
                </a:lnTo>
                <a:close/>
                <a:moveTo>
                  <a:pt x="264673" y="1361994"/>
                </a:moveTo>
                <a:lnTo>
                  <a:pt x="268022" y="1364370"/>
                </a:lnTo>
                <a:lnTo>
                  <a:pt x="266171" y="1361233"/>
                </a:lnTo>
                <a:close/>
                <a:moveTo>
                  <a:pt x="292783" y="1299007"/>
                </a:moveTo>
                <a:lnTo>
                  <a:pt x="292805" y="1299046"/>
                </a:lnTo>
                <a:lnTo>
                  <a:pt x="293189" y="1299443"/>
                </a:lnTo>
                <a:close/>
                <a:moveTo>
                  <a:pt x="627675" y="549116"/>
                </a:moveTo>
                <a:lnTo>
                  <a:pt x="627613" y="549509"/>
                </a:lnTo>
                <a:lnTo>
                  <a:pt x="627705" y="549226"/>
                </a:lnTo>
                <a:close/>
                <a:moveTo>
                  <a:pt x="256631" y="1379809"/>
                </a:moveTo>
                <a:lnTo>
                  <a:pt x="258656" y="1382770"/>
                </a:lnTo>
                <a:lnTo>
                  <a:pt x="258763" y="1382852"/>
                </a:lnTo>
                <a:lnTo>
                  <a:pt x="261526" y="1384897"/>
                </a:lnTo>
                <a:close/>
                <a:moveTo>
                  <a:pt x="689393" y="410762"/>
                </a:moveTo>
                <a:lnTo>
                  <a:pt x="688600" y="413549"/>
                </a:lnTo>
                <a:lnTo>
                  <a:pt x="688260" y="416052"/>
                </a:lnTo>
                <a:lnTo>
                  <a:pt x="689904" y="412954"/>
                </a:lnTo>
                <a:lnTo>
                  <a:pt x="690454" y="412713"/>
                </a:lnTo>
                <a:lnTo>
                  <a:pt x="688415" y="416553"/>
                </a:lnTo>
                <a:lnTo>
                  <a:pt x="690836" y="418216"/>
                </a:lnTo>
                <a:lnTo>
                  <a:pt x="691054" y="411753"/>
                </a:lnTo>
                <a:close/>
                <a:moveTo>
                  <a:pt x="754398" y="265159"/>
                </a:moveTo>
                <a:lnTo>
                  <a:pt x="753275" y="270342"/>
                </a:lnTo>
                <a:lnTo>
                  <a:pt x="751022" y="281987"/>
                </a:lnTo>
                <a:lnTo>
                  <a:pt x="755737" y="286847"/>
                </a:lnTo>
                <a:lnTo>
                  <a:pt x="756213" y="275116"/>
                </a:lnTo>
                <a:lnTo>
                  <a:pt x="756663" y="266782"/>
                </a:lnTo>
                <a:close/>
                <a:moveTo>
                  <a:pt x="671121" y="451619"/>
                </a:moveTo>
                <a:lnTo>
                  <a:pt x="670959" y="452779"/>
                </a:lnTo>
                <a:lnTo>
                  <a:pt x="671068" y="453330"/>
                </a:lnTo>
                <a:lnTo>
                  <a:pt x="674320" y="455698"/>
                </a:lnTo>
                <a:lnTo>
                  <a:pt x="674729" y="454262"/>
                </a:lnTo>
                <a:close/>
                <a:moveTo>
                  <a:pt x="584351" y="645836"/>
                </a:moveTo>
                <a:lnTo>
                  <a:pt x="584465" y="646536"/>
                </a:lnTo>
                <a:lnTo>
                  <a:pt x="585176" y="646947"/>
                </a:lnTo>
                <a:lnTo>
                  <a:pt x="584466" y="645913"/>
                </a:lnTo>
                <a:close/>
                <a:moveTo>
                  <a:pt x="692240" y="404201"/>
                </a:moveTo>
                <a:lnTo>
                  <a:pt x="692222" y="411487"/>
                </a:lnTo>
                <a:lnTo>
                  <a:pt x="693986" y="412540"/>
                </a:lnTo>
                <a:lnTo>
                  <a:pt x="695836" y="407106"/>
                </a:lnTo>
                <a:lnTo>
                  <a:pt x="695012" y="406007"/>
                </a:lnTo>
                <a:close/>
                <a:moveTo>
                  <a:pt x="677660" y="436812"/>
                </a:moveTo>
                <a:lnTo>
                  <a:pt x="679498" y="437513"/>
                </a:lnTo>
                <a:lnTo>
                  <a:pt x="679665" y="436928"/>
                </a:lnTo>
                <a:lnTo>
                  <a:pt x="678588" y="435062"/>
                </a:lnTo>
                <a:close/>
                <a:moveTo>
                  <a:pt x="248854" y="1396954"/>
                </a:moveTo>
                <a:lnTo>
                  <a:pt x="250228" y="1400072"/>
                </a:lnTo>
                <a:lnTo>
                  <a:pt x="254241" y="1403961"/>
                </a:lnTo>
                <a:lnTo>
                  <a:pt x="250528" y="1398227"/>
                </a:lnTo>
                <a:close/>
                <a:moveTo>
                  <a:pt x="676854" y="438329"/>
                </a:moveTo>
                <a:lnTo>
                  <a:pt x="677006" y="441401"/>
                </a:lnTo>
                <a:lnTo>
                  <a:pt x="678125" y="442336"/>
                </a:lnTo>
                <a:lnTo>
                  <a:pt x="679270" y="438313"/>
                </a:lnTo>
                <a:lnTo>
                  <a:pt x="677520" y="437075"/>
                </a:lnTo>
                <a:close/>
                <a:moveTo>
                  <a:pt x="580217" y="654518"/>
                </a:moveTo>
                <a:lnTo>
                  <a:pt x="580330" y="655351"/>
                </a:lnTo>
                <a:lnTo>
                  <a:pt x="580370" y="655391"/>
                </a:lnTo>
                <a:lnTo>
                  <a:pt x="580415" y="654633"/>
                </a:lnTo>
                <a:close/>
                <a:moveTo>
                  <a:pt x="224832" y="1450275"/>
                </a:moveTo>
                <a:lnTo>
                  <a:pt x="230592" y="1457847"/>
                </a:lnTo>
                <a:lnTo>
                  <a:pt x="226193" y="1450797"/>
                </a:lnTo>
                <a:close/>
                <a:moveTo>
                  <a:pt x="671273" y="450534"/>
                </a:moveTo>
                <a:lnTo>
                  <a:pt x="671185" y="451165"/>
                </a:lnTo>
                <a:lnTo>
                  <a:pt x="673873" y="453135"/>
                </a:lnTo>
                <a:lnTo>
                  <a:pt x="673714" y="452955"/>
                </a:lnTo>
                <a:close/>
                <a:moveTo>
                  <a:pt x="675613" y="440809"/>
                </a:moveTo>
                <a:lnTo>
                  <a:pt x="676495" y="448057"/>
                </a:lnTo>
                <a:lnTo>
                  <a:pt x="676734" y="447216"/>
                </a:lnTo>
                <a:lnTo>
                  <a:pt x="676456" y="441572"/>
                </a:lnTo>
                <a:close/>
                <a:moveTo>
                  <a:pt x="653097" y="491166"/>
                </a:moveTo>
                <a:lnTo>
                  <a:pt x="653017" y="492654"/>
                </a:lnTo>
                <a:lnTo>
                  <a:pt x="653575" y="494731"/>
                </a:lnTo>
                <a:lnTo>
                  <a:pt x="656902" y="496518"/>
                </a:lnTo>
                <a:lnTo>
                  <a:pt x="656264" y="492597"/>
                </a:lnTo>
                <a:lnTo>
                  <a:pt x="656227" y="492556"/>
                </a:lnTo>
                <a:close/>
                <a:moveTo>
                  <a:pt x="675770" y="440372"/>
                </a:moveTo>
                <a:lnTo>
                  <a:pt x="676423" y="440916"/>
                </a:lnTo>
                <a:lnTo>
                  <a:pt x="676344" y="439291"/>
                </a:lnTo>
                <a:close/>
                <a:moveTo>
                  <a:pt x="263862" y="1362405"/>
                </a:moveTo>
                <a:lnTo>
                  <a:pt x="265236" y="1364542"/>
                </a:lnTo>
                <a:lnTo>
                  <a:pt x="268841" y="1366003"/>
                </a:lnTo>
                <a:lnTo>
                  <a:pt x="268563" y="1365287"/>
                </a:lnTo>
                <a:lnTo>
                  <a:pt x="268299" y="1364840"/>
                </a:lnTo>
                <a:lnTo>
                  <a:pt x="264448" y="1362108"/>
                </a:lnTo>
                <a:close/>
                <a:moveTo>
                  <a:pt x="324396" y="1226835"/>
                </a:moveTo>
                <a:lnTo>
                  <a:pt x="325113" y="1230092"/>
                </a:lnTo>
                <a:lnTo>
                  <a:pt x="325277" y="1230219"/>
                </a:lnTo>
                <a:lnTo>
                  <a:pt x="324935" y="1227564"/>
                </a:lnTo>
                <a:close/>
                <a:moveTo>
                  <a:pt x="651880" y="493457"/>
                </a:moveTo>
                <a:lnTo>
                  <a:pt x="651907" y="493835"/>
                </a:lnTo>
                <a:lnTo>
                  <a:pt x="651958" y="493862"/>
                </a:lnTo>
                <a:close/>
                <a:moveTo>
                  <a:pt x="670663" y="451285"/>
                </a:moveTo>
                <a:lnTo>
                  <a:pt x="670863" y="452296"/>
                </a:lnTo>
                <a:lnTo>
                  <a:pt x="670973" y="451512"/>
                </a:lnTo>
                <a:close/>
                <a:moveTo>
                  <a:pt x="669723" y="453377"/>
                </a:moveTo>
                <a:lnTo>
                  <a:pt x="669599" y="455550"/>
                </a:lnTo>
                <a:lnTo>
                  <a:pt x="669606" y="456248"/>
                </a:lnTo>
                <a:lnTo>
                  <a:pt x="670202" y="457031"/>
                </a:lnTo>
                <a:lnTo>
                  <a:pt x="670621" y="454029"/>
                </a:lnTo>
                <a:close/>
                <a:moveTo>
                  <a:pt x="691287" y="404857"/>
                </a:moveTo>
                <a:lnTo>
                  <a:pt x="690326" y="407487"/>
                </a:lnTo>
                <a:lnTo>
                  <a:pt x="689628" y="409939"/>
                </a:lnTo>
                <a:lnTo>
                  <a:pt x="691086" y="410810"/>
                </a:lnTo>
                <a:close/>
                <a:moveTo>
                  <a:pt x="671507" y="448860"/>
                </a:moveTo>
                <a:lnTo>
                  <a:pt x="671449" y="449275"/>
                </a:lnTo>
                <a:lnTo>
                  <a:pt x="675078" y="453034"/>
                </a:lnTo>
                <a:lnTo>
                  <a:pt x="675548" y="451381"/>
                </a:lnTo>
                <a:lnTo>
                  <a:pt x="675339" y="451248"/>
                </a:lnTo>
                <a:close/>
                <a:moveTo>
                  <a:pt x="692244" y="402318"/>
                </a:moveTo>
                <a:lnTo>
                  <a:pt x="692243" y="402691"/>
                </a:lnTo>
                <a:lnTo>
                  <a:pt x="692793" y="403049"/>
                </a:lnTo>
                <a:close/>
                <a:moveTo>
                  <a:pt x="618518" y="567377"/>
                </a:moveTo>
                <a:lnTo>
                  <a:pt x="619018" y="568173"/>
                </a:lnTo>
                <a:lnTo>
                  <a:pt x="619080" y="567453"/>
                </a:lnTo>
                <a:close/>
                <a:moveTo>
                  <a:pt x="263251" y="1362716"/>
                </a:moveTo>
                <a:lnTo>
                  <a:pt x="263723" y="1363929"/>
                </a:lnTo>
                <a:lnTo>
                  <a:pt x="264831" y="1364378"/>
                </a:lnTo>
                <a:lnTo>
                  <a:pt x="263637" y="1362519"/>
                </a:lnTo>
                <a:close/>
                <a:moveTo>
                  <a:pt x="652560" y="490927"/>
                </a:moveTo>
                <a:lnTo>
                  <a:pt x="652578" y="491021"/>
                </a:lnTo>
                <a:lnTo>
                  <a:pt x="652787" y="491796"/>
                </a:lnTo>
                <a:lnTo>
                  <a:pt x="652827" y="491046"/>
                </a:lnTo>
                <a:close/>
                <a:moveTo>
                  <a:pt x="676773" y="436680"/>
                </a:moveTo>
                <a:lnTo>
                  <a:pt x="676818" y="437604"/>
                </a:lnTo>
                <a:lnTo>
                  <a:pt x="677214" y="436858"/>
                </a:lnTo>
                <a:lnTo>
                  <a:pt x="677203" y="436850"/>
                </a:lnTo>
                <a:close/>
                <a:moveTo>
                  <a:pt x="671594" y="448239"/>
                </a:moveTo>
                <a:lnTo>
                  <a:pt x="671542" y="448611"/>
                </a:lnTo>
                <a:lnTo>
                  <a:pt x="675614" y="451149"/>
                </a:lnTo>
                <a:lnTo>
                  <a:pt x="676306" y="448719"/>
                </a:lnTo>
                <a:lnTo>
                  <a:pt x="675380" y="441105"/>
                </a:lnTo>
                <a:close/>
                <a:moveTo>
                  <a:pt x="653198" y="489312"/>
                </a:moveTo>
                <a:lnTo>
                  <a:pt x="653163" y="489943"/>
                </a:lnTo>
                <a:lnTo>
                  <a:pt x="654228" y="490415"/>
                </a:lnTo>
                <a:close/>
                <a:moveTo>
                  <a:pt x="292843" y="1296199"/>
                </a:moveTo>
                <a:lnTo>
                  <a:pt x="294508" y="1299760"/>
                </a:lnTo>
                <a:lnTo>
                  <a:pt x="296984" y="1302211"/>
                </a:lnTo>
                <a:lnTo>
                  <a:pt x="296872" y="1301747"/>
                </a:lnTo>
                <a:close/>
                <a:moveTo>
                  <a:pt x="671187" y="449005"/>
                </a:moveTo>
                <a:lnTo>
                  <a:pt x="671306" y="449129"/>
                </a:lnTo>
                <a:lnTo>
                  <a:pt x="671357" y="448767"/>
                </a:lnTo>
                <a:lnTo>
                  <a:pt x="671324" y="448747"/>
                </a:lnTo>
                <a:close/>
                <a:moveTo>
                  <a:pt x="612617" y="580128"/>
                </a:moveTo>
                <a:lnTo>
                  <a:pt x="612844" y="580326"/>
                </a:lnTo>
                <a:lnTo>
                  <a:pt x="612852" y="580245"/>
                </a:lnTo>
                <a:lnTo>
                  <a:pt x="612847" y="580197"/>
                </a:lnTo>
                <a:close/>
                <a:moveTo>
                  <a:pt x="693105" y="399889"/>
                </a:moveTo>
                <a:lnTo>
                  <a:pt x="693052" y="400035"/>
                </a:lnTo>
                <a:lnTo>
                  <a:pt x="697720" y="406257"/>
                </a:lnTo>
                <a:lnTo>
                  <a:pt x="698877" y="407010"/>
                </a:lnTo>
                <a:close/>
                <a:moveTo>
                  <a:pt x="616021" y="572466"/>
                </a:moveTo>
                <a:lnTo>
                  <a:pt x="615999" y="572678"/>
                </a:lnTo>
                <a:lnTo>
                  <a:pt x="616248" y="574719"/>
                </a:lnTo>
                <a:lnTo>
                  <a:pt x="616329" y="574941"/>
                </a:lnTo>
                <a:lnTo>
                  <a:pt x="617715" y="577396"/>
                </a:lnTo>
                <a:lnTo>
                  <a:pt x="618212" y="577590"/>
                </a:lnTo>
                <a:lnTo>
                  <a:pt x="618335" y="576149"/>
                </a:lnTo>
                <a:close/>
                <a:moveTo>
                  <a:pt x="598567" y="611451"/>
                </a:moveTo>
                <a:lnTo>
                  <a:pt x="599019" y="616687"/>
                </a:lnTo>
                <a:lnTo>
                  <a:pt x="599945" y="617525"/>
                </a:lnTo>
                <a:lnTo>
                  <a:pt x="600503" y="613410"/>
                </a:lnTo>
                <a:lnTo>
                  <a:pt x="600660" y="612417"/>
                </a:lnTo>
                <a:close/>
                <a:moveTo>
                  <a:pt x="693378" y="399141"/>
                </a:moveTo>
                <a:lnTo>
                  <a:pt x="693223" y="399566"/>
                </a:lnTo>
                <a:lnTo>
                  <a:pt x="699684" y="407536"/>
                </a:lnTo>
                <a:lnTo>
                  <a:pt x="700677" y="408183"/>
                </a:lnTo>
                <a:lnTo>
                  <a:pt x="701198" y="408494"/>
                </a:lnTo>
                <a:lnTo>
                  <a:pt x="700729" y="407918"/>
                </a:lnTo>
                <a:close/>
                <a:moveTo>
                  <a:pt x="580933" y="650915"/>
                </a:moveTo>
                <a:lnTo>
                  <a:pt x="580909" y="651321"/>
                </a:lnTo>
                <a:lnTo>
                  <a:pt x="584911" y="653652"/>
                </a:lnTo>
                <a:lnTo>
                  <a:pt x="584851" y="653283"/>
                </a:lnTo>
                <a:close/>
                <a:moveTo>
                  <a:pt x="670483" y="450367"/>
                </a:moveTo>
                <a:lnTo>
                  <a:pt x="670548" y="450699"/>
                </a:lnTo>
                <a:lnTo>
                  <a:pt x="671037" y="451057"/>
                </a:lnTo>
                <a:lnTo>
                  <a:pt x="671130" y="450393"/>
                </a:lnTo>
                <a:lnTo>
                  <a:pt x="670692" y="449959"/>
                </a:lnTo>
                <a:close/>
                <a:moveTo>
                  <a:pt x="669823" y="451651"/>
                </a:moveTo>
                <a:lnTo>
                  <a:pt x="669780" y="452394"/>
                </a:lnTo>
                <a:lnTo>
                  <a:pt x="670627" y="453010"/>
                </a:lnTo>
                <a:lnTo>
                  <a:pt x="670221" y="450961"/>
                </a:lnTo>
                <a:lnTo>
                  <a:pt x="670189" y="450937"/>
                </a:lnTo>
                <a:close/>
                <a:moveTo>
                  <a:pt x="669627" y="452031"/>
                </a:moveTo>
                <a:lnTo>
                  <a:pt x="669626" y="452100"/>
                </a:lnTo>
                <a:lnTo>
                  <a:pt x="669629" y="452028"/>
                </a:lnTo>
                <a:close/>
                <a:moveTo>
                  <a:pt x="668200" y="455063"/>
                </a:moveTo>
                <a:lnTo>
                  <a:pt x="668289" y="457815"/>
                </a:lnTo>
                <a:lnTo>
                  <a:pt x="669377" y="458686"/>
                </a:lnTo>
                <a:lnTo>
                  <a:pt x="669452" y="456707"/>
                </a:lnTo>
                <a:close/>
                <a:moveTo>
                  <a:pt x="610314" y="584550"/>
                </a:moveTo>
                <a:lnTo>
                  <a:pt x="610595" y="587508"/>
                </a:lnTo>
                <a:lnTo>
                  <a:pt x="610973" y="587695"/>
                </a:lnTo>
                <a:close/>
                <a:moveTo>
                  <a:pt x="668324" y="454567"/>
                </a:moveTo>
                <a:lnTo>
                  <a:pt x="669463" y="456060"/>
                </a:lnTo>
                <a:lnTo>
                  <a:pt x="669494" y="453211"/>
                </a:lnTo>
                <a:lnTo>
                  <a:pt x="669150" y="452959"/>
                </a:lnTo>
                <a:close/>
                <a:moveTo>
                  <a:pt x="199820" y="1503322"/>
                </a:moveTo>
                <a:lnTo>
                  <a:pt x="201560" y="1504409"/>
                </a:lnTo>
                <a:lnTo>
                  <a:pt x="202099" y="1504470"/>
                </a:lnTo>
                <a:close/>
                <a:moveTo>
                  <a:pt x="599119" y="609204"/>
                </a:moveTo>
                <a:lnTo>
                  <a:pt x="598718" y="610581"/>
                </a:lnTo>
                <a:lnTo>
                  <a:pt x="600799" y="611540"/>
                </a:lnTo>
                <a:lnTo>
                  <a:pt x="600872" y="611079"/>
                </a:lnTo>
                <a:lnTo>
                  <a:pt x="600579" y="610086"/>
                </a:lnTo>
                <a:close/>
                <a:moveTo>
                  <a:pt x="695417" y="393564"/>
                </a:moveTo>
                <a:lnTo>
                  <a:pt x="693442" y="398967"/>
                </a:lnTo>
                <a:lnTo>
                  <a:pt x="701643" y="408758"/>
                </a:lnTo>
                <a:lnTo>
                  <a:pt x="708044" y="412573"/>
                </a:lnTo>
                <a:lnTo>
                  <a:pt x="709485" y="408368"/>
                </a:lnTo>
                <a:lnTo>
                  <a:pt x="708895" y="404500"/>
                </a:lnTo>
                <a:lnTo>
                  <a:pt x="702204" y="401930"/>
                </a:lnTo>
                <a:lnTo>
                  <a:pt x="702631" y="401799"/>
                </a:lnTo>
                <a:lnTo>
                  <a:pt x="708517" y="404059"/>
                </a:lnTo>
                <a:close/>
                <a:moveTo>
                  <a:pt x="667132" y="456888"/>
                </a:moveTo>
                <a:lnTo>
                  <a:pt x="667795" y="457418"/>
                </a:lnTo>
                <a:lnTo>
                  <a:pt x="667740" y="455706"/>
                </a:lnTo>
                <a:close/>
                <a:moveTo>
                  <a:pt x="670330" y="449600"/>
                </a:moveTo>
                <a:lnTo>
                  <a:pt x="670362" y="449763"/>
                </a:lnTo>
                <a:lnTo>
                  <a:pt x="670408" y="449677"/>
                </a:lnTo>
                <a:close/>
                <a:moveTo>
                  <a:pt x="613075" y="577795"/>
                </a:moveTo>
                <a:lnTo>
                  <a:pt x="613083" y="577873"/>
                </a:lnTo>
                <a:lnTo>
                  <a:pt x="613092" y="577883"/>
                </a:lnTo>
                <a:lnTo>
                  <a:pt x="613099" y="577815"/>
                </a:lnTo>
                <a:close/>
                <a:moveTo>
                  <a:pt x="612072" y="579968"/>
                </a:moveTo>
                <a:lnTo>
                  <a:pt x="612282" y="585836"/>
                </a:lnTo>
                <a:lnTo>
                  <a:pt x="612813" y="580619"/>
                </a:lnTo>
                <a:close/>
                <a:moveTo>
                  <a:pt x="666327" y="458454"/>
                </a:moveTo>
                <a:lnTo>
                  <a:pt x="667852" y="459197"/>
                </a:lnTo>
                <a:lnTo>
                  <a:pt x="667838" y="458772"/>
                </a:lnTo>
                <a:lnTo>
                  <a:pt x="666653" y="457821"/>
                </a:lnTo>
                <a:close/>
                <a:moveTo>
                  <a:pt x="599510" y="607858"/>
                </a:moveTo>
                <a:lnTo>
                  <a:pt x="599266" y="608695"/>
                </a:lnTo>
                <a:lnTo>
                  <a:pt x="600363" y="609357"/>
                </a:lnTo>
                <a:lnTo>
                  <a:pt x="600199" y="608798"/>
                </a:lnTo>
                <a:lnTo>
                  <a:pt x="599744" y="608142"/>
                </a:lnTo>
                <a:close/>
                <a:moveTo>
                  <a:pt x="281694" y="1319361"/>
                </a:moveTo>
                <a:lnTo>
                  <a:pt x="281924" y="1319895"/>
                </a:lnTo>
                <a:lnTo>
                  <a:pt x="283435" y="1323046"/>
                </a:lnTo>
                <a:lnTo>
                  <a:pt x="285120" y="1324448"/>
                </a:lnTo>
                <a:lnTo>
                  <a:pt x="285638" y="1324815"/>
                </a:lnTo>
                <a:lnTo>
                  <a:pt x="289418" y="1326710"/>
                </a:lnTo>
                <a:lnTo>
                  <a:pt x="288414" y="1324615"/>
                </a:lnTo>
                <a:close/>
                <a:moveTo>
                  <a:pt x="263021" y="1361095"/>
                </a:moveTo>
                <a:lnTo>
                  <a:pt x="263664" y="1362096"/>
                </a:lnTo>
                <a:lnTo>
                  <a:pt x="264105" y="1361864"/>
                </a:lnTo>
                <a:close/>
                <a:moveTo>
                  <a:pt x="669644" y="450538"/>
                </a:moveTo>
                <a:lnTo>
                  <a:pt x="669638" y="451128"/>
                </a:lnTo>
                <a:lnTo>
                  <a:pt x="669666" y="451076"/>
                </a:lnTo>
                <a:lnTo>
                  <a:pt x="669685" y="450568"/>
                </a:lnTo>
                <a:close/>
                <a:moveTo>
                  <a:pt x="669943" y="449556"/>
                </a:moveTo>
                <a:lnTo>
                  <a:pt x="669905" y="450228"/>
                </a:lnTo>
                <a:lnTo>
                  <a:pt x="670057" y="450339"/>
                </a:lnTo>
                <a:lnTo>
                  <a:pt x="670087" y="450283"/>
                </a:lnTo>
                <a:close/>
                <a:moveTo>
                  <a:pt x="663095" y="464745"/>
                </a:moveTo>
                <a:lnTo>
                  <a:pt x="668137" y="467981"/>
                </a:lnTo>
                <a:lnTo>
                  <a:pt x="667886" y="460212"/>
                </a:lnTo>
                <a:lnTo>
                  <a:pt x="665917" y="459253"/>
                </a:lnTo>
                <a:close/>
                <a:moveTo>
                  <a:pt x="635711" y="525976"/>
                </a:moveTo>
                <a:lnTo>
                  <a:pt x="633867" y="531669"/>
                </a:lnTo>
                <a:lnTo>
                  <a:pt x="636041" y="533781"/>
                </a:lnTo>
                <a:lnTo>
                  <a:pt x="636275" y="531585"/>
                </a:lnTo>
                <a:lnTo>
                  <a:pt x="637112" y="526962"/>
                </a:lnTo>
                <a:close/>
                <a:moveTo>
                  <a:pt x="698183" y="386001"/>
                </a:moveTo>
                <a:lnTo>
                  <a:pt x="695842" y="392405"/>
                </a:lnTo>
                <a:lnTo>
                  <a:pt x="700066" y="395522"/>
                </a:lnTo>
                <a:lnTo>
                  <a:pt x="708564" y="402330"/>
                </a:lnTo>
                <a:lnTo>
                  <a:pt x="707796" y="397290"/>
                </a:lnTo>
                <a:lnTo>
                  <a:pt x="705151" y="395770"/>
                </a:lnTo>
                <a:lnTo>
                  <a:pt x="705463" y="395724"/>
                </a:lnTo>
                <a:lnTo>
                  <a:pt x="707758" y="397045"/>
                </a:lnTo>
                <a:lnTo>
                  <a:pt x="707263" y="393800"/>
                </a:lnTo>
                <a:lnTo>
                  <a:pt x="702224" y="387615"/>
                </a:lnTo>
                <a:close/>
                <a:moveTo>
                  <a:pt x="641139" y="513650"/>
                </a:moveTo>
                <a:lnTo>
                  <a:pt x="640148" y="522959"/>
                </a:lnTo>
                <a:lnTo>
                  <a:pt x="650701" y="530385"/>
                </a:lnTo>
                <a:lnTo>
                  <a:pt x="651221" y="520749"/>
                </a:lnTo>
                <a:close/>
                <a:moveTo>
                  <a:pt x="670356" y="448143"/>
                </a:moveTo>
                <a:lnTo>
                  <a:pt x="670915" y="448723"/>
                </a:lnTo>
                <a:lnTo>
                  <a:pt x="671007" y="448549"/>
                </a:lnTo>
                <a:close/>
                <a:moveTo>
                  <a:pt x="308637" y="1257855"/>
                </a:moveTo>
                <a:lnTo>
                  <a:pt x="310471" y="1261610"/>
                </a:lnTo>
                <a:lnTo>
                  <a:pt x="311782" y="1262873"/>
                </a:lnTo>
                <a:lnTo>
                  <a:pt x="309628" y="1258740"/>
                </a:lnTo>
                <a:lnTo>
                  <a:pt x="308964" y="1258031"/>
                </a:lnTo>
                <a:close/>
                <a:moveTo>
                  <a:pt x="699027" y="383693"/>
                </a:moveTo>
                <a:lnTo>
                  <a:pt x="698370" y="385490"/>
                </a:lnTo>
                <a:lnTo>
                  <a:pt x="701458" y="386675"/>
                </a:lnTo>
                <a:close/>
                <a:moveTo>
                  <a:pt x="692253" y="398837"/>
                </a:moveTo>
                <a:lnTo>
                  <a:pt x="692252" y="398968"/>
                </a:lnTo>
                <a:lnTo>
                  <a:pt x="692317" y="399055"/>
                </a:lnTo>
                <a:lnTo>
                  <a:pt x="692351" y="398960"/>
                </a:lnTo>
                <a:close/>
                <a:moveTo>
                  <a:pt x="207351" y="1484267"/>
                </a:moveTo>
                <a:lnTo>
                  <a:pt x="213363" y="1491645"/>
                </a:lnTo>
                <a:lnTo>
                  <a:pt x="224836" y="1494676"/>
                </a:lnTo>
                <a:lnTo>
                  <a:pt x="224418" y="1494418"/>
                </a:lnTo>
                <a:close/>
                <a:moveTo>
                  <a:pt x="598333" y="608729"/>
                </a:moveTo>
                <a:lnTo>
                  <a:pt x="598348" y="608895"/>
                </a:lnTo>
                <a:lnTo>
                  <a:pt x="598386" y="608762"/>
                </a:lnTo>
                <a:close/>
                <a:moveTo>
                  <a:pt x="669662" y="448937"/>
                </a:moveTo>
                <a:lnTo>
                  <a:pt x="669650" y="450040"/>
                </a:lnTo>
                <a:lnTo>
                  <a:pt x="669703" y="450081"/>
                </a:lnTo>
                <a:lnTo>
                  <a:pt x="669744" y="449018"/>
                </a:lnTo>
                <a:close/>
                <a:moveTo>
                  <a:pt x="659301" y="472128"/>
                </a:moveTo>
                <a:lnTo>
                  <a:pt x="663215" y="474895"/>
                </a:lnTo>
                <a:lnTo>
                  <a:pt x="663360" y="472231"/>
                </a:lnTo>
                <a:lnTo>
                  <a:pt x="663531" y="472035"/>
                </a:lnTo>
                <a:lnTo>
                  <a:pt x="663371" y="475005"/>
                </a:lnTo>
                <a:lnTo>
                  <a:pt x="667303" y="477784"/>
                </a:lnTo>
                <a:lnTo>
                  <a:pt x="668123" y="471910"/>
                </a:lnTo>
                <a:lnTo>
                  <a:pt x="667472" y="471319"/>
                </a:lnTo>
                <a:lnTo>
                  <a:pt x="668125" y="471902"/>
                </a:lnTo>
                <a:lnTo>
                  <a:pt x="668238" y="471090"/>
                </a:lnTo>
                <a:lnTo>
                  <a:pt x="668164" y="468813"/>
                </a:lnTo>
                <a:lnTo>
                  <a:pt x="662780" y="465356"/>
                </a:lnTo>
                <a:lnTo>
                  <a:pt x="662183" y="466521"/>
                </a:lnTo>
                <a:lnTo>
                  <a:pt x="667472" y="471319"/>
                </a:lnTo>
                <a:lnTo>
                  <a:pt x="662153" y="466578"/>
                </a:lnTo>
                <a:close/>
                <a:moveTo>
                  <a:pt x="262467" y="1360702"/>
                </a:moveTo>
                <a:lnTo>
                  <a:pt x="263121" y="1362381"/>
                </a:lnTo>
                <a:lnTo>
                  <a:pt x="263441" y="1362213"/>
                </a:lnTo>
                <a:lnTo>
                  <a:pt x="262473" y="1360707"/>
                </a:lnTo>
                <a:close/>
                <a:moveTo>
                  <a:pt x="690196" y="402870"/>
                </a:moveTo>
                <a:lnTo>
                  <a:pt x="689694" y="406225"/>
                </a:lnTo>
                <a:lnTo>
                  <a:pt x="690782" y="403251"/>
                </a:lnTo>
                <a:close/>
                <a:moveTo>
                  <a:pt x="272041" y="1339191"/>
                </a:moveTo>
                <a:lnTo>
                  <a:pt x="274085" y="1343528"/>
                </a:lnTo>
                <a:lnTo>
                  <a:pt x="286621" y="1350403"/>
                </a:lnTo>
                <a:lnTo>
                  <a:pt x="286664" y="1350380"/>
                </a:lnTo>
                <a:lnTo>
                  <a:pt x="286021" y="1348151"/>
                </a:lnTo>
                <a:lnTo>
                  <a:pt x="279162" y="1343095"/>
                </a:lnTo>
                <a:close/>
                <a:moveTo>
                  <a:pt x="595509" y="614791"/>
                </a:moveTo>
                <a:lnTo>
                  <a:pt x="595337" y="616782"/>
                </a:lnTo>
                <a:lnTo>
                  <a:pt x="595870" y="617425"/>
                </a:lnTo>
                <a:lnTo>
                  <a:pt x="596073" y="616726"/>
                </a:lnTo>
                <a:lnTo>
                  <a:pt x="595939" y="615179"/>
                </a:lnTo>
                <a:close/>
                <a:moveTo>
                  <a:pt x="668106" y="452200"/>
                </a:moveTo>
                <a:lnTo>
                  <a:pt x="668162" y="453909"/>
                </a:lnTo>
                <a:lnTo>
                  <a:pt x="668800" y="452706"/>
                </a:lnTo>
                <a:close/>
                <a:moveTo>
                  <a:pt x="700574" y="379463"/>
                </a:moveTo>
                <a:lnTo>
                  <a:pt x="699220" y="383167"/>
                </a:lnTo>
                <a:lnTo>
                  <a:pt x="702362" y="387022"/>
                </a:lnTo>
                <a:lnTo>
                  <a:pt x="706470" y="388600"/>
                </a:lnTo>
                <a:lnTo>
                  <a:pt x="705879" y="384725"/>
                </a:lnTo>
                <a:close/>
                <a:moveTo>
                  <a:pt x="265518" y="1353609"/>
                </a:moveTo>
                <a:lnTo>
                  <a:pt x="267959" y="1359876"/>
                </a:lnTo>
                <a:lnTo>
                  <a:pt x="269354" y="1359168"/>
                </a:lnTo>
                <a:lnTo>
                  <a:pt x="268281" y="1358513"/>
                </a:lnTo>
                <a:lnTo>
                  <a:pt x="268194" y="1358188"/>
                </a:lnTo>
                <a:lnTo>
                  <a:pt x="269597" y="1359045"/>
                </a:lnTo>
                <a:lnTo>
                  <a:pt x="271011" y="1358327"/>
                </a:lnTo>
                <a:close/>
                <a:moveTo>
                  <a:pt x="589756" y="627534"/>
                </a:moveTo>
                <a:lnTo>
                  <a:pt x="589693" y="628153"/>
                </a:lnTo>
                <a:lnTo>
                  <a:pt x="591082" y="629669"/>
                </a:lnTo>
                <a:lnTo>
                  <a:pt x="591213" y="628153"/>
                </a:lnTo>
                <a:close/>
                <a:moveTo>
                  <a:pt x="612839" y="575740"/>
                </a:moveTo>
                <a:lnTo>
                  <a:pt x="612903" y="576297"/>
                </a:lnTo>
                <a:lnTo>
                  <a:pt x="613227" y="576561"/>
                </a:lnTo>
                <a:lnTo>
                  <a:pt x="613253" y="576306"/>
                </a:lnTo>
                <a:lnTo>
                  <a:pt x="613079" y="575834"/>
                </a:lnTo>
                <a:close/>
                <a:moveTo>
                  <a:pt x="652005" y="488035"/>
                </a:moveTo>
                <a:lnTo>
                  <a:pt x="652298" y="489557"/>
                </a:lnTo>
                <a:lnTo>
                  <a:pt x="652893" y="489822"/>
                </a:lnTo>
                <a:lnTo>
                  <a:pt x="652936" y="489031"/>
                </a:lnTo>
                <a:close/>
                <a:moveTo>
                  <a:pt x="579617" y="650121"/>
                </a:moveTo>
                <a:lnTo>
                  <a:pt x="579684" y="650607"/>
                </a:lnTo>
                <a:lnTo>
                  <a:pt x="580622" y="651154"/>
                </a:lnTo>
                <a:lnTo>
                  <a:pt x="580646" y="650741"/>
                </a:lnTo>
                <a:close/>
                <a:moveTo>
                  <a:pt x="561999" y="689502"/>
                </a:moveTo>
                <a:lnTo>
                  <a:pt x="561985" y="690486"/>
                </a:lnTo>
                <a:lnTo>
                  <a:pt x="562288" y="690787"/>
                </a:lnTo>
                <a:lnTo>
                  <a:pt x="562313" y="690586"/>
                </a:lnTo>
                <a:close/>
                <a:moveTo>
                  <a:pt x="692255" y="397801"/>
                </a:moveTo>
                <a:lnTo>
                  <a:pt x="692253" y="398373"/>
                </a:lnTo>
                <a:lnTo>
                  <a:pt x="692299" y="398426"/>
                </a:lnTo>
                <a:lnTo>
                  <a:pt x="692470" y="398637"/>
                </a:lnTo>
                <a:lnTo>
                  <a:pt x="692617" y="398233"/>
                </a:lnTo>
                <a:close/>
                <a:moveTo>
                  <a:pt x="657154" y="476309"/>
                </a:moveTo>
                <a:lnTo>
                  <a:pt x="662831" y="482003"/>
                </a:lnTo>
                <a:lnTo>
                  <a:pt x="663184" y="475481"/>
                </a:lnTo>
                <a:lnTo>
                  <a:pt x="659072" y="472574"/>
                </a:lnTo>
                <a:close/>
                <a:moveTo>
                  <a:pt x="185588" y="1532196"/>
                </a:moveTo>
                <a:lnTo>
                  <a:pt x="188787" y="1536121"/>
                </a:lnTo>
                <a:lnTo>
                  <a:pt x="202871" y="1539842"/>
                </a:lnTo>
                <a:lnTo>
                  <a:pt x="191768" y="1535087"/>
                </a:lnTo>
                <a:close/>
                <a:moveTo>
                  <a:pt x="239401" y="1411476"/>
                </a:moveTo>
                <a:lnTo>
                  <a:pt x="241344" y="1414476"/>
                </a:lnTo>
                <a:lnTo>
                  <a:pt x="250215" y="1420612"/>
                </a:lnTo>
                <a:lnTo>
                  <a:pt x="252639" y="1421548"/>
                </a:lnTo>
                <a:close/>
                <a:moveTo>
                  <a:pt x="675027" y="435985"/>
                </a:moveTo>
                <a:lnTo>
                  <a:pt x="675521" y="440048"/>
                </a:lnTo>
                <a:lnTo>
                  <a:pt x="676308" y="438565"/>
                </a:lnTo>
                <a:lnTo>
                  <a:pt x="676204" y="436453"/>
                </a:lnTo>
                <a:close/>
                <a:moveTo>
                  <a:pt x="611968" y="577072"/>
                </a:moveTo>
                <a:lnTo>
                  <a:pt x="612045" y="579237"/>
                </a:lnTo>
                <a:lnTo>
                  <a:pt x="612772" y="579458"/>
                </a:lnTo>
                <a:lnTo>
                  <a:pt x="612611" y="577861"/>
                </a:lnTo>
                <a:close/>
                <a:moveTo>
                  <a:pt x="589857" y="626556"/>
                </a:moveTo>
                <a:lnTo>
                  <a:pt x="589816" y="626955"/>
                </a:lnTo>
                <a:lnTo>
                  <a:pt x="591265" y="627570"/>
                </a:lnTo>
                <a:lnTo>
                  <a:pt x="591300" y="627170"/>
                </a:lnTo>
                <a:close/>
                <a:moveTo>
                  <a:pt x="655192" y="480128"/>
                </a:moveTo>
                <a:lnTo>
                  <a:pt x="656160" y="486087"/>
                </a:lnTo>
                <a:lnTo>
                  <a:pt x="662280" y="492222"/>
                </a:lnTo>
                <a:lnTo>
                  <a:pt x="662787" y="482832"/>
                </a:lnTo>
                <a:lnTo>
                  <a:pt x="656858" y="476886"/>
                </a:lnTo>
                <a:close/>
                <a:moveTo>
                  <a:pt x="603407" y="595990"/>
                </a:moveTo>
                <a:lnTo>
                  <a:pt x="603218" y="597180"/>
                </a:lnTo>
                <a:lnTo>
                  <a:pt x="603831" y="598863"/>
                </a:lnTo>
                <a:lnTo>
                  <a:pt x="604785" y="600554"/>
                </a:lnTo>
                <a:lnTo>
                  <a:pt x="604910" y="596512"/>
                </a:lnTo>
                <a:close/>
                <a:moveTo>
                  <a:pt x="603429" y="595843"/>
                </a:moveTo>
                <a:lnTo>
                  <a:pt x="603429" y="595847"/>
                </a:lnTo>
                <a:lnTo>
                  <a:pt x="603492" y="595868"/>
                </a:lnTo>
                <a:close/>
                <a:moveTo>
                  <a:pt x="612748" y="574932"/>
                </a:moveTo>
                <a:lnTo>
                  <a:pt x="612810" y="575481"/>
                </a:lnTo>
                <a:lnTo>
                  <a:pt x="612972" y="575544"/>
                </a:lnTo>
                <a:close/>
                <a:moveTo>
                  <a:pt x="653501" y="483421"/>
                </a:moveTo>
                <a:lnTo>
                  <a:pt x="655021" y="484945"/>
                </a:lnTo>
                <a:lnTo>
                  <a:pt x="654469" y="481536"/>
                </a:lnTo>
                <a:close/>
                <a:moveTo>
                  <a:pt x="606795" y="587965"/>
                </a:moveTo>
                <a:lnTo>
                  <a:pt x="606558" y="595602"/>
                </a:lnTo>
                <a:lnTo>
                  <a:pt x="606658" y="596510"/>
                </a:lnTo>
                <a:lnTo>
                  <a:pt x="606880" y="596596"/>
                </a:lnTo>
                <a:lnTo>
                  <a:pt x="607218" y="588249"/>
                </a:lnTo>
                <a:close/>
                <a:moveTo>
                  <a:pt x="621400" y="555233"/>
                </a:moveTo>
                <a:lnTo>
                  <a:pt x="621372" y="555556"/>
                </a:lnTo>
                <a:lnTo>
                  <a:pt x="623190" y="557430"/>
                </a:lnTo>
                <a:lnTo>
                  <a:pt x="623210" y="557450"/>
                </a:lnTo>
                <a:lnTo>
                  <a:pt x="623319" y="556920"/>
                </a:lnTo>
                <a:close/>
                <a:moveTo>
                  <a:pt x="703752" y="370775"/>
                </a:moveTo>
                <a:lnTo>
                  <a:pt x="700773" y="378920"/>
                </a:lnTo>
                <a:lnTo>
                  <a:pt x="705746" y="383853"/>
                </a:lnTo>
                <a:close/>
                <a:moveTo>
                  <a:pt x="674937" y="435247"/>
                </a:moveTo>
                <a:lnTo>
                  <a:pt x="675004" y="435798"/>
                </a:lnTo>
                <a:lnTo>
                  <a:pt x="676194" y="436253"/>
                </a:lnTo>
                <a:lnTo>
                  <a:pt x="676188" y="436133"/>
                </a:lnTo>
                <a:close/>
                <a:moveTo>
                  <a:pt x="690605" y="400131"/>
                </a:moveTo>
                <a:lnTo>
                  <a:pt x="690401" y="401491"/>
                </a:lnTo>
                <a:lnTo>
                  <a:pt x="691228" y="402029"/>
                </a:lnTo>
                <a:lnTo>
                  <a:pt x="691398" y="401563"/>
                </a:lnTo>
                <a:lnTo>
                  <a:pt x="691411" y="401206"/>
                </a:lnTo>
                <a:close/>
                <a:moveTo>
                  <a:pt x="581291" y="644887"/>
                </a:moveTo>
                <a:lnTo>
                  <a:pt x="580979" y="650142"/>
                </a:lnTo>
                <a:lnTo>
                  <a:pt x="584706" y="652393"/>
                </a:lnTo>
                <a:lnTo>
                  <a:pt x="583715" y="646288"/>
                </a:lnTo>
                <a:close/>
                <a:moveTo>
                  <a:pt x="222799" y="1447602"/>
                </a:moveTo>
                <a:lnTo>
                  <a:pt x="224387" y="1449690"/>
                </a:lnTo>
                <a:lnTo>
                  <a:pt x="225835" y="1450221"/>
                </a:lnTo>
                <a:lnTo>
                  <a:pt x="225350" y="1449445"/>
                </a:lnTo>
                <a:close/>
                <a:moveTo>
                  <a:pt x="323402" y="1222316"/>
                </a:moveTo>
                <a:lnTo>
                  <a:pt x="323478" y="1222662"/>
                </a:lnTo>
                <a:lnTo>
                  <a:pt x="324477" y="1224015"/>
                </a:lnTo>
                <a:lnTo>
                  <a:pt x="324472" y="1223968"/>
                </a:lnTo>
                <a:close/>
                <a:moveTo>
                  <a:pt x="595709" y="612497"/>
                </a:moveTo>
                <a:lnTo>
                  <a:pt x="595612" y="613608"/>
                </a:lnTo>
                <a:lnTo>
                  <a:pt x="595820" y="613796"/>
                </a:lnTo>
                <a:close/>
                <a:moveTo>
                  <a:pt x="639302" y="514879"/>
                </a:moveTo>
                <a:lnTo>
                  <a:pt x="637328" y="520976"/>
                </a:lnTo>
                <a:lnTo>
                  <a:pt x="638099" y="521517"/>
                </a:lnTo>
                <a:close/>
                <a:moveTo>
                  <a:pt x="265141" y="1352641"/>
                </a:moveTo>
                <a:lnTo>
                  <a:pt x="265339" y="1353148"/>
                </a:lnTo>
                <a:lnTo>
                  <a:pt x="271236" y="1358213"/>
                </a:lnTo>
                <a:lnTo>
                  <a:pt x="271740" y="1357957"/>
                </a:lnTo>
                <a:lnTo>
                  <a:pt x="270828" y="1356464"/>
                </a:lnTo>
                <a:lnTo>
                  <a:pt x="269009" y="1355265"/>
                </a:lnTo>
                <a:close/>
                <a:moveTo>
                  <a:pt x="676516" y="431473"/>
                </a:moveTo>
                <a:lnTo>
                  <a:pt x="676749" y="436190"/>
                </a:lnTo>
                <a:lnTo>
                  <a:pt x="677344" y="436612"/>
                </a:lnTo>
                <a:lnTo>
                  <a:pt x="678369" y="434682"/>
                </a:lnTo>
                <a:close/>
                <a:moveTo>
                  <a:pt x="651768" y="486794"/>
                </a:moveTo>
                <a:lnTo>
                  <a:pt x="651824" y="487090"/>
                </a:lnTo>
                <a:lnTo>
                  <a:pt x="652974" y="488321"/>
                </a:lnTo>
                <a:lnTo>
                  <a:pt x="653128" y="485476"/>
                </a:lnTo>
                <a:lnTo>
                  <a:pt x="653423" y="485139"/>
                </a:lnTo>
                <a:lnTo>
                  <a:pt x="653236" y="488601"/>
                </a:lnTo>
                <a:lnTo>
                  <a:pt x="655426" y="490947"/>
                </a:lnTo>
                <a:lnTo>
                  <a:pt x="656041" y="491220"/>
                </a:lnTo>
                <a:lnTo>
                  <a:pt x="655249" y="486343"/>
                </a:lnTo>
                <a:lnTo>
                  <a:pt x="653104" y="484192"/>
                </a:lnTo>
                <a:close/>
                <a:moveTo>
                  <a:pt x="602999" y="595848"/>
                </a:moveTo>
                <a:lnTo>
                  <a:pt x="602882" y="596252"/>
                </a:lnTo>
                <a:lnTo>
                  <a:pt x="603116" y="596899"/>
                </a:lnTo>
                <a:lnTo>
                  <a:pt x="603267" y="595942"/>
                </a:lnTo>
                <a:close/>
                <a:moveTo>
                  <a:pt x="603044" y="595693"/>
                </a:moveTo>
                <a:lnTo>
                  <a:pt x="603034" y="595725"/>
                </a:lnTo>
                <a:lnTo>
                  <a:pt x="603289" y="595804"/>
                </a:lnTo>
                <a:lnTo>
                  <a:pt x="603291" y="595789"/>
                </a:lnTo>
                <a:close/>
                <a:moveTo>
                  <a:pt x="254743" y="1375417"/>
                </a:moveTo>
                <a:lnTo>
                  <a:pt x="268322" y="1389927"/>
                </a:lnTo>
                <a:lnTo>
                  <a:pt x="273251" y="1393575"/>
                </a:lnTo>
                <a:lnTo>
                  <a:pt x="272122" y="1390674"/>
                </a:lnTo>
                <a:lnTo>
                  <a:pt x="263844" y="1383297"/>
                </a:lnTo>
                <a:lnTo>
                  <a:pt x="263805" y="1383077"/>
                </a:lnTo>
                <a:lnTo>
                  <a:pt x="272011" y="1390391"/>
                </a:lnTo>
                <a:lnTo>
                  <a:pt x="271691" y="1389568"/>
                </a:lnTo>
                <a:lnTo>
                  <a:pt x="260788" y="1380216"/>
                </a:lnTo>
                <a:close/>
                <a:moveTo>
                  <a:pt x="590084" y="624332"/>
                </a:moveTo>
                <a:lnTo>
                  <a:pt x="589978" y="625374"/>
                </a:lnTo>
                <a:lnTo>
                  <a:pt x="591433" y="625634"/>
                </a:lnTo>
                <a:lnTo>
                  <a:pt x="591461" y="625307"/>
                </a:lnTo>
                <a:lnTo>
                  <a:pt x="590755" y="624606"/>
                </a:lnTo>
                <a:close/>
                <a:moveTo>
                  <a:pt x="649506" y="491196"/>
                </a:moveTo>
                <a:lnTo>
                  <a:pt x="650244" y="492773"/>
                </a:lnTo>
                <a:lnTo>
                  <a:pt x="650418" y="493034"/>
                </a:lnTo>
                <a:lnTo>
                  <a:pt x="650518" y="493088"/>
                </a:lnTo>
                <a:lnTo>
                  <a:pt x="650456" y="489992"/>
                </a:lnTo>
                <a:lnTo>
                  <a:pt x="650185" y="489872"/>
                </a:lnTo>
                <a:close/>
                <a:moveTo>
                  <a:pt x="581357" y="643789"/>
                </a:moveTo>
                <a:lnTo>
                  <a:pt x="581302" y="644706"/>
                </a:lnTo>
                <a:lnTo>
                  <a:pt x="583681" y="646083"/>
                </a:lnTo>
                <a:lnTo>
                  <a:pt x="583553" y="645289"/>
                </a:lnTo>
                <a:close/>
                <a:moveTo>
                  <a:pt x="611908" y="575377"/>
                </a:moveTo>
                <a:lnTo>
                  <a:pt x="611912" y="575489"/>
                </a:lnTo>
                <a:lnTo>
                  <a:pt x="612413" y="575898"/>
                </a:lnTo>
                <a:lnTo>
                  <a:pt x="612379" y="575561"/>
                </a:lnTo>
                <a:close/>
                <a:moveTo>
                  <a:pt x="610124" y="579371"/>
                </a:moveTo>
                <a:lnTo>
                  <a:pt x="610093" y="580783"/>
                </a:lnTo>
                <a:lnTo>
                  <a:pt x="611607" y="588009"/>
                </a:lnTo>
                <a:lnTo>
                  <a:pt x="612039" y="588224"/>
                </a:lnTo>
                <a:lnTo>
                  <a:pt x="612097" y="587656"/>
                </a:lnTo>
                <a:lnTo>
                  <a:pt x="611819" y="579886"/>
                </a:lnTo>
                <a:close/>
                <a:moveTo>
                  <a:pt x="203716" y="1489379"/>
                </a:moveTo>
                <a:lnTo>
                  <a:pt x="215072" y="1495868"/>
                </a:lnTo>
                <a:lnTo>
                  <a:pt x="214436" y="1495032"/>
                </a:lnTo>
                <a:lnTo>
                  <a:pt x="211628" y="1491586"/>
                </a:lnTo>
                <a:close/>
                <a:moveTo>
                  <a:pt x="598113" y="606174"/>
                </a:moveTo>
                <a:lnTo>
                  <a:pt x="598278" y="608098"/>
                </a:lnTo>
                <a:lnTo>
                  <a:pt x="598534" y="608251"/>
                </a:lnTo>
                <a:lnTo>
                  <a:pt x="598871" y="607089"/>
                </a:lnTo>
                <a:close/>
                <a:moveTo>
                  <a:pt x="616874" y="564102"/>
                </a:moveTo>
                <a:lnTo>
                  <a:pt x="616816" y="564668"/>
                </a:lnTo>
                <a:lnTo>
                  <a:pt x="618046" y="566626"/>
                </a:lnTo>
                <a:lnTo>
                  <a:pt x="618510" y="566683"/>
                </a:lnTo>
                <a:lnTo>
                  <a:pt x="619138" y="566769"/>
                </a:lnTo>
                <a:lnTo>
                  <a:pt x="619294" y="564947"/>
                </a:lnTo>
                <a:close/>
                <a:moveTo>
                  <a:pt x="603621" y="593710"/>
                </a:moveTo>
                <a:lnTo>
                  <a:pt x="603199" y="595160"/>
                </a:lnTo>
                <a:lnTo>
                  <a:pt x="603380" y="595231"/>
                </a:lnTo>
                <a:close/>
                <a:moveTo>
                  <a:pt x="668014" y="449344"/>
                </a:moveTo>
                <a:lnTo>
                  <a:pt x="668073" y="451152"/>
                </a:lnTo>
                <a:lnTo>
                  <a:pt x="669192" y="451967"/>
                </a:lnTo>
                <a:lnTo>
                  <a:pt x="669516" y="451357"/>
                </a:lnTo>
                <a:lnTo>
                  <a:pt x="669526" y="450452"/>
                </a:lnTo>
                <a:close/>
                <a:moveTo>
                  <a:pt x="606854" y="586083"/>
                </a:moveTo>
                <a:lnTo>
                  <a:pt x="606837" y="586615"/>
                </a:lnTo>
                <a:lnTo>
                  <a:pt x="607255" y="586896"/>
                </a:lnTo>
                <a:lnTo>
                  <a:pt x="607268" y="586306"/>
                </a:lnTo>
                <a:close/>
                <a:moveTo>
                  <a:pt x="611650" y="575276"/>
                </a:moveTo>
                <a:lnTo>
                  <a:pt x="611653" y="575279"/>
                </a:lnTo>
                <a:lnTo>
                  <a:pt x="611653" y="575277"/>
                </a:lnTo>
                <a:close/>
                <a:moveTo>
                  <a:pt x="691025" y="397323"/>
                </a:moveTo>
                <a:lnTo>
                  <a:pt x="691023" y="397331"/>
                </a:lnTo>
                <a:lnTo>
                  <a:pt x="691520" y="397993"/>
                </a:lnTo>
                <a:lnTo>
                  <a:pt x="691521" y="397936"/>
                </a:lnTo>
                <a:close/>
                <a:moveTo>
                  <a:pt x="610147" y="578276"/>
                </a:moveTo>
                <a:lnTo>
                  <a:pt x="610139" y="578659"/>
                </a:lnTo>
                <a:lnTo>
                  <a:pt x="610818" y="578865"/>
                </a:lnTo>
                <a:close/>
                <a:moveTo>
                  <a:pt x="237697" y="1412182"/>
                </a:moveTo>
                <a:lnTo>
                  <a:pt x="239607" y="1416517"/>
                </a:lnTo>
                <a:lnTo>
                  <a:pt x="243153" y="1417887"/>
                </a:lnTo>
                <a:lnTo>
                  <a:pt x="240968" y="1414513"/>
                </a:lnTo>
                <a:close/>
                <a:moveTo>
                  <a:pt x="295553" y="1282314"/>
                </a:moveTo>
                <a:lnTo>
                  <a:pt x="297961" y="1289004"/>
                </a:lnTo>
                <a:lnTo>
                  <a:pt x="298014" y="1289049"/>
                </a:lnTo>
                <a:lnTo>
                  <a:pt x="303274" y="1292447"/>
                </a:lnTo>
                <a:lnTo>
                  <a:pt x="299564" y="1284511"/>
                </a:lnTo>
                <a:lnTo>
                  <a:pt x="295971" y="1282550"/>
                </a:lnTo>
                <a:close/>
                <a:moveTo>
                  <a:pt x="271070" y="1337130"/>
                </a:moveTo>
                <a:lnTo>
                  <a:pt x="271636" y="1338332"/>
                </a:lnTo>
                <a:lnTo>
                  <a:pt x="275788" y="1340609"/>
                </a:lnTo>
                <a:close/>
                <a:moveTo>
                  <a:pt x="691151" y="396482"/>
                </a:moveTo>
                <a:lnTo>
                  <a:pt x="691079" y="396961"/>
                </a:lnTo>
                <a:lnTo>
                  <a:pt x="691536" y="397510"/>
                </a:lnTo>
                <a:lnTo>
                  <a:pt x="691554" y="396964"/>
                </a:lnTo>
                <a:close/>
                <a:moveTo>
                  <a:pt x="611858" y="573983"/>
                </a:moveTo>
                <a:lnTo>
                  <a:pt x="611899" y="575125"/>
                </a:lnTo>
                <a:lnTo>
                  <a:pt x="612354" y="575303"/>
                </a:lnTo>
                <a:lnTo>
                  <a:pt x="612256" y="574336"/>
                </a:lnTo>
                <a:close/>
                <a:moveTo>
                  <a:pt x="281954" y="1312636"/>
                </a:moveTo>
                <a:lnTo>
                  <a:pt x="283758" y="1314046"/>
                </a:lnTo>
                <a:lnTo>
                  <a:pt x="283741" y="1314009"/>
                </a:lnTo>
                <a:lnTo>
                  <a:pt x="282230" y="1312750"/>
                </a:lnTo>
                <a:close/>
                <a:moveTo>
                  <a:pt x="644085" y="501746"/>
                </a:moveTo>
                <a:lnTo>
                  <a:pt x="645035" y="502208"/>
                </a:lnTo>
                <a:lnTo>
                  <a:pt x="644471" y="501005"/>
                </a:lnTo>
                <a:lnTo>
                  <a:pt x="644468" y="501001"/>
                </a:lnTo>
                <a:close/>
                <a:moveTo>
                  <a:pt x="246553" y="1391730"/>
                </a:moveTo>
                <a:lnTo>
                  <a:pt x="247806" y="1394575"/>
                </a:lnTo>
                <a:lnTo>
                  <a:pt x="248483" y="1395068"/>
                </a:lnTo>
                <a:lnTo>
                  <a:pt x="247125" y="1392972"/>
                </a:lnTo>
                <a:lnTo>
                  <a:pt x="247162" y="1392569"/>
                </a:lnTo>
                <a:lnTo>
                  <a:pt x="249047" y="1395479"/>
                </a:lnTo>
                <a:lnTo>
                  <a:pt x="253259" y="1398550"/>
                </a:lnTo>
                <a:lnTo>
                  <a:pt x="277100" y="1411884"/>
                </a:lnTo>
                <a:lnTo>
                  <a:pt x="275848" y="1410053"/>
                </a:lnTo>
                <a:lnTo>
                  <a:pt x="260163" y="1398445"/>
                </a:lnTo>
                <a:lnTo>
                  <a:pt x="257936" y="1396750"/>
                </a:lnTo>
                <a:close/>
                <a:moveTo>
                  <a:pt x="581488" y="641580"/>
                </a:moveTo>
                <a:lnTo>
                  <a:pt x="581473" y="641833"/>
                </a:lnTo>
                <a:lnTo>
                  <a:pt x="581829" y="642077"/>
                </a:lnTo>
                <a:close/>
                <a:moveTo>
                  <a:pt x="605081" y="588682"/>
                </a:moveTo>
                <a:lnTo>
                  <a:pt x="603942" y="592603"/>
                </a:lnTo>
                <a:lnTo>
                  <a:pt x="603518" y="595285"/>
                </a:lnTo>
                <a:lnTo>
                  <a:pt x="604932" y="595836"/>
                </a:lnTo>
                <a:lnTo>
                  <a:pt x="605140" y="589138"/>
                </a:lnTo>
                <a:close/>
                <a:moveTo>
                  <a:pt x="642692" y="504458"/>
                </a:moveTo>
                <a:lnTo>
                  <a:pt x="642471" y="505111"/>
                </a:lnTo>
                <a:lnTo>
                  <a:pt x="641443" y="510785"/>
                </a:lnTo>
                <a:lnTo>
                  <a:pt x="641159" y="513456"/>
                </a:lnTo>
                <a:lnTo>
                  <a:pt x="644223" y="515552"/>
                </a:lnTo>
                <a:lnTo>
                  <a:pt x="651236" y="520490"/>
                </a:lnTo>
                <a:lnTo>
                  <a:pt x="651351" y="518365"/>
                </a:lnTo>
                <a:lnTo>
                  <a:pt x="649930" y="517639"/>
                </a:lnTo>
                <a:lnTo>
                  <a:pt x="650143" y="517597"/>
                </a:lnTo>
                <a:lnTo>
                  <a:pt x="651359" y="518219"/>
                </a:lnTo>
                <a:lnTo>
                  <a:pt x="651404" y="517401"/>
                </a:lnTo>
                <a:lnTo>
                  <a:pt x="651208" y="515037"/>
                </a:lnTo>
                <a:lnTo>
                  <a:pt x="650655" y="514201"/>
                </a:lnTo>
                <a:lnTo>
                  <a:pt x="645487" y="503174"/>
                </a:lnTo>
                <a:lnTo>
                  <a:pt x="643780" y="502341"/>
                </a:lnTo>
                <a:close/>
                <a:moveTo>
                  <a:pt x="284432" y="1306591"/>
                </a:moveTo>
                <a:lnTo>
                  <a:pt x="285734" y="1309424"/>
                </a:lnTo>
                <a:lnTo>
                  <a:pt x="292958" y="1316891"/>
                </a:lnTo>
                <a:lnTo>
                  <a:pt x="293204" y="1316994"/>
                </a:lnTo>
                <a:lnTo>
                  <a:pt x="294103" y="1317326"/>
                </a:lnTo>
                <a:lnTo>
                  <a:pt x="293372" y="1314324"/>
                </a:lnTo>
                <a:close/>
                <a:moveTo>
                  <a:pt x="279487" y="1317636"/>
                </a:moveTo>
                <a:lnTo>
                  <a:pt x="280219" y="1320171"/>
                </a:lnTo>
                <a:lnTo>
                  <a:pt x="282167" y="1321990"/>
                </a:lnTo>
                <a:lnTo>
                  <a:pt x="282641" y="1322385"/>
                </a:lnTo>
                <a:lnTo>
                  <a:pt x="281156" y="1318940"/>
                </a:lnTo>
                <a:close/>
                <a:moveTo>
                  <a:pt x="576507" y="652390"/>
                </a:moveTo>
                <a:lnTo>
                  <a:pt x="576007" y="661065"/>
                </a:lnTo>
                <a:lnTo>
                  <a:pt x="579644" y="665245"/>
                </a:lnTo>
                <a:lnTo>
                  <a:pt x="578190" y="654580"/>
                </a:lnTo>
                <a:lnTo>
                  <a:pt x="578157" y="654044"/>
                </a:lnTo>
                <a:close/>
                <a:moveTo>
                  <a:pt x="710510" y="352294"/>
                </a:moveTo>
                <a:lnTo>
                  <a:pt x="704096" y="369834"/>
                </a:lnTo>
                <a:lnTo>
                  <a:pt x="706320" y="384422"/>
                </a:lnTo>
                <a:lnTo>
                  <a:pt x="713097" y="391144"/>
                </a:lnTo>
                <a:lnTo>
                  <a:pt x="715123" y="391922"/>
                </a:lnTo>
                <a:lnTo>
                  <a:pt x="716254" y="388623"/>
                </a:lnTo>
                <a:lnTo>
                  <a:pt x="714284" y="374429"/>
                </a:lnTo>
                <a:lnTo>
                  <a:pt x="714416" y="374204"/>
                </a:lnTo>
                <a:lnTo>
                  <a:pt x="716370" y="388284"/>
                </a:lnTo>
                <a:lnTo>
                  <a:pt x="717802" y="384106"/>
                </a:lnTo>
                <a:lnTo>
                  <a:pt x="718307" y="383781"/>
                </a:lnTo>
                <a:lnTo>
                  <a:pt x="716483" y="389100"/>
                </a:lnTo>
                <a:lnTo>
                  <a:pt x="716887" y="392006"/>
                </a:lnTo>
                <a:lnTo>
                  <a:pt x="716983" y="392637"/>
                </a:lnTo>
                <a:lnTo>
                  <a:pt x="717682" y="392905"/>
                </a:lnTo>
                <a:lnTo>
                  <a:pt x="720852" y="370548"/>
                </a:lnTo>
                <a:lnTo>
                  <a:pt x="721323" y="370099"/>
                </a:lnTo>
                <a:lnTo>
                  <a:pt x="718068" y="393054"/>
                </a:lnTo>
                <a:lnTo>
                  <a:pt x="725469" y="396011"/>
                </a:lnTo>
                <a:lnTo>
                  <a:pt x="726262" y="393227"/>
                </a:lnTo>
                <a:lnTo>
                  <a:pt x="724876" y="365132"/>
                </a:lnTo>
                <a:close/>
                <a:moveTo>
                  <a:pt x="667946" y="447235"/>
                </a:moveTo>
                <a:lnTo>
                  <a:pt x="667998" y="448831"/>
                </a:lnTo>
                <a:lnTo>
                  <a:pt x="669532" y="449955"/>
                </a:lnTo>
                <a:lnTo>
                  <a:pt x="669545" y="448820"/>
                </a:lnTo>
                <a:close/>
                <a:moveTo>
                  <a:pt x="322872" y="1219910"/>
                </a:moveTo>
                <a:lnTo>
                  <a:pt x="323249" y="1221620"/>
                </a:lnTo>
                <a:lnTo>
                  <a:pt x="324397" y="1223395"/>
                </a:lnTo>
                <a:lnTo>
                  <a:pt x="324284" y="1222508"/>
                </a:lnTo>
                <a:lnTo>
                  <a:pt x="322935" y="1219967"/>
                </a:lnTo>
                <a:close/>
                <a:moveTo>
                  <a:pt x="560128" y="688636"/>
                </a:moveTo>
                <a:lnTo>
                  <a:pt x="560191" y="688700"/>
                </a:lnTo>
                <a:lnTo>
                  <a:pt x="560192" y="688647"/>
                </a:lnTo>
                <a:close/>
                <a:moveTo>
                  <a:pt x="290034" y="1293181"/>
                </a:moveTo>
                <a:lnTo>
                  <a:pt x="293153" y="1297885"/>
                </a:lnTo>
                <a:lnTo>
                  <a:pt x="291668" y="1294594"/>
                </a:lnTo>
                <a:close/>
                <a:moveTo>
                  <a:pt x="638872" y="511892"/>
                </a:moveTo>
                <a:lnTo>
                  <a:pt x="639735" y="512482"/>
                </a:lnTo>
                <a:lnTo>
                  <a:pt x="640371" y="508977"/>
                </a:lnTo>
                <a:close/>
                <a:moveTo>
                  <a:pt x="617273" y="560182"/>
                </a:moveTo>
                <a:lnTo>
                  <a:pt x="617058" y="562298"/>
                </a:lnTo>
                <a:lnTo>
                  <a:pt x="619450" y="563134"/>
                </a:lnTo>
                <a:lnTo>
                  <a:pt x="619451" y="563117"/>
                </a:lnTo>
                <a:close/>
                <a:moveTo>
                  <a:pt x="611799" y="572352"/>
                </a:moveTo>
                <a:lnTo>
                  <a:pt x="611804" y="572472"/>
                </a:lnTo>
                <a:lnTo>
                  <a:pt x="611861" y="572520"/>
                </a:lnTo>
                <a:close/>
                <a:moveTo>
                  <a:pt x="667926" y="446628"/>
                </a:moveTo>
                <a:lnTo>
                  <a:pt x="667927" y="446665"/>
                </a:lnTo>
                <a:lnTo>
                  <a:pt x="669486" y="448210"/>
                </a:lnTo>
                <a:lnTo>
                  <a:pt x="668262" y="446837"/>
                </a:lnTo>
                <a:close/>
                <a:moveTo>
                  <a:pt x="289812" y="1293112"/>
                </a:moveTo>
                <a:lnTo>
                  <a:pt x="291515" y="1296800"/>
                </a:lnTo>
                <a:lnTo>
                  <a:pt x="293600" y="1298863"/>
                </a:lnTo>
                <a:lnTo>
                  <a:pt x="293543" y="1298740"/>
                </a:lnTo>
                <a:close/>
                <a:moveTo>
                  <a:pt x="202125" y="1489243"/>
                </a:moveTo>
                <a:lnTo>
                  <a:pt x="210067" y="1499183"/>
                </a:lnTo>
                <a:lnTo>
                  <a:pt x="214018" y="1502016"/>
                </a:lnTo>
                <a:lnTo>
                  <a:pt x="222396" y="1505496"/>
                </a:lnTo>
                <a:lnTo>
                  <a:pt x="216189" y="1497338"/>
                </a:lnTo>
                <a:lnTo>
                  <a:pt x="205229" y="1491074"/>
                </a:lnTo>
                <a:close/>
                <a:moveTo>
                  <a:pt x="610209" y="575460"/>
                </a:moveTo>
                <a:lnTo>
                  <a:pt x="610154" y="577962"/>
                </a:lnTo>
                <a:lnTo>
                  <a:pt x="611374" y="579034"/>
                </a:lnTo>
                <a:lnTo>
                  <a:pt x="611793" y="579161"/>
                </a:lnTo>
                <a:lnTo>
                  <a:pt x="611707" y="576751"/>
                </a:lnTo>
                <a:lnTo>
                  <a:pt x="611535" y="576542"/>
                </a:lnTo>
                <a:close/>
                <a:moveTo>
                  <a:pt x="715376" y="339939"/>
                </a:moveTo>
                <a:lnTo>
                  <a:pt x="712255" y="347521"/>
                </a:lnTo>
                <a:lnTo>
                  <a:pt x="710649" y="351913"/>
                </a:lnTo>
                <a:lnTo>
                  <a:pt x="716533" y="357029"/>
                </a:lnTo>
                <a:lnTo>
                  <a:pt x="724844" y="364455"/>
                </a:lnTo>
                <a:lnTo>
                  <a:pt x="724721" y="361981"/>
                </a:lnTo>
                <a:lnTo>
                  <a:pt x="724521" y="356374"/>
                </a:lnTo>
                <a:close/>
                <a:moveTo>
                  <a:pt x="633048" y="524104"/>
                </a:moveTo>
                <a:lnTo>
                  <a:pt x="631549" y="529417"/>
                </a:lnTo>
                <a:lnTo>
                  <a:pt x="633501" y="531314"/>
                </a:lnTo>
                <a:lnTo>
                  <a:pt x="635319" y="525701"/>
                </a:lnTo>
                <a:close/>
                <a:moveTo>
                  <a:pt x="621957" y="548720"/>
                </a:moveTo>
                <a:lnTo>
                  <a:pt x="621434" y="554834"/>
                </a:lnTo>
                <a:lnTo>
                  <a:pt x="623393" y="556556"/>
                </a:lnTo>
                <a:lnTo>
                  <a:pt x="623809" y="554523"/>
                </a:lnTo>
                <a:lnTo>
                  <a:pt x="624834" y="550888"/>
                </a:lnTo>
                <a:lnTo>
                  <a:pt x="624836" y="550880"/>
                </a:lnTo>
                <a:close/>
                <a:moveTo>
                  <a:pt x="635048" y="519372"/>
                </a:moveTo>
                <a:lnTo>
                  <a:pt x="636970" y="520724"/>
                </a:lnTo>
                <a:lnTo>
                  <a:pt x="639706" y="512642"/>
                </a:lnTo>
                <a:lnTo>
                  <a:pt x="638811" y="512013"/>
                </a:lnTo>
                <a:lnTo>
                  <a:pt x="638287" y="513032"/>
                </a:lnTo>
                <a:lnTo>
                  <a:pt x="638472" y="512951"/>
                </a:lnTo>
                <a:close/>
                <a:moveTo>
                  <a:pt x="648543" y="489143"/>
                </a:moveTo>
                <a:lnTo>
                  <a:pt x="649062" y="490251"/>
                </a:lnTo>
                <a:lnTo>
                  <a:pt x="649430" y="489536"/>
                </a:lnTo>
                <a:close/>
                <a:moveTo>
                  <a:pt x="718505" y="332338"/>
                </a:moveTo>
                <a:lnTo>
                  <a:pt x="715696" y="339162"/>
                </a:lnTo>
                <a:lnTo>
                  <a:pt x="721983" y="350113"/>
                </a:lnTo>
                <a:lnTo>
                  <a:pt x="724456" y="354558"/>
                </a:lnTo>
                <a:lnTo>
                  <a:pt x="723923" y="339708"/>
                </a:lnTo>
                <a:close/>
                <a:moveTo>
                  <a:pt x="587471" y="625725"/>
                </a:moveTo>
                <a:lnTo>
                  <a:pt x="587818" y="626105"/>
                </a:lnTo>
                <a:lnTo>
                  <a:pt x="588116" y="626231"/>
                </a:lnTo>
                <a:lnTo>
                  <a:pt x="588155" y="625848"/>
                </a:lnTo>
                <a:close/>
                <a:moveTo>
                  <a:pt x="692271" y="391043"/>
                </a:moveTo>
                <a:lnTo>
                  <a:pt x="692256" y="397549"/>
                </a:lnTo>
                <a:lnTo>
                  <a:pt x="692681" y="398058"/>
                </a:lnTo>
                <a:lnTo>
                  <a:pt x="694572" y="392886"/>
                </a:lnTo>
                <a:close/>
                <a:moveTo>
                  <a:pt x="263994" y="1349694"/>
                </a:moveTo>
                <a:lnTo>
                  <a:pt x="264930" y="1352098"/>
                </a:lnTo>
                <a:lnTo>
                  <a:pt x="270340" y="1355663"/>
                </a:lnTo>
                <a:lnTo>
                  <a:pt x="269630" y="1354500"/>
                </a:lnTo>
                <a:close/>
                <a:moveTo>
                  <a:pt x="607390" y="580729"/>
                </a:moveTo>
                <a:lnTo>
                  <a:pt x="606976" y="582155"/>
                </a:lnTo>
                <a:lnTo>
                  <a:pt x="606867" y="585659"/>
                </a:lnTo>
                <a:lnTo>
                  <a:pt x="607277" y="585862"/>
                </a:lnTo>
                <a:close/>
                <a:moveTo>
                  <a:pt x="622024" y="547932"/>
                </a:moveTo>
                <a:lnTo>
                  <a:pt x="621987" y="548369"/>
                </a:lnTo>
                <a:lnTo>
                  <a:pt x="624889" y="550547"/>
                </a:lnTo>
                <a:lnTo>
                  <a:pt x="624901" y="550474"/>
                </a:lnTo>
                <a:close/>
                <a:moveTo>
                  <a:pt x="651289" y="482373"/>
                </a:moveTo>
                <a:lnTo>
                  <a:pt x="651285" y="484275"/>
                </a:lnTo>
                <a:lnTo>
                  <a:pt x="651515" y="485477"/>
                </a:lnTo>
                <a:lnTo>
                  <a:pt x="652491" y="483577"/>
                </a:lnTo>
                <a:close/>
                <a:moveTo>
                  <a:pt x="643401" y="499972"/>
                </a:moveTo>
                <a:lnTo>
                  <a:pt x="643162" y="501295"/>
                </a:lnTo>
                <a:lnTo>
                  <a:pt x="643343" y="501384"/>
                </a:lnTo>
                <a:lnTo>
                  <a:pt x="643848" y="500402"/>
                </a:lnTo>
                <a:close/>
                <a:moveTo>
                  <a:pt x="267916" y="1340620"/>
                </a:moveTo>
                <a:lnTo>
                  <a:pt x="272000" y="1344784"/>
                </a:lnTo>
                <a:lnTo>
                  <a:pt x="271903" y="1344577"/>
                </a:lnTo>
                <a:lnTo>
                  <a:pt x="271407" y="1343967"/>
                </a:lnTo>
                <a:lnTo>
                  <a:pt x="268366" y="1340867"/>
                </a:lnTo>
                <a:close/>
                <a:moveTo>
                  <a:pt x="590765" y="617647"/>
                </a:moveTo>
                <a:lnTo>
                  <a:pt x="590169" y="623475"/>
                </a:lnTo>
                <a:lnTo>
                  <a:pt x="590430" y="623732"/>
                </a:lnTo>
                <a:lnTo>
                  <a:pt x="591558" y="624191"/>
                </a:lnTo>
                <a:lnTo>
                  <a:pt x="591616" y="623534"/>
                </a:lnTo>
                <a:lnTo>
                  <a:pt x="592272" y="619464"/>
                </a:lnTo>
                <a:close/>
                <a:moveTo>
                  <a:pt x="619403" y="553478"/>
                </a:moveTo>
                <a:lnTo>
                  <a:pt x="619412" y="553535"/>
                </a:lnTo>
                <a:lnTo>
                  <a:pt x="620202" y="554350"/>
                </a:lnTo>
                <a:lnTo>
                  <a:pt x="620216" y="554192"/>
                </a:lnTo>
                <a:close/>
                <a:moveTo>
                  <a:pt x="723247" y="320818"/>
                </a:moveTo>
                <a:lnTo>
                  <a:pt x="719656" y="329542"/>
                </a:lnTo>
                <a:lnTo>
                  <a:pt x="720257" y="330261"/>
                </a:lnTo>
                <a:lnTo>
                  <a:pt x="723755" y="335019"/>
                </a:lnTo>
                <a:close/>
                <a:moveTo>
                  <a:pt x="631542" y="526158"/>
                </a:moveTo>
                <a:lnTo>
                  <a:pt x="630916" y="528802"/>
                </a:lnTo>
                <a:lnTo>
                  <a:pt x="631032" y="528916"/>
                </a:lnTo>
                <a:lnTo>
                  <a:pt x="632137" y="525001"/>
                </a:lnTo>
                <a:close/>
                <a:moveTo>
                  <a:pt x="302010" y="1263996"/>
                </a:moveTo>
                <a:lnTo>
                  <a:pt x="302306" y="1264565"/>
                </a:lnTo>
                <a:lnTo>
                  <a:pt x="302219" y="1264167"/>
                </a:lnTo>
                <a:close/>
                <a:moveTo>
                  <a:pt x="264553" y="1347537"/>
                </a:moveTo>
                <a:lnTo>
                  <a:pt x="266214" y="1348953"/>
                </a:lnTo>
                <a:lnTo>
                  <a:pt x="266257" y="1348975"/>
                </a:lnTo>
                <a:lnTo>
                  <a:pt x="265672" y="1348016"/>
                </a:lnTo>
                <a:close/>
                <a:moveTo>
                  <a:pt x="274243" y="1325782"/>
                </a:moveTo>
                <a:lnTo>
                  <a:pt x="279204" y="1334380"/>
                </a:lnTo>
                <a:lnTo>
                  <a:pt x="282283" y="1337408"/>
                </a:lnTo>
                <a:lnTo>
                  <a:pt x="283032" y="1337784"/>
                </a:lnTo>
                <a:lnTo>
                  <a:pt x="282613" y="1336330"/>
                </a:lnTo>
                <a:lnTo>
                  <a:pt x="282589" y="1336288"/>
                </a:lnTo>
                <a:lnTo>
                  <a:pt x="278185" y="1329658"/>
                </a:lnTo>
                <a:close/>
                <a:moveTo>
                  <a:pt x="576738" y="648380"/>
                </a:moveTo>
                <a:lnTo>
                  <a:pt x="576709" y="648875"/>
                </a:lnTo>
                <a:lnTo>
                  <a:pt x="577877" y="649555"/>
                </a:lnTo>
                <a:lnTo>
                  <a:pt x="577846" y="649050"/>
                </a:lnTo>
                <a:close/>
                <a:moveTo>
                  <a:pt x="253184" y="1372826"/>
                </a:moveTo>
                <a:lnTo>
                  <a:pt x="266906" y="1383675"/>
                </a:lnTo>
                <a:lnTo>
                  <a:pt x="268443" y="1384452"/>
                </a:lnTo>
                <a:lnTo>
                  <a:pt x="255350" y="1373704"/>
                </a:lnTo>
                <a:close/>
                <a:moveTo>
                  <a:pt x="213476" y="1461724"/>
                </a:moveTo>
                <a:lnTo>
                  <a:pt x="216961" y="1467780"/>
                </a:lnTo>
                <a:lnTo>
                  <a:pt x="222474" y="1471632"/>
                </a:lnTo>
                <a:lnTo>
                  <a:pt x="222784" y="1471312"/>
                </a:lnTo>
                <a:lnTo>
                  <a:pt x="218831" y="1468133"/>
                </a:lnTo>
                <a:lnTo>
                  <a:pt x="218792" y="1467963"/>
                </a:lnTo>
                <a:lnTo>
                  <a:pt x="222860" y="1471234"/>
                </a:lnTo>
                <a:lnTo>
                  <a:pt x="224408" y="1469631"/>
                </a:lnTo>
                <a:close/>
                <a:moveTo>
                  <a:pt x="619083" y="553196"/>
                </a:moveTo>
                <a:lnTo>
                  <a:pt x="619161" y="553277"/>
                </a:lnTo>
                <a:lnTo>
                  <a:pt x="619159" y="553264"/>
                </a:lnTo>
                <a:close/>
                <a:moveTo>
                  <a:pt x="267424" y="1340610"/>
                </a:moveTo>
                <a:lnTo>
                  <a:pt x="274115" y="1351568"/>
                </a:lnTo>
                <a:lnTo>
                  <a:pt x="275482" y="1352172"/>
                </a:lnTo>
                <a:lnTo>
                  <a:pt x="272446" y="1345729"/>
                </a:lnTo>
                <a:close/>
                <a:moveTo>
                  <a:pt x="654240" y="474261"/>
                </a:moveTo>
                <a:lnTo>
                  <a:pt x="654970" y="478759"/>
                </a:lnTo>
                <a:lnTo>
                  <a:pt x="656275" y="476301"/>
                </a:lnTo>
                <a:close/>
                <a:moveTo>
                  <a:pt x="578700" y="643388"/>
                </a:moveTo>
                <a:lnTo>
                  <a:pt x="579498" y="649247"/>
                </a:lnTo>
                <a:lnTo>
                  <a:pt x="580692" y="649968"/>
                </a:lnTo>
                <a:lnTo>
                  <a:pt x="581004" y="644721"/>
                </a:lnTo>
                <a:close/>
                <a:moveTo>
                  <a:pt x="592617" y="612175"/>
                </a:moveTo>
                <a:lnTo>
                  <a:pt x="593182" y="613813"/>
                </a:lnTo>
                <a:lnTo>
                  <a:pt x="593341" y="612829"/>
                </a:lnTo>
                <a:close/>
                <a:moveTo>
                  <a:pt x="575032" y="651497"/>
                </a:moveTo>
                <a:lnTo>
                  <a:pt x="574421" y="658480"/>
                </a:lnTo>
                <a:lnTo>
                  <a:pt x="575120" y="660044"/>
                </a:lnTo>
                <a:lnTo>
                  <a:pt x="575541" y="660528"/>
                </a:lnTo>
                <a:lnTo>
                  <a:pt x="576028" y="652076"/>
                </a:lnTo>
                <a:close/>
                <a:moveTo>
                  <a:pt x="610272" y="572583"/>
                </a:moveTo>
                <a:lnTo>
                  <a:pt x="610237" y="574180"/>
                </a:lnTo>
                <a:lnTo>
                  <a:pt x="611063" y="574799"/>
                </a:lnTo>
                <a:lnTo>
                  <a:pt x="611644" y="575026"/>
                </a:lnTo>
                <a:lnTo>
                  <a:pt x="611599" y="573755"/>
                </a:lnTo>
                <a:close/>
                <a:moveTo>
                  <a:pt x="649252" y="485086"/>
                </a:moveTo>
                <a:lnTo>
                  <a:pt x="648334" y="487797"/>
                </a:lnTo>
                <a:lnTo>
                  <a:pt x="649953" y="488516"/>
                </a:lnTo>
                <a:lnTo>
                  <a:pt x="650409" y="487630"/>
                </a:lnTo>
                <a:lnTo>
                  <a:pt x="650382" y="486296"/>
                </a:lnTo>
                <a:close/>
                <a:moveTo>
                  <a:pt x="236370" y="1409169"/>
                </a:moveTo>
                <a:lnTo>
                  <a:pt x="237538" y="1411822"/>
                </a:lnTo>
                <a:lnTo>
                  <a:pt x="238570" y="1412556"/>
                </a:lnTo>
                <a:lnTo>
                  <a:pt x="240620" y="1413975"/>
                </a:lnTo>
                <a:lnTo>
                  <a:pt x="238613" y="1410877"/>
                </a:lnTo>
                <a:close/>
                <a:moveTo>
                  <a:pt x="670690" y="436601"/>
                </a:moveTo>
                <a:lnTo>
                  <a:pt x="670052" y="447682"/>
                </a:lnTo>
                <a:lnTo>
                  <a:pt x="671115" y="448345"/>
                </a:lnTo>
                <a:lnTo>
                  <a:pt x="671522" y="447579"/>
                </a:lnTo>
                <a:lnTo>
                  <a:pt x="671774" y="445781"/>
                </a:lnTo>
                <a:lnTo>
                  <a:pt x="671962" y="445600"/>
                </a:lnTo>
                <a:lnTo>
                  <a:pt x="671744" y="447162"/>
                </a:lnTo>
                <a:lnTo>
                  <a:pt x="675277" y="440505"/>
                </a:lnTo>
                <a:lnTo>
                  <a:pt x="674151" y="439488"/>
                </a:lnTo>
                <a:close/>
                <a:moveTo>
                  <a:pt x="306173" y="1252810"/>
                </a:moveTo>
                <a:lnTo>
                  <a:pt x="306808" y="1254109"/>
                </a:lnTo>
                <a:lnTo>
                  <a:pt x="307720" y="1255081"/>
                </a:lnTo>
                <a:lnTo>
                  <a:pt x="306757" y="1253232"/>
                </a:lnTo>
                <a:close/>
                <a:moveTo>
                  <a:pt x="214207" y="1458626"/>
                </a:moveTo>
                <a:lnTo>
                  <a:pt x="222274" y="1464461"/>
                </a:lnTo>
                <a:lnTo>
                  <a:pt x="219582" y="1460523"/>
                </a:lnTo>
                <a:close/>
                <a:moveTo>
                  <a:pt x="622287" y="544852"/>
                </a:moveTo>
                <a:lnTo>
                  <a:pt x="622128" y="546717"/>
                </a:lnTo>
                <a:lnTo>
                  <a:pt x="625102" y="549230"/>
                </a:lnTo>
                <a:lnTo>
                  <a:pt x="625532" y="546566"/>
                </a:lnTo>
                <a:close/>
                <a:moveTo>
                  <a:pt x="674137" y="428682"/>
                </a:moveTo>
                <a:lnTo>
                  <a:pt x="674891" y="434877"/>
                </a:lnTo>
                <a:lnTo>
                  <a:pt x="676171" y="435782"/>
                </a:lnTo>
                <a:lnTo>
                  <a:pt x="675906" y="430418"/>
                </a:lnTo>
                <a:lnTo>
                  <a:pt x="675741" y="430132"/>
                </a:lnTo>
                <a:close/>
                <a:moveTo>
                  <a:pt x="233588" y="1414920"/>
                </a:moveTo>
                <a:lnTo>
                  <a:pt x="236040" y="1418849"/>
                </a:lnTo>
                <a:lnTo>
                  <a:pt x="234456" y="1415255"/>
                </a:lnTo>
                <a:close/>
                <a:moveTo>
                  <a:pt x="607091" y="578451"/>
                </a:moveTo>
                <a:lnTo>
                  <a:pt x="607078" y="578835"/>
                </a:lnTo>
                <a:lnTo>
                  <a:pt x="607182" y="578479"/>
                </a:lnTo>
                <a:close/>
                <a:moveTo>
                  <a:pt x="631734" y="523179"/>
                </a:moveTo>
                <a:lnTo>
                  <a:pt x="631554" y="524331"/>
                </a:lnTo>
                <a:lnTo>
                  <a:pt x="631761" y="523926"/>
                </a:lnTo>
                <a:lnTo>
                  <a:pt x="631909" y="523303"/>
                </a:lnTo>
                <a:close/>
                <a:moveTo>
                  <a:pt x="664555" y="449616"/>
                </a:moveTo>
                <a:lnTo>
                  <a:pt x="667674" y="453713"/>
                </a:lnTo>
                <a:lnTo>
                  <a:pt x="667613" y="451843"/>
                </a:lnTo>
                <a:close/>
                <a:moveTo>
                  <a:pt x="622357" y="544035"/>
                </a:moveTo>
                <a:lnTo>
                  <a:pt x="622324" y="544419"/>
                </a:lnTo>
                <a:lnTo>
                  <a:pt x="625599" y="546149"/>
                </a:lnTo>
                <a:lnTo>
                  <a:pt x="625700" y="545527"/>
                </a:lnTo>
                <a:lnTo>
                  <a:pt x="623383" y="542037"/>
                </a:lnTo>
                <a:close/>
                <a:moveTo>
                  <a:pt x="738115" y="284745"/>
                </a:moveTo>
                <a:lnTo>
                  <a:pt x="737621" y="285900"/>
                </a:lnTo>
                <a:lnTo>
                  <a:pt x="723556" y="320069"/>
                </a:lnTo>
                <a:lnTo>
                  <a:pt x="723964" y="331454"/>
                </a:lnTo>
                <a:lnTo>
                  <a:pt x="724167" y="335579"/>
                </a:lnTo>
                <a:lnTo>
                  <a:pt x="733356" y="348077"/>
                </a:lnTo>
                <a:lnTo>
                  <a:pt x="729444" y="341262"/>
                </a:lnTo>
                <a:lnTo>
                  <a:pt x="729860" y="341429"/>
                </a:lnTo>
                <a:lnTo>
                  <a:pt x="734814" y="350059"/>
                </a:lnTo>
                <a:lnTo>
                  <a:pt x="735956" y="351613"/>
                </a:lnTo>
                <a:lnTo>
                  <a:pt x="739872" y="333357"/>
                </a:lnTo>
                <a:lnTo>
                  <a:pt x="730329" y="322641"/>
                </a:lnTo>
                <a:lnTo>
                  <a:pt x="730585" y="322687"/>
                </a:lnTo>
                <a:lnTo>
                  <a:pt x="739914" y="333162"/>
                </a:lnTo>
                <a:lnTo>
                  <a:pt x="746153" y="304082"/>
                </a:lnTo>
                <a:lnTo>
                  <a:pt x="740083" y="295449"/>
                </a:lnTo>
                <a:lnTo>
                  <a:pt x="740332" y="295524"/>
                </a:lnTo>
                <a:lnTo>
                  <a:pt x="746199" y="303867"/>
                </a:lnTo>
                <a:lnTo>
                  <a:pt x="746381" y="303019"/>
                </a:lnTo>
                <a:lnTo>
                  <a:pt x="746532" y="302894"/>
                </a:lnTo>
                <a:lnTo>
                  <a:pt x="747961" y="295509"/>
                </a:lnTo>
                <a:lnTo>
                  <a:pt x="743436" y="288886"/>
                </a:lnTo>
                <a:close/>
                <a:moveTo>
                  <a:pt x="739073" y="282501"/>
                </a:moveTo>
                <a:lnTo>
                  <a:pt x="738675" y="283435"/>
                </a:lnTo>
                <a:lnTo>
                  <a:pt x="740888" y="285157"/>
                </a:lnTo>
                <a:close/>
                <a:moveTo>
                  <a:pt x="578487" y="641827"/>
                </a:moveTo>
                <a:lnTo>
                  <a:pt x="578672" y="643186"/>
                </a:lnTo>
                <a:lnTo>
                  <a:pt x="581015" y="644541"/>
                </a:lnTo>
                <a:lnTo>
                  <a:pt x="581071" y="643593"/>
                </a:lnTo>
                <a:close/>
                <a:moveTo>
                  <a:pt x="620647" y="547365"/>
                </a:moveTo>
                <a:lnTo>
                  <a:pt x="620791" y="547473"/>
                </a:lnTo>
                <a:lnTo>
                  <a:pt x="620831" y="547008"/>
                </a:lnTo>
                <a:close/>
                <a:moveTo>
                  <a:pt x="742691" y="274038"/>
                </a:moveTo>
                <a:lnTo>
                  <a:pt x="739298" y="281976"/>
                </a:lnTo>
                <a:lnTo>
                  <a:pt x="742133" y="286127"/>
                </a:lnTo>
                <a:lnTo>
                  <a:pt x="748775" y="291297"/>
                </a:lnTo>
                <a:lnTo>
                  <a:pt x="750326" y="283284"/>
                </a:lnTo>
                <a:lnTo>
                  <a:pt x="750511" y="282431"/>
                </a:lnTo>
                <a:close/>
                <a:moveTo>
                  <a:pt x="610696" y="569350"/>
                </a:moveTo>
                <a:lnTo>
                  <a:pt x="610314" y="570664"/>
                </a:lnTo>
                <a:lnTo>
                  <a:pt x="610302" y="571202"/>
                </a:lnTo>
                <a:lnTo>
                  <a:pt x="611546" y="572254"/>
                </a:lnTo>
                <a:lnTo>
                  <a:pt x="611523" y="571599"/>
                </a:lnTo>
                <a:close/>
                <a:moveTo>
                  <a:pt x="294086" y="1278238"/>
                </a:moveTo>
                <a:lnTo>
                  <a:pt x="295321" y="1281669"/>
                </a:lnTo>
                <a:lnTo>
                  <a:pt x="299233" y="1283804"/>
                </a:lnTo>
                <a:lnTo>
                  <a:pt x="298804" y="1282886"/>
                </a:lnTo>
                <a:close/>
                <a:moveTo>
                  <a:pt x="636849" y="510632"/>
                </a:moveTo>
                <a:lnTo>
                  <a:pt x="634728" y="518151"/>
                </a:lnTo>
                <a:lnTo>
                  <a:pt x="638128" y="511531"/>
                </a:lnTo>
                <a:close/>
                <a:moveTo>
                  <a:pt x="618969" y="550631"/>
                </a:moveTo>
                <a:lnTo>
                  <a:pt x="619334" y="553027"/>
                </a:lnTo>
                <a:lnTo>
                  <a:pt x="620248" y="553809"/>
                </a:lnTo>
                <a:lnTo>
                  <a:pt x="620762" y="547823"/>
                </a:lnTo>
                <a:lnTo>
                  <a:pt x="620509" y="547635"/>
                </a:lnTo>
                <a:close/>
                <a:moveTo>
                  <a:pt x="670819" y="434356"/>
                </a:moveTo>
                <a:lnTo>
                  <a:pt x="670715" y="436155"/>
                </a:lnTo>
                <a:lnTo>
                  <a:pt x="675237" y="439927"/>
                </a:lnTo>
                <a:lnTo>
                  <a:pt x="674744" y="435873"/>
                </a:lnTo>
                <a:lnTo>
                  <a:pt x="673480" y="435371"/>
                </a:lnTo>
                <a:close/>
                <a:moveTo>
                  <a:pt x="618225" y="552078"/>
                </a:moveTo>
                <a:lnTo>
                  <a:pt x="619099" y="552825"/>
                </a:lnTo>
                <a:lnTo>
                  <a:pt x="618831" y="550899"/>
                </a:lnTo>
                <a:close/>
                <a:moveTo>
                  <a:pt x="575376" y="647559"/>
                </a:moveTo>
                <a:lnTo>
                  <a:pt x="575332" y="648072"/>
                </a:lnTo>
                <a:lnTo>
                  <a:pt x="576228" y="648595"/>
                </a:lnTo>
                <a:lnTo>
                  <a:pt x="576257" y="648091"/>
                </a:lnTo>
                <a:close/>
                <a:moveTo>
                  <a:pt x="215933" y="1452326"/>
                </a:moveTo>
                <a:lnTo>
                  <a:pt x="220351" y="1458790"/>
                </a:lnTo>
                <a:lnTo>
                  <a:pt x="225605" y="1462195"/>
                </a:lnTo>
                <a:lnTo>
                  <a:pt x="227351" y="1462808"/>
                </a:lnTo>
                <a:lnTo>
                  <a:pt x="221690" y="1455723"/>
                </a:lnTo>
                <a:close/>
                <a:moveTo>
                  <a:pt x="622555" y="541739"/>
                </a:moveTo>
                <a:lnTo>
                  <a:pt x="622544" y="541866"/>
                </a:lnTo>
                <a:lnTo>
                  <a:pt x="622602" y="541755"/>
                </a:lnTo>
                <a:close/>
                <a:moveTo>
                  <a:pt x="292485" y="1280583"/>
                </a:moveTo>
                <a:lnTo>
                  <a:pt x="293613" y="1285214"/>
                </a:lnTo>
                <a:lnTo>
                  <a:pt x="293636" y="1285264"/>
                </a:lnTo>
                <a:lnTo>
                  <a:pt x="296860" y="1288051"/>
                </a:lnTo>
                <a:lnTo>
                  <a:pt x="294602" y="1281777"/>
                </a:lnTo>
                <a:close/>
                <a:moveTo>
                  <a:pt x="295345" y="1274088"/>
                </a:moveTo>
                <a:lnTo>
                  <a:pt x="296637" y="1276854"/>
                </a:lnTo>
                <a:lnTo>
                  <a:pt x="299153" y="1279333"/>
                </a:lnTo>
                <a:close/>
                <a:moveTo>
                  <a:pt x="614460" y="559408"/>
                </a:moveTo>
                <a:lnTo>
                  <a:pt x="614657" y="561230"/>
                </a:lnTo>
                <a:lnTo>
                  <a:pt x="614771" y="561412"/>
                </a:lnTo>
                <a:lnTo>
                  <a:pt x="615103" y="558157"/>
                </a:lnTo>
                <a:close/>
                <a:moveTo>
                  <a:pt x="607177" y="575665"/>
                </a:moveTo>
                <a:lnTo>
                  <a:pt x="607113" y="577741"/>
                </a:lnTo>
                <a:lnTo>
                  <a:pt x="607374" y="577820"/>
                </a:lnTo>
                <a:lnTo>
                  <a:pt x="607461" y="577522"/>
                </a:lnTo>
                <a:lnTo>
                  <a:pt x="607495" y="575944"/>
                </a:lnTo>
                <a:close/>
                <a:moveTo>
                  <a:pt x="573652" y="650692"/>
                </a:moveTo>
                <a:lnTo>
                  <a:pt x="573331" y="655778"/>
                </a:lnTo>
                <a:lnTo>
                  <a:pt x="573475" y="656177"/>
                </a:lnTo>
                <a:lnTo>
                  <a:pt x="573940" y="650860"/>
                </a:lnTo>
                <a:close/>
                <a:moveTo>
                  <a:pt x="614033" y="560239"/>
                </a:moveTo>
                <a:lnTo>
                  <a:pt x="614407" y="560831"/>
                </a:lnTo>
                <a:lnTo>
                  <a:pt x="614289" y="559742"/>
                </a:lnTo>
                <a:close/>
                <a:moveTo>
                  <a:pt x="266286" y="1338747"/>
                </a:moveTo>
                <a:lnTo>
                  <a:pt x="266630" y="1339311"/>
                </a:lnTo>
                <a:lnTo>
                  <a:pt x="266906" y="1339591"/>
                </a:lnTo>
                <a:lnTo>
                  <a:pt x="267356" y="1339838"/>
                </a:lnTo>
                <a:close/>
                <a:moveTo>
                  <a:pt x="670953" y="432430"/>
                </a:moveTo>
                <a:lnTo>
                  <a:pt x="670829" y="434178"/>
                </a:lnTo>
                <a:lnTo>
                  <a:pt x="670828" y="434203"/>
                </a:lnTo>
                <a:lnTo>
                  <a:pt x="674722" y="435691"/>
                </a:lnTo>
                <a:lnTo>
                  <a:pt x="674643" y="435040"/>
                </a:lnTo>
                <a:close/>
                <a:moveTo>
                  <a:pt x="217568" y="1447493"/>
                </a:moveTo>
                <a:lnTo>
                  <a:pt x="225597" y="1457409"/>
                </a:lnTo>
                <a:lnTo>
                  <a:pt x="232441" y="1461320"/>
                </a:lnTo>
                <a:lnTo>
                  <a:pt x="232608" y="1461147"/>
                </a:lnTo>
                <a:lnTo>
                  <a:pt x="224133" y="1450008"/>
                </a:lnTo>
                <a:close/>
                <a:moveTo>
                  <a:pt x="577079" y="642450"/>
                </a:moveTo>
                <a:lnTo>
                  <a:pt x="576782" y="647606"/>
                </a:lnTo>
                <a:lnTo>
                  <a:pt x="577793" y="648218"/>
                </a:lnTo>
                <a:lnTo>
                  <a:pt x="577448" y="642663"/>
                </a:lnTo>
                <a:close/>
                <a:moveTo>
                  <a:pt x="585924" y="622644"/>
                </a:moveTo>
                <a:lnTo>
                  <a:pt x="586016" y="623842"/>
                </a:lnTo>
                <a:lnTo>
                  <a:pt x="586087" y="624143"/>
                </a:lnTo>
                <a:lnTo>
                  <a:pt x="588236" y="625057"/>
                </a:lnTo>
                <a:lnTo>
                  <a:pt x="588380" y="623642"/>
                </a:lnTo>
                <a:close/>
                <a:moveTo>
                  <a:pt x="594803" y="602533"/>
                </a:moveTo>
                <a:lnTo>
                  <a:pt x="594805" y="603746"/>
                </a:lnTo>
                <a:lnTo>
                  <a:pt x="594988" y="602614"/>
                </a:lnTo>
                <a:close/>
                <a:moveTo>
                  <a:pt x="692290" y="383647"/>
                </a:moveTo>
                <a:lnTo>
                  <a:pt x="692274" y="389775"/>
                </a:lnTo>
                <a:lnTo>
                  <a:pt x="694980" y="391770"/>
                </a:lnTo>
                <a:lnTo>
                  <a:pt x="697228" y="385620"/>
                </a:lnTo>
                <a:close/>
                <a:moveTo>
                  <a:pt x="640007" y="500501"/>
                </a:moveTo>
                <a:lnTo>
                  <a:pt x="637755" y="507422"/>
                </a:lnTo>
                <a:lnTo>
                  <a:pt x="636879" y="510529"/>
                </a:lnTo>
                <a:lnTo>
                  <a:pt x="638185" y="511422"/>
                </a:lnTo>
                <a:lnTo>
                  <a:pt x="640876" y="506185"/>
                </a:lnTo>
                <a:lnTo>
                  <a:pt x="641751" y="501352"/>
                </a:lnTo>
                <a:close/>
                <a:moveTo>
                  <a:pt x="607296" y="573575"/>
                </a:moveTo>
                <a:lnTo>
                  <a:pt x="607216" y="574428"/>
                </a:lnTo>
                <a:lnTo>
                  <a:pt x="607187" y="575354"/>
                </a:lnTo>
                <a:lnTo>
                  <a:pt x="607502" y="575630"/>
                </a:lnTo>
                <a:lnTo>
                  <a:pt x="607545" y="573673"/>
                </a:lnTo>
                <a:close/>
                <a:moveTo>
                  <a:pt x="577167" y="640924"/>
                </a:moveTo>
                <a:lnTo>
                  <a:pt x="577090" y="642270"/>
                </a:lnTo>
                <a:lnTo>
                  <a:pt x="577435" y="642470"/>
                </a:lnTo>
                <a:lnTo>
                  <a:pt x="577346" y="641048"/>
                </a:lnTo>
                <a:close/>
                <a:moveTo>
                  <a:pt x="591717" y="608291"/>
                </a:moveTo>
                <a:lnTo>
                  <a:pt x="591617" y="609278"/>
                </a:lnTo>
                <a:lnTo>
                  <a:pt x="591977" y="610322"/>
                </a:lnTo>
                <a:lnTo>
                  <a:pt x="593521" y="611716"/>
                </a:lnTo>
                <a:lnTo>
                  <a:pt x="593910" y="609303"/>
                </a:lnTo>
                <a:close/>
                <a:moveTo>
                  <a:pt x="618479" y="548355"/>
                </a:moveTo>
                <a:lnTo>
                  <a:pt x="618305" y="550054"/>
                </a:lnTo>
                <a:lnTo>
                  <a:pt x="618630" y="549445"/>
                </a:lnTo>
                <a:close/>
                <a:moveTo>
                  <a:pt x="607322" y="573302"/>
                </a:moveTo>
                <a:lnTo>
                  <a:pt x="607314" y="573386"/>
                </a:lnTo>
                <a:lnTo>
                  <a:pt x="607388" y="573365"/>
                </a:lnTo>
                <a:lnTo>
                  <a:pt x="607542" y="573425"/>
                </a:lnTo>
                <a:lnTo>
                  <a:pt x="607528" y="573277"/>
                </a:lnTo>
                <a:lnTo>
                  <a:pt x="607391" y="573166"/>
                </a:lnTo>
                <a:close/>
                <a:moveTo>
                  <a:pt x="244138" y="1386249"/>
                </a:moveTo>
                <a:lnTo>
                  <a:pt x="246372" y="1391319"/>
                </a:lnTo>
                <a:lnTo>
                  <a:pt x="256901" y="1395962"/>
                </a:lnTo>
                <a:close/>
                <a:moveTo>
                  <a:pt x="605428" y="577230"/>
                </a:moveTo>
                <a:lnTo>
                  <a:pt x="605989" y="577401"/>
                </a:lnTo>
                <a:lnTo>
                  <a:pt x="606150" y="575675"/>
                </a:lnTo>
                <a:close/>
                <a:moveTo>
                  <a:pt x="667644" y="437912"/>
                </a:moveTo>
                <a:lnTo>
                  <a:pt x="667892" y="445593"/>
                </a:lnTo>
                <a:lnTo>
                  <a:pt x="669487" y="447244"/>
                </a:lnTo>
                <a:close/>
                <a:moveTo>
                  <a:pt x="604703" y="578792"/>
                </a:moveTo>
                <a:lnTo>
                  <a:pt x="605328" y="584459"/>
                </a:lnTo>
                <a:lnTo>
                  <a:pt x="605924" y="578097"/>
                </a:lnTo>
                <a:lnTo>
                  <a:pt x="605137" y="577858"/>
                </a:lnTo>
                <a:close/>
                <a:moveTo>
                  <a:pt x="640951" y="497605"/>
                </a:moveTo>
                <a:lnTo>
                  <a:pt x="640218" y="499860"/>
                </a:lnTo>
                <a:lnTo>
                  <a:pt x="641875" y="500668"/>
                </a:lnTo>
                <a:lnTo>
                  <a:pt x="642210" y="498821"/>
                </a:lnTo>
                <a:close/>
                <a:moveTo>
                  <a:pt x="604294" y="579672"/>
                </a:moveTo>
                <a:lnTo>
                  <a:pt x="604953" y="584709"/>
                </a:lnTo>
                <a:lnTo>
                  <a:pt x="604965" y="584715"/>
                </a:lnTo>
                <a:lnTo>
                  <a:pt x="604387" y="579473"/>
                </a:lnTo>
                <a:close/>
                <a:moveTo>
                  <a:pt x="614071" y="557731"/>
                </a:moveTo>
                <a:lnTo>
                  <a:pt x="613903" y="558309"/>
                </a:lnTo>
                <a:lnTo>
                  <a:pt x="614095" y="557949"/>
                </a:lnTo>
                <a:close/>
                <a:moveTo>
                  <a:pt x="602517" y="583500"/>
                </a:moveTo>
                <a:lnTo>
                  <a:pt x="604533" y="584501"/>
                </a:lnTo>
                <a:lnTo>
                  <a:pt x="603987" y="580333"/>
                </a:lnTo>
                <a:close/>
                <a:moveTo>
                  <a:pt x="602337" y="583885"/>
                </a:moveTo>
                <a:lnTo>
                  <a:pt x="604632" y="585254"/>
                </a:lnTo>
                <a:lnTo>
                  <a:pt x="604581" y="584865"/>
                </a:lnTo>
                <a:lnTo>
                  <a:pt x="602420" y="583708"/>
                </a:lnTo>
                <a:close/>
                <a:moveTo>
                  <a:pt x="260419" y="1349438"/>
                </a:moveTo>
                <a:lnTo>
                  <a:pt x="266218" y="1359269"/>
                </a:lnTo>
                <a:lnTo>
                  <a:pt x="264496" y="1354845"/>
                </a:lnTo>
                <a:lnTo>
                  <a:pt x="264175" y="1354347"/>
                </a:lnTo>
                <a:lnTo>
                  <a:pt x="264200" y="1354086"/>
                </a:lnTo>
                <a:lnTo>
                  <a:pt x="263097" y="1351254"/>
                </a:lnTo>
                <a:close/>
                <a:moveTo>
                  <a:pt x="635447" y="509669"/>
                </a:moveTo>
                <a:lnTo>
                  <a:pt x="633420" y="518226"/>
                </a:lnTo>
                <a:lnTo>
                  <a:pt x="633944" y="518595"/>
                </a:lnTo>
                <a:lnTo>
                  <a:pt x="634478" y="516700"/>
                </a:lnTo>
                <a:lnTo>
                  <a:pt x="636528" y="510409"/>
                </a:lnTo>
                <a:close/>
                <a:moveTo>
                  <a:pt x="600251" y="588378"/>
                </a:moveTo>
                <a:lnTo>
                  <a:pt x="600396" y="589417"/>
                </a:lnTo>
                <a:lnTo>
                  <a:pt x="602365" y="594835"/>
                </a:lnTo>
                <a:lnTo>
                  <a:pt x="602424" y="594858"/>
                </a:lnTo>
                <a:lnTo>
                  <a:pt x="604653" y="587187"/>
                </a:lnTo>
                <a:lnTo>
                  <a:pt x="604747" y="586589"/>
                </a:lnTo>
                <a:lnTo>
                  <a:pt x="601954" y="584712"/>
                </a:lnTo>
                <a:close/>
                <a:moveTo>
                  <a:pt x="599196" y="590652"/>
                </a:moveTo>
                <a:lnTo>
                  <a:pt x="600517" y="592992"/>
                </a:lnTo>
                <a:lnTo>
                  <a:pt x="600485" y="592765"/>
                </a:lnTo>
                <a:lnTo>
                  <a:pt x="599561" y="589865"/>
                </a:lnTo>
                <a:close/>
                <a:moveTo>
                  <a:pt x="614452" y="556420"/>
                </a:moveTo>
                <a:lnTo>
                  <a:pt x="614222" y="557209"/>
                </a:lnTo>
                <a:lnTo>
                  <a:pt x="614267" y="557626"/>
                </a:lnTo>
                <a:lnTo>
                  <a:pt x="614731" y="556755"/>
                </a:lnTo>
                <a:lnTo>
                  <a:pt x="614492" y="556432"/>
                </a:lnTo>
                <a:close/>
                <a:moveTo>
                  <a:pt x="557859" y="682874"/>
                </a:moveTo>
                <a:lnTo>
                  <a:pt x="557856" y="684075"/>
                </a:lnTo>
                <a:lnTo>
                  <a:pt x="557887" y="684202"/>
                </a:lnTo>
                <a:lnTo>
                  <a:pt x="560251" y="684422"/>
                </a:lnTo>
                <a:lnTo>
                  <a:pt x="560255" y="684143"/>
                </a:lnTo>
                <a:lnTo>
                  <a:pt x="560057" y="683947"/>
                </a:lnTo>
                <a:close/>
                <a:moveTo>
                  <a:pt x="592670" y="604709"/>
                </a:moveTo>
                <a:lnTo>
                  <a:pt x="594453" y="605786"/>
                </a:lnTo>
                <a:lnTo>
                  <a:pt x="594492" y="602397"/>
                </a:lnTo>
                <a:lnTo>
                  <a:pt x="593870" y="602126"/>
                </a:lnTo>
                <a:close/>
                <a:moveTo>
                  <a:pt x="591917" y="606330"/>
                </a:moveTo>
                <a:lnTo>
                  <a:pt x="591809" y="607393"/>
                </a:lnTo>
                <a:lnTo>
                  <a:pt x="594050" y="608427"/>
                </a:lnTo>
                <a:lnTo>
                  <a:pt x="594386" y="606344"/>
                </a:lnTo>
                <a:lnTo>
                  <a:pt x="592453" y="605175"/>
                </a:lnTo>
                <a:close/>
                <a:moveTo>
                  <a:pt x="572388" y="649957"/>
                </a:moveTo>
                <a:lnTo>
                  <a:pt x="572978" y="654800"/>
                </a:lnTo>
                <a:lnTo>
                  <a:pt x="573217" y="655463"/>
                </a:lnTo>
                <a:lnTo>
                  <a:pt x="573522" y="650617"/>
                </a:lnTo>
                <a:close/>
                <a:moveTo>
                  <a:pt x="618692" y="546270"/>
                </a:moveTo>
                <a:lnTo>
                  <a:pt x="618547" y="547680"/>
                </a:lnTo>
                <a:lnTo>
                  <a:pt x="618759" y="549203"/>
                </a:lnTo>
                <a:lnTo>
                  <a:pt x="619176" y="548422"/>
                </a:lnTo>
                <a:lnTo>
                  <a:pt x="619839" y="547131"/>
                </a:lnTo>
                <a:close/>
                <a:moveTo>
                  <a:pt x="291033" y="1279764"/>
                </a:moveTo>
                <a:lnTo>
                  <a:pt x="292032" y="1281876"/>
                </a:lnTo>
                <a:lnTo>
                  <a:pt x="291596" y="1280081"/>
                </a:lnTo>
                <a:close/>
                <a:moveTo>
                  <a:pt x="653304" y="468497"/>
                </a:moveTo>
                <a:lnTo>
                  <a:pt x="654079" y="473269"/>
                </a:lnTo>
                <a:lnTo>
                  <a:pt x="655693" y="474845"/>
                </a:lnTo>
                <a:lnTo>
                  <a:pt x="656577" y="475732"/>
                </a:lnTo>
                <a:lnTo>
                  <a:pt x="658477" y="472153"/>
                </a:lnTo>
                <a:close/>
                <a:moveTo>
                  <a:pt x="585916" y="619255"/>
                </a:moveTo>
                <a:lnTo>
                  <a:pt x="588560" y="621878"/>
                </a:lnTo>
                <a:lnTo>
                  <a:pt x="589156" y="616031"/>
                </a:lnTo>
                <a:lnTo>
                  <a:pt x="587760" y="615283"/>
                </a:lnTo>
                <a:close/>
                <a:moveTo>
                  <a:pt x="585701" y="619718"/>
                </a:moveTo>
                <a:lnTo>
                  <a:pt x="585865" y="621880"/>
                </a:lnTo>
                <a:lnTo>
                  <a:pt x="588453" y="622930"/>
                </a:lnTo>
                <a:lnTo>
                  <a:pt x="588509" y="622379"/>
                </a:lnTo>
                <a:lnTo>
                  <a:pt x="585740" y="619634"/>
                </a:lnTo>
                <a:close/>
                <a:moveTo>
                  <a:pt x="553246" y="692296"/>
                </a:moveTo>
                <a:lnTo>
                  <a:pt x="553569" y="693979"/>
                </a:lnTo>
                <a:lnTo>
                  <a:pt x="553644" y="694077"/>
                </a:lnTo>
                <a:lnTo>
                  <a:pt x="554242" y="694373"/>
                </a:lnTo>
                <a:lnTo>
                  <a:pt x="553986" y="693319"/>
                </a:lnTo>
                <a:close/>
                <a:moveTo>
                  <a:pt x="584445" y="622424"/>
                </a:moveTo>
                <a:lnTo>
                  <a:pt x="585077" y="623114"/>
                </a:lnTo>
                <a:lnTo>
                  <a:pt x="584904" y="622230"/>
                </a:lnTo>
                <a:lnTo>
                  <a:pt x="584594" y="622105"/>
                </a:lnTo>
                <a:close/>
                <a:moveTo>
                  <a:pt x="180725" y="1526229"/>
                </a:moveTo>
                <a:lnTo>
                  <a:pt x="185391" y="1531954"/>
                </a:lnTo>
                <a:lnTo>
                  <a:pt x="203866" y="1540104"/>
                </a:lnTo>
                <a:lnTo>
                  <a:pt x="204168" y="1540184"/>
                </a:lnTo>
                <a:lnTo>
                  <a:pt x="203607" y="1539838"/>
                </a:lnTo>
                <a:close/>
                <a:moveTo>
                  <a:pt x="656344" y="461224"/>
                </a:moveTo>
                <a:lnTo>
                  <a:pt x="661699" y="466083"/>
                </a:lnTo>
                <a:lnTo>
                  <a:pt x="662261" y="465024"/>
                </a:lnTo>
                <a:close/>
                <a:moveTo>
                  <a:pt x="578012" y="636521"/>
                </a:moveTo>
                <a:lnTo>
                  <a:pt x="578204" y="639599"/>
                </a:lnTo>
                <a:lnTo>
                  <a:pt x="581187" y="641639"/>
                </a:lnTo>
                <a:lnTo>
                  <a:pt x="581215" y="641182"/>
                </a:lnTo>
                <a:close/>
                <a:moveTo>
                  <a:pt x="618811" y="545092"/>
                </a:moveTo>
                <a:lnTo>
                  <a:pt x="618727" y="545923"/>
                </a:lnTo>
                <a:lnTo>
                  <a:pt x="619977" y="546861"/>
                </a:lnTo>
                <a:lnTo>
                  <a:pt x="620238" y="546354"/>
                </a:lnTo>
                <a:close/>
                <a:moveTo>
                  <a:pt x="575980" y="640657"/>
                </a:moveTo>
                <a:lnTo>
                  <a:pt x="575443" y="646797"/>
                </a:lnTo>
                <a:lnTo>
                  <a:pt x="576302" y="647316"/>
                </a:lnTo>
                <a:lnTo>
                  <a:pt x="576688" y="640599"/>
                </a:lnTo>
                <a:lnTo>
                  <a:pt x="576172" y="640244"/>
                </a:lnTo>
                <a:close/>
                <a:moveTo>
                  <a:pt x="573636" y="645705"/>
                </a:moveTo>
                <a:lnTo>
                  <a:pt x="574353" y="646138"/>
                </a:lnTo>
                <a:lnTo>
                  <a:pt x="574566" y="643703"/>
                </a:lnTo>
                <a:close/>
                <a:moveTo>
                  <a:pt x="573132" y="646791"/>
                </a:moveTo>
                <a:lnTo>
                  <a:pt x="574239" y="647437"/>
                </a:lnTo>
                <a:lnTo>
                  <a:pt x="574286" y="646900"/>
                </a:lnTo>
                <a:lnTo>
                  <a:pt x="573345" y="646332"/>
                </a:lnTo>
                <a:close/>
                <a:moveTo>
                  <a:pt x="646610" y="482255"/>
                </a:moveTo>
                <a:lnTo>
                  <a:pt x="646249" y="484247"/>
                </a:lnTo>
                <a:lnTo>
                  <a:pt x="647802" y="487561"/>
                </a:lnTo>
                <a:lnTo>
                  <a:pt x="648147" y="487715"/>
                </a:lnTo>
                <a:lnTo>
                  <a:pt x="649094" y="484916"/>
                </a:lnTo>
                <a:close/>
                <a:moveTo>
                  <a:pt x="571418" y="650482"/>
                </a:moveTo>
                <a:lnTo>
                  <a:pt x="572047" y="652225"/>
                </a:lnTo>
                <a:lnTo>
                  <a:pt x="571748" y="649769"/>
                </a:lnTo>
                <a:close/>
                <a:moveTo>
                  <a:pt x="569811" y="653942"/>
                </a:moveTo>
                <a:lnTo>
                  <a:pt x="572615" y="657166"/>
                </a:lnTo>
                <a:lnTo>
                  <a:pt x="570947" y="652551"/>
                </a:lnTo>
                <a:lnTo>
                  <a:pt x="570717" y="651990"/>
                </a:lnTo>
                <a:close/>
                <a:moveTo>
                  <a:pt x="651317" y="471330"/>
                </a:moveTo>
                <a:lnTo>
                  <a:pt x="651293" y="481206"/>
                </a:lnTo>
                <a:lnTo>
                  <a:pt x="652887" y="482805"/>
                </a:lnTo>
                <a:lnTo>
                  <a:pt x="654245" y="480161"/>
                </a:lnTo>
                <a:lnTo>
                  <a:pt x="653101" y="473119"/>
                </a:lnTo>
                <a:close/>
                <a:moveTo>
                  <a:pt x="671396" y="426202"/>
                </a:moveTo>
                <a:lnTo>
                  <a:pt x="670976" y="432107"/>
                </a:lnTo>
                <a:lnTo>
                  <a:pt x="674598" y="434669"/>
                </a:lnTo>
                <a:lnTo>
                  <a:pt x="673836" y="428408"/>
                </a:lnTo>
                <a:close/>
                <a:moveTo>
                  <a:pt x="619013" y="543122"/>
                </a:moveTo>
                <a:lnTo>
                  <a:pt x="618923" y="544009"/>
                </a:lnTo>
                <a:lnTo>
                  <a:pt x="620680" y="545493"/>
                </a:lnTo>
                <a:lnTo>
                  <a:pt x="621016" y="544839"/>
                </a:lnTo>
                <a:lnTo>
                  <a:pt x="621070" y="544210"/>
                </a:lnTo>
                <a:close/>
                <a:moveTo>
                  <a:pt x="667515" y="433953"/>
                </a:moveTo>
                <a:lnTo>
                  <a:pt x="667569" y="435623"/>
                </a:lnTo>
                <a:lnTo>
                  <a:pt x="669578" y="445794"/>
                </a:lnTo>
                <a:lnTo>
                  <a:pt x="669622" y="441902"/>
                </a:lnTo>
                <a:lnTo>
                  <a:pt x="669744" y="441749"/>
                </a:lnTo>
                <a:lnTo>
                  <a:pt x="669691" y="446366"/>
                </a:lnTo>
                <a:lnTo>
                  <a:pt x="669819" y="447016"/>
                </a:lnTo>
                <a:lnTo>
                  <a:pt x="669859" y="445987"/>
                </a:lnTo>
                <a:lnTo>
                  <a:pt x="670535" y="436472"/>
                </a:lnTo>
                <a:close/>
                <a:moveTo>
                  <a:pt x="215269" y="1446612"/>
                </a:moveTo>
                <a:lnTo>
                  <a:pt x="222463" y="1455618"/>
                </a:lnTo>
                <a:lnTo>
                  <a:pt x="224268" y="1456649"/>
                </a:lnTo>
                <a:lnTo>
                  <a:pt x="216834" y="1447212"/>
                </a:lnTo>
                <a:close/>
                <a:moveTo>
                  <a:pt x="276950" y="1308358"/>
                </a:moveTo>
                <a:lnTo>
                  <a:pt x="277188" y="1308910"/>
                </a:lnTo>
                <a:lnTo>
                  <a:pt x="281091" y="1311961"/>
                </a:lnTo>
                <a:lnTo>
                  <a:pt x="281470" y="1312119"/>
                </a:lnTo>
                <a:close/>
                <a:moveTo>
                  <a:pt x="201562" y="1477164"/>
                </a:moveTo>
                <a:lnTo>
                  <a:pt x="201800" y="1477455"/>
                </a:lnTo>
                <a:lnTo>
                  <a:pt x="202738" y="1478012"/>
                </a:lnTo>
                <a:close/>
                <a:moveTo>
                  <a:pt x="240270" y="1390422"/>
                </a:moveTo>
                <a:lnTo>
                  <a:pt x="244247" y="1394276"/>
                </a:lnTo>
                <a:lnTo>
                  <a:pt x="243698" y="1393032"/>
                </a:lnTo>
                <a:close/>
                <a:moveTo>
                  <a:pt x="278081" y="1305710"/>
                </a:moveTo>
                <a:lnTo>
                  <a:pt x="279103" y="1307061"/>
                </a:lnTo>
                <a:lnTo>
                  <a:pt x="280299" y="1308057"/>
                </a:lnTo>
                <a:close/>
                <a:moveTo>
                  <a:pt x="552104" y="692078"/>
                </a:moveTo>
                <a:lnTo>
                  <a:pt x="552417" y="692483"/>
                </a:lnTo>
                <a:lnTo>
                  <a:pt x="552454" y="691775"/>
                </a:lnTo>
                <a:lnTo>
                  <a:pt x="552403" y="691435"/>
                </a:lnTo>
                <a:close/>
                <a:moveTo>
                  <a:pt x="634002" y="508681"/>
                </a:moveTo>
                <a:lnTo>
                  <a:pt x="632582" y="517760"/>
                </a:lnTo>
                <a:lnTo>
                  <a:pt x="633149" y="518065"/>
                </a:lnTo>
                <a:lnTo>
                  <a:pt x="635181" y="509487"/>
                </a:lnTo>
                <a:close/>
                <a:moveTo>
                  <a:pt x="647311" y="478384"/>
                </a:moveTo>
                <a:lnTo>
                  <a:pt x="646711" y="481697"/>
                </a:lnTo>
                <a:lnTo>
                  <a:pt x="649277" y="484374"/>
                </a:lnTo>
                <a:lnTo>
                  <a:pt x="649322" y="484241"/>
                </a:lnTo>
                <a:lnTo>
                  <a:pt x="649600" y="484059"/>
                </a:lnTo>
                <a:lnTo>
                  <a:pt x="649437" y="484540"/>
                </a:lnTo>
                <a:lnTo>
                  <a:pt x="649724" y="484840"/>
                </a:lnTo>
                <a:lnTo>
                  <a:pt x="650358" y="485519"/>
                </a:lnTo>
                <a:lnTo>
                  <a:pt x="649390" y="480469"/>
                </a:lnTo>
                <a:close/>
                <a:moveTo>
                  <a:pt x="667487" y="433085"/>
                </a:moveTo>
                <a:lnTo>
                  <a:pt x="667499" y="433474"/>
                </a:lnTo>
                <a:lnTo>
                  <a:pt x="670566" y="436030"/>
                </a:lnTo>
                <a:lnTo>
                  <a:pt x="670688" y="434306"/>
                </a:lnTo>
                <a:close/>
                <a:moveTo>
                  <a:pt x="291229" y="1275422"/>
                </a:moveTo>
                <a:lnTo>
                  <a:pt x="292355" y="1280050"/>
                </a:lnTo>
                <a:lnTo>
                  <a:pt x="294377" y="1281153"/>
                </a:lnTo>
                <a:lnTo>
                  <a:pt x="292910" y="1277079"/>
                </a:lnTo>
                <a:close/>
                <a:moveTo>
                  <a:pt x="242931" y="1383509"/>
                </a:moveTo>
                <a:lnTo>
                  <a:pt x="244016" y="1385973"/>
                </a:lnTo>
                <a:lnTo>
                  <a:pt x="249654" y="1390263"/>
                </a:lnTo>
                <a:lnTo>
                  <a:pt x="258024" y="1396457"/>
                </a:lnTo>
                <a:lnTo>
                  <a:pt x="267342" y="1400566"/>
                </a:lnTo>
                <a:close/>
                <a:moveTo>
                  <a:pt x="619271" y="540591"/>
                </a:moveTo>
                <a:lnTo>
                  <a:pt x="619057" y="542693"/>
                </a:lnTo>
                <a:lnTo>
                  <a:pt x="621107" y="543776"/>
                </a:lnTo>
                <a:lnTo>
                  <a:pt x="621319" y="541307"/>
                </a:lnTo>
                <a:close/>
                <a:moveTo>
                  <a:pt x="671623" y="423001"/>
                </a:moveTo>
                <a:lnTo>
                  <a:pt x="671509" y="424596"/>
                </a:lnTo>
                <a:lnTo>
                  <a:pt x="673243" y="426163"/>
                </a:lnTo>
                <a:lnTo>
                  <a:pt x="673553" y="426342"/>
                </a:lnTo>
                <a:close/>
                <a:moveTo>
                  <a:pt x="599363" y="584679"/>
                </a:moveTo>
                <a:lnTo>
                  <a:pt x="599151" y="585994"/>
                </a:lnTo>
                <a:lnTo>
                  <a:pt x="599241" y="586240"/>
                </a:lnTo>
                <a:lnTo>
                  <a:pt x="599508" y="585723"/>
                </a:lnTo>
                <a:close/>
                <a:moveTo>
                  <a:pt x="648332" y="474945"/>
                </a:moveTo>
                <a:lnTo>
                  <a:pt x="647523" y="477426"/>
                </a:lnTo>
                <a:lnTo>
                  <a:pt x="649113" y="479020"/>
                </a:lnTo>
                <a:close/>
                <a:moveTo>
                  <a:pt x="278996" y="1301890"/>
                </a:moveTo>
                <a:lnTo>
                  <a:pt x="279438" y="1302914"/>
                </a:lnTo>
                <a:lnTo>
                  <a:pt x="284567" y="1308218"/>
                </a:lnTo>
                <a:lnTo>
                  <a:pt x="283416" y="1305713"/>
                </a:lnTo>
                <a:close/>
                <a:moveTo>
                  <a:pt x="239849" y="1388774"/>
                </a:moveTo>
                <a:lnTo>
                  <a:pt x="242758" y="1390894"/>
                </a:lnTo>
                <a:lnTo>
                  <a:pt x="242300" y="1389854"/>
                </a:lnTo>
                <a:close/>
                <a:moveTo>
                  <a:pt x="599611" y="583138"/>
                </a:moveTo>
                <a:lnTo>
                  <a:pt x="599565" y="583425"/>
                </a:lnTo>
                <a:lnTo>
                  <a:pt x="599804" y="585148"/>
                </a:lnTo>
                <a:lnTo>
                  <a:pt x="600525" y="583752"/>
                </a:lnTo>
                <a:close/>
                <a:moveTo>
                  <a:pt x="586279" y="612978"/>
                </a:moveTo>
                <a:lnTo>
                  <a:pt x="586401" y="613047"/>
                </a:lnTo>
                <a:lnTo>
                  <a:pt x="586599" y="612620"/>
                </a:lnTo>
                <a:lnTo>
                  <a:pt x="586515" y="612521"/>
                </a:lnTo>
                <a:close/>
                <a:moveTo>
                  <a:pt x="692310" y="375450"/>
                </a:moveTo>
                <a:lnTo>
                  <a:pt x="692291" y="383156"/>
                </a:lnTo>
                <a:lnTo>
                  <a:pt x="697410" y="385122"/>
                </a:lnTo>
                <a:lnTo>
                  <a:pt x="698272" y="382766"/>
                </a:lnTo>
                <a:close/>
                <a:moveTo>
                  <a:pt x="620129" y="536996"/>
                </a:moveTo>
                <a:lnTo>
                  <a:pt x="619746" y="538251"/>
                </a:lnTo>
                <a:lnTo>
                  <a:pt x="621214" y="538764"/>
                </a:lnTo>
                <a:lnTo>
                  <a:pt x="620340" y="537449"/>
                </a:lnTo>
                <a:close/>
                <a:moveTo>
                  <a:pt x="651328" y="467100"/>
                </a:moveTo>
                <a:lnTo>
                  <a:pt x="651319" y="470575"/>
                </a:lnTo>
                <a:lnTo>
                  <a:pt x="652947" y="472163"/>
                </a:lnTo>
                <a:lnTo>
                  <a:pt x="652227" y="467736"/>
                </a:lnTo>
                <a:close/>
                <a:moveTo>
                  <a:pt x="604054" y="572920"/>
                </a:moveTo>
                <a:lnTo>
                  <a:pt x="604417" y="576208"/>
                </a:lnTo>
                <a:lnTo>
                  <a:pt x="605472" y="574165"/>
                </a:lnTo>
                <a:close/>
                <a:moveTo>
                  <a:pt x="639267" y="494048"/>
                </a:moveTo>
                <a:lnTo>
                  <a:pt x="640868" y="495501"/>
                </a:lnTo>
                <a:lnTo>
                  <a:pt x="639811" y="494315"/>
                </a:lnTo>
                <a:close/>
                <a:moveTo>
                  <a:pt x="585327" y="614821"/>
                </a:moveTo>
                <a:lnTo>
                  <a:pt x="585363" y="615284"/>
                </a:lnTo>
                <a:lnTo>
                  <a:pt x="585841" y="614254"/>
                </a:lnTo>
                <a:lnTo>
                  <a:pt x="585668" y="614162"/>
                </a:lnTo>
                <a:close/>
                <a:moveTo>
                  <a:pt x="263797" y="1334671"/>
                </a:moveTo>
                <a:lnTo>
                  <a:pt x="265222" y="1337004"/>
                </a:lnTo>
                <a:lnTo>
                  <a:pt x="268295" y="1340137"/>
                </a:lnTo>
                <a:lnTo>
                  <a:pt x="267869" y="1339613"/>
                </a:lnTo>
                <a:lnTo>
                  <a:pt x="264687" y="1335159"/>
                </a:lnTo>
                <a:close/>
                <a:moveTo>
                  <a:pt x="649954" y="469962"/>
                </a:moveTo>
                <a:lnTo>
                  <a:pt x="649064" y="472694"/>
                </a:lnTo>
                <a:lnTo>
                  <a:pt x="650232" y="478784"/>
                </a:lnTo>
                <a:lnTo>
                  <a:pt x="650099" y="472137"/>
                </a:lnTo>
                <a:lnTo>
                  <a:pt x="650165" y="470174"/>
                </a:lnTo>
                <a:close/>
                <a:moveTo>
                  <a:pt x="599750" y="582278"/>
                </a:moveTo>
                <a:lnTo>
                  <a:pt x="599741" y="582335"/>
                </a:lnTo>
                <a:lnTo>
                  <a:pt x="600899" y="583027"/>
                </a:lnTo>
                <a:lnTo>
                  <a:pt x="600953" y="582923"/>
                </a:lnTo>
                <a:close/>
                <a:moveTo>
                  <a:pt x="584327" y="616759"/>
                </a:moveTo>
                <a:lnTo>
                  <a:pt x="584446" y="617257"/>
                </a:lnTo>
                <a:lnTo>
                  <a:pt x="584759" y="616584"/>
                </a:lnTo>
                <a:lnTo>
                  <a:pt x="584715" y="616009"/>
                </a:lnTo>
                <a:close/>
                <a:moveTo>
                  <a:pt x="648127" y="473877"/>
                </a:moveTo>
                <a:lnTo>
                  <a:pt x="647721" y="476118"/>
                </a:lnTo>
                <a:lnTo>
                  <a:pt x="648256" y="474549"/>
                </a:lnTo>
                <a:close/>
                <a:moveTo>
                  <a:pt x="650197" y="469218"/>
                </a:moveTo>
                <a:lnTo>
                  <a:pt x="650132" y="469417"/>
                </a:lnTo>
                <a:lnTo>
                  <a:pt x="650188" y="469471"/>
                </a:lnTo>
                <a:close/>
                <a:moveTo>
                  <a:pt x="190428" y="1498596"/>
                </a:moveTo>
                <a:lnTo>
                  <a:pt x="202262" y="1519161"/>
                </a:lnTo>
                <a:lnTo>
                  <a:pt x="203703" y="1520362"/>
                </a:lnTo>
                <a:lnTo>
                  <a:pt x="238289" y="1548408"/>
                </a:lnTo>
                <a:lnTo>
                  <a:pt x="244382" y="1550807"/>
                </a:lnTo>
                <a:lnTo>
                  <a:pt x="252516" y="1552955"/>
                </a:lnTo>
                <a:lnTo>
                  <a:pt x="244356" y="1543538"/>
                </a:lnTo>
                <a:lnTo>
                  <a:pt x="242832" y="1541632"/>
                </a:lnTo>
                <a:lnTo>
                  <a:pt x="218814" y="1522847"/>
                </a:lnTo>
                <a:lnTo>
                  <a:pt x="209222" y="1515136"/>
                </a:lnTo>
                <a:lnTo>
                  <a:pt x="201844" y="1512403"/>
                </a:lnTo>
                <a:lnTo>
                  <a:pt x="201721" y="1512202"/>
                </a:lnTo>
                <a:lnTo>
                  <a:pt x="208864" y="1514847"/>
                </a:lnTo>
                <a:lnTo>
                  <a:pt x="196116" y="1504598"/>
                </a:lnTo>
                <a:lnTo>
                  <a:pt x="196063" y="1504370"/>
                </a:lnTo>
                <a:lnTo>
                  <a:pt x="208626" y="1514469"/>
                </a:lnTo>
                <a:lnTo>
                  <a:pt x="209329" y="1515020"/>
                </a:lnTo>
                <a:lnTo>
                  <a:pt x="216932" y="1517835"/>
                </a:lnTo>
                <a:lnTo>
                  <a:pt x="226548" y="1521250"/>
                </a:lnTo>
                <a:lnTo>
                  <a:pt x="225274" y="1519655"/>
                </a:lnTo>
                <a:lnTo>
                  <a:pt x="223841" y="1518936"/>
                </a:lnTo>
                <a:lnTo>
                  <a:pt x="200706" y="1504490"/>
                </a:lnTo>
                <a:lnTo>
                  <a:pt x="197846" y="1504171"/>
                </a:lnTo>
                <a:lnTo>
                  <a:pt x="197643" y="1503971"/>
                </a:lnTo>
                <a:lnTo>
                  <a:pt x="200362" y="1504275"/>
                </a:lnTo>
                <a:lnTo>
                  <a:pt x="194751" y="1500771"/>
                </a:lnTo>
                <a:close/>
                <a:moveTo>
                  <a:pt x="292959" y="1268856"/>
                </a:moveTo>
                <a:lnTo>
                  <a:pt x="300942" y="1279851"/>
                </a:lnTo>
                <a:lnTo>
                  <a:pt x="296827" y="1271954"/>
                </a:lnTo>
                <a:lnTo>
                  <a:pt x="295392" y="1270247"/>
                </a:lnTo>
                <a:close/>
                <a:moveTo>
                  <a:pt x="582898" y="619528"/>
                </a:moveTo>
                <a:lnTo>
                  <a:pt x="582818" y="620644"/>
                </a:lnTo>
                <a:lnTo>
                  <a:pt x="582864" y="620664"/>
                </a:lnTo>
                <a:lnTo>
                  <a:pt x="584081" y="618042"/>
                </a:lnTo>
                <a:lnTo>
                  <a:pt x="584068" y="617975"/>
                </a:lnTo>
                <a:lnTo>
                  <a:pt x="583824" y="617733"/>
                </a:lnTo>
                <a:close/>
                <a:moveTo>
                  <a:pt x="582500" y="620300"/>
                </a:moveTo>
                <a:lnTo>
                  <a:pt x="582693" y="620511"/>
                </a:lnTo>
                <a:lnTo>
                  <a:pt x="582743" y="619829"/>
                </a:lnTo>
                <a:close/>
                <a:moveTo>
                  <a:pt x="213694" y="1446010"/>
                </a:moveTo>
                <a:lnTo>
                  <a:pt x="215626" y="1448134"/>
                </a:lnTo>
                <a:lnTo>
                  <a:pt x="214033" y="1446139"/>
                </a:lnTo>
                <a:close/>
                <a:moveTo>
                  <a:pt x="667383" y="429906"/>
                </a:moveTo>
                <a:lnTo>
                  <a:pt x="667481" y="432926"/>
                </a:lnTo>
                <a:lnTo>
                  <a:pt x="670700" y="434155"/>
                </a:lnTo>
                <a:lnTo>
                  <a:pt x="670829" y="432343"/>
                </a:lnTo>
                <a:close/>
                <a:moveTo>
                  <a:pt x="589804" y="603575"/>
                </a:moveTo>
                <a:lnTo>
                  <a:pt x="589787" y="603977"/>
                </a:lnTo>
                <a:lnTo>
                  <a:pt x="589906" y="604324"/>
                </a:lnTo>
                <a:lnTo>
                  <a:pt x="590177" y="603801"/>
                </a:lnTo>
                <a:close/>
                <a:moveTo>
                  <a:pt x="264349" y="1332176"/>
                </a:moveTo>
                <a:lnTo>
                  <a:pt x="267514" y="1336071"/>
                </a:lnTo>
                <a:lnTo>
                  <a:pt x="268027" y="1336352"/>
                </a:lnTo>
                <a:lnTo>
                  <a:pt x="266970" y="1334107"/>
                </a:lnTo>
                <a:close/>
                <a:moveTo>
                  <a:pt x="651731" y="464679"/>
                </a:moveTo>
                <a:lnTo>
                  <a:pt x="651331" y="465854"/>
                </a:lnTo>
                <a:lnTo>
                  <a:pt x="651331" y="466555"/>
                </a:lnTo>
                <a:lnTo>
                  <a:pt x="652124" y="467100"/>
                </a:lnTo>
                <a:close/>
                <a:moveTo>
                  <a:pt x="619724" y="536133"/>
                </a:moveTo>
                <a:lnTo>
                  <a:pt x="619584" y="537506"/>
                </a:lnTo>
                <a:lnTo>
                  <a:pt x="619893" y="536493"/>
                </a:lnTo>
                <a:close/>
                <a:moveTo>
                  <a:pt x="589607" y="603457"/>
                </a:moveTo>
                <a:lnTo>
                  <a:pt x="589665" y="603622"/>
                </a:lnTo>
                <a:lnTo>
                  <a:pt x="589669" y="603494"/>
                </a:lnTo>
                <a:close/>
                <a:moveTo>
                  <a:pt x="291482" y="1271001"/>
                </a:moveTo>
                <a:lnTo>
                  <a:pt x="291913" y="1272198"/>
                </a:lnTo>
                <a:lnTo>
                  <a:pt x="293400" y="1273664"/>
                </a:lnTo>
                <a:close/>
                <a:moveTo>
                  <a:pt x="257240" y="1347281"/>
                </a:moveTo>
                <a:lnTo>
                  <a:pt x="262002" y="1359508"/>
                </a:lnTo>
                <a:lnTo>
                  <a:pt x="262699" y="1360593"/>
                </a:lnTo>
                <a:lnTo>
                  <a:pt x="264327" y="1361748"/>
                </a:lnTo>
                <a:lnTo>
                  <a:pt x="265946" y="1360898"/>
                </a:lnTo>
                <a:lnTo>
                  <a:pt x="265967" y="1360887"/>
                </a:lnTo>
                <a:lnTo>
                  <a:pt x="258408" y="1348074"/>
                </a:lnTo>
                <a:close/>
                <a:moveTo>
                  <a:pt x="603327" y="572279"/>
                </a:moveTo>
                <a:lnTo>
                  <a:pt x="603914" y="576772"/>
                </a:lnTo>
                <a:lnTo>
                  <a:pt x="604095" y="576827"/>
                </a:lnTo>
                <a:lnTo>
                  <a:pt x="603622" y="572538"/>
                </a:lnTo>
                <a:close/>
                <a:moveTo>
                  <a:pt x="232979" y="1401475"/>
                </a:moveTo>
                <a:lnTo>
                  <a:pt x="234965" y="1405980"/>
                </a:lnTo>
                <a:lnTo>
                  <a:pt x="235872" y="1406641"/>
                </a:lnTo>
                <a:lnTo>
                  <a:pt x="234051" y="1403830"/>
                </a:lnTo>
                <a:lnTo>
                  <a:pt x="234100" y="1403291"/>
                </a:lnTo>
                <a:lnTo>
                  <a:pt x="236627" y="1407192"/>
                </a:lnTo>
                <a:lnTo>
                  <a:pt x="242273" y="1411309"/>
                </a:lnTo>
                <a:lnTo>
                  <a:pt x="247110" y="1414014"/>
                </a:lnTo>
                <a:lnTo>
                  <a:pt x="242792" y="1410516"/>
                </a:lnTo>
                <a:lnTo>
                  <a:pt x="242763" y="1410388"/>
                </a:lnTo>
                <a:lnTo>
                  <a:pt x="247525" y="1414246"/>
                </a:lnTo>
                <a:lnTo>
                  <a:pt x="254852" y="1418344"/>
                </a:lnTo>
                <a:lnTo>
                  <a:pt x="254519" y="1417589"/>
                </a:lnTo>
                <a:close/>
                <a:moveTo>
                  <a:pt x="189958" y="1497778"/>
                </a:moveTo>
                <a:lnTo>
                  <a:pt x="190173" y="1498152"/>
                </a:lnTo>
                <a:lnTo>
                  <a:pt x="192153" y="1499149"/>
                </a:lnTo>
                <a:close/>
                <a:moveTo>
                  <a:pt x="302599" y="1245493"/>
                </a:moveTo>
                <a:lnTo>
                  <a:pt x="303952" y="1248262"/>
                </a:lnTo>
                <a:lnTo>
                  <a:pt x="304251" y="1248422"/>
                </a:lnTo>
                <a:lnTo>
                  <a:pt x="302854" y="1245743"/>
                </a:lnTo>
                <a:close/>
                <a:moveTo>
                  <a:pt x="277792" y="1300849"/>
                </a:moveTo>
                <a:lnTo>
                  <a:pt x="278234" y="1301670"/>
                </a:lnTo>
                <a:lnTo>
                  <a:pt x="278576" y="1302023"/>
                </a:lnTo>
                <a:lnTo>
                  <a:pt x="278234" y="1301231"/>
                </a:lnTo>
                <a:close/>
                <a:moveTo>
                  <a:pt x="653525" y="459415"/>
                </a:moveTo>
                <a:lnTo>
                  <a:pt x="652377" y="462786"/>
                </a:lnTo>
                <a:lnTo>
                  <a:pt x="653197" y="467836"/>
                </a:lnTo>
                <a:lnTo>
                  <a:pt x="654360" y="468635"/>
                </a:lnTo>
                <a:lnTo>
                  <a:pt x="658712" y="471711"/>
                </a:lnTo>
                <a:lnTo>
                  <a:pt x="661667" y="466144"/>
                </a:lnTo>
                <a:lnTo>
                  <a:pt x="655643" y="460775"/>
                </a:lnTo>
                <a:close/>
                <a:moveTo>
                  <a:pt x="610650" y="555325"/>
                </a:moveTo>
                <a:lnTo>
                  <a:pt x="610644" y="555600"/>
                </a:lnTo>
                <a:lnTo>
                  <a:pt x="610727" y="556419"/>
                </a:lnTo>
                <a:lnTo>
                  <a:pt x="613020" y="559021"/>
                </a:lnTo>
                <a:lnTo>
                  <a:pt x="613865" y="556252"/>
                </a:lnTo>
                <a:close/>
                <a:moveTo>
                  <a:pt x="583084" y="616999"/>
                </a:moveTo>
                <a:lnTo>
                  <a:pt x="583037" y="617633"/>
                </a:lnTo>
                <a:lnTo>
                  <a:pt x="583269" y="617183"/>
                </a:lnTo>
                <a:close/>
                <a:moveTo>
                  <a:pt x="291216" y="1270264"/>
                </a:moveTo>
                <a:lnTo>
                  <a:pt x="291273" y="1270420"/>
                </a:lnTo>
                <a:lnTo>
                  <a:pt x="291954" y="1271408"/>
                </a:lnTo>
                <a:close/>
                <a:moveTo>
                  <a:pt x="587664" y="606422"/>
                </a:moveTo>
                <a:lnTo>
                  <a:pt x="588338" y="607031"/>
                </a:lnTo>
                <a:lnTo>
                  <a:pt x="588215" y="606676"/>
                </a:lnTo>
                <a:close/>
                <a:moveTo>
                  <a:pt x="649007" y="469014"/>
                </a:moveTo>
                <a:lnTo>
                  <a:pt x="648693" y="470753"/>
                </a:lnTo>
                <a:lnTo>
                  <a:pt x="649001" y="472363"/>
                </a:lnTo>
                <a:lnTo>
                  <a:pt x="649853" y="469862"/>
                </a:lnTo>
                <a:close/>
                <a:moveTo>
                  <a:pt x="626426" y="519443"/>
                </a:moveTo>
                <a:lnTo>
                  <a:pt x="627502" y="526036"/>
                </a:lnTo>
                <a:lnTo>
                  <a:pt x="628694" y="526943"/>
                </a:lnTo>
                <a:lnTo>
                  <a:pt x="629549" y="521641"/>
                </a:lnTo>
                <a:close/>
                <a:moveTo>
                  <a:pt x="603755" y="570203"/>
                </a:moveTo>
                <a:lnTo>
                  <a:pt x="604015" y="572564"/>
                </a:lnTo>
                <a:lnTo>
                  <a:pt x="605586" y="573945"/>
                </a:lnTo>
                <a:lnTo>
                  <a:pt x="606249" y="572659"/>
                </a:lnTo>
                <a:lnTo>
                  <a:pt x="606407" y="572364"/>
                </a:lnTo>
                <a:close/>
                <a:moveTo>
                  <a:pt x="574017" y="636738"/>
                </a:moveTo>
                <a:lnTo>
                  <a:pt x="575067" y="637456"/>
                </a:lnTo>
                <a:lnTo>
                  <a:pt x="575124" y="637333"/>
                </a:lnTo>
                <a:lnTo>
                  <a:pt x="575413" y="634031"/>
                </a:lnTo>
                <a:close/>
                <a:moveTo>
                  <a:pt x="635618" y="498361"/>
                </a:moveTo>
                <a:lnTo>
                  <a:pt x="634020" y="508573"/>
                </a:lnTo>
                <a:lnTo>
                  <a:pt x="635205" y="509384"/>
                </a:lnTo>
                <a:lnTo>
                  <a:pt x="636688" y="503121"/>
                </a:lnTo>
                <a:lnTo>
                  <a:pt x="637070" y="502819"/>
                </a:lnTo>
                <a:lnTo>
                  <a:pt x="635471" y="509566"/>
                </a:lnTo>
                <a:lnTo>
                  <a:pt x="636560" y="510310"/>
                </a:lnTo>
                <a:lnTo>
                  <a:pt x="639790" y="500395"/>
                </a:lnTo>
                <a:close/>
                <a:moveTo>
                  <a:pt x="600679" y="576507"/>
                </a:moveTo>
                <a:lnTo>
                  <a:pt x="599772" y="582140"/>
                </a:lnTo>
                <a:lnTo>
                  <a:pt x="601035" y="582765"/>
                </a:lnTo>
                <a:lnTo>
                  <a:pt x="603644" y="577707"/>
                </a:lnTo>
                <a:lnTo>
                  <a:pt x="603603" y="577393"/>
                </a:lnTo>
                <a:close/>
                <a:moveTo>
                  <a:pt x="644011" y="479470"/>
                </a:moveTo>
                <a:lnTo>
                  <a:pt x="645239" y="482092"/>
                </a:lnTo>
                <a:lnTo>
                  <a:pt x="645437" y="480998"/>
                </a:lnTo>
                <a:close/>
                <a:moveTo>
                  <a:pt x="589939" y="600408"/>
                </a:moveTo>
                <a:lnTo>
                  <a:pt x="589829" y="602993"/>
                </a:lnTo>
                <a:lnTo>
                  <a:pt x="590412" y="603345"/>
                </a:lnTo>
                <a:lnTo>
                  <a:pt x="590459" y="603255"/>
                </a:lnTo>
                <a:lnTo>
                  <a:pt x="590713" y="600747"/>
                </a:lnTo>
                <a:close/>
                <a:moveTo>
                  <a:pt x="571397" y="641812"/>
                </a:moveTo>
                <a:lnTo>
                  <a:pt x="571731" y="644554"/>
                </a:lnTo>
                <a:lnTo>
                  <a:pt x="571762" y="644572"/>
                </a:lnTo>
                <a:lnTo>
                  <a:pt x="574350" y="638998"/>
                </a:lnTo>
                <a:lnTo>
                  <a:pt x="573241" y="638241"/>
                </a:lnTo>
                <a:close/>
                <a:moveTo>
                  <a:pt x="624296" y="523338"/>
                </a:moveTo>
                <a:lnTo>
                  <a:pt x="624233" y="523545"/>
                </a:lnTo>
                <a:lnTo>
                  <a:pt x="624398" y="523670"/>
                </a:lnTo>
                <a:close/>
                <a:moveTo>
                  <a:pt x="257522" y="1344526"/>
                </a:moveTo>
                <a:lnTo>
                  <a:pt x="260118" y="1348927"/>
                </a:lnTo>
                <a:lnTo>
                  <a:pt x="262906" y="1350765"/>
                </a:lnTo>
                <a:lnTo>
                  <a:pt x="261588" y="1347383"/>
                </a:lnTo>
                <a:lnTo>
                  <a:pt x="260614" y="1346421"/>
                </a:lnTo>
                <a:lnTo>
                  <a:pt x="258287" y="1345276"/>
                </a:lnTo>
                <a:lnTo>
                  <a:pt x="258184" y="1345002"/>
                </a:lnTo>
                <a:lnTo>
                  <a:pt x="260165" y="1345977"/>
                </a:lnTo>
                <a:lnTo>
                  <a:pt x="259595" y="1345414"/>
                </a:lnTo>
                <a:close/>
                <a:moveTo>
                  <a:pt x="666286" y="429128"/>
                </a:moveTo>
                <a:lnTo>
                  <a:pt x="666993" y="432707"/>
                </a:lnTo>
                <a:lnTo>
                  <a:pt x="666922" y="430521"/>
                </a:lnTo>
                <a:lnTo>
                  <a:pt x="666904" y="429565"/>
                </a:lnTo>
                <a:close/>
                <a:moveTo>
                  <a:pt x="570397" y="643750"/>
                </a:moveTo>
                <a:lnTo>
                  <a:pt x="571065" y="644153"/>
                </a:lnTo>
                <a:lnTo>
                  <a:pt x="570898" y="642778"/>
                </a:lnTo>
                <a:close/>
                <a:moveTo>
                  <a:pt x="615978" y="541519"/>
                </a:moveTo>
                <a:lnTo>
                  <a:pt x="616959" y="542349"/>
                </a:lnTo>
                <a:lnTo>
                  <a:pt x="617000" y="542059"/>
                </a:lnTo>
                <a:close/>
                <a:moveTo>
                  <a:pt x="569839" y="644831"/>
                </a:moveTo>
                <a:lnTo>
                  <a:pt x="569938" y="644930"/>
                </a:lnTo>
                <a:lnTo>
                  <a:pt x="571243" y="645690"/>
                </a:lnTo>
                <a:lnTo>
                  <a:pt x="571250" y="645676"/>
                </a:lnTo>
                <a:lnTo>
                  <a:pt x="571171" y="645017"/>
                </a:lnTo>
                <a:lnTo>
                  <a:pt x="570083" y="644359"/>
                </a:lnTo>
                <a:close/>
                <a:moveTo>
                  <a:pt x="277046" y="1300442"/>
                </a:moveTo>
                <a:lnTo>
                  <a:pt x="277625" y="1301042"/>
                </a:lnTo>
                <a:lnTo>
                  <a:pt x="277349" y="1300527"/>
                </a:lnTo>
                <a:close/>
                <a:moveTo>
                  <a:pt x="651341" y="462276"/>
                </a:moveTo>
                <a:lnTo>
                  <a:pt x="651333" y="465517"/>
                </a:lnTo>
                <a:lnTo>
                  <a:pt x="651695" y="464456"/>
                </a:lnTo>
                <a:close/>
                <a:moveTo>
                  <a:pt x="585014" y="610709"/>
                </a:moveTo>
                <a:lnTo>
                  <a:pt x="585137" y="612332"/>
                </a:lnTo>
                <a:lnTo>
                  <a:pt x="585629" y="612610"/>
                </a:lnTo>
                <a:lnTo>
                  <a:pt x="585997" y="611896"/>
                </a:lnTo>
                <a:close/>
                <a:moveTo>
                  <a:pt x="229620" y="1406429"/>
                </a:moveTo>
                <a:lnTo>
                  <a:pt x="232431" y="1410659"/>
                </a:lnTo>
                <a:lnTo>
                  <a:pt x="231000" y="1407412"/>
                </a:lnTo>
                <a:close/>
                <a:moveTo>
                  <a:pt x="659728" y="443276"/>
                </a:moveTo>
                <a:lnTo>
                  <a:pt x="662809" y="447321"/>
                </a:lnTo>
                <a:lnTo>
                  <a:pt x="667580" y="450793"/>
                </a:lnTo>
                <a:lnTo>
                  <a:pt x="667521" y="448984"/>
                </a:lnTo>
                <a:close/>
                <a:moveTo>
                  <a:pt x="271670" y="1312195"/>
                </a:moveTo>
                <a:lnTo>
                  <a:pt x="277120" y="1317281"/>
                </a:lnTo>
                <a:lnTo>
                  <a:pt x="276564" y="1315349"/>
                </a:lnTo>
                <a:lnTo>
                  <a:pt x="276301" y="1315144"/>
                </a:lnTo>
                <a:close/>
                <a:moveTo>
                  <a:pt x="649578" y="465863"/>
                </a:moveTo>
                <a:lnTo>
                  <a:pt x="649115" y="468424"/>
                </a:lnTo>
                <a:lnTo>
                  <a:pt x="650036" y="469323"/>
                </a:lnTo>
                <a:lnTo>
                  <a:pt x="650212" y="468808"/>
                </a:lnTo>
                <a:lnTo>
                  <a:pt x="650293" y="466368"/>
                </a:lnTo>
                <a:close/>
                <a:moveTo>
                  <a:pt x="613154" y="547323"/>
                </a:moveTo>
                <a:lnTo>
                  <a:pt x="613198" y="547724"/>
                </a:lnTo>
                <a:lnTo>
                  <a:pt x="613647" y="548160"/>
                </a:lnTo>
                <a:lnTo>
                  <a:pt x="615202" y="549490"/>
                </a:lnTo>
                <a:close/>
                <a:moveTo>
                  <a:pt x="625242" y="520237"/>
                </a:moveTo>
                <a:lnTo>
                  <a:pt x="624439" y="522872"/>
                </a:lnTo>
                <a:lnTo>
                  <a:pt x="624788" y="523968"/>
                </a:lnTo>
                <a:lnTo>
                  <a:pt x="626259" y="525088"/>
                </a:lnTo>
                <a:close/>
                <a:moveTo>
                  <a:pt x="567987" y="648415"/>
                </a:moveTo>
                <a:lnTo>
                  <a:pt x="567610" y="651412"/>
                </a:lnTo>
                <a:lnTo>
                  <a:pt x="568247" y="652144"/>
                </a:lnTo>
                <a:lnTo>
                  <a:pt x="569592" y="649249"/>
                </a:lnTo>
                <a:lnTo>
                  <a:pt x="569094" y="648037"/>
                </a:lnTo>
                <a:lnTo>
                  <a:pt x="568393" y="647628"/>
                </a:lnTo>
                <a:close/>
                <a:moveTo>
                  <a:pt x="675358" y="407983"/>
                </a:moveTo>
                <a:lnTo>
                  <a:pt x="675975" y="420496"/>
                </a:lnTo>
                <a:lnTo>
                  <a:pt x="681147" y="429452"/>
                </a:lnTo>
                <a:lnTo>
                  <a:pt x="682544" y="426819"/>
                </a:lnTo>
                <a:lnTo>
                  <a:pt x="683473" y="423559"/>
                </a:lnTo>
                <a:lnTo>
                  <a:pt x="679732" y="418781"/>
                </a:lnTo>
                <a:lnTo>
                  <a:pt x="679942" y="418833"/>
                </a:lnTo>
                <a:lnTo>
                  <a:pt x="683518" y="423400"/>
                </a:lnTo>
                <a:lnTo>
                  <a:pt x="683883" y="422117"/>
                </a:lnTo>
                <a:lnTo>
                  <a:pt x="686239" y="415674"/>
                </a:lnTo>
                <a:close/>
                <a:moveTo>
                  <a:pt x="583298" y="614059"/>
                </a:moveTo>
                <a:lnTo>
                  <a:pt x="583120" y="616501"/>
                </a:lnTo>
                <a:lnTo>
                  <a:pt x="583456" y="616820"/>
                </a:lnTo>
                <a:lnTo>
                  <a:pt x="583735" y="616281"/>
                </a:lnTo>
                <a:close/>
                <a:moveTo>
                  <a:pt x="590001" y="598906"/>
                </a:moveTo>
                <a:lnTo>
                  <a:pt x="589964" y="599792"/>
                </a:lnTo>
                <a:lnTo>
                  <a:pt x="590778" y="600109"/>
                </a:lnTo>
                <a:lnTo>
                  <a:pt x="590861" y="599303"/>
                </a:lnTo>
                <a:close/>
                <a:moveTo>
                  <a:pt x="597629" y="581806"/>
                </a:moveTo>
                <a:lnTo>
                  <a:pt x="597951" y="582690"/>
                </a:lnTo>
                <a:lnTo>
                  <a:pt x="598047" y="582590"/>
                </a:lnTo>
                <a:lnTo>
                  <a:pt x="598043" y="582944"/>
                </a:lnTo>
                <a:lnTo>
                  <a:pt x="598123" y="583163"/>
                </a:lnTo>
                <a:lnTo>
                  <a:pt x="598273" y="582238"/>
                </a:lnTo>
                <a:close/>
                <a:moveTo>
                  <a:pt x="538599" y="713963"/>
                </a:moveTo>
                <a:lnTo>
                  <a:pt x="538192" y="716820"/>
                </a:lnTo>
                <a:lnTo>
                  <a:pt x="538211" y="716835"/>
                </a:lnTo>
                <a:lnTo>
                  <a:pt x="539353" y="714375"/>
                </a:lnTo>
                <a:close/>
                <a:moveTo>
                  <a:pt x="566876" y="650568"/>
                </a:moveTo>
                <a:lnTo>
                  <a:pt x="567294" y="651049"/>
                </a:lnTo>
                <a:lnTo>
                  <a:pt x="567510" y="649341"/>
                </a:lnTo>
                <a:close/>
                <a:moveTo>
                  <a:pt x="604127" y="567151"/>
                </a:moveTo>
                <a:lnTo>
                  <a:pt x="606665" y="570180"/>
                </a:lnTo>
                <a:lnTo>
                  <a:pt x="606732" y="569454"/>
                </a:lnTo>
                <a:close/>
                <a:moveTo>
                  <a:pt x="610716" y="552313"/>
                </a:moveTo>
                <a:lnTo>
                  <a:pt x="610653" y="555186"/>
                </a:lnTo>
                <a:lnTo>
                  <a:pt x="613898" y="556120"/>
                </a:lnTo>
                <a:lnTo>
                  <a:pt x="613835" y="555548"/>
                </a:lnTo>
                <a:lnTo>
                  <a:pt x="613293" y="554817"/>
                </a:lnTo>
                <a:close/>
                <a:moveTo>
                  <a:pt x="602971" y="569565"/>
                </a:moveTo>
                <a:lnTo>
                  <a:pt x="603279" y="571917"/>
                </a:lnTo>
                <a:lnTo>
                  <a:pt x="603582" y="572184"/>
                </a:lnTo>
                <a:lnTo>
                  <a:pt x="603326" y="569854"/>
                </a:lnTo>
                <a:close/>
                <a:moveTo>
                  <a:pt x="583449" y="612974"/>
                </a:moveTo>
                <a:lnTo>
                  <a:pt x="583558" y="613533"/>
                </a:lnTo>
                <a:lnTo>
                  <a:pt x="584062" y="615646"/>
                </a:lnTo>
                <a:lnTo>
                  <a:pt x="584607" y="614591"/>
                </a:lnTo>
                <a:lnTo>
                  <a:pt x="584553" y="613885"/>
                </a:lnTo>
                <a:lnTo>
                  <a:pt x="584541" y="613558"/>
                </a:lnTo>
                <a:close/>
                <a:moveTo>
                  <a:pt x="275158" y="1302620"/>
                </a:moveTo>
                <a:lnTo>
                  <a:pt x="275597" y="1304144"/>
                </a:lnTo>
                <a:lnTo>
                  <a:pt x="278316" y="1306405"/>
                </a:lnTo>
                <a:lnTo>
                  <a:pt x="276831" y="1304389"/>
                </a:lnTo>
                <a:close/>
                <a:moveTo>
                  <a:pt x="536945" y="716257"/>
                </a:moveTo>
                <a:lnTo>
                  <a:pt x="536263" y="718587"/>
                </a:lnTo>
                <a:lnTo>
                  <a:pt x="536411" y="719288"/>
                </a:lnTo>
                <a:lnTo>
                  <a:pt x="536726" y="719852"/>
                </a:lnTo>
                <a:lnTo>
                  <a:pt x="536880" y="719704"/>
                </a:lnTo>
                <a:lnTo>
                  <a:pt x="537202" y="719008"/>
                </a:lnTo>
                <a:lnTo>
                  <a:pt x="537527" y="716733"/>
                </a:lnTo>
                <a:lnTo>
                  <a:pt x="537510" y="716681"/>
                </a:lnTo>
                <a:close/>
                <a:moveTo>
                  <a:pt x="243756" y="1372753"/>
                </a:moveTo>
                <a:lnTo>
                  <a:pt x="259109" y="1385357"/>
                </a:lnTo>
                <a:lnTo>
                  <a:pt x="256589" y="1381334"/>
                </a:lnTo>
                <a:lnTo>
                  <a:pt x="249149" y="1375672"/>
                </a:lnTo>
                <a:lnTo>
                  <a:pt x="249104" y="1375501"/>
                </a:lnTo>
                <a:lnTo>
                  <a:pt x="256425" y="1381073"/>
                </a:lnTo>
                <a:lnTo>
                  <a:pt x="253769" y="1376832"/>
                </a:lnTo>
                <a:lnTo>
                  <a:pt x="247801" y="1370629"/>
                </a:lnTo>
                <a:close/>
                <a:moveTo>
                  <a:pt x="297438" y="1252469"/>
                </a:moveTo>
                <a:lnTo>
                  <a:pt x="298517" y="1256213"/>
                </a:lnTo>
                <a:lnTo>
                  <a:pt x="299295" y="1256847"/>
                </a:lnTo>
                <a:lnTo>
                  <a:pt x="300865" y="1257942"/>
                </a:lnTo>
                <a:lnTo>
                  <a:pt x="300611" y="1256770"/>
                </a:lnTo>
                <a:lnTo>
                  <a:pt x="300404" y="1255969"/>
                </a:lnTo>
                <a:close/>
                <a:moveTo>
                  <a:pt x="538923" y="711689"/>
                </a:moveTo>
                <a:lnTo>
                  <a:pt x="538728" y="713057"/>
                </a:lnTo>
                <a:lnTo>
                  <a:pt x="539734" y="713555"/>
                </a:lnTo>
                <a:lnTo>
                  <a:pt x="539887" y="713226"/>
                </a:lnTo>
                <a:lnTo>
                  <a:pt x="539850" y="712226"/>
                </a:lnTo>
                <a:close/>
                <a:moveTo>
                  <a:pt x="537150" y="715554"/>
                </a:moveTo>
                <a:lnTo>
                  <a:pt x="537034" y="715952"/>
                </a:lnTo>
                <a:lnTo>
                  <a:pt x="537353" y="716191"/>
                </a:lnTo>
                <a:close/>
                <a:moveTo>
                  <a:pt x="636421" y="493229"/>
                </a:moveTo>
                <a:lnTo>
                  <a:pt x="635726" y="497670"/>
                </a:lnTo>
                <a:lnTo>
                  <a:pt x="639998" y="499753"/>
                </a:lnTo>
                <a:lnTo>
                  <a:pt x="640758" y="497418"/>
                </a:lnTo>
                <a:close/>
                <a:moveTo>
                  <a:pt x="192809" y="1486336"/>
                </a:moveTo>
                <a:lnTo>
                  <a:pt x="200456" y="1492294"/>
                </a:lnTo>
                <a:lnTo>
                  <a:pt x="207376" y="1497254"/>
                </a:lnTo>
                <a:lnTo>
                  <a:pt x="200329" y="1488434"/>
                </a:lnTo>
                <a:close/>
                <a:moveTo>
                  <a:pt x="259234" y="1337472"/>
                </a:moveTo>
                <a:lnTo>
                  <a:pt x="262457" y="1345749"/>
                </a:lnTo>
                <a:lnTo>
                  <a:pt x="264100" y="1347150"/>
                </a:lnTo>
                <a:lnTo>
                  <a:pt x="265528" y="1347781"/>
                </a:lnTo>
                <a:close/>
                <a:moveTo>
                  <a:pt x="601605" y="570766"/>
                </a:moveTo>
                <a:lnTo>
                  <a:pt x="600790" y="575824"/>
                </a:lnTo>
                <a:lnTo>
                  <a:pt x="603506" y="576647"/>
                </a:lnTo>
                <a:lnTo>
                  <a:pt x="602883" y="571888"/>
                </a:lnTo>
                <a:close/>
                <a:moveTo>
                  <a:pt x="590103" y="596509"/>
                </a:moveTo>
                <a:lnTo>
                  <a:pt x="590042" y="597951"/>
                </a:lnTo>
                <a:lnTo>
                  <a:pt x="590960" y="598331"/>
                </a:lnTo>
                <a:lnTo>
                  <a:pt x="591031" y="597629"/>
                </a:lnTo>
                <a:close/>
                <a:moveTo>
                  <a:pt x="207967" y="1452150"/>
                </a:moveTo>
                <a:lnTo>
                  <a:pt x="209902" y="1455512"/>
                </a:lnTo>
                <a:lnTo>
                  <a:pt x="213058" y="1457794"/>
                </a:lnTo>
                <a:lnTo>
                  <a:pt x="219187" y="1459945"/>
                </a:lnTo>
                <a:lnTo>
                  <a:pt x="218700" y="1459232"/>
                </a:lnTo>
                <a:lnTo>
                  <a:pt x="218601" y="1459074"/>
                </a:lnTo>
                <a:close/>
                <a:moveTo>
                  <a:pt x="568959" y="643681"/>
                </a:moveTo>
                <a:lnTo>
                  <a:pt x="569111" y="644100"/>
                </a:lnTo>
                <a:lnTo>
                  <a:pt x="569286" y="644276"/>
                </a:lnTo>
                <a:lnTo>
                  <a:pt x="569443" y="643973"/>
                </a:lnTo>
                <a:close/>
                <a:moveTo>
                  <a:pt x="537751" y="713501"/>
                </a:moveTo>
                <a:lnTo>
                  <a:pt x="537331" y="714937"/>
                </a:lnTo>
                <a:lnTo>
                  <a:pt x="537643" y="715917"/>
                </a:lnTo>
                <a:lnTo>
                  <a:pt x="537970" y="713619"/>
                </a:lnTo>
                <a:close/>
                <a:moveTo>
                  <a:pt x="603345" y="566489"/>
                </a:moveTo>
                <a:lnTo>
                  <a:pt x="603648" y="569237"/>
                </a:lnTo>
                <a:lnTo>
                  <a:pt x="606549" y="571413"/>
                </a:lnTo>
                <a:lnTo>
                  <a:pt x="606633" y="570524"/>
                </a:lnTo>
                <a:close/>
                <a:moveTo>
                  <a:pt x="291238" y="1265303"/>
                </a:moveTo>
                <a:lnTo>
                  <a:pt x="292481" y="1267963"/>
                </a:lnTo>
                <a:lnTo>
                  <a:pt x="294389" y="1269053"/>
                </a:lnTo>
                <a:close/>
                <a:moveTo>
                  <a:pt x="650478" y="460894"/>
                </a:moveTo>
                <a:lnTo>
                  <a:pt x="649661" y="465408"/>
                </a:lnTo>
                <a:lnTo>
                  <a:pt x="650311" y="465854"/>
                </a:lnTo>
                <a:close/>
                <a:moveTo>
                  <a:pt x="276028" y="1299323"/>
                </a:moveTo>
                <a:lnTo>
                  <a:pt x="276438" y="1299814"/>
                </a:lnTo>
                <a:lnTo>
                  <a:pt x="276471" y="1299848"/>
                </a:lnTo>
                <a:lnTo>
                  <a:pt x="276707" y="1299910"/>
                </a:lnTo>
                <a:close/>
                <a:moveTo>
                  <a:pt x="651631" y="458199"/>
                </a:moveTo>
                <a:lnTo>
                  <a:pt x="652340" y="462561"/>
                </a:lnTo>
                <a:lnTo>
                  <a:pt x="653432" y="459355"/>
                </a:lnTo>
                <a:close/>
                <a:moveTo>
                  <a:pt x="593832" y="587548"/>
                </a:moveTo>
                <a:lnTo>
                  <a:pt x="593801" y="587851"/>
                </a:lnTo>
                <a:lnTo>
                  <a:pt x="594104" y="588288"/>
                </a:lnTo>
                <a:close/>
                <a:moveTo>
                  <a:pt x="636682" y="491558"/>
                </a:moveTo>
                <a:lnTo>
                  <a:pt x="636662" y="491685"/>
                </a:lnTo>
                <a:lnTo>
                  <a:pt x="638892" y="493708"/>
                </a:lnTo>
                <a:lnTo>
                  <a:pt x="639546" y="494018"/>
                </a:lnTo>
                <a:lnTo>
                  <a:pt x="638616" y="492974"/>
                </a:lnTo>
                <a:close/>
                <a:moveTo>
                  <a:pt x="210878" y="1444931"/>
                </a:moveTo>
                <a:lnTo>
                  <a:pt x="215439" y="1451603"/>
                </a:lnTo>
                <a:lnTo>
                  <a:pt x="220885" y="1454716"/>
                </a:lnTo>
                <a:lnTo>
                  <a:pt x="218310" y="1451493"/>
                </a:lnTo>
                <a:lnTo>
                  <a:pt x="213122" y="1445791"/>
                </a:lnTo>
                <a:close/>
                <a:moveTo>
                  <a:pt x="538210" y="711932"/>
                </a:moveTo>
                <a:lnTo>
                  <a:pt x="537988" y="712692"/>
                </a:lnTo>
                <a:lnTo>
                  <a:pt x="538094" y="712744"/>
                </a:lnTo>
                <a:close/>
                <a:moveTo>
                  <a:pt x="588309" y="599696"/>
                </a:moveTo>
                <a:lnTo>
                  <a:pt x="589347" y="602701"/>
                </a:lnTo>
                <a:lnTo>
                  <a:pt x="589689" y="602908"/>
                </a:lnTo>
                <a:lnTo>
                  <a:pt x="589775" y="600337"/>
                </a:lnTo>
                <a:close/>
                <a:moveTo>
                  <a:pt x="215981" y="1433384"/>
                </a:moveTo>
                <a:lnTo>
                  <a:pt x="225758" y="1449054"/>
                </a:lnTo>
                <a:lnTo>
                  <a:pt x="229168" y="1451446"/>
                </a:lnTo>
                <a:lnTo>
                  <a:pt x="238626" y="1454920"/>
                </a:lnTo>
                <a:lnTo>
                  <a:pt x="244067" y="1449291"/>
                </a:lnTo>
                <a:lnTo>
                  <a:pt x="244455" y="1448900"/>
                </a:lnTo>
                <a:lnTo>
                  <a:pt x="226364" y="1439158"/>
                </a:lnTo>
                <a:close/>
                <a:moveTo>
                  <a:pt x="290127" y="1267237"/>
                </a:moveTo>
                <a:lnTo>
                  <a:pt x="290612" y="1268586"/>
                </a:lnTo>
                <a:lnTo>
                  <a:pt x="295072" y="1275312"/>
                </a:lnTo>
                <a:lnTo>
                  <a:pt x="295468" y="1275702"/>
                </a:lnTo>
                <a:lnTo>
                  <a:pt x="293747" y="1271889"/>
                </a:lnTo>
                <a:lnTo>
                  <a:pt x="290541" y="1267474"/>
                </a:lnTo>
                <a:close/>
                <a:moveTo>
                  <a:pt x="667159" y="422963"/>
                </a:moveTo>
                <a:lnTo>
                  <a:pt x="667372" y="429558"/>
                </a:lnTo>
                <a:lnTo>
                  <a:pt x="670852" y="432020"/>
                </a:lnTo>
                <a:lnTo>
                  <a:pt x="671273" y="426092"/>
                </a:lnTo>
                <a:lnTo>
                  <a:pt x="668976" y="424015"/>
                </a:lnTo>
                <a:close/>
                <a:moveTo>
                  <a:pt x="224961" y="1413108"/>
                </a:moveTo>
                <a:lnTo>
                  <a:pt x="231983" y="1422021"/>
                </a:lnTo>
                <a:lnTo>
                  <a:pt x="243947" y="1436797"/>
                </a:lnTo>
                <a:lnTo>
                  <a:pt x="238715" y="1424922"/>
                </a:lnTo>
                <a:close/>
                <a:moveTo>
                  <a:pt x="255896" y="1343830"/>
                </a:moveTo>
                <a:lnTo>
                  <a:pt x="257109" y="1346944"/>
                </a:lnTo>
                <a:lnTo>
                  <a:pt x="258144" y="1347627"/>
                </a:lnTo>
                <a:lnTo>
                  <a:pt x="256997" y="1345681"/>
                </a:lnTo>
                <a:lnTo>
                  <a:pt x="256033" y="1343889"/>
                </a:lnTo>
                <a:close/>
                <a:moveTo>
                  <a:pt x="636782" y="490917"/>
                </a:moveTo>
                <a:lnTo>
                  <a:pt x="636735" y="491223"/>
                </a:lnTo>
                <a:lnTo>
                  <a:pt x="637659" y="491900"/>
                </a:lnTo>
                <a:close/>
                <a:moveTo>
                  <a:pt x="567122" y="646888"/>
                </a:moveTo>
                <a:lnTo>
                  <a:pt x="566971" y="648761"/>
                </a:lnTo>
                <a:lnTo>
                  <a:pt x="567748" y="647253"/>
                </a:lnTo>
                <a:close/>
                <a:moveTo>
                  <a:pt x="596508" y="581052"/>
                </a:moveTo>
                <a:lnTo>
                  <a:pt x="596571" y="586000"/>
                </a:lnTo>
                <a:lnTo>
                  <a:pt x="597423" y="587509"/>
                </a:lnTo>
                <a:lnTo>
                  <a:pt x="597697" y="585807"/>
                </a:lnTo>
                <a:lnTo>
                  <a:pt x="597717" y="584084"/>
                </a:lnTo>
                <a:lnTo>
                  <a:pt x="596816" y="581259"/>
                </a:lnTo>
                <a:close/>
                <a:moveTo>
                  <a:pt x="605782" y="560225"/>
                </a:moveTo>
                <a:lnTo>
                  <a:pt x="606708" y="564641"/>
                </a:lnTo>
                <a:lnTo>
                  <a:pt x="606306" y="560407"/>
                </a:lnTo>
                <a:close/>
                <a:moveTo>
                  <a:pt x="624574" y="518142"/>
                </a:moveTo>
                <a:lnTo>
                  <a:pt x="624227" y="522207"/>
                </a:lnTo>
                <a:lnTo>
                  <a:pt x="624240" y="522247"/>
                </a:lnTo>
                <a:lnTo>
                  <a:pt x="625084" y="519483"/>
                </a:lnTo>
                <a:lnTo>
                  <a:pt x="624855" y="518389"/>
                </a:lnTo>
                <a:lnTo>
                  <a:pt x="624843" y="518330"/>
                </a:lnTo>
                <a:close/>
                <a:moveTo>
                  <a:pt x="601936" y="568721"/>
                </a:moveTo>
                <a:lnTo>
                  <a:pt x="601652" y="570485"/>
                </a:lnTo>
                <a:lnTo>
                  <a:pt x="602835" y="571526"/>
                </a:lnTo>
                <a:lnTo>
                  <a:pt x="602532" y="569206"/>
                </a:lnTo>
                <a:close/>
                <a:moveTo>
                  <a:pt x="289473" y="1268213"/>
                </a:moveTo>
                <a:lnTo>
                  <a:pt x="289863" y="1269814"/>
                </a:lnTo>
                <a:lnTo>
                  <a:pt x="290797" y="1270983"/>
                </a:lnTo>
                <a:lnTo>
                  <a:pt x="290181" y="1269195"/>
                </a:lnTo>
                <a:close/>
                <a:moveTo>
                  <a:pt x="667138" y="422354"/>
                </a:moveTo>
                <a:lnTo>
                  <a:pt x="667148" y="422638"/>
                </a:lnTo>
                <a:lnTo>
                  <a:pt x="667997" y="423129"/>
                </a:lnTo>
                <a:close/>
                <a:moveTo>
                  <a:pt x="603300" y="565283"/>
                </a:moveTo>
                <a:lnTo>
                  <a:pt x="606842" y="568279"/>
                </a:lnTo>
                <a:lnTo>
                  <a:pt x="606860" y="568080"/>
                </a:lnTo>
                <a:lnTo>
                  <a:pt x="606364" y="565705"/>
                </a:lnTo>
                <a:close/>
                <a:moveTo>
                  <a:pt x="536234" y="715351"/>
                </a:moveTo>
                <a:lnTo>
                  <a:pt x="536398" y="715474"/>
                </a:lnTo>
                <a:lnTo>
                  <a:pt x="536746" y="714285"/>
                </a:lnTo>
                <a:lnTo>
                  <a:pt x="536740" y="714267"/>
                </a:lnTo>
                <a:close/>
                <a:moveTo>
                  <a:pt x="535786" y="716311"/>
                </a:moveTo>
                <a:lnTo>
                  <a:pt x="535939" y="717041"/>
                </a:lnTo>
                <a:lnTo>
                  <a:pt x="536308" y="715779"/>
                </a:lnTo>
                <a:lnTo>
                  <a:pt x="536105" y="715627"/>
                </a:lnTo>
                <a:close/>
                <a:moveTo>
                  <a:pt x="598513" y="575850"/>
                </a:moveTo>
                <a:lnTo>
                  <a:pt x="598879" y="578480"/>
                </a:lnTo>
                <a:lnTo>
                  <a:pt x="599266" y="576078"/>
                </a:lnTo>
                <a:close/>
                <a:moveTo>
                  <a:pt x="535313" y="717324"/>
                </a:moveTo>
                <a:lnTo>
                  <a:pt x="535670" y="717963"/>
                </a:lnTo>
                <a:lnTo>
                  <a:pt x="535729" y="717760"/>
                </a:lnTo>
                <a:lnTo>
                  <a:pt x="535547" y="716826"/>
                </a:lnTo>
                <a:close/>
                <a:moveTo>
                  <a:pt x="596497" y="580261"/>
                </a:moveTo>
                <a:lnTo>
                  <a:pt x="596500" y="580402"/>
                </a:lnTo>
                <a:lnTo>
                  <a:pt x="596553" y="580434"/>
                </a:lnTo>
                <a:close/>
                <a:moveTo>
                  <a:pt x="651441" y="457029"/>
                </a:moveTo>
                <a:lnTo>
                  <a:pt x="651484" y="457288"/>
                </a:lnTo>
                <a:lnTo>
                  <a:pt x="652375" y="457861"/>
                </a:lnTo>
                <a:close/>
                <a:moveTo>
                  <a:pt x="629671" y="505718"/>
                </a:moveTo>
                <a:lnTo>
                  <a:pt x="626924" y="514720"/>
                </a:lnTo>
                <a:lnTo>
                  <a:pt x="630367" y="516569"/>
                </a:lnTo>
                <a:lnTo>
                  <a:pt x="631554" y="509204"/>
                </a:lnTo>
                <a:lnTo>
                  <a:pt x="631946" y="507274"/>
                </a:lnTo>
                <a:close/>
                <a:moveTo>
                  <a:pt x="255618" y="1343116"/>
                </a:moveTo>
                <a:lnTo>
                  <a:pt x="255756" y="1343469"/>
                </a:lnTo>
                <a:lnTo>
                  <a:pt x="255824" y="1343499"/>
                </a:lnTo>
                <a:close/>
                <a:moveTo>
                  <a:pt x="602229" y="566900"/>
                </a:moveTo>
                <a:lnTo>
                  <a:pt x="602047" y="568034"/>
                </a:lnTo>
                <a:lnTo>
                  <a:pt x="602414" y="568311"/>
                </a:lnTo>
                <a:close/>
                <a:moveTo>
                  <a:pt x="265455" y="1320859"/>
                </a:moveTo>
                <a:lnTo>
                  <a:pt x="277783" y="1332983"/>
                </a:lnTo>
                <a:lnTo>
                  <a:pt x="272822" y="1324385"/>
                </a:lnTo>
                <a:lnTo>
                  <a:pt x="271521" y="1323106"/>
                </a:lnTo>
                <a:close/>
                <a:moveTo>
                  <a:pt x="637204" y="488222"/>
                </a:moveTo>
                <a:lnTo>
                  <a:pt x="636907" y="490117"/>
                </a:lnTo>
                <a:lnTo>
                  <a:pt x="640970" y="494323"/>
                </a:lnTo>
                <a:lnTo>
                  <a:pt x="641534" y="494738"/>
                </a:lnTo>
                <a:lnTo>
                  <a:pt x="638911" y="489139"/>
                </a:lnTo>
                <a:close/>
                <a:moveTo>
                  <a:pt x="289218" y="1267166"/>
                </a:moveTo>
                <a:lnTo>
                  <a:pt x="289323" y="1267594"/>
                </a:lnTo>
                <a:lnTo>
                  <a:pt x="289935" y="1268480"/>
                </a:lnTo>
                <a:lnTo>
                  <a:pt x="289784" y="1268043"/>
                </a:lnTo>
                <a:close/>
                <a:moveTo>
                  <a:pt x="567691" y="643549"/>
                </a:moveTo>
                <a:lnTo>
                  <a:pt x="567718" y="643611"/>
                </a:lnTo>
                <a:lnTo>
                  <a:pt x="567697" y="643554"/>
                </a:lnTo>
                <a:close/>
                <a:moveTo>
                  <a:pt x="255882" y="1341745"/>
                </a:moveTo>
                <a:lnTo>
                  <a:pt x="257301" y="1344151"/>
                </a:lnTo>
                <a:lnTo>
                  <a:pt x="259135" y="1344960"/>
                </a:lnTo>
                <a:close/>
                <a:moveTo>
                  <a:pt x="602463" y="565680"/>
                </a:moveTo>
                <a:lnTo>
                  <a:pt x="602850" y="568637"/>
                </a:lnTo>
                <a:lnTo>
                  <a:pt x="603223" y="568916"/>
                </a:lnTo>
                <a:lnTo>
                  <a:pt x="602909" y="566073"/>
                </a:lnTo>
                <a:close/>
                <a:moveTo>
                  <a:pt x="570756" y="636543"/>
                </a:moveTo>
                <a:lnTo>
                  <a:pt x="571237" y="640496"/>
                </a:lnTo>
                <a:lnTo>
                  <a:pt x="572619" y="637817"/>
                </a:lnTo>
                <a:close/>
                <a:moveTo>
                  <a:pt x="647469" y="464372"/>
                </a:moveTo>
                <a:lnTo>
                  <a:pt x="647973" y="466997"/>
                </a:lnTo>
                <a:lnTo>
                  <a:pt x="648337" y="464986"/>
                </a:lnTo>
                <a:close/>
                <a:moveTo>
                  <a:pt x="287006" y="1271261"/>
                </a:moveTo>
                <a:lnTo>
                  <a:pt x="290753" y="1279175"/>
                </a:lnTo>
                <a:lnTo>
                  <a:pt x="291470" y="1279566"/>
                </a:lnTo>
                <a:lnTo>
                  <a:pt x="290218" y="1274426"/>
                </a:lnTo>
                <a:close/>
                <a:moveTo>
                  <a:pt x="675074" y="402222"/>
                </a:moveTo>
                <a:lnTo>
                  <a:pt x="675338" y="407572"/>
                </a:lnTo>
                <a:lnTo>
                  <a:pt x="686419" y="415183"/>
                </a:lnTo>
                <a:lnTo>
                  <a:pt x="688279" y="410097"/>
                </a:lnTo>
                <a:close/>
                <a:moveTo>
                  <a:pt x="637524" y="486180"/>
                </a:moveTo>
                <a:lnTo>
                  <a:pt x="637459" y="486595"/>
                </a:lnTo>
                <a:lnTo>
                  <a:pt x="637787" y="486742"/>
                </a:lnTo>
                <a:close/>
                <a:moveTo>
                  <a:pt x="587663" y="597826"/>
                </a:moveTo>
                <a:lnTo>
                  <a:pt x="588089" y="599060"/>
                </a:lnTo>
                <a:lnTo>
                  <a:pt x="589796" y="599726"/>
                </a:lnTo>
                <a:lnTo>
                  <a:pt x="589826" y="598825"/>
                </a:lnTo>
                <a:close/>
                <a:moveTo>
                  <a:pt x="321992" y="1192640"/>
                </a:moveTo>
                <a:lnTo>
                  <a:pt x="322069" y="1193508"/>
                </a:lnTo>
                <a:lnTo>
                  <a:pt x="322683" y="1194343"/>
                </a:lnTo>
                <a:lnTo>
                  <a:pt x="322473" y="1193145"/>
                </a:lnTo>
                <a:close/>
                <a:moveTo>
                  <a:pt x="602686" y="564064"/>
                </a:moveTo>
                <a:lnTo>
                  <a:pt x="602587" y="564681"/>
                </a:lnTo>
                <a:lnTo>
                  <a:pt x="602627" y="564714"/>
                </a:lnTo>
                <a:lnTo>
                  <a:pt x="602760" y="564732"/>
                </a:lnTo>
                <a:close/>
                <a:moveTo>
                  <a:pt x="284652" y="1276166"/>
                </a:moveTo>
                <a:lnTo>
                  <a:pt x="284900" y="1277186"/>
                </a:lnTo>
                <a:lnTo>
                  <a:pt x="290925" y="1282918"/>
                </a:lnTo>
                <a:lnTo>
                  <a:pt x="291326" y="1283265"/>
                </a:lnTo>
                <a:lnTo>
                  <a:pt x="290968" y="1282438"/>
                </a:lnTo>
                <a:lnTo>
                  <a:pt x="289217" y="1278741"/>
                </a:lnTo>
                <a:close/>
                <a:moveTo>
                  <a:pt x="227225" y="1404723"/>
                </a:moveTo>
                <a:lnTo>
                  <a:pt x="232991" y="1413963"/>
                </a:lnTo>
                <a:lnTo>
                  <a:pt x="234071" y="1414381"/>
                </a:lnTo>
                <a:lnTo>
                  <a:pt x="233701" y="1413542"/>
                </a:lnTo>
                <a:lnTo>
                  <a:pt x="228226" y="1405436"/>
                </a:lnTo>
                <a:close/>
                <a:moveTo>
                  <a:pt x="240654" y="1374382"/>
                </a:moveTo>
                <a:lnTo>
                  <a:pt x="242319" y="1375666"/>
                </a:lnTo>
                <a:lnTo>
                  <a:pt x="240945" y="1374229"/>
                </a:lnTo>
                <a:close/>
                <a:moveTo>
                  <a:pt x="260609" y="1329449"/>
                </a:moveTo>
                <a:lnTo>
                  <a:pt x="263212" y="1333712"/>
                </a:lnTo>
                <a:lnTo>
                  <a:pt x="263939" y="1334110"/>
                </a:lnTo>
                <a:close/>
                <a:moveTo>
                  <a:pt x="610877" y="544969"/>
                </a:moveTo>
                <a:lnTo>
                  <a:pt x="610866" y="545459"/>
                </a:lnTo>
                <a:lnTo>
                  <a:pt x="612966" y="547499"/>
                </a:lnTo>
                <a:lnTo>
                  <a:pt x="612920" y="547074"/>
                </a:lnTo>
                <a:close/>
                <a:moveTo>
                  <a:pt x="555827" y="668184"/>
                </a:moveTo>
                <a:lnTo>
                  <a:pt x="555427" y="670154"/>
                </a:lnTo>
                <a:lnTo>
                  <a:pt x="555758" y="670485"/>
                </a:lnTo>
                <a:lnTo>
                  <a:pt x="556229" y="669572"/>
                </a:lnTo>
                <a:close/>
                <a:moveTo>
                  <a:pt x="652005" y="452468"/>
                </a:moveTo>
                <a:lnTo>
                  <a:pt x="651356" y="456046"/>
                </a:lnTo>
                <a:lnTo>
                  <a:pt x="651355" y="456498"/>
                </a:lnTo>
                <a:lnTo>
                  <a:pt x="651393" y="456734"/>
                </a:lnTo>
                <a:lnTo>
                  <a:pt x="653269" y="458435"/>
                </a:lnTo>
                <a:lnTo>
                  <a:pt x="653660" y="458685"/>
                </a:lnTo>
                <a:lnTo>
                  <a:pt x="654186" y="457140"/>
                </a:lnTo>
                <a:lnTo>
                  <a:pt x="654333" y="457045"/>
                </a:lnTo>
                <a:lnTo>
                  <a:pt x="653753" y="458746"/>
                </a:lnTo>
                <a:lnTo>
                  <a:pt x="662584" y="464416"/>
                </a:lnTo>
                <a:lnTo>
                  <a:pt x="665446" y="459023"/>
                </a:lnTo>
                <a:close/>
                <a:moveTo>
                  <a:pt x="594950" y="580005"/>
                </a:moveTo>
                <a:lnTo>
                  <a:pt x="594916" y="583067"/>
                </a:lnTo>
                <a:lnTo>
                  <a:pt x="595160" y="583501"/>
                </a:lnTo>
                <a:lnTo>
                  <a:pt x="595117" y="580118"/>
                </a:lnTo>
                <a:close/>
                <a:moveTo>
                  <a:pt x="280161" y="1284643"/>
                </a:moveTo>
                <a:lnTo>
                  <a:pt x="283186" y="1287887"/>
                </a:lnTo>
                <a:lnTo>
                  <a:pt x="282706" y="1286843"/>
                </a:lnTo>
                <a:close/>
                <a:moveTo>
                  <a:pt x="239477" y="1375672"/>
                </a:moveTo>
                <a:lnTo>
                  <a:pt x="242447" y="1382410"/>
                </a:lnTo>
                <a:lnTo>
                  <a:pt x="268808" y="1400831"/>
                </a:lnTo>
                <a:lnTo>
                  <a:pt x="253450" y="1387657"/>
                </a:lnTo>
                <a:lnTo>
                  <a:pt x="252450" y="1387262"/>
                </a:lnTo>
                <a:lnTo>
                  <a:pt x="252302" y="1386943"/>
                </a:lnTo>
                <a:lnTo>
                  <a:pt x="252888" y="1387174"/>
                </a:lnTo>
                <a:close/>
                <a:moveTo>
                  <a:pt x="582379" y="607531"/>
                </a:moveTo>
                <a:lnTo>
                  <a:pt x="583097" y="611179"/>
                </a:lnTo>
                <a:lnTo>
                  <a:pt x="584483" y="611963"/>
                </a:lnTo>
                <a:lnTo>
                  <a:pt x="584412" y="609982"/>
                </a:lnTo>
                <a:close/>
                <a:moveTo>
                  <a:pt x="657183" y="439932"/>
                </a:moveTo>
                <a:lnTo>
                  <a:pt x="658865" y="442142"/>
                </a:lnTo>
                <a:lnTo>
                  <a:pt x="667504" y="448470"/>
                </a:lnTo>
                <a:lnTo>
                  <a:pt x="667448" y="446741"/>
                </a:lnTo>
                <a:lnTo>
                  <a:pt x="666333" y="445635"/>
                </a:lnTo>
                <a:close/>
                <a:moveTo>
                  <a:pt x="239520" y="1374978"/>
                </a:moveTo>
                <a:lnTo>
                  <a:pt x="254463" y="1387796"/>
                </a:lnTo>
                <a:lnTo>
                  <a:pt x="259370" y="1389731"/>
                </a:lnTo>
                <a:lnTo>
                  <a:pt x="242625" y="1375986"/>
                </a:lnTo>
                <a:lnTo>
                  <a:pt x="242584" y="1375943"/>
                </a:lnTo>
                <a:lnTo>
                  <a:pt x="240571" y="1374425"/>
                </a:lnTo>
                <a:close/>
                <a:moveTo>
                  <a:pt x="535836" y="711430"/>
                </a:moveTo>
                <a:lnTo>
                  <a:pt x="535812" y="711611"/>
                </a:lnTo>
                <a:lnTo>
                  <a:pt x="535860" y="711507"/>
                </a:lnTo>
                <a:close/>
                <a:moveTo>
                  <a:pt x="594621" y="579789"/>
                </a:moveTo>
                <a:lnTo>
                  <a:pt x="594410" y="581862"/>
                </a:lnTo>
                <a:lnTo>
                  <a:pt x="594715" y="582691"/>
                </a:lnTo>
                <a:lnTo>
                  <a:pt x="594748" y="579869"/>
                </a:lnTo>
                <a:lnTo>
                  <a:pt x="594691" y="579831"/>
                </a:lnTo>
                <a:close/>
                <a:moveTo>
                  <a:pt x="288663" y="1264887"/>
                </a:moveTo>
                <a:lnTo>
                  <a:pt x="288916" y="1265925"/>
                </a:lnTo>
                <a:lnTo>
                  <a:pt x="289087" y="1266023"/>
                </a:lnTo>
                <a:lnTo>
                  <a:pt x="288725" y="1264971"/>
                </a:lnTo>
                <a:close/>
                <a:moveTo>
                  <a:pt x="569586" y="635744"/>
                </a:moveTo>
                <a:lnTo>
                  <a:pt x="568706" y="642727"/>
                </a:lnTo>
                <a:lnTo>
                  <a:pt x="569758" y="643362"/>
                </a:lnTo>
                <a:lnTo>
                  <a:pt x="570738" y="641463"/>
                </a:lnTo>
                <a:lnTo>
                  <a:pt x="570084" y="636083"/>
                </a:lnTo>
                <a:close/>
                <a:moveTo>
                  <a:pt x="551092" y="677041"/>
                </a:moveTo>
                <a:lnTo>
                  <a:pt x="551089" y="678288"/>
                </a:lnTo>
                <a:lnTo>
                  <a:pt x="551329" y="678350"/>
                </a:lnTo>
                <a:lnTo>
                  <a:pt x="551235" y="677142"/>
                </a:lnTo>
                <a:close/>
                <a:moveTo>
                  <a:pt x="294974" y="1250496"/>
                </a:moveTo>
                <a:lnTo>
                  <a:pt x="295434" y="1251380"/>
                </a:lnTo>
                <a:lnTo>
                  <a:pt x="295218" y="1250627"/>
                </a:lnTo>
                <a:close/>
                <a:moveTo>
                  <a:pt x="319463" y="1195633"/>
                </a:moveTo>
                <a:lnTo>
                  <a:pt x="319734" y="1196501"/>
                </a:lnTo>
                <a:lnTo>
                  <a:pt x="320869" y="1197850"/>
                </a:lnTo>
                <a:lnTo>
                  <a:pt x="320868" y="1197847"/>
                </a:lnTo>
                <a:lnTo>
                  <a:pt x="319795" y="1196084"/>
                </a:lnTo>
                <a:close/>
                <a:moveTo>
                  <a:pt x="596434" y="575219"/>
                </a:moveTo>
                <a:lnTo>
                  <a:pt x="596477" y="578610"/>
                </a:lnTo>
                <a:lnTo>
                  <a:pt x="596543" y="578818"/>
                </a:lnTo>
                <a:lnTo>
                  <a:pt x="597291" y="580874"/>
                </a:lnTo>
                <a:lnTo>
                  <a:pt x="597631" y="581077"/>
                </a:lnTo>
                <a:lnTo>
                  <a:pt x="598399" y="581457"/>
                </a:lnTo>
                <a:lnTo>
                  <a:pt x="598677" y="579733"/>
                </a:lnTo>
                <a:lnTo>
                  <a:pt x="598122" y="575732"/>
                </a:lnTo>
                <a:close/>
                <a:moveTo>
                  <a:pt x="268257" y="1310021"/>
                </a:moveTo>
                <a:lnTo>
                  <a:pt x="268693" y="1310777"/>
                </a:lnTo>
                <a:lnTo>
                  <a:pt x="277313" y="1317951"/>
                </a:lnTo>
                <a:lnTo>
                  <a:pt x="277256" y="1317749"/>
                </a:lnTo>
                <a:lnTo>
                  <a:pt x="271396" y="1312281"/>
                </a:lnTo>
                <a:lnTo>
                  <a:pt x="271351" y="1311991"/>
                </a:lnTo>
                <a:close/>
                <a:moveTo>
                  <a:pt x="603421" y="559508"/>
                </a:moveTo>
                <a:lnTo>
                  <a:pt x="602918" y="562625"/>
                </a:lnTo>
                <a:lnTo>
                  <a:pt x="603157" y="564780"/>
                </a:lnTo>
                <a:lnTo>
                  <a:pt x="606250" y="565164"/>
                </a:lnTo>
                <a:lnTo>
                  <a:pt x="605178" y="560040"/>
                </a:lnTo>
                <a:close/>
                <a:moveTo>
                  <a:pt x="554988" y="667920"/>
                </a:moveTo>
                <a:lnTo>
                  <a:pt x="555036" y="669283"/>
                </a:lnTo>
                <a:lnTo>
                  <a:pt x="555300" y="667972"/>
                </a:lnTo>
                <a:close/>
                <a:moveTo>
                  <a:pt x="579355" y="613301"/>
                </a:moveTo>
                <a:lnTo>
                  <a:pt x="579855" y="617413"/>
                </a:lnTo>
                <a:lnTo>
                  <a:pt x="581963" y="619715"/>
                </a:lnTo>
                <a:lnTo>
                  <a:pt x="582882" y="617934"/>
                </a:lnTo>
                <a:lnTo>
                  <a:pt x="582959" y="616875"/>
                </a:lnTo>
                <a:close/>
                <a:moveTo>
                  <a:pt x="622454" y="516650"/>
                </a:moveTo>
                <a:lnTo>
                  <a:pt x="623608" y="520267"/>
                </a:lnTo>
                <a:lnTo>
                  <a:pt x="623933" y="517690"/>
                </a:lnTo>
                <a:close/>
                <a:moveTo>
                  <a:pt x="210621" y="1438806"/>
                </a:moveTo>
                <a:lnTo>
                  <a:pt x="213749" y="1442777"/>
                </a:lnTo>
                <a:lnTo>
                  <a:pt x="217213" y="1447055"/>
                </a:lnTo>
                <a:lnTo>
                  <a:pt x="223699" y="1449437"/>
                </a:lnTo>
                <a:lnTo>
                  <a:pt x="221698" y="1446807"/>
                </a:lnTo>
                <a:close/>
                <a:moveTo>
                  <a:pt x="321009" y="1191607"/>
                </a:moveTo>
                <a:lnTo>
                  <a:pt x="321261" y="1192408"/>
                </a:lnTo>
                <a:lnTo>
                  <a:pt x="321566" y="1192822"/>
                </a:lnTo>
                <a:lnTo>
                  <a:pt x="321505" y="1192127"/>
                </a:lnTo>
                <a:close/>
                <a:moveTo>
                  <a:pt x="699992" y="342933"/>
                </a:moveTo>
                <a:lnTo>
                  <a:pt x="703773" y="367722"/>
                </a:lnTo>
                <a:lnTo>
                  <a:pt x="705810" y="362151"/>
                </a:lnTo>
                <a:lnTo>
                  <a:pt x="710040" y="351875"/>
                </a:lnTo>
                <a:lnTo>
                  <a:pt x="701512" y="344254"/>
                </a:lnTo>
                <a:close/>
                <a:moveTo>
                  <a:pt x="223105" y="1410753"/>
                </a:moveTo>
                <a:lnTo>
                  <a:pt x="223958" y="1411836"/>
                </a:lnTo>
                <a:lnTo>
                  <a:pt x="238423" y="1424259"/>
                </a:lnTo>
                <a:lnTo>
                  <a:pt x="237209" y="1421505"/>
                </a:lnTo>
                <a:lnTo>
                  <a:pt x="235536" y="1418822"/>
                </a:lnTo>
                <a:lnTo>
                  <a:pt x="233048" y="1414711"/>
                </a:lnTo>
                <a:lnTo>
                  <a:pt x="230609" y="1413770"/>
                </a:lnTo>
                <a:close/>
                <a:moveTo>
                  <a:pt x="536018" y="710014"/>
                </a:moveTo>
                <a:lnTo>
                  <a:pt x="535944" y="710589"/>
                </a:lnTo>
                <a:lnTo>
                  <a:pt x="536084" y="711027"/>
                </a:lnTo>
                <a:lnTo>
                  <a:pt x="536442" y="710258"/>
                </a:lnTo>
                <a:close/>
                <a:moveTo>
                  <a:pt x="594764" y="578384"/>
                </a:moveTo>
                <a:lnTo>
                  <a:pt x="594670" y="579310"/>
                </a:lnTo>
                <a:lnTo>
                  <a:pt x="594754" y="579360"/>
                </a:lnTo>
                <a:close/>
                <a:moveTo>
                  <a:pt x="564777" y="645522"/>
                </a:moveTo>
                <a:lnTo>
                  <a:pt x="565229" y="648675"/>
                </a:lnTo>
                <a:lnTo>
                  <a:pt x="566350" y="649963"/>
                </a:lnTo>
                <a:lnTo>
                  <a:pt x="566765" y="649158"/>
                </a:lnTo>
                <a:lnTo>
                  <a:pt x="566957" y="646792"/>
                </a:lnTo>
                <a:close/>
                <a:moveTo>
                  <a:pt x="534880" y="711986"/>
                </a:moveTo>
                <a:lnTo>
                  <a:pt x="535114" y="713105"/>
                </a:lnTo>
                <a:lnTo>
                  <a:pt x="535495" y="712291"/>
                </a:lnTo>
                <a:close/>
                <a:moveTo>
                  <a:pt x="283200" y="1275348"/>
                </a:moveTo>
                <a:lnTo>
                  <a:pt x="283374" y="1275732"/>
                </a:lnTo>
                <a:lnTo>
                  <a:pt x="284154" y="1276474"/>
                </a:lnTo>
                <a:lnTo>
                  <a:pt x="283988" y="1275791"/>
                </a:lnTo>
                <a:close/>
                <a:moveTo>
                  <a:pt x="535703" y="709832"/>
                </a:moveTo>
                <a:lnTo>
                  <a:pt x="535827" y="710220"/>
                </a:lnTo>
                <a:lnTo>
                  <a:pt x="535863" y="709924"/>
                </a:lnTo>
                <a:close/>
                <a:moveTo>
                  <a:pt x="551096" y="675339"/>
                </a:moveTo>
                <a:lnTo>
                  <a:pt x="551092" y="676770"/>
                </a:lnTo>
                <a:lnTo>
                  <a:pt x="551213" y="676855"/>
                </a:lnTo>
                <a:close/>
                <a:moveTo>
                  <a:pt x="653014" y="446894"/>
                </a:moveTo>
                <a:lnTo>
                  <a:pt x="652171" y="451551"/>
                </a:lnTo>
                <a:lnTo>
                  <a:pt x="665868" y="458230"/>
                </a:lnTo>
                <a:lnTo>
                  <a:pt x="666255" y="457501"/>
                </a:lnTo>
                <a:close/>
                <a:moveTo>
                  <a:pt x="554244" y="667795"/>
                </a:moveTo>
                <a:lnTo>
                  <a:pt x="554343" y="669075"/>
                </a:lnTo>
                <a:lnTo>
                  <a:pt x="554903" y="669632"/>
                </a:lnTo>
                <a:lnTo>
                  <a:pt x="554842" y="667896"/>
                </a:lnTo>
                <a:close/>
                <a:moveTo>
                  <a:pt x="611062" y="540545"/>
                </a:moveTo>
                <a:lnTo>
                  <a:pt x="610948" y="541746"/>
                </a:lnTo>
                <a:lnTo>
                  <a:pt x="610882" y="544740"/>
                </a:lnTo>
                <a:lnTo>
                  <a:pt x="612891" y="546813"/>
                </a:lnTo>
                <a:lnTo>
                  <a:pt x="612415" y="542401"/>
                </a:lnTo>
                <a:lnTo>
                  <a:pt x="612592" y="542120"/>
                </a:lnTo>
                <a:lnTo>
                  <a:pt x="613126" y="547055"/>
                </a:lnTo>
                <a:lnTo>
                  <a:pt x="615823" y="549835"/>
                </a:lnTo>
                <a:lnTo>
                  <a:pt x="616017" y="549199"/>
                </a:lnTo>
                <a:lnTo>
                  <a:pt x="616098" y="548395"/>
                </a:lnTo>
                <a:lnTo>
                  <a:pt x="616623" y="544718"/>
                </a:lnTo>
                <a:close/>
                <a:moveTo>
                  <a:pt x="321635" y="1188584"/>
                </a:moveTo>
                <a:lnTo>
                  <a:pt x="321840" y="1190899"/>
                </a:lnTo>
                <a:lnTo>
                  <a:pt x="322194" y="1191270"/>
                </a:lnTo>
                <a:lnTo>
                  <a:pt x="321913" y="1189010"/>
                </a:lnTo>
                <a:close/>
                <a:moveTo>
                  <a:pt x="671454" y="405268"/>
                </a:moveTo>
                <a:lnTo>
                  <a:pt x="672438" y="414369"/>
                </a:lnTo>
                <a:lnTo>
                  <a:pt x="675430" y="419550"/>
                </a:lnTo>
                <a:lnTo>
                  <a:pt x="675006" y="407734"/>
                </a:lnTo>
                <a:lnTo>
                  <a:pt x="673625" y="406759"/>
                </a:lnTo>
                <a:close/>
                <a:moveTo>
                  <a:pt x="578789" y="612740"/>
                </a:moveTo>
                <a:lnTo>
                  <a:pt x="578651" y="615157"/>
                </a:lnTo>
                <a:lnTo>
                  <a:pt x="579172" y="616666"/>
                </a:lnTo>
                <a:lnTo>
                  <a:pt x="579546" y="617075"/>
                </a:lnTo>
                <a:lnTo>
                  <a:pt x="579050" y="612999"/>
                </a:lnTo>
                <a:close/>
                <a:moveTo>
                  <a:pt x="570198" y="631956"/>
                </a:moveTo>
                <a:lnTo>
                  <a:pt x="570486" y="634325"/>
                </a:lnTo>
                <a:lnTo>
                  <a:pt x="573397" y="636314"/>
                </a:lnTo>
                <a:lnTo>
                  <a:pt x="575105" y="633003"/>
                </a:lnTo>
                <a:close/>
                <a:moveTo>
                  <a:pt x="584325" y="600265"/>
                </a:moveTo>
                <a:lnTo>
                  <a:pt x="584425" y="602983"/>
                </a:lnTo>
                <a:lnTo>
                  <a:pt x="584479" y="603684"/>
                </a:lnTo>
                <a:lnTo>
                  <a:pt x="584687" y="603936"/>
                </a:lnTo>
                <a:lnTo>
                  <a:pt x="585153" y="604325"/>
                </a:lnTo>
                <a:lnTo>
                  <a:pt x="587831" y="605559"/>
                </a:lnTo>
                <a:lnTo>
                  <a:pt x="586444" y="601546"/>
                </a:lnTo>
                <a:close/>
                <a:moveTo>
                  <a:pt x="650589" y="451778"/>
                </a:moveTo>
                <a:lnTo>
                  <a:pt x="650656" y="452185"/>
                </a:lnTo>
                <a:lnTo>
                  <a:pt x="650718" y="451841"/>
                </a:lnTo>
                <a:close/>
                <a:moveTo>
                  <a:pt x="226401" y="1401585"/>
                </a:moveTo>
                <a:lnTo>
                  <a:pt x="229307" y="1405958"/>
                </a:lnTo>
                <a:lnTo>
                  <a:pt x="230841" y="1407051"/>
                </a:lnTo>
                <a:lnTo>
                  <a:pt x="229457" y="1403910"/>
                </a:lnTo>
                <a:close/>
                <a:moveTo>
                  <a:pt x="533585" y="713736"/>
                </a:moveTo>
                <a:lnTo>
                  <a:pt x="533511" y="714100"/>
                </a:lnTo>
                <a:lnTo>
                  <a:pt x="534131" y="715210"/>
                </a:lnTo>
                <a:lnTo>
                  <a:pt x="534499" y="714422"/>
                </a:lnTo>
                <a:close/>
                <a:moveTo>
                  <a:pt x="621760" y="516161"/>
                </a:moveTo>
                <a:lnTo>
                  <a:pt x="621499" y="518717"/>
                </a:lnTo>
                <a:lnTo>
                  <a:pt x="621776" y="520158"/>
                </a:lnTo>
                <a:lnTo>
                  <a:pt x="622288" y="522064"/>
                </a:lnTo>
                <a:lnTo>
                  <a:pt x="623286" y="522825"/>
                </a:lnTo>
                <a:lnTo>
                  <a:pt x="623536" y="520839"/>
                </a:lnTo>
                <a:lnTo>
                  <a:pt x="622210" y="516478"/>
                </a:lnTo>
                <a:close/>
                <a:moveTo>
                  <a:pt x="222340" y="1410446"/>
                </a:moveTo>
                <a:lnTo>
                  <a:pt x="223014" y="1411025"/>
                </a:lnTo>
                <a:lnTo>
                  <a:pt x="222659" y="1410574"/>
                </a:lnTo>
                <a:close/>
                <a:moveTo>
                  <a:pt x="666894" y="414809"/>
                </a:moveTo>
                <a:lnTo>
                  <a:pt x="667081" y="420592"/>
                </a:lnTo>
                <a:lnTo>
                  <a:pt x="671388" y="424486"/>
                </a:lnTo>
                <a:lnTo>
                  <a:pt x="671508" y="422799"/>
                </a:lnTo>
                <a:close/>
                <a:moveTo>
                  <a:pt x="595040" y="575686"/>
                </a:moveTo>
                <a:lnTo>
                  <a:pt x="594994" y="576131"/>
                </a:lnTo>
                <a:lnTo>
                  <a:pt x="594956" y="579482"/>
                </a:lnTo>
                <a:lnTo>
                  <a:pt x="595111" y="579573"/>
                </a:lnTo>
                <a:lnTo>
                  <a:pt x="595062" y="575755"/>
                </a:lnTo>
                <a:close/>
                <a:moveTo>
                  <a:pt x="282634" y="1275028"/>
                </a:moveTo>
                <a:lnTo>
                  <a:pt x="282992" y="1275369"/>
                </a:lnTo>
                <a:lnTo>
                  <a:pt x="282908" y="1275183"/>
                </a:lnTo>
                <a:close/>
                <a:moveTo>
                  <a:pt x="611785" y="537975"/>
                </a:moveTo>
                <a:lnTo>
                  <a:pt x="614552" y="540313"/>
                </a:lnTo>
                <a:lnTo>
                  <a:pt x="617060" y="541638"/>
                </a:lnTo>
                <a:lnTo>
                  <a:pt x="617306" y="539911"/>
                </a:lnTo>
                <a:lnTo>
                  <a:pt x="617305" y="539904"/>
                </a:lnTo>
                <a:close/>
                <a:moveTo>
                  <a:pt x="604136" y="555073"/>
                </a:moveTo>
                <a:lnTo>
                  <a:pt x="603722" y="557637"/>
                </a:lnTo>
                <a:lnTo>
                  <a:pt x="604748" y="557995"/>
                </a:lnTo>
                <a:close/>
                <a:moveTo>
                  <a:pt x="604508" y="554137"/>
                </a:moveTo>
                <a:lnTo>
                  <a:pt x="605361" y="558209"/>
                </a:lnTo>
                <a:lnTo>
                  <a:pt x="606122" y="558474"/>
                </a:lnTo>
                <a:lnTo>
                  <a:pt x="605925" y="556393"/>
                </a:lnTo>
                <a:close/>
                <a:moveTo>
                  <a:pt x="578863" y="611460"/>
                </a:moveTo>
                <a:lnTo>
                  <a:pt x="578808" y="612410"/>
                </a:lnTo>
                <a:lnTo>
                  <a:pt x="579001" y="612593"/>
                </a:lnTo>
                <a:close/>
                <a:moveTo>
                  <a:pt x="611209" y="539000"/>
                </a:moveTo>
                <a:lnTo>
                  <a:pt x="611095" y="540197"/>
                </a:lnTo>
                <a:lnTo>
                  <a:pt x="616671" y="544381"/>
                </a:lnTo>
                <a:lnTo>
                  <a:pt x="616820" y="543332"/>
                </a:lnTo>
                <a:lnTo>
                  <a:pt x="612970" y="539931"/>
                </a:lnTo>
                <a:close/>
                <a:moveTo>
                  <a:pt x="606899" y="548605"/>
                </a:moveTo>
                <a:lnTo>
                  <a:pt x="606986" y="549520"/>
                </a:lnTo>
                <a:lnTo>
                  <a:pt x="608284" y="553052"/>
                </a:lnTo>
                <a:lnTo>
                  <a:pt x="608685" y="550341"/>
                </a:lnTo>
                <a:close/>
                <a:moveTo>
                  <a:pt x="534024" y="711564"/>
                </a:moveTo>
                <a:lnTo>
                  <a:pt x="533649" y="713413"/>
                </a:lnTo>
                <a:lnTo>
                  <a:pt x="534627" y="714147"/>
                </a:lnTo>
                <a:lnTo>
                  <a:pt x="534905" y="713552"/>
                </a:lnTo>
                <a:lnTo>
                  <a:pt x="534569" y="711833"/>
                </a:lnTo>
                <a:close/>
                <a:moveTo>
                  <a:pt x="611265" y="538423"/>
                </a:moveTo>
                <a:lnTo>
                  <a:pt x="611251" y="538570"/>
                </a:lnTo>
                <a:lnTo>
                  <a:pt x="611699" y="538807"/>
                </a:lnTo>
                <a:close/>
                <a:moveTo>
                  <a:pt x="579027" y="610605"/>
                </a:moveTo>
                <a:lnTo>
                  <a:pt x="579303" y="612880"/>
                </a:lnTo>
                <a:lnTo>
                  <a:pt x="582995" y="616382"/>
                </a:lnTo>
                <a:lnTo>
                  <a:pt x="583201" y="613564"/>
                </a:lnTo>
                <a:lnTo>
                  <a:pt x="583042" y="612756"/>
                </a:lnTo>
                <a:close/>
                <a:moveTo>
                  <a:pt x="262549" y="1318915"/>
                </a:moveTo>
                <a:lnTo>
                  <a:pt x="263103" y="1320222"/>
                </a:lnTo>
                <a:lnTo>
                  <a:pt x="270747" y="1336444"/>
                </a:lnTo>
                <a:lnTo>
                  <a:pt x="274702" y="1339360"/>
                </a:lnTo>
                <a:lnTo>
                  <a:pt x="279767" y="1342790"/>
                </a:lnTo>
                <a:lnTo>
                  <a:pt x="285143" y="1345738"/>
                </a:lnTo>
                <a:lnTo>
                  <a:pt x="281041" y="1338629"/>
                </a:lnTo>
                <a:lnTo>
                  <a:pt x="272385" y="1330116"/>
                </a:lnTo>
                <a:close/>
                <a:moveTo>
                  <a:pt x="534275" y="710328"/>
                </a:moveTo>
                <a:lnTo>
                  <a:pt x="534178" y="710807"/>
                </a:lnTo>
                <a:lnTo>
                  <a:pt x="534389" y="710912"/>
                </a:lnTo>
                <a:close/>
                <a:moveTo>
                  <a:pt x="288078" y="1261543"/>
                </a:moveTo>
                <a:lnTo>
                  <a:pt x="288500" y="1262716"/>
                </a:lnTo>
                <a:lnTo>
                  <a:pt x="291427" y="1266747"/>
                </a:lnTo>
                <a:lnTo>
                  <a:pt x="290239" y="1264115"/>
                </a:lnTo>
                <a:close/>
                <a:moveTo>
                  <a:pt x="293878" y="1248394"/>
                </a:moveTo>
                <a:lnTo>
                  <a:pt x="294560" y="1249704"/>
                </a:lnTo>
                <a:lnTo>
                  <a:pt x="295023" y="1249952"/>
                </a:lnTo>
                <a:lnTo>
                  <a:pt x="294878" y="1249448"/>
                </a:lnTo>
                <a:lnTo>
                  <a:pt x="294460" y="1248954"/>
                </a:lnTo>
                <a:close/>
                <a:moveTo>
                  <a:pt x="275184" y="1290253"/>
                </a:moveTo>
                <a:lnTo>
                  <a:pt x="275433" y="1290580"/>
                </a:lnTo>
                <a:lnTo>
                  <a:pt x="275515" y="1290650"/>
                </a:lnTo>
                <a:close/>
                <a:moveTo>
                  <a:pt x="318171" y="1193874"/>
                </a:moveTo>
                <a:lnTo>
                  <a:pt x="318280" y="1194774"/>
                </a:lnTo>
                <a:lnTo>
                  <a:pt x="319449" y="1196162"/>
                </a:lnTo>
                <a:lnTo>
                  <a:pt x="319150" y="1195208"/>
                </a:lnTo>
                <a:close/>
                <a:moveTo>
                  <a:pt x="213195" y="1428918"/>
                </a:moveTo>
                <a:lnTo>
                  <a:pt x="215616" y="1432799"/>
                </a:lnTo>
                <a:lnTo>
                  <a:pt x="244823" y="1448529"/>
                </a:lnTo>
                <a:lnTo>
                  <a:pt x="246193" y="1447150"/>
                </a:lnTo>
                <a:lnTo>
                  <a:pt x="241887" y="1444172"/>
                </a:lnTo>
                <a:lnTo>
                  <a:pt x="233464" y="1438172"/>
                </a:lnTo>
                <a:lnTo>
                  <a:pt x="230008" y="1436707"/>
                </a:lnTo>
                <a:close/>
                <a:moveTo>
                  <a:pt x="185723" y="1490418"/>
                </a:moveTo>
                <a:lnTo>
                  <a:pt x="189407" y="1496820"/>
                </a:lnTo>
                <a:lnTo>
                  <a:pt x="197221" y="1501699"/>
                </a:lnTo>
                <a:lnTo>
                  <a:pt x="202903" y="1504559"/>
                </a:lnTo>
                <a:lnTo>
                  <a:pt x="214224" y="1505825"/>
                </a:lnTo>
                <a:lnTo>
                  <a:pt x="210147" y="1500723"/>
                </a:lnTo>
                <a:lnTo>
                  <a:pt x="195605" y="1494681"/>
                </a:lnTo>
                <a:close/>
                <a:moveTo>
                  <a:pt x="584244" y="598003"/>
                </a:moveTo>
                <a:lnTo>
                  <a:pt x="584304" y="599654"/>
                </a:lnTo>
                <a:lnTo>
                  <a:pt x="586184" y="600790"/>
                </a:lnTo>
                <a:lnTo>
                  <a:pt x="585373" y="598443"/>
                </a:lnTo>
                <a:close/>
                <a:moveTo>
                  <a:pt x="653923" y="441879"/>
                </a:moveTo>
                <a:lnTo>
                  <a:pt x="653182" y="445966"/>
                </a:lnTo>
                <a:lnTo>
                  <a:pt x="657197" y="448926"/>
                </a:lnTo>
                <a:lnTo>
                  <a:pt x="666745" y="456577"/>
                </a:lnTo>
                <a:lnTo>
                  <a:pt x="667708" y="454763"/>
                </a:lnTo>
                <a:lnTo>
                  <a:pt x="667697" y="454401"/>
                </a:lnTo>
                <a:lnTo>
                  <a:pt x="663426" y="448795"/>
                </a:lnTo>
                <a:close/>
                <a:moveTo>
                  <a:pt x="295260" y="1244915"/>
                </a:moveTo>
                <a:lnTo>
                  <a:pt x="295611" y="1246132"/>
                </a:lnTo>
                <a:lnTo>
                  <a:pt x="298847" y="1249950"/>
                </a:lnTo>
                <a:lnTo>
                  <a:pt x="298071" y="1246949"/>
                </a:lnTo>
                <a:close/>
                <a:moveTo>
                  <a:pt x="534514" y="709146"/>
                </a:moveTo>
                <a:lnTo>
                  <a:pt x="534405" y="709688"/>
                </a:lnTo>
                <a:lnTo>
                  <a:pt x="534492" y="710135"/>
                </a:lnTo>
                <a:lnTo>
                  <a:pt x="534685" y="711057"/>
                </a:lnTo>
                <a:lnTo>
                  <a:pt x="535665" y="711542"/>
                </a:lnTo>
                <a:lnTo>
                  <a:pt x="535722" y="711077"/>
                </a:lnTo>
                <a:lnTo>
                  <a:pt x="535240" y="709564"/>
                </a:lnTo>
                <a:close/>
                <a:moveTo>
                  <a:pt x="549384" y="675838"/>
                </a:moveTo>
                <a:lnTo>
                  <a:pt x="549482" y="677771"/>
                </a:lnTo>
                <a:lnTo>
                  <a:pt x="549578" y="677903"/>
                </a:lnTo>
                <a:lnTo>
                  <a:pt x="549624" y="677915"/>
                </a:lnTo>
                <a:lnTo>
                  <a:pt x="549629" y="676011"/>
                </a:lnTo>
                <a:close/>
                <a:moveTo>
                  <a:pt x="601582" y="558949"/>
                </a:moveTo>
                <a:lnTo>
                  <a:pt x="601782" y="560477"/>
                </a:lnTo>
                <a:lnTo>
                  <a:pt x="602007" y="559079"/>
                </a:lnTo>
                <a:close/>
                <a:moveTo>
                  <a:pt x="238111" y="1372570"/>
                </a:moveTo>
                <a:lnTo>
                  <a:pt x="238960" y="1374497"/>
                </a:lnTo>
                <a:lnTo>
                  <a:pt x="239373" y="1374852"/>
                </a:lnTo>
                <a:lnTo>
                  <a:pt x="240412" y="1374306"/>
                </a:lnTo>
                <a:close/>
                <a:moveTo>
                  <a:pt x="564257" y="641895"/>
                </a:moveTo>
                <a:lnTo>
                  <a:pt x="564298" y="642183"/>
                </a:lnTo>
                <a:lnTo>
                  <a:pt x="565313" y="642620"/>
                </a:lnTo>
                <a:close/>
                <a:moveTo>
                  <a:pt x="570627" y="627479"/>
                </a:moveTo>
                <a:lnTo>
                  <a:pt x="570160" y="631186"/>
                </a:lnTo>
                <a:lnTo>
                  <a:pt x="575065" y="632233"/>
                </a:lnTo>
                <a:lnTo>
                  <a:pt x="574069" y="630783"/>
                </a:lnTo>
                <a:lnTo>
                  <a:pt x="571142" y="627588"/>
                </a:lnTo>
                <a:close/>
                <a:moveTo>
                  <a:pt x="266249" y="1308744"/>
                </a:moveTo>
                <a:lnTo>
                  <a:pt x="267107" y="1309457"/>
                </a:lnTo>
                <a:lnTo>
                  <a:pt x="266954" y="1309192"/>
                </a:lnTo>
                <a:close/>
                <a:moveTo>
                  <a:pt x="275664" y="1287515"/>
                </a:moveTo>
                <a:lnTo>
                  <a:pt x="278156" y="1292934"/>
                </a:lnTo>
                <a:lnTo>
                  <a:pt x="281159" y="1295532"/>
                </a:lnTo>
                <a:lnTo>
                  <a:pt x="285500" y="1298113"/>
                </a:lnTo>
                <a:lnTo>
                  <a:pt x="286638" y="1298561"/>
                </a:lnTo>
                <a:lnTo>
                  <a:pt x="276472" y="1287812"/>
                </a:lnTo>
                <a:close/>
                <a:moveTo>
                  <a:pt x="285790" y="1264716"/>
                </a:moveTo>
                <a:lnTo>
                  <a:pt x="288758" y="1268431"/>
                </a:lnTo>
                <a:lnTo>
                  <a:pt x="288313" y="1266603"/>
                </a:lnTo>
                <a:lnTo>
                  <a:pt x="287813" y="1265909"/>
                </a:lnTo>
                <a:close/>
                <a:moveTo>
                  <a:pt x="654379" y="439358"/>
                </a:moveTo>
                <a:lnTo>
                  <a:pt x="654080" y="441009"/>
                </a:lnTo>
                <a:lnTo>
                  <a:pt x="655980" y="442354"/>
                </a:lnTo>
                <a:lnTo>
                  <a:pt x="661681" y="446500"/>
                </a:lnTo>
                <a:lnTo>
                  <a:pt x="658590" y="442442"/>
                </a:lnTo>
                <a:close/>
                <a:moveTo>
                  <a:pt x="640124" y="471176"/>
                </a:moveTo>
                <a:lnTo>
                  <a:pt x="643471" y="478319"/>
                </a:lnTo>
                <a:lnTo>
                  <a:pt x="645533" y="480469"/>
                </a:lnTo>
                <a:lnTo>
                  <a:pt x="646126" y="477195"/>
                </a:lnTo>
                <a:close/>
                <a:moveTo>
                  <a:pt x="609122" y="540515"/>
                </a:moveTo>
                <a:lnTo>
                  <a:pt x="609145" y="540745"/>
                </a:lnTo>
                <a:lnTo>
                  <a:pt x="609157" y="540449"/>
                </a:lnTo>
                <a:close/>
                <a:moveTo>
                  <a:pt x="597279" y="566963"/>
                </a:moveTo>
                <a:lnTo>
                  <a:pt x="598409" y="575102"/>
                </a:lnTo>
                <a:lnTo>
                  <a:pt x="599376" y="575395"/>
                </a:lnTo>
                <a:lnTo>
                  <a:pt x="600306" y="569624"/>
                </a:lnTo>
                <a:close/>
                <a:moveTo>
                  <a:pt x="584180" y="596220"/>
                </a:moveTo>
                <a:lnTo>
                  <a:pt x="584228" y="597554"/>
                </a:lnTo>
                <a:lnTo>
                  <a:pt x="585196" y="597932"/>
                </a:lnTo>
                <a:lnTo>
                  <a:pt x="584687" y="596455"/>
                </a:lnTo>
                <a:close/>
                <a:moveTo>
                  <a:pt x="651381" y="445586"/>
                </a:moveTo>
                <a:lnTo>
                  <a:pt x="651374" y="448213"/>
                </a:lnTo>
                <a:lnTo>
                  <a:pt x="651530" y="447352"/>
                </a:lnTo>
                <a:lnTo>
                  <a:pt x="651842" y="445955"/>
                </a:lnTo>
                <a:close/>
                <a:moveTo>
                  <a:pt x="608292" y="542070"/>
                </a:moveTo>
                <a:lnTo>
                  <a:pt x="609058" y="542860"/>
                </a:lnTo>
                <a:lnTo>
                  <a:pt x="609064" y="542708"/>
                </a:lnTo>
                <a:lnTo>
                  <a:pt x="608887" y="540954"/>
                </a:lnTo>
                <a:close/>
                <a:moveTo>
                  <a:pt x="607980" y="542656"/>
                </a:moveTo>
                <a:lnTo>
                  <a:pt x="609025" y="543672"/>
                </a:lnTo>
                <a:lnTo>
                  <a:pt x="609050" y="543083"/>
                </a:lnTo>
                <a:lnTo>
                  <a:pt x="608212" y="542220"/>
                </a:lnTo>
                <a:close/>
                <a:moveTo>
                  <a:pt x="654570" y="438304"/>
                </a:moveTo>
                <a:lnTo>
                  <a:pt x="654459" y="438915"/>
                </a:lnTo>
                <a:lnTo>
                  <a:pt x="657727" y="441309"/>
                </a:lnTo>
                <a:lnTo>
                  <a:pt x="656225" y="439334"/>
                </a:lnTo>
                <a:close/>
                <a:moveTo>
                  <a:pt x="674734" y="393143"/>
                </a:moveTo>
                <a:lnTo>
                  <a:pt x="675021" y="401140"/>
                </a:lnTo>
                <a:lnTo>
                  <a:pt x="675035" y="401433"/>
                </a:lnTo>
                <a:lnTo>
                  <a:pt x="685852" y="407688"/>
                </a:lnTo>
                <a:lnTo>
                  <a:pt x="688567" y="409307"/>
                </a:lnTo>
                <a:lnTo>
                  <a:pt x="689416" y="406983"/>
                </a:lnTo>
                <a:lnTo>
                  <a:pt x="690046" y="402773"/>
                </a:lnTo>
                <a:lnTo>
                  <a:pt x="680926" y="396833"/>
                </a:lnTo>
                <a:close/>
                <a:moveTo>
                  <a:pt x="577309" y="611272"/>
                </a:moveTo>
                <a:lnTo>
                  <a:pt x="577660" y="612290"/>
                </a:lnTo>
                <a:lnTo>
                  <a:pt x="577736" y="611696"/>
                </a:lnTo>
                <a:close/>
                <a:moveTo>
                  <a:pt x="564091" y="640740"/>
                </a:moveTo>
                <a:lnTo>
                  <a:pt x="564214" y="641596"/>
                </a:lnTo>
                <a:lnTo>
                  <a:pt x="566372" y="643078"/>
                </a:lnTo>
                <a:lnTo>
                  <a:pt x="567206" y="643438"/>
                </a:lnTo>
                <a:lnTo>
                  <a:pt x="566944" y="642800"/>
                </a:lnTo>
                <a:lnTo>
                  <a:pt x="566102" y="641955"/>
                </a:lnTo>
                <a:close/>
                <a:moveTo>
                  <a:pt x="235117" y="1377290"/>
                </a:moveTo>
                <a:lnTo>
                  <a:pt x="237893" y="1379229"/>
                </a:lnTo>
                <a:lnTo>
                  <a:pt x="236812" y="1376400"/>
                </a:lnTo>
                <a:close/>
                <a:moveTo>
                  <a:pt x="288410" y="1257900"/>
                </a:moveTo>
                <a:lnTo>
                  <a:pt x="291184" y="1261126"/>
                </a:lnTo>
                <a:lnTo>
                  <a:pt x="290133" y="1259108"/>
                </a:lnTo>
                <a:close/>
                <a:moveTo>
                  <a:pt x="549613" y="672952"/>
                </a:moveTo>
                <a:lnTo>
                  <a:pt x="549292" y="674049"/>
                </a:lnTo>
                <a:lnTo>
                  <a:pt x="549369" y="675557"/>
                </a:lnTo>
                <a:lnTo>
                  <a:pt x="549629" y="675740"/>
                </a:lnTo>
                <a:lnTo>
                  <a:pt x="549635" y="673068"/>
                </a:lnTo>
                <a:lnTo>
                  <a:pt x="549620" y="672963"/>
                </a:lnTo>
                <a:close/>
                <a:moveTo>
                  <a:pt x="674722" y="392791"/>
                </a:moveTo>
                <a:lnTo>
                  <a:pt x="674723" y="392835"/>
                </a:lnTo>
                <a:lnTo>
                  <a:pt x="675312" y="393175"/>
                </a:lnTo>
                <a:close/>
                <a:moveTo>
                  <a:pt x="654736" y="437382"/>
                </a:moveTo>
                <a:lnTo>
                  <a:pt x="654614" y="438061"/>
                </a:lnTo>
                <a:lnTo>
                  <a:pt x="655832" y="438820"/>
                </a:lnTo>
                <a:close/>
                <a:moveTo>
                  <a:pt x="309306" y="1210483"/>
                </a:moveTo>
                <a:lnTo>
                  <a:pt x="310449" y="1215139"/>
                </a:lnTo>
                <a:lnTo>
                  <a:pt x="309751" y="1210722"/>
                </a:lnTo>
                <a:close/>
                <a:moveTo>
                  <a:pt x="584129" y="594840"/>
                </a:moveTo>
                <a:lnTo>
                  <a:pt x="584153" y="595517"/>
                </a:lnTo>
                <a:lnTo>
                  <a:pt x="584398" y="595617"/>
                </a:lnTo>
                <a:close/>
                <a:moveTo>
                  <a:pt x="632786" y="485847"/>
                </a:moveTo>
                <a:lnTo>
                  <a:pt x="635677" y="488842"/>
                </a:lnTo>
                <a:lnTo>
                  <a:pt x="635940" y="487542"/>
                </a:lnTo>
                <a:close/>
                <a:moveTo>
                  <a:pt x="569628" y="627265"/>
                </a:moveTo>
                <a:lnTo>
                  <a:pt x="569990" y="630250"/>
                </a:lnTo>
                <a:lnTo>
                  <a:pt x="570385" y="627427"/>
                </a:lnTo>
                <a:close/>
                <a:moveTo>
                  <a:pt x="319787" y="1186554"/>
                </a:moveTo>
                <a:lnTo>
                  <a:pt x="320475" y="1189463"/>
                </a:lnTo>
                <a:lnTo>
                  <a:pt x="321351" y="1190385"/>
                </a:lnTo>
                <a:lnTo>
                  <a:pt x="321122" y="1187796"/>
                </a:lnTo>
                <a:lnTo>
                  <a:pt x="320722" y="1187183"/>
                </a:lnTo>
                <a:close/>
                <a:moveTo>
                  <a:pt x="563957" y="639804"/>
                </a:moveTo>
                <a:lnTo>
                  <a:pt x="563965" y="639863"/>
                </a:lnTo>
                <a:lnTo>
                  <a:pt x="564091" y="639939"/>
                </a:lnTo>
                <a:close/>
                <a:moveTo>
                  <a:pt x="275167" y="1286432"/>
                </a:moveTo>
                <a:lnTo>
                  <a:pt x="275569" y="1287308"/>
                </a:lnTo>
                <a:lnTo>
                  <a:pt x="276222" y="1287548"/>
                </a:lnTo>
                <a:close/>
                <a:moveTo>
                  <a:pt x="608966" y="538973"/>
                </a:moveTo>
                <a:lnTo>
                  <a:pt x="609076" y="540068"/>
                </a:lnTo>
                <a:lnTo>
                  <a:pt x="609180" y="539873"/>
                </a:lnTo>
                <a:lnTo>
                  <a:pt x="609209" y="539156"/>
                </a:lnTo>
                <a:close/>
                <a:moveTo>
                  <a:pt x="224394" y="1400058"/>
                </a:moveTo>
                <a:lnTo>
                  <a:pt x="226949" y="1404279"/>
                </a:lnTo>
                <a:lnTo>
                  <a:pt x="227904" y="1404959"/>
                </a:lnTo>
                <a:lnTo>
                  <a:pt x="224804" y="1400370"/>
                </a:lnTo>
                <a:close/>
                <a:moveTo>
                  <a:pt x="250080" y="1342424"/>
                </a:moveTo>
                <a:lnTo>
                  <a:pt x="259430" y="1358274"/>
                </a:lnTo>
                <a:lnTo>
                  <a:pt x="259533" y="1358347"/>
                </a:lnTo>
                <a:lnTo>
                  <a:pt x="257339" y="1352713"/>
                </a:lnTo>
                <a:lnTo>
                  <a:pt x="256910" y="1352046"/>
                </a:lnTo>
                <a:lnTo>
                  <a:pt x="256943" y="1351697"/>
                </a:lnTo>
                <a:lnTo>
                  <a:pt x="254499" y="1345421"/>
                </a:lnTo>
                <a:close/>
                <a:moveTo>
                  <a:pt x="590830" y="579384"/>
                </a:moveTo>
                <a:lnTo>
                  <a:pt x="590663" y="583317"/>
                </a:lnTo>
                <a:lnTo>
                  <a:pt x="592255" y="585617"/>
                </a:lnTo>
                <a:lnTo>
                  <a:pt x="592444" y="583771"/>
                </a:lnTo>
                <a:close/>
                <a:moveTo>
                  <a:pt x="622786" y="507814"/>
                </a:moveTo>
                <a:lnTo>
                  <a:pt x="622171" y="512125"/>
                </a:lnTo>
                <a:lnTo>
                  <a:pt x="622167" y="512164"/>
                </a:lnTo>
                <a:lnTo>
                  <a:pt x="623810" y="513046"/>
                </a:lnTo>
                <a:close/>
                <a:moveTo>
                  <a:pt x="204028" y="1445303"/>
                </a:moveTo>
                <a:lnTo>
                  <a:pt x="206693" y="1449935"/>
                </a:lnTo>
                <a:lnTo>
                  <a:pt x="217104" y="1456685"/>
                </a:lnTo>
                <a:lnTo>
                  <a:pt x="213459" y="1450867"/>
                </a:lnTo>
                <a:close/>
                <a:moveTo>
                  <a:pt x="602543" y="552849"/>
                </a:moveTo>
                <a:lnTo>
                  <a:pt x="602989" y="552978"/>
                </a:lnTo>
                <a:lnTo>
                  <a:pt x="603095" y="552323"/>
                </a:lnTo>
                <a:lnTo>
                  <a:pt x="602925" y="552132"/>
                </a:lnTo>
                <a:close/>
                <a:moveTo>
                  <a:pt x="597275" y="564454"/>
                </a:moveTo>
                <a:lnTo>
                  <a:pt x="600722" y="567041"/>
                </a:lnTo>
                <a:lnTo>
                  <a:pt x="601055" y="564975"/>
                </a:lnTo>
                <a:close/>
                <a:moveTo>
                  <a:pt x="601960" y="553943"/>
                </a:moveTo>
                <a:lnTo>
                  <a:pt x="602313" y="557144"/>
                </a:lnTo>
                <a:lnTo>
                  <a:pt x="602318" y="557146"/>
                </a:lnTo>
                <a:lnTo>
                  <a:pt x="602968" y="553110"/>
                </a:lnTo>
                <a:lnTo>
                  <a:pt x="602479" y="552969"/>
                </a:lnTo>
                <a:close/>
                <a:moveTo>
                  <a:pt x="655236" y="434629"/>
                </a:moveTo>
                <a:lnTo>
                  <a:pt x="654834" y="436847"/>
                </a:lnTo>
                <a:lnTo>
                  <a:pt x="656789" y="439416"/>
                </a:lnTo>
                <a:lnTo>
                  <a:pt x="665594" y="444902"/>
                </a:lnTo>
                <a:close/>
                <a:moveTo>
                  <a:pt x="601130" y="555500"/>
                </a:moveTo>
                <a:lnTo>
                  <a:pt x="601299" y="556790"/>
                </a:lnTo>
                <a:lnTo>
                  <a:pt x="601907" y="557003"/>
                </a:lnTo>
                <a:lnTo>
                  <a:pt x="601636" y="554550"/>
                </a:lnTo>
                <a:close/>
                <a:moveTo>
                  <a:pt x="596968" y="564725"/>
                </a:moveTo>
                <a:lnTo>
                  <a:pt x="597232" y="566624"/>
                </a:lnTo>
                <a:lnTo>
                  <a:pt x="598211" y="567461"/>
                </a:lnTo>
                <a:lnTo>
                  <a:pt x="600351" y="569343"/>
                </a:lnTo>
                <a:lnTo>
                  <a:pt x="600624" y="567652"/>
                </a:lnTo>
                <a:lnTo>
                  <a:pt x="597759" y="565318"/>
                </a:lnTo>
                <a:close/>
                <a:moveTo>
                  <a:pt x="585262" y="590879"/>
                </a:moveTo>
                <a:lnTo>
                  <a:pt x="587317" y="596825"/>
                </a:lnTo>
                <a:lnTo>
                  <a:pt x="589858" y="597876"/>
                </a:lnTo>
                <a:lnTo>
                  <a:pt x="589912" y="596279"/>
                </a:lnTo>
                <a:lnTo>
                  <a:pt x="585650" y="591140"/>
                </a:lnTo>
                <a:close/>
                <a:moveTo>
                  <a:pt x="596318" y="566117"/>
                </a:moveTo>
                <a:lnTo>
                  <a:pt x="596425" y="574500"/>
                </a:lnTo>
                <a:lnTo>
                  <a:pt x="598017" y="574983"/>
                </a:lnTo>
                <a:lnTo>
                  <a:pt x="596853" y="566588"/>
                </a:lnTo>
                <a:close/>
                <a:moveTo>
                  <a:pt x="600577" y="556539"/>
                </a:moveTo>
                <a:lnTo>
                  <a:pt x="600888" y="556646"/>
                </a:lnTo>
                <a:lnTo>
                  <a:pt x="600815" y="556093"/>
                </a:lnTo>
                <a:close/>
                <a:moveTo>
                  <a:pt x="655448" y="433457"/>
                </a:moveTo>
                <a:lnTo>
                  <a:pt x="655320" y="434162"/>
                </a:lnTo>
                <a:lnTo>
                  <a:pt x="667089" y="445834"/>
                </a:lnTo>
                <a:lnTo>
                  <a:pt x="667426" y="446043"/>
                </a:lnTo>
                <a:lnTo>
                  <a:pt x="667421" y="445893"/>
                </a:lnTo>
                <a:lnTo>
                  <a:pt x="667002" y="445424"/>
                </a:lnTo>
                <a:close/>
                <a:moveTo>
                  <a:pt x="553732" y="661206"/>
                </a:moveTo>
                <a:lnTo>
                  <a:pt x="553787" y="661916"/>
                </a:lnTo>
                <a:lnTo>
                  <a:pt x="554058" y="662095"/>
                </a:lnTo>
                <a:lnTo>
                  <a:pt x="554059" y="662087"/>
                </a:lnTo>
                <a:lnTo>
                  <a:pt x="553753" y="661227"/>
                </a:lnTo>
                <a:close/>
                <a:moveTo>
                  <a:pt x="608843" y="537751"/>
                </a:moveTo>
                <a:lnTo>
                  <a:pt x="608929" y="538608"/>
                </a:lnTo>
                <a:lnTo>
                  <a:pt x="609223" y="538823"/>
                </a:lnTo>
                <a:lnTo>
                  <a:pt x="609257" y="537971"/>
                </a:lnTo>
                <a:close/>
                <a:moveTo>
                  <a:pt x="579303" y="603820"/>
                </a:moveTo>
                <a:lnTo>
                  <a:pt x="579009" y="608921"/>
                </a:lnTo>
                <a:lnTo>
                  <a:pt x="579740" y="609282"/>
                </a:lnTo>
                <a:lnTo>
                  <a:pt x="582687" y="610948"/>
                </a:lnTo>
                <a:lnTo>
                  <a:pt x="581902" y="606956"/>
                </a:lnTo>
                <a:close/>
                <a:moveTo>
                  <a:pt x="237048" y="1370159"/>
                </a:moveTo>
                <a:lnTo>
                  <a:pt x="238011" y="1372344"/>
                </a:lnTo>
                <a:lnTo>
                  <a:pt x="240498" y="1374261"/>
                </a:lnTo>
                <a:lnTo>
                  <a:pt x="240815" y="1374094"/>
                </a:lnTo>
                <a:close/>
                <a:moveTo>
                  <a:pt x="569441" y="625730"/>
                </a:moveTo>
                <a:lnTo>
                  <a:pt x="569556" y="626681"/>
                </a:lnTo>
                <a:lnTo>
                  <a:pt x="570462" y="626874"/>
                </a:lnTo>
                <a:lnTo>
                  <a:pt x="570466" y="626849"/>
                </a:lnTo>
                <a:close/>
                <a:moveTo>
                  <a:pt x="206455" y="1438461"/>
                </a:moveTo>
                <a:lnTo>
                  <a:pt x="210601" y="1444526"/>
                </a:lnTo>
                <a:lnTo>
                  <a:pt x="212705" y="1445332"/>
                </a:lnTo>
                <a:close/>
                <a:moveTo>
                  <a:pt x="598499" y="560431"/>
                </a:moveTo>
                <a:lnTo>
                  <a:pt x="600774" y="563148"/>
                </a:lnTo>
                <a:lnTo>
                  <a:pt x="601282" y="563576"/>
                </a:lnTo>
                <a:lnTo>
                  <a:pt x="601565" y="561822"/>
                </a:lnTo>
                <a:lnTo>
                  <a:pt x="601172" y="558825"/>
                </a:lnTo>
                <a:lnTo>
                  <a:pt x="599608" y="558351"/>
                </a:lnTo>
                <a:close/>
                <a:moveTo>
                  <a:pt x="261194" y="1315714"/>
                </a:moveTo>
                <a:lnTo>
                  <a:pt x="261538" y="1316526"/>
                </a:lnTo>
                <a:lnTo>
                  <a:pt x="264632" y="1320050"/>
                </a:lnTo>
                <a:lnTo>
                  <a:pt x="265201" y="1320609"/>
                </a:lnTo>
                <a:lnTo>
                  <a:pt x="271268" y="1322856"/>
                </a:lnTo>
                <a:lnTo>
                  <a:pt x="269168" y="1320791"/>
                </a:lnTo>
                <a:close/>
                <a:moveTo>
                  <a:pt x="576636" y="609325"/>
                </a:moveTo>
                <a:lnTo>
                  <a:pt x="577163" y="610849"/>
                </a:lnTo>
                <a:lnTo>
                  <a:pt x="577771" y="611426"/>
                </a:lnTo>
                <a:lnTo>
                  <a:pt x="577949" y="610028"/>
                </a:lnTo>
                <a:close/>
                <a:moveTo>
                  <a:pt x="598207" y="560977"/>
                </a:moveTo>
                <a:lnTo>
                  <a:pt x="600055" y="562539"/>
                </a:lnTo>
                <a:lnTo>
                  <a:pt x="598417" y="560584"/>
                </a:lnTo>
                <a:close/>
                <a:moveTo>
                  <a:pt x="601831" y="552783"/>
                </a:moveTo>
                <a:lnTo>
                  <a:pt x="601911" y="553501"/>
                </a:lnTo>
                <a:lnTo>
                  <a:pt x="602233" y="552899"/>
                </a:lnTo>
                <a:close/>
                <a:moveTo>
                  <a:pt x="608758" y="536917"/>
                </a:moveTo>
                <a:lnTo>
                  <a:pt x="608797" y="537297"/>
                </a:lnTo>
                <a:lnTo>
                  <a:pt x="609275" y="537541"/>
                </a:lnTo>
                <a:lnTo>
                  <a:pt x="609292" y="537104"/>
                </a:lnTo>
                <a:close/>
                <a:moveTo>
                  <a:pt x="596658" y="563975"/>
                </a:moveTo>
                <a:lnTo>
                  <a:pt x="601127" y="564530"/>
                </a:lnTo>
                <a:lnTo>
                  <a:pt x="601131" y="564503"/>
                </a:lnTo>
                <a:lnTo>
                  <a:pt x="597872" y="561624"/>
                </a:lnTo>
                <a:close/>
                <a:moveTo>
                  <a:pt x="596299" y="564670"/>
                </a:moveTo>
                <a:lnTo>
                  <a:pt x="596315" y="565838"/>
                </a:lnTo>
                <a:lnTo>
                  <a:pt x="596807" y="566260"/>
                </a:lnTo>
                <a:lnTo>
                  <a:pt x="596598" y="564756"/>
                </a:lnTo>
                <a:lnTo>
                  <a:pt x="596724" y="564542"/>
                </a:lnTo>
                <a:lnTo>
                  <a:pt x="596466" y="564348"/>
                </a:lnTo>
                <a:close/>
                <a:moveTo>
                  <a:pt x="645535" y="454286"/>
                </a:moveTo>
                <a:lnTo>
                  <a:pt x="647366" y="463831"/>
                </a:lnTo>
                <a:lnTo>
                  <a:pt x="648415" y="464552"/>
                </a:lnTo>
                <a:lnTo>
                  <a:pt x="649781" y="457011"/>
                </a:lnTo>
                <a:close/>
                <a:moveTo>
                  <a:pt x="564251" y="636242"/>
                </a:moveTo>
                <a:lnTo>
                  <a:pt x="564011" y="638985"/>
                </a:lnTo>
                <a:lnTo>
                  <a:pt x="566281" y="641262"/>
                </a:lnTo>
                <a:lnTo>
                  <a:pt x="566323" y="641288"/>
                </a:lnTo>
                <a:close/>
                <a:moveTo>
                  <a:pt x="260434" y="1316508"/>
                </a:moveTo>
                <a:lnTo>
                  <a:pt x="266539" y="1329398"/>
                </a:lnTo>
                <a:lnTo>
                  <a:pt x="261684" y="1317931"/>
                </a:lnTo>
                <a:close/>
                <a:moveTo>
                  <a:pt x="623376" y="503677"/>
                </a:moveTo>
                <a:lnTo>
                  <a:pt x="623035" y="506071"/>
                </a:lnTo>
                <a:lnTo>
                  <a:pt x="624510" y="513113"/>
                </a:lnTo>
                <a:lnTo>
                  <a:pt x="624636" y="512119"/>
                </a:lnTo>
                <a:close/>
                <a:moveTo>
                  <a:pt x="528252" y="716523"/>
                </a:moveTo>
                <a:lnTo>
                  <a:pt x="528139" y="716976"/>
                </a:lnTo>
                <a:lnTo>
                  <a:pt x="528520" y="717368"/>
                </a:lnTo>
                <a:close/>
                <a:moveTo>
                  <a:pt x="206863" y="1436091"/>
                </a:moveTo>
                <a:lnTo>
                  <a:pt x="214924" y="1446181"/>
                </a:lnTo>
                <a:lnTo>
                  <a:pt x="216496" y="1446784"/>
                </a:lnTo>
                <a:lnTo>
                  <a:pt x="209672" y="1438121"/>
                </a:lnTo>
                <a:close/>
                <a:moveTo>
                  <a:pt x="641896" y="461882"/>
                </a:moveTo>
                <a:lnTo>
                  <a:pt x="640230" y="470111"/>
                </a:lnTo>
                <a:lnTo>
                  <a:pt x="646305" y="476204"/>
                </a:lnTo>
                <a:lnTo>
                  <a:pt x="647407" y="470121"/>
                </a:lnTo>
                <a:lnTo>
                  <a:pt x="646763" y="466762"/>
                </a:lnTo>
                <a:close/>
                <a:moveTo>
                  <a:pt x="627361" y="494335"/>
                </a:moveTo>
                <a:lnTo>
                  <a:pt x="625168" y="511742"/>
                </a:lnTo>
                <a:lnTo>
                  <a:pt x="625532" y="513972"/>
                </a:lnTo>
                <a:lnTo>
                  <a:pt x="626592" y="514541"/>
                </a:lnTo>
                <a:lnTo>
                  <a:pt x="629351" y="505499"/>
                </a:lnTo>
                <a:lnTo>
                  <a:pt x="627564" y="504277"/>
                </a:lnTo>
                <a:lnTo>
                  <a:pt x="627725" y="504267"/>
                </a:lnTo>
                <a:lnTo>
                  <a:pt x="629382" y="505400"/>
                </a:lnTo>
                <a:lnTo>
                  <a:pt x="630993" y="500120"/>
                </a:lnTo>
                <a:lnTo>
                  <a:pt x="631484" y="499776"/>
                </a:lnTo>
                <a:lnTo>
                  <a:pt x="629701" y="505619"/>
                </a:lnTo>
                <a:lnTo>
                  <a:pt x="631967" y="507169"/>
                </a:lnTo>
                <a:lnTo>
                  <a:pt x="633918" y="497532"/>
                </a:lnTo>
                <a:close/>
                <a:moveTo>
                  <a:pt x="593662" y="569783"/>
                </a:moveTo>
                <a:lnTo>
                  <a:pt x="593819" y="570276"/>
                </a:lnTo>
                <a:lnTo>
                  <a:pt x="593920" y="569283"/>
                </a:lnTo>
                <a:close/>
                <a:moveTo>
                  <a:pt x="282336" y="1266660"/>
                </a:moveTo>
                <a:lnTo>
                  <a:pt x="284562" y="1275795"/>
                </a:lnTo>
                <a:lnTo>
                  <a:pt x="288958" y="1278195"/>
                </a:lnTo>
                <a:lnTo>
                  <a:pt x="284511" y="1268803"/>
                </a:lnTo>
                <a:close/>
                <a:moveTo>
                  <a:pt x="651396" y="440040"/>
                </a:moveTo>
                <a:lnTo>
                  <a:pt x="651384" y="444641"/>
                </a:lnTo>
                <a:lnTo>
                  <a:pt x="652028" y="445117"/>
                </a:lnTo>
                <a:lnTo>
                  <a:pt x="652913" y="441144"/>
                </a:lnTo>
                <a:close/>
                <a:moveTo>
                  <a:pt x="591932" y="573136"/>
                </a:moveTo>
                <a:lnTo>
                  <a:pt x="593479" y="573606"/>
                </a:lnTo>
                <a:lnTo>
                  <a:pt x="593696" y="571475"/>
                </a:lnTo>
                <a:lnTo>
                  <a:pt x="593349" y="570388"/>
                </a:lnTo>
                <a:close/>
                <a:moveTo>
                  <a:pt x="642153" y="460615"/>
                </a:moveTo>
                <a:lnTo>
                  <a:pt x="641982" y="461460"/>
                </a:lnTo>
                <a:lnTo>
                  <a:pt x="646613" y="465981"/>
                </a:lnTo>
                <a:lnTo>
                  <a:pt x="646122" y="463420"/>
                </a:lnTo>
                <a:close/>
                <a:moveTo>
                  <a:pt x="606492" y="540447"/>
                </a:moveTo>
                <a:lnTo>
                  <a:pt x="606386" y="541107"/>
                </a:lnTo>
                <a:lnTo>
                  <a:pt x="607793" y="542475"/>
                </a:lnTo>
                <a:lnTo>
                  <a:pt x="608029" y="542032"/>
                </a:lnTo>
                <a:close/>
                <a:moveTo>
                  <a:pt x="268176" y="1297968"/>
                </a:moveTo>
                <a:lnTo>
                  <a:pt x="272619" y="1301665"/>
                </a:lnTo>
                <a:lnTo>
                  <a:pt x="271848" y="1298992"/>
                </a:lnTo>
                <a:close/>
                <a:moveTo>
                  <a:pt x="591507" y="573961"/>
                </a:moveTo>
                <a:lnTo>
                  <a:pt x="593023" y="578087"/>
                </a:lnTo>
                <a:lnTo>
                  <a:pt x="593409" y="574302"/>
                </a:lnTo>
                <a:lnTo>
                  <a:pt x="591612" y="573758"/>
                </a:lnTo>
                <a:close/>
                <a:moveTo>
                  <a:pt x="249063" y="1340699"/>
                </a:moveTo>
                <a:lnTo>
                  <a:pt x="249866" y="1342061"/>
                </a:lnTo>
                <a:lnTo>
                  <a:pt x="254384" y="1345126"/>
                </a:lnTo>
                <a:lnTo>
                  <a:pt x="253461" y="1342757"/>
                </a:lnTo>
                <a:close/>
                <a:moveTo>
                  <a:pt x="564408" y="634452"/>
                </a:moveTo>
                <a:lnTo>
                  <a:pt x="564306" y="635616"/>
                </a:lnTo>
                <a:lnTo>
                  <a:pt x="566866" y="641616"/>
                </a:lnTo>
                <a:lnTo>
                  <a:pt x="567033" y="641716"/>
                </a:lnTo>
                <a:close/>
                <a:moveTo>
                  <a:pt x="546740" y="673977"/>
                </a:moveTo>
                <a:lnTo>
                  <a:pt x="548020" y="675746"/>
                </a:lnTo>
                <a:lnTo>
                  <a:pt x="548230" y="675026"/>
                </a:lnTo>
                <a:close/>
                <a:moveTo>
                  <a:pt x="283397" y="1263641"/>
                </a:moveTo>
                <a:lnTo>
                  <a:pt x="283545" y="1263954"/>
                </a:lnTo>
                <a:lnTo>
                  <a:pt x="284260" y="1264658"/>
                </a:lnTo>
                <a:close/>
                <a:moveTo>
                  <a:pt x="260356" y="1315180"/>
                </a:moveTo>
                <a:lnTo>
                  <a:pt x="260672" y="1315541"/>
                </a:lnTo>
                <a:lnTo>
                  <a:pt x="260581" y="1315324"/>
                </a:lnTo>
                <a:close/>
                <a:moveTo>
                  <a:pt x="529048" y="713333"/>
                </a:moveTo>
                <a:lnTo>
                  <a:pt x="528360" y="716093"/>
                </a:lnTo>
                <a:lnTo>
                  <a:pt x="528775" y="717399"/>
                </a:lnTo>
                <a:lnTo>
                  <a:pt x="529509" y="715299"/>
                </a:lnTo>
                <a:lnTo>
                  <a:pt x="529409" y="714636"/>
                </a:lnTo>
                <a:close/>
                <a:moveTo>
                  <a:pt x="589830" y="577207"/>
                </a:moveTo>
                <a:lnTo>
                  <a:pt x="590075" y="577329"/>
                </a:lnTo>
                <a:lnTo>
                  <a:pt x="589957" y="577006"/>
                </a:lnTo>
                <a:lnTo>
                  <a:pt x="589938" y="576996"/>
                </a:lnTo>
                <a:close/>
                <a:moveTo>
                  <a:pt x="649315" y="443930"/>
                </a:moveTo>
                <a:lnTo>
                  <a:pt x="650413" y="450694"/>
                </a:lnTo>
                <a:lnTo>
                  <a:pt x="650817" y="450892"/>
                </a:lnTo>
                <a:lnTo>
                  <a:pt x="651006" y="445286"/>
                </a:lnTo>
                <a:close/>
                <a:moveTo>
                  <a:pt x="272688" y="1287258"/>
                </a:moveTo>
                <a:lnTo>
                  <a:pt x="273339" y="1288769"/>
                </a:lnTo>
                <a:lnTo>
                  <a:pt x="274938" y="1290152"/>
                </a:lnTo>
                <a:lnTo>
                  <a:pt x="273171" y="1287838"/>
                </a:lnTo>
                <a:close/>
                <a:moveTo>
                  <a:pt x="580498" y="597953"/>
                </a:moveTo>
                <a:lnTo>
                  <a:pt x="580736" y="599170"/>
                </a:lnTo>
                <a:lnTo>
                  <a:pt x="584169" y="603312"/>
                </a:lnTo>
                <a:lnTo>
                  <a:pt x="584054" y="600101"/>
                </a:lnTo>
                <a:close/>
                <a:moveTo>
                  <a:pt x="164302" y="1529860"/>
                </a:moveTo>
                <a:lnTo>
                  <a:pt x="179443" y="1544044"/>
                </a:lnTo>
                <a:lnTo>
                  <a:pt x="182890" y="1547210"/>
                </a:lnTo>
                <a:lnTo>
                  <a:pt x="202046" y="1555169"/>
                </a:lnTo>
                <a:lnTo>
                  <a:pt x="186460" y="1536042"/>
                </a:lnTo>
                <a:close/>
                <a:moveTo>
                  <a:pt x="601593" y="550621"/>
                </a:moveTo>
                <a:lnTo>
                  <a:pt x="601829" y="552762"/>
                </a:lnTo>
                <a:lnTo>
                  <a:pt x="602000" y="552693"/>
                </a:lnTo>
                <a:lnTo>
                  <a:pt x="602297" y="552778"/>
                </a:lnTo>
                <a:lnTo>
                  <a:pt x="602748" y="551932"/>
                </a:lnTo>
                <a:close/>
                <a:moveTo>
                  <a:pt x="209049" y="1429529"/>
                </a:moveTo>
                <a:lnTo>
                  <a:pt x="221780" y="1446263"/>
                </a:lnTo>
                <a:lnTo>
                  <a:pt x="224598" y="1448240"/>
                </a:lnTo>
                <a:lnTo>
                  <a:pt x="218514" y="1438489"/>
                </a:lnTo>
                <a:lnTo>
                  <a:pt x="215140" y="1432917"/>
                </a:lnTo>
                <a:close/>
                <a:moveTo>
                  <a:pt x="564944" y="632570"/>
                </a:moveTo>
                <a:lnTo>
                  <a:pt x="568414" y="642170"/>
                </a:lnTo>
                <a:lnTo>
                  <a:pt x="569229" y="635697"/>
                </a:lnTo>
                <a:lnTo>
                  <a:pt x="569254" y="635517"/>
                </a:lnTo>
                <a:close/>
                <a:moveTo>
                  <a:pt x="588380" y="580016"/>
                </a:moveTo>
                <a:lnTo>
                  <a:pt x="590365" y="582884"/>
                </a:lnTo>
                <a:lnTo>
                  <a:pt x="590397" y="581935"/>
                </a:lnTo>
                <a:lnTo>
                  <a:pt x="590578" y="578696"/>
                </a:lnTo>
                <a:lnTo>
                  <a:pt x="590080" y="577344"/>
                </a:lnTo>
                <a:lnTo>
                  <a:pt x="589823" y="577219"/>
                </a:lnTo>
                <a:close/>
                <a:moveTo>
                  <a:pt x="565577" y="630969"/>
                </a:moveTo>
                <a:lnTo>
                  <a:pt x="569514" y="633660"/>
                </a:lnTo>
                <a:lnTo>
                  <a:pt x="569661" y="632608"/>
                </a:lnTo>
                <a:lnTo>
                  <a:pt x="569565" y="631821"/>
                </a:lnTo>
                <a:close/>
                <a:moveTo>
                  <a:pt x="293649" y="1239328"/>
                </a:moveTo>
                <a:lnTo>
                  <a:pt x="293971" y="1240444"/>
                </a:lnTo>
                <a:lnTo>
                  <a:pt x="296417" y="1243048"/>
                </a:lnTo>
                <a:lnTo>
                  <a:pt x="297210" y="1243622"/>
                </a:lnTo>
                <a:lnTo>
                  <a:pt x="296595" y="1241246"/>
                </a:lnTo>
                <a:close/>
                <a:moveTo>
                  <a:pt x="547737" y="670357"/>
                </a:moveTo>
                <a:lnTo>
                  <a:pt x="546600" y="673608"/>
                </a:lnTo>
                <a:lnTo>
                  <a:pt x="548296" y="674802"/>
                </a:lnTo>
                <a:lnTo>
                  <a:pt x="548494" y="674124"/>
                </a:lnTo>
                <a:lnTo>
                  <a:pt x="548412" y="671291"/>
                </a:lnTo>
                <a:close/>
                <a:moveTo>
                  <a:pt x="606971" y="537476"/>
                </a:moveTo>
                <a:lnTo>
                  <a:pt x="606524" y="540249"/>
                </a:lnTo>
                <a:lnTo>
                  <a:pt x="608109" y="541881"/>
                </a:lnTo>
                <a:lnTo>
                  <a:pt x="608843" y="540506"/>
                </a:lnTo>
                <a:lnTo>
                  <a:pt x="608665" y="538747"/>
                </a:lnTo>
                <a:close/>
                <a:moveTo>
                  <a:pt x="578013" y="602264"/>
                </a:moveTo>
                <a:lnTo>
                  <a:pt x="578466" y="605992"/>
                </a:lnTo>
                <a:lnTo>
                  <a:pt x="578818" y="603236"/>
                </a:lnTo>
                <a:close/>
                <a:moveTo>
                  <a:pt x="596590" y="560489"/>
                </a:moveTo>
                <a:lnTo>
                  <a:pt x="596284" y="563488"/>
                </a:lnTo>
                <a:lnTo>
                  <a:pt x="596287" y="563713"/>
                </a:lnTo>
                <a:lnTo>
                  <a:pt x="596415" y="563810"/>
                </a:lnTo>
                <a:lnTo>
                  <a:pt x="597674" y="561448"/>
                </a:lnTo>
                <a:close/>
                <a:moveTo>
                  <a:pt x="657003" y="425186"/>
                </a:moveTo>
                <a:lnTo>
                  <a:pt x="656698" y="426553"/>
                </a:lnTo>
                <a:lnTo>
                  <a:pt x="655562" y="432824"/>
                </a:lnTo>
                <a:lnTo>
                  <a:pt x="667394" y="445076"/>
                </a:lnTo>
                <a:lnTo>
                  <a:pt x="667067" y="434995"/>
                </a:lnTo>
                <a:lnTo>
                  <a:pt x="666732" y="433301"/>
                </a:lnTo>
                <a:lnTo>
                  <a:pt x="665617" y="432371"/>
                </a:lnTo>
                <a:lnTo>
                  <a:pt x="658327" y="429588"/>
                </a:lnTo>
                <a:lnTo>
                  <a:pt x="658551" y="429517"/>
                </a:lnTo>
                <a:lnTo>
                  <a:pt x="665271" y="432082"/>
                </a:lnTo>
                <a:close/>
                <a:moveTo>
                  <a:pt x="579972" y="597636"/>
                </a:moveTo>
                <a:lnTo>
                  <a:pt x="579905" y="598165"/>
                </a:lnTo>
                <a:lnTo>
                  <a:pt x="580259" y="598593"/>
                </a:lnTo>
                <a:lnTo>
                  <a:pt x="580084" y="597703"/>
                </a:lnTo>
                <a:close/>
                <a:moveTo>
                  <a:pt x="607077" y="536817"/>
                </a:moveTo>
                <a:lnTo>
                  <a:pt x="607014" y="537211"/>
                </a:lnTo>
                <a:lnTo>
                  <a:pt x="608629" y="538390"/>
                </a:lnTo>
                <a:lnTo>
                  <a:pt x="608549" y="537596"/>
                </a:lnTo>
                <a:close/>
                <a:moveTo>
                  <a:pt x="607152" y="536355"/>
                </a:moveTo>
                <a:lnTo>
                  <a:pt x="607137" y="536448"/>
                </a:lnTo>
                <a:lnTo>
                  <a:pt x="608504" y="537147"/>
                </a:lnTo>
                <a:lnTo>
                  <a:pt x="608470" y="536816"/>
                </a:lnTo>
                <a:close/>
                <a:moveTo>
                  <a:pt x="284918" y="1257784"/>
                </a:moveTo>
                <a:lnTo>
                  <a:pt x="286794" y="1260366"/>
                </a:lnTo>
                <a:lnTo>
                  <a:pt x="286673" y="1259872"/>
                </a:lnTo>
                <a:close/>
                <a:moveTo>
                  <a:pt x="580197" y="596423"/>
                </a:moveTo>
                <a:lnTo>
                  <a:pt x="580364" y="597274"/>
                </a:lnTo>
                <a:lnTo>
                  <a:pt x="584032" y="599489"/>
                </a:lnTo>
                <a:lnTo>
                  <a:pt x="583974" y="597897"/>
                </a:lnTo>
                <a:close/>
                <a:moveTo>
                  <a:pt x="644951" y="451243"/>
                </a:moveTo>
                <a:lnTo>
                  <a:pt x="645357" y="453354"/>
                </a:lnTo>
                <a:lnTo>
                  <a:pt x="649914" y="456280"/>
                </a:lnTo>
                <a:lnTo>
                  <a:pt x="650009" y="455752"/>
                </a:lnTo>
                <a:close/>
                <a:moveTo>
                  <a:pt x="613212" y="522234"/>
                </a:moveTo>
                <a:lnTo>
                  <a:pt x="612079" y="529873"/>
                </a:lnTo>
                <a:lnTo>
                  <a:pt x="611554" y="535389"/>
                </a:lnTo>
                <a:lnTo>
                  <a:pt x="616939" y="537270"/>
                </a:lnTo>
                <a:lnTo>
                  <a:pt x="616233" y="532184"/>
                </a:lnTo>
                <a:lnTo>
                  <a:pt x="616367" y="531959"/>
                </a:lnTo>
                <a:lnTo>
                  <a:pt x="617111" y="537332"/>
                </a:lnTo>
                <a:lnTo>
                  <a:pt x="617646" y="537518"/>
                </a:lnTo>
                <a:lnTo>
                  <a:pt x="618283" y="533056"/>
                </a:lnTo>
                <a:close/>
                <a:moveTo>
                  <a:pt x="530716" y="706954"/>
                </a:moveTo>
                <a:lnTo>
                  <a:pt x="531112" y="708629"/>
                </a:lnTo>
                <a:lnTo>
                  <a:pt x="531315" y="707628"/>
                </a:lnTo>
                <a:lnTo>
                  <a:pt x="531394" y="707347"/>
                </a:lnTo>
                <a:close/>
                <a:moveTo>
                  <a:pt x="581044" y="594231"/>
                </a:moveTo>
                <a:lnTo>
                  <a:pt x="583884" y="595405"/>
                </a:lnTo>
                <a:lnTo>
                  <a:pt x="583832" y="593979"/>
                </a:lnTo>
                <a:lnTo>
                  <a:pt x="582766" y="590893"/>
                </a:lnTo>
                <a:close/>
                <a:moveTo>
                  <a:pt x="628068" y="488730"/>
                </a:moveTo>
                <a:lnTo>
                  <a:pt x="627450" y="493633"/>
                </a:lnTo>
                <a:lnTo>
                  <a:pt x="634055" y="496855"/>
                </a:lnTo>
                <a:lnTo>
                  <a:pt x="635032" y="492028"/>
                </a:lnTo>
                <a:close/>
                <a:moveTo>
                  <a:pt x="580198" y="595873"/>
                </a:moveTo>
                <a:lnTo>
                  <a:pt x="580184" y="595976"/>
                </a:lnTo>
                <a:lnTo>
                  <a:pt x="583958" y="597449"/>
                </a:lnTo>
                <a:lnTo>
                  <a:pt x="583909" y="596096"/>
                </a:lnTo>
                <a:lnTo>
                  <a:pt x="580817" y="594670"/>
                </a:lnTo>
                <a:close/>
                <a:moveTo>
                  <a:pt x="308024" y="1205261"/>
                </a:moveTo>
                <a:lnTo>
                  <a:pt x="308978" y="1209148"/>
                </a:lnTo>
                <a:lnTo>
                  <a:pt x="309551" y="1209454"/>
                </a:lnTo>
                <a:lnTo>
                  <a:pt x="309371" y="1208319"/>
                </a:lnTo>
                <a:close/>
                <a:moveTo>
                  <a:pt x="596779" y="558628"/>
                </a:moveTo>
                <a:lnTo>
                  <a:pt x="596671" y="559680"/>
                </a:lnTo>
                <a:lnTo>
                  <a:pt x="598013" y="560814"/>
                </a:lnTo>
                <a:lnTo>
                  <a:pt x="598245" y="560379"/>
                </a:lnTo>
                <a:close/>
                <a:moveTo>
                  <a:pt x="317053" y="1184707"/>
                </a:moveTo>
                <a:lnTo>
                  <a:pt x="317215" y="1186036"/>
                </a:lnTo>
                <a:lnTo>
                  <a:pt x="318990" y="1187904"/>
                </a:lnTo>
                <a:lnTo>
                  <a:pt x="318461" y="1185657"/>
                </a:lnTo>
                <a:close/>
                <a:moveTo>
                  <a:pt x="594204" y="564032"/>
                </a:moveTo>
                <a:lnTo>
                  <a:pt x="594435" y="564231"/>
                </a:lnTo>
                <a:lnTo>
                  <a:pt x="594451" y="564067"/>
                </a:lnTo>
                <a:close/>
                <a:moveTo>
                  <a:pt x="666596" y="401930"/>
                </a:moveTo>
                <a:lnTo>
                  <a:pt x="666663" y="405519"/>
                </a:lnTo>
                <a:lnTo>
                  <a:pt x="669546" y="409361"/>
                </a:lnTo>
                <a:lnTo>
                  <a:pt x="672290" y="414114"/>
                </a:lnTo>
                <a:lnTo>
                  <a:pt x="671326" y="405178"/>
                </a:lnTo>
                <a:close/>
                <a:moveTo>
                  <a:pt x="643676" y="453092"/>
                </a:moveTo>
                <a:lnTo>
                  <a:pt x="642217" y="460295"/>
                </a:lnTo>
                <a:lnTo>
                  <a:pt x="646025" y="462911"/>
                </a:lnTo>
                <a:lnTo>
                  <a:pt x="644209" y="453434"/>
                </a:lnTo>
                <a:close/>
                <a:moveTo>
                  <a:pt x="334278" y="1145751"/>
                </a:moveTo>
                <a:lnTo>
                  <a:pt x="334401" y="1146745"/>
                </a:lnTo>
                <a:lnTo>
                  <a:pt x="334755" y="1147359"/>
                </a:lnTo>
                <a:lnTo>
                  <a:pt x="334397" y="1145844"/>
                </a:lnTo>
                <a:close/>
                <a:moveTo>
                  <a:pt x="596892" y="557527"/>
                </a:moveTo>
                <a:lnTo>
                  <a:pt x="596802" y="558405"/>
                </a:lnTo>
                <a:lnTo>
                  <a:pt x="598327" y="560226"/>
                </a:lnTo>
                <a:lnTo>
                  <a:pt x="599366" y="558278"/>
                </a:lnTo>
                <a:close/>
                <a:moveTo>
                  <a:pt x="563015" y="633229"/>
                </a:moveTo>
                <a:lnTo>
                  <a:pt x="563414" y="636017"/>
                </a:lnTo>
                <a:lnTo>
                  <a:pt x="563545" y="634521"/>
                </a:lnTo>
                <a:close/>
                <a:moveTo>
                  <a:pt x="612876" y="521517"/>
                </a:moveTo>
                <a:lnTo>
                  <a:pt x="612737" y="522982"/>
                </a:lnTo>
                <a:lnTo>
                  <a:pt x="612935" y="521643"/>
                </a:lnTo>
                <a:close/>
                <a:moveTo>
                  <a:pt x="596933" y="557131"/>
                </a:moveTo>
                <a:lnTo>
                  <a:pt x="596921" y="557244"/>
                </a:lnTo>
                <a:lnTo>
                  <a:pt x="598832" y="557795"/>
                </a:lnTo>
                <a:close/>
                <a:moveTo>
                  <a:pt x="575985" y="604030"/>
                </a:moveTo>
                <a:lnTo>
                  <a:pt x="576204" y="607529"/>
                </a:lnTo>
                <a:lnTo>
                  <a:pt x="578146" y="608493"/>
                </a:lnTo>
                <a:lnTo>
                  <a:pt x="578329" y="607065"/>
                </a:lnTo>
                <a:lnTo>
                  <a:pt x="577699" y="601885"/>
                </a:lnTo>
                <a:lnTo>
                  <a:pt x="577619" y="601789"/>
                </a:lnTo>
                <a:lnTo>
                  <a:pt x="577234" y="601612"/>
                </a:lnTo>
                <a:close/>
                <a:moveTo>
                  <a:pt x="643916" y="451909"/>
                </a:moveTo>
                <a:lnTo>
                  <a:pt x="643823" y="452369"/>
                </a:lnTo>
                <a:lnTo>
                  <a:pt x="644030" y="452502"/>
                </a:lnTo>
                <a:close/>
                <a:moveTo>
                  <a:pt x="574158" y="607998"/>
                </a:moveTo>
                <a:lnTo>
                  <a:pt x="574387" y="608215"/>
                </a:lnTo>
                <a:lnTo>
                  <a:pt x="574347" y="608098"/>
                </a:lnTo>
                <a:close/>
                <a:moveTo>
                  <a:pt x="578955" y="597022"/>
                </a:moveTo>
                <a:lnTo>
                  <a:pt x="578968" y="597037"/>
                </a:lnTo>
                <a:lnTo>
                  <a:pt x="578971" y="597031"/>
                </a:lnTo>
                <a:close/>
                <a:moveTo>
                  <a:pt x="201817" y="1441460"/>
                </a:moveTo>
                <a:lnTo>
                  <a:pt x="203783" y="1444877"/>
                </a:lnTo>
                <a:lnTo>
                  <a:pt x="207262" y="1446930"/>
                </a:lnTo>
                <a:lnTo>
                  <a:pt x="213073" y="1450251"/>
                </a:lnTo>
                <a:lnTo>
                  <a:pt x="209381" y="1444357"/>
                </a:lnTo>
                <a:close/>
                <a:moveTo>
                  <a:pt x="600299" y="549153"/>
                </a:moveTo>
                <a:lnTo>
                  <a:pt x="601074" y="555071"/>
                </a:lnTo>
                <a:lnTo>
                  <a:pt x="601588" y="554108"/>
                </a:lnTo>
                <a:lnTo>
                  <a:pt x="601147" y="550115"/>
                </a:lnTo>
                <a:close/>
                <a:moveTo>
                  <a:pt x="250945" y="1331116"/>
                </a:moveTo>
                <a:lnTo>
                  <a:pt x="253535" y="1337767"/>
                </a:lnTo>
                <a:lnTo>
                  <a:pt x="253979" y="1338519"/>
                </a:lnTo>
                <a:lnTo>
                  <a:pt x="260205" y="1343828"/>
                </a:lnTo>
                <a:lnTo>
                  <a:pt x="258265" y="1338847"/>
                </a:lnTo>
                <a:lnTo>
                  <a:pt x="256733" y="1334395"/>
                </a:lnTo>
                <a:close/>
                <a:moveTo>
                  <a:pt x="303171" y="1214128"/>
                </a:moveTo>
                <a:lnTo>
                  <a:pt x="304512" y="1216400"/>
                </a:lnTo>
                <a:lnTo>
                  <a:pt x="304330" y="1215700"/>
                </a:lnTo>
                <a:lnTo>
                  <a:pt x="303239" y="1214202"/>
                </a:lnTo>
                <a:close/>
                <a:moveTo>
                  <a:pt x="573012" y="609791"/>
                </a:moveTo>
                <a:lnTo>
                  <a:pt x="572984" y="609992"/>
                </a:lnTo>
                <a:lnTo>
                  <a:pt x="573281" y="610236"/>
                </a:lnTo>
                <a:lnTo>
                  <a:pt x="575582" y="612747"/>
                </a:lnTo>
                <a:lnTo>
                  <a:pt x="575499" y="611434"/>
                </a:lnTo>
                <a:lnTo>
                  <a:pt x="574480" y="608482"/>
                </a:lnTo>
                <a:lnTo>
                  <a:pt x="573947" y="607977"/>
                </a:lnTo>
                <a:close/>
                <a:moveTo>
                  <a:pt x="628468" y="485550"/>
                </a:moveTo>
                <a:lnTo>
                  <a:pt x="628085" y="488592"/>
                </a:lnTo>
                <a:lnTo>
                  <a:pt x="635016" y="491875"/>
                </a:lnTo>
                <a:close/>
                <a:moveTo>
                  <a:pt x="658600" y="418014"/>
                </a:moveTo>
                <a:lnTo>
                  <a:pt x="657090" y="424791"/>
                </a:lnTo>
                <a:lnTo>
                  <a:pt x="666306" y="432477"/>
                </a:lnTo>
                <a:lnTo>
                  <a:pt x="666591" y="432586"/>
                </a:lnTo>
                <a:lnTo>
                  <a:pt x="665847" y="428818"/>
                </a:lnTo>
                <a:lnTo>
                  <a:pt x="662431" y="426403"/>
                </a:lnTo>
                <a:lnTo>
                  <a:pt x="662879" y="426380"/>
                </a:lnTo>
                <a:lnTo>
                  <a:pt x="665769" y="428424"/>
                </a:lnTo>
                <a:lnTo>
                  <a:pt x="665231" y="425698"/>
                </a:lnTo>
                <a:lnTo>
                  <a:pt x="665503" y="425163"/>
                </a:lnTo>
                <a:lnTo>
                  <a:pt x="666208" y="428734"/>
                </a:lnTo>
                <a:lnTo>
                  <a:pt x="666897" y="429221"/>
                </a:lnTo>
                <a:lnTo>
                  <a:pt x="666774" y="422741"/>
                </a:lnTo>
                <a:close/>
                <a:moveTo>
                  <a:pt x="563268" y="631425"/>
                </a:moveTo>
                <a:lnTo>
                  <a:pt x="563040" y="632550"/>
                </a:lnTo>
                <a:lnTo>
                  <a:pt x="563599" y="633910"/>
                </a:lnTo>
                <a:lnTo>
                  <a:pt x="563718" y="632543"/>
                </a:lnTo>
                <a:lnTo>
                  <a:pt x="563329" y="631467"/>
                </a:lnTo>
                <a:close/>
                <a:moveTo>
                  <a:pt x="619127" y="506343"/>
                </a:moveTo>
                <a:lnTo>
                  <a:pt x="620022" y="511011"/>
                </a:lnTo>
                <a:lnTo>
                  <a:pt x="620649" y="511348"/>
                </a:lnTo>
                <a:close/>
                <a:moveTo>
                  <a:pt x="579855" y="594227"/>
                </a:moveTo>
                <a:lnTo>
                  <a:pt x="579834" y="594580"/>
                </a:lnTo>
                <a:lnTo>
                  <a:pt x="579888" y="594856"/>
                </a:lnTo>
                <a:lnTo>
                  <a:pt x="579963" y="594276"/>
                </a:lnTo>
                <a:close/>
                <a:moveTo>
                  <a:pt x="259431" y="1311551"/>
                </a:moveTo>
                <a:lnTo>
                  <a:pt x="260292" y="1313584"/>
                </a:lnTo>
                <a:lnTo>
                  <a:pt x="265682" y="1317016"/>
                </a:lnTo>
                <a:lnTo>
                  <a:pt x="264770" y="1315978"/>
                </a:lnTo>
                <a:lnTo>
                  <a:pt x="260609" y="1312724"/>
                </a:lnTo>
                <a:close/>
                <a:moveTo>
                  <a:pt x="624879" y="493125"/>
                </a:moveTo>
                <a:lnTo>
                  <a:pt x="623597" y="502121"/>
                </a:lnTo>
                <a:lnTo>
                  <a:pt x="624894" y="510063"/>
                </a:lnTo>
                <a:lnTo>
                  <a:pt x="626904" y="494112"/>
                </a:lnTo>
                <a:close/>
                <a:moveTo>
                  <a:pt x="644538" y="448828"/>
                </a:moveTo>
                <a:lnTo>
                  <a:pt x="644513" y="448951"/>
                </a:lnTo>
                <a:lnTo>
                  <a:pt x="644869" y="450815"/>
                </a:lnTo>
                <a:lnTo>
                  <a:pt x="650052" y="455517"/>
                </a:lnTo>
                <a:lnTo>
                  <a:pt x="650153" y="454960"/>
                </a:lnTo>
                <a:lnTo>
                  <a:pt x="649554" y="451274"/>
                </a:lnTo>
                <a:close/>
                <a:moveTo>
                  <a:pt x="565122" y="626303"/>
                </a:moveTo>
                <a:lnTo>
                  <a:pt x="564794" y="630040"/>
                </a:lnTo>
                <a:lnTo>
                  <a:pt x="569470" y="631038"/>
                </a:lnTo>
                <a:lnTo>
                  <a:pt x="568994" y="627130"/>
                </a:lnTo>
                <a:close/>
                <a:moveTo>
                  <a:pt x="628699" y="483718"/>
                </a:moveTo>
                <a:lnTo>
                  <a:pt x="628615" y="484386"/>
                </a:lnTo>
                <a:lnTo>
                  <a:pt x="633707" y="489006"/>
                </a:lnTo>
                <a:lnTo>
                  <a:pt x="635393" y="490241"/>
                </a:lnTo>
                <a:lnTo>
                  <a:pt x="635539" y="489521"/>
                </a:lnTo>
                <a:lnTo>
                  <a:pt x="632534" y="486149"/>
                </a:lnTo>
                <a:lnTo>
                  <a:pt x="631658" y="485242"/>
                </a:lnTo>
                <a:lnTo>
                  <a:pt x="629435" y="484048"/>
                </a:lnTo>
                <a:close/>
                <a:moveTo>
                  <a:pt x="573325" y="607551"/>
                </a:moveTo>
                <a:lnTo>
                  <a:pt x="573244" y="608126"/>
                </a:lnTo>
                <a:lnTo>
                  <a:pt x="573494" y="607641"/>
                </a:lnTo>
                <a:close/>
                <a:moveTo>
                  <a:pt x="659227" y="415200"/>
                </a:moveTo>
                <a:lnTo>
                  <a:pt x="658617" y="417937"/>
                </a:lnTo>
                <a:lnTo>
                  <a:pt x="658940" y="417891"/>
                </a:lnTo>
                <a:lnTo>
                  <a:pt x="666768" y="422418"/>
                </a:lnTo>
                <a:lnTo>
                  <a:pt x="666760" y="422011"/>
                </a:lnTo>
                <a:close/>
                <a:moveTo>
                  <a:pt x="562701" y="631037"/>
                </a:moveTo>
                <a:lnTo>
                  <a:pt x="562740" y="631313"/>
                </a:lnTo>
                <a:lnTo>
                  <a:pt x="562788" y="631097"/>
                </a:lnTo>
                <a:close/>
                <a:moveTo>
                  <a:pt x="292609" y="1235720"/>
                </a:moveTo>
                <a:lnTo>
                  <a:pt x="293279" y="1238042"/>
                </a:lnTo>
                <a:lnTo>
                  <a:pt x="296276" y="1239986"/>
                </a:lnTo>
                <a:lnTo>
                  <a:pt x="296103" y="1239138"/>
                </a:lnTo>
                <a:close/>
                <a:moveTo>
                  <a:pt x="643506" y="449953"/>
                </a:moveTo>
                <a:lnTo>
                  <a:pt x="643275" y="451309"/>
                </a:lnTo>
                <a:lnTo>
                  <a:pt x="643543" y="449986"/>
                </a:lnTo>
                <a:close/>
                <a:moveTo>
                  <a:pt x="565251" y="624828"/>
                </a:moveTo>
                <a:lnTo>
                  <a:pt x="565171" y="625745"/>
                </a:lnTo>
                <a:lnTo>
                  <a:pt x="568923" y="626546"/>
                </a:lnTo>
                <a:lnTo>
                  <a:pt x="568730" y="624955"/>
                </a:lnTo>
                <a:lnTo>
                  <a:pt x="566463" y="622479"/>
                </a:lnTo>
                <a:close/>
                <a:moveTo>
                  <a:pt x="628870" y="482354"/>
                </a:moveTo>
                <a:lnTo>
                  <a:pt x="628822" y="482739"/>
                </a:lnTo>
                <a:lnTo>
                  <a:pt x="629559" y="483067"/>
                </a:lnTo>
                <a:close/>
                <a:moveTo>
                  <a:pt x="575794" y="600947"/>
                </a:moveTo>
                <a:lnTo>
                  <a:pt x="575918" y="602948"/>
                </a:lnTo>
                <a:lnTo>
                  <a:pt x="576728" y="601379"/>
                </a:lnTo>
                <a:close/>
                <a:moveTo>
                  <a:pt x="564184" y="626894"/>
                </a:moveTo>
                <a:lnTo>
                  <a:pt x="563720" y="629186"/>
                </a:lnTo>
                <a:lnTo>
                  <a:pt x="563956" y="629836"/>
                </a:lnTo>
                <a:lnTo>
                  <a:pt x="564219" y="626827"/>
                </a:lnTo>
                <a:close/>
                <a:moveTo>
                  <a:pt x="573565" y="605834"/>
                </a:moveTo>
                <a:lnTo>
                  <a:pt x="573514" y="606195"/>
                </a:lnTo>
                <a:lnTo>
                  <a:pt x="573725" y="606300"/>
                </a:lnTo>
                <a:close/>
                <a:moveTo>
                  <a:pt x="581081" y="588975"/>
                </a:moveTo>
                <a:lnTo>
                  <a:pt x="580440" y="593981"/>
                </a:lnTo>
                <a:lnTo>
                  <a:pt x="580527" y="594016"/>
                </a:lnTo>
                <a:lnTo>
                  <a:pt x="582516" y="590167"/>
                </a:lnTo>
                <a:lnTo>
                  <a:pt x="582224" y="589321"/>
                </a:lnTo>
                <a:close/>
                <a:moveTo>
                  <a:pt x="301630" y="1214627"/>
                </a:moveTo>
                <a:lnTo>
                  <a:pt x="303763" y="1221140"/>
                </a:lnTo>
                <a:lnTo>
                  <a:pt x="306166" y="1223096"/>
                </a:lnTo>
                <a:lnTo>
                  <a:pt x="305760" y="1221225"/>
                </a:lnTo>
                <a:lnTo>
                  <a:pt x="305437" y="1219976"/>
                </a:lnTo>
                <a:close/>
                <a:moveTo>
                  <a:pt x="615478" y="511742"/>
                </a:moveTo>
                <a:lnTo>
                  <a:pt x="618088" y="517310"/>
                </a:lnTo>
                <a:lnTo>
                  <a:pt x="620187" y="519693"/>
                </a:lnTo>
                <a:lnTo>
                  <a:pt x="620456" y="517807"/>
                </a:lnTo>
                <a:lnTo>
                  <a:pt x="619887" y="514844"/>
                </a:lnTo>
                <a:close/>
                <a:moveTo>
                  <a:pt x="181571" y="1483201"/>
                </a:moveTo>
                <a:lnTo>
                  <a:pt x="185603" y="1490209"/>
                </a:lnTo>
                <a:lnTo>
                  <a:pt x="209770" y="1500251"/>
                </a:lnTo>
                <a:lnTo>
                  <a:pt x="209246" y="1499594"/>
                </a:lnTo>
                <a:lnTo>
                  <a:pt x="191903" y="1486083"/>
                </a:lnTo>
                <a:close/>
                <a:moveTo>
                  <a:pt x="261705" y="1303732"/>
                </a:moveTo>
                <a:lnTo>
                  <a:pt x="261743" y="1303789"/>
                </a:lnTo>
                <a:lnTo>
                  <a:pt x="261935" y="1303911"/>
                </a:lnTo>
                <a:close/>
                <a:moveTo>
                  <a:pt x="651492" y="430916"/>
                </a:moveTo>
                <a:lnTo>
                  <a:pt x="651442" y="432392"/>
                </a:lnTo>
                <a:lnTo>
                  <a:pt x="654088" y="435867"/>
                </a:lnTo>
                <a:lnTo>
                  <a:pt x="654521" y="433921"/>
                </a:lnTo>
                <a:close/>
                <a:moveTo>
                  <a:pt x="315281" y="1183680"/>
                </a:moveTo>
                <a:lnTo>
                  <a:pt x="315328" y="1184053"/>
                </a:lnTo>
                <a:lnTo>
                  <a:pt x="315499" y="1184232"/>
                </a:lnTo>
                <a:close/>
                <a:moveTo>
                  <a:pt x="282678" y="1256645"/>
                </a:moveTo>
                <a:lnTo>
                  <a:pt x="284001" y="1258697"/>
                </a:lnTo>
                <a:lnTo>
                  <a:pt x="287769" y="1264369"/>
                </a:lnTo>
                <a:lnTo>
                  <a:pt x="287508" y="1263297"/>
                </a:lnTo>
                <a:close/>
                <a:moveTo>
                  <a:pt x="666504" y="397111"/>
                </a:moveTo>
                <a:lnTo>
                  <a:pt x="666588" y="401562"/>
                </a:lnTo>
                <a:lnTo>
                  <a:pt x="671282" y="404787"/>
                </a:lnTo>
                <a:lnTo>
                  <a:pt x="671240" y="404389"/>
                </a:lnTo>
                <a:lnTo>
                  <a:pt x="671342" y="404224"/>
                </a:lnTo>
                <a:lnTo>
                  <a:pt x="671412" y="404875"/>
                </a:lnTo>
                <a:lnTo>
                  <a:pt x="674992" y="407334"/>
                </a:lnTo>
                <a:lnTo>
                  <a:pt x="674803" y="402061"/>
                </a:lnTo>
                <a:close/>
                <a:moveTo>
                  <a:pt x="581187" y="588140"/>
                </a:moveTo>
                <a:lnTo>
                  <a:pt x="581093" y="588874"/>
                </a:lnTo>
                <a:lnTo>
                  <a:pt x="582187" y="589215"/>
                </a:lnTo>
                <a:lnTo>
                  <a:pt x="582005" y="588690"/>
                </a:lnTo>
                <a:close/>
                <a:moveTo>
                  <a:pt x="648320" y="437802"/>
                </a:moveTo>
                <a:lnTo>
                  <a:pt x="649164" y="443003"/>
                </a:lnTo>
                <a:lnTo>
                  <a:pt x="651036" y="444385"/>
                </a:lnTo>
                <a:lnTo>
                  <a:pt x="651188" y="439889"/>
                </a:lnTo>
                <a:close/>
                <a:moveTo>
                  <a:pt x="629103" y="480506"/>
                </a:moveTo>
                <a:lnTo>
                  <a:pt x="628933" y="481857"/>
                </a:lnTo>
                <a:lnTo>
                  <a:pt x="630512" y="483493"/>
                </a:lnTo>
                <a:lnTo>
                  <a:pt x="636241" y="486051"/>
                </a:lnTo>
                <a:lnTo>
                  <a:pt x="636611" y="484228"/>
                </a:lnTo>
                <a:lnTo>
                  <a:pt x="636381" y="483738"/>
                </a:lnTo>
                <a:close/>
                <a:moveTo>
                  <a:pt x="591512" y="564625"/>
                </a:moveTo>
                <a:lnTo>
                  <a:pt x="591284" y="568691"/>
                </a:lnTo>
                <a:lnTo>
                  <a:pt x="591107" y="572874"/>
                </a:lnTo>
                <a:lnTo>
                  <a:pt x="591112" y="572888"/>
                </a:lnTo>
                <a:lnTo>
                  <a:pt x="591509" y="573009"/>
                </a:lnTo>
                <a:lnTo>
                  <a:pt x="593183" y="569867"/>
                </a:lnTo>
                <a:close/>
                <a:moveTo>
                  <a:pt x="272802" y="1278277"/>
                </a:moveTo>
                <a:lnTo>
                  <a:pt x="273351" y="1278934"/>
                </a:lnTo>
                <a:lnTo>
                  <a:pt x="284250" y="1290202"/>
                </a:lnTo>
                <a:lnTo>
                  <a:pt x="283933" y="1289513"/>
                </a:lnTo>
                <a:lnTo>
                  <a:pt x="276197" y="1281214"/>
                </a:lnTo>
                <a:close/>
                <a:moveTo>
                  <a:pt x="581306" y="587213"/>
                </a:moveTo>
                <a:lnTo>
                  <a:pt x="581278" y="587437"/>
                </a:lnTo>
                <a:lnTo>
                  <a:pt x="581646" y="587651"/>
                </a:lnTo>
                <a:lnTo>
                  <a:pt x="581525" y="587297"/>
                </a:lnTo>
                <a:close/>
                <a:moveTo>
                  <a:pt x="203322" y="1433533"/>
                </a:moveTo>
                <a:lnTo>
                  <a:pt x="205484" y="1436984"/>
                </a:lnTo>
                <a:lnTo>
                  <a:pt x="213277" y="1445550"/>
                </a:lnTo>
                <a:lnTo>
                  <a:pt x="213689" y="1445708"/>
                </a:lnTo>
                <a:lnTo>
                  <a:pt x="204834" y="1434625"/>
                </a:lnTo>
                <a:close/>
                <a:moveTo>
                  <a:pt x="591718" y="563691"/>
                </a:moveTo>
                <a:lnTo>
                  <a:pt x="593499" y="569276"/>
                </a:lnTo>
                <a:lnTo>
                  <a:pt x="594020" y="568300"/>
                </a:lnTo>
                <a:lnTo>
                  <a:pt x="594413" y="564442"/>
                </a:lnTo>
                <a:lnTo>
                  <a:pt x="593899" y="563990"/>
                </a:lnTo>
                <a:close/>
                <a:moveTo>
                  <a:pt x="625666" y="487594"/>
                </a:moveTo>
                <a:lnTo>
                  <a:pt x="624978" y="492428"/>
                </a:lnTo>
                <a:lnTo>
                  <a:pt x="626992" y="493411"/>
                </a:lnTo>
                <a:lnTo>
                  <a:pt x="627609" y="488514"/>
                </a:lnTo>
                <a:close/>
                <a:moveTo>
                  <a:pt x="575701" y="599474"/>
                </a:moveTo>
                <a:lnTo>
                  <a:pt x="575744" y="600170"/>
                </a:lnTo>
                <a:lnTo>
                  <a:pt x="576556" y="600505"/>
                </a:lnTo>
                <a:close/>
                <a:moveTo>
                  <a:pt x="651541" y="429411"/>
                </a:moveTo>
                <a:lnTo>
                  <a:pt x="651509" y="430383"/>
                </a:lnTo>
                <a:lnTo>
                  <a:pt x="654622" y="433469"/>
                </a:lnTo>
                <a:lnTo>
                  <a:pt x="654779" y="432764"/>
                </a:lnTo>
                <a:close/>
                <a:moveTo>
                  <a:pt x="674209" y="378470"/>
                </a:moveTo>
                <a:lnTo>
                  <a:pt x="674697" y="392121"/>
                </a:lnTo>
                <a:lnTo>
                  <a:pt x="690155" y="401331"/>
                </a:lnTo>
                <a:lnTo>
                  <a:pt x="690252" y="401395"/>
                </a:lnTo>
                <a:lnTo>
                  <a:pt x="690469" y="399950"/>
                </a:lnTo>
                <a:lnTo>
                  <a:pt x="675265" y="379683"/>
                </a:lnTo>
                <a:close/>
                <a:moveTo>
                  <a:pt x="565514" y="621806"/>
                </a:moveTo>
                <a:lnTo>
                  <a:pt x="565377" y="623368"/>
                </a:lnTo>
                <a:lnTo>
                  <a:pt x="566062" y="622042"/>
                </a:lnTo>
                <a:lnTo>
                  <a:pt x="565909" y="621876"/>
                </a:lnTo>
                <a:close/>
                <a:moveTo>
                  <a:pt x="301255" y="1213479"/>
                </a:moveTo>
                <a:lnTo>
                  <a:pt x="301272" y="1213531"/>
                </a:lnTo>
                <a:lnTo>
                  <a:pt x="305196" y="1219047"/>
                </a:lnTo>
                <a:lnTo>
                  <a:pt x="305067" y="1218546"/>
                </a:lnTo>
                <a:lnTo>
                  <a:pt x="303872" y="1216522"/>
                </a:lnTo>
                <a:close/>
                <a:moveTo>
                  <a:pt x="545291" y="666974"/>
                </a:moveTo>
                <a:lnTo>
                  <a:pt x="544696" y="671150"/>
                </a:lnTo>
                <a:lnTo>
                  <a:pt x="544870" y="671390"/>
                </a:lnTo>
                <a:lnTo>
                  <a:pt x="546048" y="668021"/>
                </a:lnTo>
                <a:close/>
                <a:moveTo>
                  <a:pt x="646059" y="441323"/>
                </a:moveTo>
                <a:lnTo>
                  <a:pt x="644723" y="447920"/>
                </a:lnTo>
                <a:lnTo>
                  <a:pt x="649378" y="450190"/>
                </a:lnTo>
                <a:lnTo>
                  <a:pt x="648496" y="444755"/>
                </a:lnTo>
                <a:lnTo>
                  <a:pt x="648296" y="443115"/>
                </a:lnTo>
                <a:close/>
                <a:moveTo>
                  <a:pt x="245185" y="1338886"/>
                </a:moveTo>
                <a:lnTo>
                  <a:pt x="247185" y="1340242"/>
                </a:lnTo>
                <a:lnTo>
                  <a:pt x="246883" y="1339679"/>
                </a:lnTo>
                <a:close/>
                <a:moveTo>
                  <a:pt x="234149" y="1363578"/>
                </a:moveTo>
                <a:lnTo>
                  <a:pt x="235003" y="1365517"/>
                </a:lnTo>
                <a:lnTo>
                  <a:pt x="235229" y="1365754"/>
                </a:lnTo>
                <a:lnTo>
                  <a:pt x="243605" y="1372629"/>
                </a:lnTo>
                <a:lnTo>
                  <a:pt x="247671" y="1370494"/>
                </a:lnTo>
                <a:lnTo>
                  <a:pt x="247558" y="1370376"/>
                </a:lnTo>
                <a:lnTo>
                  <a:pt x="241602" y="1366868"/>
                </a:lnTo>
                <a:close/>
                <a:moveTo>
                  <a:pt x="577249" y="595274"/>
                </a:moveTo>
                <a:lnTo>
                  <a:pt x="577605" y="595611"/>
                </a:lnTo>
                <a:lnTo>
                  <a:pt x="577843" y="595751"/>
                </a:lnTo>
                <a:lnTo>
                  <a:pt x="579207" y="596574"/>
                </a:lnTo>
                <a:lnTo>
                  <a:pt x="579294" y="596404"/>
                </a:lnTo>
                <a:lnTo>
                  <a:pt x="579318" y="596081"/>
                </a:lnTo>
                <a:close/>
                <a:moveTo>
                  <a:pt x="284972" y="1249734"/>
                </a:moveTo>
                <a:lnTo>
                  <a:pt x="286062" y="1254210"/>
                </a:lnTo>
                <a:lnTo>
                  <a:pt x="286381" y="1254916"/>
                </a:lnTo>
                <a:lnTo>
                  <a:pt x="286988" y="1256215"/>
                </a:lnTo>
                <a:lnTo>
                  <a:pt x="289569" y="1258025"/>
                </a:lnTo>
                <a:lnTo>
                  <a:pt x="285507" y="1250231"/>
                </a:lnTo>
                <a:close/>
                <a:moveTo>
                  <a:pt x="580173" y="588700"/>
                </a:moveTo>
                <a:lnTo>
                  <a:pt x="579883" y="593749"/>
                </a:lnTo>
                <a:lnTo>
                  <a:pt x="580023" y="593808"/>
                </a:lnTo>
                <a:lnTo>
                  <a:pt x="580659" y="588848"/>
                </a:lnTo>
                <a:close/>
                <a:moveTo>
                  <a:pt x="600707" y="542590"/>
                </a:moveTo>
                <a:lnTo>
                  <a:pt x="601017" y="545403"/>
                </a:lnTo>
                <a:lnTo>
                  <a:pt x="602450" y="547028"/>
                </a:lnTo>
                <a:lnTo>
                  <a:pt x="602396" y="546772"/>
                </a:lnTo>
                <a:lnTo>
                  <a:pt x="602157" y="546121"/>
                </a:lnTo>
                <a:lnTo>
                  <a:pt x="601505" y="543367"/>
                </a:lnTo>
                <a:close/>
                <a:moveTo>
                  <a:pt x="269694" y="1283664"/>
                </a:moveTo>
                <a:lnTo>
                  <a:pt x="270443" y="1286264"/>
                </a:lnTo>
                <a:lnTo>
                  <a:pt x="272576" y="1288109"/>
                </a:lnTo>
                <a:lnTo>
                  <a:pt x="271696" y="1286068"/>
                </a:lnTo>
                <a:close/>
                <a:moveTo>
                  <a:pt x="674669" y="376789"/>
                </a:moveTo>
                <a:lnTo>
                  <a:pt x="691809" y="389431"/>
                </a:lnTo>
                <a:lnTo>
                  <a:pt x="692008" y="383535"/>
                </a:lnTo>
                <a:lnTo>
                  <a:pt x="686307" y="381257"/>
                </a:lnTo>
                <a:close/>
                <a:moveTo>
                  <a:pt x="135962" y="1583052"/>
                </a:moveTo>
                <a:lnTo>
                  <a:pt x="149120" y="1589208"/>
                </a:lnTo>
                <a:lnTo>
                  <a:pt x="192936" y="1608537"/>
                </a:lnTo>
                <a:lnTo>
                  <a:pt x="159834" y="1594363"/>
                </a:lnTo>
                <a:lnTo>
                  <a:pt x="136058" y="1583242"/>
                </a:lnTo>
                <a:close/>
                <a:moveTo>
                  <a:pt x="186549" y="1469747"/>
                </a:moveTo>
                <a:lnTo>
                  <a:pt x="200987" y="1487819"/>
                </a:lnTo>
                <a:lnTo>
                  <a:pt x="202799" y="1488854"/>
                </a:lnTo>
                <a:lnTo>
                  <a:pt x="211213" y="1491077"/>
                </a:lnTo>
                <a:lnTo>
                  <a:pt x="204079" y="1482321"/>
                </a:lnTo>
                <a:lnTo>
                  <a:pt x="196821" y="1478004"/>
                </a:lnTo>
                <a:close/>
                <a:moveTo>
                  <a:pt x="638397" y="457959"/>
                </a:moveTo>
                <a:lnTo>
                  <a:pt x="641346" y="460839"/>
                </a:lnTo>
                <a:lnTo>
                  <a:pt x="641487" y="460144"/>
                </a:lnTo>
                <a:close/>
                <a:moveTo>
                  <a:pt x="563368" y="625928"/>
                </a:moveTo>
                <a:lnTo>
                  <a:pt x="562999" y="627188"/>
                </a:lnTo>
                <a:lnTo>
                  <a:pt x="563167" y="627654"/>
                </a:lnTo>
                <a:lnTo>
                  <a:pt x="563798" y="626432"/>
                </a:lnTo>
                <a:lnTo>
                  <a:pt x="563882" y="626037"/>
                </a:lnTo>
                <a:close/>
                <a:moveTo>
                  <a:pt x="334663" y="1137926"/>
                </a:moveTo>
                <a:lnTo>
                  <a:pt x="334772" y="1139151"/>
                </a:lnTo>
                <a:lnTo>
                  <a:pt x="335466" y="1141359"/>
                </a:lnTo>
                <a:lnTo>
                  <a:pt x="336691" y="1142412"/>
                </a:lnTo>
                <a:lnTo>
                  <a:pt x="336740" y="1142203"/>
                </a:lnTo>
                <a:lnTo>
                  <a:pt x="335639" y="1138917"/>
                </a:lnTo>
                <a:lnTo>
                  <a:pt x="334862" y="1138152"/>
                </a:lnTo>
                <a:close/>
                <a:moveTo>
                  <a:pt x="674373" y="377221"/>
                </a:moveTo>
                <a:lnTo>
                  <a:pt x="676419" y="379570"/>
                </a:lnTo>
                <a:lnTo>
                  <a:pt x="674937" y="377792"/>
                </a:lnTo>
                <a:lnTo>
                  <a:pt x="675148" y="377835"/>
                </a:lnTo>
                <a:lnTo>
                  <a:pt x="680350" y="384080"/>
                </a:lnTo>
                <a:lnTo>
                  <a:pt x="685621" y="390129"/>
                </a:lnTo>
                <a:lnTo>
                  <a:pt x="687723" y="392934"/>
                </a:lnTo>
                <a:lnTo>
                  <a:pt x="690941" y="396794"/>
                </a:lnTo>
                <a:lnTo>
                  <a:pt x="691012" y="396316"/>
                </a:lnTo>
                <a:lnTo>
                  <a:pt x="689189" y="394139"/>
                </a:lnTo>
                <a:lnTo>
                  <a:pt x="689444" y="394193"/>
                </a:lnTo>
                <a:lnTo>
                  <a:pt x="691044" y="396103"/>
                </a:lnTo>
                <a:lnTo>
                  <a:pt x="691080" y="395859"/>
                </a:lnTo>
                <a:lnTo>
                  <a:pt x="691270" y="395679"/>
                </a:lnTo>
                <a:lnTo>
                  <a:pt x="691183" y="396268"/>
                </a:lnTo>
                <a:lnTo>
                  <a:pt x="691563" y="396723"/>
                </a:lnTo>
                <a:lnTo>
                  <a:pt x="691768" y="390640"/>
                </a:lnTo>
                <a:lnTo>
                  <a:pt x="682512" y="383224"/>
                </a:lnTo>
                <a:close/>
                <a:moveTo>
                  <a:pt x="627084" y="482997"/>
                </a:moveTo>
                <a:lnTo>
                  <a:pt x="628179" y="483990"/>
                </a:lnTo>
                <a:lnTo>
                  <a:pt x="628239" y="483513"/>
                </a:lnTo>
                <a:close/>
                <a:moveTo>
                  <a:pt x="591658" y="562019"/>
                </a:moveTo>
                <a:lnTo>
                  <a:pt x="591587" y="563280"/>
                </a:lnTo>
                <a:lnTo>
                  <a:pt x="591609" y="563350"/>
                </a:lnTo>
                <a:lnTo>
                  <a:pt x="593427" y="563575"/>
                </a:lnTo>
                <a:close/>
                <a:moveTo>
                  <a:pt x="284130" y="1250579"/>
                </a:moveTo>
                <a:lnTo>
                  <a:pt x="284994" y="1252977"/>
                </a:lnTo>
                <a:lnTo>
                  <a:pt x="284737" y="1251922"/>
                </a:lnTo>
                <a:close/>
                <a:moveTo>
                  <a:pt x="580242" y="587505"/>
                </a:moveTo>
                <a:lnTo>
                  <a:pt x="580180" y="588588"/>
                </a:lnTo>
                <a:lnTo>
                  <a:pt x="580672" y="588742"/>
                </a:lnTo>
                <a:lnTo>
                  <a:pt x="580784" y="587869"/>
                </a:lnTo>
                <a:close/>
                <a:moveTo>
                  <a:pt x="548944" y="657587"/>
                </a:moveTo>
                <a:lnTo>
                  <a:pt x="549131" y="658829"/>
                </a:lnTo>
                <a:lnTo>
                  <a:pt x="549239" y="658901"/>
                </a:lnTo>
                <a:lnTo>
                  <a:pt x="549500" y="658154"/>
                </a:lnTo>
                <a:lnTo>
                  <a:pt x="549206" y="657024"/>
                </a:lnTo>
                <a:close/>
                <a:moveTo>
                  <a:pt x="548615" y="658295"/>
                </a:moveTo>
                <a:lnTo>
                  <a:pt x="548620" y="658492"/>
                </a:lnTo>
                <a:lnTo>
                  <a:pt x="548768" y="658589"/>
                </a:lnTo>
                <a:lnTo>
                  <a:pt x="548697" y="658119"/>
                </a:lnTo>
                <a:close/>
                <a:moveTo>
                  <a:pt x="302110" y="1210116"/>
                </a:moveTo>
                <a:lnTo>
                  <a:pt x="303226" y="1211434"/>
                </a:lnTo>
                <a:lnTo>
                  <a:pt x="303182" y="1211262"/>
                </a:lnTo>
                <a:close/>
                <a:moveTo>
                  <a:pt x="546997" y="661759"/>
                </a:moveTo>
                <a:lnTo>
                  <a:pt x="547918" y="662676"/>
                </a:lnTo>
                <a:lnTo>
                  <a:pt x="548025" y="662371"/>
                </a:lnTo>
                <a:lnTo>
                  <a:pt x="547784" y="660774"/>
                </a:lnTo>
                <a:lnTo>
                  <a:pt x="547533" y="660608"/>
                </a:lnTo>
                <a:close/>
                <a:moveTo>
                  <a:pt x="275727" y="1269161"/>
                </a:moveTo>
                <a:lnTo>
                  <a:pt x="276331" y="1270297"/>
                </a:lnTo>
                <a:lnTo>
                  <a:pt x="279449" y="1272994"/>
                </a:lnTo>
                <a:lnTo>
                  <a:pt x="279666" y="1273116"/>
                </a:lnTo>
                <a:lnTo>
                  <a:pt x="279581" y="1272932"/>
                </a:lnTo>
                <a:close/>
                <a:moveTo>
                  <a:pt x="508693" y="747355"/>
                </a:moveTo>
                <a:lnTo>
                  <a:pt x="508650" y="748760"/>
                </a:lnTo>
                <a:lnTo>
                  <a:pt x="508681" y="748862"/>
                </a:lnTo>
                <a:lnTo>
                  <a:pt x="509126" y="748211"/>
                </a:lnTo>
                <a:lnTo>
                  <a:pt x="508752" y="747398"/>
                </a:lnTo>
                <a:close/>
                <a:moveTo>
                  <a:pt x="661423" y="405334"/>
                </a:moveTo>
                <a:lnTo>
                  <a:pt x="659543" y="413777"/>
                </a:lnTo>
                <a:lnTo>
                  <a:pt x="666727" y="420272"/>
                </a:lnTo>
                <a:lnTo>
                  <a:pt x="666615" y="414326"/>
                </a:lnTo>
                <a:close/>
                <a:moveTo>
                  <a:pt x="564637" y="622046"/>
                </a:moveTo>
                <a:lnTo>
                  <a:pt x="563818" y="624386"/>
                </a:lnTo>
                <a:lnTo>
                  <a:pt x="563524" y="625393"/>
                </a:lnTo>
                <a:lnTo>
                  <a:pt x="564001" y="625495"/>
                </a:lnTo>
                <a:lnTo>
                  <a:pt x="564562" y="622904"/>
                </a:lnTo>
                <a:close/>
                <a:moveTo>
                  <a:pt x="544096" y="667975"/>
                </a:moveTo>
                <a:lnTo>
                  <a:pt x="543622" y="669665"/>
                </a:lnTo>
                <a:lnTo>
                  <a:pt x="544131" y="670367"/>
                </a:lnTo>
                <a:lnTo>
                  <a:pt x="544636" y="666818"/>
                </a:lnTo>
                <a:close/>
                <a:moveTo>
                  <a:pt x="284731" y="1248742"/>
                </a:moveTo>
                <a:lnTo>
                  <a:pt x="284751" y="1248825"/>
                </a:lnTo>
                <a:lnTo>
                  <a:pt x="284794" y="1248864"/>
                </a:lnTo>
                <a:close/>
                <a:moveTo>
                  <a:pt x="580282" y="586814"/>
                </a:moveTo>
                <a:lnTo>
                  <a:pt x="580279" y="586859"/>
                </a:lnTo>
                <a:lnTo>
                  <a:pt x="580869" y="587201"/>
                </a:lnTo>
                <a:lnTo>
                  <a:pt x="580889" y="587051"/>
                </a:lnTo>
                <a:close/>
                <a:moveTo>
                  <a:pt x="626195" y="483877"/>
                </a:moveTo>
                <a:lnTo>
                  <a:pt x="625686" y="487456"/>
                </a:lnTo>
                <a:lnTo>
                  <a:pt x="627626" y="488375"/>
                </a:lnTo>
                <a:lnTo>
                  <a:pt x="628024" y="485217"/>
                </a:lnTo>
                <a:close/>
                <a:moveTo>
                  <a:pt x="591726" y="560791"/>
                </a:moveTo>
                <a:lnTo>
                  <a:pt x="591666" y="561861"/>
                </a:lnTo>
                <a:lnTo>
                  <a:pt x="593710" y="563610"/>
                </a:lnTo>
                <a:lnTo>
                  <a:pt x="594489" y="563706"/>
                </a:lnTo>
                <a:lnTo>
                  <a:pt x="594565" y="562953"/>
                </a:lnTo>
                <a:lnTo>
                  <a:pt x="594570" y="562925"/>
                </a:lnTo>
                <a:close/>
                <a:moveTo>
                  <a:pt x="626261" y="483419"/>
                </a:moveTo>
                <a:lnTo>
                  <a:pt x="626244" y="483539"/>
                </a:lnTo>
                <a:lnTo>
                  <a:pt x="626832" y="483970"/>
                </a:lnTo>
                <a:close/>
                <a:moveTo>
                  <a:pt x="270024" y="1281079"/>
                </a:moveTo>
                <a:lnTo>
                  <a:pt x="272106" y="1285909"/>
                </a:lnTo>
                <a:lnTo>
                  <a:pt x="277083" y="1291881"/>
                </a:lnTo>
                <a:lnTo>
                  <a:pt x="275045" y="1287287"/>
                </a:lnTo>
                <a:lnTo>
                  <a:pt x="274135" y="1286952"/>
                </a:lnTo>
                <a:lnTo>
                  <a:pt x="273998" y="1286729"/>
                </a:lnTo>
                <a:lnTo>
                  <a:pt x="274954" y="1287081"/>
                </a:lnTo>
                <a:lnTo>
                  <a:pt x="274225" y="1285437"/>
                </a:lnTo>
                <a:lnTo>
                  <a:pt x="273010" y="1284152"/>
                </a:lnTo>
                <a:close/>
                <a:moveTo>
                  <a:pt x="598009" y="546554"/>
                </a:moveTo>
                <a:lnTo>
                  <a:pt x="597115" y="555327"/>
                </a:lnTo>
                <a:lnTo>
                  <a:pt x="600337" y="556454"/>
                </a:lnTo>
                <a:lnTo>
                  <a:pt x="600758" y="555663"/>
                </a:lnTo>
                <a:lnTo>
                  <a:pt x="599838" y="548629"/>
                </a:lnTo>
                <a:close/>
                <a:moveTo>
                  <a:pt x="646971" y="436820"/>
                </a:moveTo>
                <a:lnTo>
                  <a:pt x="646167" y="440792"/>
                </a:lnTo>
                <a:lnTo>
                  <a:pt x="648196" y="442288"/>
                </a:lnTo>
                <a:lnTo>
                  <a:pt x="647585" y="437268"/>
                </a:lnTo>
                <a:close/>
                <a:moveTo>
                  <a:pt x="610915" y="517481"/>
                </a:moveTo>
                <a:lnTo>
                  <a:pt x="610208" y="534918"/>
                </a:lnTo>
                <a:lnTo>
                  <a:pt x="610321" y="534957"/>
                </a:lnTo>
                <a:lnTo>
                  <a:pt x="611818" y="519261"/>
                </a:lnTo>
                <a:lnTo>
                  <a:pt x="611023" y="517565"/>
                </a:lnTo>
                <a:close/>
                <a:moveTo>
                  <a:pt x="532612" y="692594"/>
                </a:moveTo>
                <a:lnTo>
                  <a:pt x="533498" y="693110"/>
                </a:lnTo>
                <a:lnTo>
                  <a:pt x="533552" y="692928"/>
                </a:lnTo>
                <a:lnTo>
                  <a:pt x="533113" y="692067"/>
                </a:lnTo>
                <a:lnTo>
                  <a:pt x="532896" y="691983"/>
                </a:lnTo>
                <a:close/>
                <a:moveTo>
                  <a:pt x="189344" y="1461177"/>
                </a:moveTo>
                <a:lnTo>
                  <a:pt x="200071" y="1475277"/>
                </a:lnTo>
                <a:lnTo>
                  <a:pt x="210829" y="1482825"/>
                </a:lnTo>
                <a:lnTo>
                  <a:pt x="211355" y="1483137"/>
                </a:lnTo>
                <a:lnTo>
                  <a:pt x="211955" y="1482517"/>
                </a:lnTo>
                <a:close/>
                <a:moveTo>
                  <a:pt x="525745" y="707854"/>
                </a:moveTo>
                <a:lnTo>
                  <a:pt x="527536" y="713498"/>
                </a:lnTo>
                <a:lnTo>
                  <a:pt x="528336" y="710763"/>
                </a:lnTo>
                <a:lnTo>
                  <a:pt x="527998" y="709545"/>
                </a:lnTo>
                <a:close/>
                <a:moveTo>
                  <a:pt x="300692" y="1211708"/>
                </a:moveTo>
                <a:lnTo>
                  <a:pt x="301054" y="1212865"/>
                </a:lnTo>
                <a:lnTo>
                  <a:pt x="303156" y="1215309"/>
                </a:lnTo>
                <a:lnTo>
                  <a:pt x="301315" y="1212189"/>
                </a:lnTo>
                <a:close/>
                <a:moveTo>
                  <a:pt x="530208" y="697745"/>
                </a:moveTo>
                <a:lnTo>
                  <a:pt x="530206" y="697750"/>
                </a:lnTo>
                <a:lnTo>
                  <a:pt x="530221" y="697759"/>
                </a:lnTo>
                <a:close/>
                <a:moveTo>
                  <a:pt x="233494" y="1362091"/>
                </a:moveTo>
                <a:lnTo>
                  <a:pt x="233747" y="1362665"/>
                </a:lnTo>
                <a:lnTo>
                  <a:pt x="236625" y="1363935"/>
                </a:lnTo>
                <a:close/>
                <a:moveTo>
                  <a:pt x="591002" y="561443"/>
                </a:moveTo>
                <a:lnTo>
                  <a:pt x="591463" y="562888"/>
                </a:lnTo>
                <a:lnTo>
                  <a:pt x="591518" y="561897"/>
                </a:lnTo>
                <a:close/>
                <a:moveTo>
                  <a:pt x="257018" y="1309293"/>
                </a:moveTo>
                <a:lnTo>
                  <a:pt x="258515" y="1312453"/>
                </a:lnTo>
                <a:lnTo>
                  <a:pt x="259680" y="1313195"/>
                </a:lnTo>
                <a:lnTo>
                  <a:pt x="258658" y="1310780"/>
                </a:lnTo>
                <a:lnTo>
                  <a:pt x="257793" y="1309918"/>
                </a:lnTo>
                <a:close/>
                <a:moveTo>
                  <a:pt x="236288" y="1355699"/>
                </a:moveTo>
                <a:lnTo>
                  <a:pt x="237404" y="1356892"/>
                </a:lnTo>
                <a:lnTo>
                  <a:pt x="239268" y="1357990"/>
                </a:lnTo>
                <a:lnTo>
                  <a:pt x="240332" y="1358422"/>
                </a:lnTo>
                <a:lnTo>
                  <a:pt x="239587" y="1357642"/>
                </a:lnTo>
                <a:close/>
                <a:moveTo>
                  <a:pt x="576883" y="592979"/>
                </a:moveTo>
                <a:lnTo>
                  <a:pt x="577101" y="594774"/>
                </a:lnTo>
                <a:lnTo>
                  <a:pt x="579348" y="595651"/>
                </a:lnTo>
                <a:lnTo>
                  <a:pt x="579436" y="594406"/>
                </a:lnTo>
                <a:lnTo>
                  <a:pt x="579357" y="594003"/>
                </a:lnTo>
                <a:close/>
                <a:moveTo>
                  <a:pt x="525999" y="706762"/>
                </a:moveTo>
                <a:lnTo>
                  <a:pt x="527421" y="707465"/>
                </a:lnTo>
                <a:lnTo>
                  <a:pt x="527139" y="706446"/>
                </a:lnTo>
                <a:lnTo>
                  <a:pt x="526666" y="705333"/>
                </a:lnTo>
                <a:close/>
                <a:moveTo>
                  <a:pt x="647321" y="435092"/>
                </a:moveTo>
                <a:lnTo>
                  <a:pt x="647119" y="436086"/>
                </a:lnTo>
                <a:lnTo>
                  <a:pt x="647472" y="436336"/>
                </a:lnTo>
                <a:close/>
                <a:moveTo>
                  <a:pt x="525691" y="707440"/>
                </a:moveTo>
                <a:lnTo>
                  <a:pt x="527867" y="709074"/>
                </a:lnTo>
                <a:lnTo>
                  <a:pt x="527689" y="708429"/>
                </a:lnTo>
                <a:close/>
                <a:moveTo>
                  <a:pt x="622006" y="491725"/>
                </a:moveTo>
                <a:lnTo>
                  <a:pt x="623113" y="499145"/>
                </a:lnTo>
                <a:lnTo>
                  <a:pt x="624029" y="492710"/>
                </a:lnTo>
                <a:close/>
                <a:moveTo>
                  <a:pt x="249173" y="1326566"/>
                </a:moveTo>
                <a:lnTo>
                  <a:pt x="250807" y="1330764"/>
                </a:lnTo>
                <a:lnTo>
                  <a:pt x="256570" y="1333923"/>
                </a:lnTo>
                <a:lnTo>
                  <a:pt x="255929" y="1332058"/>
                </a:lnTo>
                <a:lnTo>
                  <a:pt x="254366" y="1329499"/>
                </a:lnTo>
                <a:lnTo>
                  <a:pt x="253893" y="1329240"/>
                </a:lnTo>
                <a:close/>
                <a:moveTo>
                  <a:pt x="525103" y="708682"/>
                </a:moveTo>
                <a:lnTo>
                  <a:pt x="525973" y="714107"/>
                </a:lnTo>
                <a:lnTo>
                  <a:pt x="526916" y="715444"/>
                </a:lnTo>
                <a:lnTo>
                  <a:pt x="527418" y="713893"/>
                </a:lnTo>
                <a:lnTo>
                  <a:pt x="525496" y="707840"/>
                </a:lnTo>
                <a:close/>
                <a:moveTo>
                  <a:pt x="580398" y="584803"/>
                </a:moveTo>
                <a:lnTo>
                  <a:pt x="580316" y="586233"/>
                </a:lnTo>
                <a:lnTo>
                  <a:pt x="580960" y="586484"/>
                </a:lnTo>
                <a:lnTo>
                  <a:pt x="581037" y="585886"/>
                </a:lnTo>
                <a:lnTo>
                  <a:pt x="580853" y="585351"/>
                </a:lnTo>
                <a:close/>
                <a:moveTo>
                  <a:pt x="523927" y="711201"/>
                </a:moveTo>
                <a:lnTo>
                  <a:pt x="524064" y="711395"/>
                </a:lnTo>
                <a:lnTo>
                  <a:pt x="524005" y="711033"/>
                </a:lnTo>
                <a:close/>
                <a:moveTo>
                  <a:pt x="256886" y="1309014"/>
                </a:moveTo>
                <a:lnTo>
                  <a:pt x="256895" y="1309033"/>
                </a:lnTo>
                <a:lnTo>
                  <a:pt x="256939" y="1309067"/>
                </a:lnTo>
                <a:close/>
                <a:moveTo>
                  <a:pt x="207372" y="1419586"/>
                </a:moveTo>
                <a:lnTo>
                  <a:pt x="213069" y="1428716"/>
                </a:lnTo>
                <a:lnTo>
                  <a:pt x="219312" y="1431608"/>
                </a:lnTo>
                <a:lnTo>
                  <a:pt x="231503" y="1436775"/>
                </a:lnTo>
                <a:close/>
                <a:moveTo>
                  <a:pt x="515062" y="730547"/>
                </a:moveTo>
                <a:lnTo>
                  <a:pt x="514600" y="731680"/>
                </a:lnTo>
                <a:lnTo>
                  <a:pt x="514639" y="732015"/>
                </a:lnTo>
                <a:lnTo>
                  <a:pt x="517071" y="733697"/>
                </a:lnTo>
                <a:lnTo>
                  <a:pt x="516871" y="732850"/>
                </a:lnTo>
                <a:close/>
                <a:moveTo>
                  <a:pt x="515410" y="729690"/>
                </a:moveTo>
                <a:lnTo>
                  <a:pt x="515183" y="730248"/>
                </a:lnTo>
                <a:lnTo>
                  <a:pt x="516717" y="732200"/>
                </a:lnTo>
                <a:lnTo>
                  <a:pt x="516286" y="730379"/>
                </a:lnTo>
                <a:close/>
                <a:moveTo>
                  <a:pt x="578586" y="588219"/>
                </a:moveTo>
                <a:lnTo>
                  <a:pt x="579533" y="593044"/>
                </a:lnTo>
                <a:lnTo>
                  <a:pt x="579849" y="588602"/>
                </a:lnTo>
                <a:close/>
                <a:moveTo>
                  <a:pt x="573355" y="599823"/>
                </a:moveTo>
                <a:lnTo>
                  <a:pt x="575030" y="604669"/>
                </a:lnTo>
                <a:lnTo>
                  <a:pt x="575072" y="604587"/>
                </a:lnTo>
                <a:lnTo>
                  <a:pt x="574817" y="600497"/>
                </a:lnTo>
                <a:close/>
                <a:moveTo>
                  <a:pt x="219752" y="1391579"/>
                </a:moveTo>
                <a:lnTo>
                  <a:pt x="224020" y="1398001"/>
                </a:lnTo>
                <a:lnTo>
                  <a:pt x="228195" y="1401045"/>
                </a:lnTo>
                <a:lnTo>
                  <a:pt x="226125" y="1396347"/>
                </a:lnTo>
                <a:close/>
                <a:moveTo>
                  <a:pt x="601917" y="535729"/>
                </a:moveTo>
                <a:lnTo>
                  <a:pt x="602509" y="537342"/>
                </a:lnTo>
                <a:lnTo>
                  <a:pt x="604598" y="539371"/>
                </a:lnTo>
                <a:lnTo>
                  <a:pt x="604588" y="538484"/>
                </a:lnTo>
                <a:close/>
                <a:moveTo>
                  <a:pt x="610276" y="516980"/>
                </a:moveTo>
                <a:lnTo>
                  <a:pt x="607534" y="533983"/>
                </a:lnTo>
                <a:lnTo>
                  <a:pt x="608208" y="534219"/>
                </a:lnTo>
                <a:lnTo>
                  <a:pt x="608124" y="533390"/>
                </a:lnTo>
                <a:lnTo>
                  <a:pt x="608365" y="533014"/>
                </a:lnTo>
                <a:lnTo>
                  <a:pt x="608496" y="534320"/>
                </a:lnTo>
                <a:lnTo>
                  <a:pt x="609404" y="534637"/>
                </a:lnTo>
                <a:lnTo>
                  <a:pt x="610355" y="517042"/>
                </a:lnTo>
                <a:close/>
                <a:moveTo>
                  <a:pt x="626729" y="480135"/>
                </a:moveTo>
                <a:lnTo>
                  <a:pt x="626505" y="481703"/>
                </a:lnTo>
                <a:lnTo>
                  <a:pt x="628363" y="482533"/>
                </a:lnTo>
                <a:lnTo>
                  <a:pt x="628441" y="481910"/>
                </a:lnTo>
                <a:close/>
                <a:moveTo>
                  <a:pt x="662766" y="399300"/>
                </a:moveTo>
                <a:lnTo>
                  <a:pt x="662591" y="400090"/>
                </a:lnTo>
                <a:lnTo>
                  <a:pt x="666441" y="405223"/>
                </a:lnTo>
                <a:lnTo>
                  <a:pt x="666376" y="401780"/>
                </a:lnTo>
                <a:close/>
                <a:moveTo>
                  <a:pt x="546375" y="659840"/>
                </a:moveTo>
                <a:lnTo>
                  <a:pt x="546238" y="660326"/>
                </a:lnTo>
                <a:lnTo>
                  <a:pt x="546214" y="660499"/>
                </a:lnTo>
                <a:lnTo>
                  <a:pt x="546508" y="659929"/>
                </a:lnTo>
                <a:close/>
                <a:moveTo>
                  <a:pt x="592596" y="556235"/>
                </a:moveTo>
                <a:lnTo>
                  <a:pt x="594838" y="558130"/>
                </a:lnTo>
                <a:lnTo>
                  <a:pt x="594822" y="556899"/>
                </a:lnTo>
                <a:lnTo>
                  <a:pt x="593324" y="556445"/>
                </a:lnTo>
                <a:close/>
                <a:moveTo>
                  <a:pt x="626820" y="479491"/>
                </a:moveTo>
                <a:lnTo>
                  <a:pt x="626797" y="479646"/>
                </a:lnTo>
                <a:lnTo>
                  <a:pt x="628504" y="481413"/>
                </a:lnTo>
                <a:lnTo>
                  <a:pt x="628644" y="480302"/>
                </a:lnTo>
                <a:close/>
                <a:moveTo>
                  <a:pt x="599256" y="541181"/>
                </a:moveTo>
                <a:lnTo>
                  <a:pt x="599598" y="543793"/>
                </a:lnTo>
                <a:lnTo>
                  <a:pt x="600649" y="544986"/>
                </a:lnTo>
                <a:lnTo>
                  <a:pt x="600388" y="542280"/>
                </a:lnTo>
                <a:close/>
                <a:moveTo>
                  <a:pt x="570279" y="605919"/>
                </a:moveTo>
                <a:lnTo>
                  <a:pt x="569774" y="607362"/>
                </a:lnTo>
                <a:lnTo>
                  <a:pt x="572490" y="609588"/>
                </a:lnTo>
                <a:lnTo>
                  <a:pt x="573022" y="608558"/>
                </a:lnTo>
                <a:lnTo>
                  <a:pt x="573174" y="607470"/>
                </a:lnTo>
                <a:close/>
                <a:moveTo>
                  <a:pt x="283370" y="1248245"/>
                </a:moveTo>
                <a:lnTo>
                  <a:pt x="284394" y="1250514"/>
                </a:lnTo>
                <a:lnTo>
                  <a:pt x="283979" y="1248811"/>
                </a:lnTo>
                <a:close/>
                <a:moveTo>
                  <a:pt x="584213" y="574496"/>
                </a:moveTo>
                <a:lnTo>
                  <a:pt x="585446" y="575776"/>
                </a:lnTo>
                <a:lnTo>
                  <a:pt x="588036" y="579519"/>
                </a:lnTo>
                <a:lnTo>
                  <a:pt x="589379" y="577003"/>
                </a:lnTo>
                <a:close/>
                <a:moveTo>
                  <a:pt x="192686" y="1450819"/>
                </a:moveTo>
                <a:lnTo>
                  <a:pt x="213557" y="1465402"/>
                </a:lnTo>
                <a:lnTo>
                  <a:pt x="209990" y="1459201"/>
                </a:lnTo>
                <a:lnTo>
                  <a:pt x="205537" y="1455980"/>
                </a:lnTo>
                <a:lnTo>
                  <a:pt x="204014" y="1454989"/>
                </a:lnTo>
                <a:close/>
                <a:moveTo>
                  <a:pt x="630324" y="470814"/>
                </a:moveTo>
                <a:lnTo>
                  <a:pt x="629253" y="479320"/>
                </a:lnTo>
                <a:lnTo>
                  <a:pt x="635640" y="482158"/>
                </a:lnTo>
                <a:close/>
                <a:moveTo>
                  <a:pt x="547200" y="656893"/>
                </a:moveTo>
                <a:lnTo>
                  <a:pt x="547045" y="657448"/>
                </a:lnTo>
                <a:lnTo>
                  <a:pt x="547310" y="657623"/>
                </a:lnTo>
                <a:close/>
                <a:moveTo>
                  <a:pt x="590501" y="559872"/>
                </a:moveTo>
                <a:lnTo>
                  <a:pt x="590936" y="561236"/>
                </a:lnTo>
                <a:lnTo>
                  <a:pt x="591528" y="561742"/>
                </a:lnTo>
                <a:lnTo>
                  <a:pt x="591586" y="560687"/>
                </a:lnTo>
                <a:close/>
                <a:moveTo>
                  <a:pt x="548497" y="653825"/>
                </a:moveTo>
                <a:lnTo>
                  <a:pt x="548523" y="654787"/>
                </a:lnTo>
                <a:lnTo>
                  <a:pt x="548605" y="655334"/>
                </a:lnTo>
                <a:lnTo>
                  <a:pt x="548784" y="655519"/>
                </a:lnTo>
                <a:lnTo>
                  <a:pt x="548842" y="655407"/>
                </a:lnTo>
                <a:close/>
                <a:moveTo>
                  <a:pt x="591971" y="556408"/>
                </a:moveTo>
                <a:lnTo>
                  <a:pt x="591753" y="560310"/>
                </a:lnTo>
                <a:lnTo>
                  <a:pt x="594634" y="562472"/>
                </a:lnTo>
                <a:lnTo>
                  <a:pt x="594872" y="560805"/>
                </a:lnTo>
                <a:lnTo>
                  <a:pt x="594848" y="558950"/>
                </a:lnTo>
                <a:close/>
                <a:moveTo>
                  <a:pt x="571948" y="601150"/>
                </a:moveTo>
                <a:lnTo>
                  <a:pt x="570700" y="604715"/>
                </a:lnTo>
                <a:lnTo>
                  <a:pt x="570885" y="604891"/>
                </a:lnTo>
                <a:lnTo>
                  <a:pt x="573362" y="606119"/>
                </a:lnTo>
                <a:lnTo>
                  <a:pt x="573449" y="605498"/>
                </a:lnTo>
                <a:close/>
                <a:moveTo>
                  <a:pt x="547733" y="654991"/>
                </a:moveTo>
                <a:lnTo>
                  <a:pt x="547567" y="655585"/>
                </a:lnTo>
                <a:lnTo>
                  <a:pt x="547834" y="657362"/>
                </a:lnTo>
                <a:lnTo>
                  <a:pt x="547998" y="657043"/>
                </a:lnTo>
                <a:lnTo>
                  <a:pt x="547945" y="655212"/>
                </a:lnTo>
                <a:close/>
                <a:moveTo>
                  <a:pt x="663635" y="395400"/>
                </a:moveTo>
                <a:lnTo>
                  <a:pt x="662837" y="398986"/>
                </a:lnTo>
                <a:lnTo>
                  <a:pt x="666369" y="401412"/>
                </a:lnTo>
                <a:lnTo>
                  <a:pt x="666285" y="396980"/>
                </a:lnTo>
                <a:close/>
                <a:moveTo>
                  <a:pt x="648512" y="429206"/>
                </a:moveTo>
                <a:lnTo>
                  <a:pt x="647631" y="433561"/>
                </a:lnTo>
                <a:lnTo>
                  <a:pt x="648161" y="436823"/>
                </a:lnTo>
                <a:lnTo>
                  <a:pt x="651219" y="438986"/>
                </a:lnTo>
                <a:lnTo>
                  <a:pt x="651413" y="433249"/>
                </a:lnTo>
                <a:lnTo>
                  <a:pt x="651398" y="439113"/>
                </a:lnTo>
                <a:lnTo>
                  <a:pt x="653098" y="440315"/>
                </a:lnTo>
                <a:lnTo>
                  <a:pt x="653460" y="438685"/>
                </a:lnTo>
                <a:lnTo>
                  <a:pt x="652866" y="438248"/>
                </a:lnTo>
                <a:lnTo>
                  <a:pt x="653519" y="438226"/>
                </a:lnTo>
                <a:lnTo>
                  <a:pt x="653556" y="438253"/>
                </a:lnTo>
                <a:lnTo>
                  <a:pt x="653670" y="437743"/>
                </a:lnTo>
                <a:lnTo>
                  <a:pt x="653608" y="437704"/>
                </a:lnTo>
                <a:lnTo>
                  <a:pt x="653681" y="437696"/>
                </a:lnTo>
                <a:lnTo>
                  <a:pt x="653973" y="436380"/>
                </a:lnTo>
                <a:lnTo>
                  <a:pt x="651420" y="433026"/>
                </a:lnTo>
                <a:lnTo>
                  <a:pt x="651413" y="433249"/>
                </a:lnTo>
                <a:lnTo>
                  <a:pt x="651414" y="433017"/>
                </a:lnTo>
                <a:close/>
                <a:moveTo>
                  <a:pt x="329972" y="1142396"/>
                </a:moveTo>
                <a:lnTo>
                  <a:pt x="330040" y="1142954"/>
                </a:lnTo>
                <a:lnTo>
                  <a:pt x="332936" y="1148121"/>
                </a:lnTo>
                <a:lnTo>
                  <a:pt x="332649" y="1145804"/>
                </a:lnTo>
                <a:lnTo>
                  <a:pt x="331779" y="1143961"/>
                </a:lnTo>
                <a:lnTo>
                  <a:pt x="331681" y="1143728"/>
                </a:lnTo>
                <a:close/>
                <a:moveTo>
                  <a:pt x="547920" y="654324"/>
                </a:moveTo>
                <a:lnTo>
                  <a:pt x="547854" y="654556"/>
                </a:lnTo>
                <a:lnTo>
                  <a:pt x="547928" y="654632"/>
                </a:lnTo>
                <a:close/>
                <a:moveTo>
                  <a:pt x="331062" y="1139892"/>
                </a:moveTo>
                <a:lnTo>
                  <a:pt x="332221" y="1142350"/>
                </a:lnTo>
                <a:lnTo>
                  <a:pt x="332018" y="1140714"/>
                </a:lnTo>
                <a:close/>
                <a:moveTo>
                  <a:pt x="531342" y="691386"/>
                </a:moveTo>
                <a:lnTo>
                  <a:pt x="531491" y="691529"/>
                </a:lnTo>
                <a:lnTo>
                  <a:pt x="531524" y="691457"/>
                </a:lnTo>
                <a:close/>
                <a:moveTo>
                  <a:pt x="592026" y="555416"/>
                </a:moveTo>
                <a:lnTo>
                  <a:pt x="592008" y="555738"/>
                </a:lnTo>
                <a:lnTo>
                  <a:pt x="592167" y="555871"/>
                </a:lnTo>
                <a:lnTo>
                  <a:pt x="594818" y="556637"/>
                </a:lnTo>
                <a:lnTo>
                  <a:pt x="594815" y="556392"/>
                </a:lnTo>
                <a:close/>
                <a:moveTo>
                  <a:pt x="601408" y="534347"/>
                </a:moveTo>
                <a:lnTo>
                  <a:pt x="601780" y="535356"/>
                </a:lnTo>
                <a:lnTo>
                  <a:pt x="604585" y="538250"/>
                </a:lnTo>
                <a:lnTo>
                  <a:pt x="604558" y="535666"/>
                </a:lnTo>
                <a:lnTo>
                  <a:pt x="604015" y="535258"/>
                </a:lnTo>
                <a:close/>
                <a:moveTo>
                  <a:pt x="598620" y="540564"/>
                </a:moveTo>
                <a:lnTo>
                  <a:pt x="598426" y="542464"/>
                </a:lnTo>
                <a:lnTo>
                  <a:pt x="599157" y="543293"/>
                </a:lnTo>
                <a:lnTo>
                  <a:pt x="598865" y="540801"/>
                </a:lnTo>
                <a:close/>
                <a:moveTo>
                  <a:pt x="528944" y="696528"/>
                </a:moveTo>
                <a:lnTo>
                  <a:pt x="528999" y="696874"/>
                </a:lnTo>
                <a:lnTo>
                  <a:pt x="529093" y="696673"/>
                </a:lnTo>
                <a:close/>
                <a:moveTo>
                  <a:pt x="573474" y="596787"/>
                </a:moveTo>
                <a:lnTo>
                  <a:pt x="572887" y="598465"/>
                </a:lnTo>
                <a:lnTo>
                  <a:pt x="573098" y="599076"/>
                </a:lnTo>
                <a:lnTo>
                  <a:pt x="574772" y="599768"/>
                </a:lnTo>
                <a:lnTo>
                  <a:pt x="574677" y="598238"/>
                </a:lnTo>
                <a:close/>
                <a:moveTo>
                  <a:pt x="578179" y="586150"/>
                </a:moveTo>
                <a:lnTo>
                  <a:pt x="578559" y="588082"/>
                </a:lnTo>
                <a:lnTo>
                  <a:pt x="579857" y="588488"/>
                </a:lnTo>
                <a:lnTo>
                  <a:pt x="579941" y="587303"/>
                </a:lnTo>
                <a:lnTo>
                  <a:pt x="578599" y="586400"/>
                </a:lnTo>
                <a:close/>
                <a:moveTo>
                  <a:pt x="648722" y="428170"/>
                </a:moveTo>
                <a:lnTo>
                  <a:pt x="648618" y="428684"/>
                </a:lnTo>
                <a:lnTo>
                  <a:pt x="651416" y="432358"/>
                </a:lnTo>
                <a:lnTo>
                  <a:pt x="651417" y="432010"/>
                </a:lnTo>
                <a:lnTo>
                  <a:pt x="651463" y="430889"/>
                </a:lnTo>
                <a:close/>
                <a:moveTo>
                  <a:pt x="640376" y="446799"/>
                </a:moveTo>
                <a:lnTo>
                  <a:pt x="641872" y="448096"/>
                </a:lnTo>
                <a:lnTo>
                  <a:pt x="643319" y="449409"/>
                </a:lnTo>
                <a:lnTo>
                  <a:pt x="643374" y="449086"/>
                </a:lnTo>
                <a:lnTo>
                  <a:pt x="643199" y="448176"/>
                </a:lnTo>
                <a:close/>
                <a:moveTo>
                  <a:pt x="268494" y="1279505"/>
                </a:moveTo>
                <a:lnTo>
                  <a:pt x="269407" y="1282670"/>
                </a:lnTo>
                <a:lnTo>
                  <a:pt x="271115" y="1284721"/>
                </a:lnTo>
                <a:lnTo>
                  <a:pt x="269163" y="1280193"/>
                </a:lnTo>
                <a:close/>
                <a:moveTo>
                  <a:pt x="575254" y="592306"/>
                </a:moveTo>
                <a:lnTo>
                  <a:pt x="575326" y="593451"/>
                </a:lnTo>
                <a:lnTo>
                  <a:pt x="576456" y="594522"/>
                </a:lnTo>
                <a:lnTo>
                  <a:pt x="576821" y="594664"/>
                </a:lnTo>
                <a:lnTo>
                  <a:pt x="576602" y="592864"/>
                </a:lnTo>
                <a:close/>
                <a:moveTo>
                  <a:pt x="666335" y="388175"/>
                </a:moveTo>
                <a:lnTo>
                  <a:pt x="666493" y="396492"/>
                </a:lnTo>
                <a:lnTo>
                  <a:pt x="674776" y="401282"/>
                </a:lnTo>
                <a:lnTo>
                  <a:pt x="674478" y="392992"/>
                </a:lnTo>
                <a:lnTo>
                  <a:pt x="668376" y="389355"/>
                </a:lnTo>
                <a:close/>
                <a:moveTo>
                  <a:pt x="207400" y="1415814"/>
                </a:moveTo>
                <a:lnTo>
                  <a:pt x="243273" y="1441763"/>
                </a:lnTo>
                <a:lnTo>
                  <a:pt x="246794" y="1443256"/>
                </a:lnTo>
                <a:lnTo>
                  <a:pt x="246158" y="1441813"/>
                </a:lnTo>
                <a:lnTo>
                  <a:pt x="245177" y="1441071"/>
                </a:lnTo>
                <a:lnTo>
                  <a:pt x="241034" y="1437715"/>
                </a:lnTo>
                <a:close/>
                <a:moveTo>
                  <a:pt x="242348" y="1337558"/>
                </a:moveTo>
                <a:lnTo>
                  <a:pt x="254983" y="1353689"/>
                </a:lnTo>
                <a:lnTo>
                  <a:pt x="255393" y="1354171"/>
                </a:lnTo>
                <a:lnTo>
                  <a:pt x="247383" y="1340594"/>
                </a:lnTo>
                <a:lnTo>
                  <a:pt x="244153" y="1338402"/>
                </a:lnTo>
                <a:close/>
                <a:moveTo>
                  <a:pt x="299092" y="1210468"/>
                </a:moveTo>
                <a:lnTo>
                  <a:pt x="299570" y="1211139"/>
                </a:lnTo>
                <a:lnTo>
                  <a:pt x="300677" y="1212428"/>
                </a:lnTo>
                <a:lnTo>
                  <a:pt x="300376" y="1211463"/>
                </a:lnTo>
                <a:close/>
                <a:moveTo>
                  <a:pt x="649003" y="426782"/>
                </a:moveTo>
                <a:lnTo>
                  <a:pt x="648815" y="427710"/>
                </a:lnTo>
                <a:lnTo>
                  <a:pt x="651487" y="430360"/>
                </a:lnTo>
                <a:lnTo>
                  <a:pt x="651527" y="429396"/>
                </a:lnTo>
                <a:close/>
                <a:moveTo>
                  <a:pt x="201001" y="1429829"/>
                </a:moveTo>
                <a:lnTo>
                  <a:pt x="202965" y="1432964"/>
                </a:lnTo>
                <a:lnTo>
                  <a:pt x="204244" y="1433888"/>
                </a:lnTo>
                <a:close/>
                <a:moveTo>
                  <a:pt x="549001" y="650463"/>
                </a:moveTo>
                <a:lnTo>
                  <a:pt x="548730" y="651430"/>
                </a:lnTo>
                <a:lnTo>
                  <a:pt x="549455" y="654219"/>
                </a:lnTo>
                <a:lnTo>
                  <a:pt x="549458" y="654213"/>
                </a:lnTo>
                <a:lnTo>
                  <a:pt x="549343" y="652735"/>
                </a:lnTo>
                <a:close/>
                <a:moveTo>
                  <a:pt x="666326" y="387692"/>
                </a:moveTo>
                <a:lnTo>
                  <a:pt x="666331" y="387987"/>
                </a:lnTo>
                <a:lnTo>
                  <a:pt x="674468" y="392687"/>
                </a:lnTo>
                <a:lnTo>
                  <a:pt x="674465" y="392624"/>
                </a:lnTo>
                <a:lnTo>
                  <a:pt x="672974" y="391652"/>
                </a:lnTo>
                <a:close/>
                <a:moveTo>
                  <a:pt x="514034" y="728608"/>
                </a:moveTo>
                <a:lnTo>
                  <a:pt x="514049" y="728804"/>
                </a:lnTo>
                <a:lnTo>
                  <a:pt x="514080" y="728844"/>
                </a:lnTo>
                <a:lnTo>
                  <a:pt x="514090" y="728824"/>
                </a:lnTo>
                <a:lnTo>
                  <a:pt x="514067" y="728635"/>
                </a:lnTo>
                <a:close/>
                <a:moveTo>
                  <a:pt x="306334" y="1193647"/>
                </a:moveTo>
                <a:lnTo>
                  <a:pt x="307453" y="1196188"/>
                </a:lnTo>
                <a:lnTo>
                  <a:pt x="307170" y="1194386"/>
                </a:lnTo>
                <a:close/>
                <a:moveTo>
                  <a:pt x="542079" y="665756"/>
                </a:moveTo>
                <a:lnTo>
                  <a:pt x="541710" y="667019"/>
                </a:lnTo>
                <a:lnTo>
                  <a:pt x="542416" y="667996"/>
                </a:lnTo>
                <a:lnTo>
                  <a:pt x="543000" y="665910"/>
                </a:lnTo>
                <a:close/>
                <a:moveTo>
                  <a:pt x="616732" y="498467"/>
                </a:moveTo>
                <a:lnTo>
                  <a:pt x="615253" y="508449"/>
                </a:lnTo>
                <a:lnTo>
                  <a:pt x="619053" y="510491"/>
                </a:lnTo>
                <a:lnTo>
                  <a:pt x="616778" y="498619"/>
                </a:lnTo>
                <a:close/>
                <a:moveTo>
                  <a:pt x="591348" y="555179"/>
                </a:moveTo>
                <a:lnTo>
                  <a:pt x="591869" y="555620"/>
                </a:lnTo>
                <a:lnTo>
                  <a:pt x="591883" y="555367"/>
                </a:lnTo>
                <a:close/>
                <a:moveTo>
                  <a:pt x="249183" y="1321314"/>
                </a:moveTo>
                <a:lnTo>
                  <a:pt x="249734" y="1321915"/>
                </a:lnTo>
                <a:lnTo>
                  <a:pt x="249672" y="1321813"/>
                </a:lnTo>
                <a:close/>
                <a:moveTo>
                  <a:pt x="583339" y="573059"/>
                </a:moveTo>
                <a:lnTo>
                  <a:pt x="583359" y="573612"/>
                </a:lnTo>
                <a:lnTo>
                  <a:pt x="584075" y="574352"/>
                </a:lnTo>
                <a:lnTo>
                  <a:pt x="589387" y="576987"/>
                </a:lnTo>
                <a:lnTo>
                  <a:pt x="589517" y="576744"/>
                </a:lnTo>
                <a:close/>
                <a:moveTo>
                  <a:pt x="576148" y="589140"/>
                </a:moveTo>
                <a:lnTo>
                  <a:pt x="575222" y="591789"/>
                </a:lnTo>
                <a:lnTo>
                  <a:pt x="575224" y="591822"/>
                </a:lnTo>
                <a:lnTo>
                  <a:pt x="576541" y="592368"/>
                </a:lnTo>
                <a:close/>
                <a:moveTo>
                  <a:pt x="298626" y="1210424"/>
                </a:moveTo>
                <a:lnTo>
                  <a:pt x="302677" y="1220256"/>
                </a:lnTo>
                <a:lnTo>
                  <a:pt x="303277" y="1220746"/>
                </a:lnTo>
                <a:lnTo>
                  <a:pt x="301157" y="1213961"/>
                </a:lnTo>
                <a:lnTo>
                  <a:pt x="298704" y="1210514"/>
                </a:lnTo>
                <a:close/>
                <a:moveTo>
                  <a:pt x="592155" y="553106"/>
                </a:moveTo>
                <a:lnTo>
                  <a:pt x="592128" y="553584"/>
                </a:lnTo>
                <a:lnTo>
                  <a:pt x="592730" y="553795"/>
                </a:lnTo>
                <a:close/>
                <a:moveTo>
                  <a:pt x="596040" y="544321"/>
                </a:moveTo>
                <a:lnTo>
                  <a:pt x="596137" y="551915"/>
                </a:lnTo>
                <a:lnTo>
                  <a:pt x="597054" y="545470"/>
                </a:lnTo>
                <a:close/>
                <a:moveTo>
                  <a:pt x="260432" y="1295808"/>
                </a:moveTo>
                <a:lnTo>
                  <a:pt x="273985" y="1306405"/>
                </a:lnTo>
                <a:lnTo>
                  <a:pt x="273742" y="1305563"/>
                </a:lnTo>
                <a:lnTo>
                  <a:pt x="264062" y="1296820"/>
                </a:lnTo>
                <a:close/>
                <a:moveTo>
                  <a:pt x="583082" y="573309"/>
                </a:moveTo>
                <a:lnTo>
                  <a:pt x="583081" y="573322"/>
                </a:lnTo>
                <a:lnTo>
                  <a:pt x="583083" y="573324"/>
                </a:lnTo>
                <a:close/>
                <a:moveTo>
                  <a:pt x="576672" y="587642"/>
                </a:moveTo>
                <a:lnTo>
                  <a:pt x="576347" y="588573"/>
                </a:lnTo>
                <a:lnTo>
                  <a:pt x="576823" y="592484"/>
                </a:lnTo>
                <a:lnTo>
                  <a:pt x="579257" y="593491"/>
                </a:lnTo>
                <a:lnTo>
                  <a:pt x="578198" y="588103"/>
                </a:lnTo>
                <a:close/>
                <a:moveTo>
                  <a:pt x="542751" y="663459"/>
                </a:moveTo>
                <a:lnTo>
                  <a:pt x="542750" y="663466"/>
                </a:lnTo>
                <a:lnTo>
                  <a:pt x="542755" y="663467"/>
                </a:lnTo>
                <a:close/>
                <a:moveTo>
                  <a:pt x="524427" y="704472"/>
                </a:moveTo>
                <a:lnTo>
                  <a:pt x="524689" y="706106"/>
                </a:lnTo>
                <a:lnTo>
                  <a:pt x="524842" y="705779"/>
                </a:lnTo>
                <a:close/>
                <a:moveTo>
                  <a:pt x="587535" y="563157"/>
                </a:moveTo>
                <a:lnTo>
                  <a:pt x="590931" y="572393"/>
                </a:lnTo>
                <a:lnTo>
                  <a:pt x="591387" y="564234"/>
                </a:lnTo>
                <a:lnTo>
                  <a:pt x="591191" y="563618"/>
                </a:lnTo>
                <a:lnTo>
                  <a:pt x="590591" y="563536"/>
                </a:lnTo>
                <a:close/>
                <a:moveTo>
                  <a:pt x="661181" y="398211"/>
                </a:moveTo>
                <a:lnTo>
                  <a:pt x="662177" y="399539"/>
                </a:lnTo>
                <a:lnTo>
                  <a:pt x="662301" y="398981"/>
                </a:lnTo>
                <a:close/>
                <a:moveTo>
                  <a:pt x="619802" y="490650"/>
                </a:moveTo>
                <a:lnTo>
                  <a:pt x="622494" y="503493"/>
                </a:lnTo>
                <a:lnTo>
                  <a:pt x="622910" y="500565"/>
                </a:lnTo>
                <a:lnTo>
                  <a:pt x="621560" y="491507"/>
                </a:lnTo>
                <a:close/>
                <a:moveTo>
                  <a:pt x="577361" y="585674"/>
                </a:moveTo>
                <a:lnTo>
                  <a:pt x="576720" y="587507"/>
                </a:lnTo>
                <a:lnTo>
                  <a:pt x="578171" y="587960"/>
                </a:lnTo>
                <a:lnTo>
                  <a:pt x="577766" y="585905"/>
                </a:lnTo>
                <a:lnTo>
                  <a:pt x="577418" y="585696"/>
                </a:lnTo>
                <a:close/>
                <a:moveTo>
                  <a:pt x="577592" y="585015"/>
                </a:moveTo>
                <a:lnTo>
                  <a:pt x="577544" y="585152"/>
                </a:lnTo>
                <a:lnTo>
                  <a:pt x="577625" y="585183"/>
                </a:lnTo>
                <a:close/>
                <a:moveTo>
                  <a:pt x="241713" y="1336747"/>
                </a:moveTo>
                <a:lnTo>
                  <a:pt x="242215" y="1337387"/>
                </a:lnTo>
                <a:lnTo>
                  <a:pt x="243641" y="1338055"/>
                </a:lnTo>
                <a:close/>
                <a:moveTo>
                  <a:pt x="561269" y="621048"/>
                </a:moveTo>
                <a:lnTo>
                  <a:pt x="561590" y="623287"/>
                </a:lnTo>
                <a:lnTo>
                  <a:pt x="561645" y="623439"/>
                </a:lnTo>
                <a:lnTo>
                  <a:pt x="562410" y="621252"/>
                </a:lnTo>
                <a:close/>
                <a:moveTo>
                  <a:pt x="578477" y="582485"/>
                </a:moveTo>
                <a:lnTo>
                  <a:pt x="577824" y="584349"/>
                </a:lnTo>
                <a:lnTo>
                  <a:pt x="578019" y="585337"/>
                </a:lnTo>
                <a:lnTo>
                  <a:pt x="580025" y="586120"/>
                </a:lnTo>
                <a:lnTo>
                  <a:pt x="580141" y="584493"/>
                </a:lnTo>
                <a:close/>
                <a:moveTo>
                  <a:pt x="523129" y="706173"/>
                </a:moveTo>
                <a:lnTo>
                  <a:pt x="522884" y="709706"/>
                </a:lnTo>
                <a:lnTo>
                  <a:pt x="522958" y="709820"/>
                </a:lnTo>
                <a:lnTo>
                  <a:pt x="523592" y="708459"/>
                </a:lnTo>
                <a:lnTo>
                  <a:pt x="523234" y="706225"/>
                </a:lnTo>
                <a:close/>
                <a:moveTo>
                  <a:pt x="278975" y="1252855"/>
                </a:moveTo>
                <a:lnTo>
                  <a:pt x="279355" y="1254419"/>
                </a:lnTo>
                <a:lnTo>
                  <a:pt x="281479" y="1259320"/>
                </a:lnTo>
                <a:lnTo>
                  <a:pt x="284941" y="1263654"/>
                </a:lnTo>
                <a:lnTo>
                  <a:pt x="287061" y="1264865"/>
                </a:lnTo>
                <a:lnTo>
                  <a:pt x="285338" y="1262473"/>
                </a:lnTo>
                <a:close/>
                <a:moveTo>
                  <a:pt x="665368" y="387617"/>
                </a:moveTo>
                <a:lnTo>
                  <a:pt x="663746" y="394904"/>
                </a:lnTo>
                <a:lnTo>
                  <a:pt x="666273" y="396365"/>
                </a:lnTo>
                <a:lnTo>
                  <a:pt x="666115" y="388049"/>
                </a:lnTo>
                <a:close/>
                <a:moveTo>
                  <a:pt x="583347" y="571252"/>
                </a:moveTo>
                <a:lnTo>
                  <a:pt x="583290" y="571699"/>
                </a:lnTo>
                <a:lnTo>
                  <a:pt x="583321" y="572539"/>
                </a:lnTo>
                <a:lnTo>
                  <a:pt x="589719" y="576357"/>
                </a:lnTo>
                <a:lnTo>
                  <a:pt x="588406" y="572786"/>
                </a:lnTo>
                <a:close/>
                <a:moveTo>
                  <a:pt x="346048" y="1102547"/>
                </a:moveTo>
                <a:lnTo>
                  <a:pt x="346067" y="1102742"/>
                </a:lnTo>
                <a:lnTo>
                  <a:pt x="346087" y="1102660"/>
                </a:lnTo>
                <a:close/>
                <a:moveTo>
                  <a:pt x="642528" y="438594"/>
                </a:moveTo>
                <a:lnTo>
                  <a:pt x="643922" y="445866"/>
                </a:lnTo>
                <a:lnTo>
                  <a:pt x="644472" y="442641"/>
                </a:lnTo>
                <a:lnTo>
                  <a:pt x="644801" y="442343"/>
                </a:lnTo>
                <a:lnTo>
                  <a:pt x="644071" y="446637"/>
                </a:lnTo>
                <a:lnTo>
                  <a:pt x="644144" y="447022"/>
                </a:lnTo>
                <a:lnTo>
                  <a:pt x="645404" y="440798"/>
                </a:lnTo>
                <a:lnTo>
                  <a:pt x="644102" y="439755"/>
                </a:lnTo>
                <a:close/>
                <a:moveTo>
                  <a:pt x="665466" y="387180"/>
                </a:moveTo>
                <a:lnTo>
                  <a:pt x="665405" y="387452"/>
                </a:lnTo>
                <a:lnTo>
                  <a:pt x="666112" y="387861"/>
                </a:lnTo>
                <a:lnTo>
                  <a:pt x="666107" y="387561"/>
                </a:lnTo>
                <a:close/>
                <a:moveTo>
                  <a:pt x="286845" y="1234898"/>
                </a:moveTo>
                <a:lnTo>
                  <a:pt x="287871" y="1236865"/>
                </a:lnTo>
                <a:lnTo>
                  <a:pt x="291862" y="1239753"/>
                </a:lnTo>
                <a:lnTo>
                  <a:pt x="288059" y="1235688"/>
                </a:lnTo>
                <a:close/>
                <a:moveTo>
                  <a:pt x="530441" y="689423"/>
                </a:moveTo>
                <a:lnTo>
                  <a:pt x="530705" y="690773"/>
                </a:lnTo>
                <a:lnTo>
                  <a:pt x="531045" y="691100"/>
                </a:lnTo>
                <a:lnTo>
                  <a:pt x="531593" y="691311"/>
                </a:lnTo>
                <a:lnTo>
                  <a:pt x="531840" y="690782"/>
                </a:lnTo>
                <a:close/>
                <a:moveTo>
                  <a:pt x="544227" y="658417"/>
                </a:moveTo>
                <a:lnTo>
                  <a:pt x="544199" y="658513"/>
                </a:lnTo>
                <a:lnTo>
                  <a:pt x="544828" y="659384"/>
                </a:lnTo>
                <a:lnTo>
                  <a:pt x="544962" y="658905"/>
                </a:lnTo>
                <a:close/>
                <a:moveTo>
                  <a:pt x="179118" y="1475670"/>
                </a:moveTo>
                <a:lnTo>
                  <a:pt x="192339" y="1485970"/>
                </a:lnTo>
                <a:lnTo>
                  <a:pt x="200088" y="1488132"/>
                </a:lnTo>
                <a:lnTo>
                  <a:pt x="199950" y="1487960"/>
                </a:lnTo>
                <a:close/>
                <a:moveTo>
                  <a:pt x="522800" y="706010"/>
                </a:moveTo>
                <a:lnTo>
                  <a:pt x="522538" y="709180"/>
                </a:lnTo>
                <a:lnTo>
                  <a:pt x="522650" y="709350"/>
                </a:lnTo>
                <a:lnTo>
                  <a:pt x="522878" y="706049"/>
                </a:lnTo>
                <a:close/>
                <a:moveTo>
                  <a:pt x="497397" y="762872"/>
                </a:moveTo>
                <a:lnTo>
                  <a:pt x="497412" y="763064"/>
                </a:lnTo>
                <a:lnTo>
                  <a:pt x="497597" y="763341"/>
                </a:lnTo>
                <a:close/>
                <a:moveTo>
                  <a:pt x="542156" y="662638"/>
                </a:moveTo>
                <a:lnTo>
                  <a:pt x="542057" y="663402"/>
                </a:lnTo>
                <a:lnTo>
                  <a:pt x="542186" y="663414"/>
                </a:lnTo>
                <a:lnTo>
                  <a:pt x="542338" y="662890"/>
                </a:lnTo>
                <a:close/>
                <a:moveTo>
                  <a:pt x="236355" y="1347279"/>
                </a:moveTo>
                <a:lnTo>
                  <a:pt x="242261" y="1353623"/>
                </a:lnTo>
                <a:lnTo>
                  <a:pt x="244591" y="1354995"/>
                </a:lnTo>
                <a:close/>
                <a:moveTo>
                  <a:pt x="246300" y="1324939"/>
                </a:moveTo>
                <a:lnTo>
                  <a:pt x="247714" y="1327571"/>
                </a:lnTo>
                <a:lnTo>
                  <a:pt x="246931" y="1325297"/>
                </a:lnTo>
                <a:close/>
                <a:moveTo>
                  <a:pt x="329507" y="1138593"/>
                </a:moveTo>
                <a:lnTo>
                  <a:pt x="329842" y="1141329"/>
                </a:lnTo>
                <a:lnTo>
                  <a:pt x="331071" y="1142286"/>
                </a:lnTo>
                <a:close/>
                <a:moveTo>
                  <a:pt x="623038" y="481192"/>
                </a:moveTo>
                <a:lnTo>
                  <a:pt x="625422" y="482937"/>
                </a:lnTo>
                <a:lnTo>
                  <a:pt x="625463" y="482648"/>
                </a:lnTo>
                <a:lnTo>
                  <a:pt x="624745" y="481953"/>
                </a:lnTo>
                <a:close/>
                <a:moveTo>
                  <a:pt x="599338" y="534204"/>
                </a:moveTo>
                <a:lnTo>
                  <a:pt x="599331" y="534255"/>
                </a:lnTo>
                <a:lnTo>
                  <a:pt x="599356" y="534280"/>
                </a:lnTo>
                <a:close/>
                <a:moveTo>
                  <a:pt x="650434" y="419707"/>
                </a:moveTo>
                <a:lnTo>
                  <a:pt x="649127" y="426158"/>
                </a:lnTo>
                <a:lnTo>
                  <a:pt x="651558" y="428675"/>
                </a:lnTo>
                <a:lnTo>
                  <a:pt x="651606" y="427516"/>
                </a:lnTo>
                <a:lnTo>
                  <a:pt x="651567" y="428684"/>
                </a:lnTo>
                <a:lnTo>
                  <a:pt x="654915" y="432152"/>
                </a:lnTo>
                <a:lnTo>
                  <a:pt x="656550" y="424809"/>
                </a:lnTo>
                <a:lnTo>
                  <a:pt x="651886" y="420919"/>
                </a:lnTo>
                <a:lnTo>
                  <a:pt x="651606" y="427516"/>
                </a:lnTo>
                <a:lnTo>
                  <a:pt x="651831" y="420873"/>
                </a:lnTo>
                <a:close/>
                <a:moveTo>
                  <a:pt x="540620" y="665512"/>
                </a:moveTo>
                <a:lnTo>
                  <a:pt x="541182" y="666288"/>
                </a:lnTo>
                <a:lnTo>
                  <a:pt x="541264" y="665620"/>
                </a:lnTo>
                <a:close/>
                <a:moveTo>
                  <a:pt x="582134" y="572338"/>
                </a:moveTo>
                <a:lnTo>
                  <a:pt x="582695" y="572921"/>
                </a:lnTo>
                <a:lnTo>
                  <a:pt x="582724" y="572691"/>
                </a:lnTo>
                <a:close/>
                <a:moveTo>
                  <a:pt x="205288" y="1416160"/>
                </a:moveTo>
                <a:lnTo>
                  <a:pt x="207001" y="1418990"/>
                </a:lnTo>
                <a:lnTo>
                  <a:pt x="222581" y="1430088"/>
                </a:lnTo>
                <a:lnTo>
                  <a:pt x="233424" y="1437589"/>
                </a:lnTo>
                <a:lnTo>
                  <a:pt x="234244" y="1437937"/>
                </a:lnTo>
                <a:lnTo>
                  <a:pt x="212331" y="1422085"/>
                </a:lnTo>
                <a:close/>
                <a:moveTo>
                  <a:pt x="281977" y="1244419"/>
                </a:moveTo>
                <a:lnTo>
                  <a:pt x="282927" y="1247174"/>
                </a:lnTo>
                <a:lnTo>
                  <a:pt x="283766" y="1247934"/>
                </a:lnTo>
                <a:lnTo>
                  <a:pt x="283462" y="1246684"/>
                </a:lnTo>
                <a:close/>
                <a:moveTo>
                  <a:pt x="582534" y="571005"/>
                </a:moveTo>
                <a:lnTo>
                  <a:pt x="582193" y="571867"/>
                </a:lnTo>
                <a:lnTo>
                  <a:pt x="582786" y="572221"/>
                </a:lnTo>
                <a:lnTo>
                  <a:pt x="582926" y="571123"/>
                </a:lnTo>
                <a:close/>
                <a:moveTo>
                  <a:pt x="522935" y="704370"/>
                </a:moveTo>
                <a:lnTo>
                  <a:pt x="522866" y="705212"/>
                </a:lnTo>
                <a:lnTo>
                  <a:pt x="522934" y="705245"/>
                </a:lnTo>
                <a:lnTo>
                  <a:pt x="522977" y="704629"/>
                </a:lnTo>
                <a:close/>
                <a:moveTo>
                  <a:pt x="504595" y="745403"/>
                </a:moveTo>
                <a:lnTo>
                  <a:pt x="504746" y="748995"/>
                </a:lnTo>
                <a:lnTo>
                  <a:pt x="505209" y="747860"/>
                </a:lnTo>
                <a:lnTo>
                  <a:pt x="505247" y="747779"/>
                </a:lnTo>
                <a:close/>
                <a:moveTo>
                  <a:pt x="582960" y="569925"/>
                </a:moveTo>
                <a:lnTo>
                  <a:pt x="582787" y="570363"/>
                </a:lnTo>
                <a:lnTo>
                  <a:pt x="582978" y="570421"/>
                </a:lnTo>
                <a:close/>
                <a:moveTo>
                  <a:pt x="545811" y="653001"/>
                </a:moveTo>
                <a:lnTo>
                  <a:pt x="544922" y="656041"/>
                </a:lnTo>
                <a:lnTo>
                  <a:pt x="545632" y="656511"/>
                </a:lnTo>
                <a:lnTo>
                  <a:pt x="546434" y="653647"/>
                </a:lnTo>
                <a:close/>
                <a:moveTo>
                  <a:pt x="523988" y="701735"/>
                </a:moveTo>
                <a:lnTo>
                  <a:pt x="524178" y="702922"/>
                </a:lnTo>
                <a:lnTo>
                  <a:pt x="524987" y="705468"/>
                </a:lnTo>
                <a:lnTo>
                  <a:pt x="525896" y="703518"/>
                </a:lnTo>
                <a:lnTo>
                  <a:pt x="525716" y="703094"/>
                </a:lnTo>
                <a:close/>
                <a:moveTo>
                  <a:pt x="574375" y="588865"/>
                </a:moveTo>
                <a:lnTo>
                  <a:pt x="573912" y="590373"/>
                </a:lnTo>
                <a:lnTo>
                  <a:pt x="574382" y="589184"/>
                </a:lnTo>
                <a:close/>
                <a:moveTo>
                  <a:pt x="570135" y="598337"/>
                </a:moveTo>
                <a:lnTo>
                  <a:pt x="569376" y="601848"/>
                </a:lnTo>
                <a:lnTo>
                  <a:pt x="570666" y="598583"/>
                </a:lnTo>
                <a:close/>
                <a:moveTo>
                  <a:pt x="345846" y="1100453"/>
                </a:moveTo>
                <a:lnTo>
                  <a:pt x="345963" y="1101670"/>
                </a:lnTo>
                <a:lnTo>
                  <a:pt x="346173" y="1102295"/>
                </a:lnTo>
                <a:lnTo>
                  <a:pt x="346459" y="1101084"/>
                </a:lnTo>
                <a:close/>
                <a:moveTo>
                  <a:pt x="646669" y="426787"/>
                </a:moveTo>
                <a:lnTo>
                  <a:pt x="647086" y="430207"/>
                </a:lnTo>
                <a:lnTo>
                  <a:pt x="647292" y="431475"/>
                </a:lnTo>
                <a:lnTo>
                  <a:pt x="647911" y="428417"/>
                </a:lnTo>
                <a:close/>
                <a:moveTo>
                  <a:pt x="297691" y="1208157"/>
                </a:moveTo>
                <a:lnTo>
                  <a:pt x="298026" y="1208972"/>
                </a:lnTo>
                <a:lnTo>
                  <a:pt x="298256" y="1209294"/>
                </a:lnTo>
                <a:lnTo>
                  <a:pt x="299908" y="1210574"/>
                </a:lnTo>
                <a:close/>
                <a:moveTo>
                  <a:pt x="575926" y="585115"/>
                </a:moveTo>
                <a:lnTo>
                  <a:pt x="575942" y="585239"/>
                </a:lnTo>
                <a:lnTo>
                  <a:pt x="575982" y="585135"/>
                </a:lnTo>
                <a:close/>
                <a:moveTo>
                  <a:pt x="585236" y="564167"/>
                </a:moveTo>
                <a:lnTo>
                  <a:pt x="583783" y="567843"/>
                </a:lnTo>
                <a:lnTo>
                  <a:pt x="583436" y="570561"/>
                </a:lnTo>
                <a:lnTo>
                  <a:pt x="588109" y="571977"/>
                </a:lnTo>
                <a:close/>
                <a:moveTo>
                  <a:pt x="628584" y="467101"/>
                </a:moveTo>
                <a:lnTo>
                  <a:pt x="626988" y="478313"/>
                </a:lnTo>
                <a:lnTo>
                  <a:pt x="628793" y="479116"/>
                </a:lnTo>
                <a:lnTo>
                  <a:pt x="629942" y="469999"/>
                </a:lnTo>
                <a:close/>
                <a:moveTo>
                  <a:pt x="281901" y="1243334"/>
                </a:moveTo>
                <a:lnTo>
                  <a:pt x="281956" y="1243417"/>
                </a:lnTo>
                <a:lnTo>
                  <a:pt x="281918" y="1243343"/>
                </a:lnTo>
                <a:close/>
                <a:moveTo>
                  <a:pt x="546342" y="651187"/>
                </a:moveTo>
                <a:lnTo>
                  <a:pt x="545937" y="652570"/>
                </a:lnTo>
                <a:lnTo>
                  <a:pt x="546557" y="653211"/>
                </a:lnTo>
                <a:lnTo>
                  <a:pt x="546593" y="653083"/>
                </a:lnTo>
                <a:lnTo>
                  <a:pt x="546609" y="652966"/>
                </a:lnTo>
                <a:close/>
                <a:moveTo>
                  <a:pt x="574931" y="587115"/>
                </a:moveTo>
                <a:lnTo>
                  <a:pt x="574968" y="587703"/>
                </a:lnTo>
                <a:lnTo>
                  <a:pt x="575171" y="587187"/>
                </a:lnTo>
                <a:close/>
                <a:moveTo>
                  <a:pt x="235539" y="1346875"/>
                </a:moveTo>
                <a:lnTo>
                  <a:pt x="238307" y="1351293"/>
                </a:lnTo>
                <a:lnTo>
                  <a:pt x="241286" y="1353048"/>
                </a:lnTo>
                <a:close/>
                <a:moveTo>
                  <a:pt x="646699" y="426165"/>
                </a:moveTo>
                <a:lnTo>
                  <a:pt x="648017" y="427894"/>
                </a:lnTo>
                <a:lnTo>
                  <a:pt x="648088" y="427542"/>
                </a:lnTo>
                <a:close/>
                <a:moveTo>
                  <a:pt x="278452" y="1250710"/>
                </a:moveTo>
                <a:lnTo>
                  <a:pt x="278877" y="1252455"/>
                </a:lnTo>
                <a:lnTo>
                  <a:pt x="287686" y="1265223"/>
                </a:lnTo>
                <a:lnTo>
                  <a:pt x="288024" y="1265416"/>
                </a:lnTo>
                <a:lnTo>
                  <a:pt x="287984" y="1265253"/>
                </a:lnTo>
                <a:lnTo>
                  <a:pt x="279541" y="1252163"/>
                </a:lnTo>
                <a:lnTo>
                  <a:pt x="278682" y="1250875"/>
                </a:lnTo>
                <a:close/>
                <a:moveTo>
                  <a:pt x="570459" y="596840"/>
                </a:moveTo>
                <a:lnTo>
                  <a:pt x="570232" y="597890"/>
                </a:lnTo>
                <a:lnTo>
                  <a:pt x="570841" y="598142"/>
                </a:lnTo>
                <a:lnTo>
                  <a:pt x="570877" y="598050"/>
                </a:lnTo>
                <a:close/>
                <a:moveTo>
                  <a:pt x="589011" y="555200"/>
                </a:moveTo>
                <a:lnTo>
                  <a:pt x="590291" y="559214"/>
                </a:lnTo>
                <a:lnTo>
                  <a:pt x="591613" y="560206"/>
                </a:lnTo>
                <a:lnTo>
                  <a:pt x="591832" y="556286"/>
                </a:lnTo>
                <a:lnTo>
                  <a:pt x="591377" y="555883"/>
                </a:lnTo>
                <a:close/>
                <a:moveTo>
                  <a:pt x="185849" y="1457878"/>
                </a:moveTo>
                <a:lnTo>
                  <a:pt x="190679" y="1463807"/>
                </a:lnTo>
                <a:lnTo>
                  <a:pt x="186984" y="1458950"/>
                </a:lnTo>
                <a:close/>
                <a:moveTo>
                  <a:pt x="571474" y="594375"/>
                </a:moveTo>
                <a:lnTo>
                  <a:pt x="571873" y="595531"/>
                </a:lnTo>
                <a:lnTo>
                  <a:pt x="572053" y="595075"/>
                </a:lnTo>
                <a:close/>
                <a:moveTo>
                  <a:pt x="587500" y="558440"/>
                </a:moveTo>
                <a:lnTo>
                  <a:pt x="586620" y="560668"/>
                </a:lnTo>
                <a:lnTo>
                  <a:pt x="587415" y="562829"/>
                </a:lnTo>
                <a:lnTo>
                  <a:pt x="591084" y="563284"/>
                </a:lnTo>
                <a:lnTo>
                  <a:pt x="590304" y="560838"/>
                </a:lnTo>
                <a:close/>
                <a:moveTo>
                  <a:pt x="567057" y="604194"/>
                </a:moveTo>
                <a:lnTo>
                  <a:pt x="566980" y="605071"/>
                </a:lnTo>
                <a:lnTo>
                  <a:pt x="567828" y="605765"/>
                </a:lnTo>
                <a:lnTo>
                  <a:pt x="567828" y="605763"/>
                </a:lnTo>
                <a:lnTo>
                  <a:pt x="568206" y="604809"/>
                </a:lnTo>
                <a:close/>
                <a:moveTo>
                  <a:pt x="587751" y="557808"/>
                </a:moveTo>
                <a:lnTo>
                  <a:pt x="587543" y="558334"/>
                </a:lnTo>
                <a:lnTo>
                  <a:pt x="590242" y="560642"/>
                </a:lnTo>
                <a:lnTo>
                  <a:pt x="589837" y="559374"/>
                </a:lnTo>
                <a:close/>
                <a:moveTo>
                  <a:pt x="531444" y="683828"/>
                </a:moveTo>
                <a:lnTo>
                  <a:pt x="532770" y="686201"/>
                </a:lnTo>
                <a:lnTo>
                  <a:pt x="532414" y="684195"/>
                </a:lnTo>
                <a:lnTo>
                  <a:pt x="531787" y="683886"/>
                </a:lnTo>
                <a:close/>
                <a:moveTo>
                  <a:pt x="546979" y="649007"/>
                </a:moveTo>
                <a:lnTo>
                  <a:pt x="546711" y="649918"/>
                </a:lnTo>
                <a:lnTo>
                  <a:pt x="546882" y="651048"/>
                </a:lnTo>
                <a:lnTo>
                  <a:pt x="547156" y="649123"/>
                </a:lnTo>
                <a:close/>
                <a:moveTo>
                  <a:pt x="575570" y="584975"/>
                </a:moveTo>
                <a:lnTo>
                  <a:pt x="574961" y="586958"/>
                </a:lnTo>
                <a:lnTo>
                  <a:pt x="575229" y="587042"/>
                </a:lnTo>
                <a:lnTo>
                  <a:pt x="575740" y="585748"/>
                </a:lnTo>
                <a:lnTo>
                  <a:pt x="575660" y="585010"/>
                </a:lnTo>
                <a:close/>
                <a:moveTo>
                  <a:pt x="618019" y="489780"/>
                </a:moveTo>
                <a:lnTo>
                  <a:pt x="617118" y="495863"/>
                </a:lnTo>
                <a:lnTo>
                  <a:pt x="618838" y="504840"/>
                </a:lnTo>
                <a:lnTo>
                  <a:pt x="620851" y="511456"/>
                </a:lnTo>
                <a:lnTo>
                  <a:pt x="621324" y="511711"/>
                </a:lnTo>
                <a:lnTo>
                  <a:pt x="622261" y="505130"/>
                </a:lnTo>
                <a:lnTo>
                  <a:pt x="619390" y="490449"/>
                </a:lnTo>
                <a:close/>
                <a:moveTo>
                  <a:pt x="588629" y="555586"/>
                </a:moveTo>
                <a:lnTo>
                  <a:pt x="587903" y="557422"/>
                </a:lnTo>
                <a:lnTo>
                  <a:pt x="589627" y="558716"/>
                </a:lnTo>
                <a:close/>
                <a:moveTo>
                  <a:pt x="548300" y="645851"/>
                </a:moveTo>
                <a:lnTo>
                  <a:pt x="548289" y="645934"/>
                </a:lnTo>
                <a:lnTo>
                  <a:pt x="548315" y="646934"/>
                </a:lnTo>
                <a:lnTo>
                  <a:pt x="548415" y="646575"/>
                </a:lnTo>
                <a:lnTo>
                  <a:pt x="548310" y="645876"/>
                </a:lnTo>
                <a:close/>
                <a:moveTo>
                  <a:pt x="221976" y="1376503"/>
                </a:moveTo>
                <a:lnTo>
                  <a:pt x="230701" y="1396304"/>
                </a:lnTo>
                <a:lnTo>
                  <a:pt x="231262" y="1396796"/>
                </a:lnTo>
                <a:lnTo>
                  <a:pt x="230722" y="1396352"/>
                </a:lnTo>
                <a:lnTo>
                  <a:pt x="232586" y="1400583"/>
                </a:lnTo>
                <a:lnTo>
                  <a:pt x="252839" y="1415734"/>
                </a:lnTo>
                <a:lnTo>
                  <a:pt x="231262" y="1396796"/>
                </a:lnTo>
                <a:lnTo>
                  <a:pt x="253388" y="1415023"/>
                </a:lnTo>
                <a:lnTo>
                  <a:pt x="244779" y="1395483"/>
                </a:lnTo>
                <a:lnTo>
                  <a:pt x="236947" y="1387894"/>
                </a:lnTo>
                <a:close/>
                <a:moveTo>
                  <a:pt x="589100" y="554394"/>
                </a:moveTo>
                <a:lnTo>
                  <a:pt x="588909" y="554877"/>
                </a:lnTo>
                <a:lnTo>
                  <a:pt x="588927" y="554937"/>
                </a:lnTo>
                <a:lnTo>
                  <a:pt x="590976" y="555528"/>
                </a:lnTo>
                <a:lnTo>
                  <a:pt x="590080" y="554737"/>
                </a:lnTo>
                <a:close/>
                <a:moveTo>
                  <a:pt x="229435" y="1359700"/>
                </a:moveTo>
                <a:lnTo>
                  <a:pt x="231100" y="1361440"/>
                </a:lnTo>
                <a:lnTo>
                  <a:pt x="230726" y="1360461"/>
                </a:lnTo>
                <a:close/>
                <a:moveTo>
                  <a:pt x="577142" y="580875"/>
                </a:moveTo>
                <a:lnTo>
                  <a:pt x="577316" y="581762"/>
                </a:lnTo>
                <a:lnTo>
                  <a:pt x="577497" y="581304"/>
                </a:lnTo>
                <a:close/>
                <a:moveTo>
                  <a:pt x="332225" y="1129196"/>
                </a:moveTo>
                <a:lnTo>
                  <a:pt x="332455" y="1131057"/>
                </a:lnTo>
                <a:lnTo>
                  <a:pt x="333309" y="1131955"/>
                </a:lnTo>
                <a:lnTo>
                  <a:pt x="332429" y="1129326"/>
                </a:lnTo>
                <a:close/>
                <a:moveTo>
                  <a:pt x="298498" y="1204686"/>
                </a:moveTo>
                <a:lnTo>
                  <a:pt x="298724" y="1205408"/>
                </a:lnTo>
                <a:lnTo>
                  <a:pt x="302787" y="1209734"/>
                </a:lnTo>
                <a:lnTo>
                  <a:pt x="301962" y="1206544"/>
                </a:lnTo>
                <a:close/>
                <a:moveTo>
                  <a:pt x="516367" y="716775"/>
                </a:moveTo>
                <a:lnTo>
                  <a:pt x="516701" y="719861"/>
                </a:lnTo>
                <a:lnTo>
                  <a:pt x="517327" y="720353"/>
                </a:lnTo>
                <a:lnTo>
                  <a:pt x="517903" y="720527"/>
                </a:lnTo>
                <a:lnTo>
                  <a:pt x="517574" y="719162"/>
                </a:lnTo>
                <a:lnTo>
                  <a:pt x="517490" y="718048"/>
                </a:lnTo>
                <a:close/>
                <a:moveTo>
                  <a:pt x="598310" y="533263"/>
                </a:moveTo>
                <a:lnTo>
                  <a:pt x="598736" y="533677"/>
                </a:lnTo>
                <a:lnTo>
                  <a:pt x="598772" y="533425"/>
                </a:lnTo>
                <a:close/>
                <a:moveTo>
                  <a:pt x="613802" y="498449"/>
                </a:moveTo>
                <a:lnTo>
                  <a:pt x="612428" y="505233"/>
                </a:lnTo>
                <a:lnTo>
                  <a:pt x="613032" y="506524"/>
                </a:lnTo>
                <a:close/>
                <a:moveTo>
                  <a:pt x="600097" y="528869"/>
                </a:moveTo>
                <a:lnTo>
                  <a:pt x="600036" y="529299"/>
                </a:lnTo>
                <a:lnTo>
                  <a:pt x="600568" y="531548"/>
                </a:lnTo>
                <a:lnTo>
                  <a:pt x="604528" y="532932"/>
                </a:lnTo>
                <a:lnTo>
                  <a:pt x="604524" y="532592"/>
                </a:lnTo>
                <a:close/>
                <a:moveTo>
                  <a:pt x="576798" y="580978"/>
                </a:moveTo>
                <a:lnTo>
                  <a:pt x="575813" y="584181"/>
                </a:lnTo>
                <a:lnTo>
                  <a:pt x="575825" y="584283"/>
                </a:lnTo>
                <a:lnTo>
                  <a:pt x="576227" y="584516"/>
                </a:lnTo>
                <a:lnTo>
                  <a:pt x="577073" y="582376"/>
                </a:lnTo>
                <a:close/>
                <a:moveTo>
                  <a:pt x="595959" y="537980"/>
                </a:moveTo>
                <a:lnTo>
                  <a:pt x="595981" y="539689"/>
                </a:lnTo>
                <a:lnTo>
                  <a:pt x="597615" y="541544"/>
                </a:lnTo>
                <a:lnTo>
                  <a:pt x="597860" y="539825"/>
                </a:lnTo>
                <a:close/>
                <a:moveTo>
                  <a:pt x="581348" y="570645"/>
                </a:moveTo>
                <a:lnTo>
                  <a:pt x="581299" y="571334"/>
                </a:lnTo>
                <a:lnTo>
                  <a:pt x="581412" y="571400"/>
                </a:lnTo>
                <a:lnTo>
                  <a:pt x="581672" y="570742"/>
                </a:lnTo>
                <a:close/>
                <a:moveTo>
                  <a:pt x="144074" y="1549713"/>
                </a:moveTo>
                <a:lnTo>
                  <a:pt x="195163" y="1599219"/>
                </a:lnTo>
                <a:lnTo>
                  <a:pt x="214325" y="1612082"/>
                </a:lnTo>
                <a:lnTo>
                  <a:pt x="234147" y="1625005"/>
                </a:lnTo>
                <a:lnTo>
                  <a:pt x="262805" y="1634869"/>
                </a:lnTo>
                <a:lnTo>
                  <a:pt x="261931" y="1634363"/>
                </a:lnTo>
                <a:lnTo>
                  <a:pt x="257021" y="1631438"/>
                </a:lnTo>
                <a:lnTo>
                  <a:pt x="245205" y="1625910"/>
                </a:lnTo>
                <a:lnTo>
                  <a:pt x="245083" y="1625669"/>
                </a:lnTo>
                <a:lnTo>
                  <a:pt x="255583" y="1630580"/>
                </a:lnTo>
                <a:lnTo>
                  <a:pt x="237832" y="1620003"/>
                </a:lnTo>
                <a:lnTo>
                  <a:pt x="237752" y="1619792"/>
                </a:lnTo>
                <a:lnTo>
                  <a:pt x="251088" y="1627740"/>
                </a:lnTo>
                <a:lnTo>
                  <a:pt x="257796" y="1631616"/>
                </a:lnTo>
                <a:lnTo>
                  <a:pt x="261924" y="1633547"/>
                </a:lnTo>
                <a:lnTo>
                  <a:pt x="271415" y="1637832"/>
                </a:lnTo>
                <a:lnTo>
                  <a:pt x="272183" y="1638096"/>
                </a:lnTo>
                <a:lnTo>
                  <a:pt x="260090" y="1619774"/>
                </a:lnTo>
                <a:lnTo>
                  <a:pt x="248950" y="1607981"/>
                </a:lnTo>
                <a:lnTo>
                  <a:pt x="241337" y="1605326"/>
                </a:lnTo>
                <a:lnTo>
                  <a:pt x="241086" y="1604840"/>
                </a:lnTo>
                <a:lnTo>
                  <a:pt x="248259" y="1607342"/>
                </a:lnTo>
                <a:lnTo>
                  <a:pt x="238082" y="1598136"/>
                </a:lnTo>
                <a:lnTo>
                  <a:pt x="234151" y="1596649"/>
                </a:lnTo>
                <a:lnTo>
                  <a:pt x="230880" y="1595358"/>
                </a:lnTo>
                <a:lnTo>
                  <a:pt x="229844" y="1596497"/>
                </a:lnTo>
                <a:lnTo>
                  <a:pt x="229839" y="1596235"/>
                </a:lnTo>
                <a:lnTo>
                  <a:pt x="230700" y="1595287"/>
                </a:lnTo>
                <a:lnTo>
                  <a:pt x="189973" y="1579226"/>
                </a:lnTo>
                <a:lnTo>
                  <a:pt x="189824" y="1578908"/>
                </a:lnTo>
                <a:lnTo>
                  <a:pt x="214274" y="1588550"/>
                </a:lnTo>
                <a:lnTo>
                  <a:pt x="231078" y="1594872"/>
                </a:lnTo>
                <a:lnTo>
                  <a:pt x="232610" y="1593187"/>
                </a:lnTo>
                <a:lnTo>
                  <a:pt x="231514" y="1592195"/>
                </a:lnTo>
                <a:lnTo>
                  <a:pt x="220124" y="1587471"/>
                </a:lnTo>
                <a:lnTo>
                  <a:pt x="220091" y="1587410"/>
                </a:lnTo>
                <a:lnTo>
                  <a:pt x="218736" y="1587116"/>
                </a:lnTo>
                <a:lnTo>
                  <a:pt x="218538" y="1586827"/>
                </a:lnTo>
                <a:lnTo>
                  <a:pt x="227806" y="1588841"/>
                </a:lnTo>
                <a:lnTo>
                  <a:pt x="225055" y="1586352"/>
                </a:lnTo>
                <a:lnTo>
                  <a:pt x="222628" y="1585126"/>
                </a:lnTo>
                <a:lnTo>
                  <a:pt x="210266" y="1581212"/>
                </a:lnTo>
                <a:lnTo>
                  <a:pt x="210089" y="1580892"/>
                </a:lnTo>
                <a:lnTo>
                  <a:pt x="221231" y="1584419"/>
                </a:lnTo>
                <a:lnTo>
                  <a:pt x="203409" y="1575407"/>
                </a:lnTo>
                <a:lnTo>
                  <a:pt x="203287" y="1575061"/>
                </a:lnTo>
                <a:lnTo>
                  <a:pt x="222734" y="1584895"/>
                </a:lnTo>
                <a:lnTo>
                  <a:pt x="223825" y="1585241"/>
                </a:lnTo>
                <a:lnTo>
                  <a:pt x="218846" y="1580737"/>
                </a:lnTo>
                <a:lnTo>
                  <a:pt x="218382" y="1580504"/>
                </a:lnTo>
                <a:lnTo>
                  <a:pt x="210190" y="1577595"/>
                </a:lnTo>
                <a:lnTo>
                  <a:pt x="173343" y="1563951"/>
                </a:lnTo>
                <a:lnTo>
                  <a:pt x="173178" y="1563682"/>
                </a:lnTo>
                <a:lnTo>
                  <a:pt x="193571" y="1571233"/>
                </a:lnTo>
                <a:lnTo>
                  <a:pt x="215226" y="1578923"/>
                </a:lnTo>
                <a:lnTo>
                  <a:pt x="202835" y="1572712"/>
                </a:lnTo>
                <a:lnTo>
                  <a:pt x="193690" y="1567257"/>
                </a:lnTo>
                <a:lnTo>
                  <a:pt x="146133" y="1550471"/>
                </a:lnTo>
                <a:close/>
                <a:moveTo>
                  <a:pt x="567358" y="601723"/>
                </a:moveTo>
                <a:lnTo>
                  <a:pt x="567188" y="603058"/>
                </a:lnTo>
                <a:lnTo>
                  <a:pt x="568618" y="603767"/>
                </a:lnTo>
                <a:lnTo>
                  <a:pt x="568810" y="603279"/>
                </a:lnTo>
                <a:lnTo>
                  <a:pt x="568842" y="603132"/>
                </a:lnTo>
                <a:close/>
                <a:moveTo>
                  <a:pt x="593998" y="542004"/>
                </a:moveTo>
                <a:lnTo>
                  <a:pt x="589749" y="552752"/>
                </a:lnTo>
                <a:lnTo>
                  <a:pt x="591987" y="553535"/>
                </a:lnTo>
                <a:lnTo>
                  <a:pt x="592019" y="552946"/>
                </a:lnTo>
                <a:lnTo>
                  <a:pt x="591139" y="551894"/>
                </a:lnTo>
                <a:lnTo>
                  <a:pt x="591395" y="551948"/>
                </a:lnTo>
                <a:lnTo>
                  <a:pt x="592032" y="552711"/>
                </a:lnTo>
                <a:lnTo>
                  <a:pt x="592034" y="552675"/>
                </a:lnTo>
                <a:lnTo>
                  <a:pt x="592189" y="552497"/>
                </a:lnTo>
                <a:lnTo>
                  <a:pt x="592168" y="552872"/>
                </a:lnTo>
                <a:lnTo>
                  <a:pt x="593027" y="553899"/>
                </a:lnTo>
                <a:lnTo>
                  <a:pt x="594792" y="554515"/>
                </a:lnTo>
                <a:lnTo>
                  <a:pt x="594641" y="542734"/>
                </a:lnTo>
                <a:close/>
                <a:moveTo>
                  <a:pt x="348766" y="1090925"/>
                </a:moveTo>
                <a:lnTo>
                  <a:pt x="348814" y="1091123"/>
                </a:lnTo>
                <a:lnTo>
                  <a:pt x="348834" y="1091038"/>
                </a:lnTo>
                <a:close/>
                <a:moveTo>
                  <a:pt x="280910" y="1242791"/>
                </a:moveTo>
                <a:lnTo>
                  <a:pt x="281617" y="1244361"/>
                </a:lnTo>
                <a:lnTo>
                  <a:pt x="281262" y="1243328"/>
                </a:lnTo>
                <a:close/>
                <a:moveTo>
                  <a:pt x="500401" y="751295"/>
                </a:moveTo>
                <a:lnTo>
                  <a:pt x="501935" y="755904"/>
                </a:lnTo>
                <a:lnTo>
                  <a:pt x="502068" y="755577"/>
                </a:lnTo>
                <a:lnTo>
                  <a:pt x="502466" y="752150"/>
                </a:lnTo>
                <a:close/>
                <a:moveTo>
                  <a:pt x="574778" y="584667"/>
                </a:moveTo>
                <a:lnTo>
                  <a:pt x="574869" y="586116"/>
                </a:lnTo>
                <a:lnTo>
                  <a:pt x="575257" y="584853"/>
                </a:lnTo>
                <a:close/>
                <a:moveTo>
                  <a:pt x="652157" y="411195"/>
                </a:moveTo>
                <a:lnTo>
                  <a:pt x="650514" y="419307"/>
                </a:lnTo>
                <a:lnTo>
                  <a:pt x="651845" y="420418"/>
                </a:lnTo>
                <a:close/>
                <a:moveTo>
                  <a:pt x="584432" y="562773"/>
                </a:moveTo>
                <a:lnTo>
                  <a:pt x="584245" y="564233"/>
                </a:lnTo>
                <a:lnTo>
                  <a:pt x="584771" y="562902"/>
                </a:lnTo>
                <a:lnTo>
                  <a:pt x="584737" y="562811"/>
                </a:lnTo>
                <a:close/>
                <a:moveTo>
                  <a:pt x="560572" y="616190"/>
                </a:moveTo>
                <a:lnTo>
                  <a:pt x="561152" y="620229"/>
                </a:lnTo>
                <a:lnTo>
                  <a:pt x="562673" y="620501"/>
                </a:lnTo>
                <a:lnTo>
                  <a:pt x="563219" y="618939"/>
                </a:lnTo>
                <a:lnTo>
                  <a:pt x="560968" y="616481"/>
                </a:lnTo>
                <a:close/>
                <a:moveTo>
                  <a:pt x="528635" y="687668"/>
                </a:moveTo>
                <a:lnTo>
                  <a:pt x="529146" y="689271"/>
                </a:lnTo>
                <a:lnTo>
                  <a:pt x="530392" y="690471"/>
                </a:lnTo>
                <a:lnTo>
                  <a:pt x="530127" y="689117"/>
                </a:lnTo>
                <a:close/>
                <a:moveTo>
                  <a:pt x="577995" y="577078"/>
                </a:moveTo>
                <a:lnTo>
                  <a:pt x="577868" y="577495"/>
                </a:lnTo>
                <a:lnTo>
                  <a:pt x="578271" y="577879"/>
                </a:lnTo>
                <a:close/>
                <a:moveTo>
                  <a:pt x="646333" y="424018"/>
                </a:moveTo>
                <a:lnTo>
                  <a:pt x="646503" y="425418"/>
                </a:lnTo>
                <a:lnTo>
                  <a:pt x="648182" y="427082"/>
                </a:lnTo>
                <a:lnTo>
                  <a:pt x="648374" y="426131"/>
                </a:lnTo>
                <a:close/>
                <a:moveTo>
                  <a:pt x="346862" y="1094546"/>
                </a:moveTo>
                <a:lnTo>
                  <a:pt x="347624" y="1096158"/>
                </a:lnTo>
                <a:lnTo>
                  <a:pt x="347778" y="1095505"/>
                </a:lnTo>
                <a:close/>
                <a:moveTo>
                  <a:pt x="618553" y="486173"/>
                </a:moveTo>
                <a:lnTo>
                  <a:pt x="618122" y="489085"/>
                </a:lnTo>
                <a:lnTo>
                  <a:pt x="619228" y="489625"/>
                </a:lnTo>
                <a:close/>
                <a:moveTo>
                  <a:pt x="226571" y="1363870"/>
                </a:moveTo>
                <a:lnTo>
                  <a:pt x="234687" y="1370832"/>
                </a:lnTo>
                <a:lnTo>
                  <a:pt x="234235" y="1369648"/>
                </a:lnTo>
                <a:close/>
                <a:moveTo>
                  <a:pt x="277428" y="1249970"/>
                </a:moveTo>
                <a:lnTo>
                  <a:pt x="277876" y="1251003"/>
                </a:lnTo>
                <a:lnTo>
                  <a:pt x="277992" y="1251172"/>
                </a:lnTo>
                <a:lnTo>
                  <a:pt x="277757" y="1250207"/>
                </a:lnTo>
                <a:close/>
                <a:moveTo>
                  <a:pt x="286466" y="1229710"/>
                </a:moveTo>
                <a:lnTo>
                  <a:pt x="291141" y="1236485"/>
                </a:lnTo>
                <a:lnTo>
                  <a:pt x="290257" y="1233419"/>
                </a:lnTo>
                <a:close/>
                <a:moveTo>
                  <a:pt x="615631" y="492634"/>
                </a:moveTo>
                <a:lnTo>
                  <a:pt x="614178" y="507870"/>
                </a:lnTo>
                <a:lnTo>
                  <a:pt x="614915" y="508267"/>
                </a:lnTo>
                <a:lnTo>
                  <a:pt x="616533" y="497343"/>
                </a:lnTo>
                <a:close/>
                <a:moveTo>
                  <a:pt x="289142" y="1223694"/>
                </a:moveTo>
                <a:lnTo>
                  <a:pt x="292484" y="1235286"/>
                </a:lnTo>
                <a:lnTo>
                  <a:pt x="295141" y="1237884"/>
                </a:lnTo>
                <a:lnTo>
                  <a:pt x="296018" y="1238719"/>
                </a:lnTo>
                <a:lnTo>
                  <a:pt x="295366" y="1235526"/>
                </a:lnTo>
                <a:lnTo>
                  <a:pt x="292159" y="1227524"/>
                </a:lnTo>
                <a:close/>
                <a:moveTo>
                  <a:pt x="584507" y="562184"/>
                </a:moveTo>
                <a:lnTo>
                  <a:pt x="584471" y="562465"/>
                </a:lnTo>
                <a:lnTo>
                  <a:pt x="584617" y="562484"/>
                </a:lnTo>
                <a:close/>
                <a:moveTo>
                  <a:pt x="668322" y="374352"/>
                </a:moveTo>
                <a:lnTo>
                  <a:pt x="665576" y="386687"/>
                </a:lnTo>
                <a:lnTo>
                  <a:pt x="666096" y="386995"/>
                </a:lnTo>
                <a:lnTo>
                  <a:pt x="666096" y="386989"/>
                </a:lnTo>
                <a:lnTo>
                  <a:pt x="666307" y="386711"/>
                </a:lnTo>
                <a:lnTo>
                  <a:pt x="666314" y="387126"/>
                </a:lnTo>
                <a:lnTo>
                  <a:pt x="674442" y="391969"/>
                </a:lnTo>
                <a:lnTo>
                  <a:pt x="673948" y="378171"/>
                </a:lnTo>
                <a:lnTo>
                  <a:pt x="671775" y="375678"/>
                </a:lnTo>
                <a:close/>
                <a:moveTo>
                  <a:pt x="280997" y="1241578"/>
                </a:moveTo>
                <a:lnTo>
                  <a:pt x="281271" y="1242372"/>
                </a:lnTo>
                <a:lnTo>
                  <a:pt x="281447" y="1242641"/>
                </a:lnTo>
                <a:lnTo>
                  <a:pt x="281592" y="1242719"/>
                </a:lnTo>
                <a:close/>
                <a:moveTo>
                  <a:pt x="598493" y="530632"/>
                </a:moveTo>
                <a:lnTo>
                  <a:pt x="598426" y="530800"/>
                </a:lnTo>
                <a:lnTo>
                  <a:pt x="598542" y="530839"/>
                </a:lnTo>
                <a:close/>
                <a:moveTo>
                  <a:pt x="297585" y="1204196"/>
                </a:moveTo>
                <a:lnTo>
                  <a:pt x="298365" y="1205026"/>
                </a:lnTo>
                <a:lnTo>
                  <a:pt x="298210" y="1204531"/>
                </a:lnTo>
                <a:close/>
                <a:moveTo>
                  <a:pt x="652566" y="409178"/>
                </a:moveTo>
                <a:lnTo>
                  <a:pt x="652337" y="410309"/>
                </a:lnTo>
                <a:lnTo>
                  <a:pt x="651905" y="420467"/>
                </a:lnTo>
                <a:lnTo>
                  <a:pt x="656638" y="424413"/>
                </a:lnTo>
                <a:lnTo>
                  <a:pt x="658780" y="414796"/>
                </a:lnTo>
                <a:close/>
                <a:moveTo>
                  <a:pt x="668627" y="372984"/>
                </a:moveTo>
                <a:lnTo>
                  <a:pt x="668404" y="373986"/>
                </a:lnTo>
                <a:lnTo>
                  <a:pt x="671255" y="375081"/>
                </a:lnTo>
                <a:lnTo>
                  <a:pt x="670866" y="374635"/>
                </a:lnTo>
                <a:close/>
                <a:moveTo>
                  <a:pt x="345471" y="1096541"/>
                </a:moveTo>
                <a:lnTo>
                  <a:pt x="345773" y="1099690"/>
                </a:lnTo>
                <a:lnTo>
                  <a:pt x="346590" y="1100531"/>
                </a:lnTo>
                <a:lnTo>
                  <a:pt x="346778" y="1099734"/>
                </a:lnTo>
                <a:lnTo>
                  <a:pt x="346421" y="1098341"/>
                </a:lnTo>
                <a:lnTo>
                  <a:pt x="346361" y="1098095"/>
                </a:lnTo>
                <a:lnTo>
                  <a:pt x="345786" y="1096879"/>
                </a:lnTo>
                <a:close/>
                <a:moveTo>
                  <a:pt x="632460" y="453865"/>
                </a:moveTo>
                <a:lnTo>
                  <a:pt x="632366" y="454619"/>
                </a:lnTo>
                <a:lnTo>
                  <a:pt x="639092" y="468971"/>
                </a:lnTo>
                <a:lnTo>
                  <a:pt x="639598" y="469477"/>
                </a:lnTo>
                <a:lnTo>
                  <a:pt x="641264" y="461247"/>
                </a:lnTo>
                <a:lnTo>
                  <a:pt x="637441" y="457413"/>
                </a:lnTo>
                <a:lnTo>
                  <a:pt x="636994" y="456978"/>
                </a:lnTo>
                <a:close/>
                <a:moveTo>
                  <a:pt x="246125" y="1318742"/>
                </a:moveTo>
                <a:lnTo>
                  <a:pt x="248899" y="1325864"/>
                </a:lnTo>
                <a:lnTo>
                  <a:pt x="253779" y="1328539"/>
                </a:lnTo>
                <a:lnTo>
                  <a:pt x="249965" y="1322292"/>
                </a:lnTo>
                <a:lnTo>
                  <a:pt x="247919" y="1320064"/>
                </a:lnTo>
                <a:close/>
                <a:moveTo>
                  <a:pt x="668790" y="372252"/>
                </a:moveTo>
                <a:lnTo>
                  <a:pt x="668752" y="372424"/>
                </a:lnTo>
                <a:lnTo>
                  <a:pt x="669279" y="372814"/>
                </a:lnTo>
                <a:close/>
                <a:moveTo>
                  <a:pt x="251885" y="1305533"/>
                </a:moveTo>
                <a:lnTo>
                  <a:pt x="255289" y="1309410"/>
                </a:lnTo>
                <a:lnTo>
                  <a:pt x="254189" y="1307088"/>
                </a:lnTo>
                <a:close/>
                <a:moveTo>
                  <a:pt x="496918" y="756765"/>
                </a:moveTo>
                <a:lnTo>
                  <a:pt x="497192" y="760262"/>
                </a:lnTo>
                <a:lnTo>
                  <a:pt x="498608" y="763581"/>
                </a:lnTo>
                <a:lnTo>
                  <a:pt x="499050" y="762936"/>
                </a:lnTo>
                <a:close/>
                <a:moveTo>
                  <a:pt x="580150" y="570282"/>
                </a:moveTo>
                <a:lnTo>
                  <a:pt x="580980" y="571143"/>
                </a:lnTo>
                <a:lnTo>
                  <a:pt x="581085" y="571205"/>
                </a:lnTo>
                <a:lnTo>
                  <a:pt x="581129" y="570579"/>
                </a:lnTo>
                <a:close/>
                <a:moveTo>
                  <a:pt x="273292" y="1257343"/>
                </a:moveTo>
                <a:lnTo>
                  <a:pt x="280539" y="1273034"/>
                </a:lnTo>
                <a:lnTo>
                  <a:pt x="281930" y="1274358"/>
                </a:lnTo>
                <a:lnTo>
                  <a:pt x="282734" y="1274797"/>
                </a:lnTo>
                <a:lnTo>
                  <a:pt x="276980" y="1262048"/>
                </a:lnTo>
                <a:lnTo>
                  <a:pt x="277057" y="1261736"/>
                </a:lnTo>
                <a:lnTo>
                  <a:pt x="283023" y="1274955"/>
                </a:lnTo>
                <a:lnTo>
                  <a:pt x="283900" y="1275433"/>
                </a:lnTo>
                <a:lnTo>
                  <a:pt x="281583" y="1265918"/>
                </a:lnTo>
                <a:lnTo>
                  <a:pt x="278976" y="1263349"/>
                </a:lnTo>
                <a:lnTo>
                  <a:pt x="275287" y="1258520"/>
                </a:lnTo>
                <a:close/>
                <a:moveTo>
                  <a:pt x="632608" y="452697"/>
                </a:moveTo>
                <a:lnTo>
                  <a:pt x="632492" y="453616"/>
                </a:lnTo>
                <a:lnTo>
                  <a:pt x="636061" y="456068"/>
                </a:lnTo>
                <a:close/>
                <a:moveTo>
                  <a:pt x="566412" y="600825"/>
                </a:moveTo>
                <a:lnTo>
                  <a:pt x="566651" y="602792"/>
                </a:lnTo>
                <a:lnTo>
                  <a:pt x="566881" y="602905"/>
                </a:lnTo>
                <a:lnTo>
                  <a:pt x="567067" y="601447"/>
                </a:lnTo>
                <a:close/>
                <a:moveTo>
                  <a:pt x="198842" y="1423854"/>
                </a:moveTo>
                <a:lnTo>
                  <a:pt x="209965" y="1437974"/>
                </a:lnTo>
                <a:lnTo>
                  <a:pt x="220717" y="1445517"/>
                </a:lnTo>
                <a:lnTo>
                  <a:pt x="208190" y="1429052"/>
                </a:lnTo>
                <a:close/>
                <a:moveTo>
                  <a:pt x="604345" y="515829"/>
                </a:moveTo>
                <a:lnTo>
                  <a:pt x="600608" y="525281"/>
                </a:lnTo>
                <a:lnTo>
                  <a:pt x="600196" y="528177"/>
                </a:lnTo>
                <a:lnTo>
                  <a:pt x="604517" y="531830"/>
                </a:lnTo>
                <a:close/>
                <a:moveTo>
                  <a:pt x="641412" y="432776"/>
                </a:moveTo>
                <a:lnTo>
                  <a:pt x="642419" y="438028"/>
                </a:lnTo>
                <a:lnTo>
                  <a:pt x="645505" y="440303"/>
                </a:lnTo>
                <a:lnTo>
                  <a:pt x="646307" y="436338"/>
                </a:lnTo>
                <a:close/>
                <a:moveTo>
                  <a:pt x="567922" y="597318"/>
                </a:moveTo>
                <a:lnTo>
                  <a:pt x="567378" y="601563"/>
                </a:lnTo>
                <a:lnTo>
                  <a:pt x="568874" y="602983"/>
                </a:lnTo>
                <a:lnTo>
                  <a:pt x="569902" y="598230"/>
                </a:lnTo>
                <a:close/>
                <a:moveTo>
                  <a:pt x="572710" y="586442"/>
                </a:moveTo>
                <a:lnTo>
                  <a:pt x="571896" y="590200"/>
                </a:lnTo>
                <a:lnTo>
                  <a:pt x="572357" y="590637"/>
                </a:lnTo>
                <a:lnTo>
                  <a:pt x="573352" y="591049"/>
                </a:lnTo>
                <a:lnTo>
                  <a:pt x="574351" y="587800"/>
                </a:lnTo>
                <a:lnTo>
                  <a:pt x="574332" y="586933"/>
                </a:lnTo>
                <a:close/>
                <a:moveTo>
                  <a:pt x="620249" y="479945"/>
                </a:moveTo>
                <a:lnTo>
                  <a:pt x="621887" y="490921"/>
                </a:lnTo>
                <a:lnTo>
                  <a:pt x="624129" y="492015"/>
                </a:lnTo>
                <a:lnTo>
                  <a:pt x="625374" y="483276"/>
                </a:lnTo>
                <a:lnTo>
                  <a:pt x="621989" y="480796"/>
                </a:lnTo>
                <a:lnTo>
                  <a:pt x="622141" y="480790"/>
                </a:lnTo>
                <a:close/>
                <a:moveTo>
                  <a:pt x="605396" y="513167"/>
                </a:moveTo>
                <a:lnTo>
                  <a:pt x="604815" y="514637"/>
                </a:lnTo>
                <a:lnTo>
                  <a:pt x="604961" y="528205"/>
                </a:lnTo>
                <a:lnTo>
                  <a:pt x="605374" y="532555"/>
                </a:lnTo>
                <a:lnTo>
                  <a:pt x="606189" y="533245"/>
                </a:lnTo>
                <a:lnTo>
                  <a:pt x="609591" y="516446"/>
                </a:lnTo>
                <a:close/>
                <a:moveTo>
                  <a:pt x="515996" y="713340"/>
                </a:moveTo>
                <a:lnTo>
                  <a:pt x="516068" y="714005"/>
                </a:lnTo>
                <a:lnTo>
                  <a:pt x="517133" y="714953"/>
                </a:lnTo>
                <a:close/>
                <a:moveTo>
                  <a:pt x="176271" y="1473991"/>
                </a:moveTo>
                <a:lnTo>
                  <a:pt x="181410" y="1482921"/>
                </a:lnTo>
                <a:lnTo>
                  <a:pt x="191434" y="1485717"/>
                </a:lnTo>
                <a:lnTo>
                  <a:pt x="176724" y="1474258"/>
                </a:lnTo>
                <a:close/>
                <a:moveTo>
                  <a:pt x="529284" y="683508"/>
                </a:moveTo>
                <a:lnTo>
                  <a:pt x="529320" y="683689"/>
                </a:lnTo>
                <a:lnTo>
                  <a:pt x="529467" y="683801"/>
                </a:lnTo>
                <a:lnTo>
                  <a:pt x="529346" y="683514"/>
                </a:lnTo>
                <a:close/>
                <a:moveTo>
                  <a:pt x="548300" y="640815"/>
                </a:moveTo>
                <a:lnTo>
                  <a:pt x="548326" y="640989"/>
                </a:lnTo>
                <a:lnTo>
                  <a:pt x="548343" y="640881"/>
                </a:lnTo>
                <a:close/>
                <a:moveTo>
                  <a:pt x="509609" y="727449"/>
                </a:moveTo>
                <a:lnTo>
                  <a:pt x="509595" y="727594"/>
                </a:lnTo>
                <a:lnTo>
                  <a:pt x="509685" y="727757"/>
                </a:lnTo>
                <a:close/>
                <a:moveTo>
                  <a:pt x="543689" y="650804"/>
                </a:moveTo>
                <a:lnTo>
                  <a:pt x="543162" y="654874"/>
                </a:lnTo>
                <a:lnTo>
                  <a:pt x="544437" y="655719"/>
                </a:lnTo>
                <a:lnTo>
                  <a:pt x="545366" y="652540"/>
                </a:lnTo>
                <a:close/>
                <a:moveTo>
                  <a:pt x="615997" y="488795"/>
                </a:moveTo>
                <a:lnTo>
                  <a:pt x="615919" y="489612"/>
                </a:lnTo>
                <a:lnTo>
                  <a:pt x="616912" y="494790"/>
                </a:lnTo>
                <a:lnTo>
                  <a:pt x="617678" y="489614"/>
                </a:lnTo>
                <a:close/>
                <a:moveTo>
                  <a:pt x="631799" y="453410"/>
                </a:moveTo>
                <a:lnTo>
                  <a:pt x="631984" y="453805"/>
                </a:lnTo>
                <a:lnTo>
                  <a:pt x="632015" y="453559"/>
                </a:lnTo>
                <a:close/>
                <a:moveTo>
                  <a:pt x="675773" y="354867"/>
                </a:moveTo>
                <a:lnTo>
                  <a:pt x="690035" y="371895"/>
                </a:lnTo>
                <a:lnTo>
                  <a:pt x="692307" y="374683"/>
                </a:lnTo>
                <a:lnTo>
                  <a:pt x="692313" y="374504"/>
                </a:lnTo>
                <a:lnTo>
                  <a:pt x="692312" y="374690"/>
                </a:lnTo>
                <a:lnTo>
                  <a:pt x="698465" y="382240"/>
                </a:lnTo>
                <a:lnTo>
                  <a:pt x="699772" y="378667"/>
                </a:lnTo>
                <a:lnTo>
                  <a:pt x="692418" y="371374"/>
                </a:lnTo>
                <a:lnTo>
                  <a:pt x="692313" y="374504"/>
                </a:lnTo>
                <a:lnTo>
                  <a:pt x="692318" y="372842"/>
                </a:lnTo>
                <a:lnTo>
                  <a:pt x="692381" y="371337"/>
                </a:lnTo>
                <a:close/>
                <a:moveTo>
                  <a:pt x="582960" y="562591"/>
                </a:moveTo>
                <a:lnTo>
                  <a:pt x="583122" y="567073"/>
                </a:lnTo>
                <a:lnTo>
                  <a:pt x="583598" y="565869"/>
                </a:lnTo>
                <a:lnTo>
                  <a:pt x="584001" y="562720"/>
                </a:lnTo>
                <a:close/>
                <a:moveTo>
                  <a:pt x="296209" y="1204559"/>
                </a:moveTo>
                <a:lnTo>
                  <a:pt x="296702" y="1205759"/>
                </a:lnTo>
                <a:lnTo>
                  <a:pt x="298127" y="1207190"/>
                </a:lnTo>
                <a:close/>
                <a:moveTo>
                  <a:pt x="581471" y="565764"/>
                </a:moveTo>
                <a:lnTo>
                  <a:pt x="580290" y="569606"/>
                </a:lnTo>
                <a:lnTo>
                  <a:pt x="581180" y="569875"/>
                </a:lnTo>
                <a:close/>
                <a:moveTo>
                  <a:pt x="314769" y="1162883"/>
                </a:moveTo>
                <a:lnTo>
                  <a:pt x="315010" y="1165841"/>
                </a:lnTo>
                <a:lnTo>
                  <a:pt x="315308" y="1166252"/>
                </a:lnTo>
                <a:lnTo>
                  <a:pt x="317073" y="1168266"/>
                </a:lnTo>
                <a:lnTo>
                  <a:pt x="319462" y="1169234"/>
                </a:lnTo>
                <a:lnTo>
                  <a:pt x="319275" y="1167722"/>
                </a:lnTo>
                <a:close/>
                <a:moveTo>
                  <a:pt x="245674" y="1317582"/>
                </a:moveTo>
                <a:lnTo>
                  <a:pt x="245881" y="1318114"/>
                </a:lnTo>
                <a:lnTo>
                  <a:pt x="246645" y="1318678"/>
                </a:lnTo>
                <a:lnTo>
                  <a:pt x="245776" y="1317730"/>
                </a:lnTo>
                <a:lnTo>
                  <a:pt x="245773" y="1317690"/>
                </a:lnTo>
                <a:close/>
                <a:moveTo>
                  <a:pt x="573226" y="584061"/>
                </a:moveTo>
                <a:lnTo>
                  <a:pt x="572748" y="586267"/>
                </a:lnTo>
                <a:lnTo>
                  <a:pt x="574328" y="586760"/>
                </a:lnTo>
                <a:lnTo>
                  <a:pt x="574277" y="584471"/>
                </a:lnTo>
                <a:close/>
                <a:moveTo>
                  <a:pt x="519436" y="704346"/>
                </a:moveTo>
                <a:lnTo>
                  <a:pt x="519849" y="705090"/>
                </a:lnTo>
                <a:lnTo>
                  <a:pt x="522398" y="708968"/>
                </a:lnTo>
                <a:lnTo>
                  <a:pt x="522650" y="705936"/>
                </a:lnTo>
                <a:close/>
                <a:moveTo>
                  <a:pt x="573392" y="583294"/>
                </a:moveTo>
                <a:lnTo>
                  <a:pt x="573344" y="583514"/>
                </a:lnTo>
                <a:lnTo>
                  <a:pt x="574263" y="583872"/>
                </a:lnTo>
                <a:lnTo>
                  <a:pt x="574263" y="583813"/>
                </a:lnTo>
                <a:close/>
                <a:moveTo>
                  <a:pt x="527316" y="686387"/>
                </a:moveTo>
                <a:lnTo>
                  <a:pt x="527529" y="687714"/>
                </a:lnTo>
                <a:lnTo>
                  <a:pt x="528602" y="688747"/>
                </a:lnTo>
                <a:lnTo>
                  <a:pt x="528088" y="687137"/>
                </a:lnTo>
                <a:close/>
                <a:moveTo>
                  <a:pt x="498640" y="750567"/>
                </a:moveTo>
                <a:lnTo>
                  <a:pt x="501033" y="758119"/>
                </a:lnTo>
                <a:lnTo>
                  <a:pt x="501290" y="757488"/>
                </a:lnTo>
                <a:lnTo>
                  <a:pt x="499060" y="750740"/>
                </a:lnTo>
                <a:close/>
                <a:moveTo>
                  <a:pt x="611383" y="498023"/>
                </a:moveTo>
                <a:lnTo>
                  <a:pt x="610316" y="500723"/>
                </a:lnTo>
                <a:lnTo>
                  <a:pt x="611141" y="502485"/>
                </a:lnTo>
                <a:close/>
                <a:moveTo>
                  <a:pt x="585234" y="556501"/>
                </a:moveTo>
                <a:lnTo>
                  <a:pt x="585205" y="556729"/>
                </a:lnTo>
                <a:lnTo>
                  <a:pt x="585339" y="557184"/>
                </a:lnTo>
                <a:lnTo>
                  <a:pt x="586155" y="559403"/>
                </a:lnTo>
                <a:lnTo>
                  <a:pt x="586779" y="557823"/>
                </a:lnTo>
                <a:close/>
                <a:moveTo>
                  <a:pt x="575182" y="578997"/>
                </a:moveTo>
                <a:lnTo>
                  <a:pt x="575714" y="583364"/>
                </a:lnTo>
                <a:lnTo>
                  <a:pt x="576633" y="580373"/>
                </a:lnTo>
                <a:close/>
                <a:moveTo>
                  <a:pt x="254134" y="1297811"/>
                </a:moveTo>
                <a:lnTo>
                  <a:pt x="257382" y="1301012"/>
                </a:lnTo>
                <a:lnTo>
                  <a:pt x="260510" y="1303003"/>
                </a:lnTo>
                <a:lnTo>
                  <a:pt x="260304" y="1302636"/>
                </a:lnTo>
                <a:close/>
                <a:moveTo>
                  <a:pt x="619523" y="479621"/>
                </a:moveTo>
                <a:lnTo>
                  <a:pt x="618701" y="485179"/>
                </a:lnTo>
                <a:lnTo>
                  <a:pt x="619322" y="488359"/>
                </a:lnTo>
                <a:lnTo>
                  <a:pt x="619628" y="489820"/>
                </a:lnTo>
                <a:lnTo>
                  <a:pt x="621439" y="490704"/>
                </a:lnTo>
                <a:lnTo>
                  <a:pt x="619805" y="479747"/>
                </a:lnTo>
                <a:close/>
                <a:moveTo>
                  <a:pt x="509810" y="725288"/>
                </a:moveTo>
                <a:lnTo>
                  <a:pt x="509783" y="725581"/>
                </a:lnTo>
                <a:lnTo>
                  <a:pt x="510576" y="728747"/>
                </a:lnTo>
                <a:lnTo>
                  <a:pt x="510184" y="725582"/>
                </a:lnTo>
                <a:close/>
                <a:moveTo>
                  <a:pt x="241021" y="1327066"/>
                </a:moveTo>
                <a:lnTo>
                  <a:pt x="248917" y="1340452"/>
                </a:lnTo>
                <a:lnTo>
                  <a:pt x="253320" y="1342395"/>
                </a:lnTo>
                <a:lnTo>
                  <a:pt x="251308" y="1337227"/>
                </a:lnTo>
                <a:close/>
                <a:moveTo>
                  <a:pt x="328581" y="1130999"/>
                </a:moveTo>
                <a:lnTo>
                  <a:pt x="329178" y="1135893"/>
                </a:lnTo>
                <a:lnTo>
                  <a:pt x="329224" y="1135991"/>
                </a:lnTo>
                <a:lnTo>
                  <a:pt x="331696" y="1138116"/>
                </a:lnTo>
                <a:lnTo>
                  <a:pt x="331645" y="1137710"/>
                </a:lnTo>
                <a:lnTo>
                  <a:pt x="330119" y="1135364"/>
                </a:lnTo>
                <a:lnTo>
                  <a:pt x="330161" y="1134918"/>
                </a:lnTo>
                <a:lnTo>
                  <a:pt x="331568" y="1137083"/>
                </a:lnTo>
                <a:lnTo>
                  <a:pt x="331274" y="1134717"/>
                </a:lnTo>
                <a:lnTo>
                  <a:pt x="330283" y="1132938"/>
                </a:lnTo>
                <a:close/>
                <a:moveTo>
                  <a:pt x="276445" y="1247702"/>
                </a:moveTo>
                <a:lnTo>
                  <a:pt x="277140" y="1249305"/>
                </a:lnTo>
                <a:lnTo>
                  <a:pt x="277620" y="1249642"/>
                </a:lnTo>
                <a:lnTo>
                  <a:pt x="277482" y="1249076"/>
                </a:lnTo>
                <a:lnTo>
                  <a:pt x="277029" y="1248397"/>
                </a:lnTo>
                <a:close/>
                <a:moveTo>
                  <a:pt x="585302" y="555971"/>
                </a:moveTo>
                <a:lnTo>
                  <a:pt x="585251" y="556373"/>
                </a:lnTo>
                <a:lnTo>
                  <a:pt x="586821" y="557717"/>
                </a:lnTo>
                <a:lnTo>
                  <a:pt x="587006" y="557250"/>
                </a:lnTo>
                <a:close/>
                <a:moveTo>
                  <a:pt x="484844" y="780729"/>
                </a:moveTo>
                <a:lnTo>
                  <a:pt x="484301" y="784489"/>
                </a:lnTo>
                <a:lnTo>
                  <a:pt x="484509" y="784185"/>
                </a:lnTo>
                <a:lnTo>
                  <a:pt x="485187" y="780871"/>
                </a:lnTo>
                <a:close/>
                <a:moveTo>
                  <a:pt x="338839" y="1107647"/>
                </a:moveTo>
                <a:lnTo>
                  <a:pt x="338971" y="1107907"/>
                </a:lnTo>
                <a:lnTo>
                  <a:pt x="342686" y="1111748"/>
                </a:lnTo>
                <a:lnTo>
                  <a:pt x="342649" y="1110988"/>
                </a:lnTo>
                <a:lnTo>
                  <a:pt x="342628" y="1110925"/>
                </a:lnTo>
                <a:close/>
                <a:moveTo>
                  <a:pt x="614625" y="489821"/>
                </a:moveTo>
                <a:lnTo>
                  <a:pt x="611813" y="496933"/>
                </a:lnTo>
                <a:lnTo>
                  <a:pt x="611554" y="501730"/>
                </a:lnTo>
                <a:lnTo>
                  <a:pt x="611493" y="503235"/>
                </a:lnTo>
                <a:lnTo>
                  <a:pt x="612033" y="504388"/>
                </a:lnTo>
                <a:lnTo>
                  <a:pt x="614308" y="493151"/>
                </a:lnTo>
                <a:close/>
                <a:moveTo>
                  <a:pt x="524080" y="692448"/>
                </a:moveTo>
                <a:lnTo>
                  <a:pt x="524032" y="693145"/>
                </a:lnTo>
                <a:lnTo>
                  <a:pt x="524219" y="693828"/>
                </a:lnTo>
                <a:lnTo>
                  <a:pt x="526452" y="695583"/>
                </a:lnTo>
                <a:lnTo>
                  <a:pt x="526551" y="695640"/>
                </a:lnTo>
                <a:lnTo>
                  <a:pt x="526302" y="693985"/>
                </a:lnTo>
                <a:lnTo>
                  <a:pt x="525668" y="693374"/>
                </a:lnTo>
                <a:close/>
                <a:moveTo>
                  <a:pt x="341749" y="1100643"/>
                </a:moveTo>
                <a:lnTo>
                  <a:pt x="342177" y="1102305"/>
                </a:lnTo>
                <a:lnTo>
                  <a:pt x="342226" y="1102348"/>
                </a:lnTo>
                <a:lnTo>
                  <a:pt x="342164" y="1101076"/>
                </a:lnTo>
                <a:close/>
                <a:moveTo>
                  <a:pt x="256915" y="1290366"/>
                </a:moveTo>
                <a:lnTo>
                  <a:pt x="259745" y="1295270"/>
                </a:lnTo>
                <a:lnTo>
                  <a:pt x="259966" y="1295443"/>
                </a:lnTo>
                <a:lnTo>
                  <a:pt x="263001" y="1296290"/>
                </a:lnTo>
                <a:lnTo>
                  <a:pt x="263670" y="1296466"/>
                </a:lnTo>
                <a:close/>
                <a:moveTo>
                  <a:pt x="544164" y="647141"/>
                </a:moveTo>
                <a:lnTo>
                  <a:pt x="543754" y="650308"/>
                </a:lnTo>
                <a:lnTo>
                  <a:pt x="545492" y="652108"/>
                </a:lnTo>
                <a:lnTo>
                  <a:pt x="546144" y="649880"/>
                </a:lnTo>
                <a:lnTo>
                  <a:pt x="545906" y="648295"/>
                </a:lnTo>
                <a:close/>
                <a:moveTo>
                  <a:pt x="581930" y="562463"/>
                </a:moveTo>
                <a:lnTo>
                  <a:pt x="581783" y="564526"/>
                </a:lnTo>
                <a:lnTo>
                  <a:pt x="581870" y="564466"/>
                </a:lnTo>
                <a:lnTo>
                  <a:pt x="581762" y="564817"/>
                </a:lnTo>
                <a:lnTo>
                  <a:pt x="581398" y="569942"/>
                </a:lnTo>
                <a:lnTo>
                  <a:pt x="581925" y="570102"/>
                </a:lnTo>
                <a:lnTo>
                  <a:pt x="582889" y="567663"/>
                </a:lnTo>
                <a:lnTo>
                  <a:pt x="582773" y="562568"/>
                </a:lnTo>
                <a:close/>
                <a:moveTo>
                  <a:pt x="584889" y="555661"/>
                </a:moveTo>
                <a:lnTo>
                  <a:pt x="584900" y="555696"/>
                </a:lnTo>
                <a:lnTo>
                  <a:pt x="584903" y="555671"/>
                </a:lnTo>
                <a:close/>
                <a:moveTo>
                  <a:pt x="585529" y="554195"/>
                </a:moveTo>
                <a:lnTo>
                  <a:pt x="585361" y="555514"/>
                </a:lnTo>
                <a:lnTo>
                  <a:pt x="587159" y="556863"/>
                </a:lnTo>
                <a:lnTo>
                  <a:pt x="587938" y="554891"/>
                </a:lnTo>
                <a:close/>
                <a:moveTo>
                  <a:pt x="619875" y="477248"/>
                </a:moveTo>
                <a:lnTo>
                  <a:pt x="619861" y="477344"/>
                </a:lnTo>
                <a:lnTo>
                  <a:pt x="620084" y="478836"/>
                </a:lnTo>
                <a:lnTo>
                  <a:pt x="622753" y="480029"/>
                </a:lnTo>
                <a:close/>
                <a:moveTo>
                  <a:pt x="314012" y="1162071"/>
                </a:moveTo>
                <a:lnTo>
                  <a:pt x="314213" y="1162921"/>
                </a:lnTo>
                <a:lnTo>
                  <a:pt x="314156" y="1162224"/>
                </a:lnTo>
                <a:close/>
                <a:moveTo>
                  <a:pt x="539001" y="658271"/>
                </a:moveTo>
                <a:lnTo>
                  <a:pt x="539044" y="660527"/>
                </a:lnTo>
                <a:lnTo>
                  <a:pt x="539557" y="663169"/>
                </a:lnTo>
                <a:lnTo>
                  <a:pt x="541540" y="663354"/>
                </a:lnTo>
                <a:lnTo>
                  <a:pt x="541683" y="662178"/>
                </a:lnTo>
                <a:lnTo>
                  <a:pt x="541706" y="662014"/>
                </a:lnTo>
                <a:close/>
                <a:moveTo>
                  <a:pt x="617730" y="481966"/>
                </a:moveTo>
                <a:lnTo>
                  <a:pt x="616519" y="485030"/>
                </a:lnTo>
                <a:lnTo>
                  <a:pt x="616211" y="486551"/>
                </a:lnTo>
                <a:lnTo>
                  <a:pt x="616065" y="488082"/>
                </a:lnTo>
                <a:lnTo>
                  <a:pt x="617781" y="488919"/>
                </a:lnTo>
                <a:lnTo>
                  <a:pt x="618129" y="486568"/>
                </a:lnTo>
                <a:lnTo>
                  <a:pt x="618362" y="485201"/>
                </a:lnTo>
                <a:close/>
                <a:moveTo>
                  <a:pt x="523795" y="692282"/>
                </a:moveTo>
                <a:lnTo>
                  <a:pt x="523864" y="692535"/>
                </a:lnTo>
                <a:lnTo>
                  <a:pt x="523880" y="692333"/>
                </a:lnTo>
                <a:close/>
                <a:moveTo>
                  <a:pt x="568615" y="591906"/>
                </a:moveTo>
                <a:lnTo>
                  <a:pt x="567969" y="596955"/>
                </a:lnTo>
                <a:lnTo>
                  <a:pt x="569997" y="597793"/>
                </a:lnTo>
                <a:lnTo>
                  <a:pt x="570301" y="596383"/>
                </a:lnTo>
                <a:lnTo>
                  <a:pt x="568777" y="591969"/>
                </a:lnTo>
                <a:close/>
                <a:moveTo>
                  <a:pt x="314577" y="1160543"/>
                </a:moveTo>
                <a:lnTo>
                  <a:pt x="314736" y="1162496"/>
                </a:lnTo>
                <a:lnTo>
                  <a:pt x="316126" y="1163988"/>
                </a:lnTo>
                <a:lnTo>
                  <a:pt x="319188" y="1167024"/>
                </a:lnTo>
                <a:lnTo>
                  <a:pt x="319184" y="1166989"/>
                </a:lnTo>
                <a:lnTo>
                  <a:pt x="317740" y="1164684"/>
                </a:lnTo>
                <a:lnTo>
                  <a:pt x="315540" y="1161829"/>
                </a:lnTo>
                <a:close/>
                <a:moveTo>
                  <a:pt x="618787" y="479292"/>
                </a:moveTo>
                <a:lnTo>
                  <a:pt x="617958" y="481388"/>
                </a:lnTo>
                <a:lnTo>
                  <a:pt x="618522" y="484268"/>
                </a:lnTo>
                <a:lnTo>
                  <a:pt x="619330" y="479535"/>
                </a:lnTo>
                <a:close/>
                <a:moveTo>
                  <a:pt x="180072" y="1461641"/>
                </a:moveTo>
                <a:lnTo>
                  <a:pt x="182586" y="1464787"/>
                </a:lnTo>
                <a:lnTo>
                  <a:pt x="188515" y="1469553"/>
                </a:lnTo>
                <a:lnTo>
                  <a:pt x="198527" y="1475507"/>
                </a:lnTo>
                <a:lnTo>
                  <a:pt x="197464" y="1474204"/>
                </a:lnTo>
                <a:close/>
                <a:moveTo>
                  <a:pt x="513846" y="714198"/>
                </a:moveTo>
                <a:lnTo>
                  <a:pt x="514839" y="718396"/>
                </a:lnTo>
                <a:lnTo>
                  <a:pt x="516474" y="719682"/>
                </a:lnTo>
                <a:lnTo>
                  <a:pt x="516131" y="716506"/>
                </a:lnTo>
                <a:lnTo>
                  <a:pt x="515021" y="715247"/>
                </a:lnTo>
                <a:close/>
                <a:moveTo>
                  <a:pt x="633390" y="446488"/>
                </a:moveTo>
                <a:lnTo>
                  <a:pt x="632651" y="452351"/>
                </a:lnTo>
                <a:lnTo>
                  <a:pt x="637400" y="456986"/>
                </a:lnTo>
                <a:lnTo>
                  <a:pt x="641544" y="459833"/>
                </a:lnTo>
                <a:lnTo>
                  <a:pt x="642789" y="452523"/>
                </a:lnTo>
                <a:close/>
                <a:moveTo>
                  <a:pt x="574500" y="578351"/>
                </a:moveTo>
                <a:lnTo>
                  <a:pt x="574564" y="581238"/>
                </a:lnTo>
                <a:lnTo>
                  <a:pt x="574714" y="583640"/>
                </a:lnTo>
                <a:lnTo>
                  <a:pt x="575490" y="584090"/>
                </a:lnTo>
                <a:lnTo>
                  <a:pt x="575541" y="583922"/>
                </a:lnTo>
                <a:lnTo>
                  <a:pt x="574990" y="578816"/>
                </a:lnTo>
                <a:close/>
                <a:moveTo>
                  <a:pt x="190910" y="1437282"/>
                </a:moveTo>
                <a:lnTo>
                  <a:pt x="200703" y="1443060"/>
                </a:lnTo>
                <a:lnTo>
                  <a:pt x="199207" y="1440461"/>
                </a:lnTo>
                <a:close/>
                <a:moveTo>
                  <a:pt x="563749" y="602421"/>
                </a:moveTo>
                <a:lnTo>
                  <a:pt x="566237" y="604461"/>
                </a:lnTo>
                <a:lnTo>
                  <a:pt x="566145" y="603705"/>
                </a:lnTo>
                <a:close/>
                <a:moveTo>
                  <a:pt x="229201" y="1351524"/>
                </a:moveTo>
                <a:lnTo>
                  <a:pt x="229466" y="1352216"/>
                </a:lnTo>
                <a:lnTo>
                  <a:pt x="231852" y="1353622"/>
                </a:lnTo>
                <a:lnTo>
                  <a:pt x="230837" y="1352487"/>
                </a:lnTo>
                <a:close/>
                <a:moveTo>
                  <a:pt x="619992" y="476459"/>
                </a:moveTo>
                <a:lnTo>
                  <a:pt x="619978" y="476552"/>
                </a:lnTo>
                <a:lnTo>
                  <a:pt x="624837" y="480958"/>
                </a:lnTo>
                <a:lnTo>
                  <a:pt x="625652" y="481322"/>
                </a:lnTo>
                <a:lnTo>
                  <a:pt x="625937" y="479316"/>
                </a:lnTo>
                <a:lnTo>
                  <a:pt x="625571" y="478937"/>
                </a:lnTo>
                <a:close/>
                <a:moveTo>
                  <a:pt x="619476" y="477548"/>
                </a:moveTo>
                <a:lnTo>
                  <a:pt x="619134" y="478414"/>
                </a:lnTo>
                <a:lnTo>
                  <a:pt x="619495" y="478573"/>
                </a:lnTo>
                <a:lnTo>
                  <a:pt x="619567" y="478151"/>
                </a:lnTo>
                <a:close/>
                <a:moveTo>
                  <a:pt x="497688" y="750173"/>
                </a:moveTo>
                <a:lnTo>
                  <a:pt x="500454" y="759545"/>
                </a:lnTo>
                <a:lnTo>
                  <a:pt x="500706" y="758925"/>
                </a:lnTo>
                <a:lnTo>
                  <a:pt x="498720" y="752655"/>
                </a:lnTo>
                <a:lnTo>
                  <a:pt x="498011" y="750306"/>
                </a:lnTo>
                <a:close/>
                <a:moveTo>
                  <a:pt x="585657" y="553191"/>
                </a:moveTo>
                <a:lnTo>
                  <a:pt x="585558" y="553964"/>
                </a:lnTo>
                <a:lnTo>
                  <a:pt x="588023" y="554676"/>
                </a:lnTo>
                <a:lnTo>
                  <a:pt x="588198" y="554235"/>
                </a:lnTo>
                <a:lnTo>
                  <a:pt x="588142" y="554059"/>
                </a:lnTo>
                <a:close/>
                <a:moveTo>
                  <a:pt x="518840" y="702673"/>
                </a:moveTo>
                <a:lnTo>
                  <a:pt x="518882" y="703241"/>
                </a:lnTo>
                <a:lnTo>
                  <a:pt x="520978" y="704278"/>
                </a:lnTo>
                <a:close/>
                <a:moveTo>
                  <a:pt x="620858" y="474056"/>
                </a:moveTo>
                <a:lnTo>
                  <a:pt x="620341" y="475362"/>
                </a:lnTo>
                <a:lnTo>
                  <a:pt x="623453" y="476743"/>
                </a:lnTo>
                <a:close/>
                <a:moveTo>
                  <a:pt x="123461" y="1587777"/>
                </a:moveTo>
                <a:lnTo>
                  <a:pt x="143310" y="1606372"/>
                </a:lnTo>
                <a:lnTo>
                  <a:pt x="166502" y="1627669"/>
                </a:lnTo>
                <a:lnTo>
                  <a:pt x="245872" y="1661307"/>
                </a:lnTo>
                <a:lnTo>
                  <a:pt x="257175" y="1664894"/>
                </a:lnTo>
                <a:lnTo>
                  <a:pt x="240939" y="1651890"/>
                </a:lnTo>
                <a:lnTo>
                  <a:pt x="224521" y="1644490"/>
                </a:lnTo>
                <a:lnTo>
                  <a:pt x="224423" y="1644302"/>
                </a:lnTo>
                <a:lnTo>
                  <a:pt x="237667" y="1650273"/>
                </a:lnTo>
                <a:lnTo>
                  <a:pt x="240331" y="1651403"/>
                </a:lnTo>
                <a:lnTo>
                  <a:pt x="214046" y="1630351"/>
                </a:lnTo>
                <a:lnTo>
                  <a:pt x="213945" y="1629918"/>
                </a:lnTo>
                <a:lnTo>
                  <a:pt x="237864" y="1649076"/>
                </a:lnTo>
                <a:lnTo>
                  <a:pt x="241476" y="1651890"/>
                </a:lnTo>
                <a:lnTo>
                  <a:pt x="261603" y="1660433"/>
                </a:lnTo>
                <a:lnTo>
                  <a:pt x="224988" y="1627683"/>
                </a:lnTo>
                <a:lnTo>
                  <a:pt x="168131" y="1605734"/>
                </a:lnTo>
                <a:close/>
                <a:moveTo>
                  <a:pt x="597373" y="526578"/>
                </a:moveTo>
                <a:lnTo>
                  <a:pt x="597622" y="528697"/>
                </a:lnTo>
                <a:lnTo>
                  <a:pt x="597788" y="529972"/>
                </a:lnTo>
                <a:lnTo>
                  <a:pt x="598131" y="529104"/>
                </a:lnTo>
                <a:lnTo>
                  <a:pt x="597574" y="526747"/>
                </a:lnTo>
                <a:close/>
                <a:moveTo>
                  <a:pt x="328350" y="1128862"/>
                </a:moveTo>
                <a:lnTo>
                  <a:pt x="328899" y="1129846"/>
                </a:lnTo>
                <a:lnTo>
                  <a:pt x="330916" y="1131830"/>
                </a:lnTo>
                <a:lnTo>
                  <a:pt x="330877" y="1131518"/>
                </a:lnTo>
                <a:close/>
                <a:moveTo>
                  <a:pt x="477967" y="793566"/>
                </a:moveTo>
                <a:lnTo>
                  <a:pt x="477971" y="793739"/>
                </a:lnTo>
                <a:lnTo>
                  <a:pt x="478013" y="793678"/>
                </a:lnTo>
                <a:close/>
                <a:moveTo>
                  <a:pt x="248210" y="1307990"/>
                </a:moveTo>
                <a:lnTo>
                  <a:pt x="249115" y="1310621"/>
                </a:lnTo>
                <a:lnTo>
                  <a:pt x="251019" y="1313740"/>
                </a:lnTo>
                <a:lnTo>
                  <a:pt x="263005" y="1330522"/>
                </a:lnTo>
                <a:lnTo>
                  <a:pt x="263442" y="1331059"/>
                </a:lnTo>
                <a:lnTo>
                  <a:pt x="266646" y="1333422"/>
                </a:lnTo>
                <a:lnTo>
                  <a:pt x="263824" y="1327431"/>
                </a:lnTo>
                <a:lnTo>
                  <a:pt x="257013" y="1313051"/>
                </a:lnTo>
                <a:lnTo>
                  <a:pt x="255695" y="1312212"/>
                </a:lnTo>
                <a:close/>
                <a:moveTo>
                  <a:pt x="630876" y="451005"/>
                </a:moveTo>
                <a:lnTo>
                  <a:pt x="630829" y="451340"/>
                </a:lnTo>
                <a:lnTo>
                  <a:pt x="631612" y="453012"/>
                </a:lnTo>
                <a:lnTo>
                  <a:pt x="632046" y="453310"/>
                </a:lnTo>
                <a:lnTo>
                  <a:pt x="632177" y="452275"/>
                </a:lnTo>
                <a:close/>
                <a:moveTo>
                  <a:pt x="565878" y="596441"/>
                </a:moveTo>
                <a:lnTo>
                  <a:pt x="566387" y="600623"/>
                </a:lnTo>
                <a:lnTo>
                  <a:pt x="567087" y="601287"/>
                </a:lnTo>
                <a:lnTo>
                  <a:pt x="567613" y="597175"/>
                </a:lnTo>
                <a:lnTo>
                  <a:pt x="567257" y="597011"/>
                </a:lnTo>
                <a:close/>
                <a:moveTo>
                  <a:pt x="240430" y="1325160"/>
                </a:moveTo>
                <a:lnTo>
                  <a:pt x="250471" y="1335078"/>
                </a:lnTo>
                <a:lnTo>
                  <a:pt x="248986" y="1331266"/>
                </a:lnTo>
                <a:lnTo>
                  <a:pt x="248512" y="1329888"/>
                </a:lnTo>
                <a:lnTo>
                  <a:pt x="248396" y="1329672"/>
                </a:lnTo>
                <a:close/>
                <a:moveTo>
                  <a:pt x="595848" y="529232"/>
                </a:moveTo>
                <a:lnTo>
                  <a:pt x="595856" y="529902"/>
                </a:lnTo>
                <a:lnTo>
                  <a:pt x="597578" y="530503"/>
                </a:lnTo>
                <a:lnTo>
                  <a:pt x="597581" y="530497"/>
                </a:lnTo>
                <a:close/>
                <a:moveTo>
                  <a:pt x="262672" y="1275238"/>
                </a:moveTo>
                <a:lnTo>
                  <a:pt x="265473" y="1281736"/>
                </a:lnTo>
                <a:lnTo>
                  <a:pt x="267378" y="1283485"/>
                </a:lnTo>
                <a:lnTo>
                  <a:pt x="266452" y="1280277"/>
                </a:lnTo>
                <a:lnTo>
                  <a:pt x="265800" y="1279064"/>
                </a:lnTo>
                <a:lnTo>
                  <a:pt x="265811" y="1279005"/>
                </a:lnTo>
                <a:close/>
                <a:moveTo>
                  <a:pt x="538460" y="657522"/>
                </a:moveTo>
                <a:lnTo>
                  <a:pt x="538631" y="658401"/>
                </a:lnTo>
                <a:lnTo>
                  <a:pt x="538618" y="657742"/>
                </a:lnTo>
                <a:close/>
                <a:moveTo>
                  <a:pt x="485531" y="775974"/>
                </a:moveTo>
                <a:lnTo>
                  <a:pt x="484892" y="780398"/>
                </a:lnTo>
                <a:lnTo>
                  <a:pt x="485253" y="780547"/>
                </a:lnTo>
                <a:lnTo>
                  <a:pt x="485660" y="778556"/>
                </a:lnTo>
                <a:lnTo>
                  <a:pt x="485660" y="776104"/>
                </a:lnTo>
                <a:close/>
                <a:moveTo>
                  <a:pt x="523082" y="691868"/>
                </a:moveTo>
                <a:lnTo>
                  <a:pt x="523585" y="693052"/>
                </a:lnTo>
                <a:lnTo>
                  <a:pt x="523307" y="691999"/>
                </a:lnTo>
                <a:close/>
                <a:moveTo>
                  <a:pt x="585919" y="551152"/>
                </a:moveTo>
                <a:lnTo>
                  <a:pt x="585886" y="551402"/>
                </a:lnTo>
                <a:lnTo>
                  <a:pt x="586449" y="551598"/>
                </a:lnTo>
                <a:close/>
                <a:moveTo>
                  <a:pt x="478612" y="791287"/>
                </a:moveTo>
                <a:lnTo>
                  <a:pt x="479015" y="792212"/>
                </a:lnTo>
                <a:lnTo>
                  <a:pt x="479172" y="791983"/>
                </a:lnTo>
                <a:close/>
                <a:moveTo>
                  <a:pt x="625885" y="461338"/>
                </a:moveTo>
                <a:lnTo>
                  <a:pt x="621015" y="473656"/>
                </a:lnTo>
                <a:lnTo>
                  <a:pt x="624403" y="477165"/>
                </a:lnTo>
                <a:lnTo>
                  <a:pt x="626135" y="477935"/>
                </a:lnTo>
                <a:lnTo>
                  <a:pt x="627889" y="465616"/>
                </a:lnTo>
                <a:close/>
                <a:moveTo>
                  <a:pt x="219581" y="1371067"/>
                </a:moveTo>
                <a:lnTo>
                  <a:pt x="221484" y="1375386"/>
                </a:lnTo>
                <a:lnTo>
                  <a:pt x="231798" y="1382905"/>
                </a:lnTo>
                <a:close/>
                <a:moveTo>
                  <a:pt x="633757" y="443572"/>
                </a:moveTo>
                <a:lnTo>
                  <a:pt x="633481" y="445770"/>
                </a:lnTo>
                <a:lnTo>
                  <a:pt x="635699" y="447153"/>
                </a:lnTo>
                <a:lnTo>
                  <a:pt x="642914" y="451786"/>
                </a:lnTo>
                <a:lnTo>
                  <a:pt x="643264" y="449737"/>
                </a:lnTo>
                <a:lnTo>
                  <a:pt x="639471" y="446357"/>
                </a:lnTo>
                <a:close/>
                <a:moveTo>
                  <a:pt x="655428" y="395046"/>
                </a:moveTo>
                <a:lnTo>
                  <a:pt x="652808" y="407983"/>
                </a:lnTo>
                <a:lnTo>
                  <a:pt x="657023" y="411499"/>
                </a:lnTo>
                <a:lnTo>
                  <a:pt x="659097" y="413373"/>
                </a:lnTo>
                <a:lnTo>
                  <a:pt x="661035" y="404665"/>
                </a:lnTo>
                <a:lnTo>
                  <a:pt x="655662" y="395358"/>
                </a:lnTo>
                <a:close/>
                <a:moveTo>
                  <a:pt x="183003" y="1452842"/>
                </a:moveTo>
                <a:lnTo>
                  <a:pt x="188510" y="1460080"/>
                </a:lnTo>
                <a:lnTo>
                  <a:pt x="200916" y="1471789"/>
                </a:lnTo>
                <a:lnTo>
                  <a:pt x="212256" y="1482206"/>
                </a:lnTo>
                <a:lnTo>
                  <a:pt x="218855" y="1475377"/>
                </a:lnTo>
                <a:lnTo>
                  <a:pt x="212610" y="1470171"/>
                </a:lnTo>
                <a:lnTo>
                  <a:pt x="212563" y="1469951"/>
                </a:lnTo>
                <a:lnTo>
                  <a:pt x="218952" y="1475276"/>
                </a:lnTo>
                <a:lnTo>
                  <a:pt x="219132" y="1475090"/>
                </a:lnTo>
                <a:lnTo>
                  <a:pt x="217145" y="1471637"/>
                </a:lnTo>
                <a:lnTo>
                  <a:pt x="206216" y="1465751"/>
                </a:lnTo>
                <a:close/>
                <a:moveTo>
                  <a:pt x="247970" y="1307293"/>
                </a:moveTo>
                <a:lnTo>
                  <a:pt x="248047" y="1307518"/>
                </a:lnTo>
                <a:lnTo>
                  <a:pt x="249978" y="1308571"/>
                </a:lnTo>
                <a:close/>
                <a:moveTo>
                  <a:pt x="597215" y="525232"/>
                </a:moveTo>
                <a:lnTo>
                  <a:pt x="597271" y="525705"/>
                </a:lnTo>
                <a:lnTo>
                  <a:pt x="597342" y="525765"/>
                </a:lnTo>
                <a:close/>
                <a:moveTo>
                  <a:pt x="604747" y="508293"/>
                </a:moveTo>
                <a:lnTo>
                  <a:pt x="604752" y="508708"/>
                </a:lnTo>
                <a:lnTo>
                  <a:pt x="605851" y="509546"/>
                </a:lnTo>
                <a:close/>
                <a:moveTo>
                  <a:pt x="340611" y="1099686"/>
                </a:moveTo>
                <a:lnTo>
                  <a:pt x="341231" y="1101487"/>
                </a:lnTo>
                <a:lnTo>
                  <a:pt x="341531" y="1101747"/>
                </a:lnTo>
                <a:lnTo>
                  <a:pt x="341105" y="1100089"/>
                </a:lnTo>
                <a:close/>
                <a:moveTo>
                  <a:pt x="575662" y="573346"/>
                </a:moveTo>
                <a:lnTo>
                  <a:pt x="576160" y="575876"/>
                </a:lnTo>
                <a:lnTo>
                  <a:pt x="577596" y="577237"/>
                </a:lnTo>
                <a:lnTo>
                  <a:pt x="577809" y="576539"/>
                </a:lnTo>
                <a:lnTo>
                  <a:pt x="577747" y="576358"/>
                </a:lnTo>
                <a:close/>
                <a:moveTo>
                  <a:pt x="584357" y="553858"/>
                </a:moveTo>
                <a:lnTo>
                  <a:pt x="584700" y="555018"/>
                </a:lnTo>
                <a:lnTo>
                  <a:pt x="584961" y="555215"/>
                </a:lnTo>
                <a:lnTo>
                  <a:pt x="585108" y="554074"/>
                </a:lnTo>
                <a:close/>
                <a:moveTo>
                  <a:pt x="196410" y="1422501"/>
                </a:moveTo>
                <a:lnTo>
                  <a:pt x="197882" y="1424850"/>
                </a:lnTo>
                <a:lnTo>
                  <a:pt x="206272" y="1435352"/>
                </a:lnTo>
                <a:lnTo>
                  <a:pt x="207791" y="1436449"/>
                </a:lnTo>
                <a:lnTo>
                  <a:pt x="209052" y="1437333"/>
                </a:lnTo>
                <a:lnTo>
                  <a:pt x="198114" y="1423448"/>
                </a:lnTo>
                <a:close/>
                <a:moveTo>
                  <a:pt x="617772" y="478839"/>
                </a:moveTo>
                <a:lnTo>
                  <a:pt x="617613" y="479625"/>
                </a:lnTo>
                <a:lnTo>
                  <a:pt x="617639" y="479755"/>
                </a:lnTo>
                <a:lnTo>
                  <a:pt x="617967" y="478926"/>
                </a:lnTo>
                <a:close/>
                <a:moveTo>
                  <a:pt x="328998" y="1125420"/>
                </a:moveTo>
                <a:lnTo>
                  <a:pt x="329131" y="1125672"/>
                </a:lnTo>
                <a:lnTo>
                  <a:pt x="329729" y="1126052"/>
                </a:lnTo>
                <a:lnTo>
                  <a:pt x="329701" y="1125932"/>
                </a:lnTo>
                <a:lnTo>
                  <a:pt x="329338" y="1125649"/>
                </a:lnTo>
                <a:close/>
                <a:moveTo>
                  <a:pt x="275080" y="1246078"/>
                </a:moveTo>
                <a:lnTo>
                  <a:pt x="276344" y="1248747"/>
                </a:lnTo>
                <a:lnTo>
                  <a:pt x="276377" y="1248771"/>
                </a:lnTo>
                <a:lnTo>
                  <a:pt x="275348" y="1246397"/>
                </a:lnTo>
                <a:close/>
                <a:moveTo>
                  <a:pt x="352176" y="1073380"/>
                </a:moveTo>
                <a:lnTo>
                  <a:pt x="352372" y="1075556"/>
                </a:lnTo>
                <a:lnTo>
                  <a:pt x="352462" y="1075689"/>
                </a:lnTo>
                <a:lnTo>
                  <a:pt x="352869" y="1073968"/>
                </a:lnTo>
                <a:lnTo>
                  <a:pt x="352779" y="1073851"/>
                </a:lnTo>
                <a:close/>
                <a:moveTo>
                  <a:pt x="271615" y="1253713"/>
                </a:moveTo>
                <a:lnTo>
                  <a:pt x="273074" y="1256872"/>
                </a:lnTo>
                <a:lnTo>
                  <a:pt x="274768" y="1257839"/>
                </a:lnTo>
                <a:close/>
                <a:moveTo>
                  <a:pt x="344823" y="1089779"/>
                </a:moveTo>
                <a:lnTo>
                  <a:pt x="344854" y="1090100"/>
                </a:lnTo>
                <a:lnTo>
                  <a:pt x="345696" y="1090982"/>
                </a:lnTo>
                <a:close/>
                <a:moveTo>
                  <a:pt x="328319" y="1126709"/>
                </a:moveTo>
                <a:lnTo>
                  <a:pt x="330383" y="1128880"/>
                </a:lnTo>
                <a:lnTo>
                  <a:pt x="329695" y="1127586"/>
                </a:lnTo>
                <a:close/>
                <a:moveTo>
                  <a:pt x="544889" y="641545"/>
                </a:moveTo>
                <a:lnTo>
                  <a:pt x="544416" y="645192"/>
                </a:lnTo>
                <a:lnTo>
                  <a:pt x="545551" y="645945"/>
                </a:lnTo>
                <a:close/>
                <a:moveTo>
                  <a:pt x="496552" y="749704"/>
                </a:moveTo>
                <a:lnTo>
                  <a:pt x="496475" y="750077"/>
                </a:lnTo>
                <a:lnTo>
                  <a:pt x="500070" y="760489"/>
                </a:lnTo>
                <a:lnTo>
                  <a:pt x="500238" y="760078"/>
                </a:lnTo>
                <a:lnTo>
                  <a:pt x="497262" y="749996"/>
                </a:lnTo>
                <a:close/>
                <a:moveTo>
                  <a:pt x="546092" y="638650"/>
                </a:moveTo>
                <a:lnTo>
                  <a:pt x="547034" y="644901"/>
                </a:lnTo>
                <a:lnTo>
                  <a:pt x="547301" y="645928"/>
                </a:lnTo>
                <a:lnTo>
                  <a:pt x="547642" y="644759"/>
                </a:lnTo>
                <a:lnTo>
                  <a:pt x="547615" y="643810"/>
                </a:lnTo>
                <a:close/>
                <a:moveTo>
                  <a:pt x="482965" y="779951"/>
                </a:moveTo>
                <a:lnTo>
                  <a:pt x="483371" y="785126"/>
                </a:lnTo>
                <a:lnTo>
                  <a:pt x="483531" y="785613"/>
                </a:lnTo>
                <a:lnTo>
                  <a:pt x="483592" y="785524"/>
                </a:lnTo>
                <a:lnTo>
                  <a:pt x="484316" y="780511"/>
                </a:lnTo>
                <a:close/>
                <a:moveTo>
                  <a:pt x="634019" y="441498"/>
                </a:moveTo>
                <a:lnTo>
                  <a:pt x="633877" y="442630"/>
                </a:lnTo>
                <a:lnTo>
                  <a:pt x="636997" y="444152"/>
                </a:lnTo>
                <a:close/>
                <a:moveTo>
                  <a:pt x="346008" y="1086384"/>
                </a:moveTo>
                <a:lnTo>
                  <a:pt x="346831" y="1089368"/>
                </a:lnTo>
                <a:lnTo>
                  <a:pt x="348203" y="1092983"/>
                </a:lnTo>
                <a:lnTo>
                  <a:pt x="348332" y="1093161"/>
                </a:lnTo>
                <a:lnTo>
                  <a:pt x="348532" y="1092315"/>
                </a:lnTo>
                <a:lnTo>
                  <a:pt x="347810" y="1089351"/>
                </a:lnTo>
                <a:close/>
                <a:moveTo>
                  <a:pt x="586290" y="548250"/>
                </a:moveTo>
                <a:lnTo>
                  <a:pt x="585983" y="550644"/>
                </a:lnTo>
                <a:lnTo>
                  <a:pt x="587448" y="551882"/>
                </a:lnTo>
                <a:close/>
                <a:moveTo>
                  <a:pt x="632086" y="445650"/>
                </a:moveTo>
                <a:lnTo>
                  <a:pt x="631389" y="447415"/>
                </a:lnTo>
                <a:lnTo>
                  <a:pt x="630925" y="450666"/>
                </a:lnTo>
                <a:lnTo>
                  <a:pt x="632220" y="451930"/>
                </a:lnTo>
                <a:lnTo>
                  <a:pt x="632362" y="450798"/>
                </a:lnTo>
                <a:lnTo>
                  <a:pt x="633000" y="446237"/>
                </a:lnTo>
                <a:close/>
                <a:moveTo>
                  <a:pt x="695228" y="304258"/>
                </a:moveTo>
                <a:lnTo>
                  <a:pt x="693825" y="337283"/>
                </a:lnTo>
                <a:lnTo>
                  <a:pt x="699583" y="342290"/>
                </a:lnTo>
                <a:lnTo>
                  <a:pt x="695380" y="312019"/>
                </a:lnTo>
                <a:lnTo>
                  <a:pt x="695558" y="311717"/>
                </a:lnTo>
                <a:lnTo>
                  <a:pt x="698871" y="335584"/>
                </a:lnTo>
                <a:lnTo>
                  <a:pt x="699941" y="342601"/>
                </a:lnTo>
                <a:lnTo>
                  <a:pt x="710189" y="351514"/>
                </a:lnTo>
                <a:lnTo>
                  <a:pt x="715134" y="339503"/>
                </a:lnTo>
                <a:lnTo>
                  <a:pt x="704815" y="320955"/>
                </a:lnTo>
                <a:close/>
                <a:moveTo>
                  <a:pt x="247140" y="1307387"/>
                </a:moveTo>
                <a:lnTo>
                  <a:pt x="247826" y="1308509"/>
                </a:lnTo>
                <a:lnTo>
                  <a:pt x="247511" y="1307596"/>
                </a:lnTo>
                <a:close/>
                <a:moveTo>
                  <a:pt x="633045" y="443225"/>
                </a:moveTo>
                <a:lnTo>
                  <a:pt x="632324" y="445050"/>
                </a:lnTo>
                <a:lnTo>
                  <a:pt x="633098" y="445532"/>
                </a:lnTo>
                <a:lnTo>
                  <a:pt x="633397" y="443396"/>
                </a:lnTo>
                <a:close/>
                <a:moveTo>
                  <a:pt x="633626" y="441754"/>
                </a:moveTo>
                <a:lnTo>
                  <a:pt x="633376" y="442387"/>
                </a:lnTo>
                <a:lnTo>
                  <a:pt x="633528" y="442460"/>
                </a:lnTo>
                <a:close/>
                <a:moveTo>
                  <a:pt x="569440" y="585451"/>
                </a:moveTo>
                <a:lnTo>
                  <a:pt x="569164" y="587610"/>
                </a:lnTo>
                <a:lnTo>
                  <a:pt x="571684" y="589998"/>
                </a:lnTo>
                <a:lnTo>
                  <a:pt x="572469" y="586369"/>
                </a:lnTo>
                <a:close/>
                <a:moveTo>
                  <a:pt x="618386" y="475811"/>
                </a:moveTo>
                <a:lnTo>
                  <a:pt x="617965" y="477890"/>
                </a:lnTo>
                <a:lnTo>
                  <a:pt x="618315" y="478047"/>
                </a:lnTo>
                <a:lnTo>
                  <a:pt x="618974" y="476378"/>
                </a:lnTo>
                <a:close/>
                <a:moveTo>
                  <a:pt x="278365" y="1237153"/>
                </a:moveTo>
                <a:lnTo>
                  <a:pt x="279505" y="1239679"/>
                </a:lnTo>
                <a:lnTo>
                  <a:pt x="280556" y="1241283"/>
                </a:lnTo>
                <a:lnTo>
                  <a:pt x="279996" y="1239657"/>
                </a:lnTo>
                <a:lnTo>
                  <a:pt x="279679" y="1239049"/>
                </a:lnTo>
                <a:close/>
                <a:moveTo>
                  <a:pt x="656248" y="390996"/>
                </a:moveTo>
                <a:lnTo>
                  <a:pt x="656146" y="391499"/>
                </a:lnTo>
                <a:lnTo>
                  <a:pt x="660620" y="397462"/>
                </a:lnTo>
                <a:lnTo>
                  <a:pt x="662371" y="398666"/>
                </a:lnTo>
                <a:lnTo>
                  <a:pt x="663162" y="395117"/>
                </a:lnTo>
                <a:lnTo>
                  <a:pt x="656377" y="391071"/>
                </a:lnTo>
                <a:close/>
                <a:moveTo>
                  <a:pt x="602640" y="511014"/>
                </a:moveTo>
                <a:lnTo>
                  <a:pt x="601152" y="521463"/>
                </a:lnTo>
                <a:lnTo>
                  <a:pt x="604318" y="513452"/>
                </a:lnTo>
                <a:lnTo>
                  <a:pt x="604306" y="512316"/>
                </a:lnTo>
                <a:close/>
                <a:moveTo>
                  <a:pt x="645286" y="415415"/>
                </a:moveTo>
                <a:lnTo>
                  <a:pt x="646228" y="423155"/>
                </a:lnTo>
                <a:lnTo>
                  <a:pt x="648499" y="425508"/>
                </a:lnTo>
                <a:lnTo>
                  <a:pt x="649783" y="419166"/>
                </a:lnTo>
                <a:close/>
                <a:moveTo>
                  <a:pt x="583986" y="552607"/>
                </a:moveTo>
                <a:lnTo>
                  <a:pt x="584278" y="553595"/>
                </a:lnTo>
                <a:lnTo>
                  <a:pt x="585138" y="553843"/>
                </a:lnTo>
                <a:lnTo>
                  <a:pt x="585239" y="553045"/>
                </a:lnTo>
                <a:close/>
                <a:moveTo>
                  <a:pt x="497068" y="747184"/>
                </a:moveTo>
                <a:lnTo>
                  <a:pt x="496960" y="747705"/>
                </a:lnTo>
                <a:lnTo>
                  <a:pt x="497090" y="748144"/>
                </a:lnTo>
                <a:lnTo>
                  <a:pt x="497389" y="748252"/>
                </a:lnTo>
                <a:close/>
                <a:moveTo>
                  <a:pt x="276237" y="1241614"/>
                </a:moveTo>
                <a:lnTo>
                  <a:pt x="276960" y="1244583"/>
                </a:lnTo>
                <a:lnTo>
                  <a:pt x="284864" y="1253775"/>
                </a:lnTo>
                <a:lnTo>
                  <a:pt x="282762" y="1247680"/>
                </a:lnTo>
                <a:close/>
                <a:moveTo>
                  <a:pt x="346989" y="1083177"/>
                </a:moveTo>
                <a:lnTo>
                  <a:pt x="347240" y="1083921"/>
                </a:lnTo>
                <a:lnTo>
                  <a:pt x="347813" y="1085140"/>
                </a:lnTo>
                <a:lnTo>
                  <a:pt x="347475" y="1083717"/>
                </a:lnTo>
                <a:lnTo>
                  <a:pt x="347334" y="1083508"/>
                </a:lnTo>
                <a:close/>
                <a:moveTo>
                  <a:pt x="313229" y="1158743"/>
                </a:moveTo>
                <a:lnTo>
                  <a:pt x="313903" y="1161600"/>
                </a:lnTo>
                <a:lnTo>
                  <a:pt x="314125" y="1161838"/>
                </a:lnTo>
                <a:lnTo>
                  <a:pt x="313951" y="1159706"/>
                </a:lnTo>
                <a:close/>
                <a:moveTo>
                  <a:pt x="616980" y="478486"/>
                </a:moveTo>
                <a:lnTo>
                  <a:pt x="616716" y="481259"/>
                </a:lnTo>
                <a:lnTo>
                  <a:pt x="617161" y="479058"/>
                </a:lnTo>
                <a:lnTo>
                  <a:pt x="617056" y="478519"/>
                </a:lnTo>
                <a:close/>
                <a:moveTo>
                  <a:pt x="582723" y="555147"/>
                </a:moveTo>
                <a:lnTo>
                  <a:pt x="582778" y="557565"/>
                </a:lnTo>
                <a:lnTo>
                  <a:pt x="582948" y="562277"/>
                </a:lnTo>
                <a:lnTo>
                  <a:pt x="584040" y="562412"/>
                </a:lnTo>
                <a:lnTo>
                  <a:pt x="584183" y="561301"/>
                </a:lnTo>
                <a:lnTo>
                  <a:pt x="584167" y="561256"/>
                </a:lnTo>
                <a:close/>
                <a:moveTo>
                  <a:pt x="312416" y="1160355"/>
                </a:moveTo>
                <a:lnTo>
                  <a:pt x="312697" y="1162643"/>
                </a:lnTo>
                <a:lnTo>
                  <a:pt x="313195" y="1163331"/>
                </a:lnTo>
                <a:lnTo>
                  <a:pt x="312519" y="1160466"/>
                </a:lnTo>
                <a:close/>
                <a:moveTo>
                  <a:pt x="673222" y="352346"/>
                </a:moveTo>
                <a:lnTo>
                  <a:pt x="669045" y="371107"/>
                </a:lnTo>
                <a:lnTo>
                  <a:pt x="672785" y="375399"/>
                </a:lnTo>
                <a:lnTo>
                  <a:pt x="673544" y="375960"/>
                </a:lnTo>
                <a:lnTo>
                  <a:pt x="673872" y="376085"/>
                </a:lnTo>
                <a:lnTo>
                  <a:pt x="673785" y="373653"/>
                </a:lnTo>
                <a:lnTo>
                  <a:pt x="674024" y="373327"/>
                </a:lnTo>
                <a:lnTo>
                  <a:pt x="674126" y="376182"/>
                </a:lnTo>
                <a:lnTo>
                  <a:pt x="692024" y="383055"/>
                </a:lnTo>
                <a:lnTo>
                  <a:pt x="692282" y="375415"/>
                </a:lnTo>
                <a:lnTo>
                  <a:pt x="677208" y="356916"/>
                </a:lnTo>
                <a:lnTo>
                  <a:pt x="674110" y="353218"/>
                </a:lnTo>
                <a:lnTo>
                  <a:pt x="673429" y="352542"/>
                </a:lnTo>
                <a:close/>
                <a:moveTo>
                  <a:pt x="302450" y="1182553"/>
                </a:moveTo>
                <a:lnTo>
                  <a:pt x="303713" y="1187699"/>
                </a:lnTo>
                <a:lnTo>
                  <a:pt x="305052" y="1190735"/>
                </a:lnTo>
                <a:lnTo>
                  <a:pt x="306804" y="1192074"/>
                </a:lnTo>
                <a:lnTo>
                  <a:pt x="306713" y="1191501"/>
                </a:lnTo>
                <a:close/>
                <a:moveTo>
                  <a:pt x="545239" y="638851"/>
                </a:moveTo>
                <a:lnTo>
                  <a:pt x="545149" y="639542"/>
                </a:lnTo>
                <a:lnTo>
                  <a:pt x="546176" y="646358"/>
                </a:lnTo>
                <a:lnTo>
                  <a:pt x="546989" y="646897"/>
                </a:lnTo>
                <a:close/>
                <a:moveTo>
                  <a:pt x="636603" y="434224"/>
                </a:moveTo>
                <a:lnTo>
                  <a:pt x="634156" y="440415"/>
                </a:lnTo>
                <a:lnTo>
                  <a:pt x="634044" y="441305"/>
                </a:lnTo>
                <a:lnTo>
                  <a:pt x="637747" y="444517"/>
                </a:lnTo>
                <a:lnTo>
                  <a:pt x="642988" y="447074"/>
                </a:lnTo>
                <a:lnTo>
                  <a:pt x="641414" y="438870"/>
                </a:lnTo>
                <a:lnTo>
                  <a:pt x="641229" y="437636"/>
                </a:lnTo>
                <a:close/>
                <a:moveTo>
                  <a:pt x="695290" y="302795"/>
                </a:moveTo>
                <a:lnTo>
                  <a:pt x="695258" y="303562"/>
                </a:lnTo>
                <a:lnTo>
                  <a:pt x="715450" y="338734"/>
                </a:lnTo>
                <a:lnTo>
                  <a:pt x="718234" y="331971"/>
                </a:lnTo>
                <a:lnTo>
                  <a:pt x="707703" y="317647"/>
                </a:lnTo>
                <a:close/>
                <a:moveTo>
                  <a:pt x="513167" y="710405"/>
                </a:moveTo>
                <a:lnTo>
                  <a:pt x="513205" y="711450"/>
                </a:lnTo>
                <a:lnTo>
                  <a:pt x="515838" y="713799"/>
                </a:lnTo>
                <a:lnTo>
                  <a:pt x="515751" y="712991"/>
                </a:lnTo>
                <a:lnTo>
                  <a:pt x="514754" y="711575"/>
                </a:lnTo>
                <a:close/>
                <a:moveTo>
                  <a:pt x="564312" y="595793"/>
                </a:moveTo>
                <a:lnTo>
                  <a:pt x="562877" y="600919"/>
                </a:lnTo>
                <a:lnTo>
                  <a:pt x="565994" y="602466"/>
                </a:lnTo>
                <a:lnTo>
                  <a:pt x="565714" y="600163"/>
                </a:lnTo>
                <a:lnTo>
                  <a:pt x="564348" y="598867"/>
                </a:lnTo>
                <a:lnTo>
                  <a:pt x="564558" y="598887"/>
                </a:lnTo>
                <a:lnTo>
                  <a:pt x="565689" y="599961"/>
                </a:lnTo>
                <a:lnTo>
                  <a:pt x="565228" y="596171"/>
                </a:lnTo>
                <a:close/>
                <a:moveTo>
                  <a:pt x="497380" y="745657"/>
                </a:moveTo>
                <a:lnTo>
                  <a:pt x="497265" y="746219"/>
                </a:lnTo>
                <a:lnTo>
                  <a:pt x="497974" y="748459"/>
                </a:lnTo>
                <a:lnTo>
                  <a:pt x="498350" y="748593"/>
                </a:lnTo>
                <a:close/>
                <a:moveTo>
                  <a:pt x="574385" y="573215"/>
                </a:moveTo>
                <a:lnTo>
                  <a:pt x="574407" y="574215"/>
                </a:lnTo>
                <a:lnTo>
                  <a:pt x="574503" y="574306"/>
                </a:lnTo>
                <a:close/>
                <a:moveTo>
                  <a:pt x="595798" y="525253"/>
                </a:moveTo>
                <a:lnTo>
                  <a:pt x="595846" y="529064"/>
                </a:lnTo>
                <a:lnTo>
                  <a:pt x="597632" y="530367"/>
                </a:lnTo>
                <a:lnTo>
                  <a:pt x="597639" y="530350"/>
                </a:lnTo>
                <a:lnTo>
                  <a:pt x="597178" y="526414"/>
                </a:lnTo>
                <a:close/>
                <a:moveTo>
                  <a:pt x="583609" y="552475"/>
                </a:moveTo>
                <a:lnTo>
                  <a:pt x="583942" y="553379"/>
                </a:lnTo>
                <a:lnTo>
                  <a:pt x="583706" y="552508"/>
                </a:lnTo>
                <a:close/>
                <a:moveTo>
                  <a:pt x="638122" y="430381"/>
                </a:moveTo>
                <a:lnTo>
                  <a:pt x="636752" y="433848"/>
                </a:lnTo>
                <a:lnTo>
                  <a:pt x="641147" y="437090"/>
                </a:lnTo>
                <a:lnTo>
                  <a:pt x="640384" y="432028"/>
                </a:lnTo>
                <a:close/>
                <a:moveTo>
                  <a:pt x="524651" y="684451"/>
                </a:moveTo>
                <a:lnTo>
                  <a:pt x="524612" y="684906"/>
                </a:lnTo>
                <a:lnTo>
                  <a:pt x="525471" y="685733"/>
                </a:lnTo>
                <a:lnTo>
                  <a:pt x="525400" y="684804"/>
                </a:lnTo>
                <a:close/>
                <a:moveTo>
                  <a:pt x="618864" y="473448"/>
                </a:moveTo>
                <a:lnTo>
                  <a:pt x="618631" y="474602"/>
                </a:lnTo>
                <a:lnTo>
                  <a:pt x="619066" y="474795"/>
                </a:lnTo>
                <a:close/>
                <a:moveTo>
                  <a:pt x="312332" y="1159674"/>
                </a:moveTo>
                <a:lnTo>
                  <a:pt x="312366" y="1159949"/>
                </a:lnTo>
                <a:lnTo>
                  <a:pt x="312407" y="1159994"/>
                </a:lnTo>
                <a:close/>
                <a:moveTo>
                  <a:pt x="639592" y="426765"/>
                </a:moveTo>
                <a:lnTo>
                  <a:pt x="638535" y="429337"/>
                </a:lnTo>
                <a:lnTo>
                  <a:pt x="638325" y="429867"/>
                </a:lnTo>
                <a:lnTo>
                  <a:pt x="640265" y="431239"/>
                </a:lnTo>
                <a:close/>
                <a:moveTo>
                  <a:pt x="507140" y="723187"/>
                </a:moveTo>
                <a:lnTo>
                  <a:pt x="508782" y="726136"/>
                </a:lnTo>
                <a:lnTo>
                  <a:pt x="508917" y="724691"/>
                </a:lnTo>
                <a:lnTo>
                  <a:pt x="508884" y="724559"/>
                </a:lnTo>
                <a:close/>
                <a:moveTo>
                  <a:pt x="524700" y="683846"/>
                </a:moveTo>
                <a:lnTo>
                  <a:pt x="524666" y="684264"/>
                </a:lnTo>
                <a:lnTo>
                  <a:pt x="525385" y="684602"/>
                </a:lnTo>
                <a:lnTo>
                  <a:pt x="525377" y="684504"/>
                </a:lnTo>
                <a:close/>
                <a:moveTo>
                  <a:pt x="327801" y="1124612"/>
                </a:moveTo>
                <a:lnTo>
                  <a:pt x="327829" y="1124842"/>
                </a:lnTo>
                <a:lnTo>
                  <a:pt x="328444" y="1125234"/>
                </a:lnTo>
                <a:lnTo>
                  <a:pt x="328288" y="1124940"/>
                </a:lnTo>
                <a:close/>
                <a:moveTo>
                  <a:pt x="564919" y="593629"/>
                </a:moveTo>
                <a:lnTo>
                  <a:pt x="564401" y="595479"/>
                </a:lnTo>
                <a:lnTo>
                  <a:pt x="565183" y="595802"/>
                </a:lnTo>
                <a:close/>
                <a:moveTo>
                  <a:pt x="286943" y="1216067"/>
                </a:moveTo>
                <a:lnTo>
                  <a:pt x="288966" y="1223084"/>
                </a:lnTo>
                <a:lnTo>
                  <a:pt x="291843" y="1226736"/>
                </a:lnTo>
                <a:lnTo>
                  <a:pt x="288159" y="1217546"/>
                </a:lnTo>
                <a:lnTo>
                  <a:pt x="288097" y="1217427"/>
                </a:lnTo>
                <a:close/>
                <a:moveTo>
                  <a:pt x="569788" y="582720"/>
                </a:moveTo>
                <a:lnTo>
                  <a:pt x="569466" y="585244"/>
                </a:lnTo>
                <a:lnTo>
                  <a:pt x="572508" y="586193"/>
                </a:lnTo>
                <a:lnTo>
                  <a:pt x="572990" y="583969"/>
                </a:lnTo>
                <a:close/>
                <a:moveTo>
                  <a:pt x="619108" y="472244"/>
                </a:moveTo>
                <a:lnTo>
                  <a:pt x="619104" y="472268"/>
                </a:lnTo>
                <a:lnTo>
                  <a:pt x="619510" y="474991"/>
                </a:lnTo>
                <a:lnTo>
                  <a:pt x="619519" y="474998"/>
                </a:lnTo>
                <a:lnTo>
                  <a:pt x="620172" y="473345"/>
                </a:lnTo>
                <a:close/>
                <a:moveTo>
                  <a:pt x="641825" y="421331"/>
                </a:moveTo>
                <a:lnTo>
                  <a:pt x="640047" y="425656"/>
                </a:lnTo>
                <a:lnTo>
                  <a:pt x="641251" y="431937"/>
                </a:lnTo>
                <a:lnTo>
                  <a:pt x="646454" y="435616"/>
                </a:lnTo>
                <a:lnTo>
                  <a:pt x="647035" y="432744"/>
                </a:lnTo>
                <a:lnTo>
                  <a:pt x="646242" y="426224"/>
                </a:lnTo>
                <a:lnTo>
                  <a:pt x="644641" y="424123"/>
                </a:lnTo>
                <a:close/>
                <a:moveTo>
                  <a:pt x="642067" y="420742"/>
                </a:moveTo>
                <a:lnTo>
                  <a:pt x="641935" y="421063"/>
                </a:lnTo>
                <a:lnTo>
                  <a:pt x="643289" y="422347"/>
                </a:lnTo>
                <a:close/>
                <a:moveTo>
                  <a:pt x="642396" y="419941"/>
                </a:moveTo>
                <a:lnTo>
                  <a:pt x="642243" y="420313"/>
                </a:lnTo>
                <a:lnTo>
                  <a:pt x="645105" y="424070"/>
                </a:lnTo>
                <a:lnTo>
                  <a:pt x="646014" y="424932"/>
                </a:lnTo>
                <a:lnTo>
                  <a:pt x="646094" y="425013"/>
                </a:lnTo>
                <a:lnTo>
                  <a:pt x="645922" y="423591"/>
                </a:lnTo>
                <a:close/>
                <a:moveTo>
                  <a:pt x="246519" y="1306370"/>
                </a:moveTo>
                <a:lnTo>
                  <a:pt x="246806" y="1306840"/>
                </a:lnTo>
                <a:lnTo>
                  <a:pt x="247354" y="1307139"/>
                </a:lnTo>
                <a:lnTo>
                  <a:pt x="247249" y="1306834"/>
                </a:lnTo>
                <a:close/>
                <a:moveTo>
                  <a:pt x="545497" y="636879"/>
                </a:moveTo>
                <a:lnTo>
                  <a:pt x="545449" y="637223"/>
                </a:lnTo>
                <a:lnTo>
                  <a:pt x="545375" y="637792"/>
                </a:lnTo>
                <a:lnTo>
                  <a:pt x="546216" y="641654"/>
                </a:lnTo>
                <a:close/>
                <a:moveTo>
                  <a:pt x="476788" y="790709"/>
                </a:moveTo>
                <a:lnTo>
                  <a:pt x="477354" y="793813"/>
                </a:lnTo>
                <a:lnTo>
                  <a:pt x="477356" y="793814"/>
                </a:lnTo>
                <a:lnTo>
                  <a:pt x="477315" y="791987"/>
                </a:lnTo>
                <a:close/>
                <a:moveTo>
                  <a:pt x="518438" y="697370"/>
                </a:moveTo>
                <a:lnTo>
                  <a:pt x="518809" y="702277"/>
                </a:lnTo>
                <a:lnTo>
                  <a:pt x="522438" y="704999"/>
                </a:lnTo>
                <a:lnTo>
                  <a:pt x="522717" y="705138"/>
                </a:lnTo>
                <a:lnTo>
                  <a:pt x="522833" y="703730"/>
                </a:lnTo>
                <a:lnTo>
                  <a:pt x="522300" y="700407"/>
                </a:lnTo>
                <a:close/>
                <a:moveTo>
                  <a:pt x="612349" y="487015"/>
                </a:moveTo>
                <a:lnTo>
                  <a:pt x="611966" y="494106"/>
                </a:lnTo>
                <a:lnTo>
                  <a:pt x="614378" y="488005"/>
                </a:lnTo>
                <a:close/>
                <a:moveTo>
                  <a:pt x="326023" y="1128086"/>
                </a:moveTo>
                <a:lnTo>
                  <a:pt x="326078" y="1128541"/>
                </a:lnTo>
                <a:lnTo>
                  <a:pt x="326399" y="1129995"/>
                </a:lnTo>
                <a:lnTo>
                  <a:pt x="326912" y="1131083"/>
                </a:lnTo>
                <a:lnTo>
                  <a:pt x="326732" y="1128895"/>
                </a:lnTo>
                <a:close/>
                <a:moveTo>
                  <a:pt x="655401" y="390506"/>
                </a:moveTo>
                <a:lnTo>
                  <a:pt x="655547" y="390699"/>
                </a:lnTo>
                <a:lnTo>
                  <a:pt x="655566" y="390601"/>
                </a:lnTo>
                <a:close/>
                <a:moveTo>
                  <a:pt x="192941" y="1426036"/>
                </a:moveTo>
                <a:lnTo>
                  <a:pt x="201597" y="1441077"/>
                </a:lnTo>
                <a:lnTo>
                  <a:pt x="209134" y="1443964"/>
                </a:lnTo>
                <a:lnTo>
                  <a:pt x="202002" y="1432580"/>
                </a:lnTo>
                <a:close/>
                <a:moveTo>
                  <a:pt x="632055" y="442742"/>
                </a:moveTo>
                <a:lnTo>
                  <a:pt x="631774" y="444708"/>
                </a:lnTo>
                <a:lnTo>
                  <a:pt x="631780" y="444712"/>
                </a:lnTo>
                <a:lnTo>
                  <a:pt x="632500" y="442959"/>
                </a:lnTo>
                <a:close/>
                <a:moveTo>
                  <a:pt x="477843" y="788016"/>
                </a:moveTo>
                <a:lnTo>
                  <a:pt x="477875" y="789474"/>
                </a:lnTo>
                <a:lnTo>
                  <a:pt x="479504" y="791498"/>
                </a:lnTo>
                <a:lnTo>
                  <a:pt x="480433" y="790140"/>
                </a:lnTo>
                <a:close/>
                <a:moveTo>
                  <a:pt x="644519" y="414775"/>
                </a:moveTo>
                <a:lnTo>
                  <a:pt x="642614" y="419412"/>
                </a:lnTo>
                <a:lnTo>
                  <a:pt x="645817" y="422729"/>
                </a:lnTo>
                <a:lnTo>
                  <a:pt x="644886" y="415081"/>
                </a:lnTo>
                <a:close/>
                <a:moveTo>
                  <a:pt x="644774" y="414154"/>
                </a:moveTo>
                <a:lnTo>
                  <a:pt x="644662" y="414427"/>
                </a:lnTo>
                <a:lnTo>
                  <a:pt x="644823" y="414560"/>
                </a:lnTo>
                <a:close/>
                <a:moveTo>
                  <a:pt x="275834" y="1239960"/>
                </a:moveTo>
                <a:lnTo>
                  <a:pt x="276083" y="1240982"/>
                </a:lnTo>
                <a:lnTo>
                  <a:pt x="282365" y="1246667"/>
                </a:lnTo>
                <a:lnTo>
                  <a:pt x="280513" y="1242562"/>
                </a:lnTo>
                <a:close/>
                <a:moveTo>
                  <a:pt x="568271" y="585097"/>
                </a:moveTo>
                <a:lnTo>
                  <a:pt x="568918" y="586974"/>
                </a:lnTo>
                <a:lnTo>
                  <a:pt x="569125" y="585355"/>
                </a:lnTo>
                <a:close/>
                <a:moveTo>
                  <a:pt x="315089" y="1152016"/>
                </a:moveTo>
                <a:lnTo>
                  <a:pt x="317618" y="1156986"/>
                </a:lnTo>
                <a:lnTo>
                  <a:pt x="317132" y="1153914"/>
                </a:lnTo>
                <a:lnTo>
                  <a:pt x="316724" y="1153308"/>
                </a:lnTo>
                <a:lnTo>
                  <a:pt x="316475" y="1153116"/>
                </a:lnTo>
                <a:close/>
                <a:moveTo>
                  <a:pt x="569975" y="581257"/>
                </a:moveTo>
                <a:lnTo>
                  <a:pt x="569860" y="582154"/>
                </a:lnTo>
                <a:lnTo>
                  <a:pt x="573146" y="583436"/>
                </a:lnTo>
                <a:lnTo>
                  <a:pt x="573349" y="583268"/>
                </a:lnTo>
                <a:close/>
                <a:moveTo>
                  <a:pt x="565719" y="590778"/>
                </a:moveTo>
                <a:lnTo>
                  <a:pt x="565349" y="592094"/>
                </a:lnTo>
                <a:lnTo>
                  <a:pt x="565833" y="596071"/>
                </a:lnTo>
                <a:lnTo>
                  <a:pt x="567657" y="596825"/>
                </a:lnTo>
                <a:lnTo>
                  <a:pt x="568304" y="591785"/>
                </a:lnTo>
                <a:close/>
                <a:moveTo>
                  <a:pt x="574345" y="571444"/>
                </a:moveTo>
                <a:lnTo>
                  <a:pt x="574354" y="571803"/>
                </a:lnTo>
                <a:lnTo>
                  <a:pt x="574637" y="574433"/>
                </a:lnTo>
                <a:lnTo>
                  <a:pt x="575713" y="575452"/>
                </a:lnTo>
                <a:lnTo>
                  <a:pt x="575155" y="572612"/>
                </a:lnTo>
                <a:close/>
                <a:moveTo>
                  <a:pt x="617288" y="475257"/>
                </a:moveTo>
                <a:lnTo>
                  <a:pt x="617115" y="477074"/>
                </a:lnTo>
                <a:lnTo>
                  <a:pt x="617208" y="477552"/>
                </a:lnTo>
                <a:lnTo>
                  <a:pt x="617445" y="477658"/>
                </a:lnTo>
                <a:lnTo>
                  <a:pt x="617878" y="475520"/>
                </a:lnTo>
                <a:close/>
                <a:moveTo>
                  <a:pt x="603267" y="506614"/>
                </a:moveTo>
                <a:lnTo>
                  <a:pt x="603143" y="507483"/>
                </a:lnTo>
                <a:lnTo>
                  <a:pt x="604264" y="508337"/>
                </a:lnTo>
                <a:lnTo>
                  <a:pt x="604257" y="507737"/>
                </a:lnTo>
                <a:close/>
                <a:moveTo>
                  <a:pt x="261336" y="1272140"/>
                </a:moveTo>
                <a:lnTo>
                  <a:pt x="262091" y="1273892"/>
                </a:lnTo>
                <a:lnTo>
                  <a:pt x="265945" y="1278517"/>
                </a:lnTo>
                <a:lnTo>
                  <a:pt x="265276" y="1276194"/>
                </a:lnTo>
                <a:close/>
                <a:moveTo>
                  <a:pt x="648376" y="405389"/>
                </a:moveTo>
                <a:lnTo>
                  <a:pt x="645051" y="413480"/>
                </a:lnTo>
                <a:lnTo>
                  <a:pt x="645223" y="414894"/>
                </a:lnTo>
                <a:lnTo>
                  <a:pt x="649864" y="418765"/>
                </a:lnTo>
                <a:lnTo>
                  <a:pt x="651923" y="408597"/>
                </a:lnTo>
                <a:close/>
                <a:moveTo>
                  <a:pt x="352684" y="1067286"/>
                </a:moveTo>
                <a:lnTo>
                  <a:pt x="353729" y="1070330"/>
                </a:lnTo>
                <a:lnTo>
                  <a:pt x="353898" y="1069615"/>
                </a:lnTo>
                <a:close/>
                <a:moveTo>
                  <a:pt x="566139" y="589279"/>
                </a:moveTo>
                <a:lnTo>
                  <a:pt x="565831" y="590377"/>
                </a:lnTo>
                <a:lnTo>
                  <a:pt x="568357" y="591363"/>
                </a:lnTo>
                <a:lnTo>
                  <a:pt x="568414" y="590915"/>
                </a:lnTo>
                <a:lnTo>
                  <a:pt x="568373" y="590797"/>
                </a:lnTo>
                <a:lnTo>
                  <a:pt x="567633" y="590181"/>
                </a:lnTo>
                <a:close/>
                <a:moveTo>
                  <a:pt x="566325" y="588613"/>
                </a:moveTo>
                <a:lnTo>
                  <a:pt x="566323" y="588619"/>
                </a:lnTo>
                <a:lnTo>
                  <a:pt x="567555" y="589647"/>
                </a:lnTo>
                <a:lnTo>
                  <a:pt x="566892" y="588847"/>
                </a:lnTo>
                <a:close/>
                <a:moveTo>
                  <a:pt x="523652" y="683981"/>
                </a:moveTo>
                <a:lnTo>
                  <a:pt x="524504" y="684802"/>
                </a:lnTo>
                <a:lnTo>
                  <a:pt x="524538" y="684398"/>
                </a:lnTo>
                <a:close/>
                <a:moveTo>
                  <a:pt x="312666" y="1156358"/>
                </a:moveTo>
                <a:lnTo>
                  <a:pt x="312872" y="1157229"/>
                </a:lnTo>
                <a:lnTo>
                  <a:pt x="313852" y="1158501"/>
                </a:lnTo>
                <a:lnTo>
                  <a:pt x="313834" y="1158279"/>
                </a:lnTo>
                <a:close/>
                <a:moveTo>
                  <a:pt x="340211" y="1094654"/>
                </a:moveTo>
                <a:lnTo>
                  <a:pt x="341135" y="1098252"/>
                </a:lnTo>
                <a:lnTo>
                  <a:pt x="342074" y="1099235"/>
                </a:lnTo>
                <a:lnTo>
                  <a:pt x="341937" y="1096430"/>
                </a:lnTo>
                <a:close/>
                <a:moveTo>
                  <a:pt x="268733" y="1254653"/>
                </a:moveTo>
                <a:lnTo>
                  <a:pt x="273336" y="1264668"/>
                </a:lnTo>
                <a:lnTo>
                  <a:pt x="274965" y="1267730"/>
                </a:lnTo>
                <a:lnTo>
                  <a:pt x="278914" y="1271489"/>
                </a:lnTo>
                <a:lnTo>
                  <a:pt x="272040" y="1256604"/>
                </a:lnTo>
                <a:close/>
                <a:moveTo>
                  <a:pt x="652709" y="394844"/>
                </a:moveTo>
                <a:lnTo>
                  <a:pt x="648713" y="404569"/>
                </a:lnTo>
                <a:lnTo>
                  <a:pt x="652157" y="407440"/>
                </a:lnTo>
                <a:lnTo>
                  <a:pt x="652310" y="406686"/>
                </a:lnTo>
                <a:close/>
                <a:moveTo>
                  <a:pt x="349744" y="1073187"/>
                </a:moveTo>
                <a:lnTo>
                  <a:pt x="350817" y="1077699"/>
                </a:lnTo>
                <a:lnTo>
                  <a:pt x="351657" y="1079094"/>
                </a:lnTo>
                <a:lnTo>
                  <a:pt x="351929" y="1077945"/>
                </a:lnTo>
                <a:lnTo>
                  <a:pt x="351767" y="1076151"/>
                </a:lnTo>
                <a:lnTo>
                  <a:pt x="350016" y="1073563"/>
                </a:lnTo>
                <a:close/>
                <a:moveTo>
                  <a:pt x="498561" y="739884"/>
                </a:moveTo>
                <a:lnTo>
                  <a:pt x="497816" y="743525"/>
                </a:lnTo>
                <a:lnTo>
                  <a:pt x="499657" y="749058"/>
                </a:lnTo>
                <a:lnTo>
                  <a:pt x="502699" y="750141"/>
                </a:lnTo>
                <a:lnTo>
                  <a:pt x="503336" y="744676"/>
                </a:lnTo>
                <a:lnTo>
                  <a:pt x="503333" y="743402"/>
                </a:lnTo>
                <a:close/>
                <a:moveTo>
                  <a:pt x="653495" y="392932"/>
                </a:moveTo>
                <a:lnTo>
                  <a:pt x="653026" y="394073"/>
                </a:lnTo>
                <a:lnTo>
                  <a:pt x="652538" y="405554"/>
                </a:lnTo>
                <a:lnTo>
                  <a:pt x="654828" y="394246"/>
                </a:lnTo>
                <a:lnTo>
                  <a:pt x="654211" y="393425"/>
                </a:lnTo>
                <a:close/>
                <a:moveTo>
                  <a:pt x="657815" y="383253"/>
                </a:moveTo>
                <a:lnTo>
                  <a:pt x="656326" y="390612"/>
                </a:lnTo>
                <a:lnTo>
                  <a:pt x="663271" y="394628"/>
                </a:lnTo>
                <a:lnTo>
                  <a:pt x="664893" y="387342"/>
                </a:lnTo>
                <a:close/>
                <a:moveTo>
                  <a:pt x="632433" y="440086"/>
                </a:moveTo>
                <a:lnTo>
                  <a:pt x="632188" y="441807"/>
                </a:lnTo>
                <a:lnTo>
                  <a:pt x="632843" y="442126"/>
                </a:lnTo>
                <a:lnTo>
                  <a:pt x="633348" y="440898"/>
                </a:lnTo>
                <a:lnTo>
                  <a:pt x="632560" y="440195"/>
                </a:lnTo>
                <a:close/>
                <a:moveTo>
                  <a:pt x="653618" y="392633"/>
                </a:moveTo>
                <a:lnTo>
                  <a:pt x="653611" y="392649"/>
                </a:lnTo>
                <a:lnTo>
                  <a:pt x="653650" y="392675"/>
                </a:lnTo>
                <a:close/>
                <a:moveTo>
                  <a:pt x="180705" y="1451565"/>
                </a:moveTo>
                <a:lnTo>
                  <a:pt x="184757" y="1456538"/>
                </a:lnTo>
                <a:lnTo>
                  <a:pt x="186148" y="1457852"/>
                </a:lnTo>
                <a:lnTo>
                  <a:pt x="181850" y="1452202"/>
                </a:lnTo>
                <a:close/>
                <a:moveTo>
                  <a:pt x="657929" y="382689"/>
                </a:moveTo>
                <a:lnTo>
                  <a:pt x="657849" y="383086"/>
                </a:lnTo>
                <a:lnTo>
                  <a:pt x="664930" y="387177"/>
                </a:lnTo>
                <a:lnTo>
                  <a:pt x="664992" y="386898"/>
                </a:lnTo>
                <a:close/>
                <a:moveTo>
                  <a:pt x="281723" y="1225070"/>
                </a:moveTo>
                <a:lnTo>
                  <a:pt x="284458" y="1230317"/>
                </a:lnTo>
                <a:lnTo>
                  <a:pt x="289280" y="1235451"/>
                </a:lnTo>
                <a:lnTo>
                  <a:pt x="290672" y="1236353"/>
                </a:lnTo>
                <a:lnTo>
                  <a:pt x="285282" y="1228872"/>
                </a:lnTo>
                <a:lnTo>
                  <a:pt x="284681" y="1227965"/>
                </a:lnTo>
                <a:close/>
                <a:moveTo>
                  <a:pt x="544906" y="635634"/>
                </a:moveTo>
                <a:lnTo>
                  <a:pt x="545202" y="636993"/>
                </a:lnTo>
                <a:lnTo>
                  <a:pt x="545310" y="636215"/>
                </a:lnTo>
                <a:lnTo>
                  <a:pt x="544944" y="635651"/>
                </a:lnTo>
                <a:close/>
                <a:moveTo>
                  <a:pt x="525973" y="678022"/>
                </a:moveTo>
                <a:lnTo>
                  <a:pt x="526387" y="680592"/>
                </a:lnTo>
                <a:lnTo>
                  <a:pt x="527581" y="681184"/>
                </a:lnTo>
                <a:close/>
                <a:moveTo>
                  <a:pt x="345618" y="1081857"/>
                </a:moveTo>
                <a:lnTo>
                  <a:pt x="346232" y="1082869"/>
                </a:lnTo>
                <a:lnTo>
                  <a:pt x="346098" y="1082319"/>
                </a:lnTo>
                <a:close/>
                <a:moveTo>
                  <a:pt x="325788" y="1126168"/>
                </a:moveTo>
                <a:lnTo>
                  <a:pt x="325847" y="1126648"/>
                </a:lnTo>
                <a:lnTo>
                  <a:pt x="326621" y="1127530"/>
                </a:lnTo>
                <a:lnTo>
                  <a:pt x="326578" y="1126998"/>
                </a:lnTo>
                <a:close/>
                <a:moveTo>
                  <a:pt x="525026" y="679907"/>
                </a:moveTo>
                <a:lnTo>
                  <a:pt x="525025" y="679918"/>
                </a:lnTo>
                <a:lnTo>
                  <a:pt x="525027" y="679919"/>
                </a:lnTo>
                <a:close/>
                <a:moveTo>
                  <a:pt x="544610" y="635962"/>
                </a:moveTo>
                <a:lnTo>
                  <a:pt x="544992" y="638497"/>
                </a:lnTo>
                <a:lnTo>
                  <a:pt x="545058" y="638022"/>
                </a:lnTo>
                <a:close/>
                <a:moveTo>
                  <a:pt x="286393" y="1214156"/>
                </a:moveTo>
                <a:lnTo>
                  <a:pt x="286787" y="1215522"/>
                </a:lnTo>
                <a:lnTo>
                  <a:pt x="287611" y="1216493"/>
                </a:lnTo>
                <a:close/>
                <a:moveTo>
                  <a:pt x="562818" y="595175"/>
                </a:moveTo>
                <a:lnTo>
                  <a:pt x="561296" y="600135"/>
                </a:lnTo>
                <a:lnTo>
                  <a:pt x="561819" y="600395"/>
                </a:lnTo>
                <a:lnTo>
                  <a:pt x="563427" y="595426"/>
                </a:lnTo>
                <a:close/>
                <a:moveTo>
                  <a:pt x="482552" y="774669"/>
                </a:moveTo>
                <a:lnTo>
                  <a:pt x="482937" y="779589"/>
                </a:lnTo>
                <a:lnTo>
                  <a:pt x="484364" y="780180"/>
                </a:lnTo>
                <a:lnTo>
                  <a:pt x="484886" y="776570"/>
                </a:lnTo>
                <a:lnTo>
                  <a:pt x="485033" y="775638"/>
                </a:lnTo>
                <a:close/>
                <a:moveTo>
                  <a:pt x="635078" y="433098"/>
                </a:moveTo>
                <a:lnTo>
                  <a:pt x="634426" y="438273"/>
                </a:lnTo>
                <a:lnTo>
                  <a:pt x="636209" y="433933"/>
                </a:lnTo>
                <a:close/>
                <a:moveTo>
                  <a:pt x="344461" y="1083837"/>
                </a:moveTo>
                <a:lnTo>
                  <a:pt x="344671" y="1088119"/>
                </a:lnTo>
                <a:lnTo>
                  <a:pt x="347024" y="1091358"/>
                </a:lnTo>
                <a:lnTo>
                  <a:pt x="345355" y="1085309"/>
                </a:lnTo>
                <a:close/>
                <a:moveTo>
                  <a:pt x="653086" y="392651"/>
                </a:moveTo>
                <a:lnTo>
                  <a:pt x="653076" y="392888"/>
                </a:lnTo>
                <a:lnTo>
                  <a:pt x="653154" y="392698"/>
                </a:lnTo>
                <a:close/>
                <a:moveTo>
                  <a:pt x="476818" y="787177"/>
                </a:moveTo>
                <a:lnTo>
                  <a:pt x="477228" y="788118"/>
                </a:lnTo>
                <a:lnTo>
                  <a:pt x="477215" y="787502"/>
                </a:lnTo>
                <a:close/>
                <a:moveTo>
                  <a:pt x="568363" y="582164"/>
                </a:moveTo>
                <a:lnTo>
                  <a:pt x="567828" y="583816"/>
                </a:lnTo>
                <a:lnTo>
                  <a:pt x="568183" y="584843"/>
                </a:lnTo>
                <a:lnTo>
                  <a:pt x="569153" y="585145"/>
                </a:lnTo>
                <a:lnTo>
                  <a:pt x="569478" y="582599"/>
                </a:lnTo>
                <a:close/>
                <a:moveTo>
                  <a:pt x="527104" y="674487"/>
                </a:moveTo>
                <a:lnTo>
                  <a:pt x="529875" y="681019"/>
                </a:lnTo>
                <a:lnTo>
                  <a:pt x="530212" y="681623"/>
                </a:lnTo>
                <a:lnTo>
                  <a:pt x="531988" y="681788"/>
                </a:lnTo>
                <a:lnTo>
                  <a:pt x="530863" y="675446"/>
                </a:lnTo>
                <a:close/>
                <a:moveTo>
                  <a:pt x="346044" y="1079746"/>
                </a:moveTo>
                <a:lnTo>
                  <a:pt x="346327" y="1080910"/>
                </a:lnTo>
                <a:lnTo>
                  <a:pt x="347067" y="1082003"/>
                </a:lnTo>
                <a:lnTo>
                  <a:pt x="346754" y="1080689"/>
                </a:lnTo>
                <a:close/>
                <a:moveTo>
                  <a:pt x="230404" y="1338679"/>
                </a:moveTo>
                <a:lnTo>
                  <a:pt x="234367" y="1345004"/>
                </a:lnTo>
                <a:lnTo>
                  <a:pt x="241921" y="1352080"/>
                </a:lnTo>
                <a:lnTo>
                  <a:pt x="244640" y="1354578"/>
                </a:lnTo>
                <a:close/>
                <a:moveTo>
                  <a:pt x="211965" y="1379860"/>
                </a:moveTo>
                <a:lnTo>
                  <a:pt x="218962" y="1390390"/>
                </a:lnTo>
                <a:lnTo>
                  <a:pt x="225732" y="1395454"/>
                </a:lnTo>
                <a:lnTo>
                  <a:pt x="224077" y="1391698"/>
                </a:lnTo>
                <a:lnTo>
                  <a:pt x="223383" y="1389881"/>
                </a:lnTo>
                <a:close/>
                <a:moveTo>
                  <a:pt x="693778" y="300986"/>
                </a:moveTo>
                <a:lnTo>
                  <a:pt x="695019" y="303147"/>
                </a:lnTo>
                <a:lnTo>
                  <a:pt x="695054" y="302513"/>
                </a:lnTo>
                <a:close/>
                <a:moveTo>
                  <a:pt x="472026" y="797529"/>
                </a:moveTo>
                <a:lnTo>
                  <a:pt x="471961" y="797729"/>
                </a:lnTo>
                <a:lnTo>
                  <a:pt x="472103" y="797947"/>
                </a:lnTo>
                <a:close/>
                <a:moveTo>
                  <a:pt x="653116" y="391964"/>
                </a:moveTo>
                <a:lnTo>
                  <a:pt x="653102" y="392299"/>
                </a:lnTo>
                <a:lnTo>
                  <a:pt x="653270" y="392416"/>
                </a:lnTo>
                <a:lnTo>
                  <a:pt x="653336" y="392257"/>
                </a:lnTo>
                <a:close/>
                <a:moveTo>
                  <a:pt x="568870" y="580596"/>
                </a:moveTo>
                <a:lnTo>
                  <a:pt x="568534" y="581637"/>
                </a:lnTo>
                <a:lnTo>
                  <a:pt x="569550" y="582033"/>
                </a:lnTo>
                <a:lnTo>
                  <a:pt x="569673" y="581076"/>
                </a:lnTo>
                <a:close/>
                <a:moveTo>
                  <a:pt x="240902" y="1314891"/>
                </a:moveTo>
                <a:lnTo>
                  <a:pt x="245919" y="1324230"/>
                </a:lnTo>
                <a:lnTo>
                  <a:pt x="246715" y="1324666"/>
                </a:lnTo>
                <a:lnTo>
                  <a:pt x="244184" y="1317310"/>
                </a:lnTo>
                <a:close/>
                <a:moveTo>
                  <a:pt x="242885" y="1310418"/>
                </a:moveTo>
                <a:lnTo>
                  <a:pt x="245350" y="1316749"/>
                </a:lnTo>
                <a:lnTo>
                  <a:pt x="248609" y="1320072"/>
                </a:lnTo>
                <a:lnTo>
                  <a:pt x="243784" y="1312166"/>
                </a:lnTo>
                <a:close/>
                <a:moveTo>
                  <a:pt x="313834" y="1151430"/>
                </a:moveTo>
                <a:lnTo>
                  <a:pt x="314411" y="1158510"/>
                </a:lnTo>
                <a:lnTo>
                  <a:pt x="316811" y="1162341"/>
                </a:lnTo>
                <a:lnTo>
                  <a:pt x="318890" y="1165039"/>
                </a:lnTo>
                <a:lnTo>
                  <a:pt x="318049" y="1159716"/>
                </a:lnTo>
                <a:close/>
                <a:moveTo>
                  <a:pt x="617712" y="470798"/>
                </a:moveTo>
                <a:lnTo>
                  <a:pt x="617402" y="474055"/>
                </a:lnTo>
                <a:lnTo>
                  <a:pt x="618110" y="474371"/>
                </a:lnTo>
                <a:lnTo>
                  <a:pt x="618624" y="471835"/>
                </a:lnTo>
                <a:lnTo>
                  <a:pt x="618608" y="471724"/>
                </a:lnTo>
                <a:close/>
                <a:moveTo>
                  <a:pt x="564336" y="590238"/>
                </a:moveTo>
                <a:lnTo>
                  <a:pt x="562915" y="594864"/>
                </a:lnTo>
                <a:lnTo>
                  <a:pt x="563527" y="595117"/>
                </a:lnTo>
                <a:lnTo>
                  <a:pt x="564677" y="591563"/>
                </a:lnTo>
                <a:lnTo>
                  <a:pt x="564543" y="590318"/>
                </a:lnTo>
                <a:close/>
                <a:moveTo>
                  <a:pt x="349480" y="1071280"/>
                </a:moveTo>
                <a:lnTo>
                  <a:pt x="351611" y="1074431"/>
                </a:lnTo>
                <a:lnTo>
                  <a:pt x="351467" y="1072829"/>
                </a:lnTo>
                <a:close/>
                <a:moveTo>
                  <a:pt x="564483" y="589757"/>
                </a:moveTo>
                <a:lnTo>
                  <a:pt x="564457" y="589840"/>
                </a:lnTo>
                <a:lnTo>
                  <a:pt x="564493" y="589856"/>
                </a:lnTo>
                <a:close/>
                <a:moveTo>
                  <a:pt x="225281" y="1349215"/>
                </a:moveTo>
                <a:lnTo>
                  <a:pt x="226992" y="1350682"/>
                </a:lnTo>
                <a:lnTo>
                  <a:pt x="226765" y="1350089"/>
                </a:lnTo>
                <a:close/>
                <a:moveTo>
                  <a:pt x="564916" y="588539"/>
                </a:moveTo>
                <a:lnTo>
                  <a:pt x="565105" y="590094"/>
                </a:lnTo>
                <a:lnTo>
                  <a:pt x="565147" y="590110"/>
                </a:lnTo>
                <a:lnTo>
                  <a:pt x="565534" y="588913"/>
                </a:lnTo>
                <a:close/>
                <a:moveTo>
                  <a:pt x="582778" y="548513"/>
                </a:moveTo>
                <a:lnTo>
                  <a:pt x="583372" y="550522"/>
                </a:lnTo>
                <a:lnTo>
                  <a:pt x="585468" y="551255"/>
                </a:lnTo>
                <a:lnTo>
                  <a:pt x="585523" y="550820"/>
                </a:lnTo>
                <a:close/>
                <a:moveTo>
                  <a:pt x="267675" y="1254029"/>
                </a:moveTo>
                <a:lnTo>
                  <a:pt x="268957" y="1256439"/>
                </a:lnTo>
                <a:lnTo>
                  <a:pt x="267964" y="1254200"/>
                </a:lnTo>
                <a:close/>
                <a:moveTo>
                  <a:pt x="499701" y="734306"/>
                </a:moveTo>
                <a:lnTo>
                  <a:pt x="499561" y="734992"/>
                </a:lnTo>
                <a:lnTo>
                  <a:pt x="499658" y="735064"/>
                </a:lnTo>
                <a:lnTo>
                  <a:pt x="500422" y="735331"/>
                </a:lnTo>
                <a:close/>
                <a:moveTo>
                  <a:pt x="565003" y="588066"/>
                </a:moveTo>
                <a:lnTo>
                  <a:pt x="564961" y="588203"/>
                </a:lnTo>
                <a:lnTo>
                  <a:pt x="565637" y="588599"/>
                </a:lnTo>
                <a:lnTo>
                  <a:pt x="565657" y="588533"/>
                </a:lnTo>
                <a:lnTo>
                  <a:pt x="565189" y="588142"/>
                </a:lnTo>
                <a:close/>
                <a:moveTo>
                  <a:pt x="570300" y="576180"/>
                </a:moveTo>
                <a:lnTo>
                  <a:pt x="568973" y="580279"/>
                </a:lnTo>
                <a:lnTo>
                  <a:pt x="569719" y="580724"/>
                </a:lnTo>
                <a:close/>
                <a:moveTo>
                  <a:pt x="294816" y="1192907"/>
                </a:moveTo>
                <a:lnTo>
                  <a:pt x="298073" y="1203326"/>
                </a:lnTo>
                <a:lnTo>
                  <a:pt x="301619" y="1205219"/>
                </a:lnTo>
                <a:lnTo>
                  <a:pt x="299983" y="1198898"/>
                </a:lnTo>
                <a:lnTo>
                  <a:pt x="299440" y="1196234"/>
                </a:lnTo>
                <a:close/>
                <a:moveTo>
                  <a:pt x="482408" y="772837"/>
                </a:moveTo>
                <a:lnTo>
                  <a:pt x="482516" y="774212"/>
                </a:lnTo>
                <a:lnTo>
                  <a:pt x="484579" y="775017"/>
                </a:lnTo>
                <a:close/>
                <a:moveTo>
                  <a:pt x="570796" y="574841"/>
                </a:moveTo>
                <a:lnTo>
                  <a:pt x="570022" y="580904"/>
                </a:lnTo>
                <a:lnTo>
                  <a:pt x="571239" y="581630"/>
                </a:lnTo>
                <a:lnTo>
                  <a:pt x="574252" y="583374"/>
                </a:lnTo>
                <a:lnTo>
                  <a:pt x="574132" y="578003"/>
                </a:lnTo>
                <a:close/>
                <a:moveTo>
                  <a:pt x="246098" y="1301857"/>
                </a:moveTo>
                <a:lnTo>
                  <a:pt x="247284" y="1305302"/>
                </a:lnTo>
                <a:lnTo>
                  <a:pt x="254792" y="1310082"/>
                </a:lnTo>
                <a:lnTo>
                  <a:pt x="249355" y="1303891"/>
                </a:lnTo>
                <a:close/>
                <a:moveTo>
                  <a:pt x="565332" y="586997"/>
                </a:moveTo>
                <a:lnTo>
                  <a:pt x="565137" y="587631"/>
                </a:lnTo>
                <a:lnTo>
                  <a:pt x="565185" y="587671"/>
                </a:lnTo>
                <a:lnTo>
                  <a:pt x="565847" y="587946"/>
                </a:lnTo>
                <a:lnTo>
                  <a:pt x="565931" y="587687"/>
                </a:lnTo>
                <a:lnTo>
                  <a:pt x="565456" y="587115"/>
                </a:lnTo>
                <a:close/>
                <a:moveTo>
                  <a:pt x="248153" y="1297220"/>
                </a:moveTo>
                <a:lnTo>
                  <a:pt x="249319" y="1298382"/>
                </a:lnTo>
                <a:lnTo>
                  <a:pt x="248739" y="1297721"/>
                </a:lnTo>
                <a:lnTo>
                  <a:pt x="248372" y="1297359"/>
                </a:lnTo>
                <a:close/>
                <a:moveTo>
                  <a:pt x="522506" y="682877"/>
                </a:moveTo>
                <a:lnTo>
                  <a:pt x="523257" y="683601"/>
                </a:lnTo>
                <a:lnTo>
                  <a:pt x="524553" y="684210"/>
                </a:lnTo>
                <a:lnTo>
                  <a:pt x="524591" y="683741"/>
                </a:lnTo>
                <a:lnTo>
                  <a:pt x="523830" y="683000"/>
                </a:lnTo>
                <a:close/>
                <a:moveTo>
                  <a:pt x="260358" y="1269871"/>
                </a:moveTo>
                <a:lnTo>
                  <a:pt x="260803" y="1270904"/>
                </a:lnTo>
                <a:lnTo>
                  <a:pt x="264994" y="1275215"/>
                </a:lnTo>
                <a:lnTo>
                  <a:pt x="264761" y="1274408"/>
                </a:lnTo>
                <a:lnTo>
                  <a:pt x="261641" y="1270587"/>
                </a:lnTo>
                <a:close/>
                <a:moveTo>
                  <a:pt x="595717" y="518895"/>
                </a:moveTo>
                <a:lnTo>
                  <a:pt x="595787" y="524451"/>
                </a:lnTo>
                <a:lnTo>
                  <a:pt x="597076" y="525540"/>
                </a:lnTo>
                <a:lnTo>
                  <a:pt x="596867" y="523756"/>
                </a:lnTo>
                <a:close/>
                <a:moveTo>
                  <a:pt x="582567" y="548335"/>
                </a:moveTo>
                <a:lnTo>
                  <a:pt x="582574" y="548669"/>
                </a:lnTo>
                <a:lnTo>
                  <a:pt x="582981" y="550386"/>
                </a:lnTo>
                <a:lnTo>
                  <a:pt x="583145" y="550443"/>
                </a:lnTo>
                <a:lnTo>
                  <a:pt x="582574" y="548341"/>
                </a:lnTo>
                <a:close/>
                <a:moveTo>
                  <a:pt x="561742" y="594729"/>
                </a:moveTo>
                <a:lnTo>
                  <a:pt x="561026" y="600002"/>
                </a:lnTo>
                <a:lnTo>
                  <a:pt x="561068" y="600023"/>
                </a:lnTo>
                <a:lnTo>
                  <a:pt x="562587" y="595078"/>
                </a:lnTo>
                <a:close/>
                <a:moveTo>
                  <a:pt x="341183" y="1088598"/>
                </a:moveTo>
                <a:lnTo>
                  <a:pt x="341631" y="1090154"/>
                </a:lnTo>
                <a:lnTo>
                  <a:pt x="341585" y="1089243"/>
                </a:lnTo>
                <a:lnTo>
                  <a:pt x="341470" y="1088899"/>
                </a:lnTo>
                <a:close/>
                <a:moveTo>
                  <a:pt x="315298" y="1146420"/>
                </a:moveTo>
                <a:lnTo>
                  <a:pt x="316132" y="1147587"/>
                </a:lnTo>
                <a:lnTo>
                  <a:pt x="316112" y="1147460"/>
                </a:lnTo>
                <a:lnTo>
                  <a:pt x="315836" y="1146945"/>
                </a:lnTo>
                <a:close/>
                <a:moveTo>
                  <a:pt x="504984" y="721494"/>
                </a:moveTo>
                <a:lnTo>
                  <a:pt x="505876" y="722825"/>
                </a:lnTo>
                <a:lnTo>
                  <a:pt x="505891" y="722691"/>
                </a:lnTo>
                <a:lnTo>
                  <a:pt x="505411" y="721828"/>
                </a:lnTo>
                <a:close/>
                <a:moveTo>
                  <a:pt x="538762" y="645700"/>
                </a:moveTo>
                <a:lnTo>
                  <a:pt x="538865" y="651134"/>
                </a:lnTo>
                <a:lnTo>
                  <a:pt x="540103" y="652846"/>
                </a:lnTo>
                <a:lnTo>
                  <a:pt x="542742" y="654595"/>
                </a:lnTo>
                <a:lnTo>
                  <a:pt x="543325" y="650426"/>
                </a:lnTo>
                <a:close/>
                <a:moveTo>
                  <a:pt x="566115" y="584444"/>
                </a:moveTo>
                <a:lnTo>
                  <a:pt x="566050" y="584658"/>
                </a:lnTo>
                <a:lnTo>
                  <a:pt x="566351" y="584944"/>
                </a:lnTo>
                <a:lnTo>
                  <a:pt x="566186" y="584465"/>
                </a:lnTo>
                <a:close/>
                <a:moveTo>
                  <a:pt x="351431" y="1065121"/>
                </a:moveTo>
                <a:lnTo>
                  <a:pt x="351928" y="1070639"/>
                </a:lnTo>
                <a:lnTo>
                  <a:pt x="353247" y="1072366"/>
                </a:lnTo>
                <a:lnTo>
                  <a:pt x="353489" y="1071343"/>
                </a:lnTo>
                <a:lnTo>
                  <a:pt x="353117" y="1070260"/>
                </a:lnTo>
                <a:close/>
                <a:moveTo>
                  <a:pt x="635681" y="428606"/>
                </a:moveTo>
                <a:lnTo>
                  <a:pt x="635305" y="431299"/>
                </a:lnTo>
                <a:lnTo>
                  <a:pt x="635134" y="432655"/>
                </a:lnTo>
                <a:lnTo>
                  <a:pt x="636362" y="433560"/>
                </a:lnTo>
                <a:lnTo>
                  <a:pt x="637773" y="430128"/>
                </a:lnTo>
                <a:close/>
                <a:moveTo>
                  <a:pt x="294618" y="1192273"/>
                </a:moveTo>
                <a:lnTo>
                  <a:pt x="294677" y="1192461"/>
                </a:lnTo>
                <a:lnTo>
                  <a:pt x="298142" y="1194955"/>
                </a:lnTo>
                <a:close/>
                <a:moveTo>
                  <a:pt x="587964" y="535157"/>
                </a:moveTo>
                <a:lnTo>
                  <a:pt x="586434" y="547118"/>
                </a:lnTo>
                <a:lnTo>
                  <a:pt x="588040" y="552156"/>
                </a:lnTo>
                <a:lnTo>
                  <a:pt x="588901" y="552456"/>
                </a:lnTo>
                <a:lnTo>
                  <a:pt x="593332" y="541247"/>
                </a:lnTo>
                <a:close/>
                <a:moveTo>
                  <a:pt x="640332" y="417802"/>
                </a:moveTo>
                <a:lnTo>
                  <a:pt x="641960" y="419941"/>
                </a:lnTo>
                <a:lnTo>
                  <a:pt x="642090" y="419623"/>
                </a:lnTo>
                <a:close/>
                <a:moveTo>
                  <a:pt x="325397" y="1122988"/>
                </a:moveTo>
                <a:lnTo>
                  <a:pt x="325438" y="1123319"/>
                </a:lnTo>
                <a:lnTo>
                  <a:pt x="326323" y="1123883"/>
                </a:lnTo>
                <a:lnTo>
                  <a:pt x="326300" y="1123598"/>
                </a:lnTo>
                <a:close/>
                <a:moveTo>
                  <a:pt x="618008" y="467701"/>
                </a:moveTo>
                <a:lnTo>
                  <a:pt x="617761" y="470286"/>
                </a:lnTo>
                <a:lnTo>
                  <a:pt x="618509" y="471060"/>
                </a:lnTo>
                <a:close/>
                <a:moveTo>
                  <a:pt x="479230" y="778406"/>
                </a:moveTo>
                <a:lnTo>
                  <a:pt x="479911" y="779751"/>
                </a:lnTo>
                <a:lnTo>
                  <a:pt x="479862" y="778794"/>
                </a:lnTo>
                <a:lnTo>
                  <a:pt x="479816" y="778650"/>
                </a:lnTo>
                <a:close/>
                <a:moveTo>
                  <a:pt x="567086" y="581665"/>
                </a:moveTo>
                <a:lnTo>
                  <a:pt x="567496" y="582852"/>
                </a:lnTo>
                <a:lnTo>
                  <a:pt x="567791" y="581940"/>
                </a:lnTo>
                <a:close/>
                <a:moveTo>
                  <a:pt x="525564" y="674600"/>
                </a:moveTo>
                <a:lnTo>
                  <a:pt x="525691" y="676261"/>
                </a:lnTo>
                <a:lnTo>
                  <a:pt x="525789" y="676870"/>
                </a:lnTo>
                <a:lnTo>
                  <a:pt x="528105" y="681427"/>
                </a:lnTo>
                <a:lnTo>
                  <a:pt x="528475" y="681460"/>
                </a:lnTo>
                <a:close/>
                <a:moveTo>
                  <a:pt x="273550" y="1238690"/>
                </a:moveTo>
                <a:lnTo>
                  <a:pt x="275348" y="1240317"/>
                </a:lnTo>
                <a:lnTo>
                  <a:pt x="275196" y="1239694"/>
                </a:lnTo>
                <a:lnTo>
                  <a:pt x="275173" y="1239593"/>
                </a:lnTo>
                <a:close/>
                <a:moveTo>
                  <a:pt x="572633" y="568971"/>
                </a:moveTo>
                <a:lnTo>
                  <a:pt x="571751" y="571697"/>
                </a:lnTo>
                <a:lnTo>
                  <a:pt x="574040" y="573867"/>
                </a:lnTo>
                <a:lnTo>
                  <a:pt x="573974" y="570906"/>
                </a:lnTo>
                <a:close/>
                <a:moveTo>
                  <a:pt x="217007" y="1365224"/>
                </a:moveTo>
                <a:lnTo>
                  <a:pt x="219049" y="1369860"/>
                </a:lnTo>
                <a:lnTo>
                  <a:pt x="234680" y="1385006"/>
                </a:lnTo>
                <a:lnTo>
                  <a:pt x="238700" y="1387936"/>
                </a:lnTo>
                <a:lnTo>
                  <a:pt x="242119" y="1389443"/>
                </a:lnTo>
                <a:lnTo>
                  <a:pt x="239685" y="1383923"/>
                </a:lnTo>
                <a:lnTo>
                  <a:pt x="239114" y="1382425"/>
                </a:lnTo>
                <a:lnTo>
                  <a:pt x="236764" y="1380637"/>
                </a:lnTo>
                <a:lnTo>
                  <a:pt x="236705" y="1380408"/>
                </a:lnTo>
                <a:lnTo>
                  <a:pt x="239014" y="1382166"/>
                </a:lnTo>
                <a:lnTo>
                  <a:pt x="238289" y="1380265"/>
                </a:lnTo>
                <a:lnTo>
                  <a:pt x="225243" y="1371150"/>
                </a:lnTo>
                <a:close/>
                <a:moveTo>
                  <a:pt x="565688" y="584316"/>
                </a:moveTo>
                <a:lnTo>
                  <a:pt x="565847" y="584465"/>
                </a:lnTo>
                <a:lnTo>
                  <a:pt x="565876" y="584372"/>
                </a:lnTo>
                <a:close/>
                <a:moveTo>
                  <a:pt x="313608" y="1148683"/>
                </a:moveTo>
                <a:lnTo>
                  <a:pt x="313649" y="1149187"/>
                </a:lnTo>
                <a:lnTo>
                  <a:pt x="314459" y="1150780"/>
                </a:lnTo>
                <a:lnTo>
                  <a:pt x="315628" y="1151681"/>
                </a:lnTo>
                <a:close/>
                <a:moveTo>
                  <a:pt x="633586" y="431997"/>
                </a:moveTo>
                <a:lnTo>
                  <a:pt x="632456" y="439927"/>
                </a:lnTo>
                <a:lnTo>
                  <a:pt x="633407" y="440752"/>
                </a:lnTo>
                <a:lnTo>
                  <a:pt x="633951" y="439428"/>
                </a:lnTo>
                <a:lnTo>
                  <a:pt x="634858" y="432937"/>
                </a:lnTo>
                <a:close/>
                <a:moveTo>
                  <a:pt x="564060" y="587675"/>
                </a:moveTo>
                <a:lnTo>
                  <a:pt x="564271" y="587799"/>
                </a:lnTo>
                <a:lnTo>
                  <a:pt x="564267" y="587761"/>
                </a:lnTo>
                <a:close/>
                <a:moveTo>
                  <a:pt x="564650" y="586351"/>
                </a:moveTo>
                <a:lnTo>
                  <a:pt x="564768" y="587323"/>
                </a:lnTo>
                <a:lnTo>
                  <a:pt x="564928" y="587456"/>
                </a:lnTo>
                <a:lnTo>
                  <a:pt x="565128" y="586804"/>
                </a:lnTo>
                <a:close/>
                <a:moveTo>
                  <a:pt x="275558" y="1233660"/>
                </a:moveTo>
                <a:lnTo>
                  <a:pt x="278567" y="1238250"/>
                </a:lnTo>
                <a:lnTo>
                  <a:pt x="277528" y="1235945"/>
                </a:lnTo>
                <a:lnTo>
                  <a:pt x="276185" y="1234008"/>
                </a:lnTo>
                <a:close/>
                <a:moveTo>
                  <a:pt x="613488" y="476926"/>
                </a:moveTo>
                <a:lnTo>
                  <a:pt x="615069" y="485169"/>
                </a:lnTo>
                <a:lnTo>
                  <a:pt x="615293" y="482809"/>
                </a:lnTo>
                <a:lnTo>
                  <a:pt x="615944" y="478023"/>
                </a:lnTo>
                <a:close/>
                <a:moveTo>
                  <a:pt x="567539" y="579811"/>
                </a:moveTo>
                <a:lnTo>
                  <a:pt x="567146" y="581095"/>
                </a:lnTo>
                <a:lnTo>
                  <a:pt x="567962" y="581413"/>
                </a:lnTo>
                <a:lnTo>
                  <a:pt x="568331" y="580274"/>
                </a:lnTo>
                <a:lnTo>
                  <a:pt x="568029" y="580094"/>
                </a:lnTo>
                <a:close/>
                <a:moveTo>
                  <a:pt x="553164" y="611965"/>
                </a:moveTo>
                <a:lnTo>
                  <a:pt x="553040" y="612756"/>
                </a:lnTo>
                <a:lnTo>
                  <a:pt x="553850" y="618402"/>
                </a:lnTo>
                <a:lnTo>
                  <a:pt x="553851" y="612257"/>
                </a:lnTo>
                <a:close/>
                <a:moveTo>
                  <a:pt x="301659" y="1175016"/>
                </a:moveTo>
                <a:lnTo>
                  <a:pt x="304676" y="1178601"/>
                </a:lnTo>
                <a:lnTo>
                  <a:pt x="304256" y="1175948"/>
                </a:lnTo>
                <a:close/>
                <a:moveTo>
                  <a:pt x="509214" y="710068"/>
                </a:moveTo>
                <a:lnTo>
                  <a:pt x="509526" y="712581"/>
                </a:lnTo>
                <a:lnTo>
                  <a:pt x="509597" y="710409"/>
                </a:lnTo>
                <a:close/>
                <a:moveTo>
                  <a:pt x="477091" y="781983"/>
                </a:moveTo>
                <a:lnTo>
                  <a:pt x="477052" y="782103"/>
                </a:lnTo>
                <a:lnTo>
                  <a:pt x="477095" y="782138"/>
                </a:lnTo>
                <a:close/>
                <a:moveTo>
                  <a:pt x="553313" y="611007"/>
                </a:moveTo>
                <a:lnTo>
                  <a:pt x="553238" y="611493"/>
                </a:lnTo>
                <a:lnTo>
                  <a:pt x="553851" y="611744"/>
                </a:lnTo>
                <a:lnTo>
                  <a:pt x="553851" y="611236"/>
                </a:lnTo>
                <a:close/>
                <a:moveTo>
                  <a:pt x="492158" y="747945"/>
                </a:moveTo>
                <a:lnTo>
                  <a:pt x="492156" y="747993"/>
                </a:lnTo>
                <a:lnTo>
                  <a:pt x="492182" y="748101"/>
                </a:lnTo>
                <a:lnTo>
                  <a:pt x="492219" y="747967"/>
                </a:lnTo>
                <a:close/>
                <a:moveTo>
                  <a:pt x="622283" y="456558"/>
                </a:moveTo>
                <a:lnTo>
                  <a:pt x="619201" y="471778"/>
                </a:lnTo>
                <a:lnTo>
                  <a:pt x="620330" y="472947"/>
                </a:lnTo>
                <a:lnTo>
                  <a:pt x="620550" y="472391"/>
                </a:lnTo>
                <a:lnTo>
                  <a:pt x="622181" y="462839"/>
                </a:lnTo>
                <a:lnTo>
                  <a:pt x="622324" y="462709"/>
                </a:lnTo>
                <a:lnTo>
                  <a:pt x="620766" y="471845"/>
                </a:lnTo>
                <a:lnTo>
                  <a:pt x="624183" y="463198"/>
                </a:lnTo>
                <a:lnTo>
                  <a:pt x="625385" y="460273"/>
                </a:lnTo>
                <a:lnTo>
                  <a:pt x="624946" y="459335"/>
                </a:lnTo>
                <a:close/>
                <a:moveTo>
                  <a:pt x="547696" y="623497"/>
                </a:moveTo>
                <a:lnTo>
                  <a:pt x="547725" y="624619"/>
                </a:lnTo>
                <a:lnTo>
                  <a:pt x="548256" y="625435"/>
                </a:lnTo>
                <a:lnTo>
                  <a:pt x="548297" y="624102"/>
                </a:lnTo>
                <a:close/>
                <a:moveTo>
                  <a:pt x="538721" y="643533"/>
                </a:moveTo>
                <a:lnTo>
                  <a:pt x="538751" y="645127"/>
                </a:lnTo>
                <a:lnTo>
                  <a:pt x="543393" y="649936"/>
                </a:lnTo>
                <a:lnTo>
                  <a:pt x="543816" y="646910"/>
                </a:lnTo>
                <a:close/>
                <a:moveTo>
                  <a:pt x="508421" y="711356"/>
                </a:moveTo>
                <a:lnTo>
                  <a:pt x="508208" y="713183"/>
                </a:lnTo>
                <a:lnTo>
                  <a:pt x="508695" y="713566"/>
                </a:lnTo>
                <a:close/>
                <a:moveTo>
                  <a:pt x="612869" y="477406"/>
                </a:moveTo>
                <a:lnTo>
                  <a:pt x="612389" y="486290"/>
                </a:lnTo>
                <a:lnTo>
                  <a:pt x="614622" y="487379"/>
                </a:lnTo>
                <a:lnTo>
                  <a:pt x="613449" y="481260"/>
                </a:lnTo>
                <a:close/>
                <a:moveTo>
                  <a:pt x="338147" y="1092530"/>
                </a:moveTo>
                <a:lnTo>
                  <a:pt x="339543" y="1096585"/>
                </a:lnTo>
                <a:lnTo>
                  <a:pt x="340447" y="1097532"/>
                </a:lnTo>
                <a:lnTo>
                  <a:pt x="339527" y="1093951"/>
                </a:lnTo>
                <a:close/>
                <a:moveTo>
                  <a:pt x="344220" y="1078906"/>
                </a:moveTo>
                <a:lnTo>
                  <a:pt x="344255" y="1079611"/>
                </a:lnTo>
                <a:lnTo>
                  <a:pt x="345148" y="1081082"/>
                </a:lnTo>
                <a:lnTo>
                  <a:pt x="345955" y="1081860"/>
                </a:lnTo>
                <a:lnTo>
                  <a:pt x="345360" y="1080590"/>
                </a:lnTo>
                <a:close/>
                <a:moveTo>
                  <a:pt x="660244" y="371251"/>
                </a:moveTo>
                <a:lnTo>
                  <a:pt x="658030" y="382190"/>
                </a:lnTo>
                <a:lnTo>
                  <a:pt x="665102" y="386403"/>
                </a:lnTo>
                <a:lnTo>
                  <a:pt x="667828" y="374162"/>
                </a:lnTo>
                <a:close/>
                <a:moveTo>
                  <a:pt x="575162" y="561624"/>
                </a:moveTo>
                <a:lnTo>
                  <a:pt x="577036" y="567050"/>
                </a:lnTo>
                <a:lnTo>
                  <a:pt x="579173" y="569267"/>
                </a:lnTo>
                <a:lnTo>
                  <a:pt x="579969" y="569509"/>
                </a:lnTo>
                <a:lnTo>
                  <a:pt x="581423" y="564774"/>
                </a:lnTo>
                <a:lnTo>
                  <a:pt x="581548" y="564689"/>
                </a:lnTo>
                <a:lnTo>
                  <a:pt x="581708" y="562435"/>
                </a:lnTo>
                <a:close/>
                <a:moveTo>
                  <a:pt x="259136" y="1269188"/>
                </a:moveTo>
                <a:lnTo>
                  <a:pt x="260459" y="1270550"/>
                </a:lnTo>
                <a:lnTo>
                  <a:pt x="260122" y="1269740"/>
                </a:lnTo>
                <a:close/>
                <a:moveTo>
                  <a:pt x="336821" y="1095206"/>
                </a:moveTo>
                <a:lnTo>
                  <a:pt x="337624" y="1096397"/>
                </a:lnTo>
                <a:lnTo>
                  <a:pt x="337466" y="1095938"/>
                </a:lnTo>
                <a:close/>
                <a:moveTo>
                  <a:pt x="259593" y="1268080"/>
                </a:moveTo>
                <a:lnTo>
                  <a:pt x="259779" y="1268530"/>
                </a:lnTo>
                <a:lnTo>
                  <a:pt x="259955" y="1268937"/>
                </a:lnTo>
                <a:lnTo>
                  <a:pt x="260576" y="1269283"/>
                </a:lnTo>
                <a:close/>
                <a:moveTo>
                  <a:pt x="581982" y="546160"/>
                </a:moveTo>
                <a:lnTo>
                  <a:pt x="582308" y="547538"/>
                </a:lnTo>
                <a:lnTo>
                  <a:pt x="582370" y="547591"/>
                </a:lnTo>
                <a:close/>
                <a:moveTo>
                  <a:pt x="553473" y="609984"/>
                </a:moveTo>
                <a:lnTo>
                  <a:pt x="553405" y="610418"/>
                </a:lnTo>
                <a:lnTo>
                  <a:pt x="553615" y="610573"/>
                </a:lnTo>
                <a:lnTo>
                  <a:pt x="553735" y="610621"/>
                </a:lnTo>
                <a:close/>
                <a:moveTo>
                  <a:pt x="236618" y="1319455"/>
                </a:moveTo>
                <a:lnTo>
                  <a:pt x="237500" y="1321097"/>
                </a:lnTo>
                <a:lnTo>
                  <a:pt x="239153" y="1323899"/>
                </a:lnTo>
                <a:lnTo>
                  <a:pt x="239918" y="1324654"/>
                </a:lnTo>
                <a:lnTo>
                  <a:pt x="247553" y="1328979"/>
                </a:lnTo>
                <a:lnTo>
                  <a:pt x="248220" y="1329344"/>
                </a:lnTo>
                <a:lnTo>
                  <a:pt x="245658" y="1324575"/>
                </a:lnTo>
                <a:close/>
                <a:moveTo>
                  <a:pt x="478371" y="778050"/>
                </a:moveTo>
                <a:lnTo>
                  <a:pt x="477668" y="780211"/>
                </a:lnTo>
                <a:lnTo>
                  <a:pt x="477722" y="782652"/>
                </a:lnTo>
                <a:lnTo>
                  <a:pt x="479514" y="784123"/>
                </a:lnTo>
                <a:lnTo>
                  <a:pt x="478914" y="782902"/>
                </a:lnTo>
                <a:lnTo>
                  <a:pt x="478954" y="782712"/>
                </a:lnTo>
                <a:lnTo>
                  <a:pt x="479736" y="784304"/>
                </a:lnTo>
                <a:lnTo>
                  <a:pt x="480159" y="784650"/>
                </a:lnTo>
                <a:lnTo>
                  <a:pt x="479940" y="780327"/>
                </a:lnTo>
                <a:lnTo>
                  <a:pt x="478941" y="778286"/>
                </a:lnTo>
                <a:close/>
                <a:moveTo>
                  <a:pt x="553583" y="609514"/>
                </a:moveTo>
                <a:lnTo>
                  <a:pt x="553851" y="610164"/>
                </a:lnTo>
                <a:lnTo>
                  <a:pt x="553851" y="609622"/>
                </a:lnTo>
                <a:close/>
                <a:moveTo>
                  <a:pt x="478553" y="777493"/>
                </a:moveTo>
                <a:lnTo>
                  <a:pt x="478472" y="777742"/>
                </a:lnTo>
                <a:lnTo>
                  <a:pt x="478726" y="777848"/>
                </a:lnTo>
                <a:close/>
                <a:moveTo>
                  <a:pt x="348602" y="1068381"/>
                </a:moveTo>
                <a:lnTo>
                  <a:pt x="348870" y="1069510"/>
                </a:lnTo>
                <a:lnTo>
                  <a:pt x="350336" y="1070652"/>
                </a:lnTo>
                <a:close/>
                <a:moveTo>
                  <a:pt x="562452" y="589501"/>
                </a:moveTo>
                <a:lnTo>
                  <a:pt x="561787" y="594397"/>
                </a:lnTo>
                <a:lnTo>
                  <a:pt x="562682" y="594768"/>
                </a:lnTo>
                <a:lnTo>
                  <a:pt x="564103" y="590146"/>
                </a:lnTo>
                <a:close/>
                <a:moveTo>
                  <a:pt x="547671" y="622577"/>
                </a:moveTo>
                <a:lnTo>
                  <a:pt x="547679" y="622873"/>
                </a:lnTo>
                <a:lnTo>
                  <a:pt x="548286" y="623466"/>
                </a:lnTo>
                <a:lnTo>
                  <a:pt x="548175" y="622684"/>
                </a:lnTo>
                <a:close/>
                <a:moveTo>
                  <a:pt x="622694" y="454528"/>
                </a:moveTo>
                <a:lnTo>
                  <a:pt x="622338" y="456284"/>
                </a:lnTo>
                <a:lnTo>
                  <a:pt x="624642" y="458686"/>
                </a:lnTo>
                <a:close/>
                <a:moveTo>
                  <a:pt x="470450" y="795405"/>
                </a:moveTo>
                <a:lnTo>
                  <a:pt x="471673" y="797285"/>
                </a:lnTo>
                <a:lnTo>
                  <a:pt x="471871" y="796678"/>
                </a:lnTo>
                <a:lnTo>
                  <a:pt x="471734" y="795931"/>
                </a:lnTo>
                <a:close/>
                <a:moveTo>
                  <a:pt x="479008" y="776099"/>
                </a:moveTo>
                <a:lnTo>
                  <a:pt x="478638" y="777236"/>
                </a:lnTo>
                <a:lnTo>
                  <a:pt x="479007" y="777963"/>
                </a:lnTo>
                <a:lnTo>
                  <a:pt x="479687" y="778244"/>
                </a:lnTo>
                <a:close/>
                <a:moveTo>
                  <a:pt x="300808" y="1175053"/>
                </a:moveTo>
                <a:lnTo>
                  <a:pt x="305757" y="1185441"/>
                </a:lnTo>
                <a:lnTo>
                  <a:pt x="304920" y="1180149"/>
                </a:lnTo>
                <a:close/>
                <a:moveTo>
                  <a:pt x="588526" y="530759"/>
                </a:moveTo>
                <a:lnTo>
                  <a:pt x="588473" y="531171"/>
                </a:lnTo>
                <a:lnTo>
                  <a:pt x="594577" y="538096"/>
                </a:lnTo>
                <a:lnTo>
                  <a:pt x="594583" y="538082"/>
                </a:lnTo>
                <a:lnTo>
                  <a:pt x="594564" y="536624"/>
                </a:lnTo>
                <a:close/>
                <a:moveTo>
                  <a:pt x="638755" y="418284"/>
                </a:moveTo>
                <a:lnTo>
                  <a:pt x="639196" y="421211"/>
                </a:lnTo>
                <a:lnTo>
                  <a:pt x="639908" y="424931"/>
                </a:lnTo>
                <a:lnTo>
                  <a:pt x="641515" y="421023"/>
                </a:lnTo>
                <a:close/>
                <a:moveTo>
                  <a:pt x="560229" y="594104"/>
                </a:moveTo>
                <a:lnTo>
                  <a:pt x="560006" y="599352"/>
                </a:lnTo>
                <a:lnTo>
                  <a:pt x="560447" y="599715"/>
                </a:lnTo>
                <a:lnTo>
                  <a:pt x="560587" y="599784"/>
                </a:lnTo>
                <a:lnTo>
                  <a:pt x="561366" y="594574"/>
                </a:lnTo>
                <a:close/>
                <a:moveTo>
                  <a:pt x="552756" y="610770"/>
                </a:moveTo>
                <a:lnTo>
                  <a:pt x="552835" y="611327"/>
                </a:lnTo>
                <a:lnTo>
                  <a:pt x="552951" y="611374"/>
                </a:lnTo>
                <a:lnTo>
                  <a:pt x="553027" y="610886"/>
                </a:lnTo>
                <a:close/>
                <a:moveTo>
                  <a:pt x="479291" y="775227"/>
                </a:moveTo>
                <a:lnTo>
                  <a:pt x="479179" y="775569"/>
                </a:lnTo>
                <a:lnTo>
                  <a:pt x="479797" y="777517"/>
                </a:lnTo>
                <a:lnTo>
                  <a:pt x="479760" y="776782"/>
                </a:lnTo>
                <a:close/>
                <a:moveTo>
                  <a:pt x="553698" y="608544"/>
                </a:moveTo>
                <a:lnTo>
                  <a:pt x="553601" y="609165"/>
                </a:lnTo>
                <a:lnTo>
                  <a:pt x="553851" y="609263"/>
                </a:lnTo>
                <a:lnTo>
                  <a:pt x="553850" y="608710"/>
                </a:lnTo>
                <a:close/>
                <a:moveTo>
                  <a:pt x="225832" y="1342700"/>
                </a:moveTo>
                <a:lnTo>
                  <a:pt x="226444" y="1344304"/>
                </a:lnTo>
                <a:lnTo>
                  <a:pt x="227830" y="1345121"/>
                </a:lnTo>
                <a:close/>
                <a:moveTo>
                  <a:pt x="517845" y="688816"/>
                </a:moveTo>
                <a:lnTo>
                  <a:pt x="520569" y="690958"/>
                </a:lnTo>
                <a:lnTo>
                  <a:pt x="520257" y="690222"/>
                </a:lnTo>
                <a:close/>
                <a:moveTo>
                  <a:pt x="571622" y="568386"/>
                </a:moveTo>
                <a:lnTo>
                  <a:pt x="571260" y="571221"/>
                </a:lnTo>
                <a:lnTo>
                  <a:pt x="572102" y="568619"/>
                </a:lnTo>
                <a:close/>
                <a:moveTo>
                  <a:pt x="463707" y="809952"/>
                </a:moveTo>
                <a:lnTo>
                  <a:pt x="464399" y="810582"/>
                </a:lnTo>
                <a:lnTo>
                  <a:pt x="464152" y="810048"/>
                </a:lnTo>
                <a:close/>
                <a:moveTo>
                  <a:pt x="338877" y="1089467"/>
                </a:moveTo>
                <a:lnTo>
                  <a:pt x="339970" y="1093720"/>
                </a:lnTo>
                <a:lnTo>
                  <a:pt x="341901" y="1095706"/>
                </a:lnTo>
                <a:lnTo>
                  <a:pt x="341746" y="1092545"/>
                </a:lnTo>
                <a:close/>
                <a:moveTo>
                  <a:pt x="579303" y="550969"/>
                </a:moveTo>
                <a:lnTo>
                  <a:pt x="581880" y="552903"/>
                </a:lnTo>
                <a:lnTo>
                  <a:pt x="582214" y="552999"/>
                </a:lnTo>
                <a:lnTo>
                  <a:pt x="581952" y="551894"/>
                </a:lnTo>
                <a:close/>
                <a:moveTo>
                  <a:pt x="245152" y="1299104"/>
                </a:moveTo>
                <a:lnTo>
                  <a:pt x="245634" y="1300505"/>
                </a:lnTo>
                <a:lnTo>
                  <a:pt x="247470" y="1301744"/>
                </a:lnTo>
                <a:close/>
                <a:moveTo>
                  <a:pt x="192689" y="1416561"/>
                </a:moveTo>
                <a:lnTo>
                  <a:pt x="196162" y="1422106"/>
                </a:lnTo>
                <a:lnTo>
                  <a:pt x="197753" y="1422990"/>
                </a:lnTo>
                <a:close/>
                <a:moveTo>
                  <a:pt x="571707" y="567720"/>
                </a:moveTo>
                <a:lnTo>
                  <a:pt x="571647" y="568190"/>
                </a:lnTo>
                <a:lnTo>
                  <a:pt x="572159" y="568443"/>
                </a:lnTo>
                <a:lnTo>
                  <a:pt x="572194" y="568336"/>
                </a:lnTo>
                <a:lnTo>
                  <a:pt x="571784" y="567744"/>
                </a:lnTo>
                <a:close/>
                <a:moveTo>
                  <a:pt x="344138" y="1077220"/>
                </a:moveTo>
                <a:lnTo>
                  <a:pt x="344143" y="1077330"/>
                </a:lnTo>
                <a:lnTo>
                  <a:pt x="344682" y="1078476"/>
                </a:lnTo>
                <a:lnTo>
                  <a:pt x="345281" y="1079361"/>
                </a:lnTo>
                <a:lnTo>
                  <a:pt x="344899" y="1078229"/>
                </a:lnTo>
                <a:close/>
                <a:moveTo>
                  <a:pt x="634220" y="427543"/>
                </a:moveTo>
                <a:lnTo>
                  <a:pt x="633648" y="431559"/>
                </a:lnTo>
                <a:lnTo>
                  <a:pt x="634919" y="432496"/>
                </a:lnTo>
                <a:lnTo>
                  <a:pt x="635483" y="428461"/>
                </a:lnTo>
                <a:close/>
                <a:moveTo>
                  <a:pt x="312729" y="1147380"/>
                </a:moveTo>
                <a:lnTo>
                  <a:pt x="312985" y="1147882"/>
                </a:lnTo>
                <a:lnTo>
                  <a:pt x="312974" y="1147741"/>
                </a:lnTo>
                <a:close/>
                <a:moveTo>
                  <a:pt x="661028" y="367378"/>
                </a:moveTo>
                <a:lnTo>
                  <a:pt x="660319" y="370882"/>
                </a:lnTo>
                <a:lnTo>
                  <a:pt x="667909" y="373796"/>
                </a:lnTo>
                <a:lnTo>
                  <a:pt x="668166" y="372643"/>
                </a:lnTo>
                <a:close/>
                <a:moveTo>
                  <a:pt x="272219" y="1237950"/>
                </a:moveTo>
                <a:lnTo>
                  <a:pt x="272747" y="1239168"/>
                </a:lnTo>
                <a:lnTo>
                  <a:pt x="276143" y="1243632"/>
                </a:lnTo>
                <a:lnTo>
                  <a:pt x="276160" y="1243653"/>
                </a:lnTo>
                <a:lnTo>
                  <a:pt x="275496" y="1240924"/>
                </a:lnTo>
                <a:lnTo>
                  <a:pt x="272410" y="1238056"/>
                </a:lnTo>
                <a:close/>
                <a:moveTo>
                  <a:pt x="562760" y="587236"/>
                </a:moveTo>
                <a:lnTo>
                  <a:pt x="562509" y="589081"/>
                </a:lnTo>
                <a:lnTo>
                  <a:pt x="564224" y="589751"/>
                </a:lnTo>
                <a:lnTo>
                  <a:pt x="564415" y="589128"/>
                </a:lnTo>
                <a:lnTo>
                  <a:pt x="564312" y="588173"/>
                </a:lnTo>
                <a:close/>
                <a:moveTo>
                  <a:pt x="547742" y="620814"/>
                </a:moveTo>
                <a:lnTo>
                  <a:pt x="547643" y="621522"/>
                </a:lnTo>
                <a:lnTo>
                  <a:pt x="547656" y="622004"/>
                </a:lnTo>
                <a:lnTo>
                  <a:pt x="548135" y="622106"/>
                </a:lnTo>
                <a:lnTo>
                  <a:pt x="548135" y="621082"/>
                </a:lnTo>
                <a:close/>
                <a:moveTo>
                  <a:pt x="269341" y="1244127"/>
                </a:moveTo>
                <a:lnTo>
                  <a:pt x="277897" y="1254837"/>
                </a:lnTo>
                <a:lnTo>
                  <a:pt x="274638" y="1247954"/>
                </a:lnTo>
                <a:close/>
                <a:moveTo>
                  <a:pt x="477613" y="777737"/>
                </a:moveTo>
                <a:lnTo>
                  <a:pt x="477640" y="778964"/>
                </a:lnTo>
                <a:lnTo>
                  <a:pt x="477989" y="777893"/>
                </a:lnTo>
                <a:close/>
                <a:moveTo>
                  <a:pt x="275377" y="1230532"/>
                </a:moveTo>
                <a:lnTo>
                  <a:pt x="275413" y="1230611"/>
                </a:lnTo>
                <a:lnTo>
                  <a:pt x="275672" y="1231003"/>
                </a:lnTo>
                <a:lnTo>
                  <a:pt x="275877" y="1231233"/>
                </a:lnTo>
                <a:lnTo>
                  <a:pt x="275818" y="1231077"/>
                </a:lnTo>
                <a:lnTo>
                  <a:pt x="275496" y="1230618"/>
                </a:lnTo>
                <a:close/>
                <a:moveTo>
                  <a:pt x="566172" y="579019"/>
                </a:moveTo>
                <a:lnTo>
                  <a:pt x="566849" y="580979"/>
                </a:lnTo>
                <a:lnTo>
                  <a:pt x="566911" y="581003"/>
                </a:lnTo>
                <a:lnTo>
                  <a:pt x="567316" y="579681"/>
                </a:lnTo>
                <a:close/>
                <a:moveTo>
                  <a:pt x="508899" y="707258"/>
                </a:moveTo>
                <a:lnTo>
                  <a:pt x="508883" y="707391"/>
                </a:lnTo>
                <a:lnTo>
                  <a:pt x="508911" y="707621"/>
                </a:lnTo>
                <a:lnTo>
                  <a:pt x="509666" y="708295"/>
                </a:lnTo>
                <a:lnTo>
                  <a:pt x="509682" y="707835"/>
                </a:lnTo>
                <a:close/>
                <a:moveTo>
                  <a:pt x="562896" y="586230"/>
                </a:moveTo>
                <a:lnTo>
                  <a:pt x="562833" y="586698"/>
                </a:lnTo>
                <a:lnTo>
                  <a:pt x="564073" y="587211"/>
                </a:lnTo>
                <a:close/>
                <a:moveTo>
                  <a:pt x="274104" y="1232855"/>
                </a:moveTo>
                <a:lnTo>
                  <a:pt x="275739" y="1239568"/>
                </a:lnTo>
                <a:lnTo>
                  <a:pt x="280261" y="1242002"/>
                </a:lnTo>
                <a:lnTo>
                  <a:pt x="279971" y="1241361"/>
                </a:lnTo>
                <a:lnTo>
                  <a:pt x="274558" y="1233106"/>
                </a:lnTo>
                <a:close/>
                <a:moveTo>
                  <a:pt x="578108" y="552053"/>
                </a:moveTo>
                <a:lnTo>
                  <a:pt x="575113" y="561306"/>
                </a:lnTo>
                <a:lnTo>
                  <a:pt x="581730" y="562125"/>
                </a:lnTo>
                <a:lnTo>
                  <a:pt x="582155" y="556148"/>
                </a:lnTo>
                <a:lnTo>
                  <a:pt x="582397" y="555882"/>
                </a:lnTo>
                <a:lnTo>
                  <a:pt x="581952" y="562153"/>
                </a:lnTo>
                <a:lnTo>
                  <a:pt x="582765" y="562254"/>
                </a:lnTo>
                <a:lnTo>
                  <a:pt x="582589" y="554586"/>
                </a:lnTo>
                <a:lnTo>
                  <a:pt x="582486" y="554149"/>
                </a:lnTo>
                <a:lnTo>
                  <a:pt x="581530" y="553331"/>
                </a:lnTo>
                <a:lnTo>
                  <a:pt x="581705" y="553338"/>
                </a:lnTo>
                <a:lnTo>
                  <a:pt x="582444" y="553971"/>
                </a:lnTo>
                <a:lnTo>
                  <a:pt x="582402" y="553795"/>
                </a:lnTo>
                <a:lnTo>
                  <a:pt x="581314" y="552978"/>
                </a:lnTo>
                <a:close/>
                <a:moveTo>
                  <a:pt x="340125" y="1084902"/>
                </a:moveTo>
                <a:lnTo>
                  <a:pt x="340214" y="1085228"/>
                </a:lnTo>
                <a:lnTo>
                  <a:pt x="340219" y="1085246"/>
                </a:lnTo>
                <a:lnTo>
                  <a:pt x="340259" y="1085289"/>
                </a:lnTo>
                <a:lnTo>
                  <a:pt x="340140" y="1084934"/>
                </a:lnTo>
                <a:close/>
                <a:moveTo>
                  <a:pt x="615424" y="468428"/>
                </a:moveTo>
                <a:lnTo>
                  <a:pt x="616373" y="473281"/>
                </a:lnTo>
                <a:lnTo>
                  <a:pt x="616565" y="473455"/>
                </a:lnTo>
                <a:lnTo>
                  <a:pt x="617022" y="470083"/>
                </a:lnTo>
                <a:close/>
                <a:moveTo>
                  <a:pt x="456960" y="823170"/>
                </a:moveTo>
                <a:lnTo>
                  <a:pt x="456819" y="824648"/>
                </a:lnTo>
                <a:lnTo>
                  <a:pt x="457407" y="823789"/>
                </a:lnTo>
                <a:close/>
                <a:moveTo>
                  <a:pt x="552513" y="609078"/>
                </a:moveTo>
                <a:lnTo>
                  <a:pt x="552622" y="609840"/>
                </a:lnTo>
                <a:lnTo>
                  <a:pt x="553133" y="610217"/>
                </a:lnTo>
                <a:lnTo>
                  <a:pt x="553253" y="609448"/>
                </a:lnTo>
                <a:lnTo>
                  <a:pt x="553219" y="609366"/>
                </a:lnTo>
                <a:close/>
                <a:moveTo>
                  <a:pt x="578494" y="550863"/>
                </a:moveTo>
                <a:lnTo>
                  <a:pt x="578179" y="551835"/>
                </a:lnTo>
                <a:lnTo>
                  <a:pt x="580796" y="552591"/>
                </a:lnTo>
                <a:close/>
                <a:moveTo>
                  <a:pt x="613086" y="473391"/>
                </a:moveTo>
                <a:lnTo>
                  <a:pt x="613025" y="474512"/>
                </a:lnTo>
                <a:lnTo>
                  <a:pt x="613271" y="475794"/>
                </a:lnTo>
                <a:lnTo>
                  <a:pt x="616076" y="477047"/>
                </a:lnTo>
                <a:lnTo>
                  <a:pt x="616360" y="474961"/>
                </a:lnTo>
                <a:lnTo>
                  <a:pt x="616335" y="474834"/>
                </a:lnTo>
                <a:close/>
                <a:moveTo>
                  <a:pt x="559309" y="593723"/>
                </a:moveTo>
                <a:lnTo>
                  <a:pt x="559307" y="598218"/>
                </a:lnTo>
                <a:lnTo>
                  <a:pt x="559495" y="593801"/>
                </a:lnTo>
                <a:close/>
                <a:moveTo>
                  <a:pt x="295615" y="1184161"/>
                </a:moveTo>
                <a:lnTo>
                  <a:pt x="297626" y="1187346"/>
                </a:lnTo>
                <a:lnTo>
                  <a:pt x="297276" y="1185632"/>
                </a:lnTo>
                <a:close/>
                <a:moveTo>
                  <a:pt x="492346" y="743525"/>
                </a:moveTo>
                <a:lnTo>
                  <a:pt x="492223" y="746413"/>
                </a:lnTo>
                <a:lnTo>
                  <a:pt x="492619" y="746554"/>
                </a:lnTo>
                <a:lnTo>
                  <a:pt x="492966" y="745320"/>
                </a:lnTo>
                <a:close/>
                <a:moveTo>
                  <a:pt x="344680" y="1074147"/>
                </a:moveTo>
                <a:lnTo>
                  <a:pt x="344847" y="1074834"/>
                </a:lnTo>
                <a:lnTo>
                  <a:pt x="345413" y="1075583"/>
                </a:lnTo>
                <a:lnTo>
                  <a:pt x="345179" y="1074934"/>
                </a:lnTo>
                <a:lnTo>
                  <a:pt x="344727" y="1074190"/>
                </a:lnTo>
                <a:close/>
                <a:moveTo>
                  <a:pt x="482391" y="765713"/>
                </a:moveTo>
                <a:lnTo>
                  <a:pt x="482063" y="766720"/>
                </a:lnTo>
                <a:lnTo>
                  <a:pt x="485117" y="769788"/>
                </a:lnTo>
                <a:close/>
                <a:moveTo>
                  <a:pt x="467166" y="799785"/>
                </a:moveTo>
                <a:lnTo>
                  <a:pt x="467571" y="800509"/>
                </a:lnTo>
                <a:lnTo>
                  <a:pt x="467844" y="800627"/>
                </a:lnTo>
                <a:lnTo>
                  <a:pt x="467665" y="800097"/>
                </a:lnTo>
                <a:close/>
                <a:moveTo>
                  <a:pt x="548039" y="618687"/>
                </a:moveTo>
                <a:lnTo>
                  <a:pt x="548002" y="618957"/>
                </a:lnTo>
                <a:lnTo>
                  <a:pt x="548135" y="619049"/>
                </a:lnTo>
                <a:lnTo>
                  <a:pt x="548135" y="618705"/>
                </a:lnTo>
                <a:close/>
                <a:moveTo>
                  <a:pt x="661692" y="364106"/>
                </a:moveTo>
                <a:lnTo>
                  <a:pt x="661144" y="366813"/>
                </a:lnTo>
                <a:lnTo>
                  <a:pt x="668290" y="372084"/>
                </a:lnTo>
                <a:lnTo>
                  <a:pt x="668362" y="371762"/>
                </a:lnTo>
                <a:close/>
                <a:moveTo>
                  <a:pt x="563097" y="584878"/>
                </a:moveTo>
                <a:lnTo>
                  <a:pt x="562957" y="585812"/>
                </a:lnTo>
                <a:lnTo>
                  <a:pt x="564166" y="586820"/>
                </a:lnTo>
                <a:lnTo>
                  <a:pt x="564054" y="585786"/>
                </a:lnTo>
                <a:close/>
                <a:moveTo>
                  <a:pt x="335143" y="1095221"/>
                </a:moveTo>
                <a:lnTo>
                  <a:pt x="335523" y="1096550"/>
                </a:lnTo>
                <a:lnTo>
                  <a:pt x="338591" y="1099204"/>
                </a:lnTo>
                <a:lnTo>
                  <a:pt x="338575" y="1099156"/>
                </a:lnTo>
                <a:lnTo>
                  <a:pt x="336879" y="1096639"/>
                </a:lnTo>
                <a:close/>
                <a:moveTo>
                  <a:pt x="273934" y="1232156"/>
                </a:moveTo>
                <a:lnTo>
                  <a:pt x="273956" y="1232249"/>
                </a:lnTo>
                <a:lnTo>
                  <a:pt x="274016" y="1232281"/>
                </a:lnTo>
                <a:close/>
                <a:moveTo>
                  <a:pt x="638399" y="415925"/>
                </a:moveTo>
                <a:lnTo>
                  <a:pt x="638713" y="418005"/>
                </a:lnTo>
                <a:lnTo>
                  <a:pt x="641621" y="420764"/>
                </a:lnTo>
                <a:lnTo>
                  <a:pt x="641784" y="420369"/>
                </a:lnTo>
                <a:close/>
                <a:moveTo>
                  <a:pt x="548135" y="618002"/>
                </a:moveTo>
                <a:lnTo>
                  <a:pt x="548103" y="618227"/>
                </a:lnTo>
                <a:lnTo>
                  <a:pt x="548135" y="618232"/>
                </a:lnTo>
                <a:close/>
                <a:moveTo>
                  <a:pt x="250452" y="1284529"/>
                </a:moveTo>
                <a:lnTo>
                  <a:pt x="250846" y="1285233"/>
                </a:lnTo>
                <a:lnTo>
                  <a:pt x="254084" y="1290844"/>
                </a:lnTo>
                <a:lnTo>
                  <a:pt x="258245" y="1294097"/>
                </a:lnTo>
                <a:lnTo>
                  <a:pt x="255195" y="1288812"/>
                </a:lnTo>
                <a:close/>
                <a:moveTo>
                  <a:pt x="546193" y="622261"/>
                </a:moveTo>
                <a:lnTo>
                  <a:pt x="547027" y="623545"/>
                </a:lnTo>
                <a:lnTo>
                  <a:pt x="547006" y="622806"/>
                </a:lnTo>
                <a:lnTo>
                  <a:pt x="546536" y="622334"/>
                </a:lnTo>
                <a:close/>
                <a:moveTo>
                  <a:pt x="552769" y="607530"/>
                </a:moveTo>
                <a:lnTo>
                  <a:pt x="553337" y="608912"/>
                </a:lnTo>
                <a:lnTo>
                  <a:pt x="553438" y="608260"/>
                </a:lnTo>
                <a:close/>
                <a:moveTo>
                  <a:pt x="310992" y="1148765"/>
                </a:moveTo>
                <a:lnTo>
                  <a:pt x="311120" y="1149805"/>
                </a:lnTo>
                <a:lnTo>
                  <a:pt x="312427" y="1155343"/>
                </a:lnTo>
                <a:lnTo>
                  <a:pt x="313769" y="1157486"/>
                </a:lnTo>
                <a:lnTo>
                  <a:pt x="313199" y="1150517"/>
                </a:lnTo>
                <a:close/>
                <a:moveTo>
                  <a:pt x="520454" y="679722"/>
                </a:moveTo>
                <a:lnTo>
                  <a:pt x="520606" y="680664"/>
                </a:lnTo>
                <a:lnTo>
                  <a:pt x="520623" y="680729"/>
                </a:lnTo>
                <a:lnTo>
                  <a:pt x="521583" y="680818"/>
                </a:lnTo>
                <a:close/>
                <a:moveTo>
                  <a:pt x="525152" y="669200"/>
                </a:moveTo>
                <a:lnTo>
                  <a:pt x="525216" y="670035"/>
                </a:lnTo>
                <a:lnTo>
                  <a:pt x="526002" y="671888"/>
                </a:lnTo>
                <a:lnTo>
                  <a:pt x="528643" y="672562"/>
                </a:lnTo>
                <a:close/>
                <a:moveTo>
                  <a:pt x="580008" y="546182"/>
                </a:moveTo>
                <a:lnTo>
                  <a:pt x="579089" y="549025"/>
                </a:lnTo>
                <a:lnTo>
                  <a:pt x="581471" y="549858"/>
                </a:lnTo>
                <a:lnTo>
                  <a:pt x="580749" y="546806"/>
                </a:lnTo>
                <a:close/>
                <a:moveTo>
                  <a:pt x="626475" y="442048"/>
                </a:moveTo>
                <a:lnTo>
                  <a:pt x="629885" y="449325"/>
                </a:lnTo>
                <a:lnTo>
                  <a:pt x="630381" y="448117"/>
                </a:lnTo>
                <a:lnTo>
                  <a:pt x="630846" y="444854"/>
                </a:lnTo>
                <a:close/>
                <a:moveTo>
                  <a:pt x="477562" y="775467"/>
                </a:moveTo>
                <a:lnTo>
                  <a:pt x="477605" y="777382"/>
                </a:lnTo>
                <a:lnTo>
                  <a:pt x="478090" y="777583"/>
                </a:lnTo>
                <a:lnTo>
                  <a:pt x="478293" y="776961"/>
                </a:lnTo>
                <a:close/>
                <a:moveTo>
                  <a:pt x="243243" y="1300074"/>
                </a:moveTo>
                <a:lnTo>
                  <a:pt x="245272" y="1304020"/>
                </a:lnTo>
                <a:lnTo>
                  <a:pt x="246564" y="1304843"/>
                </a:lnTo>
                <a:lnTo>
                  <a:pt x="245383" y="1301410"/>
                </a:lnTo>
                <a:close/>
                <a:moveTo>
                  <a:pt x="547566" y="618603"/>
                </a:moveTo>
                <a:lnTo>
                  <a:pt x="547568" y="618667"/>
                </a:lnTo>
                <a:lnTo>
                  <a:pt x="547678" y="618736"/>
                </a:lnTo>
                <a:lnTo>
                  <a:pt x="547746" y="618783"/>
                </a:lnTo>
                <a:lnTo>
                  <a:pt x="547767" y="618639"/>
                </a:lnTo>
                <a:close/>
                <a:moveTo>
                  <a:pt x="580351" y="545122"/>
                </a:moveTo>
                <a:lnTo>
                  <a:pt x="580158" y="545719"/>
                </a:lnTo>
                <a:lnTo>
                  <a:pt x="580576" y="546073"/>
                </a:lnTo>
                <a:close/>
                <a:moveTo>
                  <a:pt x="271080" y="1237631"/>
                </a:moveTo>
                <a:lnTo>
                  <a:pt x="271199" y="1237882"/>
                </a:lnTo>
                <a:lnTo>
                  <a:pt x="271828" y="1238614"/>
                </a:lnTo>
                <a:close/>
                <a:moveTo>
                  <a:pt x="469584" y="793131"/>
                </a:moveTo>
                <a:lnTo>
                  <a:pt x="469837" y="794153"/>
                </a:lnTo>
                <a:lnTo>
                  <a:pt x="470256" y="795055"/>
                </a:lnTo>
                <a:lnTo>
                  <a:pt x="471682" y="795640"/>
                </a:lnTo>
                <a:lnTo>
                  <a:pt x="471463" y="794438"/>
                </a:lnTo>
                <a:lnTo>
                  <a:pt x="471028" y="793646"/>
                </a:lnTo>
                <a:close/>
                <a:moveTo>
                  <a:pt x="552450" y="607492"/>
                </a:moveTo>
                <a:lnTo>
                  <a:pt x="552413" y="608381"/>
                </a:lnTo>
                <a:lnTo>
                  <a:pt x="552462" y="608721"/>
                </a:lnTo>
                <a:lnTo>
                  <a:pt x="553048" y="608950"/>
                </a:lnTo>
                <a:close/>
                <a:moveTo>
                  <a:pt x="257332" y="1268181"/>
                </a:moveTo>
                <a:lnTo>
                  <a:pt x="261604" y="1273308"/>
                </a:lnTo>
                <a:lnTo>
                  <a:pt x="260958" y="1271751"/>
                </a:lnTo>
                <a:lnTo>
                  <a:pt x="257675" y="1268372"/>
                </a:lnTo>
                <a:close/>
                <a:moveTo>
                  <a:pt x="653590" y="380811"/>
                </a:moveTo>
                <a:lnTo>
                  <a:pt x="653297" y="387701"/>
                </a:lnTo>
                <a:lnTo>
                  <a:pt x="654532" y="389346"/>
                </a:lnTo>
                <a:lnTo>
                  <a:pt x="655046" y="388094"/>
                </a:lnTo>
                <a:lnTo>
                  <a:pt x="655615" y="387773"/>
                </a:lnTo>
                <a:lnTo>
                  <a:pt x="654814" y="389723"/>
                </a:lnTo>
                <a:lnTo>
                  <a:pt x="654834" y="389749"/>
                </a:lnTo>
                <a:lnTo>
                  <a:pt x="655644" y="390217"/>
                </a:lnTo>
                <a:lnTo>
                  <a:pt x="656812" y="384444"/>
                </a:lnTo>
                <a:lnTo>
                  <a:pt x="657153" y="382870"/>
                </a:lnTo>
                <a:close/>
                <a:moveTo>
                  <a:pt x="589395" y="524524"/>
                </a:moveTo>
                <a:lnTo>
                  <a:pt x="589385" y="524593"/>
                </a:lnTo>
                <a:lnTo>
                  <a:pt x="594282" y="529351"/>
                </a:lnTo>
                <a:lnTo>
                  <a:pt x="594472" y="529417"/>
                </a:lnTo>
                <a:lnTo>
                  <a:pt x="594457" y="528217"/>
                </a:lnTo>
                <a:close/>
                <a:moveTo>
                  <a:pt x="267613" y="1245045"/>
                </a:moveTo>
                <a:lnTo>
                  <a:pt x="269166" y="1248409"/>
                </a:lnTo>
                <a:lnTo>
                  <a:pt x="270607" y="1250296"/>
                </a:lnTo>
                <a:lnTo>
                  <a:pt x="280315" y="1260711"/>
                </a:lnTo>
                <a:lnTo>
                  <a:pt x="280076" y="1259729"/>
                </a:lnTo>
                <a:close/>
                <a:moveTo>
                  <a:pt x="552462" y="607195"/>
                </a:moveTo>
                <a:lnTo>
                  <a:pt x="552455" y="607370"/>
                </a:lnTo>
                <a:lnTo>
                  <a:pt x="552505" y="607241"/>
                </a:lnTo>
                <a:close/>
                <a:moveTo>
                  <a:pt x="478378" y="773041"/>
                </a:moveTo>
                <a:lnTo>
                  <a:pt x="478966" y="774894"/>
                </a:lnTo>
                <a:lnTo>
                  <a:pt x="478973" y="774872"/>
                </a:lnTo>
                <a:lnTo>
                  <a:pt x="479084" y="774546"/>
                </a:lnTo>
                <a:lnTo>
                  <a:pt x="478663" y="773152"/>
                </a:lnTo>
                <a:close/>
                <a:moveTo>
                  <a:pt x="217839" y="1356381"/>
                </a:moveTo>
                <a:lnTo>
                  <a:pt x="222541" y="1360413"/>
                </a:lnTo>
                <a:lnTo>
                  <a:pt x="234117" y="1369341"/>
                </a:lnTo>
                <a:lnTo>
                  <a:pt x="232691" y="1365606"/>
                </a:lnTo>
                <a:lnTo>
                  <a:pt x="228266" y="1360983"/>
                </a:lnTo>
                <a:close/>
                <a:moveTo>
                  <a:pt x="244357" y="1296796"/>
                </a:moveTo>
                <a:lnTo>
                  <a:pt x="244451" y="1297069"/>
                </a:lnTo>
                <a:lnTo>
                  <a:pt x="250139" y="1303544"/>
                </a:lnTo>
                <a:lnTo>
                  <a:pt x="253625" y="1305896"/>
                </a:lnTo>
                <a:lnTo>
                  <a:pt x="253507" y="1305648"/>
                </a:lnTo>
                <a:lnTo>
                  <a:pt x="244826" y="1296999"/>
                </a:lnTo>
                <a:close/>
                <a:moveTo>
                  <a:pt x="613224" y="470826"/>
                </a:moveTo>
                <a:lnTo>
                  <a:pt x="613142" y="472358"/>
                </a:lnTo>
                <a:lnTo>
                  <a:pt x="615975" y="473483"/>
                </a:lnTo>
                <a:close/>
                <a:moveTo>
                  <a:pt x="637322" y="416863"/>
                </a:moveTo>
                <a:lnTo>
                  <a:pt x="635758" y="428051"/>
                </a:lnTo>
                <a:lnTo>
                  <a:pt x="637981" y="429623"/>
                </a:lnTo>
                <a:lnTo>
                  <a:pt x="639475" y="425987"/>
                </a:lnTo>
                <a:lnTo>
                  <a:pt x="638238" y="417772"/>
                </a:lnTo>
                <a:lnTo>
                  <a:pt x="637328" y="416869"/>
                </a:lnTo>
                <a:close/>
                <a:moveTo>
                  <a:pt x="481801" y="765092"/>
                </a:moveTo>
                <a:lnTo>
                  <a:pt x="481895" y="766292"/>
                </a:lnTo>
                <a:lnTo>
                  <a:pt x="482193" y="765417"/>
                </a:lnTo>
                <a:lnTo>
                  <a:pt x="482126" y="765317"/>
                </a:lnTo>
                <a:close/>
                <a:moveTo>
                  <a:pt x="343957" y="1073527"/>
                </a:moveTo>
                <a:lnTo>
                  <a:pt x="343964" y="1073663"/>
                </a:lnTo>
                <a:lnTo>
                  <a:pt x="344003" y="1073714"/>
                </a:lnTo>
                <a:close/>
                <a:moveTo>
                  <a:pt x="653619" y="380121"/>
                </a:moveTo>
                <a:lnTo>
                  <a:pt x="653597" y="380630"/>
                </a:lnTo>
                <a:lnTo>
                  <a:pt x="657189" y="382704"/>
                </a:lnTo>
                <a:lnTo>
                  <a:pt x="657277" y="382300"/>
                </a:lnTo>
                <a:close/>
                <a:moveTo>
                  <a:pt x="456187" y="822205"/>
                </a:moveTo>
                <a:lnTo>
                  <a:pt x="456191" y="822241"/>
                </a:lnTo>
                <a:lnTo>
                  <a:pt x="456194" y="822209"/>
                </a:lnTo>
                <a:close/>
                <a:moveTo>
                  <a:pt x="560457" y="588724"/>
                </a:moveTo>
                <a:lnTo>
                  <a:pt x="560243" y="593759"/>
                </a:lnTo>
                <a:lnTo>
                  <a:pt x="561415" y="594244"/>
                </a:lnTo>
                <a:lnTo>
                  <a:pt x="562143" y="589381"/>
                </a:lnTo>
                <a:close/>
                <a:moveTo>
                  <a:pt x="563595" y="581542"/>
                </a:moveTo>
                <a:lnTo>
                  <a:pt x="563492" y="582233"/>
                </a:lnTo>
                <a:lnTo>
                  <a:pt x="563690" y="582421"/>
                </a:lnTo>
                <a:close/>
                <a:moveTo>
                  <a:pt x="545686" y="621482"/>
                </a:moveTo>
                <a:lnTo>
                  <a:pt x="545763" y="621600"/>
                </a:lnTo>
                <a:lnTo>
                  <a:pt x="545815" y="621612"/>
                </a:lnTo>
                <a:close/>
                <a:moveTo>
                  <a:pt x="589063" y="524281"/>
                </a:moveTo>
                <a:lnTo>
                  <a:pt x="589211" y="524426"/>
                </a:lnTo>
                <a:lnTo>
                  <a:pt x="589216" y="524393"/>
                </a:lnTo>
                <a:close/>
                <a:moveTo>
                  <a:pt x="572528" y="561298"/>
                </a:moveTo>
                <a:lnTo>
                  <a:pt x="572407" y="562249"/>
                </a:lnTo>
                <a:lnTo>
                  <a:pt x="573138" y="563007"/>
                </a:lnTo>
                <a:lnTo>
                  <a:pt x="572548" y="561300"/>
                </a:lnTo>
                <a:close/>
                <a:moveTo>
                  <a:pt x="244218" y="1296392"/>
                </a:moveTo>
                <a:lnTo>
                  <a:pt x="244300" y="1296630"/>
                </a:lnTo>
                <a:lnTo>
                  <a:pt x="244575" y="1296748"/>
                </a:lnTo>
                <a:close/>
                <a:moveTo>
                  <a:pt x="563930" y="580434"/>
                </a:moveTo>
                <a:lnTo>
                  <a:pt x="564235" y="582937"/>
                </a:lnTo>
                <a:lnTo>
                  <a:pt x="565294" y="583941"/>
                </a:lnTo>
                <a:lnTo>
                  <a:pt x="565946" y="584144"/>
                </a:lnTo>
                <a:lnTo>
                  <a:pt x="566006" y="583945"/>
                </a:lnTo>
                <a:lnTo>
                  <a:pt x="564929" y="580823"/>
                </a:lnTo>
                <a:close/>
                <a:moveTo>
                  <a:pt x="455226" y="823760"/>
                </a:moveTo>
                <a:lnTo>
                  <a:pt x="455682" y="825489"/>
                </a:lnTo>
                <a:lnTo>
                  <a:pt x="455849" y="825829"/>
                </a:lnTo>
                <a:lnTo>
                  <a:pt x="455958" y="824692"/>
                </a:lnTo>
                <a:close/>
                <a:moveTo>
                  <a:pt x="513056" y="694198"/>
                </a:moveTo>
                <a:lnTo>
                  <a:pt x="512865" y="695485"/>
                </a:lnTo>
                <a:lnTo>
                  <a:pt x="516132" y="700128"/>
                </a:lnTo>
                <a:lnTo>
                  <a:pt x="516099" y="699658"/>
                </a:lnTo>
                <a:close/>
                <a:moveTo>
                  <a:pt x="513295" y="693328"/>
                </a:moveTo>
                <a:lnTo>
                  <a:pt x="515984" y="698153"/>
                </a:lnTo>
                <a:lnTo>
                  <a:pt x="515765" y="695270"/>
                </a:lnTo>
                <a:close/>
                <a:moveTo>
                  <a:pt x="637588" y="414959"/>
                </a:moveTo>
                <a:lnTo>
                  <a:pt x="637344" y="416705"/>
                </a:lnTo>
                <a:lnTo>
                  <a:pt x="638200" y="417517"/>
                </a:lnTo>
                <a:lnTo>
                  <a:pt x="637856" y="415238"/>
                </a:lnTo>
                <a:close/>
                <a:moveTo>
                  <a:pt x="270671" y="1236440"/>
                </a:moveTo>
                <a:lnTo>
                  <a:pt x="271183" y="1237113"/>
                </a:lnTo>
                <a:lnTo>
                  <a:pt x="271369" y="1237213"/>
                </a:lnTo>
                <a:lnTo>
                  <a:pt x="271278" y="1237004"/>
                </a:lnTo>
                <a:close/>
                <a:moveTo>
                  <a:pt x="582839" y="537433"/>
                </a:moveTo>
                <a:lnTo>
                  <a:pt x="581152" y="542646"/>
                </a:lnTo>
                <a:lnTo>
                  <a:pt x="582355" y="547078"/>
                </a:lnTo>
                <a:lnTo>
                  <a:pt x="582425" y="547313"/>
                </a:lnTo>
                <a:lnTo>
                  <a:pt x="582359" y="544402"/>
                </a:lnTo>
                <a:lnTo>
                  <a:pt x="582475" y="544248"/>
                </a:lnTo>
                <a:lnTo>
                  <a:pt x="582555" y="547745"/>
                </a:lnTo>
                <a:lnTo>
                  <a:pt x="585589" y="550312"/>
                </a:lnTo>
                <a:lnTo>
                  <a:pt x="585977" y="547273"/>
                </a:lnTo>
                <a:close/>
                <a:moveTo>
                  <a:pt x="586499" y="529135"/>
                </a:moveTo>
                <a:lnTo>
                  <a:pt x="587339" y="529884"/>
                </a:lnTo>
                <a:lnTo>
                  <a:pt x="588286" y="530959"/>
                </a:lnTo>
                <a:lnTo>
                  <a:pt x="588340" y="530578"/>
                </a:lnTo>
                <a:lnTo>
                  <a:pt x="587054" y="529329"/>
                </a:lnTo>
                <a:close/>
                <a:moveTo>
                  <a:pt x="299693" y="1171319"/>
                </a:moveTo>
                <a:lnTo>
                  <a:pt x="300165" y="1173239"/>
                </a:lnTo>
                <a:lnTo>
                  <a:pt x="301370" y="1174673"/>
                </a:lnTo>
                <a:lnTo>
                  <a:pt x="304215" y="1175693"/>
                </a:lnTo>
                <a:lnTo>
                  <a:pt x="304172" y="1175419"/>
                </a:lnTo>
                <a:close/>
                <a:moveTo>
                  <a:pt x="334566" y="1093207"/>
                </a:moveTo>
                <a:lnTo>
                  <a:pt x="335008" y="1094749"/>
                </a:lnTo>
                <a:lnTo>
                  <a:pt x="336336" y="1095834"/>
                </a:lnTo>
                <a:close/>
                <a:moveTo>
                  <a:pt x="273409" y="1230003"/>
                </a:moveTo>
                <a:lnTo>
                  <a:pt x="273558" y="1230611"/>
                </a:lnTo>
                <a:lnTo>
                  <a:pt x="274995" y="1232803"/>
                </a:lnTo>
                <a:lnTo>
                  <a:pt x="275559" y="1233104"/>
                </a:lnTo>
                <a:close/>
                <a:moveTo>
                  <a:pt x="606467" y="484148"/>
                </a:moveTo>
                <a:lnTo>
                  <a:pt x="605553" y="490561"/>
                </a:lnTo>
                <a:lnTo>
                  <a:pt x="609792" y="499606"/>
                </a:lnTo>
                <a:lnTo>
                  <a:pt x="611536" y="495196"/>
                </a:lnTo>
                <a:lnTo>
                  <a:pt x="611987" y="486838"/>
                </a:lnTo>
                <a:close/>
                <a:moveTo>
                  <a:pt x="637697" y="414177"/>
                </a:moveTo>
                <a:lnTo>
                  <a:pt x="637679" y="414301"/>
                </a:lnTo>
                <a:lnTo>
                  <a:pt x="637722" y="414346"/>
                </a:lnTo>
                <a:close/>
                <a:moveTo>
                  <a:pt x="643535" y="401013"/>
                </a:moveTo>
                <a:lnTo>
                  <a:pt x="644951" y="412660"/>
                </a:lnTo>
                <a:lnTo>
                  <a:pt x="648057" y="405102"/>
                </a:lnTo>
                <a:close/>
                <a:moveTo>
                  <a:pt x="477500" y="772698"/>
                </a:moveTo>
                <a:lnTo>
                  <a:pt x="477552" y="775026"/>
                </a:lnTo>
                <a:lnTo>
                  <a:pt x="478375" y="776708"/>
                </a:lnTo>
                <a:lnTo>
                  <a:pt x="478793" y="775422"/>
                </a:lnTo>
                <a:lnTo>
                  <a:pt x="477991" y="772889"/>
                </a:lnTo>
                <a:close/>
                <a:moveTo>
                  <a:pt x="177097" y="1445079"/>
                </a:moveTo>
                <a:lnTo>
                  <a:pt x="182542" y="1452236"/>
                </a:lnTo>
                <a:lnTo>
                  <a:pt x="216508" y="1470529"/>
                </a:lnTo>
                <a:lnTo>
                  <a:pt x="214538" y="1467107"/>
                </a:lnTo>
                <a:lnTo>
                  <a:pt x="189603" y="1449684"/>
                </a:lnTo>
                <a:close/>
                <a:moveTo>
                  <a:pt x="619710" y="453876"/>
                </a:moveTo>
                <a:lnTo>
                  <a:pt x="618425" y="463339"/>
                </a:lnTo>
                <a:lnTo>
                  <a:pt x="618169" y="466008"/>
                </a:lnTo>
                <a:lnTo>
                  <a:pt x="618862" y="470651"/>
                </a:lnTo>
                <a:lnTo>
                  <a:pt x="621815" y="456070"/>
                </a:lnTo>
                <a:close/>
                <a:moveTo>
                  <a:pt x="589985" y="520363"/>
                </a:moveTo>
                <a:lnTo>
                  <a:pt x="589416" y="524373"/>
                </a:lnTo>
                <a:lnTo>
                  <a:pt x="594455" y="528049"/>
                </a:lnTo>
                <a:lnTo>
                  <a:pt x="594409" y="524464"/>
                </a:lnTo>
                <a:lnTo>
                  <a:pt x="594419" y="524094"/>
                </a:lnTo>
                <a:close/>
                <a:moveTo>
                  <a:pt x="535510" y="642332"/>
                </a:moveTo>
                <a:lnTo>
                  <a:pt x="536613" y="648020"/>
                </a:lnTo>
                <a:lnTo>
                  <a:pt x="538483" y="650605"/>
                </a:lnTo>
                <a:lnTo>
                  <a:pt x="538382" y="645306"/>
                </a:lnTo>
                <a:close/>
                <a:moveTo>
                  <a:pt x="560563" y="586229"/>
                </a:moveTo>
                <a:lnTo>
                  <a:pt x="560475" y="588288"/>
                </a:lnTo>
                <a:lnTo>
                  <a:pt x="562205" y="588963"/>
                </a:lnTo>
                <a:lnTo>
                  <a:pt x="562488" y="587072"/>
                </a:lnTo>
                <a:lnTo>
                  <a:pt x="562243" y="586924"/>
                </a:lnTo>
                <a:close/>
                <a:moveTo>
                  <a:pt x="564073" y="578346"/>
                </a:moveTo>
                <a:lnTo>
                  <a:pt x="563854" y="579808"/>
                </a:lnTo>
                <a:lnTo>
                  <a:pt x="563855" y="579811"/>
                </a:lnTo>
                <a:lnTo>
                  <a:pt x="564692" y="580138"/>
                </a:lnTo>
                <a:close/>
                <a:moveTo>
                  <a:pt x="512634" y="693442"/>
                </a:moveTo>
                <a:lnTo>
                  <a:pt x="512657" y="694437"/>
                </a:lnTo>
                <a:lnTo>
                  <a:pt x="512769" y="693683"/>
                </a:lnTo>
                <a:close/>
                <a:moveTo>
                  <a:pt x="569120" y="566936"/>
                </a:moveTo>
                <a:lnTo>
                  <a:pt x="571341" y="568038"/>
                </a:lnTo>
                <a:lnTo>
                  <a:pt x="571394" y="567626"/>
                </a:lnTo>
                <a:close/>
                <a:moveTo>
                  <a:pt x="337723" y="1084975"/>
                </a:moveTo>
                <a:lnTo>
                  <a:pt x="338585" y="1088328"/>
                </a:lnTo>
                <a:lnTo>
                  <a:pt x="341696" y="1091667"/>
                </a:lnTo>
                <a:lnTo>
                  <a:pt x="340729" y="1088123"/>
                </a:lnTo>
                <a:close/>
                <a:moveTo>
                  <a:pt x="237657" y="1308852"/>
                </a:moveTo>
                <a:lnTo>
                  <a:pt x="240503" y="1314150"/>
                </a:lnTo>
                <a:lnTo>
                  <a:pt x="243977" y="1316711"/>
                </a:lnTo>
                <a:lnTo>
                  <a:pt x="243440" y="1315149"/>
                </a:lnTo>
                <a:close/>
                <a:moveTo>
                  <a:pt x="466441" y="796501"/>
                </a:moveTo>
                <a:lnTo>
                  <a:pt x="466604" y="798782"/>
                </a:lnTo>
                <a:lnTo>
                  <a:pt x="466837" y="799197"/>
                </a:lnTo>
                <a:lnTo>
                  <a:pt x="467500" y="799612"/>
                </a:lnTo>
                <a:lnTo>
                  <a:pt x="466453" y="796529"/>
                </a:lnTo>
                <a:close/>
                <a:moveTo>
                  <a:pt x="584755" y="531516"/>
                </a:moveTo>
                <a:lnTo>
                  <a:pt x="583095" y="536647"/>
                </a:lnTo>
                <a:lnTo>
                  <a:pt x="586132" y="546173"/>
                </a:lnTo>
                <a:lnTo>
                  <a:pt x="587729" y="534891"/>
                </a:lnTo>
                <a:close/>
                <a:moveTo>
                  <a:pt x="261500" y="1255243"/>
                </a:moveTo>
                <a:lnTo>
                  <a:pt x="262221" y="1257742"/>
                </a:lnTo>
                <a:lnTo>
                  <a:pt x="262473" y="1258312"/>
                </a:lnTo>
                <a:lnTo>
                  <a:pt x="272145" y="1266677"/>
                </a:lnTo>
                <a:lnTo>
                  <a:pt x="271337" y="1265273"/>
                </a:lnTo>
                <a:lnTo>
                  <a:pt x="270558" y="1264104"/>
                </a:lnTo>
                <a:close/>
                <a:moveTo>
                  <a:pt x="553590" y="601149"/>
                </a:moveTo>
                <a:lnTo>
                  <a:pt x="553740" y="601565"/>
                </a:lnTo>
                <a:lnTo>
                  <a:pt x="553705" y="601243"/>
                </a:lnTo>
                <a:close/>
                <a:moveTo>
                  <a:pt x="625708" y="439647"/>
                </a:moveTo>
                <a:lnTo>
                  <a:pt x="625600" y="440179"/>
                </a:lnTo>
                <a:lnTo>
                  <a:pt x="626051" y="441142"/>
                </a:lnTo>
                <a:lnTo>
                  <a:pt x="630941" y="444189"/>
                </a:lnTo>
                <a:lnTo>
                  <a:pt x="631206" y="442328"/>
                </a:lnTo>
                <a:close/>
                <a:moveTo>
                  <a:pt x="559310" y="588276"/>
                </a:moveTo>
                <a:lnTo>
                  <a:pt x="559309" y="593372"/>
                </a:lnTo>
                <a:lnTo>
                  <a:pt x="559510" y="593455"/>
                </a:lnTo>
                <a:lnTo>
                  <a:pt x="559722" y="588437"/>
                </a:lnTo>
                <a:close/>
                <a:moveTo>
                  <a:pt x="571350" y="561152"/>
                </a:moveTo>
                <a:lnTo>
                  <a:pt x="572121" y="561952"/>
                </a:lnTo>
                <a:lnTo>
                  <a:pt x="572220" y="561260"/>
                </a:lnTo>
                <a:close/>
                <a:moveTo>
                  <a:pt x="508256" y="702346"/>
                </a:moveTo>
                <a:lnTo>
                  <a:pt x="508257" y="702352"/>
                </a:lnTo>
                <a:lnTo>
                  <a:pt x="508258" y="702348"/>
                </a:lnTo>
                <a:close/>
                <a:moveTo>
                  <a:pt x="612113" y="469751"/>
                </a:moveTo>
                <a:lnTo>
                  <a:pt x="612569" y="472129"/>
                </a:lnTo>
                <a:lnTo>
                  <a:pt x="612777" y="472212"/>
                </a:lnTo>
                <a:lnTo>
                  <a:pt x="612870" y="470484"/>
                </a:lnTo>
                <a:close/>
                <a:moveTo>
                  <a:pt x="477467" y="771237"/>
                </a:moveTo>
                <a:lnTo>
                  <a:pt x="477490" y="772251"/>
                </a:lnTo>
                <a:lnTo>
                  <a:pt x="477831" y="772384"/>
                </a:lnTo>
                <a:close/>
                <a:moveTo>
                  <a:pt x="346160" y="1065185"/>
                </a:moveTo>
                <a:lnTo>
                  <a:pt x="346190" y="1065355"/>
                </a:lnTo>
                <a:lnTo>
                  <a:pt x="346414" y="1066532"/>
                </a:lnTo>
                <a:lnTo>
                  <a:pt x="346449" y="1066645"/>
                </a:lnTo>
                <a:lnTo>
                  <a:pt x="346272" y="1065331"/>
                </a:lnTo>
                <a:close/>
                <a:moveTo>
                  <a:pt x="310519" y="1144919"/>
                </a:moveTo>
                <a:lnTo>
                  <a:pt x="310903" y="1148036"/>
                </a:lnTo>
                <a:lnTo>
                  <a:pt x="312882" y="1149563"/>
                </a:lnTo>
                <a:close/>
                <a:moveTo>
                  <a:pt x="613464" y="466397"/>
                </a:moveTo>
                <a:lnTo>
                  <a:pt x="613245" y="470443"/>
                </a:lnTo>
                <a:lnTo>
                  <a:pt x="615957" y="472904"/>
                </a:lnTo>
                <a:lnTo>
                  <a:pt x="614995" y="467983"/>
                </a:lnTo>
                <a:close/>
                <a:moveTo>
                  <a:pt x="506624" y="705580"/>
                </a:moveTo>
                <a:lnTo>
                  <a:pt x="507764" y="706598"/>
                </a:lnTo>
                <a:lnTo>
                  <a:pt x="507783" y="706435"/>
                </a:lnTo>
                <a:close/>
                <a:moveTo>
                  <a:pt x="535304" y="641269"/>
                </a:moveTo>
                <a:lnTo>
                  <a:pt x="535374" y="641629"/>
                </a:lnTo>
                <a:lnTo>
                  <a:pt x="538371" y="644734"/>
                </a:lnTo>
                <a:lnTo>
                  <a:pt x="538344" y="643283"/>
                </a:lnTo>
                <a:close/>
                <a:moveTo>
                  <a:pt x="277849" y="1217636"/>
                </a:moveTo>
                <a:lnTo>
                  <a:pt x="281391" y="1224432"/>
                </a:lnTo>
                <a:lnTo>
                  <a:pt x="284096" y="1227079"/>
                </a:lnTo>
                <a:close/>
                <a:moveTo>
                  <a:pt x="560643" y="584350"/>
                </a:moveTo>
                <a:lnTo>
                  <a:pt x="560588" y="585641"/>
                </a:lnTo>
                <a:lnTo>
                  <a:pt x="561335" y="586079"/>
                </a:lnTo>
                <a:lnTo>
                  <a:pt x="562560" y="586586"/>
                </a:lnTo>
                <a:lnTo>
                  <a:pt x="562645" y="586021"/>
                </a:lnTo>
                <a:close/>
                <a:moveTo>
                  <a:pt x="188319" y="1418002"/>
                </a:moveTo>
                <a:lnTo>
                  <a:pt x="192634" y="1425501"/>
                </a:lnTo>
                <a:lnTo>
                  <a:pt x="201646" y="1432011"/>
                </a:lnTo>
                <a:lnTo>
                  <a:pt x="197652" y="1425637"/>
                </a:lnTo>
                <a:lnTo>
                  <a:pt x="194137" y="1421237"/>
                </a:lnTo>
                <a:close/>
                <a:moveTo>
                  <a:pt x="620089" y="451085"/>
                </a:moveTo>
                <a:lnTo>
                  <a:pt x="619749" y="453584"/>
                </a:lnTo>
                <a:lnTo>
                  <a:pt x="621871" y="455796"/>
                </a:lnTo>
                <a:lnTo>
                  <a:pt x="622298" y="453683"/>
                </a:lnTo>
                <a:lnTo>
                  <a:pt x="621959" y="452960"/>
                </a:lnTo>
                <a:close/>
                <a:moveTo>
                  <a:pt x="491087" y="739881"/>
                </a:moveTo>
                <a:lnTo>
                  <a:pt x="490818" y="740674"/>
                </a:lnTo>
                <a:lnTo>
                  <a:pt x="490657" y="741691"/>
                </a:lnTo>
                <a:lnTo>
                  <a:pt x="491739" y="746241"/>
                </a:lnTo>
                <a:lnTo>
                  <a:pt x="491819" y="746270"/>
                </a:lnTo>
                <a:lnTo>
                  <a:pt x="492025" y="742592"/>
                </a:lnTo>
                <a:close/>
                <a:moveTo>
                  <a:pt x="635930" y="415543"/>
                </a:moveTo>
                <a:lnTo>
                  <a:pt x="634295" y="427017"/>
                </a:lnTo>
                <a:lnTo>
                  <a:pt x="635560" y="427911"/>
                </a:lnTo>
                <a:lnTo>
                  <a:pt x="637129" y="416681"/>
                </a:lnTo>
                <a:close/>
                <a:moveTo>
                  <a:pt x="563576" y="577518"/>
                </a:moveTo>
                <a:lnTo>
                  <a:pt x="563729" y="578775"/>
                </a:lnTo>
                <a:lnTo>
                  <a:pt x="563878" y="577780"/>
                </a:lnTo>
                <a:lnTo>
                  <a:pt x="563840" y="577671"/>
                </a:lnTo>
                <a:close/>
                <a:moveTo>
                  <a:pt x="478299" y="768429"/>
                </a:moveTo>
                <a:lnTo>
                  <a:pt x="479563" y="772882"/>
                </a:lnTo>
                <a:lnTo>
                  <a:pt x="479408" y="769824"/>
                </a:lnTo>
                <a:lnTo>
                  <a:pt x="479324" y="769739"/>
                </a:lnTo>
                <a:close/>
                <a:moveTo>
                  <a:pt x="448539" y="835029"/>
                </a:moveTo>
                <a:lnTo>
                  <a:pt x="448360" y="836740"/>
                </a:lnTo>
                <a:lnTo>
                  <a:pt x="448473" y="836844"/>
                </a:lnTo>
                <a:lnTo>
                  <a:pt x="449245" y="835716"/>
                </a:lnTo>
                <a:lnTo>
                  <a:pt x="449211" y="835578"/>
                </a:lnTo>
                <a:close/>
                <a:moveTo>
                  <a:pt x="504926" y="708766"/>
                </a:moveTo>
                <a:lnTo>
                  <a:pt x="504602" y="710350"/>
                </a:lnTo>
                <a:lnTo>
                  <a:pt x="505499" y="711055"/>
                </a:lnTo>
                <a:close/>
                <a:moveTo>
                  <a:pt x="512144" y="692562"/>
                </a:moveTo>
                <a:lnTo>
                  <a:pt x="512084" y="694376"/>
                </a:lnTo>
                <a:lnTo>
                  <a:pt x="512463" y="694913"/>
                </a:lnTo>
                <a:lnTo>
                  <a:pt x="512420" y="693057"/>
                </a:lnTo>
                <a:close/>
                <a:moveTo>
                  <a:pt x="545006" y="618944"/>
                </a:moveTo>
                <a:lnTo>
                  <a:pt x="545239" y="620491"/>
                </a:lnTo>
                <a:lnTo>
                  <a:pt x="546547" y="621769"/>
                </a:lnTo>
                <a:lnTo>
                  <a:pt x="546978" y="621860"/>
                </a:lnTo>
                <a:lnTo>
                  <a:pt x="546932" y="620259"/>
                </a:lnTo>
                <a:close/>
                <a:moveTo>
                  <a:pt x="180792" y="1434454"/>
                </a:moveTo>
                <a:lnTo>
                  <a:pt x="206416" y="1452990"/>
                </a:lnTo>
                <a:lnTo>
                  <a:pt x="204714" y="1450031"/>
                </a:lnTo>
                <a:close/>
                <a:moveTo>
                  <a:pt x="545271" y="618193"/>
                </a:moveTo>
                <a:lnTo>
                  <a:pt x="546485" y="618954"/>
                </a:lnTo>
                <a:lnTo>
                  <a:pt x="545408" y="618217"/>
                </a:lnTo>
                <a:close/>
                <a:moveTo>
                  <a:pt x="490989" y="739594"/>
                </a:moveTo>
                <a:lnTo>
                  <a:pt x="490987" y="739610"/>
                </a:lnTo>
                <a:lnTo>
                  <a:pt x="490990" y="739598"/>
                </a:lnTo>
                <a:close/>
                <a:moveTo>
                  <a:pt x="595545" y="505468"/>
                </a:moveTo>
                <a:lnTo>
                  <a:pt x="595610" y="510586"/>
                </a:lnTo>
                <a:lnTo>
                  <a:pt x="598504" y="522822"/>
                </a:lnTo>
                <a:lnTo>
                  <a:pt x="597757" y="515095"/>
                </a:lnTo>
                <a:lnTo>
                  <a:pt x="597910" y="514856"/>
                </a:lnTo>
                <a:lnTo>
                  <a:pt x="598802" y="524079"/>
                </a:lnTo>
                <a:lnTo>
                  <a:pt x="599294" y="526162"/>
                </a:lnTo>
                <a:lnTo>
                  <a:pt x="600095" y="524138"/>
                </a:lnTo>
                <a:lnTo>
                  <a:pt x="602032" y="510538"/>
                </a:lnTo>
                <a:close/>
                <a:moveTo>
                  <a:pt x="474521" y="776458"/>
                </a:moveTo>
                <a:lnTo>
                  <a:pt x="475070" y="780480"/>
                </a:lnTo>
                <a:lnTo>
                  <a:pt x="476709" y="781822"/>
                </a:lnTo>
                <a:lnTo>
                  <a:pt x="477063" y="780734"/>
                </a:lnTo>
                <a:lnTo>
                  <a:pt x="476991" y="777480"/>
                </a:lnTo>
                <a:close/>
                <a:moveTo>
                  <a:pt x="250201" y="1278727"/>
                </a:moveTo>
                <a:lnTo>
                  <a:pt x="254955" y="1286966"/>
                </a:lnTo>
                <a:lnTo>
                  <a:pt x="267629" y="1297512"/>
                </a:lnTo>
                <a:lnTo>
                  <a:pt x="271734" y="1298597"/>
                </a:lnTo>
                <a:lnTo>
                  <a:pt x="271701" y="1298483"/>
                </a:lnTo>
                <a:lnTo>
                  <a:pt x="263655" y="1288631"/>
                </a:lnTo>
                <a:lnTo>
                  <a:pt x="259298" y="1286039"/>
                </a:lnTo>
                <a:close/>
                <a:moveTo>
                  <a:pt x="638334" y="409616"/>
                </a:moveTo>
                <a:lnTo>
                  <a:pt x="637909" y="412664"/>
                </a:lnTo>
                <a:lnTo>
                  <a:pt x="638242" y="414885"/>
                </a:lnTo>
                <a:lnTo>
                  <a:pt x="642307" y="419095"/>
                </a:lnTo>
                <a:lnTo>
                  <a:pt x="644194" y="414504"/>
                </a:lnTo>
                <a:close/>
                <a:moveTo>
                  <a:pt x="336045" y="1086429"/>
                </a:moveTo>
                <a:lnTo>
                  <a:pt x="337780" y="1091466"/>
                </a:lnTo>
                <a:lnTo>
                  <a:pt x="339287" y="1093017"/>
                </a:lnTo>
                <a:lnTo>
                  <a:pt x="338184" y="1088722"/>
                </a:lnTo>
                <a:close/>
                <a:moveTo>
                  <a:pt x="453924" y="822461"/>
                </a:moveTo>
                <a:lnTo>
                  <a:pt x="454863" y="827507"/>
                </a:lnTo>
                <a:lnTo>
                  <a:pt x="455275" y="826904"/>
                </a:lnTo>
                <a:lnTo>
                  <a:pt x="454314" y="823258"/>
                </a:lnTo>
                <a:close/>
                <a:moveTo>
                  <a:pt x="454526" y="821104"/>
                </a:moveTo>
                <a:lnTo>
                  <a:pt x="454892" y="822496"/>
                </a:lnTo>
                <a:lnTo>
                  <a:pt x="455966" y="823824"/>
                </a:lnTo>
                <a:lnTo>
                  <a:pt x="455736" y="821906"/>
                </a:lnTo>
                <a:close/>
                <a:moveTo>
                  <a:pt x="492685" y="735553"/>
                </a:moveTo>
                <a:lnTo>
                  <a:pt x="492551" y="738713"/>
                </a:lnTo>
                <a:lnTo>
                  <a:pt x="493249" y="740737"/>
                </a:lnTo>
                <a:lnTo>
                  <a:pt x="492999" y="735784"/>
                </a:lnTo>
                <a:close/>
                <a:moveTo>
                  <a:pt x="289973" y="1189423"/>
                </a:moveTo>
                <a:lnTo>
                  <a:pt x="293174" y="1197190"/>
                </a:lnTo>
                <a:lnTo>
                  <a:pt x="296207" y="1202329"/>
                </a:lnTo>
                <a:lnTo>
                  <a:pt x="297785" y="1203172"/>
                </a:lnTo>
                <a:lnTo>
                  <a:pt x="294508" y="1192686"/>
                </a:lnTo>
                <a:close/>
                <a:moveTo>
                  <a:pt x="538519" y="632877"/>
                </a:moveTo>
                <a:lnTo>
                  <a:pt x="538680" y="641391"/>
                </a:lnTo>
                <a:lnTo>
                  <a:pt x="544087" y="644973"/>
                </a:lnTo>
                <a:lnTo>
                  <a:pt x="544721" y="640431"/>
                </a:lnTo>
                <a:lnTo>
                  <a:pt x="543937" y="635216"/>
                </a:lnTo>
                <a:close/>
                <a:moveTo>
                  <a:pt x="468620" y="789249"/>
                </a:moveTo>
                <a:lnTo>
                  <a:pt x="469016" y="790844"/>
                </a:lnTo>
                <a:lnTo>
                  <a:pt x="469610" y="791055"/>
                </a:lnTo>
                <a:close/>
                <a:moveTo>
                  <a:pt x="476157" y="772174"/>
                </a:moveTo>
                <a:lnTo>
                  <a:pt x="476907" y="773706"/>
                </a:lnTo>
                <a:lnTo>
                  <a:pt x="476879" y="772455"/>
                </a:lnTo>
                <a:close/>
                <a:moveTo>
                  <a:pt x="560709" y="582807"/>
                </a:moveTo>
                <a:lnTo>
                  <a:pt x="560662" y="583899"/>
                </a:lnTo>
                <a:lnTo>
                  <a:pt x="562707" y="585604"/>
                </a:lnTo>
                <a:lnTo>
                  <a:pt x="562851" y="584645"/>
                </a:lnTo>
                <a:lnTo>
                  <a:pt x="561008" y="582898"/>
                </a:lnTo>
                <a:close/>
                <a:moveTo>
                  <a:pt x="505387" y="706653"/>
                </a:moveTo>
                <a:lnTo>
                  <a:pt x="505285" y="707013"/>
                </a:lnTo>
                <a:lnTo>
                  <a:pt x="505215" y="707353"/>
                </a:lnTo>
                <a:lnTo>
                  <a:pt x="506301" y="711684"/>
                </a:lnTo>
                <a:lnTo>
                  <a:pt x="507100" y="712313"/>
                </a:lnTo>
                <a:lnTo>
                  <a:pt x="507535" y="708570"/>
                </a:lnTo>
                <a:close/>
                <a:moveTo>
                  <a:pt x="524756" y="663260"/>
                </a:moveTo>
                <a:lnTo>
                  <a:pt x="529513" y="667842"/>
                </a:lnTo>
                <a:lnTo>
                  <a:pt x="528767" y="663634"/>
                </a:lnTo>
                <a:close/>
                <a:moveTo>
                  <a:pt x="360088" y="1031979"/>
                </a:moveTo>
                <a:lnTo>
                  <a:pt x="360072" y="1032336"/>
                </a:lnTo>
                <a:lnTo>
                  <a:pt x="361415" y="1034955"/>
                </a:lnTo>
                <a:lnTo>
                  <a:pt x="361380" y="1034844"/>
                </a:lnTo>
                <a:lnTo>
                  <a:pt x="360626" y="1033197"/>
                </a:lnTo>
                <a:close/>
                <a:moveTo>
                  <a:pt x="563460" y="576570"/>
                </a:moveTo>
                <a:lnTo>
                  <a:pt x="563515" y="577022"/>
                </a:lnTo>
                <a:lnTo>
                  <a:pt x="563643" y="577099"/>
                </a:lnTo>
                <a:close/>
                <a:moveTo>
                  <a:pt x="626637" y="435057"/>
                </a:moveTo>
                <a:lnTo>
                  <a:pt x="625892" y="438738"/>
                </a:lnTo>
                <a:lnTo>
                  <a:pt x="631339" y="441393"/>
                </a:lnTo>
                <a:lnTo>
                  <a:pt x="631625" y="439385"/>
                </a:lnTo>
                <a:close/>
                <a:moveTo>
                  <a:pt x="636215" y="413537"/>
                </a:moveTo>
                <a:lnTo>
                  <a:pt x="635953" y="415385"/>
                </a:lnTo>
                <a:lnTo>
                  <a:pt x="637151" y="416523"/>
                </a:lnTo>
                <a:lnTo>
                  <a:pt x="637397" y="414762"/>
                </a:lnTo>
                <a:close/>
                <a:moveTo>
                  <a:pt x="559310" y="585711"/>
                </a:moveTo>
                <a:lnTo>
                  <a:pt x="559310" y="587833"/>
                </a:lnTo>
                <a:lnTo>
                  <a:pt x="559741" y="588002"/>
                </a:lnTo>
                <a:lnTo>
                  <a:pt x="559830" y="585925"/>
                </a:lnTo>
                <a:close/>
                <a:moveTo>
                  <a:pt x="477418" y="769031"/>
                </a:moveTo>
                <a:lnTo>
                  <a:pt x="477442" y="770082"/>
                </a:lnTo>
                <a:lnTo>
                  <a:pt x="478219" y="772536"/>
                </a:lnTo>
                <a:lnTo>
                  <a:pt x="478512" y="772651"/>
                </a:lnTo>
                <a:close/>
                <a:moveTo>
                  <a:pt x="474159" y="776310"/>
                </a:moveTo>
                <a:lnTo>
                  <a:pt x="474514" y="778257"/>
                </a:lnTo>
                <a:lnTo>
                  <a:pt x="474254" y="776348"/>
                </a:lnTo>
                <a:close/>
                <a:moveTo>
                  <a:pt x="266112" y="1241795"/>
                </a:moveTo>
                <a:lnTo>
                  <a:pt x="267123" y="1243986"/>
                </a:lnTo>
                <a:lnTo>
                  <a:pt x="268619" y="1245747"/>
                </a:lnTo>
                <a:lnTo>
                  <a:pt x="279492" y="1258204"/>
                </a:lnTo>
                <a:lnTo>
                  <a:pt x="279146" y="1257474"/>
                </a:lnTo>
                <a:lnTo>
                  <a:pt x="267311" y="1242662"/>
                </a:lnTo>
                <a:close/>
                <a:moveTo>
                  <a:pt x="620470" y="448281"/>
                </a:moveTo>
                <a:lnTo>
                  <a:pt x="620228" y="450055"/>
                </a:lnTo>
                <a:lnTo>
                  <a:pt x="621269" y="451098"/>
                </a:lnTo>
                <a:close/>
                <a:moveTo>
                  <a:pt x="559310" y="585158"/>
                </a:moveTo>
                <a:lnTo>
                  <a:pt x="559310" y="585241"/>
                </a:lnTo>
                <a:lnTo>
                  <a:pt x="559777" y="585434"/>
                </a:lnTo>
                <a:lnTo>
                  <a:pt x="559647" y="585355"/>
                </a:lnTo>
                <a:close/>
                <a:moveTo>
                  <a:pt x="588711" y="519293"/>
                </a:moveTo>
                <a:lnTo>
                  <a:pt x="587567" y="522828"/>
                </a:lnTo>
                <a:lnTo>
                  <a:pt x="588781" y="524007"/>
                </a:lnTo>
                <a:lnTo>
                  <a:pt x="588909" y="524003"/>
                </a:lnTo>
                <a:lnTo>
                  <a:pt x="589238" y="524243"/>
                </a:lnTo>
                <a:lnTo>
                  <a:pt x="589808" y="520215"/>
                </a:lnTo>
                <a:close/>
                <a:moveTo>
                  <a:pt x="573576" y="553110"/>
                </a:moveTo>
                <a:lnTo>
                  <a:pt x="573211" y="555971"/>
                </a:lnTo>
                <a:lnTo>
                  <a:pt x="573670" y="557301"/>
                </a:lnTo>
                <a:close/>
                <a:moveTo>
                  <a:pt x="261994" y="1250678"/>
                </a:moveTo>
                <a:lnTo>
                  <a:pt x="268887" y="1261015"/>
                </a:lnTo>
                <a:lnTo>
                  <a:pt x="263426" y="1251522"/>
                </a:lnTo>
                <a:close/>
                <a:moveTo>
                  <a:pt x="360136" y="1030889"/>
                </a:moveTo>
                <a:lnTo>
                  <a:pt x="360123" y="1031181"/>
                </a:lnTo>
                <a:lnTo>
                  <a:pt x="360458" y="1031912"/>
                </a:lnTo>
                <a:close/>
                <a:moveTo>
                  <a:pt x="289563" y="1188426"/>
                </a:moveTo>
                <a:lnTo>
                  <a:pt x="289771" y="1188931"/>
                </a:lnTo>
                <a:lnTo>
                  <a:pt x="294368" y="1192240"/>
                </a:lnTo>
                <a:lnTo>
                  <a:pt x="294304" y="1192034"/>
                </a:lnTo>
                <a:close/>
                <a:moveTo>
                  <a:pt x="604477" y="483178"/>
                </a:moveTo>
                <a:lnTo>
                  <a:pt x="604533" y="488385"/>
                </a:lnTo>
                <a:lnTo>
                  <a:pt x="605033" y="489452"/>
                </a:lnTo>
                <a:lnTo>
                  <a:pt x="605834" y="483839"/>
                </a:lnTo>
                <a:close/>
                <a:moveTo>
                  <a:pt x="195231" y="1399549"/>
                </a:moveTo>
                <a:lnTo>
                  <a:pt x="202604" y="1411726"/>
                </a:lnTo>
                <a:lnTo>
                  <a:pt x="234399" y="1432340"/>
                </a:lnTo>
                <a:lnTo>
                  <a:pt x="233506" y="1431616"/>
                </a:lnTo>
                <a:lnTo>
                  <a:pt x="205163" y="1411507"/>
                </a:lnTo>
                <a:lnTo>
                  <a:pt x="205079" y="1411080"/>
                </a:lnTo>
                <a:lnTo>
                  <a:pt x="229864" y="1428666"/>
                </a:lnTo>
                <a:lnTo>
                  <a:pt x="228241" y="1427352"/>
                </a:lnTo>
                <a:lnTo>
                  <a:pt x="228203" y="1427181"/>
                </a:lnTo>
                <a:lnTo>
                  <a:pt x="231253" y="1429651"/>
                </a:lnTo>
                <a:lnTo>
                  <a:pt x="231520" y="1429841"/>
                </a:lnTo>
                <a:lnTo>
                  <a:pt x="244939" y="1439046"/>
                </a:lnTo>
                <a:lnTo>
                  <a:pt x="244749" y="1438617"/>
                </a:lnTo>
                <a:lnTo>
                  <a:pt x="224017" y="1412297"/>
                </a:lnTo>
                <a:lnTo>
                  <a:pt x="222384" y="1410895"/>
                </a:lnTo>
                <a:lnTo>
                  <a:pt x="222338" y="1410445"/>
                </a:lnTo>
                <a:close/>
                <a:moveTo>
                  <a:pt x="238515" y="1302523"/>
                </a:moveTo>
                <a:lnTo>
                  <a:pt x="239748" y="1304418"/>
                </a:lnTo>
                <a:lnTo>
                  <a:pt x="239644" y="1304115"/>
                </a:lnTo>
                <a:lnTo>
                  <a:pt x="238951" y="1302769"/>
                </a:lnTo>
                <a:close/>
                <a:moveTo>
                  <a:pt x="490519" y="738231"/>
                </a:moveTo>
                <a:lnTo>
                  <a:pt x="490289" y="740142"/>
                </a:lnTo>
                <a:lnTo>
                  <a:pt x="490501" y="741033"/>
                </a:lnTo>
                <a:lnTo>
                  <a:pt x="490517" y="740986"/>
                </a:lnTo>
                <a:lnTo>
                  <a:pt x="490816" y="739093"/>
                </a:lnTo>
                <a:close/>
                <a:moveTo>
                  <a:pt x="552206" y="600014"/>
                </a:moveTo>
                <a:lnTo>
                  <a:pt x="552207" y="600115"/>
                </a:lnTo>
                <a:lnTo>
                  <a:pt x="552210" y="600017"/>
                </a:lnTo>
                <a:close/>
                <a:moveTo>
                  <a:pt x="232013" y="1316846"/>
                </a:moveTo>
                <a:lnTo>
                  <a:pt x="237557" y="1322322"/>
                </a:lnTo>
                <a:lnTo>
                  <a:pt x="235753" y="1318964"/>
                </a:lnTo>
                <a:close/>
                <a:moveTo>
                  <a:pt x="507076" y="700668"/>
                </a:moveTo>
                <a:lnTo>
                  <a:pt x="506831" y="701535"/>
                </a:lnTo>
                <a:lnTo>
                  <a:pt x="507240" y="701838"/>
                </a:lnTo>
                <a:lnTo>
                  <a:pt x="507100" y="700702"/>
                </a:lnTo>
                <a:close/>
                <a:moveTo>
                  <a:pt x="340556" y="1073490"/>
                </a:moveTo>
                <a:lnTo>
                  <a:pt x="340568" y="1073541"/>
                </a:lnTo>
                <a:lnTo>
                  <a:pt x="340839" y="1073988"/>
                </a:lnTo>
                <a:lnTo>
                  <a:pt x="340835" y="1073904"/>
                </a:lnTo>
                <a:close/>
                <a:moveTo>
                  <a:pt x="453551" y="820459"/>
                </a:moveTo>
                <a:lnTo>
                  <a:pt x="453642" y="820949"/>
                </a:lnTo>
                <a:lnTo>
                  <a:pt x="453736" y="821064"/>
                </a:lnTo>
                <a:lnTo>
                  <a:pt x="453582" y="820479"/>
                </a:lnTo>
                <a:close/>
                <a:moveTo>
                  <a:pt x="491724" y="734949"/>
                </a:moveTo>
                <a:lnTo>
                  <a:pt x="491575" y="735889"/>
                </a:lnTo>
                <a:lnTo>
                  <a:pt x="492283" y="737940"/>
                </a:lnTo>
                <a:lnTo>
                  <a:pt x="492428" y="735362"/>
                </a:lnTo>
                <a:lnTo>
                  <a:pt x="492146" y="735155"/>
                </a:lnTo>
                <a:close/>
                <a:moveTo>
                  <a:pt x="491739" y="734854"/>
                </a:moveTo>
                <a:lnTo>
                  <a:pt x="491726" y="734935"/>
                </a:lnTo>
                <a:lnTo>
                  <a:pt x="492101" y="735121"/>
                </a:lnTo>
                <a:close/>
                <a:moveTo>
                  <a:pt x="356133" y="1038476"/>
                </a:moveTo>
                <a:lnTo>
                  <a:pt x="356443" y="1039402"/>
                </a:lnTo>
                <a:lnTo>
                  <a:pt x="357155" y="1040188"/>
                </a:lnTo>
                <a:lnTo>
                  <a:pt x="357130" y="1040068"/>
                </a:lnTo>
                <a:close/>
                <a:moveTo>
                  <a:pt x="573885" y="550834"/>
                </a:moveTo>
                <a:lnTo>
                  <a:pt x="574055" y="558417"/>
                </a:lnTo>
                <a:lnTo>
                  <a:pt x="574751" y="560434"/>
                </a:lnTo>
                <a:lnTo>
                  <a:pt x="577519" y="551884"/>
                </a:lnTo>
                <a:close/>
                <a:moveTo>
                  <a:pt x="360700" y="1028187"/>
                </a:moveTo>
                <a:lnTo>
                  <a:pt x="362406" y="1033616"/>
                </a:lnTo>
                <a:lnTo>
                  <a:pt x="362529" y="1033097"/>
                </a:lnTo>
                <a:lnTo>
                  <a:pt x="362427" y="1032035"/>
                </a:lnTo>
                <a:lnTo>
                  <a:pt x="362344" y="1030324"/>
                </a:lnTo>
                <a:lnTo>
                  <a:pt x="361998" y="1029720"/>
                </a:lnTo>
                <a:lnTo>
                  <a:pt x="361603" y="1029263"/>
                </a:lnTo>
                <a:close/>
                <a:moveTo>
                  <a:pt x="637322" y="408773"/>
                </a:moveTo>
                <a:lnTo>
                  <a:pt x="637795" y="411913"/>
                </a:lnTo>
                <a:lnTo>
                  <a:pt x="638138" y="409454"/>
                </a:lnTo>
                <a:close/>
                <a:moveTo>
                  <a:pt x="613728" y="461505"/>
                </a:moveTo>
                <a:lnTo>
                  <a:pt x="613492" y="465866"/>
                </a:lnTo>
                <a:lnTo>
                  <a:pt x="614858" y="467280"/>
                </a:lnTo>
                <a:close/>
                <a:moveTo>
                  <a:pt x="665659" y="345169"/>
                </a:moveTo>
                <a:lnTo>
                  <a:pt x="663603" y="354672"/>
                </a:lnTo>
                <a:lnTo>
                  <a:pt x="661928" y="362940"/>
                </a:lnTo>
                <a:lnTo>
                  <a:pt x="668618" y="370616"/>
                </a:lnTo>
                <a:lnTo>
                  <a:pt x="670948" y="360148"/>
                </a:lnTo>
                <a:lnTo>
                  <a:pt x="672874" y="352015"/>
                </a:lnTo>
                <a:close/>
                <a:moveTo>
                  <a:pt x="590892" y="512556"/>
                </a:moveTo>
                <a:lnTo>
                  <a:pt x="588921" y="518646"/>
                </a:lnTo>
                <a:lnTo>
                  <a:pt x="589912" y="519484"/>
                </a:lnTo>
                <a:close/>
                <a:moveTo>
                  <a:pt x="565367" y="569694"/>
                </a:moveTo>
                <a:lnTo>
                  <a:pt x="564637" y="574573"/>
                </a:lnTo>
                <a:lnTo>
                  <a:pt x="565994" y="578501"/>
                </a:lnTo>
                <a:lnTo>
                  <a:pt x="567418" y="579351"/>
                </a:lnTo>
                <a:lnTo>
                  <a:pt x="568702" y="575170"/>
                </a:lnTo>
                <a:lnTo>
                  <a:pt x="569036" y="574941"/>
                </a:lnTo>
                <a:lnTo>
                  <a:pt x="567638" y="579482"/>
                </a:lnTo>
                <a:lnTo>
                  <a:pt x="568434" y="579957"/>
                </a:lnTo>
                <a:lnTo>
                  <a:pt x="570255" y="574328"/>
                </a:lnTo>
                <a:close/>
                <a:moveTo>
                  <a:pt x="559310" y="583239"/>
                </a:moveTo>
                <a:lnTo>
                  <a:pt x="559310" y="584893"/>
                </a:lnTo>
                <a:lnTo>
                  <a:pt x="559861" y="585214"/>
                </a:lnTo>
                <a:lnTo>
                  <a:pt x="559923" y="583750"/>
                </a:lnTo>
                <a:close/>
                <a:moveTo>
                  <a:pt x="607855" y="474411"/>
                </a:moveTo>
                <a:lnTo>
                  <a:pt x="606567" y="483451"/>
                </a:lnTo>
                <a:lnTo>
                  <a:pt x="612026" y="486113"/>
                </a:lnTo>
                <a:lnTo>
                  <a:pt x="612545" y="476506"/>
                </a:lnTo>
                <a:close/>
                <a:moveTo>
                  <a:pt x="263961" y="1244270"/>
                </a:moveTo>
                <a:lnTo>
                  <a:pt x="268555" y="1254268"/>
                </a:lnTo>
                <a:lnTo>
                  <a:pt x="269740" y="1254967"/>
                </a:lnTo>
                <a:lnTo>
                  <a:pt x="271837" y="1256165"/>
                </a:lnTo>
                <a:lnTo>
                  <a:pt x="269312" y="1250697"/>
                </a:lnTo>
                <a:lnTo>
                  <a:pt x="266409" y="1246897"/>
                </a:lnTo>
                <a:close/>
                <a:moveTo>
                  <a:pt x="519295" y="672495"/>
                </a:moveTo>
                <a:lnTo>
                  <a:pt x="519945" y="676549"/>
                </a:lnTo>
                <a:lnTo>
                  <a:pt x="523157" y="678995"/>
                </a:lnTo>
                <a:lnTo>
                  <a:pt x="524914" y="679865"/>
                </a:lnTo>
                <a:lnTo>
                  <a:pt x="524970" y="679181"/>
                </a:lnTo>
                <a:lnTo>
                  <a:pt x="524891" y="678131"/>
                </a:lnTo>
                <a:lnTo>
                  <a:pt x="524383" y="674971"/>
                </a:lnTo>
                <a:lnTo>
                  <a:pt x="524261" y="674569"/>
                </a:lnTo>
                <a:lnTo>
                  <a:pt x="523808" y="673647"/>
                </a:lnTo>
                <a:close/>
                <a:moveTo>
                  <a:pt x="594293" y="504490"/>
                </a:moveTo>
                <a:lnTo>
                  <a:pt x="594872" y="507452"/>
                </a:lnTo>
                <a:lnTo>
                  <a:pt x="594939" y="504995"/>
                </a:lnTo>
                <a:close/>
                <a:moveTo>
                  <a:pt x="560861" y="579236"/>
                </a:moveTo>
                <a:lnTo>
                  <a:pt x="560840" y="579720"/>
                </a:lnTo>
                <a:lnTo>
                  <a:pt x="563246" y="582000"/>
                </a:lnTo>
                <a:lnTo>
                  <a:pt x="563478" y="580454"/>
                </a:lnTo>
                <a:lnTo>
                  <a:pt x="563456" y="580249"/>
                </a:lnTo>
                <a:close/>
                <a:moveTo>
                  <a:pt x="547325" y="609481"/>
                </a:moveTo>
                <a:lnTo>
                  <a:pt x="547555" y="618152"/>
                </a:lnTo>
                <a:lnTo>
                  <a:pt x="547829" y="618189"/>
                </a:lnTo>
                <a:lnTo>
                  <a:pt x="548135" y="615998"/>
                </a:lnTo>
                <a:lnTo>
                  <a:pt x="548136" y="609825"/>
                </a:lnTo>
                <a:close/>
                <a:moveTo>
                  <a:pt x="636889" y="408812"/>
                </a:moveTo>
                <a:lnTo>
                  <a:pt x="636336" y="412692"/>
                </a:lnTo>
                <a:lnTo>
                  <a:pt x="637240" y="413845"/>
                </a:lnTo>
                <a:lnTo>
                  <a:pt x="637489" y="414105"/>
                </a:lnTo>
                <a:lnTo>
                  <a:pt x="637583" y="413426"/>
                </a:lnTo>
                <a:close/>
                <a:moveTo>
                  <a:pt x="666010" y="343546"/>
                </a:moveTo>
                <a:lnTo>
                  <a:pt x="665702" y="344969"/>
                </a:lnTo>
                <a:lnTo>
                  <a:pt x="672921" y="351819"/>
                </a:lnTo>
                <a:lnTo>
                  <a:pt x="672925" y="351802"/>
                </a:lnTo>
                <a:close/>
                <a:moveTo>
                  <a:pt x="559310" y="582384"/>
                </a:moveTo>
                <a:lnTo>
                  <a:pt x="559310" y="582771"/>
                </a:lnTo>
                <a:lnTo>
                  <a:pt x="559943" y="583298"/>
                </a:lnTo>
                <a:lnTo>
                  <a:pt x="559972" y="582584"/>
                </a:lnTo>
                <a:close/>
                <a:moveTo>
                  <a:pt x="271301" y="1227170"/>
                </a:moveTo>
                <a:lnTo>
                  <a:pt x="272875" y="1229571"/>
                </a:lnTo>
                <a:lnTo>
                  <a:pt x="272759" y="1229067"/>
                </a:lnTo>
                <a:lnTo>
                  <a:pt x="271647" y="1227461"/>
                </a:lnTo>
                <a:close/>
                <a:moveTo>
                  <a:pt x="574083" y="549145"/>
                </a:moveTo>
                <a:lnTo>
                  <a:pt x="573897" y="550598"/>
                </a:lnTo>
                <a:lnTo>
                  <a:pt x="577590" y="551665"/>
                </a:lnTo>
                <a:lnTo>
                  <a:pt x="577966" y="550502"/>
                </a:lnTo>
                <a:close/>
                <a:moveTo>
                  <a:pt x="265417" y="1240291"/>
                </a:moveTo>
                <a:lnTo>
                  <a:pt x="265895" y="1241327"/>
                </a:lnTo>
                <a:lnTo>
                  <a:pt x="266721" y="1241923"/>
                </a:lnTo>
                <a:close/>
                <a:moveTo>
                  <a:pt x="595572" y="500939"/>
                </a:moveTo>
                <a:lnTo>
                  <a:pt x="595551" y="501701"/>
                </a:lnTo>
                <a:lnTo>
                  <a:pt x="602534" y="507019"/>
                </a:lnTo>
                <a:lnTo>
                  <a:pt x="602685" y="505954"/>
                </a:lnTo>
                <a:lnTo>
                  <a:pt x="600690" y="503689"/>
                </a:lnTo>
                <a:close/>
                <a:moveTo>
                  <a:pt x="543340" y="617873"/>
                </a:moveTo>
                <a:lnTo>
                  <a:pt x="544351" y="619429"/>
                </a:lnTo>
                <a:lnTo>
                  <a:pt x="544209" y="618399"/>
                </a:lnTo>
                <a:lnTo>
                  <a:pt x="543466" y="617891"/>
                </a:lnTo>
                <a:close/>
                <a:moveTo>
                  <a:pt x="491156" y="734675"/>
                </a:moveTo>
                <a:lnTo>
                  <a:pt x="491403" y="735388"/>
                </a:lnTo>
                <a:lnTo>
                  <a:pt x="491490" y="734837"/>
                </a:lnTo>
                <a:close/>
                <a:moveTo>
                  <a:pt x="521822" y="665993"/>
                </a:moveTo>
                <a:lnTo>
                  <a:pt x="523415" y="671229"/>
                </a:lnTo>
                <a:lnTo>
                  <a:pt x="523798" y="671327"/>
                </a:lnTo>
                <a:lnTo>
                  <a:pt x="523568" y="669893"/>
                </a:lnTo>
                <a:lnTo>
                  <a:pt x="521978" y="666143"/>
                </a:lnTo>
                <a:close/>
                <a:moveTo>
                  <a:pt x="242499" y="1291399"/>
                </a:moveTo>
                <a:lnTo>
                  <a:pt x="242560" y="1291574"/>
                </a:lnTo>
                <a:lnTo>
                  <a:pt x="242731" y="1291683"/>
                </a:lnTo>
                <a:close/>
                <a:moveTo>
                  <a:pt x="486147" y="745803"/>
                </a:moveTo>
                <a:lnTo>
                  <a:pt x="486195" y="746295"/>
                </a:lnTo>
                <a:lnTo>
                  <a:pt x="486822" y="747232"/>
                </a:lnTo>
                <a:lnTo>
                  <a:pt x="486591" y="745962"/>
                </a:lnTo>
                <a:close/>
                <a:moveTo>
                  <a:pt x="240760" y="1295245"/>
                </a:moveTo>
                <a:lnTo>
                  <a:pt x="242313" y="1298265"/>
                </a:lnTo>
                <a:lnTo>
                  <a:pt x="244901" y="1300012"/>
                </a:lnTo>
                <a:lnTo>
                  <a:pt x="244225" y="1298050"/>
                </a:lnTo>
                <a:lnTo>
                  <a:pt x="242374" y="1295941"/>
                </a:lnTo>
                <a:close/>
                <a:moveTo>
                  <a:pt x="628079" y="427935"/>
                </a:moveTo>
                <a:lnTo>
                  <a:pt x="626667" y="434906"/>
                </a:lnTo>
                <a:lnTo>
                  <a:pt x="631647" y="439226"/>
                </a:lnTo>
                <a:lnTo>
                  <a:pt x="632764" y="431391"/>
                </a:lnTo>
                <a:close/>
                <a:moveTo>
                  <a:pt x="446873" y="833670"/>
                </a:moveTo>
                <a:lnTo>
                  <a:pt x="446822" y="834271"/>
                </a:lnTo>
                <a:lnTo>
                  <a:pt x="447187" y="835521"/>
                </a:lnTo>
                <a:lnTo>
                  <a:pt x="447364" y="834070"/>
                </a:lnTo>
                <a:close/>
                <a:moveTo>
                  <a:pt x="246925" y="1281343"/>
                </a:moveTo>
                <a:lnTo>
                  <a:pt x="249960" y="1286049"/>
                </a:lnTo>
                <a:lnTo>
                  <a:pt x="252130" y="1289316"/>
                </a:lnTo>
                <a:lnTo>
                  <a:pt x="253418" y="1290323"/>
                </a:lnTo>
                <a:lnTo>
                  <a:pt x="249900" y="1284030"/>
                </a:lnTo>
                <a:close/>
                <a:moveTo>
                  <a:pt x="516876" y="676745"/>
                </a:moveTo>
                <a:lnTo>
                  <a:pt x="516920" y="677339"/>
                </a:lnTo>
                <a:lnTo>
                  <a:pt x="517323" y="678287"/>
                </a:lnTo>
                <a:lnTo>
                  <a:pt x="518801" y="679308"/>
                </a:lnTo>
                <a:lnTo>
                  <a:pt x="518934" y="679438"/>
                </a:lnTo>
                <a:lnTo>
                  <a:pt x="518729" y="678157"/>
                </a:lnTo>
                <a:close/>
                <a:moveTo>
                  <a:pt x="246737" y="1281565"/>
                </a:moveTo>
                <a:lnTo>
                  <a:pt x="248974" y="1286849"/>
                </a:lnTo>
                <a:lnTo>
                  <a:pt x="251337" y="1288696"/>
                </a:lnTo>
                <a:close/>
                <a:moveTo>
                  <a:pt x="592813" y="506621"/>
                </a:moveTo>
                <a:lnTo>
                  <a:pt x="591243" y="511472"/>
                </a:lnTo>
                <a:lnTo>
                  <a:pt x="590088" y="519633"/>
                </a:lnTo>
                <a:lnTo>
                  <a:pt x="594441" y="523313"/>
                </a:lnTo>
                <a:lnTo>
                  <a:pt x="594680" y="514514"/>
                </a:lnTo>
                <a:close/>
                <a:moveTo>
                  <a:pt x="573845" y="549062"/>
                </a:moveTo>
                <a:lnTo>
                  <a:pt x="573859" y="549673"/>
                </a:lnTo>
                <a:lnTo>
                  <a:pt x="573941" y="549095"/>
                </a:lnTo>
                <a:close/>
                <a:moveTo>
                  <a:pt x="547298" y="608449"/>
                </a:moveTo>
                <a:lnTo>
                  <a:pt x="547315" y="609065"/>
                </a:lnTo>
                <a:lnTo>
                  <a:pt x="548136" y="609402"/>
                </a:lnTo>
                <a:lnTo>
                  <a:pt x="548137" y="608806"/>
                </a:lnTo>
                <a:close/>
                <a:moveTo>
                  <a:pt x="241335" y="1293520"/>
                </a:moveTo>
                <a:lnTo>
                  <a:pt x="243525" y="1296014"/>
                </a:lnTo>
                <a:lnTo>
                  <a:pt x="243362" y="1295540"/>
                </a:lnTo>
                <a:close/>
                <a:moveTo>
                  <a:pt x="491041" y="734340"/>
                </a:moveTo>
                <a:lnTo>
                  <a:pt x="491148" y="734648"/>
                </a:lnTo>
                <a:lnTo>
                  <a:pt x="491493" y="734820"/>
                </a:lnTo>
                <a:lnTo>
                  <a:pt x="491514" y="734688"/>
                </a:lnTo>
                <a:close/>
                <a:moveTo>
                  <a:pt x="654198" y="368930"/>
                </a:moveTo>
                <a:lnTo>
                  <a:pt x="653763" y="376728"/>
                </a:lnTo>
                <a:lnTo>
                  <a:pt x="653642" y="379575"/>
                </a:lnTo>
                <a:lnTo>
                  <a:pt x="657384" y="381805"/>
                </a:lnTo>
                <a:lnTo>
                  <a:pt x="659714" y="371047"/>
                </a:lnTo>
                <a:close/>
                <a:moveTo>
                  <a:pt x="559310" y="581289"/>
                </a:moveTo>
                <a:lnTo>
                  <a:pt x="559311" y="582072"/>
                </a:lnTo>
                <a:lnTo>
                  <a:pt x="559985" y="582283"/>
                </a:lnTo>
                <a:lnTo>
                  <a:pt x="560000" y="581942"/>
                </a:lnTo>
                <a:close/>
                <a:moveTo>
                  <a:pt x="503864" y="705295"/>
                </a:moveTo>
                <a:lnTo>
                  <a:pt x="503866" y="705789"/>
                </a:lnTo>
                <a:lnTo>
                  <a:pt x="503976" y="705396"/>
                </a:lnTo>
                <a:close/>
                <a:moveTo>
                  <a:pt x="267794" y="1233766"/>
                </a:moveTo>
                <a:lnTo>
                  <a:pt x="268258" y="1234461"/>
                </a:lnTo>
                <a:lnTo>
                  <a:pt x="269229" y="1235591"/>
                </a:lnTo>
                <a:lnTo>
                  <a:pt x="268884" y="1234779"/>
                </a:lnTo>
                <a:close/>
                <a:moveTo>
                  <a:pt x="608303" y="471265"/>
                </a:moveTo>
                <a:lnTo>
                  <a:pt x="607994" y="473438"/>
                </a:lnTo>
                <a:lnTo>
                  <a:pt x="612580" y="475486"/>
                </a:lnTo>
                <a:lnTo>
                  <a:pt x="612205" y="473000"/>
                </a:lnTo>
                <a:close/>
                <a:moveTo>
                  <a:pt x="239260" y="1297587"/>
                </a:moveTo>
                <a:lnTo>
                  <a:pt x="239271" y="1297605"/>
                </a:lnTo>
                <a:lnTo>
                  <a:pt x="242670" y="1302363"/>
                </a:lnTo>
                <a:lnTo>
                  <a:pt x="243085" y="1302628"/>
                </a:lnTo>
                <a:lnTo>
                  <a:pt x="241248" y="1299053"/>
                </a:lnTo>
                <a:lnTo>
                  <a:pt x="241009" y="1298679"/>
                </a:lnTo>
                <a:close/>
                <a:moveTo>
                  <a:pt x="440741" y="846363"/>
                </a:moveTo>
                <a:lnTo>
                  <a:pt x="440457" y="848558"/>
                </a:lnTo>
                <a:lnTo>
                  <a:pt x="441359" y="847240"/>
                </a:lnTo>
                <a:close/>
                <a:moveTo>
                  <a:pt x="565925" y="565966"/>
                </a:moveTo>
                <a:lnTo>
                  <a:pt x="565898" y="566148"/>
                </a:lnTo>
                <a:lnTo>
                  <a:pt x="570968" y="570955"/>
                </a:lnTo>
                <a:lnTo>
                  <a:pt x="571315" y="568238"/>
                </a:lnTo>
                <a:lnTo>
                  <a:pt x="567821" y="566541"/>
                </a:lnTo>
                <a:close/>
                <a:moveTo>
                  <a:pt x="360340" y="1026306"/>
                </a:moveTo>
                <a:lnTo>
                  <a:pt x="360320" y="1026756"/>
                </a:lnTo>
                <a:lnTo>
                  <a:pt x="360794" y="1027307"/>
                </a:lnTo>
                <a:close/>
                <a:moveTo>
                  <a:pt x="222693" y="1334480"/>
                </a:moveTo>
                <a:lnTo>
                  <a:pt x="225009" y="1340544"/>
                </a:lnTo>
                <a:lnTo>
                  <a:pt x="231404" y="1347226"/>
                </a:lnTo>
                <a:lnTo>
                  <a:pt x="237452" y="1350789"/>
                </a:lnTo>
                <a:lnTo>
                  <a:pt x="233890" y="1345104"/>
                </a:lnTo>
                <a:lnTo>
                  <a:pt x="232914" y="1344056"/>
                </a:lnTo>
                <a:close/>
                <a:moveTo>
                  <a:pt x="559960" y="578886"/>
                </a:moveTo>
                <a:lnTo>
                  <a:pt x="560123" y="579039"/>
                </a:lnTo>
                <a:lnTo>
                  <a:pt x="560127" y="578950"/>
                </a:lnTo>
                <a:close/>
                <a:moveTo>
                  <a:pt x="611183" y="464036"/>
                </a:moveTo>
                <a:lnTo>
                  <a:pt x="611794" y="468089"/>
                </a:lnTo>
                <a:lnTo>
                  <a:pt x="612034" y="469345"/>
                </a:lnTo>
                <a:lnTo>
                  <a:pt x="612890" y="470122"/>
                </a:lnTo>
                <a:lnTo>
                  <a:pt x="613111" y="466032"/>
                </a:lnTo>
                <a:close/>
                <a:moveTo>
                  <a:pt x="509870" y="690761"/>
                </a:moveTo>
                <a:lnTo>
                  <a:pt x="509776" y="691097"/>
                </a:lnTo>
                <a:lnTo>
                  <a:pt x="509810" y="691146"/>
                </a:lnTo>
                <a:close/>
                <a:moveTo>
                  <a:pt x="547260" y="607022"/>
                </a:moveTo>
                <a:lnTo>
                  <a:pt x="547286" y="607980"/>
                </a:lnTo>
                <a:lnTo>
                  <a:pt x="548137" y="608328"/>
                </a:lnTo>
                <a:lnTo>
                  <a:pt x="548136" y="607364"/>
                </a:lnTo>
                <a:close/>
                <a:moveTo>
                  <a:pt x="594787" y="500518"/>
                </a:moveTo>
                <a:lnTo>
                  <a:pt x="594631" y="501000"/>
                </a:lnTo>
                <a:lnTo>
                  <a:pt x="595039" y="501310"/>
                </a:lnTo>
                <a:lnTo>
                  <a:pt x="595057" y="500662"/>
                </a:lnTo>
                <a:close/>
                <a:moveTo>
                  <a:pt x="565603" y="565868"/>
                </a:moveTo>
                <a:lnTo>
                  <a:pt x="565652" y="565915"/>
                </a:lnTo>
                <a:lnTo>
                  <a:pt x="565657" y="565885"/>
                </a:lnTo>
                <a:close/>
                <a:moveTo>
                  <a:pt x="332796" y="1087025"/>
                </a:moveTo>
                <a:lnTo>
                  <a:pt x="333816" y="1090586"/>
                </a:lnTo>
                <a:lnTo>
                  <a:pt x="336643" y="1093547"/>
                </a:lnTo>
                <a:lnTo>
                  <a:pt x="336318" y="1092603"/>
                </a:lnTo>
                <a:lnTo>
                  <a:pt x="334724" y="1089009"/>
                </a:lnTo>
                <a:close/>
                <a:moveTo>
                  <a:pt x="473809" y="771258"/>
                </a:moveTo>
                <a:lnTo>
                  <a:pt x="474469" y="776087"/>
                </a:lnTo>
                <a:lnTo>
                  <a:pt x="476983" y="777126"/>
                </a:lnTo>
                <a:lnTo>
                  <a:pt x="476916" y="774148"/>
                </a:lnTo>
                <a:lnTo>
                  <a:pt x="475902" y="772075"/>
                </a:lnTo>
                <a:close/>
                <a:moveTo>
                  <a:pt x="560997" y="576027"/>
                </a:moveTo>
                <a:lnTo>
                  <a:pt x="560885" y="578653"/>
                </a:lnTo>
                <a:lnTo>
                  <a:pt x="563389" y="579629"/>
                </a:lnTo>
                <a:lnTo>
                  <a:pt x="563133" y="577262"/>
                </a:lnTo>
                <a:close/>
                <a:moveTo>
                  <a:pt x="628937" y="423697"/>
                </a:moveTo>
                <a:lnTo>
                  <a:pt x="628163" y="427513"/>
                </a:lnTo>
                <a:lnTo>
                  <a:pt x="632826" y="430953"/>
                </a:lnTo>
                <a:lnTo>
                  <a:pt x="633397" y="426944"/>
                </a:lnTo>
                <a:close/>
                <a:moveTo>
                  <a:pt x="346641" y="1055790"/>
                </a:moveTo>
                <a:lnTo>
                  <a:pt x="348150" y="1065692"/>
                </a:lnTo>
                <a:lnTo>
                  <a:pt x="351181" y="1069661"/>
                </a:lnTo>
                <a:lnTo>
                  <a:pt x="350607" y="1063300"/>
                </a:lnTo>
                <a:lnTo>
                  <a:pt x="346897" y="1056182"/>
                </a:lnTo>
                <a:close/>
                <a:moveTo>
                  <a:pt x="330649" y="1091552"/>
                </a:moveTo>
                <a:lnTo>
                  <a:pt x="331360" y="1092951"/>
                </a:lnTo>
                <a:lnTo>
                  <a:pt x="335067" y="1096157"/>
                </a:lnTo>
                <a:lnTo>
                  <a:pt x="334750" y="1094901"/>
                </a:lnTo>
                <a:close/>
                <a:moveTo>
                  <a:pt x="494415" y="724845"/>
                </a:moveTo>
                <a:lnTo>
                  <a:pt x="494944" y="731587"/>
                </a:lnTo>
                <a:lnTo>
                  <a:pt x="496515" y="732745"/>
                </a:lnTo>
                <a:lnTo>
                  <a:pt x="497198" y="730318"/>
                </a:lnTo>
                <a:close/>
                <a:moveTo>
                  <a:pt x="453363" y="816690"/>
                </a:moveTo>
                <a:lnTo>
                  <a:pt x="453850" y="818541"/>
                </a:lnTo>
                <a:lnTo>
                  <a:pt x="454699" y="819104"/>
                </a:lnTo>
                <a:close/>
                <a:moveTo>
                  <a:pt x="477622" y="762260"/>
                </a:moveTo>
                <a:lnTo>
                  <a:pt x="479101" y="763747"/>
                </a:lnTo>
                <a:lnTo>
                  <a:pt x="479074" y="763207"/>
                </a:lnTo>
                <a:lnTo>
                  <a:pt x="477888" y="762386"/>
                </a:lnTo>
                <a:close/>
                <a:moveTo>
                  <a:pt x="547243" y="606358"/>
                </a:moveTo>
                <a:lnTo>
                  <a:pt x="547252" y="606687"/>
                </a:lnTo>
                <a:lnTo>
                  <a:pt x="548136" y="607033"/>
                </a:lnTo>
                <a:lnTo>
                  <a:pt x="548136" y="607017"/>
                </a:lnTo>
                <a:close/>
                <a:moveTo>
                  <a:pt x="542740" y="616395"/>
                </a:moveTo>
                <a:lnTo>
                  <a:pt x="542776" y="616630"/>
                </a:lnTo>
                <a:lnTo>
                  <a:pt x="544079" y="617447"/>
                </a:lnTo>
                <a:lnTo>
                  <a:pt x="544058" y="617296"/>
                </a:lnTo>
                <a:close/>
                <a:moveTo>
                  <a:pt x="268717" y="1229869"/>
                </a:moveTo>
                <a:lnTo>
                  <a:pt x="271889" y="1237187"/>
                </a:lnTo>
                <a:lnTo>
                  <a:pt x="272725" y="1237943"/>
                </a:lnTo>
                <a:lnTo>
                  <a:pt x="275087" y="1239215"/>
                </a:lnTo>
                <a:lnTo>
                  <a:pt x="273560" y="1232553"/>
                </a:lnTo>
                <a:close/>
                <a:moveTo>
                  <a:pt x="237128" y="1300390"/>
                </a:moveTo>
                <a:lnTo>
                  <a:pt x="238186" y="1302017"/>
                </a:lnTo>
                <a:lnTo>
                  <a:pt x="238720" y="1302318"/>
                </a:lnTo>
                <a:lnTo>
                  <a:pt x="238020" y="1300958"/>
                </a:lnTo>
                <a:close/>
                <a:moveTo>
                  <a:pt x="475975" y="765454"/>
                </a:moveTo>
                <a:lnTo>
                  <a:pt x="476779" y="767991"/>
                </a:lnTo>
                <a:lnTo>
                  <a:pt x="476753" y="766829"/>
                </a:lnTo>
                <a:lnTo>
                  <a:pt x="476566" y="766210"/>
                </a:lnTo>
                <a:close/>
                <a:moveTo>
                  <a:pt x="263919" y="1240212"/>
                </a:moveTo>
                <a:lnTo>
                  <a:pt x="265126" y="1241633"/>
                </a:lnTo>
                <a:lnTo>
                  <a:pt x="264745" y="1240808"/>
                </a:lnTo>
                <a:close/>
                <a:moveTo>
                  <a:pt x="566377" y="562938"/>
                </a:moveTo>
                <a:lnTo>
                  <a:pt x="566027" y="565280"/>
                </a:lnTo>
                <a:lnTo>
                  <a:pt x="570989" y="566784"/>
                </a:lnTo>
                <a:lnTo>
                  <a:pt x="568506" y="564209"/>
                </a:lnTo>
                <a:close/>
                <a:moveTo>
                  <a:pt x="259813" y="1249391"/>
                </a:moveTo>
                <a:lnTo>
                  <a:pt x="261332" y="1254660"/>
                </a:lnTo>
                <a:lnTo>
                  <a:pt x="264895" y="1258145"/>
                </a:lnTo>
                <a:lnTo>
                  <a:pt x="269520" y="1262548"/>
                </a:lnTo>
                <a:lnTo>
                  <a:pt x="261352" y="1250299"/>
                </a:lnTo>
                <a:close/>
                <a:moveTo>
                  <a:pt x="241411" y="1290501"/>
                </a:moveTo>
                <a:lnTo>
                  <a:pt x="241742" y="1290831"/>
                </a:lnTo>
                <a:lnTo>
                  <a:pt x="241651" y="1290568"/>
                </a:lnTo>
                <a:close/>
                <a:moveTo>
                  <a:pt x="190378" y="1404730"/>
                </a:moveTo>
                <a:lnTo>
                  <a:pt x="197272" y="1414050"/>
                </a:lnTo>
                <a:lnTo>
                  <a:pt x="208705" y="1429076"/>
                </a:lnTo>
                <a:lnTo>
                  <a:pt x="214805" y="1432362"/>
                </a:lnTo>
                <a:lnTo>
                  <a:pt x="212535" y="1428612"/>
                </a:lnTo>
                <a:lnTo>
                  <a:pt x="206271" y="1425710"/>
                </a:lnTo>
                <a:lnTo>
                  <a:pt x="206175" y="1425521"/>
                </a:lnTo>
                <a:lnTo>
                  <a:pt x="212415" y="1428413"/>
                </a:lnTo>
                <a:lnTo>
                  <a:pt x="206842" y="1419208"/>
                </a:lnTo>
                <a:lnTo>
                  <a:pt x="198826" y="1413498"/>
                </a:lnTo>
                <a:lnTo>
                  <a:pt x="198751" y="1413113"/>
                </a:lnTo>
                <a:lnTo>
                  <a:pt x="206490" y="1418625"/>
                </a:lnTo>
                <a:lnTo>
                  <a:pt x="204696" y="1415662"/>
                </a:lnTo>
                <a:lnTo>
                  <a:pt x="196232" y="1408542"/>
                </a:lnTo>
                <a:close/>
                <a:moveTo>
                  <a:pt x="298153" y="1163374"/>
                </a:moveTo>
                <a:lnTo>
                  <a:pt x="299821" y="1164900"/>
                </a:lnTo>
                <a:lnTo>
                  <a:pt x="299362" y="1164087"/>
                </a:lnTo>
                <a:close/>
                <a:moveTo>
                  <a:pt x="151899" y="1490851"/>
                </a:moveTo>
                <a:lnTo>
                  <a:pt x="173283" y="1517095"/>
                </a:lnTo>
                <a:lnTo>
                  <a:pt x="190654" y="1527427"/>
                </a:lnTo>
                <a:close/>
                <a:moveTo>
                  <a:pt x="459573" y="801807"/>
                </a:moveTo>
                <a:lnTo>
                  <a:pt x="458994" y="805668"/>
                </a:lnTo>
                <a:lnTo>
                  <a:pt x="462890" y="809209"/>
                </a:lnTo>
                <a:lnTo>
                  <a:pt x="463861" y="809417"/>
                </a:lnTo>
                <a:lnTo>
                  <a:pt x="462633" y="806759"/>
                </a:lnTo>
                <a:lnTo>
                  <a:pt x="461937" y="805078"/>
                </a:lnTo>
                <a:close/>
                <a:moveTo>
                  <a:pt x="443133" y="838612"/>
                </a:moveTo>
                <a:lnTo>
                  <a:pt x="443503" y="841489"/>
                </a:lnTo>
                <a:lnTo>
                  <a:pt x="444650" y="842283"/>
                </a:lnTo>
                <a:lnTo>
                  <a:pt x="444773" y="840888"/>
                </a:lnTo>
                <a:close/>
                <a:moveTo>
                  <a:pt x="441185" y="842932"/>
                </a:moveTo>
                <a:lnTo>
                  <a:pt x="440771" y="846127"/>
                </a:lnTo>
                <a:lnTo>
                  <a:pt x="441456" y="847098"/>
                </a:lnTo>
                <a:lnTo>
                  <a:pt x="443303" y="844399"/>
                </a:lnTo>
                <a:close/>
                <a:moveTo>
                  <a:pt x="566499" y="562126"/>
                </a:moveTo>
                <a:lnTo>
                  <a:pt x="566447" y="562472"/>
                </a:lnTo>
                <a:lnTo>
                  <a:pt x="567354" y="563013"/>
                </a:lnTo>
                <a:close/>
                <a:moveTo>
                  <a:pt x="473194" y="771018"/>
                </a:moveTo>
                <a:lnTo>
                  <a:pt x="474090" y="775930"/>
                </a:lnTo>
                <a:lnTo>
                  <a:pt x="474203" y="775977"/>
                </a:lnTo>
                <a:lnTo>
                  <a:pt x="473544" y="771154"/>
                </a:lnTo>
                <a:close/>
                <a:moveTo>
                  <a:pt x="440001" y="845313"/>
                </a:moveTo>
                <a:lnTo>
                  <a:pt x="440107" y="846491"/>
                </a:lnTo>
                <a:lnTo>
                  <a:pt x="440172" y="845556"/>
                </a:lnTo>
                <a:close/>
                <a:moveTo>
                  <a:pt x="608953" y="466701"/>
                </a:moveTo>
                <a:lnTo>
                  <a:pt x="608415" y="470479"/>
                </a:lnTo>
                <a:lnTo>
                  <a:pt x="612043" y="471921"/>
                </a:lnTo>
                <a:lnTo>
                  <a:pt x="611649" y="469304"/>
                </a:lnTo>
                <a:close/>
                <a:moveTo>
                  <a:pt x="334316" y="1081407"/>
                </a:moveTo>
                <a:lnTo>
                  <a:pt x="335595" y="1085121"/>
                </a:lnTo>
                <a:lnTo>
                  <a:pt x="337891" y="1087584"/>
                </a:lnTo>
                <a:lnTo>
                  <a:pt x="337035" y="1084254"/>
                </a:lnTo>
                <a:close/>
                <a:moveTo>
                  <a:pt x="542089" y="615950"/>
                </a:moveTo>
                <a:lnTo>
                  <a:pt x="542364" y="616373"/>
                </a:lnTo>
                <a:lnTo>
                  <a:pt x="542444" y="616423"/>
                </a:lnTo>
                <a:lnTo>
                  <a:pt x="542410" y="616169"/>
                </a:lnTo>
                <a:close/>
                <a:moveTo>
                  <a:pt x="575088" y="542044"/>
                </a:moveTo>
                <a:lnTo>
                  <a:pt x="574351" y="547253"/>
                </a:lnTo>
                <a:lnTo>
                  <a:pt x="574643" y="547473"/>
                </a:lnTo>
                <a:lnTo>
                  <a:pt x="578509" y="548824"/>
                </a:lnTo>
                <a:lnTo>
                  <a:pt x="579502" y="545757"/>
                </a:lnTo>
                <a:close/>
                <a:moveTo>
                  <a:pt x="553143" y="591173"/>
                </a:moveTo>
                <a:lnTo>
                  <a:pt x="553104" y="592106"/>
                </a:lnTo>
                <a:lnTo>
                  <a:pt x="553294" y="593848"/>
                </a:lnTo>
                <a:lnTo>
                  <a:pt x="553852" y="594306"/>
                </a:lnTo>
                <a:lnTo>
                  <a:pt x="553852" y="591467"/>
                </a:lnTo>
                <a:close/>
                <a:moveTo>
                  <a:pt x="440814" y="842676"/>
                </a:moveTo>
                <a:lnTo>
                  <a:pt x="440753" y="843556"/>
                </a:lnTo>
                <a:lnTo>
                  <a:pt x="440856" y="842706"/>
                </a:lnTo>
                <a:close/>
                <a:moveTo>
                  <a:pt x="459841" y="800020"/>
                </a:moveTo>
                <a:lnTo>
                  <a:pt x="459624" y="801467"/>
                </a:lnTo>
                <a:lnTo>
                  <a:pt x="461539" y="804117"/>
                </a:lnTo>
                <a:close/>
                <a:moveTo>
                  <a:pt x="516981" y="671906"/>
                </a:moveTo>
                <a:lnTo>
                  <a:pt x="516904" y="674233"/>
                </a:lnTo>
                <a:lnTo>
                  <a:pt x="518266" y="675271"/>
                </a:lnTo>
                <a:lnTo>
                  <a:pt x="517897" y="672964"/>
                </a:lnTo>
                <a:lnTo>
                  <a:pt x="517794" y="672113"/>
                </a:lnTo>
                <a:close/>
                <a:moveTo>
                  <a:pt x="491697" y="728463"/>
                </a:moveTo>
                <a:lnTo>
                  <a:pt x="491690" y="728521"/>
                </a:lnTo>
                <a:lnTo>
                  <a:pt x="491949" y="729380"/>
                </a:lnTo>
                <a:lnTo>
                  <a:pt x="492016" y="729429"/>
                </a:lnTo>
                <a:close/>
                <a:moveTo>
                  <a:pt x="598257" y="489797"/>
                </a:moveTo>
                <a:lnTo>
                  <a:pt x="596502" y="495224"/>
                </a:lnTo>
                <a:lnTo>
                  <a:pt x="603344" y="501326"/>
                </a:lnTo>
                <a:lnTo>
                  <a:pt x="603361" y="501210"/>
                </a:lnTo>
                <a:lnTo>
                  <a:pt x="598633" y="491120"/>
                </a:lnTo>
                <a:close/>
                <a:moveTo>
                  <a:pt x="463672" y="791026"/>
                </a:moveTo>
                <a:lnTo>
                  <a:pt x="463895" y="791673"/>
                </a:lnTo>
                <a:lnTo>
                  <a:pt x="463853" y="791091"/>
                </a:lnTo>
                <a:close/>
                <a:moveTo>
                  <a:pt x="467498" y="782446"/>
                </a:moveTo>
                <a:lnTo>
                  <a:pt x="467926" y="786450"/>
                </a:lnTo>
                <a:lnTo>
                  <a:pt x="467980" y="786671"/>
                </a:lnTo>
                <a:lnTo>
                  <a:pt x="470569" y="791396"/>
                </a:lnTo>
                <a:lnTo>
                  <a:pt x="471008" y="791553"/>
                </a:lnTo>
                <a:lnTo>
                  <a:pt x="469895" y="783284"/>
                </a:lnTo>
                <a:close/>
                <a:moveTo>
                  <a:pt x="547941" y="602301"/>
                </a:moveTo>
                <a:lnTo>
                  <a:pt x="548136" y="602840"/>
                </a:lnTo>
                <a:lnTo>
                  <a:pt x="548138" y="602472"/>
                </a:lnTo>
                <a:lnTo>
                  <a:pt x="548095" y="602425"/>
                </a:lnTo>
                <a:close/>
                <a:moveTo>
                  <a:pt x="463003" y="792354"/>
                </a:moveTo>
                <a:lnTo>
                  <a:pt x="464082" y="794282"/>
                </a:lnTo>
                <a:lnTo>
                  <a:pt x="464066" y="794055"/>
                </a:lnTo>
                <a:lnTo>
                  <a:pt x="463558" y="792586"/>
                </a:lnTo>
                <a:lnTo>
                  <a:pt x="463557" y="792582"/>
                </a:lnTo>
                <a:close/>
                <a:moveTo>
                  <a:pt x="571164" y="550049"/>
                </a:moveTo>
                <a:lnTo>
                  <a:pt x="573039" y="555474"/>
                </a:lnTo>
                <a:lnTo>
                  <a:pt x="573548" y="551871"/>
                </a:lnTo>
                <a:lnTo>
                  <a:pt x="573522" y="550730"/>
                </a:lnTo>
                <a:close/>
                <a:moveTo>
                  <a:pt x="212165" y="1353876"/>
                </a:moveTo>
                <a:lnTo>
                  <a:pt x="213194" y="1356570"/>
                </a:lnTo>
                <a:lnTo>
                  <a:pt x="216632" y="1364372"/>
                </a:lnTo>
                <a:lnTo>
                  <a:pt x="234951" y="1377173"/>
                </a:lnTo>
                <a:lnTo>
                  <a:pt x="236748" y="1376230"/>
                </a:lnTo>
                <a:lnTo>
                  <a:pt x="235102" y="1371919"/>
                </a:lnTo>
                <a:lnTo>
                  <a:pt x="218702" y="1357852"/>
                </a:lnTo>
                <a:lnTo>
                  <a:pt x="215721" y="1355446"/>
                </a:lnTo>
                <a:close/>
                <a:moveTo>
                  <a:pt x="312075" y="1129929"/>
                </a:moveTo>
                <a:lnTo>
                  <a:pt x="312341" y="1133173"/>
                </a:lnTo>
                <a:lnTo>
                  <a:pt x="314062" y="1134488"/>
                </a:lnTo>
                <a:lnTo>
                  <a:pt x="313940" y="1133721"/>
                </a:lnTo>
                <a:lnTo>
                  <a:pt x="312196" y="1130061"/>
                </a:lnTo>
                <a:close/>
                <a:moveTo>
                  <a:pt x="221785" y="1332103"/>
                </a:moveTo>
                <a:lnTo>
                  <a:pt x="222448" y="1333838"/>
                </a:lnTo>
                <a:lnTo>
                  <a:pt x="229906" y="1340825"/>
                </a:lnTo>
                <a:close/>
                <a:moveTo>
                  <a:pt x="238625" y="1294324"/>
                </a:moveTo>
                <a:lnTo>
                  <a:pt x="239619" y="1295888"/>
                </a:lnTo>
                <a:lnTo>
                  <a:pt x="238870" y="1294429"/>
                </a:lnTo>
                <a:close/>
                <a:moveTo>
                  <a:pt x="383743" y="969295"/>
                </a:moveTo>
                <a:lnTo>
                  <a:pt x="383767" y="969918"/>
                </a:lnTo>
                <a:lnTo>
                  <a:pt x="383905" y="969602"/>
                </a:lnTo>
                <a:close/>
                <a:moveTo>
                  <a:pt x="312063" y="1129780"/>
                </a:moveTo>
                <a:lnTo>
                  <a:pt x="312063" y="1129789"/>
                </a:lnTo>
                <a:lnTo>
                  <a:pt x="312071" y="1129797"/>
                </a:lnTo>
                <a:close/>
                <a:moveTo>
                  <a:pt x="239341" y="1292487"/>
                </a:moveTo>
                <a:lnTo>
                  <a:pt x="240665" y="1295062"/>
                </a:lnTo>
                <a:lnTo>
                  <a:pt x="242173" y="1295712"/>
                </a:lnTo>
                <a:close/>
                <a:moveTo>
                  <a:pt x="593367" y="499754"/>
                </a:moveTo>
                <a:lnTo>
                  <a:pt x="593432" y="500087"/>
                </a:lnTo>
                <a:lnTo>
                  <a:pt x="594247" y="500707"/>
                </a:lnTo>
                <a:lnTo>
                  <a:pt x="594384" y="500302"/>
                </a:lnTo>
                <a:close/>
                <a:moveTo>
                  <a:pt x="601388" y="481671"/>
                </a:moveTo>
                <a:lnTo>
                  <a:pt x="604039" y="487329"/>
                </a:lnTo>
                <a:lnTo>
                  <a:pt x="603991" y="482941"/>
                </a:lnTo>
                <a:close/>
                <a:moveTo>
                  <a:pt x="337038" y="1073597"/>
                </a:moveTo>
                <a:lnTo>
                  <a:pt x="337144" y="1073984"/>
                </a:lnTo>
                <a:lnTo>
                  <a:pt x="341266" y="1082707"/>
                </a:lnTo>
                <a:lnTo>
                  <a:pt x="341007" y="1077418"/>
                </a:lnTo>
                <a:close/>
                <a:moveTo>
                  <a:pt x="654552" y="362600"/>
                </a:moveTo>
                <a:lnTo>
                  <a:pt x="654220" y="368541"/>
                </a:lnTo>
                <a:lnTo>
                  <a:pt x="659793" y="370680"/>
                </a:lnTo>
                <a:lnTo>
                  <a:pt x="660580" y="367046"/>
                </a:lnTo>
                <a:close/>
                <a:moveTo>
                  <a:pt x="361569" y="1018504"/>
                </a:moveTo>
                <a:lnTo>
                  <a:pt x="361779" y="1018798"/>
                </a:lnTo>
                <a:lnTo>
                  <a:pt x="361771" y="1018661"/>
                </a:lnTo>
                <a:close/>
                <a:moveTo>
                  <a:pt x="488802" y="733533"/>
                </a:moveTo>
                <a:lnTo>
                  <a:pt x="488849" y="733789"/>
                </a:lnTo>
                <a:lnTo>
                  <a:pt x="488876" y="733568"/>
                </a:lnTo>
                <a:close/>
                <a:moveTo>
                  <a:pt x="408940" y="912076"/>
                </a:moveTo>
                <a:lnTo>
                  <a:pt x="408933" y="912246"/>
                </a:lnTo>
                <a:lnTo>
                  <a:pt x="408980" y="912138"/>
                </a:lnTo>
                <a:close/>
                <a:moveTo>
                  <a:pt x="466878" y="782229"/>
                </a:moveTo>
                <a:lnTo>
                  <a:pt x="467303" y="783939"/>
                </a:lnTo>
                <a:lnTo>
                  <a:pt x="467166" y="782330"/>
                </a:lnTo>
                <a:close/>
                <a:moveTo>
                  <a:pt x="261594" y="1241731"/>
                </a:moveTo>
                <a:lnTo>
                  <a:pt x="266049" y="1250974"/>
                </a:lnTo>
                <a:lnTo>
                  <a:pt x="267456" y="1253618"/>
                </a:lnTo>
                <a:lnTo>
                  <a:pt x="267796" y="1253819"/>
                </a:lnTo>
                <a:lnTo>
                  <a:pt x="263200" y="1243454"/>
                </a:lnTo>
                <a:close/>
                <a:moveTo>
                  <a:pt x="488725" y="733112"/>
                </a:moveTo>
                <a:lnTo>
                  <a:pt x="488792" y="733481"/>
                </a:lnTo>
                <a:lnTo>
                  <a:pt x="488881" y="733525"/>
                </a:lnTo>
                <a:lnTo>
                  <a:pt x="488922" y="733181"/>
                </a:lnTo>
                <a:close/>
                <a:moveTo>
                  <a:pt x="593003" y="499559"/>
                </a:moveTo>
                <a:lnTo>
                  <a:pt x="593061" y="499804"/>
                </a:lnTo>
                <a:lnTo>
                  <a:pt x="593134" y="499861"/>
                </a:lnTo>
                <a:lnTo>
                  <a:pt x="593084" y="499603"/>
                </a:lnTo>
                <a:close/>
                <a:moveTo>
                  <a:pt x="609571" y="462364"/>
                </a:moveTo>
                <a:lnTo>
                  <a:pt x="608972" y="466567"/>
                </a:lnTo>
                <a:lnTo>
                  <a:pt x="611595" y="468947"/>
                </a:lnTo>
                <a:lnTo>
                  <a:pt x="610795" y="463632"/>
                </a:lnTo>
                <a:close/>
                <a:moveTo>
                  <a:pt x="559310" y="574892"/>
                </a:moveTo>
                <a:lnTo>
                  <a:pt x="559310" y="578038"/>
                </a:lnTo>
                <a:lnTo>
                  <a:pt x="560151" y="578367"/>
                </a:lnTo>
                <a:lnTo>
                  <a:pt x="560274" y="575467"/>
                </a:lnTo>
                <a:close/>
                <a:moveTo>
                  <a:pt x="552208" y="590786"/>
                </a:moveTo>
                <a:lnTo>
                  <a:pt x="552208" y="592959"/>
                </a:lnTo>
                <a:lnTo>
                  <a:pt x="552499" y="593197"/>
                </a:lnTo>
                <a:lnTo>
                  <a:pt x="552591" y="591022"/>
                </a:lnTo>
                <a:lnTo>
                  <a:pt x="552583" y="590941"/>
                </a:lnTo>
                <a:close/>
                <a:moveTo>
                  <a:pt x="330227" y="1087714"/>
                </a:moveTo>
                <a:lnTo>
                  <a:pt x="330525" y="1091089"/>
                </a:lnTo>
                <a:lnTo>
                  <a:pt x="334634" y="1094445"/>
                </a:lnTo>
                <a:lnTo>
                  <a:pt x="334175" y="1092627"/>
                </a:lnTo>
                <a:lnTo>
                  <a:pt x="332945" y="1090802"/>
                </a:lnTo>
                <a:close/>
                <a:moveTo>
                  <a:pt x="442839" y="835549"/>
                </a:moveTo>
                <a:lnTo>
                  <a:pt x="443009" y="837472"/>
                </a:lnTo>
                <a:lnTo>
                  <a:pt x="444854" y="839959"/>
                </a:lnTo>
                <a:lnTo>
                  <a:pt x="444858" y="839909"/>
                </a:lnTo>
                <a:close/>
                <a:moveTo>
                  <a:pt x="259101" y="1246924"/>
                </a:moveTo>
                <a:lnTo>
                  <a:pt x="259715" y="1249052"/>
                </a:lnTo>
                <a:lnTo>
                  <a:pt x="261043" y="1249835"/>
                </a:lnTo>
                <a:close/>
                <a:moveTo>
                  <a:pt x="547126" y="601938"/>
                </a:moveTo>
                <a:lnTo>
                  <a:pt x="547229" y="605863"/>
                </a:lnTo>
                <a:lnTo>
                  <a:pt x="548135" y="606531"/>
                </a:lnTo>
                <a:lnTo>
                  <a:pt x="548135" y="605128"/>
                </a:lnTo>
                <a:close/>
                <a:moveTo>
                  <a:pt x="361085" y="1018415"/>
                </a:moveTo>
                <a:lnTo>
                  <a:pt x="361850" y="1020273"/>
                </a:lnTo>
                <a:lnTo>
                  <a:pt x="361809" y="1019433"/>
                </a:lnTo>
                <a:close/>
                <a:moveTo>
                  <a:pt x="561247" y="570158"/>
                </a:moveTo>
                <a:lnTo>
                  <a:pt x="561018" y="575532"/>
                </a:lnTo>
                <a:lnTo>
                  <a:pt x="563079" y="576762"/>
                </a:lnTo>
                <a:lnTo>
                  <a:pt x="562874" y="574873"/>
                </a:lnTo>
                <a:close/>
                <a:moveTo>
                  <a:pt x="444445" y="831688"/>
                </a:moveTo>
                <a:lnTo>
                  <a:pt x="444791" y="832673"/>
                </a:lnTo>
                <a:lnTo>
                  <a:pt x="444867" y="832821"/>
                </a:lnTo>
                <a:lnTo>
                  <a:pt x="444565" y="831786"/>
                </a:lnTo>
                <a:close/>
                <a:moveTo>
                  <a:pt x="519278" y="664062"/>
                </a:moveTo>
                <a:lnTo>
                  <a:pt x="522847" y="671085"/>
                </a:lnTo>
                <a:lnTo>
                  <a:pt x="523231" y="671182"/>
                </a:lnTo>
                <a:lnTo>
                  <a:pt x="521583" y="665762"/>
                </a:lnTo>
                <a:lnTo>
                  <a:pt x="520370" y="664594"/>
                </a:lnTo>
                <a:close/>
                <a:moveTo>
                  <a:pt x="514257" y="675214"/>
                </a:moveTo>
                <a:lnTo>
                  <a:pt x="514032" y="676011"/>
                </a:lnTo>
                <a:lnTo>
                  <a:pt x="515228" y="676838"/>
                </a:lnTo>
                <a:lnTo>
                  <a:pt x="514739" y="675452"/>
                </a:lnTo>
                <a:close/>
                <a:moveTo>
                  <a:pt x="638605" y="396764"/>
                </a:moveTo>
                <a:lnTo>
                  <a:pt x="637103" y="407311"/>
                </a:lnTo>
                <a:lnTo>
                  <a:pt x="637247" y="408272"/>
                </a:lnTo>
                <a:lnTo>
                  <a:pt x="638197" y="409042"/>
                </a:lnTo>
                <a:lnTo>
                  <a:pt x="638387" y="407678"/>
                </a:lnTo>
                <a:lnTo>
                  <a:pt x="638639" y="407436"/>
                </a:lnTo>
                <a:lnTo>
                  <a:pt x="638393" y="409202"/>
                </a:lnTo>
                <a:lnTo>
                  <a:pt x="638589" y="409360"/>
                </a:lnTo>
                <a:lnTo>
                  <a:pt x="644337" y="414155"/>
                </a:lnTo>
                <a:lnTo>
                  <a:pt x="644674" y="413335"/>
                </a:lnTo>
                <a:lnTo>
                  <a:pt x="643130" y="400648"/>
                </a:lnTo>
                <a:lnTo>
                  <a:pt x="641576" y="399243"/>
                </a:lnTo>
                <a:close/>
                <a:moveTo>
                  <a:pt x="266937" y="1228882"/>
                </a:moveTo>
                <a:lnTo>
                  <a:pt x="270074" y="1235505"/>
                </a:lnTo>
                <a:lnTo>
                  <a:pt x="271003" y="1236369"/>
                </a:lnTo>
                <a:lnTo>
                  <a:pt x="270104" y="1234294"/>
                </a:lnTo>
                <a:lnTo>
                  <a:pt x="268118" y="1229537"/>
                </a:lnTo>
                <a:close/>
                <a:moveTo>
                  <a:pt x="441956" y="836980"/>
                </a:moveTo>
                <a:lnTo>
                  <a:pt x="441547" y="840136"/>
                </a:lnTo>
                <a:lnTo>
                  <a:pt x="443082" y="841198"/>
                </a:lnTo>
                <a:lnTo>
                  <a:pt x="442814" y="838169"/>
                </a:lnTo>
                <a:close/>
                <a:moveTo>
                  <a:pt x="450289" y="818297"/>
                </a:moveTo>
                <a:lnTo>
                  <a:pt x="449622" y="824678"/>
                </a:lnTo>
                <a:lnTo>
                  <a:pt x="454226" y="828437"/>
                </a:lnTo>
                <a:lnTo>
                  <a:pt x="454497" y="828041"/>
                </a:lnTo>
                <a:lnTo>
                  <a:pt x="453229" y="821217"/>
                </a:lnTo>
                <a:lnTo>
                  <a:pt x="451635" y="819189"/>
                </a:lnTo>
                <a:close/>
                <a:moveTo>
                  <a:pt x="439693" y="841900"/>
                </a:moveTo>
                <a:lnTo>
                  <a:pt x="439971" y="844995"/>
                </a:lnTo>
                <a:lnTo>
                  <a:pt x="440189" y="845304"/>
                </a:lnTo>
                <a:lnTo>
                  <a:pt x="440392" y="842384"/>
                </a:lnTo>
                <a:close/>
                <a:moveTo>
                  <a:pt x="270915" y="1219761"/>
                </a:moveTo>
                <a:lnTo>
                  <a:pt x="271397" y="1221738"/>
                </a:lnTo>
                <a:lnTo>
                  <a:pt x="273386" y="1224562"/>
                </a:lnTo>
                <a:lnTo>
                  <a:pt x="272306" y="1221669"/>
                </a:lnTo>
                <a:close/>
                <a:moveTo>
                  <a:pt x="517095" y="668448"/>
                </a:moveTo>
                <a:lnTo>
                  <a:pt x="517057" y="669607"/>
                </a:lnTo>
                <a:lnTo>
                  <a:pt x="517426" y="669701"/>
                </a:lnTo>
                <a:close/>
                <a:moveTo>
                  <a:pt x="335293" y="1075526"/>
                </a:moveTo>
                <a:lnTo>
                  <a:pt x="336898" y="1081770"/>
                </a:lnTo>
                <a:lnTo>
                  <a:pt x="339833" y="1084842"/>
                </a:lnTo>
                <a:lnTo>
                  <a:pt x="339471" y="1083517"/>
                </a:lnTo>
                <a:lnTo>
                  <a:pt x="336670" y="1077590"/>
                </a:lnTo>
                <a:close/>
                <a:moveTo>
                  <a:pt x="438834" y="843660"/>
                </a:moveTo>
                <a:lnTo>
                  <a:pt x="438836" y="843812"/>
                </a:lnTo>
                <a:lnTo>
                  <a:pt x="439171" y="846092"/>
                </a:lnTo>
                <a:lnTo>
                  <a:pt x="439927" y="848753"/>
                </a:lnTo>
                <a:lnTo>
                  <a:pt x="439560" y="844687"/>
                </a:lnTo>
                <a:close/>
                <a:moveTo>
                  <a:pt x="256979" y="1250820"/>
                </a:moveTo>
                <a:lnTo>
                  <a:pt x="258825" y="1255101"/>
                </a:lnTo>
                <a:lnTo>
                  <a:pt x="259019" y="1255325"/>
                </a:lnTo>
                <a:lnTo>
                  <a:pt x="259339" y="1255602"/>
                </a:lnTo>
                <a:lnTo>
                  <a:pt x="258346" y="1252158"/>
                </a:lnTo>
                <a:close/>
                <a:moveTo>
                  <a:pt x="357892" y="1024843"/>
                </a:moveTo>
                <a:lnTo>
                  <a:pt x="358058" y="1025520"/>
                </a:lnTo>
                <a:lnTo>
                  <a:pt x="358079" y="1025064"/>
                </a:lnTo>
                <a:close/>
                <a:moveTo>
                  <a:pt x="604366" y="472854"/>
                </a:moveTo>
                <a:lnTo>
                  <a:pt x="604469" y="482428"/>
                </a:lnTo>
                <a:lnTo>
                  <a:pt x="605933" y="483142"/>
                </a:lnTo>
                <a:lnTo>
                  <a:pt x="607217" y="474127"/>
                </a:lnTo>
                <a:close/>
                <a:moveTo>
                  <a:pt x="338987" y="1067027"/>
                </a:moveTo>
                <a:lnTo>
                  <a:pt x="339001" y="1067084"/>
                </a:lnTo>
                <a:lnTo>
                  <a:pt x="339035" y="1067129"/>
                </a:lnTo>
                <a:close/>
                <a:moveTo>
                  <a:pt x="622726" y="431663"/>
                </a:moveTo>
                <a:lnTo>
                  <a:pt x="622475" y="433511"/>
                </a:lnTo>
                <a:lnTo>
                  <a:pt x="624637" y="438126"/>
                </a:lnTo>
                <a:lnTo>
                  <a:pt x="625403" y="438498"/>
                </a:lnTo>
                <a:lnTo>
                  <a:pt x="626225" y="434700"/>
                </a:lnTo>
                <a:close/>
                <a:moveTo>
                  <a:pt x="570759" y="547983"/>
                </a:moveTo>
                <a:lnTo>
                  <a:pt x="571088" y="549787"/>
                </a:lnTo>
                <a:lnTo>
                  <a:pt x="573517" y="550489"/>
                </a:lnTo>
                <a:lnTo>
                  <a:pt x="573482" y="548935"/>
                </a:lnTo>
                <a:close/>
                <a:moveTo>
                  <a:pt x="473151" y="766452"/>
                </a:moveTo>
                <a:lnTo>
                  <a:pt x="473746" y="770793"/>
                </a:lnTo>
                <a:lnTo>
                  <a:pt x="473853" y="770833"/>
                </a:lnTo>
                <a:lnTo>
                  <a:pt x="475634" y="771527"/>
                </a:lnTo>
                <a:close/>
                <a:moveTo>
                  <a:pt x="330130" y="1086625"/>
                </a:moveTo>
                <a:lnTo>
                  <a:pt x="330141" y="1086738"/>
                </a:lnTo>
                <a:lnTo>
                  <a:pt x="330365" y="1086973"/>
                </a:lnTo>
                <a:close/>
                <a:moveTo>
                  <a:pt x="485570" y="738560"/>
                </a:moveTo>
                <a:lnTo>
                  <a:pt x="485655" y="740900"/>
                </a:lnTo>
                <a:lnTo>
                  <a:pt x="485985" y="744192"/>
                </a:lnTo>
                <a:lnTo>
                  <a:pt x="486346" y="744321"/>
                </a:lnTo>
                <a:close/>
                <a:moveTo>
                  <a:pt x="562275" y="566763"/>
                </a:moveTo>
                <a:lnTo>
                  <a:pt x="562334" y="567310"/>
                </a:lnTo>
                <a:lnTo>
                  <a:pt x="562446" y="568228"/>
                </a:lnTo>
                <a:lnTo>
                  <a:pt x="564442" y="574006"/>
                </a:lnTo>
                <a:lnTo>
                  <a:pt x="565122" y="569461"/>
                </a:lnTo>
                <a:close/>
                <a:moveTo>
                  <a:pt x="492336" y="723160"/>
                </a:moveTo>
                <a:lnTo>
                  <a:pt x="491991" y="726020"/>
                </a:lnTo>
                <a:lnTo>
                  <a:pt x="492597" y="727839"/>
                </a:lnTo>
                <a:lnTo>
                  <a:pt x="492597" y="727841"/>
                </a:lnTo>
                <a:lnTo>
                  <a:pt x="492597" y="727841"/>
                </a:lnTo>
                <a:lnTo>
                  <a:pt x="492597" y="727839"/>
                </a:lnTo>
                <a:lnTo>
                  <a:pt x="492361" y="723177"/>
                </a:lnTo>
                <a:close/>
                <a:moveTo>
                  <a:pt x="421545" y="881626"/>
                </a:moveTo>
                <a:lnTo>
                  <a:pt x="421572" y="881976"/>
                </a:lnTo>
                <a:lnTo>
                  <a:pt x="421881" y="882572"/>
                </a:lnTo>
                <a:lnTo>
                  <a:pt x="422146" y="881966"/>
                </a:lnTo>
                <a:close/>
                <a:moveTo>
                  <a:pt x="579971" y="526853"/>
                </a:moveTo>
                <a:lnTo>
                  <a:pt x="582775" y="535645"/>
                </a:lnTo>
                <a:lnTo>
                  <a:pt x="584284" y="530982"/>
                </a:lnTo>
                <a:lnTo>
                  <a:pt x="580945" y="527194"/>
                </a:lnTo>
                <a:close/>
                <a:moveTo>
                  <a:pt x="631533" y="411370"/>
                </a:moveTo>
                <a:lnTo>
                  <a:pt x="629998" y="418457"/>
                </a:lnTo>
                <a:lnTo>
                  <a:pt x="629020" y="423285"/>
                </a:lnTo>
                <a:lnTo>
                  <a:pt x="633470" y="426432"/>
                </a:lnTo>
                <a:lnTo>
                  <a:pt x="635129" y="414783"/>
                </a:lnTo>
                <a:close/>
                <a:moveTo>
                  <a:pt x="211446" y="1351996"/>
                </a:moveTo>
                <a:lnTo>
                  <a:pt x="211827" y="1352992"/>
                </a:lnTo>
                <a:lnTo>
                  <a:pt x="213713" y="1353825"/>
                </a:lnTo>
                <a:close/>
                <a:moveTo>
                  <a:pt x="573662" y="540846"/>
                </a:moveTo>
                <a:lnTo>
                  <a:pt x="573795" y="546837"/>
                </a:lnTo>
                <a:lnTo>
                  <a:pt x="574217" y="547153"/>
                </a:lnTo>
                <a:lnTo>
                  <a:pt x="574955" y="541933"/>
                </a:lnTo>
                <a:close/>
                <a:moveTo>
                  <a:pt x="515310" y="671480"/>
                </a:moveTo>
                <a:lnTo>
                  <a:pt x="514974" y="672673"/>
                </a:lnTo>
                <a:lnTo>
                  <a:pt x="515016" y="672795"/>
                </a:lnTo>
                <a:lnTo>
                  <a:pt x="515479" y="673147"/>
                </a:lnTo>
                <a:lnTo>
                  <a:pt x="515532" y="671536"/>
                </a:lnTo>
                <a:close/>
                <a:moveTo>
                  <a:pt x="603885" y="473097"/>
                </a:moveTo>
                <a:lnTo>
                  <a:pt x="601257" y="480861"/>
                </a:lnTo>
                <a:lnTo>
                  <a:pt x="603983" y="482191"/>
                </a:lnTo>
                <a:close/>
                <a:moveTo>
                  <a:pt x="467156" y="779254"/>
                </a:moveTo>
                <a:lnTo>
                  <a:pt x="467377" y="781314"/>
                </a:lnTo>
                <a:lnTo>
                  <a:pt x="469742" y="782141"/>
                </a:lnTo>
                <a:lnTo>
                  <a:pt x="469625" y="781279"/>
                </a:lnTo>
                <a:close/>
                <a:moveTo>
                  <a:pt x="301957" y="1149122"/>
                </a:moveTo>
                <a:lnTo>
                  <a:pt x="302724" y="1151108"/>
                </a:lnTo>
                <a:lnTo>
                  <a:pt x="302677" y="1149895"/>
                </a:lnTo>
                <a:close/>
                <a:moveTo>
                  <a:pt x="331913" y="1081995"/>
                </a:moveTo>
                <a:lnTo>
                  <a:pt x="334906" y="1088509"/>
                </a:lnTo>
                <a:lnTo>
                  <a:pt x="335087" y="1088694"/>
                </a:lnTo>
                <a:lnTo>
                  <a:pt x="333627" y="1083833"/>
                </a:lnTo>
                <a:close/>
                <a:moveTo>
                  <a:pt x="570409" y="547861"/>
                </a:moveTo>
                <a:lnTo>
                  <a:pt x="570758" y="548873"/>
                </a:lnTo>
                <a:lnTo>
                  <a:pt x="570585" y="547922"/>
                </a:lnTo>
                <a:close/>
                <a:moveTo>
                  <a:pt x="553365" y="585956"/>
                </a:moveTo>
                <a:lnTo>
                  <a:pt x="553156" y="590827"/>
                </a:lnTo>
                <a:lnTo>
                  <a:pt x="553852" y="591116"/>
                </a:lnTo>
                <a:lnTo>
                  <a:pt x="553852" y="586146"/>
                </a:lnTo>
                <a:close/>
                <a:moveTo>
                  <a:pt x="442264" y="834601"/>
                </a:moveTo>
                <a:lnTo>
                  <a:pt x="442059" y="836190"/>
                </a:lnTo>
                <a:lnTo>
                  <a:pt x="442717" y="837077"/>
                </a:lnTo>
                <a:lnTo>
                  <a:pt x="442521" y="834864"/>
                </a:lnTo>
                <a:lnTo>
                  <a:pt x="442460" y="834732"/>
                </a:lnTo>
                <a:close/>
                <a:moveTo>
                  <a:pt x="610072" y="458840"/>
                </a:moveTo>
                <a:lnTo>
                  <a:pt x="609640" y="461876"/>
                </a:lnTo>
                <a:lnTo>
                  <a:pt x="610695" y="462968"/>
                </a:lnTo>
                <a:close/>
                <a:moveTo>
                  <a:pt x="416029" y="893329"/>
                </a:moveTo>
                <a:lnTo>
                  <a:pt x="416077" y="894639"/>
                </a:lnTo>
                <a:lnTo>
                  <a:pt x="416474" y="894964"/>
                </a:lnTo>
                <a:lnTo>
                  <a:pt x="416537" y="894821"/>
                </a:lnTo>
                <a:lnTo>
                  <a:pt x="416223" y="893545"/>
                </a:lnTo>
                <a:close/>
                <a:moveTo>
                  <a:pt x="503846" y="696635"/>
                </a:moveTo>
                <a:lnTo>
                  <a:pt x="503852" y="699337"/>
                </a:lnTo>
                <a:lnTo>
                  <a:pt x="505369" y="700457"/>
                </a:lnTo>
                <a:lnTo>
                  <a:pt x="505880" y="698646"/>
                </a:lnTo>
                <a:lnTo>
                  <a:pt x="505198" y="697303"/>
                </a:lnTo>
                <a:close/>
                <a:moveTo>
                  <a:pt x="442294" y="834373"/>
                </a:moveTo>
                <a:lnTo>
                  <a:pt x="442291" y="834393"/>
                </a:lnTo>
                <a:lnTo>
                  <a:pt x="442309" y="834405"/>
                </a:lnTo>
                <a:close/>
                <a:moveTo>
                  <a:pt x="517151" y="666740"/>
                </a:moveTo>
                <a:lnTo>
                  <a:pt x="517127" y="667485"/>
                </a:lnTo>
                <a:lnTo>
                  <a:pt x="517335" y="668276"/>
                </a:lnTo>
                <a:close/>
                <a:moveTo>
                  <a:pt x="518788" y="663070"/>
                </a:moveTo>
                <a:lnTo>
                  <a:pt x="518956" y="663411"/>
                </a:lnTo>
                <a:lnTo>
                  <a:pt x="519321" y="663583"/>
                </a:lnTo>
                <a:close/>
                <a:moveTo>
                  <a:pt x="461907" y="790399"/>
                </a:moveTo>
                <a:lnTo>
                  <a:pt x="462806" y="792005"/>
                </a:lnTo>
                <a:lnTo>
                  <a:pt x="463454" y="792270"/>
                </a:lnTo>
                <a:lnTo>
                  <a:pt x="462960" y="790773"/>
                </a:lnTo>
                <a:close/>
                <a:moveTo>
                  <a:pt x="533230" y="630593"/>
                </a:moveTo>
                <a:lnTo>
                  <a:pt x="534831" y="638840"/>
                </a:lnTo>
                <a:lnTo>
                  <a:pt x="538303" y="641141"/>
                </a:lnTo>
                <a:lnTo>
                  <a:pt x="538143" y="632715"/>
                </a:lnTo>
                <a:close/>
                <a:moveTo>
                  <a:pt x="450571" y="815608"/>
                </a:moveTo>
                <a:lnTo>
                  <a:pt x="450497" y="816319"/>
                </a:lnTo>
                <a:lnTo>
                  <a:pt x="451122" y="816732"/>
                </a:lnTo>
                <a:close/>
                <a:moveTo>
                  <a:pt x="605002" y="469798"/>
                </a:moveTo>
                <a:lnTo>
                  <a:pt x="604354" y="471714"/>
                </a:lnTo>
                <a:lnTo>
                  <a:pt x="604355" y="471813"/>
                </a:lnTo>
                <a:lnTo>
                  <a:pt x="607356" y="473153"/>
                </a:lnTo>
                <a:lnTo>
                  <a:pt x="607665" y="470982"/>
                </a:lnTo>
                <a:close/>
                <a:moveTo>
                  <a:pt x="261656" y="1238577"/>
                </a:moveTo>
                <a:lnTo>
                  <a:pt x="266863" y="1245393"/>
                </a:lnTo>
                <a:lnTo>
                  <a:pt x="265615" y="1242691"/>
                </a:lnTo>
                <a:lnTo>
                  <a:pt x="262861" y="1239448"/>
                </a:lnTo>
                <a:close/>
                <a:moveTo>
                  <a:pt x="523807" y="651568"/>
                </a:moveTo>
                <a:lnTo>
                  <a:pt x="524586" y="661773"/>
                </a:lnTo>
                <a:lnTo>
                  <a:pt x="528502" y="662139"/>
                </a:lnTo>
                <a:lnTo>
                  <a:pt x="527544" y="656738"/>
                </a:lnTo>
                <a:close/>
                <a:moveTo>
                  <a:pt x="211238" y="1351450"/>
                </a:moveTo>
                <a:lnTo>
                  <a:pt x="211361" y="1351773"/>
                </a:lnTo>
                <a:lnTo>
                  <a:pt x="211895" y="1352203"/>
                </a:lnTo>
                <a:lnTo>
                  <a:pt x="214082" y="1353890"/>
                </a:lnTo>
                <a:close/>
                <a:moveTo>
                  <a:pt x="543324" y="607778"/>
                </a:moveTo>
                <a:lnTo>
                  <a:pt x="544694" y="616867"/>
                </a:lnTo>
                <a:lnTo>
                  <a:pt x="546517" y="618009"/>
                </a:lnTo>
                <a:lnTo>
                  <a:pt x="546868" y="618058"/>
                </a:lnTo>
                <a:lnTo>
                  <a:pt x="546610" y="609176"/>
                </a:lnTo>
                <a:close/>
                <a:moveTo>
                  <a:pt x="632007" y="409179"/>
                </a:moveTo>
                <a:lnTo>
                  <a:pt x="631565" y="411221"/>
                </a:lnTo>
                <a:lnTo>
                  <a:pt x="635152" y="414626"/>
                </a:lnTo>
                <a:lnTo>
                  <a:pt x="635424" y="412718"/>
                </a:lnTo>
                <a:close/>
                <a:moveTo>
                  <a:pt x="409102" y="908279"/>
                </a:moveTo>
                <a:lnTo>
                  <a:pt x="409032" y="909944"/>
                </a:lnTo>
                <a:lnTo>
                  <a:pt x="409579" y="910736"/>
                </a:lnTo>
                <a:lnTo>
                  <a:pt x="409589" y="910742"/>
                </a:lnTo>
                <a:lnTo>
                  <a:pt x="410176" y="909399"/>
                </a:lnTo>
                <a:lnTo>
                  <a:pt x="409575" y="908715"/>
                </a:lnTo>
                <a:close/>
                <a:moveTo>
                  <a:pt x="561777" y="566291"/>
                </a:moveTo>
                <a:lnTo>
                  <a:pt x="562025" y="567007"/>
                </a:lnTo>
                <a:lnTo>
                  <a:pt x="561966" y="566470"/>
                </a:lnTo>
                <a:close/>
                <a:moveTo>
                  <a:pt x="441275" y="836033"/>
                </a:moveTo>
                <a:lnTo>
                  <a:pt x="441016" y="839770"/>
                </a:lnTo>
                <a:lnTo>
                  <a:pt x="441199" y="839896"/>
                </a:lnTo>
                <a:lnTo>
                  <a:pt x="441613" y="836502"/>
                </a:lnTo>
                <a:close/>
                <a:moveTo>
                  <a:pt x="552208" y="587507"/>
                </a:moveTo>
                <a:lnTo>
                  <a:pt x="552209" y="590436"/>
                </a:lnTo>
                <a:lnTo>
                  <a:pt x="552542" y="590574"/>
                </a:lnTo>
                <a:close/>
                <a:moveTo>
                  <a:pt x="243659" y="1278394"/>
                </a:moveTo>
                <a:lnTo>
                  <a:pt x="246380" y="1284820"/>
                </a:lnTo>
                <a:lnTo>
                  <a:pt x="248304" y="1286324"/>
                </a:lnTo>
                <a:lnTo>
                  <a:pt x="245743" y="1280276"/>
                </a:lnTo>
                <a:close/>
                <a:moveTo>
                  <a:pt x="166256" y="1451662"/>
                </a:moveTo>
                <a:lnTo>
                  <a:pt x="179371" y="1462203"/>
                </a:lnTo>
                <a:lnTo>
                  <a:pt x="177352" y="1459676"/>
                </a:lnTo>
                <a:close/>
                <a:moveTo>
                  <a:pt x="360796" y="1016013"/>
                </a:moveTo>
                <a:lnTo>
                  <a:pt x="360738" y="1017334"/>
                </a:lnTo>
                <a:lnTo>
                  <a:pt x="361745" y="1018114"/>
                </a:lnTo>
                <a:lnTo>
                  <a:pt x="361742" y="1018054"/>
                </a:lnTo>
                <a:close/>
                <a:moveTo>
                  <a:pt x="438804" y="841286"/>
                </a:moveTo>
                <a:lnTo>
                  <a:pt x="438831" y="843376"/>
                </a:lnTo>
                <a:lnTo>
                  <a:pt x="439531" y="844369"/>
                </a:lnTo>
                <a:lnTo>
                  <a:pt x="439282" y="841617"/>
                </a:lnTo>
                <a:close/>
                <a:moveTo>
                  <a:pt x="249966" y="1264036"/>
                </a:moveTo>
                <a:lnTo>
                  <a:pt x="264824" y="1281139"/>
                </a:lnTo>
                <a:lnTo>
                  <a:pt x="264882" y="1281192"/>
                </a:lnTo>
                <a:lnTo>
                  <a:pt x="264789" y="1280978"/>
                </a:lnTo>
                <a:lnTo>
                  <a:pt x="262142" y="1274603"/>
                </a:lnTo>
                <a:lnTo>
                  <a:pt x="261594" y="1273946"/>
                </a:lnTo>
                <a:lnTo>
                  <a:pt x="256579" y="1267761"/>
                </a:lnTo>
                <a:lnTo>
                  <a:pt x="251657" y="1265012"/>
                </a:lnTo>
                <a:close/>
                <a:moveTo>
                  <a:pt x="236783" y="1293529"/>
                </a:moveTo>
                <a:lnTo>
                  <a:pt x="237826" y="1295238"/>
                </a:lnTo>
                <a:lnTo>
                  <a:pt x="239569" y="1296414"/>
                </a:lnTo>
                <a:lnTo>
                  <a:pt x="238094" y="1294095"/>
                </a:lnTo>
                <a:close/>
                <a:moveTo>
                  <a:pt x="632285" y="407895"/>
                </a:moveTo>
                <a:lnTo>
                  <a:pt x="632140" y="408564"/>
                </a:lnTo>
                <a:lnTo>
                  <a:pt x="635236" y="411771"/>
                </a:lnTo>
                <a:close/>
                <a:moveTo>
                  <a:pt x="415246" y="893788"/>
                </a:moveTo>
                <a:lnTo>
                  <a:pt x="415286" y="893995"/>
                </a:lnTo>
                <a:lnTo>
                  <a:pt x="415461" y="894136"/>
                </a:lnTo>
                <a:close/>
                <a:moveTo>
                  <a:pt x="334817" y="1073670"/>
                </a:moveTo>
                <a:lnTo>
                  <a:pt x="335050" y="1074579"/>
                </a:lnTo>
                <a:lnTo>
                  <a:pt x="335724" y="1075588"/>
                </a:lnTo>
                <a:close/>
                <a:moveTo>
                  <a:pt x="606767" y="464589"/>
                </a:moveTo>
                <a:lnTo>
                  <a:pt x="605204" y="469204"/>
                </a:lnTo>
                <a:lnTo>
                  <a:pt x="607773" y="470225"/>
                </a:lnTo>
                <a:lnTo>
                  <a:pt x="608357" y="466125"/>
                </a:lnTo>
                <a:close/>
                <a:moveTo>
                  <a:pt x="188197" y="1401782"/>
                </a:moveTo>
                <a:lnTo>
                  <a:pt x="189057" y="1402943"/>
                </a:lnTo>
                <a:lnTo>
                  <a:pt x="191326" y="1404414"/>
                </a:lnTo>
                <a:close/>
                <a:moveTo>
                  <a:pt x="543160" y="606689"/>
                </a:moveTo>
                <a:lnTo>
                  <a:pt x="543268" y="607408"/>
                </a:lnTo>
                <a:lnTo>
                  <a:pt x="546599" y="608772"/>
                </a:lnTo>
                <a:lnTo>
                  <a:pt x="546581" y="608144"/>
                </a:lnTo>
                <a:close/>
                <a:moveTo>
                  <a:pt x="327699" y="1089144"/>
                </a:moveTo>
                <a:lnTo>
                  <a:pt x="327767" y="1089347"/>
                </a:lnTo>
                <a:lnTo>
                  <a:pt x="328081" y="1090073"/>
                </a:lnTo>
                <a:lnTo>
                  <a:pt x="328226" y="1090239"/>
                </a:lnTo>
                <a:lnTo>
                  <a:pt x="329068" y="1090968"/>
                </a:lnTo>
                <a:lnTo>
                  <a:pt x="328454" y="1089761"/>
                </a:lnTo>
                <a:close/>
                <a:moveTo>
                  <a:pt x="517829" y="663356"/>
                </a:moveTo>
                <a:lnTo>
                  <a:pt x="518908" y="670079"/>
                </a:lnTo>
                <a:lnTo>
                  <a:pt x="522505" y="670997"/>
                </a:lnTo>
                <a:lnTo>
                  <a:pt x="519039" y="663945"/>
                </a:lnTo>
                <a:close/>
                <a:moveTo>
                  <a:pt x="503842" y="694638"/>
                </a:moveTo>
                <a:lnTo>
                  <a:pt x="503844" y="695802"/>
                </a:lnTo>
                <a:lnTo>
                  <a:pt x="504632" y="696192"/>
                </a:lnTo>
                <a:close/>
                <a:moveTo>
                  <a:pt x="329902" y="1084029"/>
                </a:moveTo>
                <a:lnTo>
                  <a:pt x="329994" y="1085071"/>
                </a:lnTo>
                <a:lnTo>
                  <a:pt x="333456" y="1090211"/>
                </a:lnTo>
                <a:lnTo>
                  <a:pt x="333604" y="1090365"/>
                </a:lnTo>
                <a:lnTo>
                  <a:pt x="332747" y="1086974"/>
                </a:lnTo>
                <a:lnTo>
                  <a:pt x="330149" y="1084302"/>
                </a:lnTo>
                <a:close/>
                <a:moveTo>
                  <a:pt x="604330" y="469499"/>
                </a:moveTo>
                <a:lnTo>
                  <a:pt x="604345" y="470885"/>
                </a:lnTo>
                <a:lnTo>
                  <a:pt x="604751" y="469686"/>
                </a:lnTo>
                <a:close/>
                <a:moveTo>
                  <a:pt x="553477" y="583298"/>
                </a:moveTo>
                <a:lnTo>
                  <a:pt x="553382" y="585521"/>
                </a:lnTo>
                <a:lnTo>
                  <a:pt x="553852" y="585705"/>
                </a:lnTo>
                <a:lnTo>
                  <a:pt x="553852" y="583453"/>
                </a:lnTo>
                <a:close/>
                <a:moveTo>
                  <a:pt x="552393" y="585578"/>
                </a:moveTo>
                <a:lnTo>
                  <a:pt x="552703" y="588427"/>
                </a:lnTo>
                <a:lnTo>
                  <a:pt x="552817" y="585743"/>
                </a:lnTo>
                <a:close/>
                <a:moveTo>
                  <a:pt x="441414" y="834035"/>
                </a:moveTo>
                <a:lnTo>
                  <a:pt x="441332" y="835210"/>
                </a:lnTo>
                <a:lnTo>
                  <a:pt x="441708" y="835718"/>
                </a:lnTo>
                <a:lnTo>
                  <a:pt x="441876" y="834343"/>
                </a:lnTo>
                <a:close/>
                <a:moveTo>
                  <a:pt x="244765" y="1274357"/>
                </a:moveTo>
                <a:lnTo>
                  <a:pt x="249070" y="1282058"/>
                </a:lnTo>
                <a:lnTo>
                  <a:pt x="249251" y="1282221"/>
                </a:lnTo>
                <a:lnTo>
                  <a:pt x="253368" y="1285647"/>
                </a:lnTo>
                <a:lnTo>
                  <a:pt x="253025" y="1285053"/>
                </a:lnTo>
                <a:lnTo>
                  <a:pt x="248907" y="1277687"/>
                </a:lnTo>
                <a:close/>
                <a:moveTo>
                  <a:pt x="608052" y="460792"/>
                </a:moveTo>
                <a:lnTo>
                  <a:pt x="606772" y="464571"/>
                </a:lnTo>
                <a:lnTo>
                  <a:pt x="608372" y="466022"/>
                </a:lnTo>
                <a:lnTo>
                  <a:pt x="608979" y="461753"/>
                </a:lnTo>
                <a:close/>
                <a:moveTo>
                  <a:pt x="632894" y="405080"/>
                </a:moveTo>
                <a:lnTo>
                  <a:pt x="632349" y="407599"/>
                </a:lnTo>
                <a:lnTo>
                  <a:pt x="635567" y="411710"/>
                </a:lnTo>
                <a:lnTo>
                  <a:pt x="636127" y="407775"/>
                </a:lnTo>
                <a:close/>
                <a:moveTo>
                  <a:pt x="301333" y="1147504"/>
                </a:moveTo>
                <a:lnTo>
                  <a:pt x="301725" y="1148520"/>
                </a:lnTo>
                <a:lnTo>
                  <a:pt x="302662" y="1149527"/>
                </a:lnTo>
                <a:lnTo>
                  <a:pt x="302660" y="1149464"/>
                </a:lnTo>
                <a:close/>
                <a:moveTo>
                  <a:pt x="517811" y="662614"/>
                </a:moveTo>
                <a:lnTo>
                  <a:pt x="517748" y="662842"/>
                </a:lnTo>
                <a:lnTo>
                  <a:pt x="518723" y="663301"/>
                </a:lnTo>
                <a:lnTo>
                  <a:pt x="518448" y="662743"/>
                </a:lnTo>
                <a:lnTo>
                  <a:pt x="518368" y="662665"/>
                </a:lnTo>
                <a:close/>
                <a:moveTo>
                  <a:pt x="450920" y="812281"/>
                </a:moveTo>
                <a:lnTo>
                  <a:pt x="450619" y="815142"/>
                </a:lnTo>
                <a:lnTo>
                  <a:pt x="451531" y="817003"/>
                </a:lnTo>
                <a:lnTo>
                  <a:pt x="452573" y="817694"/>
                </a:lnTo>
                <a:lnTo>
                  <a:pt x="451914" y="814153"/>
                </a:lnTo>
                <a:lnTo>
                  <a:pt x="451875" y="814005"/>
                </a:lnTo>
                <a:close/>
                <a:moveTo>
                  <a:pt x="592491" y="495276"/>
                </a:moveTo>
                <a:lnTo>
                  <a:pt x="592696" y="496327"/>
                </a:lnTo>
                <a:lnTo>
                  <a:pt x="595107" y="497623"/>
                </a:lnTo>
                <a:lnTo>
                  <a:pt x="593733" y="496150"/>
                </a:lnTo>
                <a:close/>
                <a:moveTo>
                  <a:pt x="360908" y="1013500"/>
                </a:moveTo>
                <a:lnTo>
                  <a:pt x="360845" y="1014930"/>
                </a:lnTo>
                <a:lnTo>
                  <a:pt x="361660" y="1016391"/>
                </a:lnTo>
                <a:lnTo>
                  <a:pt x="361651" y="1016203"/>
                </a:lnTo>
                <a:lnTo>
                  <a:pt x="361560" y="1015884"/>
                </a:lnTo>
                <a:close/>
                <a:moveTo>
                  <a:pt x="441483" y="833018"/>
                </a:moveTo>
                <a:lnTo>
                  <a:pt x="441428" y="833819"/>
                </a:lnTo>
                <a:lnTo>
                  <a:pt x="441902" y="834134"/>
                </a:lnTo>
                <a:lnTo>
                  <a:pt x="441960" y="833653"/>
                </a:lnTo>
                <a:lnTo>
                  <a:pt x="441882" y="833482"/>
                </a:lnTo>
                <a:close/>
                <a:moveTo>
                  <a:pt x="421305" y="878151"/>
                </a:moveTo>
                <a:lnTo>
                  <a:pt x="421337" y="878990"/>
                </a:lnTo>
                <a:lnTo>
                  <a:pt x="421342" y="878981"/>
                </a:lnTo>
                <a:lnTo>
                  <a:pt x="421377" y="879441"/>
                </a:lnTo>
                <a:lnTo>
                  <a:pt x="422462" y="880054"/>
                </a:lnTo>
                <a:lnTo>
                  <a:pt x="422496" y="879068"/>
                </a:lnTo>
                <a:close/>
                <a:moveTo>
                  <a:pt x="465880" y="778208"/>
                </a:moveTo>
                <a:lnTo>
                  <a:pt x="466582" y="781037"/>
                </a:lnTo>
                <a:lnTo>
                  <a:pt x="467071" y="781207"/>
                </a:lnTo>
                <a:lnTo>
                  <a:pt x="466887" y="779033"/>
                </a:lnTo>
                <a:close/>
                <a:moveTo>
                  <a:pt x="553542" y="581778"/>
                </a:moveTo>
                <a:lnTo>
                  <a:pt x="553497" y="582835"/>
                </a:lnTo>
                <a:lnTo>
                  <a:pt x="553853" y="582983"/>
                </a:lnTo>
                <a:lnTo>
                  <a:pt x="553853" y="581960"/>
                </a:lnTo>
                <a:close/>
                <a:moveTo>
                  <a:pt x="570140" y="544594"/>
                </a:moveTo>
                <a:lnTo>
                  <a:pt x="570395" y="545987"/>
                </a:lnTo>
                <a:lnTo>
                  <a:pt x="573394" y="547035"/>
                </a:lnTo>
                <a:close/>
                <a:moveTo>
                  <a:pt x="309821" y="1127474"/>
                </a:moveTo>
                <a:lnTo>
                  <a:pt x="309963" y="1131178"/>
                </a:lnTo>
                <a:lnTo>
                  <a:pt x="311454" y="1132497"/>
                </a:lnTo>
                <a:lnTo>
                  <a:pt x="311746" y="1132719"/>
                </a:lnTo>
                <a:lnTo>
                  <a:pt x="311463" y="1129262"/>
                </a:lnTo>
                <a:close/>
                <a:moveTo>
                  <a:pt x="623674" y="424686"/>
                </a:moveTo>
                <a:lnTo>
                  <a:pt x="622748" y="431505"/>
                </a:lnTo>
                <a:lnTo>
                  <a:pt x="626258" y="434550"/>
                </a:lnTo>
                <a:lnTo>
                  <a:pt x="627744" y="427687"/>
                </a:lnTo>
                <a:close/>
                <a:moveTo>
                  <a:pt x="461769" y="787167"/>
                </a:moveTo>
                <a:lnTo>
                  <a:pt x="461613" y="788209"/>
                </a:lnTo>
                <a:lnTo>
                  <a:pt x="462180" y="788411"/>
                </a:lnTo>
                <a:close/>
                <a:moveTo>
                  <a:pt x="592378" y="494698"/>
                </a:moveTo>
                <a:lnTo>
                  <a:pt x="592449" y="495063"/>
                </a:lnTo>
                <a:lnTo>
                  <a:pt x="593194" y="495572"/>
                </a:lnTo>
                <a:close/>
                <a:moveTo>
                  <a:pt x="414905" y="892079"/>
                </a:moveTo>
                <a:lnTo>
                  <a:pt x="415116" y="893141"/>
                </a:lnTo>
                <a:lnTo>
                  <a:pt x="415593" y="893925"/>
                </a:lnTo>
                <a:lnTo>
                  <a:pt x="415552" y="892799"/>
                </a:lnTo>
                <a:close/>
                <a:moveTo>
                  <a:pt x="542958" y="605341"/>
                </a:moveTo>
                <a:lnTo>
                  <a:pt x="543097" y="606264"/>
                </a:lnTo>
                <a:lnTo>
                  <a:pt x="546567" y="607686"/>
                </a:lnTo>
                <a:lnTo>
                  <a:pt x="546540" y="606740"/>
                </a:lnTo>
                <a:close/>
                <a:moveTo>
                  <a:pt x="260108" y="1238647"/>
                </a:moveTo>
                <a:lnTo>
                  <a:pt x="260492" y="1239444"/>
                </a:lnTo>
                <a:lnTo>
                  <a:pt x="261735" y="1240777"/>
                </a:lnTo>
                <a:close/>
                <a:moveTo>
                  <a:pt x="513353" y="671518"/>
                </a:moveTo>
                <a:lnTo>
                  <a:pt x="513352" y="671527"/>
                </a:lnTo>
                <a:lnTo>
                  <a:pt x="513358" y="671532"/>
                </a:lnTo>
                <a:close/>
                <a:moveTo>
                  <a:pt x="343714" y="1051327"/>
                </a:moveTo>
                <a:lnTo>
                  <a:pt x="345679" y="1062457"/>
                </a:lnTo>
                <a:lnTo>
                  <a:pt x="345928" y="1062783"/>
                </a:lnTo>
                <a:lnTo>
                  <a:pt x="345370" y="1058655"/>
                </a:lnTo>
                <a:lnTo>
                  <a:pt x="344028" y="1051804"/>
                </a:lnTo>
                <a:close/>
                <a:moveTo>
                  <a:pt x="448333" y="817000"/>
                </a:moveTo>
                <a:lnTo>
                  <a:pt x="448013" y="820655"/>
                </a:lnTo>
                <a:lnTo>
                  <a:pt x="448722" y="822931"/>
                </a:lnTo>
                <a:lnTo>
                  <a:pt x="449362" y="817682"/>
                </a:lnTo>
                <a:close/>
                <a:moveTo>
                  <a:pt x="456929" y="797737"/>
                </a:moveTo>
                <a:lnTo>
                  <a:pt x="459352" y="801091"/>
                </a:lnTo>
                <a:lnTo>
                  <a:pt x="459582" y="799556"/>
                </a:lnTo>
                <a:lnTo>
                  <a:pt x="459213" y="798899"/>
                </a:lnTo>
                <a:lnTo>
                  <a:pt x="458054" y="798223"/>
                </a:lnTo>
                <a:close/>
                <a:moveTo>
                  <a:pt x="502343" y="695892"/>
                </a:moveTo>
                <a:lnTo>
                  <a:pt x="503060" y="698754"/>
                </a:lnTo>
                <a:lnTo>
                  <a:pt x="503239" y="698885"/>
                </a:lnTo>
                <a:lnTo>
                  <a:pt x="503234" y="696332"/>
                </a:lnTo>
                <a:close/>
                <a:moveTo>
                  <a:pt x="383640" y="961644"/>
                </a:moveTo>
                <a:lnTo>
                  <a:pt x="383572" y="963168"/>
                </a:lnTo>
                <a:lnTo>
                  <a:pt x="385289" y="966430"/>
                </a:lnTo>
                <a:lnTo>
                  <a:pt x="385340" y="966315"/>
                </a:lnTo>
                <a:close/>
                <a:moveTo>
                  <a:pt x="229614" y="1306418"/>
                </a:moveTo>
                <a:lnTo>
                  <a:pt x="236369" y="1318992"/>
                </a:lnTo>
                <a:lnTo>
                  <a:pt x="245285" y="1323882"/>
                </a:lnTo>
                <a:lnTo>
                  <a:pt x="240161" y="1314345"/>
                </a:lnTo>
                <a:lnTo>
                  <a:pt x="236847" y="1311902"/>
                </a:lnTo>
                <a:close/>
                <a:moveTo>
                  <a:pt x="264359" y="1228614"/>
                </a:moveTo>
                <a:lnTo>
                  <a:pt x="267127" y="1232767"/>
                </a:lnTo>
                <a:lnTo>
                  <a:pt x="268098" y="1233669"/>
                </a:lnTo>
                <a:close/>
                <a:moveTo>
                  <a:pt x="360964" y="1012274"/>
                </a:moveTo>
                <a:lnTo>
                  <a:pt x="360941" y="1012797"/>
                </a:lnTo>
                <a:lnTo>
                  <a:pt x="361597" y="1015075"/>
                </a:lnTo>
                <a:lnTo>
                  <a:pt x="361521" y="1013539"/>
                </a:lnTo>
                <a:close/>
                <a:moveTo>
                  <a:pt x="471890" y="763872"/>
                </a:moveTo>
                <a:lnTo>
                  <a:pt x="473109" y="770553"/>
                </a:lnTo>
                <a:lnTo>
                  <a:pt x="473480" y="770692"/>
                </a:lnTo>
                <a:lnTo>
                  <a:pt x="472801" y="765736"/>
                </a:lnTo>
                <a:close/>
                <a:moveTo>
                  <a:pt x="546962" y="595714"/>
                </a:moveTo>
                <a:lnTo>
                  <a:pt x="546976" y="596246"/>
                </a:lnTo>
                <a:lnTo>
                  <a:pt x="548136" y="597197"/>
                </a:lnTo>
                <a:lnTo>
                  <a:pt x="548136" y="596678"/>
                </a:lnTo>
                <a:close/>
                <a:moveTo>
                  <a:pt x="519090" y="658080"/>
                </a:moveTo>
                <a:lnTo>
                  <a:pt x="518970" y="658509"/>
                </a:lnTo>
                <a:lnTo>
                  <a:pt x="519329" y="658757"/>
                </a:lnTo>
                <a:close/>
                <a:moveTo>
                  <a:pt x="260618" y="1236805"/>
                </a:moveTo>
                <a:lnTo>
                  <a:pt x="261054" y="1237789"/>
                </a:lnTo>
                <a:lnTo>
                  <a:pt x="261124" y="1237881"/>
                </a:lnTo>
                <a:lnTo>
                  <a:pt x="262176" y="1238641"/>
                </a:lnTo>
                <a:close/>
                <a:moveTo>
                  <a:pt x="553590" y="580652"/>
                </a:moveTo>
                <a:lnTo>
                  <a:pt x="553553" y="581519"/>
                </a:lnTo>
                <a:lnTo>
                  <a:pt x="553853" y="581694"/>
                </a:lnTo>
                <a:lnTo>
                  <a:pt x="553853" y="580732"/>
                </a:lnTo>
                <a:close/>
                <a:moveTo>
                  <a:pt x="437565" y="840429"/>
                </a:moveTo>
                <a:lnTo>
                  <a:pt x="437733" y="841022"/>
                </a:lnTo>
                <a:lnTo>
                  <a:pt x="437746" y="840554"/>
                </a:lnTo>
                <a:close/>
                <a:moveTo>
                  <a:pt x="484987" y="734233"/>
                </a:moveTo>
                <a:lnTo>
                  <a:pt x="485236" y="736719"/>
                </a:lnTo>
                <a:lnTo>
                  <a:pt x="485204" y="735848"/>
                </a:lnTo>
                <a:close/>
                <a:moveTo>
                  <a:pt x="591889" y="494852"/>
                </a:moveTo>
                <a:lnTo>
                  <a:pt x="592171" y="496044"/>
                </a:lnTo>
                <a:lnTo>
                  <a:pt x="592413" y="496174"/>
                </a:lnTo>
                <a:lnTo>
                  <a:pt x="592197" y="495069"/>
                </a:lnTo>
                <a:close/>
                <a:moveTo>
                  <a:pt x="283635" y="1184863"/>
                </a:moveTo>
                <a:lnTo>
                  <a:pt x="285176" y="1187820"/>
                </a:lnTo>
                <a:lnTo>
                  <a:pt x="285807" y="1188685"/>
                </a:lnTo>
                <a:lnTo>
                  <a:pt x="285265" y="1186036"/>
                </a:lnTo>
                <a:close/>
                <a:moveTo>
                  <a:pt x="309770" y="1126147"/>
                </a:moveTo>
                <a:lnTo>
                  <a:pt x="309816" y="1127341"/>
                </a:lnTo>
                <a:lnTo>
                  <a:pt x="311452" y="1129123"/>
                </a:lnTo>
                <a:lnTo>
                  <a:pt x="311390" y="1128368"/>
                </a:lnTo>
                <a:lnTo>
                  <a:pt x="310711" y="1126942"/>
                </a:lnTo>
                <a:close/>
                <a:moveTo>
                  <a:pt x="437390" y="840308"/>
                </a:moveTo>
                <a:lnTo>
                  <a:pt x="437446" y="840497"/>
                </a:lnTo>
                <a:lnTo>
                  <a:pt x="437393" y="840310"/>
                </a:lnTo>
                <a:close/>
                <a:moveTo>
                  <a:pt x="206362" y="1357565"/>
                </a:moveTo>
                <a:lnTo>
                  <a:pt x="213792" y="1364766"/>
                </a:lnTo>
                <a:lnTo>
                  <a:pt x="212815" y="1362209"/>
                </a:lnTo>
                <a:close/>
                <a:moveTo>
                  <a:pt x="232405" y="1299077"/>
                </a:moveTo>
                <a:lnTo>
                  <a:pt x="237437" y="1308442"/>
                </a:lnTo>
                <a:lnTo>
                  <a:pt x="240892" y="1312205"/>
                </a:lnTo>
                <a:lnTo>
                  <a:pt x="243257" y="1314615"/>
                </a:lnTo>
                <a:lnTo>
                  <a:pt x="240119" y="1305498"/>
                </a:lnTo>
                <a:lnTo>
                  <a:pt x="237993" y="1302228"/>
                </a:lnTo>
                <a:close/>
                <a:moveTo>
                  <a:pt x="562367" y="560038"/>
                </a:moveTo>
                <a:lnTo>
                  <a:pt x="566190" y="562318"/>
                </a:lnTo>
                <a:lnTo>
                  <a:pt x="566257" y="561874"/>
                </a:lnTo>
                <a:lnTo>
                  <a:pt x="564775" y="560337"/>
                </a:lnTo>
                <a:close/>
                <a:moveTo>
                  <a:pt x="552207" y="582773"/>
                </a:moveTo>
                <a:lnTo>
                  <a:pt x="552207" y="583878"/>
                </a:lnTo>
                <a:lnTo>
                  <a:pt x="552342" y="585115"/>
                </a:lnTo>
                <a:lnTo>
                  <a:pt x="552835" y="585308"/>
                </a:lnTo>
                <a:lnTo>
                  <a:pt x="552930" y="583072"/>
                </a:lnTo>
                <a:close/>
                <a:moveTo>
                  <a:pt x="512861" y="670855"/>
                </a:moveTo>
                <a:lnTo>
                  <a:pt x="512851" y="671147"/>
                </a:lnTo>
                <a:lnTo>
                  <a:pt x="512939" y="671213"/>
                </a:lnTo>
                <a:lnTo>
                  <a:pt x="512990" y="670887"/>
                </a:lnTo>
                <a:close/>
                <a:moveTo>
                  <a:pt x="541314" y="606922"/>
                </a:moveTo>
                <a:lnTo>
                  <a:pt x="542615" y="615564"/>
                </a:lnTo>
                <a:lnTo>
                  <a:pt x="543935" y="616392"/>
                </a:lnTo>
                <a:lnTo>
                  <a:pt x="542721" y="607521"/>
                </a:lnTo>
                <a:close/>
                <a:moveTo>
                  <a:pt x="326977" y="1086858"/>
                </a:moveTo>
                <a:lnTo>
                  <a:pt x="327002" y="1087061"/>
                </a:lnTo>
                <a:lnTo>
                  <a:pt x="327533" y="1088647"/>
                </a:lnTo>
                <a:lnTo>
                  <a:pt x="328139" y="1089141"/>
                </a:lnTo>
                <a:close/>
                <a:moveTo>
                  <a:pt x="402123" y="918503"/>
                </a:moveTo>
                <a:lnTo>
                  <a:pt x="402156" y="919103"/>
                </a:lnTo>
                <a:lnTo>
                  <a:pt x="402316" y="919662"/>
                </a:lnTo>
                <a:lnTo>
                  <a:pt x="402412" y="918849"/>
                </a:lnTo>
                <a:close/>
                <a:moveTo>
                  <a:pt x="219756" y="1326788"/>
                </a:moveTo>
                <a:lnTo>
                  <a:pt x="221480" y="1331303"/>
                </a:lnTo>
                <a:lnTo>
                  <a:pt x="232986" y="1343660"/>
                </a:lnTo>
                <a:lnTo>
                  <a:pt x="228608" y="1336674"/>
                </a:lnTo>
                <a:close/>
                <a:moveTo>
                  <a:pt x="591674" y="493944"/>
                </a:moveTo>
                <a:lnTo>
                  <a:pt x="591841" y="494647"/>
                </a:lnTo>
                <a:lnTo>
                  <a:pt x="592157" y="494863"/>
                </a:lnTo>
                <a:lnTo>
                  <a:pt x="592057" y="494355"/>
                </a:lnTo>
                <a:close/>
                <a:moveTo>
                  <a:pt x="456141" y="797397"/>
                </a:moveTo>
                <a:lnTo>
                  <a:pt x="456921" y="803782"/>
                </a:lnTo>
                <a:lnTo>
                  <a:pt x="458705" y="805404"/>
                </a:lnTo>
                <a:lnTo>
                  <a:pt x="459301" y="801430"/>
                </a:lnTo>
                <a:lnTo>
                  <a:pt x="456497" y="797551"/>
                </a:lnTo>
                <a:close/>
                <a:moveTo>
                  <a:pt x="361054" y="1010242"/>
                </a:moveTo>
                <a:lnTo>
                  <a:pt x="361039" y="1010576"/>
                </a:lnTo>
                <a:lnTo>
                  <a:pt x="361419" y="1011435"/>
                </a:lnTo>
                <a:lnTo>
                  <a:pt x="361377" y="1010597"/>
                </a:lnTo>
                <a:close/>
                <a:moveTo>
                  <a:pt x="472386" y="760861"/>
                </a:moveTo>
                <a:lnTo>
                  <a:pt x="473071" y="765867"/>
                </a:lnTo>
                <a:lnTo>
                  <a:pt x="475890" y="771627"/>
                </a:lnTo>
                <a:lnTo>
                  <a:pt x="476868" y="772009"/>
                </a:lnTo>
                <a:lnTo>
                  <a:pt x="476804" y="769146"/>
                </a:lnTo>
                <a:lnTo>
                  <a:pt x="475403" y="764723"/>
                </a:lnTo>
                <a:close/>
                <a:moveTo>
                  <a:pt x="356681" y="1019907"/>
                </a:moveTo>
                <a:lnTo>
                  <a:pt x="357583" y="1023583"/>
                </a:lnTo>
                <a:lnTo>
                  <a:pt x="357984" y="1024048"/>
                </a:lnTo>
                <a:close/>
                <a:moveTo>
                  <a:pt x="210021" y="1348262"/>
                </a:moveTo>
                <a:lnTo>
                  <a:pt x="210822" y="1350362"/>
                </a:lnTo>
                <a:lnTo>
                  <a:pt x="216074" y="1354866"/>
                </a:lnTo>
                <a:lnTo>
                  <a:pt x="227050" y="1359710"/>
                </a:lnTo>
                <a:lnTo>
                  <a:pt x="223943" y="1356464"/>
                </a:lnTo>
                <a:close/>
                <a:moveTo>
                  <a:pt x="339573" y="1058128"/>
                </a:moveTo>
                <a:lnTo>
                  <a:pt x="340333" y="1060240"/>
                </a:lnTo>
                <a:lnTo>
                  <a:pt x="340335" y="1059254"/>
                </a:lnTo>
                <a:close/>
                <a:moveTo>
                  <a:pt x="438770" y="835935"/>
                </a:moveTo>
                <a:lnTo>
                  <a:pt x="438747" y="836773"/>
                </a:lnTo>
                <a:lnTo>
                  <a:pt x="438765" y="838213"/>
                </a:lnTo>
                <a:lnTo>
                  <a:pt x="438989" y="838368"/>
                </a:lnTo>
                <a:close/>
                <a:moveTo>
                  <a:pt x="309722" y="1124867"/>
                </a:moveTo>
                <a:lnTo>
                  <a:pt x="309753" y="1125682"/>
                </a:lnTo>
                <a:lnTo>
                  <a:pt x="310321" y="1126124"/>
                </a:lnTo>
                <a:close/>
                <a:moveTo>
                  <a:pt x="553680" y="578544"/>
                </a:moveTo>
                <a:lnTo>
                  <a:pt x="553606" y="580291"/>
                </a:lnTo>
                <a:lnTo>
                  <a:pt x="553853" y="580369"/>
                </a:lnTo>
                <a:lnTo>
                  <a:pt x="553853" y="578688"/>
                </a:lnTo>
                <a:close/>
                <a:moveTo>
                  <a:pt x="343380" y="1049431"/>
                </a:moveTo>
                <a:lnTo>
                  <a:pt x="343480" y="1049999"/>
                </a:lnTo>
                <a:lnTo>
                  <a:pt x="343756" y="1050419"/>
                </a:lnTo>
                <a:lnTo>
                  <a:pt x="343672" y="1049992"/>
                </a:lnTo>
                <a:close/>
                <a:moveTo>
                  <a:pt x="577186" y="525880"/>
                </a:moveTo>
                <a:lnTo>
                  <a:pt x="580880" y="541500"/>
                </a:lnTo>
                <a:lnTo>
                  <a:pt x="582521" y="536431"/>
                </a:lnTo>
                <a:lnTo>
                  <a:pt x="579403" y="526655"/>
                </a:lnTo>
                <a:close/>
                <a:moveTo>
                  <a:pt x="641261" y="382328"/>
                </a:moveTo>
                <a:lnTo>
                  <a:pt x="643431" y="400163"/>
                </a:lnTo>
                <a:lnTo>
                  <a:pt x="648388" y="404297"/>
                </a:lnTo>
                <a:lnTo>
                  <a:pt x="652748" y="393686"/>
                </a:lnTo>
                <a:lnTo>
                  <a:pt x="652790" y="392449"/>
                </a:lnTo>
                <a:lnTo>
                  <a:pt x="646170" y="387901"/>
                </a:lnTo>
                <a:lnTo>
                  <a:pt x="646652" y="387869"/>
                </a:lnTo>
                <a:lnTo>
                  <a:pt x="652802" y="392094"/>
                </a:lnTo>
                <a:lnTo>
                  <a:pt x="652821" y="391569"/>
                </a:lnTo>
                <a:lnTo>
                  <a:pt x="649433" y="387055"/>
                </a:lnTo>
                <a:close/>
                <a:moveTo>
                  <a:pt x="624259" y="420375"/>
                </a:moveTo>
                <a:lnTo>
                  <a:pt x="623733" y="424245"/>
                </a:lnTo>
                <a:lnTo>
                  <a:pt x="627834" y="427269"/>
                </a:lnTo>
                <a:lnTo>
                  <a:pt x="628652" y="423490"/>
                </a:lnTo>
                <a:lnTo>
                  <a:pt x="628142" y="423119"/>
                </a:lnTo>
                <a:close/>
                <a:moveTo>
                  <a:pt x="520841" y="651880"/>
                </a:moveTo>
                <a:lnTo>
                  <a:pt x="519512" y="656588"/>
                </a:lnTo>
                <a:lnTo>
                  <a:pt x="520890" y="659837"/>
                </a:lnTo>
                <a:lnTo>
                  <a:pt x="521992" y="660599"/>
                </a:lnTo>
                <a:lnTo>
                  <a:pt x="522093" y="660696"/>
                </a:lnTo>
                <a:lnTo>
                  <a:pt x="521318" y="655867"/>
                </a:lnTo>
                <a:close/>
                <a:moveTo>
                  <a:pt x="366790" y="996791"/>
                </a:moveTo>
                <a:lnTo>
                  <a:pt x="367153" y="998464"/>
                </a:lnTo>
                <a:lnTo>
                  <a:pt x="367182" y="998488"/>
                </a:lnTo>
                <a:lnTo>
                  <a:pt x="367287" y="997959"/>
                </a:lnTo>
                <a:close/>
                <a:moveTo>
                  <a:pt x="255186" y="1246662"/>
                </a:moveTo>
                <a:lnTo>
                  <a:pt x="256666" y="1250096"/>
                </a:lnTo>
                <a:lnTo>
                  <a:pt x="258178" y="1251575"/>
                </a:lnTo>
                <a:lnTo>
                  <a:pt x="257085" y="1247782"/>
                </a:lnTo>
                <a:close/>
                <a:moveTo>
                  <a:pt x="301434" y="1142992"/>
                </a:moveTo>
                <a:lnTo>
                  <a:pt x="302499" y="1145270"/>
                </a:lnTo>
                <a:lnTo>
                  <a:pt x="302464" y="1144368"/>
                </a:lnTo>
                <a:close/>
                <a:moveTo>
                  <a:pt x="542595" y="602929"/>
                </a:moveTo>
                <a:lnTo>
                  <a:pt x="542905" y="604989"/>
                </a:lnTo>
                <a:lnTo>
                  <a:pt x="546530" y="606405"/>
                </a:lnTo>
                <a:lnTo>
                  <a:pt x="546513" y="605819"/>
                </a:lnTo>
                <a:close/>
                <a:moveTo>
                  <a:pt x="261612" y="1232052"/>
                </a:moveTo>
                <a:lnTo>
                  <a:pt x="264240" y="1237744"/>
                </a:lnTo>
                <a:lnTo>
                  <a:pt x="268750" y="1243389"/>
                </a:lnTo>
                <a:lnTo>
                  <a:pt x="270269" y="1244485"/>
                </a:lnTo>
                <a:lnTo>
                  <a:pt x="274351" y="1247349"/>
                </a:lnTo>
                <a:lnTo>
                  <a:pt x="273188" y="1244893"/>
                </a:lnTo>
                <a:lnTo>
                  <a:pt x="272430" y="1243111"/>
                </a:lnTo>
                <a:lnTo>
                  <a:pt x="271709" y="1242067"/>
                </a:lnTo>
                <a:lnTo>
                  <a:pt x="264767" y="1233806"/>
                </a:lnTo>
                <a:close/>
                <a:moveTo>
                  <a:pt x="561671" y="560130"/>
                </a:moveTo>
                <a:lnTo>
                  <a:pt x="561639" y="560878"/>
                </a:lnTo>
                <a:lnTo>
                  <a:pt x="561788" y="562253"/>
                </a:lnTo>
                <a:lnTo>
                  <a:pt x="564103" y="564447"/>
                </a:lnTo>
                <a:lnTo>
                  <a:pt x="565397" y="565090"/>
                </a:lnTo>
                <a:lnTo>
                  <a:pt x="565759" y="565200"/>
                </a:lnTo>
                <a:lnTo>
                  <a:pt x="566120" y="562785"/>
                </a:lnTo>
                <a:close/>
                <a:moveTo>
                  <a:pt x="466523" y="773150"/>
                </a:moveTo>
                <a:lnTo>
                  <a:pt x="466552" y="773495"/>
                </a:lnTo>
                <a:lnTo>
                  <a:pt x="468829" y="775362"/>
                </a:lnTo>
                <a:lnTo>
                  <a:pt x="468650" y="774030"/>
                </a:lnTo>
                <a:close/>
                <a:moveTo>
                  <a:pt x="568980" y="543724"/>
                </a:moveTo>
                <a:lnTo>
                  <a:pt x="569674" y="545736"/>
                </a:lnTo>
                <a:lnTo>
                  <a:pt x="570221" y="545926"/>
                </a:lnTo>
                <a:lnTo>
                  <a:pt x="569952" y="544453"/>
                </a:lnTo>
                <a:close/>
                <a:moveTo>
                  <a:pt x="235602" y="1290177"/>
                </a:moveTo>
                <a:lnTo>
                  <a:pt x="236693" y="1293348"/>
                </a:lnTo>
                <a:lnTo>
                  <a:pt x="237969" y="1293898"/>
                </a:lnTo>
                <a:close/>
                <a:moveTo>
                  <a:pt x="379164" y="968679"/>
                </a:moveTo>
                <a:lnTo>
                  <a:pt x="378044" y="974387"/>
                </a:lnTo>
                <a:lnTo>
                  <a:pt x="378154" y="974709"/>
                </a:lnTo>
                <a:lnTo>
                  <a:pt x="379865" y="976662"/>
                </a:lnTo>
                <a:lnTo>
                  <a:pt x="380158" y="970094"/>
                </a:lnTo>
                <a:close/>
                <a:moveTo>
                  <a:pt x="170355" y="1436216"/>
                </a:moveTo>
                <a:lnTo>
                  <a:pt x="176915" y="1444840"/>
                </a:lnTo>
                <a:lnTo>
                  <a:pt x="189082" y="1449320"/>
                </a:lnTo>
                <a:lnTo>
                  <a:pt x="171183" y="1436812"/>
                </a:lnTo>
                <a:close/>
                <a:moveTo>
                  <a:pt x="541149" y="605833"/>
                </a:moveTo>
                <a:lnTo>
                  <a:pt x="541263" y="606586"/>
                </a:lnTo>
                <a:lnTo>
                  <a:pt x="542673" y="607164"/>
                </a:lnTo>
                <a:lnTo>
                  <a:pt x="542574" y="606439"/>
                </a:lnTo>
                <a:close/>
                <a:moveTo>
                  <a:pt x="342803" y="1049937"/>
                </a:moveTo>
                <a:lnTo>
                  <a:pt x="343082" y="1055647"/>
                </a:lnTo>
                <a:lnTo>
                  <a:pt x="344825" y="1061339"/>
                </a:lnTo>
                <a:lnTo>
                  <a:pt x="345255" y="1061902"/>
                </a:lnTo>
                <a:lnTo>
                  <a:pt x="343268" y="1050646"/>
                </a:lnTo>
                <a:close/>
                <a:moveTo>
                  <a:pt x="361114" y="1008910"/>
                </a:moveTo>
                <a:lnTo>
                  <a:pt x="361080" y="1009656"/>
                </a:lnTo>
                <a:lnTo>
                  <a:pt x="361345" y="1009939"/>
                </a:lnTo>
                <a:lnTo>
                  <a:pt x="361303" y="1009071"/>
                </a:lnTo>
                <a:close/>
                <a:moveTo>
                  <a:pt x="552208" y="580997"/>
                </a:moveTo>
                <a:lnTo>
                  <a:pt x="552208" y="582303"/>
                </a:lnTo>
                <a:lnTo>
                  <a:pt x="552950" y="582610"/>
                </a:lnTo>
                <a:lnTo>
                  <a:pt x="552998" y="581460"/>
                </a:lnTo>
                <a:close/>
                <a:moveTo>
                  <a:pt x="578532" y="522029"/>
                </a:moveTo>
                <a:lnTo>
                  <a:pt x="581882" y="525017"/>
                </a:lnTo>
                <a:lnTo>
                  <a:pt x="583025" y="525415"/>
                </a:lnTo>
                <a:lnTo>
                  <a:pt x="580655" y="523114"/>
                </a:lnTo>
                <a:close/>
                <a:moveTo>
                  <a:pt x="243130" y="1273044"/>
                </a:moveTo>
                <a:lnTo>
                  <a:pt x="245631" y="1278951"/>
                </a:lnTo>
                <a:lnTo>
                  <a:pt x="248518" y="1281558"/>
                </a:lnTo>
                <a:lnTo>
                  <a:pt x="244269" y="1273959"/>
                </a:lnTo>
                <a:close/>
                <a:moveTo>
                  <a:pt x="634918" y="395731"/>
                </a:moveTo>
                <a:lnTo>
                  <a:pt x="632957" y="404790"/>
                </a:lnTo>
                <a:lnTo>
                  <a:pt x="636179" y="407405"/>
                </a:lnTo>
                <a:lnTo>
                  <a:pt x="636421" y="405713"/>
                </a:lnTo>
                <a:close/>
                <a:moveTo>
                  <a:pt x="515792" y="662425"/>
                </a:moveTo>
                <a:lnTo>
                  <a:pt x="515827" y="662560"/>
                </a:lnTo>
                <a:lnTo>
                  <a:pt x="515832" y="662429"/>
                </a:lnTo>
                <a:close/>
                <a:moveTo>
                  <a:pt x="329493" y="1079399"/>
                </a:moveTo>
                <a:lnTo>
                  <a:pt x="329837" y="1083293"/>
                </a:lnTo>
                <a:lnTo>
                  <a:pt x="332512" y="1086046"/>
                </a:lnTo>
                <a:lnTo>
                  <a:pt x="332486" y="1085944"/>
                </a:lnTo>
                <a:lnTo>
                  <a:pt x="332517" y="1086051"/>
                </a:lnTo>
                <a:lnTo>
                  <a:pt x="334164" y="1087745"/>
                </a:lnTo>
                <a:lnTo>
                  <a:pt x="331344" y="1081385"/>
                </a:lnTo>
                <a:lnTo>
                  <a:pt x="331331" y="1081371"/>
                </a:lnTo>
                <a:lnTo>
                  <a:pt x="332486" y="1085944"/>
                </a:lnTo>
                <a:lnTo>
                  <a:pt x="332145" y="1084751"/>
                </a:lnTo>
                <a:lnTo>
                  <a:pt x="331319" y="1081358"/>
                </a:lnTo>
                <a:close/>
                <a:moveTo>
                  <a:pt x="498623" y="700621"/>
                </a:moveTo>
                <a:lnTo>
                  <a:pt x="499469" y="706312"/>
                </a:lnTo>
                <a:lnTo>
                  <a:pt x="502946" y="709047"/>
                </a:lnTo>
                <a:lnTo>
                  <a:pt x="503258" y="707941"/>
                </a:lnTo>
                <a:lnTo>
                  <a:pt x="503252" y="704749"/>
                </a:lnTo>
                <a:close/>
                <a:moveTo>
                  <a:pt x="241434" y="1276384"/>
                </a:moveTo>
                <a:lnTo>
                  <a:pt x="244869" y="1283638"/>
                </a:lnTo>
                <a:lnTo>
                  <a:pt x="245483" y="1284118"/>
                </a:lnTo>
                <a:lnTo>
                  <a:pt x="242688" y="1277517"/>
                </a:lnTo>
                <a:close/>
                <a:moveTo>
                  <a:pt x="521737" y="648705"/>
                </a:moveTo>
                <a:lnTo>
                  <a:pt x="521439" y="649761"/>
                </a:lnTo>
                <a:lnTo>
                  <a:pt x="523347" y="661658"/>
                </a:lnTo>
                <a:lnTo>
                  <a:pt x="523635" y="661685"/>
                </a:lnTo>
                <a:lnTo>
                  <a:pt x="522752" y="650109"/>
                </a:lnTo>
                <a:close/>
                <a:moveTo>
                  <a:pt x="559312" y="564557"/>
                </a:moveTo>
                <a:lnTo>
                  <a:pt x="559311" y="574514"/>
                </a:lnTo>
                <a:lnTo>
                  <a:pt x="560289" y="575099"/>
                </a:lnTo>
                <a:lnTo>
                  <a:pt x="560580" y="568229"/>
                </a:lnTo>
                <a:close/>
                <a:moveTo>
                  <a:pt x="439527" y="832777"/>
                </a:moveTo>
                <a:lnTo>
                  <a:pt x="440927" y="834665"/>
                </a:lnTo>
                <a:lnTo>
                  <a:pt x="440990" y="833752"/>
                </a:lnTo>
                <a:close/>
                <a:moveTo>
                  <a:pt x="489224" y="721496"/>
                </a:moveTo>
                <a:lnTo>
                  <a:pt x="490009" y="724154"/>
                </a:lnTo>
                <a:lnTo>
                  <a:pt x="490038" y="723920"/>
                </a:lnTo>
                <a:lnTo>
                  <a:pt x="489319" y="721540"/>
                </a:lnTo>
                <a:close/>
                <a:moveTo>
                  <a:pt x="596084" y="482141"/>
                </a:moveTo>
                <a:lnTo>
                  <a:pt x="595747" y="494548"/>
                </a:lnTo>
                <a:lnTo>
                  <a:pt x="596196" y="494950"/>
                </a:lnTo>
                <a:lnTo>
                  <a:pt x="598113" y="489288"/>
                </a:lnTo>
                <a:close/>
                <a:moveTo>
                  <a:pt x="263451" y="1226950"/>
                </a:moveTo>
                <a:lnTo>
                  <a:pt x="268219" y="1233217"/>
                </a:lnTo>
                <a:lnTo>
                  <a:pt x="266201" y="1228474"/>
                </a:lnTo>
                <a:close/>
                <a:moveTo>
                  <a:pt x="330310" y="1077211"/>
                </a:moveTo>
                <a:lnTo>
                  <a:pt x="330970" y="1079924"/>
                </a:lnTo>
                <a:lnTo>
                  <a:pt x="331169" y="1080374"/>
                </a:lnTo>
                <a:lnTo>
                  <a:pt x="333261" y="1082618"/>
                </a:lnTo>
                <a:lnTo>
                  <a:pt x="332247" y="1079241"/>
                </a:lnTo>
                <a:close/>
                <a:moveTo>
                  <a:pt x="448776" y="811938"/>
                </a:moveTo>
                <a:lnTo>
                  <a:pt x="448540" y="814633"/>
                </a:lnTo>
                <a:lnTo>
                  <a:pt x="449215" y="815469"/>
                </a:lnTo>
                <a:lnTo>
                  <a:pt x="449601" y="815724"/>
                </a:lnTo>
                <a:lnTo>
                  <a:pt x="449806" y="814043"/>
                </a:lnTo>
                <a:close/>
                <a:moveTo>
                  <a:pt x="552208" y="580233"/>
                </a:moveTo>
                <a:lnTo>
                  <a:pt x="552208" y="580731"/>
                </a:lnTo>
                <a:lnTo>
                  <a:pt x="553010" y="581200"/>
                </a:lnTo>
                <a:lnTo>
                  <a:pt x="553040" y="580485"/>
                </a:lnTo>
                <a:close/>
                <a:moveTo>
                  <a:pt x="322035" y="1095620"/>
                </a:moveTo>
                <a:lnTo>
                  <a:pt x="322083" y="1096010"/>
                </a:lnTo>
                <a:lnTo>
                  <a:pt x="322680" y="1096692"/>
                </a:lnTo>
                <a:lnTo>
                  <a:pt x="322666" y="1096621"/>
                </a:lnTo>
                <a:close/>
                <a:moveTo>
                  <a:pt x="640706" y="382007"/>
                </a:moveTo>
                <a:lnTo>
                  <a:pt x="638684" y="396204"/>
                </a:lnTo>
                <a:lnTo>
                  <a:pt x="643032" y="399829"/>
                </a:lnTo>
                <a:lnTo>
                  <a:pt x="641138" y="384271"/>
                </a:lnTo>
                <a:lnTo>
                  <a:pt x="640905" y="382122"/>
                </a:lnTo>
                <a:close/>
                <a:moveTo>
                  <a:pt x="282816" y="1183293"/>
                </a:moveTo>
                <a:lnTo>
                  <a:pt x="283346" y="1184309"/>
                </a:lnTo>
                <a:lnTo>
                  <a:pt x="285182" y="1185630"/>
                </a:lnTo>
                <a:lnTo>
                  <a:pt x="285052" y="1184994"/>
                </a:lnTo>
                <a:close/>
                <a:moveTo>
                  <a:pt x="257254" y="1240514"/>
                </a:moveTo>
                <a:lnTo>
                  <a:pt x="258805" y="1245895"/>
                </a:lnTo>
                <a:lnTo>
                  <a:pt x="261685" y="1250214"/>
                </a:lnTo>
                <a:lnTo>
                  <a:pt x="263180" y="1251096"/>
                </a:lnTo>
                <a:lnTo>
                  <a:pt x="258895" y="1243651"/>
                </a:lnTo>
                <a:close/>
                <a:moveTo>
                  <a:pt x="635292" y="394001"/>
                </a:moveTo>
                <a:lnTo>
                  <a:pt x="635177" y="394532"/>
                </a:lnTo>
                <a:lnTo>
                  <a:pt x="636635" y="404211"/>
                </a:lnTo>
                <a:lnTo>
                  <a:pt x="637716" y="396627"/>
                </a:lnTo>
                <a:lnTo>
                  <a:pt x="637800" y="396093"/>
                </a:lnTo>
                <a:close/>
                <a:moveTo>
                  <a:pt x="265394" y="1222201"/>
                </a:moveTo>
                <a:lnTo>
                  <a:pt x="268482" y="1229326"/>
                </a:lnTo>
                <a:lnTo>
                  <a:pt x="273424" y="1231964"/>
                </a:lnTo>
                <a:lnTo>
                  <a:pt x="273217" y="1231064"/>
                </a:lnTo>
                <a:lnTo>
                  <a:pt x="269881" y="1225975"/>
                </a:lnTo>
                <a:close/>
                <a:moveTo>
                  <a:pt x="553768" y="576470"/>
                </a:moveTo>
                <a:lnTo>
                  <a:pt x="553700" y="578092"/>
                </a:lnTo>
                <a:lnTo>
                  <a:pt x="553853" y="578221"/>
                </a:lnTo>
                <a:lnTo>
                  <a:pt x="553853" y="576502"/>
                </a:lnTo>
                <a:close/>
                <a:moveTo>
                  <a:pt x="286106" y="1175749"/>
                </a:moveTo>
                <a:lnTo>
                  <a:pt x="287482" y="1183374"/>
                </a:lnTo>
                <a:lnTo>
                  <a:pt x="289020" y="1187109"/>
                </a:lnTo>
                <a:lnTo>
                  <a:pt x="293870" y="1190645"/>
                </a:lnTo>
                <a:lnTo>
                  <a:pt x="293334" y="1188931"/>
                </a:lnTo>
                <a:lnTo>
                  <a:pt x="293466" y="1188586"/>
                </a:lnTo>
                <a:lnTo>
                  <a:pt x="294180" y="1190871"/>
                </a:lnTo>
                <a:lnTo>
                  <a:pt x="299073" y="1194439"/>
                </a:lnTo>
                <a:lnTo>
                  <a:pt x="298098" y="1189661"/>
                </a:lnTo>
                <a:lnTo>
                  <a:pt x="293123" y="1181957"/>
                </a:lnTo>
                <a:close/>
                <a:moveTo>
                  <a:pt x="361171" y="1007615"/>
                </a:moveTo>
                <a:lnTo>
                  <a:pt x="361129" y="1008557"/>
                </a:lnTo>
                <a:lnTo>
                  <a:pt x="361284" y="1008689"/>
                </a:lnTo>
                <a:lnTo>
                  <a:pt x="361235" y="1007683"/>
                </a:lnTo>
                <a:close/>
                <a:moveTo>
                  <a:pt x="212027" y="1341512"/>
                </a:moveTo>
                <a:lnTo>
                  <a:pt x="212974" y="1342500"/>
                </a:lnTo>
                <a:lnTo>
                  <a:pt x="214134" y="1343184"/>
                </a:lnTo>
                <a:close/>
                <a:moveTo>
                  <a:pt x="379675" y="966079"/>
                </a:moveTo>
                <a:lnTo>
                  <a:pt x="379194" y="968532"/>
                </a:lnTo>
                <a:lnTo>
                  <a:pt x="380165" y="969917"/>
                </a:lnTo>
                <a:lnTo>
                  <a:pt x="380283" y="967273"/>
                </a:lnTo>
                <a:close/>
                <a:moveTo>
                  <a:pt x="640812" y="381262"/>
                </a:moveTo>
                <a:lnTo>
                  <a:pt x="640762" y="381611"/>
                </a:lnTo>
                <a:lnTo>
                  <a:pt x="640855" y="381665"/>
                </a:lnTo>
                <a:close/>
                <a:moveTo>
                  <a:pt x="540163" y="606433"/>
                </a:moveTo>
                <a:lnTo>
                  <a:pt x="541426" y="614819"/>
                </a:lnTo>
                <a:lnTo>
                  <a:pt x="542300" y="615367"/>
                </a:lnTo>
                <a:lnTo>
                  <a:pt x="541133" y="606847"/>
                </a:lnTo>
                <a:close/>
                <a:moveTo>
                  <a:pt x="540969" y="604565"/>
                </a:moveTo>
                <a:lnTo>
                  <a:pt x="541074" y="605338"/>
                </a:lnTo>
                <a:lnTo>
                  <a:pt x="541090" y="605441"/>
                </a:lnTo>
                <a:lnTo>
                  <a:pt x="542517" y="606026"/>
                </a:lnTo>
                <a:lnTo>
                  <a:pt x="542393" y="605122"/>
                </a:lnTo>
                <a:close/>
                <a:moveTo>
                  <a:pt x="635069" y="393816"/>
                </a:moveTo>
                <a:lnTo>
                  <a:pt x="635072" y="393835"/>
                </a:lnTo>
                <a:lnTo>
                  <a:pt x="635075" y="393821"/>
                </a:lnTo>
                <a:close/>
                <a:moveTo>
                  <a:pt x="235235" y="1288996"/>
                </a:moveTo>
                <a:lnTo>
                  <a:pt x="238499" y="1294127"/>
                </a:lnTo>
                <a:lnTo>
                  <a:pt x="238776" y="1294246"/>
                </a:lnTo>
                <a:lnTo>
                  <a:pt x="236485" y="1289791"/>
                </a:lnTo>
                <a:close/>
                <a:moveTo>
                  <a:pt x="465734" y="772824"/>
                </a:moveTo>
                <a:lnTo>
                  <a:pt x="466408" y="773376"/>
                </a:lnTo>
                <a:lnTo>
                  <a:pt x="466384" y="773094"/>
                </a:lnTo>
                <a:close/>
                <a:moveTo>
                  <a:pt x="467484" y="768790"/>
                </a:moveTo>
                <a:lnTo>
                  <a:pt x="468069" y="769714"/>
                </a:lnTo>
                <a:lnTo>
                  <a:pt x="467970" y="768980"/>
                </a:lnTo>
                <a:close/>
                <a:moveTo>
                  <a:pt x="446494" y="815782"/>
                </a:moveTo>
                <a:lnTo>
                  <a:pt x="447018" y="817463"/>
                </a:lnTo>
                <a:lnTo>
                  <a:pt x="447175" y="816232"/>
                </a:lnTo>
                <a:close/>
                <a:moveTo>
                  <a:pt x="342715" y="1048156"/>
                </a:moveTo>
                <a:lnTo>
                  <a:pt x="342751" y="1048886"/>
                </a:lnTo>
                <a:lnTo>
                  <a:pt x="343034" y="1049318"/>
                </a:lnTo>
                <a:lnTo>
                  <a:pt x="342887" y="1048487"/>
                </a:lnTo>
                <a:close/>
                <a:moveTo>
                  <a:pt x="162885" y="1450727"/>
                </a:moveTo>
                <a:lnTo>
                  <a:pt x="175709" y="1473014"/>
                </a:lnTo>
                <a:lnTo>
                  <a:pt x="177127" y="1474119"/>
                </a:lnTo>
                <a:lnTo>
                  <a:pt x="180608" y="1476172"/>
                </a:lnTo>
                <a:lnTo>
                  <a:pt x="198871" y="1486610"/>
                </a:lnTo>
                <a:lnTo>
                  <a:pt x="183334" y="1467163"/>
                </a:lnTo>
                <a:close/>
                <a:moveTo>
                  <a:pt x="438860" y="832683"/>
                </a:moveTo>
                <a:lnTo>
                  <a:pt x="439399" y="838651"/>
                </a:lnTo>
                <a:lnTo>
                  <a:pt x="440594" y="839478"/>
                </a:lnTo>
                <a:lnTo>
                  <a:pt x="440871" y="835473"/>
                </a:lnTo>
                <a:close/>
                <a:moveTo>
                  <a:pt x="385336" y="952521"/>
                </a:moveTo>
                <a:lnTo>
                  <a:pt x="386010" y="953948"/>
                </a:lnTo>
                <a:lnTo>
                  <a:pt x="385836" y="953311"/>
                </a:lnTo>
                <a:close/>
                <a:moveTo>
                  <a:pt x="561794" y="557243"/>
                </a:moveTo>
                <a:lnTo>
                  <a:pt x="561692" y="559636"/>
                </a:lnTo>
                <a:lnTo>
                  <a:pt x="561711" y="559646"/>
                </a:lnTo>
                <a:lnTo>
                  <a:pt x="564435" y="559983"/>
                </a:lnTo>
                <a:close/>
                <a:moveTo>
                  <a:pt x="514794" y="662331"/>
                </a:moveTo>
                <a:lnTo>
                  <a:pt x="513756" y="668951"/>
                </a:lnTo>
                <a:lnTo>
                  <a:pt x="514234" y="669037"/>
                </a:lnTo>
                <a:lnTo>
                  <a:pt x="515793" y="663512"/>
                </a:lnTo>
                <a:lnTo>
                  <a:pt x="515499" y="662397"/>
                </a:lnTo>
                <a:close/>
                <a:moveTo>
                  <a:pt x="616257" y="435038"/>
                </a:moveTo>
                <a:lnTo>
                  <a:pt x="616808" y="435382"/>
                </a:lnTo>
                <a:lnTo>
                  <a:pt x="616783" y="435295"/>
                </a:lnTo>
                <a:close/>
                <a:moveTo>
                  <a:pt x="241688" y="1273736"/>
                </a:moveTo>
                <a:lnTo>
                  <a:pt x="242821" y="1276414"/>
                </a:lnTo>
                <a:lnTo>
                  <a:pt x="244243" y="1277697"/>
                </a:lnTo>
                <a:close/>
                <a:moveTo>
                  <a:pt x="326599" y="1083593"/>
                </a:moveTo>
                <a:lnTo>
                  <a:pt x="329829" y="1089941"/>
                </a:lnTo>
                <a:lnTo>
                  <a:pt x="329566" y="1086964"/>
                </a:lnTo>
                <a:close/>
                <a:moveTo>
                  <a:pt x="336580" y="1061231"/>
                </a:moveTo>
                <a:lnTo>
                  <a:pt x="339871" y="1068238"/>
                </a:lnTo>
                <a:lnTo>
                  <a:pt x="340606" y="1069211"/>
                </a:lnTo>
                <a:lnTo>
                  <a:pt x="340539" y="1067853"/>
                </a:lnTo>
                <a:lnTo>
                  <a:pt x="340255" y="1066826"/>
                </a:lnTo>
                <a:lnTo>
                  <a:pt x="337108" y="1061643"/>
                </a:lnTo>
                <a:close/>
                <a:moveTo>
                  <a:pt x="327550" y="1081444"/>
                </a:moveTo>
                <a:lnTo>
                  <a:pt x="329310" y="1084055"/>
                </a:lnTo>
                <a:lnTo>
                  <a:pt x="329243" y="1083306"/>
                </a:lnTo>
                <a:close/>
                <a:moveTo>
                  <a:pt x="448990" y="809500"/>
                </a:moveTo>
                <a:lnTo>
                  <a:pt x="448818" y="811458"/>
                </a:lnTo>
                <a:lnTo>
                  <a:pt x="449860" y="813591"/>
                </a:lnTo>
                <a:lnTo>
                  <a:pt x="450175" y="811017"/>
                </a:lnTo>
                <a:close/>
                <a:moveTo>
                  <a:pt x="531907" y="623780"/>
                </a:moveTo>
                <a:lnTo>
                  <a:pt x="532844" y="628603"/>
                </a:lnTo>
                <a:lnTo>
                  <a:pt x="538108" y="630876"/>
                </a:lnTo>
                <a:lnTo>
                  <a:pt x="538020" y="626220"/>
                </a:lnTo>
                <a:lnTo>
                  <a:pt x="538383" y="625741"/>
                </a:lnTo>
                <a:lnTo>
                  <a:pt x="538484" y="631038"/>
                </a:lnTo>
                <a:lnTo>
                  <a:pt x="543296" y="633116"/>
                </a:lnTo>
                <a:lnTo>
                  <a:pt x="538084" y="625099"/>
                </a:lnTo>
                <a:close/>
                <a:moveTo>
                  <a:pt x="380234" y="963233"/>
                </a:moveTo>
                <a:lnTo>
                  <a:pt x="379942" y="964721"/>
                </a:lnTo>
                <a:lnTo>
                  <a:pt x="380361" y="965543"/>
                </a:lnTo>
                <a:lnTo>
                  <a:pt x="380452" y="963478"/>
                </a:lnTo>
                <a:close/>
                <a:moveTo>
                  <a:pt x="577938" y="520473"/>
                </a:moveTo>
                <a:lnTo>
                  <a:pt x="578337" y="521727"/>
                </a:lnTo>
                <a:lnTo>
                  <a:pt x="580216" y="522687"/>
                </a:lnTo>
                <a:close/>
                <a:moveTo>
                  <a:pt x="473985" y="753225"/>
                </a:moveTo>
                <a:lnTo>
                  <a:pt x="474736" y="755873"/>
                </a:lnTo>
                <a:lnTo>
                  <a:pt x="476307" y="756618"/>
                </a:lnTo>
                <a:lnTo>
                  <a:pt x="474072" y="753277"/>
                </a:lnTo>
                <a:close/>
                <a:moveTo>
                  <a:pt x="540001" y="605358"/>
                </a:moveTo>
                <a:lnTo>
                  <a:pt x="540115" y="606116"/>
                </a:lnTo>
                <a:lnTo>
                  <a:pt x="541088" y="606514"/>
                </a:lnTo>
                <a:lnTo>
                  <a:pt x="540985" y="605763"/>
                </a:lnTo>
                <a:lnTo>
                  <a:pt x="540839" y="605701"/>
                </a:lnTo>
                <a:close/>
                <a:moveTo>
                  <a:pt x="544978" y="594088"/>
                </a:moveTo>
                <a:lnTo>
                  <a:pt x="545014" y="594201"/>
                </a:lnTo>
                <a:lnTo>
                  <a:pt x="545237" y="594820"/>
                </a:lnTo>
                <a:lnTo>
                  <a:pt x="546218" y="595624"/>
                </a:lnTo>
                <a:lnTo>
                  <a:pt x="546202" y="595092"/>
                </a:lnTo>
                <a:close/>
                <a:moveTo>
                  <a:pt x="612291" y="443265"/>
                </a:moveTo>
                <a:lnTo>
                  <a:pt x="610232" y="457720"/>
                </a:lnTo>
                <a:lnTo>
                  <a:pt x="611082" y="463369"/>
                </a:lnTo>
                <a:lnTo>
                  <a:pt x="613140" y="465501"/>
                </a:lnTo>
                <a:lnTo>
                  <a:pt x="613388" y="460897"/>
                </a:lnTo>
                <a:lnTo>
                  <a:pt x="613569" y="460692"/>
                </a:lnTo>
                <a:lnTo>
                  <a:pt x="611912" y="452222"/>
                </a:lnTo>
                <a:lnTo>
                  <a:pt x="612160" y="451739"/>
                </a:lnTo>
                <a:lnTo>
                  <a:pt x="615286" y="467724"/>
                </a:lnTo>
                <a:lnTo>
                  <a:pt x="617089" y="469591"/>
                </a:lnTo>
                <a:lnTo>
                  <a:pt x="617662" y="465377"/>
                </a:lnTo>
                <a:lnTo>
                  <a:pt x="616250" y="455912"/>
                </a:lnTo>
                <a:lnTo>
                  <a:pt x="616591" y="455425"/>
                </a:lnTo>
                <a:lnTo>
                  <a:pt x="617859" y="463925"/>
                </a:lnTo>
                <a:lnTo>
                  <a:pt x="619284" y="453431"/>
                </a:lnTo>
                <a:lnTo>
                  <a:pt x="617330" y="451392"/>
                </a:lnTo>
                <a:lnTo>
                  <a:pt x="617698" y="451445"/>
                </a:lnTo>
                <a:lnTo>
                  <a:pt x="619324" y="453139"/>
                </a:lnTo>
                <a:lnTo>
                  <a:pt x="619661" y="450656"/>
                </a:lnTo>
                <a:close/>
                <a:moveTo>
                  <a:pt x="524119" y="640692"/>
                </a:moveTo>
                <a:lnTo>
                  <a:pt x="523700" y="641977"/>
                </a:lnTo>
                <a:lnTo>
                  <a:pt x="524665" y="642615"/>
                </a:lnTo>
                <a:close/>
                <a:moveTo>
                  <a:pt x="232601" y="1293428"/>
                </a:moveTo>
                <a:lnTo>
                  <a:pt x="235402" y="1297736"/>
                </a:lnTo>
                <a:lnTo>
                  <a:pt x="236831" y="1298646"/>
                </a:lnTo>
                <a:lnTo>
                  <a:pt x="234880" y="1294852"/>
                </a:lnTo>
                <a:close/>
                <a:moveTo>
                  <a:pt x="334636" y="1064800"/>
                </a:moveTo>
                <a:lnTo>
                  <a:pt x="336919" y="1073161"/>
                </a:lnTo>
                <a:lnTo>
                  <a:pt x="340848" y="1076942"/>
                </a:lnTo>
                <a:lnTo>
                  <a:pt x="334643" y="1064807"/>
                </a:lnTo>
                <a:close/>
                <a:moveTo>
                  <a:pt x="515050" y="660698"/>
                </a:moveTo>
                <a:lnTo>
                  <a:pt x="515022" y="660882"/>
                </a:lnTo>
                <a:lnTo>
                  <a:pt x="515101" y="660890"/>
                </a:lnTo>
                <a:close/>
                <a:moveTo>
                  <a:pt x="329251" y="1076664"/>
                </a:moveTo>
                <a:lnTo>
                  <a:pt x="329413" y="1078489"/>
                </a:lnTo>
                <a:lnTo>
                  <a:pt x="330648" y="1079814"/>
                </a:lnTo>
                <a:close/>
                <a:moveTo>
                  <a:pt x="471023" y="759126"/>
                </a:moveTo>
                <a:lnTo>
                  <a:pt x="471767" y="763200"/>
                </a:lnTo>
                <a:lnTo>
                  <a:pt x="472721" y="765151"/>
                </a:lnTo>
                <a:lnTo>
                  <a:pt x="472080" y="760469"/>
                </a:lnTo>
                <a:lnTo>
                  <a:pt x="471035" y="759132"/>
                </a:lnTo>
                <a:close/>
                <a:moveTo>
                  <a:pt x="552209" y="577316"/>
                </a:moveTo>
                <a:lnTo>
                  <a:pt x="552208" y="579855"/>
                </a:lnTo>
                <a:lnTo>
                  <a:pt x="553055" y="580119"/>
                </a:lnTo>
                <a:lnTo>
                  <a:pt x="553140" y="578094"/>
                </a:lnTo>
                <a:close/>
                <a:moveTo>
                  <a:pt x="295292" y="1152594"/>
                </a:moveTo>
                <a:lnTo>
                  <a:pt x="298271" y="1157849"/>
                </a:lnTo>
                <a:lnTo>
                  <a:pt x="298631" y="1158061"/>
                </a:lnTo>
                <a:lnTo>
                  <a:pt x="297875" y="1156225"/>
                </a:lnTo>
                <a:lnTo>
                  <a:pt x="297845" y="1156190"/>
                </a:lnTo>
                <a:lnTo>
                  <a:pt x="295906" y="1153084"/>
                </a:lnTo>
                <a:close/>
                <a:moveTo>
                  <a:pt x="231022" y="1296501"/>
                </a:moveTo>
                <a:lnTo>
                  <a:pt x="232159" y="1298618"/>
                </a:lnTo>
                <a:lnTo>
                  <a:pt x="237664" y="1301723"/>
                </a:lnTo>
                <a:lnTo>
                  <a:pt x="236564" y="1300030"/>
                </a:lnTo>
                <a:close/>
                <a:moveTo>
                  <a:pt x="329298" y="1076152"/>
                </a:moveTo>
                <a:lnTo>
                  <a:pt x="330960" y="1079902"/>
                </a:lnTo>
                <a:lnTo>
                  <a:pt x="330270" y="1077170"/>
                </a:lnTo>
                <a:close/>
                <a:moveTo>
                  <a:pt x="509418" y="672820"/>
                </a:moveTo>
                <a:lnTo>
                  <a:pt x="510981" y="673901"/>
                </a:lnTo>
                <a:lnTo>
                  <a:pt x="511010" y="673607"/>
                </a:lnTo>
                <a:close/>
                <a:moveTo>
                  <a:pt x="515218" y="659632"/>
                </a:moveTo>
                <a:lnTo>
                  <a:pt x="515157" y="660019"/>
                </a:lnTo>
                <a:lnTo>
                  <a:pt x="515394" y="660918"/>
                </a:lnTo>
                <a:lnTo>
                  <a:pt x="515879" y="660962"/>
                </a:lnTo>
                <a:lnTo>
                  <a:pt x="515903" y="660292"/>
                </a:lnTo>
                <a:close/>
                <a:moveTo>
                  <a:pt x="546862" y="588575"/>
                </a:moveTo>
                <a:lnTo>
                  <a:pt x="548138" y="589621"/>
                </a:lnTo>
                <a:lnTo>
                  <a:pt x="548138" y="589103"/>
                </a:lnTo>
                <a:close/>
                <a:moveTo>
                  <a:pt x="438924" y="830233"/>
                </a:moveTo>
                <a:lnTo>
                  <a:pt x="438879" y="831904"/>
                </a:lnTo>
                <a:lnTo>
                  <a:pt x="439195" y="832330"/>
                </a:lnTo>
                <a:lnTo>
                  <a:pt x="441005" y="833535"/>
                </a:lnTo>
                <a:lnTo>
                  <a:pt x="441042" y="833006"/>
                </a:lnTo>
                <a:lnTo>
                  <a:pt x="441080" y="832547"/>
                </a:lnTo>
                <a:lnTo>
                  <a:pt x="439751" y="830996"/>
                </a:lnTo>
                <a:close/>
                <a:moveTo>
                  <a:pt x="641494" y="376472"/>
                </a:moveTo>
                <a:lnTo>
                  <a:pt x="640985" y="380050"/>
                </a:lnTo>
                <a:lnTo>
                  <a:pt x="641206" y="381867"/>
                </a:lnTo>
                <a:lnTo>
                  <a:pt x="648866" y="386298"/>
                </a:lnTo>
                <a:close/>
                <a:moveTo>
                  <a:pt x="642755" y="373648"/>
                </a:moveTo>
                <a:lnTo>
                  <a:pt x="653022" y="387334"/>
                </a:lnTo>
                <a:lnTo>
                  <a:pt x="653393" y="380697"/>
                </a:lnTo>
                <a:lnTo>
                  <a:pt x="652815" y="380364"/>
                </a:lnTo>
                <a:lnTo>
                  <a:pt x="653073" y="380327"/>
                </a:lnTo>
                <a:lnTo>
                  <a:pt x="653403" y="380518"/>
                </a:lnTo>
                <a:lnTo>
                  <a:pt x="653432" y="380009"/>
                </a:lnTo>
                <a:close/>
                <a:moveTo>
                  <a:pt x="539813" y="604114"/>
                </a:moveTo>
                <a:lnTo>
                  <a:pt x="539942" y="604971"/>
                </a:lnTo>
                <a:lnTo>
                  <a:pt x="540932" y="605376"/>
                </a:lnTo>
                <a:lnTo>
                  <a:pt x="540813" y="604505"/>
                </a:lnTo>
                <a:close/>
                <a:moveTo>
                  <a:pt x="517578" y="653792"/>
                </a:moveTo>
                <a:lnTo>
                  <a:pt x="517457" y="657463"/>
                </a:lnTo>
                <a:lnTo>
                  <a:pt x="517493" y="657488"/>
                </a:lnTo>
                <a:lnTo>
                  <a:pt x="518109" y="655300"/>
                </a:lnTo>
                <a:close/>
                <a:moveTo>
                  <a:pt x="576323" y="522235"/>
                </a:moveTo>
                <a:lnTo>
                  <a:pt x="576539" y="523149"/>
                </a:lnTo>
                <a:lnTo>
                  <a:pt x="577755" y="523574"/>
                </a:lnTo>
                <a:lnTo>
                  <a:pt x="577500" y="523284"/>
                </a:lnTo>
                <a:close/>
                <a:moveTo>
                  <a:pt x="455544" y="792505"/>
                </a:moveTo>
                <a:lnTo>
                  <a:pt x="455906" y="795472"/>
                </a:lnTo>
                <a:lnTo>
                  <a:pt x="457736" y="796263"/>
                </a:lnTo>
                <a:lnTo>
                  <a:pt x="455677" y="792588"/>
                </a:lnTo>
                <a:close/>
                <a:moveTo>
                  <a:pt x="483876" y="729057"/>
                </a:moveTo>
                <a:lnTo>
                  <a:pt x="484085" y="729548"/>
                </a:lnTo>
                <a:lnTo>
                  <a:pt x="484054" y="729189"/>
                </a:lnTo>
                <a:close/>
                <a:moveTo>
                  <a:pt x="356392" y="1014496"/>
                </a:moveTo>
                <a:lnTo>
                  <a:pt x="357482" y="1017961"/>
                </a:lnTo>
                <a:lnTo>
                  <a:pt x="358328" y="1019460"/>
                </a:lnTo>
                <a:lnTo>
                  <a:pt x="358343" y="1019081"/>
                </a:lnTo>
                <a:lnTo>
                  <a:pt x="356483" y="1014566"/>
                </a:lnTo>
                <a:close/>
                <a:moveTo>
                  <a:pt x="165080" y="1442877"/>
                </a:moveTo>
                <a:lnTo>
                  <a:pt x="179280" y="1460649"/>
                </a:lnTo>
                <a:lnTo>
                  <a:pt x="181316" y="1462120"/>
                </a:lnTo>
                <a:lnTo>
                  <a:pt x="196028" y="1472441"/>
                </a:lnTo>
                <a:lnTo>
                  <a:pt x="185916" y="1460031"/>
                </a:lnTo>
                <a:lnTo>
                  <a:pt x="178745" y="1450476"/>
                </a:lnTo>
                <a:close/>
                <a:moveTo>
                  <a:pt x="412335" y="889222"/>
                </a:moveTo>
                <a:lnTo>
                  <a:pt x="412180" y="891460"/>
                </a:lnTo>
                <a:lnTo>
                  <a:pt x="413250" y="892333"/>
                </a:lnTo>
                <a:lnTo>
                  <a:pt x="413156" y="891577"/>
                </a:lnTo>
                <a:lnTo>
                  <a:pt x="412665" y="889621"/>
                </a:lnTo>
                <a:lnTo>
                  <a:pt x="412602" y="889518"/>
                </a:lnTo>
                <a:close/>
                <a:moveTo>
                  <a:pt x="559495" y="559683"/>
                </a:moveTo>
                <a:lnTo>
                  <a:pt x="559699" y="560272"/>
                </a:lnTo>
                <a:lnTo>
                  <a:pt x="560870" y="561383"/>
                </a:lnTo>
                <a:lnTo>
                  <a:pt x="560936" y="559861"/>
                </a:lnTo>
                <a:close/>
                <a:moveTo>
                  <a:pt x="552236" y="575872"/>
                </a:moveTo>
                <a:lnTo>
                  <a:pt x="552208" y="576161"/>
                </a:lnTo>
                <a:lnTo>
                  <a:pt x="552209" y="576849"/>
                </a:lnTo>
                <a:lnTo>
                  <a:pt x="553160" y="577641"/>
                </a:lnTo>
                <a:lnTo>
                  <a:pt x="553218" y="576255"/>
                </a:lnTo>
                <a:close/>
                <a:moveTo>
                  <a:pt x="338324" y="1054658"/>
                </a:moveTo>
                <a:lnTo>
                  <a:pt x="338427" y="1054941"/>
                </a:lnTo>
                <a:lnTo>
                  <a:pt x="339994" y="1057259"/>
                </a:lnTo>
                <a:lnTo>
                  <a:pt x="339941" y="1057043"/>
                </a:lnTo>
                <a:lnTo>
                  <a:pt x="339364" y="1056287"/>
                </a:lnTo>
                <a:close/>
                <a:moveTo>
                  <a:pt x="444581" y="816726"/>
                </a:moveTo>
                <a:lnTo>
                  <a:pt x="444132" y="820198"/>
                </a:lnTo>
                <a:lnTo>
                  <a:pt x="445760" y="821526"/>
                </a:lnTo>
                <a:close/>
                <a:moveTo>
                  <a:pt x="256976" y="1236777"/>
                </a:moveTo>
                <a:lnTo>
                  <a:pt x="266158" y="1252734"/>
                </a:lnTo>
                <a:lnTo>
                  <a:pt x="260063" y="1240089"/>
                </a:lnTo>
                <a:close/>
                <a:moveTo>
                  <a:pt x="523738" y="639348"/>
                </a:moveTo>
                <a:lnTo>
                  <a:pt x="523168" y="641369"/>
                </a:lnTo>
                <a:lnTo>
                  <a:pt x="523271" y="641511"/>
                </a:lnTo>
                <a:lnTo>
                  <a:pt x="523848" y="639738"/>
                </a:lnTo>
                <a:close/>
                <a:moveTo>
                  <a:pt x="300087" y="1140111"/>
                </a:moveTo>
                <a:lnTo>
                  <a:pt x="300712" y="1141449"/>
                </a:lnTo>
                <a:lnTo>
                  <a:pt x="302439" y="1143689"/>
                </a:lnTo>
                <a:lnTo>
                  <a:pt x="302371" y="1141923"/>
                </a:lnTo>
                <a:close/>
                <a:moveTo>
                  <a:pt x="466107" y="768253"/>
                </a:moveTo>
                <a:lnTo>
                  <a:pt x="466492" y="772786"/>
                </a:lnTo>
                <a:lnTo>
                  <a:pt x="468600" y="773660"/>
                </a:lnTo>
                <a:lnTo>
                  <a:pt x="468217" y="770811"/>
                </a:lnTo>
                <a:lnTo>
                  <a:pt x="466758" y="768508"/>
                </a:lnTo>
                <a:close/>
                <a:moveTo>
                  <a:pt x="310906" y="1115622"/>
                </a:moveTo>
                <a:lnTo>
                  <a:pt x="311018" y="1116985"/>
                </a:lnTo>
                <a:lnTo>
                  <a:pt x="311532" y="1118484"/>
                </a:lnTo>
                <a:lnTo>
                  <a:pt x="311100" y="1115745"/>
                </a:lnTo>
                <a:close/>
                <a:moveTo>
                  <a:pt x="540538" y="601412"/>
                </a:moveTo>
                <a:lnTo>
                  <a:pt x="540921" y="604214"/>
                </a:lnTo>
                <a:lnTo>
                  <a:pt x="542345" y="604771"/>
                </a:lnTo>
                <a:lnTo>
                  <a:pt x="542036" y="602518"/>
                </a:lnTo>
                <a:close/>
                <a:moveTo>
                  <a:pt x="401764" y="912058"/>
                </a:moveTo>
                <a:lnTo>
                  <a:pt x="402082" y="917781"/>
                </a:lnTo>
                <a:lnTo>
                  <a:pt x="402483" y="918246"/>
                </a:lnTo>
                <a:lnTo>
                  <a:pt x="402772" y="915803"/>
                </a:lnTo>
                <a:close/>
                <a:moveTo>
                  <a:pt x="552346" y="574688"/>
                </a:moveTo>
                <a:lnTo>
                  <a:pt x="552289" y="575299"/>
                </a:lnTo>
                <a:lnTo>
                  <a:pt x="553244" y="575671"/>
                </a:lnTo>
                <a:lnTo>
                  <a:pt x="553249" y="575543"/>
                </a:lnTo>
                <a:close/>
                <a:moveTo>
                  <a:pt x="385902" y="947347"/>
                </a:moveTo>
                <a:lnTo>
                  <a:pt x="386229" y="948296"/>
                </a:lnTo>
                <a:lnTo>
                  <a:pt x="386247" y="947781"/>
                </a:lnTo>
                <a:close/>
                <a:moveTo>
                  <a:pt x="513249" y="662187"/>
                </a:moveTo>
                <a:lnTo>
                  <a:pt x="513092" y="663827"/>
                </a:lnTo>
                <a:lnTo>
                  <a:pt x="512985" y="667035"/>
                </a:lnTo>
                <a:lnTo>
                  <a:pt x="513407" y="668231"/>
                </a:lnTo>
                <a:lnTo>
                  <a:pt x="514339" y="662289"/>
                </a:lnTo>
                <a:close/>
                <a:moveTo>
                  <a:pt x="326231" y="1080837"/>
                </a:moveTo>
                <a:lnTo>
                  <a:pt x="326467" y="1082745"/>
                </a:lnTo>
                <a:lnTo>
                  <a:pt x="328115" y="1084616"/>
                </a:lnTo>
                <a:lnTo>
                  <a:pt x="329485" y="1086052"/>
                </a:lnTo>
                <a:lnTo>
                  <a:pt x="329446" y="1085609"/>
                </a:lnTo>
                <a:close/>
                <a:moveTo>
                  <a:pt x="294771" y="1151265"/>
                </a:moveTo>
                <a:lnTo>
                  <a:pt x="294845" y="1151569"/>
                </a:lnTo>
                <a:lnTo>
                  <a:pt x="295068" y="1151741"/>
                </a:lnTo>
                <a:close/>
                <a:moveTo>
                  <a:pt x="452384" y="798285"/>
                </a:moveTo>
                <a:lnTo>
                  <a:pt x="452159" y="800437"/>
                </a:lnTo>
                <a:lnTo>
                  <a:pt x="453194" y="801137"/>
                </a:lnTo>
                <a:close/>
                <a:moveTo>
                  <a:pt x="538387" y="605678"/>
                </a:moveTo>
                <a:lnTo>
                  <a:pt x="539885" y="612559"/>
                </a:lnTo>
                <a:lnTo>
                  <a:pt x="540776" y="613930"/>
                </a:lnTo>
                <a:lnTo>
                  <a:pt x="539725" y="606246"/>
                </a:lnTo>
                <a:lnTo>
                  <a:pt x="538431" y="605696"/>
                </a:lnTo>
                <a:close/>
                <a:moveTo>
                  <a:pt x="357704" y="1010212"/>
                </a:moveTo>
                <a:lnTo>
                  <a:pt x="358993" y="1013340"/>
                </a:lnTo>
                <a:lnTo>
                  <a:pt x="359065" y="1012732"/>
                </a:lnTo>
                <a:close/>
                <a:moveTo>
                  <a:pt x="507154" y="675543"/>
                </a:moveTo>
                <a:lnTo>
                  <a:pt x="507547" y="677990"/>
                </a:lnTo>
                <a:lnTo>
                  <a:pt x="510606" y="679772"/>
                </a:lnTo>
                <a:lnTo>
                  <a:pt x="510636" y="678896"/>
                </a:lnTo>
                <a:lnTo>
                  <a:pt x="508504" y="676843"/>
                </a:lnTo>
                <a:lnTo>
                  <a:pt x="508155" y="676679"/>
                </a:lnTo>
                <a:lnTo>
                  <a:pt x="508299" y="676646"/>
                </a:lnTo>
                <a:close/>
                <a:moveTo>
                  <a:pt x="472775" y="752503"/>
                </a:moveTo>
                <a:lnTo>
                  <a:pt x="473635" y="755349"/>
                </a:lnTo>
                <a:lnTo>
                  <a:pt x="474041" y="755543"/>
                </a:lnTo>
                <a:lnTo>
                  <a:pt x="473302" y="752817"/>
                </a:lnTo>
                <a:close/>
                <a:moveTo>
                  <a:pt x="520125" y="646475"/>
                </a:moveTo>
                <a:lnTo>
                  <a:pt x="519602" y="650011"/>
                </a:lnTo>
                <a:lnTo>
                  <a:pt x="519654" y="649825"/>
                </a:lnTo>
                <a:lnTo>
                  <a:pt x="520342" y="647713"/>
                </a:lnTo>
                <a:lnTo>
                  <a:pt x="520207" y="646589"/>
                </a:lnTo>
                <a:close/>
                <a:moveTo>
                  <a:pt x="559312" y="558723"/>
                </a:moveTo>
                <a:lnTo>
                  <a:pt x="559311" y="559151"/>
                </a:lnTo>
                <a:lnTo>
                  <a:pt x="559383" y="559359"/>
                </a:lnTo>
                <a:lnTo>
                  <a:pt x="560637" y="559514"/>
                </a:lnTo>
                <a:close/>
                <a:moveTo>
                  <a:pt x="337533" y="1055113"/>
                </a:moveTo>
                <a:lnTo>
                  <a:pt x="337919" y="1056259"/>
                </a:lnTo>
                <a:lnTo>
                  <a:pt x="339258" y="1058483"/>
                </a:lnTo>
                <a:lnTo>
                  <a:pt x="338626" y="1056728"/>
                </a:lnTo>
                <a:close/>
                <a:moveTo>
                  <a:pt x="466031" y="767362"/>
                </a:moveTo>
                <a:lnTo>
                  <a:pt x="466079" y="767920"/>
                </a:lnTo>
                <a:lnTo>
                  <a:pt x="466481" y="768071"/>
                </a:lnTo>
                <a:close/>
                <a:moveTo>
                  <a:pt x="531361" y="620966"/>
                </a:moveTo>
                <a:lnTo>
                  <a:pt x="531753" y="622983"/>
                </a:lnTo>
                <a:lnTo>
                  <a:pt x="536313" y="623959"/>
                </a:lnTo>
                <a:close/>
                <a:moveTo>
                  <a:pt x="515832" y="655721"/>
                </a:moveTo>
                <a:lnTo>
                  <a:pt x="515744" y="656277"/>
                </a:lnTo>
                <a:lnTo>
                  <a:pt x="515912" y="656394"/>
                </a:lnTo>
                <a:close/>
                <a:moveTo>
                  <a:pt x="366538" y="989916"/>
                </a:moveTo>
                <a:lnTo>
                  <a:pt x="367308" y="991533"/>
                </a:lnTo>
                <a:lnTo>
                  <a:pt x="367086" y="990630"/>
                </a:lnTo>
                <a:close/>
                <a:moveTo>
                  <a:pt x="438996" y="827631"/>
                </a:moveTo>
                <a:lnTo>
                  <a:pt x="438983" y="828075"/>
                </a:lnTo>
                <a:lnTo>
                  <a:pt x="439566" y="828614"/>
                </a:lnTo>
                <a:lnTo>
                  <a:pt x="439174" y="827854"/>
                </a:lnTo>
                <a:close/>
                <a:moveTo>
                  <a:pt x="494816" y="702608"/>
                </a:moveTo>
                <a:lnTo>
                  <a:pt x="494811" y="702651"/>
                </a:lnTo>
                <a:lnTo>
                  <a:pt x="494855" y="702686"/>
                </a:lnTo>
                <a:close/>
                <a:moveTo>
                  <a:pt x="453058" y="796066"/>
                </a:moveTo>
                <a:lnTo>
                  <a:pt x="453589" y="800506"/>
                </a:lnTo>
                <a:lnTo>
                  <a:pt x="453905" y="801618"/>
                </a:lnTo>
                <a:lnTo>
                  <a:pt x="455968" y="803015"/>
                </a:lnTo>
                <a:lnTo>
                  <a:pt x="455234" y="797006"/>
                </a:lnTo>
                <a:close/>
                <a:moveTo>
                  <a:pt x="434238" y="838128"/>
                </a:moveTo>
                <a:lnTo>
                  <a:pt x="434295" y="838906"/>
                </a:lnTo>
                <a:lnTo>
                  <a:pt x="436574" y="850349"/>
                </a:lnTo>
                <a:lnTo>
                  <a:pt x="437170" y="851414"/>
                </a:lnTo>
                <a:lnTo>
                  <a:pt x="437449" y="851440"/>
                </a:lnTo>
                <a:lnTo>
                  <a:pt x="437529" y="848516"/>
                </a:lnTo>
                <a:lnTo>
                  <a:pt x="434533" y="838333"/>
                </a:lnTo>
                <a:close/>
                <a:moveTo>
                  <a:pt x="541733" y="597211"/>
                </a:moveTo>
                <a:lnTo>
                  <a:pt x="542513" y="602384"/>
                </a:lnTo>
                <a:lnTo>
                  <a:pt x="546499" y="605324"/>
                </a:lnTo>
                <a:lnTo>
                  <a:pt x="546374" y="601015"/>
                </a:lnTo>
                <a:close/>
                <a:moveTo>
                  <a:pt x="568694" y="536668"/>
                </a:moveTo>
                <a:lnTo>
                  <a:pt x="570034" y="544015"/>
                </a:lnTo>
                <a:lnTo>
                  <a:pt x="573429" y="546562"/>
                </a:lnTo>
                <a:lnTo>
                  <a:pt x="573294" y="540537"/>
                </a:lnTo>
                <a:close/>
                <a:moveTo>
                  <a:pt x="500629" y="689052"/>
                </a:moveTo>
                <a:lnTo>
                  <a:pt x="502105" y="694942"/>
                </a:lnTo>
                <a:lnTo>
                  <a:pt x="503232" y="695499"/>
                </a:lnTo>
                <a:lnTo>
                  <a:pt x="503228" y="693431"/>
                </a:lnTo>
                <a:lnTo>
                  <a:pt x="501221" y="689484"/>
                </a:lnTo>
                <a:close/>
                <a:moveTo>
                  <a:pt x="233238" y="1287724"/>
                </a:moveTo>
                <a:lnTo>
                  <a:pt x="234990" y="1290591"/>
                </a:lnTo>
                <a:lnTo>
                  <a:pt x="234217" y="1288347"/>
                </a:lnTo>
                <a:close/>
                <a:moveTo>
                  <a:pt x="180992" y="1404700"/>
                </a:moveTo>
                <a:lnTo>
                  <a:pt x="184295" y="1411008"/>
                </a:lnTo>
                <a:lnTo>
                  <a:pt x="188102" y="1417623"/>
                </a:lnTo>
                <a:lnTo>
                  <a:pt x="193767" y="1420774"/>
                </a:lnTo>
                <a:lnTo>
                  <a:pt x="183436" y="1407844"/>
                </a:lnTo>
                <a:close/>
                <a:moveTo>
                  <a:pt x="260975" y="1225577"/>
                </a:moveTo>
                <a:lnTo>
                  <a:pt x="262024" y="1227211"/>
                </a:lnTo>
                <a:lnTo>
                  <a:pt x="265499" y="1231252"/>
                </a:lnTo>
                <a:lnTo>
                  <a:pt x="265755" y="1231491"/>
                </a:lnTo>
                <a:lnTo>
                  <a:pt x="262303" y="1226314"/>
                </a:lnTo>
                <a:close/>
                <a:moveTo>
                  <a:pt x="263266" y="1220410"/>
                </a:moveTo>
                <a:lnTo>
                  <a:pt x="266285" y="1227506"/>
                </a:lnTo>
                <a:lnTo>
                  <a:pt x="266696" y="1228373"/>
                </a:lnTo>
                <a:lnTo>
                  <a:pt x="267901" y="1229016"/>
                </a:lnTo>
                <a:lnTo>
                  <a:pt x="264873" y="1221762"/>
                </a:lnTo>
                <a:close/>
                <a:moveTo>
                  <a:pt x="547577" y="583698"/>
                </a:moveTo>
                <a:lnTo>
                  <a:pt x="548138" y="585470"/>
                </a:lnTo>
                <a:lnTo>
                  <a:pt x="548138" y="583917"/>
                </a:lnTo>
                <a:close/>
                <a:moveTo>
                  <a:pt x="604193" y="456796"/>
                </a:moveTo>
                <a:lnTo>
                  <a:pt x="604252" y="462237"/>
                </a:lnTo>
                <a:lnTo>
                  <a:pt x="605285" y="463159"/>
                </a:lnTo>
                <a:lnTo>
                  <a:pt x="606387" y="464221"/>
                </a:lnTo>
                <a:lnTo>
                  <a:pt x="604253" y="462285"/>
                </a:lnTo>
                <a:lnTo>
                  <a:pt x="604323" y="468854"/>
                </a:lnTo>
                <a:lnTo>
                  <a:pt x="604949" y="469102"/>
                </a:lnTo>
                <a:lnTo>
                  <a:pt x="606548" y="464378"/>
                </a:lnTo>
                <a:lnTo>
                  <a:pt x="606387" y="464221"/>
                </a:lnTo>
                <a:lnTo>
                  <a:pt x="606551" y="464371"/>
                </a:lnTo>
                <a:lnTo>
                  <a:pt x="607838" y="460570"/>
                </a:lnTo>
                <a:close/>
                <a:moveTo>
                  <a:pt x="538153" y="604600"/>
                </a:moveTo>
                <a:lnTo>
                  <a:pt x="538323" y="605381"/>
                </a:lnTo>
                <a:lnTo>
                  <a:pt x="539681" y="605938"/>
                </a:lnTo>
                <a:lnTo>
                  <a:pt x="539579" y="605185"/>
                </a:lnTo>
                <a:close/>
                <a:moveTo>
                  <a:pt x="257465" y="1233090"/>
                </a:moveTo>
                <a:lnTo>
                  <a:pt x="260182" y="1236647"/>
                </a:lnTo>
                <a:lnTo>
                  <a:pt x="259851" y="1235901"/>
                </a:lnTo>
                <a:close/>
                <a:moveTo>
                  <a:pt x="462009" y="775034"/>
                </a:moveTo>
                <a:lnTo>
                  <a:pt x="462221" y="775659"/>
                </a:lnTo>
                <a:lnTo>
                  <a:pt x="462081" y="775093"/>
                </a:lnTo>
                <a:close/>
                <a:moveTo>
                  <a:pt x="488531" y="715623"/>
                </a:moveTo>
                <a:lnTo>
                  <a:pt x="489243" y="717763"/>
                </a:lnTo>
                <a:lnTo>
                  <a:pt x="490298" y="718264"/>
                </a:lnTo>
                <a:close/>
                <a:moveTo>
                  <a:pt x="436965" y="831070"/>
                </a:moveTo>
                <a:lnTo>
                  <a:pt x="437841" y="837034"/>
                </a:lnTo>
                <a:lnTo>
                  <a:pt x="437985" y="831750"/>
                </a:lnTo>
                <a:close/>
                <a:moveTo>
                  <a:pt x="452629" y="795952"/>
                </a:moveTo>
                <a:lnTo>
                  <a:pt x="452539" y="796805"/>
                </a:lnTo>
                <a:lnTo>
                  <a:pt x="452871" y="797974"/>
                </a:lnTo>
                <a:close/>
                <a:moveTo>
                  <a:pt x="240500" y="1270929"/>
                </a:moveTo>
                <a:lnTo>
                  <a:pt x="241057" y="1272247"/>
                </a:lnTo>
                <a:lnTo>
                  <a:pt x="244801" y="1278051"/>
                </a:lnTo>
                <a:lnTo>
                  <a:pt x="242449" y="1272497"/>
                </a:lnTo>
                <a:close/>
                <a:moveTo>
                  <a:pt x="486356" y="720134"/>
                </a:moveTo>
                <a:lnTo>
                  <a:pt x="486606" y="721496"/>
                </a:lnTo>
                <a:lnTo>
                  <a:pt x="488569" y="727180"/>
                </a:lnTo>
                <a:lnTo>
                  <a:pt x="489576" y="727752"/>
                </a:lnTo>
                <a:lnTo>
                  <a:pt x="489900" y="725059"/>
                </a:lnTo>
                <a:lnTo>
                  <a:pt x="488787" y="721288"/>
                </a:lnTo>
                <a:close/>
                <a:moveTo>
                  <a:pt x="258107" y="1231142"/>
                </a:moveTo>
                <a:lnTo>
                  <a:pt x="260170" y="1235794"/>
                </a:lnTo>
                <a:lnTo>
                  <a:pt x="263234" y="1239405"/>
                </a:lnTo>
                <a:lnTo>
                  <a:pt x="264528" y="1240339"/>
                </a:lnTo>
                <a:lnTo>
                  <a:pt x="263258" y="1237589"/>
                </a:lnTo>
                <a:close/>
                <a:moveTo>
                  <a:pt x="310719" y="1113333"/>
                </a:moveTo>
                <a:lnTo>
                  <a:pt x="310772" y="1113981"/>
                </a:lnTo>
                <a:lnTo>
                  <a:pt x="310826" y="1114016"/>
                </a:lnTo>
                <a:close/>
                <a:moveTo>
                  <a:pt x="487809" y="716701"/>
                </a:moveTo>
                <a:lnTo>
                  <a:pt x="487940" y="717144"/>
                </a:lnTo>
                <a:lnTo>
                  <a:pt x="487958" y="717153"/>
                </a:lnTo>
                <a:close/>
                <a:moveTo>
                  <a:pt x="299052" y="1139288"/>
                </a:moveTo>
                <a:lnTo>
                  <a:pt x="299210" y="1139499"/>
                </a:lnTo>
                <a:lnTo>
                  <a:pt x="299991" y="1140512"/>
                </a:lnTo>
                <a:lnTo>
                  <a:pt x="299635" y="1139752"/>
                </a:lnTo>
                <a:close/>
                <a:moveTo>
                  <a:pt x="640366" y="374967"/>
                </a:moveTo>
                <a:lnTo>
                  <a:pt x="640687" y="377604"/>
                </a:lnTo>
                <a:lnTo>
                  <a:pt x="640973" y="375776"/>
                </a:lnTo>
                <a:close/>
                <a:moveTo>
                  <a:pt x="552696" y="570948"/>
                </a:moveTo>
                <a:lnTo>
                  <a:pt x="552606" y="571915"/>
                </a:lnTo>
                <a:lnTo>
                  <a:pt x="553371" y="572640"/>
                </a:lnTo>
                <a:lnTo>
                  <a:pt x="553426" y="571382"/>
                </a:lnTo>
                <a:close/>
                <a:moveTo>
                  <a:pt x="415480" y="878191"/>
                </a:moveTo>
                <a:lnTo>
                  <a:pt x="415544" y="879958"/>
                </a:lnTo>
                <a:lnTo>
                  <a:pt x="416548" y="881074"/>
                </a:lnTo>
                <a:lnTo>
                  <a:pt x="415594" y="878296"/>
                </a:lnTo>
                <a:lnTo>
                  <a:pt x="415578" y="878247"/>
                </a:lnTo>
                <a:close/>
                <a:moveTo>
                  <a:pt x="241174" y="1268426"/>
                </a:moveTo>
                <a:lnTo>
                  <a:pt x="241991" y="1270352"/>
                </a:lnTo>
                <a:lnTo>
                  <a:pt x="242465" y="1270735"/>
                </a:lnTo>
                <a:close/>
                <a:moveTo>
                  <a:pt x="531168" y="619053"/>
                </a:moveTo>
                <a:lnTo>
                  <a:pt x="531057" y="619397"/>
                </a:lnTo>
                <a:lnTo>
                  <a:pt x="531185" y="620058"/>
                </a:lnTo>
                <a:lnTo>
                  <a:pt x="537150" y="623662"/>
                </a:lnTo>
                <a:lnTo>
                  <a:pt x="537077" y="623549"/>
                </a:lnTo>
                <a:lnTo>
                  <a:pt x="535413" y="619960"/>
                </a:lnTo>
                <a:close/>
                <a:moveTo>
                  <a:pt x="364668" y="991806"/>
                </a:moveTo>
                <a:lnTo>
                  <a:pt x="364840" y="995338"/>
                </a:lnTo>
                <a:lnTo>
                  <a:pt x="364910" y="996060"/>
                </a:lnTo>
                <a:lnTo>
                  <a:pt x="366076" y="997399"/>
                </a:lnTo>
                <a:lnTo>
                  <a:pt x="365060" y="992727"/>
                </a:lnTo>
                <a:close/>
                <a:moveTo>
                  <a:pt x="445306" y="811132"/>
                </a:moveTo>
                <a:lnTo>
                  <a:pt x="445230" y="811724"/>
                </a:lnTo>
                <a:lnTo>
                  <a:pt x="445663" y="813114"/>
                </a:lnTo>
                <a:lnTo>
                  <a:pt x="447425" y="814283"/>
                </a:lnTo>
                <a:lnTo>
                  <a:pt x="447475" y="813892"/>
                </a:lnTo>
                <a:close/>
                <a:moveTo>
                  <a:pt x="513638" y="658111"/>
                </a:moveTo>
                <a:lnTo>
                  <a:pt x="513388" y="660730"/>
                </a:lnTo>
                <a:lnTo>
                  <a:pt x="514567" y="660840"/>
                </a:lnTo>
                <a:lnTo>
                  <a:pt x="514761" y="659602"/>
                </a:lnTo>
                <a:lnTo>
                  <a:pt x="514617" y="659054"/>
                </a:lnTo>
                <a:close/>
                <a:moveTo>
                  <a:pt x="573297" y="524521"/>
                </a:moveTo>
                <a:lnTo>
                  <a:pt x="573648" y="540217"/>
                </a:lnTo>
                <a:lnTo>
                  <a:pt x="575034" y="541389"/>
                </a:lnTo>
                <a:lnTo>
                  <a:pt x="576212" y="533062"/>
                </a:lnTo>
                <a:lnTo>
                  <a:pt x="576382" y="532899"/>
                </a:lnTo>
                <a:lnTo>
                  <a:pt x="575165" y="541499"/>
                </a:lnTo>
                <a:lnTo>
                  <a:pt x="579653" y="545292"/>
                </a:lnTo>
                <a:lnTo>
                  <a:pt x="580080" y="543973"/>
                </a:lnTo>
                <a:lnTo>
                  <a:pt x="575731" y="525599"/>
                </a:lnTo>
                <a:lnTo>
                  <a:pt x="575693" y="525359"/>
                </a:lnTo>
                <a:close/>
                <a:moveTo>
                  <a:pt x="464690" y="767700"/>
                </a:moveTo>
                <a:lnTo>
                  <a:pt x="464472" y="769155"/>
                </a:lnTo>
                <a:lnTo>
                  <a:pt x="464674" y="771954"/>
                </a:lnTo>
                <a:lnTo>
                  <a:pt x="464913" y="772151"/>
                </a:lnTo>
                <a:lnTo>
                  <a:pt x="466035" y="772598"/>
                </a:lnTo>
                <a:lnTo>
                  <a:pt x="466353" y="772729"/>
                </a:lnTo>
                <a:lnTo>
                  <a:pt x="465969" y="768200"/>
                </a:lnTo>
                <a:close/>
                <a:moveTo>
                  <a:pt x="258158" y="1230131"/>
                </a:moveTo>
                <a:lnTo>
                  <a:pt x="262082" y="1235042"/>
                </a:lnTo>
                <a:lnTo>
                  <a:pt x="260386" y="1231370"/>
                </a:lnTo>
                <a:close/>
                <a:moveTo>
                  <a:pt x="358699" y="1004972"/>
                </a:moveTo>
                <a:lnTo>
                  <a:pt x="358893" y="1005676"/>
                </a:lnTo>
                <a:lnTo>
                  <a:pt x="358916" y="1005756"/>
                </a:lnTo>
                <a:lnTo>
                  <a:pt x="359562" y="1007225"/>
                </a:lnTo>
                <a:lnTo>
                  <a:pt x="359702" y="1007343"/>
                </a:lnTo>
                <a:lnTo>
                  <a:pt x="359839" y="1006190"/>
                </a:lnTo>
                <a:close/>
                <a:moveTo>
                  <a:pt x="259403" y="1227270"/>
                </a:moveTo>
                <a:lnTo>
                  <a:pt x="261451" y="1231705"/>
                </a:lnTo>
                <a:lnTo>
                  <a:pt x="264360" y="1233322"/>
                </a:lnTo>
                <a:lnTo>
                  <a:pt x="260904" y="1229210"/>
                </a:lnTo>
                <a:close/>
                <a:moveTo>
                  <a:pt x="260296" y="1225201"/>
                </a:moveTo>
                <a:lnTo>
                  <a:pt x="261513" y="1226617"/>
                </a:lnTo>
                <a:lnTo>
                  <a:pt x="260775" y="1225467"/>
                </a:lnTo>
                <a:close/>
                <a:moveTo>
                  <a:pt x="384266" y="947560"/>
                </a:moveTo>
                <a:lnTo>
                  <a:pt x="384166" y="949810"/>
                </a:lnTo>
                <a:lnTo>
                  <a:pt x="385422" y="951794"/>
                </a:lnTo>
                <a:close/>
                <a:moveTo>
                  <a:pt x="539264" y="600473"/>
                </a:moveTo>
                <a:lnTo>
                  <a:pt x="539760" y="603762"/>
                </a:lnTo>
                <a:lnTo>
                  <a:pt x="540765" y="604154"/>
                </a:lnTo>
                <a:lnTo>
                  <a:pt x="540373" y="601291"/>
                </a:lnTo>
                <a:close/>
                <a:moveTo>
                  <a:pt x="471660" y="751839"/>
                </a:moveTo>
                <a:lnTo>
                  <a:pt x="472621" y="754868"/>
                </a:lnTo>
                <a:lnTo>
                  <a:pt x="473226" y="755156"/>
                </a:lnTo>
                <a:lnTo>
                  <a:pt x="472349" y="752250"/>
                </a:lnTo>
                <a:close/>
                <a:moveTo>
                  <a:pt x="613638" y="433807"/>
                </a:moveTo>
                <a:lnTo>
                  <a:pt x="612423" y="442343"/>
                </a:lnTo>
                <a:lnTo>
                  <a:pt x="616828" y="446644"/>
                </a:lnTo>
                <a:lnTo>
                  <a:pt x="619801" y="449626"/>
                </a:lnTo>
                <a:lnTo>
                  <a:pt x="620141" y="447124"/>
                </a:lnTo>
                <a:lnTo>
                  <a:pt x="619534" y="444986"/>
                </a:lnTo>
                <a:lnTo>
                  <a:pt x="616995" y="443242"/>
                </a:lnTo>
                <a:lnTo>
                  <a:pt x="617355" y="443219"/>
                </a:lnTo>
                <a:lnTo>
                  <a:pt x="619439" y="444650"/>
                </a:lnTo>
                <a:lnTo>
                  <a:pt x="617550" y="437997"/>
                </a:lnTo>
                <a:lnTo>
                  <a:pt x="615373" y="435871"/>
                </a:lnTo>
                <a:lnTo>
                  <a:pt x="615818" y="435918"/>
                </a:lnTo>
                <a:lnTo>
                  <a:pt x="617398" y="437460"/>
                </a:lnTo>
                <a:lnTo>
                  <a:pt x="616968" y="435945"/>
                </a:lnTo>
                <a:close/>
                <a:moveTo>
                  <a:pt x="436777" y="829791"/>
                </a:moveTo>
                <a:lnTo>
                  <a:pt x="436928" y="830819"/>
                </a:lnTo>
                <a:lnTo>
                  <a:pt x="437991" y="831527"/>
                </a:lnTo>
                <a:lnTo>
                  <a:pt x="437992" y="831477"/>
                </a:lnTo>
                <a:close/>
                <a:moveTo>
                  <a:pt x="500269" y="687611"/>
                </a:moveTo>
                <a:lnTo>
                  <a:pt x="500579" y="688849"/>
                </a:lnTo>
                <a:lnTo>
                  <a:pt x="501086" y="689219"/>
                </a:lnTo>
                <a:close/>
                <a:moveTo>
                  <a:pt x="537883" y="603360"/>
                </a:moveTo>
                <a:lnTo>
                  <a:pt x="538066" y="604202"/>
                </a:lnTo>
                <a:lnTo>
                  <a:pt x="539526" y="604801"/>
                </a:lnTo>
                <a:lnTo>
                  <a:pt x="539410" y="603957"/>
                </a:lnTo>
                <a:close/>
                <a:moveTo>
                  <a:pt x="497595" y="693544"/>
                </a:moveTo>
                <a:lnTo>
                  <a:pt x="497619" y="693864"/>
                </a:lnTo>
                <a:lnTo>
                  <a:pt x="497847" y="695402"/>
                </a:lnTo>
                <a:lnTo>
                  <a:pt x="500725" y="697032"/>
                </a:lnTo>
                <a:lnTo>
                  <a:pt x="502271" y="698173"/>
                </a:lnTo>
                <a:lnTo>
                  <a:pt x="501608" y="695529"/>
                </a:lnTo>
                <a:close/>
                <a:moveTo>
                  <a:pt x="532058" y="616321"/>
                </a:moveTo>
                <a:lnTo>
                  <a:pt x="531341" y="618521"/>
                </a:lnTo>
                <a:lnTo>
                  <a:pt x="535120" y="619328"/>
                </a:lnTo>
                <a:lnTo>
                  <a:pt x="533840" y="616566"/>
                </a:lnTo>
                <a:close/>
                <a:moveTo>
                  <a:pt x="516579" y="650959"/>
                </a:moveTo>
                <a:lnTo>
                  <a:pt x="516214" y="653286"/>
                </a:lnTo>
                <a:lnTo>
                  <a:pt x="516376" y="654298"/>
                </a:lnTo>
                <a:lnTo>
                  <a:pt x="516670" y="651218"/>
                </a:lnTo>
                <a:close/>
                <a:moveTo>
                  <a:pt x="296635" y="1143406"/>
                </a:moveTo>
                <a:lnTo>
                  <a:pt x="297415" y="1145299"/>
                </a:lnTo>
                <a:lnTo>
                  <a:pt x="298339" y="1146885"/>
                </a:lnTo>
                <a:lnTo>
                  <a:pt x="302755" y="1151925"/>
                </a:lnTo>
                <a:lnTo>
                  <a:pt x="302754" y="1151915"/>
                </a:lnTo>
                <a:lnTo>
                  <a:pt x="301429" y="1148555"/>
                </a:lnTo>
                <a:close/>
                <a:moveTo>
                  <a:pt x="472134" y="750382"/>
                </a:moveTo>
                <a:lnTo>
                  <a:pt x="472636" y="752041"/>
                </a:lnTo>
                <a:lnTo>
                  <a:pt x="473179" y="752366"/>
                </a:lnTo>
                <a:lnTo>
                  <a:pt x="472987" y="751655"/>
                </a:lnTo>
                <a:close/>
                <a:moveTo>
                  <a:pt x="410835" y="887552"/>
                </a:moveTo>
                <a:lnTo>
                  <a:pt x="411874" y="891108"/>
                </a:lnTo>
                <a:lnTo>
                  <a:pt x="412056" y="888911"/>
                </a:lnTo>
                <a:close/>
                <a:moveTo>
                  <a:pt x="328773" y="1071245"/>
                </a:moveTo>
                <a:lnTo>
                  <a:pt x="328969" y="1073466"/>
                </a:lnTo>
                <a:lnTo>
                  <a:pt x="329465" y="1073985"/>
                </a:lnTo>
                <a:close/>
                <a:moveTo>
                  <a:pt x="464359" y="767571"/>
                </a:moveTo>
                <a:lnTo>
                  <a:pt x="464365" y="767673"/>
                </a:lnTo>
                <a:lnTo>
                  <a:pt x="464379" y="767580"/>
                </a:lnTo>
                <a:close/>
                <a:moveTo>
                  <a:pt x="358454" y="1004710"/>
                </a:moveTo>
                <a:lnTo>
                  <a:pt x="358597" y="1005032"/>
                </a:lnTo>
                <a:lnTo>
                  <a:pt x="358531" y="1004791"/>
                </a:lnTo>
                <a:close/>
                <a:moveTo>
                  <a:pt x="546635" y="583331"/>
                </a:moveTo>
                <a:lnTo>
                  <a:pt x="546763" y="588183"/>
                </a:lnTo>
                <a:lnTo>
                  <a:pt x="548138" y="588751"/>
                </a:lnTo>
                <a:lnTo>
                  <a:pt x="548138" y="586907"/>
                </a:lnTo>
                <a:lnTo>
                  <a:pt x="547057" y="583496"/>
                </a:lnTo>
                <a:close/>
                <a:moveTo>
                  <a:pt x="309328" y="1114617"/>
                </a:moveTo>
                <a:lnTo>
                  <a:pt x="309343" y="1114972"/>
                </a:lnTo>
                <a:lnTo>
                  <a:pt x="310303" y="1116544"/>
                </a:lnTo>
                <a:lnTo>
                  <a:pt x="309727" y="1114870"/>
                </a:lnTo>
                <a:close/>
                <a:moveTo>
                  <a:pt x="532746" y="614207"/>
                </a:moveTo>
                <a:lnTo>
                  <a:pt x="532152" y="616033"/>
                </a:lnTo>
                <a:lnTo>
                  <a:pt x="533691" y="616244"/>
                </a:lnTo>
                <a:close/>
                <a:moveTo>
                  <a:pt x="559312" y="554669"/>
                </a:moveTo>
                <a:lnTo>
                  <a:pt x="559312" y="558216"/>
                </a:lnTo>
                <a:lnTo>
                  <a:pt x="560963" y="559201"/>
                </a:lnTo>
                <a:lnTo>
                  <a:pt x="561025" y="557761"/>
                </a:lnTo>
                <a:lnTo>
                  <a:pt x="560865" y="556280"/>
                </a:lnTo>
                <a:close/>
                <a:moveTo>
                  <a:pt x="495402" y="697748"/>
                </a:moveTo>
                <a:lnTo>
                  <a:pt x="494968" y="701344"/>
                </a:lnTo>
                <a:lnTo>
                  <a:pt x="496387" y="703889"/>
                </a:lnTo>
                <a:lnTo>
                  <a:pt x="497924" y="705098"/>
                </a:lnTo>
                <a:lnTo>
                  <a:pt x="497717" y="703701"/>
                </a:lnTo>
                <a:lnTo>
                  <a:pt x="497408" y="699536"/>
                </a:lnTo>
                <a:close/>
                <a:moveTo>
                  <a:pt x="452972" y="792672"/>
                </a:moveTo>
                <a:lnTo>
                  <a:pt x="452822" y="794102"/>
                </a:lnTo>
                <a:lnTo>
                  <a:pt x="452827" y="794143"/>
                </a:lnTo>
                <a:lnTo>
                  <a:pt x="454583" y="794901"/>
                </a:lnTo>
                <a:close/>
                <a:moveTo>
                  <a:pt x="464988" y="765713"/>
                </a:moveTo>
                <a:lnTo>
                  <a:pt x="464733" y="767415"/>
                </a:lnTo>
                <a:lnTo>
                  <a:pt x="465941" y="767868"/>
                </a:lnTo>
                <a:lnTo>
                  <a:pt x="465878" y="767118"/>
                </a:lnTo>
                <a:close/>
                <a:moveTo>
                  <a:pt x="221484" y="1310882"/>
                </a:moveTo>
                <a:lnTo>
                  <a:pt x="222529" y="1312254"/>
                </a:lnTo>
                <a:lnTo>
                  <a:pt x="241350" y="1336283"/>
                </a:lnTo>
                <a:lnTo>
                  <a:pt x="244674" y="1338538"/>
                </a:lnTo>
                <a:lnTo>
                  <a:pt x="246254" y="1339278"/>
                </a:lnTo>
                <a:lnTo>
                  <a:pt x="246796" y="1339517"/>
                </a:lnTo>
                <a:lnTo>
                  <a:pt x="239069" y="1325138"/>
                </a:lnTo>
                <a:lnTo>
                  <a:pt x="237294" y="1323384"/>
                </a:lnTo>
                <a:lnTo>
                  <a:pt x="229924" y="1319209"/>
                </a:lnTo>
                <a:lnTo>
                  <a:pt x="229845" y="1318949"/>
                </a:lnTo>
                <a:lnTo>
                  <a:pt x="236783" y="1322879"/>
                </a:lnTo>
                <a:lnTo>
                  <a:pt x="228876" y="1315069"/>
                </a:lnTo>
                <a:close/>
                <a:moveTo>
                  <a:pt x="444894" y="810608"/>
                </a:moveTo>
                <a:lnTo>
                  <a:pt x="444921" y="810716"/>
                </a:lnTo>
                <a:lnTo>
                  <a:pt x="444930" y="810652"/>
                </a:lnTo>
                <a:close/>
                <a:moveTo>
                  <a:pt x="166682" y="1433575"/>
                </a:moveTo>
                <a:lnTo>
                  <a:pt x="174113" y="1443476"/>
                </a:lnTo>
                <a:lnTo>
                  <a:pt x="180190" y="1450933"/>
                </a:lnTo>
                <a:lnTo>
                  <a:pt x="181395" y="1451603"/>
                </a:lnTo>
                <a:lnTo>
                  <a:pt x="179907" y="1449647"/>
                </a:lnTo>
                <a:lnTo>
                  <a:pt x="176315" y="1444791"/>
                </a:lnTo>
                <a:lnTo>
                  <a:pt x="176084" y="1444706"/>
                </a:lnTo>
                <a:lnTo>
                  <a:pt x="175948" y="1444484"/>
                </a:lnTo>
                <a:lnTo>
                  <a:pt x="176140" y="1444555"/>
                </a:lnTo>
                <a:lnTo>
                  <a:pt x="169536" y="1435628"/>
                </a:lnTo>
                <a:close/>
                <a:moveTo>
                  <a:pt x="511211" y="661998"/>
                </a:moveTo>
                <a:lnTo>
                  <a:pt x="511924" y="664024"/>
                </a:lnTo>
                <a:lnTo>
                  <a:pt x="512110" y="662082"/>
                </a:lnTo>
                <a:close/>
                <a:moveTo>
                  <a:pt x="536653" y="604968"/>
                </a:moveTo>
                <a:lnTo>
                  <a:pt x="538069" y="609766"/>
                </a:lnTo>
                <a:lnTo>
                  <a:pt x="539332" y="611709"/>
                </a:lnTo>
                <a:lnTo>
                  <a:pt x="537985" y="605513"/>
                </a:lnTo>
                <a:close/>
                <a:moveTo>
                  <a:pt x="255621" y="1234218"/>
                </a:moveTo>
                <a:lnTo>
                  <a:pt x="258961" y="1237801"/>
                </a:lnTo>
                <a:lnTo>
                  <a:pt x="258104" y="1236023"/>
                </a:lnTo>
                <a:lnTo>
                  <a:pt x="258084" y="1235996"/>
                </a:lnTo>
                <a:close/>
                <a:moveTo>
                  <a:pt x="414791" y="877800"/>
                </a:moveTo>
                <a:lnTo>
                  <a:pt x="415047" y="878842"/>
                </a:lnTo>
                <a:lnTo>
                  <a:pt x="415014" y="877927"/>
                </a:lnTo>
                <a:close/>
                <a:moveTo>
                  <a:pt x="384335" y="945993"/>
                </a:moveTo>
                <a:lnTo>
                  <a:pt x="384295" y="946910"/>
                </a:lnTo>
                <a:lnTo>
                  <a:pt x="385785" y="952366"/>
                </a:lnTo>
                <a:lnTo>
                  <a:pt x="386074" y="952823"/>
                </a:lnTo>
                <a:lnTo>
                  <a:pt x="386105" y="951912"/>
                </a:lnTo>
                <a:lnTo>
                  <a:pt x="384376" y="946150"/>
                </a:lnTo>
                <a:close/>
                <a:moveTo>
                  <a:pt x="626548" y="403526"/>
                </a:moveTo>
                <a:lnTo>
                  <a:pt x="624316" y="419959"/>
                </a:lnTo>
                <a:lnTo>
                  <a:pt x="628739" y="423086"/>
                </a:lnTo>
                <a:lnTo>
                  <a:pt x="631321" y="411168"/>
                </a:lnTo>
                <a:lnTo>
                  <a:pt x="626826" y="406904"/>
                </a:lnTo>
                <a:lnTo>
                  <a:pt x="627036" y="406923"/>
                </a:lnTo>
                <a:lnTo>
                  <a:pt x="631352" y="411019"/>
                </a:lnTo>
                <a:lnTo>
                  <a:pt x="631797" y="408962"/>
                </a:lnTo>
                <a:close/>
                <a:moveTo>
                  <a:pt x="516877" y="649062"/>
                </a:moveTo>
                <a:lnTo>
                  <a:pt x="516858" y="649182"/>
                </a:lnTo>
                <a:lnTo>
                  <a:pt x="516864" y="649198"/>
                </a:lnTo>
                <a:close/>
                <a:moveTo>
                  <a:pt x="403349" y="903247"/>
                </a:moveTo>
                <a:lnTo>
                  <a:pt x="404062" y="904911"/>
                </a:lnTo>
                <a:lnTo>
                  <a:pt x="404115" y="904465"/>
                </a:lnTo>
                <a:lnTo>
                  <a:pt x="404116" y="904458"/>
                </a:lnTo>
                <a:close/>
                <a:moveTo>
                  <a:pt x="284813" y="1168589"/>
                </a:moveTo>
                <a:lnTo>
                  <a:pt x="285730" y="1173664"/>
                </a:lnTo>
                <a:lnTo>
                  <a:pt x="290918" y="1178254"/>
                </a:lnTo>
                <a:close/>
                <a:moveTo>
                  <a:pt x="357458" y="1005800"/>
                </a:moveTo>
                <a:lnTo>
                  <a:pt x="358688" y="1007110"/>
                </a:lnTo>
                <a:lnTo>
                  <a:pt x="358503" y="1006689"/>
                </a:lnTo>
                <a:close/>
                <a:moveTo>
                  <a:pt x="575301" y="517914"/>
                </a:moveTo>
                <a:lnTo>
                  <a:pt x="575671" y="519476"/>
                </a:lnTo>
                <a:lnTo>
                  <a:pt x="577688" y="521275"/>
                </a:lnTo>
                <a:lnTo>
                  <a:pt x="577206" y="519762"/>
                </a:lnTo>
                <a:close/>
                <a:moveTo>
                  <a:pt x="181760" y="1399118"/>
                </a:moveTo>
                <a:lnTo>
                  <a:pt x="191648" y="1414901"/>
                </a:lnTo>
                <a:lnTo>
                  <a:pt x="191648" y="1414722"/>
                </a:lnTo>
                <a:lnTo>
                  <a:pt x="198480" y="1423394"/>
                </a:lnTo>
                <a:lnTo>
                  <a:pt x="207849" y="1428605"/>
                </a:lnTo>
                <a:lnTo>
                  <a:pt x="206740" y="1427146"/>
                </a:lnTo>
                <a:lnTo>
                  <a:pt x="189953" y="1404453"/>
                </a:lnTo>
                <a:close/>
                <a:moveTo>
                  <a:pt x="546601" y="582055"/>
                </a:moveTo>
                <a:lnTo>
                  <a:pt x="546623" y="582884"/>
                </a:lnTo>
                <a:lnTo>
                  <a:pt x="546898" y="582991"/>
                </a:lnTo>
                <a:close/>
                <a:moveTo>
                  <a:pt x="300929" y="1132075"/>
                </a:moveTo>
                <a:lnTo>
                  <a:pt x="302194" y="1137336"/>
                </a:lnTo>
                <a:lnTo>
                  <a:pt x="302087" y="1134525"/>
                </a:lnTo>
                <a:lnTo>
                  <a:pt x="301694" y="1134213"/>
                </a:lnTo>
                <a:lnTo>
                  <a:pt x="301650" y="1133914"/>
                </a:lnTo>
                <a:lnTo>
                  <a:pt x="302077" y="1134251"/>
                </a:lnTo>
                <a:lnTo>
                  <a:pt x="302017" y="1132692"/>
                </a:lnTo>
                <a:close/>
                <a:moveTo>
                  <a:pt x="522585" y="635562"/>
                </a:moveTo>
                <a:lnTo>
                  <a:pt x="522910" y="639826"/>
                </a:lnTo>
                <a:lnTo>
                  <a:pt x="523424" y="638248"/>
                </a:lnTo>
                <a:lnTo>
                  <a:pt x="522712" y="635737"/>
                </a:lnTo>
                <a:close/>
                <a:moveTo>
                  <a:pt x="453147" y="791004"/>
                </a:moveTo>
                <a:lnTo>
                  <a:pt x="453009" y="792315"/>
                </a:lnTo>
                <a:lnTo>
                  <a:pt x="454998" y="795065"/>
                </a:lnTo>
                <a:lnTo>
                  <a:pt x="454613" y="791923"/>
                </a:lnTo>
                <a:close/>
                <a:moveTo>
                  <a:pt x="366398" y="985242"/>
                </a:moveTo>
                <a:lnTo>
                  <a:pt x="367778" y="990860"/>
                </a:lnTo>
                <a:lnTo>
                  <a:pt x="367832" y="990931"/>
                </a:lnTo>
                <a:lnTo>
                  <a:pt x="366996" y="985647"/>
                </a:lnTo>
                <a:close/>
                <a:moveTo>
                  <a:pt x="596707" y="469434"/>
                </a:moveTo>
                <a:lnTo>
                  <a:pt x="598326" y="475137"/>
                </a:lnTo>
                <a:lnTo>
                  <a:pt x="600935" y="480704"/>
                </a:lnTo>
                <a:lnTo>
                  <a:pt x="601007" y="480740"/>
                </a:lnTo>
                <a:lnTo>
                  <a:pt x="603768" y="472587"/>
                </a:lnTo>
                <a:close/>
                <a:moveTo>
                  <a:pt x="232541" y="1284757"/>
                </a:moveTo>
                <a:lnTo>
                  <a:pt x="233008" y="1285492"/>
                </a:lnTo>
                <a:lnTo>
                  <a:pt x="233298" y="1285677"/>
                </a:lnTo>
                <a:lnTo>
                  <a:pt x="233211" y="1285425"/>
                </a:lnTo>
                <a:close/>
                <a:moveTo>
                  <a:pt x="331877" y="1062233"/>
                </a:moveTo>
                <a:lnTo>
                  <a:pt x="332221" y="1063569"/>
                </a:lnTo>
                <a:lnTo>
                  <a:pt x="336489" y="1072599"/>
                </a:lnTo>
                <a:lnTo>
                  <a:pt x="334266" y="1064455"/>
                </a:lnTo>
                <a:close/>
                <a:moveTo>
                  <a:pt x="309453" y="1112441"/>
                </a:moveTo>
                <a:lnTo>
                  <a:pt x="309762" y="1113339"/>
                </a:lnTo>
                <a:lnTo>
                  <a:pt x="310184" y="1113607"/>
                </a:lnTo>
                <a:lnTo>
                  <a:pt x="310109" y="1112676"/>
                </a:lnTo>
                <a:close/>
                <a:moveTo>
                  <a:pt x="531046" y="616182"/>
                </a:moveTo>
                <a:lnTo>
                  <a:pt x="530660" y="617364"/>
                </a:lnTo>
                <a:lnTo>
                  <a:pt x="530839" y="618283"/>
                </a:lnTo>
                <a:lnTo>
                  <a:pt x="531503" y="616245"/>
                </a:lnTo>
                <a:close/>
                <a:moveTo>
                  <a:pt x="618322" y="420739"/>
                </a:moveTo>
                <a:lnTo>
                  <a:pt x="621139" y="430661"/>
                </a:lnTo>
                <a:lnTo>
                  <a:pt x="622098" y="432708"/>
                </a:lnTo>
                <a:lnTo>
                  <a:pt x="622291" y="431286"/>
                </a:lnTo>
                <a:lnTo>
                  <a:pt x="621288" y="430415"/>
                </a:lnTo>
                <a:lnTo>
                  <a:pt x="621504" y="430425"/>
                </a:lnTo>
                <a:lnTo>
                  <a:pt x="622313" y="431127"/>
                </a:lnTo>
                <a:lnTo>
                  <a:pt x="623232" y="424360"/>
                </a:lnTo>
                <a:close/>
                <a:moveTo>
                  <a:pt x="336440" y="1051708"/>
                </a:moveTo>
                <a:lnTo>
                  <a:pt x="336579" y="1052211"/>
                </a:lnTo>
                <a:lnTo>
                  <a:pt x="337479" y="1053543"/>
                </a:lnTo>
                <a:lnTo>
                  <a:pt x="337308" y="1053069"/>
                </a:lnTo>
                <a:close/>
                <a:moveTo>
                  <a:pt x="297773" y="1138273"/>
                </a:moveTo>
                <a:lnTo>
                  <a:pt x="300861" y="1146279"/>
                </a:lnTo>
                <a:lnTo>
                  <a:pt x="302631" y="1148727"/>
                </a:lnTo>
                <a:lnTo>
                  <a:pt x="302524" y="1145934"/>
                </a:lnTo>
                <a:lnTo>
                  <a:pt x="300677" y="1141982"/>
                </a:lnTo>
                <a:lnTo>
                  <a:pt x="298087" y="1138523"/>
                </a:lnTo>
                <a:close/>
                <a:moveTo>
                  <a:pt x="442867" y="813378"/>
                </a:moveTo>
                <a:lnTo>
                  <a:pt x="442733" y="814982"/>
                </a:lnTo>
                <a:lnTo>
                  <a:pt x="442466" y="818839"/>
                </a:lnTo>
                <a:lnTo>
                  <a:pt x="443651" y="819806"/>
                </a:lnTo>
                <a:lnTo>
                  <a:pt x="444263" y="815428"/>
                </a:lnTo>
                <a:lnTo>
                  <a:pt x="443932" y="814083"/>
                </a:lnTo>
                <a:close/>
                <a:moveTo>
                  <a:pt x="401601" y="905722"/>
                </a:moveTo>
                <a:lnTo>
                  <a:pt x="401471" y="906809"/>
                </a:lnTo>
                <a:lnTo>
                  <a:pt x="401680" y="910563"/>
                </a:lnTo>
                <a:lnTo>
                  <a:pt x="402889" y="914820"/>
                </a:lnTo>
                <a:lnTo>
                  <a:pt x="403229" y="911950"/>
                </a:lnTo>
                <a:lnTo>
                  <a:pt x="402175" y="909969"/>
                </a:lnTo>
                <a:lnTo>
                  <a:pt x="402225" y="909689"/>
                </a:lnTo>
                <a:lnTo>
                  <a:pt x="403265" y="911643"/>
                </a:lnTo>
                <a:lnTo>
                  <a:pt x="403549" y="909243"/>
                </a:lnTo>
                <a:lnTo>
                  <a:pt x="402216" y="906132"/>
                </a:lnTo>
                <a:close/>
                <a:moveTo>
                  <a:pt x="445928" y="806337"/>
                </a:moveTo>
                <a:lnTo>
                  <a:pt x="445374" y="810609"/>
                </a:lnTo>
                <a:lnTo>
                  <a:pt x="447542" y="813369"/>
                </a:lnTo>
                <a:lnTo>
                  <a:pt x="448171" y="808452"/>
                </a:lnTo>
                <a:lnTo>
                  <a:pt x="447409" y="807478"/>
                </a:lnTo>
                <a:close/>
                <a:moveTo>
                  <a:pt x="514049" y="653793"/>
                </a:moveTo>
                <a:lnTo>
                  <a:pt x="513932" y="655025"/>
                </a:lnTo>
                <a:lnTo>
                  <a:pt x="515027" y="655782"/>
                </a:lnTo>
                <a:close/>
                <a:moveTo>
                  <a:pt x="536323" y="603851"/>
                </a:moveTo>
                <a:lnTo>
                  <a:pt x="536562" y="604661"/>
                </a:lnTo>
                <a:lnTo>
                  <a:pt x="537920" y="605217"/>
                </a:lnTo>
                <a:lnTo>
                  <a:pt x="537750" y="604435"/>
                </a:lnTo>
                <a:close/>
                <a:moveTo>
                  <a:pt x="465481" y="762433"/>
                </a:moveTo>
                <a:lnTo>
                  <a:pt x="465093" y="765015"/>
                </a:lnTo>
                <a:lnTo>
                  <a:pt x="465793" y="766121"/>
                </a:lnTo>
                <a:close/>
                <a:moveTo>
                  <a:pt x="626900" y="400933"/>
                </a:moveTo>
                <a:lnTo>
                  <a:pt x="626638" y="402865"/>
                </a:lnTo>
                <a:lnTo>
                  <a:pt x="631930" y="408346"/>
                </a:lnTo>
                <a:lnTo>
                  <a:pt x="632084" y="407632"/>
                </a:lnTo>
                <a:lnTo>
                  <a:pt x="629914" y="404781"/>
                </a:lnTo>
                <a:close/>
                <a:moveTo>
                  <a:pt x="339814" y="1043705"/>
                </a:moveTo>
                <a:lnTo>
                  <a:pt x="340059" y="1044783"/>
                </a:lnTo>
                <a:lnTo>
                  <a:pt x="340353" y="1045231"/>
                </a:lnTo>
                <a:lnTo>
                  <a:pt x="340355" y="1044485"/>
                </a:lnTo>
                <a:close/>
                <a:moveTo>
                  <a:pt x="535862" y="604644"/>
                </a:moveTo>
                <a:lnTo>
                  <a:pt x="535487" y="605794"/>
                </a:lnTo>
                <a:lnTo>
                  <a:pt x="537147" y="608348"/>
                </a:lnTo>
                <a:lnTo>
                  <a:pt x="536081" y="604733"/>
                </a:lnTo>
                <a:close/>
                <a:moveTo>
                  <a:pt x="535963" y="604334"/>
                </a:moveTo>
                <a:lnTo>
                  <a:pt x="535940" y="604406"/>
                </a:lnTo>
                <a:lnTo>
                  <a:pt x="535990" y="604426"/>
                </a:lnTo>
                <a:close/>
                <a:moveTo>
                  <a:pt x="532126" y="612867"/>
                </a:moveTo>
                <a:lnTo>
                  <a:pt x="531140" y="615894"/>
                </a:lnTo>
                <a:lnTo>
                  <a:pt x="531596" y="615956"/>
                </a:lnTo>
                <a:lnTo>
                  <a:pt x="532406" y="613471"/>
                </a:lnTo>
                <a:close/>
                <a:moveTo>
                  <a:pt x="401697" y="904919"/>
                </a:moveTo>
                <a:lnTo>
                  <a:pt x="401634" y="905441"/>
                </a:lnTo>
                <a:lnTo>
                  <a:pt x="402035" y="905708"/>
                </a:lnTo>
                <a:close/>
                <a:moveTo>
                  <a:pt x="546558" y="580436"/>
                </a:moveTo>
                <a:lnTo>
                  <a:pt x="546560" y="580488"/>
                </a:lnTo>
                <a:lnTo>
                  <a:pt x="547418" y="583194"/>
                </a:lnTo>
                <a:lnTo>
                  <a:pt x="548138" y="583475"/>
                </a:lnTo>
                <a:lnTo>
                  <a:pt x="548138" y="581090"/>
                </a:lnTo>
                <a:close/>
                <a:moveTo>
                  <a:pt x="518231" y="643855"/>
                </a:moveTo>
                <a:lnTo>
                  <a:pt x="517736" y="649051"/>
                </a:lnTo>
                <a:lnTo>
                  <a:pt x="517656" y="651445"/>
                </a:lnTo>
                <a:lnTo>
                  <a:pt x="518512" y="653873"/>
                </a:lnTo>
                <a:lnTo>
                  <a:pt x="518832" y="652738"/>
                </a:lnTo>
                <a:lnTo>
                  <a:pt x="519822" y="646056"/>
                </a:lnTo>
                <a:close/>
                <a:moveTo>
                  <a:pt x="465598" y="761651"/>
                </a:moveTo>
                <a:lnTo>
                  <a:pt x="465566" y="761866"/>
                </a:lnTo>
                <a:lnTo>
                  <a:pt x="465947" y="766364"/>
                </a:lnTo>
                <a:lnTo>
                  <a:pt x="467198" y="768338"/>
                </a:lnTo>
                <a:lnTo>
                  <a:pt x="467920" y="768609"/>
                </a:lnTo>
                <a:lnTo>
                  <a:pt x="467714" y="767082"/>
                </a:lnTo>
                <a:close/>
                <a:moveTo>
                  <a:pt x="562312" y="545031"/>
                </a:moveTo>
                <a:lnTo>
                  <a:pt x="562038" y="551489"/>
                </a:lnTo>
                <a:lnTo>
                  <a:pt x="567034" y="556674"/>
                </a:lnTo>
                <a:lnTo>
                  <a:pt x="567152" y="555881"/>
                </a:lnTo>
                <a:lnTo>
                  <a:pt x="567478" y="555575"/>
                </a:lnTo>
                <a:lnTo>
                  <a:pt x="567276" y="556926"/>
                </a:lnTo>
                <a:lnTo>
                  <a:pt x="571010" y="560799"/>
                </a:lnTo>
                <a:lnTo>
                  <a:pt x="572263" y="560954"/>
                </a:lnTo>
                <a:lnTo>
                  <a:pt x="572311" y="560613"/>
                </a:lnTo>
                <a:lnTo>
                  <a:pt x="567563" y="546866"/>
                </a:lnTo>
                <a:close/>
                <a:moveTo>
                  <a:pt x="627004" y="400169"/>
                </a:moveTo>
                <a:lnTo>
                  <a:pt x="626935" y="400682"/>
                </a:lnTo>
                <a:lnTo>
                  <a:pt x="632147" y="407342"/>
                </a:lnTo>
                <a:lnTo>
                  <a:pt x="632676" y="404898"/>
                </a:lnTo>
                <a:lnTo>
                  <a:pt x="627066" y="400219"/>
                </a:lnTo>
                <a:close/>
                <a:moveTo>
                  <a:pt x="539738" y="595575"/>
                </a:moveTo>
                <a:lnTo>
                  <a:pt x="540465" y="600887"/>
                </a:lnTo>
                <a:lnTo>
                  <a:pt x="541090" y="601334"/>
                </a:lnTo>
                <a:lnTo>
                  <a:pt x="541963" y="601978"/>
                </a:lnTo>
                <a:lnTo>
                  <a:pt x="541255" y="596820"/>
                </a:lnTo>
                <a:close/>
                <a:moveTo>
                  <a:pt x="521676" y="636005"/>
                </a:moveTo>
                <a:lnTo>
                  <a:pt x="521271" y="638744"/>
                </a:lnTo>
                <a:lnTo>
                  <a:pt x="521958" y="639695"/>
                </a:lnTo>
                <a:close/>
                <a:moveTo>
                  <a:pt x="325525" y="1075143"/>
                </a:moveTo>
                <a:lnTo>
                  <a:pt x="326025" y="1079182"/>
                </a:lnTo>
                <a:lnTo>
                  <a:pt x="326441" y="1079799"/>
                </a:lnTo>
                <a:lnTo>
                  <a:pt x="329183" y="1082620"/>
                </a:lnTo>
                <a:lnTo>
                  <a:pt x="328836" y="1078694"/>
                </a:lnTo>
                <a:close/>
                <a:moveTo>
                  <a:pt x="536461" y="602804"/>
                </a:moveTo>
                <a:lnTo>
                  <a:pt x="536249" y="603459"/>
                </a:lnTo>
                <a:lnTo>
                  <a:pt x="537664" y="604038"/>
                </a:lnTo>
                <a:lnTo>
                  <a:pt x="537482" y="603203"/>
                </a:lnTo>
                <a:close/>
                <a:moveTo>
                  <a:pt x="530414" y="616096"/>
                </a:moveTo>
                <a:lnTo>
                  <a:pt x="530499" y="616530"/>
                </a:lnTo>
                <a:lnTo>
                  <a:pt x="530631" y="616125"/>
                </a:lnTo>
                <a:close/>
                <a:moveTo>
                  <a:pt x="453405" y="788532"/>
                </a:moveTo>
                <a:lnTo>
                  <a:pt x="453184" y="790645"/>
                </a:lnTo>
                <a:lnTo>
                  <a:pt x="454563" y="791508"/>
                </a:lnTo>
                <a:lnTo>
                  <a:pt x="454421" y="790346"/>
                </a:lnTo>
                <a:close/>
                <a:moveTo>
                  <a:pt x="504698" y="673640"/>
                </a:moveTo>
                <a:lnTo>
                  <a:pt x="505058" y="676540"/>
                </a:lnTo>
                <a:lnTo>
                  <a:pt x="506891" y="677608"/>
                </a:lnTo>
                <a:lnTo>
                  <a:pt x="506578" y="674989"/>
                </a:lnTo>
                <a:lnTo>
                  <a:pt x="506398" y="674815"/>
                </a:lnTo>
                <a:close/>
                <a:moveTo>
                  <a:pt x="331363" y="1061754"/>
                </a:moveTo>
                <a:lnTo>
                  <a:pt x="331408" y="1061849"/>
                </a:lnTo>
                <a:lnTo>
                  <a:pt x="331391" y="1061780"/>
                </a:lnTo>
                <a:close/>
                <a:moveTo>
                  <a:pt x="332873" y="1058345"/>
                </a:moveTo>
                <a:lnTo>
                  <a:pt x="333136" y="1059310"/>
                </a:lnTo>
                <a:lnTo>
                  <a:pt x="338752" y="1066754"/>
                </a:lnTo>
                <a:lnTo>
                  <a:pt x="338676" y="1066439"/>
                </a:lnTo>
                <a:lnTo>
                  <a:pt x="338694" y="1066402"/>
                </a:lnTo>
                <a:lnTo>
                  <a:pt x="336773" y="1062312"/>
                </a:lnTo>
                <a:lnTo>
                  <a:pt x="336120" y="1060874"/>
                </a:lnTo>
                <a:close/>
                <a:moveTo>
                  <a:pt x="204765" y="1345166"/>
                </a:moveTo>
                <a:lnTo>
                  <a:pt x="207058" y="1347133"/>
                </a:lnTo>
                <a:lnTo>
                  <a:pt x="206755" y="1346338"/>
                </a:lnTo>
                <a:close/>
                <a:moveTo>
                  <a:pt x="464126" y="764351"/>
                </a:moveTo>
                <a:lnTo>
                  <a:pt x="464336" y="767267"/>
                </a:lnTo>
                <a:lnTo>
                  <a:pt x="464422" y="767299"/>
                </a:lnTo>
                <a:lnTo>
                  <a:pt x="464723" y="765293"/>
                </a:lnTo>
                <a:close/>
                <a:moveTo>
                  <a:pt x="503802" y="675502"/>
                </a:moveTo>
                <a:lnTo>
                  <a:pt x="503802" y="675808"/>
                </a:lnTo>
                <a:lnTo>
                  <a:pt x="503873" y="675850"/>
                </a:lnTo>
                <a:close/>
                <a:moveTo>
                  <a:pt x="450460" y="794945"/>
                </a:moveTo>
                <a:lnTo>
                  <a:pt x="450000" y="798539"/>
                </a:lnTo>
                <a:lnTo>
                  <a:pt x="450576" y="799365"/>
                </a:lnTo>
                <a:lnTo>
                  <a:pt x="451517" y="800002"/>
                </a:lnTo>
                <a:lnTo>
                  <a:pt x="451925" y="796663"/>
                </a:lnTo>
                <a:lnTo>
                  <a:pt x="451573" y="795425"/>
                </a:lnTo>
                <a:close/>
                <a:moveTo>
                  <a:pt x="250074" y="1243646"/>
                </a:moveTo>
                <a:lnTo>
                  <a:pt x="255955" y="1249399"/>
                </a:lnTo>
                <a:lnTo>
                  <a:pt x="254699" y="1246374"/>
                </a:lnTo>
                <a:close/>
                <a:moveTo>
                  <a:pt x="537021" y="601086"/>
                </a:moveTo>
                <a:lnTo>
                  <a:pt x="536557" y="602510"/>
                </a:lnTo>
                <a:lnTo>
                  <a:pt x="537402" y="602840"/>
                </a:lnTo>
                <a:close/>
                <a:moveTo>
                  <a:pt x="452396" y="790533"/>
                </a:moveTo>
                <a:lnTo>
                  <a:pt x="452528" y="791649"/>
                </a:lnTo>
                <a:lnTo>
                  <a:pt x="452535" y="791657"/>
                </a:lnTo>
                <a:lnTo>
                  <a:pt x="452651" y="790694"/>
                </a:lnTo>
                <a:close/>
                <a:moveTo>
                  <a:pt x="614548" y="427422"/>
                </a:moveTo>
                <a:lnTo>
                  <a:pt x="613766" y="432909"/>
                </a:lnTo>
                <a:lnTo>
                  <a:pt x="616467" y="434182"/>
                </a:lnTo>
                <a:close/>
                <a:moveTo>
                  <a:pt x="496005" y="692756"/>
                </a:moveTo>
                <a:lnTo>
                  <a:pt x="495823" y="694255"/>
                </a:lnTo>
                <a:lnTo>
                  <a:pt x="497066" y="694960"/>
                </a:lnTo>
                <a:lnTo>
                  <a:pt x="496937" y="693217"/>
                </a:lnTo>
                <a:close/>
                <a:moveTo>
                  <a:pt x="309187" y="1110926"/>
                </a:moveTo>
                <a:lnTo>
                  <a:pt x="309219" y="1111761"/>
                </a:lnTo>
                <a:lnTo>
                  <a:pt x="309327" y="1112074"/>
                </a:lnTo>
                <a:lnTo>
                  <a:pt x="310081" y="1112345"/>
                </a:lnTo>
                <a:lnTo>
                  <a:pt x="310028" y="1111697"/>
                </a:lnTo>
                <a:close/>
                <a:moveTo>
                  <a:pt x="329082" y="1066210"/>
                </a:moveTo>
                <a:lnTo>
                  <a:pt x="333054" y="1077744"/>
                </a:lnTo>
                <a:lnTo>
                  <a:pt x="336210" y="1081049"/>
                </a:lnTo>
                <a:lnTo>
                  <a:pt x="334476" y="1074300"/>
                </a:lnTo>
                <a:close/>
                <a:moveTo>
                  <a:pt x="537616" y="599258"/>
                </a:moveTo>
                <a:lnTo>
                  <a:pt x="537241" y="600408"/>
                </a:lnTo>
                <a:lnTo>
                  <a:pt x="537804" y="602998"/>
                </a:lnTo>
                <a:lnTo>
                  <a:pt x="539363" y="603606"/>
                </a:lnTo>
                <a:lnTo>
                  <a:pt x="538897" y="600202"/>
                </a:lnTo>
                <a:close/>
                <a:moveTo>
                  <a:pt x="573189" y="519439"/>
                </a:moveTo>
                <a:lnTo>
                  <a:pt x="573194" y="519940"/>
                </a:lnTo>
                <a:lnTo>
                  <a:pt x="573240" y="521996"/>
                </a:lnTo>
                <a:lnTo>
                  <a:pt x="575268" y="522705"/>
                </a:lnTo>
                <a:lnTo>
                  <a:pt x="575004" y="521057"/>
                </a:lnTo>
                <a:close/>
                <a:moveTo>
                  <a:pt x="434693" y="829556"/>
                </a:moveTo>
                <a:lnTo>
                  <a:pt x="434580" y="830750"/>
                </a:lnTo>
                <a:lnTo>
                  <a:pt x="436265" y="836484"/>
                </a:lnTo>
                <a:lnTo>
                  <a:pt x="436318" y="836520"/>
                </a:lnTo>
                <a:lnTo>
                  <a:pt x="435944" y="835202"/>
                </a:lnTo>
                <a:lnTo>
                  <a:pt x="436026" y="835003"/>
                </a:lnTo>
                <a:lnTo>
                  <a:pt x="436490" y="836640"/>
                </a:lnTo>
                <a:lnTo>
                  <a:pt x="437666" y="837453"/>
                </a:lnTo>
                <a:lnTo>
                  <a:pt x="436704" y="830895"/>
                </a:lnTo>
                <a:close/>
                <a:moveTo>
                  <a:pt x="443093" y="810666"/>
                </a:moveTo>
                <a:lnTo>
                  <a:pt x="443034" y="811373"/>
                </a:lnTo>
                <a:lnTo>
                  <a:pt x="443311" y="811556"/>
                </a:lnTo>
                <a:close/>
                <a:moveTo>
                  <a:pt x="301451" y="1127666"/>
                </a:moveTo>
                <a:lnTo>
                  <a:pt x="301848" y="1128295"/>
                </a:lnTo>
                <a:lnTo>
                  <a:pt x="301844" y="1128200"/>
                </a:lnTo>
                <a:close/>
                <a:moveTo>
                  <a:pt x="510414" y="659740"/>
                </a:moveTo>
                <a:lnTo>
                  <a:pt x="510674" y="660478"/>
                </a:lnTo>
                <a:lnTo>
                  <a:pt x="512224" y="660622"/>
                </a:lnTo>
                <a:close/>
                <a:moveTo>
                  <a:pt x="469753" y="750700"/>
                </a:moveTo>
                <a:lnTo>
                  <a:pt x="470155" y="753697"/>
                </a:lnTo>
                <a:lnTo>
                  <a:pt x="472221" y="754678"/>
                </a:lnTo>
                <a:lnTo>
                  <a:pt x="471241" y="751588"/>
                </a:lnTo>
                <a:close/>
                <a:moveTo>
                  <a:pt x="506126" y="669136"/>
                </a:moveTo>
                <a:lnTo>
                  <a:pt x="506375" y="670695"/>
                </a:lnTo>
                <a:lnTo>
                  <a:pt x="511067" y="673015"/>
                </a:lnTo>
                <a:lnTo>
                  <a:pt x="511128" y="672369"/>
                </a:lnTo>
                <a:lnTo>
                  <a:pt x="507266" y="669427"/>
                </a:lnTo>
                <a:close/>
                <a:moveTo>
                  <a:pt x="538427" y="596770"/>
                </a:moveTo>
                <a:lnTo>
                  <a:pt x="537726" y="598922"/>
                </a:lnTo>
                <a:lnTo>
                  <a:pt x="538830" y="599714"/>
                </a:lnTo>
                <a:close/>
                <a:moveTo>
                  <a:pt x="470621" y="748562"/>
                </a:moveTo>
                <a:lnTo>
                  <a:pt x="471522" y="751403"/>
                </a:lnTo>
                <a:lnTo>
                  <a:pt x="472211" y="751795"/>
                </a:lnTo>
                <a:lnTo>
                  <a:pt x="471497" y="749428"/>
                </a:lnTo>
                <a:lnTo>
                  <a:pt x="471146" y="748903"/>
                </a:lnTo>
                <a:lnTo>
                  <a:pt x="471077" y="748838"/>
                </a:lnTo>
                <a:close/>
                <a:moveTo>
                  <a:pt x="479027" y="729720"/>
                </a:moveTo>
                <a:lnTo>
                  <a:pt x="479683" y="738094"/>
                </a:lnTo>
                <a:lnTo>
                  <a:pt x="483689" y="742550"/>
                </a:lnTo>
                <a:lnTo>
                  <a:pt x="484415" y="743633"/>
                </a:lnTo>
                <a:lnTo>
                  <a:pt x="485467" y="744008"/>
                </a:lnTo>
                <a:lnTo>
                  <a:pt x="484508" y="734433"/>
                </a:lnTo>
                <a:lnTo>
                  <a:pt x="484316" y="732217"/>
                </a:lnTo>
                <a:lnTo>
                  <a:pt x="483991" y="731457"/>
                </a:lnTo>
                <a:close/>
                <a:moveTo>
                  <a:pt x="546507" y="578507"/>
                </a:moveTo>
                <a:lnTo>
                  <a:pt x="546545" y="579961"/>
                </a:lnTo>
                <a:lnTo>
                  <a:pt x="548139" y="580620"/>
                </a:lnTo>
                <a:lnTo>
                  <a:pt x="548139" y="579001"/>
                </a:lnTo>
                <a:close/>
                <a:moveTo>
                  <a:pt x="534929" y="604261"/>
                </a:moveTo>
                <a:lnTo>
                  <a:pt x="534783" y="604712"/>
                </a:lnTo>
                <a:lnTo>
                  <a:pt x="535099" y="605198"/>
                </a:lnTo>
                <a:lnTo>
                  <a:pt x="535349" y="604433"/>
                </a:lnTo>
                <a:close/>
                <a:moveTo>
                  <a:pt x="233024" y="1280203"/>
                </a:moveTo>
                <a:lnTo>
                  <a:pt x="235072" y="1284186"/>
                </a:lnTo>
                <a:lnTo>
                  <a:pt x="241085" y="1290176"/>
                </a:lnTo>
                <a:lnTo>
                  <a:pt x="241561" y="1290308"/>
                </a:lnTo>
                <a:lnTo>
                  <a:pt x="241526" y="1290206"/>
                </a:lnTo>
                <a:lnTo>
                  <a:pt x="234324" y="1281377"/>
                </a:lnTo>
                <a:close/>
                <a:moveTo>
                  <a:pt x="596517" y="466221"/>
                </a:moveTo>
                <a:lnTo>
                  <a:pt x="596460" y="468289"/>
                </a:lnTo>
                <a:lnTo>
                  <a:pt x="603869" y="471597"/>
                </a:lnTo>
                <a:lnTo>
                  <a:pt x="603845" y="469283"/>
                </a:lnTo>
                <a:lnTo>
                  <a:pt x="600592" y="467839"/>
                </a:lnTo>
                <a:close/>
                <a:moveTo>
                  <a:pt x="539010" y="594978"/>
                </a:moveTo>
                <a:lnTo>
                  <a:pt x="538617" y="596181"/>
                </a:lnTo>
                <a:lnTo>
                  <a:pt x="539189" y="599972"/>
                </a:lnTo>
                <a:lnTo>
                  <a:pt x="540301" y="600769"/>
                </a:lnTo>
                <a:lnTo>
                  <a:pt x="539573" y="595439"/>
                </a:lnTo>
                <a:close/>
                <a:moveTo>
                  <a:pt x="450763" y="792572"/>
                </a:moveTo>
                <a:lnTo>
                  <a:pt x="450681" y="793217"/>
                </a:lnTo>
                <a:lnTo>
                  <a:pt x="450983" y="793347"/>
                </a:lnTo>
                <a:close/>
                <a:moveTo>
                  <a:pt x="535212" y="603395"/>
                </a:moveTo>
                <a:lnTo>
                  <a:pt x="535007" y="604023"/>
                </a:lnTo>
                <a:lnTo>
                  <a:pt x="535427" y="604196"/>
                </a:lnTo>
                <a:lnTo>
                  <a:pt x="535632" y="603567"/>
                </a:lnTo>
                <a:close/>
                <a:moveTo>
                  <a:pt x="515428" y="647694"/>
                </a:moveTo>
                <a:lnTo>
                  <a:pt x="515756" y="650432"/>
                </a:lnTo>
                <a:lnTo>
                  <a:pt x="515980" y="651831"/>
                </a:lnTo>
                <a:lnTo>
                  <a:pt x="516260" y="650053"/>
                </a:lnTo>
                <a:close/>
                <a:moveTo>
                  <a:pt x="331291" y="1059954"/>
                </a:moveTo>
                <a:lnTo>
                  <a:pt x="331760" y="1061778"/>
                </a:lnTo>
                <a:lnTo>
                  <a:pt x="334113" y="1063968"/>
                </a:lnTo>
                <a:lnTo>
                  <a:pt x="333882" y="1063626"/>
                </a:lnTo>
                <a:lnTo>
                  <a:pt x="332354" y="1061601"/>
                </a:lnTo>
                <a:close/>
                <a:moveTo>
                  <a:pt x="254659" y="1231513"/>
                </a:moveTo>
                <a:lnTo>
                  <a:pt x="255277" y="1233657"/>
                </a:lnTo>
                <a:lnTo>
                  <a:pt x="257550" y="1235299"/>
                </a:lnTo>
                <a:close/>
                <a:moveTo>
                  <a:pt x="535460" y="602632"/>
                </a:moveTo>
                <a:lnTo>
                  <a:pt x="535316" y="603076"/>
                </a:lnTo>
                <a:lnTo>
                  <a:pt x="535629" y="603204"/>
                </a:lnTo>
                <a:close/>
                <a:moveTo>
                  <a:pt x="553514" y="562203"/>
                </a:moveTo>
                <a:lnTo>
                  <a:pt x="552730" y="570588"/>
                </a:lnTo>
                <a:lnTo>
                  <a:pt x="553441" y="571012"/>
                </a:lnTo>
                <a:lnTo>
                  <a:pt x="553694" y="565056"/>
                </a:lnTo>
                <a:lnTo>
                  <a:pt x="553849" y="562304"/>
                </a:lnTo>
                <a:close/>
                <a:moveTo>
                  <a:pt x="540744" y="590616"/>
                </a:moveTo>
                <a:lnTo>
                  <a:pt x="540798" y="591002"/>
                </a:lnTo>
                <a:lnTo>
                  <a:pt x="540829" y="591205"/>
                </a:lnTo>
                <a:lnTo>
                  <a:pt x="544742" y="594414"/>
                </a:lnTo>
                <a:lnTo>
                  <a:pt x="544520" y="593712"/>
                </a:lnTo>
                <a:close/>
                <a:moveTo>
                  <a:pt x="328327" y="1066187"/>
                </a:moveTo>
                <a:lnTo>
                  <a:pt x="328726" y="1070705"/>
                </a:lnTo>
                <a:lnTo>
                  <a:pt x="329544" y="1074068"/>
                </a:lnTo>
                <a:lnTo>
                  <a:pt x="331221" y="1075824"/>
                </a:lnTo>
                <a:close/>
                <a:moveTo>
                  <a:pt x="237838" y="1268791"/>
                </a:moveTo>
                <a:lnTo>
                  <a:pt x="240422" y="1274247"/>
                </a:lnTo>
                <a:lnTo>
                  <a:pt x="241849" y="1275536"/>
                </a:lnTo>
                <a:lnTo>
                  <a:pt x="239941" y="1271028"/>
                </a:lnTo>
                <a:lnTo>
                  <a:pt x="239207" y="1269892"/>
                </a:lnTo>
                <a:close/>
                <a:moveTo>
                  <a:pt x="332090" y="1057733"/>
                </a:moveTo>
                <a:lnTo>
                  <a:pt x="332389" y="1058320"/>
                </a:lnTo>
                <a:lnTo>
                  <a:pt x="332706" y="1058739"/>
                </a:lnTo>
                <a:lnTo>
                  <a:pt x="332523" y="1058071"/>
                </a:lnTo>
                <a:close/>
                <a:moveTo>
                  <a:pt x="526412" y="622607"/>
                </a:moveTo>
                <a:lnTo>
                  <a:pt x="526646" y="625095"/>
                </a:lnTo>
                <a:lnTo>
                  <a:pt x="526468" y="622617"/>
                </a:lnTo>
                <a:close/>
                <a:moveTo>
                  <a:pt x="546484" y="577643"/>
                </a:moveTo>
                <a:lnTo>
                  <a:pt x="546497" y="578110"/>
                </a:lnTo>
                <a:lnTo>
                  <a:pt x="548041" y="578556"/>
                </a:lnTo>
                <a:close/>
                <a:moveTo>
                  <a:pt x="165718" y="1430067"/>
                </a:moveTo>
                <a:lnTo>
                  <a:pt x="167214" y="1432089"/>
                </a:lnTo>
                <a:lnTo>
                  <a:pt x="168727" y="1434078"/>
                </a:lnTo>
                <a:lnTo>
                  <a:pt x="192165" y="1450455"/>
                </a:lnTo>
                <a:lnTo>
                  <a:pt x="192812" y="1450693"/>
                </a:lnTo>
                <a:lnTo>
                  <a:pt x="202792" y="1454194"/>
                </a:lnTo>
                <a:close/>
                <a:moveTo>
                  <a:pt x="503796" y="673016"/>
                </a:moveTo>
                <a:lnTo>
                  <a:pt x="503798" y="674009"/>
                </a:lnTo>
                <a:lnTo>
                  <a:pt x="504211" y="675696"/>
                </a:lnTo>
                <a:lnTo>
                  <a:pt x="503999" y="673156"/>
                </a:lnTo>
                <a:close/>
                <a:moveTo>
                  <a:pt x="434917" y="827209"/>
                </a:moveTo>
                <a:lnTo>
                  <a:pt x="434714" y="829343"/>
                </a:lnTo>
                <a:lnTo>
                  <a:pt x="436666" y="830645"/>
                </a:lnTo>
                <a:lnTo>
                  <a:pt x="436517" y="829627"/>
                </a:lnTo>
                <a:lnTo>
                  <a:pt x="436587" y="829528"/>
                </a:lnTo>
                <a:close/>
                <a:moveTo>
                  <a:pt x="466313" y="756889"/>
                </a:moveTo>
                <a:lnTo>
                  <a:pt x="465810" y="760243"/>
                </a:lnTo>
                <a:lnTo>
                  <a:pt x="467365" y="764487"/>
                </a:lnTo>
                <a:lnTo>
                  <a:pt x="466345" y="756904"/>
                </a:lnTo>
                <a:close/>
                <a:moveTo>
                  <a:pt x="536871" y="598708"/>
                </a:moveTo>
                <a:lnTo>
                  <a:pt x="537009" y="599339"/>
                </a:lnTo>
                <a:lnTo>
                  <a:pt x="537148" y="598912"/>
                </a:lnTo>
                <a:close/>
                <a:moveTo>
                  <a:pt x="540413" y="590668"/>
                </a:moveTo>
                <a:lnTo>
                  <a:pt x="540363" y="590822"/>
                </a:lnTo>
                <a:lnTo>
                  <a:pt x="540443" y="590888"/>
                </a:lnTo>
                <a:close/>
                <a:moveTo>
                  <a:pt x="334800" y="1051072"/>
                </a:moveTo>
                <a:lnTo>
                  <a:pt x="336848" y="1054476"/>
                </a:lnTo>
                <a:lnTo>
                  <a:pt x="336672" y="1053840"/>
                </a:lnTo>
                <a:close/>
                <a:moveTo>
                  <a:pt x="565664" y="534121"/>
                </a:moveTo>
                <a:lnTo>
                  <a:pt x="568747" y="543048"/>
                </a:lnTo>
                <a:lnTo>
                  <a:pt x="569845" y="543874"/>
                </a:lnTo>
                <a:lnTo>
                  <a:pt x="568501" y="536506"/>
                </a:lnTo>
                <a:close/>
                <a:moveTo>
                  <a:pt x="536597" y="599140"/>
                </a:moveTo>
                <a:lnTo>
                  <a:pt x="535725" y="601822"/>
                </a:lnTo>
                <a:lnTo>
                  <a:pt x="535846" y="602233"/>
                </a:lnTo>
                <a:lnTo>
                  <a:pt x="536041" y="602308"/>
                </a:lnTo>
                <a:lnTo>
                  <a:pt x="536788" y="600016"/>
                </a:lnTo>
                <a:close/>
                <a:moveTo>
                  <a:pt x="300101" y="1128637"/>
                </a:moveTo>
                <a:lnTo>
                  <a:pt x="300869" y="1131825"/>
                </a:lnTo>
                <a:lnTo>
                  <a:pt x="302008" y="1132471"/>
                </a:lnTo>
                <a:lnTo>
                  <a:pt x="301968" y="1131406"/>
                </a:lnTo>
                <a:close/>
                <a:moveTo>
                  <a:pt x="434977" y="826584"/>
                </a:moveTo>
                <a:lnTo>
                  <a:pt x="434972" y="826635"/>
                </a:lnTo>
                <a:lnTo>
                  <a:pt x="438012" y="830734"/>
                </a:lnTo>
                <a:lnTo>
                  <a:pt x="438048" y="829423"/>
                </a:lnTo>
                <a:close/>
                <a:moveTo>
                  <a:pt x="534331" y="604016"/>
                </a:moveTo>
                <a:lnTo>
                  <a:pt x="534493" y="604267"/>
                </a:lnTo>
                <a:lnTo>
                  <a:pt x="534547" y="604105"/>
                </a:lnTo>
                <a:close/>
                <a:moveTo>
                  <a:pt x="414273" y="872737"/>
                </a:moveTo>
                <a:lnTo>
                  <a:pt x="414545" y="873529"/>
                </a:lnTo>
                <a:lnTo>
                  <a:pt x="414301" y="872758"/>
                </a:lnTo>
                <a:close/>
                <a:moveTo>
                  <a:pt x="227740" y="1290393"/>
                </a:moveTo>
                <a:lnTo>
                  <a:pt x="229752" y="1294139"/>
                </a:lnTo>
                <a:lnTo>
                  <a:pt x="234839" y="1297377"/>
                </a:lnTo>
                <a:lnTo>
                  <a:pt x="232069" y="1293119"/>
                </a:lnTo>
                <a:lnTo>
                  <a:pt x="232071" y="1293097"/>
                </a:lnTo>
                <a:close/>
                <a:moveTo>
                  <a:pt x="625708" y="399116"/>
                </a:moveTo>
                <a:lnTo>
                  <a:pt x="626534" y="400171"/>
                </a:lnTo>
                <a:lnTo>
                  <a:pt x="626585" y="399829"/>
                </a:lnTo>
                <a:close/>
                <a:moveTo>
                  <a:pt x="452077" y="787879"/>
                </a:moveTo>
                <a:lnTo>
                  <a:pt x="452346" y="790119"/>
                </a:lnTo>
                <a:lnTo>
                  <a:pt x="452695" y="790338"/>
                </a:lnTo>
                <a:lnTo>
                  <a:pt x="452951" y="788236"/>
                </a:lnTo>
                <a:close/>
                <a:moveTo>
                  <a:pt x="451084" y="790061"/>
                </a:moveTo>
                <a:lnTo>
                  <a:pt x="450942" y="791178"/>
                </a:lnTo>
                <a:lnTo>
                  <a:pt x="451638" y="793630"/>
                </a:lnTo>
                <a:lnTo>
                  <a:pt x="452261" y="793899"/>
                </a:lnTo>
                <a:lnTo>
                  <a:pt x="452322" y="793395"/>
                </a:lnTo>
                <a:lnTo>
                  <a:pt x="452089" y="791450"/>
                </a:lnTo>
                <a:close/>
                <a:moveTo>
                  <a:pt x="496561" y="688156"/>
                </a:moveTo>
                <a:lnTo>
                  <a:pt x="496100" y="691971"/>
                </a:lnTo>
                <a:lnTo>
                  <a:pt x="496872" y="692353"/>
                </a:lnTo>
                <a:close/>
                <a:moveTo>
                  <a:pt x="451165" y="789763"/>
                </a:moveTo>
                <a:lnTo>
                  <a:pt x="452030" y="790958"/>
                </a:lnTo>
                <a:lnTo>
                  <a:pt x="451945" y="790250"/>
                </a:lnTo>
                <a:close/>
                <a:moveTo>
                  <a:pt x="255216" y="1228496"/>
                </a:moveTo>
                <a:lnTo>
                  <a:pt x="256845" y="1231878"/>
                </a:lnTo>
                <a:lnTo>
                  <a:pt x="259403" y="1234891"/>
                </a:lnTo>
                <a:lnTo>
                  <a:pt x="257283" y="1230111"/>
                </a:lnTo>
                <a:lnTo>
                  <a:pt x="256615" y="1229274"/>
                </a:lnTo>
                <a:close/>
                <a:moveTo>
                  <a:pt x="538360" y="594445"/>
                </a:moveTo>
                <a:lnTo>
                  <a:pt x="538400" y="594733"/>
                </a:lnTo>
                <a:lnTo>
                  <a:pt x="538435" y="594963"/>
                </a:lnTo>
                <a:lnTo>
                  <a:pt x="538551" y="594603"/>
                </a:lnTo>
                <a:close/>
                <a:moveTo>
                  <a:pt x="512896" y="651446"/>
                </a:moveTo>
                <a:lnTo>
                  <a:pt x="513064" y="652083"/>
                </a:lnTo>
                <a:lnTo>
                  <a:pt x="513087" y="651836"/>
                </a:lnTo>
                <a:close/>
                <a:moveTo>
                  <a:pt x="492278" y="697592"/>
                </a:moveTo>
                <a:lnTo>
                  <a:pt x="492534" y="700861"/>
                </a:lnTo>
                <a:lnTo>
                  <a:pt x="492796" y="701067"/>
                </a:lnTo>
                <a:lnTo>
                  <a:pt x="493141" y="699300"/>
                </a:lnTo>
                <a:close/>
                <a:moveTo>
                  <a:pt x="355404" y="1004052"/>
                </a:moveTo>
                <a:lnTo>
                  <a:pt x="358474" y="1010680"/>
                </a:lnTo>
                <a:lnTo>
                  <a:pt x="359161" y="1011913"/>
                </a:lnTo>
                <a:lnTo>
                  <a:pt x="359509" y="1008972"/>
                </a:lnTo>
                <a:lnTo>
                  <a:pt x="359143" y="1008142"/>
                </a:lnTo>
                <a:lnTo>
                  <a:pt x="355480" y="1004117"/>
                </a:lnTo>
                <a:close/>
                <a:moveTo>
                  <a:pt x="595702" y="465897"/>
                </a:moveTo>
                <a:lnTo>
                  <a:pt x="595976" y="466860"/>
                </a:lnTo>
                <a:lnTo>
                  <a:pt x="595999" y="466014"/>
                </a:lnTo>
                <a:close/>
                <a:moveTo>
                  <a:pt x="325106" y="1071762"/>
                </a:moveTo>
                <a:lnTo>
                  <a:pt x="325407" y="1074192"/>
                </a:lnTo>
                <a:lnTo>
                  <a:pt x="328755" y="1077783"/>
                </a:lnTo>
                <a:lnTo>
                  <a:pt x="328540" y="1075358"/>
                </a:lnTo>
                <a:close/>
                <a:moveTo>
                  <a:pt x="272170" y="1190244"/>
                </a:moveTo>
                <a:lnTo>
                  <a:pt x="280749" y="1203325"/>
                </a:lnTo>
                <a:lnTo>
                  <a:pt x="277696" y="1197468"/>
                </a:lnTo>
                <a:lnTo>
                  <a:pt x="273011" y="1190710"/>
                </a:lnTo>
                <a:close/>
                <a:moveTo>
                  <a:pt x="553747" y="559713"/>
                </a:moveTo>
                <a:lnTo>
                  <a:pt x="553571" y="561601"/>
                </a:lnTo>
                <a:lnTo>
                  <a:pt x="553855" y="561683"/>
                </a:lnTo>
                <a:lnTo>
                  <a:pt x="553856" y="559764"/>
                </a:lnTo>
                <a:close/>
                <a:moveTo>
                  <a:pt x="230737" y="1282960"/>
                </a:moveTo>
                <a:lnTo>
                  <a:pt x="231566" y="1284574"/>
                </a:lnTo>
                <a:lnTo>
                  <a:pt x="232359" y="1285079"/>
                </a:lnTo>
                <a:lnTo>
                  <a:pt x="231488" y="1283708"/>
                </a:lnTo>
                <a:close/>
                <a:moveTo>
                  <a:pt x="364275" y="983805"/>
                </a:moveTo>
                <a:lnTo>
                  <a:pt x="364304" y="984389"/>
                </a:lnTo>
                <a:lnTo>
                  <a:pt x="364853" y="986378"/>
                </a:lnTo>
                <a:lnTo>
                  <a:pt x="365697" y="988150"/>
                </a:lnTo>
                <a:lnTo>
                  <a:pt x="366844" y="989645"/>
                </a:lnTo>
                <a:lnTo>
                  <a:pt x="365637" y="984726"/>
                </a:lnTo>
                <a:close/>
                <a:moveTo>
                  <a:pt x="497067" y="686453"/>
                </a:moveTo>
                <a:lnTo>
                  <a:pt x="497531" y="692679"/>
                </a:lnTo>
                <a:lnTo>
                  <a:pt x="501370" y="694579"/>
                </a:lnTo>
                <a:lnTo>
                  <a:pt x="499842" y="688479"/>
                </a:lnTo>
                <a:close/>
                <a:moveTo>
                  <a:pt x="538114" y="594484"/>
                </a:moveTo>
                <a:lnTo>
                  <a:pt x="536868" y="598307"/>
                </a:lnTo>
                <a:lnTo>
                  <a:pt x="537254" y="598584"/>
                </a:lnTo>
                <a:lnTo>
                  <a:pt x="538254" y="595514"/>
                </a:lnTo>
                <a:close/>
                <a:moveTo>
                  <a:pt x="573157" y="515832"/>
                </a:moveTo>
                <a:lnTo>
                  <a:pt x="573170" y="517246"/>
                </a:lnTo>
                <a:lnTo>
                  <a:pt x="574597" y="518518"/>
                </a:lnTo>
                <a:lnTo>
                  <a:pt x="574351" y="516991"/>
                </a:lnTo>
                <a:close/>
                <a:moveTo>
                  <a:pt x="514737" y="646582"/>
                </a:moveTo>
                <a:lnTo>
                  <a:pt x="514078" y="653490"/>
                </a:lnTo>
                <a:lnTo>
                  <a:pt x="515297" y="655968"/>
                </a:lnTo>
                <a:lnTo>
                  <a:pt x="515328" y="655990"/>
                </a:lnTo>
                <a:lnTo>
                  <a:pt x="515632" y="654053"/>
                </a:lnTo>
                <a:close/>
                <a:moveTo>
                  <a:pt x="443684" y="805677"/>
                </a:moveTo>
                <a:lnTo>
                  <a:pt x="444677" y="809722"/>
                </a:lnTo>
                <a:lnTo>
                  <a:pt x="445002" y="810135"/>
                </a:lnTo>
                <a:lnTo>
                  <a:pt x="445569" y="806080"/>
                </a:lnTo>
                <a:close/>
                <a:moveTo>
                  <a:pt x="447941" y="796123"/>
                </a:moveTo>
                <a:lnTo>
                  <a:pt x="448409" y="797898"/>
                </a:lnTo>
                <a:lnTo>
                  <a:pt x="448959" y="798271"/>
                </a:lnTo>
                <a:lnTo>
                  <a:pt x="448786" y="797335"/>
                </a:lnTo>
                <a:close/>
                <a:moveTo>
                  <a:pt x="324038" y="1073547"/>
                </a:moveTo>
                <a:lnTo>
                  <a:pt x="324488" y="1075770"/>
                </a:lnTo>
                <a:lnTo>
                  <a:pt x="324328" y="1073859"/>
                </a:lnTo>
                <a:close/>
                <a:moveTo>
                  <a:pt x="440757" y="811980"/>
                </a:moveTo>
                <a:lnTo>
                  <a:pt x="440951" y="814177"/>
                </a:lnTo>
                <a:lnTo>
                  <a:pt x="442237" y="818577"/>
                </a:lnTo>
                <a:lnTo>
                  <a:pt x="442678" y="813253"/>
                </a:lnTo>
                <a:close/>
                <a:moveTo>
                  <a:pt x="553836" y="558762"/>
                </a:moveTo>
                <a:lnTo>
                  <a:pt x="553767" y="559497"/>
                </a:lnTo>
                <a:lnTo>
                  <a:pt x="553855" y="559539"/>
                </a:lnTo>
                <a:lnTo>
                  <a:pt x="553855" y="558781"/>
                </a:lnTo>
                <a:close/>
                <a:moveTo>
                  <a:pt x="261549" y="1213235"/>
                </a:moveTo>
                <a:lnTo>
                  <a:pt x="262627" y="1215816"/>
                </a:lnTo>
                <a:lnTo>
                  <a:pt x="264046" y="1219091"/>
                </a:lnTo>
                <a:lnTo>
                  <a:pt x="266341" y="1220578"/>
                </a:lnTo>
                <a:lnTo>
                  <a:pt x="262372" y="1214527"/>
                </a:lnTo>
                <a:close/>
                <a:moveTo>
                  <a:pt x="451954" y="786856"/>
                </a:moveTo>
                <a:lnTo>
                  <a:pt x="452042" y="787595"/>
                </a:lnTo>
                <a:lnTo>
                  <a:pt x="452983" y="787979"/>
                </a:lnTo>
                <a:lnTo>
                  <a:pt x="453003" y="787815"/>
                </a:lnTo>
                <a:lnTo>
                  <a:pt x="452592" y="787083"/>
                </a:lnTo>
                <a:close/>
                <a:moveTo>
                  <a:pt x="448660" y="794167"/>
                </a:moveTo>
                <a:lnTo>
                  <a:pt x="449281" y="797504"/>
                </a:lnTo>
                <a:lnTo>
                  <a:pt x="449527" y="797858"/>
                </a:lnTo>
                <a:lnTo>
                  <a:pt x="449928" y="794715"/>
                </a:lnTo>
                <a:close/>
                <a:moveTo>
                  <a:pt x="469363" y="747802"/>
                </a:moveTo>
                <a:lnTo>
                  <a:pt x="469709" y="750375"/>
                </a:lnTo>
                <a:lnTo>
                  <a:pt x="471108" y="751168"/>
                </a:lnTo>
                <a:lnTo>
                  <a:pt x="470202" y="748309"/>
                </a:lnTo>
                <a:close/>
                <a:moveTo>
                  <a:pt x="413684" y="872476"/>
                </a:moveTo>
                <a:lnTo>
                  <a:pt x="413680" y="872526"/>
                </a:lnTo>
                <a:lnTo>
                  <a:pt x="414029" y="874699"/>
                </a:lnTo>
                <a:lnTo>
                  <a:pt x="414194" y="875372"/>
                </a:lnTo>
                <a:lnTo>
                  <a:pt x="414735" y="875678"/>
                </a:lnTo>
                <a:close/>
                <a:moveTo>
                  <a:pt x="355039" y="1003743"/>
                </a:moveTo>
                <a:lnTo>
                  <a:pt x="356268" y="1006726"/>
                </a:lnTo>
                <a:lnTo>
                  <a:pt x="357607" y="1009125"/>
                </a:lnTo>
                <a:lnTo>
                  <a:pt x="355161" y="1003846"/>
                </a:lnTo>
                <a:close/>
                <a:moveTo>
                  <a:pt x="435221" y="824081"/>
                </a:moveTo>
                <a:lnTo>
                  <a:pt x="435198" y="824269"/>
                </a:lnTo>
                <a:lnTo>
                  <a:pt x="435171" y="824552"/>
                </a:lnTo>
                <a:lnTo>
                  <a:pt x="437976" y="827145"/>
                </a:lnTo>
                <a:lnTo>
                  <a:pt x="437905" y="826351"/>
                </a:lnTo>
                <a:lnTo>
                  <a:pt x="435462" y="824357"/>
                </a:lnTo>
                <a:close/>
                <a:moveTo>
                  <a:pt x="562572" y="538914"/>
                </a:moveTo>
                <a:lnTo>
                  <a:pt x="562390" y="543189"/>
                </a:lnTo>
                <a:lnTo>
                  <a:pt x="566829" y="544741"/>
                </a:lnTo>
                <a:lnTo>
                  <a:pt x="565603" y="541189"/>
                </a:lnTo>
                <a:close/>
                <a:moveTo>
                  <a:pt x="644588" y="355250"/>
                </a:moveTo>
                <a:lnTo>
                  <a:pt x="643789" y="360356"/>
                </a:lnTo>
                <a:lnTo>
                  <a:pt x="642037" y="372660"/>
                </a:lnTo>
                <a:lnTo>
                  <a:pt x="653462" y="379467"/>
                </a:lnTo>
                <a:lnTo>
                  <a:pt x="654055" y="368875"/>
                </a:lnTo>
                <a:lnTo>
                  <a:pt x="647709" y="366438"/>
                </a:lnTo>
                <a:lnTo>
                  <a:pt x="648282" y="366261"/>
                </a:lnTo>
                <a:lnTo>
                  <a:pt x="654077" y="368486"/>
                </a:lnTo>
                <a:lnTo>
                  <a:pt x="654412" y="362497"/>
                </a:lnTo>
                <a:close/>
                <a:moveTo>
                  <a:pt x="545471" y="577049"/>
                </a:moveTo>
                <a:lnTo>
                  <a:pt x="545738" y="577892"/>
                </a:lnTo>
                <a:lnTo>
                  <a:pt x="545790" y="577907"/>
                </a:lnTo>
                <a:lnTo>
                  <a:pt x="545780" y="577229"/>
                </a:lnTo>
                <a:close/>
                <a:moveTo>
                  <a:pt x="543237" y="582005"/>
                </a:moveTo>
                <a:lnTo>
                  <a:pt x="542311" y="584844"/>
                </a:lnTo>
                <a:lnTo>
                  <a:pt x="545993" y="587861"/>
                </a:lnTo>
                <a:lnTo>
                  <a:pt x="545904" y="584829"/>
                </a:lnTo>
                <a:lnTo>
                  <a:pt x="545875" y="583035"/>
                </a:lnTo>
                <a:close/>
                <a:moveTo>
                  <a:pt x="451398" y="787600"/>
                </a:moveTo>
                <a:lnTo>
                  <a:pt x="451171" y="789383"/>
                </a:lnTo>
                <a:lnTo>
                  <a:pt x="451896" y="789837"/>
                </a:lnTo>
                <a:lnTo>
                  <a:pt x="451640" y="787700"/>
                </a:lnTo>
                <a:close/>
                <a:moveTo>
                  <a:pt x="552210" y="561808"/>
                </a:moveTo>
                <a:lnTo>
                  <a:pt x="552210" y="562542"/>
                </a:lnTo>
                <a:lnTo>
                  <a:pt x="552277" y="561828"/>
                </a:lnTo>
                <a:close/>
                <a:moveTo>
                  <a:pt x="235484" y="1271011"/>
                </a:moveTo>
                <a:lnTo>
                  <a:pt x="237840" y="1277858"/>
                </a:lnTo>
                <a:lnTo>
                  <a:pt x="239163" y="1279177"/>
                </a:lnTo>
                <a:lnTo>
                  <a:pt x="242036" y="1281423"/>
                </a:lnTo>
                <a:lnTo>
                  <a:pt x="238316" y="1273569"/>
                </a:lnTo>
                <a:close/>
                <a:moveTo>
                  <a:pt x="539663" y="589730"/>
                </a:moveTo>
                <a:lnTo>
                  <a:pt x="539529" y="590139"/>
                </a:lnTo>
                <a:lnTo>
                  <a:pt x="539905" y="590448"/>
                </a:lnTo>
                <a:lnTo>
                  <a:pt x="540039" y="590039"/>
                </a:lnTo>
                <a:close/>
                <a:moveTo>
                  <a:pt x="607300" y="438260"/>
                </a:moveTo>
                <a:lnTo>
                  <a:pt x="609883" y="455409"/>
                </a:lnTo>
                <a:lnTo>
                  <a:pt x="610690" y="449751"/>
                </a:lnTo>
                <a:lnTo>
                  <a:pt x="611782" y="442754"/>
                </a:lnTo>
                <a:close/>
                <a:moveTo>
                  <a:pt x="299688" y="1126926"/>
                </a:moveTo>
                <a:lnTo>
                  <a:pt x="299722" y="1127070"/>
                </a:lnTo>
                <a:lnTo>
                  <a:pt x="300615" y="1128394"/>
                </a:lnTo>
                <a:close/>
                <a:moveTo>
                  <a:pt x="469272" y="747127"/>
                </a:moveTo>
                <a:lnTo>
                  <a:pt x="469304" y="747360"/>
                </a:lnTo>
                <a:lnTo>
                  <a:pt x="469865" y="747688"/>
                </a:lnTo>
                <a:close/>
                <a:moveTo>
                  <a:pt x="443599" y="804543"/>
                </a:moveTo>
                <a:lnTo>
                  <a:pt x="443555" y="805081"/>
                </a:lnTo>
                <a:lnTo>
                  <a:pt x="444582" y="805300"/>
                </a:lnTo>
                <a:close/>
                <a:moveTo>
                  <a:pt x="450404" y="789285"/>
                </a:moveTo>
                <a:lnTo>
                  <a:pt x="450554" y="789811"/>
                </a:lnTo>
                <a:lnTo>
                  <a:pt x="450605" y="789411"/>
                </a:lnTo>
                <a:close/>
                <a:moveTo>
                  <a:pt x="439367" y="813989"/>
                </a:moveTo>
                <a:lnTo>
                  <a:pt x="439305" y="816258"/>
                </a:lnTo>
                <a:lnTo>
                  <a:pt x="440257" y="817035"/>
                </a:lnTo>
                <a:close/>
                <a:moveTo>
                  <a:pt x="215419" y="1315434"/>
                </a:moveTo>
                <a:lnTo>
                  <a:pt x="219275" y="1325532"/>
                </a:lnTo>
                <a:lnTo>
                  <a:pt x="226391" y="1333136"/>
                </a:lnTo>
                <a:lnTo>
                  <a:pt x="219282" y="1321787"/>
                </a:lnTo>
                <a:close/>
                <a:moveTo>
                  <a:pt x="335195" y="1047194"/>
                </a:moveTo>
                <a:lnTo>
                  <a:pt x="335858" y="1049600"/>
                </a:lnTo>
                <a:lnTo>
                  <a:pt x="336241" y="1050100"/>
                </a:lnTo>
                <a:close/>
                <a:moveTo>
                  <a:pt x="239823" y="1260744"/>
                </a:moveTo>
                <a:lnTo>
                  <a:pt x="248290" y="1275416"/>
                </a:lnTo>
                <a:lnTo>
                  <a:pt x="250993" y="1277589"/>
                </a:lnTo>
                <a:lnTo>
                  <a:pt x="258078" y="1281802"/>
                </a:lnTo>
                <a:lnTo>
                  <a:pt x="243842" y="1264372"/>
                </a:lnTo>
                <a:close/>
                <a:moveTo>
                  <a:pt x="559834" y="544164"/>
                </a:moveTo>
                <a:lnTo>
                  <a:pt x="560447" y="549839"/>
                </a:lnTo>
                <a:lnTo>
                  <a:pt x="561328" y="550753"/>
                </a:lnTo>
                <a:lnTo>
                  <a:pt x="561661" y="544803"/>
                </a:lnTo>
                <a:close/>
                <a:moveTo>
                  <a:pt x="451515" y="786700"/>
                </a:moveTo>
                <a:lnTo>
                  <a:pt x="451432" y="787345"/>
                </a:lnTo>
                <a:lnTo>
                  <a:pt x="451607" y="787416"/>
                </a:lnTo>
                <a:lnTo>
                  <a:pt x="451521" y="786702"/>
                </a:lnTo>
                <a:close/>
                <a:moveTo>
                  <a:pt x="544081" y="579413"/>
                </a:moveTo>
                <a:lnTo>
                  <a:pt x="543364" y="581612"/>
                </a:lnTo>
                <a:lnTo>
                  <a:pt x="545867" y="582589"/>
                </a:lnTo>
                <a:lnTo>
                  <a:pt x="545827" y="580134"/>
                </a:lnTo>
                <a:close/>
                <a:moveTo>
                  <a:pt x="485183" y="711287"/>
                </a:moveTo>
                <a:lnTo>
                  <a:pt x="485331" y="713271"/>
                </a:lnTo>
                <a:lnTo>
                  <a:pt x="485709" y="716083"/>
                </a:lnTo>
                <a:lnTo>
                  <a:pt x="487503" y="716936"/>
                </a:lnTo>
                <a:lnTo>
                  <a:pt x="487045" y="715386"/>
                </a:lnTo>
                <a:lnTo>
                  <a:pt x="486137" y="712043"/>
                </a:lnTo>
                <a:lnTo>
                  <a:pt x="485738" y="711447"/>
                </a:lnTo>
                <a:close/>
                <a:moveTo>
                  <a:pt x="413378" y="872046"/>
                </a:moveTo>
                <a:lnTo>
                  <a:pt x="413434" y="872278"/>
                </a:lnTo>
                <a:lnTo>
                  <a:pt x="413450" y="872102"/>
                </a:lnTo>
                <a:close/>
                <a:moveTo>
                  <a:pt x="447239" y="796215"/>
                </a:moveTo>
                <a:lnTo>
                  <a:pt x="447133" y="797035"/>
                </a:lnTo>
                <a:lnTo>
                  <a:pt x="447506" y="797288"/>
                </a:lnTo>
                <a:close/>
                <a:moveTo>
                  <a:pt x="422455" y="851513"/>
                </a:moveTo>
                <a:lnTo>
                  <a:pt x="423073" y="852165"/>
                </a:lnTo>
                <a:lnTo>
                  <a:pt x="423094" y="851993"/>
                </a:lnTo>
                <a:lnTo>
                  <a:pt x="422769" y="851542"/>
                </a:lnTo>
                <a:close/>
                <a:moveTo>
                  <a:pt x="504075" y="668613"/>
                </a:moveTo>
                <a:lnTo>
                  <a:pt x="504145" y="669173"/>
                </a:lnTo>
                <a:lnTo>
                  <a:pt x="506037" y="670483"/>
                </a:lnTo>
                <a:lnTo>
                  <a:pt x="505869" y="669070"/>
                </a:lnTo>
                <a:close/>
                <a:moveTo>
                  <a:pt x="440203" y="811612"/>
                </a:moveTo>
                <a:lnTo>
                  <a:pt x="440581" y="812906"/>
                </a:lnTo>
                <a:lnTo>
                  <a:pt x="440484" y="811799"/>
                </a:lnTo>
                <a:close/>
                <a:moveTo>
                  <a:pt x="544567" y="577920"/>
                </a:moveTo>
                <a:lnTo>
                  <a:pt x="544215" y="578997"/>
                </a:lnTo>
                <a:lnTo>
                  <a:pt x="545819" y="579660"/>
                </a:lnTo>
                <a:lnTo>
                  <a:pt x="545818" y="579587"/>
                </a:lnTo>
                <a:lnTo>
                  <a:pt x="545367" y="578162"/>
                </a:lnTo>
                <a:close/>
                <a:moveTo>
                  <a:pt x="485156" y="710923"/>
                </a:moveTo>
                <a:lnTo>
                  <a:pt x="485165" y="711043"/>
                </a:lnTo>
                <a:lnTo>
                  <a:pt x="485369" y="711101"/>
                </a:lnTo>
                <a:close/>
                <a:moveTo>
                  <a:pt x="533462" y="602678"/>
                </a:moveTo>
                <a:lnTo>
                  <a:pt x="534092" y="603649"/>
                </a:lnTo>
                <a:lnTo>
                  <a:pt x="534624" y="603866"/>
                </a:lnTo>
                <a:lnTo>
                  <a:pt x="534829" y="603238"/>
                </a:lnTo>
                <a:close/>
                <a:moveTo>
                  <a:pt x="443360" y="804359"/>
                </a:moveTo>
                <a:lnTo>
                  <a:pt x="443401" y="804533"/>
                </a:lnTo>
                <a:lnTo>
                  <a:pt x="443413" y="804400"/>
                </a:lnTo>
                <a:close/>
                <a:moveTo>
                  <a:pt x="478674" y="725221"/>
                </a:moveTo>
                <a:lnTo>
                  <a:pt x="478891" y="727993"/>
                </a:lnTo>
                <a:lnTo>
                  <a:pt x="483055" y="729264"/>
                </a:lnTo>
                <a:lnTo>
                  <a:pt x="482551" y="728081"/>
                </a:lnTo>
                <a:close/>
                <a:moveTo>
                  <a:pt x="546377" y="573586"/>
                </a:moveTo>
                <a:lnTo>
                  <a:pt x="546477" y="577372"/>
                </a:lnTo>
                <a:lnTo>
                  <a:pt x="548139" y="578346"/>
                </a:lnTo>
                <a:lnTo>
                  <a:pt x="548140" y="574274"/>
                </a:lnTo>
                <a:close/>
                <a:moveTo>
                  <a:pt x="544933" y="576793"/>
                </a:moveTo>
                <a:lnTo>
                  <a:pt x="544675" y="577586"/>
                </a:lnTo>
                <a:lnTo>
                  <a:pt x="545235" y="577747"/>
                </a:lnTo>
                <a:close/>
                <a:moveTo>
                  <a:pt x="455004" y="778079"/>
                </a:moveTo>
                <a:lnTo>
                  <a:pt x="460447" y="787795"/>
                </a:lnTo>
                <a:lnTo>
                  <a:pt x="461300" y="788098"/>
                </a:lnTo>
                <a:lnTo>
                  <a:pt x="461543" y="786482"/>
                </a:lnTo>
                <a:lnTo>
                  <a:pt x="460916" y="784585"/>
                </a:lnTo>
                <a:lnTo>
                  <a:pt x="458461" y="779286"/>
                </a:lnTo>
                <a:close/>
                <a:moveTo>
                  <a:pt x="492062" y="694845"/>
                </a:moveTo>
                <a:lnTo>
                  <a:pt x="492179" y="696340"/>
                </a:lnTo>
                <a:lnTo>
                  <a:pt x="493320" y="698387"/>
                </a:lnTo>
                <a:lnTo>
                  <a:pt x="493736" y="696261"/>
                </a:lnTo>
                <a:lnTo>
                  <a:pt x="492555" y="695208"/>
                </a:lnTo>
                <a:close/>
                <a:moveTo>
                  <a:pt x="247612" y="1242194"/>
                </a:moveTo>
                <a:lnTo>
                  <a:pt x="257873" y="1254005"/>
                </a:lnTo>
                <a:lnTo>
                  <a:pt x="257733" y="1253682"/>
                </a:lnTo>
                <a:lnTo>
                  <a:pt x="256247" y="1250104"/>
                </a:lnTo>
                <a:lnTo>
                  <a:pt x="248996" y="1243010"/>
                </a:lnTo>
                <a:close/>
                <a:moveTo>
                  <a:pt x="541484" y="584134"/>
                </a:moveTo>
                <a:lnTo>
                  <a:pt x="541476" y="584160"/>
                </a:lnTo>
                <a:lnTo>
                  <a:pt x="541499" y="584178"/>
                </a:lnTo>
                <a:close/>
                <a:moveTo>
                  <a:pt x="205504" y="1336433"/>
                </a:moveTo>
                <a:lnTo>
                  <a:pt x="206325" y="1338583"/>
                </a:lnTo>
                <a:lnTo>
                  <a:pt x="208183" y="1339678"/>
                </a:lnTo>
                <a:close/>
                <a:moveTo>
                  <a:pt x="447516" y="794509"/>
                </a:moveTo>
                <a:lnTo>
                  <a:pt x="447711" y="795249"/>
                </a:lnTo>
                <a:lnTo>
                  <a:pt x="448162" y="795897"/>
                </a:lnTo>
                <a:close/>
                <a:moveTo>
                  <a:pt x="559313" y="543983"/>
                </a:moveTo>
                <a:lnTo>
                  <a:pt x="559313" y="548662"/>
                </a:lnTo>
                <a:lnTo>
                  <a:pt x="560134" y="549514"/>
                </a:lnTo>
                <a:lnTo>
                  <a:pt x="559546" y="544064"/>
                </a:lnTo>
                <a:close/>
                <a:moveTo>
                  <a:pt x="226773" y="1288594"/>
                </a:moveTo>
                <a:lnTo>
                  <a:pt x="227243" y="1289469"/>
                </a:lnTo>
                <a:lnTo>
                  <a:pt x="234414" y="1293946"/>
                </a:lnTo>
                <a:lnTo>
                  <a:pt x="234258" y="1293643"/>
                </a:lnTo>
                <a:close/>
                <a:moveTo>
                  <a:pt x="545732" y="574342"/>
                </a:moveTo>
                <a:lnTo>
                  <a:pt x="545165" y="576084"/>
                </a:lnTo>
                <a:lnTo>
                  <a:pt x="545367" y="576721"/>
                </a:lnTo>
                <a:lnTo>
                  <a:pt x="545775" y="576960"/>
                </a:lnTo>
                <a:close/>
                <a:moveTo>
                  <a:pt x="356694" y="997625"/>
                </a:moveTo>
                <a:lnTo>
                  <a:pt x="358194" y="1003118"/>
                </a:lnTo>
                <a:lnTo>
                  <a:pt x="360004" y="1004791"/>
                </a:lnTo>
                <a:lnTo>
                  <a:pt x="360354" y="1001826"/>
                </a:lnTo>
                <a:close/>
                <a:moveTo>
                  <a:pt x="497531" y="682228"/>
                </a:moveTo>
                <a:lnTo>
                  <a:pt x="496966" y="685105"/>
                </a:lnTo>
                <a:lnTo>
                  <a:pt x="497054" y="686277"/>
                </a:lnTo>
                <a:lnTo>
                  <a:pt x="499791" y="688274"/>
                </a:lnTo>
                <a:lnTo>
                  <a:pt x="498998" y="685114"/>
                </a:lnTo>
                <a:close/>
                <a:moveTo>
                  <a:pt x="459440" y="767470"/>
                </a:moveTo>
                <a:lnTo>
                  <a:pt x="459532" y="767739"/>
                </a:lnTo>
                <a:lnTo>
                  <a:pt x="459900" y="768042"/>
                </a:lnTo>
                <a:close/>
                <a:moveTo>
                  <a:pt x="375895" y="954392"/>
                </a:moveTo>
                <a:lnTo>
                  <a:pt x="375918" y="954663"/>
                </a:lnTo>
                <a:lnTo>
                  <a:pt x="375925" y="954674"/>
                </a:lnTo>
                <a:lnTo>
                  <a:pt x="375964" y="954522"/>
                </a:lnTo>
                <a:close/>
                <a:moveTo>
                  <a:pt x="628600" y="388421"/>
                </a:moveTo>
                <a:lnTo>
                  <a:pt x="627030" y="399981"/>
                </a:lnTo>
                <a:lnTo>
                  <a:pt x="632738" y="404613"/>
                </a:lnTo>
                <a:lnTo>
                  <a:pt x="634812" y="395034"/>
                </a:lnTo>
                <a:lnTo>
                  <a:pt x="634566" y="393396"/>
                </a:lnTo>
                <a:close/>
                <a:moveTo>
                  <a:pt x="542297" y="581640"/>
                </a:moveTo>
                <a:lnTo>
                  <a:pt x="541657" y="583605"/>
                </a:lnTo>
                <a:lnTo>
                  <a:pt x="541892" y="584343"/>
                </a:lnTo>
                <a:lnTo>
                  <a:pt x="542719" y="581804"/>
                </a:lnTo>
                <a:close/>
                <a:moveTo>
                  <a:pt x="616701" y="415029"/>
                </a:moveTo>
                <a:lnTo>
                  <a:pt x="618148" y="420125"/>
                </a:lnTo>
                <a:lnTo>
                  <a:pt x="623292" y="423920"/>
                </a:lnTo>
                <a:lnTo>
                  <a:pt x="623816" y="420061"/>
                </a:lnTo>
                <a:close/>
                <a:moveTo>
                  <a:pt x="387087" y="929166"/>
                </a:moveTo>
                <a:lnTo>
                  <a:pt x="386420" y="931740"/>
                </a:lnTo>
                <a:lnTo>
                  <a:pt x="385506" y="936391"/>
                </a:lnTo>
                <a:lnTo>
                  <a:pt x="386969" y="937759"/>
                </a:lnTo>
                <a:lnTo>
                  <a:pt x="387457" y="933687"/>
                </a:lnTo>
                <a:close/>
                <a:moveTo>
                  <a:pt x="447577" y="793700"/>
                </a:moveTo>
                <a:lnTo>
                  <a:pt x="447518" y="794122"/>
                </a:lnTo>
                <a:lnTo>
                  <a:pt x="448608" y="796383"/>
                </a:lnTo>
                <a:lnTo>
                  <a:pt x="448155" y="793949"/>
                </a:lnTo>
                <a:close/>
                <a:moveTo>
                  <a:pt x="476520" y="728845"/>
                </a:moveTo>
                <a:lnTo>
                  <a:pt x="476651" y="734722"/>
                </a:lnTo>
                <a:lnTo>
                  <a:pt x="477688" y="735875"/>
                </a:lnTo>
                <a:lnTo>
                  <a:pt x="477346" y="729134"/>
                </a:lnTo>
                <a:close/>
                <a:moveTo>
                  <a:pt x="546353" y="572433"/>
                </a:moveTo>
                <a:lnTo>
                  <a:pt x="546347" y="572451"/>
                </a:lnTo>
                <a:lnTo>
                  <a:pt x="546361" y="572987"/>
                </a:lnTo>
                <a:lnTo>
                  <a:pt x="547592" y="573466"/>
                </a:lnTo>
                <a:close/>
                <a:moveTo>
                  <a:pt x="179735" y="1393320"/>
                </a:moveTo>
                <a:lnTo>
                  <a:pt x="185528" y="1398194"/>
                </a:lnTo>
                <a:lnTo>
                  <a:pt x="185528" y="1398175"/>
                </a:lnTo>
                <a:lnTo>
                  <a:pt x="185565" y="1398224"/>
                </a:lnTo>
                <a:lnTo>
                  <a:pt x="198287" y="1408927"/>
                </a:lnTo>
                <a:lnTo>
                  <a:pt x="202125" y="1411415"/>
                </a:lnTo>
                <a:lnTo>
                  <a:pt x="194848" y="1399395"/>
                </a:lnTo>
                <a:close/>
                <a:moveTo>
                  <a:pt x="525975" y="617944"/>
                </a:moveTo>
                <a:lnTo>
                  <a:pt x="526340" y="621828"/>
                </a:lnTo>
                <a:lnTo>
                  <a:pt x="526414" y="621844"/>
                </a:lnTo>
                <a:lnTo>
                  <a:pt x="526135" y="617977"/>
                </a:lnTo>
                <a:close/>
                <a:moveTo>
                  <a:pt x="375207" y="955416"/>
                </a:moveTo>
                <a:lnTo>
                  <a:pt x="375462" y="955918"/>
                </a:lnTo>
                <a:lnTo>
                  <a:pt x="375451" y="955777"/>
                </a:lnTo>
                <a:close/>
                <a:moveTo>
                  <a:pt x="552211" y="558966"/>
                </a:moveTo>
                <a:lnTo>
                  <a:pt x="552210" y="561208"/>
                </a:lnTo>
                <a:lnTo>
                  <a:pt x="552331" y="561242"/>
                </a:lnTo>
                <a:lnTo>
                  <a:pt x="552530" y="559121"/>
                </a:lnTo>
                <a:close/>
                <a:moveTo>
                  <a:pt x="523985" y="622155"/>
                </a:moveTo>
                <a:lnTo>
                  <a:pt x="523648" y="624129"/>
                </a:lnTo>
                <a:lnTo>
                  <a:pt x="523872" y="624918"/>
                </a:lnTo>
                <a:lnTo>
                  <a:pt x="524144" y="625012"/>
                </a:lnTo>
                <a:close/>
                <a:moveTo>
                  <a:pt x="464215" y="755892"/>
                </a:moveTo>
                <a:lnTo>
                  <a:pt x="465608" y="759694"/>
                </a:lnTo>
                <a:lnTo>
                  <a:pt x="466109" y="756792"/>
                </a:lnTo>
                <a:close/>
                <a:moveTo>
                  <a:pt x="387507" y="927543"/>
                </a:moveTo>
                <a:lnTo>
                  <a:pt x="387334" y="928213"/>
                </a:lnTo>
                <a:lnTo>
                  <a:pt x="387649" y="932073"/>
                </a:lnTo>
                <a:lnTo>
                  <a:pt x="388067" y="928580"/>
                </a:lnTo>
                <a:close/>
                <a:moveTo>
                  <a:pt x="543148" y="579027"/>
                </a:moveTo>
                <a:lnTo>
                  <a:pt x="542426" y="581246"/>
                </a:lnTo>
                <a:lnTo>
                  <a:pt x="542847" y="581411"/>
                </a:lnTo>
                <a:lnTo>
                  <a:pt x="543568" y="579200"/>
                </a:lnTo>
                <a:close/>
                <a:moveTo>
                  <a:pt x="253517" y="1227551"/>
                </a:moveTo>
                <a:lnTo>
                  <a:pt x="253689" y="1228145"/>
                </a:lnTo>
                <a:lnTo>
                  <a:pt x="253782" y="1228268"/>
                </a:lnTo>
                <a:lnTo>
                  <a:pt x="255135" y="1229862"/>
                </a:lnTo>
                <a:lnTo>
                  <a:pt x="254206" y="1227934"/>
                </a:lnTo>
                <a:close/>
                <a:moveTo>
                  <a:pt x="547206" y="569815"/>
                </a:moveTo>
                <a:lnTo>
                  <a:pt x="546473" y="572065"/>
                </a:lnTo>
                <a:lnTo>
                  <a:pt x="548140" y="573456"/>
                </a:lnTo>
                <a:lnTo>
                  <a:pt x="548140" y="570700"/>
                </a:lnTo>
                <a:close/>
                <a:moveTo>
                  <a:pt x="447267" y="793567"/>
                </a:moveTo>
                <a:lnTo>
                  <a:pt x="447287" y="793641"/>
                </a:lnTo>
                <a:lnTo>
                  <a:pt x="447302" y="793673"/>
                </a:lnTo>
                <a:lnTo>
                  <a:pt x="447314" y="793587"/>
                </a:lnTo>
                <a:close/>
                <a:moveTo>
                  <a:pt x="503854" y="666828"/>
                </a:moveTo>
                <a:lnTo>
                  <a:pt x="503899" y="667192"/>
                </a:lnTo>
                <a:lnTo>
                  <a:pt x="504464" y="667293"/>
                </a:lnTo>
                <a:close/>
                <a:moveTo>
                  <a:pt x="519635" y="631482"/>
                </a:moveTo>
                <a:lnTo>
                  <a:pt x="519169" y="634453"/>
                </a:lnTo>
                <a:lnTo>
                  <a:pt x="519368" y="636112"/>
                </a:lnTo>
                <a:lnTo>
                  <a:pt x="521077" y="638477"/>
                </a:lnTo>
                <a:lnTo>
                  <a:pt x="521622" y="635289"/>
                </a:lnTo>
                <a:lnTo>
                  <a:pt x="521531" y="634104"/>
                </a:lnTo>
                <a:close/>
                <a:moveTo>
                  <a:pt x="254033" y="1226042"/>
                </a:moveTo>
                <a:lnTo>
                  <a:pt x="255045" y="1228144"/>
                </a:lnTo>
                <a:lnTo>
                  <a:pt x="256244" y="1228810"/>
                </a:lnTo>
                <a:close/>
                <a:moveTo>
                  <a:pt x="543605" y="577628"/>
                </a:moveTo>
                <a:lnTo>
                  <a:pt x="543284" y="578612"/>
                </a:lnTo>
                <a:lnTo>
                  <a:pt x="543703" y="578785"/>
                </a:lnTo>
                <a:lnTo>
                  <a:pt x="544037" y="577760"/>
                </a:lnTo>
                <a:close/>
                <a:moveTo>
                  <a:pt x="336582" y="1040891"/>
                </a:moveTo>
                <a:lnTo>
                  <a:pt x="340034" y="1055068"/>
                </a:lnTo>
                <a:lnTo>
                  <a:pt x="340340" y="1055468"/>
                </a:lnTo>
                <a:lnTo>
                  <a:pt x="340343" y="1053732"/>
                </a:lnTo>
                <a:lnTo>
                  <a:pt x="337526" y="1041891"/>
                </a:lnTo>
                <a:lnTo>
                  <a:pt x="337035" y="1041141"/>
                </a:lnTo>
                <a:close/>
                <a:moveTo>
                  <a:pt x="387930" y="925912"/>
                </a:moveTo>
                <a:lnTo>
                  <a:pt x="387715" y="926741"/>
                </a:lnTo>
                <a:lnTo>
                  <a:pt x="388187" y="927575"/>
                </a:lnTo>
                <a:lnTo>
                  <a:pt x="388260" y="926963"/>
                </a:lnTo>
                <a:close/>
                <a:moveTo>
                  <a:pt x="326796" y="1062783"/>
                </a:moveTo>
                <a:lnTo>
                  <a:pt x="327878" y="1067226"/>
                </a:lnTo>
                <a:lnTo>
                  <a:pt x="327641" y="1064049"/>
                </a:lnTo>
                <a:close/>
                <a:moveTo>
                  <a:pt x="350461" y="1009775"/>
                </a:moveTo>
                <a:lnTo>
                  <a:pt x="351211" y="1011472"/>
                </a:lnTo>
                <a:lnTo>
                  <a:pt x="351175" y="1010887"/>
                </a:lnTo>
                <a:lnTo>
                  <a:pt x="351042" y="1010238"/>
                </a:lnTo>
                <a:close/>
                <a:moveTo>
                  <a:pt x="544062" y="576223"/>
                </a:moveTo>
                <a:lnTo>
                  <a:pt x="543709" y="577307"/>
                </a:lnTo>
                <a:lnTo>
                  <a:pt x="544144" y="577432"/>
                </a:lnTo>
                <a:lnTo>
                  <a:pt x="544461" y="576456"/>
                </a:lnTo>
                <a:close/>
                <a:moveTo>
                  <a:pt x="532818" y="601382"/>
                </a:moveTo>
                <a:lnTo>
                  <a:pt x="533201" y="602209"/>
                </a:lnTo>
                <a:lnTo>
                  <a:pt x="534933" y="602919"/>
                </a:lnTo>
                <a:lnTo>
                  <a:pt x="535138" y="602288"/>
                </a:lnTo>
                <a:close/>
                <a:moveTo>
                  <a:pt x="502899" y="668312"/>
                </a:moveTo>
                <a:lnTo>
                  <a:pt x="503175" y="668503"/>
                </a:lnTo>
                <a:lnTo>
                  <a:pt x="503175" y="668382"/>
                </a:lnTo>
                <a:close/>
                <a:moveTo>
                  <a:pt x="463555" y="756406"/>
                </a:moveTo>
                <a:lnTo>
                  <a:pt x="464056" y="763377"/>
                </a:lnTo>
                <a:lnTo>
                  <a:pt x="464827" y="764595"/>
                </a:lnTo>
                <a:lnTo>
                  <a:pt x="465255" y="761743"/>
                </a:lnTo>
                <a:lnTo>
                  <a:pt x="465367" y="761091"/>
                </a:lnTo>
                <a:lnTo>
                  <a:pt x="465363" y="761049"/>
                </a:lnTo>
                <a:close/>
                <a:moveTo>
                  <a:pt x="559314" y="541919"/>
                </a:moveTo>
                <a:lnTo>
                  <a:pt x="559314" y="542114"/>
                </a:lnTo>
                <a:lnTo>
                  <a:pt x="559336" y="542122"/>
                </a:lnTo>
                <a:close/>
                <a:moveTo>
                  <a:pt x="270221" y="1189163"/>
                </a:moveTo>
                <a:lnTo>
                  <a:pt x="276548" y="1215140"/>
                </a:lnTo>
                <a:lnTo>
                  <a:pt x="276963" y="1215938"/>
                </a:lnTo>
                <a:lnTo>
                  <a:pt x="285803" y="1228749"/>
                </a:lnTo>
                <a:lnTo>
                  <a:pt x="290132" y="1232984"/>
                </a:lnTo>
                <a:lnTo>
                  <a:pt x="287942" y="1225389"/>
                </a:lnTo>
                <a:lnTo>
                  <a:pt x="286794" y="1220713"/>
                </a:lnTo>
                <a:lnTo>
                  <a:pt x="277975" y="1209519"/>
                </a:lnTo>
                <a:lnTo>
                  <a:pt x="277975" y="1209132"/>
                </a:lnTo>
                <a:lnTo>
                  <a:pt x="286656" y="1220151"/>
                </a:lnTo>
                <a:lnTo>
                  <a:pt x="285128" y="1213928"/>
                </a:lnTo>
                <a:lnTo>
                  <a:pt x="281551" y="1209715"/>
                </a:lnTo>
                <a:lnTo>
                  <a:pt x="281571" y="1209377"/>
                </a:lnTo>
                <a:lnTo>
                  <a:pt x="285003" y="1213422"/>
                </a:lnTo>
                <a:lnTo>
                  <a:pt x="284107" y="1209769"/>
                </a:lnTo>
                <a:lnTo>
                  <a:pt x="284051" y="1209662"/>
                </a:lnTo>
                <a:lnTo>
                  <a:pt x="270829" y="1189499"/>
                </a:lnTo>
                <a:close/>
                <a:moveTo>
                  <a:pt x="544412" y="575149"/>
                </a:moveTo>
                <a:lnTo>
                  <a:pt x="544135" y="576000"/>
                </a:lnTo>
                <a:lnTo>
                  <a:pt x="544533" y="576234"/>
                </a:lnTo>
                <a:lnTo>
                  <a:pt x="544646" y="575887"/>
                </a:lnTo>
                <a:close/>
                <a:moveTo>
                  <a:pt x="548386" y="566192"/>
                </a:moveTo>
                <a:lnTo>
                  <a:pt x="547958" y="567508"/>
                </a:lnTo>
                <a:lnTo>
                  <a:pt x="548200" y="567737"/>
                </a:lnTo>
                <a:close/>
                <a:moveTo>
                  <a:pt x="296681" y="1129669"/>
                </a:moveTo>
                <a:lnTo>
                  <a:pt x="302253" y="1138835"/>
                </a:lnTo>
                <a:lnTo>
                  <a:pt x="302225" y="1138084"/>
                </a:lnTo>
                <a:lnTo>
                  <a:pt x="300754" y="1131976"/>
                </a:lnTo>
                <a:close/>
                <a:moveTo>
                  <a:pt x="270657" y="1187935"/>
                </a:moveTo>
                <a:lnTo>
                  <a:pt x="271417" y="1189094"/>
                </a:lnTo>
                <a:lnTo>
                  <a:pt x="272172" y="1189497"/>
                </a:lnTo>
                <a:lnTo>
                  <a:pt x="271622" y="1188703"/>
                </a:lnTo>
                <a:close/>
                <a:moveTo>
                  <a:pt x="515375" y="639903"/>
                </a:moveTo>
                <a:lnTo>
                  <a:pt x="514995" y="643895"/>
                </a:lnTo>
                <a:lnTo>
                  <a:pt x="516538" y="648276"/>
                </a:lnTo>
                <a:lnTo>
                  <a:pt x="517411" y="642719"/>
                </a:lnTo>
                <a:close/>
                <a:moveTo>
                  <a:pt x="632583" y="377309"/>
                </a:moveTo>
                <a:lnTo>
                  <a:pt x="634961" y="393098"/>
                </a:lnTo>
                <a:lnTo>
                  <a:pt x="635190" y="393289"/>
                </a:lnTo>
                <a:lnTo>
                  <a:pt x="635574" y="391515"/>
                </a:lnTo>
                <a:lnTo>
                  <a:pt x="635886" y="391257"/>
                </a:lnTo>
                <a:lnTo>
                  <a:pt x="635407" y="393470"/>
                </a:lnTo>
                <a:lnTo>
                  <a:pt x="637886" y="395538"/>
                </a:lnTo>
                <a:lnTo>
                  <a:pt x="640058" y="381632"/>
                </a:lnTo>
                <a:close/>
                <a:moveTo>
                  <a:pt x="463631" y="755615"/>
                </a:moveTo>
                <a:lnTo>
                  <a:pt x="465257" y="759785"/>
                </a:lnTo>
                <a:lnTo>
                  <a:pt x="465256" y="759770"/>
                </a:lnTo>
                <a:lnTo>
                  <a:pt x="463754" y="755673"/>
                </a:lnTo>
                <a:close/>
                <a:moveTo>
                  <a:pt x="552211" y="557222"/>
                </a:moveTo>
                <a:lnTo>
                  <a:pt x="552210" y="558768"/>
                </a:lnTo>
                <a:lnTo>
                  <a:pt x="552548" y="558926"/>
                </a:lnTo>
                <a:lnTo>
                  <a:pt x="552667" y="557654"/>
                </a:lnTo>
                <a:close/>
                <a:moveTo>
                  <a:pt x="529214" y="608648"/>
                </a:moveTo>
                <a:lnTo>
                  <a:pt x="529359" y="610658"/>
                </a:lnTo>
                <a:lnTo>
                  <a:pt x="530354" y="615785"/>
                </a:lnTo>
                <a:lnTo>
                  <a:pt x="530725" y="615836"/>
                </a:lnTo>
                <a:lnTo>
                  <a:pt x="531871" y="612319"/>
                </a:lnTo>
                <a:lnTo>
                  <a:pt x="530560" y="609491"/>
                </a:lnTo>
                <a:close/>
                <a:moveTo>
                  <a:pt x="545085" y="573082"/>
                </a:moveTo>
                <a:lnTo>
                  <a:pt x="544643" y="574439"/>
                </a:lnTo>
                <a:lnTo>
                  <a:pt x="544878" y="575179"/>
                </a:lnTo>
                <a:lnTo>
                  <a:pt x="544887" y="575150"/>
                </a:lnTo>
                <a:lnTo>
                  <a:pt x="545532" y="573256"/>
                </a:lnTo>
                <a:close/>
                <a:moveTo>
                  <a:pt x="323253" y="1069671"/>
                </a:moveTo>
                <a:lnTo>
                  <a:pt x="323825" y="1072494"/>
                </a:lnTo>
                <a:lnTo>
                  <a:pt x="324253" y="1072954"/>
                </a:lnTo>
                <a:lnTo>
                  <a:pt x="324055" y="1070582"/>
                </a:lnTo>
                <a:close/>
                <a:moveTo>
                  <a:pt x="336412" y="1040192"/>
                </a:moveTo>
                <a:lnTo>
                  <a:pt x="336434" y="1040285"/>
                </a:lnTo>
                <a:lnTo>
                  <a:pt x="336493" y="1040317"/>
                </a:lnTo>
                <a:close/>
                <a:moveTo>
                  <a:pt x="301233" y="1118932"/>
                </a:moveTo>
                <a:lnTo>
                  <a:pt x="302039" y="1120431"/>
                </a:lnTo>
                <a:lnTo>
                  <a:pt x="302079" y="1119647"/>
                </a:lnTo>
                <a:close/>
                <a:moveTo>
                  <a:pt x="236016" y="1264944"/>
                </a:moveTo>
                <a:lnTo>
                  <a:pt x="236481" y="1265925"/>
                </a:lnTo>
                <a:lnTo>
                  <a:pt x="236830" y="1266206"/>
                </a:lnTo>
                <a:close/>
                <a:moveTo>
                  <a:pt x="422210" y="847996"/>
                </a:moveTo>
                <a:lnTo>
                  <a:pt x="422119" y="850010"/>
                </a:lnTo>
                <a:lnTo>
                  <a:pt x="423334" y="850123"/>
                </a:lnTo>
                <a:lnTo>
                  <a:pt x="423357" y="849940"/>
                </a:lnTo>
                <a:close/>
                <a:moveTo>
                  <a:pt x="562817" y="533123"/>
                </a:moveTo>
                <a:lnTo>
                  <a:pt x="562592" y="538430"/>
                </a:lnTo>
                <a:lnTo>
                  <a:pt x="565369" y="540514"/>
                </a:lnTo>
                <a:close/>
                <a:moveTo>
                  <a:pt x="545523" y="571740"/>
                </a:moveTo>
                <a:lnTo>
                  <a:pt x="545256" y="572556"/>
                </a:lnTo>
                <a:lnTo>
                  <a:pt x="545705" y="572730"/>
                </a:lnTo>
                <a:lnTo>
                  <a:pt x="545691" y="571881"/>
                </a:lnTo>
                <a:close/>
                <a:moveTo>
                  <a:pt x="545681" y="571254"/>
                </a:moveTo>
                <a:lnTo>
                  <a:pt x="545642" y="571372"/>
                </a:lnTo>
                <a:lnTo>
                  <a:pt x="545684" y="571406"/>
                </a:lnTo>
                <a:close/>
                <a:moveTo>
                  <a:pt x="283110" y="1159147"/>
                </a:moveTo>
                <a:lnTo>
                  <a:pt x="284427" y="1166447"/>
                </a:lnTo>
                <a:lnTo>
                  <a:pt x="293108" y="1180192"/>
                </a:lnTo>
                <a:lnTo>
                  <a:pt x="296840" y="1183494"/>
                </a:lnTo>
                <a:lnTo>
                  <a:pt x="294591" y="1172480"/>
                </a:lnTo>
                <a:lnTo>
                  <a:pt x="287587" y="1169966"/>
                </a:lnTo>
                <a:lnTo>
                  <a:pt x="287437" y="1169672"/>
                </a:lnTo>
                <a:lnTo>
                  <a:pt x="294539" y="1172221"/>
                </a:lnTo>
                <a:lnTo>
                  <a:pt x="294439" y="1171731"/>
                </a:lnTo>
                <a:lnTo>
                  <a:pt x="291374" y="1163706"/>
                </a:lnTo>
                <a:lnTo>
                  <a:pt x="289680" y="1162155"/>
                </a:lnTo>
                <a:close/>
                <a:moveTo>
                  <a:pt x="490846" y="693947"/>
                </a:moveTo>
                <a:lnTo>
                  <a:pt x="490883" y="694015"/>
                </a:lnTo>
                <a:lnTo>
                  <a:pt x="490881" y="693973"/>
                </a:lnTo>
                <a:close/>
                <a:moveTo>
                  <a:pt x="534230" y="596760"/>
                </a:moveTo>
                <a:lnTo>
                  <a:pt x="535518" y="601122"/>
                </a:lnTo>
                <a:lnTo>
                  <a:pt x="536414" y="598371"/>
                </a:lnTo>
                <a:close/>
                <a:moveTo>
                  <a:pt x="523009" y="621880"/>
                </a:moveTo>
                <a:lnTo>
                  <a:pt x="523573" y="623863"/>
                </a:lnTo>
                <a:lnTo>
                  <a:pt x="523880" y="622065"/>
                </a:lnTo>
                <a:close/>
                <a:moveTo>
                  <a:pt x="508502" y="654315"/>
                </a:moveTo>
                <a:lnTo>
                  <a:pt x="510266" y="659318"/>
                </a:lnTo>
                <a:lnTo>
                  <a:pt x="512282" y="660269"/>
                </a:lnTo>
                <a:lnTo>
                  <a:pt x="512582" y="657136"/>
                </a:lnTo>
                <a:close/>
                <a:moveTo>
                  <a:pt x="406492" y="882723"/>
                </a:moveTo>
                <a:lnTo>
                  <a:pt x="406629" y="885546"/>
                </a:lnTo>
                <a:lnTo>
                  <a:pt x="406738" y="882996"/>
                </a:lnTo>
                <a:close/>
                <a:moveTo>
                  <a:pt x="461330" y="759871"/>
                </a:moveTo>
                <a:lnTo>
                  <a:pt x="461720" y="761443"/>
                </a:lnTo>
                <a:lnTo>
                  <a:pt x="461644" y="760383"/>
                </a:lnTo>
                <a:close/>
                <a:moveTo>
                  <a:pt x="269993" y="1188226"/>
                </a:moveTo>
                <a:lnTo>
                  <a:pt x="270024" y="1188351"/>
                </a:lnTo>
                <a:lnTo>
                  <a:pt x="270103" y="1188393"/>
                </a:lnTo>
                <a:close/>
                <a:moveTo>
                  <a:pt x="441059" y="805116"/>
                </a:moveTo>
                <a:lnTo>
                  <a:pt x="442035" y="806358"/>
                </a:lnTo>
                <a:lnTo>
                  <a:pt x="441767" y="805267"/>
                </a:lnTo>
                <a:close/>
                <a:moveTo>
                  <a:pt x="525742" y="615452"/>
                </a:moveTo>
                <a:lnTo>
                  <a:pt x="525873" y="616849"/>
                </a:lnTo>
                <a:lnTo>
                  <a:pt x="526063" y="616964"/>
                </a:lnTo>
                <a:lnTo>
                  <a:pt x="525956" y="615481"/>
                </a:lnTo>
                <a:close/>
                <a:moveTo>
                  <a:pt x="505197" y="661437"/>
                </a:moveTo>
                <a:lnTo>
                  <a:pt x="505708" y="665706"/>
                </a:lnTo>
                <a:lnTo>
                  <a:pt x="508810" y="668069"/>
                </a:lnTo>
                <a:lnTo>
                  <a:pt x="511492" y="668548"/>
                </a:lnTo>
                <a:lnTo>
                  <a:pt x="511665" y="666732"/>
                </a:lnTo>
                <a:lnTo>
                  <a:pt x="509955" y="661881"/>
                </a:lnTo>
                <a:close/>
                <a:moveTo>
                  <a:pt x="646014" y="346117"/>
                </a:moveTo>
                <a:lnTo>
                  <a:pt x="644679" y="354668"/>
                </a:lnTo>
                <a:lnTo>
                  <a:pt x="654447" y="361872"/>
                </a:lnTo>
                <a:lnTo>
                  <a:pt x="654512" y="360710"/>
                </a:lnTo>
                <a:lnTo>
                  <a:pt x="654667" y="360533"/>
                </a:lnTo>
                <a:lnTo>
                  <a:pt x="654586" y="361976"/>
                </a:lnTo>
                <a:lnTo>
                  <a:pt x="660701" y="366485"/>
                </a:lnTo>
                <a:lnTo>
                  <a:pt x="661311" y="363670"/>
                </a:lnTo>
                <a:close/>
                <a:moveTo>
                  <a:pt x="458730" y="765376"/>
                </a:moveTo>
                <a:lnTo>
                  <a:pt x="458914" y="765920"/>
                </a:lnTo>
                <a:lnTo>
                  <a:pt x="460201" y="767519"/>
                </a:lnTo>
                <a:lnTo>
                  <a:pt x="459770" y="765782"/>
                </a:lnTo>
                <a:close/>
                <a:moveTo>
                  <a:pt x="546399" y="569050"/>
                </a:moveTo>
                <a:lnTo>
                  <a:pt x="546268" y="569452"/>
                </a:lnTo>
                <a:lnTo>
                  <a:pt x="546308" y="570977"/>
                </a:lnTo>
                <a:lnTo>
                  <a:pt x="546827" y="569455"/>
                </a:lnTo>
                <a:close/>
                <a:moveTo>
                  <a:pt x="496622" y="680464"/>
                </a:moveTo>
                <a:lnTo>
                  <a:pt x="496680" y="681228"/>
                </a:lnTo>
                <a:lnTo>
                  <a:pt x="496773" y="680740"/>
                </a:lnTo>
                <a:lnTo>
                  <a:pt x="496635" y="680465"/>
                </a:lnTo>
                <a:close/>
                <a:moveTo>
                  <a:pt x="573098" y="509178"/>
                </a:moveTo>
                <a:lnTo>
                  <a:pt x="573112" y="510765"/>
                </a:lnTo>
                <a:lnTo>
                  <a:pt x="573386" y="510974"/>
                </a:lnTo>
                <a:close/>
                <a:moveTo>
                  <a:pt x="500836" y="670969"/>
                </a:moveTo>
                <a:lnTo>
                  <a:pt x="503189" y="675192"/>
                </a:lnTo>
                <a:lnTo>
                  <a:pt x="503184" y="672592"/>
                </a:lnTo>
                <a:close/>
                <a:moveTo>
                  <a:pt x="449464" y="785969"/>
                </a:moveTo>
                <a:lnTo>
                  <a:pt x="450136" y="788338"/>
                </a:lnTo>
                <a:lnTo>
                  <a:pt x="450652" y="789052"/>
                </a:lnTo>
                <a:lnTo>
                  <a:pt x="450865" y="787382"/>
                </a:lnTo>
                <a:lnTo>
                  <a:pt x="450201" y="787110"/>
                </a:lnTo>
                <a:lnTo>
                  <a:pt x="450589" y="786999"/>
                </a:lnTo>
                <a:lnTo>
                  <a:pt x="450898" y="787126"/>
                </a:lnTo>
                <a:lnTo>
                  <a:pt x="450977" y="786508"/>
                </a:lnTo>
                <a:close/>
                <a:moveTo>
                  <a:pt x="222741" y="1293627"/>
                </a:moveTo>
                <a:lnTo>
                  <a:pt x="229351" y="1305928"/>
                </a:lnTo>
                <a:lnTo>
                  <a:pt x="239763" y="1313604"/>
                </a:lnTo>
                <a:lnTo>
                  <a:pt x="236579" y="1307678"/>
                </a:lnTo>
                <a:lnTo>
                  <a:pt x="232241" y="1302954"/>
                </a:lnTo>
                <a:lnTo>
                  <a:pt x="232228" y="1302769"/>
                </a:lnTo>
                <a:lnTo>
                  <a:pt x="236359" y="1307269"/>
                </a:lnTo>
                <a:lnTo>
                  <a:pt x="231764" y="1298715"/>
                </a:lnTo>
                <a:close/>
                <a:moveTo>
                  <a:pt x="529132" y="607500"/>
                </a:moveTo>
                <a:lnTo>
                  <a:pt x="529176" y="608111"/>
                </a:lnTo>
                <a:lnTo>
                  <a:pt x="530227" y="608770"/>
                </a:lnTo>
                <a:lnTo>
                  <a:pt x="529847" y="607949"/>
                </a:lnTo>
                <a:close/>
                <a:moveTo>
                  <a:pt x="446227" y="793118"/>
                </a:moveTo>
                <a:lnTo>
                  <a:pt x="446603" y="793658"/>
                </a:lnTo>
                <a:lnTo>
                  <a:pt x="446497" y="793235"/>
                </a:lnTo>
                <a:close/>
                <a:moveTo>
                  <a:pt x="327648" y="1058502"/>
                </a:moveTo>
                <a:lnTo>
                  <a:pt x="328037" y="1062905"/>
                </a:lnTo>
                <a:lnTo>
                  <a:pt x="328667" y="1065003"/>
                </a:lnTo>
                <a:lnTo>
                  <a:pt x="328668" y="1065007"/>
                </a:lnTo>
                <a:lnTo>
                  <a:pt x="334233" y="1073353"/>
                </a:lnTo>
                <a:lnTo>
                  <a:pt x="333716" y="1071340"/>
                </a:lnTo>
                <a:close/>
                <a:moveTo>
                  <a:pt x="540856" y="581077"/>
                </a:moveTo>
                <a:lnTo>
                  <a:pt x="541443" y="582931"/>
                </a:lnTo>
                <a:lnTo>
                  <a:pt x="541450" y="582907"/>
                </a:lnTo>
                <a:lnTo>
                  <a:pt x="541931" y="581496"/>
                </a:lnTo>
                <a:close/>
                <a:moveTo>
                  <a:pt x="178114" y="1393299"/>
                </a:moveTo>
                <a:lnTo>
                  <a:pt x="180805" y="1397594"/>
                </a:lnTo>
                <a:lnTo>
                  <a:pt x="188632" y="1402668"/>
                </a:lnTo>
                <a:lnTo>
                  <a:pt x="187613" y="1401290"/>
                </a:lnTo>
                <a:close/>
                <a:moveTo>
                  <a:pt x="537530" y="588378"/>
                </a:moveTo>
                <a:lnTo>
                  <a:pt x="537548" y="588517"/>
                </a:lnTo>
                <a:lnTo>
                  <a:pt x="538760" y="589509"/>
                </a:lnTo>
                <a:lnTo>
                  <a:pt x="538757" y="589473"/>
                </a:lnTo>
                <a:lnTo>
                  <a:pt x="538875" y="589269"/>
                </a:lnTo>
                <a:lnTo>
                  <a:pt x="538926" y="589646"/>
                </a:lnTo>
                <a:lnTo>
                  <a:pt x="539186" y="589858"/>
                </a:lnTo>
                <a:lnTo>
                  <a:pt x="539320" y="589448"/>
                </a:lnTo>
                <a:lnTo>
                  <a:pt x="538927" y="589126"/>
                </a:lnTo>
                <a:close/>
                <a:moveTo>
                  <a:pt x="448372" y="788013"/>
                </a:moveTo>
                <a:lnTo>
                  <a:pt x="448004" y="790647"/>
                </a:lnTo>
                <a:lnTo>
                  <a:pt x="448291" y="792185"/>
                </a:lnTo>
                <a:lnTo>
                  <a:pt x="450149" y="792987"/>
                </a:lnTo>
                <a:lnTo>
                  <a:pt x="450376" y="791206"/>
                </a:lnTo>
                <a:lnTo>
                  <a:pt x="449706" y="788848"/>
                </a:lnTo>
                <a:close/>
                <a:moveTo>
                  <a:pt x="324340" y="1065588"/>
                </a:moveTo>
                <a:lnTo>
                  <a:pt x="324772" y="1069070"/>
                </a:lnTo>
                <a:lnTo>
                  <a:pt x="326848" y="1071244"/>
                </a:lnTo>
                <a:close/>
                <a:moveTo>
                  <a:pt x="587989" y="475138"/>
                </a:moveTo>
                <a:lnTo>
                  <a:pt x="589601" y="485183"/>
                </a:lnTo>
                <a:lnTo>
                  <a:pt x="590766" y="490106"/>
                </a:lnTo>
                <a:lnTo>
                  <a:pt x="591621" y="490870"/>
                </a:lnTo>
                <a:lnTo>
                  <a:pt x="591627" y="490859"/>
                </a:lnTo>
                <a:lnTo>
                  <a:pt x="591631" y="490878"/>
                </a:lnTo>
                <a:lnTo>
                  <a:pt x="595235" y="494093"/>
                </a:lnTo>
                <a:lnTo>
                  <a:pt x="595606" y="480458"/>
                </a:lnTo>
                <a:lnTo>
                  <a:pt x="595076" y="478593"/>
                </a:lnTo>
                <a:close/>
                <a:moveTo>
                  <a:pt x="491733" y="690643"/>
                </a:moveTo>
                <a:lnTo>
                  <a:pt x="491839" y="691999"/>
                </a:lnTo>
                <a:lnTo>
                  <a:pt x="494299" y="693392"/>
                </a:lnTo>
                <a:lnTo>
                  <a:pt x="494563" y="692043"/>
                </a:lnTo>
                <a:close/>
                <a:moveTo>
                  <a:pt x="162459" y="1427946"/>
                </a:moveTo>
                <a:lnTo>
                  <a:pt x="165222" y="1431628"/>
                </a:lnTo>
                <a:lnTo>
                  <a:pt x="168028" y="1433589"/>
                </a:lnTo>
                <a:lnTo>
                  <a:pt x="165148" y="1429696"/>
                </a:lnTo>
                <a:close/>
                <a:moveTo>
                  <a:pt x="308776" y="1100228"/>
                </a:moveTo>
                <a:lnTo>
                  <a:pt x="308826" y="1101518"/>
                </a:lnTo>
                <a:lnTo>
                  <a:pt x="309218" y="1101783"/>
                </a:lnTo>
                <a:lnTo>
                  <a:pt x="309117" y="1100535"/>
                </a:lnTo>
                <a:close/>
                <a:moveTo>
                  <a:pt x="518664" y="630242"/>
                </a:moveTo>
                <a:lnTo>
                  <a:pt x="518668" y="630277"/>
                </a:lnTo>
                <a:lnTo>
                  <a:pt x="518672" y="630247"/>
                </a:lnTo>
                <a:close/>
                <a:moveTo>
                  <a:pt x="573469" y="507500"/>
                </a:moveTo>
                <a:lnTo>
                  <a:pt x="574116" y="511530"/>
                </a:lnTo>
                <a:lnTo>
                  <a:pt x="574870" y="512104"/>
                </a:lnTo>
                <a:close/>
                <a:moveTo>
                  <a:pt x="349486" y="1008998"/>
                </a:moveTo>
                <a:lnTo>
                  <a:pt x="351377" y="1014116"/>
                </a:lnTo>
                <a:lnTo>
                  <a:pt x="351242" y="1011967"/>
                </a:lnTo>
                <a:lnTo>
                  <a:pt x="350172" y="1009544"/>
                </a:lnTo>
                <a:close/>
                <a:moveTo>
                  <a:pt x="251773" y="1227736"/>
                </a:moveTo>
                <a:lnTo>
                  <a:pt x="251977" y="1228090"/>
                </a:lnTo>
                <a:lnTo>
                  <a:pt x="251945" y="1227962"/>
                </a:lnTo>
                <a:close/>
                <a:moveTo>
                  <a:pt x="537468" y="587931"/>
                </a:moveTo>
                <a:lnTo>
                  <a:pt x="537525" y="588344"/>
                </a:lnTo>
                <a:lnTo>
                  <a:pt x="538659" y="588908"/>
                </a:lnTo>
                <a:close/>
                <a:moveTo>
                  <a:pt x="373307" y="955473"/>
                </a:moveTo>
                <a:lnTo>
                  <a:pt x="373599" y="957842"/>
                </a:lnTo>
                <a:lnTo>
                  <a:pt x="374454" y="961470"/>
                </a:lnTo>
                <a:lnTo>
                  <a:pt x="375213" y="957609"/>
                </a:lnTo>
                <a:close/>
                <a:moveTo>
                  <a:pt x="195168" y="1354327"/>
                </a:moveTo>
                <a:lnTo>
                  <a:pt x="202928" y="1366260"/>
                </a:lnTo>
                <a:lnTo>
                  <a:pt x="211611" y="1379326"/>
                </a:lnTo>
                <a:lnTo>
                  <a:pt x="223359" y="1389819"/>
                </a:lnTo>
                <a:lnTo>
                  <a:pt x="216757" y="1372532"/>
                </a:lnTo>
                <a:lnTo>
                  <a:pt x="207686" y="1365630"/>
                </a:lnTo>
                <a:close/>
                <a:moveTo>
                  <a:pt x="520535" y="625750"/>
                </a:moveTo>
                <a:lnTo>
                  <a:pt x="520532" y="625771"/>
                </a:lnTo>
                <a:lnTo>
                  <a:pt x="520540" y="625783"/>
                </a:lnTo>
                <a:close/>
                <a:moveTo>
                  <a:pt x="455126" y="772091"/>
                </a:moveTo>
                <a:lnTo>
                  <a:pt x="454627" y="776858"/>
                </a:lnTo>
                <a:lnTo>
                  <a:pt x="457858" y="777988"/>
                </a:lnTo>
                <a:close/>
                <a:moveTo>
                  <a:pt x="328460" y="1055612"/>
                </a:moveTo>
                <a:lnTo>
                  <a:pt x="331071" y="1061137"/>
                </a:lnTo>
                <a:lnTo>
                  <a:pt x="331282" y="1061333"/>
                </a:lnTo>
                <a:lnTo>
                  <a:pt x="330741" y="1059100"/>
                </a:lnTo>
                <a:lnTo>
                  <a:pt x="329095" y="1056551"/>
                </a:lnTo>
                <a:close/>
                <a:moveTo>
                  <a:pt x="448572" y="786583"/>
                </a:moveTo>
                <a:lnTo>
                  <a:pt x="448421" y="787661"/>
                </a:lnTo>
                <a:lnTo>
                  <a:pt x="449575" y="788383"/>
                </a:lnTo>
                <a:lnTo>
                  <a:pt x="449383" y="787706"/>
                </a:lnTo>
                <a:lnTo>
                  <a:pt x="448616" y="786645"/>
                </a:lnTo>
                <a:close/>
                <a:moveTo>
                  <a:pt x="544090" y="572694"/>
                </a:moveTo>
                <a:lnTo>
                  <a:pt x="544495" y="573971"/>
                </a:lnTo>
                <a:lnTo>
                  <a:pt x="544832" y="572983"/>
                </a:lnTo>
                <a:close/>
                <a:moveTo>
                  <a:pt x="252767" y="1224949"/>
                </a:moveTo>
                <a:lnTo>
                  <a:pt x="253428" y="1227244"/>
                </a:lnTo>
                <a:lnTo>
                  <a:pt x="254036" y="1227582"/>
                </a:lnTo>
                <a:close/>
                <a:moveTo>
                  <a:pt x="535419" y="592033"/>
                </a:moveTo>
                <a:lnTo>
                  <a:pt x="536644" y="597664"/>
                </a:lnTo>
                <a:lnTo>
                  <a:pt x="537833" y="594013"/>
                </a:lnTo>
                <a:close/>
                <a:moveTo>
                  <a:pt x="364711" y="974212"/>
                </a:moveTo>
                <a:lnTo>
                  <a:pt x="364617" y="975005"/>
                </a:lnTo>
                <a:lnTo>
                  <a:pt x="365622" y="975684"/>
                </a:lnTo>
                <a:close/>
                <a:moveTo>
                  <a:pt x="529038" y="606202"/>
                </a:moveTo>
                <a:lnTo>
                  <a:pt x="529101" y="607100"/>
                </a:lnTo>
                <a:lnTo>
                  <a:pt x="529598" y="607410"/>
                </a:lnTo>
                <a:close/>
                <a:moveTo>
                  <a:pt x="537099" y="588147"/>
                </a:moveTo>
                <a:lnTo>
                  <a:pt x="537264" y="588283"/>
                </a:lnTo>
                <a:lnTo>
                  <a:pt x="537257" y="588232"/>
                </a:lnTo>
                <a:close/>
                <a:moveTo>
                  <a:pt x="548959" y="561446"/>
                </a:moveTo>
                <a:lnTo>
                  <a:pt x="547152" y="566744"/>
                </a:lnTo>
                <a:lnTo>
                  <a:pt x="547604" y="567172"/>
                </a:lnTo>
                <a:lnTo>
                  <a:pt x="548632" y="564155"/>
                </a:lnTo>
                <a:close/>
                <a:moveTo>
                  <a:pt x="573474" y="506481"/>
                </a:moveTo>
                <a:lnTo>
                  <a:pt x="575395" y="512504"/>
                </a:lnTo>
                <a:lnTo>
                  <a:pt x="582542" y="517946"/>
                </a:lnTo>
                <a:lnTo>
                  <a:pt x="587076" y="522352"/>
                </a:lnTo>
                <a:lnTo>
                  <a:pt x="588204" y="518867"/>
                </a:lnTo>
                <a:close/>
                <a:moveTo>
                  <a:pt x="440134" y="804918"/>
                </a:moveTo>
                <a:lnTo>
                  <a:pt x="440560" y="809733"/>
                </a:lnTo>
                <a:lnTo>
                  <a:pt x="442845" y="811246"/>
                </a:lnTo>
                <a:lnTo>
                  <a:pt x="442943" y="810059"/>
                </a:lnTo>
                <a:lnTo>
                  <a:pt x="442252" y="807244"/>
                </a:lnTo>
                <a:lnTo>
                  <a:pt x="440484" y="804993"/>
                </a:lnTo>
                <a:close/>
                <a:moveTo>
                  <a:pt x="448696" y="785696"/>
                </a:moveTo>
                <a:lnTo>
                  <a:pt x="448620" y="786240"/>
                </a:lnTo>
                <a:lnTo>
                  <a:pt x="449192" y="787031"/>
                </a:lnTo>
                <a:lnTo>
                  <a:pt x="448826" y="785742"/>
                </a:lnTo>
                <a:close/>
                <a:moveTo>
                  <a:pt x="292941" y="1134439"/>
                </a:moveTo>
                <a:lnTo>
                  <a:pt x="293640" y="1136136"/>
                </a:lnTo>
                <a:lnTo>
                  <a:pt x="295323" y="1138623"/>
                </a:lnTo>
                <a:lnTo>
                  <a:pt x="294720" y="1137792"/>
                </a:lnTo>
                <a:lnTo>
                  <a:pt x="293670" y="1136210"/>
                </a:lnTo>
                <a:lnTo>
                  <a:pt x="296374" y="1142774"/>
                </a:lnTo>
                <a:lnTo>
                  <a:pt x="301188" y="1147943"/>
                </a:lnTo>
                <a:lnTo>
                  <a:pt x="300569" y="1146375"/>
                </a:lnTo>
                <a:lnTo>
                  <a:pt x="295323" y="1138623"/>
                </a:lnTo>
                <a:lnTo>
                  <a:pt x="300137" y="1145278"/>
                </a:lnTo>
                <a:lnTo>
                  <a:pt x="297193" y="1137813"/>
                </a:lnTo>
                <a:close/>
                <a:moveTo>
                  <a:pt x="258997" y="1210381"/>
                </a:moveTo>
                <a:lnTo>
                  <a:pt x="262192" y="1217888"/>
                </a:lnTo>
                <a:lnTo>
                  <a:pt x="263650" y="1218834"/>
                </a:lnTo>
                <a:lnTo>
                  <a:pt x="261102" y="1212730"/>
                </a:lnTo>
                <a:close/>
                <a:moveTo>
                  <a:pt x="514338" y="638609"/>
                </a:moveTo>
                <a:lnTo>
                  <a:pt x="514344" y="638655"/>
                </a:lnTo>
                <a:lnTo>
                  <a:pt x="514349" y="638615"/>
                </a:lnTo>
                <a:close/>
                <a:moveTo>
                  <a:pt x="476401" y="723546"/>
                </a:moveTo>
                <a:lnTo>
                  <a:pt x="476484" y="727257"/>
                </a:lnTo>
                <a:lnTo>
                  <a:pt x="477263" y="727495"/>
                </a:lnTo>
                <a:lnTo>
                  <a:pt x="477088" y="724053"/>
                </a:lnTo>
                <a:close/>
                <a:moveTo>
                  <a:pt x="253902" y="1221656"/>
                </a:moveTo>
                <a:lnTo>
                  <a:pt x="257037" y="1228730"/>
                </a:lnTo>
                <a:lnTo>
                  <a:pt x="257787" y="1229667"/>
                </a:lnTo>
                <a:lnTo>
                  <a:pt x="260226" y="1231023"/>
                </a:lnTo>
                <a:lnTo>
                  <a:pt x="257143" y="1224348"/>
                </a:lnTo>
                <a:lnTo>
                  <a:pt x="255931" y="1222782"/>
                </a:lnTo>
                <a:close/>
                <a:moveTo>
                  <a:pt x="553311" y="551194"/>
                </a:moveTo>
                <a:lnTo>
                  <a:pt x="552532" y="553478"/>
                </a:lnTo>
                <a:lnTo>
                  <a:pt x="553014" y="553936"/>
                </a:lnTo>
                <a:lnTo>
                  <a:pt x="553204" y="551913"/>
                </a:lnTo>
                <a:close/>
                <a:moveTo>
                  <a:pt x="335888" y="1038041"/>
                </a:moveTo>
                <a:lnTo>
                  <a:pt x="336036" y="1038647"/>
                </a:lnTo>
                <a:lnTo>
                  <a:pt x="337163" y="1040367"/>
                </a:lnTo>
                <a:lnTo>
                  <a:pt x="336987" y="1039626"/>
                </a:lnTo>
                <a:close/>
                <a:moveTo>
                  <a:pt x="347372" y="1012310"/>
                </a:moveTo>
                <a:lnTo>
                  <a:pt x="347879" y="1013824"/>
                </a:lnTo>
                <a:lnTo>
                  <a:pt x="349959" y="1018080"/>
                </a:lnTo>
                <a:lnTo>
                  <a:pt x="348186" y="1013280"/>
                </a:lnTo>
                <a:close/>
                <a:moveTo>
                  <a:pt x="422375" y="844287"/>
                </a:moveTo>
                <a:lnTo>
                  <a:pt x="422232" y="847510"/>
                </a:lnTo>
                <a:lnTo>
                  <a:pt x="423412" y="849511"/>
                </a:lnTo>
                <a:lnTo>
                  <a:pt x="423609" y="847972"/>
                </a:lnTo>
                <a:close/>
                <a:moveTo>
                  <a:pt x="436634" y="812268"/>
                </a:moveTo>
                <a:lnTo>
                  <a:pt x="436437" y="813917"/>
                </a:lnTo>
                <a:lnTo>
                  <a:pt x="436810" y="814222"/>
                </a:lnTo>
                <a:close/>
                <a:moveTo>
                  <a:pt x="176163" y="1395473"/>
                </a:moveTo>
                <a:lnTo>
                  <a:pt x="179494" y="1401837"/>
                </a:lnTo>
                <a:lnTo>
                  <a:pt x="194534" y="1420661"/>
                </a:lnTo>
                <a:lnTo>
                  <a:pt x="180540" y="1398324"/>
                </a:lnTo>
                <a:close/>
                <a:moveTo>
                  <a:pt x="499865" y="670298"/>
                </a:moveTo>
                <a:lnTo>
                  <a:pt x="499512" y="672097"/>
                </a:lnTo>
                <a:lnTo>
                  <a:pt x="500387" y="673819"/>
                </a:lnTo>
                <a:lnTo>
                  <a:pt x="502671" y="675150"/>
                </a:lnTo>
                <a:lnTo>
                  <a:pt x="500406" y="670672"/>
                </a:lnTo>
                <a:close/>
                <a:moveTo>
                  <a:pt x="353060" y="998938"/>
                </a:moveTo>
                <a:lnTo>
                  <a:pt x="354642" y="1002780"/>
                </a:lnTo>
                <a:lnTo>
                  <a:pt x="354693" y="1002835"/>
                </a:lnTo>
                <a:lnTo>
                  <a:pt x="354629" y="1002697"/>
                </a:lnTo>
                <a:lnTo>
                  <a:pt x="354679" y="1002488"/>
                </a:lnTo>
                <a:lnTo>
                  <a:pt x="354992" y="1003163"/>
                </a:lnTo>
                <a:lnTo>
                  <a:pt x="355326" y="1003531"/>
                </a:lnTo>
                <a:lnTo>
                  <a:pt x="355744" y="1003975"/>
                </a:lnTo>
                <a:lnTo>
                  <a:pt x="358245" y="1006102"/>
                </a:lnTo>
                <a:lnTo>
                  <a:pt x="356896" y="1003042"/>
                </a:lnTo>
                <a:close/>
                <a:moveTo>
                  <a:pt x="520039" y="624898"/>
                </a:moveTo>
                <a:lnTo>
                  <a:pt x="520023" y="625067"/>
                </a:lnTo>
                <a:lnTo>
                  <a:pt x="520153" y="625247"/>
                </a:lnTo>
                <a:lnTo>
                  <a:pt x="520197" y="624967"/>
                </a:lnTo>
                <a:close/>
                <a:moveTo>
                  <a:pt x="503772" y="661304"/>
                </a:moveTo>
                <a:lnTo>
                  <a:pt x="503778" y="664236"/>
                </a:lnTo>
                <a:lnTo>
                  <a:pt x="505442" y="665503"/>
                </a:lnTo>
                <a:lnTo>
                  <a:pt x="504953" y="661414"/>
                </a:lnTo>
                <a:close/>
                <a:moveTo>
                  <a:pt x="364956" y="972128"/>
                </a:moveTo>
                <a:lnTo>
                  <a:pt x="364798" y="973469"/>
                </a:lnTo>
                <a:lnTo>
                  <a:pt x="365816" y="975143"/>
                </a:lnTo>
                <a:lnTo>
                  <a:pt x="365758" y="973648"/>
                </a:lnTo>
                <a:close/>
                <a:moveTo>
                  <a:pt x="447401" y="787405"/>
                </a:moveTo>
                <a:lnTo>
                  <a:pt x="447844" y="789786"/>
                </a:lnTo>
                <a:lnTo>
                  <a:pt x="448115" y="787852"/>
                </a:lnTo>
                <a:close/>
                <a:moveTo>
                  <a:pt x="439616" y="804808"/>
                </a:moveTo>
                <a:lnTo>
                  <a:pt x="439501" y="809031"/>
                </a:lnTo>
                <a:lnTo>
                  <a:pt x="440285" y="809550"/>
                </a:lnTo>
                <a:lnTo>
                  <a:pt x="439871" y="804863"/>
                </a:lnTo>
                <a:close/>
                <a:moveTo>
                  <a:pt x="260389" y="1206115"/>
                </a:moveTo>
                <a:lnTo>
                  <a:pt x="270925" y="1221069"/>
                </a:lnTo>
                <a:lnTo>
                  <a:pt x="270492" y="1219181"/>
                </a:lnTo>
                <a:lnTo>
                  <a:pt x="263005" y="1208912"/>
                </a:lnTo>
                <a:close/>
                <a:moveTo>
                  <a:pt x="465025" y="747879"/>
                </a:moveTo>
                <a:lnTo>
                  <a:pt x="465153" y="748042"/>
                </a:lnTo>
                <a:lnTo>
                  <a:pt x="465140" y="747948"/>
                </a:lnTo>
                <a:close/>
                <a:moveTo>
                  <a:pt x="237676" y="1256949"/>
                </a:moveTo>
                <a:lnTo>
                  <a:pt x="238619" y="1258635"/>
                </a:lnTo>
                <a:lnTo>
                  <a:pt x="240519" y="1260303"/>
                </a:lnTo>
                <a:lnTo>
                  <a:pt x="237871" y="1257061"/>
                </a:lnTo>
                <a:close/>
                <a:moveTo>
                  <a:pt x="287136" y="1146096"/>
                </a:moveTo>
                <a:lnTo>
                  <a:pt x="287678" y="1147488"/>
                </a:lnTo>
                <a:lnTo>
                  <a:pt x="288904" y="1150061"/>
                </a:lnTo>
                <a:lnTo>
                  <a:pt x="290318" y="1151539"/>
                </a:lnTo>
                <a:lnTo>
                  <a:pt x="289609" y="1148067"/>
                </a:lnTo>
                <a:close/>
                <a:moveTo>
                  <a:pt x="559315" y="536471"/>
                </a:moveTo>
                <a:lnTo>
                  <a:pt x="559314" y="539353"/>
                </a:lnTo>
                <a:lnTo>
                  <a:pt x="559624" y="542223"/>
                </a:lnTo>
                <a:lnTo>
                  <a:pt x="561765" y="542971"/>
                </a:lnTo>
                <a:lnTo>
                  <a:pt x="562015" y="538497"/>
                </a:lnTo>
                <a:close/>
                <a:moveTo>
                  <a:pt x="270292" y="1183617"/>
                </a:moveTo>
                <a:lnTo>
                  <a:pt x="272325" y="1186681"/>
                </a:lnTo>
                <a:lnTo>
                  <a:pt x="272599" y="1186989"/>
                </a:lnTo>
                <a:lnTo>
                  <a:pt x="272520" y="1186779"/>
                </a:lnTo>
                <a:close/>
                <a:moveTo>
                  <a:pt x="448064" y="785471"/>
                </a:moveTo>
                <a:lnTo>
                  <a:pt x="448386" y="785916"/>
                </a:lnTo>
                <a:lnTo>
                  <a:pt x="448429" y="785601"/>
                </a:lnTo>
                <a:close/>
                <a:moveTo>
                  <a:pt x="308867" y="1096919"/>
                </a:moveTo>
                <a:lnTo>
                  <a:pt x="308745" y="1099287"/>
                </a:lnTo>
                <a:lnTo>
                  <a:pt x="309048" y="1099561"/>
                </a:lnTo>
                <a:close/>
                <a:moveTo>
                  <a:pt x="478145" y="717755"/>
                </a:moveTo>
                <a:lnTo>
                  <a:pt x="478195" y="719130"/>
                </a:lnTo>
                <a:lnTo>
                  <a:pt x="478374" y="721407"/>
                </a:lnTo>
                <a:lnTo>
                  <a:pt x="480126" y="722399"/>
                </a:lnTo>
                <a:close/>
                <a:moveTo>
                  <a:pt x="294683" y="1128538"/>
                </a:moveTo>
                <a:lnTo>
                  <a:pt x="294886" y="1128988"/>
                </a:lnTo>
                <a:lnTo>
                  <a:pt x="299781" y="1139457"/>
                </a:lnTo>
                <a:lnTo>
                  <a:pt x="302353" y="1141441"/>
                </a:lnTo>
                <a:lnTo>
                  <a:pt x="302270" y="1139257"/>
                </a:lnTo>
                <a:lnTo>
                  <a:pt x="296315" y="1129462"/>
                </a:lnTo>
                <a:close/>
                <a:moveTo>
                  <a:pt x="439640" y="803919"/>
                </a:moveTo>
                <a:lnTo>
                  <a:pt x="439630" y="804295"/>
                </a:lnTo>
                <a:lnTo>
                  <a:pt x="439830" y="804335"/>
                </a:lnTo>
                <a:lnTo>
                  <a:pt x="439816" y="804141"/>
                </a:lnTo>
                <a:close/>
                <a:moveTo>
                  <a:pt x="269290" y="1185342"/>
                </a:moveTo>
                <a:lnTo>
                  <a:pt x="269489" y="1186154"/>
                </a:lnTo>
                <a:lnTo>
                  <a:pt x="270329" y="1187435"/>
                </a:lnTo>
                <a:lnTo>
                  <a:pt x="271252" y="1188170"/>
                </a:lnTo>
                <a:close/>
                <a:moveTo>
                  <a:pt x="520176" y="623475"/>
                </a:moveTo>
                <a:lnTo>
                  <a:pt x="520161" y="623630"/>
                </a:lnTo>
                <a:lnTo>
                  <a:pt x="520202" y="623645"/>
                </a:lnTo>
                <a:close/>
                <a:moveTo>
                  <a:pt x="233527" y="1265325"/>
                </a:moveTo>
                <a:lnTo>
                  <a:pt x="234873" y="1269236"/>
                </a:lnTo>
                <a:lnTo>
                  <a:pt x="237305" y="1271431"/>
                </a:lnTo>
                <a:lnTo>
                  <a:pt x="235462" y="1267540"/>
                </a:lnTo>
                <a:lnTo>
                  <a:pt x="235035" y="1266538"/>
                </a:lnTo>
                <a:close/>
                <a:moveTo>
                  <a:pt x="539359" y="580493"/>
                </a:moveTo>
                <a:lnTo>
                  <a:pt x="539656" y="582667"/>
                </a:lnTo>
                <a:lnTo>
                  <a:pt x="541133" y="583879"/>
                </a:lnTo>
                <a:lnTo>
                  <a:pt x="541270" y="583459"/>
                </a:lnTo>
                <a:lnTo>
                  <a:pt x="540468" y="580926"/>
                </a:lnTo>
                <a:close/>
                <a:moveTo>
                  <a:pt x="372997" y="952955"/>
                </a:moveTo>
                <a:lnTo>
                  <a:pt x="373230" y="954844"/>
                </a:lnTo>
                <a:lnTo>
                  <a:pt x="374864" y="956625"/>
                </a:lnTo>
                <a:close/>
                <a:moveTo>
                  <a:pt x="236747" y="1257967"/>
                </a:moveTo>
                <a:lnTo>
                  <a:pt x="240322" y="1266413"/>
                </a:lnTo>
                <a:lnTo>
                  <a:pt x="242962" y="1271133"/>
                </a:lnTo>
                <a:lnTo>
                  <a:pt x="247104" y="1274462"/>
                </a:lnTo>
                <a:lnTo>
                  <a:pt x="239034" y="1260032"/>
                </a:lnTo>
                <a:close/>
                <a:moveTo>
                  <a:pt x="282461" y="1155549"/>
                </a:moveTo>
                <a:lnTo>
                  <a:pt x="283025" y="1158675"/>
                </a:lnTo>
                <a:lnTo>
                  <a:pt x="288533" y="1161105"/>
                </a:lnTo>
                <a:close/>
                <a:moveTo>
                  <a:pt x="436968" y="809468"/>
                </a:moveTo>
                <a:lnTo>
                  <a:pt x="436853" y="810434"/>
                </a:lnTo>
                <a:lnTo>
                  <a:pt x="437225" y="814561"/>
                </a:lnTo>
                <a:lnTo>
                  <a:pt x="438425" y="815541"/>
                </a:lnTo>
                <a:lnTo>
                  <a:pt x="438544" y="811175"/>
                </a:lnTo>
                <a:lnTo>
                  <a:pt x="438304" y="810354"/>
                </a:lnTo>
                <a:close/>
                <a:moveTo>
                  <a:pt x="478469" y="716387"/>
                </a:moveTo>
                <a:lnTo>
                  <a:pt x="481324" y="723078"/>
                </a:lnTo>
                <a:lnTo>
                  <a:pt x="483638" y="724388"/>
                </a:lnTo>
                <a:lnTo>
                  <a:pt x="483595" y="723894"/>
                </a:lnTo>
                <a:lnTo>
                  <a:pt x="482866" y="718476"/>
                </a:lnTo>
                <a:close/>
                <a:moveTo>
                  <a:pt x="549343" y="557575"/>
                </a:moveTo>
                <a:lnTo>
                  <a:pt x="549383" y="557938"/>
                </a:lnTo>
                <a:lnTo>
                  <a:pt x="549422" y="557613"/>
                </a:lnTo>
                <a:close/>
                <a:moveTo>
                  <a:pt x="365228" y="969826"/>
                </a:moveTo>
                <a:lnTo>
                  <a:pt x="365053" y="971314"/>
                </a:lnTo>
                <a:lnTo>
                  <a:pt x="365715" y="972530"/>
                </a:lnTo>
                <a:lnTo>
                  <a:pt x="365628" y="970283"/>
                </a:lnTo>
                <a:close/>
                <a:moveTo>
                  <a:pt x="553368" y="548502"/>
                </a:moveTo>
                <a:lnTo>
                  <a:pt x="552376" y="551414"/>
                </a:lnTo>
                <a:lnTo>
                  <a:pt x="552211" y="552775"/>
                </a:lnTo>
                <a:lnTo>
                  <a:pt x="552211" y="553175"/>
                </a:lnTo>
                <a:lnTo>
                  <a:pt x="552333" y="553291"/>
                </a:lnTo>
                <a:lnTo>
                  <a:pt x="553512" y="549833"/>
                </a:lnTo>
                <a:lnTo>
                  <a:pt x="553664" y="548808"/>
                </a:lnTo>
                <a:close/>
                <a:moveTo>
                  <a:pt x="630364" y="376025"/>
                </a:moveTo>
                <a:lnTo>
                  <a:pt x="629488" y="381884"/>
                </a:lnTo>
                <a:lnTo>
                  <a:pt x="628677" y="387857"/>
                </a:lnTo>
                <a:lnTo>
                  <a:pt x="634457" y="392678"/>
                </a:lnTo>
                <a:lnTo>
                  <a:pt x="632101" y="377030"/>
                </a:lnTo>
                <a:close/>
                <a:moveTo>
                  <a:pt x="461321" y="754518"/>
                </a:moveTo>
                <a:lnTo>
                  <a:pt x="461562" y="756019"/>
                </a:lnTo>
                <a:lnTo>
                  <a:pt x="461564" y="754633"/>
                </a:lnTo>
                <a:close/>
                <a:moveTo>
                  <a:pt x="363747" y="972994"/>
                </a:moveTo>
                <a:lnTo>
                  <a:pt x="363751" y="973080"/>
                </a:lnTo>
                <a:lnTo>
                  <a:pt x="363759" y="973009"/>
                </a:lnTo>
                <a:close/>
                <a:moveTo>
                  <a:pt x="604019" y="434969"/>
                </a:moveTo>
                <a:lnTo>
                  <a:pt x="603988" y="437681"/>
                </a:lnTo>
                <a:lnTo>
                  <a:pt x="604187" y="456228"/>
                </a:lnTo>
                <a:lnTo>
                  <a:pt x="607978" y="460154"/>
                </a:lnTo>
                <a:lnTo>
                  <a:pt x="608287" y="459241"/>
                </a:lnTo>
                <a:lnTo>
                  <a:pt x="608659" y="458998"/>
                </a:lnTo>
                <a:lnTo>
                  <a:pt x="608192" y="460376"/>
                </a:lnTo>
                <a:lnTo>
                  <a:pt x="609050" y="461265"/>
                </a:lnTo>
                <a:lnTo>
                  <a:pt x="609724" y="456529"/>
                </a:lnTo>
                <a:lnTo>
                  <a:pt x="606914" y="437873"/>
                </a:lnTo>
                <a:close/>
                <a:moveTo>
                  <a:pt x="253294" y="1220286"/>
                </a:moveTo>
                <a:lnTo>
                  <a:pt x="253697" y="1221194"/>
                </a:lnTo>
                <a:lnTo>
                  <a:pt x="255119" y="1221983"/>
                </a:lnTo>
                <a:close/>
                <a:moveTo>
                  <a:pt x="302426" y="1110222"/>
                </a:moveTo>
                <a:lnTo>
                  <a:pt x="302542" y="1110823"/>
                </a:lnTo>
                <a:lnTo>
                  <a:pt x="302569" y="1110314"/>
                </a:lnTo>
                <a:close/>
                <a:moveTo>
                  <a:pt x="248462" y="1230842"/>
                </a:moveTo>
                <a:lnTo>
                  <a:pt x="251016" y="1236993"/>
                </a:lnTo>
                <a:lnTo>
                  <a:pt x="255023" y="1246284"/>
                </a:lnTo>
                <a:lnTo>
                  <a:pt x="256987" y="1247442"/>
                </a:lnTo>
                <a:lnTo>
                  <a:pt x="255243" y="1241393"/>
                </a:lnTo>
                <a:lnTo>
                  <a:pt x="255144" y="1240989"/>
                </a:lnTo>
                <a:lnTo>
                  <a:pt x="251342" y="1235289"/>
                </a:lnTo>
                <a:close/>
                <a:moveTo>
                  <a:pt x="606067" y="430069"/>
                </a:moveTo>
                <a:lnTo>
                  <a:pt x="607139" y="437185"/>
                </a:lnTo>
                <a:lnTo>
                  <a:pt x="611923" y="441855"/>
                </a:lnTo>
                <a:lnTo>
                  <a:pt x="613219" y="433557"/>
                </a:lnTo>
                <a:close/>
                <a:moveTo>
                  <a:pt x="363729" y="972625"/>
                </a:moveTo>
                <a:lnTo>
                  <a:pt x="363737" y="972791"/>
                </a:lnTo>
                <a:lnTo>
                  <a:pt x="363779" y="972843"/>
                </a:lnTo>
                <a:lnTo>
                  <a:pt x="363793" y="972728"/>
                </a:lnTo>
                <a:close/>
                <a:moveTo>
                  <a:pt x="504667" y="657013"/>
                </a:moveTo>
                <a:lnTo>
                  <a:pt x="505018" y="659951"/>
                </a:lnTo>
                <a:lnTo>
                  <a:pt x="509419" y="660361"/>
                </a:lnTo>
                <a:lnTo>
                  <a:pt x="508950" y="659031"/>
                </a:lnTo>
                <a:close/>
                <a:moveTo>
                  <a:pt x="439682" y="802370"/>
                </a:moveTo>
                <a:lnTo>
                  <a:pt x="439656" y="803330"/>
                </a:lnTo>
                <a:lnTo>
                  <a:pt x="439765" y="803468"/>
                </a:lnTo>
                <a:close/>
                <a:moveTo>
                  <a:pt x="203456" y="1331073"/>
                </a:moveTo>
                <a:lnTo>
                  <a:pt x="204399" y="1333541"/>
                </a:lnTo>
                <a:lnTo>
                  <a:pt x="207233" y="1336501"/>
                </a:lnTo>
                <a:lnTo>
                  <a:pt x="220225" y="1346771"/>
                </a:lnTo>
                <a:lnTo>
                  <a:pt x="225243" y="1349728"/>
                </a:lnTo>
                <a:lnTo>
                  <a:pt x="221426" y="1346455"/>
                </a:lnTo>
                <a:lnTo>
                  <a:pt x="216339" y="1341791"/>
                </a:lnTo>
                <a:close/>
                <a:moveTo>
                  <a:pt x="439847" y="801653"/>
                </a:moveTo>
                <a:lnTo>
                  <a:pt x="440037" y="803815"/>
                </a:lnTo>
                <a:lnTo>
                  <a:pt x="440560" y="804481"/>
                </a:lnTo>
                <a:lnTo>
                  <a:pt x="441626" y="804693"/>
                </a:lnTo>
                <a:lnTo>
                  <a:pt x="441119" y="802633"/>
                </a:lnTo>
                <a:close/>
                <a:moveTo>
                  <a:pt x="500973" y="664636"/>
                </a:moveTo>
                <a:lnTo>
                  <a:pt x="500589" y="666601"/>
                </a:lnTo>
                <a:lnTo>
                  <a:pt x="502018" y="666855"/>
                </a:lnTo>
                <a:lnTo>
                  <a:pt x="501855" y="666071"/>
                </a:lnTo>
                <a:lnTo>
                  <a:pt x="502049" y="666862"/>
                </a:lnTo>
                <a:lnTo>
                  <a:pt x="503171" y="667062"/>
                </a:lnTo>
                <a:lnTo>
                  <a:pt x="503170" y="666308"/>
                </a:lnTo>
                <a:lnTo>
                  <a:pt x="501668" y="665164"/>
                </a:lnTo>
                <a:lnTo>
                  <a:pt x="501855" y="666071"/>
                </a:lnTo>
                <a:lnTo>
                  <a:pt x="501625" y="665131"/>
                </a:lnTo>
                <a:close/>
                <a:moveTo>
                  <a:pt x="539763" y="577625"/>
                </a:moveTo>
                <a:lnTo>
                  <a:pt x="540696" y="580572"/>
                </a:lnTo>
                <a:lnTo>
                  <a:pt x="542064" y="581105"/>
                </a:lnTo>
                <a:lnTo>
                  <a:pt x="542818" y="578890"/>
                </a:lnTo>
                <a:close/>
                <a:moveTo>
                  <a:pt x="555347" y="542597"/>
                </a:moveTo>
                <a:lnTo>
                  <a:pt x="555182" y="544374"/>
                </a:lnTo>
                <a:lnTo>
                  <a:pt x="555194" y="544387"/>
                </a:lnTo>
                <a:lnTo>
                  <a:pt x="555407" y="542618"/>
                </a:lnTo>
                <a:close/>
                <a:moveTo>
                  <a:pt x="244502" y="1238614"/>
                </a:moveTo>
                <a:lnTo>
                  <a:pt x="247110" y="1241616"/>
                </a:lnTo>
                <a:lnTo>
                  <a:pt x="248270" y="1242300"/>
                </a:lnTo>
                <a:close/>
                <a:moveTo>
                  <a:pt x="596977" y="449321"/>
                </a:moveTo>
                <a:lnTo>
                  <a:pt x="596808" y="455532"/>
                </a:lnTo>
                <a:lnTo>
                  <a:pt x="601144" y="459466"/>
                </a:lnTo>
                <a:lnTo>
                  <a:pt x="596806" y="455598"/>
                </a:lnTo>
                <a:lnTo>
                  <a:pt x="596529" y="465758"/>
                </a:lnTo>
                <a:lnTo>
                  <a:pt x="603838" y="468662"/>
                </a:lnTo>
                <a:lnTo>
                  <a:pt x="603765" y="461843"/>
                </a:lnTo>
                <a:lnTo>
                  <a:pt x="601144" y="459466"/>
                </a:lnTo>
                <a:lnTo>
                  <a:pt x="603764" y="461803"/>
                </a:lnTo>
                <a:lnTo>
                  <a:pt x="603705" y="456290"/>
                </a:lnTo>
                <a:close/>
                <a:moveTo>
                  <a:pt x="543166" y="569775"/>
                </a:moveTo>
                <a:lnTo>
                  <a:pt x="543876" y="572017"/>
                </a:lnTo>
                <a:lnTo>
                  <a:pt x="545010" y="572460"/>
                </a:lnTo>
                <a:lnTo>
                  <a:pt x="545314" y="571567"/>
                </a:lnTo>
                <a:close/>
                <a:moveTo>
                  <a:pt x="437281" y="806847"/>
                </a:moveTo>
                <a:lnTo>
                  <a:pt x="437202" y="807507"/>
                </a:lnTo>
                <a:lnTo>
                  <a:pt x="437538" y="807730"/>
                </a:lnTo>
                <a:close/>
                <a:moveTo>
                  <a:pt x="293832" y="1128055"/>
                </a:moveTo>
                <a:lnTo>
                  <a:pt x="297222" y="1136847"/>
                </a:lnTo>
                <a:lnTo>
                  <a:pt x="298353" y="1138356"/>
                </a:lnTo>
                <a:lnTo>
                  <a:pt x="299337" y="1139115"/>
                </a:lnTo>
                <a:lnTo>
                  <a:pt x="299120" y="1138650"/>
                </a:lnTo>
                <a:lnTo>
                  <a:pt x="294513" y="1128441"/>
                </a:lnTo>
                <a:close/>
                <a:moveTo>
                  <a:pt x="449597" y="779242"/>
                </a:moveTo>
                <a:lnTo>
                  <a:pt x="448973" y="783711"/>
                </a:lnTo>
                <a:lnTo>
                  <a:pt x="451233" y="784515"/>
                </a:lnTo>
                <a:lnTo>
                  <a:pt x="451246" y="784409"/>
                </a:lnTo>
                <a:lnTo>
                  <a:pt x="451132" y="783456"/>
                </a:lnTo>
                <a:close/>
                <a:moveTo>
                  <a:pt x="522915" y="615062"/>
                </a:moveTo>
                <a:lnTo>
                  <a:pt x="523613" y="615484"/>
                </a:lnTo>
                <a:lnTo>
                  <a:pt x="523595" y="615156"/>
                </a:lnTo>
                <a:close/>
                <a:moveTo>
                  <a:pt x="446969" y="785082"/>
                </a:moveTo>
                <a:lnTo>
                  <a:pt x="447321" y="786972"/>
                </a:lnTo>
                <a:lnTo>
                  <a:pt x="448164" y="787499"/>
                </a:lnTo>
                <a:lnTo>
                  <a:pt x="448339" y="786250"/>
                </a:lnTo>
                <a:lnTo>
                  <a:pt x="447701" y="785342"/>
                </a:lnTo>
                <a:close/>
                <a:moveTo>
                  <a:pt x="512762" y="637565"/>
                </a:moveTo>
                <a:lnTo>
                  <a:pt x="514090" y="641329"/>
                </a:lnTo>
                <a:lnTo>
                  <a:pt x="514097" y="641241"/>
                </a:lnTo>
                <a:lnTo>
                  <a:pt x="513734" y="638208"/>
                </a:lnTo>
                <a:close/>
                <a:moveTo>
                  <a:pt x="552799" y="547910"/>
                </a:moveTo>
                <a:lnTo>
                  <a:pt x="552484" y="550525"/>
                </a:lnTo>
                <a:lnTo>
                  <a:pt x="553223" y="548351"/>
                </a:lnTo>
                <a:close/>
                <a:moveTo>
                  <a:pt x="521897" y="617073"/>
                </a:moveTo>
                <a:lnTo>
                  <a:pt x="521807" y="617645"/>
                </a:lnTo>
                <a:lnTo>
                  <a:pt x="522779" y="621069"/>
                </a:lnTo>
                <a:lnTo>
                  <a:pt x="523938" y="621316"/>
                </a:lnTo>
                <a:lnTo>
                  <a:pt x="523724" y="617463"/>
                </a:lnTo>
                <a:close/>
                <a:moveTo>
                  <a:pt x="605898" y="428946"/>
                </a:moveTo>
                <a:lnTo>
                  <a:pt x="605939" y="429222"/>
                </a:lnTo>
                <a:lnTo>
                  <a:pt x="607586" y="429998"/>
                </a:lnTo>
                <a:close/>
                <a:moveTo>
                  <a:pt x="463011" y="748862"/>
                </a:moveTo>
                <a:lnTo>
                  <a:pt x="463119" y="750354"/>
                </a:lnTo>
                <a:lnTo>
                  <a:pt x="464801" y="751152"/>
                </a:lnTo>
                <a:close/>
                <a:moveTo>
                  <a:pt x="456066" y="764366"/>
                </a:moveTo>
                <a:lnTo>
                  <a:pt x="456059" y="764420"/>
                </a:lnTo>
                <a:lnTo>
                  <a:pt x="456635" y="765662"/>
                </a:lnTo>
                <a:lnTo>
                  <a:pt x="457616" y="766287"/>
                </a:lnTo>
                <a:lnTo>
                  <a:pt x="457230" y="764802"/>
                </a:lnTo>
                <a:close/>
                <a:moveTo>
                  <a:pt x="438123" y="804489"/>
                </a:moveTo>
                <a:lnTo>
                  <a:pt x="438675" y="806379"/>
                </a:lnTo>
                <a:lnTo>
                  <a:pt x="438723" y="804618"/>
                </a:lnTo>
                <a:close/>
                <a:moveTo>
                  <a:pt x="372878" y="950557"/>
                </a:moveTo>
                <a:lnTo>
                  <a:pt x="372889" y="950860"/>
                </a:lnTo>
                <a:lnTo>
                  <a:pt x="373116" y="951305"/>
                </a:lnTo>
                <a:lnTo>
                  <a:pt x="375357" y="954632"/>
                </a:lnTo>
                <a:lnTo>
                  <a:pt x="375322" y="954195"/>
                </a:lnTo>
                <a:lnTo>
                  <a:pt x="373248" y="951131"/>
                </a:lnTo>
                <a:close/>
                <a:moveTo>
                  <a:pt x="453760" y="769143"/>
                </a:moveTo>
                <a:lnTo>
                  <a:pt x="453214" y="773411"/>
                </a:lnTo>
                <a:lnTo>
                  <a:pt x="453444" y="775296"/>
                </a:lnTo>
                <a:lnTo>
                  <a:pt x="454245" y="776724"/>
                </a:lnTo>
                <a:lnTo>
                  <a:pt x="454350" y="776761"/>
                </a:lnTo>
                <a:lnTo>
                  <a:pt x="454962" y="771737"/>
                </a:lnTo>
                <a:close/>
                <a:moveTo>
                  <a:pt x="516438" y="628766"/>
                </a:moveTo>
                <a:lnTo>
                  <a:pt x="516160" y="631672"/>
                </a:lnTo>
                <a:lnTo>
                  <a:pt x="518258" y="634577"/>
                </a:lnTo>
                <a:lnTo>
                  <a:pt x="518485" y="632204"/>
                </a:lnTo>
                <a:lnTo>
                  <a:pt x="518214" y="629943"/>
                </a:lnTo>
                <a:close/>
                <a:moveTo>
                  <a:pt x="560582" y="529847"/>
                </a:moveTo>
                <a:lnTo>
                  <a:pt x="559534" y="532925"/>
                </a:lnTo>
                <a:lnTo>
                  <a:pt x="559315" y="534750"/>
                </a:lnTo>
                <a:lnTo>
                  <a:pt x="559314" y="535971"/>
                </a:lnTo>
                <a:lnTo>
                  <a:pt x="562042" y="538017"/>
                </a:lnTo>
                <a:lnTo>
                  <a:pt x="562385" y="531871"/>
                </a:lnTo>
                <a:lnTo>
                  <a:pt x="562138" y="531155"/>
                </a:lnTo>
                <a:close/>
                <a:moveTo>
                  <a:pt x="266914" y="1187330"/>
                </a:moveTo>
                <a:lnTo>
                  <a:pt x="274889" y="1211487"/>
                </a:lnTo>
                <a:lnTo>
                  <a:pt x="271687" y="1198333"/>
                </a:lnTo>
                <a:lnTo>
                  <a:pt x="269491" y="1188758"/>
                </a:lnTo>
                <a:close/>
                <a:moveTo>
                  <a:pt x="155210" y="1437389"/>
                </a:moveTo>
                <a:lnTo>
                  <a:pt x="160985" y="1447425"/>
                </a:lnTo>
                <a:lnTo>
                  <a:pt x="161116" y="1447530"/>
                </a:lnTo>
                <a:lnTo>
                  <a:pt x="176560" y="1458686"/>
                </a:lnTo>
                <a:lnTo>
                  <a:pt x="163010" y="1441726"/>
                </a:lnTo>
                <a:close/>
                <a:moveTo>
                  <a:pt x="456188" y="763429"/>
                </a:moveTo>
                <a:lnTo>
                  <a:pt x="456090" y="764178"/>
                </a:lnTo>
                <a:lnTo>
                  <a:pt x="457092" y="764554"/>
                </a:lnTo>
                <a:close/>
                <a:moveTo>
                  <a:pt x="353461" y="993377"/>
                </a:moveTo>
                <a:lnTo>
                  <a:pt x="357451" y="1002432"/>
                </a:lnTo>
                <a:lnTo>
                  <a:pt x="358034" y="1002971"/>
                </a:lnTo>
                <a:lnTo>
                  <a:pt x="356519" y="997423"/>
                </a:lnTo>
                <a:lnTo>
                  <a:pt x="355363" y="996098"/>
                </a:lnTo>
                <a:close/>
                <a:moveTo>
                  <a:pt x="561130" y="528239"/>
                </a:moveTo>
                <a:lnTo>
                  <a:pt x="560761" y="529324"/>
                </a:lnTo>
                <a:lnTo>
                  <a:pt x="561811" y="530212"/>
                </a:lnTo>
                <a:close/>
                <a:moveTo>
                  <a:pt x="522158" y="615406"/>
                </a:moveTo>
                <a:lnTo>
                  <a:pt x="521983" y="616523"/>
                </a:lnTo>
                <a:lnTo>
                  <a:pt x="523692" y="616887"/>
                </a:lnTo>
                <a:lnTo>
                  <a:pt x="523660" y="616312"/>
                </a:lnTo>
                <a:close/>
                <a:moveTo>
                  <a:pt x="503762" y="656587"/>
                </a:moveTo>
                <a:lnTo>
                  <a:pt x="503769" y="659833"/>
                </a:lnTo>
                <a:lnTo>
                  <a:pt x="504773" y="659927"/>
                </a:lnTo>
                <a:lnTo>
                  <a:pt x="504411" y="656893"/>
                </a:lnTo>
                <a:close/>
                <a:moveTo>
                  <a:pt x="501664" y="661108"/>
                </a:moveTo>
                <a:lnTo>
                  <a:pt x="501405" y="662429"/>
                </a:lnTo>
                <a:lnTo>
                  <a:pt x="503165" y="663769"/>
                </a:lnTo>
                <a:lnTo>
                  <a:pt x="503163" y="663150"/>
                </a:lnTo>
                <a:lnTo>
                  <a:pt x="503003" y="661232"/>
                </a:lnTo>
                <a:close/>
                <a:moveTo>
                  <a:pt x="220783" y="1289982"/>
                </a:moveTo>
                <a:lnTo>
                  <a:pt x="222495" y="1293168"/>
                </a:lnTo>
                <a:lnTo>
                  <a:pt x="231517" y="1298256"/>
                </a:lnTo>
                <a:lnTo>
                  <a:pt x="230342" y="1296068"/>
                </a:lnTo>
                <a:close/>
                <a:moveTo>
                  <a:pt x="332891" y="1038846"/>
                </a:moveTo>
                <a:lnTo>
                  <a:pt x="333739" y="1041920"/>
                </a:lnTo>
                <a:lnTo>
                  <a:pt x="337078" y="1051197"/>
                </a:lnTo>
                <a:lnTo>
                  <a:pt x="339192" y="1053965"/>
                </a:lnTo>
                <a:lnTo>
                  <a:pt x="337675" y="1047731"/>
                </a:lnTo>
                <a:lnTo>
                  <a:pt x="336037" y="1040589"/>
                </a:lnTo>
                <a:close/>
                <a:moveTo>
                  <a:pt x="235875" y="1255910"/>
                </a:moveTo>
                <a:lnTo>
                  <a:pt x="236089" y="1256413"/>
                </a:lnTo>
                <a:lnTo>
                  <a:pt x="237900" y="1258003"/>
                </a:lnTo>
                <a:lnTo>
                  <a:pt x="237135" y="1256637"/>
                </a:lnTo>
                <a:close/>
                <a:moveTo>
                  <a:pt x="539356" y="576342"/>
                </a:moveTo>
                <a:lnTo>
                  <a:pt x="539591" y="577084"/>
                </a:lnTo>
                <a:lnTo>
                  <a:pt x="542959" y="578478"/>
                </a:lnTo>
                <a:lnTo>
                  <a:pt x="543282" y="577531"/>
                </a:lnTo>
                <a:close/>
                <a:moveTo>
                  <a:pt x="538919" y="577277"/>
                </a:moveTo>
                <a:lnTo>
                  <a:pt x="539295" y="580025"/>
                </a:lnTo>
                <a:lnTo>
                  <a:pt x="540308" y="580420"/>
                </a:lnTo>
                <a:lnTo>
                  <a:pt x="539372" y="577464"/>
                </a:lnTo>
                <a:close/>
                <a:moveTo>
                  <a:pt x="631153" y="370743"/>
                </a:moveTo>
                <a:lnTo>
                  <a:pt x="630423" y="375631"/>
                </a:lnTo>
                <a:lnTo>
                  <a:pt x="632030" y="376560"/>
                </a:lnTo>
                <a:close/>
                <a:moveTo>
                  <a:pt x="497909" y="668946"/>
                </a:moveTo>
                <a:lnTo>
                  <a:pt x="498757" y="670611"/>
                </a:lnTo>
                <a:lnTo>
                  <a:pt x="498943" y="669659"/>
                </a:lnTo>
                <a:close/>
                <a:moveTo>
                  <a:pt x="254508" y="1213842"/>
                </a:moveTo>
                <a:lnTo>
                  <a:pt x="261819" y="1224806"/>
                </a:lnTo>
                <a:lnTo>
                  <a:pt x="262991" y="1226346"/>
                </a:lnTo>
                <a:lnTo>
                  <a:pt x="265380" y="1227671"/>
                </a:lnTo>
                <a:lnTo>
                  <a:pt x="265999" y="1228001"/>
                </a:lnTo>
                <a:lnTo>
                  <a:pt x="262492" y="1219760"/>
                </a:lnTo>
                <a:lnTo>
                  <a:pt x="258709" y="1216577"/>
                </a:lnTo>
                <a:close/>
                <a:moveTo>
                  <a:pt x="456416" y="761668"/>
                </a:moveTo>
                <a:lnTo>
                  <a:pt x="456287" y="762656"/>
                </a:lnTo>
                <a:lnTo>
                  <a:pt x="456856" y="763362"/>
                </a:lnTo>
                <a:close/>
                <a:moveTo>
                  <a:pt x="363577" y="969512"/>
                </a:moveTo>
                <a:lnTo>
                  <a:pt x="363680" y="971632"/>
                </a:lnTo>
                <a:lnTo>
                  <a:pt x="363883" y="971964"/>
                </a:lnTo>
                <a:lnTo>
                  <a:pt x="364063" y="970435"/>
                </a:lnTo>
                <a:close/>
                <a:moveTo>
                  <a:pt x="346289" y="1008145"/>
                </a:moveTo>
                <a:lnTo>
                  <a:pt x="346404" y="1009417"/>
                </a:lnTo>
                <a:lnTo>
                  <a:pt x="347064" y="1011389"/>
                </a:lnTo>
                <a:lnTo>
                  <a:pt x="347805" y="1012247"/>
                </a:lnTo>
                <a:close/>
                <a:moveTo>
                  <a:pt x="257516" y="1206900"/>
                </a:moveTo>
                <a:lnTo>
                  <a:pt x="257855" y="1207697"/>
                </a:lnTo>
                <a:lnTo>
                  <a:pt x="258437" y="1208346"/>
                </a:lnTo>
                <a:close/>
                <a:moveTo>
                  <a:pt x="548999" y="554179"/>
                </a:moveTo>
                <a:lnTo>
                  <a:pt x="549100" y="555349"/>
                </a:lnTo>
                <a:lnTo>
                  <a:pt x="549325" y="557415"/>
                </a:lnTo>
                <a:lnTo>
                  <a:pt x="549439" y="557469"/>
                </a:lnTo>
                <a:lnTo>
                  <a:pt x="549750" y="554890"/>
                </a:lnTo>
                <a:close/>
                <a:moveTo>
                  <a:pt x="459825" y="753807"/>
                </a:moveTo>
                <a:lnTo>
                  <a:pt x="461003" y="758556"/>
                </a:lnTo>
                <a:lnTo>
                  <a:pt x="461577" y="759462"/>
                </a:lnTo>
                <a:lnTo>
                  <a:pt x="461573" y="759399"/>
                </a:lnTo>
                <a:lnTo>
                  <a:pt x="460821" y="754280"/>
                </a:lnTo>
                <a:close/>
                <a:moveTo>
                  <a:pt x="275092" y="1167335"/>
                </a:moveTo>
                <a:lnTo>
                  <a:pt x="279129" y="1176218"/>
                </a:lnTo>
                <a:lnTo>
                  <a:pt x="282223" y="1182155"/>
                </a:lnTo>
                <a:lnTo>
                  <a:pt x="284619" y="1183902"/>
                </a:lnTo>
                <a:lnTo>
                  <a:pt x="283058" y="1181257"/>
                </a:lnTo>
                <a:close/>
                <a:moveTo>
                  <a:pt x="372799" y="948513"/>
                </a:moveTo>
                <a:lnTo>
                  <a:pt x="372859" y="950058"/>
                </a:lnTo>
                <a:lnTo>
                  <a:pt x="375281" y="953706"/>
                </a:lnTo>
                <a:lnTo>
                  <a:pt x="375235" y="953137"/>
                </a:lnTo>
                <a:close/>
                <a:moveTo>
                  <a:pt x="251421" y="1220281"/>
                </a:moveTo>
                <a:lnTo>
                  <a:pt x="251666" y="1221130"/>
                </a:lnTo>
                <a:lnTo>
                  <a:pt x="252728" y="1223336"/>
                </a:lnTo>
                <a:lnTo>
                  <a:pt x="256214" y="1227699"/>
                </a:lnTo>
                <a:lnTo>
                  <a:pt x="253416" y="1221387"/>
                </a:lnTo>
                <a:close/>
                <a:moveTo>
                  <a:pt x="559968" y="529331"/>
                </a:moveTo>
                <a:lnTo>
                  <a:pt x="559678" y="531733"/>
                </a:lnTo>
                <a:lnTo>
                  <a:pt x="560379" y="529676"/>
                </a:lnTo>
                <a:close/>
                <a:moveTo>
                  <a:pt x="252346" y="1218147"/>
                </a:moveTo>
                <a:lnTo>
                  <a:pt x="253008" y="1219640"/>
                </a:lnTo>
                <a:lnTo>
                  <a:pt x="254763" y="1221272"/>
                </a:lnTo>
                <a:close/>
                <a:moveTo>
                  <a:pt x="445295" y="786085"/>
                </a:moveTo>
                <a:lnTo>
                  <a:pt x="446725" y="791508"/>
                </a:lnTo>
                <a:lnTo>
                  <a:pt x="447554" y="791866"/>
                </a:lnTo>
                <a:lnTo>
                  <a:pt x="447645" y="791210"/>
                </a:lnTo>
                <a:lnTo>
                  <a:pt x="446877" y="787075"/>
                </a:lnTo>
                <a:close/>
                <a:moveTo>
                  <a:pt x="516679" y="626240"/>
                </a:moveTo>
                <a:lnTo>
                  <a:pt x="516627" y="626775"/>
                </a:lnTo>
                <a:lnTo>
                  <a:pt x="517177" y="627139"/>
                </a:lnTo>
                <a:close/>
                <a:moveTo>
                  <a:pt x="619376" y="396098"/>
                </a:moveTo>
                <a:lnTo>
                  <a:pt x="616519" y="414387"/>
                </a:lnTo>
                <a:lnTo>
                  <a:pt x="616539" y="414459"/>
                </a:lnTo>
                <a:lnTo>
                  <a:pt x="623872" y="419646"/>
                </a:lnTo>
                <a:lnTo>
                  <a:pt x="626122" y="403083"/>
                </a:lnTo>
                <a:close/>
                <a:moveTo>
                  <a:pt x="491412" y="682327"/>
                </a:moveTo>
                <a:lnTo>
                  <a:pt x="491687" y="689788"/>
                </a:lnTo>
                <a:lnTo>
                  <a:pt x="494711" y="691284"/>
                </a:lnTo>
                <a:lnTo>
                  <a:pt x="495833" y="685553"/>
                </a:lnTo>
                <a:close/>
                <a:moveTo>
                  <a:pt x="323623" y="1058026"/>
                </a:moveTo>
                <a:lnTo>
                  <a:pt x="324081" y="1063493"/>
                </a:lnTo>
                <a:lnTo>
                  <a:pt x="324234" y="1064732"/>
                </a:lnTo>
                <a:lnTo>
                  <a:pt x="327359" y="1071779"/>
                </a:lnTo>
                <a:lnTo>
                  <a:pt x="328313" y="1072778"/>
                </a:lnTo>
                <a:lnTo>
                  <a:pt x="328184" y="1071322"/>
                </a:lnTo>
                <a:lnTo>
                  <a:pt x="327929" y="1067903"/>
                </a:lnTo>
                <a:lnTo>
                  <a:pt x="326536" y="1062393"/>
                </a:lnTo>
                <a:close/>
                <a:moveTo>
                  <a:pt x="538766" y="576163"/>
                </a:moveTo>
                <a:lnTo>
                  <a:pt x="538850" y="576777"/>
                </a:lnTo>
                <a:lnTo>
                  <a:pt x="539199" y="576922"/>
                </a:lnTo>
                <a:lnTo>
                  <a:pt x="538980" y="576227"/>
                </a:lnTo>
                <a:close/>
                <a:moveTo>
                  <a:pt x="546016" y="559929"/>
                </a:moveTo>
                <a:lnTo>
                  <a:pt x="546172" y="565814"/>
                </a:lnTo>
                <a:lnTo>
                  <a:pt x="547004" y="566604"/>
                </a:lnTo>
                <a:lnTo>
                  <a:pt x="548975" y="560827"/>
                </a:lnTo>
                <a:close/>
                <a:moveTo>
                  <a:pt x="563331" y="521037"/>
                </a:moveTo>
                <a:lnTo>
                  <a:pt x="563091" y="526672"/>
                </a:lnTo>
                <a:lnTo>
                  <a:pt x="565346" y="533199"/>
                </a:lnTo>
                <a:lnTo>
                  <a:pt x="573280" y="539906"/>
                </a:lnTo>
                <a:lnTo>
                  <a:pt x="573163" y="534648"/>
                </a:lnTo>
                <a:lnTo>
                  <a:pt x="573072" y="524441"/>
                </a:lnTo>
                <a:close/>
                <a:moveTo>
                  <a:pt x="502943" y="656201"/>
                </a:moveTo>
                <a:lnTo>
                  <a:pt x="503154" y="658730"/>
                </a:lnTo>
                <a:lnTo>
                  <a:pt x="503149" y="656298"/>
                </a:lnTo>
                <a:close/>
                <a:moveTo>
                  <a:pt x="437896" y="801698"/>
                </a:moveTo>
                <a:lnTo>
                  <a:pt x="437725" y="803128"/>
                </a:lnTo>
                <a:lnTo>
                  <a:pt x="437969" y="803964"/>
                </a:lnTo>
                <a:lnTo>
                  <a:pt x="438736" y="804117"/>
                </a:lnTo>
                <a:lnTo>
                  <a:pt x="438772" y="802813"/>
                </a:lnTo>
                <a:close/>
                <a:moveTo>
                  <a:pt x="488250" y="688920"/>
                </a:moveTo>
                <a:lnTo>
                  <a:pt x="488852" y="690108"/>
                </a:lnTo>
                <a:lnTo>
                  <a:pt x="489838" y="690866"/>
                </a:lnTo>
                <a:lnTo>
                  <a:pt x="490748" y="691382"/>
                </a:lnTo>
                <a:lnTo>
                  <a:pt x="490685" y="690125"/>
                </a:lnTo>
                <a:close/>
                <a:moveTo>
                  <a:pt x="521294" y="614883"/>
                </a:moveTo>
                <a:lnTo>
                  <a:pt x="521200" y="615507"/>
                </a:lnTo>
                <a:lnTo>
                  <a:pt x="521457" y="616411"/>
                </a:lnTo>
                <a:lnTo>
                  <a:pt x="521587" y="616438"/>
                </a:lnTo>
                <a:lnTo>
                  <a:pt x="521800" y="615190"/>
                </a:lnTo>
                <a:close/>
                <a:moveTo>
                  <a:pt x="295380" y="1120624"/>
                </a:moveTo>
                <a:lnTo>
                  <a:pt x="299488" y="1126721"/>
                </a:lnTo>
                <a:lnTo>
                  <a:pt x="299445" y="1126541"/>
                </a:lnTo>
                <a:lnTo>
                  <a:pt x="296124" y="1121283"/>
                </a:lnTo>
                <a:close/>
                <a:moveTo>
                  <a:pt x="278412" y="1158451"/>
                </a:moveTo>
                <a:lnTo>
                  <a:pt x="282294" y="1170263"/>
                </a:lnTo>
                <a:lnTo>
                  <a:pt x="281080" y="1162675"/>
                </a:lnTo>
                <a:close/>
                <a:moveTo>
                  <a:pt x="363495" y="967849"/>
                </a:moveTo>
                <a:lnTo>
                  <a:pt x="363527" y="968519"/>
                </a:lnTo>
                <a:lnTo>
                  <a:pt x="364154" y="969667"/>
                </a:lnTo>
                <a:lnTo>
                  <a:pt x="364265" y="968727"/>
                </a:lnTo>
                <a:close/>
                <a:moveTo>
                  <a:pt x="619669" y="394216"/>
                </a:moveTo>
                <a:lnTo>
                  <a:pt x="619474" y="395465"/>
                </a:lnTo>
                <a:lnTo>
                  <a:pt x="620205" y="396203"/>
                </a:lnTo>
                <a:lnTo>
                  <a:pt x="626211" y="402424"/>
                </a:lnTo>
                <a:lnTo>
                  <a:pt x="626356" y="401355"/>
                </a:lnTo>
                <a:lnTo>
                  <a:pt x="626497" y="400417"/>
                </a:lnTo>
                <a:lnTo>
                  <a:pt x="625081" y="398607"/>
                </a:lnTo>
                <a:close/>
                <a:moveTo>
                  <a:pt x="604085" y="429103"/>
                </a:moveTo>
                <a:lnTo>
                  <a:pt x="604028" y="434149"/>
                </a:lnTo>
                <a:lnTo>
                  <a:pt x="606754" y="436810"/>
                </a:lnTo>
                <a:lnTo>
                  <a:pt x="605713" y="429897"/>
                </a:lnTo>
                <a:close/>
                <a:moveTo>
                  <a:pt x="502595" y="656353"/>
                </a:moveTo>
                <a:lnTo>
                  <a:pt x="501947" y="659663"/>
                </a:lnTo>
                <a:lnTo>
                  <a:pt x="502879" y="659750"/>
                </a:lnTo>
                <a:close/>
                <a:moveTo>
                  <a:pt x="476217" y="715318"/>
                </a:moveTo>
                <a:lnTo>
                  <a:pt x="476327" y="720248"/>
                </a:lnTo>
                <a:lnTo>
                  <a:pt x="476911" y="720578"/>
                </a:lnTo>
                <a:lnTo>
                  <a:pt x="476656" y="715526"/>
                </a:lnTo>
                <a:close/>
                <a:moveTo>
                  <a:pt x="486923" y="691305"/>
                </a:moveTo>
                <a:lnTo>
                  <a:pt x="491169" y="699655"/>
                </a:lnTo>
                <a:lnTo>
                  <a:pt x="490929" y="694929"/>
                </a:lnTo>
                <a:lnTo>
                  <a:pt x="490187" y="693462"/>
                </a:lnTo>
                <a:lnTo>
                  <a:pt x="488389" y="692135"/>
                </a:lnTo>
                <a:close/>
                <a:moveTo>
                  <a:pt x="631704" y="367064"/>
                </a:moveTo>
                <a:lnTo>
                  <a:pt x="631373" y="369275"/>
                </a:lnTo>
                <a:lnTo>
                  <a:pt x="632512" y="376839"/>
                </a:lnTo>
                <a:lnTo>
                  <a:pt x="640119" y="381239"/>
                </a:lnTo>
                <a:lnTo>
                  <a:pt x="640527" y="378626"/>
                </a:lnTo>
                <a:lnTo>
                  <a:pt x="640093" y="374603"/>
                </a:lnTo>
                <a:lnTo>
                  <a:pt x="636645" y="370006"/>
                </a:lnTo>
                <a:close/>
                <a:moveTo>
                  <a:pt x="326858" y="1049579"/>
                </a:moveTo>
                <a:lnTo>
                  <a:pt x="326999" y="1051175"/>
                </a:lnTo>
                <a:lnTo>
                  <a:pt x="329094" y="1053952"/>
                </a:lnTo>
                <a:close/>
                <a:moveTo>
                  <a:pt x="331895" y="1038293"/>
                </a:moveTo>
                <a:lnTo>
                  <a:pt x="332259" y="1039458"/>
                </a:lnTo>
                <a:lnTo>
                  <a:pt x="334713" y="1046741"/>
                </a:lnTo>
                <a:lnTo>
                  <a:pt x="333667" y="1042950"/>
                </a:lnTo>
                <a:lnTo>
                  <a:pt x="332015" y="1038360"/>
                </a:lnTo>
                <a:close/>
                <a:moveTo>
                  <a:pt x="553516" y="541955"/>
                </a:moveTo>
                <a:lnTo>
                  <a:pt x="553479" y="542264"/>
                </a:lnTo>
                <a:lnTo>
                  <a:pt x="553664" y="542800"/>
                </a:lnTo>
                <a:lnTo>
                  <a:pt x="554435" y="543600"/>
                </a:lnTo>
                <a:lnTo>
                  <a:pt x="554622" y="542341"/>
                </a:lnTo>
                <a:close/>
                <a:moveTo>
                  <a:pt x="374877" y="941933"/>
                </a:moveTo>
                <a:lnTo>
                  <a:pt x="375334" y="947524"/>
                </a:lnTo>
                <a:lnTo>
                  <a:pt x="376972" y="950634"/>
                </a:lnTo>
                <a:lnTo>
                  <a:pt x="378078" y="946366"/>
                </a:lnTo>
                <a:lnTo>
                  <a:pt x="376494" y="942019"/>
                </a:lnTo>
                <a:close/>
                <a:moveTo>
                  <a:pt x="297286" y="1115596"/>
                </a:moveTo>
                <a:lnTo>
                  <a:pt x="297470" y="1115997"/>
                </a:lnTo>
                <a:lnTo>
                  <a:pt x="301952" y="1122075"/>
                </a:lnTo>
                <a:lnTo>
                  <a:pt x="301999" y="1121190"/>
                </a:lnTo>
                <a:lnTo>
                  <a:pt x="300413" y="1118238"/>
                </a:lnTo>
                <a:close/>
                <a:moveTo>
                  <a:pt x="538620" y="575092"/>
                </a:moveTo>
                <a:lnTo>
                  <a:pt x="538726" y="575871"/>
                </a:lnTo>
                <a:lnTo>
                  <a:pt x="538881" y="575915"/>
                </a:lnTo>
                <a:close/>
                <a:moveTo>
                  <a:pt x="524847" y="605912"/>
                </a:moveTo>
                <a:lnTo>
                  <a:pt x="525713" y="615147"/>
                </a:lnTo>
                <a:lnTo>
                  <a:pt x="525934" y="615177"/>
                </a:lnTo>
                <a:lnTo>
                  <a:pt x="525286" y="606187"/>
                </a:lnTo>
                <a:close/>
                <a:moveTo>
                  <a:pt x="234825" y="1255304"/>
                </a:moveTo>
                <a:lnTo>
                  <a:pt x="235754" y="1256120"/>
                </a:lnTo>
                <a:lnTo>
                  <a:pt x="235605" y="1255754"/>
                </a:lnTo>
                <a:close/>
                <a:moveTo>
                  <a:pt x="352202" y="992392"/>
                </a:moveTo>
                <a:lnTo>
                  <a:pt x="352504" y="997227"/>
                </a:lnTo>
                <a:lnTo>
                  <a:pt x="355966" y="1000932"/>
                </a:lnTo>
                <a:close/>
                <a:moveTo>
                  <a:pt x="325087" y="1053083"/>
                </a:moveTo>
                <a:lnTo>
                  <a:pt x="327397" y="1060774"/>
                </a:lnTo>
                <a:lnTo>
                  <a:pt x="327147" y="1057443"/>
                </a:lnTo>
                <a:close/>
                <a:moveTo>
                  <a:pt x="438117" y="799851"/>
                </a:moveTo>
                <a:lnTo>
                  <a:pt x="437959" y="801169"/>
                </a:lnTo>
                <a:lnTo>
                  <a:pt x="438788" y="802224"/>
                </a:lnTo>
                <a:lnTo>
                  <a:pt x="438832" y="800614"/>
                </a:lnTo>
                <a:close/>
                <a:moveTo>
                  <a:pt x="560366" y="526026"/>
                </a:moveTo>
                <a:lnTo>
                  <a:pt x="560042" y="528716"/>
                </a:lnTo>
                <a:lnTo>
                  <a:pt x="560558" y="529152"/>
                </a:lnTo>
                <a:lnTo>
                  <a:pt x="560998" y="527858"/>
                </a:lnTo>
                <a:close/>
                <a:moveTo>
                  <a:pt x="194243" y="1345744"/>
                </a:moveTo>
                <a:lnTo>
                  <a:pt x="197237" y="1348724"/>
                </a:lnTo>
                <a:lnTo>
                  <a:pt x="204976" y="1356223"/>
                </a:lnTo>
                <a:lnTo>
                  <a:pt x="205237" y="1356411"/>
                </a:lnTo>
                <a:lnTo>
                  <a:pt x="212554" y="1361523"/>
                </a:lnTo>
                <a:lnTo>
                  <a:pt x="209120" y="1352533"/>
                </a:lnTo>
                <a:lnTo>
                  <a:pt x="207747" y="1351927"/>
                </a:lnTo>
                <a:close/>
                <a:moveTo>
                  <a:pt x="324613" y="1053820"/>
                </a:moveTo>
                <a:lnTo>
                  <a:pt x="326572" y="1061864"/>
                </a:lnTo>
                <a:lnTo>
                  <a:pt x="327403" y="1063109"/>
                </a:lnTo>
                <a:close/>
                <a:moveTo>
                  <a:pt x="321848" y="1059966"/>
                </a:moveTo>
                <a:lnTo>
                  <a:pt x="322227" y="1064611"/>
                </a:lnTo>
                <a:lnTo>
                  <a:pt x="322689" y="1066889"/>
                </a:lnTo>
                <a:lnTo>
                  <a:pt x="323847" y="1068102"/>
                </a:lnTo>
                <a:lnTo>
                  <a:pt x="323474" y="1063633"/>
                </a:lnTo>
                <a:close/>
                <a:moveTo>
                  <a:pt x="278478" y="1157027"/>
                </a:moveTo>
                <a:lnTo>
                  <a:pt x="280752" y="1160625"/>
                </a:lnTo>
                <a:lnTo>
                  <a:pt x="280309" y="1157864"/>
                </a:lnTo>
                <a:close/>
                <a:moveTo>
                  <a:pt x="452476" y="767359"/>
                </a:moveTo>
                <a:lnTo>
                  <a:pt x="452940" y="771168"/>
                </a:lnTo>
                <a:lnTo>
                  <a:pt x="453321" y="768193"/>
                </a:lnTo>
                <a:lnTo>
                  <a:pt x="453110" y="767737"/>
                </a:lnTo>
                <a:lnTo>
                  <a:pt x="452810" y="767492"/>
                </a:lnTo>
                <a:close/>
                <a:moveTo>
                  <a:pt x="604100" y="427825"/>
                </a:moveTo>
                <a:lnTo>
                  <a:pt x="604094" y="428353"/>
                </a:lnTo>
                <a:lnTo>
                  <a:pt x="605587" y="429057"/>
                </a:lnTo>
                <a:lnTo>
                  <a:pt x="605536" y="428720"/>
                </a:lnTo>
                <a:close/>
                <a:moveTo>
                  <a:pt x="532009" y="589239"/>
                </a:moveTo>
                <a:lnTo>
                  <a:pt x="534101" y="596323"/>
                </a:lnTo>
                <a:lnTo>
                  <a:pt x="536332" y="597922"/>
                </a:lnTo>
                <a:lnTo>
                  <a:pt x="536087" y="596793"/>
                </a:lnTo>
                <a:lnTo>
                  <a:pt x="535058" y="591737"/>
                </a:lnTo>
                <a:close/>
                <a:moveTo>
                  <a:pt x="329984" y="1041599"/>
                </a:moveTo>
                <a:lnTo>
                  <a:pt x="331313" y="1044429"/>
                </a:lnTo>
                <a:lnTo>
                  <a:pt x="335698" y="1050909"/>
                </a:lnTo>
                <a:lnTo>
                  <a:pt x="335476" y="1050200"/>
                </a:lnTo>
                <a:close/>
                <a:moveTo>
                  <a:pt x="533887" y="584995"/>
                </a:moveTo>
                <a:lnTo>
                  <a:pt x="534025" y="585627"/>
                </a:lnTo>
                <a:lnTo>
                  <a:pt x="537056" y="588112"/>
                </a:lnTo>
                <a:lnTo>
                  <a:pt x="537254" y="588210"/>
                </a:lnTo>
                <a:lnTo>
                  <a:pt x="537184" y="587698"/>
                </a:lnTo>
                <a:close/>
                <a:moveTo>
                  <a:pt x="619998" y="392115"/>
                </a:moveTo>
                <a:lnTo>
                  <a:pt x="619698" y="394031"/>
                </a:lnTo>
                <a:lnTo>
                  <a:pt x="624633" y="398037"/>
                </a:lnTo>
                <a:close/>
                <a:moveTo>
                  <a:pt x="444830" y="784320"/>
                </a:moveTo>
                <a:lnTo>
                  <a:pt x="445174" y="785626"/>
                </a:lnTo>
                <a:lnTo>
                  <a:pt x="446796" y="786643"/>
                </a:lnTo>
                <a:lnTo>
                  <a:pt x="446473" y="784905"/>
                </a:lnTo>
                <a:close/>
                <a:moveTo>
                  <a:pt x="347222" y="1002871"/>
                </a:moveTo>
                <a:lnTo>
                  <a:pt x="349291" y="1008469"/>
                </a:lnTo>
                <a:lnTo>
                  <a:pt x="349908" y="1008948"/>
                </a:lnTo>
                <a:close/>
                <a:moveTo>
                  <a:pt x="441734" y="791178"/>
                </a:moveTo>
                <a:lnTo>
                  <a:pt x="443686" y="794701"/>
                </a:lnTo>
                <a:lnTo>
                  <a:pt x="444188" y="795041"/>
                </a:lnTo>
                <a:lnTo>
                  <a:pt x="444343" y="793174"/>
                </a:lnTo>
                <a:lnTo>
                  <a:pt x="444563" y="792940"/>
                </a:lnTo>
                <a:lnTo>
                  <a:pt x="444376" y="795169"/>
                </a:lnTo>
                <a:lnTo>
                  <a:pt x="446859" y="796849"/>
                </a:lnTo>
                <a:lnTo>
                  <a:pt x="447052" y="795462"/>
                </a:lnTo>
                <a:lnTo>
                  <a:pt x="446813" y="794503"/>
                </a:lnTo>
                <a:lnTo>
                  <a:pt x="445687" y="792884"/>
                </a:lnTo>
                <a:close/>
                <a:moveTo>
                  <a:pt x="226106" y="1273956"/>
                </a:moveTo>
                <a:lnTo>
                  <a:pt x="227474" y="1276615"/>
                </a:lnTo>
                <a:lnTo>
                  <a:pt x="231592" y="1280718"/>
                </a:lnTo>
                <a:lnTo>
                  <a:pt x="231132" y="1279384"/>
                </a:lnTo>
                <a:lnTo>
                  <a:pt x="230280" y="1277724"/>
                </a:lnTo>
                <a:close/>
                <a:moveTo>
                  <a:pt x="523229" y="608583"/>
                </a:moveTo>
                <a:lnTo>
                  <a:pt x="522273" y="614674"/>
                </a:lnTo>
                <a:lnTo>
                  <a:pt x="523578" y="614853"/>
                </a:lnTo>
                <a:close/>
                <a:moveTo>
                  <a:pt x="503143" y="653544"/>
                </a:moveTo>
                <a:lnTo>
                  <a:pt x="502847" y="655057"/>
                </a:lnTo>
                <a:lnTo>
                  <a:pt x="502914" y="655855"/>
                </a:lnTo>
                <a:lnTo>
                  <a:pt x="503148" y="655965"/>
                </a:lnTo>
                <a:close/>
                <a:moveTo>
                  <a:pt x="536287" y="579295"/>
                </a:moveTo>
                <a:lnTo>
                  <a:pt x="536382" y="579982"/>
                </a:lnTo>
                <a:lnTo>
                  <a:pt x="539275" y="582355"/>
                </a:lnTo>
                <a:lnTo>
                  <a:pt x="539001" y="580354"/>
                </a:lnTo>
                <a:close/>
                <a:moveTo>
                  <a:pt x="491325" y="679970"/>
                </a:moveTo>
                <a:lnTo>
                  <a:pt x="491406" y="682157"/>
                </a:lnTo>
                <a:lnTo>
                  <a:pt x="495861" y="685407"/>
                </a:lnTo>
                <a:lnTo>
                  <a:pt x="496220" y="683579"/>
                </a:lnTo>
                <a:lnTo>
                  <a:pt x="495983" y="680404"/>
                </a:lnTo>
                <a:close/>
                <a:moveTo>
                  <a:pt x="454800" y="761705"/>
                </a:moveTo>
                <a:lnTo>
                  <a:pt x="455896" y="764073"/>
                </a:lnTo>
                <a:lnTo>
                  <a:pt x="456003" y="763201"/>
                </a:lnTo>
                <a:close/>
                <a:moveTo>
                  <a:pt x="556313" y="534219"/>
                </a:moveTo>
                <a:lnTo>
                  <a:pt x="555821" y="537533"/>
                </a:lnTo>
                <a:lnTo>
                  <a:pt x="555516" y="540787"/>
                </a:lnTo>
                <a:lnTo>
                  <a:pt x="555623" y="540824"/>
                </a:lnTo>
                <a:lnTo>
                  <a:pt x="556412" y="534293"/>
                </a:lnTo>
                <a:close/>
                <a:moveTo>
                  <a:pt x="274410" y="1165400"/>
                </a:moveTo>
                <a:lnTo>
                  <a:pt x="284564" y="1182604"/>
                </a:lnTo>
                <a:lnTo>
                  <a:pt x="283891" y="1179303"/>
                </a:lnTo>
                <a:lnTo>
                  <a:pt x="281334" y="1171527"/>
                </a:lnTo>
                <a:close/>
                <a:moveTo>
                  <a:pt x="524738" y="604748"/>
                </a:moveTo>
                <a:lnTo>
                  <a:pt x="524796" y="605368"/>
                </a:lnTo>
                <a:lnTo>
                  <a:pt x="525248" y="605650"/>
                </a:lnTo>
                <a:lnTo>
                  <a:pt x="525203" y="605040"/>
                </a:lnTo>
                <a:close/>
                <a:moveTo>
                  <a:pt x="462644" y="743743"/>
                </a:moveTo>
                <a:lnTo>
                  <a:pt x="462729" y="744942"/>
                </a:lnTo>
                <a:lnTo>
                  <a:pt x="464800" y="747591"/>
                </a:lnTo>
                <a:lnTo>
                  <a:pt x="465116" y="747772"/>
                </a:lnTo>
                <a:lnTo>
                  <a:pt x="464745" y="745012"/>
                </a:lnTo>
                <a:close/>
                <a:moveTo>
                  <a:pt x="222701" y="1281014"/>
                </a:moveTo>
                <a:lnTo>
                  <a:pt x="226090" y="1287321"/>
                </a:lnTo>
                <a:lnTo>
                  <a:pt x="233619" y="1292401"/>
                </a:lnTo>
                <a:lnTo>
                  <a:pt x="230228" y="1285808"/>
                </a:lnTo>
                <a:close/>
                <a:moveTo>
                  <a:pt x="503968" y="651179"/>
                </a:moveTo>
                <a:lnTo>
                  <a:pt x="504623" y="656659"/>
                </a:lnTo>
                <a:lnTo>
                  <a:pt x="508810" y="658631"/>
                </a:lnTo>
                <a:lnTo>
                  <a:pt x="506897" y="653206"/>
                </a:lnTo>
                <a:close/>
                <a:moveTo>
                  <a:pt x="632158" y="364026"/>
                </a:moveTo>
                <a:lnTo>
                  <a:pt x="631780" y="366548"/>
                </a:lnTo>
                <a:lnTo>
                  <a:pt x="635884" y="368993"/>
                </a:lnTo>
                <a:close/>
                <a:moveTo>
                  <a:pt x="517524" y="620708"/>
                </a:moveTo>
                <a:lnTo>
                  <a:pt x="517654" y="621789"/>
                </a:lnTo>
                <a:lnTo>
                  <a:pt x="518590" y="623083"/>
                </a:lnTo>
                <a:lnTo>
                  <a:pt x="519680" y="623463"/>
                </a:lnTo>
                <a:lnTo>
                  <a:pt x="519920" y="621857"/>
                </a:lnTo>
                <a:lnTo>
                  <a:pt x="519814" y="621198"/>
                </a:lnTo>
                <a:close/>
                <a:moveTo>
                  <a:pt x="630974" y="366628"/>
                </a:moveTo>
                <a:lnTo>
                  <a:pt x="631263" y="368546"/>
                </a:lnTo>
                <a:lnTo>
                  <a:pt x="631502" y="366943"/>
                </a:lnTo>
                <a:close/>
                <a:moveTo>
                  <a:pt x="172511" y="1393095"/>
                </a:moveTo>
                <a:lnTo>
                  <a:pt x="177302" y="1399094"/>
                </a:lnTo>
                <a:lnTo>
                  <a:pt x="175017" y="1394727"/>
                </a:lnTo>
                <a:close/>
                <a:moveTo>
                  <a:pt x="503751" y="651376"/>
                </a:moveTo>
                <a:lnTo>
                  <a:pt x="503761" y="656254"/>
                </a:lnTo>
                <a:lnTo>
                  <a:pt x="504367" y="656539"/>
                </a:lnTo>
                <a:close/>
                <a:moveTo>
                  <a:pt x="250737" y="1217909"/>
                </a:moveTo>
                <a:lnTo>
                  <a:pt x="251301" y="1219866"/>
                </a:lnTo>
                <a:lnTo>
                  <a:pt x="253211" y="1220924"/>
                </a:lnTo>
                <a:lnTo>
                  <a:pt x="252670" y="1219706"/>
                </a:lnTo>
                <a:close/>
                <a:moveTo>
                  <a:pt x="233939" y="1255433"/>
                </a:moveTo>
                <a:lnTo>
                  <a:pt x="239361" y="1268239"/>
                </a:lnTo>
                <a:lnTo>
                  <a:pt x="241341" y="1269830"/>
                </a:lnTo>
                <a:lnTo>
                  <a:pt x="239680" y="1265753"/>
                </a:lnTo>
                <a:lnTo>
                  <a:pt x="237785" y="1262366"/>
                </a:lnTo>
                <a:lnTo>
                  <a:pt x="237846" y="1261985"/>
                </a:lnTo>
                <a:lnTo>
                  <a:pt x="238945" y="1263950"/>
                </a:lnTo>
                <a:lnTo>
                  <a:pt x="236368" y="1257626"/>
                </a:lnTo>
                <a:close/>
                <a:moveTo>
                  <a:pt x="253293" y="1212021"/>
                </a:moveTo>
                <a:lnTo>
                  <a:pt x="253410" y="1212194"/>
                </a:lnTo>
                <a:lnTo>
                  <a:pt x="253804" y="1212450"/>
                </a:lnTo>
                <a:close/>
                <a:moveTo>
                  <a:pt x="252820" y="1213016"/>
                </a:moveTo>
                <a:lnTo>
                  <a:pt x="256302" y="1220556"/>
                </a:lnTo>
                <a:lnTo>
                  <a:pt x="259724" y="1224535"/>
                </a:lnTo>
                <a:lnTo>
                  <a:pt x="260425" y="1224924"/>
                </a:lnTo>
                <a:lnTo>
                  <a:pt x="255914" y="1217900"/>
                </a:lnTo>
                <a:lnTo>
                  <a:pt x="255930" y="1217724"/>
                </a:lnTo>
                <a:lnTo>
                  <a:pt x="260627" y="1225035"/>
                </a:lnTo>
                <a:lnTo>
                  <a:pt x="261934" y="1225760"/>
                </a:lnTo>
                <a:lnTo>
                  <a:pt x="259066" y="1221460"/>
                </a:lnTo>
                <a:close/>
                <a:moveTo>
                  <a:pt x="499391" y="660895"/>
                </a:moveTo>
                <a:lnTo>
                  <a:pt x="500493" y="661734"/>
                </a:lnTo>
                <a:lnTo>
                  <a:pt x="500626" y="661050"/>
                </a:lnTo>
                <a:lnTo>
                  <a:pt x="500616" y="661010"/>
                </a:lnTo>
                <a:close/>
                <a:moveTo>
                  <a:pt x="477827" y="709165"/>
                </a:moveTo>
                <a:lnTo>
                  <a:pt x="477947" y="712396"/>
                </a:lnTo>
                <a:lnTo>
                  <a:pt x="482328" y="714477"/>
                </a:lnTo>
                <a:lnTo>
                  <a:pt x="481767" y="710301"/>
                </a:lnTo>
                <a:close/>
                <a:moveTo>
                  <a:pt x="234809" y="1253312"/>
                </a:moveTo>
                <a:lnTo>
                  <a:pt x="235643" y="1255359"/>
                </a:lnTo>
                <a:lnTo>
                  <a:pt x="236774" y="1255990"/>
                </a:lnTo>
                <a:lnTo>
                  <a:pt x="236290" y="1255125"/>
                </a:lnTo>
                <a:close/>
                <a:moveTo>
                  <a:pt x="252855" y="1212766"/>
                </a:moveTo>
                <a:lnTo>
                  <a:pt x="257045" y="1218428"/>
                </a:lnTo>
                <a:lnTo>
                  <a:pt x="253586" y="1213242"/>
                </a:lnTo>
                <a:close/>
                <a:moveTo>
                  <a:pt x="211527" y="1305242"/>
                </a:moveTo>
                <a:lnTo>
                  <a:pt x="214761" y="1313712"/>
                </a:lnTo>
                <a:lnTo>
                  <a:pt x="228023" y="1334879"/>
                </a:lnTo>
                <a:lnTo>
                  <a:pt x="248308" y="1356553"/>
                </a:lnTo>
                <a:lnTo>
                  <a:pt x="223164" y="1325274"/>
                </a:lnTo>
                <a:lnTo>
                  <a:pt x="223159" y="1324829"/>
                </a:lnTo>
                <a:lnTo>
                  <a:pt x="242360" y="1348714"/>
                </a:lnTo>
                <a:lnTo>
                  <a:pt x="250354" y="1358389"/>
                </a:lnTo>
                <a:lnTo>
                  <a:pt x="251016" y="1358780"/>
                </a:lnTo>
                <a:lnTo>
                  <a:pt x="258944" y="1361992"/>
                </a:lnTo>
                <a:lnTo>
                  <a:pt x="232226" y="1333296"/>
                </a:lnTo>
                <a:lnTo>
                  <a:pt x="217639" y="1317199"/>
                </a:lnTo>
                <a:lnTo>
                  <a:pt x="217627" y="1317026"/>
                </a:lnTo>
                <a:lnTo>
                  <a:pt x="225700" y="1325934"/>
                </a:lnTo>
                <a:cubicBezTo>
                  <a:pt x="235020" y="1336164"/>
                  <a:pt x="244337" y="1346253"/>
                  <a:pt x="253649" y="1355952"/>
                </a:cubicBezTo>
                <a:lnTo>
                  <a:pt x="260291" y="1362538"/>
                </a:lnTo>
                <a:lnTo>
                  <a:pt x="260340" y="1362558"/>
                </a:lnTo>
                <a:lnTo>
                  <a:pt x="256926" y="1356771"/>
                </a:lnTo>
                <a:lnTo>
                  <a:pt x="250589" y="1352274"/>
                </a:lnTo>
                <a:lnTo>
                  <a:pt x="250526" y="1351957"/>
                </a:lnTo>
                <a:lnTo>
                  <a:pt x="256620" y="1356282"/>
                </a:lnTo>
                <a:lnTo>
                  <a:pt x="241730" y="1337268"/>
                </a:lnTo>
                <a:lnTo>
                  <a:pt x="236511" y="1334828"/>
                </a:lnTo>
                <a:lnTo>
                  <a:pt x="236439" y="1334686"/>
                </a:lnTo>
                <a:lnTo>
                  <a:pt x="241596" y="1337098"/>
                </a:lnTo>
                <a:lnTo>
                  <a:pt x="240877" y="1336180"/>
                </a:lnTo>
                <a:lnTo>
                  <a:pt x="239092" y="1334969"/>
                </a:lnTo>
                <a:lnTo>
                  <a:pt x="239004" y="1334692"/>
                </a:lnTo>
                <a:lnTo>
                  <a:pt x="240513" y="1335716"/>
                </a:lnTo>
                <a:lnTo>
                  <a:pt x="230069" y="1322381"/>
                </a:lnTo>
                <a:lnTo>
                  <a:pt x="221178" y="1310708"/>
                </a:lnTo>
                <a:close/>
                <a:moveTo>
                  <a:pt x="417456" y="844071"/>
                </a:moveTo>
                <a:lnTo>
                  <a:pt x="417316" y="844846"/>
                </a:lnTo>
                <a:lnTo>
                  <a:pt x="418395" y="847166"/>
                </a:lnTo>
                <a:lnTo>
                  <a:pt x="418644" y="847479"/>
                </a:lnTo>
                <a:lnTo>
                  <a:pt x="419858" y="848765"/>
                </a:lnTo>
                <a:lnTo>
                  <a:pt x="419911" y="847567"/>
                </a:lnTo>
                <a:close/>
                <a:moveTo>
                  <a:pt x="273865" y="1165465"/>
                </a:moveTo>
                <a:lnTo>
                  <a:pt x="274167" y="1166697"/>
                </a:lnTo>
                <a:lnTo>
                  <a:pt x="276179" y="1170558"/>
                </a:lnTo>
                <a:close/>
                <a:moveTo>
                  <a:pt x="460268" y="747972"/>
                </a:moveTo>
                <a:lnTo>
                  <a:pt x="460447" y="749085"/>
                </a:lnTo>
                <a:lnTo>
                  <a:pt x="460759" y="749233"/>
                </a:lnTo>
                <a:close/>
                <a:moveTo>
                  <a:pt x="327567" y="1045100"/>
                </a:moveTo>
                <a:lnTo>
                  <a:pt x="329154" y="1051638"/>
                </a:lnTo>
                <a:lnTo>
                  <a:pt x="329338" y="1052351"/>
                </a:lnTo>
                <a:lnTo>
                  <a:pt x="330990" y="1055583"/>
                </a:lnTo>
                <a:lnTo>
                  <a:pt x="332382" y="1056667"/>
                </a:lnTo>
                <a:lnTo>
                  <a:pt x="332402" y="1056619"/>
                </a:lnTo>
                <a:lnTo>
                  <a:pt x="332424" y="1056699"/>
                </a:lnTo>
                <a:lnTo>
                  <a:pt x="335211" y="1058870"/>
                </a:lnTo>
                <a:lnTo>
                  <a:pt x="334583" y="1057486"/>
                </a:lnTo>
                <a:lnTo>
                  <a:pt x="330257" y="1050362"/>
                </a:lnTo>
                <a:close/>
                <a:moveTo>
                  <a:pt x="457359" y="754389"/>
                </a:moveTo>
                <a:lnTo>
                  <a:pt x="456851" y="758302"/>
                </a:lnTo>
                <a:lnTo>
                  <a:pt x="458560" y="764877"/>
                </a:lnTo>
                <a:lnTo>
                  <a:pt x="458647" y="765135"/>
                </a:lnTo>
                <a:lnTo>
                  <a:pt x="459708" y="765532"/>
                </a:lnTo>
                <a:lnTo>
                  <a:pt x="458294" y="759838"/>
                </a:lnTo>
                <a:close/>
                <a:moveTo>
                  <a:pt x="290387" y="1128238"/>
                </a:moveTo>
                <a:lnTo>
                  <a:pt x="292724" y="1133912"/>
                </a:lnTo>
                <a:lnTo>
                  <a:pt x="296989" y="1137296"/>
                </a:lnTo>
                <a:lnTo>
                  <a:pt x="296788" y="1136786"/>
                </a:lnTo>
                <a:close/>
                <a:moveTo>
                  <a:pt x="545912" y="555963"/>
                </a:moveTo>
                <a:lnTo>
                  <a:pt x="546003" y="559416"/>
                </a:lnTo>
                <a:lnTo>
                  <a:pt x="549097" y="560309"/>
                </a:lnTo>
                <a:lnTo>
                  <a:pt x="549273" y="558847"/>
                </a:lnTo>
                <a:lnTo>
                  <a:pt x="549155" y="557483"/>
                </a:lnTo>
                <a:lnTo>
                  <a:pt x="549151" y="557482"/>
                </a:lnTo>
                <a:close/>
                <a:moveTo>
                  <a:pt x="345113" y="1005514"/>
                </a:moveTo>
                <a:lnTo>
                  <a:pt x="345140" y="1005641"/>
                </a:lnTo>
                <a:lnTo>
                  <a:pt x="345948" y="1008055"/>
                </a:lnTo>
                <a:lnTo>
                  <a:pt x="345868" y="1007004"/>
                </a:lnTo>
                <a:lnTo>
                  <a:pt x="345403" y="1005745"/>
                </a:lnTo>
                <a:close/>
                <a:moveTo>
                  <a:pt x="538313" y="572854"/>
                </a:moveTo>
                <a:lnTo>
                  <a:pt x="538361" y="573204"/>
                </a:lnTo>
                <a:lnTo>
                  <a:pt x="539254" y="576023"/>
                </a:lnTo>
                <a:lnTo>
                  <a:pt x="543389" y="577215"/>
                </a:lnTo>
                <a:lnTo>
                  <a:pt x="543783" y="576059"/>
                </a:lnTo>
                <a:close/>
                <a:moveTo>
                  <a:pt x="555695" y="533756"/>
                </a:moveTo>
                <a:lnTo>
                  <a:pt x="555575" y="535907"/>
                </a:lnTo>
                <a:lnTo>
                  <a:pt x="555873" y="533890"/>
                </a:lnTo>
                <a:close/>
                <a:moveTo>
                  <a:pt x="331261" y="1036265"/>
                </a:moveTo>
                <a:lnTo>
                  <a:pt x="331733" y="1037775"/>
                </a:lnTo>
                <a:lnTo>
                  <a:pt x="331821" y="1037823"/>
                </a:lnTo>
                <a:close/>
                <a:moveTo>
                  <a:pt x="411985" y="855232"/>
                </a:moveTo>
                <a:lnTo>
                  <a:pt x="411702" y="857668"/>
                </a:lnTo>
                <a:lnTo>
                  <a:pt x="412494" y="858204"/>
                </a:lnTo>
                <a:lnTo>
                  <a:pt x="412768" y="856687"/>
                </a:lnTo>
                <a:close/>
                <a:moveTo>
                  <a:pt x="586330" y="464801"/>
                </a:moveTo>
                <a:lnTo>
                  <a:pt x="587884" y="474486"/>
                </a:lnTo>
                <a:lnTo>
                  <a:pt x="594841" y="477763"/>
                </a:lnTo>
                <a:lnTo>
                  <a:pt x="591861" y="467270"/>
                </a:lnTo>
                <a:close/>
                <a:moveTo>
                  <a:pt x="516754" y="620544"/>
                </a:moveTo>
                <a:lnTo>
                  <a:pt x="516995" y="620879"/>
                </a:lnTo>
                <a:lnTo>
                  <a:pt x="517037" y="620605"/>
                </a:lnTo>
                <a:close/>
                <a:moveTo>
                  <a:pt x="249387" y="1219154"/>
                </a:moveTo>
                <a:lnTo>
                  <a:pt x="249958" y="1219868"/>
                </a:lnTo>
                <a:lnTo>
                  <a:pt x="249845" y="1219407"/>
                </a:lnTo>
                <a:close/>
                <a:moveTo>
                  <a:pt x="451322" y="766899"/>
                </a:moveTo>
                <a:lnTo>
                  <a:pt x="450806" y="770587"/>
                </a:lnTo>
                <a:lnTo>
                  <a:pt x="452547" y="773693"/>
                </a:lnTo>
                <a:lnTo>
                  <a:pt x="452013" y="767175"/>
                </a:lnTo>
                <a:close/>
                <a:moveTo>
                  <a:pt x="556897" y="530268"/>
                </a:moveTo>
                <a:lnTo>
                  <a:pt x="556378" y="533771"/>
                </a:lnTo>
                <a:lnTo>
                  <a:pt x="556466" y="533835"/>
                </a:lnTo>
                <a:close/>
                <a:moveTo>
                  <a:pt x="451400" y="766336"/>
                </a:moveTo>
                <a:lnTo>
                  <a:pt x="451343" y="766751"/>
                </a:lnTo>
                <a:lnTo>
                  <a:pt x="452000" y="767013"/>
                </a:lnTo>
                <a:lnTo>
                  <a:pt x="451984" y="766815"/>
                </a:lnTo>
                <a:close/>
                <a:moveTo>
                  <a:pt x="386057" y="912586"/>
                </a:moveTo>
                <a:lnTo>
                  <a:pt x="386191" y="914220"/>
                </a:lnTo>
                <a:lnTo>
                  <a:pt x="386370" y="914357"/>
                </a:lnTo>
                <a:lnTo>
                  <a:pt x="386631" y="913348"/>
                </a:lnTo>
                <a:close/>
                <a:moveTo>
                  <a:pt x="528830" y="592777"/>
                </a:moveTo>
                <a:lnTo>
                  <a:pt x="532630" y="600977"/>
                </a:lnTo>
                <a:lnTo>
                  <a:pt x="535234" y="601994"/>
                </a:lnTo>
                <a:lnTo>
                  <a:pt x="535254" y="601933"/>
                </a:lnTo>
                <a:lnTo>
                  <a:pt x="533587" y="596286"/>
                </a:lnTo>
                <a:close/>
                <a:moveTo>
                  <a:pt x="418044" y="840821"/>
                </a:moveTo>
                <a:lnTo>
                  <a:pt x="417519" y="843726"/>
                </a:lnTo>
                <a:lnTo>
                  <a:pt x="419934" y="847068"/>
                </a:lnTo>
                <a:lnTo>
                  <a:pt x="420055" y="844335"/>
                </a:lnTo>
                <a:close/>
                <a:moveTo>
                  <a:pt x="443097" y="784707"/>
                </a:moveTo>
                <a:lnTo>
                  <a:pt x="445844" y="790609"/>
                </a:lnTo>
                <a:lnTo>
                  <a:pt x="444611" y="785656"/>
                </a:lnTo>
                <a:close/>
                <a:moveTo>
                  <a:pt x="541450" y="564358"/>
                </a:moveTo>
                <a:lnTo>
                  <a:pt x="542964" y="569138"/>
                </a:lnTo>
                <a:lnTo>
                  <a:pt x="545438" y="571202"/>
                </a:lnTo>
                <a:lnTo>
                  <a:pt x="545669" y="570525"/>
                </a:lnTo>
                <a:lnTo>
                  <a:pt x="545633" y="568323"/>
                </a:lnTo>
                <a:close/>
                <a:moveTo>
                  <a:pt x="455277" y="757286"/>
                </a:moveTo>
                <a:lnTo>
                  <a:pt x="454823" y="760836"/>
                </a:lnTo>
                <a:lnTo>
                  <a:pt x="456098" y="762421"/>
                </a:lnTo>
                <a:lnTo>
                  <a:pt x="456262" y="761077"/>
                </a:lnTo>
                <a:close/>
                <a:moveTo>
                  <a:pt x="462611" y="740811"/>
                </a:moveTo>
                <a:lnTo>
                  <a:pt x="462608" y="743241"/>
                </a:lnTo>
                <a:lnTo>
                  <a:pt x="462622" y="743445"/>
                </a:lnTo>
                <a:lnTo>
                  <a:pt x="464697" y="744661"/>
                </a:lnTo>
                <a:lnTo>
                  <a:pt x="464409" y="742517"/>
                </a:lnTo>
                <a:close/>
                <a:moveTo>
                  <a:pt x="406229" y="866999"/>
                </a:moveTo>
                <a:lnTo>
                  <a:pt x="405954" y="869296"/>
                </a:lnTo>
                <a:lnTo>
                  <a:pt x="407259" y="870747"/>
                </a:lnTo>
                <a:lnTo>
                  <a:pt x="407346" y="868702"/>
                </a:lnTo>
                <a:close/>
                <a:moveTo>
                  <a:pt x="561063" y="520245"/>
                </a:moveTo>
                <a:lnTo>
                  <a:pt x="561014" y="520658"/>
                </a:lnTo>
                <a:lnTo>
                  <a:pt x="562732" y="525636"/>
                </a:lnTo>
                <a:lnTo>
                  <a:pt x="562996" y="520920"/>
                </a:lnTo>
                <a:close/>
                <a:moveTo>
                  <a:pt x="460424" y="745551"/>
                </a:moveTo>
                <a:lnTo>
                  <a:pt x="461573" y="748684"/>
                </a:lnTo>
                <a:lnTo>
                  <a:pt x="461575" y="747024"/>
                </a:lnTo>
                <a:close/>
                <a:moveTo>
                  <a:pt x="518127" y="616268"/>
                </a:moveTo>
                <a:lnTo>
                  <a:pt x="517573" y="619956"/>
                </a:lnTo>
                <a:lnTo>
                  <a:pt x="519690" y="620409"/>
                </a:lnTo>
                <a:lnTo>
                  <a:pt x="519068" y="616470"/>
                </a:lnTo>
                <a:close/>
                <a:moveTo>
                  <a:pt x="534866" y="578740"/>
                </a:moveTo>
                <a:lnTo>
                  <a:pt x="536097" y="579750"/>
                </a:lnTo>
                <a:lnTo>
                  <a:pt x="536021" y="579190"/>
                </a:lnTo>
                <a:close/>
                <a:moveTo>
                  <a:pt x="469003" y="726217"/>
                </a:moveTo>
                <a:lnTo>
                  <a:pt x="476037" y="734040"/>
                </a:lnTo>
                <a:lnTo>
                  <a:pt x="475989" y="728659"/>
                </a:lnTo>
                <a:close/>
                <a:moveTo>
                  <a:pt x="298288" y="1108434"/>
                </a:moveTo>
                <a:lnTo>
                  <a:pt x="302404" y="1112274"/>
                </a:lnTo>
                <a:lnTo>
                  <a:pt x="301946" y="1109916"/>
                </a:lnTo>
                <a:lnTo>
                  <a:pt x="301335" y="1109527"/>
                </a:lnTo>
                <a:close/>
                <a:moveTo>
                  <a:pt x="344820" y="1004168"/>
                </a:moveTo>
                <a:lnTo>
                  <a:pt x="345039" y="1005177"/>
                </a:lnTo>
                <a:lnTo>
                  <a:pt x="345254" y="1005344"/>
                </a:lnTo>
                <a:close/>
                <a:moveTo>
                  <a:pt x="246067" y="1225074"/>
                </a:moveTo>
                <a:lnTo>
                  <a:pt x="247962" y="1229635"/>
                </a:lnTo>
                <a:lnTo>
                  <a:pt x="254917" y="1240065"/>
                </a:lnTo>
                <a:lnTo>
                  <a:pt x="253085" y="1232602"/>
                </a:lnTo>
                <a:lnTo>
                  <a:pt x="252466" y="1231938"/>
                </a:lnTo>
                <a:lnTo>
                  <a:pt x="248078" y="1228770"/>
                </a:lnTo>
                <a:lnTo>
                  <a:pt x="248010" y="1228407"/>
                </a:lnTo>
                <a:lnTo>
                  <a:pt x="251575" y="1230983"/>
                </a:lnTo>
                <a:close/>
                <a:moveTo>
                  <a:pt x="504596" y="646118"/>
                </a:moveTo>
                <a:lnTo>
                  <a:pt x="504174" y="648277"/>
                </a:lnTo>
                <a:lnTo>
                  <a:pt x="505499" y="649193"/>
                </a:lnTo>
                <a:close/>
                <a:moveTo>
                  <a:pt x="372542" y="941809"/>
                </a:moveTo>
                <a:lnTo>
                  <a:pt x="372560" y="942256"/>
                </a:lnTo>
                <a:lnTo>
                  <a:pt x="374675" y="946271"/>
                </a:lnTo>
                <a:lnTo>
                  <a:pt x="374318" y="941903"/>
                </a:lnTo>
                <a:close/>
                <a:moveTo>
                  <a:pt x="320813" y="1057633"/>
                </a:moveTo>
                <a:lnTo>
                  <a:pt x="320976" y="1058433"/>
                </a:lnTo>
                <a:lnTo>
                  <a:pt x="320932" y="1057900"/>
                </a:lnTo>
                <a:close/>
                <a:moveTo>
                  <a:pt x="406348" y="866002"/>
                </a:moveTo>
                <a:lnTo>
                  <a:pt x="406281" y="866567"/>
                </a:lnTo>
                <a:lnTo>
                  <a:pt x="407262" y="868061"/>
                </a:lnTo>
                <a:lnTo>
                  <a:pt x="406891" y="866581"/>
                </a:lnTo>
                <a:close/>
                <a:moveTo>
                  <a:pt x="535836" y="576001"/>
                </a:moveTo>
                <a:lnTo>
                  <a:pt x="536223" y="578828"/>
                </a:lnTo>
                <a:lnTo>
                  <a:pt x="536329" y="578868"/>
                </a:lnTo>
                <a:lnTo>
                  <a:pt x="538937" y="579886"/>
                </a:lnTo>
                <a:lnTo>
                  <a:pt x="538561" y="577129"/>
                </a:lnTo>
                <a:close/>
                <a:moveTo>
                  <a:pt x="347579" y="997395"/>
                </a:moveTo>
                <a:lnTo>
                  <a:pt x="349108" y="1000759"/>
                </a:lnTo>
                <a:lnTo>
                  <a:pt x="348598" y="998262"/>
                </a:lnTo>
                <a:close/>
                <a:moveTo>
                  <a:pt x="346218" y="1000150"/>
                </a:moveTo>
                <a:lnTo>
                  <a:pt x="346676" y="1001392"/>
                </a:lnTo>
                <a:lnTo>
                  <a:pt x="346706" y="1001277"/>
                </a:lnTo>
                <a:lnTo>
                  <a:pt x="350194" y="1009168"/>
                </a:lnTo>
                <a:lnTo>
                  <a:pt x="350942" y="1009748"/>
                </a:lnTo>
                <a:lnTo>
                  <a:pt x="350739" y="1008751"/>
                </a:lnTo>
                <a:lnTo>
                  <a:pt x="347894" y="1003708"/>
                </a:lnTo>
                <a:close/>
                <a:moveTo>
                  <a:pt x="522831" y="604648"/>
                </a:moveTo>
                <a:lnTo>
                  <a:pt x="521404" y="614150"/>
                </a:lnTo>
                <a:lnTo>
                  <a:pt x="521924" y="614464"/>
                </a:lnTo>
                <a:lnTo>
                  <a:pt x="523155" y="607251"/>
                </a:lnTo>
                <a:lnTo>
                  <a:pt x="523017" y="604766"/>
                </a:lnTo>
                <a:close/>
                <a:moveTo>
                  <a:pt x="256188" y="1201625"/>
                </a:moveTo>
                <a:lnTo>
                  <a:pt x="256937" y="1202755"/>
                </a:lnTo>
                <a:lnTo>
                  <a:pt x="256250" y="1201691"/>
                </a:lnTo>
                <a:close/>
                <a:moveTo>
                  <a:pt x="518401" y="614441"/>
                </a:moveTo>
                <a:lnTo>
                  <a:pt x="518209" y="615717"/>
                </a:lnTo>
                <a:lnTo>
                  <a:pt x="518976" y="615881"/>
                </a:lnTo>
                <a:lnTo>
                  <a:pt x="518757" y="614491"/>
                </a:lnTo>
                <a:close/>
                <a:moveTo>
                  <a:pt x="502434" y="650120"/>
                </a:moveTo>
                <a:lnTo>
                  <a:pt x="502534" y="651306"/>
                </a:lnTo>
                <a:lnTo>
                  <a:pt x="502726" y="650322"/>
                </a:lnTo>
                <a:close/>
                <a:moveTo>
                  <a:pt x="461045" y="742787"/>
                </a:moveTo>
                <a:lnTo>
                  <a:pt x="461579" y="743468"/>
                </a:lnTo>
                <a:lnTo>
                  <a:pt x="461579" y="743099"/>
                </a:lnTo>
                <a:close/>
                <a:moveTo>
                  <a:pt x="374448" y="936680"/>
                </a:moveTo>
                <a:lnTo>
                  <a:pt x="374850" y="941606"/>
                </a:lnTo>
                <a:lnTo>
                  <a:pt x="376372" y="941687"/>
                </a:lnTo>
                <a:lnTo>
                  <a:pt x="375291" y="938713"/>
                </a:lnTo>
                <a:close/>
                <a:moveTo>
                  <a:pt x="172595" y="1388656"/>
                </a:moveTo>
                <a:lnTo>
                  <a:pt x="175458" y="1394127"/>
                </a:lnTo>
                <a:lnTo>
                  <a:pt x="179588" y="1396804"/>
                </a:lnTo>
                <a:lnTo>
                  <a:pt x="176620" y="1392067"/>
                </a:lnTo>
                <a:lnTo>
                  <a:pt x="175166" y="1391483"/>
                </a:lnTo>
                <a:lnTo>
                  <a:pt x="174982" y="1391079"/>
                </a:lnTo>
                <a:lnTo>
                  <a:pt x="175928" y="1391459"/>
                </a:lnTo>
                <a:close/>
                <a:moveTo>
                  <a:pt x="591413" y="450791"/>
                </a:moveTo>
                <a:lnTo>
                  <a:pt x="595553" y="465371"/>
                </a:lnTo>
                <a:lnTo>
                  <a:pt x="596011" y="465553"/>
                </a:lnTo>
                <a:lnTo>
                  <a:pt x="596294" y="455141"/>
                </a:lnTo>
                <a:close/>
                <a:moveTo>
                  <a:pt x="524495" y="600628"/>
                </a:moveTo>
                <a:lnTo>
                  <a:pt x="524402" y="601170"/>
                </a:lnTo>
                <a:lnTo>
                  <a:pt x="524700" y="604342"/>
                </a:lnTo>
                <a:lnTo>
                  <a:pt x="525175" y="604640"/>
                </a:lnTo>
                <a:lnTo>
                  <a:pt x="524915" y="601038"/>
                </a:lnTo>
                <a:close/>
                <a:moveTo>
                  <a:pt x="426894" y="819117"/>
                </a:moveTo>
                <a:lnTo>
                  <a:pt x="426980" y="821425"/>
                </a:lnTo>
                <a:lnTo>
                  <a:pt x="426995" y="821505"/>
                </a:lnTo>
                <a:lnTo>
                  <a:pt x="427211" y="819815"/>
                </a:lnTo>
                <a:lnTo>
                  <a:pt x="427196" y="819396"/>
                </a:lnTo>
                <a:close/>
                <a:moveTo>
                  <a:pt x="485599" y="687609"/>
                </a:moveTo>
                <a:lnTo>
                  <a:pt x="488260" y="689654"/>
                </a:lnTo>
                <a:lnTo>
                  <a:pt x="487769" y="688682"/>
                </a:lnTo>
                <a:close/>
                <a:moveTo>
                  <a:pt x="537964" y="570305"/>
                </a:moveTo>
                <a:lnTo>
                  <a:pt x="538273" y="572565"/>
                </a:lnTo>
                <a:lnTo>
                  <a:pt x="543858" y="575838"/>
                </a:lnTo>
                <a:lnTo>
                  <a:pt x="544259" y="574664"/>
                </a:lnTo>
                <a:lnTo>
                  <a:pt x="543570" y="572490"/>
                </a:lnTo>
                <a:close/>
                <a:moveTo>
                  <a:pt x="535732" y="575245"/>
                </a:moveTo>
                <a:lnTo>
                  <a:pt x="535768" y="575504"/>
                </a:lnTo>
                <a:lnTo>
                  <a:pt x="538493" y="576631"/>
                </a:lnTo>
                <a:lnTo>
                  <a:pt x="538415" y="576056"/>
                </a:lnTo>
                <a:close/>
                <a:moveTo>
                  <a:pt x="512878" y="626406"/>
                </a:moveTo>
                <a:lnTo>
                  <a:pt x="512982" y="627276"/>
                </a:lnTo>
                <a:lnTo>
                  <a:pt x="515511" y="630773"/>
                </a:lnTo>
                <a:lnTo>
                  <a:pt x="515868" y="628389"/>
                </a:lnTo>
                <a:close/>
                <a:moveTo>
                  <a:pt x="554604" y="532937"/>
                </a:moveTo>
                <a:lnTo>
                  <a:pt x="553732" y="540162"/>
                </a:lnTo>
                <a:lnTo>
                  <a:pt x="554885" y="540565"/>
                </a:lnTo>
                <a:lnTo>
                  <a:pt x="555175" y="538607"/>
                </a:lnTo>
                <a:lnTo>
                  <a:pt x="555456" y="533576"/>
                </a:lnTo>
                <a:close/>
                <a:moveTo>
                  <a:pt x="522962" y="603777"/>
                </a:moveTo>
                <a:lnTo>
                  <a:pt x="522901" y="604181"/>
                </a:lnTo>
                <a:lnTo>
                  <a:pt x="522987" y="604234"/>
                </a:lnTo>
                <a:close/>
                <a:moveTo>
                  <a:pt x="476088" y="708663"/>
                </a:moveTo>
                <a:lnTo>
                  <a:pt x="476101" y="710124"/>
                </a:lnTo>
                <a:lnTo>
                  <a:pt x="476117" y="710877"/>
                </a:lnTo>
                <a:lnTo>
                  <a:pt x="476461" y="711684"/>
                </a:lnTo>
                <a:lnTo>
                  <a:pt x="476312" y="708726"/>
                </a:lnTo>
                <a:close/>
                <a:moveTo>
                  <a:pt x="524597" y="600029"/>
                </a:moveTo>
                <a:lnTo>
                  <a:pt x="524552" y="600295"/>
                </a:lnTo>
                <a:lnTo>
                  <a:pt x="524885" y="600620"/>
                </a:lnTo>
                <a:lnTo>
                  <a:pt x="524850" y="600133"/>
                </a:lnTo>
                <a:close/>
                <a:moveTo>
                  <a:pt x="446368" y="775060"/>
                </a:moveTo>
                <a:lnTo>
                  <a:pt x="448737" y="783404"/>
                </a:lnTo>
                <a:lnTo>
                  <a:pt x="449396" y="778688"/>
                </a:lnTo>
                <a:lnTo>
                  <a:pt x="448324" y="775744"/>
                </a:lnTo>
                <a:close/>
                <a:moveTo>
                  <a:pt x="272704" y="1163891"/>
                </a:moveTo>
                <a:lnTo>
                  <a:pt x="272966" y="1164394"/>
                </a:lnTo>
                <a:lnTo>
                  <a:pt x="272881" y="1164048"/>
                </a:lnTo>
                <a:close/>
                <a:moveTo>
                  <a:pt x="249891" y="1214974"/>
                </a:moveTo>
                <a:lnTo>
                  <a:pt x="250588" y="1217390"/>
                </a:lnTo>
                <a:lnTo>
                  <a:pt x="252384" y="1219060"/>
                </a:lnTo>
                <a:lnTo>
                  <a:pt x="251487" y="1217037"/>
                </a:lnTo>
                <a:close/>
                <a:moveTo>
                  <a:pt x="251769" y="1210738"/>
                </a:moveTo>
                <a:lnTo>
                  <a:pt x="252027" y="1211298"/>
                </a:lnTo>
                <a:lnTo>
                  <a:pt x="252490" y="1211599"/>
                </a:lnTo>
                <a:lnTo>
                  <a:pt x="252105" y="1211022"/>
                </a:lnTo>
                <a:close/>
                <a:moveTo>
                  <a:pt x="518571" y="613315"/>
                </a:moveTo>
                <a:lnTo>
                  <a:pt x="518446" y="614147"/>
                </a:lnTo>
                <a:lnTo>
                  <a:pt x="518708" y="614184"/>
                </a:lnTo>
                <a:close/>
                <a:moveTo>
                  <a:pt x="321420" y="1054721"/>
                </a:moveTo>
                <a:lnTo>
                  <a:pt x="321786" y="1059211"/>
                </a:lnTo>
                <a:lnTo>
                  <a:pt x="323410" y="1062874"/>
                </a:lnTo>
                <a:lnTo>
                  <a:pt x="322916" y="1056966"/>
                </a:lnTo>
                <a:close/>
                <a:moveTo>
                  <a:pt x="442537" y="783504"/>
                </a:moveTo>
                <a:lnTo>
                  <a:pt x="442846" y="784169"/>
                </a:lnTo>
                <a:lnTo>
                  <a:pt x="444498" y="785203"/>
                </a:lnTo>
                <a:lnTo>
                  <a:pt x="444225" y="784105"/>
                </a:lnTo>
                <a:close/>
                <a:moveTo>
                  <a:pt x="459767" y="744861"/>
                </a:moveTo>
                <a:lnTo>
                  <a:pt x="459997" y="746290"/>
                </a:lnTo>
                <a:lnTo>
                  <a:pt x="461232" y="749457"/>
                </a:lnTo>
                <a:lnTo>
                  <a:pt x="461527" y="749598"/>
                </a:lnTo>
                <a:lnTo>
                  <a:pt x="459796" y="744877"/>
                </a:lnTo>
                <a:close/>
                <a:moveTo>
                  <a:pt x="477660" y="704618"/>
                </a:moveTo>
                <a:lnTo>
                  <a:pt x="477819" y="708922"/>
                </a:lnTo>
                <a:lnTo>
                  <a:pt x="481733" y="710052"/>
                </a:lnTo>
                <a:lnTo>
                  <a:pt x="481518" y="708459"/>
                </a:lnTo>
                <a:lnTo>
                  <a:pt x="481278" y="707662"/>
                </a:lnTo>
                <a:close/>
                <a:moveTo>
                  <a:pt x="524754" y="599111"/>
                </a:moveTo>
                <a:lnTo>
                  <a:pt x="524640" y="599777"/>
                </a:lnTo>
                <a:lnTo>
                  <a:pt x="524830" y="599854"/>
                </a:lnTo>
                <a:lnTo>
                  <a:pt x="524777" y="599121"/>
                </a:lnTo>
                <a:close/>
                <a:moveTo>
                  <a:pt x="510474" y="631075"/>
                </a:moveTo>
                <a:lnTo>
                  <a:pt x="511457" y="633862"/>
                </a:lnTo>
                <a:lnTo>
                  <a:pt x="512345" y="634451"/>
                </a:lnTo>
                <a:close/>
                <a:moveTo>
                  <a:pt x="418922" y="835975"/>
                </a:moveTo>
                <a:lnTo>
                  <a:pt x="418101" y="840512"/>
                </a:lnTo>
                <a:lnTo>
                  <a:pt x="420076" y="843860"/>
                </a:lnTo>
                <a:lnTo>
                  <a:pt x="420300" y="838836"/>
                </a:lnTo>
                <a:close/>
                <a:moveTo>
                  <a:pt x="585880" y="461994"/>
                </a:moveTo>
                <a:lnTo>
                  <a:pt x="586179" y="463857"/>
                </a:lnTo>
                <a:lnTo>
                  <a:pt x="589580" y="465216"/>
                </a:lnTo>
                <a:lnTo>
                  <a:pt x="591524" y="466084"/>
                </a:lnTo>
                <a:lnTo>
                  <a:pt x="590933" y="464001"/>
                </a:lnTo>
                <a:close/>
                <a:moveTo>
                  <a:pt x="524283" y="599901"/>
                </a:moveTo>
                <a:lnTo>
                  <a:pt x="524297" y="600047"/>
                </a:lnTo>
                <a:lnTo>
                  <a:pt x="524373" y="600121"/>
                </a:lnTo>
                <a:lnTo>
                  <a:pt x="524402" y="599950"/>
                </a:lnTo>
                <a:close/>
                <a:moveTo>
                  <a:pt x="563881" y="511136"/>
                </a:moveTo>
                <a:lnTo>
                  <a:pt x="563464" y="518579"/>
                </a:lnTo>
                <a:lnTo>
                  <a:pt x="573049" y="521930"/>
                </a:lnTo>
                <a:lnTo>
                  <a:pt x="573026" y="519293"/>
                </a:lnTo>
                <a:close/>
                <a:moveTo>
                  <a:pt x="199218" y="1327546"/>
                </a:moveTo>
                <a:lnTo>
                  <a:pt x="199889" y="1328359"/>
                </a:lnTo>
                <a:lnTo>
                  <a:pt x="199747" y="1327986"/>
                </a:lnTo>
                <a:close/>
                <a:moveTo>
                  <a:pt x="516962" y="616019"/>
                </a:moveTo>
                <a:lnTo>
                  <a:pt x="517300" y="618843"/>
                </a:lnTo>
                <a:lnTo>
                  <a:pt x="517700" y="616177"/>
                </a:lnTo>
                <a:close/>
                <a:moveTo>
                  <a:pt x="326324" y="1042885"/>
                </a:moveTo>
                <a:lnTo>
                  <a:pt x="326637" y="1047068"/>
                </a:lnTo>
                <a:lnTo>
                  <a:pt x="328890" y="1051475"/>
                </a:lnTo>
                <a:lnTo>
                  <a:pt x="327139" y="1044262"/>
                </a:lnTo>
                <a:lnTo>
                  <a:pt x="327112" y="1044211"/>
                </a:lnTo>
                <a:close/>
                <a:moveTo>
                  <a:pt x="322975" y="1050272"/>
                </a:moveTo>
                <a:lnTo>
                  <a:pt x="323568" y="1057360"/>
                </a:lnTo>
                <a:lnTo>
                  <a:pt x="326298" y="1061453"/>
                </a:lnTo>
                <a:lnTo>
                  <a:pt x="323608" y="1050807"/>
                </a:lnTo>
                <a:close/>
                <a:moveTo>
                  <a:pt x="537369" y="570071"/>
                </a:moveTo>
                <a:lnTo>
                  <a:pt x="537768" y="571331"/>
                </a:lnTo>
                <a:lnTo>
                  <a:pt x="537608" y="570165"/>
                </a:lnTo>
                <a:close/>
                <a:moveTo>
                  <a:pt x="157971" y="1419594"/>
                </a:moveTo>
                <a:lnTo>
                  <a:pt x="165023" y="1429126"/>
                </a:lnTo>
                <a:lnTo>
                  <a:pt x="185968" y="1442758"/>
                </a:lnTo>
                <a:lnTo>
                  <a:pt x="195807" y="1448942"/>
                </a:lnTo>
                <a:lnTo>
                  <a:pt x="187403" y="1442862"/>
                </a:lnTo>
                <a:lnTo>
                  <a:pt x="165819" y="1424705"/>
                </a:lnTo>
                <a:close/>
                <a:moveTo>
                  <a:pt x="462615" y="737429"/>
                </a:moveTo>
                <a:lnTo>
                  <a:pt x="462612" y="739115"/>
                </a:lnTo>
                <a:lnTo>
                  <a:pt x="464117" y="740347"/>
                </a:lnTo>
                <a:lnTo>
                  <a:pt x="463788" y="737906"/>
                </a:lnTo>
                <a:lnTo>
                  <a:pt x="463736" y="737828"/>
                </a:lnTo>
                <a:close/>
                <a:moveTo>
                  <a:pt x="419157" y="834679"/>
                </a:moveTo>
                <a:lnTo>
                  <a:pt x="419148" y="834727"/>
                </a:lnTo>
                <a:lnTo>
                  <a:pt x="419222" y="834872"/>
                </a:lnTo>
                <a:close/>
                <a:moveTo>
                  <a:pt x="545783" y="551130"/>
                </a:moveTo>
                <a:lnTo>
                  <a:pt x="545907" y="555813"/>
                </a:lnTo>
                <a:lnTo>
                  <a:pt x="549142" y="557329"/>
                </a:lnTo>
                <a:lnTo>
                  <a:pt x="548857" y="554043"/>
                </a:lnTo>
                <a:close/>
                <a:moveTo>
                  <a:pt x="459347" y="744624"/>
                </a:moveTo>
                <a:lnTo>
                  <a:pt x="459436" y="744848"/>
                </a:lnTo>
                <a:lnTo>
                  <a:pt x="459407" y="744657"/>
                </a:lnTo>
                <a:close/>
                <a:moveTo>
                  <a:pt x="385988" y="908830"/>
                </a:moveTo>
                <a:lnTo>
                  <a:pt x="385905" y="910717"/>
                </a:lnTo>
                <a:lnTo>
                  <a:pt x="386011" y="912015"/>
                </a:lnTo>
                <a:lnTo>
                  <a:pt x="386349" y="912465"/>
                </a:lnTo>
                <a:lnTo>
                  <a:pt x="386732" y="912958"/>
                </a:lnTo>
                <a:lnTo>
                  <a:pt x="386783" y="912757"/>
                </a:lnTo>
                <a:close/>
                <a:moveTo>
                  <a:pt x="331241" y="1031338"/>
                </a:moveTo>
                <a:lnTo>
                  <a:pt x="335353" y="1037607"/>
                </a:lnTo>
                <a:lnTo>
                  <a:pt x="335238" y="1037103"/>
                </a:lnTo>
                <a:close/>
                <a:moveTo>
                  <a:pt x="330975" y="1031903"/>
                </a:moveTo>
                <a:lnTo>
                  <a:pt x="332745" y="1038316"/>
                </a:lnTo>
                <a:lnTo>
                  <a:pt x="335902" y="1040001"/>
                </a:lnTo>
                <a:lnTo>
                  <a:pt x="335694" y="1039100"/>
                </a:lnTo>
                <a:close/>
                <a:moveTo>
                  <a:pt x="499482" y="654572"/>
                </a:moveTo>
                <a:lnTo>
                  <a:pt x="500505" y="659530"/>
                </a:lnTo>
                <a:lnTo>
                  <a:pt x="500917" y="659567"/>
                </a:lnTo>
                <a:lnTo>
                  <a:pt x="501691" y="655612"/>
                </a:lnTo>
                <a:close/>
                <a:moveTo>
                  <a:pt x="455956" y="751970"/>
                </a:moveTo>
                <a:lnTo>
                  <a:pt x="455709" y="753904"/>
                </a:lnTo>
                <a:lnTo>
                  <a:pt x="456681" y="757645"/>
                </a:lnTo>
                <a:lnTo>
                  <a:pt x="457195" y="753433"/>
                </a:lnTo>
                <a:lnTo>
                  <a:pt x="457125" y="753022"/>
                </a:lnTo>
                <a:lnTo>
                  <a:pt x="456692" y="752319"/>
                </a:lnTo>
                <a:close/>
                <a:moveTo>
                  <a:pt x="491075" y="673219"/>
                </a:moveTo>
                <a:lnTo>
                  <a:pt x="491252" y="677992"/>
                </a:lnTo>
                <a:lnTo>
                  <a:pt x="495582" y="678395"/>
                </a:lnTo>
                <a:lnTo>
                  <a:pt x="494967" y="677186"/>
                </a:lnTo>
                <a:lnTo>
                  <a:pt x="491392" y="673404"/>
                </a:lnTo>
                <a:close/>
                <a:moveTo>
                  <a:pt x="524187" y="598879"/>
                </a:moveTo>
                <a:lnTo>
                  <a:pt x="524257" y="599620"/>
                </a:lnTo>
                <a:lnTo>
                  <a:pt x="524446" y="599697"/>
                </a:lnTo>
                <a:lnTo>
                  <a:pt x="524559" y="599032"/>
                </a:lnTo>
                <a:close/>
                <a:moveTo>
                  <a:pt x="449477" y="766165"/>
                </a:moveTo>
                <a:lnTo>
                  <a:pt x="449629" y="767426"/>
                </a:lnTo>
                <a:lnTo>
                  <a:pt x="450597" y="770086"/>
                </a:lnTo>
                <a:lnTo>
                  <a:pt x="451057" y="766794"/>
                </a:lnTo>
                <a:close/>
                <a:moveTo>
                  <a:pt x="443536" y="779413"/>
                </a:moveTo>
                <a:lnTo>
                  <a:pt x="444224" y="782021"/>
                </a:lnTo>
                <a:lnTo>
                  <a:pt x="445749" y="782564"/>
                </a:lnTo>
                <a:close/>
                <a:moveTo>
                  <a:pt x="630186" y="361397"/>
                </a:moveTo>
                <a:lnTo>
                  <a:pt x="630881" y="366012"/>
                </a:lnTo>
                <a:lnTo>
                  <a:pt x="631580" y="366428"/>
                </a:lnTo>
                <a:lnTo>
                  <a:pt x="631976" y="363783"/>
                </a:lnTo>
                <a:close/>
                <a:moveTo>
                  <a:pt x="281661" y="1141735"/>
                </a:moveTo>
                <a:lnTo>
                  <a:pt x="284121" y="1144714"/>
                </a:lnTo>
                <a:lnTo>
                  <a:pt x="283562" y="1143249"/>
                </a:lnTo>
                <a:close/>
                <a:moveTo>
                  <a:pt x="475044" y="708361"/>
                </a:moveTo>
                <a:lnTo>
                  <a:pt x="475825" y="710190"/>
                </a:lnTo>
                <a:lnTo>
                  <a:pt x="475810" y="708581"/>
                </a:lnTo>
                <a:close/>
                <a:moveTo>
                  <a:pt x="511872" y="625740"/>
                </a:moveTo>
                <a:lnTo>
                  <a:pt x="512315" y="626353"/>
                </a:lnTo>
                <a:lnTo>
                  <a:pt x="512273" y="626007"/>
                </a:lnTo>
                <a:close/>
                <a:moveTo>
                  <a:pt x="524161" y="598002"/>
                </a:moveTo>
                <a:lnTo>
                  <a:pt x="524161" y="598506"/>
                </a:lnTo>
                <a:lnTo>
                  <a:pt x="524617" y="598693"/>
                </a:lnTo>
                <a:lnTo>
                  <a:pt x="524699" y="598213"/>
                </a:lnTo>
                <a:close/>
                <a:moveTo>
                  <a:pt x="264389" y="1179681"/>
                </a:moveTo>
                <a:lnTo>
                  <a:pt x="265742" y="1183781"/>
                </a:lnTo>
                <a:lnTo>
                  <a:pt x="264887" y="1183099"/>
                </a:lnTo>
                <a:lnTo>
                  <a:pt x="264926" y="1183370"/>
                </a:lnTo>
                <a:lnTo>
                  <a:pt x="265849" y="1184105"/>
                </a:lnTo>
                <a:lnTo>
                  <a:pt x="266658" y="1186555"/>
                </a:lnTo>
                <a:lnTo>
                  <a:pt x="269310" y="1187970"/>
                </a:lnTo>
                <a:lnTo>
                  <a:pt x="269033" y="1186762"/>
                </a:lnTo>
                <a:lnTo>
                  <a:pt x="268866" y="1186509"/>
                </a:lnTo>
                <a:lnTo>
                  <a:pt x="265849" y="1184105"/>
                </a:lnTo>
                <a:lnTo>
                  <a:pt x="265742" y="1183781"/>
                </a:lnTo>
                <a:lnTo>
                  <a:pt x="268539" y="1186009"/>
                </a:lnTo>
                <a:close/>
                <a:moveTo>
                  <a:pt x="449117" y="766021"/>
                </a:moveTo>
                <a:lnTo>
                  <a:pt x="449242" y="766366"/>
                </a:lnTo>
                <a:lnTo>
                  <a:pt x="449209" y="766059"/>
                </a:lnTo>
                <a:close/>
                <a:moveTo>
                  <a:pt x="290849" y="1120321"/>
                </a:moveTo>
                <a:lnTo>
                  <a:pt x="293725" y="1127779"/>
                </a:lnTo>
                <a:lnTo>
                  <a:pt x="294382" y="1128152"/>
                </a:lnTo>
                <a:close/>
                <a:moveTo>
                  <a:pt x="426776" y="815910"/>
                </a:moveTo>
                <a:lnTo>
                  <a:pt x="426810" y="816827"/>
                </a:lnTo>
                <a:lnTo>
                  <a:pt x="427113" y="817108"/>
                </a:lnTo>
                <a:lnTo>
                  <a:pt x="427094" y="816572"/>
                </a:lnTo>
                <a:lnTo>
                  <a:pt x="427033" y="816267"/>
                </a:lnTo>
                <a:close/>
                <a:moveTo>
                  <a:pt x="458998" y="743725"/>
                </a:moveTo>
                <a:lnTo>
                  <a:pt x="459286" y="744464"/>
                </a:lnTo>
                <a:lnTo>
                  <a:pt x="459387" y="744522"/>
                </a:lnTo>
                <a:lnTo>
                  <a:pt x="459334" y="744156"/>
                </a:lnTo>
                <a:close/>
                <a:moveTo>
                  <a:pt x="556124" y="526098"/>
                </a:moveTo>
                <a:lnTo>
                  <a:pt x="555721" y="533291"/>
                </a:lnTo>
                <a:lnTo>
                  <a:pt x="555938" y="533449"/>
                </a:lnTo>
                <a:lnTo>
                  <a:pt x="556927" y="526773"/>
                </a:lnTo>
                <a:close/>
                <a:moveTo>
                  <a:pt x="266627" y="1174308"/>
                </a:moveTo>
                <a:lnTo>
                  <a:pt x="269260" y="1178046"/>
                </a:lnTo>
                <a:lnTo>
                  <a:pt x="268714" y="1176582"/>
                </a:lnTo>
                <a:close/>
                <a:moveTo>
                  <a:pt x="217603" y="1284063"/>
                </a:moveTo>
                <a:lnTo>
                  <a:pt x="219514" y="1287619"/>
                </a:lnTo>
                <a:lnTo>
                  <a:pt x="229069" y="1293704"/>
                </a:lnTo>
                <a:lnTo>
                  <a:pt x="227065" y="1289971"/>
                </a:lnTo>
                <a:close/>
                <a:moveTo>
                  <a:pt x="516747" y="614214"/>
                </a:moveTo>
                <a:lnTo>
                  <a:pt x="516893" y="615436"/>
                </a:lnTo>
                <a:lnTo>
                  <a:pt x="517783" y="615626"/>
                </a:lnTo>
                <a:lnTo>
                  <a:pt x="517970" y="614382"/>
                </a:lnTo>
                <a:close/>
                <a:moveTo>
                  <a:pt x="458672" y="744240"/>
                </a:moveTo>
                <a:lnTo>
                  <a:pt x="458254" y="747476"/>
                </a:lnTo>
                <a:lnTo>
                  <a:pt x="458413" y="748119"/>
                </a:lnTo>
                <a:lnTo>
                  <a:pt x="460028" y="748886"/>
                </a:lnTo>
                <a:lnTo>
                  <a:pt x="459668" y="746434"/>
                </a:lnTo>
                <a:lnTo>
                  <a:pt x="458853" y="744342"/>
                </a:lnTo>
                <a:close/>
                <a:moveTo>
                  <a:pt x="503733" y="643175"/>
                </a:moveTo>
                <a:lnTo>
                  <a:pt x="503737" y="645150"/>
                </a:lnTo>
                <a:lnTo>
                  <a:pt x="503968" y="643974"/>
                </a:lnTo>
                <a:close/>
                <a:moveTo>
                  <a:pt x="458708" y="743969"/>
                </a:moveTo>
                <a:lnTo>
                  <a:pt x="458687" y="744125"/>
                </a:lnTo>
                <a:lnTo>
                  <a:pt x="458791" y="744184"/>
                </a:lnTo>
                <a:close/>
                <a:moveTo>
                  <a:pt x="322807" y="1048259"/>
                </a:moveTo>
                <a:lnTo>
                  <a:pt x="322892" y="1049274"/>
                </a:lnTo>
                <a:lnTo>
                  <a:pt x="323300" y="1049592"/>
                </a:lnTo>
                <a:lnTo>
                  <a:pt x="323144" y="1048972"/>
                </a:lnTo>
                <a:close/>
                <a:moveTo>
                  <a:pt x="445017" y="774588"/>
                </a:moveTo>
                <a:lnTo>
                  <a:pt x="446554" y="782850"/>
                </a:lnTo>
                <a:lnTo>
                  <a:pt x="448167" y="783424"/>
                </a:lnTo>
                <a:lnTo>
                  <a:pt x="445730" y="774837"/>
                </a:lnTo>
                <a:close/>
                <a:moveTo>
                  <a:pt x="449289" y="764606"/>
                </a:moveTo>
                <a:lnTo>
                  <a:pt x="449458" y="766000"/>
                </a:lnTo>
                <a:lnTo>
                  <a:pt x="451077" y="766646"/>
                </a:lnTo>
                <a:lnTo>
                  <a:pt x="451150" y="766132"/>
                </a:lnTo>
                <a:close/>
                <a:moveTo>
                  <a:pt x="455100" y="751563"/>
                </a:moveTo>
                <a:lnTo>
                  <a:pt x="455333" y="752457"/>
                </a:lnTo>
                <a:lnTo>
                  <a:pt x="455428" y="751718"/>
                </a:lnTo>
                <a:close/>
                <a:moveTo>
                  <a:pt x="425519" y="817653"/>
                </a:moveTo>
                <a:lnTo>
                  <a:pt x="426024" y="819494"/>
                </a:lnTo>
                <a:lnTo>
                  <a:pt x="426004" y="818172"/>
                </a:lnTo>
                <a:close/>
                <a:moveTo>
                  <a:pt x="564095" y="507295"/>
                </a:moveTo>
                <a:lnTo>
                  <a:pt x="563996" y="509063"/>
                </a:lnTo>
                <a:lnTo>
                  <a:pt x="573007" y="517100"/>
                </a:lnTo>
                <a:lnTo>
                  <a:pt x="572994" y="515672"/>
                </a:lnTo>
                <a:lnTo>
                  <a:pt x="565365" y="508262"/>
                </a:lnTo>
                <a:close/>
                <a:moveTo>
                  <a:pt x="440162" y="784734"/>
                </a:moveTo>
                <a:lnTo>
                  <a:pt x="440069" y="788171"/>
                </a:lnTo>
                <a:lnTo>
                  <a:pt x="440406" y="788780"/>
                </a:lnTo>
                <a:lnTo>
                  <a:pt x="443928" y="790300"/>
                </a:lnTo>
                <a:close/>
                <a:moveTo>
                  <a:pt x="426734" y="814762"/>
                </a:moveTo>
                <a:lnTo>
                  <a:pt x="426756" y="815363"/>
                </a:lnTo>
                <a:lnTo>
                  <a:pt x="426890" y="815551"/>
                </a:lnTo>
                <a:close/>
                <a:moveTo>
                  <a:pt x="255375" y="1198445"/>
                </a:moveTo>
                <a:lnTo>
                  <a:pt x="255944" y="1199807"/>
                </a:lnTo>
                <a:lnTo>
                  <a:pt x="256385" y="1200431"/>
                </a:lnTo>
                <a:lnTo>
                  <a:pt x="258347" y="1202521"/>
                </a:lnTo>
                <a:close/>
                <a:moveTo>
                  <a:pt x="425102" y="818345"/>
                </a:moveTo>
                <a:lnTo>
                  <a:pt x="425106" y="818402"/>
                </a:lnTo>
                <a:lnTo>
                  <a:pt x="426134" y="826824"/>
                </a:lnTo>
                <a:lnTo>
                  <a:pt x="426058" y="821798"/>
                </a:lnTo>
                <a:close/>
                <a:moveTo>
                  <a:pt x="495546" y="660537"/>
                </a:moveTo>
                <a:lnTo>
                  <a:pt x="497641" y="664676"/>
                </a:lnTo>
                <a:lnTo>
                  <a:pt x="499646" y="666062"/>
                </a:lnTo>
                <a:lnTo>
                  <a:pt x="500061" y="663940"/>
                </a:lnTo>
                <a:lnTo>
                  <a:pt x="495600" y="660543"/>
                </a:lnTo>
                <a:close/>
                <a:moveTo>
                  <a:pt x="548027" y="542960"/>
                </a:moveTo>
                <a:lnTo>
                  <a:pt x="548617" y="549768"/>
                </a:lnTo>
                <a:lnTo>
                  <a:pt x="550188" y="551258"/>
                </a:lnTo>
                <a:lnTo>
                  <a:pt x="550837" y="545876"/>
                </a:lnTo>
                <a:close/>
                <a:moveTo>
                  <a:pt x="440798" y="782886"/>
                </a:moveTo>
                <a:lnTo>
                  <a:pt x="442644" y="784042"/>
                </a:lnTo>
                <a:lnTo>
                  <a:pt x="442365" y="783443"/>
                </a:lnTo>
                <a:close/>
                <a:moveTo>
                  <a:pt x="283140" y="1135837"/>
                </a:moveTo>
                <a:lnTo>
                  <a:pt x="286859" y="1145385"/>
                </a:lnTo>
                <a:lnTo>
                  <a:pt x="289474" y="1147410"/>
                </a:lnTo>
                <a:lnTo>
                  <a:pt x="289201" y="1146073"/>
                </a:lnTo>
                <a:lnTo>
                  <a:pt x="285388" y="1139312"/>
                </a:lnTo>
                <a:lnTo>
                  <a:pt x="284427" y="1137275"/>
                </a:lnTo>
                <a:close/>
                <a:moveTo>
                  <a:pt x="223615" y="1269111"/>
                </a:moveTo>
                <a:lnTo>
                  <a:pt x="225230" y="1272253"/>
                </a:lnTo>
                <a:lnTo>
                  <a:pt x="229403" y="1276020"/>
                </a:lnTo>
                <a:lnTo>
                  <a:pt x="229008" y="1275253"/>
                </a:lnTo>
                <a:close/>
                <a:moveTo>
                  <a:pt x="378714" y="921767"/>
                </a:moveTo>
                <a:lnTo>
                  <a:pt x="381182" y="931038"/>
                </a:lnTo>
                <a:lnTo>
                  <a:pt x="381835" y="931860"/>
                </a:lnTo>
                <a:lnTo>
                  <a:pt x="381863" y="931752"/>
                </a:lnTo>
                <a:lnTo>
                  <a:pt x="382252" y="923028"/>
                </a:lnTo>
                <a:close/>
                <a:moveTo>
                  <a:pt x="423387" y="821537"/>
                </a:moveTo>
                <a:lnTo>
                  <a:pt x="423174" y="826351"/>
                </a:lnTo>
                <a:lnTo>
                  <a:pt x="423260" y="826588"/>
                </a:lnTo>
                <a:lnTo>
                  <a:pt x="425133" y="829931"/>
                </a:lnTo>
                <a:lnTo>
                  <a:pt x="425634" y="830195"/>
                </a:lnTo>
                <a:lnTo>
                  <a:pt x="425552" y="829186"/>
                </a:lnTo>
                <a:lnTo>
                  <a:pt x="424037" y="823921"/>
                </a:lnTo>
                <a:close/>
                <a:moveTo>
                  <a:pt x="477498" y="700244"/>
                </a:moveTo>
                <a:lnTo>
                  <a:pt x="477633" y="703904"/>
                </a:lnTo>
                <a:lnTo>
                  <a:pt x="480976" y="706660"/>
                </a:lnTo>
                <a:lnTo>
                  <a:pt x="479821" y="702827"/>
                </a:lnTo>
                <a:close/>
                <a:moveTo>
                  <a:pt x="524172" y="595704"/>
                </a:moveTo>
                <a:lnTo>
                  <a:pt x="524165" y="595753"/>
                </a:lnTo>
                <a:lnTo>
                  <a:pt x="524162" y="597672"/>
                </a:lnTo>
                <a:lnTo>
                  <a:pt x="524688" y="597877"/>
                </a:lnTo>
                <a:lnTo>
                  <a:pt x="524598" y="596624"/>
                </a:lnTo>
                <a:close/>
                <a:moveTo>
                  <a:pt x="555493" y="525568"/>
                </a:moveTo>
                <a:lnTo>
                  <a:pt x="554655" y="532514"/>
                </a:lnTo>
                <a:lnTo>
                  <a:pt x="555482" y="533116"/>
                </a:lnTo>
                <a:lnTo>
                  <a:pt x="555885" y="525897"/>
                </a:lnTo>
                <a:close/>
                <a:moveTo>
                  <a:pt x="345532" y="995654"/>
                </a:moveTo>
                <a:lnTo>
                  <a:pt x="348323" y="999863"/>
                </a:lnTo>
                <a:lnTo>
                  <a:pt x="346962" y="996871"/>
                </a:lnTo>
                <a:close/>
                <a:moveTo>
                  <a:pt x="520731" y="603334"/>
                </a:moveTo>
                <a:lnTo>
                  <a:pt x="521113" y="613896"/>
                </a:lnTo>
                <a:lnTo>
                  <a:pt x="522529" y="604460"/>
                </a:lnTo>
                <a:close/>
                <a:moveTo>
                  <a:pt x="476041" y="703377"/>
                </a:moveTo>
                <a:lnTo>
                  <a:pt x="476086" y="708422"/>
                </a:lnTo>
                <a:lnTo>
                  <a:pt x="476300" y="708483"/>
                </a:lnTo>
                <a:close/>
                <a:moveTo>
                  <a:pt x="349219" y="987313"/>
                </a:moveTo>
                <a:lnTo>
                  <a:pt x="349959" y="991410"/>
                </a:lnTo>
                <a:lnTo>
                  <a:pt x="349961" y="991416"/>
                </a:lnTo>
                <a:lnTo>
                  <a:pt x="349753" y="988076"/>
                </a:lnTo>
                <a:close/>
                <a:moveTo>
                  <a:pt x="533527" y="574576"/>
                </a:moveTo>
                <a:lnTo>
                  <a:pt x="535499" y="575393"/>
                </a:lnTo>
                <a:lnTo>
                  <a:pt x="535468" y="575164"/>
                </a:lnTo>
                <a:close/>
                <a:moveTo>
                  <a:pt x="495135" y="660500"/>
                </a:moveTo>
                <a:lnTo>
                  <a:pt x="495328" y="663076"/>
                </a:lnTo>
                <a:lnTo>
                  <a:pt x="497228" y="664390"/>
                </a:lnTo>
                <a:lnTo>
                  <a:pt x="495265" y="660511"/>
                </a:lnTo>
                <a:close/>
                <a:moveTo>
                  <a:pt x="440405" y="783021"/>
                </a:moveTo>
                <a:lnTo>
                  <a:pt x="440177" y="784179"/>
                </a:lnTo>
                <a:lnTo>
                  <a:pt x="440171" y="784418"/>
                </a:lnTo>
                <a:lnTo>
                  <a:pt x="444411" y="790509"/>
                </a:lnTo>
                <a:lnTo>
                  <a:pt x="445966" y="791180"/>
                </a:lnTo>
                <a:lnTo>
                  <a:pt x="442895" y="784581"/>
                </a:lnTo>
                <a:close/>
                <a:moveTo>
                  <a:pt x="189286" y="1345281"/>
                </a:moveTo>
                <a:lnTo>
                  <a:pt x="194088" y="1352665"/>
                </a:lnTo>
                <a:lnTo>
                  <a:pt x="216389" y="1371570"/>
                </a:lnTo>
                <a:lnTo>
                  <a:pt x="214212" y="1365863"/>
                </a:lnTo>
                <a:lnTo>
                  <a:pt x="211490" y="1363226"/>
                </a:lnTo>
                <a:lnTo>
                  <a:pt x="204347" y="1356116"/>
                </a:lnTo>
                <a:close/>
                <a:moveTo>
                  <a:pt x="507015" y="633755"/>
                </a:moveTo>
                <a:lnTo>
                  <a:pt x="504958" y="644265"/>
                </a:lnTo>
                <a:lnTo>
                  <a:pt x="507082" y="650288"/>
                </a:lnTo>
                <a:lnTo>
                  <a:pt x="512854" y="654279"/>
                </a:lnTo>
                <a:lnTo>
                  <a:pt x="512988" y="652880"/>
                </a:lnTo>
                <a:lnTo>
                  <a:pt x="512494" y="651008"/>
                </a:lnTo>
                <a:lnTo>
                  <a:pt x="512582" y="650807"/>
                </a:lnTo>
                <a:lnTo>
                  <a:pt x="511277" y="648152"/>
                </a:lnTo>
                <a:lnTo>
                  <a:pt x="511330" y="647899"/>
                </a:lnTo>
                <a:lnTo>
                  <a:pt x="512665" y="650615"/>
                </a:lnTo>
                <a:lnTo>
                  <a:pt x="512673" y="650598"/>
                </a:lnTo>
                <a:lnTo>
                  <a:pt x="512690" y="650665"/>
                </a:lnTo>
                <a:lnTo>
                  <a:pt x="513116" y="651532"/>
                </a:lnTo>
                <a:lnTo>
                  <a:pt x="513896" y="643349"/>
                </a:lnTo>
                <a:lnTo>
                  <a:pt x="512126" y="638326"/>
                </a:lnTo>
                <a:lnTo>
                  <a:pt x="511696" y="636858"/>
                </a:lnTo>
                <a:close/>
                <a:moveTo>
                  <a:pt x="512319" y="621736"/>
                </a:moveTo>
                <a:lnTo>
                  <a:pt x="512603" y="624108"/>
                </a:lnTo>
                <a:lnTo>
                  <a:pt x="516157" y="626463"/>
                </a:lnTo>
                <a:lnTo>
                  <a:pt x="516295" y="625547"/>
                </a:lnTo>
                <a:lnTo>
                  <a:pt x="514645" y="622569"/>
                </a:lnTo>
                <a:lnTo>
                  <a:pt x="514346" y="622440"/>
                </a:lnTo>
                <a:close/>
                <a:moveTo>
                  <a:pt x="562329" y="509753"/>
                </a:moveTo>
                <a:lnTo>
                  <a:pt x="561354" y="517841"/>
                </a:lnTo>
                <a:lnTo>
                  <a:pt x="563135" y="518464"/>
                </a:lnTo>
                <a:lnTo>
                  <a:pt x="563560" y="510851"/>
                </a:lnTo>
                <a:close/>
                <a:moveTo>
                  <a:pt x="226085" y="1262522"/>
                </a:moveTo>
                <a:lnTo>
                  <a:pt x="227981" y="1268035"/>
                </a:lnTo>
                <a:lnTo>
                  <a:pt x="236984" y="1277005"/>
                </a:lnTo>
                <a:lnTo>
                  <a:pt x="234667" y="1270273"/>
                </a:lnTo>
                <a:close/>
                <a:moveTo>
                  <a:pt x="389744" y="895883"/>
                </a:moveTo>
                <a:lnTo>
                  <a:pt x="390775" y="898965"/>
                </a:lnTo>
                <a:lnTo>
                  <a:pt x="390812" y="899037"/>
                </a:lnTo>
                <a:lnTo>
                  <a:pt x="391365" y="897253"/>
                </a:lnTo>
                <a:lnTo>
                  <a:pt x="391204" y="896577"/>
                </a:lnTo>
                <a:close/>
                <a:moveTo>
                  <a:pt x="345276" y="995436"/>
                </a:moveTo>
                <a:lnTo>
                  <a:pt x="345355" y="996461"/>
                </a:lnTo>
                <a:lnTo>
                  <a:pt x="349860" y="1004450"/>
                </a:lnTo>
                <a:lnTo>
                  <a:pt x="349416" y="1002268"/>
                </a:lnTo>
                <a:lnTo>
                  <a:pt x="348547" y="1000357"/>
                </a:lnTo>
                <a:lnTo>
                  <a:pt x="345294" y="995451"/>
                </a:lnTo>
                <a:close/>
                <a:moveTo>
                  <a:pt x="358910" y="964839"/>
                </a:moveTo>
                <a:lnTo>
                  <a:pt x="359185" y="965841"/>
                </a:lnTo>
                <a:lnTo>
                  <a:pt x="359179" y="965701"/>
                </a:lnTo>
                <a:lnTo>
                  <a:pt x="359035" y="965042"/>
                </a:lnTo>
                <a:close/>
                <a:moveTo>
                  <a:pt x="516478" y="611974"/>
                </a:moveTo>
                <a:lnTo>
                  <a:pt x="516710" y="613908"/>
                </a:lnTo>
                <a:lnTo>
                  <a:pt x="518014" y="614088"/>
                </a:lnTo>
                <a:lnTo>
                  <a:pt x="518177" y="613001"/>
                </a:lnTo>
                <a:close/>
                <a:moveTo>
                  <a:pt x="327211" y="1035697"/>
                </a:moveTo>
                <a:lnTo>
                  <a:pt x="328794" y="1039066"/>
                </a:lnTo>
                <a:lnTo>
                  <a:pt x="333803" y="1046909"/>
                </a:lnTo>
                <a:lnTo>
                  <a:pt x="334895" y="1048339"/>
                </a:lnTo>
                <a:lnTo>
                  <a:pt x="331725" y="1038199"/>
                </a:lnTo>
                <a:close/>
                <a:moveTo>
                  <a:pt x="429739" y="805936"/>
                </a:moveTo>
                <a:lnTo>
                  <a:pt x="429672" y="806462"/>
                </a:lnTo>
                <a:lnTo>
                  <a:pt x="429764" y="805995"/>
                </a:lnTo>
                <a:close/>
                <a:moveTo>
                  <a:pt x="520690" y="602213"/>
                </a:moveTo>
                <a:lnTo>
                  <a:pt x="520712" y="602809"/>
                </a:lnTo>
                <a:lnTo>
                  <a:pt x="522599" y="603991"/>
                </a:lnTo>
                <a:lnTo>
                  <a:pt x="522679" y="603458"/>
                </a:lnTo>
                <a:close/>
                <a:moveTo>
                  <a:pt x="392477" y="889294"/>
                </a:moveTo>
                <a:lnTo>
                  <a:pt x="392717" y="889673"/>
                </a:lnTo>
                <a:lnTo>
                  <a:pt x="392728" y="889578"/>
                </a:lnTo>
                <a:close/>
                <a:moveTo>
                  <a:pt x="319729" y="1052185"/>
                </a:moveTo>
                <a:lnTo>
                  <a:pt x="319763" y="1052453"/>
                </a:lnTo>
                <a:lnTo>
                  <a:pt x="320583" y="1056498"/>
                </a:lnTo>
                <a:lnTo>
                  <a:pt x="320870" y="1057145"/>
                </a:lnTo>
                <a:lnTo>
                  <a:pt x="320568" y="1053444"/>
                </a:lnTo>
                <a:close/>
                <a:moveTo>
                  <a:pt x="230183" y="1252626"/>
                </a:moveTo>
                <a:lnTo>
                  <a:pt x="235103" y="1263015"/>
                </a:lnTo>
                <a:lnTo>
                  <a:pt x="237516" y="1266757"/>
                </a:lnTo>
                <a:lnTo>
                  <a:pt x="238450" y="1267508"/>
                </a:lnTo>
                <a:lnTo>
                  <a:pt x="232967" y="1254556"/>
                </a:lnTo>
                <a:lnTo>
                  <a:pt x="231974" y="1253660"/>
                </a:lnTo>
                <a:close/>
                <a:moveTo>
                  <a:pt x="271219" y="1160569"/>
                </a:moveTo>
                <a:lnTo>
                  <a:pt x="271363" y="1160950"/>
                </a:lnTo>
                <a:lnTo>
                  <a:pt x="271516" y="1161087"/>
                </a:lnTo>
                <a:close/>
                <a:moveTo>
                  <a:pt x="529759" y="581610"/>
                </a:moveTo>
                <a:lnTo>
                  <a:pt x="529961" y="582295"/>
                </a:lnTo>
                <a:lnTo>
                  <a:pt x="533771" y="585419"/>
                </a:lnTo>
                <a:lnTo>
                  <a:pt x="533645" y="584796"/>
                </a:lnTo>
                <a:close/>
                <a:moveTo>
                  <a:pt x="345799" y="993480"/>
                </a:moveTo>
                <a:lnTo>
                  <a:pt x="347307" y="996797"/>
                </a:lnTo>
                <a:lnTo>
                  <a:pt x="348508" y="997819"/>
                </a:lnTo>
                <a:lnTo>
                  <a:pt x="348149" y="996062"/>
                </a:lnTo>
                <a:close/>
                <a:moveTo>
                  <a:pt x="537213" y="564811"/>
                </a:moveTo>
                <a:lnTo>
                  <a:pt x="537879" y="569679"/>
                </a:lnTo>
                <a:lnTo>
                  <a:pt x="538022" y="569734"/>
                </a:lnTo>
                <a:lnTo>
                  <a:pt x="543356" y="571814"/>
                </a:lnTo>
                <a:lnTo>
                  <a:pt x="542546" y="569258"/>
                </a:lnTo>
                <a:close/>
                <a:moveTo>
                  <a:pt x="372249" y="934184"/>
                </a:moveTo>
                <a:lnTo>
                  <a:pt x="372529" y="941483"/>
                </a:lnTo>
                <a:lnTo>
                  <a:pt x="374291" y="941578"/>
                </a:lnTo>
                <a:lnTo>
                  <a:pt x="373793" y="935488"/>
                </a:lnTo>
                <a:close/>
                <a:moveTo>
                  <a:pt x="294949" y="1107236"/>
                </a:moveTo>
                <a:lnTo>
                  <a:pt x="300860" y="1118236"/>
                </a:lnTo>
                <a:lnTo>
                  <a:pt x="302099" y="1119284"/>
                </a:lnTo>
                <a:lnTo>
                  <a:pt x="302417" y="1113208"/>
                </a:lnTo>
                <a:lnTo>
                  <a:pt x="296684" y="1107859"/>
                </a:lnTo>
                <a:close/>
                <a:moveTo>
                  <a:pt x="522316" y="598112"/>
                </a:moveTo>
                <a:lnTo>
                  <a:pt x="522666" y="598454"/>
                </a:lnTo>
                <a:lnTo>
                  <a:pt x="522654" y="598252"/>
                </a:lnTo>
                <a:close/>
                <a:moveTo>
                  <a:pt x="440928" y="780354"/>
                </a:moveTo>
                <a:lnTo>
                  <a:pt x="440837" y="780816"/>
                </a:lnTo>
                <a:lnTo>
                  <a:pt x="441203" y="780945"/>
                </a:lnTo>
                <a:close/>
                <a:moveTo>
                  <a:pt x="448309" y="763802"/>
                </a:moveTo>
                <a:lnTo>
                  <a:pt x="449050" y="765838"/>
                </a:lnTo>
                <a:lnTo>
                  <a:pt x="449194" y="765896"/>
                </a:lnTo>
                <a:lnTo>
                  <a:pt x="449035" y="764397"/>
                </a:lnTo>
                <a:close/>
                <a:moveTo>
                  <a:pt x="520125" y="602954"/>
                </a:moveTo>
                <a:lnTo>
                  <a:pt x="519651" y="606113"/>
                </a:lnTo>
                <a:lnTo>
                  <a:pt x="520721" y="612887"/>
                </a:lnTo>
                <a:lnTo>
                  <a:pt x="520366" y="603105"/>
                </a:lnTo>
                <a:close/>
                <a:moveTo>
                  <a:pt x="425636" y="814525"/>
                </a:moveTo>
                <a:lnTo>
                  <a:pt x="425926" y="816010"/>
                </a:lnTo>
                <a:lnTo>
                  <a:pt x="425973" y="816053"/>
                </a:lnTo>
                <a:lnTo>
                  <a:pt x="425955" y="814896"/>
                </a:lnTo>
                <a:close/>
                <a:moveTo>
                  <a:pt x="245785" y="1217157"/>
                </a:moveTo>
                <a:lnTo>
                  <a:pt x="246773" y="1219044"/>
                </a:lnTo>
                <a:lnTo>
                  <a:pt x="246885" y="1219240"/>
                </a:lnTo>
                <a:lnTo>
                  <a:pt x="251186" y="1224870"/>
                </a:lnTo>
                <a:lnTo>
                  <a:pt x="250339" y="1221418"/>
                </a:lnTo>
                <a:lnTo>
                  <a:pt x="247848" y="1218300"/>
                </a:lnTo>
                <a:close/>
                <a:moveTo>
                  <a:pt x="457251" y="743434"/>
                </a:moveTo>
                <a:lnTo>
                  <a:pt x="458030" y="746574"/>
                </a:lnTo>
                <a:lnTo>
                  <a:pt x="458337" y="744050"/>
                </a:lnTo>
                <a:close/>
                <a:moveTo>
                  <a:pt x="248624" y="1210580"/>
                </a:moveTo>
                <a:lnTo>
                  <a:pt x="248959" y="1211743"/>
                </a:lnTo>
                <a:lnTo>
                  <a:pt x="249379" y="1212284"/>
                </a:lnTo>
                <a:close/>
                <a:moveTo>
                  <a:pt x="295428" y="1105765"/>
                </a:moveTo>
                <a:lnTo>
                  <a:pt x="297727" y="1107911"/>
                </a:lnTo>
                <a:lnTo>
                  <a:pt x="300177" y="1108790"/>
                </a:lnTo>
                <a:close/>
                <a:moveTo>
                  <a:pt x="248784" y="1210116"/>
                </a:moveTo>
                <a:lnTo>
                  <a:pt x="250234" y="1213384"/>
                </a:lnTo>
                <a:lnTo>
                  <a:pt x="251151" y="1214565"/>
                </a:lnTo>
                <a:lnTo>
                  <a:pt x="254334" y="1218266"/>
                </a:lnTo>
                <a:lnTo>
                  <a:pt x="251337" y="1211777"/>
                </a:lnTo>
                <a:close/>
                <a:moveTo>
                  <a:pt x="320914" y="1048530"/>
                </a:moveTo>
                <a:lnTo>
                  <a:pt x="321365" y="1054057"/>
                </a:lnTo>
                <a:lnTo>
                  <a:pt x="322861" y="1056299"/>
                </a:lnTo>
                <a:lnTo>
                  <a:pt x="322310" y="1049710"/>
                </a:lnTo>
                <a:close/>
                <a:moveTo>
                  <a:pt x="285267" y="1128349"/>
                </a:moveTo>
                <a:lnTo>
                  <a:pt x="285738" y="1129104"/>
                </a:lnTo>
                <a:lnTo>
                  <a:pt x="285645" y="1128649"/>
                </a:lnTo>
                <a:close/>
                <a:moveTo>
                  <a:pt x="377650" y="921389"/>
                </a:moveTo>
                <a:lnTo>
                  <a:pt x="377847" y="924016"/>
                </a:lnTo>
                <a:lnTo>
                  <a:pt x="379573" y="929017"/>
                </a:lnTo>
                <a:lnTo>
                  <a:pt x="380162" y="929757"/>
                </a:lnTo>
                <a:lnTo>
                  <a:pt x="378048" y="921530"/>
                </a:lnTo>
                <a:close/>
                <a:moveTo>
                  <a:pt x="263500" y="1176988"/>
                </a:moveTo>
                <a:lnTo>
                  <a:pt x="263524" y="1177061"/>
                </a:lnTo>
                <a:lnTo>
                  <a:pt x="268574" y="1184760"/>
                </a:lnTo>
                <a:lnTo>
                  <a:pt x="268419" y="1184084"/>
                </a:lnTo>
                <a:close/>
                <a:moveTo>
                  <a:pt x="520275" y="601953"/>
                </a:moveTo>
                <a:lnTo>
                  <a:pt x="520195" y="602486"/>
                </a:lnTo>
                <a:lnTo>
                  <a:pt x="520347" y="602580"/>
                </a:lnTo>
                <a:lnTo>
                  <a:pt x="520325" y="601984"/>
                </a:lnTo>
                <a:close/>
                <a:moveTo>
                  <a:pt x="527553" y="585585"/>
                </a:moveTo>
                <a:lnTo>
                  <a:pt x="527932" y="590839"/>
                </a:lnTo>
                <a:lnTo>
                  <a:pt x="528668" y="592428"/>
                </a:lnTo>
                <a:lnTo>
                  <a:pt x="533462" y="595865"/>
                </a:lnTo>
                <a:lnTo>
                  <a:pt x="531345" y="588694"/>
                </a:lnTo>
                <a:close/>
                <a:moveTo>
                  <a:pt x="534892" y="569106"/>
                </a:moveTo>
                <a:lnTo>
                  <a:pt x="535699" y="574998"/>
                </a:lnTo>
                <a:lnTo>
                  <a:pt x="538375" y="575769"/>
                </a:lnTo>
                <a:lnTo>
                  <a:pt x="538026" y="573218"/>
                </a:lnTo>
                <a:lnTo>
                  <a:pt x="537819" y="572565"/>
                </a:lnTo>
                <a:lnTo>
                  <a:pt x="537553" y="572409"/>
                </a:lnTo>
                <a:lnTo>
                  <a:pt x="537760" y="572381"/>
                </a:lnTo>
                <a:lnTo>
                  <a:pt x="536981" y="569920"/>
                </a:lnTo>
                <a:close/>
                <a:moveTo>
                  <a:pt x="459496" y="737895"/>
                </a:moveTo>
                <a:lnTo>
                  <a:pt x="459173" y="740390"/>
                </a:lnTo>
                <a:lnTo>
                  <a:pt x="460663" y="742296"/>
                </a:lnTo>
                <a:lnTo>
                  <a:pt x="461580" y="742834"/>
                </a:lnTo>
                <a:lnTo>
                  <a:pt x="461584" y="739838"/>
                </a:lnTo>
                <a:lnTo>
                  <a:pt x="459772" y="738120"/>
                </a:lnTo>
                <a:close/>
                <a:moveTo>
                  <a:pt x="332225" y="1022853"/>
                </a:moveTo>
                <a:lnTo>
                  <a:pt x="332827" y="1025475"/>
                </a:lnTo>
                <a:lnTo>
                  <a:pt x="333874" y="1029774"/>
                </a:lnTo>
                <a:lnTo>
                  <a:pt x="335036" y="1031423"/>
                </a:lnTo>
                <a:lnTo>
                  <a:pt x="334352" y="1028549"/>
                </a:lnTo>
                <a:close/>
                <a:moveTo>
                  <a:pt x="229336" y="1253146"/>
                </a:moveTo>
                <a:lnTo>
                  <a:pt x="232683" y="1262872"/>
                </a:lnTo>
                <a:lnTo>
                  <a:pt x="233887" y="1263840"/>
                </a:lnTo>
                <a:close/>
                <a:moveTo>
                  <a:pt x="279717" y="1140332"/>
                </a:moveTo>
                <a:lnTo>
                  <a:pt x="280892" y="1146845"/>
                </a:lnTo>
                <a:lnTo>
                  <a:pt x="281251" y="1147342"/>
                </a:lnTo>
                <a:lnTo>
                  <a:pt x="282121" y="1148334"/>
                </a:lnTo>
                <a:lnTo>
                  <a:pt x="286485" y="1150904"/>
                </a:lnTo>
                <a:lnTo>
                  <a:pt x="284798" y="1146485"/>
                </a:lnTo>
                <a:close/>
                <a:moveTo>
                  <a:pt x="597543" y="428476"/>
                </a:moveTo>
                <a:lnTo>
                  <a:pt x="596991" y="448790"/>
                </a:lnTo>
                <a:lnTo>
                  <a:pt x="597628" y="449434"/>
                </a:lnTo>
                <a:lnTo>
                  <a:pt x="603699" y="455721"/>
                </a:lnTo>
                <a:lnTo>
                  <a:pt x="603662" y="452295"/>
                </a:lnTo>
                <a:lnTo>
                  <a:pt x="603860" y="434810"/>
                </a:lnTo>
                <a:close/>
                <a:moveTo>
                  <a:pt x="301886" y="1090451"/>
                </a:moveTo>
                <a:lnTo>
                  <a:pt x="302892" y="1093376"/>
                </a:lnTo>
                <a:lnTo>
                  <a:pt x="303406" y="1094347"/>
                </a:lnTo>
                <a:lnTo>
                  <a:pt x="303545" y="1091712"/>
                </a:lnTo>
                <a:close/>
                <a:moveTo>
                  <a:pt x="231137" y="1248817"/>
                </a:moveTo>
                <a:lnTo>
                  <a:pt x="233328" y="1253990"/>
                </a:lnTo>
                <a:lnTo>
                  <a:pt x="233566" y="1254199"/>
                </a:lnTo>
                <a:lnTo>
                  <a:pt x="235386" y="1255215"/>
                </a:lnTo>
                <a:lnTo>
                  <a:pt x="234410" y="1252823"/>
                </a:lnTo>
                <a:close/>
                <a:moveTo>
                  <a:pt x="562749" y="506269"/>
                </a:moveTo>
                <a:lnTo>
                  <a:pt x="562566" y="507787"/>
                </a:lnTo>
                <a:lnTo>
                  <a:pt x="563676" y="508777"/>
                </a:lnTo>
                <a:lnTo>
                  <a:pt x="563773" y="507050"/>
                </a:lnTo>
                <a:close/>
                <a:moveTo>
                  <a:pt x="265821" y="1171092"/>
                </a:moveTo>
                <a:lnTo>
                  <a:pt x="266186" y="1172592"/>
                </a:lnTo>
                <a:lnTo>
                  <a:pt x="267935" y="1174498"/>
                </a:lnTo>
                <a:lnTo>
                  <a:pt x="267249" y="1172663"/>
                </a:lnTo>
                <a:close/>
                <a:moveTo>
                  <a:pt x="512056" y="619541"/>
                </a:moveTo>
                <a:lnTo>
                  <a:pt x="512215" y="620869"/>
                </a:lnTo>
                <a:lnTo>
                  <a:pt x="514058" y="621510"/>
                </a:lnTo>
                <a:lnTo>
                  <a:pt x="513090" y="619762"/>
                </a:lnTo>
                <a:close/>
                <a:moveTo>
                  <a:pt x="329110" y="1029059"/>
                </a:moveTo>
                <a:lnTo>
                  <a:pt x="332211" y="1037674"/>
                </a:lnTo>
                <a:lnTo>
                  <a:pt x="331603" y="1035471"/>
                </a:lnTo>
                <a:lnTo>
                  <a:pt x="330611" y="1031348"/>
                </a:lnTo>
                <a:close/>
                <a:moveTo>
                  <a:pt x="430142" y="802785"/>
                </a:moveTo>
                <a:lnTo>
                  <a:pt x="430137" y="802824"/>
                </a:lnTo>
                <a:lnTo>
                  <a:pt x="430359" y="802971"/>
                </a:lnTo>
                <a:lnTo>
                  <a:pt x="430385" y="802836"/>
                </a:lnTo>
                <a:close/>
                <a:moveTo>
                  <a:pt x="229701" y="1251608"/>
                </a:moveTo>
                <a:lnTo>
                  <a:pt x="229974" y="1252184"/>
                </a:lnTo>
                <a:lnTo>
                  <a:pt x="230405" y="1252434"/>
                </a:lnTo>
                <a:lnTo>
                  <a:pt x="230956" y="1252742"/>
                </a:lnTo>
                <a:close/>
                <a:moveTo>
                  <a:pt x="221556" y="1269845"/>
                </a:moveTo>
                <a:lnTo>
                  <a:pt x="222232" y="1270908"/>
                </a:lnTo>
                <a:lnTo>
                  <a:pt x="223153" y="1272047"/>
                </a:lnTo>
                <a:lnTo>
                  <a:pt x="222426" y="1270632"/>
                </a:lnTo>
                <a:close/>
                <a:moveTo>
                  <a:pt x="326331" y="1035209"/>
                </a:moveTo>
                <a:lnTo>
                  <a:pt x="327192" y="1036558"/>
                </a:lnTo>
                <a:lnTo>
                  <a:pt x="326638" y="1035380"/>
                </a:lnTo>
                <a:close/>
                <a:moveTo>
                  <a:pt x="390626" y="891119"/>
                </a:moveTo>
                <a:lnTo>
                  <a:pt x="391355" y="894184"/>
                </a:lnTo>
                <a:lnTo>
                  <a:pt x="392145" y="894459"/>
                </a:lnTo>
                <a:lnTo>
                  <a:pt x="392344" y="892794"/>
                </a:lnTo>
                <a:lnTo>
                  <a:pt x="391232" y="891766"/>
                </a:lnTo>
                <a:close/>
                <a:moveTo>
                  <a:pt x="465952" y="722443"/>
                </a:moveTo>
                <a:lnTo>
                  <a:pt x="466012" y="722892"/>
                </a:lnTo>
                <a:lnTo>
                  <a:pt x="467460" y="724502"/>
                </a:lnTo>
                <a:lnTo>
                  <a:pt x="474833" y="726753"/>
                </a:lnTo>
                <a:close/>
                <a:moveTo>
                  <a:pt x="539412" y="557926"/>
                </a:moveTo>
                <a:lnTo>
                  <a:pt x="540082" y="560042"/>
                </a:lnTo>
                <a:lnTo>
                  <a:pt x="545583" y="565255"/>
                </a:lnTo>
                <a:lnTo>
                  <a:pt x="545492" y="559769"/>
                </a:lnTo>
                <a:close/>
                <a:moveTo>
                  <a:pt x="459691" y="736388"/>
                </a:moveTo>
                <a:lnTo>
                  <a:pt x="459651" y="736695"/>
                </a:lnTo>
                <a:lnTo>
                  <a:pt x="461586" y="738276"/>
                </a:lnTo>
                <a:lnTo>
                  <a:pt x="461587" y="737063"/>
                </a:lnTo>
                <a:close/>
                <a:moveTo>
                  <a:pt x="441642" y="776716"/>
                </a:moveTo>
                <a:lnTo>
                  <a:pt x="440970" y="780139"/>
                </a:lnTo>
                <a:lnTo>
                  <a:pt x="441374" y="781007"/>
                </a:lnTo>
                <a:lnTo>
                  <a:pt x="443656" y="781819"/>
                </a:lnTo>
                <a:lnTo>
                  <a:pt x="442794" y="778356"/>
                </a:lnTo>
                <a:close/>
                <a:moveTo>
                  <a:pt x="344316" y="994620"/>
                </a:moveTo>
                <a:lnTo>
                  <a:pt x="345012" y="995854"/>
                </a:lnTo>
                <a:lnTo>
                  <a:pt x="344959" y="995167"/>
                </a:lnTo>
                <a:close/>
                <a:moveTo>
                  <a:pt x="216208" y="1281468"/>
                </a:moveTo>
                <a:lnTo>
                  <a:pt x="217106" y="1283139"/>
                </a:lnTo>
                <a:lnTo>
                  <a:pt x="226569" y="1289048"/>
                </a:lnTo>
                <a:lnTo>
                  <a:pt x="226071" y="1288120"/>
                </a:lnTo>
                <a:close/>
                <a:moveTo>
                  <a:pt x="457291" y="741541"/>
                </a:moveTo>
                <a:lnTo>
                  <a:pt x="457118" y="742898"/>
                </a:lnTo>
                <a:lnTo>
                  <a:pt x="457215" y="743291"/>
                </a:lnTo>
                <a:lnTo>
                  <a:pt x="458352" y="743935"/>
                </a:lnTo>
                <a:lnTo>
                  <a:pt x="458433" y="743265"/>
                </a:lnTo>
                <a:lnTo>
                  <a:pt x="458230" y="742743"/>
                </a:lnTo>
                <a:close/>
                <a:moveTo>
                  <a:pt x="493539" y="660351"/>
                </a:moveTo>
                <a:lnTo>
                  <a:pt x="494707" y="662647"/>
                </a:lnTo>
                <a:lnTo>
                  <a:pt x="494737" y="662668"/>
                </a:lnTo>
                <a:lnTo>
                  <a:pt x="494660" y="660455"/>
                </a:lnTo>
                <a:close/>
                <a:moveTo>
                  <a:pt x="345067" y="992700"/>
                </a:moveTo>
                <a:lnTo>
                  <a:pt x="345247" y="995044"/>
                </a:lnTo>
                <a:lnTo>
                  <a:pt x="346691" y="996272"/>
                </a:lnTo>
                <a:close/>
                <a:moveTo>
                  <a:pt x="508305" y="627158"/>
                </a:moveTo>
                <a:lnTo>
                  <a:pt x="507505" y="631243"/>
                </a:lnTo>
                <a:lnTo>
                  <a:pt x="510663" y="633335"/>
                </a:lnTo>
                <a:lnTo>
                  <a:pt x="509465" y="629254"/>
                </a:lnTo>
                <a:close/>
                <a:moveTo>
                  <a:pt x="351333" y="978457"/>
                </a:moveTo>
                <a:lnTo>
                  <a:pt x="351408" y="979652"/>
                </a:lnTo>
                <a:lnTo>
                  <a:pt x="354638" y="984271"/>
                </a:lnTo>
                <a:lnTo>
                  <a:pt x="357865" y="987975"/>
                </a:lnTo>
                <a:lnTo>
                  <a:pt x="357972" y="987674"/>
                </a:lnTo>
                <a:lnTo>
                  <a:pt x="358204" y="988364"/>
                </a:lnTo>
                <a:lnTo>
                  <a:pt x="360414" y="990901"/>
                </a:lnTo>
                <a:lnTo>
                  <a:pt x="359956" y="981552"/>
                </a:lnTo>
                <a:close/>
                <a:moveTo>
                  <a:pt x="372153" y="931703"/>
                </a:moveTo>
                <a:lnTo>
                  <a:pt x="372230" y="933717"/>
                </a:lnTo>
                <a:lnTo>
                  <a:pt x="373692" y="934856"/>
                </a:lnTo>
                <a:lnTo>
                  <a:pt x="372825" y="932764"/>
                </a:lnTo>
                <a:close/>
                <a:moveTo>
                  <a:pt x="425274" y="812666"/>
                </a:moveTo>
                <a:lnTo>
                  <a:pt x="425446" y="813545"/>
                </a:lnTo>
                <a:lnTo>
                  <a:pt x="425945" y="814238"/>
                </a:lnTo>
                <a:lnTo>
                  <a:pt x="425932" y="813421"/>
                </a:lnTo>
                <a:close/>
                <a:moveTo>
                  <a:pt x="376840" y="921101"/>
                </a:moveTo>
                <a:lnTo>
                  <a:pt x="377593" y="923282"/>
                </a:lnTo>
                <a:lnTo>
                  <a:pt x="377446" y="921316"/>
                </a:lnTo>
                <a:close/>
                <a:moveTo>
                  <a:pt x="556538" y="518664"/>
                </a:moveTo>
                <a:lnTo>
                  <a:pt x="556160" y="525434"/>
                </a:lnTo>
                <a:lnTo>
                  <a:pt x="557018" y="526160"/>
                </a:lnTo>
                <a:lnTo>
                  <a:pt x="558049" y="519192"/>
                </a:lnTo>
                <a:close/>
                <a:moveTo>
                  <a:pt x="556256" y="519248"/>
                </a:moveTo>
                <a:lnTo>
                  <a:pt x="555569" y="524935"/>
                </a:lnTo>
                <a:lnTo>
                  <a:pt x="555922" y="525233"/>
                </a:lnTo>
                <a:close/>
                <a:moveTo>
                  <a:pt x="531669" y="574278"/>
                </a:moveTo>
                <a:lnTo>
                  <a:pt x="532118" y="576487"/>
                </a:lnTo>
                <a:lnTo>
                  <a:pt x="533922" y="577966"/>
                </a:lnTo>
                <a:lnTo>
                  <a:pt x="535956" y="578728"/>
                </a:lnTo>
                <a:lnTo>
                  <a:pt x="535569" y="575891"/>
                </a:lnTo>
                <a:close/>
                <a:moveTo>
                  <a:pt x="377501" y="919405"/>
                </a:moveTo>
                <a:lnTo>
                  <a:pt x="377530" y="919791"/>
                </a:lnTo>
                <a:lnTo>
                  <a:pt x="377608" y="919819"/>
                </a:lnTo>
                <a:close/>
                <a:moveTo>
                  <a:pt x="441970" y="775047"/>
                </a:moveTo>
                <a:lnTo>
                  <a:pt x="441671" y="776569"/>
                </a:lnTo>
                <a:lnTo>
                  <a:pt x="442721" y="778065"/>
                </a:lnTo>
                <a:close/>
                <a:moveTo>
                  <a:pt x="520798" y="598472"/>
                </a:moveTo>
                <a:lnTo>
                  <a:pt x="520602" y="599778"/>
                </a:lnTo>
                <a:lnTo>
                  <a:pt x="520676" y="601822"/>
                </a:lnTo>
                <a:lnTo>
                  <a:pt x="522731" y="603109"/>
                </a:lnTo>
                <a:lnTo>
                  <a:pt x="522872" y="602172"/>
                </a:lnTo>
                <a:lnTo>
                  <a:pt x="522710" y="599255"/>
                </a:lnTo>
                <a:close/>
                <a:moveTo>
                  <a:pt x="519045" y="602278"/>
                </a:moveTo>
                <a:lnTo>
                  <a:pt x="519425" y="604678"/>
                </a:lnTo>
                <a:lnTo>
                  <a:pt x="519721" y="602701"/>
                </a:lnTo>
                <a:close/>
                <a:moveTo>
                  <a:pt x="511896" y="618200"/>
                </a:moveTo>
                <a:lnTo>
                  <a:pt x="511961" y="618759"/>
                </a:lnTo>
                <a:lnTo>
                  <a:pt x="512579" y="618890"/>
                </a:lnTo>
                <a:close/>
                <a:moveTo>
                  <a:pt x="424700" y="813431"/>
                </a:moveTo>
                <a:lnTo>
                  <a:pt x="424828" y="814995"/>
                </a:lnTo>
                <a:lnTo>
                  <a:pt x="425745" y="815843"/>
                </a:lnTo>
                <a:lnTo>
                  <a:pt x="425445" y="814302"/>
                </a:lnTo>
                <a:close/>
                <a:moveTo>
                  <a:pt x="325731" y="1034939"/>
                </a:moveTo>
                <a:lnTo>
                  <a:pt x="325820" y="1036145"/>
                </a:lnTo>
                <a:lnTo>
                  <a:pt x="326715" y="1037632"/>
                </a:lnTo>
                <a:lnTo>
                  <a:pt x="329929" y="1042383"/>
                </a:lnTo>
                <a:lnTo>
                  <a:pt x="328382" y="1039091"/>
                </a:lnTo>
                <a:close/>
                <a:moveTo>
                  <a:pt x="423648" y="815651"/>
                </a:moveTo>
                <a:lnTo>
                  <a:pt x="423418" y="820833"/>
                </a:lnTo>
                <a:lnTo>
                  <a:pt x="425445" y="827880"/>
                </a:lnTo>
                <a:lnTo>
                  <a:pt x="424521" y="816587"/>
                </a:lnTo>
                <a:close/>
                <a:moveTo>
                  <a:pt x="502508" y="638996"/>
                </a:moveTo>
                <a:lnTo>
                  <a:pt x="503192" y="644714"/>
                </a:lnTo>
                <a:lnTo>
                  <a:pt x="503229" y="641456"/>
                </a:lnTo>
                <a:close/>
                <a:moveTo>
                  <a:pt x="570232" y="487322"/>
                </a:moveTo>
                <a:lnTo>
                  <a:pt x="572889" y="503884"/>
                </a:lnTo>
                <a:lnTo>
                  <a:pt x="572874" y="502175"/>
                </a:lnTo>
                <a:lnTo>
                  <a:pt x="573033" y="501969"/>
                </a:lnTo>
                <a:lnTo>
                  <a:pt x="573060" y="504949"/>
                </a:lnTo>
                <a:lnTo>
                  <a:pt x="573114" y="505285"/>
                </a:lnTo>
                <a:lnTo>
                  <a:pt x="588415" y="518218"/>
                </a:lnTo>
                <a:lnTo>
                  <a:pt x="590527" y="511692"/>
                </a:lnTo>
                <a:lnTo>
                  <a:pt x="591363" y="509222"/>
                </a:lnTo>
                <a:lnTo>
                  <a:pt x="591491" y="508320"/>
                </a:lnTo>
                <a:lnTo>
                  <a:pt x="591720" y="508102"/>
                </a:lnTo>
                <a:lnTo>
                  <a:pt x="591704" y="508218"/>
                </a:lnTo>
                <a:lnTo>
                  <a:pt x="592579" y="505632"/>
                </a:lnTo>
                <a:lnTo>
                  <a:pt x="591859" y="502588"/>
                </a:lnTo>
                <a:lnTo>
                  <a:pt x="576935" y="490924"/>
                </a:lnTo>
                <a:close/>
                <a:moveTo>
                  <a:pt x="458627" y="737185"/>
                </a:moveTo>
                <a:lnTo>
                  <a:pt x="458926" y="739225"/>
                </a:lnTo>
                <a:lnTo>
                  <a:pt x="459126" y="737592"/>
                </a:lnTo>
                <a:close/>
                <a:moveTo>
                  <a:pt x="597612" y="425947"/>
                </a:moveTo>
                <a:lnTo>
                  <a:pt x="597561" y="427836"/>
                </a:lnTo>
                <a:lnTo>
                  <a:pt x="603869" y="433994"/>
                </a:lnTo>
                <a:lnTo>
                  <a:pt x="603926" y="429025"/>
                </a:lnTo>
                <a:close/>
                <a:moveTo>
                  <a:pt x="513060" y="615186"/>
                </a:moveTo>
                <a:lnTo>
                  <a:pt x="513650" y="616251"/>
                </a:lnTo>
                <a:lnTo>
                  <a:pt x="516101" y="619643"/>
                </a:lnTo>
                <a:lnTo>
                  <a:pt x="517004" y="619834"/>
                </a:lnTo>
                <a:lnTo>
                  <a:pt x="516536" y="615928"/>
                </a:lnTo>
                <a:close/>
                <a:moveTo>
                  <a:pt x="520936" y="597548"/>
                </a:moveTo>
                <a:lnTo>
                  <a:pt x="520836" y="598218"/>
                </a:lnTo>
                <a:lnTo>
                  <a:pt x="522695" y="598979"/>
                </a:lnTo>
                <a:lnTo>
                  <a:pt x="522688" y="598865"/>
                </a:lnTo>
                <a:lnTo>
                  <a:pt x="521631" y="597832"/>
                </a:lnTo>
                <a:close/>
                <a:moveTo>
                  <a:pt x="442250" y="773620"/>
                </a:moveTo>
                <a:lnTo>
                  <a:pt x="442147" y="774144"/>
                </a:lnTo>
                <a:lnTo>
                  <a:pt x="443451" y="779087"/>
                </a:lnTo>
                <a:lnTo>
                  <a:pt x="446037" y="782666"/>
                </a:lnTo>
                <a:lnTo>
                  <a:pt x="446057" y="782673"/>
                </a:lnTo>
                <a:lnTo>
                  <a:pt x="445508" y="779718"/>
                </a:lnTo>
                <a:lnTo>
                  <a:pt x="444599" y="774441"/>
                </a:lnTo>
                <a:close/>
                <a:moveTo>
                  <a:pt x="458959" y="736128"/>
                </a:moveTo>
                <a:lnTo>
                  <a:pt x="459273" y="736385"/>
                </a:lnTo>
                <a:lnTo>
                  <a:pt x="459289" y="736246"/>
                </a:lnTo>
                <a:close/>
                <a:moveTo>
                  <a:pt x="520987" y="597204"/>
                </a:moveTo>
                <a:lnTo>
                  <a:pt x="520987" y="597206"/>
                </a:lnTo>
                <a:lnTo>
                  <a:pt x="520991" y="597207"/>
                </a:lnTo>
                <a:close/>
                <a:moveTo>
                  <a:pt x="362700" y="951610"/>
                </a:moveTo>
                <a:lnTo>
                  <a:pt x="362983" y="957395"/>
                </a:lnTo>
                <a:lnTo>
                  <a:pt x="364596" y="959235"/>
                </a:lnTo>
                <a:close/>
                <a:moveTo>
                  <a:pt x="300985" y="1089767"/>
                </a:moveTo>
                <a:lnTo>
                  <a:pt x="301277" y="1090320"/>
                </a:lnTo>
                <a:lnTo>
                  <a:pt x="301123" y="1089872"/>
                </a:lnTo>
                <a:close/>
                <a:moveTo>
                  <a:pt x="460068" y="733483"/>
                </a:moveTo>
                <a:lnTo>
                  <a:pt x="459883" y="734903"/>
                </a:lnTo>
                <a:lnTo>
                  <a:pt x="461589" y="735510"/>
                </a:lnTo>
                <a:lnTo>
                  <a:pt x="461589" y="735175"/>
                </a:lnTo>
                <a:close/>
                <a:moveTo>
                  <a:pt x="265400" y="1169364"/>
                </a:moveTo>
                <a:lnTo>
                  <a:pt x="265587" y="1170132"/>
                </a:lnTo>
                <a:lnTo>
                  <a:pt x="266779" y="1171402"/>
                </a:lnTo>
                <a:lnTo>
                  <a:pt x="266332" y="1170206"/>
                </a:lnTo>
                <a:close/>
                <a:moveTo>
                  <a:pt x="528212" y="580860"/>
                </a:moveTo>
                <a:lnTo>
                  <a:pt x="529295" y="581749"/>
                </a:lnTo>
                <a:lnTo>
                  <a:pt x="529147" y="581248"/>
                </a:lnTo>
                <a:close/>
                <a:moveTo>
                  <a:pt x="430578" y="799381"/>
                </a:moveTo>
                <a:lnTo>
                  <a:pt x="430189" y="802412"/>
                </a:lnTo>
                <a:lnTo>
                  <a:pt x="430457" y="802466"/>
                </a:lnTo>
                <a:lnTo>
                  <a:pt x="430624" y="801617"/>
                </a:lnTo>
                <a:close/>
                <a:moveTo>
                  <a:pt x="521050" y="596787"/>
                </a:moveTo>
                <a:lnTo>
                  <a:pt x="521038" y="596865"/>
                </a:lnTo>
                <a:lnTo>
                  <a:pt x="521676" y="597488"/>
                </a:lnTo>
                <a:lnTo>
                  <a:pt x="522633" y="597881"/>
                </a:lnTo>
                <a:lnTo>
                  <a:pt x="522607" y="597395"/>
                </a:lnTo>
                <a:close/>
                <a:moveTo>
                  <a:pt x="511804" y="617441"/>
                </a:moveTo>
                <a:lnTo>
                  <a:pt x="511861" y="617918"/>
                </a:lnTo>
                <a:lnTo>
                  <a:pt x="512330" y="618390"/>
                </a:lnTo>
                <a:close/>
                <a:moveTo>
                  <a:pt x="242245" y="1220972"/>
                </a:moveTo>
                <a:lnTo>
                  <a:pt x="244250" y="1224069"/>
                </a:lnTo>
                <a:lnTo>
                  <a:pt x="247394" y="1228785"/>
                </a:lnTo>
                <a:lnTo>
                  <a:pt x="245682" y="1224660"/>
                </a:lnTo>
                <a:close/>
                <a:moveTo>
                  <a:pt x="246728" y="1210884"/>
                </a:moveTo>
                <a:lnTo>
                  <a:pt x="248815" y="1215216"/>
                </a:lnTo>
                <a:lnTo>
                  <a:pt x="248229" y="1212824"/>
                </a:lnTo>
                <a:close/>
                <a:moveTo>
                  <a:pt x="536751" y="561434"/>
                </a:moveTo>
                <a:lnTo>
                  <a:pt x="537152" y="564367"/>
                </a:lnTo>
                <a:lnTo>
                  <a:pt x="540538" y="567115"/>
                </a:lnTo>
                <a:lnTo>
                  <a:pt x="542345" y="568622"/>
                </a:lnTo>
                <a:lnTo>
                  <a:pt x="540840" y="563873"/>
                </a:lnTo>
                <a:close/>
                <a:moveTo>
                  <a:pt x="293876" y="1105239"/>
                </a:moveTo>
                <a:lnTo>
                  <a:pt x="294735" y="1106837"/>
                </a:lnTo>
                <a:lnTo>
                  <a:pt x="296124" y="1107335"/>
                </a:lnTo>
                <a:close/>
                <a:moveTo>
                  <a:pt x="154490" y="1417328"/>
                </a:moveTo>
                <a:lnTo>
                  <a:pt x="161743" y="1426992"/>
                </a:lnTo>
                <a:lnTo>
                  <a:pt x="164452" y="1428756"/>
                </a:lnTo>
                <a:lnTo>
                  <a:pt x="157400" y="1419224"/>
                </a:lnTo>
                <a:close/>
                <a:moveTo>
                  <a:pt x="564560" y="498985"/>
                </a:moveTo>
                <a:lnTo>
                  <a:pt x="564278" y="504037"/>
                </a:lnTo>
                <a:lnTo>
                  <a:pt x="572949" y="510642"/>
                </a:lnTo>
                <a:lnTo>
                  <a:pt x="572927" y="508111"/>
                </a:lnTo>
                <a:lnTo>
                  <a:pt x="572539" y="505695"/>
                </a:lnTo>
                <a:close/>
                <a:moveTo>
                  <a:pt x="414568" y="834746"/>
                </a:moveTo>
                <a:lnTo>
                  <a:pt x="414996" y="839863"/>
                </a:lnTo>
                <a:lnTo>
                  <a:pt x="415482" y="840906"/>
                </a:lnTo>
                <a:lnTo>
                  <a:pt x="415598" y="841066"/>
                </a:lnTo>
                <a:lnTo>
                  <a:pt x="415945" y="839146"/>
                </a:lnTo>
                <a:lnTo>
                  <a:pt x="415749" y="836811"/>
                </a:lnTo>
                <a:close/>
                <a:moveTo>
                  <a:pt x="293146" y="1106589"/>
                </a:moveTo>
                <a:lnTo>
                  <a:pt x="297001" y="1114976"/>
                </a:lnTo>
                <a:lnTo>
                  <a:pt x="300039" y="1117543"/>
                </a:lnTo>
                <a:lnTo>
                  <a:pt x="294394" y="1107037"/>
                </a:lnTo>
                <a:close/>
                <a:moveTo>
                  <a:pt x="520515" y="597374"/>
                </a:moveTo>
                <a:lnTo>
                  <a:pt x="520516" y="597408"/>
                </a:lnTo>
                <a:lnTo>
                  <a:pt x="520521" y="597377"/>
                </a:lnTo>
                <a:close/>
                <a:moveTo>
                  <a:pt x="456544" y="740586"/>
                </a:moveTo>
                <a:lnTo>
                  <a:pt x="456747" y="741404"/>
                </a:lnTo>
                <a:lnTo>
                  <a:pt x="456808" y="740924"/>
                </a:lnTo>
                <a:close/>
                <a:moveTo>
                  <a:pt x="518854" y="601062"/>
                </a:moveTo>
                <a:lnTo>
                  <a:pt x="518955" y="601710"/>
                </a:lnTo>
                <a:lnTo>
                  <a:pt x="519791" y="602233"/>
                </a:lnTo>
                <a:lnTo>
                  <a:pt x="519871" y="601699"/>
                </a:lnTo>
                <a:close/>
                <a:moveTo>
                  <a:pt x="155047" y="1415642"/>
                </a:moveTo>
                <a:lnTo>
                  <a:pt x="156198" y="1417198"/>
                </a:lnTo>
                <a:lnTo>
                  <a:pt x="159242" y="1419171"/>
                </a:lnTo>
                <a:close/>
                <a:moveTo>
                  <a:pt x="187614" y="1342709"/>
                </a:moveTo>
                <a:lnTo>
                  <a:pt x="188863" y="1344629"/>
                </a:lnTo>
                <a:lnTo>
                  <a:pt x="203094" y="1354869"/>
                </a:lnTo>
                <a:lnTo>
                  <a:pt x="193658" y="1345477"/>
                </a:lnTo>
                <a:close/>
                <a:moveTo>
                  <a:pt x="424200" y="812848"/>
                </a:moveTo>
                <a:lnTo>
                  <a:pt x="424224" y="812935"/>
                </a:lnTo>
                <a:lnTo>
                  <a:pt x="424218" y="812870"/>
                </a:lnTo>
                <a:close/>
                <a:moveTo>
                  <a:pt x="424572" y="811859"/>
                </a:moveTo>
                <a:lnTo>
                  <a:pt x="424615" y="812392"/>
                </a:lnTo>
                <a:lnTo>
                  <a:pt x="425244" y="813264"/>
                </a:lnTo>
                <a:lnTo>
                  <a:pt x="425119" y="812625"/>
                </a:lnTo>
                <a:lnTo>
                  <a:pt x="425163" y="812539"/>
                </a:lnTo>
                <a:close/>
                <a:moveTo>
                  <a:pt x="492985" y="658550"/>
                </a:moveTo>
                <a:lnTo>
                  <a:pt x="493056" y="658835"/>
                </a:lnTo>
                <a:lnTo>
                  <a:pt x="493401" y="658867"/>
                </a:lnTo>
                <a:close/>
                <a:moveTo>
                  <a:pt x="527991" y="580160"/>
                </a:moveTo>
                <a:lnTo>
                  <a:pt x="527948" y="580409"/>
                </a:lnTo>
                <a:lnTo>
                  <a:pt x="528512" y="580633"/>
                </a:lnTo>
                <a:lnTo>
                  <a:pt x="528624" y="580679"/>
                </a:lnTo>
                <a:close/>
                <a:moveTo>
                  <a:pt x="344874" y="990181"/>
                </a:moveTo>
                <a:lnTo>
                  <a:pt x="344990" y="991700"/>
                </a:lnTo>
                <a:lnTo>
                  <a:pt x="345420" y="992646"/>
                </a:lnTo>
                <a:lnTo>
                  <a:pt x="348039" y="995524"/>
                </a:lnTo>
                <a:lnTo>
                  <a:pt x="347528" y="993020"/>
                </a:lnTo>
                <a:close/>
                <a:moveTo>
                  <a:pt x="423746" y="813455"/>
                </a:moveTo>
                <a:lnTo>
                  <a:pt x="423723" y="813974"/>
                </a:lnTo>
                <a:lnTo>
                  <a:pt x="423947" y="814182"/>
                </a:lnTo>
                <a:close/>
                <a:moveTo>
                  <a:pt x="325598" y="1033164"/>
                </a:moveTo>
                <a:lnTo>
                  <a:pt x="325674" y="1034180"/>
                </a:lnTo>
                <a:lnTo>
                  <a:pt x="325986" y="1034669"/>
                </a:lnTo>
                <a:lnTo>
                  <a:pt x="326416" y="1034908"/>
                </a:lnTo>
                <a:close/>
                <a:moveTo>
                  <a:pt x="520491" y="596719"/>
                </a:moveTo>
                <a:lnTo>
                  <a:pt x="520501" y="597006"/>
                </a:lnTo>
                <a:lnTo>
                  <a:pt x="520573" y="597035"/>
                </a:lnTo>
                <a:lnTo>
                  <a:pt x="520604" y="596829"/>
                </a:lnTo>
                <a:close/>
                <a:moveTo>
                  <a:pt x="324986" y="1034463"/>
                </a:moveTo>
                <a:lnTo>
                  <a:pt x="325105" y="1034957"/>
                </a:lnTo>
                <a:lnTo>
                  <a:pt x="325516" y="1035639"/>
                </a:lnTo>
                <a:lnTo>
                  <a:pt x="325447" y="1034719"/>
                </a:lnTo>
                <a:close/>
                <a:moveTo>
                  <a:pt x="597670" y="423818"/>
                </a:moveTo>
                <a:lnTo>
                  <a:pt x="597630" y="425309"/>
                </a:lnTo>
                <a:lnTo>
                  <a:pt x="603934" y="428279"/>
                </a:lnTo>
                <a:lnTo>
                  <a:pt x="603940" y="427725"/>
                </a:lnTo>
                <a:close/>
                <a:moveTo>
                  <a:pt x="545577" y="540417"/>
                </a:moveTo>
                <a:lnTo>
                  <a:pt x="545685" y="546989"/>
                </a:lnTo>
                <a:lnTo>
                  <a:pt x="548475" y="549634"/>
                </a:lnTo>
                <a:lnTo>
                  <a:pt x="547884" y="542812"/>
                </a:lnTo>
                <a:close/>
                <a:moveTo>
                  <a:pt x="247734" y="1207344"/>
                </a:moveTo>
                <a:lnTo>
                  <a:pt x="247955" y="1208245"/>
                </a:lnTo>
                <a:lnTo>
                  <a:pt x="248213" y="1208826"/>
                </a:lnTo>
                <a:lnTo>
                  <a:pt x="250727" y="1210456"/>
                </a:lnTo>
                <a:lnTo>
                  <a:pt x="250396" y="1209739"/>
                </a:lnTo>
                <a:lnTo>
                  <a:pt x="250091" y="1209327"/>
                </a:lnTo>
                <a:close/>
                <a:moveTo>
                  <a:pt x="509639" y="620806"/>
                </a:moveTo>
                <a:lnTo>
                  <a:pt x="509364" y="621962"/>
                </a:lnTo>
                <a:lnTo>
                  <a:pt x="511998" y="623707"/>
                </a:lnTo>
                <a:lnTo>
                  <a:pt x="511737" y="621535"/>
                </a:lnTo>
                <a:close/>
                <a:moveTo>
                  <a:pt x="457921" y="736608"/>
                </a:moveTo>
                <a:lnTo>
                  <a:pt x="457721" y="738177"/>
                </a:lnTo>
                <a:lnTo>
                  <a:pt x="457965" y="738844"/>
                </a:lnTo>
                <a:lnTo>
                  <a:pt x="458690" y="739772"/>
                </a:lnTo>
                <a:lnTo>
                  <a:pt x="458266" y="736890"/>
                </a:lnTo>
                <a:close/>
                <a:moveTo>
                  <a:pt x="364543" y="945655"/>
                </a:moveTo>
                <a:lnTo>
                  <a:pt x="364699" y="946108"/>
                </a:lnTo>
                <a:lnTo>
                  <a:pt x="364608" y="945728"/>
                </a:lnTo>
                <a:close/>
                <a:moveTo>
                  <a:pt x="497919" y="646997"/>
                </a:moveTo>
                <a:lnTo>
                  <a:pt x="499406" y="654201"/>
                </a:lnTo>
                <a:lnTo>
                  <a:pt x="501751" y="655306"/>
                </a:lnTo>
                <a:lnTo>
                  <a:pt x="502281" y="652597"/>
                </a:lnTo>
                <a:lnTo>
                  <a:pt x="502051" y="649855"/>
                </a:lnTo>
                <a:close/>
                <a:moveTo>
                  <a:pt x="274636" y="1146969"/>
                </a:moveTo>
                <a:lnTo>
                  <a:pt x="277363" y="1155260"/>
                </a:lnTo>
                <a:lnTo>
                  <a:pt x="278166" y="1156531"/>
                </a:lnTo>
                <a:lnTo>
                  <a:pt x="280242" y="1157447"/>
                </a:lnTo>
                <a:lnTo>
                  <a:pt x="279505" y="1152844"/>
                </a:lnTo>
                <a:lnTo>
                  <a:pt x="278672" y="1152082"/>
                </a:lnTo>
                <a:close/>
                <a:moveTo>
                  <a:pt x="431717" y="795201"/>
                </a:moveTo>
                <a:lnTo>
                  <a:pt x="431741" y="795926"/>
                </a:lnTo>
                <a:lnTo>
                  <a:pt x="431865" y="795301"/>
                </a:lnTo>
                <a:close/>
                <a:moveTo>
                  <a:pt x="443794" y="768018"/>
                </a:moveTo>
                <a:lnTo>
                  <a:pt x="444823" y="773544"/>
                </a:lnTo>
                <a:lnTo>
                  <a:pt x="445414" y="773725"/>
                </a:lnTo>
                <a:close/>
                <a:moveTo>
                  <a:pt x="343459" y="992685"/>
                </a:moveTo>
                <a:lnTo>
                  <a:pt x="343680" y="993282"/>
                </a:lnTo>
                <a:lnTo>
                  <a:pt x="344018" y="993999"/>
                </a:lnTo>
                <a:lnTo>
                  <a:pt x="344736" y="994610"/>
                </a:lnTo>
                <a:close/>
                <a:moveTo>
                  <a:pt x="322147" y="1040362"/>
                </a:moveTo>
                <a:lnTo>
                  <a:pt x="322338" y="1042661"/>
                </a:lnTo>
                <a:lnTo>
                  <a:pt x="325294" y="1048915"/>
                </a:lnTo>
                <a:lnTo>
                  <a:pt x="326642" y="1050701"/>
                </a:lnTo>
                <a:lnTo>
                  <a:pt x="326506" y="1048891"/>
                </a:lnTo>
                <a:close/>
                <a:moveTo>
                  <a:pt x="483346" y="679226"/>
                </a:moveTo>
                <a:lnTo>
                  <a:pt x="487689" y="687810"/>
                </a:lnTo>
                <a:lnTo>
                  <a:pt x="490642" y="689271"/>
                </a:lnTo>
                <a:lnTo>
                  <a:pt x="490166" y="679862"/>
                </a:lnTo>
                <a:close/>
                <a:moveTo>
                  <a:pt x="319074" y="1046976"/>
                </a:moveTo>
                <a:lnTo>
                  <a:pt x="319638" y="1051468"/>
                </a:lnTo>
                <a:lnTo>
                  <a:pt x="320513" y="1052779"/>
                </a:lnTo>
                <a:lnTo>
                  <a:pt x="320111" y="1047851"/>
                </a:lnTo>
                <a:close/>
                <a:moveTo>
                  <a:pt x="324721" y="1034316"/>
                </a:moveTo>
                <a:lnTo>
                  <a:pt x="324727" y="1034327"/>
                </a:lnTo>
                <a:lnTo>
                  <a:pt x="324724" y="1034319"/>
                </a:lnTo>
                <a:close/>
                <a:moveTo>
                  <a:pt x="535159" y="563097"/>
                </a:moveTo>
                <a:lnTo>
                  <a:pt x="537160" y="569410"/>
                </a:lnTo>
                <a:lnTo>
                  <a:pt x="537522" y="569546"/>
                </a:lnTo>
                <a:lnTo>
                  <a:pt x="536830" y="564491"/>
                </a:lnTo>
                <a:close/>
                <a:moveTo>
                  <a:pt x="423973" y="812021"/>
                </a:moveTo>
                <a:lnTo>
                  <a:pt x="424027" y="812218"/>
                </a:lnTo>
                <a:lnTo>
                  <a:pt x="424179" y="812397"/>
                </a:lnTo>
                <a:lnTo>
                  <a:pt x="424172" y="812297"/>
                </a:lnTo>
                <a:close/>
                <a:moveTo>
                  <a:pt x="556835" y="514443"/>
                </a:moveTo>
                <a:lnTo>
                  <a:pt x="556723" y="515375"/>
                </a:lnTo>
                <a:lnTo>
                  <a:pt x="556676" y="516207"/>
                </a:lnTo>
                <a:lnTo>
                  <a:pt x="557447" y="516477"/>
                </a:lnTo>
                <a:close/>
                <a:moveTo>
                  <a:pt x="320505" y="1043526"/>
                </a:moveTo>
                <a:lnTo>
                  <a:pt x="320844" y="1047679"/>
                </a:lnTo>
                <a:lnTo>
                  <a:pt x="322230" y="1048759"/>
                </a:lnTo>
                <a:lnTo>
                  <a:pt x="322056" y="1046671"/>
                </a:lnTo>
                <a:lnTo>
                  <a:pt x="320735" y="1043875"/>
                </a:lnTo>
                <a:close/>
                <a:moveTo>
                  <a:pt x="510043" y="619111"/>
                </a:moveTo>
                <a:lnTo>
                  <a:pt x="509822" y="620037"/>
                </a:lnTo>
                <a:lnTo>
                  <a:pt x="511634" y="620667"/>
                </a:lnTo>
                <a:lnTo>
                  <a:pt x="511484" y="619418"/>
                </a:lnTo>
                <a:close/>
                <a:moveTo>
                  <a:pt x="288679" y="1114695"/>
                </a:moveTo>
                <a:lnTo>
                  <a:pt x="290110" y="1118405"/>
                </a:lnTo>
                <a:lnTo>
                  <a:pt x="294553" y="1128248"/>
                </a:lnTo>
                <a:lnTo>
                  <a:pt x="296115" y="1129133"/>
                </a:lnTo>
                <a:lnTo>
                  <a:pt x="295876" y="1128740"/>
                </a:lnTo>
                <a:lnTo>
                  <a:pt x="295916" y="1128410"/>
                </a:lnTo>
                <a:lnTo>
                  <a:pt x="296481" y="1129340"/>
                </a:lnTo>
                <a:lnTo>
                  <a:pt x="300692" y="1131726"/>
                </a:lnTo>
                <a:lnTo>
                  <a:pt x="299864" y="1128287"/>
                </a:lnTo>
                <a:lnTo>
                  <a:pt x="293699" y="1119138"/>
                </a:lnTo>
                <a:close/>
                <a:moveTo>
                  <a:pt x="351111" y="974893"/>
                </a:moveTo>
                <a:lnTo>
                  <a:pt x="351318" y="978212"/>
                </a:lnTo>
                <a:lnTo>
                  <a:pt x="359924" y="981301"/>
                </a:lnTo>
                <a:lnTo>
                  <a:pt x="359354" y="980558"/>
                </a:lnTo>
                <a:lnTo>
                  <a:pt x="359362" y="980479"/>
                </a:lnTo>
                <a:close/>
                <a:moveTo>
                  <a:pt x="536509" y="559674"/>
                </a:moveTo>
                <a:lnTo>
                  <a:pt x="536694" y="561022"/>
                </a:lnTo>
                <a:lnTo>
                  <a:pt x="540028" y="563010"/>
                </a:lnTo>
                <a:close/>
                <a:moveTo>
                  <a:pt x="224572" y="1258127"/>
                </a:moveTo>
                <a:lnTo>
                  <a:pt x="225474" y="1260748"/>
                </a:lnTo>
                <a:lnTo>
                  <a:pt x="234056" y="1268498"/>
                </a:lnTo>
                <a:lnTo>
                  <a:pt x="232749" y="1264700"/>
                </a:lnTo>
                <a:close/>
                <a:moveTo>
                  <a:pt x="415272" y="831097"/>
                </a:moveTo>
                <a:lnTo>
                  <a:pt x="414822" y="832328"/>
                </a:lnTo>
                <a:lnTo>
                  <a:pt x="414525" y="834225"/>
                </a:lnTo>
                <a:lnTo>
                  <a:pt x="414544" y="834465"/>
                </a:lnTo>
                <a:lnTo>
                  <a:pt x="414962" y="835194"/>
                </a:lnTo>
                <a:lnTo>
                  <a:pt x="415722" y="836483"/>
                </a:lnTo>
                <a:close/>
                <a:moveTo>
                  <a:pt x="246580" y="1208679"/>
                </a:moveTo>
                <a:lnTo>
                  <a:pt x="247503" y="1209868"/>
                </a:lnTo>
                <a:lnTo>
                  <a:pt x="247331" y="1209169"/>
                </a:lnTo>
                <a:close/>
                <a:moveTo>
                  <a:pt x="415833" y="829564"/>
                </a:moveTo>
                <a:lnTo>
                  <a:pt x="415775" y="829722"/>
                </a:lnTo>
                <a:lnTo>
                  <a:pt x="416368" y="836812"/>
                </a:lnTo>
                <a:lnTo>
                  <a:pt x="417176" y="832351"/>
                </a:lnTo>
                <a:close/>
                <a:moveTo>
                  <a:pt x="362577" y="948780"/>
                </a:moveTo>
                <a:lnTo>
                  <a:pt x="365209" y="959371"/>
                </a:lnTo>
                <a:lnTo>
                  <a:pt x="365002" y="953969"/>
                </a:lnTo>
                <a:close/>
                <a:moveTo>
                  <a:pt x="443427" y="767634"/>
                </a:moveTo>
                <a:lnTo>
                  <a:pt x="442410" y="772807"/>
                </a:lnTo>
                <a:lnTo>
                  <a:pt x="444423" y="773422"/>
                </a:lnTo>
                <a:close/>
                <a:moveTo>
                  <a:pt x="563713" y="498274"/>
                </a:moveTo>
                <a:lnTo>
                  <a:pt x="563124" y="503159"/>
                </a:lnTo>
                <a:lnTo>
                  <a:pt x="563955" y="503791"/>
                </a:lnTo>
                <a:lnTo>
                  <a:pt x="564239" y="498715"/>
                </a:lnTo>
                <a:close/>
                <a:moveTo>
                  <a:pt x="324714" y="1033348"/>
                </a:moveTo>
                <a:lnTo>
                  <a:pt x="324888" y="1034061"/>
                </a:lnTo>
                <a:lnTo>
                  <a:pt x="325325" y="1034302"/>
                </a:lnTo>
                <a:close/>
                <a:moveTo>
                  <a:pt x="512174" y="613585"/>
                </a:moveTo>
                <a:lnTo>
                  <a:pt x="512703" y="614542"/>
                </a:lnTo>
                <a:lnTo>
                  <a:pt x="516466" y="615345"/>
                </a:lnTo>
                <a:lnTo>
                  <a:pt x="516325" y="614156"/>
                </a:lnTo>
                <a:close/>
                <a:moveTo>
                  <a:pt x="416675" y="827262"/>
                </a:moveTo>
                <a:lnTo>
                  <a:pt x="416118" y="828779"/>
                </a:lnTo>
                <a:lnTo>
                  <a:pt x="417376" y="831247"/>
                </a:lnTo>
                <a:lnTo>
                  <a:pt x="417598" y="830019"/>
                </a:lnTo>
                <a:close/>
                <a:moveTo>
                  <a:pt x="270945" y="1153577"/>
                </a:moveTo>
                <a:lnTo>
                  <a:pt x="273143" y="1162528"/>
                </a:lnTo>
                <a:lnTo>
                  <a:pt x="280522" y="1169056"/>
                </a:lnTo>
                <a:lnTo>
                  <a:pt x="276229" y="1155996"/>
                </a:lnTo>
                <a:close/>
                <a:moveTo>
                  <a:pt x="431159" y="794824"/>
                </a:moveTo>
                <a:lnTo>
                  <a:pt x="430669" y="798660"/>
                </a:lnTo>
                <a:lnTo>
                  <a:pt x="430721" y="801124"/>
                </a:lnTo>
                <a:lnTo>
                  <a:pt x="431391" y="797712"/>
                </a:lnTo>
                <a:lnTo>
                  <a:pt x="431295" y="794915"/>
                </a:lnTo>
                <a:close/>
                <a:moveTo>
                  <a:pt x="482793" y="679175"/>
                </a:moveTo>
                <a:lnTo>
                  <a:pt x="483143" y="683873"/>
                </a:lnTo>
                <a:lnTo>
                  <a:pt x="484290" y="686129"/>
                </a:lnTo>
                <a:lnTo>
                  <a:pt x="487207" y="687572"/>
                </a:lnTo>
                <a:lnTo>
                  <a:pt x="482967" y="679192"/>
                </a:lnTo>
                <a:close/>
                <a:moveTo>
                  <a:pt x="357485" y="959682"/>
                </a:moveTo>
                <a:lnTo>
                  <a:pt x="358380" y="962924"/>
                </a:lnTo>
                <a:lnTo>
                  <a:pt x="358682" y="963419"/>
                </a:lnTo>
                <a:lnTo>
                  <a:pt x="358074" y="960625"/>
                </a:lnTo>
                <a:close/>
                <a:moveTo>
                  <a:pt x="510575" y="616869"/>
                </a:moveTo>
                <a:lnTo>
                  <a:pt x="510215" y="618385"/>
                </a:lnTo>
                <a:lnTo>
                  <a:pt x="511391" y="618636"/>
                </a:lnTo>
                <a:lnTo>
                  <a:pt x="511263" y="617563"/>
                </a:lnTo>
                <a:close/>
                <a:moveTo>
                  <a:pt x="423853" y="811034"/>
                </a:moveTo>
                <a:lnTo>
                  <a:pt x="423841" y="811318"/>
                </a:lnTo>
                <a:lnTo>
                  <a:pt x="424124" y="811711"/>
                </a:lnTo>
                <a:lnTo>
                  <a:pt x="424091" y="811307"/>
                </a:lnTo>
                <a:close/>
                <a:moveTo>
                  <a:pt x="298723" y="1091149"/>
                </a:moveTo>
                <a:lnTo>
                  <a:pt x="299063" y="1092899"/>
                </a:lnTo>
                <a:lnTo>
                  <a:pt x="303280" y="1096758"/>
                </a:lnTo>
                <a:lnTo>
                  <a:pt x="303309" y="1096220"/>
                </a:lnTo>
                <a:lnTo>
                  <a:pt x="302844" y="1094870"/>
                </a:lnTo>
                <a:close/>
                <a:moveTo>
                  <a:pt x="537115" y="557230"/>
                </a:moveTo>
                <a:lnTo>
                  <a:pt x="539430" y="559425"/>
                </a:lnTo>
                <a:lnTo>
                  <a:pt x="538907" y="557773"/>
                </a:lnTo>
                <a:close/>
                <a:moveTo>
                  <a:pt x="494619" y="652279"/>
                </a:moveTo>
                <a:lnTo>
                  <a:pt x="494701" y="654673"/>
                </a:lnTo>
                <a:lnTo>
                  <a:pt x="494911" y="657483"/>
                </a:lnTo>
                <a:lnTo>
                  <a:pt x="497191" y="659220"/>
                </a:lnTo>
                <a:lnTo>
                  <a:pt x="500247" y="659506"/>
                </a:lnTo>
                <a:lnTo>
                  <a:pt x="499198" y="655215"/>
                </a:lnTo>
                <a:lnTo>
                  <a:pt x="499039" y="654362"/>
                </a:lnTo>
                <a:close/>
                <a:moveTo>
                  <a:pt x="527112" y="579440"/>
                </a:moveTo>
                <a:lnTo>
                  <a:pt x="527152" y="579990"/>
                </a:lnTo>
                <a:lnTo>
                  <a:pt x="527392" y="580189"/>
                </a:lnTo>
                <a:lnTo>
                  <a:pt x="527751" y="580331"/>
                </a:lnTo>
                <a:lnTo>
                  <a:pt x="527806" y="580010"/>
                </a:lnTo>
                <a:close/>
                <a:moveTo>
                  <a:pt x="603014" y="409447"/>
                </a:moveTo>
                <a:lnTo>
                  <a:pt x="603553" y="413374"/>
                </a:lnTo>
                <a:lnTo>
                  <a:pt x="605837" y="428545"/>
                </a:lnTo>
                <a:lnTo>
                  <a:pt x="609979" y="431126"/>
                </a:lnTo>
                <a:lnTo>
                  <a:pt x="613351" y="432714"/>
                </a:lnTo>
                <a:lnTo>
                  <a:pt x="614308" y="426582"/>
                </a:lnTo>
                <a:lnTo>
                  <a:pt x="611147" y="415447"/>
                </a:lnTo>
                <a:close/>
                <a:moveTo>
                  <a:pt x="427215" y="803004"/>
                </a:moveTo>
                <a:lnTo>
                  <a:pt x="427230" y="803411"/>
                </a:lnTo>
                <a:lnTo>
                  <a:pt x="427360" y="804065"/>
                </a:lnTo>
                <a:lnTo>
                  <a:pt x="428987" y="805934"/>
                </a:lnTo>
                <a:lnTo>
                  <a:pt x="429161" y="804577"/>
                </a:lnTo>
                <a:lnTo>
                  <a:pt x="428993" y="804183"/>
                </a:lnTo>
                <a:close/>
                <a:moveTo>
                  <a:pt x="510848" y="615715"/>
                </a:moveTo>
                <a:lnTo>
                  <a:pt x="510621" y="616667"/>
                </a:lnTo>
                <a:lnTo>
                  <a:pt x="511229" y="617280"/>
                </a:lnTo>
                <a:lnTo>
                  <a:pt x="511094" y="616160"/>
                </a:lnTo>
                <a:close/>
                <a:moveTo>
                  <a:pt x="521936" y="590881"/>
                </a:moveTo>
                <a:lnTo>
                  <a:pt x="521096" y="596475"/>
                </a:lnTo>
                <a:lnTo>
                  <a:pt x="522588" y="597057"/>
                </a:lnTo>
                <a:lnTo>
                  <a:pt x="522286" y="591637"/>
                </a:lnTo>
                <a:close/>
                <a:moveTo>
                  <a:pt x="503709" y="631563"/>
                </a:moveTo>
                <a:lnTo>
                  <a:pt x="503728" y="640774"/>
                </a:lnTo>
                <a:lnTo>
                  <a:pt x="504285" y="642354"/>
                </a:lnTo>
                <a:lnTo>
                  <a:pt x="505054" y="638431"/>
                </a:lnTo>
                <a:lnTo>
                  <a:pt x="506280" y="633268"/>
                </a:lnTo>
                <a:close/>
                <a:moveTo>
                  <a:pt x="450900" y="749568"/>
                </a:moveTo>
                <a:lnTo>
                  <a:pt x="451269" y="754087"/>
                </a:lnTo>
                <a:lnTo>
                  <a:pt x="453821" y="759592"/>
                </a:lnTo>
                <a:lnTo>
                  <a:pt x="454339" y="760237"/>
                </a:lnTo>
                <a:lnTo>
                  <a:pt x="454901" y="755839"/>
                </a:lnTo>
                <a:lnTo>
                  <a:pt x="453605" y="750853"/>
                </a:lnTo>
                <a:close/>
                <a:moveTo>
                  <a:pt x="448257" y="755324"/>
                </a:moveTo>
                <a:lnTo>
                  <a:pt x="448828" y="760693"/>
                </a:lnTo>
                <a:lnTo>
                  <a:pt x="450308" y="761636"/>
                </a:lnTo>
                <a:close/>
                <a:moveTo>
                  <a:pt x="379186" y="909750"/>
                </a:moveTo>
                <a:lnTo>
                  <a:pt x="379422" y="910249"/>
                </a:lnTo>
                <a:lnTo>
                  <a:pt x="382637" y="914362"/>
                </a:lnTo>
                <a:lnTo>
                  <a:pt x="382722" y="912436"/>
                </a:lnTo>
                <a:close/>
                <a:moveTo>
                  <a:pt x="343756" y="988986"/>
                </a:moveTo>
                <a:lnTo>
                  <a:pt x="344634" y="990916"/>
                </a:lnTo>
                <a:lnTo>
                  <a:pt x="344551" y="989835"/>
                </a:lnTo>
                <a:close/>
                <a:moveTo>
                  <a:pt x="444109" y="764161"/>
                </a:moveTo>
                <a:lnTo>
                  <a:pt x="443768" y="765897"/>
                </a:lnTo>
                <a:lnTo>
                  <a:pt x="446045" y="773916"/>
                </a:lnTo>
                <a:lnTo>
                  <a:pt x="447376" y="774324"/>
                </a:lnTo>
                <a:lnTo>
                  <a:pt x="447870" y="774496"/>
                </a:lnTo>
                <a:close/>
                <a:moveTo>
                  <a:pt x="456812" y="735700"/>
                </a:moveTo>
                <a:lnTo>
                  <a:pt x="457306" y="737045"/>
                </a:lnTo>
                <a:lnTo>
                  <a:pt x="457415" y="736193"/>
                </a:lnTo>
                <a:close/>
                <a:moveTo>
                  <a:pt x="458540" y="731785"/>
                </a:moveTo>
                <a:lnTo>
                  <a:pt x="458217" y="734309"/>
                </a:lnTo>
                <a:lnTo>
                  <a:pt x="459471" y="734756"/>
                </a:lnTo>
                <a:lnTo>
                  <a:pt x="459679" y="733051"/>
                </a:lnTo>
                <a:close/>
                <a:moveTo>
                  <a:pt x="465183" y="716739"/>
                </a:moveTo>
                <a:lnTo>
                  <a:pt x="465910" y="722131"/>
                </a:lnTo>
                <a:lnTo>
                  <a:pt x="475862" y="727067"/>
                </a:lnTo>
                <a:lnTo>
                  <a:pt x="475975" y="727102"/>
                </a:lnTo>
                <a:lnTo>
                  <a:pt x="475940" y="723207"/>
                </a:lnTo>
                <a:lnTo>
                  <a:pt x="473747" y="721588"/>
                </a:lnTo>
                <a:close/>
                <a:moveTo>
                  <a:pt x="588505" y="440547"/>
                </a:moveTo>
                <a:lnTo>
                  <a:pt x="591355" y="450585"/>
                </a:lnTo>
                <a:lnTo>
                  <a:pt x="596296" y="455068"/>
                </a:lnTo>
                <a:lnTo>
                  <a:pt x="596467" y="448794"/>
                </a:lnTo>
                <a:close/>
                <a:moveTo>
                  <a:pt x="374181" y="920155"/>
                </a:moveTo>
                <a:lnTo>
                  <a:pt x="375162" y="923476"/>
                </a:lnTo>
                <a:lnTo>
                  <a:pt x="377862" y="926867"/>
                </a:lnTo>
                <a:lnTo>
                  <a:pt x="377835" y="926514"/>
                </a:lnTo>
                <a:lnTo>
                  <a:pt x="375843" y="920746"/>
                </a:lnTo>
                <a:close/>
                <a:moveTo>
                  <a:pt x="518282" y="597442"/>
                </a:moveTo>
                <a:lnTo>
                  <a:pt x="518786" y="600639"/>
                </a:lnTo>
                <a:lnTo>
                  <a:pt x="519924" y="601351"/>
                </a:lnTo>
                <a:lnTo>
                  <a:pt x="520228" y="599322"/>
                </a:lnTo>
                <a:lnTo>
                  <a:pt x="520189" y="598223"/>
                </a:lnTo>
                <a:close/>
                <a:moveTo>
                  <a:pt x="243471" y="1212737"/>
                </a:moveTo>
                <a:lnTo>
                  <a:pt x="245527" y="1216665"/>
                </a:lnTo>
                <a:lnTo>
                  <a:pt x="247347" y="1217674"/>
                </a:lnTo>
                <a:lnTo>
                  <a:pt x="245914" y="1215881"/>
                </a:lnTo>
                <a:close/>
                <a:moveTo>
                  <a:pt x="251873" y="1193642"/>
                </a:moveTo>
                <a:lnTo>
                  <a:pt x="251930" y="1193776"/>
                </a:lnTo>
                <a:lnTo>
                  <a:pt x="254546" y="1197823"/>
                </a:lnTo>
                <a:lnTo>
                  <a:pt x="255360" y="1198978"/>
                </a:lnTo>
                <a:lnTo>
                  <a:pt x="254820" y="1197683"/>
                </a:lnTo>
                <a:close/>
                <a:moveTo>
                  <a:pt x="389346" y="885737"/>
                </a:moveTo>
                <a:lnTo>
                  <a:pt x="389749" y="887430"/>
                </a:lnTo>
                <a:lnTo>
                  <a:pt x="392663" y="890123"/>
                </a:lnTo>
                <a:lnTo>
                  <a:pt x="392670" y="890070"/>
                </a:lnTo>
                <a:lnTo>
                  <a:pt x="391425" y="888100"/>
                </a:lnTo>
                <a:close/>
                <a:moveTo>
                  <a:pt x="507858" y="620186"/>
                </a:moveTo>
                <a:lnTo>
                  <a:pt x="508936" y="621678"/>
                </a:lnTo>
                <a:lnTo>
                  <a:pt x="509019" y="621732"/>
                </a:lnTo>
                <a:lnTo>
                  <a:pt x="509269" y="620677"/>
                </a:lnTo>
                <a:close/>
                <a:moveTo>
                  <a:pt x="344540" y="985829"/>
                </a:moveTo>
                <a:lnTo>
                  <a:pt x="344780" y="988965"/>
                </a:lnTo>
                <a:lnTo>
                  <a:pt x="347236" y="991593"/>
                </a:lnTo>
                <a:lnTo>
                  <a:pt x="346984" y="990355"/>
                </a:lnTo>
                <a:close/>
                <a:moveTo>
                  <a:pt x="548738" y="528535"/>
                </a:moveTo>
                <a:lnTo>
                  <a:pt x="551843" y="537527"/>
                </a:lnTo>
                <a:lnTo>
                  <a:pt x="552580" y="531419"/>
                </a:lnTo>
                <a:close/>
                <a:moveTo>
                  <a:pt x="250721" y="1195782"/>
                </a:moveTo>
                <a:lnTo>
                  <a:pt x="250865" y="1196008"/>
                </a:lnTo>
                <a:lnTo>
                  <a:pt x="255194" y="1202611"/>
                </a:lnTo>
                <a:lnTo>
                  <a:pt x="255065" y="1202305"/>
                </a:lnTo>
                <a:lnTo>
                  <a:pt x="252062" y="1197215"/>
                </a:lnTo>
                <a:close/>
                <a:moveTo>
                  <a:pt x="197356" y="1315098"/>
                </a:moveTo>
                <a:lnTo>
                  <a:pt x="201260" y="1325320"/>
                </a:lnTo>
                <a:lnTo>
                  <a:pt x="218342" y="1339531"/>
                </a:lnTo>
                <a:lnTo>
                  <a:pt x="220232" y="1340644"/>
                </a:lnTo>
                <a:close/>
                <a:moveTo>
                  <a:pt x="264380" y="1164979"/>
                </a:moveTo>
                <a:lnTo>
                  <a:pt x="265049" y="1167893"/>
                </a:lnTo>
                <a:lnTo>
                  <a:pt x="265662" y="1168413"/>
                </a:lnTo>
                <a:close/>
                <a:moveTo>
                  <a:pt x="512332" y="609469"/>
                </a:moveTo>
                <a:lnTo>
                  <a:pt x="511601" y="612550"/>
                </a:lnTo>
                <a:lnTo>
                  <a:pt x="511994" y="613260"/>
                </a:lnTo>
                <a:lnTo>
                  <a:pt x="516288" y="613850"/>
                </a:lnTo>
                <a:lnTo>
                  <a:pt x="516030" y="611704"/>
                </a:lnTo>
                <a:close/>
                <a:moveTo>
                  <a:pt x="387847" y="888144"/>
                </a:moveTo>
                <a:lnTo>
                  <a:pt x="388897" y="893329"/>
                </a:lnTo>
                <a:lnTo>
                  <a:pt x="390570" y="893911"/>
                </a:lnTo>
                <a:lnTo>
                  <a:pt x="389660" y="890084"/>
                </a:lnTo>
                <a:close/>
                <a:moveTo>
                  <a:pt x="518116" y="596391"/>
                </a:moveTo>
                <a:lnTo>
                  <a:pt x="518236" y="597152"/>
                </a:lnTo>
                <a:lnTo>
                  <a:pt x="520178" y="597949"/>
                </a:lnTo>
                <a:lnTo>
                  <a:pt x="520152" y="597226"/>
                </a:lnTo>
                <a:close/>
                <a:moveTo>
                  <a:pt x="291668" y="1103372"/>
                </a:moveTo>
                <a:lnTo>
                  <a:pt x="292969" y="1106203"/>
                </a:lnTo>
                <a:lnTo>
                  <a:pt x="294179" y="1106637"/>
                </a:lnTo>
                <a:lnTo>
                  <a:pt x="292977" y="1104399"/>
                </a:lnTo>
                <a:lnTo>
                  <a:pt x="292323" y="1103789"/>
                </a:lnTo>
                <a:close/>
                <a:moveTo>
                  <a:pt x="342356" y="989697"/>
                </a:moveTo>
                <a:lnTo>
                  <a:pt x="343328" y="992330"/>
                </a:lnTo>
                <a:lnTo>
                  <a:pt x="344927" y="994741"/>
                </a:lnTo>
                <a:lnTo>
                  <a:pt x="344742" y="992317"/>
                </a:lnTo>
                <a:close/>
                <a:moveTo>
                  <a:pt x="501103" y="634204"/>
                </a:moveTo>
                <a:lnTo>
                  <a:pt x="502163" y="646887"/>
                </a:lnTo>
                <a:lnTo>
                  <a:pt x="503160" y="647576"/>
                </a:lnTo>
                <a:lnTo>
                  <a:pt x="503172" y="646551"/>
                </a:lnTo>
                <a:lnTo>
                  <a:pt x="502152" y="638037"/>
                </a:lnTo>
                <a:lnTo>
                  <a:pt x="502109" y="637633"/>
                </a:lnTo>
                <a:close/>
                <a:moveTo>
                  <a:pt x="481085" y="679016"/>
                </a:moveTo>
                <a:lnTo>
                  <a:pt x="481143" y="679939"/>
                </a:lnTo>
                <a:lnTo>
                  <a:pt x="482261" y="682137"/>
                </a:lnTo>
                <a:lnTo>
                  <a:pt x="482156" y="679116"/>
                </a:lnTo>
                <a:close/>
                <a:moveTo>
                  <a:pt x="222066" y="1258893"/>
                </a:moveTo>
                <a:lnTo>
                  <a:pt x="225491" y="1265554"/>
                </a:lnTo>
                <a:lnTo>
                  <a:pt x="226833" y="1266891"/>
                </a:lnTo>
                <a:lnTo>
                  <a:pt x="224990" y="1261533"/>
                </a:lnTo>
                <a:close/>
                <a:moveTo>
                  <a:pt x="427096" y="799726"/>
                </a:moveTo>
                <a:lnTo>
                  <a:pt x="427136" y="800837"/>
                </a:lnTo>
                <a:lnTo>
                  <a:pt x="427739" y="801235"/>
                </a:lnTo>
                <a:close/>
                <a:moveTo>
                  <a:pt x="534138" y="559874"/>
                </a:moveTo>
                <a:lnTo>
                  <a:pt x="535012" y="562630"/>
                </a:lnTo>
                <a:lnTo>
                  <a:pt x="536771" y="564058"/>
                </a:lnTo>
                <a:lnTo>
                  <a:pt x="536382" y="561213"/>
                </a:lnTo>
                <a:close/>
                <a:moveTo>
                  <a:pt x="280241" y="1128391"/>
                </a:moveTo>
                <a:lnTo>
                  <a:pt x="282616" y="1134491"/>
                </a:lnTo>
                <a:lnTo>
                  <a:pt x="283622" y="1135565"/>
                </a:lnTo>
                <a:close/>
                <a:moveTo>
                  <a:pt x="395430" y="870423"/>
                </a:moveTo>
                <a:lnTo>
                  <a:pt x="395752" y="871178"/>
                </a:lnTo>
                <a:lnTo>
                  <a:pt x="395816" y="870852"/>
                </a:lnTo>
                <a:close/>
                <a:moveTo>
                  <a:pt x="363701" y="941340"/>
                </a:moveTo>
                <a:lnTo>
                  <a:pt x="364673" y="945373"/>
                </a:lnTo>
                <a:lnTo>
                  <a:pt x="364520" y="941383"/>
                </a:lnTo>
                <a:close/>
                <a:moveTo>
                  <a:pt x="457696" y="730846"/>
                </a:moveTo>
                <a:lnTo>
                  <a:pt x="457911" y="732309"/>
                </a:lnTo>
                <a:lnTo>
                  <a:pt x="458048" y="731238"/>
                </a:lnTo>
                <a:close/>
                <a:moveTo>
                  <a:pt x="537547" y="552041"/>
                </a:moveTo>
                <a:lnTo>
                  <a:pt x="539268" y="557472"/>
                </a:lnTo>
                <a:lnTo>
                  <a:pt x="545483" y="559266"/>
                </a:lnTo>
                <a:lnTo>
                  <a:pt x="545426" y="555735"/>
                </a:lnTo>
                <a:close/>
                <a:moveTo>
                  <a:pt x="321710" y="1035130"/>
                </a:moveTo>
                <a:lnTo>
                  <a:pt x="321939" y="1037879"/>
                </a:lnTo>
                <a:lnTo>
                  <a:pt x="326325" y="1046457"/>
                </a:lnTo>
                <a:lnTo>
                  <a:pt x="326020" y="1042373"/>
                </a:lnTo>
                <a:close/>
                <a:moveTo>
                  <a:pt x="567037" y="485605"/>
                </a:moveTo>
                <a:lnTo>
                  <a:pt x="571568" y="500504"/>
                </a:lnTo>
                <a:lnTo>
                  <a:pt x="571846" y="501377"/>
                </a:lnTo>
                <a:lnTo>
                  <a:pt x="569531" y="486947"/>
                </a:lnTo>
                <a:close/>
                <a:moveTo>
                  <a:pt x="388991" y="884240"/>
                </a:moveTo>
                <a:lnTo>
                  <a:pt x="389118" y="884779"/>
                </a:lnTo>
                <a:lnTo>
                  <a:pt x="389866" y="885628"/>
                </a:lnTo>
                <a:close/>
                <a:moveTo>
                  <a:pt x="320597" y="1037331"/>
                </a:moveTo>
                <a:lnTo>
                  <a:pt x="321423" y="1040723"/>
                </a:lnTo>
                <a:lnTo>
                  <a:pt x="321588" y="1041072"/>
                </a:lnTo>
                <a:lnTo>
                  <a:pt x="321408" y="1038917"/>
                </a:lnTo>
                <a:close/>
                <a:moveTo>
                  <a:pt x="449410" y="748860"/>
                </a:moveTo>
                <a:lnTo>
                  <a:pt x="450809" y="753094"/>
                </a:lnTo>
                <a:lnTo>
                  <a:pt x="450873" y="753235"/>
                </a:lnTo>
                <a:lnTo>
                  <a:pt x="450561" y="749407"/>
                </a:lnTo>
                <a:close/>
                <a:moveTo>
                  <a:pt x="455566" y="734920"/>
                </a:moveTo>
                <a:lnTo>
                  <a:pt x="456231" y="736626"/>
                </a:lnTo>
                <a:lnTo>
                  <a:pt x="457200" y="737866"/>
                </a:lnTo>
                <a:lnTo>
                  <a:pt x="457207" y="737813"/>
                </a:lnTo>
                <a:lnTo>
                  <a:pt x="456269" y="735255"/>
                </a:lnTo>
                <a:lnTo>
                  <a:pt x="456084" y="735105"/>
                </a:lnTo>
                <a:close/>
                <a:moveTo>
                  <a:pt x="246615" y="1202787"/>
                </a:moveTo>
                <a:lnTo>
                  <a:pt x="247318" y="1205650"/>
                </a:lnTo>
                <a:lnTo>
                  <a:pt x="248007" y="1206230"/>
                </a:lnTo>
                <a:lnTo>
                  <a:pt x="248007" y="1206212"/>
                </a:lnTo>
                <a:lnTo>
                  <a:pt x="248043" y="1206261"/>
                </a:lnTo>
                <a:lnTo>
                  <a:pt x="249263" y="1207287"/>
                </a:lnTo>
                <a:lnTo>
                  <a:pt x="248471" y="1205571"/>
                </a:lnTo>
                <a:close/>
                <a:moveTo>
                  <a:pt x="557879" y="505783"/>
                </a:moveTo>
                <a:lnTo>
                  <a:pt x="557362" y="510080"/>
                </a:lnTo>
                <a:lnTo>
                  <a:pt x="558788" y="514209"/>
                </a:lnTo>
                <a:lnTo>
                  <a:pt x="559035" y="512539"/>
                </a:lnTo>
                <a:lnTo>
                  <a:pt x="559658" y="507371"/>
                </a:lnTo>
                <a:close/>
                <a:moveTo>
                  <a:pt x="298018" y="1087513"/>
                </a:moveTo>
                <a:lnTo>
                  <a:pt x="298508" y="1090042"/>
                </a:lnTo>
                <a:lnTo>
                  <a:pt x="302268" y="1093438"/>
                </a:lnTo>
                <a:lnTo>
                  <a:pt x="299862" y="1088915"/>
                </a:lnTo>
                <a:close/>
                <a:moveTo>
                  <a:pt x="530247" y="567294"/>
                </a:moveTo>
                <a:lnTo>
                  <a:pt x="531564" y="573764"/>
                </a:lnTo>
                <a:lnTo>
                  <a:pt x="531895" y="573901"/>
                </a:lnTo>
                <a:lnTo>
                  <a:pt x="535435" y="574922"/>
                </a:lnTo>
                <a:lnTo>
                  <a:pt x="534627" y="569002"/>
                </a:lnTo>
                <a:close/>
                <a:moveTo>
                  <a:pt x="527728" y="572888"/>
                </a:moveTo>
                <a:lnTo>
                  <a:pt x="531920" y="576325"/>
                </a:lnTo>
                <a:lnTo>
                  <a:pt x="531489" y="574204"/>
                </a:lnTo>
                <a:lnTo>
                  <a:pt x="529631" y="573436"/>
                </a:lnTo>
                <a:close/>
                <a:moveTo>
                  <a:pt x="491721" y="653509"/>
                </a:moveTo>
                <a:lnTo>
                  <a:pt x="492200" y="655419"/>
                </a:lnTo>
                <a:lnTo>
                  <a:pt x="492994" y="656023"/>
                </a:lnTo>
                <a:close/>
                <a:moveTo>
                  <a:pt x="296960" y="1089556"/>
                </a:moveTo>
                <a:lnTo>
                  <a:pt x="297524" y="1090887"/>
                </a:lnTo>
                <a:lnTo>
                  <a:pt x="298027" y="1091951"/>
                </a:lnTo>
                <a:lnTo>
                  <a:pt x="298553" y="1092433"/>
                </a:lnTo>
                <a:lnTo>
                  <a:pt x="298215" y="1090690"/>
                </a:lnTo>
                <a:close/>
                <a:moveTo>
                  <a:pt x="414677" y="825945"/>
                </a:moveTo>
                <a:lnTo>
                  <a:pt x="414874" y="826333"/>
                </a:lnTo>
                <a:lnTo>
                  <a:pt x="414854" y="826093"/>
                </a:lnTo>
                <a:lnTo>
                  <a:pt x="414851" y="826036"/>
                </a:lnTo>
                <a:close/>
                <a:moveTo>
                  <a:pt x="412396" y="830951"/>
                </a:moveTo>
                <a:lnTo>
                  <a:pt x="412268" y="833960"/>
                </a:lnTo>
                <a:lnTo>
                  <a:pt x="412302" y="834076"/>
                </a:lnTo>
                <a:lnTo>
                  <a:pt x="412303" y="834077"/>
                </a:lnTo>
                <a:lnTo>
                  <a:pt x="412661" y="833101"/>
                </a:lnTo>
                <a:lnTo>
                  <a:pt x="412495" y="831123"/>
                </a:lnTo>
                <a:close/>
                <a:moveTo>
                  <a:pt x="564738" y="489800"/>
                </a:moveTo>
                <a:lnTo>
                  <a:pt x="563817" y="497425"/>
                </a:lnTo>
                <a:lnTo>
                  <a:pt x="564290" y="497823"/>
                </a:lnTo>
                <a:close/>
                <a:moveTo>
                  <a:pt x="362285" y="943126"/>
                </a:moveTo>
                <a:lnTo>
                  <a:pt x="362527" y="948069"/>
                </a:lnTo>
                <a:lnTo>
                  <a:pt x="364976" y="953306"/>
                </a:lnTo>
                <a:lnTo>
                  <a:pt x="364779" y="948131"/>
                </a:lnTo>
                <a:lnTo>
                  <a:pt x="363620" y="944621"/>
                </a:lnTo>
                <a:close/>
                <a:moveTo>
                  <a:pt x="363041" y="941305"/>
                </a:moveTo>
                <a:lnTo>
                  <a:pt x="364306" y="944967"/>
                </a:lnTo>
                <a:lnTo>
                  <a:pt x="364468" y="945150"/>
                </a:lnTo>
                <a:lnTo>
                  <a:pt x="363549" y="941332"/>
                </a:lnTo>
                <a:close/>
                <a:moveTo>
                  <a:pt x="429058" y="793401"/>
                </a:moveTo>
                <a:lnTo>
                  <a:pt x="427652" y="797246"/>
                </a:lnTo>
                <a:lnTo>
                  <a:pt x="428799" y="800389"/>
                </a:lnTo>
                <a:lnTo>
                  <a:pt x="429489" y="802011"/>
                </a:lnTo>
                <a:lnTo>
                  <a:pt x="430468" y="794355"/>
                </a:lnTo>
                <a:close/>
                <a:moveTo>
                  <a:pt x="527636" y="572610"/>
                </a:moveTo>
                <a:lnTo>
                  <a:pt x="527627" y="572671"/>
                </a:lnTo>
                <a:lnTo>
                  <a:pt x="528140" y="572819"/>
                </a:lnTo>
                <a:close/>
                <a:moveTo>
                  <a:pt x="471089" y="699094"/>
                </a:moveTo>
                <a:lnTo>
                  <a:pt x="474928" y="708088"/>
                </a:lnTo>
                <a:lnTo>
                  <a:pt x="475808" y="708342"/>
                </a:lnTo>
                <a:lnTo>
                  <a:pt x="475761" y="703021"/>
                </a:lnTo>
                <a:close/>
                <a:moveTo>
                  <a:pt x="323677" y="1029078"/>
                </a:moveTo>
                <a:lnTo>
                  <a:pt x="324452" y="1032267"/>
                </a:lnTo>
                <a:lnTo>
                  <a:pt x="325372" y="1033707"/>
                </a:lnTo>
                <a:lnTo>
                  <a:pt x="325280" y="1032489"/>
                </a:lnTo>
                <a:close/>
                <a:moveTo>
                  <a:pt x="602393" y="404909"/>
                </a:moveTo>
                <a:lnTo>
                  <a:pt x="602943" y="408922"/>
                </a:lnTo>
                <a:lnTo>
                  <a:pt x="603567" y="409370"/>
                </a:lnTo>
                <a:lnTo>
                  <a:pt x="610973" y="414834"/>
                </a:lnTo>
                <a:lnTo>
                  <a:pt x="609604" y="410009"/>
                </a:lnTo>
                <a:close/>
                <a:moveTo>
                  <a:pt x="412424" y="830284"/>
                </a:moveTo>
                <a:lnTo>
                  <a:pt x="412405" y="830726"/>
                </a:lnTo>
                <a:lnTo>
                  <a:pt x="412471" y="830840"/>
                </a:lnTo>
                <a:close/>
                <a:moveTo>
                  <a:pt x="289592" y="1105313"/>
                </a:moveTo>
                <a:lnTo>
                  <a:pt x="296247" y="1114338"/>
                </a:lnTo>
                <a:lnTo>
                  <a:pt x="296417" y="1114482"/>
                </a:lnTo>
                <a:lnTo>
                  <a:pt x="292720" y="1106436"/>
                </a:lnTo>
                <a:close/>
                <a:moveTo>
                  <a:pt x="286312" y="1112601"/>
                </a:moveTo>
                <a:lnTo>
                  <a:pt x="288156" y="1122825"/>
                </a:lnTo>
                <a:lnTo>
                  <a:pt x="289909" y="1127081"/>
                </a:lnTo>
                <a:lnTo>
                  <a:pt x="296353" y="1135686"/>
                </a:lnTo>
                <a:lnTo>
                  <a:pt x="293204" y="1127699"/>
                </a:lnTo>
                <a:lnTo>
                  <a:pt x="292402" y="1127245"/>
                </a:lnTo>
                <a:lnTo>
                  <a:pt x="292323" y="1126985"/>
                </a:lnTo>
                <a:lnTo>
                  <a:pt x="293094" y="1127422"/>
                </a:lnTo>
                <a:lnTo>
                  <a:pt x="287752" y="1113875"/>
                </a:lnTo>
                <a:close/>
                <a:moveTo>
                  <a:pt x="342194" y="987313"/>
                </a:moveTo>
                <a:lnTo>
                  <a:pt x="342192" y="989099"/>
                </a:lnTo>
                <a:lnTo>
                  <a:pt x="344665" y="991816"/>
                </a:lnTo>
                <a:lnTo>
                  <a:pt x="343020" y="988198"/>
                </a:lnTo>
                <a:close/>
                <a:moveTo>
                  <a:pt x="268433" y="1152426"/>
                </a:moveTo>
                <a:lnTo>
                  <a:pt x="269683" y="1155434"/>
                </a:lnTo>
                <a:lnTo>
                  <a:pt x="272041" y="1160625"/>
                </a:lnTo>
                <a:lnTo>
                  <a:pt x="270230" y="1153249"/>
                </a:lnTo>
                <a:close/>
                <a:moveTo>
                  <a:pt x="321561" y="1033351"/>
                </a:moveTo>
                <a:lnTo>
                  <a:pt x="321627" y="1034143"/>
                </a:lnTo>
                <a:lnTo>
                  <a:pt x="323747" y="1037627"/>
                </a:lnTo>
                <a:close/>
                <a:moveTo>
                  <a:pt x="517744" y="594037"/>
                </a:moveTo>
                <a:lnTo>
                  <a:pt x="518054" y="596004"/>
                </a:lnTo>
                <a:lnTo>
                  <a:pt x="520139" y="596858"/>
                </a:lnTo>
                <a:lnTo>
                  <a:pt x="520123" y="596425"/>
                </a:lnTo>
                <a:lnTo>
                  <a:pt x="520113" y="596421"/>
                </a:lnTo>
                <a:lnTo>
                  <a:pt x="520122" y="596419"/>
                </a:lnTo>
                <a:lnTo>
                  <a:pt x="520121" y="596358"/>
                </a:lnTo>
                <a:close/>
                <a:moveTo>
                  <a:pt x="506825" y="618424"/>
                </a:moveTo>
                <a:lnTo>
                  <a:pt x="507218" y="619133"/>
                </a:lnTo>
                <a:lnTo>
                  <a:pt x="509452" y="619909"/>
                </a:lnTo>
                <a:lnTo>
                  <a:pt x="509661" y="619030"/>
                </a:lnTo>
                <a:close/>
                <a:moveTo>
                  <a:pt x="593645" y="424012"/>
                </a:moveTo>
                <a:lnTo>
                  <a:pt x="597152" y="427436"/>
                </a:lnTo>
                <a:lnTo>
                  <a:pt x="597220" y="425756"/>
                </a:lnTo>
                <a:close/>
                <a:moveTo>
                  <a:pt x="206252" y="1291429"/>
                </a:moveTo>
                <a:lnTo>
                  <a:pt x="211387" y="1304874"/>
                </a:lnTo>
                <a:lnTo>
                  <a:pt x="220790" y="1310199"/>
                </a:lnTo>
                <a:lnTo>
                  <a:pt x="213176" y="1300204"/>
                </a:lnTo>
                <a:lnTo>
                  <a:pt x="213180" y="1299981"/>
                </a:lnTo>
                <a:lnTo>
                  <a:pt x="221096" y="1310372"/>
                </a:lnTo>
                <a:lnTo>
                  <a:pt x="228190" y="1314391"/>
                </a:lnTo>
                <a:lnTo>
                  <a:pt x="221978" y="1308255"/>
                </a:lnTo>
                <a:close/>
                <a:moveTo>
                  <a:pt x="448687" y="748516"/>
                </a:moveTo>
                <a:lnTo>
                  <a:pt x="449795" y="750907"/>
                </a:lnTo>
                <a:lnTo>
                  <a:pt x="449065" y="748696"/>
                </a:lnTo>
                <a:close/>
                <a:moveTo>
                  <a:pt x="515015" y="599753"/>
                </a:moveTo>
                <a:lnTo>
                  <a:pt x="516375" y="611111"/>
                </a:lnTo>
                <a:lnTo>
                  <a:pt x="518287" y="612266"/>
                </a:lnTo>
                <a:lnTo>
                  <a:pt x="518344" y="611883"/>
                </a:lnTo>
                <a:lnTo>
                  <a:pt x="516583" y="600736"/>
                </a:lnTo>
                <a:close/>
                <a:moveTo>
                  <a:pt x="501440" y="630061"/>
                </a:moveTo>
                <a:lnTo>
                  <a:pt x="502195" y="636375"/>
                </a:lnTo>
                <a:lnTo>
                  <a:pt x="502282" y="636673"/>
                </a:lnTo>
                <a:lnTo>
                  <a:pt x="503253" y="639425"/>
                </a:lnTo>
                <a:lnTo>
                  <a:pt x="503344" y="631323"/>
                </a:lnTo>
                <a:close/>
                <a:moveTo>
                  <a:pt x="558236" y="502834"/>
                </a:moveTo>
                <a:lnTo>
                  <a:pt x="558118" y="503819"/>
                </a:lnTo>
                <a:lnTo>
                  <a:pt x="559895" y="505404"/>
                </a:lnTo>
                <a:lnTo>
                  <a:pt x="560040" y="504206"/>
                </a:lnTo>
                <a:close/>
                <a:moveTo>
                  <a:pt x="527138" y="572404"/>
                </a:moveTo>
                <a:lnTo>
                  <a:pt x="527316" y="572550"/>
                </a:lnTo>
                <a:lnTo>
                  <a:pt x="527326" y="572482"/>
                </a:lnTo>
                <a:close/>
                <a:moveTo>
                  <a:pt x="320013" y="1036188"/>
                </a:moveTo>
                <a:lnTo>
                  <a:pt x="320362" y="1037350"/>
                </a:lnTo>
                <a:lnTo>
                  <a:pt x="320163" y="1036482"/>
                </a:lnTo>
                <a:close/>
                <a:moveTo>
                  <a:pt x="388592" y="882564"/>
                </a:moveTo>
                <a:lnTo>
                  <a:pt x="388810" y="883483"/>
                </a:lnTo>
                <a:lnTo>
                  <a:pt x="390918" y="886823"/>
                </a:lnTo>
                <a:lnTo>
                  <a:pt x="392802" y="888963"/>
                </a:lnTo>
                <a:lnTo>
                  <a:pt x="392967" y="887586"/>
                </a:lnTo>
                <a:close/>
                <a:moveTo>
                  <a:pt x="268127" y="1152287"/>
                </a:moveTo>
                <a:lnTo>
                  <a:pt x="270625" y="1158975"/>
                </a:lnTo>
                <a:lnTo>
                  <a:pt x="270841" y="1159353"/>
                </a:lnTo>
                <a:lnTo>
                  <a:pt x="272114" y="1161510"/>
                </a:lnTo>
                <a:lnTo>
                  <a:pt x="268319" y="1152376"/>
                </a:lnTo>
                <a:close/>
                <a:moveTo>
                  <a:pt x="261879" y="1166185"/>
                </a:moveTo>
                <a:lnTo>
                  <a:pt x="265101" y="1169616"/>
                </a:lnTo>
                <a:lnTo>
                  <a:pt x="264951" y="1168959"/>
                </a:lnTo>
                <a:close/>
                <a:moveTo>
                  <a:pt x="415199" y="822832"/>
                </a:moveTo>
                <a:lnTo>
                  <a:pt x="415362" y="824782"/>
                </a:lnTo>
                <a:lnTo>
                  <a:pt x="415531" y="824872"/>
                </a:lnTo>
                <a:lnTo>
                  <a:pt x="415641" y="824174"/>
                </a:lnTo>
                <a:lnTo>
                  <a:pt x="415207" y="822879"/>
                </a:lnTo>
                <a:close/>
                <a:moveTo>
                  <a:pt x="318199" y="1040015"/>
                </a:moveTo>
                <a:lnTo>
                  <a:pt x="318980" y="1046227"/>
                </a:lnTo>
                <a:lnTo>
                  <a:pt x="320046" y="1047058"/>
                </a:lnTo>
                <a:lnTo>
                  <a:pt x="319651" y="1042225"/>
                </a:lnTo>
                <a:close/>
                <a:moveTo>
                  <a:pt x="362194" y="941259"/>
                </a:moveTo>
                <a:lnTo>
                  <a:pt x="362263" y="942679"/>
                </a:lnTo>
                <a:lnTo>
                  <a:pt x="363399" y="943951"/>
                </a:lnTo>
                <a:lnTo>
                  <a:pt x="362515" y="941277"/>
                </a:lnTo>
                <a:close/>
                <a:moveTo>
                  <a:pt x="183705" y="1340919"/>
                </a:moveTo>
                <a:lnTo>
                  <a:pt x="188029" y="1344030"/>
                </a:lnTo>
                <a:lnTo>
                  <a:pt x="186982" y="1342419"/>
                </a:lnTo>
                <a:close/>
                <a:moveTo>
                  <a:pt x="486990" y="661726"/>
                </a:moveTo>
                <a:lnTo>
                  <a:pt x="488554" y="663380"/>
                </a:lnTo>
                <a:lnTo>
                  <a:pt x="488201" y="662324"/>
                </a:lnTo>
                <a:close/>
                <a:moveTo>
                  <a:pt x="514612" y="599866"/>
                </a:moveTo>
                <a:lnTo>
                  <a:pt x="512498" y="608768"/>
                </a:lnTo>
                <a:lnTo>
                  <a:pt x="515927" y="610839"/>
                </a:lnTo>
                <a:close/>
                <a:moveTo>
                  <a:pt x="510735" y="608504"/>
                </a:moveTo>
                <a:lnTo>
                  <a:pt x="511114" y="611672"/>
                </a:lnTo>
                <a:lnTo>
                  <a:pt x="511320" y="612045"/>
                </a:lnTo>
                <a:lnTo>
                  <a:pt x="511982" y="609257"/>
                </a:lnTo>
                <a:close/>
                <a:moveTo>
                  <a:pt x="277836" y="1129915"/>
                </a:moveTo>
                <a:lnTo>
                  <a:pt x="279496" y="1139114"/>
                </a:lnTo>
                <a:lnTo>
                  <a:pt x="280801" y="1140694"/>
                </a:lnTo>
                <a:lnTo>
                  <a:pt x="283336" y="1142656"/>
                </a:lnTo>
                <a:lnTo>
                  <a:pt x="278940" y="1131147"/>
                </a:lnTo>
                <a:close/>
                <a:moveTo>
                  <a:pt x="413794" y="825479"/>
                </a:moveTo>
                <a:lnTo>
                  <a:pt x="414101" y="829164"/>
                </a:lnTo>
                <a:lnTo>
                  <a:pt x="414764" y="827347"/>
                </a:lnTo>
                <a:lnTo>
                  <a:pt x="413890" y="825530"/>
                </a:lnTo>
                <a:close/>
                <a:moveTo>
                  <a:pt x="282412" y="1119546"/>
                </a:moveTo>
                <a:lnTo>
                  <a:pt x="284528" y="1123179"/>
                </a:lnTo>
                <a:lnTo>
                  <a:pt x="284380" y="1122454"/>
                </a:lnTo>
                <a:close/>
                <a:moveTo>
                  <a:pt x="433591" y="781001"/>
                </a:moveTo>
                <a:lnTo>
                  <a:pt x="432590" y="783738"/>
                </a:lnTo>
                <a:lnTo>
                  <a:pt x="433825" y="785318"/>
                </a:lnTo>
                <a:lnTo>
                  <a:pt x="434354" y="782624"/>
                </a:lnTo>
                <a:lnTo>
                  <a:pt x="434332" y="782339"/>
                </a:lnTo>
                <a:close/>
                <a:moveTo>
                  <a:pt x="520139" y="587004"/>
                </a:moveTo>
                <a:lnTo>
                  <a:pt x="520476" y="596311"/>
                </a:lnTo>
                <a:lnTo>
                  <a:pt x="520590" y="596277"/>
                </a:lnTo>
                <a:lnTo>
                  <a:pt x="520681" y="596312"/>
                </a:lnTo>
                <a:lnTo>
                  <a:pt x="521602" y="590161"/>
                </a:lnTo>
                <a:close/>
                <a:moveTo>
                  <a:pt x="480833" y="674972"/>
                </a:moveTo>
                <a:lnTo>
                  <a:pt x="480962" y="677033"/>
                </a:lnTo>
                <a:lnTo>
                  <a:pt x="481921" y="677122"/>
                </a:lnTo>
                <a:close/>
                <a:moveTo>
                  <a:pt x="514914" y="598594"/>
                </a:moveTo>
                <a:lnTo>
                  <a:pt x="514889" y="598702"/>
                </a:lnTo>
                <a:lnTo>
                  <a:pt x="514949" y="599200"/>
                </a:lnTo>
                <a:lnTo>
                  <a:pt x="516494" y="600167"/>
                </a:lnTo>
                <a:lnTo>
                  <a:pt x="516391" y="599520"/>
                </a:lnTo>
                <a:close/>
                <a:moveTo>
                  <a:pt x="446599" y="751471"/>
                </a:moveTo>
                <a:lnTo>
                  <a:pt x="445625" y="756433"/>
                </a:lnTo>
                <a:lnTo>
                  <a:pt x="446679" y="759326"/>
                </a:lnTo>
                <a:lnTo>
                  <a:pt x="448629" y="760567"/>
                </a:lnTo>
                <a:lnTo>
                  <a:pt x="447981" y="754472"/>
                </a:lnTo>
                <a:lnTo>
                  <a:pt x="447294" y="752358"/>
                </a:lnTo>
                <a:close/>
                <a:moveTo>
                  <a:pt x="494354" y="644532"/>
                </a:moveTo>
                <a:lnTo>
                  <a:pt x="494607" y="651941"/>
                </a:lnTo>
                <a:lnTo>
                  <a:pt x="498971" y="653997"/>
                </a:lnTo>
                <a:lnTo>
                  <a:pt x="497632" y="646799"/>
                </a:lnTo>
                <a:close/>
                <a:moveTo>
                  <a:pt x="434916" y="777377"/>
                </a:moveTo>
                <a:lnTo>
                  <a:pt x="434672" y="778045"/>
                </a:lnTo>
                <a:lnTo>
                  <a:pt x="434860" y="778687"/>
                </a:lnTo>
                <a:lnTo>
                  <a:pt x="435111" y="778777"/>
                </a:lnTo>
                <a:lnTo>
                  <a:pt x="435177" y="778438"/>
                </a:lnTo>
                <a:close/>
                <a:moveTo>
                  <a:pt x="344134" y="980542"/>
                </a:moveTo>
                <a:lnTo>
                  <a:pt x="344481" y="985061"/>
                </a:lnTo>
                <a:lnTo>
                  <a:pt x="346768" y="989300"/>
                </a:lnTo>
                <a:lnTo>
                  <a:pt x="346369" y="987340"/>
                </a:lnTo>
                <a:close/>
                <a:moveTo>
                  <a:pt x="446753" y="750692"/>
                </a:moveTo>
                <a:lnTo>
                  <a:pt x="446735" y="750789"/>
                </a:lnTo>
                <a:lnTo>
                  <a:pt x="446819" y="750894"/>
                </a:lnTo>
                <a:close/>
                <a:moveTo>
                  <a:pt x="362139" y="940137"/>
                </a:moveTo>
                <a:lnTo>
                  <a:pt x="362183" y="941039"/>
                </a:lnTo>
                <a:lnTo>
                  <a:pt x="362440" y="941048"/>
                </a:lnTo>
                <a:close/>
                <a:moveTo>
                  <a:pt x="500717" y="629581"/>
                </a:moveTo>
                <a:lnTo>
                  <a:pt x="500922" y="632035"/>
                </a:lnTo>
                <a:lnTo>
                  <a:pt x="501851" y="635201"/>
                </a:lnTo>
                <a:lnTo>
                  <a:pt x="501295" y="629964"/>
                </a:lnTo>
                <a:close/>
                <a:moveTo>
                  <a:pt x="565357" y="484702"/>
                </a:moveTo>
                <a:lnTo>
                  <a:pt x="564608" y="498095"/>
                </a:lnTo>
                <a:lnTo>
                  <a:pt x="572373" y="504658"/>
                </a:lnTo>
                <a:lnTo>
                  <a:pt x="572113" y="503041"/>
                </a:lnTo>
                <a:lnTo>
                  <a:pt x="566766" y="485460"/>
                </a:lnTo>
                <a:close/>
                <a:moveTo>
                  <a:pt x="382194" y="894762"/>
                </a:moveTo>
                <a:lnTo>
                  <a:pt x="383533" y="898699"/>
                </a:lnTo>
                <a:lnTo>
                  <a:pt x="383572" y="898761"/>
                </a:lnTo>
                <a:lnTo>
                  <a:pt x="383709" y="897587"/>
                </a:lnTo>
                <a:lnTo>
                  <a:pt x="383438" y="896245"/>
                </a:lnTo>
                <a:close/>
                <a:moveTo>
                  <a:pt x="515462" y="596287"/>
                </a:moveTo>
                <a:lnTo>
                  <a:pt x="514993" y="598262"/>
                </a:lnTo>
                <a:lnTo>
                  <a:pt x="516324" y="599096"/>
                </a:lnTo>
                <a:lnTo>
                  <a:pt x="515909" y="596469"/>
                </a:lnTo>
                <a:close/>
                <a:moveTo>
                  <a:pt x="228697" y="1238318"/>
                </a:moveTo>
                <a:lnTo>
                  <a:pt x="229455" y="1240177"/>
                </a:lnTo>
                <a:lnTo>
                  <a:pt x="230225" y="1241312"/>
                </a:lnTo>
                <a:lnTo>
                  <a:pt x="248822" y="1262719"/>
                </a:lnTo>
                <a:lnTo>
                  <a:pt x="255528" y="1266465"/>
                </a:lnTo>
                <a:lnTo>
                  <a:pt x="254058" y="1264652"/>
                </a:lnTo>
                <a:lnTo>
                  <a:pt x="232100" y="1242057"/>
                </a:lnTo>
                <a:close/>
                <a:moveTo>
                  <a:pt x="245885" y="1199815"/>
                </a:moveTo>
                <a:lnTo>
                  <a:pt x="246310" y="1201550"/>
                </a:lnTo>
                <a:lnTo>
                  <a:pt x="247358" y="1203120"/>
                </a:lnTo>
                <a:close/>
                <a:moveTo>
                  <a:pt x="212462" y="1274494"/>
                </a:moveTo>
                <a:lnTo>
                  <a:pt x="215525" y="1280194"/>
                </a:lnTo>
                <a:lnTo>
                  <a:pt x="225388" y="1286848"/>
                </a:lnTo>
                <a:lnTo>
                  <a:pt x="225114" y="1286340"/>
                </a:lnTo>
                <a:lnTo>
                  <a:pt x="222169" y="1280675"/>
                </a:lnTo>
                <a:close/>
                <a:moveTo>
                  <a:pt x="297387" y="1084260"/>
                </a:moveTo>
                <a:lnTo>
                  <a:pt x="297824" y="1086515"/>
                </a:lnTo>
                <a:lnTo>
                  <a:pt x="299102" y="1087486"/>
                </a:lnTo>
                <a:close/>
                <a:moveTo>
                  <a:pt x="528536" y="566626"/>
                </a:moveTo>
                <a:lnTo>
                  <a:pt x="527703" y="572167"/>
                </a:lnTo>
                <a:lnTo>
                  <a:pt x="531383" y="573690"/>
                </a:lnTo>
                <a:lnTo>
                  <a:pt x="530067" y="567223"/>
                </a:lnTo>
                <a:close/>
                <a:moveTo>
                  <a:pt x="450271" y="741862"/>
                </a:moveTo>
                <a:lnTo>
                  <a:pt x="450474" y="744348"/>
                </a:lnTo>
                <a:lnTo>
                  <a:pt x="452119" y="745129"/>
                </a:lnTo>
                <a:lnTo>
                  <a:pt x="452003" y="744683"/>
                </a:lnTo>
                <a:close/>
                <a:moveTo>
                  <a:pt x="515675" y="595392"/>
                </a:moveTo>
                <a:lnTo>
                  <a:pt x="515521" y="596041"/>
                </a:lnTo>
                <a:lnTo>
                  <a:pt x="515863" y="596180"/>
                </a:lnTo>
                <a:lnTo>
                  <a:pt x="515744" y="595420"/>
                </a:lnTo>
                <a:close/>
                <a:moveTo>
                  <a:pt x="387127" y="883218"/>
                </a:moveTo>
                <a:lnTo>
                  <a:pt x="387077" y="884349"/>
                </a:lnTo>
                <a:lnTo>
                  <a:pt x="387230" y="885102"/>
                </a:lnTo>
                <a:lnTo>
                  <a:pt x="388825" y="886577"/>
                </a:lnTo>
                <a:lnTo>
                  <a:pt x="388359" y="884615"/>
                </a:lnTo>
                <a:close/>
                <a:moveTo>
                  <a:pt x="490984" y="650569"/>
                </a:moveTo>
                <a:lnTo>
                  <a:pt x="491459" y="652458"/>
                </a:lnTo>
                <a:lnTo>
                  <a:pt x="493430" y="656356"/>
                </a:lnTo>
                <a:lnTo>
                  <a:pt x="494549" y="657207"/>
                </a:lnTo>
                <a:lnTo>
                  <a:pt x="494376" y="652165"/>
                </a:lnTo>
                <a:close/>
                <a:moveTo>
                  <a:pt x="533029" y="556375"/>
                </a:moveTo>
                <a:lnTo>
                  <a:pt x="534000" y="559440"/>
                </a:lnTo>
                <a:lnTo>
                  <a:pt x="534877" y="559938"/>
                </a:lnTo>
                <a:lnTo>
                  <a:pt x="536326" y="560801"/>
                </a:lnTo>
                <a:lnTo>
                  <a:pt x="536120" y="559307"/>
                </a:lnTo>
                <a:close/>
                <a:moveTo>
                  <a:pt x="295503" y="1088240"/>
                </a:moveTo>
                <a:lnTo>
                  <a:pt x="296864" y="1090886"/>
                </a:lnTo>
                <a:lnTo>
                  <a:pt x="296946" y="1090962"/>
                </a:lnTo>
                <a:lnTo>
                  <a:pt x="295972" y="1088664"/>
                </a:lnTo>
                <a:close/>
                <a:moveTo>
                  <a:pt x="324799" y="1022483"/>
                </a:moveTo>
                <a:lnTo>
                  <a:pt x="325518" y="1032093"/>
                </a:lnTo>
                <a:lnTo>
                  <a:pt x="326989" y="1035225"/>
                </a:lnTo>
                <a:lnTo>
                  <a:pt x="327858" y="1035707"/>
                </a:lnTo>
                <a:lnTo>
                  <a:pt x="331565" y="1037685"/>
                </a:lnTo>
                <a:lnTo>
                  <a:pt x="330198" y="1033313"/>
                </a:lnTo>
                <a:lnTo>
                  <a:pt x="328129" y="1027563"/>
                </a:lnTo>
                <a:lnTo>
                  <a:pt x="324849" y="1022563"/>
                </a:lnTo>
                <a:close/>
                <a:moveTo>
                  <a:pt x="454767" y="731160"/>
                </a:moveTo>
                <a:lnTo>
                  <a:pt x="455075" y="732951"/>
                </a:lnTo>
                <a:lnTo>
                  <a:pt x="455574" y="733359"/>
                </a:lnTo>
                <a:close/>
                <a:moveTo>
                  <a:pt x="298561" y="1080788"/>
                </a:moveTo>
                <a:lnTo>
                  <a:pt x="301489" y="1089300"/>
                </a:lnTo>
                <a:lnTo>
                  <a:pt x="303587" y="1090893"/>
                </a:lnTo>
                <a:lnTo>
                  <a:pt x="303723" y="1088290"/>
                </a:lnTo>
                <a:lnTo>
                  <a:pt x="302050" y="1086379"/>
                </a:lnTo>
                <a:close/>
                <a:moveTo>
                  <a:pt x="215299" y="1267084"/>
                </a:moveTo>
                <a:lnTo>
                  <a:pt x="217816" y="1271921"/>
                </a:lnTo>
                <a:lnTo>
                  <a:pt x="220998" y="1277845"/>
                </a:lnTo>
                <a:lnTo>
                  <a:pt x="228635" y="1282707"/>
                </a:lnTo>
                <a:lnTo>
                  <a:pt x="226694" y="1278932"/>
                </a:lnTo>
                <a:lnTo>
                  <a:pt x="218436" y="1270703"/>
                </a:lnTo>
                <a:close/>
                <a:moveTo>
                  <a:pt x="464226" y="709622"/>
                </a:moveTo>
                <a:lnTo>
                  <a:pt x="464775" y="713704"/>
                </a:lnTo>
                <a:lnTo>
                  <a:pt x="475912" y="720012"/>
                </a:lnTo>
                <a:lnTo>
                  <a:pt x="475869" y="715152"/>
                </a:lnTo>
                <a:close/>
                <a:moveTo>
                  <a:pt x="500079" y="629158"/>
                </a:moveTo>
                <a:lnTo>
                  <a:pt x="500418" y="630314"/>
                </a:lnTo>
                <a:lnTo>
                  <a:pt x="500335" y="629329"/>
                </a:lnTo>
                <a:close/>
                <a:moveTo>
                  <a:pt x="320211" y="1031817"/>
                </a:moveTo>
                <a:lnTo>
                  <a:pt x="320909" y="1032965"/>
                </a:lnTo>
                <a:lnTo>
                  <a:pt x="320843" y="1032167"/>
                </a:lnTo>
                <a:close/>
                <a:moveTo>
                  <a:pt x="362578" y="936672"/>
                </a:moveTo>
                <a:lnTo>
                  <a:pt x="363642" y="941095"/>
                </a:lnTo>
                <a:lnTo>
                  <a:pt x="364509" y="941129"/>
                </a:lnTo>
                <a:lnTo>
                  <a:pt x="364445" y="939442"/>
                </a:lnTo>
                <a:close/>
                <a:moveTo>
                  <a:pt x="387208" y="881416"/>
                </a:moveTo>
                <a:lnTo>
                  <a:pt x="387157" y="882551"/>
                </a:lnTo>
                <a:lnTo>
                  <a:pt x="388132" y="883657"/>
                </a:lnTo>
                <a:lnTo>
                  <a:pt x="387834" y="882409"/>
                </a:lnTo>
                <a:close/>
                <a:moveTo>
                  <a:pt x="503744" y="620352"/>
                </a:moveTo>
                <a:lnTo>
                  <a:pt x="503694" y="624689"/>
                </a:lnTo>
                <a:lnTo>
                  <a:pt x="503703" y="628723"/>
                </a:lnTo>
                <a:lnTo>
                  <a:pt x="506862" y="630818"/>
                </a:lnTo>
                <a:lnTo>
                  <a:pt x="507903" y="626434"/>
                </a:lnTo>
                <a:lnTo>
                  <a:pt x="504993" y="621181"/>
                </a:lnTo>
                <a:close/>
                <a:moveTo>
                  <a:pt x="490238" y="650577"/>
                </a:moveTo>
                <a:lnTo>
                  <a:pt x="490348" y="653553"/>
                </a:lnTo>
                <a:lnTo>
                  <a:pt x="490552" y="654164"/>
                </a:lnTo>
                <a:lnTo>
                  <a:pt x="491523" y="654903"/>
                </a:lnTo>
                <a:lnTo>
                  <a:pt x="490732" y="651553"/>
                </a:lnTo>
                <a:close/>
                <a:moveTo>
                  <a:pt x="582859" y="443165"/>
                </a:moveTo>
                <a:lnTo>
                  <a:pt x="585800" y="461496"/>
                </a:lnTo>
                <a:lnTo>
                  <a:pt x="590784" y="463476"/>
                </a:lnTo>
                <a:lnTo>
                  <a:pt x="585749" y="445740"/>
                </a:lnTo>
                <a:close/>
                <a:moveTo>
                  <a:pt x="490351" y="650269"/>
                </a:moveTo>
                <a:lnTo>
                  <a:pt x="490498" y="650560"/>
                </a:lnTo>
                <a:lnTo>
                  <a:pt x="490439" y="650311"/>
                </a:lnTo>
                <a:close/>
                <a:moveTo>
                  <a:pt x="387281" y="881060"/>
                </a:moveTo>
                <a:lnTo>
                  <a:pt x="387654" y="881650"/>
                </a:lnTo>
                <a:lnTo>
                  <a:pt x="387600" y="881427"/>
                </a:lnTo>
                <a:close/>
                <a:moveTo>
                  <a:pt x="514556" y="595915"/>
                </a:moveTo>
                <a:lnTo>
                  <a:pt x="514754" y="597582"/>
                </a:lnTo>
                <a:lnTo>
                  <a:pt x="515097" y="596137"/>
                </a:lnTo>
                <a:close/>
                <a:moveTo>
                  <a:pt x="243171" y="1203506"/>
                </a:moveTo>
                <a:lnTo>
                  <a:pt x="244169" y="1205576"/>
                </a:lnTo>
                <a:lnTo>
                  <a:pt x="245154" y="1206843"/>
                </a:lnTo>
                <a:lnTo>
                  <a:pt x="247064" y="1208082"/>
                </a:lnTo>
                <a:lnTo>
                  <a:pt x="246662" y="1206442"/>
                </a:lnTo>
                <a:close/>
                <a:moveTo>
                  <a:pt x="426898" y="791939"/>
                </a:moveTo>
                <a:lnTo>
                  <a:pt x="426828" y="792329"/>
                </a:lnTo>
                <a:lnTo>
                  <a:pt x="426895" y="794178"/>
                </a:lnTo>
                <a:lnTo>
                  <a:pt x="427552" y="792382"/>
                </a:lnTo>
                <a:close/>
                <a:moveTo>
                  <a:pt x="342201" y="981496"/>
                </a:moveTo>
                <a:lnTo>
                  <a:pt x="342196" y="985550"/>
                </a:lnTo>
                <a:lnTo>
                  <a:pt x="342770" y="986814"/>
                </a:lnTo>
                <a:lnTo>
                  <a:pt x="344457" y="988620"/>
                </a:lnTo>
                <a:lnTo>
                  <a:pt x="344194" y="985188"/>
                </a:lnTo>
                <a:close/>
                <a:moveTo>
                  <a:pt x="451344" y="737101"/>
                </a:moveTo>
                <a:lnTo>
                  <a:pt x="453614" y="745840"/>
                </a:lnTo>
                <a:lnTo>
                  <a:pt x="456032" y="746988"/>
                </a:lnTo>
                <a:lnTo>
                  <a:pt x="456056" y="746802"/>
                </a:lnTo>
                <a:lnTo>
                  <a:pt x="455286" y="742320"/>
                </a:lnTo>
                <a:lnTo>
                  <a:pt x="453331" y="741211"/>
                </a:lnTo>
                <a:lnTo>
                  <a:pt x="453503" y="741185"/>
                </a:lnTo>
                <a:lnTo>
                  <a:pt x="455263" y="742182"/>
                </a:lnTo>
                <a:lnTo>
                  <a:pt x="454731" y="739086"/>
                </a:lnTo>
                <a:close/>
                <a:moveTo>
                  <a:pt x="482102" y="668173"/>
                </a:moveTo>
                <a:lnTo>
                  <a:pt x="482212" y="671365"/>
                </a:lnTo>
                <a:lnTo>
                  <a:pt x="482646" y="677189"/>
                </a:lnTo>
                <a:lnTo>
                  <a:pt x="490065" y="677882"/>
                </a:lnTo>
                <a:lnTo>
                  <a:pt x="489792" y="672471"/>
                </a:lnTo>
                <a:lnTo>
                  <a:pt x="483309" y="668694"/>
                </a:lnTo>
                <a:close/>
                <a:moveTo>
                  <a:pt x="277270" y="1126774"/>
                </a:moveTo>
                <a:lnTo>
                  <a:pt x="277691" y="1129105"/>
                </a:lnTo>
                <a:lnTo>
                  <a:pt x="278512" y="1130027"/>
                </a:lnTo>
                <a:close/>
                <a:moveTo>
                  <a:pt x="150103" y="1411483"/>
                </a:moveTo>
                <a:lnTo>
                  <a:pt x="152681" y="1414919"/>
                </a:lnTo>
                <a:lnTo>
                  <a:pt x="155630" y="1416831"/>
                </a:lnTo>
                <a:lnTo>
                  <a:pt x="154263" y="1414983"/>
                </a:lnTo>
                <a:close/>
                <a:moveTo>
                  <a:pt x="285520" y="1108217"/>
                </a:moveTo>
                <a:lnTo>
                  <a:pt x="285807" y="1109805"/>
                </a:lnTo>
                <a:lnTo>
                  <a:pt x="286329" y="1110267"/>
                </a:lnTo>
                <a:close/>
                <a:moveTo>
                  <a:pt x="627426" y="342593"/>
                </a:moveTo>
                <a:lnTo>
                  <a:pt x="628146" y="347857"/>
                </a:lnTo>
                <a:lnTo>
                  <a:pt x="629337" y="355763"/>
                </a:lnTo>
                <a:lnTo>
                  <a:pt x="632537" y="360027"/>
                </a:lnTo>
                <a:lnTo>
                  <a:pt x="632796" y="358296"/>
                </a:lnTo>
                <a:lnTo>
                  <a:pt x="633051" y="358056"/>
                </a:lnTo>
                <a:lnTo>
                  <a:pt x="632720" y="360270"/>
                </a:lnTo>
                <a:lnTo>
                  <a:pt x="639524" y="369341"/>
                </a:lnTo>
                <a:lnTo>
                  <a:pt x="637670" y="352185"/>
                </a:lnTo>
                <a:lnTo>
                  <a:pt x="637809" y="351965"/>
                </a:lnTo>
                <a:lnTo>
                  <a:pt x="639714" y="369594"/>
                </a:lnTo>
                <a:lnTo>
                  <a:pt x="641554" y="372048"/>
                </a:lnTo>
                <a:lnTo>
                  <a:pt x="644220" y="354980"/>
                </a:lnTo>
                <a:close/>
                <a:moveTo>
                  <a:pt x="372946" y="912352"/>
                </a:moveTo>
                <a:lnTo>
                  <a:pt x="372625" y="914374"/>
                </a:lnTo>
                <a:lnTo>
                  <a:pt x="372683" y="915080"/>
                </a:lnTo>
                <a:lnTo>
                  <a:pt x="373669" y="918417"/>
                </a:lnTo>
                <a:lnTo>
                  <a:pt x="375232" y="918974"/>
                </a:lnTo>
                <a:close/>
                <a:moveTo>
                  <a:pt x="285853" y="1107368"/>
                </a:moveTo>
                <a:lnTo>
                  <a:pt x="287304" y="1111130"/>
                </a:lnTo>
                <a:lnTo>
                  <a:pt x="289781" y="1113321"/>
                </a:lnTo>
                <a:lnTo>
                  <a:pt x="288624" y="1111605"/>
                </a:lnTo>
                <a:close/>
                <a:moveTo>
                  <a:pt x="286083" y="1106827"/>
                </a:moveTo>
                <a:lnTo>
                  <a:pt x="291461" y="1114807"/>
                </a:lnTo>
                <a:lnTo>
                  <a:pt x="292763" y="1115960"/>
                </a:lnTo>
                <a:lnTo>
                  <a:pt x="292435" y="1115440"/>
                </a:lnTo>
                <a:close/>
                <a:moveTo>
                  <a:pt x="381579" y="892956"/>
                </a:moveTo>
                <a:lnTo>
                  <a:pt x="381996" y="894180"/>
                </a:lnTo>
                <a:lnTo>
                  <a:pt x="383345" y="895786"/>
                </a:lnTo>
                <a:lnTo>
                  <a:pt x="382857" y="893383"/>
                </a:lnTo>
                <a:close/>
                <a:moveTo>
                  <a:pt x="346404" y="971708"/>
                </a:moveTo>
                <a:lnTo>
                  <a:pt x="346596" y="972773"/>
                </a:lnTo>
                <a:lnTo>
                  <a:pt x="349014" y="976230"/>
                </a:lnTo>
                <a:lnTo>
                  <a:pt x="348834" y="973352"/>
                </a:lnTo>
                <a:close/>
                <a:moveTo>
                  <a:pt x="545340" y="525985"/>
                </a:moveTo>
                <a:lnTo>
                  <a:pt x="545481" y="534606"/>
                </a:lnTo>
                <a:lnTo>
                  <a:pt x="546945" y="535828"/>
                </a:lnTo>
                <a:lnTo>
                  <a:pt x="549798" y="538789"/>
                </a:lnTo>
                <a:lnTo>
                  <a:pt x="550819" y="539145"/>
                </a:lnTo>
                <a:lnTo>
                  <a:pt x="547298" y="527455"/>
                </a:lnTo>
                <a:close/>
                <a:moveTo>
                  <a:pt x="319518" y="1031447"/>
                </a:moveTo>
                <a:lnTo>
                  <a:pt x="319683" y="1033465"/>
                </a:lnTo>
                <a:lnTo>
                  <a:pt x="321200" y="1036433"/>
                </a:lnTo>
                <a:lnTo>
                  <a:pt x="320990" y="1033921"/>
                </a:lnTo>
                <a:close/>
                <a:moveTo>
                  <a:pt x="490188" y="649247"/>
                </a:moveTo>
                <a:lnTo>
                  <a:pt x="490211" y="649871"/>
                </a:lnTo>
                <a:lnTo>
                  <a:pt x="490351" y="649936"/>
                </a:lnTo>
                <a:close/>
                <a:moveTo>
                  <a:pt x="514429" y="594882"/>
                </a:moveTo>
                <a:lnTo>
                  <a:pt x="514519" y="595629"/>
                </a:lnTo>
                <a:lnTo>
                  <a:pt x="515155" y="595890"/>
                </a:lnTo>
                <a:lnTo>
                  <a:pt x="515309" y="595242"/>
                </a:lnTo>
                <a:close/>
                <a:moveTo>
                  <a:pt x="559240" y="494511"/>
                </a:moveTo>
                <a:lnTo>
                  <a:pt x="558612" y="499721"/>
                </a:lnTo>
                <a:lnTo>
                  <a:pt x="560415" y="501095"/>
                </a:lnTo>
                <a:lnTo>
                  <a:pt x="561027" y="496015"/>
                </a:lnTo>
                <a:close/>
                <a:moveTo>
                  <a:pt x="418332" y="809964"/>
                </a:moveTo>
                <a:lnTo>
                  <a:pt x="417993" y="812122"/>
                </a:lnTo>
                <a:lnTo>
                  <a:pt x="419160" y="815328"/>
                </a:lnTo>
                <a:lnTo>
                  <a:pt x="420338" y="812109"/>
                </a:lnTo>
                <a:close/>
                <a:moveTo>
                  <a:pt x="225450" y="1241852"/>
                </a:moveTo>
                <a:lnTo>
                  <a:pt x="226429" y="1244700"/>
                </a:lnTo>
                <a:lnTo>
                  <a:pt x="229050" y="1250234"/>
                </a:lnTo>
                <a:lnTo>
                  <a:pt x="232372" y="1253151"/>
                </a:lnTo>
                <a:lnTo>
                  <a:pt x="229891" y="1247289"/>
                </a:lnTo>
                <a:close/>
                <a:moveTo>
                  <a:pt x="321085" y="1027665"/>
                </a:moveTo>
                <a:lnTo>
                  <a:pt x="321145" y="1028372"/>
                </a:lnTo>
                <a:lnTo>
                  <a:pt x="324406" y="1033793"/>
                </a:lnTo>
                <a:lnTo>
                  <a:pt x="324627" y="1033916"/>
                </a:lnTo>
                <a:lnTo>
                  <a:pt x="324351" y="1032778"/>
                </a:lnTo>
                <a:close/>
                <a:moveTo>
                  <a:pt x="433619" y="775608"/>
                </a:moveTo>
                <a:lnTo>
                  <a:pt x="433584" y="775885"/>
                </a:lnTo>
                <a:lnTo>
                  <a:pt x="433648" y="775708"/>
                </a:lnTo>
                <a:close/>
                <a:moveTo>
                  <a:pt x="295180" y="1085357"/>
                </a:moveTo>
                <a:lnTo>
                  <a:pt x="296334" y="1088078"/>
                </a:lnTo>
                <a:lnTo>
                  <a:pt x="298000" y="1089582"/>
                </a:lnTo>
                <a:lnTo>
                  <a:pt x="297525" y="1087138"/>
                </a:lnTo>
                <a:close/>
                <a:moveTo>
                  <a:pt x="508667" y="607254"/>
                </a:moveTo>
                <a:lnTo>
                  <a:pt x="510404" y="610391"/>
                </a:lnTo>
                <a:lnTo>
                  <a:pt x="510135" y="608142"/>
                </a:lnTo>
                <a:close/>
                <a:moveTo>
                  <a:pt x="414320" y="818466"/>
                </a:moveTo>
                <a:lnTo>
                  <a:pt x="413538" y="822450"/>
                </a:lnTo>
                <a:lnTo>
                  <a:pt x="413657" y="823884"/>
                </a:lnTo>
                <a:lnTo>
                  <a:pt x="414740" y="824454"/>
                </a:lnTo>
                <a:close/>
                <a:moveTo>
                  <a:pt x="361921" y="935698"/>
                </a:moveTo>
                <a:lnTo>
                  <a:pt x="362056" y="938453"/>
                </a:lnTo>
                <a:lnTo>
                  <a:pt x="362960" y="941069"/>
                </a:lnTo>
                <a:lnTo>
                  <a:pt x="363491" y="941090"/>
                </a:lnTo>
                <a:lnTo>
                  <a:pt x="362343" y="936323"/>
                </a:lnTo>
                <a:close/>
                <a:moveTo>
                  <a:pt x="460783" y="714245"/>
                </a:moveTo>
                <a:lnTo>
                  <a:pt x="460466" y="716724"/>
                </a:lnTo>
                <a:lnTo>
                  <a:pt x="461384" y="717745"/>
                </a:lnTo>
                <a:lnTo>
                  <a:pt x="461106" y="714428"/>
                </a:lnTo>
                <a:close/>
                <a:moveTo>
                  <a:pt x="219630" y="1254155"/>
                </a:moveTo>
                <a:lnTo>
                  <a:pt x="220891" y="1256608"/>
                </a:lnTo>
                <a:lnTo>
                  <a:pt x="224379" y="1259758"/>
                </a:lnTo>
                <a:lnTo>
                  <a:pt x="223529" y="1257289"/>
                </a:lnTo>
                <a:close/>
                <a:moveTo>
                  <a:pt x="554986" y="503202"/>
                </a:moveTo>
                <a:lnTo>
                  <a:pt x="555907" y="505869"/>
                </a:lnTo>
                <a:lnTo>
                  <a:pt x="556215" y="504298"/>
                </a:lnTo>
                <a:close/>
                <a:moveTo>
                  <a:pt x="266751" y="1148598"/>
                </a:moveTo>
                <a:lnTo>
                  <a:pt x="268016" y="1151988"/>
                </a:lnTo>
                <a:lnTo>
                  <a:pt x="268192" y="1152068"/>
                </a:lnTo>
                <a:close/>
                <a:moveTo>
                  <a:pt x="435204" y="771158"/>
                </a:moveTo>
                <a:lnTo>
                  <a:pt x="435248" y="771336"/>
                </a:lnTo>
                <a:lnTo>
                  <a:pt x="435301" y="771192"/>
                </a:lnTo>
                <a:close/>
                <a:moveTo>
                  <a:pt x="607973" y="384287"/>
                </a:moveTo>
                <a:lnTo>
                  <a:pt x="616323" y="413695"/>
                </a:lnTo>
                <a:lnTo>
                  <a:pt x="619114" y="395825"/>
                </a:lnTo>
                <a:close/>
                <a:moveTo>
                  <a:pt x="598262" y="405942"/>
                </a:moveTo>
                <a:lnTo>
                  <a:pt x="597944" y="413752"/>
                </a:lnTo>
                <a:lnTo>
                  <a:pt x="597679" y="423461"/>
                </a:lnTo>
                <a:lnTo>
                  <a:pt x="603945" y="427364"/>
                </a:lnTo>
                <a:lnTo>
                  <a:pt x="604027" y="420025"/>
                </a:lnTo>
                <a:lnTo>
                  <a:pt x="604190" y="419822"/>
                </a:lnTo>
                <a:lnTo>
                  <a:pt x="604104" y="427464"/>
                </a:lnTo>
                <a:lnTo>
                  <a:pt x="605475" y="428320"/>
                </a:lnTo>
                <a:lnTo>
                  <a:pt x="605208" y="426545"/>
                </a:lnTo>
                <a:lnTo>
                  <a:pt x="602851" y="409327"/>
                </a:lnTo>
                <a:close/>
                <a:moveTo>
                  <a:pt x="364461" y="929466"/>
                </a:moveTo>
                <a:lnTo>
                  <a:pt x="364463" y="929473"/>
                </a:lnTo>
                <a:lnTo>
                  <a:pt x="364463" y="929470"/>
                </a:lnTo>
                <a:close/>
                <a:moveTo>
                  <a:pt x="374655" y="906524"/>
                </a:moveTo>
                <a:lnTo>
                  <a:pt x="376999" y="915329"/>
                </a:lnTo>
                <a:lnTo>
                  <a:pt x="376835" y="913139"/>
                </a:lnTo>
                <a:lnTo>
                  <a:pt x="377014" y="912873"/>
                </a:lnTo>
                <a:lnTo>
                  <a:pt x="377275" y="916363"/>
                </a:lnTo>
                <a:lnTo>
                  <a:pt x="378257" y="920050"/>
                </a:lnTo>
                <a:lnTo>
                  <a:pt x="382319" y="921496"/>
                </a:lnTo>
                <a:lnTo>
                  <a:pt x="382466" y="918203"/>
                </a:lnTo>
                <a:lnTo>
                  <a:pt x="381591" y="916582"/>
                </a:lnTo>
                <a:lnTo>
                  <a:pt x="380191" y="914791"/>
                </a:lnTo>
                <a:close/>
                <a:moveTo>
                  <a:pt x="518123" y="585082"/>
                </a:moveTo>
                <a:lnTo>
                  <a:pt x="517046" y="589618"/>
                </a:lnTo>
                <a:lnTo>
                  <a:pt x="517685" y="593663"/>
                </a:lnTo>
                <a:lnTo>
                  <a:pt x="517767" y="593673"/>
                </a:lnTo>
                <a:lnTo>
                  <a:pt x="520107" y="595956"/>
                </a:lnTo>
                <a:lnTo>
                  <a:pt x="519755" y="586252"/>
                </a:lnTo>
                <a:close/>
                <a:moveTo>
                  <a:pt x="380729" y="892670"/>
                </a:moveTo>
                <a:lnTo>
                  <a:pt x="381632" y="893746"/>
                </a:lnTo>
                <a:lnTo>
                  <a:pt x="381335" y="892873"/>
                </a:lnTo>
                <a:close/>
                <a:moveTo>
                  <a:pt x="145388" y="1419555"/>
                </a:moveTo>
                <a:lnTo>
                  <a:pt x="149815" y="1428012"/>
                </a:lnTo>
                <a:lnTo>
                  <a:pt x="154918" y="1436880"/>
                </a:lnTo>
                <a:lnTo>
                  <a:pt x="162512" y="1441103"/>
                </a:lnTo>
                <a:lnTo>
                  <a:pt x="148665" y="1423771"/>
                </a:lnTo>
                <a:close/>
                <a:moveTo>
                  <a:pt x="252619" y="1179407"/>
                </a:moveTo>
                <a:lnTo>
                  <a:pt x="254652" y="1182570"/>
                </a:lnTo>
                <a:lnTo>
                  <a:pt x="262921" y="1195070"/>
                </a:lnTo>
                <a:lnTo>
                  <a:pt x="259480" y="1183209"/>
                </a:lnTo>
                <a:close/>
                <a:moveTo>
                  <a:pt x="431176" y="779460"/>
                </a:moveTo>
                <a:lnTo>
                  <a:pt x="431224" y="780870"/>
                </a:lnTo>
                <a:lnTo>
                  <a:pt x="431462" y="781686"/>
                </a:lnTo>
                <a:lnTo>
                  <a:pt x="432149" y="779807"/>
                </a:lnTo>
                <a:close/>
                <a:moveTo>
                  <a:pt x="433915" y="773299"/>
                </a:moveTo>
                <a:lnTo>
                  <a:pt x="433723" y="774803"/>
                </a:lnTo>
                <a:lnTo>
                  <a:pt x="433805" y="775086"/>
                </a:lnTo>
                <a:lnTo>
                  <a:pt x="433851" y="775155"/>
                </a:lnTo>
                <a:lnTo>
                  <a:pt x="434162" y="774306"/>
                </a:lnTo>
                <a:close/>
                <a:moveTo>
                  <a:pt x="448926" y="739672"/>
                </a:moveTo>
                <a:lnTo>
                  <a:pt x="448898" y="739777"/>
                </a:lnTo>
                <a:lnTo>
                  <a:pt x="448211" y="743273"/>
                </a:lnTo>
                <a:lnTo>
                  <a:pt x="450134" y="744187"/>
                </a:lnTo>
                <a:lnTo>
                  <a:pt x="449895" y="741249"/>
                </a:lnTo>
                <a:close/>
                <a:moveTo>
                  <a:pt x="529772" y="558605"/>
                </a:moveTo>
                <a:lnTo>
                  <a:pt x="529514" y="560104"/>
                </a:lnTo>
                <a:lnTo>
                  <a:pt x="528599" y="566203"/>
                </a:lnTo>
                <a:lnTo>
                  <a:pt x="529964" y="566714"/>
                </a:lnTo>
                <a:lnTo>
                  <a:pt x="529609" y="564973"/>
                </a:lnTo>
                <a:lnTo>
                  <a:pt x="529727" y="564739"/>
                </a:lnTo>
                <a:lnTo>
                  <a:pt x="530142" y="566781"/>
                </a:lnTo>
                <a:lnTo>
                  <a:pt x="534549" y="568432"/>
                </a:lnTo>
                <a:lnTo>
                  <a:pt x="534422" y="567509"/>
                </a:lnTo>
                <a:lnTo>
                  <a:pt x="534626" y="567160"/>
                </a:lnTo>
                <a:lnTo>
                  <a:pt x="534815" y="568531"/>
                </a:lnTo>
                <a:lnTo>
                  <a:pt x="536773" y="569266"/>
                </a:lnTo>
                <a:lnTo>
                  <a:pt x="534697" y="562712"/>
                </a:lnTo>
                <a:close/>
                <a:moveTo>
                  <a:pt x="568071" y="472781"/>
                </a:moveTo>
                <a:lnTo>
                  <a:pt x="568576" y="477003"/>
                </a:lnTo>
                <a:lnTo>
                  <a:pt x="569660" y="483763"/>
                </a:lnTo>
                <a:lnTo>
                  <a:pt x="571239" y="484796"/>
                </a:lnTo>
                <a:lnTo>
                  <a:pt x="590325" y="495052"/>
                </a:lnTo>
                <a:lnTo>
                  <a:pt x="590095" y="493613"/>
                </a:lnTo>
                <a:lnTo>
                  <a:pt x="579115" y="486103"/>
                </a:lnTo>
                <a:lnTo>
                  <a:pt x="579331" y="486090"/>
                </a:lnTo>
                <a:lnTo>
                  <a:pt x="590066" y="493433"/>
                </a:lnTo>
                <a:lnTo>
                  <a:pt x="589872" y="492227"/>
                </a:lnTo>
                <a:close/>
                <a:moveTo>
                  <a:pt x="379848" y="894200"/>
                </a:moveTo>
                <a:lnTo>
                  <a:pt x="383075" y="904462"/>
                </a:lnTo>
                <a:lnTo>
                  <a:pt x="383185" y="902032"/>
                </a:lnTo>
                <a:lnTo>
                  <a:pt x="383381" y="900373"/>
                </a:lnTo>
                <a:close/>
                <a:moveTo>
                  <a:pt x="259356" y="1163989"/>
                </a:moveTo>
                <a:lnTo>
                  <a:pt x="262878" y="1168987"/>
                </a:lnTo>
                <a:lnTo>
                  <a:pt x="265650" y="1172008"/>
                </a:lnTo>
                <a:lnTo>
                  <a:pt x="265312" y="1170534"/>
                </a:lnTo>
                <a:close/>
                <a:moveTo>
                  <a:pt x="505188" y="613506"/>
                </a:moveTo>
                <a:lnTo>
                  <a:pt x="506378" y="617566"/>
                </a:lnTo>
                <a:lnTo>
                  <a:pt x="509833" y="618304"/>
                </a:lnTo>
                <a:lnTo>
                  <a:pt x="510252" y="616543"/>
                </a:lnTo>
                <a:lnTo>
                  <a:pt x="510015" y="616305"/>
                </a:lnTo>
                <a:lnTo>
                  <a:pt x="510294" y="616338"/>
                </a:lnTo>
                <a:lnTo>
                  <a:pt x="510300" y="616342"/>
                </a:lnTo>
                <a:lnTo>
                  <a:pt x="510568" y="615211"/>
                </a:lnTo>
                <a:lnTo>
                  <a:pt x="510218" y="614580"/>
                </a:lnTo>
                <a:close/>
                <a:moveTo>
                  <a:pt x="361852" y="934282"/>
                </a:moveTo>
                <a:lnTo>
                  <a:pt x="361869" y="934611"/>
                </a:lnTo>
                <a:lnTo>
                  <a:pt x="361966" y="934757"/>
                </a:lnTo>
                <a:close/>
                <a:moveTo>
                  <a:pt x="518504" y="583476"/>
                </a:moveTo>
                <a:lnTo>
                  <a:pt x="518167" y="584897"/>
                </a:lnTo>
                <a:lnTo>
                  <a:pt x="519659" y="585968"/>
                </a:lnTo>
                <a:close/>
                <a:moveTo>
                  <a:pt x="342205" y="978142"/>
                </a:moveTo>
                <a:lnTo>
                  <a:pt x="342202" y="980840"/>
                </a:lnTo>
                <a:lnTo>
                  <a:pt x="344136" y="984424"/>
                </a:lnTo>
                <a:lnTo>
                  <a:pt x="343760" y="979517"/>
                </a:lnTo>
                <a:close/>
                <a:moveTo>
                  <a:pt x="399690" y="849390"/>
                </a:moveTo>
                <a:lnTo>
                  <a:pt x="399742" y="849572"/>
                </a:lnTo>
                <a:lnTo>
                  <a:pt x="399965" y="849723"/>
                </a:lnTo>
                <a:lnTo>
                  <a:pt x="400024" y="849421"/>
                </a:lnTo>
                <a:close/>
                <a:moveTo>
                  <a:pt x="269098" y="1141741"/>
                </a:moveTo>
                <a:lnTo>
                  <a:pt x="271976" y="1146730"/>
                </a:lnTo>
                <a:lnTo>
                  <a:pt x="274492" y="1150714"/>
                </a:lnTo>
                <a:lnTo>
                  <a:pt x="272462" y="1144540"/>
                </a:lnTo>
                <a:close/>
                <a:moveTo>
                  <a:pt x="419172" y="805661"/>
                </a:moveTo>
                <a:lnTo>
                  <a:pt x="420671" y="811154"/>
                </a:lnTo>
                <a:lnTo>
                  <a:pt x="420682" y="811164"/>
                </a:lnTo>
                <a:lnTo>
                  <a:pt x="421303" y="809468"/>
                </a:lnTo>
                <a:lnTo>
                  <a:pt x="420231" y="808215"/>
                </a:lnTo>
                <a:lnTo>
                  <a:pt x="420251" y="807811"/>
                </a:lnTo>
                <a:lnTo>
                  <a:pt x="421381" y="809130"/>
                </a:lnTo>
                <a:lnTo>
                  <a:pt x="421484" y="808566"/>
                </a:lnTo>
                <a:lnTo>
                  <a:pt x="420435" y="807112"/>
                </a:lnTo>
                <a:close/>
                <a:moveTo>
                  <a:pt x="372310" y="910510"/>
                </a:moveTo>
                <a:lnTo>
                  <a:pt x="372484" y="912641"/>
                </a:lnTo>
                <a:lnTo>
                  <a:pt x="372661" y="911526"/>
                </a:lnTo>
                <a:close/>
                <a:moveTo>
                  <a:pt x="529981" y="557394"/>
                </a:moveTo>
                <a:lnTo>
                  <a:pt x="529806" y="558407"/>
                </a:lnTo>
                <a:lnTo>
                  <a:pt x="534554" y="562260"/>
                </a:lnTo>
                <a:lnTo>
                  <a:pt x="533719" y="559624"/>
                </a:lnTo>
                <a:close/>
                <a:moveTo>
                  <a:pt x="449572" y="737300"/>
                </a:moveTo>
                <a:lnTo>
                  <a:pt x="449458" y="737614"/>
                </a:lnTo>
                <a:lnTo>
                  <a:pt x="448998" y="739392"/>
                </a:lnTo>
                <a:lnTo>
                  <a:pt x="449857" y="740792"/>
                </a:lnTo>
                <a:close/>
                <a:moveTo>
                  <a:pt x="319315" y="1028958"/>
                </a:moveTo>
                <a:lnTo>
                  <a:pt x="319445" y="1030558"/>
                </a:lnTo>
                <a:lnTo>
                  <a:pt x="319891" y="1031291"/>
                </a:lnTo>
                <a:lnTo>
                  <a:pt x="320751" y="1031767"/>
                </a:lnTo>
                <a:close/>
                <a:moveTo>
                  <a:pt x="145434" y="1418288"/>
                </a:moveTo>
                <a:lnTo>
                  <a:pt x="164583" y="1442255"/>
                </a:lnTo>
                <a:lnTo>
                  <a:pt x="178300" y="1449882"/>
                </a:lnTo>
                <a:lnTo>
                  <a:pt x="165333" y="1432604"/>
                </a:lnTo>
                <a:close/>
                <a:moveTo>
                  <a:pt x="226736" y="1236162"/>
                </a:moveTo>
                <a:lnTo>
                  <a:pt x="228954" y="1239436"/>
                </a:lnTo>
                <a:lnTo>
                  <a:pt x="228337" y="1237921"/>
                </a:lnTo>
                <a:close/>
                <a:moveTo>
                  <a:pt x="419023" y="805559"/>
                </a:moveTo>
                <a:lnTo>
                  <a:pt x="418482" y="809009"/>
                </a:lnTo>
                <a:lnTo>
                  <a:pt x="419322" y="809908"/>
                </a:lnTo>
                <a:lnTo>
                  <a:pt x="420511" y="811007"/>
                </a:lnTo>
                <a:close/>
                <a:moveTo>
                  <a:pt x="449872" y="736480"/>
                </a:moveTo>
                <a:lnTo>
                  <a:pt x="449838" y="736572"/>
                </a:lnTo>
                <a:lnTo>
                  <a:pt x="450233" y="741404"/>
                </a:lnTo>
                <a:lnTo>
                  <a:pt x="451824" y="743994"/>
                </a:lnTo>
                <a:close/>
                <a:moveTo>
                  <a:pt x="271199" y="1136512"/>
                </a:moveTo>
                <a:lnTo>
                  <a:pt x="271894" y="1138621"/>
                </a:lnTo>
                <a:lnTo>
                  <a:pt x="273943" y="1141218"/>
                </a:lnTo>
                <a:lnTo>
                  <a:pt x="278277" y="1145185"/>
                </a:lnTo>
                <a:lnTo>
                  <a:pt x="278160" y="1144449"/>
                </a:lnTo>
                <a:close/>
                <a:moveTo>
                  <a:pt x="526121" y="565685"/>
                </a:moveTo>
                <a:lnTo>
                  <a:pt x="526464" y="570447"/>
                </a:lnTo>
                <a:lnTo>
                  <a:pt x="526873" y="571834"/>
                </a:lnTo>
                <a:lnTo>
                  <a:pt x="527392" y="572040"/>
                </a:lnTo>
                <a:lnTo>
                  <a:pt x="527732" y="569779"/>
                </a:lnTo>
                <a:lnTo>
                  <a:pt x="528293" y="566531"/>
                </a:lnTo>
                <a:close/>
                <a:moveTo>
                  <a:pt x="318399" y="1030812"/>
                </a:moveTo>
                <a:lnTo>
                  <a:pt x="318501" y="1031154"/>
                </a:lnTo>
                <a:lnTo>
                  <a:pt x="318793" y="1031725"/>
                </a:lnTo>
                <a:lnTo>
                  <a:pt x="318734" y="1030998"/>
                </a:lnTo>
                <a:close/>
                <a:moveTo>
                  <a:pt x="481971" y="664349"/>
                </a:moveTo>
                <a:lnTo>
                  <a:pt x="482017" y="665692"/>
                </a:lnTo>
                <a:lnTo>
                  <a:pt x="485543" y="667215"/>
                </a:lnTo>
                <a:lnTo>
                  <a:pt x="483011" y="664535"/>
                </a:lnTo>
                <a:close/>
                <a:moveTo>
                  <a:pt x="361809" y="933396"/>
                </a:moveTo>
                <a:lnTo>
                  <a:pt x="361814" y="933502"/>
                </a:lnTo>
                <a:lnTo>
                  <a:pt x="362200" y="935106"/>
                </a:lnTo>
                <a:lnTo>
                  <a:pt x="364404" y="938376"/>
                </a:lnTo>
                <a:lnTo>
                  <a:pt x="364364" y="937358"/>
                </a:lnTo>
                <a:close/>
                <a:moveTo>
                  <a:pt x="285032" y="1105238"/>
                </a:moveTo>
                <a:lnTo>
                  <a:pt x="285056" y="1105303"/>
                </a:lnTo>
                <a:lnTo>
                  <a:pt x="285709" y="1106272"/>
                </a:lnTo>
                <a:lnTo>
                  <a:pt x="285182" y="1105365"/>
                </a:lnTo>
                <a:close/>
                <a:moveTo>
                  <a:pt x="454010" y="726747"/>
                </a:moveTo>
                <a:lnTo>
                  <a:pt x="454432" y="729209"/>
                </a:lnTo>
                <a:lnTo>
                  <a:pt x="456015" y="733525"/>
                </a:lnTo>
                <a:lnTo>
                  <a:pt x="457680" y="734118"/>
                </a:lnTo>
                <a:lnTo>
                  <a:pt x="457764" y="733461"/>
                </a:lnTo>
                <a:lnTo>
                  <a:pt x="457318" y="730425"/>
                </a:lnTo>
                <a:close/>
                <a:moveTo>
                  <a:pt x="450977" y="733460"/>
                </a:moveTo>
                <a:lnTo>
                  <a:pt x="450639" y="734386"/>
                </a:lnTo>
                <a:lnTo>
                  <a:pt x="451262" y="736788"/>
                </a:lnTo>
                <a:lnTo>
                  <a:pt x="454679" y="738790"/>
                </a:lnTo>
                <a:lnTo>
                  <a:pt x="454550" y="738033"/>
                </a:lnTo>
                <a:close/>
                <a:moveTo>
                  <a:pt x="373986" y="905799"/>
                </a:moveTo>
                <a:lnTo>
                  <a:pt x="373221" y="910618"/>
                </a:lnTo>
                <a:lnTo>
                  <a:pt x="376229" y="919328"/>
                </a:lnTo>
                <a:lnTo>
                  <a:pt x="377327" y="919719"/>
                </a:lnTo>
                <a:lnTo>
                  <a:pt x="377223" y="918323"/>
                </a:lnTo>
                <a:lnTo>
                  <a:pt x="374009" y="905815"/>
                </a:lnTo>
                <a:close/>
                <a:moveTo>
                  <a:pt x="504919" y="612588"/>
                </a:moveTo>
                <a:lnTo>
                  <a:pt x="505015" y="612912"/>
                </a:lnTo>
                <a:lnTo>
                  <a:pt x="505872" y="613083"/>
                </a:lnTo>
                <a:lnTo>
                  <a:pt x="509861" y="613934"/>
                </a:lnTo>
                <a:lnTo>
                  <a:pt x="509461" y="613212"/>
                </a:lnTo>
                <a:close/>
                <a:moveTo>
                  <a:pt x="502696" y="617543"/>
                </a:moveTo>
                <a:lnTo>
                  <a:pt x="502756" y="617583"/>
                </a:lnTo>
                <a:lnTo>
                  <a:pt x="503057" y="617686"/>
                </a:lnTo>
                <a:lnTo>
                  <a:pt x="503014" y="617610"/>
                </a:lnTo>
                <a:close/>
                <a:moveTo>
                  <a:pt x="480362" y="667422"/>
                </a:moveTo>
                <a:lnTo>
                  <a:pt x="480783" y="674160"/>
                </a:lnTo>
                <a:lnTo>
                  <a:pt x="482075" y="676715"/>
                </a:lnTo>
                <a:lnTo>
                  <a:pt x="481776" y="668032"/>
                </a:lnTo>
                <a:close/>
                <a:moveTo>
                  <a:pt x="423209" y="795189"/>
                </a:moveTo>
                <a:lnTo>
                  <a:pt x="423426" y="797840"/>
                </a:lnTo>
                <a:lnTo>
                  <a:pt x="423535" y="797239"/>
                </a:lnTo>
                <a:lnTo>
                  <a:pt x="423433" y="796417"/>
                </a:lnTo>
                <a:close/>
                <a:moveTo>
                  <a:pt x="530356" y="555221"/>
                </a:moveTo>
                <a:lnTo>
                  <a:pt x="530018" y="557182"/>
                </a:lnTo>
                <a:lnTo>
                  <a:pt x="533585" y="559204"/>
                </a:lnTo>
                <a:lnTo>
                  <a:pt x="532543" y="555915"/>
                </a:lnTo>
                <a:lnTo>
                  <a:pt x="532448" y="555824"/>
                </a:lnTo>
                <a:close/>
                <a:moveTo>
                  <a:pt x="428473" y="783244"/>
                </a:moveTo>
                <a:lnTo>
                  <a:pt x="428408" y="783602"/>
                </a:lnTo>
                <a:lnTo>
                  <a:pt x="428928" y="783825"/>
                </a:lnTo>
                <a:close/>
                <a:moveTo>
                  <a:pt x="452780" y="728759"/>
                </a:moveTo>
                <a:lnTo>
                  <a:pt x="452067" y="730492"/>
                </a:lnTo>
                <a:lnTo>
                  <a:pt x="453449" y="731620"/>
                </a:lnTo>
                <a:lnTo>
                  <a:pt x="453097" y="729572"/>
                </a:lnTo>
                <a:close/>
                <a:moveTo>
                  <a:pt x="241409" y="1202023"/>
                </a:moveTo>
                <a:lnTo>
                  <a:pt x="242222" y="1203070"/>
                </a:lnTo>
                <a:lnTo>
                  <a:pt x="241928" y="1202460"/>
                </a:lnTo>
                <a:close/>
                <a:moveTo>
                  <a:pt x="431098" y="777191"/>
                </a:moveTo>
                <a:lnTo>
                  <a:pt x="431103" y="777350"/>
                </a:lnTo>
                <a:lnTo>
                  <a:pt x="431678" y="777554"/>
                </a:lnTo>
                <a:close/>
                <a:moveTo>
                  <a:pt x="535084" y="544268"/>
                </a:moveTo>
                <a:lnTo>
                  <a:pt x="537492" y="551867"/>
                </a:lnTo>
                <a:lnTo>
                  <a:pt x="545423" y="555586"/>
                </a:lnTo>
                <a:lnTo>
                  <a:pt x="545342" y="550712"/>
                </a:lnTo>
                <a:lnTo>
                  <a:pt x="544423" y="549841"/>
                </a:lnTo>
                <a:close/>
                <a:moveTo>
                  <a:pt x="317469" y="1031213"/>
                </a:moveTo>
                <a:lnTo>
                  <a:pt x="317516" y="1032457"/>
                </a:lnTo>
                <a:lnTo>
                  <a:pt x="319132" y="1035876"/>
                </a:lnTo>
                <a:lnTo>
                  <a:pt x="319098" y="1035457"/>
                </a:lnTo>
                <a:lnTo>
                  <a:pt x="318328" y="1032894"/>
                </a:lnTo>
                <a:close/>
                <a:moveTo>
                  <a:pt x="598418" y="402098"/>
                </a:moveTo>
                <a:lnTo>
                  <a:pt x="598277" y="405577"/>
                </a:lnTo>
                <a:lnTo>
                  <a:pt x="602779" y="408805"/>
                </a:lnTo>
                <a:lnTo>
                  <a:pt x="602230" y="404794"/>
                </a:lnTo>
                <a:close/>
                <a:moveTo>
                  <a:pt x="339818" y="981150"/>
                </a:moveTo>
                <a:lnTo>
                  <a:pt x="340433" y="983987"/>
                </a:lnTo>
                <a:lnTo>
                  <a:pt x="340436" y="982511"/>
                </a:lnTo>
                <a:close/>
                <a:moveTo>
                  <a:pt x="530561" y="554034"/>
                </a:moveTo>
                <a:lnTo>
                  <a:pt x="530409" y="554915"/>
                </a:lnTo>
                <a:lnTo>
                  <a:pt x="531961" y="555364"/>
                </a:lnTo>
                <a:close/>
                <a:moveTo>
                  <a:pt x="379496" y="892257"/>
                </a:moveTo>
                <a:lnTo>
                  <a:pt x="383059" y="897943"/>
                </a:lnTo>
                <a:lnTo>
                  <a:pt x="381830" y="894328"/>
                </a:lnTo>
                <a:lnTo>
                  <a:pt x="380324" y="892535"/>
                </a:lnTo>
                <a:close/>
                <a:moveTo>
                  <a:pt x="431072" y="776455"/>
                </a:moveTo>
                <a:lnTo>
                  <a:pt x="431088" y="776937"/>
                </a:lnTo>
                <a:lnTo>
                  <a:pt x="431467" y="777168"/>
                </a:lnTo>
                <a:close/>
                <a:moveTo>
                  <a:pt x="503954" y="613242"/>
                </a:moveTo>
                <a:lnTo>
                  <a:pt x="505693" y="616382"/>
                </a:lnTo>
                <a:lnTo>
                  <a:pt x="504828" y="613429"/>
                </a:lnTo>
                <a:close/>
                <a:moveTo>
                  <a:pt x="220822" y="1247228"/>
                </a:moveTo>
                <a:lnTo>
                  <a:pt x="223728" y="1255673"/>
                </a:lnTo>
                <a:lnTo>
                  <a:pt x="231904" y="1262246"/>
                </a:lnTo>
                <a:lnTo>
                  <a:pt x="228693" y="1252913"/>
                </a:lnTo>
                <a:lnTo>
                  <a:pt x="228227" y="1251499"/>
                </a:lnTo>
                <a:close/>
                <a:moveTo>
                  <a:pt x="545252" y="520661"/>
                </a:moveTo>
                <a:lnTo>
                  <a:pt x="545335" y="525714"/>
                </a:lnTo>
                <a:lnTo>
                  <a:pt x="547179" y="527059"/>
                </a:lnTo>
                <a:close/>
                <a:moveTo>
                  <a:pt x="459136" y="713313"/>
                </a:moveTo>
                <a:lnTo>
                  <a:pt x="458592" y="714640"/>
                </a:lnTo>
                <a:lnTo>
                  <a:pt x="460116" y="716336"/>
                </a:lnTo>
                <a:lnTo>
                  <a:pt x="460440" y="714051"/>
                </a:lnTo>
                <a:close/>
                <a:moveTo>
                  <a:pt x="161648" y="1379318"/>
                </a:moveTo>
                <a:lnTo>
                  <a:pt x="166843" y="1386002"/>
                </a:lnTo>
                <a:lnTo>
                  <a:pt x="171053" y="1391271"/>
                </a:lnTo>
                <a:lnTo>
                  <a:pt x="174315" y="1393386"/>
                </a:lnTo>
                <a:lnTo>
                  <a:pt x="171244" y="1387519"/>
                </a:lnTo>
                <a:lnTo>
                  <a:pt x="163471" y="1380980"/>
                </a:lnTo>
                <a:close/>
                <a:moveTo>
                  <a:pt x="424641" y="790411"/>
                </a:moveTo>
                <a:lnTo>
                  <a:pt x="424710" y="790753"/>
                </a:lnTo>
                <a:lnTo>
                  <a:pt x="424757" y="790489"/>
                </a:lnTo>
                <a:close/>
                <a:moveTo>
                  <a:pt x="350022" y="957435"/>
                </a:moveTo>
                <a:lnTo>
                  <a:pt x="350198" y="960251"/>
                </a:lnTo>
                <a:lnTo>
                  <a:pt x="351773" y="961933"/>
                </a:lnTo>
                <a:close/>
                <a:moveTo>
                  <a:pt x="566914" y="471749"/>
                </a:moveTo>
                <a:lnTo>
                  <a:pt x="565772" y="481219"/>
                </a:lnTo>
                <a:lnTo>
                  <a:pt x="569101" y="483396"/>
                </a:lnTo>
                <a:lnTo>
                  <a:pt x="567800" y="472539"/>
                </a:lnTo>
                <a:close/>
                <a:moveTo>
                  <a:pt x="332889" y="995776"/>
                </a:moveTo>
                <a:lnTo>
                  <a:pt x="333183" y="996495"/>
                </a:lnTo>
                <a:lnTo>
                  <a:pt x="333071" y="995921"/>
                </a:lnTo>
                <a:close/>
                <a:moveTo>
                  <a:pt x="460696" y="709526"/>
                </a:moveTo>
                <a:lnTo>
                  <a:pt x="460073" y="711041"/>
                </a:lnTo>
                <a:lnTo>
                  <a:pt x="460807" y="711456"/>
                </a:lnTo>
                <a:lnTo>
                  <a:pt x="460839" y="711231"/>
                </a:lnTo>
                <a:close/>
                <a:moveTo>
                  <a:pt x="244367" y="1193627"/>
                </a:moveTo>
                <a:lnTo>
                  <a:pt x="244935" y="1195944"/>
                </a:lnTo>
                <a:lnTo>
                  <a:pt x="250258" y="1207469"/>
                </a:lnTo>
                <a:lnTo>
                  <a:pt x="251254" y="1208962"/>
                </a:lnTo>
                <a:lnTo>
                  <a:pt x="260766" y="1216964"/>
                </a:lnTo>
                <a:lnTo>
                  <a:pt x="261507" y="1217444"/>
                </a:lnTo>
                <a:lnTo>
                  <a:pt x="258051" y="1209324"/>
                </a:lnTo>
                <a:lnTo>
                  <a:pt x="248842" y="1199044"/>
                </a:lnTo>
                <a:close/>
                <a:moveTo>
                  <a:pt x="320667" y="1022668"/>
                </a:moveTo>
                <a:lnTo>
                  <a:pt x="321021" y="1026895"/>
                </a:lnTo>
                <a:lnTo>
                  <a:pt x="324088" y="1031698"/>
                </a:lnTo>
                <a:lnTo>
                  <a:pt x="323261" y="1028290"/>
                </a:lnTo>
                <a:lnTo>
                  <a:pt x="323285" y="1028240"/>
                </a:lnTo>
                <a:lnTo>
                  <a:pt x="320708" y="1022756"/>
                </a:lnTo>
                <a:close/>
                <a:moveTo>
                  <a:pt x="503833" y="612438"/>
                </a:moveTo>
                <a:lnTo>
                  <a:pt x="503831" y="612675"/>
                </a:lnTo>
                <a:lnTo>
                  <a:pt x="504654" y="612840"/>
                </a:lnTo>
                <a:lnTo>
                  <a:pt x="504566" y="612540"/>
                </a:lnTo>
                <a:close/>
                <a:moveTo>
                  <a:pt x="293277" y="1083910"/>
                </a:moveTo>
                <a:lnTo>
                  <a:pt x="294627" y="1086536"/>
                </a:lnTo>
                <a:lnTo>
                  <a:pt x="295345" y="1087185"/>
                </a:lnTo>
                <a:lnTo>
                  <a:pt x="294280" y="1084673"/>
                </a:lnTo>
                <a:close/>
                <a:moveTo>
                  <a:pt x="416489" y="807993"/>
                </a:moveTo>
                <a:lnTo>
                  <a:pt x="416991" y="809369"/>
                </a:lnTo>
                <a:lnTo>
                  <a:pt x="416984" y="809332"/>
                </a:lnTo>
                <a:lnTo>
                  <a:pt x="417126" y="809067"/>
                </a:lnTo>
                <a:lnTo>
                  <a:pt x="417358" y="810378"/>
                </a:lnTo>
                <a:lnTo>
                  <a:pt x="417670" y="811237"/>
                </a:lnTo>
                <a:lnTo>
                  <a:pt x="417936" y="809542"/>
                </a:lnTo>
                <a:close/>
                <a:moveTo>
                  <a:pt x="374647" y="901641"/>
                </a:moveTo>
                <a:lnTo>
                  <a:pt x="374317" y="903715"/>
                </a:lnTo>
                <a:lnTo>
                  <a:pt x="377106" y="907282"/>
                </a:lnTo>
                <a:close/>
                <a:moveTo>
                  <a:pt x="271122" y="1133339"/>
                </a:moveTo>
                <a:lnTo>
                  <a:pt x="277875" y="1142675"/>
                </a:lnTo>
                <a:lnTo>
                  <a:pt x="277149" y="1138140"/>
                </a:lnTo>
                <a:close/>
                <a:moveTo>
                  <a:pt x="531066" y="551109"/>
                </a:moveTo>
                <a:lnTo>
                  <a:pt x="530926" y="551924"/>
                </a:lnTo>
                <a:lnTo>
                  <a:pt x="531438" y="552344"/>
                </a:lnTo>
                <a:close/>
                <a:moveTo>
                  <a:pt x="267768" y="1140634"/>
                </a:moveTo>
                <a:lnTo>
                  <a:pt x="270877" y="1153298"/>
                </a:lnTo>
                <a:lnTo>
                  <a:pt x="271877" y="1153756"/>
                </a:lnTo>
                <a:lnTo>
                  <a:pt x="276106" y="1155621"/>
                </a:lnTo>
                <a:lnTo>
                  <a:pt x="275254" y="1153032"/>
                </a:lnTo>
                <a:lnTo>
                  <a:pt x="268408" y="1141167"/>
                </a:lnTo>
                <a:close/>
                <a:moveTo>
                  <a:pt x="181623" y="1333497"/>
                </a:moveTo>
                <a:lnTo>
                  <a:pt x="187247" y="1342145"/>
                </a:lnTo>
                <a:lnTo>
                  <a:pt x="192752" y="1344575"/>
                </a:lnTo>
                <a:close/>
                <a:moveTo>
                  <a:pt x="520710" y="574191"/>
                </a:moveTo>
                <a:lnTo>
                  <a:pt x="520601" y="574647"/>
                </a:lnTo>
                <a:lnTo>
                  <a:pt x="520741" y="574736"/>
                </a:lnTo>
                <a:lnTo>
                  <a:pt x="522023" y="575787"/>
                </a:lnTo>
                <a:lnTo>
                  <a:pt x="522032" y="575275"/>
                </a:lnTo>
                <a:close/>
                <a:moveTo>
                  <a:pt x="429281" y="778786"/>
                </a:moveTo>
                <a:lnTo>
                  <a:pt x="429175" y="779369"/>
                </a:lnTo>
                <a:lnTo>
                  <a:pt x="430505" y="781072"/>
                </a:lnTo>
                <a:lnTo>
                  <a:pt x="430000" y="779043"/>
                </a:lnTo>
                <a:close/>
                <a:moveTo>
                  <a:pt x="466560" y="695285"/>
                </a:moveTo>
                <a:lnTo>
                  <a:pt x="464308" y="700752"/>
                </a:lnTo>
                <a:lnTo>
                  <a:pt x="463682" y="705583"/>
                </a:lnTo>
                <a:lnTo>
                  <a:pt x="463692" y="705652"/>
                </a:lnTo>
                <a:lnTo>
                  <a:pt x="463894" y="705723"/>
                </a:lnTo>
                <a:lnTo>
                  <a:pt x="475328" y="711152"/>
                </a:lnTo>
                <a:lnTo>
                  <a:pt x="474899" y="710147"/>
                </a:lnTo>
                <a:lnTo>
                  <a:pt x="474047" y="708073"/>
                </a:lnTo>
                <a:lnTo>
                  <a:pt x="470671" y="707099"/>
                </a:lnTo>
                <a:lnTo>
                  <a:pt x="471017" y="706959"/>
                </a:lnTo>
                <a:lnTo>
                  <a:pt x="473936" y="707801"/>
                </a:lnTo>
                <a:lnTo>
                  <a:pt x="469976" y="698157"/>
                </a:lnTo>
                <a:close/>
                <a:moveTo>
                  <a:pt x="561502" y="482631"/>
                </a:moveTo>
                <a:lnTo>
                  <a:pt x="559347" y="493646"/>
                </a:lnTo>
                <a:lnTo>
                  <a:pt x="561133" y="495156"/>
                </a:lnTo>
                <a:lnTo>
                  <a:pt x="562573" y="483206"/>
                </a:lnTo>
                <a:close/>
                <a:moveTo>
                  <a:pt x="467679" y="692561"/>
                </a:moveTo>
                <a:lnTo>
                  <a:pt x="466714" y="694905"/>
                </a:lnTo>
                <a:lnTo>
                  <a:pt x="469627" y="697307"/>
                </a:lnTo>
                <a:close/>
                <a:moveTo>
                  <a:pt x="503482" y="612391"/>
                </a:moveTo>
                <a:lnTo>
                  <a:pt x="503558" y="612526"/>
                </a:lnTo>
                <a:lnTo>
                  <a:pt x="503559" y="612401"/>
                </a:lnTo>
                <a:close/>
                <a:moveTo>
                  <a:pt x="357941" y="938259"/>
                </a:moveTo>
                <a:lnTo>
                  <a:pt x="359037" y="940602"/>
                </a:lnTo>
                <a:lnTo>
                  <a:pt x="359038" y="939487"/>
                </a:lnTo>
                <a:close/>
                <a:moveTo>
                  <a:pt x="452163" y="727173"/>
                </a:moveTo>
                <a:lnTo>
                  <a:pt x="451436" y="729976"/>
                </a:lnTo>
                <a:lnTo>
                  <a:pt x="451524" y="730048"/>
                </a:lnTo>
                <a:lnTo>
                  <a:pt x="452428" y="727855"/>
                </a:lnTo>
                <a:close/>
                <a:moveTo>
                  <a:pt x="468592" y="690341"/>
                </a:moveTo>
                <a:lnTo>
                  <a:pt x="467985" y="691817"/>
                </a:lnTo>
                <a:lnTo>
                  <a:pt x="470707" y="698196"/>
                </a:lnTo>
                <a:lnTo>
                  <a:pt x="475755" y="702357"/>
                </a:lnTo>
                <a:lnTo>
                  <a:pt x="475718" y="698265"/>
                </a:lnTo>
                <a:close/>
                <a:moveTo>
                  <a:pt x="317642" y="1028292"/>
                </a:moveTo>
                <a:lnTo>
                  <a:pt x="318273" y="1030394"/>
                </a:lnTo>
                <a:lnTo>
                  <a:pt x="318704" y="1030632"/>
                </a:lnTo>
                <a:lnTo>
                  <a:pt x="318652" y="1029989"/>
                </a:lnTo>
                <a:close/>
                <a:moveTo>
                  <a:pt x="516100" y="583631"/>
                </a:moveTo>
                <a:lnTo>
                  <a:pt x="516886" y="588604"/>
                </a:lnTo>
                <a:lnTo>
                  <a:pt x="517780" y="584835"/>
                </a:lnTo>
                <a:close/>
                <a:moveTo>
                  <a:pt x="429940" y="776466"/>
                </a:moveTo>
                <a:lnTo>
                  <a:pt x="429947" y="776499"/>
                </a:lnTo>
                <a:lnTo>
                  <a:pt x="430091" y="776990"/>
                </a:lnTo>
                <a:lnTo>
                  <a:pt x="430686" y="777201"/>
                </a:lnTo>
                <a:lnTo>
                  <a:pt x="430676" y="776927"/>
                </a:lnTo>
                <a:close/>
                <a:moveTo>
                  <a:pt x="480150" y="664024"/>
                </a:moveTo>
                <a:lnTo>
                  <a:pt x="480205" y="664910"/>
                </a:lnTo>
                <a:lnTo>
                  <a:pt x="481691" y="665551"/>
                </a:lnTo>
                <a:lnTo>
                  <a:pt x="481647" y="664292"/>
                </a:lnTo>
                <a:close/>
                <a:moveTo>
                  <a:pt x="452477" y="725960"/>
                </a:moveTo>
                <a:lnTo>
                  <a:pt x="452316" y="726581"/>
                </a:lnTo>
                <a:lnTo>
                  <a:pt x="452625" y="727375"/>
                </a:lnTo>
                <a:lnTo>
                  <a:pt x="452692" y="727214"/>
                </a:lnTo>
                <a:close/>
                <a:moveTo>
                  <a:pt x="553654" y="499342"/>
                </a:moveTo>
                <a:lnTo>
                  <a:pt x="553929" y="500142"/>
                </a:lnTo>
                <a:lnTo>
                  <a:pt x="554408" y="500509"/>
                </a:lnTo>
                <a:lnTo>
                  <a:pt x="556578" y="502446"/>
                </a:lnTo>
                <a:lnTo>
                  <a:pt x="556727" y="501684"/>
                </a:lnTo>
                <a:close/>
                <a:moveTo>
                  <a:pt x="214498" y="1258748"/>
                </a:moveTo>
                <a:lnTo>
                  <a:pt x="220193" y="1267703"/>
                </a:lnTo>
                <a:lnTo>
                  <a:pt x="221551" y="1268930"/>
                </a:lnTo>
                <a:lnTo>
                  <a:pt x="218295" y="1262598"/>
                </a:lnTo>
                <a:lnTo>
                  <a:pt x="218011" y="1262249"/>
                </a:lnTo>
                <a:close/>
                <a:moveTo>
                  <a:pt x="295879" y="1076491"/>
                </a:moveTo>
                <a:lnTo>
                  <a:pt x="296988" y="1082207"/>
                </a:lnTo>
                <a:lnTo>
                  <a:pt x="300233" y="1088344"/>
                </a:lnTo>
                <a:lnTo>
                  <a:pt x="300727" y="1088720"/>
                </a:lnTo>
                <a:lnTo>
                  <a:pt x="297307" y="1078779"/>
                </a:lnTo>
                <a:close/>
                <a:moveTo>
                  <a:pt x="567504" y="468053"/>
                </a:moveTo>
                <a:lnTo>
                  <a:pt x="567678" y="469513"/>
                </a:lnTo>
                <a:lnTo>
                  <a:pt x="574782" y="475849"/>
                </a:lnTo>
                <a:close/>
                <a:moveTo>
                  <a:pt x="472905" y="679866"/>
                </a:moveTo>
                <a:lnTo>
                  <a:pt x="472689" y="680390"/>
                </a:lnTo>
                <a:lnTo>
                  <a:pt x="473129" y="680608"/>
                </a:lnTo>
                <a:close/>
                <a:moveTo>
                  <a:pt x="567311" y="468463"/>
                </a:moveTo>
                <a:lnTo>
                  <a:pt x="567233" y="469115"/>
                </a:lnTo>
                <a:lnTo>
                  <a:pt x="567409" y="469272"/>
                </a:lnTo>
                <a:close/>
                <a:moveTo>
                  <a:pt x="371220" y="907354"/>
                </a:moveTo>
                <a:lnTo>
                  <a:pt x="371220" y="907366"/>
                </a:lnTo>
                <a:lnTo>
                  <a:pt x="371341" y="910537"/>
                </a:lnTo>
                <a:lnTo>
                  <a:pt x="371912" y="912470"/>
                </a:lnTo>
                <a:lnTo>
                  <a:pt x="371583" y="908452"/>
                </a:lnTo>
                <a:lnTo>
                  <a:pt x="371579" y="908392"/>
                </a:lnTo>
                <a:close/>
                <a:moveTo>
                  <a:pt x="332311" y="994366"/>
                </a:moveTo>
                <a:lnTo>
                  <a:pt x="332743" y="995420"/>
                </a:lnTo>
                <a:lnTo>
                  <a:pt x="333015" y="995637"/>
                </a:lnTo>
                <a:lnTo>
                  <a:pt x="332905" y="995073"/>
                </a:lnTo>
                <a:close/>
                <a:moveTo>
                  <a:pt x="562020" y="479982"/>
                </a:moveTo>
                <a:lnTo>
                  <a:pt x="561937" y="480406"/>
                </a:lnTo>
                <a:lnTo>
                  <a:pt x="562861" y="480818"/>
                </a:lnTo>
                <a:lnTo>
                  <a:pt x="562893" y="480552"/>
                </a:lnTo>
                <a:close/>
                <a:moveTo>
                  <a:pt x="318933" y="1024295"/>
                </a:moveTo>
                <a:lnTo>
                  <a:pt x="318971" y="1024759"/>
                </a:lnTo>
                <a:lnTo>
                  <a:pt x="320426" y="1027177"/>
                </a:lnTo>
                <a:lnTo>
                  <a:pt x="320373" y="1026550"/>
                </a:lnTo>
                <a:close/>
                <a:moveTo>
                  <a:pt x="489901" y="641453"/>
                </a:moveTo>
                <a:lnTo>
                  <a:pt x="490108" y="647069"/>
                </a:lnTo>
                <a:lnTo>
                  <a:pt x="490890" y="650190"/>
                </a:lnTo>
                <a:lnTo>
                  <a:pt x="494364" y="651827"/>
                </a:lnTo>
                <a:lnTo>
                  <a:pt x="494107" y="644362"/>
                </a:lnTo>
                <a:close/>
                <a:moveTo>
                  <a:pt x="317992" y="1026372"/>
                </a:moveTo>
                <a:lnTo>
                  <a:pt x="318556" y="1028831"/>
                </a:lnTo>
                <a:lnTo>
                  <a:pt x="318424" y="1027216"/>
                </a:lnTo>
                <a:close/>
                <a:moveTo>
                  <a:pt x="503860" y="610127"/>
                </a:moveTo>
                <a:lnTo>
                  <a:pt x="503837" y="612163"/>
                </a:lnTo>
                <a:lnTo>
                  <a:pt x="504479" y="612242"/>
                </a:lnTo>
                <a:close/>
                <a:moveTo>
                  <a:pt x="432362" y="770164"/>
                </a:moveTo>
                <a:lnTo>
                  <a:pt x="433198" y="773017"/>
                </a:lnTo>
                <a:lnTo>
                  <a:pt x="433420" y="771285"/>
                </a:lnTo>
                <a:lnTo>
                  <a:pt x="433218" y="770464"/>
                </a:lnTo>
                <a:close/>
                <a:moveTo>
                  <a:pt x="375202" y="898146"/>
                </a:moveTo>
                <a:lnTo>
                  <a:pt x="374822" y="900534"/>
                </a:lnTo>
                <a:lnTo>
                  <a:pt x="378558" y="908421"/>
                </a:lnTo>
                <a:lnTo>
                  <a:pt x="382759" y="911614"/>
                </a:lnTo>
                <a:lnTo>
                  <a:pt x="382842" y="909741"/>
                </a:lnTo>
                <a:lnTo>
                  <a:pt x="382067" y="907277"/>
                </a:lnTo>
                <a:close/>
                <a:moveTo>
                  <a:pt x="379788" y="887689"/>
                </a:moveTo>
                <a:lnTo>
                  <a:pt x="380740" y="890489"/>
                </a:lnTo>
                <a:lnTo>
                  <a:pt x="381772" y="890847"/>
                </a:lnTo>
                <a:close/>
                <a:moveTo>
                  <a:pt x="477456" y="668814"/>
                </a:moveTo>
                <a:lnTo>
                  <a:pt x="476666" y="670732"/>
                </a:lnTo>
                <a:lnTo>
                  <a:pt x="477060" y="671913"/>
                </a:lnTo>
                <a:lnTo>
                  <a:pt x="477844" y="673451"/>
                </a:lnTo>
                <a:close/>
                <a:moveTo>
                  <a:pt x="361560" y="928318"/>
                </a:moveTo>
                <a:lnTo>
                  <a:pt x="361797" y="933154"/>
                </a:lnTo>
                <a:lnTo>
                  <a:pt x="364356" y="937121"/>
                </a:lnTo>
                <a:lnTo>
                  <a:pt x="364324" y="936305"/>
                </a:lnTo>
                <a:lnTo>
                  <a:pt x="363285" y="932070"/>
                </a:lnTo>
                <a:close/>
                <a:moveTo>
                  <a:pt x="238642" y="1203511"/>
                </a:moveTo>
                <a:lnTo>
                  <a:pt x="241972" y="1209872"/>
                </a:lnTo>
                <a:lnTo>
                  <a:pt x="248887" y="1218527"/>
                </a:lnTo>
                <a:lnTo>
                  <a:pt x="249745" y="1219003"/>
                </a:lnTo>
                <a:lnTo>
                  <a:pt x="249583" y="1218342"/>
                </a:lnTo>
                <a:lnTo>
                  <a:pt x="244768" y="1208351"/>
                </a:lnTo>
                <a:lnTo>
                  <a:pt x="243440" y="1206636"/>
                </a:lnTo>
                <a:close/>
                <a:moveTo>
                  <a:pt x="500130" y="617958"/>
                </a:moveTo>
                <a:lnTo>
                  <a:pt x="501089" y="626991"/>
                </a:lnTo>
                <a:lnTo>
                  <a:pt x="503377" y="628506"/>
                </a:lnTo>
                <a:lnTo>
                  <a:pt x="503471" y="620172"/>
                </a:lnTo>
                <a:close/>
                <a:moveTo>
                  <a:pt x="417289" y="803347"/>
                </a:moveTo>
                <a:lnTo>
                  <a:pt x="416577" y="806971"/>
                </a:lnTo>
                <a:lnTo>
                  <a:pt x="418087" y="808586"/>
                </a:lnTo>
                <a:lnTo>
                  <a:pt x="418641" y="805052"/>
                </a:lnTo>
                <a:lnTo>
                  <a:pt x="417841" y="804134"/>
                </a:lnTo>
                <a:close/>
                <a:moveTo>
                  <a:pt x="519914" y="573538"/>
                </a:moveTo>
                <a:lnTo>
                  <a:pt x="520277" y="574322"/>
                </a:lnTo>
                <a:lnTo>
                  <a:pt x="520373" y="573915"/>
                </a:lnTo>
                <a:close/>
                <a:moveTo>
                  <a:pt x="277930" y="1115369"/>
                </a:moveTo>
                <a:lnTo>
                  <a:pt x="279976" y="1119870"/>
                </a:lnTo>
                <a:lnTo>
                  <a:pt x="284827" y="1127644"/>
                </a:lnTo>
                <a:lnTo>
                  <a:pt x="285299" y="1128019"/>
                </a:lnTo>
                <a:close/>
                <a:moveTo>
                  <a:pt x="545190" y="516903"/>
                </a:moveTo>
                <a:lnTo>
                  <a:pt x="545211" y="518210"/>
                </a:lnTo>
                <a:lnTo>
                  <a:pt x="545478" y="519096"/>
                </a:lnTo>
                <a:lnTo>
                  <a:pt x="548581" y="528082"/>
                </a:lnTo>
                <a:lnTo>
                  <a:pt x="552627" y="531033"/>
                </a:lnTo>
                <a:lnTo>
                  <a:pt x="553489" y="523883"/>
                </a:lnTo>
                <a:close/>
                <a:moveTo>
                  <a:pt x="430040" y="774593"/>
                </a:moveTo>
                <a:lnTo>
                  <a:pt x="429801" y="775911"/>
                </a:lnTo>
                <a:lnTo>
                  <a:pt x="429873" y="776198"/>
                </a:lnTo>
                <a:lnTo>
                  <a:pt x="430668" y="776681"/>
                </a:lnTo>
                <a:lnTo>
                  <a:pt x="430632" y="775661"/>
                </a:lnTo>
                <a:close/>
                <a:moveTo>
                  <a:pt x="285055" y="1099162"/>
                </a:moveTo>
                <a:lnTo>
                  <a:pt x="289268" y="1104875"/>
                </a:lnTo>
                <a:lnTo>
                  <a:pt x="292542" y="1106049"/>
                </a:lnTo>
                <a:lnTo>
                  <a:pt x="291164" y="1103050"/>
                </a:lnTo>
                <a:close/>
                <a:moveTo>
                  <a:pt x="212467" y="1261638"/>
                </a:moveTo>
                <a:lnTo>
                  <a:pt x="212494" y="1261688"/>
                </a:lnTo>
                <a:lnTo>
                  <a:pt x="221661" y="1270823"/>
                </a:lnTo>
                <a:lnTo>
                  <a:pt x="221287" y="1270236"/>
                </a:lnTo>
                <a:lnTo>
                  <a:pt x="219382" y="1267883"/>
                </a:lnTo>
                <a:close/>
                <a:moveTo>
                  <a:pt x="480368" y="661737"/>
                </a:moveTo>
                <a:lnTo>
                  <a:pt x="480055" y="662497"/>
                </a:lnTo>
                <a:lnTo>
                  <a:pt x="480082" y="662943"/>
                </a:lnTo>
                <a:lnTo>
                  <a:pt x="481610" y="663215"/>
                </a:lnTo>
                <a:lnTo>
                  <a:pt x="481605" y="663046"/>
                </a:lnTo>
                <a:close/>
                <a:moveTo>
                  <a:pt x="522158" y="568092"/>
                </a:moveTo>
                <a:lnTo>
                  <a:pt x="522112" y="568284"/>
                </a:lnTo>
                <a:lnTo>
                  <a:pt x="522154" y="568318"/>
                </a:lnTo>
                <a:close/>
                <a:moveTo>
                  <a:pt x="487618" y="645400"/>
                </a:moveTo>
                <a:lnTo>
                  <a:pt x="488822" y="648994"/>
                </a:lnTo>
                <a:lnTo>
                  <a:pt x="488803" y="647742"/>
                </a:lnTo>
                <a:close/>
                <a:moveTo>
                  <a:pt x="355516" y="940919"/>
                </a:moveTo>
                <a:lnTo>
                  <a:pt x="357597" y="949395"/>
                </a:lnTo>
                <a:lnTo>
                  <a:pt x="359022" y="951842"/>
                </a:lnTo>
                <a:lnTo>
                  <a:pt x="359037" y="941091"/>
                </a:lnTo>
                <a:lnTo>
                  <a:pt x="356576" y="940962"/>
                </a:lnTo>
                <a:close/>
                <a:moveTo>
                  <a:pt x="177823" y="1338667"/>
                </a:moveTo>
                <a:lnTo>
                  <a:pt x="181658" y="1342130"/>
                </a:lnTo>
                <a:lnTo>
                  <a:pt x="180806" y="1341408"/>
                </a:lnTo>
                <a:close/>
                <a:moveTo>
                  <a:pt x="527106" y="556424"/>
                </a:moveTo>
                <a:lnTo>
                  <a:pt x="525989" y="563862"/>
                </a:lnTo>
                <a:lnTo>
                  <a:pt x="526090" y="565262"/>
                </a:lnTo>
                <a:lnTo>
                  <a:pt x="528365" y="566115"/>
                </a:lnTo>
                <a:lnTo>
                  <a:pt x="529677" y="558525"/>
                </a:lnTo>
                <a:lnTo>
                  <a:pt x="529016" y="557974"/>
                </a:lnTo>
                <a:close/>
                <a:moveTo>
                  <a:pt x="499723" y="617688"/>
                </a:moveTo>
                <a:lnTo>
                  <a:pt x="500466" y="626578"/>
                </a:lnTo>
                <a:lnTo>
                  <a:pt x="500971" y="626913"/>
                </a:lnTo>
                <a:lnTo>
                  <a:pt x="500012" y="617880"/>
                </a:lnTo>
                <a:close/>
                <a:moveTo>
                  <a:pt x="371788" y="904129"/>
                </a:moveTo>
                <a:lnTo>
                  <a:pt x="372039" y="907192"/>
                </a:lnTo>
                <a:lnTo>
                  <a:pt x="372936" y="909793"/>
                </a:lnTo>
                <a:lnTo>
                  <a:pt x="373615" y="905517"/>
                </a:lnTo>
                <a:close/>
                <a:moveTo>
                  <a:pt x="484377" y="651995"/>
                </a:moveTo>
                <a:lnTo>
                  <a:pt x="483253" y="654726"/>
                </a:lnTo>
                <a:lnTo>
                  <a:pt x="486381" y="656889"/>
                </a:lnTo>
                <a:lnTo>
                  <a:pt x="484868" y="652368"/>
                </a:lnTo>
                <a:close/>
                <a:moveTo>
                  <a:pt x="567692" y="465307"/>
                </a:moveTo>
                <a:lnTo>
                  <a:pt x="567455" y="467276"/>
                </a:lnTo>
                <a:lnTo>
                  <a:pt x="577349" y="477592"/>
                </a:lnTo>
                <a:lnTo>
                  <a:pt x="580400" y="480859"/>
                </a:lnTo>
                <a:lnTo>
                  <a:pt x="589327" y="488823"/>
                </a:lnTo>
                <a:lnTo>
                  <a:pt x="587058" y="474684"/>
                </a:lnTo>
                <a:lnTo>
                  <a:pt x="571748" y="467218"/>
                </a:lnTo>
                <a:close/>
                <a:moveTo>
                  <a:pt x="371346" y="904957"/>
                </a:moveTo>
                <a:lnTo>
                  <a:pt x="371335" y="905156"/>
                </a:lnTo>
                <a:lnTo>
                  <a:pt x="371366" y="905242"/>
                </a:lnTo>
                <a:close/>
                <a:moveTo>
                  <a:pt x="509255" y="596145"/>
                </a:moveTo>
                <a:lnTo>
                  <a:pt x="510635" y="607676"/>
                </a:lnTo>
                <a:lnTo>
                  <a:pt x="512148" y="608561"/>
                </a:lnTo>
                <a:lnTo>
                  <a:pt x="514340" y="599330"/>
                </a:lnTo>
                <a:close/>
                <a:moveTo>
                  <a:pt x="269814" y="1132297"/>
                </a:moveTo>
                <a:lnTo>
                  <a:pt x="270868" y="1135502"/>
                </a:lnTo>
                <a:lnTo>
                  <a:pt x="276703" y="1142156"/>
                </a:lnTo>
                <a:lnTo>
                  <a:pt x="270286" y="1132673"/>
                </a:lnTo>
                <a:close/>
                <a:moveTo>
                  <a:pt x="287095" y="1093421"/>
                </a:moveTo>
                <a:lnTo>
                  <a:pt x="290659" y="1101174"/>
                </a:lnTo>
                <a:lnTo>
                  <a:pt x="291548" y="1101740"/>
                </a:lnTo>
                <a:lnTo>
                  <a:pt x="287592" y="1094376"/>
                </a:lnTo>
                <a:close/>
                <a:moveTo>
                  <a:pt x="527208" y="555741"/>
                </a:moveTo>
                <a:lnTo>
                  <a:pt x="527134" y="556238"/>
                </a:lnTo>
                <a:lnTo>
                  <a:pt x="529711" y="558329"/>
                </a:lnTo>
                <a:lnTo>
                  <a:pt x="529883" y="557336"/>
                </a:lnTo>
                <a:close/>
                <a:moveTo>
                  <a:pt x="544693" y="516486"/>
                </a:moveTo>
                <a:lnTo>
                  <a:pt x="544785" y="516789"/>
                </a:lnTo>
                <a:lnTo>
                  <a:pt x="544781" y="516559"/>
                </a:lnTo>
                <a:close/>
                <a:moveTo>
                  <a:pt x="437618" y="756158"/>
                </a:moveTo>
                <a:lnTo>
                  <a:pt x="438834" y="761043"/>
                </a:lnTo>
                <a:lnTo>
                  <a:pt x="439574" y="758187"/>
                </a:lnTo>
                <a:lnTo>
                  <a:pt x="438662" y="757844"/>
                </a:lnTo>
                <a:lnTo>
                  <a:pt x="438948" y="757754"/>
                </a:lnTo>
                <a:lnTo>
                  <a:pt x="439621" y="758007"/>
                </a:lnTo>
                <a:lnTo>
                  <a:pt x="439749" y="757513"/>
                </a:lnTo>
                <a:close/>
                <a:moveTo>
                  <a:pt x="344938" y="963585"/>
                </a:moveTo>
                <a:lnTo>
                  <a:pt x="345220" y="965142"/>
                </a:lnTo>
                <a:lnTo>
                  <a:pt x="348207" y="966576"/>
                </a:lnTo>
                <a:close/>
                <a:moveTo>
                  <a:pt x="430885" y="771019"/>
                </a:moveTo>
                <a:lnTo>
                  <a:pt x="430905" y="771633"/>
                </a:lnTo>
                <a:lnTo>
                  <a:pt x="432911" y="775254"/>
                </a:lnTo>
                <a:lnTo>
                  <a:pt x="433045" y="774212"/>
                </a:lnTo>
                <a:close/>
                <a:moveTo>
                  <a:pt x="488484" y="642025"/>
                </a:moveTo>
                <a:lnTo>
                  <a:pt x="487450" y="644535"/>
                </a:lnTo>
                <a:lnTo>
                  <a:pt x="488795" y="647194"/>
                </a:lnTo>
                <a:lnTo>
                  <a:pt x="488735" y="643088"/>
                </a:lnTo>
                <a:close/>
                <a:moveTo>
                  <a:pt x="361467" y="926422"/>
                </a:moveTo>
                <a:lnTo>
                  <a:pt x="361518" y="927448"/>
                </a:lnTo>
                <a:lnTo>
                  <a:pt x="362517" y="929624"/>
                </a:lnTo>
                <a:close/>
                <a:moveTo>
                  <a:pt x="488710" y="641474"/>
                </a:moveTo>
                <a:lnTo>
                  <a:pt x="488708" y="641481"/>
                </a:lnTo>
                <a:lnTo>
                  <a:pt x="488711" y="641495"/>
                </a:lnTo>
                <a:close/>
                <a:moveTo>
                  <a:pt x="392734" y="856361"/>
                </a:moveTo>
                <a:lnTo>
                  <a:pt x="393106" y="856973"/>
                </a:lnTo>
                <a:lnTo>
                  <a:pt x="396931" y="860136"/>
                </a:lnTo>
                <a:lnTo>
                  <a:pt x="396948" y="859213"/>
                </a:lnTo>
                <a:close/>
                <a:moveTo>
                  <a:pt x="465168" y="694113"/>
                </a:moveTo>
                <a:lnTo>
                  <a:pt x="464641" y="698186"/>
                </a:lnTo>
                <a:lnTo>
                  <a:pt x="466021" y="694832"/>
                </a:lnTo>
                <a:close/>
                <a:moveTo>
                  <a:pt x="339408" y="975666"/>
                </a:moveTo>
                <a:lnTo>
                  <a:pt x="340443" y="977582"/>
                </a:lnTo>
                <a:lnTo>
                  <a:pt x="340444" y="976582"/>
                </a:lnTo>
                <a:close/>
                <a:moveTo>
                  <a:pt x="317235" y="1025109"/>
                </a:moveTo>
                <a:lnTo>
                  <a:pt x="317309" y="1027048"/>
                </a:lnTo>
                <a:lnTo>
                  <a:pt x="318416" y="1028867"/>
                </a:lnTo>
                <a:lnTo>
                  <a:pt x="317723" y="1025844"/>
                </a:lnTo>
                <a:lnTo>
                  <a:pt x="317696" y="1025791"/>
                </a:lnTo>
                <a:close/>
                <a:moveTo>
                  <a:pt x="545153" y="514684"/>
                </a:moveTo>
                <a:lnTo>
                  <a:pt x="545177" y="516150"/>
                </a:lnTo>
                <a:lnTo>
                  <a:pt x="553567" y="523242"/>
                </a:lnTo>
                <a:lnTo>
                  <a:pt x="554217" y="517852"/>
                </a:lnTo>
                <a:close/>
                <a:moveTo>
                  <a:pt x="269609" y="1131673"/>
                </a:moveTo>
                <a:lnTo>
                  <a:pt x="269671" y="1131862"/>
                </a:lnTo>
                <a:lnTo>
                  <a:pt x="269814" y="1131976"/>
                </a:lnTo>
                <a:close/>
                <a:moveTo>
                  <a:pt x="527413" y="554372"/>
                </a:moveTo>
                <a:lnTo>
                  <a:pt x="527229" y="555600"/>
                </a:lnTo>
                <a:lnTo>
                  <a:pt x="529917" y="557124"/>
                </a:lnTo>
                <a:lnTo>
                  <a:pt x="530252" y="555191"/>
                </a:lnTo>
                <a:close/>
                <a:moveTo>
                  <a:pt x="124641" y="1456186"/>
                </a:moveTo>
                <a:lnTo>
                  <a:pt x="136163" y="1471540"/>
                </a:lnTo>
                <a:lnTo>
                  <a:pt x="150434" y="1489054"/>
                </a:lnTo>
                <a:lnTo>
                  <a:pt x="172098" y="1509500"/>
                </a:lnTo>
                <a:lnTo>
                  <a:pt x="193373" y="1529045"/>
                </a:lnTo>
                <a:lnTo>
                  <a:pt x="201737" y="1534019"/>
                </a:lnTo>
                <a:lnTo>
                  <a:pt x="209941" y="1537249"/>
                </a:lnTo>
                <a:lnTo>
                  <a:pt x="197289" y="1515260"/>
                </a:lnTo>
                <a:lnTo>
                  <a:pt x="187777" y="1507332"/>
                </a:lnTo>
                <a:lnTo>
                  <a:pt x="187714" y="1507037"/>
                </a:lnTo>
                <a:lnTo>
                  <a:pt x="197020" y="1514792"/>
                </a:lnTo>
                <a:lnTo>
                  <a:pt x="186588" y="1496662"/>
                </a:lnTo>
                <a:lnTo>
                  <a:pt x="184008" y="1495364"/>
                </a:lnTo>
                <a:lnTo>
                  <a:pt x="183871" y="1494980"/>
                </a:lnTo>
                <a:lnTo>
                  <a:pt x="186333" y="1496219"/>
                </a:lnTo>
                <a:lnTo>
                  <a:pt x="185701" y="1495120"/>
                </a:lnTo>
                <a:lnTo>
                  <a:pt x="141818" y="1467717"/>
                </a:lnTo>
                <a:close/>
                <a:moveTo>
                  <a:pt x="162981" y="1370288"/>
                </a:moveTo>
                <a:lnTo>
                  <a:pt x="171340" y="1386256"/>
                </a:lnTo>
                <a:lnTo>
                  <a:pt x="174807" y="1389174"/>
                </a:lnTo>
                <a:lnTo>
                  <a:pt x="163191" y="1370633"/>
                </a:lnTo>
                <a:close/>
                <a:moveTo>
                  <a:pt x="375965" y="893348"/>
                </a:moveTo>
                <a:lnTo>
                  <a:pt x="375268" y="897727"/>
                </a:lnTo>
                <a:lnTo>
                  <a:pt x="381793" y="906404"/>
                </a:lnTo>
                <a:lnTo>
                  <a:pt x="381673" y="906025"/>
                </a:lnTo>
                <a:close/>
                <a:moveTo>
                  <a:pt x="389203" y="863498"/>
                </a:moveTo>
                <a:lnTo>
                  <a:pt x="388679" y="867926"/>
                </a:lnTo>
                <a:lnTo>
                  <a:pt x="394971" y="875147"/>
                </a:lnTo>
                <a:lnTo>
                  <a:pt x="395151" y="874240"/>
                </a:lnTo>
                <a:lnTo>
                  <a:pt x="392874" y="868891"/>
                </a:lnTo>
                <a:lnTo>
                  <a:pt x="391537" y="867648"/>
                </a:lnTo>
                <a:lnTo>
                  <a:pt x="391514" y="867280"/>
                </a:lnTo>
                <a:lnTo>
                  <a:pt x="392631" y="868319"/>
                </a:lnTo>
                <a:lnTo>
                  <a:pt x="391814" y="866401"/>
                </a:lnTo>
                <a:close/>
                <a:moveTo>
                  <a:pt x="509113" y="594961"/>
                </a:moveTo>
                <a:lnTo>
                  <a:pt x="509187" y="595591"/>
                </a:lnTo>
                <a:lnTo>
                  <a:pt x="514446" y="598884"/>
                </a:lnTo>
                <a:lnTo>
                  <a:pt x="514478" y="598745"/>
                </a:lnTo>
                <a:lnTo>
                  <a:pt x="514422" y="598287"/>
                </a:lnTo>
                <a:close/>
                <a:moveTo>
                  <a:pt x="354624" y="940884"/>
                </a:moveTo>
                <a:lnTo>
                  <a:pt x="355808" y="946323"/>
                </a:lnTo>
                <a:lnTo>
                  <a:pt x="356923" y="948237"/>
                </a:lnTo>
                <a:lnTo>
                  <a:pt x="355227" y="940908"/>
                </a:lnTo>
                <a:close/>
                <a:moveTo>
                  <a:pt x="493600" y="629594"/>
                </a:moveTo>
                <a:lnTo>
                  <a:pt x="489803" y="638819"/>
                </a:lnTo>
                <a:lnTo>
                  <a:pt x="489814" y="639129"/>
                </a:lnTo>
                <a:lnTo>
                  <a:pt x="494004" y="641337"/>
                </a:lnTo>
                <a:close/>
                <a:moveTo>
                  <a:pt x="581257" y="433177"/>
                </a:moveTo>
                <a:lnTo>
                  <a:pt x="582805" y="442829"/>
                </a:lnTo>
                <a:lnTo>
                  <a:pt x="585656" y="445416"/>
                </a:lnTo>
                <a:lnTo>
                  <a:pt x="583838" y="439013"/>
                </a:lnTo>
                <a:lnTo>
                  <a:pt x="583231" y="435167"/>
                </a:lnTo>
                <a:close/>
                <a:moveTo>
                  <a:pt x="430925" y="769708"/>
                </a:moveTo>
                <a:lnTo>
                  <a:pt x="430855" y="770091"/>
                </a:lnTo>
                <a:lnTo>
                  <a:pt x="430878" y="770758"/>
                </a:lnTo>
                <a:lnTo>
                  <a:pt x="433072" y="774002"/>
                </a:lnTo>
                <a:lnTo>
                  <a:pt x="433095" y="773820"/>
                </a:lnTo>
                <a:lnTo>
                  <a:pt x="432506" y="771812"/>
                </a:lnTo>
                <a:lnTo>
                  <a:pt x="432032" y="770048"/>
                </a:lnTo>
                <a:lnTo>
                  <a:pt x="431976" y="770029"/>
                </a:lnTo>
                <a:close/>
                <a:moveTo>
                  <a:pt x="495130" y="625878"/>
                </a:moveTo>
                <a:lnTo>
                  <a:pt x="494172" y="628205"/>
                </a:lnTo>
                <a:lnTo>
                  <a:pt x="495371" y="634647"/>
                </a:lnTo>
                <a:lnTo>
                  <a:pt x="494086" y="628417"/>
                </a:lnTo>
                <a:lnTo>
                  <a:pt x="493822" y="629057"/>
                </a:lnTo>
                <a:lnTo>
                  <a:pt x="494247" y="641466"/>
                </a:lnTo>
                <a:lnTo>
                  <a:pt x="494573" y="641637"/>
                </a:lnTo>
                <a:lnTo>
                  <a:pt x="496982" y="643301"/>
                </a:lnTo>
                <a:lnTo>
                  <a:pt x="495371" y="634647"/>
                </a:lnTo>
                <a:lnTo>
                  <a:pt x="497186" y="643443"/>
                </a:lnTo>
                <a:lnTo>
                  <a:pt x="501781" y="646622"/>
                </a:lnTo>
                <a:lnTo>
                  <a:pt x="500599" y="632482"/>
                </a:lnTo>
                <a:lnTo>
                  <a:pt x="499515" y="628785"/>
                </a:lnTo>
                <a:close/>
                <a:moveTo>
                  <a:pt x="399020" y="841078"/>
                </a:moveTo>
                <a:lnTo>
                  <a:pt x="398920" y="846757"/>
                </a:lnTo>
                <a:lnTo>
                  <a:pt x="399256" y="847906"/>
                </a:lnTo>
                <a:lnTo>
                  <a:pt x="399950" y="847943"/>
                </a:lnTo>
                <a:lnTo>
                  <a:pt x="400309" y="847978"/>
                </a:lnTo>
                <a:lnTo>
                  <a:pt x="401152" y="843684"/>
                </a:lnTo>
                <a:lnTo>
                  <a:pt x="400709" y="841914"/>
                </a:lnTo>
                <a:close/>
                <a:moveTo>
                  <a:pt x="533597" y="539577"/>
                </a:moveTo>
                <a:lnTo>
                  <a:pt x="534898" y="543685"/>
                </a:lnTo>
                <a:lnTo>
                  <a:pt x="536075" y="544353"/>
                </a:lnTo>
                <a:lnTo>
                  <a:pt x="542980" y="548471"/>
                </a:lnTo>
                <a:close/>
                <a:moveTo>
                  <a:pt x="215147" y="1252644"/>
                </a:moveTo>
                <a:lnTo>
                  <a:pt x="217642" y="1257496"/>
                </a:lnTo>
                <a:lnTo>
                  <a:pt x="218679" y="1258766"/>
                </a:lnTo>
                <a:lnTo>
                  <a:pt x="222475" y="1262548"/>
                </a:lnTo>
                <a:lnTo>
                  <a:pt x="219319" y="1256412"/>
                </a:lnTo>
                <a:close/>
                <a:moveTo>
                  <a:pt x="443621" y="741045"/>
                </a:moveTo>
                <a:lnTo>
                  <a:pt x="443614" y="741091"/>
                </a:lnTo>
                <a:lnTo>
                  <a:pt x="443639" y="741102"/>
                </a:lnTo>
                <a:close/>
                <a:moveTo>
                  <a:pt x="361423" y="925035"/>
                </a:moveTo>
                <a:lnTo>
                  <a:pt x="361423" y="925212"/>
                </a:lnTo>
                <a:lnTo>
                  <a:pt x="362131" y="927368"/>
                </a:lnTo>
                <a:lnTo>
                  <a:pt x="361592" y="925177"/>
                </a:lnTo>
                <a:close/>
                <a:moveTo>
                  <a:pt x="497219" y="620952"/>
                </a:moveTo>
                <a:lnTo>
                  <a:pt x="496063" y="623660"/>
                </a:lnTo>
                <a:lnTo>
                  <a:pt x="498484" y="625264"/>
                </a:lnTo>
                <a:close/>
                <a:moveTo>
                  <a:pt x="488448" y="640448"/>
                </a:moveTo>
                <a:lnTo>
                  <a:pt x="488489" y="640608"/>
                </a:lnTo>
                <a:lnTo>
                  <a:pt x="488533" y="640505"/>
                </a:lnTo>
                <a:close/>
                <a:moveTo>
                  <a:pt x="498859" y="617115"/>
                </a:moveTo>
                <a:lnTo>
                  <a:pt x="497489" y="620322"/>
                </a:lnTo>
                <a:lnTo>
                  <a:pt x="499047" y="625637"/>
                </a:lnTo>
                <a:lnTo>
                  <a:pt x="500084" y="626325"/>
                </a:lnTo>
                <a:lnTo>
                  <a:pt x="499541" y="619828"/>
                </a:lnTo>
                <a:lnTo>
                  <a:pt x="499375" y="617457"/>
                </a:lnTo>
                <a:close/>
                <a:moveTo>
                  <a:pt x="371612" y="901980"/>
                </a:moveTo>
                <a:lnTo>
                  <a:pt x="371714" y="903221"/>
                </a:lnTo>
                <a:lnTo>
                  <a:pt x="373200" y="904350"/>
                </a:lnTo>
                <a:close/>
                <a:moveTo>
                  <a:pt x="500549" y="613161"/>
                </a:moveTo>
                <a:lnTo>
                  <a:pt x="499564" y="615466"/>
                </a:lnTo>
                <a:lnTo>
                  <a:pt x="500999" y="616418"/>
                </a:lnTo>
                <a:lnTo>
                  <a:pt x="502536" y="616745"/>
                </a:lnTo>
                <a:close/>
                <a:moveTo>
                  <a:pt x="376308" y="891187"/>
                </a:moveTo>
                <a:lnTo>
                  <a:pt x="376116" y="892389"/>
                </a:lnTo>
                <a:lnTo>
                  <a:pt x="380320" y="901723"/>
                </a:lnTo>
                <a:lnTo>
                  <a:pt x="377088" y="891449"/>
                </a:lnTo>
                <a:close/>
                <a:moveTo>
                  <a:pt x="361423" y="924495"/>
                </a:moveTo>
                <a:lnTo>
                  <a:pt x="361423" y="924656"/>
                </a:lnTo>
                <a:lnTo>
                  <a:pt x="361474" y="924698"/>
                </a:lnTo>
                <a:close/>
                <a:moveTo>
                  <a:pt x="503041" y="607333"/>
                </a:moveTo>
                <a:lnTo>
                  <a:pt x="502013" y="609739"/>
                </a:lnTo>
                <a:lnTo>
                  <a:pt x="503321" y="612099"/>
                </a:lnTo>
                <a:lnTo>
                  <a:pt x="503562" y="612129"/>
                </a:lnTo>
                <a:lnTo>
                  <a:pt x="503595" y="609222"/>
                </a:lnTo>
                <a:close/>
                <a:moveTo>
                  <a:pt x="441502" y="745104"/>
                </a:moveTo>
                <a:lnTo>
                  <a:pt x="442036" y="746571"/>
                </a:lnTo>
                <a:lnTo>
                  <a:pt x="442145" y="745776"/>
                </a:lnTo>
                <a:lnTo>
                  <a:pt x="441687" y="745192"/>
                </a:lnTo>
                <a:close/>
                <a:moveTo>
                  <a:pt x="503632" y="605951"/>
                </a:moveTo>
                <a:lnTo>
                  <a:pt x="503242" y="606863"/>
                </a:lnTo>
                <a:lnTo>
                  <a:pt x="503608" y="608110"/>
                </a:lnTo>
                <a:close/>
                <a:moveTo>
                  <a:pt x="504222" y="604570"/>
                </a:moveTo>
                <a:lnTo>
                  <a:pt x="503915" y="605290"/>
                </a:lnTo>
                <a:lnTo>
                  <a:pt x="503872" y="609013"/>
                </a:lnTo>
                <a:lnTo>
                  <a:pt x="504831" y="612285"/>
                </a:lnTo>
                <a:lnTo>
                  <a:pt x="505652" y="612387"/>
                </a:lnTo>
                <a:lnTo>
                  <a:pt x="509281" y="612886"/>
                </a:lnTo>
                <a:lnTo>
                  <a:pt x="504901" y="604980"/>
                </a:lnTo>
                <a:close/>
                <a:moveTo>
                  <a:pt x="401479" y="834482"/>
                </a:moveTo>
                <a:lnTo>
                  <a:pt x="402405" y="837307"/>
                </a:lnTo>
                <a:lnTo>
                  <a:pt x="402408" y="837294"/>
                </a:lnTo>
                <a:lnTo>
                  <a:pt x="401851" y="835032"/>
                </a:lnTo>
                <a:close/>
                <a:moveTo>
                  <a:pt x="527850" y="551466"/>
                </a:moveTo>
                <a:lnTo>
                  <a:pt x="527460" y="554064"/>
                </a:lnTo>
                <a:lnTo>
                  <a:pt x="530304" y="554886"/>
                </a:lnTo>
                <a:lnTo>
                  <a:pt x="530467" y="553947"/>
                </a:lnTo>
                <a:close/>
                <a:moveTo>
                  <a:pt x="222873" y="1234365"/>
                </a:moveTo>
                <a:lnTo>
                  <a:pt x="223661" y="1236655"/>
                </a:lnTo>
                <a:lnTo>
                  <a:pt x="227161" y="1240845"/>
                </a:lnTo>
                <a:lnTo>
                  <a:pt x="226999" y="1240461"/>
                </a:lnTo>
                <a:lnTo>
                  <a:pt x="226996" y="1240453"/>
                </a:lnTo>
                <a:close/>
                <a:moveTo>
                  <a:pt x="431332" y="767456"/>
                </a:moveTo>
                <a:lnTo>
                  <a:pt x="430994" y="769322"/>
                </a:lnTo>
                <a:lnTo>
                  <a:pt x="431911" y="769601"/>
                </a:lnTo>
                <a:close/>
                <a:moveTo>
                  <a:pt x="259485" y="1152193"/>
                </a:moveTo>
                <a:lnTo>
                  <a:pt x="259762" y="1152607"/>
                </a:lnTo>
                <a:lnTo>
                  <a:pt x="259668" y="1152355"/>
                </a:lnTo>
                <a:close/>
                <a:moveTo>
                  <a:pt x="508125" y="595437"/>
                </a:moveTo>
                <a:lnTo>
                  <a:pt x="505510" y="601557"/>
                </a:lnTo>
                <a:lnTo>
                  <a:pt x="508066" y="606170"/>
                </a:lnTo>
                <a:lnTo>
                  <a:pt x="510037" y="607325"/>
                </a:lnTo>
                <a:lnTo>
                  <a:pt x="508652" y="595767"/>
                </a:lnTo>
                <a:close/>
                <a:moveTo>
                  <a:pt x="508494" y="594573"/>
                </a:moveTo>
                <a:lnTo>
                  <a:pt x="508298" y="595034"/>
                </a:lnTo>
                <a:lnTo>
                  <a:pt x="508587" y="595214"/>
                </a:lnTo>
                <a:lnTo>
                  <a:pt x="508511" y="594583"/>
                </a:lnTo>
                <a:close/>
                <a:moveTo>
                  <a:pt x="456186" y="711642"/>
                </a:moveTo>
                <a:lnTo>
                  <a:pt x="456121" y="711892"/>
                </a:lnTo>
                <a:lnTo>
                  <a:pt x="458094" y="714087"/>
                </a:lnTo>
                <a:lnTo>
                  <a:pt x="458549" y="712981"/>
                </a:lnTo>
                <a:close/>
                <a:moveTo>
                  <a:pt x="298556" y="1064423"/>
                </a:moveTo>
                <a:lnTo>
                  <a:pt x="302188" y="1073003"/>
                </a:lnTo>
                <a:lnTo>
                  <a:pt x="302712" y="1073904"/>
                </a:lnTo>
                <a:lnTo>
                  <a:pt x="304379" y="1075806"/>
                </a:lnTo>
                <a:lnTo>
                  <a:pt x="304614" y="1071327"/>
                </a:lnTo>
                <a:close/>
                <a:moveTo>
                  <a:pt x="476536" y="665770"/>
                </a:moveTo>
                <a:lnTo>
                  <a:pt x="477333" y="667344"/>
                </a:lnTo>
                <a:lnTo>
                  <a:pt x="477225" y="666068"/>
                </a:lnTo>
                <a:close/>
                <a:moveTo>
                  <a:pt x="503924" y="604391"/>
                </a:moveTo>
                <a:lnTo>
                  <a:pt x="503923" y="604503"/>
                </a:lnTo>
                <a:lnTo>
                  <a:pt x="503962" y="604412"/>
                </a:lnTo>
                <a:close/>
                <a:moveTo>
                  <a:pt x="421713" y="788429"/>
                </a:moveTo>
                <a:lnTo>
                  <a:pt x="420495" y="796187"/>
                </a:lnTo>
                <a:lnTo>
                  <a:pt x="421394" y="797219"/>
                </a:lnTo>
                <a:lnTo>
                  <a:pt x="423019" y="798204"/>
                </a:lnTo>
                <a:lnTo>
                  <a:pt x="422445" y="791181"/>
                </a:lnTo>
                <a:lnTo>
                  <a:pt x="421765" y="788464"/>
                </a:lnTo>
                <a:close/>
                <a:moveTo>
                  <a:pt x="338438" y="974808"/>
                </a:moveTo>
                <a:lnTo>
                  <a:pt x="339471" y="979555"/>
                </a:lnTo>
                <a:lnTo>
                  <a:pt x="340437" y="981682"/>
                </a:lnTo>
                <a:lnTo>
                  <a:pt x="340442" y="978239"/>
                </a:lnTo>
                <a:lnTo>
                  <a:pt x="338728" y="975065"/>
                </a:lnTo>
                <a:close/>
                <a:moveTo>
                  <a:pt x="544032" y="514292"/>
                </a:moveTo>
                <a:lnTo>
                  <a:pt x="544392" y="515486"/>
                </a:lnTo>
                <a:lnTo>
                  <a:pt x="544768" y="515804"/>
                </a:lnTo>
                <a:lnTo>
                  <a:pt x="544748" y="514542"/>
                </a:lnTo>
                <a:close/>
                <a:moveTo>
                  <a:pt x="564119" y="469256"/>
                </a:moveTo>
                <a:lnTo>
                  <a:pt x="562231" y="478903"/>
                </a:lnTo>
                <a:lnTo>
                  <a:pt x="563029" y="479424"/>
                </a:lnTo>
                <a:lnTo>
                  <a:pt x="563414" y="476234"/>
                </a:lnTo>
                <a:lnTo>
                  <a:pt x="564681" y="469758"/>
                </a:lnTo>
                <a:close/>
                <a:moveTo>
                  <a:pt x="330004" y="993477"/>
                </a:moveTo>
                <a:lnTo>
                  <a:pt x="333769" y="999485"/>
                </a:lnTo>
                <a:lnTo>
                  <a:pt x="333386" y="997532"/>
                </a:lnTo>
                <a:lnTo>
                  <a:pt x="332559" y="995512"/>
                </a:lnTo>
                <a:close/>
                <a:moveTo>
                  <a:pt x="349540" y="949701"/>
                </a:moveTo>
                <a:lnTo>
                  <a:pt x="349776" y="953485"/>
                </a:lnTo>
                <a:lnTo>
                  <a:pt x="354702" y="965060"/>
                </a:lnTo>
                <a:lnTo>
                  <a:pt x="359393" y="970065"/>
                </a:lnTo>
                <a:lnTo>
                  <a:pt x="359289" y="967947"/>
                </a:lnTo>
                <a:lnTo>
                  <a:pt x="358048" y="963446"/>
                </a:lnTo>
                <a:close/>
                <a:moveTo>
                  <a:pt x="219007" y="1241956"/>
                </a:moveTo>
                <a:lnTo>
                  <a:pt x="220684" y="1246827"/>
                </a:lnTo>
                <a:lnTo>
                  <a:pt x="228097" y="1251102"/>
                </a:lnTo>
                <a:lnTo>
                  <a:pt x="227656" y="1249762"/>
                </a:lnTo>
                <a:close/>
                <a:moveTo>
                  <a:pt x="493742" y="626753"/>
                </a:moveTo>
                <a:lnTo>
                  <a:pt x="493792" y="628205"/>
                </a:lnTo>
                <a:lnTo>
                  <a:pt x="493960" y="627811"/>
                </a:lnTo>
                <a:close/>
                <a:moveTo>
                  <a:pt x="476227" y="665872"/>
                </a:moveTo>
                <a:lnTo>
                  <a:pt x="476369" y="669694"/>
                </a:lnTo>
                <a:lnTo>
                  <a:pt x="477173" y="667741"/>
                </a:lnTo>
                <a:close/>
                <a:moveTo>
                  <a:pt x="436221" y="755268"/>
                </a:moveTo>
                <a:lnTo>
                  <a:pt x="434536" y="768440"/>
                </a:lnTo>
                <a:lnTo>
                  <a:pt x="435057" y="770562"/>
                </a:lnTo>
                <a:lnTo>
                  <a:pt x="435483" y="770692"/>
                </a:lnTo>
                <a:lnTo>
                  <a:pt x="436142" y="768887"/>
                </a:lnTo>
                <a:lnTo>
                  <a:pt x="436130" y="768868"/>
                </a:lnTo>
                <a:lnTo>
                  <a:pt x="436139" y="768693"/>
                </a:lnTo>
                <a:lnTo>
                  <a:pt x="436189" y="768764"/>
                </a:lnTo>
                <a:lnTo>
                  <a:pt x="438404" y="762702"/>
                </a:lnTo>
                <a:lnTo>
                  <a:pt x="438626" y="761847"/>
                </a:lnTo>
                <a:lnTo>
                  <a:pt x="438580" y="761829"/>
                </a:lnTo>
                <a:lnTo>
                  <a:pt x="438635" y="761812"/>
                </a:lnTo>
                <a:lnTo>
                  <a:pt x="438656" y="761732"/>
                </a:lnTo>
                <a:lnTo>
                  <a:pt x="437202" y="755893"/>
                </a:lnTo>
                <a:close/>
                <a:moveTo>
                  <a:pt x="508828" y="592587"/>
                </a:moveTo>
                <a:lnTo>
                  <a:pt x="509063" y="594547"/>
                </a:lnTo>
                <a:lnTo>
                  <a:pt x="514375" y="597875"/>
                </a:lnTo>
                <a:lnTo>
                  <a:pt x="514118" y="595736"/>
                </a:lnTo>
                <a:lnTo>
                  <a:pt x="512678" y="595147"/>
                </a:lnTo>
                <a:lnTo>
                  <a:pt x="513067" y="595036"/>
                </a:lnTo>
                <a:lnTo>
                  <a:pt x="514084" y="595452"/>
                </a:lnTo>
                <a:lnTo>
                  <a:pt x="513994" y="594704"/>
                </a:lnTo>
                <a:close/>
                <a:moveTo>
                  <a:pt x="466236" y="687720"/>
                </a:moveTo>
                <a:lnTo>
                  <a:pt x="467617" y="690955"/>
                </a:lnTo>
                <a:lnTo>
                  <a:pt x="468097" y="689789"/>
                </a:lnTo>
                <a:close/>
                <a:moveTo>
                  <a:pt x="431819" y="764770"/>
                </a:moveTo>
                <a:lnTo>
                  <a:pt x="431422" y="766960"/>
                </a:lnTo>
                <a:lnTo>
                  <a:pt x="432224" y="769697"/>
                </a:lnTo>
                <a:lnTo>
                  <a:pt x="433094" y="769962"/>
                </a:lnTo>
                <a:close/>
                <a:moveTo>
                  <a:pt x="503938" y="603242"/>
                </a:moveTo>
                <a:lnTo>
                  <a:pt x="503932" y="603748"/>
                </a:lnTo>
                <a:lnTo>
                  <a:pt x="504183" y="603895"/>
                </a:lnTo>
                <a:lnTo>
                  <a:pt x="504234" y="603777"/>
                </a:lnTo>
                <a:close/>
                <a:moveTo>
                  <a:pt x="375447" y="890899"/>
                </a:moveTo>
                <a:lnTo>
                  <a:pt x="375809" y="891705"/>
                </a:lnTo>
                <a:lnTo>
                  <a:pt x="375912" y="891056"/>
                </a:lnTo>
                <a:close/>
                <a:moveTo>
                  <a:pt x="320026" y="1014987"/>
                </a:moveTo>
                <a:lnTo>
                  <a:pt x="320577" y="1021577"/>
                </a:lnTo>
                <a:lnTo>
                  <a:pt x="325200" y="1031418"/>
                </a:lnTo>
                <a:lnTo>
                  <a:pt x="324497" y="1022009"/>
                </a:lnTo>
                <a:close/>
                <a:moveTo>
                  <a:pt x="465924" y="688285"/>
                </a:moveTo>
                <a:lnTo>
                  <a:pt x="465225" y="693679"/>
                </a:lnTo>
                <a:lnTo>
                  <a:pt x="466174" y="694461"/>
                </a:lnTo>
                <a:lnTo>
                  <a:pt x="467318" y="691682"/>
                </a:lnTo>
                <a:close/>
                <a:moveTo>
                  <a:pt x="399075" y="837921"/>
                </a:moveTo>
                <a:lnTo>
                  <a:pt x="399028" y="840609"/>
                </a:lnTo>
                <a:lnTo>
                  <a:pt x="400566" y="841344"/>
                </a:lnTo>
                <a:lnTo>
                  <a:pt x="400545" y="841264"/>
                </a:lnTo>
                <a:lnTo>
                  <a:pt x="399622" y="839421"/>
                </a:lnTo>
                <a:lnTo>
                  <a:pt x="399680" y="839231"/>
                </a:lnTo>
                <a:close/>
                <a:moveTo>
                  <a:pt x="317092" y="1021413"/>
                </a:moveTo>
                <a:lnTo>
                  <a:pt x="317102" y="1021652"/>
                </a:lnTo>
                <a:lnTo>
                  <a:pt x="318106" y="1023321"/>
                </a:lnTo>
                <a:lnTo>
                  <a:pt x="318076" y="1022953"/>
                </a:lnTo>
                <a:close/>
                <a:moveTo>
                  <a:pt x="525352" y="555000"/>
                </a:moveTo>
                <a:lnTo>
                  <a:pt x="525847" y="561876"/>
                </a:lnTo>
                <a:lnTo>
                  <a:pt x="526495" y="557548"/>
                </a:lnTo>
                <a:lnTo>
                  <a:pt x="526741" y="556128"/>
                </a:lnTo>
                <a:close/>
                <a:moveTo>
                  <a:pt x="445482" y="733668"/>
                </a:moveTo>
                <a:lnTo>
                  <a:pt x="445795" y="734176"/>
                </a:lnTo>
                <a:lnTo>
                  <a:pt x="445868" y="733894"/>
                </a:lnTo>
                <a:close/>
                <a:moveTo>
                  <a:pt x="463690" y="692872"/>
                </a:moveTo>
                <a:lnTo>
                  <a:pt x="462810" y="699096"/>
                </a:lnTo>
                <a:lnTo>
                  <a:pt x="463169" y="701764"/>
                </a:lnTo>
                <a:lnTo>
                  <a:pt x="463629" y="700644"/>
                </a:lnTo>
                <a:lnTo>
                  <a:pt x="463976" y="697801"/>
                </a:lnTo>
                <a:lnTo>
                  <a:pt x="464562" y="693605"/>
                </a:lnTo>
                <a:close/>
                <a:moveTo>
                  <a:pt x="525391" y="554682"/>
                </a:moveTo>
                <a:lnTo>
                  <a:pt x="525362" y="554800"/>
                </a:lnTo>
                <a:lnTo>
                  <a:pt x="526773" y="555945"/>
                </a:lnTo>
                <a:lnTo>
                  <a:pt x="526845" y="555524"/>
                </a:lnTo>
                <a:lnTo>
                  <a:pt x="526266" y="555178"/>
                </a:lnTo>
                <a:close/>
                <a:moveTo>
                  <a:pt x="244530" y="1183568"/>
                </a:moveTo>
                <a:lnTo>
                  <a:pt x="246049" y="1186339"/>
                </a:lnTo>
                <a:lnTo>
                  <a:pt x="252244" y="1195680"/>
                </a:lnTo>
                <a:lnTo>
                  <a:pt x="252014" y="1195141"/>
                </a:lnTo>
                <a:lnTo>
                  <a:pt x="244567" y="1183619"/>
                </a:lnTo>
                <a:close/>
                <a:moveTo>
                  <a:pt x="478464" y="659722"/>
                </a:moveTo>
                <a:lnTo>
                  <a:pt x="478712" y="662698"/>
                </a:lnTo>
                <a:lnTo>
                  <a:pt x="478798" y="662713"/>
                </a:lnTo>
                <a:lnTo>
                  <a:pt x="478621" y="659889"/>
                </a:lnTo>
                <a:close/>
                <a:moveTo>
                  <a:pt x="242823" y="1187340"/>
                </a:moveTo>
                <a:lnTo>
                  <a:pt x="244032" y="1192264"/>
                </a:lnTo>
                <a:lnTo>
                  <a:pt x="256909" y="1206640"/>
                </a:lnTo>
                <a:lnTo>
                  <a:pt x="256019" y="1204550"/>
                </a:lnTo>
                <a:lnTo>
                  <a:pt x="249831" y="1194831"/>
                </a:lnTo>
                <a:close/>
                <a:moveTo>
                  <a:pt x="457532" y="706443"/>
                </a:moveTo>
                <a:lnTo>
                  <a:pt x="456818" y="709197"/>
                </a:lnTo>
                <a:lnTo>
                  <a:pt x="459486" y="710707"/>
                </a:lnTo>
                <a:lnTo>
                  <a:pt x="460573" y="708066"/>
                </a:lnTo>
                <a:lnTo>
                  <a:pt x="460558" y="707880"/>
                </a:lnTo>
                <a:close/>
                <a:moveTo>
                  <a:pt x="476740" y="663415"/>
                </a:moveTo>
                <a:lnTo>
                  <a:pt x="477013" y="663532"/>
                </a:lnTo>
                <a:lnTo>
                  <a:pt x="477007" y="663462"/>
                </a:lnTo>
                <a:close/>
                <a:moveTo>
                  <a:pt x="515114" y="577392"/>
                </a:moveTo>
                <a:lnTo>
                  <a:pt x="516062" y="583389"/>
                </a:lnTo>
                <a:lnTo>
                  <a:pt x="517823" y="584651"/>
                </a:lnTo>
                <a:lnTo>
                  <a:pt x="518239" y="582903"/>
                </a:lnTo>
                <a:lnTo>
                  <a:pt x="515851" y="577749"/>
                </a:lnTo>
                <a:close/>
                <a:moveTo>
                  <a:pt x="357805" y="929588"/>
                </a:moveTo>
                <a:lnTo>
                  <a:pt x="359044" y="934575"/>
                </a:lnTo>
                <a:lnTo>
                  <a:pt x="359049" y="931435"/>
                </a:lnTo>
                <a:close/>
                <a:moveTo>
                  <a:pt x="525600" y="553849"/>
                </a:moveTo>
                <a:lnTo>
                  <a:pt x="525418" y="554573"/>
                </a:lnTo>
                <a:lnTo>
                  <a:pt x="526868" y="555395"/>
                </a:lnTo>
                <a:lnTo>
                  <a:pt x="527062" y="554270"/>
                </a:lnTo>
                <a:close/>
                <a:moveTo>
                  <a:pt x="568664" y="457249"/>
                </a:moveTo>
                <a:lnTo>
                  <a:pt x="567731" y="464993"/>
                </a:lnTo>
                <a:lnTo>
                  <a:pt x="586956" y="474049"/>
                </a:lnTo>
                <a:lnTo>
                  <a:pt x="585406" y="464388"/>
                </a:lnTo>
                <a:lnTo>
                  <a:pt x="575792" y="460096"/>
                </a:lnTo>
                <a:close/>
                <a:moveTo>
                  <a:pt x="318389" y="1017645"/>
                </a:moveTo>
                <a:lnTo>
                  <a:pt x="318871" y="1023528"/>
                </a:lnTo>
                <a:lnTo>
                  <a:pt x="320310" y="1025780"/>
                </a:lnTo>
                <a:lnTo>
                  <a:pt x="319909" y="1020995"/>
                </a:lnTo>
                <a:close/>
                <a:moveTo>
                  <a:pt x="493679" y="624917"/>
                </a:moveTo>
                <a:lnTo>
                  <a:pt x="493706" y="625698"/>
                </a:lnTo>
                <a:lnTo>
                  <a:pt x="494057" y="627585"/>
                </a:lnTo>
                <a:lnTo>
                  <a:pt x="494862" y="625700"/>
                </a:lnTo>
                <a:close/>
                <a:moveTo>
                  <a:pt x="352592" y="940803"/>
                </a:moveTo>
                <a:lnTo>
                  <a:pt x="354458" y="944005"/>
                </a:lnTo>
                <a:lnTo>
                  <a:pt x="353771" y="940849"/>
                </a:lnTo>
                <a:close/>
                <a:moveTo>
                  <a:pt x="321989" y="1009276"/>
                </a:moveTo>
                <a:lnTo>
                  <a:pt x="324661" y="1016698"/>
                </a:lnTo>
                <a:lnTo>
                  <a:pt x="328339" y="1021920"/>
                </a:lnTo>
                <a:lnTo>
                  <a:pt x="327562" y="1018685"/>
                </a:lnTo>
                <a:lnTo>
                  <a:pt x="327620" y="1018560"/>
                </a:lnTo>
                <a:lnTo>
                  <a:pt x="328475" y="1022110"/>
                </a:lnTo>
                <a:lnTo>
                  <a:pt x="333403" y="1029105"/>
                </a:lnTo>
                <a:lnTo>
                  <a:pt x="331562" y="1021075"/>
                </a:lnTo>
                <a:lnTo>
                  <a:pt x="329203" y="1014757"/>
                </a:lnTo>
                <a:close/>
                <a:moveTo>
                  <a:pt x="499267" y="612241"/>
                </a:moveTo>
                <a:lnTo>
                  <a:pt x="499488" y="614881"/>
                </a:lnTo>
                <a:lnTo>
                  <a:pt x="500365" y="612828"/>
                </a:lnTo>
                <a:lnTo>
                  <a:pt x="500144" y="612429"/>
                </a:lnTo>
                <a:close/>
                <a:moveTo>
                  <a:pt x="564900" y="465263"/>
                </a:moveTo>
                <a:lnTo>
                  <a:pt x="564605" y="466771"/>
                </a:lnTo>
                <a:lnTo>
                  <a:pt x="565168" y="467273"/>
                </a:lnTo>
                <a:lnTo>
                  <a:pt x="565447" y="465849"/>
                </a:lnTo>
                <a:close/>
                <a:moveTo>
                  <a:pt x="525261" y="553751"/>
                </a:moveTo>
                <a:lnTo>
                  <a:pt x="525302" y="554315"/>
                </a:lnTo>
                <a:lnTo>
                  <a:pt x="525432" y="553800"/>
                </a:lnTo>
                <a:close/>
                <a:moveTo>
                  <a:pt x="337073" y="975112"/>
                </a:moveTo>
                <a:lnTo>
                  <a:pt x="337201" y="975741"/>
                </a:lnTo>
                <a:lnTo>
                  <a:pt x="339152" y="981024"/>
                </a:lnTo>
                <a:lnTo>
                  <a:pt x="338769" y="978842"/>
                </a:lnTo>
                <a:close/>
                <a:moveTo>
                  <a:pt x="390709" y="854989"/>
                </a:moveTo>
                <a:lnTo>
                  <a:pt x="391780" y="855875"/>
                </a:lnTo>
                <a:lnTo>
                  <a:pt x="391609" y="855599"/>
                </a:lnTo>
                <a:close/>
                <a:moveTo>
                  <a:pt x="565128" y="464100"/>
                </a:moveTo>
                <a:lnTo>
                  <a:pt x="565007" y="464722"/>
                </a:lnTo>
                <a:lnTo>
                  <a:pt x="565555" y="465294"/>
                </a:lnTo>
                <a:lnTo>
                  <a:pt x="565734" y="464385"/>
                </a:lnTo>
                <a:close/>
                <a:moveTo>
                  <a:pt x="512801" y="581265"/>
                </a:moveTo>
                <a:lnTo>
                  <a:pt x="514384" y="594501"/>
                </a:lnTo>
                <a:lnTo>
                  <a:pt x="515387" y="594912"/>
                </a:lnTo>
                <a:lnTo>
                  <a:pt x="515553" y="594214"/>
                </a:lnTo>
                <a:lnTo>
                  <a:pt x="513598" y="581837"/>
                </a:lnTo>
                <a:close/>
                <a:moveTo>
                  <a:pt x="328739" y="993390"/>
                </a:moveTo>
                <a:lnTo>
                  <a:pt x="330302" y="998124"/>
                </a:lnTo>
                <a:lnTo>
                  <a:pt x="335815" y="1010987"/>
                </a:lnTo>
                <a:lnTo>
                  <a:pt x="336120" y="1011470"/>
                </a:lnTo>
                <a:lnTo>
                  <a:pt x="334572" y="1003581"/>
                </a:lnTo>
                <a:close/>
                <a:moveTo>
                  <a:pt x="400717" y="832162"/>
                </a:moveTo>
                <a:lnTo>
                  <a:pt x="401266" y="833834"/>
                </a:lnTo>
                <a:lnTo>
                  <a:pt x="401723" y="834509"/>
                </a:lnTo>
                <a:lnTo>
                  <a:pt x="401481" y="833526"/>
                </a:lnTo>
                <a:close/>
                <a:moveTo>
                  <a:pt x="371764" y="896957"/>
                </a:moveTo>
                <a:lnTo>
                  <a:pt x="371598" y="900115"/>
                </a:lnTo>
                <a:lnTo>
                  <a:pt x="372167" y="900963"/>
                </a:lnTo>
                <a:lnTo>
                  <a:pt x="373052" y="902095"/>
                </a:lnTo>
                <a:lnTo>
                  <a:pt x="372320" y="899246"/>
                </a:lnTo>
                <a:close/>
                <a:moveTo>
                  <a:pt x="283182" y="1095260"/>
                </a:moveTo>
                <a:lnTo>
                  <a:pt x="283417" y="1096563"/>
                </a:lnTo>
                <a:lnTo>
                  <a:pt x="287076" y="1098893"/>
                </a:lnTo>
                <a:close/>
                <a:moveTo>
                  <a:pt x="397093" y="840126"/>
                </a:moveTo>
                <a:lnTo>
                  <a:pt x="397108" y="840555"/>
                </a:lnTo>
                <a:lnTo>
                  <a:pt x="397267" y="841098"/>
                </a:lnTo>
                <a:lnTo>
                  <a:pt x="397282" y="840219"/>
                </a:lnTo>
                <a:close/>
                <a:moveTo>
                  <a:pt x="399117" y="835559"/>
                </a:moveTo>
                <a:lnTo>
                  <a:pt x="399090" y="837095"/>
                </a:lnTo>
                <a:lnTo>
                  <a:pt x="399990" y="839042"/>
                </a:lnTo>
                <a:close/>
                <a:moveTo>
                  <a:pt x="568923" y="455258"/>
                </a:moveTo>
                <a:lnTo>
                  <a:pt x="568874" y="455509"/>
                </a:lnTo>
                <a:lnTo>
                  <a:pt x="568709" y="456880"/>
                </a:lnTo>
                <a:lnTo>
                  <a:pt x="585262" y="463491"/>
                </a:lnTo>
                <a:lnTo>
                  <a:pt x="584964" y="461630"/>
                </a:lnTo>
                <a:close/>
                <a:moveTo>
                  <a:pt x="526519" y="550204"/>
                </a:moveTo>
                <a:lnTo>
                  <a:pt x="525676" y="553549"/>
                </a:lnTo>
                <a:lnTo>
                  <a:pt x="527115" y="553964"/>
                </a:lnTo>
                <a:lnTo>
                  <a:pt x="527589" y="551218"/>
                </a:lnTo>
                <a:close/>
                <a:moveTo>
                  <a:pt x="377460" y="883944"/>
                </a:moveTo>
                <a:lnTo>
                  <a:pt x="377178" y="885714"/>
                </a:lnTo>
                <a:lnTo>
                  <a:pt x="378427" y="889683"/>
                </a:lnTo>
                <a:lnTo>
                  <a:pt x="380494" y="890403"/>
                </a:lnTo>
                <a:lnTo>
                  <a:pt x="379316" y="886937"/>
                </a:lnTo>
                <a:lnTo>
                  <a:pt x="378203" y="885164"/>
                </a:lnTo>
                <a:close/>
                <a:moveTo>
                  <a:pt x="387162" y="862152"/>
                </a:moveTo>
                <a:lnTo>
                  <a:pt x="387657" y="864184"/>
                </a:lnTo>
                <a:lnTo>
                  <a:pt x="387851" y="862542"/>
                </a:lnTo>
                <a:close/>
                <a:moveTo>
                  <a:pt x="444686" y="733199"/>
                </a:moveTo>
                <a:lnTo>
                  <a:pt x="444300" y="736042"/>
                </a:lnTo>
                <a:lnTo>
                  <a:pt x="444862" y="737774"/>
                </a:lnTo>
                <a:lnTo>
                  <a:pt x="445723" y="734454"/>
                </a:lnTo>
                <a:lnTo>
                  <a:pt x="445102" y="733444"/>
                </a:lnTo>
                <a:close/>
                <a:moveTo>
                  <a:pt x="349350" y="946644"/>
                </a:moveTo>
                <a:lnTo>
                  <a:pt x="349450" y="948248"/>
                </a:lnTo>
                <a:lnTo>
                  <a:pt x="357506" y="961489"/>
                </a:lnTo>
                <a:lnTo>
                  <a:pt x="356630" y="958312"/>
                </a:lnTo>
                <a:close/>
                <a:moveTo>
                  <a:pt x="420395" y="787537"/>
                </a:moveTo>
                <a:lnTo>
                  <a:pt x="419084" y="794209"/>
                </a:lnTo>
                <a:lnTo>
                  <a:pt x="419227" y="794731"/>
                </a:lnTo>
                <a:lnTo>
                  <a:pt x="420103" y="795737"/>
                </a:lnTo>
                <a:lnTo>
                  <a:pt x="421295" y="788146"/>
                </a:lnTo>
                <a:close/>
                <a:moveTo>
                  <a:pt x="342227" y="962401"/>
                </a:moveTo>
                <a:lnTo>
                  <a:pt x="342224" y="963703"/>
                </a:lnTo>
                <a:lnTo>
                  <a:pt x="342453" y="963813"/>
                </a:lnTo>
                <a:close/>
                <a:moveTo>
                  <a:pt x="444734" y="732846"/>
                </a:moveTo>
                <a:lnTo>
                  <a:pt x="444719" y="732955"/>
                </a:lnTo>
                <a:lnTo>
                  <a:pt x="444847" y="733029"/>
                </a:lnTo>
                <a:close/>
                <a:moveTo>
                  <a:pt x="585985" y="416535"/>
                </a:moveTo>
                <a:lnTo>
                  <a:pt x="592495" y="422890"/>
                </a:lnTo>
                <a:lnTo>
                  <a:pt x="597246" y="425128"/>
                </a:lnTo>
                <a:lnTo>
                  <a:pt x="597308" y="423593"/>
                </a:lnTo>
                <a:close/>
                <a:moveTo>
                  <a:pt x="306046" y="1043321"/>
                </a:moveTo>
                <a:lnTo>
                  <a:pt x="306459" y="1046653"/>
                </a:lnTo>
                <a:lnTo>
                  <a:pt x="306710" y="1044765"/>
                </a:lnTo>
                <a:close/>
                <a:moveTo>
                  <a:pt x="528959" y="544135"/>
                </a:moveTo>
                <a:lnTo>
                  <a:pt x="528883" y="544575"/>
                </a:lnTo>
                <a:lnTo>
                  <a:pt x="528124" y="549633"/>
                </a:lnTo>
                <a:lnTo>
                  <a:pt x="530830" y="551846"/>
                </a:lnTo>
                <a:lnTo>
                  <a:pt x="530997" y="550879"/>
                </a:lnTo>
                <a:close/>
                <a:moveTo>
                  <a:pt x="459020" y="700706"/>
                </a:moveTo>
                <a:lnTo>
                  <a:pt x="458232" y="703750"/>
                </a:lnTo>
                <a:lnTo>
                  <a:pt x="460006" y="704368"/>
                </a:lnTo>
                <a:close/>
                <a:moveTo>
                  <a:pt x="426168" y="774117"/>
                </a:moveTo>
                <a:lnTo>
                  <a:pt x="426222" y="775588"/>
                </a:lnTo>
                <a:lnTo>
                  <a:pt x="426247" y="775622"/>
                </a:lnTo>
                <a:lnTo>
                  <a:pt x="426851" y="775837"/>
                </a:lnTo>
                <a:lnTo>
                  <a:pt x="426995" y="774622"/>
                </a:lnTo>
                <a:lnTo>
                  <a:pt x="426892" y="774556"/>
                </a:lnTo>
                <a:close/>
                <a:moveTo>
                  <a:pt x="469115" y="677899"/>
                </a:moveTo>
                <a:lnTo>
                  <a:pt x="470396" y="679257"/>
                </a:lnTo>
                <a:lnTo>
                  <a:pt x="472088" y="680093"/>
                </a:lnTo>
                <a:lnTo>
                  <a:pt x="472583" y="678894"/>
                </a:lnTo>
                <a:lnTo>
                  <a:pt x="472435" y="678453"/>
                </a:lnTo>
                <a:lnTo>
                  <a:pt x="472074" y="678176"/>
                </a:lnTo>
                <a:close/>
                <a:moveTo>
                  <a:pt x="191449" y="1299630"/>
                </a:moveTo>
                <a:lnTo>
                  <a:pt x="196713" y="1313415"/>
                </a:lnTo>
                <a:lnTo>
                  <a:pt x="223820" y="1342378"/>
                </a:lnTo>
                <a:lnTo>
                  <a:pt x="222320" y="1338448"/>
                </a:lnTo>
                <a:lnTo>
                  <a:pt x="205318" y="1317861"/>
                </a:lnTo>
                <a:close/>
                <a:moveTo>
                  <a:pt x="514818" y="575524"/>
                </a:moveTo>
                <a:lnTo>
                  <a:pt x="515086" y="577215"/>
                </a:lnTo>
                <a:lnTo>
                  <a:pt x="515757" y="577548"/>
                </a:lnTo>
                <a:close/>
                <a:moveTo>
                  <a:pt x="499129" y="610597"/>
                </a:moveTo>
                <a:lnTo>
                  <a:pt x="499212" y="611591"/>
                </a:lnTo>
                <a:lnTo>
                  <a:pt x="499714" y="611653"/>
                </a:lnTo>
                <a:close/>
                <a:moveTo>
                  <a:pt x="377727" y="882262"/>
                </a:moveTo>
                <a:lnTo>
                  <a:pt x="377669" y="882626"/>
                </a:lnTo>
                <a:lnTo>
                  <a:pt x="378063" y="883251"/>
                </a:lnTo>
                <a:close/>
                <a:moveTo>
                  <a:pt x="462674" y="692017"/>
                </a:moveTo>
                <a:lnTo>
                  <a:pt x="462667" y="698036"/>
                </a:lnTo>
                <a:lnTo>
                  <a:pt x="462687" y="698182"/>
                </a:lnTo>
                <a:lnTo>
                  <a:pt x="463465" y="692683"/>
                </a:lnTo>
                <a:close/>
                <a:moveTo>
                  <a:pt x="502213" y="603356"/>
                </a:moveTo>
                <a:lnTo>
                  <a:pt x="503108" y="606409"/>
                </a:lnTo>
                <a:lnTo>
                  <a:pt x="503641" y="605164"/>
                </a:lnTo>
                <a:lnTo>
                  <a:pt x="503651" y="604225"/>
                </a:lnTo>
                <a:close/>
                <a:moveTo>
                  <a:pt x="371854" y="895234"/>
                </a:moveTo>
                <a:lnTo>
                  <a:pt x="371820" y="895878"/>
                </a:lnTo>
                <a:lnTo>
                  <a:pt x="373695" y="902917"/>
                </a:lnTo>
                <a:lnTo>
                  <a:pt x="373972" y="903272"/>
                </a:lnTo>
                <a:lnTo>
                  <a:pt x="374343" y="900942"/>
                </a:lnTo>
                <a:close/>
                <a:moveTo>
                  <a:pt x="481470" y="649780"/>
                </a:moveTo>
                <a:lnTo>
                  <a:pt x="481603" y="653657"/>
                </a:lnTo>
                <a:lnTo>
                  <a:pt x="482039" y="653887"/>
                </a:lnTo>
                <a:lnTo>
                  <a:pt x="482690" y="654337"/>
                </a:lnTo>
                <a:lnTo>
                  <a:pt x="483827" y="651577"/>
                </a:lnTo>
                <a:close/>
                <a:moveTo>
                  <a:pt x="542177" y="513643"/>
                </a:moveTo>
                <a:lnTo>
                  <a:pt x="543454" y="514696"/>
                </a:lnTo>
                <a:lnTo>
                  <a:pt x="543250" y="514019"/>
                </a:lnTo>
                <a:close/>
                <a:moveTo>
                  <a:pt x="444965" y="731147"/>
                </a:moveTo>
                <a:lnTo>
                  <a:pt x="444779" y="732520"/>
                </a:lnTo>
                <a:lnTo>
                  <a:pt x="445228" y="733252"/>
                </a:lnTo>
                <a:lnTo>
                  <a:pt x="445928" y="733662"/>
                </a:lnTo>
                <a:lnTo>
                  <a:pt x="446443" y="731673"/>
                </a:lnTo>
                <a:close/>
                <a:moveTo>
                  <a:pt x="496271" y="616171"/>
                </a:moveTo>
                <a:lnTo>
                  <a:pt x="497356" y="619867"/>
                </a:lnTo>
                <a:lnTo>
                  <a:pt x="498594" y="616968"/>
                </a:lnTo>
                <a:lnTo>
                  <a:pt x="496347" y="616187"/>
                </a:lnTo>
                <a:close/>
                <a:moveTo>
                  <a:pt x="459729" y="697972"/>
                </a:moveTo>
                <a:lnTo>
                  <a:pt x="459114" y="700343"/>
                </a:lnTo>
                <a:lnTo>
                  <a:pt x="460217" y="704442"/>
                </a:lnTo>
                <a:lnTo>
                  <a:pt x="460272" y="704461"/>
                </a:lnTo>
                <a:close/>
                <a:moveTo>
                  <a:pt x="234988" y="1201131"/>
                </a:moveTo>
                <a:lnTo>
                  <a:pt x="239779" y="1207129"/>
                </a:lnTo>
                <a:lnTo>
                  <a:pt x="237495" y="1202764"/>
                </a:lnTo>
                <a:close/>
                <a:moveTo>
                  <a:pt x="336700" y="973270"/>
                </a:moveTo>
                <a:lnTo>
                  <a:pt x="336769" y="973613"/>
                </a:lnTo>
                <a:lnTo>
                  <a:pt x="338529" y="977484"/>
                </a:lnTo>
                <a:lnTo>
                  <a:pt x="337989" y="974411"/>
                </a:lnTo>
                <a:close/>
                <a:moveTo>
                  <a:pt x="285076" y="1088860"/>
                </a:moveTo>
                <a:lnTo>
                  <a:pt x="292229" y="1102174"/>
                </a:lnTo>
                <a:lnTo>
                  <a:pt x="301602" y="1108142"/>
                </a:lnTo>
                <a:lnTo>
                  <a:pt x="301497" y="1107604"/>
                </a:lnTo>
                <a:lnTo>
                  <a:pt x="297535" y="1100262"/>
                </a:lnTo>
                <a:close/>
                <a:moveTo>
                  <a:pt x="279725" y="1100751"/>
                </a:moveTo>
                <a:lnTo>
                  <a:pt x="281203" y="1105249"/>
                </a:lnTo>
                <a:lnTo>
                  <a:pt x="280602" y="1101494"/>
                </a:lnTo>
                <a:lnTo>
                  <a:pt x="279804" y="1100820"/>
                </a:lnTo>
                <a:close/>
                <a:moveTo>
                  <a:pt x="297288" y="1061348"/>
                </a:moveTo>
                <a:lnTo>
                  <a:pt x="298144" y="1063449"/>
                </a:lnTo>
                <a:lnTo>
                  <a:pt x="298243" y="1063684"/>
                </a:lnTo>
                <a:lnTo>
                  <a:pt x="304633" y="1070966"/>
                </a:lnTo>
                <a:lnTo>
                  <a:pt x="304664" y="1070380"/>
                </a:lnTo>
                <a:close/>
                <a:moveTo>
                  <a:pt x="213314" y="1249079"/>
                </a:moveTo>
                <a:lnTo>
                  <a:pt x="213973" y="1250359"/>
                </a:lnTo>
                <a:lnTo>
                  <a:pt x="218145" y="1254127"/>
                </a:lnTo>
                <a:lnTo>
                  <a:pt x="217246" y="1252380"/>
                </a:lnTo>
                <a:lnTo>
                  <a:pt x="217142" y="1252155"/>
                </a:lnTo>
                <a:close/>
                <a:moveTo>
                  <a:pt x="529510" y="540942"/>
                </a:moveTo>
                <a:lnTo>
                  <a:pt x="529027" y="543743"/>
                </a:lnTo>
                <a:lnTo>
                  <a:pt x="531100" y="550285"/>
                </a:lnTo>
                <a:lnTo>
                  <a:pt x="531428" y="548373"/>
                </a:lnTo>
                <a:lnTo>
                  <a:pt x="531559" y="548256"/>
                </a:lnTo>
                <a:lnTo>
                  <a:pt x="531170" y="550508"/>
                </a:lnTo>
                <a:lnTo>
                  <a:pt x="531861" y="552690"/>
                </a:lnTo>
                <a:lnTo>
                  <a:pt x="535250" y="555460"/>
                </a:lnTo>
                <a:lnTo>
                  <a:pt x="535646" y="555837"/>
                </a:lnTo>
                <a:lnTo>
                  <a:pt x="535464" y="554502"/>
                </a:lnTo>
                <a:lnTo>
                  <a:pt x="535738" y="554036"/>
                </a:lnTo>
                <a:lnTo>
                  <a:pt x="536035" y="556205"/>
                </a:lnTo>
                <a:lnTo>
                  <a:pt x="536541" y="556685"/>
                </a:lnTo>
                <a:lnTo>
                  <a:pt x="538766" y="557327"/>
                </a:lnTo>
                <a:lnTo>
                  <a:pt x="537012" y="551791"/>
                </a:lnTo>
                <a:lnTo>
                  <a:pt x="535638" y="551147"/>
                </a:lnTo>
                <a:lnTo>
                  <a:pt x="535849" y="551098"/>
                </a:lnTo>
                <a:lnTo>
                  <a:pt x="536956" y="551616"/>
                </a:lnTo>
                <a:lnTo>
                  <a:pt x="534522" y="543933"/>
                </a:lnTo>
                <a:close/>
                <a:moveTo>
                  <a:pt x="371930" y="893793"/>
                </a:moveTo>
                <a:lnTo>
                  <a:pt x="371900" y="894363"/>
                </a:lnTo>
                <a:lnTo>
                  <a:pt x="374511" y="899877"/>
                </a:lnTo>
                <a:lnTo>
                  <a:pt x="374859" y="897690"/>
                </a:lnTo>
                <a:close/>
                <a:moveTo>
                  <a:pt x="566158" y="458835"/>
                </a:moveTo>
                <a:lnTo>
                  <a:pt x="565187" y="463794"/>
                </a:lnTo>
                <a:lnTo>
                  <a:pt x="565793" y="464080"/>
                </a:lnTo>
                <a:lnTo>
                  <a:pt x="566410" y="460929"/>
                </a:lnTo>
                <a:close/>
                <a:moveTo>
                  <a:pt x="441431" y="738068"/>
                </a:moveTo>
                <a:lnTo>
                  <a:pt x="441378" y="740028"/>
                </a:lnTo>
                <a:lnTo>
                  <a:pt x="442831" y="740719"/>
                </a:lnTo>
                <a:lnTo>
                  <a:pt x="442832" y="740713"/>
                </a:lnTo>
                <a:close/>
                <a:moveTo>
                  <a:pt x="464667" y="685975"/>
                </a:moveTo>
                <a:lnTo>
                  <a:pt x="463749" y="692463"/>
                </a:lnTo>
                <a:lnTo>
                  <a:pt x="464621" y="693182"/>
                </a:lnTo>
                <a:lnTo>
                  <a:pt x="465462" y="687162"/>
                </a:lnTo>
                <a:lnTo>
                  <a:pt x="465234" y="686606"/>
                </a:lnTo>
                <a:close/>
                <a:moveTo>
                  <a:pt x="287891" y="1081366"/>
                </a:moveTo>
                <a:lnTo>
                  <a:pt x="289039" y="1083392"/>
                </a:lnTo>
                <a:lnTo>
                  <a:pt x="289546" y="1084191"/>
                </a:lnTo>
                <a:lnTo>
                  <a:pt x="291702" y="1086163"/>
                </a:lnTo>
                <a:lnTo>
                  <a:pt x="290888" y="1084072"/>
                </a:lnTo>
                <a:close/>
                <a:moveTo>
                  <a:pt x="563819" y="463483"/>
                </a:moveTo>
                <a:lnTo>
                  <a:pt x="564137" y="463815"/>
                </a:lnTo>
                <a:lnTo>
                  <a:pt x="564170" y="463648"/>
                </a:lnTo>
                <a:close/>
                <a:moveTo>
                  <a:pt x="353836" y="933659"/>
                </a:moveTo>
                <a:lnTo>
                  <a:pt x="355480" y="940772"/>
                </a:lnTo>
                <a:lnTo>
                  <a:pt x="358991" y="940911"/>
                </a:lnTo>
                <a:lnTo>
                  <a:pt x="357645" y="937928"/>
                </a:lnTo>
                <a:close/>
                <a:moveTo>
                  <a:pt x="361434" y="916609"/>
                </a:moveTo>
                <a:lnTo>
                  <a:pt x="361432" y="917139"/>
                </a:lnTo>
                <a:lnTo>
                  <a:pt x="362679" y="922209"/>
                </a:lnTo>
                <a:lnTo>
                  <a:pt x="364612" y="926640"/>
                </a:lnTo>
                <a:lnTo>
                  <a:pt x="364908" y="920974"/>
                </a:lnTo>
                <a:close/>
                <a:moveTo>
                  <a:pt x="495991" y="615215"/>
                </a:moveTo>
                <a:lnTo>
                  <a:pt x="495997" y="615234"/>
                </a:lnTo>
                <a:lnTo>
                  <a:pt x="496047" y="615251"/>
                </a:lnTo>
                <a:close/>
                <a:moveTo>
                  <a:pt x="528462" y="542488"/>
                </a:moveTo>
                <a:lnTo>
                  <a:pt x="526912" y="548643"/>
                </a:lnTo>
                <a:lnTo>
                  <a:pt x="527895" y="549447"/>
                </a:lnTo>
                <a:lnTo>
                  <a:pt x="528866" y="543826"/>
                </a:lnTo>
                <a:close/>
                <a:moveTo>
                  <a:pt x="519269" y="563011"/>
                </a:moveTo>
                <a:lnTo>
                  <a:pt x="519379" y="566043"/>
                </a:lnTo>
                <a:lnTo>
                  <a:pt x="521842" y="568062"/>
                </a:lnTo>
                <a:lnTo>
                  <a:pt x="522183" y="566711"/>
                </a:lnTo>
                <a:lnTo>
                  <a:pt x="522227" y="564166"/>
                </a:lnTo>
                <a:close/>
                <a:moveTo>
                  <a:pt x="531964" y="534422"/>
                </a:moveTo>
                <a:lnTo>
                  <a:pt x="532032" y="534636"/>
                </a:lnTo>
                <a:lnTo>
                  <a:pt x="536574" y="538351"/>
                </a:lnTo>
                <a:lnTo>
                  <a:pt x="545275" y="546600"/>
                </a:lnTo>
                <a:lnTo>
                  <a:pt x="545166" y="539991"/>
                </a:lnTo>
                <a:lnTo>
                  <a:pt x="543780" y="538552"/>
                </a:lnTo>
                <a:close/>
                <a:moveTo>
                  <a:pt x="350450" y="940718"/>
                </a:moveTo>
                <a:lnTo>
                  <a:pt x="351119" y="941792"/>
                </a:lnTo>
                <a:lnTo>
                  <a:pt x="350496" y="940720"/>
                </a:lnTo>
                <a:close/>
                <a:moveTo>
                  <a:pt x="437419" y="745906"/>
                </a:moveTo>
                <a:lnTo>
                  <a:pt x="436620" y="752148"/>
                </a:lnTo>
                <a:lnTo>
                  <a:pt x="436850" y="753070"/>
                </a:lnTo>
                <a:lnTo>
                  <a:pt x="440069" y="755120"/>
                </a:lnTo>
                <a:lnTo>
                  <a:pt x="440091" y="754307"/>
                </a:lnTo>
                <a:lnTo>
                  <a:pt x="438870" y="749778"/>
                </a:lnTo>
                <a:lnTo>
                  <a:pt x="437768" y="746750"/>
                </a:lnTo>
                <a:close/>
                <a:moveTo>
                  <a:pt x="378399" y="878037"/>
                </a:moveTo>
                <a:lnTo>
                  <a:pt x="377796" y="881829"/>
                </a:lnTo>
                <a:lnTo>
                  <a:pt x="378533" y="883997"/>
                </a:lnTo>
                <a:lnTo>
                  <a:pt x="382101" y="889654"/>
                </a:lnTo>
                <a:lnTo>
                  <a:pt x="380292" y="880728"/>
                </a:lnTo>
                <a:lnTo>
                  <a:pt x="380195" y="879960"/>
                </a:lnTo>
                <a:close/>
                <a:moveTo>
                  <a:pt x="423521" y="776905"/>
                </a:moveTo>
                <a:lnTo>
                  <a:pt x="423123" y="779437"/>
                </a:lnTo>
                <a:lnTo>
                  <a:pt x="425463" y="781935"/>
                </a:lnTo>
                <a:lnTo>
                  <a:pt x="425425" y="779342"/>
                </a:lnTo>
                <a:close/>
                <a:moveTo>
                  <a:pt x="566629" y="456436"/>
                </a:moveTo>
                <a:lnTo>
                  <a:pt x="566309" y="458069"/>
                </a:lnTo>
                <a:lnTo>
                  <a:pt x="566560" y="460162"/>
                </a:lnTo>
                <a:lnTo>
                  <a:pt x="567241" y="456681"/>
                </a:lnTo>
                <a:close/>
                <a:moveTo>
                  <a:pt x="461753" y="691243"/>
                </a:moveTo>
                <a:lnTo>
                  <a:pt x="461798" y="691573"/>
                </a:lnTo>
                <a:lnTo>
                  <a:pt x="461809" y="691290"/>
                </a:lnTo>
                <a:close/>
                <a:moveTo>
                  <a:pt x="433817" y="753738"/>
                </a:moveTo>
                <a:lnTo>
                  <a:pt x="432590" y="760513"/>
                </a:lnTo>
                <a:lnTo>
                  <a:pt x="434071" y="766548"/>
                </a:lnTo>
                <a:lnTo>
                  <a:pt x="435714" y="754945"/>
                </a:lnTo>
                <a:close/>
                <a:moveTo>
                  <a:pt x="337445" y="969527"/>
                </a:moveTo>
                <a:lnTo>
                  <a:pt x="337997" y="972666"/>
                </a:lnTo>
                <a:lnTo>
                  <a:pt x="340447" y="974834"/>
                </a:lnTo>
                <a:lnTo>
                  <a:pt x="340447" y="974769"/>
                </a:lnTo>
                <a:lnTo>
                  <a:pt x="339387" y="973253"/>
                </a:lnTo>
                <a:close/>
                <a:moveTo>
                  <a:pt x="448538" y="720662"/>
                </a:moveTo>
                <a:lnTo>
                  <a:pt x="448719" y="722885"/>
                </a:lnTo>
                <a:lnTo>
                  <a:pt x="449126" y="721316"/>
                </a:lnTo>
                <a:close/>
                <a:moveTo>
                  <a:pt x="267645" y="1125698"/>
                </a:moveTo>
                <a:lnTo>
                  <a:pt x="269352" y="1130892"/>
                </a:lnTo>
                <a:lnTo>
                  <a:pt x="270574" y="1132581"/>
                </a:lnTo>
                <a:lnTo>
                  <a:pt x="277090" y="1137772"/>
                </a:lnTo>
                <a:lnTo>
                  <a:pt x="276966" y="1137002"/>
                </a:lnTo>
                <a:lnTo>
                  <a:pt x="267796" y="1125897"/>
                </a:lnTo>
                <a:close/>
                <a:moveTo>
                  <a:pt x="528937" y="540601"/>
                </a:moveTo>
                <a:lnTo>
                  <a:pt x="528536" y="542192"/>
                </a:lnTo>
                <a:lnTo>
                  <a:pt x="528932" y="543445"/>
                </a:lnTo>
                <a:lnTo>
                  <a:pt x="529378" y="540864"/>
                </a:lnTo>
                <a:close/>
                <a:moveTo>
                  <a:pt x="399196" y="831106"/>
                </a:moveTo>
                <a:lnTo>
                  <a:pt x="399159" y="833164"/>
                </a:lnTo>
                <a:lnTo>
                  <a:pt x="401297" y="841693"/>
                </a:lnTo>
                <a:lnTo>
                  <a:pt x="401522" y="841802"/>
                </a:lnTo>
                <a:lnTo>
                  <a:pt x="402307" y="837807"/>
                </a:lnTo>
                <a:lnTo>
                  <a:pt x="400969" y="833728"/>
                </a:lnTo>
                <a:close/>
                <a:moveTo>
                  <a:pt x="220578" y="1231003"/>
                </a:moveTo>
                <a:lnTo>
                  <a:pt x="222279" y="1235000"/>
                </a:lnTo>
                <a:lnTo>
                  <a:pt x="223135" y="1236024"/>
                </a:lnTo>
                <a:lnTo>
                  <a:pt x="222320" y="1233548"/>
                </a:lnTo>
                <a:lnTo>
                  <a:pt x="220755" y="1231238"/>
                </a:lnTo>
                <a:close/>
                <a:moveTo>
                  <a:pt x="485219" y="638231"/>
                </a:moveTo>
                <a:lnTo>
                  <a:pt x="487092" y="643826"/>
                </a:lnTo>
                <a:lnTo>
                  <a:pt x="487104" y="643850"/>
                </a:lnTo>
                <a:lnTo>
                  <a:pt x="488271" y="641120"/>
                </a:lnTo>
                <a:lnTo>
                  <a:pt x="488045" y="640169"/>
                </a:lnTo>
                <a:lnTo>
                  <a:pt x="485323" y="638285"/>
                </a:lnTo>
                <a:close/>
                <a:moveTo>
                  <a:pt x="525089" y="548848"/>
                </a:moveTo>
                <a:lnTo>
                  <a:pt x="525085" y="551278"/>
                </a:lnTo>
                <a:lnTo>
                  <a:pt x="525238" y="553423"/>
                </a:lnTo>
                <a:lnTo>
                  <a:pt x="525507" y="553500"/>
                </a:lnTo>
                <a:lnTo>
                  <a:pt x="526373" y="550066"/>
                </a:lnTo>
                <a:close/>
                <a:moveTo>
                  <a:pt x="475963" y="658712"/>
                </a:moveTo>
                <a:lnTo>
                  <a:pt x="476092" y="662230"/>
                </a:lnTo>
                <a:lnTo>
                  <a:pt x="476916" y="662377"/>
                </a:lnTo>
                <a:lnTo>
                  <a:pt x="476614" y="658773"/>
                </a:lnTo>
                <a:close/>
                <a:moveTo>
                  <a:pt x="200322" y="1275898"/>
                </a:moveTo>
                <a:lnTo>
                  <a:pt x="205915" y="1290543"/>
                </a:lnTo>
                <a:lnTo>
                  <a:pt x="212262" y="1297335"/>
                </a:lnTo>
                <a:lnTo>
                  <a:pt x="231326" y="1316167"/>
                </a:lnTo>
                <a:lnTo>
                  <a:pt x="234627" y="1318037"/>
                </a:lnTo>
                <a:lnTo>
                  <a:pt x="235518" y="1318526"/>
                </a:lnTo>
                <a:lnTo>
                  <a:pt x="228600" y="1305650"/>
                </a:lnTo>
                <a:lnTo>
                  <a:pt x="210883" y="1292217"/>
                </a:lnTo>
                <a:lnTo>
                  <a:pt x="210816" y="1291964"/>
                </a:lnTo>
                <a:lnTo>
                  <a:pt x="225186" y="1302858"/>
                </a:lnTo>
                <a:lnTo>
                  <a:pt x="228356" y="1305196"/>
                </a:lnTo>
                <a:lnTo>
                  <a:pt x="221880" y="1293141"/>
                </a:lnTo>
                <a:lnTo>
                  <a:pt x="218415" y="1291187"/>
                </a:lnTo>
                <a:lnTo>
                  <a:pt x="218297" y="1290801"/>
                </a:lnTo>
                <a:lnTo>
                  <a:pt x="221633" y="1292682"/>
                </a:lnTo>
                <a:lnTo>
                  <a:pt x="219871" y="1289402"/>
                </a:lnTo>
                <a:lnTo>
                  <a:pt x="218374" y="1288448"/>
                </a:lnTo>
                <a:close/>
                <a:moveTo>
                  <a:pt x="443069" y="732253"/>
                </a:moveTo>
                <a:lnTo>
                  <a:pt x="443713" y="734233"/>
                </a:lnTo>
                <a:lnTo>
                  <a:pt x="443914" y="732748"/>
                </a:lnTo>
                <a:close/>
                <a:moveTo>
                  <a:pt x="299762" y="1053109"/>
                </a:moveTo>
                <a:lnTo>
                  <a:pt x="302085" y="1058458"/>
                </a:lnTo>
                <a:lnTo>
                  <a:pt x="304921" y="1063414"/>
                </a:lnTo>
                <a:lnTo>
                  <a:pt x="305022" y="1063530"/>
                </a:lnTo>
                <a:lnTo>
                  <a:pt x="305030" y="1063385"/>
                </a:lnTo>
                <a:lnTo>
                  <a:pt x="304792" y="1062283"/>
                </a:lnTo>
                <a:lnTo>
                  <a:pt x="304277" y="1058626"/>
                </a:lnTo>
                <a:lnTo>
                  <a:pt x="303625" y="1057497"/>
                </a:lnTo>
                <a:close/>
                <a:moveTo>
                  <a:pt x="445587" y="726562"/>
                </a:moveTo>
                <a:lnTo>
                  <a:pt x="445167" y="729663"/>
                </a:lnTo>
                <a:lnTo>
                  <a:pt x="446813" y="730250"/>
                </a:lnTo>
                <a:lnTo>
                  <a:pt x="447225" y="728658"/>
                </a:lnTo>
                <a:close/>
                <a:moveTo>
                  <a:pt x="461862" y="690002"/>
                </a:moveTo>
                <a:lnTo>
                  <a:pt x="461669" y="690623"/>
                </a:lnTo>
                <a:lnTo>
                  <a:pt x="461689" y="690767"/>
                </a:lnTo>
                <a:lnTo>
                  <a:pt x="461825" y="690878"/>
                </a:lnTo>
                <a:close/>
                <a:moveTo>
                  <a:pt x="567008" y="454497"/>
                </a:moveTo>
                <a:lnTo>
                  <a:pt x="566699" y="456076"/>
                </a:lnTo>
                <a:lnTo>
                  <a:pt x="567311" y="456321"/>
                </a:lnTo>
                <a:lnTo>
                  <a:pt x="567621" y="454740"/>
                </a:lnTo>
                <a:close/>
                <a:moveTo>
                  <a:pt x="378697" y="876159"/>
                </a:moveTo>
                <a:lnTo>
                  <a:pt x="378601" y="876759"/>
                </a:lnTo>
                <a:lnTo>
                  <a:pt x="379504" y="877725"/>
                </a:lnTo>
                <a:close/>
                <a:moveTo>
                  <a:pt x="443647" y="730678"/>
                </a:moveTo>
                <a:lnTo>
                  <a:pt x="444096" y="731409"/>
                </a:lnTo>
                <a:lnTo>
                  <a:pt x="444170" y="730864"/>
                </a:lnTo>
                <a:close/>
                <a:moveTo>
                  <a:pt x="423101" y="776587"/>
                </a:moveTo>
                <a:lnTo>
                  <a:pt x="422528" y="778801"/>
                </a:lnTo>
                <a:lnTo>
                  <a:pt x="422728" y="779015"/>
                </a:lnTo>
                <a:lnTo>
                  <a:pt x="422887" y="778000"/>
                </a:lnTo>
                <a:lnTo>
                  <a:pt x="423127" y="776596"/>
                </a:lnTo>
                <a:close/>
                <a:moveTo>
                  <a:pt x="582864" y="418799"/>
                </a:moveTo>
                <a:lnTo>
                  <a:pt x="583533" y="423032"/>
                </a:lnTo>
                <a:lnTo>
                  <a:pt x="588382" y="440112"/>
                </a:lnTo>
                <a:lnTo>
                  <a:pt x="596481" y="448277"/>
                </a:lnTo>
                <a:lnTo>
                  <a:pt x="596838" y="435156"/>
                </a:lnTo>
                <a:lnTo>
                  <a:pt x="597127" y="428057"/>
                </a:lnTo>
                <a:lnTo>
                  <a:pt x="592571" y="423489"/>
                </a:lnTo>
                <a:lnTo>
                  <a:pt x="585507" y="420044"/>
                </a:lnTo>
                <a:close/>
                <a:moveTo>
                  <a:pt x="530288" y="536440"/>
                </a:moveTo>
                <a:lnTo>
                  <a:pt x="529559" y="540657"/>
                </a:lnTo>
                <a:lnTo>
                  <a:pt x="534342" y="543369"/>
                </a:lnTo>
                <a:lnTo>
                  <a:pt x="532946" y="538960"/>
                </a:lnTo>
                <a:close/>
                <a:moveTo>
                  <a:pt x="481341" y="646025"/>
                </a:moveTo>
                <a:lnTo>
                  <a:pt x="481408" y="647976"/>
                </a:lnTo>
                <a:lnTo>
                  <a:pt x="483953" y="649635"/>
                </a:lnTo>
                <a:lnTo>
                  <a:pt x="483596" y="648569"/>
                </a:lnTo>
                <a:lnTo>
                  <a:pt x="482672" y="646652"/>
                </a:lnTo>
                <a:close/>
                <a:moveTo>
                  <a:pt x="385283" y="861087"/>
                </a:moveTo>
                <a:lnTo>
                  <a:pt x="387431" y="866100"/>
                </a:lnTo>
                <a:lnTo>
                  <a:pt x="387587" y="864783"/>
                </a:lnTo>
                <a:lnTo>
                  <a:pt x="386881" y="861992"/>
                </a:lnTo>
                <a:close/>
                <a:moveTo>
                  <a:pt x="316814" y="1014171"/>
                </a:moveTo>
                <a:lnTo>
                  <a:pt x="317066" y="1020701"/>
                </a:lnTo>
                <a:lnTo>
                  <a:pt x="318013" y="1022185"/>
                </a:lnTo>
                <a:lnTo>
                  <a:pt x="317478" y="1015634"/>
                </a:lnTo>
                <a:close/>
                <a:moveTo>
                  <a:pt x="209132" y="1255225"/>
                </a:moveTo>
                <a:lnTo>
                  <a:pt x="211573" y="1259918"/>
                </a:lnTo>
                <a:lnTo>
                  <a:pt x="216630" y="1264486"/>
                </a:lnTo>
                <a:close/>
                <a:moveTo>
                  <a:pt x="317899" y="1011647"/>
                </a:moveTo>
                <a:lnTo>
                  <a:pt x="318318" y="1016770"/>
                </a:lnTo>
                <a:lnTo>
                  <a:pt x="319824" y="1019974"/>
                </a:lnTo>
                <a:lnTo>
                  <a:pt x="319313" y="1013868"/>
                </a:lnTo>
                <a:close/>
                <a:moveTo>
                  <a:pt x="399223" y="829496"/>
                </a:moveTo>
                <a:lnTo>
                  <a:pt x="399201" y="830779"/>
                </a:lnTo>
                <a:lnTo>
                  <a:pt x="400756" y="833079"/>
                </a:lnTo>
                <a:lnTo>
                  <a:pt x="400083" y="831030"/>
                </a:lnTo>
                <a:close/>
                <a:moveTo>
                  <a:pt x="429668" y="761271"/>
                </a:moveTo>
                <a:lnTo>
                  <a:pt x="428950" y="767339"/>
                </a:lnTo>
                <a:lnTo>
                  <a:pt x="429896" y="762119"/>
                </a:lnTo>
                <a:close/>
                <a:moveTo>
                  <a:pt x="407160" y="811565"/>
                </a:moveTo>
                <a:lnTo>
                  <a:pt x="407513" y="813191"/>
                </a:lnTo>
                <a:lnTo>
                  <a:pt x="407663" y="812610"/>
                </a:lnTo>
                <a:close/>
                <a:moveTo>
                  <a:pt x="441526" y="734594"/>
                </a:moveTo>
                <a:lnTo>
                  <a:pt x="441448" y="737448"/>
                </a:lnTo>
                <a:lnTo>
                  <a:pt x="442903" y="740193"/>
                </a:lnTo>
                <a:lnTo>
                  <a:pt x="443033" y="739235"/>
                </a:lnTo>
                <a:close/>
                <a:moveTo>
                  <a:pt x="372140" y="889791"/>
                </a:moveTo>
                <a:lnTo>
                  <a:pt x="371954" y="893318"/>
                </a:lnTo>
                <a:lnTo>
                  <a:pt x="374926" y="897269"/>
                </a:lnTo>
                <a:lnTo>
                  <a:pt x="375658" y="892652"/>
                </a:lnTo>
                <a:lnTo>
                  <a:pt x="374804" y="890685"/>
                </a:lnTo>
                <a:close/>
                <a:moveTo>
                  <a:pt x="235073" y="1196692"/>
                </a:moveTo>
                <a:lnTo>
                  <a:pt x="237937" y="1202164"/>
                </a:lnTo>
                <a:lnTo>
                  <a:pt x="242040" y="1204824"/>
                </a:lnTo>
                <a:lnTo>
                  <a:pt x="237010" y="1198322"/>
                </a:lnTo>
                <a:close/>
                <a:moveTo>
                  <a:pt x="265028" y="1129476"/>
                </a:moveTo>
                <a:lnTo>
                  <a:pt x="265187" y="1130125"/>
                </a:lnTo>
                <a:lnTo>
                  <a:pt x="269534" y="1135632"/>
                </a:lnTo>
                <a:lnTo>
                  <a:pt x="269000" y="1134003"/>
                </a:lnTo>
                <a:close/>
                <a:moveTo>
                  <a:pt x="512166" y="575961"/>
                </a:moveTo>
                <a:lnTo>
                  <a:pt x="512772" y="581029"/>
                </a:lnTo>
                <a:lnTo>
                  <a:pt x="513560" y="581593"/>
                </a:lnTo>
                <a:lnTo>
                  <a:pt x="512713" y="576227"/>
                </a:lnTo>
                <a:close/>
                <a:moveTo>
                  <a:pt x="214064" y="1243330"/>
                </a:moveTo>
                <a:lnTo>
                  <a:pt x="218074" y="1251129"/>
                </a:lnTo>
                <a:lnTo>
                  <a:pt x="222685" y="1254835"/>
                </a:lnTo>
                <a:lnTo>
                  <a:pt x="219880" y="1246684"/>
                </a:lnTo>
                <a:close/>
                <a:moveTo>
                  <a:pt x="424150" y="772890"/>
                </a:moveTo>
                <a:lnTo>
                  <a:pt x="424144" y="772929"/>
                </a:lnTo>
                <a:lnTo>
                  <a:pt x="425352" y="774475"/>
                </a:lnTo>
                <a:lnTo>
                  <a:pt x="425339" y="773612"/>
                </a:lnTo>
                <a:close/>
                <a:moveTo>
                  <a:pt x="475899" y="657008"/>
                </a:moveTo>
                <a:lnTo>
                  <a:pt x="475907" y="657237"/>
                </a:lnTo>
                <a:lnTo>
                  <a:pt x="476135" y="657258"/>
                </a:lnTo>
                <a:close/>
                <a:moveTo>
                  <a:pt x="379070" y="873809"/>
                </a:moveTo>
                <a:lnTo>
                  <a:pt x="378770" y="875697"/>
                </a:lnTo>
                <a:lnTo>
                  <a:pt x="379947" y="877978"/>
                </a:lnTo>
                <a:lnTo>
                  <a:pt x="379484" y="874292"/>
                </a:lnTo>
                <a:close/>
                <a:moveTo>
                  <a:pt x="463507" y="684686"/>
                </a:moveTo>
                <a:lnTo>
                  <a:pt x="462681" y="687357"/>
                </a:lnTo>
                <a:lnTo>
                  <a:pt x="462675" y="691579"/>
                </a:lnTo>
                <a:lnTo>
                  <a:pt x="463523" y="692277"/>
                </a:lnTo>
                <a:lnTo>
                  <a:pt x="464449" y="685733"/>
                </a:lnTo>
                <a:close/>
                <a:moveTo>
                  <a:pt x="317833" y="1010835"/>
                </a:moveTo>
                <a:lnTo>
                  <a:pt x="317838" y="1010900"/>
                </a:lnTo>
                <a:lnTo>
                  <a:pt x="318172" y="1011410"/>
                </a:lnTo>
                <a:close/>
                <a:moveTo>
                  <a:pt x="352800" y="932499"/>
                </a:moveTo>
                <a:lnTo>
                  <a:pt x="354592" y="940737"/>
                </a:lnTo>
                <a:lnTo>
                  <a:pt x="355193" y="940760"/>
                </a:lnTo>
                <a:lnTo>
                  <a:pt x="353451" y="933228"/>
                </a:lnTo>
                <a:close/>
                <a:moveTo>
                  <a:pt x="319383" y="1007296"/>
                </a:moveTo>
                <a:lnTo>
                  <a:pt x="319564" y="1009464"/>
                </a:lnTo>
                <a:lnTo>
                  <a:pt x="323897" y="1015614"/>
                </a:lnTo>
                <a:lnTo>
                  <a:pt x="321613" y="1008991"/>
                </a:lnTo>
                <a:close/>
                <a:moveTo>
                  <a:pt x="261980" y="1135819"/>
                </a:moveTo>
                <a:lnTo>
                  <a:pt x="266015" y="1146626"/>
                </a:lnTo>
                <a:lnTo>
                  <a:pt x="266018" y="1146611"/>
                </a:lnTo>
                <a:lnTo>
                  <a:pt x="268306" y="1152121"/>
                </a:lnTo>
                <a:lnTo>
                  <a:pt x="270161" y="1152970"/>
                </a:lnTo>
                <a:lnTo>
                  <a:pt x="266970" y="1139971"/>
                </a:lnTo>
                <a:close/>
                <a:moveTo>
                  <a:pt x="375725" y="881094"/>
                </a:moveTo>
                <a:lnTo>
                  <a:pt x="376902" y="884832"/>
                </a:lnTo>
                <a:lnTo>
                  <a:pt x="377129" y="883399"/>
                </a:lnTo>
                <a:close/>
                <a:moveTo>
                  <a:pt x="241418" y="1181619"/>
                </a:moveTo>
                <a:lnTo>
                  <a:pt x="242376" y="1185519"/>
                </a:lnTo>
                <a:lnTo>
                  <a:pt x="247113" y="1190563"/>
                </a:lnTo>
                <a:close/>
                <a:moveTo>
                  <a:pt x="273993" y="1108610"/>
                </a:moveTo>
                <a:lnTo>
                  <a:pt x="274417" y="1110963"/>
                </a:lnTo>
                <a:lnTo>
                  <a:pt x="278110" y="1116880"/>
                </a:lnTo>
                <a:lnTo>
                  <a:pt x="275624" y="1111411"/>
                </a:lnTo>
                <a:close/>
                <a:moveTo>
                  <a:pt x="467671" y="674794"/>
                </a:moveTo>
                <a:lnTo>
                  <a:pt x="467543" y="675781"/>
                </a:lnTo>
                <a:lnTo>
                  <a:pt x="469153" y="675932"/>
                </a:lnTo>
                <a:close/>
                <a:moveTo>
                  <a:pt x="425953" y="768190"/>
                </a:moveTo>
                <a:lnTo>
                  <a:pt x="426161" y="773943"/>
                </a:lnTo>
                <a:lnTo>
                  <a:pt x="427014" y="774461"/>
                </a:lnTo>
                <a:lnTo>
                  <a:pt x="427552" y="769913"/>
                </a:lnTo>
                <a:lnTo>
                  <a:pt x="426887" y="768476"/>
                </a:lnTo>
                <a:close/>
                <a:moveTo>
                  <a:pt x="527847" y="539951"/>
                </a:moveTo>
                <a:lnTo>
                  <a:pt x="528301" y="541452"/>
                </a:lnTo>
                <a:lnTo>
                  <a:pt x="528435" y="541876"/>
                </a:lnTo>
                <a:lnTo>
                  <a:pt x="528780" y="540508"/>
                </a:lnTo>
                <a:close/>
                <a:moveTo>
                  <a:pt x="379267" y="872569"/>
                </a:moveTo>
                <a:lnTo>
                  <a:pt x="379130" y="873433"/>
                </a:lnTo>
                <a:lnTo>
                  <a:pt x="379416" y="873758"/>
                </a:lnTo>
                <a:close/>
                <a:moveTo>
                  <a:pt x="396851" y="833104"/>
                </a:moveTo>
                <a:lnTo>
                  <a:pt x="397077" y="839676"/>
                </a:lnTo>
                <a:lnTo>
                  <a:pt x="397290" y="839778"/>
                </a:lnTo>
                <a:lnTo>
                  <a:pt x="397387" y="834263"/>
                </a:lnTo>
                <a:close/>
                <a:moveTo>
                  <a:pt x="530965" y="532517"/>
                </a:moveTo>
                <a:lnTo>
                  <a:pt x="530911" y="532836"/>
                </a:lnTo>
                <a:lnTo>
                  <a:pt x="531077" y="532887"/>
                </a:lnTo>
                <a:close/>
                <a:moveTo>
                  <a:pt x="481262" y="643725"/>
                </a:moveTo>
                <a:lnTo>
                  <a:pt x="481329" y="645687"/>
                </a:lnTo>
                <a:lnTo>
                  <a:pt x="482464" y="646222"/>
                </a:lnTo>
                <a:close/>
                <a:moveTo>
                  <a:pt x="446173" y="722246"/>
                </a:moveTo>
                <a:lnTo>
                  <a:pt x="445999" y="723530"/>
                </a:lnTo>
                <a:lnTo>
                  <a:pt x="446760" y="724504"/>
                </a:lnTo>
                <a:close/>
                <a:moveTo>
                  <a:pt x="340373" y="959133"/>
                </a:moveTo>
                <a:lnTo>
                  <a:pt x="340467" y="959517"/>
                </a:lnTo>
                <a:lnTo>
                  <a:pt x="340467" y="959252"/>
                </a:lnTo>
                <a:close/>
                <a:moveTo>
                  <a:pt x="435017" y="747112"/>
                </a:moveTo>
                <a:lnTo>
                  <a:pt x="434239" y="751409"/>
                </a:lnTo>
                <a:lnTo>
                  <a:pt x="436051" y="752562"/>
                </a:lnTo>
                <a:lnTo>
                  <a:pt x="436168" y="751737"/>
                </a:lnTo>
                <a:close/>
                <a:moveTo>
                  <a:pt x="430036" y="758146"/>
                </a:moveTo>
                <a:lnTo>
                  <a:pt x="429701" y="760983"/>
                </a:lnTo>
                <a:lnTo>
                  <a:pt x="429941" y="761872"/>
                </a:lnTo>
                <a:lnTo>
                  <a:pt x="430123" y="760861"/>
                </a:lnTo>
                <a:lnTo>
                  <a:pt x="430045" y="758557"/>
                </a:lnTo>
                <a:close/>
                <a:moveTo>
                  <a:pt x="264725" y="1128243"/>
                </a:moveTo>
                <a:lnTo>
                  <a:pt x="264812" y="1128597"/>
                </a:lnTo>
                <a:lnTo>
                  <a:pt x="268666" y="1132991"/>
                </a:lnTo>
                <a:lnTo>
                  <a:pt x="267949" y="1130811"/>
                </a:lnTo>
                <a:close/>
                <a:moveTo>
                  <a:pt x="565823" y="454026"/>
                </a:moveTo>
                <a:lnTo>
                  <a:pt x="565909" y="454748"/>
                </a:lnTo>
                <a:lnTo>
                  <a:pt x="566034" y="454110"/>
                </a:lnTo>
                <a:close/>
                <a:moveTo>
                  <a:pt x="479152" y="648015"/>
                </a:moveTo>
                <a:lnTo>
                  <a:pt x="479432" y="652513"/>
                </a:lnTo>
                <a:lnTo>
                  <a:pt x="481276" y="653484"/>
                </a:lnTo>
                <a:lnTo>
                  <a:pt x="481140" y="649530"/>
                </a:lnTo>
                <a:close/>
                <a:moveTo>
                  <a:pt x="327191" y="988267"/>
                </a:moveTo>
                <a:lnTo>
                  <a:pt x="327449" y="989401"/>
                </a:lnTo>
                <a:lnTo>
                  <a:pt x="329704" y="992999"/>
                </a:lnTo>
                <a:lnTo>
                  <a:pt x="332413" y="995157"/>
                </a:lnTo>
                <a:lnTo>
                  <a:pt x="331877" y="993849"/>
                </a:lnTo>
                <a:close/>
                <a:moveTo>
                  <a:pt x="442415" y="730239"/>
                </a:moveTo>
                <a:lnTo>
                  <a:pt x="442963" y="731925"/>
                </a:lnTo>
                <a:lnTo>
                  <a:pt x="443947" y="732503"/>
                </a:lnTo>
                <a:lnTo>
                  <a:pt x="444052" y="731734"/>
                </a:lnTo>
                <a:lnTo>
                  <a:pt x="443334" y="730566"/>
                </a:lnTo>
                <a:close/>
                <a:moveTo>
                  <a:pt x="383711" y="861470"/>
                </a:moveTo>
                <a:lnTo>
                  <a:pt x="383902" y="862442"/>
                </a:lnTo>
                <a:lnTo>
                  <a:pt x="384141" y="862716"/>
                </a:lnTo>
                <a:close/>
                <a:moveTo>
                  <a:pt x="511954" y="574201"/>
                </a:moveTo>
                <a:lnTo>
                  <a:pt x="512140" y="575754"/>
                </a:lnTo>
                <a:lnTo>
                  <a:pt x="512680" y="576022"/>
                </a:lnTo>
                <a:lnTo>
                  <a:pt x="512422" y="574387"/>
                </a:lnTo>
                <a:close/>
                <a:moveTo>
                  <a:pt x="425258" y="768265"/>
                </a:moveTo>
                <a:lnTo>
                  <a:pt x="424290" y="772002"/>
                </a:lnTo>
                <a:lnTo>
                  <a:pt x="424175" y="772735"/>
                </a:lnTo>
                <a:lnTo>
                  <a:pt x="425336" y="773440"/>
                </a:lnTo>
                <a:close/>
                <a:moveTo>
                  <a:pt x="493356" y="615548"/>
                </a:moveTo>
                <a:lnTo>
                  <a:pt x="493578" y="622013"/>
                </a:lnTo>
                <a:lnTo>
                  <a:pt x="495807" y="623491"/>
                </a:lnTo>
                <a:lnTo>
                  <a:pt x="497086" y="620497"/>
                </a:lnTo>
                <a:lnTo>
                  <a:pt x="495788" y="616068"/>
                </a:lnTo>
                <a:close/>
                <a:moveTo>
                  <a:pt x="243714" y="1174470"/>
                </a:moveTo>
                <a:lnTo>
                  <a:pt x="249673" y="1188470"/>
                </a:lnTo>
                <a:lnTo>
                  <a:pt x="253237" y="1193360"/>
                </a:lnTo>
                <a:lnTo>
                  <a:pt x="253243" y="1193338"/>
                </a:lnTo>
                <a:lnTo>
                  <a:pt x="253273" y="1193408"/>
                </a:lnTo>
                <a:lnTo>
                  <a:pt x="265354" y="1209980"/>
                </a:lnTo>
                <a:lnTo>
                  <a:pt x="269360" y="1214245"/>
                </a:lnTo>
                <a:lnTo>
                  <a:pt x="269084" y="1213039"/>
                </a:lnTo>
                <a:lnTo>
                  <a:pt x="264818" y="1201611"/>
                </a:lnTo>
                <a:lnTo>
                  <a:pt x="263178" y="1195960"/>
                </a:lnTo>
                <a:lnTo>
                  <a:pt x="261725" y="1193854"/>
                </a:lnTo>
                <a:lnTo>
                  <a:pt x="252349" y="1179257"/>
                </a:lnTo>
                <a:close/>
                <a:moveTo>
                  <a:pt x="286444" y="1078712"/>
                </a:moveTo>
                <a:lnTo>
                  <a:pt x="286728" y="1079314"/>
                </a:lnTo>
                <a:lnTo>
                  <a:pt x="286832" y="1079497"/>
                </a:lnTo>
                <a:lnTo>
                  <a:pt x="290340" y="1082665"/>
                </a:lnTo>
                <a:lnTo>
                  <a:pt x="289795" y="1081266"/>
                </a:lnTo>
                <a:lnTo>
                  <a:pt x="286748" y="1078950"/>
                </a:lnTo>
                <a:close/>
                <a:moveTo>
                  <a:pt x="425885" y="766304"/>
                </a:moveTo>
                <a:lnTo>
                  <a:pt x="425938" y="767778"/>
                </a:lnTo>
                <a:lnTo>
                  <a:pt x="426669" y="768001"/>
                </a:lnTo>
                <a:close/>
                <a:moveTo>
                  <a:pt x="232434" y="1199469"/>
                </a:moveTo>
                <a:lnTo>
                  <a:pt x="235752" y="1204665"/>
                </a:lnTo>
                <a:lnTo>
                  <a:pt x="244449" y="1216051"/>
                </a:lnTo>
                <a:lnTo>
                  <a:pt x="241155" y="1209757"/>
                </a:lnTo>
                <a:lnTo>
                  <a:pt x="233901" y="1200423"/>
                </a:lnTo>
                <a:close/>
                <a:moveTo>
                  <a:pt x="521188" y="552575"/>
                </a:moveTo>
                <a:lnTo>
                  <a:pt x="521540" y="553768"/>
                </a:lnTo>
                <a:lnTo>
                  <a:pt x="521542" y="552677"/>
                </a:lnTo>
                <a:close/>
                <a:moveTo>
                  <a:pt x="473206" y="659900"/>
                </a:moveTo>
                <a:lnTo>
                  <a:pt x="473404" y="660990"/>
                </a:lnTo>
                <a:lnTo>
                  <a:pt x="473675" y="661798"/>
                </a:lnTo>
                <a:lnTo>
                  <a:pt x="474215" y="661895"/>
                </a:lnTo>
                <a:close/>
                <a:moveTo>
                  <a:pt x="494842" y="611296"/>
                </a:moveTo>
                <a:lnTo>
                  <a:pt x="495221" y="612588"/>
                </a:lnTo>
                <a:lnTo>
                  <a:pt x="499219" y="615238"/>
                </a:lnTo>
                <a:lnTo>
                  <a:pt x="499005" y="612185"/>
                </a:lnTo>
                <a:close/>
                <a:moveTo>
                  <a:pt x="466783" y="674111"/>
                </a:moveTo>
                <a:lnTo>
                  <a:pt x="466475" y="675107"/>
                </a:lnTo>
                <a:lnTo>
                  <a:pt x="467060" y="675727"/>
                </a:lnTo>
                <a:lnTo>
                  <a:pt x="467238" y="674460"/>
                </a:lnTo>
                <a:close/>
                <a:moveTo>
                  <a:pt x="255754" y="1146622"/>
                </a:moveTo>
                <a:lnTo>
                  <a:pt x="256608" y="1147896"/>
                </a:lnTo>
                <a:lnTo>
                  <a:pt x="258691" y="1149739"/>
                </a:lnTo>
                <a:lnTo>
                  <a:pt x="257893" y="1147601"/>
                </a:lnTo>
                <a:close/>
                <a:moveTo>
                  <a:pt x="294490" y="1059789"/>
                </a:moveTo>
                <a:lnTo>
                  <a:pt x="301022" y="1071002"/>
                </a:lnTo>
                <a:lnTo>
                  <a:pt x="298153" y="1063964"/>
                </a:lnTo>
                <a:close/>
                <a:moveTo>
                  <a:pt x="317600" y="1007984"/>
                </a:moveTo>
                <a:lnTo>
                  <a:pt x="317607" y="1008064"/>
                </a:lnTo>
                <a:lnTo>
                  <a:pt x="319004" y="1010171"/>
                </a:lnTo>
                <a:lnTo>
                  <a:pt x="319002" y="1010153"/>
                </a:lnTo>
                <a:close/>
                <a:moveTo>
                  <a:pt x="372386" y="885113"/>
                </a:moveTo>
                <a:lnTo>
                  <a:pt x="372259" y="887537"/>
                </a:lnTo>
                <a:lnTo>
                  <a:pt x="373648" y="888021"/>
                </a:lnTo>
                <a:close/>
                <a:moveTo>
                  <a:pt x="446636" y="718844"/>
                </a:moveTo>
                <a:lnTo>
                  <a:pt x="446624" y="718935"/>
                </a:lnTo>
                <a:lnTo>
                  <a:pt x="448186" y="724947"/>
                </a:lnTo>
                <a:lnTo>
                  <a:pt x="448472" y="723840"/>
                </a:lnTo>
                <a:lnTo>
                  <a:pt x="448359" y="722451"/>
                </a:lnTo>
                <a:lnTo>
                  <a:pt x="448212" y="720300"/>
                </a:lnTo>
                <a:lnTo>
                  <a:pt x="447004" y="718957"/>
                </a:lnTo>
                <a:close/>
                <a:moveTo>
                  <a:pt x="239147" y="1183412"/>
                </a:moveTo>
                <a:lnTo>
                  <a:pt x="242387" y="1190429"/>
                </a:lnTo>
                <a:lnTo>
                  <a:pt x="242859" y="1190955"/>
                </a:lnTo>
                <a:lnTo>
                  <a:pt x="241669" y="1186107"/>
                </a:lnTo>
                <a:close/>
                <a:moveTo>
                  <a:pt x="316682" y="1009735"/>
                </a:moveTo>
                <a:lnTo>
                  <a:pt x="316660" y="1010147"/>
                </a:lnTo>
                <a:lnTo>
                  <a:pt x="316790" y="1013516"/>
                </a:lnTo>
                <a:lnTo>
                  <a:pt x="317413" y="1014844"/>
                </a:lnTo>
                <a:lnTo>
                  <a:pt x="317149" y="1011605"/>
                </a:lnTo>
                <a:lnTo>
                  <a:pt x="317062" y="1010332"/>
                </a:lnTo>
                <a:close/>
                <a:moveTo>
                  <a:pt x="348797" y="937808"/>
                </a:moveTo>
                <a:lnTo>
                  <a:pt x="348816" y="938100"/>
                </a:lnTo>
                <a:lnTo>
                  <a:pt x="350357" y="940569"/>
                </a:lnTo>
                <a:lnTo>
                  <a:pt x="350408" y="940571"/>
                </a:lnTo>
                <a:close/>
                <a:moveTo>
                  <a:pt x="481180" y="641358"/>
                </a:moveTo>
                <a:lnTo>
                  <a:pt x="481200" y="641928"/>
                </a:lnTo>
                <a:lnTo>
                  <a:pt x="481699" y="642909"/>
                </a:lnTo>
                <a:close/>
                <a:moveTo>
                  <a:pt x="511768" y="572642"/>
                </a:moveTo>
                <a:lnTo>
                  <a:pt x="511935" y="574037"/>
                </a:lnTo>
                <a:lnTo>
                  <a:pt x="512396" y="574220"/>
                </a:lnTo>
                <a:lnTo>
                  <a:pt x="512203" y="573000"/>
                </a:lnTo>
                <a:close/>
                <a:moveTo>
                  <a:pt x="467700" y="671150"/>
                </a:moveTo>
                <a:lnTo>
                  <a:pt x="467024" y="673334"/>
                </a:lnTo>
                <a:lnTo>
                  <a:pt x="467359" y="673592"/>
                </a:lnTo>
                <a:close/>
                <a:moveTo>
                  <a:pt x="435865" y="742427"/>
                </a:moveTo>
                <a:lnTo>
                  <a:pt x="435164" y="746298"/>
                </a:lnTo>
                <a:lnTo>
                  <a:pt x="436295" y="750842"/>
                </a:lnTo>
                <a:lnTo>
                  <a:pt x="437102" y="745143"/>
                </a:lnTo>
                <a:lnTo>
                  <a:pt x="436004" y="742493"/>
                </a:lnTo>
                <a:close/>
                <a:moveTo>
                  <a:pt x="138914" y="1407186"/>
                </a:moveTo>
                <a:lnTo>
                  <a:pt x="143379" y="1415716"/>
                </a:lnTo>
                <a:lnTo>
                  <a:pt x="144555" y="1417188"/>
                </a:lnTo>
                <a:lnTo>
                  <a:pt x="163916" y="1430716"/>
                </a:lnTo>
                <a:lnTo>
                  <a:pt x="161244" y="1427155"/>
                </a:lnTo>
                <a:lnTo>
                  <a:pt x="148947" y="1419153"/>
                </a:lnTo>
                <a:lnTo>
                  <a:pt x="148808" y="1418575"/>
                </a:lnTo>
                <a:lnTo>
                  <a:pt x="160529" y="1426202"/>
                </a:lnTo>
                <a:lnTo>
                  <a:pt x="153276" y="1416538"/>
                </a:lnTo>
                <a:close/>
                <a:moveTo>
                  <a:pt x="316722" y="1008952"/>
                </a:moveTo>
                <a:lnTo>
                  <a:pt x="316711" y="1009181"/>
                </a:lnTo>
                <a:lnTo>
                  <a:pt x="317015" y="1009645"/>
                </a:lnTo>
                <a:lnTo>
                  <a:pt x="317000" y="1009422"/>
                </a:lnTo>
                <a:close/>
                <a:moveTo>
                  <a:pt x="305028" y="1035104"/>
                </a:moveTo>
                <a:lnTo>
                  <a:pt x="305869" y="1041894"/>
                </a:lnTo>
                <a:lnTo>
                  <a:pt x="306817" y="1043956"/>
                </a:lnTo>
                <a:lnTo>
                  <a:pt x="307693" y="1037356"/>
                </a:lnTo>
                <a:close/>
                <a:moveTo>
                  <a:pt x="493288" y="613423"/>
                </a:moveTo>
                <a:lnTo>
                  <a:pt x="493292" y="613684"/>
                </a:lnTo>
                <a:lnTo>
                  <a:pt x="493313" y="614302"/>
                </a:lnTo>
                <a:lnTo>
                  <a:pt x="495492" y="615058"/>
                </a:lnTo>
                <a:lnTo>
                  <a:pt x="495428" y="614841"/>
                </a:lnTo>
                <a:close/>
                <a:moveTo>
                  <a:pt x="392938" y="838070"/>
                </a:moveTo>
                <a:lnTo>
                  <a:pt x="395277" y="846549"/>
                </a:lnTo>
                <a:lnTo>
                  <a:pt x="396797" y="847578"/>
                </a:lnTo>
                <a:lnTo>
                  <a:pt x="396632" y="842788"/>
                </a:lnTo>
                <a:lnTo>
                  <a:pt x="395812" y="839493"/>
                </a:lnTo>
                <a:close/>
                <a:moveTo>
                  <a:pt x="603111" y="367163"/>
                </a:moveTo>
                <a:lnTo>
                  <a:pt x="607807" y="383703"/>
                </a:lnTo>
                <a:lnTo>
                  <a:pt x="619211" y="395200"/>
                </a:lnTo>
                <a:lnTo>
                  <a:pt x="619399" y="393996"/>
                </a:lnTo>
                <a:lnTo>
                  <a:pt x="613111" y="388894"/>
                </a:lnTo>
                <a:lnTo>
                  <a:pt x="613371" y="388898"/>
                </a:lnTo>
                <a:lnTo>
                  <a:pt x="619428" y="393812"/>
                </a:lnTo>
                <a:lnTo>
                  <a:pt x="619744" y="391790"/>
                </a:lnTo>
                <a:lnTo>
                  <a:pt x="617581" y="389028"/>
                </a:lnTo>
                <a:lnTo>
                  <a:pt x="617863" y="389098"/>
                </a:lnTo>
                <a:lnTo>
                  <a:pt x="619781" y="391548"/>
                </a:lnTo>
                <a:lnTo>
                  <a:pt x="620037" y="389915"/>
                </a:lnTo>
                <a:lnTo>
                  <a:pt x="620393" y="389582"/>
                </a:lnTo>
                <a:lnTo>
                  <a:pt x="620036" y="391872"/>
                </a:lnTo>
                <a:lnTo>
                  <a:pt x="625260" y="398546"/>
                </a:lnTo>
                <a:lnTo>
                  <a:pt x="626613" y="399643"/>
                </a:lnTo>
                <a:lnTo>
                  <a:pt x="628325" y="388192"/>
                </a:lnTo>
                <a:close/>
                <a:moveTo>
                  <a:pt x="209806" y="1247820"/>
                </a:moveTo>
                <a:lnTo>
                  <a:pt x="210218" y="1248395"/>
                </a:lnTo>
                <a:lnTo>
                  <a:pt x="212307" y="1250956"/>
                </a:lnTo>
                <a:lnTo>
                  <a:pt x="211466" y="1249319"/>
                </a:lnTo>
                <a:close/>
                <a:moveTo>
                  <a:pt x="520817" y="551320"/>
                </a:moveTo>
                <a:lnTo>
                  <a:pt x="521045" y="552094"/>
                </a:lnTo>
                <a:lnTo>
                  <a:pt x="521476" y="552337"/>
                </a:lnTo>
                <a:lnTo>
                  <a:pt x="521543" y="552356"/>
                </a:lnTo>
                <a:lnTo>
                  <a:pt x="521543" y="551909"/>
                </a:lnTo>
                <a:close/>
                <a:moveTo>
                  <a:pt x="277904" y="1095211"/>
                </a:moveTo>
                <a:lnTo>
                  <a:pt x="279553" y="1100229"/>
                </a:lnTo>
                <a:lnTo>
                  <a:pt x="280531" y="1101056"/>
                </a:lnTo>
                <a:lnTo>
                  <a:pt x="280144" y="1098637"/>
                </a:lnTo>
                <a:close/>
                <a:moveTo>
                  <a:pt x="573008" y="434384"/>
                </a:moveTo>
                <a:lnTo>
                  <a:pt x="569008" y="454825"/>
                </a:lnTo>
                <a:lnTo>
                  <a:pt x="584884" y="461132"/>
                </a:lnTo>
                <a:lnTo>
                  <a:pt x="582503" y="446295"/>
                </a:lnTo>
                <a:lnTo>
                  <a:pt x="582040" y="442436"/>
                </a:lnTo>
                <a:close/>
                <a:moveTo>
                  <a:pt x="198878" y="1272116"/>
                </a:moveTo>
                <a:lnTo>
                  <a:pt x="200004" y="1275066"/>
                </a:lnTo>
                <a:lnTo>
                  <a:pt x="202229" y="1276612"/>
                </a:lnTo>
                <a:lnTo>
                  <a:pt x="218600" y="1287037"/>
                </a:lnTo>
                <a:lnTo>
                  <a:pt x="216699" y="1283499"/>
                </a:lnTo>
                <a:lnTo>
                  <a:pt x="204294" y="1275752"/>
                </a:lnTo>
                <a:close/>
                <a:moveTo>
                  <a:pt x="472939" y="658430"/>
                </a:moveTo>
                <a:lnTo>
                  <a:pt x="473003" y="658787"/>
                </a:lnTo>
                <a:lnTo>
                  <a:pt x="474292" y="661336"/>
                </a:lnTo>
                <a:lnTo>
                  <a:pt x="474251" y="658553"/>
                </a:lnTo>
                <a:close/>
                <a:moveTo>
                  <a:pt x="472715" y="658930"/>
                </a:moveTo>
                <a:lnTo>
                  <a:pt x="473136" y="660191"/>
                </a:lnTo>
                <a:lnTo>
                  <a:pt x="473015" y="659524"/>
                </a:lnTo>
                <a:close/>
                <a:moveTo>
                  <a:pt x="478958" y="644902"/>
                </a:moveTo>
                <a:lnTo>
                  <a:pt x="479054" y="646441"/>
                </a:lnTo>
                <a:lnTo>
                  <a:pt x="481079" y="647762"/>
                </a:lnTo>
                <a:lnTo>
                  <a:pt x="481014" y="645872"/>
                </a:lnTo>
                <a:close/>
                <a:moveTo>
                  <a:pt x="468800" y="667596"/>
                </a:moveTo>
                <a:lnTo>
                  <a:pt x="468462" y="668689"/>
                </a:lnTo>
                <a:lnTo>
                  <a:pt x="467785" y="673919"/>
                </a:lnTo>
                <a:lnTo>
                  <a:pt x="470576" y="676063"/>
                </a:lnTo>
                <a:lnTo>
                  <a:pt x="471669" y="676165"/>
                </a:lnTo>
                <a:close/>
                <a:moveTo>
                  <a:pt x="383860" y="857767"/>
                </a:moveTo>
                <a:lnTo>
                  <a:pt x="384656" y="859624"/>
                </a:lnTo>
                <a:lnTo>
                  <a:pt x="386503" y="860498"/>
                </a:lnTo>
                <a:lnTo>
                  <a:pt x="386502" y="860495"/>
                </a:lnTo>
                <a:lnTo>
                  <a:pt x="384597" y="858377"/>
                </a:lnTo>
                <a:close/>
                <a:moveTo>
                  <a:pt x="489180" y="621934"/>
                </a:moveTo>
                <a:lnTo>
                  <a:pt x="489760" y="637637"/>
                </a:lnTo>
                <a:lnTo>
                  <a:pt x="493570" y="628723"/>
                </a:lnTo>
                <a:lnTo>
                  <a:pt x="493454" y="625355"/>
                </a:lnTo>
                <a:lnTo>
                  <a:pt x="493313" y="624675"/>
                </a:lnTo>
                <a:close/>
                <a:moveTo>
                  <a:pt x="355902" y="920368"/>
                </a:moveTo>
                <a:lnTo>
                  <a:pt x="357858" y="926289"/>
                </a:lnTo>
                <a:lnTo>
                  <a:pt x="359051" y="929748"/>
                </a:lnTo>
                <a:lnTo>
                  <a:pt x="359061" y="923038"/>
                </a:lnTo>
                <a:close/>
                <a:moveTo>
                  <a:pt x="297651" y="1050711"/>
                </a:moveTo>
                <a:lnTo>
                  <a:pt x="300605" y="1055872"/>
                </a:lnTo>
                <a:lnTo>
                  <a:pt x="298934" y="1052168"/>
                </a:lnTo>
                <a:close/>
                <a:moveTo>
                  <a:pt x="233658" y="1193989"/>
                </a:moveTo>
                <a:lnTo>
                  <a:pt x="233816" y="1194292"/>
                </a:lnTo>
                <a:lnTo>
                  <a:pt x="234033" y="1194474"/>
                </a:lnTo>
                <a:close/>
                <a:moveTo>
                  <a:pt x="335302" y="966372"/>
                </a:moveTo>
                <a:lnTo>
                  <a:pt x="336268" y="971137"/>
                </a:lnTo>
                <a:lnTo>
                  <a:pt x="337261" y="972015"/>
                </a:lnTo>
                <a:lnTo>
                  <a:pt x="337319" y="971798"/>
                </a:lnTo>
                <a:lnTo>
                  <a:pt x="337597" y="972313"/>
                </a:lnTo>
                <a:lnTo>
                  <a:pt x="337624" y="972336"/>
                </a:lnTo>
                <a:lnTo>
                  <a:pt x="336970" y="968615"/>
                </a:lnTo>
                <a:lnTo>
                  <a:pt x="335966" y="966690"/>
                </a:lnTo>
                <a:close/>
                <a:moveTo>
                  <a:pt x="498386" y="601043"/>
                </a:moveTo>
                <a:lnTo>
                  <a:pt x="498559" y="603502"/>
                </a:lnTo>
                <a:lnTo>
                  <a:pt x="501829" y="609405"/>
                </a:lnTo>
                <a:lnTo>
                  <a:pt x="502908" y="606879"/>
                </a:lnTo>
                <a:lnTo>
                  <a:pt x="501802" y="603108"/>
                </a:lnTo>
                <a:close/>
                <a:moveTo>
                  <a:pt x="441707" y="727917"/>
                </a:moveTo>
                <a:lnTo>
                  <a:pt x="441704" y="728048"/>
                </a:lnTo>
                <a:lnTo>
                  <a:pt x="441845" y="728482"/>
                </a:lnTo>
                <a:lnTo>
                  <a:pt x="442113" y="728577"/>
                </a:lnTo>
                <a:close/>
                <a:moveTo>
                  <a:pt x="439071" y="733616"/>
                </a:moveTo>
                <a:lnTo>
                  <a:pt x="438581" y="737082"/>
                </a:lnTo>
                <a:lnTo>
                  <a:pt x="439379" y="739272"/>
                </a:lnTo>
                <a:lnTo>
                  <a:pt x="440489" y="739659"/>
                </a:lnTo>
                <a:lnTo>
                  <a:pt x="440576" y="736456"/>
                </a:lnTo>
                <a:close/>
                <a:moveTo>
                  <a:pt x="240559" y="1178121"/>
                </a:moveTo>
                <a:lnTo>
                  <a:pt x="241239" y="1180891"/>
                </a:lnTo>
                <a:lnTo>
                  <a:pt x="247996" y="1191503"/>
                </a:lnTo>
                <a:lnTo>
                  <a:pt x="249867" y="1193495"/>
                </a:lnTo>
                <a:lnTo>
                  <a:pt x="241813" y="1179841"/>
                </a:lnTo>
                <a:close/>
                <a:moveTo>
                  <a:pt x="358778" y="913273"/>
                </a:moveTo>
                <a:lnTo>
                  <a:pt x="358881" y="913509"/>
                </a:lnTo>
                <a:lnTo>
                  <a:pt x="358993" y="913544"/>
                </a:lnTo>
                <a:close/>
                <a:moveTo>
                  <a:pt x="317423" y="1005807"/>
                </a:moveTo>
                <a:lnTo>
                  <a:pt x="317479" y="1006505"/>
                </a:lnTo>
                <a:lnTo>
                  <a:pt x="318861" y="1008467"/>
                </a:lnTo>
                <a:lnTo>
                  <a:pt x="318721" y="1006794"/>
                </a:lnTo>
                <a:close/>
                <a:moveTo>
                  <a:pt x="500206" y="596506"/>
                </a:moveTo>
                <a:lnTo>
                  <a:pt x="501996" y="602614"/>
                </a:lnTo>
                <a:lnTo>
                  <a:pt x="503659" y="603587"/>
                </a:lnTo>
                <a:lnTo>
                  <a:pt x="503668" y="602756"/>
                </a:lnTo>
                <a:close/>
                <a:moveTo>
                  <a:pt x="430786" y="751809"/>
                </a:moveTo>
                <a:lnTo>
                  <a:pt x="430677" y="752721"/>
                </a:lnTo>
                <a:lnTo>
                  <a:pt x="431317" y="755328"/>
                </a:lnTo>
                <a:lnTo>
                  <a:pt x="431938" y="752541"/>
                </a:lnTo>
                <a:close/>
                <a:moveTo>
                  <a:pt x="491754" y="615206"/>
                </a:moveTo>
                <a:lnTo>
                  <a:pt x="492942" y="621591"/>
                </a:lnTo>
                <a:lnTo>
                  <a:pt x="493356" y="621866"/>
                </a:lnTo>
                <a:lnTo>
                  <a:pt x="493224" y="615519"/>
                </a:lnTo>
                <a:close/>
                <a:moveTo>
                  <a:pt x="581969" y="413134"/>
                </a:moveTo>
                <a:lnTo>
                  <a:pt x="582788" y="418317"/>
                </a:lnTo>
                <a:lnTo>
                  <a:pt x="591468" y="422406"/>
                </a:lnTo>
                <a:lnTo>
                  <a:pt x="584515" y="415619"/>
                </a:lnTo>
                <a:lnTo>
                  <a:pt x="582558" y="414399"/>
                </a:lnTo>
                <a:lnTo>
                  <a:pt x="583053" y="414344"/>
                </a:lnTo>
                <a:lnTo>
                  <a:pt x="583484" y="414612"/>
                </a:lnTo>
                <a:close/>
                <a:moveTo>
                  <a:pt x="397444" y="826319"/>
                </a:moveTo>
                <a:lnTo>
                  <a:pt x="397521" y="826625"/>
                </a:lnTo>
                <a:lnTo>
                  <a:pt x="397523" y="826462"/>
                </a:lnTo>
                <a:close/>
                <a:moveTo>
                  <a:pt x="392248" y="837729"/>
                </a:moveTo>
                <a:lnTo>
                  <a:pt x="391508" y="843998"/>
                </a:lnTo>
                <a:lnTo>
                  <a:pt x="394838" y="846252"/>
                </a:lnTo>
                <a:lnTo>
                  <a:pt x="394081" y="843508"/>
                </a:lnTo>
                <a:lnTo>
                  <a:pt x="392749" y="837977"/>
                </a:lnTo>
                <a:close/>
                <a:moveTo>
                  <a:pt x="254537" y="1146064"/>
                </a:moveTo>
                <a:lnTo>
                  <a:pt x="255546" y="1146957"/>
                </a:lnTo>
                <a:lnTo>
                  <a:pt x="255130" y="1146336"/>
                </a:lnTo>
                <a:close/>
                <a:moveTo>
                  <a:pt x="549234" y="486097"/>
                </a:moveTo>
                <a:lnTo>
                  <a:pt x="550287" y="489598"/>
                </a:lnTo>
                <a:lnTo>
                  <a:pt x="552061" y="494732"/>
                </a:lnTo>
                <a:lnTo>
                  <a:pt x="557305" y="498727"/>
                </a:lnTo>
                <a:lnTo>
                  <a:pt x="558287" y="493710"/>
                </a:lnTo>
                <a:close/>
                <a:moveTo>
                  <a:pt x="303154" y="1037029"/>
                </a:moveTo>
                <a:lnTo>
                  <a:pt x="304411" y="1042842"/>
                </a:lnTo>
                <a:lnTo>
                  <a:pt x="304096" y="1039079"/>
                </a:lnTo>
                <a:close/>
                <a:moveTo>
                  <a:pt x="355409" y="919951"/>
                </a:moveTo>
                <a:lnTo>
                  <a:pt x="357408" y="927993"/>
                </a:lnTo>
                <a:lnTo>
                  <a:pt x="358820" y="930087"/>
                </a:lnTo>
                <a:lnTo>
                  <a:pt x="355497" y="920026"/>
                </a:lnTo>
                <a:close/>
                <a:moveTo>
                  <a:pt x="277583" y="1094212"/>
                </a:moveTo>
                <a:lnTo>
                  <a:pt x="280014" y="1097820"/>
                </a:lnTo>
                <a:lnTo>
                  <a:pt x="279719" y="1095975"/>
                </a:lnTo>
                <a:lnTo>
                  <a:pt x="279447" y="1095508"/>
                </a:lnTo>
                <a:close/>
                <a:moveTo>
                  <a:pt x="372576" y="881494"/>
                </a:moveTo>
                <a:lnTo>
                  <a:pt x="372432" y="884207"/>
                </a:lnTo>
                <a:lnTo>
                  <a:pt x="374243" y="888227"/>
                </a:lnTo>
                <a:lnTo>
                  <a:pt x="376251" y="888926"/>
                </a:lnTo>
                <a:lnTo>
                  <a:pt x="376266" y="888837"/>
                </a:lnTo>
                <a:lnTo>
                  <a:pt x="376066" y="888202"/>
                </a:lnTo>
                <a:lnTo>
                  <a:pt x="375821" y="887164"/>
                </a:lnTo>
                <a:close/>
                <a:moveTo>
                  <a:pt x="281426" y="1085521"/>
                </a:moveTo>
                <a:lnTo>
                  <a:pt x="282983" y="1094154"/>
                </a:lnTo>
                <a:lnTo>
                  <a:pt x="290147" y="1100837"/>
                </a:lnTo>
                <a:lnTo>
                  <a:pt x="286236" y="1092328"/>
                </a:lnTo>
                <a:lnTo>
                  <a:pt x="284557" y="1088539"/>
                </a:lnTo>
                <a:lnTo>
                  <a:pt x="284404" y="1088246"/>
                </a:lnTo>
                <a:close/>
                <a:moveTo>
                  <a:pt x="357855" y="914344"/>
                </a:moveTo>
                <a:lnTo>
                  <a:pt x="359066" y="918033"/>
                </a:lnTo>
                <a:lnTo>
                  <a:pt x="359068" y="917107"/>
                </a:lnTo>
                <a:lnTo>
                  <a:pt x="357862" y="914346"/>
                </a:lnTo>
                <a:close/>
                <a:moveTo>
                  <a:pt x="477371" y="646659"/>
                </a:moveTo>
                <a:lnTo>
                  <a:pt x="477788" y="651646"/>
                </a:lnTo>
                <a:lnTo>
                  <a:pt x="478119" y="651820"/>
                </a:lnTo>
                <a:lnTo>
                  <a:pt x="477818" y="646998"/>
                </a:lnTo>
                <a:close/>
                <a:moveTo>
                  <a:pt x="361446" y="906218"/>
                </a:moveTo>
                <a:lnTo>
                  <a:pt x="361447" y="906246"/>
                </a:lnTo>
                <a:lnTo>
                  <a:pt x="361535" y="906358"/>
                </a:lnTo>
                <a:close/>
                <a:moveTo>
                  <a:pt x="396653" y="827348"/>
                </a:moveTo>
                <a:lnTo>
                  <a:pt x="396819" y="832179"/>
                </a:lnTo>
                <a:lnTo>
                  <a:pt x="397401" y="833437"/>
                </a:lnTo>
                <a:lnTo>
                  <a:pt x="397479" y="829021"/>
                </a:lnTo>
                <a:lnTo>
                  <a:pt x="397298" y="828302"/>
                </a:lnTo>
                <a:close/>
                <a:moveTo>
                  <a:pt x="308280" y="1025203"/>
                </a:moveTo>
                <a:lnTo>
                  <a:pt x="308349" y="1025555"/>
                </a:lnTo>
                <a:lnTo>
                  <a:pt x="308365" y="1025250"/>
                </a:lnTo>
                <a:close/>
                <a:moveTo>
                  <a:pt x="428343" y="756355"/>
                </a:moveTo>
                <a:lnTo>
                  <a:pt x="426607" y="763058"/>
                </a:lnTo>
                <a:lnTo>
                  <a:pt x="426974" y="764535"/>
                </a:lnTo>
                <a:lnTo>
                  <a:pt x="427975" y="766343"/>
                </a:lnTo>
                <a:lnTo>
                  <a:pt x="428752" y="759758"/>
                </a:lnTo>
                <a:lnTo>
                  <a:pt x="428940" y="758572"/>
                </a:lnTo>
                <a:close/>
                <a:moveTo>
                  <a:pt x="493237" y="610985"/>
                </a:moveTo>
                <a:lnTo>
                  <a:pt x="493244" y="611278"/>
                </a:lnTo>
                <a:lnTo>
                  <a:pt x="494658" y="612215"/>
                </a:lnTo>
                <a:lnTo>
                  <a:pt x="494359" y="611193"/>
                </a:lnTo>
                <a:lnTo>
                  <a:pt x="493590" y="611029"/>
                </a:lnTo>
                <a:lnTo>
                  <a:pt x="493517" y="611019"/>
                </a:lnTo>
                <a:close/>
                <a:moveTo>
                  <a:pt x="345137" y="942586"/>
                </a:moveTo>
                <a:lnTo>
                  <a:pt x="347516" y="948179"/>
                </a:lnTo>
                <a:lnTo>
                  <a:pt x="347476" y="946367"/>
                </a:lnTo>
                <a:close/>
                <a:moveTo>
                  <a:pt x="392394" y="836500"/>
                </a:moveTo>
                <a:lnTo>
                  <a:pt x="392289" y="837387"/>
                </a:lnTo>
                <a:lnTo>
                  <a:pt x="392649" y="837560"/>
                </a:lnTo>
                <a:close/>
                <a:moveTo>
                  <a:pt x="318855" y="1000990"/>
                </a:moveTo>
                <a:lnTo>
                  <a:pt x="319280" y="1006078"/>
                </a:lnTo>
                <a:lnTo>
                  <a:pt x="321081" y="1007446"/>
                </a:lnTo>
                <a:close/>
                <a:moveTo>
                  <a:pt x="382098" y="859357"/>
                </a:moveTo>
                <a:lnTo>
                  <a:pt x="382240" y="860488"/>
                </a:lnTo>
                <a:lnTo>
                  <a:pt x="382253" y="860550"/>
                </a:lnTo>
                <a:lnTo>
                  <a:pt x="383550" y="862039"/>
                </a:lnTo>
                <a:lnTo>
                  <a:pt x="383124" y="859864"/>
                </a:lnTo>
                <a:lnTo>
                  <a:pt x="382898" y="859736"/>
                </a:lnTo>
                <a:close/>
                <a:moveTo>
                  <a:pt x="308199" y="1024785"/>
                </a:moveTo>
                <a:lnTo>
                  <a:pt x="308205" y="1024812"/>
                </a:lnTo>
                <a:lnTo>
                  <a:pt x="308225" y="1024824"/>
                </a:lnTo>
                <a:close/>
                <a:moveTo>
                  <a:pt x="355213" y="919164"/>
                </a:moveTo>
                <a:lnTo>
                  <a:pt x="355289" y="919470"/>
                </a:lnTo>
                <a:lnTo>
                  <a:pt x="355323" y="919499"/>
                </a:lnTo>
                <a:close/>
                <a:moveTo>
                  <a:pt x="439556" y="730194"/>
                </a:moveTo>
                <a:lnTo>
                  <a:pt x="439145" y="733101"/>
                </a:lnTo>
                <a:lnTo>
                  <a:pt x="440593" y="735835"/>
                </a:lnTo>
                <a:lnTo>
                  <a:pt x="440696" y="732041"/>
                </a:lnTo>
                <a:lnTo>
                  <a:pt x="440224" y="730587"/>
                </a:lnTo>
                <a:close/>
                <a:moveTo>
                  <a:pt x="253566" y="1146600"/>
                </a:moveTo>
                <a:lnTo>
                  <a:pt x="253717" y="1147350"/>
                </a:lnTo>
                <a:lnTo>
                  <a:pt x="258730" y="1162536"/>
                </a:lnTo>
                <a:lnTo>
                  <a:pt x="264623" y="1167532"/>
                </a:lnTo>
                <a:lnTo>
                  <a:pt x="263491" y="1162596"/>
                </a:lnTo>
                <a:lnTo>
                  <a:pt x="260307" y="1154068"/>
                </a:lnTo>
                <a:lnTo>
                  <a:pt x="258423" y="1151254"/>
                </a:lnTo>
                <a:lnTo>
                  <a:pt x="258339" y="1151179"/>
                </a:lnTo>
                <a:close/>
                <a:moveTo>
                  <a:pt x="579335" y="417137"/>
                </a:moveTo>
                <a:lnTo>
                  <a:pt x="581222" y="432894"/>
                </a:lnTo>
                <a:lnTo>
                  <a:pt x="583183" y="434871"/>
                </a:lnTo>
                <a:lnTo>
                  <a:pt x="580467" y="417669"/>
                </a:lnTo>
                <a:close/>
                <a:moveTo>
                  <a:pt x="429068" y="753559"/>
                </a:moveTo>
                <a:lnTo>
                  <a:pt x="428397" y="756145"/>
                </a:lnTo>
                <a:lnTo>
                  <a:pt x="428981" y="758313"/>
                </a:lnTo>
                <a:lnTo>
                  <a:pt x="429475" y="755219"/>
                </a:lnTo>
                <a:close/>
                <a:moveTo>
                  <a:pt x="492701" y="610918"/>
                </a:moveTo>
                <a:lnTo>
                  <a:pt x="493133" y="611205"/>
                </a:lnTo>
                <a:lnTo>
                  <a:pt x="493128" y="610971"/>
                </a:lnTo>
                <a:close/>
                <a:moveTo>
                  <a:pt x="525102" y="538313"/>
                </a:moveTo>
                <a:lnTo>
                  <a:pt x="525089" y="547152"/>
                </a:lnTo>
                <a:lnTo>
                  <a:pt x="526763" y="548519"/>
                </a:lnTo>
                <a:lnTo>
                  <a:pt x="528362" y="542160"/>
                </a:lnTo>
                <a:lnTo>
                  <a:pt x="527661" y="539840"/>
                </a:lnTo>
                <a:close/>
                <a:moveTo>
                  <a:pt x="518943" y="551927"/>
                </a:moveTo>
                <a:lnTo>
                  <a:pt x="519071" y="557547"/>
                </a:lnTo>
                <a:lnTo>
                  <a:pt x="519258" y="562703"/>
                </a:lnTo>
                <a:lnTo>
                  <a:pt x="522233" y="563817"/>
                </a:lnTo>
                <a:lnTo>
                  <a:pt x="522233" y="563790"/>
                </a:lnTo>
                <a:lnTo>
                  <a:pt x="521652" y="555701"/>
                </a:lnTo>
                <a:lnTo>
                  <a:pt x="520771" y="552454"/>
                </a:lnTo>
                <a:close/>
                <a:moveTo>
                  <a:pt x="188484" y="1291865"/>
                </a:moveTo>
                <a:lnTo>
                  <a:pt x="191158" y="1298869"/>
                </a:lnTo>
                <a:lnTo>
                  <a:pt x="199801" y="1310229"/>
                </a:lnTo>
                <a:lnTo>
                  <a:pt x="221644" y="1336679"/>
                </a:lnTo>
                <a:lnTo>
                  <a:pt x="219753" y="1331727"/>
                </a:lnTo>
                <a:lnTo>
                  <a:pt x="217533" y="1329647"/>
                </a:lnTo>
                <a:lnTo>
                  <a:pt x="217461" y="1329166"/>
                </a:lnTo>
                <a:lnTo>
                  <a:pt x="219508" y="1331084"/>
                </a:lnTo>
                <a:lnTo>
                  <a:pt x="218584" y="1328664"/>
                </a:lnTo>
                <a:lnTo>
                  <a:pt x="214077" y="1323824"/>
                </a:lnTo>
                <a:lnTo>
                  <a:pt x="194519" y="1302243"/>
                </a:lnTo>
                <a:lnTo>
                  <a:pt x="194502" y="1302010"/>
                </a:lnTo>
                <a:lnTo>
                  <a:pt x="205326" y="1313954"/>
                </a:lnTo>
                <a:lnTo>
                  <a:pt x="218278" y="1327864"/>
                </a:lnTo>
                <a:lnTo>
                  <a:pt x="216463" y="1323111"/>
                </a:lnTo>
                <a:close/>
                <a:moveTo>
                  <a:pt x="439687" y="729268"/>
                </a:moveTo>
                <a:lnTo>
                  <a:pt x="439561" y="730156"/>
                </a:lnTo>
                <a:lnTo>
                  <a:pt x="439872" y="730114"/>
                </a:lnTo>
                <a:lnTo>
                  <a:pt x="440118" y="730259"/>
                </a:lnTo>
                <a:lnTo>
                  <a:pt x="439811" y="729313"/>
                </a:lnTo>
                <a:close/>
                <a:moveTo>
                  <a:pt x="472380" y="656038"/>
                </a:moveTo>
                <a:lnTo>
                  <a:pt x="472118" y="656883"/>
                </a:lnTo>
                <a:lnTo>
                  <a:pt x="472542" y="656922"/>
                </a:lnTo>
                <a:close/>
                <a:moveTo>
                  <a:pt x="308030" y="1023909"/>
                </a:moveTo>
                <a:lnTo>
                  <a:pt x="308058" y="1024060"/>
                </a:lnTo>
                <a:lnTo>
                  <a:pt x="308400" y="1024580"/>
                </a:lnTo>
                <a:lnTo>
                  <a:pt x="308405" y="1024491"/>
                </a:lnTo>
                <a:close/>
                <a:moveTo>
                  <a:pt x="396591" y="825479"/>
                </a:moveTo>
                <a:lnTo>
                  <a:pt x="396643" y="826997"/>
                </a:lnTo>
                <a:lnTo>
                  <a:pt x="397165" y="827768"/>
                </a:lnTo>
                <a:close/>
                <a:moveTo>
                  <a:pt x="472794" y="654703"/>
                </a:moveTo>
                <a:lnTo>
                  <a:pt x="472457" y="655789"/>
                </a:lnTo>
                <a:lnTo>
                  <a:pt x="472665" y="656934"/>
                </a:lnTo>
                <a:lnTo>
                  <a:pt x="474230" y="657080"/>
                </a:lnTo>
                <a:lnTo>
                  <a:pt x="474205" y="655401"/>
                </a:lnTo>
                <a:close/>
                <a:moveTo>
                  <a:pt x="433978" y="741530"/>
                </a:moveTo>
                <a:lnTo>
                  <a:pt x="434195" y="742403"/>
                </a:lnTo>
                <a:lnTo>
                  <a:pt x="434350" y="741707"/>
                </a:lnTo>
                <a:close/>
                <a:moveTo>
                  <a:pt x="460730" y="681597"/>
                </a:moveTo>
                <a:lnTo>
                  <a:pt x="460826" y="682745"/>
                </a:lnTo>
                <a:lnTo>
                  <a:pt x="461066" y="681970"/>
                </a:lnTo>
                <a:close/>
                <a:moveTo>
                  <a:pt x="571618" y="433144"/>
                </a:moveTo>
                <a:lnTo>
                  <a:pt x="570060" y="442275"/>
                </a:lnTo>
                <a:lnTo>
                  <a:pt x="571813" y="433317"/>
                </a:lnTo>
                <a:close/>
                <a:moveTo>
                  <a:pt x="574565" y="426430"/>
                </a:moveTo>
                <a:lnTo>
                  <a:pt x="573082" y="434009"/>
                </a:lnTo>
                <a:lnTo>
                  <a:pt x="582000" y="442100"/>
                </a:lnTo>
                <a:lnTo>
                  <a:pt x="580887" y="432805"/>
                </a:lnTo>
                <a:close/>
                <a:moveTo>
                  <a:pt x="518922" y="551013"/>
                </a:moveTo>
                <a:lnTo>
                  <a:pt x="518935" y="551604"/>
                </a:lnTo>
                <a:lnTo>
                  <a:pt x="520678" y="552107"/>
                </a:lnTo>
                <a:lnTo>
                  <a:pt x="520646" y="551991"/>
                </a:lnTo>
                <a:close/>
                <a:moveTo>
                  <a:pt x="473224" y="653314"/>
                </a:moveTo>
                <a:lnTo>
                  <a:pt x="472960" y="654166"/>
                </a:lnTo>
                <a:lnTo>
                  <a:pt x="474195" y="654776"/>
                </a:lnTo>
                <a:lnTo>
                  <a:pt x="474196" y="654748"/>
                </a:lnTo>
                <a:close/>
                <a:moveTo>
                  <a:pt x="441829" y="723447"/>
                </a:moveTo>
                <a:lnTo>
                  <a:pt x="441718" y="727536"/>
                </a:lnTo>
                <a:lnTo>
                  <a:pt x="442425" y="728688"/>
                </a:lnTo>
                <a:lnTo>
                  <a:pt x="444371" y="729381"/>
                </a:lnTo>
                <a:lnTo>
                  <a:pt x="444843" y="725911"/>
                </a:lnTo>
                <a:close/>
                <a:moveTo>
                  <a:pt x="261970" y="1126048"/>
                </a:moveTo>
                <a:lnTo>
                  <a:pt x="264265" y="1128957"/>
                </a:lnTo>
                <a:lnTo>
                  <a:pt x="264146" y="1128470"/>
                </a:lnTo>
                <a:lnTo>
                  <a:pt x="262141" y="1126184"/>
                </a:lnTo>
                <a:close/>
                <a:moveTo>
                  <a:pt x="404657" y="806371"/>
                </a:moveTo>
                <a:lnTo>
                  <a:pt x="404650" y="811076"/>
                </a:lnTo>
                <a:lnTo>
                  <a:pt x="405025" y="815546"/>
                </a:lnTo>
                <a:lnTo>
                  <a:pt x="406101" y="818640"/>
                </a:lnTo>
                <a:lnTo>
                  <a:pt x="407058" y="814947"/>
                </a:lnTo>
                <a:lnTo>
                  <a:pt x="405636" y="808402"/>
                </a:lnTo>
                <a:close/>
                <a:moveTo>
                  <a:pt x="344730" y="940492"/>
                </a:moveTo>
                <a:lnTo>
                  <a:pt x="347445" y="944954"/>
                </a:lnTo>
                <a:lnTo>
                  <a:pt x="347413" y="943541"/>
                </a:lnTo>
                <a:lnTo>
                  <a:pt x="345530" y="940524"/>
                </a:lnTo>
                <a:close/>
                <a:moveTo>
                  <a:pt x="511198" y="567709"/>
                </a:moveTo>
                <a:lnTo>
                  <a:pt x="511306" y="568730"/>
                </a:lnTo>
                <a:lnTo>
                  <a:pt x="511811" y="569052"/>
                </a:lnTo>
                <a:lnTo>
                  <a:pt x="511809" y="569029"/>
                </a:lnTo>
                <a:close/>
                <a:moveTo>
                  <a:pt x="514124" y="561044"/>
                </a:moveTo>
                <a:lnTo>
                  <a:pt x="514939" y="562802"/>
                </a:lnTo>
                <a:lnTo>
                  <a:pt x="517123" y="564193"/>
                </a:lnTo>
                <a:lnTo>
                  <a:pt x="519099" y="565813"/>
                </a:lnTo>
                <a:lnTo>
                  <a:pt x="519034" y="562919"/>
                </a:lnTo>
                <a:lnTo>
                  <a:pt x="516742" y="562026"/>
                </a:lnTo>
                <a:close/>
                <a:moveTo>
                  <a:pt x="571248" y="432813"/>
                </a:moveTo>
                <a:lnTo>
                  <a:pt x="567093" y="454064"/>
                </a:lnTo>
                <a:lnTo>
                  <a:pt x="567706" y="454307"/>
                </a:lnTo>
                <a:lnTo>
                  <a:pt x="568777" y="448832"/>
                </a:lnTo>
                <a:lnTo>
                  <a:pt x="571477" y="433019"/>
                </a:lnTo>
                <a:close/>
                <a:moveTo>
                  <a:pt x="496597" y="599963"/>
                </a:moveTo>
                <a:lnTo>
                  <a:pt x="498373" y="603169"/>
                </a:lnTo>
                <a:lnTo>
                  <a:pt x="498217" y="600942"/>
                </a:lnTo>
                <a:close/>
                <a:moveTo>
                  <a:pt x="272902" y="1100736"/>
                </a:moveTo>
                <a:lnTo>
                  <a:pt x="273352" y="1103994"/>
                </a:lnTo>
                <a:lnTo>
                  <a:pt x="281059" y="1117225"/>
                </a:lnTo>
                <a:lnTo>
                  <a:pt x="284313" y="1122121"/>
                </a:lnTo>
                <a:lnTo>
                  <a:pt x="283753" y="1119380"/>
                </a:lnTo>
                <a:lnTo>
                  <a:pt x="278854" y="1112838"/>
                </a:lnTo>
                <a:lnTo>
                  <a:pt x="278906" y="1112388"/>
                </a:lnTo>
                <a:lnTo>
                  <a:pt x="283606" y="1118663"/>
                </a:lnTo>
                <a:lnTo>
                  <a:pt x="283342" y="1117367"/>
                </a:lnTo>
                <a:lnTo>
                  <a:pt x="279915" y="1106941"/>
                </a:lnTo>
                <a:close/>
                <a:moveTo>
                  <a:pt x="491161" y="612013"/>
                </a:moveTo>
                <a:lnTo>
                  <a:pt x="491467" y="613659"/>
                </a:lnTo>
                <a:lnTo>
                  <a:pt x="493198" y="614262"/>
                </a:lnTo>
                <a:lnTo>
                  <a:pt x="493179" y="613351"/>
                </a:lnTo>
                <a:close/>
                <a:moveTo>
                  <a:pt x="283346" y="1077261"/>
                </a:moveTo>
                <a:lnTo>
                  <a:pt x="286734" y="1081446"/>
                </a:lnTo>
                <a:lnTo>
                  <a:pt x="288127" y="1082833"/>
                </a:lnTo>
                <a:lnTo>
                  <a:pt x="287162" y="1081046"/>
                </a:lnTo>
                <a:lnTo>
                  <a:pt x="286657" y="1080251"/>
                </a:lnTo>
                <a:close/>
                <a:moveTo>
                  <a:pt x="381963" y="856394"/>
                </a:moveTo>
                <a:lnTo>
                  <a:pt x="381826" y="857188"/>
                </a:lnTo>
                <a:lnTo>
                  <a:pt x="381972" y="858353"/>
                </a:lnTo>
                <a:lnTo>
                  <a:pt x="382768" y="858729"/>
                </a:lnTo>
                <a:close/>
                <a:moveTo>
                  <a:pt x="518893" y="549759"/>
                </a:moveTo>
                <a:lnTo>
                  <a:pt x="518919" y="550888"/>
                </a:lnTo>
                <a:lnTo>
                  <a:pt x="520607" y="551844"/>
                </a:lnTo>
                <a:lnTo>
                  <a:pt x="520364" y="550953"/>
                </a:lnTo>
                <a:close/>
                <a:moveTo>
                  <a:pt x="197675" y="1268965"/>
                </a:moveTo>
                <a:lnTo>
                  <a:pt x="198697" y="1271642"/>
                </a:lnTo>
                <a:lnTo>
                  <a:pt x="216203" y="1282575"/>
                </a:lnTo>
                <a:lnTo>
                  <a:pt x="215266" y="1280832"/>
                </a:lnTo>
                <a:close/>
                <a:moveTo>
                  <a:pt x="430800" y="746871"/>
                </a:moveTo>
                <a:lnTo>
                  <a:pt x="430277" y="748887"/>
                </a:lnTo>
                <a:lnTo>
                  <a:pt x="430460" y="749004"/>
                </a:lnTo>
                <a:close/>
                <a:moveTo>
                  <a:pt x="493156" y="607091"/>
                </a:moveTo>
                <a:lnTo>
                  <a:pt x="493229" y="610559"/>
                </a:lnTo>
                <a:lnTo>
                  <a:pt x="494231" y="610760"/>
                </a:lnTo>
                <a:close/>
                <a:moveTo>
                  <a:pt x="372843" y="876361"/>
                </a:moveTo>
                <a:lnTo>
                  <a:pt x="372622" y="880577"/>
                </a:lnTo>
                <a:lnTo>
                  <a:pt x="375421" y="885468"/>
                </a:lnTo>
                <a:lnTo>
                  <a:pt x="373545" y="877513"/>
                </a:lnTo>
                <a:close/>
                <a:moveTo>
                  <a:pt x="441878" y="721646"/>
                </a:moveTo>
                <a:lnTo>
                  <a:pt x="441864" y="722147"/>
                </a:lnTo>
                <a:lnTo>
                  <a:pt x="442636" y="722778"/>
                </a:lnTo>
                <a:close/>
                <a:moveTo>
                  <a:pt x="475533" y="645857"/>
                </a:moveTo>
                <a:lnTo>
                  <a:pt x="475493" y="645989"/>
                </a:lnTo>
                <a:lnTo>
                  <a:pt x="475630" y="649703"/>
                </a:lnTo>
                <a:lnTo>
                  <a:pt x="475877" y="649965"/>
                </a:lnTo>
                <a:close/>
                <a:moveTo>
                  <a:pt x="381672" y="855957"/>
                </a:moveTo>
                <a:lnTo>
                  <a:pt x="381747" y="856560"/>
                </a:lnTo>
                <a:lnTo>
                  <a:pt x="381829" y="856087"/>
                </a:lnTo>
                <a:close/>
                <a:moveTo>
                  <a:pt x="365295" y="892549"/>
                </a:moveTo>
                <a:lnTo>
                  <a:pt x="366197" y="896414"/>
                </a:lnTo>
                <a:lnTo>
                  <a:pt x="366320" y="894078"/>
                </a:lnTo>
                <a:close/>
                <a:moveTo>
                  <a:pt x="449925" y="702958"/>
                </a:moveTo>
                <a:lnTo>
                  <a:pt x="450359" y="705486"/>
                </a:lnTo>
                <a:lnTo>
                  <a:pt x="450453" y="705592"/>
                </a:lnTo>
                <a:lnTo>
                  <a:pt x="453257" y="707180"/>
                </a:lnTo>
                <a:lnTo>
                  <a:pt x="454004" y="704767"/>
                </a:lnTo>
                <a:lnTo>
                  <a:pt x="450850" y="703268"/>
                </a:lnTo>
                <a:close/>
                <a:moveTo>
                  <a:pt x="438335" y="728787"/>
                </a:moveTo>
                <a:lnTo>
                  <a:pt x="437414" y="733876"/>
                </a:lnTo>
                <a:lnTo>
                  <a:pt x="438338" y="736416"/>
                </a:lnTo>
                <a:lnTo>
                  <a:pt x="438806" y="733114"/>
                </a:lnTo>
                <a:lnTo>
                  <a:pt x="438526" y="732585"/>
                </a:lnTo>
                <a:lnTo>
                  <a:pt x="438645" y="732159"/>
                </a:lnTo>
                <a:lnTo>
                  <a:pt x="438879" y="732599"/>
                </a:lnTo>
                <a:lnTo>
                  <a:pt x="439367" y="729154"/>
                </a:lnTo>
                <a:close/>
                <a:moveTo>
                  <a:pt x="302429" y="1032907"/>
                </a:moveTo>
                <a:lnTo>
                  <a:pt x="302733" y="1035069"/>
                </a:lnTo>
                <a:lnTo>
                  <a:pt x="303990" y="1037805"/>
                </a:lnTo>
                <a:lnTo>
                  <a:pt x="303668" y="1033955"/>
                </a:lnTo>
                <a:close/>
                <a:moveTo>
                  <a:pt x="404660" y="803913"/>
                </a:moveTo>
                <a:lnTo>
                  <a:pt x="404659" y="805291"/>
                </a:lnTo>
                <a:lnTo>
                  <a:pt x="405210" y="806443"/>
                </a:lnTo>
                <a:close/>
                <a:moveTo>
                  <a:pt x="372921" y="874869"/>
                </a:moveTo>
                <a:lnTo>
                  <a:pt x="372910" y="875081"/>
                </a:lnTo>
                <a:lnTo>
                  <a:pt x="373008" y="875237"/>
                </a:lnTo>
                <a:close/>
                <a:moveTo>
                  <a:pt x="337113" y="955005"/>
                </a:moveTo>
                <a:lnTo>
                  <a:pt x="338768" y="960036"/>
                </a:lnTo>
                <a:lnTo>
                  <a:pt x="339890" y="962583"/>
                </a:lnTo>
                <a:lnTo>
                  <a:pt x="340461" y="962856"/>
                </a:lnTo>
                <a:lnTo>
                  <a:pt x="340465" y="960426"/>
                </a:lnTo>
                <a:lnTo>
                  <a:pt x="340028" y="958696"/>
                </a:lnTo>
                <a:close/>
                <a:moveTo>
                  <a:pt x="393255" y="829210"/>
                </a:moveTo>
                <a:lnTo>
                  <a:pt x="392427" y="836220"/>
                </a:lnTo>
                <a:lnTo>
                  <a:pt x="392819" y="837641"/>
                </a:lnTo>
                <a:lnTo>
                  <a:pt x="395694" y="839016"/>
                </a:lnTo>
                <a:close/>
                <a:moveTo>
                  <a:pt x="304207" y="1028481"/>
                </a:moveTo>
                <a:lnTo>
                  <a:pt x="304957" y="1034536"/>
                </a:lnTo>
                <a:lnTo>
                  <a:pt x="307754" y="1036899"/>
                </a:lnTo>
                <a:lnTo>
                  <a:pt x="307754" y="1036894"/>
                </a:lnTo>
                <a:lnTo>
                  <a:pt x="307896" y="1034178"/>
                </a:lnTo>
                <a:close/>
                <a:moveTo>
                  <a:pt x="478531" y="638056"/>
                </a:moveTo>
                <a:lnTo>
                  <a:pt x="478957" y="644896"/>
                </a:lnTo>
                <a:lnTo>
                  <a:pt x="479423" y="644789"/>
                </a:lnTo>
                <a:lnTo>
                  <a:pt x="481003" y="645533"/>
                </a:lnTo>
                <a:lnTo>
                  <a:pt x="480916" y="643008"/>
                </a:lnTo>
                <a:close/>
                <a:moveTo>
                  <a:pt x="488908" y="614598"/>
                </a:moveTo>
                <a:lnTo>
                  <a:pt x="489072" y="619026"/>
                </a:lnTo>
                <a:lnTo>
                  <a:pt x="492635" y="621388"/>
                </a:lnTo>
                <a:lnTo>
                  <a:pt x="492617" y="621299"/>
                </a:lnTo>
                <a:lnTo>
                  <a:pt x="491560" y="615164"/>
                </a:lnTo>
                <a:close/>
                <a:moveTo>
                  <a:pt x="282871" y="1075919"/>
                </a:moveTo>
                <a:lnTo>
                  <a:pt x="285302" y="1078115"/>
                </a:lnTo>
                <a:lnTo>
                  <a:pt x="284964" y="1077555"/>
                </a:lnTo>
                <a:close/>
                <a:moveTo>
                  <a:pt x="440649" y="722482"/>
                </a:moveTo>
                <a:lnTo>
                  <a:pt x="440420" y="724094"/>
                </a:lnTo>
                <a:lnTo>
                  <a:pt x="440874" y="725496"/>
                </a:lnTo>
                <a:lnTo>
                  <a:pt x="440950" y="722728"/>
                </a:lnTo>
                <a:close/>
                <a:moveTo>
                  <a:pt x="477389" y="640122"/>
                </a:moveTo>
                <a:lnTo>
                  <a:pt x="476929" y="641379"/>
                </a:lnTo>
                <a:lnTo>
                  <a:pt x="477254" y="645268"/>
                </a:lnTo>
                <a:lnTo>
                  <a:pt x="477729" y="645578"/>
                </a:lnTo>
                <a:close/>
                <a:moveTo>
                  <a:pt x="252816" y="1142881"/>
                </a:moveTo>
                <a:lnTo>
                  <a:pt x="253224" y="1144903"/>
                </a:lnTo>
                <a:lnTo>
                  <a:pt x="253955" y="1145550"/>
                </a:lnTo>
                <a:lnTo>
                  <a:pt x="254891" y="1145978"/>
                </a:lnTo>
                <a:close/>
                <a:moveTo>
                  <a:pt x="432379" y="740771"/>
                </a:moveTo>
                <a:lnTo>
                  <a:pt x="431880" y="742698"/>
                </a:lnTo>
                <a:lnTo>
                  <a:pt x="431808" y="743154"/>
                </a:lnTo>
                <a:lnTo>
                  <a:pt x="431071" y="749392"/>
                </a:lnTo>
                <a:lnTo>
                  <a:pt x="432444" y="750267"/>
                </a:lnTo>
                <a:lnTo>
                  <a:pt x="434030" y="743146"/>
                </a:lnTo>
                <a:lnTo>
                  <a:pt x="433581" y="741342"/>
                </a:lnTo>
                <a:close/>
                <a:moveTo>
                  <a:pt x="525494" y="532161"/>
                </a:moveTo>
                <a:lnTo>
                  <a:pt x="527751" y="539632"/>
                </a:lnTo>
                <a:lnTo>
                  <a:pt x="528844" y="540251"/>
                </a:lnTo>
                <a:lnTo>
                  <a:pt x="529066" y="539370"/>
                </a:lnTo>
                <a:lnTo>
                  <a:pt x="529291" y="539196"/>
                </a:lnTo>
                <a:lnTo>
                  <a:pt x="529002" y="540341"/>
                </a:lnTo>
                <a:lnTo>
                  <a:pt x="529425" y="540581"/>
                </a:lnTo>
                <a:lnTo>
                  <a:pt x="530162" y="536320"/>
                </a:lnTo>
                <a:lnTo>
                  <a:pt x="525936" y="532315"/>
                </a:lnTo>
                <a:close/>
                <a:moveTo>
                  <a:pt x="438803" y="726209"/>
                </a:moveTo>
                <a:lnTo>
                  <a:pt x="438600" y="727326"/>
                </a:lnTo>
                <a:lnTo>
                  <a:pt x="439240" y="727554"/>
                </a:lnTo>
                <a:close/>
                <a:moveTo>
                  <a:pt x="355033" y="913339"/>
                </a:moveTo>
                <a:lnTo>
                  <a:pt x="359061" y="922105"/>
                </a:lnTo>
                <a:lnTo>
                  <a:pt x="359065" y="919103"/>
                </a:lnTo>
                <a:lnTo>
                  <a:pt x="357457" y="914202"/>
                </a:lnTo>
                <a:close/>
                <a:moveTo>
                  <a:pt x="488871" y="613589"/>
                </a:moveTo>
                <a:lnTo>
                  <a:pt x="488884" y="613947"/>
                </a:lnTo>
                <a:lnTo>
                  <a:pt x="491272" y="614424"/>
                </a:lnTo>
                <a:close/>
                <a:moveTo>
                  <a:pt x="373236" y="872515"/>
                </a:moveTo>
                <a:lnTo>
                  <a:pt x="373869" y="875194"/>
                </a:lnTo>
                <a:lnTo>
                  <a:pt x="374753" y="878002"/>
                </a:lnTo>
                <a:lnTo>
                  <a:pt x="377337" y="882100"/>
                </a:lnTo>
                <a:lnTo>
                  <a:pt x="377450" y="881447"/>
                </a:lnTo>
                <a:lnTo>
                  <a:pt x="377185" y="880670"/>
                </a:lnTo>
                <a:lnTo>
                  <a:pt x="377295" y="880357"/>
                </a:lnTo>
                <a:lnTo>
                  <a:pt x="377523" y="881026"/>
                </a:lnTo>
                <a:lnTo>
                  <a:pt x="378095" y="877712"/>
                </a:lnTo>
                <a:close/>
                <a:moveTo>
                  <a:pt x="479152" y="635299"/>
                </a:moveTo>
                <a:lnTo>
                  <a:pt x="478597" y="636815"/>
                </a:lnTo>
                <a:lnTo>
                  <a:pt x="480856" y="641251"/>
                </a:lnTo>
                <a:lnTo>
                  <a:pt x="480822" y="640288"/>
                </a:lnTo>
                <a:close/>
                <a:moveTo>
                  <a:pt x="276126" y="1089801"/>
                </a:moveTo>
                <a:lnTo>
                  <a:pt x="277007" y="1092482"/>
                </a:lnTo>
                <a:lnTo>
                  <a:pt x="278086" y="1093168"/>
                </a:lnTo>
                <a:close/>
                <a:moveTo>
                  <a:pt x="573052" y="424905"/>
                </a:moveTo>
                <a:lnTo>
                  <a:pt x="571601" y="431007"/>
                </a:lnTo>
                <a:lnTo>
                  <a:pt x="571325" y="432415"/>
                </a:lnTo>
                <a:lnTo>
                  <a:pt x="571546" y="432616"/>
                </a:lnTo>
                <a:lnTo>
                  <a:pt x="571898" y="430550"/>
                </a:lnTo>
                <a:lnTo>
                  <a:pt x="572090" y="430375"/>
                </a:lnTo>
                <a:lnTo>
                  <a:pt x="571686" y="432743"/>
                </a:lnTo>
                <a:lnTo>
                  <a:pt x="571889" y="432928"/>
                </a:lnTo>
                <a:lnTo>
                  <a:pt x="573391" y="425248"/>
                </a:lnTo>
                <a:close/>
                <a:moveTo>
                  <a:pt x="463029" y="671226"/>
                </a:moveTo>
                <a:lnTo>
                  <a:pt x="463024" y="671319"/>
                </a:lnTo>
                <a:lnTo>
                  <a:pt x="464021" y="672427"/>
                </a:lnTo>
                <a:lnTo>
                  <a:pt x="464131" y="672073"/>
                </a:lnTo>
                <a:close/>
                <a:moveTo>
                  <a:pt x="207162" y="1244133"/>
                </a:moveTo>
                <a:lnTo>
                  <a:pt x="207316" y="1244348"/>
                </a:lnTo>
                <a:lnTo>
                  <a:pt x="210292" y="1247035"/>
                </a:lnTo>
                <a:lnTo>
                  <a:pt x="209953" y="1246377"/>
                </a:lnTo>
                <a:close/>
                <a:moveTo>
                  <a:pt x="214255" y="1228145"/>
                </a:moveTo>
                <a:lnTo>
                  <a:pt x="218733" y="1241157"/>
                </a:lnTo>
                <a:lnTo>
                  <a:pt x="219522" y="1241870"/>
                </a:lnTo>
                <a:lnTo>
                  <a:pt x="227308" y="1248705"/>
                </a:lnTo>
                <a:lnTo>
                  <a:pt x="226837" y="1247274"/>
                </a:lnTo>
                <a:lnTo>
                  <a:pt x="223529" y="1239499"/>
                </a:lnTo>
                <a:close/>
                <a:moveTo>
                  <a:pt x="525110" y="532027"/>
                </a:moveTo>
                <a:lnTo>
                  <a:pt x="525101" y="538130"/>
                </a:lnTo>
                <a:lnTo>
                  <a:pt x="527566" y="539527"/>
                </a:lnTo>
                <a:lnTo>
                  <a:pt x="525324" y="532102"/>
                </a:lnTo>
                <a:close/>
                <a:moveTo>
                  <a:pt x="208797" y="1240293"/>
                </a:moveTo>
                <a:lnTo>
                  <a:pt x="211758" y="1246052"/>
                </a:lnTo>
                <a:lnTo>
                  <a:pt x="215826" y="1249322"/>
                </a:lnTo>
                <a:lnTo>
                  <a:pt x="212668" y="1242525"/>
                </a:lnTo>
                <a:close/>
                <a:moveTo>
                  <a:pt x="366166" y="887788"/>
                </a:moveTo>
                <a:lnTo>
                  <a:pt x="366556" y="889579"/>
                </a:lnTo>
                <a:lnTo>
                  <a:pt x="366640" y="887948"/>
                </a:lnTo>
                <a:close/>
                <a:moveTo>
                  <a:pt x="440961" y="720277"/>
                </a:moveTo>
                <a:lnTo>
                  <a:pt x="440817" y="721291"/>
                </a:lnTo>
                <a:lnTo>
                  <a:pt x="440985" y="721428"/>
                </a:lnTo>
                <a:lnTo>
                  <a:pt x="441014" y="720357"/>
                </a:lnTo>
                <a:close/>
                <a:moveTo>
                  <a:pt x="393622" y="826112"/>
                </a:moveTo>
                <a:lnTo>
                  <a:pt x="393506" y="827091"/>
                </a:lnTo>
                <a:lnTo>
                  <a:pt x="395395" y="834694"/>
                </a:lnTo>
                <a:lnTo>
                  <a:pt x="396482" y="838409"/>
                </a:lnTo>
                <a:lnTo>
                  <a:pt x="396254" y="831810"/>
                </a:lnTo>
                <a:close/>
                <a:moveTo>
                  <a:pt x="291622" y="1054411"/>
                </a:moveTo>
                <a:lnTo>
                  <a:pt x="291669" y="1054674"/>
                </a:lnTo>
                <a:lnTo>
                  <a:pt x="292901" y="1057061"/>
                </a:lnTo>
                <a:lnTo>
                  <a:pt x="294225" y="1059333"/>
                </a:lnTo>
                <a:lnTo>
                  <a:pt x="294233" y="1059114"/>
                </a:lnTo>
                <a:lnTo>
                  <a:pt x="297862" y="1063250"/>
                </a:lnTo>
                <a:lnTo>
                  <a:pt x="296888" y="1060859"/>
                </a:lnTo>
                <a:close/>
                <a:moveTo>
                  <a:pt x="506509" y="573216"/>
                </a:moveTo>
                <a:lnTo>
                  <a:pt x="508782" y="592205"/>
                </a:lnTo>
                <a:lnTo>
                  <a:pt x="513949" y="594322"/>
                </a:lnTo>
                <a:lnTo>
                  <a:pt x="512950" y="585990"/>
                </a:lnTo>
                <a:lnTo>
                  <a:pt x="512421" y="580992"/>
                </a:lnTo>
                <a:lnTo>
                  <a:pt x="512124" y="580780"/>
                </a:lnTo>
                <a:lnTo>
                  <a:pt x="512396" y="580768"/>
                </a:lnTo>
                <a:lnTo>
                  <a:pt x="511871" y="575819"/>
                </a:lnTo>
                <a:close/>
                <a:moveTo>
                  <a:pt x="317366" y="996672"/>
                </a:moveTo>
                <a:lnTo>
                  <a:pt x="317096" y="1001817"/>
                </a:lnTo>
                <a:lnTo>
                  <a:pt x="317322" y="1004590"/>
                </a:lnTo>
                <a:lnTo>
                  <a:pt x="318619" y="1005576"/>
                </a:lnTo>
                <a:lnTo>
                  <a:pt x="318038" y="998622"/>
                </a:lnTo>
                <a:close/>
                <a:moveTo>
                  <a:pt x="229094" y="1194238"/>
                </a:moveTo>
                <a:lnTo>
                  <a:pt x="231484" y="1197980"/>
                </a:lnTo>
                <a:lnTo>
                  <a:pt x="232529" y="1198658"/>
                </a:lnTo>
                <a:close/>
                <a:moveTo>
                  <a:pt x="348163" y="927618"/>
                </a:moveTo>
                <a:lnTo>
                  <a:pt x="348552" y="933867"/>
                </a:lnTo>
                <a:lnTo>
                  <a:pt x="351087" y="938219"/>
                </a:lnTo>
                <a:close/>
                <a:moveTo>
                  <a:pt x="528549" y="523646"/>
                </a:moveTo>
                <a:lnTo>
                  <a:pt x="531010" y="531411"/>
                </a:lnTo>
                <a:lnTo>
                  <a:pt x="531451" y="528848"/>
                </a:lnTo>
                <a:lnTo>
                  <a:pt x="531626" y="528692"/>
                </a:lnTo>
                <a:lnTo>
                  <a:pt x="531105" y="531711"/>
                </a:lnTo>
                <a:lnTo>
                  <a:pt x="531520" y="533022"/>
                </a:lnTo>
                <a:lnTo>
                  <a:pt x="541337" y="536019"/>
                </a:lnTo>
                <a:lnTo>
                  <a:pt x="532954" y="527321"/>
                </a:lnTo>
                <a:close/>
                <a:moveTo>
                  <a:pt x="433500" y="736449"/>
                </a:moveTo>
                <a:lnTo>
                  <a:pt x="433316" y="737161"/>
                </a:lnTo>
                <a:lnTo>
                  <a:pt x="433876" y="737357"/>
                </a:lnTo>
                <a:close/>
                <a:moveTo>
                  <a:pt x="441993" y="717425"/>
                </a:moveTo>
                <a:lnTo>
                  <a:pt x="441967" y="718370"/>
                </a:lnTo>
                <a:lnTo>
                  <a:pt x="445290" y="722622"/>
                </a:lnTo>
                <a:lnTo>
                  <a:pt x="445627" y="720138"/>
                </a:lnTo>
                <a:lnTo>
                  <a:pt x="445174" y="718398"/>
                </a:lnTo>
                <a:close/>
                <a:moveTo>
                  <a:pt x="239024" y="1171870"/>
                </a:moveTo>
                <a:lnTo>
                  <a:pt x="239762" y="1174874"/>
                </a:lnTo>
                <a:lnTo>
                  <a:pt x="239765" y="1174880"/>
                </a:lnTo>
                <a:lnTo>
                  <a:pt x="248480" y="1186834"/>
                </a:lnTo>
                <a:lnTo>
                  <a:pt x="243065" y="1174110"/>
                </a:lnTo>
                <a:close/>
                <a:moveTo>
                  <a:pt x="576632" y="415864"/>
                </a:moveTo>
                <a:lnTo>
                  <a:pt x="574605" y="426222"/>
                </a:lnTo>
                <a:lnTo>
                  <a:pt x="580854" y="432523"/>
                </a:lnTo>
                <a:lnTo>
                  <a:pt x="578992" y="416976"/>
                </a:lnTo>
                <a:close/>
                <a:moveTo>
                  <a:pt x="218245" y="1218324"/>
                </a:moveTo>
                <a:lnTo>
                  <a:pt x="218687" y="1219407"/>
                </a:lnTo>
                <a:lnTo>
                  <a:pt x="224186" y="1232396"/>
                </a:lnTo>
                <a:lnTo>
                  <a:pt x="226043" y="1235137"/>
                </a:lnTo>
                <a:lnTo>
                  <a:pt x="228040" y="1237192"/>
                </a:lnTo>
                <a:lnTo>
                  <a:pt x="227797" y="1236598"/>
                </a:lnTo>
                <a:lnTo>
                  <a:pt x="227879" y="1236310"/>
                </a:lnTo>
                <a:lnTo>
                  <a:pt x="228383" y="1237546"/>
                </a:lnTo>
                <a:lnTo>
                  <a:pt x="250694" y="1260502"/>
                </a:lnTo>
                <a:lnTo>
                  <a:pt x="237908" y="1244733"/>
                </a:lnTo>
                <a:lnTo>
                  <a:pt x="237903" y="1244430"/>
                </a:lnTo>
                <a:lnTo>
                  <a:pt x="251012" y="1260597"/>
                </a:lnTo>
                <a:lnTo>
                  <a:pt x="252370" y="1262226"/>
                </a:lnTo>
                <a:lnTo>
                  <a:pt x="257629" y="1267638"/>
                </a:lnTo>
                <a:lnTo>
                  <a:pt x="259739" y="1268816"/>
                </a:lnTo>
                <a:lnTo>
                  <a:pt x="259269" y="1267683"/>
                </a:lnTo>
                <a:lnTo>
                  <a:pt x="257040" y="1264955"/>
                </a:lnTo>
                <a:lnTo>
                  <a:pt x="254856" y="1263299"/>
                </a:lnTo>
                <a:lnTo>
                  <a:pt x="254805" y="1263110"/>
                </a:lnTo>
                <a:lnTo>
                  <a:pt x="256717" y="1264559"/>
                </a:lnTo>
                <a:lnTo>
                  <a:pt x="225400" y="1226215"/>
                </a:lnTo>
                <a:close/>
                <a:moveTo>
                  <a:pt x="498927" y="589676"/>
                </a:moveTo>
                <a:lnTo>
                  <a:pt x="503718" y="598324"/>
                </a:lnTo>
                <a:lnTo>
                  <a:pt x="503763" y="594390"/>
                </a:lnTo>
                <a:lnTo>
                  <a:pt x="504042" y="594044"/>
                </a:lnTo>
                <a:lnTo>
                  <a:pt x="503988" y="598811"/>
                </a:lnTo>
                <a:lnTo>
                  <a:pt x="505325" y="601224"/>
                </a:lnTo>
                <a:lnTo>
                  <a:pt x="507868" y="595275"/>
                </a:lnTo>
                <a:close/>
                <a:moveTo>
                  <a:pt x="518788" y="545144"/>
                </a:moveTo>
                <a:lnTo>
                  <a:pt x="518888" y="549548"/>
                </a:lnTo>
                <a:lnTo>
                  <a:pt x="520292" y="550686"/>
                </a:lnTo>
                <a:close/>
                <a:moveTo>
                  <a:pt x="342256" y="940394"/>
                </a:moveTo>
                <a:lnTo>
                  <a:pt x="342244" y="948648"/>
                </a:lnTo>
                <a:lnTo>
                  <a:pt x="342865" y="952093"/>
                </a:lnTo>
                <a:lnTo>
                  <a:pt x="344135" y="953781"/>
                </a:lnTo>
                <a:lnTo>
                  <a:pt x="347862" y="957758"/>
                </a:lnTo>
                <a:lnTo>
                  <a:pt x="347658" y="954481"/>
                </a:lnTo>
                <a:lnTo>
                  <a:pt x="347596" y="951699"/>
                </a:lnTo>
                <a:lnTo>
                  <a:pt x="344280" y="943911"/>
                </a:lnTo>
                <a:lnTo>
                  <a:pt x="342956" y="940422"/>
                </a:lnTo>
                <a:close/>
                <a:moveTo>
                  <a:pt x="471560" y="650858"/>
                </a:moveTo>
                <a:lnTo>
                  <a:pt x="471568" y="650904"/>
                </a:lnTo>
                <a:lnTo>
                  <a:pt x="471576" y="650883"/>
                </a:lnTo>
                <a:close/>
                <a:moveTo>
                  <a:pt x="497759" y="592089"/>
                </a:moveTo>
                <a:lnTo>
                  <a:pt x="498347" y="600475"/>
                </a:lnTo>
                <a:lnTo>
                  <a:pt x="501587" y="602374"/>
                </a:lnTo>
                <a:lnTo>
                  <a:pt x="499485" y="595206"/>
                </a:lnTo>
                <a:close/>
                <a:moveTo>
                  <a:pt x="291381" y="1054117"/>
                </a:moveTo>
                <a:lnTo>
                  <a:pt x="291382" y="1054119"/>
                </a:lnTo>
                <a:lnTo>
                  <a:pt x="291382" y="1054118"/>
                </a:lnTo>
                <a:close/>
                <a:moveTo>
                  <a:pt x="338030" y="949512"/>
                </a:moveTo>
                <a:lnTo>
                  <a:pt x="338411" y="951076"/>
                </a:lnTo>
                <a:lnTo>
                  <a:pt x="340515" y="953001"/>
                </a:lnTo>
                <a:lnTo>
                  <a:pt x="340540" y="952373"/>
                </a:lnTo>
                <a:close/>
                <a:moveTo>
                  <a:pt x="262412" y="1118819"/>
                </a:moveTo>
                <a:lnTo>
                  <a:pt x="263266" y="1122301"/>
                </a:lnTo>
                <a:lnTo>
                  <a:pt x="265138" y="1125066"/>
                </a:lnTo>
                <a:lnTo>
                  <a:pt x="264330" y="1123950"/>
                </a:lnTo>
                <a:lnTo>
                  <a:pt x="263285" y="1122378"/>
                </a:lnTo>
                <a:lnTo>
                  <a:pt x="264627" y="1127844"/>
                </a:lnTo>
                <a:lnTo>
                  <a:pt x="267806" y="1130376"/>
                </a:lnTo>
                <a:lnTo>
                  <a:pt x="266932" y="1127717"/>
                </a:lnTo>
                <a:lnTo>
                  <a:pt x="265138" y="1125066"/>
                </a:lnTo>
                <a:lnTo>
                  <a:pt x="266829" y="1127404"/>
                </a:lnTo>
                <a:lnTo>
                  <a:pt x="265221" y="1122511"/>
                </a:lnTo>
                <a:close/>
                <a:moveTo>
                  <a:pt x="439720" y="721722"/>
                </a:moveTo>
                <a:lnTo>
                  <a:pt x="439691" y="721850"/>
                </a:lnTo>
                <a:lnTo>
                  <a:pt x="440185" y="723371"/>
                </a:lnTo>
                <a:lnTo>
                  <a:pt x="440346" y="722234"/>
                </a:lnTo>
                <a:close/>
                <a:moveTo>
                  <a:pt x="483859" y="622427"/>
                </a:moveTo>
                <a:lnTo>
                  <a:pt x="481806" y="628039"/>
                </a:lnTo>
                <a:lnTo>
                  <a:pt x="484599" y="636379"/>
                </a:lnTo>
                <a:lnTo>
                  <a:pt x="487514" y="637917"/>
                </a:lnTo>
                <a:close/>
                <a:moveTo>
                  <a:pt x="506360" y="571976"/>
                </a:moveTo>
                <a:lnTo>
                  <a:pt x="506477" y="572944"/>
                </a:lnTo>
                <a:lnTo>
                  <a:pt x="511849" y="575609"/>
                </a:lnTo>
                <a:lnTo>
                  <a:pt x="511688" y="574095"/>
                </a:lnTo>
                <a:close/>
                <a:moveTo>
                  <a:pt x="361461" y="896283"/>
                </a:moveTo>
                <a:lnTo>
                  <a:pt x="361455" y="900500"/>
                </a:lnTo>
                <a:lnTo>
                  <a:pt x="361949" y="903044"/>
                </a:lnTo>
                <a:lnTo>
                  <a:pt x="365460" y="910470"/>
                </a:lnTo>
                <a:lnTo>
                  <a:pt x="365785" y="904285"/>
                </a:lnTo>
                <a:lnTo>
                  <a:pt x="364446" y="898550"/>
                </a:lnTo>
                <a:close/>
                <a:moveTo>
                  <a:pt x="258516" y="1126541"/>
                </a:moveTo>
                <a:lnTo>
                  <a:pt x="259854" y="1130124"/>
                </a:lnTo>
                <a:lnTo>
                  <a:pt x="264052" y="1133617"/>
                </a:lnTo>
                <a:lnTo>
                  <a:pt x="263921" y="1133389"/>
                </a:lnTo>
                <a:close/>
                <a:moveTo>
                  <a:pt x="263923" y="1114376"/>
                </a:moveTo>
                <a:lnTo>
                  <a:pt x="267134" y="1124144"/>
                </a:lnTo>
                <a:lnTo>
                  <a:pt x="276778" y="1135821"/>
                </a:lnTo>
                <a:lnTo>
                  <a:pt x="275394" y="1127187"/>
                </a:lnTo>
                <a:close/>
                <a:moveTo>
                  <a:pt x="485041" y="619192"/>
                </a:moveTo>
                <a:lnTo>
                  <a:pt x="484034" y="621946"/>
                </a:lnTo>
                <a:lnTo>
                  <a:pt x="487627" y="637169"/>
                </a:lnTo>
                <a:lnTo>
                  <a:pt x="487860" y="638099"/>
                </a:lnTo>
                <a:lnTo>
                  <a:pt x="488666" y="638524"/>
                </a:lnTo>
                <a:lnTo>
                  <a:pt x="488410" y="621425"/>
                </a:lnTo>
                <a:close/>
                <a:moveTo>
                  <a:pt x="440271" y="719247"/>
                </a:moveTo>
                <a:lnTo>
                  <a:pt x="439970" y="720598"/>
                </a:lnTo>
                <a:lnTo>
                  <a:pt x="440515" y="721043"/>
                </a:lnTo>
                <a:lnTo>
                  <a:pt x="440682" y="719862"/>
                </a:lnTo>
                <a:close/>
                <a:moveTo>
                  <a:pt x="342259" y="938579"/>
                </a:moveTo>
                <a:lnTo>
                  <a:pt x="342257" y="940249"/>
                </a:lnTo>
                <a:lnTo>
                  <a:pt x="342901" y="940275"/>
                </a:lnTo>
                <a:close/>
                <a:moveTo>
                  <a:pt x="470984" y="650326"/>
                </a:moveTo>
                <a:lnTo>
                  <a:pt x="470646" y="652750"/>
                </a:lnTo>
                <a:lnTo>
                  <a:pt x="470753" y="653073"/>
                </a:lnTo>
                <a:lnTo>
                  <a:pt x="470771" y="653080"/>
                </a:lnTo>
                <a:lnTo>
                  <a:pt x="471486" y="651128"/>
                </a:lnTo>
                <a:lnTo>
                  <a:pt x="471391" y="650612"/>
                </a:lnTo>
                <a:lnTo>
                  <a:pt x="471386" y="650604"/>
                </a:lnTo>
                <a:close/>
                <a:moveTo>
                  <a:pt x="578444" y="409693"/>
                </a:moveTo>
                <a:lnTo>
                  <a:pt x="579277" y="416664"/>
                </a:lnTo>
                <a:lnTo>
                  <a:pt x="580390" y="417188"/>
                </a:lnTo>
                <a:lnTo>
                  <a:pt x="579345" y="410573"/>
                </a:lnTo>
                <a:close/>
                <a:moveTo>
                  <a:pt x="518746" y="543292"/>
                </a:moveTo>
                <a:lnTo>
                  <a:pt x="518770" y="544390"/>
                </a:lnTo>
                <a:lnTo>
                  <a:pt x="520736" y="551047"/>
                </a:lnTo>
                <a:lnTo>
                  <a:pt x="521543" y="551702"/>
                </a:lnTo>
                <a:lnTo>
                  <a:pt x="521551" y="545586"/>
                </a:lnTo>
                <a:close/>
                <a:moveTo>
                  <a:pt x="488754" y="610429"/>
                </a:moveTo>
                <a:lnTo>
                  <a:pt x="488839" y="612748"/>
                </a:lnTo>
                <a:lnTo>
                  <a:pt x="491291" y="613598"/>
                </a:lnTo>
                <a:lnTo>
                  <a:pt x="490999" y="611907"/>
                </a:lnTo>
                <a:lnTo>
                  <a:pt x="488774" y="610433"/>
                </a:lnTo>
                <a:close/>
                <a:moveTo>
                  <a:pt x="269605" y="1101079"/>
                </a:moveTo>
                <a:lnTo>
                  <a:pt x="271856" y="1106857"/>
                </a:lnTo>
                <a:lnTo>
                  <a:pt x="272288" y="1107550"/>
                </a:lnTo>
                <a:lnTo>
                  <a:pt x="272004" y="1105195"/>
                </a:lnTo>
                <a:close/>
                <a:moveTo>
                  <a:pt x="353641" y="912844"/>
                </a:moveTo>
                <a:lnTo>
                  <a:pt x="354324" y="915591"/>
                </a:lnTo>
                <a:lnTo>
                  <a:pt x="355728" y="919842"/>
                </a:lnTo>
                <a:lnTo>
                  <a:pt x="358895" y="922518"/>
                </a:lnTo>
                <a:lnTo>
                  <a:pt x="354607" y="913187"/>
                </a:lnTo>
                <a:close/>
                <a:moveTo>
                  <a:pt x="396676" y="816458"/>
                </a:moveTo>
                <a:lnTo>
                  <a:pt x="397671" y="818037"/>
                </a:lnTo>
                <a:lnTo>
                  <a:pt x="397672" y="818019"/>
                </a:lnTo>
                <a:lnTo>
                  <a:pt x="397379" y="816829"/>
                </a:lnTo>
                <a:close/>
                <a:moveTo>
                  <a:pt x="440990" y="717120"/>
                </a:moveTo>
                <a:lnTo>
                  <a:pt x="441058" y="717207"/>
                </a:lnTo>
                <a:lnTo>
                  <a:pt x="441067" y="717143"/>
                </a:lnTo>
                <a:close/>
                <a:moveTo>
                  <a:pt x="419107" y="766099"/>
                </a:moveTo>
                <a:lnTo>
                  <a:pt x="419068" y="766433"/>
                </a:lnTo>
                <a:lnTo>
                  <a:pt x="419488" y="766971"/>
                </a:lnTo>
                <a:lnTo>
                  <a:pt x="419668" y="766271"/>
                </a:lnTo>
                <a:close/>
                <a:moveTo>
                  <a:pt x="412033" y="781876"/>
                </a:moveTo>
                <a:lnTo>
                  <a:pt x="412279" y="785393"/>
                </a:lnTo>
                <a:lnTo>
                  <a:pt x="414055" y="787933"/>
                </a:lnTo>
                <a:lnTo>
                  <a:pt x="415089" y="783945"/>
                </a:lnTo>
                <a:close/>
                <a:moveTo>
                  <a:pt x="486879" y="614166"/>
                </a:moveTo>
                <a:lnTo>
                  <a:pt x="485877" y="616908"/>
                </a:lnTo>
                <a:lnTo>
                  <a:pt x="488367" y="618559"/>
                </a:lnTo>
                <a:lnTo>
                  <a:pt x="488307" y="614470"/>
                </a:lnTo>
                <a:close/>
                <a:moveTo>
                  <a:pt x="337696" y="948143"/>
                </a:moveTo>
                <a:lnTo>
                  <a:pt x="337817" y="948637"/>
                </a:lnTo>
                <a:lnTo>
                  <a:pt x="339569" y="950634"/>
                </a:lnTo>
                <a:close/>
                <a:moveTo>
                  <a:pt x="487290" y="613041"/>
                </a:moveTo>
                <a:lnTo>
                  <a:pt x="487091" y="613589"/>
                </a:lnTo>
                <a:lnTo>
                  <a:pt x="488297" y="613830"/>
                </a:lnTo>
                <a:lnTo>
                  <a:pt x="488291" y="613388"/>
                </a:lnTo>
                <a:close/>
                <a:moveTo>
                  <a:pt x="555768" y="459691"/>
                </a:moveTo>
                <a:lnTo>
                  <a:pt x="562259" y="464678"/>
                </a:lnTo>
                <a:lnTo>
                  <a:pt x="563715" y="465977"/>
                </a:lnTo>
                <a:lnTo>
                  <a:pt x="564035" y="464336"/>
                </a:lnTo>
                <a:lnTo>
                  <a:pt x="562783" y="462995"/>
                </a:lnTo>
                <a:close/>
                <a:moveTo>
                  <a:pt x="134015" y="1403996"/>
                </a:moveTo>
                <a:lnTo>
                  <a:pt x="140440" y="1412037"/>
                </a:lnTo>
                <a:lnTo>
                  <a:pt x="137376" y="1406184"/>
                </a:lnTo>
                <a:close/>
                <a:moveTo>
                  <a:pt x="317562" y="992929"/>
                </a:moveTo>
                <a:lnTo>
                  <a:pt x="317392" y="996175"/>
                </a:lnTo>
                <a:lnTo>
                  <a:pt x="317975" y="997866"/>
                </a:lnTo>
                <a:close/>
                <a:moveTo>
                  <a:pt x="396285" y="816622"/>
                </a:moveTo>
                <a:lnTo>
                  <a:pt x="396339" y="818174"/>
                </a:lnTo>
                <a:lnTo>
                  <a:pt x="397629" y="820478"/>
                </a:lnTo>
                <a:lnTo>
                  <a:pt x="397659" y="818798"/>
                </a:lnTo>
                <a:close/>
                <a:moveTo>
                  <a:pt x="518367" y="542983"/>
                </a:moveTo>
                <a:lnTo>
                  <a:pt x="518505" y="543488"/>
                </a:lnTo>
                <a:lnTo>
                  <a:pt x="518597" y="543800"/>
                </a:lnTo>
                <a:lnTo>
                  <a:pt x="518583" y="543159"/>
                </a:lnTo>
                <a:close/>
                <a:moveTo>
                  <a:pt x="488246" y="610429"/>
                </a:moveTo>
                <a:lnTo>
                  <a:pt x="487561" y="612303"/>
                </a:lnTo>
                <a:lnTo>
                  <a:pt x="488278" y="612552"/>
                </a:lnTo>
                <a:close/>
                <a:moveTo>
                  <a:pt x="404668" y="797576"/>
                </a:moveTo>
                <a:lnTo>
                  <a:pt x="404666" y="800090"/>
                </a:lnTo>
                <a:lnTo>
                  <a:pt x="406742" y="809643"/>
                </a:lnTo>
                <a:lnTo>
                  <a:pt x="407839" y="811935"/>
                </a:lnTo>
                <a:lnTo>
                  <a:pt x="409617" y="805070"/>
                </a:lnTo>
                <a:lnTo>
                  <a:pt x="407062" y="798054"/>
                </a:lnTo>
                <a:close/>
                <a:moveTo>
                  <a:pt x="217539" y="1216590"/>
                </a:moveTo>
                <a:lnTo>
                  <a:pt x="217967" y="1217641"/>
                </a:lnTo>
                <a:lnTo>
                  <a:pt x="222305" y="1222425"/>
                </a:lnTo>
                <a:close/>
                <a:moveTo>
                  <a:pt x="394236" y="820915"/>
                </a:moveTo>
                <a:lnTo>
                  <a:pt x="393703" y="825430"/>
                </a:lnTo>
                <a:lnTo>
                  <a:pt x="396222" y="830884"/>
                </a:lnTo>
                <a:lnTo>
                  <a:pt x="396070" y="826486"/>
                </a:lnTo>
                <a:lnTo>
                  <a:pt x="394914" y="824775"/>
                </a:lnTo>
                <a:lnTo>
                  <a:pt x="394936" y="824475"/>
                </a:lnTo>
                <a:lnTo>
                  <a:pt x="396058" y="826136"/>
                </a:lnTo>
                <a:lnTo>
                  <a:pt x="395975" y="823698"/>
                </a:lnTo>
                <a:lnTo>
                  <a:pt x="395272" y="822445"/>
                </a:lnTo>
                <a:close/>
                <a:moveTo>
                  <a:pt x="447292" y="702076"/>
                </a:moveTo>
                <a:lnTo>
                  <a:pt x="447977" y="702837"/>
                </a:lnTo>
                <a:lnTo>
                  <a:pt x="448045" y="702329"/>
                </a:lnTo>
                <a:close/>
                <a:moveTo>
                  <a:pt x="203552" y="1247841"/>
                </a:moveTo>
                <a:lnTo>
                  <a:pt x="218117" y="1265827"/>
                </a:lnTo>
                <a:lnTo>
                  <a:pt x="218979" y="1266606"/>
                </a:lnTo>
                <a:lnTo>
                  <a:pt x="213088" y="1257343"/>
                </a:lnTo>
                <a:close/>
                <a:moveTo>
                  <a:pt x="575344" y="415257"/>
                </a:moveTo>
                <a:lnTo>
                  <a:pt x="573100" y="424705"/>
                </a:lnTo>
                <a:lnTo>
                  <a:pt x="573432" y="425039"/>
                </a:lnTo>
                <a:lnTo>
                  <a:pt x="575346" y="415258"/>
                </a:lnTo>
                <a:close/>
                <a:moveTo>
                  <a:pt x="435725" y="727858"/>
                </a:moveTo>
                <a:lnTo>
                  <a:pt x="435517" y="728666"/>
                </a:lnTo>
                <a:lnTo>
                  <a:pt x="436595" y="731626"/>
                </a:lnTo>
                <a:lnTo>
                  <a:pt x="437308" y="728422"/>
                </a:lnTo>
                <a:close/>
                <a:moveTo>
                  <a:pt x="442100" y="713502"/>
                </a:moveTo>
                <a:lnTo>
                  <a:pt x="442012" y="716733"/>
                </a:lnTo>
                <a:lnTo>
                  <a:pt x="444977" y="717639"/>
                </a:lnTo>
                <a:lnTo>
                  <a:pt x="444636" y="716322"/>
                </a:lnTo>
                <a:close/>
                <a:moveTo>
                  <a:pt x="237717" y="1171145"/>
                </a:moveTo>
                <a:lnTo>
                  <a:pt x="238222" y="1172066"/>
                </a:lnTo>
                <a:lnTo>
                  <a:pt x="238040" y="1171325"/>
                </a:lnTo>
                <a:close/>
                <a:moveTo>
                  <a:pt x="217170" y="1217137"/>
                </a:moveTo>
                <a:lnTo>
                  <a:pt x="220306" y="1226668"/>
                </a:lnTo>
                <a:lnTo>
                  <a:pt x="221562" y="1228522"/>
                </a:lnTo>
                <a:lnTo>
                  <a:pt x="221610" y="1228217"/>
                </a:lnTo>
                <a:lnTo>
                  <a:pt x="222816" y="1230373"/>
                </a:lnTo>
                <a:lnTo>
                  <a:pt x="222998" y="1230642"/>
                </a:lnTo>
                <a:lnTo>
                  <a:pt x="217759" y="1217787"/>
                </a:lnTo>
                <a:close/>
                <a:moveTo>
                  <a:pt x="270188" y="1098334"/>
                </a:moveTo>
                <a:lnTo>
                  <a:pt x="270662" y="1099376"/>
                </a:lnTo>
                <a:lnTo>
                  <a:pt x="271309" y="1100487"/>
                </a:lnTo>
                <a:lnTo>
                  <a:pt x="271089" y="1099131"/>
                </a:lnTo>
                <a:close/>
                <a:moveTo>
                  <a:pt x="340744" y="940334"/>
                </a:moveTo>
                <a:lnTo>
                  <a:pt x="340984" y="941660"/>
                </a:lnTo>
                <a:lnTo>
                  <a:pt x="341038" y="940346"/>
                </a:lnTo>
                <a:close/>
                <a:moveTo>
                  <a:pt x="577937" y="409197"/>
                </a:moveTo>
                <a:lnTo>
                  <a:pt x="576711" y="415454"/>
                </a:lnTo>
                <a:lnTo>
                  <a:pt x="578934" y="416502"/>
                </a:lnTo>
                <a:lnTo>
                  <a:pt x="578077" y="409334"/>
                </a:lnTo>
                <a:close/>
                <a:moveTo>
                  <a:pt x="478177" y="632388"/>
                </a:moveTo>
                <a:lnTo>
                  <a:pt x="478200" y="632762"/>
                </a:lnTo>
                <a:lnTo>
                  <a:pt x="478254" y="632617"/>
                </a:lnTo>
                <a:close/>
                <a:moveTo>
                  <a:pt x="497998" y="587998"/>
                </a:moveTo>
                <a:lnTo>
                  <a:pt x="498492" y="588891"/>
                </a:lnTo>
                <a:lnTo>
                  <a:pt x="508041" y="594872"/>
                </a:lnTo>
                <a:lnTo>
                  <a:pt x="508237" y="594412"/>
                </a:lnTo>
                <a:close/>
                <a:moveTo>
                  <a:pt x="373329" y="867103"/>
                </a:moveTo>
                <a:lnTo>
                  <a:pt x="373130" y="870903"/>
                </a:lnTo>
                <a:lnTo>
                  <a:pt x="378313" y="876450"/>
                </a:lnTo>
                <a:lnTo>
                  <a:pt x="378446" y="875675"/>
                </a:lnTo>
                <a:lnTo>
                  <a:pt x="378210" y="875216"/>
                </a:lnTo>
                <a:lnTo>
                  <a:pt x="378295" y="874776"/>
                </a:lnTo>
                <a:lnTo>
                  <a:pt x="378525" y="875222"/>
                </a:lnTo>
                <a:lnTo>
                  <a:pt x="378819" y="873517"/>
                </a:lnTo>
                <a:close/>
                <a:moveTo>
                  <a:pt x="411529" y="781535"/>
                </a:moveTo>
                <a:lnTo>
                  <a:pt x="411885" y="783723"/>
                </a:lnTo>
                <a:lnTo>
                  <a:pt x="411742" y="781680"/>
                </a:lnTo>
                <a:close/>
                <a:moveTo>
                  <a:pt x="271975" y="1094021"/>
                </a:moveTo>
                <a:lnTo>
                  <a:pt x="272533" y="1098062"/>
                </a:lnTo>
                <a:lnTo>
                  <a:pt x="278825" y="1103628"/>
                </a:lnTo>
                <a:lnTo>
                  <a:pt x="277142" y="1098508"/>
                </a:lnTo>
                <a:close/>
                <a:moveTo>
                  <a:pt x="441234" y="714921"/>
                </a:moveTo>
                <a:lnTo>
                  <a:pt x="440906" y="716394"/>
                </a:lnTo>
                <a:lnTo>
                  <a:pt x="441162" y="716473"/>
                </a:lnTo>
                <a:lnTo>
                  <a:pt x="441174" y="716385"/>
                </a:lnTo>
                <a:close/>
                <a:moveTo>
                  <a:pt x="489946" y="605785"/>
                </a:moveTo>
                <a:lnTo>
                  <a:pt x="488972" y="608448"/>
                </a:lnTo>
                <a:lnTo>
                  <a:pt x="490589" y="609519"/>
                </a:lnTo>
                <a:close/>
                <a:moveTo>
                  <a:pt x="350314" y="918435"/>
                </a:moveTo>
                <a:lnTo>
                  <a:pt x="353704" y="933091"/>
                </a:lnTo>
                <a:lnTo>
                  <a:pt x="357260" y="937074"/>
                </a:lnTo>
                <a:lnTo>
                  <a:pt x="352016" y="925455"/>
                </a:lnTo>
                <a:lnTo>
                  <a:pt x="352061" y="925274"/>
                </a:lnTo>
                <a:lnTo>
                  <a:pt x="357363" y="937023"/>
                </a:lnTo>
                <a:lnTo>
                  <a:pt x="357527" y="937373"/>
                </a:lnTo>
                <a:lnTo>
                  <a:pt x="359039" y="939067"/>
                </a:lnTo>
                <a:lnTo>
                  <a:pt x="359041" y="936894"/>
                </a:lnTo>
                <a:lnTo>
                  <a:pt x="356887" y="928226"/>
                </a:lnTo>
                <a:lnTo>
                  <a:pt x="351103" y="919642"/>
                </a:lnTo>
                <a:close/>
                <a:moveTo>
                  <a:pt x="419382" y="763734"/>
                </a:moveTo>
                <a:lnTo>
                  <a:pt x="419152" y="765706"/>
                </a:lnTo>
                <a:lnTo>
                  <a:pt x="419645" y="765857"/>
                </a:lnTo>
                <a:close/>
                <a:moveTo>
                  <a:pt x="294969" y="1042071"/>
                </a:moveTo>
                <a:lnTo>
                  <a:pt x="299163" y="1051729"/>
                </a:lnTo>
                <a:lnTo>
                  <a:pt x="302447" y="1055460"/>
                </a:lnTo>
                <a:lnTo>
                  <a:pt x="301852" y="1054429"/>
                </a:lnTo>
                <a:lnTo>
                  <a:pt x="301896" y="1054130"/>
                </a:lnTo>
                <a:lnTo>
                  <a:pt x="303076" y="1056174"/>
                </a:lnTo>
                <a:lnTo>
                  <a:pt x="304095" y="1057331"/>
                </a:lnTo>
                <a:lnTo>
                  <a:pt x="303230" y="1051183"/>
                </a:lnTo>
                <a:close/>
                <a:moveTo>
                  <a:pt x="303546" y="1022579"/>
                </a:moveTo>
                <a:lnTo>
                  <a:pt x="303693" y="1024340"/>
                </a:lnTo>
                <a:lnTo>
                  <a:pt x="304165" y="1028151"/>
                </a:lnTo>
                <a:lnTo>
                  <a:pt x="306727" y="1032105"/>
                </a:lnTo>
                <a:lnTo>
                  <a:pt x="307911" y="1033882"/>
                </a:lnTo>
                <a:lnTo>
                  <a:pt x="308228" y="1027839"/>
                </a:lnTo>
                <a:lnTo>
                  <a:pt x="307648" y="1024853"/>
                </a:lnTo>
                <a:close/>
                <a:moveTo>
                  <a:pt x="364016" y="887068"/>
                </a:moveTo>
                <a:lnTo>
                  <a:pt x="364635" y="889715"/>
                </a:lnTo>
                <a:lnTo>
                  <a:pt x="365659" y="891244"/>
                </a:lnTo>
                <a:lnTo>
                  <a:pt x="364243" y="887143"/>
                </a:lnTo>
                <a:close/>
                <a:moveTo>
                  <a:pt x="491515" y="601493"/>
                </a:moveTo>
                <a:lnTo>
                  <a:pt x="490028" y="605559"/>
                </a:lnTo>
                <a:lnTo>
                  <a:pt x="490726" y="609610"/>
                </a:lnTo>
                <a:lnTo>
                  <a:pt x="491700" y="610256"/>
                </a:lnTo>
                <a:lnTo>
                  <a:pt x="493120" y="610539"/>
                </a:lnTo>
                <a:lnTo>
                  <a:pt x="493039" y="606694"/>
                </a:lnTo>
                <a:close/>
                <a:moveTo>
                  <a:pt x="195713" y="1263829"/>
                </a:moveTo>
                <a:lnTo>
                  <a:pt x="197257" y="1267872"/>
                </a:lnTo>
                <a:lnTo>
                  <a:pt x="214583" y="1279559"/>
                </a:lnTo>
                <a:lnTo>
                  <a:pt x="211549" y="1273912"/>
                </a:lnTo>
                <a:close/>
                <a:moveTo>
                  <a:pt x="342297" y="935343"/>
                </a:moveTo>
                <a:lnTo>
                  <a:pt x="343540" y="938536"/>
                </a:lnTo>
                <a:lnTo>
                  <a:pt x="344638" y="940343"/>
                </a:lnTo>
                <a:lnTo>
                  <a:pt x="345437" y="940374"/>
                </a:lnTo>
                <a:close/>
                <a:moveTo>
                  <a:pt x="492538" y="598698"/>
                </a:moveTo>
                <a:lnTo>
                  <a:pt x="491767" y="600803"/>
                </a:lnTo>
                <a:lnTo>
                  <a:pt x="493004" y="605025"/>
                </a:lnTo>
                <a:lnTo>
                  <a:pt x="492937" y="601803"/>
                </a:lnTo>
                <a:lnTo>
                  <a:pt x="493041" y="601665"/>
                </a:lnTo>
                <a:lnTo>
                  <a:pt x="493121" y="605422"/>
                </a:lnTo>
                <a:lnTo>
                  <a:pt x="494713" y="610857"/>
                </a:lnTo>
                <a:lnTo>
                  <a:pt x="497048" y="611322"/>
                </a:lnTo>
                <a:lnTo>
                  <a:pt x="498961" y="611559"/>
                </a:lnTo>
                <a:lnTo>
                  <a:pt x="498859" y="610110"/>
                </a:lnTo>
                <a:close/>
                <a:moveTo>
                  <a:pt x="404671" y="795350"/>
                </a:moveTo>
                <a:lnTo>
                  <a:pt x="404668" y="797320"/>
                </a:lnTo>
                <a:lnTo>
                  <a:pt x="406937" y="797773"/>
                </a:lnTo>
                <a:close/>
                <a:moveTo>
                  <a:pt x="232384" y="1181122"/>
                </a:moveTo>
                <a:lnTo>
                  <a:pt x="242082" y="1201246"/>
                </a:lnTo>
                <a:lnTo>
                  <a:pt x="246246" y="1204748"/>
                </a:lnTo>
                <a:lnTo>
                  <a:pt x="245269" y="1200770"/>
                </a:lnTo>
                <a:lnTo>
                  <a:pt x="239705" y="1192427"/>
                </a:lnTo>
                <a:close/>
                <a:moveTo>
                  <a:pt x="578597" y="405827"/>
                </a:moveTo>
                <a:lnTo>
                  <a:pt x="578215" y="407776"/>
                </a:lnTo>
                <a:lnTo>
                  <a:pt x="578374" y="409104"/>
                </a:lnTo>
                <a:lnTo>
                  <a:pt x="579248" y="409958"/>
                </a:lnTo>
                <a:close/>
                <a:moveTo>
                  <a:pt x="292956" y="1045377"/>
                </a:moveTo>
                <a:lnTo>
                  <a:pt x="302729" y="1060890"/>
                </a:lnTo>
                <a:lnTo>
                  <a:pt x="303021" y="1061227"/>
                </a:lnTo>
                <a:lnTo>
                  <a:pt x="302740" y="1060604"/>
                </a:lnTo>
                <a:lnTo>
                  <a:pt x="296013" y="1048850"/>
                </a:lnTo>
                <a:close/>
                <a:moveTo>
                  <a:pt x="399634" y="806150"/>
                </a:moveTo>
                <a:lnTo>
                  <a:pt x="399611" y="807441"/>
                </a:lnTo>
                <a:lnTo>
                  <a:pt x="402879" y="816891"/>
                </a:lnTo>
                <a:lnTo>
                  <a:pt x="402879" y="816753"/>
                </a:lnTo>
                <a:close/>
                <a:moveTo>
                  <a:pt x="204502" y="1243030"/>
                </a:moveTo>
                <a:lnTo>
                  <a:pt x="207297" y="1247426"/>
                </a:lnTo>
                <a:lnTo>
                  <a:pt x="209631" y="1249751"/>
                </a:lnTo>
                <a:lnTo>
                  <a:pt x="205380" y="1243823"/>
                </a:lnTo>
                <a:close/>
                <a:moveTo>
                  <a:pt x="437329" y="721672"/>
                </a:moveTo>
                <a:lnTo>
                  <a:pt x="436094" y="726435"/>
                </a:lnTo>
                <a:lnTo>
                  <a:pt x="437628" y="726981"/>
                </a:lnTo>
                <a:lnTo>
                  <a:pt x="438209" y="724378"/>
                </a:lnTo>
                <a:close/>
                <a:moveTo>
                  <a:pt x="326435" y="969953"/>
                </a:moveTo>
                <a:lnTo>
                  <a:pt x="328964" y="975126"/>
                </a:lnTo>
                <a:lnTo>
                  <a:pt x="328823" y="974434"/>
                </a:lnTo>
                <a:lnTo>
                  <a:pt x="328572" y="972430"/>
                </a:lnTo>
                <a:close/>
                <a:moveTo>
                  <a:pt x="469498" y="649320"/>
                </a:moveTo>
                <a:lnTo>
                  <a:pt x="470381" y="651959"/>
                </a:lnTo>
                <a:lnTo>
                  <a:pt x="470642" y="650089"/>
                </a:lnTo>
                <a:lnTo>
                  <a:pt x="469637" y="649393"/>
                </a:lnTo>
                <a:close/>
                <a:moveTo>
                  <a:pt x="505869" y="567867"/>
                </a:moveTo>
                <a:lnTo>
                  <a:pt x="506341" y="571810"/>
                </a:lnTo>
                <a:lnTo>
                  <a:pt x="511673" y="573932"/>
                </a:lnTo>
                <a:lnTo>
                  <a:pt x="511513" y="572433"/>
                </a:lnTo>
                <a:lnTo>
                  <a:pt x="506207" y="568083"/>
                </a:lnTo>
                <a:close/>
                <a:moveTo>
                  <a:pt x="216617" y="1215459"/>
                </a:moveTo>
                <a:lnTo>
                  <a:pt x="216973" y="1216545"/>
                </a:lnTo>
                <a:lnTo>
                  <a:pt x="217481" y="1217104"/>
                </a:lnTo>
                <a:lnTo>
                  <a:pt x="217004" y="1215933"/>
                </a:lnTo>
                <a:close/>
                <a:moveTo>
                  <a:pt x="373510" y="863659"/>
                </a:moveTo>
                <a:lnTo>
                  <a:pt x="373345" y="866802"/>
                </a:lnTo>
                <a:lnTo>
                  <a:pt x="375197" y="868965"/>
                </a:lnTo>
                <a:lnTo>
                  <a:pt x="378882" y="873152"/>
                </a:lnTo>
                <a:lnTo>
                  <a:pt x="379133" y="871700"/>
                </a:lnTo>
                <a:close/>
                <a:moveTo>
                  <a:pt x="476270" y="633515"/>
                </a:moveTo>
                <a:lnTo>
                  <a:pt x="476579" y="637199"/>
                </a:lnTo>
                <a:lnTo>
                  <a:pt x="477115" y="635730"/>
                </a:lnTo>
                <a:lnTo>
                  <a:pt x="477071" y="635030"/>
                </a:lnTo>
                <a:lnTo>
                  <a:pt x="476367" y="633565"/>
                </a:lnTo>
                <a:close/>
                <a:moveTo>
                  <a:pt x="472010" y="642979"/>
                </a:moveTo>
                <a:lnTo>
                  <a:pt x="471658" y="645501"/>
                </a:lnTo>
                <a:lnTo>
                  <a:pt x="473016" y="646938"/>
                </a:lnTo>
                <a:lnTo>
                  <a:pt x="473992" y="644270"/>
                </a:lnTo>
                <a:close/>
                <a:moveTo>
                  <a:pt x="334254" y="951380"/>
                </a:moveTo>
                <a:lnTo>
                  <a:pt x="334675" y="953779"/>
                </a:lnTo>
                <a:lnTo>
                  <a:pt x="336465" y="957213"/>
                </a:lnTo>
                <a:lnTo>
                  <a:pt x="334914" y="952498"/>
                </a:lnTo>
                <a:lnTo>
                  <a:pt x="334656" y="951890"/>
                </a:lnTo>
                <a:close/>
                <a:moveTo>
                  <a:pt x="496069" y="589038"/>
                </a:moveTo>
                <a:lnTo>
                  <a:pt x="493873" y="595046"/>
                </a:lnTo>
                <a:lnTo>
                  <a:pt x="496177" y="599205"/>
                </a:lnTo>
                <a:lnTo>
                  <a:pt x="498178" y="600376"/>
                </a:lnTo>
                <a:lnTo>
                  <a:pt x="497573" y="591755"/>
                </a:lnTo>
                <a:close/>
                <a:moveTo>
                  <a:pt x="294129" y="1041146"/>
                </a:moveTo>
                <a:lnTo>
                  <a:pt x="298084" y="1049910"/>
                </a:lnTo>
                <a:lnTo>
                  <a:pt x="298464" y="1050722"/>
                </a:lnTo>
                <a:lnTo>
                  <a:pt x="294467" y="1041518"/>
                </a:lnTo>
                <a:close/>
                <a:moveTo>
                  <a:pt x="394875" y="815509"/>
                </a:moveTo>
                <a:lnTo>
                  <a:pt x="394870" y="815554"/>
                </a:lnTo>
                <a:lnTo>
                  <a:pt x="395749" y="817124"/>
                </a:lnTo>
                <a:lnTo>
                  <a:pt x="395710" y="815948"/>
                </a:lnTo>
                <a:close/>
                <a:moveTo>
                  <a:pt x="307459" y="1011178"/>
                </a:moveTo>
                <a:lnTo>
                  <a:pt x="308938" y="1014308"/>
                </a:lnTo>
                <a:lnTo>
                  <a:pt x="308969" y="1013717"/>
                </a:lnTo>
                <a:close/>
                <a:moveTo>
                  <a:pt x="349453" y="917119"/>
                </a:moveTo>
                <a:lnTo>
                  <a:pt x="352678" y="931942"/>
                </a:lnTo>
                <a:lnTo>
                  <a:pt x="353319" y="932660"/>
                </a:lnTo>
                <a:lnTo>
                  <a:pt x="349873" y="917762"/>
                </a:lnTo>
                <a:close/>
                <a:moveTo>
                  <a:pt x="483077" y="617890"/>
                </a:moveTo>
                <a:lnTo>
                  <a:pt x="483298" y="618824"/>
                </a:lnTo>
                <a:lnTo>
                  <a:pt x="483529" y="618189"/>
                </a:lnTo>
                <a:close/>
                <a:moveTo>
                  <a:pt x="208574" y="1232538"/>
                </a:moveTo>
                <a:lnTo>
                  <a:pt x="209131" y="1233738"/>
                </a:lnTo>
                <a:lnTo>
                  <a:pt x="213829" y="1242873"/>
                </a:lnTo>
                <a:lnTo>
                  <a:pt x="219742" y="1246283"/>
                </a:lnTo>
                <a:lnTo>
                  <a:pt x="217912" y="1240968"/>
                </a:lnTo>
                <a:close/>
                <a:moveTo>
                  <a:pt x="307559" y="1010757"/>
                </a:moveTo>
                <a:lnTo>
                  <a:pt x="308997" y="1013174"/>
                </a:lnTo>
                <a:lnTo>
                  <a:pt x="309009" y="1012962"/>
                </a:lnTo>
                <a:lnTo>
                  <a:pt x="308994" y="1012929"/>
                </a:lnTo>
                <a:lnTo>
                  <a:pt x="308685" y="1012471"/>
                </a:lnTo>
                <a:close/>
                <a:moveTo>
                  <a:pt x="438734" y="716952"/>
                </a:moveTo>
                <a:lnTo>
                  <a:pt x="438425" y="717949"/>
                </a:lnTo>
                <a:lnTo>
                  <a:pt x="439037" y="719834"/>
                </a:lnTo>
                <a:lnTo>
                  <a:pt x="439192" y="719961"/>
                </a:lnTo>
                <a:lnTo>
                  <a:pt x="439581" y="718215"/>
                </a:lnTo>
                <a:close/>
                <a:moveTo>
                  <a:pt x="317845" y="987537"/>
                </a:moveTo>
                <a:lnTo>
                  <a:pt x="317801" y="988385"/>
                </a:lnTo>
                <a:lnTo>
                  <a:pt x="318792" y="1000233"/>
                </a:lnTo>
                <a:lnTo>
                  <a:pt x="320095" y="1004014"/>
                </a:lnTo>
                <a:lnTo>
                  <a:pt x="321424" y="1007707"/>
                </a:lnTo>
                <a:lnTo>
                  <a:pt x="328608" y="1013166"/>
                </a:lnTo>
                <a:lnTo>
                  <a:pt x="327295" y="1009647"/>
                </a:lnTo>
                <a:lnTo>
                  <a:pt x="324992" y="1001708"/>
                </a:lnTo>
                <a:lnTo>
                  <a:pt x="324896" y="1001559"/>
                </a:lnTo>
                <a:close/>
                <a:moveTo>
                  <a:pt x="413391" y="773465"/>
                </a:moveTo>
                <a:lnTo>
                  <a:pt x="414164" y="776283"/>
                </a:lnTo>
                <a:lnTo>
                  <a:pt x="416186" y="777254"/>
                </a:lnTo>
                <a:lnTo>
                  <a:pt x="416269" y="776537"/>
                </a:lnTo>
                <a:close/>
                <a:moveTo>
                  <a:pt x="279272" y="1073583"/>
                </a:moveTo>
                <a:lnTo>
                  <a:pt x="279347" y="1073997"/>
                </a:lnTo>
                <a:lnTo>
                  <a:pt x="279968" y="1074704"/>
                </a:lnTo>
                <a:lnTo>
                  <a:pt x="284667" y="1079387"/>
                </a:lnTo>
                <a:lnTo>
                  <a:pt x="281860" y="1075919"/>
                </a:lnTo>
                <a:close/>
                <a:moveTo>
                  <a:pt x="463448" y="661042"/>
                </a:moveTo>
                <a:lnTo>
                  <a:pt x="463066" y="670294"/>
                </a:lnTo>
                <a:lnTo>
                  <a:pt x="464371" y="671296"/>
                </a:lnTo>
                <a:lnTo>
                  <a:pt x="465815" y="666630"/>
                </a:lnTo>
                <a:lnTo>
                  <a:pt x="467183" y="662891"/>
                </a:lnTo>
                <a:lnTo>
                  <a:pt x="466560" y="661598"/>
                </a:lnTo>
                <a:close/>
                <a:moveTo>
                  <a:pt x="327603" y="965221"/>
                </a:moveTo>
                <a:lnTo>
                  <a:pt x="327808" y="966342"/>
                </a:lnTo>
                <a:lnTo>
                  <a:pt x="327675" y="965284"/>
                </a:lnTo>
                <a:close/>
                <a:moveTo>
                  <a:pt x="352690" y="909020"/>
                </a:moveTo>
                <a:lnTo>
                  <a:pt x="353381" y="911796"/>
                </a:lnTo>
                <a:lnTo>
                  <a:pt x="354065" y="912009"/>
                </a:lnTo>
                <a:close/>
                <a:moveTo>
                  <a:pt x="357030" y="899214"/>
                </a:moveTo>
                <a:lnTo>
                  <a:pt x="357557" y="901361"/>
                </a:lnTo>
                <a:lnTo>
                  <a:pt x="359086" y="903281"/>
                </a:lnTo>
                <a:lnTo>
                  <a:pt x="359087" y="902475"/>
                </a:lnTo>
                <a:close/>
                <a:moveTo>
                  <a:pt x="396114" y="811677"/>
                </a:moveTo>
                <a:lnTo>
                  <a:pt x="396229" y="815010"/>
                </a:lnTo>
                <a:lnTo>
                  <a:pt x="397017" y="815353"/>
                </a:lnTo>
                <a:close/>
                <a:moveTo>
                  <a:pt x="134129" y="1398044"/>
                </a:moveTo>
                <a:lnTo>
                  <a:pt x="137969" y="1405380"/>
                </a:lnTo>
                <a:lnTo>
                  <a:pt x="151473" y="1414136"/>
                </a:lnTo>
                <a:lnTo>
                  <a:pt x="148420" y="1410067"/>
                </a:lnTo>
                <a:close/>
                <a:moveTo>
                  <a:pt x="291117" y="1046211"/>
                </a:moveTo>
                <a:lnTo>
                  <a:pt x="291934" y="1048214"/>
                </a:lnTo>
                <a:lnTo>
                  <a:pt x="292702" y="1049349"/>
                </a:lnTo>
                <a:lnTo>
                  <a:pt x="293365" y="1050112"/>
                </a:lnTo>
                <a:lnTo>
                  <a:pt x="292260" y="1048358"/>
                </a:lnTo>
                <a:close/>
                <a:moveTo>
                  <a:pt x="301140" y="1023745"/>
                </a:moveTo>
                <a:lnTo>
                  <a:pt x="302347" y="1032331"/>
                </a:lnTo>
                <a:lnTo>
                  <a:pt x="303623" y="1033408"/>
                </a:lnTo>
                <a:lnTo>
                  <a:pt x="303063" y="1026715"/>
                </a:lnTo>
                <a:close/>
                <a:moveTo>
                  <a:pt x="404675" y="791900"/>
                </a:moveTo>
                <a:lnTo>
                  <a:pt x="404672" y="794236"/>
                </a:lnTo>
                <a:lnTo>
                  <a:pt x="406309" y="795988"/>
                </a:lnTo>
                <a:lnTo>
                  <a:pt x="405881" y="794811"/>
                </a:lnTo>
                <a:close/>
                <a:moveTo>
                  <a:pt x="440390" y="711601"/>
                </a:moveTo>
                <a:lnTo>
                  <a:pt x="439337" y="715004"/>
                </a:lnTo>
                <a:lnTo>
                  <a:pt x="440083" y="715959"/>
                </a:lnTo>
                <a:lnTo>
                  <a:pt x="440922" y="712193"/>
                </a:lnTo>
                <a:close/>
                <a:moveTo>
                  <a:pt x="270263" y="1092534"/>
                </a:moveTo>
                <a:lnTo>
                  <a:pt x="270848" y="1096142"/>
                </a:lnTo>
                <a:lnTo>
                  <a:pt x="270937" y="1096650"/>
                </a:lnTo>
                <a:lnTo>
                  <a:pt x="270976" y="1096684"/>
                </a:lnTo>
                <a:lnTo>
                  <a:pt x="270499" y="1092739"/>
                </a:lnTo>
                <a:close/>
                <a:moveTo>
                  <a:pt x="271410" y="1089920"/>
                </a:moveTo>
                <a:lnTo>
                  <a:pt x="271945" y="1093799"/>
                </a:lnTo>
                <a:lnTo>
                  <a:pt x="276998" y="1098069"/>
                </a:lnTo>
                <a:lnTo>
                  <a:pt x="275181" y="1092542"/>
                </a:lnTo>
                <a:close/>
                <a:moveTo>
                  <a:pt x="349512" y="914968"/>
                </a:moveTo>
                <a:lnTo>
                  <a:pt x="349972" y="916957"/>
                </a:lnTo>
                <a:lnTo>
                  <a:pt x="356490" y="926631"/>
                </a:lnTo>
                <a:lnTo>
                  <a:pt x="354675" y="919332"/>
                </a:lnTo>
                <a:close/>
                <a:moveTo>
                  <a:pt x="525125" y="520788"/>
                </a:moveTo>
                <a:lnTo>
                  <a:pt x="525115" y="528979"/>
                </a:lnTo>
                <a:lnTo>
                  <a:pt x="529187" y="532310"/>
                </a:lnTo>
                <a:lnTo>
                  <a:pt x="530771" y="532793"/>
                </a:lnTo>
                <a:lnTo>
                  <a:pt x="530872" y="532208"/>
                </a:lnTo>
                <a:lnTo>
                  <a:pt x="528196" y="523351"/>
                </a:lnTo>
                <a:close/>
                <a:moveTo>
                  <a:pt x="545762" y="474571"/>
                </a:moveTo>
                <a:lnTo>
                  <a:pt x="548830" y="484757"/>
                </a:lnTo>
                <a:lnTo>
                  <a:pt x="558449" y="492887"/>
                </a:lnTo>
                <a:lnTo>
                  <a:pt x="560555" y="482123"/>
                </a:lnTo>
                <a:lnTo>
                  <a:pt x="550149" y="476531"/>
                </a:lnTo>
                <a:close/>
                <a:moveTo>
                  <a:pt x="502555" y="571298"/>
                </a:moveTo>
                <a:lnTo>
                  <a:pt x="497149" y="586080"/>
                </a:lnTo>
                <a:lnTo>
                  <a:pt x="497389" y="586902"/>
                </a:lnTo>
                <a:lnTo>
                  <a:pt x="497721" y="587499"/>
                </a:lnTo>
                <a:lnTo>
                  <a:pt x="500788" y="589364"/>
                </a:lnTo>
                <a:lnTo>
                  <a:pt x="508462" y="594171"/>
                </a:lnTo>
                <a:lnTo>
                  <a:pt x="508243" y="592347"/>
                </a:lnTo>
                <a:lnTo>
                  <a:pt x="506312" y="591557"/>
                </a:lnTo>
                <a:lnTo>
                  <a:pt x="506833" y="591407"/>
                </a:lnTo>
                <a:lnTo>
                  <a:pt x="508198" y="591966"/>
                </a:lnTo>
                <a:lnTo>
                  <a:pt x="506677" y="579281"/>
                </a:lnTo>
                <a:lnTo>
                  <a:pt x="506007" y="572973"/>
                </a:lnTo>
                <a:close/>
                <a:moveTo>
                  <a:pt x="502823" y="570566"/>
                </a:moveTo>
                <a:lnTo>
                  <a:pt x="502648" y="571045"/>
                </a:lnTo>
                <a:lnTo>
                  <a:pt x="505979" y="572698"/>
                </a:lnTo>
                <a:lnTo>
                  <a:pt x="505882" y="571785"/>
                </a:lnTo>
                <a:close/>
                <a:moveTo>
                  <a:pt x="361473" y="886839"/>
                </a:moveTo>
                <a:lnTo>
                  <a:pt x="361462" y="895433"/>
                </a:lnTo>
                <a:lnTo>
                  <a:pt x="364205" y="897518"/>
                </a:lnTo>
                <a:lnTo>
                  <a:pt x="361844" y="887392"/>
                </a:lnTo>
                <a:close/>
                <a:moveTo>
                  <a:pt x="420450" y="754539"/>
                </a:moveTo>
                <a:lnTo>
                  <a:pt x="420120" y="757383"/>
                </a:lnTo>
                <a:lnTo>
                  <a:pt x="420564" y="762816"/>
                </a:lnTo>
                <a:lnTo>
                  <a:pt x="421897" y="757672"/>
                </a:lnTo>
                <a:close/>
                <a:moveTo>
                  <a:pt x="284219" y="1059504"/>
                </a:moveTo>
                <a:lnTo>
                  <a:pt x="294649" y="1084102"/>
                </a:lnTo>
                <a:lnTo>
                  <a:pt x="297332" y="1086141"/>
                </a:lnTo>
                <a:lnTo>
                  <a:pt x="296726" y="1083018"/>
                </a:lnTo>
                <a:close/>
                <a:moveTo>
                  <a:pt x="504128" y="567001"/>
                </a:moveTo>
                <a:lnTo>
                  <a:pt x="502872" y="570430"/>
                </a:lnTo>
                <a:lnTo>
                  <a:pt x="505865" y="571621"/>
                </a:lnTo>
                <a:lnTo>
                  <a:pt x="505437" y="567592"/>
                </a:lnTo>
                <a:lnTo>
                  <a:pt x="505051" y="567346"/>
                </a:lnTo>
                <a:close/>
                <a:moveTo>
                  <a:pt x="504199" y="566805"/>
                </a:moveTo>
                <a:lnTo>
                  <a:pt x="504190" y="566826"/>
                </a:lnTo>
                <a:lnTo>
                  <a:pt x="504294" y="566866"/>
                </a:lnTo>
                <a:close/>
                <a:moveTo>
                  <a:pt x="395515" y="810089"/>
                </a:moveTo>
                <a:lnTo>
                  <a:pt x="395064" y="813902"/>
                </a:lnTo>
                <a:lnTo>
                  <a:pt x="395584" y="814727"/>
                </a:lnTo>
                <a:lnTo>
                  <a:pt x="395669" y="814764"/>
                </a:lnTo>
                <a:lnTo>
                  <a:pt x="395527" y="810641"/>
                </a:lnTo>
                <a:close/>
                <a:moveTo>
                  <a:pt x="303078" y="1016986"/>
                </a:moveTo>
                <a:lnTo>
                  <a:pt x="303515" y="1022214"/>
                </a:lnTo>
                <a:lnTo>
                  <a:pt x="307573" y="1024463"/>
                </a:lnTo>
                <a:lnTo>
                  <a:pt x="307399" y="1023567"/>
                </a:lnTo>
                <a:close/>
                <a:moveTo>
                  <a:pt x="463592" y="657559"/>
                </a:moveTo>
                <a:lnTo>
                  <a:pt x="463584" y="657733"/>
                </a:lnTo>
                <a:lnTo>
                  <a:pt x="464990" y="658341"/>
                </a:lnTo>
                <a:lnTo>
                  <a:pt x="464661" y="657658"/>
                </a:lnTo>
                <a:close/>
                <a:moveTo>
                  <a:pt x="348866" y="914422"/>
                </a:moveTo>
                <a:lnTo>
                  <a:pt x="349153" y="915743"/>
                </a:lnTo>
                <a:lnTo>
                  <a:pt x="349539" y="916314"/>
                </a:lnTo>
                <a:lnTo>
                  <a:pt x="349158" y="914668"/>
                </a:lnTo>
                <a:close/>
                <a:moveTo>
                  <a:pt x="414630" y="767103"/>
                </a:moveTo>
                <a:lnTo>
                  <a:pt x="416780" y="772153"/>
                </a:lnTo>
                <a:lnTo>
                  <a:pt x="417064" y="769706"/>
                </a:lnTo>
                <a:lnTo>
                  <a:pt x="416732" y="768381"/>
                </a:lnTo>
                <a:close/>
                <a:moveTo>
                  <a:pt x="468503" y="646347"/>
                </a:moveTo>
                <a:lnTo>
                  <a:pt x="468667" y="646838"/>
                </a:lnTo>
                <a:lnTo>
                  <a:pt x="468928" y="646976"/>
                </a:lnTo>
                <a:close/>
                <a:moveTo>
                  <a:pt x="364690" y="878793"/>
                </a:moveTo>
                <a:lnTo>
                  <a:pt x="366579" y="883127"/>
                </a:lnTo>
                <a:lnTo>
                  <a:pt x="366140" y="882203"/>
                </a:lnTo>
                <a:close/>
                <a:moveTo>
                  <a:pt x="505094" y="564358"/>
                </a:moveTo>
                <a:lnTo>
                  <a:pt x="504969" y="564698"/>
                </a:lnTo>
                <a:lnTo>
                  <a:pt x="505141" y="564806"/>
                </a:lnTo>
                <a:close/>
                <a:moveTo>
                  <a:pt x="505407" y="563502"/>
                </a:moveTo>
                <a:lnTo>
                  <a:pt x="505362" y="563627"/>
                </a:lnTo>
                <a:lnTo>
                  <a:pt x="505532" y="565055"/>
                </a:lnTo>
                <a:lnTo>
                  <a:pt x="511106" y="568602"/>
                </a:lnTo>
                <a:lnTo>
                  <a:pt x="510956" y="567187"/>
                </a:lnTo>
                <a:lnTo>
                  <a:pt x="510213" y="565584"/>
                </a:lnTo>
                <a:lnTo>
                  <a:pt x="509810" y="565254"/>
                </a:lnTo>
                <a:close/>
                <a:moveTo>
                  <a:pt x="199038" y="1249510"/>
                </a:moveTo>
                <a:lnTo>
                  <a:pt x="210758" y="1271325"/>
                </a:lnTo>
                <a:lnTo>
                  <a:pt x="220547" y="1277557"/>
                </a:lnTo>
                <a:lnTo>
                  <a:pt x="214799" y="1266506"/>
                </a:lnTo>
                <a:lnTo>
                  <a:pt x="203785" y="1253797"/>
                </a:lnTo>
                <a:close/>
                <a:moveTo>
                  <a:pt x="505929" y="562073"/>
                </a:moveTo>
                <a:lnTo>
                  <a:pt x="505474" y="563317"/>
                </a:lnTo>
                <a:lnTo>
                  <a:pt x="509312" y="564845"/>
                </a:lnTo>
                <a:close/>
                <a:moveTo>
                  <a:pt x="327095" y="962431"/>
                </a:moveTo>
                <a:lnTo>
                  <a:pt x="327223" y="963133"/>
                </a:lnTo>
                <a:lnTo>
                  <a:pt x="327426" y="963313"/>
                </a:lnTo>
                <a:lnTo>
                  <a:pt x="327330" y="962544"/>
                </a:lnTo>
                <a:close/>
                <a:moveTo>
                  <a:pt x="274953" y="1079107"/>
                </a:moveTo>
                <a:lnTo>
                  <a:pt x="278481" y="1088254"/>
                </a:lnTo>
                <a:lnTo>
                  <a:pt x="277462" y="1081893"/>
                </a:lnTo>
                <a:lnTo>
                  <a:pt x="276346" y="1080871"/>
                </a:lnTo>
                <a:close/>
                <a:moveTo>
                  <a:pt x="427129" y="738278"/>
                </a:moveTo>
                <a:lnTo>
                  <a:pt x="427393" y="739352"/>
                </a:lnTo>
                <a:lnTo>
                  <a:pt x="427650" y="738524"/>
                </a:lnTo>
                <a:close/>
                <a:moveTo>
                  <a:pt x="318611" y="981206"/>
                </a:moveTo>
                <a:lnTo>
                  <a:pt x="318428" y="982595"/>
                </a:lnTo>
                <a:lnTo>
                  <a:pt x="320544" y="986371"/>
                </a:lnTo>
                <a:lnTo>
                  <a:pt x="319918" y="984216"/>
                </a:lnTo>
                <a:close/>
                <a:moveTo>
                  <a:pt x="303007" y="1016127"/>
                </a:moveTo>
                <a:lnTo>
                  <a:pt x="303030" y="1016402"/>
                </a:lnTo>
                <a:lnTo>
                  <a:pt x="307258" y="1022842"/>
                </a:lnTo>
                <a:lnTo>
                  <a:pt x="307223" y="1022660"/>
                </a:lnTo>
                <a:close/>
                <a:moveTo>
                  <a:pt x="300758" y="1021034"/>
                </a:moveTo>
                <a:lnTo>
                  <a:pt x="301092" y="1023403"/>
                </a:lnTo>
                <a:lnTo>
                  <a:pt x="303037" y="1026407"/>
                </a:lnTo>
                <a:lnTo>
                  <a:pt x="302677" y="1022097"/>
                </a:lnTo>
                <a:close/>
                <a:moveTo>
                  <a:pt x="581022" y="393421"/>
                </a:moveTo>
                <a:lnTo>
                  <a:pt x="579823" y="399552"/>
                </a:lnTo>
                <a:lnTo>
                  <a:pt x="581872" y="412520"/>
                </a:lnTo>
                <a:lnTo>
                  <a:pt x="584955" y="415528"/>
                </a:lnTo>
                <a:lnTo>
                  <a:pt x="597323" y="423237"/>
                </a:lnTo>
                <a:lnTo>
                  <a:pt x="598032" y="405773"/>
                </a:lnTo>
                <a:lnTo>
                  <a:pt x="590473" y="400198"/>
                </a:lnTo>
                <a:close/>
                <a:moveTo>
                  <a:pt x="511222" y="549698"/>
                </a:moveTo>
                <a:lnTo>
                  <a:pt x="511742" y="555907"/>
                </a:lnTo>
                <a:lnTo>
                  <a:pt x="513974" y="560723"/>
                </a:lnTo>
                <a:lnTo>
                  <a:pt x="519026" y="562616"/>
                </a:lnTo>
                <a:lnTo>
                  <a:pt x="518781" y="551880"/>
                </a:lnTo>
                <a:close/>
                <a:moveTo>
                  <a:pt x="463066" y="657509"/>
                </a:moveTo>
                <a:lnTo>
                  <a:pt x="463202" y="657568"/>
                </a:lnTo>
                <a:lnTo>
                  <a:pt x="463203" y="657523"/>
                </a:lnTo>
                <a:close/>
                <a:moveTo>
                  <a:pt x="490428" y="596237"/>
                </a:moveTo>
                <a:lnTo>
                  <a:pt x="490931" y="597949"/>
                </a:lnTo>
                <a:lnTo>
                  <a:pt x="491353" y="596794"/>
                </a:lnTo>
                <a:close/>
                <a:moveTo>
                  <a:pt x="357658" y="893393"/>
                </a:moveTo>
                <a:lnTo>
                  <a:pt x="359094" y="896781"/>
                </a:lnTo>
                <a:lnTo>
                  <a:pt x="359097" y="894487"/>
                </a:lnTo>
                <a:close/>
                <a:moveTo>
                  <a:pt x="463673" y="655606"/>
                </a:moveTo>
                <a:lnTo>
                  <a:pt x="463652" y="656093"/>
                </a:lnTo>
                <a:lnTo>
                  <a:pt x="463919" y="656117"/>
                </a:lnTo>
                <a:close/>
                <a:moveTo>
                  <a:pt x="451534" y="682786"/>
                </a:moveTo>
                <a:lnTo>
                  <a:pt x="449293" y="699282"/>
                </a:lnTo>
                <a:lnTo>
                  <a:pt x="449541" y="700727"/>
                </a:lnTo>
                <a:lnTo>
                  <a:pt x="454701" y="702523"/>
                </a:lnTo>
                <a:lnTo>
                  <a:pt x="457273" y="694217"/>
                </a:lnTo>
                <a:lnTo>
                  <a:pt x="456175" y="690142"/>
                </a:lnTo>
                <a:lnTo>
                  <a:pt x="456292" y="689865"/>
                </a:lnTo>
                <a:lnTo>
                  <a:pt x="457374" y="693886"/>
                </a:lnTo>
                <a:lnTo>
                  <a:pt x="458926" y="688878"/>
                </a:lnTo>
                <a:close/>
                <a:moveTo>
                  <a:pt x="400575" y="796758"/>
                </a:moveTo>
                <a:lnTo>
                  <a:pt x="402898" y="801615"/>
                </a:lnTo>
                <a:lnTo>
                  <a:pt x="402904" y="797223"/>
                </a:lnTo>
                <a:close/>
                <a:moveTo>
                  <a:pt x="411370" y="772411"/>
                </a:moveTo>
                <a:lnTo>
                  <a:pt x="411554" y="775031"/>
                </a:lnTo>
                <a:lnTo>
                  <a:pt x="413329" y="775883"/>
                </a:lnTo>
                <a:lnTo>
                  <a:pt x="412476" y="772804"/>
                </a:lnTo>
                <a:close/>
                <a:moveTo>
                  <a:pt x="225495" y="1188603"/>
                </a:moveTo>
                <a:lnTo>
                  <a:pt x="227333" y="1191480"/>
                </a:lnTo>
                <a:lnTo>
                  <a:pt x="229321" y="1194039"/>
                </a:lnTo>
                <a:lnTo>
                  <a:pt x="233531" y="1199307"/>
                </a:lnTo>
                <a:lnTo>
                  <a:pt x="236792" y="1201422"/>
                </a:lnTo>
                <a:lnTo>
                  <a:pt x="233722" y="1195556"/>
                </a:lnTo>
                <a:lnTo>
                  <a:pt x="225950" y="1189017"/>
                </a:lnTo>
                <a:close/>
                <a:moveTo>
                  <a:pt x="260338" y="1110372"/>
                </a:moveTo>
                <a:lnTo>
                  <a:pt x="262274" y="1118258"/>
                </a:lnTo>
                <a:lnTo>
                  <a:pt x="262278" y="1118265"/>
                </a:lnTo>
                <a:lnTo>
                  <a:pt x="264847" y="1121375"/>
                </a:lnTo>
                <a:lnTo>
                  <a:pt x="262876" y="1115380"/>
                </a:lnTo>
                <a:lnTo>
                  <a:pt x="261967" y="1112192"/>
                </a:lnTo>
                <a:close/>
                <a:moveTo>
                  <a:pt x="339450" y="933155"/>
                </a:moveTo>
                <a:lnTo>
                  <a:pt x="340718" y="940188"/>
                </a:lnTo>
                <a:lnTo>
                  <a:pt x="341043" y="940201"/>
                </a:lnTo>
                <a:lnTo>
                  <a:pt x="341212" y="936119"/>
                </a:lnTo>
                <a:close/>
                <a:moveTo>
                  <a:pt x="342275" y="926610"/>
                </a:moveTo>
                <a:lnTo>
                  <a:pt x="342274" y="926633"/>
                </a:lnTo>
                <a:lnTo>
                  <a:pt x="342272" y="927617"/>
                </a:lnTo>
                <a:lnTo>
                  <a:pt x="347234" y="935567"/>
                </a:lnTo>
                <a:lnTo>
                  <a:pt x="347224" y="935106"/>
                </a:lnTo>
                <a:close/>
                <a:moveTo>
                  <a:pt x="408042" y="779335"/>
                </a:moveTo>
                <a:lnTo>
                  <a:pt x="408177" y="779527"/>
                </a:lnTo>
                <a:lnTo>
                  <a:pt x="408165" y="779394"/>
                </a:lnTo>
                <a:close/>
                <a:moveTo>
                  <a:pt x="510240" y="550281"/>
                </a:moveTo>
                <a:lnTo>
                  <a:pt x="509752" y="551614"/>
                </a:lnTo>
                <a:lnTo>
                  <a:pt x="510482" y="553191"/>
                </a:lnTo>
                <a:close/>
                <a:moveTo>
                  <a:pt x="422497" y="746533"/>
                </a:moveTo>
                <a:lnTo>
                  <a:pt x="423687" y="751321"/>
                </a:lnTo>
                <a:lnTo>
                  <a:pt x="424729" y="747955"/>
                </a:lnTo>
                <a:close/>
                <a:moveTo>
                  <a:pt x="347585" y="914262"/>
                </a:moveTo>
                <a:lnTo>
                  <a:pt x="347728" y="920644"/>
                </a:lnTo>
                <a:lnTo>
                  <a:pt x="348023" y="925386"/>
                </a:lnTo>
                <a:lnTo>
                  <a:pt x="351994" y="939776"/>
                </a:lnTo>
                <a:lnTo>
                  <a:pt x="352506" y="940654"/>
                </a:lnTo>
                <a:lnTo>
                  <a:pt x="353739" y="940703"/>
                </a:lnTo>
                <a:lnTo>
                  <a:pt x="351681" y="931247"/>
                </a:lnTo>
                <a:lnTo>
                  <a:pt x="348998" y="928241"/>
                </a:lnTo>
                <a:lnTo>
                  <a:pt x="349011" y="927832"/>
                </a:lnTo>
                <a:lnTo>
                  <a:pt x="351560" y="930689"/>
                </a:lnTo>
                <a:lnTo>
                  <a:pt x="348511" y="916677"/>
                </a:lnTo>
                <a:lnTo>
                  <a:pt x="348215" y="915228"/>
                </a:lnTo>
                <a:close/>
                <a:moveTo>
                  <a:pt x="202296" y="1239561"/>
                </a:moveTo>
                <a:lnTo>
                  <a:pt x="202673" y="1240155"/>
                </a:lnTo>
                <a:lnTo>
                  <a:pt x="202890" y="1240352"/>
                </a:lnTo>
                <a:lnTo>
                  <a:pt x="202386" y="1239647"/>
                </a:lnTo>
                <a:close/>
                <a:moveTo>
                  <a:pt x="269640" y="1088690"/>
                </a:moveTo>
                <a:lnTo>
                  <a:pt x="270229" y="1092332"/>
                </a:lnTo>
                <a:lnTo>
                  <a:pt x="270476" y="1092547"/>
                </a:lnTo>
                <a:lnTo>
                  <a:pt x="270045" y="1088971"/>
                </a:lnTo>
                <a:close/>
                <a:moveTo>
                  <a:pt x="473533" y="632073"/>
                </a:moveTo>
                <a:lnTo>
                  <a:pt x="472155" y="641944"/>
                </a:lnTo>
                <a:lnTo>
                  <a:pt x="474022" y="643161"/>
                </a:lnTo>
                <a:lnTo>
                  <a:pt x="473858" y="632244"/>
                </a:lnTo>
                <a:close/>
                <a:moveTo>
                  <a:pt x="305151" y="1009084"/>
                </a:moveTo>
                <a:lnTo>
                  <a:pt x="307548" y="1021430"/>
                </a:lnTo>
                <a:lnTo>
                  <a:pt x="308489" y="1022888"/>
                </a:lnTo>
                <a:lnTo>
                  <a:pt x="308766" y="1017607"/>
                </a:lnTo>
                <a:close/>
                <a:moveTo>
                  <a:pt x="481949" y="613113"/>
                </a:moveTo>
                <a:lnTo>
                  <a:pt x="482283" y="614527"/>
                </a:lnTo>
                <a:lnTo>
                  <a:pt x="484365" y="615907"/>
                </a:lnTo>
                <a:lnTo>
                  <a:pt x="485137" y="613793"/>
                </a:lnTo>
                <a:close/>
                <a:moveTo>
                  <a:pt x="243593" y="1146669"/>
                </a:moveTo>
                <a:lnTo>
                  <a:pt x="245539" y="1149637"/>
                </a:lnTo>
                <a:lnTo>
                  <a:pt x="244149" y="1147280"/>
                </a:lnTo>
                <a:close/>
                <a:moveTo>
                  <a:pt x="289647" y="1043447"/>
                </a:moveTo>
                <a:lnTo>
                  <a:pt x="289987" y="1045340"/>
                </a:lnTo>
                <a:lnTo>
                  <a:pt x="291431" y="1047472"/>
                </a:lnTo>
                <a:lnTo>
                  <a:pt x="290274" y="1044634"/>
                </a:lnTo>
                <a:lnTo>
                  <a:pt x="290276" y="1044629"/>
                </a:lnTo>
                <a:close/>
                <a:moveTo>
                  <a:pt x="399802" y="796605"/>
                </a:moveTo>
                <a:lnTo>
                  <a:pt x="399736" y="800353"/>
                </a:lnTo>
                <a:lnTo>
                  <a:pt x="402889" y="809411"/>
                </a:lnTo>
                <a:lnTo>
                  <a:pt x="402898" y="802719"/>
                </a:lnTo>
                <a:lnTo>
                  <a:pt x="399968" y="796637"/>
                </a:lnTo>
                <a:close/>
                <a:moveTo>
                  <a:pt x="429627" y="729781"/>
                </a:moveTo>
                <a:lnTo>
                  <a:pt x="429674" y="731991"/>
                </a:lnTo>
                <a:lnTo>
                  <a:pt x="430151" y="730449"/>
                </a:lnTo>
                <a:close/>
                <a:moveTo>
                  <a:pt x="333676" y="944548"/>
                </a:moveTo>
                <a:lnTo>
                  <a:pt x="334371" y="946657"/>
                </a:lnTo>
                <a:lnTo>
                  <a:pt x="336421" y="949254"/>
                </a:lnTo>
                <a:lnTo>
                  <a:pt x="338010" y="950708"/>
                </a:lnTo>
                <a:lnTo>
                  <a:pt x="337576" y="948995"/>
                </a:lnTo>
                <a:close/>
                <a:moveTo>
                  <a:pt x="348606" y="911052"/>
                </a:moveTo>
                <a:lnTo>
                  <a:pt x="349403" y="914496"/>
                </a:lnTo>
                <a:lnTo>
                  <a:pt x="354556" y="918851"/>
                </a:lnTo>
                <a:lnTo>
                  <a:pt x="353006" y="912617"/>
                </a:lnTo>
                <a:close/>
                <a:moveTo>
                  <a:pt x="446579" y="691619"/>
                </a:moveTo>
                <a:lnTo>
                  <a:pt x="446024" y="693410"/>
                </a:lnTo>
                <a:lnTo>
                  <a:pt x="444765" y="699064"/>
                </a:lnTo>
                <a:lnTo>
                  <a:pt x="446812" y="699775"/>
                </a:lnTo>
                <a:lnTo>
                  <a:pt x="446365" y="693212"/>
                </a:lnTo>
                <a:lnTo>
                  <a:pt x="446497" y="693016"/>
                </a:lnTo>
                <a:lnTo>
                  <a:pt x="446963" y="699829"/>
                </a:lnTo>
                <a:lnTo>
                  <a:pt x="448054" y="700208"/>
                </a:lnTo>
                <a:close/>
                <a:moveTo>
                  <a:pt x="480317" y="616060"/>
                </a:moveTo>
                <a:lnTo>
                  <a:pt x="480323" y="616410"/>
                </a:lnTo>
                <a:lnTo>
                  <a:pt x="480599" y="624436"/>
                </a:lnTo>
                <a:lnTo>
                  <a:pt x="480908" y="625358"/>
                </a:lnTo>
                <a:lnTo>
                  <a:pt x="483121" y="619305"/>
                </a:lnTo>
                <a:lnTo>
                  <a:pt x="482734" y="617662"/>
                </a:lnTo>
                <a:close/>
                <a:moveTo>
                  <a:pt x="347564" y="913320"/>
                </a:moveTo>
                <a:lnTo>
                  <a:pt x="347565" y="913385"/>
                </a:lnTo>
                <a:lnTo>
                  <a:pt x="347960" y="913971"/>
                </a:lnTo>
                <a:lnTo>
                  <a:pt x="347883" y="913589"/>
                </a:lnTo>
                <a:close/>
                <a:moveTo>
                  <a:pt x="399807" y="796303"/>
                </a:moveTo>
                <a:lnTo>
                  <a:pt x="399806" y="796350"/>
                </a:lnTo>
                <a:lnTo>
                  <a:pt x="399833" y="796356"/>
                </a:lnTo>
                <a:close/>
                <a:moveTo>
                  <a:pt x="230074" y="1176329"/>
                </a:moveTo>
                <a:lnTo>
                  <a:pt x="231590" y="1179474"/>
                </a:lnTo>
                <a:lnTo>
                  <a:pt x="244965" y="1199531"/>
                </a:lnTo>
                <a:lnTo>
                  <a:pt x="243991" y="1195565"/>
                </a:lnTo>
                <a:lnTo>
                  <a:pt x="241677" y="1190371"/>
                </a:lnTo>
                <a:close/>
                <a:moveTo>
                  <a:pt x="331813" y="948287"/>
                </a:moveTo>
                <a:lnTo>
                  <a:pt x="334201" y="952868"/>
                </a:lnTo>
                <a:lnTo>
                  <a:pt x="333847" y="950866"/>
                </a:lnTo>
                <a:close/>
                <a:moveTo>
                  <a:pt x="308957" y="999375"/>
                </a:moveTo>
                <a:lnTo>
                  <a:pt x="309608" y="1001542"/>
                </a:lnTo>
                <a:lnTo>
                  <a:pt x="309692" y="999934"/>
                </a:lnTo>
                <a:close/>
                <a:moveTo>
                  <a:pt x="463795" y="652649"/>
                </a:moveTo>
                <a:lnTo>
                  <a:pt x="463756" y="653582"/>
                </a:lnTo>
                <a:lnTo>
                  <a:pt x="464779" y="655590"/>
                </a:lnTo>
                <a:close/>
                <a:moveTo>
                  <a:pt x="425393" y="738600"/>
                </a:moveTo>
                <a:lnTo>
                  <a:pt x="425478" y="745537"/>
                </a:lnTo>
                <a:lnTo>
                  <a:pt x="426380" y="742624"/>
                </a:lnTo>
                <a:close/>
                <a:moveTo>
                  <a:pt x="283382" y="1056466"/>
                </a:moveTo>
                <a:lnTo>
                  <a:pt x="296325" y="1080952"/>
                </a:lnTo>
                <a:lnTo>
                  <a:pt x="295269" y="1075515"/>
                </a:lnTo>
                <a:close/>
                <a:moveTo>
                  <a:pt x="366362" y="870636"/>
                </a:moveTo>
                <a:lnTo>
                  <a:pt x="367391" y="873008"/>
                </a:lnTo>
                <a:lnTo>
                  <a:pt x="367420" y="873075"/>
                </a:lnTo>
                <a:lnTo>
                  <a:pt x="367449" y="872538"/>
                </a:lnTo>
                <a:close/>
                <a:moveTo>
                  <a:pt x="473825" y="629986"/>
                </a:moveTo>
                <a:lnTo>
                  <a:pt x="473732" y="630653"/>
                </a:lnTo>
                <a:lnTo>
                  <a:pt x="473836" y="630708"/>
                </a:lnTo>
                <a:close/>
                <a:moveTo>
                  <a:pt x="325638" y="961731"/>
                </a:moveTo>
                <a:lnTo>
                  <a:pt x="326975" y="962913"/>
                </a:lnTo>
                <a:lnTo>
                  <a:pt x="326867" y="962321"/>
                </a:lnTo>
                <a:close/>
                <a:moveTo>
                  <a:pt x="514167" y="539546"/>
                </a:moveTo>
                <a:lnTo>
                  <a:pt x="511080" y="547988"/>
                </a:lnTo>
                <a:lnTo>
                  <a:pt x="511195" y="549369"/>
                </a:lnTo>
                <a:lnTo>
                  <a:pt x="518774" y="551558"/>
                </a:lnTo>
                <a:lnTo>
                  <a:pt x="518760" y="550921"/>
                </a:lnTo>
                <a:lnTo>
                  <a:pt x="515809" y="549248"/>
                </a:lnTo>
                <a:lnTo>
                  <a:pt x="515981" y="549221"/>
                </a:lnTo>
                <a:lnTo>
                  <a:pt x="518757" y="550796"/>
                </a:lnTo>
                <a:lnTo>
                  <a:pt x="518730" y="549626"/>
                </a:lnTo>
                <a:lnTo>
                  <a:pt x="515060" y="546648"/>
                </a:lnTo>
                <a:lnTo>
                  <a:pt x="515321" y="546652"/>
                </a:lnTo>
                <a:lnTo>
                  <a:pt x="518725" y="549415"/>
                </a:lnTo>
                <a:lnTo>
                  <a:pt x="518613" y="544499"/>
                </a:lnTo>
                <a:lnTo>
                  <a:pt x="518154" y="542807"/>
                </a:lnTo>
                <a:close/>
                <a:moveTo>
                  <a:pt x="516020" y="534942"/>
                </a:moveTo>
                <a:lnTo>
                  <a:pt x="514545" y="538529"/>
                </a:lnTo>
                <a:lnTo>
                  <a:pt x="517691" y="541101"/>
                </a:lnTo>
                <a:close/>
                <a:moveTo>
                  <a:pt x="390658" y="815635"/>
                </a:moveTo>
                <a:lnTo>
                  <a:pt x="392383" y="822573"/>
                </a:lnTo>
                <a:lnTo>
                  <a:pt x="392536" y="822904"/>
                </a:lnTo>
                <a:lnTo>
                  <a:pt x="392989" y="819074"/>
                </a:lnTo>
                <a:close/>
                <a:moveTo>
                  <a:pt x="350782" y="904864"/>
                </a:moveTo>
                <a:lnTo>
                  <a:pt x="351983" y="908500"/>
                </a:lnTo>
                <a:lnTo>
                  <a:pt x="351429" y="906271"/>
                </a:lnTo>
                <a:close/>
                <a:moveTo>
                  <a:pt x="348093" y="910869"/>
                </a:moveTo>
                <a:lnTo>
                  <a:pt x="348765" y="913957"/>
                </a:lnTo>
                <a:lnTo>
                  <a:pt x="349049" y="914197"/>
                </a:lnTo>
                <a:lnTo>
                  <a:pt x="348349" y="911173"/>
                </a:lnTo>
                <a:lnTo>
                  <a:pt x="348435" y="910991"/>
                </a:lnTo>
                <a:close/>
                <a:moveTo>
                  <a:pt x="516619" y="533485"/>
                </a:moveTo>
                <a:lnTo>
                  <a:pt x="516120" y="534698"/>
                </a:lnTo>
                <a:lnTo>
                  <a:pt x="517905" y="541276"/>
                </a:lnTo>
                <a:lnTo>
                  <a:pt x="518552" y="541806"/>
                </a:lnTo>
                <a:lnTo>
                  <a:pt x="518509" y="539899"/>
                </a:lnTo>
                <a:lnTo>
                  <a:pt x="518665" y="539692"/>
                </a:lnTo>
                <a:lnTo>
                  <a:pt x="518715" y="541939"/>
                </a:lnTo>
                <a:lnTo>
                  <a:pt x="521553" y="544260"/>
                </a:lnTo>
                <a:lnTo>
                  <a:pt x="521563" y="536289"/>
                </a:lnTo>
                <a:close/>
                <a:moveTo>
                  <a:pt x="413470" y="764378"/>
                </a:moveTo>
                <a:lnTo>
                  <a:pt x="414532" y="766873"/>
                </a:lnTo>
                <a:lnTo>
                  <a:pt x="416654" y="768163"/>
                </a:lnTo>
                <a:lnTo>
                  <a:pt x="416620" y="768072"/>
                </a:lnTo>
                <a:lnTo>
                  <a:pt x="413818" y="764484"/>
                </a:lnTo>
                <a:close/>
                <a:moveTo>
                  <a:pt x="347531" y="911864"/>
                </a:moveTo>
                <a:lnTo>
                  <a:pt x="347555" y="912934"/>
                </a:lnTo>
                <a:lnTo>
                  <a:pt x="347789" y="913133"/>
                </a:lnTo>
                <a:close/>
                <a:moveTo>
                  <a:pt x="522964" y="518984"/>
                </a:moveTo>
                <a:lnTo>
                  <a:pt x="522959" y="522565"/>
                </a:lnTo>
                <a:lnTo>
                  <a:pt x="522990" y="520795"/>
                </a:lnTo>
                <a:lnTo>
                  <a:pt x="523088" y="519089"/>
                </a:lnTo>
                <a:close/>
                <a:moveTo>
                  <a:pt x="518196" y="529653"/>
                </a:moveTo>
                <a:lnTo>
                  <a:pt x="516675" y="533350"/>
                </a:lnTo>
                <a:lnTo>
                  <a:pt x="521564" y="536123"/>
                </a:lnTo>
                <a:lnTo>
                  <a:pt x="521571" y="530790"/>
                </a:lnTo>
                <a:lnTo>
                  <a:pt x="519180" y="529955"/>
                </a:lnTo>
                <a:close/>
                <a:moveTo>
                  <a:pt x="270597" y="1084037"/>
                </a:moveTo>
                <a:lnTo>
                  <a:pt x="271257" y="1088820"/>
                </a:lnTo>
                <a:lnTo>
                  <a:pt x="274672" y="1090995"/>
                </a:lnTo>
                <a:lnTo>
                  <a:pt x="274193" y="1089536"/>
                </a:lnTo>
                <a:close/>
                <a:moveTo>
                  <a:pt x="409961" y="771909"/>
                </a:moveTo>
                <a:lnTo>
                  <a:pt x="410376" y="774466"/>
                </a:lnTo>
                <a:lnTo>
                  <a:pt x="411266" y="774893"/>
                </a:lnTo>
                <a:lnTo>
                  <a:pt x="411086" y="772309"/>
                </a:lnTo>
                <a:close/>
                <a:moveTo>
                  <a:pt x="519582" y="526291"/>
                </a:moveTo>
                <a:lnTo>
                  <a:pt x="518453" y="529032"/>
                </a:lnTo>
                <a:lnTo>
                  <a:pt x="521572" y="529985"/>
                </a:lnTo>
                <a:lnTo>
                  <a:pt x="521574" y="528180"/>
                </a:lnTo>
                <a:close/>
                <a:moveTo>
                  <a:pt x="210716" y="1217862"/>
                </a:moveTo>
                <a:lnTo>
                  <a:pt x="212647" y="1223475"/>
                </a:lnTo>
                <a:lnTo>
                  <a:pt x="220923" y="1233378"/>
                </a:lnTo>
                <a:lnTo>
                  <a:pt x="219041" y="1228955"/>
                </a:lnTo>
                <a:close/>
                <a:moveTo>
                  <a:pt x="489591" y="593379"/>
                </a:moveTo>
                <a:lnTo>
                  <a:pt x="490286" y="595753"/>
                </a:lnTo>
                <a:lnTo>
                  <a:pt x="491203" y="596289"/>
                </a:lnTo>
                <a:close/>
                <a:moveTo>
                  <a:pt x="599249" y="347782"/>
                </a:moveTo>
                <a:lnTo>
                  <a:pt x="601306" y="360803"/>
                </a:lnTo>
                <a:lnTo>
                  <a:pt x="602878" y="366341"/>
                </a:lnTo>
                <a:lnTo>
                  <a:pt x="628409" y="387633"/>
                </a:lnTo>
                <a:lnTo>
                  <a:pt x="630162" y="375909"/>
                </a:lnTo>
                <a:lnTo>
                  <a:pt x="620586" y="370371"/>
                </a:lnTo>
                <a:lnTo>
                  <a:pt x="621181" y="370285"/>
                </a:lnTo>
                <a:lnTo>
                  <a:pt x="630221" y="375515"/>
                </a:lnTo>
                <a:lnTo>
                  <a:pt x="631044" y="370013"/>
                </a:lnTo>
                <a:lnTo>
                  <a:pt x="630490" y="366340"/>
                </a:lnTo>
                <a:lnTo>
                  <a:pt x="602356" y="349577"/>
                </a:lnTo>
                <a:close/>
                <a:moveTo>
                  <a:pt x="421458" y="745872"/>
                </a:moveTo>
                <a:lnTo>
                  <a:pt x="420679" y="752580"/>
                </a:lnTo>
                <a:lnTo>
                  <a:pt x="422304" y="756100"/>
                </a:lnTo>
                <a:lnTo>
                  <a:pt x="422800" y="754186"/>
                </a:lnTo>
                <a:lnTo>
                  <a:pt x="423366" y="752358"/>
                </a:lnTo>
                <a:lnTo>
                  <a:pt x="421809" y="746096"/>
                </a:lnTo>
                <a:close/>
                <a:moveTo>
                  <a:pt x="452409" y="676343"/>
                </a:moveTo>
                <a:lnTo>
                  <a:pt x="451581" y="682437"/>
                </a:lnTo>
                <a:lnTo>
                  <a:pt x="458936" y="688497"/>
                </a:lnTo>
                <a:lnTo>
                  <a:pt x="458115" y="678689"/>
                </a:lnTo>
                <a:lnTo>
                  <a:pt x="456334" y="676709"/>
                </a:lnTo>
                <a:close/>
                <a:moveTo>
                  <a:pt x="509224" y="549122"/>
                </a:moveTo>
                <a:lnTo>
                  <a:pt x="509272" y="549574"/>
                </a:lnTo>
                <a:lnTo>
                  <a:pt x="509434" y="549182"/>
                </a:lnTo>
                <a:close/>
                <a:moveTo>
                  <a:pt x="521583" y="521429"/>
                </a:moveTo>
                <a:lnTo>
                  <a:pt x="520147" y="524917"/>
                </a:lnTo>
                <a:lnTo>
                  <a:pt x="521577" y="526086"/>
                </a:lnTo>
                <a:close/>
                <a:moveTo>
                  <a:pt x="224126" y="1187355"/>
                </a:moveTo>
                <a:lnTo>
                  <a:pt x="224936" y="1188396"/>
                </a:lnTo>
                <a:lnTo>
                  <a:pt x="224472" y="1187669"/>
                </a:lnTo>
                <a:close/>
                <a:moveTo>
                  <a:pt x="270514" y="1083440"/>
                </a:moveTo>
                <a:lnTo>
                  <a:pt x="270516" y="1083450"/>
                </a:lnTo>
                <a:lnTo>
                  <a:pt x="273887" y="1088606"/>
                </a:lnTo>
                <a:lnTo>
                  <a:pt x="272930" y="1085693"/>
                </a:lnTo>
                <a:close/>
                <a:moveTo>
                  <a:pt x="525134" y="513216"/>
                </a:moveTo>
                <a:lnTo>
                  <a:pt x="525129" y="517625"/>
                </a:lnTo>
                <a:lnTo>
                  <a:pt x="526917" y="519117"/>
                </a:lnTo>
                <a:close/>
                <a:moveTo>
                  <a:pt x="481454" y="611012"/>
                </a:moveTo>
                <a:lnTo>
                  <a:pt x="481813" y="612536"/>
                </a:lnTo>
                <a:lnTo>
                  <a:pt x="485340" y="613239"/>
                </a:lnTo>
                <a:lnTo>
                  <a:pt x="485624" y="612462"/>
                </a:lnTo>
                <a:close/>
                <a:moveTo>
                  <a:pt x="429570" y="726963"/>
                </a:moveTo>
                <a:lnTo>
                  <a:pt x="429618" y="729358"/>
                </a:lnTo>
                <a:lnTo>
                  <a:pt x="430242" y="730156"/>
                </a:lnTo>
                <a:lnTo>
                  <a:pt x="430520" y="729257"/>
                </a:lnTo>
                <a:close/>
                <a:moveTo>
                  <a:pt x="488468" y="595052"/>
                </a:moveTo>
                <a:lnTo>
                  <a:pt x="488583" y="604369"/>
                </a:lnTo>
                <a:lnTo>
                  <a:pt x="489344" y="602288"/>
                </a:lnTo>
                <a:lnTo>
                  <a:pt x="488533" y="597576"/>
                </a:lnTo>
                <a:lnTo>
                  <a:pt x="488625" y="597408"/>
                </a:lnTo>
                <a:lnTo>
                  <a:pt x="489427" y="602062"/>
                </a:lnTo>
                <a:lnTo>
                  <a:pt x="490678" y="598639"/>
                </a:lnTo>
                <a:lnTo>
                  <a:pt x="489876" y="595902"/>
                </a:lnTo>
                <a:close/>
                <a:moveTo>
                  <a:pt x="468165" y="640472"/>
                </a:moveTo>
                <a:lnTo>
                  <a:pt x="471333" y="645147"/>
                </a:lnTo>
                <a:lnTo>
                  <a:pt x="471667" y="642754"/>
                </a:lnTo>
                <a:close/>
                <a:moveTo>
                  <a:pt x="413153" y="763634"/>
                </a:moveTo>
                <a:lnTo>
                  <a:pt x="413270" y="763909"/>
                </a:lnTo>
                <a:lnTo>
                  <a:pt x="413399" y="763949"/>
                </a:lnTo>
                <a:close/>
                <a:moveTo>
                  <a:pt x="402636" y="786979"/>
                </a:moveTo>
                <a:lnTo>
                  <a:pt x="402914" y="790296"/>
                </a:lnTo>
                <a:lnTo>
                  <a:pt x="402917" y="787656"/>
                </a:lnTo>
                <a:close/>
                <a:moveTo>
                  <a:pt x="338847" y="929814"/>
                </a:moveTo>
                <a:lnTo>
                  <a:pt x="339105" y="931249"/>
                </a:lnTo>
                <a:lnTo>
                  <a:pt x="340096" y="932877"/>
                </a:lnTo>
                <a:lnTo>
                  <a:pt x="339070" y="930172"/>
                </a:lnTo>
                <a:close/>
                <a:moveTo>
                  <a:pt x="367258" y="866118"/>
                </a:moveTo>
                <a:lnTo>
                  <a:pt x="367746" y="866892"/>
                </a:lnTo>
                <a:lnTo>
                  <a:pt x="367758" y="866654"/>
                </a:lnTo>
                <a:close/>
                <a:moveTo>
                  <a:pt x="449766" y="681329"/>
                </a:moveTo>
                <a:lnTo>
                  <a:pt x="447478" y="688716"/>
                </a:lnTo>
                <a:lnTo>
                  <a:pt x="448828" y="696572"/>
                </a:lnTo>
                <a:lnTo>
                  <a:pt x="450783" y="682168"/>
                </a:lnTo>
                <a:close/>
                <a:moveTo>
                  <a:pt x="526974" y="508329"/>
                </a:moveTo>
                <a:lnTo>
                  <a:pt x="525179" y="512688"/>
                </a:lnTo>
                <a:lnTo>
                  <a:pt x="527190" y="519345"/>
                </a:lnTo>
                <a:lnTo>
                  <a:pt x="545072" y="534265"/>
                </a:lnTo>
                <a:lnTo>
                  <a:pt x="544931" y="525678"/>
                </a:lnTo>
                <a:lnTo>
                  <a:pt x="543164" y="524353"/>
                </a:lnTo>
                <a:lnTo>
                  <a:pt x="527002" y="512561"/>
                </a:lnTo>
                <a:lnTo>
                  <a:pt x="527291" y="512550"/>
                </a:lnTo>
                <a:lnTo>
                  <a:pt x="544927" y="525416"/>
                </a:lnTo>
                <a:lnTo>
                  <a:pt x="544825" y="519244"/>
                </a:lnTo>
                <a:lnTo>
                  <a:pt x="543756" y="515698"/>
                </a:lnTo>
                <a:lnTo>
                  <a:pt x="540699" y="513127"/>
                </a:lnTo>
                <a:close/>
                <a:moveTo>
                  <a:pt x="197354" y="1246375"/>
                </a:moveTo>
                <a:lnTo>
                  <a:pt x="198085" y="1247737"/>
                </a:lnTo>
                <a:lnTo>
                  <a:pt x="200149" y="1249601"/>
                </a:lnTo>
                <a:close/>
                <a:moveTo>
                  <a:pt x="429789" y="725745"/>
                </a:moveTo>
                <a:lnTo>
                  <a:pt x="430830" y="728257"/>
                </a:lnTo>
                <a:lnTo>
                  <a:pt x="431426" y="726328"/>
                </a:lnTo>
                <a:close/>
                <a:moveTo>
                  <a:pt x="480247" y="612749"/>
                </a:moveTo>
                <a:lnTo>
                  <a:pt x="480257" y="613184"/>
                </a:lnTo>
                <a:lnTo>
                  <a:pt x="481940" y="614299"/>
                </a:lnTo>
                <a:lnTo>
                  <a:pt x="481645" y="613047"/>
                </a:lnTo>
                <a:close/>
                <a:moveTo>
                  <a:pt x="277878" y="1065852"/>
                </a:moveTo>
                <a:lnTo>
                  <a:pt x="278959" y="1071843"/>
                </a:lnTo>
                <a:lnTo>
                  <a:pt x="279671" y="1072724"/>
                </a:lnTo>
                <a:lnTo>
                  <a:pt x="284054" y="1076053"/>
                </a:lnTo>
                <a:close/>
                <a:moveTo>
                  <a:pt x="358490" y="885215"/>
                </a:moveTo>
                <a:lnTo>
                  <a:pt x="359106" y="888388"/>
                </a:lnTo>
                <a:lnTo>
                  <a:pt x="359110" y="885423"/>
                </a:lnTo>
                <a:close/>
                <a:moveTo>
                  <a:pt x="529037" y="503319"/>
                </a:moveTo>
                <a:lnTo>
                  <a:pt x="527510" y="507026"/>
                </a:lnTo>
                <a:lnTo>
                  <a:pt x="536827" y="509871"/>
                </a:lnTo>
                <a:close/>
                <a:moveTo>
                  <a:pt x="458944" y="660239"/>
                </a:moveTo>
                <a:lnTo>
                  <a:pt x="459559" y="667598"/>
                </a:lnTo>
                <a:lnTo>
                  <a:pt x="462688" y="670002"/>
                </a:lnTo>
                <a:lnTo>
                  <a:pt x="463061" y="660974"/>
                </a:lnTo>
                <a:close/>
                <a:moveTo>
                  <a:pt x="322597" y="965504"/>
                </a:moveTo>
                <a:lnTo>
                  <a:pt x="326245" y="984108"/>
                </a:lnTo>
                <a:lnTo>
                  <a:pt x="327046" y="987629"/>
                </a:lnTo>
                <a:lnTo>
                  <a:pt x="331505" y="992940"/>
                </a:lnTo>
                <a:lnTo>
                  <a:pt x="325040" y="977163"/>
                </a:lnTo>
                <a:lnTo>
                  <a:pt x="325132" y="976844"/>
                </a:lnTo>
                <a:lnTo>
                  <a:pt x="331939" y="993458"/>
                </a:lnTo>
                <a:lnTo>
                  <a:pt x="332786" y="994466"/>
                </a:lnTo>
                <a:lnTo>
                  <a:pt x="331860" y="989745"/>
                </a:lnTo>
                <a:lnTo>
                  <a:pt x="331266" y="986481"/>
                </a:lnTo>
                <a:lnTo>
                  <a:pt x="330528" y="982840"/>
                </a:lnTo>
                <a:lnTo>
                  <a:pt x="330495" y="982772"/>
                </a:lnTo>
                <a:lnTo>
                  <a:pt x="323663" y="966739"/>
                </a:lnTo>
                <a:close/>
                <a:moveTo>
                  <a:pt x="232138" y="1168053"/>
                </a:moveTo>
                <a:lnTo>
                  <a:pt x="234452" y="1173246"/>
                </a:lnTo>
                <a:lnTo>
                  <a:pt x="237940" y="1180798"/>
                </a:lnTo>
                <a:lnTo>
                  <a:pt x="241224" y="1184294"/>
                </a:lnTo>
                <a:lnTo>
                  <a:pt x="240034" y="1179444"/>
                </a:lnTo>
                <a:lnTo>
                  <a:pt x="236518" y="1173923"/>
                </a:lnTo>
                <a:lnTo>
                  <a:pt x="236558" y="1173539"/>
                </a:lnTo>
                <a:lnTo>
                  <a:pt x="239855" y="1178717"/>
                </a:lnTo>
                <a:lnTo>
                  <a:pt x="239276" y="1176361"/>
                </a:lnTo>
                <a:lnTo>
                  <a:pt x="233953" y="1169059"/>
                </a:lnTo>
                <a:close/>
                <a:moveTo>
                  <a:pt x="374237" y="849809"/>
                </a:moveTo>
                <a:lnTo>
                  <a:pt x="374217" y="850206"/>
                </a:lnTo>
                <a:lnTo>
                  <a:pt x="376948" y="854111"/>
                </a:lnTo>
                <a:lnTo>
                  <a:pt x="376659" y="851811"/>
                </a:lnTo>
                <a:close/>
                <a:moveTo>
                  <a:pt x="212473" y="1211958"/>
                </a:moveTo>
                <a:lnTo>
                  <a:pt x="216072" y="1220415"/>
                </a:lnTo>
                <a:lnTo>
                  <a:pt x="219817" y="1225945"/>
                </a:lnTo>
                <a:lnTo>
                  <a:pt x="216773" y="1216700"/>
                </a:lnTo>
                <a:close/>
                <a:moveTo>
                  <a:pt x="515640" y="532930"/>
                </a:moveTo>
                <a:lnTo>
                  <a:pt x="515833" y="533638"/>
                </a:lnTo>
                <a:lnTo>
                  <a:pt x="516032" y="533152"/>
                </a:lnTo>
                <a:close/>
                <a:moveTo>
                  <a:pt x="508500" y="548913"/>
                </a:moveTo>
                <a:lnTo>
                  <a:pt x="509053" y="550106"/>
                </a:lnTo>
                <a:lnTo>
                  <a:pt x="509124" y="549934"/>
                </a:lnTo>
                <a:lnTo>
                  <a:pt x="509032" y="549066"/>
                </a:lnTo>
                <a:close/>
                <a:moveTo>
                  <a:pt x="355372" y="891656"/>
                </a:moveTo>
                <a:lnTo>
                  <a:pt x="356330" y="896365"/>
                </a:lnTo>
                <a:lnTo>
                  <a:pt x="356608" y="897496"/>
                </a:lnTo>
                <a:lnTo>
                  <a:pt x="359088" y="901430"/>
                </a:lnTo>
                <a:lnTo>
                  <a:pt x="359091" y="899617"/>
                </a:lnTo>
                <a:lnTo>
                  <a:pt x="356386" y="893088"/>
                </a:lnTo>
                <a:lnTo>
                  <a:pt x="356006" y="892139"/>
                </a:lnTo>
                <a:close/>
                <a:moveTo>
                  <a:pt x="578577" y="391667"/>
                </a:moveTo>
                <a:lnTo>
                  <a:pt x="579196" y="395583"/>
                </a:lnTo>
                <a:lnTo>
                  <a:pt x="579792" y="392538"/>
                </a:lnTo>
                <a:close/>
                <a:moveTo>
                  <a:pt x="535880" y="487233"/>
                </a:moveTo>
                <a:lnTo>
                  <a:pt x="543295" y="511845"/>
                </a:lnTo>
                <a:lnTo>
                  <a:pt x="544711" y="512277"/>
                </a:lnTo>
                <a:lnTo>
                  <a:pt x="544568" y="503642"/>
                </a:lnTo>
                <a:lnTo>
                  <a:pt x="544963" y="503124"/>
                </a:lnTo>
                <a:lnTo>
                  <a:pt x="545115" y="512402"/>
                </a:lnTo>
                <a:lnTo>
                  <a:pt x="550457" y="514033"/>
                </a:lnTo>
                <a:lnTo>
                  <a:pt x="554507" y="515448"/>
                </a:lnTo>
                <a:lnTo>
                  <a:pt x="555259" y="509210"/>
                </a:lnTo>
                <a:lnTo>
                  <a:pt x="552884" y="501328"/>
                </a:lnTo>
                <a:lnTo>
                  <a:pt x="544567" y="493909"/>
                </a:lnTo>
                <a:close/>
                <a:moveTo>
                  <a:pt x="452881" y="672868"/>
                </a:moveTo>
                <a:lnTo>
                  <a:pt x="452673" y="674396"/>
                </a:lnTo>
                <a:lnTo>
                  <a:pt x="454399" y="674557"/>
                </a:lnTo>
                <a:close/>
                <a:moveTo>
                  <a:pt x="451340" y="676243"/>
                </a:moveTo>
                <a:lnTo>
                  <a:pt x="449861" y="681019"/>
                </a:lnTo>
                <a:lnTo>
                  <a:pt x="450831" y="681818"/>
                </a:lnTo>
                <a:lnTo>
                  <a:pt x="451585" y="676266"/>
                </a:lnTo>
                <a:close/>
                <a:moveTo>
                  <a:pt x="481091" y="609481"/>
                </a:moveTo>
                <a:lnTo>
                  <a:pt x="481239" y="610106"/>
                </a:lnTo>
                <a:lnTo>
                  <a:pt x="485894" y="611724"/>
                </a:lnTo>
                <a:lnTo>
                  <a:pt x="486470" y="610148"/>
                </a:lnTo>
                <a:close/>
                <a:moveTo>
                  <a:pt x="535383" y="487903"/>
                </a:moveTo>
                <a:lnTo>
                  <a:pt x="529193" y="502943"/>
                </a:lnTo>
                <a:lnTo>
                  <a:pt x="538053" y="510246"/>
                </a:lnTo>
                <a:lnTo>
                  <a:pt x="542525" y="511611"/>
                </a:lnTo>
                <a:close/>
                <a:moveTo>
                  <a:pt x="536159" y="486018"/>
                </a:moveTo>
                <a:lnTo>
                  <a:pt x="536012" y="486374"/>
                </a:lnTo>
                <a:lnTo>
                  <a:pt x="552105" y="498741"/>
                </a:lnTo>
                <a:lnTo>
                  <a:pt x="551880" y="497993"/>
                </a:lnTo>
                <a:close/>
                <a:moveTo>
                  <a:pt x="409783" y="768965"/>
                </a:moveTo>
                <a:lnTo>
                  <a:pt x="409816" y="769773"/>
                </a:lnTo>
                <a:lnTo>
                  <a:pt x="410599" y="770053"/>
                </a:lnTo>
                <a:close/>
                <a:moveTo>
                  <a:pt x="396998" y="797539"/>
                </a:moveTo>
                <a:lnTo>
                  <a:pt x="396791" y="799285"/>
                </a:lnTo>
                <a:lnTo>
                  <a:pt x="397943" y="802616"/>
                </a:lnTo>
                <a:lnTo>
                  <a:pt x="397976" y="800734"/>
                </a:lnTo>
                <a:close/>
                <a:moveTo>
                  <a:pt x="332652" y="941430"/>
                </a:moveTo>
                <a:lnTo>
                  <a:pt x="333346" y="943538"/>
                </a:lnTo>
                <a:lnTo>
                  <a:pt x="337352" y="948106"/>
                </a:lnTo>
                <a:lnTo>
                  <a:pt x="337191" y="947469"/>
                </a:lnTo>
                <a:close/>
                <a:moveTo>
                  <a:pt x="539497" y="477909"/>
                </a:moveTo>
                <a:lnTo>
                  <a:pt x="537223" y="483432"/>
                </a:lnTo>
                <a:lnTo>
                  <a:pt x="550552" y="493583"/>
                </a:lnTo>
                <a:lnTo>
                  <a:pt x="547978" y="485040"/>
                </a:lnTo>
                <a:close/>
                <a:moveTo>
                  <a:pt x="480202" y="610577"/>
                </a:moveTo>
                <a:lnTo>
                  <a:pt x="480236" y="612222"/>
                </a:lnTo>
                <a:lnTo>
                  <a:pt x="481509" y="612476"/>
                </a:lnTo>
                <a:lnTo>
                  <a:pt x="481138" y="610903"/>
                </a:lnTo>
                <a:close/>
                <a:moveTo>
                  <a:pt x="543817" y="468115"/>
                </a:moveTo>
                <a:lnTo>
                  <a:pt x="545278" y="472968"/>
                </a:lnTo>
                <a:lnTo>
                  <a:pt x="560975" y="479977"/>
                </a:lnTo>
                <a:lnTo>
                  <a:pt x="561092" y="479377"/>
                </a:lnTo>
                <a:close/>
                <a:moveTo>
                  <a:pt x="479292" y="612545"/>
                </a:moveTo>
                <a:lnTo>
                  <a:pt x="480108" y="613087"/>
                </a:lnTo>
                <a:lnTo>
                  <a:pt x="480101" y="612717"/>
                </a:lnTo>
                <a:close/>
                <a:moveTo>
                  <a:pt x="399914" y="790260"/>
                </a:moveTo>
                <a:lnTo>
                  <a:pt x="399827" y="795198"/>
                </a:lnTo>
                <a:lnTo>
                  <a:pt x="400438" y="796476"/>
                </a:lnTo>
                <a:lnTo>
                  <a:pt x="402905" y="796969"/>
                </a:lnTo>
                <a:lnTo>
                  <a:pt x="402906" y="795847"/>
                </a:lnTo>
                <a:lnTo>
                  <a:pt x="402469" y="793831"/>
                </a:lnTo>
                <a:lnTo>
                  <a:pt x="402286" y="792799"/>
                </a:lnTo>
                <a:close/>
                <a:moveTo>
                  <a:pt x="307950" y="996021"/>
                </a:moveTo>
                <a:lnTo>
                  <a:pt x="308513" y="997898"/>
                </a:lnTo>
                <a:lnTo>
                  <a:pt x="309737" y="998827"/>
                </a:lnTo>
                <a:close/>
                <a:moveTo>
                  <a:pt x="541630" y="472726"/>
                </a:moveTo>
                <a:lnTo>
                  <a:pt x="539763" y="477261"/>
                </a:lnTo>
                <a:lnTo>
                  <a:pt x="547573" y="483697"/>
                </a:lnTo>
                <a:lnTo>
                  <a:pt x="544679" y="474088"/>
                </a:lnTo>
                <a:close/>
                <a:moveTo>
                  <a:pt x="325871" y="955711"/>
                </a:moveTo>
                <a:lnTo>
                  <a:pt x="325900" y="955864"/>
                </a:lnTo>
                <a:lnTo>
                  <a:pt x="325946" y="955887"/>
                </a:lnTo>
                <a:close/>
                <a:moveTo>
                  <a:pt x="458765" y="658098"/>
                </a:moveTo>
                <a:lnTo>
                  <a:pt x="458852" y="659153"/>
                </a:lnTo>
                <a:lnTo>
                  <a:pt x="462865" y="659869"/>
                </a:lnTo>
                <a:close/>
                <a:moveTo>
                  <a:pt x="401610" y="786037"/>
                </a:moveTo>
                <a:lnTo>
                  <a:pt x="402564" y="790426"/>
                </a:lnTo>
                <a:lnTo>
                  <a:pt x="402232" y="786448"/>
                </a:lnTo>
                <a:close/>
                <a:moveTo>
                  <a:pt x="543154" y="469026"/>
                </a:moveTo>
                <a:lnTo>
                  <a:pt x="542113" y="471554"/>
                </a:lnTo>
                <a:lnTo>
                  <a:pt x="544195" y="472484"/>
                </a:lnTo>
                <a:close/>
                <a:moveTo>
                  <a:pt x="478080" y="614578"/>
                </a:moveTo>
                <a:lnTo>
                  <a:pt x="478819" y="619122"/>
                </a:lnTo>
                <a:lnTo>
                  <a:pt x="480330" y="623632"/>
                </a:lnTo>
                <a:lnTo>
                  <a:pt x="480170" y="615963"/>
                </a:lnTo>
                <a:close/>
                <a:moveTo>
                  <a:pt x="480822" y="608340"/>
                </a:moveTo>
                <a:lnTo>
                  <a:pt x="481058" y="609342"/>
                </a:lnTo>
                <a:lnTo>
                  <a:pt x="486518" y="610018"/>
                </a:lnTo>
                <a:lnTo>
                  <a:pt x="486687" y="609555"/>
                </a:lnTo>
                <a:lnTo>
                  <a:pt x="483489" y="608872"/>
                </a:lnTo>
                <a:close/>
                <a:moveTo>
                  <a:pt x="488422" y="591270"/>
                </a:moveTo>
                <a:lnTo>
                  <a:pt x="488464" y="594685"/>
                </a:lnTo>
                <a:lnTo>
                  <a:pt x="489738" y="595431"/>
                </a:lnTo>
                <a:lnTo>
                  <a:pt x="488627" y="591638"/>
                </a:lnTo>
                <a:close/>
                <a:moveTo>
                  <a:pt x="240302" y="1146704"/>
                </a:moveTo>
                <a:lnTo>
                  <a:pt x="244136" y="1150166"/>
                </a:lnTo>
                <a:lnTo>
                  <a:pt x="243282" y="1149443"/>
                </a:lnTo>
                <a:close/>
                <a:moveTo>
                  <a:pt x="286000" y="1044291"/>
                </a:moveTo>
                <a:lnTo>
                  <a:pt x="286138" y="1044691"/>
                </a:lnTo>
                <a:lnTo>
                  <a:pt x="286318" y="1044907"/>
                </a:lnTo>
                <a:close/>
                <a:moveTo>
                  <a:pt x="480176" y="609368"/>
                </a:moveTo>
                <a:lnTo>
                  <a:pt x="480184" y="609740"/>
                </a:lnTo>
                <a:lnTo>
                  <a:pt x="480924" y="609997"/>
                </a:lnTo>
                <a:lnTo>
                  <a:pt x="480795" y="609444"/>
                </a:lnTo>
                <a:close/>
                <a:moveTo>
                  <a:pt x="562504" y="425018"/>
                </a:moveTo>
                <a:lnTo>
                  <a:pt x="563699" y="436280"/>
                </a:lnTo>
                <a:lnTo>
                  <a:pt x="565764" y="453536"/>
                </a:lnTo>
                <a:lnTo>
                  <a:pt x="566118" y="453677"/>
                </a:lnTo>
                <a:lnTo>
                  <a:pt x="567532" y="446468"/>
                </a:lnTo>
                <a:lnTo>
                  <a:pt x="570857" y="432465"/>
                </a:lnTo>
                <a:close/>
                <a:moveTo>
                  <a:pt x="322138" y="963161"/>
                </a:moveTo>
                <a:lnTo>
                  <a:pt x="322484" y="964930"/>
                </a:lnTo>
                <a:lnTo>
                  <a:pt x="323290" y="965863"/>
                </a:lnTo>
                <a:close/>
                <a:moveTo>
                  <a:pt x="209704" y="1214921"/>
                </a:moveTo>
                <a:lnTo>
                  <a:pt x="210190" y="1216334"/>
                </a:lnTo>
                <a:lnTo>
                  <a:pt x="215015" y="1222763"/>
                </a:lnTo>
                <a:close/>
                <a:moveTo>
                  <a:pt x="551118" y="450241"/>
                </a:moveTo>
                <a:lnTo>
                  <a:pt x="563236" y="462875"/>
                </a:lnTo>
                <a:lnTo>
                  <a:pt x="564229" y="463343"/>
                </a:lnTo>
                <a:lnTo>
                  <a:pt x="565656" y="456048"/>
                </a:lnTo>
                <a:close/>
                <a:moveTo>
                  <a:pt x="548421" y="456230"/>
                </a:moveTo>
                <a:lnTo>
                  <a:pt x="543998" y="466973"/>
                </a:lnTo>
                <a:lnTo>
                  <a:pt x="561304" y="478296"/>
                </a:lnTo>
                <a:lnTo>
                  <a:pt x="563228" y="468461"/>
                </a:lnTo>
                <a:lnTo>
                  <a:pt x="550740" y="457322"/>
                </a:lnTo>
                <a:close/>
                <a:moveTo>
                  <a:pt x="548702" y="455549"/>
                </a:moveTo>
                <a:lnTo>
                  <a:pt x="548536" y="455951"/>
                </a:lnTo>
                <a:lnTo>
                  <a:pt x="549950" y="456617"/>
                </a:lnTo>
                <a:lnTo>
                  <a:pt x="549066" y="455828"/>
                </a:lnTo>
                <a:close/>
                <a:moveTo>
                  <a:pt x="354910" y="889389"/>
                </a:moveTo>
                <a:lnTo>
                  <a:pt x="355167" y="890651"/>
                </a:lnTo>
                <a:lnTo>
                  <a:pt x="355520" y="890919"/>
                </a:lnTo>
                <a:close/>
                <a:moveTo>
                  <a:pt x="535323" y="485382"/>
                </a:moveTo>
                <a:lnTo>
                  <a:pt x="535481" y="485906"/>
                </a:lnTo>
                <a:lnTo>
                  <a:pt x="535607" y="485599"/>
                </a:lnTo>
                <a:close/>
                <a:moveTo>
                  <a:pt x="550828" y="450383"/>
                </a:moveTo>
                <a:lnTo>
                  <a:pt x="549105" y="454570"/>
                </a:lnTo>
                <a:lnTo>
                  <a:pt x="554648" y="458831"/>
                </a:lnTo>
                <a:lnTo>
                  <a:pt x="562228" y="462401"/>
                </a:lnTo>
                <a:lnTo>
                  <a:pt x="557681" y="457529"/>
                </a:lnTo>
                <a:close/>
                <a:moveTo>
                  <a:pt x="265783" y="1088642"/>
                </a:moveTo>
                <a:lnTo>
                  <a:pt x="268402" y="1094406"/>
                </a:lnTo>
                <a:lnTo>
                  <a:pt x="270644" y="1096391"/>
                </a:lnTo>
                <a:lnTo>
                  <a:pt x="269979" y="1092288"/>
                </a:lnTo>
                <a:close/>
                <a:moveTo>
                  <a:pt x="551647" y="448395"/>
                </a:moveTo>
                <a:lnTo>
                  <a:pt x="551057" y="449829"/>
                </a:lnTo>
                <a:lnTo>
                  <a:pt x="565727" y="455688"/>
                </a:lnTo>
                <a:lnTo>
                  <a:pt x="565761" y="455514"/>
                </a:lnTo>
                <a:lnTo>
                  <a:pt x="565571" y="453926"/>
                </a:lnTo>
                <a:close/>
                <a:moveTo>
                  <a:pt x="525143" y="507689"/>
                </a:moveTo>
                <a:lnTo>
                  <a:pt x="525138" y="511033"/>
                </a:lnTo>
                <a:lnTo>
                  <a:pt x="526343" y="508109"/>
                </a:lnTo>
                <a:close/>
                <a:moveTo>
                  <a:pt x="269919" y="1079134"/>
                </a:moveTo>
                <a:lnTo>
                  <a:pt x="270368" y="1082382"/>
                </a:lnTo>
                <a:lnTo>
                  <a:pt x="272493" y="1084364"/>
                </a:lnTo>
                <a:lnTo>
                  <a:pt x="271882" y="1082507"/>
                </a:lnTo>
                <a:close/>
                <a:moveTo>
                  <a:pt x="320730" y="965238"/>
                </a:moveTo>
                <a:lnTo>
                  <a:pt x="320362" y="968013"/>
                </a:lnTo>
                <a:lnTo>
                  <a:pt x="322390" y="974156"/>
                </a:lnTo>
                <a:close/>
                <a:moveTo>
                  <a:pt x="480152" y="608207"/>
                </a:moveTo>
                <a:lnTo>
                  <a:pt x="480174" y="609232"/>
                </a:lnTo>
                <a:lnTo>
                  <a:pt x="480761" y="609305"/>
                </a:lnTo>
                <a:lnTo>
                  <a:pt x="480520" y="608280"/>
                </a:lnTo>
                <a:close/>
                <a:moveTo>
                  <a:pt x="198849" y="1237924"/>
                </a:moveTo>
                <a:lnTo>
                  <a:pt x="203392" y="1243535"/>
                </a:lnTo>
                <a:lnTo>
                  <a:pt x="205887" y="1246021"/>
                </a:lnTo>
                <a:lnTo>
                  <a:pt x="203288" y="1241934"/>
                </a:lnTo>
                <a:close/>
                <a:moveTo>
                  <a:pt x="432576" y="714550"/>
                </a:moveTo>
                <a:lnTo>
                  <a:pt x="434569" y="716181"/>
                </a:lnTo>
                <a:lnTo>
                  <a:pt x="434859" y="715248"/>
                </a:lnTo>
                <a:close/>
                <a:moveTo>
                  <a:pt x="410662" y="763521"/>
                </a:moveTo>
                <a:lnTo>
                  <a:pt x="411677" y="767221"/>
                </a:lnTo>
                <a:lnTo>
                  <a:pt x="414577" y="770317"/>
                </a:lnTo>
                <a:lnTo>
                  <a:pt x="411838" y="763880"/>
                </a:lnTo>
                <a:close/>
                <a:moveTo>
                  <a:pt x="455485" y="662861"/>
                </a:moveTo>
                <a:lnTo>
                  <a:pt x="455342" y="663325"/>
                </a:lnTo>
                <a:lnTo>
                  <a:pt x="455934" y="663952"/>
                </a:lnTo>
                <a:close/>
                <a:moveTo>
                  <a:pt x="345168" y="909828"/>
                </a:moveTo>
                <a:lnTo>
                  <a:pt x="346710" y="912116"/>
                </a:lnTo>
                <a:lnTo>
                  <a:pt x="346671" y="910363"/>
                </a:lnTo>
                <a:close/>
                <a:moveTo>
                  <a:pt x="268481" y="1081542"/>
                </a:moveTo>
                <a:lnTo>
                  <a:pt x="269477" y="1087686"/>
                </a:lnTo>
                <a:lnTo>
                  <a:pt x="269924" y="1087971"/>
                </a:lnTo>
                <a:lnTo>
                  <a:pt x="269233" y="1082244"/>
                </a:lnTo>
                <a:close/>
                <a:moveTo>
                  <a:pt x="419056" y="744344"/>
                </a:moveTo>
                <a:lnTo>
                  <a:pt x="419064" y="744466"/>
                </a:lnTo>
                <a:lnTo>
                  <a:pt x="419450" y="749190"/>
                </a:lnTo>
                <a:lnTo>
                  <a:pt x="419948" y="744911"/>
                </a:lnTo>
                <a:close/>
                <a:moveTo>
                  <a:pt x="307693" y="993644"/>
                </a:moveTo>
                <a:lnTo>
                  <a:pt x="309781" y="998247"/>
                </a:lnTo>
                <a:lnTo>
                  <a:pt x="309832" y="997270"/>
                </a:lnTo>
                <a:close/>
                <a:moveTo>
                  <a:pt x="227478" y="1173187"/>
                </a:moveTo>
                <a:lnTo>
                  <a:pt x="228820" y="1175259"/>
                </a:lnTo>
                <a:lnTo>
                  <a:pt x="228302" y="1174185"/>
                </a:lnTo>
                <a:close/>
                <a:moveTo>
                  <a:pt x="422579" y="736234"/>
                </a:moveTo>
                <a:lnTo>
                  <a:pt x="421739" y="743454"/>
                </a:lnTo>
                <a:lnTo>
                  <a:pt x="424886" y="745456"/>
                </a:lnTo>
                <a:lnTo>
                  <a:pt x="424696" y="737121"/>
                </a:lnTo>
                <a:lnTo>
                  <a:pt x="423420" y="736516"/>
                </a:lnTo>
                <a:close/>
                <a:moveTo>
                  <a:pt x="461476" y="649105"/>
                </a:moveTo>
                <a:lnTo>
                  <a:pt x="463396" y="652873"/>
                </a:lnTo>
                <a:lnTo>
                  <a:pt x="463448" y="651612"/>
                </a:lnTo>
                <a:lnTo>
                  <a:pt x="462834" y="649776"/>
                </a:lnTo>
                <a:close/>
                <a:moveTo>
                  <a:pt x="397669" y="791865"/>
                </a:moveTo>
                <a:lnTo>
                  <a:pt x="397444" y="793769"/>
                </a:lnTo>
                <a:lnTo>
                  <a:pt x="398067" y="795559"/>
                </a:lnTo>
                <a:lnTo>
                  <a:pt x="398116" y="792793"/>
                </a:lnTo>
                <a:close/>
                <a:moveTo>
                  <a:pt x="379855" y="831720"/>
                </a:moveTo>
                <a:lnTo>
                  <a:pt x="379883" y="831843"/>
                </a:lnTo>
                <a:lnTo>
                  <a:pt x="390180" y="842831"/>
                </a:lnTo>
                <a:lnTo>
                  <a:pt x="390864" y="837044"/>
                </a:lnTo>
                <a:lnTo>
                  <a:pt x="387177" y="835220"/>
                </a:lnTo>
                <a:close/>
                <a:moveTo>
                  <a:pt x="357715" y="881229"/>
                </a:moveTo>
                <a:lnTo>
                  <a:pt x="358098" y="883199"/>
                </a:lnTo>
                <a:lnTo>
                  <a:pt x="359112" y="883484"/>
                </a:lnTo>
                <a:lnTo>
                  <a:pt x="359113" y="883314"/>
                </a:lnTo>
                <a:close/>
                <a:moveTo>
                  <a:pt x="561700" y="424302"/>
                </a:moveTo>
                <a:lnTo>
                  <a:pt x="558027" y="432896"/>
                </a:lnTo>
                <a:lnTo>
                  <a:pt x="551812" y="447993"/>
                </a:lnTo>
                <a:lnTo>
                  <a:pt x="565512" y="453436"/>
                </a:lnTo>
                <a:lnTo>
                  <a:pt x="564631" y="446075"/>
                </a:lnTo>
                <a:lnTo>
                  <a:pt x="562384" y="424912"/>
                </a:lnTo>
                <a:close/>
                <a:moveTo>
                  <a:pt x="288831" y="1035302"/>
                </a:moveTo>
                <a:lnTo>
                  <a:pt x="296506" y="1048712"/>
                </a:lnTo>
                <a:lnTo>
                  <a:pt x="298286" y="1050734"/>
                </a:lnTo>
                <a:lnTo>
                  <a:pt x="293791" y="1040773"/>
                </a:lnTo>
                <a:close/>
                <a:moveTo>
                  <a:pt x="350022" y="898281"/>
                </a:moveTo>
                <a:lnTo>
                  <a:pt x="352271" y="907329"/>
                </a:lnTo>
                <a:lnTo>
                  <a:pt x="354481" y="912138"/>
                </a:lnTo>
                <a:lnTo>
                  <a:pt x="357041" y="912936"/>
                </a:lnTo>
                <a:lnTo>
                  <a:pt x="356418" y="911037"/>
                </a:lnTo>
                <a:lnTo>
                  <a:pt x="353772" y="904975"/>
                </a:lnTo>
                <a:close/>
                <a:moveTo>
                  <a:pt x="322213" y="960451"/>
                </a:moveTo>
                <a:lnTo>
                  <a:pt x="325219" y="967466"/>
                </a:lnTo>
                <a:lnTo>
                  <a:pt x="325805" y="968665"/>
                </a:lnTo>
                <a:lnTo>
                  <a:pt x="328455" y="971500"/>
                </a:lnTo>
                <a:lnTo>
                  <a:pt x="328270" y="970028"/>
                </a:lnTo>
                <a:lnTo>
                  <a:pt x="327354" y="965001"/>
                </a:lnTo>
                <a:close/>
                <a:moveTo>
                  <a:pt x="456436" y="659791"/>
                </a:moveTo>
                <a:lnTo>
                  <a:pt x="455661" y="662295"/>
                </a:lnTo>
                <a:lnTo>
                  <a:pt x="456654" y="664713"/>
                </a:lnTo>
                <a:lnTo>
                  <a:pt x="456974" y="665052"/>
                </a:lnTo>
                <a:lnTo>
                  <a:pt x="456535" y="659809"/>
                </a:lnTo>
                <a:close/>
                <a:moveTo>
                  <a:pt x="299401" y="1011385"/>
                </a:moveTo>
                <a:lnTo>
                  <a:pt x="300705" y="1020655"/>
                </a:lnTo>
                <a:lnTo>
                  <a:pt x="302646" y="1021731"/>
                </a:lnTo>
                <a:lnTo>
                  <a:pt x="302128" y="1015539"/>
                </a:lnTo>
                <a:close/>
                <a:moveTo>
                  <a:pt x="265075" y="1088027"/>
                </a:moveTo>
                <a:lnTo>
                  <a:pt x="266552" y="1092322"/>
                </a:lnTo>
                <a:lnTo>
                  <a:pt x="267089" y="1093243"/>
                </a:lnTo>
                <a:lnTo>
                  <a:pt x="267646" y="1093736"/>
                </a:lnTo>
                <a:lnTo>
                  <a:pt x="265388" y="1088300"/>
                </a:lnTo>
                <a:close/>
                <a:moveTo>
                  <a:pt x="395573" y="795761"/>
                </a:moveTo>
                <a:lnTo>
                  <a:pt x="396148" y="797425"/>
                </a:lnTo>
                <a:lnTo>
                  <a:pt x="396386" y="795923"/>
                </a:lnTo>
                <a:close/>
                <a:moveTo>
                  <a:pt x="330659" y="941106"/>
                </a:moveTo>
                <a:lnTo>
                  <a:pt x="330746" y="941804"/>
                </a:lnTo>
                <a:lnTo>
                  <a:pt x="330987" y="942370"/>
                </a:lnTo>
                <a:lnTo>
                  <a:pt x="332011" y="943668"/>
                </a:lnTo>
                <a:lnTo>
                  <a:pt x="331477" y="942039"/>
                </a:lnTo>
                <a:close/>
                <a:moveTo>
                  <a:pt x="567205" y="411422"/>
                </a:moveTo>
                <a:lnTo>
                  <a:pt x="561830" y="424000"/>
                </a:lnTo>
                <a:lnTo>
                  <a:pt x="562350" y="424451"/>
                </a:lnTo>
                <a:lnTo>
                  <a:pt x="562430" y="424324"/>
                </a:lnTo>
                <a:lnTo>
                  <a:pt x="562453" y="424540"/>
                </a:lnTo>
                <a:lnTo>
                  <a:pt x="566822" y="428331"/>
                </a:lnTo>
                <a:lnTo>
                  <a:pt x="570949" y="432075"/>
                </a:lnTo>
                <a:lnTo>
                  <a:pt x="572729" y="424580"/>
                </a:lnTo>
                <a:lnTo>
                  <a:pt x="572493" y="424341"/>
                </a:lnTo>
                <a:lnTo>
                  <a:pt x="572773" y="424375"/>
                </a:lnTo>
                <a:lnTo>
                  <a:pt x="572777" y="424379"/>
                </a:lnTo>
                <a:lnTo>
                  <a:pt x="574983" y="415087"/>
                </a:lnTo>
                <a:close/>
                <a:moveTo>
                  <a:pt x="285350" y="1042401"/>
                </a:moveTo>
                <a:lnTo>
                  <a:pt x="285377" y="1042478"/>
                </a:lnTo>
                <a:lnTo>
                  <a:pt x="287132" y="1045881"/>
                </a:lnTo>
                <a:lnTo>
                  <a:pt x="290164" y="1049509"/>
                </a:lnTo>
                <a:close/>
                <a:moveTo>
                  <a:pt x="211076" y="1208677"/>
                </a:moveTo>
                <a:lnTo>
                  <a:pt x="212171" y="1211247"/>
                </a:lnTo>
                <a:lnTo>
                  <a:pt x="216579" y="1216110"/>
                </a:lnTo>
                <a:lnTo>
                  <a:pt x="216197" y="1214945"/>
                </a:lnTo>
                <a:close/>
                <a:moveTo>
                  <a:pt x="303651" y="1001360"/>
                </a:moveTo>
                <a:lnTo>
                  <a:pt x="304232" y="1004352"/>
                </a:lnTo>
                <a:lnTo>
                  <a:pt x="304307" y="1004510"/>
                </a:lnTo>
                <a:lnTo>
                  <a:pt x="306826" y="1008234"/>
                </a:lnTo>
                <a:close/>
                <a:moveTo>
                  <a:pt x="571035" y="402460"/>
                </a:moveTo>
                <a:lnTo>
                  <a:pt x="567364" y="411051"/>
                </a:lnTo>
                <a:lnTo>
                  <a:pt x="575079" y="414685"/>
                </a:lnTo>
                <a:lnTo>
                  <a:pt x="576674" y="407965"/>
                </a:lnTo>
                <a:close/>
                <a:moveTo>
                  <a:pt x="263057" y="1092025"/>
                </a:moveTo>
                <a:lnTo>
                  <a:pt x="264435" y="1094968"/>
                </a:lnTo>
                <a:lnTo>
                  <a:pt x="264658" y="1095326"/>
                </a:lnTo>
                <a:lnTo>
                  <a:pt x="263136" y="1092095"/>
                </a:lnTo>
                <a:close/>
                <a:moveTo>
                  <a:pt x="361493" y="871459"/>
                </a:moveTo>
                <a:lnTo>
                  <a:pt x="361488" y="876223"/>
                </a:lnTo>
                <a:lnTo>
                  <a:pt x="361780" y="877477"/>
                </a:lnTo>
                <a:lnTo>
                  <a:pt x="364361" y="884951"/>
                </a:lnTo>
                <a:lnTo>
                  <a:pt x="364432" y="884971"/>
                </a:lnTo>
                <a:lnTo>
                  <a:pt x="361498" y="871468"/>
                </a:lnTo>
                <a:close/>
                <a:moveTo>
                  <a:pt x="321211" y="961619"/>
                </a:moveTo>
                <a:lnTo>
                  <a:pt x="321179" y="961861"/>
                </a:lnTo>
                <a:lnTo>
                  <a:pt x="321660" y="963973"/>
                </a:lnTo>
                <a:lnTo>
                  <a:pt x="321677" y="963993"/>
                </a:lnTo>
                <a:close/>
                <a:moveTo>
                  <a:pt x="400006" y="785024"/>
                </a:moveTo>
                <a:lnTo>
                  <a:pt x="399933" y="789165"/>
                </a:lnTo>
                <a:lnTo>
                  <a:pt x="402045" y="791424"/>
                </a:lnTo>
                <a:lnTo>
                  <a:pt x="401030" y="785651"/>
                </a:lnTo>
                <a:lnTo>
                  <a:pt x="400951" y="785598"/>
                </a:lnTo>
                <a:close/>
                <a:moveTo>
                  <a:pt x="270935" y="1074017"/>
                </a:moveTo>
                <a:lnTo>
                  <a:pt x="272585" y="1079035"/>
                </a:lnTo>
                <a:lnTo>
                  <a:pt x="277845" y="1088319"/>
                </a:lnTo>
                <a:lnTo>
                  <a:pt x="273895" y="1077767"/>
                </a:lnTo>
                <a:close/>
                <a:moveTo>
                  <a:pt x="344005" y="910314"/>
                </a:moveTo>
                <a:lnTo>
                  <a:pt x="344968" y="914312"/>
                </a:lnTo>
                <a:lnTo>
                  <a:pt x="346918" y="921378"/>
                </a:lnTo>
                <a:lnTo>
                  <a:pt x="346729" y="912954"/>
                </a:lnTo>
                <a:lnTo>
                  <a:pt x="346233" y="912196"/>
                </a:lnTo>
                <a:close/>
                <a:moveTo>
                  <a:pt x="400911" y="782814"/>
                </a:moveTo>
                <a:lnTo>
                  <a:pt x="401405" y="785091"/>
                </a:lnTo>
                <a:lnTo>
                  <a:pt x="402005" y="785454"/>
                </a:lnTo>
                <a:close/>
                <a:moveTo>
                  <a:pt x="514440" y="528507"/>
                </a:moveTo>
                <a:lnTo>
                  <a:pt x="515587" y="532733"/>
                </a:lnTo>
                <a:lnTo>
                  <a:pt x="516088" y="533018"/>
                </a:lnTo>
                <a:lnTo>
                  <a:pt x="517553" y="529457"/>
                </a:lnTo>
                <a:close/>
                <a:moveTo>
                  <a:pt x="409543" y="763180"/>
                </a:moveTo>
                <a:lnTo>
                  <a:pt x="409620" y="765027"/>
                </a:lnTo>
                <a:lnTo>
                  <a:pt x="410736" y="766216"/>
                </a:lnTo>
                <a:lnTo>
                  <a:pt x="409969" y="763310"/>
                </a:lnTo>
                <a:close/>
                <a:moveTo>
                  <a:pt x="418187" y="743790"/>
                </a:moveTo>
                <a:lnTo>
                  <a:pt x="418763" y="748435"/>
                </a:lnTo>
                <a:lnTo>
                  <a:pt x="419205" y="749391"/>
                </a:lnTo>
                <a:lnTo>
                  <a:pt x="418852" y="744213"/>
                </a:lnTo>
                <a:close/>
                <a:moveTo>
                  <a:pt x="299210" y="1010029"/>
                </a:moveTo>
                <a:lnTo>
                  <a:pt x="299310" y="1010736"/>
                </a:lnTo>
                <a:lnTo>
                  <a:pt x="302080" y="1014955"/>
                </a:lnTo>
                <a:lnTo>
                  <a:pt x="302054" y="1014651"/>
                </a:lnTo>
                <a:lnTo>
                  <a:pt x="300697" y="1012548"/>
                </a:lnTo>
                <a:close/>
                <a:moveTo>
                  <a:pt x="398147" y="788370"/>
                </a:moveTo>
                <a:lnTo>
                  <a:pt x="397890" y="789989"/>
                </a:lnTo>
                <a:lnTo>
                  <a:pt x="397780" y="790923"/>
                </a:lnTo>
                <a:lnTo>
                  <a:pt x="398135" y="791665"/>
                </a:lnTo>
                <a:lnTo>
                  <a:pt x="398193" y="788419"/>
                </a:lnTo>
                <a:close/>
                <a:moveTo>
                  <a:pt x="431050" y="714631"/>
                </a:moveTo>
                <a:lnTo>
                  <a:pt x="432199" y="719554"/>
                </a:lnTo>
                <a:lnTo>
                  <a:pt x="432915" y="721522"/>
                </a:lnTo>
                <a:lnTo>
                  <a:pt x="434241" y="717240"/>
                </a:lnTo>
                <a:close/>
                <a:moveTo>
                  <a:pt x="576069" y="389869"/>
                </a:moveTo>
                <a:lnTo>
                  <a:pt x="577680" y="403325"/>
                </a:lnTo>
                <a:lnTo>
                  <a:pt x="577969" y="401853"/>
                </a:lnTo>
                <a:lnTo>
                  <a:pt x="576076" y="389874"/>
                </a:lnTo>
                <a:close/>
                <a:moveTo>
                  <a:pt x="480078" y="604669"/>
                </a:moveTo>
                <a:lnTo>
                  <a:pt x="480146" y="607951"/>
                </a:lnTo>
                <a:lnTo>
                  <a:pt x="480456" y="608013"/>
                </a:lnTo>
                <a:lnTo>
                  <a:pt x="480431" y="607907"/>
                </a:lnTo>
                <a:lnTo>
                  <a:pt x="480637" y="607556"/>
                </a:lnTo>
                <a:lnTo>
                  <a:pt x="480759" y="608074"/>
                </a:lnTo>
                <a:lnTo>
                  <a:pt x="486791" y="609277"/>
                </a:lnTo>
                <a:lnTo>
                  <a:pt x="486836" y="609148"/>
                </a:lnTo>
                <a:close/>
                <a:moveTo>
                  <a:pt x="276795" y="1059851"/>
                </a:moveTo>
                <a:lnTo>
                  <a:pt x="277824" y="1065555"/>
                </a:lnTo>
                <a:lnTo>
                  <a:pt x="280375" y="1069768"/>
                </a:lnTo>
                <a:lnTo>
                  <a:pt x="284670" y="1076522"/>
                </a:lnTo>
                <a:lnTo>
                  <a:pt x="284755" y="1076586"/>
                </a:lnTo>
                <a:lnTo>
                  <a:pt x="281293" y="1070174"/>
                </a:lnTo>
                <a:close/>
                <a:moveTo>
                  <a:pt x="335963" y="927296"/>
                </a:moveTo>
                <a:lnTo>
                  <a:pt x="339628" y="946183"/>
                </a:lnTo>
                <a:lnTo>
                  <a:pt x="336839" y="928770"/>
                </a:lnTo>
                <a:close/>
                <a:moveTo>
                  <a:pt x="248729" y="1122596"/>
                </a:moveTo>
                <a:lnTo>
                  <a:pt x="252631" y="1141956"/>
                </a:lnTo>
                <a:lnTo>
                  <a:pt x="255514" y="1146264"/>
                </a:lnTo>
                <a:lnTo>
                  <a:pt x="257781" y="1147302"/>
                </a:lnTo>
                <a:lnTo>
                  <a:pt x="257771" y="1147275"/>
                </a:lnTo>
                <a:lnTo>
                  <a:pt x="251499" y="1125652"/>
                </a:lnTo>
                <a:close/>
                <a:moveTo>
                  <a:pt x="587625" y="363690"/>
                </a:moveTo>
                <a:lnTo>
                  <a:pt x="587000" y="366175"/>
                </a:lnTo>
                <a:lnTo>
                  <a:pt x="583331" y="381622"/>
                </a:lnTo>
                <a:lnTo>
                  <a:pt x="581060" y="393232"/>
                </a:lnTo>
                <a:lnTo>
                  <a:pt x="598047" y="405412"/>
                </a:lnTo>
                <a:lnTo>
                  <a:pt x="598189" y="401935"/>
                </a:lnTo>
                <a:lnTo>
                  <a:pt x="594386" y="399246"/>
                </a:lnTo>
                <a:lnTo>
                  <a:pt x="594985" y="399216"/>
                </a:lnTo>
                <a:lnTo>
                  <a:pt x="598206" y="401493"/>
                </a:lnTo>
                <a:lnTo>
                  <a:pt x="598760" y="387876"/>
                </a:lnTo>
                <a:lnTo>
                  <a:pt x="599008" y="387586"/>
                </a:lnTo>
                <a:lnTo>
                  <a:pt x="598436" y="401656"/>
                </a:lnTo>
                <a:lnTo>
                  <a:pt x="602162" y="404291"/>
                </a:lnTo>
                <a:lnTo>
                  <a:pt x="601233" y="397509"/>
                </a:lnTo>
                <a:lnTo>
                  <a:pt x="601352" y="397305"/>
                </a:lnTo>
                <a:lnTo>
                  <a:pt x="602324" y="404405"/>
                </a:lnTo>
                <a:lnTo>
                  <a:pt x="609442" y="409440"/>
                </a:lnTo>
                <a:lnTo>
                  <a:pt x="601716" y="382231"/>
                </a:lnTo>
                <a:lnTo>
                  <a:pt x="600902" y="377075"/>
                </a:lnTo>
                <a:close/>
                <a:moveTo>
                  <a:pt x="303421" y="1000005"/>
                </a:moveTo>
                <a:lnTo>
                  <a:pt x="308074" y="1010078"/>
                </a:lnTo>
                <a:lnTo>
                  <a:pt x="309081" y="1011568"/>
                </a:lnTo>
                <a:lnTo>
                  <a:pt x="309157" y="1010132"/>
                </a:lnTo>
                <a:lnTo>
                  <a:pt x="304754" y="1002092"/>
                </a:lnTo>
                <a:close/>
                <a:moveTo>
                  <a:pt x="387434" y="811857"/>
                </a:moveTo>
                <a:lnTo>
                  <a:pt x="390698" y="818925"/>
                </a:lnTo>
                <a:lnTo>
                  <a:pt x="389238" y="813049"/>
                </a:lnTo>
                <a:lnTo>
                  <a:pt x="388969" y="812527"/>
                </a:lnTo>
                <a:close/>
                <a:moveTo>
                  <a:pt x="523495" y="507113"/>
                </a:moveTo>
                <a:lnTo>
                  <a:pt x="523732" y="507899"/>
                </a:lnTo>
                <a:lnTo>
                  <a:pt x="523772" y="507209"/>
                </a:lnTo>
                <a:close/>
                <a:moveTo>
                  <a:pt x="343782" y="909387"/>
                </a:moveTo>
                <a:lnTo>
                  <a:pt x="343890" y="909836"/>
                </a:lnTo>
                <a:lnTo>
                  <a:pt x="345681" y="911349"/>
                </a:lnTo>
                <a:lnTo>
                  <a:pt x="344555" y="909628"/>
                </a:lnTo>
                <a:close/>
                <a:moveTo>
                  <a:pt x="230201" y="1163708"/>
                </a:moveTo>
                <a:lnTo>
                  <a:pt x="231861" y="1167431"/>
                </a:lnTo>
                <a:lnTo>
                  <a:pt x="233381" y="1168274"/>
                </a:lnTo>
                <a:lnTo>
                  <a:pt x="231895" y="1166237"/>
                </a:lnTo>
                <a:close/>
                <a:moveTo>
                  <a:pt x="227206" y="1170378"/>
                </a:moveTo>
                <a:lnTo>
                  <a:pt x="229426" y="1174984"/>
                </a:lnTo>
                <a:lnTo>
                  <a:pt x="239810" y="1187551"/>
                </a:lnTo>
                <a:lnTo>
                  <a:pt x="241024" y="1188906"/>
                </a:lnTo>
                <a:lnTo>
                  <a:pt x="238056" y="1182245"/>
                </a:lnTo>
                <a:lnTo>
                  <a:pt x="236272" y="1180339"/>
                </a:lnTo>
                <a:close/>
                <a:moveTo>
                  <a:pt x="460231" y="648489"/>
                </a:moveTo>
                <a:lnTo>
                  <a:pt x="458383" y="653540"/>
                </a:lnTo>
                <a:lnTo>
                  <a:pt x="458552" y="655562"/>
                </a:lnTo>
                <a:lnTo>
                  <a:pt x="459115" y="655804"/>
                </a:lnTo>
                <a:lnTo>
                  <a:pt x="462427" y="655980"/>
                </a:lnTo>
                <a:lnTo>
                  <a:pt x="463264" y="656058"/>
                </a:lnTo>
                <a:lnTo>
                  <a:pt x="463314" y="654862"/>
                </a:lnTo>
                <a:lnTo>
                  <a:pt x="460247" y="648497"/>
                </a:lnTo>
                <a:close/>
                <a:moveTo>
                  <a:pt x="306762" y="992067"/>
                </a:moveTo>
                <a:lnTo>
                  <a:pt x="307696" y="995176"/>
                </a:lnTo>
                <a:lnTo>
                  <a:pt x="309446" y="997924"/>
                </a:lnTo>
                <a:lnTo>
                  <a:pt x="306877" y="992260"/>
                </a:lnTo>
                <a:close/>
                <a:moveTo>
                  <a:pt x="306984" y="991562"/>
                </a:moveTo>
                <a:lnTo>
                  <a:pt x="308528" y="994376"/>
                </a:lnTo>
                <a:lnTo>
                  <a:pt x="309877" y="996410"/>
                </a:lnTo>
                <a:lnTo>
                  <a:pt x="309895" y="996066"/>
                </a:lnTo>
                <a:close/>
                <a:moveTo>
                  <a:pt x="499225" y="561041"/>
                </a:moveTo>
                <a:lnTo>
                  <a:pt x="503446" y="563728"/>
                </a:lnTo>
                <a:lnTo>
                  <a:pt x="503802" y="562863"/>
                </a:lnTo>
                <a:close/>
                <a:moveTo>
                  <a:pt x="461365" y="645388"/>
                </a:moveTo>
                <a:lnTo>
                  <a:pt x="460620" y="647421"/>
                </a:lnTo>
                <a:lnTo>
                  <a:pt x="461158" y="648478"/>
                </a:lnTo>
                <a:lnTo>
                  <a:pt x="462635" y="649184"/>
                </a:lnTo>
                <a:close/>
                <a:moveTo>
                  <a:pt x="510094" y="536215"/>
                </a:moveTo>
                <a:lnTo>
                  <a:pt x="510884" y="545659"/>
                </a:lnTo>
                <a:lnTo>
                  <a:pt x="513593" y="539076"/>
                </a:lnTo>
                <a:close/>
                <a:moveTo>
                  <a:pt x="409469" y="761415"/>
                </a:moveTo>
                <a:lnTo>
                  <a:pt x="409525" y="762765"/>
                </a:lnTo>
                <a:lnTo>
                  <a:pt x="409851" y="762865"/>
                </a:lnTo>
                <a:close/>
                <a:moveTo>
                  <a:pt x="587255" y="363316"/>
                </a:moveTo>
                <a:lnTo>
                  <a:pt x="585311" y="371499"/>
                </a:lnTo>
                <a:lnTo>
                  <a:pt x="584729" y="374475"/>
                </a:lnTo>
                <a:lnTo>
                  <a:pt x="587481" y="363544"/>
                </a:lnTo>
                <a:close/>
                <a:moveTo>
                  <a:pt x="330342" y="938585"/>
                </a:moveTo>
                <a:lnTo>
                  <a:pt x="330566" y="940368"/>
                </a:lnTo>
                <a:lnTo>
                  <a:pt x="331144" y="941028"/>
                </a:lnTo>
                <a:close/>
                <a:moveTo>
                  <a:pt x="264007" y="1087100"/>
                </a:moveTo>
                <a:lnTo>
                  <a:pt x="264956" y="1089584"/>
                </a:lnTo>
                <a:lnTo>
                  <a:pt x="265749" y="1090945"/>
                </a:lnTo>
                <a:lnTo>
                  <a:pt x="264606" y="1087619"/>
                </a:lnTo>
                <a:close/>
                <a:moveTo>
                  <a:pt x="477262" y="609556"/>
                </a:moveTo>
                <a:lnTo>
                  <a:pt x="477562" y="611399"/>
                </a:lnTo>
                <a:lnTo>
                  <a:pt x="478187" y="611813"/>
                </a:lnTo>
                <a:lnTo>
                  <a:pt x="480090" y="612193"/>
                </a:lnTo>
                <a:lnTo>
                  <a:pt x="480056" y="610527"/>
                </a:lnTo>
                <a:close/>
                <a:moveTo>
                  <a:pt x="395456" y="792501"/>
                </a:moveTo>
                <a:lnTo>
                  <a:pt x="395559" y="795503"/>
                </a:lnTo>
                <a:lnTo>
                  <a:pt x="396426" y="795676"/>
                </a:lnTo>
                <a:lnTo>
                  <a:pt x="396426" y="795672"/>
                </a:lnTo>
                <a:close/>
                <a:moveTo>
                  <a:pt x="522980" y="506932"/>
                </a:moveTo>
                <a:lnTo>
                  <a:pt x="522969" y="515822"/>
                </a:lnTo>
                <a:lnTo>
                  <a:pt x="523117" y="515946"/>
                </a:lnTo>
                <a:lnTo>
                  <a:pt x="523294" y="515516"/>
                </a:lnTo>
                <a:lnTo>
                  <a:pt x="523699" y="508469"/>
                </a:lnTo>
                <a:lnTo>
                  <a:pt x="523266" y="507034"/>
                </a:lnTo>
                <a:close/>
                <a:moveTo>
                  <a:pt x="262812" y="1089419"/>
                </a:moveTo>
                <a:lnTo>
                  <a:pt x="262845" y="1089488"/>
                </a:lnTo>
                <a:lnTo>
                  <a:pt x="262861" y="1089502"/>
                </a:lnTo>
                <a:close/>
                <a:moveTo>
                  <a:pt x="301827" y="1002029"/>
                </a:moveTo>
                <a:lnTo>
                  <a:pt x="302840" y="1014136"/>
                </a:lnTo>
                <a:lnTo>
                  <a:pt x="306742" y="1020181"/>
                </a:lnTo>
                <a:lnTo>
                  <a:pt x="304113" y="1006635"/>
                </a:lnTo>
                <a:lnTo>
                  <a:pt x="302766" y="1003458"/>
                </a:lnTo>
                <a:close/>
                <a:moveTo>
                  <a:pt x="423317" y="729890"/>
                </a:moveTo>
                <a:lnTo>
                  <a:pt x="422893" y="733535"/>
                </a:lnTo>
                <a:lnTo>
                  <a:pt x="424266" y="734012"/>
                </a:lnTo>
                <a:lnTo>
                  <a:pt x="423626" y="731406"/>
                </a:lnTo>
                <a:close/>
                <a:moveTo>
                  <a:pt x="234380" y="1152951"/>
                </a:moveTo>
                <a:lnTo>
                  <a:pt x="238892" y="1171329"/>
                </a:lnTo>
                <a:lnTo>
                  <a:pt x="242805" y="1173498"/>
                </a:lnTo>
                <a:lnTo>
                  <a:pt x="242651" y="1173136"/>
                </a:lnTo>
                <a:close/>
                <a:moveTo>
                  <a:pt x="405290" y="770247"/>
                </a:moveTo>
                <a:lnTo>
                  <a:pt x="405763" y="772250"/>
                </a:lnTo>
                <a:lnTo>
                  <a:pt x="407781" y="773219"/>
                </a:lnTo>
                <a:lnTo>
                  <a:pt x="407689" y="771100"/>
                </a:lnTo>
                <a:close/>
                <a:moveTo>
                  <a:pt x="201548" y="1226197"/>
                </a:moveTo>
                <a:lnTo>
                  <a:pt x="208561" y="1239835"/>
                </a:lnTo>
                <a:lnTo>
                  <a:pt x="212464" y="1242085"/>
                </a:lnTo>
                <a:lnTo>
                  <a:pt x="207631" y="1231688"/>
                </a:lnTo>
                <a:close/>
                <a:moveTo>
                  <a:pt x="343112" y="909179"/>
                </a:moveTo>
                <a:lnTo>
                  <a:pt x="343741" y="909711"/>
                </a:lnTo>
                <a:lnTo>
                  <a:pt x="343655" y="909348"/>
                </a:lnTo>
                <a:close/>
                <a:moveTo>
                  <a:pt x="342982" y="909448"/>
                </a:moveTo>
                <a:lnTo>
                  <a:pt x="342411" y="923326"/>
                </a:lnTo>
                <a:lnTo>
                  <a:pt x="347142" y="931448"/>
                </a:lnTo>
                <a:lnTo>
                  <a:pt x="346955" y="923054"/>
                </a:lnTo>
                <a:lnTo>
                  <a:pt x="343856" y="910187"/>
                </a:lnTo>
                <a:close/>
                <a:moveTo>
                  <a:pt x="425635" y="724266"/>
                </a:moveTo>
                <a:lnTo>
                  <a:pt x="429430" y="729116"/>
                </a:lnTo>
                <a:lnTo>
                  <a:pt x="429372" y="726491"/>
                </a:lnTo>
                <a:lnTo>
                  <a:pt x="428939" y="725442"/>
                </a:lnTo>
                <a:close/>
                <a:moveTo>
                  <a:pt x="343423" y="907899"/>
                </a:moveTo>
                <a:lnTo>
                  <a:pt x="343630" y="908757"/>
                </a:lnTo>
                <a:lnTo>
                  <a:pt x="344076" y="908896"/>
                </a:lnTo>
                <a:close/>
                <a:moveTo>
                  <a:pt x="503707" y="548941"/>
                </a:moveTo>
                <a:lnTo>
                  <a:pt x="504473" y="556140"/>
                </a:lnTo>
                <a:lnTo>
                  <a:pt x="506134" y="557199"/>
                </a:lnTo>
                <a:lnTo>
                  <a:pt x="506277" y="556851"/>
                </a:lnTo>
                <a:close/>
                <a:moveTo>
                  <a:pt x="400080" y="780808"/>
                </a:moveTo>
                <a:lnTo>
                  <a:pt x="400019" y="784249"/>
                </a:lnTo>
                <a:lnTo>
                  <a:pt x="400875" y="784769"/>
                </a:lnTo>
                <a:lnTo>
                  <a:pt x="400251" y="781221"/>
                </a:lnTo>
                <a:close/>
                <a:moveTo>
                  <a:pt x="434085" y="704590"/>
                </a:moveTo>
                <a:lnTo>
                  <a:pt x="436137" y="710908"/>
                </a:lnTo>
                <a:lnTo>
                  <a:pt x="436184" y="710968"/>
                </a:lnTo>
                <a:lnTo>
                  <a:pt x="436838" y="708858"/>
                </a:lnTo>
                <a:lnTo>
                  <a:pt x="437001" y="707833"/>
                </a:lnTo>
                <a:close/>
                <a:moveTo>
                  <a:pt x="264102" y="1085204"/>
                </a:moveTo>
                <a:lnTo>
                  <a:pt x="264988" y="1087781"/>
                </a:lnTo>
                <a:lnTo>
                  <a:pt x="265276" y="1088030"/>
                </a:lnTo>
                <a:close/>
                <a:moveTo>
                  <a:pt x="488321" y="583032"/>
                </a:moveTo>
                <a:lnTo>
                  <a:pt x="488346" y="585069"/>
                </a:lnTo>
                <a:lnTo>
                  <a:pt x="492741" y="593001"/>
                </a:lnTo>
                <a:lnTo>
                  <a:pt x="494883" y="587142"/>
                </a:lnTo>
                <a:close/>
                <a:moveTo>
                  <a:pt x="425214" y="724141"/>
                </a:moveTo>
                <a:lnTo>
                  <a:pt x="425296" y="730815"/>
                </a:lnTo>
                <a:lnTo>
                  <a:pt x="426252" y="734704"/>
                </a:lnTo>
                <a:lnTo>
                  <a:pt x="428583" y="735515"/>
                </a:lnTo>
                <a:lnTo>
                  <a:pt x="429501" y="732550"/>
                </a:lnTo>
                <a:lnTo>
                  <a:pt x="429438" y="729537"/>
                </a:lnTo>
                <a:close/>
                <a:moveTo>
                  <a:pt x="404705" y="770038"/>
                </a:moveTo>
                <a:lnTo>
                  <a:pt x="404703" y="771740"/>
                </a:lnTo>
                <a:lnTo>
                  <a:pt x="405318" y="772036"/>
                </a:lnTo>
                <a:lnTo>
                  <a:pt x="404948" y="770125"/>
                </a:lnTo>
                <a:close/>
                <a:moveTo>
                  <a:pt x="264064" y="1084813"/>
                </a:moveTo>
                <a:lnTo>
                  <a:pt x="264294" y="1085367"/>
                </a:lnTo>
                <a:lnTo>
                  <a:pt x="265653" y="1088358"/>
                </a:lnTo>
                <a:lnTo>
                  <a:pt x="269948" y="1092088"/>
                </a:lnTo>
                <a:lnTo>
                  <a:pt x="269366" y="1088499"/>
                </a:lnTo>
                <a:close/>
                <a:moveTo>
                  <a:pt x="589590" y="355886"/>
                </a:moveTo>
                <a:lnTo>
                  <a:pt x="587693" y="363423"/>
                </a:lnTo>
                <a:lnTo>
                  <a:pt x="600839" y="376678"/>
                </a:lnTo>
                <a:lnTo>
                  <a:pt x="598763" y="363537"/>
                </a:lnTo>
                <a:close/>
                <a:moveTo>
                  <a:pt x="525153" y="500053"/>
                </a:moveTo>
                <a:lnTo>
                  <a:pt x="525144" y="506304"/>
                </a:lnTo>
                <a:lnTo>
                  <a:pt x="526869" y="506830"/>
                </a:lnTo>
                <a:lnTo>
                  <a:pt x="528500" y="502868"/>
                </a:lnTo>
                <a:close/>
                <a:moveTo>
                  <a:pt x="388948" y="804986"/>
                </a:moveTo>
                <a:lnTo>
                  <a:pt x="393639" y="813359"/>
                </a:lnTo>
                <a:lnTo>
                  <a:pt x="393286" y="811866"/>
                </a:lnTo>
                <a:close/>
                <a:moveTo>
                  <a:pt x="445624" y="677916"/>
                </a:moveTo>
                <a:lnTo>
                  <a:pt x="446048" y="680385"/>
                </a:lnTo>
                <a:lnTo>
                  <a:pt x="446644" y="678757"/>
                </a:lnTo>
                <a:close/>
                <a:moveTo>
                  <a:pt x="353736" y="883621"/>
                </a:moveTo>
                <a:lnTo>
                  <a:pt x="353941" y="884625"/>
                </a:lnTo>
                <a:lnTo>
                  <a:pt x="357127" y="892139"/>
                </a:lnTo>
                <a:lnTo>
                  <a:pt x="359099" y="893637"/>
                </a:lnTo>
                <a:lnTo>
                  <a:pt x="359103" y="890538"/>
                </a:lnTo>
                <a:lnTo>
                  <a:pt x="358041" y="885064"/>
                </a:lnTo>
                <a:close/>
                <a:moveTo>
                  <a:pt x="343070" y="907358"/>
                </a:moveTo>
                <a:lnTo>
                  <a:pt x="343020" y="908567"/>
                </a:lnTo>
                <a:lnTo>
                  <a:pt x="343502" y="908718"/>
                </a:lnTo>
                <a:lnTo>
                  <a:pt x="343237" y="907612"/>
                </a:lnTo>
                <a:close/>
                <a:moveTo>
                  <a:pt x="476938" y="607565"/>
                </a:moveTo>
                <a:lnTo>
                  <a:pt x="477141" y="608810"/>
                </a:lnTo>
                <a:lnTo>
                  <a:pt x="480038" y="609689"/>
                </a:lnTo>
                <a:lnTo>
                  <a:pt x="480031" y="609350"/>
                </a:lnTo>
                <a:lnTo>
                  <a:pt x="478706" y="609186"/>
                </a:lnTo>
                <a:lnTo>
                  <a:pt x="478891" y="609074"/>
                </a:lnTo>
                <a:lnTo>
                  <a:pt x="480028" y="609214"/>
                </a:lnTo>
                <a:lnTo>
                  <a:pt x="480006" y="608178"/>
                </a:lnTo>
                <a:close/>
                <a:moveTo>
                  <a:pt x="467413" y="628847"/>
                </a:moveTo>
                <a:lnTo>
                  <a:pt x="464923" y="635656"/>
                </a:lnTo>
                <a:lnTo>
                  <a:pt x="464943" y="635717"/>
                </a:lnTo>
                <a:lnTo>
                  <a:pt x="466794" y="638449"/>
                </a:lnTo>
                <a:lnTo>
                  <a:pt x="471811" y="641719"/>
                </a:lnTo>
                <a:lnTo>
                  <a:pt x="473185" y="631889"/>
                </a:lnTo>
                <a:close/>
                <a:moveTo>
                  <a:pt x="488308" y="581948"/>
                </a:moveTo>
                <a:lnTo>
                  <a:pt x="488315" y="582553"/>
                </a:lnTo>
                <a:lnTo>
                  <a:pt x="490371" y="583804"/>
                </a:lnTo>
                <a:lnTo>
                  <a:pt x="494655" y="586486"/>
                </a:lnTo>
                <a:lnTo>
                  <a:pt x="494160" y="585594"/>
                </a:lnTo>
                <a:lnTo>
                  <a:pt x="489369" y="582593"/>
                </a:lnTo>
                <a:close/>
                <a:moveTo>
                  <a:pt x="335370" y="924244"/>
                </a:moveTo>
                <a:lnTo>
                  <a:pt x="335618" y="925518"/>
                </a:lnTo>
                <a:lnTo>
                  <a:pt x="336569" y="927081"/>
                </a:lnTo>
                <a:lnTo>
                  <a:pt x="336370" y="925846"/>
                </a:lnTo>
                <a:close/>
                <a:moveTo>
                  <a:pt x="419696" y="735268"/>
                </a:moveTo>
                <a:lnTo>
                  <a:pt x="420777" y="739615"/>
                </a:lnTo>
                <a:lnTo>
                  <a:pt x="421371" y="735829"/>
                </a:lnTo>
                <a:close/>
                <a:moveTo>
                  <a:pt x="453621" y="659290"/>
                </a:moveTo>
                <a:lnTo>
                  <a:pt x="453402" y="660273"/>
                </a:lnTo>
                <a:lnTo>
                  <a:pt x="453754" y="659313"/>
                </a:lnTo>
                <a:close/>
                <a:moveTo>
                  <a:pt x="424670" y="723923"/>
                </a:moveTo>
                <a:lnTo>
                  <a:pt x="424779" y="728710"/>
                </a:lnTo>
                <a:lnTo>
                  <a:pt x="424808" y="728827"/>
                </a:lnTo>
                <a:lnTo>
                  <a:pt x="424796" y="723968"/>
                </a:lnTo>
                <a:close/>
                <a:moveTo>
                  <a:pt x="303494" y="995225"/>
                </a:moveTo>
                <a:lnTo>
                  <a:pt x="309340" y="1006660"/>
                </a:lnTo>
                <a:lnTo>
                  <a:pt x="309505" y="1003513"/>
                </a:lnTo>
                <a:lnTo>
                  <a:pt x="308057" y="998691"/>
                </a:lnTo>
                <a:close/>
                <a:moveTo>
                  <a:pt x="474485" y="612197"/>
                </a:moveTo>
                <a:lnTo>
                  <a:pt x="476135" y="631920"/>
                </a:lnTo>
                <a:lnTo>
                  <a:pt x="476902" y="632324"/>
                </a:lnTo>
                <a:lnTo>
                  <a:pt x="476542" y="626552"/>
                </a:lnTo>
                <a:lnTo>
                  <a:pt x="476474" y="623490"/>
                </a:lnTo>
                <a:lnTo>
                  <a:pt x="474652" y="612307"/>
                </a:lnTo>
                <a:close/>
                <a:moveTo>
                  <a:pt x="409330" y="758075"/>
                </a:moveTo>
                <a:lnTo>
                  <a:pt x="409360" y="758777"/>
                </a:lnTo>
                <a:lnTo>
                  <a:pt x="410539" y="763076"/>
                </a:lnTo>
                <a:lnTo>
                  <a:pt x="411637" y="763411"/>
                </a:lnTo>
                <a:lnTo>
                  <a:pt x="409429" y="758224"/>
                </a:lnTo>
                <a:close/>
                <a:moveTo>
                  <a:pt x="589115" y="355489"/>
                </a:moveTo>
                <a:lnTo>
                  <a:pt x="587319" y="363047"/>
                </a:lnTo>
                <a:lnTo>
                  <a:pt x="587548" y="363277"/>
                </a:lnTo>
                <a:lnTo>
                  <a:pt x="589440" y="355761"/>
                </a:lnTo>
                <a:close/>
                <a:moveTo>
                  <a:pt x="347198" y="896946"/>
                </a:moveTo>
                <a:lnTo>
                  <a:pt x="347442" y="907877"/>
                </a:lnTo>
                <a:lnTo>
                  <a:pt x="347925" y="910096"/>
                </a:lnTo>
                <a:lnTo>
                  <a:pt x="352711" y="911587"/>
                </a:lnTo>
                <a:lnTo>
                  <a:pt x="349746" y="902610"/>
                </a:lnTo>
                <a:lnTo>
                  <a:pt x="348713" y="900364"/>
                </a:lnTo>
                <a:close/>
                <a:moveTo>
                  <a:pt x="602789" y="324582"/>
                </a:moveTo>
                <a:lnTo>
                  <a:pt x="625476" y="350616"/>
                </a:lnTo>
                <a:lnTo>
                  <a:pt x="628962" y="355263"/>
                </a:lnTo>
                <a:lnTo>
                  <a:pt x="627205" y="342431"/>
                </a:lnTo>
                <a:lnTo>
                  <a:pt x="610613" y="330191"/>
                </a:lnTo>
                <a:close/>
                <a:moveTo>
                  <a:pt x="407226" y="762473"/>
                </a:moveTo>
                <a:lnTo>
                  <a:pt x="407318" y="762571"/>
                </a:lnTo>
                <a:lnTo>
                  <a:pt x="407315" y="762499"/>
                </a:lnTo>
                <a:close/>
                <a:moveTo>
                  <a:pt x="470295" y="620965"/>
                </a:moveTo>
                <a:lnTo>
                  <a:pt x="467880" y="627569"/>
                </a:lnTo>
                <a:lnTo>
                  <a:pt x="473383" y="630469"/>
                </a:lnTo>
                <a:lnTo>
                  <a:pt x="473718" y="628069"/>
                </a:lnTo>
                <a:close/>
                <a:moveTo>
                  <a:pt x="547934" y="446920"/>
                </a:moveTo>
                <a:lnTo>
                  <a:pt x="550518" y="449613"/>
                </a:lnTo>
                <a:lnTo>
                  <a:pt x="550548" y="449626"/>
                </a:lnTo>
                <a:lnTo>
                  <a:pt x="551158" y="448201"/>
                </a:lnTo>
                <a:close/>
                <a:moveTo>
                  <a:pt x="415963" y="742375"/>
                </a:moveTo>
                <a:lnTo>
                  <a:pt x="417016" y="744653"/>
                </a:lnTo>
                <a:lnTo>
                  <a:pt x="416800" y="742907"/>
                </a:lnTo>
                <a:close/>
                <a:moveTo>
                  <a:pt x="454202" y="656684"/>
                </a:moveTo>
                <a:lnTo>
                  <a:pt x="453905" y="658017"/>
                </a:lnTo>
                <a:lnTo>
                  <a:pt x="454017" y="658289"/>
                </a:lnTo>
                <a:lnTo>
                  <a:pt x="454026" y="658292"/>
                </a:lnTo>
                <a:lnTo>
                  <a:pt x="454244" y="656688"/>
                </a:lnTo>
                <a:close/>
                <a:moveTo>
                  <a:pt x="267387" y="1074780"/>
                </a:moveTo>
                <a:lnTo>
                  <a:pt x="268222" y="1079944"/>
                </a:lnTo>
                <a:lnTo>
                  <a:pt x="268955" y="1081064"/>
                </a:lnTo>
                <a:lnTo>
                  <a:pt x="269108" y="1081206"/>
                </a:lnTo>
                <a:lnTo>
                  <a:pt x="268580" y="1076830"/>
                </a:lnTo>
                <a:close/>
                <a:moveTo>
                  <a:pt x="350675" y="888089"/>
                </a:moveTo>
                <a:lnTo>
                  <a:pt x="355531" y="895787"/>
                </a:lnTo>
                <a:lnTo>
                  <a:pt x="354564" y="891043"/>
                </a:lnTo>
                <a:close/>
                <a:moveTo>
                  <a:pt x="375299" y="832867"/>
                </a:moveTo>
                <a:lnTo>
                  <a:pt x="375199" y="833618"/>
                </a:lnTo>
                <a:lnTo>
                  <a:pt x="375410" y="834229"/>
                </a:lnTo>
                <a:lnTo>
                  <a:pt x="375356" y="832929"/>
                </a:lnTo>
                <a:close/>
                <a:moveTo>
                  <a:pt x="424037" y="723698"/>
                </a:moveTo>
                <a:lnTo>
                  <a:pt x="423880" y="725048"/>
                </a:lnTo>
                <a:lnTo>
                  <a:pt x="424476" y="727476"/>
                </a:lnTo>
                <a:lnTo>
                  <a:pt x="424393" y="723825"/>
                </a:lnTo>
                <a:close/>
                <a:moveTo>
                  <a:pt x="472863" y="613944"/>
                </a:moveTo>
                <a:lnTo>
                  <a:pt x="470510" y="620378"/>
                </a:lnTo>
                <a:lnTo>
                  <a:pt x="473784" y="627214"/>
                </a:lnTo>
                <a:lnTo>
                  <a:pt x="473742" y="624448"/>
                </a:lnTo>
                <a:close/>
                <a:moveTo>
                  <a:pt x="445239" y="675675"/>
                </a:moveTo>
                <a:lnTo>
                  <a:pt x="445546" y="677463"/>
                </a:lnTo>
                <a:lnTo>
                  <a:pt x="446753" y="678457"/>
                </a:lnTo>
                <a:lnTo>
                  <a:pt x="447687" y="675903"/>
                </a:lnTo>
                <a:close/>
                <a:moveTo>
                  <a:pt x="395408" y="787172"/>
                </a:moveTo>
                <a:lnTo>
                  <a:pt x="396025" y="789692"/>
                </a:lnTo>
                <a:lnTo>
                  <a:pt x="396953" y="792360"/>
                </a:lnTo>
                <a:lnTo>
                  <a:pt x="397190" y="790870"/>
                </a:lnTo>
                <a:close/>
                <a:moveTo>
                  <a:pt x="457862" y="647317"/>
                </a:moveTo>
                <a:lnTo>
                  <a:pt x="457914" y="647938"/>
                </a:lnTo>
                <a:lnTo>
                  <a:pt x="458098" y="647434"/>
                </a:lnTo>
                <a:close/>
                <a:moveTo>
                  <a:pt x="262799" y="1083933"/>
                </a:moveTo>
                <a:lnTo>
                  <a:pt x="263909" y="1086843"/>
                </a:lnTo>
                <a:lnTo>
                  <a:pt x="264522" y="1087374"/>
                </a:lnTo>
                <a:lnTo>
                  <a:pt x="263506" y="1084426"/>
                </a:lnTo>
                <a:close/>
                <a:moveTo>
                  <a:pt x="322985" y="948892"/>
                </a:moveTo>
                <a:lnTo>
                  <a:pt x="322722" y="950230"/>
                </a:lnTo>
                <a:lnTo>
                  <a:pt x="322210" y="954093"/>
                </a:lnTo>
                <a:lnTo>
                  <a:pt x="325671" y="955755"/>
                </a:lnTo>
                <a:lnTo>
                  <a:pt x="325506" y="954847"/>
                </a:lnTo>
                <a:close/>
                <a:moveTo>
                  <a:pt x="455817" y="651247"/>
                </a:moveTo>
                <a:lnTo>
                  <a:pt x="455415" y="654207"/>
                </a:lnTo>
                <a:lnTo>
                  <a:pt x="455592" y="654283"/>
                </a:lnTo>
                <a:lnTo>
                  <a:pt x="455982" y="653217"/>
                </a:lnTo>
                <a:close/>
                <a:moveTo>
                  <a:pt x="418408" y="734835"/>
                </a:moveTo>
                <a:lnTo>
                  <a:pt x="418871" y="741628"/>
                </a:lnTo>
                <a:lnTo>
                  <a:pt x="420317" y="742548"/>
                </a:lnTo>
                <a:lnTo>
                  <a:pt x="420553" y="741042"/>
                </a:lnTo>
                <a:lnTo>
                  <a:pt x="419064" y="735056"/>
                </a:lnTo>
                <a:close/>
                <a:moveTo>
                  <a:pt x="361505" y="862154"/>
                </a:moveTo>
                <a:lnTo>
                  <a:pt x="361500" y="866323"/>
                </a:lnTo>
                <a:lnTo>
                  <a:pt x="363711" y="876491"/>
                </a:lnTo>
                <a:lnTo>
                  <a:pt x="364690" y="878793"/>
                </a:lnTo>
                <a:lnTo>
                  <a:pt x="363734" y="876599"/>
                </a:lnTo>
                <a:lnTo>
                  <a:pt x="365626" y="885305"/>
                </a:lnTo>
                <a:lnTo>
                  <a:pt x="366754" y="885621"/>
                </a:lnTo>
                <a:lnTo>
                  <a:pt x="366762" y="885623"/>
                </a:lnTo>
                <a:lnTo>
                  <a:pt x="366860" y="883771"/>
                </a:lnTo>
                <a:lnTo>
                  <a:pt x="366579" y="883127"/>
                </a:lnTo>
                <a:lnTo>
                  <a:pt x="366862" y="883725"/>
                </a:lnTo>
                <a:lnTo>
                  <a:pt x="367163" y="877999"/>
                </a:lnTo>
                <a:lnTo>
                  <a:pt x="366270" y="874320"/>
                </a:lnTo>
                <a:lnTo>
                  <a:pt x="366357" y="874134"/>
                </a:lnTo>
                <a:lnTo>
                  <a:pt x="367186" y="877553"/>
                </a:lnTo>
                <a:lnTo>
                  <a:pt x="367393" y="873614"/>
                </a:lnTo>
                <a:lnTo>
                  <a:pt x="365278" y="868746"/>
                </a:lnTo>
                <a:close/>
                <a:moveTo>
                  <a:pt x="486631" y="581973"/>
                </a:moveTo>
                <a:lnTo>
                  <a:pt x="487855" y="584183"/>
                </a:lnTo>
                <a:lnTo>
                  <a:pt x="487833" y="582727"/>
                </a:lnTo>
                <a:close/>
                <a:moveTo>
                  <a:pt x="301380" y="996679"/>
                </a:moveTo>
                <a:lnTo>
                  <a:pt x="301545" y="998647"/>
                </a:lnTo>
                <a:lnTo>
                  <a:pt x="301622" y="998830"/>
                </a:lnTo>
                <a:lnTo>
                  <a:pt x="303278" y="1002332"/>
                </a:lnTo>
                <a:lnTo>
                  <a:pt x="302682" y="999262"/>
                </a:lnTo>
                <a:lnTo>
                  <a:pt x="301834" y="997427"/>
                </a:lnTo>
                <a:close/>
                <a:moveTo>
                  <a:pt x="271609" y="1063261"/>
                </a:moveTo>
                <a:lnTo>
                  <a:pt x="274050" y="1067954"/>
                </a:lnTo>
                <a:lnTo>
                  <a:pt x="275429" y="1069199"/>
                </a:lnTo>
                <a:lnTo>
                  <a:pt x="275184" y="1067676"/>
                </a:lnTo>
                <a:close/>
                <a:moveTo>
                  <a:pt x="424332" y="721158"/>
                </a:moveTo>
                <a:lnTo>
                  <a:pt x="424186" y="722415"/>
                </a:lnTo>
                <a:lnTo>
                  <a:pt x="424198" y="722430"/>
                </a:lnTo>
                <a:lnTo>
                  <a:pt x="424363" y="722482"/>
                </a:lnTo>
                <a:close/>
                <a:moveTo>
                  <a:pt x="361918" y="860406"/>
                </a:moveTo>
                <a:lnTo>
                  <a:pt x="364561" y="866494"/>
                </a:lnTo>
                <a:lnTo>
                  <a:pt x="367497" y="871621"/>
                </a:lnTo>
                <a:lnTo>
                  <a:pt x="367693" y="867900"/>
                </a:lnTo>
                <a:lnTo>
                  <a:pt x="365393" y="864123"/>
                </a:lnTo>
                <a:close/>
                <a:moveTo>
                  <a:pt x="477001" y="602630"/>
                </a:moveTo>
                <a:lnTo>
                  <a:pt x="476519" y="603947"/>
                </a:lnTo>
                <a:lnTo>
                  <a:pt x="476546" y="605165"/>
                </a:lnTo>
                <a:lnTo>
                  <a:pt x="476895" y="607303"/>
                </a:lnTo>
                <a:lnTo>
                  <a:pt x="480001" y="607922"/>
                </a:lnTo>
                <a:lnTo>
                  <a:pt x="479931" y="604572"/>
                </a:lnTo>
                <a:close/>
                <a:moveTo>
                  <a:pt x="458685" y="643622"/>
                </a:moveTo>
                <a:lnTo>
                  <a:pt x="459156" y="644544"/>
                </a:lnTo>
                <a:lnTo>
                  <a:pt x="459362" y="643979"/>
                </a:lnTo>
                <a:close/>
                <a:moveTo>
                  <a:pt x="269918" y="1066051"/>
                </a:moveTo>
                <a:lnTo>
                  <a:pt x="270023" y="1066322"/>
                </a:lnTo>
                <a:lnTo>
                  <a:pt x="270653" y="1066900"/>
                </a:lnTo>
                <a:close/>
                <a:moveTo>
                  <a:pt x="347111" y="893088"/>
                </a:moveTo>
                <a:lnTo>
                  <a:pt x="347182" y="896256"/>
                </a:lnTo>
                <a:lnTo>
                  <a:pt x="348836" y="899855"/>
                </a:lnTo>
                <a:lnTo>
                  <a:pt x="348034" y="897426"/>
                </a:lnTo>
                <a:lnTo>
                  <a:pt x="348187" y="897006"/>
                </a:lnTo>
                <a:lnTo>
                  <a:pt x="349873" y="902112"/>
                </a:lnTo>
                <a:lnTo>
                  <a:pt x="351007" y="904579"/>
                </a:lnTo>
                <a:lnTo>
                  <a:pt x="349675" y="899217"/>
                </a:lnTo>
                <a:lnTo>
                  <a:pt x="349051" y="896550"/>
                </a:lnTo>
                <a:close/>
                <a:moveTo>
                  <a:pt x="395245" y="785265"/>
                </a:moveTo>
                <a:lnTo>
                  <a:pt x="395252" y="785640"/>
                </a:lnTo>
                <a:lnTo>
                  <a:pt x="397331" y="789983"/>
                </a:lnTo>
                <a:lnTo>
                  <a:pt x="397668" y="787859"/>
                </a:lnTo>
                <a:close/>
                <a:moveTo>
                  <a:pt x="402368" y="769207"/>
                </a:moveTo>
                <a:lnTo>
                  <a:pt x="402940" y="770777"/>
                </a:lnTo>
                <a:lnTo>
                  <a:pt x="402942" y="769411"/>
                </a:lnTo>
                <a:close/>
                <a:moveTo>
                  <a:pt x="336470" y="916647"/>
                </a:moveTo>
                <a:lnTo>
                  <a:pt x="336894" y="918999"/>
                </a:lnTo>
                <a:lnTo>
                  <a:pt x="341606" y="926549"/>
                </a:lnTo>
                <a:lnTo>
                  <a:pt x="341648" y="925534"/>
                </a:lnTo>
                <a:close/>
                <a:moveTo>
                  <a:pt x="359090" y="865944"/>
                </a:moveTo>
                <a:lnTo>
                  <a:pt x="359136" y="866140"/>
                </a:lnTo>
                <a:lnTo>
                  <a:pt x="359136" y="866049"/>
                </a:lnTo>
                <a:close/>
                <a:moveTo>
                  <a:pt x="323723" y="945116"/>
                </a:moveTo>
                <a:lnTo>
                  <a:pt x="323067" y="948469"/>
                </a:lnTo>
                <a:lnTo>
                  <a:pt x="325308" y="953763"/>
                </a:lnTo>
                <a:lnTo>
                  <a:pt x="324461" y="949110"/>
                </a:lnTo>
                <a:lnTo>
                  <a:pt x="324616" y="948816"/>
                </a:lnTo>
                <a:lnTo>
                  <a:pt x="325674" y="954628"/>
                </a:lnTo>
                <a:lnTo>
                  <a:pt x="326274" y="956045"/>
                </a:lnTo>
                <a:lnTo>
                  <a:pt x="326425" y="956117"/>
                </a:lnTo>
                <a:close/>
                <a:moveTo>
                  <a:pt x="277883" y="1047656"/>
                </a:moveTo>
                <a:lnTo>
                  <a:pt x="285962" y="1068404"/>
                </a:lnTo>
                <a:lnTo>
                  <a:pt x="289501" y="1076569"/>
                </a:lnTo>
                <a:lnTo>
                  <a:pt x="292558" y="1082515"/>
                </a:lnTo>
                <a:lnTo>
                  <a:pt x="293747" y="1083418"/>
                </a:lnTo>
                <a:lnTo>
                  <a:pt x="281208" y="1053843"/>
                </a:lnTo>
                <a:lnTo>
                  <a:pt x="279063" y="1049811"/>
                </a:lnTo>
                <a:lnTo>
                  <a:pt x="278275" y="1048283"/>
                </a:lnTo>
                <a:close/>
                <a:moveTo>
                  <a:pt x="323921" y="944414"/>
                </a:moveTo>
                <a:lnTo>
                  <a:pt x="325638" y="951408"/>
                </a:lnTo>
                <a:lnTo>
                  <a:pt x="326157" y="953210"/>
                </a:lnTo>
                <a:lnTo>
                  <a:pt x="325323" y="946571"/>
                </a:lnTo>
                <a:close/>
                <a:moveTo>
                  <a:pt x="361508" y="860062"/>
                </a:moveTo>
                <a:lnTo>
                  <a:pt x="361506" y="861156"/>
                </a:lnTo>
                <a:lnTo>
                  <a:pt x="363481" y="864606"/>
                </a:lnTo>
                <a:close/>
                <a:moveTo>
                  <a:pt x="522991" y="498237"/>
                </a:moveTo>
                <a:lnTo>
                  <a:pt x="522982" y="505417"/>
                </a:lnTo>
                <a:lnTo>
                  <a:pt x="523056" y="505666"/>
                </a:lnTo>
                <a:lnTo>
                  <a:pt x="523847" y="505908"/>
                </a:lnTo>
                <a:lnTo>
                  <a:pt x="524229" y="499277"/>
                </a:lnTo>
                <a:close/>
                <a:moveTo>
                  <a:pt x="323996" y="943721"/>
                </a:moveTo>
                <a:lnTo>
                  <a:pt x="323919" y="944116"/>
                </a:lnTo>
                <a:lnTo>
                  <a:pt x="325243" y="946151"/>
                </a:lnTo>
                <a:lnTo>
                  <a:pt x="325218" y="946065"/>
                </a:lnTo>
                <a:close/>
                <a:moveTo>
                  <a:pt x="424783" y="718034"/>
                </a:moveTo>
                <a:lnTo>
                  <a:pt x="424567" y="719407"/>
                </a:lnTo>
                <a:lnTo>
                  <a:pt x="424639" y="722568"/>
                </a:lnTo>
                <a:lnTo>
                  <a:pt x="424793" y="722616"/>
                </a:lnTo>
                <a:close/>
                <a:moveTo>
                  <a:pt x="394893" y="784889"/>
                </a:moveTo>
                <a:lnTo>
                  <a:pt x="394992" y="785096"/>
                </a:lnTo>
                <a:lnTo>
                  <a:pt x="394990" y="784992"/>
                </a:lnTo>
                <a:close/>
                <a:moveTo>
                  <a:pt x="591947" y="343562"/>
                </a:moveTo>
                <a:lnTo>
                  <a:pt x="589218" y="355053"/>
                </a:lnTo>
                <a:lnTo>
                  <a:pt x="589550" y="355323"/>
                </a:lnTo>
                <a:lnTo>
                  <a:pt x="591544" y="347405"/>
                </a:lnTo>
                <a:lnTo>
                  <a:pt x="591768" y="347232"/>
                </a:lnTo>
                <a:lnTo>
                  <a:pt x="589701" y="355445"/>
                </a:lnTo>
                <a:lnTo>
                  <a:pt x="593896" y="358849"/>
                </a:lnTo>
                <a:lnTo>
                  <a:pt x="598649" y="362814"/>
                </a:lnTo>
                <a:lnTo>
                  <a:pt x="595976" y="345891"/>
                </a:lnTo>
                <a:close/>
                <a:moveTo>
                  <a:pt x="451103" y="658840"/>
                </a:moveTo>
                <a:lnTo>
                  <a:pt x="452478" y="660295"/>
                </a:lnTo>
                <a:lnTo>
                  <a:pt x="452737" y="659132"/>
                </a:lnTo>
                <a:close/>
                <a:moveTo>
                  <a:pt x="481309" y="590850"/>
                </a:moveTo>
                <a:lnTo>
                  <a:pt x="477463" y="601366"/>
                </a:lnTo>
                <a:lnTo>
                  <a:pt x="479896" y="602843"/>
                </a:lnTo>
                <a:lnTo>
                  <a:pt x="479846" y="600483"/>
                </a:lnTo>
                <a:lnTo>
                  <a:pt x="479986" y="600295"/>
                </a:lnTo>
                <a:lnTo>
                  <a:pt x="480042" y="602931"/>
                </a:lnTo>
                <a:lnTo>
                  <a:pt x="487220" y="607287"/>
                </a:lnTo>
                <a:lnTo>
                  <a:pt x="487458" y="607445"/>
                </a:lnTo>
                <a:lnTo>
                  <a:pt x="488173" y="605496"/>
                </a:lnTo>
                <a:lnTo>
                  <a:pt x="488013" y="594778"/>
                </a:lnTo>
                <a:close/>
                <a:moveTo>
                  <a:pt x="404715" y="762221"/>
                </a:moveTo>
                <a:lnTo>
                  <a:pt x="404708" y="767626"/>
                </a:lnTo>
                <a:lnTo>
                  <a:pt x="404776" y="767979"/>
                </a:lnTo>
                <a:lnTo>
                  <a:pt x="407598" y="768984"/>
                </a:lnTo>
                <a:lnTo>
                  <a:pt x="407462" y="765878"/>
                </a:lnTo>
                <a:close/>
                <a:moveTo>
                  <a:pt x="443223" y="675938"/>
                </a:moveTo>
                <a:lnTo>
                  <a:pt x="442915" y="683529"/>
                </a:lnTo>
                <a:lnTo>
                  <a:pt x="442745" y="689782"/>
                </a:lnTo>
                <a:lnTo>
                  <a:pt x="443484" y="687395"/>
                </a:lnTo>
                <a:lnTo>
                  <a:pt x="445097" y="682987"/>
                </a:lnTo>
                <a:lnTo>
                  <a:pt x="443995" y="676574"/>
                </a:lnTo>
                <a:close/>
                <a:moveTo>
                  <a:pt x="464833" y="627488"/>
                </a:moveTo>
                <a:lnTo>
                  <a:pt x="464762" y="629211"/>
                </a:lnTo>
                <a:lnTo>
                  <a:pt x="465301" y="627734"/>
                </a:lnTo>
                <a:close/>
                <a:moveTo>
                  <a:pt x="422945" y="721241"/>
                </a:moveTo>
                <a:lnTo>
                  <a:pt x="423158" y="722105"/>
                </a:lnTo>
                <a:lnTo>
                  <a:pt x="423507" y="722215"/>
                </a:lnTo>
                <a:lnTo>
                  <a:pt x="423541" y="722002"/>
                </a:lnTo>
                <a:close/>
                <a:moveTo>
                  <a:pt x="485791" y="580418"/>
                </a:moveTo>
                <a:lnTo>
                  <a:pt x="485816" y="580503"/>
                </a:lnTo>
                <a:lnTo>
                  <a:pt x="486260" y="581305"/>
                </a:lnTo>
                <a:lnTo>
                  <a:pt x="487826" y="582256"/>
                </a:lnTo>
                <a:lnTo>
                  <a:pt x="487816" y="581648"/>
                </a:lnTo>
                <a:close/>
                <a:moveTo>
                  <a:pt x="417019" y="734370"/>
                </a:moveTo>
                <a:lnTo>
                  <a:pt x="417837" y="740971"/>
                </a:lnTo>
                <a:lnTo>
                  <a:pt x="418667" y="741499"/>
                </a:lnTo>
                <a:lnTo>
                  <a:pt x="418208" y="734768"/>
                </a:lnTo>
                <a:close/>
                <a:moveTo>
                  <a:pt x="425116" y="716217"/>
                </a:moveTo>
                <a:lnTo>
                  <a:pt x="425198" y="722742"/>
                </a:lnTo>
                <a:lnTo>
                  <a:pt x="428208" y="723679"/>
                </a:lnTo>
                <a:close/>
                <a:moveTo>
                  <a:pt x="251623" y="1104638"/>
                </a:moveTo>
                <a:lnTo>
                  <a:pt x="251716" y="1104959"/>
                </a:lnTo>
                <a:lnTo>
                  <a:pt x="261566" y="1119789"/>
                </a:lnTo>
                <a:lnTo>
                  <a:pt x="251855" y="1105440"/>
                </a:lnTo>
                <a:lnTo>
                  <a:pt x="255429" y="1117759"/>
                </a:lnTo>
                <a:lnTo>
                  <a:pt x="256526" y="1119148"/>
                </a:lnTo>
                <a:lnTo>
                  <a:pt x="263049" y="1126587"/>
                </a:lnTo>
                <a:lnTo>
                  <a:pt x="263838" y="1127215"/>
                </a:lnTo>
                <a:lnTo>
                  <a:pt x="262856" y="1123217"/>
                </a:lnTo>
                <a:lnTo>
                  <a:pt x="262329" y="1120938"/>
                </a:lnTo>
                <a:lnTo>
                  <a:pt x="261566" y="1119789"/>
                </a:lnTo>
                <a:lnTo>
                  <a:pt x="262322" y="1120904"/>
                </a:lnTo>
                <a:lnTo>
                  <a:pt x="261589" y="1117738"/>
                </a:lnTo>
                <a:close/>
                <a:moveTo>
                  <a:pt x="443242" y="675489"/>
                </a:moveTo>
                <a:lnTo>
                  <a:pt x="443239" y="675562"/>
                </a:lnTo>
                <a:lnTo>
                  <a:pt x="443918" y="676121"/>
                </a:lnTo>
                <a:lnTo>
                  <a:pt x="443818" y="675542"/>
                </a:lnTo>
                <a:close/>
                <a:moveTo>
                  <a:pt x="418181" y="731501"/>
                </a:moveTo>
                <a:lnTo>
                  <a:pt x="418208" y="731904"/>
                </a:lnTo>
                <a:lnTo>
                  <a:pt x="418287" y="731932"/>
                </a:lnTo>
                <a:close/>
                <a:moveTo>
                  <a:pt x="269091" y="1065148"/>
                </a:moveTo>
                <a:lnTo>
                  <a:pt x="269245" y="1065342"/>
                </a:lnTo>
                <a:lnTo>
                  <a:pt x="269205" y="1065236"/>
                </a:lnTo>
                <a:close/>
                <a:moveTo>
                  <a:pt x="301107" y="993411"/>
                </a:moveTo>
                <a:lnTo>
                  <a:pt x="301120" y="993566"/>
                </a:lnTo>
                <a:lnTo>
                  <a:pt x="301827" y="994857"/>
                </a:lnTo>
                <a:lnTo>
                  <a:pt x="301794" y="994686"/>
                </a:lnTo>
                <a:lnTo>
                  <a:pt x="301165" y="993455"/>
                </a:lnTo>
                <a:close/>
                <a:moveTo>
                  <a:pt x="457501" y="642998"/>
                </a:moveTo>
                <a:lnTo>
                  <a:pt x="457826" y="646885"/>
                </a:lnTo>
                <a:lnTo>
                  <a:pt x="458228" y="647078"/>
                </a:lnTo>
                <a:lnTo>
                  <a:pt x="458803" y="645503"/>
                </a:lnTo>
                <a:lnTo>
                  <a:pt x="457631" y="643066"/>
                </a:lnTo>
                <a:close/>
                <a:moveTo>
                  <a:pt x="509318" y="526943"/>
                </a:moveTo>
                <a:lnTo>
                  <a:pt x="509975" y="534790"/>
                </a:lnTo>
                <a:lnTo>
                  <a:pt x="514003" y="538085"/>
                </a:lnTo>
                <a:lnTo>
                  <a:pt x="515732" y="533882"/>
                </a:lnTo>
                <a:lnTo>
                  <a:pt x="515444" y="532818"/>
                </a:lnTo>
                <a:lnTo>
                  <a:pt x="510509" y="530020"/>
                </a:lnTo>
                <a:lnTo>
                  <a:pt x="510741" y="529985"/>
                </a:lnTo>
                <a:lnTo>
                  <a:pt x="515390" y="532622"/>
                </a:lnTo>
                <a:lnTo>
                  <a:pt x="514258" y="528451"/>
                </a:lnTo>
                <a:close/>
                <a:moveTo>
                  <a:pt x="361511" y="857747"/>
                </a:moveTo>
                <a:lnTo>
                  <a:pt x="361509" y="858474"/>
                </a:lnTo>
                <a:lnTo>
                  <a:pt x="362782" y="859835"/>
                </a:lnTo>
                <a:close/>
                <a:moveTo>
                  <a:pt x="484045" y="583367"/>
                </a:moveTo>
                <a:lnTo>
                  <a:pt x="481416" y="590555"/>
                </a:lnTo>
                <a:lnTo>
                  <a:pt x="488008" y="594417"/>
                </a:lnTo>
                <a:lnTo>
                  <a:pt x="487948" y="590412"/>
                </a:lnTo>
                <a:close/>
                <a:moveTo>
                  <a:pt x="488209" y="574008"/>
                </a:moveTo>
                <a:lnTo>
                  <a:pt x="488305" y="581776"/>
                </a:lnTo>
                <a:lnTo>
                  <a:pt x="493944" y="585203"/>
                </a:lnTo>
                <a:lnTo>
                  <a:pt x="490556" y="579089"/>
                </a:lnTo>
                <a:close/>
                <a:moveTo>
                  <a:pt x="395178" y="782095"/>
                </a:moveTo>
                <a:lnTo>
                  <a:pt x="395220" y="784124"/>
                </a:lnTo>
                <a:lnTo>
                  <a:pt x="397820" y="786905"/>
                </a:lnTo>
                <a:lnTo>
                  <a:pt x="398269" y="784077"/>
                </a:lnTo>
                <a:lnTo>
                  <a:pt x="398271" y="783973"/>
                </a:lnTo>
                <a:close/>
                <a:moveTo>
                  <a:pt x="275103" y="1050474"/>
                </a:moveTo>
                <a:lnTo>
                  <a:pt x="276354" y="1057405"/>
                </a:lnTo>
                <a:lnTo>
                  <a:pt x="285820" y="1077395"/>
                </a:lnTo>
                <a:lnTo>
                  <a:pt x="289325" y="1080058"/>
                </a:lnTo>
                <a:lnTo>
                  <a:pt x="287765" y="1076053"/>
                </a:lnTo>
                <a:lnTo>
                  <a:pt x="279724" y="1060416"/>
                </a:lnTo>
                <a:close/>
                <a:moveTo>
                  <a:pt x="442567" y="675426"/>
                </a:moveTo>
                <a:lnTo>
                  <a:pt x="439817" y="692737"/>
                </a:lnTo>
                <a:lnTo>
                  <a:pt x="440192" y="694179"/>
                </a:lnTo>
                <a:lnTo>
                  <a:pt x="441079" y="695166"/>
                </a:lnTo>
                <a:lnTo>
                  <a:pt x="442183" y="691600"/>
                </a:lnTo>
                <a:lnTo>
                  <a:pt x="442832" y="675616"/>
                </a:lnTo>
                <a:lnTo>
                  <a:pt x="442606" y="675429"/>
                </a:lnTo>
                <a:close/>
                <a:moveTo>
                  <a:pt x="491324" y="565847"/>
                </a:moveTo>
                <a:lnTo>
                  <a:pt x="492529" y="570320"/>
                </a:lnTo>
                <a:lnTo>
                  <a:pt x="496313" y="583230"/>
                </a:lnTo>
                <a:lnTo>
                  <a:pt x="500961" y="570524"/>
                </a:lnTo>
                <a:close/>
                <a:moveTo>
                  <a:pt x="266707" y="1068658"/>
                </a:moveTo>
                <a:lnTo>
                  <a:pt x="267833" y="1070647"/>
                </a:lnTo>
                <a:lnTo>
                  <a:pt x="267753" y="1069985"/>
                </a:lnTo>
                <a:close/>
                <a:moveTo>
                  <a:pt x="425661" y="712440"/>
                </a:moveTo>
                <a:lnTo>
                  <a:pt x="425281" y="714860"/>
                </a:lnTo>
                <a:lnTo>
                  <a:pt x="429042" y="723939"/>
                </a:lnTo>
                <a:lnTo>
                  <a:pt x="429323" y="724028"/>
                </a:lnTo>
                <a:lnTo>
                  <a:pt x="429265" y="721290"/>
                </a:lnTo>
                <a:lnTo>
                  <a:pt x="429445" y="721050"/>
                </a:lnTo>
                <a:lnTo>
                  <a:pt x="429509" y="724091"/>
                </a:lnTo>
                <a:lnTo>
                  <a:pt x="431143" y="724673"/>
                </a:lnTo>
                <a:lnTo>
                  <a:pt x="428490" y="713304"/>
                </a:lnTo>
                <a:close/>
                <a:moveTo>
                  <a:pt x="487693" y="573390"/>
                </a:moveTo>
                <a:lnTo>
                  <a:pt x="485493" y="579403"/>
                </a:lnTo>
                <a:lnTo>
                  <a:pt x="485730" y="580210"/>
                </a:lnTo>
                <a:lnTo>
                  <a:pt x="487814" y="581477"/>
                </a:lnTo>
                <a:close/>
                <a:moveTo>
                  <a:pt x="443376" y="672189"/>
                </a:moveTo>
                <a:lnTo>
                  <a:pt x="443322" y="673524"/>
                </a:lnTo>
                <a:lnTo>
                  <a:pt x="443554" y="673546"/>
                </a:lnTo>
                <a:close/>
                <a:moveTo>
                  <a:pt x="442932" y="673161"/>
                </a:moveTo>
                <a:lnTo>
                  <a:pt x="442877" y="673482"/>
                </a:lnTo>
                <a:lnTo>
                  <a:pt x="442919" y="673487"/>
                </a:lnTo>
                <a:close/>
                <a:moveTo>
                  <a:pt x="282206" y="1032950"/>
                </a:moveTo>
                <a:lnTo>
                  <a:pt x="282784" y="1034704"/>
                </a:lnTo>
                <a:lnTo>
                  <a:pt x="289732" y="1044963"/>
                </a:lnTo>
                <a:lnTo>
                  <a:pt x="289362" y="1042912"/>
                </a:lnTo>
                <a:lnTo>
                  <a:pt x="287107" y="1038674"/>
                </a:lnTo>
                <a:close/>
                <a:moveTo>
                  <a:pt x="223879" y="1163476"/>
                </a:moveTo>
                <a:lnTo>
                  <a:pt x="226210" y="1168311"/>
                </a:lnTo>
                <a:lnTo>
                  <a:pt x="236933" y="1179725"/>
                </a:lnTo>
                <a:lnTo>
                  <a:pt x="231597" y="1167753"/>
                </a:lnTo>
                <a:close/>
                <a:moveTo>
                  <a:pt x="594146" y="334303"/>
                </a:moveTo>
                <a:lnTo>
                  <a:pt x="591999" y="343341"/>
                </a:lnTo>
                <a:lnTo>
                  <a:pt x="595932" y="345615"/>
                </a:lnTo>
                <a:close/>
                <a:moveTo>
                  <a:pt x="472020" y="607736"/>
                </a:moveTo>
                <a:lnTo>
                  <a:pt x="472181" y="607833"/>
                </a:lnTo>
                <a:lnTo>
                  <a:pt x="472361" y="607953"/>
                </a:lnTo>
                <a:lnTo>
                  <a:pt x="472353" y="607851"/>
                </a:lnTo>
                <a:close/>
                <a:moveTo>
                  <a:pt x="226886" y="1156268"/>
                </a:moveTo>
                <a:lnTo>
                  <a:pt x="227969" y="1158700"/>
                </a:lnTo>
                <a:lnTo>
                  <a:pt x="232281" y="1164614"/>
                </a:lnTo>
                <a:close/>
                <a:moveTo>
                  <a:pt x="425969" y="710476"/>
                </a:moveTo>
                <a:lnTo>
                  <a:pt x="425765" y="711771"/>
                </a:lnTo>
                <a:lnTo>
                  <a:pt x="428315" y="712550"/>
                </a:lnTo>
                <a:lnTo>
                  <a:pt x="428271" y="712358"/>
                </a:lnTo>
                <a:close/>
                <a:moveTo>
                  <a:pt x="347630" y="885739"/>
                </a:moveTo>
                <a:lnTo>
                  <a:pt x="353594" y="896382"/>
                </a:lnTo>
                <a:lnTo>
                  <a:pt x="356359" y="899855"/>
                </a:lnTo>
                <a:lnTo>
                  <a:pt x="355845" y="897337"/>
                </a:lnTo>
                <a:lnTo>
                  <a:pt x="349405" y="887123"/>
                </a:lnTo>
                <a:lnTo>
                  <a:pt x="349226" y="886987"/>
                </a:lnTo>
                <a:close/>
                <a:moveTo>
                  <a:pt x="268618" y="1062609"/>
                </a:moveTo>
                <a:lnTo>
                  <a:pt x="268863" y="1063263"/>
                </a:lnTo>
                <a:lnTo>
                  <a:pt x="268884" y="1063288"/>
                </a:lnTo>
                <a:lnTo>
                  <a:pt x="270467" y="1064717"/>
                </a:lnTo>
                <a:close/>
                <a:moveTo>
                  <a:pt x="425070" y="712259"/>
                </a:moveTo>
                <a:lnTo>
                  <a:pt x="425069" y="712263"/>
                </a:lnTo>
                <a:lnTo>
                  <a:pt x="425070" y="712259"/>
                </a:lnTo>
                <a:close/>
                <a:moveTo>
                  <a:pt x="490583" y="565488"/>
                </a:moveTo>
                <a:lnTo>
                  <a:pt x="488572" y="570985"/>
                </a:lnTo>
                <a:lnTo>
                  <a:pt x="495934" y="584272"/>
                </a:lnTo>
                <a:lnTo>
                  <a:pt x="496125" y="583744"/>
                </a:lnTo>
                <a:lnTo>
                  <a:pt x="494983" y="579848"/>
                </a:lnTo>
                <a:lnTo>
                  <a:pt x="491196" y="565786"/>
                </a:lnTo>
                <a:close/>
                <a:moveTo>
                  <a:pt x="490890" y="564647"/>
                </a:moveTo>
                <a:lnTo>
                  <a:pt x="490714" y="565126"/>
                </a:lnTo>
                <a:lnTo>
                  <a:pt x="491066" y="565301"/>
                </a:lnTo>
                <a:close/>
                <a:moveTo>
                  <a:pt x="191382" y="1235052"/>
                </a:moveTo>
                <a:lnTo>
                  <a:pt x="194756" y="1241540"/>
                </a:lnTo>
                <a:lnTo>
                  <a:pt x="195134" y="1242244"/>
                </a:lnTo>
                <a:lnTo>
                  <a:pt x="206407" y="1255252"/>
                </a:lnTo>
                <a:lnTo>
                  <a:pt x="211194" y="1259575"/>
                </a:lnTo>
                <a:lnTo>
                  <a:pt x="208651" y="1254685"/>
                </a:lnTo>
                <a:lnTo>
                  <a:pt x="208660" y="1254642"/>
                </a:lnTo>
                <a:lnTo>
                  <a:pt x="205569" y="1250825"/>
                </a:lnTo>
                <a:lnTo>
                  <a:pt x="202005" y="1246300"/>
                </a:lnTo>
                <a:lnTo>
                  <a:pt x="195588" y="1239907"/>
                </a:lnTo>
                <a:close/>
                <a:moveTo>
                  <a:pt x="393988" y="781374"/>
                </a:moveTo>
                <a:lnTo>
                  <a:pt x="394464" y="783314"/>
                </a:lnTo>
                <a:lnTo>
                  <a:pt x="394967" y="783852"/>
                </a:lnTo>
                <a:lnTo>
                  <a:pt x="394926" y="781942"/>
                </a:lnTo>
                <a:close/>
                <a:moveTo>
                  <a:pt x="207181" y="1199523"/>
                </a:moveTo>
                <a:lnTo>
                  <a:pt x="207377" y="1199984"/>
                </a:lnTo>
                <a:lnTo>
                  <a:pt x="207990" y="1200718"/>
                </a:lnTo>
                <a:close/>
                <a:moveTo>
                  <a:pt x="458818" y="635956"/>
                </a:moveTo>
                <a:lnTo>
                  <a:pt x="457683" y="641050"/>
                </a:lnTo>
                <a:lnTo>
                  <a:pt x="459987" y="642264"/>
                </a:lnTo>
                <a:lnTo>
                  <a:pt x="460160" y="641793"/>
                </a:lnTo>
                <a:lnTo>
                  <a:pt x="459398" y="639514"/>
                </a:lnTo>
                <a:close/>
                <a:moveTo>
                  <a:pt x="283115" y="1028998"/>
                </a:moveTo>
                <a:lnTo>
                  <a:pt x="285715" y="1033883"/>
                </a:lnTo>
                <a:lnTo>
                  <a:pt x="288544" y="1038375"/>
                </a:lnTo>
                <a:lnTo>
                  <a:pt x="288201" y="1036468"/>
                </a:lnTo>
                <a:lnTo>
                  <a:pt x="288343" y="1036205"/>
                </a:lnTo>
                <a:lnTo>
                  <a:pt x="288809" y="1038794"/>
                </a:lnTo>
                <a:lnTo>
                  <a:pt x="291408" y="1042920"/>
                </a:lnTo>
                <a:lnTo>
                  <a:pt x="294868" y="1046851"/>
                </a:lnTo>
                <a:lnTo>
                  <a:pt x="287278" y="1033589"/>
                </a:lnTo>
                <a:close/>
                <a:moveTo>
                  <a:pt x="193022" y="1230729"/>
                </a:moveTo>
                <a:lnTo>
                  <a:pt x="195160" y="1233370"/>
                </a:lnTo>
                <a:lnTo>
                  <a:pt x="201472" y="1239070"/>
                </a:lnTo>
                <a:lnTo>
                  <a:pt x="201053" y="1238379"/>
                </a:lnTo>
                <a:close/>
                <a:moveTo>
                  <a:pt x="300775" y="989437"/>
                </a:moveTo>
                <a:lnTo>
                  <a:pt x="300822" y="989999"/>
                </a:lnTo>
                <a:lnTo>
                  <a:pt x="300922" y="990195"/>
                </a:lnTo>
                <a:close/>
                <a:moveTo>
                  <a:pt x="299167" y="993038"/>
                </a:moveTo>
                <a:lnTo>
                  <a:pt x="300513" y="996213"/>
                </a:lnTo>
                <a:lnTo>
                  <a:pt x="300420" y="995099"/>
                </a:lnTo>
                <a:close/>
                <a:moveTo>
                  <a:pt x="492762" y="559526"/>
                </a:moveTo>
                <a:lnTo>
                  <a:pt x="490953" y="564472"/>
                </a:lnTo>
                <a:lnTo>
                  <a:pt x="491194" y="565363"/>
                </a:lnTo>
                <a:lnTo>
                  <a:pt x="501059" y="570257"/>
                </a:lnTo>
                <a:lnTo>
                  <a:pt x="501184" y="569916"/>
                </a:lnTo>
                <a:lnTo>
                  <a:pt x="501058" y="569865"/>
                </a:lnTo>
                <a:lnTo>
                  <a:pt x="501219" y="569816"/>
                </a:lnTo>
                <a:lnTo>
                  <a:pt x="502475" y="566381"/>
                </a:lnTo>
                <a:lnTo>
                  <a:pt x="501140" y="565881"/>
                </a:lnTo>
                <a:lnTo>
                  <a:pt x="501425" y="565790"/>
                </a:lnTo>
                <a:lnTo>
                  <a:pt x="502538" y="566206"/>
                </a:lnTo>
                <a:lnTo>
                  <a:pt x="502676" y="565836"/>
                </a:lnTo>
                <a:close/>
                <a:moveTo>
                  <a:pt x="361516" y="853305"/>
                </a:moveTo>
                <a:lnTo>
                  <a:pt x="361512" y="857007"/>
                </a:lnTo>
                <a:lnTo>
                  <a:pt x="364358" y="861521"/>
                </a:lnTo>
                <a:lnTo>
                  <a:pt x="367832" y="865238"/>
                </a:lnTo>
                <a:lnTo>
                  <a:pt x="368025" y="861557"/>
                </a:lnTo>
                <a:lnTo>
                  <a:pt x="368099" y="860995"/>
                </a:lnTo>
                <a:close/>
                <a:moveTo>
                  <a:pt x="396907" y="773989"/>
                </a:moveTo>
                <a:lnTo>
                  <a:pt x="397643" y="774928"/>
                </a:lnTo>
                <a:lnTo>
                  <a:pt x="397340" y="774196"/>
                </a:lnTo>
                <a:close/>
                <a:moveTo>
                  <a:pt x="343667" y="892881"/>
                </a:moveTo>
                <a:lnTo>
                  <a:pt x="343103" y="906568"/>
                </a:lnTo>
                <a:lnTo>
                  <a:pt x="343175" y="906871"/>
                </a:lnTo>
                <a:lnTo>
                  <a:pt x="344665" y="909080"/>
                </a:lnTo>
                <a:lnTo>
                  <a:pt x="346657" y="909701"/>
                </a:lnTo>
                <a:lnTo>
                  <a:pt x="346603" y="907303"/>
                </a:lnTo>
                <a:close/>
                <a:moveTo>
                  <a:pt x="402491" y="761027"/>
                </a:moveTo>
                <a:lnTo>
                  <a:pt x="401569" y="766838"/>
                </a:lnTo>
                <a:lnTo>
                  <a:pt x="402944" y="767327"/>
                </a:lnTo>
                <a:lnTo>
                  <a:pt x="402951" y="762042"/>
                </a:lnTo>
                <a:lnTo>
                  <a:pt x="402987" y="761177"/>
                </a:lnTo>
                <a:close/>
                <a:moveTo>
                  <a:pt x="449277" y="656225"/>
                </a:moveTo>
                <a:lnTo>
                  <a:pt x="450266" y="657683"/>
                </a:lnTo>
                <a:lnTo>
                  <a:pt x="451812" y="657895"/>
                </a:lnTo>
                <a:lnTo>
                  <a:pt x="452966" y="658103"/>
                </a:lnTo>
                <a:lnTo>
                  <a:pt x="453165" y="657210"/>
                </a:lnTo>
                <a:lnTo>
                  <a:pt x="452899" y="656563"/>
                </a:lnTo>
                <a:close/>
                <a:moveTo>
                  <a:pt x="278524" y="1038375"/>
                </a:moveTo>
                <a:lnTo>
                  <a:pt x="289563" y="1056064"/>
                </a:lnTo>
                <a:lnTo>
                  <a:pt x="289550" y="1056025"/>
                </a:lnTo>
                <a:lnTo>
                  <a:pt x="281119" y="1041552"/>
                </a:lnTo>
                <a:close/>
                <a:moveTo>
                  <a:pt x="494849" y="553822"/>
                </a:moveTo>
                <a:lnTo>
                  <a:pt x="493533" y="557420"/>
                </a:lnTo>
                <a:lnTo>
                  <a:pt x="498341" y="560479"/>
                </a:lnTo>
                <a:lnTo>
                  <a:pt x="503876" y="562682"/>
                </a:lnTo>
                <a:lnTo>
                  <a:pt x="504582" y="560967"/>
                </a:lnTo>
                <a:lnTo>
                  <a:pt x="497637" y="555273"/>
                </a:lnTo>
                <a:lnTo>
                  <a:pt x="496087" y="554286"/>
                </a:lnTo>
                <a:close/>
                <a:moveTo>
                  <a:pt x="494944" y="553560"/>
                </a:moveTo>
                <a:lnTo>
                  <a:pt x="494933" y="553588"/>
                </a:lnTo>
                <a:lnTo>
                  <a:pt x="495072" y="553641"/>
                </a:lnTo>
                <a:close/>
                <a:moveTo>
                  <a:pt x="424075" y="711955"/>
                </a:moveTo>
                <a:lnTo>
                  <a:pt x="424772" y="713634"/>
                </a:lnTo>
                <a:lnTo>
                  <a:pt x="424768" y="712167"/>
                </a:lnTo>
                <a:close/>
                <a:moveTo>
                  <a:pt x="425063" y="709735"/>
                </a:moveTo>
                <a:lnTo>
                  <a:pt x="425068" y="711557"/>
                </a:lnTo>
                <a:lnTo>
                  <a:pt x="425175" y="711591"/>
                </a:lnTo>
                <a:lnTo>
                  <a:pt x="425420" y="710027"/>
                </a:lnTo>
                <a:close/>
                <a:moveTo>
                  <a:pt x="408830" y="746056"/>
                </a:moveTo>
                <a:lnTo>
                  <a:pt x="409150" y="753741"/>
                </a:lnTo>
                <a:lnTo>
                  <a:pt x="413353" y="759120"/>
                </a:lnTo>
                <a:lnTo>
                  <a:pt x="412189" y="755931"/>
                </a:lnTo>
                <a:close/>
                <a:moveTo>
                  <a:pt x="402722" y="759571"/>
                </a:moveTo>
                <a:lnTo>
                  <a:pt x="402553" y="760638"/>
                </a:lnTo>
                <a:lnTo>
                  <a:pt x="403002" y="760775"/>
                </a:lnTo>
                <a:lnTo>
                  <a:pt x="403026" y="760224"/>
                </a:lnTo>
                <a:lnTo>
                  <a:pt x="402960" y="759888"/>
                </a:lnTo>
                <a:close/>
                <a:moveTo>
                  <a:pt x="443979" y="667111"/>
                </a:moveTo>
                <a:lnTo>
                  <a:pt x="443873" y="667724"/>
                </a:lnTo>
                <a:lnTo>
                  <a:pt x="444895" y="673670"/>
                </a:lnTo>
                <a:lnTo>
                  <a:pt x="448384" y="673996"/>
                </a:lnTo>
                <a:lnTo>
                  <a:pt x="449753" y="670252"/>
                </a:lnTo>
                <a:lnTo>
                  <a:pt x="445375" y="667773"/>
                </a:lnTo>
                <a:close/>
                <a:moveTo>
                  <a:pt x="221839" y="1164482"/>
                </a:moveTo>
                <a:lnTo>
                  <a:pt x="225797" y="1170592"/>
                </a:lnTo>
                <a:lnTo>
                  <a:pt x="227677" y="1172866"/>
                </a:lnTo>
                <a:lnTo>
                  <a:pt x="225798" y="1168830"/>
                </a:lnTo>
                <a:close/>
                <a:moveTo>
                  <a:pt x="426718" y="705703"/>
                </a:moveTo>
                <a:lnTo>
                  <a:pt x="426153" y="709299"/>
                </a:lnTo>
                <a:lnTo>
                  <a:pt x="427887" y="710717"/>
                </a:lnTo>
                <a:close/>
                <a:moveTo>
                  <a:pt x="443749" y="667002"/>
                </a:moveTo>
                <a:lnTo>
                  <a:pt x="443779" y="667177"/>
                </a:lnTo>
                <a:lnTo>
                  <a:pt x="443805" y="667028"/>
                </a:lnTo>
                <a:close/>
                <a:moveTo>
                  <a:pt x="204991" y="1201225"/>
                </a:moveTo>
                <a:lnTo>
                  <a:pt x="206970" y="1206975"/>
                </a:lnTo>
                <a:lnTo>
                  <a:pt x="214282" y="1217772"/>
                </a:lnTo>
                <a:lnTo>
                  <a:pt x="211219" y="1210575"/>
                </a:lnTo>
                <a:lnTo>
                  <a:pt x="208758" y="1207860"/>
                </a:lnTo>
                <a:lnTo>
                  <a:pt x="208766" y="1207492"/>
                </a:lnTo>
                <a:lnTo>
                  <a:pt x="210917" y="1209865"/>
                </a:lnTo>
                <a:lnTo>
                  <a:pt x="209688" y="1206976"/>
                </a:lnTo>
                <a:close/>
                <a:moveTo>
                  <a:pt x="267455" y="1061284"/>
                </a:moveTo>
                <a:lnTo>
                  <a:pt x="267514" y="1061707"/>
                </a:lnTo>
                <a:lnTo>
                  <a:pt x="268165" y="1062457"/>
                </a:lnTo>
                <a:lnTo>
                  <a:pt x="267926" y="1061819"/>
                </a:lnTo>
                <a:close/>
                <a:moveTo>
                  <a:pt x="297064" y="994774"/>
                </a:moveTo>
                <a:lnTo>
                  <a:pt x="298937" y="1008088"/>
                </a:lnTo>
                <a:lnTo>
                  <a:pt x="301888" y="1012660"/>
                </a:lnTo>
                <a:lnTo>
                  <a:pt x="300878" y="1000583"/>
                </a:lnTo>
                <a:close/>
                <a:moveTo>
                  <a:pt x="346889" y="883132"/>
                </a:moveTo>
                <a:lnTo>
                  <a:pt x="346917" y="884382"/>
                </a:lnTo>
                <a:lnTo>
                  <a:pt x="348376" y="885490"/>
                </a:lnTo>
                <a:close/>
                <a:moveTo>
                  <a:pt x="458166" y="633954"/>
                </a:moveTo>
                <a:lnTo>
                  <a:pt x="457889" y="635997"/>
                </a:lnTo>
                <a:lnTo>
                  <a:pt x="458321" y="634054"/>
                </a:lnTo>
                <a:close/>
                <a:moveTo>
                  <a:pt x="298478" y="991414"/>
                </a:moveTo>
                <a:lnTo>
                  <a:pt x="298706" y="991951"/>
                </a:lnTo>
                <a:lnTo>
                  <a:pt x="300375" y="994565"/>
                </a:lnTo>
                <a:lnTo>
                  <a:pt x="300344" y="994200"/>
                </a:lnTo>
                <a:lnTo>
                  <a:pt x="299874" y="993182"/>
                </a:lnTo>
                <a:lnTo>
                  <a:pt x="299210" y="991969"/>
                </a:lnTo>
                <a:close/>
                <a:moveTo>
                  <a:pt x="403170" y="756750"/>
                </a:moveTo>
                <a:lnTo>
                  <a:pt x="403107" y="757151"/>
                </a:lnTo>
                <a:lnTo>
                  <a:pt x="403151" y="757211"/>
                </a:lnTo>
                <a:close/>
                <a:moveTo>
                  <a:pt x="444470" y="664259"/>
                </a:moveTo>
                <a:lnTo>
                  <a:pt x="444128" y="666237"/>
                </a:lnTo>
                <a:lnTo>
                  <a:pt x="448987" y="668538"/>
                </a:lnTo>
                <a:lnTo>
                  <a:pt x="447076" y="666413"/>
                </a:lnTo>
                <a:close/>
                <a:moveTo>
                  <a:pt x="461621" y="625795"/>
                </a:moveTo>
                <a:lnTo>
                  <a:pt x="463719" y="632061"/>
                </a:lnTo>
                <a:lnTo>
                  <a:pt x="464322" y="630414"/>
                </a:lnTo>
                <a:lnTo>
                  <a:pt x="464390" y="628762"/>
                </a:lnTo>
                <a:lnTo>
                  <a:pt x="464470" y="627296"/>
                </a:lnTo>
                <a:close/>
                <a:moveTo>
                  <a:pt x="530892" y="470672"/>
                </a:moveTo>
                <a:lnTo>
                  <a:pt x="533995" y="480974"/>
                </a:lnTo>
                <a:lnTo>
                  <a:pt x="536672" y="483012"/>
                </a:lnTo>
                <a:lnTo>
                  <a:pt x="538959" y="477456"/>
                </a:lnTo>
                <a:close/>
                <a:moveTo>
                  <a:pt x="320214" y="942349"/>
                </a:moveTo>
                <a:lnTo>
                  <a:pt x="319759" y="951030"/>
                </a:lnTo>
                <a:lnTo>
                  <a:pt x="320213" y="953345"/>
                </a:lnTo>
                <a:lnTo>
                  <a:pt x="320311" y="953374"/>
                </a:lnTo>
                <a:lnTo>
                  <a:pt x="321756" y="945990"/>
                </a:lnTo>
                <a:close/>
                <a:moveTo>
                  <a:pt x="343814" y="889313"/>
                </a:moveTo>
                <a:lnTo>
                  <a:pt x="343749" y="890903"/>
                </a:lnTo>
                <a:lnTo>
                  <a:pt x="346521" y="903645"/>
                </a:lnTo>
                <a:lnTo>
                  <a:pt x="346328" y="894982"/>
                </a:lnTo>
                <a:close/>
                <a:moveTo>
                  <a:pt x="500380" y="538694"/>
                </a:moveTo>
                <a:lnTo>
                  <a:pt x="495978" y="550734"/>
                </a:lnTo>
                <a:lnTo>
                  <a:pt x="504204" y="555970"/>
                </a:lnTo>
                <a:lnTo>
                  <a:pt x="503336" y="547799"/>
                </a:lnTo>
                <a:lnTo>
                  <a:pt x="503200" y="547382"/>
                </a:lnTo>
                <a:lnTo>
                  <a:pt x="500226" y="546524"/>
                </a:lnTo>
                <a:lnTo>
                  <a:pt x="500689" y="546336"/>
                </a:lnTo>
                <a:lnTo>
                  <a:pt x="503086" y="547028"/>
                </a:lnTo>
                <a:close/>
                <a:moveTo>
                  <a:pt x="361521" y="849615"/>
                </a:moveTo>
                <a:lnTo>
                  <a:pt x="361517" y="852987"/>
                </a:lnTo>
                <a:lnTo>
                  <a:pt x="368136" y="860718"/>
                </a:lnTo>
                <a:lnTo>
                  <a:pt x="368263" y="859758"/>
                </a:lnTo>
                <a:lnTo>
                  <a:pt x="368161" y="858281"/>
                </a:lnTo>
                <a:lnTo>
                  <a:pt x="368390" y="857948"/>
                </a:lnTo>
                <a:lnTo>
                  <a:pt x="368429" y="858512"/>
                </a:lnTo>
                <a:lnTo>
                  <a:pt x="368658" y="856792"/>
                </a:lnTo>
                <a:lnTo>
                  <a:pt x="368632" y="856685"/>
                </a:lnTo>
                <a:lnTo>
                  <a:pt x="364760" y="851148"/>
                </a:lnTo>
                <a:close/>
                <a:moveTo>
                  <a:pt x="458314" y="632866"/>
                </a:moveTo>
                <a:lnTo>
                  <a:pt x="458307" y="632916"/>
                </a:lnTo>
                <a:lnTo>
                  <a:pt x="458324" y="632927"/>
                </a:lnTo>
                <a:close/>
                <a:moveTo>
                  <a:pt x="400408" y="762138"/>
                </a:moveTo>
                <a:lnTo>
                  <a:pt x="400380" y="763747"/>
                </a:lnTo>
                <a:lnTo>
                  <a:pt x="400554" y="764226"/>
                </a:lnTo>
                <a:close/>
                <a:moveTo>
                  <a:pt x="267297" y="1060140"/>
                </a:moveTo>
                <a:lnTo>
                  <a:pt x="267316" y="1060277"/>
                </a:lnTo>
                <a:lnTo>
                  <a:pt x="267373" y="1060342"/>
                </a:lnTo>
                <a:close/>
                <a:moveTo>
                  <a:pt x="427774" y="700585"/>
                </a:moveTo>
                <a:lnTo>
                  <a:pt x="430667" y="712990"/>
                </a:lnTo>
                <a:lnTo>
                  <a:pt x="431209" y="713434"/>
                </a:lnTo>
                <a:lnTo>
                  <a:pt x="435033" y="714602"/>
                </a:lnTo>
                <a:lnTo>
                  <a:pt x="433029" y="708432"/>
                </a:lnTo>
                <a:close/>
                <a:moveTo>
                  <a:pt x="597376" y="320699"/>
                </a:moveTo>
                <a:lnTo>
                  <a:pt x="595932" y="326781"/>
                </a:lnTo>
                <a:lnTo>
                  <a:pt x="599206" y="347505"/>
                </a:lnTo>
                <a:lnTo>
                  <a:pt x="619539" y="359254"/>
                </a:lnTo>
                <a:lnTo>
                  <a:pt x="630398" y="365724"/>
                </a:lnTo>
                <a:lnTo>
                  <a:pt x="630366" y="365514"/>
                </a:lnTo>
                <a:lnTo>
                  <a:pt x="629717" y="360771"/>
                </a:lnTo>
                <a:lnTo>
                  <a:pt x="611593" y="336611"/>
                </a:lnTo>
                <a:lnTo>
                  <a:pt x="598312" y="321370"/>
                </a:lnTo>
                <a:close/>
                <a:moveTo>
                  <a:pt x="249908" y="1098724"/>
                </a:moveTo>
                <a:lnTo>
                  <a:pt x="251445" y="1104026"/>
                </a:lnTo>
                <a:lnTo>
                  <a:pt x="261463" y="1117193"/>
                </a:lnTo>
                <a:lnTo>
                  <a:pt x="259728" y="1109692"/>
                </a:lnTo>
                <a:close/>
                <a:moveTo>
                  <a:pt x="351296" y="871645"/>
                </a:moveTo>
                <a:lnTo>
                  <a:pt x="353383" y="881880"/>
                </a:lnTo>
                <a:lnTo>
                  <a:pt x="357655" y="883075"/>
                </a:lnTo>
                <a:lnTo>
                  <a:pt x="357288" y="881190"/>
                </a:lnTo>
                <a:lnTo>
                  <a:pt x="357141" y="880370"/>
                </a:lnTo>
                <a:close/>
                <a:moveTo>
                  <a:pt x="257841" y="1080884"/>
                </a:moveTo>
                <a:lnTo>
                  <a:pt x="261179" y="1088015"/>
                </a:lnTo>
                <a:lnTo>
                  <a:pt x="261511" y="1088309"/>
                </a:lnTo>
                <a:lnTo>
                  <a:pt x="259772" y="1084198"/>
                </a:lnTo>
                <a:close/>
                <a:moveTo>
                  <a:pt x="597451" y="320382"/>
                </a:moveTo>
                <a:lnTo>
                  <a:pt x="597435" y="320452"/>
                </a:lnTo>
                <a:lnTo>
                  <a:pt x="597640" y="320599"/>
                </a:lnTo>
                <a:close/>
                <a:moveTo>
                  <a:pt x="346848" y="881312"/>
                </a:moveTo>
                <a:lnTo>
                  <a:pt x="346864" y="882044"/>
                </a:lnTo>
                <a:lnTo>
                  <a:pt x="349646" y="886455"/>
                </a:lnTo>
                <a:lnTo>
                  <a:pt x="354359" y="890036"/>
                </a:lnTo>
                <a:lnTo>
                  <a:pt x="353514" y="885885"/>
                </a:lnTo>
                <a:lnTo>
                  <a:pt x="352437" y="883186"/>
                </a:lnTo>
                <a:close/>
                <a:moveTo>
                  <a:pt x="235867" y="1129614"/>
                </a:moveTo>
                <a:lnTo>
                  <a:pt x="244001" y="1142197"/>
                </a:lnTo>
                <a:lnTo>
                  <a:pt x="252172" y="1153793"/>
                </a:lnTo>
                <a:lnTo>
                  <a:pt x="250215" y="1144085"/>
                </a:lnTo>
                <a:lnTo>
                  <a:pt x="249713" y="1143855"/>
                </a:lnTo>
                <a:lnTo>
                  <a:pt x="249589" y="1143550"/>
                </a:lnTo>
                <a:lnTo>
                  <a:pt x="250160" y="1143812"/>
                </a:lnTo>
                <a:lnTo>
                  <a:pt x="250041" y="1143216"/>
                </a:lnTo>
                <a:close/>
                <a:moveTo>
                  <a:pt x="503314" y="530670"/>
                </a:moveTo>
                <a:lnTo>
                  <a:pt x="502842" y="531961"/>
                </a:lnTo>
                <a:lnTo>
                  <a:pt x="507990" y="547810"/>
                </a:lnTo>
                <a:lnTo>
                  <a:pt x="508328" y="548542"/>
                </a:lnTo>
                <a:lnTo>
                  <a:pt x="509113" y="548769"/>
                </a:lnTo>
                <a:lnTo>
                  <a:pt x="509175" y="548669"/>
                </a:lnTo>
                <a:lnTo>
                  <a:pt x="509189" y="548790"/>
                </a:lnTo>
                <a:lnTo>
                  <a:pt x="509551" y="548895"/>
                </a:lnTo>
                <a:lnTo>
                  <a:pt x="510027" y="547738"/>
                </a:lnTo>
                <a:lnTo>
                  <a:pt x="508988" y="535310"/>
                </a:lnTo>
                <a:close/>
                <a:moveTo>
                  <a:pt x="394989" y="773067"/>
                </a:moveTo>
                <a:lnTo>
                  <a:pt x="395161" y="781302"/>
                </a:lnTo>
                <a:lnTo>
                  <a:pt x="398284" y="783197"/>
                </a:lnTo>
                <a:lnTo>
                  <a:pt x="398398" y="776750"/>
                </a:lnTo>
                <a:lnTo>
                  <a:pt x="398129" y="776099"/>
                </a:lnTo>
                <a:lnTo>
                  <a:pt x="396217" y="773658"/>
                </a:lnTo>
                <a:close/>
                <a:moveTo>
                  <a:pt x="404730" y="751208"/>
                </a:moveTo>
                <a:lnTo>
                  <a:pt x="404719" y="759297"/>
                </a:lnTo>
                <a:lnTo>
                  <a:pt x="406613" y="761817"/>
                </a:lnTo>
                <a:lnTo>
                  <a:pt x="406690" y="761900"/>
                </a:lnTo>
                <a:lnTo>
                  <a:pt x="407297" y="762086"/>
                </a:lnTo>
                <a:lnTo>
                  <a:pt x="406969" y="754550"/>
                </a:lnTo>
                <a:close/>
                <a:moveTo>
                  <a:pt x="330320" y="917814"/>
                </a:moveTo>
                <a:lnTo>
                  <a:pt x="330484" y="918525"/>
                </a:lnTo>
                <a:lnTo>
                  <a:pt x="336642" y="943809"/>
                </a:lnTo>
                <a:lnTo>
                  <a:pt x="339718" y="947903"/>
                </a:lnTo>
                <a:lnTo>
                  <a:pt x="336213" y="929860"/>
                </a:lnTo>
                <a:lnTo>
                  <a:pt x="335660" y="926788"/>
                </a:lnTo>
                <a:close/>
                <a:moveTo>
                  <a:pt x="343894" y="887348"/>
                </a:moveTo>
                <a:lnTo>
                  <a:pt x="343828" y="888958"/>
                </a:lnTo>
                <a:lnTo>
                  <a:pt x="346314" y="894366"/>
                </a:lnTo>
                <a:lnTo>
                  <a:pt x="346251" y="891553"/>
                </a:lnTo>
                <a:close/>
                <a:moveTo>
                  <a:pt x="443723" y="663640"/>
                </a:moveTo>
                <a:lnTo>
                  <a:pt x="443628" y="665999"/>
                </a:lnTo>
                <a:lnTo>
                  <a:pt x="443954" y="666155"/>
                </a:lnTo>
                <a:lnTo>
                  <a:pt x="444306" y="664123"/>
                </a:lnTo>
                <a:close/>
                <a:moveTo>
                  <a:pt x="410198" y="738706"/>
                </a:moveTo>
                <a:lnTo>
                  <a:pt x="412152" y="746666"/>
                </a:lnTo>
                <a:lnTo>
                  <a:pt x="416180" y="762738"/>
                </a:lnTo>
                <a:lnTo>
                  <a:pt x="417656" y="764626"/>
                </a:lnTo>
                <a:lnTo>
                  <a:pt x="418544" y="756980"/>
                </a:lnTo>
                <a:lnTo>
                  <a:pt x="417431" y="748004"/>
                </a:lnTo>
                <a:lnTo>
                  <a:pt x="414359" y="741354"/>
                </a:lnTo>
                <a:close/>
                <a:moveTo>
                  <a:pt x="488088" y="564277"/>
                </a:moveTo>
                <a:lnTo>
                  <a:pt x="488102" y="565386"/>
                </a:lnTo>
                <a:lnTo>
                  <a:pt x="488444" y="564450"/>
                </a:lnTo>
                <a:close/>
                <a:moveTo>
                  <a:pt x="245619" y="1107164"/>
                </a:moveTo>
                <a:lnTo>
                  <a:pt x="248214" y="1120046"/>
                </a:lnTo>
                <a:lnTo>
                  <a:pt x="249954" y="1121888"/>
                </a:lnTo>
                <a:lnTo>
                  <a:pt x="250550" y="1122385"/>
                </a:lnTo>
                <a:lnTo>
                  <a:pt x="246603" y="1108778"/>
                </a:lnTo>
                <a:close/>
                <a:moveTo>
                  <a:pt x="358905" y="853469"/>
                </a:moveTo>
                <a:lnTo>
                  <a:pt x="359152" y="854036"/>
                </a:lnTo>
                <a:lnTo>
                  <a:pt x="359152" y="853873"/>
                </a:lnTo>
                <a:close/>
                <a:moveTo>
                  <a:pt x="358768" y="853754"/>
                </a:moveTo>
                <a:lnTo>
                  <a:pt x="359150" y="855509"/>
                </a:lnTo>
                <a:lnTo>
                  <a:pt x="359151" y="854634"/>
                </a:lnTo>
                <a:close/>
                <a:moveTo>
                  <a:pt x="400449" y="760403"/>
                </a:moveTo>
                <a:lnTo>
                  <a:pt x="400623" y="762898"/>
                </a:lnTo>
                <a:lnTo>
                  <a:pt x="400788" y="764868"/>
                </a:lnTo>
                <a:lnTo>
                  <a:pt x="401159" y="765886"/>
                </a:lnTo>
                <a:lnTo>
                  <a:pt x="401958" y="760863"/>
                </a:lnTo>
                <a:close/>
                <a:moveTo>
                  <a:pt x="335091" y="906680"/>
                </a:moveTo>
                <a:lnTo>
                  <a:pt x="335830" y="912030"/>
                </a:lnTo>
                <a:lnTo>
                  <a:pt x="341784" y="922250"/>
                </a:lnTo>
                <a:lnTo>
                  <a:pt x="342334" y="908937"/>
                </a:lnTo>
                <a:close/>
                <a:moveTo>
                  <a:pt x="254668" y="1086585"/>
                </a:moveTo>
                <a:lnTo>
                  <a:pt x="257439" y="1098567"/>
                </a:lnTo>
                <a:lnTo>
                  <a:pt x="260084" y="1109341"/>
                </a:lnTo>
                <a:lnTo>
                  <a:pt x="261658" y="1111108"/>
                </a:lnTo>
                <a:close/>
                <a:moveTo>
                  <a:pt x="505143" y="525668"/>
                </a:moveTo>
                <a:lnTo>
                  <a:pt x="503687" y="529647"/>
                </a:lnTo>
                <a:lnTo>
                  <a:pt x="508869" y="533886"/>
                </a:lnTo>
                <a:lnTo>
                  <a:pt x="508261" y="526620"/>
                </a:lnTo>
                <a:close/>
                <a:moveTo>
                  <a:pt x="525759" y="479455"/>
                </a:moveTo>
                <a:lnTo>
                  <a:pt x="525166" y="489743"/>
                </a:lnTo>
                <a:lnTo>
                  <a:pt x="525153" y="499614"/>
                </a:lnTo>
                <a:lnTo>
                  <a:pt x="528652" y="502498"/>
                </a:lnTo>
                <a:lnTo>
                  <a:pt x="535078" y="486888"/>
                </a:lnTo>
                <a:lnTo>
                  <a:pt x="534971" y="486535"/>
                </a:lnTo>
                <a:close/>
                <a:moveTo>
                  <a:pt x="177213" y="1259833"/>
                </a:moveTo>
                <a:lnTo>
                  <a:pt x="202721" y="1287126"/>
                </a:lnTo>
                <a:lnTo>
                  <a:pt x="200600" y="1281571"/>
                </a:lnTo>
                <a:lnTo>
                  <a:pt x="198191" y="1274417"/>
                </a:lnTo>
                <a:close/>
                <a:moveTo>
                  <a:pt x="469194" y="606021"/>
                </a:moveTo>
                <a:lnTo>
                  <a:pt x="470446" y="606781"/>
                </a:lnTo>
                <a:lnTo>
                  <a:pt x="472311" y="607345"/>
                </a:lnTo>
                <a:lnTo>
                  <a:pt x="472251" y="606631"/>
                </a:lnTo>
                <a:close/>
                <a:moveTo>
                  <a:pt x="391189" y="780627"/>
                </a:moveTo>
                <a:lnTo>
                  <a:pt x="392840" y="787856"/>
                </a:lnTo>
                <a:lnTo>
                  <a:pt x="395193" y="794661"/>
                </a:lnTo>
                <a:lnTo>
                  <a:pt x="395125" y="791419"/>
                </a:lnTo>
                <a:lnTo>
                  <a:pt x="392169" y="781764"/>
                </a:lnTo>
                <a:close/>
                <a:moveTo>
                  <a:pt x="300325" y="984045"/>
                </a:moveTo>
                <a:lnTo>
                  <a:pt x="300350" y="984349"/>
                </a:lnTo>
                <a:lnTo>
                  <a:pt x="301829" y="991969"/>
                </a:lnTo>
                <a:lnTo>
                  <a:pt x="302540" y="993360"/>
                </a:lnTo>
                <a:lnTo>
                  <a:pt x="307613" y="997213"/>
                </a:lnTo>
                <a:lnTo>
                  <a:pt x="306634" y="993955"/>
                </a:lnTo>
                <a:close/>
                <a:moveTo>
                  <a:pt x="320391" y="938985"/>
                </a:moveTo>
                <a:lnTo>
                  <a:pt x="320243" y="941799"/>
                </a:lnTo>
                <a:lnTo>
                  <a:pt x="321838" y="945567"/>
                </a:lnTo>
                <a:lnTo>
                  <a:pt x="322493" y="942219"/>
                </a:lnTo>
                <a:close/>
                <a:moveTo>
                  <a:pt x="260175" y="1073792"/>
                </a:moveTo>
                <a:lnTo>
                  <a:pt x="263503" y="1083462"/>
                </a:lnTo>
                <a:lnTo>
                  <a:pt x="263707" y="1083954"/>
                </a:lnTo>
                <a:lnTo>
                  <a:pt x="264706" y="1084649"/>
                </a:lnTo>
                <a:lnTo>
                  <a:pt x="269207" y="1087515"/>
                </a:lnTo>
                <a:lnTo>
                  <a:pt x="268195" y="1081276"/>
                </a:lnTo>
                <a:close/>
                <a:moveTo>
                  <a:pt x="266328" y="1059998"/>
                </a:moveTo>
                <a:lnTo>
                  <a:pt x="266509" y="1060547"/>
                </a:lnTo>
                <a:lnTo>
                  <a:pt x="266632" y="1060689"/>
                </a:lnTo>
                <a:lnTo>
                  <a:pt x="266584" y="1060290"/>
                </a:lnTo>
                <a:close/>
                <a:moveTo>
                  <a:pt x="186689" y="1238169"/>
                </a:moveTo>
                <a:lnTo>
                  <a:pt x="192482" y="1255369"/>
                </a:lnTo>
                <a:lnTo>
                  <a:pt x="194661" y="1261075"/>
                </a:lnTo>
                <a:lnTo>
                  <a:pt x="209845" y="1270744"/>
                </a:lnTo>
                <a:lnTo>
                  <a:pt x="204541" y="1260870"/>
                </a:lnTo>
                <a:lnTo>
                  <a:pt x="198274" y="1248820"/>
                </a:lnTo>
                <a:lnTo>
                  <a:pt x="194110" y="1245060"/>
                </a:lnTo>
                <a:close/>
                <a:moveTo>
                  <a:pt x="427961" y="697780"/>
                </a:moveTo>
                <a:lnTo>
                  <a:pt x="427804" y="698783"/>
                </a:lnTo>
                <a:lnTo>
                  <a:pt x="431911" y="704916"/>
                </a:lnTo>
                <a:lnTo>
                  <a:pt x="430984" y="701142"/>
                </a:lnTo>
                <a:close/>
                <a:moveTo>
                  <a:pt x="361526" y="846522"/>
                </a:moveTo>
                <a:lnTo>
                  <a:pt x="361523" y="848671"/>
                </a:lnTo>
                <a:lnTo>
                  <a:pt x="363773" y="849737"/>
                </a:lnTo>
                <a:close/>
                <a:moveTo>
                  <a:pt x="328622" y="920083"/>
                </a:moveTo>
                <a:lnTo>
                  <a:pt x="328253" y="921966"/>
                </a:lnTo>
                <a:lnTo>
                  <a:pt x="329490" y="931810"/>
                </a:lnTo>
                <a:lnTo>
                  <a:pt x="330942" y="936226"/>
                </a:lnTo>
                <a:lnTo>
                  <a:pt x="331375" y="936802"/>
                </a:lnTo>
                <a:lnTo>
                  <a:pt x="330818" y="933632"/>
                </a:lnTo>
                <a:close/>
                <a:moveTo>
                  <a:pt x="345843" y="881473"/>
                </a:moveTo>
                <a:lnTo>
                  <a:pt x="346044" y="882280"/>
                </a:lnTo>
                <a:lnTo>
                  <a:pt x="346032" y="881774"/>
                </a:lnTo>
                <a:close/>
                <a:moveTo>
                  <a:pt x="508500" y="517170"/>
                </a:moveTo>
                <a:lnTo>
                  <a:pt x="509258" y="526224"/>
                </a:lnTo>
                <a:lnTo>
                  <a:pt x="514051" y="527688"/>
                </a:lnTo>
                <a:lnTo>
                  <a:pt x="513726" y="526491"/>
                </a:lnTo>
                <a:lnTo>
                  <a:pt x="513828" y="526252"/>
                </a:lnTo>
                <a:lnTo>
                  <a:pt x="514233" y="527743"/>
                </a:lnTo>
                <a:lnTo>
                  <a:pt x="517809" y="528836"/>
                </a:lnTo>
                <a:lnTo>
                  <a:pt x="519057" y="525806"/>
                </a:lnTo>
                <a:close/>
                <a:moveTo>
                  <a:pt x="284814" y="1018019"/>
                </a:moveTo>
                <a:lnTo>
                  <a:pt x="302193" y="1043810"/>
                </a:lnTo>
                <a:lnTo>
                  <a:pt x="300420" y="1031210"/>
                </a:lnTo>
                <a:close/>
                <a:moveTo>
                  <a:pt x="378599" y="807998"/>
                </a:moveTo>
                <a:lnTo>
                  <a:pt x="377464" y="816548"/>
                </a:lnTo>
                <a:lnTo>
                  <a:pt x="377832" y="825399"/>
                </a:lnTo>
                <a:lnTo>
                  <a:pt x="378449" y="830314"/>
                </a:lnTo>
                <a:lnTo>
                  <a:pt x="379228" y="831143"/>
                </a:lnTo>
                <a:lnTo>
                  <a:pt x="379615" y="831329"/>
                </a:lnTo>
                <a:lnTo>
                  <a:pt x="377804" y="823431"/>
                </a:lnTo>
                <a:lnTo>
                  <a:pt x="377905" y="823218"/>
                </a:lnTo>
                <a:lnTo>
                  <a:pt x="379783" y="831409"/>
                </a:lnTo>
                <a:lnTo>
                  <a:pt x="390902" y="836725"/>
                </a:lnTo>
                <a:lnTo>
                  <a:pt x="391410" y="832418"/>
                </a:lnTo>
                <a:lnTo>
                  <a:pt x="390039" y="826721"/>
                </a:lnTo>
                <a:lnTo>
                  <a:pt x="390097" y="826595"/>
                </a:lnTo>
                <a:lnTo>
                  <a:pt x="391440" y="832170"/>
                </a:lnTo>
                <a:lnTo>
                  <a:pt x="392262" y="825214"/>
                </a:lnTo>
                <a:lnTo>
                  <a:pt x="391159" y="820780"/>
                </a:lnTo>
                <a:lnTo>
                  <a:pt x="389495" y="817177"/>
                </a:lnTo>
                <a:lnTo>
                  <a:pt x="387050" y="811689"/>
                </a:lnTo>
                <a:close/>
                <a:moveTo>
                  <a:pt x="332813" y="910370"/>
                </a:moveTo>
                <a:lnTo>
                  <a:pt x="333022" y="911527"/>
                </a:lnTo>
                <a:lnTo>
                  <a:pt x="334334" y="914894"/>
                </a:lnTo>
                <a:lnTo>
                  <a:pt x="334765" y="915586"/>
                </a:lnTo>
                <a:lnTo>
                  <a:pt x="334482" y="913232"/>
                </a:lnTo>
                <a:close/>
                <a:moveTo>
                  <a:pt x="525833" y="478155"/>
                </a:moveTo>
                <a:lnTo>
                  <a:pt x="525812" y="478535"/>
                </a:lnTo>
                <a:lnTo>
                  <a:pt x="534595" y="485285"/>
                </a:lnTo>
                <a:lnTo>
                  <a:pt x="534416" y="484691"/>
                </a:lnTo>
                <a:close/>
                <a:moveTo>
                  <a:pt x="507615" y="518910"/>
                </a:moveTo>
                <a:lnTo>
                  <a:pt x="505373" y="525039"/>
                </a:lnTo>
                <a:lnTo>
                  <a:pt x="508200" y="525902"/>
                </a:lnTo>
                <a:close/>
                <a:moveTo>
                  <a:pt x="343007" y="887495"/>
                </a:moveTo>
                <a:lnTo>
                  <a:pt x="343185" y="888310"/>
                </a:lnTo>
                <a:lnTo>
                  <a:pt x="343200" y="887930"/>
                </a:lnTo>
                <a:close/>
                <a:moveTo>
                  <a:pt x="456660" y="632972"/>
                </a:moveTo>
                <a:lnTo>
                  <a:pt x="457017" y="637233"/>
                </a:lnTo>
                <a:lnTo>
                  <a:pt x="457566" y="633562"/>
                </a:lnTo>
                <a:close/>
                <a:moveTo>
                  <a:pt x="310146" y="960903"/>
                </a:moveTo>
                <a:lnTo>
                  <a:pt x="310286" y="961227"/>
                </a:lnTo>
                <a:lnTo>
                  <a:pt x="310289" y="961153"/>
                </a:lnTo>
                <a:close/>
                <a:moveTo>
                  <a:pt x="443081" y="663109"/>
                </a:moveTo>
                <a:lnTo>
                  <a:pt x="443291" y="664335"/>
                </a:lnTo>
                <a:lnTo>
                  <a:pt x="443333" y="663318"/>
                </a:lnTo>
                <a:close/>
                <a:moveTo>
                  <a:pt x="266924" y="1057436"/>
                </a:moveTo>
                <a:lnTo>
                  <a:pt x="267066" y="1058461"/>
                </a:lnTo>
                <a:lnTo>
                  <a:pt x="268065" y="1061131"/>
                </a:lnTo>
                <a:lnTo>
                  <a:pt x="273561" y="1067398"/>
                </a:lnTo>
                <a:lnTo>
                  <a:pt x="271128" y="1062721"/>
                </a:lnTo>
                <a:lnTo>
                  <a:pt x="271138" y="1062678"/>
                </a:lnTo>
                <a:lnTo>
                  <a:pt x="268046" y="1058860"/>
                </a:lnTo>
                <a:close/>
                <a:moveTo>
                  <a:pt x="278272" y="1031950"/>
                </a:moveTo>
                <a:lnTo>
                  <a:pt x="284671" y="1042934"/>
                </a:lnTo>
                <a:lnTo>
                  <a:pt x="285612" y="1044060"/>
                </a:lnTo>
                <a:lnTo>
                  <a:pt x="285138" y="1042620"/>
                </a:lnTo>
                <a:lnTo>
                  <a:pt x="283985" y="1040386"/>
                </a:lnTo>
                <a:close/>
                <a:moveTo>
                  <a:pt x="279283" y="1029536"/>
                </a:moveTo>
                <a:lnTo>
                  <a:pt x="282294" y="1033981"/>
                </a:lnTo>
                <a:lnTo>
                  <a:pt x="281798" y="1032472"/>
                </a:lnTo>
                <a:close/>
                <a:moveTo>
                  <a:pt x="390937" y="779522"/>
                </a:moveTo>
                <a:lnTo>
                  <a:pt x="390943" y="779547"/>
                </a:lnTo>
                <a:lnTo>
                  <a:pt x="391757" y="780419"/>
                </a:lnTo>
                <a:lnTo>
                  <a:pt x="391608" y="779929"/>
                </a:lnTo>
                <a:close/>
                <a:moveTo>
                  <a:pt x="254603" y="1084545"/>
                </a:moveTo>
                <a:lnTo>
                  <a:pt x="257783" y="1095696"/>
                </a:lnTo>
                <a:lnTo>
                  <a:pt x="263545" y="1113225"/>
                </a:lnTo>
                <a:lnTo>
                  <a:pt x="275266" y="1126383"/>
                </a:lnTo>
                <a:lnTo>
                  <a:pt x="274170" y="1119543"/>
                </a:lnTo>
                <a:lnTo>
                  <a:pt x="273679" y="1119153"/>
                </a:lnTo>
                <a:lnTo>
                  <a:pt x="273621" y="1118751"/>
                </a:lnTo>
                <a:lnTo>
                  <a:pt x="274105" y="1119135"/>
                </a:lnTo>
                <a:lnTo>
                  <a:pt x="273926" y="1118014"/>
                </a:lnTo>
                <a:lnTo>
                  <a:pt x="273776" y="1117623"/>
                </a:lnTo>
                <a:lnTo>
                  <a:pt x="269167" y="1110238"/>
                </a:lnTo>
                <a:lnTo>
                  <a:pt x="258927" y="1088370"/>
                </a:lnTo>
                <a:close/>
                <a:moveTo>
                  <a:pt x="511410" y="509344"/>
                </a:moveTo>
                <a:lnTo>
                  <a:pt x="508815" y="515648"/>
                </a:lnTo>
                <a:lnTo>
                  <a:pt x="519605" y="524474"/>
                </a:lnTo>
                <a:lnTo>
                  <a:pt x="521586" y="519666"/>
                </a:lnTo>
                <a:lnTo>
                  <a:pt x="521588" y="517836"/>
                </a:lnTo>
                <a:close/>
                <a:moveTo>
                  <a:pt x="447148" y="653083"/>
                </a:moveTo>
                <a:lnTo>
                  <a:pt x="448615" y="655247"/>
                </a:lnTo>
                <a:lnTo>
                  <a:pt x="452443" y="655451"/>
                </a:lnTo>
                <a:lnTo>
                  <a:pt x="452402" y="655352"/>
                </a:lnTo>
                <a:close/>
                <a:moveTo>
                  <a:pt x="170780" y="1271887"/>
                </a:moveTo>
                <a:lnTo>
                  <a:pt x="176030" y="1278985"/>
                </a:lnTo>
                <a:lnTo>
                  <a:pt x="186076" y="1292188"/>
                </a:lnTo>
                <a:lnTo>
                  <a:pt x="184070" y="1286936"/>
                </a:lnTo>
                <a:lnTo>
                  <a:pt x="178032" y="1280193"/>
                </a:lnTo>
                <a:close/>
                <a:moveTo>
                  <a:pt x="529939" y="467506"/>
                </a:moveTo>
                <a:lnTo>
                  <a:pt x="530604" y="469713"/>
                </a:lnTo>
                <a:lnTo>
                  <a:pt x="539223" y="476816"/>
                </a:lnTo>
                <a:lnTo>
                  <a:pt x="541019" y="472454"/>
                </a:lnTo>
                <a:close/>
                <a:moveTo>
                  <a:pt x="513711" y="503751"/>
                </a:moveTo>
                <a:lnTo>
                  <a:pt x="512379" y="506987"/>
                </a:lnTo>
                <a:lnTo>
                  <a:pt x="521592" y="514674"/>
                </a:lnTo>
                <a:lnTo>
                  <a:pt x="521602" y="506451"/>
                </a:lnTo>
                <a:lnTo>
                  <a:pt x="515031" y="504154"/>
                </a:lnTo>
                <a:close/>
                <a:moveTo>
                  <a:pt x="476159" y="587831"/>
                </a:moveTo>
                <a:lnTo>
                  <a:pt x="476374" y="597456"/>
                </a:lnTo>
                <a:lnTo>
                  <a:pt x="479234" y="589634"/>
                </a:lnTo>
                <a:close/>
                <a:moveTo>
                  <a:pt x="329376" y="916226"/>
                </a:moveTo>
                <a:lnTo>
                  <a:pt x="328699" y="919688"/>
                </a:lnTo>
                <a:lnTo>
                  <a:pt x="328922" y="921069"/>
                </a:lnTo>
                <a:lnTo>
                  <a:pt x="331785" y="937348"/>
                </a:lnTo>
                <a:lnTo>
                  <a:pt x="336075" y="943057"/>
                </a:lnTo>
                <a:lnTo>
                  <a:pt x="334270" y="935913"/>
                </a:lnTo>
                <a:lnTo>
                  <a:pt x="329994" y="917265"/>
                </a:lnTo>
                <a:close/>
                <a:moveTo>
                  <a:pt x="411395" y="732484"/>
                </a:moveTo>
                <a:lnTo>
                  <a:pt x="414264" y="738696"/>
                </a:lnTo>
                <a:lnTo>
                  <a:pt x="416450" y="740088"/>
                </a:lnTo>
                <a:lnTo>
                  <a:pt x="415686" y="733923"/>
                </a:lnTo>
                <a:close/>
                <a:moveTo>
                  <a:pt x="465534" y="611085"/>
                </a:moveTo>
                <a:lnTo>
                  <a:pt x="465440" y="612810"/>
                </a:lnTo>
                <a:lnTo>
                  <a:pt x="464895" y="625995"/>
                </a:lnTo>
                <a:lnTo>
                  <a:pt x="465769" y="626456"/>
                </a:lnTo>
                <a:lnTo>
                  <a:pt x="468863" y="617994"/>
                </a:lnTo>
                <a:close/>
                <a:moveTo>
                  <a:pt x="320564" y="935692"/>
                </a:moveTo>
                <a:lnTo>
                  <a:pt x="320405" y="938711"/>
                </a:lnTo>
                <a:lnTo>
                  <a:pt x="322538" y="941991"/>
                </a:lnTo>
                <a:lnTo>
                  <a:pt x="322690" y="941214"/>
                </a:lnTo>
                <a:lnTo>
                  <a:pt x="321860" y="939623"/>
                </a:lnTo>
                <a:close/>
                <a:moveTo>
                  <a:pt x="296365" y="989809"/>
                </a:moveTo>
                <a:lnTo>
                  <a:pt x="296892" y="993551"/>
                </a:lnTo>
                <a:lnTo>
                  <a:pt x="297545" y="994516"/>
                </a:lnTo>
                <a:lnTo>
                  <a:pt x="297538" y="994504"/>
                </a:lnTo>
                <a:lnTo>
                  <a:pt x="297601" y="994021"/>
                </a:lnTo>
                <a:lnTo>
                  <a:pt x="300450" y="998810"/>
                </a:lnTo>
                <a:lnTo>
                  <a:pt x="300769" y="999282"/>
                </a:lnTo>
                <a:lnTo>
                  <a:pt x="300714" y="998618"/>
                </a:lnTo>
                <a:lnTo>
                  <a:pt x="297271" y="990496"/>
                </a:lnTo>
                <a:close/>
                <a:moveTo>
                  <a:pt x="400505" y="756620"/>
                </a:moveTo>
                <a:lnTo>
                  <a:pt x="400446" y="759993"/>
                </a:lnTo>
                <a:lnTo>
                  <a:pt x="402019" y="760474"/>
                </a:lnTo>
                <a:lnTo>
                  <a:pt x="402260" y="758956"/>
                </a:lnTo>
                <a:close/>
                <a:moveTo>
                  <a:pt x="399001" y="759960"/>
                </a:moveTo>
                <a:lnTo>
                  <a:pt x="399284" y="760738"/>
                </a:lnTo>
                <a:lnTo>
                  <a:pt x="399323" y="760059"/>
                </a:lnTo>
                <a:close/>
                <a:moveTo>
                  <a:pt x="517760" y="493913"/>
                </a:moveTo>
                <a:lnTo>
                  <a:pt x="514055" y="502918"/>
                </a:lnTo>
                <a:lnTo>
                  <a:pt x="521605" y="505223"/>
                </a:lnTo>
                <a:lnTo>
                  <a:pt x="521608" y="501547"/>
                </a:lnTo>
                <a:lnTo>
                  <a:pt x="520853" y="499049"/>
                </a:lnTo>
                <a:lnTo>
                  <a:pt x="520970" y="498756"/>
                </a:lnTo>
                <a:lnTo>
                  <a:pt x="521609" y="500875"/>
                </a:lnTo>
                <a:lnTo>
                  <a:pt x="521615" y="497089"/>
                </a:lnTo>
                <a:close/>
                <a:moveTo>
                  <a:pt x="329550" y="915333"/>
                </a:moveTo>
                <a:lnTo>
                  <a:pt x="329519" y="915496"/>
                </a:lnTo>
                <a:lnTo>
                  <a:pt x="329630" y="915678"/>
                </a:lnTo>
                <a:close/>
                <a:moveTo>
                  <a:pt x="404766" y="746695"/>
                </a:moveTo>
                <a:lnTo>
                  <a:pt x="404736" y="746888"/>
                </a:lnTo>
                <a:lnTo>
                  <a:pt x="404734" y="748089"/>
                </a:lnTo>
                <a:lnTo>
                  <a:pt x="405824" y="749484"/>
                </a:lnTo>
                <a:close/>
                <a:moveTo>
                  <a:pt x="297015" y="987962"/>
                </a:moveTo>
                <a:lnTo>
                  <a:pt x="297765" y="989731"/>
                </a:lnTo>
                <a:lnTo>
                  <a:pt x="298140" y="990017"/>
                </a:lnTo>
                <a:close/>
                <a:moveTo>
                  <a:pt x="119453" y="1385525"/>
                </a:moveTo>
                <a:lnTo>
                  <a:pt x="126417" y="1394486"/>
                </a:lnTo>
                <a:lnTo>
                  <a:pt x="132061" y="1401550"/>
                </a:lnTo>
                <a:lnTo>
                  <a:pt x="136435" y="1404385"/>
                </a:lnTo>
                <a:lnTo>
                  <a:pt x="132318" y="1396520"/>
                </a:lnTo>
                <a:lnTo>
                  <a:pt x="121898" y="1387754"/>
                </a:lnTo>
                <a:close/>
                <a:moveTo>
                  <a:pt x="175904" y="1258923"/>
                </a:moveTo>
                <a:lnTo>
                  <a:pt x="187948" y="1290462"/>
                </a:lnTo>
                <a:lnTo>
                  <a:pt x="216035" y="1321991"/>
                </a:lnTo>
                <a:lnTo>
                  <a:pt x="210342" y="1307082"/>
                </a:lnTo>
                <a:lnTo>
                  <a:pt x="197825" y="1286494"/>
                </a:lnTo>
                <a:lnTo>
                  <a:pt x="197866" y="1286165"/>
                </a:lnTo>
                <a:lnTo>
                  <a:pt x="209740" y="1305697"/>
                </a:lnTo>
                <a:lnTo>
                  <a:pt x="209926" y="1305994"/>
                </a:lnTo>
                <a:lnTo>
                  <a:pt x="203059" y="1288011"/>
                </a:lnTo>
                <a:lnTo>
                  <a:pt x="180374" y="1263738"/>
                </a:lnTo>
                <a:lnTo>
                  <a:pt x="176147" y="1259092"/>
                </a:lnTo>
                <a:close/>
                <a:moveTo>
                  <a:pt x="300057" y="980845"/>
                </a:moveTo>
                <a:lnTo>
                  <a:pt x="300282" y="983533"/>
                </a:lnTo>
                <a:lnTo>
                  <a:pt x="306381" y="993110"/>
                </a:lnTo>
                <a:lnTo>
                  <a:pt x="305346" y="989666"/>
                </a:lnTo>
                <a:lnTo>
                  <a:pt x="303313" y="986219"/>
                </a:lnTo>
                <a:lnTo>
                  <a:pt x="302243" y="984226"/>
                </a:lnTo>
                <a:close/>
                <a:moveTo>
                  <a:pt x="332083" y="909116"/>
                </a:moveTo>
                <a:lnTo>
                  <a:pt x="332816" y="911000"/>
                </a:lnTo>
                <a:lnTo>
                  <a:pt x="332652" y="910094"/>
                </a:lnTo>
                <a:close/>
                <a:moveTo>
                  <a:pt x="422177" y="707374"/>
                </a:moveTo>
                <a:lnTo>
                  <a:pt x="423745" y="711154"/>
                </a:lnTo>
                <a:lnTo>
                  <a:pt x="424767" y="711467"/>
                </a:lnTo>
                <a:lnTo>
                  <a:pt x="424762" y="709487"/>
                </a:lnTo>
                <a:close/>
                <a:moveTo>
                  <a:pt x="329762" y="914254"/>
                </a:moveTo>
                <a:lnTo>
                  <a:pt x="329643" y="914862"/>
                </a:lnTo>
                <a:lnTo>
                  <a:pt x="329951" y="916206"/>
                </a:lnTo>
                <a:lnTo>
                  <a:pt x="335354" y="925085"/>
                </a:lnTo>
                <a:lnTo>
                  <a:pt x="335134" y="923866"/>
                </a:lnTo>
                <a:lnTo>
                  <a:pt x="331644" y="918274"/>
                </a:lnTo>
                <a:close/>
                <a:moveTo>
                  <a:pt x="416118" y="720879"/>
                </a:moveTo>
                <a:lnTo>
                  <a:pt x="417692" y="727211"/>
                </a:lnTo>
                <a:lnTo>
                  <a:pt x="417407" y="723031"/>
                </a:lnTo>
                <a:lnTo>
                  <a:pt x="417585" y="722771"/>
                </a:lnTo>
                <a:lnTo>
                  <a:pt x="417961" y="728293"/>
                </a:lnTo>
                <a:lnTo>
                  <a:pt x="418921" y="732152"/>
                </a:lnTo>
                <a:lnTo>
                  <a:pt x="421791" y="733151"/>
                </a:lnTo>
                <a:lnTo>
                  <a:pt x="422744" y="727079"/>
                </a:lnTo>
                <a:lnTo>
                  <a:pt x="421901" y="722937"/>
                </a:lnTo>
                <a:close/>
                <a:moveTo>
                  <a:pt x="356429" y="854534"/>
                </a:moveTo>
                <a:lnTo>
                  <a:pt x="358931" y="865260"/>
                </a:lnTo>
                <a:lnTo>
                  <a:pt x="359136" y="865743"/>
                </a:lnTo>
                <a:lnTo>
                  <a:pt x="359143" y="860634"/>
                </a:lnTo>
                <a:lnTo>
                  <a:pt x="358555" y="857932"/>
                </a:lnTo>
                <a:lnTo>
                  <a:pt x="358317" y="856585"/>
                </a:lnTo>
                <a:lnTo>
                  <a:pt x="358273" y="856507"/>
                </a:lnTo>
                <a:close/>
                <a:moveTo>
                  <a:pt x="344756" y="880611"/>
                </a:moveTo>
                <a:lnTo>
                  <a:pt x="345724" y="882337"/>
                </a:lnTo>
                <a:lnTo>
                  <a:pt x="345367" y="880816"/>
                </a:lnTo>
                <a:close/>
                <a:moveTo>
                  <a:pt x="521631" y="484511"/>
                </a:moveTo>
                <a:lnTo>
                  <a:pt x="517881" y="493622"/>
                </a:lnTo>
                <a:lnTo>
                  <a:pt x="521615" y="496699"/>
                </a:lnTo>
                <a:close/>
                <a:moveTo>
                  <a:pt x="408479" y="737612"/>
                </a:moveTo>
                <a:lnTo>
                  <a:pt x="408813" y="745629"/>
                </a:lnTo>
                <a:lnTo>
                  <a:pt x="414073" y="760040"/>
                </a:lnTo>
                <a:lnTo>
                  <a:pt x="414910" y="761113"/>
                </a:lnTo>
                <a:lnTo>
                  <a:pt x="409123" y="738022"/>
                </a:lnTo>
                <a:close/>
                <a:moveTo>
                  <a:pt x="426824" y="696517"/>
                </a:moveTo>
                <a:lnTo>
                  <a:pt x="427112" y="697751"/>
                </a:lnTo>
                <a:lnTo>
                  <a:pt x="427302" y="698034"/>
                </a:lnTo>
                <a:lnTo>
                  <a:pt x="427434" y="697194"/>
                </a:lnTo>
                <a:close/>
                <a:moveTo>
                  <a:pt x="465611" y="609646"/>
                </a:moveTo>
                <a:lnTo>
                  <a:pt x="465587" y="610093"/>
                </a:lnTo>
                <a:lnTo>
                  <a:pt x="469083" y="617394"/>
                </a:lnTo>
                <a:lnTo>
                  <a:pt x="471467" y="610874"/>
                </a:lnTo>
                <a:lnTo>
                  <a:pt x="467178" y="609958"/>
                </a:lnTo>
                <a:close/>
                <a:moveTo>
                  <a:pt x="420388" y="710830"/>
                </a:moveTo>
                <a:lnTo>
                  <a:pt x="422797" y="720640"/>
                </a:lnTo>
                <a:lnTo>
                  <a:pt x="423595" y="721660"/>
                </a:lnTo>
                <a:lnTo>
                  <a:pt x="424632" y="715047"/>
                </a:lnTo>
                <a:lnTo>
                  <a:pt x="423247" y="711703"/>
                </a:lnTo>
                <a:close/>
                <a:moveTo>
                  <a:pt x="273257" y="1040243"/>
                </a:moveTo>
                <a:lnTo>
                  <a:pt x="274573" y="1047539"/>
                </a:lnTo>
                <a:lnTo>
                  <a:pt x="283177" y="1064272"/>
                </a:lnTo>
                <a:lnTo>
                  <a:pt x="274929" y="1043090"/>
                </a:lnTo>
                <a:lnTo>
                  <a:pt x="274718" y="1042584"/>
                </a:lnTo>
                <a:close/>
                <a:moveTo>
                  <a:pt x="524205" y="478261"/>
                </a:moveTo>
                <a:lnTo>
                  <a:pt x="523014" y="481152"/>
                </a:lnTo>
                <a:lnTo>
                  <a:pt x="522992" y="497834"/>
                </a:lnTo>
                <a:lnTo>
                  <a:pt x="524252" y="498872"/>
                </a:lnTo>
                <a:lnTo>
                  <a:pt x="524441" y="495594"/>
                </a:lnTo>
                <a:lnTo>
                  <a:pt x="525128" y="478969"/>
                </a:lnTo>
                <a:close/>
                <a:moveTo>
                  <a:pt x="524627" y="477236"/>
                </a:moveTo>
                <a:lnTo>
                  <a:pt x="524505" y="477532"/>
                </a:lnTo>
                <a:lnTo>
                  <a:pt x="525164" y="478039"/>
                </a:lnTo>
                <a:lnTo>
                  <a:pt x="525180" y="477658"/>
                </a:lnTo>
                <a:close/>
                <a:moveTo>
                  <a:pt x="465349" y="609594"/>
                </a:moveTo>
                <a:lnTo>
                  <a:pt x="465431" y="609765"/>
                </a:lnTo>
                <a:lnTo>
                  <a:pt x="465440" y="609612"/>
                </a:lnTo>
                <a:close/>
                <a:moveTo>
                  <a:pt x="279647" y="1025173"/>
                </a:moveTo>
                <a:lnTo>
                  <a:pt x="281953" y="1032179"/>
                </a:lnTo>
                <a:lnTo>
                  <a:pt x="286246" y="1037055"/>
                </a:lnTo>
                <a:lnTo>
                  <a:pt x="280314" y="1025908"/>
                </a:lnTo>
                <a:close/>
                <a:moveTo>
                  <a:pt x="342392" y="884666"/>
                </a:moveTo>
                <a:lnTo>
                  <a:pt x="342854" y="886790"/>
                </a:lnTo>
                <a:lnTo>
                  <a:pt x="343213" y="887600"/>
                </a:lnTo>
                <a:lnTo>
                  <a:pt x="343270" y="886233"/>
                </a:lnTo>
                <a:close/>
                <a:moveTo>
                  <a:pt x="528245" y="468446"/>
                </a:moveTo>
                <a:lnTo>
                  <a:pt x="526091" y="473680"/>
                </a:lnTo>
                <a:lnTo>
                  <a:pt x="526020" y="474900"/>
                </a:lnTo>
                <a:lnTo>
                  <a:pt x="533088" y="480283"/>
                </a:lnTo>
                <a:lnTo>
                  <a:pt x="529956" y="469885"/>
                </a:lnTo>
                <a:close/>
                <a:moveTo>
                  <a:pt x="281089" y="1021775"/>
                </a:moveTo>
                <a:lnTo>
                  <a:pt x="288247" y="1034282"/>
                </a:lnTo>
                <a:lnTo>
                  <a:pt x="289688" y="1035871"/>
                </a:lnTo>
                <a:lnTo>
                  <a:pt x="293354" y="1039804"/>
                </a:lnTo>
                <a:lnTo>
                  <a:pt x="290915" y="1034399"/>
                </a:lnTo>
                <a:lnTo>
                  <a:pt x="290974" y="1034155"/>
                </a:lnTo>
                <a:lnTo>
                  <a:pt x="293682" y="1040156"/>
                </a:lnTo>
                <a:lnTo>
                  <a:pt x="294245" y="1040760"/>
                </a:lnTo>
                <a:lnTo>
                  <a:pt x="294302" y="1040538"/>
                </a:lnTo>
                <a:lnTo>
                  <a:pt x="294534" y="1041069"/>
                </a:lnTo>
                <a:lnTo>
                  <a:pt x="303099" y="1050258"/>
                </a:lnTo>
                <a:lnTo>
                  <a:pt x="302517" y="1046116"/>
                </a:lnTo>
                <a:close/>
                <a:moveTo>
                  <a:pt x="528834" y="467014"/>
                </a:moveTo>
                <a:lnTo>
                  <a:pt x="528453" y="467941"/>
                </a:lnTo>
                <a:lnTo>
                  <a:pt x="529672" y="468945"/>
                </a:lnTo>
                <a:lnTo>
                  <a:pt x="529130" y="467146"/>
                </a:lnTo>
                <a:close/>
                <a:moveTo>
                  <a:pt x="296113" y="988015"/>
                </a:moveTo>
                <a:lnTo>
                  <a:pt x="296186" y="988532"/>
                </a:lnTo>
                <a:lnTo>
                  <a:pt x="296557" y="988814"/>
                </a:lnTo>
                <a:lnTo>
                  <a:pt x="296461" y="988586"/>
                </a:lnTo>
                <a:close/>
                <a:moveTo>
                  <a:pt x="334452" y="902057"/>
                </a:moveTo>
                <a:lnTo>
                  <a:pt x="335007" y="906072"/>
                </a:lnTo>
                <a:lnTo>
                  <a:pt x="341351" y="908047"/>
                </a:lnTo>
                <a:close/>
                <a:moveTo>
                  <a:pt x="531646" y="460182"/>
                </a:moveTo>
                <a:lnTo>
                  <a:pt x="529386" y="465672"/>
                </a:lnTo>
                <a:lnTo>
                  <a:pt x="529455" y="465903"/>
                </a:lnTo>
                <a:lnTo>
                  <a:pt x="541502" y="471281"/>
                </a:lnTo>
                <a:lnTo>
                  <a:pt x="542848" y="468012"/>
                </a:lnTo>
                <a:lnTo>
                  <a:pt x="542650" y="467355"/>
                </a:lnTo>
                <a:close/>
                <a:moveTo>
                  <a:pt x="296061" y="987645"/>
                </a:moveTo>
                <a:lnTo>
                  <a:pt x="296071" y="987715"/>
                </a:lnTo>
                <a:lnTo>
                  <a:pt x="296137" y="987824"/>
                </a:lnTo>
                <a:close/>
                <a:moveTo>
                  <a:pt x="415311" y="720592"/>
                </a:moveTo>
                <a:lnTo>
                  <a:pt x="416646" y="731360"/>
                </a:lnTo>
                <a:lnTo>
                  <a:pt x="418008" y="731834"/>
                </a:lnTo>
                <a:lnTo>
                  <a:pt x="417911" y="730418"/>
                </a:lnTo>
                <a:lnTo>
                  <a:pt x="415484" y="720654"/>
                </a:lnTo>
                <a:close/>
                <a:moveTo>
                  <a:pt x="435740" y="674790"/>
                </a:moveTo>
                <a:lnTo>
                  <a:pt x="438754" y="688645"/>
                </a:lnTo>
                <a:lnTo>
                  <a:pt x="439558" y="691736"/>
                </a:lnTo>
                <a:lnTo>
                  <a:pt x="439793" y="690253"/>
                </a:lnTo>
                <a:lnTo>
                  <a:pt x="442358" y="675406"/>
                </a:lnTo>
                <a:close/>
                <a:moveTo>
                  <a:pt x="370656" y="820424"/>
                </a:moveTo>
                <a:lnTo>
                  <a:pt x="371512" y="822909"/>
                </a:lnTo>
                <a:lnTo>
                  <a:pt x="372950" y="824444"/>
                </a:lnTo>
                <a:lnTo>
                  <a:pt x="372968" y="824311"/>
                </a:lnTo>
                <a:close/>
                <a:moveTo>
                  <a:pt x="594664" y="318754"/>
                </a:moveTo>
                <a:lnTo>
                  <a:pt x="595717" y="325421"/>
                </a:lnTo>
                <a:lnTo>
                  <a:pt x="596917" y="320369"/>
                </a:lnTo>
                <a:close/>
                <a:moveTo>
                  <a:pt x="537420" y="446880"/>
                </a:moveTo>
                <a:lnTo>
                  <a:pt x="543344" y="466545"/>
                </a:lnTo>
                <a:lnTo>
                  <a:pt x="543429" y="466600"/>
                </a:lnTo>
                <a:lnTo>
                  <a:pt x="546970" y="457998"/>
                </a:lnTo>
                <a:lnTo>
                  <a:pt x="547842" y="455956"/>
                </a:lnTo>
                <a:lnTo>
                  <a:pt x="541426" y="452935"/>
                </a:lnTo>
                <a:lnTo>
                  <a:pt x="541901" y="452825"/>
                </a:lnTo>
                <a:lnTo>
                  <a:pt x="547961" y="455680"/>
                </a:lnTo>
                <a:lnTo>
                  <a:pt x="548186" y="455152"/>
                </a:lnTo>
                <a:close/>
                <a:moveTo>
                  <a:pt x="425036" y="698493"/>
                </a:moveTo>
                <a:lnTo>
                  <a:pt x="425060" y="708404"/>
                </a:lnTo>
                <a:lnTo>
                  <a:pt x="425605" y="708850"/>
                </a:lnTo>
                <a:lnTo>
                  <a:pt x="426348" y="704118"/>
                </a:lnTo>
                <a:close/>
                <a:moveTo>
                  <a:pt x="390230" y="776428"/>
                </a:moveTo>
                <a:lnTo>
                  <a:pt x="390730" y="778613"/>
                </a:lnTo>
                <a:lnTo>
                  <a:pt x="391313" y="778967"/>
                </a:lnTo>
                <a:lnTo>
                  <a:pt x="391067" y="778165"/>
                </a:lnTo>
                <a:close/>
                <a:moveTo>
                  <a:pt x="258235" y="1071982"/>
                </a:moveTo>
                <a:lnTo>
                  <a:pt x="262482" y="1083102"/>
                </a:lnTo>
                <a:lnTo>
                  <a:pt x="263230" y="1083623"/>
                </a:lnTo>
                <a:lnTo>
                  <a:pt x="262188" y="1080595"/>
                </a:lnTo>
                <a:lnTo>
                  <a:pt x="259330" y="1073715"/>
                </a:lnTo>
                <a:lnTo>
                  <a:pt x="259381" y="1073536"/>
                </a:lnTo>
                <a:lnTo>
                  <a:pt x="261586" y="1078845"/>
                </a:lnTo>
                <a:lnTo>
                  <a:pt x="259692" y="1073341"/>
                </a:lnTo>
                <a:close/>
                <a:moveTo>
                  <a:pt x="464716" y="609468"/>
                </a:moveTo>
                <a:lnTo>
                  <a:pt x="461427" y="624234"/>
                </a:lnTo>
                <a:lnTo>
                  <a:pt x="462158" y="624553"/>
                </a:lnTo>
                <a:lnTo>
                  <a:pt x="464551" y="625814"/>
                </a:lnTo>
                <a:lnTo>
                  <a:pt x="465376" y="610757"/>
                </a:lnTo>
                <a:lnTo>
                  <a:pt x="464759" y="609476"/>
                </a:lnTo>
                <a:close/>
                <a:moveTo>
                  <a:pt x="456269" y="628296"/>
                </a:moveTo>
                <a:lnTo>
                  <a:pt x="456560" y="631778"/>
                </a:lnTo>
                <a:lnTo>
                  <a:pt x="457720" y="632534"/>
                </a:lnTo>
                <a:lnTo>
                  <a:pt x="457977" y="630815"/>
                </a:lnTo>
                <a:close/>
                <a:moveTo>
                  <a:pt x="356053" y="852627"/>
                </a:moveTo>
                <a:lnTo>
                  <a:pt x="356054" y="852637"/>
                </a:lnTo>
                <a:lnTo>
                  <a:pt x="356064" y="852648"/>
                </a:lnTo>
                <a:close/>
                <a:moveTo>
                  <a:pt x="344242" y="878936"/>
                </a:moveTo>
                <a:lnTo>
                  <a:pt x="344227" y="879319"/>
                </a:lnTo>
                <a:lnTo>
                  <a:pt x="344539" y="879406"/>
                </a:lnTo>
                <a:close/>
                <a:moveTo>
                  <a:pt x="536752" y="447776"/>
                </a:moveTo>
                <a:lnTo>
                  <a:pt x="532065" y="459165"/>
                </a:lnTo>
                <a:lnTo>
                  <a:pt x="542176" y="465781"/>
                </a:lnTo>
                <a:close/>
                <a:moveTo>
                  <a:pt x="332185" y="905774"/>
                </a:moveTo>
                <a:lnTo>
                  <a:pt x="333787" y="908525"/>
                </a:lnTo>
                <a:lnTo>
                  <a:pt x="333403" y="906154"/>
                </a:lnTo>
                <a:close/>
                <a:moveTo>
                  <a:pt x="330875" y="908567"/>
                </a:moveTo>
                <a:lnTo>
                  <a:pt x="330757" y="909165"/>
                </a:lnTo>
                <a:lnTo>
                  <a:pt x="331634" y="910571"/>
                </a:lnTo>
                <a:close/>
                <a:moveTo>
                  <a:pt x="537910" y="444965"/>
                </a:moveTo>
                <a:lnTo>
                  <a:pt x="537596" y="445727"/>
                </a:lnTo>
                <a:lnTo>
                  <a:pt x="548600" y="454183"/>
                </a:lnTo>
                <a:lnTo>
                  <a:pt x="550407" y="449956"/>
                </a:lnTo>
                <a:close/>
                <a:moveTo>
                  <a:pt x="465788" y="606432"/>
                </a:moveTo>
                <a:lnTo>
                  <a:pt x="465630" y="609309"/>
                </a:lnTo>
                <a:lnTo>
                  <a:pt x="471605" y="610501"/>
                </a:lnTo>
                <a:lnTo>
                  <a:pt x="471665" y="610328"/>
                </a:lnTo>
                <a:close/>
                <a:moveTo>
                  <a:pt x="538627" y="443222"/>
                </a:moveTo>
                <a:lnTo>
                  <a:pt x="538046" y="444633"/>
                </a:lnTo>
                <a:lnTo>
                  <a:pt x="549824" y="449336"/>
                </a:lnTo>
                <a:lnTo>
                  <a:pt x="547244" y="446645"/>
                </a:lnTo>
                <a:close/>
                <a:moveTo>
                  <a:pt x="487991" y="556490"/>
                </a:moveTo>
                <a:lnTo>
                  <a:pt x="488083" y="563842"/>
                </a:lnTo>
                <a:lnTo>
                  <a:pt x="488581" y="564076"/>
                </a:lnTo>
                <a:lnTo>
                  <a:pt x="489822" y="560682"/>
                </a:lnTo>
                <a:lnTo>
                  <a:pt x="489335" y="558873"/>
                </a:lnTo>
                <a:lnTo>
                  <a:pt x="489403" y="558713"/>
                </a:lnTo>
                <a:lnTo>
                  <a:pt x="489886" y="560506"/>
                </a:lnTo>
                <a:lnTo>
                  <a:pt x="490720" y="558227"/>
                </a:lnTo>
                <a:close/>
                <a:moveTo>
                  <a:pt x="540229" y="439331"/>
                </a:moveTo>
                <a:lnTo>
                  <a:pt x="538740" y="442949"/>
                </a:lnTo>
                <a:lnTo>
                  <a:pt x="546563" y="445936"/>
                </a:lnTo>
                <a:close/>
                <a:moveTo>
                  <a:pt x="279199" y="1023813"/>
                </a:moveTo>
                <a:lnTo>
                  <a:pt x="279452" y="1024581"/>
                </a:lnTo>
                <a:lnTo>
                  <a:pt x="279829" y="1024997"/>
                </a:lnTo>
                <a:close/>
                <a:moveTo>
                  <a:pt x="415156" y="719339"/>
                </a:moveTo>
                <a:lnTo>
                  <a:pt x="415191" y="719624"/>
                </a:lnTo>
                <a:lnTo>
                  <a:pt x="415230" y="719636"/>
                </a:lnTo>
                <a:close/>
                <a:moveTo>
                  <a:pt x="331098" y="907424"/>
                </a:moveTo>
                <a:lnTo>
                  <a:pt x="331055" y="907643"/>
                </a:lnTo>
                <a:lnTo>
                  <a:pt x="332697" y="911970"/>
                </a:lnTo>
                <a:lnTo>
                  <a:pt x="331184" y="907572"/>
                </a:lnTo>
                <a:close/>
                <a:moveTo>
                  <a:pt x="229760" y="1134136"/>
                </a:moveTo>
                <a:lnTo>
                  <a:pt x="230674" y="1137859"/>
                </a:lnTo>
                <a:lnTo>
                  <a:pt x="240302" y="1146704"/>
                </a:lnTo>
                <a:lnTo>
                  <a:pt x="230722" y="1138055"/>
                </a:lnTo>
                <a:lnTo>
                  <a:pt x="234048" y="1151602"/>
                </a:lnTo>
                <a:lnTo>
                  <a:pt x="235747" y="1155748"/>
                </a:lnTo>
                <a:lnTo>
                  <a:pt x="243455" y="1173858"/>
                </a:lnTo>
                <a:lnTo>
                  <a:pt x="251882" y="1178531"/>
                </a:lnTo>
                <a:lnTo>
                  <a:pt x="245835" y="1169114"/>
                </a:lnTo>
                <a:lnTo>
                  <a:pt x="245857" y="1168879"/>
                </a:lnTo>
                <a:lnTo>
                  <a:pt x="252153" y="1178680"/>
                </a:lnTo>
                <a:lnTo>
                  <a:pt x="258525" y="1182212"/>
                </a:lnTo>
                <a:lnTo>
                  <a:pt x="259313" y="1182633"/>
                </a:lnTo>
                <a:lnTo>
                  <a:pt x="254964" y="1167645"/>
                </a:lnTo>
                <a:lnTo>
                  <a:pt x="254283" y="1164261"/>
                </a:lnTo>
                <a:lnTo>
                  <a:pt x="247203" y="1153143"/>
                </a:lnTo>
                <a:lnTo>
                  <a:pt x="246090" y="1151931"/>
                </a:lnTo>
                <a:lnTo>
                  <a:pt x="244136" y="1150166"/>
                </a:lnTo>
                <a:lnTo>
                  <a:pt x="245643" y="1151444"/>
                </a:lnTo>
                <a:close/>
                <a:moveTo>
                  <a:pt x="523020" y="477350"/>
                </a:moveTo>
                <a:lnTo>
                  <a:pt x="523018" y="478786"/>
                </a:lnTo>
                <a:lnTo>
                  <a:pt x="523467" y="477695"/>
                </a:lnTo>
                <a:close/>
                <a:moveTo>
                  <a:pt x="391600" y="771615"/>
                </a:moveTo>
                <a:lnTo>
                  <a:pt x="393764" y="780454"/>
                </a:lnTo>
                <a:lnTo>
                  <a:pt x="394910" y="781150"/>
                </a:lnTo>
                <a:lnTo>
                  <a:pt x="394737" y="772946"/>
                </a:lnTo>
                <a:lnTo>
                  <a:pt x="392918" y="772074"/>
                </a:lnTo>
                <a:close/>
                <a:moveTo>
                  <a:pt x="207878" y="1182998"/>
                </a:moveTo>
                <a:lnTo>
                  <a:pt x="239331" y="1216740"/>
                </a:lnTo>
                <a:lnTo>
                  <a:pt x="235412" y="1210690"/>
                </a:lnTo>
                <a:lnTo>
                  <a:pt x="235434" y="1210455"/>
                </a:lnTo>
                <a:lnTo>
                  <a:pt x="239898" y="1217349"/>
                </a:lnTo>
                <a:lnTo>
                  <a:pt x="244855" y="1222667"/>
                </a:lnTo>
                <a:lnTo>
                  <a:pt x="242500" y="1217000"/>
                </a:lnTo>
                <a:lnTo>
                  <a:pt x="242587" y="1216692"/>
                </a:lnTo>
                <a:lnTo>
                  <a:pt x="245240" y="1223080"/>
                </a:lnTo>
                <a:lnTo>
                  <a:pt x="251829" y="1230150"/>
                </a:lnTo>
                <a:lnTo>
                  <a:pt x="247936" y="1222711"/>
                </a:lnTo>
                <a:lnTo>
                  <a:pt x="242157" y="1215146"/>
                </a:lnTo>
                <a:lnTo>
                  <a:pt x="236592" y="1212061"/>
                </a:lnTo>
                <a:lnTo>
                  <a:pt x="236459" y="1211638"/>
                </a:lnTo>
                <a:lnTo>
                  <a:pt x="241694" y="1214540"/>
                </a:lnTo>
                <a:lnTo>
                  <a:pt x="241314" y="1214043"/>
                </a:lnTo>
                <a:lnTo>
                  <a:pt x="231693" y="1198978"/>
                </a:lnTo>
                <a:close/>
                <a:moveTo>
                  <a:pt x="465443" y="606204"/>
                </a:moveTo>
                <a:lnTo>
                  <a:pt x="464898" y="608651"/>
                </a:lnTo>
                <a:lnTo>
                  <a:pt x="465168" y="609216"/>
                </a:lnTo>
                <a:lnTo>
                  <a:pt x="465458" y="609274"/>
                </a:lnTo>
                <a:lnTo>
                  <a:pt x="465619" y="606320"/>
                </a:lnTo>
                <a:close/>
                <a:moveTo>
                  <a:pt x="602484" y="299188"/>
                </a:moveTo>
                <a:lnTo>
                  <a:pt x="597811" y="318867"/>
                </a:lnTo>
                <a:lnTo>
                  <a:pt x="602117" y="323810"/>
                </a:lnTo>
                <a:lnTo>
                  <a:pt x="627110" y="341731"/>
                </a:lnTo>
                <a:lnTo>
                  <a:pt x="625038" y="326586"/>
                </a:lnTo>
                <a:lnTo>
                  <a:pt x="625197" y="326313"/>
                </a:lnTo>
                <a:lnTo>
                  <a:pt x="627329" y="341888"/>
                </a:lnTo>
                <a:lnTo>
                  <a:pt x="628166" y="342489"/>
                </a:lnTo>
                <a:lnTo>
                  <a:pt x="644312" y="354397"/>
                </a:lnTo>
                <a:lnTo>
                  <a:pt x="645668" y="345719"/>
                </a:lnTo>
                <a:lnTo>
                  <a:pt x="636670" y="335393"/>
                </a:lnTo>
                <a:close/>
                <a:moveTo>
                  <a:pt x="357450" y="847688"/>
                </a:moveTo>
                <a:lnTo>
                  <a:pt x="358351" y="851836"/>
                </a:lnTo>
                <a:lnTo>
                  <a:pt x="359153" y="853151"/>
                </a:lnTo>
                <a:lnTo>
                  <a:pt x="359159" y="848497"/>
                </a:lnTo>
                <a:close/>
                <a:moveTo>
                  <a:pt x="187585" y="1227752"/>
                </a:moveTo>
                <a:lnTo>
                  <a:pt x="187620" y="1227819"/>
                </a:lnTo>
                <a:lnTo>
                  <a:pt x="200620" y="1240773"/>
                </a:lnTo>
                <a:lnTo>
                  <a:pt x="196857" y="1236126"/>
                </a:lnTo>
                <a:close/>
                <a:moveTo>
                  <a:pt x="594360" y="316836"/>
                </a:moveTo>
                <a:lnTo>
                  <a:pt x="594611" y="318428"/>
                </a:lnTo>
                <a:lnTo>
                  <a:pt x="596975" y="320122"/>
                </a:lnTo>
                <a:lnTo>
                  <a:pt x="597028" y="319898"/>
                </a:lnTo>
                <a:close/>
                <a:moveTo>
                  <a:pt x="406854" y="736578"/>
                </a:moveTo>
                <a:lnTo>
                  <a:pt x="406940" y="738511"/>
                </a:lnTo>
                <a:lnTo>
                  <a:pt x="406998" y="736669"/>
                </a:lnTo>
                <a:close/>
                <a:moveTo>
                  <a:pt x="406129" y="738114"/>
                </a:moveTo>
                <a:lnTo>
                  <a:pt x="405235" y="743749"/>
                </a:lnTo>
                <a:lnTo>
                  <a:pt x="406226" y="747359"/>
                </a:lnTo>
                <a:lnTo>
                  <a:pt x="406705" y="748483"/>
                </a:lnTo>
                <a:lnTo>
                  <a:pt x="406270" y="738530"/>
                </a:lnTo>
                <a:close/>
                <a:moveTo>
                  <a:pt x="344344" y="876445"/>
                </a:moveTo>
                <a:lnTo>
                  <a:pt x="344282" y="877950"/>
                </a:lnTo>
                <a:lnTo>
                  <a:pt x="344940" y="878991"/>
                </a:lnTo>
                <a:close/>
                <a:moveTo>
                  <a:pt x="380161" y="796229"/>
                </a:moveTo>
                <a:lnTo>
                  <a:pt x="378685" y="807343"/>
                </a:lnTo>
                <a:lnTo>
                  <a:pt x="386668" y="810832"/>
                </a:lnTo>
                <a:close/>
                <a:moveTo>
                  <a:pt x="473794" y="586445"/>
                </a:moveTo>
                <a:lnTo>
                  <a:pt x="473818" y="588418"/>
                </a:lnTo>
                <a:lnTo>
                  <a:pt x="475625" y="599504"/>
                </a:lnTo>
                <a:lnTo>
                  <a:pt x="475920" y="598698"/>
                </a:lnTo>
                <a:lnTo>
                  <a:pt x="475670" y="587545"/>
                </a:lnTo>
                <a:close/>
                <a:moveTo>
                  <a:pt x="523022" y="476013"/>
                </a:moveTo>
                <a:lnTo>
                  <a:pt x="523021" y="476391"/>
                </a:lnTo>
                <a:lnTo>
                  <a:pt x="523768" y="476965"/>
                </a:lnTo>
                <a:lnTo>
                  <a:pt x="523888" y="476673"/>
                </a:lnTo>
                <a:close/>
                <a:moveTo>
                  <a:pt x="406226" y="737505"/>
                </a:moveTo>
                <a:lnTo>
                  <a:pt x="406170" y="737861"/>
                </a:lnTo>
                <a:lnTo>
                  <a:pt x="406252" y="738103"/>
                </a:lnTo>
                <a:close/>
                <a:moveTo>
                  <a:pt x="327675" y="913368"/>
                </a:moveTo>
                <a:lnTo>
                  <a:pt x="327885" y="914663"/>
                </a:lnTo>
                <a:lnTo>
                  <a:pt x="328024" y="913955"/>
                </a:lnTo>
                <a:close/>
                <a:moveTo>
                  <a:pt x="550491" y="414401"/>
                </a:moveTo>
                <a:lnTo>
                  <a:pt x="540357" y="439018"/>
                </a:lnTo>
                <a:lnTo>
                  <a:pt x="547238" y="446193"/>
                </a:lnTo>
                <a:lnTo>
                  <a:pt x="548344" y="446615"/>
                </a:lnTo>
                <a:lnTo>
                  <a:pt x="551328" y="447801"/>
                </a:lnTo>
                <a:lnTo>
                  <a:pt x="561463" y="424091"/>
                </a:lnTo>
                <a:lnTo>
                  <a:pt x="554337" y="417738"/>
                </a:lnTo>
                <a:close/>
                <a:moveTo>
                  <a:pt x="380245" y="795592"/>
                </a:moveTo>
                <a:lnTo>
                  <a:pt x="380201" y="795923"/>
                </a:lnTo>
                <a:lnTo>
                  <a:pt x="383656" y="803677"/>
                </a:lnTo>
                <a:lnTo>
                  <a:pt x="387034" y="810992"/>
                </a:lnTo>
                <a:lnTo>
                  <a:pt x="388508" y="811636"/>
                </a:lnTo>
                <a:close/>
                <a:moveTo>
                  <a:pt x="264456" y="1054302"/>
                </a:moveTo>
                <a:lnTo>
                  <a:pt x="265883" y="1058643"/>
                </a:lnTo>
                <a:lnTo>
                  <a:pt x="266464" y="1059307"/>
                </a:lnTo>
                <a:lnTo>
                  <a:pt x="266217" y="1057254"/>
                </a:lnTo>
                <a:lnTo>
                  <a:pt x="265706" y="1055890"/>
                </a:lnTo>
                <a:close/>
                <a:moveTo>
                  <a:pt x="554233" y="405312"/>
                </a:moveTo>
                <a:lnTo>
                  <a:pt x="550563" y="414225"/>
                </a:lnTo>
                <a:lnTo>
                  <a:pt x="561591" y="423792"/>
                </a:lnTo>
                <a:lnTo>
                  <a:pt x="566933" y="411295"/>
                </a:lnTo>
                <a:close/>
                <a:moveTo>
                  <a:pt x="536697" y="444479"/>
                </a:moveTo>
                <a:lnTo>
                  <a:pt x="536883" y="445099"/>
                </a:lnTo>
                <a:lnTo>
                  <a:pt x="537076" y="444631"/>
                </a:lnTo>
                <a:close/>
                <a:moveTo>
                  <a:pt x="232247" y="1126139"/>
                </a:moveTo>
                <a:lnTo>
                  <a:pt x="232609" y="1126800"/>
                </a:lnTo>
                <a:lnTo>
                  <a:pt x="247206" y="1148809"/>
                </a:lnTo>
                <a:lnTo>
                  <a:pt x="233049" y="1126910"/>
                </a:lnTo>
                <a:close/>
                <a:moveTo>
                  <a:pt x="408466" y="731503"/>
                </a:moveTo>
                <a:lnTo>
                  <a:pt x="409069" y="734109"/>
                </a:lnTo>
                <a:lnTo>
                  <a:pt x="409442" y="735627"/>
                </a:lnTo>
                <a:lnTo>
                  <a:pt x="412658" y="737674"/>
                </a:lnTo>
                <a:lnTo>
                  <a:pt x="410054" y="732035"/>
                </a:lnTo>
                <a:close/>
                <a:moveTo>
                  <a:pt x="357133" y="846229"/>
                </a:moveTo>
                <a:lnTo>
                  <a:pt x="357221" y="846635"/>
                </a:lnTo>
                <a:lnTo>
                  <a:pt x="359161" y="847553"/>
                </a:lnTo>
                <a:lnTo>
                  <a:pt x="359161" y="846336"/>
                </a:lnTo>
                <a:close/>
                <a:moveTo>
                  <a:pt x="526478" y="466959"/>
                </a:moveTo>
                <a:lnTo>
                  <a:pt x="526249" y="470937"/>
                </a:lnTo>
                <a:lnTo>
                  <a:pt x="527524" y="467839"/>
                </a:lnTo>
                <a:close/>
                <a:moveTo>
                  <a:pt x="483910" y="562249"/>
                </a:moveTo>
                <a:lnTo>
                  <a:pt x="484800" y="564176"/>
                </a:lnTo>
                <a:lnTo>
                  <a:pt x="487056" y="568247"/>
                </a:lnTo>
                <a:lnTo>
                  <a:pt x="487594" y="566775"/>
                </a:lnTo>
                <a:lnTo>
                  <a:pt x="487553" y="564017"/>
                </a:lnTo>
                <a:close/>
                <a:moveTo>
                  <a:pt x="332741" y="900570"/>
                </a:moveTo>
                <a:lnTo>
                  <a:pt x="333325" y="904178"/>
                </a:lnTo>
                <a:lnTo>
                  <a:pt x="333526" y="905320"/>
                </a:lnTo>
                <a:lnTo>
                  <a:pt x="332977" y="900776"/>
                </a:lnTo>
                <a:close/>
                <a:moveTo>
                  <a:pt x="400677" y="748122"/>
                </a:moveTo>
                <a:lnTo>
                  <a:pt x="400645" y="748687"/>
                </a:lnTo>
                <a:lnTo>
                  <a:pt x="400555" y="753758"/>
                </a:lnTo>
                <a:lnTo>
                  <a:pt x="402195" y="755939"/>
                </a:lnTo>
                <a:close/>
                <a:moveTo>
                  <a:pt x="456504" y="623098"/>
                </a:moveTo>
                <a:lnTo>
                  <a:pt x="456595" y="623398"/>
                </a:lnTo>
                <a:lnTo>
                  <a:pt x="456827" y="623739"/>
                </a:lnTo>
                <a:lnTo>
                  <a:pt x="456743" y="623224"/>
                </a:lnTo>
                <a:close/>
                <a:moveTo>
                  <a:pt x="526534" y="465986"/>
                </a:moveTo>
                <a:lnTo>
                  <a:pt x="526513" y="466343"/>
                </a:lnTo>
                <a:lnTo>
                  <a:pt x="527728" y="467343"/>
                </a:lnTo>
                <a:lnTo>
                  <a:pt x="528014" y="466648"/>
                </a:lnTo>
                <a:close/>
                <a:moveTo>
                  <a:pt x="332472" y="900411"/>
                </a:moveTo>
                <a:lnTo>
                  <a:pt x="331613" y="904793"/>
                </a:lnTo>
                <a:lnTo>
                  <a:pt x="331771" y="905062"/>
                </a:lnTo>
                <a:lnTo>
                  <a:pt x="333304" y="905540"/>
                </a:lnTo>
                <a:close/>
                <a:moveTo>
                  <a:pt x="346565" y="868672"/>
                </a:moveTo>
                <a:lnTo>
                  <a:pt x="346820" y="880044"/>
                </a:lnTo>
                <a:lnTo>
                  <a:pt x="351732" y="881419"/>
                </a:lnTo>
                <a:lnTo>
                  <a:pt x="347990" y="872032"/>
                </a:lnTo>
                <a:close/>
                <a:moveTo>
                  <a:pt x="327038" y="912299"/>
                </a:moveTo>
                <a:lnTo>
                  <a:pt x="327550" y="916373"/>
                </a:lnTo>
                <a:lnTo>
                  <a:pt x="327808" y="915058"/>
                </a:lnTo>
                <a:lnTo>
                  <a:pt x="327481" y="913042"/>
                </a:lnTo>
                <a:close/>
                <a:moveTo>
                  <a:pt x="500321" y="524196"/>
                </a:moveTo>
                <a:lnTo>
                  <a:pt x="501514" y="527871"/>
                </a:lnTo>
                <a:lnTo>
                  <a:pt x="502484" y="528665"/>
                </a:lnTo>
                <a:lnTo>
                  <a:pt x="503876" y="525281"/>
                </a:lnTo>
                <a:close/>
                <a:moveTo>
                  <a:pt x="526029" y="466583"/>
                </a:moveTo>
                <a:lnTo>
                  <a:pt x="525824" y="471569"/>
                </a:lnTo>
                <a:lnTo>
                  <a:pt x="526107" y="466648"/>
                </a:lnTo>
                <a:close/>
                <a:moveTo>
                  <a:pt x="184430" y="1231461"/>
                </a:moveTo>
                <a:lnTo>
                  <a:pt x="186337" y="1237127"/>
                </a:lnTo>
                <a:lnTo>
                  <a:pt x="197380" y="1247100"/>
                </a:lnTo>
                <a:lnTo>
                  <a:pt x="196476" y="1245361"/>
                </a:lnTo>
                <a:close/>
                <a:moveTo>
                  <a:pt x="121067" y="1373088"/>
                </a:moveTo>
                <a:lnTo>
                  <a:pt x="132445" y="1394827"/>
                </a:lnTo>
                <a:lnTo>
                  <a:pt x="144753" y="1405181"/>
                </a:lnTo>
                <a:lnTo>
                  <a:pt x="135041" y="1392240"/>
                </a:lnTo>
                <a:close/>
                <a:moveTo>
                  <a:pt x="342776" y="876611"/>
                </a:moveTo>
                <a:lnTo>
                  <a:pt x="343591" y="878476"/>
                </a:lnTo>
                <a:lnTo>
                  <a:pt x="343612" y="877936"/>
                </a:lnTo>
                <a:close/>
                <a:moveTo>
                  <a:pt x="332758" y="898951"/>
                </a:moveTo>
                <a:lnTo>
                  <a:pt x="332604" y="899730"/>
                </a:lnTo>
                <a:lnTo>
                  <a:pt x="332708" y="900368"/>
                </a:lnTo>
                <a:lnTo>
                  <a:pt x="332955" y="900584"/>
                </a:lnTo>
                <a:close/>
                <a:moveTo>
                  <a:pt x="447403" y="642180"/>
                </a:moveTo>
                <a:lnTo>
                  <a:pt x="451678" y="652594"/>
                </a:lnTo>
                <a:lnTo>
                  <a:pt x="453972" y="653584"/>
                </a:lnTo>
                <a:lnTo>
                  <a:pt x="455456" y="646923"/>
                </a:lnTo>
                <a:lnTo>
                  <a:pt x="455386" y="646091"/>
                </a:lnTo>
                <a:lnTo>
                  <a:pt x="449655" y="643257"/>
                </a:lnTo>
                <a:close/>
                <a:moveTo>
                  <a:pt x="243783" y="1098059"/>
                </a:moveTo>
                <a:lnTo>
                  <a:pt x="243882" y="1098552"/>
                </a:lnTo>
                <a:lnTo>
                  <a:pt x="243967" y="1098791"/>
                </a:lnTo>
                <a:lnTo>
                  <a:pt x="243840" y="1098162"/>
                </a:lnTo>
                <a:close/>
                <a:moveTo>
                  <a:pt x="356266" y="846182"/>
                </a:moveTo>
                <a:lnTo>
                  <a:pt x="356510" y="846298"/>
                </a:lnTo>
                <a:lnTo>
                  <a:pt x="356492" y="846194"/>
                </a:lnTo>
                <a:close/>
                <a:moveTo>
                  <a:pt x="526063" y="465776"/>
                </a:moveTo>
                <a:lnTo>
                  <a:pt x="526055" y="465965"/>
                </a:lnTo>
                <a:lnTo>
                  <a:pt x="526142" y="466037"/>
                </a:lnTo>
                <a:lnTo>
                  <a:pt x="526154" y="465817"/>
                </a:lnTo>
                <a:close/>
                <a:moveTo>
                  <a:pt x="227191" y="1134867"/>
                </a:moveTo>
                <a:lnTo>
                  <a:pt x="231925" y="1146421"/>
                </a:lnTo>
                <a:lnTo>
                  <a:pt x="229629" y="1137068"/>
                </a:lnTo>
                <a:close/>
                <a:moveTo>
                  <a:pt x="321153" y="924447"/>
                </a:moveTo>
                <a:lnTo>
                  <a:pt x="321022" y="926936"/>
                </a:lnTo>
                <a:lnTo>
                  <a:pt x="321439" y="928380"/>
                </a:lnTo>
                <a:lnTo>
                  <a:pt x="323470" y="932277"/>
                </a:lnTo>
                <a:lnTo>
                  <a:pt x="323537" y="932354"/>
                </a:lnTo>
                <a:lnTo>
                  <a:pt x="322914" y="927389"/>
                </a:lnTo>
                <a:lnTo>
                  <a:pt x="322901" y="927103"/>
                </a:lnTo>
                <a:close/>
                <a:moveTo>
                  <a:pt x="467622" y="596414"/>
                </a:moveTo>
                <a:lnTo>
                  <a:pt x="465925" y="604037"/>
                </a:lnTo>
                <a:lnTo>
                  <a:pt x="468568" y="605641"/>
                </a:lnTo>
                <a:lnTo>
                  <a:pt x="472229" y="606370"/>
                </a:lnTo>
                <a:lnTo>
                  <a:pt x="471617" y="599061"/>
                </a:lnTo>
                <a:close/>
                <a:moveTo>
                  <a:pt x="405424" y="735666"/>
                </a:moveTo>
                <a:lnTo>
                  <a:pt x="405789" y="736742"/>
                </a:lnTo>
                <a:lnTo>
                  <a:pt x="405911" y="735976"/>
                </a:lnTo>
                <a:close/>
                <a:moveTo>
                  <a:pt x="407156" y="731650"/>
                </a:moveTo>
                <a:lnTo>
                  <a:pt x="406774" y="734054"/>
                </a:lnTo>
                <a:lnTo>
                  <a:pt x="407075" y="734216"/>
                </a:lnTo>
                <a:close/>
                <a:moveTo>
                  <a:pt x="572899" y="360486"/>
                </a:moveTo>
                <a:lnTo>
                  <a:pt x="567111" y="374028"/>
                </a:lnTo>
                <a:lnTo>
                  <a:pt x="554388" y="404938"/>
                </a:lnTo>
                <a:lnTo>
                  <a:pt x="567092" y="410923"/>
                </a:lnTo>
                <a:lnTo>
                  <a:pt x="570774" y="402310"/>
                </a:lnTo>
                <a:lnTo>
                  <a:pt x="570842" y="402271"/>
                </a:lnTo>
                <a:lnTo>
                  <a:pt x="562772" y="394394"/>
                </a:lnTo>
                <a:lnTo>
                  <a:pt x="563368" y="394455"/>
                </a:lnTo>
                <a:lnTo>
                  <a:pt x="571183" y="402084"/>
                </a:lnTo>
                <a:lnTo>
                  <a:pt x="571200" y="402075"/>
                </a:lnTo>
                <a:lnTo>
                  <a:pt x="571192" y="402093"/>
                </a:lnTo>
                <a:lnTo>
                  <a:pt x="576774" y="407543"/>
                </a:lnTo>
                <a:lnTo>
                  <a:pt x="577232" y="405618"/>
                </a:lnTo>
                <a:lnTo>
                  <a:pt x="577479" y="404354"/>
                </a:lnTo>
                <a:lnTo>
                  <a:pt x="575965" y="391698"/>
                </a:lnTo>
                <a:lnTo>
                  <a:pt x="575746" y="389637"/>
                </a:lnTo>
                <a:lnTo>
                  <a:pt x="574601" y="388815"/>
                </a:lnTo>
                <a:lnTo>
                  <a:pt x="574885" y="388803"/>
                </a:lnTo>
                <a:lnTo>
                  <a:pt x="575721" y="389403"/>
                </a:lnTo>
                <a:lnTo>
                  <a:pt x="575144" y="383971"/>
                </a:lnTo>
                <a:lnTo>
                  <a:pt x="574550" y="380209"/>
                </a:lnTo>
                <a:lnTo>
                  <a:pt x="573822" y="371520"/>
                </a:lnTo>
                <a:lnTo>
                  <a:pt x="572890" y="362735"/>
                </a:lnTo>
                <a:lnTo>
                  <a:pt x="573015" y="362537"/>
                </a:lnTo>
                <a:lnTo>
                  <a:pt x="573281" y="365040"/>
                </a:lnTo>
                <a:close/>
                <a:moveTo>
                  <a:pt x="295251" y="981889"/>
                </a:moveTo>
                <a:lnTo>
                  <a:pt x="295338" y="982503"/>
                </a:lnTo>
                <a:lnTo>
                  <a:pt x="296828" y="985729"/>
                </a:lnTo>
                <a:lnTo>
                  <a:pt x="299913" y="991363"/>
                </a:lnTo>
                <a:lnTo>
                  <a:pt x="300121" y="991521"/>
                </a:lnTo>
                <a:lnTo>
                  <a:pt x="300109" y="991391"/>
                </a:lnTo>
                <a:close/>
                <a:moveTo>
                  <a:pt x="400834" y="745389"/>
                </a:moveTo>
                <a:lnTo>
                  <a:pt x="400733" y="747147"/>
                </a:lnTo>
                <a:lnTo>
                  <a:pt x="402524" y="756378"/>
                </a:lnTo>
                <a:lnTo>
                  <a:pt x="402644" y="756537"/>
                </a:lnTo>
                <a:lnTo>
                  <a:pt x="403367" y="751996"/>
                </a:lnTo>
                <a:lnTo>
                  <a:pt x="403476" y="749335"/>
                </a:lnTo>
                <a:close/>
                <a:moveTo>
                  <a:pt x="355237" y="847443"/>
                </a:moveTo>
                <a:lnTo>
                  <a:pt x="355835" y="851248"/>
                </a:lnTo>
                <a:lnTo>
                  <a:pt x="357541" y="854229"/>
                </a:lnTo>
                <a:lnTo>
                  <a:pt x="357988" y="854705"/>
                </a:lnTo>
                <a:lnTo>
                  <a:pt x="357309" y="850847"/>
                </a:lnTo>
                <a:close/>
                <a:moveTo>
                  <a:pt x="578736" y="346833"/>
                </a:moveTo>
                <a:lnTo>
                  <a:pt x="573761" y="358471"/>
                </a:lnTo>
                <a:lnTo>
                  <a:pt x="574242" y="364225"/>
                </a:lnTo>
                <a:lnTo>
                  <a:pt x="578539" y="391424"/>
                </a:lnTo>
                <a:lnTo>
                  <a:pt x="579829" y="392350"/>
                </a:lnTo>
                <a:lnTo>
                  <a:pt x="579853" y="392225"/>
                </a:lnTo>
                <a:lnTo>
                  <a:pt x="586823" y="362879"/>
                </a:lnTo>
                <a:lnTo>
                  <a:pt x="586504" y="362559"/>
                </a:lnTo>
                <a:lnTo>
                  <a:pt x="586881" y="362605"/>
                </a:lnTo>
                <a:lnTo>
                  <a:pt x="586886" y="362609"/>
                </a:lnTo>
                <a:lnTo>
                  <a:pt x="588666" y="355115"/>
                </a:lnTo>
                <a:close/>
                <a:moveTo>
                  <a:pt x="507577" y="506146"/>
                </a:moveTo>
                <a:lnTo>
                  <a:pt x="508283" y="514579"/>
                </a:lnTo>
                <a:lnTo>
                  <a:pt x="510686" y="508740"/>
                </a:lnTo>
                <a:close/>
                <a:moveTo>
                  <a:pt x="418876" y="704674"/>
                </a:moveTo>
                <a:lnTo>
                  <a:pt x="420201" y="710073"/>
                </a:lnTo>
                <a:lnTo>
                  <a:pt x="422913" y="710901"/>
                </a:lnTo>
                <a:lnTo>
                  <a:pt x="421082" y="706478"/>
                </a:lnTo>
                <a:close/>
                <a:moveTo>
                  <a:pt x="461636" y="608854"/>
                </a:moveTo>
                <a:lnTo>
                  <a:pt x="460969" y="613315"/>
                </a:lnTo>
                <a:lnTo>
                  <a:pt x="460177" y="619146"/>
                </a:lnTo>
                <a:lnTo>
                  <a:pt x="460796" y="622941"/>
                </a:lnTo>
                <a:lnTo>
                  <a:pt x="463611" y="610295"/>
                </a:lnTo>
                <a:lnTo>
                  <a:pt x="463849" y="609294"/>
                </a:lnTo>
                <a:close/>
                <a:moveTo>
                  <a:pt x="201536" y="1191188"/>
                </a:moveTo>
                <a:lnTo>
                  <a:pt x="202592" y="1194258"/>
                </a:lnTo>
                <a:lnTo>
                  <a:pt x="206021" y="1198362"/>
                </a:lnTo>
                <a:lnTo>
                  <a:pt x="205390" y="1196880"/>
                </a:lnTo>
                <a:close/>
                <a:moveTo>
                  <a:pt x="536004" y="442180"/>
                </a:moveTo>
                <a:lnTo>
                  <a:pt x="536564" y="444040"/>
                </a:lnTo>
                <a:lnTo>
                  <a:pt x="537212" y="444299"/>
                </a:lnTo>
                <a:lnTo>
                  <a:pt x="537792" y="442891"/>
                </a:lnTo>
                <a:close/>
                <a:moveTo>
                  <a:pt x="582473" y="338089"/>
                </a:moveTo>
                <a:lnTo>
                  <a:pt x="578826" y="346621"/>
                </a:lnTo>
                <a:lnTo>
                  <a:pt x="588768" y="354688"/>
                </a:lnTo>
                <a:lnTo>
                  <a:pt x="591474" y="343290"/>
                </a:lnTo>
                <a:close/>
                <a:moveTo>
                  <a:pt x="525545" y="465545"/>
                </a:moveTo>
                <a:lnTo>
                  <a:pt x="525677" y="465653"/>
                </a:lnTo>
                <a:lnTo>
                  <a:pt x="525679" y="465605"/>
                </a:lnTo>
                <a:close/>
                <a:moveTo>
                  <a:pt x="535193" y="443879"/>
                </a:moveTo>
                <a:lnTo>
                  <a:pt x="535696" y="444266"/>
                </a:lnTo>
                <a:lnTo>
                  <a:pt x="535632" y="444054"/>
                </a:lnTo>
                <a:close/>
                <a:moveTo>
                  <a:pt x="340096" y="880569"/>
                </a:moveTo>
                <a:lnTo>
                  <a:pt x="342066" y="885012"/>
                </a:lnTo>
                <a:lnTo>
                  <a:pt x="341769" y="883555"/>
                </a:lnTo>
                <a:close/>
                <a:moveTo>
                  <a:pt x="355169" y="846607"/>
                </a:moveTo>
                <a:lnTo>
                  <a:pt x="356900" y="849451"/>
                </a:lnTo>
                <a:lnTo>
                  <a:pt x="356682" y="848949"/>
                </a:lnTo>
                <a:lnTo>
                  <a:pt x="356781" y="848575"/>
                </a:lnTo>
                <a:lnTo>
                  <a:pt x="356998" y="849075"/>
                </a:lnTo>
                <a:lnTo>
                  <a:pt x="356691" y="847328"/>
                </a:lnTo>
                <a:close/>
                <a:moveTo>
                  <a:pt x="451937" y="629893"/>
                </a:moveTo>
                <a:lnTo>
                  <a:pt x="454475" y="635195"/>
                </a:lnTo>
                <a:lnTo>
                  <a:pt x="454152" y="631337"/>
                </a:lnTo>
                <a:close/>
                <a:moveTo>
                  <a:pt x="352876" y="851686"/>
                </a:moveTo>
                <a:lnTo>
                  <a:pt x="356527" y="862260"/>
                </a:lnTo>
                <a:lnTo>
                  <a:pt x="355985" y="858820"/>
                </a:lnTo>
                <a:close/>
                <a:moveTo>
                  <a:pt x="252379" y="1076690"/>
                </a:moveTo>
                <a:lnTo>
                  <a:pt x="252445" y="1076975"/>
                </a:lnTo>
                <a:lnTo>
                  <a:pt x="253708" y="1081404"/>
                </a:lnTo>
                <a:lnTo>
                  <a:pt x="257049" y="1084360"/>
                </a:lnTo>
                <a:lnTo>
                  <a:pt x="253977" y="1077801"/>
                </a:lnTo>
                <a:close/>
                <a:moveTo>
                  <a:pt x="463083" y="604859"/>
                </a:moveTo>
                <a:lnTo>
                  <a:pt x="464297" y="607398"/>
                </a:lnTo>
                <a:lnTo>
                  <a:pt x="464697" y="605710"/>
                </a:lnTo>
                <a:lnTo>
                  <a:pt x="463692" y="605044"/>
                </a:lnTo>
                <a:close/>
                <a:moveTo>
                  <a:pt x="487899" y="549076"/>
                </a:moveTo>
                <a:lnTo>
                  <a:pt x="487959" y="553871"/>
                </a:lnTo>
                <a:lnTo>
                  <a:pt x="491491" y="556120"/>
                </a:lnTo>
                <a:lnTo>
                  <a:pt x="492634" y="552992"/>
                </a:lnTo>
                <a:lnTo>
                  <a:pt x="490843" y="552320"/>
                </a:lnTo>
                <a:lnTo>
                  <a:pt x="491225" y="552199"/>
                </a:lnTo>
                <a:lnTo>
                  <a:pt x="492718" y="552758"/>
                </a:lnTo>
                <a:lnTo>
                  <a:pt x="492902" y="552260"/>
                </a:lnTo>
                <a:close/>
                <a:moveTo>
                  <a:pt x="404752" y="735238"/>
                </a:moveTo>
                <a:lnTo>
                  <a:pt x="404742" y="741953"/>
                </a:lnTo>
                <a:lnTo>
                  <a:pt x="404880" y="742460"/>
                </a:lnTo>
                <a:lnTo>
                  <a:pt x="405749" y="736996"/>
                </a:lnTo>
                <a:lnTo>
                  <a:pt x="405262" y="735563"/>
                </a:lnTo>
                <a:close/>
                <a:moveTo>
                  <a:pt x="388919" y="770684"/>
                </a:moveTo>
                <a:lnTo>
                  <a:pt x="389672" y="773984"/>
                </a:lnTo>
                <a:lnTo>
                  <a:pt x="390398" y="775501"/>
                </a:lnTo>
                <a:lnTo>
                  <a:pt x="389335" y="770828"/>
                </a:lnTo>
                <a:close/>
                <a:moveTo>
                  <a:pt x="408070" y="727739"/>
                </a:moveTo>
                <a:lnTo>
                  <a:pt x="408097" y="728384"/>
                </a:lnTo>
                <a:lnTo>
                  <a:pt x="408420" y="728496"/>
                </a:lnTo>
                <a:close/>
                <a:moveTo>
                  <a:pt x="434409" y="668673"/>
                </a:moveTo>
                <a:lnTo>
                  <a:pt x="435334" y="672924"/>
                </a:lnTo>
                <a:lnTo>
                  <a:pt x="438942" y="673116"/>
                </a:lnTo>
                <a:lnTo>
                  <a:pt x="439908" y="673205"/>
                </a:lnTo>
                <a:close/>
                <a:moveTo>
                  <a:pt x="406606" y="730878"/>
                </a:moveTo>
                <a:lnTo>
                  <a:pt x="406631" y="731447"/>
                </a:lnTo>
                <a:lnTo>
                  <a:pt x="406715" y="730915"/>
                </a:lnTo>
                <a:close/>
                <a:moveTo>
                  <a:pt x="292239" y="986673"/>
                </a:moveTo>
                <a:lnTo>
                  <a:pt x="294657" y="990247"/>
                </a:lnTo>
                <a:lnTo>
                  <a:pt x="294383" y="988302"/>
                </a:lnTo>
                <a:close/>
                <a:moveTo>
                  <a:pt x="431630" y="674406"/>
                </a:moveTo>
                <a:lnTo>
                  <a:pt x="429913" y="685342"/>
                </a:lnTo>
                <a:lnTo>
                  <a:pt x="439005" y="692860"/>
                </a:lnTo>
                <a:lnTo>
                  <a:pt x="439235" y="693117"/>
                </a:lnTo>
                <a:lnTo>
                  <a:pt x="435237" y="674742"/>
                </a:lnTo>
                <a:close/>
                <a:moveTo>
                  <a:pt x="333865" y="893283"/>
                </a:moveTo>
                <a:lnTo>
                  <a:pt x="333500" y="895153"/>
                </a:lnTo>
                <a:lnTo>
                  <a:pt x="334423" y="901834"/>
                </a:lnTo>
                <a:lnTo>
                  <a:pt x="342021" y="908257"/>
                </a:lnTo>
                <a:lnTo>
                  <a:pt x="342357" y="908361"/>
                </a:lnTo>
                <a:lnTo>
                  <a:pt x="342438" y="906392"/>
                </a:lnTo>
                <a:close/>
                <a:moveTo>
                  <a:pt x="475877" y="575237"/>
                </a:moveTo>
                <a:lnTo>
                  <a:pt x="476151" y="587470"/>
                </a:lnTo>
                <a:lnTo>
                  <a:pt x="479342" y="589339"/>
                </a:lnTo>
                <a:lnTo>
                  <a:pt x="482526" y="580629"/>
                </a:lnTo>
                <a:lnTo>
                  <a:pt x="481486" y="578750"/>
                </a:lnTo>
                <a:close/>
                <a:moveTo>
                  <a:pt x="391000" y="765161"/>
                </a:moveTo>
                <a:lnTo>
                  <a:pt x="394239" y="766716"/>
                </a:lnTo>
                <a:lnTo>
                  <a:pt x="394123" y="766435"/>
                </a:lnTo>
                <a:lnTo>
                  <a:pt x="394019" y="766235"/>
                </a:lnTo>
                <a:close/>
                <a:moveTo>
                  <a:pt x="400211" y="744458"/>
                </a:moveTo>
                <a:lnTo>
                  <a:pt x="400219" y="744498"/>
                </a:lnTo>
                <a:lnTo>
                  <a:pt x="400220" y="744472"/>
                </a:lnTo>
                <a:close/>
                <a:moveTo>
                  <a:pt x="195142" y="1203636"/>
                </a:moveTo>
                <a:lnTo>
                  <a:pt x="208133" y="1231589"/>
                </a:lnTo>
                <a:lnTo>
                  <a:pt x="217637" y="1240168"/>
                </a:lnTo>
                <a:lnTo>
                  <a:pt x="212951" y="1226549"/>
                </a:lnTo>
                <a:lnTo>
                  <a:pt x="205522" y="1217453"/>
                </a:lnTo>
                <a:close/>
                <a:moveTo>
                  <a:pt x="173382" y="1252317"/>
                </a:moveTo>
                <a:lnTo>
                  <a:pt x="175587" y="1258091"/>
                </a:lnTo>
                <a:lnTo>
                  <a:pt x="197921" y="1273618"/>
                </a:lnTo>
                <a:lnTo>
                  <a:pt x="196987" y="1270847"/>
                </a:lnTo>
                <a:lnTo>
                  <a:pt x="182572" y="1261170"/>
                </a:lnTo>
                <a:lnTo>
                  <a:pt x="182508" y="1260971"/>
                </a:lnTo>
                <a:lnTo>
                  <a:pt x="194530" y="1269040"/>
                </a:lnTo>
                <a:lnTo>
                  <a:pt x="196872" y="1270503"/>
                </a:lnTo>
                <a:lnTo>
                  <a:pt x="195966" y="1267812"/>
                </a:lnTo>
                <a:lnTo>
                  <a:pt x="186292" y="1261287"/>
                </a:lnTo>
                <a:close/>
                <a:moveTo>
                  <a:pt x="396887" y="751806"/>
                </a:moveTo>
                <a:lnTo>
                  <a:pt x="398415" y="758349"/>
                </a:lnTo>
                <a:lnTo>
                  <a:pt x="398834" y="759502"/>
                </a:lnTo>
                <a:lnTo>
                  <a:pt x="399346" y="759659"/>
                </a:lnTo>
                <a:lnTo>
                  <a:pt x="399591" y="755404"/>
                </a:lnTo>
                <a:close/>
                <a:moveTo>
                  <a:pt x="346471" y="864438"/>
                </a:moveTo>
                <a:lnTo>
                  <a:pt x="346531" y="867151"/>
                </a:lnTo>
                <a:lnTo>
                  <a:pt x="352623" y="881519"/>
                </a:lnTo>
                <a:lnTo>
                  <a:pt x="350313" y="870177"/>
                </a:lnTo>
                <a:close/>
                <a:moveTo>
                  <a:pt x="321357" y="920548"/>
                </a:moveTo>
                <a:lnTo>
                  <a:pt x="321243" y="922717"/>
                </a:lnTo>
                <a:lnTo>
                  <a:pt x="322820" y="925109"/>
                </a:lnTo>
                <a:lnTo>
                  <a:pt x="322769" y="923872"/>
                </a:lnTo>
                <a:close/>
                <a:moveTo>
                  <a:pt x="352642" y="850482"/>
                </a:moveTo>
                <a:lnTo>
                  <a:pt x="355865" y="858058"/>
                </a:lnTo>
                <a:lnTo>
                  <a:pt x="355085" y="853097"/>
                </a:lnTo>
                <a:close/>
                <a:moveTo>
                  <a:pt x="475858" y="574381"/>
                </a:moveTo>
                <a:lnTo>
                  <a:pt x="475872" y="574989"/>
                </a:lnTo>
                <a:lnTo>
                  <a:pt x="481196" y="578227"/>
                </a:lnTo>
                <a:lnTo>
                  <a:pt x="480694" y="577319"/>
                </a:lnTo>
                <a:close/>
                <a:moveTo>
                  <a:pt x="466382" y="595592"/>
                </a:moveTo>
                <a:lnTo>
                  <a:pt x="466168" y="599502"/>
                </a:lnTo>
                <a:lnTo>
                  <a:pt x="466997" y="595999"/>
                </a:lnTo>
                <a:close/>
                <a:moveTo>
                  <a:pt x="462267" y="604638"/>
                </a:moveTo>
                <a:lnTo>
                  <a:pt x="461686" y="608522"/>
                </a:lnTo>
                <a:lnTo>
                  <a:pt x="463925" y="608969"/>
                </a:lnTo>
                <a:lnTo>
                  <a:pt x="464119" y="608150"/>
                </a:lnTo>
                <a:lnTo>
                  <a:pt x="462445" y="604674"/>
                </a:lnTo>
                <a:close/>
                <a:moveTo>
                  <a:pt x="326791" y="907909"/>
                </a:moveTo>
                <a:lnTo>
                  <a:pt x="327476" y="912138"/>
                </a:lnTo>
                <a:lnTo>
                  <a:pt x="328159" y="913261"/>
                </a:lnTo>
                <a:lnTo>
                  <a:pt x="328494" y="911548"/>
                </a:lnTo>
                <a:close/>
                <a:moveTo>
                  <a:pt x="306663" y="952883"/>
                </a:moveTo>
                <a:lnTo>
                  <a:pt x="307735" y="955352"/>
                </a:lnTo>
                <a:lnTo>
                  <a:pt x="310329" y="959883"/>
                </a:lnTo>
                <a:lnTo>
                  <a:pt x="310499" y="954461"/>
                </a:lnTo>
                <a:lnTo>
                  <a:pt x="308076" y="953299"/>
                </a:lnTo>
                <a:close/>
                <a:moveTo>
                  <a:pt x="526894" y="459724"/>
                </a:moveTo>
                <a:lnTo>
                  <a:pt x="526612" y="464633"/>
                </a:lnTo>
                <a:lnTo>
                  <a:pt x="528497" y="465475"/>
                </a:lnTo>
                <a:lnTo>
                  <a:pt x="528572" y="465292"/>
                </a:lnTo>
                <a:close/>
                <a:moveTo>
                  <a:pt x="441197" y="651511"/>
                </a:moveTo>
                <a:lnTo>
                  <a:pt x="441432" y="653306"/>
                </a:lnTo>
                <a:lnTo>
                  <a:pt x="443447" y="654972"/>
                </a:lnTo>
                <a:lnTo>
                  <a:pt x="443546" y="654978"/>
                </a:lnTo>
                <a:close/>
                <a:moveTo>
                  <a:pt x="306141" y="953908"/>
                </a:moveTo>
                <a:lnTo>
                  <a:pt x="310354" y="964132"/>
                </a:lnTo>
                <a:lnTo>
                  <a:pt x="310266" y="961984"/>
                </a:lnTo>
                <a:lnTo>
                  <a:pt x="308696" y="958371"/>
                </a:lnTo>
                <a:close/>
                <a:moveTo>
                  <a:pt x="230541" y="1123028"/>
                </a:moveTo>
                <a:lnTo>
                  <a:pt x="231441" y="1124670"/>
                </a:lnTo>
                <a:lnTo>
                  <a:pt x="231865" y="1125076"/>
                </a:lnTo>
                <a:close/>
                <a:moveTo>
                  <a:pt x="351975" y="850653"/>
                </a:moveTo>
                <a:lnTo>
                  <a:pt x="354477" y="864542"/>
                </a:lnTo>
                <a:lnTo>
                  <a:pt x="357212" y="878631"/>
                </a:lnTo>
                <a:lnTo>
                  <a:pt x="359115" y="881473"/>
                </a:lnTo>
                <a:lnTo>
                  <a:pt x="359123" y="875731"/>
                </a:lnTo>
                <a:lnTo>
                  <a:pt x="357660" y="869460"/>
                </a:lnTo>
                <a:lnTo>
                  <a:pt x="357181" y="866417"/>
                </a:lnTo>
                <a:close/>
                <a:moveTo>
                  <a:pt x="306254" y="952763"/>
                </a:moveTo>
                <a:lnTo>
                  <a:pt x="306286" y="952819"/>
                </a:lnTo>
                <a:lnTo>
                  <a:pt x="306263" y="952766"/>
                </a:lnTo>
                <a:close/>
                <a:moveTo>
                  <a:pt x="308604" y="947496"/>
                </a:moveTo>
                <a:lnTo>
                  <a:pt x="309747" y="950164"/>
                </a:lnTo>
                <a:lnTo>
                  <a:pt x="309867" y="950302"/>
                </a:lnTo>
                <a:lnTo>
                  <a:pt x="310626" y="950525"/>
                </a:lnTo>
                <a:lnTo>
                  <a:pt x="310658" y="949468"/>
                </a:lnTo>
                <a:close/>
                <a:moveTo>
                  <a:pt x="381866" y="783396"/>
                </a:moveTo>
                <a:lnTo>
                  <a:pt x="380905" y="790632"/>
                </a:lnTo>
                <a:lnTo>
                  <a:pt x="385016" y="797969"/>
                </a:lnTo>
                <a:lnTo>
                  <a:pt x="385796" y="799203"/>
                </a:lnTo>
                <a:close/>
                <a:moveTo>
                  <a:pt x="327787" y="904405"/>
                </a:moveTo>
                <a:lnTo>
                  <a:pt x="329389" y="906972"/>
                </a:lnTo>
                <a:lnTo>
                  <a:pt x="329689" y="905441"/>
                </a:lnTo>
                <a:lnTo>
                  <a:pt x="329499" y="904938"/>
                </a:lnTo>
                <a:close/>
                <a:moveTo>
                  <a:pt x="185317" y="1223391"/>
                </a:moveTo>
                <a:lnTo>
                  <a:pt x="186385" y="1225445"/>
                </a:lnTo>
                <a:lnTo>
                  <a:pt x="193168" y="1231571"/>
                </a:lnTo>
                <a:lnTo>
                  <a:pt x="190680" y="1228499"/>
                </a:lnTo>
                <a:close/>
                <a:moveTo>
                  <a:pt x="385107" y="775985"/>
                </a:moveTo>
                <a:lnTo>
                  <a:pt x="389575" y="794922"/>
                </a:lnTo>
                <a:lnTo>
                  <a:pt x="393843" y="811947"/>
                </a:lnTo>
                <a:lnTo>
                  <a:pt x="394762" y="806165"/>
                </a:lnTo>
                <a:lnTo>
                  <a:pt x="394451" y="804896"/>
                </a:lnTo>
                <a:lnTo>
                  <a:pt x="394036" y="803697"/>
                </a:lnTo>
                <a:lnTo>
                  <a:pt x="392455" y="796773"/>
                </a:lnTo>
                <a:lnTo>
                  <a:pt x="387742" y="777584"/>
                </a:lnTo>
                <a:close/>
                <a:moveTo>
                  <a:pt x="214632" y="1157641"/>
                </a:moveTo>
                <a:lnTo>
                  <a:pt x="230536" y="1188025"/>
                </a:lnTo>
                <a:lnTo>
                  <a:pt x="238398" y="1198146"/>
                </a:lnTo>
                <a:lnTo>
                  <a:pt x="240839" y="1200200"/>
                </a:lnTo>
                <a:lnTo>
                  <a:pt x="229496" y="1176663"/>
                </a:lnTo>
                <a:lnTo>
                  <a:pt x="226403" y="1171887"/>
                </a:lnTo>
                <a:close/>
                <a:moveTo>
                  <a:pt x="326377" y="907026"/>
                </a:moveTo>
                <a:lnTo>
                  <a:pt x="326900" y="911192"/>
                </a:lnTo>
                <a:lnTo>
                  <a:pt x="327283" y="911822"/>
                </a:lnTo>
                <a:lnTo>
                  <a:pt x="326574" y="907448"/>
                </a:lnTo>
                <a:close/>
                <a:moveTo>
                  <a:pt x="507211" y="501767"/>
                </a:moveTo>
                <a:lnTo>
                  <a:pt x="507343" y="503355"/>
                </a:lnTo>
                <a:lnTo>
                  <a:pt x="511637" y="506431"/>
                </a:lnTo>
                <a:lnTo>
                  <a:pt x="512848" y="503488"/>
                </a:lnTo>
                <a:close/>
                <a:moveTo>
                  <a:pt x="406453" y="727365"/>
                </a:moveTo>
                <a:lnTo>
                  <a:pt x="406473" y="727818"/>
                </a:lnTo>
                <a:lnTo>
                  <a:pt x="406575" y="727854"/>
                </a:lnTo>
                <a:close/>
                <a:moveTo>
                  <a:pt x="470299" y="584397"/>
                </a:moveTo>
                <a:lnTo>
                  <a:pt x="467823" y="595517"/>
                </a:lnTo>
                <a:lnTo>
                  <a:pt x="471507" y="597753"/>
                </a:lnTo>
                <a:lnTo>
                  <a:pt x="470404" y="584578"/>
                </a:lnTo>
                <a:lnTo>
                  <a:pt x="470399" y="584456"/>
                </a:lnTo>
                <a:close/>
                <a:moveTo>
                  <a:pt x="277000" y="1017131"/>
                </a:moveTo>
                <a:lnTo>
                  <a:pt x="277323" y="1018113"/>
                </a:lnTo>
                <a:lnTo>
                  <a:pt x="282631" y="1028087"/>
                </a:lnTo>
                <a:lnTo>
                  <a:pt x="286693" y="1032568"/>
                </a:lnTo>
                <a:lnTo>
                  <a:pt x="282410" y="1025085"/>
                </a:lnTo>
                <a:lnTo>
                  <a:pt x="279698" y="1020196"/>
                </a:lnTo>
                <a:close/>
                <a:moveTo>
                  <a:pt x="527041" y="457180"/>
                </a:moveTo>
                <a:lnTo>
                  <a:pt x="527007" y="457773"/>
                </a:lnTo>
                <a:lnTo>
                  <a:pt x="528976" y="464311"/>
                </a:lnTo>
                <a:lnTo>
                  <a:pt x="530881" y="459683"/>
                </a:lnTo>
                <a:close/>
                <a:moveTo>
                  <a:pt x="470380" y="584029"/>
                </a:moveTo>
                <a:lnTo>
                  <a:pt x="470369" y="584081"/>
                </a:lnTo>
                <a:lnTo>
                  <a:pt x="470383" y="584090"/>
                </a:lnTo>
                <a:close/>
                <a:moveTo>
                  <a:pt x="407119" y="725681"/>
                </a:moveTo>
                <a:lnTo>
                  <a:pt x="407318" y="726541"/>
                </a:lnTo>
                <a:lnTo>
                  <a:pt x="407330" y="726139"/>
                </a:lnTo>
                <a:close/>
                <a:moveTo>
                  <a:pt x="298955" y="967662"/>
                </a:moveTo>
                <a:lnTo>
                  <a:pt x="299868" y="978585"/>
                </a:lnTo>
                <a:lnTo>
                  <a:pt x="302521" y="983422"/>
                </a:lnTo>
                <a:lnTo>
                  <a:pt x="304296" y="986169"/>
                </a:lnTo>
                <a:lnTo>
                  <a:pt x="303184" y="982465"/>
                </a:lnTo>
                <a:close/>
                <a:moveTo>
                  <a:pt x="404931" y="730318"/>
                </a:moveTo>
                <a:lnTo>
                  <a:pt x="404821" y="733002"/>
                </a:lnTo>
                <a:lnTo>
                  <a:pt x="406058" y="733668"/>
                </a:lnTo>
                <a:lnTo>
                  <a:pt x="405927" y="730651"/>
                </a:lnTo>
                <a:close/>
                <a:moveTo>
                  <a:pt x="344834" y="864589"/>
                </a:moveTo>
                <a:lnTo>
                  <a:pt x="344384" y="875500"/>
                </a:lnTo>
                <a:lnTo>
                  <a:pt x="344811" y="877324"/>
                </a:lnTo>
                <a:lnTo>
                  <a:pt x="345388" y="879644"/>
                </a:lnTo>
                <a:lnTo>
                  <a:pt x="345988" y="879812"/>
                </a:lnTo>
                <a:lnTo>
                  <a:pt x="345693" y="866614"/>
                </a:lnTo>
                <a:close/>
                <a:moveTo>
                  <a:pt x="526383" y="458024"/>
                </a:moveTo>
                <a:lnTo>
                  <a:pt x="526119" y="464414"/>
                </a:lnTo>
                <a:lnTo>
                  <a:pt x="526233" y="464463"/>
                </a:lnTo>
                <a:lnTo>
                  <a:pt x="526568" y="458640"/>
                </a:lnTo>
                <a:close/>
                <a:moveTo>
                  <a:pt x="527086" y="456389"/>
                </a:moveTo>
                <a:lnTo>
                  <a:pt x="527072" y="456640"/>
                </a:lnTo>
                <a:lnTo>
                  <a:pt x="531136" y="459063"/>
                </a:lnTo>
                <a:lnTo>
                  <a:pt x="531144" y="459044"/>
                </a:lnTo>
                <a:close/>
                <a:moveTo>
                  <a:pt x="258356" y="1058074"/>
                </a:moveTo>
                <a:lnTo>
                  <a:pt x="261385" y="1063326"/>
                </a:lnTo>
                <a:lnTo>
                  <a:pt x="259444" y="1059454"/>
                </a:lnTo>
                <a:close/>
                <a:moveTo>
                  <a:pt x="444649" y="640864"/>
                </a:moveTo>
                <a:lnTo>
                  <a:pt x="444322" y="648913"/>
                </a:lnTo>
                <a:lnTo>
                  <a:pt x="444806" y="649627"/>
                </a:lnTo>
                <a:lnTo>
                  <a:pt x="451182" y="652380"/>
                </a:lnTo>
                <a:lnTo>
                  <a:pt x="446906" y="641960"/>
                </a:lnTo>
                <a:lnTo>
                  <a:pt x="446911" y="641945"/>
                </a:lnTo>
                <a:close/>
                <a:moveTo>
                  <a:pt x="242749" y="1092927"/>
                </a:moveTo>
                <a:lnTo>
                  <a:pt x="243694" y="1097612"/>
                </a:lnTo>
                <a:lnTo>
                  <a:pt x="243750" y="1097712"/>
                </a:lnTo>
                <a:lnTo>
                  <a:pt x="242799" y="1092993"/>
                </a:lnTo>
                <a:close/>
                <a:moveTo>
                  <a:pt x="401288" y="737522"/>
                </a:moveTo>
                <a:lnTo>
                  <a:pt x="400965" y="743111"/>
                </a:lnTo>
                <a:lnTo>
                  <a:pt x="401694" y="744198"/>
                </a:lnTo>
                <a:lnTo>
                  <a:pt x="403589" y="746622"/>
                </a:lnTo>
                <a:lnTo>
                  <a:pt x="403701" y="743887"/>
                </a:lnTo>
                <a:close/>
                <a:moveTo>
                  <a:pt x="352832" y="846000"/>
                </a:moveTo>
                <a:lnTo>
                  <a:pt x="354401" y="848740"/>
                </a:lnTo>
                <a:lnTo>
                  <a:pt x="353979" y="846061"/>
                </a:lnTo>
                <a:close/>
                <a:moveTo>
                  <a:pt x="276495" y="1016558"/>
                </a:moveTo>
                <a:lnTo>
                  <a:pt x="276664" y="1016873"/>
                </a:lnTo>
                <a:lnTo>
                  <a:pt x="276598" y="1016674"/>
                </a:lnTo>
                <a:close/>
                <a:moveTo>
                  <a:pt x="523036" y="464425"/>
                </a:moveTo>
                <a:lnTo>
                  <a:pt x="523026" y="472739"/>
                </a:lnTo>
                <a:lnTo>
                  <a:pt x="524118" y="473451"/>
                </a:lnTo>
                <a:lnTo>
                  <a:pt x="524953" y="474087"/>
                </a:lnTo>
                <a:lnTo>
                  <a:pt x="525370" y="473073"/>
                </a:lnTo>
                <a:lnTo>
                  <a:pt x="525652" y="466265"/>
                </a:lnTo>
                <a:lnTo>
                  <a:pt x="523945" y="464830"/>
                </a:lnTo>
                <a:close/>
                <a:moveTo>
                  <a:pt x="413853" y="708835"/>
                </a:moveTo>
                <a:lnTo>
                  <a:pt x="414578" y="714684"/>
                </a:lnTo>
                <a:lnTo>
                  <a:pt x="415859" y="719833"/>
                </a:lnTo>
                <a:lnTo>
                  <a:pt x="421634" y="721631"/>
                </a:lnTo>
                <a:lnTo>
                  <a:pt x="421067" y="718838"/>
                </a:lnTo>
                <a:lnTo>
                  <a:pt x="417364" y="714108"/>
                </a:lnTo>
                <a:lnTo>
                  <a:pt x="417398" y="713742"/>
                </a:lnTo>
                <a:lnTo>
                  <a:pt x="420951" y="718283"/>
                </a:lnTo>
                <a:lnTo>
                  <a:pt x="419370" y="710519"/>
                </a:lnTo>
                <a:close/>
                <a:moveTo>
                  <a:pt x="402584" y="733859"/>
                </a:moveTo>
                <a:lnTo>
                  <a:pt x="403907" y="738876"/>
                </a:lnTo>
                <a:lnTo>
                  <a:pt x="404075" y="734808"/>
                </a:lnTo>
                <a:close/>
                <a:moveTo>
                  <a:pt x="406626" y="724613"/>
                </a:moveTo>
                <a:lnTo>
                  <a:pt x="407293" y="727279"/>
                </a:lnTo>
                <a:lnTo>
                  <a:pt x="407296" y="727266"/>
                </a:lnTo>
                <a:lnTo>
                  <a:pt x="407299" y="727168"/>
                </a:lnTo>
                <a:lnTo>
                  <a:pt x="406790" y="724969"/>
                </a:lnTo>
                <a:close/>
                <a:moveTo>
                  <a:pt x="251329" y="1072146"/>
                </a:moveTo>
                <a:lnTo>
                  <a:pt x="252211" y="1075962"/>
                </a:lnTo>
                <a:lnTo>
                  <a:pt x="253552" y="1076894"/>
                </a:lnTo>
                <a:close/>
                <a:moveTo>
                  <a:pt x="479893" y="560300"/>
                </a:moveTo>
                <a:lnTo>
                  <a:pt x="484374" y="575581"/>
                </a:lnTo>
                <a:lnTo>
                  <a:pt x="486389" y="570069"/>
                </a:lnTo>
                <a:lnTo>
                  <a:pt x="482450" y="561540"/>
                </a:lnTo>
                <a:close/>
                <a:moveTo>
                  <a:pt x="526468" y="455984"/>
                </a:moveTo>
                <a:lnTo>
                  <a:pt x="526576" y="456344"/>
                </a:lnTo>
                <a:lnTo>
                  <a:pt x="526696" y="456416"/>
                </a:lnTo>
                <a:lnTo>
                  <a:pt x="526712" y="456144"/>
                </a:lnTo>
                <a:close/>
                <a:moveTo>
                  <a:pt x="409257" y="718437"/>
                </a:moveTo>
                <a:lnTo>
                  <a:pt x="408144" y="725445"/>
                </a:lnTo>
                <a:lnTo>
                  <a:pt x="409770" y="728967"/>
                </a:lnTo>
                <a:lnTo>
                  <a:pt x="415311" y="730896"/>
                </a:lnTo>
                <a:lnTo>
                  <a:pt x="414324" y="722936"/>
                </a:lnTo>
                <a:lnTo>
                  <a:pt x="414091" y="720158"/>
                </a:lnTo>
                <a:close/>
                <a:moveTo>
                  <a:pt x="433110" y="664970"/>
                </a:moveTo>
                <a:lnTo>
                  <a:pt x="431890" y="672742"/>
                </a:lnTo>
                <a:lnTo>
                  <a:pt x="434835" y="672898"/>
                </a:lnTo>
                <a:close/>
                <a:moveTo>
                  <a:pt x="458394" y="608206"/>
                </a:moveTo>
                <a:lnTo>
                  <a:pt x="459940" y="617688"/>
                </a:lnTo>
                <a:lnTo>
                  <a:pt x="461272" y="608781"/>
                </a:lnTo>
                <a:close/>
                <a:moveTo>
                  <a:pt x="242479" y="1091583"/>
                </a:moveTo>
                <a:lnTo>
                  <a:pt x="242658" y="1092475"/>
                </a:lnTo>
                <a:lnTo>
                  <a:pt x="242708" y="1092541"/>
                </a:lnTo>
                <a:lnTo>
                  <a:pt x="242530" y="1091660"/>
                </a:lnTo>
                <a:close/>
                <a:moveTo>
                  <a:pt x="344936" y="862145"/>
                </a:moveTo>
                <a:lnTo>
                  <a:pt x="344888" y="863275"/>
                </a:lnTo>
                <a:lnTo>
                  <a:pt x="345659" y="865094"/>
                </a:lnTo>
                <a:lnTo>
                  <a:pt x="345615" y="863162"/>
                </a:lnTo>
                <a:close/>
                <a:moveTo>
                  <a:pt x="352440" y="845316"/>
                </a:moveTo>
                <a:lnTo>
                  <a:pt x="352504" y="845427"/>
                </a:lnTo>
                <a:lnTo>
                  <a:pt x="352695" y="845436"/>
                </a:lnTo>
                <a:close/>
                <a:moveTo>
                  <a:pt x="473639" y="573861"/>
                </a:moveTo>
                <a:lnTo>
                  <a:pt x="473789" y="586086"/>
                </a:lnTo>
                <a:lnTo>
                  <a:pt x="475662" y="587184"/>
                </a:lnTo>
                <a:lnTo>
                  <a:pt x="475388" y="574931"/>
                </a:lnTo>
                <a:lnTo>
                  <a:pt x="475062" y="574726"/>
                </a:lnTo>
                <a:close/>
                <a:moveTo>
                  <a:pt x="361556" y="824479"/>
                </a:moveTo>
                <a:lnTo>
                  <a:pt x="361550" y="828314"/>
                </a:lnTo>
                <a:lnTo>
                  <a:pt x="362376" y="828711"/>
                </a:lnTo>
                <a:close/>
                <a:moveTo>
                  <a:pt x="266649" y="1036570"/>
                </a:moveTo>
                <a:lnTo>
                  <a:pt x="268526" y="1040876"/>
                </a:lnTo>
                <a:lnTo>
                  <a:pt x="268090" y="1039957"/>
                </a:lnTo>
                <a:close/>
                <a:moveTo>
                  <a:pt x="314634" y="929122"/>
                </a:moveTo>
                <a:lnTo>
                  <a:pt x="314836" y="930204"/>
                </a:lnTo>
                <a:lnTo>
                  <a:pt x="314895" y="929760"/>
                </a:lnTo>
                <a:close/>
                <a:moveTo>
                  <a:pt x="413065" y="708593"/>
                </a:moveTo>
                <a:lnTo>
                  <a:pt x="413155" y="708959"/>
                </a:lnTo>
                <a:lnTo>
                  <a:pt x="413127" y="708612"/>
                </a:lnTo>
                <a:close/>
                <a:moveTo>
                  <a:pt x="384324" y="772669"/>
                </a:moveTo>
                <a:lnTo>
                  <a:pt x="384891" y="775071"/>
                </a:lnTo>
                <a:lnTo>
                  <a:pt x="387516" y="776663"/>
                </a:lnTo>
                <a:lnTo>
                  <a:pt x="387415" y="776252"/>
                </a:lnTo>
                <a:close/>
                <a:moveTo>
                  <a:pt x="475716" y="567998"/>
                </a:moveTo>
                <a:lnTo>
                  <a:pt x="475854" y="574208"/>
                </a:lnTo>
                <a:lnTo>
                  <a:pt x="480551" y="577062"/>
                </a:lnTo>
                <a:lnTo>
                  <a:pt x="476653" y="570029"/>
                </a:lnTo>
                <a:close/>
                <a:moveTo>
                  <a:pt x="252805" y="1066916"/>
                </a:moveTo>
                <a:lnTo>
                  <a:pt x="255608" y="1073537"/>
                </a:lnTo>
                <a:lnTo>
                  <a:pt x="260295" y="1081582"/>
                </a:lnTo>
                <a:lnTo>
                  <a:pt x="260399" y="1081654"/>
                </a:lnTo>
                <a:lnTo>
                  <a:pt x="256640" y="1070494"/>
                </a:lnTo>
                <a:close/>
                <a:moveTo>
                  <a:pt x="433549" y="662173"/>
                </a:moveTo>
                <a:lnTo>
                  <a:pt x="433317" y="663655"/>
                </a:lnTo>
                <a:lnTo>
                  <a:pt x="434316" y="668250"/>
                </a:lnTo>
                <a:lnTo>
                  <a:pt x="434368" y="668251"/>
                </a:lnTo>
                <a:lnTo>
                  <a:pt x="440441" y="673255"/>
                </a:lnTo>
                <a:lnTo>
                  <a:pt x="442693" y="673466"/>
                </a:lnTo>
                <a:lnTo>
                  <a:pt x="442990" y="671746"/>
                </a:lnTo>
                <a:lnTo>
                  <a:pt x="443068" y="669834"/>
                </a:lnTo>
                <a:lnTo>
                  <a:pt x="442627" y="666471"/>
                </a:lnTo>
                <a:close/>
                <a:moveTo>
                  <a:pt x="213303" y="1155102"/>
                </a:moveTo>
                <a:lnTo>
                  <a:pt x="213832" y="1156111"/>
                </a:lnTo>
                <a:lnTo>
                  <a:pt x="224723" y="1169293"/>
                </a:lnTo>
                <a:lnTo>
                  <a:pt x="221034" y="1163595"/>
                </a:lnTo>
                <a:close/>
                <a:moveTo>
                  <a:pt x="463869" y="593927"/>
                </a:moveTo>
                <a:lnTo>
                  <a:pt x="462654" y="602052"/>
                </a:lnTo>
                <a:lnTo>
                  <a:pt x="465198" y="603596"/>
                </a:lnTo>
                <a:lnTo>
                  <a:pt x="465941" y="600461"/>
                </a:lnTo>
                <a:lnTo>
                  <a:pt x="466213" y="595480"/>
                </a:lnTo>
                <a:close/>
                <a:moveTo>
                  <a:pt x="408347" y="718114"/>
                </a:moveTo>
                <a:lnTo>
                  <a:pt x="408248" y="721267"/>
                </a:lnTo>
                <a:lnTo>
                  <a:pt x="408597" y="719066"/>
                </a:lnTo>
                <a:lnTo>
                  <a:pt x="408738" y="718253"/>
                </a:lnTo>
                <a:close/>
                <a:moveTo>
                  <a:pt x="336794" y="878316"/>
                </a:moveTo>
                <a:lnTo>
                  <a:pt x="333936" y="892928"/>
                </a:lnTo>
                <a:lnTo>
                  <a:pt x="339040" y="900734"/>
                </a:lnTo>
                <a:lnTo>
                  <a:pt x="342462" y="905811"/>
                </a:lnTo>
                <a:lnTo>
                  <a:pt x="342512" y="904606"/>
                </a:lnTo>
                <a:lnTo>
                  <a:pt x="341891" y="902027"/>
                </a:lnTo>
                <a:lnTo>
                  <a:pt x="341969" y="901858"/>
                </a:lnTo>
                <a:lnTo>
                  <a:pt x="342529" y="904186"/>
                </a:lnTo>
                <a:lnTo>
                  <a:pt x="343109" y="890139"/>
                </a:lnTo>
                <a:lnTo>
                  <a:pt x="342201" y="885675"/>
                </a:lnTo>
                <a:lnTo>
                  <a:pt x="339364" y="879278"/>
                </a:lnTo>
                <a:lnTo>
                  <a:pt x="338787" y="878826"/>
                </a:lnTo>
                <a:close/>
                <a:moveTo>
                  <a:pt x="321963" y="911520"/>
                </a:moveTo>
                <a:lnTo>
                  <a:pt x="321744" y="913172"/>
                </a:lnTo>
                <a:lnTo>
                  <a:pt x="321398" y="919774"/>
                </a:lnTo>
                <a:lnTo>
                  <a:pt x="322728" y="922909"/>
                </a:lnTo>
                <a:lnTo>
                  <a:pt x="322304" y="912715"/>
                </a:lnTo>
                <a:close/>
                <a:moveTo>
                  <a:pt x="242178" y="1090092"/>
                </a:moveTo>
                <a:lnTo>
                  <a:pt x="242325" y="1090820"/>
                </a:lnTo>
                <a:lnTo>
                  <a:pt x="242377" y="1090899"/>
                </a:lnTo>
                <a:lnTo>
                  <a:pt x="242225" y="1090144"/>
                </a:lnTo>
                <a:close/>
                <a:moveTo>
                  <a:pt x="383017" y="774717"/>
                </a:moveTo>
                <a:lnTo>
                  <a:pt x="382136" y="781360"/>
                </a:lnTo>
                <a:lnTo>
                  <a:pt x="387078" y="801238"/>
                </a:lnTo>
                <a:lnTo>
                  <a:pt x="392991" y="810614"/>
                </a:lnTo>
                <a:lnTo>
                  <a:pt x="384769" y="775780"/>
                </a:lnTo>
                <a:close/>
                <a:moveTo>
                  <a:pt x="401536" y="733193"/>
                </a:moveTo>
                <a:lnTo>
                  <a:pt x="401377" y="735969"/>
                </a:lnTo>
                <a:lnTo>
                  <a:pt x="403793" y="741644"/>
                </a:lnTo>
                <a:lnTo>
                  <a:pt x="403856" y="740135"/>
                </a:lnTo>
                <a:lnTo>
                  <a:pt x="402122" y="733565"/>
                </a:lnTo>
                <a:close/>
                <a:moveTo>
                  <a:pt x="351120" y="845909"/>
                </a:moveTo>
                <a:lnTo>
                  <a:pt x="351381" y="847354"/>
                </a:lnTo>
                <a:lnTo>
                  <a:pt x="351535" y="847803"/>
                </a:lnTo>
                <a:lnTo>
                  <a:pt x="354802" y="851298"/>
                </a:lnTo>
                <a:lnTo>
                  <a:pt x="354617" y="850120"/>
                </a:lnTo>
                <a:lnTo>
                  <a:pt x="352242" y="845969"/>
                </a:lnTo>
                <a:close/>
                <a:moveTo>
                  <a:pt x="417388" y="697426"/>
                </a:moveTo>
                <a:lnTo>
                  <a:pt x="418612" y="703436"/>
                </a:lnTo>
                <a:lnTo>
                  <a:pt x="420369" y="704760"/>
                </a:lnTo>
                <a:lnTo>
                  <a:pt x="418863" y="701125"/>
                </a:lnTo>
                <a:close/>
                <a:moveTo>
                  <a:pt x="250663" y="1070725"/>
                </a:moveTo>
                <a:lnTo>
                  <a:pt x="250942" y="1071702"/>
                </a:lnTo>
                <a:lnTo>
                  <a:pt x="250767" y="1070947"/>
                </a:lnTo>
                <a:close/>
                <a:moveTo>
                  <a:pt x="472779" y="573337"/>
                </a:moveTo>
                <a:lnTo>
                  <a:pt x="472479" y="574604"/>
                </a:lnTo>
                <a:lnTo>
                  <a:pt x="472211" y="575807"/>
                </a:lnTo>
                <a:lnTo>
                  <a:pt x="472364" y="579494"/>
                </a:lnTo>
                <a:lnTo>
                  <a:pt x="473142" y="584266"/>
                </a:lnTo>
                <a:lnTo>
                  <a:pt x="472981" y="573460"/>
                </a:lnTo>
                <a:close/>
                <a:moveTo>
                  <a:pt x="181990" y="1224214"/>
                </a:moveTo>
                <a:lnTo>
                  <a:pt x="183566" y="1228895"/>
                </a:lnTo>
                <a:lnTo>
                  <a:pt x="194434" y="1241436"/>
                </a:lnTo>
                <a:lnTo>
                  <a:pt x="190711" y="1234279"/>
                </a:lnTo>
                <a:close/>
                <a:moveTo>
                  <a:pt x="472966" y="572547"/>
                </a:moveTo>
                <a:lnTo>
                  <a:pt x="472826" y="573139"/>
                </a:lnTo>
                <a:lnTo>
                  <a:pt x="472976" y="573231"/>
                </a:lnTo>
                <a:close/>
                <a:moveTo>
                  <a:pt x="314930" y="926396"/>
                </a:moveTo>
                <a:lnTo>
                  <a:pt x="315175" y="927646"/>
                </a:lnTo>
                <a:lnTo>
                  <a:pt x="315267" y="926949"/>
                </a:lnTo>
                <a:close/>
                <a:moveTo>
                  <a:pt x="350877" y="845897"/>
                </a:moveTo>
                <a:lnTo>
                  <a:pt x="350986" y="846212"/>
                </a:lnTo>
                <a:lnTo>
                  <a:pt x="350930" y="845900"/>
                </a:lnTo>
                <a:close/>
                <a:moveTo>
                  <a:pt x="355143" y="836122"/>
                </a:moveTo>
                <a:lnTo>
                  <a:pt x="356015" y="841087"/>
                </a:lnTo>
                <a:lnTo>
                  <a:pt x="357010" y="845665"/>
                </a:lnTo>
                <a:lnTo>
                  <a:pt x="359163" y="845780"/>
                </a:lnTo>
                <a:lnTo>
                  <a:pt x="359166" y="843149"/>
                </a:lnTo>
                <a:lnTo>
                  <a:pt x="357745" y="841118"/>
                </a:lnTo>
                <a:close/>
                <a:moveTo>
                  <a:pt x="432930" y="661880"/>
                </a:moveTo>
                <a:lnTo>
                  <a:pt x="432957" y="662004"/>
                </a:lnTo>
                <a:lnTo>
                  <a:pt x="432973" y="661900"/>
                </a:lnTo>
                <a:close/>
                <a:moveTo>
                  <a:pt x="495055" y="522588"/>
                </a:moveTo>
                <a:lnTo>
                  <a:pt x="495183" y="522693"/>
                </a:lnTo>
                <a:lnTo>
                  <a:pt x="495160" y="522620"/>
                </a:lnTo>
                <a:close/>
                <a:moveTo>
                  <a:pt x="337322" y="875619"/>
                </a:moveTo>
                <a:lnTo>
                  <a:pt x="337071" y="876902"/>
                </a:lnTo>
                <a:lnTo>
                  <a:pt x="337937" y="877560"/>
                </a:lnTo>
                <a:lnTo>
                  <a:pt x="338497" y="877718"/>
                </a:lnTo>
                <a:close/>
                <a:moveTo>
                  <a:pt x="227472" y="1121556"/>
                </a:moveTo>
                <a:lnTo>
                  <a:pt x="239066" y="1139764"/>
                </a:lnTo>
                <a:lnTo>
                  <a:pt x="242614" y="1145175"/>
                </a:lnTo>
                <a:lnTo>
                  <a:pt x="243449" y="1146093"/>
                </a:lnTo>
                <a:lnTo>
                  <a:pt x="230937" y="1124883"/>
                </a:lnTo>
                <a:close/>
                <a:moveTo>
                  <a:pt x="454896" y="611893"/>
                </a:moveTo>
                <a:lnTo>
                  <a:pt x="455576" y="620018"/>
                </a:lnTo>
                <a:lnTo>
                  <a:pt x="456152" y="621929"/>
                </a:lnTo>
                <a:lnTo>
                  <a:pt x="456561" y="622108"/>
                </a:lnTo>
                <a:close/>
                <a:moveTo>
                  <a:pt x="171302" y="1246870"/>
                </a:moveTo>
                <a:lnTo>
                  <a:pt x="173099" y="1251575"/>
                </a:lnTo>
                <a:lnTo>
                  <a:pt x="195612" y="1266763"/>
                </a:lnTo>
                <a:lnTo>
                  <a:pt x="194297" y="1262857"/>
                </a:lnTo>
                <a:close/>
                <a:moveTo>
                  <a:pt x="376274" y="787879"/>
                </a:moveTo>
                <a:lnTo>
                  <a:pt x="376638" y="796658"/>
                </a:lnTo>
                <a:lnTo>
                  <a:pt x="377489" y="790240"/>
                </a:lnTo>
                <a:close/>
                <a:moveTo>
                  <a:pt x="350881" y="844578"/>
                </a:moveTo>
                <a:lnTo>
                  <a:pt x="351020" y="845347"/>
                </a:lnTo>
                <a:lnTo>
                  <a:pt x="351912" y="845394"/>
                </a:lnTo>
                <a:lnTo>
                  <a:pt x="351655" y="844943"/>
                </a:lnTo>
                <a:close/>
                <a:moveTo>
                  <a:pt x="383428" y="771629"/>
                </a:moveTo>
                <a:lnTo>
                  <a:pt x="383114" y="773993"/>
                </a:lnTo>
                <a:lnTo>
                  <a:pt x="384554" y="774867"/>
                </a:lnTo>
                <a:lnTo>
                  <a:pt x="383926" y="772208"/>
                </a:lnTo>
                <a:close/>
                <a:moveTo>
                  <a:pt x="472091" y="572920"/>
                </a:moveTo>
                <a:lnTo>
                  <a:pt x="472147" y="574255"/>
                </a:lnTo>
                <a:lnTo>
                  <a:pt x="472416" y="573117"/>
                </a:lnTo>
                <a:close/>
                <a:moveTo>
                  <a:pt x="405250" y="722570"/>
                </a:moveTo>
                <a:lnTo>
                  <a:pt x="405055" y="727324"/>
                </a:lnTo>
                <a:lnTo>
                  <a:pt x="405794" y="727582"/>
                </a:lnTo>
                <a:lnTo>
                  <a:pt x="405643" y="724135"/>
                </a:lnTo>
                <a:close/>
                <a:moveTo>
                  <a:pt x="291989" y="976109"/>
                </a:moveTo>
                <a:lnTo>
                  <a:pt x="293005" y="978505"/>
                </a:lnTo>
                <a:lnTo>
                  <a:pt x="292965" y="978222"/>
                </a:lnTo>
                <a:close/>
                <a:moveTo>
                  <a:pt x="327552" y="896063"/>
                </a:moveTo>
                <a:lnTo>
                  <a:pt x="329030" y="900358"/>
                </a:lnTo>
                <a:lnTo>
                  <a:pt x="330268" y="902482"/>
                </a:lnTo>
                <a:lnTo>
                  <a:pt x="330947" y="899013"/>
                </a:lnTo>
                <a:close/>
                <a:moveTo>
                  <a:pt x="383558" y="770646"/>
                </a:moveTo>
                <a:lnTo>
                  <a:pt x="383478" y="771245"/>
                </a:lnTo>
                <a:lnTo>
                  <a:pt x="383782" y="771598"/>
                </a:lnTo>
                <a:close/>
                <a:moveTo>
                  <a:pt x="330800" y="888596"/>
                </a:moveTo>
                <a:lnTo>
                  <a:pt x="331790" y="894705"/>
                </a:lnTo>
                <a:lnTo>
                  <a:pt x="332071" y="893270"/>
                </a:lnTo>
                <a:lnTo>
                  <a:pt x="331666" y="889922"/>
                </a:lnTo>
                <a:close/>
                <a:moveTo>
                  <a:pt x="183113" y="1219155"/>
                </a:moveTo>
                <a:lnTo>
                  <a:pt x="184760" y="1222320"/>
                </a:lnTo>
                <a:lnTo>
                  <a:pt x="188766" y="1226136"/>
                </a:lnTo>
                <a:close/>
                <a:moveTo>
                  <a:pt x="434514" y="656025"/>
                </a:moveTo>
                <a:lnTo>
                  <a:pt x="433688" y="661294"/>
                </a:lnTo>
                <a:lnTo>
                  <a:pt x="442496" y="665464"/>
                </a:lnTo>
                <a:lnTo>
                  <a:pt x="442079" y="662281"/>
                </a:lnTo>
                <a:close/>
                <a:moveTo>
                  <a:pt x="401763" y="729256"/>
                </a:moveTo>
                <a:lnTo>
                  <a:pt x="401693" y="730481"/>
                </a:lnTo>
                <a:lnTo>
                  <a:pt x="401951" y="731458"/>
                </a:lnTo>
                <a:lnTo>
                  <a:pt x="404163" y="732649"/>
                </a:lnTo>
                <a:lnTo>
                  <a:pt x="404269" y="730096"/>
                </a:lnTo>
                <a:close/>
                <a:moveTo>
                  <a:pt x="349695" y="845835"/>
                </a:moveTo>
                <a:lnTo>
                  <a:pt x="350759" y="846974"/>
                </a:lnTo>
                <a:lnTo>
                  <a:pt x="350396" y="845871"/>
                </a:lnTo>
                <a:close/>
                <a:moveTo>
                  <a:pt x="350332" y="844318"/>
                </a:moveTo>
                <a:lnTo>
                  <a:pt x="350681" y="845330"/>
                </a:lnTo>
                <a:lnTo>
                  <a:pt x="350829" y="845338"/>
                </a:lnTo>
                <a:lnTo>
                  <a:pt x="350678" y="844505"/>
                </a:lnTo>
                <a:lnTo>
                  <a:pt x="350688" y="844486"/>
                </a:lnTo>
                <a:close/>
                <a:moveTo>
                  <a:pt x="293727" y="971053"/>
                </a:moveTo>
                <a:lnTo>
                  <a:pt x="294711" y="978045"/>
                </a:lnTo>
                <a:lnTo>
                  <a:pt x="299831" y="988061"/>
                </a:lnTo>
                <a:lnTo>
                  <a:pt x="299370" y="982546"/>
                </a:lnTo>
                <a:lnTo>
                  <a:pt x="298996" y="981959"/>
                </a:lnTo>
                <a:lnTo>
                  <a:pt x="299035" y="981575"/>
                </a:lnTo>
                <a:lnTo>
                  <a:pt x="299327" y="982033"/>
                </a:lnTo>
                <a:lnTo>
                  <a:pt x="299319" y="981934"/>
                </a:lnTo>
                <a:lnTo>
                  <a:pt x="298699" y="978746"/>
                </a:lnTo>
                <a:close/>
                <a:moveTo>
                  <a:pt x="457664" y="603720"/>
                </a:moveTo>
                <a:lnTo>
                  <a:pt x="458338" y="607854"/>
                </a:lnTo>
                <a:lnTo>
                  <a:pt x="461321" y="608449"/>
                </a:lnTo>
                <a:lnTo>
                  <a:pt x="461902" y="604565"/>
                </a:lnTo>
                <a:close/>
                <a:moveTo>
                  <a:pt x="343371" y="859634"/>
                </a:moveTo>
                <a:lnTo>
                  <a:pt x="343804" y="860717"/>
                </a:lnTo>
                <a:lnTo>
                  <a:pt x="344278" y="861835"/>
                </a:lnTo>
                <a:lnTo>
                  <a:pt x="344305" y="861156"/>
                </a:lnTo>
                <a:close/>
                <a:moveTo>
                  <a:pt x="474610" y="565605"/>
                </a:moveTo>
                <a:lnTo>
                  <a:pt x="473590" y="569913"/>
                </a:lnTo>
                <a:lnTo>
                  <a:pt x="473636" y="573630"/>
                </a:lnTo>
                <a:lnTo>
                  <a:pt x="475383" y="574693"/>
                </a:lnTo>
                <a:lnTo>
                  <a:pt x="475209" y="566901"/>
                </a:lnTo>
                <a:close/>
                <a:moveTo>
                  <a:pt x="383789" y="768902"/>
                </a:moveTo>
                <a:lnTo>
                  <a:pt x="383662" y="769862"/>
                </a:lnTo>
                <a:lnTo>
                  <a:pt x="384180" y="772059"/>
                </a:lnTo>
                <a:lnTo>
                  <a:pt x="387003" y="775332"/>
                </a:lnTo>
                <a:lnTo>
                  <a:pt x="387255" y="775601"/>
                </a:lnTo>
                <a:lnTo>
                  <a:pt x="386921" y="774240"/>
                </a:lnTo>
                <a:lnTo>
                  <a:pt x="385989" y="769666"/>
                </a:lnTo>
                <a:close/>
                <a:moveTo>
                  <a:pt x="503582" y="500659"/>
                </a:moveTo>
                <a:lnTo>
                  <a:pt x="506495" y="502746"/>
                </a:lnTo>
                <a:lnTo>
                  <a:pt x="506442" y="501532"/>
                </a:lnTo>
                <a:close/>
                <a:moveTo>
                  <a:pt x="302189" y="951567"/>
                </a:moveTo>
                <a:lnTo>
                  <a:pt x="309007" y="965129"/>
                </a:lnTo>
                <a:lnTo>
                  <a:pt x="303590" y="951979"/>
                </a:lnTo>
                <a:close/>
                <a:moveTo>
                  <a:pt x="325887" y="898479"/>
                </a:moveTo>
                <a:lnTo>
                  <a:pt x="326931" y="903034"/>
                </a:lnTo>
                <a:lnTo>
                  <a:pt x="327335" y="903682"/>
                </a:lnTo>
                <a:lnTo>
                  <a:pt x="329248" y="904276"/>
                </a:lnTo>
                <a:lnTo>
                  <a:pt x="329219" y="904199"/>
                </a:lnTo>
                <a:close/>
                <a:moveTo>
                  <a:pt x="410925" y="707940"/>
                </a:moveTo>
                <a:lnTo>
                  <a:pt x="409358" y="717807"/>
                </a:lnTo>
                <a:lnTo>
                  <a:pt x="414016" y="719257"/>
                </a:lnTo>
                <a:lnTo>
                  <a:pt x="413449" y="712468"/>
                </a:lnTo>
                <a:lnTo>
                  <a:pt x="412439" y="708404"/>
                </a:lnTo>
                <a:close/>
                <a:moveTo>
                  <a:pt x="386871" y="761713"/>
                </a:moveTo>
                <a:lnTo>
                  <a:pt x="386929" y="761969"/>
                </a:lnTo>
                <a:lnTo>
                  <a:pt x="387117" y="762027"/>
                </a:lnTo>
                <a:close/>
                <a:moveTo>
                  <a:pt x="457578" y="603189"/>
                </a:moveTo>
                <a:lnTo>
                  <a:pt x="457622" y="603458"/>
                </a:lnTo>
                <a:lnTo>
                  <a:pt x="460072" y="603945"/>
                </a:lnTo>
                <a:close/>
                <a:moveTo>
                  <a:pt x="226425" y="1120552"/>
                </a:moveTo>
                <a:lnTo>
                  <a:pt x="229345" y="1132448"/>
                </a:lnTo>
                <a:lnTo>
                  <a:pt x="244633" y="1149107"/>
                </a:lnTo>
                <a:lnTo>
                  <a:pt x="241888" y="1144795"/>
                </a:lnTo>
                <a:lnTo>
                  <a:pt x="236788" y="1139191"/>
                </a:lnTo>
                <a:lnTo>
                  <a:pt x="236796" y="1138784"/>
                </a:lnTo>
                <a:lnTo>
                  <a:pt x="241003" y="1143405"/>
                </a:lnTo>
                <a:lnTo>
                  <a:pt x="226492" y="1120616"/>
                </a:lnTo>
                <a:close/>
                <a:moveTo>
                  <a:pt x="383941" y="767763"/>
                </a:moveTo>
                <a:lnTo>
                  <a:pt x="383895" y="768107"/>
                </a:lnTo>
                <a:lnTo>
                  <a:pt x="385807" y="768771"/>
                </a:lnTo>
                <a:lnTo>
                  <a:pt x="385782" y="768647"/>
                </a:lnTo>
                <a:close/>
                <a:moveTo>
                  <a:pt x="270073" y="1022590"/>
                </a:moveTo>
                <a:lnTo>
                  <a:pt x="270642" y="1025744"/>
                </a:lnTo>
                <a:lnTo>
                  <a:pt x="271632" y="1027332"/>
                </a:lnTo>
                <a:lnTo>
                  <a:pt x="275603" y="1032083"/>
                </a:lnTo>
                <a:close/>
                <a:moveTo>
                  <a:pt x="399743" y="732051"/>
                </a:moveTo>
                <a:lnTo>
                  <a:pt x="400014" y="732767"/>
                </a:lnTo>
                <a:lnTo>
                  <a:pt x="400790" y="734588"/>
                </a:lnTo>
                <a:lnTo>
                  <a:pt x="400893" y="732783"/>
                </a:lnTo>
                <a:close/>
                <a:moveTo>
                  <a:pt x="313775" y="924504"/>
                </a:moveTo>
                <a:lnTo>
                  <a:pt x="314445" y="928103"/>
                </a:lnTo>
                <a:lnTo>
                  <a:pt x="314810" y="928966"/>
                </a:lnTo>
                <a:lnTo>
                  <a:pt x="314124" y="925467"/>
                </a:lnTo>
                <a:lnTo>
                  <a:pt x="314023" y="924909"/>
                </a:lnTo>
                <a:close/>
                <a:moveTo>
                  <a:pt x="195334" y="1189401"/>
                </a:moveTo>
                <a:lnTo>
                  <a:pt x="196841" y="1192021"/>
                </a:lnTo>
                <a:lnTo>
                  <a:pt x="205768" y="1205201"/>
                </a:lnTo>
                <a:lnTo>
                  <a:pt x="204100" y="1200133"/>
                </a:lnTo>
                <a:close/>
                <a:moveTo>
                  <a:pt x="405400" y="718959"/>
                </a:moveTo>
                <a:lnTo>
                  <a:pt x="405379" y="719462"/>
                </a:lnTo>
                <a:lnTo>
                  <a:pt x="405445" y="719604"/>
                </a:lnTo>
                <a:lnTo>
                  <a:pt x="405421" y="719049"/>
                </a:lnTo>
                <a:close/>
                <a:moveTo>
                  <a:pt x="406017" y="717349"/>
                </a:moveTo>
                <a:lnTo>
                  <a:pt x="406185" y="721208"/>
                </a:lnTo>
                <a:lnTo>
                  <a:pt x="407403" y="723844"/>
                </a:lnTo>
                <a:lnTo>
                  <a:pt x="407593" y="717845"/>
                </a:lnTo>
                <a:lnTo>
                  <a:pt x="407469" y="717801"/>
                </a:lnTo>
                <a:close/>
                <a:moveTo>
                  <a:pt x="325419" y="897677"/>
                </a:moveTo>
                <a:lnTo>
                  <a:pt x="325517" y="900023"/>
                </a:lnTo>
                <a:lnTo>
                  <a:pt x="326543" y="902213"/>
                </a:lnTo>
                <a:lnTo>
                  <a:pt x="325556" y="897911"/>
                </a:lnTo>
                <a:close/>
                <a:moveTo>
                  <a:pt x="425332" y="673819"/>
                </a:moveTo>
                <a:lnTo>
                  <a:pt x="427715" y="683524"/>
                </a:lnTo>
                <a:lnTo>
                  <a:pt x="429365" y="684889"/>
                </a:lnTo>
                <a:lnTo>
                  <a:pt x="431019" y="674349"/>
                </a:lnTo>
                <a:close/>
                <a:moveTo>
                  <a:pt x="529824" y="439754"/>
                </a:moveTo>
                <a:lnTo>
                  <a:pt x="534144" y="443074"/>
                </a:lnTo>
                <a:lnTo>
                  <a:pt x="535500" y="443615"/>
                </a:lnTo>
                <a:lnTo>
                  <a:pt x="534941" y="441758"/>
                </a:lnTo>
                <a:lnTo>
                  <a:pt x="531650" y="440451"/>
                </a:lnTo>
                <a:close/>
                <a:moveTo>
                  <a:pt x="523049" y="454659"/>
                </a:moveTo>
                <a:lnTo>
                  <a:pt x="523039" y="463037"/>
                </a:lnTo>
                <a:lnTo>
                  <a:pt x="525735" y="464241"/>
                </a:lnTo>
                <a:lnTo>
                  <a:pt x="526040" y="456883"/>
                </a:lnTo>
                <a:lnTo>
                  <a:pt x="525906" y="456440"/>
                </a:lnTo>
                <a:lnTo>
                  <a:pt x="524516" y="455533"/>
                </a:lnTo>
                <a:close/>
                <a:moveTo>
                  <a:pt x="411486" y="704407"/>
                </a:moveTo>
                <a:lnTo>
                  <a:pt x="411031" y="707273"/>
                </a:lnTo>
                <a:lnTo>
                  <a:pt x="412250" y="707645"/>
                </a:lnTo>
                <a:lnTo>
                  <a:pt x="412152" y="707254"/>
                </a:lnTo>
                <a:close/>
                <a:moveTo>
                  <a:pt x="250495" y="1064760"/>
                </a:moveTo>
                <a:lnTo>
                  <a:pt x="254326" y="1071335"/>
                </a:lnTo>
                <a:lnTo>
                  <a:pt x="252225" y="1066375"/>
                </a:lnTo>
                <a:close/>
                <a:moveTo>
                  <a:pt x="326227" y="894913"/>
                </a:moveTo>
                <a:lnTo>
                  <a:pt x="326917" y="896733"/>
                </a:lnTo>
                <a:lnTo>
                  <a:pt x="328227" y="898981"/>
                </a:lnTo>
                <a:lnTo>
                  <a:pt x="327083" y="895656"/>
                </a:lnTo>
                <a:close/>
                <a:moveTo>
                  <a:pt x="387919" y="756577"/>
                </a:moveTo>
                <a:lnTo>
                  <a:pt x="389429" y="762748"/>
                </a:lnTo>
                <a:lnTo>
                  <a:pt x="392739" y="763778"/>
                </a:lnTo>
                <a:lnTo>
                  <a:pt x="389188" y="756964"/>
                </a:lnTo>
                <a:close/>
                <a:moveTo>
                  <a:pt x="361567" y="815553"/>
                </a:moveTo>
                <a:lnTo>
                  <a:pt x="361557" y="822798"/>
                </a:lnTo>
                <a:lnTo>
                  <a:pt x="361773" y="823915"/>
                </a:lnTo>
                <a:lnTo>
                  <a:pt x="362973" y="828998"/>
                </a:lnTo>
                <a:lnTo>
                  <a:pt x="371785" y="833228"/>
                </a:lnTo>
                <a:lnTo>
                  <a:pt x="372263" y="829627"/>
                </a:lnTo>
                <a:lnTo>
                  <a:pt x="371662" y="828987"/>
                </a:lnTo>
                <a:lnTo>
                  <a:pt x="370275" y="827141"/>
                </a:lnTo>
                <a:lnTo>
                  <a:pt x="362067" y="823218"/>
                </a:lnTo>
                <a:lnTo>
                  <a:pt x="362463" y="823129"/>
                </a:lnTo>
                <a:lnTo>
                  <a:pt x="369951" y="826710"/>
                </a:lnTo>
                <a:close/>
                <a:moveTo>
                  <a:pt x="345362" y="851818"/>
                </a:moveTo>
                <a:lnTo>
                  <a:pt x="345008" y="860406"/>
                </a:lnTo>
                <a:lnTo>
                  <a:pt x="345573" y="861251"/>
                </a:lnTo>
                <a:close/>
                <a:moveTo>
                  <a:pt x="476282" y="558547"/>
                </a:moveTo>
                <a:lnTo>
                  <a:pt x="475572" y="561547"/>
                </a:lnTo>
                <a:lnTo>
                  <a:pt x="475582" y="562032"/>
                </a:lnTo>
                <a:lnTo>
                  <a:pt x="483862" y="576977"/>
                </a:lnTo>
                <a:lnTo>
                  <a:pt x="484121" y="576270"/>
                </a:lnTo>
                <a:lnTo>
                  <a:pt x="482590" y="571047"/>
                </a:lnTo>
                <a:lnTo>
                  <a:pt x="479666" y="560190"/>
                </a:lnTo>
                <a:close/>
                <a:moveTo>
                  <a:pt x="523050" y="453748"/>
                </a:moveTo>
                <a:lnTo>
                  <a:pt x="523050" y="454241"/>
                </a:lnTo>
                <a:lnTo>
                  <a:pt x="525724" y="455836"/>
                </a:lnTo>
                <a:lnTo>
                  <a:pt x="525598" y="455415"/>
                </a:lnTo>
                <a:close/>
                <a:moveTo>
                  <a:pt x="312756" y="924512"/>
                </a:moveTo>
                <a:lnTo>
                  <a:pt x="312378" y="936443"/>
                </a:lnTo>
                <a:lnTo>
                  <a:pt x="312780" y="938441"/>
                </a:lnTo>
                <a:lnTo>
                  <a:pt x="313515" y="940155"/>
                </a:lnTo>
                <a:lnTo>
                  <a:pt x="313664" y="939035"/>
                </a:lnTo>
                <a:lnTo>
                  <a:pt x="312909" y="928261"/>
                </a:lnTo>
                <a:lnTo>
                  <a:pt x="313160" y="927890"/>
                </a:lnTo>
                <a:lnTo>
                  <a:pt x="313845" y="937667"/>
                </a:lnTo>
                <a:lnTo>
                  <a:pt x="314576" y="932159"/>
                </a:lnTo>
                <a:lnTo>
                  <a:pt x="313488" y="926309"/>
                </a:lnTo>
                <a:close/>
                <a:moveTo>
                  <a:pt x="346141" y="849685"/>
                </a:moveTo>
                <a:lnTo>
                  <a:pt x="346428" y="862527"/>
                </a:lnTo>
                <a:lnTo>
                  <a:pt x="349773" y="867523"/>
                </a:lnTo>
                <a:close/>
                <a:moveTo>
                  <a:pt x="465697" y="581701"/>
                </a:moveTo>
                <a:lnTo>
                  <a:pt x="463980" y="593185"/>
                </a:lnTo>
                <a:lnTo>
                  <a:pt x="466263" y="594571"/>
                </a:lnTo>
                <a:lnTo>
                  <a:pt x="466321" y="593519"/>
                </a:lnTo>
                <a:lnTo>
                  <a:pt x="466505" y="593306"/>
                </a:lnTo>
                <a:lnTo>
                  <a:pt x="466431" y="594672"/>
                </a:lnTo>
                <a:lnTo>
                  <a:pt x="467201" y="595139"/>
                </a:lnTo>
                <a:lnTo>
                  <a:pt x="469812" y="584113"/>
                </a:lnTo>
                <a:close/>
                <a:moveTo>
                  <a:pt x="457176" y="600725"/>
                </a:moveTo>
                <a:lnTo>
                  <a:pt x="457524" y="602862"/>
                </a:lnTo>
                <a:lnTo>
                  <a:pt x="461956" y="604206"/>
                </a:lnTo>
                <a:lnTo>
                  <a:pt x="461998" y="603921"/>
                </a:lnTo>
                <a:close/>
                <a:moveTo>
                  <a:pt x="412870" y="699763"/>
                </a:moveTo>
                <a:lnTo>
                  <a:pt x="413162" y="703250"/>
                </a:lnTo>
                <a:lnTo>
                  <a:pt x="413764" y="708106"/>
                </a:lnTo>
                <a:lnTo>
                  <a:pt x="419218" y="709772"/>
                </a:lnTo>
                <a:lnTo>
                  <a:pt x="418042" y="703992"/>
                </a:lnTo>
                <a:close/>
                <a:moveTo>
                  <a:pt x="293217" y="967431"/>
                </a:moveTo>
                <a:lnTo>
                  <a:pt x="293506" y="969479"/>
                </a:lnTo>
                <a:lnTo>
                  <a:pt x="298315" y="976919"/>
                </a:lnTo>
                <a:close/>
                <a:moveTo>
                  <a:pt x="435748" y="648161"/>
                </a:moveTo>
                <a:lnTo>
                  <a:pt x="435686" y="648554"/>
                </a:lnTo>
                <a:lnTo>
                  <a:pt x="440840" y="652817"/>
                </a:lnTo>
                <a:lnTo>
                  <a:pt x="440543" y="650546"/>
                </a:lnTo>
                <a:lnTo>
                  <a:pt x="440241" y="650101"/>
                </a:lnTo>
                <a:close/>
                <a:moveTo>
                  <a:pt x="380034" y="772908"/>
                </a:moveTo>
                <a:lnTo>
                  <a:pt x="380316" y="774042"/>
                </a:lnTo>
                <a:lnTo>
                  <a:pt x="380484" y="773181"/>
                </a:lnTo>
                <a:close/>
                <a:moveTo>
                  <a:pt x="366633" y="802770"/>
                </a:moveTo>
                <a:lnTo>
                  <a:pt x="373642" y="819237"/>
                </a:lnTo>
                <a:lnTo>
                  <a:pt x="374350" y="813904"/>
                </a:lnTo>
                <a:lnTo>
                  <a:pt x="373128" y="807197"/>
                </a:lnTo>
                <a:lnTo>
                  <a:pt x="373219" y="807025"/>
                </a:lnTo>
                <a:lnTo>
                  <a:pt x="374402" y="813516"/>
                </a:lnTo>
                <a:lnTo>
                  <a:pt x="374515" y="812664"/>
                </a:lnTo>
                <a:lnTo>
                  <a:pt x="374241" y="806095"/>
                </a:lnTo>
                <a:close/>
                <a:moveTo>
                  <a:pt x="416214" y="691657"/>
                </a:moveTo>
                <a:lnTo>
                  <a:pt x="416743" y="694259"/>
                </a:lnTo>
                <a:lnTo>
                  <a:pt x="421424" y="705555"/>
                </a:lnTo>
                <a:lnTo>
                  <a:pt x="423347" y="707003"/>
                </a:lnTo>
                <a:lnTo>
                  <a:pt x="424758" y="708158"/>
                </a:lnTo>
                <a:lnTo>
                  <a:pt x="424732" y="697189"/>
                </a:lnTo>
                <a:lnTo>
                  <a:pt x="424321" y="695429"/>
                </a:lnTo>
                <a:lnTo>
                  <a:pt x="423411" y="694070"/>
                </a:lnTo>
                <a:close/>
                <a:moveTo>
                  <a:pt x="473507" y="563216"/>
                </a:moveTo>
                <a:lnTo>
                  <a:pt x="473569" y="568248"/>
                </a:lnTo>
                <a:lnTo>
                  <a:pt x="474336" y="565011"/>
                </a:lnTo>
                <a:close/>
                <a:moveTo>
                  <a:pt x="312806" y="922916"/>
                </a:moveTo>
                <a:lnTo>
                  <a:pt x="312767" y="924141"/>
                </a:lnTo>
                <a:lnTo>
                  <a:pt x="313334" y="925479"/>
                </a:lnTo>
                <a:lnTo>
                  <a:pt x="312879" y="923036"/>
                </a:lnTo>
                <a:close/>
                <a:moveTo>
                  <a:pt x="572352" y="341647"/>
                </a:moveTo>
                <a:lnTo>
                  <a:pt x="573688" y="357613"/>
                </a:lnTo>
                <a:lnTo>
                  <a:pt x="578412" y="346564"/>
                </a:lnTo>
                <a:close/>
                <a:moveTo>
                  <a:pt x="527973" y="440995"/>
                </a:moveTo>
                <a:lnTo>
                  <a:pt x="527113" y="455925"/>
                </a:lnTo>
                <a:lnTo>
                  <a:pt x="531300" y="458665"/>
                </a:lnTo>
                <a:lnTo>
                  <a:pt x="536343" y="446415"/>
                </a:lnTo>
                <a:lnTo>
                  <a:pt x="536200" y="445942"/>
                </a:lnTo>
                <a:lnTo>
                  <a:pt x="531699" y="442484"/>
                </a:lnTo>
                <a:close/>
                <a:moveTo>
                  <a:pt x="404702" y="716939"/>
                </a:moveTo>
                <a:lnTo>
                  <a:pt x="404798" y="717320"/>
                </a:lnTo>
                <a:lnTo>
                  <a:pt x="404812" y="716972"/>
                </a:lnTo>
                <a:close/>
                <a:moveTo>
                  <a:pt x="475496" y="558166"/>
                </a:moveTo>
                <a:lnTo>
                  <a:pt x="475536" y="559947"/>
                </a:lnTo>
                <a:lnTo>
                  <a:pt x="475910" y="558367"/>
                </a:lnTo>
                <a:close/>
                <a:moveTo>
                  <a:pt x="412298" y="699295"/>
                </a:moveTo>
                <a:lnTo>
                  <a:pt x="411696" y="703086"/>
                </a:lnTo>
                <a:lnTo>
                  <a:pt x="412877" y="707836"/>
                </a:lnTo>
                <a:lnTo>
                  <a:pt x="413066" y="707894"/>
                </a:lnTo>
                <a:lnTo>
                  <a:pt x="412351" y="699339"/>
                </a:lnTo>
                <a:close/>
                <a:moveTo>
                  <a:pt x="439480" y="638392"/>
                </a:moveTo>
                <a:lnTo>
                  <a:pt x="440027" y="642575"/>
                </a:lnTo>
                <a:lnTo>
                  <a:pt x="443941" y="648351"/>
                </a:lnTo>
                <a:lnTo>
                  <a:pt x="444254" y="640674"/>
                </a:lnTo>
                <a:close/>
                <a:moveTo>
                  <a:pt x="408690" y="707257"/>
                </a:moveTo>
                <a:lnTo>
                  <a:pt x="408367" y="717498"/>
                </a:lnTo>
                <a:lnTo>
                  <a:pt x="408843" y="717646"/>
                </a:lnTo>
                <a:lnTo>
                  <a:pt x="410539" y="707823"/>
                </a:lnTo>
                <a:close/>
                <a:moveTo>
                  <a:pt x="477659" y="552734"/>
                </a:moveTo>
                <a:lnTo>
                  <a:pt x="476332" y="558334"/>
                </a:lnTo>
                <a:lnTo>
                  <a:pt x="479576" y="559855"/>
                </a:lnTo>
                <a:close/>
                <a:moveTo>
                  <a:pt x="352833" y="832162"/>
                </a:moveTo>
                <a:lnTo>
                  <a:pt x="354940" y="845554"/>
                </a:lnTo>
                <a:lnTo>
                  <a:pt x="354942" y="845555"/>
                </a:lnTo>
                <a:lnTo>
                  <a:pt x="356392" y="845633"/>
                </a:lnTo>
                <a:lnTo>
                  <a:pt x="354505" y="834899"/>
                </a:lnTo>
                <a:lnTo>
                  <a:pt x="353213" y="832421"/>
                </a:lnTo>
                <a:lnTo>
                  <a:pt x="352988" y="832235"/>
                </a:lnTo>
                <a:close/>
                <a:moveTo>
                  <a:pt x="528048" y="439677"/>
                </a:moveTo>
                <a:lnTo>
                  <a:pt x="527990" y="440687"/>
                </a:lnTo>
                <a:lnTo>
                  <a:pt x="530733" y="441740"/>
                </a:lnTo>
                <a:close/>
                <a:moveTo>
                  <a:pt x="325256" y="893750"/>
                </a:moveTo>
                <a:lnTo>
                  <a:pt x="325262" y="893891"/>
                </a:lnTo>
                <a:lnTo>
                  <a:pt x="325275" y="893913"/>
                </a:lnTo>
                <a:lnTo>
                  <a:pt x="325339" y="893970"/>
                </a:lnTo>
                <a:close/>
                <a:moveTo>
                  <a:pt x="340433" y="859726"/>
                </a:moveTo>
                <a:lnTo>
                  <a:pt x="338895" y="867579"/>
                </a:lnTo>
                <a:lnTo>
                  <a:pt x="338949" y="867845"/>
                </a:lnTo>
                <a:lnTo>
                  <a:pt x="341287" y="873198"/>
                </a:lnTo>
                <a:lnTo>
                  <a:pt x="343653" y="876951"/>
                </a:lnTo>
                <a:lnTo>
                  <a:pt x="343774" y="874009"/>
                </a:lnTo>
                <a:close/>
                <a:moveTo>
                  <a:pt x="431545" y="655514"/>
                </a:moveTo>
                <a:lnTo>
                  <a:pt x="432701" y="660827"/>
                </a:lnTo>
                <a:lnTo>
                  <a:pt x="433111" y="661021"/>
                </a:lnTo>
                <a:lnTo>
                  <a:pt x="433924" y="655840"/>
                </a:lnTo>
                <a:close/>
                <a:moveTo>
                  <a:pt x="477904" y="551700"/>
                </a:moveTo>
                <a:lnTo>
                  <a:pt x="477728" y="552441"/>
                </a:lnTo>
                <a:lnTo>
                  <a:pt x="479299" y="558272"/>
                </a:lnTo>
                <a:lnTo>
                  <a:pt x="479792" y="559956"/>
                </a:lnTo>
                <a:lnTo>
                  <a:pt x="482249" y="561108"/>
                </a:lnTo>
                <a:close/>
                <a:moveTo>
                  <a:pt x="478441" y="550411"/>
                </a:moveTo>
                <a:lnTo>
                  <a:pt x="483697" y="561786"/>
                </a:lnTo>
                <a:lnTo>
                  <a:pt x="487547" y="563591"/>
                </a:lnTo>
                <a:lnTo>
                  <a:pt x="487435" y="556135"/>
                </a:lnTo>
                <a:close/>
                <a:moveTo>
                  <a:pt x="209985" y="1151455"/>
                </a:moveTo>
                <a:lnTo>
                  <a:pt x="211769" y="1153615"/>
                </a:lnTo>
                <a:lnTo>
                  <a:pt x="211524" y="1153147"/>
                </a:lnTo>
                <a:close/>
                <a:moveTo>
                  <a:pt x="206584" y="1158990"/>
                </a:moveTo>
                <a:lnTo>
                  <a:pt x="223685" y="1185769"/>
                </a:lnTo>
                <a:lnTo>
                  <a:pt x="232466" y="1193156"/>
                </a:lnTo>
                <a:lnTo>
                  <a:pt x="231321" y="1190967"/>
                </a:lnTo>
                <a:close/>
                <a:moveTo>
                  <a:pt x="259724" y="1039909"/>
                </a:moveTo>
                <a:lnTo>
                  <a:pt x="264253" y="1053684"/>
                </a:lnTo>
                <a:lnTo>
                  <a:pt x="265420" y="1055126"/>
                </a:lnTo>
                <a:close/>
                <a:moveTo>
                  <a:pt x="436347" y="644354"/>
                </a:moveTo>
                <a:lnTo>
                  <a:pt x="436020" y="646431"/>
                </a:lnTo>
                <a:lnTo>
                  <a:pt x="438288" y="647218"/>
                </a:lnTo>
                <a:close/>
                <a:moveTo>
                  <a:pt x="180010" y="1218337"/>
                </a:moveTo>
                <a:lnTo>
                  <a:pt x="180664" y="1220278"/>
                </a:lnTo>
                <a:lnTo>
                  <a:pt x="185879" y="1224988"/>
                </a:lnTo>
                <a:lnTo>
                  <a:pt x="184785" y="1222885"/>
                </a:lnTo>
                <a:close/>
                <a:moveTo>
                  <a:pt x="348879" y="840095"/>
                </a:moveTo>
                <a:lnTo>
                  <a:pt x="348977" y="840392"/>
                </a:lnTo>
                <a:lnTo>
                  <a:pt x="349942" y="843187"/>
                </a:lnTo>
                <a:lnTo>
                  <a:pt x="350912" y="843647"/>
                </a:lnTo>
                <a:close/>
                <a:moveTo>
                  <a:pt x="313482" y="919005"/>
                </a:moveTo>
                <a:lnTo>
                  <a:pt x="313789" y="920577"/>
                </a:lnTo>
                <a:lnTo>
                  <a:pt x="315779" y="923099"/>
                </a:lnTo>
                <a:lnTo>
                  <a:pt x="315787" y="923036"/>
                </a:lnTo>
                <a:lnTo>
                  <a:pt x="314064" y="920050"/>
                </a:lnTo>
                <a:close/>
                <a:moveTo>
                  <a:pt x="527101" y="440646"/>
                </a:moveTo>
                <a:lnTo>
                  <a:pt x="526486" y="455515"/>
                </a:lnTo>
                <a:lnTo>
                  <a:pt x="526738" y="455680"/>
                </a:lnTo>
                <a:lnTo>
                  <a:pt x="526796" y="454683"/>
                </a:lnTo>
                <a:lnTo>
                  <a:pt x="527773" y="440916"/>
                </a:lnTo>
                <a:close/>
                <a:moveTo>
                  <a:pt x="431409" y="654891"/>
                </a:moveTo>
                <a:lnTo>
                  <a:pt x="431454" y="655096"/>
                </a:lnTo>
                <a:lnTo>
                  <a:pt x="433778" y="655416"/>
                </a:lnTo>
                <a:lnTo>
                  <a:pt x="433262" y="654989"/>
                </a:lnTo>
                <a:close/>
                <a:moveTo>
                  <a:pt x="434624" y="647675"/>
                </a:moveTo>
                <a:lnTo>
                  <a:pt x="435139" y="648102"/>
                </a:lnTo>
                <a:lnTo>
                  <a:pt x="435169" y="647911"/>
                </a:lnTo>
                <a:close/>
                <a:moveTo>
                  <a:pt x="397529" y="730642"/>
                </a:moveTo>
                <a:lnTo>
                  <a:pt x="399534" y="740973"/>
                </a:lnTo>
                <a:lnTo>
                  <a:pt x="400351" y="742194"/>
                </a:lnTo>
                <a:lnTo>
                  <a:pt x="400708" y="735996"/>
                </a:lnTo>
                <a:lnTo>
                  <a:pt x="399043" y="731606"/>
                </a:lnTo>
                <a:close/>
                <a:moveTo>
                  <a:pt x="346050" y="845640"/>
                </a:moveTo>
                <a:lnTo>
                  <a:pt x="346057" y="845913"/>
                </a:lnTo>
                <a:lnTo>
                  <a:pt x="350755" y="868989"/>
                </a:lnTo>
                <a:lnTo>
                  <a:pt x="356685" y="877845"/>
                </a:lnTo>
                <a:lnTo>
                  <a:pt x="351560" y="849396"/>
                </a:lnTo>
                <a:lnTo>
                  <a:pt x="351524" y="849287"/>
                </a:lnTo>
                <a:lnTo>
                  <a:pt x="348224" y="845756"/>
                </a:lnTo>
                <a:close/>
                <a:moveTo>
                  <a:pt x="273316" y="1008195"/>
                </a:moveTo>
                <a:lnTo>
                  <a:pt x="279555" y="1019097"/>
                </a:lnTo>
                <a:lnTo>
                  <a:pt x="301188" y="1043670"/>
                </a:lnTo>
                <a:lnTo>
                  <a:pt x="289689" y="1026605"/>
                </a:lnTo>
                <a:lnTo>
                  <a:pt x="283161" y="1016623"/>
                </a:lnTo>
                <a:lnTo>
                  <a:pt x="277864" y="1012146"/>
                </a:lnTo>
                <a:close/>
                <a:moveTo>
                  <a:pt x="341156" y="856022"/>
                </a:moveTo>
                <a:lnTo>
                  <a:pt x="340550" y="859119"/>
                </a:lnTo>
                <a:lnTo>
                  <a:pt x="343813" y="873065"/>
                </a:lnTo>
                <a:lnTo>
                  <a:pt x="344223" y="863147"/>
                </a:lnTo>
                <a:lnTo>
                  <a:pt x="341302" y="856260"/>
                </a:lnTo>
                <a:close/>
                <a:moveTo>
                  <a:pt x="398234" y="728073"/>
                </a:moveTo>
                <a:lnTo>
                  <a:pt x="398894" y="729813"/>
                </a:lnTo>
                <a:lnTo>
                  <a:pt x="400999" y="730946"/>
                </a:lnTo>
                <a:lnTo>
                  <a:pt x="401076" y="729601"/>
                </a:lnTo>
                <a:lnTo>
                  <a:pt x="400910" y="728970"/>
                </a:lnTo>
                <a:close/>
                <a:moveTo>
                  <a:pt x="380456" y="767744"/>
                </a:moveTo>
                <a:lnTo>
                  <a:pt x="381347" y="768777"/>
                </a:lnTo>
                <a:lnTo>
                  <a:pt x="381480" y="768099"/>
                </a:lnTo>
                <a:close/>
                <a:moveTo>
                  <a:pt x="312932" y="918926"/>
                </a:moveTo>
                <a:lnTo>
                  <a:pt x="312915" y="919470"/>
                </a:lnTo>
                <a:lnTo>
                  <a:pt x="313067" y="919661"/>
                </a:lnTo>
                <a:close/>
                <a:moveTo>
                  <a:pt x="385666" y="755890"/>
                </a:moveTo>
                <a:lnTo>
                  <a:pt x="385609" y="756182"/>
                </a:lnTo>
                <a:lnTo>
                  <a:pt x="386694" y="760935"/>
                </a:lnTo>
                <a:lnTo>
                  <a:pt x="387242" y="761636"/>
                </a:lnTo>
                <a:lnTo>
                  <a:pt x="385953" y="755978"/>
                </a:lnTo>
                <a:close/>
                <a:moveTo>
                  <a:pt x="527168" y="439002"/>
                </a:moveTo>
                <a:lnTo>
                  <a:pt x="527113" y="440350"/>
                </a:lnTo>
                <a:lnTo>
                  <a:pt x="527795" y="440612"/>
                </a:lnTo>
                <a:lnTo>
                  <a:pt x="527871" y="439541"/>
                </a:lnTo>
                <a:close/>
                <a:moveTo>
                  <a:pt x="415613" y="688705"/>
                </a:moveTo>
                <a:lnTo>
                  <a:pt x="415859" y="689917"/>
                </a:lnTo>
                <a:lnTo>
                  <a:pt x="419751" y="691005"/>
                </a:lnTo>
                <a:lnTo>
                  <a:pt x="416080" y="688925"/>
                </a:lnTo>
                <a:close/>
                <a:moveTo>
                  <a:pt x="386974" y="752717"/>
                </a:moveTo>
                <a:lnTo>
                  <a:pt x="387810" y="756136"/>
                </a:lnTo>
                <a:lnTo>
                  <a:pt x="388934" y="756478"/>
                </a:lnTo>
                <a:close/>
                <a:moveTo>
                  <a:pt x="385789" y="755257"/>
                </a:moveTo>
                <a:lnTo>
                  <a:pt x="385741" y="755504"/>
                </a:lnTo>
                <a:lnTo>
                  <a:pt x="385853" y="755539"/>
                </a:lnTo>
                <a:close/>
                <a:moveTo>
                  <a:pt x="346647" y="842572"/>
                </a:moveTo>
                <a:lnTo>
                  <a:pt x="349148" y="845248"/>
                </a:lnTo>
                <a:lnTo>
                  <a:pt x="350209" y="845304"/>
                </a:lnTo>
                <a:lnTo>
                  <a:pt x="350116" y="845024"/>
                </a:lnTo>
                <a:lnTo>
                  <a:pt x="349705" y="844021"/>
                </a:lnTo>
                <a:close/>
                <a:moveTo>
                  <a:pt x="252824" y="1052431"/>
                </a:moveTo>
                <a:lnTo>
                  <a:pt x="259708" y="1072435"/>
                </a:lnTo>
                <a:lnTo>
                  <a:pt x="268019" y="1080190"/>
                </a:lnTo>
                <a:lnTo>
                  <a:pt x="267999" y="1080066"/>
                </a:lnTo>
                <a:lnTo>
                  <a:pt x="261469" y="1070080"/>
                </a:lnTo>
                <a:lnTo>
                  <a:pt x="261534" y="1069718"/>
                </a:lnTo>
                <a:lnTo>
                  <a:pt x="267901" y="1079452"/>
                </a:lnTo>
                <a:lnTo>
                  <a:pt x="267050" y="1074202"/>
                </a:lnTo>
                <a:lnTo>
                  <a:pt x="265516" y="1071565"/>
                </a:lnTo>
                <a:lnTo>
                  <a:pt x="264570" y="1069678"/>
                </a:lnTo>
                <a:lnTo>
                  <a:pt x="256569" y="1055811"/>
                </a:lnTo>
                <a:lnTo>
                  <a:pt x="255635" y="1054629"/>
                </a:lnTo>
                <a:close/>
                <a:moveTo>
                  <a:pt x="224984" y="1114684"/>
                </a:moveTo>
                <a:lnTo>
                  <a:pt x="226169" y="1119510"/>
                </a:lnTo>
                <a:lnTo>
                  <a:pt x="226333" y="1119767"/>
                </a:lnTo>
                <a:lnTo>
                  <a:pt x="229991" y="1123279"/>
                </a:lnTo>
                <a:lnTo>
                  <a:pt x="225618" y="1115865"/>
                </a:lnTo>
                <a:close/>
                <a:moveTo>
                  <a:pt x="431029" y="653143"/>
                </a:moveTo>
                <a:lnTo>
                  <a:pt x="431287" y="654327"/>
                </a:lnTo>
                <a:lnTo>
                  <a:pt x="432542" y="654394"/>
                </a:lnTo>
                <a:close/>
                <a:moveTo>
                  <a:pt x="523064" y="447007"/>
                </a:moveTo>
                <a:lnTo>
                  <a:pt x="523059" y="447138"/>
                </a:lnTo>
                <a:lnTo>
                  <a:pt x="523051" y="453268"/>
                </a:lnTo>
                <a:lnTo>
                  <a:pt x="525417" y="454815"/>
                </a:lnTo>
                <a:close/>
                <a:moveTo>
                  <a:pt x="479753" y="543891"/>
                </a:moveTo>
                <a:lnTo>
                  <a:pt x="478774" y="548026"/>
                </a:lnTo>
                <a:lnTo>
                  <a:pt x="487395" y="553513"/>
                </a:lnTo>
                <a:lnTo>
                  <a:pt x="487324" y="548710"/>
                </a:lnTo>
                <a:close/>
                <a:moveTo>
                  <a:pt x="451612" y="606854"/>
                </a:moveTo>
                <a:lnTo>
                  <a:pt x="452293" y="609114"/>
                </a:lnTo>
                <a:lnTo>
                  <a:pt x="452111" y="606953"/>
                </a:lnTo>
                <a:close/>
                <a:moveTo>
                  <a:pt x="446421" y="618369"/>
                </a:moveTo>
                <a:lnTo>
                  <a:pt x="451152" y="628251"/>
                </a:lnTo>
                <a:lnTo>
                  <a:pt x="454052" y="630142"/>
                </a:lnTo>
                <a:lnTo>
                  <a:pt x="453563" y="624302"/>
                </a:lnTo>
                <a:lnTo>
                  <a:pt x="452767" y="623127"/>
                </a:lnTo>
                <a:lnTo>
                  <a:pt x="451446" y="620564"/>
                </a:lnTo>
                <a:close/>
                <a:moveTo>
                  <a:pt x="345996" y="843202"/>
                </a:moveTo>
                <a:lnTo>
                  <a:pt x="346038" y="845082"/>
                </a:lnTo>
                <a:lnTo>
                  <a:pt x="347694" y="845171"/>
                </a:lnTo>
                <a:close/>
                <a:moveTo>
                  <a:pt x="330970" y="876828"/>
                </a:moveTo>
                <a:lnTo>
                  <a:pt x="332756" y="889768"/>
                </a:lnTo>
                <a:lnTo>
                  <a:pt x="335084" y="877880"/>
                </a:lnTo>
                <a:close/>
                <a:moveTo>
                  <a:pt x="477004" y="549752"/>
                </a:moveTo>
                <a:lnTo>
                  <a:pt x="477507" y="551622"/>
                </a:lnTo>
                <a:lnTo>
                  <a:pt x="477629" y="551107"/>
                </a:lnTo>
                <a:close/>
                <a:moveTo>
                  <a:pt x="325094" y="889877"/>
                </a:moveTo>
                <a:lnTo>
                  <a:pt x="325191" y="892180"/>
                </a:lnTo>
                <a:lnTo>
                  <a:pt x="326129" y="894656"/>
                </a:lnTo>
                <a:lnTo>
                  <a:pt x="326999" y="895410"/>
                </a:lnTo>
                <a:close/>
                <a:moveTo>
                  <a:pt x="402512" y="716256"/>
                </a:moveTo>
                <a:lnTo>
                  <a:pt x="401937" y="726240"/>
                </a:lnTo>
                <a:lnTo>
                  <a:pt x="404393" y="727094"/>
                </a:lnTo>
                <a:lnTo>
                  <a:pt x="404671" y="720379"/>
                </a:lnTo>
                <a:lnTo>
                  <a:pt x="402809" y="716349"/>
                </a:lnTo>
                <a:close/>
                <a:moveTo>
                  <a:pt x="506080" y="484287"/>
                </a:moveTo>
                <a:lnTo>
                  <a:pt x="506440" y="492561"/>
                </a:lnTo>
                <a:lnTo>
                  <a:pt x="507130" y="500803"/>
                </a:lnTo>
                <a:lnTo>
                  <a:pt x="513191" y="502654"/>
                </a:lnTo>
                <a:lnTo>
                  <a:pt x="517036" y="493316"/>
                </a:lnTo>
                <a:close/>
                <a:moveTo>
                  <a:pt x="473432" y="557173"/>
                </a:moveTo>
                <a:lnTo>
                  <a:pt x="473443" y="558171"/>
                </a:lnTo>
                <a:lnTo>
                  <a:pt x="475079" y="561125"/>
                </a:lnTo>
                <a:lnTo>
                  <a:pt x="475008" y="557929"/>
                </a:lnTo>
                <a:lnTo>
                  <a:pt x="473988" y="557434"/>
                </a:lnTo>
                <a:close/>
                <a:moveTo>
                  <a:pt x="364212" y="801712"/>
                </a:moveTo>
                <a:lnTo>
                  <a:pt x="370174" y="819023"/>
                </a:lnTo>
                <a:lnTo>
                  <a:pt x="373032" y="823828"/>
                </a:lnTo>
                <a:lnTo>
                  <a:pt x="373189" y="822649"/>
                </a:lnTo>
                <a:lnTo>
                  <a:pt x="364307" y="801780"/>
                </a:lnTo>
                <a:lnTo>
                  <a:pt x="364295" y="801748"/>
                </a:lnTo>
                <a:close/>
                <a:moveTo>
                  <a:pt x="413727" y="690824"/>
                </a:moveTo>
                <a:lnTo>
                  <a:pt x="412693" y="696805"/>
                </a:lnTo>
                <a:lnTo>
                  <a:pt x="412647" y="697098"/>
                </a:lnTo>
                <a:lnTo>
                  <a:pt x="412812" y="699067"/>
                </a:lnTo>
                <a:lnTo>
                  <a:pt x="417804" y="702829"/>
                </a:lnTo>
                <a:lnTo>
                  <a:pt x="415990" y="693921"/>
                </a:lnTo>
                <a:lnTo>
                  <a:pt x="414915" y="691222"/>
                </a:lnTo>
                <a:close/>
                <a:moveTo>
                  <a:pt x="421445" y="673458"/>
                </a:moveTo>
                <a:lnTo>
                  <a:pt x="422856" y="679506"/>
                </a:lnTo>
                <a:lnTo>
                  <a:pt x="424693" y="681025"/>
                </a:lnTo>
                <a:lnTo>
                  <a:pt x="424689" y="679292"/>
                </a:lnTo>
                <a:lnTo>
                  <a:pt x="424989" y="678909"/>
                </a:lnTo>
                <a:lnTo>
                  <a:pt x="424994" y="681274"/>
                </a:lnTo>
                <a:lnTo>
                  <a:pt x="426387" y="682426"/>
                </a:lnTo>
                <a:lnTo>
                  <a:pt x="424248" y="673718"/>
                </a:lnTo>
                <a:close/>
                <a:moveTo>
                  <a:pt x="197059" y="1175739"/>
                </a:moveTo>
                <a:lnTo>
                  <a:pt x="201182" y="1185425"/>
                </a:lnTo>
                <a:lnTo>
                  <a:pt x="209689" y="1197987"/>
                </a:lnTo>
                <a:lnTo>
                  <a:pt x="208138" y="1194181"/>
                </a:lnTo>
                <a:lnTo>
                  <a:pt x="208249" y="1193796"/>
                </a:lnTo>
                <a:lnTo>
                  <a:pt x="210362" y="1198981"/>
                </a:lnTo>
                <a:lnTo>
                  <a:pt x="211394" y="1200502"/>
                </a:lnTo>
                <a:lnTo>
                  <a:pt x="242079" y="1235825"/>
                </a:lnTo>
                <a:lnTo>
                  <a:pt x="249348" y="1242936"/>
                </a:lnTo>
                <a:lnTo>
                  <a:pt x="254543" y="1246001"/>
                </a:lnTo>
                <a:lnTo>
                  <a:pt x="247866" y="1229921"/>
                </a:lnTo>
                <a:lnTo>
                  <a:pt x="241677" y="1220364"/>
                </a:lnTo>
                <a:lnTo>
                  <a:pt x="227294" y="1204933"/>
                </a:lnTo>
                <a:lnTo>
                  <a:pt x="206674" y="1182190"/>
                </a:lnTo>
                <a:close/>
                <a:moveTo>
                  <a:pt x="301874" y="941037"/>
                </a:moveTo>
                <a:lnTo>
                  <a:pt x="308240" y="948416"/>
                </a:lnTo>
                <a:lnTo>
                  <a:pt x="307323" y="946267"/>
                </a:lnTo>
                <a:close/>
                <a:moveTo>
                  <a:pt x="242687" y="1073521"/>
                </a:moveTo>
                <a:lnTo>
                  <a:pt x="242888" y="1074528"/>
                </a:lnTo>
                <a:lnTo>
                  <a:pt x="249559" y="1097526"/>
                </a:lnTo>
                <a:lnTo>
                  <a:pt x="259494" y="1108678"/>
                </a:lnTo>
                <a:lnTo>
                  <a:pt x="253734" y="1083775"/>
                </a:lnTo>
                <a:lnTo>
                  <a:pt x="249084" y="1079661"/>
                </a:lnTo>
                <a:close/>
                <a:moveTo>
                  <a:pt x="437435" y="637415"/>
                </a:moveTo>
                <a:lnTo>
                  <a:pt x="437266" y="638498"/>
                </a:lnTo>
                <a:lnTo>
                  <a:pt x="439373" y="641609"/>
                </a:lnTo>
                <a:lnTo>
                  <a:pt x="438917" y="638123"/>
                </a:lnTo>
                <a:close/>
                <a:moveTo>
                  <a:pt x="264014" y="1025432"/>
                </a:moveTo>
                <a:lnTo>
                  <a:pt x="270733" y="1039889"/>
                </a:lnTo>
                <a:lnTo>
                  <a:pt x="269937" y="1034923"/>
                </a:lnTo>
                <a:close/>
                <a:moveTo>
                  <a:pt x="410360" y="697709"/>
                </a:moveTo>
                <a:lnTo>
                  <a:pt x="411496" y="702280"/>
                </a:lnTo>
                <a:lnTo>
                  <a:pt x="412047" y="699089"/>
                </a:lnTo>
                <a:close/>
                <a:moveTo>
                  <a:pt x="311048" y="920037"/>
                </a:moveTo>
                <a:lnTo>
                  <a:pt x="311538" y="921238"/>
                </a:lnTo>
                <a:lnTo>
                  <a:pt x="311551" y="921268"/>
                </a:lnTo>
                <a:lnTo>
                  <a:pt x="311562" y="920881"/>
                </a:lnTo>
                <a:close/>
                <a:moveTo>
                  <a:pt x="396956" y="727644"/>
                </a:moveTo>
                <a:lnTo>
                  <a:pt x="397055" y="728196"/>
                </a:lnTo>
                <a:lnTo>
                  <a:pt x="397191" y="728897"/>
                </a:lnTo>
                <a:lnTo>
                  <a:pt x="398228" y="729454"/>
                </a:lnTo>
                <a:lnTo>
                  <a:pt x="397626" y="727868"/>
                </a:lnTo>
                <a:close/>
                <a:moveTo>
                  <a:pt x="297493" y="950186"/>
                </a:moveTo>
                <a:lnTo>
                  <a:pt x="298770" y="965454"/>
                </a:lnTo>
                <a:lnTo>
                  <a:pt x="305594" y="988177"/>
                </a:lnTo>
                <a:lnTo>
                  <a:pt x="309955" y="994924"/>
                </a:lnTo>
                <a:lnTo>
                  <a:pt x="310891" y="977063"/>
                </a:lnTo>
                <a:lnTo>
                  <a:pt x="310740" y="973405"/>
                </a:lnTo>
                <a:lnTo>
                  <a:pt x="306740" y="965450"/>
                </a:lnTo>
                <a:lnTo>
                  <a:pt x="305963" y="963632"/>
                </a:lnTo>
                <a:lnTo>
                  <a:pt x="302850" y="958541"/>
                </a:lnTo>
                <a:lnTo>
                  <a:pt x="302906" y="958273"/>
                </a:lnTo>
                <a:lnTo>
                  <a:pt x="305455" y="962442"/>
                </a:lnTo>
                <a:lnTo>
                  <a:pt x="300611" y="951104"/>
                </a:lnTo>
                <a:close/>
                <a:moveTo>
                  <a:pt x="301546" y="941100"/>
                </a:moveTo>
                <a:lnTo>
                  <a:pt x="304908" y="948843"/>
                </a:lnTo>
                <a:lnTo>
                  <a:pt x="308925" y="950025"/>
                </a:lnTo>
                <a:lnTo>
                  <a:pt x="308612" y="949291"/>
                </a:lnTo>
                <a:close/>
                <a:moveTo>
                  <a:pt x="414038" y="689022"/>
                </a:moveTo>
                <a:lnTo>
                  <a:pt x="413975" y="689389"/>
                </a:lnTo>
                <a:lnTo>
                  <a:pt x="414210" y="689455"/>
                </a:lnTo>
                <a:close/>
                <a:moveTo>
                  <a:pt x="196451" y="1175873"/>
                </a:moveTo>
                <a:lnTo>
                  <a:pt x="198095" y="1180868"/>
                </a:lnTo>
                <a:lnTo>
                  <a:pt x="199391" y="1182782"/>
                </a:lnTo>
                <a:close/>
                <a:moveTo>
                  <a:pt x="438792" y="633137"/>
                </a:moveTo>
                <a:lnTo>
                  <a:pt x="439441" y="638097"/>
                </a:lnTo>
                <a:lnTo>
                  <a:pt x="444265" y="640403"/>
                </a:lnTo>
                <a:lnTo>
                  <a:pt x="444317" y="639126"/>
                </a:lnTo>
                <a:lnTo>
                  <a:pt x="444740" y="638631"/>
                </a:lnTo>
                <a:lnTo>
                  <a:pt x="444660" y="640593"/>
                </a:lnTo>
                <a:lnTo>
                  <a:pt x="447002" y="641712"/>
                </a:lnTo>
                <a:lnTo>
                  <a:pt x="447104" y="641452"/>
                </a:lnTo>
                <a:lnTo>
                  <a:pt x="447261" y="641836"/>
                </a:lnTo>
                <a:lnTo>
                  <a:pt x="455354" y="645703"/>
                </a:lnTo>
                <a:lnTo>
                  <a:pt x="455017" y="641689"/>
                </a:lnTo>
                <a:close/>
                <a:moveTo>
                  <a:pt x="414208" y="688039"/>
                </a:moveTo>
                <a:lnTo>
                  <a:pt x="414196" y="688109"/>
                </a:lnTo>
                <a:lnTo>
                  <a:pt x="414825" y="689627"/>
                </a:lnTo>
                <a:lnTo>
                  <a:pt x="415133" y="689714"/>
                </a:lnTo>
                <a:lnTo>
                  <a:pt x="414855" y="688345"/>
                </a:lnTo>
                <a:close/>
                <a:moveTo>
                  <a:pt x="429053" y="654767"/>
                </a:moveTo>
                <a:lnTo>
                  <a:pt x="430946" y="655026"/>
                </a:lnTo>
                <a:lnTo>
                  <a:pt x="430910" y="654864"/>
                </a:lnTo>
                <a:close/>
                <a:moveTo>
                  <a:pt x="405918" y="706411"/>
                </a:moveTo>
                <a:lnTo>
                  <a:pt x="405734" y="710863"/>
                </a:lnTo>
                <a:lnTo>
                  <a:pt x="405991" y="716758"/>
                </a:lnTo>
                <a:lnTo>
                  <a:pt x="407611" y="717262"/>
                </a:lnTo>
                <a:lnTo>
                  <a:pt x="407936" y="707027"/>
                </a:lnTo>
                <a:close/>
                <a:moveTo>
                  <a:pt x="472702" y="556831"/>
                </a:moveTo>
                <a:lnTo>
                  <a:pt x="472734" y="556888"/>
                </a:lnTo>
                <a:lnTo>
                  <a:pt x="472733" y="556846"/>
                </a:lnTo>
                <a:close/>
                <a:moveTo>
                  <a:pt x="164737" y="1246310"/>
                </a:moveTo>
                <a:lnTo>
                  <a:pt x="170657" y="1252819"/>
                </a:lnTo>
                <a:lnTo>
                  <a:pt x="171375" y="1253586"/>
                </a:lnTo>
                <a:lnTo>
                  <a:pt x="170205" y="1250109"/>
                </a:lnTo>
                <a:close/>
                <a:moveTo>
                  <a:pt x="378588" y="767094"/>
                </a:moveTo>
                <a:lnTo>
                  <a:pt x="379804" y="771984"/>
                </a:lnTo>
                <a:lnTo>
                  <a:pt x="380620" y="772479"/>
                </a:lnTo>
                <a:lnTo>
                  <a:pt x="381276" y="769136"/>
                </a:lnTo>
                <a:lnTo>
                  <a:pt x="379911" y="767554"/>
                </a:lnTo>
                <a:close/>
                <a:moveTo>
                  <a:pt x="361580" y="805172"/>
                </a:moveTo>
                <a:lnTo>
                  <a:pt x="361571" y="811633"/>
                </a:lnTo>
                <a:lnTo>
                  <a:pt x="364111" y="815012"/>
                </a:lnTo>
                <a:lnTo>
                  <a:pt x="369804" y="821086"/>
                </a:lnTo>
                <a:lnTo>
                  <a:pt x="368091" y="816113"/>
                </a:lnTo>
                <a:close/>
                <a:moveTo>
                  <a:pt x="471508" y="558889"/>
                </a:moveTo>
                <a:lnTo>
                  <a:pt x="472081" y="572686"/>
                </a:lnTo>
                <a:lnTo>
                  <a:pt x="472464" y="572918"/>
                </a:lnTo>
                <a:lnTo>
                  <a:pt x="472942" y="570899"/>
                </a:lnTo>
                <a:lnTo>
                  <a:pt x="472804" y="561696"/>
                </a:lnTo>
                <a:close/>
                <a:moveTo>
                  <a:pt x="414475" y="686482"/>
                </a:moveTo>
                <a:lnTo>
                  <a:pt x="414408" y="686868"/>
                </a:lnTo>
                <a:lnTo>
                  <a:pt x="414570" y="686944"/>
                </a:lnTo>
                <a:close/>
                <a:moveTo>
                  <a:pt x="402728" y="712502"/>
                </a:moveTo>
                <a:lnTo>
                  <a:pt x="402665" y="713588"/>
                </a:lnTo>
                <a:lnTo>
                  <a:pt x="403396" y="715171"/>
                </a:lnTo>
                <a:close/>
                <a:moveTo>
                  <a:pt x="251994" y="1050015"/>
                </a:moveTo>
                <a:lnTo>
                  <a:pt x="252029" y="1050120"/>
                </a:lnTo>
                <a:lnTo>
                  <a:pt x="252642" y="1051901"/>
                </a:lnTo>
                <a:lnTo>
                  <a:pt x="254838" y="1053617"/>
                </a:lnTo>
                <a:close/>
                <a:moveTo>
                  <a:pt x="313115" y="913131"/>
                </a:moveTo>
                <a:lnTo>
                  <a:pt x="313006" y="916583"/>
                </a:lnTo>
                <a:lnTo>
                  <a:pt x="313306" y="918117"/>
                </a:lnTo>
                <a:lnTo>
                  <a:pt x="315855" y="922530"/>
                </a:lnTo>
                <a:lnTo>
                  <a:pt x="315959" y="921741"/>
                </a:lnTo>
                <a:close/>
                <a:moveTo>
                  <a:pt x="343215" y="845489"/>
                </a:moveTo>
                <a:lnTo>
                  <a:pt x="341412" y="854717"/>
                </a:lnTo>
                <a:lnTo>
                  <a:pt x="341727" y="855507"/>
                </a:lnTo>
                <a:lnTo>
                  <a:pt x="344375" y="859463"/>
                </a:lnTo>
                <a:lnTo>
                  <a:pt x="344948" y="845582"/>
                </a:lnTo>
                <a:close/>
                <a:moveTo>
                  <a:pt x="438159" y="632804"/>
                </a:moveTo>
                <a:lnTo>
                  <a:pt x="437476" y="637158"/>
                </a:lnTo>
                <a:lnTo>
                  <a:pt x="438878" y="637828"/>
                </a:lnTo>
                <a:lnTo>
                  <a:pt x="438225" y="632839"/>
                </a:lnTo>
                <a:close/>
                <a:moveTo>
                  <a:pt x="363527" y="799723"/>
                </a:moveTo>
                <a:lnTo>
                  <a:pt x="363932" y="800899"/>
                </a:lnTo>
                <a:lnTo>
                  <a:pt x="363981" y="800921"/>
                </a:lnTo>
                <a:close/>
                <a:moveTo>
                  <a:pt x="436098" y="636776"/>
                </a:moveTo>
                <a:lnTo>
                  <a:pt x="436805" y="637818"/>
                </a:lnTo>
                <a:lnTo>
                  <a:pt x="436916" y="637167"/>
                </a:lnTo>
                <a:close/>
                <a:moveTo>
                  <a:pt x="253567" y="1045450"/>
                </a:moveTo>
                <a:lnTo>
                  <a:pt x="253602" y="1045524"/>
                </a:lnTo>
                <a:lnTo>
                  <a:pt x="254754" y="1046983"/>
                </a:lnTo>
                <a:lnTo>
                  <a:pt x="263535" y="1057116"/>
                </a:lnTo>
                <a:lnTo>
                  <a:pt x="263377" y="1056633"/>
                </a:lnTo>
                <a:close/>
                <a:moveTo>
                  <a:pt x="414867" y="684214"/>
                </a:moveTo>
                <a:lnTo>
                  <a:pt x="414789" y="684664"/>
                </a:lnTo>
                <a:lnTo>
                  <a:pt x="415327" y="687303"/>
                </a:lnTo>
                <a:lnTo>
                  <a:pt x="420527" y="689765"/>
                </a:lnTo>
                <a:lnTo>
                  <a:pt x="419868" y="688780"/>
                </a:lnTo>
                <a:lnTo>
                  <a:pt x="418359" y="687103"/>
                </a:lnTo>
                <a:close/>
                <a:moveTo>
                  <a:pt x="412076" y="690271"/>
                </a:moveTo>
                <a:lnTo>
                  <a:pt x="412563" y="696098"/>
                </a:lnTo>
                <a:lnTo>
                  <a:pt x="413488" y="690744"/>
                </a:lnTo>
                <a:close/>
                <a:moveTo>
                  <a:pt x="270954" y="1006144"/>
                </a:moveTo>
                <a:lnTo>
                  <a:pt x="275234" y="1014188"/>
                </a:lnTo>
                <a:lnTo>
                  <a:pt x="276129" y="1015205"/>
                </a:lnTo>
                <a:lnTo>
                  <a:pt x="276254" y="1014864"/>
                </a:lnTo>
                <a:lnTo>
                  <a:pt x="276508" y="1015635"/>
                </a:lnTo>
                <a:lnTo>
                  <a:pt x="278294" y="1017663"/>
                </a:lnTo>
                <a:lnTo>
                  <a:pt x="272788" y="1007737"/>
                </a:lnTo>
                <a:close/>
                <a:moveTo>
                  <a:pt x="475277" y="548397"/>
                </a:moveTo>
                <a:lnTo>
                  <a:pt x="475491" y="557940"/>
                </a:lnTo>
                <a:lnTo>
                  <a:pt x="475959" y="558160"/>
                </a:lnTo>
                <a:lnTo>
                  <a:pt x="477438" y="551915"/>
                </a:lnTo>
                <a:lnTo>
                  <a:pt x="476742" y="549329"/>
                </a:lnTo>
                <a:close/>
                <a:moveTo>
                  <a:pt x="409025" y="696704"/>
                </a:moveTo>
                <a:lnTo>
                  <a:pt x="408713" y="706566"/>
                </a:lnTo>
                <a:lnTo>
                  <a:pt x="410654" y="707157"/>
                </a:lnTo>
                <a:lnTo>
                  <a:pt x="411280" y="703529"/>
                </a:lnTo>
                <a:lnTo>
                  <a:pt x="409824" y="697306"/>
                </a:lnTo>
                <a:close/>
                <a:moveTo>
                  <a:pt x="378213" y="765586"/>
                </a:moveTo>
                <a:lnTo>
                  <a:pt x="378405" y="766357"/>
                </a:lnTo>
                <a:lnTo>
                  <a:pt x="379046" y="766552"/>
                </a:lnTo>
                <a:close/>
                <a:moveTo>
                  <a:pt x="178271" y="1213171"/>
                </a:moveTo>
                <a:lnTo>
                  <a:pt x="179742" y="1217541"/>
                </a:lnTo>
                <a:lnTo>
                  <a:pt x="184227" y="1221813"/>
                </a:lnTo>
                <a:lnTo>
                  <a:pt x="182469" y="1218431"/>
                </a:lnTo>
                <a:lnTo>
                  <a:pt x="182481" y="1218372"/>
                </a:lnTo>
                <a:lnTo>
                  <a:pt x="178336" y="1213254"/>
                </a:lnTo>
                <a:close/>
                <a:moveTo>
                  <a:pt x="494257" y="505523"/>
                </a:moveTo>
                <a:lnTo>
                  <a:pt x="500068" y="523419"/>
                </a:lnTo>
                <a:lnTo>
                  <a:pt x="504133" y="524660"/>
                </a:lnTo>
                <a:lnTo>
                  <a:pt x="507427" y="516658"/>
                </a:lnTo>
                <a:lnTo>
                  <a:pt x="507394" y="516267"/>
                </a:lnTo>
                <a:close/>
                <a:moveTo>
                  <a:pt x="250706" y="1050775"/>
                </a:moveTo>
                <a:lnTo>
                  <a:pt x="254959" y="1063405"/>
                </a:lnTo>
                <a:lnTo>
                  <a:pt x="257688" y="1070551"/>
                </a:lnTo>
                <a:lnTo>
                  <a:pt x="259224" y="1071984"/>
                </a:lnTo>
                <a:lnTo>
                  <a:pt x="255868" y="1062232"/>
                </a:lnTo>
                <a:lnTo>
                  <a:pt x="252579" y="1052240"/>
                </a:lnTo>
                <a:close/>
                <a:moveTo>
                  <a:pt x="346580" y="836079"/>
                </a:moveTo>
                <a:lnTo>
                  <a:pt x="348345" y="840386"/>
                </a:lnTo>
                <a:lnTo>
                  <a:pt x="349414" y="842898"/>
                </a:lnTo>
                <a:lnTo>
                  <a:pt x="347955" y="838481"/>
                </a:lnTo>
                <a:close/>
                <a:moveTo>
                  <a:pt x="487546" y="520296"/>
                </a:moveTo>
                <a:lnTo>
                  <a:pt x="487548" y="520462"/>
                </a:lnTo>
                <a:lnTo>
                  <a:pt x="487856" y="545565"/>
                </a:lnTo>
                <a:lnTo>
                  <a:pt x="493934" y="549434"/>
                </a:lnTo>
                <a:lnTo>
                  <a:pt x="499487" y="535946"/>
                </a:lnTo>
                <a:lnTo>
                  <a:pt x="495772" y="524502"/>
                </a:lnTo>
                <a:lnTo>
                  <a:pt x="492463" y="521796"/>
                </a:lnTo>
                <a:close/>
                <a:moveTo>
                  <a:pt x="318712" y="898304"/>
                </a:moveTo>
                <a:lnTo>
                  <a:pt x="318956" y="899159"/>
                </a:lnTo>
                <a:lnTo>
                  <a:pt x="319004" y="898795"/>
                </a:lnTo>
                <a:close/>
                <a:moveTo>
                  <a:pt x="330334" y="872218"/>
                </a:moveTo>
                <a:lnTo>
                  <a:pt x="330795" y="875561"/>
                </a:lnTo>
                <a:lnTo>
                  <a:pt x="335290" y="876818"/>
                </a:lnTo>
                <a:lnTo>
                  <a:pt x="335413" y="876189"/>
                </a:lnTo>
                <a:close/>
                <a:moveTo>
                  <a:pt x="300242" y="939588"/>
                </a:moveTo>
                <a:lnTo>
                  <a:pt x="303937" y="948557"/>
                </a:lnTo>
                <a:lnTo>
                  <a:pt x="304508" y="948725"/>
                </a:lnTo>
                <a:lnTo>
                  <a:pt x="300842" y="940284"/>
                </a:lnTo>
                <a:close/>
                <a:moveTo>
                  <a:pt x="344083" y="841359"/>
                </a:moveTo>
                <a:lnTo>
                  <a:pt x="343761" y="842709"/>
                </a:lnTo>
                <a:lnTo>
                  <a:pt x="343324" y="844939"/>
                </a:lnTo>
                <a:lnTo>
                  <a:pt x="344970" y="845025"/>
                </a:lnTo>
                <a:lnTo>
                  <a:pt x="345008" y="844123"/>
                </a:lnTo>
                <a:lnTo>
                  <a:pt x="344483" y="841549"/>
                </a:lnTo>
                <a:close/>
                <a:moveTo>
                  <a:pt x="392482" y="732917"/>
                </a:moveTo>
                <a:lnTo>
                  <a:pt x="395897" y="747560"/>
                </a:lnTo>
                <a:lnTo>
                  <a:pt x="399746" y="752680"/>
                </a:lnTo>
                <a:lnTo>
                  <a:pt x="399221" y="745187"/>
                </a:lnTo>
                <a:lnTo>
                  <a:pt x="399368" y="744972"/>
                </a:lnTo>
                <a:lnTo>
                  <a:pt x="399820" y="751428"/>
                </a:lnTo>
                <a:lnTo>
                  <a:pt x="400163" y="745472"/>
                </a:lnTo>
                <a:lnTo>
                  <a:pt x="399866" y="743944"/>
                </a:lnTo>
                <a:close/>
                <a:moveTo>
                  <a:pt x="339005" y="852514"/>
                </a:moveTo>
                <a:lnTo>
                  <a:pt x="339869" y="856205"/>
                </a:lnTo>
                <a:lnTo>
                  <a:pt x="340258" y="854559"/>
                </a:lnTo>
                <a:close/>
                <a:moveTo>
                  <a:pt x="378052" y="764935"/>
                </a:moveTo>
                <a:lnTo>
                  <a:pt x="378059" y="764963"/>
                </a:lnTo>
                <a:lnTo>
                  <a:pt x="379564" y="766709"/>
                </a:lnTo>
                <a:lnTo>
                  <a:pt x="381628" y="767335"/>
                </a:lnTo>
                <a:lnTo>
                  <a:pt x="381750" y="766711"/>
                </a:lnTo>
                <a:close/>
                <a:moveTo>
                  <a:pt x="325983" y="881230"/>
                </a:moveTo>
                <a:lnTo>
                  <a:pt x="325032" y="888388"/>
                </a:lnTo>
                <a:lnTo>
                  <a:pt x="325049" y="888792"/>
                </a:lnTo>
                <a:lnTo>
                  <a:pt x="327467" y="895818"/>
                </a:lnTo>
                <a:lnTo>
                  <a:pt x="330976" y="898865"/>
                </a:lnTo>
                <a:lnTo>
                  <a:pt x="331657" y="895384"/>
                </a:lnTo>
                <a:lnTo>
                  <a:pt x="330476" y="888102"/>
                </a:lnTo>
                <a:close/>
                <a:moveTo>
                  <a:pt x="523388" y="439163"/>
                </a:moveTo>
                <a:lnTo>
                  <a:pt x="523149" y="444965"/>
                </a:lnTo>
                <a:lnTo>
                  <a:pt x="526123" y="454840"/>
                </a:lnTo>
                <a:lnTo>
                  <a:pt x="526716" y="440493"/>
                </a:lnTo>
                <a:close/>
                <a:moveTo>
                  <a:pt x="375538" y="770180"/>
                </a:moveTo>
                <a:lnTo>
                  <a:pt x="375934" y="779699"/>
                </a:lnTo>
                <a:lnTo>
                  <a:pt x="378168" y="785124"/>
                </a:lnTo>
                <a:lnTo>
                  <a:pt x="378213" y="784793"/>
                </a:lnTo>
                <a:lnTo>
                  <a:pt x="379975" y="775789"/>
                </a:lnTo>
                <a:lnTo>
                  <a:pt x="379120" y="772353"/>
                </a:lnTo>
                <a:close/>
                <a:moveTo>
                  <a:pt x="241850" y="1069371"/>
                </a:moveTo>
                <a:lnTo>
                  <a:pt x="242228" y="1071247"/>
                </a:lnTo>
                <a:lnTo>
                  <a:pt x="253016" y="1080792"/>
                </a:lnTo>
                <a:lnTo>
                  <a:pt x="251715" y="1076229"/>
                </a:lnTo>
                <a:close/>
                <a:moveTo>
                  <a:pt x="388729" y="740229"/>
                </a:moveTo>
                <a:lnTo>
                  <a:pt x="387959" y="744172"/>
                </a:lnTo>
                <a:lnTo>
                  <a:pt x="395401" y="758453"/>
                </a:lnTo>
                <a:lnTo>
                  <a:pt x="395424" y="758460"/>
                </a:lnTo>
                <a:lnTo>
                  <a:pt x="392511" y="745974"/>
                </a:lnTo>
                <a:close/>
                <a:moveTo>
                  <a:pt x="409104" y="694228"/>
                </a:moveTo>
                <a:lnTo>
                  <a:pt x="409041" y="696227"/>
                </a:lnTo>
                <a:lnTo>
                  <a:pt x="409685" y="696712"/>
                </a:lnTo>
                <a:close/>
                <a:moveTo>
                  <a:pt x="361587" y="800566"/>
                </a:moveTo>
                <a:lnTo>
                  <a:pt x="361581" y="804583"/>
                </a:lnTo>
                <a:lnTo>
                  <a:pt x="367609" y="814711"/>
                </a:lnTo>
                <a:lnTo>
                  <a:pt x="365643" y="809004"/>
                </a:lnTo>
                <a:lnTo>
                  <a:pt x="363338" y="801331"/>
                </a:lnTo>
                <a:close/>
                <a:moveTo>
                  <a:pt x="455457" y="590172"/>
                </a:moveTo>
                <a:lnTo>
                  <a:pt x="456816" y="598510"/>
                </a:lnTo>
                <a:lnTo>
                  <a:pt x="460574" y="600791"/>
                </a:lnTo>
                <a:close/>
                <a:moveTo>
                  <a:pt x="346049" y="835152"/>
                </a:moveTo>
                <a:lnTo>
                  <a:pt x="345898" y="838827"/>
                </a:lnTo>
                <a:lnTo>
                  <a:pt x="345955" y="841365"/>
                </a:lnTo>
                <a:lnTo>
                  <a:pt x="347317" y="841945"/>
                </a:lnTo>
                <a:lnTo>
                  <a:pt x="349225" y="842848"/>
                </a:lnTo>
                <a:lnTo>
                  <a:pt x="346126" y="835285"/>
                </a:lnTo>
                <a:close/>
                <a:moveTo>
                  <a:pt x="345038" y="837330"/>
                </a:moveTo>
                <a:lnTo>
                  <a:pt x="344645" y="838987"/>
                </a:lnTo>
                <a:lnTo>
                  <a:pt x="345022" y="840834"/>
                </a:lnTo>
                <a:lnTo>
                  <a:pt x="345119" y="840938"/>
                </a:lnTo>
                <a:close/>
                <a:moveTo>
                  <a:pt x="262201" y="1022710"/>
                </a:moveTo>
                <a:lnTo>
                  <a:pt x="262516" y="1025498"/>
                </a:lnTo>
                <a:lnTo>
                  <a:pt x="262794" y="1027511"/>
                </a:lnTo>
                <a:lnTo>
                  <a:pt x="266649" y="1036570"/>
                </a:lnTo>
                <a:lnTo>
                  <a:pt x="262837" y="1027822"/>
                </a:lnTo>
                <a:lnTo>
                  <a:pt x="266848" y="1056888"/>
                </a:lnTo>
                <a:lnTo>
                  <a:pt x="274970" y="1066917"/>
                </a:lnTo>
                <a:lnTo>
                  <a:pt x="274357" y="1065536"/>
                </a:lnTo>
                <a:lnTo>
                  <a:pt x="274415" y="1065308"/>
                </a:lnTo>
                <a:lnTo>
                  <a:pt x="275025" y="1066684"/>
                </a:lnTo>
                <a:lnTo>
                  <a:pt x="272266" y="1049458"/>
                </a:lnTo>
                <a:lnTo>
                  <a:pt x="268526" y="1040876"/>
                </a:lnTo>
                <a:lnTo>
                  <a:pt x="272100" y="1048423"/>
                </a:lnTo>
                <a:lnTo>
                  <a:pt x="271022" y="1041691"/>
                </a:lnTo>
                <a:close/>
                <a:moveTo>
                  <a:pt x="381828" y="754718"/>
                </a:moveTo>
                <a:lnTo>
                  <a:pt x="383336" y="756644"/>
                </a:lnTo>
                <a:lnTo>
                  <a:pt x="383018" y="755081"/>
                </a:lnTo>
                <a:close/>
                <a:moveTo>
                  <a:pt x="346647" y="833336"/>
                </a:moveTo>
                <a:lnTo>
                  <a:pt x="348098" y="837729"/>
                </a:lnTo>
                <a:lnTo>
                  <a:pt x="351698" y="844018"/>
                </a:lnTo>
                <a:lnTo>
                  <a:pt x="353741" y="844987"/>
                </a:lnTo>
                <a:close/>
                <a:moveTo>
                  <a:pt x="487541" y="517771"/>
                </a:moveTo>
                <a:lnTo>
                  <a:pt x="487545" y="519594"/>
                </a:lnTo>
                <a:lnTo>
                  <a:pt x="491096" y="520679"/>
                </a:lnTo>
                <a:close/>
                <a:moveTo>
                  <a:pt x="523464" y="437327"/>
                </a:moveTo>
                <a:lnTo>
                  <a:pt x="523398" y="438924"/>
                </a:lnTo>
                <a:lnTo>
                  <a:pt x="526728" y="440202"/>
                </a:lnTo>
                <a:lnTo>
                  <a:pt x="526789" y="438710"/>
                </a:lnTo>
                <a:lnTo>
                  <a:pt x="526496" y="438485"/>
                </a:lnTo>
                <a:close/>
                <a:moveTo>
                  <a:pt x="411794" y="686895"/>
                </a:moveTo>
                <a:lnTo>
                  <a:pt x="411956" y="688824"/>
                </a:lnTo>
                <a:lnTo>
                  <a:pt x="413733" y="689322"/>
                </a:lnTo>
                <a:lnTo>
                  <a:pt x="413862" y="688580"/>
                </a:lnTo>
                <a:lnTo>
                  <a:pt x="413515" y="687711"/>
                </a:lnTo>
                <a:close/>
                <a:moveTo>
                  <a:pt x="523510" y="436191"/>
                </a:moveTo>
                <a:lnTo>
                  <a:pt x="523472" y="437122"/>
                </a:lnTo>
                <a:lnTo>
                  <a:pt x="525957" y="438071"/>
                </a:lnTo>
                <a:close/>
                <a:moveTo>
                  <a:pt x="455370" y="588746"/>
                </a:moveTo>
                <a:lnTo>
                  <a:pt x="461365" y="601270"/>
                </a:lnTo>
                <a:lnTo>
                  <a:pt x="462309" y="601843"/>
                </a:lnTo>
                <a:lnTo>
                  <a:pt x="463527" y="593700"/>
                </a:lnTo>
                <a:lnTo>
                  <a:pt x="463428" y="593634"/>
                </a:lnTo>
                <a:close/>
                <a:moveTo>
                  <a:pt x="403127" y="705559"/>
                </a:moveTo>
                <a:lnTo>
                  <a:pt x="402889" y="709703"/>
                </a:lnTo>
                <a:lnTo>
                  <a:pt x="404543" y="716307"/>
                </a:lnTo>
                <a:lnTo>
                  <a:pt x="404835" y="716398"/>
                </a:lnTo>
                <a:lnTo>
                  <a:pt x="405063" y="710864"/>
                </a:lnTo>
                <a:lnTo>
                  <a:pt x="404855" y="706087"/>
                </a:lnTo>
                <a:close/>
                <a:moveTo>
                  <a:pt x="311748" y="910162"/>
                </a:moveTo>
                <a:lnTo>
                  <a:pt x="311881" y="910842"/>
                </a:lnTo>
                <a:lnTo>
                  <a:pt x="311895" y="910385"/>
                </a:lnTo>
                <a:close/>
                <a:moveTo>
                  <a:pt x="346139" y="832982"/>
                </a:moveTo>
                <a:lnTo>
                  <a:pt x="346088" y="834218"/>
                </a:lnTo>
                <a:lnTo>
                  <a:pt x="347173" y="836114"/>
                </a:lnTo>
                <a:close/>
                <a:moveTo>
                  <a:pt x="449809" y="600834"/>
                </a:moveTo>
                <a:lnTo>
                  <a:pt x="450022" y="601577"/>
                </a:lnTo>
                <a:lnTo>
                  <a:pt x="451502" y="606490"/>
                </a:lnTo>
                <a:lnTo>
                  <a:pt x="452082" y="606605"/>
                </a:lnTo>
                <a:lnTo>
                  <a:pt x="451646" y="601390"/>
                </a:lnTo>
                <a:close/>
                <a:moveTo>
                  <a:pt x="529235" y="422819"/>
                </a:moveTo>
                <a:lnTo>
                  <a:pt x="528124" y="438448"/>
                </a:lnTo>
                <a:lnTo>
                  <a:pt x="529288" y="439343"/>
                </a:lnTo>
                <a:lnTo>
                  <a:pt x="534852" y="441466"/>
                </a:lnTo>
                <a:close/>
                <a:moveTo>
                  <a:pt x="389844" y="734537"/>
                </a:moveTo>
                <a:lnTo>
                  <a:pt x="389072" y="738477"/>
                </a:lnTo>
                <a:lnTo>
                  <a:pt x="391524" y="741740"/>
                </a:lnTo>
                <a:close/>
                <a:moveTo>
                  <a:pt x="293977" y="949151"/>
                </a:moveTo>
                <a:lnTo>
                  <a:pt x="295983" y="956174"/>
                </a:lnTo>
                <a:lnTo>
                  <a:pt x="297621" y="961629"/>
                </a:lnTo>
                <a:lnTo>
                  <a:pt x="296644" y="949936"/>
                </a:lnTo>
                <a:close/>
                <a:moveTo>
                  <a:pt x="326712" y="875739"/>
                </a:moveTo>
                <a:lnTo>
                  <a:pt x="326033" y="880845"/>
                </a:lnTo>
                <a:lnTo>
                  <a:pt x="330379" y="887488"/>
                </a:lnTo>
                <a:lnTo>
                  <a:pt x="328877" y="878221"/>
                </a:lnTo>
                <a:lnTo>
                  <a:pt x="329064" y="877882"/>
                </a:lnTo>
                <a:lnTo>
                  <a:pt x="330699" y="887980"/>
                </a:lnTo>
                <a:lnTo>
                  <a:pt x="331598" y="889354"/>
                </a:lnTo>
                <a:lnTo>
                  <a:pt x="330058" y="876595"/>
                </a:lnTo>
                <a:close/>
                <a:moveTo>
                  <a:pt x="238695" y="1072631"/>
                </a:moveTo>
                <a:lnTo>
                  <a:pt x="238757" y="1073123"/>
                </a:lnTo>
                <a:lnTo>
                  <a:pt x="241956" y="1088990"/>
                </a:lnTo>
                <a:lnTo>
                  <a:pt x="242002" y="1089042"/>
                </a:lnTo>
                <a:close/>
                <a:moveTo>
                  <a:pt x="473307" y="547144"/>
                </a:moveTo>
                <a:lnTo>
                  <a:pt x="473429" y="556973"/>
                </a:lnTo>
                <a:lnTo>
                  <a:pt x="475004" y="557711"/>
                </a:lnTo>
                <a:lnTo>
                  <a:pt x="474788" y="548087"/>
                </a:lnTo>
                <a:close/>
                <a:moveTo>
                  <a:pt x="439853" y="622015"/>
                </a:moveTo>
                <a:lnTo>
                  <a:pt x="438480" y="630759"/>
                </a:lnTo>
                <a:lnTo>
                  <a:pt x="438506" y="630949"/>
                </a:lnTo>
                <a:lnTo>
                  <a:pt x="438581" y="630982"/>
                </a:lnTo>
                <a:lnTo>
                  <a:pt x="454838" y="639551"/>
                </a:lnTo>
                <a:lnTo>
                  <a:pt x="454608" y="636795"/>
                </a:lnTo>
                <a:lnTo>
                  <a:pt x="450983" y="629271"/>
                </a:lnTo>
                <a:close/>
                <a:moveTo>
                  <a:pt x="296830" y="942250"/>
                </a:moveTo>
                <a:lnTo>
                  <a:pt x="297191" y="946573"/>
                </a:lnTo>
                <a:lnTo>
                  <a:pt x="298890" y="947072"/>
                </a:lnTo>
                <a:close/>
                <a:moveTo>
                  <a:pt x="267885" y="1006777"/>
                </a:moveTo>
                <a:lnTo>
                  <a:pt x="268913" y="1014224"/>
                </a:lnTo>
                <a:lnTo>
                  <a:pt x="278142" y="1027850"/>
                </a:lnTo>
                <a:lnTo>
                  <a:pt x="281551" y="1031722"/>
                </a:lnTo>
                <a:lnTo>
                  <a:pt x="279251" y="1024737"/>
                </a:lnTo>
                <a:lnTo>
                  <a:pt x="271236" y="1015897"/>
                </a:lnTo>
                <a:lnTo>
                  <a:pt x="271244" y="1015529"/>
                </a:lnTo>
                <a:lnTo>
                  <a:pt x="279057" y="1024146"/>
                </a:lnTo>
                <a:lnTo>
                  <a:pt x="278541" y="1022576"/>
                </a:lnTo>
                <a:lnTo>
                  <a:pt x="273569" y="1013234"/>
                </a:lnTo>
                <a:close/>
                <a:moveTo>
                  <a:pt x="375364" y="765974"/>
                </a:moveTo>
                <a:lnTo>
                  <a:pt x="375505" y="769375"/>
                </a:lnTo>
                <a:lnTo>
                  <a:pt x="378891" y="771430"/>
                </a:lnTo>
                <a:lnTo>
                  <a:pt x="377739" y="766800"/>
                </a:lnTo>
                <a:close/>
                <a:moveTo>
                  <a:pt x="293545" y="949024"/>
                </a:moveTo>
                <a:lnTo>
                  <a:pt x="294213" y="952734"/>
                </a:lnTo>
                <a:lnTo>
                  <a:pt x="298883" y="976789"/>
                </a:lnTo>
                <a:lnTo>
                  <a:pt x="298890" y="976802"/>
                </a:lnTo>
                <a:lnTo>
                  <a:pt x="297783" y="963561"/>
                </a:lnTo>
                <a:lnTo>
                  <a:pt x="293638" y="949052"/>
                </a:lnTo>
                <a:close/>
                <a:moveTo>
                  <a:pt x="416799" y="673024"/>
                </a:moveTo>
                <a:lnTo>
                  <a:pt x="416576" y="674313"/>
                </a:lnTo>
                <a:lnTo>
                  <a:pt x="420094" y="677222"/>
                </a:lnTo>
                <a:lnTo>
                  <a:pt x="419472" y="673273"/>
                </a:lnTo>
                <a:close/>
                <a:moveTo>
                  <a:pt x="346939" y="829331"/>
                </a:moveTo>
                <a:lnTo>
                  <a:pt x="346297" y="832037"/>
                </a:lnTo>
                <a:lnTo>
                  <a:pt x="353679" y="844162"/>
                </a:lnTo>
                <a:lnTo>
                  <a:pt x="351708" y="831621"/>
                </a:lnTo>
                <a:close/>
                <a:moveTo>
                  <a:pt x="492131" y="503785"/>
                </a:moveTo>
                <a:lnTo>
                  <a:pt x="492153" y="503851"/>
                </a:lnTo>
                <a:lnTo>
                  <a:pt x="492138" y="503791"/>
                </a:lnTo>
                <a:close/>
                <a:moveTo>
                  <a:pt x="409258" y="689326"/>
                </a:moveTo>
                <a:lnTo>
                  <a:pt x="409148" y="692837"/>
                </a:lnTo>
                <a:lnTo>
                  <a:pt x="410209" y="697107"/>
                </a:lnTo>
                <a:lnTo>
                  <a:pt x="412138" y="698560"/>
                </a:lnTo>
                <a:lnTo>
                  <a:pt x="412238" y="697983"/>
                </a:lnTo>
                <a:lnTo>
                  <a:pt x="411579" y="690104"/>
                </a:lnTo>
                <a:close/>
                <a:moveTo>
                  <a:pt x="280481" y="977594"/>
                </a:moveTo>
                <a:lnTo>
                  <a:pt x="293577" y="999782"/>
                </a:lnTo>
                <a:lnTo>
                  <a:pt x="296674" y="1004580"/>
                </a:lnTo>
                <a:lnTo>
                  <a:pt x="294811" y="991343"/>
                </a:lnTo>
                <a:lnTo>
                  <a:pt x="291253" y="985924"/>
                </a:lnTo>
                <a:lnTo>
                  <a:pt x="287173" y="982824"/>
                </a:lnTo>
                <a:close/>
                <a:moveTo>
                  <a:pt x="380215" y="754225"/>
                </a:moveTo>
                <a:lnTo>
                  <a:pt x="383040" y="760127"/>
                </a:lnTo>
                <a:lnTo>
                  <a:pt x="383534" y="757607"/>
                </a:lnTo>
                <a:lnTo>
                  <a:pt x="383489" y="757390"/>
                </a:lnTo>
                <a:lnTo>
                  <a:pt x="381263" y="754545"/>
                </a:lnTo>
                <a:close/>
                <a:moveTo>
                  <a:pt x="298992" y="936025"/>
                </a:moveTo>
                <a:lnTo>
                  <a:pt x="299737" y="938290"/>
                </a:lnTo>
                <a:lnTo>
                  <a:pt x="300148" y="938684"/>
                </a:lnTo>
                <a:close/>
                <a:moveTo>
                  <a:pt x="264541" y="1013096"/>
                </a:moveTo>
                <a:lnTo>
                  <a:pt x="267717" y="1020584"/>
                </a:lnTo>
                <a:lnTo>
                  <a:pt x="267405" y="1018012"/>
                </a:lnTo>
                <a:close/>
                <a:moveTo>
                  <a:pt x="589408" y="285484"/>
                </a:moveTo>
                <a:lnTo>
                  <a:pt x="593988" y="314480"/>
                </a:lnTo>
                <a:lnTo>
                  <a:pt x="597388" y="318383"/>
                </a:lnTo>
                <a:lnTo>
                  <a:pt x="600494" y="305300"/>
                </a:lnTo>
                <a:lnTo>
                  <a:pt x="602128" y="298810"/>
                </a:lnTo>
                <a:lnTo>
                  <a:pt x="594576" y="290813"/>
                </a:lnTo>
                <a:close/>
                <a:moveTo>
                  <a:pt x="361595" y="795524"/>
                </a:moveTo>
                <a:lnTo>
                  <a:pt x="361588" y="799973"/>
                </a:lnTo>
                <a:lnTo>
                  <a:pt x="363108" y="800565"/>
                </a:lnTo>
                <a:close/>
                <a:moveTo>
                  <a:pt x="521129" y="438262"/>
                </a:moveTo>
                <a:lnTo>
                  <a:pt x="522688" y="443436"/>
                </a:lnTo>
                <a:lnTo>
                  <a:pt x="522873" y="438957"/>
                </a:lnTo>
                <a:close/>
                <a:moveTo>
                  <a:pt x="308097" y="915201"/>
                </a:moveTo>
                <a:lnTo>
                  <a:pt x="311248" y="930838"/>
                </a:lnTo>
                <a:lnTo>
                  <a:pt x="311542" y="921535"/>
                </a:lnTo>
                <a:lnTo>
                  <a:pt x="310697" y="919462"/>
                </a:lnTo>
                <a:close/>
                <a:moveTo>
                  <a:pt x="397531" y="714704"/>
                </a:moveTo>
                <a:lnTo>
                  <a:pt x="400436" y="725717"/>
                </a:lnTo>
                <a:lnTo>
                  <a:pt x="401283" y="726012"/>
                </a:lnTo>
                <a:lnTo>
                  <a:pt x="401857" y="716052"/>
                </a:lnTo>
                <a:close/>
                <a:moveTo>
                  <a:pt x="249300" y="1046601"/>
                </a:moveTo>
                <a:lnTo>
                  <a:pt x="250529" y="1050250"/>
                </a:lnTo>
                <a:lnTo>
                  <a:pt x="252409" y="1051719"/>
                </a:lnTo>
                <a:lnTo>
                  <a:pt x="251743" y="1049697"/>
                </a:lnTo>
                <a:close/>
                <a:moveTo>
                  <a:pt x="310847" y="908765"/>
                </a:moveTo>
                <a:lnTo>
                  <a:pt x="311787" y="913817"/>
                </a:lnTo>
                <a:lnTo>
                  <a:pt x="311819" y="912808"/>
                </a:lnTo>
                <a:lnTo>
                  <a:pt x="311180" y="909300"/>
                </a:lnTo>
                <a:lnTo>
                  <a:pt x="311001" y="909029"/>
                </a:lnTo>
                <a:close/>
                <a:moveTo>
                  <a:pt x="475111" y="540936"/>
                </a:moveTo>
                <a:lnTo>
                  <a:pt x="475154" y="542884"/>
                </a:lnTo>
                <a:lnTo>
                  <a:pt x="475420" y="543873"/>
                </a:lnTo>
                <a:lnTo>
                  <a:pt x="476741" y="546731"/>
                </a:lnTo>
                <a:lnTo>
                  <a:pt x="478414" y="547796"/>
                </a:lnTo>
                <a:lnTo>
                  <a:pt x="479392" y="543662"/>
                </a:lnTo>
                <a:close/>
                <a:moveTo>
                  <a:pt x="406400" y="694726"/>
                </a:moveTo>
                <a:lnTo>
                  <a:pt x="405946" y="705720"/>
                </a:lnTo>
                <a:lnTo>
                  <a:pt x="407958" y="706334"/>
                </a:lnTo>
                <a:lnTo>
                  <a:pt x="408279" y="696142"/>
                </a:lnTo>
                <a:close/>
                <a:moveTo>
                  <a:pt x="401745" y="705137"/>
                </a:moveTo>
                <a:lnTo>
                  <a:pt x="402347" y="707539"/>
                </a:lnTo>
                <a:lnTo>
                  <a:pt x="402472" y="705359"/>
                </a:lnTo>
                <a:close/>
                <a:moveTo>
                  <a:pt x="346302" y="829026"/>
                </a:moveTo>
                <a:lnTo>
                  <a:pt x="346298" y="829128"/>
                </a:lnTo>
                <a:lnTo>
                  <a:pt x="346320" y="829034"/>
                </a:lnTo>
                <a:close/>
                <a:moveTo>
                  <a:pt x="311181" y="907269"/>
                </a:moveTo>
                <a:lnTo>
                  <a:pt x="311226" y="907502"/>
                </a:lnTo>
                <a:lnTo>
                  <a:pt x="311289" y="907597"/>
                </a:lnTo>
                <a:close/>
                <a:moveTo>
                  <a:pt x="192590" y="1172740"/>
                </a:moveTo>
                <a:lnTo>
                  <a:pt x="197438" y="1179899"/>
                </a:lnTo>
                <a:lnTo>
                  <a:pt x="195789" y="1174886"/>
                </a:lnTo>
                <a:close/>
                <a:moveTo>
                  <a:pt x="375265" y="763596"/>
                </a:moveTo>
                <a:lnTo>
                  <a:pt x="375341" y="765428"/>
                </a:lnTo>
                <a:lnTo>
                  <a:pt x="377566" y="766103"/>
                </a:lnTo>
                <a:lnTo>
                  <a:pt x="377171" y="764512"/>
                </a:lnTo>
                <a:close/>
                <a:moveTo>
                  <a:pt x="411424" y="682466"/>
                </a:moveTo>
                <a:lnTo>
                  <a:pt x="411684" y="685578"/>
                </a:lnTo>
                <a:lnTo>
                  <a:pt x="412893" y="686151"/>
                </a:lnTo>
                <a:close/>
                <a:moveTo>
                  <a:pt x="286258" y="962592"/>
                </a:moveTo>
                <a:lnTo>
                  <a:pt x="287556" y="965654"/>
                </a:lnTo>
                <a:lnTo>
                  <a:pt x="292792" y="976992"/>
                </a:lnTo>
                <a:lnTo>
                  <a:pt x="292742" y="976632"/>
                </a:lnTo>
                <a:close/>
                <a:moveTo>
                  <a:pt x="445594" y="605654"/>
                </a:moveTo>
                <a:lnTo>
                  <a:pt x="448835" y="611948"/>
                </a:lnTo>
                <a:lnTo>
                  <a:pt x="453049" y="618166"/>
                </a:lnTo>
                <a:lnTo>
                  <a:pt x="452467" y="611201"/>
                </a:lnTo>
                <a:lnTo>
                  <a:pt x="451197" y="606771"/>
                </a:lnTo>
                <a:close/>
                <a:moveTo>
                  <a:pt x="186669" y="1185407"/>
                </a:moveTo>
                <a:lnTo>
                  <a:pt x="193288" y="1199650"/>
                </a:lnTo>
                <a:lnTo>
                  <a:pt x="198402" y="1206428"/>
                </a:lnTo>
                <a:lnTo>
                  <a:pt x="211365" y="1221940"/>
                </a:lnTo>
                <a:lnTo>
                  <a:pt x="209340" y="1216055"/>
                </a:lnTo>
                <a:lnTo>
                  <a:pt x="209324" y="1216007"/>
                </a:lnTo>
                <a:lnTo>
                  <a:pt x="197518" y="1200276"/>
                </a:lnTo>
                <a:close/>
                <a:moveTo>
                  <a:pt x="327475" y="869984"/>
                </a:moveTo>
                <a:lnTo>
                  <a:pt x="326863" y="874603"/>
                </a:lnTo>
                <a:lnTo>
                  <a:pt x="329318" y="875149"/>
                </a:lnTo>
                <a:lnTo>
                  <a:pt x="329904" y="875312"/>
                </a:lnTo>
                <a:lnTo>
                  <a:pt x="329446" y="871524"/>
                </a:lnTo>
                <a:close/>
                <a:moveTo>
                  <a:pt x="391334" y="726914"/>
                </a:moveTo>
                <a:lnTo>
                  <a:pt x="391219" y="727505"/>
                </a:lnTo>
                <a:lnTo>
                  <a:pt x="391595" y="729118"/>
                </a:lnTo>
                <a:lnTo>
                  <a:pt x="399190" y="740458"/>
                </a:lnTo>
                <a:lnTo>
                  <a:pt x="398692" y="737898"/>
                </a:lnTo>
                <a:lnTo>
                  <a:pt x="397367" y="730539"/>
                </a:lnTo>
                <a:lnTo>
                  <a:pt x="393504" y="728081"/>
                </a:lnTo>
                <a:close/>
                <a:moveTo>
                  <a:pt x="440823" y="615923"/>
                </a:moveTo>
                <a:lnTo>
                  <a:pt x="440654" y="616908"/>
                </a:lnTo>
                <a:lnTo>
                  <a:pt x="440014" y="620990"/>
                </a:lnTo>
                <a:lnTo>
                  <a:pt x="450189" y="627624"/>
                </a:lnTo>
                <a:lnTo>
                  <a:pt x="445546" y="617986"/>
                </a:lnTo>
                <a:close/>
                <a:moveTo>
                  <a:pt x="408186" y="688966"/>
                </a:moveTo>
                <a:lnTo>
                  <a:pt x="408525" y="690336"/>
                </a:lnTo>
                <a:lnTo>
                  <a:pt x="408614" y="689110"/>
                </a:lnTo>
                <a:close/>
                <a:moveTo>
                  <a:pt x="345672" y="828723"/>
                </a:moveTo>
                <a:lnTo>
                  <a:pt x="345708" y="830297"/>
                </a:lnTo>
                <a:lnTo>
                  <a:pt x="345791" y="828780"/>
                </a:lnTo>
                <a:close/>
                <a:moveTo>
                  <a:pt x="391547" y="725830"/>
                </a:moveTo>
                <a:lnTo>
                  <a:pt x="391542" y="725857"/>
                </a:lnTo>
                <a:lnTo>
                  <a:pt x="397058" y="728826"/>
                </a:lnTo>
                <a:lnTo>
                  <a:pt x="396838" y="727605"/>
                </a:lnTo>
                <a:close/>
                <a:moveTo>
                  <a:pt x="411391" y="681340"/>
                </a:moveTo>
                <a:lnTo>
                  <a:pt x="413504" y="686440"/>
                </a:lnTo>
                <a:lnTo>
                  <a:pt x="414175" y="686757"/>
                </a:lnTo>
                <a:lnTo>
                  <a:pt x="414339" y="685813"/>
                </a:lnTo>
                <a:lnTo>
                  <a:pt x="413840" y="683366"/>
                </a:lnTo>
                <a:close/>
                <a:moveTo>
                  <a:pt x="409372" y="685749"/>
                </a:moveTo>
                <a:lnTo>
                  <a:pt x="409298" y="688081"/>
                </a:lnTo>
                <a:lnTo>
                  <a:pt x="411460" y="688686"/>
                </a:lnTo>
                <a:lnTo>
                  <a:pt x="411291" y="686657"/>
                </a:lnTo>
                <a:close/>
                <a:moveTo>
                  <a:pt x="193890" y="1168091"/>
                </a:moveTo>
                <a:lnTo>
                  <a:pt x="194182" y="1168979"/>
                </a:lnTo>
                <a:lnTo>
                  <a:pt x="196841" y="1175225"/>
                </a:lnTo>
                <a:lnTo>
                  <a:pt x="205823" y="1181252"/>
                </a:lnTo>
                <a:close/>
                <a:moveTo>
                  <a:pt x="233257" y="1079922"/>
                </a:moveTo>
                <a:lnTo>
                  <a:pt x="238508" y="1087021"/>
                </a:lnTo>
                <a:lnTo>
                  <a:pt x="239333" y="1088104"/>
                </a:lnTo>
                <a:lnTo>
                  <a:pt x="239228" y="1087279"/>
                </a:lnTo>
                <a:lnTo>
                  <a:pt x="238918" y="1086406"/>
                </a:lnTo>
                <a:close/>
                <a:moveTo>
                  <a:pt x="313533" y="899963"/>
                </a:moveTo>
                <a:lnTo>
                  <a:pt x="313504" y="900856"/>
                </a:lnTo>
                <a:lnTo>
                  <a:pt x="317082" y="913270"/>
                </a:lnTo>
                <a:lnTo>
                  <a:pt x="317365" y="911142"/>
                </a:lnTo>
                <a:lnTo>
                  <a:pt x="316528" y="909168"/>
                </a:lnTo>
                <a:lnTo>
                  <a:pt x="316701" y="908705"/>
                </a:lnTo>
                <a:lnTo>
                  <a:pt x="317453" y="910479"/>
                </a:lnTo>
                <a:lnTo>
                  <a:pt x="318638" y="901554"/>
                </a:lnTo>
                <a:close/>
                <a:moveTo>
                  <a:pt x="520508" y="436198"/>
                </a:moveTo>
                <a:lnTo>
                  <a:pt x="521058" y="438026"/>
                </a:lnTo>
                <a:lnTo>
                  <a:pt x="522882" y="438726"/>
                </a:lnTo>
                <a:lnTo>
                  <a:pt x="522948" y="437130"/>
                </a:lnTo>
                <a:close/>
                <a:moveTo>
                  <a:pt x="267367" y="1003029"/>
                </a:moveTo>
                <a:lnTo>
                  <a:pt x="267731" y="1005665"/>
                </a:lnTo>
                <a:lnTo>
                  <a:pt x="272309" y="1010864"/>
                </a:lnTo>
                <a:lnTo>
                  <a:pt x="268802" y="1004275"/>
                </a:lnTo>
                <a:close/>
                <a:moveTo>
                  <a:pt x="414793" y="672837"/>
                </a:moveTo>
                <a:lnTo>
                  <a:pt x="416356" y="674130"/>
                </a:lnTo>
                <a:lnTo>
                  <a:pt x="416550" y="673001"/>
                </a:lnTo>
                <a:close/>
                <a:moveTo>
                  <a:pt x="473239" y="541603"/>
                </a:moveTo>
                <a:lnTo>
                  <a:pt x="473275" y="544526"/>
                </a:lnTo>
                <a:lnTo>
                  <a:pt x="474729" y="545452"/>
                </a:lnTo>
                <a:lnTo>
                  <a:pt x="474715" y="544797"/>
                </a:lnTo>
                <a:close/>
                <a:moveTo>
                  <a:pt x="337615" y="845193"/>
                </a:moveTo>
                <a:lnTo>
                  <a:pt x="340665" y="852847"/>
                </a:lnTo>
                <a:lnTo>
                  <a:pt x="342423" y="845447"/>
                </a:lnTo>
                <a:close/>
                <a:moveTo>
                  <a:pt x="528029" y="418814"/>
                </a:moveTo>
                <a:lnTo>
                  <a:pt x="527918" y="420847"/>
                </a:lnTo>
                <a:lnTo>
                  <a:pt x="527220" y="437753"/>
                </a:lnTo>
                <a:lnTo>
                  <a:pt x="527958" y="438320"/>
                </a:lnTo>
                <a:lnTo>
                  <a:pt x="529094" y="422349"/>
                </a:lnTo>
                <a:close/>
                <a:moveTo>
                  <a:pt x="141433" y="1284366"/>
                </a:moveTo>
                <a:lnTo>
                  <a:pt x="154081" y="1297756"/>
                </a:lnTo>
                <a:cubicBezTo>
                  <a:pt x="167737" y="1310796"/>
                  <a:pt x="181519" y="1322405"/>
                  <a:pt x="195461" y="1332183"/>
                </a:cubicBezTo>
                <a:lnTo>
                  <a:pt x="203058" y="1336658"/>
                </a:lnTo>
                <a:lnTo>
                  <a:pt x="201816" y="1333406"/>
                </a:lnTo>
                <a:lnTo>
                  <a:pt x="190297" y="1324262"/>
                </a:lnTo>
                <a:close/>
                <a:moveTo>
                  <a:pt x="473628" y="539993"/>
                </a:moveTo>
                <a:lnTo>
                  <a:pt x="474686" y="542284"/>
                </a:lnTo>
                <a:lnTo>
                  <a:pt x="474672" y="540658"/>
                </a:lnTo>
                <a:close/>
                <a:moveTo>
                  <a:pt x="296378" y="936851"/>
                </a:moveTo>
                <a:lnTo>
                  <a:pt x="296495" y="938238"/>
                </a:lnTo>
                <a:lnTo>
                  <a:pt x="300466" y="947536"/>
                </a:lnTo>
                <a:lnTo>
                  <a:pt x="302136" y="948027"/>
                </a:lnTo>
                <a:lnTo>
                  <a:pt x="301273" y="945402"/>
                </a:lnTo>
                <a:close/>
                <a:moveTo>
                  <a:pt x="404984" y="693659"/>
                </a:moveTo>
                <a:lnTo>
                  <a:pt x="405390" y="702958"/>
                </a:lnTo>
                <a:lnTo>
                  <a:pt x="405749" y="694236"/>
                </a:lnTo>
                <a:close/>
                <a:moveTo>
                  <a:pt x="296699" y="936070"/>
                </a:moveTo>
                <a:lnTo>
                  <a:pt x="300238" y="942252"/>
                </a:lnTo>
                <a:lnTo>
                  <a:pt x="298900" y="938182"/>
                </a:lnTo>
                <a:close/>
                <a:moveTo>
                  <a:pt x="337212" y="845170"/>
                </a:moveTo>
                <a:lnTo>
                  <a:pt x="338369" y="847898"/>
                </a:lnTo>
                <a:lnTo>
                  <a:pt x="337281" y="845174"/>
                </a:lnTo>
                <a:close/>
                <a:moveTo>
                  <a:pt x="470958" y="545649"/>
                </a:moveTo>
                <a:lnTo>
                  <a:pt x="471319" y="554335"/>
                </a:lnTo>
                <a:lnTo>
                  <a:pt x="472553" y="556563"/>
                </a:lnTo>
                <a:lnTo>
                  <a:pt x="472730" y="556646"/>
                </a:lnTo>
                <a:lnTo>
                  <a:pt x="472581" y="546682"/>
                </a:lnTo>
                <a:close/>
                <a:moveTo>
                  <a:pt x="378958" y="751601"/>
                </a:moveTo>
                <a:lnTo>
                  <a:pt x="380015" y="753808"/>
                </a:lnTo>
                <a:lnTo>
                  <a:pt x="380885" y="754061"/>
                </a:lnTo>
                <a:close/>
                <a:moveTo>
                  <a:pt x="209013" y="1132063"/>
                </a:moveTo>
                <a:lnTo>
                  <a:pt x="216715" y="1148610"/>
                </a:lnTo>
                <a:lnTo>
                  <a:pt x="223571" y="1162837"/>
                </a:lnTo>
                <a:lnTo>
                  <a:pt x="231320" y="1167132"/>
                </a:lnTo>
                <a:lnTo>
                  <a:pt x="228985" y="1161891"/>
                </a:lnTo>
                <a:close/>
                <a:moveTo>
                  <a:pt x="441798" y="610209"/>
                </a:moveTo>
                <a:lnTo>
                  <a:pt x="440932" y="615281"/>
                </a:lnTo>
                <a:lnTo>
                  <a:pt x="445125" y="617111"/>
                </a:lnTo>
                <a:close/>
                <a:moveTo>
                  <a:pt x="382663" y="742586"/>
                </a:moveTo>
                <a:lnTo>
                  <a:pt x="383063" y="745032"/>
                </a:lnTo>
                <a:lnTo>
                  <a:pt x="384641" y="751944"/>
                </a:lnTo>
                <a:lnTo>
                  <a:pt x="384823" y="751013"/>
                </a:lnTo>
                <a:lnTo>
                  <a:pt x="383440" y="744941"/>
                </a:lnTo>
                <a:close/>
                <a:moveTo>
                  <a:pt x="267097" y="1001072"/>
                </a:moveTo>
                <a:lnTo>
                  <a:pt x="267326" y="1002731"/>
                </a:lnTo>
                <a:lnTo>
                  <a:pt x="268515" y="1003735"/>
                </a:lnTo>
                <a:close/>
                <a:moveTo>
                  <a:pt x="406658" y="688455"/>
                </a:moveTo>
                <a:lnTo>
                  <a:pt x="406419" y="694252"/>
                </a:lnTo>
                <a:lnTo>
                  <a:pt x="408294" y="695664"/>
                </a:lnTo>
                <a:lnTo>
                  <a:pt x="408417" y="691858"/>
                </a:lnTo>
                <a:lnTo>
                  <a:pt x="408447" y="691425"/>
                </a:lnTo>
                <a:lnTo>
                  <a:pt x="407845" y="688852"/>
                </a:lnTo>
                <a:close/>
                <a:moveTo>
                  <a:pt x="437101" y="620221"/>
                </a:moveTo>
                <a:lnTo>
                  <a:pt x="438276" y="629201"/>
                </a:lnTo>
                <a:lnTo>
                  <a:pt x="439538" y="621810"/>
                </a:lnTo>
                <a:close/>
                <a:moveTo>
                  <a:pt x="421014" y="656237"/>
                </a:moveTo>
                <a:lnTo>
                  <a:pt x="424977" y="672375"/>
                </a:lnTo>
                <a:lnTo>
                  <a:pt x="431277" y="672709"/>
                </a:lnTo>
                <a:lnTo>
                  <a:pt x="432751" y="663319"/>
                </a:lnTo>
                <a:lnTo>
                  <a:pt x="432381" y="661619"/>
                </a:lnTo>
                <a:close/>
                <a:moveTo>
                  <a:pt x="265577" y="1004156"/>
                </a:moveTo>
                <a:lnTo>
                  <a:pt x="265855" y="1005874"/>
                </a:lnTo>
                <a:lnTo>
                  <a:pt x="266125" y="1007406"/>
                </a:lnTo>
                <a:lnTo>
                  <a:pt x="265758" y="1004361"/>
                </a:lnTo>
                <a:close/>
                <a:moveTo>
                  <a:pt x="350723" y="813394"/>
                </a:moveTo>
                <a:lnTo>
                  <a:pt x="350679" y="813573"/>
                </a:lnTo>
                <a:lnTo>
                  <a:pt x="350792" y="813787"/>
                </a:lnTo>
                <a:close/>
                <a:moveTo>
                  <a:pt x="290502" y="948129"/>
                </a:moveTo>
                <a:lnTo>
                  <a:pt x="293034" y="966125"/>
                </a:lnTo>
                <a:lnTo>
                  <a:pt x="298011" y="975201"/>
                </a:lnTo>
                <a:lnTo>
                  <a:pt x="297983" y="975053"/>
                </a:lnTo>
                <a:lnTo>
                  <a:pt x="293279" y="948946"/>
                </a:lnTo>
                <a:close/>
                <a:moveTo>
                  <a:pt x="328410" y="862942"/>
                </a:moveTo>
                <a:lnTo>
                  <a:pt x="327522" y="869634"/>
                </a:lnTo>
                <a:lnTo>
                  <a:pt x="328137" y="870114"/>
                </a:lnTo>
                <a:lnTo>
                  <a:pt x="329391" y="871067"/>
                </a:lnTo>
                <a:close/>
                <a:moveTo>
                  <a:pt x="296206" y="934795"/>
                </a:moveTo>
                <a:lnTo>
                  <a:pt x="296216" y="934910"/>
                </a:lnTo>
                <a:lnTo>
                  <a:pt x="296667" y="935343"/>
                </a:lnTo>
                <a:close/>
                <a:moveTo>
                  <a:pt x="448043" y="594672"/>
                </a:moveTo>
                <a:lnTo>
                  <a:pt x="449711" y="600492"/>
                </a:lnTo>
                <a:lnTo>
                  <a:pt x="451619" y="601071"/>
                </a:lnTo>
                <a:lnTo>
                  <a:pt x="451262" y="596806"/>
                </a:lnTo>
                <a:close/>
                <a:moveTo>
                  <a:pt x="172628" y="1211307"/>
                </a:moveTo>
                <a:lnTo>
                  <a:pt x="179459" y="1219190"/>
                </a:lnTo>
                <a:lnTo>
                  <a:pt x="179648" y="1219360"/>
                </a:lnTo>
                <a:lnTo>
                  <a:pt x="178969" y="1217345"/>
                </a:lnTo>
                <a:close/>
                <a:moveTo>
                  <a:pt x="370838" y="767327"/>
                </a:moveTo>
                <a:lnTo>
                  <a:pt x="372832" y="772169"/>
                </a:lnTo>
                <a:lnTo>
                  <a:pt x="372741" y="769983"/>
                </a:lnTo>
                <a:lnTo>
                  <a:pt x="372788" y="768510"/>
                </a:lnTo>
                <a:close/>
                <a:moveTo>
                  <a:pt x="491523" y="496976"/>
                </a:moveTo>
                <a:lnTo>
                  <a:pt x="491653" y="497504"/>
                </a:lnTo>
                <a:lnTo>
                  <a:pt x="493469" y="503098"/>
                </a:lnTo>
                <a:lnTo>
                  <a:pt x="507234" y="514356"/>
                </a:lnTo>
                <a:lnTo>
                  <a:pt x="506748" y="508545"/>
                </a:lnTo>
                <a:lnTo>
                  <a:pt x="506608" y="505338"/>
                </a:lnTo>
                <a:lnTo>
                  <a:pt x="499511" y="499416"/>
                </a:lnTo>
                <a:close/>
                <a:moveTo>
                  <a:pt x="356840" y="798492"/>
                </a:moveTo>
                <a:lnTo>
                  <a:pt x="358631" y="807718"/>
                </a:lnTo>
                <a:lnTo>
                  <a:pt x="359470" y="808835"/>
                </a:lnTo>
                <a:lnTo>
                  <a:pt x="359843" y="799804"/>
                </a:lnTo>
                <a:close/>
                <a:moveTo>
                  <a:pt x="311765" y="899413"/>
                </a:moveTo>
                <a:lnTo>
                  <a:pt x="311796" y="899507"/>
                </a:lnTo>
                <a:lnTo>
                  <a:pt x="311769" y="899414"/>
                </a:lnTo>
                <a:close/>
                <a:moveTo>
                  <a:pt x="343704" y="827778"/>
                </a:moveTo>
                <a:lnTo>
                  <a:pt x="344867" y="829689"/>
                </a:lnTo>
                <a:lnTo>
                  <a:pt x="344854" y="829090"/>
                </a:lnTo>
                <a:lnTo>
                  <a:pt x="344556" y="828187"/>
                </a:lnTo>
                <a:close/>
                <a:moveTo>
                  <a:pt x="393352" y="716602"/>
                </a:moveTo>
                <a:lnTo>
                  <a:pt x="392105" y="722977"/>
                </a:lnTo>
                <a:lnTo>
                  <a:pt x="394437" y="723630"/>
                </a:lnTo>
                <a:lnTo>
                  <a:pt x="396235" y="724255"/>
                </a:lnTo>
                <a:lnTo>
                  <a:pt x="396216" y="724153"/>
                </a:lnTo>
                <a:close/>
                <a:moveTo>
                  <a:pt x="403861" y="692814"/>
                </a:moveTo>
                <a:lnTo>
                  <a:pt x="403167" y="704872"/>
                </a:lnTo>
                <a:lnTo>
                  <a:pt x="404824" y="705376"/>
                </a:lnTo>
                <a:lnTo>
                  <a:pt x="404290" y="693137"/>
                </a:lnTo>
                <a:close/>
                <a:moveTo>
                  <a:pt x="409566" y="679832"/>
                </a:moveTo>
                <a:lnTo>
                  <a:pt x="409551" y="680063"/>
                </a:lnTo>
                <a:lnTo>
                  <a:pt x="409411" y="684502"/>
                </a:lnTo>
                <a:lnTo>
                  <a:pt x="411181" y="685340"/>
                </a:lnTo>
                <a:lnTo>
                  <a:pt x="410812" y="680933"/>
                </a:lnTo>
                <a:lnTo>
                  <a:pt x="410770" y="680826"/>
                </a:lnTo>
                <a:close/>
                <a:moveTo>
                  <a:pt x="309778" y="903023"/>
                </a:moveTo>
                <a:lnTo>
                  <a:pt x="310370" y="906201"/>
                </a:lnTo>
                <a:lnTo>
                  <a:pt x="310710" y="906717"/>
                </a:lnTo>
                <a:lnTo>
                  <a:pt x="310354" y="904767"/>
                </a:lnTo>
                <a:close/>
                <a:moveTo>
                  <a:pt x="519601" y="433185"/>
                </a:moveTo>
                <a:lnTo>
                  <a:pt x="520437" y="435963"/>
                </a:lnTo>
                <a:lnTo>
                  <a:pt x="522957" y="436925"/>
                </a:lnTo>
                <a:lnTo>
                  <a:pt x="523004" y="435800"/>
                </a:lnTo>
                <a:close/>
                <a:moveTo>
                  <a:pt x="407131" y="684689"/>
                </a:moveTo>
                <a:lnTo>
                  <a:pt x="407290" y="685361"/>
                </a:lnTo>
                <a:lnTo>
                  <a:pt x="407865" y="687680"/>
                </a:lnTo>
                <a:lnTo>
                  <a:pt x="408700" y="687913"/>
                </a:lnTo>
                <a:lnTo>
                  <a:pt x="408872" y="685513"/>
                </a:lnTo>
                <a:close/>
                <a:moveTo>
                  <a:pt x="442676" y="605071"/>
                </a:moveTo>
                <a:lnTo>
                  <a:pt x="441987" y="609105"/>
                </a:lnTo>
                <a:lnTo>
                  <a:pt x="446003" y="617496"/>
                </a:lnTo>
                <a:lnTo>
                  <a:pt x="450987" y="619673"/>
                </a:lnTo>
                <a:lnTo>
                  <a:pt x="443557" y="605247"/>
                </a:lnTo>
                <a:close/>
                <a:moveTo>
                  <a:pt x="342617" y="829026"/>
                </a:moveTo>
                <a:lnTo>
                  <a:pt x="344327" y="837427"/>
                </a:lnTo>
                <a:lnTo>
                  <a:pt x="344979" y="834687"/>
                </a:lnTo>
                <a:lnTo>
                  <a:pt x="344946" y="833223"/>
                </a:lnTo>
                <a:lnTo>
                  <a:pt x="344888" y="833121"/>
                </a:lnTo>
                <a:close/>
                <a:moveTo>
                  <a:pt x="346678" y="819883"/>
                </a:moveTo>
                <a:lnTo>
                  <a:pt x="346626" y="821149"/>
                </a:lnTo>
                <a:lnTo>
                  <a:pt x="347577" y="821605"/>
                </a:lnTo>
                <a:close/>
                <a:moveTo>
                  <a:pt x="420541" y="654315"/>
                </a:moveTo>
                <a:lnTo>
                  <a:pt x="420751" y="655169"/>
                </a:lnTo>
                <a:lnTo>
                  <a:pt x="432152" y="660566"/>
                </a:lnTo>
                <a:lnTo>
                  <a:pt x="431037" y="655441"/>
                </a:lnTo>
                <a:lnTo>
                  <a:pt x="424296" y="654514"/>
                </a:lnTo>
                <a:close/>
                <a:moveTo>
                  <a:pt x="398272" y="704077"/>
                </a:moveTo>
                <a:lnTo>
                  <a:pt x="402072" y="712303"/>
                </a:lnTo>
                <a:lnTo>
                  <a:pt x="402186" y="710338"/>
                </a:lnTo>
                <a:lnTo>
                  <a:pt x="400811" y="704852"/>
                </a:lnTo>
                <a:close/>
                <a:moveTo>
                  <a:pt x="393942" y="713587"/>
                </a:moveTo>
                <a:lnTo>
                  <a:pt x="393534" y="715679"/>
                </a:lnTo>
                <a:lnTo>
                  <a:pt x="395735" y="721485"/>
                </a:lnTo>
                <a:lnTo>
                  <a:pt x="394840" y="716518"/>
                </a:lnTo>
                <a:lnTo>
                  <a:pt x="394922" y="716364"/>
                </a:lnTo>
                <a:lnTo>
                  <a:pt x="395946" y="722038"/>
                </a:lnTo>
                <a:lnTo>
                  <a:pt x="396870" y="724476"/>
                </a:lnTo>
                <a:lnTo>
                  <a:pt x="400014" y="725570"/>
                </a:lnTo>
                <a:lnTo>
                  <a:pt x="397113" y="714574"/>
                </a:lnTo>
                <a:close/>
                <a:moveTo>
                  <a:pt x="328918" y="859116"/>
                </a:moveTo>
                <a:lnTo>
                  <a:pt x="328726" y="860571"/>
                </a:lnTo>
                <a:lnTo>
                  <a:pt x="330265" y="871731"/>
                </a:lnTo>
                <a:lnTo>
                  <a:pt x="335506" y="875713"/>
                </a:lnTo>
                <a:lnTo>
                  <a:pt x="335990" y="873242"/>
                </a:lnTo>
                <a:lnTo>
                  <a:pt x="331261" y="864803"/>
                </a:lnTo>
                <a:close/>
                <a:moveTo>
                  <a:pt x="442872" y="603918"/>
                </a:moveTo>
                <a:lnTo>
                  <a:pt x="442732" y="604740"/>
                </a:lnTo>
                <a:lnTo>
                  <a:pt x="443361" y="604866"/>
                </a:lnTo>
                <a:close/>
                <a:moveTo>
                  <a:pt x="469332" y="544613"/>
                </a:moveTo>
                <a:lnTo>
                  <a:pt x="469418" y="546547"/>
                </a:lnTo>
                <a:lnTo>
                  <a:pt x="469476" y="544705"/>
                </a:lnTo>
                <a:close/>
                <a:moveTo>
                  <a:pt x="406819" y="684541"/>
                </a:moveTo>
                <a:lnTo>
                  <a:pt x="406703" y="687354"/>
                </a:lnTo>
                <a:lnTo>
                  <a:pt x="407549" y="687592"/>
                </a:lnTo>
                <a:lnTo>
                  <a:pt x="406837" y="684549"/>
                </a:lnTo>
                <a:close/>
                <a:moveTo>
                  <a:pt x="374927" y="755489"/>
                </a:moveTo>
                <a:lnTo>
                  <a:pt x="375043" y="758265"/>
                </a:lnTo>
                <a:lnTo>
                  <a:pt x="375666" y="758459"/>
                </a:lnTo>
                <a:close/>
                <a:moveTo>
                  <a:pt x="505185" y="463761"/>
                </a:moveTo>
                <a:lnTo>
                  <a:pt x="506062" y="483882"/>
                </a:lnTo>
                <a:lnTo>
                  <a:pt x="517156" y="493024"/>
                </a:lnTo>
                <a:lnTo>
                  <a:pt x="521635" y="482144"/>
                </a:lnTo>
                <a:lnTo>
                  <a:pt x="521642" y="476293"/>
                </a:lnTo>
                <a:lnTo>
                  <a:pt x="507039" y="465070"/>
                </a:lnTo>
                <a:close/>
                <a:moveTo>
                  <a:pt x="334883" y="845048"/>
                </a:moveTo>
                <a:lnTo>
                  <a:pt x="336639" y="847911"/>
                </a:lnTo>
                <a:lnTo>
                  <a:pt x="338497" y="850685"/>
                </a:lnTo>
                <a:lnTo>
                  <a:pt x="338554" y="850590"/>
                </a:lnTo>
                <a:lnTo>
                  <a:pt x="338619" y="850868"/>
                </a:lnTo>
                <a:lnTo>
                  <a:pt x="339700" y="852483"/>
                </a:lnTo>
                <a:lnTo>
                  <a:pt x="336586" y="845137"/>
                </a:lnTo>
                <a:close/>
                <a:moveTo>
                  <a:pt x="383582" y="735740"/>
                </a:moveTo>
                <a:lnTo>
                  <a:pt x="383612" y="735833"/>
                </a:lnTo>
                <a:lnTo>
                  <a:pt x="383647" y="735899"/>
                </a:lnTo>
                <a:close/>
                <a:moveTo>
                  <a:pt x="265072" y="1001036"/>
                </a:moveTo>
                <a:lnTo>
                  <a:pt x="265391" y="1003007"/>
                </a:lnTo>
                <a:lnTo>
                  <a:pt x="265627" y="1003275"/>
                </a:lnTo>
                <a:lnTo>
                  <a:pt x="265389" y="1001312"/>
                </a:lnTo>
                <a:close/>
                <a:moveTo>
                  <a:pt x="352937" y="804068"/>
                </a:moveTo>
                <a:lnTo>
                  <a:pt x="350966" y="812371"/>
                </a:lnTo>
                <a:lnTo>
                  <a:pt x="351429" y="815009"/>
                </a:lnTo>
                <a:lnTo>
                  <a:pt x="356772" y="825262"/>
                </a:lnTo>
                <a:lnTo>
                  <a:pt x="357571" y="826403"/>
                </a:lnTo>
                <a:lnTo>
                  <a:pt x="359186" y="827179"/>
                </a:lnTo>
                <a:lnTo>
                  <a:pt x="359202" y="815312"/>
                </a:lnTo>
                <a:lnTo>
                  <a:pt x="359302" y="812875"/>
                </a:lnTo>
                <a:lnTo>
                  <a:pt x="359214" y="812423"/>
                </a:lnTo>
                <a:close/>
                <a:moveTo>
                  <a:pt x="294782" y="934231"/>
                </a:moveTo>
                <a:lnTo>
                  <a:pt x="295464" y="935826"/>
                </a:lnTo>
                <a:lnTo>
                  <a:pt x="295408" y="935156"/>
                </a:lnTo>
                <a:lnTo>
                  <a:pt x="294996" y="934435"/>
                </a:lnTo>
                <a:close/>
                <a:moveTo>
                  <a:pt x="404729" y="687808"/>
                </a:moveTo>
                <a:lnTo>
                  <a:pt x="404963" y="693155"/>
                </a:lnTo>
                <a:lnTo>
                  <a:pt x="405770" y="693763"/>
                </a:lnTo>
                <a:lnTo>
                  <a:pt x="405998" y="688233"/>
                </a:lnTo>
                <a:close/>
                <a:moveTo>
                  <a:pt x="505135" y="462589"/>
                </a:moveTo>
                <a:lnTo>
                  <a:pt x="505170" y="463396"/>
                </a:lnTo>
                <a:lnTo>
                  <a:pt x="516881" y="471672"/>
                </a:lnTo>
                <a:lnTo>
                  <a:pt x="521644" y="475333"/>
                </a:lnTo>
                <a:lnTo>
                  <a:pt x="521644" y="474964"/>
                </a:lnTo>
                <a:lnTo>
                  <a:pt x="506940" y="463766"/>
                </a:lnTo>
                <a:close/>
                <a:moveTo>
                  <a:pt x="334303" y="845017"/>
                </a:moveTo>
                <a:lnTo>
                  <a:pt x="338098" y="863662"/>
                </a:lnTo>
                <a:lnTo>
                  <a:pt x="339738" y="856757"/>
                </a:lnTo>
                <a:lnTo>
                  <a:pt x="338582" y="851827"/>
                </a:lnTo>
                <a:lnTo>
                  <a:pt x="334410" y="845023"/>
                </a:lnTo>
                <a:close/>
                <a:moveTo>
                  <a:pt x="404098" y="688705"/>
                </a:moveTo>
                <a:lnTo>
                  <a:pt x="403888" y="692345"/>
                </a:lnTo>
                <a:lnTo>
                  <a:pt x="404268" y="692632"/>
                </a:lnTo>
                <a:close/>
                <a:moveTo>
                  <a:pt x="430766" y="628907"/>
                </a:moveTo>
                <a:lnTo>
                  <a:pt x="435821" y="636367"/>
                </a:lnTo>
                <a:lnTo>
                  <a:pt x="436960" y="636911"/>
                </a:lnTo>
                <a:lnTo>
                  <a:pt x="437702" y="632562"/>
                </a:lnTo>
                <a:close/>
                <a:moveTo>
                  <a:pt x="342217" y="827064"/>
                </a:moveTo>
                <a:lnTo>
                  <a:pt x="342341" y="827670"/>
                </a:lnTo>
                <a:lnTo>
                  <a:pt x="344682" y="831761"/>
                </a:lnTo>
                <a:lnTo>
                  <a:pt x="343241" y="828245"/>
                </a:lnTo>
                <a:lnTo>
                  <a:pt x="343293" y="828059"/>
                </a:lnTo>
                <a:lnTo>
                  <a:pt x="344919" y="832026"/>
                </a:lnTo>
                <a:lnTo>
                  <a:pt x="344884" y="830440"/>
                </a:lnTo>
                <a:lnTo>
                  <a:pt x="343081" y="827479"/>
                </a:lnTo>
                <a:close/>
                <a:moveTo>
                  <a:pt x="489745" y="496433"/>
                </a:moveTo>
                <a:lnTo>
                  <a:pt x="491346" y="501361"/>
                </a:lnTo>
                <a:lnTo>
                  <a:pt x="491591" y="501561"/>
                </a:lnTo>
                <a:lnTo>
                  <a:pt x="490379" y="496627"/>
                </a:lnTo>
                <a:close/>
                <a:moveTo>
                  <a:pt x="266437" y="996286"/>
                </a:moveTo>
                <a:lnTo>
                  <a:pt x="266692" y="998135"/>
                </a:lnTo>
                <a:lnTo>
                  <a:pt x="270618" y="1005513"/>
                </a:lnTo>
                <a:lnTo>
                  <a:pt x="272381" y="1007003"/>
                </a:lnTo>
                <a:close/>
                <a:moveTo>
                  <a:pt x="313845" y="890123"/>
                </a:moveTo>
                <a:lnTo>
                  <a:pt x="313551" y="899387"/>
                </a:lnTo>
                <a:lnTo>
                  <a:pt x="318712" y="900995"/>
                </a:lnTo>
                <a:lnTo>
                  <a:pt x="318792" y="900394"/>
                </a:lnTo>
                <a:lnTo>
                  <a:pt x="317721" y="896638"/>
                </a:lnTo>
                <a:close/>
                <a:moveTo>
                  <a:pt x="443715" y="598985"/>
                </a:moveTo>
                <a:lnTo>
                  <a:pt x="443328" y="601252"/>
                </a:lnTo>
                <a:lnTo>
                  <a:pt x="445398" y="605273"/>
                </a:lnTo>
                <a:lnTo>
                  <a:pt x="451093" y="606409"/>
                </a:lnTo>
                <a:lnTo>
                  <a:pt x="449466" y="600730"/>
                </a:lnTo>
                <a:close/>
                <a:moveTo>
                  <a:pt x="374993" y="752630"/>
                </a:moveTo>
                <a:lnTo>
                  <a:pt x="376508" y="758723"/>
                </a:lnTo>
                <a:lnTo>
                  <a:pt x="382765" y="760671"/>
                </a:lnTo>
                <a:lnTo>
                  <a:pt x="379683" y="754062"/>
                </a:lnTo>
                <a:close/>
                <a:moveTo>
                  <a:pt x="395182" y="707255"/>
                </a:moveTo>
                <a:lnTo>
                  <a:pt x="394051" y="713037"/>
                </a:lnTo>
                <a:lnTo>
                  <a:pt x="396945" y="713939"/>
                </a:lnTo>
                <a:close/>
                <a:moveTo>
                  <a:pt x="470643" y="538093"/>
                </a:moveTo>
                <a:lnTo>
                  <a:pt x="470847" y="542981"/>
                </a:lnTo>
                <a:lnTo>
                  <a:pt x="472542" y="544060"/>
                </a:lnTo>
                <a:lnTo>
                  <a:pt x="472481" y="539962"/>
                </a:lnTo>
                <a:lnTo>
                  <a:pt x="472024" y="538971"/>
                </a:lnTo>
                <a:close/>
                <a:moveTo>
                  <a:pt x="306261" y="906096"/>
                </a:moveTo>
                <a:lnTo>
                  <a:pt x="307136" y="910438"/>
                </a:lnTo>
                <a:lnTo>
                  <a:pt x="307226" y="910659"/>
                </a:lnTo>
                <a:lnTo>
                  <a:pt x="311548" y="917736"/>
                </a:lnTo>
                <a:lnTo>
                  <a:pt x="311658" y="917876"/>
                </a:lnTo>
                <a:lnTo>
                  <a:pt x="311695" y="916674"/>
                </a:lnTo>
                <a:lnTo>
                  <a:pt x="311456" y="915386"/>
                </a:lnTo>
                <a:close/>
                <a:moveTo>
                  <a:pt x="418746" y="654219"/>
                </a:moveTo>
                <a:lnTo>
                  <a:pt x="419044" y="654361"/>
                </a:lnTo>
                <a:lnTo>
                  <a:pt x="419553" y="654602"/>
                </a:lnTo>
                <a:lnTo>
                  <a:pt x="419469" y="654257"/>
                </a:lnTo>
                <a:close/>
                <a:moveTo>
                  <a:pt x="243646" y="1046108"/>
                </a:moveTo>
                <a:lnTo>
                  <a:pt x="246899" y="1057520"/>
                </a:lnTo>
                <a:lnTo>
                  <a:pt x="249365" y="1062784"/>
                </a:lnTo>
                <a:lnTo>
                  <a:pt x="251581" y="1064853"/>
                </a:lnTo>
                <a:close/>
                <a:moveTo>
                  <a:pt x="487499" y="499995"/>
                </a:moveTo>
                <a:lnTo>
                  <a:pt x="487538" y="516441"/>
                </a:lnTo>
                <a:lnTo>
                  <a:pt x="493687" y="521470"/>
                </a:lnTo>
                <a:lnTo>
                  <a:pt x="494908" y="521842"/>
                </a:lnTo>
                <a:lnTo>
                  <a:pt x="487927" y="500346"/>
                </a:lnTo>
                <a:close/>
                <a:moveTo>
                  <a:pt x="354504" y="797471"/>
                </a:moveTo>
                <a:lnTo>
                  <a:pt x="353645" y="801085"/>
                </a:lnTo>
                <a:lnTo>
                  <a:pt x="358189" y="807130"/>
                </a:lnTo>
                <a:lnTo>
                  <a:pt x="356481" y="798335"/>
                </a:lnTo>
                <a:close/>
                <a:moveTo>
                  <a:pt x="369446" y="763951"/>
                </a:moveTo>
                <a:lnTo>
                  <a:pt x="370407" y="766282"/>
                </a:lnTo>
                <a:lnTo>
                  <a:pt x="372811" y="767741"/>
                </a:lnTo>
                <a:lnTo>
                  <a:pt x="372895" y="765116"/>
                </a:lnTo>
                <a:lnTo>
                  <a:pt x="370217" y="764185"/>
                </a:lnTo>
                <a:close/>
                <a:moveTo>
                  <a:pt x="490497" y="492801"/>
                </a:moveTo>
                <a:lnTo>
                  <a:pt x="491275" y="495962"/>
                </a:lnTo>
                <a:lnTo>
                  <a:pt x="497607" y="497895"/>
                </a:lnTo>
                <a:close/>
                <a:moveTo>
                  <a:pt x="345421" y="817467"/>
                </a:moveTo>
                <a:lnTo>
                  <a:pt x="345490" y="820604"/>
                </a:lnTo>
                <a:lnTo>
                  <a:pt x="346218" y="820953"/>
                </a:lnTo>
                <a:lnTo>
                  <a:pt x="346316" y="819185"/>
                </a:lnTo>
                <a:close/>
                <a:moveTo>
                  <a:pt x="436278" y="613938"/>
                </a:moveTo>
                <a:lnTo>
                  <a:pt x="436958" y="619127"/>
                </a:lnTo>
                <a:lnTo>
                  <a:pt x="439278" y="620512"/>
                </a:lnTo>
                <a:lnTo>
                  <a:pt x="439711" y="620793"/>
                </a:lnTo>
                <a:lnTo>
                  <a:pt x="440562" y="615809"/>
                </a:lnTo>
                <a:close/>
                <a:moveTo>
                  <a:pt x="243631" y="1045245"/>
                </a:moveTo>
                <a:lnTo>
                  <a:pt x="252161" y="1065393"/>
                </a:lnTo>
                <a:lnTo>
                  <a:pt x="256188" y="1069151"/>
                </a:lnTo>
                <a:lnTo>
                  <a:pt x="249747" y="1050025"/>
                </a:lnTo>
                <a:close/>
                <a:moveTo>
                  <a:pt x="319963" y="874014"/>
                </a:moveTo>
                <a:lnTo>
                  <a:pt x="320797" y="876435"/>
                </a:lnTo>
                <a:lnTo>
                  <a:pt x="320704" y="874204"/>
                </a:lnTo>
                <a:close/>
                <a:moveTo>
                  <a:pt x="295668" y="928353"/>
                </a:moveTo>
                <a:lnTo>
                  <a:pt x="296176" y="934432"/>
                </a:lnTo>
                <a:lnTo>
                  <a:pt x="298386" y="936994"/>
                </a:lnTo>
                <a:lnTo>
                  <a:pt x="298564" y="937164"/>
                </a:lnTo>
                <a:close/>
                <a:moveTo>
                  <a:pt x="395943" y="703365"/>
                </a:moveTo>
                <a:lnTo>
                  <a:pt x="395345" y="706420"/>
                </a:lnTo>
                <a:lnTo>
                  <a:pt x="397363" y="714070"/>
                </a:lnTo>
                <a:lnTo>
                  <a:pt x="401890" y="715479"/>
                </a:lnTo>
                <a:lnTo>
                  <a:pt x="401947" y="714484"/>
                </a:lnTo>
                <a:lnTo>
                  <a:pt x="401302" y="713089"/>
                </a:lnTo>
                <a:lnTo>
                  <a:pt x="397468" y="703832"/>
                </a:lnTo>
                <a:close/>
                <a:moveTo>
                  <a:pt x="417577" y="654612"/>
                </a:moveTo>
                <a:lnTo>
                  <a:pt x="418673" y="661577"/>
                </a:lnTo>
                <a:lnTo>
                  <a:pt x="421145" y="672172"/>
                </a:lnTo>
                <a:lnTo>
                  <a:pt x="423905" y="672318"/>
                </a:lnTo>
                <a:lnTo>
                  <a:pt x="419816" y="655670"/>
                </a:lnTo>
                <a:close/>
                <a:moveTo>
                  <a:pt x="407099" y="677790"/>
                </a:moveTo>
                <a:lnTo>
                  <a:pt x="406872" y="683300"/>
                </a:lnTo>
                <a:lnTo>
                  <a:pt x="408960" y="684288"/>
                </a:lnTo>
                <a:lnTo>
                  <a:pt x="409295" y="679607"/>
                </a:lnTo>
                <a:close/>
                <a:moveTo>
                  <a:pt x="355500" y="793281"/>
                </a:moveTo>
                <a:lnTo>
                  <a:pt x="354561" y="797231"/>
                </a:lnTo>
                <a:lnTo>
                  <a:pt x="356406" y="797951"/>
                </a:lnTo>
                <a:close/>
                <a:moveTo>
                  <a:pt x="404540" y="683462"/>
                </a:moveTo>
                <a:lnTo>
                  <a:pt x="404685" y="686791"/>
                </a:lnTo>
                <a:lnTo>
                  <a:pt x="406041" y="687170"/>
                </a:lnTo>
                <a:lnTo>
                  <a:pt x="406162" y="684230"/>
                </a:lnTo>
                <a:close/>
                <a:moveTo>
                  <a:pt x="439779" y="604493"/>
                </a:moveTo>
                <a:lnTo>
                  <a:pt x="441780" y="608673"/>
                </a:lnTo>
                <a:lnTo>
                  <a:pt x="442404" y="605017"/>
                </a:lnTo>
                <a:close/>
                <a:moveTo>
                  <a:pt x="396370" y="701185"/>
                </a:moveTo>
                <a:lnTo>
                  <a:pt x="396073" y="702706"/>
                </a:lnTo>
                <a:lnTo>
                  <a:pt x="397133" y="703029"/>
                </a:lnTo>
                <a:close/>
                <a:moveTo>
                  <a:pt x="260287" y="1005793"/>
                </a:moveTo>
                <a:lnTo>
                  <a:pt x="260751" y="1009895"/>
                </a:lnTo>
                <a:lnTo>
                  <a:pt x="265324" y="1017223"/>
                </a:lnTo>
                <a:lnTo>
                  <a:pt x="263027" y="1010548"/>
                </a:lnTo>
                <a:lnTo>
                  <a:pt x="262463" y="1009889"/>
                </a:lnTo>
                <a:lnTo>
                  <a:pt x="262479" y="1009587"/>
                </a:lnTo>
                <a:lnTo>
                  <a:pt x="262539" y="1009658"/>
                </a:lnTo>
                <a:close/>
                <a:moveTo>
                  <a:pt x="283115" y="954637"/>
                </a:moveTo>
                <a:lnTo>
                  <a:pt x="286577" y="962133"/>
                </a:lnTo>
                <a:lnTo>
                  <a:pt x="292268" y="973267"/>
                </a:lnTo>
                <a:lnTo>
                  <a:pt x="291464" y="967554"/>
                </a:lnTo>
                <a:close/>
                <a:moveTo>
                  <a:pt x="444816" y="592533"/>
                </a:moveTo>
                <a:lnTo>
                  <a:pt x="443765" y="598689"/>
                </a:lnTo>
                <a:lnTo>
                  <a:pt x="449368" y="600388"/>
                </a:lnTo>
                <a:lnTo>
                  <a:pt x="447657" y="594416"/>
                </a:lnTo>
                <a:close/>
                <a:moveTo>
                  <a:pt x="417414" y="653567"/>
                </a:moveTo>
                <a:lnTo>
                  <a:pt x="417416" y="653582"/>
                </a:lnTo>
                <a:lnTo>
                  <a:pt x="417436" y="653592"/>
                </a:lnTo>
                <a:lnTo>
                  <a:pt x="417697" y="653606"/>
                </a:lnTo>
                <a:close/>
                <a:moveTo>
                  <a:pt x="330349" y="848340"/>
                </a:moveTo>
                <a:lnTo>
                  <a:pt x="329645" y="853642"/>
                </a:lnTo>
                <a:lnTo>
                  <a:pt x="335158" y="863479"/>
                </a:lnTo>
                <a:lnTo>
                  <a:pt x="337326" y="866916"/>
                </a:lnTo>
                <a:lnTo>
                  <a:pt x="337425" y="866497"/>
                </a:lnTo>
                <a:close/>
                <a:moveTo>
                  <a:pt x="441872" y="598426"/>
                </a:moveTo>
                <a:lnTo>
                  <a:pt x="443117" y="600843"/>
                </a:lnTo>
                <a:lnTo>
                  <a:pt x="443449" y="598903"/>
                </a:lnTo>
                <a:close/>
                <a:moveTo>
                  <a:pt x="238641" y="1053447"/>
                </a:moveTo>
                <a:lnTo>
                  <a:pt x="241707" y="1068660"/>
                </a:lnTo>
                <a:lnTo>
                  <a:pt x="251498" y="1075466"/>
                </a:lnTo>
                <a:lnTo>
                  <a:pt x="249343" y="1067905"/>
                </a:lnTo>
                <a:lnTo>
                  <a:pt x="245779" y="1060294"/>
                </a:lnTo>
                <a:close/>
                <a:moveTo>
                  <a:pt x="469002" y="537049"/>
                </a:moveTo>
                <a:lnTo>
                  <a:pt x="469221" y="542073"/>
                </a:lnTo>
                <a:lnTo>
                  <a:pt x="469551" y="542251"/>
                </a:lnTo>
                <a:lnTo>
                  <a:pt x="469702" y="537494"/>
                </a:lnTo>
                <a:close/>
                <a:moveTo>
                  <a:pt x="264193" y="995611"/>
                </a:moveTo>
                <a:lnTo>
                  <a:pt x="265027" y="1000766"/>
                </a:lnTo>
                <a:lnTo>
                  <a:pt x="265359" y="1001053"/>
                </a:lnTo>
                <a:lnTo>
                  <a:pt x="264851" y="996850"/>
                </a:lnTo>
                <a:close/>
                <a:moveTo>
                  <a:pt x="426465" y="632171"/>
                </a:moveTo>
                <a:lnTo>
                  <a:pt x="428790" y="642851"/>
                </a:lnTo>
                <a:lnTo>
                  <a:pt x="431016" y="644692"/>
                </a:lnTo>
                <a:lnTo>
                  <a:pt x="435432" y="646227"/>
                </a:lnTo>
                <a:lnTo>
                  <a:pt x="435844" y="643611"/>
                </a:lnTo>
                <a:lnTo>
                  <a:pt x="428870" y="633321"/>
                </a:lnTo>
                <a:close/>
                <a:moveTo>
                  <a:pt x="233715" y="1063714"/>
                </a:moveTo>
                <a:lnTo>
                  <a:pt x="236570" y="1066240"/>
                </a:lnTo>
                <a:lnTo>
                  <a:pt x="236495" y="1065647"/>
                </a:lnTo>
                <a:close/>
                <a:moveTo>
                  <a:pt x="314046" y="883748"/>
                </a:moveTo>
                <a:lnTo>
                  <a:pt x="313869" y="889372"/>
                </a:lnTo>
                <a:lnTo>
                  <a:pt x="317288" y="895119"/>
                </a:lnTo>
                <a:close/>
                <a:moveTo>
                  <a:pt x="274278" y="972745"/>
                </a:moveTo>
                <a:lnTo>
                  <a:pt x="279452" y="984413"/>
                </a:lnTo>
                <a:lnTo>
                  <a:pt x="300182" y="1029518"/>
                </a:lnTo>
                <a:lnTo>
                  <a:pt x="298878" y="1020253"/>
                </a:lnTo>
                <a:lnTo>
                  <a:pt x="297890" y="1018726"/>
                </a:lnTo>
                <a:lnTo>
                  <a:pt x="297911" y="1018491"/>
                </a:lnTo>
                <a:lnTo>
                  <a:pt x="298830" y="1019911"/>
                </a:lnTo>
                <a:lnTo>
                  <a:pt x="296886" y="1006091"/>
                </a:lnTo>
                <a:lnTo>
                  <a:pt x="279710" y="976991"/>
                </a:lnTo>
                <a:close/>
                <a:moveTo>
                  <a:pt x="504861" y="456310"/>
                </a:moveTo>
                <a:lnTo>
                  <a:pt x="505067" y="461031"/>
                </a:lnTo>
                <a:lnTo>
                  <a:pt x="521648" y="471841"/>
                </a:lnTo>
                <a:lnTo>
                  <a:pt x="521653" y="468526"/>
                </a:lnTo>
                <a:lnTo>
                  <a:pt x="521843" y="463892"/>
                </a:lnTo>
                <a:close/>
                <a:moveTo>
                  <a:pt x="410493" y="666928"/>
                </a:moveTo>
                <a:lnTo>
                  <a:pt x="410333" y="669150"/>
                </a:lnTo>
                <a:lnTo>
                  <a:pt x="411070" y="669760"/>
                </a:lnTo>
                <a:close/>
                <a:moveTo>
                  <a:pt x="318123" y="873544"/>
                </a:moveTo>
                <a:lnTo>
                  <a:pt x="320991" y="881107"/>
                </a:lnTo>
                <a:lnTo>
                  <a:pt x="320842" y="877520"/>
                </a:lnTo>
                <a:lnTo>
                  <a:pt x="319604" y="873922"/>
                </a:lnTo>
                <a:close/>
                <a:moveTo>
                  <a:pt x="179799" y="1183215"/>
                </a:moveTo>
                <a:lnTo>
                  <a:pt x="183113" y="1190348"/>
                </a:lnTo>
                <a:lnTo>
                  <a:pt x="201019" y="1225168"/>
                </a:lnTo>
                <a:lnTo>
                  <a:pt x="207190" y="1230738"/>
                </a:lnTo>
                <a:lnTo>
                  <a:pt x="193707" y="1201726"/>
                </a:lnTo>
                <a:close/>
                <a:moveTo>
                  <a:pt x="330815" y="844832"/>
                </a:moveTo>
                <a:lnTo>
                  <a:pt x="330481" y="847351"/>
                </a:lnTo>
                <a:lnTo>
                  <a:pt x="334439" y="857508"/>
                </a:lnTo>
                <a:lnTo>
                  <a:pt x="337755" y="865107"/>
                </a:lnTo>
                <a:lnTo>
                  <a:pt x="337895" y="864521"/>
                </a:lnTo>
                <a:lnTo>
                  <a:pt x="333920" y="844997"/>
                </a:lnTo>
                <a:close/>
                <a:moveTo>
                  <a:pt x="445675" y="587502"/>
                </a:moveTo>
                <a:lnTo>
                  <a:pt x="445018" y="591352"/>
                </a:lnTo>
                <a:lnTo>
                  <a:pt x="447149" y="592644"/>
                </a:lnTo>
                <a:close/>
                <a:moveTo>
                  <a:pt x="334241" y="836735"/>
                </a:moveTo>
                <a:lnTo>
                  <a:pt x="337388" y="844624"/>
                </a:lnTo>
                <a:lnTo>
                  <a:pt x="342555" y="844898"/>
                </a:lnTo>
                <a:lnTo>
                  <a:pt x="343465" y="841066"/>
                </a:lnTo>
                <a:lnTo>
                  <a:pt x="334979" y="837048"/>
                </a:lnTo>
                <a:close/>
                <a:moveTo>
                  <a:pt x="357650" y="784227"/>
                </a:moveTo>
                <a:lnTo>
                  <a:pt x="355680" y="792518"/>
                </a:lnTo>
                <a:lnTo>
                  <a:pt x="356762" y="798090"/>
                </a:lnTo>
                <a:lnTo>
                  <a:pt x="359864" y="799300"/>
                </a:lnTo>
                <a:lnTo>
                  <a:pt x="360208" y="790972"/>
                </a:lnTo>
                <a:close/>
                <a:moveTo>
                  <a:pt x="368066" y="760604"/>
                </a:moveTo>
                <a:lnTo>
                  <a:pt x="369299" y="763596"/>
                </a:lnTo>
                <a:lnTo>
                  <a:pt x="372908" y="764690"/>
                </a:lnTo>
                <a:lnTo>
                  <a:pt x="372978" y="762498"/>
                </a:lnTo>
                <a:lnTo>
                  <a:pt x="370554" y="761335"/>
                </a:lnTo>
                <a:close/>
                <a:moveTo>
                  <a:pt x="379804" y="733925"/>
                </a:moveTo>
                <a:lnTo>
                  <a:pt x="380079" y="735332"/>
                </a:lnTo>
                <a:lnTo>
                  <a:pt x="379894" y="734199"/>
                </a:lnTo>
                <a:close/>
                <a:moveTo>
                  <a:pt x="314137" y="880888"/>
                </a:moveTo>
                <a:lnTo>
                  <a:pt x="314098" y="882118"/>
                </a:lnTo>
                <a:lnTo>
                  <a:pt x="318279" y="896784"/>
                </a:lnTo>
                <a:lnTo>
                  <a:pt x="319090" y="898149"/>
                </a:lnTo>
                <a:lnTo>
                  <a:pt x="319782" y="892942"/>
                </a:lnTo>
                <a:close/>
                <a:moveTo>
                  <a:pt x="397937" y="693175"/>
                </a:moveTo>
                <a:lnTo>
                  <a:pt x="396537" y="700324"/>
                </a:lnTo>
                <a:lnTo>
                  <a:pt x="397895" y="703261"/>
                </a:lnTo>
                <a:lnTo>
                  <a:pt x="400621" y="704093"/>
                </a:lnTo>
                <a:lnTo>
                  <a:pt x="398788" y="696781"/>
                </a:lnTo>
                <a:close/>
                <a:moveTo>
                  <a:pt x="265520" y="989645"/>
                </a:moveTo>
                <a:lnTo>
                  <a:pt x="266352" y="995673"/>
                </a:lnTo>
                <a:lnTo>
                  <a:pt x="272745" y="1007199"/>
                </a:lnTo>
                <a:lnTo>
                  <a:pt x="272869" y="1007416"/>
                </a:lnTo>
                <a:lnTo>
                  <a:pt x="282419" y="1015487"/>
                </a:lnTo>
                <a:close/>
                <a:moveTo>
                  <a:pt x="366040" y="764416"/>
                </a:moveTo>
                <a:lnTo>
                  <a:pt x="366153" y="764680"/>
                </a:lnTo>
                <a:lnTo>
                  <a:pt x="373079" y="778129"/>
                </a:lnTo>
                <a:lnTo>
                  <a:pt x="373027" y="776910"/>
                </a:lnTo>
                <a:lnTo>
                  <a:pt x="368495" y="765906"/>
                </a:lnTo>
                <a:close/>
                <a:moveTo>
                  <a:pt x="219510" y="1092388"/>
                </a:moveTo>
                <a:lnTo>
                  <a:pt x="224189" y="1111448"/>
                </a:lnTo>
                <a:lnTo>
                  <a:pt x="224556" y="1112116"/>
                </a:lnTo>
                <a:lnTo>
                  <a:pt x="234682" y="1127780"/>
                </a:lnTo>
                <a:lnTo>
                  <a:pt x="244246" y="1136959"/>
                </a:lnTo>
                <a:lnTo>
                  <a:pt x="249763" y="1141841"/>
                </a:lnTo>
                <a:lnTo>
                  <a:pt x="248748" y="1136805"/>
                </a:lnTo>
                <a:lnTo>
                  <a:pt x="236414" y="1118384"/>
                </a:lnTo>
                <a:close/>
                <a:moveTo>
                  <a:pt x="465224" y="541999"/>
                </a:moveTo>
                <a:lnTo>
                  <a:pt x="468895" y="549946"/>
                </a:lnTo>
                <a:lnTo>
                  <a:pt x="468644" y="544175"/>
                </a:lnTo>
                <a:close/>
                <a:moveTo>
                  <a:pt x="487978" y="490995"/>
                </a:moveTo>
                <a:lnTo>
                  <a:pt x="489406" y="495392"/>
                </a:lnTo>
                <a:lnTo>
                  <a:pt x="490129" y="495613"/>
                </a:lnTo>
                <a:lnTo>
                  <a:pt x="489213" y="491879"/>
                </a:lnTo>
                <a:close/>
                <a:moveTo>
                  <a:pt x="405137" y="676168"/>
                </a:moveTo>
                <a:lnTo>
                  <a:pt x="406291" y="681101"/>
                </a:lnTo>
                <a:lnTo>
                  <a:pt x="406450" y="677254"/>
                </a:lnTo>
                <a:close/>
                <a:moveTo>
                  <a:pt x="333502" y="836420"/>
                </a:moveTo>
                <a:lnTo>
                  <a:pt x="336969" y="844601"/>
                </a:lnTo>
                <a:lnTo>
                  <a:pt x="337056" y="844606"/>
                </a:lnTo>
                <a:lnTo>
                  <a:pt x="333957" y="836830"/>
                </a:lnTo>
                <a:lnTo>
                  <a:pt x="334014" y="836638"/>
                </a:lnTo>
                <a:close/>
                <a:moveTo>
                  <a:pt x="374878" y="743764"/>
                </a:moveTo>
                <a:lnTo>
                  <a:pt x="374689" y="749743"/>
                </a:lnTo>
                <a:lnTo>
                  <a:pt x="374772" y="751741"/>
                </a:lnTo>
                <a:lnTo>
                  <a:pt x="374918" y="752328"/>
                </a:lnTo>
                <a:lnTo>
                  <a:pt x="379493" y="753658"/>
                </a:lnTo>
                <a:close/>
                <a:moveTo>
                  <a:pt x="381376" y="729060"/>
                </a:moveTo>
                <a:lnTo>
                  <a:pt x="382327" y="731942"/>
                </a:lnTo>
                <a:lnTo>
                  <a:pt x="385069" y="738629"/>
                </a:lnTo>
                <a:lnTo>
                  <a:pt x="386652" y="741665"/>
                </a:lnTo>
                <a:lnTo>
                  <a:pt x="387344" y="738125"/>
                </a:lnTo>
                <a:close/>
                <a:moveTo>
                  <a:pt x="524686" y="407718"/>
                </a:moveTo>
                <a:lnTo>
                  <a:pt x="523562" y="434942"/>
                </a:lnTo>
                <a:lnTo>
                  <a:pt x="526841" y="437463"/>
                </a:lnTo>
                <a:lnTo>
                  <a:pt x="526868" y="436798"/>
                </a:lnTo>
                <a:lnTo>
                  <a:pt x="527880" y="418320"/>
                </a:lnTo>
                <a:close/>
                <a:moveTo>
                  <a:pt x="404831" y="675970"/>
                </a:moveTo>
                <a:lnTo>
                  <a:pt x="404480" y="682067"/>
                </a:lnTo>
                <a:lnTo>
                  <a:pt x="404484" y="682170"/>
                </a:lnTo>
                <a:lnTo>
                  <a:pt x="406214" y="682988"/>
                </a:lnTo>
                <a:lnTo>
                  <a:pt x="406252" y="682046"/>
                </a:lnTo>
                <a:close/>
                <a:moveTo>
                  <a:pt x="331434" y="840171"/>
                </a:moveTo>
                <a:lnTo>
                  <a:pt x="330888" y="844278"/>
                </a:lnTo>
                <a:lnTo>
                  <a:pt x="333806" y="844433"/>
                </a:lnTo>
                <a:lnTo>
                  <a:pt x="333685" y="843843"/>
                </a:lnTo>
                <a:close/>
                <a:moveTo>
                  <a:pt x="347451" y="803934"/>
                </a:moveTo>
                <a:lnTo>
                  <a:pt x="347281" y="807050"/>
                </a:lnTo>
                <a:lnTo>
                  <a:pt x="348086" y="808593"/>
                </a:lnTo>
                <a:lnTo>
                  <a:pt x="347738" y="806387"/>
                </a:lnTo>
                <a:close/>
                <a:moveTo>
                  <a:pt x="398760" y="688972"/>
                </a:moveTo>
                <a:lnTo>
                  <a:pt x="398292" y="691362"/>
                </a:lnTo>
                <a:lnTo>
                  <a:pt x="401554" y="704378"/>
                </a:lnTo>
                <a:lnTo>
                  <a:pt x="402512" y="704671"/>
                </a:lnTo>
                <a:lnTo>
                  <a:pt x="403222" y="692331"/>
                </a:lnTo>
                <a:close/>
                <a:moveTo>
                  <a:pt x="468780" y="531949"/>
                </a:moveTo>
                <a:lnTo>
                  <a:pt x="468846" y="533467"/>
                </a:lnTo>
                <a:lnTo>
                  <a:pt x="469745" y="534039"/>
                </a:lnTo>
                <a:close/>
                <a:moveTo>
                  <a:pt x="409869" y="663861"/>
                </a:moveTo>
                <a:lnTo>
                  <a:pt x="410168" y="667436"/>
                </a:lnTo>
                <a:lnTo>
                  <a:pt x="410279" y="665876"/>
                </a:lnTo>
                <a:close/>
                <a:moveTo>
                  <a:pt x="189982" y="1156221"/>
                </a:moveTo>
                <a:lnTo>
                  <a:pt x="193628" y="1167297"/>
                </a:lnTo>
                <a:lnTo>
                  <a:pt x="206990" y="1182035"/>
                </a:lnTo>
                <a:lnTo>
                  <a:pt x="209873" y="1183969"/>
                </a:lnTo>
                <a:lnTo>
                  <a:pt x="230754" y="1197507"/>
                </a:lnTo>
                <a:lnTo>
                  <a:pt x="226697" y="1191154"/>
                </a:lnTo>
                <a:lnTo>
                  <a:pt x="222816" y="1186160"/>
                </a:lnTo>
                <a:close/>
                <a:moveTo>
                  <a:pt x="425646" y="628403"/>
                </a:moveTo>
                <a:lnTo>
                  <a:pt x="426399" y="631862"/>
                </a:lnTo>
                <a:lnTo>
                  <a:pt x="428593" y="632911"/>
                </a:lnTo>
                <a:lnTo>
                  <a:pt x="425989" y="629070"/>
                </a:lnTo>
                <a:close/>
                <a:moveTo>
                  <a:pt x="320118" y="864232"/>
                </a:moveTo>
                <a:lnTo>
                  <a:pt x="320374" y="866242"/>
                </a:lnTo>
                <a:lnTo>
                  <a:pt x="320296" y="864371"/>
                </a:lnTo>
                <a:close/>
                <a:moveTo>
                  <a:pt x="263420" y="990847"/>
                </a:moveTo>
                <a:lnTo>
                  <a:pt x="263685" y="992485"/>
                </a:lnTo>
                <a:lnTo>
                  <a:pt x="264511" y="994035"/>
                </a:lnTo>
                <a:lnTo>
                  <a:pt x="264322" y="992473"/>
                </a:lnTo>
                <a:close/>
                <a:moveTo>
                  <a:pt x="365309" y="762696"/>
                </a:moveTo>
                <a:lnTo>
                  <a:pt x="365591" y="763360"/>
                </a:lnTo>
                <a:lnTo>
                  <a:pt x="368063" y="764860"/>
                </a:lnTo>
                <a:lnTo>
                  <a:pt x="367438" y="763342"/>
                </a:lnTo>
                <a:close/>
                <a:moveTo>
                  <a:pt x="241697" y="1039269"/>
                </a:moveTo>
                <a:lnTo>
                  <a:pt x="242922" y="1043572"/>
                </a:lnTo>
                <a:lnTo>
                  <a:pt x="243385" y="1044665"/>
                </a:lnTo>
                <a:lnTo>
                  <a:pt x="249569" y="1049499"/>
                </a:lnTo>
                <a:lnTo>
                  <a:pt x="248139" y="1045251"/>
                </a:lnTo>
                <a:close/>
                <a:moveTo>
                  <a:pt x="404188" y="675384"/>
                </a:moveTo>
                <a:lnTo>
                  <a:pt x="404193" y="675474"/>
                </a:lnTo>
                <a:lnTo>
                  <a:pt x="404197" y="675392"/>
                </a:lnTo>
                <a:close/>
                <a:moveTo>
                  <a:pt x="399271" y="686353"/>
                </a:moveTo>
                <a:lnTo>
                  <a:pt x="398844" y="688545"/>
                </a:lnTo>
                <a:lnTo>
                  <a:pt x="403249" y="691864"/>
                </a:lnTo>
                <a:lnTo>
                  <a:pt x="403504" y="687435"/>
                </a:lnTo>
                <a:close/>
                <a:moveTo>
                  <a:pt x="304664" y="898175"/>
                </a:moveTo>
                <a:lnTo>
                  <a:pt x="306171" y="905648"/>
                </a:lnTo>
                <a:lnTo>
                  <a:pt x="307984" y="908893"/>
                </a:lnTo>
                <a:lnTo>
                  <a:pt x="311324" y="914681"/>
                </a:lnTo>
                <a:lnTo>
                  <a:pt x="309933" y="907199"/>
                </a:lnTo>
                <a:close/>
                <a:moveTo>
                  <a:pt x="218829" y="1089613"/>
                </a:moveTo>
                <a:lnTo>
                  <a:pt x="219393" y="1091912"/>
                </a:lnTo>
                <a:lnTo>
                  <a:pt x="228532" y="1105966"/>
                </a:lnTo>
                <a:lnTo>
                  <a:pt x="248562" y="1135881"/>
                </a:lnTo>
                <a:lnTo>
                  <a:pt x="245072" y="1118563"/>
                </a:lnTo>
                <a:close/>
                <a:moveTo>
                  <a:pt x="231011" y="1062317"/>
                </a:moveTo>
                <a:lnTo>
                  <a:pt x="238869" y="1084439"/>
                </a:lnTo>
                <a:lnTo>
                  <a:pt x="236772" y="1067846"/>
                </a:lnTo>
                <a:close/>
                <a:moveTo>
                  <a:pt x="387504" y="711580"/>
                </a:moveTo>
                <a:lnTo>
                  <a:pt x="390026" y="722396"/>
                </a:lnTo>
                <a:lnTo>
                  <a:pt x="390178" y="722438"/>
                </a:lnTo>
                <a:lnTo>
                  <a:pt x="388807" y="713977"/>
                </a:lnTo>
                <a:lnTo>
                  <a:pt x="388916" y="713780"/>
                </a:lnTo>
                <a:lnTo>
                  <a:pt x="390328" y="722480"/>
                </a:lnTo>
                <a:lnTo>
                  <a:pt x="390402" y="722500"/>
                </a:lnTo>
                <a:lnTo>
                  <a:pt x="392166" y="713477"/>
                </a:lnTo>
                <a:lnTo>
                  <a:pt x="391977" y="712974"/>
                </a:lnTo>
                <a:close/>
                <a:moveTo>
                  <a:pt x="474672" y="516364"/>
                </a:moveTo>
                <a:lnTo>
                  <a:pt x="474747" y="524651"/>
                </a:lnTo>
                <a:lnTo>
                  <a:pt x="475031" y="537403"/>
                </a:lnTo>
                <a:lnTo>
                  <a:pt x="480109" y="540635"/>
                </a:lnTo>
                <a:lnTo>
                  <a:pt x="482324" y="531283"/>
                </a:lnTo>
                <a:lnTo>
                  <a:pt x="482835" y="530877"/>
                </a:lnTo>
                <a:lnTo>
                  <a:pt x="480470" y="540865"/>
                </a:lnTo>
                <a:lnTo>
                  <a:pt x="487306" y="545216"/>
                </a:lnTo>
                <a:lnTo>
                  <a:pt x="487246" y="520204"/>
                </a:lnTo>
                <a:close/>
                <a:moveTo>
                  <a:pt x="332015" y="835788"/>
                </a:moveTo>
                <a:lnTo>
                  <a:pt x="331515" y="839558"/>
                </a:lnTo>
                <a:lnTo>
                  <a:pt x="333747" y="843197"/>
                </a:lnTo>
                <a:lnTo>
                  <a:pt x="333879" y="842934"/>
                </a:lnTo>
                <a:lnTo>
                  <a:pt x="334025" y="843650"/>
                </a:lnTo>
                <a:lnTo>
                  <a:pt x="334529" y="844472"/>
                </a:lnTo>
                <a:lnTo>
                  <a:pt x="336345" y="844569"/>
                </a:lnTo>
                <a:lnTo>
                  <a:pt x="332755" y="836102"/>
                </a:lnTo>
                <a:close/>
                <a:moveTo>
                  <a:pt x="290065" y="929703"/>
                </a:moveTo>
                <a:lnTo>
                  <a:pt x="292869" y="945276"/>
                </a:lnTo>
                <a:lnTo>
                  <a:pt x="292877" y="945304"/>
                </a:lnTo>
                <a:lnTo>
                  <a:pt x="296342" y="946323"/>
                </a:lnTo>
                <a:lnTo>
                  <a:pt x="295800" y="939839"/>
                </a:lnTo>
                <a:lnTo>
                  <a:pt x="292446" y="931989"/>
                </a:lnTo>
                <a:close/>
                <a:moveTo>
                  <a:pt x="304522" y="897156"/>
                </a:moveTo>
                <a:lnTo>
                  <a:pt x="305367" y="898603"/>
                </a:lnTo>
                <a:lnTo>
                  <a:pt x="309501" y="904882"/>
                </a:lnTo>
                <a:lnTo>
                  <a:pt x="308282" y="898328"/>
                </a:lnTo>
                <a:close/>
                <a:moveTo>
                  <a:pt x="239719" y="1042187"/>
                </a:moveTo>
                <a:lnTo>
                  <a:pt x="245579" y="1054701"/>
                </a:lnTo>
                <a:lnTo>
                  <a:pt x="242670" y="1044493"/>
                </a:lnTo>
                <a:close/>
                <a:moveTo>
                  <a:pt x="504531" y="448751"/>
                </a:moveTo>
                <a:lnTo>
                  <a:pt x="504799" y="454894"/>
                </a:lnTo>
                <a:lnTo>
                  <a:pt x="520424" y="461870"/>
                </a:lnTo>
                <a:lnTo>
                  <a:pt x="519110" y="460766"/>
                </a:lnTo>
                <a:close/>
                <a:moveTo>
                  <a:pt x="332159" y="834698"/>
                </a:moveTo>
                <a:lnTo>
                  <a:pt x="332059" y="835453"/>
                </a:lnTo>
                <a:lnTo>
                  <a:pt x="332572" y="835672"/>
                </a:lnTo>
                <a:close/>
                <a:moveTo>
                  <a:pt x="348457" y="798106"/>
                </a:moveTo>
                <a:lnTo>
                  <a:pt x="350673" y="810711"/>
                </a:lnTo>
                <a:lnTo>
                  <a:pt x="352414" y="803374"/>
                </a:lnTo>
                <a:close/>
                <a:moveTo>
                  <a:pt x="361082" y="769771"/>
                </a:moveTo>
                <a:lnTo>
                  <a:pt x="358072" y="782447"/>
                </a:lnTo>
                <a:lnTo>
                  <a:pt x="358289" y="783167"/>
                </a:lnTo>
                <a:lnTo>
                  <a:pt x="360330" y="787966"/>
                </a:lnTo>
                <a:close/>
                <a:moveTo>
                  <a:pt x="349442" y="795492"/>
                </a:moveTo>
                <a:lnTo>
                  <a:pt x="353123" y="800389"/>
                </a:lnTo>
                <a:lnTo>
                  <a:pt x="353875" y="797222"/>
                </a:lnTo>
                <a:close/>
                <a:moveTo>
                  <a:pt x="400237" y="681424"/>
                </a:moveTo>
                <a:lnTo>
                  <a:pt x="399471" y="685332"/>
                </a:lnTo>
                <a:lnTo>
                  <a:pt x="403559" y="686476"/>
                </a:lnTo>
                <a:lnTo>
                  <a:pt x="403754" y="683090"/>
                </a:lnTo>
                <a:close/>
                <a:moveTo>
                  <a:pt x="259294" y="997018"/>
                </a:moveTo>
                <a:lnTo>
                  <a:pt x="259530" y="999104"/>
                </a:lnTo>
                <a:lnTo>
                  <a:pt x="260097" y="1000752"/>
                </a:lnTo>
                <a:lnTo>
                  <a:pt x="261992" y="1004004"/>
                </a:lnTo>
                <a:lnTo>
                  <a:pt x="266246" y="1010285"/>
                </a:lnTo>
                <a:lnTo>
                  <a:pt x="265178" y="1003702"/>
                </a:lnTo>
                <a:close/>
                <a:moveTo>
                  <a:pt x="165216" y="1207550"/>
                </a:moveTo>
                <a:lnTo>
                  <a:pt x="166950" y="1209720"/>
                </a:lnTo>
                <a:lnTo>
                  <a:pt x="182409" y="1227560"/>
                </a:lnTo>
                <a:lnTo>
                  <a:pt x="180832" y="1222879"/>
                </a:lnTo>
                <a:lnTo>
                  <a:pt x="175946" y="1217241"/>
                </a:lnTo>
                <a:close/>
                <a:moveTo>
                  <a:pt x="434916" y="603522"/>
                </a:moveTo>
                <a:lnTo>
                  <a:pt x="436183" y="613205"/>
                </a:lnTo>
                <a:lnTo>
                  <a:pt x="440672" y="615166"/>
                </a:lnTo>
                <a:lnTo>
                  <a:pt x="441592" y="609779"/>
                </a:lnTo>
                <a:lnTo>
                  <a:pt x="438966" y="604331"/>
                </a:lnTo>
                <a:close/>
                <a:moveTo>
                  <a:pt x="240715" y="1038359"/>
                </a:moveTo>
                <a:lnTo>
                  <a:pt x="241346" y="1039847"/>
                </a:lnTo>
                <a:lnTo>
                  <a:pt x="240996" y="1038618"/>
                </a:lnTo>
                <a:close/>
                <a:moveTo>
                  <a:pt x="444443" y="582116"/>
                </a:moveTo>
                <a:lnTo>
                  <a:pt x="445769" y="586737"/>
                </a:lnTo>
                <a:lnTo>
                  <a:pt x="445812" y="586697"/>
                </a:lnTo>
                <a:lnTo>
                  <a:pt x="445791" y="586819"/>
                </a:lnTo>
                <a:lnTo>
                  <a:pt x="447527" y="592874"/>
                </a:lnTo>
                <a:lnTo>
                  <a:pt x="451115" y="595051"/>
                </a:lnTo>
                <a:lnTo>
                  <a:pt x="450331" y="585688"/>
                </a:lnTo>
                <a:close/>
                <a:moveTo>
                  <a:pt x="417506" y="641960"/>
                </a:moveTo>
                <a:lnTo>
                  <a:pt x="420358" y="653569"/>
                </a:lnTo>
                <a:lnTo>
                  <a:pt x="422461" y="653859"/>
                </a:lnTo>
                <a:lnTo>
                  <a:pt x="430788" y="654301"/>
                </a:lnTo>
                <a:lnTo>
                  <a:pt x="430427" y="652647"/>
                </a:lnTo>
                <a:close/>
                <a:moveTo>
                  <a:pt x="366326" y="756378"/>
                </a:moveTo>
                <a:lnTo>
                  <a:pt x="366416" y="756594"/>
                </a:lnTo>
                <a:lnTo>
                  <a:pt x="369404" y="757474"/>
                </a:lnTo>
                <a:close/>
                <a:moveTo>
                  <a:pt x="171407" y="1192792"/>
                </a:moveTo>
                <a:lnTo>
                  <a:pt x="177891" y="1212044"/>
                </a:lnTo>
                <a:lnTo>
                  <a:pt x="191108" y="1228366"/>
                </a:lnTo>
                <a:lnTo>
                  <a:pt x="198433" y="1235341"/>
                </a:lnTo>
                <a:lnTo>
                  <a:pt x="199957" y="1236566"/>
                </a:lnTo>
                <a:lnTo>
                  <a:pt x="198764" y="1234596"/>
                </a:lnTo>
                <a:lnTo>
                  <a:pt x="192728" y="1226179"/>
                </a:lnTo>
                <a:close/>
                <a:moveTo>
                  <a:pt x="314398" y="872591"/>
                </a:moveTo>
                <a:lnTo>
                  <a:pt x="314319" y="875108"/>
                </a:lnTo>
                <a:lnTo>
                  <a:pt x="320696" y="886053"/>
                </a:lnTo>
                <a:lnTo>
                  <a:pt x="321077" y="883181"/>
                </a:lnTo>
                <a:lnTo>
                  <a:pt x="321056" y="882676"/>
                </a:lnTo>
                <a:lnTo>
                  <a:pt x="317535" y="873392"/>
                </a:lnTo>
                <a:close/>
                <a:moveTo>
                  <a:pt x="363683" y="762204"/>
                </a:moveTo>
                <a:lnTo>
                  <a:pt x="364474" y="762683"/>
                </a:lnTo>
                <a:lnTo>
                  <a:pt x="364357" y="762408"/>
                </a:lnTo>
                <a:close/>
                <a:moveTo>
                  <a:pt x="225648" y="1071208"/>
                </a:moveTo>
                <a:lnTo>
                  <a:pt x="226074" y="1072037"/>
                </a:lnTo>
                <a:lnTo>
                  <a:pt x="240436" y="1095559"/>
                </a:lnTo>
                <a:lnTo>
                  <a:pt x="240004" y="1093417"/>
                </a:lnTo>
                <a:lnTo>
                  <a:pt x="239658" y="1090684"/>
                </a:lnTo>
                <a:lnTo>
                  <a:pt x="237893" y="1087528"/>
                </a:lnTo>
                <a:lnTo>
                  <a:pt x="237929" y="1087306"/>
                </a:lnTo>
                <a:lnTo>
                  <a:pt x="239612" y="1090315"/>
                </a:lnTo>
                <a:lnTo>
                  <a:pt x="239364" y="1088350"/>
                </a:lnTo>
                <a:lnTo>
                  <a:pt x="232415" y="1078958"/>
                </a:lnTo>
                <a:close/>
                <a:moveTo>
                  <a:pt x="281751" y="945555"/>
                </a:moveTo>
                <a:lnTo>
                  <a:pt x="290654" y="961784"/>
                </a:lnTo>
                <a:lnTo>
                  <a:pt x="289624" y="954467"/>
                </a:lnTo>
                <a:lnTo>
                  <a:pt x="288943" y="947671"/>
                </a:lnTo>
                <a:close/>
                <a:moveTo>
                  <a:pt x="259169" y="995909"/>
                </a:moveTo>
                <a:lnTo>
                  <a:pt x="259172" y="995943"/>
                </a:lnTo>
                <a:lnTo>
                  <a:pt x="264991" y="1002553"/>
                </a:lnTo>
                <a:lnTo>
                  <a:pt x="264692" y="1000706"/>
                </a:lnTo>
                <a:close/>
                <a:moveTo>
                  <a:pt x="347818" y="797257"/>
                </a:moveTo>
                <a:lnTo>
                  <a:pt x="347696" y="799498"/>
                </a:lnTo>
                <a:lnTo>
                  <a:pt x="349576" y="811456"/>
                </a:lnTo>
                <a:lnTo>
                  <a:pt x="350208" y="812668"/>
                </a:lnTo>
                <a:lnTo>
                  <a:pt x="350430" y="811732"/>
                </a:lnTo>
                <a:lnTo>
                  <a:pt x="347905" y="797372"/>
                </a:lnTo>
                <a:close/>
                <a:moveTo>
                  <a:pt x="254008" y="1006866"/>
                </a:moveTo>
                <a:lnTo>
                  <a:pt x="262559" y="1026958"/>
                </a:lnTo>
                <a:lnTo>
                  <a:pt x="261991" y="1022259"/>
                </a:lnTo>
                <a:lnTo>
                  <a:pt x="256184" y="1009762"/>
                </a:lnTo>
                <a:close/>
                <a:moveTo>
                  <a:pt x="187973" y="1154387"/>
                </a:moveTo>
                <a:lnTo>
                  <a:pt x="192693" y="1165480"/>
                </a:lnTo>
                <a:lnTo>
                  <a:pt x="189501" y="1155781"/>
                </a:lnTo>
                <a:close/>
                <a:moveTo>
                  <a:pt x="294603" y="915620"/>
                </a:moveTo>
                <a:lnTo>
                  <a:pt x="295395" y="925080"/>
                </a:lnTo>
                <a:lnTo>
                  <a:pt x="297903" y="932712"/>
                </a:lnTo>
                <a:lnTo>
                  <a:pt x="300747" y="939259"/>
                </a:lnTo>
                <a:lnTo>
                  <a:pt x="306725" y="944997"/>
                </a:lnTo>
                <a:lnTo>
                  <a:pt x="306817" y="945078"/>
                </a:lnTo>
                <a:lnTo>
                  <a:pt x="303271" y="936758"/>
                </a:lnTo>
                <a:close/>
                <a:moveTo>
                  <a:pt x="289555" y="926871"/>
                </a:moveTo>
                <a:lnTo>
                  <a:pt x="289914" y="928862"/>
                </a:lnTo>
                <a:lnTo>
                  <a:pt x="291943" y="930810"/>
                </a:lnTo>
                <a:lnTo>
                  <a:pt x="290991" y="928582"/>
                </a:lnTo>
                <a:close/>
                <a:moveTo>
                  <a:pt x="411433" y="653831"/>
                </a:moveTo>
                <a:lnTo>
                  <a:pt x="410671" y="664444"/>
                </a:lnTo>
                <a:lnTo>
                  <a:pt x="411892" y="670439"/>
                </a:lnTo>
                <a:lnTo>
                  <a:pt x="413496" y="671765"/>
                </a:lnTo>
                <a:lnTo>
                  <a:pt x="416735" y="671937"/>
                </a:lnTo>
                <a:lnTo>
                  <a:pt x="417100" y="669821"/>
                </a:lnTo>
                <a:lnTo>
                  <a:pt x="417400" y="669553"/>
                </a:lnTo>
                <a:lnTo>
                  <a:pt x="416986" y="671951"/>
                </a:lnTo>
                <a:lnTo>
                  <a:pt x="419284" y="672072"/>
                </a:lnTo>
                <a:lnTo>
                  <a:pt x="416457" y="654097"/>
                </a:lnTo>
                <a:close/>
                <a:moveTo>
                  <a:pt x="482684" y="494277"/>
                </a:moveTo>
                <a:lnTo>
                  <a:pt x="487139" y="497921"/>
                </a:lnTo>
                <a:lnTo>
                  <a:pt x="486316" y="495387"/>
                </a:lnTo>
                <a:close/>
                <a:moveTo>
                  <a:pt x="258502" y="996120"/>
                </a:moveTo>
                <a:lnTo>
                  <a:pt x="259015" y="997610"/>
                </a:lnTo>
                <a:lnTo>
                  <a:pt x="258888" y="996558"/>
                </a:lnTo>
                <a:close/>
                <a:moveTo>
                  <a:pt x="362818" y="762461"/>
                </a:moveTo>
                <a:lnTo>
                  <a:pt x="362170" y="765187"/>
                </a:lnTo>
                <a:lnTo>
                  <a:pt x="361617" y="778615"/>
                </a:lnTo>
                <a:lnTo>
                  <a:pt x="361600" y="790946"/>
                </a:lnTo>
                <a:lnTo>
                  <a:pt x="366272" y="801922"/>
                </a:lnTo>
                <a:lnTo>
                  <a:pt x="374213" y="805390"/>
                </a:lnTo>
                <a:lnTo>
                  <a:pt x="373239" y="781989"/>
                </a:lnTo>
                <a:lnTo>
                  <a:pt x="370082" y="775859"/>
                </a:lnTo>
                <a:lnTo>
                  <a:pt x="367974" y="770906"/>
                </a:lnTo>
                <a:lnTo>
                  <a:pt x="365327" y="766576"/>
                </a:lnTo>
                <a:lnTo>
                  <a:pt x="365384" y="766310"/>
                </a:lnTo>
                <a:lnTo>
                  <a:pt x="367469" y="769719"/>
                </a:lnTo>
                <a:lnTo>
                  <a:pt x="364924" y="763740"/>
                </a:lnTo>
                <a:close/>
                <a:moveTo>
                  <a:pt x="472921" y="515830"/>
                </a:moveTo>
                <a:lnTo>
                  <a:pt x="473172" y="536220"/>
                </a:lnTo>
                <a:lnTo>
                  <a:pt x="474641" y="537155"/>
                </a:lnTo>
                <a:lnTo>
                  <a:pt x="474455" y="516299"/>
                </a:lnTo>
                <a:close/>
                <a:moveTo>
                  <a:pt x="396883" y="685742"/>
                </a:moveTo>
                <a:lnTo>
                  <a:pt x="397283" y="687335"/>
                </a:lnTo>
                <a:lnTo>
                  <a:pt x="397561" y="685915"/>
                </a:lnTo>
                <a:close/>
                <a:moveTo>
                  <a:pt x="411510" y="652755"/>
                </a:moveTo>
                <a:lnTo>
                  <a:pt x="411472" y="653277"/>
                </a:lnTo>
                <a:lnTo>
                  <a:pt x="415173" y="653473"/>
                </a:lnTo>
                <a:lnTo>
                  <a:pt x="414535" y="653172"/>
                </a:lnTo>
                <a:close/>
                <a:moveTo>
                  <a:pt x="363894" y="759376"/>
                </a:moveTo>
                <a:lnTo>
                  <a:pt x="365156" y="762339"/>
                </a:lnTo>
                <a:lnTo>
                  <a:pt x="367290" y="762987"/>
                </a:lnTo>
                <a:lnTo>
                  <a:pt x="366067" y="760016"/>
                </a:lnTo>
                <a:close/>
                <a:moveTo>
                  <a:pt x="347216" y="796457"/>
                </a:moveTo>
                <a:lnTo>
                  <a:pt x="347470" y="798075"/>
                </a:lnTo>
                <a:lnTo>
                  <a:pt x="347536" y="796882"/>
                </a:lnTo>
                <a:close/>
                <a:moveTo>
                  <a:pt x="333026" y="828166"/>
                </a:moveTo>
                <a:lnTo>
                  <a:pt x="332305" y="833601"/>
                </a:lnTo>
                <a:lnTo>
                  <a:pt x="333318" y="835989"/>
                </a:lnTo>
                <a:lnTo>
                  <a:pt x="343518" y="840329"/>
                </a:lnTo>
                <a:close/>
                <a:moveTo>
                  <a:pt x="363377" y="760107"/>
                </a:moveTo>
                <a:lnTo>
                  <a:pt x="363004" y="761685"/>
                </a:lnTo>
                <a:lnTo>
                  <a:pt x="364205" y="762050"/>
                </a:lnTo>
                <a:close/>
                <a:moveTo>
                  <a:pt x="202993" y="1119130"/>
                </a:moveTo>
                <a:lnTo>
                  <a:pt x="207690" y="1129220"/>
                </a:lnTo>
                <a:lnTo>
                  <a:pt x="221328" y="1149588"/>
                </a:lnTo>
                <a:lnTo>
                  <a:pt x="226924" y="1157266"/>
                </a:lnTo>
                <a:lnTo>
                  <a:pt x="225578" y="1154244"/>
                </a:lnTo>
                <a:lnTo>
                  <a:pt x="206795" y="1125189"/>
                </a:lnTo>
                <a:close/>
                <a:moveTo>
                  <a:pt x="411580" y="651772"/>
                </a:moveTo>
                <a:lnTo>
                  <a:pt x="411538" y="652356"/>
                </a:lnTo>
                <a:lnTo>
                  <a:pt x="413336" y="652604"/>
                </a:lnTo>
                <a:close/>
                <a:moveTo>
                  <a:pt x="401804" y="673413"/>
                </a:moveTo>
                <a:lnTo>
                  <a:pt x="400462" y="680265"/>
                </a:lnTo>
                <a:lnTo>
                  <a:pt x="403798" y="681845"/>
                </a:lnTo>
                <a:lnTo>
                  <a:pt x="403492" y="674809"/>
                </a:lnTo>
                <a:close/>
                <a:moveTo>
                  <a:pt x="436026" y="596653"/>
                </a:moveTo>
                <a:lnTo>
                  <a:pt x="439597" y="604115"/>
                </a:lnTo>
                <a:lnTo>
                  <a:pt x="442461" y="604686"/>
                </a:lnTo>
                <a:lnTo>
                  <a:pt x="442662" y="603509"/>
                </a:lnTo>
                <a:lnTo>
                  <a:pt x="439706" y="597768"/>
                </a:lnTo>
                <a:close/>
                <a:moveTo>
                  <a:pt x="325268" y="844538"/>
                </a:moveTo>
                <a:lnTo>
                  <a:pt x="325977" y="846259"/>
                </a:lnTo>
                <a:lnTo>
                  <a:pt x="326036" y="845814"/>
                </a:lnTo>
                <a:lnTo>
                  <a:pt x="326225" y="844849"/>
                </a:lnTo>
                <a:lnTo>
                  <a:pt x="326194" y="844587"/>
                </a:lnTo>
                <a:close/>
                <a:moveTo>
                  <a:pt x="504302" y="443476"/>
                </a:moveTo>
                <a:lnTo>
                  <a:pt x="504508" y="448209"/>
                </a:lnTo>
                <a:lnTo>
                  <a:pt x="521868" y="462515"/>
                </a:lnTo>
                <a:lnTo>
                  <a:pt x="521899" y="462529"/>
                </a:lnTo>
                <a:lnTo>
                  <a:pt x="522244" y="454178"/>
                </a:lnTo>
                <a:close/>
                <a:moveTo>
                  <a:pt x="262470" y="984982"/>
                </a:moveTo>
                <a:lnTo>
                  <a:pt x="263314" y="990196"/>
                </a:lnTo>
                <a:lnTo>
                  <a:pt x="264251" y="991885"/>
                </a:lnTo>
                <a:lnTo>
                  <a:pt x="263632" y="986759"/>
                </a:lnTo>
                <a:close/>
                <a:moveTo>
                  <a:pt x="287717" y="928330"/>
                </a:moveTo>
                <a:lnTo>
                  <a:pt x="289985" y="944453"/>
                </a:lnTo>
                <a:lnTo>
                  <a:pt x="292538" y="945204"/>
                </a:lnTo>
                <a:close/>
                <a:moveTo>
                  <a:pt x="308561" y="881244"/>
                </a:moveTo>
                <a:lnTo>
                  <a:pt x="311018" y="891863"/>
                </a:lnTo>
                <a:lnTo>
                  <a:pt x="311632" y="894361"/>
                </a:lnTo>
                <a:lnTo>
                  <a:pt x="312325" y="896767"/>
                </a:lnTo>
                <a:lnTo>
                  <a:pt x="312602" y="888034"/>
                </a:lnTo>
                <a:close/>
                <a:moveTo>
                  <a:pt x="179539" y="1170063"/>
                </a:moveTo>
                <a:lnTo>
                  <a:pt x="186164" y="1184319"/>
                </a:lnTo>
                <a:lnTo>
                  <a:pt x="208839" y="1214534"/>
                </a:lnTo>
                <a:lnTo>
                  <a:pt x="208269" y="1212803"/>
                </a:lnTo>
                <a:lnTo>
                  <a:pt x="203906" y="1206361"/>
                </a:lnTo>
                <a:lnTo>
                  <a:pt x="191321" y="1184489"/>
                </a:lnTo>
                <a:close/>
                <a:moveTo>
                  <a:pt x="312582" y="872127"/>
                </a:moveTo>
                <a:lnTo>
                  <a:pt x="313357" y="873456"/>
                </a:lnTo>
                <a:lnTo>
                  <a:pt x="313437" y="872346"/>
                </a:lnTo>
                <a:close/>
                <a:moveTo>
                  <a:pt x="287799" y="927528"/>
                </a:moveTo>
                <a:lnTo>
                  <a:pt x="292189" y="942894"/>
                </a:lnTo>
                <a:lnTo>
                  <a:pt x="289759" y="929410"/>
                </a:lnTo>
                <a:close/>
                <a:moveTo>
                  <a:pt x="240206" y="1034042"/>
                </a:moveTo>
                <a:lnTo>
                  <a:pt x="241490" y="1038549"/>
                </a:lnTo>
                <a:lnTo>
                  <a:pt x="246554" y="1043121"/>
                </a:lnTo>
                <a:lnTo>
                  <a:pt x="242999" y="1038617"/>
                </a:lnTo>
                <a:close/>
                <a:moveTo>
                  <a:pt x="364414" y="755736"/>
                </a:moveTo>
                <a:lnTo>
                  <a:pt x="364355" y="755987"/>
                </a:lnTo>
                <a:lnTo>
                  <a:pt x="364613" y="756063"/>
                </a:lnTo>
                <a:lnTo>
                  <a:pt x="364516" y="755767"/>
                </a:lnTo>
                <a:close/>
                <a:moveTo>
                  <a:pt x="379395" y="721758"/>
                </a:moveTo>
                <a:lnTo>
                  <a:pt x="380340" y="725617"/>
                </a:lnTo>
                <a:lnTo>
                  <a:pt x="386929" y="735626"/>
                </a:lnTo>
                <a:lnTo>
                  <a:pt x="387648" y="736581"/>
                </a:lnTo>
                <a:lnTo>
                  <a:pt x="388866" y="730349"/>
                </a:lnTo>
                <a:lnTo>
                  <a:pt x="387853" y="726005"/>
                </a:lnTo>
                <a:lnTo>
                  <a:pt x="386843" y="724496"/>
                </a:lnTo>
                <a:lnTo>
                  <a:pt x="385646" y="723853"/>
                </a:lnTo>
                <a:close/>
                <a:moveTo>
                  <a:pt x="339052" y="811523"/>
                </a:moveTo>
                <a:lnTo>
                  <a:pt x="340405" y="818162"/>
                </a:lnTo>
                <a:lnTo>
                  <a:pt x="341403" y="818641"/>
                </a:lnTo>
                <a:close/>
                <a:moveTo>
                  <a:pt x="362428" y="758945"/>
                </a:moveTo>
                <a:lnTo>
                  <a:pt x="362327" y="761380"/>
                </a:lnTo>
                <a:lnTo>
                  <a:pt x="362378" y="761412"/>
                </a:lnTo>
                <a:lnTo>
                  <a:pt x="362929" y="759091"/>
                </a:lnTo>
                <a:close/>
                <a:moveTo>
                  <a:pt x="504212" y="441423"/>
                </a:moveTo>
                <a:lnTo>
                  <a:pt x="504283" y="443047"/>
                </a:lnTo>
                <a:lnTo>
                  <a:pt x="522261" y="453770"/>
                </a:lnTo>
                <a:lnTo>
                  <a:pt x="522283" y="453246"/>
                </a:lnTo>
                <a:close/>
                <a:moveTo>
                  <a:pt x="415336" y="640359"/>
                </a:moveTo>
                <a:lnTo>
                  <a:pt x="417349" y="653156"/>
                </a:lnTo>
                <a:lnTo>
                  <a:pt x="419263" y="653418"/>
                </a:lnTo>
                <a:lnTo>
                  <a:pt x="416752" y="643198"/>
                </a:lnTo>
                <a:lnTo>
                  <a:pt x="416297" y="640959"/>
                </a:lnTo>
                <a:lnTo>
                  <a:pt x="415740" y="640500"/>
                </a:lnTo>
                <a:close/>
                <a:moveTo>
                  <a:pt x="471168" y="515295"/>
                </a:moveTo>
                <a:lnTo>
                  <a:pt x="470595" y="533424"/>
                </a:lnTo>
                <a:lnTo>
                  <a:pt x="471350" y="535061"/>
                </a:lnTo>
                <a:lnTo>
                  <a:pt x="472416" y="535739"/>
                </a:lnTo>
                <a:lnTo>
                  <a:pt x="472305" y="528202"/>
                </a:lnTo>
                <a:lnTo>
                  <a:pt x="472276" y="515632"/>
                </a:lnTo>
                <a:close/>
                <a:moveTo>
                  <a:pt x="333715" y="822982"/>
                </a:moveTo>
                <a:lnTo>
                  <a:pt x="333095" y="827651"/>
                </a:lnTo>
                <a:lnTo>
                  <a:pt x="337822" y="833131"/>
                </a:lnTo>
                <a:lnTo>
                  <a:pt x="343823" y="839552"/>
                </a:lnTo>
                <a:lnTo>
                  <a:pt x="343960" y="838977"/>
                </a:lnTo>
                <a:lnTo>
                  <a:pt x="341536" y="827080"/>
                </a:lnTo>
                <a:lnTo>
                  <a:pt x="341278" y="826612"/>
                </a:lnTo>
                <a:close/>
                <a:moveTo>
                  <a:pt x="314617" y="865699"/>
                </a:moveTo>
                <a:lnTo>
                  <a:pt x="314423" y="871834"/>
                </a:lnTo>
                <a:lnTo>
                  <a:pt x="317175" y="872446"/>
                </a:lnTo>
                <a:close/>
                <a:moveTo>
                  <a:pt x="474590" y="507181"/>
                </a:moveTo>
                <a:lnTo>
                  <a:pt x="474666" y="515662"/>
                </a:lnTo>
                <a:lnTo>
                  <a:pt x="487244" y="519503"/>
                </a:lnTo>
                <a:lnTo>
                  <a:pt x="487240" y="517524"/>
                </a:lnTo>
                <a:close/>
                <a:moveTo>
                  <a:pt x="387934" y="700921"/>
                </a:moveTo>
                <a:lnTo>
                  <a:pt x="392327" y="712500"/>
                </a:lnTo>
                <a:lnTo>
                  <a:pt x="392356" y="712509"/>
                </a:lnTo>
                <a:lnTo>
                  <a:pt x="394150" y="703342"/>
                </a:lnTo>
                <a:lnTo>
                  <a:pt x="393999" y="702772"/>
                </a:lnTo>
                <a:close/>
                <a:moveTo>
                  <a:pt x="409020" y="653703"/>
                </a:moveTo>
                <a:lnTo>
                  <a:pt x="409393" y="658165"/>
                </a:lnTo>
                <a:lnTo>
                  <a:pt x="410457" y="663392"/>
                </a:lnTo>
                <a:lnTo>
                  <a:pt x="411143" y="653815"/>
                </a:lnTo>
                <a:close/>
                <a:moveTo>
                  <a:pt x="365560" y="750917"/>
                </a:moveTo>
                <a:lnTo>
                  <a:pt x="365017" y="753201"/>
                </a:lnTo>
                <a:lnTo>
                  <a:pt x="365935" y="755428"/>
                </a:lnTo>
                <a:lnTo>
                  <a:pt x="370744" y="756926"/>
                </a:lnTo>
                <a:close/>
                <a:moveTo>
                  <a:pt x="300768" y="895986"/>
                </a:moveTo>
                <a:lnTo>
                  <a:pt x="302089" y="898351"/>
                </a:lnTo>
                <a:lnTo>
                  <a:pt x="301832" y="896318"/>
                </a:lnTo>
                <a:close/>
                <a:moveTo>
                  <a:pt x="323245" y="845342"/>
                </a:moveTo>
                <a:lnTo>
                  <a:pt x="323924" y="861721"/>
                </a:lnTo>
                <a:lnTo>
                  <a:pt x="325402" y="850583"/>
                </a:lnTo>
                <a:close/>
                <a:moveTo>
                  <a:pt x="328210" y="834168"/>
                </a:moveTo>
                <a:lnTo>
                  <a:pt x="328289" y="834299"/>
                </a:lnTo>
                <a:lnTo>
                  <a:pt x="328306" y="834210"/>
                </a:lnTo>
                <a:close/>
                <a:moveTo>
                  <a:pt x="365810" y="749862"/>
                </a:moveTo>
                <a:lnTo>
                  <a:pt x="365642" y="750569"/>
                </a:lnTo>
                <a:lnTo>
                  <a:pt x="371265" y="757089"/>
                </a:lnTo>
                <a:lnTo>
                  <a:pt x="373130" y="757670"/>
                </a:lnTo>
                <a:lnTo>
                  <a:pt x="373307" y="752115"/>
                </a:lnTo>
                <a:lnTo>
                  <a:pt x="368245" y="750569"/>
                </a:lnTo>
                <a:close/>
                <a:moveTo>
                  <a:pt x="408043" y="654900"/>
                </a:moveTo>
                <a:lnTo>
                  <a:pt x="407551" y="666849"/>
                </a:lnTo>
                <a:lnTo>
                  <a:pt x="409789" y="668700"/>
                </a:lnTo>
                <a:lnTo>
                  <a:pt x="409049" y="659837"/>
                </a:lnTo>
                <a:close/>
                <a:moveTo>
                  <a:pt x="278646" y="944641"/>
                </a:moveTo>
                <a:lnTo>
                  <a:pt x="280308" y="948559"/>
                </a:lnTo>
                <a:lnTo>
                  <a:pt x="281123" y="950324"/>
                </a:lnTo>
                <a:lnTo>
                  <a:pt x="291243" y="965979"/>
                </a:lnTo>
                <a:lnTo>
                  <a:pt x="290820" y="962968"/>
                </a:lnTo>
                <a:lnTo>
                  <a:pt x="284731" y="951635"/>
                </a:lnTo>
                <a:lnTo>
                  <a:pt x="281535" y="945491"/>
                </a:lnTo>
                <a:close/>
                <a:moveTo>
                  <a:pt x="256593" y="993950"/>
                </a:moveTo>
                <a:lnTo>
                  <a:pt x="257666" y="996582"/>
                </a:lnTo>
                <a:lnTo>
                  <a:pt x="259020" y="998905"/>
                </a:lnTo>
                <a:lnTo>
                  <a:pt x="257780" y="995299"/>
                </a:lnTo>
                <a:lnTo>
                  <a:pt x="256617" y="993977"/>
                </a:lnTo>
                <a:close/>
                <a:moveTo>
                  <a:pt x="408478" y="653675"/>
                </a:moveTo>
                <a:lnTo>
                  <a:pt x="408572" y="654137"/>
                </a:lnTo>
                <a:lnTo>
                  <a:pt x="408534" y="653678"/>
                </a:lnTo>
                <a:close/>
                <a:moveTo>
                  <a:pt x="297358" y="902455"/>
                </a:moveTo>
                <a:lnTo>
                  <a:pt x="307411" y="925912"/>
                </a:lnTo>
                <a:lnTo>
                  <a:pt x="304332" y="910631"/>
                </a:lnTo>
                <a:close/>
                <a:moveTo>
                  <a:pt x="408910" y="652398"/>
                </a:moveTo>
                <a:lnTo>
                  <a:pt x="408973" y="653143"/>
                </a:lnTo>
                <a:lnTo>
                  <a:pt x="411183" y="653261"/>
                </a:lnTo>
                <a:lnTo>
                  <a:pt x="411222" y="652715"/>
                </a:lnTo>
                <a:close/>
                <a:moveTo>
                  <a:pt x="394216" y="685060"/>
                </a:moveTo>
                <a:lnTo>
                  <a:pt x="396413" y="686715"/>
                </a:lnTo>
                <a:lnTo>
                  <a:pt x="396138" y="685551"/>
                </a:lnTo>
                <a:close/>
                <a:moveTo>
                  <a:pt x="433933" y="596017"/>
                </a:moveTo>
                <a:lnTo>
                  <a:pt x="434870" y="603171"/>
                </a:lnTo>
                <a:lnTo>
                  <a:pt x="438784" y="603952"/>
                </a:lnTo>
                <a:lnTo>
                  <a:pt x="435137" y="596383"/>
                </a:lnTo>
                <a:close/>
                <a:moveTo>
                  <a:pt x="235831" y="1039509"/>
                </a:moveTo>
                <a:lnTo>
                  <a:pt x="238475" y="1052623"/>
                </a:lnTo>
                <a:lnTo>
                  <a:pt x="245067" y="1058774"/>
                </a:lnTo>
                <a:lnTo>
                  <a:pt x="243919" y="1056323"/>
                </a:lnTo>
                <a:lnTo>
                  <a:pt x="241808" y="1050793"/>
                </a:lnTo>
                <a:close/>
                <a:moveTo>
                  <a:pt x="287253" y="924128"/>
                </a:moveTo>
                <a:lnTo>
                  <a:pt x="287483" y="926424"/>
                </a:lnTo>
                <a:lnTo>
                  <a:pt x="287525" y="926571"/>
                </a:lnTo>
                <a:lnTo>
                  <a:pt x="289608" y="928569"/>
                </a:lnTo>
                <a:lnTo>
                  <a:pt x="289233" y="926486"/>
                </a:lnTo>
                <a:close/>
                <a:moveTo>
                  <a:pt x="362584" y="755164"/>
                </a:moveTo>
                <a:lnTo>
                  <a:pt x="362571" y="755463"/>
                </a:lnTo>
                <a:lnTo>
                  <a:pt x="363741" y="755806"/>
                </a:lnTo>
                <a:lnTo>
                  <a:pt x="363807" y="755546"/>
                </a:lnTo>
                <a:close/>
                <a:moveTo>
                  <a:pt x="307181" y="878922"/>
                </a:moveTo>
                <a:lnTo>
                  <a:pt x="310618" y="890845"/>
                </a:lnTo>
                <a:lnTo>
                  <a:pt x="308293" y="880792"/>
                </a:lnTo>
                <a:close/>
                <a:moveTo>
                  <a:pt x="315301" y="860467"/>
                </a:moveTo>
                <a:lnTo>
                  <a:pt x="319610" y="872989"/>
                </a:lnTo>
                <a:lnTo>
                  <a:pt x="320663" y="873224"/>
                </a:lnTo>
                <a:lnTo>
                  <a:pt x="320652" y="872938"/>
                </a:lnTo>
                <a:lnTo>
                  <a:pt x="319581" y="863814"/>
                </a:lnTo>
                <a:close/>
                <a:moveTo>
                  <a:pt x="364771" y="749560"/>
                </a:moveTo>
                <a:lnTo>
                  <a:pt x="365192" y="750046"/>
                </a:lnTo>
                <a:lnTo>
                  <a:pt x="365276" y="749707"/>
                </a:lnTo>
                <a:close/>
                <a:moveTo>
                  <a:pt x="408196" y="652299"/>
                </a:moveTo>
                <a:lnTo>
                  <a:pt x="408362" y="653111"/>
                </a:lnTo>
                <a:lnTo>
                  <a:pt x="408487" y="653118"/>
                </a:lnTo>
                <a:lnTo>
                  <a:pt x="408421" y="652331"/>
                </a:lnTo>
                <a:close/>
                <a:moveTo>
                  <a:pt x="158232" y="1211747"/>
                </a:moveTo>
                <a:lnTo>
                  <a:pt x="160792" y="1219348"/>
                </a:lnTo>
                <a:lnTo>
                  <a:pt x="170876" y="1245755"/>
                </a:lnTo>
                <a:lnTo>
                  <a:pt x="173859" y="1247829"/>
                </a:lnTo>
                <a:lnTo>
                  <a:pt x="193434" y="1260293"/>
                </a:lnTo>
                <a:lnTo>
                  <a:pt x="185661" y="1237215"/>
                </a:lnTo>
                <a:close/>
                <a:moveTo>
                  <a:pt x="344890" y="793716"/>
                </a:moveTo>
                <a:lnTo>
                  <a:pt x="345094" y="802855"/>
                </a:lnTo>
                <a:lnTo>
                  <a:pt x="347009" y="806528"/>
                </a:lnTo>
                <a:lnTo>
                  <a:pt x="347248" y="802175"/>
                </a:lnTo>
                <a:lnTo>
                  <a:pt x="346462" y="795454"/>
                </a:lnTo>
                <a:lnTo>
                  <a:pt x="345274" y="793871"/>
                </a:lnTo>
                <a:lnTo>
                  <a:pt x="345269" y="793864"/>
                </a:lnTo>
                <a:close/>
                <a:moveTo>
                  <a:pt x="408746" y="650430"/>
                </a:moveTo>
                <a:lnTo>
                  <a:pt x="408876" y="651990"/>
                </a:lnTo>
                <a:lnTo>
                  <a:pt x="411251" y="652316"/>
                </a:lnTo>
                <a:lnTo>
                  <a:pt x="411299" y="651638"/>
                </a:lnTo>
                <a:close/>
                <a:moveTo>
                  <a:pt x="344880" y="793272"/>
                </a:moveTo>
                <a:lnTo>
                  <a:pt x="344884" y="793456"/>
                </a:lnTo>
                <a:lnTo>
                  <a:pt x="345041" y="793517"/>
                </a:lnTo>
                <a:close/>
                <a:moveTo>
                  <a:pt x="314814" y="860086"/>
                </a:moveTo>
                <a:lnTo>
                  <a:pt x="314781" y="860540"/>
                </a:lnTo>
                <a:lnTo>
                  <a:pt x="314658" y="864408"/>
                </a:lnTo>
                <a:lnTo>
                  <a:pt x="317756" y="872576"/>
                </a:lnTo>
                <a:lnTo>
                  <a:pt x="319255" y="872909"/>
                </a:lnTo>
                <a:lnTo>
                  <a:pt x="318346" y="870268"/>
                </a:lnTo>
                <a:lnTo>
                  <a:pt x="315058" y="860277"/>
                </a:lnTo>
                <a:close/>
                <a:moveTo>
                  <a:pt x="277168" y="944206"/>
                </a:moveTo>
                <a:lnTo>
                  <a:pt x="278548" y="946341"/>
                </a:lnTo>
                <a:lnTo>
                  <a:pt x="277711" y="944366"/>
                </a:lnTo>
                <a:close/>
                <a:moveTo>
                  <a:pt x="236755" y="1034681"/>
                </a:moveTo>
                <a:lnTo>
                  <a:pt x="239189" y="1041054"/>
                </a:lnTo>
                <a:lnTo>
                  <a:pt x="239657" y="1042055"/>
                </a:lnTo>
                <a:lnTo>
                  <a:pt x="239606" y="1041711"/>
                </a:lnTo>
                <a:lnTo>
                  <a:pt x="242527" y="1043994"/>
                </a:lnTo>
                <a:lnTo>
                  <a:pt x="242066" y="1042376"/>
                </a:lnTo>
                <a:lnTo>
                  <a:pt x="241490" y="1041015"/>
                </a:lnTo>
                <a:lnTo>
                  <a:pt x="240219" y="1037898"/>
                </a:lnTo>
                <a:close/>
                <a:moveTo>
                  <a:pt x="314846" y="859635"/>
                </a:moveTo>
                <a:lnTo>
                  <a:pt x="314839" y="859719"/>
                </a:lnTo>
                <a:lnTo>
                  <a:pt x="314886" y="859754"/>
                </a:lnTo>
                <a:close/>
                <a:moveTo>
                  <a:pt x="334785" y="814907"/>
                </a:moveTo>
                <a:lnTo>
                  <a:pt x="334776" y="814974"/>
                </a:lnTo>
                <a:lnTo>
                  <a:pt x="334843" y="815012"/>
                </a:lnTo>
                <a:close/>
                <a:moveTo>
                  <a:pt x="472796" y="505715"/>
                </a:moveTo>
                <a:lnTo>
                  <a:pt x="472913" y="515126"/>
                </a:lnTo>
                <a:lnTo>
                  <a:pt x="474449" y="515595"/>
                </a:lnTo>
                <a:lnTo>
                  <a:pt x="474372" y="507002"/>
                </a:lnTo>
                <a:lnTo>
                  <a:pt x="472824" y="505735"/>
                </a:lnTo>
                <a:close/>
                <a:moveTo>
                  <a:pt x="255335" y="992578"/>
                </a:moveTo>
                <a:lnTo>
                  <a:pt x="256751" y="995010"/>
                </a:lnTo>
                <a:lnTo>
                  <a:pt x="256068" y="993337"/>
                </a:lnTo>
                <a:lnTo>
                  <a:pt x="255664" y="992865"/>
                </a:lnTo>
                <a:close/>
                <a:moveTo>
                  <a:pt x="408238" y="650189"/>
                </a:moveTo>
                <a:lnTo>
                  <a:pt x="408167" y="651893"/>
                </a:lnTo>
                <a:lnTo>
                  <a:pt x="408387" y="651923"/>
                </a:lnTo>
                <a:lnTo>
                  <a:pt x="408242" y="650191"/>
                </a:lnTo>
                <a:close/>
                <a:moveTo>
                  <a:pt x="395204" y="679042"/>
                </a:moveTo>
                <a:lnTo>
                  <a:pt x="396578" y="684523"/>
                </a:lnTo>
                <a:lnTo>
                  <a:pt x="397769" y="684856"/>
                </a:lnTo>
                <a:lnTo>
                  <a:pt x="398592" y="680646"/>
                </a:lnTo>
                <a:close/>
                <a:moveTo>
                  <a:pt x="433550" y="593088"/>
                </a:moveTo>
                <a:lnTo>
                  <a:pt x="433890" y="595694"/>
                </a:lnTo>
                <a:lnTo>
                  <a:pt x="434961" y="596019"/>
                </a:lnTo>
                <a:close/>
                <a:moveTo>
                  <a:pt x="370405" y="734171"/>
                </a:moveTo>
                <a:lnTo>
                  <a:pt x="373483" y="746552"/>
                </a:lnTo>
                <a:lnTo>
                  <a:pt x="373654" y="741138"/>
                </a:lnTo>
                <a:close/>
                <a:moveTo>
                  <a:pt x="325220" y="835178"/>
                </a:moveTo>
                <a:lnTo>
                  <a:pt x="326418" y="843861"/>
                </a:lnTo>
                <a:lnTo>
                  <a:pt x="327149" y="840128"/>
                </a:lnTo>
                <a:close/>
                <a:moveTo>
                  <a:pt x="435930" y="586888"/>
                </a:moveTo>
                <a:lnTo>
                  <a:pt x="441682" y="598057"/>
                </a:lnTo>
                <a:lnTo>
                  <a:pt x="443498" y="598608"/>
                </a:lnTo>
                <a:lnTo>
                  <a:pt x="444564" y="592367"/>
                </a:lnTo>
                <a:lnTo>
                  <a:pt x="440284" y="589530"/>
                </a:lnTo>
                <a:close/>
                <a:moveTo>
                  <a:pt x="412469" y="639363"/>
                </a:moveTo>
                <a:lnTo>
                  <a:pt x="411647" y="650825"/>
                </a:lnTo>
                <a:lnTo>
                  <a:pt x="416187" y="652996"/>
                </a:lnTo>
                <a:lnTo>
                  <a:pt x="416285" y="653009"/>
                </a:lnTo>
                <a:lnTo>
                  <a:pt x="414236" y="639977"/>
                </a:lnTo>
                <a:close/>
                <a:moveTo>
                  <a:pt x="406121" y="653550"/>
                </a:moveTo>
                <a:lnTo>
                  <a:pt x="405455" y="665117"/>
                </a:lnTo>
                <a:lnTo>
                  <a:pt x="406900" y="666312"/>
                </a:lnTo>
                <a:lnTo>
                  <a:pt x="407425" y="653619"/>
                </a:lnTo>
                <a:close/>
                <a:moveTo>
                  <a:pt x="362778" y="750479"/>
                </a:moveTo>
                <a:lnTo>
                  <a:pt x="362616" y="754394"/>
                </a:lnTo>
                <a:lnTo>
                  <a:pt x="363989" y="754822"/>
                </a:lnTo>
                <a:lnTo>
                  <a:pt x="364083" y="754450"/>
                </a:lnTo>
                <a:close/>
                <a:moveTo>
                  <a:pt x="363346" y="749146"/>
                </a:moveTo>
                <a:lnTo>
                  <a:pt x="364633" y="752267"/>
                </a:lnTo>
                <a:lnTo>
                  <a:pt x="365105" y="750391"/>
                </a:lnTo>
                <a:lnTo>
                  <a:pt x="364261" y="749412"/>
                </a:lnTo>
                <a:close/>
                <a:moveTo>
                  <a:pt x="286863" y="920226"/>
                </a:moveTo>
                <a:lnTo>
                  <a:pt x="287230" y="923899"/>
                </a:lnTo>
                <a:lnTo>
                  <a:pt x="289186" y="926229"/>
                </a:lnTo>
                <a:lnTo>
                  <a:pt x="289121" y="925869"/>
                </a:lnTo>
                <a:lnTo>
                  <a:pt x="289311" y="925515"/>
                </a:lnTo>
                <a:lnTo>
                  <a:pt x="289509" y="926614"/>
                </a:lnTo>
                <a:lnTo>
                  <a:pt x="290815" y="928170"/>
                </a:lnTo>
                <a:lnTo>
                  <a:pt x="289925" y="926085"/>
                </a:lnTo>
                <a:lnTo>
                  <a:pt x="289412" y="924680"/>
                </a:lnTo>
                <a:close/>
                <a:moveTo>
                  <a:pt x="460412" y="531581"/>
                </a:moveTo>
                <a:lnTo>
                  <a:pt x="463948" y="539236"/>
                </a:lnTo>
                <a:lnTo>
                  <a:pt x="468535" y="541704"/>
                </a:lnTo>
                <a:lnTo>
                  <a:pt x="468313" y="536610"/>
                </a:lnTo>
                <a:close/>
                <a:moveTo>
                  <a:pt x="405508" y="654479"/>
                </a:moveTo>
                <a:lnTo>
                  <a:pt x="403889" y="662754"/>
                </a:lnTo>
                <a:lnTo>
                  <a:pt x="404204" y="663544"/>
                </a:lnTo>
                <a:lnTo>
                  <a:pt x="404826" y="664472"/>
                </a:lnTo>
                <a:lnTo>
                  <a:pt x="404944" y="662411"/>
                </a:lnTo>
                <a:close/>
                <a:moveTo>
                  <a:pt x="468012" y="514331"/>
                </a:moveTo>
                <a:lnTo>
                  <a:pt x="468664" y="529244"/>
                </a:lnTo>
                <a:lnTo>
                  <a:pt x="469881" y="531880"/>
                </a:lnTo>
                <a:lnTo>
                  <a:pt x="470414" y="515064"/>
                </a:lnTo>
                <a:close/>
                <a:moveTo>
                  <a:pt x="375591" y="721236"/>
                </a:moveTo>
                <a:lnTo>
                  <a:pt x="374899" y="743096"/>
                </a:lnTo>
                <a:lnTo>
                  <a:pt x="375306" y="743969"/>
                </a:lnTo>
                <a:lnTo>
                  <a:pt x="378553" y="750753"/>
                </a:lnTo>
                <a:lnTo>
                  <a:pt x="378571" y="750556"/>
                </a:lnTo>
                <a:lnTo>
                  <a:pt x="381441" y="754223"/>
                </a:lnTo>
                <a:lnTo>
                  <a:pt x="382931" y="754656"/>
                </a:lnTo>
                <a:lnTo>
                  <a:pt x="376946" y="725267"/>
                </a:lnTo>
                <a:lnTo>
                  <a:pt x="375737" y="721606"/>
                </a:lnTo>
                <a:close/>
                <a:moveTo>
                  <a:pt x="412575" y="637882"/>
                </a:moveTo>
                <a:lnTo>
                  <a:pt x="412547" y="638274"/>
                </a:lnTo>
                <a:lnTo>
                  <a:pt x="413416" y="638577"/>
                </a:lnTo>
                <a:close/>
                <a:moveTo>
                  <a:pt x="406209" y="652026"/>
                </a:moveTo>
                <a:lnTo>
                  <a:pt x="406153" y="652994"/>
                </a:lnTo>
                <a:lnTo>
                  <a:pt x="407448" y="653063"/>
                </a:lnTo>
                <a:lnTo>
                  <a:pt x="407483" y="652202"/>
                </a:lnTo>
                <a:close/>
                <a:moveTo>
                  <a:pt x="297680" y="895025"/>
                </a:moveTo>
                <a:lnTo>
                  <a:pt x="302914" y="903596"/>
                </a:lnTo>
                <a:lnTo>
                  <a:pt x="302482" y="901452"/>
                </a:lnTo>
                <a:lnTo>
                  <a:pt x="302137" y="898720"/>
                </a:lnTo>
                <a:lnTo>
                  <a:pt x="300573" y="895925"/>
                </a:lnTo>
                <a:close/>
                <a:moveTo>
                  <a:pt x="384793" y="699961"/>
                </a:moveTo>
                <a:lnTo>
                  <a:pt x="387357" y="710953"/>
                </a:lnTo>
                <a:lnTo>
                  <a:pt x="391725" y="712313"/>
                </a:lnTo>
                <a:lnTo>
                  <a:pt x="387336" y="700737"/>
                </a:lnTo>
                <a:close/>
                <a:moveTo>
                  <a:pt x="369639" y="733744"/>
                </a:moveTo>
                <a:lnTo>
                  <a:pt x="365851" y="749692"/>
                </a:lnTo>
                <a:lnTo>
                  <a:pt x="373314" y="751862"/>
                </a:lnTo>
                <a:lnTo>
                  <a:pt x="373395" y="749325"/>
                </a:lnTo>
                <a:lnTo>
                  <a:pt x="371538" y="741858"/>
                </a:lnTo>
                <a:close/>
                <a:moveTo>
                  <a:pt x="305733" y="876489"/>
                </a:moveTo>
                <a:lnTo>
                  <a:pt x="308549" y="889670"/>
                </a:lnTo>
                <a:lnTo>
                  <a:pt x="311550" y="898762"/>
                </a:lnTo>
                <a:lnTo>
                  <a:pt x="311584" y="898773"/>
                </a:lnTo>
                <a:lnTo>
                  <a:pt x="310014" y="893328"/>
                </a:lnTo>
                <a:lnTo>
                  <a:pt x="305984" y="876911"/>
                </a:lnTo>
                <a:close/>
                <a:moveTo>
                  <a:pt x="471502" y="504739"/>
                </a:moveTo>
                <a:lnTo>
                  <a:pt x="471191" y="514601"/>
                </a:lnTo>
                <a:lnTo>
                  <a:pt x="472273" y="514932"/>
                </a:lnTo>
                <a:lnTo>
                  <a:pt x="472250" y="505303"/>
                </a:lnTo>
                <a:close/>
                <a:moveTo>
                  <a:pt x="362887" y="747820"/>
                </a:moveTo>
                <a:lnTo>
                  <a:pt x="362880" y="748012"/>
                </a:lnTo>
                <a:lnTo>
                  <a:pt x="363261" y="748939"/>
                </a:lnTo>
                <a:lnTo>
                  <a:pt x="364052" y="749169"/>
                </a:lnTo>
                <a:close/>
                <a:moveTo>
                  <a:pt x="324906" y="832762"/>
                </a:moveTo>
                <a:lnTo>
                  <a:pt x="324951" y="833163"/>
                </a:lnTo>
                <a:lnTo>
                  <a:pt x="327321" y="839245"/>
                </a:lnTo>
                <a:lnTo>
                  <a:pt x="328179" y="834863"/>
                </a:lnTo>
                <a:lnTo>
                  <a:pt x="327591" y="833904"/>
                </a:lnTo>
                <a:close/>
                <a:moveTo>
                  <a:pt x="406559" y="649394"/>
                </a:moveTo>
                <a:lnTo>
                  <a:pt x="406297" y="650501"/>
                </a:lnTo>
                <a:lnTo>
                  <a:pt x="406233" y="651626"/>
                </a:lnTo>
                <a:lnTo>
                  <a:pt x="407410" y="651788"/>
                </a:lnTo>
                <a:lnTo>
                  <a:pt x="406962" y="649585"/>
                </a:lnTo>
                <a:close/>
                <a:moveTo>
                  <a:pt x="503783" y="431566"/>
                </a:moveTo>
                <a:lnTo>
                  <a:pt x="504197" y="441080"/>
                </a:lnTo>
                <a:lnTo>
                  <a:pt x="508985" y="444064"/>
                </a:lnTo>
                <a:lnTo>
                  <a:pt x="522302" y="452777"/>
                </a:lnTo>
                <a:lnTo>
                  <a:pt x="522604" y="445477"/>
                </a:lnTo>
                <a:lnTo>
                  <a:pt x="520334" y="437944"/>
                </a:lnTo>
                <a:lnTo>
                  <a:pt x="518853" y="437353"/>
                </a:lnTo>
                <a:close/>
                <a:moveTo>
                  <a:pt x="401482" y="660551"/>
                </a:moveTo>
                <a:lnTo>
                  <a:pt x="401854" y="662138"/>
                </a:lnTo>
                <a:lnTo>
                  <a:pt x="402683" y="662823"/>
                </a:lnTo>
                <a:lnTo>
                  <a:pt x="402736" y="662595"/>
                </a:lnTo>
                <a:close/>
                <a:moveTo>
                  <a:pt x="568323" y="286957"/>
                </a:moveTo>
                <a:lnTo>
                  <a:pt x="568918" y="300599"/>
                </a:lnTo>
                <a:lnTo>
                  <a:pt x="572328" y="341348"/>
                </a:lnTo>
                <a:lnTo>
                  <a:pt x="578500" y="346357"/>
                </a:lnTo>
                <a:lnTo>
                  <a:pt x="582122" y="337886"/>
                </a:lnTo>
                <a:lnTo>
                  <a:pt x="581494" y="337523"/>
                </a:lnTo>
                <a:lnTo>
                  <a:pt x="581840" y="337473"/>
                </a:lnTo>
                <a:lnTo>
                  <a:pt x="582208" y="337684"/>
                </a:lnTo>
                <a:lnTo>
                  <a:pt x="584201" y="333021"/>
                </a:lnTo>
                <a:lnTo>
                  <a:pt x="584773" y="332709"/>
                </a:lnTo>
                <a:lnTo>
                  <a:pt x="582559" y="337888"/>
                </a:lnTo>
                <a:lnTo>
                  <a:pt x="591527" y="343069"/>
                </a:lnTo>
                <a:lnTo>
                  <a:pt x="593931" y="332943"/>
                </a:lnTo>
                <a:lnTo>
                  <a:pt x="591309" y="316349"/>
                </a:lnTo>
                <a:lnTo>
                  <a:pt x="589332" y="314932"/>
                </a:lnTo>
                <a:lnTo>
                  <a:pt x="589713" y="314914"/>
                </a:lnTo>
                <a:lnTo>
                  <a:pt x="591259" y="316023"/>
                </a:lnTo>
                <a:lnTo>
                  <a:pt x="590729" y="312669"/>
                </a:lnTo>
                <a:close/>
                <a:moveTo>
                  <a:pt x="257635" y="982347"/>
                </a:moveTo>
                <a:lnTo>
                  <a:pt x="259139" y="995652"/>
                </a:lnTo>
                <a:lnTo>
                  <a:pt x="264650" y="1000438"/>
                </a:lnTo>
                <a:lnTo>
                  <a:pt x="263726" y="994735"/>
                </a:lnTo>
                <a:lnTo>
                  <a:pt x="262453" y="992344"/>
                </a:lnTo>
                <a:close/>
                <a:moveTo>
                  <a:pt x="286513" y="916736"/>
                </a:moveTo>
                <a:lnTo>
                  <a:pt x="286700" y="918600"/>
                </a:lnTo>
                <a:lnTo>
                  <a:pt x="288061" y="920979"/>
                </a:lnTo>
                <a:close/>
                <a:moveTo>
                  <a:pt x="336604" y="804111"/>
                </a:moveTo>
                <a:lnTo>
                  <a:pt x="335404" y="810251"/>
                </a:lnTo>
                <a:lnTo>
                  <a:pt x="334835" y="814535"/>
                </a:lnTo>
                <a:lnTo>
                  <a:pt x="335221" y="815234"/>
                </a:lnTo>
                <a:lnTo>
                  <a:pt x="339402" y="817680"/>
                </a:lnTo>
                <a:lnTo>
                  <a:pt x="339647" y="817797"/>
                </a:lnTo>
                <a:lnTo>
                  <a:pt x="338328" y="811327"/>
                </a:lnTo>
                <a:lnTo>
                  <a:pt x="337438" y="806637"/>
                </a:lnTo>
                <a:close/>
                <a:moveTo>
                  <a:pt x="234422" y="1032516"/>
                </a:moveTo>
                <a:lnTo>
                  <a:pt x="235360" y="1037171"/>
                </a:lnTo>
                <a:lnTo>
                  <a:pt x="239824" y="1045600"/>
                </a:lnTo>
                <a:lnTo>
                  <a:pt x="235051" y="1033099"/>
                </a:lnTo>
                <a:close/>
                <a:moveTo>
                  <a:pt x="407755" y="644359"/>
                </a:moveTo>
                <a:lnTo>
                  <a:pt x="407122" y="647023"/>
                </a:lnTo>
                <a:lnTo>
                  <a:pt x="407492" y="648839"/>
                </a:lnTo>
                <a:lnTo>
                  <a:pt x="407621" y="648900"/>
                </a:lnTo>
                <a:lnTo>
                  <a:pt x="407665" y="647794"/>
                </a:lnTo>
                <a:lnTo>
                  <a:pt x="407815" y="645072"/>
                </a:lnTo>
                <a:close/>
                <a:moveTo>
                  <a:pt x="336785" y="803191"/>
                </a:moveTo>
                <a:lnTo>
                  <a:pt x="336750" y="803368"/>
                </a:lnTo>
                <a:lnTo>
                  <a:pt x="336910" y="803852"/>
                </a:lnTo>
                <a:close/>
                <a:moveTo>
                  <a:pt x="312262" y="858090"/>
                </a:moveTo>
                <a:lnTo>
                  <a:pt x="314107" y="862960"/>
                </a:lnTo>
                <a:lnTo>
                  <a:pt x="314341" y="859717"/>
                </a:lnTo>
                <a:close/>
                <a:moveTo>
                  <a:pt x="412991" y="632076"/>
                </a:moveTo>
                <a:lnTo>
                  <a:pt x="412982" y="632213"/>
                </a:lnTo>
                <a:lnTo>
                  <a:pt x="413016" y="632232"/>
                </a:lnTo>
                <a:close/>
                <a:moveTo>
                  <a:pt x="337111" y="801524"/>
                </a:moveTo>
                <a:lnTo>
                  <a:pt x="337064" y="801762"/>
                </a:lnTo>
                <a:lnTo>
                  <a:pt x="338422" y="808432"/>
                </a:lnTo>
                <a:lnTo>
                  <a:pt x="341868" y="818864"/>
                </a:lnTo>
                <a:lnTo>
                  <a:pt x="344655" y="820203"/>
                </a:lnTo>
                <a:lnTo>
                  <a:pt x="344557" y="815811"/>
                </a:lnTo>
                <a:close/>
                <a:moveTo>
                  <a:pt x="389625" y="683886"/>
                </a:moveTo>
                <a:lnTo>
                  <a:pt x="395284" y="697546"/>
                </a:lnTo>
                <a:lnTo>
                  <a:pt x="396954" y="689010"/>
                </a:lnTo>
                <a:lnTo>
                  <a:pt x="396552" y="687308"/>
                </a:lnTo>
                <a:lnTo>
                  <a:pt x="393234" y="684809"/>
                </a:lnTo>
                <a:close/>
                <a:moveTo>
                  <a:pt x="403228" y="653394"/>
                </a:moveTo>
                <a:lnTo>
                  <a:pt x="403491" y="659421"/>
                </a:lnTo>
                <a:lnTo>
                  <a:pt x="404901" y="653484"/>
                </a:lnTo>
                <a:close/>
                <a:moveTo>
                  <a:pt x="235989" y="1027135"/>
                </a:moveTo>
                <a:lnTo>
                  <a:pt x="236646" y="1028746"/>
                </a:lnTo>
                <a:lnTo>
                  <a:pt x="240366" y="1037533"/>
                </a:lnTo>
                <a:lnTo>
                  <a:pt x="240796" y="1037922"/>
                </a:lnTo>
                <a:lnTo>
                  <a:pt x="239642" y="1033871"/>
                </a:lnTo>
                <a:lnTo>
                  <a:pt x="239276" y="1032518"/>
                </a:lnTo>
                <a:close/>
                <a:moveTo>
                  <a:pt x="273494" y="943126"/>
                </a:moveTo>
                <a:lnTo>
                  <a:pt x="289836" y="972964"/>
                </a:lnTo>
                <a:lnTo>
                  <a:pt x="280066" y="949921"/>
                </a:lnTo>
                <a:lnTo>
                  <a:pt x="276185" y="943918"/>
                </a:lnTo>
                <a:close/>
                <a:moveTo>
                  <a:pt x="317681" y="844137"/>
                </a:moveTo>
                <a:lnTo>
                  <a:pt x="319109" y="856310"/>
                </a:lnTo>
                <a:lnTo>
                  <a:pt x="320063" y="863802"/>
                </a:lnTo>
                <a:lnTo>
                  <a:pt x="320279" y="863971"/>
                </a:lnTo>
                <a:lnTo>
                  <a:pt x="319457" y="844230"/>
                </a:lnTo>
                <a:close/>
                <a:moveTo>
                  <a:pt x="377392" y="710386"/>
                </a:moveTo>
                <a:lnTo>
                  <a:pt x="378804" y="719003"/>
                </a:lnTo>
                <a:lnTo>
                  <a:pt x="379779" y="719529"/>
                </a:lnTo>
                <a:lnTo>
                  <a:pt x="384377" y="720815"/>
                </a:lnTo>
                <a:close/>
                <a:moveTo>
                  <a:pt x="324458" y="828797"/>
                </a:moveTo>
                <a:lnTo>
                  <a:pt x="324864" y="832392"/>
                </a:lnTo>
                <a:lnTo>
                  <a:pt x="327297" y="833428"/>
                </a:lnTo>
                <a:close/>
                <a:moveTo>
                  <a:pt x="373150" y="719663"/>
                </a:moveTo>
                <a:lnTo>
                  <a:pt x="370181" y="731460"/>
                </a:lnTo>
                <a:lnTo>
                  <a:pt x="369961" y="732388"/>
                </a:lnTo>
                <a:lnTo>
                  <a:pt x="370026" y="732650"/>
                </a:lnTo>
                <a:lnTo>
                  <a:pt x="373675" y="740472"/>
                </a:lnTo>
                <a:lnTo>
                  <a:pt x="374321" y="720056"/>
                </a:lnTo>
                <a:close/>
                <a:moveTo>
                  <a:pt x="345292" y="782042"/>
                </a:moveTo>
                <a:lnTo>
                  <a:pt x="346274" y="790467"/>
                </a:lnTo>
                <a:lnTo>
                  <a:pt x="346435" y="791491"/>
                </a:lnTo>
                <a:lnTo>
                  <a:pt x="347004" y="792247"/>
                </a:lnTo>
                <a:lnTo>
                  <a:pt x="346256" y="787997"/>
                </a:lnTo>
                <a:close/>
                <a:moveTo>
                  <a:pt x="421744" y="610471"/>
                </a:moveTo>
                <a:lnTo>
                  <a:pt x="423386" y="618018"/>
                </a:lnTo>
                <a:lnTo>
                  <a:pt x="429475" y="627004"/>
                </a:lnTo>
                <a:lnTo>
                  <a:pt x="437946" y="630704"/>
                </a:lnTo>
                <a:lnTo>
                  <a:pt x="436525" y="619845"/>
                </a:lnTo>
                <a:lnTo>
                  <a:pt x="426466" y="613289"/>
                </a:lnTo>
                <a:close/>
                <a:moveTo>
                  <a:pt x="239683" y="1018046"/>
                </a:moveTo>
                <a:lnTo>
                  <a:pt x="245464" y="1035210"/>
                </a:lnTo>
                <a:lnTo>
                  <a:pt x="246654" y="1036717"/>
                </a:lnTo>
                <a:lnTo>
                  <a:pt x="247961" y="1038208"/>
                </a:lnTo>
                <a:lnTo>
                  <a:pt x="247098" y="1035584"/>
                </a:lnTo>
                <a:lnTo>
                  <a:pt x="247174" y="1035373"/>
                </a:lnTo>
                <a:lnTo>
                  <a:pt x="248195" y="1038474"/>
                </a:lnTo>
                <a:lnTo>
                  <a:pt x="249900" y="1040418"/>
                </a:lnTo>
                <a:lnTo>
                  <a:pt x="246330" y="1033298"/>
                </a:lnTo>
                <a:close/>
                <a:moveTo>
                  <a:pt x="377832" y="708567"/>
                </a:moveTo>
                <a:lnTo>
                  <a:pt x="386417" y="721386"/>
                </a:lnTo>
                <a:lnTo>
                  <a:pt x="386800" y="721492"/>
                </a:lnTo>
                <a:lnTo>
                  <a:pt x="384251" y="710568"/>
                </a:lnTo>
                <a:close/>
                <a:moveTo>
                  <a:pt x="409211" y="638231"/>
                </a:moveTo>
                <a:lnTo>
                  <a:pt x="408631" y="640673"/>
                </a:lnTo>
                <a:lnTo>
                  <a:pt x="408399" y="646281"/>
                </a:lnTo>
                <a:lnTo>
                  <a:pt x="408660" y="649397"/>
                </a:lnTo>
                <a:lnTo>
                  <a:pt x="411367" y="650691"/>
                </a:lnTo>
                <a:lnTo>
                  <a:pt x="411947" y="642590"/>
                </a:lnTo>
                <a:lnTo>
                  <a:pt x="412230" y="639279"/>
                </a:lnTo>
                <a:close/>
                <a:moveTo>
                  <a:pt x="322682" y="831816"/>
                </a:moveTo>
                <a:lnTo>
                  <a:pt x="322980" y="838984"/>
                </a:lnTo>
                <a:lnTo>
                  <a:pt x="325033" y="843969"/>
                </a:lnTo>
                <a:lnTo>
                  <a:pt x="326127" y="844027"/>
                </a:lnTo>
                <a:lnTo>
                  <a:pt x="324986" y="834577"/>
                </a:lnTo>
                <a:lnTo>
                  <a:pt x="324153" y="832442"/>
                </a:lnTo>
                <a:close/>
                <a:moveTo>
                  <a:pt x="403151" y="651606"/>
                </a:moveTo>
                <a:lnTo>
                  <a:pt x="403205" y="652838"/>
                </a:lnTo>
                <a:lnTo>
                  <a:pt x="405032" y="652934"/>
                </a:lnTo>
                <a:lnTo>
                  <a:pt x="405278" y="651897"/>
                </a:lnTo>
                <a:close/>
                <a:moveTo>
                  <a:pt x="304750" y="871884"/>
                </a:moveTo>
                <a:lnTo>
                  <a:pt x="305470" y="875257"/>
                </a:lnTo>
                <a:lnTo>
                  <a:pt x="305653" y="875566"/>
                </a:lnTo>
                <a:close/>
                <a:moveTo>
                  <a:pt x="373711" y="717431"/>
                </a:moveTo>
                <a:lnTo>
                  <a:pt x="373617" y="717805"/>
                </a:lnTo>
                <a:lnTo>
                  <a:pt x="374045" y="717925"/>
                </a:lnTo>
                <a:lnTo>
                  <a:pt x="373725" y="717440"/>
                </a:lnTo>
                <a:close/>
                <a:moveTo>
                  <a:pt x="233969" y="1030265"/>
                </a:moveTo>
                <a:lnTo>
                  <a:pt x="234319" y="1032004"/>
                </a:lnTo>
                <a:lnTo>
                  <a:pt x="234805" y="1032455"/>
                </a:lnTo>
                <a:close/>
                <a:moveTo>
                  <a:pt x="327077" y="821269"/>
                </a:moveTo>
                <a:lnTo>
                  <a:pt x="329651" y="827340"/>
                </a:lnTo>
                <a:lnTo>
                  <a:pt x="330143" y="824823"/>
                </a:lnTo>
                <a:close/>
                <a:moveTo>
                  <a:pt x="409832" y="635613"/>
                </a:moveTo>
                <a:lnTo>
                  <a:pt x="409456" y="637202"/>
                </a:lnTo>
                <a:lnTo>
                  <a:pt x="412322" y="638197"/>
                </a:lnTo>
                <a:lnTo>
                  <a:pt x="412363" y="637707"/>
                </a:lnTo>
                <a:close/>
                <a:moveTo>
                  <a:pt x="432463" y="584784"/>
                </a:moveTo>
                <a:lnTo>
                  <a:pt x="433259" y="590872"/>
                </a:lnTo>
                <a:lnTo>
                  <a:pt x="435852" y="596288"/>
                </a:lnTo>
                <a:lnTo>
                  <a:pt x="439515" y="597400"/>
                </a:lnTo>
                <a:lnTo>
                  <a:pt x="433271" y="585274"/>
                </a:lnTo>
                <a:close/>
                <a:moveTo>
                  <a:pt x="304817" y="870141"/>
                </a:moveTo>
                <a:lnTo>
                  <a:pt x="305781" y="874068"/>
                </a:lnTo>
                <a:lnTo>
                  <a:pt x="306738" y="877388"/>
                </a:lnTo>
                <a:lnTo>
                  <a:pt x="307994" y="879499"/>
                </a:lnTo>
                <a:lnTo>
                  <a:pt x="306859" y="874590"/>
                </a:lnTo>
                <a:lnTo>
                  <a:pt x="306968" y="874353"/>
                </a:lnTo>
                <a:lnTo>
                  <a:pt x="308263" y="879951"/>
                </a:lnTo>
                <a:lnTo>
                  <a:pt x="312626" y="887283"/>
                </a:lnTo>
                <a:lnTo>
                  <a:pt x="312831" y="880779"/>
                </a:lnTo>
                <a:lnTo>
                  <a:pt x="312906" y="879747"/>
                </a:lnTo>
                <a:lnTo>
                  <a:pt x="311821" y="875941"/>
                </a:lnTo>
                <a:lnTo>
                  <a:pt x="309688" y="871387"/>
                </a:lnTo>
                <a:close/>
                <a:moveTo>
                  <a:pt x="413420" y="626840"/>
                </a:moveTo>
                <a:lnTo>
                  <a:pt x="413347" y="627711"/>
                </a:lnTo>
                <a:lnTo>
                  <a:pt x="414164" y="632904"/>
                </a:lnTo>
                <a:lnTo>
                  <a:pt x="414722" y="633231"/>
                </a:lnTo>
                <a:close/>
                <a:moveTo>
                  <a:pt x="490907" y="453313"/>
                </a:moveTo>
                <a:lnTo>
                  <a:pt x="504766" y="463109"/>
                </a:lnTo>
                <a:lnTo>
                  <a:pt x="504732" y="462326"/>
                </a:lnTo>
                <a:close/>
                <a:moveTo>
                  <a:pt x="393299" y="671440"/>
                </a:moveTo>
                <a:lnTo>
                  <a:pt x="394844" y="677605"/>
                </a:lnTo>
                <a:lnTo>
                  <a:pt x="398819" y="679487"/>
                </a:lnTo>
                <a:lnTo>
                  <a:pt x="399252" y="677273"/>
                </a:lnTo>
                <a:lnTo>
                  <a:pt x="400436" y="672282"/>
                </a:lnTo>
                <a:lnTo>
                  <a:pt x="399839" y="671787"/>
                </a:lnTo>
                <a:close/>
                <a:moveTo>
                  <a:pt x="256985" y="976594"/>
                </a:moveTo>
                <a:lnTo>
                  <a:pt x="257458" y="980782"/>
                </a:lnTo>
                <a:lnTo>
                  <a:pt x="263218" y="991607"/>
                </a:lnTo>
                <a:lnTo>
                  <a:pt x="262961" y="990019"/>
                </a:lnTo>
                <a:lnTo>
                  <a:pt x="260637" y="985829"/>
                </a:lnTo>
                <a:lnTo>
                  <a:pt x="260694" y="985472"/>
                </a:lnTo>
                <a:lnTo>
                  <a:pt x="262855" y="989368"/>
                </a:lnTo>
                <a:lnTo>
                  <a:pt x="262037" y="984321"/>
                </a:lnTo>
                <a:close/>
                <a:moveTo>
                  <a:pt x="375942" y="710125"/>
                </a:moveTo>
                <a:lnTo>
                  <a:pt x="375871" y="712383"/>
                </a:lnTo>
                <a:lnTo>
                  <a:pt x="376768" y="715101"/>
                </a:lnTo>
                <a:lnTo>
                  <a:pt x="376745" y="714958"/>
                </a:lnTo>
                <a:lnTo>
                  <a:pt x="376608" y="713700"/>
                </a:lnTo>
                <a:close/>
                <a:moveTo>
                  <a:pt x="359003" y="747883"/>
                </a:moveTo>
                <a:lnTo>
                  <a:pt x="361646" y="754092"/>
                </a:lnTo>
                <a:lnTo>
                  <a:pt x="361727" y="754117"/>
                </a:lnTo>
                <a:lnTo>
                  <a:pt x="361950" y="748741"/>
                </a:lnTo>
                <a:close/>
                <a:moveTo>
                  <a:pt x="315964" y="844045"/>
                </a:moveTo>
                <a:lnTo>
                  <a:pt x="314875" y="859227"/>
                </a:lnTo>
                <a:lnTo>
                  <a:pt x="315120" y="859938"/>
                </a:lnTo>
                <a:lnTo>
                  <a:pt x="319532" y="863387"/>
                </a:lnTo>
                <a:lnTo>
                  <a:pt x="317272" y="844114"/>
                </a:lnTo>
                <a:close/>
                <a:moveTo>
                  <a:pt x="388543" y="681275"/>
                </a:moveTo>
                <a:lnTo>
                  <a:pt x="389085" y="682581"/>
                </a:lnTo>
                <a:lnTo>
                  <a:pt x="390777" y="682958"/>
                </a:lnTo>
                <a:close/>
                <a:moveTo>
                  <a:pt x="293633" y="893764"/>
                </a:moveTo>
                <a:lnTo>
                  <a:pt x="297108" y="901871"/>
                </a:lnTo>
                <a:lnTo>
                  <a:pt x="304256" y="910253"/>
                </a:lnTo>
                <a:lnTo>
                  <a:pt x="303852" y="908249"/>
                </a:lnTo>
                <a:lnTo>
                  <a:pt x="295330" y="894292"/>
                </a:lnTo>
                <a:close/>
                <a:moveTo>
                  <a:pt x="432251" y="583168"/>
                </a:moveTo>
                <a:lnTo>
                  <a:pt x="432313" y="583644"/>
                </a:lnTo>
                <a:lnTo>
                  <a:pt x="432502" y="583758"/>
                </a:lnTo>
                <a:close/>
                <a:moveTo>
                  <a:pt x="339170" y="791485"/>
                </a:moveTo>
                <a:lnTo>
                  <a:pt x="344399" y="801518"/>
                </a:lnTo>
                <a:lnTo>
                  <a:pt x="344327" y="793496"/>
                </a:lnTo>
                <a:close/>
                <a:moveTo>
                  <a:pt x="344571" y="779233"/>
                </a:moveTo>
                <a:lnTo>
                  <a:pt x="344575" y="779630"/>
                </a:lnTo>
                <a:lnTo>
                  <a:pt x="344791" y="789303"/>
                </a:lnTo>
                <a:lnTo>
                  <a:pt x="345922" y="790807"/>
                </a:lnTo>
                <a:close/>
                <a:moveTo>
                  <a:pt x="407682" y="637700"/>
                </a:moveTo>
                <a:lnTo>
                  <a:pt x="407934" y="640714"/>
                </a:lnTo>
                <a:lnTo>
                  <a:pt x="408091" y="640052"/>
                </a:lnTo>
                <a:lnTo>
                  <a:pt x="408209" y="637883"/>
                </a:lnTo>
                <a:close/>
                <a:moveTo>
                  <a:pt x="322535" y="828291"/>
                </a:moveTo>
                <a:lnTo>
                  <a:pt x="322667" y="831457"/>
                </a:lnTo>
                <a:lnTo>
                  <a:pt x="323989" y="832021"/>
                </a:lnTo>
                <a:close/>
                <a:moveTo>
                  <a:pt x="408873" y="634820"/>
                </a:moveTo>
                <a:lnTo>
                  <a:pt x="408784" y="636967"/>
                </a:lnTo>
                <a:lnTo>
                  <a:pt x="408819" y="636980"/>
                </a:lnTo>
                <a:lnTo>
                  <a:pt x="409256" y="635137"/>
                </a:lnTo>
                <a:close/>
                <a:moveTo>
                  <a:pt x="354438" y="756595"/>
                </a:moveTo>
                <a:lnTo>
                  <a:pt x="361450" y="760848"/>
                </a:lnTo>
                <a:lnTo>
                  <a:pt x="361540" y="758684"/>
                </a:lnTo>
                <a:close/>
                <a:moveTo>
                  <a:pt x="421067" y="607293"/>
                </a:moveTo>
                <a:lnTo>
                  <a:pt x="421276" y="608323"/>
                </a:lnTo>
                <a:lnTo>
                  <a:pt x="421639" y="609991"/>
                </a:lnTo>
                <a:lnTo>
                  <a:pt x="436386" y="618786"/>
                </a:lnTo>
                <a:lnTo>
                  <a:pt x="435719" y="613693"/>
                </a:lnTo>
                <a:close/>
                <a:moveTo>
                  <a:pt x="292828" y="894397"/>
                </a:moveTo>
                <a:lnTo>
                  <a:pt x="294521" y="914636"/>
                </a:lnTo>
                <a:lnTo>
                  <a:pt x="308026" y="946148"/>
                </a:lnTo>
                <a:lnTo>
                  <a:pt x="310689" y="948504"/>
                </a:lnTo>
                <a:lnTo>
                  <a:pt x="310861" y="943035"/>
                </a:lnTo>
                <a:lnTo>
                  <a:pt x="308442" y="931027"/>
                </a:lnTo>
                <a:lnTo>
                  <a:pt x="295171" y="899890"/>
                </a:lnTo>
                <a:lnTo>
                  <a:pt x="294626" y="899252"/>
                </a:lnTo>
                <a:lnTo>
                  <a:pt x="294641" y="898979"/>
                </a:lnTo>
                <a:lnTo>
                  <a:pt x="294922" y="899310"/>
                </a:lnTo>
                <a:close/>
                <a:moveTo>
                  <a:pt x="402981" y="647700"/>
                </a:moveTo>
                <a:lnTo>
                  <a:pt x="403133" y="651200"/>
                </a:lnTo>
                <a:lnTo>
                  <a:pt x="405371" y="651508"/>
                </a:lnTo>
                <a:lnTo>
                  <a:pt x="405868" y="649414"/>
                </a:lnTo>
                <a:lnTo>
                  <a:pt x="405892" y="649079"/>
                </a:lnTo>
                <a:close/>
                <a:moveTo>
                  <a:pt x="326292" y="819417"/>
                </a:moveTo>
                <a:lnTo>
                  <a:pt x="326581" y="820100"/>
                </a:lnTo>
                <a:lnTo>
                  <a:pt x="330238" y="824340"/>
                </a:lnTo>
                <a:lnTo>
                  <a:pt x="330779" y="821572"/>
                </a:lnTo>
                <a:close/>
                <a:moveTo>
                  <a:pt x="350455" y="765257"/>
                </a:moveTo>
                <a:lnTo>
                  <a:pt x="351297" y="769935"/>
                </a:lnTo>
                <a:lnTo>
                  <a:pt x="355371" y="790926"/>
                </a:lnTo>
                <a:lnTo>
                  <a:pt x="357227" y="783112"/>
                </a:lnTo>
                <a:close/>
                <a:moveTo>
                  <a:pt x="236381" y="1020623"/>
                </a:moveTo>
                <a:lnTo>
                  <a:pt x="237754" y="1025440"/>
                </a:lnTo>
                <a:lnTo>
                  <a:pt x="242553" y="1031522"/>
                </a:lnTo>
                <a:lnTo>
                  <a:pt x="240032" y="1027151"/>
                </a:lnTo>
                <a:close/>
                <a:moveTo>
                  <a:pt x="472618" y="491205"/>
                </a:moveTo>
                <a:lnTo>
                  <a:pt x="472620" y="491428"/>
                </a:lnTo>
                <a:lnTo>
                  <a:pt x="472790" y="505221"/>
                </a:lnTo>
                <a:lnTo>
                  <a:pt x="474367" y="506410"/>
                </a:lnTo>
                <a:lnTo>
                  <a:pt x="474318" y="500834"/>
                </a:lnTo>
                <a:lnTo>
                  <a:pt x="474532" y="500558"/>
                </a:lnTo>
                <a:lnTo>
                  <a:pt x="474585" y="506574"/>
                </a:lnTo>
                <a:lnTo>
                  <a:pt x="485824" y="515039"/>
                </a:lnTo>
                <a:lnTo>
                  <a:pt x="487235" y="516195"/>
                </a:lnTo>
                <a:lnTo>
                  <a:pt x="487196" y="499748"/>
                </a:lnTo>
                <a:lnTo>
                  <a:pt x="479211" y="493217"/>
                </a:lnTo>
                <a:close/>
                <a:moveTo>
                  <a:pt x="261844" y="963024"/>
                </a:moveTo>
                <a:lnTo>
                  <a:pt x="265411" y="988858"/>
                </a:lnTo>
                <a:lnTo>
                  <a:pt x="273518" y="1001256"/>
                </a:lnTo>
                <a:lnTo>
                  <a:pt x="284019" y="1016839"/>
                </a:lnTo>
                <a:lnTo>
                  <a:pt x="300137" y="1030462"/>
                </a:lnTo>
                <a:lnTo>
                  <a:pt x="286487" y="1000760"/>
                </a:lnTo>
                <a:lnTo>
                  <a:pt x="273952" y="972489"/>
                </a:lnTo>
                <a:close/>
                <a:moveTo>
                  <a:pt x="402951" y="647039"/>
                </a:moveTo>
                <a:lnTo>
                  <a:pt x="402952" y="647070"/>
                </a:lnTo>
                <a:lnTo>
                  <a:pt x="403530" y="647316"/>
                </a:lnTo>
                <a:close/>
                <a:moveTo>
                  <a:pt x="400092" y="653230"/>
                </a:moveTo>
                <a:lnTo>
                  <a:pt x="402885" y="660233"/>
                </a:lnTo>
                <a:lnTo>
                  <a:pt x="402677" y="653367"/>
                </a:lnTo>
                <a:close/>
                <a:moveTo>
                  <a:pt x="407046" y="637479"/>
                </a:moveTo>
                <a:lnTo>
                  <a:pt x="406635" y="644626"/>
                </a:lnTo>
                <a:lnTo>
                  <a:pt x="406806" y="645464"/>
                </a:lnTo>
                <a:lnTo>
                  <a:pt x="407576" y="642221"/>
                </a:lnTo>
                <a:lnTo>
                  <a:pt x="407476" y="641021"/>
                </a:lnTo>
                <a:lnTo>
                  <a:pt x="407232" y="637544"/>
                </a:lnTo>
                <a:close/>
                <a:moveTo>
                  <a:pt x="412069" y="626200"/>
                </a:moveTo>
                <a:lnTo>
                  <a:pt x="410926" y="631010"/>
                </a:lnTo>
                <a:lnTo>
                  <a:pt x="412839" y="632129"/>
                </a:lnTo>
                <a:lnTo>
                  <a:pt x="412896" y="631466"/>
                </a:lnTo>
                <a:close/>
                <a:moveTo>
                  <a:pt x="325780" y="819172"/>
                </a:moveTo>
                <a:lnTo>
                  <a:pt x="325827" y="819226"/>
                </a:lnTo>
                <a:lnTo>
                  <a:pt x="325811" y="819187"/>
                </a:lnTo>
                <a:close/>
                <a:moveTo>
                  <a:pt x="467463" y="501697"/>
                </a:moveTo>
                <a:lnTo>
                  <a:pt x="467983" y="513621"/>
                </a:lnTo>
                <a:lnTo>
                  <a:pt x="470436" y="514371"/>
                </a:lnTo>
                <a:lnTo>
                  <a:pt x="470757" y="504177"/>
                </a:lnTo>
                <a:close/>
                <a:moveTo>
                  <a:pt x="413907" y="621129"/>
                </a:moveTo>
                <a:lnTo>
                  <a:pt x="413538" y="625461"/>
                </a:lnTo>
                <a:lnTo>
                  <a:pt x="413946" y="627460"/>
                </a:lnTo>
                <a:lnTo>
                  <a:pt x="415469" y="633667"/>
                </a:lnTo>
                <a:lnTo>
                  <a:pt x="423046" y="638102"/>
                </a:lnTo>
                <a:lnTo>
                  <a:pt x="428189" y="642354"/>
                </a:lnTo>
                <a:lnTo>
                  <a:pt x="425916" y="631909"/>
                </a:lnTo>
                <a:lnTo>
                  <a:pt x="424546" y="631254"/>
                </a:lnTo>
                <a:lnTo>
                  <a:pt x="424940" y="631165"/>
                </a:lnTo>
                <a:lnTo>
                  <a:pt x="425848" y="631600"/>
                </a:lnTo>
                <a:lnTo>
                  <a:pt x="424998" y="627687"/>
                </a:lnTo>
                <a:lnTo>
                  <a:pt x="424815" y="626790"/>
                </a:lnTo>
                <a:lnTo>
                  <a:pt x="424219" y="625633"/>
                </a:lnTo>
                <a:close/>
                <a:moveTo>
                  <a:pt x="503381" y="420722"/>
                </a:moveTo>
                <a:lnTo>
                  <a:pt x="503539" y="425987"/>
                </a:lnTo>
                <a:lnTo>
                  <a:pt x="503775" y="431390"/>
                </a:lnTo>
                <a:lnTo>
                  <a:pt x="520268" y="437722"/>
                </a:lnTo>
                <a:lnTo>
                  <a:pt x="519767" y="436062"/>
                </a:lnTo>
                <a:lnTo>
                  <a:pt x="519720" y="435898"/>
                </a:lnTo>
                <a:lnTo>
                  <a:pt x="511335" y="432697"/>
                </a:lnTo>
                <a:lnTo>
                  <a:pt x="511636" y="432602"/>
                </a:lnTo>
                <a:lnTo>
                  <a:pt x="519653" y="435663"/>
                </a:lnTo>
                <a:lnTo>
                  <a:pt x="518757" y="432537"/>
                </a:lnTo>
                <a:close/>
                <a:moveTo>
                  <a:pt x="471937" y="490996"/>
                </a:moveTo>
                <a:lnTo>
                  <a:pt x="471517" y="504263"/>
                </a:lnTo>
                <a:lnTo>
                  <a:pt x="472249" y="504813"/>
                </a:lnTo>
                <a:lnTo>
                  <a:pt x="472216" y="491081"/>
                </a:lnTo>
                <a:close/>
                <a:moveTo>
                  <a:pt x="407128" y="636062"/>
                </a:moveTo>
                <a:lnTo>
                  <a:pt x="407109" y="636385"/>
                </a:lnTo>
                <a:lnTo>
                  <a:pt x="407151" y="636400"/>
                </a:lnTo>
                <a:close/>
                <a:moveTo>
                  <a:pt x="340135" y="786067"/>
                </a:moveTo>
                <a:lnTo>
                  <a:pt x="339129" y="791211"/>
                </a:lnTo>
                <a:lnTo>
                  <a:pt x="344325" y="793238"/>
                </a:lnTo>
                <a:lnTo>
                  <a:pt x="344317" y="792419"/>
                </a:lnTo>
                <a:close/>
                <a:moveTo>
                  <a:pt x="412725" y="623426"/>
                </a:moveTo>
                <a:lnTo>
                  <a:pt x="412694" y="623564"/>
                </a:lnTo>
                <a:lnTo>
                  <a:pt x="413262" y="627172"/>
                </a:lnTo>
                <a:lnTo>
                  <a:pt x="413329" y="626388"/>
                </a:lnTo>
                <a:close/>
                <a:moveTo>
                  <a:pt x="322419" y="825473"/>
                </a:moveTo>
                <a:lnTo>
                  <a:pt x="322474" y="826807"/>
                </a:lnTo>
                <a:lnTo>
                  <a:pt x="324608" y="832284"/>
                </a:lnTo>
                <a:lnTo>
                  <a:pt x="324714" y="832329"/>
                </a:lnTo>
                <a:lnTo>
                  <a:pt x="324246" y="828454"/>
                </a:lnTo>
                <a:close/>
                <a:moveTo>
                  <a:pt x="374637" y="707572"/>
                </a:moveTo>
                <a:lnTo>
                  <a:pt x="374704" y="707913"/>
                </a:lnTo>
                <a:lnTo>
                  <a:pt x="374714" y="707596"/>
                </a:lnTo>
                <a:close/>
                <a:moveTo>
                  <a:pt x="413332" y="620877"/>
                </a:moveTo>
                <a:lnTo>
                  <a:pt x="412941" y="622525"/>
                </a:lnTo>
                <a:lnTo>
                  <a:pt x="413446" y="625009"/>
                </a:lnTo>
                <a:lnTo>
                  <a:pt x="413781" y="621074"/>
                </a:lnTo>
                <a:close/>
                <a:moveTo>
                  <a:pt x="472611" y="487820"/>
                </a:moveTo>
                <a:lnTo>
                  <a:pt x="472617" y="490265"/>
                </a:lnTo>
                <a:lnTo>
                  <a:pt x="477378" y="491718"/>
                </a:lnTo>
                <a:close/>
                <a:moveTo>
                  <a:pt x="316456" y="837156"/>
                </a:moveTo>
                <a:lnTo>
                  <a:pt x="316003" y="843490"/>
                </a:lnTo>
                <a:lnTo>
                  <a:pt x="317206" y="843553"/>
                </a:lnTo>
                <a:close/>
                <a:moveTo>
                  <a:pt x="407341" y="633628"/>
                </a:moveTo>
                <a:lnTo>
                  <a:pt x="407585" y="636551"/>
                </a:lnTo>
                <a:lnTo>
                  <a:pt x="408269" y="636789"/>
                </a:lnTo>
                <a:lnTo>
                  <a:pt x="408398" y="634427"/>
                </a:lnTo>
                <a:lnTo>
                  <a:pt x="407649" y="633808"/>
                </a:lnTo>
                <a:close/>
                <a:moveTo>
                  <a:pt x="301998" y="869421"/>
                </a:moveTo>
                <a:lnTo>
                  <a:pt x="302664" y="870541"/>
                </a:lnTo>
                <a:lnTo>
                  <a:pt x="302449" y="869536"/>
                </a:lnTo>
                <a:close/>
                <a:moveTo>
                  <a:pt x="245604" y="995681"/>
                </a:moveTo>
                <a:lnTo>
                  <a:pt x="248339" y="1005276"/>
                </a:lnTo>
                <a:lnTo>
                  <a:pt x="256861" y="1031198"/>
                </a:lnTo>
                <a:lnTo>
                  <a:pt x="266027" y="1055685"/>
                </a:lnTo>
                <a:lnTo>
                  <a:pt x="262596" y="1027269"/>
                </a:lnTo>
                <a:lnTo>
                  <a:pt x="254318" y="1008273"/>
                </a:lnTo>
                <a:lnTo>
                  <a:pt x="253421" y="1006085"/>
                </a:lnTo>
                <a:close/>
                <a:moveTo>
                  <a:pt x="374243" y="707448"/>
                </a:moveTo>
                <a:lnTo>
                  <a:pt x="374412" y="707962"/>
                </a:lnTo>
                <a:lnTo>
                  <a:pt x="374323" y="707474"/>
                </a:lnTo>
                <a:close/>
                <a:moveTo>
                  <a:pt x="399230" y="651066"/>
                </a:moveTo>
                <a:lnTo>
                  <a:pt x="399866" y="652661"/>
                </a:lnTo>
                <a:lnTo>
                  <a:pt x="402661" y="652808"/>
                </a:lnTo>
                <a:lnTo>
                  <a:pt x="402622" y="651533"/>
                </a:lnTo>
                <a:close/>
                <a:moveTo>
                  <a:pt x="414059" y="617813"/>
                </a:moveTo>
                <a:lnTo>
                  <a:pt x="413531" y="620039"/>
                </a:lnTo>
                <a:lnTo>
                  <a:pt x="413858" y="620181"/>
                </a:lnTo>
                <a:close/>
                <a:moveTo>
                  <a:pt x="429479" y="582974"/>
                </a:moveTo>
                <a:lnTo>
                  <a:pt x="432533" y="589355"/>
                </a:lnTo>
                <a:lnTo>
                  <a:pt x="432210" y="586885"/>
                </a:lnTo>
                <a:lnTo>
                  <a:pt x="431926" y="584458"/>
                </a:lnTo>
                <a:close/>
                <a:moveTo>
                  <a:pt x="472080" y="487385"/>
                </a:moveTo>
                <a:lnTo>
                  <a:pt x="472028" y="488100"/>
                </a:lnTo>
                <a:lnTo>
                  <a:pt x="471967" y="490067"/>
                </a:lnTo>
                <a:lnTo>
                  <a:pt x="472213" y="490142"/>
                </a:lnTo>
                <a:lnTo>
                  <a:pt x="472207" y="487490"/>
                </a:lnTo>
                <a:close/>
                <a:moveTo>
                  <a:pt x="412534" y="620529"/>
                </a:moveTo>
                <a:lnTo>
                  <a:pt x="412623" y="620968"/>
                </a:lnTo>
                <a:lnTo>
                  <a:pt x="412709" y="620606"/>
                </a:lnTo>
                <a:close/>
                <a:moveTo>
                  <a:pt x="292397" y="889214"/>
                </a:moveTo>
                <a:lnTo>
                  <a:pt x="292570" y="891281"/>
                </a:lnTo>
                <a:lnTo>
                  <a:pt x="293345" y="893091"/>
                </a:lnTo>
                <a:lnTo>
                  <a:pt x="294891" y="893573"/>
                </a:lnTo>
                <a:lnTo>
                  <a:pt x="293283" y="890937"/>
                </a:lnTo>
                <a:close/>
                <a:moveTo>
                  <a:pt x="350822" y="758303"/>
                </a:moveTo>
                <a:lnTo>
                  <a:pt x="357688" y="781167"/>
                </a:lnTo>
                <a:lnTo>
                  <a:pt x="361227" y="766267"/>
                </a:lnTo>
                <a:lnTo>
                  <a:pt x="361419" y="761613"/>
                </a:lnTo>
                <a:lnTo>
                  <a:pt x="361101" y="761421"/>
                </a:lnTo>
                <a:close/>
                <a:moveTo>
                  <a:pt x="460749" y="512113"/>
                </a:moveTo>
                <a:lnTo>
                  <a:pt x="467922" y="527640"/>
                </a:lnTo>
                <a:lnTo>
                  <a:pt x="467332" y="514123"/>
                </a:lnTo>
                <a:close/>
                <a:moveTo>
                  <a:pt x="374277" y="705734"/>
                </a:moveTo>
                <a:lnTo>
                  <a:pt x="374515" y="706951"/>
                </a:lnTo>
                <a:lnTo>
                  <a:pt x="374732" y="707019"/>
                </a:lnTo>
                <a:lnTo>
                  <a:pt x="374751" y="706442"/>
                </a:lnTo>
                <a:close/>
                <a:moveTo>
                  <a:pt x="405037" y="636780"/>
                </a:moveTo>
                <a:lnTo>
                  <a:pt x="406319" y="643073"/>
                </a:lnTo>
                <a:lnTo>
                  <a:pt x="406724" y="637367"/>
                </a:lnTo>
                <a:close/>
                <a:moveTo>
                  <a:pt x="316660" y="834312"/>
                </a:moveTo>
                <a:lnTo>
                  <a:pt x="316611" y="835003"/>
                </a:lnTo>
                <a:lnTo>
                  <a:pt x="317615" y="843575"/>
                </a:lnTo>
                <a:lnTo>
                  <a:pt x="319434" y="843671"/>
                </a:lnTo>
                <a:lnTo>
                  <a:pt x="319219" y="838499"/>
                </a:lnTo>
                <a:close/>
                <a:moveTo>
                  <a:pt x="472202" y="485682"/>
                </a:moveTo>
                <a:lnTo>
                  <a:pt x="472200" y="485705"/>
                </a:lnTo>
                <a:lnTo>
                  <a:pt x="472202" y="485706"/>
                </a:lnTo>
                <a:close/>
                <a:moveTo>
                  <a:pt x="417581" y="607989"/>
                </a:moveTo>
                <a:lnTo>
                  <a:pt x="420720" y="614083"/>
                </a:lnTo>
                <a:lnTo>
                  <a:pt x="422876" y="617264"/>
                </a:lnTo>
                <a:lnTo>
                  <a:pt x="421458" y="610301"/>
                </a:lnTo>
                <a:close/>
                <a:moveTo>
                  <a:pt x="397360" y="653084"/>
                </a:moveTo>
                <a:lnTo>
                  <a:pt x="399116" y="655948"/>
                </a:lnTo>
                <a:lnTo>
                  <a:pt x="400975" y="658722"/>
                </a:lnTo>
                <a:lnTo>
                  <a:pt x="401030" y="658625"/>
                </a:lnTo>
                <a:lnTo>
                  <a:pt x="401098" y="658904"/>
                </a:lnTo>
                <a:lnTo>
                  <a:pt x="402926" y="661636"/>
                </a:lnTo>
                <a:lnTo>
                  <a:pt x="402910" y="661114"/>
                </a:lnTo>
                <a:lnTo>
                  <a:pt x="399760" y="653210"/>
                </a:lnTo>
                <a:close/>
                <a:moveTo>
                  <a:pt x="450714" y="533282"/>
                </a:moveTo>
                <a:lnTo>
                  <a:pt x="452264" y="570573"/>
                </a:lnTo>
                <a:lnTo>
                  <a:pt x="455068" y="587778"/>
                </a:lnTo>
                <a:lnTo>
                  <a:pt x="463635" y="592977"/>
                </a:lnTo>
                <a:lnTo>
                  <a:pt x="465351" y="581499"/>
                </a:lnTo>
                <a:lnTo>
                  <a:pt x="458439" y="577448"/>
                </a:lnTo>
                <a:lnTo>
                  <a:pt x="458933" y="577381"/>
                </a:lnTo>
                <a:lnTo>
                  <a:pt x="465401" y="581170"/>
                </a:lnTo>
                <a:lnTo>
                  <a:pt x="466646" y="572838"/>
                </a:lnTo>
                <a:lnTo>
                  <a:pt x="467084" y="572426"/>
                </a:lnTo>
                <a:lnTo>
                  <a:pt x="465746" y="581373"/>
                </a:lnTo>
                <a:lnTo>
                  <a:pt x="469886" y="583799"/>
                </a:lnTo>
                <a:lnTo>
                  <a:pt x="470296" y="582073"/>
                </a:lnTo>
                <a:lnTo>
                  <a:pt x="469837" y="571549"/>
                </a:lnTo>
                <a:lnTo>
                  <a:pt x="456481" y="563433"/>
                </a:lnTo>
                <a:lnTo>
                  <a:pt x="456794" y="563394"/>
                </a:lnTo>
                <a:lnTo>
                  <a:pt x="469826" y="571315"/>
                </a:lnTo>
                <a:lnTo>
                  <a:pt x="469122" y="555153"/>
                </a:lnTo>
                <a:lnTo>
                  <a:pt x="455872" y="548942"/>
                </a:lnTo>
                <a:lnTo>
                  <a:pt x="456155" y="548877"/>
                </a:lnTo>
                <a:lnTo>
                  <a:pt x="469113" y="554950"/>
                </a:lnTo>
                <a:lnTo>
                  <a:pt x="469053" y="553576"/>
                </a:lnTo>
                <a:lnTo>
                  <a:pt x="463073" y="540630"/>
                </a:lnTo>
                <a:lnTo>
                  <a:pt x="455983" y="536118"/>
                </a:lnTo>
                <a:close/>
                <a:moveTo>
                  <a:pt x="391699" y="665056"/>
                </a:moveTo>
                <a:lnTo>
                  <a:pt x="393109" y="670684"/>
                </a:lnTo>
                <a:lnTo>
                  <a:pt x="398873" y="670989"/>
                </a:lnTo>
                <a:close/>
                <a:moveTo>
                  <a:pt x="232297" y="1021974"/>
                </a:moveTo>
                <a:lnTo>
                  <a:pt x="232739" y="1024163"/>
                </a:lnTo>
                <a:lnTo>
                  <a:pt x="236510" y="1034038"/>
                </a:lnTo>
                <a:lnTo>
                  <a:pt x="237005" y="1034497"/>
                </a:lnTo>
                <a:lnTo>
                  <a:pt x="239899" y="1037111"/>
                </a:lnTo>
                <a:lnTo>
                  <a:pt x="235519" y="1026364"/>
                </a:lnTo>
                <a:lnTo>
                  <a:pt x="234591" y="1024845"/>
                </a:lnTo>
                <a:close/>
                <a:moveTo>
                  <a:pt x="323230" y="817947"/>
                </a:moveTo>
                <a:lnTo>
                  <a:pt x="324354" y="827881"/>
                </a:lnTo>
                <a:lnTo>
                  <a:pt x="327918" y="833691"/>
                </a:lnTo>
                <a:lnTo>
                  <a:pt x="328370" y="833884"/>
                </a:lnTo>
                <a:lnTo>
                  <a:pt x="329483" y="828191"/>
                </a:lnTo>
                <a:lnTo>
                  <a:pt x="326286" y="820353"/>
                </a:lnTo>
                <a:lnTo>
                  <a:pt x="324905" y="818752"/>
                </a:lnTo>
                <a:close/>
                <a:moveTo>
                  <a:pt x="373713" y="704891"/>
                </a:moveTo>
                <a:lnTo>
                  <a:pt x="374106" y="706824"/>
                </a:lnTo>
                <a:lnTo>
                  <a:pt x="374211" y="706857"/>
                </a:lnTo>
                <a:lnTo>
                  <a:pt x="373906" y="705179"/>
                </a:lnTo>
                <a:close/>
                <a:moveTo>
                  <a:pt x="248417" y="985417"/>
                </a:moveTo>
                <a:lnTo>
                  <a:pt x="257260" y="1004300"/>
                </a:lnTo>
                <a:lnTo>
                  <a:pt x="260437" y="1009392"/>
                </a:lnTo>
                <a:lnTo>
                  <a:pt x="259928" y="1005177"/>
                </a:lnTo>
                <a:close/>
                <a:moveTo>
                  <a:pt x="246657" y="989264"/>
                </a:moveTo>
                <a:lnTo>
                  <a:pt x="250295" y="998140"/>
                </a:lnTo>
                <a:lnTo>
                  <a:pt x="252534" y="1003403"/>
                </a:lnTo>
                <a:lnTo>
                  <a:pt x="254341" y="1005798"/>
                </a:lnTo>
                <a:close/>
                <a:moveTo>
                  <a:pt x="415994" y="609665"/>
                </a:moveTo>
                <a:lnTo>
                  <a:pt x="414263" y="616952"/>
                </a:lnTo>
                <a:lnTo>
                  <a:pt x="413983" y="620236"/>
                </a:lnTo>
                <a:lnTo>
                  <a:pt x="423603" y="624438"/>
                </a:lnTo>
                <a:close/>
                <a:moveTo>
                  <a:pt x="232151" y="1020847"/>
                </a:moveTo>
                <a:lnTo>
                  <a:pt x="232158" y="1020907"/>
                </a:lnTo>
                <a:lnTo>
                  <a:pt x="232256" y="1021020"/>
                </a:lnTo>
                <a:close/>
                <a:moveTo>
                  <a:pt x="376346" y="697382"/>
                </a:moveTo>
                <a:lnTo>
                  <a:pt x="376171" y="702924"/>
                </a:lnTo>
                <a:lnTo>
                  <a:pt x="376519" y="705050"/>
                </a:lnTo>
                <a:lnTo>
                  <a:pt x="377978" y="699254"/>
                </a:lnTo>
                <a:lnTo>
                  <a:pt x="378363" y="698956"/>
                </a:lnTo>
                <a:lnTo>
                  <a:pt x="376641" y="705797"/>
                </a:lnTo>
                <a:lnTo>
                  <a:pt x="376856" y="707109"/>
                </a:lnTo>
                <a:lnTo>
                  <a:pt x="377339" y="707831"/>
                </a:lnTo>
                <a:lnTo>
                  <a:pt x="384105" y="709939"/>
                </a:lnTo>
                <a:lnTo>
                  <a:pt x="382244" y="701962"/>
                </a:lnTo>
                <a:lnTo>
                  <a:pt x="381785" y="699042"/>
                </a:lnTo>
                <a:close/>
                <a:moveTo>
                  <a:pt x="299676" y="868827"/>
                </a:moveTo>
                <a:lnTo>
                  <a:pt x="301234" y="881159"/>
                </a:lnTo>
                <a:lnTo>
                  <a:pt x="304329" y="896513"/>
                </a:lnTo>
                <a:lnTo>
                  <a:pt x="308167" y="897709"/>
                </a:lnTo>
                <a:lnTo>
                  <a:pt x="306147" y="886848"/>
                </a:lnTo>
                <a:lnTo>
                  <a:pt x="302928" y="871774"/>
                </a:lnTo>
                <a:lnTo>
                  <a:pt x="301639" y="869609"/>
                </a:lnTo>
                <a:lnTo>
                  <a:pt x="301675" y="869338"/>
                </a:lnTo>
                <a:close/>
                <a:moveTo>
                  <a:pt x="316962" y="830095"/>
                </a:moveTo>
                <a:lnTo>
                  <a:pt x="316691" y="833879"/>
                </a:lnTo>
                <a:lnTo>
                  <a:pt x="319199" y="837981"/>
                </a:lnTo>
                <a:lnTo>
                  <a:pt x="319085" y="835246"/>
                </a:lnTo>
                <a:close/>
                <a:moveTo>
                  <a:pt x="349107" y="757783"/>
                </a:moveTo>
                <a:lnTo>
                  <a:pt x="349810" y="761680"/>
                </a:lnTo>
                <a:lnTo>
                  <a:pt x="355265" y="776062"/>
                </a:lnTo>
                <a:lnTo>
                  <a:pt x="356913" y="779935"/>
                </a:lnTo>
                <a:lnTo>
                  <a:pt x="350376" y="758168"/>
                </a:lnTo>
                <a:close/>
                <a:moveTo>
                  <a:pt x="416982" y="605508"/>
                </a:moveTo>
                <a:lnTo>
                  <a:pt x="416767" y="606409"/>
                </a:lnTo>
                <a:lnTo>
                  <a:pt x="417270" y="607384"/>
                </a:lnTo>
                <a:lnTo>
                  <a:pt x="421361" y="609825"/>
                </a:lnTo>
                <a:lnTo>
                  <a:pt x="420824" y="607186"/>
                </a:lnTo>
                <a:close/>
                <a:moveTo>
                  <a:pt x="431050" y="573989"/>
                </a:moveTo>
                <a:lnTo>
                  <a:pt x="431650" y="578580"/>
                </a:lnTo>
                <a:lnTo>
                  <a:pt x="435142" y="585360"/>
                </a:lnTo>
                <a:lnTo>
                  <a:pt x="444764" y="591198"/>
                </a:lnTo>
                <a:lnTo>
                  <a:pt x="445482" y="586995"/>
                </a:lnTo>
                <a:lnTo>
                  <a:pt x="445520" y="586962"/>
                </a:lnTo>
                <a:lnTo>
                  <a:pt x="444065" y="581887"/>
                </a:lnTo>
                <a:close/>
                <a:moveTo>
                  <a:pt x="154180" y="1193737"/>
                </a:moveTo>
                <a:lnTo>
                  <a:pt x="161708" y="1203159"/>
                </a:lnTo>
                <a:lnTo>
                  <a:pt x="171070" y="1211614"/>
                </a:lnTo>
                <a:lnTo>
                  <a:pt x="162186" y="1201362"/>
                </a:lnTo>
                <a:close/>
                <a:moveTo>
                  <a:pt x="153024" y="1196288"/>
                </a:moveTo>
                <a:lnTo>
                  <a:pt x="158029" y="1211143"/>
                </a:lnTo>
                <a:lnTo>
                  <a:pt x="174527" y="1226461"/>
                </a:lnTo>
                <a:lnTo>
                  <a:pt x="185323" y="1236211"/>
                </a:lnTo>
                <a:lnTo>
                  <a:pt x="183275" y="1230128"/>
                </a:lnTo>
                <a:lnTo>
                  <a:pt x="176621" y="1222451"/>
                </a:lnTo>
                <a:lnTo>
                  <a:pt x="163420" y="1205928"/>
                </a:lnTo>
                <a:lnTo>
                  <a:pt x="162975" y="1205526"/>
                </a:lnTo>
                <a:close/>
                <a:moveTo>
                  <a:pt x="349908" y="755261"/>
                </a:moveTo>
                <a:lnTo>
                  <a:pt x="350718" y="757960"/>
                </a:lnTo>
                <a:lnTo>
                  <a:pt x="360075" y="760798"/>
                </a:lnTo>
                <a:lnTo>
                  <a:pt x="351931" y="755856"/>
                </a:lnTo>
                <a:close/>
                <a:moveTo>
                  <a:pt x="322083" y="817396"/>
                </a:moveTo>
                <a:lnTo>
                  <a:pt x="322385" y="824671"/>
                </a:lnTo>
                <a:lnTo>
                  <a:pt x="324134" y="827523"/>
                </a:lnTo>
                <a:lnTo>
                  <a:pt x="322963" y="817819"/>
                </a:lnTo>
                <a:close/>
                <a:moveTo>
                  <a:pt x="343313" y="769832"/>
                </a:moveTo>
                <a:lnTo>
                  <a:pt x="340595" y="783720"/>
                </a:lnTo>
                <a:lnTo>
                  <a:pt x="344283" y="788628"/>
                </a:lnTo>
                <a:lnTo>
                  <a:pt x="344169" y="775785"/>
                </a:lnTo>
                <a:lnTo>
                  <a:pt x="343889" y="773387"/>
                </a:lnTo>
                <a:close/>
                <a:moveTo>
                  <a:pt x="385766" y="674573"/>
                </a:moveTo>
                <a:lnTo>
                  <a:pt x="388248" y="680565"/>
                </a:lnTo>
                <a:lnTo>
                  <a:pt x="391699" y="683164"/>
                </a:lnTo>
                <a:lnTo>
                  <a:pt x="391795" y="683185"/>
                </a:lnTo>
                <a:lnTo>
                  <a:pt x="395847" y="684319"/>
                </a:lnTo>
                <a:lnTo>
                  <a:pt x="394525" y="678720"/>
                </a:lnTo>
                <a:close/>
                <a:moveTo>
                  <a:pt x="472610" y="479980"/>
                </a:moveTo>
                <a:lnTo>
                  <a:pt x="472593" y="480226"/>
                </a:lnTo>
                <a:lnTo>
                  <a:pt x="472607" y="486037"/>
                </a:lnTo>
                <a:lnTo>
                  <a:pt x="480852" y="492779"/>
                </a:lnTo>
                <a:lnTo>
                  <a:pt x="485977" y="494344"/>
                </a:lnTo>
                <a:lnTo>
                  <a:pt x="483952" y="488110"/>
                </a:lnTo>
                <a:close/>
                <a:moveTo>
                  <a:pt x="381201" y="684562"/>
                </a:moveTo>
                <a:lnTo>
                  <a:pt x="384618" y="699208"/>
                </a:lnTo>
                <a:lnTo>
                  <a:pt x="387035" y="699946"/>
                </a:lnTo>
                <a:close/>
                <a:moveTo>
                  <a:pt x="305812" y="853048"/>
                </a:moveTo>
                <a:lnTo>
                  <a:pt x="309377" y="865556"/>
                </a:lnTo>
                <a:lnTo>
                  <a:pt x="311926" y="870999"/>
                </a:lnTo>
                <a:lnTo>
                  <a:pt x="312112" y="871319"/>
                </a:lnTo>
                <a:lnTo>
                  <a:pt x="313489" y="871626"/>
                </a:lnTo>
                <a:lnTo>
                  <a:pt x="314027" y="864120"/>
                </a:lnTo>
                <a:lnTo>
                  <a:pt x="311662" y="857622"/>
                </a:lnTo>
                <a:close/>
                <a:moveTo>
                  <a:pt x="366219" y="717340"/>
                </a:moveTo>
                <a:lnTo>
                  <a:pt x="369799" y="731740"/>
                </a:lnTo>
                <a:lnTo>
                  <a:pt x="372863" y="719567"/>
                </a:lnTo>
                <a:close/>
                <a:moveTo>
                  <a:pt x="309752" y="843715"/>
                </a:moveTo>
                <a:lnTo>
                  <a:pt x="314461" y="858019"/>
                </a:lnTo>
                <a:lnTo>
                  <a:pt x="315466" y="844017"/>
                </a:lnTo>
                <a:close/>
                <a:moveTo>
                  <a:pt x="348231" y="757517"/>
                </a:moveTo>
                <a:lnTo>
                  <a:pt x="349529" y="760939"/>
                </a:lnTo>
                <a:lnTo>
                  <a:pt x="348951" y="757736"/>
                </a:lnTo>
                <a:close/>
                <a:moveTo>
                  <a:pt x="402465" y="635887"/>
                </a:moveTo>
                <a:lnTo>
                  <a:pt x="402935" y="646661"/>
                </a:lnTo>
                <a:lnTo>
                  <a:pt x="405961" y="648106"/>
                </a:lnTo>
                <a:lnTo>
                  <a:pt x="406142" y="645562"/>
                </a:lnTo>
                <a:lnTo>
                  <a:pt x="404302" y="636525"/>
                </a:lnTo>
                <a:close/>
                <a:moveTo>
                  <a:pt x="416130" y="605171"/>
                </a:moveTo>
                <a:lnTo>
                  <a:pt x="416297" y="605496"/>
                </a:lnTo>
                <a:lnTo>
                  <a:pt x="416353" y="605259"/>
                </a:lnTo>
                <a:close/>
                <a:moveTo>
                  <a:pt x="395836" y="650599"/>
                </a:moveTo>
                <a:lnTo>
                  <a:pt x="397007" y="652509"/>
                </a:lnTo>
                <a:lnTo>
                  <a:pt x="399533" y="652641"/>
                </a:lnTo>
                <a:lnTo>
                  <a:pt x="398886" y="651018"/>
                </a:lnTo>
                <a:close/>
                <a:moveTo>
                  <a:pt x="131694" y="1241493"/>
                </a:moveTo>
                <a:lnTo>
                  <a:pt x="138735" y="1251009"/>
                </a:lnTo>
                <a:cubicBezTo>
                  <a:pt x="149335" y="1265261"/>
                  <a:pt x="159949" y="1279330"/>
                  <a:pt x="170604" y="1292898"/>
                </a:cubicBezTo>
                <a:lnTo>
                  <a:pt x="188861" y="1315004"/>
                </a:lnTo>
                <a:lnTo>
                  <a:pt x="197550" y="1322233"/>
                </a:lnTo>
                <a:lnTo>
                  <a:pt x="192941" y="1310168"/>
                </a:lnTo>
                <a:lnTo>
                  <a:pt x="141418" y="1252629"/>
                </a:lnTo>
                <a:close/>
                <a:moveTo>
                  <a:pt x="344081" y="765907"/>
                </a:moveTo>
                <a:lnTo>
                  <a:pt x="343660" y="768059"/>
                </a:lnTo>
                <a:lnTo>
                  <a:pt x="344136" y="772143"/>
                </a:lnTo>
                <a:close/>
                <a:moveTo>
                  <a:pt x="403995" y="631670"/>
                </a:moveTo>
                <a:lnTo>
                  <a:pt x="404792" y="635580"/>
                </a:lnTo>
                <a:lnTo>
                  <a:pt x="406802" y="636278"/>
                </a:lnTo>
                <a:lnTo>
                  <a:pt x="406974" y="633860"/>
                </a:lnTo>
                <a:lnTo>
                  <a:pt x="406941" y="633393"/>
                </a:lnTo>
                <a:close/>
                <a:moveTo>
                  <a:pt x="315898" y="828931"/>
                </a:moveTo>
                <a:lnTo>
                  <a:pt x="316302" y="832373"/>
                </a:lnTo>
                <a:lnTo>
                  <a:pt x="316529" y="829198"/>
                </a:lnTo>
                <a:close/>
                <a:moveTo>
                  <a:pt x="409533" y="619218"/>
                </a:moveTo>
                <a:lnTo>
                  <a:pt x="409468" y="620423"/>
                </a:lnTo>
                <a:lnTo>
                  <a:pt x="409074" y="629927"/>
                </a:lnTo>
                <a:lnTo>
                  <a:pt x="410322" y="630656"/>
                </a:lnTo>
                <a:lnTo>
                  <a:pt x="411794" y="624456"/>
                </a:lnTo>
                <a:lnTo>
                  <a:pt x="411076" y="619892"/>
                </a:lnTo>
                <a:close/>
                <a:moveTo>
                  <a:pt x="364015" y="720478"/>
                </a:moveTo>
                <a:lnTo>
                  <a:pt x="362905" y="747396"/>
                </a:lnTo>
                <a:lnTo>
                  <a:pt x="364561" y="749317"/>
                </a:lnTo>
                <a:lnTo>
                  <a:pt x="365319" y="749538"/>
                </a:lnTo>
                <a:lnTo>
                  <a:pt x="369473" y="733035"/>
                </a:lnTo>
                <a:lnTo>
                  <a:pt x="369071" y="731315"/>
                </a:lnTo>
                <a:close/>
                <a:moveTo>
                  <a:pt x="222290" y="1037763"/>
                </a:moveTo>
                <a:lnTo>
                  <a:pt x="230496" y="1060866"/>
                </a:lnTo>
                <a:lnTo>
                  <a:pt x="236409" y="1064976"/>
                </a:lnTo>
                <a:lnTo>
                  <a:pt x="235161" y="1055100"/>
                </a:lnTo>
                <a:lnTo>
                  <a:pt x="233914" y="1048913"/>
                </a:lnTo>
                <a:close/>
                <a:moveTo>
                  <a:pt x="418866" y="597570"/>
                </a:moveTo>
                <a:lnTo>
                  <a:pt x="417038" y="605267"/>
                </a:lnTo>
                <a:lnTo>
                  <a:pt x="420726" y="606706"/>
                </a:lnTo>
                <a:close/>
                <a:moveTo>
                  <a:pt x="348582" y="754871"/>
                </a:moveTo>
                <a:lnTo>
                  <a:pt x="349048" y="757454"/>
                </a:lnTo>
                <a:lnTo>
                  <a:pt x="350273" y="757824"/>
                </a:lnTo>
                <a:lnTo>
                  <a:pt x="349463" y="755130"/>
                </a:lnTo>
                <a:close/>
                <a:moveTo>
                  <a:pt x="466929" y="489467"/>
                </a:moveTo>
                <a:lnTo>
                  <a:pt x="467439" y="501190"/>
                </a:lnTo>
                <a:lnTo>
                  <a:pt x="470771" y="503701"/>
                </a:lnTo>
                <a:lnTo>
                  <a:pt x="470894" y="499894"/>
                </a:lnTo>
                <a:lnTo>
                  <a:pt x="471540" y="490876"/>
                </a:lnTo>
                <a:close/>
                <a:moveTo>
                  <a:pt x="370123" y="706165"/>
                </a:moveTo>
                <a:lnTo>
                  <a:pt x="372670" y="712312"/>
                </a:lnTo>
                <a:lnTo>
                  <a:pt x="371753" y="709533"/>
                </a:lnTo>
                <a:lnTo>
                  <a:pt x="371097" y="706469"/>
                </a:lnTo>
                <a:close/>
                <a:moveTo>
                  <a:pt x="380600" y="681579"/>
                </a:moveTo>
                <a:lnTo>
                  <a:pt x="387636" y="700129"/>
                </a:lnTo>
                <a:lnTo>
                  <a:pt x="393799" y="702011"/>
                </a:lnTo>
                <a:lnTo>
                  <a:pt x="393367" y="700375"/>
                </a:lnTo>
                <a:lnTo>
                  <a:pt x="393605" y="699824"/>
                </a:lnTo>
                <a:lnTo>
                  <a:pt x="394216" y="702138"/>
                </a:lnTo>
                <a:lnTo>
                  <a:pt x="394377" y="702187"/>
                </a:lnTo>
                <a:lnTo>
                  <a:pt x="395149" y="698239"/>
                </a:lnTo>
                <a:lnTo>
                  <a:pt x="389151" y="683766"/>
                </a:lnTo>
                <a:close/>
                <a:moveTo>
                  <a:pt x="315666" y="826948"/>
                </a:moveTo>
                <a:lnTo>
                  <a:pt x="315855" y="828559"/>
                </a:lnTo>
                <a:lnTo>
                  <a:pt x="316430" y="828804"/>
                </a:lnTo>
                <a:close/>
                <a:moveTo>
                  <a:pt x="450378" y="525195"/>
                </a:moveTo>
                <a:lnTo>
                  <a:pt x="450665" y="532090"/>
                </a:lnTo>
                <a:lnTo>
                  <a:pt x="461928" y="538149"/>
                </a:lnTo>
                <a:lnTo>
                  <a:pt x="458261" y="530212"/>
                </a:lnTo>
                <a:close/>
                <a:moveTo>
                  <a:pt x="373790" y="696602"/>
                </a:moveTo>
                <a:lnTo>
                  <a:pt x="374877" y="702450"/>
                </a:lnTo>
                <a:lnTo>
                  <a:pt x="374991" y="698859"/>
                </a:lnTo>
                <a:lnTo>
                  <a:pt x="374778" y="696904"/>
                </a:lnTo>
                <a:close/>
                <a:moveTo>
                  <a:pt x="354967" y="738404"/>
                </a:moveTo>
                <a:lnTo>
                  <a:pt x="358914" y="747675"/>
                </a:lnTo>
                <a:lnTo>
                  <a:pt x="361957" y="748560"/>
                </a:lnTo>
                <a:lnTo>
                  <a:pt x="361979" y="748048"/>
                </a:lnTo>
                <a:lnTo>
                  <a:pt x="361280" y="745924"/>
                </a:lnTo>
                <a:close/>
                <a:moveTo>
                  <a:pt x="396719" y="644771"/>
                </a:moveTo>
                <a:lnTo>
                  <a:pt x="399060" y="650640"/>
                </a:lnTo>
                <a:lnTo>
                  <a:pt x="402610" y="651128"/>
                </a:lnTo>
                <a:lnTo>
                  <a:pt x="402499" y="647472"/>
                </a:lnTo>
                <a:lnTo>
                  <a:pt x="397456" y="645085"/>
                </a:lnTo>
                <a:close/>
                <a:moveTo>
                  <a:pt x="408351" y="618701"/>
                </a:moveTo>
                <a:lnTo>
                  <a:pt x="407614" y="629071"/>
                </a:lnTo>
                <a:lnTo>
                  <a:pt x="408659" y="629682"/>
                </a:lnTo>
                <a:lnTo>
                  <a:pt x="409239" y="619090"/>
                </a:lnTo>
                <a:close/>
                <a:moveTo>
                  <a:pt x="420223" y="591859"/>
                </a:moveTo>
                <a:lnTo>
                  <a:pt x="418985" y="597067"/>
                </a:lnTo>
                <a:lnTo>
                  <a:pt x="420967" y="606799"/>
                </a:lnTo>
                <a:lnTo>
                  <a:pt x="426145" y="608820"/>
                </a:lnTo>
                <a:lnTo>
                  <a:pt x="435623" y="612960"/>
                </a:lnTo>
                <a:lnTo>
                  <a:pt x="434374" y="603415"/>
                </a:lnTo>
                <a:lnTo>
                  <a:pt x="430587" y="602659"/>
                </a:lnTo>
                <a:lnTo>
                  <a:pt x="431069" y="602413"/>
                </a:lnTo>
                <a:lnTo>
                  <a:pt x="434328" y="603064"/>
                </a:lnTo>
                <a:lnTo>
                  <a:pt x="433384" y="595852"/>
                </a:lnTo>
                <a:close/>
                <a:moveTo>
                  <a:pt x="215163" y="1050817"/>
                </a:moveTo>
                <a:lnTo>
                  <a:pt x="225011" y="1069968"/>
                </a:lnTo>
                <a:lnTo>
                  <a:pt x="237053" y="1083486"/>
                </a:lnTo>
                <a:lnTo>
                  <a:pt x="220494" y="1057814"/>
                </a:lnTo>
                <a:lnTo>
                  <a:pt x="220519" y="1057553"/>
                </a:lnTo>
                <a:lnTo>
                  <a:pt x="230293" y="1072707"/>
                </a:lnTo>
                <a:lnTo>
                  <a:pt x="238372" y="1084869"/>
                </a:lnTo>
                <a:lnTo>
                  <a:pt x="230025" y="1061370"/>
                </a:lnTo>
                <a:lnTo>
                  <a:pt x="229191" y="1060569"/>
                </a:lnTo>
                <a:close/>
                <a:moveTo>
                  <a:pt x="364173" y="716655"/>
                </a:moveTo>
                <a:lnTo>
                  <a:pt x="364042" y="719824"/>
                </a:lnTo>
                <a:lnTo>
                  <a:pt x="368737" y="729886"/>
                </a:lnTo>
                <a:lnTo>
                  <a:pt x="365764" y="717187"/>
                </a:lnTo>
                <a:close/>
                <a:moveTo>
                  <a:pt x="428519" y="572454"/>
                </a:moveTo>
                <a:lnTo>
                  <a:pt x="428631" y="572717"/>
                </a:lnTo>
                <a:lnTo>
                  <a:pt x="431114" y="577539"/>
                </a:lnTo>
                <a:lnTo>
                  <a:pt x="430671" y="573760"/>
                </a:lnTo>
                <a:close/>
                <a:moveTo>
                  <a:pt x="347057" y="754423"/>
                </a:moveTo>
                <a:lnTo>
                  <a:pt x="348097" y="757165"/>
                </a:lnTo>
                <a:lnTo>
                  <a:pt x="348892" y="757406"/>
                </a:lnTo>
                <a:lnTo>
                  <a:pt x="348426" y="754826"/>
                </a:lnTo>
                <a:close/>
                <a:moveTo>
                  <a:pt x="402295" y="630674"/>
                </a:moveTo>
                <a:lnTo>
                  <a:pt x="402417" y="634756"/>
                </a:lnTo>
                <a:lnTo>
                  <a:pt x="404058" y="635325"/>
                </a:lnTo>
                <a:lnTo>
                  <a:pt x="403221" y="631217"/>
                </a:lnTo>
                <a:close/>
                <a:moveTo>
                  <a:pt x="384269" y="670962"/>
                </a:moveTo>
                <a:lnTo>
                  <a:pt x="385114" y="672998"/>
                </a:lnTo>
                <a:lnTo>
                  <a:pt x="394189" y="677295"/>
                </a:lnTo>
                <a:lnTo>
                  <a:pt x="392801" y="671414"/>
                </a:lnTo>
                <a:close/>
                <a:moveTo>
                  <a:pt x="348568" y="750797"/>
                </a:moveTo>
                <a:lnTo>
                  <a:pt x="348748" y="751397"/>
                </a:lnTo>
                <a:lnTo>
                  <a:pt x="361233" y="755069"/>
                </a:lnTo>
                <a:lnTo>
                  <a:pt x="361073" y="754695"/>
                </a:lnTo>
                <a:close/>
                <a:moveTo>
                  <a:pt x="345862" y="756799"/>
                </a:moveTo>
                <a:lnTo>
                  <a:pt x="344437" y="764089"/>
                </a:lnTo>
                <a:lnTo>
                  <a:pt x="344539" y="775592"/>
                </a:lnTo>
                <a:lnTo>
                  <a:pt x="344621" y="776300"/>
                </a:lnTo>
                <a:lnTo>
                  <a:pt x="347554" y="792980"/>
                </a:lnTo>
                <a:lnTo>
                  <a:pt x="347737" y="793223"/>
                </a:lnTo>
                <a:lnTo>
                  <a:pt x="348500" y="779285"/>
                </a:lnTo>
                <a:lnTo>
                  <a:pt x="348821" y="778921"/>
                </a:lnTo>
                <a:lnTo>
                  <a:pt x="348018" y="793596"/>
                </a:lnTo>
                <a:lnTo>
                  <a:pt x="349169" y="795128"/>
                </a:lnTo>
                <a:lnTo>
                  <a:pt x="353932" y="796986"/>
                </a:lnTo>
                <a:lnTo>
                  <a:pt x="355191" y="791688"/>
                </a:lnTo>
                <a:lnTo>
                  <a:pt x="353492" y="782941"/>
                </a:lnTo>
                <a:lnTo>
                  <a:pt x="350173" y="764514"/>
                </a:lnTo>
                <a:lnTo>
                  <a:pt x="347426" y="757274"/>
                </a:lnTo>
                <a:close/>
                <a:moveTo>
                  <a:pt x="306779" y="843556"/>
                </a:moveTo>
                <a:lnTo>
                  <a:pt x="307481" y="845483"/>
                </a:lnTo>
                <a:lnTo>
                  <a:pt x="312053" y="857541"/>
                </a:lnTo>
                <a:lnTo>
                  <a:pt x="314368" y="859350"/>
                </a:lnTo>
                <a:lnTo>
                  <a:pt x="314436" y="858388"/>
                </a:lnTo>
                <a:lnTo>
                  <a:pt x="309604" y="843706"/>
                </a:lnTo>
                <a:close/>
                <a:moveTo>
                  <a:pt x="365089" y="712793"/>
                </a:moveTo>
                <a:lnTo>
                  <a:pt x="365791" y="715616"/>
                </a:lnTo>
                <a:lnTo>
                  <a:pt x="373328" y="717725"/>
                </a:lnTo>
                <a:lnTo>
                  <a:pt x="373438" y="717285"/>
                </a:lnTo>
                <a:close/>
                <a:moveTo>
                  <a:pt x="372432" y="696187"/>
                </a:moveTo>
                <a:lnTo>
                  <a:pt x="372774" y="698068"/>
                </a:lnTo>
                <a:lnTo>
                  <a:pt x="373591" y="702234"/>
                </a:lnTo>
                <a:lnTo>
                  <a:pt x="374814" y="704061"/>
                </a:lnTo>
                <a:lnTo>
                  <a:pt x="373404" y="696485"/>
                </a:lnTo>
                <a:close/>
                <a:moveTo>
                  <a:pt x="346333" y="754392"/>
                </a:moveTo>
                <a:lnTo>
                  <a:pt x="345920" y="756505"/>
                </a:lnTo>
                <a:lnTo>
                  <a:pt x="347292" y="756921"/>
                </a:lnTo>
                <a:close/>
                <a:moveTo>
                  <a:pt x="409929" y="611971"/>
                </a:moveTo>
                <a:lnTo>
                  <a:pt x="409583" y="618314"/>
                </a:lnTo>
                <a:lnTo>
                  <a:pt x="410919" y="618897"/>
                </a:lnTo>
                <a:lnTo>
                  <a:pt x="410216" y="614422"/>
                </a:lnTo>
                <a:close/>
                <a:moveTo>
                  <a:pt x="317830" y="817990"/>
                </a:moveTo>
                <a:lnTo>
                  <a:pt x="317312" y="825225"/>
                </a:lnTo>
                <a:lnTo>
                  <a:pt x="318822" y="828888"/>
                </a:lnTo>
                <a:lnTo>
                  <a:pt x="318700" y="825959"/>
                </a:lnTo>
                <a:lnTo>
                  <a:pt x="318897" y="819731"/>
                </a:lnTo>
                <a:close/>
                <a:moveTo>
                  <a:pt x="151161" y="1190758"/>
                </a:moveTo>
                <a:lnTo>
                  <a:pt x="152555" y="1194892"/>
                </a:lnTo>
                <a:lnTo>
                  <a:pt x="159912" y="1201537"/>
                </a:lnTo>
                <a:lnTo>
                  <a:pt x="151836" y="1191429"/>
                </a:lnTo>
                <a:close/>
                <a:moveTo>
                  <a:pt x="371906" y="696027"/>
                </a:moveTo>
                <a:lnTo>
                  <a:pt x="372987" y="701332"/>
                </a:lnTo>
                <a:lnTo>
                  <a:pt x="373286" y="701779"/>
                </a:lnTo>
                <a:lnTo>
                  <a:pt x="372258" y="696134"/>
                </a:lnTo>
                <a:close/>
                <a:moveTo>
                  <a:pt x="284819" y="891018"/>
                </a:moveTo>
                <a:lnTo>
                  <a:pt x="293573" y="912368"/>
                </a:lnTo>
                <a:lnTo>
                  <a:pt x="292239" y="893328"/>
                </a:lnTo>
                <a:close/>
                <a:moveTo>
                  <a:pt x="317938" y="816494"/>
                </a:moveTo>
                <a:lnTo>
                  <a:pt x="317879" y="817322"/>
                </a:lnTo>
                <a:lnTo>
                  <a:pt x="318920" y="819020"/>
                </a:lnTo>
                <a:lnTo>
                  <a:pt x="318920" y="819013"/>
                </a:lnTo>
                <a:close/>
                <a:moveTo>
                  <a:pt x="312880" y="827645"/>
                </a:moveTo>
                <a:lnTo>
                  <a:pt x="315925" y="832626"/>
                </a:lnTo>
                <a:lnTo>
                  <a:pt x="315470" y="828748"/>
                </a:lnTo>
                <a:close/>
                <a:moveTo>
                  <a:pt x="364348" y="712394"/>
                </a:moveTo>
                <a:lnTo>
                  <a:pt x="364234" y="715180"/>
                </a:lnTo>
                <a:lnTo>
                  <a:pt x="365368" y="715498"/>
                </a:lnTo>
                <a:lnTo>
                  <a:pt x="364684" y="712575"/>
                </a:lnTo>
                <a:close/>
                <a:moveTo>
                  <a:pt x="254831" y="957542"/>
                </a:moveTo>
                <a:lnTo>
                  <a:pt x="256900" y="975844"/>
                </a:lnTo>
                <a:lnTo>
                  <a:pt x="261905" y="983497"/>
                </a:lnTo>
                <a:lnTo>
                  <a:pt x="259892" y="971073"/>
                </a:lnTo>
                <a:lnTo>
                  <a:pt x="260143" y="970619"/>
                </a:lnTo>
                <a:lnTo>
                  <a:pt x="262336" y="984157"/>
                </a:lnTo>
                <a:lnTo>
                  <a:pt x="263541" y="985998"/>
                </a:lnTo>
                <a:lnTo>
                  <a:pt x="260655" y="962094"/>
                </a:lnTo>
                <a:close/>
                <a:moveTo>
                  <a:pt x="466644" y="482939"/>
                </a:moveTo>
                <a:lnTo>
                  <a:pt x="466887" y="488515"/>
                </a:lnTo>
                <a:lnTo>
                  <a:pt x="471606" y="489957"/>
                </a:lnTo>
                <a:lnTo>
                  <a:pt x="471806" y="487162"/>
                </a:lnTo>
                <a:close/>
                <a:moveTo>
                  <a:pt x="291354" y="875378"/>
                </a:moveTo>
                <a:lnTo>
                  <a:pt x="291942" y="883782"/>
                </a:lnTo>
                <a:lnTo>
                  <a:pt x="292121" y="885917"/>
                </a:lnTo>
                <a:lnTo>
                  <a:pt x="297242" y="894305"/>
                </a:lnTo>
                <a:lnTo>
                  <a:pt x="301755" y="895711"/>
                </a:lnTo>
                <a:lnTo>
                  <a:pt x="301349" y="892497"/>
                </a:lnTo>
                <a:close/>
                <a:moveTo>
                  <a:pt x="230879" y="1010784"/>
                </a:moveTo>
                <a:lnTo>
                  <a:pt x="231485" y="1015579"/>
                </a:lnTo>
                <a:lnTo>
                  <a:pt x="236658" y="1024050"/>
                </a:lnTo>
                <a:lnTo>
                  <a:pt x="237155" y="1024680"/>
                </a:lnTo>
                <a:lnTo>
                  <a:pt x="235754" y="1019500"/>
                </a:lnTo>
                <a:close/>
                <a:moveTo>
                  <a:pt x="318052" y="815462"/>
                </a:moveTo>
                <a:lnTo>
                  <a:pt x="318959" y="817786"/>
                </a:lnTo>
                <a:lnTo>
                  <a:pt x="319018" y="815925"/>
                </a:lnTo>
                <a:close/>
                <a:moveTo>
                  <a:pt x="347126" y="750348"/>
                </a:moveTo>
                <a:lnTo>
                  <a:pt x="347020" y="750889"/>
                </a:lnTo>
                <a:lnTo>
                  <a:pt x="348303" y="751266"/>
                </a:lnTo>
                <a:lnTo>
                  <a:pt x="348120" y="750659"/>
                </a:lnTo>
                <a:close/>
                <a:moveTo>
                  <a:pt x="448198" y="523808"/>
                </a:moveTo>
                <a:lnTo>
                  <a:pt x="448313" y="526401"/>
                </a:lnTo>
                <a:lnTo>
                  <a:pt x="448391" y="523930"/>
                </a:lnTo>
                <a:close/>
                <a:moveTo>
                  <a:pt x="284264" y="890844"/>
                </a:moveTo>
                <a:lnTo>
                  <a:pt x="285074" y="893687"/>
                </a:lnTo>
                <a:lnTo>
                  <a:pt x="294283" y="921701"/>
                </a:lnTo>
                <a:lnTo>
                  <a:pt x="293937" y="917559"/>
                </a:lnTo>
                <a:lnTo>
                  <a:pt x="293636" y="913260"/>
                </a:lnTo>
                <a:lnTo>
                  <a:pt x="284471" y="890909"/>
                </a:lnTo>
                <a:close/>
                <a:moveTo>
                  <a:pt x="362264" y="716014"/>
                </a:moveTo>
                <a:lnTo>
                  <a:pt x="363216" y="718053"/>
                </a:lnTo>
                <a:lnTo>
                  <a:pt x="363286" y="716357"/>
                </a:lnTo>
                <a:close/>
                <a:moveTo>
                  <a:pt x="321648" y="806915"/>
                </a:moveTo>
                <a:lnTo>
                  <a:pt x="321663" y="807300"/>
                </a:lnTo>
                <a:lnTo>
                  <a:pt x="321696" y="807320"/>
                </a:lnTo>
                <a:close/>
                <a:moveTo>
                  <a:pt x="390463" y="652719"/>
                </a:moveTo>
                <a:lnTo>
                  <a:pt x="401531" y="661871"/>
                </a:lnTo>
                <a:lnTo>
                  <a:pt x="401061" y="659864"/>
                </a:lnTo>
                <a:lnTo>
                  <a:pt x="396888" y="653059"/>
                </a:lnTo>
                <a:close/>
                <a:moveTo>
                  <a:pt x="366999" y="705193"/>
                </a:moveTo>
                <a:lnTo>
                  <a:pt x="367844" y="706640"/>
                </a:lnTo>
                <a:lnTo>
                  <a:pt x="372725" y="714054"/>
                </a:lnTo>
                <a:lnTo>
                  <a:pt x="369504" y="705973"/>
                </a:lnTo>
                <a:close/>
                <a:moveTo>
                  <a:pt x="406059" y="617701"/>
                </a:moveTo>
                <a:lnTo>
                  <a:pt x="406314" y="621335"/>
                </a:lnTo>
                <a:lnTo>
                  <a:pt x="406927" y="628669"/>
                </a:lnTo>
                <a:lnTo>
                  <a:pt x="407326" y="628903"/>
                </a:lnTo>
                <a:lnTo>
                  <a:pt x="408060" y="618574"/>
                </a:lnTo>
                <a:close/>
                <a:moveTo>
                  <a:pt x="302196" y="850222"/>
                </a:moveTo>
                <a:lnTo>
                  <a:pt x="308058" y="862738"/>
                </a:lnTo>
                <a:lnTo>
                  <a:pt x="305148" y="852530"/>
                </a:lnTo>
                <a:close/>
                <a:moveTo>
                  <a:pt x="423233" y="579185"/>
                </a:moveTo>
                <a:lnTo>
                  <a:pt x="420255" y="591720"/>
                </a:lnTo>
                <a:lnTo>
                  <a:pt x="431320" y="594914"/>
                </a:lnTo>
                <a:lnTo>
                  <a:pt x="433341" y="595527"/>
                </a:lnTo>
                <a:lnTo>
                  <a:pt x="432825" y="591586"/>
                </a:lnTo>
                <a:lnTo>
                  <a:pt x="428344" y="582286"/>
                </a:lnTo>
                <a:close/>
                <a:moveTo>
                  <a:pt x="482527" y="446337"/>
                </a:moveTo>
                <a:lnTo>
                  <a:pt x="504664" y="460769"/>
                </a:lnTo>
                <a:lnTo>
                  <a:pt x="504462" y="456131"/>
                </a:lnTo>
                <a:close/>
                <a:moveTo>
                  <a:pt x="417780" y="591144"/>
                </a:moveTo>
                <a:lnTo>
                  <a:pt x="418668" y="595508"/>
                </a:lnTo>
                <a:lnTo>
                  <a:pt x="419581" y="591665"/>
                </a:lnTo>
                <a:lnTo>
                  <a:pt x="419548" y="591655"/>
                </a:lnTo>
                <a:close/>
                <a:moveTo>
                  <a:pt x="347481" y="748532"/>
                </a:moveTo>
                <a:lnTo>
                  <a:pt x="347270" y="749612"/>
                </a:lnTo>
                <a:lnTo>
                  <a:pt x="347862" y="749798"/>
                </a:lnTo>
                <a:close/>
                <a:moveTo>
                  <a:pt x="283908" y="890734"/>
                </a:moveTo>
                <a:lnTo>
                  <a:pt x="286269" y="914300"/>
                </a:lnTo>
                <a:lnTo>
                  <a:pt x="292243" y="928284"/>
                </a:lnTo>
                <a:lnTo>
                  <a:pt x="294943" y="933003"/>
                </a:lnTo>
                <a:lnTo>
                  <a:pt x="295259" y="933369"/>
                </a:lnTo>
                <a:lnTo>
                  <a:pt x="294557" y="924974"/>
                </a:lnTo>
                <a:lnTo>
                  <a:pt x="288042" y="905157"/>
                </a:lnTo>
                <a:lnTo>
                  <a:pt x="283933" y="890742"/>
                </a:lnTo>
                <a:close/>
                <a:moveTo>
                  <a:pt x="300943" y="852519"/>
                </a:moveTo>
                <a:lnTo>
                  <a:pt x="301647" y="857230"/>
                </a:lnTo>
                <a:lnTo>
                  <a:pt x="304701" y="869670"/>
                </a:lnTo>
                <a:lnTo>
                  <a:pt x="309370" y="870709"/>
                </a:lnTo>
                <a:lnTo>
                  <a:pt x="306397" y="864360"/>
                </a:lnTo>
                <a:lnTo>
                  <a:pt x="304285" y="858829"/>
                </a:lnTo>
                <a:close/>
                <a:moveTo>
                  <a:pt x="288114" y="880886"/>
                </a:moveTo>
                <a:lnTo>
                  <a:pt x="292003" y="889960"/>
                </a:lnTo>
                <a:lnTo>
                  <a:pt x="291880" y="888209"/>
                </a:lnTo>
                <a:close/>
                <a:moveTo>
                  <a:pt x="370581" y="695622"/>
                </a:moveTo>
                <a:lnTo>
                  <a:pt x="371027" y="697707"/>
                </a:lnTo>
                <a:lnTo>
                  <a:pt x="371480" y="699082"/>
                </a:lnTo>
                <a:lnTo>
                  <a:pt x="371670" y="699366"/>
                </a:lnTo>
                <a:lnTo>
                  <a:pt x="370930" y="695729"/>
                </a:lnTo>
                <a:close/>
                <a:moveTo>
                  <a:pt x="283851" y="889398"/>
                </a:moveTo>
                <a:lnTo>
                  <a:pt x="284081" y="890206"/>
                </a:lnTo>
                <a:lnTo>
                  <a:pt x="284197" y="890241"/>
                </a:lnTo>
                <a:close/>
                <a:moveTo>
                  <a:pt x="424428" y="574157"/>
                </a:moveTo>
                <a:lnTo>
                  <a:pt x="423452" y="578266"/>
                </a:lnTo>
                <a:lnTo>
                  <a:pt x="427629" y="580801"/>
                </a:lnTo>
                <a:close/>
                <a:moveTo>
                  <a:pt x="376876" y="680627"/>
                </a:moveTo>
                <a:lnTo>
                  <a:pt x="376369" y="696689"/>
                </a:lnTo>
                <a:lnTo>
                  <a:pt x="381669" y="698307"/>
                </a:lnTo>
                <a:lnTo>
                  <a:pt x="378971" y="681163"/>
                </a:lnTo>
                <a:close/>
                <a:moveTo>
                  <a:pt x="210227" y="1053546"/>
                </a:moveTo>
                <a:lnTo>
                  <a:pt x="214348" y="1071363"/>
                </a:lnTo>
                <a:lnTo>
                  <a:pt x="218541" y="1088444"/>
                </a:lnTo>
                <a:lnTo>
                  <a:pt x="219653" y="1089809"/>
                </a:lnTo>
                <a:lnTo>
                  <a:pt x="244599" y="1116220"/>
                </a:lnTo>
                <a:lnTo>
                  <a:pt x="241854" y="1102596"/>
                </a:lnTo>
                <a:lnTo>
                  <a:pt x="232148" y="1091216"/>
                </a:lnTo>
                <a:lnTo>
                  <a:pt x="232163" y="1090943"/>
                </a:lnTo>
                <a:lnTo>
                  <a:pt x="241778" y="1102216"/>
                </a:lnTo>
                <a:lnTo>
                  <a:pt x="241374" y="1100213"/>
                </a:lnTo>
                <a:lnTo>
                  <a:pt x="230804" y="1082901"/>
                </a:lnTo>
                <a:lnTo>
                  <a:pt x="223565" y="1068822"/>
                </a:lnTo>
                <a:close/>
                <a:moveTo>
                  <a:pt x="379288" y="674304"/>
                </a:moveTo>
                <a:lnTo>
                  <a:pt x="380282" y="680620"/>
                </a:lnTo>
                <a:lnTo>
                  <a:pt x="380282" y="680623"/>
                </a:lnTo>
                <a:lnTo>
                  <a:pt x="388618" y="682478"/>
                </a:lnTo>
                <a:lnTo>
                  <a:pt x="387928" y="680811"/>
                </a:lnTo>
                <a:close/>
                <a:moveTo>
                  <a:pt x="149996" y="1187295"/>
                </a:moveTo>
                <a:lnTo>
                  <a:pt x="150698" y="1189378"/>
                </a:lnTo>
                <a:lnTo>
                  <a:pt x="152371" y="1191474"/>
                </a:lnTo>
                <a:lnTo>
                  <a:pt x="159501" y="1198264"/>
                </a:lnTo>
                <a:close/>
                <a:moveTo>
                  <a:pt x="318396" y="810104"/>
                </a:moveTo>
                <a:lnTo>
                  <a:pt x="318374" y="810407"/>
                </a:lnTo>
                <a:lnTo>
                  <a:pt x="319185" y="810646"/>
                </a:lnTo>
                <a:lnTo>
                  <a:pt x="319187" y="810567"/>
                </a:lnTo>
                <a:close/>
                <a:moveTo>
                  <a:pt x="425297" y="570498"/>
                </a:moveTo>
                <a:lnTo>
                  <a:pt x="424703" y="572999"/>
                </a:lnTo>
                <a:lnTo>
                  <a:pt x="428769" y="581493"/>
                </a:lnTo>
                <a:lnTo>
                  <a:pt x="431793" y="583328"/>
                </a:lnTo>
                <a:lnTo>
                  <a:pt x="431593" y="581623"/>
                </a:lnTo>
                <a:lnTo>
                  <a:pt x="427401" y="571776"/>
                </a:lnTo>
                <a:close/>
                <a:moveTo>
                  <a:pt x="409234" y="606281"/>
                </a:moveTo>
                <a:lnTo>
                  <a:pt x="408415" y="617803"/>
                </a:lnTo>
                <a:lnTo>
                  <a:pt x="409288" y="618184"/>
                </a:lnTo>
                <a:lnTo>
                  <a:pt x="409724" y="610211"/>
                </a:lnTo>
                <a:lnTo>
                  <a:pt x="409310" y="606654"/>
                </a:lnTo>
                <a:close/>
                <a:moveTo>
                  <a:pt x="410383" y="603696"/>
                </a:moveTo>
                <a:lnTo>
                  <a:pt x="410173" y="607534"/>
                </a:lnTo>
                <a:lnTo>
                  <a:pt x="411143" y="613707"/>
                </a:lnTo>
                <a:lnTo>
                  <a:pt x="412327" y="619513"/>
                </a:lnTo>
                <a:lnTo>
                  <a:pt x="412909" y="619766"/>
                </a:lnTo>
                <a:lnTo>
                  <a:pt x="415524" y="608752"/>
                </a:lnTo>
                <a:lnTo>
                  <a:pt x="414045" y="605879"/>
                </a:lnTo>
                <a:close/>
                <a:moveTo>
                  <a:pt x="316186" y="814566"/>
                </a:moveTo>
                <a:lnTo>
                  <a:pt x="317431" y="816596"/>
                </a:lnTo>
                <a:lnTo>
                  <a:pt x="317516" y="815410"/>
                </a:lnTo>
                <a:lnTo>
                  <a:pt x="317417" y="815156"/>
                </a:lnTo>
                <a:close/>
                <a:moveTo>
                  <a:pt x="380375" y="670754"/>
                </a:moveTo>
                <a:lnTo>
                  <a:pt x="384588" y="672750"/>
                </a:lnTo>
                <a:lnTo>
                  <a:pt x="383837" y="670938"/>
                </a:lnTo>
                <a:close/>
                <a:moveTo>
                  <a:pt x="342217" y="755694"/>
                </a:moveTo>
                <a:lnTo>
                  <a:pt x="342760" y="760343"/>
                </a:lnTo>
                <a:lnTo>
                  <a:pt x="343588" y="756110"/>
                </a:lnTo>
                <a:close/>
                <a:moveTo>
                  <a:pt x="410424" y="602945"/>
                </a:moveTo>
                <a:lnTo>
                  <a:pt x="410405" y="603290"/>
                </a:lnTo>
                <a:lnTo>
                  <a:pt x="413733" y="605275"/>
                </a:lnTo>
                <a:lnTo>
                  <a:pt x="413064" y="603975"/>
                </a:lnTo>
                <a:close/>
                <a:moveTo>
                  <a:pt x="303049" y="843358"/>
                </a:moveTo>
                <a:lnTo>
                  <a:pt x="305669" y="852550"/>
                </a:lnTo>
                <a:lnTo>
                  <a:pt x="311464" y="857079"/>
                </a:lnTo>
                <a:lnTo>
                  <a:pt x="306538" y="843544"/>
                </a:lnTo>
                <a:close/>
                <a:moveTo>
                  <a:pt x="425856" y="568143"/>
                </a:moveTo>
                <a:lnTo>
                  <a:pt x="425458" y="569814"/>
                </a:lnTo>
                <a:lnTo>
                  <a:pt x="426951" y="570719"/>
                </a:lnTo>
                <a:close/>
                <a:moveTo>
                  <a:pt x="124877" y="1241882"/>
                </a:moveTo>
                <a:lnTo>
                  <a:pt x="127976" y="1245938"/>
                </a:lnTo>
                <a:lnTo>
                  <a:pt x="127278" y="1245082"/>
                </a:lnTo>
                <a:close/>
                <a:moveTo>
                  <a:pt x="364676" y="704469"/>
                </a:moveTo>
                <a:lnTo>
                  <a:pt x="364445" y="710061"/>
                </a:lnTo>
                <a:lnTo>
                  <a:pt x="364772" y="711455"/>
                </a:lnTo>
                <a:lnTo>
                  <a:pt x="372690" y="715716"/>
                </a:lnTo>
                <a:lnTo>
                  <a:pt x="366446" y="705020"/>
                </a:lnTo>
                <a:close/>
                <a:moveTo>
                  <a:pt x="300345" y="848512"/>
                </a:moveTo>
                <a:lnTo>
                  <a:pt x="300642" y="850502"/>
                </a:lnTo>
                <a:lnTo>
                  <a:pt x="302302" y="853636"/>
                </a:lnTo>
                <a:close/>
                <a:moveTo>
                  <a:pt x="317513" y="809588"/>
                </a:moveTo>
                <a:lnTo>
                  <a:pt x="317903" y="810040"/>
                </a:lnTo>
                <a:lnTo>
                  <a:pt x="317918" y="809825"/>
                </a:lnTo>
                <a:close/>
                <a:moveTo>
                  <a:pt x="258802" y="940984"/>
                </a:moveTo>
                <a:lnTo>
                  <a:pt x="261754" y="962372"/>
                </a:lnTo>
                <a:lnTo>
                  <a:pt x="273383" y="971208"/>
                </a:lnTo>
                <a:lnTo>
                  <a:pt x="270561" y="964840"/>
                </a:lnTo>
                <a:lnTo>
                  <a:pt x="270638" y="964534"/>
                </a:lnTo>
                <a:lnTo>
                  <a:pt x="273706" y="971453"/>
                </a:lnTo>
                <a:lnTo>
                  <a:pt x="278666" y="975221"/>
                </a:lnTo>
                <a:lnTo>
                  <a:pt x="269726" y="960075"/>
                </a:lnTo>
                <a:close/>
                <a:moveTo>
                  <a:pt x="344306" y="749470"/>
                </a:moveTo>
                <a:lnTo>
                  <a:pt x="344312" y="750092"/>
                </a:lnTo>
                <a:lnTo>
                  <a:pt x="344740" y="750219"/>
                </a:lnTo>
                <a:lnTo>
                  <a:pt x="344743" y="750202"/>
                </a:lnTo>
                <a:lnTo>
                  <a:pt x="344489" y="749527"/>
                </a:lnTo>
                <a:close/>
                <a:moveTo>
                  <a:pt x="409484" y="603159"/>
                </a:moveTo>
                <a:lnTo>
                  <a:pt x="409949" y="606113"/>
                </a:lnTo>
                <a:lnTo>
                  <a:pt x="410091" y="603521"/>
                </a:lnTo>
                <a:close/>
                <a:moveTo>
                  <a:pt x="466318" y="475470"/>
                </a:moveTo>
                <a:lnTo>
                  <a:pt x="466574" y="481344"/>
                </a:lnTo>
                <a:lnTo>
                  <a:pt x="470310" y="484158"/>
                </a:lnTo>
                <a:lnTo>
                  <a:pt x="471927" y="485481"/>
                </a:lnTo>
                <a:lnTo>
                  <a:pt x="472193" y="481776"/>
                </a:lnTo>
                <a:lnTo>
                  <a:pt x="472187" y="479677"/>
                </a:lnTo>
                <a:close/>
                <a:moveTo>
                  <a:pt x="409496" y="602583"/>
                </a:moveTo>
                <a:lnTo>
                  <a:pt x="409485" y="602741"/>
                </a:lnTo>
                <a:lnTo>
                  <a:pt x="410114" y="603116"/>
                </a:lnTo>
                <a:lnTo>
                  <a:pt x="410130" y="602830"/>
                </a:lnTo>
                <a:close/>
                <a:moveTo>
                  <a:pt x="378813" y="671281"/>
                </a:moveTo>
                <a:lnTo>
                  <a:pt x="379201" y="673749"/>
                </a:lnTo>
                <a:lnTo>
                  <a:pt x="387634" y="680101"/>
                </a:lnTo>
                <a:lnTo>
                  <a:pt x="385241" y="674324"/>
                </a:lnTo>
                <a:close/>
                <a:moveTo>
                  <a:pt x="341159" y="755373"/>
                </a:moveTo>
                <a:lnTo>
                  <a:pt x="342325" y="762567"/>
                </a:lnTo>
                <a:lnTo>
                  <a:pt x="342514" y="761599"/>
                </a:lnTo>
                <a:lnTo>
                  <a:pt x="341811" y="755570"/>
                </a:lnTo>
                <a:close/>
                <a:moveTo>
                  <a:pt x="449828" y="511958"/>
                </a:moveTo>
                <a:lnTo>
                  <a:pt x="450230" y="521618"/>
                </a:lnTo>
                <a:lnTo>
                  <a:pt x="455982" y="525279"/>
                </a:lnTo>
                <a:close/>
                <a:moveTo>
                  <a:pt x="364772" y="702153"/>
                </a:moveTo>
                <a:lnTo>
                  <a:pt x="364700" y="703893"/>
                </a:lnTo>
                <a:lnTo>
                  <a:pt x="366029" y="704307"/>
                </a:lnTo>
                <a:close/>
                <a:moveTo>
                  <a:pt x="410626" y="599243"/>
                </a:moveTo>
                <a:lnTo>
                  <a:pt x="410438" y="602693"/>
                </a:lnTo>
                <a:lnTo>
                  <a:pt x="412897" y="603652"/>
                </a:lnTo>
                <a:close/>
                <a:moveTo>
                  <a:pt x="258603" y="939546"/>
                </a:moveTo>
                <a:lnTo>
                  <a:pt x="258743" y="940557"/>
                </a:lnTo>
                <a:lnTo>
                  <a:pt x="262606" y="947309"/>
                </a:lnTo>
                <a:lnTo>
                  <a:pt x="279419" y="975793"/>
                </a:lnTo>
                <a:lnTo>
                  <a:pt x="289759" y="983650"/>
                </a:lnTo>
                <a:lnTo>
                  <a:pt x="268227" y="950857"/>
                </a:lnTo>
                <a:lnTo>
                  <a:pt x="268324" y="950321"/>
                </a:lnTo>
                <a:lnTo>
                  <a:pt x="290656" y="984331"/>
                </a:lnTo>
                <a:lnTo>
                  <a:pt x="294204" y="987026"/>
                </a:lnTo>
                <a:lnTo>
                  <a:pt x="293810" y="984226"/>
                </a:lnTo>
                <a:lnTo>
                  <a:pt x="290517" y="978810"/>
                </a:lnTo>
                <a:lnTo>
                  <a:pt x="290539" y="978617"/>
                </a:lnTo>
                <a:lnTo>
                  <a:pt x="293768" y="983928"/>
                </a:lnTo>
                <a:lnTo>
                  <a:pt x="293412" y="981396"/>
                </a:lnTo>
                <a:lnTo>
                  <a:pt x="293387" y="981338"/>
                </a:lnTo>
                <a:lnTo>
                  <a:pt x="272260" y="942763"/>
                </a:lnTo>
                <a:lnTo>
                  <a:pt x="264929" y="940606"/>
                </a:lnTo>
                <a:close/>
                <a:moveTo>
                  <a:pt x="341892" y="752903"/>
                </a:moveTo>
                <a:lnTo>
                  <a:pt x="342180" y="755370"/>
                </a:lnTo>
                <a:lnTo>
                  <a:pt x="343646" y="755815"/>
                </a:lnTo>
                <a:lnTo>
                  <a:pt x="343976" y="754130"/>
                </a:lnTo>
                <a:lnTo>
                  <a:pt x="343971" y="753515"/>
                </a:lnTo>
                <a:close/>
                <a:moveTo>
                  <a:pt x="388022" y="649525"/>
                </a:moveTo>
                <a:lnTo>
                  <a:pt x="388367" y="650985"/>
                </a:lnTo>
                <a:lnTo>
                  <a:pt x="389741" y="652123"/>
                </a:lnTo>
                <a:lnTo>
                  <a:pt x="396533" y="652482"/>
                </a:lnTo>
                <a:lnTo>
                  <a:pt x="395337" y="650531"/>
                </a:lnTo>
                <a:close/>
                <a:moveTo>
                  <a:pt x="377096" y="673736"/>
                </a:moveTo>
                <a:lnTo>
                  <a:pt x="376901" y="679869"/>
                </a:lnTo>
                <a:lnTo>
                  <a:pt x="378837" y="680301"/>
                </a:lnTo>
                <a:lnTo>
                  <a:pt x="378306" y="676927"/>
                </a:lnTo>
                <a:close/>
                <a:moveTo>
                  <a:pt x="164358" y="1149990"/>
                </a:moveTo>
                <a:lnTo>
                  <a:pt x="178048" y="1179450"/>
                </a:lnTo>
                <a:lnTo>
                  <a:pt x="191864" y="1197761"/>
                </a:lnTo>
                <a:lnTo>
                  <a:pt x="185161" y="1183340"/>
                </a:lnTo>
                <a:lnTo>
                  <a:pt x="171059" y="1164013"/>
                </a:lnTo>
                <a:lnTo>
                  <a:pt x="171073" y="1163652"/>
                </a:lnTo>
                <a:lnTo>
                  <a:pt x="184677" y="1182299"/>
                </a:lnTo>
                <a:lnTo>
                  <a:pt x="181527" y="1175519"/>
                </a:lnTo>
                <a:lnTo>
                  <a:pt x="178521" y="1168818"/>
                </a:lnTo>
                <a:lnTo>
                  <a:pt x="178274" y="1168515"/>
                </a:lnTo>
                <a:close/>
                <a:moveTo>
                  <a:pt x="350504" y="733085"/>
                </a:moveTo>
                <a:lnTo>
                  <a:pt x="347641" y="747715"/>
                </a:lnTo>
                <a:lnTo>
                  <a:pt x="348309" y="749936"/>
                </a:lnTo>
                <a:lnTo>
                  <a:pt x="360689" y="753794"/>
                </a:lnTo>
                <a:lnTo>
                  <a:pt x="358057" y="747609"/>
                </a:lnTo>
                <a:lnTo>
                  <a:pt x="349487" y="745118"/>
                </a:lnTo>
                <a:lnTo>
                  <a:pt x="349750" y="745011"/>
                </a:lnTo>
                <a:lnTo>
                  <a:pt x="357968" y="747400"/>
                </a:lnTo>
                <a:lnTo>
                  <a:pt x="353287" y="736402"/>
                </a:lnTo>
                <a:close/>
                <a:moveTo>
                  <a:pt x="478872" y="445468"/>
                </a:moveTo>
                <a:lnTo>
                  <a:pt x="490045" y="490957"/>
                </a:lnTo>
                <a:lnTo>
                  <a:pt x="501300" y="499024"/>
                </a:lnTo>
                <a:lnTo>
                  <a:pt x="506401" y="500580"/>
                </a:lnTo>
                <a:lnTo>
                  <a:pt x="505675" y="483953"/>
                </a:lnTo>
                <a:lnTo>
                  <a:pt x="496360" y="476276"/>
                </a:lnTo>
                <a:lnTo>
                  <a:pt x="496846" y="476287"/>
                </a:lnTo>
                <a:lnTo>
                  <a:pt x="505657" y="483549"/>
                </a:lnTo>
                <a:lnTo>
                  <a:pt x="504782" y="463475"/>
                </a:lnTo>
                <a:lnTo>
                  <a:pt x="484440" y="449098"/>
                </a:lnTo>
                <a:close/>
                <a:moveTo>
                  <a:pt x="377262" y="672778"/>
                </a:moveTo>
                <a:lnTo>
                  <a:pt x="377930" y="674536"/>
                </a:lnTo>
                <a:lnTo>
                  <a:pt x="377705" y="673111"/>
                </a:lnTo>
                <a:close/>
                <a:moveTo>
                  <a:pt x="314134" y="813884"/>
                </a:moveTo>
                <a:lnTo>
                  <a:pt x="314729" y="818956"/>
                </a:lnTo>
                <a:lnTo>
                  <a:pt x="316887" y="824193"/>
                </a:lnTo>
                <a:lnTo>
                  <a:pt x="317384" y="817264"/>
                </a:lnTo>
                <a:lnTo>
                  <a:pt x="315570" y="814307"/>
                </a:lnTo>
                <a:close/>
                <a:moveTo>
                  <a:pt x="390688" y="642206"/>
                </a:moveTo>
                <a:lnTo>
                  <a:pt x="395567" y="650159"/>
                </a:lnTo>
                <a:lnTo>
                  <a:pt x="398716" y="650592"/>
                </a:lnTo>
                <a:lnTo>
                  <a:pt x="396434" y="644867"/>
                </a:lnTo>
                <a:lnTo>
                  <a:pt x="396492" y="644675"/>
                </a:lnTo>
                <a:close/>
                <a:moveTo>
                  <a:pt x="211397" y="1043492"/>
                </a:moveTo>
                <a:lnTo>
                  <a:pt x="214674" y="1049866"/>
                </a:lnTo>
                <a:lnTo>
                  <a:pt x="226879" y="1058351"/>
                </a:lnTo>
                <a:close/>
                <a:moveTo>
                  <a:pt x="363015" y="703952"/>
                </a:moveTo>
                <a:lnTo>
                  <a:pt x="363680" y="706795"/>
                </a:lnTo>
                <a:lnTo>
                  <a:pt x="363788" y="704192"/>
                </a:lnTo>
                <a:close/>
                <a:moveTo>
                  <a:pt x="350958" y="730763"/>
                </a:moveTo>
                <a:lnTo>
                  <a:pt x="350536" y="732921"/>
                </a:lnTo>
                <a:lnTo>
                  <a:pt x="353112" y="735992"/>
                </a:lnTo>
                <a:lnTo>
                  <a:pt x="351546" y="732312"/>
                </a:lnTo>
                <a:close/>
                <a:moveTo>
                  <a:pt x="318950" y="802363"/>
                </a:moveTo>
                <a:lnTo>
                  <a:pt x="318721" y="805578"/>
                </a:lnTo>
                <a:lnTo>
                  <a:pt x="319333" y="805937"/>
                </a:lnTo>
                <a:lnTo>
                  <a:pt x="319411" y="803494"/>
                </a:lnTo>
                <a:close/>
                <a:moveTo>
                  <a:pt x="428639" y="556423"/>
                </a:moveTo>
                <a:lnTo>
                  <a:pt x="426152" y="566895"/>
                </a:lnTo>
                <a:lnTo>
                  <a:pt x="428068" y="571397"/>
                </a:lnTo>
                <a:lnTo>
                  <a:pt x="430573" y="572916"/>
                </a:lnTo>
                <a:close/>
                <a:moveTo>
                  <a:pt x="449891" y="508798"/>
                </a:moveTo>
                <a:lnTo>
                  <a:pt x="449891" y="508808"/>
                </a:lnTo>
                <a:lnTo>
                  <a:pt x="458132" y="526648"/>
                </a:lnTo>
                <a:lnTo>
                  <a:pt x="468157" y="533029"/>
                </a:lnTo>
                <a:lnTo>
                  <a:pt x="468041" y="530348"/>
                </a:lnTo>
                <a:lnTo>
                  <a:pt x="463781" y="521125"/>
                </a:lnTo>
                <a:lnTo>
                  <a:pt x="459944" y="511867"/>
                </a:lnTo>
                <a:close/>
                <a:moveTo>
                  <a:pt x="373439" y="679748"/>
                </a:moveTo>
                <a:lnTo>
                  <a:pt x="375109" y="695094"/>
                </a:lnTo>
                <a:lnTo>
                  <a:pt x="375308" y="688813"/>
                </a:lnTo>
                <a:lnTo>
                  <a:pt x="375915" y="680382"/>
                </a:lnTo>
                <a:close/>
                <a:moveTo>
                  <a:pt x="401848" y="615860"/>
                </a:moveTo>
                <a:lnTo>
                  <a:pt x="402034" y="622036"/>
                </a:lnTo>
                <a:lnTo>
                  <a:pt x="402906" y="626317"/>
                </a:lnTo>
                <a:lnTo>
                  <a:pt x="406596" y="628476"/>
                </a:lnTo>
                <a:lnTo>
                  <a:pt x="405835" y="617603"/>
                </a:lnTo>
                <a:close/>
                <a:moveTo>
                  <a:pt x="422774" y="568969"/>
                </a:moveTo>
                <a:lnTo>
                  <a:pt x="424242" y="572036"/>
                </a:lnTo>
                <a:lnTo>
                  <a:pt x="424694" y="570133"/>
                </a:lnTo>
                <a:close/>
                <a:moveTo>
                  <a:pt x="340702" y="752554"/>
                </a:moveTo>
                <a:lnTo>
                  <a:pt x="341106" y="755044"/>
                </a:lnTo>
                <a:lnTo>
                  <a:pt x="341773" y="755247"/>
                </a:lnTo>
                <a:lnTo>
                  <a:pt x="341486" y="752784"/>
                </a:lnTo>
                <a:close/>
                <a:moveTo>
                  <a:pt x="224810" y="1011976"/>
                </a:moveTo>
                <a:lnTo>
                  <a:pt x="227031" y="1014755"/>
                </a:lnTo>
                <a:lnTo>
                  <a:pt x="226984" y="1014525"/>
                </a:lnTo>
                <a:close/>
                <a:moveTo>
                  <a:pt x="377195" y="670586"/>
                </a:moveTo>
                <a:lnTo>
                  <a:pt x="377144" y="672200"/>
                </a:lnTo>
                <a:lnTo>
                  <a:pt x="377619" y="672557"/>
                </a:lnTo>
                <a:lnTo>
                  <a:pt x="377309" y="670592"/>
                </a:lnTo>
                <a:close/>
                <a:moveTo>
                  <a:pt x="474608" y="452115"/>
                </a:moveTo>
                <a:lnTo>
                  <a:pt x="472714" y="478536"/>
                </a:lnTo>
                <a:lnTo>
                  <a:pt x="483309" y="486129"/>
                </a:lnTo>
                <a:lnTo>
                  <a:pt x="481887" y="481749"/>
                </a:lnTo>
                <a:close/>
                <a:moveTo>
                  <a:pt x="331297" y="772643"/>
                </a:moveTo>
                <a:lnTo>
                  <a:pt x="331984" y="776263"/>
                </a:lnTo>
                <a:lnTo>
                  <a:pt x="333275" y="780174"/>
                </a:lnTo>
                <a:lnTo>
                  <a:pt x="337350" y="787994"/>
                </a:lnTo>
                <a:lnTo>
                  <a:pt x="338279" y="783248"/>
                </a:lnTo>
                <a:close/>
                <a:moveTo>
                  <a:pt x="386316" y="649291"/>
                </a:moveTo>
                <a:lnTo>
                  <a:pt x="387886" y="650587"/>
                </a:lnTo>
                <a:lnTo>
                  <a:pt x="387622" y="649470"/>
                </a:lnTo>
                <a:close/>
                <a:moveTo>
                  <a:pt x="315247" y="808263"/>
                </a:moveTo>
                <a:lnTo>
                  <a:pt x="315786" y="809646"/>
                </a:lnTo>
                <a:lnTo>
                  <a:pt x="317481" y="810146"/>
                </a:lnTo>
                <a:lnTo>
                  <a:pt x="316479" y="808983"/>
                </a:lnTo>
                <a:close/>
                <a:moveTo>
                  <a:pt x="299548" y="843174"/>
                </a:moveTo>
                <a:lnTo>
                  <a:pt x="299639" y="843781"/>
                </a:lnTo>
                <a:lnTo>
                  <a:pt x="301665" y="849089"/>
                </a:lnTo>
                <a:lnTo>
                  <a:pt x="302135" y="850092"/>
                </a:lnTo>
                <a:lnTo>
                  <a:pt x="302084" y="849747"/>
                </a:lnTo>
                <a:lnTo>
                  <a:pt x="305006" y="852032"/>
                </a:lnTo>
                <a:lnTo>
                  <a:pt x="302525" y="843331"/>
                </a:lnTo>
                <a:close/>
                <a:moveTo>
                  <a:pt x="89635" y="1313038"/>
                </a:moveTo>
                <a:lnTo>
                  <a:pt x="120366" y="1371751"/>
                </a:lnTo>
                <a:lnTo>
                  <a:pt x="123237" y="1375684"/>
                </a:lnTo>
                <a:lnTo>
                  <a:pt x="146436" y="1406597"/>
                </a:lnTo>
                <a:lnTo>
                  <a:pt x="151470" y="1410832"/>
                </a:lnTo>
                <a:lnTo>
                  <a:pt x="151470" y="1410807"/>
                </a:lnTo>
                <a:lnTo>
                  <a:pt x="151519" y="1410873"/>
                </a:lnTo>
                <a:lnTo>
                  <a:pt x="168575" y="1425222"/>
                </a:lnTo>
                <a:lnTo>
                  <a:pt x="203448" y="1447831"/>
                </a:lnTo>
                <a:lnTo>
                  <a:pt x="200948" y="1443486"/>
                </a:lnTo>
                <a:lnTo>
                  <a:pt x="189549" y="1436762"/>
                </a:lnTo>
                <a:lnTo>
                  <a:pt x="188949" y="1436532"/>
                </a:lnTo>
                <a:lnTo>
                  <a:pt x="188866" y="1436359"/>
                </a:lnTo>
                <a:lnTo>
                  <a:pt x="184723" y="1433915"/>
                </a:lnTo>
                <a:lnTo>
                  <a:pt x="184626" y="1433576"/>
                </a:lnTo>
                <a:lnTo>
                  <a:pt x="189469" y="1436433"/>
                </a:lnTo>
                <a:lnTo>
                  <a:pt x="198987" y="1440077"/>
                </a:lnTo>
                <a:lnTo>
                  <a:pt x="196418" y="1435615"/>
                </a:lnTo>
                <a:lnTo>
                  <a:pt x="190470" y="1424250"/>
                </a:lnTo>
                <a:lnTo>
                  <a:pt x="185600" y="1420733"/>
                </a:lnTo>
                <a:lnTo>
                  <a:pt x="185532" y="1420372"/>
                </a:lnTo>
                <a:lnTo>
                  <a:pt x="190207" y="1423748"/>
                </a:lnTo>
                <a:lnTo>
                  <a:pt x="178678" y="1401721"/>
                </a:lnTo>
                <a:lnTo>
                  <a:pt x="171424" y="1392388"/>
                </a:lnTo>
                <a:lnTo>
                  <a:pt x="169650" y="1391234"/>
                </a:lnTo>
                <a:lnTo>
                  <a:pt x="120032" y="1357941"/>
                </a:lnTo>
                <a:lnTo>
                  <a:pt x="119935" y="1357509"/>
                </a:lnTo>
                <a:lnTo>
                  <a:pt x="147395" y="1375932"/>
                </a:lnTo>
                <a:lnTo>
                  <a:pt x="170052" y="1390622"/>
                </a:lnTo>
                <a:lnTo>
                  <a:pt x="160338" y="1378124"/>
                </a:lnTo>
                <a:lnTo>
                  <a:pt x="114231" y="1336080"/>
                </a:lnTo>
                <a:close/>
                <a:moveTo>
                  <a:pt x="389797" y="640751"/>
                </a:moveTo>
                <a:lnTo>
                  <a:pt x="390395" y="641729"/>
                </a:lnTo>
                <a:lnTo>
                  <a:pt x="402482" y="646871"/>
                </a:lnTo>
                <a:lnTo>
                  <a:pt x="402480" y="646814"/>
                </a:lnTo>
                <a:close/>
                <a:moveTo>
                  <a:pt x="376414" y="670544"/>
                </a:moveTo>
                <a:lnTo>
                  <a:pt x="376586" y="670998"/>
                </a:lnTo>
                <a:lnTo>
                  <a:pt x="376619" y="670556"/>
                </a:lnTo>
                <a:close/>
                <a:moveTo>
                  <a:pt x="208509" y="1046119"/>
                </a:moveTo>
                <a:lnTo>
                  <a:pt x="210083" y="1052924"/>
                </a:lnTo>
                <a:lnTo>
                  <a:pt x="222697" y="1067370"/>
                </a:lnTo>
                <a:lnTo>
                  <a:pt x="222985" y="1067694"/>
                </a:lnTo>
                <a:lnTo>
                  <a:pt x="213830" y="1049891"/>
                </a:lnTo>
                <a:lnTo>
                  <a:pt x="212017" y="1048631"/>
                </a:lnTo>
                <a:close/>
                <a:moveTo>
                  <a:pt x="341387" y="748560"/>
                </a:moveTo>
                <a:lnTo>
                  <a:pt x="341401" y="748684"/>
                </a:lnTo>
                <a:lnTo>
                  <a:pt x="343166" y="749755"/>
                </a:lnTo>
                <a:lnTo>
                  <a:pt x="343939" y="749982"/>
                </a:lnTo>
                <a:lnTo>
                  <a:pt x="343933" y="749354"/>
                </a:lnTo>
                <a:close/>
                <a:moveTo>
                  <a:pt x="312433" y="813383"/>
                </a:moveTo>
                <a:lnTo>
                  <a:pt x="314161" y="817576"/>
                </a:lnTo>
                <a:lnTo>
                  <a:pt x="313713" y="813760"/>
                </a:lnTo>
                <a:close/>
                <a:moveTo>
                  <a:pt x="400671" y="615347"/>
                </a:moveTo>
                <a:lnTo>
                  <a:pt x="401680" y="620300"/>
                </a:lnTo>
                <a:lnTo>
                  <a:pt x="401543" y="615728"/>
                </a:lnTo>
                <a:close/>
                <a:moveTo>
                  <a:pt x="365072" y="694857"/>
                </a:moveTo>
                <a:lnTo>
                  <a:pt x="364802" y="701428"/>
                </a:lnTo>
                <a:lnTo>
                  <a:pt x="366583" y="704480"/>
                </a:lnTo>
                <a:lnTo>
                  <a:pt x="369238" y="705308"/>
                </a:lnTo>
                <a:close/>
                <a:moveTo>
                  <a:pt x="365151" y="693964"/>
                </a:moveTo>
                <a:lnTo>
                  <a:pt x="367291" y="699331"/>
                </a:lnTo>
                <a:lnTo>
                  <a:pt x="369846" y="705497"/>
                </a:lnTo>
                <a:lnTo>
                  <a:pt x="370964" y="705845"/>
                </a:lnTo>
                <a:lnTo>
                  <a:pt x="369378" y="698419"/>
                </a:lnTo>
                <a:lnTo>
                  <a:pt x="366715" y="694441"/>
                </a:lnTo>
                <a:close/>
                <a:moveTo>
                  <a:pt x="352950" y="720582"/>
                </a:moveTo>
                <a:lnTo>
                  <a:pt x="351196" y="729545"/>
                </a:lnTo>
                <a:lnTo>
                  <a:pt x="354791" y="737989"/>
                </a:lnTo>
                <a:lnTo>
                  <a:pt x="361062" y="745259"/>
                </a:lnTo>
                <a:close/>
                <a:moveTo>
                  <a:pt x="298177" y="843100"/>
                </a:moveTo>
                <a:lnTo>
                  <a:pt x="298993" y="846418"/>
                </a:lnTo>
                <a:lnTo>
                  <a:pt x="298537" y="843779"/>
                </a:lnTo>
                <a:lnTo>
                  <a:pt x="298280" y="843106"/>
                </a:lnTo>
                <a:close/>
                <a:moveTo>
                  <a:pt x="158742" y="1155191"/>
                </a:moveTo>
                <a:lnTo>
                  <a:pt x="170766" y="1190892"/>
                </a:lnTo>
                <a:lnTo>
                  <a:pt x="185272" y="1213607"/>
                </a:lnTo>
                <a:lnTo>
                  <a:pt x="190307" y="1220628"/>
                </a:lnTo>
                <a:lnTo>
                  <a:pt x="186490" y="1214322"/>
                </a:lnTo>
                <a:lnTo>
                  <a:pt x="186519" y="1214091"/>
                </a:lnTo>
                <a:lnTo>
                  <a:pt x="191395" y="1222145"/>
                </a:lnTo>
                <a:lnTo>
                  <a:pt x="204157" y="1239943"/>
                </a:lnTo>
                <a:lnTo>
                  <a:pt x="208397" y="1243351"/>
                </a:lnTo>
                <a:lnTo>
                  <a:pt x="205994" y="1238676"/>
                </a:lnTo>
                <a:lnTo>
                  <a:pt x="204329" y="1237717"/>
                </a:lnTo>
                <a:lnTo>
                  <a:pt x="204213" y="1237328"/>
                </a:lnTo>
                <a:lnTo>
                  <a:pt x="205758" y="1238219"/>
                </a:lnTo>
                <a:lnTo>
                  <a:pt x="197868" y="1222876"/>
                </a:lnTo>
                <a:lnTo>
                  <a:pt x="186657" y="1212756"/>
                </a:lnTo>
                <a:lnTo>
                  <a:pt x="186611" y="1212163"/>
                </a:lnTo>
                <a:lnTo>
                  <a:pt x="197339" y="1221847"/>
                </a:lnTo>
                <a:lnTo>
                  <a:pt x="193994" y="1215342"/>
                </a:lnTo>
                <a:lnTo>
                  <a:pt x="177873" y="1180652"/>
                </a:lnTo>
                <a:close/>
                <a:moveTo>
                  <a:pt x="330276" y="771093"/>
                </a:moveTo>
                <a:lnTo>
                  <a:pt x="331262" y="774082"/>
                </a:lnTo>
                <a:lnTo>
                  <a:pt x="330866" y="771988"/>
                </a:lnTo>
                <a:close/>
                <a:moveTo>
                  <a:pt x="447512" y="508072"/>
                </a:moveTo>
                <a:lnTo>
                  <a:pt x="448050" y="520403"/>
                </a:lnTo>
                <a:lnTo>
                  <a:pt x="448494" y="520641"/>
                </a:lnTo>
                <a:lnTo>
                  <a:pt x="448838" y="509814"/>
                </a:lnTo>
                <a:lnTo>
                  <a:pt x="448118" y="508257"/>
                </a:lnTo>
                <a:close/>
                <a:moveTo>
                  <a:pt x="411173" y="589237"/>
                </a:moveTo>
                <a:lnTo>
                  <a:pt x="410862" y="594942"/>
                </a:lnTo>
                <a:lnTo>
                  <a:pt x="415964" y="604848"/>
                </a:lnTo>
                <a:lnTo>
                  <a:pt x="416409" y="605022"/>
                </a:lnTo>
                <a:lnTo>
                  <a:pt x="418549" y="596010"/>
                </a:lnTo>
                <a:lnTo>
                  <a:pt x="417545" y="591076"/>
                </a:lnTo>
                <a:close/>
                <a:moveTo>
                  <a:pt x="365184" y="692156"/>
                </a:moveTo>
                <a:lnTo>
                  <a:pt x="365133" y="693384"/>
                </a:lnTo>
                <a:lnTo>
                  <a:pt x="366218" y="693700"/>
                </a:lnTo>
                <a:close/>
                <a:moveTo>
                  <a:pt x="239377" y="973841"/>
                </a:moveTo>
                <a:lnTo>
                  <a:pt x="244933" y="993328"/>
                </a:lnTo>
                <a:lnTo>
                  <a:pt x="252070" y="1002787"/>
                </a:lnTo>
                <a:lnTo>
                  <a:pt x="245560" y="986901"/>
                </a:lnTo>
                <a:lnTo>
                  <a:pt x="244005" y="983556"/>
                </a:lnTo>
                <a:lnTo>
                  <a:pt x="239945" y="974505"/>
                </a:lnTo>
                <a:close/>
                <a:moveTo>
                  <a:pt x="374834" y="670461"/>
                </a:moveTo>
                <a:lnTo>
                  <a:pt x="376283" y="671551"/>
                </a:lnTo>
                <a:lnTo>
                  <a:pt x="375906" y="670518"/>
                </a:lnTo>
                <a:close/>
                <a:moveTo>
                  <a:pt x="297995" y="842358"/>
                </a:moveTo>
                <a:lnTo>
                  <a:pt x="298062" y="842632"/>
                </a:lnTo>
                <a:lnTo>
                  <a:pt x="298101" y="842633"/>
                </a:lnTo>
                <a:close/>
                <a:moveTo>
                  <a:pt x="167122" y="1135134"/>
                </a:moveTo>
                <a:lnTo>
                  <a:pt x="192134" y="1172067"/>
                </a:lnTo>
                <a:lnTo>
                  <a:pt x="195633" y="1174415"/>
                </a:lnTo>
                <a:lnTo>
                  <a:pt x="194959" y="1172367"/>
                </a:lnTo>
                <a:lnTo>
                  <a:pt x="194521" y="1171338"/>
                </a:lnTo>
                <a:lnTo>
                  <a:pt x="192614" y="1166684"/>
                </a:lnTo>
                <a:lnTo>
                  <a:pt x="182613" y="1155653"/>
                </a:lnTo>
                <a:lnTo>
                  <a:pt x="182623" y="1155160"/>
                </a:lnTo>
                <a:lnTo>
                  <a:pt x="192236" y="1165761"/>
                </a:lnTo>
                <a:lnTo>
                  <a:pt x="187338" y="1153809"/>
                </a:lnTo>
                <a:lnTo>
                  <a:pt x="176709" y="1144117"/>
                </a:lnTo>
                <a:close/>
                <a:moveTo>
                  <a:pt x="408314" y="594755"/>
                </a:moveTo>
                <a:lnTo>
                  <a:pt x="408752" y="598503"/>
                </a:lnTo>
                <a:lnTo>
                  <a:pt x="409339" y="602235"/>
                </a:lnTo>
                <a:lnTo>
                  <a:pt x="409537" y="602018"/>
                </a:lnTo>
                <a:lnTo>
                  <a:pt x="409515" y="602332"/>
                </a:lnTo>
                <a:lnTo>
                  <a:pt x="410142" y="602577"/>
                </a:lnTo>
                <a:lnTo>
                  <a:pt x="410353" y="598713"/>
                </a:lnTo>
                <a:close/>
                <a:moveTo>
                  <a:pt x="432307" y="540976"/>
                </a:moveTo>
                <a:lnTo>
                  <a:pt x="428797" y="555755"/>
                </a:lnTo>
                <a:lnTo>
                  <a:pt x="429948" y="565572"/>
                </a:lnTo>
                <a:lnTo>
                  <a:pt x="430938" y="573138"/>
                </a:lnTo>
                <a:lnTo>
                  <a:pt x="443793" y="580937"/>
                </a:lnTo>
                <a:lnTo>
                  <a:pt x="440603" y="569807"/>
                </a:lnTo>
                <a:lnTo>
                  <a:pt x="440786" y="569355"/>
                </a:lnTo>
                <a:lnTo>
                  <a:pt x="444172" y="581168"/>
                </a:lnTo>
                <a:lnTo>
                  <a:pt x="450262" y="584862"/>
                </a:lnTo>
                <a:lnTo>
                  <a:pt x="449707" y="578237"/>
                </a:lnTo>
                <a:lnTo>
                  <a:pt x="449106" y="576990"/>
                </a:lnTo>
                <a:close/>
                <a:moveTo>
                  <a:pt x="447458" y="506830"/>
                </a:moveTo>
                <a:lnTo>
                  <a:pt x="447482" y="507363"/>
                </a:lnTo>
                <a:lnTo>
                  <a:pt x="447741" y="507441"/>
                </a:lnTo>
                <a:close/>
                <a:moveTo>
                  <a:pt x="370515" y="679002"/>
                </a:moveTo>
                <a:lnTo>
                  <a:pt x="373652" y="695861"/>
                </a:lnTo>
                <a:lnTo>
                  <a:pt x="373766" y="695894"/>
                </a:lnTo>
                <a:lnTo>
                  <a:pt x="374699" y="696179"/>
                </a:lnTo>
                <a:lnTo>
                  <a:pt x="372895" y="679609"/>
                </a:lnTo>
                <a:close/>
                <a:moveTo>
                  <a:pt x="296572" y="844264"/>
                </a:moveTo>
                <a:lnTo>
                  <a:pt x="299640" y="868543"/>
                </a:lnTo>
                <a:lnTo>
                  <a:pt x="301719" y="869006"/>
                </a:lnTo>
                <a:lnTo>
                  <a:pt x="301725" y="868963"/>
                </a:lnTo>
                <a:lnTo>
                  <a:pt x="301756" y="869015"/>
                </a:lnTo>
                <a:lnTo>
                  <a:pt x="302388" y="869155"/>
                </a:lnTo>
                <a:lnTo>
                  <a:pt x="299765" y="851584"/>
                </a:lnTo>
                <a:lnTo>
                  <a:pt x="299175" y="849178"/>
                </a:lnTo>
                <a:close/>
                <a:moveTo>
                  <a:pt x="198298" y="1064242"/>
                </a:moveTo>
                <a:lnTo>
                  <a:pt x="222649" y="1108640"/>
                </a:lnTo>
                <a:lnTo>
                  <a:pt x="221611" y="1104411"/>
                </a:lnTo>
                <a:lnTo>
                  <a:pt x="217969" y="1088665"/>
                </a:lnTo>
                <a:lnTo>
                  <a:pt x="211542" y="1081575"/>
                </a:lnTo>
                <a:close/>
                <a:moveTo>
                  <a:pt x="276720" y="888494"/>
                </a:moveTo>
                <a:lnTo>
                  <a:pt x="285370" y="912195"/>
                </a:lnTo>
                <a:lnTo>
                  <a:pt x="285395" y="912253"/>
                </a:lnTo>
                <a:lnTo>
                  <a:pt x="283217" y="890518"/>
                </a:lnTo>
                <a:close/>
                <a:moveTo>
                  <a:pt x="475246" y="443226"/>
                </a:moveTo>
                <a:lnTo>
                  <a:pt x="474930" y="447643"/>
                </a:lnTo>
                <a:lnTo>
                  <a:pt x="478123" y="460649"/>
                </a:lnTo>
                <a:lnTo>
                  <a:pt x="487169" y="488501"/>
                </a:lnTo>
                <a:lnTo>
                  <a:pt x="487166" y="487327"/>
                </a:lnTo>
                <a:lnTo>
                  <a:pt x="487466" y="486945"/>
                </a:lnTo>
                <a:lnTo>
                  <a:pt x="487472" y="489112"/>
                </a:lnTo>
                <a:lnTo>
                  <a:pt x="488759" y="490035"/>
                </a:lnTo>
                <a:lnTo>
                  <a:pt x="479230" y="451234"/>
                </a:lnTo>
                <a:lnTo>
                  <a:pt x="477931" y="444855"/>
                </a:lnTo>
                <a:lnTo>
                  <a:pt x="475729" y="443419"/>
                </a:lnTo>
                <a:close/>
                <a:moveTo>
                  <a:pt x="404873" y="600779"/>
                </a:moveTo>
                <a:lnTo>
                  <a:pt x="405992" y="616745"/>
                </a:lnTo>
                <a:lnTo>
                  <a:pt x="408124" y="617676"/>
                </a:lnTo>
                <a:lnTo>
                  <a:pt x="409012" y="605190"/>
                </a:lnTo>
                <a:lnTo>
                  <a:pt x="408475" y="602558"/>
                </a:lnTo>
                <a:lnTo>
                  <a:pt x="406666" y="601479"/>
                </a:lnTo>
                <a:close/>
                <a:moveTo>
                  <a:pt x="296680" y="843021"/>
                </a:moveTo>
                <a:lnTo>
                  <a:pt x="298512" y="846480"/>
                </a:lnTo>
                <a:lnTo>
                  <a:pt x="297676" y="843074"/>
                </a:lnTo>
                <a:close/>
                <a:moveTo>
                  <a:pt x="319751" y="791204"/>
                </a:moveTo>
                <a:lnTo>
                  <a:pt x="318992" y="801793"/>
                </a:lnTo>
                <a:lnTo>
                  <a:pt x="319431" y="802869"/>
                </a:lnTo>
                <a:lnTo>
                  <a:pt x="319789" y="791525"/>
                </a:lnTo>
                <a:close/>
                <a:moveTo>
                  <a:pt x="238906" y="972186"/>
                </a:moveTo>
                <a:lnTo>
                  <a:pt x="239194" y="973199"/>
                </a:lnTo>
                <a:lnTo>
                  <a:pt x="239542" y="973605"/>
                </a:lnTo>
                <a:close/>
                <a:moveTo>
                  <a:pt x="354269" y="713837"/>
                </a:moveTo>
                <a:lnTo>
                  <a:pt x="353248" y="719053"/>
                </a:lnTo>
                <a:lnTo>
                  <a:pt x="362068" y="745878"/>
                </a:lnTo>
                <a:lnTo>
                  <a:pt x="363189" y="718707"/>
                </a:lnTo>
                <a:lnTo>
                  <a:pt x="361870" y="715882"/>
                </a:lnTo>
                <a:lnTo>
                  <a:pt x="360581" y="715450"/>
                </a:lnTo>
                <a:close/>
                <a:moveTo>
                  <a:pt x="404846" y="600393"/>
                </a:moveTo>
                <a:lnTo>
                  <a:pt x="404855" y="600514"/>
                </a:lnTo>
                <a:lnTo>
                  <a:pt x="405417" y="600734"/>
                </a:lnTo>
                <a:close/>
                <a:moveTo>
                  <a:pt x="286050" y="865520"/>
                </a:moveTo>
                <a:lnTo>
                  <a:pt x="290869" y="873773"/>
                </a:lnTo>
                <a:lnTo>
                  <a:pt x="290358" y="866478"/>
                </a:lnTo>
                <a:close/>
                <a:moveTo>
                  <a:pt x="228674" y="993335"/>
                </a:moveTo>
                <a:lnTo>
                  <a:pt x="230816" y="1010289"/>
                </a:lnTo>
                <a:lnTo>
                  <a:pt x="231880" y="1012194"/>
                </a:lnTo>
                <a:lnTo>
                  <a:pt x="235450" y="1018379"/>
                </a:lnTo>
                <a:close/>
                <a:moveTo>
                  <a:pt x="321759" y="784693"/>
                </a:moveTo>
                <a:lnTo>
                  <a:pt x="321312" y="798826"/>
                </a:lnTo>
                <a:lnTo>
                  <a:pt x="321453" y="802230"/>
                </a:lnTo>
                <a:lnTo>
                  <a:pt x="322052" y="807528"/>
                </a:lnTo>
                <a:lnTo>
                  <a:pt x="332348" y="813553"/>
                </a:lnTo>
                <a:lnTo>
                  <a:pt x="332788" y="811306"/>
                </a:lnTo>
                <a:lnTo>
                  <a:pt x="323115" y="793865"/>
                </a:lnTo>
                <a:lnTo>
                  <a:pt x="323171" y="793508"/>
                </a:lnTo>
                <a:lnTo>
                  <a:pt x="332855" y="810967"/>
                </a:lnTo>
                <a:lnTo>
                  <a:pt x="335361" y="798163"/>
                </a:lnTo>
                <a:lnTo>
                  <a:pt x="334249" y="796030"/>
                </a:lnTo>
                <a:lnTo>
                  <a:pt x="332052" y="789376"/>
                </a:lnTo>
                <a:lnTo>
                  <a:pt x="331513" y="788498"/>
                </a:lnTo>
                <a:close/>
                <a:moveTo>
                  <a:pt x="361137" y="695928"/>
                </a:moveTo>
                <a:lnTo>
                  <a:pt x="362867" y="703322"/>
                </a:lnTo>
                <a:lnTo>
                  <a:pt x="363811" y="703616"/>
                </a:lnTo>
                <a:lnTo>
                  <a:pt x="363931" y="700714"/>
                </a:lnTo>
                <a:close/>
                <a:moveTo>
                  <a:pt x="252697" y="938555"/>
                </a:moveTo>
                <a:lnTo>
                  <a:pt x="252842" y="939950"/>
                </a:lnTo>
                <a:lnTo>
                  <a:pt x="254766" y="956972"/>
                </a:lnTo>
                <a:lnTo>
                  <a:pt x="258900" y="960203"/>
                </a:lnTo>
                <a:lnTo>
                  <a:pt x="260582" y="961482"/>
                </a:lnTo>
                <a:lnTo>
                  <a:pt x="257921" y="939445"/>
                </a:lnTo>
                <a:lnTo>
                  <a:pt x="257913" y="939430"/>
                </a:lnTo>
                <a:close/>
                <a:moveTo>
                  <a:pt x="372413" y="670332"/>
                </a:moveTo>
                <a:lnTo>
                  <a:pt x="373366" y="679083"/>
                </a:lnTo>
                <a:lnTo>
                  <a:pt x="375966" y="679662"/>
                </a:lnTo>
                <a:lnTo>
                  <a:pt x="376501" y="672204"/>
                </a:lnTo>
                <a:lnTo>
                  <a:pt x="374138" y="670424"/>
                </a:lnTo>
                <a:close/>
                <a:moveTo>
                  <a:pt x="385804" y="640127"/>
                </a:moveTo>
                <a:lnTo>
                  <a:pt x="387924" y="649108"/>
                </a:lnTo>
                <a:lnTo>
                  <a:pt x="395067" y="650090"/>
                </a:lnTo>
                <a:lnTo>
                  <a:pt x="390069" y="641941"/>
                </a:lnTo>
                <a:close/>
                <a:moveTo>
                  <a:pt x="378084" y="657055"/>
                </a:moveTo>
                <a:lnTo>
                  <a:pt x="377611" y="663646"/>
                </a:lnTo>
                <a:lnTo>
                  <a:pt x="378598" y="669913"/>
                </a:lnTo>
                <a:lnTo>
                  <a:pt x="378600" y="669914"/>
                </a:lnTo>
                <a:lnTo>
                  <a:pt x="383521" y="670175"/>
                </a:lnTo>
                <a:close/>
                <a:moveTo>
                  <a:pt x="355484" y="707624"/>
                </a:moveTo>
                <a:lnTo>
                  <a:pt x="354536" y="712468"/>
                </a:lnTo>
                <a:lnTo>
                  <a:pt x="361140" y="714315"/>
                </a:lnTo>
                <a:lnTo>
                  <a:pt x="361025" y="714068"/>
                </a:lnTo>
                <a:lnTo>
                  <a:pt x="361136" y="713594"/>
                </a:lnTo>
                <a:lnTo>
                  <a:pt x="361522" y="714422"/>
                </a:lnTo>
                <a:lnTo>
                  <a:pt x="363345" y="714932"/>
                </a:lnTo>
                <a:lnTo>
                  <a:pt x="363469" y="711921"/>
                </a:lnTo>
                <a:close/>
                <a:moveTo>
                  <a:pt x="473692" y="442606"/>
                </a:moveTo>
                <a:lnTo>
                  <a:pt x="474743" y="446887"/>
                </a:lnTo>
                <a:lnTo>
                  <a:pt x="475062" y="443153"/>
                </a:lnTo>
                <a:close/>
                <a:moveTo>
                  <a:pt x="368326" y="678443"/>
                </a:moveTo>
                <a:lnTo>
                  <a:pt x="371761" y="695311"/>
                </a:lnTo>
                <a:lnTo>
                  <a:pt x="372128" y="695418"/>
                </a:lnTo>
                <a:lnTo>
                  <a:pt x="369452" y="680725"/>
                </a:lnTo>
                <a:lnTo>
                  <a:pt x="369574" y="680497"/>
                </a:lnTo>
                <a:lnTo>
                  <a:pt x="372301" y="695468"/>
                </a:lnTo>
                <a:lnTo>
                  <a:pt x="373268" y="695749"/>
                </a:lnTo>
                <a:lnTo>
                  <a:pt x="370134" y="678904"/>
                </a:lnTo>
                <a:close/>
                <a:moveTo>
                  <a:pt x="372270" y="669016"/>
                </a:moveTo>
                <a:lnTo>
                  <a:pt x="372331" y="669581"/>
                </a:lnTo>
                <a:lnTo>
                  <a:pt x="373072" y="669621"/>
                </a:lnTo>
                <a:close/>
                <a:moveTo>
                  <a:pt x="206904" y="1039181"/>
                </a:moveTo>
                <a:lnTo>
                  <a:pt x="208361" y="1045476"/>
                </a:lnTo>
                <a:lnTo>
                  <a:pt x="213341" y="1048938"/>
                </a:lnTo>
                <a:lnTo>
                  <a:pt x="209704" y="1041868"/>
                </a:lnTo>
                <a:close/>
                <a:moveTo>
                  <a:pt x="473541" y="441993"/>
                </a:moveTo>
                <a:lnTo>
                  <a:pt x="473551" y="442031"/>
                </a:lnTo>
                <a:lnTo>
                  <a:pt x="473678" y="442083"/>
                </a:lnTo>
                <a:close/>
                <a:moveTo>
                  <a:pt x="436190" y="525469"/>
                </a:moveTo>
                <a:lnTo>
                  <a:pt x="432658" y="539494"/>
                </a:lnTo>
                <a:lnTo>
                  <a:pt x="432420" y="540505"/>
                </a:lnTo>
                <a:lnTo>
                  <a:pt x="437783" y="552005"/>
                </a:lnTo>
                <a:lnTo>
                  <a:pt x="449606" y="576708"/>
                </a:lnTo>
                <a:lnTo>
                  <a:pt x="447643" y="531630"/>
                </a:lnTo>
                <a:close/>
                <a:moveTo>
                  <a:pt x="406609" y="591442"/>
                </a:moveTo>
                <a:lnTo>
                  <a:pt x="408767" y="602041"/>
                </a:lnTo>
                <a:lnTo>
                  <a:pt x="408771" y="602043"/>
                </a:lnTo>
                <a:lnTo>
                  <a:pt x="407807" y="593768"/>
                </a:lnTo>
                <a:close/>
                <a:moveTo>
                  <a:pt x="363088" y="688789"/>
                </a:moveTo>
                <a:lnTo>
                  <a:pt x="364298" y="691825"/>
                </a:lnTo>
                <a:lnTo>
                  <a:pt x="364339" y="690829"/>
                </a:lnTo>
                <a:close/>
                <a:moveTo>
                  <a:pt x="372174" y="668138"/>
                </a:moveTo>
                <a:lnTo>
                  <a:pt x="372212" y="668483"/>
                </a:lnTo>
                <a:lnTo>
                  <a:pt x="373769" y="669658"/>
                </a:lnTo>
                <a:lnTo>
                  <a:pt x="375588" y="669755"/>
                </a:lnTo>
                <a:close/>
                <a:moveTo>
                  <a:pt x="310684" y="805592"/>
                </a:moveTo>
                <a:lnTo>
                  <a:pt x="312594" y="808708"/>
                </a:lnTo>
                <a:lnTo>
                  <a:pt x="315203" y="809475"/>
                </a:lnTo>
                <a:lnTo>
                  <a:pt x="314578" y="807871"/>
                </a:lnTo>
                <a:close/>
                <a:moveTo>
                  <a:pt x="378305" y="653978"/>
                </a:moveTo>
                <a:lnTo>
                  <a:pt x="378147" y="656186"/>
                </a:lnTo>
                <a:lnTo>
                  <a:pt x="383953" y="670198"/>
                </a:lnTo>
                <a:lnTo>
                  <a:pt x="392622" y="670658"/>
                </a:lnTo>
                <a:lnTo>
                  <a:pt x="391204" y="664646"/>
                </a:lnTo>
                <a:close/>
                <a:moveTo>
                  <a:pt x="244091" y="954245"/>
                </a:moveTo>
                <a:lnTo>
                  <a:pt x="257972" y="994579"/>
                </a:lnTo>
                <a:lnTo>
                  <a:pt x="258193" y="994831"/>
                </a:lnTo>
                <a:lnTo>
                  <a:pt x="258737" y="995303"/>
                </a:lnTo>
                <a:lnTo>
                  <a:pt x="257018" y="981067"/>
                </a:lnTo>
                <a:close/>
                <a:moveTo>
                  <a:pt x="407548" y="588191"/>
                </a:moveTo>
                <a:lnTo>
                  <a:pt x="407597" y="588604"/>
                </a:lnTo>
                <a:lnTo>
                  <a:pt x="410589" y="594414"/>
                </a:lnTo>
                <a:lnTo>
                  <a:pt x="410878" y="589152"/>
                </a:lnTo>
                <a:close/>
                <a:moveTo>
                  <a:pt x="475897" y="434876"/>
                </a:moveTo>
                <a:lnTo>
                  <a:pt x="475561" y="438832"/>
                </a:lnTo>
                <a:lnTo>
                  <a:pt x="475358" y="441663"/>
                </a:lnTo>
                <a:lnTo>
                  <a:pt x="477575" y="443109"/>
                </a:lnTo>
                <a:close/>
                <a:moveTo>
                  <a:pt x="356595" y="701951"/>
                </a:moveTo>
                <a:lnTo>
                  <a:pt x="355691" y="706569"/>
                </a:lnTo>
                <a:lnTo>
                  <a:pt x="363516" y="710780"/>
                </a:lnTo>
                <a:lnTo>
                  <a:pt x="363628" y="708062"/>
                </a:lnTo>
                <a:lnTo>
                  <a:pt x="362639" y="703834"/>
                </a:lnTo>
                <a:close/>
                <a:moveTo>
                  <a:pt x="259834" y="918183"/>
                </a:moveTo>
                <a:lnTo>
                  <a:pt x="271728" y="939901"/>
                </a:lnTo>
                <a:lnTo>
                  <a:pt x="273814" y="940251"/>
                </a:lnTo>
                <a:lnTo>
                  <a:pt x="269273" y="933226"/>
                </a:lnTo>
                <a:close/>
                <a:moveTo>
                  <a:pt x="340172" y="738145"/>
                </a:moveTo>
                <a:lnTo>
                  <a:pt x="341292" y="747750"/>
                </a:lnTo>
                <a:lnTo>
                  <a:pt x="343926" y="748571"/>
                </a:lnTo>
                <a:lnTo>
                  <a:pt x="343922" y="748032"/>
                </a:lnTo>
                <a:close/>
                <a:moveTo>
                  <a:pt x="365648" y="680942"/>
                </a:moveTo>
                <a:lnTo>
                  <a:pt x="365281" y="689824"/>
                </a:lnTo>
                <a:lnTo>
                  <a:pt x="368278" y="694299"/>
                </a:lnTo>
                <a:lnTo>
                  <a:pt x="368514" y="694367"/>
                </a:lnTo>
                <a:close/>
                <a:moveTo>
                  <a:pt x="351283" y="713073"/>
                </a:moveTo>
                <a:lnTo>
                  <a:pt x="351739" y="714460"/>
                </a:lnTo>
                <a:lnTo>
                  <a:pt x="351975" y="713250"/>
                </a:lnTo>
                <a:close/>
                <a:moveTo>
                  <a:pt x="366830" y="678059"/>
                </a:moveTo>
                <a:lnTo>
                  <a:pt x="370432" y="694925"/>
                </a:lnTo>
                <a:lnTo>
                  <a:pt x="370787" y="695029"/>
                </a:lnTo>
                <a:lnTo>
                  <a:pt x="367359" y="678195"/>
                </a:lnTo>
                <a:close/>
                <a:moveTo>
                  <a:pt x="360333" y="692493"/>
                </a:moveTo>
                <a:lnTo>
                  <a:pt x="360834" y="694634"/>
                </a:lnTo>
                <a:lnTo>
                  <a:pt x="363961" y="699989"/>
                </a:lnTo>
                <a:lnTo>
                  <a:pt x="364221" y="693680"/>
                </a:lnTo>
                <a:close/>
                <a:moveTo>
                  <a:pt x="451020" y="489311"/>
                </a:moveTo>
                <a:lnTo>
                  <a:pt x="458024" y="506211"/>
                </a:lnTo>
                <a:lnTo>
                  <a:pt x="460373" y="511298"/>
                </a:lnTo>
                <a:lnTo>
                  <a:pt x="467303" y="513414"/>
                </a:lnTo>
                <a:lnTo>
                  <a:pt x="466768" y="501174"/>
                </a:lnTo>
                <a:close/>
                <a:moveTo>
                  <a:pt x="281665" y="868345"/>
                </a:moveTo>
                <a:lnTo>
                  <a:pt x="283651" y="888168"/>
                </a:lnTo>
                <a:lnTo>
                  <a:pt x="284545" y="890349"/>
                </a:lnTo>
                <a:lnTo>
                  <a:pt x="292109" y="892706"/>
                </a:lnTo>
                <a:lnTo>
                  <a:pt x="282021" y="869038"/>
                </a:lnTo>
                <a:close/>
                <a:moveTo>
                  <a:pt x="319364" y="783759"/>
                </a:moveTo>
                <a:lnTo>
                  <a:pt x="319701" y="786739"/>
                </a:lnTo>
                <a:lnTo>
                  <a:pt x="319937" y="783982"/>
                </a:lnTo>
                <a:close/>
                <a:moveTo>
                  <a:pt x="438209" y="517450"/>
                </a:moveTo>
                <a:lnTo>
                  <a:pt x="436449" y="524441"/>
                </a:lnTo>
                <a:lnTo>
                  <a:pt x="447591" y="530435"/>
                </a:lnTo>
                <a:lnTo>
                  <a:pt x="447276" y="523220"/>
                </a:lnTo>
                <a:close/>
                <a:moveTo>
                  <a:pt x="371037" y="667600"/>
                </a:moveTo>
                <a:lnTo>
                  <a:pt x="371637" y="668050"/>
                </a:lnTo>
                <a:lnTo>
                  <a:pt x="371617" y="667874"/>
                </a:lnTo>
                <a:close/>
                <a:moveTo>
                  <a:pt x="450514" y="489110"/>
                </a:moveTo>
                <a:lnTo>
                  <a:pt x="449914" y="508105"/>
                </a:lnTo>
                <a:lnTo>
                  <a:pt x="459612" y="511065"/>
                </a:lnTo>
                <a:close/>
                <a:moveTo>
                  <a:pt x="295508" y="835844"/>
                </a:moveTo>
                <a:lnTo>
                  <a:pt x="296332" y="842361"/>
                </a:lnTo>
                <a:lnTo>
                  <a:pt x="296440" y="842568"/>
                </a:lnTo>
                <a:lnTo>
                  <a:pt x="297562" y="842612"/>
                </a:lnTo>
                <a:lnTo>
                  <a:pt x="296608" y="838727"/>
                </a:lnTo>
                <a:close/>
                <a:moveTo>
                  <a:pt x="359422" y="692215"/>
                </a:moveTo>
                <a:lnTo>
                  <a:pt x="360254" y="693640"/>
                </a:lnTo>
                <a:lnTo>
                  <a:pt x="359959" y="692379"/>
                </a:lnTo>
                <a:close/>
                <a:moveTo>
                  <a:pt x="368867" y="670144"/>
                </a:moveTo>
                <a:lnTo>
                  <a:pt x="370408" y="678425"/>
                </a:lnTo>
                <a:lnTo>
                  <a:pt x="372825" y="678963"/>
                </a:lnTo>
                <a:lnTo>
                  <a:pt x="371882" y="670304"/>
                </a:lnTo>
                <a:close/>
                <a:moveTo>
                  <a:pt x="376672" y="652629"/>
                </a:moveTo>
                <a:lnTo>
                  <a:pt x="377721" y="655159"/>
                </a:lnTo>
                <a:lnTo>
                  <a:pt x="377833" y="653589"/>
                </a:lnTo>
                <a:close/>
                <a:moveTo>
                  <a:pt x="308760" y="804465"/>
                </a:moveTo>
                <a:lnTo>
                  <a:pt x="310220" y="808009"/>
                </a:lnTo>
                <a:lnTo>
                  <a:pt x="312036" y="808543"/>
                </a:lnTo>
                <a:lnTo>
                  <a:pt x="309969" y="805173"/>
                </a:lnTo>
                <a:close/>
                <a:moveTo>
                  <a:pt x="227951" y="985313"/>
                </a:moveTo>
                <a:lnTo>
                  <a:pt x="228520" y="991910"/>
                </a:lnTo>
                <a:lnTo>
                  <a:pt x="228891" y="993283"/>
                </a:lnTo>
                <a:lnTo>
                  <a:pt x="229212" y="994020"/>
                </a:lnTo>
                <a:lnTo>
                  <a:pt x="228928" y="993420"/>
                </a:lnTo>
                <a:lnTo>
                  <a:pt x="234547" y="1014187"/>
                </a:lnTo>
                <a:lnTo>
                  <a:pt x="236027" y="1019379"/>
                </a:lnTo>
                <a:lnTo>
                  <a:pt x="244189" y="1033525"/>
                </a:lnTo>
                <a:lnTo>
                  <a:pt x="236571" y="1010906"/>
                </a:lnTo>
                <a:lnTo>
                  <a:pt x="229212" y="994020"/>
                </a:lnTo>
                <a:lnTo>
                  <a:pt x="235001" y="1006243"/>
                </a:lnTo>
                <a:close/>
                <a:moveTo>
                  <a:pt x="358553" y="691949"/>
                </a:moveTo>
                <a:lnTo>
                  <a:pt x="356702" y="701401"/>
                </a:lnTo>
                <a:lnTo>
                  <a:pt x="362492" y="703206"/>
                </a:lnTo>
                <a:lnTo>
                  <a:pt x="360556" y="694933"/>
                </a:lnTo>
                <a:lnTo>
                  <a:pt x="358871" y="692046"/>
                </a:lnTo>
                <a:close/>
                <a:moveTo>
                  <a:pt x="281280" y="864498"/>
                </a:moveTo>
                <a:lnTo>
                  <a:pt x="281337" y="865074"/>
                </a:lnTo>
                <a:lnTo>
                  <a:pt x="283828" y="870884"/>
                </a:lnTo>
                <a:lnTo>
                  <a:pt x="288553" y="880073"/>
                </a:lnTo>
                <a:lnTo>
                  <a:pt x="291667" y="885175"/>
                </a:lnTo>
                <a:lnTo>
                  <a:pt x="290930" y="874654"/>
                </a:lnTo>
                <a:lnTo>
                  <a:pt x="285531" y="865405"/>
                </a:lnTo>
                <a:close/>
                <a:moveTo>
                  <a:pt x="476575" y="426939"/>
                </a:moveTo>
                <a:lnTo>
                  <a:pt x="476016" y="433498"/>
                </a:lnTo>
                <a:lnTo>
                  <a:pt x="476423" y="435496"/>
                </a:lnTo>
                <a:lnTo>
                  <a:pt x="478429" y="443665"/>
                </a:lnTo>
                <a:lnTo>
                  <a:pt x="479673" y="444477"/>
                </a:lnTo>
                <a:lnTo>
                  <a:pt x="496716" y="451285"/>
                </a:lnTo>
                <a:lnTo>
                  <a:pt x="504400" y="454715"/>
                </a:lnTo>
                <a:lnTo>
                  <a:pt x="504125" y="448416"/>
                </a:lnTo>
                <a:lnTo>
                  <a:pt x="484433" y="432188"/>
                </a:lnTo>
                <a:lnTo>
                  <a:pt x="485085" y="432203"/>
                </a:lnTo>
                <a:lnTo>
                  <a:pt x="504101" y="447874"/>
                </a:lnTo>
                <a:lnTo>
                  <a:pt x="503899" y="443236"/>
                </a:lnTo>
                <a:close/>
                <a:moveTo>
                  <a:pt x="450660" y="484500"/>
                </a:moveTo>
                <a:lnTo>
                  <a:pt x="450544" y="488163"/>
                </a:lnTo>
                <a:lnTo>
                  <a:pt x="450725" y="488599"/>
                </a:lnTo>
                <a:lnTo>
                  <a:pt x="466746" y="500668"/>
                </a:lnTo>
                <a:lnTo>
                  <a:pt x="466249" y="489260"/>
                </a:lnTo>
                <a:close/>
                <a:moveTo>
                  <a:pt x="375770" y="651939"/>
                </a:moveTo>
                <a:lnTo>
                  <a:pt x="377270" y="661469"/>
                </a:lnTo>
                <a:lnTo>
                  <a:pt x="377659" y="656028"/>
                </a:lnTo>
                <a:lnTo>
                  <a:pt x="376030" y="652097"/>
                </a:lnTo>
                <a:lnTo>
                  <a:pt x="375842" y="651942"/>
                </a:lnTo>
                <a:close/>
                <a:moveTo>
                  <a:pt x="359147" y="688912"/>
                </a:moveTo>
                <a:lnTo>
                  <a:pt x="358732" y="691034"/>
                </a:lnTo>
                <a:lnTo>
                  <a:pt x="359076" y="691624"/>
                </a:lnTo>
                <a:lnTo>
                  <a:pt x="359833" y="691844"/>
                </a:lnTo>
                <a:close/>
                <a:moveTo>
                  <a:pt x="214063" y="1013613"/>
                </a:moveTo>
                <a:lnTo>
                  <a:pt x="221974" y="1036875"/>
                </a:lnTo>
                <a:lnTo>
                  <a:pt x="222064" y="1037125"/>
                </a:lnTo>
                <a:lnTo>
                  <a:pt x="229121" y="1043895"/>
                </a:lnTo>
                <a:lnTo>
                  <a:pt x="233779" y="1048241"/>
                </a:lnTo>
                <a:lnTo>
                  <a:pt x="229732" y="1028161"/>
                </a:lnTo>
                <a:close/>
                <a:moveTo>
                  <a:pt x="205419" y="1032761"/>
                </a:moveTo>
                <a:lnTo>
                  <a:pt x="206627" y="1037981"/>
                </a:lnTo>
                <a:lnTo>
                  <a:pt x="208827" y="1040093"/>
                </a:lnTo>
                <a:close/>
                <a:moveTo>
                  <a:pt x="366029" y="671667"/>
                </a:moveTo>
                <a:lnTo>
                  <a:pt x="365938" y="673882"/>
                </a:lnTo>
                <a:lnTo>
                  <a:pt x="366734" y="677608"/>
                </a:lnTo>
                <a:lnTo>
                  <a:pt x="367263" y="677726"/>
                </a:lnTo>
                <a:close/>
                <a:moveTo>
                  <a:pt x="383834" y="631776"/>
                </a:moveTo>
                <a:lnTo>
                  <a:pt x="385712" y="639736"/>
                </a:lnTo>
                <a:lnTo>
                  <a:pt x="389776" y="641464"/>
                </a:lnTo>
                <a:lnTo>
                  <a:pt x="389148" y="640441"/>
                </a:lnTo>
                <a:lnTo>
                  <a:pt x="388153" y="639966"/>
                </a:lnTo>
                <a:lnTo>
                  <a:pt x="388684" y="639847"/>
                </a:lnTo>
                <a:lnTo>
                  <a:pt x="388825" y="639916"/>
                </a:lnTo>
                <a:close/>
                <a:moveTo>
                  <a:pt x="161368" y="1129744"/>
                </a:moveTo>
                <a:lnTo>
                  <a:pt x="164997" y="1136678"/>
                </a:lnTo>
                <a:lnTo>
                  <a:pt x="188257" y="1177103"/>
                </a:lnTo>
                <a:lnTo>
                  <a:pt x="201887" y="1193413"/>
                </a:lnTo>
                <a:lnTo>
                  <a:pt x="200794" y="1190092"/>
                </a:lnTo>
                <a:lnTo>
                  <a:pt x="186086" y="1168377"/>
                </a:lnTo>
                <a:lnTo>
                  <a:pt x="182510" y="1165977"/>
                </a:lnTo>
                <a:lnTo>
                  <a:pt x="182413" y="1165544"/>
                </a:lnTo>
                <a:lnTo>
                  <a:pt x="185630" y="1167703"/>
                </a:lnTo>
                <a:lnTo>
                  <a:pt x="176108" y="1153642"/>
                </a:lnTo>
                <a:lnTo>
                  <a:pt x="163513" y="1131754"/>
                </a:lnTo>
                <a:close/>
                <a:moveTo>
                  <a:pt x="366612" y="670024"/>
                </a:moveTo>
                <a:lnTo>
                  <a:pt x="368223" y="677939"/>
                </a:lnTo>
                <a:lnTo>
                  <a:pt x="370029" y="678341"/>
                </a:lnTo>
                <a:lnTo>
                  <a:pt x="368500" y="670125"/>
                </a:lnTo>
                <a:close/>
                <a:moveTo>
                  <a:pt x="368139" y="666226"/>
                </a:moveTo>
                <a:lnTo>
                  <a:pt x="368727" y="669390"/>
                </a:lnTo>
                <a:lnTo>
                  <a:pt x="371800" y="669553"/>
                </a:lnTo>
                <a:lnTo>
                  <a:pt x="371694" y="668582"/>
                </a:lnTo>
                <a:lnTo>
                  <a:pt x="369292" y="666773"/>
                </a:lnTo>
                <a:close/>
                <a:moveTo>
                  <a:pt x="217518" y="1003476"/>
                </a:moveTo>
                <a:lnTo>
                  <a:pt x="229206" y="1025547"/>
                </a:lnTo>
                <a:lnTo>
                  <a:pt x="227200" y="1015594"/>
                </a:lnTo>
                <a:close/>
                <a:moveTo>
                  <a:pt x="360117" y="683946"/>
                </a:moveTo>
                <a:lnTo>
                  <a:pt x="359305" y="688098"/>
                </a:lnTo>
                <a:lnTo>
                  <a:pt x="360207" y="691953"/>
                </a:lnTo>
                <a:lnTo>
                  <a:pt x="364244" y="693126"/>
                </a:lnTo>
                <a:lnTo>
                  <a:pt x="364257" y="692812"/>
                </a:lnTo>
                <a:lnTo>
                  <a:pt x="361846" y="686765"/>
                </a:lnTo>
                <a:close/>
                <a:moveTo>
                  <a:pt x="289058" y="842615"/>
                </a:moveTo>
                <a:lnTo>
                  <a:pt x="290734" y="866542"/>
                </a:lnTo>
                <a:lnTo>
                  <a:pt x="291339" y="866695"/>
                </a:lnTo>
                <a:lnTo>
                  <a:pt x="290736" y="866561"/>
                </a:lnTo>
                <a:lnTo>
                  <a:pt x="291291" y="874498"/>
                </a:lnTo>
                <a:lnTo>
                  <a:pt x="301223" y="891508"/>
                </a:lnTo>
                <a:lnTo>
                  <a:pt x="298314" y="868479"/>
                </a:lnTo>
                <a:lnTo>
                  <a:pt x="291339" y="866695"/>
                </a:lnTo>
                <a:lnTo>
                  <a:pt x="298284" y="868242"/>
                </a:lnTo>
                <a:lnTo>
                  <a:pt x="295085" y="842936"/>
                </a:lnTo>
                <a:close/>
                <a:moveTo>
                  <a:pt x="448789" y="483928"/>
                </a:moveTo>
                <a:lnTo>
                  <a:pt x="449596" y="485875"/>
                </a:lnTo>
                <a:lnTo>
                  <a:pt x="449649" y="484191"/>
                </a:lnTo>
                <a:close/>
                <a:moveTo>
                  <a:pt x="241691" y="947270"/>
                </a:moveTo>
                <a:lnTo>
                  <a:pt x="243015" y="951116"/>
                </a:lnTo>
                <a:lnTo>
                  <a:pt x="255908" y="977868"/>
                </a:lnTo>
                <a:lnTo>
                  <a:pt x="256845" y="979629"/>
                </a:lnTo>
                <a:lnTo>
                  <a:pt x="256364" y="975645"/>
                </a:lnTo>
                <a:lnTo>
                  <a:pt x="253282" y="970932"/>
                </a:lnTo>
                <a:lnTo>
                  <a:pt x="253370" y="970447"/>
                </a:lnTo>
                <a:lnTo>
                  <a:pt x="256272" y="974884"/>
                </a:lnTo>
                <a:lnTo>
                  <a:pt x="255353" y="967265"/>
                </a:lnTo>
                <a:lnTo>
                  <a:pt x="254309" y="957134"/>
                </a:lnTo>
                <a:close/>
                <a:moveTo>
                  <a:pt x="474417" y="425652"/>
                </a:moveTo>
                <a:lnTo>
                  <a:pt x="475923" y="433044"/>
                </a:lnTo>
                <a:lnTo>
                  <a:pt x="476449" y="426864"/>
                </a:lnTo>
                <a:close/>
                <a:moveTo>
                  <a:pt x="370950" y="656895"/>
                </a:moveTo>
                <a:lnTo>
                  <a:pt x="372029" y="666803"/>
                </a:lnTo>
                <a:lnTo>
                  <a:pt x="375081" y="668248"/>
                </a:lnTo>
                <a:close/>
                <a:moveTo>
                  <a:pt x="365097" y="669943"/>
                </a:moveTo>
                <a:lnTo>
                  <a:pt x="365183" y="670352"/>
                </a:lnTo>
                <a:lnTo>
                  <a:pt x="365201" y="669949"/>
                </a:lnTo>
                <a:close/>
                <a:moveTo>
                  <a:pt x="383226" y="629203"/>
                </a:moveTo>
                <a:lnTo>
                  <a:pt x="383547" y="630561"/>
                </a:lnTo>
                <a:lnTo>
                  <a:pt x="389474" y="640225"/>
                </a:lnTo>
                <a:lnTo>
                  <a:pt x="402469" y="646437"/>
                </a:lnTo>
                <a:lnTo>
                  <a:pt x="402147" y="635776"/>
                </a:lnTo>
                <a:close/>
                <a:moveTo>
                  <a:pt x="379491" y="637440"/>
                </a:moveTo>
                <a:lnTo>
                  <a:pt x="378953" y="644939"/>
                </a:lnTo>
                <a:lnTo>
                  <a:pt x="385509" y="648776"/>
                </a:lnTo>
                <a:lnTo>
                  <a:pt x="387524" y="649053"/>
                </a:lnTo>
                <a:lnTo>
                  <a:pt x="385373" y="639944"/>
                </a:lnTo>
                <a:close/>
                <a:moveTo>
                  <a:pt x="397085" y="597742"/>
                </a:moveTo>
                <a:lnTo>
                  <a:pt x="400464" y="614329"/>
                </a:lnTo>
                <a:lnTo>
                  <a:pt x="401515" y="614788"/>
                </a:lnTo>
                <a:lnTo>
                  <a:pt x="401123" y="601771"/>
                </a:lnTo>
                <a:lnTo>
                  <a:pt x="401412" y="601381"/>
                </a:lnTo>
                <a:lnTo>
                  <a:pt x="401820" y="614922"/>
                </a:lnTo>
                <a:lnTo>
                  <a:pt x="405768" y="616647"/>
                </a:lnTo>
                <a:lnTo>
                  <a:pt x="404650" y="600692"/>
                </a:lnTo>
                <a:close/>
                <a:moveTo>
                  <a:pt x="361534" y="676705"/>
                </a:moveTo>
                <a:lnTo>
                  <a:pt x="360459" y="682197"/>
                </a:lnTo>
                <a:lnTo>
                  <a:pt x="360882" y="683255"/>
                </a:lnTo>
                <a:lnTo>
                  <a:pt x="364432" y="688558"/>
                </a:lnTo>
                <a:lnTo>
                  <a:pt x="364887" y="677561"/>
                </a:lnTo>
                <a:close/>
                <a:moveTo>
                  <a:pt x="240841" y="946606"/>
                </a:moveTo>
                <a:lnTo>
                  <a:pt x="242066" y="949148"/>
                </a:lnTo>
                <a:lnTo>
                  <a:pt x="241364" y="947015"/>
                </a:lnTo>
                <a:close/>
                <a:moveTo>
                  <a:pt x="446548" y="485943"/>
                </a:moveTo>
                <a:lnTo>
                  <a:pt x="447302" y="503202"/>
                </a:lnTo>
                <a:lnTo>
                  <a:pt x="448935" y="506736"/>
                </a:lnTo>
                <a:lnTo>
                  <a:pt x="449522" y="488183"/>
                </a:lnTo>
                <a:close/>
                <a:moveTo>
                  <a:pt x="267912" y="885750"/>
                </a:moveTo>
                <a:lnTo>
                  <a:pt x="268399" y="886628"/>
                </a:lnTo>
                <a:lnTo>
                  <a:pt x="285889" y="917184"/>
                </a:lnTo>
                <a:lnTo>
                  <a:pt x="285591" y="914209"/>
                </a:lnTo>
                <a:lnTo>
                  <a:pt x="276140" y="888313"/>
                </a:lnTo>
                <a:close/>
                <a:moveTo>
                  <a:pt x="382575" y="628978"/>
                </a:moveTo>
                <a:lnTo>
                  <a:pt x="382917" y="629534"/>
                </a:lnTo>
                <a:lnTo>
                  <a:pt x="382804" y="629057"/>
                </a:lnTo>
                <a:close/>
                <a:moveTo>
                  <a:pt x="366292" y="665352"/>
                </a:moveTo>
                <a:lnTo>
                  <a:pt x="366184" y="667928"/>
                </a:lnTo>
                <a:lnTo>
                  <a:pt x="366457" y="669269"/>
                </a:lnTo>
                <a:lnTo>
                  <a:pt x="368360" y="669371"/>
                </a:lnTo>
                <a:lnTo>
                  <a:pt x="367740" y="666038"/>
                </a:lnTo>
                <a:close/>
                <a:moveTo>
                  <a:pt x="280509" y="856806"/>
                </a:moveTo>
                <a:lnTo>
                  <a:pt x="281276" y="864456"/>
                </a:lnTo>
                <a:lnTo>
                  <a:pt x="285528" y="865403"/>
                </a:lnTo>
                <a:close/>
                <a:moveTo>
                  <a:pt x="296619" y="820727"/>
                </a:moveTo>
                <a:lnTo>
                  <a:pt x="297024" y="822224"/>
                </a:lnTo>
                <a:lnTo>
                  <a:pt x="302897" y="842824"/>
                </a:lnTo>
                <a:lnTo>
                  <a:pt x="305138" y="842912"/>
                </a:lnTo>
                <a:lnTo>
                  <a:pt x="306329" y="842974"/>
                </a:lnTo>
                <a:lnTo>
                  <a:pt x="298870" y="822479"/>
                </a:lnTo>
                <a:lnTo>
                  <a:pt x="298983" y="822137"/>
                </a:lnTo>
                <a:lnTo>
                  <a:pt x="306573" y="842988"/>
                </a:lnTo>
                <a:lnTo>
                  <a:pt x="315507" y="843462"/>
                </a:lnTo>
                <a:lnTo>
                  <a:pt x="316148" y="834524"/>
                </a:lnTo>
                <a:lnTo>
                  <a:pt x="315995" y="833226"/>
                </a:lnTo>
                <a:lnTo>
                  <a:pt x="312479" y="827475"/>
                </a:lnTo>
                <a:close/>
                <a:moveTo>
                  <a:pt x="296327" y="820602"/>
                </a:moveTo>
                <a:lnTo>
                  <a:pt x="296582" y="823306"/>
                </a:lnTo>
                <a:lnTo>
                  <a:pt x="299475" y="842688"/>
                </a:lnTo>
                <a:lnTo>
                  <a:pt x="302374" y="842802"/>
                </a:lnTo>
                <a:lnTo>
                  <a:pt x="302119" y="841908"/>
                </a:lnTo>
                <a:lnTo>
                  <a:pt x="296358" y="820616"/>
                </a:lnTo>
                <a:close/>
                <a:moveTo>
                  <a:pt x="396628" y="595490"/>
                </a:moveTo>
                <a:lnTo>
                  <a:pt x="397030" y="597461"/>
                </a:lnTo>
                <a:lnTo>
                  <a:pt x="404631" y="600427"/>
                </a:lnTo>
                <a:lnTo>
                  <a:pt x="404620" y="600258"/>
                </a:lnTo>
                <a:close/>
                <a:moveTo>
                  <a:pt x="260128" y="900968"/>
                </a:moveTo>
                <a:lnTo>
                  <a:pt x="277012" y="940787"/>
                </a:lnTo>
                <a:lnTo>
                  <a:pt x="278196" y="940985"/>
                </a:lnTo>
                <a:lnTo>
                  <a:pt x="279372" y="941331"/>
                </a:lnTo>
                <a:lnTo>
                  <a:pt x="275137" y="933187"/>
                </a:lnTo>
                <a:lnTo>
                  <a:pt x="275169" y="933024"/>
                </a:lnTo>
                <a:lnTo>
                  <a:pt x="279509" y="941371"/>
                </a:lnTo>
                <a:lnTo>
                  <a:pt x="288579" y="944039"/>
                </a:lnTo>
                <a:lnTo>
                  <a:pt x="286832" y="926600"/>
                </a:lnTo>
                <a:lnTo>
                  <a:pt x="260330" y="901166"/>
                </a:lnTo>
                <a:close/>
                <a:moveTo>
                  <a:pt x="348204" y="703707"/>
                </a:moveTo>
                <a:lnTo>
                  <a:pt x="350734" y="711404"/>
                </a:lnTo>
                <a:lnTo>
                  <a:pt x="352253" y="711829"/>
                </a:lnTo>
                <a:lnTo>
                  <a:pt x="353306" y="706452"/>
                </a:lnTo>
                <a:close/>
                <a:moveTo>
                  <a:pt x="446429" y="483208"/>
                </a:moveTo>
                <a:lnTo>
                  <a:pt x="446527" y="485437"/>
                </a:lnTo>
                <a:lnTo>
                  <a:pt x="449538" y="487705"/>
                </a:lnTo>
                <a:lnTo>
                  <a:pt x="449566" y="486821"/>
                </a:lnTo>
                <a:lnTo>
                  <a:pt x="448306" y="483781"/>
                </a:lnTo>
                <a:close/>
                <a:moveTo>
                  <a:pt x="322524" y="760513"/>
                </a:moveTo>
                <a:lnTo>
                  <a:pt x="321766" y="784494"/>
                </a:lnTo>
                <a:lnTo>
                  <a:pt x="325458" y="785877"/>
                </a:lnTo>
                <a:lnTo>
                  <a:pt x="331305" y="788160"/>
                </a:lnTo>
                <a:lnTo>
                  <a:pt x="329390" y="785041"/>
                </a:lnTo>
                <a:lnTo>
                  <a:pt x="329473" y="784644"/>
                </a:lnTo>
                <a:lnTo>
                  <a:pt x="331672" y="788225"/>
                </a:lnTo>
                <a:close/>
                <a:moveTo>
                  <a:pt x="276460" y="863468"/>
                </a:moveTo>
                <a:lnTo>
                  <a:pt x="282701" y="885362"/>
                </a:lnTo>
                <a:lnTo>
                  <a:pt x="280834" y="866730"/>
                </a:lnTo>
                <a:lnTo>
                  <a:pt x="279490" y="864116"/>
                </a:lnTo>
                <a:close/>
                <a:moveTo>
                  <a:pt x="362880" y="669826"/>
                </a:moveTo>
                <a:lnTo>
                  <a:pt x="361582" y="676460"/>
                </a:lnTo>
                <a:lnTo>
                  <a:pt x="364865" y="677192"/>
                </a:lnTo>
                <a:lnTo>
                  <a:pt x="363773" y="669873"/>
                </a:lnTo>
                <a:close/>
                <a:moveTo>
                  <a:pt x="343837" y="711169"/>
                </a:moveTo>
                <a:lnTo>
                  <a:pt x="347616" y="721134"/>
                </a:lnTo>
                <a:lnTo>
                  <a:pt x="349545" y="725667"/>
                </a:lnTo>
                <a:lnTo>
                  <a:pt x="351440" y="715989"/>
                </a:lnTo>
                <a:lnTo>
                  <a:pt x="350521" y="713194"/>
                </a:lnTo>
                <a:lnTo>
                  <a:pt x="350423" y="712853"/>
                </a:lnTo>
                <a:close/>
                <a:moveTo>
                  <a:pt x="370379" y="651652"/>
                </a:moveTo>
                <a:lnTo>
                  <a:pt x="370833" y="655828"/>
                </a:lnTo>
                <a:lnTo>
                  <a:pt x="375645" y="668514"/>
                </a:lnTo>
                <a:lnTo>
                  <a:pt x="376728" y="669027"/>
                </a:lnTo>
                <a:lnTo>
                  <a:pt x="376833" y="667565"/>
                </a:lnTo>
                <a:lnTo>
                  <a:pt x="374363" y="651864"/>
                </a:lnTo>
                <a:close/>
                <a:moveTo>
                  <a:pt x="363382" y="667258"/>
                </a:moveTo>
                <a:lnTo>
                  <a:pt x="363025" y="669087"/>
                </a:lnTo>
                <a:lnTo>
                  <a:pt x="363661" y="669121"/>
                </a:lnTo>
                <a:close/>
                <a:moveTo>
                  <a:pt x="254616" y="910546"/>
                </a:moveTo>
                <a:lnTo>
                  <a:pt x="254685" y="911163"/>
                </a:lnTo>
                <a:lnTo>
                  <a:pt x="258343" y="937657"/>
                </a:lnTo>
                <a:lnTo>
                  <a:pt x="270588" y="939710"/>
                </a:lnTo>
                <a:close/>
                <a:moveTo>
                  <a:pt x="451109" y="470349"/>
                </a:moveTo>
                <a:lnTo>
                  <a:pt x="450691" y="483570"/>
                </a:lnTo>
                <a:lnTo>
                  <a:pt x="466207" y="488308"/>
                </a:lnTo>
                <a:lnTo>
                  <a:pt x="465948" y="482371"/>
                </a:lnTo>
                <a:lnTo>
                  <a:pt x="452880" y="471685"/>
                </a:lnTo>
                <a:close/>
                <a:moveTo>
                  <a:pt x="366533" y="659473"/>
                </a:moveTo>
                <a:lnTo>
                  <a:pt x="366341" y="664141"/>
                </a:lnTo>
                <a:lnTo>
                  <a:pt x="366558" y="664299"/>
                </a:lnTo>
                <a:lnTo>
                  <a:pt x="367490" y="664696"/>
                </a:lnTo>
                <a:lnTo>
                  <a:pt x="366718" y="660544"/>
                </a:lnTo>
                <a:close/>
                <a:moveTo>
                  <a:pt x="294708" y="819914"/>
                </a:moveTo>
                <a:lnTo>
                  <a:pt x="297286" y="834891"/>
                </a:lnTo>
                <a:lnTo>
                  <a:pt x="295917" y="820429"/>
                </a:lnTo>
                <a:close/>
                <a:moveTo>
                  <a:pt x="464783" y="439047"/>
                </a:moveTo>
                <a:lnTo>
                  <a:pt x="464899" y="442919"/>
                </a:lnTo>
                <a:lnTo>
                  <a:pt x="466250" y="473902"/>
                </a:lnTo>
                <a:lnTo>
                  <a:pt x="472183" y="478155"/>
                </a:lnTo>
                <a:lnTo>
                  <a:pt x="472108" y="447005"/>
                </a:lnTo>
                <a:lnTo>
                  <a:pt x="472511" y="446492"/>
                </a:lnTo>
                <a:lnTo>
                  <a:pt x="472583" y="476319"/>
                </a:lnTo>
                <a:lnTo>
                  <a:pt x="474384" y="451199"/>
                </a:lnTo>
                <a:lnTo>
                  <a:pt x="472119" y="441978"/>
                </a:lnTo>
                <a:close/>
                <a:moveTo>
                  <a:pt x="305265" y="795983"/>
                </a:moveTo>
                <a:lnTo>
                  <a:pt x="306236" y="798340"/>
                </a:lnTo>
                <a:lnTo>
                  <a:pt x="307138" y="799812"/>
                </a:lnTo>
                <a:lnTo>
                  <a:pt x="309421" y="800802"/>
                </a:lnTo>
                <a:close/>
                <a:moveTo>
                  <a:pt x="364041" y="664287"/>
                </a:moveTo>
                <a:lnTo>
                  <a:pt x="364002" y="664449"/>
                </a:lnTo>
                <a:lnTo>
                  <a:pt x="364183" y="665665"/>
                </a:lnTo>
                <a:lnTo>
                  <a:pt x="364936" y="669189"/>
                </a:lnTo>
                <a:lnTo>
                  <a:pt x="365232" y="669204"/>
                </a:lnTo>
                <a:lnTo>
                  <a:pt x="365281" y="667995"/>
                </a:lnTo>
                <a:lnTo>
                  <a:pt x="364579" y="664542"/>
                </a:lnTo>
                <a:close/>
                <a:moveTo>
                  <a:pt x="380157" y="628137"/>
                </a:moveTo>
                <a:lnTo>
                  <a:pt x="379514" y="637098"/>
                </a:lnTo>
                <a:lnTo>
                  <a:pt x="385281" y="639552"/>
                </a:lnTo>
                <a:lnTo>
                  <a:pt x="383203" y="630749"/>
                </a:lnTo>
                <a:lnTo>
                  <a:pt x="381993" y="628775"/>
                </a:lnTo>
                <a:close/>
                <a:moveTo>
                  <a:pt x="357233" y="679243"/>
                </a:moveTo>
                <a:lnTo>
                  <a:pt x="358392" y="684191"/>
                </a:lnTo>
                <a:lnTo>
                  <a:pt x="358915" y="681985"/>
                </a:lnTo>
                <a:close/>
                <a:moveTo>
                  <a:pt x="364302" y="663184"/>
                </a:moveTo>
                <a:lnTo>
                  <a:pt x="364269" y="663326"/>
                </a:lnTo>
                <a:lnTo>
                  <a:pt x="364336" y="663354"/>
                </a:lnTo>
                <a:close/>
                <a:moveTo>
                  <a:pt x="369256" y="651593"/>
                </a:moveTo>
                <a:lnTo>
                  <a:pt x="369958" y="653519"/>
                </a:lnTo>
                <a:lnTo>
                  <a:pt x="370093" y="653873"/>
                </a:lnTo>
                <a:lnTo>
                  <a:pt x="369848" y="651624"/>
                </a:lnTo>
                <a:close/>
                <a:moveTo>
                  <a:pt x="226678" y="970491"/>
                </a:moveTo>
                <a:lnTo>
                  <a:pt x="227710" y="982496"/>
                </a:lnTo>
                <a:lnTo>
                  <a:pt x="237449" y="1011412"/>
                </a:lnTo>
                <a:lnTo>
                  <a:pt x="252693" y="1043604"/>
                </a:lnTo>
                <a:lnTo>
                  <a:pt x="262931" y="1055277"/>
                </a:lnTo>
                <a:lnTo>
                  <a:pt x="261289" y="1050283"/>
                </a:lnTo>
                <a:lnTo>
                  <a:pt x="250687" y="1036824"/>
                </a:lnTo>
                <a:lnTo>
                  <a:pt x="250685" y="1036599"/>
                </a:lnTo>
                <a:lnTo>
                  <a:pt x="260294" y="1048795"/>
                </a:lnTo>
                <a:lnTo>
                  <a:pt x="261146" y="1049847"/>
                </a:lnTo>
                <a:lnTo>
                  <a:pt x="255168" y="1031666"/>
                </a:lnTo>
                <a:lnTo>
                  <a:pt x="244487" y="994194"/>
                </a:lnTo>
                <a:close/>
                <a:moveTo>
                  <a:pt x="446238" y="478789"/>
                </a:moveTo>
                <a:lnTo>
                  <a:pt x="446389" y="482257"/>
                </a:lnTo>
                <a:lnTo>
                  <a:pt x="447861" y="482706"/>
                </a:lnTo>
                <a:close/>
                <a:moveTo>
                  <a:pt x="380308" y="626027"/>
                </a:moveTo>
                <a:lnTo>
                  <a:pt x="380231" y="627096"/>
                </a:lnTo>
                <a:lnTo>
                  <a:pt x="381131" y="627369"/>
                </a:lnTo>
                <a:close/>
                <a:moveTo>
                  <a:pt x="357900" y="675777"/>
                </a:moveTo>
                <a:lnTo>
                  <a:pt x="359461" y="679691"/>
                </a:lnTo>
                <a:lnTo>
                  <a:pt x="360248" y="676376"/>
                </a:lnTo>
                <a:close/>
                <a:moveTo>
                  <a:pt x="464698" y="436228"/>
                </a:moveTo>
                <a:lnTo>
                  <a:pt x="464767" y="438523"/>
                </a:lnTo>
                <a:lnTo>
                  <a:pt x="471978" y="441403"/>
                </a:lnTo>
                <a:lnTo>
                  <a:pt x="471853" y="440892"/>
                </a:lnTo>
                <a:close/>
                <a:moveTo>
                  <a:pt x="293426" y="819369"/>
                </a:moveTo>
                <a:lnTo>
                  <a:pt x="294566" y="828390"/>
                </a:lnTo>
                <a:lnTo>
                  <a:pt x="296015" y="834291"/>
                </a:lnTo>
                <a:lnTo>
                  <a:pt x="297635" y="838533"/>
                </a:lnTo>
                <a:lnTo>
                  <a:pt x="294407" y="819787"/>
                </a:lnTo>
                <a:close/>
                <a:moveTo>
                  <a:pt x="365815" y="656812"/>
                </a:moveTo>
                <a:lnTo>
                  <a:pt x="364795" y="661108"/>
                </a:lnTo>
                <a:lnTo>
                  <a:pt x="365250" y="663342"/>
                </a:lnTo>
                <a:lnTo>
                  <a:pt x="365468" y="663501"/>
                </a:lnTo>
                <a:lnTo>
                  <a:pt x="365523" y="662142"/>
                </a:lnTo>
                <a:close/>
                <a:moveTo>
                  <a:pt x="405224" y="568258"/>
                </a:moveTo>
                <a:lnTo>
                  <a:pt x="407532" y="588047"/>
                </a:lnTo>
                <a:lnTo>
                  <a:pt x="410885" y="589015"/>
                </a:lnTo>
                <a:lnTo>
                  <a:pt x="410978" y="587322"/>
                </a:lnTo>
                <a:lnTo>
                  <a:pt x="411297" y="586956"/>
                </a:lnTo>
                <a:lnTo>
                  <a:pt x="411180" y="589100"/>
                </a:lnTo>
                <a:lnTo>
                  <a:pt x="417515" y="590928"/>
                </a:lnTo>
                <a:lnTo>
                  <a:pt x="416313" y="585026"/>
                </a:lnTo>
                <a:lnTo>
                  <a:pt x="416471" y="584712"/>
                </a:lnTo>
                <a:lnTo>
                  <a:pt x="417750" y="590997"/>
                </a:lnTo>
                <a:lnTo>
                  <a:pt x="419612" y="591534"/>
                </a:lnTo>
                <a:lnTo>
                  <a:pt x="422631" y="578820"/>
                </a:lnTo>
                <a:close/>
                <a:moveTo>
                  <a:pt x="346741" y="698880"/>
                </a:moveTo>
                <a:lnTo>
                  <a:pt x="347552" y="701723"/>
                </a:lnTo>
                <a:lnTo>
                  <a:pt x="347820" y="702535"/>
                </a:lnTo>
                <a:lnTo>
                  <a:pt x="351813" y="704482"/>
                </a:lnTo>
                <a:lnTo>
                  <a:pt x="353512" y="705397"/>
                </a:lnTo>
                <a:lnTo>
                  <a:pt x="354243" y="701662"/>
                </a:lnTo>
                <a:lnTo>
                  <a:pt x="354341" y="701249"/>
                </a:lnTo>
                <a:close/>
                <a:moveTo>
                  <a:pt x="369875" y="647029"/>
                </a:moveTo>
                <a:lnTo>
                  <a:pt x="370318" y="651091"/>
                </a:lnTo>
                <a:lnTo>
                  <a:pt x="374275" y="651302"/>
                </a:lnTo>
                <a:lnTo>
                  <a:pt x="374156" y="650548"/>
                </a:lnTo>
                <a:lnTo>
                  <a:pt x="369906" y="647033"/>
                </a:lnTo>
                <a:close/>
                <a:moveTo>
                  <a:pt x="451287" y="464698"/>
                </a:moveTo>
                <a:lnTo>
                  <a:pt x="451129" y="469709"/>
                </a:lnTo>
                <a:lnTo>
                  <a:pt x="465881" y="480822"/>
                </a:lnTo>
                <a:lnTo>
                  <a:pt x="465626" y="474975"/>
                </a:lnTo>
                <a:close/>
                <a:moveTo>
                  <a:pt x="323300" y="749957"/>
                </a:moveTo>
                <a:lnTo>
                  <a:pt x="328619" y="766069"/>
                </a:lnTo>
                <a:lnTo>
                  <a:pt x="330198" y="768468"/>
                </a:lnTo>
                <a:lnTo>
                  <a:pt x="327041" y="751824"/>
                </a:lnTo>
                <a:lnTo>
                  <a:pt x="327265" y="751392"/>
                </a:lnTo>
                <a:lnTo>
                  <a:pt x="330629" y="769122"/>
                </a:lnTo>
                <a:lnTo>
                  <a:pt x="337722" y="779895"/>
                </a:lnTo>
                <a:lnTo>
                  <a:pt x="338684" y="781176"/>
                </a:lnTo>
                <a:lnTo>
                  <a:pt x="342221" y="763097"/>
                </a:lnTo>
                <a:lnTo>
                  <a:pt x="340960" y="755311"/>
                </a:lnTo>
                <a:close/>
                <a:moveTo>
                  <a:pt x="367082" y="651478"/>
                </a:moveTo>
                <a:lnTo>
                  <a:pt x="366817" y="652595"/>
                </a:lnTo>
                <a:lnTo>
                  <a:pt x="366597" y="657939"/>
                </a:lnTo>
                <a:lnTo>
                  <a:pt x="367885" y="664863"/>
                </a:lnTo>
                <a:lnTo>
                  <a:pt x="368377" y="665073"/>
                </a:lnTo>
                <a:lnTo>
                  <a:pt x="371472" y="666539"/>
                </a:lnTo>
                <a:lnTo>
                  <a:pt x="370196" y="654823"/>
                </a:lnTo>
                <a:lnTo>
                  <a:pt x="369016" y="651580"/>
                </a:lnTo>
                <a:close/>
                <a:moveTo>
                  <a:pt x="256820" y="897704"/>
                </a:moveTo>
                <a:lnTo>
                  <a:pt x="270315" y="926922"/>
                </a:lnTo>
                <a:lnTo>
                  <a:pt x="263512" y="910878"/>
                </a:lnTo>
                <a:lnTo>
                  <a:pt x="259026" y="899879"/>
                </a:lnTo>
                <a:close/>
                <a:moveTo>
                  <a:pt x="367831" y="648328"/>
                </a:moveTo>
                <a:lnTo>
                  <a:pt x="367212" y="650932"/>
                </a:lnTo>
                <a:lnTo>
                  <a:pt x="367617" y="650949"/>
                </a:lnTo>
                <a:lnTo>
                  <a:pt x="368807" y="651012"/>
                </a:lnTo>
                <a:close/>
                <a:moveTo>
                  <a:pt x="468705" y="422303"/>
                </a:moveTo>
                <a:lnTo>
                  <a:pt x="473099" y="440191"/>
                </a:lnTo>
                <a:lnTo>
                  <a:pt x="475198" y="441559"/>
                </a:lnTo>
                <a:lnTo>
                  <a:pt x="475805" y="434423"/>
                </a:lnTo>
                <a:lnTo>
                  <a:pt x="473963" y="425381"/>
                </a:lnTo>
                <a:lnTo>
                  <a:pt x="471860" y="424126"/>
                </a:lnTo>
                <a:close/>
                <a:moveTo>
                  <a:pt x="151393" y="1132736"/>
                </a:moveTo>
                <a:lnTo>
                  <a:pt x="155986" y="1147006"/>
                </a:lnTo>
                <a:lnTo>
                  <a:pt x="157933" y="1152788"/>
                </a:lnTo>
                <a:lnTo>
                  <a:pt x="176135" y="1176914"/>
                </a:lnTo>
                <a:lnTo>
                  <a:pt x="162433" y="1147430"/>
                </a:lnTo>
                <a:close/>
                <a:moveTo>
                  <a:pt x="368194" y="646797"/>
                </a:moveTo>
                <a:lnTo>
                  <a:pt x="367924" y="647932"/>
                </a:lnTo>
                <a:lnTo>
                  <a:pt x="369050" y="651024"/>
                </a:lnTo>
                <a:lnTo>
                  <a:pt x="369786" y="651063"/>
                </a:lnTo>
                <a:lnTo>
                  <a:pt x="369339" y="646955"/>
                </a:lnTo>
                <a:close/>
                <a:moveTo>
                  <a:pt x="355454" y="675151"/>
                </a:moveTo>
                <a:lnTo>
                  <a:pt x="356554" y="676792"/>
                </a:lnTo>
                <a:lnTo>
                  <a:pt x="356628" y="676663"/>
                </a:lnTo>
                <a:lnTo>
                  <a:pt x="356717" y="677035"/>
                </a:lnTo>
                <a:lnTo>
                  <a:pt x="359207" y="680755"/>
                </a:lnTo>
                <a:lnTo>
                  <a:pt x="359297" y="680373"/>
                </a:lnTo>
                <a:lnTo>
                  <a:pt x="357416" y="675652"/>
                </a:lnTo>
                <a:close/>
                <a:moveTo>
                  <a:pt x="380873" y="618141"/>
                </a:moveTo>
                <a:lnTo>
                  <a:pt x="380356" y="625358"/>
                </a:lnTo>
                <a:lnTo>
                  <a:pt x="381706" y="627560"/>
                </a:lnTo>
                <a:lnTo>
                  <a:pt x="382517" y="627842"/>
                </a:lnTo>
                <a:lnTo>
                  <a:pt x="381856" y="625040"/>
                </a:lnTo>
                <a:lnTo>
                  <a:pt x="382132" y="624569"/>
                </a:lnTo>
                <a:lnTo>
                  <a:pt x="382939" y="627988"/>
                </a:lnTo>
                <a:lnTo>
                  <a:pt x="402113" y="634650"/>
                </a:lnTo>
                <a:lnTo>
                  <a:pt x="401988" y="630495"/>
                </a:lnTo>
                <a:close/>
                <a:moveTo>
                  <a:pt x="322923" y="747891"/>
                </a:moveTo>
                <a:lnTo>
                  <a:pt x="322897" y="748736"/>
                </a:lnTo>
                <a:lnTo>
                  <a:pt x="323239" y="749772"/>
                </a:lnTo>
                <a:lnTo>
                  <a:pt x="333269" y="752666"/>
                </a:lnTo>
                <a:lnTo>
                  <a:pt x="340906" y="754984"/>
                </a:lnTo>
                <a:lnTo>
                  <a:pt x="340503" y="752495"/>
                </a:lnTo>
                <a:lnTo>
                  <a:pt x="327407" y="748642"/>
                </a:lnTo>
                <a:close/>
                <a:moveTo>
                  <a:pt x="368429" y="645811"/>
                </a:moveTo>
                <a:lnTo>
                  <a:pt x="368237" y="646619"/>
                </a:lnTo>
                <a:lnTo>
                  <a:pt x="369317" y="646753"/>
                </a:lnTo>
                <a:lnTo>
                  <a:pt x="369292" y="646526"/>
                </a:lnTo>
                <a:close/>
                <a:moveTo>
                  <a:pt x="441616" y="481738"/>
                </a:moveTo>
                <a:lnTo>
                  <a:pt x="445597" y="484737"/>
                </a:lnTo>
                <a:lnTo>
                  <a:pt x="445518" y="482929"/>
                </a:lnTo>
                <a:close/>
                <a:moveTo>
                  <a:pt x="373059" y="634704"/>
                </a:moveTo>
                <a:lnTo>
                  <a:pt x="374235" y="642178"/>
                </a:lnTo>
                <a:lnTo>
                  <a:pt x="378474" y="644658"/>
                </a:lnTo>
                <a:lnTo>
                  <a:pt x="379006" y="637234"/>
                </a:lnTo>
                <a:close/>
                <a:moveTo>
                  <a:pt x="365378" y="651388"/>
                </a:moveTo>
                <a:lnTo>
                  <a:pt x="365731" y="653286"/>
                </a:lnTo>
                <a:lnTo>
                  <a:pt x="366093" y="651761"/>
                </a:lnTo>
                <a:lnTo>
                  <a:pt x="366112" y="651427"/>
                </a:lnTo>
                <a:close/>
                <a:moveTo>
                  <a:pt x="187338" y="1049897"/>
                </a:moveTo>
                <a:lnTo>
                  <a:pt x="190458" y="1053980"/>
                </a:lnTo>
                <a:lnTo>
                  <a:pt x="189755" y="1053118"/>
                </a:lnTo>
                <a:close/>
                <a:moveTo>
                  <a:pt x="295161" y="808303"/>
                </a:moveTo>
                <a:lnTo>
                  <a:pt x="296185" y="819119"/>
                </a:lnTo>
                <a:lnTo>
                  <a:pt x="296512" y="820330"/>
                </a:lnTo>
                <a:lnTo>
                  <a:pt x="312188" y="826999"/>
                </a:lnTo>
                <a:lnTo>
                  <a:pt x="308760" y="821393"/>
                </a:lnTo>
                <a:lnTo>
                  <a:pt x="308837" y="821034"/>
                </a:lnTo>
                <a:lnTo>
                  <a:pt x="312588" y="827169"/>
                </a:lnTo>
                <a:lnTo>
                  <a:pt x="315427" y="828378"/>
                </a:lnTo>
                <a:lnTo>
                  <a:pt x="315097" y="825569"/>
                </a:lnTo>
                <a:lnTo>
                  <a:pt x="309753" y="812595"/>
                </a:lnTo>
                <a:close/>
                <a:moveTo>
                  <a:pt x="337453" y="713581"/>
                </a:moveTo>
                <a:lnTo>
                  <a:pt x="338554" y="724277"/>
                </a:lnTo>
                <a:lnTo>
                  <a:pt x="339856" y="735438"/>
                </a:lnTo>
                <a:lnTo>
                  <a:pt x="343905" y="746112"/>
                </a:lnTo>
                <a:lnTo>
                  <a:pt x="343839" y="738761"/>
                </a:lnTo>
                <a:lnTo>
                  <a:pt x="344207" y="738287"/>
                </a:lnTo>
                <a:lnTo>
                  <a:pt x="344286" y="747115"/>
                </a:lnTo>
                <a:lnTo>
                  <a:pt x="344959" y="748893"/>
                </a:lnTo>
                <a:lnTo>
                  <a:pt x="344997" y="748905"/>
                </a:lnTo>
                <a:lnTo>
                  <a:pt x="346033" y="743612"/>
                </a:lnTo>
                <a:close/>
                <a:moveTo>
                  <a:pt x="237963" y="936086"/>
                </a:moveTo>
                <a:lnTo>
                  <a:pt x="240625" y="944172"/>
                </a:lnTo>
                <a:lnTo>
                  <a:pt x="241447" y="946560"/>
                </a:lnTo>
                <a:lnTo>
                  <a:pt x="254251" y="956569"/>
                </a:lnTo>
                <a:lnTo>
                  <a:pt x="252390" y="938505"/>
                </a:lnTo>
                <a:close/>
                <a:moveTo>
                  <a:pt x="367063" y="646653"/>
                </a:moveTo>
                <a:lnTo>
                  <a:pt x="367010" y="647891"/>
                </a:lnTo>
                <a:lnTo>
                  <a:pt x="367272" y="646793"/>
                </a:lnTo>
                <a:lnTo>
                  <a:pt x="367229" y="646674"/>
                </a:lnTo>
                <a:close/>
                <a:moveTo>
                  <a:pt x="367079" y="646262"/>
                </a:moveTo>
                <a:lnTo>
                  <a:pt x="367070" y="646476"/>
                </a:lnTo>
                <a:lnTo>
                  <a:pt x="367160" y="646487"/>
                </a:lnTo>
                <a:close/>
                <a:moveTo>
                  <a:pt x="370327" y="637815"/>
                </a:moveTo>
                <a:lnTo>
                  <a:pt x="369894" y="639638"/>
                </a:lnTo>
                <a:lnTo>
                  <a:pt x="371407" y="640523"/>
                </a:lnTo>
                <a:close/>
                <a:moveTo>
                  <a:pt x="279039" y="842129"/>
                </a:moveTo>
                <a:lnTo>
                  <a:pt x="280415" y="855867"/>
                </a:lnTo>
                <a:lnTo>
                  <a:pt x="286049" y="865515"/>
                </a:lnTo>
                <a:lnTo>
                  <a:pt x="290136" y="866388"/>
                </a:lnTo>
                <a:lnTo>
                  <a:pt x="290355" y="866445"/>
                </a:lnTo>
                <a:lnTo>
                  <a:pt x="288715" y="843034"/>
                </a:lnTo>
                <a:lnTo>
                  <a:pt x="289001" y="842613"/>
                </a:lnTo>
                <a:lnTo>
                  <a:pt x="282371" y="842261"/>
                </a:lnTo>
                <a:close/>
                <a:moveTo>
                  <a:pt x="367142" y="644747"/>
                </a:moveTo>
                <a:lnTo>
                  <a:pt x="367103" y="645674"/>
                </a:lnTo>
                <a:lnTo>
                  <a:pt x="367366" y="646397"/>
                </a:lnTo>
                <a:lnTo>
                  <a:pt x="367657" y="645173"/>
                </a:lnTo>
                <a:close/>
                <a:moveTo>
                  <a:pt x="289714" y="817789"/>
                </a:moveTo>
                <a:lnTo>
                  <a:pt x="292995" y="826384"/>
                </a:lnTo>
                <a:lnTo>
                  <a:pt x="292377" y="821490"/>
                </a:lnTo>
                <a:lnTo>
                  <a:pt x="291673" y="818623"/>
                </a:lnTo>
                <a:close/>
                <a:moveTo>
                  <a:pt x="323082" y="742858"/>
                </a:moveTo>
                <a:lnTo>
                  <a:pt x="322981" y="746056"/>
                </a:lnTo>
                <a:lnTo>
                  <a:pt x="340662" y="749019"/>
                </a:lnTo>
                <a:lnTo>
                  <a:pt x="338343" y="747612"/>
                </a:lnTo>
                <a:close/>
                <a:moveTo>
                  <a:pt x="362470" y="654189"/>
                </a:moveTo>
                <a:lnTo>
                  <a:pt x="363646" y="662063"/>
                </a:lnTo>
                <a:lnTo>
                  <a:pt x="363877" y="661093"/>
                </a:lnTo>
                <a:close/>
                <a:moveTo>
                  <a:pt x="371249" y="633934"/>
                </a:moveTo>
                <a:lnTo>
                  <a:pt x="370402" y="637497"/>
                </a:lnTo>
                <a:lnTo>
                  <a:pt x="371737" y="640716"/>
                </a:lnTo>
                <a:lnTo>
                  <a:pt x="372698" y="641278"/>
                </a:lnTo>
                <a:lnTo>
                  <a:pt x="371564" y="634068"/>
                </a:lnTo>
                <a:close/>
                <a:moveTo>
                  <a:pt x="355369" y="669428"/>
                </a:moveTo>
                <a:lnTo>
                  <a:pt x="357841" y="675628"/>
                </a:lnTo>
                <a:lnTo>
                  <a:pt x="360296" y="676174"/>
                </a:lnTo>
                <a:lnTo>
                  <a:pt x="361816" y="669769"/>
                </a:lnTo>
                <a:close/>
                <a:moveTo>
                  <a:pt x="371426" y="633190"/>
                </a:moveTo>
                <a:lnTo>
                  <a:pt x="371325" y="633614"/>
                </a:lnTo>
                <a:lnTo>
                  <a:pt x="371504" y="633691"/>
                </a:lnTo>
                <a:close/>
                <a:moveTo>
                  <a:pt x="401417" y="565949"/>
                </a:moveTo>
                <a:lnTo>
                  <a:pt x="405007" y="583573"/>
                </a:lnTo>
                <a:lnTo>
                  <a:pt x="407089" y="587617"/>
                </a:lnTo>
                <a:lnTo>
                  <a:pt x="404801" y="568001"/>
                </a:lnTo>
                <a:close/>
                <a:moveTo>
                  <a:pt x="445692" y="466269"/>
                </a:moveTo>
                <a:lnTo>
                  <a:pt x="446188" y="477650"/>
                </a:lnTo>
                <a:lnTo>
                  <a:pt x="448344" y="482854"/>
                </a:lnTo>
                <a:lnTo>
                  <a:pt x="449679" y="483261"/>
                </a:lnTo>
                <a:lnTo>
                  <a:pt x="450110" y="469597"/>
                </a:lnTo>
                <a:close/>
                <a:moveTo>
                  <a:pt x="337025" y="709428"/>
                </a:moveTo>
                <a:lnTo>
                  <a:pt x="337350" y="712587"/>
                </a:lnTo>
                <a:lnTo>
                  <a:pt x="342399" y="730258"/>
                </a:lnTo>
                <a:lnTo>
                  <a:pt x="346182" y="742853"/>
                </a:lnTo>
                <a:lnTo>
                  <a:pt x="348549" y="730757"/>
                </a:lnTo>
                <a:lnTo>
                  <a:pt x="345439" y="727052"/>
                </a:lnTo>
                <a:lnTo>
                  <a:pt x="345432" y="726842"/>
                </a:lnTo>
                <a:lnTo>
                  <a:pt x="348581" y="730593"/>
                </a:lnTo>
                <a:lnTo>
                  <a:pt x="349369" y="726571"/>
                </a:lnTo>
                <a:lnTo>
                  <a:pt x="343494" y="711082"/>
                </a:lnTo>
                <a:close/>
                <a:moveTo>
                  <a:pt x="293093" y="807695"/>
                </a:moveTo>
                <a:lnTo>
                  <a:pt x="295581" y="816888"/>
                </a:lnTo>
                <a:lnTo>
                  <a:pt x="294757" y="808185"/>
                </a:lnTo>
                <a:close/>
                <a:moveTo>
                  <a:pt x="362788" y="651250"/>
                </a:moveTo>
                <a:lnTo>
                  <a:pt x="364369" y="659017"/>
                </a:lnTo>
                <a:lnTo>
                  <a:pt x="365578" y="653927"/>
                </a:lnTo>
                <a:lnTo>
                  <a:pt x="365139" y="651375"/>
                </a:lnTo>
                <a:close/>
                <a:moveTo>
                  <a:pt x="273104" y="851698"/>
                </a:moveTo>
                <a:lnTo>
                  <a:pt x="276434" y="863379"/>
                </a:lnTo>
                <a:lnTo>
                  <a:pt x="279457" y="864052"/>
                </a:lnTo>
                <a:close/>
                <a:moveTo>
                  <a:pt x="235578" y="935686"/>
                </a:moveTo>
                <a:lnTo>
                  <a:pt x="240439" y="945771"/>
                </a:lnTo>
                <a:lnTo>
                  <a:pt x="241134" y="946315"/>
                </a:lnTo>
                <a:lnTo>
                  <a:pt x="237756" y="936051"/>
                </a:lnTo>
                <a:close/>
                <a:moveTo>
                  <a:pt x="225580" y="957725"/>
                </a:moveTo>
                <a:lnTo>
                  <a:pt x="226545" y="968955"/>
                </a:lnTo>
                <a:lnTo>
                  <a:pt x="243818" y="991851"/>
                </a:lnTo>
                <a:lnTo>
                  <a:pt x="238340" y="972629"/>
                </a:lnTo>
                <a:close/>
                <a:moveTo>
                  <a:pt x="221705" y="966092"/>
                </a:moveTo>
                <a:lnTo>
                  <a:pt x="222832" y="975012"/>
                </a:lnTo>
                <a:lnTo>
                  <a:pt x="224424" y="982907"/>
                </a:lnTo>
                <a:lnTo>
                  <a:pt x="226691" y="988234"/>
                </a:lnTo>
                <a:lnTo>
                  <a:pt x="224471" y="983140"/>
                </a:lnTo>
                <a:lnTo>
                  <a:pt x="229350" y="1007346"/>
                </a:lnTo>
                <a:lnTo>
                  <a:pt x="227964" y="991225"/>
                </a:lnTo>
                <a:lnTo>
                  <a:pt x="226691" y="988234"/>
                </a:lnTo>
                <a:lnTo>
                  <a:pt x="227956" y="991137"/>
                </a:lnTo>
                <a:lnTo>
                  <a:pt x="227285" y="983332"/>
                </a:lnTo>
                <a:lnTo>
                  <a:pt x="226582" y="981244"/>
                </a:lnTo>
                <a:close/>
                <a:moveTo>
                  <a:pt x="364437" y="646329"/>
                </a:moveTo>
                <a:lnTo>
                  <a:pt x="365279" y="650856"/>
                </a:lnTo>
                <a:lnTo>
                  <a:pt x="366140" y="650891"/>
                </a:lnTo>
                <a:lnTo>
                  <a:pt x="366378" y="646569"/>
                </a:lnTo>
                <a:close/>
                <a:moveTo>
                  <a:pt x="323222" y="738438"/>
                </a:moveTo>
                <a:lnTo>
                  <a:pt x="323107" y="742085"/>
                </a:lnTo>
                <a:lnTo>
                  <a:pt x="335698" y="746007"/>
                </a:lnTo>
                <a:close/>
                <a:moveTo>
                  <a:pt x="403976" y="557564"/>
                </a:moveTo>
                <a:lnTo>
                  <a:pt x="405092" y="567128"/>
                </a:lnTo>
                <a:lnTo>
                  <a:pt x="422849" y="577901"/>
                </a:lnTo>
                <a:lnTo>
                  <a:pt x="423965" y="573199"/>
                </a:lnTo>
                <a:lnTo>
                  <a:pt x="421577" y="568243"/>
                </a:lnTo>
                <a:close/>
                <a:moveTo>
                  <a:pt x="381669" y="607045"/>
                </a:moveTo>
                <a:lnTo>
                  <a:pt x="381198" y="613615"/>
                </a:lnTo>
                <a:lnTo>
                  <a:pt x="401844" y="625694"/>
                </a:lnTo>
                <a:lnTo>
                  <a:pt x="401799" y="624242"/>
                </a:lnTo>
                <a:lnTo>
                  <a:pt x="400807" y="619363"/>
                </a:lnTo>
                <a:lnTo>
                  <a:pt x="399988" y="615048"/>
                </a:lnTo>
                <a:close/>
                <a:moveTo>
                  <a:pt x="373199" y="625719"/>
                </a:moveTo>
                <a:lnTo>
                  <a:pt x="372264" y="629656"/>
                </a:lnTo>
                <a:lnTo>
                  <a:pt x="373000" y="634326"/>
                </a:lnTo>
                <a:lnTo>
                  <a:pt x="379031" y="636892"/>
                </a:lnTo>
                <a:lnTo>
                  <a:pt x="379671" y="627969"/>
                </a:lnTo>
                <a:close/>
                <a:moveTo>
                  <a:pt x="291906" y="807345"/>
                </a:moveTo>
                <a:lnTo>
                  <a:pt x="293385" y="819047"/>
                </a:lnTo>
                <a:lnTo>
                  <a:pt x="294348" y="819440"/>
                </a:lnTo>
                <a:lnTo>
                  <a:pt x="294162" y="818361"/>
                </a:lnTo>
                <a:lnTo>
                  <a:pt x="294373" y="817970"/>
                </a:lnTo>
                <a:lnTo>
                  <a:pt x="294648" y="819564"/>
                </a:lnTo>
                <a:lnTo>
                  <a:pt x="295883" y="820070"/>
                </a:lnTo>
                <a:lnTo>
                  <a:pt x="295706" y="818204"/>
                </a:lnTo>
                <a:lnTo>
                  <a:pt x="292842" y="807621"/>
                </a:lnTo>
                <a:close/>
                <a:moveTo>
                  <a:pt x="320713" y="742120"/>
                </a:moveTo>
                <a:lnTo>
                  <a:pt x="321296" y="743888"/>
                </a:lnTo>
                <a:lnTo>
                  <a:pt x="321345" y="742317"/>
                </a:lnTo>
                <a:close/>
                <a:moveTo>
                  <a:pt x="252703" y="893642"/>
                </a:moveTo>
                <a:lnTo>
                  <a:pt x="254346" y="908164"/>
                </a:lnTo>
                <a:lnTo>
                  <a:pt x="256991" y="912993"/>
                </a:lnTo>
                <a:lnTo>
                  <a:pt x="274708" y="940401"/>
                </a:lnTo>
                <a:lnTo>
                  <a:pt x="276117" y="940637"/>
                </a:lnTo>
                <a:lnTo>
                  <a:pt x="259939" y="905607"/>
                </a:lnTo>
                <a:lnTo>
                  <a:pt x="256101" y="896995"/>
                </a:lnTo>
                <a:close/>
                <a:moveTo>
                  <a:pt x="464198" y="419696"/>
                </a:moveTo>
                <a:lnTo>
                  <a:pt x="464650" y="434683"/>
                </a:lnTo>
                <a:lnTo>
                  <a:pt x="471410" y="439090"/>
                </a:lnTo>
                <a:lnTo>
                  <a:pt x="467052" y="421346"/>
                </a:lnTo>
                <a:close/>
                <a:moveTo>
                  <a:pt x="221367" y="963424"/>
                </a:moveTo>
                <a:lnTo>
                  <a:pt x="221417" y="963814"/>
                </a:lnTo>
                <a:lnTo>
                  <a:pt x="227042" y="980514"/>
                </a:lnTo>
                <a:lnTo>
                  <a:pt x="226116" y="969743"/>
                </a:lnTo>
                <a:close/>
                <a:moveTo>
                  <a:pt x="266837" y="861413"/>
                </a:moveTo>
                <a:lnTo>
                  <a:pt x="276480" y="887837"/>
                </a:lnTo>
                <a:lnTo>
                  <a:pt x="283157" y="889917"/>
                </a:lnTo>
                <a:lnTo>
                  <a:pt x="282863" y="886988"/>
                </a:lnTo>
                <a:lnTo>
                  <a:pt x="282413" y="885890"/>
                </a:lnTo>
                <a:lnTo>
                  <a:pt x="282492" y="885686"/>
                </a:lnTo>
                <a:lnTo>
                  <a:pt x="276139" y="863399"/>
                </a:lnTo>
                <a:close/>
                <a:moveTo>
                  <a:pt x="339163" y="698843"/>
                </a:moveTo>
                <a:lnTo>
                  <a:pt x="343144" y="709344"/>
                </a:lnTo>
                <a:lnTo>
                  <a:pt x="344245" y="709589"/>
                </a:lnTo>
                <a:lnTo>
                  <a:pt x="349948" y="711184"/>
                </a:lnTo>
                <a:lnTo>
                  <a:pt x="347746" y="703460"/>
                </a:lnTo>
                <a:close/>
                <a:moveTo>
                  <a:pt x="436692" y="480235"/>
                </a:moveTo>
                <a:lnTo>
                  <a:pt x="446309" y="501053"/>
                </a:lnTo>
                <a:lnTo>
                  <a:pt x="445619" y="485242"/>
                </a:lnTo>
                <a:lnTo>
                  <a:pt x="440525" y="481405"/>
                </a:lnTo>
                <a:close/>
                <a:moveTo>
                  <a:pt x="445440" y="460506"/>
                </a:moveTo>
                <a:lnTo>
                  <a:pt x="445662" y="465591"/>
                </a:lnTo>
                <a:lnTo>
                  <a:pt x="450129" y="468957"/>
                </a:lnTo>
                <a:lnTo>
                  <a:pt x="450288" y="463981"/>
                </a:lnTo>
                <a:close/>
                <a:moveTo>
                  <a:pt x="368502" y="632765"/>
                </a:moveTo>
                <a:lnTo>
                  <a:pt x="369820" y="636069"/>
                </a:lnTo>
                <a:lnTo>
                  <a:pt x="370411" y="633577"/>
                </a:lnTo>
                <a:close/>
                <a:moveTo>
                  <a:pt x="375131" y="617585"/>
                </a:moveTo>
                <a:lnTo>
                  <a:pt x="373366" y="625014"/>
                </a:lnTo>
                <a:lnTo>
                  <a:pt x="379744" y="626949"/>
                </a:lnTo>
                <a:lnTo>
                  <a:pt x="379862" y="625301"/>
                </a:lnTo>
                <a:close/>
                <a:moveTo>
                  <a:pt x="368325" y="632795"/>
                </a:moveTo>
                <a:lnTo>
                  <a:pt x="369014" y="639123"/>
                </a:lnTo>
                <a:lnTo>
                  <a:pt x="369085" y="639164"/>
                </a:lnTo>
                <a:lnTo>
                  <a:pt x="369750" y="636366"/>
                </a:lnTo>
                <a:close/>
                <a:moveTo>
                  <a:pt x="316746" y="748039"/>
                </a:moveTo>
                <a:lnTo>
                  <a:pt x="320074" y="753092"/>
                </a:lnTo>
                <a:lnTo>
                  <a:pt x="318581" y="748568"/>
                </a:lnTo>
                <a:close/>
                <a:moveTo>
                  <a:pt x="371556" y="625149"/>
                </a:moveTo>
                <a:lnTo>
                  <a:pt x="371898" y="627318"/>
                </a:lnTo>
                <a:lnTo>
                  <a:pt x="372348" y="625423"/>
                </a:lnTo>
                <a:close/>
                <a:moveTo>
                  <a:pt x="363751" y="642366"/>
                </a:moveTo>
                <a:lnTo>
                  <a:pt x="364397" y="646112"/>
                </a:lnTo>
                <a:lnTo>
                  <a:pt x="364402" y="646145"/>
                </a:lnTo>
                <a:lnTo>
                  <a:pt x="366387" y="646391"/>
                </a:lnTo>
                <a:lnTo>
                  <a:pt x="366484" y="644627"/>
                </a:lnTo>
                <a:lnTo>
                  <a:pt x="366263" y="644020"/>
                </a:lnTo>
                <a:lnTo>
                  <a:pt x="365500" y="643390"/>
                </a:lnTo>
                <a:close/>
                <a:moveTo>
                  <a:pt x="351707" y="669233"/>
                </a:moveTo>
                <a:lnTo>
                  <a:pt x="354061" y="673072"/>
                </a:lnTo>
                <a:lnTo>
                  <a:pt x="355411" y="675086"/>
                </a:lnTo>
                <a:lnTo>
                  <a:pt x="357363" y="675521"/>
                </a:lnTo>
                <a:lnTo>
                  <a:pt x="354924" y="669404"/>
                </a:lnTo>
                <a:close/>
                <a:moveTo>
                  <a:pt x="343469" y="687401"/>
                </a:moveTo>
                <a:lnTo>
                  <a:pt x="346560" y="698242"/>
                </a:lnTo>
                <a:lnTo>
                  <a:pt x="354470" y="700707"/>
                </a:lnTo>
                <a:lnTo>
                  <a:pt x="356685" y="691379"/>
                </a:lnTo>
                <a:lnTo>
                  <a:pt x="347344" y="688527"/>
                </a:lnTo>
                <a:close/>
                <a:moveTo>
                  <a:pt x="375715" y="615122"/>
                </a:moveTo>
                <a:lnTo>
                  <a:pt x="375259" y="617047"/>
                </a:lnTo>
                <a:lnTo>
                  <a:pt x="379910" y="624632"/>
                </a:lnTo>
                <a:lnTo>
                  <a:pt x="380395" y="617860"/>
                </a:lnTo>
                <a:close/>
                <a:moveTo>
                  <a:pt x="361717" y="645993"/>
                </a:moveTo>
                <a:lnTo>
                  <a:pt x="362687" y="650753"/>
                </a:lnTo>
                <a:lnTo>
                  <a:pt x="365048" y="650847"/>
                </a:lnTo>
                <a:lnTo>
                  <a:pt x="364266" y="646309"/>
                </a:lnTo>
                <a:close/>
                <a:moveTo>
                  <a:pt x="367651" y="632403"/>
                </a:moveTo>
                <a:lnTo>
                  <a:pt x="367411" y="638186"/>
                </a:lnTo>
                <a:lnTo>
                  <a:pt x="368450" y="638793"/>
                </a:lnTo>
                <a:lnTo>
                  <a:pt x="367760" y="632449"/>
                </a:lnTo>
                <a:close/>
                <a:moveTo>
                  <a:pt x="367680" y="631716"/>
                </a:moveTo>
                <a:lnTo>
                  <a:pt x="367666" y="632058"/>
                </a:lnTo>
                <a:lnTo>
                  <a:pt x="367719" y="632080"/>
                </a:lnTo>
                <a:close/>
                <a:moveTo>
                  <a:pt x="294046" y="796517"/>
                </a:moveTo>
                <a:lnTo>
                  <a:pt x="294702" y="803443"/>
                </a:lnTo>
                <a:lnTo>
                  <a:pt x="307804" y="807298"/>
                </a:lnTo>
                <a:lnTo>
                  <a:pt x="306424" y="803099"/>
                </a:lnTo>
                <a:lnTo>
                  <a:pt x="298420" y="798417"/>
                </a:lnTo>
                <a:close/>
                <a:moveTo>
                  <a:pt x="289204" y="806551"/>
                </a:moveTo>
                <a:lnTo>
                  <a:pt x="292072" y="818230"/>
                </a:lnTo>
                <a:lnTo>
                  <a:pt x="291116" y="807113"/>
                </a:lnTo>
                <a:close/>
                <a:moveTo>
                  <a:pt x="315871" y="746709"/>
                </a:moveTo>
                <a:lnTo>
                  <a:pt x="316632" y="747865"/>
                </a:lnTo>
                <a:lnTo>
                  <a:pt x="318530" y="748413"/>
                </a:lnTo>
                <a:lnTo>
                  <a:pt x="318090" y="747080"/>
                </a:lnTo>
                <a:close/>
                <a:moveTo>
                  <a:pt x="315280" y="747615"/>
                </a:moveTo>
                <a:lnTo>
                  <a:pt x="315319" y="747986"/>
                </a:lnTo>
                <a:lnTo>
                  <a:pt x="319344" y="783587"/>
                </a:lnTo>
                <a:lnTo>
                  <a:pt x="319951" y="783814"/>
                </a:lnTo>
                <a:lnTo>
                  <a:pt x="320083" y="782270"/>
                </a:lnTo>
                <a:lnTo>
                  <a:pt x="320887" y="756832"/>
                </a:lnTo>
                <a:lnTo>
                  <a:pt x="319688" y="755013"/>
                </a:lnTo>
                <a:lnTo>
                  <a:pt x="315388" y="747646"/>
                </a:lnTo>
                <a:close/>
                <a:moveTo>
                  <a:pt x="338163" y="696208"/>
                </a:moveTo>
                <a:lnTo>
                  <a:pt x="338916" y="698193"/>
                </a:lnTo>
                <a:lnTo>
                  <a:pt x="347428" y="702343"/>
                </a:lnTo>
                <a:lnTo>
                  <a:pt x="346412" y="698778"/>
                </a:lnTo>
                <a:close/>
                <a:moveTo>
                  <a:pt x="315261" y="747428"/>
                </a:moveTo>
                <a:lnTo>
                  <a:pt x="315265" y="747470"/>
                </a:lnTo>
                <a:lnTo>
                  <a:pt x="315289" y="747478"/>
                </a:lnTo>
                <a:close/>
                <a:moveTo>
                  <a:pt x="291151" y="801371"/>
                </a:moveTo>
                <a:lnTo>
                  <a:pt x="291285" y="802439"/>
                </a:lnTo>
                <a:lnTo>
                  <a:pt x="291452" y="802488"/>
                </a:lnTo>
                <a:close/>
                <a:moveTo>
                  <a:pt x="435476" y="477602"/>
                </a:moveTo>
                <a:lnTo>
                  <a:pt x="436188" y="479142"/>
                </a:lnTo>
                <a:lnTo>
                  <a:pt x="438429" y="479827"/>
                </a:lnTo>
                <a:close/>
                <a:moveTo>
                  <a:pt x="252055" y="887915"/>
                </a:moveTo>
                <a:lnTo>
                  <a:pt x="252641" y="893092"/>
                </a:lnTo>
                <a:lnTo>
                  <a:pt x="255648" y="895977"/>
                </a:lnTo>
                <a:close/>
                <a:moveTo>
                  <a:pt x="378012" y="605448"/>
                </a:moveTo>
                <a:lnTo>
                  <a:pt x="376699" y="610982"/>
                </a:lnTo>
                <a:lnTo>
                  <a:pt x="380719" y="613334"/>
                </a:lnTo>
                <a:lnTo>
                  <a:pt x="381186" y="606834"/>
                </a:lnTo>
                <a:close/>
                <a:moveTo>
                  <a:pt x="272236" y="841861"/>
                </a:moveTo>
                <a:lnTo>
                  <a:pt x="279607" y="854484"/>
                </a:lnTo>
                <a:lnTo>
                  <a:pt x="278367" y="842103"/>
                </a:lnTo>
                <a:close/>
                <a:moveTo>
                  <a:pt x="228969" y="937325"/>
                </a:moveTo>
                <a:lnTo>
                  <a:pt x="233747" y="954092"/>
                </a:lnTo>
                <a:lnTo>
                  <a:pt x="237165" y="961391"/>
                </a:lnTo>
                <a:lnTo>
                  <a:pt x="253619" y="989636"/>
                </a:lnTo>
                <a:lnTo>
                  <a:pt x="255370" y="991624"/>
                </a:lnTo>
                <a:lnTo>
                  <a:pt x="250362" y="979345"/>
                </a:lnTo>
                <a:lnTo>
                  <a:pt x="250497" y="979002"/>
                </a:lnTo>
                <a:lnTo>
                  <a:pt x="255881" y="992205"/>
                </a:lnTo>
                <a:lnTo>
                  <a:pt x="257250" y="993759"/>
                </a:lnTo>
                <a:lnTo>
                  <a:pt x="245773" y="960410"/>
                </a:lnTo>
                <a:lnTo>
                  <a:pt x="242995" y="951970"/>
                </a:lnTo>
                <a:lnTo>
                  <a:pt x="240149" y="946065"/>
                </a:lnTo>
                <a:close/>
                <a:moveTo>
                  <a:pt x="151398" y="1110698"/>
                </a:moveTo>
                <a:lnTo>
                  <a:pt x="161120" y="1129272"/>
                </a:lnTo>
                <a:lnTo>
                  <a:pt x="163214" y="1131233"/>
                </a:lnTo>
                <a:close/>
                <a:moveTo>
                  <a:pt x="271374" y="841826"/>
                </a:moveTo>
                <a:lnTo>
                  <a:pt x="280464" y="863037"/>
                </a:lnTo>
                <a:lnTo>
                  <a:pt x="279702" y="855422"/>
                </a:lnTo>
                <a:lnTo>
                  <a:pt x="273997" y="845652"/>
                </a:lnTo>
                <a:lnTo>
                  <a:pt x="271884" y="841845"/>
                </a:lnTo>
                <a:close/>
                <a:moveTo>
                  <a:pt x="373161" y="613627"/>
                </a:moveTo>
                <a:lnTo>
                  <a:pt x="374594" y="615965"/>
                </a:lnTo>
                <a:lnTo>
                  <a:pt x="374906" y="614649"/>
                </a:lnTo>
                <a:close/>
                <a:moveTo>
                  <a:pt x="382736" y="592143"/>
                </a:moveTo>
                <a:lnTo>
                  <a:pt x="381705" y="606536"/>
                </a:lnTo>
                <a:lnTo>
                  <a:pt x="390299" y="609889"/>
                </a:lnTo>
                <a:lnTo>
                  <a:pt x="399796" y="614038"/>
                </a:lnTo>
                <a:lnTo>
                  <a:pt x="396673" y="597580"/>
                </a:lnTo>
                <a:close/>
                <a:moveTo>
                  <a:pt x="318565" y="735612"/>
                </a:moveTo>
                <a:lnTo>
                  <a:pt x="320426" y="741249"/>
                </a:lnTo>
                <a:lnTo>
                  <a:pt x="321370" y="741544"/>
                </a:lnTo>
                <a:lnTo>
                  <a:pt x="321502" y="737395"/>
                </a:lnTo>
                <a:close/>
                <a:moveTo>
                  <a:pt x="399226" y="554681"/>
                </a:moveTo>
                <a:lnTo>
                  <a:pt x="400646" y="562164"/>
                </a:lnTo>
                <a:lnTo>
                  <a:pt x="401173" y="564750"/>
                </a:lnTo>
                <a:lnTo>
                  <a:pt x="404668" y="566870"/>
                </a:lnTo>
                <a:lnTo>
                  <a:pt x="403553" y="557306"/>
                </a:lnTo>
                <a:close/>
                <a:moveTo>
                  <a:pt x="452802" y="434261"/>
                </a:moveTo>
                <a:lnTo>
                  <a:pt x="451814" y="448040"/>
                </a:lnTo>
                <a:lnTo>
                  <a:pt x="451330" y="463334"/>
                </a:lnTo>
                <a:lnTo>
                  <a:pt x="453057" y="464447"/>
                </a:lnTo>
                <a:lnTo>
                  <a:pt x="465558" y="473406"/>
                </a:lnTo>
                <a:lnTo>
                  <a:pt x="465424" y="470343"/>
                </a:lnTo>
                <a:lnTo>
                  <a:pt x="464478" y="438926"/>
                </a:lnTo>
                <a:close/>
                <a:moveTo>
                  <a:pt x="368021" y="623920"/>
                </a:moveTo>
                <a:lnTo>
                  <a:pt x="367938" y="625445"/>
                </a:lnTo>
                <a:lnTo>
                  <a:pt x="367825" y="628199"/>
                </a:lnTo>
                <a:lnTo>
                  <a:pt x="368254" y="632141"/>
                </a:lnTo>
                <a:lnTo>
                  <a:pt x="368334" y="632341"/>
                </a:lnTo>
                <a:lnTo>
                  <a:pt x="370487" y="633257"/>
                </a:lnTo>
                <a:lnTo>
                  <a:pt x="371058" y="630852"/>
                </a:lnTo>
                <a:lnTo>
                  <a:pt x="370080" y="624636"/>
                </a:lnTo>
                <a:close/>
                <a:moveTo>
                  <a:pt x="360604" y="640524"/>
                </a:moveTo>
                <a:lnTo>
                  <a:pt x="361680" y="645808"/>
                </a:lnTo>
                <a:lnTo>
                  <a:pt x="364235" y="646124"/>
                </a:lnTo>
                <a:lnTo>
                  <a:pt x="363569" y="642260"/>
                </a:lnTo>
                <a:close/>
                <a:moveTo>
                  <a:pt x="270342" y="841784"/>
                </a:moveTo>
                <a:lnTo>
                  <a:pt x="271532" y="846183"/>
                </a:lnTo>
                <a:lnTo>
                  <a:pt x="272038" y="847958"/>
                </a:lnTo>
                <a:lnTo>
                  <a:pt x="277872" y="859301"/>
                </a:lnTo>
                <a:lnTo>
                  <a:pt x="275794" y="854427"/>
                </a:lnTo>
                <a:lnTo>
                  <a:pt x="270614" y="841795"/>
                </a:lnTo>
                <a:close/>
                <a:moveTo>
                  <a:pt x="367333" y="623681"/>
                </a:moveTo>
                <a:lnTo>
                  <a:pt x="367530" y="625499"/>
                </a:lnTo>
                <a:lnTo>
                  <a:pt x="367624" y="623782"/>
                </a:lnTo>
                <a:close/>
                <a:moveTo>
                  <a:pt x="439557" y="461649"/>
                </a:moveTo>
                <a:lnTo>
                  <a:pt x="445182" y="475223"/>
                </a:lnTo>
                <a:lnTo>
                  <a:pt x="444761" y="465568"/>
                </a:lnTo>
                <a:close/>
                <a:moveTo>
                  <a:pt x="290573" y="795011"/>
                </a:moveTo>
                <a:lnTo>
                  <a:pt x="290997" y="799948"/>
                </a:lnTo>
                <a:lnTo>
                  <a:pt x="291704" y="802561"/>
                </a:lnTo>
                <a:lnTo>
                  <a:pt x="294297" y="803325"/>
                </a:lnTo>
                <a:lnTo>
                  <a:pt x="293635" y="796340"/>
                </a:lnTo>
                <a:close/>
                <a:moveTo>
                  <a:pt x="381305" y="591586"/>
                </a:moveTo>
                <a:lnTo>
                  <a:pt x="378090" y="605127"/>
                </a:lnTo>
                <a:lnTo>
                  <a:pt x="381221" y="606348"/>
                </a:lnTo>
                <a:lnTo>
                  <a:pt x="381369" y="604276"/>
                </a:lnTo>
                <a:lnTo>
                  <a:pt x="382414" y="592017"/>
                </a:lnTo>
                <a:close/>
                <a:moveTo>
                  <a:pt x="228145" y="934440"/>
                </a:moveTo>
                <a:lnTo>
                  <a:pt x="228777" y="936656"/>
                </a:lnTo>
                <a:lnTo>
                  <a:pt x="239747" y="945231"/>
                </a:lnTo>
                <a:lnTo>
                  <a:pt x="235109" y="935607"/>
                </a:lnTo>
                <a:close/>
                <a:moveTo>
                  <a:pt x="383076" y="587408"/>
                </a:moveTo>
                <a:lnTo>
                  <a:pt x="382749" y="591970"/>
                </a:lnTo>
                <a:lnTo>
                  <a:pt x="387937" y="593914"/>
                </a:lnTo>
                <a:lnTo>
                  <a:pt x="396622" y="597302"/>
                </a:lnTo>
                <a:lnTo>
                  <a:pt x="396233" y="595256"/>
                </a:lnTo>
                <a:close/>
                <a:moveTo>
                  <a:pt x="329236" y="707437"/>
                </a:moveTo>
                <a:lnTo>
                  <a:pt x="339406" y="734250"/>
                </a:lnTo>
                <a:lnTo>
                  <a:pt x="337178" y="712620"/>
                </a:lnTo>
                <a:lnTo>
                  <a:pt x="336960" y="711854"/>
                </a:lnTo>
                <a:lnTo>
                  <a:pt x="337067" y="711593"/>
                </a:lnTo>
                <a:lnTo>
                  <a:pt x="337076" y="711625"/>
                </a:lnTo>
                <a:lnTo>
                  <a:pt x="336845" y="709381"/>
                </a:lnTo>
                <a:close/>
                <a:moveTo>
                  <a:pt x="281488" y="814330"/>
                </a:moveTo>
                <a:lnTo>
                  <a:pt x="294602" y="839094"/>
                </a:lnTo>
                <a:lnTo>
                  <a:pt x="293539" y="830690"/>
                </a:lnTo>
                <a:lnTo>
                  <a:pt x="288399" y="817229"/>
                </a:lnTo>
                <a:lnTo>
                  <a:pt x="284063" y="815385"/>
                </a:lnTo>
                <a:close/>
                <a:moveTo>
                  <a:pt x="314517" y="740189"/>
                </a:moveTo>
                <a:lnTo>
                  <a:pt x="314983" y="744715"/>
                </a:lnTo>
                <a:lnTo>
                  <a:pt x="317446" y="745128"/>
                </a:lnTo>
                <a:lnTo>
                  <a:pt x="317375" y="744915"/>
                </a:lnTo>
                <a:lnTo>
                  <a:pt x="316497" y="740806"/>
                </a:lnTo>
                <a:close/>
                <a:moveTo>
                  <a:pt x="468305" y="395644"/>
                </a:moveTo>
                <a:lnTo>
                  <a:pt x="474363" y="425388"/>
                </a:lnTo>
                <a:lnTo>
                  <a:pt x="476471" y="426608"/>
                </a:lnTo>
                <a:lnTo>
                  <a:pt x="476646" y="424559"/>
                </a:lnTo>
                <a:lnTo>
                  <a:pt x="476790" y="424405"/>
                </a:lnTo>
                <a:lnTo>
                  <a:pt x="476597" y="426680"/>
                </a:lnTo>
                <a:lnTo>
                  <a:pt x="484670" y="431350"/>
                </a:lnTo>
                <a:lnTo>
                  <a:pt x="503881" y="442807"/>
                </a:lnTo>
                <a:lnTo>
                  <a:pt x="503844" y="441970"/>
                </a:lnTo>
                <a:lnTo>
                  <a:pt x="503820" y="441165"/>
                </a:lnTo>
                <a:lnTo>
                  <a:pt x="498550" y="437717"/>
                </a:lnTo>
                <a:lnTo>
                  <a:pt x="485885" y="429826"/>
                </a:lnTo>
                <a:lnTo>
                  <a:pt x="486101" y="429802"/>
                </a:lnTo>
                <a:lnTo>
                  <a:pt x="503810" y="440839"/>
                </a:lnTo>
                <a:lnTo>
                  <a:pt x="503528" y="431469"/>
                </a:lnTo>
                <a:lnTo>
                  <a:pt x="502075" y="430911"/>
                </a:lnTo>
                <a:lnTo>
                  <a:pt x="502324" y="430832"/>
                </a:lnTo>
                <a:lnTo>
                  <a:pt x="503523" y="431293"/>
                </a:lnTo>
                <a:lnTo>
                  <a:pt x="503201" y="420583"/>
                </a:lnTo>
                <a:lnTo>
                  <a:pt x="498754" y="417166"/>
                </a:lnTo>
                <a:close/>
                <a:moveTo>
                  <a:pt x="269824" y="839868"/>
                </a:moveTo>
                <a:lnTo>
                  <a:pt x="270274" y="841532"/>
                </a:lnTo>
                <a:lnTo>
                  <a:pt x="270511" y="841542"/>
                </a:lnTo>
                <a:close/>
                <a:moveTo>
                  <a:pt x="251571" y="880698"/>
                </a:moveTo>
                <a:lnTo>
                  <a:pt x="252473" y="882912"/>
                </a:lnTo>
                <a:lnTo>
                  <a:pt x="259634" y="899803"/>
                </a:lnTo>
                <a:lnTo>
                  <a:pt x="286755" y="925831"/>
                </a:lnTo>
                <a:lnTo>
                  <a:pt x="286494" y="923223"/>
                </a:lnTo>
                <a:lnTo>
                  <a:pt x="282961" y="919015"/>
                </a:lnTo>
                <a:lnTo>
                  <a:pt x="282954" y="918806"/>
                </a:lnTo>
                <a:lnTo>
                  <a:pt x="286471" y="922994"/>
                </a:lnTo>
                <a:lnTo>
                  <a:pt x="286052" y="918809"/>
                </a:lnTo>
                <a:lnTo>
                  <a:pt x="281358" y="910608"/>
                </a:lnTo>
                <a:lnTo>
                  <a:pt x="267499" y="885621"/>
                </a:lnTo>
                <a:lnTo>
                  <a:pt x="254344" y="881522"/>
                </a:lnTo>
                <a:close/>
                <a:moveTo>
                  <a:pt x="350848" y="658088"/>
                </a:moveTo>
                <a:lnTo>
                  <a:pt x="355065" y="668665"/>
                </a:lnTo>
                <a:lnTo>
                  <a:pt x="361991" y="669032"/>
                </a:lnTo>
                <a:lnTo>
                  <a:pt x="363009" y="664751"/>
                </a:lnTo>
                <a:lnTo>
                  <a:pt x="362856" y="663726"/>
                </a:lnTo>
                <a:lnTo>
                  <a:pt x="351836" y="658508"/>
                </a:lnTo>
                <a:close/>
                <a:moveTo>
                  <a:pt x="268834" y="841725"/>
                </a:moveTo>
                <a:lnTo>
                  <a:pt x="271701" y="847302"/>
                </a:lnTo>
                <a:lnTo>
                  <a:pt x="270207" y="841780"/>
                </a:lnTo>
                <a:close/>
                <a:moveTo>
                  <a:pt x="453198" y="428731"/>
                </a:moveTo>
                <a:lnTo>
                  <a:pt x="452838" y="433758"/>
                </a:lnTo>
                <a:lnTo>
                  <a:pt x="464462" y="438401"/>
                </a:lnTo>
                <a:lnTo>
                  <a:pt x="464391" y="436027"/>
                </a:lnTo>
                <a:close/>
                <a:moveTo>
                  <a:pt x="251253" y="880821"/>
                </a:moveTo>
                <a:lnTo>
                  <a:pt x="251976" y="887203"/>
                </a:lnTo>
                <a:lnTo>
                  <a:pt x="252111" y="887506"/>
                </a:lnTo>
                <a:lnTo>
                  <a:pt x="256320" y="896622"/>
                </a:lnTo>
                <a:lnTo>
                  <a:pt x="258584" y="898794"/>
                </a:lnTo>
                <a:close/>
                <a:moveTo>
                  <a:pt x="284943" y="805297"/>
                </a:moveTo>
                <a:lnTo>
                  <a:pt x="289602" y="817497"/>
                </a:lnTo>
                <a:lnTo>
                  <a:pt x="291597" y="818314"/>
                </a:lnTo>
                <a:lnTo>
                  <a:pt x="290414" y="813498"/>
                </a:lnTo>
                <a:lnTo>
                  <a:pt x="288779" y="806425"/>
                </a:lnTo>
                <a:close/>
                <a:moveTo>
                  <a:pt x="345822" y="668922"/>
                </a:moveTo>
                <a:lnTo>
                  <a:pt x="348526" y="673551"/>
                </a:lnTo>
                <a:lnTo>
                  <a:pt x="352614" y="674424"/>
                </a:lnTo>
                <a:lnTo>
                  <a:pt x="353816" y="674732"/>
                </a:lnTo>
                <a:lnTo>
                  <a:pt x="348527" y="673555"/>
                </a:lnTo>
                <a:lnTo>
                  <a:pt x="357335" y="688642"/>
                </a:lnTo>
                <a:lnTo>
                  <a:pt x="358217" y="684931"/>
                </a:lnTo>
                <a:lnTo>
                  <a:pt x="356668" y="678323"/>
                </a:lnTo>
                <a:lnTo>
                  <a:pt x="354586" y="674929"/>
                </a:lnTo>
                <a:lnTo>
                  <a:pt x="353816" y="674732"/>
                </a:lnTo>
                <a:lnTo>
                  <a:pt x="354569" y="674900"/>
                </a:lnTo>
                <a:lnTo>
                  <a:pt x="351074" y="669200"/>
                </a:lnTo>
                <a:close/>
                <a:moveTo>
                  <a:pt x="382394" y="587001"/>
                </a:moveTo>
                <a:lnTo>
                  <a:pt x="381340" y="591442"/>
                </a:lnTo>
                <a:lnTo>
                  <a:pt x="382428" y="591850"/>
                </a:lnTo>
                <a:lnTo>
                  <a:pt x="382820" y="587256"/>
                </a:lnTo>
                <a:close/>
                <a:moveTo>
                  <a:pt x="362037" y="632411"/>
                </a:moveTo>
                <a:lnTo>
                  <a:pt x="362541" y="635335"/>
                </a:lnTo>
                <a:lnTo>
                  <a:pt x="363253" y="635751"/>
                </a:lnTo>
                <a:close/>
                <a:moveTo>
                  <a:pt x="393480" y="561133"/>
                </a:moveTo>
                <a:lnTo>
                  <a:pt x="393631" y="561486"/>
                </a:lnTo>
                <a:lnTo>
                  <a:pt x="404347" y="582294"/>
                </a:lnTo>
                <a:lnTo>
                  <a:pt x="403453" y="577902"/>
                </a:lnTo>
                <a:lnTo>
                  <a:pt x="401155" y="565790"/>
                </a:lnTo>
                <a:close/>
                <a:moveTo>
                  <a:pt x="383092" y="584062"/>
                </a:moveTo>
                <a:lnTo>
                  <a:pt x="382465" y="586701"/>
                </a:lnTo>
                <a:lnTo>
                  <a:pt x="382848" y="586923"/>
                </a:lnTo>
                <a:close/>
                <a:moveTo>
                  <a:pt x="269672" y="837856"/>
                </a:moveTo>
                <a:lnTo>
                  <a:pt x="271265" y="841571"/>
                </a:lnTo>
                <a:lnTo>
                  <a:pt x="271744" y="841591"/>
                </a:lnTo>
                <a:close/>
                <a:moveTo>
                  <a:pt x="224022" y="939598"/>
                </a:moveTo>
                <a:lnTo>
                  <a:pt x="225539" y="957249"/>
                </a:lnTo>
                <a:lnTo>
                  <a:pt x="238156" y="971987"/>
                </a:lnTo>
                <a:lnTo>
                  <a:pt x="237025" y="968016"/>
                </a:lnTo>
                <a:lnTo>
                  <a:pt x="229753" y="952489"/>
                </a:lnTo>
                <a:lnTo>
                  <a:pt x="227923" y="947697"/>
                </a:lnTo>
                <a:lnTo>
                  <a:pt x="225781" y="942921"/>
                </a:lnTo>
                <a:close/>
                <a:moveTo>
                  <a:pt x="361592" y="629825"/>
                </a:moveTo>
                <a:lnTo>
                  <a:pt x="361823" y="631169"/>
                </a:lnTo>
                <a:lnTo>
                  <a:pt x="363556" y="635929"/>
                </a:lnTo>
                <a:lnTo>
                  <a:pt x="366854" y="637859"/>
                </a:lnTo>
                <a:lnTo>
                  <a:pt x="367164" y="632196"/>
                </a:lnTo>
                <a:close/>
                <a:moveTo>
                  <a:pt x="368557" y="614112"/>
                </a:moveTo>
                <a:lnTo>
                  <a:pt x="368050" y="623402"/>
                </a:lnTo>
                <a:lnTo>
                  <a:pt x="369978" y="623987"/>
                </a:lnTo>
                <a:lnTo>
                  <a:pt x="368942" y="617400"/>
                </a:lnTo>
                <a:close/>
                <a:moveTo>
                  <a:pt x="364508" y="622746"/>
                </a:moveTo>
                <a:lnTo>
                  <a:pt x="367298" y="629745"/>
                </a:lnTo>
                <a:lnTo>
                  <a:pt x="367354" y="628726"/>
                </a:lnTo>
                <a:lnTo>
                  <a:pt x="366784" y="623490"/>
                </a:lnTo>
                <a:lnTo>
                  <a:pt x="365547" y="623061"/>
                </a:lnTo>
                <a:close/>
                <a:moveTo>
                  <a:pt x="369398" y="611426"/>
                </a:moveTo>
                <a:lnTo>
                  <a:pt x="371444" y="624431"/>
                </a:lnTo>
                <a:lnTo>
                  <a:pt x="372507" y="624754"/>
                </a:lnTo>
                <a:lnTo>
                  <a:pt x="374466" y="616501"/>
                </a:lnTo>
                <a:lnTo>
                  <a:pt x="372448" y="613210"/>
                </a:lnTo>
                <a:close/>
                <a:moveTo>
                  <a:pt x="225341" y="933970"/>
                </a:moveTo>
                <a:lnTo>
                  <a:pt x="227887" y="935959"/>
                </a:lnTo>
                <a:lnTo>
                  <a:pt x="227420" y="934318"/>
                </a:lnTo>
                <a:close/>
                <a:moveTo>
                  <a:pt x="223786" y="936864"/>
                </a:moveTo>
                <a:lnTo>
                  <a:pt x="223822" y="937279"/>
                </a:lnTo>
                <a:lnTo>
                  <a:pt x="224263" y="938111"/>
                </a:lnTo>
                <a:close/>
                <a:moveTo>
                  <a:pt x="248697" y="879846"/>
                </a:moveTo>
                <a:lnTo>
                  <a:pt x="251480" y="886091"/>
                </a:lnTo>
                <a:lnTo>
                  <a:pt x="250801" y="880471"/>
                </a:lnTo>
                <a:close/>
                <a:moveTo>
                  <a:pt x="292564" y="780872"/>
                </a:moveTo>
                <a:lnTo>
                  <a:pt x="293809" y="794027"/>
                </a:lnTo>
                <a:lnTo>
                  <a:pt x="305043" y="798901"/>
                </a:lnTo>
                <a:lnTo>
                  <a:pt x="303575" y="794436"/>
                </a:lnTo>
                <a:lnTo>
                  <a:pt x="302664" y="792905"/>
                </a:lnTo>
                <a:close/>
                <a:moveTo>
                  <a:pt x="224237" y="933784"/>
                </a:moveTo>
                <a:lnTo>
                  <a:pt x="231979" y="950315"/>
                </a:lnTo>
                <a:lnTo>
                  <a:pt x="228078" y="936629"/>
                </a:lnTo>
                <a:lnTo>
                  <a:pt x="224495" y="933827"/>
                </a:lnTo>
                <a:close/>
                <a:moveTo>
                  <a:pt x="311003" y="739094"/>
                </a:moveTo>
                <a:lnTo>
                  <a:pt x="312136" y="741035"/>
                </a:lnTo>
                <a:lnTo>
                  <a:pt x="314506" y="744635"/>
                </a:lnTo>
                <a:lnTo>
                  <a:pt x="314675" y="744663"/>
                </a:lnTo>
                <a:lnTo>
                  <a:pt x="314204" y="740091"/>
                </a:lnTo>
                <a:close/>
                <a:moveTo>
                  <a:pt x="308132" y="745411"/>
                </a:moveTo>
                <a:lnTo>
                  <a:pt x="314954" y="747381"/>
                </a:lnTo>
                <a:lnTo>
                  <a:pt x="314894" y="746800"/>
                </a:lnTo>
                <a:lnTo>
                  <a:pt x="314729" y="746517"/>
                </a:lnTo>
                <a:close/>
                <a:moveTo>
                  <a:pt x="313744" y="732687"/>
                </a:moveTo>
                <a:lnTo>
                  <a:pt x="314434" y="739382"/>
                </a:lnTo>
                <a:lnTo>
                  <a:pt x="316318" y="739970"/>
                </a:lnTo>
                <a:lnTo>
                  <a:pt x="314915" y="733398"/>
                </a:lnTo>
                <a:close/>
                <a:moveTo>
                  <a:pt x="368932" y="607310"/>
                </a:moveTo>
                <a:lnTo>
                  <a:pt x="368919" y="607545"/>
                </a:lnTo>
                <a:lnTo>
                  <a:pt x="369125" y="607634"/>
                </a:lnTo>
                <a:close/>
                <a:moveTo>
                  <a:pt x="285890" y="792979"/>
                </a:moveTo>
                <a:lnTo>
                  <a:pt x="286181" y="794238"/>
                </a:lnTo>
                <a:lnTo>
                  <a:pt x="287954" y="801459"/>
                </a:lnTo>
                <a:lnTo>
                  <a:pt x="290699" y="802267"/>
                </a:lnTo>
                <a:lnTo>
                  <a:pt x="290056" y="794786"/>
                </a:lnTo>
                <a:close/>
                <a:moveTo>
                  <a:pt x="324245" y="706160"/>
                </a:moveTo>
                <a:lnTo>
                  <a:pt x="323245" y="737736"/>
                </a:lnTo>
                <a:lnTo>
                  <a:pt x="326984" y="739936"/>
                </a:lnTo>
                <a:lnTo>
                  <a:pt x="338353" y="746835"/>
                </a:lnTo>
                <a:lnTo>
                  <a:pt x="340884" y="747623"/>
                </a:lnTo>
                <a:lnTo>
                  <a:pt x="340018" y="740196"/>
                </a:lnTo>
                <a:lnTo>
                  <a:pt x="339671" y="736824"/>
                </a:lnTo>
                <a:lnTo>
                  <a:pt x="328448" y="707235"/>
                </a:lnTo>
                <a:close/>
                <a:moveTo>
                  <a:pt x="358804" y="628639"/>
                </a:moveTo>
                <a:lnTo>
                  <a:pt x="359059" y="631343"/>
                </a:lnTo>
                <a:lnTo>
                  <a:pt x="359379" y="633486"/>
                </a:lnTo>
                <a:lnTo>
                  <a:pt x="362359" y="635228"/>
                </a:lnTo>
                <a:lnTo>
                  <a:pt x="361728" y="631561"/>
                </a:lnTo>
                <a:lnTo>
                  <a:pt x="361347" y="630515"/>
                </a:lnTo>
                <a:lnTo>
                  <a:pt x="361461" y="630174"/>
                </a:lnTo>
                <a:lnTo>
                  <a:pt x="361514" y="630318"/>
                </a:lnTo>
                <a:lnTo>
                  <a:pt x="361416" y="629751"/>
                </a:lnTo>
                <a:close/>
                <a:moveTo>
                  <a:pt x="333750" y="684574"/>
                </a:moveTo>
                <a:lnTo>
                  <a:pt x="337917" y="695561"/>
                </a:lnTo>
                <a:lnTo>
                  <a:pt x="338727" y="695802"/>
                </a:lnTo>
                <a:lnTo>
                  <a:pt x="346230" y="698138"/>
                </a:lnTo>
                <a:lnTo>
                  <a:pt x="343142" y="687305"/>
                </a:lnTo>
                <a:close/>
                <a:moveTo>
                  <a:pt x="436509" y="454289"/>
                </a:moveTo>
                <a:lnTo>
                  <a:pt x="439163" y="460695"/>
                </a:lnTo>
                <a:lnTo>
                  <a:pt x="444732" y="464891"/>
                </a:lnTo>
                <a:lnTo>
                  <a:pt x="444512" y="459841"/>
                </a:lnTo>
                <a:lnTo>
                  <a:pt x="439066" y="455939"/>
                </a:lnTo>
                <a:close/>
                <a:moveTo>
                  <a:pt x="338937" y="671504"/>
                </a:moveTo>
                <a:lnTo>
                  <a:pt x="343371" y="687059"/>
                </a:lnTo>
                <a:lnTo>
                  <a:pt x="356785" y="690958"/>
                </a:lnTo>
                <a:lnTo>
                  <a:pt x="357204" y="689192"/>
                </a:lnTo>
                <a:lnTo>
                  <a:pt x="348008" y="673442"/>
                </a:lnTo>
                <a:close/>
                <a:moveTo>
                  <a:pt x="358124" y="628350"/>
                </a:moveTo>
                <a:lnTo>
                  <a:pt x="358608" y="630727"/>
                </a:lnTo>
                <a:lnTo>
                  <a:pt x="358394" y="628464"/>
                </a:lnTo>
                <a:close/>
                <a:moveTo>
                  <a:pt x="276060" y="812107"/>
                </a:moveTo>
                <a:lnTo>
                  <a:pt x="276243" y="814220"/>
                </a:lnTo>
                <a:lnTo>
                  <a:pt x="279014" y="841878"/>
                </a:lnTo>
                <a:lnTo>
                  <a:pt x="295032" y="842512"/>
                </a:lnTo>
                <a:lnTo>
                  <a:pt x="294840" y="840994"/>
                </a:lnTo>
                <a:lnTo>
                  <a:pt x="280508" y="813930"/>
                </a:lnTo>
                <a:close/>
                <a:moveTo>
                  <a:pt x="328974" y="693345"/>
                </a:moveTo>
                <a:lnTo>
                  <a:pt x="338536" y="698009"/>
                </a:lnTo>
                <a:lnTo>
                  <a:pt x="337812" y="696098"/>
                </a:lnTo>
                <a:close/>
                <a:moveTo>
                  <a:pt x="389160" y="558511"/>
                </a:moveTo>
                <a:lnTo>
                  <a:pt x="383438" y="582604"/>
                </a:lnTo>
                <a:lnTo>
                  <a:pt x="383316" y="584036"/>
                </a:lnTo>
                <a:lnTo>
                  <a:pt x="383100" y="587068"/>
                </a:lnTo>
                <a:lnTo>
                  <a:pt x="386620" y="589104"/>
                </a:lnTo>
                <a:lnTo>
                  <a:pt x="396144" y="594784"/>
                </a:lnTo>
                <a:lnTo>
                  <a:pt x="389519" y="559861"/>
                </a:lnTo>
                <a:lnTo>
                  <a:pt x="389742" y="559428"/>
                </a:lnTo>
                <a:lnTo>
                  <a:pt x="395989" y="592358"/>
                </a:lnTo>
                <a:lnTo>
                  <a:pt x="396531" y="595014"/>
                </a:lnTo>
                <a:lnTo>
                  <a:pt x="404589" y="599821"/>
                </a:lnTo>
                <a:lnTo>
                  <a:pt x="404433" y="597589"/>
                </a:lnTo>
                <a:lnTo>
                  <a:pt x="404629" y="597300"/>
                </a:lnTo>
                <a:lnTo>
                  <a:pt x="404816" y="599956"/>
                </a:lnTo>
                <a:lnTo>
                  <a:pt x="407446" y="601525"/>
                </a:lnTo>
                <a:lnTo>
                  <a:pt x="408335" y="601872"/>
                </a:lnTo>
                <a:lnTo>
                  <a:pt x="405951" y="590164"/>
                </a:lnTo>
                <a:lnTo>
                  <a:pt x="398899" y="576472"/>
                </a:lnTo>
                <a:lnTo>
                  <a:pt x="391982" y="560224"/>
                </a:lnTo>
                <a:close/>
                <a:moveTo>
                  <a:pt x="221750" y="933367"/>
                </a:moveTo>
                <a:lnTo>
                  <a:pt x="223227" y="936156"/>
                </a:lnTo>
                <a:lnTo>
                  <a:pt x="223143" y="935181"/>
                </a:lnTo>
                <a:lnTo>
                  <a:pt x="222499" y="933493"/>
                </a:lnTo>
                <a:close/>
                <a:moveTo>
                  <a:pt x="347642" y="650446"/>
                </a:moveTo>
                <a:lnTo>
                  <a:pt x="362498" y="661326"/>
                </a:lnTo>
                <a:lnTo>
                  <a:pt x="360979" y="651154"/>
                </a:lnTo>
                <a:close/>
                <a:moveTo>
                  <a:pt x="292007" y="774993"/>
                </a:moveTo>
                <a:lnTo>
                  <a:pt x="292535" y="780566"/>
                </a:lnTo>
                <a:lnTo>
                  <a:pt x="294567" y="782987"/>
                </a:lnTo>
                <a:lnTo>
                  <a:pt x="301646" y="791194"/>
                </a:lnTo>
                <a:close/>
                <a:moveTo>
                  <a:pt x="369221" y="602012"/>
                </a:moveTo>
                <a:lnTo>
                  <a:pt x="368960" y="606781"/>
                </a:lnTo>
                <a:lnTo>
                  <a:pt x="369615" y="607847"/>
                </a:lnTo>
                <a:lnTo>
                  <a:pt x="375877" y="610565"/>
                </a:lnTo>
                <a:lnTo>
                  <a:pt x="377171" y="605114"/>
                </a:lnTo>
                <a:close/>
                <a:moveTo>
                  <a:pt x="389910" y="555353"/>
                </a:moveTo>
                <a:lnTo>
                  <a:pt x="389378" y="557594"/>
                </a:lnTo>
                <a:lnTo>
                  <a:pt x="391379" y="558808"/>
                </a:lnTo>
                <a:close/>
                <a:moveTo>
                  <a:pt x="365766" y="609301"/>
                </a:moveTo>
                <a:lnTo>
                  <a:pt x="367277" y="623167"/>
                </a:lnTo>
                <a:lnTo>
                  <a:pt x="367652" y="623281"/>
                </a:lnTo>
                <a:lnTo>
                  <a:pt x="368283" y="611754"/>
                </a:lnTo>
                <a:lnTo>
                  <a:pt x="368161" y="610701"/>
                </a:lnTo>
                <a:close/>
                <a:moveTo>
                  <a:pt x="391222" y="549825"/>
                </a:moveTo>
                <a:lnTo>
                  <a:pt x="390306" y="553679"/>
                </a:lnTo>
                <a:lnTo>
                  <a:pt x="392877" y="559716"/>
                </a:lnTo>
                <a:lnTo>
                  <a:pt x="400930" y="564602"/>
                </a:lnTo>
                <a:lnTo>
                  <a:pt x="399025" y="554559"/>
                </a:lnTo>
                <a:close/>
                <a:moveTo>
                  <a:pt x="338085" y="668511"/>
                </a:moveTo>
                <a:lnTo>
                  <a:pt x="338912" y="671415"/>
                </a:lnTo>
                <a:lnTo>
                  <a:pt x="348006" y="673439"/>
                </a:lnTo>
                <a:lnTo>
                  <a:pt x="345354" y="668897"/>
                </a:lnTo>
                <a:close/>
                <a:moveTo>
                  <a:pt x="444145" y="430804"/>
                </a:moveTo>
                <a:lnTo>
                  <a:pt x="445397" y="459508"/>
                </a:lnTo>
                <a:lnTo>
                  <a:pt x="450374" y="462716"/>
                </a:lnTo>
                <a:lnTo>
                  <a:pt x="452425" y="434111"/>
                </a:lnTo>
                <a:close/>
                <a:moveTo>
                  <a:pt x="367830" y="601469"/>
                </a:moveTo>
                <a:lnTo>
                  <a:pt x="368564" y="606134"/>
                </a:lnTo>
                <a:lnTo>
                  <a:pt x="368589" y="606173"/>
                </a:lnTo>
                <a:lnTo>
                  <a:pt x="368826" y="601858"/>
                </a:lnTo>
                <a:close/>
                <a:moveTo>
                  <a:pt x="252746" y="858405"/>
                </a:moveTo>
                <a:lnTo>
                  <a:pt x="267607" y="885200"/>
                </a:lnTo>
                <a:lnTo>
                  <a:pt x="275903" y="887661"/>
                </a:lnTo>
                <a:lnTo>
                  <a:pt x="266280" y="861294"/>
                </a:lnTo>
                <a:close/>
                <a:moveTo>
                  <a:pt x="312794" y="723463"/>
                </a:moveTo>
                <a:lnTo>
                  <a:pt x="313684" y="732111"/>
                </a:lnTo>
                <a:lnTo>
                  <a:pt x="314777" y="732753"/>
                </a:lnTo>
                <a:close/>
                <a:moveTo>
                  <a:pt x="288991" y="776616"/>
                </a:moveTo>
                <a:lnTo>
                  <a:pt x="290360" y="792530"/>
                </a:lnTo>
                <a:lnTo>
                  <a:pt x="293398" y="793849"/>
                </a:lnTo>
                <a:lnTo>
                  <a:pt x="292120" y="780344"/>
                </a:lnTo>
                <a:close/>
                <a:moveTo>
                  <a:pt x="324536" y="696921"/>
                </a:moveTo>
                <a:lnTo>
                  <a:pt x="324276" y="705145"/>
                </a:lnTo>
                <a:lnTo>
                  <a:pt x="327967" y="705967"/>
                </a:lnTo>
                <a:close/>
                <a:moveTo>
                  <a:pt x="358060" y="620789"/>
                </a:moveTo>
                <a:lnTo>
                  <a:pt x="358768" y="628274"/>
                </a:lnTo>
                <a:lnTo>
                  <a:pt x="358878" y="628318"/>
                </a:lnTo>
                <a:lnTo>
                  <a:pt x="361351" y="629370"/>
                </a:lnTo>
                <a:lnTo>
                  <a:pt x="361242" y="628737"/>
                </a:lnTo>
                <a:lnTo>
                  <a:pt x="361366" y="628510"/>
                </a:lnTo>
                <a:lnTo>
                  <a:pt x="361526" y="629445"/>
                </a:lnTo>
                <a:lnTo>
                  <a:pt x="367183" y="631852"/>
                </a:lnTo>
                <a:lnTo>
                  <a:pt x="367276" y="630163"/>
                </a:lnTo>
                <a:lnTo>
                  <a:pt x="364292" y="622680"/>
                </a:lnTo>
                <a:close/>
                <a:moveTo>
                  <a:pt x="259518" y="841356"/>
                </a:moveTo>
                <a:lnTo>
                  <a:pt x="266769" y="861229"/>
                </a:lnTo>
                <a:lnTo>
                  <a:pt x="276114" y="863308"/>
                </a:lnTo>
                <a:lnTo>
                  <a:pt x="274503" y="857656"/>
                </a:lnTo>
                <a:lnTo>
                  <a:pt x="272654" y="850822"/>
                </a:lnTo>
                <a:lnTo>
                  <a:pt x="271639" y="848848"/>
                </a:lnTo>
                <a:lnTo>
                  <a:pt x="268319" y="841704"/>
                </a:lnTo>
                <a:close/>
                <a:moveTo>
                  <a:pt x="460867" y="390387"/>
                </a:moveTo>
                <a:lnTo>
                  <a:pt x="468652" y="422086"/>
                </a:lnTo>
                <a:lnTo>
                  <a:pt x="473912" y="425127"/>
                </a:lnTo>
                <a:lnTo>
                  <a:pt x="467841" y="395317"/>
                </a:lnTo>
                <a:close/>
                <a:moveTo>
                  <a:pt x="342761" y="654648"/>
                </a:moveTo>
                <a:lnTo>
                  <a:pt x="351233" y="668461"/>
                </a:lnTo>
                <a:lnTo>
                  <a:pt x="354620" y="668641"/>
                </a:lnTo>
                <a:lnTo>
                  <a:pt x="350465" y="658217"/>
                </a:lnTo>
                <a:lnTo>
                  <a:pt x="350542" y="657958"/>
                </a:lnTo>
                <a:close/>
                <a:moveTo>
                  <a:pt x="275379" y="804242"/>
                </a:moveTo>
                <a:lnTo>
                  <a:pt x="276046" y="811943"/>
                </a:lnTo>
                <a:lnTo>
                  <a:pt x="280401" y="813728"/>
                </a:lnTo>
                <a:close/>
                <a:moveTo>
                  <a:pt x="120127" y="1150933"/>
                </a:moveTo>
                <a:lnTo>
                  <a:pt x="125355" y="1157659"/>
                </a:lnTo>
                <a:lnTo>
                  <a:pt x="149060" y="1187330"/>
                </a:lnTo>
                <a:lnTo>
                  <a:pt x="148447" y="1185507"/>
                </a:lnTo>
                <a:lnTo>
                  <a:pt x="139526" y="1175214"/>
                </a:lnTo>
                <a:close/>
                <a:moveTo>
                  <a:pt x="217478" y="932651"/>
                </a:moveTo>
                <a:lnTo>
                  <a:pt x="221165" y="961824"/>
                </a:lnTo>
                <a:lnTo>
                  <a:pt x="225984" y="968211"/>
                </a:lnTo>
                <a:lnTo>
                  <a:pt x="225027" y="957079"/>
                </a:lnTo>
                <a:lnTo>
                  <a:pt x="221083" y="952473"/>
                </a:lnTo>
                <a:lnTo>
                  <a:pt x="221104" y="952069"/>
                </a:lnTo>
                <a:lnTo>
                  <a:pt x="224985" y="956603"/>
                </a:lnTo>
                <a:lnTo>
                  <a:pt x="223427" y="938476"/>
                </a:lnTo>
                <a:lnTo>
                  <a:pt x="220622" y="933178"/>
                </a:lnTo>
                <a:close/>
                <a:moveTo>
                  <a:pt x="324693" y="692012"/>
                </a:moveTo>
                <a:lnTo>
                  <a:pt x="324592" y="695189"/>
                </a:lnTo>
                <a:lnTo>
                  <a:pt x="328745" y="706140"/>
                </a:lnTo>
                <a:lnTo>
                  <a:pt x="336692" y="707908"/>
                </a:lnTo>
                <a:lnTo>
                  <a:pt x="336402" y="705087"/>
                </a:lnTo>
                <a:lnTo>
                  <a:pt x="336554" y="704848"/>
                </a:lnTo>
                <a:lnTo>
                  <a:pt x="336873" y="707948"/>
                </a:lnTo>
                <a:lnTo>
                  <a:pt x="342807" y="709269"/>
                </a:lnTo>
                <a:lnTo>
                  <a:pt x="338774" y="698634"/>
                </a:lnTo>
                <a:lnTo>
                  <a:pt x="337277" y="697827"/>
                </a:lnTo>
                <a:lnTo>
                  <a:pt x="326504" y="692576"/>
                </a:lnTo>
                <a:close/>
                <a:moveTo>
                  <a:pt x="275223" y="802438"/>
                </a:moveTo>
                <a:lnTo>
                  <a:pt x="275229" y="802511"/>
                </a:lnTo>
                <a:lnTo>
                  <a:pt x="281382" y="814129"/>
                </a:lnTo>
                <a:lnTo>
                  <a:pt x="288297" y="816963"/>
                </a:lnTo>
                <a:lnTo>
                  <a:pt x="283703" y="804933"/>
                </a:lnTo>
                <a:close/>
                <a:moveTo>
                  <a:pt x="356488" y="620313"/>
                </a:moveTo>
                <a:lnTo>
                  <a:pt x="358048" y="627977"/>
                </a:lnTo>
                <a:lnTo>
                  <a:pt x="358359" y="628105"/>
                </a:lnTo>
                <a:lnTo>
                  <a:pt x="357655" y="620667"/>
                </a:lnTo>
                <a:close/>
                <a:moveTo>
                  <a:pt x="365034" y="600379"/>
                </a:moveTo>
                <a:lnTo>
                  <a:pt x="367407" y="604247"/>
                </a:lnTo>
                <a:lnTo>
                  <a:pt x="367047" y="601164"/>
                </a:lnTo>
                <a:close/>
                <a:moveTo>
                  <a:pt x="399965" y="521944"/>
                </a:moveTo>
                <a:lnTo>
                  <a:pt x="401033" y="532315"/>
                </a:lnTo>
                <a:lnTo>
                  <a:pt x="403878" y="556720"/>
                </a:lnTo>
                <a:lnTo>
                  <a:pt x="421046" y="567137"/>
                </a:lnTo>
                <a:close/>
                <a:moveTo>
                  <a:pt x="364817" y="600394"/>
                </a:moveTo>
                <a:lnTo>
                  <a:pt x="364896" y="601303"/>
                </a:lnTo>
                <a:lnTo>
                  <a:pt x="365410" y="606022"/>
                </a:lnTo>
                <a:lnTo>
                  <a:pt x="367732" y="607030"/>
                </a:lnTo>
                <a:lnTo>
                  <a:pt x="367480" y="604870"/>
                </a:lnTo>
                <a:close/>
                <a:moveTo>
                  <a:pt x="443787" y="422596"/>
                </a:moveTo>
                <a:lnTo>
                  <a:pt x="444122" y="430276"/>
                </a:lnTo>
                <a:lnTo>
                  <a:pt x="452461" y="433607"/>
                </a:lnTo>
                <a:lnTo>
                  <a:pt x="452828" y="428490"/>
                </a:lnTo>
                <a:close/>
                <a:moveTo>
                  <a:pt x="387778" y="547735"/>
                </a:moveTo>
                <a:lnTo>
                  <a:pt x="389717" y="552293"/>
                </a:lnTo>
                <a:lnTo>
                  <a:pt x="390456" y="549360"/>
                </a:lnTo>
                <a:close/>
                <a:moveTo>
                  <a:pt x="209292" y="947350"/>
                </a:moveTo>
                <a:lnTo>
                  <a:pt x="221066" y="975016"/>
                </a:lnTo>
                <a:lnTo>
                  <a:pt x="219243" y="960595"/>
                </a:lnTo>
                <a:close/>
                <a:moveTo>
                  <a:pt x="370024" y="587318"/>
                </a:moveTo>
                <a:lnTo>
                  <a:pt x="369239" y="601673"/>
                </a:lnTo>
                <a:lnTo>
                  <a:pt x="377245" y="604798"/>
                </a:lnTo>
                <a:lnTo>
                  <a:pt x="380461" y="591256"/>
                </a:lnTo>
                <a:lnTo>
                  <a:pt x="378685" y="590563"/>
                </a:lnTo>
                <a:close/>
                <a:moveTo>
                  <a:pt x="323210" y="691550"/>
                </a:moveTo>
                <a:lnTo>
                  <a:pt x="323855" y="693248"/>
                </a:lnTo>
                <a:lnTo>
                  <a:pt x="323960" y="691784"/>
                </a:lnTo>
                <a:close/>
                <a:moveTo>
                  <a:pt x="238975" y="880097"/>
                </a:moveTo>
                <a:lnTo>
                  <a:pt x="254087" y="907690"/>
                </a:lnTo>
                <a:lnTo>
                  <a:pt x="252350" y="893292"/>
                </a:lnTo>
                <a:close/>
                <a:moveTo>
                  <a:pt x="279115" y="790038"/>
                </a:moveTo>
                <a:lnTo>
                  <a:pt x="282910" y="799975"/>
                </a:lnTo>
                <a:lnTo>
                  <a:pt x="287606" y="801356"/>
                </a:lnTo>
                <a:lnTo>
                  <a:pt x="285644" y="792872"/>
                </a:lnTo>
                <a:close/>
                <a:moveTo>
                  <a:pt x="129187" y="1125509"/>
                </a:moveTo>
                <a:lnTo>
                  <a:pt x="148837" y="1183854"/>
                </a:lnTo>
                <a:lnTo>
                  <a:pt x="169944" y="1208210"/>
                </a:lnTo>
                <a:lnTo>
                  <a:pt x="178701" y="1216550"/>
                </a:lnTo>
                <a:lnTo>
                  <a:pt x="177036" y="1211604"/>
                </a:lnTo>
                <a:lnTo>
                  <a:pt x="155062" y="1183711"/>
                </a:lnTo>
                <a:lnTo>
                  <a:pt x="155061" y="1183409"/>
                </a:lnTo>
                <a:lnTo>
                  <a:pt x="167943" y="1199760"/>
                </a:lnTo>
                <a:lnTo>
                  <a:pt x="176680" y="1210549"/>
                </a:lnTo>
                <a:lnTo>
                  <a:pt x="169910" y="1190449"/>
                </a:lnTo>
                <a:lnTo>
                  <a:pt x="144003" y="1149882"/>
                </a:lnTo>
                <a:close/>
                <a:moveTo>
                  <a:pt x="248620" y="857524"/>
                </a:moveTo>
                <a:lnTo>
                  <a:pt x="251113" y="879577"/>
                </a:lnTo>
                <a:lnTo>
                  <a:pt x="251450" y="880403"/>
                </a:lnTo>
                <a:lnTo>
                  <a:pt x="267197" y="885078"/>
                </a:lnTo>
                <a:lnTo>
                  <a:pt x="252358" y="858322"/>
                </a:lnTo>
                <a:close/>
                <a:moveTo>
                  <a:pt x="322941" y="690838"/>
                </a:moveTo>
                <a:lnTo>
                  <a:pt x="323059" y="691151"/>
                </a:lnTo>
                <a:lnTo>
                  <a:pt x="323986" y="691425"/>
                </a:lnTo>
                <a:lnTo>
                  <a:pt x="323991" y="691351"/>
                </a:lnTo>
                <a:close/>
                <a:moveTo>
                  <a:pt x="398559" y="518931"/>
                </a:moveTo>
                <a:lnTo>
                  <a:pt x="391385" y="549140"/>
                </a:lnTo>
                <a:lnTo>
                  <a:pt x="398856" y="553673"/>
                </a:lnTo>
                <a:lnTo>
                  <a:pt x="396874" y="543224"/>
                </a:lnTo>
                <a:lnTo>
                  <a:pt x="397005" y="542972"/>
                </a:lnTo>
                <a:lnTo>
                  <a:pt x="399059" y="553796"/>
                </a:lnTo>
                <a:lnTo>
                  <a:pt x="403456" y="556464"/>
                </a:lnTo>
                <a:lnTo>
                  <a:pt x="402497" y="548233"/>
                </a:lnTo>
                <a:lnTo>
                  <a:pt x="399739" y="521458"/>
                </a:lnTo>
                <a:close/>
                <a:moveTo>
                  <a:pt x="339975" y="650105"/>
                </a:moveTo>
                <a:lnTo>
                  <a:pt x="342368" y="654008"/>
                </a:lnTo>
                <a:lnTo>
                  <a:pt x="362696" y="662657"/>
                </a:lnTo>
                <a:lnTo>
                  <a:pt x="362553" y="661697"/>
                </a:lnTo>
                <a:lnTo>
                  <a:pt x="357120" y="657605"/>
                </a:lnTo>
                <a:lnTo>
                  <a:pt x="347323" y="650428"/>
                </a:lnTo>
                <a:lnTo>
                  <a:pt x="344850" y="650297"/>
                </a:lnTo>
                <a:close/>
                <a:moveTo>
                  <a:pt x="221854" y="914389"/>
                </a:moveTo>
                <a:lnTo>
                  <a:pt x="223357" y="931877"/>
                </a:lnTo>
                <a:lnTo>
                  <a:pt x="223410" y="932017"/>
                </a:lnTo>
                <a:lnTo>
                  <a:pt x="223524" y="932260"/>
                </a:lnTo>
                <a:lnTo>
                  <a:pt x="226923" y="932577"/>
                </a:lnTo>
                <a:lnTo>
                  <a:pt x="224018" y="922387"/>
                </a:lnTo>
                <a:close/>
                <a:moveTo>
                  <a:pt x="325320" y="682125"/>
                </a:moveTo>
                <a:lnTo>
                  <a:pt x="324756" y="690002"/>
                </a:lnTo>
                <a:lnTo>
                  <a:pt x="324716" y="691269"/>
                </a:lnTo>
                <a:lnTo>
                  <a:pt x="326671" y="692222"/>
                </a:lnTo>
                <a:lnTo>
                  <a:pt x="337570" y="695458"/>
                </a:lnTo>
                <a:lnTo>
                  <a:pt x="334031" y="686129"/>
                </a:lnTo>
                <a:lnTo>
                  <a:pt x="333431" y="684482"/>
                </a:lnTo>
                <a:close/>
                <a:moveTo>
                  <a:pt x="216580" y="925546"/>
                </a:moveTo>
                <a:lnTo>
                  <a:pt x="217356" y="931686"/>
                </a:lnTo>
                <a:lnTo>
                  <a:pt x="219960" y="931929"/>
                </a:lnTo>
                <a:close/>
                <a:moveTo>
                  <a:pt x="399204" y="516262"/>
                </a:moveTo>
                <a:lnTo>
                  <a:pt x="399031" y="516946"/>
                </a:lnTo>
                <a:lnTo>
                  <a:pt x="398710" y="518299"/>
                </a:lnTo>
                <a:lnTo>
                  <a:pt x="399612" y="520235"/>
                </a:lnTo>
                <a:close/>
                <a:moveTo>
                  <a:pt x="456185" y="387078"/>
                </a:moveTo>
                <a:lnTo>
                  <a:pt x="453283" y="427542"/>
                </a:lnTo>
                <a:lnTo>
                  <a:pt x="455472" y="428849"/>
                </a:lnTo>
                <a:lnTo>
                  <a:pt x="454768" y="428364"/>
                </a:lnTo>
                <a:lnTo>
                  <a:pt x="454978" y="428350"/>
                </a:lnTo>
                <a:lnTo>
                  <a:pt x="457224" y="429893"/>
                </a:lnTo>
                <a:lnTo>
                  <a:pt x="458139" y="430438"/>
                </a:lnTo>
                <a:lnTo>
                  <a:pt x="464344" y="434484"/>
                </a:lnTo>
                <a:lnTo>
                  <a:pt x="463893" y="419520"/>
                </a:lnTo>
                <a:lnTo>
                  <a:pt x="456300" y="415129"/>
                </a:lnTo>
                <a:lnTo>
                  <a:pt x="456560" y="415092"/>
                </a:lnTo>
                <a:lnTo>
                  <a:pt x="463888" y="419330"/>
                </a:lnTo>
                <a:lnTo>
                  <a:pt x="463600" y="409807"/>
                </a:lnTo>
                <a:lnTo>
                  <a:pt x="463889" y="409415"/>
                </a:lnTo>
                <a:lnTo>
                  <a:pt x="464193" y="419507"/>
                </a:lnTo>
                <a:lnTo>
                  <a:pt x="466999" y="421129"/>
                </a:lnTo>
                <a:lnTo>
                  <a:pt x="461469" y="398615"/>
                </a:lnTo>
                <a:lnTo>
                  <a:pt x="459612" y="389501"/>
                </a:lnTo>
                <a:close/>
                <a:moveTo>
                  <a:pt x="236948" y="876358"/>
                </a:moveTo>
                <a:lnTo>
                  <a:pt x="237567" y="877527"/>
                </a:lnTo>
                <a:lnTo>
                  <a:pt x="238597" y="879408"/>
                </a:lnTo>
                <a:lnTo>
                  <a:pt x="246238" y="886946"/>
                </a:lnTo>
                <a:lnTo>
                  <a:pt x="252283" y="892748"/>
                </a:lnTo>
                <a:lnTo>
                  <a:pt x="251567" y="886820"/>
                </a:lnTo>
                <a:lnTo>
                  <a:pt x="248423" y="879765"/>
                </a:lnTo>
                <a:close/>
                <a:moveTo>
                  <a:pt x="303705" y="726597"/>
                </a:moveTo>
                <a:lnTo>
                  <a:pt x="310444" y="738140"/>
                </a:lnTo>
                <a:lnTo>
                  <a:pt x="314121" y="739285"/>
                </a:lnTo>
                <a:lnTo>
                  <a:pt x="313421" y="732491"/>
                </a:lnTo>
                <a:close/>
                <a:moveTo>
                  <a:pt x="401639" y="506878"/>
                </a:moveTo>
                <a:lnTo>
                  <a:pt x="410094" y="529171"/>
                </a:lnTo>
                <a:lnTo>
                  <a:pt x="425712" y="565860"/>
                </a:lnTo>
                <a:lnTo>
                  <a:pt x="428463" y="554929"/>
                </a:lnTo>
                <a:lnTo>
                  <a:pt x="426700" y="539886"/>
                </a:lnTo>
                <a:lnTo>
                  <a:pt x="426899" y="539563"/>
                </a:lnTo>
                <a:lnTo>
                  <a:pt x="428625" y="554288"/>
                </a:lnTo>
                <a:lnTo>
                  <a:pt x="432091" y="540515"/>
                </a:lnTo>
                <a:lnTo>
                  <a:pt x="423502" y="522103"/>
                </a:lnTo>
                <a:lnTo>
                  <a:pt x="423613" y="521629"/>
                </a:lnTo>
                <a:lnTo>
                  <a:pt x="432208" y="540053"/>
                </a:lnTo>
                <a:lnTo>
                  <a:pt x="435916" y="525321"/>
                </a:lnTo>
                <a:close/>
                <a:moveTo>
                  <a:pt x="401471" y="507252"/>
                </a:moveTo>
                <a:lnTo>
                  <a:pt x="399329" y="515764"/>
                </a:lnTo>
                <a:lnTo>
                  <a:pt x="399839" y="520721"/>
                </a:lnTo>
                <a:lnTo>
                  <a:pt x="405901" y="533718"/>
                </a:lnTo>
                <a:lnTo>
                  <a:pt x="422246" y="567865"/>
                </a:lnTo>
                <a:lnTo>
                  <a:pt x="424856" y="569449"/>
                </a:lnTo>
                <a:lnTo>
                  <a:pt x="425412" y="567103"/>
                </a:lnTo>
                <a:lnTo>
                  <a:pt x="414023" y="540349"/>
                </a:lnTo>
                <a:close/>
                <a:moveTo>
                  <a:pt x="211032" y="931953"/>
                </a:moveTo>
                <a:lnTo>
                  <a:pt x="218464" y="955042"/>
                </a:lnTo>
                <a:lnTo>
                  <a:pt x="218588" y="955410"/>
                </a:lnTo>
                <a:lnTo>
                  <a:pt x="215678" y="932387"/>
                </a:lnTo>
                <a:close/>
                <a:moveTo>
                  <a:pt x="327995" y="669168"/>
                </a:moveTo>
                <a:lnTo>
                  <a:pt x="330100" y="674950"/>
                </a:lnTo>
                <a:lnTo>
                  <a:pt x="333617" y="684224"/>
                </a:lnTo>
                <a:lnTo>
                  <a:pt x="343044" y="686964"/>
                </a:lnTo>
                <a:lnTo>
                  <a:pt x="338617" y="671436"/>
                </a:lnTo>
                <a:close/>
                <a:moveTo>
                  <a:pt x="335745" y="651662"/>
                </a:moveTo>
                <a:lnTo>
                  <a:pt x="345371" y="668150"/>
                </a:lnTo>
                <a:lnTo>
                  <a:pt x="350599" y="668427"/>
                </a:lnTo>
                <a:lnTo>
                  <a:pt x="341931" y="654294"/>
                </a:lnTo>
                <a:close/>
                <a:moveTo>
                  <a:pt x="356524" y="604555"/>
                </a:moveTo>
                <a:lnTo>
                  <a:pt x="358019" y="620359"/>
                </a:lnTo>
                <a:lnTo>
                  <a:pt x="364103" y="622204"/>
                </a:lnTo>
                <a:lnTo>
                  <a:pt x="362721" y="618741"/>
                </a:lnTo>
                <a:lnTo>
                  <a:pt x="362803" y="618469"/>
                </a:lnTo>
                <a:lnTo>
                  <a:pt x="364318" y="622270"/>
                </a:lnTo>
                <a:lnTo>
                  <a:pt x="366730" y="623002"/>
                </a:lnTo>
                <a:lnTo>
                  <a:pt x="366093" y="617145"/>
                </a:lnTo>
                <a:lnTo>
                  <a:pt x="365394" y="609084"/>
                </a:lnTo>
                <a:lnTo>
                  <a:pt x="360897" y="606452"/>
                </a:lnTo>
                <a:close/>
                <a:moveTo>
                  <a:pt x="403765" y="498140"/>
                </a:moveTo>
                <a:lnTo>
                  <a:pt x="401691" y="506376"/>
                </a:lnTo>
                <a:lnTo>
                  <a:pt x="414290" y="512518"/>
                </a:lnTo>
                <a:lnTo>
                  <a:pt x="436175" y="524293"/>
                </a:lnTo>
                <a:lnTo>
                  <a:pt x="437941" y="517279"/>
                </a:lnTo>
                <a:lnTo>
                  <a:pt x="430302" y="512417"/>
                </a:lnTo>
                <a:close/>
                <a:moveTo>
                  <a:pt x="289914" y="752879"/>
                </a:moveTo>
                <a:lnTo>
                  <a:pt x="291970" y="774585"/>
                </a:lnTo>
                <a:lnTo>
                  <a:pt x="301799" y="791107"/>
                </a:lnTo>
                <a:lnTo>
                  <a:pt x="302362" y="792024"/>
                </a:lnTo>
                <a:lnTo>
                  <a:pt x="303041" y="792811"/>
                </a:lnTo>
                <a:close/>
                <a:moveTo>
                  <a:pt x="234885" y="875746"/>
                </a:moveTo>
                <a:lnTo>
                  <a:pt x="237558" y="878382"/>
                </a:lnTo>
                <a:lnTo>
                  <a:pt x="236398" y="876195"/>
                </a:lnTo>
                <a:close/>
                <a:moveTo>
                  <a:pt x="327553" y="667952"/>
                </a:moveTo>
                <a:lnTo>
                  <a:pt x="327923" y="668969"/>
                </a:lnTo>
                <a:lnTo>
                  <a:pt x="338592" y="671344"/>
                </a:lnTo>
                <a:lnTo>
                  <a:pt x="337780" y="668495"/>
                </a:lnTo>
                <a:close/>
                <a:moveTo>
                  <a:pt x="273955" y="787800"/>
                </a:moveTo>
                <a:lnTo>
                  <a:pt x="274813" y="797707"/>
                </a:lnTo>
                <a:lnTo>
                  <a:pt x="275708" y="797856"/>
                </a:lnTo>
                <a:lnTo>
                  <a:pt x="281925" y="799686"/>
                </a:lnTo>
                <a:lnTo>
                  <a:pt x="278602" y="789817"/>
                </a:lnTo>
                <a:close/>
                <a:moveTo>
                  <a:pt x="404548" y="495030"/>
                </a:moveTo>
                <a:lnTo>
                  <a:pt x="404112" y="496762"/>
                </a:lnTo>
                <a:lnTo>
                  <a:pt x="438453" y="515238"/>
                </a:lnTo>
                <a:lnTo>
                  <a:pt x="440455" y="507290"/>
                </a:lnTo>
                <a:lnTo>
                  <a:pt x="440841" y="506993"/>
                </a:lnTo>
                <a:lnTo>
                  <a:pt x="438728" y="515386"/>
                </a:lnTo>
                <a:lnTo>
                  <a:pt x="447131" y="519908"/>
                </a:lnTo>
                <a:lnTo>
                  <a:pt x="446603" y="507794"/>
                </a:lnTo>
                <a:lnTo>
                  <a:pt x="409822" y="496563"/>
                </a:lnTo>
                <a:close/>
                <a:moveTo>
                  <a:pt x="221139" y="905699"/>
                </a:moveTo>
                <a:lnTo>
                  <a:pt x="221314" y="908109"/>
                </a:lnTo>
                <a:lnTo>
                  <a:pt x="221605" y="911493"/>
                </a:lnTo>
                <a:lnTo>
                  <a:pt x="227633" y="932643"/>
                </a:lnTo>
                <a:lnTo>
                  <a:pt x="229443" y="932812"/>
                </a:lnTo>
                <a:lnTo>
                  <a:pt x="234141" y="933599"/>
                </a:lnTo>
                <a:lnTo>
                  <a:pt x="233702" y="932687"/>
                </a:lnTo>
                <a:close/>
                <a:moveTo>
                  <a:pt x="457002" y="376684"/>
                </a:moveTo>
                <a:lnTo>
                  <a:pt x="456550" y="381987"/>
                </a:lnTo>
                <a:lnTo>
                  <a:pt x="456215" y="386656"/>
                </a:lnTo>
                <a:lnTo>
                  <a:pt x="457869" y="387792"/>
                </a:lnTo>
                <a:lnTo>
                  <a:pt x="459499" y="388945"/>
                </a:lnTo>
                <a:close/>
                <a:moveTo>
                  <a:pt x="326276" y="668801"/>
                </a:moveTo>
                <a:lnTo>
                  <a:pt x="325343" y="681817"/>
                </a:lnTo>
                <a:lnTo>
                  <a:pt x="333303" y="684131"/>
                </a:lnTo>
                <a:lnTo>
                  <a:pt x="327845" y="669135"/>
                </a:lnTo>
                <a:close/>
                <a:moveTo>
                  <a:pt x="334714" y="649896"/>
                </a:moveTo>
                <a:lnTo>
                  <a:pt x="335377" y="651033"/>
                </a:lnTo>
                <a:lnTo>
                  <a:pt x="341538" y="653655"/>
                </a:lnTo>
                <a:lnTo>
                  <a:pt x="339345" y="650080"/>
                </a:lnTo>
                <a:close/>
                <a:moveTo>
                  <a:pt x="326341" y="667888"/>
                </a:moveTo>
                <a:lnTo>
                  <a:pt x="326290" y="668606"/>
                </a:lnTo>
                <a:lnTo>
                  <a:pt x="327771" y="668936"/>
                </a:lnTo>
                <a:lnTo>
                  <a:pt x="327411" y="667945"/>
                </a:lnTo>
                <a:close/>
                <a:moveTo>
                  <a:pt x="310776" y="702718"/>
                </a:moveTo>
                <a:lnTo>
                  <a:pt x="316402" y="729059"/>
                </a:lnTo>
                <a:lnTo>
                  <a:pt x="318306" y="734830"/>
                </a:lnTo>
                <a:lnTo>
                  <a:pt x="321523" y="736723"/>
                </a:lnTo>
                <a:lnTo>
                  <a:pt x="322142" y="717136"/>
                </a:lnTo>
                <a:lnTo>
                  <a:pt x="322954" y="705831"/>
                </a:lnTo>
                <a:close/>
                <a:moveTo>
                  <a:pt x="423647" y="449664"/>
                </a:moveTo>
                <a:lnTo>
                  <a:pt x="433037" y="472323"/>
                </a:lnTo>
                <a:lnTo>
                  <a:pt x="435130" y="476853"/>
                </a:lnTo>
                <a:lnTo>
                  <a:pt x="439521" y="480160"/>
                </a:lnTo>
                <a:lnTo>
                  <a:pt x="445477" y="481979"/>
                </a:lnTo>
                <a:lnTo>
                  <a:pt x="445231" y="476361"/>
                </a:lnTo>
                <a:lnTo>
                  <a:pt x="438944" y="461187"/>
                </a:lnTo>
                <a:close/>
                <a:moveTo>
                  <a:pt x="241499" y="856004"/>
                </a:moveTo>
                <a:lnTo>
                  <a:pt x="250517" y="878117"/>
                </a:lnTo>
                <a:lnTo>
                  <a:pt x="248016" y="857394"/>
                </a:lnTo>
                <a:close/>
                <a:moveTo>
                  <a:pt x="326513" y="665477"/>
                </a:moveTo>
                <a:lnTo>
                  <a:pt x="326393" y="667143"/>
                </a:lnTo>
                <a:lnTo>
                  <a:pt x="327134" y="667182"/>
                </a:lnTo>
                <a:close/>
                <a:moveTo>
                  <a:pt x="333003" y="650496"/>
                </a:moveTo>
                <a:lnTo>
                  <a:pt x="334011" y="654220"/>
                </a:lnTo>
                <a:lnTo>
                  <a:pt x="337868" y="667751"/>
                </a:lnTo>
                <a:lnTo>
                  <a:pt x="344903" y="668125"/>
                </a:lnTo>
                <a:lnTo>
                  <a:pt x="336474" y="653689"/>
                </a:lnTo>
                <a:lnTo>
                  <a:pt x="335227" y="651442"/>
                </a:lnTo>
                <a:close/>
                <a:moveTo>
                  <a:pt x="215155" y="914259"/>
                </a:moveTo>
                <a:lnTo>
                  <a:pt x="216258" y="922997"/>
                </a:lnTo>
                <a:lnTo>
                  <a:pt x="221041" y="932029"/>
                </a:lnTo>
                <a:lnTo>
                  <a:pt x="221973" y="932115"/>
                </a:lnTo>
                <a:close/>
                <a:moveTo>
                  <a:pt x="332820" y="649820"/>
                </a:moveTo>
                <a:lnTo>
                  <a:pt x="332858" y="649961"/>
                </a:lnTo>
                <a:lnTo>
                  <a:pt x="334884" y="650823"/>
                </a:lnTo>
                <a:lnTo>
                  <a:pt x="334362" y="649882"/>
                </a:lnTo>
                <a:close/>
                <a:moveTo>
                  <a:pt x="318933" y="680268"/>
                </a:moveTo>
                <a:lnTo>
                  <a:pt x="322738" y="690305"/>
                </a:lnTo>
                <a:lnTo>
                  <a:pt x="324021" y="690931"/>
                </a:lnTo>
                <a:lnTo>
                  <a:pt x="324666" y="681935"/>
                </a:lnTo>
                <a:close/>
                <a:moveTo>
                  <a:pt x="332500" y="649809"/>
                </a:moveTo>
                <a:lnTo>
                  <a:pt x="332706" y="649896"/>
                </a:lnTo>
                <a:lnTo>
                  <a:pt x="332684" y="649816"/>
                </a:lnTo>
                <a:close/>
                <a:moveTo>
                  <a:pt x="355786" y="596770"/>
                </a:moveTo>
                <a:lnTo>
                  <a:pt x="356287" y="602063"/>
                </a:lnTo>
                <a:lnTo>
                  <a:pt x="365119" y="605895"/>
                </a:lnTo>
                <a:lnTo>
                  <a:pt x="364627" y="600219"/>
                </a:lnTo>
                <a:close/>
                <a:moveTo>
                  <a:pt x="89096" y="1193880"/>
                </a:moveTo>
                <a:lnTo>
                  <a:pt x="97630" y="1205576"/>
                </a:lnTo>
                <a:lnTo>
                  <a:pt x="124877" y="1241882"/>
                </a:lnTo>
                <a:lnTo>
                  <a:pt x="104509" y="1215224"/>
                </a:lnTo>
                <a:lnTo>
                  <a:pt x="89087" y="1194089"/>
                </a:lnTo>
                <a:close/>
                <a:moveTo>
                  <a:pt x="352963" y="603010"/>
                </a:moveTo>
                <a:lnTo>
                  <a:pt x="356396" y="619867"/>
                </a:lnTo>
                <a:lnTo>
                  <a:pt x="357614" y="620236"/>
                </a:lnTo>
                <a:lnTo>
                  <a:pt x="356112" y="604377"/>
                </a:lnTo>
                <a:close/>
                <a:moveTo>
                  <a:pt x="364712" y="576620"/>
                </a:moveTo>
                <a:lnTo>
                  <a:pt x="366979" y="596058"/>
                </a:lnTo>
                <a:lnTo>
                  <a:pt x="367773" y="601102"/>
                </a:lnTo>
                <a:lnTo>
                  <a:pt x="368843" y="601520"/>
                </a:lnTo>
                <a:lnTo>
                  <a:pt x="369630" y="587170"/>
                </a:lnTo>
                <a:lnTo>
                  <a:pt x="367426" y="586345"/>
                </a:lnTo>
                <a:lnTo>
                  <a:pt x="367593" y="586292"/>
                </a:lnTo>
                <a:lnTo>
                  <a:pt x="369637" y="587057"/>
                </a:lnTo>
                <a:lnTo>
                  <a:pt x="369965" y="581066"/>
                </a:lnTo>
                <a:lnTo>
                  <a:pt x="370393" y="580576"/>
                </a:lnTo>
                <a:lnTo>
                  <a:pt x="370030" y="587206"/>
                </a:lnTo>
                <a:lnTo>
                  <a:pt x="380492" y="591125"/>
                </a:lnTo>
                <a:lnTo>
                  <a:pt x="381586" y="586520"/>
                </a:lnTo>
                <a:lnTo>
                  <a:pt x="373808" y="581881"/>
                </a:lnTo>
                <a:close/>
                <a:moveTo>
                  <a:pt x="289082" y="742218"/>
                </a:moveTo>
                <a:lnTo>
                  <a:pt x="289534" y="748451"/>
                </a:lnTo>
                <a:lnTo>
                  <a:pt x="304745" y="794721"/>
                </a:lnTo>
                <a:lnTo>
                  <a:pt x="304796" y="794846"/>
                </a:lnTo>
                <a:lnTo>
                  <a:pt x="310241" y="801157"/>
                </a:lnTo>
                <a:lnTo>
                  <a:pt x="312311" y="802056"/>
                </a:lnTo>
                <a:lnTo>
                  <a:pt x="311301" y="799461"/>
                </a:lnTo>
                <a:lnTo>
                  <a:pt x="296037" y="758686"/>
                </a:lnTo>
                <a:lnTo>
                  <a:pt x="296144" y="758352"/>
                </a:lnTo>
                <a:lnTo>
                  <a:pt x="304590" y="780919"/>
                </a:lnTo>
                <a:lnTo>
                  <a:pt x="312933" y="802325"/>
                </a:lnTo>
                <a:lnTo>
                  <a:pt x="313817" y="802709"/>
                </a:lnTo>
                <a:lnTo>
                  <a:pt x="318241" y="805298"/>
                </a:lnTo>
                <a:lnTo>
                  <a:pt x="318527" y="801324"/>
                </a:lnTo>
                <a:lnTo>
                  <a:pt x="312840" y="787382"/>
                </a:lnTo>
                <a:lnTo>
                  <a:pt x="312974" y="787039"/>
                </a:lnTo>
                <a:lnTo>
                  <a:pt x="318568" y="800753"/>
                </a:lnTo>
                <a:lnTo>
                  <a:pt x="318892" y="796239"/>
                </a:lnTo>
                <a:lnTo>
                  <a:pt x="319498" y="789118"/>
                </a:lnTo>
                <a:lnTo>
                  <a:pt x="318826" y="783548"/>
                </a:lnTo>
                <a:lnTo>
                  <a:pt x="316208" y="782527"/>
                </a:lnTo>
                <a:lnTo>
                  <a:pt x="304949" y="778308"/>
                </a:lnTo>
                <a:lnTo>
                  <a:pt x="305115" y="778255"/>
                </a:lnTo>
                <a:lnTo>
                  <a:pt x="318807" y="783386"/>
                </a:lnTo>
                <a:lnTo>
                  <a:pt x="317830" y="775301"/>
                </a:lnTo>
                <a:lnTo>
                  <a:pt x="314969" y="747525"/>
                </a:lnTo>
                <a:lnTo>
                  <a:pt x="307161" y="745271"/>
                </a:lnTo>
                <a:lnTo>
                  <a:pt x="307200" y="745255"/>
                </a:lnTo>
                <a:close/>
                <a:moveTo>
                  <a:pt x="322033" y="667659"/>
                </a:moveTo>
                <a:lnTo>
                  <a:pt x="325632" y="668460"/>
                </a:lnTo>
                <a:lnTo>
                  <a:pt x="325675" y="667852"/>
                </a:lnTo>
                <a:close/>
                <a:moveTo>
                  <a:pt x="421575" y="444660"/>
                </a:moveTo>
                <a:lnTo>
                  <a:pt x="423253" y="448711"/>
                </a:lnTo>
                <a:lnTo>
                  <a:pt x="438549" y="460232"/>
                </a:lnTo>
                <a:lnTo>
                  <a:pt x="438271" y="459563"/>
                </a:lnTo>
                <a:lnTo>
                  <a:pt x="436051" y="453995"/>
                </a:lnTo>
                <a:close/>
                <a:moveTo>
                  <a:pt x="201406" y="936855"/>
                </a:moveTo>
                <a:lnTo>
                  <a:pt x="216410" y="981405"/>
                </a:lnTo>
                <a:lnTo>
                  <a:pt x="224668" y="1003027"/>
                </a:lnTo>
                <a:lnTo>
                  <a:pt x="224505" y="1002220"/>
                </a:lnTo>
                <a:lnTo>
                  <a:pt x="224040" y="998556"/>
                </a:lnTo>
                <a:lnTo>
                  <a:pt x="221675" y="994326"/>
                </a:lnTo>
                <a:lnTo>
                  <a:pt x="221723" y="994027"/>
                </a:lnTo>
                <a:lnTo>
                  <a:pt x="223978" y="998061"/>
                </a:lnTo>
                <a:lnTo>
                  <a:pt x="221121" y="975453"/>
                </a:lnTo>
                <a:lnTo>
                  <a:pt x="210163" y="950307"/>
                </a:lnTo>
                <a:lnTo>
                  <a:pt x="208542" y="946352"/>
                </a:lnTo>
                <a:close/>
                <a:moveTo>
                  <a:pt x="331384" y="644513"/>
                </a:moveTo>
                <a:lnTo>
                  <a:pt x="332752" y="649569"/>
                </a:lnTo>
                <a:lnTo>
                  <a:pt x="334222" y="649627"/>
                </a:lnTo>
                <a:close/>
                <a:moveTo>
                  <a:pt x="287392" y="741934"/>
                </a:moveTo>
                <a:lnTo>
                  <a:pt x="289366" y="747939"/>
                </a:lnTo>
                <a:lnTo>
                  <a:pt x="288950" y="742195"/>
                </a:lnTo>
                <a:close/>
                <a:moveTo>
                  <a:pt x="202489" y="931157"/>
                </a:moveTo>
                <a:lnTo>
                  <a:pt x="204769" y="936721"/>
                </a:lnTo>
                <a:lnTo>
                  <a:pt x="208059" y="944452"/>
                </a:lnTo>
                <a:lnTo>
                  <a:pt x="219043" y="959010"/>
                </a:lnTo>
                <a:lnTo>
                  <a:pt x="218795" y="957053"/>
                </a:lnTo>
                <a:lnTo>
                  <a:pt x="210706" y="931923"/>
                </a:lnTo>
                <a:close/>
                <a:moveTo>
                  <a:pt x="327651" y="649617"/>
                </a:moveTo>
                <a:lnTo>
                  <a:pt x="326536" y="665158"/>
                </a:lnTo>
                <a:lnTo>
                  <a:pt x="327276" y="667190"/>
                </a:lnTo>
                <a:lnTo>
                  <a:pt x="337563" y="667736"/>
                </a:lnTo>
                <a:lnTo>
                  <a:pt x="336981" y="665692"/>
                </a:lnTo>
                <a:lnTo>
                  <a:pt x="332850" y="650431"/>
                </a:lnTo>
                <a:lnTo>
                  <a:pt x="331274" y="649761"/>
                </a:lnTo>
                <a:close/>
                <a:moveTo>
                  <a:pt x="396931" y="494463"/>
                </a:moveTo>
                <a:lnTo>
                  <a:pt x="401345" y="506100"/>
                </a:lnTo>
                <a:lnTo>
                  <a:pt x="403398" y="497942"/>
                </a:lnTo>
                <a:close/>
                <a:moveTo>
                  <a:pt x="122944" y="1106975"/>
                </a:moveTo>
                <a:lnTo>
                  <a:pt x="128954" y="1124819"/>
                </a:lnTo>
                <a:lnTo>
                  <a:pt x="136548" y="1137309"/>
                </a:lnTo>
                <a:lnTo>
                  <a:pt x="169271" y="1188550"/>
                </a:lnTo>
                <a:lnTo>
                  <a:pt x="164103" y="1173207"/>
                </a:lnTo>
                <a:lnTo>
                  <a:pt x="157976" y="1154169"/>
                </a:lnTo>
                <a:lnTo>
                  <a:pt x="137585" y="1127031"/>
                </a:lnTo>
                <a:close/>
                <a:moveTo>
                  <a:pt x="327748" y="648260"/>
                </a:moveTo>
                <a:lnTo>
                  <a:pt x="327669" y="649367"/>
                </a:lnTo>
                <a:lnTo>
                  <a:pt x="330627" y="649485"/>
                </a:lnTo>
                <a:close/>
                <a:moveTo>
                  <a:pt x="285988" y="741698"/>
                </a:moveTo>
                <a:lnTo>
                  <a:pt x="288966" y="776314"/>
                </a:lnTo>
                <a:lnTo>
                  <a:pt x="292091" y="780037"/>
                </a:lnTo>
                <a:lnTo>
                  <a:pt x="290390" y="762071"/>
                </a:lnTo>
                <a:lnTo>
                  <a:pt x="289670" y="752137"/>
                </a:lnTo>
                <a:lnTo>
                  <a:pt x="288909" y="749822"/>
                </a:lnTo>
                <a:lnTo>
                  <a:pt x="286624" y="741806"/>
                </a:lnTo>
                <a:close/>
                <a:moveTo>
                  <a:pt x="351339" y="595036"/>
                </a:moveTo>
                <a:lnTo>
                  <a:pt x="352429" y="600389"/>
                </a:lnTo>
                <a:lnTo>
                  <a:pt x="355877" y="601885"/>
                </a:lnTo>
                <a:lnTo>
                  <a:pt x="355378" y="596612"/>
                </a:lnTo>
                <a:close/>
                <a:moveTo>
                  <a:pt x="396598" y="492720"/>
                </a:moveTo>
                <a:lnTo>
                  <a:pt x="403744" y="496565"/>
                </a:lnTo>
                <a:lnTo>
                  <a:pt x="404160" y="494918"/>
                </a:lnTo>
                <a:close/>
                <a:moveTo>
                  <a:pt x="265494" y="784127"/>
                </a:moveTo>
                <a:lnTo>
                  <a:pt x="272478" y="797315"/>
                </a:lnTo>
                <a:lnTo>
                  <a:pt x="274508" y="797656"/>
                </a:lnTo>
                <a:lnTo>
                  <a:pt x="273643" y="787665"/>
                </a:lnTo>
                <a:close/>
                <a:moveTo>
                  <a:pt x="285726" y="738656"/>
                </a:moveTo>
                <a:lnTo>
                  <a:pt x="285866" y="740283"/>
                </a:lnTo>
                <a:lnTo>
                  <a:pt x="286199" y="740315"/>
                </a:lnTo>
                <a:close/>
                <a:moveTo>
                  <a:pt x="199390" y="930868"/>
                </a:moveTo>
                <a:lnTo>
                  <a:pt x="200664" y="934651"/>
                </a:lnTo>
                <a:lnTo>
                  <a:pt x="207412" y="943595"/>
                </a:lnTo>
                <a:lnTo>
                  <a:pt x="202309" y="931141"/>
                </a:lnTo>
                <a:close/>
                <a:moveTo>
                  <a:pt x="390892" y="501543"/>
                </a:moveTo>
                <a:lnTo>
                  <a:pt x="398426" y="517693"/>
                </a:lnTo>
                <a:lnTo>
                  <a:pt x="399082" y="515087"/>
                </a:lnTo>
                <a:lnTo>
                  <a:pt x="398880" y="513123"/>
                </a:lnTo>
                <a:lnTo>
                  <a:pt x="399032" y="512884"/>
                </a:lnTo>
                <a:lnTo>
                  <a:pt x="399208" y="514589"/>
                </a:lnTo>
                <a:lnTo>
                  <a:pt x="401206" y="506646"/>
                </a:lnTo>
                <a:lnTo>
                  <a:pt x="399754" y="505864"/>
                </a:lnTo>
                <a:close/>
                <a:moveTo>
                  <a:pt x="354485" y="583028"/>
                </a:moveTo>
                <a:lnTo>
                  <a:pt x="355752" y="596413"/>
                </a:lnTo>
                <a:lnTo>
                  <a:pt x="364471" y="599813"/>
                </a:lnTo>
                <a:close/>
                <a:moveTo>
                  <a:pt x="307366" y="686752"/>
                </a:moveTo>
                <a:lnTo>
                  <a:pt x="310646" y="702111"/>
                </a:lnTo>
                <a:lnTo>
                  <a:pt x="323024" y="704866"/>
                </a:lnTo>
                <a:lnTo>
                  <a:pt x="323745" y="694803"/>
                </a:lnTo>
                <a:lnTo>
                  <a:pt x="322478" y="691321"/>
                </a:lnTo>
                <a:lnTo>
                  <a:pt x="316823" y="689559"/>
                </a:lnTo>
                <a:close/>
                <a:moveTo>
                  <a:pt x="328402" y="639135"/>
                </a:moveTo>
                <a:lnTo>
                  <a:pt x="327781" y="647801"/>
                </a:lnTo>
                <a:lnTo>
                  <a:pt x="331852" y="649534"/>
                </a:lnTo>
                <a:lnTo>
                  <a:pt x="332616" y="649563"/>
                </a:lnTo>
                <a:lnTo>
                  <a:pt x="331121" y="644038"/>
                </a:lnTo>
                <a:close/>
                <a:moveTo>
                  <a:pt x="197691" y="930710"/>
                </a:moveTo>
                <a:lnTo>
                  <a:pt x="199918" y="933663"/>
                </a:lnTo>
                <a:lnTo>
                  <a:pt x="199872" y="933523"/>
                </a:lnTo>
                <a:lnTo>
                  <a:pt x="199006" y="930832"/>
                </a:lnTo>
                <a:close/>
                <a:moveTo>
                  <a:pt x="314028" y="667234"/>
                </a:moveTo>
                <a:lnTo>
                  <a:pt x="314969" y="669816"/>
                </a:lnTo>
                <a:lnTo>
                  <a:pt x="318798" y="679916"/>
                </a:lnTo>
                <a:lnTo>
                  <a:pt x="324688" y="681628"/>
                </a:lnTo>
                <a:lnTo>
                  <a:pt x="325617" y="668660"/>
                </a:lnTo>
                <a:lnTo>
                  <a:pt x="320559" y="667580"/>
                </a:lnTo>
                <a:close/>
                <a:moveTo>
                  <a:pt x="306756" y="682947"/>
                </a:moveTo>
                <a:lnTo>
                  <a:pt x="307227" y="686101"/>
                </a:lnTo>
                <a:lnTo>
                  <a:pt x="307307" y="686474"/>
                </a:lnTo>
                <a:lnTo>
                  <a:pt x="322337" y="690937"/>
                </a:lnTo>
                <a:lnTo>
                  <a:pt x="322164" y="690459"/>
                </a:lnTo>
                <a:close/>
                <a:moveTo>
                  <a:pt x="285069" y="731015"/>
                </a:moveTo>
                <a:lnTo>
                  <a:pt x="285518" y="736234"/>
                </a:lnTo>
                <a:lnTo>
                  <a:pt x="286880" y="740378"/>
                </a:lnTo>
                <a:lnTo>
                  <a:pt x="288832" y="740560"/>
                </a:lnTo>
                <a:lnTo>
                  <a:pt x="288499" y="735978"/>
                </a:lnTo>
                <a:lnTo>
                  <a:pt x="288616" y="735803"/>
                </a:lnTo>
                <a:lnTo>
                  <a:pt x="288962" y="740572"/>
                </a:lnTo>
                <a:lnTo>
                  <a:pt x="291920" y="740848"/>
                </a:lnTo>
                <a:lnTo>
                  <a:pt x="313535" y="744472"/>
                </a:lnTo>
                <a:lnTo>
                  <a:pt x="310260" y="738863"/>
                </a:lnTo>
                <a:close/>
                <a:moveTo>
                  <a:pt x="328843" y="632958"/>
                </a:moveTo>
                <a:lnTo>
                  <a:pt x="328418" y="638898"/>
                </a:lnTo>
                <a:lnTo>
                  <a:pt x="330840" y="643263"/>
                </a:lnTo>
                <a:lnTo>
                  <a:pt x="330974" y="643493"/>
                </a:lnTo>
                <a:lnTo>
                  <a:pt x="330148" y="640438"/>
                </a:lnTo>
                <a:lnTo>
                  <a:pt x="330230" y="640245"/>
                </a:lnTo>
                <a:lnTo>
                  <a:pt x="331225" y="643923"/>
                </a:lnTo>
                <a:lnTo>
                  <a:pt x="334563" y="649640"/>
                </a:lnTo>
                <a:lnTo>
                  <a:pt x="339188" y="649823"/>
                </a:lnTo>
                <a:close/>
                <a:moveTo>
                  <a:pt x="313616" y="666098"/>
                </a:moveTo>
                <a:lnTo>
                  <a:pt x="313752" y="666472"/>
                </a:lnTo>
                <a:lnTo>
                  <a:pt x="315902" y="666586"/>
                </a:lnTo>
                <a:close/>
                <a:moveTo>
                  <a:pt x="441943" y="377066"/>
                </a:moveTo>
                <a:lnTo>
                  <a:pt x="442256" y="387465"/>
                </a:lnTo>
                <a:lnTo>
                  <a:pt x="443756" y="421859"/>
                </a:lnTo>
                <a:lnTo>
                  <a:pt x="452912" y="427321"/>
                </a:lnTo>
                <a:lnTo>
                  <a:pt x="455028" y="397801"/>
                </a:lnTo>
                <a:lnTo>
                  <a:pt x="455954" y="386915"/>
                </a:lnTo>
                <a:lnTo>
                  <a:pt x="444675" y="378943"/>
                </a:lnTo>
                <a:close/>
                <a:moveTo>
                  <a:pt x="283842" y="730632"/>
                </a:moveTo>
                <a:lnTo>
                  <a:pt x="284882" y="734277"/>
                </a:lnTo>
                <a:lnTo>
                  <a:pt x="284636" y="730879"/>
                </a:lnTo>
                <a:close/>
                <a:moveTo>
                  <a:pt x="252417" y="796426"/>
                </a:moveTo>
                <a:lnTo>
                  <a:pt x="263503" y="823461"/>
                </a:lnTo>
                <a:lnTo>
                  <a:pt x="268241" y="834517"/>
                </a:lnTo>
                <a:lnTo>
                  <a:pt x="267669" y="832401"/>
                </a:lnTo>
                <a:lnTo>
                  <a:pt x="267752" y="832208"/>
                </a:lnTo>
                <a:lnTo>
                  <a:pt x="268606" y="835369"/>
                </a:lnTo>
                <a:lnTo>
                  <a:pt x="269053" y="836412"/>
                </a:lnTo>
                <a:lnTo>
                  <a:pt x="272086" y="841604"/>
                </a:lnTo>
                <a:lnTo>
                  <a:pt x="278342" y="841851"/>
                </a:lnTo>
                <a:lnTo>
                  <a:pt x="278297" y="841401"/>
                </a:lnTo>
                <a:lnTo>
                  <a:pt x="275749" y="811979"/>
                </a:lnTo>
                <a:lnTo>
                  <a:pt x="269056" y="809237"/>
                </a:lnTo>
                <a:lnTo>
                  <a:pt x="269282" y="809172"/>
                </a:lnTo>
                <a:lnTo>
                  <a:pt x="275735" y="811817"/>
                </a:lnTo>
                <a:lnTo>
                  <a:pt x="275020" y="803566"/>
                </a:lnTo>
                <a:lnTo>
                  <a:pt x="274276" y="802159"/>
                </a:lnTo>
                <a:lnTo>
                  <a:pt x="257920" y="797348"/>
                </a:lnTo>
                <a:close/>
                <a:moveTo>
                  <a:pt x="331994" y="617461"/>
                </a:moveTo>
                <a:lnTo>
                  <a:pt x="358100" y="632737"/>
                </a:lnTo>
                <a:lnTo>
                  <a:pt x="357120" y="627923"/>
                </a:lnTo>
                <a:lnTo>
                  <a:pt x="346542" y="623422"/>
                </a:lnTo>
                <a:close/>
                <a:moveTo>
                  <a:pt x="329603" y="622385"/>
                </a:moveTo>
                <a:lnTo>
                  <a:pt x="328909" y="632062"/>
                </a:lnTo>
                <a:lnTo>
                  <a:pt x="339818" y="649848"/>
                </a:lnTo>
                <a:lnTo>
                  <a:pt x="346914" y="650129"/>
                </a:lnTo>
                <a:lnTo>
                  <a:pt x="341361" y="646062"/>
                </a:lnTo>
                <a:lnTo>
                  <a:pt x="341645" y="646054"/>
                </a:lnTo>
                <a:lnTo>
                  <a:pt x="347227" y="650141"/>
                </a:lnTo>
                <a:lnTo>
                  <a:pt x="360907" y="650683"/>
                </a:lnTo>
                <a:lnTo>
                  <a:pt x="360180" y="645803"/>
                </a:lnTo>
                <a:lnTo>
                  <a:pt x="348068" y="644302"/>
                </a:lnTo>
                <a:lnTo>
                  <a:pt x="348316" y="644151"/>
                </a:lnTo>
                <a:lnTo>
                  <a:pt x="360153" y="645619"/>
                </a:lnTo>
                <a:lnTo>
                  <a:pt x="359788" y="643170"/>
                </a:lnTo>
                <a:lnTo>
                  <a:pt x="359475" y="639863"/>
                </a:lnTo>
                <a:close/>
                <a:moveTo>
                  <a:pt x="70146" y="1201257"/>
                </a:moveTo>
                <a:lnTo>
                  <a:pt x="74310" y="1206706"/>
                </a:lnTo>
                <a:lnTo>
                  <a:pt x="73374" y="1205557"/>
                </a:lnTo>
                <a:close/>
                <a:moveTo>
                  <a:pt x="224303" y="852496"/>
                </a:moveTo>
                <a:lnTo>
                  <a:pt x="236784" y="876048"/>
                </a:lnTo>
                <a:lnTo>
                  <a:pt x="248290" y="879464"/>
                </a:lnTo>
                <a:lnTo>
                  <a:pt x="242217" y="865836"/>
                </a:lnTo>
                <a:lnTo>
                  <a:pt x="242303" y="865498"/>
                </a:lnTo>
                <a:lnTo>
                  <a:pt x="248563" y="879545"/>
                </a:lnTo>
                <a:lnTo>
                  <a:pt x="250768" y="880200"/>
                </a:lnTo>
                <a:lnTo>
                  <a:pt x="250671" y="879394"/>
                </a:lnTo>
                <a:lnTo>
                  <a:pt x="241097" y="855917"/>
                </a:lnTo>
                <a:lnTo>
                  <a:pt x="236025" y="854834"/>
                </a:lnTo>
                <a:close/>
                <a:moveTo>
                  <a:pt x="330320" y="612376"/>
                </a:moveTo>
                <a:lnTo>
                  <a:pt x="330038" y="616317"/>
                </a:lnTo>
                <a:lnTo>
                  <a:pt x="331625" y="617246"/>
                </a:lnTo>
                <a:lnTo>
                  <a:pt x="331759" y="617208"/>
                </a:lnTo>
                <a:lnTo>
                  <a:pt x="357048" y="627568"/>
                </a:lnTo>
                <a:lnTo>
                  <a:pt x="356327" y="624024"/>
                </a:lnTo>
                <a:lnTo>
                  <a:pt x="355570" y="620034"/>
                </a:lnTo>
                <a:close/>
                <a:moveTo>
                  <a:pt x="283694" y="714812"/>
                </a:moveTo>
                <a:lnTo>
                  <a:pt x="283792" y="716147"/>
                </a:lnTo>
                <a:lnTo>
                  <a:pt x="285000" y="730213"/>
                </a:lnTo>
                <a:lnTo>
                  <a:pt x="309703" y="737908"/>
                </a:lnTo>
                <a:lnTo>
                  <a:pt x="302772" y="726038"/>
                </a:lnTo>
                <a:close/>
                <a:moveTo>
                  <a:pt x="247188" y="795548"/>
                </a:moveTo>
                <a:lnTo>
                  <a:pt x="266908" y="837983"/>
                </a:lnTo>
                <a:lnTo>
                  <a:pt x="268702" y="841470"/>
                </a:lnTo>
                <a:lnTo>
                  <a:pt x="270138" y="841527"/>
                </a:lnTo>
                <a:lnTo>
                  <a:pt x="269428" y="838901"/>
                </a:lnTo>
                <a:lnTo>
                  <a:pt x="267093" y="833207"/>
                </a:lnTo>
                <a:lnTo>
                  <a:pt x="261306" y="822775"/>
                </a:lnTo>
                <a:lnTo>
                  <a:pt x="261340" y="822567"/>
                </a:lnTo>
                <a:lnTo>
                  <a:pt x="266670" y="832177"/>
                </a:lnTo>
                <a:lnTo>
                  <a:pt x="251981" y="796352"/>
                </a:lnTo>
                <a:close/>
                <a:moveTo>
                  <a:pt x="360576" y="541170"/>
                </a:moveTo>
                <a:lnTo>
                  <a:pt x="364689" y="576420"/>
                </a:lnTo>
                <a:lnTo>
                  <a:pt x="381654" y="586232"/>
                </a:lnTo>
                <a:lnTo>
                  <a:pt x="383609" y="577998"/>
                </a:lnTo>
                <a:lnTo>
                  <a:pt x="385182" y="559546"/>
                </a:lnTo>
                <a:lnTo>
                  <a:pt x="385427" y="559282"/>
                </a:lnTo>
                <a:lnTo>
                  <a:pt x="383955" y="576540"/>
                </a:lnTo>
                <a:lnTo>
                  <a:pt x="388353" y="558022"/>
                </a:lnTo>
                <a:close/>
                <a:moveTo>
                  <a:pt x="304334" y="666719"/>
                </a:moveTo>
                <a:lnTo>
                  <a:pt x="306686" y="682478"/>
                </a:lnTo>
                <a:lnTo>
                  <a:pt x="321972" y="689931"/>
                </a:lnTo>
                <a:lnTo>
                  <a:pt x="318398" y="680112"/>
                </a:lnTo>
                <a:lnTo>
                  <a:pt x="315158" y="679170"/>
                </a:lnTo>
                <a:lnTo>
                  <a:pt x="315610" y="678989"/>
                </a:lnTo>
                <a:lnTo>
                  <a:pt x="318270" y="679762"/>
                </a:lnTo>
                <a:lnTo>
                  <a:pt x="313704" y="667216"/>
                </a:lnTo>
                <a:close/>
                <a:moveTo>
                  <a:pt x="303932" y="664031"/>
                </a:moveTo>
                <a:lnTo>
                  <a:pt x="304237" y="666069"/>
                </a:lnTo>
                <a:lnTo>
                  <a:pt x="311829" y="666369"/>
                </a:lnTo>
                <a:lnTo>
                  <a:pt x="313426" y="666455"/>
                </a:lnTo>
                <a:lnTo>
                  <a:pt x="313269" y="666024"/>
                </a:lnTo>
                <a:close/>
                <a:moveTo>
                  <a:pt x="115556" y="1085039"/>
                </a:moveTo>
                <a:lnTo>
                  <a:pt x="122602" y="1105958"/>
                </a:lnTo>
                <a:lnTo>
                  <a:pt x="157231" y="1151858"/>
                </a:lnTo>
                <a:lnTo>
                  <a:pt x="150840" y="1132000"/>
                </a:lnTo>
                <a:close/>
                <a:moveTo>
                  <a:pt x="183097" y="929350"/>
                </a:moveTo>
                <a:lnTo>
                  <a:pt x="205829" y="973556"/>
                </a:lnTo>
                <a:lnTo>
                  <a:pt x="223140" y="1001909"/>
                </a:lnTo>
                <a:lnTo>
                  <a:pt x="221141" y="996675"/>
                </a:lnTo>
                <a:lnTo>
                  <a:pt x="200660" y="935861"/>
                </a:lnTo>
                <a:lnTo>
                  <a:pt x="200063" y="935067"/>
                </a:lnTo>
                <a:lnTo>
                  <a:pt x="196823" y="930629"/>
                </a:lnTo>
                <a:close/>
                <a:moveTo>
                  <a:pt x="209314" y="868041"/>
                </a:moveTo>
                <a:lnTo>
                  <a:pt x="214424" y="908487"/>
                </a:lnTo>
                <a:lnTo>
                  <a:pt x="222714" y="930195"/>
                </a:lnTo>
                <a:lnTo>
                  <a:pt x="222561" y="928403"/>
                </a:lnTo>
                <a:lnTo>
                  <a:pt x="221432" y="912831"/>
                </a:lnTo>
                <a:close/>
                <a:moveTo>
                  <a:pt x="331655" y="593763"/>
                </a:moveTo>
                <a:lnTo>
                  <a:pt x="330349" y="611968"/>
                </a:lnTo>
                <a:lnTo>
                  <a:pt x="355486" y="619591"/>
                </a:lnTo>
                <a:lnTo>
                  <a:pt x="352284" y="602715"/>
                </a:lnTo>
                <a:close/>
                <a:moveTo>
                  <a:pt x="410218" y="417252"/>
                </a:moveTo>
                <a:lnTo>
                  <a:pt x="421285" y="443959"/>
                </a:lnTo>
                <a:lnTo>
                  <a:pt x="435776" y="453303"/>
                </a:lnTo>
                <a:lnTo>
                  <a:pt x="425199" y="426777"/>
                </a:lnTo>
                <a:lnTo>
                  <a:pt x="425281" y="426504"/>
                </a:lnTo>
                <a:lnTo>
                  <a:pt x="432514" y="444650"/>
                </a:lnTo>
                <a:lnTo>
                  <a:pt x="436219" y="453589"/>
                </a:lnTo>
                <a:lnTo>
                  <a:pt x="444471" y="458911"/>
                </a:lnTo>
                <a:lnTo>
                  <a:pt x="443230" y="430438"/>
                </a:lnTo>
                <a:close/>
                <a:moveTo>
                  <a:pt x="241521" y="794599"/>
                </a:moveTo>
                <a:lnTo>
                  <a:pt x="241714" y="796468"/>
                </a:lnTo>
                <a:lnTo>
                  <a:pt x="248582" y="857191"/>
                </a:lnTo>
                <a:lnTo>
                  <a:pt x="249070" y="857289"/>
                </a:lnTo>
                <a:lnTo>
                  <a:pt x="252167" y="857978"/>
                </a:lnTo>
                <a:lnTo>
                  <a:pt x="252167" y="857977"/>
                </a:lnTo>
                <a:lnTo>
                  <a:pt x="252243" y="857499"/>
                </a:lnTo>
                <a:lnTo>
                  <a:pt x="252557" y="858064"/>
                </a:lnTo>
                <a:lnTo>
                  <a:pt x="266210" y="861104"/>
                </a:lnTo>
                <a:lnTo>
                  <a:pt x="258996" y="841336"/>
                </a:lnTo>
                <a:lnTo>
                  <a:pt x="254562" y="841161"/>
                </a:lnTo>
                <a:lnTo>
                  <a:pt x="254891" y="840923"/>
                </a:lnTo>
                <a:lnTo>
                  <a:pt x="258903" y="841083"/>
                </a:lnTo>
                <a:lnTo>
                  <a:pt x="258889" y="841042"/>
                </a:lnTo>
                <a:lnTo>
                  <a:pt x="248497" y="810488"/>
                </a:lnTo>
                <a:lnTo>
                  <a:pt x="248583" y="810244"/>
                </a:lnTo>
                <a:lnTo>
                  <a:pt x="254334" y="827153"/>
                </a:lnTo>
                <a:lnTo>
                  <a:pt x="259425" y="841104"/>
                </a:lnTo>
                <a:lnTo>
                  <a:pt x="268201" y="841451"/>
                </a:lnTo>
                <a:lnTo>
                  <a:pt x="250822" y="804054"/>
                </a:lnTo>
                <a:lnTo>
                  <a:pt x="246992" y="795516"/>
                </a:lnTo>
                <a:close/>
                <a:moveTo>
                  <a:pt x="359345" y="530600"/>
                </a:moveTo>
                <a:lnTo>
                  <a:pt x="360445" y="540039"/>
                </a:lnTo>
                <a:lnTo>
                  <a:pt x="388570" y="557103"/>
                </a:lnTo>
                <a:lnTo>
                  <a:pt x="389316" y="553961"/>
                </a:lnTo>
                <a:lnTo>
                  <a:pt x="386279" y="546827"/>
                </a:lnTo>
                <a:lnTo>
                  <a:pt x="365671" y="534322"/>
                </a:lnTo>
                <a:close/>
                <a:moveTo>
                  <a:pt x="278453" y="711728"/>
                </a:moveTo>
                <a:lnTo>
                  <a:pt x="283598" y="729775"/>
                </a:lnTo>
                <a:lnTo>
                  <a:pt x="284578" y="730081"/>
                </a:lnTo>
                <a:lnTo>
                  <a:pt x="283460" y="714674"/>
                </a:lnTo>
                <a:close/>
                <a:moveTo>
                  <a:pt x="319263" y="616335"/>
                </a:moveTo>
                <a:lnTo>
                  <a:pt x="328311" y="631087"/>
                </a:lnTo>
                <a:lnTo>
                  <a:pt x="328961" y="622010"/>
                </a:lnTo>
                <a:close/>
                <a:moveTo>
                  <a:pt x="332101" y="587531"/>
                </a:moveTo>
                <a:lnTo>
                  <a:pt x="331820" y="591445"/>
                </a:lnTo>
                <a:lnTo>
                  <a:pt x="351790" y="600112"/>
                </a:lnTo>
                <a:lnTo>
                  <a:pt x="350786" y="594820"/>
                </a:lnTo>
                <a:close/>
                <a:moveTo>
                  <a:pt x="178494" y="928920"/>
                </a:moveTo>
                <a:lnTo>
                  <a:pt x="191804" y="954919"/>
                </a:lnTo>
                <a:lnTo>
                  <a:pt x="216535" y="1001620"/>
                </a:lnTo>
                <a:lnTo>
                  <a:pt x="219889" y="1005817"/>
                </a:lnTo>
                <a:lnTo>
                  <a:pt x="226882" y="1014016"/>
                </a:lnTo>
                <a:lnTo>
                  <a:pt x="226341" y="1011331"/>
                </a:lnTo>
                <a:lnTo>
                  <a:pt x="212170" y="988121"/>
                </a:lnTo>
                <a:cubicBezTo>
                  <a:pt x="202235" y="970172"/>
                  <a:pt x="192602" y="951235"/>
                  <a:pt x="183152" y="931692"/>
                </a:cubicBezTo>
                <a:lnTo>
                  <a:pt x="182017" y="929249"/>
                </a:lnTo>
                <a:close/>
                <a:moveTo>
                  <a:pt x="282320" y="695839"/>
                </a:moveTo>
                <a:lnTo>
                  <a:pt x="283668" y="714446"/>
                </a:lnTo>
                <a:lnTo>
                  <a:pt x="302461" y="725505"/>
                </a:lnTo>
                <a:lnTo>
                  <a:pt x="285539" y="696526"/>
                </a:lnTo>
                <a:close/>
                <a:moveTo>
                  <a:pt x="261868" y="738905"/>
                </a:moveTo>
                <a:lnTo>
                  <a:pt x="278143" y="787228"/>
                </a:lnTo>
                <a:lnTo>
                  <a:pt x="285030" y="790217"/>
                </a:lnTo>
                <a:lnTo>
                  <a:pt x="280603" y="771079"/>
                </a:lnTo>
                <a:lnTo>
                  <a:pt x="280751" y="770762"/>
                </a:lnTo>
                <a:lnTo>
                  <a:pt x="285276" y="790323"/>
                </a:lnTo>
                <a:lnTo>
                  <a:pt x="289843" y="792306"/>
                </a:lnTo>
                <a:lnTo>
                  <a:pt x="288437" y="775956"/>
                </a:lnTo>
                <a:lnTo>
                  <a:pt x="282096" y="768401"/>
                </a:lnTo>
                <a:lnTo>
                  <a:pt x="282086" y="768120"/>
                </a:lnTo>
                <a:lnTo>
                  <a:pt x="288411" y="775654"/>
                </a:lnTo>
                <a:lnTo>
                  <a:pt x="285484" y="741614"/>
                </a:lnTo>
                <a:lnTo>
                  <a:pt x="278652" y="740469"/>
                </a:lnTo>
                <a:close/>
                <a:moveTo>
                  <a:pt x="395156" y="427625"/>
                </a:moveTo>
                <a:lnTo>
                  <a:pt x="398950" y="430403"/>
                </a:lnTo>
                <a:lnTo>
                  <a:pt x="422429" y="448090"/>
                </a:lnTo>
                <a:lnTo>
                  <a:pt x="420802" y="444161"/>
                </a:lnTo>
                <a:close/>
                <a:moveTo>
                  <a:pt x="313753" y="607351"/>
                </a:moveTo>
                <a:lnTo>
                  <a:pt x="314509" y="608585"/>
                </a:lnTo>
                <a:lnTo>
                  <a:pt x="323465" y="612471"/>
                </a:lnTo>
                <a:lnTo>
                  <a:pt x="329396" y="615942"/>
                </a:lnTo>
                <a:lnTo>
                  <a:pt x="329666" y="612177"/>
                </a:lnTo>
                <a:close/>
                <a:moveTo>
                  <a:pt x="239313" y="773146"/>
                </a:moveTo>
                <a:lnTo>
                  <a:pt x="241264" y="792082"/>
                </a:lnTo>
                <a:lnTo>
                  <a:pt x="245793" y="792842"/>
                </a:lnTo>
                <a:lnTo>
                  <a:pt x="240114" y="780182"/>
                </a:lnTo>
                <a:lnTo>
                  <a:pt x="240167" y="779978"/>
                </a:lnTo>
                <a:lnTo>
                  <a:pt x="245947" y="792867"/>
                </a:lnTo>
                <a:lnTo>
                  <a:pt x="250892" y="793697"/>
                </a:lnTo>
                <a:lnTo>
                  <a:pt x="247831" y="786229"/>
                </a:lnTo>
                <a:lnTo>
                  <a:pt x="248028" y="785719"/>
                </a:lnTo>
                <a:lnTo>
                  <a:pt x="251329" y="793769"/>
                </a:lnTo>
                <a:lnTo>
                  <a:pt x="271636" y="797174"/>
                </a:lnTo>
                <a:lnTo>
                  <a:pt x="266320" y="787134"/>
                </a:lnTo>
                <a:lnTo>
                  <a:pt x="264576" y="783730"/>
                </a:lnTo>
                <a:lnTo>
                  <a:pt x="243805" y="774716"/>
                </a:lnTo>
                <a:close/>
                <a:moveTo>
                  <a:pt x="300015" y="636460"/>
                </a:moveTo>
                <a:lnTo>
                  <a:pt x="300357" y="640085"/>
                </a:lnTo>
                <a:lnTo>
                  <a:pt x="303897" y="663798"/>
                </a:lnTo>
                <a:lnTo>
                  <a:pt x="311547" y="665324"/>
                </a:lnTo>
                <a:lnTo>
                  <a:pt x="313143" y="665680"/>
                </a:lnTo>
                <a:lnTo>
                  <a:pt x="303425" y="638975"/>
                </a:lnTo>
                <a:lnTo>
                  <a:pt x="303576" y="638517"/>
                </a:lnTo>
                <a:lnTo>
                  <a:pt x="313491" y="665758"/>
                </a:lnTo>
                <a:lnTo>
                  <a:pt x="317625" y="666677"/>
                </a:lnTo>
                <a:lnTo>
                  <a:pt x="325730" y="667108"/>
                </a:lnTo>
                <a:lnTo>
                  <a:pt x="325956" y="663947"/>
                </a:lnTo>
                <a:lnTo>
                  <a:pt x="325081" y="661544"/>
                </a:lnTo>
                <a:lnTo>
                  <a:pt x="325148" y="661345"/>
                </a:lnTo>
                <a:lnTo>
                  <a:pt x="325979" y="663628"/>
                </a:lnTo>
                <a:lnTo>
                  <a:pt x="326984" y="649591"/>
                </a:lnTo>
                <a:lnTo>
                  <a:pt x="317041" y="649197"/>
                </a:lnTo>
                <a:lnTo>
                  <a:pt x="317369" y="648959"/>
                </a:lnTo>
                <a:lnTo>
                  <a:pt x="327003" y="649342"/>
                </a:lnTo>
                <a:lnTo>
                  <a:pt x="327099" y="647984"/>
                </a:lnTo>
                <a:close/>
                <a:moveTo>
                  <a:pt x="273380" y="693929"/>
                </a:moveTo>
                <a:lnTo>
                  <a:pt x="278334" y="711308"/>
                </a:lnTo>
                <a:lnTo>
                  <a:pt x="283435" y="714308"/>
                </a:lnTo>
                <a:lnTo>
                  <a:pt x="282092" y="695789"/>
                </a:lnTo>
                <a:close/>
                <a:moveTo>
                  <a:pt x="363036" y="487961"/>
                </a:moveTo>
                <a:lnTo>
                  <a:pt x="368779" y="503103"/>
                </a:lnTo>
                <a:lnTo>
                  <a:pt x="387350" y="546731"/>
                </a:lnTo>
                <a:lnTo>
                  <a:pt x="389463" y="547974"/>
                </a:lnTo>
                <a:lnTo>
                  <a:pt x="390627" y="548681"/>
                </a:lnTo>
                <a:lnTo>
                  <a:pt x="398269" y="518312"/>
                </a:lnTo>
                <a:lnTo>
                  <a:pt x="390316" y="501262"/>
                </a:lnTo>
                <a:close/>
                <a:moveTo>
                  <a:pt x="402054" y="397547"/>
                </a:moveTo>
                <a:lnTo>
                  <a:pt x="410041" y="416824"/>
                </a:lnTo>
                <a:lnTo>
                  <a:pt x="420378" y="420793"/>
                </a:lnTo>
                <a:lnTo>
                  <a:pt x="443207" y="429912"/>
                </a:lnTo>
                <a:lnTo>
                  <a:pt x="442960" y="424234"/>
                </a:lnTo>
                <a:lnTo>
                  <a:pt x="442893" y="422013"/>
                </a:lnTo>
                <a:lnTo>
                  <a:pt x="440960" y="420753"/>
                </a:lnTo>
                <a:close/>
                <a:moveTo>
                  <a:pt x="256249" y="722036"/>
                </a:moveTo>
                <a:lnTo>
                  <a:pt x="257618" y="726288"/>
                </a:lnTo>
                <a:lnTo>
                  <a:pt x="261570" y="738019"/>
                </a:lnTo>
                <a:lnTo>
                  <a:pt x="285366" y="740237"/>
                </a:lnTo>
                <a:lnTo>
                  <a:pt x="285038" y="736440"/>
                </a:lnTo>
                <a:lnTo>
                  <a:pt x="285019" y="736177"/>
                </a:lnTo>
                <a:lnTo>
                  <a:pt x="283400" y="730494"/>
                </a:lnTo>
                <a:close/>
                <a:moveTo>
                  <a:pt x="306830" y="605252"/>
                </a:moveTo>
                <a:lnTo>
                  <a:pt x="313851" y="608298"/>
                </a:lnTo>
                <a:lnTo>
                  <a:pt x="313185" y="607179"/>
                </a:lnTo>
                <a:close/>
                <a:moveTo>
                  <a:pt x="354192" y="483648"/>
                </a:moveTo>
                <a:lnTo>
                  <a:pt x="356630" y="507318"/>
                </a:lnTo>
                <a:lnTo>
                  <a:pt x="359300" y="530224"/>
                </a:lnTo>
                <a:lnTo>
                  <a:pt x="385867" y="545859"/>
                </a:lnTo>
                <a:lnTo>
                  <a:pt x="374048" y="518090"/>
                </a:lnTo>
                <a:lnTo>
                  <a:pt x="362527" y="487712"/>
                </a:lnTo>
                <a:close/>
                <a:moveTo>
                  <a:pt x="240971" y="736956"/>
                </a:moveTo>
                <a:lnTo>
                  <a:pt x="254283" y="762956"/>
                </a:lnTo>
                <a:lnTo>
                  <a:pt x="263852" y="781027"/>
                </a:lnTo>
                <a:lnTo>
                  <a:pt x="273429" y="785182"/>
                </a:lnTo>
                <a:lnTo>
                  <a:pt x="273104" y="781440"/>
                </a:lnTo>
                <a:lnTo>
                  <a:pt x="273370" y="781035"/>
                </a:lnTo>
                <a:lnTo>
                  <a:pt x="273741" y="785318"/>
                </a:lnTo>
                <a:lnTo>
                  <a:pt x="277661" y="787019"/>
                </a:lnTo>
                <a:lnTo>
                  <a:pt x="262350" y="741559"/>
                </a:lnTo>
                <a:lnTo>
                  <a:pt x="261483" y="738869"/>
                </a:lnTo>
                <a:close/>
                <a:moveTo>
                  <a:pt x="357445" y="473217"/>
                </a:moveTo>
                <a:lnTo>
                  <a:pt x="362834" y="487427"/>
                </a:lnTo>
                <a:lnTo>
                  <a:pt x="390054" y="500700"/>
                </a:lnTo>
                <a:lnTo>
                  <a:pt x="386756" y="493629"/>
                </a:lnTo>
                <a:lnTo>
                  <a:pt x="386904" y="492995"/>
                </a:lnTo>
                <a:lnTo>
                  <a:pt x="390630" y="500981"/>
                </a:lnTo>
                <a:lnTo>
                  <a:pt x="401014" y="506045"/>
                </a:lnTo>
                <a:lnTo>
                  <a:pt x="396542" y="494254"/>
                </a:lnTo>
                <a:lnTo>
                  <a:pt x="390271" y="490880"/>
                </a:lnTo>
                <a:lnTo>
                  <a:pt x="377637" y="487208"/>
                </a:lnTo>
                <a:lnTo>
                  <a:pt x="378088" y="487025"/>
                </a:lnTo>
                <a:lnTo>
                  <a:pt x="389007" y="490200"/>
                </a:lnTo>
                <a:close/>
                <a:moveTo>
                  <a:pt x="270228" y="665060"/>
                </a:moveTo>
                <a:lnTo>
                  <a:pt x="291915" y="675275"/>
                </a:lnTo>
                <a:lnTo>
                  <a:pt x="305184" y="681746"/>
                </a:lnTo>
                <a:lnTo>
                  <a:pt x="302930" y="666646"/>
                </a:lnTo>
                <a:lnTo>
                  <a:pt x="281305" y="665498"/>
                </a:lnTo>
                <a:close/>
                <a:moveTo>
                  <a:pt x="296957" y="604170"/>
                </a:moveTo>
                <a:lnTo>
                  <a:pt x="299967" y="635970"/>
                </a:lnTo>
                <a:lnTo>
                  <a:pt x="300114" y="636030"/>
                </a:lnTo>
                <a:lnTo>
                  <a:pt x="327133" y="647525"/>
                </a:lnTo>
                <a:lnTo>
                  <a:pt x="327811" y="638071"/>
                </a:lnTo>
                <a:lnTo>
                  <a:pt x="323783" y="630811"/>
                </a:lnTo>
                <a:lnTo>
                  <a:pt x="323818" y="630603"/>
                </a:lnTo>
                <a:lnTo>
                  <a:pt x="327828" y="637834"/>
                </a:lnTo>
                <a:lnTo>
                  <a:pt x="328248" y="631985"/>
                </a:lnTo>
                <a:lnTo>
                  <a:pt x="318306" y="615775"/>
                </a:lnTo>
                <a:lnTo>
                  <a:pt x="302821" y="606715"/>
                </a:lnTo>
                <a:close/>
                <a:moveTo>
                  <a:pt x="267717" y="664960"/>
                </a:moveTo>
                <a:lnTo>
                  <a:pt x="286234" y="696673"/>
                </a:lnTo>
                <a:lnTo>
                  <a:pt x="291716" y="697845"/>
                </a:lnTo>
                <a:lnTo>
                  <a:pt x="293328" y="698257"/>
                </a:lnTo>
                <a:lnTo>
                  <a:pt x="286236" y="696678"/>
                </a:lnTo>
                <a:lnTo>
                  <a:pt x="303385" y="726049"/>
                </a:lnTo>
                <a:lnTo>
                  <a:pt x="313362" y="731921"/>
                </a:lnTo>
                <a:lnTo>
                  <a:pt x="312208" y="720723"/>
                </a:lnTo>
                <a:lnTo>
                  <a:pt x="308224" y="702065"/>
                </a:lnTo>
                <a:lnTo>
                  <a:pt x="293328" y="698257"/>
                </a:lnTo>
                <a:lnTo>
                  <a:pt x="308141" y="701553"/>
                </a:lnTo>
                <a:lnTo>
                  <a:pt x="305866" y="686306"/>
                </a:lnTo>
                <a:lnTo>
                  <a:pt x="290142" y="681638"/>
                </a:lnTo>
                <a:lnTo>
                  <a:pt x="290517" y="681489"/>
                </a:lnTo>
                <a:lnTo>
                  <a:pt x="305824" y="686034"/>
                </a:lnTo>
                <a:lnTo>
                  <a:pt x="305255" y="682215"/>
                </a:lnTo>
                <a:lnTo>
                  <a:pt x="277381" y="668623"/>
                </a:lnTo>
                <a:lnTo>
                  <a:pt x="269778" y="665041"/>
                </a:lnTo>
                <a:close/>
                <a:moveTo>
                  <a:pt x="266999" y="663732"/>
                </a:moveTo>
                <a:lnTo>
                  <a:pt x="267516" y="664617"/>
                </a:lnTo>
                <a:lnTo>
                  <a:pt x="269002" y="664675"/>
                </a:lnTo>
                <a:close/>
                <a:moveTo>
                  <a:pt x="265179" y="664859"/>
                </a:moveTo>
                <a:lnTo>
                  <a:pt x="266775" y="670756"/>
                </a:lnTo>
                <a:lnTo>
                  <a:pt x="273345" y="693810"/>
                </a:lnTo>
                <a:lnTo>
                  <a:pt x="282090" y="695755"/>
                </a:lnTo>
                <a:lnTo>
                  <a:pt x="281793" y="691665"/>
                </a:lnTo>
                <a:lnTo>
                  <a:pt x="281997" y="691367"/>
                </a:lnTo>
                <a:lnTo>
                  <a:pt x="282318" y="695806"/>
                </a:lnTo>
                <a:lnTo>
                  <a:pt x="285537" y="696523"/>
                </a:lnTo>
                <a:lnTo>
                  <a:pt x="270077" y="670043"/>
                </a:lnTo>
                <a:lnTo>
                  <a:pt x="267245" y="664941"/>
                </a:lnTo>
                <a:close/>
                <a:moveTo>
                  <a:pt x="264563" y="662584"/>
                </a:moveTo>
                <a:lnTo>
                  <a:pt x="265087" y="664520"/>
                </a:lnTo>
                <a:lnTo>
                  <a:pt x="267057" y="664598"/>
                </a:lnTo>
                <a:lnTo>
                  <a:pt x="266426" y="663462"/>
                </a:lnTo>
                <a:close/>
                <a:moveTo>
                  <a:pt x="263254" y="657742"/>
                </a:moveTo>
                <a:lnTo>
                  <a:pt x="264504" y="662362"/>
                </a:lnTo>
                <a:lnTo>
                  <a:pt x="266280" y="663199"/>
                </a:lnTo>
                <a:close/>
                <a:moveTo>
                  <a:pt x="296994" y="579505"/>
                </a:moveTo>
                <a:lnTo>
                  <a:pt x="307352" y="596915"/>
                </a:lnTo>
                <a:lnTo>
                  <a:pt x="313467" y="606885"/>
                </a:lnTo>
                <a:lnTo>
                  <a:pt x="316012" y="607618"/>
                </a:lnTo>
                <a:lnTo>
                  <a:pt x="329695" y="611769"/>
                </a:lnTo>
                <a:lnTo>
                  <a:pt x="330267" y="603795"/>
                </a:lnTo>
                <a:lnTo>
                  <a:pt x="331141" y="593540"/>
                </a:lnTo>
                <a:lnTo>
                  <a:pt x="306284" y="582752"/>
                </a:lnTo>
                <a:close/>
                <a:moveTo>
                  <a:pt x="202391" y="788038"/>
                </a:moveTo>
                <a:lnTo>
                  <a:pt x="209107" y="866131"/>
                </a:lnTo>
                <a:lnTo>
                  <a:pt x="217188" y="895998"/>
                </a:lnTo>
                <a:lnTo>
                  <a:pt x="221244" y="910225"/>
                </a:lnTo>
                <a:lnTo>
                  <a:pt x="220874" y="905129"/>
                </a:lnTo>
                <a:lnTo>
                  <a:pt x="218900" y="900888"/>
                </a:lnTo>
                <a:lnTo>
                  <a:pt x="218965" y="900613"/>
                </a:lnTo>
                <a:lnTo>
                  <a:pt x="220839" y="904638"/>
                </a:lnTo>
                <a:lnTo>
                  <a:pt x="219315" y="883629"/>
                </a:lnTo>
                <a:lnTo>
                  <a:pt x="219518" y="883331"/>
                </a:lnTo>
                <a:lnTo>
                  <a:pt x="221104" y="905208"/>
                </a:lnTo>
                <a:lnTo>
                  <a:pt x="227157" y="918212"/>
                </a:lnTo>
                <a:lnTo>
                  <a:pt x="234611" y="933678"/>
                </a:lnTo>
                <a:lnTo>
                  <a:pt x="237112" y="934097"/>
                </a:lnTo>
                <a:lnTo>
                  <a:pt x="234015" y="924685"/>
                </a:lnTo>
                <a:lnTo>
                  <a:pt x="234118" y="924402"/>
                </a:lnTo>
                <a:lnTo>
                  <a:pt x="237321" y="934133"/>
                </a:lnTo>
                <a:lnTo>
                  <a:pt x="252196" y="936626"/>
                </a:lnTo>
                <a:lnTo>
                  <a:pt x="249147" y="907021"/>
                </a:lnTo>
                <a:lnTo>
                  <a:pt x="249407" y="906609"/>
                </a:lnTo>
                <a:lnTo>
                  <a:pt x="252504" y="936678"/>
                </a:lnTo>
                <a:lnTo>
                  <a:pt x="256745" y="937389"/>
                </a:lnTo>
                <a:lnTo>
                  <a:pt x="253698" y="932064"/>
                </a:lnTo>
                <a:lnTo>
                  <a:pt x="253736" y="931808"/>
                </a:lnTo>
                <a:lnTo>
                  <a:pt x="256950" y="937424"/>
                </a:lnTo>
                <a:lnTo>
                  <a:pt x="257692" y="937548"/>
                </a:lnTo>
                <a:lnTo>
                  <a:pt x="254379" y="910115"/>
                </a:lnTo>
                <a:lnTo>
                  <a:pt x="254159" y="909712"/>
                </a:lnTo>
                <a:lnTo>
                  <a:pt x="252214" y="906041"/>
                </a:lnTo>
                <a:lnTo>
                  <a:pt x="237081" y="881927"/>
                </a:lnTo>
                <a:lnTo>
                  <a:pt x="237132" y="881442"/>
                </a:lnTo>
                <a:lnTo>
                  <a:pt x="250286" y="902404"/>
                </a:lnTo>
                <a:lnTo>
                  <a:pt x="237909" y="879046"/>
                </a:lnTo>
                <a:lnTo>
                  <a:pt x="234426" y="875610"/>
                </a:lnTo>
                <a:lnTo>
                  <a:pt x="227665" y="873602"/>
                </a:lnTo>
                <a:lnTo>
                  <a:pt x="228041" y="873454"/>
                </a:lnTo>
                <a:lnTo>
                  <a:pt x="234048" y="875237"/>
                </a:lnTo>
                <a:lnTo>
                  <a:pt x="228801" y="870060"/>
                </a:lnTo>
                <a:lnTo>
                  <a:pt x="228788" y="869731"/>
                </a:lnTo>
                <a:lnTo>
                  <a:pt x="234508" y="875374"/>
                </a:lnTo>
                <a:lnTo>
                  <a:pt x="236234" y="875886"/>
                </a:lnTo>
                <a:lnTo>
                  <a:pt x="223786" y="852392"/>
                </a:lnTo>
                <a:lnTo>
                  <a:pt x="220119" y="851661"/>
                </a:lnTo>
                <a:lnTo>
                  <a:pt x="220328" y="851554"/>
                </a:lnTo>
                <a:lnTo>
                  <a:pt x="223697" y="852227"/>
                </a:lnTo>
                <a:lnTo>
                  <a:pt x="216649" y="838924"/>
                </a:lnTo>
                <a:lnTo>
                  <a:pt x="216808" y="838351"/>
                </a:lnTo>
                <a:lnTo>
                  <a:pt x="224215" y="852330"/>
                </a:lnTo>
                <a:lnTo>
                  <a:pt x="240999" y="855678"/>
                </a:lnTo>
                <a:lnTo>
                  <a:pt x="238392" y="849285"/>
                </a:lnTo>
                <a:lnTo>
                  <a:pt x="238572" y="848825"/>
                </a:lnTo>
                <a:lnTo>
                  <a:pt x="241399" y="855758"/>
                </a:lnTo>
                <a:lnTo>
                  <a:pt x="247976" y="857070"/>
                </a:lnTo>
                <a:lnTo>
                  <a:pt x="245081" y="833090"/>
                </a:lnTo>
                <a:lnTo>
                  <a:pt x="241110" y="794530"/>
                </a:lnTo>
                <a:close/>
                <a:moveTo>
                  <a:pt x="350189" y="454089"/>
                </a:moveTo>
                <a:lnTo>
                  <a:pt x="357113" y="472347"/>
                </a:lnTo>
                <a:lnTo>
                  <a:pt x="374405" y="480778"/>
                </a:lnTo>
                <a:lnTo>
                  <a:pt x="395333" y="492039"/>
                </a:lnTo>
                <a:lnTo>
                  <a:pt x="395780" y="492168"/>
                </a:lnTo>
                <a:lnTo>
                  <a:pt x="387560" y="469580"/>
                </a:lnTo>
                <a:lnTo>
                  <a:pt x="387625" y="469380"/>
                </a:lnTo>
                <a:lnTo>
                  <a:pt x="392577" y="482985"/>
                </a:lnTo>
                <a:lnTo>
                  <a:pt x="396096" y="492260"/>
                </a:lnTo>
                <a:lnTo>
                  <a:pt x="404233" y="494626"/>
                </a:lnTo>
                <a:lnTo>
                  <a:pt x="409483" y="473768"/>
                </a:lnTo>
                <a:lnTo>
                  <a:pt x="410001" y="473370"/>
                </a:lnTo>
                <a:lnTo>
                  <a:pt x="404621" y="494739"/>
                </a:lnTo>
                <a:lnTo>
                  <a:pt x="436244" y="503931"/>
                </a:lnTo>
                <a:lnTo>
                  <a:pt x="446572" y="507084"/>
                </a:lnTo>
                <a:lnTo>
                  <a:pt x="446468" y="504681"/>
                </a:lnTo>
                <a:lnTo>
                  <a:pt x="440756" y="492317"/>
                </a:lnTo>
                <a:lnTo>
                  <a:pt x="435613" y="479905"/>
                </a:lnTo>
                <a:lnTo>
                  <a:pt x="368414" y="459388"/>
                </a:lnTo>
                <a:close/>
                <a:moveTo>
                  <a:pt x="294540" y="578648"/>
                </a:moveTo>
                <a:lnTo>
                  <a:pt x="296640" y="600830"/>
                </a:lnTo>
                <a:lnTo>
                  <a:pt x="304879" y="604405"/>
                </a:lnTo>
                <a:lnTo>
                  <a:pt x="312915" y="606725"/>
                </a:lnTo>
                <a:lnTo>
                  <a:pt x="296647" y="579384"/>
                </a:lnTo>
                <a:close/>
                <a:moveTo>
                  <a:pt x="294224" y="575311"/>
                </a:moveTo>
                <a:lnTo>
                  <a:pt x="294434" y="577521"/>
                </a:lnTo>
                <a:lnTo>
                  <a:pt x="295829" y="578010"/>
                </a:lnTo>
                <a:close/>
                <a:moveTo>
                  <a:pt x="199928" y="759379"/>
                </a:moveTo>
                <a:lnTo>
                  <a:pt x="202229" y="786141"/>
                </a:lnTo>
                <a:lnTo>
                  <a:pt x="210346" y="786898"/>
                </a:lnTo>
                <a:lnTo>
                  <a:pt x="240850" y="792013"/>
                </a:lnTo>
                <a:lnTo>
                  <a:pt x="238892" y="772998"/>
                </a:lnTo>
                <a:close/>
                <a:moveTo>
                  <a:pt x="22183" y="1136910"/>
                </a:moveTo>
                <a:lnTo>
                  <a:pt x="33624" y="1152590"/>
                </a:lnTo>
                <a:lnTo>
                  <a:pt x="70146" y="1201257"/>
                </a:lnTo>
                <a:lnTo>
                  <a:pt x="42847" y="1165526"/>
                </a:lnTo>
                <a:lnTo>
                  <a:pt x="22172" y="1137191"/>
                </a:lnTo>
                <a:close/>
                <a:moveTo>
                  <a:pt x="198018" y="734072"/>
                </a:moveTo>
                <a:lnTo>
                  <a:pt x="199446" y="753781"/>
                </a:lnTo>
                <a:lnTo>
                  <a:pt x="199831" y="758256"/>
                </a:lnTo>
                <a:lnTo>
                  <a:pt x="238775" y="771868"/>
                </a:lnTo>
                <a:lnTo>
                  <a:pt x="236762" y="752320"/>
                </a:lnTo>
                <a:lnTo>
                  <a:pt x="237110" y="751768"/>
                </a:lnTo>
                <a:lnTo>
                  <a:pt x="239196" y="772016"/>
                </a:lnTo>
                <a:lnTo>
                  <a:pt x="259206" y="779010"/>
                </a:lnTo>
                <a:lnTo>
                  <a:pt x="263004" y="780658"/>
                </a:lnTo>
                <a:lnTo>
                  <a:pt x="240610" y="736923"/>
                </a:lnTo>
                <a:lnTo>
                  <a:pt x="225864" y="735549"/>
                </a:lnTo>
                <a:close/>
                <a:moveTo>
                  <a:pt x="170053" y="784292"/>
                </a:moveTo>
                <a:lnTo>
                  <a:pt x="192871" y="852046"/>
                </a:lnTo>
                <a:lnTo>
                  <a:pt x="211786" y="901576"/>
                </a:lnTo>
                <a:lnTo>
                  <a:pt x="210854" y="894201"/>
                </a:lnTo>
                <a:lnTo>
                  <a:pt x="201714" y="787925"/>
                </a:lnTo>
                <a:lnTo>
                  <a:pt x="192556" y="786389"/>
                </a:lnTo>
                <a:close/>
                <a:moveTo>
                  <a:pt x="142036" y="781681"/>
                </a:moveTo>
                <a:lnTo>
                  <a:pt x="159884" y="816537"/>
                </a:lnTo>
                <a:lnTo>
                  <a:pt x="193761" y="880510"/>
                </a:lnTo>
                <a:lnTo>
                  <a:pt x="187692" y="868526"/>
                </a:lnTo>
                <a:lnTo>
                  <a:pt x="187746" y="868248"/>
                </a:lnTo>
                <a:lnTo>
                  <a:pt x="196572" y="885675"/>
                </a:lnTo>
                <a:lnTo>
                  <a:pt x="203089" y="898125"/>
                </a:lnTo>
                <a:lnTo>
                  <a:pt x="213939" y="918615"/>
                </a:lnTo>
                <a:lnTo>
                  <a:pt x="212515" y="907349"/>
                </a:lnTo>
                <a:lnTo>
                  <a:pt x="199213" y="872518"/>
                </a:lnTo>
                <a:cubicBezTo>
                  <a:pt x="189444" y="844913"/>
                  <a:pt x="180010" y="816525"/>
                  <a:pt x="170699" y="787851"/>
                </a:cubicBezTo>
                <a:lnTo>
                  <a:pt x="169538" y="784244"/>
                </a:lnTo>
                <a:close/>
                <a:moveTo>
                  <a:pt x="157365" y="745659"/>
                </a:moveTo>
                <a:lnTo>
                  <a:pt x="164357" y="767378"/>
                </a:lnTo>
                <a:lnTo>
                  <a:pt x="169653" y="783105"/>
                </a:lnTo>
                <a:lnTo>
                  <a:pt x="201555" y="786079"/>
                </a:lnTo>
                <a:lnTo>
                  <a:pt x="201118" y="780987"/>
                </a:lnTo>
                <a:lnTo>
                  <a:pt x="199542" y="759245"/>
                </a:lnTo>
                <a:lnTo>
                  <a:pt x="183533" y="753648"/>
                </a:lnTo>
                <a:close/>
                <a:moveTo>
                  <a:pt x="38198" y="513295"/>
                </a:moveTo>
                <a:lnTo>
                  <a:pt x="38552" y="513153"/>
                </a:lnTo>
                <a:lnTo>
                  <a:pt x="83991" y="526362"/>
                </a:lnTo>
                <a:cubicBezTo>
                  <a:pt x="141845" y="543341"/>
                  <a:pt x="198577" y="560842"/>
                  <a:pt x="250247" y="580697"/>
                </a:cubicBezTo>
                <a:lnTo>
                  <a:pt x="296090" y="600591"/>
                </a:lnTo>
                <a:lnTo>
                  <a:pt x="293994" y="578456"/>
                </a:lnTo>
                <a:lnTo>
                  <a:pt x="246010" y="561684"/>
                </a:lnTo>
                <a:cubicBezTo>
                  <a:pt x="225220" y="554986"/>
                  <a:pt x="203853" y="548557"/>
                  <a:pt x="182278" y="542224"/>
                </a:cubicBezTo>
                <a:lnTo>
                  <a:pt x="163519" y="536772"/>
                </a:lnTo>
                <a:lnTo>
                  <a:pt x="163783" y="536667"/>
                </a:lnTo>
                <a:lnTo>
                  <a:pt x="197675" y="546518"/>
                </a:lnTo>
                <a:cubicBezTo>
                  <a:pt x="219252" y="552851"/>
                  <a:pt x="240619" y="559281"/>
                  <a:pt x="261409" y="565979"/>
                </a:cubicBezTo>
                <a:lnTo>
                  <a:pt x="293887" y="577330"/>
                </a:lnTo>
                <a:lnTo>
                  <a:pt x="292055" y="557988"/>
                </a:lnTo>
                <a:lnTo>
                  <a:pt x="289521" y="523005"/>
                </a:lnTo>
                <a:lnTo>
                  <a:pt x="289678" y="522770"/>
                </a:lnTo>
                <a:lnTo>
                  <a:pt x="291083" y="542132"/>
                </a:lnTo>
                <a:lnTo>
                  <a:pt x="294172" y="574764"/>
                </a:lnTo>
                <a:lnTo>
                  <a:pt x="296176" y="578131"/>
                </a:lnTo>
                <a:lnTo>
                  <a:pt x="321683" y="587046"/>
                </a:lnTo>
                <a:lnTo>
                  <a:pt x="331338" y="591236"/>
                </a:lnTo>
                <a:lnTo>
                  <a:pt x="331668" y="587362"/>
                </a:lnTo>
                <a:lnTo>
                  <a:pt x="326670" y="585412"/>
                </a:lnTo>
                <a:lnTo>
                  <a:pt x="311574" y="579756"/>
                </a:lnTo>
                <a:lnTo>
                  <a:pt x="311799" y="579687"/>
                </a:lnTo>
                <a:lnTo>
                  <a:pt x="331687" y="587138"/>
                </a:lnTo>
                <a:lnTo>
                  <a:pt x="335379" y="543826"/>
                </a:lnTo>
                <a:lnTo>
                  <a:pt x="335709" y="543473"/>
                </a:lnTo>
                <a:lnTo>
                  <a:pt x="332880" y="576661"/>
                </a:lnTo>
                <a:lnTo>
                  <a:pt x="332119" y="587299"/>
                </a:lnTo>
                <a:lnTo>
                  <a:pt x="339072" y="589905"/>
                </a:lnTo>
                <a:lnTo>
                  <a:pt x="350716" y="594448"/>
                </a:lnTo>
                <a:lnTo>
                  <a:pt x="341193" y="544249"/>
                </a:lnTo>
                <a:lnTo>
                  <a:pt x="341495" y="543671"/>
                </a:lnTo>
                <a:lnTo>
                  <a:pt x="349869" y="587819"/>
                </a:lnTo>
                <a:lnTo>
                  <a:pt x="351264" y="594661"/>
                </a:lnTo>
                <a:lnTo>
                  <a:pt x="355343" y="596253"/>
                </a:lnTo>
                <a:lnTo>
                  <a:pt x="352867" y="570108"/>
                </a:lnTo>
                <a:lnTo>
                  <a:pt x="350977" y="544014"/>
                </a:lnTo>
                <a:lnTo>
                  <a:pt x="351094" y="543839"/>
                </a:lnTo>
                <a:lnTo>
                  <a:pt x="352142" y="558281"/>
                </a:lnTo>
                <a:lnTo>
                  <a:pt x="354447" y="582620"/>
                </a:lnTo>
                <a:lnTo>
                  <a:pt x="364277" y="599143"/>
                </a:lnTo>
                <a:lnTo>
                  <a:pt x="364576" y="599631"/>
                </a:lnTo>
                <a:lnTo>
                  <a:pt x="363066" y="582201"/>
                </a:lnTo>
                <a:lnTo>
                  <a:pt x="363221" y="581965"/>
                </a:lnTo>
                <a:lnTo>
                  <a:pt x="364777" y="599933"/>
                </a:lnTo>
                <a:lnTo>
                  <a:pt x="367006" y="600802"/>
                </a:lnTo>
                <a:lnTo>
                  <a:pt x="364147" y="576293"/>
                </a:lnTo>
                <a:lnTo>
                  <a:pt x="358250" y="572883"/>
                </a:lnTo>
                <a:lnTo>
                  <a:pt x="358509" y="572845"/>
                </a:lnTo>
                <a:lnTo>
                  <a:pt x="364123" y="576093"/>
                </a:lnTo>
                <a:lnTo>
                  <a:pt x="360009" y="540826"/>
                </a:lnTo>
                <a:lnTo>
                  <a:pt x="309221" y="510010"/>
                </a:lnTo>
                <a:lnTo>
                  <a:pt x="270493" y="487220"/>
                </a:lnTo>
                <a:lnTo>
                  <a:pt x="271138" y="487131"/>
                </a:lnTo>
                <a:lnTo>
                  <a:pt x="341118" y="528313"/>
                </a:lnTo>
                <a:lnTo>
                  <a:pt x="359879" y="539695"/>
                </a:lnTo>
                <a:lnTo>
                  <a:pt x="358780" y="530267"/>
                </a:lnTo>
                <a:lnTo>
                  <a:pt x="336784" y="517322"/>
                </a:lnTo>
                <a:lnTo>
                  <a:pt x="337265" y="517256"/>
                </a:lnTo>
                <a:lnTo>
                  <a:pt x="358736" y="529891"/>
                </a:lnTo>
                <a:lnTo>
                  <a:pt x="358593" y="528660"/>
                </a:lnTo>
                <a:lnTo>
                  <a:pt x="353944" y="483527"/>
                </a:lnTo>
                <a:lnTo>
                  <a:pt x="339858" y="476659"/>
                </a:lnTo>
                <a:lnTo>
                  <a:pt x="322187" y="468333"/>
                </a:lnTo>
                <a:lnTo>
                  <a:pt x="322464" y="468271"/>
                </a:lnTo>
                <a:lnTo>
                  <a:pt x="353898" y="483079"/>
                </a:lnTo>
                <a:lnTo>
                  <a:pt x="353744" y="481589"/>
                </a:lnTo>
                <a:lnTo>
                  <a:pt x="353947" y="481268"/>
                </a:lnTo>
                <a:lnTo>
                  <a:pt x="354146" y="483195"/>
                </a:lnTo>
                <a:lnTo>
                  <a:pt x="354393" y="483312"/>
                </a:lnTo>
                <a:lnTo>
                  <a:pt x="362324" y="487179"/>
                </a:lnTo>
                <a:lnTo>
                  <a:pt x="356923" y="472937"/>
                </a:lnTo>
                <a:lnTo>
                  <a:pt x="354917" y="471858"/>
                </a:lnTo>
                <a:cubicBezTo>
                  <a:pt x="328795" y="458622"/>
                  <a:pt x="301853" y="445618"/>
                  <a:pt x="274614" y="432701"/>
                </a:cubicBezTo>
                <a:lnTo>
                  <a:pt x="250923" y="421540"/>
                </a:lnTo>
                <a:lnTo>
                  <a:pt x="251293" y="421456"/>
                </a:lnTo>
                <a:lnTo>
                  <a:pt x="294101" y="441621"/>
                </a:lnTo>
                <a:lnTo>
                  <a:pt x="356605" y="472098"/>
                </a:lnTo>
                <a:lnTo>
                  <a:pt x="350564" y="456172"/>
                </a:lnTo>
                <a:lnTo>
                  <a:pt x="349760" y="453965"/>
                </a:lnTo>
                <a:lnTo>
                  <a:pt x="325263" y="446844"/>
                </a:lnTo>
                <a:lnTo>
                  <a:pt x="325868" y="446599"/>
                </a:lnTo>
                <a:lnTo>
                  <a:pt x="349588" y="453495"/>
                </a:lnTo>
                <a:lnTo>
                  <a:pt x="338566" y="423211"/>
                </a:lnTo>
                <a:lnTo>
                  <a:pt x="338656" y="422944"/>
                </a:lnTo>
                <a:lnTo>
                  <a:pt x="345294" y="441185"/>
                </a:lnTo>
                <a:lnTo>
                  <a:pt x="350011" y="453618"/>
                </a:lnTo>
                <a:lnTo>
                  <a:pt x="403838" y="469264"/>
                </a:lnTo>
                <a:lnTo>
                  <a:pt x="435167" y="478830"/>
                </a:lnTo>
                <a:lnTo>
                  <a:pt x="434286" y="476706"/>
                </a:lnTo>
                <a:lnTo>
                  <a:pt x="419598" y="465641"/>
                </a:lnTo>
                <a:lnTo>
                  <a:pt x="403838" y="454099"/>
                </a:lnTo>
                <a:lnTo>
                  <a:pt x="404122" y="454089"/>
                </a:lnTo>
                <a:lnTo>
                  <a:pt x="432597" y="474944"/>
                </a:lnTo>
                <a:lnTo>
                  <a:pt x="433992" y="475995"/>
                </a:lnTo>
                <a:lnTo>
                  <a:pt x="422824" y="449044"/>
                </a:lnTo>
                <a:lnTo>
                  <a:pt x="389844" y="424200"/>
                </a:lnTo>
                <a:lnTo>
                  <a:pt x="374672" y="414417"/>
                </a:lnTo>
                <a:lnTo>
                  <a:pt x="357692" y="403835"/>
                </a:lnTo>
                <a:lnTo>
                  <a:pt x="357980" y="403804"/>
                </a:lnTo>
                <a:lnTo>
                  <a:pt x="385707" y="421083"/>
                </a:lnTo>
                <a:lnTo>
                  <a:pt x="381521" y="417930"/>
                </a:lnTo>
                <a:lnTo>
                  <a:pt x="360391" y="402456"/>
                </a:lnTo>
                <a:lnTo>
                  <a:pt x="360773" y="402443"/>
                </a:lnTo>
                <a:lnTo>
                  <a:pt x="389299" y="423336"/>
                </a:lnTo>
                <a:lnTo>
                  <a:pt x="420511" y="443461"/>
                </a:lnTo>
                <a:lnTo>
                  <a:pt x="409539" y="416982"/>
                </a:lnTo>
                <a:lnTo>
                  <a:pt x="401892" y="413927"/>
                </a:lnTo>
                <a:lnTo>
                  <a:pt x="379398" y="405290"/>
                </a:lnTo>
                <a:lnTo>
                  <a:pt x="379732" y="405186"/>
                </a:lnTo>
                <a:lnTo>
                  <a:pt x="409367" y="416564"/>
                </a:lnTo>
                <a:lnTo>
                  <a:pt x="406556" y="409782"/>
                </a:lnTo>
                <a:lnTo>
                  <a:pt x="401561" y="397254"/>
                </a:lnTo>
                <a:lnTo>
                  <a:pt x="370363" y="378646"/>
                </a:lnTo>
                <a:lnTo>
                  <a:pt x="349504" y="366582"/>
                </a:lnTo>
                <a:lnTo>
                  <a:pt x="349851" y="366534"/>
                </a:lnTo>
                <a:lnTo>
                  <a:pt x="387540" y="388331"/>
                </a:lnTo>
                <a:lnTo>
                  <a:pt x="401268" y="396518"/>
                </a:lnTo>
                <a:lnTo>
                  <a:pt x="389031" y="365826"/>
                </a:lnTo>
                <a:lnTo>
                  <a:pt x="389140" y="365460"/>
                </a:lnTo>
                <a:lnTo>
                  <a:pt x="398838" y="389788"/>
                </a:lnTo>
                <a:lnTo>
                  <a:pt x="401745" y="396803"/>
                </a:lnTo>
                <a:lnTo>
                  <a:pt x="442872" y="421332"/>
                </a:lnTo>
                <a:lnTo>
                  <a:pt x="441529" y="376782"/>
                </a:lnTo>
                <a:lnTo>
                  <a:pt x="428673" y="367953"/>
                </a:lnTo>
                <a:lnTo>
                  <a:pt x="428956" y="367934"/>
                </a:lnTo>
                <a:lnTo>
                  <a:pt x="441523" y="376566"/>
                </a:lnTo>
                <a:lnTo>
                  <a:pt x="440514" y="343074"/>
                </a:lnTo>
                <a:lnTo>
                  <a:pt x="440901" y="342550"/>
                </a:lnTo>
                <a:lnTo>
                  <a:pt x="441936" y="376850"/>
                </a:lnTo>
                <a:lnTo>
                  <a:pt x="455989" y="386502"/>
                </a:lnTo>
                <a:lnTo>
                  <a:pt x="456878" y="376077"/>
                </a:lnTo>
                <a:lnTo>
                  <a:pt x="443638" y="311072"/>
                </a:lnTo>
                <a:lnTo>
                  <a:pt x="434819" y="264580"/>
                </a:lnTo>
                <a:lnTo>
                  <a:pt x="434993" y="264243"/>
                </a:lnTo>
                <a:lnTo>
                  <a:pt x="439875" y="289972"/>
                </a:lnTo>
                <a:lnTo>
                  <a:pt x="457035" y="374230"/>
                </a:lnTo>
                <a:lnTo>
                  <a:pt x="458005" y="362851"/>
                </a:lnTo>
                <a:lnTo>
                  <a:pt x="458198" y="362646"/>
                </a:lnTo>
                <a:lnTo>
                  <a:pt x="457160" y="374835"/>
                </a:lnTo>
                <a:lnTo>
                  <a:pt x="457705" y="377515"/>
                </a:lnTo>
                <a:lnTo>
                  <a:pt x="460724" y="389811"/>
                </a:lnTo>
                <a:lnTo>
                  <a:pt x="467728" y="394761"/>
                </a:lnTo>
                <a:lnTo>
                  <a:pt x="465930" y="385936"/>
                </a:lnTo>
                <a:lnTo>
                  <a:pt x="459353" y="351260"/>
                </a:lnTo>
                <a:lnTo>
                  <a:pt x="459483" y="351009"/>
                </a:lnTo>
                <a:lnTo>
                  <a:pt x="463123" y="370199"/>
                </a:lnTo>
                <a:lnTo>
                  <a:pt x="468192" y="395090"/>
                </a:lnTo>
                <a:lnTo>
                  <a:pt x="503178" y="419818"/>
                </a:lnTo>
                <a:lnTo>
                  <a:pt x="502782" y="406691"/>
                </a:lnTo>
                <a:lnTo>
                  <a:pt x="502950" y="406463"/>
                </a:lnTo>
                <a:lnTo>
                  <a:pt x="503358" y="419945"/>
                </a:lnTo>
                <a:lnTo>
                  <a:pt x="511946" y="426016"/>
                </a:lnTo>
                <a:lnTo>
                  <a:pt x="518283" y="430886"/>
                </a:lnTo>
                <a:lnTo>
                  <a:pt x="503081" y="377844"/>
                </a:lnTo>
                <a:lnTo>
                  <a:pt x="503265" y="377393"/>
                </a:lnTo>
                <a:lnTo>
                  <a:pt x="512500" y="409612"/>
                </a:lnTo>
                <a:lnTo>
                  <a:pt x="519096" y="431510"/>
                </a:lnTo>
                <a:lnTo>
                  <a:pt x="523054" y="434551"/>
                </a:lnTo>
                <a:lnTo>
                  <a:pt x="524226" y="406188"/>
                </a:lnTo>
                <a:lnTo>
                  <a:pt x="515816" y="378274"/>
                </a:lnTo>
                <a:lnTo>
                  <a:pt x="493445" y="300220"/>
                </a:lnTo>
                <a:lnTo>
                  <a:pt x="493692" y="299616"/>
                </a:lnTo>
                <a:lnTo>
                  <a:pt x="506073" y="342813"/>
                </a:lnTo>
                <a:lnTo>
                  <a:pt x="524337" y="403450"/>
                </a:lnTo>
                <a:lnTo>
                  <a:pt x="525336" y="379260"/>
                </a:lnTo>
                <a:lnTo>
                  <a:pt x="527925" y="332011"/>
                </a:lnTo>
                <a:lnTo>
                  <a:pt x="528174" y="331725"/>
                </a:lnTo>
                <a:lnTo>
                  <a:pt x="526744" y="357874"/>
                </a:lnTo>
                <a:lnTo>
                  <a:pt x="524799" y="404980"/>
                </a:lnTo>
                <a:lnTo>
                  <a:pt x="528024" y="415687"/>
                </a:lnTo>
                <a:lnTo>
                  <a:pt x="528798" y="401555"/>
                </a:lnTo>
                <a:lnTo>
                  <a:pt x="528984" y="401342"/>
                </a:lnTo>
                <a:lnTo>
                  <a:pt x="528173" y="416181"/>
                </a:lnTo>
                <a:lnTo>
                  <a:pt x="529273" y="419833"/>
                </a:lnTo>
                <a:lnTo>
                  <a:pt x="529283" y="419694"/>
                </a:lnTo>
                <a:lnTo>
                  <a:pt x="529472" y="419487"/>
                </a:lnTo>
                <a:lnTo>
                  <a:pt x="529414" y="420301"/>
                </a:lnTo>
                <a:lnTo>
                  <a:pt x="535911" y="441870"/>
                </a:lnTo>
                <a:lnTo>
                  <a:pt x="537900" y="442629"/>
                </a:lnTo>
                <a:lnTo>
                  <a:pt x="539549" y="438622"/>
                </a:lnTo>
                <a:lnTo>
                  <a:pt x="533919" y="432751"/>
                </a:lnTo>
                <a:lnTo>
                  <a:pt x="534413" y="432821"/>
                </a:lnTo>
                <a:lnTo>
                  <a:pt x="539678" y="438311"/>
                </a:lnTo>
                <a:lnTo>
                  <a:pt x="549776" y="413781"/>
                </a:lnTo>
                <a:lnTo>
                  <a:pt x="539225" y="404626"/>
                </a:lnTo>
                <a:lnTo>
                  <a:pt x="539515" y="404640"/>
                </a:lnTo>
                <a:lnTo>
                  <a:pt x="549849" y="413605"/>
                </a:lnTo>
                <a:lnTo>
                  <a:pt x="552286" y="407683"/>
                </a:lnTo>
                <a:lnTo>
                  <a:pt x="553457" y="404946"/>
                </a:lnTo>
                <a:lnTo>
                  <a:pt x="544855" y="400895"/>
                </a:lnTo>
                <a:lnTo>
                  <a:pt x="545491" y="400747"/>
                </a:lnTo>
                <a:lnTo>
                  <a:pt x="553614" y="404574"/>
                </a:lnTo>
                <a:lnTo>
                  <a:pt x="572828" y="359628"/>
                </a:lnTo>
                <a:lnTo>
                  <a:pt x="571247" y="340750"/>
                </a:lnTo>
                <a:lnTo>
                  <a:pt x="559738" y="331410"/>
                </a:lnTo>
                <a:lnTo>
                  <a:pt x="560087" y="331416"/>
                </a:lnTo>
                <a:lnTo>
                  <a:pt x="571223" y="340451"/>
                </a:lnTo>
                <a:lnTo>
                  <a:pt x="569225" y="316582"/>
                </a:lnTo>
                <a:lnTo>
                  <a:pt x="567912" y="286486"/>
                </a:lnTo>
                <a:lnTo>
                  <a:pt x="559848" y="277230"/>
                </a:lnTo>
                <a:cubicBezTo>
                  <a:pt x="541652" y="257358"/>
                  <a:pt x="522675" y="237423"/>
                  <a:pt x="503414" y="217463"/>
                </a:cubicBezTo>
                <a:lnTo>
                  <a:pt x="486638" y="200167"/>
                </a:lnTo>
                <a:lnTo>
                  <a:pt x="486984" y="200215"/>
                </a:lnTo>
                <a:lnTo>
                  <a:pt x="517299" y="231466"/>
                </a:lnTo>
                <a:lnTo>
                  <a:pt x="567848" y="285003"/>
                </a:lnTo>
                <a:lnTo>
                  <a:pt x="566322" y="250007"/>
                </a:lnTo>
                <a:lnTo>
                  <a:pt x="565259" y="214728"/>
                </a:lnTo>
                <a:lnTo>
                  <a:pt x="565427" y="214499"/>
                </a:lnTo>
                <a:lnTo>
                  <a:pt x="566017" y="234023"/>
                </a:lnTo>
                <a:lnTo>
                  <a:pt x="568257" y="285437"/>
                </a:lnTo>
                <a:lnTo>
                  <a:pt x="573732" y="291235"/>
                </a:lnTo>
                <a:lnTo>
                  <a:pt x="590356" y="310313"/>
                </a:lnTo>
                <a:lnTo>
                  <a:pt x="589263" y="303392"/>
                </a:lnTo>
                <a:lnTo>
                  <a:pt x="587609" y="283631"/>
                </a:lnTo>
                <a:lnTo>
                  <a:pt x="582063" y="277911"/>
                </a:lnTo>
                <a:lnTo>
                  <a:pt x="582322" y="277948"/>
                </a:lnTo>
                <a:lnTo>
                  <a:pt x="587588" y="283377"/>
                </a:lnTo>
                <a:lnTo>
                  <a:pt x="582124" y="218087"/>
                </a:lnTo>
                <a:cubicBezTo>
                  <a:pt x="580401" y="188853"/>
                  <a:pt x="579218" y="158962"/>
                  <a:pt x="578231" y="128831"/>
                </a:cubicBezTo>
                <a:lnTo>
                  <a:pt x="576808" y="81533"/>
                </a:lnTo>
                <a:lnTo>
                  <a:pt x="577033" y="81226"/>
                </a:lnTo>
                <a:lnTo>
                  <a:pt x="577823" y="107402"/>
                </a:lnTo>
                <a:cubicBezTo>
                  <a:pt x="579792" y="167665"/>
                  <a:pt x="582552" y="226969"/>
                  <a:pt x="588852" y="281963"/>
                </a:cubicBezTo>
                <a:lnTo>
                  <a:pt x="589364" y="285207"/>
                </a:lnTo>
                <a:lnTo>
                  <a:pt x="602216" y="298458"/>
                </a:lnTo>
                <a:lnTo>
                  <a:pt x="612046" y="259412"/>
                </a:lnTo>
                <a:lnTo>
                  <a:pt x="612347" y="259180"/>
                </a:lnTo>
                <a:lnTo>
                  <a:pt x="605955" y="284575"/>
                </a:lnTo>
                <a:lnTo>
                  <a:pt x="602571" y="298823"/>
                </a:lnTo>
                <a:lnTo>
                  <a:pt x="604932" y="301258"/>
                </a:lnTo>
                <a:lnTo>
                  <a:pt x="645845" y="344588"/>
                </a:lnTo>
                <a:lnTo>
                  <a:pt x="650247" y="316403"/>
                </a:lnTo>
                <a:lnTo>
                  <a:pt x="650724" y="315959"/>
                </a:lnTo>
                <a:lnTo>
                  <a:pt x="646196" y="344959"/>
                </a:lnTo>
                <a:lnTo>
                  <a:pt x="647026" y="345839"/>
                </a:lnTo>
                <a:lnTo>
                  <a:pt x="661560" y="362517"/>
                </a:lnTo>
                <a:lnTo>
                  <a:pt x="665375" y="344899"/>
                </a:lnTo>
                <a:lnTo>
                  <a:pt x="659349" y="339182"/>
                </a:lnTo>
                <a:lnTo>
                  <a:pt x="659631" y="339208"/>
                </a:lnTo>
                <a:lnTo>
                  <a:pt x="665417" y="344698"/>
                </a:lnTo>
                <a:lnTo>
                  <a:pt x="665737" y="343220"/>
                </a:lnTo>
                <a:lnTo>
                  <a:pt x="661735" y="338443"/>
                </a:lnTo>
                <a:lnTo>
                  <a:pt x="662078" y="338517"/>
                </a:lnTo>
                <a:lnTo>
                  <a:pt x="665795" y="342953"/>
                </a:lnTo>
                <a:lnTo>
                  <a:pt x="671078" y="318550"/>
                </a:lnTo>
                <a:lnTo>
                  <a:pt x="671496" y="318204"/>
                </a:lnTo>
                <a:lnTo>
                  <a:pt x="666067" y="343278"/>
                </a:lnTo>
                <a:lnTo>
                  <a:pt x="672987" y="351540"/>
                </a:lnTo>
                <a:lnTo>
                  <a:pt x="681854" y="314101"/>
                </a:lnTo>
                <a:lnTo>
                  <a:pt x="682151" y="313865"/>
                </a:lnTo>
                <a:lnTo>
                  <a:pt x="676117" y="339347"/>
                </a:lnTo>
                <a:lnTo>
                  <a:pt x="673315" y="351932"/>
                </a:lnTo>
                <a:lnTo>
                  <a:pt x="674382" y="353205"/>
                </a:lnTo>
                <a:lnTo>
                  <a:pt x="685074" y="363351"/>
                </a:lnTo>
                <a:lnTo>
                  <a:pt x="692412" y="370628"/>
                </a:lnTo>
                <a:lnTo>
                  <a:pt x="692572" y="366817"/>
                </a:lnTo>
                <a:lnTo>
                  <a:pt x="692443" y="370659"/>
                </a:lnTo>
                <a:lnTo>
                  <a:pt x="699970" y="378124"/>
                </a:lnTo>
                <a:lnTo>
                  <a:pt x="703429" y="368663"/>
                </a:lnTo>
                <a:lnTo>
                  <a:pt x="701367" y="355145"/>
                </a:lnTo>
                <a:lnTo>
                  <a:pt x="699628" y="342616"/>
                </a:lnTo>
                <a:lnTo>
                  <a:pt x="693814" y="337559"/>
                </a:lnTo>
                <a:lnTo>
                  <a:pt x="692572" y="366817"/>
                </a:lnTo>
                <a:lnTo>
                  <a:pt x="693568" y="337345"/>
                </a:lnTo>
                <a:lnTo>
                  <a:pt x="683331" y="328441"/>
                </a:lnTo>
                <a:lnTo>
                  <a:pt x="683679" y="328460"/>
                </a:lnTo>
                <a:lnTo>
                  <a:pt x="693578" y="337066"/>
                </a:lnTo>
                <a:lnTo>
                  <a:pt x="694273" y="316480"/>
                </a:lnTo>
                <a:lnTo>
                  <a:pt x="694981" y="303827"/>
                </a:lnTo>
                <a:lnTo>
                  <a:pt x="692409" y="299348"/>
                </a:lnTo>
                <a:lnTo>
                  <a:pt x="674280" y="277656"/>
                </a:lnTo>
                <a:cubicBezTo>
                  <a:pt x="650825" y="250902"/>
                  <a:pt x="625278" y="223978"/>
                  <a:pt x="599154" y="197006"/>
                </a:cubicBezTo>
                <a:lnTo>
                  <a:pt x="583984" y="181427"/>
                </a:lnTo>
                <a:lnTo>
                  <a:pt x="584296" y="181469"/>
                </a:lnTo>
                <a:lnTo>
                  <a:pt x="611706" y="209621"/>
                </a:lnTo>
                <a:cubicBezTo>
                  <a:pt x="637831" y="236592"/>
                  <a:pt x="663378" y="263516"/>
                  <a:pt x="686833" y="290271"/>
                </a:cubicBezTo>
                <a:lnTo>
                  <a:pt x="687999" y="291665"/>
                </a:lnTo>
                <a:lnTo>
                  <a:pt x="684229" y="285099"/>
                </a:lnTo>
                <a:lnTo>
                  <a:pt x="684787" y="285323"/>
                </a:lnTo>
                <a:lnTo>
                  <a:pt x="689368" y="293303"/>
                </a:lnTo>
                <a:lnTo>
                  <a:pt x="695181" y="300258"/>
                </a:lnTo>
                <a:lnTo>
                  <a:pt x="696468" y="277251"/>
                </a:lnTo>
                <a:lnTo>
                  <a:pt x="696677" y="277013"/>
                </a:lnTo>
                <a:lnTo>
                  <a:pt x="695463" y="298724"/>
                </a:lnTo>
                <a:lnTo>
                  <a:pt x="695388" y="300504"/>
                </a:lnTo>
                <a:lnTo>
                  <a:pt x="719373" y="329203"/>
                </a:lnTo>
                <a:lnTo>
                  <a:pt x="723213" y="319876"/>
                </a:lnTo>
                <a:lnTo>
                  <a:pt x="722308" y="294604"/>
                </a:lnTo>
                <a:lnTo>
                  <a:pt x="722628" y="294166"/>
                </a:lnTo>
                <a:lnTo>
                  <a:pt x="723522" y="319125"/>
                </a:lnTo>
                <a:lnTo>
                  <a:pt x="731176" y="300530"/>
                </a:lnTo>
                <a:lnTo>
                  <a:pt x="737971" y="284633"/>
                </a:lnTo>
                <a:lnTo>
                  <a:pt x="700644" y="255580"/>
                </a:lnTo>
                <a:cubicBezTo>
                  <a:pt x="677099" y="238168"/>
                  <a:pt x="652708" y="220848"/>
                  <a:pt x="628008" y="203563"/>
                </a:cubicBezTo>
                <a:lnTo>
                  <a:pt x="606513" y="188604"/>
                </a:lnTo>
                <a:lnTo>
                  <a:pt x="606893" y="188580"/>
                </a:lnTo>
                <a:lnTo>
                  <a:pt x="645732" y="215614"/>
                </a:lnTo>
                <a:cubicBezTo>
                  <a:pt x="670433" y="232898"/>
                  <a:pt x="694824" y="250218"/>
                  <a:pt x="718368" y="267630"/>
                </a:cubicBezTo>
                <a:lnTo>
                  <a:pt x="738531" y="283323"/>
                </a:lnTo>
                <a:lnTo>
                  <a:pt x="738955" y="282329"/>
                </a:lnTo>
                <a:lnTo>
                  <a:pt x="712351" y="243388"/>
                </a:lnTo>
                <a:lnTo>
                  <a:pt x="698493" y="223677"/>
                </a:lnTo>
                <a:lnTo>
                  <a:pt x="698827" y="223778"/>
                </a:lnTo>
                <a:lnTo>
                  <a:pt x="723870" y="259395"/>
                </a:lnTo>
                <a:lnTo>
                  <a:pt x="739180" y="281805"/>
                </a:lnTo>
                <a:lnTo>
                  <a:pt x="742560" y="273896"/>
                </a:lnTo>
                <a:lnTo>
                  <a:pt x="723830" y="253789"/>
                </a:lnTo>
                <a:lnTo>
                  <a:pt x="712515" y="242170"/>
                </a:lnTo>
                <a:lnTo>
                  <a:pt x="712749" y="242201"/>
                </a:lnTo>
                <a:lnTo>
                  <a:pt x="733192" y="263200"/>
                </a:lnTo>
                <a:lnTo>
                  <a:pt x="742748" y="273458"/>
                </a:lnTo>
                <a:lnTo>
                  <a:pt x="745049" y="268074"/>
                </a:lnTo>
                <a:lnTo>
                  <a:pt x="745298" y="267939"/>
                </a:lnTo>
                <a:lnTo>
                  <a:pt x="742879" y="273598"/>
                </a:lnTo>
                <a:lnTo>
                  <a:pt x="746806" y="277814"/>
                </a:lnTo>
                <a:lnTo>
                  <a:pt x="747000" y="277841"/>
                </a:lnTo>
                <a:lnTo>
                  <a:pt x="750682" y="281637"/>
                </a:lnTo>
                <a:lnTo>
                  <a:pt x="754269" y="265068"/>
                </a:lnTo>
                <a:lnTo>
                  <a:pt x="745351" y="258681"/>
                </a:lnTo>
                <a:lnTo>
                  <a:pt x="729319" y="247523"/>
                </a:lnTo>
                <a:lnTo>
                  <a:pt x="729602" y="247505"/>
                </a:lnTo>
                <a:lnTo>
                  <a:pt x="754344" y="264725"/>
                </a:lnTo>
                <a:lnTo>
                  <a:pt x="756527" y="254641"/>
                </a:lnTo>
                <a:lnTo>
                  <a:pt x="756708" y="254491"/>
                </a:lnTo>
                <a:lnTo>
                  <a:pt x="754472" y="264816"/>
                </a:lnTo>
                <a:lnTo>
                  <a:pt x="756686" y="266356"/>
                </a:lnTo>
                <a:lnTo>
                  <a:pt x="758563" y="231640"/>
                </a:lnTo>
                <a:lnTo>
                  <a:pt x="758792" y="231378"/>
                </a:lnTo>
                <a:lnTo>
                  <a:pt x="757493" y="255437"/>
                </a:lnTo>
                <a:lnTo>
                  <a:pt x="757040" y="266603"/>
                </a:lnTo>
                <a:lnTo>
                  <a:pt x="758572" y="267668"/>
                </a:lnTo>
                <a:lnTo>
                  <a:pt x="767385" y="273980"/>
                </a:lnTo>
                <a:lnTo>
                  <a:pt x="769228" y="269503"/>
                </a:lnTo>
                <a:lnTo>
                  <a:pt x="762446" y="257740"/>
                </a:lnTo>
                <a:lnTo>
                  <a:pt x="762949" y="257942"/>
                </a:lnTo>
                <a:lnTo>
                  <a:pt x="769389" y="269111"/>
                </a:lnTo>
                <a:lnTo>
                  <a:pt x="781902" y="238713"/>
                </a:lnTo>
                <a:lnTo>
                  <a:pt x="775355" y="229438"/>
                </a:lnTo>
                <a:lnTo>
                  <a:pt x="775658" y="229528"/>
                </a:lnTo>
                <a:lnTo>
                  <a:pt x="781991" y="238499"/>
                </a:lnTo>
                <a:lnTo>
                  <a:pt x="799252" y="196567"/>
                </a:lnTo>
                <a:lnTo>
                  <a:pt x="817850" y="153054"/>
                </a:lnTo>
                <a:lnTo>
                  <a:pt x="818184" y="152873"/>
                </a:lnTo>
                <a:lnTo>
                  <a:pt x="807891" y="176953"/>
                </a:lnTo>
                <a:lnTo>
                  <a:pt x="782348" y="239004"/>
                </a:lnTo>
                <a:lnTo>
                  <a:pt x="798318" y="261627"/>
                </a:lnTo>
                <a:lnTo>
                  <a:pt x="805731" y="272635"/>
                </a:lnTo>
                <a:lnTo>
                  <a:pt x="824924" y="173445"/>
                </a:lnTo>
                <a:lnTo>
                  <a:pt x="833239" y="135044"/>
                </a:lnTo>
                <a:lnTo>
                  <a:pt x="833481" y="134842"/>
                </a:lnTo>
                <a:lnTo>
                  <a:pt x="828879" y="156095"/>
                </a:lnTo>
                <a:cubicBezTo>
                  <a:pt x="821029" y="192815"/>
                  <a:pt x="813643" y="229187"/>
                  <a:pt x="807941" y="264308"/>
                </a:cubicBezTo>
                <a:lnTo>
                  <a:pt x="806610" y="273940"/>
                </a:lnTo>
                <a:lnTo>
                  <a:pt x="826449" y="303404"/>
                </a:lnTo>
                <a:lnTo>
                  <a:pt x="806547" y="274393"/>
                </a:lnTo>
                <a:lnTo>
                  <a:pt x="805512" y="281883"/>
                </a:lnTo>
                <a:lnTo>
                  <a:pt x="812803" y="298171"/>
                </a:lnTo>
                <a:lnTo>
                  <a:pt x="818222" y="310725"/>
                </a:lnTo>
                <a:lnTo>
                  <a:pt x="825645" y="316503"/>
                </a:lnTo>
                <a:lnTo>
                  <a:pt x="826908" y="312366"/>
                </a:lnTo>
                <a:lnTo>
                  <a:pt x="827193" y="312166"/>
                </a:lnTo>
                <a:lnTo>
                  <a:pt x="825827" y="316645"/>
                </a:lnTo>
                <a:lnTo>
                  <a:pt x="826171" y="316914"/>
                </a:lnTo>
                <a:lnTo>
                  <a:pt x="828477" y="307099"/>
                </a:lnTo>
                <a:lnTo>
                  <a:pt x="820465" y="299182"/>
                </a:lnTo>
                <a:lnTo>
                  <a:pt x="820842" y="299224"/>
                </a:lnTo>
                <a:lnTo>
                  <a:pt x="828540" y="306830"/>
                </a:lnTo>
                <a:lnTo>
                  <a:pt x="828595" y="306593"/>
                </a:lnTo>
                <a:lnTo>
                  <a:pt x="826449" y="303404"/>
                </a:lnTo>
                <a:lnTo>
                  <a:pt x="828605" y="306551"/>
                </a:lnTo>
                <a:lnTo>
                  <a:pt x="830969" y="296491"/>
                </a:lnTo>
                <a:lnTo>
                  <a:pt x="834655" y="282219"/>
                </a:lnTo>
                <a:lnTo>
                  <a:pt x="836442" y="269394"/>
                </a:lnTo>
                <a:lnTo>
                  <a:pt x="818545" y="251012"/>
                </a:lnTo>
                <a:lnTo>
                  <a:pt x="819083" y="251083"/>
                </a:lnTo>
                <a:lnTo>
                  <a:pt x="836500" y="268974"/>
                </a:lnTo>
                <a:lnTo>
                  <a:pt x="837299" y="263241"/>
                </a:lnTo>
                <a:lnTo>
                  <a:pt x="837551" y="262997"/>
                </a:lnTo>
                <a:lnTo>
                  <a:pt x="836691" y="269170"/>
                </a:lnTo>
                <a:lnTo>
                  <a:pt x="837746" y="270253"/>
                </a:lnTo>
                <a:lnTo>
                  <a:pt x="839740" y="262530"/>
                </a:lnTo>
                <a:lnTo>
                  <a:pt x="839965" y="262358"/>
                </a:lnTo>
                <a:lnTo>
                  <a:pt x="837888" y="270401"/>
                </a:lnTo>
                <a:lnTo>
                  <a:pt x="853296" y="286225"/>
                </a:lnTo>
                <a:lnTo>
                  <a:pt x="856089" y="279159"/>
                </a:lnTo>
                <a:lnTo>
                  <a:pt x="855256" y="277979"/>
                </a:lnTo>
                <a:lnTo>
                  <a:pt x="855481" y="278047"/>
                </a:lnTo>
                <a:lnTo>
                  <a:pt x="856153" y="278998"/>
                </a:lnTo>
                <a:lnTo>
                  <a:pt x="860615" y="267711"/>
                </a:lnTo>
                <a:lnTo>
                  <a:pt x="834966" y="238095"/>
                </a:lnTo>
                <a:lnTo>
                  <a:pt x="835607" y="238218"/>
                </a:lnTo>
                <a:lnTo>
                  <a:pt x="860782" y="267287"/>
                </a:lnTo>
                <a:lnTo>
                  <a:pt x="868158" y="248629"/>
                </a:lnTo>
                <a:lnTo>
                  <a:pt x="868549" y="247676"/>
                </a:lnTo>
                <a:lnTo>
                  <a:pt x="862100" y="233339"/>
                </a:lnTo>
                <a:lnTo>
                  <a:pt x="862379" y="233487"/>
                </a:lnTo>
                <a:lnTo>
                  <a:pt x="868652" y="247427"/>
                </a:lnTo>
                <a:lnTo>
                  <a:pt x="882531" y="213651"/>
                </a:lnTo>
                <a:lnTo>
                  <a:pt x="856286" y="187750"/>
                </a:lnTo>
                <a:lnTo>
                  <a:pt x="837401" y="169607"/>
                </a:lnTo>
                <a:lnTo>
                  <a:pt x="837780" y="169644"/>
                </a:lnTo>
                <a:lnTo>
                  <a:pt x="871904" y="202427"/>
                </a:lnTo>
                <a:lnTo>
                  <a:pt x="882746" y="213128"/>
                </a:lnTo>
                <a:lnTo>
                  <a:pt x="883852" y="210439"/>
                </a:lnTo>
                <a:lnTo>
                  <a:pt x="869403" y="176466"/>
                </a:lnTo>
                <a:cubicBezTo>
                  <a:pt x="845586" y="126498"/>
                  <a:pt x="816483" y="74752"/>
                  <a:pt x="786202" y="22613"/>
                </a:cubicBezTo>
                <a:lnTo>
                  <a:pt x="772993" y="0"/>
                </a:lnTo>
                <a:lnTo>
                  <a:pt x="773347" y="141"/>
                </a:lnTo>
                <a:lnTo>
                  <a:pt x="797217" y="40998"/>
                </a:lnTo>
                <a:cubicBezTo>
                  <a:pt x="827495" y="93140"/>
                  <a:pt x="856600" y="144884"/>
                  <a:pt x="880414" y="194853"/>
                </a:cubicBezTo>
                <a:lnTo>
                  <a:pt x="885420" y="206622"/>
                </a:lnTo>
                <a:lnTo>
                  <a:pt x="886143" y="204862"/>
                </a:lnTo>
                <a:lnTo>
                  <a:pt x="886475" y="204674"/>
                </a:lnTo>
                <a:lnTo>
                  <a:pt x="885550" y="206925"/>
                </a:lnTo>
                <a:lnTo>
                  <a:pt x="892125" y="222384"/>
                </a:lnTo>
                <a:lnTo>
                  <a:pt x="899287" y="229454"/>
                </a:lnTo>
                <a:lnTo>
                  <a:pt x="900393" y="222511"/>
                </a:lnTo>
                <a:lnTo>
                  <a:pt x="901227" y="218348"/>
                </a:lnTo>
                <a:lnTo>
                  <a:pt x="899765" y="217330"/>
                </a:lnTo>
                <a:lnTo>
                  <a:pt x="900415" y="217292"/>
                </a:lnTo>
                <a:lnTo>
                  <a:pt x="901314" y="217918"/>
                </a:lnTo>
                <a:lnTo>
                  <a:pt x="905102" y="199025"/>
                </a:lnTo>
                <a:lnTo>
                  <a:pt x="896184" y="181698"/>
                </a:lnTo>
                <a:cubicBezTo>
                  <a:pt x="885713" y="162530"/>
                  <a:pt x="874639" y="143157"/>
                  <a:pt x="863346" y="123713"/>
                </a:cubicBezTo>
                <a:lnTo>
                  <a:pt x="853494" y="106846"/>
                </a:lnTo>
                <a:lnTo>
                  <a:pt x="853758" y="106951"/>
                </a:lnTo>
                <a:lnTo>
                  <a:pt x="871561" y="137426"/>
                </a:lnTo>
                <a:cubicBezTo>
                  <a:pt x="882854" y="156871"/>
                  <a:pt x="893927" y="176244"/>
                  <a:pt x="904398" y="195413"/>
                </a:cubicBezTo>
                <a:lnTo>
                  <a:pt x="905425" y="197411"/>
                </a:lnTo>
                <a:lnTo>
                  <a:pt x="916552" y="141913"/>
                </a:lnTo>
                <a:lnTo>
                  <a:pt x="925686" y="99344"/>
                </a:lnTo>
                <a:lnTo>
                  <a:pt x="925954" y="99120"/>
                </a:lnTo>
                <a:lnTo>
                  <a:pt x="920901" y="122679"/>
                </a:lnTo>
                <a:lnTo>
                  <a:pt x="905779" y="198097"/>
                </a:lnTo>
                <a:lnTo>
                  <a:pt x="915359" y="216711"/>
                </a:lnTo>
                <a:lnTo>
                  <a:pt x="920010" y="203147"/>
                </a:lnTo>
                <a:lnTo>
                  <a:pt x="920304" y="202956"/>
                </a:lnTo>
                <a:lnTo>
                  <a:pt x="915497" y="216977"/>
                </a:lnTo>
                <a:lnTo>
                  <a:pt x="924166" y="233821"/>
                </a:lnTo>
                <a:lnTo>
                  <a:pt x="964287" y="261743"/>
                </a:lnTo>
                <a:lnTo>
                  <a:pt x="969145" y="254192"/>
                </a:lnTo>
                <a:lnTo>
                  <a:pt x="969763" y="253980"/>
                </a:lnTo>
                <a:lnTo>
                  <a:pt x="964618" y="261976"/>
                </a:lnTo>
                <a:lnTo>
                  <a:pt x="967060" y="263675"/>
                </a:lnTo>
                <a:lnTo>
                  <a:pt x="999958" y="287233"/>
                </a:lnTo>
                <a:lnTo>
                  <a:pt x="992012" y="258096"/>
                </a:lnTo>
                <a:lnTo>
                  <a:pt x="983456" y="245944"/>
                </a:lnTo>
                <a:lnTo>
                  <a:pt x="983727" y="246027"/>
                </a:lnTo>
                <a:lnTo>
                  <a:pt x="991876" y="257598"/>
                </a:lnTo>
                <a:lnTo>
                  <a:pt x="988934" y="246809"/>
                </a:lnTo>
                <a:lnTo>
                  <a:pt x="962310" y="207902"/>
                </a:lnTo>
                <a:lnTo>
                  <a:pt x="947232" y="186488"/>
                </a:lnTo>
                <a:lnTo>
                  <a:pt x="947596" y="186598"/>
                </a:lnTo>
                <a:lnTo>
                  <a:pt x="974842" y="225288"/>
                </a:lnTo>
                <a:lnTo>
                  <a:pt x="988514" y="245268"/>
                </a:lnTo>
                <a:lnTo>
                  <a:pt x="971851" y="184171"/>
                </a:lnTo>
                <a:lnTo>
                  <a:pt x="959445" y="140982"/>
                </a:lnTo>
                <a:lnTo>
                  <a:pt x="959975" y="141363"/>
                </a:lnTo>
                <a:lnTo>
                  <a:pt x="982391" y="219404"/>
                </a:lnTo>
                <a:lnTo>
                  <a:pt x="990060" y="247531"/>
                </a:lnTo>
                <a:lnTo>
                  <a:pt x="1006092" y="270957"/>
                </a:lnTo>
                <a:lnTo>
                  <a:pt x="1007835" y="266281"/>
                </a:lnTo>
                <a:lnTo>
                  <a:pt x="1001818" y="244216"/>
                </a:lnTo>
                <a:lnTo>
                  <a:pt x="992565" y="212002"/>
                </a:lnTo>
                <a:lnTo>
                  <a:pt x="992960" y="212287"/>
                </a:lnTo>
                <a:lnTo>
                  <a:pt x="1008193" y="265320"/>
                </a:lnTo>
                <a:lnTo>
                  <a:pt x="1010984" y="257831"/>
                </a:lnTo>
                <a:lnTo>
                  <a:pt x="1015048" y="248130"/>
                </a:lnTo>
                <a:lnTo>
                  <a:pt x="1008245" y="236483"/>
                </a:lnTo>
                <a:lnTo>
                  <a:pt x="1008508" y="236587"/>
                </a:lnTo>
                <a:lnTo>
                  <a:pt x="1015133" y="247927"/>
                </a:lnTo>
                <a:lnTo>
                  <a:pt x="1031685" y="208412"/>
                </a:lnTo>
                <a:lnTo>
                  <a:pt x="1022787" y="184620"/>
                </a:lnTo>
                <a:lnTo>
                  <a:pt x="1015699" y="166420"/>
                </a:lnTo>
                <a:lnTo>
                  <a:pt x="1015942" y="166563"/>
                </a:lnTo>
                <a:lnTo>
                  <a:pt x="1028750" y="199452"/>
                </a:lnTo>
                <a:lnTo>
                  <a:pt x="1031905" y="207887"/>
                </a:lnTo>
                <a:lnTo>
                  <a:pt x="1035219" y="199977"/>
                </a:lnTo>
                <a:lnTo>
                  <a:pt x="1031259" y="187951"/>
                </a:lnTo>
                <a:lnTo>
                  <a:pt x="1030301" y="185390"/>
                </a:lnTo>
                <a:lnTo>
                  <a:pt x="1022957" y="175605"/>
                </a:lnTo>
                <a:lnTo>
                  <a:pt x="1023231" y="175676"/>
                </a:lnTo>
                <a:lnTo>
                  <a:pt x="1030085" y="184809"/>
                </a:lnTo>
                <a:lnTo>
                  <a:pt x="999962" y="104272"/>
                </a:lnTo>
                <a:lnTo>
                  <a:pt x="990460" y="79868"/>
                </a:lnTo>
                <a:lnTo>
                  <a:pt x="990787" y="80061"/>
                </a:lnTo>
                <a:lnTo>
                  <a:pt x="1007959" y="124156"/>
                </a:lnTo>
                <a:lnTo>
                  <a:pt x="1031198" y="186293"/>
                </a:lnTo>
                <a:lnTo>
                  <a:pt x="1037480" y="194660"/>
                </a:lnTo>
                <a:lnTo>
                  <a:pt x="1044277" y="179026"/>
                </a:lnTo>
                <a:lnTo>
                  <a:pt x="1026968" y="149395"/>
                </a:lnTo>
                <a:lnTo>
                  <a:pt x="1027574" y="149634"/>
                </a:lnTo>
                <a:lnTo>
                  <a:pt x="1044477" y="178566"/>
                </a:lnTo>
                <a:lnTo>
                  <a:pt x="1050556" y="164585"/>
                </a:lnTo>
                <a:lnTo>
                  <a:pt x="1050805" y="164451"/>
                </a:lnTo>
                <a:lnTo>
                  <a:pt x="1044586" y="178752"/>
                </a:lnTo>
                <a:lnTo>
                  <a:pt x="1067067" y="217238"/>
                </a:lnTo>
                <a:lnTo>
                  <a:pt x="1088933" y="174635"/>
                </a:lnTo>
                <a:lnTo>
                  <a:pt x="1087677" y="167146"/>
                </a:lnTo>
                <a:lnTo>
                  <a:pt x="1083003" y="141377"/>
                </a:lnTo>
                <a:lnTo>
                  <a:pt x="1083290" y="141629"/>
                </a:lnTo>
                <a:lnTo>
                  <a:pt x="1089187" y="174140"/>
                </a:lnTo>
                <a:lnTo>
                  <a:pt x="1096485" y="159919"/>
                </a:lnTo>
                <a:lnTo>
                  <a:pt x="1116884" y="121456"/>
                </a:lnTo>
                <a:lnTo>
                  <a:pt x="1117205" y="121314"/>
                </a:lnTo>
                <a:lnTo>
                  <a:pt x="1105914" y="142601"/>
                </a:lnTo>
                <a:lnTo>
                  <a:pt x="1089328" y="174919"/>
                </a:lnTo>
                <a:lnTo>
                  <a:pt x="1091735" y="188189"/>
                </a:lnTo>
                <a:lnTo>
                  <a:pt x="1098587" y="229087"/>
                </a:lnTo>
                <a:lnTo>
                  <a:pt x="1109118" y="201642"/>
                </a:lnTo>
                <a:lnTo>
                  <a:pt x="1126663" y="157694"/>
                </a:lnTo>
                <a:lnTo>
                  <a:pt x="1126993" y="157502"/>
                </a:lnTo>
                <a:lnTo>
                  <a:pt x="1117282" y="181826"/>
                </a:lnTo>
                <a:lnTo>
                  <a:pt x="1098758" y="230104"/>
                </a:lnTo>
                <a:lnTo>
                  <a:pt x="1101693" y="247622"/>
                </a:lnTo>
                <a:lnTo>
                  <a:pt x="1115218" y="229658"/>
                </a:lnTo>
                <a:lnTo>
                  <a:pt x="1117290" y="224466"/>
                </a:lnTo>
                <a:lnTo>
                  <a:pt x="1117537" y="224324"/>
                </a:lnTo>
                <a:lnTo>
                  <a:pt x="1115620" y="229124"/>
                </a:lnTo>
                <a:lnTo>
                  <a:pt x="1125297" y="216271"/>
                </a:lnTo>
                <a:lnTo>
                  <a:pt x="1125636" y="216182"/>
                </a:lnTo>
                <a:lnTo>
                  <a:pt x="1115314" y="229891"/>
                </a:lnTo>
                <a:lnTo>
                  <a:pt x="1110293" y="242465"/>
                </a:lnTo>
                <a:lnTo>
                  <a:pt x="1103706" y="259636"/>
                </a:lnTo>
                <a:lnTo>
                  <a:pt x="1104086" y="261903"/>
                </a:lnTo>
                <a:lnTo>
                  <a:pt x="1125577" y="237183"/>
                </a:lnTo>
                <a:lnTo>
                  <a:pt x="1127781" y="234716"/>
                </a:lnTo>
                <a:lnTo>
                  <a:pt x="1143008" y="203567"/>
                </a:lnTo>
                <a:lnTo>
                  <a:pt x="1143269" y="203440"/>
                </a:lnTo>
                <a:lnTo>
                  <a:pt x="1134482" y="221415"/>
                </a:lnTo>
                <a:lnTo>
                  <a:pt x="1128733" y="233649"/>
                </a:lnTo>
                <a:lnTo>
                  <a:pt x="1162920" y="195378"/>
                </a:lnTo>
                <a:lnTo>
                  <a:pt x="1160327" y="182336"/>
                </a:lnTo>
                <a:lnTo>
                  <a:pt x="1156285" y="163349"/>
                </a:lnTo>
                <a:lnTo>
                  <a:pt x="1156502" y="163528"/>
                </a:lnTo>
                <a:lnTo>
                  <a:pt x="1163213" y="195049"/>
                </a:lnTo>
                <a:lnTo>
                  <a:pt x="1179669" y="176626"/>
                </a:lnTo>
                <a:lnTo>
                  <a:pt x="1180311" y="176513"/>
                </a:lnTo>
                <a:lnTo>
                  <a:pt x="1163316" y="195539"/>
                </a:lnTo>
                <a:lnTo>
                  <a:pt x="1163805" y="197837"/>
                </a:lnTo>
                <a:lnTo>
                  <a:pt x="1167127" y="214544"/>
                </a:lnTo>
                <a:lnTo>
                  <a:pt x="1203964" y="155562"/>
                </a:lnTo>
                <a:lnTo>
                  <a:pt x="1229568" y="115769"/>
                </a:lnTo>
                <a:lnTo>
                  <a:pt x="1229927" y="115645"/>
                </a:lnTo>
                <a:lnTo>
                  <a:pt x="1215757" y="137668"/>
                </a:lnTo>
                <a:cubicBezTo>
                  <a:pt x="1199511" y="163062"/>
                  <a:pt x="1183561" y="188372"/>
                  <a:pt x="1168431" y="213445"/>
                </a:cubicBezTo>
                <a:lnTo>
                  <a:pt x="1167303" y="215423"/>
                </a:lnTo>
                <a:lnTo>
                  <a:pt x="1170273" y="230362"/>
                </a:lnTo>
                <a:lnTo>
                  <a:pt x="1174948" y="222878"/>
                </a:lnTo>
                <a:lnTo>
                  <a:pt x="1175095" y="222649"/>
                </a:lnTo>
                <a:lnTo>
                  <a:pt x="1174242" y="220908"/>
                </a:lnTo>
                <a:lnTo>
                  <a:pt x="1174585" y="221073"/>
                </a:lnTo>
                <a:lnTo>
                  <a:pt x="1175244" y="222418"/>
                </a:lnTo>
                <a:lnTo>
                  <a:pt x="1194045" y="193197"/>
                </a:lnTo>
                <a:lnTo>
                  <a:pt x="1194313" y="193103"/>
                </a:lnTo>
                <a:lnTo>
                  <a:pt x="1183745" y="209531"/>
                </a:lnTo>
                <a:lnTo>
                  <a:pt x="1175443" y="222823"/>
                </a:lnTo>
                <a:lnTo>
                  <a:pt x="1195431" y="263554"/>
                </a:lnTo>
                <a:lnTo>
                  <a:pt x="1195962" y="264674"/>
                </a:lnTo>
                <a:lnTo>
                  <a:pt x="1207467" y="242578"/>
                </a:lnTo>
                <a:lnTo>
                  <a:pt x="1207911" y="242379"/>
                </a:lnTo>
                <a:lnTo>
                  <a:pt x="1196123" y="265017"/>
                </a:lnTo>
                <a:lnTo>
                  <a:pt x="1200191" y="273593"/>
                </a:lnTo>
                <a:lnTo>
                  <a:pt x="1210063" y="253995"/>
                </a:lnTo>
                <a:lnTo>
                  <a:pt x="1247563" y="181975"/>
                </a:lnTo>
                <a:lnTo>
                  <a:pt x="1248157" y="181708"/>
                </a:lnTo>
                <a:lnTo>
                  <a:pt x="1227404" y="221566"/>
                </a:lnTo>
                <a:lnTo>
                  <a:pt x="1200680" y="274620"/>
                </a:lnTo>
                <a:lnTo>
                  <a:pt x="1215890" y="306704"/>
                </a:lnTo>
                <a:lnTo>
                  <a:pt x="1218929" y="300973"/>
                </a:lnTo>
                <a:lnTo>
                  <a:pt x="1219168" y="300868"/>
                </a:lnTo>
                <a:lnTo>
                  <a:pt x="1215976" y="306886"/>
                </a:lnTo>
                <a:lnTo>
                  <a:pt x="1226547" y="329183"/>
                </a:lnTo>
                <a:lnTo>
                  <a:pt x="1227989" y="327245"/>
                </a:lnTo>
                <a:lnTo>
                  <a:pt x="1227981" y="326329"/>
                </a:lnTo>
                <a:lnTo>
                  <a:pt x="1227555" y="307108"/>
                </a:lnTo>
                <a:lnTo>
                  <a:pt x="1216605" y="285249"/>
                </a:lnTo>
                <a:lnTo>
                  <a:pt x="1209837" y="272449"/>
                </a:lnTo>
                <a:lnTo>
                  <a:pt x="1210029" y="272534"/>
                </a:lnTo>
                <a:lnTo>
                  <a:pt x="1222260" y="295661"/>
                </a:lnTo>
                <a:lnTo>
                  <a:pt x="1234023" y="319141"/>
                </a:lnTo>
                <a:lnTo>
                  <a:pt x="1236638" y="315630"/>
                </a:lnTo>
                <a:lnTo>
                  <a:pt x="1234193" y="309088"/>
                </a:lnTo>
                <a:lnTo>
                  <a:pt x="1217886" y="267216"/>
                </a:lnTo>
                <a:lnTo>
                  <a:pt x="1218449" y="267546"/>
                </a:lnTo>
                <a:lnTo>
                  <a:pt x="1236990" y="315158"/>
                </a:lnTo>
                <a:lnTo>
                  <a:pt x="1244453" y="305133"/>
                </a:lnTo>
                <a:lnTo>
                  <a:pt x="1248968" y="299238"/>
                </a:lnTo>
                <a:lnTo>
                  <a:pt x="1242681" y="290620"/>
                </a:lnTo>
                <a:lnTo>
                  <a:pt x="1222688" y="263981"/>
                </a:lnTo>
                <a:lnTo>
                  <a:pt x="1223154" y="264106"/>
                </a:lnTo>
                <a:lnTo>
                  <a:pt x="1249247" y="298872"/>
                </a:lnTo>
                <a:lnTo>
                  <a:pt x="1262160" y="282009"/>
                </a:lnTo>
                <a:lnTo>
                  <a:pt x="1262387" y="281949"/>
                </a:lnTo>
                <a:lnTo>
                  <a:pt x="1252588" y="294747"/>
                </a:lnTo>
                <a:lnTo>
                  <a:pt x="1249383" y="299052"/>
                </a:lnTo>
                <a:lnTo>
                  <a:pt x="1251717" y="302161"/>
                </a:lnTo>
                <a:lnTo>
                  <a:pt x="1257682" y="293489"/>
                </a:lnTo>
                <a:lnTo>
                  <a:pt x="1274582" y="272406"/>
                </a:lnTo>
                <a:lnTo>
                  <a:pt x="1274495" y="268490"/>
                </a:lnTo>
                <a:lnTo>
                  <a:pt x="1259814" y="239184"/>
                </a:lnTo>
                <a:lnTo>
                  <a:pt x="1250740" y="222023"/>
                </a:lnTo>
                <a:lnTo>
                  <a:pt x="1250997" y="222138"/>
                </a:lnTo>
                <a:lnTo>
                  <a:pt x="1267395" y="253143"/>
                </a:lnTo>
                <a:lnTo>
                  <a:pt x="1276098" y="270514"/>
                </a:lnTo>
                <a:lnTo>
                  <a:pt x="1297616" y="243669"/>
                </a:lnTo>
                <a:cubicBezTo>
                  <a:pt x="1311693" y="226968"/>
                  <a:pt x="1326400" y="210188"/>
                  <a:pt x="1341337" y="193378"/>
                </a:cubicBezTo>
                <a:lnTo>
                  <a:pt x="1364849" y="167057"/>
                </a:lnTo>
                <a:lnTo>
                  <a:pt x="1365130" y="167005"/>
                </a:lnTo>
                <a:lnTo>
                  <a:pt x="1352116" y="181575"/>
                </a:lnTo>
                <a:cubicBezTo>
                  <a:pt x="1337180" y="198383"/>
                  <a:pt x="1322472" y="215163"/>
                  <a:pt x="1308396" y="231865"/>
                </a:cubicBezTo>
                <a:lnTo>
                  <a:pt x="1276605" y="271526"/>
                </a:lnTo>
                <a:lnTo>
                  <a:pt x="1286563" y="291405"/>
                </a:lnTo>
                <a:lnTo>
                  <a:pt x="1314885" y="250231"/>
                </a:lnTo>
                <a:cubicBezTo>
                  <a:pt x="1348167" y="206002"/>
                  <a:pt x="1386990" y="161084"/>
                  <a:pt x="1427041" y="116014"/>
                </a:cubicBezTo>
                <a:lnTo>
                  <a:pt x="1458564" y="80723"/>
                </a:lnTo>
                <a:lnTo>
                  <a:pt x="1458940" y="80656"/>
                </a:lnTo>
                <a:lnTo>
                  <a:pt x="1441493" y="100187"/>
                </a:lnTo>
                <a:cubicBezTo>
                  <a:pt x="1401443" y="145256"/>
                  <a:pt x="1362620" y="190176"/>
                  <a:pt x="1329337" y="234404"/>
                </a:cubicBezTo>
                <a:lnTo>
                  <a:pt x="1296449" y="282216"/>
                </a:lnTo>
                <a:lnTo>
                  <a:pt x="1297532" y="281008"/>
                </a:lnTo>
                <a:lnTo>
                  <a:pt x="1297819" y="280959"/>
                </a:lnTo>
                <a:lnTo>
                  <a:pt x="1295653" y="283374"/>
                </a:lnTo>
                <a:lnTo>
                  <a:pt x="1288065" y="294404"/>
                </a:lnTo>
                <a:lnTo>
                  <a:pt x="1302379" y="322977"/>
                </a:lnTo>
                <a:lnTo>
                  <a:pt x="1324870" y="291680"/>
                </a:lnTo>
                <a:lnTo>
                  <a:pt x="1325172" y="291593"/>
                </a:lnTo>
                <a:lnTo>
                  <a:pt x="1312483" y="309251"/>
                </a:lnTo>
                <a:lnTo>
                  <a:pt x="1302595" y="323408"/>
                </a:lnTo>
                <a:lnTo>
                  <a:pt x="1311464" y="341114"/>
                </a:lnTo>
                <a:lnTo>
                  <a:pt x="1314521" y="348132"/>
                </a:lnTo>
                <a:lnTo>
                  <a:pt x="1329107" y="334385"/>
                </a:lnTo>
                <a:lnTo>
                  <a:pt x="1329341" y="334365"/>
                </a:lnTo>
                <a:lnTo>
                  <a:pt x="1317538" y="345490"/>
                </a:lnTo>
                <a:lnTo>
                  <a:pt x="1314605" y="348329"/>
                </a:lnTo>
                <a:lnTo>
                  <a:pt x="1315530" y="350451"/>
                </a:lnTo>
                <a:lnTo>
                  <a:pt x="1343135" y="331631"/>
                </a:lnTo>
                <a:lnTo>
                  <a:pt x="1344696" y="329207"/>
                </a:lnTo>
                <a:lnTo>
                  <a:pt x="1344467" y="321668"/>
                </a:lnTo>
                <a:lnTo>
                  <a:pt x="1342984" y="316780"/>
                </a:lnTo>
                <a:lnTo>
                  <a:pt x="1343214" y="316942"/>
                </a:lnTo>
                <a:lnTo>
                  <a:pt x="1344447" y="321000"/>
                </a:lnTo>
                <a:lnTo>
                  <a:pt x="1344436" y="320646"/>
                </a:lnTo>
                <a:lnTo>
                  <a:pt x="1343419" y="301261"/>
                </a:lnTo>
                <a:lnTo>
                  <a:pt x="1343605" y="301473"/>
                </a:lnTo>
                <a:lnTo>
                  <a:pt x="1344668" y="321725"/>
                </a:lnTo>
                <a:lnTo>
                  <a:pt x="1346219" y="326840"/>
                </a:lnTo>
                <a:lnTo>
                  <a:pt x="1348797" y="322832"/>
                </a:lnTo>
                <a:lnTo>
                  <a:pt x="1349065" y="322740"/>
                </a:lnTo>
                <a:lnTo>
                  <a:pt x="1346285" y="327059"/>
                </a:lnTo>
                <a:lnTo>
                  <a:pt x="1346895" y="329068"/>
                </a:lnTo>
                <a:lnTo>
                  <a:pt x="1363799" y="317544"/>
                </a:lnTo>
                <a:lnTo>
                  <a:pt x="1364340" y="317580"/>
                </a:lnTo>
                <a:lnTo>
                  <a:pt x="1346997" y="329405"/>
                </a:lnTo>
                <a:lnTo>
                  <a:pt x="1353398" y="350506"/>
                </a:lnTo>
                <a:lnTo>
                  <a:pt x="1355585" y="358074"/>
                </a:lnTo>
                <a:lnTo>
                  <a:pt x="1382048" y="332009"/>
                </a:lnTo>
                <a:lnTo>
                  <a:pt x="1410644" y="305061"/>
                </a:lnTo>
                <a:lnTo>
                  <a:pt x="1410959" y="305033"/>
                </a:lnTo>
                <a:lnTo>
                  <a:pt x="1395133" y="319947"/>
                </a:lnTo>
                <a:lnTo>
                  <a:pt x="1355621" y="358199"/>
                </a:lnTo>
                <a:lnTo>
                  <a:pt x="1360578" y="375366"/>
                </a:lnTo>
                <a:lnTo>
                  <a:pt x="1362219" y="372214"/>
                </a:lnTo>
                <a:lnTo>
                  <a:pt x="1362662" y="372016"/>
                </a:lnTo>
                <a:lnTo>
                  <a:pt x="1360700" y="375785"/>
                </a:lnTo>
                <a:lnTo>
                  <a:pt x="1365949" y="393963"/>
                </a:lnTo>
                <a:lnTo>
                  <a:pt x="1372816" y="385972"/>
                </a:lnTo>
                <a:lnTo>
                  <a:pt x="1384580" y="372651"/>
                </a:lnTo>
                <a:lnTo>
                  <a:pt x="1381042" y="358646"/>
                </a:lnTo>
                <a:lnTo>
                  <a:pt x="1381267" y="358818"/>
                </a:lnTo>
                <a:lnTo>
                  <a:pt x="1384721" y="372492"/>
                </a:lnTo>
                <a:lnTo>
                  <a:pt x="1417444" y="335437"/>
                </a:lnTo>
                <a:lnTo>
                  <a:pt x="1417977" y="335339"/>
                </a:lnTo>
                <a:lnTo>
                  <a:pt x="1393279" y="363308"/>
                </a:lnTo>
                <a:lnTo>
                  <a:pt x="1384872" y="373090"/>
                </a:lnTo>
                <a:lnTo>
                  <a:pt x="1388992" y="389399"/>
                </a:lnTo>
                <a:lnTo>
                  <a:pt x="1405512" y="376793"/>
                </a:lnTo>
                <a:lnTo>
                  <a:pt x="1405268" y="373956"/>
                </a:lnTo>
                <a:lnTo>
                  <a:pt x="1405600" y="374250"/>
                </a:lnTo>
                <a:lnTo>
                  <a:pt x="1405799" y="376575"/>
                </a:lnTo>
                <a:lnTo>
                  <a:pt x="1406610" y="375955"/>
                </a:lnTo>
                <a:lnTo>
                  <a:pt x="1440333" y="352294"/>
                </a:lnTo>
                <a:lnTo>
                  <a:pt x="1434152" y="340607"/>
                </a:lnTo>
                <a:lnTo>
                  <a:pt x="1434595" y="340802"/>
                </a:lnTo>
                <a:lnTo>
                  <a:pt x="1440581" y="352120"/>
                </a:lnTo>
                <a:lnTo>
                  <a:pt x="1451904" y="344175"/>
                </a:lnTo>
                <a:lnTo>
                  <a:pt x="1476119" y="327665"/>
                </a:lnTo>
                <a:lnTo>
                  <a:pt x="1476354" y="327681"/>
                </a:lnTo>
                <a:lnTo>
                  <a:pt x="1462953" y="336817"/>
                </a:lnTo>
                <a:lnTo>
                  <a:pt x="1440734" y="352408"/>
                </a:lnTo>
                <a:lnTo>
                  <a:pt x="1452017" y="373743"/>
                </a:lnTo>
                <a:lnTo>
                  <a:pt x="1452368" y="373305"/>
                </a:lnTo>
                <a:lnTo>
                  <a:pt x="1480982" y="340392"/>
                </a:lnTo>
                <a:lnTo>
                  <a:pt x="1480273" y="337586"/>
                </a:lnTo>
                <a:lnTo>
                  <a:pt x="1480574" y="337818"/>
                </a:lnTo>
                <a:lnTo>
                  <a:pt x="1481170" y="340176"/>
                </a:lnTo>
                <a:lnTo>
                  <a:pt x="1496088" y="323015"/>
                </a:lnTo>
                <a:lnTo>
                  <a:pt x="1519601" y="296692"/>
                </a:lnTo>
                <a:lnTo>
                  <a:pt x="1519881" y="296642"/>
                </a:lnTo>
                <a:lnTo>
                  <a:pt x="1506867" y="311211"/>
                </a:lnTo>
                <a:lnTo>
                  <a:pt x="1481286" y="340636"/>
                </a:lnTo>
                <a:lnTo>
                  <a:pt x="1490930" y="378815"/>
                </a:lnTo>
                <a:lnTo>
                  <a:pt x="1513079" y="361917"/>
                </a:lnTo>
                <a:lnTo>
                  <a:pt x="1512753" y="358112"/>
                </a:lnTo>
                <a:lnTo>
                  <a:pt x="1513197" y="358507"/>
                </a:lnTo>
                <a:lnTo>
                  <a:pt x="1513464" y="361623"/>
                </a:lnTo>
                <a:lnTo>
                  <a:pt x="1514551" y="360794"/>
                </a:lnTo>
                <a:cubicBezTo>
                  <a:pt x="1534240" y="346523"/>
                  <a:pt x="1554631" y="332339"/>
                  <a:pt x="1575277" y="318184"/>
                </a:cubicBezTo>
                <a:lnTo>
                  <a:pt x="1607742" y="296049"/>
                </a:lnTo>
                <a:lnTo>
                  <a:pt x="1608057" y="296071"/>
                </a:lnTo>
                <a:lnTo>
                  <a:pt x="1590090" y="308321"/>
                </a:lnTo>
                <a:cubicBezTo>
                  <a:pt x="1569444" y="322476"/>
                  <a:pt x="1549053" y="336660"/>
                  <a:pt x="1529365" y="350930"/>
                </a:cubicBezTo>
                <a:lnTo>
                  <a:pt x="1513580" y="362974"/>
                </a:lnTo>
                <a:lnTo>
                  <a:pt x="1520046" y="438325"/>
                </a:lnTo>
                <a:lnTo>
                  <a:pt x="1525910" y="519825"/>
                </a:lnTo>
                <a:lnTo>
                  <a:pt x="1530291" y="529300"/>
                </a:lnTo>
                <a:lnTo>
                  <a:pt x="1534140" y="526363"/>
                </a:lnTo>
                <a:lnTo>
                  <a:pt x="1532099" y="518284"/>
                </a:lnTo>
                <a:lnTo>
                  <a:pt x="1532485" y="518581"/>
                </a:lnTo>
                <a:lnTo>
                  <a:pt x="1534400" y="526163"/>
                </a:lnTo>
                <a:lnTo>
                  <a:pt x="1541027" y="521108"/>
                </a:lnTo>
                <a:lnTo>
                  <a:pt x="1539186" y="510382"/>
                </a:lnTo>
                <a:lnTo>
                  <a:pt x="1539378" y="510555"/>
                </a:lnTo>
                <a:lnTo>
                  <a:pt x="1541170" y="520999"/>
                </a:lnTo>
                <a:lnTo>
                  <a:pt x="1543447" y="519262"/>
                </a:lnTo>
                <a:lnTo>
                  <a:pt x="1540577" y="507220"/>
                </a:lnTo>
                <a:lnTo>
                  <a:pt x="1535793" y="488283"/>
                </a:lnTo>
                <a:lnTo>
                  <a:pt x="1536018" y="488455"/>
                </a:lnTo>
                <a:lnTo>
                  <a:pt x="1543743" y="519035"/>
                </a:lnTo>
                <a:lnTo>
                  <a:pt x="1545121" y="517983"/>
                </a:lnTo>
                <a:lnTo>
                  <a:pt x="1546951" y="497127"/>
                </a:lnTo>
                <a:lnTo>
                  <a:pt x="1549321" y="464144"/>
                </a:lnTo>
                <a:lnTo>
                  <a:pt x="1549602" y="464488"/>
                </a:lnTo>
                <a:lnTo>
                  <a:pt x="1545795" y="517470"/>
                </a:lnTo>
                <a:lnTo>
                  <a:pt x="1556587" y="509235"/>
                </a:lnTo>
                <a:lnTo>
                  <a:pt x="1555521" y="496547"/>
                </a:lnTo>
                <a:cubicBezTo>
                  <a:pt x="1553171" y="474969"/>
                  <a:pt x="1550344" y="452976"/>
                  <a:pt x="1547345" y="430832"/>
                </a:cubicBezTo>
                <a:lnTo>
                  <a:pt x="1544689" y="411602"/>
                </a:lnTo>
                <a:lnTo>
                  <a:pt x="1544893" y="411797"/>
                </a:lnTo>
                <a:lnTo>
                  <a:pt x="1549691" y="446544"/>
                </a:lnTo>
                <a:lnTo>
                  <a:pt x="1557413" y="508605"/>
                </a:lnTo>
                <a:lnTo>
                  <a:pt x="1560264" y="506429"/>
                </a:lnTo>
                <a:lnTo>
                  <a:pt x="1560019" y="503593"/>
                </a:lnTo>
                <a:lnTo>
                  <a:pt x="1560351" y="503886"/>
                </a:lnTo>
                <a:lnTo>
                  <a:pt x="1560550" y="506212"/>
                </a:lnTo>
                <a:lnTo>
                  <a:pt x="1561361" y="505593"/>
                </a:lnTo>
                <a:cubicBezTo>
                  <a:pt x="1576047" y="494947"/>
                  <a:pt x="1591256" y="484369"/>
                  <a:pt x="1606656" y="473810"/>
                </a:cubicBezTo>
                <a:lnTo>
                  <a:pt x="1630871" y="457301"/>
                </a:lnTo>
                <a:lnTo>
                  <a:pt x="1631105" y="457318"/>
                </a:lnTo>
                <a:lnTo>
                  <a:pt x="1617705" y="466454"/>
                </a:lnTo>
                <a:cubicBezTo>
                  <a:pt x="1602305" y="477013"/>
                  <a:pt x="1587096" y="487592"/>
                  <a:pt x="1572411" y="498235"/>
                </a:cubicBezTo>
                <a:lnTo>
                  <a:pt x="1560637" y="507220"/>
                </a:lnTo>
                <a:lnTo>
                  <a:pt x="1565459" y="563423"/>
                </a:lnTo>
                <a:lnTo>
                  <a:pt x="1567058" y="585630"/>
                </a:lnTo>
                <a:lnTo>
                  <a:pt x="1571929" y="543571"/>
                </a:lnTo>
                <a:lnTo>
                  <a:pt x="1573914" y="524140"/>
                </a:lnTo>
                <a:lnTo>
                  <a:pt x="1574066" y="524380"/>
                </a:lnTo>
                <a:lnTo>
                  <a:pt x="1570477" y="559492"/>
                </a:lnTo>
                <a:lnTo>
                  <a:pt x="1567441" y="585720"/>
                </a:lnTo>
                <a:lnTo>
                  <a:pt x="1567566" y="585896"/>
                </a:lnTo>
                <a:lnTo>
                  <a:pt x="1567237" y="588111"/>
                </a:lnTo>
                <a:lnTo>
                  <a:pt x="1569391" y="618060"/>
                </a:lnTo>
                <a:lnTo>
                  <a:pt x="1575331" y="596052"/>
                </a:lnTo>
                <a:lnTo>
                  <a:pt x="1575542" y="596440"/>
                </a:lnTo>
                <a:lnTo>
                  <a:pt x="1569521" y="618750"/>
                </a:lnTo>
                <a:lnTo>
                  <a:pt x="1579201" y="644468"/>
                </a:lnTo>
                <a:lnTo>
                  <a:pt x="1583378" y="653504"/>
                </a:lnTo>
                <a:lnTo>
                  <a:pt x="1586216" y="646876"/>
                </a:lnTo>
                <a:lnTo>
                  <a:pt x="1586329" y="646495"/>
                </a:lnTo>
                <a:lnTo>
                  <a:pt x="1587640" y="641297"/>
                </a:lnTo>
                <a:lnTo>
                  <a:pt x="1586957" y="638391"/>
                </a:lnTo>
                <a:lnTo>
                  <a:pt x="1587306" y="638668"/>
                </a:lnTo>
                <a:lnTo>
                  <a:pt x="1587787" y="640714"/>
                </a:lnTo>
                <a:lnTo>
                  <a:pt x="1593022" y="619962"/>
                </a:lnTo>
                <a:lnTo>
                  <a:pt x="1592032" y="608184"/>
                </a:lnTo>
                <a:lnTo>
                  <a:pt x="1592013" y="608129"/>
                </a:lnTo>
                <a:lnTo>
                  <a:pt x="1592028" y="608139"/>
                </a:lnTo>
                <a:lnTo>
                  <a:pt x="1591920" y="606849"/>
                </a:lnTo>
                <a:cubicBezTo>
                  <a:pt x="1590167" y="590754"/>
                  <a:pt x="1588059" y="574349"/>
                  <a:pt x="1585822" y="557832"/>
                </a:cubicBezTo>
                <a:lnTo>
                  <a:pt x="1583840" y="543489"/>
                </a:lnTo>
                <a:lnTo>
                  <a:pt x="1583993" y="543635"/>
                </a:lnTo>
                <a:lnTo>
                  <a:pt x="1587572" y="569551"/>
                </a:lnTo>
                <a:lnTo>
                  <a:pt x="1592402" y="608380"/>
                </a:lnTo>
                <a:lnTo>
                  <a:pt x="1592518" y="608454"/>
                </a:lnTo>
                <a:lnTo>
                  <a:pt x="1594484" y="614168"/>
                </a:lnTo>
                <a:lnTo>
                  <a:pt x="1613822" y="537514"/>
                </a:lnTo>
                <a:lnTo>
                  <a:pt x="1621420" y="505541"/>
                </a:lnTo>
                <a:lnTo>
                  <a:pt x="1621642" y="505922"/>
                </a:lnTo>
                <a:lnTo>
                  <a:pt x="1607912" y="563694"/>
                </a:lnTo>
                <a:lnTo>
                  <a:pt x="1594885" y="615330"/>
                </a:lnTo>
                <a:lnTo>
                  <a:pt x="1597039" y="621591"/>
                </a:lnTo>
                <a:lnTo>
                  <a:pt x="1602807" y="608117"/>
                </a:lnTo>
                <a:lnTo>
                  <a:pt x="1612143" y="585452"/>
                </a:lnTo>
                <a:lnTo>
                  <a:pt x="1612260" y="585758"/>
                </a:lnTo>
                <a:lnTo>
                  <a:pt x="1597251" y="622204"/>
                </a:lnTo>
                <a:lnTo>
                  <a:pt x="1599435" y="628550"/>
                </a:lnTo>
                <a:lnTo>
                  <a:pt x="1601580" y="615168"/>
                </a:lnTo>
                <a:lnTo>
                  <a:pt x="1601816" y="615594"/>
                </a:lnTo>
                <a:lnTo>
                  <a:pt x="1599643" y="629153"/>
                </a:lnTo>
                <a:lnTo>
                  <a:pt x="1611143" y="662561"/>
                </a:lnTo>
                <a:lnTo>
                  <a:pt x="1615175" y="630448"/>
                </a:lnTo>
                <a:lnTo>
                  <a:pt x="1614911" y="625835"/>
                </a:lnTo>
                <a:lnTo>
                  <a:pt x="1613689" y="610456"/>
                </a:lnTo>
                <a:lnTo>
                  <a:pt x="1613841" y="610620"/>
                </a:lnTo>
                <a:lnTo>
                  <a:pt x="1615323" y="629268"/>
                </a:lnTo>
                <a:lnTo>
                  <a:pt x="1616510" y="619817"/>
                </a:lnTo>
                <a:lnTo>
                  <a:pt x="1615460" y="630996"/>
                </a:lnTo>
                <a:lnTo>
                  <a:pt x="1616049" y="638408"/>
                </a:lnTo>
                <a:lnTo>
                  <a:pt x="1618578" y="676806"/>
                </a:lnTo>
                <a:lnTo>
                  <a:pt x="1619995" y="582705"/>
                </a:lnTo>
                <a:lnTo>
                  <a:pt x="1616990" y="614702"/>
                </a:lnTo>
                <a:lnTo>
                  <a:pt x="1620054" y="578733"/>
                </a:lnTo>
                <a:lnTo>
                  <a:pt x="1620190" y="569720"/>
                </a:lnTo>
                <a:lnTo>
                  <a:pt x="1620261" y="524784"/>
                </a:lnTo>
                <a:lnTo>
                  <a:pt x="1620664" y="525297"/>
                </a:lnTo>
                <a:lnTo>
                  <a:pt x="1620589" y="572456"/>
                </a:lnTo>
                <a:lnTo>
                  <a:pt x="1620841" y="569499"/>
                </a:lnTo>
                <a:lnTo>
                  <a:pt x="1621875" y="555057"/>
                </a:lnTo>
                <a:lnTo>
                  <a:pt x="1621993" y="555233"/>
                </a:lnTo>
                <a:lnTo>
                  <a:pt x="1620585" y="574888"/>
                </a:lnTo>
                <a:lnTo>
                  <a:pt x="1620534" y="606494"/>
                </a:lnTo>
                <a:lnTo>
                  <a:pt x="1619328" y="686669"/>
                </a:lnTo>
                <a:lnTo>
                  <a:pt x="1620996" y="691735"/>
                </a:lnTo>
                <a:lnTo>
                  <a:pt x="1621071" y="682611"/>
                </a:lnTo>
                <a:lnTo>
                  <a:pt x="1621389" y="683020"/>
                </a:lnTo>
                <a:lnTo>
                  <a:pt x="1621309" y="692686"/>
                </a:lnTo>
                <a:lnTo>
                  <a:pt x="1621394" y="692945"/>
                </a:lnTo>
                <a:lnTo>
                  <a:pt x="1635406" y="637405"/>
                </a:lnTo>
                <a:lnTo>
                  <a:pt x="1641073" y="613557"/>
                </a:lnTo>
                <a:lnTo>
                  <a:pt x="1641238" y="613841"/>
                </a:lnTo>
                <a:lnTo>
                  <a:pt x="1630997" y="656933"/>
                </a:lnTo>
                <a:lnTo>
                  <a:pt x="1621687" y="693836"/>
                </a:lnTo>
                <a:lnTo>
                  <a:pt x="1627280" y="710821"/>
                </a:lnTo>
                <a:lnTo>
                  <a:pt x="1635585" y="680689"/>
                </a:lnTo>
                <a:lnTo>
                  <a:pt x="1639279" y="666548"/>
                </a:lnTo>
                <a:lnTo>
                  <a:pt x="1639364" y="666741"/>
                </a:lnTo>
                <a:lnTo>
                  <a:pt x="1632689" y="692298"/>
                </a:lnTo>
                <a:lnTo>
                  <a:pt x="1628305" y="707682"/>
                </a:lnTo>
                <a:lnTo>
                  <a:pt x="1628447" y="707810"/>
                </a:lnTo>
                <a:lnTo>
                  <a:pt x="1630797" y="721502"/>
                </a:lnTo>
                <a:lnTo>
                  <a:pt x="1638207" y="744010"/>
                </a:lnTo>
                <a:lnTo>
                  <a:pt x="1638517" y="743451"/>
                </a:lnTo>
                <a:lnTo>
                  <a:pt x="1636218" y="703282"/>
                </a:lnTo>
                <a:lnTo>
                  <a:pt x="1635306" y="691813"/>
                </a:lnTo>
                <a:lnTo>
                  <a:pt x="1635420" y="691935"/>
                </a:lnTo>
                <a:lnTo>
                  <a:pt x="1637066" y="712662"/>
                </a:lnTo>
                <a:lnTo>
                  <a:pt x="1638953" y="741301"/>
                </a:lnTo>
                <a:lnTo>
                  <a:pt x="1639251" y="721553"/>
                </a:lnTo>
                <a:lnTo>
                  <a:pt x="1636688" y="703324"/>
                </a:lnTo>
                <a:lnTo>
                  <a:pt x="1637121" y="703738"/>
                </a:lnTo>
                <a:lnTo>
                  <a:pt x="1639287" y="719144"/>
                </a:lnTo>
                <a:lnTo>
                  <a:pt x="1640155" y="661428"/>
                </a:lnTo>
                <a:lnTo>
                  <a:pt x="1640208" y="627910"/>
                </a:lnTo>
                <a:lnTo>
                  <a:pt x="1640509" y="628293"/>
                </a:lnTo>
                <a:lnTo>
                  <a:pt x="1640413" y="688856"/>
                </a:lnTo>
                <a:lnTo>
                  <a:pt x="1639892" y="723449"/>
                </a:lnTo>
                <a:lnTo>
                  <a:pt x="1640353" y="726726"/>
                </a:lnTo>
                <a:lnTo>
                  <a:pt x="1641027" y="717248"/>
                </a:lnTo>
                <a:cubicBezTo>
                  <a:pt x="1642280" y="690333"/>
                  <a:pt x="1643027" y="662819"/>
                  <a:pt x="1643590" y="635087"/>
                </a:cubicBezTo>
                <a:lnTo>
                  <a:pt x="1644017" y="610995"/>
                </a:lnTo>
                <a:lnTo>
                  <a:pt x="1644228" y="611274"/>
                </a:lnTo>
                <a:lnTo>
                  <a:pt x="1643457" y="654805"/>
                </a:lnTo>
                <a:lnTo>
                  <a:pt x="1641057" y="731739"/>
                </a:lnTo>
                <a:lnTo>
                  <a:pt x="1641626" y="735785"/>
                </a:lnTo>
                <a:lnTo>
                  <a:pt x="1645960" y="712457"/>
                </a:lnTo>
                <a:lnTo>
                  <a:pt x="1648995" y="694763"/>
                </a:lnTo>
                <a:lnTo>
                  <a:pt x="1647526" y="675621"/>
                </a:lnTo>
                <a:lnTo>
                  <a:pt x="1644511" y="642240"/>
                </a:lnTo>
                <a:lnTo>
                  <a:pt x="1644845" y="642593"/>
                </a:lnTo>
                <a:lnTo>
                  <a:pt x="1649363" y="692619"/>
                </a:lnTo>
                <a:lnTo>
                  <a:pt x="1652857" y="672252"/>
                </a:lnTo>
                <a:lnTo>
                  <a:pt x="1653161" y="672707"/>
                </a:lnTo>
                <a:lnTo>
                  <a:pt x="1649495" y="694079"/>
                </a:lnTo>
                <a:lnTo>
                  <a:pt x="1650293" y="702912"/>
                </a:lnTo>
                <a:lnTo>
                  <a:pt x="1651112" y="713588"/>
                </a:lnTo>
                <a:lnTo>
                  <a:pt x="1657523" y="678265"/>
                </a:lnTo>
                <a:lnTo>
                  <a:pt x="1657822" y="678722"/>
                </a:lnTo>
                <a:lnTo>
                  <a:pt x="1651226" y="715068"/>
                </a:lnTo>
                <a:lnTo>
                  <a:pt x="1654682" y="760095"/>
                </a:lnTo>
                <a:lnTo>
                  <a:pt x="1656838" y="753422"/>
                </a:lnTo>
                <a:lnTo>
                  <a:pt x="1653582" y="727117"/>
                </a:lnTo>
                <a:lnTo>
                  <a:pt x="1653925" y="727457"/>
                </a:lnTo>
                <a:lnTo>
                  <a:pt x="1657056" y="752747"/>
                </a:lnTo>
                <a:lnTo>
                  <a:pt x="1658210" y="749176"/>
                </a:lnTo>
                <a:lnTo>
                  <a:pt x="1658639" y="704073"/>
                </a:lnTo>
                <a:lnTo>
                  <a:pt x="1658471" y="690754"/>
                </a:lnTo>
                <a:lnTo>
                  <a:pt x="1658592" y="690904"/>
                </a:lnTo>
                <a:lnTo>
                  <a:pt x="1658896" y="714973"/>
                </a:lnTo>
                <a:lnTo>
                  <a:pt x="1658582" y="748026"/>
                </a:lnTo>
                <a:lnTo>
                  <a:pt x="1659129" y="746333"/>
                </a:lnTo>
                <a:lnTo>
                  <a:pt x="1661224" y="725831"/>
                </a:lnTo>
                <a:lnTo>
                  <a:pt x="1661485" y="726242"/>
                </a:lnTo>
                <a:lnTo>
                  <a:pt x="1659572" y="744963"/>
                </a:lnTo>
                <a:lnTo>
                  <a:pt x="1661940" y="737633"/>
                </a:lnTo>
                <a:lnTo>
                  <a:pt x="1670931" y="705480"/>
                </a:lnTo>
                <a:lnTo>
                  <a:pt x="1670630" y="704259"/>
                </a:lnTo>
                <a:lnTo>
                  <a:pt x="1671038" y="704578"/>
                </a:lnTo>
                <a:lnTo>
                  <a:pt x="1671106" y="704852"/>
                </a:lnTo>
                <a:lnTo>
                  <a:pt x="1671706" y="702706"/>
                </a:lnTo>
                <a:lnTo>
                  <a:pt x="1670775" y="696805"/>
                </a:lnTo>
                <a:lnTo>
                  <a:pt x="1665592" y="666601"/>
                </a:lnTo>
                <a:lnTo>
                  <a:pt x="1665922" y="666899"/>
                </a:lnTo>
                <a:lnTo>
                  <a:pt x="1671930" y="701907"/>
                </a:lnTo>
                <a:lnTo>
                  <a:pt x="1679354" y="675352"/>
                </a:lnTo>
                <a:lnTo>
                  <a:pt x="1677057" y="612780"/>
                </a:lnTo>
                <a:lnTo>
                  <a:pt x="1676843" y="609993"/>
                </a:lnTo>
                <a:lnTo>
                  <a:pt x="1675086" y="590540"/>
                </a:lnTo>
                <a:lnTo>
                  <a:pt x="1675280" y="590747"/>
                </a:lnTo>
                <a:lnTo>
                  <a:pt x="1676911" y="608807"/>
                </a:lnTo>
                <a:lnTo>
                  <a:pt x="1676216" y="589842"/>
                </a:lnTo>
                <a:cubicBezTo>
                  <a:pt x="1674421" y="560614"/>
                  <a:pt x="1672011" y="530797"/>
                  <a:pt x="1669376" y="500764"/>
                </a:cubicBezTo>
                <a:lnTo>
                  <a:pt x="1667021" y="474682"/>
                </a:lnTo>
                <a:lnTo>
                  <a:pt x="1667281" y="474959"/>
                </a:lnTo>
                <a:lnTo>
                  <a:pt x="1671538" y="522086"/>
                </a:lnTo>
                <a:cubicBezTo>
                  <a:pt x="1674173" y="552118"/>
                  <a:pt x="1676583" y="581936"/>
                  <a:pt x="1678376" y="611165"/>
                </a:cubicBezTo>
                <a:lnTo>
                  <a:pt x="1679341" y="637437"/>
                </a:lnTo>
                <a:lnTo>
                  <a:pt x="1681103" y="660396"/>
                </a:lnTo>
                <a:lnTo>
                  <a:pt x="1683181" y="636245"/>
                </a:lnTo>
                <a:lnTo>
                  <a:pt x="1681008" y="618784"/>
                </a:lnTo>
                <a:lnTo>
                  <a:pt x="1676451" y="585789"/>
                </a:lnTo>
                <a:lnTo>
                  <a:pt x="1676800" y="586125"/>
                </a:lnTo>
                <a:lnTo>
                  <a:pt x="1683389" y="633831"/>
                </a:lnTo>
                <a:lnTo>
                  <a:pt x="1684512" y="620778"/>
                </a:lnTo>
                <a:lnTo>
                  <a:pt x="1684882" y="621244"/>
                </a:lnTo>
                <a:lnTo>
                  <a:pt x="1683642" y="635662"/>
                </a:lnTo>
                <a:lnTo>
                  <a:pt x="1685034" y="645744"/>
                </a:lnTo>
                <a:lnTo>
                  <a:pt x="1689094" y="678376"/>
                </a:lnTo>
                <a:lnTo>
                  <a:pt x="1690499" y="662363"/>
                </a:lnTo>
                <a:lnTo>
                  <a:pt x="1686851" y="647920"/>
                </a:lnTo>
                <a:lnTo>
                  <a:pt x="1687236" y="648217"/>
                </a:lnTo>
                <a:lnTo>
                  <a:pt x="1690579" y="661452"/>
                </a:lnTo>
                <a:lnTo>
                  <a:pt x="1695696" y="603135"/>
                </a:lnTo>
                <a:lnTo>
                  <a:pt x="1693800" y="595177"/>
                </a:lnTo>
                <a:lnTo>
                  <a:pt x="1682794" y="551611"/>
                </a:lnTo>
                <a:lnTo>
                  <a:pt x="1683311" y="552008"/>
                </a:lnTo>
                <a:lnTo>
                  <a:pt x="1695832" y="601579"/>
                </a:lnTo>
                <a:lnTo>
                  <a:pt x="1702706" y="523247"/>
                </a:lnTo>
                <a:lnTo>
                  <a:pt x="1705883" y="479028"/>
                </a:lnTo>
                <a:lnTo>
                  <a:pt x="1706260" y="479487"/>
                </a:lnTo>
                <a:lnTo>
                  <a:pt x="1700517" y="559391"/>
                </a:lnTo>
                <a:lnTo>
                  <a:pt x="1696630" y="604736"/>
                </a:lnTo>
                <a:lnTo>
                  <a:pt x="1701811" y="625249"/>
                </a:lnTo>
                <a:lnTo>
                  <a:pt x="1704073" y="593781"/>
                </a:lnTo>
                <a:lnTo>
                  <a:pt x="1704354" y="594124"/>
                </a:lnTo>
                <a:lnTo>
                  <a:pt x="1702048" y="626192"/>
                </a:lnTo>
                <a:lnTo>
                  <a:pt x="1703196" y="630732"/>
                </a:lnTo>
                <a:lnTo>
                  <a:pt x="1721023" y="705530"/>
                </a:lnTo>
                <a:lnTo>
                  <a:pt x="1725915" y="674262"/>
                </a:lnTo>
                <a:cubicBezTo>
                  <a:pt x="1729730" y="645227"/>
                  <a:pt x="1733049" y="615498"/>
                  <a:pt x="1736192" y="585515"/>
                </a:cubicBezTo>
                <a:lnTo>
                  <a:pt x="1738854" y="559462"/>
                </a:lnTo>
                <a:lnTo>
                  <a:pt x="1739058" y="559783"/>
                </a:lnTo>
                <a:lnTo>
                  <a:pt x="1734248" y="606859"/>
                </a:lnTo>
                <a:lnTo>
                  <a:pt x="1728791" y="653976"/>
                </a:lnTo>
                <a:lnTo>
                  <a:pt x="1728817" y="654017"/>
                </a:lnTo>
                <a:lnTo>
                  <a:pt x="1725229" y="689129"/>
                </a:lnTo>
                <a:lnTo>
                  <a:pt x="1722575" y="712043"/>
                </a:lnTo>
                <a:lnTo>
                  <a:pt x="1722668" y="712430"/>
                </a:lnTo>
                <a:lnTo>
                  <a:pt x="1724129" y="706728"/>
                </a:lnTo>
                <a:lnTo>
                  <a:pt x="1727414" y="692627"/>
                </a:lnTo>
                <a:lnTo>
                  <a:pt x="1727503" y="692818"/>
                </a:lnTo>
                <a:lnTo>
                  <a:pt x="1722803" y="712997"/>
                </a:lnTo>
                <a:lnTo>
                  <a:pt x="1723860" y="717435"/>
                </a:lnTo>
                <a:lnTo>
                  <a:pt x="1729202" y="698677"/>
                </a:lnTo>
                <a:lnTo>
                  <a:pt x="1740756" y="655874"/>
                </a:lnTo>
                <a:lnTo>
                  <a:pt x="1741038" y="656395"/>
                </a:lnTo>
                <a:lnTo>
                  <a:pt x="1724189" y="718815"/>
                </a:lnTo>
                <a:lnTo>
                  <a:pt x="1727823" y="734063"/>
                </a:lnTo>
                <a:lnTo>
                  <a:pt x="1730083" y="725689"/>
                </a:lnTo>
                <a:lnTo>
                  <a:pt x="1730294" y="726077"/>
                </a:lnTo>
                <a:lnTo>
                  <a:pt x="1727971" y="734682"/>
                </a:lnTo>
                <a:lnTo>
                  <a:pt x="1736129" y="768912"/>
                </a:lnTo>
                <a:lnTo>
                  <a:pt x="1777591" y="672051"/>
                </a:lnTo>
                <a:lnTo>
                  <a:pt x="1790107" y="641664"/>
                </a:lnTo>
                <a:lnTo>
                  <a:pt x="1790265" y="642074"/>
                </a:lnTo>
                <a:lnTo>
                  <a:pt x="1767652" y="696982"/>
                </a:lnTo>
                <a:lnTo>
                  <a:pt x="1736390" y="770010"/>
                </a:lnTo>
                <a:lnTo>
                  <a:pt x="1738520" y="778941"/>
                </a:lnTo>
                <a:lnTo>
                  <a:pt x="1738721" y="777911"/>
                </a:lnTo>
                <a:lnTo>
                  <a:pt x="1741906" y="760337"/>
                </a:lnTo>
                <a:lnTo>
                  <a:pt x="1742028" y="760567"/>
                </a:lnTo>
                <a:lnTo>
                  <a:pt x="1738621" y="779365"/>
                </a:lnTo>
                <a:lnTo>
                  <a:pt x="1738738" y="779856"/>
                </a:lnTo>
                <a:lnTo>
                  <a:pt x="1738989" y="781135"/>
                </a:lnTo>
                <a:lnTo>
                  <a:pt x="1757558" y="737755"/>
                </a:lnTo>
                <a:lnTo>
                  <a:pt x="1766894" y="715089"/>
                </a:lnTo>
                <a:lnTo>
                  <a:pt x="1767012" y="715394"/>
                </a:lnTo>
                <a:lnTo>
                  <a:pt x="1750145" y="756350"/>
                </a:lnTo>
                <a:lnTo>
                  <a:pt x="1739161" y="782009"/>
                </a:lnTo>
                <a:lnTo>
                  <a:pt x="1745139" y="812429"/>
                </a:lnTo>
                <a:lnTo>
                  <a:pt x="1751027" y="777900"/>
                </a:lnTo>
                <a:lnTo>
                  <a:pt x="1756331" y="744804"/>
                </a:lnTo>
                <a:lnTo>
                  <a:pt x="1756567" y="745231"/>
                </a:lnTo>
                <a:lnTo>
                  <a:pt x="1748930" y="792878"/>
                </a:lnTo>
                <a:lnTo>
                  <a:pt x="1747405" y="812343"/>
                </a:lnTo>
                <a:lnTo>
                  <a:pt x="1746679" y="820264"/>
                </a:lnTo>
                <a:lnTo>
                  <a:pt x="1748023" y="827103"/>
                </a:lnTo>
                <a:lnTo>
                  <a:pt x="1753500" y="814791"/>
                </a:lnTo>
                <a:lnTo>
                  <a:pt x="1753787" y="814120"/>
                </a:lnTo>
                <a:lnTo>
                  <a:pt x="1768834" y="725874"/>
                </a:lnTo>
                <a:lnTo>
                  <a:pt x="1775946" y="681504"/>
                </a:lnTo>
                <a:lnTo>
                  <a:pt x="1776263" y="682074"/>
                </a:lnTo>
                <a:lnTo>
                  <a:pt x="1766023" y="745954"/>
                </a:lnTo>
                <a:lnTo>
                  <a:pt x="1763980" y="772050"/>
                </a:lnTo>
                <a:lnTo>
                  <a:pt x="1761845" y="795310"/>
                </a:lnTo>
                <a:lnTo>
                  <a:pt x="1766441" y="784583"/>
                </a:lnTo>
                <a:lnTo>
                  <a:pt x="1766593" y="784996"/>
                </a:lnTo>
                <a:lnTo>
                  <a:pt x="1761756" y="796289"/>
                </a:lnTo>
                <a:lnTo>
                  <a:pt x="1759170" y="824462"/>
                </a:lnTo>
                <a:lnTo>
                  <a:pt x="1758235" y="831532"/>
                </a:lnTo>
                <a:lnTo>
                  <a:pt x="1765503" y="795311"/>
                </a:lnTo>
                <a:lnTo>
                  <a:pt x="1771261" y="749448"/>
                </a:lnTo>
                <a:lnTo>
                  <a:pt x="1768015" y="784030"/>
                </a:lnTo>
                <a:cubicBezTo>
                  <a:pt x="1765090" y="807540"/>
                  <a:pt x="1761323" y="829934"/>
                  <a:pt x="1756103" y="850405"/>
                </a:cubicBezTo>
                <a:lnTo>
                  <a:pt x="1755495" y="852251"/>
                </a:lnTo>
                <a:lnTo>
                  <a:pt x="1754477" y="859950"/>
                </a:lnTo>
                <a:lnTo>
                  <a:pt x="1755700" y="866174"/>
                </a:lnTo>
                <a:lnTo>
                  <a:pt x="1759769" y="858352"/>
                </a:lnTo>
                <a:cubicBezTo>
                  <a:pt x="1773044" y="826986"/>
                  <a:pt x="1781889" y="789753"/>
                  <a:pt x="1788243" y="749217"/>
                </a:cubicBezTo>
                <a:lnTo>
                  <a:pt x="1795963" y="687731"/>
                </a:lnTo>
                <a:lnTo>
                  <a:pt x="1791611" y="734093"/>
                </a:lnTo>
                <a:cubicBezTo>
                  <a:pt x="1787689" y="765614"/>
                  <a:pt x="1782638" y="795637"/>
                  <a:pt x="1775640" y="823081"/>
                </a:cubicBezTo>
                <a:lnTo>
                  <a:pt x="1763651" y="859498"/>
                </a:lnTo>
                <a:lnTo>
                  <a:pt x="1761368" y="867749"/>
                </a:lnTo>
                <a:lnTo>
                  <a:pt x="1768615" y="856750"/>
                </a:lnTo>
                <a:lnTo>
                  <a:pt x="1768672" y="857075"/>
                </a:lnTo>
                <a:lnTo>
                  <a:pt x="1761170" y="868461"/>
                </a:lnTo>
                <a:lnTo>
                  <a:pt x="1758087" y="878321"/>
                </a:lnTo>
                <a:lnTo>
                  <a:pt x="1758211" y="878950"/>
                </a:lnTo>
                <a:lnTo>
                  <a:pt x="1760819" y="871408"/>
                </a:lnTo>
                <a:lnTo>
                  <a:pt x="1760882" y="871594"/>
                </a:lnTo>
                <a:lnTo>
                  <a:pt x="1758256" y="879184"/>
                </a:lnTo>
                <a:lnTo>
                  <a:pt x="1758794" y="881920"/>
                </a:lnTo>
                <a:lnTo>
                  <a:pt x="1768287" y="867937"/>
                </a:lnTo>
                <a:lnTo>
                  <a:pt x="1772217" y="851067"/>
                </a:lnTo>
                <a:lnTo>
                  <a:pt x="1772238" y="849867"/>
                </a:lnTo>
                <a:lnTo>
                  <a:pt x="1772436" y="850126"/>
                </a:lnTo>
                <a:lnTo>
                  <a:pt x="1772670" y="849123"/>
                </a:lnTo>
                <a:lnTo>
                  <a:pt x="1772822" y="849450"/>
                </a:lnTo>
                <a:lnTo>
                  <a:pt x="1772601" y="850400"/>
                </a:lnTo>
                <a:lnTo>
                  <a:pt x="1772398" y="861882"/>
                </a:lnTo>
                <a:lnTo>
                  <a:pt x="1774333" y="859030"/>
                </a:lnTo>
                <a:lnTo>
                  <a:pt x="1774962" y="858077"/>
                </a:lnTo>
                <a:lnTo>
                  <a:pt x="1775846" y="855916"/>
                </a:lnTo>
                <a:lnTo>
                  <a:pt x="1775994" y="856297"/>
                </a:lnTo>
                <a:lnTo>
                  <a:pt x="1775764" y="856860"/>
                </a:lnTo>
                <a:lnTo>
                  <a:pt x="1778768" y="852300"/>
                </a:lnTo>
                <a:lnTo>
                  <a:pt x="1790336" y="810327"/>
                </a:lnTo>
                <a:lnTo>
                  <a:pt x="1794030" y="796183"/>
                </a:lnTo>
                <a:lnTo>
                  <a:pt x="1794116" y="796377"/>
                </a:lnTo>
                <a:lnTo>
                  <a:pt x="1787441" y="821933"/>
                </a:lnTo>
                <a:lnTo>
                  <a:pt x="1778804" y="852245"/>
                </a:lnTo>
                <a:lnTo>
                  <a:pt x="1792414" y="831588"/>
                </a:lnTo>
                <a:lnTo>
                  <a:pt x="1792491" y="832022"/>
                </a:lnTo>
                <a:lnTo>
                  <a:pt x="1778528" y="853214"/>
                </a:lnTo>
                <a:lnTo>
                  <a:pt x="1778162" y="854500"/>
                </a:lnTo>
                <a:lnTo>
                  <a:pt x="1778507" y="853245"/>
                </a:lnTo>
                <a:lnTo>
                  <a:pt x="1775170" y="858311"/>
                </a:lnTo>
                <a:lnTo>
                  <a:pt x="1772338" y="865234"/>
                </a:lnTo>
                <a:lnTo>
                  <a:pt x="1772187" y="873757"/>
                </a:lnTo>
                <a:lnTo>
                  <a:pt x="1776746" y="859468"/>
                </a:lnTo>
                <a:lnTo>
                  <a:pt x="1772155" y="875581"/>
                </a:lnTo>
                <a:lnTo>
                  <a:pt x="1771786" y="896387"/>
                </a:lnTo>
                <a:lnTo>
                  <a:pt x="1783556" y="863431"/>
                </a:lnTo>
                <a:lnTo>
                  <a:pt x="1796669" y="824804"/>
                </a:lnTo>
                <a:lnTo>
                  <a:pt x="1796898" y="825301"/>
                </a:lnTo>
                <a:lnTo>
                  <a:pt x="1773203" y="895098"/>
                </a:lnTo>
                <a:lnTo>
                  <a:pt x="1771735" y="899235"/>
                </a:lnTo>
                <a:lnTo>
                  <a:pt x="1771396" y="918380"/>
                </a:lnTo>
                <a:lnTo>
                  <a:pt x="1774194" y="911156"/>
                </a:lnTo>
                <a:lnTo>
                  <a:pt x="1778595" y="898582"/>
                </a:lnTo>
                <a:lnTo>
                  <a:pt x="1778658" y="898765"/>
                </a:lnTo>
                <a:lnTo>
                  <a:pt x="1771375" y="919575"/>
                </a:lnTo>
                <a:lnTo>
                  <a:pt x="1771301" y="923681"/>
                </a:lnTo>
                <a:lnTo>
                  <a:pt x="1771351" y="927063"/>
                </a:lnTo>
                <a:lnTo>
                  <a:pt x="1784298" y="894836"/>
                </a:lnTo>
                <a:lnTo>
                  <a:pt x="1803316" y="835231"/>
                </a:lnTo>
                <a:lnTo>
                  <a:pt x="1790433" y="880446"/>
                </a:lnTo>
                <a:lnTo>
                  <a:pt x="1771404" y="930768"/>
                </a:lnTo>
                <a:lnTo>
                  <a:pt x="1771475" y="935742"/>
                </a:lnTo>
                <a:lnTo>
                  <a:pt x="1774190" y="929196"/>
                </a:lnTo>
                <a:lnTo>
                  <a:pt x="1774294" y="929471"/>
                </a:lnTo>
                <a:lnTo>
                  <a:pt x="1771483" y="936251"/>
                </a:lnTo>
                <a:lnTo>
                  <a:pt x="1771641" y="947146"/>
                </a:lnTo>
                <a:lnTo>
                  <a:pt x="1778108" y="938524"/>
                </a:lnTo>
                <a:lnTo>
                  <a:pt x="1779318" y="927405"/>
                </a:lnTo>
                <a:lnTo>
                  <a:pt x="1779523" y="927733"/>
                </a:lnTo>
                <a:lnTo>
                  <a:pt x="1778389" y="938150"/>
                </a:lnTo>
                <a:lnTo>
                  <a:pt x="1788884" y="924157"/>
                </a:lnTo>
                <a:lnTo>
                  <a:pt x="1795299" y="915354"/>
                </a:lnTo>
                <a:lnTo>
                  <a:pt x="1795663" y="914104"/>
                </a:lnTo>
                <a:lnTo>
                  <a:pt x="1795610" y="910429"/>
                </a:lnTo>
                <a:lnTo>
                  <a:pt x="1795862" y="910741"/>
                </a:lnTo>
                <a:lnTo>
                  <a:pt x="1795900" y="913290"/>
                </a:lnTo>
                <a:lnTo>
                  <a:pt x="1796072" y="912696"/>
                </a:lnTo>
                <a:lnTo>
                  <a:pt x="1801292" y="893805"/>
                </a:lnTo>
                <a:lnTo>
                  <a:pt x="1801402" y="894067"/>
                </a:lnTo>
                <a:lnTo>
                  <a:pt x="1795909" y="913948"/>
                </a:lnTo>
                <a:lnTo>
                  <a:pt x="1795917" y="914506"/>
                </a:lnTo>
                <a:lnTo>
                  <a:pt x="1805819" y="900918"/>
                </a:lnTo>
                <a:lnTo>
                  <a:pt x="1806884" y="897623"/>
                </a:lnTo>
                <a:lnTo>
                  <a:pt x="1806911" y="865619"/>
                </a:lnTo>
                <a:lnTo>
                  <a:pt x="1804317" y="831826"/>
                </a:lnTo>
                <a:lnTo>
                  <a:pt x="1803772" y="833804"/>
                </a:lnTo>
                <a:lnTo>
                  <a:pt x="1803316" y="835231"/>
                </a:lnTo>
                <a:lnTo>
                  <a:pt x="1804310" y="831741"/>
                </a:lnTo>
                <a:lnTo>
                  <a:pt x="1802277" y="805257"/>
                </a:lnTo>
                <a:lnTo>
                  <a:pt x="1799261" y="771876"/>
                </a:lnTo>
                <a:lnTo>
                  <a:pt x="1799596" y="772230"/>
                </a:lnTo>
                <a:lnTo>
                  <a:pt x="1804812" y="829978"/>
                </a:lnTo>
                <a:lnTo>
                  <a:pt x="1805214" y="828570"/>
                </a:lnTo>
                <a:lnTo>
                  <a:pt x="1804816" y="830014"/>
                </a:lnTo>
                <a:lnTo>
                  <a:pt x="1805044" y="832548"/>
                </a:lnTo>
                <a:lnTo>
                  <a:pt x="1806918" y="856962"/>
                </a:lnTo>
                <a:lnTo>
                  <a:pt x="1806925" y="848771"/>
                </a:lnTo>
                <a:lnTo>
                  <a:pt x="1806610" y="823670"/>
                </a:lnTo>
                <a:lnTo>
                  <a:pt x="1805214" y="828570"/>
                </a:lnTo>
                <a:lnTo>
                  <a:pt x="1806608" y="823511"/>
                </a:lnTo>
                <a:lnTo>
                  <a:pt x="1806540" y="818127"/>
                </a:lnTo>
                <a:lnTo>
                  <a:pt x="1806820" y="818472"/>
                </a:lnTo>
                <a:lnTo>
                  <a:pt x="1806872" y="822555"/>
                </a:lnTo>
                <a:lnTo>
                  <a:pt x="1821536" y="769347"/>
                </a:lnTo>
                <a:lnTo>
                  <a:pt x="1826489" y="750385"/>
                </a:lnTo>
                <a:lnTo>
                  <a:pt x="1826604" y="750646"/>
                </a:lnTo>
                <a:lnTo>
                  <a:pt x="1817654" y="784910"/>
                </a:lnTo>
                <a:lnTo>
                  <a:pt x="1806873" y="822744"/>
                </a:lnTo>
                <a:lnTo>
                  <a:pt x="1807380" y="862969"/>
                </a:lnTo>
                <a:lnTo>
                  <a:pt x="1809434" y="889730"/>
                </a:lnTo>
                <a:lnTo>
                  <a:pt x="1813880" y="875970"/>
                </a:lnTo>
                <a:lnTo>
                  <a:pt x="1815976" y="855468"/>
                </a:lnTo>
                <a:lnTo>
                  <a:pt x="1816236" y="855878"/>
                </a:lnTo>
                <a:lnTo>
                  <a:pt x="1814323" y="874599"/>
                </a:lnTo>
                <a:lnTo>
                  <a:pt x="1816692" y="867270"/>
                </a:lnTo>
                <a:cubicBezTo>
                  <a:pt x="1822894" y="846327"/>
                  <a:pt x="1828816" y="824814"/>
                  <a:pt x="1834636" y="803093"/>
                </a:cubicBezTo>
                <a:lnTo>
                  <a:pt x="1839306" y="785482"/>
                </a:lnTo>
                <a:lnTo>
                  <a:pt x="1837545" y="762552"/>
                </a:lnTo>
                <a:lnTo>
                  <a:pt x="1833503" y="717799"/>
                </a:lnTo>
                <a:lnTo>
                  <a:pt x="1833951" y="718273"/>
                </a:lnTo>
                <a:lnTo>
                  <a:pt x="1841255" y="799140"/>
                </a:lnTo>
                <a:lnTo>
                  <a:pt x="1844853" y="846016"/>
                </a:lnTo>
                <a:lnTo>
                  <a:pt x="1845846" y="832165"/>
                </a:lnTo>
                <a:lnTo>
                  <a:pt x="1846048" y="832462"/>
                </a:lnTo>
                <a:lnTo>
                  <a:pt x="1844969" y="847522"/>
                </a:lnTo>
                <a:lnTo>
                  <a:pt x="1847140" y="875804"/>
                </a:lnTo>
                <a:lnTo>
                  <a:pt x="1853102" y="857353"/>
                </a:lnTo>
                <a:lnTo>
                  <a:pt x="1855911" y="829869"/>
                </a:lnTo>
                <a:lnTo>
                  <a:pt x="1856260" y="830419"/>
                </a:lnTo>
                <a:lnTo>
                  <a:pt x="1853696" y="855519"/>
                </a:lnTo>
                <a:lnTo>
                  <a:pt x="1856871" y="845691"/>
                </a:lnTo>
                <a:cubicBezTo>
                  <a:pt x="1865188" y="817612"/>
                  <a:pt x="1873126" y="788771"/>
                  <a:pt x="1880927" y="759651"/>
                </a:cubicBezTo>
                <a:lnTo>
                  <a:pt x="1887639" y="734337"/>
                </a:lnTo>
                <a:lnTo>
                  <a:pt x="1887790" y="734686"/>
                </a:lnTo>
                <a:lnTo>
                  <a:pt x="1875663" y="780426"/>
                </a:lnTo>
                <a:lnTo>
                  <a:pt x="1853137" y="860993"/>
                </a:lnTo>
                <a:lnTo>
                  <a:pt x="1850979" y="882104"/>
                </a:lnTo>
                <a:lnTo>
                  <a:pt x="1866292" y="849302"/>
                </a:lnTo>
                <a:lnTo>
                  <a:pt x="1884410" y="808838"/>
                </a:lnTo>
                <a:lnTo>
                  <a:pt x="1884608" y="809398"/>
                </a:lnTo>
                <a:lnTo>
                  <a:pt x="1851869" y="882515"/>
                </a:lnTo>
                <a:lnTo>
                  <a:pt x="1850674" y="885087"/>
                </a:lnTo>
                <a:lnTo>
                  <a:pt x="1849064" y="900845"/>
                </a:lnTo>
                <a:lnTo>
                  <a:pt x="1863538" y="865462"/>
                </a:lnTo>
                <a:lnTo>
                  <a:pt x="1863736" y="865972"/>
                </a:lnTo>
                <a:lnTo>
                  <a:pt x="1849127" y="901684"/>
                </a:lnTo>
                <a:lnTo>
                  <a:pt x="1851573" y="933554"/>
                </a:lnTo>
                <a:lnTo>
                  <a:pt x="1860657" y="907456"/>
                </a:lnTo>
                <a:cubicBezTo>
                  <a:pt x="1867229" y="884694"/>
                  <a:pt x="1873146" y="860699"/>
                  <a:pt x="1878881" y="836364"/>
                </a:cubicBezTo>
                <a:lnTo>
                  <a:pt x="1882165" y="822265"/>
                </a:lnTo>
                <a:lnTo>
                  <a:pt x="1882254" y="822455"/>
                </a:lnTo>
                <a:lnTo>
                  <a:pt x="1876320" y="847934"/>
                </a:lnTo>
                <a:cubicBezTo>
                  <a:pt x="1870584" y="872270"/>
                  <a:pt x="1864668" y="896265"/>
                  <a:pt x="1858095" y="919026"/>
                </a:cubicBezTo>
                <a:lnTo>
                  <a:pt x="1851838" y="937003"/>
                </a:lnTo>
                <a:lnTo>
                  <a:pt x="1852989" y="951991"/>
                </a:lnTo>
                <a:lnTo>
                  <a:pt x="1853334" y="961401"/>
                </a:lnTo>
                <a:lnTo>
                  <a:pt x="1861324" y="939522"/>
                </a:lnTo>
                <a:lnTo>
                  <a:pt x="1867224" y="922663"/>
                </a:lnTo>
                <a:lnTo>
                  <a:pt x="1867308" y="922909"/>
                </a:lnTo>
                <a:lnTo>
                  <a:pt x="1856647" y="953369"/>
                </a:lnTo>
                <a:lnTo>
                  <a:pt x="1853368" y="962348"/>
                </a:lnTo>
                <a:lnTo>
                  <a:pt x="1853411" y="963500"/>
                </a:lnTo>
                <a:lnTo>
                  <a:pt x="1854601" y="961209"/>
                </a:lnTo>
                <a:lnTo>
                  <a:pt x="1858385" y="953067"/>
                </a:lnTo>
                <a:lnTo>
                  <a:pt x="1858560" y="953586"/>
                </a:lnTo>
                <a:lnTo>
                  <a:pt x="1864944" y="941292"/>
                </a:lnTo>
                <a:lnTo>
                  <a:pt x="1865076" y="941745"/>
                </a:lnTo>
                <a:lnTo>
                  <a:pt x="1855769" y="959665"/>
                </a:lnTo>
                <a:lnTo>
                  <a:pt x="1853454" y="964647"/>
                </a:lnTo>
                <a:lnTo>
                  <a:pt x="1853878" y="976218"/>
                </a:lnTo>
                <a:lnTo>
                  <a:pt x="1854750" y="975263"/>
                </a:lnTo>
                <a:lnTo>
                  <a:pt x="1854756" y="975591"/>
                </a:lnTo>
                <a:lnTo>
                  <a:pt x="1853890" y="976540"/>
                </a:lnTo>
                <a:lnTo>
                  <a:pt x="1854159" y="983885"/>
                </a:lnTo>
                <a:lnTo>
                  <a:pt x="1860806" y="974267"/>
                </a:lnTo>
                <a:lnTo>
                  <a:pt x="1860819" y="974479"/>
                </a:lnTo>
                <a:lnTo>
                  <a:pt x="1854168" y="984103"/>
                </a:lnTo>
                <a:lnTo>
                  <a:pt x="1854393" y="990222"/>
                </a:lnTo>
                <a:lnTo>
                  <a:pt x="1881832" y="933958"/>
                </a:lnTo>
                <a:lnTo>
                  <a:pt x="1885596" y="925550"/>
                </a:lnTo>
                <a:lnTo>
                  <a:pt x="1893577" y="831849"/>
                </a:lnTo>
                <a:lnTo>
                  <a:pt x="1895957" y="798627"/>
                </a:lnTo>
                <a:lnTo>
                  <a:pt x="1896228" y="799027"/>
                </a:lnTo>
                <a:lnTo>
                  <a:pt x="1891928" y="859057"/>
                </a:lnTo>
                <a:lnTo>
                  <a:pt x="1886420" y="923707"/>
                </a:lnTo>
                <a:lnTo>
                  <a:pt x="1887747" y="920742"/>
                </a:lnTo>
                <a:lnTo>
                  <a:pt x="1887798" y="920947"/>
                </a:lnTo>
                <a:lnTo>
                  <a:pt x="1886387" y="924100"/>
                </a:lnTo>
                <a:lnTo>
                  <a:pt x="1882283" y="972281"/>
                </a:lnTo>
                <a:lnTo>
                  <a:pt x="1878949" y="998838"/>
                </a:lnTo>
                <a:lnTo>
                  <a:pt x="1886097" y="984952"/>
                </a:lnTo>
                <a:cubicBezTo>
                  <a:pt x="1908520" y="932935"/>
                  <a:pt x="1924869" y="869509"/>
                  <a:pt x="1940247" y="804257"/>
                </a:cubicBezTo>
                <a:lnTo>
                  <a:pt x="1944651" y="785353"/>
                </a:lnTo>
                <a:lnTo>
                  <a:pt x="1944770" y="785608"/>
                </a:lnTo>
                <a:lnTo>
                  <a:pt x="1936813" y="819769"/>
                </a:lnTo>
                <a:cubicBezTo>
                  <a:pt x="1921434" y="885020"/>
                  <a:pt x="1905086" y="948445"/>
                  <a:pt x="1882663" y="1000463"/>
                </a:cubicBezTo>
                <a:lnTo>
                  <a:pt x="1877481" y="1010529"/>
                </a:lnTo>
                <a:lnTo>
                  <a:pt x="1876406" y="1019097"/>
                </a:lnTo>
                <a:lnTo>
                  <a:pt x="1881103" y="1011839"/>
                </a:lnTo>
                <a:lnTo>
                  <a:pt x="1881117" y="1011996"/>
                </a:lnTo>
                <a:lnTo>
                  <a:pt x="1876378" y="1019318"/>
                </a:lnTo>
                <a:lnTo>
                  <a:pt x="1875594" y="1025556"/>
                </a:lnTo>
                <a:lnTo>
                  <a:pt x="1885740" y="1014746"/>
                </a:lnTo>
                <a:lnTo>
                  <a:pt x="1891164" y="1008804"/>
                </a:lnTo>
                <a:lnTo>
                  <a:pt x="1894268" y="997095"/>
                </a:lnTo>
                <a:lnTo>
                  <a:pt x="1894462" y="997541"/>
                </a:lnTo>
                <a:lnTo>
                  <a:pt x="1891603" y="1008324"/>
                </a:lnTo>
                <a:lnTo>
                  <a:pt x="1907896" y="990477"/>
                </a:lnTo>
                <a:lnTo>
                  <a:pt x="1907905" y="990916"/>
                </a:lnTo>
                <a:lnTo>
                  <a:pt x="1891435" y="1008956"/>
                </a:lnTo>
                <a:lnTo>
                  <a:pt x="1885008" y="1033196"/>
                </a:lnTo>
                <a:lnTo>
                  <a:pt x="1904873" y="1005263"/>
                </a:lnTo>
                <a:lnTo>
                  <a:pt x="1916015" y="989141"/>
                </a:lnTo>
                <a:lnTo>
                  <a:pt x="1916032" y="989426"/>
                </a:lnTo>
                <a:lnTo>
                  <a:pt x="1895899" y="1018557"/>
                </a:lnTo>
                <a:lnTo>
                  <a:pt x="1884722" y="1034274"/>
                </a:lnTo>
                <a:lnTo>
                  <a:pt x="1883035" y="1040637"/>
                </a:lnTo>
                <a:lnTo>
                  <a:pt x="1890598" y="1031788"/>
                </a:lnTo>
                <a:lnTo>
                  <a:pt x="1890619" y="1032193"/>
                </a:lnTo>
                <a:lnTo>
                  <a:pt x="1882870" y="1041259"/>
                </a:lnTo>
                <a:lnTo>
                  <a:pt x="1878940" y="1056080"/>
                </a:lnTo>
                <a:lnTo>
                  <a:pt x="1875256" y="1069052"/>
                </a:lnTo>
                <a:lnTo>
                  <a:pt x="1881552" y="1061180"/>
                </a:lnTo>
                <a:lnTo>
                  <a:pt x="1887373" y="1051629"/>
                </a:lnTo>
                <a:cubicBezTo>
                  <a:pt x="1907215" y="1015715"/>
                  <a:pt x="1925844" y="975847"/>
                  <a:pt x="1944204" y="935100"/>
                </a:cubicBezTo>
                <a:lnTo>
                  <a:pt x="1952134" y="917381"/>
                </a:lnTo>
                <a:lnTo>
                  <a:pt x="1952202" y="917655"/>
                </a:lnTo>
                <a:lnTo>
                  <a:pt x="1937875" y="949671"/>
                </a:lnTo>
                <a:cubicBezTo>
                  <a:pt x="1928695" y="970045"/>
                  <a:pt x="1919447" y="990199"/>
                  <a:pt x="1910015" y="1009749"/>
                </a:cubicBezTo>
                <a:lnTo>
                  <a:pt x="1887324" y="1053965"/>
                </a:lnTo>
                <a:lnTo>
                  <a:pt x="1918951" y="1014420"/>
                </a:lnTo>
                <a:lnTo>
                  <a:pt x="1921784" y="1002956"/>
                </a:lnTo>
                <a:lnTo>
                  <a:pt x="1927420" y="978761"/>
                </a:lnTo>
                <a:lnTo>
                  <a:pt x="1927574" y="979087"/>
                </a:lnTo>
                <a:lnTo>
                  <a:pt x="1919505" y="1013727"/>
                </a:lnTo>
                <a:lnTo>
                  <a:pt x="1929234" y="1001561"/>
                </a:lnTo>
                <a:lnTo>
                  <a:pt x="1943993" y="982516"/>
                </a:lnTo>
                <a:lnTo>
                  <a:pt x="1943996" y="982864"/>
                </a:lnTo>
                <a:lnTo>
                  <a:pt x="1919256" y="1014792"/>
                </a:lnTo>
                <a:lnTo>
                  <a:pt x="1917389" y="1022807"/>
                </a:lnTo>
                <a:cubicBezTo>
                  <a:pt x="1910829" y="1050644"/>
                  <a:pt x="1904130" y="1078224"/>
                  <a:pt x="1897052" y="1105087"/>
                </a:cubicBezTo>
                <a:lnTo>
                  <a:pt x="1895753" y="1109569"/>
                </a:lnTo>
                <a:lnTo>
                  <a:pt x="1908431" y="1091328"/>
                </a:lnTo>
                <a:lnTo>
                  <a:pt x="1895535" y="1110322"/>
                </a:lnTo>
                <a:lnTo>
                  <a:pt x="1891941" y="1122715"/>
                </a:lnTo>
                <a:lnTo>
                  <a:pt x="1943635" y="1053794"/>
                </a:lnTo>
                <a:lnTo>
                  <a:pt x="1956547" y="1036076"/>
                </a:lnTo>
                <a:lnTo>
                  <a:pt x="1960877" y="1019746"/>
                </a:lnTo>
                <a:lnTo>
                  <a:pt x="1961136" y="1020346"/>
                </a:lnTo>
                <a:lnTo>
                  <a:pt x="1957205" y="1035173"/>
                </a:lnTo>
                <a:lnTo>
                  <a:pt x="1963110" y="1027069"/>
                </a:lnTo>
                <a:lnTo>
                  <a:pt x="1963168" y="1027509"/>
                </a:lnTo>
                <a:lnTo>
                  <a:pt x="1956988" y="1035990"/>
                </a:lnTo>
                <a:lnTo>
                  <a:pt x="1942181" y="1091832"/>
                </a:lnTo>
                <a:lnTo>
                  <a:pt x="1945590" y="1086966"/>
                </a:lnTo>
                <a:lnTo>
                  <a:pt x="1949709" y="1080416"/>
                </a:lnTo>
                <a:lnTo>
                  <a:pt x="1970880" y="1045547"/>
                </a:lnTo>
                <a:lnTo>
                  <a:pt x="1970995" y="1046083"/>
                </a:lnTo>
                <a:lnTo>
                  <a:pt x="1952682" y="1076245"/>
                </a:lnTo>
                <a:lnTo>
                  <a:pt x="1954925" y="1072809"/>
                </a:lnTo>
                <a:lnTo>
                  <a:pt x="1954943" y="1073019"/>
                </a:lnTo>
                <a:lnTo>
                  <a:pt x="1950599" y="1079677"/>
                </a:lnTo>
                <a:lnTo>
                  <a:pt x="1941377" y="1094865"/>
                </a:lnTo>
                <a:lnTo>
                  <a:pt x="1940326" y="1098829"/>
                </a:lnTo>
                <a:lnTo>
                  <a:pt x="1927937" y="1142459"/>
                </a:lnTo>
                <a:lnTo>
                  <a:pt x="1944304" y="1115388"/>
                </a:lnTo>
                <a:lnTo>
                  <a:pt x="1944410" y="1115870"/>
                </a:lnTo>
                <a:lnTo>
                  <a:pt x="1927586" y="1143697"/>
                </a:lnTo>
                <a:lnTo>
                  <a:pt x="1921741" y="1164279"/>
                </a:lnTo>
                <a:lnTo>
                  <a:pt x="1941402" y="1138531"/>
                </a:lnTo>
                <a:lnTo>
                  <a:pt x="1962341" y="1110191"/>
                </a:lnTo>
                <a:lnTo>
                  <a:pt x="1962399" y="1110659"/>
                </a:lnTo>
                <a:lnTo>
                  <a:pt x="1924563" y="1161867"/>
                </a:lnTo>
                <a:lnTo>
                  <a:pt x="1921152" y="1166352"/>
                </a:lnTo>
                <a:lnTo>
                  <a:pt x="1914463" y="1189910"/>
                </a:lnTo>
                <a:lnTo>
                  <a:pt x="1932251" y="1177522"/>
                </a:lnTo>
                <a:lnTo>
                  <a:pt x="1952171" y="1163237"/>
                </a:lnTo>
                <a:lnTo>
                  <a:pt x="1952109" y="1163560"/>
                </a:lnTo>
                <a:lnTo>
                  <a:pt x="1916116" y="1189372"/>
                </a:lnTo>
                <a:lnTo>
                  <a:pt x="1914246" y="1190672"/>
                </a:lnTo>
                <a:lnTo>
                  <a:pt x="1909969" y="1205737"/>
                </a:lnTo>
                <a:lnTo>
                  <a:pt x="1929107" y="1192487"/>
                </a:lnTo>
                <a:lnTo>
                  <a:pt x="1954519" y="1172978"/>
                </a:lnTo>
                <a:lnTo>
                  <a:pt x="1958072" y="1165318"/>
                </a:lnTo>
                <a:lnTo>
                  <a:pt x="1970709" y="1137076"/>
                </a:lnTo>
                <a:lnTo>
                  <a:pt x="1997767" y="1027605"/>
                </a:lnTo>
                <a:lnTo>
                  <a:pt x="2005324" y="995165"/>
                </a:lnTo>
                <a:lnTo>
                  <a:pt x="2005530" y="995603"/>
                </a:lnTo>
                <a:lnTo>
                  <a:pt x="1991875" y="1054219"/>
                </a:lnTo>
                <a:cubicBezTo>
                  <a:pt x="1983080" y="1091541"/>
                  <a:pt x="1974099" y="1128513"/>
                  <a:pt x="1964609" y="1164531"/>
                </a:cubicBezTo>
                <a:lnTo>
                  <a:pt x="1964348" y="1165432"/>
                </a:lnTo>
                <a:lnTo>
                  <a:pt x="1988444" y="1146934"/>
                </a:lnTo>
                <a:lnTo>
                  <a:pt x="1989030" y="1146468"/>
                </a:lnTo>
                <a:lnTo>
                  <a:pt x="2027063" y="1095762"/>
                </a:lnTo>
                <a:lnTo>
                  <a:pt x="2053174" y="1059932"/>
                </a:lnTo>
                <a:lnTo>
                  <a:pt x="2053251" y="1060521"/>
                </a:lnTo>
                <a:lnTo>
                  <a:pt x="2006069" y="1125265"/>
                </a:lnTo>
                <a:lnTo>
                  <a:pt x="1991829" y="1144251"/>
                </a:lnTo>
                <a:lnTo>
                  <a:pt x="2003751" y="1134802"/>
                </a:lnTo>
                <a:lnTo>
                  <a:pt x="2003686" y="1135077"/>
                </a:lnTo>
                <a:lnTo>
                  <a:pt x="1991415" y="1144803"/>
                </a:lnTo>
                <a:lnTo>
                  <a:pt x="1957040" y="1190632"/>
                </a:lnTo>
                <a:lnTo>
                  <a:pt x="1943295" y="1238030"/>
                </a:lnTo>
                <a:lnTo>
                  <a:pt x="1948535" y="1233683"/>
                </a:lnTo>
                <a:lnTo>
                  <a:pt x="1971541" y="1214062"/>
                </a:lnTo>
                <a:lnTo>
                  <a:pt x="1971499" y="1214465"/>
                </a:lnTo>
                <a:lnTo>
                  <a:pt x="1943106" y="1238681"/>
                </a:lnTo>
                <a:lnTo>
                  <a:pt x="1935505" y="1264895"/>
                </a:lnTo>
                <a:lnTo>
                  <a:pt x="1935873" y="1264539"/>
                </a:lnTo>
                <a:lnTo>
                  <a:pt x="1938310" y="1261441"/>
                </a:lnTo>
                <a:lnTo>
                  <a:pt x="1938310" y="1261743"/>
                </a:lnTo>
                <a:lnTo>
                  <a:pt x="1936864" y="1263582"/>
                </a:lnTo>
                <a:lnTo>
                  <a:pt x="1956031" y="1245075"/>
                </a:lnTo>
                <a:lnTo>
                  <a:pt x="1957202" y="1243697"/>
                </a:lnTo>
                <a:cubicBezTo>
                  <a:pt x="1982425" y="1211336"/>
                  <a:pt x="2007072" y="1174880"/>
                  <a:pt x="2031591" y="1137513"/>
                </a:cubicBezTo>
                <a:lnTo>
                  <a:pt x="2042198" y="1121255"/>
                </a:lnTo>
                <a:lnTo>
                  <a:pt x="2042223" y="1121537"/>
                </a:lnTo>
                <a:lnTo>
                  <a:pt x="2023057" y="1150913"/>
                </a:lnTo>
                <a:cubicBezTo>
                  <a:pt x="2010798" y="1169595"/>
                  <a:pt x="1998506" y="1188051"/>
                  <a:pt x="1986126" y="1205881"/>
                </a:cubicBezTo>
                <a:lnTo>
                  <a:pt x="1960896" y="1240375"/>
                </a:lnTo>
                <a:lnTo>
                  <a:pt x="1989274" y="1212973"/>
                </a:lnTo>
                <a:lnTo>
                  <a:pt x="2012698" y="1189630"/>
                </a:lnTo>
                <a:lnTo>
                  <a:pt x="2012685" y="1190073"/>
                </a:lnTo>
                <a:lnTo>
                  <a:pt x="1970361" y="1232253"/>
                </a:lnTo>
                <a:lnTo>
                  <a:pt x="1958249" y="1243996"/>
                </a:lnTo>
                <a:lnTo>
                  <a:pt x="1948667" y="1257096"/>
                </a:lnTo>
                <a:lnTo>
                  <a:pt x="1931051" y="1277814"/>
                </a:lnTo>
                <a:lnTo>
                  <a:pt x="1930098" y="1280382"/>
                </a:lnTo>
                <a:lnTo>
                  <a:pt x="1945187" y="1267464"/>
                </a:lnTo>
                <a:lnTo>
                  <a:pt x="1945149" y="1267827"/>
                </a:lnTo>
                <a:lnTo>
                  <a:pt x="1929918" y="1280868"/>
                </a:lnTo>
                <a:lnTo>
                  <a:pt x="1922741" y="1300203"/>
                </a:lnTo>
                <a:lnTo>
                  <a:pt x="1929896" y="1295694"/>
                </a:lnTo>
                <a:lnTo>
                  <a:pt x="1929779" y="1296024"/>
                </a:lnTo>
                <a:lnTo>
                  <a:pt x="1922617" y="1300538"/>
                </a:lnTo>
                <a:lnTo>
                  <a:pt x="1920885" y="1305203"/>
                </a:lnTo>
                <a:lnTo>
                  <a:pt x="1926767" y="1300759"/>
                </a:lnTo>
                <a:lnTo>
                  <a:pt x="1926713" y="1300963"/>
                </a:lnTo>
                <a:lnTo>
                  <a:pt x="1920801" y="1305430"/>
                </a:lnTo>
                <a:lnTo>
                  <a:pt x="1912136" y="1328774"/>
                </a:lnTo>
                <a:lnTo>
                  <a:pt x="1918371" y="1324707"/>
                </a:lnTo>
                <a:lnTo>
                  <a:pt x="1945816" y="1306260"/>
                </a:lnTo>
                <a:lnTo>
                  <a:pt x="1945719" y="1306694"/>
                </a:lnTo>
                <a:lnTo>
                  <a:pt x="1911893" y="1329429"/>
                </a:lnTo>
                <a:lnTo>
                  <a:pt x="1911240" y="1331189"/>
                </a:lnTo>
                <a:lnTo>
                  <a:pt x="1919567" y="1325877"/>
                </a:lnTo>
                <a:cubicBezTo>
                  <a:pt x="1950211" y="1305239"/>
                  <a:pt x="1980983" y="1283619"/>
                  <a:pt x="2011800" y="1261644"/>
                </a:cubicBezTo>
                <a:lnTo>
                  <a:pt x="2038506" y="1242493"/>
                </a:lnTo>
                <a:lnTo>
                  <a:pt x="2038423" y="1242925"/>
                </a:lnTo>
                <a:lnTo>
                  <a:pt x="1990167" y="1277530"/>
                </a:lnTo>
                <a:lnTo>
                  <a:pt x="1910585" y="1332952"/>
                </a:lnTo>
                <a:lnTo>
                  <a:pt x="1909537" y="1335774"/>
                </a:lnTo>
                <a:lnTo>
                  <a:pt x="1950617" y="1313367"/>
                </a:lnTo>
                <a:lnTo>
                  <a:pt x="1967639" y="1303784"/>
                </a:lnTo>
                <a:lnTo>
                  <a:pt x="1967531" y="1304045"/>
                </a:lnTo>
                <a:lnTo>
                  <a:pt x="1936775" y="1321362"/>
                </a:lnTo>
                <a:lnTo>
                  <a:pt x="1909330" y="1336331"/>
                </a:lnTo>
                <a:lnTo>
                  <a:pt x="1908925" y="1337424"/>
                </a:lnTo>
                <a:lnTo>
                  <a:pt x="1916105" y="1341247"/>
                </a:lnTo>
                <a:lnTo>
                  <a:pt x="1920136" y="1338053"/>
                </a:lnTo>
                <a:lnTo>
                  <a:pt x="1920023" y="1338526"/>
                </a:lnTo>
                <a:lnTo>
                  <a:pt x="1916395" y="1341402"/>
                </a:lnTo>
                <a:lnTo>
                  <a:pt x="1918272" y="1342401"/>
                </a:lnTo>
                <a:lnTo>
                  <a:pt x="1929302" y="1335907"/>
                </a:lnTo>
                <a:cubicBezTo>
                  <a:pt x="1980880" y="1303076"/>
                  <a:pt x="2033866" y="1262627"/>
                  <a:pt x="2087136" y="1220633"/>
                </a:cubicBezTo>
                <a:lnTo>
                  <a:pt x="2107660" y="1204369"/>
                </a:lnTo>
                <a:lnTo>
                  <a:pt x="2107572" y="1204739"/>
                </a:lnTo>
                <a:lnTo>
                  <a:pt x="2070485" y="1234129"/>
                </a:lnTo>
                <a:cubicBezTo>
                  <a:pt x="2046810" y="1252793"/>
                  <a:pt x="2023191" y="1271151"/>
                  <a:pt x="1999726" y="1288671"/>
                </a:cubicBezTo>
                <a:lnTo>
                  <a:pt x="1952465" y="1322180"/>
                </a:lnTo>
                <a:lnTo>
                  <a:pt x="1933945" y="1342901"/>
                </a:lnTo>
                <a:lnTo>
                  <a:pt x="1929767" y="1347373"/>
                </a:lnTo>
                <a:lnTo>
                  <a:pt x="1946938" y="1339057"/>
                </a:lnTo>
                <a:lnTo>
                  <a:pt x="1954692" y="1329029"/>
                </a:lnTo>
                <a:lnTo>
                  <a:pt x="1963857" y="1316618"/>
                </a:lnTo>
                <a:lnTo>
                  <a:pt x="1963864" y="1316842"/>
                </a:lnTo>
                <a:lnTo>
                  <a:pt x="1947748" y="1338666"/>
                </a:lnTo>
                <a:lnTo>
                  <a:pt x="1958642" y="1333389"/>
                </a:lnTo>
                <a:lnTo>
                  <a:pt x="1980554" y="1322403"/>
                </a:lnTo>
                <a:lnTo>
                  <a:pt x="1980442" y="1322713"/>
                </a:lnTo>
                <a:lnTo>
                  <a:pt x="1947227" y="1339366"/>
                </a:lnTo>
                <a:lnTo>
                  <a:pt x="1917670" y="1378283"/>
                </a:lnTo>
                <a:lnTo>
                  <a:pt x="1921519" y="1375765"/>
                </a:lnTo>
                <a:lnTo>
                  <a:pt x="1936333" y="1365788"/>
                </a:lnTo>
                <a:lnTo>
                  <a:pt x="1936254" y="1366037"/>
                </a:lnTo>
                <a:lnTo>
                  <a:pt x="1917252" y="1378832"/>
                </a:lnTo>
                <a:lnTo>
                  <a:pt x="1915468" y="1381181"/>
                </a:lnTo>
                <a:lnTo>
                  <a:pt x="1912212" y="1385130"/>
                </a:lnTo>
                <a:lnTo>
                  <a:pt x="1913412" y="1384750"/>
                </a:lnTo>
                <a:lnTo>
                  <a:pt x="1914682" y="1384327"/>
                </a:lnTo>
                <a:lnTo>
                  <a:pt x="1922104" y="1375926"/>
                </a:lnTo>
                <a:lnTo>
                  <a:pt x="1922075" y="1376444"/>
                </a:lnTo>
                <a:lnTo>
                  <a:pt x="1915289" y="1384126"/>
                </a:lnTo>
                <a:lnTo>
                  <a:pt x="1931950" y="1378588"/>
                </a:lnTo>
                <a:lnTo>
                  <a:pt x="1931792" y="1378826"/>
                </a:lnTo>
                <a:lnTo>
                  <a:pt x="1915058" y="1384387"/>
                </a:lnTo>
                <a:lnTo>
                  <a:pt x="1889711" y="1413081"/>
                </a:lnTo>
                <a:lnTo>
                  <a:pt x="1891406" y="1416880"/>
                </a:lnTo>
                <a:lnTo>
                  <a:pt x="1892112" y="1417599"/>
                </a:lnTo>
                <a:lnTo>
                  <a:pt x="1895889" y="1415082"/>
                </a:lnTo>
                <a:lnTo>
                  <a:pt x="1917425" y="1400303"/>
                </a:lnTo>
                <a:lnTo>
                  <a:pt x="1917351" y="1400646"/>
                </a:lnTo>
                <a:lnTo>
                  <a:pt x="1892328" y="1417819"/>
                </a:lnTo>
                <a:lnTo>
                  <a:pt x="1904646" y="1430362"/>
                </a:lnTo>
                <a:lnTo>
                  <a:pt x="1935784" y="1409671"/>
                </a:lnTo>
                <a:lnTo>
                  <a:pt x="1947849" y="1401417"/>
                </a:lnTo>
                <a:lnTo>
                  <a:pt x="1947786" y="1401620"/>
                </a:lnTo>
                <a:lnTo>
                  <a:pt x="1925984" y="1416533"/>
                </a:lnTo>
                <a:lnTo>
                  <a:pt x="1904698" y="1430415"/>
                </a:lnTo>
                <a:lnTo>
                  <a:pt x="1905709" y="1431443"/>
                </a:lnTo>
                <a:lnTo>
                  <a:pt x="1912583" y="1427024"/>
                </a:lnTo>
                <a:lnTo>
                  <a:pt x="1941956" y="1407560"/>
                </a:lnTo>
                <a:lnTo>
                  <a:pt x="1941850" y="1408019"/>
                </a:lnTo>
                <a:lnTo>
                  <a:pt x="1906020" y="1431760"/>
                </a:lnTo>
                <a:lnTo>
                  <a:pt x="1908435" y="1434219"/>
                </a:lnTo>
                <a:lnTo>
                  <a:pt x="1912884" y="1438876"/>
                </a:lnTo>
                <a:lnTo>
                  <a:pt x="1921271" y="1435802"/>
                </a:lnTo>
                <a:lnTo>
                  <a:pt x="1946725" y="1416042"/>
                </a:lnTo>
                <a:lnTo>
                  <a:pt x="1978550" y="1390523"/>
                </a:lnTo>
                <a:lnTo>
                  <a:pt x="1978476" y="1391065"/>
                </a:lnTo>
                <a:lnTo>
                  <a:pt x="1920972" y="1437176"/>
                </a:lnTo>
                <a:lnTo>
                  <a:pt x="1915406" y="1441515"/>
                </a:lnTo>
                <a:lnTo>
                  <a:pt x="1916352" y="1442506"/>
                </a:lnTo>
                <a:lnTo>
                  <a:pt x="1941603" y="1430677"/>
                </a:lnTo>
                <a:lnTo>
                  <a:pt x="1941441" y="1431090"/>
                </a:lnTo>
                <a:lnTo>
                  <a:pt x="1916576" y="1442739"/>
                </a:lnTo>
                <a:lnTo>
                  <a:pt x="1916811" y="1442985"/>
                </a:lnTo>
                <a:lnTo>
                  <a:pt x="1941420" y="1432357"/>
                </a:lnTo>
                <a:lnTo>
                  <a:pt x="1945316" y="1424773"/>
                </a:lnTo>
                <a:lnTo>
                  <a:pt x="1945414" y="1425281"/>
                </a:lnTo>
                <a:lnTo>
                  <a:pt x="1941882" y="1432158"/>
                </a:lnTo>
                <a:lnTo>
                  <a:pt x="1948674" y="1429224"/>
                </a:lnTo>
                <a:lnTo>
                  <a:pt x="1951810" y="1426700"/>
                </a:lnTo>
                <a:lnTo>
                  <a:pt x="1951744" y="1427188"/>
                </a:lnTo>
                <a:lnTo>
                  <a:pt x="1949842" y="1428720"/>
                </a:lnTo>
                <a:lnTo>
                  <a:pt x="1953358" y="1427202"/>
                </a:lnTo>
                <a:lnTo>
                  <a:pt x="1975455" y="1417304"/>
                </a:lnTo>
                <a:lnTo>
                  <a:pt x="2009211" y="1367059"/>
                </a:lnTo>
                <a:lnTo>
                  <a:pt x="2027412" y="1339164"/>
                </a:lnTo>
                <a:lnTo>
                  <a:pt x="2027455" y="1339645"/>
                </a:lnTo>
                <a:lnTo>
                  <a:pt x="1994567" y="1390050"/>
                </a:lnTo>
                <a:lnTo>
                  <a:pt x="1976602" y="1416790"/>
                </a:lnTo>
                <a:lnTo>
                  <a:pt x="1976979" y="1416621"/>
                </a:lnTo>
                <a:lnTo>
                  <a:pt x="2088251" y="1309172"/>
                </a:lnTo>
                <a:lnTo>
                  <a:pt x="2119654" y="1277877"/>
                </a:lnTo>
                <a:lnTo>
                  <a:pt x="2119638" y="1278471"/>
                </a:lnTo>
                <a:lnTo>
                  <a:pt x="2062893" y="1335022"/>
                </a:lnTo>
                <a:lnTo>
                  <a:pt x="1980226" y="1415167"/>
                </a:lnTo>
                <a:lnTo>
                  <a:pt x="1994369" y="1408831"/>
                </a:lnTo>
                <a:lnTo>
                  <a:pt x="1994066" y="1409410"/>
                </a:lnTo>
                <a:lnTo>
                  <a:pt x="1979379" y="1415988"/>
                </a:lnTo>
                <a:lnTo>
                  <a:pt x="1972961" y="1422211"/>
                </a:lnTo>
                <a:lnTo>
                  <a:pt x="1943027" y="1466765"/>
                </a:lnTo>
                <a:lnTo>
                  <a:pt x="1951864" y="1462665"/>
                </a:lnTo>
                <a:lnTo>
                  <a:pt x="1951702" y="1463075"/>
                </a:lnTo>
                <a:lnTo>
                  <a:pt x="1942699" y="1467252"/>
                </a:lnTo>
                <a:lnTo>
                  <a:pt x="1941582" y="1468915"/>
                </a:lnTo>
                <a:lnTo>
                  <a:pt x="1949850" y="1477569"/>
                </a:lnTo>
                <a:lnTo>
                  <a:pt x="1949852" y="1478013"/>
                </a:lnTo>
                <a:lnTo>
                  <a:pt x="1941408" y="1469175"/>
                </a:lnTo>
                <a:lnTo>
                  <a:pt x="1931198" y="1484372"/>
                </a:lnTo>
                <a:lnTo>
                  <a:pt x="1913510" y="1508556"/>
                </a:lnTo>
                <a:lnTo>
                  <a:pt x="1927807" y="1501483"/>
                </a:lnTo>
                <a:lnTo>
                  <a:pt x="1959360" y="1473042"/>
                </a:lnTo>
                <a:lnTo>
                  <a:pt x="1974631" y="1458900"/>
                </a:lnTo>
                <a:lnTo>
                  <a:pt x="1974584" y="1459198"/>
                </a:lnTo>
                <a:lnTo>
                  <a:pt x="1946989" y="1484753"/>
                </a:lnTo>
                <a:lnTo>
                  <a:pt x="1942097" y="1489161"/>
                </a:lnTo>
                <a:lnTo>
                  <a:pt x="1942100" y="1489221"/>
                </a:lnTo>
                <a:lnTo>
                  <a:pt x="1937709" y="1495167"/>
                </a:lnTo>
                <a:lnTo>
                  <a:pt x="1993190" y="1458975"/>
                </a:lnTo>
                <a:lnTo>
                  <a:pt x="2029986" y="1434243"/>
                </a:lnTo>
                <a:lnTo>
                  <a:pt x="2029857" y="1434823"/>
                </a:lnTo>
                <a:lnTo>
                  <a:pt x="1963368" y="1479512"/>
                </a:lnTo>
                <a:lnTo>
                  <a:pt x="1936164" y="1497258"/>
                </a:lnTo>
                <a:lnTo>
                  <a:pt x="1936059" y="1497401"/>
                </a:lnTo>
                <a:lnTo>
                  <a:pt x="1957991" y="1486550"/>
                </a:lnTo>
                <a:cubicBezTo>
                  <a:pt x="1983912" y="1472922"/>
                  <a:pt x="2010116" y="1458492"/>
                  <a:pt x="2036424" y="1443770"/>
                </a:cubicBezTo>
                <a:lnTo>
                  <a:pt x="2059244" y="1430921"/>
                </a:lnTo>
                <a:lnTo>
                  <a:pt x="2059099" y="1431273"/>
                </a:lnTo>
                <a:lnTo>
                  <a:pt x="2017865" y="1454488"/>
                </a:lnTo>
                <a:cubicBezTo>
                  <a:pt x="1991557" y="1469211"/>
                  <a:pt x="1965352" y="1483642"/>
                  <a:pt x="1939432" y="1497269"/>
                </a:cubicBezTo>
                <a:lnTo>
                  <a:pt x="1934271" y="1499822"/>
                </a:lnTo>
                <a:lnTo>
                  <a:pt x="1913682" y="1527701"/>
                </a:lnTo>
                <a:lnTo>
                  <a:pt x="1906904" y="1536625"/>
                </a:lnTo>
                <a:lnTo>
                  <a:pt x="1934729" y="1524515"/>
                </a:lnTo>
                <a:lnTo>
                  <a:pt x="1960339" y="1504776"/>
                </a:lnTo>
                <a:lnTo>
                  <a:pt x="1995558" y="1476866"/>
                </a:lnTo>
                <a:lnTo>
                  <a:pt x="1995406" y="1477501"/>
                </a:lnTo>
                <a:lnTo>
                  <a:pt x="1937724" y="1523212"/>
                </a:lnTo>
                <a:lnTo>
                  <a:pt x="1946023" y="1519602"/>
                </a:lnTo>
                <a:cubicBezTo>
                  <a:pt x="1979524" y="1504019"/>
                  <a:pt x="2013302" y="1487488"/>
                  <a:pt x="2047181" y="1470613"/>
                </a:cubicBezTo>
                <a:lnTo>
                  <a:pt x="2076559" y="1455886"/>
                </a:lnTo>
                <a:lnTo>
                  <a:pt x="2076409" y="1456300"/>
                </a:lnTo>
                <a:lnTo>
                  <a:pt x="2023326" y="1482914"/>
                </a:lnTo>
                <a:lnTo>
                  <a:pt x="1933979" y="1526181"/>
                </a:lnTo>
                <a:lnTo>
                  <a:pt x="1931769" y="1527931"/>
                </a:lnTo>
                <a:lnTo>
                  <a:pt x="1888399" y="1561362"/>
                </a:lnTo>
                <a:lnTo>
                  <a:pt x="1893177" y="1559655"/>
                </a:lnTo>
                <a:lnTo>
                  <a:pt x="1900941" y="1556759"/>
                </a:lnTo>
                <a:lnTo>
                  <a:pt x="1907509" y="1552539"/>
                </a:lnTo>
                <a:lnTo>
                  <a:pt x="1907396" y="1552996"/>
                </a:lnTo>
                <a:lnTo>
                  <a:pt x="1902369" y="1556227"/>
                </a:lnTo>
                <a:lnTo>
                  <a:pt x="1921507" y="1549090"/>
                </a:lnTo>
                <a:lnTo>
                  <a:pt x="1921329" y="1549453"/>
                </a:lnTo>
                <a:lnTo>
                  <a:pt x="1901267" y="1556934"/>
                </a:lnTo>
                <a:lnTo>
                  <a:pt x="1887458" y="1565808"/>
                </a:lnTo>
                <a:lnTo>
                  <a:pt x="1890057" y="1569614"/>
                </a:lnTo>
                <a:lnTo>
                  <a:pt x="1898736" y="1567236"/>
                </a:lnTo>
                <a:lnTo>
                  <a:pt x="1912823" y="1559925"/>
                </a:lnTo>
                <a:lnTo>
                  <a:pt x="1928715" y="1551405"/>
                </a:lnTo>
                <a:lnTo>
                  <a:pt x="1928610" y="1551644"/>
                </a:lnTo>
                <a:lnTo>
                  <a:pt x="1900360" y="1566790"/>
                </a:lnTo>
                <a:lnTo>
                  <a:pt x="1901391" y="1566508"/>
                </a:lnTo>
                <a:lnTo>
                  <a:pt x="1959512" y="1548054"/>
                </a:lnTo>
                <a:lnTo>
                  <a:pt x="1980220" y="1528219"/>
                </a:lnTo>
                <a:lnTo>
                  <a:pt x="1991217" y="1517397"/>
                </a:lnTo>
                <a:lnTo>
                  <a:pt x="1991189" y="1517620"/>
                </a:lnTo>
                <a:lnTo>
                  <a:pt x="1971318" y="1537173"/>
                </a:lnTo>
                <a:lnTo>
                  <a:pt x="1960179" y="1547843"/>
                </a:lnTo>
                <a:lnTo>
                  <a:pt x="1986543" y="1539472"/>
                </a:lnTo>
                <a:lnTo>
                  <a:pt x="2011395" y="1531212"/>
                </a:lnTo>
                <a:lnTo>
                  <a:pt x="2011185" y="1531530"/>
                </a:lnTo>
                <a:lnTo>
                  <a:pt x="1966281" y="1546454"/>
                </a:lnTo>
                <a:lnTo>
                  <a:pt x="1959321" y="1548664"/>
                </a:lnTo>
                <a:lnTo>
                  <a:pt x="1933309" y="1573581"/>
                </a:lnTo>
                <a:lnTo>
                  <a:pt x="1907994" y="1595962"/>
                </a:lnTo>
                <a:lnTo>
                  <a:pt x="1912810" y="1603231"/>
                </a:lnTo>
                <a:lnTo>
                  <a:pt x="1916446" y="1600989"/>
                </a:lnTo>
                <a:lnTo>
                  <a:pt x="1929305" y="1592464"/>
                </a:lnTo>
                <a:lnTo>
                  <a:pt x="1929236" y="1592675"/>
                </a:lnTo>
                <a:lnTo>
                  <a:pt x="1912965" y="1603463"/>
                </a:lnTo>
                <a:lnTo>
                  <a:pt x="1917797" y="1610756"/>
                </a:lnTo>
                <a:lnTo>
                  <a:pt x="1918598" y="1610544"/>
                </a:lnTo>
                <a:lnTo>
                  <a:pt x="1929841" y="1604070"/>
                </a:lnTo>
                <a:lnTo>
                  <a:pt x="1929768" y="1604250"/>
                </a:lnTo>
                <a:lnTo>
                  <a:pt x="1919045" y="1610425"/>
                </a:lnTo>
                <a:lnTo>
                  <a:pt x="1922083" y="1609620"/>
                </a:lnTo>
                <a:lnTo>
                  <a:pt x="1953730" y="1600765"/>
                </a:lnTo>
                <a:lnTo>
                  <a:pt x="1953504" y="1601143"/>
                </a:lnTo>
                <a:lnTo>
                  <a:pt x="1918009" y="1611075"/>
                </a:lnTo>
                <a:lnTo>
                  <a:pt x="1918131" y="1611261"/>
                </a:lnTo>
                <a:lnTo>
                  <a:pt x="1925272" y="1619204"/>
                </a:lnTo>
                <a:lnTo>
                  <a:pt x="1925264" y="1619534"/>
                </a:lnTo>
                <a:lnTo>
                  <a:pt x="1918986" y="1612552"/>
                </a:lnTo>
                <a:lnTo>
                  <a:pt x="1929756" y="1628804"/>
                </a:lnTo>
                <a:lnTo>
                  <a:pt x="1959571" y="1610664"/>
                </a:lnTo>
                <a:lnTo>
                  <a:pt x="1930359" y="1629714"/>
                </a:lnTo>
                <a:lnTo>
                  <a:pt x="1931363" y="1631231"/>
                </a:lnTo>
                <a:lnTo>
                  <a:pt x="1981744" y="1613536"/>
                </a:lnTo>
                <a:lnTo>
                  <a:pt x="1999972" y="1606857"/>
                </a:lnTo>
                <a:lnTo>
                  <a:pt x="1999824" y="1607098"/>
                </a:lnTo>
                <a:lnTo>
                  <a:pt x="1966889" y="1619165"/>
                </a:lnTo>
                <a:lnTo>
                  <a:pt x="1931584" y="1631564"/>
                </a:lnTo>
                <a:lnTo>
                  <a:pt x="1932434" y="1632846"/>
                </a:lnTo>
                <a:lnTo>
                  <a:pt x="1932372" y="1633191"/>
                </a:lnTo>
                <a:lnTo>
                  <a:pt x="1931349" y="1631647"/>
                </a:lnTo>
                <a:lnTo>
                  <a:pt x="1922784" y="1634655"/>
                </a:lnTo>
                <a:lnTo>
                  <a:pt x="1920189" y="1636347"/>
                </a:lnTo>
                <a:cubicBezTo>
                  <a:pt x="1906501" y="1644695"/>
                  <a:pt x="1892930" y="1652586"/>
                  <a:pt x="1879521" y="1659853"/>
                </a:cubicBezTo>
                <a:lnTo>
                  <a:pt x="1867227" y="1665973"/>
                </a:lnTo>
                <a:lnTo>
                  <a:pt x="1877313" y="1688134"/>
                </a:lnTo>
                <a:lnTo>
                  <a:pt x="1895666" y="1678984"/>
                </a:lnTo>
                <a:lnTo>
                  <a:pt x="1895532" y="1679353"/>
                </a:lnTo>
                <a:lnTo>
                  <a:pt x="1877424" y="1688379"/>
                </a:lnTo>
                <a:lnTo>
                  <a:pt x="1877590" y="1688743"/>
                </a:lnTo>
                <a:lnTo>
                  <a:pt x="1886770" y="1684368"/>
                </a:lnTo>
                <a:lnTo>
                  <a:pt x="1915812" y="1669958"/>
                </a:lnTo>
                <a:lnTo>
                  <a:pt x="1915663" y="1670367"/>
                </a:lnTo>
                <a:lnTo>
                  <a:pt x="1877780" y="1689161"/>
                </a:lnTo>
                <a:lnTo>
                  <a:pt x="1881082" y="1696416"/>
                </a:lnTo>
                <a:lnTo>
                  <a:pt x="1894955" y="1688605"/>
                </a:lnTo>
                <a:lnTo>
                  <a:pt x="1902433" y="1681680"/>
                </a:lnTo>
                <a:lnTo>
                  <a:pt x="1902352" y="1682193"/>
                </a:lnTo>
                <a:lnTo>
                  <a:pt x="1896160" y="1687928"/>
                </a:lnTo>
                <a:lnTo>
                  <a:pt x="1905825" y="1682485"/>
                </a:lnTo>
                <a:lnTo>
                  <a:pt x="1905576" y="1683088"/>
                </a:lnTo>
                <a:lnTo>
                  <a:pt x="1894885" y="1689108"/>
                </a:lnTo>
                <a:lnTo>
                  <a:pt x="1882831" y="1700270"/>
                </a:lnTo>
                <a:lnTo>
                  <a:pt x="1887791" y="1711578"/>
                </a:lnTo>
                <a:lnTo>
                  <a:pt x="1937063" y="1689654"/>
                </a:lnTo>
                <a:lnTo>
                  <a:pt x="1942730" y="1684077"/>
                </a:lnTo>
                <a:lnTo>
                  <a:pt x="1942681" y="1684458"/>
                </a:lnTo>
                <a:lnTo>
                  <a:pt x="1937682" y="1689378"/>
                </a:lnTo>
                <a:lnTo>
                  <a:pt x="1997879" y="1662591"/>
                </a:lnTo>
                <a:lnTo>
                  <a:pt x="2038096" y="1643931"/>
                </a:lnTo>
                <a:lnTo>
                  <a:pt x="2037877" y="1644484"/>
                </a:lnTo>
                <a:lnTo>
                  <a:pt x="1965208" y="1678202"/>
                </a:lnTo>
                <a:lnTo>
                  <a:pt x="1935560" y="1691466"/>
                </a:lnTo>
                <a:lnTo>
                  <a:pt x="1908586" y="1718009"/>
                </a:lnTo>
                <a:lnTo>
                  <a:pt x="1906811" y="1719710"/>
                </a:lnTo>
                <a:lnTo>
                  <a:pt x="1937406" y="1708508"/>
                </a:lnTo>
                <a:lnTo>
                  <a:pt x="1937149" y="1708924"/>
                </a:lnTo>
                <a:lnTo>
                  <a:pt x="1906267" y="1720231"/>
                </a:lnTo>
                <a:lnTo>
                  <a:pt x="1895930" y="1730132"/>
                </a:lnTo>
                <a:lnTo>
                  <a:pt x="1900559" y="1740686"/>
                </a:lnTo>
                <a:lnTo>
                  <a:pt x="1912950" y="1738642"/>
                </a:lnTo>
                <a:lnTo>
                  <a:pt x="1912694" y="1738922"/>
                </a:lnTo>
                <a:lnTo>
                  <a:pt x="1900657" y="1740908"/>
                </a:lnTo>
                <a:lnTo>
                  <a:pt x="1902300" y="1744655"/>
                </a:lnTo>
                <a:lnTo>
                  <a:pt x="1903758" y="1744101"/>
                </a:lnTo>
                <a:lnTo>
                  <a:pt x="1936526" y="1731147"/>
                </a:lnTo>
                <a:lnTo>
                  <a:pt x="1936328" y="1731575"/>
                </a:lnTo>
                <a:lnTo>
                  <a:pt x="1902438" y="1744971"/>
                </a:lnTo>
                <a:lnTo>
                  <a:pt x="1906797" y="1754909"/>
                </a:lnTo>
                <a:lnTo>
                  <a:pt x="1906646" y="1755327"/>
                </a:lnTo>
                <a:lnTo>
                  <a:pt x="1902153" y="1745084"/>
                </a:lnTo>
                <a:lnTo>
                  <a:pt x="1886143" y="1751413"/>
                </a:lnTo>
                <a:lnTo>
                  <a:pt x="1891904" y="1772534"/>
                </a:lnTo>
                <a:lnTo>
                  <a:pt x="1891681" y="1772950"/>
                </a:lnTo>
                <a:lnTo>
                  <a:pt x="1885840" y="1751533"/>
                </a:lnTo>
                <a:lnTo>
                  <a:pt x="1877115" y="1754982"/>
                </a:lnTo>
                <a:lnTo>
                  <a:pt x="1865311" y="1759462"/>
                </a:lnTo>
                <a:lnTo>
                  <a:pt x="1847791" y="1776244"/>
                </a:lnTo>
                <a:lnTo>
                  <a:pt x="1857733" y="1772601"/>
                </a:lnTo>
                <a:lnTo>
                  <a:pt x="1857479" y="1773012"/>
                </a:lnTo>
                <a:lnTo>
                  <a:pt x="1847252" y="1776760"/>
                </a:lnTo>
                <a:lnTo>
                  <a:pt x="1843366" y="1780482"/>
                </a:lnTo>
                <a:lnTo>
                  <a:pt x="1839219" y="1784148"/>
                </a:lnTo>
                <a:lnTo>
                  <a:pt x="1844599" y="1783381"/>
                </a:lnTo>
                <a:lnTo>
                  <a:pt x="1844399" y="1783634"/>
                </a:lnTo>
                <a:lnTo>
                  <a:pt x="1838917" y="1784415"/>
                </a:lnTo>
                <a:lnTo>
                  <a:pt x="1820963" y="1800288"/>
                </a:lnTo>
                <a:lnTo>
                  <a:pt x="1820987" y="1800324"/>
                </a:lnTo>
                <a:lnTo>
                  <a:pt x="1828203" y="1797066"/>
                </a:lnTo>
                <a:lnTo>
                  <a:pt x="1828077" y="1797373"/>
                </a:lnTo>
                <a:lnTo>
                  <a:pt x="1821117" y="1800515"/>
                </a:lnTo>
                <a:lnTo>
                  <a:pt x="1826339" y="1808165"/>
                </a:lnTo>
                <a:lnTo>
                  <a:pt x="1868584" y="1803853"/>
                </a:lnTo>
                <a:lnTo>
                  <a:pt x="1906968" y="1778348"/>
                </a:lnTo>
                <a:lnTo>
                  <a:pt x="1934723" y="1759362"/>
                </a:lnTo>
                <a:lnTo>
                  <a:pt x="1934577" y="1759827"/>
                </a:lnTo>
                <a:lnTo>
                  <a:pt x="1884423" y="1794135"/>
                </a:lnTo>
                <a:lnTo>
                  <a:pt x="1871827" y="1802505"/>
                </a:lnTo>
                <a:lnTo>
                  <a:pt x="1899831" y="1790826"/>
                </a:lnTo>
                <a:lnTo>
                  <a:pt x="1913867" y="1784422"/>
                </a:lnTo>
                <a:lnTo>
                  <a:pt x="1913765" y="1784621"/>
                </a:lnTo>
                <a:lnTo>
                  <a:pt x="1888402" y="1796193"/>
                </a:lnTo>
                <a:lnTo>
                  <a:pt x="1870505" y="1803658"/>
                </a:lnTo>
                <a:lnTo>
                  <a:pt x="1904046" y="1800234"/>
                </a:lnTo>
                <a:lnTo>
                  <a:pt x="1936689" y="1796447"/>
                </a:lnTo>
                <a:lnTo>
                  <a:pt x="1936406" y="1796784"/>
                </a:lnTo>
                <a:lnTo>
                  <a:pt x="1877421" y="1803627"/>
                </a:lnTo>
                <a:lnTo>
                  <a:pt x="1868815" y="1804506"/>
                </a:lnTo>
                <a:lnTo>
                  <a:pt x="1846138" y="1819575"/>
                </a:lnTo>
                <a:lnTo>
                  <a:pt x="1870767" y="1815302"/>
                </a:lnTo>
                <a:lnTo>
                  <a:pt x="1889814" y="1811563"/>
                </a:lnTo>
                <a:lnTo>
                  <a:pt x="1889630" y="1811777"/>
                </a:lnTo>
                <a:lnTo>
                  <a:pt x="1855212" y="1818534"/>
                </a:lnTo>
                <a:lnTo>
                  <a:pt x="1845053" y="1820296"/>
                </a:lnTo>
                <a:lnTo>
                  <a:pt x="1837904" y="1825046"/>
                </a:lnTo>
                <a:lnTo>
                  <a:pt x="1838403" y="1825600"/>
                </a:lnTo>
                <a:lnTo>
                  <a:pt x="1859721" y="1821339"/>
                </a:lnTo>
                <a:cubicBezTo>
                  <a:pt x="1881099" y="1816515"/>
                  <a:pt x="1902838" y="1811166"/>
                  <a:pt x="1924708" y="1805625"/>
                </a:cubicBezTo>
                <a:lnTo>
                  <a:pt x="1943694" y="1800763"/>
                </a:lnTo>
                <a:lnTo>
                  <a:pt x="1943521" y="1800989"/>
                </a:lnTo>
                <a:lnTo>
                  <a:pt x="1909215" y="1809774"/>
                </a:lnTo>
                <a:cubicBezTo>
                  <a:pt x="1887344" y="1815316"/>
                  <a:pt x="1865606" y="1820665"/>
                  <a:pt x="1844228" y="1825488"/>
                </a:cubicBezTo>
                <a:lnTo>
                  <a:pt x="1839205" y="1826492"/>
                </a:lnTo>
                <a:lnTo>
                  <a:pt x="1841958" y="1829554"/>
                </a:lnTo>
                <a:lnTo>
                  <a:pt x="1841951" y="1829800"/>
                </a:lnTo>
                <a:lnTo>
                  <a:pt x="1839012" y="1826531"/>
                </a:lnTo>
                <a:lnTo>
                  <a:pt x="1838607" y="1826612"/>
                </a:lnTo>
                <a:lnTo>
                  <a:pt x="1847298" y="1839729"/>
                </a:lnTo>
                <a:lnTo>
                  <a:pt x="1847252" y="1839986"/>
                </a:lnTo>
                <a:lnTo>
                  <a:pt x="1838416" y="1826650"/>
                </a:lnTo>
                <a:lnTo>
                  <a:pt x="1834231" y="1827486"/>
                </a:lnTo>
                <a:lnTo>
                  <a:pt x="1800384" y="1849978"/>
                </a:lnTo>
                <a:lnTo>
                  <a:pt x="1822965" y="1848990"/>
                </a:lnTo>
                <a:lnTo>
                  <a:pt x="1849041" y="1847489"/>
                </a:lnTo>
                <a:lnTo>
                  <a:pt x="1848801" y="1847744"/>
                </a:lnTo>
                <a:lnTo>
                  <a:pt x="1801684" y="1850457"/>
                </a:lnTo>
                <a:lnTo>
                  <a:pt x="1799520" y="1850552"/>
                </a:lnTo>
                <a:lnTo>
                  <a:pt x="1794009" y="1854215"/>
                </a:lnTo>
                <a:lnTo>
                  <a:pt x="1804958" y="1878272"/>
                </a:lnTo>
                <a:lnTo>
                  <a:pt x="1815502" y="1873380"/>
                </a:lnTo>
                <a:lnTo>
                  <a:pt x="1815339" y="1873792"/>
                </a:lnTo>
                <a:lnTo>
                  <a:pt x="1805084" y="1878550"/>
                </a:lnTo>
                <a:lnTo>
                  <a:pt x="1808543" y="1886149"/>
                </a:lnTo>
                <a:lnTo>
                  <a:pt x="1842268" y="1880187"/>
                </a:lnTo>
                <a:lnTo>
                  <a:pt x="1811796" y="1887904"/>
                </a:lnTo>
                <a:lnTo>
                  <a:pt x="1809504" y="1888260"/>
                </a:lnTo>
                <a:lnTo>
                  <a:pt x="1810214" y="1889822"/>
                </a:lnTo>
                <a:lnTo>
                  <a:pt x="1828177" y="1930774"/>
                </a:lnTo>
                <a:lnTo>
                  <a:pt x="1828064" y="1931086"/>
                </a:lnTo>
                <a:lnTo>
                  <a:pt x="1818123" y="1908423"/>
                </a:lnTo>
                <a:lnTo>
                  <a:pt x="1808984" y="1888342"/>
                </a:lnTo>
                <a:lnTo>
                  <a:pt x="1802074" y="1889418"/>
                </a:lnTo>
                <a:lnTo>
                  <a:pt x="1804571" y="1898104"/>
                </a:lnTo>
                <a:lnTo>
                  <a:pt x="1816065" y="1940243"/>
                </a:lnTo>
                <a:lnTo>
                  <a:pt x="1864873" y="1930182"/>
                </a:lnTo>
                <a:lnTo>
                  <a:pt x="1899267" y="1922523"/>
                </a:lnTo>
                <a:lnTo>
                  <a:pt x="1899004" y="1922914"/>
                </a:lnTo>
                <a:lnTo>
                  <a:pt x="1836857" y="1936752"/>
                </a:lnTo>
                <a:lnTo>
                  <a:pt x="1816282" y="1941036"/>
                </a:lnTo>
                <a:lnTo>
                  <a:pt x="1817068" y="1943920"/>
                </a:lnTo>
                <a:lnTo>
                  <a:pt x="1816902" y="1944230"/>
                </a:lnTo>
                <a:lnTo>
                  <a:pt x="1816045" y="1941086"/>
                </a:lnTo>
                <a:lnTo>
                  <a:pt x="1746704" y="1955525"/>
                </a:lnTo>
                <a:lnTo>
                  <a:pt x="1748261" y="1961960"/>
                </a:lnTo>
                <a:lnTo>
                  <a:pt x="1751445" y="1961190"/>
                </a:lnTo>
                <a:lnTo>
                  <a:pt x="1784023" y="1952847"/>
                </a:lnTo>
                <a:lnTo>
                  <a:pt x="1783727" y="1953234"/>
                </a:lnTo>
                <a:lnTo>
                  <a:pt x="1748341" y="1962296"/>
                </a:lnTo>
                <a:lnTo>
                  <a:pt x="1750908" y="1972908"/>
                </a:lnTo>
                <a:lnTo>
                  <a:pt x="1761778" y="1972612"/>
                </a:lnTo>
                <a:lnTo>
                  <a:pt x="1761445" y="1972946"/>
                </a:lnTo>
                <a:lnTo>
                  <a:pt x="1750986" y="1973231"/>
                </a:lnTo>
                <a:lnTo>
                  <a:pt x="1751989" y="1977377"/>
                </a:lnTo>
                <a:lnTo>
                  <a:pt x="1754637" y="1990155"/>
                </a:lnTo>
                <a:lnTo>
                  <a:pt x="1792365" y="1979813"/>
                </a:lnTo>
                <a:lnTo>
                  <a:pt x="1816314" y="1972900"/>
                </a:lnTo>
                <a:lnTo>
                  <a:pt x="1816103" y="1973193"/>
                </a:lnTo>
                <a:lnTo>
                  <a:pt x="1772828" y="1985686"/>
                </a:lnTo>
                <a:lnTo>
                  <a:pt x="1754738" y="1990644"/>
                </a:lnTo>
                <a:lnTo>
                  <a:pt x="1755962" y="1996549"/>
                </a:lnTo>
                <a:lnTo>
                  <a:pt x="1755892" y="1996690"/>
                </a:lnTo>
                <a:lnTo>
                  <a:pt x="1754645" y="1990670"/>
                </a:lnTo>
                <a:lnTo>
                  <a:pt x="1737352" y="1995410"/>
                </a:lnTo>
                <a:lnTo>
                  <a:pt x="1738289" y="1999084"/>
                </a:lnTo>
                <a:lnTo>
                  <a:pt x="1742877" y="2018170"/>
                </a:lnTo>
                <a:lnTo>
                  <a:pt x="1768649" y="2021110"/>
                </a:lnTo>
                <a:lnTo>
                  <a:pt x="1794638" y="2023714"/>
                </a:lnTo>
                <a:lnTo>
                  <a:pt x="1794361" y="2023928"/>
                </a:lnTo>
                <a:lnTo>
                  <a:pt x="1747400" y="2019225"/>
                </a:lnTo>
                <a:lnTo>
                  <a:pt x="1743010" y="2018724"/>
                </a:lnTo>
                <a:lnTo>
                  <a:pt x="1746517" y="2033312"/>
                </a:lnTo>
                <a:lnTo>
                  <a:pt x="1746388" y="2033538"/>
                </a:lnTo>
                <a:lnTo>
                  <a:pt x="1742820" y="2018702"/>
                </a:lnTo>
                <a:lnTo>
                  <a:pt x="1716810" y="2015735"/>
                </a:lnTo>
                <a:lnTo>
                  <a:pt x="1716078" y="2021270"/>
                </a:lnTo>
                <a:lnTo>
                  <a:pt x="1713614" y="2038147"/>
                </a:lnTo>
                <a:lnTo>
                  <a:pt x="1725356" y="2035037"/>
                </a:lnTo>
                <a:lnTo>
                  <a:pt x="1735766" y="2032032"/>
                </a:lnTo>
                <a:lnTo>
                  <a:pt x="1735676" y="2032159"/>
                </a:lnTo>
                <a:lnTo>
                  <a:pt x="1716863" y="2037590"/>
                </a:lnTo>
                <a:lnTo>
                  <a:pt x="1713574" y="2038423"/>
                </a:lnTo>
                <a:lnTo>
                  <a:pt x="1713335" y="2040061"/>
                </a:lnTo>
                <a:lnTo>
                  <a:pt x="1732928" y="2042051"/>
                </a:lnTo>
                <a:lnTo>
                  <a:pt x="1747421" y="2043042"/>
                </a:lnTo>
                <a:lnTo>
                  <a:pt x="1747247" y="2043160"/>
                </a:lnTo>
                <a:lnTo>
                  <a:pt x="1721059" y="2041371"/>
                </a:lnTo>
                <a:lnTo>
                  <a:pt x="1713260" y="2040579"/>
                </a:lnTo>
                <a:lnTo>
                  <a:pt x="1711226" y="2054513"/>
                </a:lnTo>
                <a:lnTo>
                  <a:pt x="1711030" y="2054699"/>
                </a:lnTo>
                <a:lnTo>
                  <a:pt x="1713093" y="2040562"/>
                </a:lnTo>
                <a:lnTo>
                  <a:pt x="1707406" y="2039985"/>
                </a:lnTo>
                <a:lnTo>
                  <a:pt x="1690813" y="2044187"/>
                </a:lnTo>
                <a:lnTo>
                  <a:pt x="1706879" y="2039931"/>
                </a:lnTo>
                <a:lnTo>
                  <a:pt x="1688852" y="2038101"/>
                </a:lnTo>
                <a:lnTo>
                  <a:pt x="1688388" y="2044801"/>
                </a:lnTo>
                <a:lnTo>
                  <a:pt x="1690813" y="2044187"/>
                </a:lnTo>
                <a:lnTo>
                  <a:pt x="1688387" y="2044829"/>
                </a:lnTo>
                <a:lnTo>
                  <a:pt x="1686397" y="2073539"/>
                </a:lnTo>
                <a:lnTo>
                  <a:pt x="1685269" y="2087102"/>
                </a:lnTo>
                <a:lnTo>
                  <a:pt x="1686298" y="2086890"/>
                </a:lnTo>
                <a:lnTo>
                  <a:pt x="1711952" y="2081177"/>
                </a:lnTo>
                <a:lnTo>
                  <a:pt x="1711755" y="2081469"/>
                </a:lnTo>
                <a:lnTo>
                  <a:pt x="1685247" y="2087372"/>
                </a:lnTo>
                <a:lnTo>
                  <a:pt x="1682461" y="2120864"/>
                </a:lnTo>
                <a:lnTo>
                  <a:pt x="1682198" y="2121099"/>
                </a:lnTo>
                <a:lnTo>
                  <a:pt x="1684377" y="2094906"/>
                </a:lnTo>
                <a:lnTo>
                  <a:pt x="1684879" y="2087453"/>
                </a:lnTo>
                <a:lnTo>
                  <a:pt x="1665402" y="2091790"/>
                </a:lnTo>
                <a:lnTo>
                  <a:pt x="1643778" y="2096293"/>
                </a:lnTo>
                <a:lnTo>
                  <a:pt x="1642678" y="2105195"/>
                </a:lnTo>
                <a:lnTo>
                  <a:pt x="1643677" y="2096314"/>
                </a:lnTo>
                <a:lnTo>
                  <a:pt x="1603454" y="2104690"/>
                </a:lnTo>
                <a:lnTo>
                  <a:pt x="1602946" y="2109698"/>
                </a:lnTo>
                <a:lnTo>
                  <a:pt x="1625993" y="2103796"/>
                </a:lnTo>
                <a:lnTo>
                  <a:pt x="1625772" y="2104085"/>
                </a:lnTo>
                <a:lnTo>
                  <a:pt x="1602922" y="2109936"/>
                </a:lnTo>
                <a:lnTo>
                  <a:pt x="1602028" y="2118738"/>
                </a:lnTo>
                <a:lnTo>
                  <a:pt x="1609401" y="2118537"/>
                </a:lnTo>
                <a:lnTo>
                  <a:pt x="1609152" y="2118787"/>
                </a:lnTo>
                <a:lnTo>
                  <a:pt x="1602004" y="2118981"/>
                </a:lnTo>
                <a:lnTo>
                  <a:pt x="1601749" y="2121492"/>
                </a:lnTo>
                <a:lnTo>
                  <a:pt x="1627445" y="2125216"/>
                </a:lnTo>
                <a:lnTo>
                  <a:pt x="1632215" y="2123909"/>
                </a:lnTo>
                <a:lnTo>
                  <a:pt x="1640670" y="2121468"/>
                </a:lnTo>
                <a:lnTo>
                  <a:pt x="1642678" y="2105195"/>
                </a:lnTo>
                <a:lnTo>
                  <a:pt x="1640856" y="2121414"/>
                </a:lnTo>
                <a:lnTo>
                  <a:pt x="1650079" y="2118752"/>
                </a:lnTo>
                <a:lnTo>
                  <a:pt x="1649920" y="2118972"/>
                </a:lnTo>
                <a:lnTo>
                  <a:pt x="1640835" y="2121594"/>
                </a:lnTo>
                <a:lnTo>
                  <a:pt x="1640220" y="2127067"/>
                </a:lnTo>
                <a:lnTo>
                  <a:pt x="1653899" y="2129050"/>
                </a:lnTo>
                <a:lnTo>
                  <a:pt x="1688838" y="2133624"/>
                </a:lnTo>
                <a:lnTo>
                  <a:pt x="1688456" y="2133901"/>
                </a:lnTo>
                <a:lnTo>
                  <a:pt x="1640163" y="2127579"/>
                </a:lnTo>
                <a:lnTo>
                  <a:pt x="1639680" y="2131879"/>
                </a:lnTo>
                <a:lnTo>
                  <a:pt x="1638374" y="2140825"/>
                </a:lnTo>
                <a:lnTo>
                  <a:pt x="1641498" y="2141761"/>
                </a:lnTo>
                <a:lnTo>
                  <a:pt x="1673409" y="2150842"/>
                </a:lnTo>
                <a:lnTo>
                  <a:pt x="1673015" y="2151048"/>
                </a:lnTo>
                <a:lnTo>
                  <a:pt x="1638323" y="2141175"/>
                </a:lnTo>
                <a:lnTo>
                  <a:pt x="1636852" y="2151253"/>
                </a:lnTo>
                <a:lnTo>
                  <a:pt x="1636739" y="2151361"/>
                </a:lnTo>
                <a:lnTo>
                  <a:pt x="1638229" y="2141149"/>
                </a:lnTo>
                <a:lnTo>
                  <a:pt x="1615352" y="2134638"/>
                </a:lnTo>
                <a:lnTo>
                  <a:pt x="1605377" y="2131652"/>
                </a:lnTo>
                <a:lnTo>
                  <a:pt x="1600584" y="2132965"/>
                </a:lnTo>
                <a:lnTo>
                  <a:pt x="1599884" y="2139860"/>
                </a:lnTo>
                <a:lnTo>
                  <a:pt x="1598387" y="2152870"/>
                </a:lnTo>
                <a:lnTo>
                  <a:pt x="1614526" y="2154712"/>
                </a:lnTo>
                <a:lnTo>
                  <a:pt x="1633911" y="2156653"/>
                </a:lnTo>
                <a:lnTo>
                  <a:pt x="1633704" y="2156813"/>
                </a:lnTo>
                <a:lnTo>
                  <a:pt x="1598677" y="2153305"/>
                </a:lnTo>
                <a:lnTo>
                  <a:pt x="1598341" y="2153267"/>
                </a:lnTo>
                <a:lnTo>
                  <a:pt x="1596864" y="2166101"/>
                </a:lnTo>
                <a:lnTo>
                  <a:pt x="1596715" y="2166251"/>
                </a:lnTo>
                <a:lnTo>
                  <a:pt x="1598211" y="2153252"/>
                </a:lnTo>
                <a:lnTo>
                  <a:pt x="1592860" y="2152641"/>
                </a:lnTo>
                <a:lnTo>
                  <a:pt x="1593037" y="2161270"/>
                </a:lnTo>
                <a:lnTo>
                  <a:pt x="1592815" y="2161512"/>
                </a:lnTo>
                <a:lnTo>
                  <a:pt x="1592632" y="2152616"/>
                </a:lnTo>
                <a:lnTo>
                  <a:pt x="1572229" y="2150287"/>
                </a:lnTo>
                <a:lnTo>
                  <a:pt x="1565541" y="2163658"/>
                </a:lnTo>
                <a:lnTo>
                  <a:pt x="1565211" y="2163813"/>
                </a:lnTo>
                <a:lnTo>
                  <a:pt x="1571991" y="2150261"/>
                </a:lnTo>
                <a:lnTo>
                  <a:pt x="1549763" y="2147724"/>
                </a:lnTo>
                <a:lnTo>
                  <a:pt x="1547852" y="2155522"/>
                </a:lnTo>
                <a:lnTo>
                  <a:pt x="1551332" y="2156253"/>
                </a:lnTo>
                <a:lnTo>
                  <a:pt x="1550955" y="2156487"/>
                </a:lnTo>
                <a:lnTo>
                  <a:pt x="1547779" y="2155819"/>
                </a:lnTo>
                <a:lnTo>
                  <a:pt x="1545283" y="2166005"/>
                </a:lnTo>
                <a:lnTo>
                  <a:pt x="1587883" y="2170331"/>
                </a:lnTo>
                <a:lnTo>
                  <a:pt x="1598693" y="2171071"/>
                </a:lnTo>
                <a:lnTo>
                  <a:pt x="1598563" y="2171158"/>
                </a:lnTo>
                <a:lnTo>
                  <a:pt x="1579029" y="2169824"/>
                </a:lnTo>
                <a:lnTo>
                  <a:pt x="1545189" y="2166387"/>
                </a:lnTo>
                <a:lnTo>
                  <a:pt x="1544840" y="2167811"/>
                </a:lnTo>
                <a:lnTo>
                  <a:pt x="1544544" y="2168001"/>
                </a:lnTo>
                <a:lnTo>
                  <a:pt x="1544946" y="2166362"/>
                </a:lnTo>
                <a:lnTo>
                  <a:pt x="1529476" y="2164791"/>
                </a:lnTo>
                <a:lnTo>
                  <a:pt x="1528184" y="2170710"/>
                </a:lnTo>
                <a:lnTo>
                  <a:pt x="1527904" y="2170942"/>
                </a:lnTo>
                <a:lnTo>
                  <a:pt x="1529251" y="2164768"/>
                </a:lnTo>
                <a:lnTo>
                  <a:pt x="1520652" y="2163895"/>
                </a:lnTo>
                <a:lnTo>
                  <a:pt x="1519686" y="2165188"/>
                </a:lnTo>
                <a:lnTo>
                  <a:pt x="1520627" y="2170920"/>
                </a:lnTo>
                <a:lnTo>
                  <a:pt x="1521077" y="2173925"/>
                </a:lnTo>
                <a:lnTo>
                  <a:pt x="1532258" y="2181511"/>
                </a:lnTo>
                <a:lnTo>
                  <a:pt x="1532363" y="2181563"/>
                </a:lnTo>
                <a:lnTo>
                  <a:pt x="1555892" y="2192902"/>
                </a:lnTo>
                <a:lnTo>
                  <a:pt x="1555559" y="2193009"/>
                </a:lnTo>
                <a:lnTo>
                  <a:pt x="1533627" y="2182440"/>
                </a:lnTo>
                <a:lnTo>
                  <a:pt x="1541397" y="2187712"/>
                </a:lnTo>
                <a:lnTo>
                  <a:pt x="1541072" y="2187766"/>
                </a:lnTo>
                <a:lnTo>
                  <a:pt x="1532233" y="2181768"/>
                </a:lnTo>
                <a:lnTo>
                  <a:pt x="1521476" y="2176584"/>
                </a:lnTo>
                <a:lnTo>
                  <a:pt x="1524532" y="2196973"/>
                </a:lnTo>
                <a:lnTo>
                  <a:pt x="1524419" y="2197133"/>
                </a:lnTo>
                <a:lnTo>
                  <a:pt x="1522259" y="2182715"/>
                </a:lnTo>
                <a:lnTo>
                  <a:pt x="1521234" y="2176468"/>
                </a:lnTo>
                <a:lnTo>
                  <a:pt x="1514554" y="2173248"/>
                </a:lnTo>
                <a:lnTo>
                  <a:pt x="1513654" y="2176326"/>
                </a:lnTo>
                <a:lnTo>
                  <a:pt x="1518389" y="2177748"/>
                </a:lnTo>
                <a:lnTo>
                  <a:pt x="1518157" y="2177865"/>
                </a:lnTo>
                <a:lnTo>
                  <a:pt x="1513604" y="2176498"/>
                </a:lnTo>
                <a:lnTo>
                  <a:pt x="1508322" y="2194555"/>
                </a:lnTo>
                <a:lnTo>
                  <a:pt x="1497228" y="2230626"/>
                </a:lnTo>
                <a:lnTo>
                  <a:pt x="1528936" y="2235222"/>
                </a:lnTo>
                <a:lnTo>
                  <a:pt x="1554997" y="2238633"/>
                </a:lnTo>
                <a:lnTo>
                  <a:pt x="1554711" y="2238840"/>
                </a:lnTo>
                <a:lnTo>
                  <a:pt x="1507623" y="2232676"/>
                </a:lnTo>
                <a:lnTo>
                  <a:pt x="1497069" y="2231146"/>
                </a:lnTo>
                <a:lnTo>
                  <a:pt x="1495158" y="2237356"/>
                </a:lnTo>
                <a:lnTo>
                  <a:pt x="1519686" y="2244703"/>
                </a:lnTo>
                <a:lnTo>
                  <a:pt x="1543488" y="2251476"/>
                </a:lnTo>
                <a:lnTo>
                  <a:pt x="1543194" y="2251631"/>
                </a:lnTo>
                <a:lnTo>
                  <a:pt x="1500185" y="2239390"/>
                </a:lnTo>
                <a:lnTo>
                  <a:pt x="1495010" y="2237841"/>
                </a:lnTo>
                <a:lnTo>
                  <a:pt x="1490757" y="2251668"/>
                </a:lnTo>
                <a:lnTo>
                  <a:pt x="1490373" y="2251886"/>
                </a:lnTo>
                <a:lnTo>
                  <a:pt x="1494718" y="2237754"/>
                </a:lnTo>
                <a:lnTo>
                  <a:pt x="1475547" y="2232011"/>
                </a:lnTo>
                <a:lnTo>
                  <a:pt x="1471068" y="2258077"/>
                </a:lnTo>
                <a:lnTo>
                  <a:pt x="1470857" y="2258235"/>
                </a:lnTo>
                <a:lnTo>
                  <a:pt x="1474188" y="2238849"/>
                </a:lnTo>
                <a:lnTo>
                  <a:pt x="1475265" y="2231927"/>
                </a:lnTo>
                <a:lnTo>
                  <a:pt x="1449768" y="2224290"/>
                </a:lnTo>
                <a:lnTo>
                  <a:pt x="1445344" y="2223649"/>
                </a:lnTo>
                <a:lnTo>
                  <a:pt x="1441156" y="2232505"/>
                </a:lnTo>
                <a:lnTo>
                  <a:pt x="1429339" y="2256127"/>
                </a:lnTo>
                <a:lnTo>
                  <a:pt x="1429146" y="2256218"/>
                </a:lnTo>
                <a:lnTo>
                  <a:pt x="1435686" y="2243145"/>
                </a:lnTo>
                <a:lnTo>
                  <a:pt x="1445128" y="2223618"/>
                </a:lnTo>
                <a:lnTo>
                  <a:pt x="1418662" y="2219782"/>
                </a:lnTo>
                <a:lnTo>
                  <a:pt x="1413410" y="2218803"/>
                </a:lnTo>
                <a:lnTo>
                  <a:pt x="1409998" y="2228262"/>
                </a:lnTo>
                <a:lnTo>
                  <a:pt x="1415785" y="2230140"/>
                </a:lnTo>
                <a:lnTo>
                  <a:pt x="1415627" y="2230199"/>
                </a:lnTo>
                <a:lnTo>
                  <a:pt x="1409963" y="2228361"/>
                </a:lnTo>
                <a:lnTo>
                  <a:pt x="1404241" y="2244224"/>
                </a:lnTo>
                <a:lnTo>
                  <a:pt x="1403973" y="2249302"/>
                </a:lnTo>
                <a:lnTo>
                  <a:pt x="1403891" y="2250541"/>
                </a:lnTo>
                <a:lnTo>
                  <a:pt x="1429843" y="2268678"/>
                </a:lnTo>
                <a:lnTo>
                  <a:pt x="1438205" y="2274351"/>
                </a:lnTo>
                <a:lnTo>
                  <a:pt x="1438284" y="2274390"/>
                </a:lnTo>
                <a:lnTo>
                  <a:pt x="1455834" y="2282849"/>
                </a:lnTo>
                <a:lnTo>
                  <a:pt x="1455586" y="2282928"/>
                </a:lnTo>
                <a:lnTo>
                  <a:pt x="1439227" y="2275045"/>
                </a:lnTo>
                <a:lnTo>
                  <a:pt x="1445023" y="2278977"/>
                </a:lnTo>
                <a:lnTo>
                  <a:pt x="1444781" y="2279017"/>
                </a:lnTo>
                <a:lnTo>
                  <a:pt x="1438187" y="2274544"/>
                </a:lnTo>
                <a:lnTo>
                  <a:pt x="1423874" y="2267646"/>
                </a:lnTo>
                <a:lnTo>
                  <a:pt x="1403431" y="2257444"/>
                </a:lnTo>
                <a:lnTo>
                  <a:pt x="1403230" y="2260463"/>
                </a:lnTo>
                <a:lnTo>
                  <a:pt x="1423422" y="2268165"/>
                </a:lnTo>
                <a:lnTo>
                  <a:pt x="1423012" y="2268336"/>
                </a:lnTo>
                <a:lnTo>
                  <a:pt x="1403208" y="2260782"/>
                </a:lnTo>
                <a:lnTo>
                  <a:pt x="1401768" y="2282375"/>
                </a:lnTo>
                <a:lnTo>
                  <a:pt x="1401587" y="2282542"/>
                </a:lnTo>
                <a:lnTo>
                  <a:pt x="1402808" y="2264238"/>
                </a:lnTo>
                <a:lnTo>
                  <a:pt x="1402994" y="2260700"/>
                </a:lnTo>
                <a:lnTo>
                  <a:pt x="1398752" y="2259082"/>
                </a:lnTo>
                <a:lnTo>
                  <a:pt x="1394369" y="2270083"/>
                </a:lnTo>
                <a:lnTo>
                  <a:pt x="1394261" y="2270146"/>
                </a:lnTo>
                <a:lnTo>
                  <a:pt x="1397447" y="2262145"/>
                </a:lnTo>
                <a:lnTo>
                  <a:pt x="1398576" y="2259015"/>
                </a:lnTo>
                <a:lnTo>
                  <a:pt x="1373932" y="2249615"/>
                </a:lnTo>
                <a:lnTo>
                  <a:pt x="1371449" y="2252475"/>
                </a:lnTo>
                <a:lnTo>
                  <a:pt x="1369888" y="2257266"/>
                </a:lnTo>
                <a:lnTo>
                  <a:pt x="1355592" y="2299188"/>
                </a:lnTo>
                <a:lnTo>
                  <a:pt x="1355302" y="2299341"/>
                </a:lnTo>
                <a:lnTo>
                  <a:pt x="1363212" y="2276140"/>
                </a:lnTo>
                <a:lnTo>
                  <a:pt x="1370603" y="2253449"/>
                </a:lnTo>
                <a:lnTo>
                  <a:pt x="1357090" y="2269015"/>
                </a:lnTo>
                <a:lnTo>
                  <a:pt x="1343025" y="2284782"/>
                </a:lnTo>
                <a:lnTo>
                  <a:pt x="1336441" y="2301670"/>
                </a:lnTo>
                <a:lnTo>
                  <a:pt x="1334841" y="2305616"/>
                </a:lnTo>
                <a:lnTo>
                  <a:pt x="1342929" y="2311469"/>
                </a:lnTo>
                <a:lnTo>
                  <a:pt x="1342600" y="2311514"/>
                </a:lnTo>
                <a:lnTo>
                  <a:pt x="1334752" y="2305834"/>
                </a:lnTo>
                <a:lnTo>
                  <a:pt x="1319627" y="2343107"/>
                </a:lnTo>
                <a:lnTo>
                  <a:pt x="1319324" y="2343243"/>
                </a:lnTo>
                <a:lnTo>
                  <a:pt x="1328630" y="2320312"/>
                </a:lnTo>
                <a:lnTo>
                  <a:pt x="1334380" y="2305565"/>
                </a:lnTo>
                <a:lnTo>
                  <a:pt x="1306374" y="2285296"/>
                </a:lnTo>
                <a:lnTo>
                  <a:pt x="1291837" y="2274468"/>
                </a:lnTo>
                <a:lnTo>
                  <a:pt x="1287735" y="2273271"/>
                </a:lnTo>
                <a:lnTo>
                  <a:pt x="1278345" y="2284524"/>
                </a:lnTo>
                <a:lnTo>
                  <a:pt x="1289148" y="2293320"/>
                </a:lnTo>
                <a:lnTo>
                  <a:pt x="1288820" y="2293345"/>
                </a:lnTo>
                <a:lnTo>
                  <a:pt x="1278200" y="2284698"/>
                </a:lnTo>
                <a:lnTo>
                  <a:pt x="1267556" y="2297453"/>
                </a:lnTo>
                <a:lnTo>
                  <a:pt x="1264601" y="2301474"/>
                </a:lnTo>
                <a:lnTo>
                  <a:pt x="1228554" y="2349130"/>
                </a:lnTo>
                <a:lnTo>
                  <a:pt x="1228116" y="2349203"/>
                </a:lnTo>
                <a:lnTo>
                  <a:pt x="1248066" y="2322829"/>
                </a:lnTo>
                <a:lnTo>
                  <a:pt x="1260091" y="2306399"/>
                </a:lnTo>
                <a:lnTo>
                  <a:pt x="1257980" y="2308928"/>
                </a:lnTo>
                <a:lnTo>
                  <a:pt x="1247622" y="2320541"/>
                </a:lnTo>
                <a:lnTo>
                  <a:pt x="1247500" y="2320563"/>
                </a:lnTo>
                <a:lnTo>
                  <a:pt x="1253232" y="2314137"/>
                </a:lnTo>
                <a:lnTo>
                  <a:pt x="1262965" y="2302472"/>
                </a:lnTo>
                <a:lnTo>
                  <a:pt x="1276805" y="2283562"/>
                </a:lnTo>
                <a:lnTo>
                  <a:pt x="1270083" y="2278089"/>
                </a:lnTo>
                <a:lnTo>
                  <a:pt x="1262234" y="2292167"/>
                </a:lnTo>
                <a:cubicBezTo>
                  <a:pt x="1251095" y="2311026"/>
                  <a:pt x="1239381" y="2329994"/>
                  <a:pt x="1227458" y="2349002"/>
                </a:cubicBezTo>
                <a:lnTo>
                  <a:pt x="1218979" y="2362440"/>
                </a:lnTo>
                <a:lnTo>
                  <a:pt x="1215760" y="2369728"/>
                </a:lnTo>
                <a:lnTo>
                  <a:pt x="1215533" y="2369823"/>
                </a:lnTo>
                <a:lnTo>
                  <a:pt x="1218364" y="2363416"/>
                </a:lnTo>
                <a:lnTo>
                  <a:pt x="1208672" y="2378773"/>
                </a:lnTo>
                <a:lnTo>
                  <a:pt x="1208420" y="2378837"/>
                </a:lnTo>
                <a:lnTo>
                  <a:pt x="1218816" y="2362361"/>
                </a:lnTo>
                <a:lnTo>
                  <a:pt x="1218862" y="2362287"/>
                </a:lnTo>
                <a:lnTo>
                  <a:pt x="1222944" y="2353043"/>
                </a:lnTo>
                <a:cubicBezTo>
                  <a:pt x="1231426" y="2333692"/>
                  <a:pt x="1239720" y="2314409"/>
                  <a:pt x="1247492" y="2295306"/>
                </a:cubicBezTo>
                <a:lnTo>
                  <a:pt x="1257788" y="2268079"/>
                </a:lnTo>
                <a:lnTo>
                  <a:pt x="1254933" y="2265755"/>
                </a:lnTo>
                <a:lnTo>
                  <a:pt x="1250504" y="2269339"/>
                </a:lnTo>
                <a:lnTo>
                  <a:pt x="1236656" y="2286302"/>
                </a:lnTo>
                <a:lnTo>
                  <a:pt x="1240637" y="2289222"/>
                </a:lnTo>
                <a:lnTo>
                  <a:pt x="1240511" y="2289227"/>
                </a:lnTo>
                <a:lnTo>
                  <a:pt x="1236607" y="2286363"/>
                </a:lnTo>
                <a:lnTo>
                  <a:pt x="1232325" y="2291608"/>
                </a:lnTo>
                <a:lnTo>
                  <a:pt x="1240996" y="2303617"/>
                </a:lnTo>
                <a:lnTo>
                  <a:pt x="1240755" y="2303572"/>
                </a:lnTo>
                <a:lnTo>
                  <a:pt x="1232214" y="2291744"/>
                </a:lnTo>
                <a:lnTo>
                  <a:pt x="1230736" y="2293555"/>
                </a:lnTo>
                <a:lnTo>
                  <a:pt x="1224989" y="2307720"/>
                </a:lnTo>
                <a:lnTo>
                  <a:pt x="1224583" y="2307904"/>
                </a:lnTo>
                <a:lnTo>
                  <a:pt x="1230078" y="2294361"/>
                </a:lnTo>
                <a:lnTo>
                  <a:pt x="1228090" y="2296797"/>
                </a:lnTo>
                <a:lnTo>
                  <a:pt x="1214596" y="2312880"/>
                </a:lnTo>
                <a:lnTo>
                  <a:pt x="1214431" y="2312914"/>
                </a:lnTo>
                <a:lnTo>
                  <a:pt x="1221899" y="2304014"/>
                </a:lnTo>
                <a:lnTo>
                  <a:pt x="1230374" y="2293632"/>
                </a:lnTo>
                <a:lnTo>
                  <a:pt x="1231527" y="2290792"/>
                </a:lnTo>
                <a:lnTo>
                  <a:pt x="1228750" y="2286948"/>
                </a:lnTo>
                <a:lnTo>
                  <a:pt x="1227446" y="2288003"/>
                </a:lnTo>
                <a:lnTo>
                  <a:pt x="1218252" y="2294855"/>
                </a:lnTo>
                <a:lnTo>
                  <a:pt x="1206500" y="2305657"/>
                </a:lnTo>
                <a:lnTo>
                  <a:pt x="1182516" y="2325971"/>
                </a:lnTo>
                <a:lnTo>
                  <a:pt x="1147775" y="2365504"/>
                </a:lnTo>
                <a:lnTo>
                  <a:pt x="1117797" y="2398686"/>
                </a:lnTo>
                <a:lnTo>
                  <a:pt x="1117467" y="2398711"/>
                </a:lnTo>
                <a:lnTo>
                  <a:pt x="1134056" y="2380348"/>
                </a:lnTo>
                <a:lnTo>
                  <a:pt x="1179878" y="2328207"/>
                </a:lnTo>
                <a:lnTo>
                  <a:pt x="1137908" y="2363755"/>
                </a:lnTo>
                <a:lnTo>
                  <a:pt x="1101252" y="2393948"/>
                </a:lnTo>
                <a:lnTo>
                  <a:pt x="1100900" y="2393924"/>
                </a:lnTo>
                <a:lnTo>
                  <a:pt x="1121188" y="2377214"/>
                </a:lnTo>
                <a:lnTo>
                  <a:pt x="1182301" y="2325449"/>
                </a:lnTo>
                <a:lnTo>
                  <a:pt x="1189929" y="2316769"/>
                </a:lnTo>
                <a:lnTo>
                  <a:pt x="1191567" y="2314746"/>
                </a:lnTo>
                <a:lnTo>
                  <a:pt x="1176591" y="2325909"/>
                </a:lnTo>
                <a:lnTo>
                  <a:pt x="1149386" y="2345622"/>
                </a:lnTo>
                <a:lnTo>
                  <a:pt x="1149116" y="2345611"/>
                </a:lnTo>
                <a:lnTo>
                  <a:pt x="1164171" y="2334701"/>
                </a:lnTo>
                <a:lnTo>
                  <a:pt x="1192512" y="2313578"/>
                </a:lnTo>
                <a:lnTo>
                  <a:pt x="1214785" y="2286060"/>
                </a:lnTo>
                <a:lnTo>
                  <a:pt x="1201379" y="2293798"/>
                </a:lnTo>
                <a:lnTo>
                  <a:pt x="1201021" y="2294290"/>
                </a:lnTo>
                <a:lnTo>
                  <a:pt x="1203673" y="2295909"/>
                </a:lnTo>
                <a:lnTo>
                  <a:pt x="1203462" y="2295934"/>
                </a:lnTo>
                <a:lnTo>
                  <a:pt x="1200943" y="2294397"/>
                </a:lnTo>
                <a:lnTo>
                  <a:pt x="1196127" y="2301019"/>
                </a:lnTo>
                <a:lnTo>
                  <a:pt x="1195855" y="2301069"/>
                </a:lnTo>
                <a:lnTo>
                  <a:pt x="1200780" y="2294297"/>
                </a:lnTo>
                <a:lnTo>
                  <a:pt x="1200650" y="2294218"/>
                </a:lnTo>
                <a:lnTo>
                  <a:pt x="1194890" y="2297543"/>
                </a:lnTo>
                <a:lnTo>
                  <a:pt x="1194604" y="2297501"/>
                </a:lnTo>
                <a:lnTo>
                  <a:pt x="1200476" y="2294112"/>
                </a:lnTo>
                <a:lnTo>
                  <a:pt x="1195071" y="2290811"/>
                </a:lnTo>
                <a:lnTo>
                  <a:pt x="1194067" y="2292711"/>
                </a:lnTo>
                <a:lnTo>
                  <a:pt x="1193756" y="2292817"/>
                </a:lnTo>
                <a:lnTo>
                  <a:pt x="1194878" y="2290693"/>
                </a:lnTo>
                <a:lnTo>
                  <a:pt x="1180917" y="2282171"/>
                </a:lnTo>
                <a:lnTo>
                  <a:pt x="1174824" y="2278262"/>
                </a:lnTo>
                <a:lnTo>
                  <a:pt x="1167023" y="2285864"/>
                </a:lnTo>
                <a:lnTo>
                  <a:pt x="1166736" y="2285893"/>
                </a:lnTo>
                <a:lnTo>
                  <a:pt x="1174669" y="2278164"/>
                </a:lnTo>
                <a:lnTo>
                  <a:pt x="1163546" y="2271031"/>
                </a:lnTo>
                <a:lnTo>
                  <a:pt x="1159608" y="2273308"/>
                </a:lnTo>
                <a:lnTo>
                  <a:pt x="1137126" y="2282929"/>
                </a:lnTo>
                <a:lnTo>
                  <a:pt x="1156274" y="2305063"/>
                </a:lnTo>
                <a:lnTo>
                  <a:pt x="1169376" y="2319734"/>
                </a:lnTo>
                <a:lnTo>
                  <a:pt x="1169114" y="2319712"/>
                </a:lnTo>
                <a:lnTo>
                  <a:pt x="1145439" y="2293203"/>
                </a:lnTo>
                <a:lnTo>
                  <a:pt x="1136681" y="2283120"/>
                </a:lnTo>
                <a:lnTo>
                  <a:pt x="1133206" y="2284607"/>
                </a:lnTo>
                <a:lnTo>
                  <a:pt x="1123135" y="2296408"/>
                </a:lnTo>
                <a:lnTo>
                  <a:pt x="1120452" y="2299465"/>
                </a:lnTo>
                <a:lnTo>
                  <a:pt x="1124465" y="2303051"/>
                </a:lnTo>
                <a:lnTo>
                  <a:pt x="1149463" y="2324698"/>
                </a:lnTo>
                <a:lnTo>
                  <a:pt x="1149022" y="2324717"/>
                </a:lnTo>
                <a:lnTo>
                  <a:pt x="1120195" y="2299758"/>
                </a:lnTo>
                <a:lnTo>
                  <a:pt x="1099916" y="2322868"/>
                </a:lnTo>
                <a:lnTo>
                  <a:pt x="1099657" y="2322891"/>
                </a:lnTo>
                <a:lnTo>
                  <a:pt x="1112507" y="2308248"/>
                </a:lnTo>
                <a:lnTo>
                  <a:pt x="1119940" y="2299537"/>
                </a:lnTo>
                <a:lnTo>
                  <a:pt x="1117111" y="2297087"/>
                </a:lnTo>
                <a:lnTo>
                  <a:pt x="1116902" y="2297268"/>
                </a:lnTo>
                <a:lnTo>
                  <a:pt x="1102888" y="2315796"/>
                </a:lnTo>
                <a:lnTo>
                  <a:pt x="1102301" y="2315893"/>
                </a:lnTo>
                <a:lnTo>
                  <a:pt x="1115412" y="2298561"/>
                </a:lnTo>
                <a:lnTo>
                  <a:pt x="1107846" y="2305119"/>
                </a:lnTo>
                <a:lnTo>
                  <a:pt x="1101419" y="2315624"/>
                </a:lnTo>
                <a:lnTo>
                  <a:pt x="1090051" y="2333639"/>
                </a:lnTo>
                <a:lnTo>
                  <a:pt x="1085736" y="2343411"/>
                </a:lnTo>
                <a:lnTo>
                  <a:pt x="1085432" y="2343538"/>
                </a:lnTo>
                <a:lnTo>
                  <a:pt x="1089225" y="2334948"/>
                </a:lnTo>
                <a:lnTo>
                  <a:pt x="1076233" y="2355538"/>
                </a:lnTo>
                <a:lnTo>
                  <a:pt x="1075894" y="2355623"/>
                </a:lnTo>
                <a:lnTo>
                  <a:pt x="1089832" y="2333535"/>
                </a:lnTo>
                <a:lnTo>
                  <a:pt x="1089893" y="2333434"/>
                </a:lnTo>
                <a:lnTo>
                  <a:pt x="1095366" y="2321041"/>
                </a:lnTo>
                <a:lnTo>
                  <a:pt x="1103577" y="2301729"/>
                </a:lnTo>
                <a:lnTo>
                  <a:pt x="1101210" y="2303949"/>
                </a:lnTo>
                <a:cubicBezTo>
                  <a:pt x="1083857" y="2318896"/>
                  <a:pt x="1064205" y="2333634"/>
                  <a:pt x="1044041" y="2348323"/>
                </a:cubicBezTo>
                <a:lnTo>
                  <a:pt x="1028186" y="2359811"/>
                </a:lnTo>
                <a:lnTo>
                  <a:pt x="1028029" y="2359805"/>
                </a:lnTo>
                <a:lnTo>
                  <a:pt x="1036803" y="2353447"/>
                </a:lnTo>
                <a:cubicBezTo>
                  <a:pt x="1056967" y="2338757"/>
                  <a:pt x="1076620" y="2324021"/>
                  <a:pt x="1093973" y="2309073"/>
                </a:cubicBezTo>
                <a:lnTo>
                  <a:pt x="1104756" y="2298955"/>
                </a:lnTo>
                <a:lnTo>
                  <a:pt x="1105955" y="2296138"/>
                </a:lnTo>
                <a:lnTo>
                  <a:pt x="1077698" y="2305854"/>
                </a:lnTo>
                <a:lnTo>
                  <a:pt x="1060772" y="2322130"/>
                </a:lnTo>
                <a:lnTo>
                  <a:pt x="1060329" y="2322133"/>
                </a:lnTo>
                <a:lnTo>
                  <a:pt x="1077012" y="2306090"/>
                </a:lnTo>
                <a:lnTo>
                  <a:pt x="1059670" y="2312052"/>
                </a:lnTo>
                <a:lnTo>
                  <a:pt x="1018624" y="2344734"/>
                </a:lnTo>
                <a:lnTo>
                  <a:pt x="990785" y="2366280"/>
                </a:lnTo>
                <a:lnTo>
                  <a:pt x="990525" y="2366254"/>
                </a:lnTo>
                <a:lnTo>
                  <a:pt x="1005931" y="2354330"/>
                </a:lnTo>
                <a:cubicBezTo>
                  <a:pt x="1023640" y="2340550"/>
                  <a:pt x="1041137" y="2326735"/>
                  <a:pt x="1058057" y="2312826"/>
                </a:cubicBezTo>
                <a:lnTo>
                  <a:pt x="1058478" y="2312462"/>
                </a:lnTo>
                <a:lnTo>
                  <a:pt x="1050038" y="2315365"/>
                </a:lnTo>
                <a:lnTo>
                  <a:pt x="1001462" y="2329927"/>
                </a:lnTo>
                <a:lnTo>
                  <a:pt x="994589" y="2337749"/>
                </a:lnTo>
                <a:lnTo>
                  <a:pt x="954397" y="2382234"/>
                </a:lnTo>
                <a:lnTo>
                  <a:pt x="953954" y="2382268"/>
                </a:lnTo>
                <a:lnTo>
                  <a:pt x="976196" y="2357650"/>
                </a:lnTo>
                <a:lnTo>
                  <a:pt x="1000234" y="2330295"/>
                </a:lnTo>
                <a:lnTo>
                  <a:pt x="989279" y="2333579"/>
                </a:lnTo>
                <a:lnTo>
                  <a:pt x="980552" y="2336068"/>
                </a:lnTo>
                <a:lnTo>
                  <a:pt x="932214" y="2375882"/>
                </a:lnTo>
                <a:lnTo>
                  <a:pt x="931743" y="2375850"/>
                </a:lnTo>
                <a:lnTo>
                  <a:pt x="958942" y="2353447"/>
                </a:lnTo>
                <a:lnTo>
                  <a:pt x="978906" y="2336537"/>
                </a:lnTo>
                <a:lnTo>
                  <a:pt x="956972" y="2342793"/>
                </a:lnTo>
                <a:lnTo>
                  <a:pt x="956721" y="2342691"/>
                </a:lnTo>
                <a:lnTo>
                  <a:pt x="974601" y="2337591"/>
                </a:lnTo>
                <a:lnTo>
                  <a:pt x="979339" y="2336171"/>
                </a:lnTo>
                <a:lnTo>
                  <a:pt x="1010359" y="2309895"/>
                </a:lnTo>
                <a:lnTo>
                  <a:pt x="991440" y="2321021"/>
                </a:lnTo>
                <a:lnTo>
                  <a:pt x="991097" y="2320942"/>
                </a:lnTo>
                <a:lnTo>
                  <a:pt x="1011448" y="2308973"/>
                </a:lnTo>
                <a:lnTo>
                  <a:pt x="1013048" y="2307618"/>
                </a:lnTo>
                <a:lnTo>
                  <a:pt x="1010443" y="2304354"/>
                </a:lnTo>
                <a:lnTo>
                  <a:pt x="1002601" y="2306849"/>
                </a:lnTo>
                <a:lnTo>
                  <a:pt x="996747" y="2311092"/>
                </a:lnTo>
                <a:lnTo>
                  <a:pt x="996386" y="2311077"/>
                </a:lnTo>
                <a:lnTo>
                  <a:pt x="1001922" y="2307066"/>
                </a:lnTo>
                <a:lnTo>
                  <a:pt x="971732" y="2316674"/>
                </a:lnTo>
                <a:lnTo>
                  <a:pt x="972066" y="2317067"/>
                </a:lnTo>
                <a:lnTo>
                  <a:pt x="971912" y="2317035"/>
                </a:lnTo>
                <a:lnTo>
                  <a:pt x="971632" y="2316706"/>
                </a:lnTo>
                <a:lnTo>
                  <a:pt x="969554" y="2317367"/>
                </a:lnTo>
                <a:lnTo>
                  <a:pt x="969213" y="2317239"/>
                </a:lnTo>
                <a:lnTo>
                  <a:pt x="971474" y="2316519"/>
                </a:lnTo>
                <a:lnTo>
                  <a:pt x="968838" y="2313413"/>
                </a:lnTo>
                <a:lnTo>
                  <a:pt x="929434" y="2327954"/>
                </a:lnTo>
                <a:lnTo>
                  <a:pt x="884660" y="2343779"/>
                </a:lnTo>
                <a:lnTo>
                  <a:pt x="884338" y="2343636"/>
                </a:lnTo>
                <a:lnTo>
                  <a:pt x="909119" y="2334878"/>
                </a:lnTo>
                <a:lnTo>
                  <a:pt x="968380" y="2312874"/>
                </a:lnTo>
                <a:lnTo>
                  <a:pt x="963588" y="2307228"/>
                </a:lnTo>
                <a:lnTo>
                  <a:pt x="940995" y="2310200"/>
                </a:lnTo>
                <a:lnTo>
                  <a:pt x="940748" y="2310053"/>
                </a:lnTo>
                <a:lnTo>
                  <a:pt x="960323" y="2307478"/>
                </a:lnTo>
                <a:lnTo>
                  <a:pt x="963420" y="2307029"/>
                </a:lnTo>
                <a:lnTo>
                  <a:pt x="959243" y="2302107"/>
                </a:lnTo>
                <a:lnTo>
                  <a:pt x="942553" y="2281073"/>
                </a:lnTo>
                <a:lnTo>
                  <a:pt x="963593" y="2307004"/>
                </a:lnTo>
                <a:lnTo>
                  <a:pt x="997417" y="2302092"/>
                </a:lnTo>
                <a:lnTo>
                  <a:pt x="1003746" y="2299742"/>
                </a:lnTo>
                <a:lnTo>
                  <a:pt x="1005994" y="2298778"/>
                </a:lnTo>
                <a:lnTo>
                  <a:pt x="997216" y="2287776"/>
                </a:lnTo>
                <a:lnTo>
                  <a:pt x="993767" y="2283332"/>
                </a:lnTo>
                <a:lnTo>
                  <a:pt x="993110" y="2284184"/>
                </a:lnTo>
                <a:lnTo>
                  <a:pt x="992886" y="2284218"/>
                </a:lnTo>
                <a:lnTo>
                  <a:pt x="993669" y="2283204"/>
                </a:lnTo>
                <a:lnTo>
                  <a:pt x="993202" y="2282604"/>
                </a:lnTo>
                <a:lnTo>
                  <a:pt x="984787" y="2290705"/>
                </a:lnTo>
                <a:lnTo>
                  <a:pt x="984548" y="2290707"/>
                </a:lnTo>
                <a:lnTo>
                  <a:pt x="993100" y="2282472"/>
                </a:lnTo>
                <a:lnTo>
                  <a:pt x="977255" y="2262055"/>
                </a:lnTo>
                <a:lnTo>
                  <a:pt x="956327" y="2274158"/>
                </a:lnTo>
                <a:lnTo>
                  <a:pt x="941948" y="2280312"/>
                </a:lnTo>
                <a:lnTo>
                  <a:pt x="942553" y="2281073"/>
                </a:lnTo>
                <a:lnTo>
                  <a:pt x="941938" y="2280316"/>
                </a:lnTo>
                <a:lnTo>
                  <a:pt x="925966" y="2287151"/>
                </a:lnTo>
                <a:lnTo>
                  <a:pt x="903642" y="2294322"/>
                </a:lnTo>
                <a:lnTo>
                  <a:pt x="941045" y="2279215"/>
                </a:lnTo>
                <a:lnTo>
                  <a:pt x="936521" y="2273639"/>
                </a:lnTo>
                <a:lnTo>
                  <a:pt x="930425" y="2280585"/>
                </a:lnTo>
                <a:lnTo>
                  <a:pt x="930077" y="2280617"/>
                </a:lnTo>
                <a:lnTo>
                  <a:pt x="936367" y="2273450"/>
                </a:lnTo>
                <a:lnTo>
                  <a:pt x="931091" y="2266948"/>
                </a:lnTo>
                <a:lnTo>
                  <a:pt x="899220" y="2288502"/>
                </a:lnTo>
                <a:lnTo>
                  <a:pt x="898918" y="2288452"/>
                </a:lnTo>
                <a:lnTo>
                  <a:pt x="917779" y="2275696"/>
                </a:lnTo>
                <a:lnTo>
                  <a:pt x="930820" y="2266613"/>
                </a:lnTo>
                <a:lnTo>
                  <a:pt x="930449" y="2266157"/>
                </a:lnTo>
                <a:lnTo>
                  <a:pt x="928834" y="2263784"/>
                </a:lnTo>
                <a:lnTo>
                  <a:pt x="930987" y="2266497"/>
                </a:lnTo>
                <a:lnTo>
                  <a:pt x="942077" y="2258772"/>
                </a:lnTo>
                <a:lnTo>
                  <a:pt x="938721" y="2258814"/>
                </a:lnTo>
                <a:lnTo>
                  <a:pt x="936900" y="2260392"/>
                </a:lnTo>
                <a:lnTo>
                  <a:pt x="936619" y="2260405"/>
                </a:lnTo>
                <a:lnTo>
                  <a:pt x="938451" y="2258816"/>
                </a:lnTo>
                <a:lnTo>
                  <a:pt x="930515" y="2258914"/>
                </a:lnTo>
                <a:lnTo>
                  <a:pt x="926782" y="2260770"/>
                </a:lnTo>
                <a:lnTo>
                  <a:pt x="928834" y="2263784"/>
                </a:lnTo>
                <a:lnTo>
                  <a:pt x="926538" y="2260891"/>
                </a:lnTo>
                <a:lnTo>
                  <a:pt x="924871" y="2261719"/>
                </a:lnTo>
                <a:lnTo>
                  <a:pt x="922036" y="2263080"/>
                </a:lnTo>
                <a:lnTo>
                  <a:pt x="894505" y="2284449"/>
                </a:lnTo>
                <a:lnTo>
                  <a:pt x="901742" y="2294458"/>
                </a:lnTo>
                <a:lnTo>
                  <a:pt x="902028" y="2294840"/>
                </a:lnTo>
                <a:lnTo>
                  <a:pt x="903642" y="2294322"/>
                </a:lnTo>
                <a:lnTo>
                  <a:pt x="902105" y="2294943"/>
                </a:lnTo>
                <a:lnTo>
                  <a:pt x="917477" y="2315510"/>
                </a:lnTo>
                <a:lnTo>
                  <a:pt x="917130" y="2315451"/>
                </a:lnTo>
                <a:lnTo>
                  <a:pt x="901873" y="2295036"/>
                </a:lnTo>
                <a:lnTo>
                  <a:pt x="900981" y="2295397"/>
                </a:lnTo>
                <a:lnTo>
                  <a:pt x="882649" y="2301065"/>
                </a:lnTo>
                <a:lnTo>
                  <a:pt x="901785" y="2294919"/>
                </a:lnTo>
                <a:lnTo>
                  <a:pt x="894159" y="2284717"/>
                </a:lnTo>
                <a:lnTo>
                  <a:pt x="866771" y="2305975"/>
                </a:lnTo>
                <a:lnTo>
                  <a:pt x="882649" y="2301065"/>
                </a:lnTo>
                <a:lnTo>
                  <a:pt x="866353" y="2306300"/>
                </a:lnTo>
                <a:lnTo>
                  <a:pt x="855512" y="2314714"/>
                </a:lnTo>
                <a:lnTo>
                  <a:pt x="834256" y="2330116"/>
                </a:lnTo>
                <a:lnTo>
                  <a:pt x="834046" y="2330108"/>
                </a:lnTo>
                <a:lnTo>
                  <a:pt x="845809" y="2321584"/>
                </a:lnTo>
                <a:lnTo>
                  <a:pt x="864898" y="2306768"/>
                </a:lnTo>
                <a:lnTo>
                  <a:pt x="857065" y="2309283"/>
                </a:lnTo>
                <a:lnTo>
                  <a:pt x="838235" y="2314653"/>
                </a:lnTo>
                <a:lnTo>
                  <a:pt x="838090" y="2314593"/>
                </a:lnTo>
                <a:lnTo>
                  <a:pt x="848511" y="2311621"/>
                </a:lnTo>
                <a:lnTo>
                  <a:pt x="865355" y="2306413"/>
                </a:lnTo>
                <a:lnTo>
                  <a:pt x="893847" y="2284298"/>
                </a:lnTo>
                <a:lnTo>
                  <a:pt x="889619" y="2278641"/>
                </a:lnTo>
                <a:lnTo>
                  <a:pt x="885480" y="2280628"/>
                </a:lnTo>
                <a:lnTo>
                  <a:pt x="885170" y="2280529"/>
                </a:lnTo>
                <a:lnTo>
                  <a:pt x="889483" y="2278459"/>
                </a:lnTo>
                <a:lnTo>
                  <a:pt x="888700" y="2277412"/>
                </a:lnTo>
                <a:lnTo>
                  <a:pt x="887593" y="2275888"/>
                </a:lnTo>
                <a:lnTo>
                  <a:pt x="886682" y="2276387"/>
                </a:lnTo>
                <a:lnTo>
                  <a:pt x="886429" y="2276321"/>
                </a:lnTo>
                <a:lnTo>
                  <a:pt x="887487" y="2275741"/>
                </a:lnTo>
                <a:lnTo>
                  <a:pt x="885212" y="2272608"/>
                </a:lnTo>
                <a:lnTo>
                  <a:pt x="877944" y="2279597"/>
                </a:lnTo>
                <a:lnTo>
                  <a:pt x="877350" y="2279600"/>
                </a:lnTo>
                <a:lnTo>
                  <a:pt x="884970" y="2272273"/>
                </a:lnTo>
                <a:lnTo>
                  <a:pt x="879676" y="2264982"/>
                </a:lnTo>
                <a:lnTo>
                  <a:pt x="876467" y="2266086"/>
                </a:lnTo>
                <a:lnTo>
                  <a:pt x="821436" y="2309902"/>
                </a:lnTo>
                <a:lnTo>
                  <a:pt x="784113" y="2338788"/>
                </a:lnTo>
                <a:lnTo>
                  <a:pt x="783764" y="2338754"/>
                </a:lnTo>
                <a:lnTo>
                  <a:pt x="804419" y="2322767"/>
                </a:lnTo>
                <a:cubicBezTo>
                  <a:pt x="828161" y="2304293"/>
                  <a:pt x="851619" y="2285771"/>
                  <a:pt x="874304" y="2267123"/>
                </a:cubicBezTo>
                <a:lnTo>
                  <a:pt x="874869" y="2266635"/>
                </a:lnTo>
                <a:lnTo>
                  <a:pt x="863552" y="2270527"/>
                </a:lnTo>
                <a:lnTo>
                  <a:pt x="856300" y="2272701"/>
                </a:lnTo>
                <a:lnTo>
                  <a:pt x="857826" y="2274499"/>
                </a:lnTo>
                <a:lnTo>
                  <a:pt x="857562" y="2274444"/>
                </a:lnTo>
                <a:lnTo>
                  <a:pt x="856126" y="2272752"/>
                </a:lnTo>
                <a:lnTo>
                  <a:pt x="782094" y="2294947"/>
                </a:lnTo>
                <a:lnTo>
                  <a:pt x="738779" y="2307299"/>
                </a:lnTo>
                <a:lnTo>
                  <a:pt x="738444" y="2307162"/>
                </a:lnTo>
                <a:lnTo>
                  <a:pt x="762416" y="2300325"/>
                </a:lnTo>
                <a:cubicBezTo>
                  <a:pt x="789991" y="2292384"/>
                  <a:pt x="817299" y="2284318"/>
                  <a:pt x="843873" y="2275905"/>
                </a:cubicBezTo>
                <a:lnTo>
                  <a:pt x="855429" y="2271931"/>
                </a:lnTo>
                <a:lnTo>
                  <a:pt x="853454" y="2269604"/>
                </a:lnTo>
                <a:lnTo>
                  <a:pt x="833459" y="2276265"/>
                </a:lnTo>
                <a:lnTo>
                  <a:pt x="808290" y="2284276"/>
                </a:lnTo>
                <a:lnTo>
                  <a:pt x="808091" y="2284202"/>
                </a:lnTo>
                <a:lnTo>
                  <a:pt x="822020" y="2279768"/>
                </a:lnTo>
                <a:lnTo>
                  <a:pt x="853251" y="2269365"/>
                </a:lnTo>
                <a:lnTo>
                  <a:pt x="851902" y="2267776"/>
                </a:lnTo>
                <a:lnTo>
                  <a:pt x="846637" y="2269787"/>
                </a:lnTo>
                <a:lnTo>
                  <a:pt x="846436" y="2269725"/>
                </a:lnTo>
                <a:lnTo>
                  <a:pt x="851812" y="2267670"/>
                </a:lnTo>
                <a:lnTo>
                  <a:pt x="846860" y="2261835"/>
                </a:lnTo>
                <a:lnTo>
                  <a:pt x="811125" y="2278803"/>
                </a:lnTo>
                <a:lnTo>
                  <a:pt x="810813" y="2278702"/>
                </a:lnTo>
                <a:lnTo>
                  <a:pt x="832956" y="2268187"/>
                </a:lnTo>
                <a:lnTo>
                  <a:pt x="846569" y="2261492"/>
                </a:lnTo>
                <a:lnTo>
                  <a:pt x="844392" y="2258927"/>
                </a:lnTo>
                <a:lnTo>
                  <a:pt x="841250" y="2259446"/>
                </a:lnTo>
                <a:lnTo>
                  <a:pt x="820634" y="2262158"/>
                </a:lnTo>
                <a:lnTo>
                  <a:pt x="820492" y="2262072"/>
                </a:lnTo>
                <a:lnTo>
                  <a:pt x="831901" y="2260571"/>
                </a:lnTo>
                <a:lnTo>
                  <a:pt x="844080" y="2258560"/>
                </a:lnTo>
                <a:lnTo>
                  <a:pt x="842371" y="2256547"/>
                </a:lnTo>
                <a:lnTo>
                  <a:pt x="828285" y="2255967"/>
                </a:lnTo>
                <a:lnTo>
                  <a:pt x="826440" y="2257209"/>
                </a:lnTo>
                <a:lnTo>
                  <a:pt x="826076" y="2257149"/>
                </a:lnTo>
                <a:lnTo>
                  <a:pt x="827856" y="2255950"/>
                </a:lnTo>
                <a:lnTo>
                  <a:pt x="823012" y="2255750"/>
                </a:lnTo>
                <a:lnTo>
                  <a:pt x="812211" y="2262102"/>
                </a:lnTo>
                <a:lnTo>
                  <a:pt x="816628" y="2275303"/>
                </a:lnTo>
                <a:lnTo>
                  <a:pt x="816398" y="2275179"/>
                </a:lnTo>
                <a:lnTo>
                  <a:pt x="812053" y="2262195"/>
                </a:lnTo>
                <a:lnTo>
                  <a:pt x="784991" y="2278110"/>
                </a:lnTo>
                <a:lnTo>
                  <a:pt x="784531" y="2278003"/>
                </a:lnTo>
                <a:lnTo>
                  <a:pt x="811948" y="2261879"/>
                </a:lnTo>
                <a:lnTo>
                  <a:pt x="809956" y="2255926"/>
                </a:lnTo>
                <a:lnTo>
                  <a:pt x="755648" y="2273211"/>
                </a:lnTo>
                <a:lnTo>
                  <a:pt x="755191" y="2273039"/>
                </a:lnTo>
                <a:lnTo>
                  <a:pt x="787237" y="2262841"/>
                </a:lnTo>
                <a:lnTo>
                  <a:pt x="809759" y="2255337"/>
                </a:lnTo>
                <a:lnTo>
                  <a:pt x="809713" y="2255203"/>
                </a:lnTo>
                <a:lnTo>
                  <a:pt x="797667" y="2254708"/>
                </a:lnTo>
                <a:lnTo>
                  <a:pt x="797392" y="2254471"/>
                </a:lnTo>
                <a:lnTo>
                  <a:pt x="809637" y="2254975"/>
                </a:lnTo>
                <a:lnTo>
                  <a:pt x="808321" y="2251044"/>
                </a:lnTo>
                <a:lnTo>
                  <a:pt x="795253" y="2252940"/>
                </a:lnTo>
                <a:lnTo>
                  <a:pt x="701861" y="2287405"/>
                </a:lnTo>
                <a:lnTo>
                  <a:pt x="641831" y="2308622"/>
                </a:lnTo>
                <a:lnTo>
                  <a:pt x="641400" y="2308430"/>
                </a:lnTo>
                <a:lnTo>
                  <a:pt x="674623" y="2296688"/>
                </a:lnTo>
                <a:lnTo>
                  <a:pt x="790641" y="2253610"/>
                </a:lnTo>
                <a:lnTo>
                  <a:pt x="764782" y="2257365"/>
                </a:lnTo>
                <a:lnTo>
                  <a:pt x="717359" y="2263601"/>
                </a:lnTo>
                <a:lnTo>
                  <a:pt x="717029" y="2263406"/>
                </a:lnTo>
                <a:lnTo>
                  <a:pt x="743273" y="2259954"/>
                </a:lnTo>
                <a:lnTo>
                  <a:pt x="793005" y="2252733"/>
                </a:lnTo>
                <a:lnTo>
                  <a:pt x="801489" y="2249582"/>
                </a:lnTo>
                <a:lnTo>
                  <a:pt x="807036" y="2247203"/>
                </a:lnTo>
                <a:lnTo>
                  <a:pt x="805228" y="2241796"/>
                </a:lnTo>
                <a:lnTo>
                  <a:pt x="802838" y="2234315"/>
                </a:lnTo>
                <a:lnTo>
                  <a:pt x="785388" y="2237533"/>
                </a:lnTo>
                <a:lnTo>
                  <a:pt x="785093" y="2237341"/>
                </a:lnTo>
                <a:lnTo>
                  <a:pt x="802764" y="2234082"/>
                </a:lnTo>
                <a:lnTo>
                  <a:pt x="800845" y="2228076"/>
                </a:lnTo>
                <a:lnTo>
                  <a:pt x="792876" y="2231607"/>
                </a:lnTo>
                <a:lnTo>
                  <a:pt x="792650" y="2231527"/>
                </a:lnTo>
                <a:lnTo>
                  <a:pt x="800795" y="2227917"/>
                </a:lnTo>
                <a:lnTo>
                  <a:pt x="797913" y="2218893"/>
                </a:lnTo>
                <a:lnTo>
                  <a:pt x="779863" y="2222700"/>
                </a:lnTo>
                <a:lnTo>
                  <a:pt x="785272" y="2238937"/>
                </a:lnTo>
                <a:lnTo>
                  <a:pt x="789032" y="2249099"/>
                </a:lnTo>
                <a:lnTo>
                  <a:pt x="788899" y="2249016"/>
                </a:lnTo>
                <a:lnTo>
                  <a:pt x="782102" y="2230655"/>
                </a:lnTo>
                <a:lnTo>
                  <a:pt x="779479" y="2222781"/>
                </a:lnTo>
                <a:lnTo>
                  <a:pt x="778999" y="2222882"/>
                </a:lnTo>
                <a:lnTo>
                  <a:pt x="756857" y="2237856"/>
                </a:lnTo>
                <a:lnTo>
                  <a:pt x="756454" y="2237788"/>
                </a:lnTo>
                <a:lnTo>
                  <a:pt x="778267" y="2223036"/>
                </a:lnTo>
                <a:lnTo>
                  <a:pt x="775911" y="2223533"/>
                </a:lnTo>
                <a:lnTo>
                  <a:pt x="775584" y="2223372"/>
                </a:lnTo>
                <a:lnTo>
                  <a:pt x="778762" y="2222701"/>
                </a:lnTo>
                <a:lnTo>
                  <a:pt x="779326" y="2222320"/>
                </a:lnTo>
                <a:lnTo>
                  <a:pt x="776310" y="2213262"/>
                </a:lnTo>
                <a:lnTo>
                  <a:pt x="770410" y="2211952"/>
                </a:lnTo>
                <a:lnTo>
                  <a:pt x="738436" y="2227300"/>
                </a:lnTo>
                <a:lnTo>
                  <a:pt x="738023" y="2227167"/>
                </a:lnTo>
                <a:lnTo>
                  <a:pt x="767251" y="2213137"/>
                </a:lnTo>
                <a:lnTo>
                  <a:pt x="769736" y="2211902"/>
                </a:lnTo>
                <a:lnTo>
                  <a:pt x="746017" y="2215200"/>
                </a:lnTo>
                <a:lnTo>
                  <a:pt x="734840" y="2216597"/>
                </a:lnTo>
                <a:lnTo>
                  <a:pt x="706949" y="2228533"/>
                </a:lnTo>
                <a:lnTo>
                  <a:pt x="709490" y="2236966"/>
                </a:lnTo>
                <a:lnTo>
                  <a:pt x="709185" y="2236791"/>
                </a:lnTo>
                <a:lnTo>
                  <a:pt x="706726" y="2228629"/>
                </a:lnTo>
                <a:lnTo>
                  <a:pt x="697211" y="2232701"/>
                </a:lnTo>
                <a:lnTo>
                  <a:pt x="667277" y="2242316"/>
                </a:lnTo>
                <a:lnTo>
                  <a:pt x="706123" y="2226625"/>
                </a:lnTo>
                <a:lnTo>
                  <a:pt x="704254" y="2220422"/>
                </a:lnTo>
                <a:lnTo>
                  <a:pt x="691630" y="2222000"/>
                </a:lnTo>
                <a:lnTo>
                  <a:pt x="693057" y="2231740"/>
                </a:lnTo>
                <a:lnTo>
                  <a:pt x="692796" y="2231535"/>
                </a:lnTo>
                <a:lnTo>
                  <a:pt x="691403" y="2222028"/>
                </a:lnTo>
                <a:lnTo>
                  <a:pt x="686725" y="2222613"/>
                </a:lnTo>
                <a:lnTo>
                  <a:pt x="686368" y="2222351"/>
                </a:lnTo>
                <a:lnTo>
                  <a:pt x="691358" y="2221727"/>
                </a:lnTo>
                <a:lnTo>
                  <a:pt x="687407" y="2194754"/>
                </a:lnTo>
                <a:lnTo>
                  <a:pt x="685931" y="2195589"/>
                </a:lnTo>
                <a:lnTo>
                  <a:pt x="644543" y="2218270"/>
                </a:lnTo>
                <a:lnTo>
                  <a:pt x="644203" y="2218181"/>
                </a:lnTo>
                <a:lnTo>
                  <a:pt x="667109" y="2205629"/>
                </a:lnTo>
                <a:lnTo>
                  <a:pt x="686779" y="2194494"/>
                </a:lnTo>
                <a:lnTo>
                  <a:pt x="646156" y="2193369"/>
                </a:lnTo>
                <a:lnTo>
                  <a:pt x="636620" y="2196975"/>
                </a:lnTo>
                <a:cubicBezTo>
                  <a:pt x="615937" y="2204219"/>
                  <a:pt x="594669" y="2211209"/>
                  <a:pt x="573187" y="2218106"/>
                </a:cubicBezTo>
                <a:lnTo>
                  <a:pt x="539443" y="2228847"/>
                </a:lnTo>
                <a:lnTo>
                  <a:pt x="539176" y="2228747"/>
                </a:lnTo>
                <a:lnTo>
                  <a:pt x="557851" y="2222803"/>
                </a:lnTo>
                <a:cubicBezTo>
                  <a:pt x="579332" y="2215905"/>
                  <a:pt x="600601" y="2208916"/>
                  <a:pt x="621284" y="2201671"/>
                </a:cubicBezTo>
                <a:lnTo>
                  <a:pt x="643438" y="2193294"/>
                </a:lnTo>
                <a:lnTo>
                  <a:pt x="633168" y="2193010"/>
                </a:lnTo>
                <a:lnTo>
                  <a:pt x="623619" y="2196902"/>
                </a:lnTo>
                <a:lnTo>
                  <a:pt x="590855" y="2209421"/>
                </a:lnTo>
                <a:lnTo>
                  <a:pt x="590585" y="2209338"/>
                </a:lnTo>
                <a:lnTo>
                  <a:pt x="608718" y="2202409"/>
                </a:lnTo>
                <a:lnTo>
                  <a:pt x="631866" y="2192974"/>
                </a:lnTo>
                <a:lnTo>
                  <a:pt x="604648" y="2192221"/>
                </a:lnTo>
                <a:lnTo>
                  <a:pt x="596886" y="2196038"/>
                </a:lnTo>
                <a:lnTo>
                  <a:pt x="543245" y="2221509"/>
                </a:lnTo>
                <a:lnTo>
                  <a:pt x="542826" y="2221373"/>
                </a:lnTo>
                <a:lnTo>
                  <a:pt x="572512" y="2207277"/>
                </a:lnTo>
                <a:lnTo>
                  <a:pt x="602765" y="2192397"/>
                </a:lnTo>
                <a:lnTo>
                  <a:pt x="583634" y="2195557"/>
                </a:lnTo>
                <a:lnTo>
                  <a:pt x="555994" y="2199192"/>
                </a:lnTo>
                <a:lnTo>
                  <a:pt x="555802" y="2199078"/>
                </a:lnTo>
                <a:lnTo>
                  <a:pt x="571098" y="2197066"/>
                </a:lnTo>
                <a:lnTo>
                  <a:pt x="601034" y="2192120"/>
                </a:lnTo>
                <a:lnTo>
                  <a:pt x="585917" y="2191702"/>
                </a:lnTo>
                <a:lnTo>
                  <a:pt x="525202" y="2189204"/>
                </a:lnTo>
                <a:lnTo>
                  <a:pt x="524831" y="2188887"/>
                </a:lnTo>
                <a:lnTo>
                  <a:pt x="558431" y="2190269"/>
                </a:lnTo>
                <a:lnTo>
                  <a:pt x="604498" y="2191544"/>
                </a:lnTo>
                <a:lnTo>
                  <a:pt x="657170" y="2165637"/>
                </a:lnTo>
                <a:lnTo>
                  <a:pt x="628587" y="2160874"/>
                </a:lnTo>
                <a:lnTo>
                  <a:pt x="628487" y="2164672"/>
                </a:lnTo>
                <a:lnTo>
                  <a:pt x="628312" y="2164478"/>
                </a:lnTo>
                <a:lnTo>
                  <a:pt x="628408" y="2160844"/>
                </a:lnTo>
                <a:lnTo>
                  <a:pt x="619346" y="2159334"/>
                </a:lnTo>
                <a:lnTo>
                  <a:pt x="614284" y="2161578"/>
                </a:lnTo>
                <a:lnTo>
                  <a:pt x="613980" y="2161470"/>
                </a:lnTo>
                <a:lnTo>
                  <a:pt x="618948" y="2159268"/>
                </a:lnTo>
                <a:lnTo>
                  <a:pt x="613489" y="2158358"/>
                </a:lnTo>
                <a:lnTo>
                  <a:pt x="608220" y="2157262"/>
                </a:lnTo>
                <a:lnTo>
                  <a:pt x="597562" y="2159508"/>
                </a:lnTo>
                <a:lnTo>
                  <a:pt x="597129" y="2159293"/>
                </a:lnTo>
                <a:lnTo>
                  <a:pt x="607490" y="2157111"/>
                </a:lnTo>
                <a:lnTo>
                  <a:pt x="583737" y="2152170"/>
                </a:lnTo>
                <a:lnTo>
                  <a:pt x="571354" y="2154631"/>
                </a:lnTo>
                <a:lnTo>
                  <a:pt x="508738" y="2166178"/>
                </a:lnTo>
                <a:lnTo>
                  <a:pt x="508343" y="2165921"/>
                </a:lnTo>
                <a:lnTo>
                  <a:pt x="542995" y="2159531"/>
                </a:lnTo>
                <a:lnTo>
                  <a:pt x="581929" y="2151794"/>
                </a:lnTo>
                <a:lnTo>
                  <a:pt x="561987" y="2147646"/>
                </a:lnTo>
                <a:lnTo>
                  <a:pt x="532672" y="2159878"/>
                </a:lnTo>
                <a:lnTo>
                  <a:pt x="532306" y="2159775"/>
                </a:lnTo>
                <a:lnTo>
                  <a:pt x="556475" y="2149691"/>
                </a:lnTo>
                <a:lnTo>
                  <a:pt x="561454" y="2147535"/>
                </a:lnTo>
                <a:lnTo>
                  <a:pt x="528211" y="2140622"/>
                </a:lnTo>
                <a:lnTo>
                  <a:pt x="496032" y="2147409"/>
                </a:lnTo>
                <a:lnTo>
                  <a:pt x="495595" y="2147192"/>
                </a:lnTo>
                <a:lnTo>
                  <a:pt x="527474" y="2140468"/>
                </a:lnTo>
                <a:lnTo>
                  <a:pt x="525068" y="2139967"/>
                </a:lnTo>
                <a:lnTo>
                  <a:pt x="488123" y="2131763"/>
                </a:lnTo>
                <a:lnTo>
                  <a:pt x="455954" y="2136237"/>
                </a:lnTo>
                <a:lnTo>
                  <a:pt x="376462" y="2146176"/>
                </a:lnTo>
                <a:lnTo>
                  <a:pt x="375983" y="2145824"/>
                </a:lnTo>
                <a:lnTo>
                  <a:pt x="419976" y="2140323"/>
                </a:lnTo>
                <a:lnTo>
                  <a:pt x="485217" y="2131118"/>
                </a:lnTo>
                <a:lnTo>
                  <a:pt x="478370" y="2129598"/>
                </a:lnTo>
                <a:lnTo>
                  <a:pt x="478127" y="2129301"/>
                </a:lnTo>
                <a:lnTo>
                  <a:pt x="485888" y="2131024"/>
                </a:lnTo>
                <a:lnTo>
                  <a:pt x="533200" y="2124349"/>
                </a:lnTo>
                <a:lnTo>
                  <a:pt x="532893" y="2124107"/>
                </a:lnTo>
                <a:lnTo>
                  <a:pt x="530826" y="2110001"/>
                </a:lnTo>
                <a:lnTo>
                  <a:pt x="521361" y="2108199"/>
                </a:lnTo>
                <a:lnTo>
                  <a:pt x="509104" y="2108764"/>
                </a:lnTo>
                <a:lnTo>
                  <a:pt x="508574" y="2108384"/>
                </a:lnTo>
                <a:lnTo>
                  <a:pt x="519654" y="2107874"/>
                </a:lnTo>
                <a:lnTo>
                  <a:pt x="511364" y="2106294"/>
                </a:lnTo>
                <a:lnTo>
                  <a:pt x="511023" y="2105903"/>
                </a:lnTo>
                <a:lnTo>
                  <a:pt x="521035" y="2107810"/>
                </a:lnTo>
                <a:lnTo>
                  <a:pt x="530442" y="2107377"/>
                </a:lnTo>
                <a:lnTo>
                  <a:pt x="529335" y="2099821"/>
                </a:lnTo>
                <a:lnTo>
                  <a:pt x="493807" y="2103325"/>
                </a:lnTo>
                <a:lnTo>
                  <a:pt x="493464" y="2103058"/>
                </a:lnTo>
                <a:lnTo>
                  <a:pt x="525728" y="2099877"/>
                </a:lnTo>
                <a:lnTo>
                  <a:pt x="529284" y="2099470"/>
                </a:lnTo>
                <a:lnTo>
                  <a:pt x="529208" y="2098959"/>
                </a:lnTo>
                <a:lnTo>
                  <a:pt x="515640" y="2100271"/>
                </a:lnTo>
                <a:lnTo>
                  <a:pt x="515331" y="2100029"/>
                </a:lnTo>
                <a:lnTo>
                  <a:pt x="529169" y="2098692"/>
                </a:lnTo>
                <a:lnTo>
                  <a:pt x="525638" y="2074592"/>
                </a:lnTo>
                <a:lnTo>
                  <a:pt x="518878" y="2075249"/>
                </a:lnTo>
                <a:cubicBezTo>
                  <a:pt x="503655" y="2076197"/>
                  <a:pt x="487965" y="2076701"/>
                  <a:pt x="471932" y="2076880"/>
                </a:cubicBezTo>
                <a:lnTo>
                  <a:pt x="468836" y="2076821"/>
                </a:lnTo>
                <a:lnTo>
                  <a:pt x="423227" y="2087071"/>
                </a:lnTo>
                <a:lnTo>
                  <a:pt x="388905" y="2094302"/>
                </a:lnTo>
                <a:lnTo>
                  <a:pt x="388652" y="2094177"/>
                </a:lnTo>
                <a:lnTo>
                  <a:pt x="407647" y="2090175"/>
                </a:lnTo>
                <a:lnTo>
                  <a:pt x="467205" y="2076790"/>
                </a:lnTo>
                <a:lnTo>
                  <a:pt x="424925" y="2075984"/>
                </a:lnTo>
                <a:lnTo>
                  <a:pt x="473236" y="2075393"/>
                </a:lnTo>
                <a:lnTo>
                  <a:pt x="523817" y="2061884"/>
                </a:lnTo>
                <a:lnTo>
                  <a:pt x="522308" y="2050498"/>
                </a:lnTo>
                <a:lnTo>
                  <a:pt x="504006" y="2051569"/>
                </a:lnTo>
                <a:lnTo>
                  <a:pt x="522282" y="2050300"/>
                </a:lnTo>
                <a:lnTo>
                  <a:pt x="521587" y="2045055"/>
                </a:lnTo>
                <a:lnTo>
                  <a:pt x="502743" y="2045175"/>
                </a:lnTo>
                <a:lnTo>
                  <a:pt x="476389" y="2053185"/>
                </a:lnTo>
                <a:lnTo>
                  <a:pt x="504006" y="2051569"/>
                </a:lnTo>
                <a:lnTo>
                  <a:pt x="475098" y="2053577"/>
                </a:lnTo>
                <a:lnTo>
                  <a:pt x="465413" y="2056520"/>
                </a:lnTo>
                <a:lnTo>
                  <a:pt x="464806" y="2056284"/>
                </a:lnTo>
                <a:lnTo>
                  <a:pt x="473299" y="2053702"/>
                </a:lnTo>
                <a:lnTo>
                  <a:pt x="470929" y="2053867"/>
                </a:lnTo>
                <a:lnTo>
                  <a:pt x="460561" y="2054244"/>
                </a:lnTo>
                <a:lnTo>
                  <a:pt x="425020" y="2064695"/>
                </a:lnTo>
                <a:lnTo>
                  <a:pt x="424628" y="2064494"/>
                </a:lnTo>
                <a:lnTo>
                  <a:pt x="456157" y="2055223"/>
                </a:lnTo>
                <a:lnTo>
                  <a:pt x="459159" y="2054295"/>
                </a:lnTo>
                <a:lnTo>
                  <a:pt x="446793" y="2054744"/>
                </a:lnTo>
                <a:lnTo>
                  <a:pt x="446636" y="2054630"/>
                </a:lnTo>
                <a:lnTo>
                  <a:pt x="459601" y="2054158"/>
                </a:lnTo>
                <a:lnTo>
                  <a:pt x="488369" y="2045267"/>
                </a:lnTo>
                <a:lnTo>
                  <a:pt x="468977" y="2045391"/>
                </a:lnTo>
                <a:lnTo>
                  <a:pt x="441109" y="2044649"/>
                </a:lnTo>
                <a:lnTo>
                  <a:pt x="440937" y="2044506"/>
                </a:lnTo>
                <a:lnTo>
                  <a:pt x="456359" y="2044916"/>
                </a:lnTo>
                <a:lnTo>
                  <a:pt x="490202" y="2044701"/>
                </a:lnTo>
                <a:lnTo>
                  <a:pt x="501664" y="2041158"/>
                </a:lnTo>
                <a:lnTo>
                  <a:pt x="477275" y="2038909"/>
                </a:lnTo>
                <a:lnTo>
                  <a:pt x="446691" y="2033812"/>
                </a:lnTo>
                <a:lnTo>
                  <a:pt x="446674" y="2034464"/>
                </a:lnTo>
                <a:lnTo>
                  <a:pt x="446439" y="2034205"/>
                </a:lnTo>
                <a:lnTo>
                  <a:pt x="446451" y="2033771"/>
                </a:lnTo>
                <a:lnTo>
                  <a:pt x="427530" y="2030618"/>
                </a:lnTo>
                <a:lnTo>
                  <a:pt x="392265" y="2023283"/>
                </a:lnTo>
                <a:lnTo>
                  <a:pt x="385192" y="2025100"/>
                </a:lnTo>
                <a:lnTo>
                  <a:pt x="339205" y="2036253"/>
                </a:lnTo>
                <a:lnTo>
                  <a:pt x="338859" y="2036095"/>
                </a:lnTo>
                <a:lnTo>
                  <a:pt x="364310" y="2029922"/>
                </a:lnTo>
                <a:lnTo>
                  <a:pt x="391101" y="2023041"/>
                </a:lnTo>
                <a:lnTo>
                  <a:pt x="376000" y="2019901"/>
                </a:lnTo>
                <a:lnTo>
                  <a:pt x="348785" y="2013857"/>
                </a:lnTo>
                <a:lnTo>
                  <a:pt x="348644" y="2013684"/>
                </a:lnTo>
                <a:lnTo>
                  <a:pt x="363705" y="2017028"/>
                </a:lnTo>
                <a:lnTo>
                  <a:pt x="391779" y="2022867"/>
                </a:lnTo>
                <a:lnTo>
                  <a:pt x="447060" y="2008670"/>
                </a:lnTo>
                <a:lnTo>
                  <a:pt x="447122" y="2008320"/>
                </a:lnTo>
                <a:lnTo>
                  <a:pt x="447138" y="2007707"/>
                </a:lnTo>
                <a:lnTo>
                  <a:pt x="419884" y="2009527"/>
                </a:lnTo>
                <a:lnTo>
                  <a:pt x="419669" y="2009380"/>
                </a:lnTo>
                <a:lnTo>
                  <a:pt x="437660" y="2008178"/>
                </a:lnTo>
                <a:lnTo>
                  <a:pt x="447145" y="2007417"/>
                </a:lnTo>
                <a:lnTo>
                  <a:pt x="447362" y="1999211"/>
                </a:lnTo>
                <a:lnTo>
                  <a:pt x="424895" y="2003809"/>
                </a:lnTo>
                <a:lnTo>
                  <a:pt x="424552" y="2003596"/>
                </a:lnTo>
                <a:lnTo>
                  <a:pt x="447369" y="1998925"/>
                </a:lnTo>
                <a:lnTo>
                  <a:pt x="447465" y="1995301"/>
                </a:lnTo>
                <a:lnTo>
                  <a:pt x="404633" y="1991097"/>
                </a:lnTo>
                <a:lnTo>
                  <a:pt x="401832" y="1990784"/>
                </a:lnTo>
                <a:lnTo>
                  <a:pt x="303136" y="2001470"/>
                </a:lnTo>
                <a:lnTo>
                  <a:pt x="244018" y="2007048"/>
                </a:lnTo>
                <a:lnTo>
                  <a:pt x="243671" y="2006777"/>
                </a:lnTo>
                <a:lnTo>
                  <a:pt x="276388" y="2003689"/>
                </a:lnTo>
                <a:cubicBezTo>
                  <a:pt x="314061" y="2000034"/>
                  <a:pt x="351465" y="1996141"/>
                  <a:pt x="388131" y="1991591"/>
                </a:cubicBezTo>
                <a:lnTo>
                  <a:pt x="397082" y="1990253"/>
                </a:lnTo>
                <a:lnTo>
                  <a:pt x="323938" y="1982077"/>
                </a:lnTo>
                <a:lnTo>
                  <a:pt x="323473" y="1981619"/>
                </a:lnTo>
                <a:lnTo>
                  <a:pt x="368131" y="1986611"/>
                </a:lnTo>
                <a:lnTo>
                  <a:pt x="400312" y="1989770"/>
                </a:lnTo>
                <a:lnTo>
                  <a:pt x="430325" y="1985284"/>
                </a:lnTo>
                <a:lnTo>
                  <a:pt x="419846" y="1981311"/>
                </a:lnTo>
                <a:lnTo>
                  <a:pt x="387609" y="1968590"/>
                </a:lnTo>
                <a:lnTo>
                  <a:pt x="381879" y="1969161"/>
                </a:lnTo>
                <a:cubicBezTo>
                  <a:pt x="352677" y="1971350"/>
                  <a:pt x="322807" y="1973008"/>
                  <a:pt x="292696" y="1974474"/>
                </a:cubicBezTo>
                <a:lnTo>
                  <a:pt x="245425" y="1976651"/>
                </a:lnTo>
                <a:lnTo>
                  <a:pt x="245116" y="1976430"/>
                </a:lnTo>
                <a:lnTo>
                  <a:pt x="271277" y="1975225"/>
                </a:lnTo>
                <a:cubicBezTo>
                  <a:pt x="301388" y="1973760"/>
                  <a:pt x="331257" y="1972102"/>
                  <a:pt x="360460" y="1969913"/>
                </a:cubicBezTo>
                <a:lnTo>
                  <a:pt x="384808" y="1967485"/>
                </a:lnTo>
                <a:lnTo>
                  <a:pt x="384644" y="1967419"/>
                </a:lnTo>
                <a:lnTo>
                  <a:pt x="352169" y="1966796"/>
                </a:lnTo>
                <a:lnTo>
                  <a:pt x="272101" y="1964157"/>
                </a:lnTo>
                <a:lnTo>
                  <a:pt x="271684" y="1963734"/>
                </a:lnTo>
                <a:lnTo>
                  <a:pt x="315995" y="1965194"/>
                </a:lnTo>
                <a:lnTo>
                  <a:pt x="382224" y="1966465"/>
                </a:lnTo>
                <a:lnTo>
                  <a:pt x="375350" y="1963752"/>
                </a:lnTo>
                <a:lnTo>
                  <a:pt x="375320" y="1963700"/>
                </a:lnTo>
                <a:lnTo>
                  <a:pt x="368835" y="1962556"/>
                </a:lnTo>
                <a:lnTo>
                  <a:pt x="331889" y="1955519"/>
                </a:lnTo>
                <a:lnTo>
                  <a:pt x="331691" y="1955292"/>
                </a:lnTo>
                <a:lnTo>
                  <a:pt x="352137" y="1959186"/>
                </a:lnTo>
                <a:lnTo>
                  <a:pt x="393970" y="1966570"/>
                </a:lnTo>
                <a:lnTo>
                  <a:pt x="409842" y="1964988"/>
                </a:lnTo>
                <a:lnTo>
                  <a:pt x="382023" y="1953861"/>
                </a:lnTo>
                <a:lnTo>
                  <a:pt x="363194" y="1945444"/>
                </a:lnTo>
                <a:lnTo>
                  <a:pt x="353346" y="1946675"/>
                </a:lnTo>
                <a:lnTo>
                  <a:pt x="352990" y="1946413"/>
                </a:lnTo>
                <a:lnTo>
                  <a:pt x="362658" y="1945204"/>
                </a:lnTo>
                <a:lnTo>
                  <a:pt x="313655" y="1923298"/>
                </a:lnTo>
                <a:lnTo>
                  <a:pt x="304914" y="1921424"/>
                </a:lnTo>
                <a:lnTo>
                  <a:pt x="288974" y="1923633"/>
                </a:lnTo>
                <a:lnTo>
                  <a:pt x="288410" y="1923304"/>
                </a:lnTo>
                <a:lnTo>
                  <a:pt x="303760" y="1921177"/>
                </a:lnTo>
                <a:lnTo>
                  <a:pt x="191176" y="1897054"/>
                </a:lnTo>
                <a:lnTo>
                  <a:pt x="113081" y="1879191"/>
                </a:lnTo>
                <a:lnTo>
                  <a:pt x="112752" y="1878696"/>
                </a:lnTo>
                <a:lnTo>
                  <a:pt x="155971" y="1888581"/>
                </a:lnTo>
                <a:lnTo>
                  <a:pt x="307285" y="1920689"/>
                </a:lnTo>
                <a:lnTo>
                  <a:pt x="307693" y="1920632"/>
                </a:lnTo>
                <a:lnTo>
                  <a:pt x="278285" y="1907485"/>
                </a:lnTo>
                <a:lnTo>
                  <a:pt x="223675" y="1882185"/>
                </a:lnTo>
                <a:lnTo>
                  <a:pt x="223456" y="1881753"/>
                </a:lnTo>
                <a:lnTo>
                  <a:pt x="253678" y="1895756"/>
                </a:lnTo>
                <a:lnTo>
                  <a:pt x="308938" y="1920460"/>
                </a:lnTo>
                <a:lnTo>
                  <a:pt x="332921" y="1917136"/>
                </a:lnTo>
                <a:lnTo>
                  <a:pt x="336708" y="1916560"/>
                </a:lnTo>
                <a:lnTo>
                  <a:pt x="334283" y="1916270"/>
                </a:lnTo>
                <a:lnTo>
                  <a:pt x="333968" y="1915890"/>
                </a:lnTo>
                <a:lnTo>
                  <a:pt x="337966" y="1916368"/>
                </a:lnTo>
                <a:lnTo>
                  <a:pt x="345280" y="1915254"/>
                </a:lnTo>
                <a:lnTo>
                  <a:pt x="338638" y="1911297"/>
                </a:lnTo>
                <a:lnTo>
                  <a:pt x="338453" y="1910813"/>
                </a:lnTo>
                <a:lnTo>
                  <a:pt x="345778" y="1915178"/>
                </a:lnTo>
                <a:lnTo>
                  <a:pt x="380227" y="1909932"/>
                </a:lnTo>
                <a:lnTo>
                  <a:pt x="379881" y="1909896"/>
                </a:lnTo>
                <a:lnTo>
                  <a:pt x="345088" y="1914115"/>
                </a:lnTo>
                <a:lnTo>
                  <a:pt x="344731" y="1913851"/>
                </a:lnTo>
                <a:lnTo>
                  <a:pt x="377667" y="1909855"/>
                </a:lnTo>
                <a:lnTo>
                  <a:pt x="378456" y="1909748"/>
                </a:lnTo>
                <a:lnTo>
                  <a:pt x="365670" y="1908423"/>
                </a:lnTo>
                <a:lnTo>
                  <a:pt x="350715" y="1906664"/>
                </a:lnTo>
                <a:lnTo>
                  <a:pt x="349580" y="1912160"/>
                </a:lnTo>
                <a:lnTo>
                  <a:pt x="349345" y="1911782"/>
                </a:lnTo>
                <a:lnTo>
                  <a:pt x="350410" y="1906628"/>
                </a:lnTo>
                <a:lnTo>
                  <a:pt x="292465" y="1899813"/>
                </a:lnTo>
                <a:lnTo>
                  <a:pt x="292115" y="1899394"/>
                </a:lnTo>
                <a:lnTo>
                  <a:pt x="332629" y="1904157"/>
                </a:lnTo>
                <a:lnTo>
                  <a:pt x="350544" y="1905978"/>
                </a:lnTo>
                <a:lnTo>
                  <a:pt x="352750" y="1895304"/>
                </a:lnTo>
                <a:lnTo>
                  <a:pt x="332508" y="1894771"/>
                </a:lnTo>
                <a:lnTo>
                  <a:pt x="332175" y="1894437"/>
                </a:lnTo>
                <a:lnTo>
                  <a:pt x="352816" y="1894982"/>
                </a:lnTo>
                <a:lnTo>
                  <a:pt x="353097" y="1893627"/>
                </a:lnTo>
                <a:lnTo>
                  <a:pt x="350475" y="1893578"/>
                </a:lnTo>
                <a:lnTo>
                  <a:pt x="324083" y="1892491"/>
                </a:lnTo>
                <a:lnTo>
                  <a:pt x="323921" y="1892353"/>
                </a:lnTo>
                <a:lnTo>
                  <a:pt x="338527" y="1892955"/>
                </a:lnTo>
                <a:lnTo>
                  <a:pt x="353152" y="1893359"/>
                </a:lnTo>
                <a:lnTo>
                  <a:pt x="358939" y="1865349"/>
                </a:lnTo>
                <a:lnTo>
                  <a:pt x="342696" y="1860529"/>
                </a:lnTo>
                <a:lnTo>
                  <a:pt x="325558" y="1864686"/>
                </a:lnTo>
                <a:lnTo>
                  <a:pt x="325299" y="1864567"/>
                </a:lnTo>
                <a:lnTo>
                  <a:pt x="342362" y="1860430"/>
                </a:lnTo>
                <a:lnTo>
                  <a:pt x="332535" y="1857514"/>
                </a:lnTo>
                <a:lnTo>
                  <a:pt x="332236" y="1857090"/>
                </a:lnTo>
                <a:lnTo>
                  <a:pt x="342983" y="1860279"/>
                </a:lnTo>
                <a:lnTo>
                  <a:pt x="344284" y="1859963"/>
                </a:lnTo>
                <a:lnTo>
                  <a:pt x="345503" y="1859650"/>
                </a:lnTo>
                <a:lnTo>
                  <a:pt x="340648" y="1858028"/>
                </a:lnTo>
                <a:lnTo>
                  <a:pt x="337890" y="1856982"/>
                </a:lnTo>
                <a:lnTo>
                  <a:pt x="314995" y="1856207"/>
                </a:lnTo>
                <a:lnTo>
                  <a:pt x="314796" y="1856040"/>
                </a:lnTo>
                <a:lnTo>
                  <a:pt x="332647" y="1856644"/>
                </a:lnTo>
                <a:lnTo>
                  <a:pt x="337244" y="1856738"/>
                </a:lnTo>
                <a:lnTo>
                  <a:pt x="291550" y="1839412"/>
                </a:lnTo>
                <a:lnTo>
                  <a:pt x="254559" y="1842902"/>
                </a:lnTo>
                <a:lnTo>
                  <a:pt x="254300" y="1842699"/>
                </a:lnTo>
                <a:lnTo>
                  <a:pt x="278703" y="1840396"/>
                </a:lnTo>
                <a:lnTo>
                  <a:pt x="290737" y="1839094"/>
                </a:lnTo>
                <a:lnTo>
                  <a:pt x="265502" y="1829135"/>
                </a:lnTo>
                <a:lnTo>
                  <a:pt x="265389" y="1828941"/>
                </a:lnTo>
                <a:lnTo>
                  <a:pt x="279740" y="1834605"/>
                </a:lnTo>
                <a:lnTo>
                  <a:pt x="291631" y="1838997"/>
                </a:lnTo>
                <a:lnTo>
                  <a:pt x="310599" y="1836943"/>
                </a:lnTo>
                <a:lnTo>
                  <a:pt x="304686" y="1835367"/>
                </a:lnTo>
                <a:lnTo>
                  <a:pt x="277997" y="1827618"/>
                </a:lnTo>
                <a:lnTo>
                  <a:pt x="220160" y="1824264"/>
                </a:lnTo>
                <a:cubicBezTo>
                  <a:pt x="190976" y="1821849"/>
                  <a:pt x="161216" y="1818806"/>
                  <a:pt x="131246" y="1815535"/>
                </a:cubicBezTo>
                <a:lnTo>
                  <a:pt x="84219" y="1810278"/>
                </a:lnTo>
                <a:lnTo>
                  <a:pt x="83948" y="1810011"/>
                </a:lnTo>
                <a:lnTo>
                  <a:pt x="109974" y="1812920"/>
                </a:lnTo>
                <a:cubicBezTo>
                  <a:pt x="177405" y="1820282"/>
                  <a:pt x="243776" y="1826486"/>
                  <a:pt x="304914" y="1826975"/>
                </a:cubicBezTo>
                <a:lnTo>
                  <a:pt x="331864" y="1826254"/>
                </a:lnTo>
                <a:lnTo>
                  <a:pt x="314170" y="1824276"/>
                </a:lnTo>
                <a:lnTo>
                  <a:pt x="313823" y="1823935"/>
                </a:lnTo>
                <a:lnTo>
                  <a:pt x="334050" y="1826196"/>
                </a:lnTo>
                <a:lnTo>
                  <a:pt x="334325" y="1826188"/>
                </a:lnTo>
                <a:lnTo>
                  <a:pt x="322073" y="1816747"/>
                </a:lnTo>
                <a:lnTo>
                  <a:pt x="290868" y="1818605"/>
                </a:lnTo>
                <a:lnTo>
                  <a:pt x="255608" y="1820229"/>
                </a:lnTo>
                <a:lnTo>
                  <a:pt x="255378" y="1820064"/>
                </a:lnTo>
                <a:lnTo>
                  <a:pt x="274891" y="1819165"/>
                </a:lnTo>
                <a:lnTo>
                  <a:pt x="321602" y="1816383"/>
                </a:lnTo>
                <a:lnTo>
                  <a:pt x="319218" y="1814546"/>
                </a:lnTo>
                <a:lnTo>
                  <a:pt x="222357" y="1809749"/>
                </a:lnTo>
                <a:lnTo>
                  <a:pt x="163095" y="1805993"/>
                </a:lnTo>
                <a:lnTo>
                  <a:pt x="162796" y="1805671"/>
                </a:lnTo>
                <a:lnTo>
                  <a:pt x="195593" y="1807749"/>
                </a:lnTo>
                <a:cubicBezTo>
                  <a:pt x="233373" y="1810042"/>
                  <a:pt x="270925" y="1812058"/>
                  <a:pt x="307850" y="1813310"/>
                </a:cubicBezTo>
                <a:lnTo>
                  <a:pt x="317728" y="1813399"/>
                </a:lnTo>
                <a:lnTo>
                  <a:pt x="316241" y="1812253"/>
                </a:lnTo>
                <a:lnTo>
                  <a:pt x="275506" y="1810910"/>
                </a:lnTo>
                <a:lnTo>
                  <a:pt x="275194" y="1810595"/>
                </a:lnTo>
                <a:lnTo>
                  <a:pt x="308245" y="1811684"/>
                </a:lnTo>
                <a:lnTo>
                  <a:pt x="315687" y="1811826"/>
                </a:lnTo>
                <a:lnTo>
                  <a:pt x="295965" y="1796628"/>
                </a:lnTo>
                <a:lnTo>
                  <a:pt x="288583" y="1795974"/>
                </a:lnTo>
                <a:lnTo>
                  <a:pt x="288429" y="1795830"/>
                </a:lnTo>
                <a:lnTo>
                  <a:pt x="295772" y="1796480"/>
                </a:lnTo>
                <a:lnTo>
                  <a:pt x="291830" y="1793442"/>
                </a:lnTo>
                <a:lnTo>
                  <a:pt x="283364" y="1793413"/>
                </a:lnTo>
                <a:lnTo>
                  <a:pt x="283090" y="1793195"/>
                </a:lnTo>
                <a:lnTo>
                  <a:pt x="291547" y="1793225"/>
                </a:lnTo>
                <a:lnTo>
                  <a:pt x="275211" y="1780636"/>
                </a:lnTo>
                <a:lnTo>
                  <a:pt x="255382" y="1777654"/>
                </a:lnTo>
                <a:lnTo>
                  <a:pt x="255157" y="1777365"/>
                </a:lnTo>
                <a:lnTo>
                  <a:pt x="274801" y="1780319"/>
                </a:lnTo>
                <a:lnTo>
                  <a:pt x="272631" y="1778647"/>
                </a:lnTo>
                <a:lnTo>
                  <a:pt x="246710" y="1770421"/>
                </a:lnTo>
                <a:lnTo>
                  <a:pt x="231640" y="1764394"/>
                </a:lnTo>
                <a:lnTo>
                  <a:pt x="215146" y="1760859"/>
                </a:lnTo>
                <a:lnTo>
                  <a:pt x="156895" y="1747535"/>
                </a:lnTo>
                <a:lnTo>
                  <a:pt x="156650" y="1747166"/>
                </a:lnTo>
                <a:lnTo>
                  <a:pt x="188887" y="1754540"/>
                </a:lnTo>
                <a:lnTo>
                  <a:pt x="227476" y="1762728"/>
                </a:lnTo>
                <a:lnTo>
                  <a:pt x="187796" y="1746857"/>
                </a:lnTo>
                <a:cubicBezTo>
                  <a:pt x="167846" y="1738303"/>
                  <a:pt x="147639" y="1729172"/>
                  <a:pt x="127339" y="1719830"/>
                </a:cubicBezTo>
                <a:lnTo>
                  <a:pt x="95513" y="1705086"/>
                </a:lnTo>
                <a:lnTo>
                  <a:pt x="95386" y="1704834"/>
                </a:lnTo>
                <a:lnTo>
                  <a:pt x="112999" y="1712994"/>
                </a:lnTo>
                <a:cubicBezTo>
                  <a:pt x="153599" y="1731677"/>
                  <a:pt x="193826" y="1749520"/>
                  <a:pt x="232370" y="1763585"/>
                </a:cubicBezTo>
                <a:lnTo>
                  <a:pt x="234092" y="1764132"/>
                </a:lnTo>
                <a:lnTo>
                  <a:pt x="260158" y="1769662"/>
                </a:lnTo>
                <a:lnTo>
                  <a:pt x="257956" y="1768870"/>
                </a:lnTo>
                <a:lnTo>
                  <a:pt x="257796" y="1768613"/>
                </a:lnTo>
                <a:lnTo>
                  <a:pt x="261504" y="1769948"/>
                </a:lnTo>
                <a:lnTo>
                  <a:pt x="262006" y="1770054"/>
                </a:lnTo>
                <a:lnTo>
                  <a:pt x="241662" y="1751859"/>
                </a:lnTo>
                <a:lnTo>
                  <a:pt x="204749" y="1746379"/>
                </a:lnTo>
                <a:lnTo>
                  <a:pt x="204499" y="1746060"/>
                </a:lnTo>
                <a:lnTo>
                  <a:pt x="234408" y="1750499"/>
                </a:lnTo>
                <a:lnTo>
                  <a:pt x="241156" y="1751407"/>
                </a:lnTo>
                <a:lnTo>
                  <a:pt x="204372" y="1718507"/>
                </a:lnTo>
                <a:lnTo>
                  <a:pt x="150928" y="1697874"/>
                </a:lnTo>
                <a:lnTo>
                  <a:pt x="135368" y="1696134"/>
                </a:lnTo>
                <a:lnTo>
                  <a:pt x="135166" y="1695935"/>
                </a:lnTo>
                <a:lnTo>
                  <a:pt x="150284" y="1697625"/>
                </a:lnTo>
                <a:lnTo>
                  <a:pt x="128144" y="1689078"/>
                </a:lnTo>
                <a:lnTo>
                  <a:pt x="53813" y="1659199"/>
                </a:lnTo>
                <a:lnTo>
                  <a:pt x="53566" y="1658658"/>
                </a:lnTo>
                <a:lnTo>
                  <a:pt x="94702" y="1675194"/>
                </a:lnTo>
                <a:lnTo>
                  <a:pt x="153833" y="1698022"/>
                </a:lnTo>
                <a:lnTo>
                  <a:pt x="154577" y="1698105"/>
                </a:lnTo>
                <a:lnTo>
                  <a:pt x="184815" y="1701014"/>
                </a:lnTo>
                <a:lnTo>
                  <a:pt x="184116" y="1700388"/>
                </a:lnTo>
                <a:cubicBezTo>
                  <a:pt x="156973" y="1674882"/>
                  <a:pt x="129756" y="1648295"/>
                  <a:pt x="102511" y="1621314"/>
                </a:cubicBezTo>
                <a:lnTo>
                  <a:pt x="59855" y="1578854"/>
                </a:lnTo>
                <a:lnTo>
                  <a:pt x="59797" y="1578374"/>
                </a:lnTo>
                <a:lnTo>
                  <a:pt x="83404" y="1601873"/>
                </a:lnTo>
                <a:lnTo>
                  <a:pt x="164387" y="1680345"/>
                </a:lnTo>
                <a:lnTo>
                  <a:pt x="190076" y="1697590"/>
                </a:lnTo>
                <a:lnTo>
                  <a:pt x="197149" y="1702201"/>
                </a:lnTo>
                <a:lnTo>
                  <a:pt x="229039" y="1705269"/>
                </a:lnTo>
                <a:lnTo>
                  <a:pt x="252291" y="1706357"/>
                </a:lnTo>
                <a:lnTo>
                  <a:pt x="245808" y="1700493"/>
                </a:lnTo>
                <a:lnTo>
                  <a:pt x="244020" y="1704506"/>
                </a:lnTo>
                <a:lnTo>
                  <a:pt x="243902" y="1704174"/>
                </a:lnTo>
                <a:lnTo>
                  <a:pt x="245618" y="1700321"/>
                </a:lnTo>
                <a:lnTo>
                  <a:pt x="240677" y="1695852"/>
                </a:lnTo>
                <a:lnTo>
                  <a:pt x="238403" y="1695740"/>
                </a:lnTo>
                <a:lnTo>
                  <a:pt x="194200" y="1692938"/>
                </a:lnTo>
                <a:lnTo>
                  <a:pt x="193976" y="1692698"/>
                </a:lnTo>
                <a:lnTo>
                  <a:pt x="218440" y="1694248"/>
                </a:lnTo>
                <a:lnTo>
                  <a:pt x="240089" y="1695320"/>
                </a:lnTo>
                <a:lnTo>
                  <a:pt x="221927" y="1678892"/>
                </a:lnTo>
                <a:lnTo>
                  <a:pt x="216657" y="1676898"/>
                </a:lnTo>
                <a:lnTo>
                  <a:pt x="157428" y="1653541"/>
                </a:lnTo>
                <a:lnTo>
                  <a:pt x="157228" y="1653113"/>
                </a:lnTo>
                <a:lnTo>
                  <a:pt x="190007" y="1666040"/>
                </a:lnTo>
                <a:lnTo>
                  <a:pt x="220329" y="1677447"/>
                </a:lnTo>
                <a:lnTo>
                  <a:pt x="204461" y="1663095"/>
                </a:lnTo>
                <a:lnTo>
                  <a:pt x="175443" y="1648420"/>
                </a:lnTo>
                <a:lnTo>
                  <a:pt x="175277" y="1647957"/>
                </a:lnTo>
                <a:lnTo>
                  <a:pt x="203507" y="1662232"/>
                </a:lnTo>
                <a:lnTo>
                  <a:pt x="169870" y="1631808"/>
                </a:lnTo>
                <a:lnTo>
                  <a:pt x="166877" y="1629003"/>
                </a:lnTo>
                <a:lnTo>
                  <a:pt x="151005" y="1621015"/>
                </a:lnTo>
                <a:lnTo>
                  <a:pt x="143792" y="1617673"/>
                </a:lnTo>
                <a:lnTo>
                  <a:pt x="143696" y="1617485"/>
                </a:lnTo>
                <a:lnTo>
                  <a:pt x="147419" y="1619210"/>
                </a:lnTo>
                <a:lnTo>
                  <a:pt x="115900" y="1603345"/>
                </a:lnTo>
                <a:lnTo>
                  <a:pt x="115715" y="1602830"/>
                </a:lnTo>
                <a:lnTo>
                  <a:pt x="152152" y="1621171"/>
                </a:lnTo>
                <a:lnTo>
                  <a:pt x="159117" y="1624539"/>
                </a:lnTo>
                <a:lnTo>
                  <a:pt x="164587" y="1626858"/>
                </a:lnTo>
                <a:lnTo>
                  <a:pt x="122426" y="1587361"/>
                </a:lnTo>
                <a:lnTo>
                  <a:pt x="112689" y="1583447"/>
                </a:lnTo>
                <a:lnTo>
                  <a:pt x="112505" y="1583044"/>
                </a:lnTo>
                <a:lnTo>
                  <a:pt x="121809" y="1586784"/>
                </a:lnTo>
                <a:lnTo>
                  <a:pt x="110614" y="1576296"/>
                </a:lnTo>
                <a:lnTo>
                  <a:pt x="110516" y="1575650"/>
                </a:lnTo>
                <a:lnTo>
                  <a:pt x="122845" y="1587200"/>
                </a:lnTo>
                <a:lnTo>
                  <a:pt x="143187" y="1595378"/>
                </a:lnTo>
                <a:lnTo>
                  <a:pt x="223559" y="1626406"/>
                </a:lnTo>
                <a:lnTo>
                  <a:pt x="213942" y="1617804"/>
                </a:lnTo>
                <a:lnTo>
                  <a:pt x="192936" y="1608537"/>
                </a:lnTo>
                <a:lnTo>
                  <a:pt x="213357" y="1617281"/>
                </a:lnTo>
                <a:lnTo>
                  <a:pt x="209879" y="1614170"/>
                </a:lnTo>
                <a:cubicBezTo>
                  <a:pt x="189635" y="1595146"/>
                  <a:pt x="169333" y="1575314"/>
                  <a:pt x="149011" y="1555189"/>
                </a:cubicBezTo>
                <a:lnTo>
                  <a:pt x="143179" y="1549384"/>
                </a:lnTo>
                <a:lnTo>
                  <a:pt x="105276" y="1535429"/>
                </a:lnTo>
                <a:lnTo>
                  <a:pt x="105093" y="1535132"/>
                </a:lnTo>
                <a:lnTo>
                  <a:pt x="127704" y="1543455"/>
                </a:lnTo>
                <a:lnTo>
                  <a:pt x="142404" y="1548612"/>
                </a:lnTo>
                <a:lnTo>
                  <a:pt x="117195" y="1523519"/>
                </a:lnTo>
                <a:lnTo>
                  <a:pt x="117152" y="1523161"/>
                </a:lnTo>
                <a:lnTo>
                  <a:pt x="134760" y="1540688"/>
                </a:lnTo>
                <a:lnTo>
                  <a:pt x="143240" y="1548905"/>
                </a:lnTo>
                <a:lnTo>
                  <a:pt x="191023" y="1565666"/>
                </a:lnTo>
                <a:lnTo>
                  <a:pt x="148340" y="1540207"/>
                </a:lnTo>
                <a:cubicBezTo>
                  <a:pt x="129978" y="1528632"/>
                  <a:pt x="111451" y="1516447"/>
                  <a:pt x="92865" y="1504040"/>
                </a:cubicBezTo>
                <a:lnTo>
                  <a:pt x="63743" y="1484491"/>
                </a:lnTo>
                <a:lnTo>
                  <a:pt x="63657" y="1484222"/>
                </a:lnTo>
                <a:lnTo>
                  <a:pt x="79773" y="1495041"/>
                </a:lnTo>
                <a:cubicBezTo>
                  <a:pt x="116944" y="1519855"/>
                  <a:pt x="153878" y="1543782"/>
                  <a:pt x="189743" y="1563712"/>
                </a:cubicBezTo>
                <a:lnTo>
                  <a:pt x="199743" y="1568725"/>
                </a:lnTo>
                <a:lnTo>
                  <a:pt x="209254" y="1572061"/>
                </a:lnTo>
                <a:lnTo>
                  <a:pt x="199253" y="1563015"/>
                </a:lnTo>
                <a:lnTo>
                  <a:pt x="188062" y="1552532"/>
                </a:lnTo>
                <a:lnTo>
                  <a:pt x="176686" y="1548954"/>
                </a:lnTo>
                <a:lnTo>
                  <a:pt x="176489" y="1548599"/>
                </a:lnTo>
                <a:lnTo>
                  <a:pt x="187593" y="1552092"/>
                </a:lnTo>
                <a:lnTo>
                  <a:pt x="182788" y="1547591"/>
                </a:lnTo>
                <a:lnTo>
                  <a:pt x="164979" y="1540192"/>
                </a:lnTo>
                <a:lnTo>
                  <a:pt x="132463" y="1526165"/>
                </a:lnTo>
                <a:lnTo>
                  <a:pt x="132327" y="1525916"/>
                </a:lnTo>
                <a:lnTo>
                  <a:pt x="150322" y="1533678"/>
                </a:lnTo>
                <a:lnTo>
                  <a:pt x="181975" y="1546830"/>
                </a:lnTo>
                <a:lnTo>
                  <a:pt x="163674" y="1529685"/>
                </a:lnTo>
                <a:lnTo>
                  <a:pt x="140144" y="1523121"/>
                </a:lnTo>
                <a:lnTo>
                  <a:pt x="139919" y="1522744"/>
                </a:lnTo>
                <a:lnTo>
                  <a:pt x="163196" y="1529238"/>
                </a:lnTo>
                <a:lnTo>
                  <a:pt x="155056" y="1521611"/>
                </a:lnTo>
                <a:lnTo>
                  <a:pt x="154982" y="1521129"/>
                </a:lnTo>
                <a:lnTo>
                  <a:pt x="163824" y="1529412"/>
                </a:lnTo>
                <a:lnTo>
                  <a:pt x="171572" y="1531575"/>
                </a:lnTo>
                <a:lnTo>
                  <a:pt x="185905" y="1535360"/>
                </a:lnTo>
                <a:lnTo>
                  <a:pt x="181934" y="1530487"/>
                </a:lnTo>
                <a:lnTo>
                  <a:pt x="174034" y="1526791"/>
                </a:lnTo>
                <a:lnTo>
                  <a:pt x="173962" y="1526651"/>
                </a:lnTo>
                <a:lnTo>
                  <a:pt x="181793" y="1530314"/>
                </a:lnTo>
                <a:lnTo>
                  <a:pt x="176338" y="1523620"/>
                </a:lnTo>
                <a:lnTo>
                  <a:pt x="166608" y="1517832"/>
                </a:lnTo>
                <a:cubicBezTo>
                  <a:pt x="120017" y="1485616"/>
                  <a:pt x="72527" y="1440507"/>
                  <a:pt x="24893" y="1393335"/>
                </a:cubicBezTo>
                <a:lnTo>
                  <a:pt x="35" y="1368591"/>
                </a:lnTo>
                <a:lnTo>
                  <a:pt x="0" y="1368311"/>
                </a:lnTo>
                <a:lnTo>
                  <a:pt x="13757" y="1382005"/>
                </a:lnTo>
                <a:cubicBezTo>
                  <a:pt x="61391" y="1429177"/>
                  <a:pt x="108882" y="1474286"/>
                  <a:pt x="155473" y="1506502"/>
                </a:cubicBezTo>
                <a:lnTo>
                  <a:pt x="168896" y="1514485"/>
                </a:lnTo>
                <a:lnTo>
                  <a:pt x="151989" y="1493736"/>
                </a:lnTo>
                <a:lnTo>
                  <a:pt x="122964" y="1455061"/>
                </a:lnTo>
                <a:lnTo>
                  <a:pt x="120095" y="1453136"/>
                </a:lnTo>
                <a:lnTo>
                  <a:pt x="120031" y="1452935"/>
                </a:lnTo>
                <a:lnTo>
                  <a:pt x="122727" y="1454744"/>
                </a:lnTo>
                <a:lnTo>
                  <a:pt x="83781" y="1402850"/>
                </a:lnTo>
                <a:lnTo>
                  <a:pt x="48307" y="1354231"/>
                </a:lnTo>
                <a:lnTo>
                  <a:pt x="48325" y="1353748"/>
                </a:lnTo>
                <a:lnTo>
                  <a:pt x="67956" y="1380655"/>
                </a:lnTo>
                <a:lnTo>
                  <a:pt x="124403" y="1455870"/>
                </a:lnTo>
                <a:lnTo>
                  <a:pt x="132052" y="1461005"/>
                </a:lnTo>
                <a:lnTo>
                  <a:pt x="185149" y="1494162"/>
                </a:lnTo>
                <a:lnTo>
                  <a:pt x="182095" y="1488853"/>
                </a:lnTo>
                <a:lnTo>
                  <a:pt x="171353" y="1484219"/>
                </a:lnTo>
                <a:lnTo>
                  <a:pt x="171251" y="1484033"/>
                </a:lnTo>
                <a:lnTo>
                  <a:pt x="181986" y="1488664"/>
                </a:lnTo>
                <a:lnTo>
                  <a:pt x="178320" y="1482293"/>
                </a:lnTo>
                <a:lnTo>
                  <a:pt x="177082" y="1481949"/>
                </a:lnTo>
                <a:lnTo>
                  <a:pt x="176914" y="1481667"/>
                </a:lnTo>
                <a:lnTo>
                  <a:pt x="178160" y="1482015"/>
                </a:lnTo>
                <a:lnTo>
                  <a:pt x="172141" y="1471554"/>
                </a:lnTo>
                <a:lnTo>
                  <a:pt x="150388" y="1458722"/>
                </a:lnTo>
                <a:lnTo>
                  <a:pt x="150260" y="1458269"/>
                </a:lnTo>
                <a:lnTo>
                  <a:pt x="171813" y="1470983"/>
                </a:lnTo>
                <a:lnTo>
                  <a:pt x="171238" y="1469984"/>
                </a:lnTo>
                <a:lnTo>
                  <a:pt x="163698" y="1464109"/>
                </a:lnTo>
                <a:lnTo>
                  <a:pt x="138509" y="1443936"/>
                </a:lnTo>
                <a:lnTo>
                  <a:pt x="138450" y="1443682"/>
                </a:lnTo>
                <a:lnTo>
                  <a:pt x="152390" y="1454848"/>
                </a:lnTo>
                <a:lnTo>
                  <a:pt x="170765" y="1469163"/>
                </a:lnTo>
                <a:lnTo>
                  <a:pt x="166069" y="1461002"/>
                </a:lnTo>
                <a:lnTo>
                  <a:pt x="159098" y="1447683"/>
                </a:lnTo>
                <a:lnTo>
                  <a:pt x="144261" y="1435757"/>
                </a:lnTo>
                <a:cubicBezTo>
                  <a:pt x="126620" y="1419944"/>
                  <a:pt x="108883" y="1402736"/>
                  <a:pt x="91117" y="1385144"/>
                </a:cubicBezTo>
                <a:lnTo>
                  <a:pt x="72576" y="1366687"/>
                </a:lnTo>
                <a:lnTo>
                  <a:pt x="72551" y="1366478"/>
                </a:lnTo>
                <a:lnTo>
                  <a:pt x="82811" y="1376692"/>
                </a:lnTo>
                <a:cubicBezTo>
                  <a:pt x="100576" y="1394284"/>
                  <a:pt x="118314" y="1411492"/>
                  <a:pt x="135955" y="1427306"/>
                </a:cubicBezTo>
                <a:lnTo>
                  <a:pt x="157493" y="1444618"/>
                </a:lnTo>
                <a:lnTo>
                  <a:pt x="142671" y="1416300"/>
                </a:lnTo>
                <a:lnTo>
                  <a:pt x="111349" y="1393765"/>
                </a:lnTo>
                <a:lnTo>
                  <a:pt x="111247" y="1393228"/>
                </a:lnTo>
                <a:lnTo>
                  <a:pt x="142279" y="1415554"/>
                </a:lnTo>
                <a:lnTo>
                  <a:pt x="132559" y="1403047"/>
                </a:lnTo>
                <a:lnTo>
                  <a:pt x="130182" y="1401500"/>
                </a:lnTo>
                <a:lnTo>
                  <a:pt x="63659" y="1356865"/>
                </a:lnTo>
                <a:lnTo>
                  <a:pt x="63529" y="1356285"/>
                </a:lnTo>
                <a:lnTo>
                  <a:pt x="100344" y="1380987"/>
                </a:lnTo>
                <a:lnTo>
                  <a:pt x="130719" y="1400680"/>
                </a:lnTo>
                <a:lnTo>
                  <a:pt x="117697" y="1383924"/>
                </a:lnTo>
                <a:lnTo>
                  <a:pt x="55881" y="1327557"/>
                </a:lnTo>
                <a:lnTo>
                  <a:pt x="21348" y="1295205"/>
                </a:lnTo>
                <a:lnTo>
                  <a:pt x="21291" y="1294829"/>
                </a:lnTo>
                <a:lnTo>
                  <a:pt x="40402" y="1312733"/>
                </a:lnTo>
                <a:cubicBezTo>
                  <a:pt x="62456" y="1333287"/>
                  <a:pt x="84479" y="1353533"/>
                  <a:pt x="106418" y="1372931"/>
                </a:cubicBezTo>
                <a:lnTo>
                  <a:pt x="114321" y="1379579"/>
                </a:lnTo>
                <a:lnTo>
                  <a:pt x="98839" y="1359657"/>
                </a:lnTo>
                <a:lnTo>
                  <a:pt x="98843" y="1359006"/>
                </a:lnTo>
                <a:lnTo>
                  <a:pt x="115796" y="1380820"/>
                </a:lnTo>
                <a:lnTo>
                  <a:pt x="130634" y="1393303"/>
                </a:lnTo>
                <a:lnTo>
                  <a:pt x="117480" y="1368173"/>
                </a:lnTo>
                <a:lnTo>
                  <a:pt x="108581" y="1355976"/>
                </a:lnTo>
                <a:lnTo>
                  <a:pt x="108595" y="1355616"/>
                </a:lnTo>
                <a:lnTo>
                  <a:pt x="116780" y="1366835"/>
                </a:lnTo>
                <a:lnTo>
                  <a:pt x="94977" y="1325181"/>
                </a:lnTo>
                <a:lnTo>
                  <a:pt x="58294" y="1252743"/>
                </a:lnTo>
                <a:lnTo>
                  <a:pt x="58423" y="1252103"/>
                </a:lnTo>
                <a:lnTo>
                  <a:pt x="78723" y="1292191"/>
                </a:lnTo>
                <a:lnTo>
                  <a:pt x="89388" y="1312567"/>
                </a:lnTo>
                <a:lnTo>
                  <a:pt x="102685" y="1325023"/>
                </a:lnTo>
                <a:cubicBezTo>
                  <a:pt x="119136" y="1340355"/>
                  <a:pt x="135563" y="1355456"/>
                  <a:pt x="151926" y="1369924"/>
                </a:cubicBezTo>
                <a:lnTo>
                  <a:pt x="157819" y="1374882"/>
                </a:lnTo>
                <a:lnTo>
                  <a:pt x="146272" y="1360024"/>
                </a:lnTo>
                <a:lnTo>
                  <a:pt x="146276" y="1359538"/>
                </a:lnTo>
                <a:lnTo>
                  <a:pt x="158922" y="1375809"/>
                </a:lnTo>
                <a:lnTo>
                  <a:pt x="169988" y="1385119"/>
                </a:lnTo>
                <a:lnTo>
                  <a:pt x="157541" y="1361340"/>
                </a:lnTo>
                <a:lnTo>
                  <a:pt x="136643" y="1326965"/>
                </a:lnTo>
                <a:lnTo>
                  <a:pt x="107443" y="1300603"/>
                </a:lnTo>
                <a:lnTo>
                  <a:pt x="81689" y="1276297"/>
                </a:lnTo>
                <a:lnTo>
                  <a:pt x="81647" y="1276014"/>
                </a:lnTo>
                <a:lnTo>
                  <a:pt x="95900" y="1289466"/>
                </a:lnTo>
                <a:lnTo>
                  <a:pt x="136545" y="1326805"/>
                </a:lnTo>
                <a:lnTo>
                  <a:pt x="134423" y="1323315"/>
                </a:lnTo>
                <a:lnTo>
                  <a:pt x="134477" y="1322874"/>
                </a:lnTo>
                <a:lnTo>
                  <a:pt x="137275" y="1327475"/>
                </a:lnTo>
                <a:lnTo>
                  <a:pt x="141140" y="1331025"/>
                </a:lnTo>
                <a:lnTo>
                  <a:pt x="137357" y="1327611"/>
                </a:lnTo>
                <a:lnTo>
                  <a:pt x="150398" y="1349060"/>
                </a:lnTo>
                <a:lnTo>
                  <a:pt x="154747" y="1356002"/>
                </a:lnTo>
                <a:lnTo>
                  <a:pt x="143392" y="1334308"/>
                </a:lnTo>
                <a:lnTo>
                  <a:pt x="142243" y="1332039"/>
                </a:lnTo>
                <a:lnTo>
                  <a:pt x="141140" y="1331025"/>
                </a:lnTo>
                <a:lnTo>
                  <a:pt x="142226" y="1332006"/>
                </a:lnTo>
                <a:lnTo>
                  <a:pt x="116031" y="1280278"/>
                </a:lnTo>
                <a:lnTo>
                  <a:pt x="116127" y="1279801"/>
                </a:lnTo>
                <a:lnTo>
                  <a:pt x="131269" y="1309702"/>
                </a:lnTo>
                <a:lnTo>
                  <a:pt x="143586" y="1333235"/>
                </a:lnTo>
                <a:lnTo>
                  <a:pt x="146280" y="1335667"/>
                </a:lnTo>
                <a:lnTo>
                  <a:pt x="145137" y="1334699"/>
                </a:lnTo>
                <a:lnTo>
                  <a:pt x="143626" y="1333311"/>
                </a:lnTo>
                <a:lnTo>
                  <a:pt x="159344" y="1363339"/>
                </a:lnTo>
                <a:lnTo>
                  <a:pt x="176335" y="1390459"/>
                </a:lnTo>
                <a:lnTo>
                  <a:pt x="178985" y="1392689"/>
                </a:lnTo>
                <a:lnTo>
                  <a:pt x="194584" y="1398960"/>
                </a:lnTo>
                <a:lnTo>
                  <a:pt x="192634" y="1395738"/>
                </a:lnTo>
                <a:lnTo>
                  <a:pt x="192683" y="1395340"/>
                </a:lnTo>
                <a:lnTo>
                  <a:pt x="194968" y="1399114"/>
                </a:lnTo>
                <a:lnTo>
                  <a:pt x="205664" y="1403414"/>
                </a:lnTo>
                <a:lnTo>
                  <a:pt x="221981" y="1409713"/>
                </a:lnTo>
                <a:lnTo>
                  <a:pt x="215498" y="1401482"/>
                </a:lnTo>
                <a:lnTo>
                  <a:pt x="215498" y="1401095"/>
                </a:lnTo>
                <a:lnTo>
                  <a:pt x="222419" y="1409882"/>
                </a:lnTo>
                <a:lnTo>
                  <a:pt x="229787" y="1412726"/>
                </a:lnTo>
                <a:lnTo>
                  <a:pt x="229618" y="1412635"/>
                </a:lnTo>
                <a:lnTo>
                  <a:pt x="229447" y="1412116"/>
                </a:lnTo>
                <a:lnTo>
                  <a:pt x="232454" y="1413731"/>
                </a:lnTo>
                <a:lnTo>
                  <a:pt x="226830" y="1404442"/>
                </a:lnTo>
                <a:lnTo>
                  <a:pt x="220852" y="1400183"/>
                </a:lnTo>
                <a:lnTo>
                  <a:pt x="220795" y="1399895"/>
                </a:lnTo>
                <a:lnTo>
                  <a:pt x="226567" y="1404006"/>
                </a:lnTo>
                <a:lnTo>
                  <a:pt x="223990" y="1399751"/>
                </a:lnTo>
                <a:lnTo>
                  <a:pt x="181176" y="1367173"/>
                </a:lnTo>
                <a:lnTo>
                  <a:pt x="146280" y="1335667"/>
                </a:lnTo>
                <a:lnTo>
                  <a:pt x="194006" y="1376121"/>
                </a:lnTo>
                <a:lnTo>
                  <a:pt x="222072" y="1396581"/>
                </a:lnTo>
                <a:lnTo>
                  <a:pt x="220320" y="1393688"/>
                </a:lnTo>
                <a:lnTo>
                  <a:pt x="218081" y="1390245"/>
                </a:lnTo>
                <a:lnTo>
                  <a:pt x="200872" y="1376463"/>
                </a:lnTo>
                <a:lnTo>
                  <a:pt x="200828" y="1376273"/>
                </a:lnTo>
                <a:lnTo>
                  <a:pt x="211227" y="1384602"/>
                </a:lnTo>
                <a:lnTo>
                  <a:pt x="217430" y="1389243"/>
                </a:lnTo>
                <a:lnTo>
                  <a:pt x="210481" y="1378558"/>
                </a:lnTo>
                <a:lnTo>
                  <a:pt x="191936" y="1362280"/>
                </a:lnTo>
                <a:lnTo>
                  <a:pt x="165842" y="1338339"/>
                </a:lnTo>
                <a:lnTo>
                  <a:pt x="165797" y="1338058"/>
                </a:lnTo>
                <a:lnTo>
                  <a:pt x="180238" y="1351308"/>
                </a:lnTo>
                <a:lnTo>
                  <a:pt x="210110" y="1377986"/>
                </a:lnTo>
                <a:lnTo>
                  <a:pt x="194095" y="1353358"/>
                </a:lnTo>
                <a:lnTo>
                  <a:pt x="181658" y="1342130"/>
                </a:lnTo>
                <a:lnTo>
                  <a:pt x="193100" y="1351828"/>
                </a:lnTo>
                <a:lnTo>
                  <a:pt x="188452" y="1344681"/>
                </a:lnTo>
                <a:lnTo>
                  <a:pt x="182381" y="1340313"/>
                </a:lnTo>
                <a:lnTo>
                  <a:pt x="176866" y="1337788"/>
                </a:lnTo>
                <a:lnTo>
                  <a:pt x="177823" y="1338667"/>
                </a:lnTo>
                <a:lnTo>
                  <a:pt x="176831" y="1337772"/>
                </a:lnTo>
                <a:lnTo>
                  <a:pt x="153757" y="1327206"/>
                </a:lnTo>
                <a:lnTo>
                  <a:pt x="153591" y="1326798"/>
                </a:lnTo>
                <a:lnTo>
                  <a:pt x="176083" y="1337096"/>
                </a:lnTo>
                <a:lnTo>
                  <a:pt x="152690" y="1315976"/>
                </a:lnTo>
                <a:lnTo>
                  <a:pt x="133480" y="1297846"/>
                </a:lnTo>
                <a:lnTo>
                  <a:pt x="133450" y="1297636"/>
                </a:lnTo>
                <a:lnTo>
                  <a:pt x="144081" y="1307669"/>
                </a:lnTo>
                <a:lnTo>
                  <a:pt x="176143" y="1337124"/>
                </a:lnTo>
                <a:lnTo>
                  <a:pt x="181109" y="1339398"/>
                </a:lnTo>
                <a:lnTo>
                  <a:pt x="180614" y="1339042"/>
                </a:lnTo>
                <a:lnTo>
                  <a:pt x="180539" y="1338641"/>
                </a:lnTo>
                <a:lnTo>
                  <a:pt x="182433" y="1340004"/>
                </a:lnTo>
                <a:lnTo>
                  <a:pt x="183472" y="1340480"/>
                </a:lnTo>
                <a:lnTo>
                  <a:pt x="186625" y="1341871"/>
                </a:lnTo>
                <a:lnTo>
                  <a:pt x="180365" y="1332244"/>
                </a:lnTo>
                <a:lnTo>
                  <a:pt x="179673" y="1331556"/>
                </a:lnTo>
                <a:lnTo>
                  <a:pt x="179630" y="1331198"/>
                </a:lnTo>
                <a:lnTo>
                  <a:pt x="180360" y="1331924"/>
                </a:lnTo>
                <a:lnTo>
                  <a:pt x="180389" y="1331599"/>
                </a:lnTo>
                <a:lnTo>
                  <a:pt x="181044" y="1332605"/>
                </a:lnTo>
                <a:lnTo>
                  <a:pt x="193321" y="1344825"/>
                </a:lnTo>
                <a:lnTo>
                  <a:pt x="208783" y="1351649"/>
                </a:lnTo>
                <a:lnTo>
                  <a:pt x="207788" y="1349044"/>
                </a:lnTo>
                <a:lnTo>
                  <a:pt x="201538" y="1344000"/>
                </a:lnTo>
                <a:lnTo>
                  <a:pt x="201493" y="1343810"/>
                </a:lnTo>
                <a:lnTo>
                  <a:pt x="207703" y="1348821"/>
                </a:lnTo>
                <a:lnTo>
                  <a:pt x="207474" y="1348222"/>
                </a:lnTo>
                <a:lnTo>
                  <a:pt x="199634" y="1341496"/>
                </a:lnTo>
                <a:lnTo>
                  <a:pt x="187235" y="1335819"/>
                </a:lnTo>
                <a:lnTo>
                  <a:pt x="187112" y="1335514"/>
                </a:lnTo>
                <a:lnTo>
                  <a:pt x="199088" y="1340998"/>
                </a:lnTo>
                <a:lnTo>
                  <a:pt x="192777" y="1335212"/>
                </a:lnTo>
                <a:lnTo>
                  <a:pt x="163303" y="1310691"/>
                </a:lnTo>
                <a:cubicBezTo>
                  <a:pt x="142820" y="1291132"/>
                  <a:pt x="122619" y="1268354"/>
                  <a:pt x="102582" y="1243708"/>
                </a:cubicBezTo>
                <a:lnTo>
                  <a:pt x="74310" y="1206706"/>
                </a:lnTo>
                <a:lnTo>
                  <a:pt x="113455" y="1254747"/>
                </a:lnTo>
                <a:lnTo>
                  <a:pt x="139428" y="1282243"/>
                </a:lnTo>
                <a:lnTo>
                  <a:pt x="164730" y="1302902"/>
                </a:lnTo>
                <a:lnTo>
                  <a:pt x="201167" y="1331706"/>
                </a:lnTo>
                <a:lnTo>
                  <a:pt x="200795" y="1330732"/>
                </a:lnTo>
                <a:lnTo>
                  <a:pt x="195850" y="1324744"/>
                </a:lnTo>
                <a:lnTo>
                  <a:pt x="194356" y="1323501"/>
                </a:lnTo>
                <a:cubicBezTo>
                  <a:pt x="179077" y="1308912"/>
                  <a:pt x="164009" y="1291922"/>
                  <a:pt x="149064" y="1273539"/>
                </a:cubicBezTo>
                <a:lnTo>
                  <a:pt x="127976" y="1245938"/>
                </a:lnTo>
                <a:lnTo>
                  <a:pt x="157175" y="1281772"/>
                </a:lnTo>
                <a:lnTo>
                  <a:pt x="182542" y="1308628"/>
                </a:lnTo>
                <a:lnTo>
                  <a:pt x="178001" y="1303131"/>
                </a:lnTo>
                <a:cubicBezTo>
                  <a:pt x="167346" y="1289562"/>
                  <a:pt x="156732" y="1275493"/>
                  <a:pt x="146134" y="1261241"/>
                </a:cubicBezTo>
                <a:lnTo>
                  <a:pt x="130565" y="1240199"/>
                </a:lnTo>
                <a:lnTo>
                  <a:pt x="88015" y="1191465"/>
                </a:lnTo>
                <a:lnTo>
                  <a:pt x="87981" y="1190814"/>
                </a:lnTo>
                <a:lnTo>
                  <a:pt x="117537" y="1224664"/>
                </a:lnTo>
                <a:lnTo>
                  <a:pt x="192369" y="1308668"/>
                </a:lnTo>
                <a:lnTo>
                  <a:pt x="186366" y="1292948"/>
                </a:lnTo>
                <a:lnTo>
                  <a:pt x="181550" y="1286617"/>
                </a:lnTo>
                <a:lnTo>
                  <a:pt x="169937" y="1270922"/>
                </a:lnTo>
                <a:lnTo>
                  <a:pt x="138199" y="1234572"/>
                </a:lnTo>
                <a:lnTo>
                  <a:pt x="138174" y="1234086"/>
                </a:lnTo>
                <a:lnTo>
                  <a:pt x="160218" y="1259334"/>
                </a:lnTo>
                <a:lnTo>
                  <a:pt x="183517" y="1285488"/>
                </a:lnTo>
                <a:lnTo>
                  <a:pt x="172457" y="1256527"/>
                </a:lnTo>
                <a:lnTo>
                  <a:pt x="149540" y="1240595"/>
                </a:lnTo>
                <a:lnTo>
                  <a:pt x="113524" y="1214812"/>
                </a:lnTo>
                <a:lnTo>
                  <a:pt x="113463" y="1214490"/>
                </a:lnTo>
                <a:lnTo>
                  <a:pt x="133396" y="1228759"/>
                </a:lnTo>
                <a:lnTo>
                  <a:pt x="172140" y="1255695"/>
                </a:lnTo>
                <a:lnTo>
                  <a:pt x="171675" y="1254477"/>
                </a:lnTo>
                <a:lnTo>
                  <a:pt x="171514" y="1253999"/>
                </a:lnTo>
                <a:lnTo>
                  <a:pt x="164147" y="1245900"/>
                </a:lnTo>
                <a:lnTo>
                  <a:pt x="137527" y="1227405"/>
                </a:lnTo>
                <a:lnTo>
                  <a:pt x="137437" y="1226974"/>
                </a:lnTo>
                <a:lnTo>
                  <a:pt x="163234" y="1244896"/>
                </a:lnTo>
                <a:lnTo>
                  <a:pt x="158658" y="1239867"/>
                </a:lnTo>
                <a:lnTo>
                  <a:pt x="158639" y="1239608"/>
                </a:lnTo>
                <a:lnTo>
                  <a:pt x="163823" y="1245307"/>
                </a:lnTo>
                <a:lnTo>
                  <a:pt x="164425" y="1245725"/>
                </a:lnTo>
                <a:lnTo>
                  <a:pt x="169992" y="1249480"/>
                </a:lnTo>
                <a:lnTo>
                  <a:pt x="168445" y="1244884"/>
                </a:lnTo>
                <a:lnTo>
                  <a:pt x="103220" y="1199540"/>
                </a:lnTo>
                <a:lnTo>
                  <a:pt x="54934" y="1164973"/>
                </a:lnTo>
                <a:lnTo>
                  <a:pt x="54851" y="1164542"/>
                </a:lnTo>
                <a:lnTo>
                  <a:pt x="81574" y="1183671"/>
                </a:lnTo>
                <a:lnTo>
                  <a:pt x="168085" y="1243814"/>
                </a:lnTo>
                <a:lnTo>
                  <a:pt x="156853" y="1210467"/>
                </a:lnTo>
                <a:lnTo>
                  <a:pt x="150321" y="1204402"/>
                </a:lnTo>
                <a:lnTo>
                  <a:pt x="150293" y="1203961"/>
                </a:lnTo>
                <a:lnTo>
                  <a:pt x="156650" y="1209863"/>
                </a:lnTo>
                <a:lnTo>
                  <a:pt x="151647" y="1195008"/>
                </a:lnTo>
                <a:lnTo>
                  <a:pt x="104266" y="1151017"/>
                </a:lnTo>
                <a:lnTo>
                  <a:pt x="104229" y="1150425"/>
                </a:lnTo>
                <a:lnTo>
                  <a:pt x="136719" y="1180591"/>
                </a:lnTo>
                <a:lnTo>
                  <a:pt x="151194" y="1193664"/>
                </a:lnTo>
                <a:lnTo>
                  <a:pt x="149738" y="1189340"/>
                </a:lnTo>
                <a:lnTo>
                  <a:pt x="135054" y="1174723"/>
                </a:lnTo>
                <a:lnTo>
                  <a:pt x="135027" y="1174513"/>
                </a:lnTo>
                <a:lnTo>
                  <a:pt x="145289" y="1184728"/>
                </a:lnTo>
                <a:lnTo>
                  <a:pt x="149552" y="1188788"/>
                </a:lnTo>
                <a:lnTo>
                  <a:pt x="149424" y="1188411"/>
                </a:lnTo>
                <a:lnTo>
                  <a:pt x="135026" y="1170390"/>
                </a:lnTo>
                <a:lnTo>
                  <a:pt x="113367" y="1142521"/>
                </a:lnTo>
                <a:lnTo>
                  <a:pt x="113367" y="1142473"/>
                </a:lnTo>
                <a:lnTo>
                  <a:pt x="83760" y="1105416"/>
                </a:lnTo>
                <a:lnTo>
                  <a:pt x="54722" y="1068052"/>
                </a:lnTo>
                <a:lnTo>
                  <a:pt x="54725" y="1067672"/>
                </a:lnTo>
                <a:lnTo>
                  <a:pt x="70795" y="1088349"/>
                </a:lnTo>
                <a:cubicBezTo>
                  <a:pt x="89356" y="1112105"/>
                  <a:pt x="107933" y="1135552"/>
                  <a:pt x="126562" y="1158148"/>
                </a:cubicBezTo>
                <a:lnTo>
                  <a:pt x="147287" y="1182065"/>
                </a:lnTo>
                <a:lnTo>
                  <a:pt x="122745" y="1109195"/>
                </a:lnTo>
                <a:lnTo>
                  <a:pt x="121311" y="1104736"/>
                </a:lnTo>
                <a:lnTo>
                  <a:pt x="102354" y="1078769"/>
                </a:lnTo>
                <a:lnTo>
                  <a:pt x="102411" y="1078329"/>
                </a:lnTo>
                <a:lnTo>
                  <a:pt x="121012" y="1103811"/>
                </a:lnTo>
                <a:lnTo>
                  <a:pt x="114530" y="1083671"/>
                </a:lnTo>
                <a:lnTo>
                  <a:pt x="87192" y="1047286"/>
                </a:lnTo>
                <a:lnTo>
                  <a:pt x="39958" y="982582"/>
                </a:lnTo>
                <a:lnTo>
                  <a:pt x="40034" y="981992"/>
                </a:lnTo>
                <a:lnTo>
                  <a:pt x="66174" y="1017800"/>
                </a:lnTo>
                <a:lnTo>
                  <a:pt x="113532" y="1080571"/>
                </a:lnTo>
                <a:lnTo>
                  <a:pt x="97867" y="1031904"/>
                </a:lnTo>
                <a:lnTo>
                  <a:pt x="98094" y="1031292"/>
                </a:lnTo>
                <a:lnTo>
                  <a:pt x="111862" y="1074067"/>
                </a:lnTo>
                <a:lnTo>
                  <a:pt x="114473" y="1081819"/>
                </a:lnTo>
                <a:lnTo>
                  <a:pt x="149730" y="1128551"/>
                </a:lnTo>
                <a:lnTo>
                  <a:pt x="145548" y="1115558"/>
                </a:lnTo>
                <a:lnTo>
                  <a:pt x="145717" y="1115101"/>
                </a:lnTo>
                <a:lnTo>
                  <a:pt x="150281" y="1129281"/>
                </a:lnTo>
                <a:lnTo>
                  <a:pt x="159962" y="1142114"/>
                </a:lnTo>
                <a:lnTo>
                  <a:pt x="146104" y="1112294"/>
                </a:lnTo>
                <a:lnTo>
                  <a:pt x="121476" y="1057378"/>
                </a:lnTo>
                <a:lnTo>
                  <a:pt x="121593" y="1056908"/>
                </a:lnTo>
                <a:lnTo>
                  <a:pt x="135223" y="1087301"/>
                </a:lnTo>
                <a:lnTo>
                  <a:pt x="161873" y="1144646"/>
                </a:lnTo>
                <a:lnTo>
                  <a:pt x="168728" y="1153733"/>
                </a:lnTo>
                <a:lnTo>
                  <a:pt x="175264" y="1161554"/>
                </a:lnTo>
                <a:lnTo>
                  <a:pt x="163157" y="1134558"/>
                </a:lnTo>
                <a:lnTo>
                  <a:pt x="163244" y="1134208"/>
                </a:lnTo>
                <a:lnTo>
                  <a:pt x="173411" y="1156878"/>
                </a:lnTo>
                <a:lnTo>
                  <a:pt x="175986" y="1162418"/>
                </a:lnTo>
                <a:lnTo>
                  <a:pt x="184450" y="1172547"/>
                </a:lnTo>
                <a:lnTo>
                  <a:pt x="172062" y="1151018"/>
                </a:lnTo>
                <a:lnTo>
                  <a:pt x="160503" y="1128935"/>
                </a:lnTo>
                <a:lnTo>
                  <a:pt x="150951" y="1119986"/>
                </a:lnTo>
                <a:lnTo>
                  <a:pt x="150909" y="1119706"/>
                </a:lnTo>
                <a:lnTo>
                  <a:pt x="160256" y="1128462"/>
                </a:lnTo>
                <a:lnTo>
                  <a:pt x="146526" y="1102232"/>
                </a:lnTo>
                <a:lnTo>
                  <a:pt x="133415" y="1079445"/>
                </a:lnTo>
                <a:cubicBezTo>
                  <a:pt x="119439" y="1053711"/>
                  <a:pt x="105673" y="1027151"/>
                  <a:pt x="91984" y="1000291"/>
                </a:cubicBezTo>
                <a:lnTo>
                  <a:pt x="70606" y="958076"/>
                </a:lnTo>
                <a:lnTo>
                  <a:pt x="70680" y="957704"/>
                </a:lnTo>
                <a:lnTo>
                  <a:pt x="82512" y="981066"/>
                </a:lnTo>
                <a:cubicBezTo>
                  <a:pt x="96201" y="1007927"/>
                  <a:pt x="109966" y="1034487"/>
                  <a:pt x="123942" y="1060220"/>
                </a:cubicBezTo>
                <a:lnTo>
                  <a:pt x="133407" y="1076668"/>
                </a:lnTo>
                <a:lnTo>
                  <a:pt x="125215" y="1060491"/>
                </a:lnTo>
                <a:lnTo>
                  <a:pt x="125269" y="1060213"/>
                </a:lnTo>
                <a:lnTo>
                  <a:pt x="134094" y="1077638"/>
                </a:lnTo>
                <a:lnTo>
                  <a:pt x="135390" y="1080115"/>
                </a:lnTo>
                <a:lnTo>
                  <a:pt x="166618" y="1134386"/>
                </a:lnTo>
                <a:lnTo>
                  <a:pt x="186992" y="1152965"/>
                </a:lnTo>
                <a:lnTo>
                  <a:pt x="173524" y="1120097"/>
                </a:lnTo>
                <a:lnTo>
                  <a:pt x="173647" y="1119669"/>
                </a:lnTo>
                <a:lnTo>
                  <a:pt x="185266" y="1148026"/>
                </a:lnTo>
                <a:lnTo>
                  <a:pt x="187606" y="1153524"/>
                </a:lnTo>
                <a:lnTo>
                  <a:pt x="189252" y="1155025"/>
                </a:lnTo>
                <a:lnTo>
                  <a:pt x="189163" y="1154757"/>
                </a:lnTo>
                <a:lnTo>
                  <a:pt x="189340" y="1154270"/>
                </a:lnTo>
                <a:lnTo>
                  <a:pt x="189734" y="1155465"/>
                </a:lnTo>
                <a:lnTo>
                  <a:pt x="214403" y="1177959"/>
                </a:lnTo>
                <a:lnTo>
                  <a:pt x="220298" y="1182918"/>
                </a:lnTo>
                <a:lnTo>
                  <a:pt x="208750" y="1168060"/>
                </a:lnTo>
                <a:lnTo>
                  <a:pt x="208753" y="1167574"/>
                </a:lnTo>
                <a:lnTo>
                  <a:pt x="221399" y="1183845"/>
                </a:lnTo>
                <a:lnTo>
                  <a:pt x="222761" y="1184992"/>
                </a:lnTo>
                <a:lnTo>
                  <a:pt x="204970" y="1157133"/>
                </a:lnTo>
                <a:lnTo>
                  <a:pt x="204319" y="1156062"/>
                </a:lnTo>
                <a:lnTo>
                  <a:pt x="168126" y="1109274"/>
                </a:lnTo>
                <a:lnTo>
                  <a:pt x="119987" y="1045240"/>
                </a:lnTo>
                <a:lnTo>
                  <a:pt x="120055" y="1044649"/>
                </a:lnTo>
                <a:lnTo>
                  <a:pt x="146696" y="1080087"/>
                </a:lnTo>
                <a:lnTo>
                  <a:pt x="199315" y="1147830"/>
                </a:lnTo>
                <a:lnTo>
                  <a:pt x="192466" y="1136564"/>
                </a:lnTo>
                <a:lnTo>
                  <a:pt x="192489" y="1136372"/>
                </a:lnTo>
                <a:lnTo>
                  <a:pt x="199409" y="1147754"/>
                </a:lnTo>
                <a:lnTo>
                  <a:pt x="200117" y="1148863"/>
                </a:lnTo>
                <a:lnTo>
                  <a:pt x="228219" y="1185041"/>
                </a:lnTo>
                <a:lnTo>
                  <a:pt x="212570" y="1155144"/>
                </a:lnTo>
                <a:lnTo>
                  <a:pt x="210032" y="1152073"/>
                </a:lnTo>
                <a:lnTo>
                  <a:pt x="206134" y="1147225"/>
                </a:lnTo>
                <a:lnTo>
                  <a:pt x="186660" y="1125827"/>
                </a:lnTo>
                <a:lnTo>
                  <a:pt x="186672" y="1125280"/>
                </a:lnTo>
                <a:lnTo>
                  <a:pt x="202287" y="1142439"/>
                </a:lnTo>
                <a:lnTo>
                  <a:pt x="189812" y="1126920"/>
                </a:lnTo>
                <a:lnTo>
                  <a:pt x="189810" y="1126660"/>
                </a:lnTo>
                <a:lnTo>
                  <a:pt x="201000" y="1140581"/>
                </a:lnTo>
                <a:lnTo>
                  <a:pt x="204974" y="1145391"/>
                </a:lnTo>
                <a:lnTo>
                  <a:pt x="210836" y="1151832"/>
                </a:lnTo>
                <a:lnTo>
                  <a:pt x="205870" y="1142345"/>
                </a:lnTo>
                <a:lnTo>
                  <a:pt x="178508" y="1088314"/>
                </a:lnTo>
                <a:lnTo>
                  <a:pt x="178605" y="1087838"/>
                </a:lnTo>
                <a:lnTo>
                  <a:pt x="193747" y="1117739"/>
                </a:lnTo>
                <a:lnTo>
                  <a:pt x="212615" y="1153787"/>
                </a:lnTo>
                <a:lnTo>
                  <a:pt x="214128" y="1155449"/>
                </a:lnTo>
                <a:lnTo>
                  <a:pt x="219375" y="1161035"/>
                </a:lnTo>
                <a:lnTo>
                  <a:pt x="218347" y="1159447"/>
                </a:lnTo>
                <a:lnTo>
                  <a:pt x="218376" y="1159133"/>
                </a:lnTo>
                <a:lnTo>
                  <a:pt x="220124" y="1161832"/>
                </a:lnTo>
                <a:lnTo>
                  <a:pt x="224914" y="1166931"/>
                </a:lnTo>
                <a:lnTo>
                  <a:pt x="223106" y="1163046"/>
                </a:lnTo>
                <a:lnTo>
                  <a:pt x="219929" y="1161286"/>
                </a:lnTo>
                <a:lnTo>
                  <a:pt x="219750" y="1160718"/>
                </a:lnTo>
                <a:lnTo>
                  <a:pt x="222811" y="1162415"/>
                </a:lnTo>
                <a:lnTo>
                  <a:pt x="207931" y="1130446"/>
                </a:lnTo>
                <a:lnTo>
                  <a:pt x="186160" y="1097932"/>
                </a:lnTo>
                <a:lnTo>
                  <a:pt x="162426" y="1061432"/>
                </a:lnTo>
                <a:lnTo>
                  <a:pt x="162458" y="1061084"/>
                </a:lnTo>
                <a:lnTo>
                  <a:pt x="175592" y="1081284"/>
                </a:lnTo>
                <a:lnTo>
                  <a:pt x="206607" y="1127603"/>
                </a:lnTo>
                <a:lnTo>
                  <a:pt x="202548" y="1118884"/>
                </a:lnTo>
                <a:lnTo>
                  <a:pt x="202627" y="1118548"/>
                </a:lnTo>
                <a:lnTo>
                  <a:pt x="174603" y="1073890"/>
                </a:lnTo>
                <a:lnTo>
                  <a:pt x="174655" y="1073406"/>
                </a:lnTo>
                <a:lnTo>
                  <a:pt x="192471" y="1101797"/>
                </a:lnTo>
                <a:lnTo>
                  <a:pt x="223808" y="1150273"/>
                </a:lnTo>
                <a:lnTo>
                  <a:pt x="217476" y="1136062"/>
                </a:lnTo>
                <a:lnTo>
                  <a:pt x="217623" y="1135481"/>
                </a:lnTo>
                <a:lnTo>
                  <a:pt x="225116" y="1152296"/>
                </a:lnTo>
                <a:lnTo>
                  <a:pt x="235838" y="1168882"/>
                </a:lnTo>
                <a:lnTo>
                  <a:pt x="222254" y="1143600"/>
                </a:lnTo>
                <a:lnTo>
                  <a:pt x="212660" y="1125152"/>
                </a:lnTo>
                <a:lnTo>
                  <a:pt x="212692" y="1124988"/>
                </a:lnTo>
                <a:lnTo>
                  <a:pt x="218000" y="1135197"/>
                </a:lnTo>
                <a:lnTo>
                  <a:pt x="237348" y="1170474"/>
                </a:lnTo>
                <a:lnTo>
                  <a:pt x="237907" y="1170783"/>
                </a:lnTo>
                <a:lnTo>
                  <a:pt x="232257" y="1147771"/>
                </a:lnTo>
                <a:lnTo>
                  <a:pt x="226989" y="1134916"/>
                </a:lnTo>
                <a:lnTo>
                  <a:pt x="227042" y="1134732"/>
                </a:lnTo>
                <a:lnTo>
                  <a:pt x="215168" y="1124012"/>
                </a:lnTo>
                <a:lnTo>
                  <a:pt x="195959" y="1105883"/>
                </a:lnTo>
                <a:lnTo>
                  <a:pt x="195928" y="1105673"/>
                </a:lnTo>
                <a:lnTo>
                  <a:pt x="206559" y="1115705"/>
                </a:lnTo>
                <a:lnTo>
                  <a:pt x="229575" y="1136849"/>
                </a:lnTo>
                <a:lnTo>
                  <a:pt x="228598" y="1132870"/>
                </a:lnTo>
                <a:lnTo>
                  <a:pt x="223253" y="1127046"/>
                </a:lnTo>
                <a:lnTo>
                  <a:pt x="174168" y="1072056"/>
                </a:lnTo>
                <a:lnTo>
                  <a:pt x="174185" y="1071510"/>
                </a:lnTo>
                <a:lnTo>
                  <a:pt x="201349" y="1101942"/>
                </a:lnTo>
                <a:lnTo>
                  <a:pt x="228184" y="1131182"/>
                </a:lnTo>
                <a:lnTo>
                  <a:pt x="225312" y="1119483"/>
                </a:lnTo>
                <a:lnTo>
                  <a:pt x="197853" y="1093130"/>
                </a:lnTo>
                <a:lnTo>
                  <a:pt x="166323" y="1062023"/>
                </a:lnTo>
                <a:lnTo>
                  <a:pt x="166311" y="1061695"/>
                </a:lnTo>
                <a:lnTo>
                  <a:pt x="183761" y="1078910"/>
                </a:lnTo>
                <a:lnTo>
                  <a:pt x="225088" y="1118573"/>
                </a:lnTo>
                <a:lnTo>
                  <a:pt x="225023" y="1118309"/>
                </a:lnTo>
                <a:lnTo>
                  <a:pt x="219831" y="1110155"/>
                </a:lnTo>
                <a:lnTo>
                  <a:pt x="219883" y="1109639"/>
                </a:lnTo>
                <a:lnTo>
                  <a:pt x="224784" y="1117336"/>
                </a:lnTo>
                <a:lnTo>
                  <a:pt x="223513" y="1112156"/>
                </a:lnTo>
                <a:lnTo>
                  <a:pt x="179981" y="1044817"/>
                </a:lnTo>
                <a:lnTo>
                  <a:pt x="163182" y="1018046"/>
                </a:lnTo>
                <a:lnTo>
                  <a:pt x="151566" y="1002126"/>
                </a:lnTo>
                <a:lnTo>
                  <a:pt x="151573" y="1001916"/>
                </a:lnTo>
                <a:lnTo>
                  <a:pt x="160107" y="1013612"/>
                </a:lnTo>
                <a:lnTo>
                  <a:pt x="161889" y="1015986"/>
                </a:lnTo>
                <a:lnTo>
                  <a:pt x="136821" y="976040"/>
                </a:lnTo>
                <a:lnTo>
                  <a:pt x="136891" y="975391"/>
                </a:lnTo>
                <a:lnTo>
                  <a:pt x="160776" y="1013454"/>
                </a:lnTo>
                <a:lnTo>
                  <a:pt x="165669" y="1021024"/>
                </a:lnTo>
                <a:lnTo>
                  <a:pt x="187338" y="1049897"/>
                </a:lnTo>
                <a:lnTo>
                  <a:pt x="167826" y="1024360"/>
                </a:lnTo>
                <a:lnTo>
                  <a:pt x="218919" y="1103396"/>
                </a:lnTo>
                <a:lnTo>
                  <a:pt x="200705" y="1069498"/>
                </a:lnTo>
                <a:lnTo>
                  <a:pt x="197274" y="1062901"/>
                </a:lnTo>
                <a:lnTo>
                  <a:pt x="190458" y="1053980"/>
                </a:lnTo>
                <a:lnTo>
                  <a:pt x="196474" y="1061364"/>
                </a:lnTo>
                <a:lnTo>
                  <a:pt x="187844" y="1044766"/>
                </a:lnTo>
                <a:lnTo>
                  <a:pt x="187887" y="1044547"/>
                </a:lnTo>
                <a:lnTo>
                  <a:pt x="195004" y="1058235"/>
                </a:lnTo>
                <a:lnTo>
                  <a:pt x="197225" y="1062285"/>
                </a:lnTo>
                <a:lnTo>
                  <a:pt x="217671" y="1087375"/>
                </a:lnTo>
                <a:lnTo>
                  <a:pt x="209708" y="1052952"/>
                </a:lnTo>
                <a:lnTo>
                  <a:pt x="200676" y="1042608"/>
                </a:lnTo>
                <a:lnTo>
                  <a:pt x="200651" y="1042122"/>
                </a:lnTo>
                <a:lnTo>
                  <a:pt x="209565" y="1052330"/>
                </a:lnTo>
                <a:lnTo>
                  <a:pt x="208052" y="1045792"/>
                </a:lnTo>
                <a:lnTo>
                  <a:pt x="176003" y="1022848"/>
                </a:lnTo>
                <a:lnTo>
                  <a:pt x="175940" y="1022526"/>
                </a:lnTo>
                <a:lnTo>
                  <a:pt x="195872" y="1036794"/>
                </a:lnTo>
                <a:lnTo>
                  <a:pt x="207906" y="1045161"/>
                </a:lnTo>
                <a:lnTo>
                  <a:pt x="206414" y="1038710"/>
                </a:lnTo>
                <a:lnTo>
                  <a:pt x="167991" y="1001836"/>
                </a:lnTo>
                <a:lnTo>
                  <a:pt x="125721" y="960131"/>
                </a:lnTo>
                <a:lnTo>
                  <a:pt x="125705" y="959691"/>
                </a:lnTo>
                <a:lnTo>
                  <a:pt x="149100" y="982772"/>
                </a:lnTo>
                <a:lnTo>
                  <a:pt x="206137" y="1037511"/>
                </a:lnTo>
                <a:lnTo>
                  <a:pt x="204776" y="1031625"/>
                </a:lnTo>
                <a:lnTo>
                  <a:pt x="204834" y="1031501"/>
                </a:lnTo>
                <a:lnTo>
                  <a:pt x="188343" y="996017"/>
                </a:lnTo>
                <a:lnTo>
                  <a:pt x="177637" y="972146"/>
                </a:lnTo>
                <a:lnTo>
                  <a:pt x="177689" y="971942"/>
                </a:lnTo>
                <a:lnTo>
                  <a:pt x="183614" y="985153"/>
                </a:lnTo>
                <a:cubicBezTo>
                  <a:pt x="190474" y="1000343"/>
                  <a:pt x="197384" y="1015371"/>
                  <a:pt x="204431" y="1029947"/>
                </a:cubicBezTo>
                <a:lnTo>
                  <a:pt x="205023" y="1031098"/>
                </a:lnTo>
                <a:lnTo>
                  <a:pt x="205031" y="1031082"/>
                </a:lnTo>
                <a:lnTo>
                  <a:pt x="205044" y="1031138"/>
                </a:lnTo>
                <a:lnTo>
                  <a:pt x="210449" y="1041650"/>
                </a:lnTo>
                <a:lnTo>
                  <a:pt x="229539" y="1059971"/>
                </a:lnTo>
                <a:lnTo>
                  <a:pt x="221839" y="1037330"/>
                </a:lnTo>
                <a:lnTo>
                  <a:pt x="205426" y="1021587"/>
                </a:lnTo>
                <a:lnTo>
                  <a:pt x="205405" y="1021147"/>
                </a:lnTo>
                <a:lnTo>
                  <a:pt x="221627" y="1036707"/>
                </a:lnTo>
                <a:lnTo>
                  <a:pt x="213638" y="1013218"/>
                </a:lnTo>
                <a:lnTo>
                  <a:pt x="212798" y="1012438"/>
                </a:lnTo>
                <a:lnTo>
                  <a:pt x="212772" y="1011998"/>
                </a:lnTo>
                <a:lnTo>
                  <a:pt x="213431" y="1012610"/>
                </a:lnTo>
                <a:lnTo>
                  <a:pt x="211959" y="1008281"/>
                </a:lnTo>
                <a:lnTo>
                  <a:pt x="212107" y="1007860"/>
                </a:lnTo>
                <a:lnTo>
                  <a:pt x="213857" y="1013005"/>
                </a:lnTo>
                <a:lnTo>
                  <a:pt x="229476" y="1027508"/>
                </a:lnTo>
                <a:lnTo>
                  <a:pt x="215425" y="1000973"/>
                </a:lnTo>
                <a:lnTo>
                  <a:pt x="213971" y="999268"/>
                </a:lnTo>
                <a:lnTo>
                  <a:pt x="213983" y="999053"/>
                </a:lnTo>
                <a:lnTo>
                  <a:pt x="197503" y="978426"/>
                </a:lnTo>
                <a:lnTo>
                  <a:pt x="175844" y="950556"/>
                </a:lnTo>
                <a:lnTo>
                  <a:pt x="175846" y="950273"/>
                </a:lnTo>
                <a:lnTo>
                  <a:pt x="187832" y="965696"/>
                </a:lnTo>
                <a:lnTo>
                  <a:pt x="214261" y="998773"/>
                </a:lnTo>
                <a:lnTo>
                  <a:pt x="203842" y="979097"/>
                </a:lnTo>
                <a:lnTo>
                  <a:pt x="178133" y="928887"/>
                </a:lnTo>
                <a:lnTo>
                  <a:pt x="163386" y="927512"/>
                </a:lnTo>
                <a:cubicBezTo>
                  <a:pt x="145292" y="926274"/>
                  <a:pt x="126788" y="925367"/>
                  <a:pt x="108132" y="924580"/>
                </a:cubicBezTo>
                <a:lnTo>
                  <a:pt x="91926" y="923938"/>
                </a:lnTo>
                <a:lnTo>
                  <a:pt x="92116" y="923799"/>
                </a:lnTo>
                <a:lnTo>
                  <a:pt x="121400" y="924959"/>
                </a:lnTo>
                <a:cubicBezTo>
                  <a:pt x="140056" y="925746"/>
                  <a:pt x="158560" y="926653"/>
                  <a:pt x="176656" y="927892"/>
                </a:cubicBezTo>
                <a:lnTo>
                  <a:pt x="177672" y="927986"/>
                </a:lnTo>
                <a:lnTo>
                  <a:pt x="176607" y="925909"/>
                </a:lnTo>
                <a:lnTo>
                  <a:pt x="176733" y="925484"/>
                </a:lnTo>
                <a:lnTo>
                  <a:pt x="178030" y="928019"/>
                </a:lnTo>
                <a:lnTo>
                  <a:pt x="181601" y="928353"/>
                </a:lnTo>
                <a:lnTo>
                  <a:pt x="155243" y="871639"/>
                </a:lnTo>
                <a:lnTo>
                  <a:pt x="140890" y="839633"/>
                </a:lnTo>
                <a:lnTo>
                  <a:pt x="140959" y="839360"/>
                </a:lnTo>
                <a:lnTo>
                  <a:pt x="148902" y="857072"/>
                </a:lnTo>
                <a:cubicBezTo>
                  <a:pt x="158100" y="877438"/>
                  <a:pt x="167363" y="897584"/>
                  <a:pt x="176812" y="917126"/>
                </a:cubicBezTo>
                <a:lnTo>
                  <a:pt x="182634" y="928449"/>
                </a:lnTo>
                <a:lnTo>
                  <a:pt x="196151" y="929709"/>
                </a:lnTo>
                <a:lnTo>
                  <a:pt x="164832" y="886805"/>
                </a:lnTo>
                <a:lnTo>
                  <a:pt x="164888" y="886365"/>
                </a:lnTo>
                <a:lnTo>
                  <a:pt x="184385" y="913074"/>
                </a:lnTo>
                <a:lnTo>
                  <a:pt x="196994" y="929786"/>
                </a:lnTo>
                <a:lnTo>
                  <a:pt x="198721" y="929948"/>
                </a:lnTo>
                <a:lnTo>
                  <a:pt x="189058" y="899925"/>
                </a:lnTo>
                <a:lnTo>
                  <a:pt x="189157" y="899659"/>
                </a:lnTo>
                <a:lnTo>
                  <a:pt x="195141" y="918252"/>
                </a:lnTo>
                <a:lnTo>
                  <a:pt x="199092" y="929984"/>
                </a:lnTo>
                <a:lnTo>
                  <a:pt x="201943" y="930249"/>
                </a:lnTo>
                <a:lnTo>
                  <a:pt x="197926" y="920444"/>
                </a:lnTo>
                <a:lnTo>
                  <a:pt x="197997" y="920195"/>
                </a:lnTo>
                <a:lnTo>
                  <a:pt x="202123" y="930266"/>
                </a:lnTo>
                <a:lnTo>
                  <a:pt x="210421" y="931038"/>
                </a:lnTo>
                <a:lnTo>
                  <a:pt x="208025" y="923593"/>
                </a:lnTo>
                <a:lnTo>
                  <a:pt x="208195" y="923138"/>
                </a:lnTo>
                <a:lnTo>
                  <a:pt x="210748" y="931070"/>
                </a:lnTo>
                <a:lnTo>
                  <a:pt x="215569" y="931520"/>
                </a:lnTo>
                <a:lnTo>
                  <a:pt x="214260" y="921164"/>
                </a:lnTo>
                <a:lnTo>
                  <a:pt x="176021" y="848953"/>
                </a:lnTo>
                <a:lnTo>
                  <a:pt x="141553" y="781636"/>
                </a:lnTo>
                <a:lnTo>
                  <a:pt x="121783" y="779793"/>
                </a:lnTo>
                <a:cubicBezTo>
                  <a:pt x="97524" y="778132"/>
                  <a:pt x="72715" y="776917"/>
                  <a:pt x="47705" y="775861"/>
                </a:cubicBezTo>
                <a:lnTo>
                  <a:pt x="25977" y="775001"/>
                </a:lnTo>
                <a:lnTo>
                  <a:pt x="26232" y="774815"/>
                </a:lnTo>
                <a:lnTo>
                  <a:pt x="65494" y="776370"/>
                </a:lnTo>
                <a:cubicBezTo>
                  <a:pt x="90505" y="777426"/>
                  <a:pt x="115312" y="778641"/>
                  <a:pt x="139573" y="780302"/>
                </a:cubicBezTo>
                <a:lnTo>
                  <a:pt x="140935" y="780429"/>
                </a:lnTo>
                <a:lnTo>
                  <a:pt x="139508" y="777644"/>
                </a:lnTo>
                <a:lnTo>
                  <a:pt x="139677" y="777074"/>
                </a:lnTo>
                <a:lnTo>
                  <a:pt x="141417" y="780473"/>
                </a:lnTo>
                <a:lnTo>
                  <a:pt x="169156" y="783058"/>
                </a:lnTo>
                <a:lnTo>
                  <a:pt x="157091" y="745574"/>
                </a:lnTo>
                <a:lnTo>
                  <a:pt x="119799" y="734188"/>
                </a:lnTo>
                <a:lnTo>
                  <a:pt x="101042" y="728735"/>
                </a:lnTo>
                <a:lnTo>
                  <a:pt x="101305" y="728629"/>
                </a:lnTo>
                <a:lnTo>
                  <a:pt x="135198" y="738481"/>
                </a:lnTo>
                <a:lnTo>
                  <a:pt x="156945" y="745122"/>
                </a:lnTo>
                <a:lnTo>
                  <a:pt x="156201" y="742807"/>
                </a:lnTo>
                <a:lnTo>
                  <a:pt x="156333" y="742451"/>
                </a:lnTo>
                <a:lnTo>
                  <a:pt x="157220" y="745206"/>
                </a:lnTo>
                <a:lnTo>
                  <a:pt x="198931" y="757941"/>
                </a:lnTo>
                <a:lnTo>
                  <a:pt x="199461" y="758127"/>
                </a:lnTo>
                <a:lnTo>
                  <a:pt x="197716" y="734055"/>
                </a:lnTo>
                <a:lnTo>
                  <a:pt x="170610" y="732616"/>
                </a:lnTo>
                <a:lnTo>
                  <a:pt x="154403" y="731974"/>
                </a:lnTo>
                <a:lnTo>
                  <a:pt x="154594" y="731836"/>
                </a:lnTo>
                <a:lnTo>
                  <a:pt x="183879" y="732997"/>
                </a:lnTo>
                <a:lnTo>
                  <a:pt x="197692" y="733729"/>
                </a:lnTo>
                <a:lnTo>
                  <a:pt x="196767" y="720959"/>
                </a:lnTo>
                <a:lnTo>
                  <a:pt x="197039" y="720559"/>
                </a:lnTo>
                <a:lnTo>
                  <a:pt x="197995" y="733746"/>
                </a:lnTo>
                <a:lnTo>
                  <a:pt x="239133" y="735928"/>
                </a:lnTo>
                <a:lnTo>
                  <a:pt x="240149" y="736022"/>
                </a:lnTo>
                <a:lnTo>
                  <a:pt x="239085" y="733946"/>
                </a:lnTo>
                <a:lnTo>
                  <a:pt x="239211" y="733521"/>
                </a:lnTo>
                <a:lnTo>
                  <a:pt x="240509" y="736056"/>
                </a:lnTo>
                <a:lnTo>
                  <a:pt x="261198" y="737985"/>
                </a:lnTo>
                <a:lnTo>
                  <a:pt x="256045" y="721972"/>
                </a:lnTo>
                <a:lnTo>
                  <a:pt x="243730" y="718136"/>
                </a:lnTo>
                <a:lnTo>
                  <a:pt x="207961" y="707517"/>
                </a:lnTo>
                <a:lnTo>
                  <a:pt x="208464" y="707317"/>
                </a:lnTo>
                <a:lnTo>
                  <a:pt x="255856" y="721386"/>
                </a:lnTo>
                <a:lnTo>
                  <a:pt x="251535" y="707961"/>
                </a:lnTo>
                <a:lnTo>
                  <a:pt x="251634" y="707695"/>
                </a:lnTo>
                <a:lnTo>
                  <a:pt x="256060" y="721446"/>
                </a:lnTo>
                <a:lnTo>
                  <a:pt x="273097" y="726504"/>
                </a:lnTo>
                <a:lnTo>
                  <a:pt x="283156" y="729637"/>
                </a:lnTo>
                <a:lnTo>
                  <a:pt x="277969" y="711443"/>
                </a:lnTo>
                <a:lnTo>
                  <a:pt x="274307" y="709287"/>
                </a:lnTo>
                <a:lnTo>
                  <a:pt x="274787" y="709220"/>
                </a:lnTo>
                <a:lnTo>
                  <a:pt x="277850" y="711022"/>
                </a:lnTo>
                <a:lnTo>
                  <a:pt x="272950" y="693838"/>
                </a:lnTo>
                <a:lnTo>
                  <a:pt x="219169" y="682354"/>
                </a:lnTo>
                <a:lnTo>
                  <a:pt x="197843" y="678100"/>
                </a:lnTo>
                <a:lnTo>
                  <a:pt x="198125" y="677957"/>
                </a:lnTo>
                <a:lnTo>
                  <a:pt x="236658" y="685644"/>
                </a:lnTo>
                <a:lnTo>
                  <a:pt x="272915" y="693714"/>
                </a:lnTo>
                <a:lnTo>
                  <a:pt x="270756" y="686137"/>
                </a:lnTo>
                <a:lnTo>
                  <a:pt x="264996" y="664852"/>
                </a:lnTo>
                <a:lnTo>
                  <a:pt x="244022" y="664021"/>
                </a:lnTo>
                <a:lnTo>
                  <a:pt x="244463" y="663703"/>
                </a:lnTo>
                <a:lnTo>
                  <a:pt x="264905" y="664513"/>
                </a:lnTo>
                <a:lnTo>
                  <a:pt x="264356" y="662487"/>
                </a:lnTo>
                <a:lnTo>
                  <a:pt x="259710" y="660298"/>
                </a:lnTo>
                <a:lnTo>
                  <a:pt x="259986" y="660235"/>
                </a:lnTo>
                <a:lnTo>
                  <a:pt x="264297" y="662265"/>
                </a:lnTo>
                <a:lnTo>
                  <a:pt x="262900" y="657106"/>
                </a:lnTo>
                <a:lnTo>
                  <a:pt x="253063" y="639371"/>
                </a:lnTo>
                <a:lnTo>
                  <a:pt x="253109" y="639093"/>
                </a:lnTo>
                <a:lnTo>
                  <a:pt x="262524" y="656068"/>
                </a:lnTo>
                <a:lnTo>
                  <a:pt x="262702" y="656374"/>
                </a:lnTo>
                <a:lnTo>
                  <a:pt x="261596" y="652279"/>
                </a:lnTo>
                <a:lnTo>
                  <a:pt x="261706" y="652020"/>
                </a:lnTo>
                <a:lnTo>
                  <a:pt x="263039" y="656951"/>
                </a:lnTo>
                <a:lnTo>
                  <a:pt x="266843" y="663465"/>
                </a:lnTo>
                <a:lnTo>
                  <a:pt x="269451" y="664693"/>
                </a:lnTo>
                <a:lnTo>
                  <a:pt x="302835" y="666014"/>
                </a:lnTo>
                <a:lnTo>
                  <a:pt x="302494" y="663724"/>
                </a:lnTo>
                <a:lnTo>
                  <a:pt x="298502" y="662872"/>
                </a:lnTo>
                <a:lnTo>
                  <a:pt x="282596" y="659697"/>
                </a:lnTo>
                <a:lnTo>
                  <a:pt x="282806" y="659590"/>
                </a:lnTo>
                <a:lnTo>
                  <a:pt x="302462" y="663512"/>
                </a:lnTo>
                <a:lnTo>
                  <a:pt x="301332" y="655941"/>
                </a:lnTo>
                <a:lnTo>
                  <a:pt x="299465" y="636227"/>
                </a:lnTo>
                <a:lnTo>
                  <a:pt x="283574" y="629465"/>
                </a:lnTo>
                <a:lnTo>
                  <a:pt x="263453" y="621222"/>
                </a:lnTo>
                <a:lnTo>
                  <a:pt x="263756" y="621134"/>
                </a:lnTo>
                <a:lnTo>
                  <a:pt x="299419" y="635745"/>
                </a:lnTo>
                <a:lnTo>
                  <a:pt x="296406" y="603931"/>
                </a:lnTo>
                <a:lnTo>
                  <a:pt x="284125" y="598601"/>
                </a:lnTo>
                <a:lnTo>
                  <a:pt x="281008" y="597702"/>
                </a:lnTo>
                <a:lnTo>
                  <a:pt x="281277" y="597592"/>
                </a:lnTo>
                <a:lnTo>
                  <a:pt x="282835" y="598041"/>
                </a:lnTo>
                <a:lnTo>
                  <a:pt x="229601" y="574940"/>
                </a:lnTo>
                <a:cubicBezTo>
                  <a:pt x="177932" y="555086"/>
                  <a:pt x="121199" y="537584"/>
                  <a:pt x="63346" y="520605"/>
                </a:cubicBezTo>
                <a:close/>
              </a:path>
            </a:pathLst>
          </a:custGeom>
          <a:solidFill>
            <a:srgbClr val="463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pt-PT">
              <a:solidFill>
                <a:srgbClr val="B48900"/>
              </a:solidFill>
            </a:endParaRPr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D30667FB-C408-4C4B-96B6-0021E5AA78F9}"/>
              </a:ext>
            </a:extLst>
          </p:cNvPr>
          <p:cNvSpPr/>
          <p:nvPr/>
        </p:nvSpPr>
        <p:spPr>
          <a:xfrm rot="2607834" flipH="1">
            <a:off x="-3579528" y="-1942312"/>
            <a:ext cx="606029" cy="762681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F9826C66-3376-4B3E-96AD-6FD327B8E89D}"/>
              </a:ext>
            </a:extLst>
          </p:cNvPr>
          <p:cNvSpPr/>
          <p:nvPr/>
        </p:nvSpPr>
        <p:spPr>
          <a:xfrm rot="20876803">
            <a:off x="-2709986" y="-2001920"/>
            <a:ext cx="515013" cy="861511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6" name="Oval 11">
            <a:extLst>
              <a:ext uri="{FF2B5EF4-FFF2-40B4-BE49-F238E27FC236}">
                <a16:creationId xmlns:a16="http://schemas.microsoft.com/office/drawing/2014/main" id="{83C17FE3-E6DB-416B-96BF-1FC71B7A74AE}"/>
              </a:ext>
            </a:extLst>
          </p:cNvPr>
          <p:cNvSpPr/>
          <p:nvPr/>
        </p:nvSpPr>
        <p:spPr>
          <a:xfrm>
            <a:off x="-3626241" y="-1108629"/>
            <a:ext cx="827533" cy="827671"/>
          </a:xfrm>
          <a:custGeom>
            <a:avLst/>
            <a:gdLst>
              <a:gd name="connsiteX0" fmla="*/ 0 w 1319754"/>
              <a:gd name="connsiteY0" fmla="*/ 659877 h 1319754"/>
              <a:gd name="connsiteX1" fmla="*/ 659877 w 1319754"/>
              <a:gd name="connsiteY1" fmla="*/ 0 h 1319754"/>
              <a:gd name="connsiteX2" fmla="*/ 1319754 w 1319754"/>
              <a:gd name="connsiteY2" fmla="*/ 659877 h 1319754"/>
              <a:gd name="connsiteX3" fmla="*/ 659877 w 1319754"/>
              <a:gd name="connsiteY3" fmla="*/ 1319754 h 1319754"/>
              <a:gd name="connsiteX4" fmla="*/ 0 w 1319754"/>
              <a:gd name="connsiteY4" fmla="*/ 659877 h 1319754"/>
              <a:gd name="connsiteX0" fmla="*/ 312210 w 1631964"/>
              <a:gd name="connsiteY0" fmla="*/ 1461156 h 2121033"/>
              <a:gd name="connsiteX1" fmla="*/ 151955 w 1631964"/>
              <a:gd name="connsiteY1" fmla="*/ 0 h 2121033"/>
              <a:gd name="connsiteX2" fmla="*/ 1631964 w 1631964"/>
              <a:gd name="connsiteY2" fmla="*/ 1461156 h 2121033"/>
              <a:gd name="connsiteX3" fmla="*/ 972087 w 1631964"/>
              <a:gd name="connsiteY3" fmla="*/ 2121033 h 2121033"/>
              <a:gd name="connsiteX4" fmla="*/ 312210 w 1631964"/>
              <a:gd name="connsiteY4" fmla="*/ 1461156 h 2121033"/>
              <a:gd name="connsiteX0" fmla="*/ 381484 w 2780520"/>
              <a:gd name="connsiteY0" fmla="*/ 1461156 h 2950591"/>
              <a:gd name="connsiteX1" fmla="*/ 221229 w 2780520"/>
              <a:gd name="connsiteY1" fmla="*/ 0 h 2950591"/>
              <a:gd name="connsiteX2" fmla="*/ 1701238 w 2780520"/>
              <a:gd name="connsiteY2" fmla="*/ 1461156 h 2950591"/>
              <a:gd name="connsiteX3" fmla="*/ 2719332 w 2780520"/>
              <a:gd name="connsiteY3" fmla="*/ 2950591 h 2950591"/>
              <a:gd name="connsiteX4" fmla="*/ 381484 w 2780520"/>
              <a:gd name="connsiteY4" fmla="*/ 1461156 h 2950591"/>
              <a:gd name="connsiteX0" fmla="*/ 330782 w 2675316"/>
              <a:gd name="connsiteY0" fmla="*/ 2262878 h 2989212"/>
              <a:gd name="connsiteX1" fmla="*/ 151673 w 2675316"/>
              <a:gd name="connsiteY1" fmla="*/ 9870 h 2989212"/>
              <a:gd name="connsiteX2" fmla="*/ 1631682 w 2675316"/>
              <a:gd name="connsiteY2" fmla="*/ 1471026 h 2989212"/>
              <a:gd name="connsiteX3" fmla="*/ 2649776 w 2675316"/>
              <a:gd name="connsiteY3" fmla="*/ 2960461 h 2989212"/>
              <a:gd name="connsiteX4" fmla="*/ 330782 w 2675316"/>
              <a:gd name="connsiteY4" fmla="*/ 2262878 h 2989212"/>
              <a:gd name="connsiteX0" fmla="*/ 409543 w 2617748"/>
              <a:gd name="connsiteY0" fmla="*/ 2320763 h 2997577"/>
              <a:gd name="connsiteX1" fmla="*/ 98459 w 2617748"/>
              <a:gd name="connsiteY1" fmla="*/ 11194 h 2997577"/>
              <a:gd name="connsiteX2" fmla="*/ 1578468 w 2617748"/>
              <a:gd name="connsiteY2" fmla="*/ 1472350 h 2997577"/>
              <a:gd name="connsiteX3" fmla="*/ 2596562 w 2617748"/>
              <a:gd name="connsiteY3" fmla="*/ 2961785 h 2997577"/>
              <a:gd name="connsiteX4" fmla="*/ 409543 w 2617748"/>
              <a:gd name="connsiteY4" fmla="*/ 2320763 h 2997577"/>
              <a:gd name="connsiteX0" fmla="*/ 536083 w 2744288"/>
              <a:gd name="connsiteY0" fmla="*/ 2309611 h 2973809"/>
              <a:gd name="connsiteX1" fmla="*/ 36463 w 2744288"/>
              <a:gd name="connsiteY1" fmla="*/ 1508332 h 2973809"/>
              <a:gd name="connsiteX2" fmla="*/ 224999 w 2744288"/>
              <a:gd name="connsiteY2" fmla="*/ 42 h 2973809"/>
              <a:gd name="connsiteX3" fmla="*/ 1705008 w 2744288"/>
              <a:gd name="connsiteY3" fmla="*/ 1461198 h 2973809"/>
              <a:gd name="connsiteX4" fmla="*/ 2723102 w 2744288"/>
              <a:gd name="connsiteY4" fmla="*/ 2950633 h 2973809"/>
              <a:gd name="connsiteX5" fmla="*/ 536083 w 2744288"/>
              <a:gd name="connsiteY5" fmla="*/ 2309611 h 2973809"/>
              <a:gd name="connsiteX0" fmla="*/ 1346789 w 2725493"/>
              <a:gd name="connsiteY0" fmla="*/ 2771524 h 3054677"/>
              <a:gd name="connsiteX1" fmla="*/ 36463 w 2725493"/>
              <a:gd name="connsiteY1" fmla="*/ 1508332 h 3054677"/>
              <a:gd name="connsiteX2" fmla="*/ 224999 w 2725493"/>
              <a:gd name="connsiteY2" fmla="*/ 42 h 3054677"/>
              <a:gd name="connsiteX3" fmla="*/ 1705008 w 2725493"/>
              <a:gd name="connsiteY3" fmla="*/ 1461198 h 3054677"/>
              <a:gd name="connsiteX4" fmla="*/ 2723102 w 2725493"/>
              <a:gd name="connsiteY4" fmla="*/ 2950633 h 3054677"/>
              <a:gd name="connsiteX5" fmla="*/ 1346789 w 2725493"/>
              <a:gd name="connsiteY5" fmla="*/ 2771524 h 3054677"/>
              <a:gd name="connsiteX0" fmla="*/ 1346789 w 2725493"/>
              <a:gd name="connsiteY0" fmla="*/ 2771524 h 3048604"/>
              <a:gd name="connsiteX1" fmla="*/ 36463 w 2725493"/>
              <a:gd name="connsiteY1" fmla="*/ 1508332 h 3048604"/>
              <a:gd name="connsiteX2" fmla="*/ 224999 w 2725493"/>
              <a:gd name="connsiteY2" fmla="*/ 42 h 3048604"/>
              <a:gd name="connsiteX3" fmla="*/ 1705008 w 2725493"/>
              <a:gd name="connsiteY3" fmla="*/ 1461198 h 3048604"/>
              <a:gd name="connsiteX4" fmla="*/ 2723102 w 2725493"/>
              <a:gd name="connsiteY4" fmla="*/ 2950633 h 3048604"/>
              <a:gd name="connsiteX5" fmla="*/ 1346789 w 2725493"/>
              <a:gd name="connsiteY5" fmla="*/ 2771524 h 3048604"/>
              <a:gd name="connsiteX0" fmla="*/ 1346789 w 2725493"/>
              <a:gd name="connsiteY0" fmla="*/ 2771524 h 3048604"/>
              <a:gd name="connsiteX1" fmla="*/ 36463 w 2725493"/>
              <a:gd name="connsiteY1" fmla="*/ 1508332 h 3048604"/>
              <a:gd name="connsiteX2" fmla="*/ 224999 w 2725493"/>
              <a:gd name="connsiteY2" fmla="*/ 42 h 3048604"/>
              <a:gd name="connsiteX3" fmla="*/ 1705008 w 2725493"/>
              <a:gd name="connsiteY3" fmla="*/ 1461198 h 3048604"/>
              <a:gd name="connsiteX4" fmla="*/ 2723102 w 2725493"/>
              <a:gd name="connsiteY4" fmla="*/ 2950633 h 3048604"/>
              <a:gd name="connsiteX5" fmla="*/ 1346789 w 2725493"/>
              <a:gd name="connsiteY5" fmla="*/ 2771524 h 3048604"/>
              <a:gd name="connsiteX0" fmla="*/ 1346789 w 2723102"/>
              <a:gd name="connsiteY0" fmla="*/ 2771524 h 3048604"/>
              <a:gd name="connsiteX1" fmla="*/ 36463 w 2723102"/>
              <a:gd name="connsiteY1" fmla="*/ 1508332 h 3048604"/>
              <a:gd name="connsiteX2" fmla="*/ 224999 w 2723102"/>
              <a:gd name="connsiteY2" fmla="*/ 42 h 3048604"/>
              <a:gd name="connsiteX3" fmla="*/ 1705008 w 2723102"/>
              <a:gd name="connsiteY3" fmla="*/ 1461198 h 3048604"/>
              <a:gd name="connsiteX4" fmla="*/ 2723102 w 2723102"/>
              <a:gd name="connsiteY4" fmla="*/ 2950633 h 3048604"/>
              <a:gd name="connsiteX5" fmla="*/ 1346789 w 2723102"/>
              <a:gd name="connsiteY5" fmla="*/ 2771524 h 3048604"/>
              <a:gd name="connsiteX0" fmla="*/ 1323437 w 2699750"/>
              <a:gd name="connsiteY0" fmla="*/ 2772566 h 3049646"/>
              <a:gd name="connsiteX1" fmla="*/ 13111 w 2699750"/>
              <a:gd name="connsiteY1" fmla="*/ 1509374 h 3049646"/>
              <a:gd name="connsiteX2" fmla="*/ 201647 w 2699750"/>
              <a:gd name="connsiteY2" fmla="*/ 1084 h 3049646"/>
              <a:gd name="connsiteX3" fmla="*/ 795536 w 2699750"/>
              <a:gd name="connsiteY3" fmla="*/ 1283131 h 3049646"/>
              <a:gd name="connsiteX4" fmla="*/ 2699750 w 2699750"/>
              <a:gd name="connsiteY4" fmla="*/ 2951675 h 3049646"/>
              <a:gd name="connsiteX5" fmla="*/ 1323437 w 2699750"/>
              <a:gd name="connsiteY5" fmla="*/ 2772566 h 3049646"/>
              <a:gd name="connsiteX0" fmla="*/ 1323437 w 2702394"/>
              <a:gd name="connsiteY0" fmla="*/ 2772559 h 3049639"/>
              <a:gd name="connsiteX1" fmla="*/ 13111 w 2702394"/>
              <a:gd name="connsiteY1" fmla="*/ 1509367 h 3049639"/>
              <a:gd name="connsiteX2" fmla="*/ 201647 w 2702394"/>
              <a:gd name="connsiteY2" fmla="*/ 1077 h 3049639"/>
              <a:gd name="connsiteX3" fmla="*/ 795536 w 2702394"/>
              <a:gd name="connsiteY3" fmla="*/ 1283124 h 3049639"/>
              <a:gd name="connsiteX4" fmla="*/ 1794778 w 2702394"/>
              <a:gd name="connsiteY4" fmla="*/ 2282365 h 3049639"/>
              <a:gd name="connsiteX5" fmla="*/ 2699750 w 2702394"/>
              <a:gd name="connsiteY5" fmla="*/ 2951668 h 3049639"/>
              <a:gd name="connsiteX6" fmla="*/ 1323437 w 2702394"/>
              <a:gd name="connsiteY6" fmla="*/ 2772559 h 3049639"/>
              <a:gd name="connsiteX0" fmla="*/ 1323437 w 2749356"/>
              <a:gd name="connsiteY0" fmla="*/ 2772559 h 3028516"/>
              <a:gd name="connsiteX1" fmla="*/ 13111 w 2749356"/>
              <a:gd name="connsiteY1" fmla="*/ 1509367 h 3028516"/>
              <a:gd name="connsiteX2" fmla="*/ 201647 w 2749356"/>
              <a:gd name="connsiteY2" fmla="*/ 1077 h 3028516"/>
              <a:gd name="connsiteX3" fmla="*/ 795536 w 2749356"/>
              <a:gd name="connsiteY3" fmla="*/ 1283124 h 3028516"/>
              <a:gd name="connsiteX4" fmla="*/ 1794778 w 2749356"/>
              <a:gd name="connsiteY4" fmla="*/ 2282365 h 3028516"/>
              <a:gd name="connsiteX5" fmla="*/ 2746884 w 2749356"/>
              <a:gd name="connsiteY5" fmla="*/ 2923388 h 3028516"/>
              <a:gd name="connsiteX6" fmla="*/ 1323437 w 2749356"/>
              <a:gd name="connsiteY6" fmla="*/ 2772559 h 3028516"/>
              <a:gd name="connsiteX0" fmla="*/ 1323437 w 2747022"/>
              <a:gd name="connsiteY0" fmla="*/ 2772559 h 3028516"/>
              <a:gd name="connsiteX1" fmla="*/ 13111 w 2747022"/>
              <a:gd name="connsiteY1" fmla="*/ 1509367 h 3028516"/>
              <a:gd name="connsiteX2" fmla="*/ 201647 w 2747022"/>
              <a:gd name="connsiteY2" fmla="*/ 1077 h 3028516"/>
              <a:gd name="connsiteX3" fmla="*/ 795536 w 2747022"/>
              <a:gd name="connsiteY3" fmla="*/ 1283124 h 3028516"/>
              <a:gd name="connsiteX4" fmla="*/ 1794778 w 2747022"/>
              <a:gd name="connsiteY4" fmla="*/ 2282365 h 3028516"/>
              <a:gd name="connsiteX5" fmla="*/ 2746884 w 2747022"/>
              <a:gd name="connsiteY5" fmla="*/ 2923388 h 3028516"/>
              <a:gd name="connsiteX6" fmla="*/ 1323437 w 2747022"/>
              <a:gd name="connsiteY6" fmla="*/ 2772559 h 3028516"/>
              <a:gd name="connsiteX0" fmla="*/ 1607690 w 3031275"/>
              <a:gd name="connsiteY0" fmla="*/ 2839940 h 3095897"/>
              <a:gd name="connsiteX1" fmla="*/ 297364 w 3031275"/>
              <a:gd name="connsiteY1" fmla="*/ 1576748 h 3095897"/>
              <a:gd name="connsiteX2" fmla="*/ 5134 w 3031275"/>
              <a:gd name="connsiteY2" fmla="*/ 322983 h 3095897"/>
              <a:gd name="connsiteX3" fmla="*/ 485900 w 3031275"/>
              <a:gd name="connsiteY3" fmla="*/ 68458 h 3095897"/>
              <a:gd name="connsiteX4" fmla="*/ 1079789 w 3031275"/>
              <a:gd name="connsiteY4" fmla="*/ 1350505 h 3095897"/>
              <a:gd name="connsiteX5" fmla="*/ 2079031 w 3031275"/>
              <a:gd name="connsiteY5" fmla="*/ 2349746 h 3095897"/>
              <a:gd name="connsiteX6" fmla="*/ 3031137 w 3031275"/>
              <a:gd name="connsiteY6" fmla="*/ 2990769 h 3095897"/>
              <a:gd name="connsiteX7" fmla="*/ 1607690 w 3031275"/>
              <a:gd name="connsiteY7" fmla="*/ 2839940 h 3095897"/>
              <a:gd name="connsiteX0" fmla="*/ 1607690 w 3031275"/>
              <a:gd name="connsiteY0" fmla="*/ 2839940 h 3095897"/>
              <a:gd name="connsiteX1" fmla="*/ 297364 w 3031275"/>
              <a:gd name="connsiteY1" fmla="*/ 1576748 h 3095897"/>
              <a:gd name="connsiteX2" fmla="*/ 5134 w 3031275"/>
              <a:gd name="connsiteY2" fmla="*/ 322983 h 3095897"/>
              <a:gd name="connsiteX3" fmla="*/ 485900 w 3031275"/>
              <a:gd name="connsiteY3" fmla="*/ 68458 h 3095897"/>
              <a:gd name="connsiteX4" fmla="*/ 1079789 w 3031275"/>
              <a:gd name="connsiteY4" fmla="*/ 1350505 h 3095897"/>
              <a:gd name="connsiteX5" fmla="*/ 2079031 w 3031275"/>
              <a:gd name="connsiteY5" fmla="*/ 2349746 h 3095897"/>
              <a:gd name="connsiteX6" fmla="*/ 3031137 w 3031275"/>
              <a:gd name="connsiteY6" fmla="*/ 2990769 h 3095897"/>
              <a:gd name="connsiteX7" fmla="*/ 1607690 w 3031275"/>
              <a:gd name="connsiteY7" fmla="*/ 2839940 h 3095897"/>
              <a:gd name="connsiteX0" fmla="*/ 1607690 w 3031582"/>
              <a:gd name="connsiteY0" fmla="*/ 2839940 h 3095897"/>
              <a:gd name="connsiteX1" fmla="*/ 297364 w 3031582"/>
              <a:gd name="connsiteY1" fmla="*/ 1576748 h 3095897"/>
              <a:gd name="connsiteX2" fmla="*/ 5134 w 3031582"/>
              <a:gd name="connsiteY2" fmla="*/ 322983 h 3095897"/>
              <a:gd name="connsiteX3" fmla="*/ 485900 w 3031582"/>
              <a:gd name="connsiteY3" fmla="*/ 68458 h 3095897"/>
              <a:gd name="connsiteX4" fmla="*/ 1079789 w 3031582"/>
              <a:gd name="connsiteY4" fmla="*/ 1350505 h 3095897"/>
              <a:gd name="connsiteX5" fmla="*/ 2531517 w 3031582"/>
              <a:gd name="connsiteY5" fmla="*/ 2538282 h 3095897"/>
              <a:gd name="connsiteX6" fmla="*/ 3031137 w 3031582"/>
              <a:gd name="connsiteY6" fmla="*/ 2990769 h 3095897"/>
              <a:gd name="connsiteX7" fmla="*/ 1607690 w 3031582"/>
              <a:gd name="connsiteY7" fmla="*/ 2839940 h 3095897"/>
              <a:gd name="connsiteX0" fmla="*/ 1607690 w 3031582"/>
              <a:gd name="connsiteY0" fmla="*/ 2839940 h 3095897"/>
              <a:gd name="connsiteX1" fmla="*/ 297364 w 3031582"/>
              <a:gd name="connsiteY1" fmla="*/ 1576748 h 3095897"/>
              <a:gd name="connsiteX2" fmla="*/ 5134 w 3031582"/>
              <a:gd name="connsiteY2" fmla="*/ 322983 h 3095897"/>
              <a:gd name="connsiteX3" fmla="*/ 485900 w 3031582"/>
              <a:gd name="connsiteY3" fmla="*/ 68458 h 3095897"/>
              <a:gd name="connsiteX4" fmla="*/ 1079789 w 3031582"/>
              <a:gd name="connsiteY4" fmla="*/ 1350505 h 3095897"/>
              <a:gd name="connsiteX5" fmla="*/ 2531517 w 3031582"/>
              <a:gd name="connsiteY5" fmla="*/ 2538282 h 3095897"/>
              <a:gd name="connsiteX6" fmla="*/ 3031137 w 3031582"/>
              <a:gd name="connsiteY6" fmla="*/ 2990769 h 3095897"/>
              <a:gd name="connsiteX7" fmla="*/ 1607690 w 3031582"/>
              <a:gd name="connsiteY7" fmla="*/ 2839940 h 3095897"/>
              <a:gd name="connsiteX0" fmla="*/ 1607690 w 3213289"/>
              <a:gd name="connsiteY0" fmla="*/ 2839940 h 3095897"/>
              <a:gd name="connsiteX1" fmla="*/ 297364 w 3213289"/>
              <a:gd name="connsiteY1" fmla="*/ 1576748 h 3095897"/>
              <a:gd name="connsiteX2" fmla="*/ 5134 w 3213289"/>
              <a:gd name="connsiteY2" fmla="*/ 322983 h 3095897"/>
              <a:gd name="connsiteX3" fmla="*/ 485900 w 3213289"/>
              <a:gd name="connsiteY3" fmla="*/ 68458 h 3095897"/>
              <a:gd name="connsiteX4" fmla="*/ 1079789 w 3213289"/>
              <a:gd name="connsiteY4" fmla="*/ 1350505 h 3095897"/>
              <a:gd name="connsiteX5" fmla="*/ 2531517 w 3213289"/>
              <a:gd name="connsiteY5" fmla="*/ 2538282 h 3095897"/>
              <a:gd name="connsiteX6" fmla="*/ 3031137 w 3213289"/>
              <a:gd name="connsiteY6" fmla="*/ 2990769 h 3095897"/>
              <a:gd name="connsiteX7" fmla="*/ 1607690 w 3213289"/>
              <a:gd name="connsiteY7" fmla="*/ 2839940 h 3095897"/>
              <a:gd name="connsiteX0" fmla="*/ 1607690 w 3213289"/>
              <a:gd name="connsiteY0" fmla="*/ 2839940 h 3049834"/>
              <a:gd name="connsiteX1" fmla="*/ 297364 w 3213289"/>
              <a:gd name="connsiteY1" fmla="*/ 1576748 h 3049834"/>
              <a:gd name="connsiteX2" fmla="*/ 5134 w 3213289"/>
              <a:gd name="connsiteY2" fmla="*/ 322983 h 3049834"/>
              <a:gd name="connsiteX3" fmla="*/ 485900 w 3213289"/>
              <a:gd name="connsiteY3" fmla="*/ 68458 h 3049834"/>
              <a:gd name="connsiteX4" fmla="*/ 1079789 w 3213289"/>
              <a:gd name="connsiteY4" fmla="*/ 1350505 h 3049834"/>
              <a:gd name="connsiteX5" fmla="*/ 2531517 w 3213289"/>
              <a:gd name="connsiteY5" fmla="*/ 2538282 h 3049834"/>
              <a:gd name="connsiteX6" fmla="*/ 3031137 w 3213289"/>
              <a:gd name="connsiteY6" fmla="*/ 2990769 h 3049834"/>
              <a:gd name="connsiteX7" fmla="*/ 1607690 w 3213289"/>
              <a:gd name="connsiteY7" fmla="*/ 2839940 h 3049834"/>
              <a:gd name="connsiteX0" fmla="*/ 1609561 w 3215160"/>
              <a:gd name="connsiteY0" fmla="*/ 2833575 h 3043469"/>
              <a:gd name="connsiteX1" fmla="*/ 299235 w 3215160"/>
              <a:gd name="connsiteY1" fmla="*/ 1570383 h 3043469"/>
              <a:gd name="connsiteX2" fmla="*/ 7005 w 3215160"/>
              <a:gd name="connsiteY2" fmla="*/ 316618 h 3043469"/>
              <a:gd name="connsiteX3" fmla="*/ 120127 w 3215160"/>
              <a:gd name="connsiteY3" fmla="*/ 212924 h 3043469"/>
              <a:gd name="connsiteX4" fmla="*/ 487771 w 3215160"/>
              <a:gd name="connsiteY4" fmla="*/ 62093 h 3043469"/>
              <a:gd name="connsiteX5" fmla="*/ 1081660 w 3215160"/>
              <a:gd name="connsiteY5" fmla="*/ 1344140 h 3043469"/>
              <a:gd name="connsiteX6" fmla="*/ 2533388 w 3215160"/>
              <a:gd name="connsiteY6" fmla="*/ 2531917 h 3043469"/>
              <a:gd name="connsiteX7" fmla="*/ 3033008 w 3215160"/>
              <a:gd name="connsiteY7" fmla="*/ 2984404 h 3043469"/>
              <a:gd name="connsiteX8" fmla="*/ 1609561 w 3215160"/>
              <a:gd name="connsiteY8" fmla="*/ 2833575 h 3043469"/>
              <a:gd name="connsiteX0" fmla="*/ 1609561 w 3215160"/>
              <a:gd name="connsiteY0" fmla="*/ 2874965 h 3084859"/>
              <a:gd name="connsiteX1" fmla="*/ 299235 w 3215160"/>
              <a:gd name="connsiteY1" fmla="*/ 1611773 h 3084859"/>
              <a:gd name="connsiteX2" fmla="*/ 7005 w 3215160"/>
              <a:gd name="connsiteY2" fmla="*/ 358008 h 3084859"/>
              <a:gd name="connsiteX3" fmla="*/ 120127 w 3215160"/>
              <a:gd name="connsiteY3" fmla="*/ 254314 h 3084859"/>
              <a:gd name="connsiteX4" fmla="*/ 487771 w 3215160"/>
              <a:gd name="connsiteY4" fmla="*/ 103483 h 3084859"/>
              <a:gd name="connsiteX5" fmla="*/ 1081660 w 3215160"/>
              <a:gd name="connsiteY5" fmla="*/ 1385530 h 3084859"/>
              <a:gd name="connsiteX6" fmla="*/ 2533388 w 3215160"/>
              <a:gd name="connsiteY6" fmla="*/ 2573307 h 3084859"/>
              <a:gd name="connsiteX7" fmla="*/ 3033008 w 3215160"/>
              <a:gd name="connsiteY7" fmla="*/ 3025794 h 3084859"/>
              <a:gd name="connsiteX8" fmla="*/ 1609561 w 3215160"/>
              <a:gd name="connsiteY8" fmla="*/ 2874965 h 3084859"/>
              <a:gd name="connsiteX0" fmla="*/ 1610078 w 3215677"/>
              <a:gd name="connsiteY0" fmla="*/ 2982101 h 3191995"/>
              <a:gd name="connsiteX1" fmla="*/ 299752 w 3215677"/>
              <a:gd name="connsiteY1" fmla="*/ 1718909 h 3191995"/>
              <a:gd name="connsiteX2" fmla="*/ 7522 w 3215677"/>
              <a:gd name="connsiteY2" fmla="*/ 465144 h 3191995"/>
              <a:gd name="connsiteX3" fmla="*/ 114294 w 3215677"/>
              <a:gd name="connsiteY3" fmla="*/ 158250 h 3191995"/>
              <a:gd name="connsiteX4" fmla="*/ 488288 w 3215677"/>
              <a:gd name="connsiteY4" fmla="*/ 210619 h 3191995"/>
              <a:gd name="connsiteX5" fmla="*/ 1082177 w 3215677"/>
              <a:gd name="connsiteY5" fmla="*/ 1492666 h 3191995"/>
              <a:gd name="connsiteX6" fmla="*/ 2533905 w 3215677"/>
              <a:gd name="connsiteY6" fmla="*/ 2680443 h 3191995"/>
              <a:gd name="connsiteX7" fmla="*/ 3033525 w 3215677"/>
              <a:gd name="connsiteY7" fmla="*/ 3132930 h 3191995"/>
              <a:gd name="connsiteX8" fmla="*/ 1610078 w 3215677"/>
              <a:gd name="connsiteY8" fmla="*/ 2982101 h 3191995"/>
              <a:gd name="connsiteX0" fmla="*/ 1610078 w 3215677"/>
              <a:gd name="connsiteY0" fmla="*/ 2976093 h 3185987"/>
              <a:gd name="connsiteX1" fmla="*/ 299752 w 3215677"/>
              <a:gd name="connsiteY1" fmla="*/ 1712901 h 3185987"/>
              <a:gd name="connsiteX2" fmla="*/ 7522 w 3215677"/>
              <a:gd name="connsiteY2" fmla="*/ 459136 h 3185987"/>
              <a:gd name="connsiteX3" fmla="*/ 114294 w 3215677"/>
              <a:gd name="connsiteY3" fmla="*/ 152242 h 3185987"/>
              <a:gd name="connsiteX4" fmla="*/ 195012 w 3215677"/>
              <a:gd name="connsiteY4" fmla="*/ 628 h 3185987"/>
              <a:gd name="connsiteX5" fmla="*/ 488288 w 3215677"/>
              <a:gd name="connsiteY5" fmla="*/ 204611 h 3185987"/>
              <a:gd name="connsiteX6" fmla="*/ 1082177 w 3215677"/>
              <a:gd name="connsiteY6" fmla="*/ 1486658 h 3185987"/>
              <a:gd name="connsiteX7" fmla="*/ 2533905 w 3215677"/>
              <a:gd name="connsiteY7" fmla="*/ 2674435 h 3185987"/>
              <a:gd name="connsiteX8" fmla="*/ 3033525 w 3215677"/>
              <a:gd name="connsiteY8" fmla="*/ 3126922 h 3185987"/>
              <a:gd name="connsiteX9" fmla="*/ 1610078 w 3215677"/>
              <a:gd name="connsiteY9" fmla="*/ 2976093 h 3185987"/>
              <a:gd name="connsiteX0" fmla="*/ 1768665 w 3374264"/>
              <a:gd name="connsiteY0" fmla="*/ 3192987 h 3402881"/>
              <a:gd name="connsiteX1" fmla="*/ 458339 w 3374264"/>
              <a:gd name="connsiteY1" fmla="*/ 1929795 h 3402881"/>
              <a:gd name="connsiteX2" fmla="*/ 166109 w 3374264"/>
              <a:gd name="connsiteY2" fmla="*/ 676030 h 3402881"/>
              <a:gd name="connsiteX3" fmla="*/ 18881 w 3374264"/>
              <a:gd name="connsiteY3" fmla="*/ 13536 h 3402881"/>
              <a:gd name="connsiteX4" fmla="*/ 353599 w 3374264"/>
              <a:gd name="connsiteY4" fmla="*/ 217522 h 3402881"/>
              <a:gd name="connsiteX5" fmla="*/ 646875 w 3374264"/>
              <a:gd name="connsiteY5" fmla="*/ 421505 h 3402881"/>
              <a:gd name="connsiteX6" fmla="*/ 1240764 w 3374264"/>
              <a:gd name="connsiteY6" fmla="*/ 1703552 h 3402881"/>
              <a:gd name="connsiteX7" fmla="*/ 2692492 w 3374264"/>
              <a:gd name="connsiteY7" fmla="*/ 2891329 h 3402881"/>
              <a:gd name="connsiteX8" fmla="*/ 3192112 w 3374264"/>
              <a:gd name="connsiteY8" fmla="*/ 3343816 h 3402881"/>
              <a:gd name="connsiteX9" fmla="*/ 1768665 w 3374264"/>
              <a:gd name="connsiteY9" fmla="*/ 3192987 h 3402881"/>
              <a:gd name="connsiteX0" fmla="*/ 1768665 w 3374264"/>
              <a:gd name="connsiteY0" fmla="*/ 3191781 h 3401675"/>
              <a:gd name="connsiteX1" fmla="*/ 458339 w 3374264"/>
              <a:gd name="connsiteY1" fmla="*/ 1928589 h 3401675"/>
              <a:gd name="connsiteX2" fmla="*/ 166109 w 3374264"/>
              <a:gd name="connsiteY2" fmla="*/ 674824 h 3401675"/>
              <a:gd name="connsiteX3" fmla="*/ 18881 w 3374264"/>
              <a:gd name="connsiteY3" fmla="*/ 12330 h 3401675"/>
              <a:gd name="connsiteX4" fmla="*/ 328199 w 3374264"/>
              <a:gd name="connsiteY4" fmla="*/ 248066 h 3401675"/>
              <a:gd name="connsiteX5" fmla="*/ 646875 w 3374264"/>
              <a:gd name="connsiteY5" fmla="*/ 420299 h 3401675"/>
              <a:gd name="connsiteX6" fmla="*/ 1240764 w 3374264"/>
              <a:gd name="connsiteY6" fmla="*/ 1702346 h 3401675"/>
              <a:gd name="connsiteX7" fmla="*/ 2692492 w 3374264"/>
              <a:gd name="connsiteY7" fmla="*/ 2890123 h 3401675"/>
              <a:gd name="connsiteX8" fmla="*/ 3192112 w 3374264"/>
              <a:gd name="connsiteY8" fmla="*/ 3342610 h 3401675"/>
              <a:gd name="connsiteX9" fmla="*/ 1768665 w 3374264"/>
              <a:gd name="connsiteY9" fmla="*/ 3191781 h 3401675"/>
              <a:gd name="connsiteX0" fmla="*/ 1768665 w 3374264"/>
              <a:gd name="connsiteY0" fmla="*/ 3209144 h 3419038"/>
              <a:gd name="connsiteX1" fmla="*/ 458339 w 3374264"/>
              <a:gd name="connsiteY1" fmla="*/ 1945952 h 3419038"/>
              <a:gd name="connsiteX2" fmla="*/ 166109 w 3374264"/>
              <a:gd name="connsiteY2" fmla="*/ 692187 h 3419038"/>
              <a:gd name="connsiteX3" fmla="*/ 18881 w 3374264"/>
              <a:gd name="connsiteY3" fmla="*/ 29693 h 3419038"/>
              <a:gd name="connsiteX4" fmla="*/ 328199 w 3374264"/>
              <a:gd name="connsiteY4" fmla="*/ 265429 h 3419038"/>
              <a:gd name="connsiteX5" fmla="*/ 646875 w 3374264"/>
              <a:gd name="connsiteY5" fmla="*/ 437662 h 3419038"/>
              <a:gd name="connsiteX6" fmla="*/ 1240764 w 3374264"/>
              <a:gd name="connsiteY6" fmla="*/ 1719709 h 3419038"/>
              <a:gd name="connsiteX7" fmla="*/ 2692492 w 3374264"/>
              <a:gd name="connsiteY7" fmla="*/ 2907486 h 3419038"/>
              <a:gd name="connsiteX8" fmla="*/ 3192112 w 3374264"/>
              <a:gd name="connsiteY8" fmla="*/ 3359973 h 3419038"/>
              <a:gd name="connsiteX9" fmla="*/ 1768665 w 3374264"/>
              <a:gd name="connsiteY9" fmla="*/ 3209144 h 3419038"/>
              <a:gd name="connsiteX0" fmla="*/ 1768665 w 3374264"/>
              <a:gd name="connsiteY0" fmla="*/ 3206449 h 3416343"/>
              <a:gd name="connsiteX1" fmla="*/ 458339 w 3374264"/>
              <a:gd name="connsiteY1" fmla="*/ 1943257 h 3416343"/>
              <a:gd name="connsiteX2" fmla="*/ 166109 w 3374264"/>
              <a:gd name="connsiteY2" fmla="*/ 689492 h 3416343"/>
              <a:gd name="connsiteX3" fmla="*/ 18881 w 3374264"/>
              <a:gd name="connsiteY3" fmla="*/ 26998 h 3416343"/>
              <a:gd name="connsiteX4" fmla="*/ 328199 w 3374264"/>
              <a:gd name="connsiteY4" fmla="*/ 262734 h 3416343"/>
              <a:gd name="connsiteX5" fmla="*/ 646875 w 3374264"/>
              <a:gd name="connsiteY5" fmla="*/ 434967 h 3416343"/>
              <a:gd name="connsiteX6" fmla="*/ 1240764 w 3374264"/>
              <a:gd name="connsiteY6" fmla="*/ 1717014 h 3416343"/>
              <a:gd name="connsiteX7" fmla="*/ 2692492 w 3374264"/>
              <a:gd name="connsiteY7" fmla="*/ 2904791 h 3416343"/>
              <a:gd name="connsiteX8" fmla="*/ 3192112 w 3374264"/>
              <a:gd name="connsiteY8" fmla="*/ 3357278 h 3416343"/>
              <a:gd name="connsiteX9" fmla="*/ 1768665 w 3374264"/>
              <a:gd name="connsiteY9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53926 w 3362081"/>
              <a:gd name="connsiteY2" fmla="*/ 68949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53926 w 3362081"/>
              <a:gd name="connsiteY2" fmla="*/ 68949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22176 w 3362081"/>
              <a:gd name="connsiteY2" fmla="*/ 68314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22176 w 3362081"/>
              <a:gd name="connsiteY2" fmla="*/ 68314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22176 w 3362081"/>
              <a:gd name="connsiteY2" fmla="*/ 68314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02810"/>
              <a:gd name="connsiteX1" fmla="*/ 446156 w 3362081"/>
              <a:gd name="connsiteY1" fmla="*/ 1943257 h 3402810"/>
              <a:gd name="connsiteX2" fmla="*/ 122176 w 3362081"/>
              <a:gd name="connsiteY2" fmla="*/ 683142 h 3402810"/>
              <a:gd name="connsiteX3" fmla="*/ 214416 w 3362081"/>
              <a:gd name="connsiteY3" fmla="*/ 338934 h 3402810"/>
              <a:gd name="connsiteX4" fmla="*/ 6698 w 3362081"/>
              <a:gd name="connsiteY4" fmla="*/ 26998 h 3402810"/>
              <a:gd name="connsiteX5" fmla="*/ 316016 w 3362081"/>
              <a:gd name="connsiteY5" fmla="*/ 262734 h 3402810"/>
              <a:gd name="connsiteX6" fmla="*/ 634692 w 3362081"/>
              <a:gd name="connsiteY6" fmla="*/ 434967 h 3402810"/>
              <a:gd name="connsiteX7" fmla="*/ 1228581 w 3362081"/>
              <a:gd name="connsiteY7" fmla="*/ 1717014 h 3402810"/>
              <a:gd name="connsiteX8" fmla="*/ 2680309 w 3362081"/>
              <a:gd name="connsiteY8" fmla="*/ 2904791 h 3402810"/>
              <a:gd name="connsiteX9" fmla="*/ 3179929 w 3362081"/>
              <a:gd name="connsiteY9" fmla="*/ 3357278 h 3402810"/>
              <a:gd name="connsiteX10" fmla="*/ 1756482 w 3362081"/>
              <a:gd name="connsiteY10" fmla="*/ 3206449 h 3402810"/>
              <a:gd name="connsiteX0" fmla="*/ 1756482 w 3380304"/>
              <a:gd name="connsiteY0" fmla="*/ 3206449 h 3402810"/>
              <a:gd name="connsiteX1" fmla="*/ 446156 w 3380304"/>
              <a:gd name="connsiteY1" fmla="*/ 1943257 h 3402810"/>
              <a:gd name="connsiteX2" fmla="*/ 122176 w 3380304"/>
              <a:gd name="connsiteY2" fmla="*/ 683142 h 3402810"/>
              <a:gd name="connsiteX3" fmla="*/ 214416 w 3380304"/>
              <a:gd name="connsiteY3" fmla="*/ 338934 h 3402810"/>
              <a:gd name="connsiteX4" fmla="*/ 6698 w 3380304"/>
              <a:gd name="connsiteY4" fmla="*/ 26998 h 3402810"/>
              <a:gd name="connsiteX5" fmla="*/ 316016 w 3380304"/>
              <a:gd name="connsiteY5" fmla="*/ 262734 h 3402810"/>
              <a:gd name="connsiteX6" fmla="*/ 634692 w 3380304"/>
              <a:gd name="connsiteY6" fmla="*/ 434967 h 3402810"/>
              <a:gd name="connsiteX7" fmla="*/ 1228581 w 3380304"/>
              <a:gd name="connsiteY7" fmla="*/ 1717014 h 3402810"/>
              <a:gd name="connsiteX8" fmla="*/ 2680309 w 3380304"/>
              <a:gd name="connsiteY8" fmla="*/ 2904791 h 3402810"/>
              <a:gd name="connsiteX9" fmla="*/ 3179929 w 3380304"/>
              <a:gd name="connsiteY9" fmla="*/ 3357278 h 3402810"/>
              <a:gd name="connsiteX10" fmla="*/ 1756482 w 3380304"/>
              <a:gd name="connsiteY10" fmla="*/ 3206449 h 3402810"/>
              <a:gd name="connsiteX0" fmla="*/ 1756482 w 3380304"/>
              <a:gd name="connsiteY0" fmla="*/ 3206449 h 3394247"/>
              <a:gd name="connsiteX1" fmla="*/ 446156 w 3380304"/>
              <a:gd name="connsiteY1" fmla="*/ 1943257 h 3394247"/>
              <a:gd name="connsiteX2" fmla="*/ 122176 w 3380304"/>
              <a:gd name="connsiteY2" fmla="*/ 683142 h 3394247"/>
              <a:gd name="connsiteX3" fmla="*/ 214416 w 3380304"/>
              <a:gd name="connsiteY3" fmla="*/ 338934 h 3394247"/>
              <a:gd name="connsiteX4" fmla="*/ 6698 w 3380304"/>
              <a:gd name="connsiteY4" fmla="*/ 26998 h 3394247"/>
              <a:gd name="connsiteX5" fmla="*/ 316016 w 3380304"/>
              <a:gd name="connsiteY5" fmla="*/ 262734 h 3394247"/>
              <a:gd name="connsiteX6" fmla="*/ 634692 w 3380304"/>
              <a:gd name="connsiteY6" fmla="*/ 434967 h 3394247"/>
              <a:gd name="connsiteX7" fmla="*/ 1228581 w 3380304"/>
              <a:gd name="connsiteY7" fmla="*/ 1717014 h 3394247"/>
              <a:gd name="connsiteX8" fmla="*/ 2680309 w 3380304"/>
              <a:gd name="connsiteY8" fmla="*/ 2904791 h 3394247"/>
              <a:gd name="connsiteX9" fmla="*/ 3179929 w 3380304"/>
              <a:gd name="connsiteY9" fmla="*/ 3357278 h 3394247"/>
              <a:gd name="connsiteX10" fmla="*/ 1756482 w 3380304"/>
              <a:gd name="connsiteY10" fmla="*/ 3206449 h 3394247"/>
              <a:gd name="connsiteX0" fmla="*/ 1756482 w 3380304"/>
              <a:gd name="connsiteY0" fmla="*/ 3206449 h 3380867"/>
              <a:gd name="connsiteX1" fmla="*/ 446156 w 3380304"/>
              <a:gd name="connsiteY1" fmla="*/ 1943257 h 3380867"/>
              <a:gd name="connsiteX2" fmla="*/ 122176 w 3380304"/>
              <a:gd name="connsiteY2" fmla="*/ 683142 h 3380867"/>
              <a:gd name="connsiteX3" fmla="*/ 214416 w 3380304"/>
              <a:gd name="connsiteY3" fmla="*/ 338934 h 3380867"/>
              <a:gd name="connsiteX4" fmla="*/ 6698 w 3380304"/>
              <a:gd name="connsiteY4" fmla="*/ 26998 h 3380867"/>
              <a:gd name="connsiteX5" fmla="*/ 316016 w 3380304"/>
              <a:gd name="connsiteY5" fmla="*/ 262734 h 3380867"/>
              <a:gd name="connsiteX6" fmla="*/ 634692 w 3380304"/>
              <a:gd name="connsiteY6" fmla="*/ 434967 h 3380867"/>
              <a:gd name="connsiteX7" fmla="*/ 1228581 w 3380304"/>
              <a:gd name="connsiteY7" fmla="*/ 1717014 h 3380867"/>
              <a:gd name="connsiteX8" fmla="*/ 2680309 w 3380304"/>
              <a:gd name="connsiteY8" fmla="*/ 2904791 h 3380867"/>
              <a:gd name="connsiteX9" fmla="*/ 3179929 w 3380304"/>
              <a:gd name="connsiteY9" fmla="*/ 3357278 h 3380867"/>
              <a:gd name="connsiteX10" fmla="*/ 1756482 w 3380304"/>
              <a:gd name="connsiteY10" fmla="*/ 3206449 h 3380867"/>
              <a:gd name="connsiteX0" fmla="*/ 1756482 w 3380304"/>
              <a:gd name="connsiteY0" fmla="*/ 3206449 h 3380867"/>
              <a:gd name="connsiteX1" fmla="*/ 446156 w 3380304"/>
              <a:gd name="connsiteY1" fmla="*/ 1943257 h 3380867"/>
              <a:gd name="connsiteX2" fmla="*/ 122176 w 3380304"/>
              <a:gd name="connsiteY2" fmla="*/ 683142 h 3380867"/>
              <a:gd name="connsiteX3" fmla="*/ 214416 w 3380304"/>
              <a:gd name="connsiteY3" fmla="*/ 338934 h 3380867"/>
              <a:gd name="connsiteX4" fmla="*/ 6698 w 3380304"/>
              <a:gd name="connsiteY4" fmla="*/ 26998 h 3380867"/>
              <a:gd name="connsiteX5" fmla="*/ 316016 w 3380304"/>
              <a:gd name="connsiteY5" fmla="*/ 262734 h 3380867"/>
              <a:gd name="connsiteX6" fmla="*/ 634692 w 3380304"/>
              <a:gd name="connsiteY6" fmla="*/ 434967 h 3380867"/>
              <a:gd name="connsiteX7" fmla="*/ 1228581 w 3380304"/>
              <a:gd name="connsiteY7" fmla="*/ 1717014 h 3380867"/>
              <a:gd name="connsiteX8" fmla="*/ 2680309 w 3380304"/>
              <a:gd name="connsiteY8" fmla="*/ 2904791 h 3380867"/>
              <a:gd name="connsiteX9" fmla="*/ 3179929 w 3380304"/>
              <a:gd name="connsiteY9" fmla="*/ 3357278 h 3380867"/>
              <a:gd name="connsiteX10" fmla="*/ 1756482 w 3380304"/>
              <a:gd name="connsiteY10" fmla="*/ 3206449 h 33808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380304" h="3380867">
                <a:moveTo>
                  <a:pt x="1756482" y="3206449"/>
                </a:moveTo>
                <a:cubicBezTo>
                  <a:pt x="1308709" y="2966066"/>
                  <a:pt x="903356" y="2714684"/>
                  <a:pt x="446156" y="1943257"/>
                </a:cubicBezTo>
                <a:cubicBezTo>
                  <a:pt x="237195" y="1570898"/>
                  <a:pt x="141553" y="966274"/>
                  <a:pt x="122176" y="683142"/>
                </a:cubicBezTo>
                <a:cubicBezTo>
                  <a:pt x="102603" y="377655"/>
                  <a:pt x="137354" y="407440"/>
                  <a:pt x="214416" y="338934"/>
                </a:cubicBezTo>
                <a:cubicBezTo>
                  <a:pt x="189878" y="228518"/>
                  <a:pt x="-41985" y="26998"/>
                  <a:pt x="6698" y="26998"/>
                </a:cubicBezTo>
                <a:cubicBezTo>
                  <a:pt x="44296" y="-43070"/>
                  <a:pt x="120334" y="19056"/>
                  <a:pt x="316016" y="262734"/>
                </a:cubicBezTo>
                <a:cubicBezTo>
                  <a:pt x="378348" y="271462"/>
                  <a:pt x="482598" y="192587"/>
                  <a:pt x="634692" y="434967"/>
                </a:cubicBezTo>
                <a:cubicBezTo>
                  <a:pt x="786786" y="677347"/>
                  <a:pt x="992911" y="1360366"/>
                  <a:pt x="1228581" y="1717014"/>
                </a:cubicBezTo>
                <a:cubicBezTo>
                  <a:pt x="1596226" y="2196210"/>
                  <a:pt x="1957588" y="2645553"/>
                  <a:pt x="2680309" y="2904791"/>
                </a:cubicBezTo>
                <a:cubicBezTo>
                  <a:pt x="3817810" y="3220589"/>
                  <a:pt x="3241727" y="3325332"/>
                  <a:pt x="3179929" y="3357278"/>
                </a:cubicBezTo>
                <a:cubicBezTo>
                  <a:pt x="2822391" y="3411010"/>
                  <a:pt x="2320205" y="3377912"/>
                  <a:pt x="1756482" y="3206449"/>
                </a:cubicBezTo>
                <a:close/>
              </a:path>
            </a:pathLst>
          </a:cu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A8257997-8B45-450D-BB7A-8841757AB1C0}"/>
              </a:ext>
            </a:extLst>
          </p:cNvPr>
          <p:cNvSpPr/>
          <p:nvPr/>
        </p:nvSpPr>
        <p:spPr>
          <a:xfrm rot="2700000">
            <a:off x="-2727989" y="-1002499"/>
            <a:ext cx="651034" cy="719062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8866271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7212FAA-B364-4B33-B272-82E0E65EB152}"/>
              </a:ext>
            </a:extLst>
          </p:cNvPr>
          <p:cNvGrpSpPr/>
          <p:nvPr/>
        </p:nvGrpSpPr>
        <p:grpSpPr>
          <a:xfrm rot="16200000">
            <a:off x="4252027" y="-4083455"/>
            <a:ext cx="4969836" cy="15024910"/>
            <a:chOff x="-2620523" y="-2917017"/>
            <a:chExt cx="13847238" cy="689604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40EA8E-7F2A-4A5A-A274-77A7489545E5}"/>
                </a:ext>
              </a:extLst>
            </p:cNvPr>
            <p:cNvSpPr/>
            <p:nvPr/>
          </p:nvSpPr>
          <p:spPr>
            <a:xfrm>
              <a:off x="-2620522" y="-2917017"/>
              <a:ext cx="13847236" cy="1784102"/>
            </a:xfrm>
            <a:prstGeom prst="rect">
              <a:avLst/>
            </a:pr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956BA95-1815-461F-A1E0-016F6F96D045}"/>
                </a:ext>
              </a:extLst>
            </p:cNvPr>
            <p:cNvSpPr/>
            <p:nvPr/>
          </p:nvSpPr>
          <p:spPr>
            <a:xfrm>
              <a:off x="-2620522" y="-1187264"/>
              <a:ext cx="13847236" cy="178410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A3A5699-182C-499A-90D0-3E890DE78FF8}"/>
                </a:ext>
              </a:extLst>
            </p:cNvPr>
            <p:cNvSpPr/>
            <p:nvPr/>
          </p:nvSpPr>
          <p:spPr>
            <a:xfrm>
              <a:off x="-2620522" y="545481"/>
              <a:ext cx="13847236" cy="1784102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E32B6DD-48AE-4949-ACE0-E8FA0973826F}"/>
                </a:ext>
              </a:extLst>
            </p:cNvPr>
            <p:cNvSpPr/>
            <p:nvPr/>
          </p:nvSpPr>
          <p:spPr>
            <a:xfrm>
              <a:off x="-2620523" y="2296797"/>
              <a:ext cx="13847238" cy="1682226"/>
            </a:xfrm>
            <a:prstGeom prst="rect">
              <a:avLst/>
            </a:pr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89F43CF4-AF6A-42AD-9119-3181D1329EAF}"/>
              </a:ext>
            </a:extLst>
          </p:cNvPr>
          <p:cNvSpPr/>
          <p:nvPr/>
        </p:nvSpPr>
        <p:spPr>
          <a:xfrm>
            <a:off x="-646350" y="1054375"/>
            <a:ext cx="14768749" cy="47694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D1C06B-6AFC-472C-80B3-6C2FA5366502}"/>
              </a:ext>
            </a:extLst>
          </p:cNvPr>
          <p:cNvSpPr/>
          <p:nvPr/>
        </p:nvSpPr>
        <p:spPr>
          <a:xfrm>
            <a:off x="-141975" y="2497672"/>
            <a:ext cx="1387067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Draw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lines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single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along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Lines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don’t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cross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3ECCB02-B499-423E-86C9-3AED08EAE7A8}"/>
              </a:ext>
            </a:extLst>
          </p:cNvPr>
          <p:cNvSpPr/>
          <p:nvPr/>
        </p:nvSpPr>
        <p:spPr>
          <a:xfrm>
            <a:off x="-101601" y="3170603"/>
            <a:ext cx="13704152" cy="2374233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5B62F847-8FB1-4591-8CD3-1501DFC62095}"/>
              </a:ext>
            </a:extLst>
          </p:cNvPr>
          <p:cNvSpPr txBox="1">
            <a:spLocks/>
          </p:cNvSpPr>
          <p:nvPr/>
        </p:nvSpPr>
        <p:spPr>
          <a:xfrm>
            <a:off x="-411410" y="3518631"/>
            <a:ext cx="4572000" cy="16557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600"/>
              </a:spcBef>
            </a:pPr>
            <a:r>
              <a:rPr lang="pt-PT" b="1" i="1" dirty="0" err="1">
                <a:solidFill>
                  <a:srgbClr val="99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Apples</a:t>
            </a:r>
            <a:r>
              <a:rPr lang="pt-PT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i="1" dirty="0" err="1">
                <a:latin typeface="Arial" panose="020B0604020202020204" pitchFamily="34" charset="0"/>
                <a:cs typeface="Arial" panose="020B0604020202020204" pitchFamily="34" charset="0"/>
              </a:rPr>
              <a:t>simbolise</a:t>
            </a:r>
            <a:r>
              <a:rPr lang="pt-PT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i="1" dirty="0" err="1">
                <a:latin typeface="Arial" panose="020B0604020202020204" pitchFamily="34" charset="0"/>
                <a:cs typeface="Arial" panose="020B0604020202020204" pitchFamily="34" charset="0"/>
              </a:rPr>
              <a:t>beauty</a:t>
            </a:r>
            <a:r>
              <a:rPr lang="pt-PT" i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</a:p>
          <a:p>
            <a:pPr algn="r">
              <a:lnSpc>
                <a:spcPct val="100000"/>
              </a:lnSpc>
              <a:spcBef>
                <a:spcPts val="600"/>
              </a:spcBef>
            </a:pPr>
            <a:r>
              <a:rPr lang="pt-PT" b="1" i="1" dirty="0" err="1">
                <a:solidFill>
                  <a:srgbClr val="669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Pears</a:t>
            </a:r>
            <a:r>
              <a:rPr lang="pt-PT" i="1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pt-PT" i="1" dirty="0" err="1">
                <a:latin typeface="Arial" panose="020B0604020202020204" pitchFamily="34" charset="0"/>
                <a:cs typeface="Arial" panose="020B0604020202020204" pitchFamily="34" charset="0"/>
              </a:rPr>
              <a:t>originality</a:t>
            </a:r>
            <a:r>
              <a:rPr lang="pt-PT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i="1" dirty="0" err="1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i="1" dirty="0" err="1">
                <a:latin typeface="Arial" panose="020B0604020202020204" pitchFamily="34" charset="0"/>
                <a:cs typeface="Arial" panose="020B0604020202020204" pitchFamily="34" charset="0"/>
              </a:rPr>
              <a:t>shape</a:t>
            </a:r>
            <a:r>
              <a:rPr lang="pt-PT" i="1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r">
              <a:lnSpc>
                <a:spcPct val="100000"/>
              </a:lnSpc>
              <a:spcBef>
                <a:spcPts val="600"/>
              </a:spcBef>
            </a:pPr>
            <a:r>
              <a:rPr lang="pt-PT" b="1" i="1" dirty="0" err="1">
                <a:solidFill>
                  <a:srgbClr val="0000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Blueberries</a:t>
            </a:r>
            <a:r>
              <a:rPr lang="pt-PT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i="1" dirty="0" err="1">
                <a:latin typeface="Arial" panose="020B0604020202020204" pitchFamily="34" charset="0"/>
                <a:cs typeface="Arial" panose="020B0604020202020204" pitchFamily="34" charset="0"/>
              </a:rPr>
              <a:t>alone</a:t>
            </a:r>
            <a:r>
              <a:rPr lang="pt-PT" i="1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pt-PT" i="1" dirty="0" err="1">
                <a:latin typeface="Arial" panose="020B0604020202020204" pitchFamily="34" charset="0"/>
                <a:cs typeface="Arial" panose="020B0604020202020204" pitchFamily="34" charset="0"/>
              </a:rPr>
              <a:t>rare</a:t>
            </a:r>
            <a:r>
              <a:rPr lang="pt-PT" i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</a:p>
          <a:p>
            <a:pPr algn="r">
              <a:lnSpc>
                <a:spcPct val="100000"/>
              </a:lnSpc>
              <a:spcBef>
                <a:spcPts val="600"/>
              </a:spcBef>
            </a:pPr>
            <a:r>
              <a:rPr lang="pt-PT" b="1" i="1" dirty="0" err="1">
                <a:solidFill>
                  <a:srgbClr val="ED7D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Oranges</a:t>
            </a:r>
            <a:r>
              <a:rPr lang="pt-PT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i="1" dirty="0" err="1">
                <a:latin typeface="Arial" panose="020B0604020202020204" pitchFamily="34" charset="0"/>
                <a:cs typeface="Arial" panose="020B0604020202020204" pitchFamily="34" charset="0"/>
              </a:rPr>
              <a:t>one</a:t>
            </a:r>
            <a:r>
              <a:rPr lang="pt-PT" i="1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686FD9-7721-404C-B197-EB44047F8201}"/>
              </a:ext>
            </a:extLst>
          </p:cNvPr>
          <p:cNvSpPr/>
          <p:nvPr/>
        </p:nvSpPr>
        <p:spPr>
          <a:xfrm>
            <a:off x="-101600" y="1287039"/>
            <a:ext cx="6077305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PT" sz="88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pt-PT" sz="88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E5FBFA-620A-40D0-BD99-1414DC8E2461}"/>
              </a:ext>
            </a:extLst>
          </p:cNvPr>
          <p:cNvSpPr/>
          <p:nvPr/>
        </p:nvSpPr>
        <p:spPr>
          <a:xfrm>
            <a:off x="10927680" y="1179317"/>
            <a:ext cx="2720617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PT" sz="4800" b="1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ruleset</a:t>
            </a:r>
            <a:r>
              <a:rPr lang="pt-PT" sz="4800" b="1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</a:t>
            </a: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9CAA63CC-5E12-4780-9DC7-511AB323C0A3}"/>
              </a:ext>
            </a:extLst>
          </p:cNvPr>
          <p:cNvSpPr/>
          <p:nvPr/>
        </p:nvSpPr>
        <p:spPr>
          <a:xfrm rot="2607834" flipH="1">
            <a:off x="4413460" y="3326894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A32C5818-5694-43F6-B66B-0ADF5AF1F536}"/>
              </a:ext>
            </a:extLst>
          </p:cNvPr>
          <p:cNvSpPr/>
          <p:nvPr/>
        </p:nvSpPr>
        <p:spPr>
          <a:xfrm rot="20876803">
            <a:off x="4883322" y="3655162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898F83C-5A9D-449B-8185-5EFBC00DE7DE}"/>
              </a:ext>
            </a:extLst>
          </p:cNvPr>
          <p:cNvSpPr/>
          <p:nvPr/>
        </p:nvSpPr>
        <p:spPr>
          <a:xfrm>
            <a:off x="4319248" y="4355313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A4E4A3E-EC96-46E6-9184-2DA0D51C880E}"/>
              </a:ext>
            </a:extLst>
          </p:cNvPr>
          <p:cNvSpPr/>
          <p:nvPr/>
        </p:nvSpPr>
        <p:spPr>
          <a:xfrm rot="2700000">
            <a:off x="4852705" y="4764431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31" name="Subtitle 2">
            <a:extLst>
              <a:ext uri="{FF2B5EF4-FFF2-40B4-BE49-F238E27FC236}">
                <a16:creationId xmlns:a16="http://schemas.microsoft.com/office/drawing/2014/main" id="{265BF532-8B36-4CF3-8BBB-2ADBDB1B5E97}"/>
              </a:ext>
            </a:extLst>
          </p:cNvPr>
          <p:cNvSpPr txBox="1">
            <a:spLocks/>
          </p:cNvSpPr>
          <p:nvPr/>
        </p:nvSpPr>
        <p:spPr>
          <a:xfrm>
            <a:off x="5500867" y="3555954"/>
            <a:ext cx="7739123" cy="16557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All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dirty="0">
                <a:solidFill>
                  <a:srgbClr val="99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shapes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must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symmetrical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No </a:t>
            </a:r>
            <a:r>
              <a:rPr lang="pt-PT" b="1" dirty="0">
                <a:solidFill>
                  <a:srgbClr val="669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Pear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shape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may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symmetrical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Any</a:t>
            </a:r>
            <a:r>
              <a:rPr lang="pt-PT" b="1" dirty="0">
                <a:solidFill>
                  <a:srgbClr val="0000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dirty="0" err="1">
                <a:solidFill>
                  <a:srgbClr val="0000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Blueberry</a:t>
            </a:r>
            <a:r>
              <a:rPr lang="pt-PT" b="1" dirty="0">
                <a:solidFill>
                  <a:srgbClr val="0000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must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able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to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connect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to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another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one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It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must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possible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to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connect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any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two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dirty="0" err="1">
                <a:solidFill>
                  <a:srgbClr val="ED7D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Oranges</a:t>
            </a:r>
            <a:r>
              <a:rPr lang="pt-PT" b="1" dirty="0">
                <a:solidFill>
                  <a:srgbClr val="ED7D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pt-PT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275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584A33F-5A5B-437B-9988-A83C7880CF1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03166" y="641443"/>
            <a:ext cx="1738526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Circle: Hollow 131">
            <a:extLst>
              <a:ext uri="{FF2B5EF4-FFF2-40B4-BE49-F238E27FC236}">
                <a16:creationId xmlns:a16="http://schemas.microsoft.com/office/drawing/2014/main" id="{93F7CED2-A621-40FF-A0A4-77073F4063A7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217" name="Freeform: Shape 216">
            <a:extLst>
              <a:ext uri="{FF2B5EF4-FFF2-40B4-BE49-F238E27FC236}">
                <a16:creationId xmlns:a16="http://schemas.microsoft.com/office/drawing/2014/main" id="{1C6EBDAB-6615-41A3-AE7A-584B8E225812}"/>
              </a:ext>
            </a:extLst>
          </p:cNvPr>
          <p:cNvSpPr/>
          <p:nvPr/>
        </p:nvSpPr>
        <p:spPr>
          <a:xfrm rot="20876803">
            <a:off x="11356172" y="3208011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19" name="Freeform: Shape 218">
            <a:extLst>
              <a:ext uri="{FF2B5EF4-FFF2-40B4-BE49-F238E27FC236}">
                <a16:creationId xmlns:a16="http://schemas.microsoft.com/office/drawing/2014/main" id="{0054E29E-C34C-48EF-A6E9-54E16349D850}"/>
              </a:ext>
            </a:extLst>
          </p:cNvPr>
          <p:cNvSpPr/>
          <p:nvPr/>
        </p:nvSpPr>
        <p:spPr>
          <a:xfrm rot="2607834" flipH="1">
            <a:off x="6024417" y="3484630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20" name="Freeform: Shape 219">
            <a:extLst>
              <a:ext uri="{FF2B5EF4-FFF2-40B4-BE49-F238E27FC236}">
                <a16:creationId xmlns:a16="http://schemas.microsoft.com/office/drawing/2014/main" id="{C6475E64-D739-4FFE-B590-DCA1B523979C}"/>
              </a:ext>
            </a:extLst>
          </p:cNvPr>
          <p:cNvSpPr/>
          <p:nvPr/>
        </p:nvSpPr>
        <p:spPr>
          <a:xfrm rot="2700000">
            <a:off x="4215092" y="4775517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2C342C4-103A-4BBD-8E10-D7EEAA4BB403}"/>
              </a:ext>
            </a:extLst>
          </p:cNvPr>
          <p:cNvSpPr/>
          <p:nvPr/>
        </p:nvSpPr>
        <p:spPr>
          <a:xfrm>
            <a:off x="-108877" y="-743946"/>
            <a:ext cx="574869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</a:pP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Some </a:t>
            </a:r>
            <a:r>
              <a:rPr lang="pt-PT" sz="2400" b="1" dirty="0" err="1">
                <a:solidFill>
                  <a:srgbClr val="00009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Blueberries</a:t>
            </a: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 are </a:t>
            </a:r>
            <a:r>
              <a:rPr lang="pt-PT" sz="2400" dirty="0" err="1">
                <a:latin typeface="Arial" panose="020B0604020202020204" pitchFamily="34" charset="0"/>
                <a:cs typeface="Arial" panose="020B0604020202020204" pitchFamily="34" charset="0"/>
              </a:rPr>
              <a:t>alone</a:t>
            </a: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 in a </a:t>
            </a:r>
            <a:r>
              <a:rPr lang="pt-PT" sz="2400" dirty="0" err="1">
                <a:latin typeface="Arial" panose="020B0604020202020204" pitchFamily="34" charset="0"/>
                <a:cs typeface="Arial" panose="020B0604020202020204" pitchFamily="34" charset="0"/>
              </a:rPr>
              <a:t>region</a:t>
            </a: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CA24CC43-FA26-45F4-9AF6-048C28F215E8}"/>
              </a:ext>
            </a:extLst>
          </p:cNvPr>
          <p:cNvGrpSpPr/>
          <p:nvPr/>
        </p:nvGrpSpPr>
        <p:grpSpPr>
          <a:xfrm>
            <a:off x="259534" y="177990"/>
            <a:ext cx="4242070" cy="4216805"/>
            <a:chOff x="1831632" y="-207902"/>
            <a:chExt cx="4242070" cy="4216805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AF60AC70-313C-46B6-BE55-F1842EE3E876}"/>
                </a:ext>
              </a:extLst>
            </p:cNvPr>
            <p:cNvSpPr/>
            <p:nvPr/>
          </p:nvSpPr>
          <p:spPr>
            <a:xfrm>
              <a:off x="1831632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0D67A638-3569-4166-9070-92AFC83CAE42}"/>
                </a:ext>
              </a:extLst>
            </p:cNvPr>
            <p:cNvSpPr/>
            <p:nvPr/>
          </p:nvSpPr>
          <p:spPr>
            <a:xfrm>
              <a:off x="2680046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470C78E4-6890-47C6-816B-8F57F708B592}"/>
                </a:ext>
              </a:extLst>
            </p:cNvPr>
            <p:cNvSpPr/>
            <p:nvPr/>
          </p:nvSpPr>
          <p:spPr>
            <a:xfrm>
              <a:off x="1831632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042B8DDA-7EAF-4AAD-B663-B4365E6FE7D7}"/>
                </a:ext>
              </a:extLst>
            </p:cNvPr>
            <p:cNvSpPr/>
            <p:nvPr/>
          </p:nvSpPr>
          <p:spPr>
            <a:xfrm>
              <a:off x="2680046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174ACFA4-21F5-47A8-BB8A-CEFE4ADE2323}"/>
                </a:ext>
              </a:extLst>
            </p:cNvPr>
            <p:cNvSpPr/>
            <p:nvPr/>
          </p:nvSpPr>
          <p:spPr>
            <a:xfrm>
              <a:off x="3528460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EF4F981A-F679-4852-9CEF-B1134F091120}"/>
                </a:ext>
              </a:extLst>
            </p:cNvPr>
            <p:cNvSpPr/>
            <p:nvPr/>
          </p:nvSpPr>
          <p:spPr>
            <a:xfrm>
              <a:off x="4376874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AC7C019-0710-4EA5-BBD0-FEA09CBB9638}"/>
                </a:ext>
              </a:extLst>
            </p:cNvPr>
            <p:cNvSpPr/>
            <p:nvPr/>
          </p:nvSpPr>
          <p:spPr>
            <a:xfrm>
              <a:off x="3528460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546118EC-9D80-4DB1-B1DE-96551FC31B18}"/>
                </a:ext>
              </a:extLst>
            </p:cNvPr>
            <p:cNvSpPr/>
            <p:nvPr/>
          </p:nvSpPr>
          <p:spPr>
            <a:xfrm>
              <a:off x="4376874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A38883CB-0C56-4F62-B2AF-869C334FE13B}"/>
                </a:ext>
              </a:extLst>
            </p:cNvPr>
            <p:cNvSpPr/>
            <p:nvPr/>
          </p:nvSpPr>
          <p:spPr>
            <a:xfrm>
              <a:off x="1831632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1E82ABF-1AA3-4BE2-AB9E-B5BC97E721EF}"/>
                </a:ext>
              </a:extLst>
            </p:cNvPr>
            <p:cNvSpPr/>
            <p:nvPr/>
          </p:nvSpPr>
          <p:spPr>
            <a:xfrm>
              <a:off x="2680046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1339807B-2027-412D-B427-B3344D4F007C}"/>
                </a:ext>
              </a:extLst>
            </p:cNvPr>
            <p:cNvSpPr/>
            <p:nvPr/>
          </p:nvSpPr>
          <p:spPr>
            <a:xfrm>
              <a:off x="1831632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8C0890FA-0EC3-4271-8972-3EA0277C85B4}"/>
                </a:ext>
              </a:extLst>
            </p:cNvPr>
            <p:cNvSpPr/>
            <p:nvPr/>
          </p:nvSpPr>
          <p:spPr>
            <a:xfrm>
              <a:off x="2680046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C3F78FB7-490F-4430-9E8A-19B8EBDAC8DB}"/>
                </a:ext>
              </a:extLst>
            </p:cNvPr>
            <p:cNvSpPr/>
            <p:nvPr/>
          </p:nvSpPr>
          <p:spPr>
            <a:xfrm>
              <a:off x="3528460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0C39E4F5-BB5A-45EA-8C16-DA35F4019C8D}"/>
                </a:ext>
              </a:extLst>
            </p:cNvPr>
            <p:cNvSpPr/>
            <p:nvPr/>
          </p:nvSpPr>
          <p:spPr>
            <a:xfrm>
              <a:off x="4376874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3960649C-2391-4B78-835F-64F4FCE12975}"/>
                </a:ext>
              </a:extLst>
            </p:cNvPr>
            <p:cNvSpPr/>
            <p:nvPr/>
          </p:nvSpPr>
          <p:spPr>
            <a:xfrm>
              <a:off x="3528460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A2FA932F-879C-4D70-81C0-4271899DCF07}"/>
                </a:ext>
              </a:extLst>
            </p:cNvPr>
            <p:cNvSpPr/>
            <p:nvPr/>
          </p:nvSpPr>
          <p:spPr>
            <a:xfrm>
              <a:off x="4376874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5B80C40A-8B0A-4332-AE4B-7D2D8B222002}"/>
                </a:ext>
              </a:extLst>
            </p:cNvPr>
            <p:cNvSpPr/>
            <p:nvPr/>
          </p:nvSpPr>
          <p:spPr>
            <a:xfrm>
              <a:off x="5225288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944F416B-899F-440A-84F7-5C2F0119B1F9}"/>
                </a:ext>
              </a:extLst>
            </p:cNvPr>
            <p:cNvSpPr/>
            <p:nvPr/>
          </p:nvSpPr>
          <p:spPr>
            <a:xfrm>
              <a:off x="5225288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AE5E60DD-2526-4301-98BC-212FDCA815DE}"/>
                </a:ext>
              </a:extLst>
            </p:cNvPr>
            <p:cNvSpPr/>
            <p:nvPr/>
          </p:nvSpPr>
          <p:spPr>
            <a:xfrm>
              <a:off x="5225288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295A5C29-F4B1-4C1B-9D7B-BE9D2B8B7D1B}"/>
                </a:ext>
              </a:extLst>
            </p:cNvPr>
            <p:cNvSpPr/>
            <p:nvPr/>
          </p:nvSpPr>
          <p:spPr>
            <a:xfrm>
              <a:off x="5225288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646C4373-D7F4-44C8-8A4F-10703712E742}"/>
                </a:ext>
              </a:extLst>
            </p:cNvPr>
            <p:cNvSpPr/>
            <p:nvPr/>
          </p:nvSpPr>
          <p:spPr>
            <a:xfrm>
              <a:off x="1831632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62A69-546F-415C-8D0C-7558260035B4}"/>
                </a:ext>
              </a:extLst>
            </p:cNvPr>
            <p:cNvSpPr/>
            <p:nvPr/>
          </p:nvSpPr>
          <p:spPr>
            <a:xfrm>
              <a:off x="2680046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F1552263-3887-4467-A8B3-048C8440512A}"/>
                </a:ext>
              </a:extLst>
            </p:cNvPr>
            <p:cNvSpPr/>
            <p:nvPr/>
          </p:nvSpPr>
          <p:spPr>
            <a:xfrm>
              <a:off x="3528460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056F669C-E331-4401-B39E-38EED799C35A}"/>
                </a:ext>
              </a:extLst>
            </p:cNvPr>
            <p:cNvSpPr/>
            <p:nvPr/>
          </p:nvSpPr>
          <p:spPr>
            <a:xfrm>
              <a:off x="4376874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7918395E-8CB9-4E94-B1AE-5308B244E566}"/>
                </a:ext>
              </a:extLst>
            </p:cNvPr>
            <p:cNvSpPr/>
            <p:nvPr/>
          </p:nvSpPr>
          <p:spPr>
            <a:xfrm>
              <a:off x="5225288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197" name="Freeform: Shape 196">
            <a:extLst>
              <a:ext uri="{FF2B5EF4-FFF2-40B4-BE49-F238E27FC236}">
                <a16:creationId xmlns:a16="http://schemas.microsoft.com/office/drawing/2014/main" id="{CC54B8BC-C588-4421-B8DC-FF9C6EB4ED40}"/>
              </a:ext>
            </a:extLst>
          </p:cNvPr>
          <p:cNvSpPr/>
          <p:nvPr/>
        </p:nvSpPr>
        <p:spPr>
          <a:xfrm rot="2607834" flipH="1">
            <a:off x="924558" y="4006729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98" name="Freeform: Shape 197">
            <a:extLst>
              <a:ext uri="{FF2B5EF4-FFF2-40B4-BE49-F238E27FC236}">
                <a16:creationId xmlns:a16="http://schemas.microsoft.com/office/drawing/2014/main" id="{271870F3-87C4-4E4A-9FAC-F9B2342503A6}"/>
              </a:ext>
            </a:extLst>
          </p:cNvPr>
          <p:cNvSpPr/>
          <p:nvPr/>
        </p:nvSpPr>
        <p:spPr>
          <a:xfrm rot="20876803">
            <a:off x="1714439" y="3038401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99" name="Freeform: Shape 198">
            <a:extLst>
              <a:ext uri="{FF2B5EF4-FFF2-40B4-BE49-F238E27FC236}">
                <a16:creationId xmlns:a16="http://schemas.microsoft.com/office/drawing/2014/main" id="{A7801175-069B-4B7A-9D7A-2AD16B9D3173}"/>
              </a:ext>
            </a:extLst>
          </p:cNvPr>
          <p:cNvSpPr/>
          <p:nvPr/>
        </p:nvSpPr>
        <p:spPr>
          <a:xfrm rot="20876803">
            <a:off x="1733648" y="1426515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0" name="Multiplication Sign 199">
            <a:extLst>
              <a:ext uri="{FF2B5EF4-FFF2-40B4-BE49-F238E27FC236}">
                <a16:creationId xmlns:a16="http://schemas.microsoft.com/office/drawing/2014/main" id="{2352D460-265F-4A58-AC5D-17014F653D67}"/>
              </a:ext>
            </a:extLst>
          </p:cNvPr>
          <p:cNvSpPr/>
          <p:nvPr/>
        </p:nvSpPr>
        <p:spPr>
          <a:xfrm>
            <a:off x="3427767" y="4852899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4" name="Freeform: Shape 223">
            <a:extLst>
              <a:ext uri="{FF2B5EF4-FFF2-40B4-BE49-F238E27FC236}">
                <a16:creationId xmlns:a16="http://schemas.microsoft.com/office/drawing/2014/main" id="{D35FE6C1-E49B-4CA8-842E-91854CAABB24}"/>
              </a:ext>
            </a:extLst>
          </p:cNvPr>
          <p:cNvSpPr/>
          <p:nvPr/>
        </p:nvSpPr>
        <p:spPr>
          <a:xfrm rot="2700000">
            <a:off x="-40430" y="-64154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27" name="Freeform: Shape 226">
            <a:extLst>
              <a:ext uri="{FF2B5EF4-FFF2-40B4-BE49-F238E27FC236}">
                <a16:creationId xmlns:a16="http://schemas.microsoft.com/office/drawing/2014/main" id="{2DA912E3-05D3-4613-9FF9-685C4BF16B1C}"/>
              </a:ext>
            </a:extLst>
          </p:cNvPr>
          <p:cNvSpPr/>
          <p:nvPr/>
        </p:nvSpPr>
        <p:spPr>
          <a:xfrm rot="2700000">
            <a:off x="3377592" y="-74292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B9A526D-594B-43A5-89E8-ABACA6D3256E}"/>
              </a:ext>
            </a:extLst>
          </p:cNvPr>
          <p:cNvCxnSpPr>
            <a:cxnSpLocks/>
          </p:cNvCxnSpPr>
          <p:nvPr/>
        </p:nvCxnSpPr>
        <p:spPr>
          <a:xfrm>
            <a:off x="1026942" y="4394795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0B6DBEA0-D590-48B9-B048-C1E08A3E0B79}"/>
              </a:ext>
            </a:extLst>
          </p:cNvPr>
          <p:cNvCxnSpPr>
            <a:cxnSpLocks/>
          </p:cNvCxnSpPr>
          <p:nvPr/>
        </p:nvCxnSpPr>
        <p:spPr>
          <a:xfrm rot="10800000">
            <a:off x="1122122" y="241155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3BB24ABD-59E9-45EF-9E3E-9BB13D924B5D}"/>
              </a:ext>
            </a:extLst>
          </p:cNvPr>
          <p:cNvCxnSpPr>
            <a:cxnSpLocks/>
          </p:cNvCxnSpPr>
          <p:nvPr/>
        </p:nvCxnSpPr>
        <p:spPr>
          <a:xfrm rot="5400000">
            <a:off x="1115846" y="1110417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0119CC05-C250-46C1-AA31-85E7F32287FE}"/>
              </a:ext>
            </a:extLst>
          </p:cNvPr>
          <p:cNvSpPr/>
          <p:nvPr/>
        </p:nvSpPr>
        <p:spPr>
          <a:xfrm rot="2607834" flipH="1">
            <a:off x="4271382" y="2320112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67804DAE-EFC8-4550-A341-8F1A68AAFFA5}"/>
              </a:ext>
            </a:extLst>
          </p:cNvPr>
          <p:cNvSpPr/>
          <p:nvPr/>
        </p:nvSpPr>
        <p:spPr>
          <a:xfrm>
            <a:off x="2600086" y="1623690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977C4E61-B5EF-4BCC-8928-9A4F1E566CE5}"/>
              </a:ext>
            </a:extLst>
          </p:cNvPr>
          <p:cNvSpPr/>
          <p:nvPr/>
        </p:nvSpPr>
        <p:spPr>
          <a:xfrm>
            <a:off x="3387908" y="3257808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00" name="Multiplication Sign 99">
            <a:extLst>
              <a:ext uri="{FF2B5EF4-FFF2-40B4-BE49-F238E27FC236}">
                <a16:creationId xmlns:a16="http://schemas.microsoft.com/office/drawing/2014/main" id="{5F161925-8307-4D6E-86F0-8F19F0172590}"/>
              </a:ext>
            </a:extLst>
          </p:cNvPr>
          <p:cNvSpPr/>
          <p:nvPr/>
        </p:nvSpPr>
        <p:spPr>
          <a:xfrm>
            <a:off x="3531342" y="3723047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4A72FB6D-538C-436E-ACAE-B40C2EBD8222}"/>
              </a:ext>
            </a:extLst>
          </p:cNvPr>
          <p:cNvCxnSpPr>
            <a:cxnSpLocks/>
          </p:cNvCxnSpPr>
          <p:nvPr/>
        </p:nvCxnSpPr>
        <p:spPr>
          <a:xfrm>
            <a:off x="2793474" y="2632322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77653963-D4C4-457A-AD10-32FDA70CC0AB}"/>
              </a:ext>
            </a:extLst>
          </p:cNvPr>
          <p:cNvCxnSpPr>
            <a:cxnSpLocks/>
          </p:cNvCxnSpPr>
          <p:nvPr/>
        </p:nvCxnSpPr>
        <p:spPr>
          <a:xfrm rot="5400000">
            <a:off x="1905767" y="3501585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Freeform: Shape 133">
            <a:extLst>
              <a:ext uri="{FF2B5EF4-FFF2-40B4-BE49-F238E27FC236}">
                <a16:creationId xmlns:a16="http://schemas.microsoft.com/office/drawing/2014/main" id="{F749B7CB-7531-4203-BE71-E88DD0917E4C}"/>
              </a:ext>
            </a:extLst>
          </p:cNvPr>
          <p:cNvSpPr/>
          <p:nvPr/>
        </p:nvSpPr>
        <p:spPr>
          <a:xfrm rot="2700000">
            <a:off x="879291" y="2429950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BEB36FD-3612-4E82-805B-D352EFD2FB97}"/>
              </a:ext>
            </a:extLst>
          </p:cNvPr>
          <p:cNvCxnSpPr>
            <a:cxnSpLocks/>
          </p:cNvCxnSpPr>
          <p:nvPr/>
        </p:nvCxnSpPr>
        <p:spPr>
          <a:xfrm rot="5400000">
            <a:off x="-609729" y="2677118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EB74D9D4-F8C4-48E1-95FA-5A9CCDD6471E}"/>
              </a:ext>
            </a:extLst>
          </p:cNvPr>
          <p:cNvCxnSpPr>
            <a:cxnSpLocks/>
          </p:cNvCxnSpPr>
          <p:nvPr/>
        </p:nvCxnSpPr>
        <p:spPr>
          <a:xfrm rot="10800000">
            <a:off x="186284" y="1871210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9807FF6C-9EB2-445A-9536-26E51BFBA0C6}"/>
              </a:ext>
            </a:extLst>
          </p:cNvPr>
          <p:cNvCxnSpPr>
            <a:cxnSpLocks/>
          </p:cNvCxnSpPr>
          <p:nvPr/>
        </p:nvCxnSpPr>
        <p:spPr>
          <a:xfrm rot="5400000">
            <a:off x="238685" y="1047253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0EF391AD-B45E-4892-AC78-C75A2299AEF9}"/>
              </a:ext>
            </a:extLst>
          </p:cNvPr>
          <p:cNvCxnSpPr>
            <a:cxnSpLocks/>
          </p:cNvCxnSpPr>
          <p:nvPr/>
        </p:nvCxnSpPr>
        <p:spPr>
          <a:xfrm rot="10800000">
            <a:off x="252859" y="3546381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0BD75344-CA9F-4279-8A88-54B99DF851EF}"/>
              </a:ext>
            </a:extLst>
          </p:cNvPr>
          <p:cNvSpPr/>
          <p:nvPr/>
        </p:nvSpPr>
        <p:spPr>
          <a:xfrm>
            <a:off x="3387908" y="1656613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0181943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584A33F-5A5B-437B-9988-A83C7880CF1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03166" y="641443"/>
            <a:ext cx="1738526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Circle: Hollow 131">
            <a:extLst>
              <a:ext uri="{FF2B5EF4-FFF2-40B4-BE49-F238E27FC236}">
                <a16:creationId xmlns:a16="http://schemas.microsoft.com/office/drawing/2014/main" id="{93F7CED2-A621-40FF-A0A4-77073F4063A7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217" name="Freeform: Shape 216">
            <a:extLst>
              <a:ext uri="{FF2B5EF4-FFF2-40B4-BE49-F238E27FC236}">
                <a16:creationId xmlns:a16="http://schemas.microsoft.com/office/drawing/2014/main" id="{1C6EBDAB-6615-41A3-AE7A-584B8E225812}"/>
              </a:ext>
            </a:extLst>
          </p:cNvPr>
          <p:cNvSpPr/>
          <p:nvPr/>
        </p:nvSpPr>
        <p:spPr>
          <a:xfrm rot="20876803">
            <a:off x="11356172" y="3208011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19" name="Freeform: Shape 218">
            <a:extLst>
              <a:ext uri="{FF2B5EF4-FFF2-40B4-BE49-F238E27FC236}">
                <a16:creationId xmlns:a16="http://schemas.microsoft.com/office/drawing/2014/main" id="{0054E29E-C34C-48EF-A6E9-54E16349D850}"/>
              </a:ext>
            </a:extLst>
          </p:cNvPr>
          <p:cNvSpPr/>
          <p:nvPr/>
        </p:nvSpPr>
        <p:spPr>
          <a:xfrm rot="2607834" flipH="1">
            <a:off x="6024417" y="3484630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20" name="Freeform: Shape 219">
            <a:extLst>
              <a:ext uri="{FF2B5EF4-FFF2-40B4-BE49-F238E27FC236}">
                <a16:creationId xmlns:a16="http://schemas.microsoft.com/office/drawing/2014/main" id="{C6475E64-D739-4FFE-B590-DCA1B523979C}"/>
              </a:ext>
            </a:extLst>
          </p:cNvPr>
          <p:cNvSpPr/>
          <p:nvPr/>
        </p:nvSpPr>
        <p:spPr>
          <a:xfrm rot="2700000">
            <a:off x="4215092" y="4775517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2C342C4-103A-4BBD-8E10-D7EEAA4BB403}"/>
              </a:ext>
            </a:extLst>
          </p:cNvPr>
          <p:cNvSpPr/>
          <p:nvPr/>
        </p:nvSpPr>
        <p:spPr>
          <a:xfrm>
            <a:off x="-108877" y="-743946"/>
            <a:ext cx="454804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</a:pP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Some </a:t>
            </a:r>
            <a:r>
              <a:rPr lang="pt-PT" sz="2400" b="1" dirty="0" err="1">
                <a:solidFill>
                  <a:srgbClr val="ED7D3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Oranges</a:t>
            </a: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 share a </a:t>
            </a:r>
            <a:r>
              <a:rPr lang="pt-PT" sz="2400" dirty="0" err="1">
                <a:latin typeface="Arial" panose="020B0604020202020204" pitchFamily="34" charset="0"/>
                <a:cs typeface="Arial" panose="020B0604020202020204" pitchFamily="34" charset="0"/>
              </a:rPr>
              <a:t>region</a:t>
            </a: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CA24CC43-FA26-45F4-9AF6-048C28F215E8}"/>
              </a:ext>
            </a:extLst>
          </p:cNvPr>
          <p:cNvGrpSpPr/>
          <p:nvPr/>
        </p:nvGrpSpPr>
        <p:grpSpPr>
          <a:xfrm>
            <a:off x="259534" y="177990"/>
            <a:ext cx="4242070" cy="4216805"/>
            <a:chOff x="1831632" y="-207902"/>
            <a:chExt cx="4242070" cy="4216805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AF60AC70-313C-46B6-BE55-F1842EE3E876}"/>
                </a:ext>
              </a:extLst>
            </p:cNvPr>
            <p:cNvSpPr/>
            <p:nvPr/>
          </p:nvSpPr>
          <p:spPr>
            <a:xfrm>
              <a:off x="1831632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0D67A638-3569-4166-9070-92AFC83CAE42}"/>
                </a:ext>
              </a:extLst>
            </p:cNvPr>
            <p:cNvSpPr/>
            <p:nvPr/>
          </p:nvSpPr>
          <p:spPr>
            <a:xfrm>
              <a:off x="2680046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470C78E4-6890-47C6-816B-8F57F708B592}"/>
                </a:ext>
              </a:extLst>
            </p:cNvPr>
            <p:cNvSpPr/>
            <p:nvPr/>
          </p:nvSpPr>
          <p:spPr>
            <a:xfrm>
              <a:off x="1831632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042B8DDA-7EAF-4AAD-B663-B4365E6FE7D7}"/>
                </a:ext>
              </a:extLst>
            </p:cNvPr>
            <p:cNvSpPr/>
            <p:nvPr/>
          </p:nvSpPr>
          <p:spPr>
            <a:xfrm>
              <a:off x="2680046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174ACFA4-21F5-47A8-BB8A-CEFE4ADE2323}"/>
                </a:ext>
              </a:extLst>
            </p:cNvPr>
            <p:cNvSpPr/>
            <p:nvPr/>
          </p:nvSpPr>
          <p:spPr>
            <a:xfrm>
              <a:off x="3528460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EF4F981A-F679-4852-9CEF-B1134F091120}"/>
                </a:ext>
              </a:extLst>
            </p:cNvPr>
            <p:cNvSpPr/>
            <p:nvPr/>
          </p:nvSpPr>
          <p:spPr>
            <a:xfrm>
              <a:off x="4376874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AC7C019-0710-4EA5-BBD0-FEA09CBB9638}"/>
                </a:ext>
              </a:extLst>
            </p:cNvPr>
            <p:cNvSpPr/>
            <p:nvPr/>
          </p:nvSpPr>
          <p:spPr>
            <a:xfrm>
              <a:off x="3528460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546118EC-9D80-4DB1-B1DE-96551FC31B18}"/>
                </a:ext>
              </a:extLst>
            </p:cNvPr>
            <p:cNvSpPr/>
            <p:nvPr/>
          </p:nvSpPr>
          <p:spPr>
            <a:xfrm>
              <a:off x="4376874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A38883CB-0C56-4F62-B2AF-869C334FE13B}"/>
                </a:ext>
              </a:extLst>
            </p:cNvPr>
            <p:cNvSpPr/>
            <p:nvPr/>
          </p:nvSpPr>
          <p:spPr>
            <a:xfrm>
              <a:off x="1831632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1E82ABF-1AA3-4BE2-AB9E-B5BC97E721EF}"/>
                </a:ext>
              </a:extLst>
            </p:cNvPr>
            <p:cNvSpPr/>
            <p:nvPr/>
          </p:nvSpPr>
          <p:spPr>
            <a:xfrm>
              <a:off x="2680046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1339807B-2027-412D-B427-B3344D4F007C}"/>
                </a:ext>
              </a:extLst>
            </p:cNvPr>
            <p:cNvSpPr/>
            <p:nvPr/>
          </p:nvSpPr>
          <p:spPr>
            <a:xfrm>
              <a:off x="1831632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8C0890FA-0EC3-4271-8972-3EA0277C85B4}"/>
                </a:ext>
              </a:extLst>
            </p:cNvPr>
            <p:cNvSpPr/>
            <p:nvPr/>
          </p:nvSpPr>
          <p:spPr>
            <a:xfrm>
              <a:off x="2680046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C3F78FB7-490F-4430-9E8A-19B8EBDAC8DB}"/>
                </a:ext>
              </a:extLst>
            </p:cNvPr>
            <p:cNvSpPr/>
            <p:nvPr/>
          </p:nvSpPr>
          <p:spPr>
            <a:xfrm>
              <a:off x="3528460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0C39E4F5-BB5A-45EA-8C16-DA35F4019C8D}"/>
                </a:ext>
              </a:extLst>
            </p:cNvPr>
            <p:cNvSpPr/>
            <p:nvPr/>
          </p:nvSpPr>
          <p:spPr>
            <a:xfrm>
              <a:off x="4376874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3960649C-2391-4B78-835F-64F4FCE12975}"/>
                </a:ext>
              </a:extLst>
            </p:cNvPr>
            <p:cNvSpPr/>
            <p:nvPr/>
          </p:nvSpPr>
          <p:spPr>
            <a:xfrm>
              <a:off x="3528460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A2FA932F-879C-4D70-81C0-4271899DCF07}"/>
                </a:ext>
              </a:extLst>
            </p:cNvPr>
            <p:cNvSpPr/>
            <p:nvPr/>
          </p:nvSpPr>
          <p:spPr>
            <a:xfrm>
              <a:off x="4376874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5B80C40A-8B0A-4332-AE4B-7D2D8B222002}"/>
                </a:ext>
              </a:extLst>
            </p:cNvPr>
            <p:cNvSpPr/>
            <p:nvPr/>
          </p:nvSpPr>
          <p:spPr>
            <a:xfrm>
              <a:off x="5225288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944F416B-899F-440A-84F7-5C2F0119B1F9}"/>
                </a:ext>
              </a:extLst>
            </p:cNvPr>
            <p:cNvSpPr/>
            <p:nvPr/>
          </p:nvSpPr>
          <p:spPr>
            <a:xfrm>
              <a:off x="5225288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AE5E60DD-2526-4301-98BC-212FDCA815DE}"/>
                </a:ext>
              </a:extLst>
            </p:cNvPr>
            <p:cNvSpPr/>
            <p:nvPr/>
          </p:nvSpPr>
          <p:spPr>
            <a:xfrm>
              <a:off x="5225288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295A5C29-F4B1-4C1B-9D7B-BE9D2B8B7D1B}"/>
                </a:ext>
              </a:extLst>
            </p:cNvPr>
            <p:cNvSpPr/>
            <p:nvPr/>
          </p:nvSpPr>
          <p:spPr>
            <a:xfrm>
              <a:off x="5225288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646C4373-D7F4-44C8-8A4F-10703712E742}"/>
                </a:ext>
              </a:extLst>
            </p:cNvPr>
            <p:cNvSpPr/>
            <p:nvPr/>
          </p:nvSpPr>
          <p:spPr>
            <a:xfrm>
              <a:off x="1831632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62A69-546F-415C-8D0C-7558260035B4}"/>
                </a:ext>
              </a:extLst>
            </p:cNvPr>
            <p:cNvSpPr/>
            <p:nvPr/>
          </p:nvSpPr>
          <p:spPr>
            <a:xfrm>
              <a:off x="2680046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F1552263-3887-4467-A8B3-048C8440512A}"/>
                </a:ext>
              </a:extLst>
            </p:cNvPr>
            <p:cNvSpPr/>
            <p:nvPr/>
          </p:nvSpPr>
          <p:spPr>
            <a:xfrm>
              <a:off x="3528460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056F669C-E331-4401-B39E-38EED799C35A}"/>
                </a:ext>
              </a:extLst>
            </p:cNvPr>
            <p:cNvSpPr/>
            <p:nvPr/>
          </p:nvSpPr>
          <p:spPr>
            <a:xfrm>
              <a:off x="4376874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7918395E-8CB9-4E94-B1AE-5308B244E566}"/>
                </a:ext>
              </a:extLst>
            </p:cNvPr>
            <p:cNvSpPr/>
            <p:nvPr/>
          </p:nvSpPr>
          <p:spPr>
            <a:xfrm>
              <a:off x="5225288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197" name="Freeform: Shape 196">
            <a:extLst>
              <a:ext uri="{FF2B5EF4-FFF2-40B4-BE49-F238E27FC236}">
                <a16:creationId xmlns:a16="http://schemas.microsoft.com/office/drawing/2014/main" id="{CC54B8BC-C588-4421-B8DC-FF9C6EB4ED40}"/>
              </a:ext>
            </a:extLst>
          </p:cNvPr>
          <p:cNvSpPr/>
          <p:nvPr/>
        </p:nvSpPr>
        <p:spPr>
          <a:xfrm rot="2607834" flipH="1">
            <a:off x="924558" y="4006729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98" name="Freeform: Shape 197">
            <a:extLst>
              <a:ext uri="{FF2B5EF4-FFF2-40B4-BE49-F238E27FC236}">
                <a16:creationId xmlns:a16="http://schemas.microsoft.com/office/drawing/2014/main" id="{271870F3-87C4-4E4A-9FAC-F9B2342503A6}"/>
              </a:ext>
            </a:extLst>
          </p:cNvPr>
          <p:cNvSpPr/>
          <p:nvPr/>
        </p:nvSpPr>
        <p:spPr>
          <a:xfrm rot="20876803">
            <a:off x="1714439" y="3038401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99" name="Freeform: Shape 198">
            <a:extLst>
              <a:ext uri="{FF2B5EF4-FFF2-40B4-BE49-F238E27FC236}">
                <a16:creationId xmlns:a16="http://schemas.microsoft.com/office/drawing/2014/main" id="{A7801175-069B-4B7A-9D7A-2AD16B9D3173}"/>
              </a:ext>
            </a:extLst>
          </p:cNvPr>
          <p:cNvSpPr/>
          <p:nvPr/>
        </p:nvSpPr>
        <p:spPr>
          <a:xfrm rot="20876803">
            <a:off x="1733648" y="1426515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4" name="Freeform: Shape 223">
            <a:extLst>
              <a:ext uri="{FF2B5EF4-FFF2-40B4-BE49-F238E27FC236}">
                <a16:creationId xmlns:a16="http://schemas.microsoft.com/office/drawing/2014/main" id="{D35FE6C1-E49B-4CA8-842E-91854CAABB24}"/>
              </a:ext>
            </a:extLst>
          </p:cNvPr>
          <p:cNvSpPr/>
          <p:nvPr/>
        </p:nvSpPr>
        <p:spPr>
          <a:xfrm rot="2700000">
            <a:off x="-40430" y="-64154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ED4A425A-EB89-4BC5-81F4-4F052D2CE4ED}"/>
              </a:ext>
            </a:extLst>
          </p:cNvPr>
          <p:cNvSpPr/>
          <p:nvPr/>
        </p:nvSpPr>
        <p:spPr>
          <a:xfrm rot="2607834" flipH="1">
            <a:off x="4271382" y="2320112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15" name="Freeform: Shape 114">
            <a:extLst>
              <a:ext uri="{FF2B5EF4-FFF2-40B4-BE49-F238E27FC236}">
                <a16:creationId xmlns:a16="http://schemas.microsoft.com/office/drawing/2014/main" id="{FCDCE8E4-A049-47B4-AF26-1F47EA9555F8}"/>
              </a:ext>
            </a:extLst>
          </p:cNvPr>
          <p:cNvSpPr/>
          <p:nvPr/>
        </p:nvSpPr>
        <p:spPr>
          <a:xfrm>
            <a:off x="2600086" y="1623690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AE73B771-B2EC-4E55-ACA9-670EB148865A}"/>
              </a:ext>
            </a:extLst>
          </p:cNvPr>
          <p:cNvSpPr/>
          <p:nvPr/>
        </p:nvSpPr>
        <p:spPr>
          <a:xfrm>
            <a:off x="3387908" y="3257808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297053E9-0DA2-491B-972F-A00ECCC511A8}"/>
              </a:ext>
            </a:extLst>
          </p:cNvPr>
          <p:cNvCxnSpPr>
            <a:cxnSpLocks/>
          </p:cNvCxnSpPr>
          <p:nvPr/>
        </p:nvCxnSpPr>
        <p:spPr>
          <a:xfrm rot="5400000">
            <a:off x="-1463007" y="2721533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C19953B3-0DA2-4B4F-AE68-70A0B72E31B1}"/>
              </a:ext>
            </a:extLst>
          </p:cNvPr>
          <p:cNvCxnSpPr>
            <a:cxnSpLocks/>
          </p:cNvCxnSpPr>
          <p:nvPr/>
        </p:nvCxnSpPr>
        <p:spPr>
          <a:xfrm rot="5400000">
            <a:off x="2748626" y="2721533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00A6CD6F-EA8A-4B87-BE6B-0E682257E483}"/>
              </a:ext>
            </a:extLst>
          </p:cNvPr>
          <p:cNvCxnSpPr>
            <a:cxnSpLocks/>
          </p:cNvCxnSpPr>
          <p:nvPr/>
        </p:nvCxnSpPr>
        <p:spPr>
          <a:xfrm rot="5400000">
            <a:off x="2373282" y="3164967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8294E55-B347-4295-A6A5-A184D5A32A1F}"/>
              </a:ext>
            </a:extLst>
          </p:cNvPr>
          <p:cNvCxnSpPr>
            <a:cxnSpLocks/>
          </p:cNvCxnSpPr>
          <p:nvPr/>
        </p:nvCxnSpPr>
        <p:spPr>
          <a:xfrm rot="10800000">
            <a:off x="1902481" y="3634818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33529E6D-7363-4A20-82C0-FF8AD6FA183B}"/>
              </a:ext>
            </a:extLst>
          </p:cNvPr>
          <p:cNvCxnSpPr>
            <a:cxnSpLocks/>
          </p:cNvCxnSpPr>
          <p:nvPr/>
        </p:nvCxnSpPr>
        <p:spPr>
          <a:xfrm rot="10800000">
            <a:off x="1902481" y="2761491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D8A73C3A-B2AA-4159-8C38-836268CCE0D1}"/>
              </a:ext>
            </a:extLst>
          </p:cNvPr>
          <p:cNvCxnSpPr>
            <a:cxnSpLocks/>
          </p:cNvCxnSpPr>
          <p:nvPr/>
        </p:nvCxnSpPr>
        <p:spPr>
          <a:xfrm rot="5400000">
            <a:off x="1524868" y="2329998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Multiplication Sign 140">
            <a:extLst>
              <a:ext uri="{FF2B5EF4-FFF2-40B4-BE49-F238E27FC236}">
                <a16:creationId xmlns:a16="http://schemas.microsoft.com/office/drawing/2014/main" id="{2F1CA4C0-3B2D-4737-9FD4-F861FAD428D4}"/>
              </a:ext>
            </a:extLst>
          </p:cNvPr>
          <p:cNvSpPr/>
          <p:nvPr/>
        </p:nvSpPr>
        <p:spPr>
          <a:xfrm>
            <a:off x="3397989" y="4777930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48" name="Multiplication Sign 147">
            <a:extLst>
              <a:ext uri="{FF2B5EF4-FFF2-40B4-BE49-F238E27FC236}">
                <a16:creationId xmlns:a16="http://schemas.microsoft.com/office/drawing/2014/main" id="{031B58EF-80C3-4ED6-842E-486CA6E8878C}"/>
              </a:ext>
            </a:extLst>
          </p:cNvPr>
          <p:cNvSpPr/>
          <p:nvPr/>
        </p:nvSpPr>
        <p:spPr>
          <a:xfrm>
            <a:off x="489319" y="-98171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8" name="Multiplication Sign 167">
            <a:extLst>
              <a:ext uri="{FF2B5EF4-FFF2-40B4-BE49-F238E27FC236}">
                <a16:creationId xmlns:a16="http://schemas.microsoft.com/office/drawing/2014/main" id="{FDFA31C6-B59B-4284-8413-F4AB2167774B}"/>
              </a:ext>
            </a:extLst>
          </p:cNvPr>
          <p:cNvSpPr/>
          <p:nvPr/>
        </p:nvSpPr>
        <p:spPr>
          <a:xfrm>
            <a:off x="2676308" y="-86435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Freeform: Shape 168">
            <a:extLst>
              <a:ext uri="{FF2B5EF4-FFF2-40B4-BE49-F238E27FC236}">
                <a16:creationId xmlns:a16="http://schemas.microsoft.com/office/drawing/2014/main" id="{2321BB52-D23D-494C-A298-092092FD7B33}"/>
              </a:ext>
            </a:extLst>
          </p:cNvPr>
          <p:cNvSpPr/>
          <p:nvPr/>
        </p:nvSpPr>
        <p:spPr>
          <a:xfrm rot="2700000">
            <a:off x="879291" y="2429950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F63B00BF-2436-4B73-AB0E-1692FD242673}"/>
              </a:ext>
            </a:extLst>
          </p:cNvPr>
          <p:cNvCxnSpPr>
            <a:cxnSpLocks/>
          </p:cNvCxnSpPr>
          <p:nvPr/>
        </p:nvCxnSpPr>
        <p:spPr>
          <a:xfrm>
            <a:off x="267782" y="4444074"/>
            <a:ext cx="4233822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BA8D176E-44F7-4A9C-A16B-144227A1F8DB}"/>
              </a:ext>
            </a:extLst>
          </p:cNvPr>
          <p:cNvCxnSpPr>
            <a:cxnSpLocks/>
          </p:cNvCxnSpPr>
          <p:nvPr/>
        </p:nvCxnSpPr>
        <p:spPr>
          <a:xfrm>
            <a:off x="267782" y="1050878"/>
            <a:ext cx="4233822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Freeform: Shape 172">
            <a:extLst>
              <a:ext uri="{FF2B5EF4-FFF2-40B4-BE49-F238E27FC236}">
                <a16:creationId xmlns:a16="http://schemas.microsoft.com/office/drawing/2014/main" id="{D9FB3D6D-81A7-47AC-A253-74FF0CEB4F2C}"/>
              </a:ext>
            </a:extLst>
          </p:cNvPr>
          <p:cNvSpPr/>
          <p:nvPr/>
        </p:nvSpPr>
        <p:spPr>
          <a:xfrm>
            <a:off x="3397989" y="1623690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79" name="Freeform: Shape 178">
            <a:extLst>
              <a:ext uri="{FF2B5EF4-FFF2-40B4-BE49-F238E27FC236}">
                <a16:creationId xmlns:a16="http://schemas.microsoft.com/office/drawing/2014/main" id="{CFC0D7B5-3E1E-48E9-B9EB-06D49F300099}"/>
              </a:ext>
            </a:extLst>
          </p:cNvPr>
          <p:cNvSpPr/>
          <p:nvPr/>
        </p:nvSpPr>
        <p:spPr>
          <a:xfrm rot="2700000">
            <a:off x="3349467" y="-74289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9531581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584A33F-5A5B-437B-9988-A83C7880CF1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Circle: Hollow 131">
            <a:extLst>
              <a:ext uri="{FF2B5EF4-FFF2-40B4-BE49-F238E27FC236}">
                <a16:creationId xmlns:a16="http://schemas.microsoft.com/office/drawing/2014/main" id="{93F7CED2-A621-40FF-A0A4-77073F4063A7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411DE218-01FA-4569-9E4B-C0F21EF067B9}"/>
              </a:ext>
            </a:extLst>
          </p:cNvPr>
          <p:cNvGrpSpPr/>
          <p:nvPr/>
        </p:nvGrpSpPr>
        <p:grpSpPr>
          <a:xfrm>
            <a:off x="259534" y="177990"/>
            <a:ext cx="4242070" cy="4216805"/>
            <a:chOff x="1831632" y="-207902"/>
            <a:chExt cx="4242070" cy="4216805"/>
          </a:xfrm>
        </p:grpSpPr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92851420-4ABD-44A8-A1DA-0623E6F99C04}"/>
                </a:ext>
              </a:extLst>
            </p:cNvPr>
            <p:cNvSpPr/>
            <p:nvPr/>
          </p:nvSpPr>
          <p:spPr>
            <a:xfrm>
              <a:off x="1831632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9613FAA4-7ECD-4CCB-AF51-2E6BFB37686D}"/>
                </a:ext>
              </a:extLst>
            </p:cNvPr>
            <p:cNvSpPr/>
            <p:nvPr/>
          </p:nvSpPr>
          <p:spPr>
            <a:xfrm>
              <a:off x="2680046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69CC8CE3-9723-4836-BCBE-5C4BE63EBAED}"/>
                </a:ext>
              </a:extLst>
            </p:cNvPr>
            <p:cNvSpPr/>
            <p:nvPr/>
          </p:nvSpPr>
          <p:spPr>
            <a:xfrm>
              <a:off x="1831632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13C746BD-7E2F-4551-BE1D-4594D440E850}"/>
                </a:ext>
              </a:extLst>
            </p:cNvPr>
            <p:cNvSpPr/>
            <p:nvPr/>
          </p:nvSpPr>
          <p:spPr>
            <a:xfrm>
              <a:off x="2680046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D8287F49-8831-4B0A-925B-CA6817807E93}"/>
                </a:ext>
              </a:extLst>
            </p:cNvPr>
            <p:cNvSpPr/>
            <p:nvPr/>
          </p:nvSpPr>
          <p:spPr>
            <a:xfrm>
              <a:off x="3528460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BCAE48A4-4D6D-44C0-B60B-E586624FC9EE}"/>
                </a:ext>
              </a:extLst>
            </p:cNvPr>
            <p:cNvSpPr/>
            <p:nvPr/>
          </p:nvSpPr>
          <p:spPr>
            <a:xfrm>
              <a:off x="4376874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BFBCD8BD-4C57-444F-9B05-CAB942BFD1CC}"/>
                </a:ext>
              </a:extLst>
            </p:cNvPr>
            <p:cNvSpPr/>
            <p:nvPr/>
          </p:nvSpPr>
          <p:spPr>
            <a:xfrm>
              <a:off x="3528460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67000E30-8B22-4D83-BF64-040DAADF738A}"/>
                </a:ext>
              </a:extLst>
            </p:cNvPr>
            <p:cNvSpPr/>
            <p:nvPr/>
          </p:nvSpPr>
          <p:spPr>
            <a:xfrm>
              <a:off x="4376874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1F505AEA-C510-4346-90B4-A1870D443630}"/>
                </a:ext>
              </a:extLst>
            </p:cNvPr>
            <p:cNvSpPr/>
            <p:nvPr/>
          </p:nvSpPr>
          <p:spPr>
            <a:xfrm>
              <a:off x="1831632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5FE6E4FA-7C31-4DD7-96B0-688051B2408B}"/>
                </a:ext>
              </a:extLst>
            </p:cNvPr>
            <p:cNvSpPr/>
            <p:nvPr/>
          </p:nvSpPr>
          <p:spPr>
            <a:xfrm>
              <a:off x="2680046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8" name="Rectangle 177">
              <a:extLst>
                <a:ext uri="{FF2B5EF4-FFF2-40B4-BE49-F238E27FC236}">
                  <a16:creationId xmlns:a16="http://schemas.microsoft.com/office/drawing/2014/main" id="{8AE35B83-0714-4ADB-AEAF-B09E6EDC7C5E}"/>
                </a:ext>
              </a:extLst>
            </p:cNvPr>
            <p:cNvSpPr/>
            <p:nvPr/>
          </p:nvSpPr>
          <p:spPr>
            <a:xfrm>
              <a:off x="1831632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C32EE83-9E45-49DD-BF24-BE93C6CA9731}"/>
                </a:ext>
              </a:extLst>
            </p:cNvPr>
            <p:cNvSpPr/>
            <p:nvPr/>
          </p:nvSpPr>
          <p:spPr>
            <a:xfrm>
              <a:off x="2680046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DA51DBE3-3F56-4293-A82C-3FB367EE6964}"/>
                </a:ext>
              </a:extLst>
            </p:cNvPr>
            <p:cNvSpPr/>
            <p:nvPr/>
          </p:nvSpPr>
          <p:spPr>
            <a:xfrm>
              <a:off x="3528460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39344260-B300-4BE0-AF38-2308DEEEB15B}"/>
                </a:ext>
              </a:extLst>
            </p:cNvPr>
            <p:cNvSpPr/>
            <p:nvPr/>
          </p:nvSpPr>
          <p:spPr>
            <a:xfrm>
              <a:off x="4376874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9DBE506F-4F00-46CF-B86C-5E6E43CB080D}"/>
                </a:ext>
              </a:extLst>
            </p:cNvPr>
            <p:cNvSpPr/>
            <p:nvPr/>
          </p:nvSpPr>
          <p:spPr>
            <a:xfrm>
              <a:off x="3528460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35FF6A54-0914-41B1-8C4F-6697B93EB624}"/>
                </a:ext>
              </a:extLst>
            </p:cNvPr>
            <p:cNvSpPr/>
            <p:nvPr/>
          </p:nvSpPr>
          <p:spPr>
            <a:xfrm>
              <a:off x="4376874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A82A8231-C55D-443D-AB79-2125FD7312FC}"/>
                </a:ext>
              </a:extLst>
            </p:cNvPr>
            <p:cNvSpPr/>
            <p:nvPr/>
          </p:nvSpPr>
          <p:spPr>
            <a:xfrm>
              <a:off x="5225288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BBD48960-6B1D-4F1A-83F7-3F572D80186D}"/>
                </a:ext>
              </a:extLst>
            </p:cNvPr>
            <p:cNvSpPr/>
            <p:nvPr/>
          </p:nvSpPr>
          <p:spPr>
            <a:xfrm>
              <a:off x="5225288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2D4C87A5-2D8A-452C-AE94-A88557AA89AC}"/>
                </a:ext>
              </a:extLst>
            </p:cNvPr>
            <p:cNvSpPr/>
            <p:nvPr/>
          </p:nvSpPr>
          <p:spPr>
            <a:xfrm>
              <a:off x="5225288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148B9044-B977-437B-9A15-F99EB196F9CB}"/>
                </a:ext>
              </a:extLst>
            </p:cNvPr>
            <p:cNvSpPr/>
            <p:nvPr/>
          </p:nvSpPr>
          <p:spPr>
            <a:xfrm>
              <a:off x="5225288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2A07CC14-F78C-4244-AF2F-54A5126BD9CB}"/>
                </a:ext>
              </a:extLst>
            </p:cNvPr>
            <p:cNvSpPr/>
            <p:nvPr/>
          </p:nvSpPr>
          <p:spPr>
            <a:xfrm>
              <a:off x="1831632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5D39EB82-77E6-4FDE-AD8B-9018361534B9}"/>
                </a:ext>
              </a:extLst>
            </p:cNvPr>
            <p:cNvSpPr/>
            <p:nvPr/>
          </p:nvSpPr>
          <p:spPr>
            <a:xfrm>
              <a:off x="2680046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7456E22F-CF0E-47A1-A098-C53092C5D6CA}"/>
                </a:ext>
              </a:extLst>
            </p:cNvPr>
            <p:cNvSpPr/>
            <p:nvPr/>
          </p:nvSpPr>
          <p:spPr>
            <a:xfrm>
              <a:off x="3528460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CE0973B8-7B8B-43A5-B5B8-5658C2355732}"/>
                </a:ext>
              </a:extLst>
            </p:cNvPr>
            <p:cNvSpPr/>
            <p:nvPr/>
          </p:nvSpPr>
          <p:spPr>
            <a:xfrm>
              <a:off x="4376874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322AD8D5-DC8C-401E-BD6A-7A2E1EBAD099}"/>
                </a:ext>
              </a:extLst>
            </p:cNvPr>
            <p:cNvSpPr/>
            <p:nvPr/>
          </p:nvSpPr>
          <p:spPr>
            <a:xfrm>
              <a:off x="5225288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68" name="Rectangle 67">
            <a:extLst>
              <a:ext uri="{FF2B5EF4-FFF2-40B4-BE49-F238E27FC236}">
                <a16:creationId xmlns:a16="http://schemas.microsoft.com/office/drawing/2014/main" id="{D0C8A331-4AB8-4240-A2C5-E2C00E2E4C25}"/>
              </a:ext>
            </a:extLst>
          </p:cNvPr>
          <p:cNvSpPr/>
          <p:nvPr/>
        </p:nvSpPr>
        <p:spPr>
          <a:xfrm>
            <a:off x="137256" y="-719235"/>
            <a:ext cx="481894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</a:pPr>
            <a:r>
              <a:rPr lang="pt-PT" sz="2400" dirty="0" err="1"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b="1" dirty="0">
                <a:solidFill>
                  <a:srgbClr val="99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Apple</a:t>
            </a: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dirty="0" err="1">
                <a:latin typeface="Arial" panose="020B0604020202020204" pitchFamily="34" charset="0"/>
                <a:cs typeface="Arial" panose="020B0604020202020204" pitchFamily="34" charset="0"/>
              </a:rPr>
              <a:t>shape</a:t>
            </a: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dirty="0" err="1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dirty="0" err="1"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dirty="0" err="1">
                <a:latin typeface="Arial" panose="020B0604020202020204" pitchFamily="34" charset="0"/>
                <a:cs typeface="Arial" panose="020B0604020202020204" pitchFamily="34" charset="0"/>
              </a:rPr>
              <a:t>symmetric</a:t>
            </a: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C60EE597-9A79-4C77-8531-EA4F282FFBF6}"/>
              </a:ext>
            </a:extLst>
          </p:cNvPr>
          <p:cNvSpPr/>
          <p:nvPr/>
        </p:nvSpPr>
        <p:spPr>
          <a:xfrm rot="2607834" flipH="1">
            <a:off x="4271382" y="2320112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A77A13F0-8F8C-4575-A662-6BE95AEA6D03}"/>
              </a:ext>
            </a:extLst>
          </p:cNvPr>
          <p:cNvSpPr/>
          <p:nvPr/>
        </p:nvSpPr>
        <p:spPr>
          <a:xfrm rot="2607834" flipH="1">
            <a:off x="924558" y="4006729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C10F9E7D-B2A6-4808-B056-ECD99F58E269}"/>
              </a:ext>
            </a:extLst>
          </p:cNvPr>
          <p:cNvSpPr/>
          <p:nvPr/>
        </p:nvSpPr>
        <p:spPr>
          <a:xfrm rot="20876803">
            <a:off x="1714439" y="3038401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4481FC86-518E-4A6C-8592-F0B2C6FC5716}"/>
              </a:ext>
            </a:extLst>
          </p:cNvPr>
          <p:cNvSpPr/>
          <p:nvPr/>
        </p:nvSpPr>
        <p:spPr>
          <a:xfrm rot="20876803">
            <a:off x="1733648" y="1426515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17" name="Freeform: Shape 216">
            <a:extLst>
              <a:ext uri="{FF2B5EF4-FFF2-40B4-BE49-F238E27FC236}">
                <a16:creationId xmlns:a16="http://schemas.microsoft.com/office/drawing/2014/main" id="{1C6EBDAB-6615-41A3-AE7A-584B8E225812}"/>
              </a:ext>
            </a:extLst>
          </p:cNvPr>
          <p:cNvSpPr/>
          <p:nvPr/>
        </p:nvSpPr>
        <p:spPr>
          <a:xfrm rot="20876803">
            <a:off x="11356172" y="3208011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19" name="Freeform: Shape 218">
            <a:extLst>
              <a:ext uri="{FF2B5EF4-FFF2-40B4-BE49-F238E27FC236}">
                <a16:creationId xmlns:a16="http://schemas.microsoft.com/office/drawing/2014/main" id="{0054E29E-C34C-48EF-A6E9-54E16349D850}"/>
              </a:ext>
            </a:extLst>
          </p:cNvPr>
          <p:cNvSpPr/>
          <p:nvPr/>
        </p:nvSpPr>
        <p:spPr>
          <a:xfrm rot="2607834" flipH="1">
            <a:off x="6024417" y="3484630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20" name="Freeform: Shape 219">
            <a:extLst>
              <a:ext uri="{FF2B5EF4-FFF2-40B4-BE49-F238E27FC236}">
                <a16:creationId xmlns:a16="http://schemas.microsoft.com/office/drawing/2014/main" id="{C6475E64-D739-4FFE-B590-DCA1B523979C}"/>
              </a:ext>
            </a:extLst>
          </p:cNvPr>
          <p:cNvSpPr/>
          <p:nvPr/>
        </p:nvSpPr>
        <p:spPr>
          <a:xfrm rot="2700000">
            <a:off x="4215092" y="4775517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B5867129-3B1E-4978-9CF7-83D0114BE6B5}"/>
              </a:ext>
            </a:extLst>
          </p:cNvPr>
          <p:cNvCxnSpPr>
            <a:cxnSpLocks/>
          </p:cNvCxnSpPr>
          <p:nvPr/>
        </p:nvCxnSpPr>
        <p:spPr>
          <a:xfrm>
            <a:off x="1072485" y="4394795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861815D8-0137-4F1E-B7DF-85EDA1D571EB}"/>
              </a:ext>
            </a:extLst>
          </p:cNvPr>
          <p:cNvSpPr/>
          <p:nvPr/>
        </p:nvSpPr>
        <p:spPr>
          <a:xfrm rot="2700000">
            <a:off x="-19286" y="-108565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57" name="Freeform: Shape 156">
            <a:extLst>
              <a:ext uri="{FF2B5EF4-FFF2-40B4-BE49-F238E27FC236}">
                <a16:creationId xmlns:a16="http://schemas.microsoft.com/office/drawing/2014/main" id="{C81AFF9F-EDFE-4D3D-80DE-BCABCE4C0E04}"/>
              </a:ext>
            </a:extLst>
          </p:cNvPr>
          <p:cNvSpPr/>
          <p:nvPr/>
        </p:nvSpPr>
        <p:spPr>
          <a:xfrm>
            <a:off x="2600086" y="1623690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58" name="Freeform: Shape 157">
            <a:extLst>
              <a:ext uri="{FF2B5EF4-FFF2-40B4-BE49-F238E27FC236}">
                <a16:creationId xmlns:a16="http://schemas.microsoft.com/office/drawing/2014/main" id="{1150DC1F-4692-4CC6-BDB3-1302F1A0E882}"/>
              </a:ext>
            </a:extLst>
          </p:cNvPr>
          <p:cNvSpPr/>
          <p:nvPr/>
        </p:nvSpPr>
        <p:spPr>
          <a:xfrm>
            <a:off x="3387908" y="3257808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59" name="Freeform: Shape 158">
            <a:extLst>
              <a:ext uri="{FF2B5EF4-FFF2-40B4-BE49-F238E27FC236}">
                <a16:creationId xmlns:a16="http://schemas.microsoft.com/office/drawing/2014/main" id="{FA39B27F-344B-4C9F-83B1-8C1A52CFA2DB}"/>
              </a:ext>
            </a:extLst>
          </p:cNvPr>
          <p:cNvSpPr/>
          <p:nvPr/>
        </p:nvSpPr>
        <p:spPr>
          <a:xfrm rot="2700000">
            <a:off x="3426660" y="-74289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41B43BA2-46D3-4A77-BF8E-C8D3F429DB44}"/>
              </a:ext>
            </a:extLst>
          </p:cNvPr>
          <p:cNvSpPr/>
          <p:nvPr/>
        </p:nvSpPr>
        <p:spPr>
          <a:xfrm>
            <a:off x="7875540" y="3472246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F9B25512-9C02-4AF9-8A1D-D7ADDC584469}"/>
              </a:ext>
            </a:extLst>
          </p:cNvPr>
          <p:cNvCxnSpPr>
            <a:cxnSpLocks/>
          </p:cNvCxnSpPr>
          <p:nvPr/>
        </p:nvCxnSpPr>
        <p:spPr>
          <a:xfrm rot="10800000">
            <a:off x="144470" y="1004763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83326510-118E-42E5-A558-D87711AFAF3F}"/>
              </a:ext>
            </a:extLst>
          </p:cNvPr>
          <p:cNvCxnSpPr>
            <a:cxnSpLocks/>
          </p:cNvCxnSpPr>
          <p:nvPr/>
        </p:nvCxnSpPr>
        <p:spPr>
          <a:xfrm rot="10800000">
            <a:off x="1085348" y="192152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D0BD3305-13FB-483B-B68C-9C2F1A7A273F}"/>
              </a:ext>
            </a:extLst>
          </p:cNvPr>
          <p:cNvCxnSpPr>
            <a:cxnSpLocks/>
          </p:cNvCxnSpPr>
          <p:nvPr/>
        </p:nvCxnSpPr>
        <p:spPr>
          <a:xfrm rot="5400000">
            <a:off x="612623" y="591542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26AC2CA6-D54B-48EF-911F-30C0D24E2940}"/>
              </a:ext>
            </a:extLst>
          </p:cNvPr>
          <p:cNvCxnSpPr>
            <a:cxnSpLocks/>
          </p:cNvCxnSpPr>
          <p:nvPr/>
        </p:nvCxnSpPr>
        <p:spPr>
          <a:xfrm rot="5400000">
            <a:off x="249444" y="1900531"/>
            <a:ext cx="3445081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1EED4B5C-1AE2-4FBF-9D4A-33757773458A}"/>
              </a:ext>
            </a:extLst>
          </p:cNvPr>
          <p:cNvCxnSpPr>
            <a:cxnSpLocks/>
          </p:cNvCxnSpPr>
          <p:nvPr/>
        </p:nvCxnSpPr>
        <p:spPr>
          <a:xfrm rot="5400000">
            <a:off x="3648303" y="3546381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Multiplication Sign 206">
            <a:extLst>
              <a:ext uri="{FF2B5EF4-FFF2-40B4-BE49-F238E27FC236}">
                <a16:creationId xmlns:a16="http://schemas.microsoft.com/office/drawing/2014/main" id="{6604D0B1-C46D-4533-B4E3-3FC26A50F04A}"/>
              </a:ext>
            </a:extLst>
          </p:cNvPr>
          <p:cNvSpPr/>
          <p:nvPr/>
        </p:nvSpPr>
        <p:spPr>
          <a:xfrm>
            <a:off x="2430247" y="3634786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9" name="Multiplication Sign 208">
            <a:extLst>
              <a:ext uri="{FF2B5EF4-FFF2-40B4-BE49-F238E27FC236}">
                <a16:creationId xmlns:a16="http://schemas.microsoft.com/office/drawing/2014/main" id="{CCCDFC50-2EDC-4947-8301-BA92219F2AEA}"/>
              </a:ext>
            </a:extLst>
          </p:cNvPr>
          <p:cNvSpPr/>
          <p:nvPr/>
        </p:nvSpPr>
        <p:spPr>
          <a:xfrm>
            <a:off x="3397989" y="4777930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E8920990-EB7B-44A1-A0AF-2B9010B0588E}"/>
              </a:ext>
            </a:extLst>
          </p:cNvPr>
          <p:cNvCxnSpPr>
            <a:cxnSpLocks/>
          </p:cNvCxnSpPr>
          <p:nvPr/>
        </p:nvCxnSpPr>
        <p:spPr>
          <a:xfrm rot="10800000">
            <a:off x="174853" y="3546381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Freeform: Shape 210">
            <a:extLst>
              <a:ext uri="{FF2B5EF4-FFF2-40B4-BE49-F238E27FC236}">
                <a16:creationId xmlns:a16="http://schemas.microsoft.com/office/drawing/2014/main" id="{7275E9A5-D9A8-4980-9578-1E74AA723BB6}"/>
              </a:ext>
            </a:extLst>
          </p:cNvPr>
          <p:cNvSpPr/>
          <p:nvPr/>
        </p:nvSpPr>
        <p:spPr>
          <a:xfrm rot="2700000">
            <a:off x="879291" y="2429950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2573C4F7-8870-4E5D-BEED-FD7900124CDB}"/>
              </a:ext>
            </a:extLst>
          </p:cNvPr>
          <p:cNvCxnSpPr>
            <a:cxnSpLocks/>
          </p:cNvCxnSpPr>
          <p:nvPr/>
        </p:nvCxnSpPr>
        <p:spPr>
          <a:xfrm rot="5400000">
            <a:off x="-1110997" y="2291334"/>
            <a:ext cx="2645493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Freeform: Shape 214">
            <a:extLst>
              <a:ext uri="{FF2B5EF4-FFF2-40B4-BE49-F238E27FC236}">
                <a16:creationId xmlns:a16="http://schemas.microsoft.com/office/drawing/2014/main" id="{C281B2D8-7C34-44EA-9FCC-E8A142EF01F3}"/>
              </a:ext>
            </a:extLst>
          </p:cNvPr>
          <p:cNvSpPr/>
          <p:nvPr/>
        </p:nvSpPr>
        <p:spPr>
          <a:xfrm>
            <a:off x="3429121" y="1623690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09613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584A33F-5A5B-437B-9988-A83C7880CF1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03166" y="641443"/>
            <a:ext cx="1738526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Circle: Hollow 131">
            <a:extLst>
              <a:ext uri="{FF2B5EF4-FFF2-40B4-BE49-F238E27FC236}">
                <a16:creationId xmlns:a16="http://schemas.microsoft.com/office/drawing/2014/main" id="{93F7CED2-A621-40FF-A0A4-77073F4063A7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217" name="Freeform: Shape 216">
            <a:extLst>
              <a:ext uri="{FF2B5EF4-FFF2-40B4-BE49-F238E27FC236}">
                <a16:creationId xmlns:a16="http://schemas.microsoft.com/office/drawing/2014/main" id="{1C6EBDAB-6615-41A3-AE7A-584B8E225812}"/>
              </a:ext>
            </a:extLst>
          </p:cNvPr>
          <p:cNvSpPr/>
          <p:nvPr/>
        </p:nvSpPr>
        <p:spPr>
          <a:xfrm rot="20876803">
            <a:off x="11356172" y="3208011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19" name="Freeform: Shape 218">
            <a:extLst>
              <a:ext uri="{FF2B5EF4-FFF2-40B4-BE49-F238E27FC236}">
                <a16:creationId xmlns:a16="http://schemas.microsoft.com/office/drawing/2014/main" id="{0054E29E-C34C-48EF-A6E9-54E16349D850}"/>
              </a:ext>
            </a:extLst>
          </p:cNvPr>
          <p:cNvSpPr/>
          <p:nvPr/>
        </p:nvSpPr>
        <p:spPr>
          <a:xfrm rot="2607834" flipH="1">
            <a:off x="6024417" y="3484630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20" name="Freeform: Shape 219">
            <a:extLst>
              <a:ext uri="{FF2B5EF4-FFF2-40B4-BE49-F238E27FC236}">
                <a16:creationId xmlns:a16="http://schemas.microsoft.com/office/drawing/2014/main" id="{C6475E64-D739-4FFE-B590-DCA1B523979C}"/>
              </a:ext>
            </a:extLst>
          </p:cNvPr>
          <p:cNvSpPr/>
          <p:nvPr/>
        </p:nvSpPr>
        <p:spPr>
          <a:xfrm rot="2700000">
            <a:off x="4215092" y="4775517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2C342C4-103A-4BBD-8E10-D7EEAA4BB403}"/>
              </a:ext>
            </a:extLst>
          </p:cNvPr>
          <p:cNvSpPr/>
          <p:nvPr/>
        </p:nvSpPr>
        <p:spPr>
          <a:xfrm>
            <a:off x="137256" y="-719235"/>
            <a:ext cx="393152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</a:pP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pt-PT" sz="2400" b="1" dirty="0">
                <a:solidFill>
                  <a:srgbClr val="6699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Pear</a:t>
            </a: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dirty="0" err="1">
                <a:latin typeface="Arial" panose="020B0604020202020204" pitchFamily="34" charset="0"/>
                <a:cs typeface="Arial" panose="020B0604020202020204" pitchFamily="34" charset="0"/>
              </a:rPr>
              <a:t>shape</a:t>
            </a: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dirty="0" err="1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400" dirty="0" err="1">
                <a:latin typeface="Arial" panose="020B0604020202020204" pitchFamily="34" charset="0"/>
                <a:cs typeface="Arial" panose="020B0604020202020204" pitchFamily="34" charset="0"/>
              </a:rPr>
              <a:t>symmetric</a:t>
            </a: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CA24CC43-FA26-45F4-9AF6-048C28F215E8}"/>
              </a:ext>
            </a:extLst>
          </p:cNvPr>
          <p:cNvGrpSpPr/>
          <p:nvPr/>
        </p:nvGrpSpPr>
        <p:grpSpPr>
          <a:xfrm>
            <a:off x="259534" y="177990"/>
            <a:ext cx="4242070" cy="4216805"/>
            <a:chOff x="1831632" y="-207902"/>
            <a:chExt cx="4242070" cy="4216805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AF60AC70-313C-46B6-BE55-F1842EE3E876}"/>
                </a:ext>
              </a:extLst>
            </p:cNvPr>
            <p:cNvSpPr/>
            <p:nvPr/>
          </p:nvSpPr>
          <p:spPr>
            <a:xfrm>
              <a:off x="1831632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0D67A638-3569-4166-9070-92AFC83CAE42}"/>
                </a:ext>
              </a:extLst>
            </p:cNvPr>
            <p:cNvSpPr/>
            <p:nvPr/>
          </p:nvSpPr>
          <p:spPr>
            <a:xfrm>
              <a:off x="2680046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470C78E4-6890-47C6-816B-8F57F708B592}"/>
                </a:ext>
              </a:extLst>
            </p:cNvPr>
            <p:cNvSpPr/>
            <p:nvPr/>
          </p:nvSpPr>
          <p:spPr>
            <a:xfrm>
              <a:off x="1831632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042B8DDA-7EAF-4AAD-B663-B4365E6FE7D7}"/>
                </a:ext>
              </a:extLst>
            </p:cNvPr>
            <p:cNvSpPr/>
            <p:nvPr/>
          </p:nvSpPr>
          <p:spPr>
            <a:xfrm>
              <a:off x="2680046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174ACFA4-21F5-47A8-BB8A-CEFE4ADE2323}"/>
                </a:ext>
              </a:extLst>
            </p:cNvPr>
            <p:cNvSpPr/>
            <p:nvPr/>
          </p:nvSpPr>
          <p:spPr>
            <a:xfrm>
              <a:off x="3528460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EF4F981A-F679-4852-9CEF-B1134F091120}"/>
                </a:ext>
              </a:extLst>
            </p:cNvPr>
            <p:cNvSpPr/>
            <p:nvPr/>
          </p:nvSpPr>
          <p:spPr>
            <a:xfrm>
              <a:off x="4376874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AC7C019-0710-4EA5-BBD0-FEA09CBB9638}"/>
                </a:ext>
              </a:extLst>
            </p:cNvPr>
            <p:cNvSpPr/>
            <p:nvPr/>
          </p:nvSpPr>
          <p:spPr>
            <a:xfrm>
              <a:off x="3528460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546118EC-9D80-4DB1-B1DE-96551FC31B18}"/>
                </a:ext>
              </a:extLst>
            </p:cNvPr>
            <p:cNvSpPr/>
            <p:nvPr/>
          </p:nvSpPr>
          <p:spPr>
            <a:xfrm>
              <a:off x="4376874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A38883CB-0C56-4F62-B2AF-869C334FE13B}"/>
                </a:ext>
              </a:extLst>
            </p:cNvPr>
            <p:cNvSpPr/>
            <p:nvPr/>
          </p:nvSpPr>
          <p:spPr>
            <a:xfrm>
              <a:off x="1831632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1E82ABF-1AA3-4BE2-AB9E-B5BC97E721EF}"/>
                </a:ext>
              </a:extLst>
            </p:cNvPr>
            <p:cNvSpPr/>
            <p:nvPr/>
          </p:nvSpPr>
          <p:spPr>
            <a:xfrm>
              <a:off x="2680046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1339807B-2027-412D-B427-B3344D4F007C}"/>
                </a:ext>
              </a:extLst>
            </p:cNvPr>
            <p:cNvSpPr/>
            <p:nvPr/>
          </p:nvSpPr>
          <p:spPr>
            <a:xfrm>
              <a:off x="1831632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8C0890FA-0EC3-4271-8972-3EA0277C85B4}"/>
                </a:ext>
              </a:extLst>
            </p:cNvPr>
            <p:cNvSpPr/>
            <p:nvPr/>
          </p:nvSpPr>
          <p:spPr>
            <a:xfrm>
              <a:off x="2680046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C3F78FB7-490F-4430-9E8A-19B8EBDAC8DB}"/>
                </a:ext>
              </a:extLst>
            </p:cNvPr>
            <p:cNvSpPr/>
            <p:nvPr/>
          </p:nvSpPr>
          <p:spPr>
            <a:xfrm>
              <a:off x="3528460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0C39E4F5-BB5A-45EA-8C16-DA35F4019C8D}"/>
                </a:ext>
              </a:extLst>
            </p:cNvPr>
            <p:cNvSpPr/>
            <p:nvPr/>
          </p:nvSpPr>
          <p:spPr>
            <a:xfrm>
              <a:off x="4376874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3960649C-2391-4B78-835F-64F4FCE12975}"/>
                </a:ext>
              </a:extLst>
            </p:cNvPr>
            <p:cNvSpPr/>
            <p:nvPr/>
          </p:nvSpPr>
          <p:spPr>
            <a:xfrm>
              <a:off x="3528460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A2FA932F-879C-4D70-81C0-4271899DCF07}"/>
                </a:ext>
              </a:extLst>
            </p:cNvPr>
            <p:cNvSpPr/>
            <p:nvPr/>
          </p:nvSpPr>
          <p:spPr>
            <a:xfrm>
              <a:off x="4376874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5B80C40A-8B0A-4332-AE4B-7D2D8B222002}"/>
                </a:ext>
              </a:extLst>
            </p:cNvPr>
            <p:cNvSpPr/>
            <p:nvPr/>
          </p:nvSpPr>
          <p:spPr>
            <a:xfrm>
              <a:off x="5225288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944F416B-899F-440A-84F7-5C2F0119B1F9}"/>
                </a:ext>
              </a:extLst>
            </p:cNvPr>
            <p:cNvSpPr/>
            <p:nvPr/>
          </p:nvSpPr>
          <p:spPr>
            <a:xfrm>
              <a:off x="5225288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AE5E60DD-2526-4301-98BC-212FDCA815DE}"/>
                </a:ext>
              </a:extLst>
            </p:cNvPr>
            <p:cNvSpPr/>
            <p:nvPr/>
          </p:nvSpPr>
          <p:spPr>
            <a:xfrm>
              <a:off x="5225288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295A5C29-F4B1-4C1B-9D7B-BE9D2B8B7D1B}"/>
                </a:ext>
              </a:extLst>
            </p:cNvPr>
            <p:cNvSpPr/>
            <p:nvPr/>
          </p:nvSpPr>
          <p:spPr>
            <a:xfrm>
              <a:off x="5225288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646C4373-D7F4-44C8-8A4F-10703712E742}"/>
                </a:ext>
              </a:extLst>
            </p:cNvPr>
            <p:cNvSpPr/>
            <p:nvPr/>
          </p:nvSpPr>
          <p:spPr>
            <a:xfrm>
              <a:off x="1831632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62A69-546F-415C-8D0C-7558260035B4}"/>
                </a:ext>
              </a:extLst>
            </p:cNvPr>
            <p:cNvSpPr/>
            <p:nvPr/>
          </p:nvSpPr>
          <p:spPr>
            <a:xfrm>
              <a:off x="2680046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F1552263-3887-4467-A8B3-048C8440512A}"/>
                </a:ext>
              </a:extLst>
            </p:cNvPr>
            <p:cNvSpPr/>
            <p:nvPr/>
          </p:nvSpPr>
          <p:spPr>
            <a:xfrm>
              <a:off x="3528460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056F669C-E331-4401-B39E-38EED799C35A}"/>
                </a:ext>
              </a:extLst>
            </p:cNvPr>
            <p:cNvSpPr/>
            <p:nvPr/>
          </p:nvSpPr>
          <p:spPr>
            <a:xfrm>
              <a:off x="4376874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7918395E-8CB9-4E94-B1AE-5308B244E566}"/>
                </a:ext>
              </a:extLst>
            </p:cNvPr>
            <p:cNvSpPr/>
            <p:nvPr/>
          </p:nvSpPr>
          <p:spPr>
            <a:xfrm>
              <a:off x="5225288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197" name="Freeform: Shape 196">
            <a:extLst>
              <a:ext uri="{FF2B5EF4-FFF2-40B4-BE49-F238E27FC236}">
                <a16:creationId xmlns:a16="http://schemas.microsoft.com/office/drawing/2014/main" id="{CC54B8BC-C588-4421-B8DC-FF9C6EB4ED40}"/>
              </a:ext>
            </a:extLst>
          </p:cNvPr>
          <p:cNvSpPr/>
          <p:nvPr/>
        </p:nvSpPr>
        <p:spPr>
          <a:xfrm rot="2607834" flipH="1">
            <a:off x="924558" y="4006729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98" name="Freeform: Shape 197">
            <a:extLst>
              <a:ext uri="{FF2B5EF4-FFF2-40B4-BE49-F238E27FC236}">
                <a16:creationId xmlns:a16="http://schemas.microsoft.com/office/drawing/2014/main" id="{271870F3-87C4-4E4A-9FAC-F9B2342503A6}"/>
              </a:ext>
            </a:extLst>
          </p:cNvPr>
          <p:cNvSpPr/>
          <p:nvPr/>
        </p:nvSpPr>
        <p:spPr>
          <a:xfrm rot="20876803">
            <a:off x="1714439" y="3038401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99" name="Freeform: Shape 198">
            <a:extLst>
              <a:ext uri="{FF2B5EF4-FFF2-40B4-BE49-F238E27FC236}">
                <a16:creationId xmlns:a16="http://schemas.microsoft.com/office/drawing/2014/main" id="{A7801175-069B-4B7A-9D7A-2AD16B9D3173}"/>
              </a:ext>
            </a:extLst>
          </p:cNvPr>
          <p:cNvSpPr/>
          <p:nvPr/>
        </p:nvSpPr>
        <p:spPr>
          <a:xfrm rot="20876803">
            <a:off x="1733648" y="1426515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02370C12-DA5A-4DAC-8202-664E7354FEC6}"/>
              </a:ext>
            </a:extLst>
          </p:cNvPr>
          <p:cNvCxnSpPr>
            <a:cxnSpLocks/>
          </p:cNvCxnSpPr>
          <p:nvPr/>
        </p:nvCxnSpPr>
        <p:spPr>
          <a:xfrm rot="5400000">
            <a:off x="1110207" y="2843975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42129C83-470B-40D3-AB33-A0AAA983D52C}"/>
              </a:ext>
            </a:extLst>
          </p:cNvPr>
          <p:cNvCxnSpPr>
            <a:cxnSpLocks/>
          </p:cNvCxnSpPr>
          <p:nvPr/>
        </p:nvCxnSpPr>
        <p:spPr>
          <a:xfrm rot="5400000">
            <a:off x="-1414680" y="2651768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A38A7C27-B02E-4649-95DA-7A957F77BE59}"/>
              </a:ext>
            </a:extLst>
          </p:cNvPr>
          <p:cNvCxnSpPr>
            <a:cxnSpLocks/>
          </p:cNvCxnSpPr>
          <p:nvPr/>
        </p:nvCxnSpPr>
        <p:spPr>
          <a:xfrm rot="5400000">
            <a:off x="2830517" y="2651770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CCD469FD-EE17-4369-85B7-9C5CA99859EE}"/>
              </a:ext>
            </a:extLst>
          </p:cNvPr>
          <p:cNvCxnSpPr>
            <a:cxnSpLocks/>
          </p:cNvCxnSpPr>
          <p:nvPr/>
        </p:nvCxnSpPr>
        <p:spPr>
          <a:xfrm>
            <a:off x="272051" y="4394795"/>
            <a:ext cx="4233822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7EC33B99-530E-4AC2-ADFE-873293E66289}"/>
              </a:ext>
            </a:extLst>
          </p:cNvPr>
          <p:cNvCxnSpPr>
            <a:cxnSpLocks/>
          </p:cNvCxnSpPr>
          <p:nvPr/>
        </p:nvCxnSpPr>
        <p:spPr>
          <a:xfrm rot="5400000">
            <a:off x="1565167" y="574105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AACA13F3-359C-4429-8C11-A6BE8B4C841B}"/>
              </a:ext>
            </a:extLst>
          </p:cNvPr>
          <p:cNvCxnSpPr>
            <a:cxnSpLocks/>
          </p:cNvCxnSpPr>
          <p:nvPr/>
        </p:nvCxnSpPr>
        <p:spPr>
          <a:xfrm rot="5400000">
            <a:off x="2438118" y="574105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2" name="Freeform: Shape 251">
            <a:extLst>
              <a:ext uri="{FF2B5EF4-FFF2-40B4-BE49-F238E27FC236}">
                <a16:creationId xmlns:a16="http://schemas.microsoft.com/office/drawing/2014/main" id="{8A931296-FC2B-47BF-91A1-A4A91ADA864C}"/>
              </a:ext>
            </a:extLst>
          </p:cNvPr>
          <p:cNvSpPr/>
          <p:nvPr/>
        </p:nvSpPr>
        <p:spPr>
          <a:xfrm rot="2607834" flipH="1">
            <a:off x="4271382" y="2320112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53" name="Freeform: Shape 252">
            <a:extLst>
              <a:ext uri="{FF2B5EF4-FFF2-40B4-BE49-F238E27FC236}">
                <a16:creationId xmlns:a16="http://schemas.microsoft.com/office/drawing/2014/main" id="{86CAE9C1-A6C8-4029-9F79-86541860BBDC}"/>
              </a:ext>
            </a:extLst>
          </p:cNvPr>
          <p:cNvSpPr/>
          <p:nvPr/>
        </p:nvSpPr>
        <p:spPr>
          <a:xfrm>
            <a:off x="2600086" y="1623690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54" name="Freeform: Shape 253">
            <a:extLst>
              <a:ext uri="{FF2B5EF4-FFF2-40B4-BE49-F238E27FC236}">
                <a16:creationId xmlns:a16="http://schemas.microsoft.com/office/drawing/2014/main" id="{3B439059-695E-4985-BA1A-14D84C0458BE}"/>
              </a:ext>
            </a:extLst>
          </p:cNvPr>
          <p:cNvSpPr/>
          <p:nvPr/>
        </p:nvSpPr>
        <p:spPr>
          <a:xfrm>
            <a:off x="3387908" y="3257808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55" name="Multiplication Sign 254">
            <a:extLst>
              <a:ext uri="{FF2B5EF4-FFF2-40B4-BE49-F238E27FC236}">
                <a16:creationId xmlns:a16="http://schemas.microsoft.com/office/drawing/2014/main" id="{A18D7B77-27E7-41ED-BF7B-5AFBC5518DC5}"/>
              </a:ext>
            </a:extLst>
          </p:cNvPr>
          <p:cNvSpPr/>
          <p:nvPr/>
        </p:nvSpPr>
        <p:spPr>
          <a:xfrm>
            <a:off x="3397989" y="4777930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56" name="Multiplication Sign 255">
            <a:extLst>
              <a:ext uri="{FF2B5EF4-FFF2-40B4-BE49-F238E27FC236}">
                <a16:creationId xmlns:a16="http://schemas.microsoft.com/office/drawing/2014/main" id="{F9D5C190-87DE-444F-B166-64144B48C034}"/>
              </a:ext>
            </a:extLst>
          </p:cNvPr>
          <p:cNvSpPr/>
          <p:nvPr/>
        </p:nvSpPr>
        <p:spPr>
          <a:xfrm>
            <a:off x="2028720" y="2795549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57" name="Freeform: Shape 256">
            <a:extLst>
              <a:ext uri="{FF2B5EF4-FFF2-40B4-BE49-F238E27FC236}">
                <a16:creationId xmlns:a16="http://schemas.microsoft.com/office/drawing/2014/main" id="{E5285402-F1EC-4FE0-9C39-3E91A85D68F7}"/>
              </a:ext>
            </a:extLst>
          </p:cNvPr>
          <p:cNvSpPr/>
          <p:nvPr/>
        </p:nvSpPr>
        <p:spPr>
          <a:xfrm rot="2700000">
            <a:off x="-19286" y="-108565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58" name="Freeform: Shape 257">
            <a:extLst>
              <a:ext uri="{FF2B5EF4-FFF2-40B4-BE49-F238E27FC236}">
                <a16:creationId xmlns:a16="http://schemas.microsoft.com/office/drawing/2014/main" id="{2FAFB452-31AE-45DC-8C07-2938DA1682E6}"/>
              </a:ext>
            </a:extLst>
          </p:cNvPr>
          <p:cNvSpPr/>
          <p:nvPr/>
        </p:nvSpPr>
        <p:spPr>
          <a:xfrm rot="2700000">
            <a:off x="879291" y="2429950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60" name="Freeform: Shape 259">
            <a:extLst>
              <a:ext uri="{FF2B5EF4-FFF2-40B4-BE49-F238E27FC236}">
                <a16:creationId xmlns:a16="http://schemas.microsoft.com/office/drawing/2014/main" id="{ECD7C69C-31EC-4F82-9059-938A5DD45EAF}"/>
              </a:ext>
            </a:extLst>
          </p:cNvPr>
          <p:cNvSpPr/>
          <p:nvPr/>
        </p:nvSpPr>
        <p:spPr>
          <a:xfrm>
            <a:off x="3397989" y="1623690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61" name="Freeform: Shape 260">
            <a:extLst>
              <a:ext uri="{FF2B5EF4-FFF2-40B4-BE49-F238E27FC236}">
                <a16:creationId xmlns:a16="http://schemas.microsoft.com/office/drawing/2014/main" id="{6B46A366-48F4-4150-92AA-3A978E1C9962}"/>
              </a:ext>
            </a:extLst>
          </p:cNvPr>
          <p:cNvSpPr/>
          <p:nvPr/>
        </p:nvSpPr>
        <p:spPr>
          <a:xfrm rot="2700000">
            <a:off x="3424650" y="-74290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841231DF-3A63-45A7-90CA-7B8C6BFCE7C6}"/>
              </a:ext>
            </a:extLst>
          </p:cNvPr>
          <p:cNvCxnSpPr>
            <a:cxnSpLocks/>
          </p:cNvCxnSpPr>
          <p:nvPr/>
        </p:nvCxnSpPr>
        <p:spPr>
          <a:xfrm>
            <a:off x="2028720" y="145305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EA477C67-3B94-45BC-AD3C-3EA6D60E6D25}"/>
              </a:ext>
            </a:extLst>
          </p:cNvPr>
          <p:cNvCxnSpPr>
            <a:cxnSpLocks/>
          </p:cNvCxnSpPr>
          <p:nvPr/>
        </p:nvCxnSpPr>
        <p:spPr>
          <a:xfrm>
            <a:off x="2804776" y="996985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9FE98DCF-9403-426B-A50D-36FF4E44EE14}"/>
              </a:ext>
            </a:extLst>
          </p:cNvPr>
          <p:cNvCxnSpPr>
            <a:cxnSpLocks/>
          </p:cNvCxnSpPr>
          <p:nvPr/>
        </p:nvCxnSpPr>
        <p:spPr>
          <a:xfrm>
            <a:off x="303378" y="996985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08800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584A33F-5A5B-437B-9988-A83C7880CF1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03166" y="641443"/>
            <a:ext cx="1738526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FFFF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Circle: Hollow 131">
            <a:extLst>
              <a:ext uri="{FF2B5EF4-FFF2-40B4-BE49-F238E27FC236}">
                <a16:creationId xmlns:a16="http://schemas.microsoft.com/office/drawing/2014/main" id="{93F7CED2-A621-40FF-A0A4-77073F4063A7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217" name="Freeform: Shape 216">
            <a:extLst>
              <a:ext uri="{FF2B5EF4-FFF2-40B4-BE49-F238E27FC236}">
                <a16:creationId xmlns:a16="http://schemas.microsoft.com/office/drawing/2014/main" id="{1C6EBDAB-6615-41A3-AE7A-584B8E225812}"/>
              </a:ext>
            </a:extLst>
          </p:cNvPr>
          <p:cNvSpPr/>
          <p:nvPr/>
        </p:nvSpPr>
        <p:spPr>
          <a:xfrm rot="20876803">
            <a:off x="11356172" y="3208011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19" name="Freeform: Shape 218">
            <a:extLst>
              <a:ext uri="{FF2B5EF4-FFF2-40B4-BE49-F238E27FC236}">
                <a16:creationId xmlns:a16="http://schemas.microsoft.com/office/drawing/2014/main" id="{0054E29E-C34C-48EF-A6E9-54E16349D850}"/>
              </a:ext>
            </a:extLst>
          </p:cNvPr>
          <p:cNvSpPr/>
          <p:nvPr/>
        </p:nvSpPr>
        <p:spPr>
          <a:xfrm rot="2607834" flipH="1">
            <a:off x="6024417" y="3484630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20" name="Freeform: Shape 219">
            <a:extLst>
              <a:ext uri="{FF2B5EF4-FFF2-40B4-BE49-F238E27FC236}">
                <a16:creationId xmlns:a16="http://schemas.microsoft.com/office/drawing/2014/main" id="{C6475E64-D739-4FFE-B590-DCA1B523979C}"/>
              </a:ext>
            </a:extLst>
          </p:cNvPr>
          <p:cNvSpPr/>
          <p:nvPr/>
        </p:nvSpPr>
        <p:spPr>
          <a:xfrm rot="2700000">
            <a:off x="4215092" y="4775517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2C342C4-103A-4BBD-8E10-D7EEAA4BB403}"/>
              </a:ext>
            </a:extLst>
          </p:cNvPr>
          <p:cNvSpPr/>
          <p:nvPr/>
        </p:nvSpPr>
        <p:spPr>
          <a:xfrm>
            <a:off x="-108877" y="-743946"/>
            <a:ext cx="121219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</a:pPr>
            <a:r>
              <a:rPr lang="pt-PT" sz="2400" dirty="0" err="1">
                <a:latin typeface="Arial" panose="020B0604020202020204" pitchFamily="34" charset="0"/>
                <a:cs typeface="Arial" panose="020B0604020202020204" pitchFamily="34" charset="0"/>
              </a:rPr>
              <a:t>Solved</a:t>
            </a:r>
            <a:r>
              <a:rPr lang="pt-PT" sz="2400" dirty="0"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</p:txBody>
      </p: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CA24CC43-FA26-45F4-9AF6-048C28F215E8}"/>
              </a:ext>
            </a:extLst>
          </p:cNvPr>
          <p:cNvGrpSpPr/>
          <p:nvPr/>
        </p:nvGrpSpPr>
        <p:grpSpPr>
          <a:xfrm>
            <a:off x="259534" y="177990"/>
            <a:ext cx="4242070" cy="4216805"/>
            <a:chOff x="1831632" y="-207902"/>
            <a:chExt cx="4242070" cy="4216805"/>
          </a:xfrm>
        </p:grpSpPr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AF60AC70-313C-46B6-BE55-F1842EE3E876}"/>
                </a:ext>
              </a:extLst>
            </p:cNvPr>
            <p:cNvSpPr/>
            <p:nvPr/>
          </p:nvSpPr>
          <p:spPr>
            <a:xfrm>
              <a:off x="1831632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0D67A638-3569-4166-9070-92AFC83CAE42}"/>
                </a:ext>
              </a:extLst>
            </p:cNvPr>
            <p:cNvSpPr/>
            <p:nvPr/>
          </p:nvSpPr>
          <p:spPr>
            <a:xfrm>
              <a:off x="2680046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470C78E4-6890-47C6-816B-8F57F708B592}"/>
                </a:ext>
              </a:extLst>
            </p:cNvPr>
            <p:cNvSpPr/>
            <p:nvPr/>
          </p:nvSpPr>
          <p:spPr>
            <a:xfrm>
              <a:off x="1831632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042B8DDA-7EAF-4AAD-B663-B4365E6FE7D7}"/>
                </a:ext>
              </a:extLst>
            </p:cNvPr>
            <p:cNvSpPr/>
            <p:nvPr/>
          </p:nvSpPr>
          <p:spPr>
            <a:xfrm>
              <a:off x="2680046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174ACFA4-21F5-47A8-BB8A-CEFE4ADE2323}"/>
                </a:ext>
              </a:extLst>
            </p:cNvPr>
            <p:cNvSpPr/>
            <p:nvPr/>
          </p:nvSpPr>
          <p:spPr>
            <a:xfrm>
              <a:off x="3528460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EF4F981A-F679-4852-9CEF-B1134F091120}"/>
                </a:ext>
              </a:extLst>
            </p:cNvPr>
            <p:cNvSpPr/>
            <p:nvPr/>
          </p:nvSpPr>
          <p:spPr>
            <a:xfrm>
              <a:off x="4376874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AC7C019-0710-4EA5-BBD0-FEA09CBB9638}"/>
                </a:ext>
              </a:extLst>
            </p:cNvPr>
            <p:cNvSpPr/>
            <p:nvPr/>
          </p:nvSpPr>
          <p:spPr>
            <a:xfrm>
              <a:off x="3528460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546118EC-9D80-4DB1-B1DE-96551FC31B18}"/>
                </a:ext>
              </a:extLst>
            </p:cNvPr>
            <p:cNvSpPr/>
            <p:nvPr/>
          </p:nvSpPr>
          <p:spPr>
            <a:xfrm>
              <a:off x="4376874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A38883CB-0C56-4F62-B2AF-869C334FE13B}"/>
                </a:ext>
              </a:extLst>
            </p:cNvPr>
            <p:cNvSpPr/>
            <p:nvPr/>
          </p:nvSpPr>
          <p:spPr>
            <a:xfrm>
              <a:off x="1831632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1E82ABF-1AA3-4BE2-AB9E-B5BC97E721EF}"/>
                </a:ext>
              </a:extLst>
            </p:cNvPr>
            <p:cNvSpPr/>
            <p:nvPr/>
          </p:nvSpPr>
          <p:spPr>
            <a:xfrm>
              <a:off x="2680046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1339807B-2027-412D-B427-B3344D4F007C}"/>
                </a:ext>
              </a:extLst>
            </p:cNvPr>
            <p:cNvSpPr/>
            <p:nvPr/>
          </p:nvSpPr>
          <p:spPr>
            <a:xfrm>
              <a:off x="1831632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8C0890FA-0EC3-4271-8972-3EA0277C85B4}"/>
                </a:ext>
              </a:extLst>
            </p:cNvPr>
            <p:cNvSpPr/>
            <p:nvPr/>
          </p:nvSpPr>
          <p:spPr>
            <a:xfrm>
              <a:off x="2680046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C3F78FB7-490F-4430-9E8A-19B8EBDAC8DB}"/>
                </a:ext>
              </a:extLst>
            </p:cNvPr>
            <p:cNvSpPr/>
            <p:nvPr/>
          </p:nvSpPr>
          <p:spPr>
            <a:xfrm>
              <a:off x="3528460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0C39E4F5-BB5A-45EA-8C16-DA35F4019C8D}"/>
                </a:ext>
              </a:extLst>
            </p:cNvPr>
            <p:cNvSpPr/>
            <p:nvPr/>
          </p:nvSpPr>
          <p:spPr>
            <a:xfrm>
              <a:off x="4376874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3960649C-2391-4B78-835F-64F4FCE12975}"/>
                </a:ext>
              </a:extLst>
            </p:cNvPr>
            <p:cNvSpPr/>
            <p:nvPr/>
          </p:nvSpPr>
          <p:spPr>
            <a:xfrm>
              <a:off x="3528460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A2FA932F-879C-4D70-81C0-4271899DCF07}"/>
                </a:ext>
              </a:extLst>
            </p:cNvPr>
            <p:cNvSpPr/>
            <p:nvPr/>
          </p:nvSpPr>
          <p:spPr>
            <a:xfrm>
              <a:off x="4376874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5B80C40A-8B0A-4332-AE4B-7D2D8B222002}"/>
                </a:ext>
              </a:extLst>
            </p:cNvPr>
            <p:cNvSpPr/>
            <p:nvPr/>
          </p:nvSpPr>
          <p:spPr>
            <a:xfrm>
              <a:off x="5225288" y="-20790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944F416B-899F-440A-84F7-5C2F0119B1F9}"/>
                </a:ext>
              </a:extLst>
            </p:cNvPr>
            <p:cNvSpPr/>
            <p:nvPr/>
          </p:nvSpPr>
          <p:spPr>
            <a:xfrm>
              <a:off x="5225288" y="640512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AE5E60DD-2526-4301-98BC-212FDCA815DE}"/>
                </a:ext>
              </a:extLst>
            </p:cNvPr>
            <p:cNvSpPr/>
            <p:nvPr/>
          </p:nvSpPr>
          <p:spPr>
            <a:xfrm>
              <a:off x="5225288" y="1488926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295A5C29-F4B1-4C1B-9D7B-BE9D2B8B7D1B}"/>
                </a:ext>
              </a:extLst>
            </p:cNvPr>
            <p:cNvSpPr/>
            <p:nvPr/>
          </p:nvSpPr>
          <p:spPr>
            <a:xfrm>
              <a:off x="5225288" y="2337340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646C4373-D7F4-44C8-8A4F-10703712E742}"/>
                </a:ext>
              </a:extLst>
            </p:cNvPr>
            <p:cNvSpPr/>
            <p:nvPr/>
          </p:nvSpPr>
          <p:spPr>
            <a:xfrm>
              <a:off x="1831632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62A69-546F-415C-8D0C-7558260035B4}"/>
                </a:ext>
              </a:extLst>
            </p:cNvPr>
            <p:cNvSpPr/>
            <p:nvPr/>
          </p:nvSpPr>
          <p:spPr>
            <a:xfrm>
              <a:off x="2680046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F1552263-3887-4467-A8B3-048C8440512A}"/>
                </a:ext>
              </a:extLst>
            </p:cNvPr>
            <p:cNvSpPr/>
            <p:nvPr/>
          </p:nvSpPr>
          <p:spPr>
            <a:xfrm>
              <a:off x="3528460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056F669C-E331-4401-B39E-38EED799C35A}"/>
                </a:ext>
              </a:extLst>
            </p:cNvPr>
            <p:cNvSpPr/>
            <p:nvPr/>
          </p:nvSpPr>
          <p:spPr>
            <a:xfrm>
              <a:off x="4376874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7918395E-8CB9-4E94-B1AE-5308B244E566}"/>
                </a:ext>
              </a:extLst>
            </p:cNvPr>
            <p:cNvSpPr/>
            <p:nvPr/>
          </p:nvSpPr>
          <p:spPr>
            <a:xfrm>
              <a:off x="5225288" y="316048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197" name="Freeform: Shape 196">
            <a:extLst>
              <a:ext uri="{FF2B5EF4-FFF2-40B4-BE49-F238E27FC236}">
                <a16:creationId xmlns:a16="http://schemas.microsoft.com/office/drawing/2014/main" id="{CC54B8BC-C588-4421-B8DC-FF9C6EB4ED40}"/>
              </a:ext>
            </a:extLst>
          </p:cNvPr>
          <p:cNvSpPr/>
          <p:nvPr/>
        </p:nvSpPr>
        <p:spPr>
          <a:xfrm rot="2607834" flipH="1">
            <a:off x="924558" y="4006729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98" name="Freeform: Shape 197">
            <a:extLst>
              <a:ext uri="{FF2B5EF4-FFF2-40B4-BE49-F238E27FC236}">
                <a16:creationId xmlns:a16="http://schemas.microsoft.com/office/drawing/2014/main" id="{271870F3-87C4-4E4A-9FAC-F9B2342503A6}"/>
              </a:ext>
            </a:extLst>
          </p:cNvPr>
          <p:cNvSpPr/>
          <p:nvPr/>
        </p:nvSpPr>
        <p:spPr>
          <a:xfrm rot="20876803">
            <a:off x="1714439" y="3038401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99" name="Freeform: Shape 198">
            <a:extLst>
              <a:ext uri="{FF2B5EF4-FFF2-40B4-BE49-F238E27FC236}">
                <a16:creationId xmlns:a16="http://schemas.microsoft.com/office/drawing/2014/main" id="{A7801175-069B-4B7A-9D7A-2AD16B9D3173}"/>
              </a:ext>
            </a:extLst>
          </p:cNvPr>
          <p:cNvSpPr/>
          <p:nvPr/>
        </p:nvSpPr>
        <p:spPr>
          <a:xfrm rot="20876803">
            <a:off x="1733648" y="1426515"/>
            <a:ext cx="453722" cy="758984"/>
          </a:xfrm>
          <a:custGeom>
            <a:avLst/>
            <a:gdLst>
              <a:gd name="connsiteX0" fmla="*/ 432805 w 880508"/>
              <a:gd name="connsiteY0" fmla="*/ 0 h 1472909"/>
              <a:gd name="connsiteX1" fmla="*/ 449457 w 880508"/>
              <a:gd name="connsiteY1" fmla="*/ 5399 h 1472909"/>
              <a:gd name="connsiteX2" fmla="*/ 582738 w 880508"/>
              <a:gd name="connsiteY2" fmla="*/ 119847 h 1472909"/>
              <a:gd name="connsiteX3" fmla="*/ 626378 w 880508"/>
              <a:gd name="connsiteY3" fmla="*/ 203490 h 1472909"/>
              <a:gd name="connsiteX4" fmla="*/ 631546 w 880508"/>
              <a:gd name="connsiteY4" fmla="*/ 228146 h 1472909"/>
              <a:gd name="connsiteX5" fmla="*/ 631546 w 880508"/>
              <a:gd name="connsiteY5" fmla="*/ 85283 h 1472909"/>
              <a:gd name="connsiteX6" fmla="*/ 670867 w 880508"/>
              <a:gd name="connsiteY6" fmla="*/ 85283 h 1472909"/>
              <a:gd name="connsiteX7" fmla="*/ 670867 w 880508"/>
              <a:gd name="connsiteY7" fmla="*/ 312633 h 1472909"/>
              <a:gd name="connsiteX8" fmla="*/ 709017 w 880508"/>
              <a:gd name="connsiteY8" fmla="*/ 330373 h 1472909"/>
              <a:gd name="connsiteX9" fmla="*/ 807187 w 880508"/>
              <a:gd name="connsiteY9" fmla="*/ 666746 h 1472909"/>
              <a:gd name="connsiteX10" fmla="*/ 798470 w 880508"/>
              <a:gd name="connsiteY10" fmla="*/ 707117 h 1472909"/>
              <a:gd name="connsiteX11" fmla="*/ 824958 w 880508"/>
              <a:gd name="connsiteY11" fmla="*/ 745765 h 1472909"/>
              <a:gd name="connsiteX12" fmla="*/ 868817 w 880508"/>
              <a:gd name="connsiteY12" fmla="*/ 1085534 h 1472909"/>
              <a:gd name="connsiteX13" fmla="*/ 339902 w 880508"/>
              <a:gd name="connsiteY13" fmla="*/ 1463993 h 1472909"/>
              <a:gd name="connsiteX14" fmla="*/ 11691 w 880508"/>
              <a:gd name="connsiteY14" fmla="*/ 902514 h 1472909"/>
              <a:gd name="connsiteX15" fmla="*/ 40622 w 880508"/>
              <a:gd name="connsiteY15" fmla="*/ 809658 h 1472909"/>
              <a:gd name="connsiteX16" fmla="*/ 46286 w 880508"/>
              <a:gd name="connsiteY16" fmla="*/ 798942 h 1472909"/>
              <a:gd name="connsiteX17" fmla="*/ 55210 w 880508"/>
              <a:gd name="connsiteY17" fmla="*/ 770475 h 1472909"/>
              <a:gd name="connsiteX18" fmla="*/ 249061 w 880508"/>
              <a:gd name="connsiteY18" fmla="*/ 504089 h 1472909"/>
              <a:gd name="connsiteX19" fmla="*/ 512154 w 880508"/>
              <a:gd name="connsiteY19" fmla="*/ 335399 h 1472909"/>
              <a:gd name="connsiteX20" fmla="*/ 529422 w 880508"/>
              <a:gd name="connsiteY20" fmla="*/ 330939 h 1472909"/>
              <a:gd name="connsiteX21" fmla="*/ 567050 w 880508"/>
              <a:gd name="connsiteY21" fmla="*/ 313310 h 1472909"/>
              <a:gd name="connsiteX22" fmla="*/ 616288 w 880508"/>
              <a:gd name="connsiteY22" fmla="*/ 304135 h 1472909"/>
              <a:gd name="connsiteX23" fmla="*/ 631546 w 880508"/>
              <a:gd name="connsiteY23" fmla="*/ 305916 h 1472909"/>
              <a:gd name="connsiteX24" fmla="*/ 631546 w 880508"/>
              <a:gd name="connsiteY24" fmla="*/ 298609 h 1472909"/>
              <a:gd name="connsiteX25" fmla="*/ 625990 w 880508"/>
              <a:gd name="connsiteY25" fmla="*/ 296808 h 1472909"/>
              <a:gd name="connsiteX26" fmla="*/ 492709 w 880508"/>
              <a:gd name="connsiteY26" fmla="*/ 182359 h 1472909"/>
              <a:gd name="connsiteX27" fmla="*/ 432045 w 880508"/>
              <a:gd name="connsiteY27" fmla="*/ 17489 h 14729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880508" h="1472909">
                <a:moveTo>
                  <a:pt x="432805" y="0"/>
                </a:moveTo>
                <a:lnTo>
                  <a:pt x="449457" y="5399"/>
                </a:lnTo>
                <a:cubicBezTo>
                  <a:pt x="496708" y="25564"/>
                  <a:pt x="544868" y="65307"/>
                  <a:pt x="582738" y="119847"/>
                </a:cubicBezTo>
                <a:cubicBezTo>
                  <a:pt x="601674" y="147118"/>
                  <a:pt x="616244" y="175506"/>
                  <a:pt x="626378" y="203490"/>
                </a:cubicBezTo>
                <a:lnTo>
                  <a:pt x="631546" y="228146"/>
                </a:lnTo>
                <a:lnTo>
                  <a:pt x="631546" y="85283"/>
                </a:lnTo>
                <a:lnTo>
                  <a:pt x="670867" y="85283"/>
                </a:lnTo>
                <a:lnTo>
                  <a:pt x="670867" y="312633"/>
                </a:lnTo>
                <a:lnTo>
                  <a:pt x="709017" y="330373"/>
                </a:lnTo>
                <a:cubicBezTo>
                  <a:pt x="790569" y="385145"/>
                  <a:pt x="829380" y="518129"/>
                  <a:pt x="807187" y="666746"/>
                </a:cubicBezTo>
                <a:lnTo>
                  <a:pt x="798470" y="707117"/>
                </a:lnTo>
                <a:lnTo>
                  <a:pt x="824958" y="745765"/>
                </a:lnTo>
                <a:cubicBezTo>
                  <a:pt x="876311" y="843996"/>
                  <a:pt x="894797" y="963867"/>
                  <a:pt x="868817" y="1085534"/>
                </a:cubicBezTo>
                <a:cubicBezTo>
                  <a:pt x="813394" y="1345092"/>
                  <a:pt x="576591" y="1514533"/>
                  <a:pt x="339902" y="1463993"/>
                </a:cubicBezTo>
                <a:cubicBezTo>
                  <a:pt x="103213" y="1413454"/>
                  <a:pt x="-43732" y="1162071"/>
                  <a:pt x="11691" y="902514"/>
                </a:cubicBezTo>
                <a:cubicBezTo>
                  <a:pt x="18619" y="870069"/>
                  <a:pt x="28381" y="839032"/>
                  <a:pt x="40622" y="809658"/>
                </a:cubicBezTo>
                <a:lnTo>
                  <a:pt x="46286" y="798942"/>
                </a:lnTo>
                <a:lnTo>
                  <a:pt x="55210" y="770475"/>
                </a:lnTo>
                <a:cubicBezTo>
                  <a:pt x="89310" y="685637"/>
                  <a:pt x="156620" y="590139"/>
                  <a:pt x="249061" y="504089"/>
                </a:cubicBezTo>
                <a:cubicBezTo>
                  <a:pt x="335723" y="423417"/>
                  <a:pt x="429088" y="365367"/>
                  <a:pt x="512154" y="335399"/>
                </a:cubicBezTo>
                <a:lnTo>
                  <a:pt x="529422" y="330939"/>
                </a:lnTo>
                <a:lnTo>
                  <a:pt x="567050" y="313310"/>
                </a:lnTo>
                <a:cubicBezTo>
                  <a:pt x="583441" y="307914"/>
                  <a:pt x="599928" y="304788"/>
                  <a:pt x="616288" y="304135"/>
                </a:cubicBezTo>
                <a:lnTo>
                  <a:pt x="631546" y="305916"/>
                </a:lnTo>
                <a:lnTo>
                  <a:pt x="631546" y="298609"/>
                </a:lnTo>
                <a:lnTo>
                  <a:pt x="625990" y="296808"/>
                </a:lnTo>
                <a:cubicBezTo>
                  <a:pt x="578740" y="276642"/>
                  <a:pt x="530579" y="236900"/>
                  <a:pt x="492709" y="182359"/>
                </a:cubicBezTo>
                <a:cubicBezTo>
                  <a:pt x="454839" y="127819"/>
                  <a:pt x="434430" y="68808"/>
                  <a:pt x="432045" y="17489"/>
                </a:cubicBezTo>
                <a:close/>
              </a:path>
            </a:pathLst>
          </a:custGeom>
          <a:solidFill>
            <a:srgbClr val="669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0" name="Multiplication Sign 199">
            <a:extLst>
              <a:ext uri="{FF2B5EF4-FFF2-40B4-BE49-F238E27FC236}">
                <a16:creationId xmlns:a16="http://schemas.microsoft.com/office/drawing/2014/main" id="{2352D460-265F-4A58-AC5D-17014F653D67}"/>
              </a:ext>
            </a:extLst>
          </p:cNvPr>
          <p:cNvSpPr/>
          <p:nvPr/>
        </p:nvSpPr>
        <p:spPr>
          <a:xfrm>
            <a:off x="3427767" y="4852899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24" name="Freeform: Shape 223">
            <a:extLst>
              <a:ext uri="{FF2B5EF4-FFF2-40B4-BE49-F238E27FC236}">
                <a16:creationId xmlns:a16="http://schemas.microsoft.com/office/drawing/2014/main" id="{D35FE6C1-E49B-4CA8-842E-91854CAABB24}"/>
              </a:ext>
            </a:extLst>
          </p:cNvPr>
          <p:cNvSpPr/>
          <p:nvPr/>
        </p:nvSpPr>
        <p:spPr>
          <a:xfrm rot="2700000">
            <a:off x="-40430" y="-64154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227" name="Freeform: Shape 226">
            <a:extLst>
              <a:ext uri="{FF2B5EF4-FFF2-40B4-BE49-F238E27FC236}">
                <a16:creationId xmlns:a16="http://schemas.microsoft.com/office/drawing/2014/main" id="{2DA912E3-05D3-4613-9FF9-685C4BF16B1C}"/>
              </a:ext>
            </a:extLst>
          </p:cNvPr>
          <p:cNvSpPr/>
          <p:nvPr/>
        </p:nvSpPr>
        <p:spPr>
          <a:xfrm rot="2700000">
            <a:off x="3376875" y="-74290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0119CC05-C250-46C1-AA31-85E7F32287FE}"/>
              </a:ext>
            </a:extLst>
          </p:cNvPr>
          <p:cNvSpPr/>
          <p:nvPr/>
        </p:nvSpPr>
        <p:spPr>
          <a:xfrm rot="2607834" flipH="1">
            <a:off x="4271382" y="2320112"/>
            <a:ext cx="496166" cy="624420"/>
          </a:xfrm>
          <a:custGeom>
            <a:avLst/>
            <a:gdLst>
              <a:gd name="connsiteX0" fmla="*/ 1235608 w 1285284"/>
              <a:gd name="connsiteY0" fmla="*/ 257753 h 1617516"/>
              <a:gd name="connsiteX1" fmla="*/ 1214930 w 1285284"/>
              <a:gd name="connsiteY1" fmla="*/ 257919 h 1617516"/>
              <a:gd name="connsiteX2" fmla="*/ 1038090 w 1285284"/>
              <a:gd name="connsiteY2" fmla="*/ 370938 h 1617516"/>
              <a:gd name="connsiteX3" fmla="*/ 999912 w 1285284"/>
              <a:gd name="connsiteY3" fmla="*/ 414631 h 1617516"/>
              <a:gd name="connsiteX4" fmla="*/ 1010046 w 1285284"/>
              <a:gd name="connsiteY4" fmla="*/ 361207 h 1617516"/>
              <a:gd name="connsiteX5" fmla="*/ 1015663 w 1285284"/>
              <a:gd name="connsiteY5" fmla="*/ 267044 h 1617516"/>
              <a:gd name="connsiteX6" fmla="*/ 960576 w 1285284"/>
              <a:gd name="connsiteY6" fmla="*/ 4470 h 1617516"/>
              <a:gd name="connsiteX7" fmla="*/ 957327 w 1285284"/>
              <a:gd name="connsiteY7" fmla="*/ 0 h 1617516"/>
              <a:gd name="connsiteX8" fmla="*/ 941075 w 1285284"/>
              <a:gd name="connsiteY8" fmla="*/ 12786 h 1617516"/>
              <a:gd name="connsiteX9" fmla="*/ 864765 w 1285284"/>
              <a:gd name="connsiteY9" fmla="*/ 304555 h 1617516"/>
              <a:gd name="connsiteX10" fmla="*/ 897223 w 1285284"/>
              <a:gd name="connsiteY10" fmla="*/ 517466 h 1617516"/>
              <a:gd name="connsiteX11" fmla="*/ 909738 w 1285284"/>
              <a:gd name="connsiteY11" fmla="*/ 544932 h 1617516"/>
              <a:gd name="connsiteX12" fmla="*/ 895579 w 1285284"/>
              <a:gd name="connsiteY12" fmla="*/ 570572 h 1617516"/>
              <a:gd name="connsiteX13" fmla="*/ 893304 w 1285284"/>
              <a:gd name="connsiteY13" fmla="*/ 576184 h 1617516"/>
              <a:gd name="connsiteX14" fmla="*/ 876602 w 1285284"/>
              <a:gd name="connsiteY14" fmla="*/ 505259 h 1617516"/>
              <a:gd name="connsiteX15" fmla="*/ 781222 w 1285284"/>
              <a:gd name="connsiteY15" fmla="*/ 372410 h 1617516"/>
              <a:gd name="connsiteX16" fmla="*/ 698667 w 1285284"/>
              <a:gd name="connsiteY16" fmla="*/ 322439 h 1617516"/>
              <a:gd name="connsiteX17" fmla="*/ 680801 w 1285284"/>
              <a:gd name="connsiteY17" fmla="*/ 309547 h 1617516"/>
              <a:gd name="connsiteX18" fmla="*/ 94484 w 1285284"/>
              <a:gd name="connsiteY18" fmla="*/ 683902 h 1617516"/>
              <a:gd name="connsiteX19" fmla="*/ 152442 w 1285284"/>
              <a:gd name="connsiteY19" fmla="*/ 1377120 h 1617516"/>
              <a:gd name="connsiteX20" fmla="*/ 222731 w 1285284"/>
              <a:gd name="connsiteY20" fmla="*/ 1398406 h 1617516"/>
              <a:gd name="connsiteX21" fmla="*/ 231908 w 1285284"/>
              <a:gd name="connsiteY21" fmla="*/ 1398263 h 1617516"/>
              <a:gd name="connsiteX22" fmla="*/ 238266 w 1285284"/>
              <a:gd name="connsiteY22" fmla="*/ 1443209 h 1617516"/>
              <a:gd name="connsiteX23" fmla="*/ 270219 w 1285284"/>
              <a:gd name="connsiteY23" fmla="*/ 1509335 h 1617516"/>
              <a:gd name="connsiteX24" fmla="*/ 964019 w 1285284"/>
              <a:gd name="connsiteY24" fmla="*/ 1458849 h 1617516"/>
              <a:gd name="connsiteX25" fmla="*/ 1242701 w 1285284"/>
              <a:gd name="connsiteY25" fmla="*/ 821475 h 1617516"/>
              <a:gd name="connsiteX26" fmla="*/ 1227333 w 1285284"/>
              <a:gd name="connsiteY26" fmla="*/ 805973 h 1617516"/>
              <a:gd name="connsiteX27" fmla="*/ 1218619 w 1285284"/>
              <a:gd name="connsiteY27" fmla="*/ 788745 h 1617516"/>
              <a:gd name="connsiteX28" fmla="*/ 1182326 w 1285284"/>
              <a:gd name="connsiteY28" fmla="*/ 747475 h 1617516"/>
              <a:gd name="connsiteX29" fmla="*/ 1137856 w 1285284"/>
              <a:gd name="connsiteY29" fmla="*/ 711149 h 1617516"/>
              <a:gd name="connsiteX30" fmla="*/ 1010691 w 1285284"/>
              <a:gd name="connsiteY30" fmla="*/ 657120 h 1617516"/>
              <a:gd name="connsiteX31" fmla="*/ 959711 w 1285284"/>
              <a:gd name="connsiteY31" fmla="*/ 652917 h 1617516"/>
              <a:gd name="connsiteX32" fmla="*/ 993096 w 1285284"/>
              <a:gd name="connsiteY32" fmla="*/ 631613 h 1617516"/>
              <a:gd name="connsiteX33" fmla="*/ 1118319 w 1285284"/>
              <a:gd name="connsiteY33" fmla="*/ 504652 h 1617516"/>
              <a:gd name="connsiteX34" fmla="*/ 1235442 w 1285284"/>
              <a:gd name="connsiteY34" fmla="*/ 263277 h 16175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285284" h="1617516">
                <a:moveTo>
                  <a:pt x="1235608" y="257753"/>
                </a:moveTo>
                <a:lnTo>
                  <a:pt x="1214930" y="257919"/>
                </a:lnTo>
                <a:cubicBezTo>
                  <a:pt x="1166267" y="265850"/>
                  <a:pt x="1101364" y="307065"/>
                  <a:pt x="1038090" y="370938"/>
                </a:cubicBezTo>
                <a:lnTo>
                  <a:pt x="999912" y="414631"/>
                </a:lnTo>
                <a:lnTo>
                  <a:pt x="1010046" y="361207"/>
                </a:lnTo>
                <a:cubicBezTo>
                  <a:pt x="1013696" y="331461"/>
                  <a:pt x="1015663" y="299835"/>
                  <a:pt x="1015663" y="267044"/>
                </a:cubicBezTo>
                <a:cubicBezTo>
                  <a:pt x="1015663" y="157742"/>
                  <a:pt x="993812" y="61375"/>
                  <a:pt x="960576" y="4470"/>
                </a:cubicBezTo>
                <a:lnTo>
                  <a:pt x="957327" y="0"/>
                </a:lnTo>
                <a:lnTo>
                  <a:pt x="941075" y="12786"/>
                </a:lnTo>
                <a:cubicBezTo>
                  <a:pt x="896231" y="60856"/>
                  <a:pt x="864765" y="173393"/>
                  <a:pt x="864765" y="304555"/>
                </a:cubicBezTo>
                <a:cubicBezTo>
                  <a:pt x="864765" y="386531"/>
                  <a:pt x="877056" y="461232"/>
                  <a:pt x="897223" y="517466"/>
                </a:cubicBezTo>
                <a:lnTo>
                  <a:pt x="909738" y="544932"/>
                </a:lnTo>
                <a:lnTo>
                  <a:pt x="895579" y="570572"/>
                </a:lnTo>
                <a:lnTo>
                  <a:pt x="893304" y="576184"/>
                </a:lnTo>
                <a:lnTo>
                  <a:pt x="876602" y="505259"/>
                </a:lnTo>
                <a:cubicBezTo>
                  <a:pt x="858173" y="457020"/>
                  <a:pt x="825974" y="410572"/>
                  <a:pt x="781222" y="372410"/>
                </a:cubicBezTo>
                <a:lnTo>
                  <a:pt x="698667" y="322439"/>
                </a:lnTo>
                <a:lnTo>
                  <a:pt x="680801" y="309547"/>
                </a:lnTo>
                <a:cubicBezTo>
                  <a:pt x="502890" y="221495"/>
                  <a:pt x="240386" y="389100"/>
                  <a:pt x="94484" y="683902"/>
                </a:cubicBezTo>
                <a:cubicBezTo>
                  <a:pt x="-51418" y="978705"/>
                  <a:pt x="-25470" y="1289068"/>
                  <a:pt x="152442" y="1377120"/>
                </a:cubicBezTo>
                <a:cubicBezTo>
                  <a:pt x="174681" y="1388126"/>
                  <a:pt x="198241" y="1395139"/>
                  <a:pt x="222731" y="1398406"/>
                </a:cubicBezTo>
                <a:lnTo>
                  <a:pt x="231908" y="1398263"/>
                </a:lnTo>
                <a:lnTo>
                  <a:pt x="238266" y="1443209"/>
                </a:lnTo>
                <a:cubicBezTo>
                  <a:pt x="245301" y="1466892"/>
                  <a:pt x="255889" y="1489077"/>
                  <a:pt x="270219" y="1509335"/>
                </a:cubicBezTo>
                <a:cubicBezTo>
                  <a:pt x="384850" y="1671399"/>
                  <a:pt x="695476" y="1648797"/>
                  <a:pt x="964019" y="1458849"/>
                </a:cubicBezTo>
                <a:cubicBezTo>
                  <a:pt x="1232564" y="1268903"/>
                  <a:pt x="1357334" y="983539"/>
                  <a:pt x="1242701" y="821475"/>
                </a:cubicBezTo>
                <a:lnTo>
                  <a:pt x="1227333" y="805973"/>
                </a:lnTo>
                <a:lnTo>
                  <a:pt x="1218619" y="788745"/>
                </a:lnTo>
                <a:cubicBezTo>
                  <a:pt x="1207930" y="774321"/>
                  <a:pt x="1195809" y="760486"/>
                  <a:pt x="1182326" y="747475"/>
                </a:cubicBezTo>
                <a:cubicBezTo>
                  <a:pt x="1168843" y="734464"/>
                  <a:pt x="1153996" y="722277"/>
                  <a:pt x="1137856" y="711149"/>
                </a:cubicBezTo>
                <a:cubicBezTo>
                  <a:pt x="1097506" y="683328"/>
                  <a:pt x="1053847" y="665415"/>
                  <a:pt x="1010691" y="657120"/>
                </a:cubicBezTo>
                <a:lnTo>
                  <a:pt x="959711" y="652917"/>
                </a:lnTo>
                <a:lnTo>
                  <a:pt x="993096" y="631613"/>
                </a:lnTo>
                <a:cubicBezTo>
                  <a:pt x="1034679" y="599888"/>
                  <a:pt x="1078184" y="556519"/>
                  <a:pt x="1118319" y="504652"/>
                </a:cubicBezTo>
                <a:cubicBezTo>
                  <a:pt x="1185209" y="418208"/>
                  <a:pt x="1226902" y="328621"/>
                  <a:pt x="1235442" y="263277"/>
                </a:cubicBezTo>
                <a:close/>
              </a:path>
            </a:pathLst>
          </a:cu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67804DAE-EFC8-4550-A341-8F1A68AAFFA5}"/>
              </a:ext>
            </a:extLst>
          </p:cNvPr>
          <p:cNvSpPr/>
          <p:nvPr/>
        </p:nvSpPr>
        <p:spPr>
          <a:xfrm>
            <a:off x="2600086" y="1623690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977C4E61-B5EF-4BCC-8928-9A4F1E566CE5}"/>
              </a:ext>
            </a:extLst>
          </p:cNvPr>
          <p:cNvSpPr/>
          <p:nvPr/>
        </p:nvSpPr>
        <p:spPr>
          <a:xfrm>
            <a:off x="3387908" y="3257808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FEBA16F3-C36C-4F12-A32D-DE34E70DFB9E}"/>
              </a:ext>
            </a:extLst>
          </p:cNvPr>
          <p:cNvCxnSpPr>
            <a:cxnSpLocks/>
          </p:cNvCxnSpPr>
          <p:nvPr/>
        </p:nvCxnSpPr>
        <p:spPr>
          <a:xfrm rot="5400000">
            <a:off x="2779063" y="2734376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5A8C8F2-15D7-40DA-842D-ACEE5C68E626}"/>
              </a:ext>
            </a:extLst>
          </p:cNvPr>
          <p:cNvCxnSpPr>
            <a:cxnSpLocks/>
          </p:cNvCxnSpPr>
          <p:nvPr/>
        </p:nvCxnSpPr>
        <p:spPr>
          <a:xfrm rot="5400000">
            <a:off x="2368206" y="635169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B5E82EF1-0C31-4720-839D-A4F96469FA06}"/>
              </a:ext>
            </a:extLst>
          </p:cNvPr>
          <p:cNvCxnSpPr>
            <a:cxnSpLocks/>
          </p:cNvCxnSpPr>
          <p:nvPr/>
        </p:nvCxnSpPr>
        <p:spPr>
          <a:xfrm rot="5400000">
            <a:off x="1498385" y="635169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C125AC1E-580B-404D-A72F-2150322E93D4}"/>
              </a:ext>
            </a:extLst>
          </p:cNvPr>
          <p:cNvCxnSpPr>
            <a:cxnSpLocks/>
          </p:cNvCxnSpPr>
          <p:nvPr/>
        </p:nvCxnSpPr>
        <p:spPr>
          <a:xfrm rot="5400000">
            <a:off x="1534806" y="2291739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9DFD1971-ADA0-4843-BAA5-BD8B4E6F6772}"/>
              </a:ext>
            </a:extLst>
          </p:cNvPr>
          <p:cNvCxnSpPr>
            <a:cxnSpLocks/>
          </p:cNvCxnSpPr>
          <p:nvPr/>
        </p:nvCxnSpPr>
        <p:spPr>
          <a:xfrm rot="5400000">
            <a:off x="2455602" y="3114888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5E51850B-CBCF-43F4-ADA9-E88AB1031B17}"/>
              </a:ext>
            </a:extLst>
          </p:cNvPr>
          <p:cNvCxnSpPr>
            <a:cxnSpLocks/>
          </p:cNvCxnSpPr>
          <p:nvPr/>
        </p:nvCxnSpPr>
        <p:spPr>
          <a:xfrm rot="10800000">
            <a:off x="1941789" y="3546381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5475E942-5A17-44F1-905A-AF78BF1A7388}"/>
              </a:ext>
            </a:extLst>
          </p:cNvPr>
          <p:cNvCxnSpPr>
            <a:cxnSpLocks/>
          </p:cNvCxnSpPr>
          <p:nvPr/>
        </p:nvCxnSpPr>
        <p:spPr>
          <a:xfrm rot="10800000">
            <a:off x="2075719" y="2705750"/>
            <a:ext cx="862987" cy="0"/>
          </a:xfrm>
          <a:prstGeom prst="line">
            <a:avLst/>
          </a:prstGeom>
          <a:ln w="254000" cap="rnd">
            <a:solidFill>
              <a:srgbClr val="6699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4C89192C-C9F9-4BDF-BD8C-22EE5AFCF565}"/>
              </a:ext>
            </a:extLst>
          </p:cNvPr>
          <p:cNvSpPr/>
          <p:nvPr/>
        </p:nvSpPr>
        <p:spPr>
          <a:xfrm rot="2700000">
            <a:off x="836631" y="2438602"/>
            <a:ext cx="571202" cy="630890"/>
          </a:xfrm>
          <a:custGeom>
            <a:avLst/>
            <a:gdLst>
              <a:gd name="connsiteX0" fmla="*/ 1016525 w 2028322"/>
              <a:gd name="connsiteY0" fmla="*/ 0 h 2240267"/>
              <a:gd name="connsiteX1" fmla="*/ 1378955 w 2028322"/>
              <a:gd name="connsiteY1" fmla="*/ 137892 h 2240267"/>
              <a:gd name="connsiteX2" fmla="*/ 1390102 w 2028322"/>
              <a:gd name="connsiteY2" fmla="*/ 152587 h 2240267"/>
              <a:gd name="connsiteX3" fmla="*/ 1408918 w 2028322"/>
              <a:gd name="connsiteY3" fmla="*/ 159773 h 2240267"/>
              <a:gd name="connsiteX4" fmla="*/ 2028322 w 2028322"/>
              <a:gd name="connsiteY4" fmla="*/ 1134788 h 2240267"/>
              <a:gd name="connsiteX5" fmla="*/ 1408918 w 2028322"/>
              <a:gd name="connsiteY5" fmla="*/ 2109803 h 2240267"/>
              <a:gd name="connsiteX6" fmla="*/ 1340078 w 2028322"/>
              <a:gd name="connsiteY6" fmla="*/ 2136092 h 2240267"/>
              <a:gd name="connsiteX7" fmla="*/ 1325584 w 2028322"/>
              <a:gd name="connsiteY7" fmla="*/ 2148662 h 2240267"/>
              <a:gd name="connsiteX8" fmla="*/ 1016525 w 2028322"/>
              <a:gd name="connsiteY8" fmla="*/ 2240267 h 2240267"/>
              <a:gd name="connsiteX9" fmla="*/ 707466 w 2028322"/>
              <a:gd name="connsiteY9" fmla="*/ 2148662 h 2240267"/>
              <a:gd name="connsiteX10" fmla="*/ 696692 w 2028322"/>
              <a:gd name="connsiteY10" fmla="*/ 2139318 h 2240267"/>
              <a:gd name="connsiteX11" fmla="*/ 619404 w 2028322"/>
              <a:gd name="connsiteY11" fmla="*/ 2109803 h 2240267"/>
              <a:gd name="connsiteX12" fmla="*/ 0 w 2028322"/>
              <a:gd name="connsiteY12" fmla="*/ 1134788 h 2240267"/>
              <a:gd name="connsiteX13" fmla="*/ 619404 w 2028322"/>
              <a:gd name="connsiteY13" fmla="*/ 159773 h 2240267"/>
              <a:gd name="connsiteX14" fmla="*/ 644876 w 2028322"/>
              <a:gd name="connsiteY14" fmla="*/ 150046 h 2240267"/>
              <a:gd name="connsiteX15" fmla="*/ 654095 w 2028322"/>
              <a:gd name="connsiteY15" fmla="*/ 137892 h 2240267"/>
              <a:gd name="connsiteX16" fmla="*/ 1016525 w 2028322"/>
              <a:gd name="connsiteY16" fmla="*/ 0 h 22402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2028322" h="2240267">
                <a:moveTo>
                  <a:pt x="1016525" y="0"/>
                </a:moveTo>
                <a:cubicBezTo>
                  <a:pt x="1167394" y="0"/>
                  <a:pt x="1300409" y="54698"/>
                  <a:pt x="1378955" y="137892"/>
                </a:cubicBezTo>
                <a:lnTo>
                  <a:pt x="1390102" y="152587"/>
                </a:lnTo>
                <a:lnTo>
                  <a:pt x="1408918" y="159773"/>
                </a:lnTo>
                <a:cubicBezTo>
                  <a:pt x="1772916" y="320412"/>
                  <a:pt x="2028322" y="696479"/>
                  <a:pt x="2028322" y="1134788"/>
                </a:cubicBezTo>
                <a:cubicBezTo>
                  <a:pt x="2028322" y="1573097"/>
                  <a:pt x="1772916" y="1949164"/>
                  <a:pt x="1408918" y="2109803"/>
                </a:cubicBezTo>
                <a:lnTo>
                  <a:pt x="1340078" y="2136092"/>
                </a:lnTo>
                <a:lnTo>
                  <a:pt x="1325584" y="2148662"/>
                </a:lnTo>
                <a:cubicBezTo>
                  <a:pt x="1246489" y="2205261"/>
                  <a:pt x="1137220" y="2240267"/>
                  <a:pt x="1016525" y="2240267"/>
                </a:cubicBezTo>
                <a:cubicBezTo>
                  <a:pt x="895830" y="2240267"/>
                  <a:pt x="786561" y="2205261"/>
                  <a:pt x="707466" y="2148662"/>
                </a:cubicBezTo>
                <a:lnTo>
                  <a:pt x="696692" y="2139318"/>
                </a:lnTo>
                <a:lnTo>
                  <a:pt x="619404" y="2109803"/>
                </a:lnTo>
                <a:cubicBezTo>
                  <a:pt x="255406" y="1949164"/>
                  <a:pt x="0" y="1573097"/>
                  <a:pt x="0" y="1134788"/>
                </a:cubicBezTo>
                <a:cubicBezTo>
                  <a:pt x="0" y="696479"/>
                  <a:pt x="255406" y="320412"/>
                  <a:pt x="619404" y="159773"/>
                </a:cubicBezTo>
                <a:lnTo>
                  <a:pt x="644876" y="150046"/>
                </a:lnTo>
                <a:lnTo>
                  <a:pt x="654095" y="137892"/>
                </a:lnTo>
                <a:cubicBezTo>
                  <a:pt x="732641" y="54698"/>
                  <a:pt x="865656" y="0"/>
                  <a:pt x="101652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70" name="Freeform: Shape 169">
            <a:extLst>
              <a:ext uri="{FF2B5EF4-FFF2-40B4-BE49-F238E27FC236}">
                <a16:creationId xmlns:a16="http://schemas.microsoft.com/office/drawing/2014/main" id="{A4473202-7574-415F-847E-7B8E6ED7ED75}"/>
              </a:ext>
            </a:extLst>
          </p:cNvPr>
          <p:cNvSpPr/>
          <p:nvPr/>
        </p:nvSpPr>
        <p:spPr>
          <a:xfrm>
            <a:off x="3387640" y="1623690"/>
            <a:ext cx="494320" cy="578263"/>
          </a:xfrm>
          <a:custGeom>
            <a:avLst/>
            <a:gdLst>
              <a:gd name="connsiteX0" fmla="*/ 537514 w 575317"/>
              <a:gd name="connsiteY0" fmla="*/ 539503 h 673014"/>
              <a:gd name="connsiteX1" fmla="*/ 520201 w 575317"/>
              <a:gd name="connsiteY1" fmla="*/ 514175 h 673014"/>
              <a:gd name="connsiteX2" fmla="*/ 515304 w 575317"/>
              <a:gd name="connsiteY2" fmla="*/ 520071 h 673014"/>
              <a:gd name="connsiteX3" fmla="*/ 454919 w 575317"/>
              <a:gd name="connsiteY3" fmla="*/ 544028 h 673014"/>
              <a:gd name="connsiteX4" fmla="*/ 387769 w 575317"/>
              <a:gd name="connsiteY4" fmla="*/ 499945 h 673014"/>
              <a:gd name="connsiteX5" fmla="*/ 386956 w 575317"/>
              <a:gd name="connsiteY5" fmla="*/ 496300 h 673014"/>
              <a:gd name="connsiteX6" fmla="*/ 372789 w 575317"/>
              <a:gd name="connsiteY6" fmla="*/ 533728 h 673014"/>
              <a:gd name="connsiteX7" fmla="*/ 305467 w 575317"/>
              <a:gd name="connsiteY7" fmla="*/ 597583 h 673014"/>
              <a:gd name="connsiteX8" fmla="*/ 287623 w 575317"/>
              <a:gd name="connsiteY8" fmla="*/ 605092 h 673014"/>
              <a:gd name="connsiteX9" fmla="*/ 257045 w 575317"/>
              <a:gd name="connsiteY9" fmla="*/ 673014 h 673014"/>
              <a:gd name="connsiteX10" fmla="*/ 216545 w 575317"/>
              <a:gd name="connsiteY10" fmla="*/ 635127 h 673014"/>
              <a:gd name="connsiteX11" fmla="*/ 156651 w 575317"/>
              <a:gd name="connsiteY11" fmla="*/ 669020 h 673014"/>
              <a:gd name="connsiteX12" fmla="*/ 148826 w 575317"/>
              <a:gd name="connsiteY12" fmla="*/ 627412 h 673014"/>
              <a:gd name="connsiteX13" fmla="*/ 98234 w 575317"/>
              <a:gd name="connsiteY13" fmla="*/ 633891 h 673014"/>
              <a:gd name="connsiteX14" fmla="*/ 137139 w 575317"/>
              <a:gd name="connsiteY14" fmla="*/ 594978 h 673014"/>
              <a:gd name="connsiteX15" fmla="*/ 125123 w 575317"/>
              <a:gd name="connsiteY15" fmla="*/ 588299 h 673014"/>
              <a:gd name="connsiteX16" fmla="*/ 62878 w 575317"/>
              <a:gd name="connsiteY16" fmla="*/ 489802 h 673014"/>
              <a:gd name="connsiteX17" fmla="*/ 118322 w 575317"/>
              <a:gd name="connsiteY17" fmla="*/ 356825 h 673014"/>
              <a:gd name="connsiteX18" fmla="*/ 142714 w 575317"/>
              <a:gd name="connsiteY18" fmla="*/ 341993 h 673014"/>
              <a:gd name="connsiteX19" fmla="*/ 116747 w 575317"/>
              <a:gd name="connsiteY19" fmla="*/ 345560 h 673014"/>
              <a:gd name="connsiteX20" fmla="*/ 75124 w 575317"/>
              <a:gd name="connsiteY20" fmla="*/ 333424 h 673014"/>
              <a:gd name="connsiteX21" fmla="*/ 23038 w 575317"/>
              <a:gd name="connsiteY21" fmla="*/ 218149 h 673014"/>
              <a:gd name="connsiteX22" fmla="*/ 26371 w 575317"/>
              <a:gd name="connsiteY22" fmla="*/ 204507 h 673014"/>
              <a:gd name="connsiteX23" fmla="*/ 0 w 575317"/>
              <a:gd name="connsiteY23" fmla="*/ 157349 h 673014"/>
              <a:gd name="connsiteX24" fmla="*/ 39573 w 575317"/>
              <a:gd name="connsiteY24" fmla="*/ 150115 h 673014"/>
              <a:gd name="connsiteX25" fmla="*/ 45694 w 575317"/>
              <a:gd name="connsiteY25" fmla="*/ 100572 h 673014"/>
              <a:gd name="connsiteX26" fmla="*/ 73320 w 575317"/>
              <a:gd name="connsiteY26" fmla="*/ 113986 h 673014"/>
              <a:gd name="connsiteX27" fmla="*/ 91400 w 575317"/>
              <a:gd name="connsiteY27" fmla="*/ 81707 h 673014"/>
              <a:gd name="connsiteX28" fmla="*/ 97268 w 575317"/>
              <a:gd name="connsiteY28" fmla="*/ 121187 h 673014"/>
              <a:gd name="connsiteX29" fmla="*/ 106351 w 575317"/>
              <a:gd name="connsiteY29" fmla="*/ 117070 h 673014"/>
              <a:gd name="connsiteX30" fmla="*/ 190634 w 575317"/>
              <a:gd name="connsiteY30" fmla="*/ 123346 h 673014"/>
              <a:gd name="connsiteX31" fmla="*/ 229075 w 575317"/>
              <a:gd name="connsiteY31" fmla="*/ 160993 h 673014"/>
              <a:gd name="connsiteX32" fmla="*/ 240050 w 575317"/>
              <a:gd name="connsiteY32" fmla="*/ 198873 h 673014"/>
              <a:gd name="connsiteX33" fmla="*/ 238359 w 575317"/>
              <a:gd name="connsiteY33" fmla="*/ 182883 h 673014"/>
              <a:gd name="connsiteX34" fmla="*/ 278547 w 575317"/>
              <a:gd name="connsiteY34" fmla="*/ 86986 h 673014"/>
              <a:gd name="connsiteX35" fmla="*/ 382704 w 575317"/>
              <a:gd name="connsiteY35" fmla="*/ 49807 h 673014"/>
              <a:gd name="connsiteX36" fmla="*/ 395591 w 575317"/>
              <a:gd name="connsiteY36" fmla="*/ 51848 h 673014"/>
              <a:gd name="connsiteX37" fmla="*/ 389290 w 575317"/>
              <a:gd name="connsiteY37" fmla="*/ 0 h 673014"/>
              <a:gd name="connsiteX38" fmla="*/ 423307 w 575317"/>
              <a:gd name="connsiteY38" fmla="*/ 34449 h 673014"/>
              <a:gd name="connsiteX39" fmla="*/ 453503 w 575317"/>
              <a:gd name="connsiteY39" fmla="*/ 7934 h 673014"/>
              <a:gd name="connsiteX40" fmla="*/ 478427 w 575317"/>
              <a:gd name="connsiteY40" fmla="*/ 68314 h 673014"/>
              <a:gd name="connsiteX41" fmla="*/ 530866 w 575317"/>
              <a:gd name="connsiteY41" fmla="*/ 63702 h 673014"/>
              <a:gd name="connsiteX42" fmla="*/ 513967 w 575317"/>
              <a:gd name="connsiteY42" fmla="*/ 132355 h 673014"/>
              <a:gd name="connsiteX43" fmla="*/ 522908 w 575317"/>
              <a:gd name="connsiteY43" fmla="*/ 148409 h 673014"/>
              <a:gd name="connsiteX44" fmla="*/ 497215 w 575317"/>
              <a:gd name="connsiteY44" fmla="*/ 311928 h 673014"/>
              <a:gd name="connsiteX45" fmla="*/ 285868 w 575317"/>
              <a:gd name="connsiteY45" fmla="*/ 298626 h 673014"/>
              <a:gd name="connsiteX46" fmla="*/ 257942 w 575317"/>
              <a:gd name="connsiteY46" fmla="*/ 260722 h 673014"/>
              <a:gd name="connsiteX47" fmla="*/ 243355 w 575317"/>
              <a:gd name="connsiteY47" fmla="*/ 221981 h 673014"/>
              <a:gd name="connsiteX48" fmla="*/ 241042 w 575317"/>
              <a:gd name="connsiteY48" fmla="*/ 247179 h 673014"/>
              <a:gd name="connsiteX49" fmla="*/ 228151 w 575317"/>
              <a:gd name="connsiteY49" fmla="*/ 280770 h 673014"/>
              <a:gd name="connsiteX50" fmla="*/ 198183 w 575317"/>
              <a:gd name="connsiteY50" fmla="*/ 317539 h 673014"/>
              <a:gd name="connsiteX51" fmla="*/ 185347 w 575317"/>
              <a:gd name="connsiteY51" fmla="*/ 324875 h 673014"/>
              <a:gd name="connsiteX52" fmla="*/ 206425 w 575317"/>
              <a:gd name="connsiteY52" fmla="*/ 319008 h 673014"/>
              <a:gd name="connsiteX53" fmla="*/ 369641 w 575317"/>
              <a:gd name="connsiteY53" fmla="*/ 389197 h 673014"/>
              <a:gd name="connsiteX54" fmla="*/ 382040 w 575317"/>
              <a:gd name="connsiteY54" fmla="*/ 422725 h 673014"/>
              <a:gd name="connsiteX55" fmla="*/ 384504 w 575317"/>
              <a:gd name="connsiteY55" fmla="*/ 412288 h 673014"/>
              <a:gd name="connsiteX56" fmla="*/ 464260 w 575317"/>
              <a:gd name="connsiteY56" fmla="*/ 359990 h 673014"/>
              <a:gd name="connsiteX57" fmla="*/ 538975 w 575317"/>
              <a:gd name="connsiteY57" fmla="*/ 422210 h 673014"/>
              <a:gd name="connsiteX58" fmla="*/ 541251 w 575317"/>
              <a:gd name="connsiteY58" fmla="*/ 432762 h 673014"/>
              <a:gd name="connsiteX59" fmla="*/ 575317 w 575317"/>
              <a:gd name="connsiteY59" fmla="*/ 456516 h 673014"/>
              <a:gd name="connsiteX60" fmla="*/ 550383 w 575317"/>
              <a:gd name="connsiteY60" fmla="*/ 474803 h 673014"/>
              <a:gd name="connsiteX61" fmla="*/ 562783 w 575317"/>
              <a:gd name="connsiteY61" fmla="*/ 511114 h 673014"/>
              <a:gd name="connsiteX62" fmla="*/ 539178 w 575317"/>
              <a:gd name="connsiteY62" fmla="*/ 511114 h 673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575317" h="673014">
                <a:moveTo>
                  <a:pt x="537514" y="539503"/>
                </a:moveTo>
                <a:lnTo>
                  <a:pt x="520201" y="514175"/>
                </a:lnTo>
                <a:lnTo>
                  <a:pt x="515304" y="520071"/>
                </a:lnTo>
                <a:cubicBezTo>
                  <a:pt x="499355" y="535957"/>
                  <a:pt x="477966" y="545197"/>
                  <a:pt x="454919" y="544028"/>
                </a:cubicBezTo>
                <a:cubicBezTo>
                  <a:pt x="426110" y="542566"/>
                  <a:pt x="401526" y="525183"/>
                  <a:pt x="387769" y="499945"/>
                </a:cubicBezTo>
                <a:lnTo>
                  <a:pt x="386956" y="496300"/>
                </a:lnTo>
                <a:lnTo>
                  <a:pt x="372789" y="533728"/>
                </a:lnTo>
                <a:cubicBezTo>
                  <a:pt x="357717" y="560211"/>
                  <a:pt x="334355" y="582592"/>
                  <a:pt x="305467" y="597583"/>
                </a:cubicBezTo>
                <a:lnTo>
                  <a:pt x="287623" y="605092"/>
                </a:lnTo>
                <a:lnTo>
                  <a:pt x="257045" y="673014"/>
                </a:lnTo>
                <a:lnTo>
                  <a:pt x="216545" y="635127"/>
                </a:lnTo>
                <a:lnTo>
                  <a:pt x="156651" y="669020"/>
                </a:lnTo>
                <a:lnTo>
                  <a:pt x="148826" y="627412"/>
                </a:lnTo>
                <a:lnTo>
                  <a:pt x="98234" y="633891"/>
                </a:lnTo>
                <a:lnTo>
                  <a:pt x="137139" y="594978"/>
                </a:lnTo>
                <a:lnTo>
                  <a:pt x="125123" y="588299"/>
                </a:lnTo>
                <a:cubicBezTo>
                  <a:pt x="91835" y="565452"/>
                  <a:pt x="68456" y="530815"/>
                  <a:pt x="62878" y="489802"/>
                </a:cubicBezTo>
                <a:cubicBezTo>
                  <a:pt x="55905" y="438535"/>
                  <a:pt x="78395" y="389441"/>
                  <a:pt x="118322" y="356825"/>
                </a:cubicBezTo>
                <a:lnTo>
                  <a:pt x="142714" y="341993"/>
                </a:lnTo>
                <a:lnTo>
                  <a:pt x="116747" y="345560"/>
                </a:lnTo>
                <a:cubicBezTo>
                  <a:pt x="102426" y="344608"/>
                  <a:pt x="88278" y="340657"/>
                  <a:pt x="75124" y="333424"/>
                </a:cubicBezTo>
                <a:cubicBezTo>
                  <a:pt x="34839" y="311273"/>
                  <a:pt x="15551" y="264767"/>
                  <a:pt x="23038" y="218149"/>
                </a:cubicBezTo>
                <a:lnTo>
                  <a:pt x="26371" y="204507"/>
                </a:lnTo>
                <a:lnTo>
                  <a:pt x="0" y="157349"/>
                </a:lnTo>
                <a:lnTo>
                  <a:pt x="39573" y="150115"/>
                </a:lnTo>
                <a:lnTo>
                  <a:pt x="45694" y="100572"/>
                </a:lnTo>
                <a:lnTo>
                  <a:pt x="73320" y="113986"/>
                </a:lnTo>
                <a:lnTo>
                  <a:pt x="91400" y="81707"/>
                </a:lnTo>
                <a:lnTo>
                  <a:pt x="97268" y="121187"/>
                </a:lnTo>
                <a:lnTo>
                  <a:pt x="106351" y="117070"/>
                </a:lnTo>
                <a:cubicBezTo>
                  <a:pt x="134043" y="107541"/>
                  <a:pt x="164326" y="108880"/>
                  <a:pt x="190634" y="123346"/>
                </a:cubicBezTo>
                <a:cubicBezTo>
                  <a:pt x="207077" y="132388"/>
                  <a:pt x="220021" y="145485"/>
                  <a:pt x="229075" y="160993"/>
                </a:cubicBezTo>
                <a:lnTo>
                  <a:pt x="240050" y="198873"/>
                </a:lnTo>
                <a:lnTo>
                  <a:pt x="238359" y="182883"/>
                </a:lnTo>
                <a:cubicBezTo>
                  <a:pt x="238828" y="147118"/>
                  <a:pt x="252137" y="112659"/>
                  <a:pt x="278547" y="86986"/>
                </a:cubicBezTo>
                <a:cubicBezTo>
                  <a:pt x="306717" y="59603"/>
                  <a:pt x="344458" y="47399"/>
                  <a:pt x="382704" y="49807"/>
                </a:cubicBezTo>
                <a:lnTo>
                  <a:pt x="395591" y="51848"/>
                </a:lnTo>
                <a:lnTo>
                  <a:pt x="389290" y="0"/>
                </a:lnTo>
                <a:lnTo>
                  <a:pt x="423307" y="34449"/>
                </a:lnTo>
                <a:lnTo>
                  <a:pt x="453503" y="7934"/>
                </a:lnTo>
                <a:lnTo>
                  <a:pt x="478427" y="68314"/>
                </a:lnTo>
                <a:lnTo>
                  <a:pt x="530866" y="63702"/>
                </a:lnTo>
                <a:lnTo>
                  <a:pt x="513967" y="132355"/>
                </a:lnTo>
                <a:lnTo>
                  <a:pt x="522908" y="148409"/>
                </a:lnTo>
                <a:cubicBezTo>
                  <a:pt x="548539" y="204625"/>
                  <a:pt x="540350" y="269997"/>
                  <a:pt x="497215" y="311928"/>
                </a:cubicBezTo>
                <a:cubicBezTo>
                  <a:pt x="440875" y="366697"/>
                  <a:pt x="346252" y="360742"/>
                  <a:pt x="285868" y="298626"/>
                </a:cubicBezTo>
                <a:cubicBezTo>
                  <a:pt x="274546" y="286979"/>
                  <a:pt x="265232" y="274185"/>
                  <a:pt x="257942" y="260722"/>
                </a:cubicBezTo>
                <a:lnTo>
                  <a:pt x="243355" y="221981"/>
                </a:lnTo>
                <a:lnTo>
                  <a:pt x="241042" y="247179"/>
                </a:lnTo>
                <a:cubicBezTo>
                  <a:pt x="238401" y="258577"/>
                  <a:pt x="234132" y="269892"/>
                  <a:pt x="228151" y="280770"/>
                </a:cubicBezTo>
                <a:cubicBezTo>
                  <a:pt x="220176" y="295272"/>
                  <a:pt x="209914" y="307623"/>
                  <a:pt x="198183" y="317539"/>
                </a:cubicBezTo>
                <a:lnTo>
                  <a:pt x="185347" y="324875"/>
                </a:lnTo>
                <a:lnTo>
                  <a:pt x="206425" y="319008"/>
                </a:lnTo>
                <a:cubicBezTo>
                  <a:pt x="274251" y="309783"/>
                  <a:pt x="337533" y="339272"/>
                  <a:pt x="369641" y="389197"/>
                </a:cubicBezTo>
                <a:lnTo>
                  <a:pt x="382040" y="422725"/>
                </a:lnTo>
                <a:lnTo>
                  <a:pt x="384504" y="412288"/>
                </a:lnTo>
                <a:cubicBezTo>
                  <a:pt x="398850" y="379904"/>
                  <a:pt x="429688" y="358236"/>
                  <a:pt x="464260" y="359990"/>
                </a:cubicBezTo>
                <a:cubicBezTo>
                  <a:pt x="499551" y="361781"/>
                  <a:pt x="528501" y="387462"/>
                  <a:pt x="538975" y="422210"/>
                </a:cubicBezTo>
                <a:lnTo>
                  <a:pt x="541251" y="432762"/>
                </a:lnTo>
                <a:lnTo>
                  <a:pt x="575317" y="456516"/>
                </a:lnTo>
                <a:lnTo>
                  <a:pt x="550383" y="474803"/>
                </a:lnTo>
                <a:lnTo>
                  <a:pt x="562783" y="511114"/>
                </a:lnTo>
                <a:lnTo>
                  <a:pt x="539178" y="511114"/>
                </a:lnTo>
                <a:close/>
              </a:path>
            </a:pathLst>
          </a:cu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1D6C7ABB-E224-49A2-A1E4-ACF55C507CAA}"/>
              </a:ext>
            </a:extLst>
          </p:cNvPr>
          <p:cNvCxnSpPr>
            <a:cxnSpLocks/>
          </p:cNvCxnSpPr>
          <p:nvPr/>
        </p:nvCxnSpPr>
        <p:spPr>
          <a:xfrm>
            <a:off x="1898910" y="177990"/>
            <a:ext cx="862987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9F85FDC1-276C-405A-A7FC-1FE645505B7B}"/>
              </a:ext>
            </a:extLst>
          </p:cNvPr>
          <p:cNvCxnSpPr>
            <a:cxnSpLocks/>
          </p:cNvCxnSpPr>
          <p:nvPr/>
        </p:nvCxnSpPr>
        <p:spPr>
          <a:xfrm>
            <a:off x="2783927" y="1070749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FD4B996-8967-4AC5-AD87-7973F6B94BBC}"/>
              </a:ext>
            </a:extLst>
          </p:cNvPr>
          <p:cNvCxnSpPr>
            <a:cxnSpLocks/>
          </p:cNvCxnSpPr>
          <p:nvPr/>
        </p:nvCxnSpPr>
        <p:spPr>
          <a:xfrm>
            <a:off x="234050" y="1070749"/>
            <a:ext cx="1738526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17332356-A7BF-40E4-99B0-12A8854587BB}"/>
              </a:ext>
            </a:extLst>
          </p:cNvPr>
          <p:cNvCxnSpPr>
            <a:cxnSpLocks/>
          </p:cNvCxnSpPr>
          <p:nvPr/>
        </p:nvCxnSpPr>
        <p:spPr>
          <a:xfrm>
            <a:off x="390301" y="4394795"/>
            <a:ext cx="4233822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7FA62DE7-7125-46F3-8E78-C24BE354E0F1}"/>
              </a:ext>
            </a:extLst>
          </p:cNvPr>
          <p:cNvCxnSpPr>
            <a:cxnSpLocks/>
          </p:cNvCxnSpPr>
          <p:nvPr/>
        </p:nvCxnSpPr>
        <p:spPr>
          <a:xfrm rot="5400000">
            <a:off x="-1408437" y="2734377"/>
            <a:ext cx="3445081" cy="0"/>
          </a:xfrm>
          <a:prstGeom prst="line">
            <a:avLst/>
          </a:prstGeom>
          <a:ln w="254000" cap="rnd">
            <a:solidFill>
              <a:srgbClr val="990000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68218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7A7704A-ADD7-4FB1-AA77-BC9FC459993B}"/>
              </a:ext>
            </a:extLst>
          </p:cNvPr>
          <p:cNvSpPr/>
          <p:nvPr/>
        </p:nvSpPr>
        <p:spPr>
          <a:xfrm rot="19185010">
            <a:off x="13160573" y="716542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0BDAFFFA-928E-4EC1-9F3B-E511F294CE3D}"/>
              </a:ext>
            </a:extLst>
          </p:cNvPr>
          <p:cNvSpPr/>
          <p:nvPr/>
        </p:nvSpPr>
        <p:spPr>
          <a:xfrm rot="7313666">
            <a:off x="13980817" y="-694557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0B54444D-7BC5-4F0B-89DF-A395C0A181D3}"/>
              </a:ext>
            </a:extLst>
          </p:cNvPr>
          <p:cNvSpPr/>
          <p:nvPr/>
        </p:nvSpPr>
        <p:spPr>
          <a:xfrm rot="2750059">
            <a:off x="14689932" y="326185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88D87181-9FFC-42C2-8096-856A2B617AD0}"/>
              </a:ext>
            </a:extLst>
          </p:cNvPr>
          <p:cNvGrpSpPr/>
          <p:nvPr/>
        </p:nvGrpSpPr>
        <p:grpSpPr>
          <a:xfrm>
            <a:off x="1335761" y="-1104906"/>
            <a:ext cx="9801243" cy="9723185"/>
            <a:chOff x="1335761" y="-1104906"/>
            <a:chExt cx="9801243" cy="972318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8615AE5-76AD-47DD-A7F8-E807713F6745}"/>
                </a:ext>
              </a:extLst>
            </p:cNvPr>
            <p:cNvSpPr/>
            <p:nvPr/>
          </p:nvSpPr>
          <p:spPr>
            <a:xfrm>
              <a:off x="133576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6C172A4-583A-4A22-9A6D-95AF84D41FFF}"/>
                </a:ext>
              </a:extLst>
            </p:cNvPr>
            <p:cNvSpPr/>
            <p:nvPr/>
          </p:nvSpPr>
          <p:spPr>
            <a:xfrm>
              <a:off x="133576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1436398-47D7-4949-89C5-8E825A6C9758}"/>
                </a:ext>
              </a:extLst>
            </p:cNvPr>
            <p:cNvSpPr/>
            <p:nvPr/>
          </p:nvSpPr>
          <p:spPr>
            <a:xfrm>
              <a:off x="2313905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2D7208E-316A-4D48-86AD-474BEA32FA99}"/>
                </a:ext>
              </a:extLst>
            </p:cNvPr>
            <p:cNvSpPr/>
            <p:nvPr/>
          </p:nvSpPr>
          <p:spPr>
            <a:xfrm>
              <a:off x="329204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6944DC0-BE1D-4E44-8D00-8156909E0A58}"/>
                </a:ext>
              </a:extLst>
            </p:cNvPr>
            <p:cNvSpPr/>
            <p:nvPr/>
          </p:nvSpPr>
          <p:spPr>
            <a:xfrm>
              <a:off x="2313905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1C83D9A-BDCF-4322-B557-1AD102989A61}"/>
                </a:ext>
              </a:extLst>
            </p:cNvPr>
            <p:cNvSpPr/>
            <p:nvPr/>
          </p:nvSpPr>
          <p:spPr>
            <a:xfrm>
              <a:off x="329204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2BB3D6F-BD03-42BD-AA80-9D0B1A7BE153}"/>
                </a:ext>
              </a:extLst>
            </p:cNvPr>
            <p:cNvSpPr/>
            <p:nvPr/>
          </p:nvSpPr>
          <p:spPr>
            <a:xfrm>
              <a:off x="133576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522FA30-E2A7-4356-A8C1-015D86DDC04D}"/>
                </a:ext>
              </a:extLst>
            </p:cNvPr>
            <p:cNvSpPr/>
            <p:nvPr/>
          </p:nvSpPr>
          <p:spPr>
            <a:xfrm>
              <a:off x="133576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087C983-E32C-48F9-B576-F5F5F4B5E61C}"/>
                </a:ext>
              </a:extLst>
            </p:cNvPr>
            <p:cNvSpPr/>
            <p:nvPr/>
          </p:nvSpPr>
          <p:spPr>
            <a:xfrm>
              <a:off x="2313905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818448-3476-43DF-87C6-677AB5DFDFFF}"/>
                </a:ext>
              </a:extLst>
            </p:cNvPr>
            <p:cNvSpPr/>
            <p:nvPr/>
          </p:nvSpPr>
          <p:spPr>
            <a:xfrm>
              <a:off x="329204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37C4764-3885-4DA7-9321-8012B8C98E21}"/>
                </a:ext>
              </a:extLst>
            </p:cNvPr>
            <p:cNvSpPr/>
            <p:nvPr/>
          </p:nvSpPr>
          <p:spPr>
            <a:xfrm>
              <a:off x="2313905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FF1F063-66A3-439A-A0E0-52C8612FD08C}"/>
                </a:ext>
              </a:extLst>
            </p:cNvPr>
            <p:cNvSpPr/>
            <p:nvPr/>
          </p:nvSpPr>
          <p:spPr>
            <a:xfrm>
              <a:off x="329204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3BA6675-1C96-4A8E-82AC-CC5BAE6678B1}"/>
                </a:ext>
              </a:extLst>
            </p:cNvPr>
            <p:cNvSpPr/>
            <p:nvPr/>
          </p:nvSpPr>
          <p:spPr>
            <a:xfrm>
              <a:off x="4270193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59F3925-5E9D-4F8C-AF34-9E1ADFE85A00}"/>
                </a:ext>
              </a:extLst>
            </p:cNvPr>
            <p:cNvSpPr/>
            <p:nvPr/>
          </p:nvSpPr>
          <p:spPr>
            <a:xfrm>
              <a:off x="5248337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A66EB44-92C9-491A-8ACF-09300D31B7B5}"/>
                </a:ext>
              </a:extLst>
            </p:cNvPr>
            <p:cNvSpPr/>
            <p:nvPr/>
          </p:nvSpPr>
          <p:spPr>
            <a:xfrm>
              <a:off x="4270193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FAD8305-E78F-46F8-AFE5-3D9EA89E6266}"/>
                </a:ext>
              </a:extLst>
            </p:cNvPr>
            <p:cNvSpPr/>
            <p:nvPr/>
          </p:nvSpPr>
          <p:spPr>
            <a:xfrm>
              <a:off x="5248337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C50C5A1-E5A6-44AE-9EF0-33ACE599F0B8}"/>
                </a:ext>
              </a:extLst>
            </p:cNvPr>
            <p:cNvSpPr/>
            <p:nvPr/>
          </p:nvSpPr>
          <p:spPr>
            <a:xfrm>
              <a:off x="622648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51226DA-33E7-4553-8C3F-593EC9BB4C98}"/>
                </a:ext>
              </a:extLst>
            </p:cNvPr>
            <p:cNvSpPr/>
            <p:nvPr/>
          </p:nvSpPr>
          <p:spPr>
            <a:xfrm>
              <a:off x="622648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7485A28-70A8-458D-A8B7-39B5715455E3}"/>
                </a:ext>
              </a:extLst>
            </p:cNvPr>
            <p:cNvSpPr/>
            <p:nvPr/>
          </p:nvSpPr>
          <p:spPr>
            <a:xfrm>
              <a:off x="4270193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42D0AB2-68A6-437F-8A22-B22D1B528FAE}"/>
                </a:ext>
              </a:extLst>
            </p:cNvPr>
            <p:cNvSpPr/>
            <p:nvPr/>
          </p:nvSpPr>
          <p:spPr>
            <a:xfrm>
              <a:off x="5248337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4C7CE40-6ACB-4949-AA9C-0053D7AB4DC1}"/>
                </a:ext>
              </a:extLst>
            </p:cNvPr>
            <p:cNvSpPr/>
            <p:nvPr/>
          </p:nvSpPr>
          <p:spPr>
            <a:xfrm>
              <a:off x="4270193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479CD5A-D388-49F6-B2A0-ED63C6991E7D}"/>
                </a:ext>
              </a:extLst>
            </p:cNvPr>
            <p:cNvSpPr/>
            <p:nvPr/>
          </p:nvSpPr>
          <p:spPr>
            <a:xfrm>
              <a:off x="5248337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842E9E-735E-4704-8887-F72D78C5B8D7}"/>
                </a:ext>
              </a:extLst>
            </p:cNvPr>
            <p:cNvSpPr/>
            <p:nvPr/>
          </p:nvSpPr>
          <p:spPr>
            <a:xfrm>
              <a:off x="622648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C971821-8964-44AD-9347-5B059EC9F0D1}"/>
                </a:ext>
              </a:extLst>
            </p:cNvPr>
            <p:cNvSpPr/>
            <p:nvPr/>
          </p:nvSpPr>
          <p:spPr>
            <a:xfrm>
              <a:off x="622648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DAF117E-E8CB-465F-BEF4-B9E10354782C}"/>
                </a:ext>
              </a:extLst>
            </p:cNvPr>
            <p:cNvSpPr/>
            <p:nvPr/>
          </p:nvSpPr>
          <p:spPr>
            <a:xfrm>
              <a:off x="133576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05E7E21-D836-4A0B-92FC-15F627203C31}"/>
                </a:ext>
              </a:extLst>
            </p:cNvPr>
            <p:cNvSpPr/>
            <p:nvPr/>
          </p:nvSpPr>
          <p:spPr>
            <a:xfrm>
              <a:off x="133576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2BCCC00-CCD6-419E-A422-F9F95C7755D6}"/>
                </a:ext>
              </a:extLst>
            </p:cNvPr>
            <p:cNvSpPr/>
            <p:nvPr/>
          </p:nvSpPr>
          <p:spPr>
            <a:xfrm>
              <a:off x="2313905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B4A53FA-C0A0-4A1D-AC44-8133979C9368}"/>
                </a:ext>
              </a:extLst>
            </p:cNvPr>
            <p:cNvSpPr/>
            <p:nvPr/>
          </p:nvSpPr>
          <p:spPr>
            <a:xfrm>
              <a:off x="329204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7329213-BD92-4DA8-BB35-2DF8E9462E70}"/>
                </a:ext>
              </a:extLst>
            </p:cNvPr>
            <p:cNvSpPr/>
            <p:nvPr/>
          </p:nvSpPr>
          <p:spPr>
            <a:xfrm>
              <a:off x="2313905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7BDED33-C004-4F9E-9A8F-CDCE6647E23E}"/>
                </a:ext>
              </a:extLst>
            </p:cNvPr>
            <p:cNvSpPr/>
            <p:nvPr/>
          </p:nvSpPr>
          <p:spPr>
            <a:xfrm>
              <a:off x="329204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1EEA351-2799-4D1A-B82C-8A0FE6DCC7DC}"/>
                </a:ext>
              </a:extLst>
            </p:cNvPr>
            <p:cNvSpPr/>
            <p:nvPr/>
          </p:nvSpPr>
          <p:spPr>
            <a:xfrm>
              <a:off x="133576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735C234-C756-458D-A587-3B2D73B884E5}"/>
                </a:ext>
              </a:extLst>
            </p:cNvPr>
            <p:cNvSpPr/>
            <p:nvPr/>
          </p:nvSpPr>
          <p:spPr>
            <a:xfrm>
              <a:off x="2313905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7E2E9D8-7137-48D8-8864-5F0C06EF51E7}"/>
                </a:ext>
              </a:extLst>
            </p:cNvPr>
            <p:cNvSpPr/>
            <p:nvPr/>
          </p:nvSpPr>
          <p:spPr>
            <a:xfrm>
              <a:off x="329204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990DF6F-4C5F-46E0-8A7B-1FFA707748E3}"/>
                </a:ext>
              </a:extLst>
            </p:cNvPr>
            <p:cNvSpPr/>
            <p:nvPr/>
          </p:nvSpPr>
          <p:spPr>
            <a:xfrm>
              <a:off x="4270193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F9A5D33-1427-428D-B480-662A24C5C9E6}"/>
                </a:ext>
              </a:extLst>
            </p:cNvPr>
            <p:cNvSpPr/>
            <p:nvPr/>
          </p:nvSpPr>
          <p:spPr>
            <a:xfrm>
              <a:off x="5248337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D655F7A-807B-400D-96DD-4A02431CA5A0}"/>
                </a:ext>
              </a:extLst>
            </p:cNvPr>
            <p:cNvSpPr/>
            <p:nvPr/>
          </p:nvSpPr>
          <p:spPr>
            <a:xfrm>
              <a:off x="4270193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FE141EF-7430-4FF9-BC73-788AFE9805C3}"/>
                </a:ext>
              </a:extLst>
            </p:cNvPr>
            <p:cNvSpPr/>
            <p:nvPr/>
          </p:nvSpPr>
          <p:spPr>
            <a:xfrm>
              <a:off x="5248337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88A1B89-5718-477E-8186-82C872A0B968}"/>
                </a:ext>
              </a:extLst>
            </p:cNvPr>
            <p:cNvSpPr/>
            <p:nvPr/>
          </p:nvSpPr>
          <p:spPr>
            <a:xfrm>
              <a:off x="622648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24FC7E6-0565-4D6F-909A-054763CD280A}"/>
                </a:ext>
              </a:extLst>
            </p:cNvPr>
            <p:cNvSpPr/>
            <p:nvPr/>
          </p:nvSpPr>
          <p:spPr>
            <a:xfrm>
              <a:off x="622648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03D15B5-CB7D-46B5-B146-B0A7BE6E3A7E}"/>
                </a:ext>
              </a:extLst>
            </p:cNvPr>
            <p:cNvSpPr/>
            <p:nvPr/>
          </p:nvSpPr>
          <p:spPr>
            <a:xfrm>
              <a:off x="4270193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1ED0087-0EA3-4120-8B0F-57860E927298}"/>
                </a:ext>
              </a:extLst>
            </p:cNvPr>
            <p:cNvSpPr/>
            <p:nvPr/>
          </p:nvSpPr>
          <p:spPr>
            <a:xfrm>
              <a:off x="5248337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C184A4BB-2A46-47B1-B15D-62CC3EB0EFB5}"/>
                </a:ext>
              </a:extLst>
            </p:cNvPr>
            <p:cNvSpPr/>
            <p:nvPr/>
          </p:nvSpPr>
          <p:spPr>
            <a:xfrm>
              <a:off x="622648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E658B0E-E80B-40D1-949B-080CAB4A57E8}"/>
                </a:ext>
              </a:extLst>
            </p:cNvPr>
            <p:cNvSpPr/>
            <p:nvPr/>
          </p:nvSpPr>
          <p:spPr>
            <a:xfrm>
              <a:off x="133576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03CA8A3-459B-4469-9F24-CB3A80EEADEA}"/>
                </a:ext>
              </a:extLst>
            </p:cNvPr>
            <p:cNvSpPr/>
            <p:nvPr/>
          </p:nvSpPr>
          <p:spPr>
            <a:xfrm>
              <a:off x="2313905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BBC37B07-111E-4D1A-9CD3-9A66FA99DAFA}"/>
                </a:ext>
              </a:extLst>
            </p:cNvPr>
            <p:cNvSpPr/>
            <p:nvPr/>
          </p:nvSpPr>
          <p:spPr>
            <a:xfrm>
              <a:off x="329204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273014E-E18E-486A-A0CB-BF4D66D87D81}"/>
                </a:ext>
              </a:extLst>
            </p:cNvPr>
            <p:cNvSpPr/>
            <p:nvPr/>
          </p:nvSpPr>
          <p:spPr>
            <a:xfrm>
              <a:off x="4270193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FF8FC132-187D-482D-A682-06417A81991F}"/>
                </a:ext>
              </a:extLst>
            </p:cNvPr>
            <p:cNvSpPr/>
            <p:nvPr/>
          </p:nvSpPr>
          <p:spPr>
            <a:xfrm>
              <a:off x="5248337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F270D3EF-725C-4DE4-9DCC-4732DC56B5F6}"/>
                </a:ext>
              </a:extLst>
            </p:cNvPr>
            <p:cNvSpPr/>
            <p:nvPr/>
          </p:nvSpPr>
          <p:spPr>
            <a:xfrm>
              <a:off x="622648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A794E3A-3DAE-4AD4-8482-D51BF5DE78F6}"/>
                </a:ext>
              </a:extLst>
            </p:cNvPr>
            <p:cNvSpPr/>
            <p:nvPr/>
          </p:nvSpPr>
          <p:spPr>
            <a:xfrm>
              <a:off x="721010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085E03E-6979-4E1B-9F19-CC88A99FACFF}"/>
                </a:ext>
              </a:extLst>
            </p:cNvPr>
            <p:cNvSpPr/>
            <p:nvPr/>
          </p:nvSpPr>
          <p:spPr>
            <a:xfrm>
              <a:off x="721010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3C20F01-F9B7-48B1-8106-4BD40AB5FC7E}"/>
                </a:ext>
              </a:extLst>
            </p:cNvPr>
            <p:cNvSpPr/>
            <p:nvPr/>
          </p:nvSpPr>
          <p:spPr>
            <a:xfrm>
              <a:off x="721010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E129CA2-B779-4C4B-BF44-D52B3626F3E6}"/>
                </a:ext>
              </a:extLst>
            </p:cNvPr>
            <p:cNvSpPr/>
            <p:nvPr/>
          </p:nvSpPr>
          <p:spPr>
            <a:xfrm>
              <a:off x="721010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6BF2AC03-17D5-49D3-8BE8-501352527D7B}"/>
                </a:ext>
              </a:extLst>
            </p:cNvPr>
            <p:cNvSpPr/>
            <p:nvPr/>
          </p:nvSpPr>
          <p:spPr>
            <a:xfrm>
              <a:off x="721010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2EDD651D-D1E6-4057-8A54-A203075CF512}"/>
                </a:ext>
              </a:extLst>
            </p:cNvPr>
            <p:cNvSpPr/>
            <p:nvPr/>
          </p:nvSpPr>
          <p:spPr>
            <a:xfrm>
              <a:off x="721010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C46BE253-6F10-49E0-BF89-AE28FBEE6B35}"/>
                </a:ext>
              </a:extLst>
            </p:cNvPr>
            <p:cNvSpPr/>
            <p:nvPr/>
          </p:nvSpPr>
          <p:spPr>
            <a:xfrm>
              <a:off x="721010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DBD52DA-3BC0-4328-9A55-55F4689F9BE3}"/>
                </a:ext>
              </a:extLst>
            </p:cNvPr>
            <p:cNvSpPr/>
            <p:nvPr/>
          </p:nvSpPr>
          <p:spPr>
            <a:xfrm>
              <a:off x="721010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41D9860-070E-4658-9093-E9D1D5CF78BF}"/>
                </a:ext>
              </a:extLst>
            </p:cNvPr>
            <p:cNvSpPr/>
            <p:nvPr/>
          </p:nvSpPr>
          <p:spPr>
            <a:xfrm>
              <a:off x="133576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EF2B750B-B1A4-4811-B526-EF9F6E7CFB98}"/>
                </a:ext>
              </a:extLst>
            </p:cNvPr>
            <p:cNvSpPr/>
            <p:nvPr/>
          </p:nvSpPr>
          <p:spPr>
            <a:xfrm>
              <a:off x="2313905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0995394-6320-4E0B-A6C0-C569097D368F}"/>
                </a:ext>
              </a:extLst>
            </p:cNvPr>
            <p:cNvSpPr/>
            <p:nvPr/>
          </p:nvSpPr>
          <p:spPr>
            <a:xfrm>
              <a:off x="329204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41F6CB7-AFC2-4386-9B76-855BFE7854F1}"/>
                </a:ext>
              </a:extLst>
            </p:cNvPr>
            <p:cNvSpPr/>
            <p:nvPr/>
          </p:nvSpPr>
          <p:spPr>
            <a:xfrm>
              <a:off x="4270193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A1DB7297-38A0-4FF3-8F1B-5C4D8B3650ED}"/>
                </a:ext>
              </a:extLst>
            </p:cNvPr>
            <p:cNvSpPr/>
            <p:nvPr/>
          </p:nvSpPr>
          <p:spPr>
            <a:xfrm>
              <a:off x="5248337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1A657CD-9EFA-43D9-8C4F-65237E0CF3C4}"/>
                </a:ext>
              </a:extLst>
            </p:cNvPr>
            <p:cNvSpPr/>
            <p:nvPr/>
          </p:nvSpPr>
          <p:spPr>
            <a:xfrm>
              <a:off x="622648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BAB52E0C-089C-439A-B4E5-AF8083FE7F2F}"/>
                </a:ext>
              </a:extLst>
            </p:cNvPr>
            <p:cNvSpPr/>
            <p:nvPr/>
          </p:nvSpPr>
          <p:spPr>
            <a:xfrm>
              <a:off x="721010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87AE1643-633D-4A8E-B990-ED544C39F6F9}"/>
                </a:ext>
              </a:extLst>
            </p:cNvPr>
            <p:cNvSpPr/>
            <p:nvPr/>
          </p:nvSpPr>
          <p:spPr>
            <a:xfrm>
              <a:off x="8202992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E9AC8DD8-C3B6-4D2C-857D-2D6DE83B0E27}"/>
                </a:ext>
              </a:extLst>
            </p:cNvPr>
            <p:cNvSpPr/>
            <p:nvPr/>
          </p:nvSpPr>
          <p:spPr>
            <a:xfrm>
              <a:off x="8202992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6176BA71-88AC-4376-B2AA-DA955240EAA1}"/>
                </a:ext>
              </a:extLst>
            </p:cNvPr>
            <p:cNvSpPr/>
            <p:nvPr/>
          </p:nvSpPr>
          <p:spPr>
            <a:xfrm>
              <a:off x="8202992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6B26819E-830C-4962-B5D6-BD006BA6DAE4}"/>
                </a:ext>
              </a:extLst>
            </p:cNvPr>
            <p:cNvSpPr/>
            <p:nvPr/>
          </p:nvSpPr>
          <p:spPr>
            <a:xfrm>
              <a:off x="8202992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185AE06A-49CA-4FAB-B2AD-7EB149A11C82}"/>
                </a:ext>
              </a:extLst>
            </p:cNvPr>
            <p:cNvSpPr/>
            <p:nvPr/>
          </p:nvSpPr>
          <p:spPr>
            <a:xfrm>
              <a:off x="8202992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99E6830A-4867-4B40-8997-9B6A21B353D7}"/>
                </a:ext>
              </a:extLst>
            </p:cNvPr>
            <p:cNvSpPr/>
            <p:nvPr/>
          </p:nvSpPr>
          <p:spPr>
            <a:xfrm>
              <a:off x="8202992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C41CECBD-8500-4A5F-96DB-9E4A6C551840}"/>
                </a:ext>
              </a:extLst>
            </p:cNvPr>
            <p:cNvSpPr/>
            <p:nvPr/>
          </p:nvSpPr>
          <p:spPr>
            <a:xfrm>
              <a:off x="8202992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F5E2234E-01C3-4834-B6FF-E1F953E96D8B}"/>
                </a:ext>
              </a:extLst>
            </p:cNvPr>
            <p:cNvSpPr/>
            <p:nvPr/>
          </p:nvSpPr>
          <p:spPr>
            <a:xfrm>
              <a:off x="8202992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25599E1B-1028-479A-AC4A-F2584A2FE858}"/>
                </a:ext>
              </a:extLst>
            </p:cNvPr>
            <p:cNvSpPr/>
            <p:nvPr/>
          </p:nvSpPr>
          <p:spPr>
            <a:xfrm>
              <a:off x="918661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E862131B-FBCA-41EB-B22D-585F8494E6B5}"/>
                </a:ext>
              </a:extLst>
            </p:cNvPr>
            <p:cNvSpPr/>
            <p:nvPr/>
          </p:nvSpPr>
          <p:spPr>
            <a:xfrm>
              <a:off x="918661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EB17C4CE-60BA-4E64-AF4A-ECB27482CDEF}"/>
                </a:ext>
              </a:extLst>
            </p:cNvPr>
            <p:cNvSpPr/>
            <p:nvPr/>
          </p:nvSpPr>
          <p:spPr>
            <a:xfrm>
              <a:off x="918661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EED7654F-3A60-4A9B-959F-CF24B2E2D891}"/>
                </a:ext>
              </a:extLst>
            </p:cNvPr>
            <p:cNvSpPr/>
            <p:nvPr/>
          </p:nvSpPr>
          <p:spPr>
            <a:xfrm>
              <a:off x="918661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A5910AE-BBE9-4441-97FC-883D7AEB5604}"/>
                </a:ext>
              </a:extLst>
            </p:cNvPr>
            <p:cNvSpPr/>
            <p:nvPr/>
          </p:nvSpPr>
          <p:spPr>
            <a:xfrm>
              <a:off x="918661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8FC24772-FEEB-4E0C-B458-31E574A24FFE}"/>
                </a:ext>
              </a:extLst>
            </p:cNvPr>
            <p:cNvSpPr/>
            <p:nvPr/>
          </p:nvSpPr>
          <p:spPr>
            <a:xfrm>
              <a:off x="918661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2670556-0F84-41EE-B5AB-E890029B8E68}"/>
                </a:ext>
              </a:extLst>
            </p:cNvPr>
            <p:cNvSpPr/>
            <p:nvPr/>
          </p:nvSpPr>
          <p:spPr>
            <a:xfrm>
              <a:off x="918661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19F9D05C-7A09-4A03-AF0D-44BFA2B6DE1B}"/>
                </a:ext>
              </a:extLst>
            </p:cNvPr>
            <p:cNvSpPr/>
            <p:nvPr/>
          </p:nvSpPr>
          <p:spPr>
            <a:xfrm>
              <a:off x="918661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2C8DA6EB-9E76-4930-ABD5-189C7F4CB8CF}"/>
                </a:ext>
              </a:extLst>
            </p:cNvPr>
            <p:cNvSpPr/>
            <p:nvPr/>
          </p:nvSpPr>
          <p:spPr>
            <a:xfrm>
              <a:off x="8202992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ED56CF0-7EDF-4F04-B1B7-8BF6144C6BD5}"/>
                </a:ext>
              </a:extLst>
            </p:cNvPr>
            <p:cNvSpPr/>
            <p:nvPr/>
          </p:nvSpPr>
          <p:spPr>
            <a:xfrm>
              <a:off x="918661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C33A40A2-6E7A-4889-AD37-5C02BC5C87BE}"/>
                </a:ext>
              </a:extLst>
            </p:cNvPr>
            <p:cNvSpPr/>
            <p:nvPr/>
          </p:nvSpPr>
          <p:spPr>
            <a:xfrm>
              <a:off x="10158860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D6630AE6-1DB4-407A-8FA6-91C7F5D49174}"/>
                </a:ext>
              </a:extLst>
            </p:cNvPr>
            <p:cNvSpPr/>
            <p:nvPr/>
          </p:nvSpPr>
          <p:spPr>
            <a:xfrm>
              <a:off x="10158860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459DAEE8-4027-4880-85D4-F724165F0693}"/>
                </a:ext>
              </a:extLst>
            </p:cNvPr>
            <p:cNvSpPr/>
            <p:nvPr/>
          </p:nvSpPr>
          <p:spPr>
            <a:xfrm>
              <a:off x="10158860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1C9DCA54-C15A-47A5-A9A5-603E160D215B}"/>
                </a:ext>
              </a:extLst>
            </p:cNvPr>
            <p:cNvSpPr/>
            <p:nvPr/>
          </p:nvSpPr>
          <p:spPr>
            <a:xfrm>
              <a:off x="10158860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2375FC84-E3DA-4EF3-8D50-008507F5896B}"/>
                </a:ext>
              </a:extLst>
            </p:cNvPr>
            <p:cNvSpPr/>
            <p:nvPr/>
          </p:nvSpPr>
          <p:spPr>
            <a:xfrm>
              <a:off x="10158860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A82DE8FD-8BCC-4CFA-8E77-C8E154F9EC41}"/>
                </a:ext>
              </a:extLst>
            </p:cNvPr>
            <p:cNvSpPr/>
            <p:nvPr/>
          </p:nvSpPr>
          <p:spPr>
            <a:xfrm>
              <a:off x="10158860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55501547-E65A-410F-BFA8-BF4E694CA2E6}"/>
                </a:ext>
              </a:extLst>
            </p:cNvPr>
            <p:cNvSpPr/>
            <p:nvPr/>
          </p:nvSpPr>
          <p:spPr>
            <a:xfrm>
              <a:off x="10158860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FAEE7C70-FD19-472B-9FFE-58B06DFB350C}"/>
                </a:ext>
              </a:extLst>
            </p:cNvPr>
            <p:cNvSpPr/>
            <p:nvPr/>
          </p:nvSpPr>
          <p:spPr>
            <a:xfrm>
              <a:off x="10158860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B1FAB5ED-A7B0-4C65-8A06-97A9B63FD825}"/>
                </a:ext>
              </a:extLst>
            </p:cNvPr>
            <p:cNvSpPr/>
            <p:nvPr/>
          </p:nvSpPr>
          <p:spPr>
            <a:xfrm>
              <a:off x="10158860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4944C5CE-056B-408D-A3FC-63498E5C6B28}"/>
                </a:ext>
              </a:extLst>
            </p:cNvPr>
            <p:cNvSpPr/>
            <p:nvPr/>
          </p:nvSpPr>
          <p:spPr>
            <a:xfrm>
              <a:off x="133576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DA35C9DC-FF93-4B1A-8230-45E08B769061}"/>
                </a:ext>
              </a:extLst>
            </p:cNvPr>
            <p:cNvSpPr/>
            <p:nvPr/>
          </p:nvSpPr>
          <p:spPr>
            <a:xfrm>
              <a:off x="2313905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AAE7579E-B427-4E08-B1E9-0471805AA599}"/>
                </a:ext>
              </a:extLst>
            </p:cNvPr>
            <p:cNvSpPr/>
            <p:nvPr/>
          </p:nvSpPr>
          <p:spPr>
            <a:xfrm>
              <a:off x="329204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455EB26-6F87-416A-A911-75E1F8B0672F}"/>
                </a:ext>
              </a:extLst>
            </p:cNvPr>
            <p:cNvSpPr/>
            <p:nvPr/>
          </p:nvSpPr>
          <p:spPr>
            <a:xfrm>
              <a:off x="4270193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58C33C34-BF20-468E-ABD5-15907BE50C57}"/>
                </a:ext>
              </a:extLst>
            </p:cNvPr>
            <p:cNvSpPr/>
            <p:nvPr/>
          </p:nvSpPr>
          <p:spPr>
            <a:xfrm>
              <a:off x="5248337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BE24CE60-4021-4A4D-BE1F-C00D5D24D9CE}"/>
                </a:ext>
              </a:extLst>
            </p:cNvPr>
            <p:cNvSpPr/>
            <p:nvPr/>
          </p:nvSpPr>
          <p:spPr>
            <a:xfrm>
              <a:off x="622648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01DB499-A206-4C34-BF0F-9A8ED35006D4}"/>
                </a:ext>
              </a:extLst>
            </p:cNvPr>
            <p:cNvSpPr/>
            <p:nvPr/>
          </p:nvSpPr>
          <p:spPr>
            <a:xfrm>
              <a:off x="721010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E43AC372-8EE3-4792-AA1E-CDE78228F41D}"/>
                </a:ext>
              </a:extLst>
            </p:cNvPr>
            <p:cNvSpPr/>
            <p:nvPr/>
          </p:nvSpPr>
          <p:spPr>
            <a:xfrm>
              <a:off x="8202992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537F6D93-CDC4-424E-A2D2-020CA069FFC4}"/>
                </a:ext>
              </a:extLst>
            </p:cNvPr>
            <p:cNvSpPr/>
            <p:nvPr/>
          </p:nvSpPr>
          <p:spPr>
            <a:xfrm>
              <a:off x="918661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6C2DBFDD-E4C8-4BC3-97E9-95DD43E388AA}"/>
                </a:ext>
              </a:extLst>
            </p:cNvPr>
            <p:cNvSpPr/>
            <p:nvPr/>
          </p:nvSpPr>
          <p:spPr>
            <a:xfrm>
              <a:off x="10158860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159" name="Freeform: Shape 158">
            <a:extLst>
              <a:ext uri="{FF2B5EF4-FFF2-40B4-BE49-F238E27FC236}">
                <a16:creationId xmlns:a16="http://schemas.microsoft.com/office/drawing/2014/main" id="{81FABF19-216B-4579-81BC-FAF296D123E1}"/>
              </a:ext>
            </a:extLst>
          </p:cNvPr>
          <p:cNvSpPr/>
          <p:nvPr/>
        </p:nvSpPr>
        <p:spPr>
          <a:xfrm rot="2750059">
            <a:off x="5077937" y="-3098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1" name="Freeform: Shape 160">
            <a:extLst>
              <a:ext uri="{FF2B5EF4-FFF2-40B4-BE49-F238E27FC236}">
                <a16:creationId xmlns:a16="http://schemas.microsoft.com/office/drawing/2014/main" id="{7D9B6975-CED9-4C09-BD61-E82D715E67CB}"/>
              </a:ext>
            </a:extLst>
          </p:cNvPr>
          <p:cNvSpPr/>
          <p:nvPr/>
        </p:nvSpPr>
        <p:spPr>
          <a:xfrm rot="2750059">
            <a:off x="2032731" y="2578068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0B1FD75C-2222-49E9-A36F-2E9CF576D56C}"/>
              </a:ext>
            </a:extLst>
          </p:cNvPr>
          <p:cNvSpPr/>
          <p:nvPr/>
        </p:nvSpPr>
        <p:spPr>
          <a:xfrm rot="2750059">
            <a:off x="4113141" y="2606078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81668DEE-D156-4D37-9D24-FDC1F61B440D}"/>
              </a:ext>
            </a:extLst>
          </p:cNvPr>
          <p:cNvSpPr/>
          <p:nvPr/>
        </p:nvSpPr>
        <p:spPr>
          <a:xfrm rot="2750059">
            <a:off x="2068063" y="-277403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5" name="Freeform: Shape 164">
            <a:extLst>
              <a:ext uri="{FF2B5EF4-FFF2-40B4-BE49-F238E27FC236}">
                <a16:creationId xmlns:a16="http://schemas.microsoft.com/office/drawing/2014/main" id="{A57F7129-D61D-4687-89E9-91D19CEE3F1A}"/>
              </a:ext>
            </a:extLst>
          </p:cNvPr>
          <p:cNvSpPr/>
          <p:nvPr/>
        </p:nvSpPr>
        <p:spPr>
          <a:xfrm rot="7313666">
            <a:off x="1969489" y="4522221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6" name="Freeform: Shape 165">
            <a:extLst>
              <a:ext uri="{FF2B5EF4-FFF2-40B4-BE49-F238E27FC236}">
                <a16:creationId xmlns:a16="http://schemas.microsoft.com/office/drawing/2014/main" id="{640B6CDB-E0C9-4B12-9E2B-71527B239D38}"/>
              </a:ext>
            </a:extLst>
          </p:cNvPr>
          <p:cNvSpPr/>
          <p:nvPr/>
        </p:nvSpPr>
        <p:spPr>
          <a:xfrm rot="7313666">
            <a:off x="5073583" y="542314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7" name="Freeform: Shape 166">
            <a:extLst>
              <a:ext uri="{FF2B5EF4-FFF2-40B4-BE49-F238E27FC236}">
                <a16:creationId xmlns:a16="http://schemas.microsoft.com/office/drawing/2014/main" id="{84ED4101-B0BA-4108-8F77-CF010FF2E82F}"/>
              </a:ext>
            </a:extLst>
          </p:cNvPr>
          <p:cNvSpPr/>
          <p:nvPr/>
        </p:nvSpPr>
        <p:spPr>
          <a:xfrm rot="7313666">
            <a:off x="5034918" y="7422307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8" name="Freeform: Shape 167">
            <a:extLst>
              <a:ext uri="{FF2B5EF4-FFF2-40B4-BE49-F238E27FC236}">
                <a16:creationId xmlns:a16="http://schemas.microsoft.com/office/drawing/2014/main" id="{7F11ED0B-F09A-44C1-A22F-6401DCF14598}"/>
              </a:ext>
            </a:extLst>
          </p:cNvPr>
          <p:cNvSpPr/>
          <p:nvPr/>
        </p:nvSpPr>
        <p:spPr>
          <a:xfrm rot="7313666">
            <a:off x="2003883" y="7422308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9" name="Freeform: Shape 168">
            <a:extLst>
              <a:ext uri="{FF2B5EF4-FFF2-40B4-BE49-F238E27FC236}">
                <a16:creationId xmlns:a16="http://schemas.microsoft.com/office/drawing/2014/main" id="{760C44F2-817E-4619-AFF8-493DF744FF39}"/>
              </a:ext>
            </a:extLst>
          </p:cNvPr>
          <p:cNvSpPr/>
          <p:nvPr/>
        </p:nvSpPr>
        <p:spPr>
          <a:xfrm rot="2750059">
            <a:off x="10099978" y="4424280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598418E3-0009-4B53-B155-44EFA1A7ED13}"/>
              </a:ext>
            </a:extLst>
          </p:cNvPr>
          <p:cNvSpPr/>
          <p:nvPr/>
        </p:nvSpPr>
        <p:spPr>
          <a:xfrm rot="2750059">
            <a:off x="7054772" y="7312247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2" name="Freeform: Shape 171">
            <a:extLst>
              <a:ext uri="{FF2B5EF4-FFF2-40B4-BE49-F238E27FC236}">
                <a16:creationId xmlns:a16="http://schemas.microsoft.com/office/drawing/2014/main" id="{8A1E40A5-425F-4806-AA90-4C140AAF75A3}"/>
              </a:ext>
            </a:extLst>
          </p:cNvPr>
          <p:cNvSpPr/>
          <p:nvPr/>
        </p:nvSpPr>
        <p:spPr>
          <a:xfrm rot="2750059">
            <a:off x="10162678" y="7340257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3" name="Freeform: Shape 172">
            <a:extLst>
              <a:ext uri="{FF2B5EF4-FFF2-40B4-BE49-F238E27FC236}">
                <a16:creationId xmlns:a16="http://schemas.microsoft.com/office/drawing/2014/main" id="{2B579F06-B312-4EB6-88EC-2564B65E1C3F}"/>
              </a:ext>
            </a:extLst>
          </p:cNvPr>
          <p:cNvSpPr/>
          <p:nvPr/>
        </p:nvSpPr>
        <p:spPr>
          <a:xfrm rot="2750059">
            <a:off x="7957753" y="4456776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5" name="Freeform: Shape 174">
            <a:extLst>
              <a:ext uri="{FF2B5EF4-FFF2-40B4-BE49-F238E27FC236}">
                <a16:creationId xmlns:a16="http://schemas.microsoft.com/office/drawing/2014/main" id="{33BDB9C4-BAE1-4299-8765-C4A3BCC48F99}"/>
              </a:ext>
            </a:extLst>
          </p:cNvPr>
          <p:cNvSpPr/>
          <p:nvPr/>
        </p:nvSpPr>
        <p:spPr>
          <a:xfrm rot="7313666">
            <a:off x="6859893" y="-378352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6" name="Freeform: Shape 175">
            <a:extLst>
              <a:ext uri="{FF2B5EF4-FFF2-40B4-BE49-F238E27FC236}">
                <a16:creationId xmlns:a16="http://schemas.microsoft.com/office/drawing/2014/main" id="{503AA9B7-B64E-4B40-B4A0-64CB1CEA5F97}"/>
              </a:ext>
            </a:extLst>
          </p:cNvPr>
          <p:cNvSpPr/>
          <p:nvPr/>
        </p:nvSpPr>
        <p:spPr>
          <a:xfrm rot="7313666">
            <a:off x="9963987" y="-369880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7" name="Freeform: Shape 176">
            <a:extLst>
              <a:ext uri="{FF2B5EF4-FFF2-40B4-BE49-F238E27FC236}">
                <a16:creationId xmlns:a16="http://schemas.microsoft.com/office/drawing/2014/main" id="{49C4C84E-E9D7-4F01-8AB4-A6500BC99933}"/>
              </a:ext>
            </a:extLst>
          </p:cNvPr>
          <p:cNvSpPr/>
          <p:nvPr/>
        </p:nvSpPr>
        <p:spPr>
          <a:xfrm rot="7313666">
            <a:off x="9925322" y="25217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Freeform: Shape 177">
            <a:extLst>
              <a:ext uri="{FF2B5EF4-FFF2-40B4-BE49-F238E27FC236}">
                <a16:creationId xmlns:a16="http://schemas.microsoft.com/office/drawing/2014/main" id="{38E59736-3D67-491E-BEAE-860280A40E45}"/>
              </a:ext>
            </a:extLst>
          </p:cNvPr>
          <p:cNvSpPr/>
          <p:nvPr/>
        </p:nvSpPr>
        <p:spPr>
          <a:xfrm rot="7313666">
            <a:off x="6894287" y="1626433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0" name="Freeform: Shape 179">
            <a:extLst>
              <a:ext uri="{FF2B5EF4-FFF2-40B4-BE49-F238E27FC236}">
                <a16:creationId xmlns:a16="http://schemas.microsoft.com/office/drawing/2014/main" id="{D0185071-5797-46A9-91DE-C9C5646876FE}"/>
              </a:ext>
            </a:extLst>
          </p:cNvPr>
          <p:cNvSpPr/>
          <p:nvPr/>
        </p:nvSpPr>
        <p:spPr>
          <a:xfrm rot="19185010">
            <a:off x="7964933" y="5585344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1" name="Freeform: Shape 180">
            <a:extLst>
              <a:ext uri="{FF2B5EF4-FFF2-40B4-BE49-F238E27FC236}">
                <a16:creationId xmlns:a16="http://schemas.microsoft.com/office/drawing/2014/main" id="{7FA1B47F-1665-4BE1-A3F1-BD4099F91DF9}"/>
              </a:ext>
            </a:extLst>
          </p:cNvPr>
          <p:cNvSpPr/>
          <p:nvPr/>
        </p:nvSpPr>
        <p:spPr>
          <a:xfrm rot="19185010">
            <a:off x="6932458" y="5541065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0CC574C2-45A7-4F44-9F40-AD2C8B9D43DB}"/>
              </a:ext>
            </a:extLst>
          </p:cNvPr>
          <p:cNvSpPr/>
          <p:nvPr/>
        </p:nvSpPr>
        <p:spPr>
          <a:xfrm rot="19185010">
            <a:off x="4059046" y="5516617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3" name="Freeform: Shape 182">
            <a:extLst>
              <a:ext uri="{FF2B5EF4-FFF2-40B4-BE49-F238E27FC236}">
                <a16:creationId xmlns:a16="http://schemas.microsoft.com/office/drawing/2014/main" id="{40C543BB-7699-4278-B1D4-F0C493B24E9F}"/>
              </a:ext>
            </a:extLst>
          </p:cNvPr>
          <p:cNvSpPr/>
          <p:nvPr/>
        </p:nvSpPr>
        <p:spPr>
          <a:xfrm rot="19185010">
            <a:off x="4036105" y="1567596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4" name="Freeform: Shape 183">
            <a:extLst>
              <a:ext uri="{FF2B5EF4-FFF2-40B4-BE49-F238E27FC236}">
                <a16:creationId xmlns:a16="http://schemas.microsoft.com/office/drawing/2014/main" id="{F0C6ACA0-B9ED-4137-BF21-FD99B2BDACE5}"/>
              </a:ext>
            </a:extLst>
          </p:cNvPr>
          <p:cNvSpPr/>
          <p:nvPr/>
        </p:nvSpPr>
        <p:spPr>
          <a:xfrm rot="19185010">
            <a:off x="7951740" y="1604841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5" name="Freeform: Shape 184">
            <a:extLst>
              <a:ext uri="{FF2B5EF4-FFF2-40B4-BE49-F238E27FC236}">
                <a16:creationId xmlns:a16="http://schemas.microsoft.com/office/drawing/2014/main" id="{1BFBDAD9-AEBF-40DA-9743-99988219B212}"/>
              </a:ext>
            </a:extLst>
          </p:cNvPr>
          <p:cNvSpPr/>
          <p:nvPr/>
        </p:nvSpPr>
        <p:spPr>
          <a:xfrm rot="19185010">
            <a:off x="2055584" y="-1329359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6" name="Freeform: Shape 185">
            <a:extLst>
              <a:ext uri="{FF2B5EF4-FFF2-40B4-BE49-F238E27FC236}">
                <a16:creationId xmlns:a16="http://schemas.microsoft.com/office/drawing/2014/main" id="{C24BF852-37E0-441A-8EB2-5B5185CFB5D6}"/>
              </a:ext>
            </a:extLst>
          </p:cNvPr>
          <p:cNvSpPr/>
          <p:nvPr/>
        </p:nvSpPr>
        <p:spPr>
          <a:xfrm rot="19185010">
            <a:off x="4003360" y="-1329358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7" name="Freeform: Shape 186">
            <a:extLst>
              <a:ext uri="{FF2B5EF4-FFF2-40B4-BE49-F238E27FC236}">
                <a16:creationId xmlns:a16="http://schemas.microsoft.com/office/drawing/2014/main" id="{2E7DBD3A-8185-45DE-A417-591FE9FAF56B}"/>
              </a:ext>
            </a:extLst>
          </p:cNvPr>
          <p:cNvSpPr/>
          <p:nvPr/>
        </p:nvSpPr>
        <p:spPr>
          <a:xfrm rot="19185010">
            <a:off x="3027216" y="4537324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EEF20B72-28BE-4775-8942-3580DFD6A9BD}"/>
              </a:ext>
            </a:extLst>
          </p:cNvPr>
          <p:cNvSpPr/>
          <p:nvPr/>
        </p:nvSpPr>
        <p:spPr>
          <a:xfrm rot="8358001">
            <a:off x="2916366" y="25230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58" name="Freeform: Shape 157">
            <a:extLst>
              <a:ext uri="{FF2B5EF4-FFF2-40B4-BE49-F238E27FC236}">
                <a16:creationId xmlns:a16="http://schemas.microsoft.com/office/drawing/2014/main" id="{703465A8-10AE-4137-9C89-D0E2CCF82D24}"/>
              </a:ext>
            </a:extLst>
          </p:cNvPr>
          <p:cNvSpPr/>
          <p:nvPr/>
        </p:nvSpPr>
        <p:spPr>
          <a:xfrm rot="8358001">
            <a:off x="8769429" y="25230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88" name="Freeform: Shape 187">
            <a:extLst>
              <a:ext uri="{FF2B5EF4-FFF2-40B4-BE49-F238E27FC236}">
                <a16:creationId xmlns:a16="http://schemas.microsoft.com/office/drawing/2014/main" id="{46827C97-1862-44EF-86B8-86AC6901D788}"/>
              </a:ext>
            </a:extLst>
          </p:cNvPr>
          <p:cNvSpPr/>
          <p:nvPr/>
        </p:nvSpPr>
        <p:spPr>
          <a:xfrm rot="8358001">
            <a:off x="8769429" y="622083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89" name="Freeform: Shape 188">
            <a:extLst>
              <a:ext uri="{FF2B5EF4-FFF2-40B4-BE49-F238E27FC236}">
                <a16:creationId xmlns:a16="http://schemas.microsoft.com/office/drawing/2014/main" id="{402FAA47-3494-4723-AB48-1CE932D4EEFC}"/>
              </a:ext>
            </a:extLst>
          </p:cNvPr>
          <p:cNvSpPr/>
          <p:nvPr/>
        </p:nvSpPr>
        <p:spPr>
          <a:xfrm rot="8358001">
            <a:off x="2938903" y="622083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90" name="Freeform: Shape 189">
            <a:extLst>
              <a:ext uri="{FF2B5EF4-FFF2-40B4-BE49-F238E27FC236}">
                <a16:creationId xmlns:a16="http://schemas.microsoft.com/office/drawing/2014/main" id="{389E1E0B-30D0-4AAB-92E7-B3F9D3A77C5F}"/>
              </a:ext>
            </a:extLst>
          </p:cNvPr>
          <p:cNvSpPr/>
          <p:nvPr/>
        </p:nvSpPr>
        <p:spPr>
          <a:xfrm rot="8358001">
            <a:off x="5883530" y="3157613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91" name="Freeform: Shape 190">
            <a:extLst>
              <a:ext uri="{FF2B5EF4-FFF2-40B4-BE49-F238E27FC236}">
                <a16:creationId xmlns:a16="http://schemas.microsoft.com/office/drawing/2014/main" id="{B56B2507-B305-4007-BD7A-A9E217571521}"/>
              </a:ext>
            </a:extLst>
          </p:cNvPr>
          <p:cNvSpPr/>
          <p:nvPr/>
        </p:nvSpPr>
        <p:spPr>
          <a:xfrm rot="8358001">
            <a:off x="13863019" y="1124234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675292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6E4EAD64-1090-46CC-8017-B7905456A46B}"/>
              </a:ext>
            </a:extLst>
          </p:cNvPr>
          <p:cNvGrpSpPr/>
          <p:nvPr/>
        </p:nvGrpSpPr>
        <p:grpSpPr>
          <a:xfrm rot="16200000">
            <a:off x="4252027" y="-4083455"/>
            <a:ext cx="4969836" cy="15024910"/>
            <a:chOff x="-2620523" y="-2917017"/>
            <a:chExt cx="13847238" cy="689604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8C4EF3A-6787-433D-BCDA-48C88426C661}"/>
                </a:ext>
              </a:extLst>
            </p:cNvPr>
            <p:cNvSpPr/>
            <p:nvPr/>
          </p:nvSpPr>
          <p:spPr>
            <a:xfrm>
              <a:off x="-2620522" y="-2917017"/>
              <a:ext cx="13847236" cy="1784102"/>
            </a:xfrm>
            <a:prstGeom prst="rect">
              <a:avLst/>
            </a:pr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7DF3E78D-50D9-494A-A1EE-168A7D4DFE39}"/>
                </a:ext>
              </a:extLst>
            </p:cNvPr>
            <p:cNvSpPr/>
            <p:nvPr/>
          </p:nvSpPr>
          <p:spPr>
            <a:xfrm>
              <a:off x="-2620522" y="-1187264"/>
              <a:ext cx="13847236" cy="178410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FD90EDED-CB2A-4AC2-B6AC-D68D8DE3E282}"/>
                </a:ext>
              </a:extLst>
            </p:cNvPr>
            <p:cNvSpPr/>
            <p:nvPr/>
          </p:nvSpPr>
          <p:spPr>
            <a:xfrm>
              <a:off x="-2620522" y="545481"/>
              <a:ext cx="13847236" cy="1784102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457F5BA3-A1CF-43F4-A6E1-504C75909577}"/>
                </a:ext>
              </a:extLst>
            </p:cNvPr>
            <p:cNvSpPr/>
            <p:nvPr/>
          </p:nvSpPr>
          <p:spPr>
            <a:xfrm>
              <a:off x="-2620523" y="2296797"/>
              <a:ext cx="13847238" cy="1682226"/>
            </a:xfrm>
            <a:prstGeom prst="rect">
              <a:avLst/>
            </a:pr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7224DF6A-190B-4FFD-883C-D56E28634E8A}"/>
              </a:ext>
            </a:extLst>
          </p:cNvPr>
          <p:cNvSpPr/>
          <p:nvPr/>
        </p:nvSpPr>
        <p:spPr>
          <a:xfrm>
            <a:off x="-646350" y="1054375"/>
            <a:ext cx="14768749" cy="47694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038BB6A6-BB37-48AF-B5D6-904EBE0C017D}"/>
              </a:ext>
            </a:extLst>
          </p:cNvPr>
          <p:cNvSpPr/>
          <p:nvPr/>
        </p:nvSpPr>
        <p:spPr>
          <a:xfrm>
            <a:off x="-141975" y="2497672"/>
            <a:ext cx="1387067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Draw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lines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single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along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Lines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don’t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cross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B3E228-AD1D-439C-957F-BABCA8B3C53F}"/>
              </a:ext>
            </a:extLst>
          </p:cNvPr>
          <p:cNvGrpSpPr/>
          <p:nvPr/>
        </p:nvGrpSpPr>
        <p:grpSpPr>
          <a:xfrm>
            <a:off x="-919119" y="1179317"/>
            <a:ext cx="14567416" cy="4365519"/>
            <a:chOff x="-919119" y="1179317"/>
            <a:chExt cx="14567416" cy="4365519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2DF483E-1169-4EF7-A486-B1B0CFA8FD2E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95AA8FF-20EA-4C74-A2F6-D2D0EAC8E7D1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E69CB218-5710-49F2-97AF-CAC78973E853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A6127D10-681B-4627-8A25-D123AA521CF7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4E2E1B4A-F70D-4A2C-8464-276010A8B213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64" name="Subtitle 2">
              <a:extLst>
                <a:ext uri="{FF2B5EF4-FFF2-40B4-BE49-F238E27FC236}">
                  <a16:creationId xmlns:a16="http://schemas.microsoft.com/office/drawing/2014/main" id="{5F281D40-796E-48EE-BC1E-FD6BCEBE9D4F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4A084AE-1997-4A63-A5AD-EB89705D2805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1E2B219-9082-48D6-BAAE-F6FB7DD37189}"/>
                </a:ext>
              </a:extLst>
            </p:cNvPr>
            <p:cNvSpPr/>
            <p:nvPr/>
          </p:nvSpPr>
          <p:spPr>
            <a:xfrm>
              <a:off x="10927680" y="1179317"/>
              <a:ext cx="2720617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4800" b="1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ruleset</a:t>
              </a:r>
              <a:r>
                <a:rPr lang="pt-PT" sz="48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82349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3375D72-2313-4FFE-8CF4-656B60F131D4}"/>
              </a:ext>
            </a:extLst>
          </p:cNvPr>
          <p:cNvGrpSpPr/>
          <p:nvPr/>
        </p:nvGrpSpPr>
        <p:grpSpPr>
          <a:xfrm>
            <a:off x="-1376418" y="-4013200"/>
            <a:ext cx="17768599" cy="16103604"/>
            <a:chOff x="-1376418" y="-4013200"/>
            <a:chExt cx="17768599" cy="16103604"/>
          </a:xfrm>
        </p:grpSpPr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03B78E89-0CE4-4D6C-9317-C6A492036C1D}"/>
                </a:ext>
              </a:extLst>
            </p:cNvPr>
            <p:cNvGrpSpPr/>
            <p:nvPr/>
          </p:nvGrpSpPr>
          <p:grpSpPr>
            <a:xfrm rot="5400000">
              <a:off x="-543920" y="-4845698"/>
              <a:ext cx="16103604" cy="17768599"/>
              <a:chOff x="-2620522" y="-2917017"/>
              <a:chExt cx="13847236" cy="6997914"/>
            </a:xfrm>
          </p:grpSpPr>
          <p:sp>
            <p:nvSpPr>
              <p:cNvPr id="370" name="Rectangle 369">
                <a:extLst>
                  <a:ext uri="{FF2B5EF4-FFF2-40B4-BE49-F238E27FC236}">
                    <a16:creationId xmlns:a16="http://schemas.microsoft.com/office/drawing/2014/main" id="{B151E9B8-D68A-45AF-A7E7-B069EAC3D833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1" name="Rectangle 370">
                <a:extLst>
                  <a:ext uri="{FF2B5EF4-FFF2-40B4-BE49-F238E27FC236}">
                    <a16:creationId xmlns:a16="http://schemas.microsoft.com/office/drawing/2014/main" id="{C832E3C3-8307-41D9-81C4-2CEE135C079D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2" name="Rectangle 371">
                <a:extLst>
                  <a:ext uri="{FF2B5EF4-FFF2-40B4-BE49-F238E27FC236}">
                    <a16:creationId xmlns:a16="http://schemas.microsoft.com/office/drawing/2014/main" id="{714FF1CC-159A-4ACC-9C9D-5179C3DEFCBD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3" name="Rectangle 372">
                <a:extLst>
                  <a:ext uri="{FF2B5EF4-FFF2-40B4-BE49-F238E27FC236}">
                    <a16:creationId xmlns:a16="http://schemas.microsoft.com/office/drawing/2014/main" id="{1B9A0697-05E1-429C-AE7D-4261895D048D}"/>
                  </a:ext>
                </a:extLst>
              </p:cNvPr>
              <p:cNvSpPr/>
              <p:nvPr/>
            </p:nvSpPr>
            <p:spPr>
              <a:xfrm>
                <a:off x="-2620522" y="2296795"/>
                <a:ext cx="13847236" cy="1784102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402" name="Rectangle 401">
              <a:extLst>
                <a:ext uri="{FF2B5EF4-FFF2-40B4-BE49-F238E27FC236}">
                  <a16:creationId xmlns:a16="http://schemas.microsoft.com/office/drawing/2014/main" id="{F5AC8F00-B30C-4204-9439-26C39CD7E0AE}"/>
                </a:ext>
              </a:extLst>
            </p:cNvPr>
            <p:cNvSpPr/>
            <p:nvPr/>
          </p:nvSpPr>
          <p:spPr>
            <a:xfrm>
              <a:off x="-1258963" y="-3911600"/>
              <a:ext cx="17514963" cy="159258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8" name="Rectangle 407">
              <a:extLst>
                <a:ext uri="{FF2B5EF4-FFF2-40B4-BE49-F238E27FC236}">
                  <a16:creationId xmlns:a16="http://schemas.microsoft.com/office/drawing/2014/main" id="{7938B9A8-FB6D-484C-B087-5BA93D08120F}"/>
                </a:ext>
              </a:extLst>
            </p:cNvPr>
            <p:cNvSpPr/>
            <p:nvPr/>
          </p:nvSpPr>
          <p:spPr>
            <a:xfrm>
              <a:off x="10132109" y="5130299"/>
              <a:ext cx="5615890" cy="6641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03" name="Rectangle 402">
              <a:extLst>
                <a:ext uri="{FF2B5EF4-FFF2-40B4-BE49-F238E27FC236}">
                  <a16:creationId xmlns:a16="http://schemas.microsoft.com/office/drawing/2014/main" id="{936C729D-F85A-4957-B42D-DC8EDB6EE94E}"/>
                </a:ext>
              </a:extLst>
            </p:cNvPr>
            <p:cNvSpPr/>
            <p:nvPr/>
          </p:nvSpPr>
          <p:spPr>
            <a:xfrm>
              <a:off x="0" y="-3233073"/>
              <a:ext cx="14547572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r>
                <a: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  <a:r>
                <a:rPr lang="pt-PT" sz="88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88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issue</a:t>
              </a:r>
              <a:r>
                <a:rPr lang="pt-PT" sz="88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88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examples</a:t>
              </a:r>
              <a:endParaRPr lang="pt-PT" sz="8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0A3A3BE7-1FB2-4654-8B4A-C9847E08B606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23B0F8FA-BBDF-4C00-836F-AAC91DEF1ED6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B7D76AA-6749-4A48-BC3C-AE39832725FB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36EE6F30-682E-4AC1-B501-22B20ACFFAA3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564A4516-7D9C-497D-B10A-3C7A8937E5E3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0207A09A-CA1E-4E6A-A223-C14BC96CFAAE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36FB485B-2BD2-42E3-A818-6B3EF91780F9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BF958281-AB79-4A42-9D4F-84A2ADBC8927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9C23E05E-8A16-4B30-B9F7-5F7D1789C3CA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9DCE42C2-2B70-4683-9A88-4E612FF0F6E9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1D3A54A-E47C-4FC5-91A8-B6834EEC8C77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6130478D-D2B1-4589-9580-781BBC4799DC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C55EC37-0D67-446C-9118-F4C35F78D3CE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41A8E5C4-AC55-4823-8C53-B941A883D2CF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5C67D4C9-7AE6-4C9B-90D5-749769D1B965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190F77AB-DCAD-4E78-A8A3-4FE4E63AA42F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4091B173-D51E-466C-9567-B8A72055E2F0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E15EB669-1719-4E60-AE75-5AB98E0E2084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359728A2-C925-4AB3-A23C-F99E5EF36A32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C11B636E-D76E-48E3-B03B-49B0FBD8B14F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C6F1A3D6-8141-4DE1-95C0-E6AA43722606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5DCBC419-B908-4E85-B7A7-F6EB1DC627FC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EE1FA136-DF9B-4B6E-898F-48E47095413B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0D53D4A3-9EB7-471B-A5E3-A0A0C9503E03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981C8AEC-3CFB-4686-A5AF-9CCA27BF1283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47CBE527-BBDF-4AA7-A60C-65780E4846C7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77BFB324-82A5-4EEC-869C-06B0A780D38C}"/>
                </a:ext>
              </a:extLst>
            </p:cNvPr>
            <p:cNvSpPr/>
            <p:nvPr/>
          </p:nvSpPr>
          <p:spPr>
            <a:xfrm rot="2750059">
              <a:off x="858212" y="813820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28B5B18B-ED1C-4C5E-A0E0-52EAAFB29D23}"/>
                </a:ext>
              </a:extLst>
            </p:cNvPr>
            <p:cNvSpPr/>
            <p:nvPr/>
          </p:nvSpPr>
          <p:spPr>
            <a:xfrm rot="2750059">
              <a:off x="851386" y="1585991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A2AA4BB3-1085-46EA-98F9-2DD18AD2935D}"/>
                </a:ext>
              </a:extLst>
            </p:cNvPr>
            <p:cNvSpPr/>
            <p:nvPr/>
          </p:nvSpPr>
          <p:spPr>
            <a:xfrm rot="2750059">
              <a:off x="2629754" y="16172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2A4DC65-DDD1-47B4-AC9B-FAF4757BE35B}"/>
                </a:ext>
              </a:extLst>
            </p:cNvPr>
            <p:cNvSpPr/>
            <p:nvPr/>
          </p:nvSpPr>
          <p:spPr>
            <a:xfrm rot="2750059">
              <a:off x="3425043" y="3310853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49B27FF0-9FAA-4D5E-A94C-A2A9D093C911}"/>
                </a:ext>
              </a:extLst>
            </p:cNvPr>
            <p:cNvSpPr/>
            <p:nvPr/>
          </p:nvSpPr>
          <p:spPr>
            <a:xfrm rot="7313666">
              <a:off x="745137" y="2490438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918A07BA-421A-4BD5-AAED-26A0118207E1}"/>
                </a:ext>
              </a:extLst>
            </p:cNvPr>
            <p:cNvSpPr/>
            <p:nvPr/>
          </p:nvSpPr>
          <p:spPr>
            <a:xfrm rot="7313666">
              <a:off x="3392450" y="2460249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742E698E-6E94-43AA-8DC1-3A5D9DB91A6F}"/>
                </a:ext>
              </a:extLst>
            </p:cNvPr>
            <p:cNvSpPr/>
            <p:nvPr/>
          </p:nvSpPr>
          <p:spPr>
            <a:xfrm rot="7313666">
              <a:off x="1661254" y="796081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2439A8DD-A58E-4C19-A3DD-19E330CAE2A7}"/>
                </a:ext>
              </a:extLst>
            </p:cNvPr>
            <p:cNvSpPr/>
            <p:nvPr/>
          </p:nvSpPr>
          <p:spPr>
            <a:xfrm rot="19185010">
              <a:off x="752095" y="3315060"/>
              <a:ext cx="728206" cy="49039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E3DE539-EA65-499D-B202-6012938D444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32477" y="1362258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3C35F97B-069D-4D04-8A9E-381EDE05A648}"/>
                </a:ext>
              </a:extLst>
            </p:cNvPr>
            <p:cNvSpPr/>
            <p:nvPr/>
          </p:nvSpPr>
          <p:spPr>
            <a:xfrm>
              <a:off x="-48660" y="-1107415"/>
              <a:ext cx="514435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part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2742DFC-1724-4641-8437-CCC80FDEC4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042937" y="1499450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7930DC1-48BB-4B79-8980-4B4E5B8D83B6}"/>
                </a:ext>
              </a:extLst>
            </p:cNvPr>
            <p:cNvCxnSpPr>
              <a:cxnSpLocks/>
            </p:cNvCxnSpPr>
            <p:nvPr/>
          </p:nvCxnSpPr>
          <p:spPr>
            <a:xfrm>
              <a:off x="273157" y="187664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DE0533F7-C99D-42B3-ADA1-654F181FD7E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647396" y="635167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623C716E-6CA7-4FEC-9225-B638820A165A}"/>
                </a:ext>
              </a:extLst>
            </p:cNvPr>
            <p:cNvCxnSpPr>
              <a:cxnSpLocks/>
            </p:cNvCxnSpPr>
            <p:nvPr/>
          </p:nvCxnSpPr>
          <p:spPr>
            <a:xfrm>
              <a:off x="3638617" y="3509343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69C422C-1C2A-4B4E-B9BF-6B533DF10112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70299" y="19898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38098335-85BE-4825-A0A0-AC2A0CEB77DE}"/>
                </a:ext>
              </a:extLst>
            </p:cNvPr>
            <p:cNvCxnSpPr>
              <a:cxnSpLocks/>
            </p:cNvCxnSpPr>
            <p:nvPr/>
          </p:nvCxnSpPr>
          <p:spPr>
            <a:xfrm>
              <a:off x="308785" y="2802011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89429EDE-B6FA-4BFF-8BB1-92136CBE8E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82236" y="4404469"/>
              <a:ext cx="1740460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Multiplication Sign 73">
              <a:extLst>
                <a:ext uri="{FF2B5EF4-FFF2-40B4-BE49-F238E27FC236}">
                  <a16:creationId xmlns:a16="http://schemas.microsoft.com/office/drawing/2014/main" id="{5F15D63F-37DF-40BB-969D-E16071E640D3}"/>
                </a:ext>
              </a:extLst>
            </p:cNvPr>
            <p:cNvSpPr/>
            <p:nvPr/>
          </p:nvSpPr>
          <p:spPr>
            <a:xfrm>
              <a:off x="2723366" y="-7950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5" name="Multiplication Sign 74">
              <a:extLst>
                <a:ext uri="{FF2B5EF4-FFF2-40B4-BE49-F238E27FC236}">
                  <a16:creationId xmlns:a16="http://schemas.microsoft.com/office/drawing/2014/main" id="{5D11DCF3-2881-4550-B5CE-6FC19F10766A}"/>
                </a:ext>
              </a:extLst>
            </p:cNvPr>
            <p:cNvSpPr/>
            <p:nvPr/>
          </p:nvSpPr>
          <p:spPr>
            <a:xfrm>
              <a:off x="1531219" y="36869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49AF5D0B-D1BF-47E1-8825-72C305CAA3D8}"/>
                </a:ext>
              </a:extLst>
            </p:cNvPr>
            <p:cNvSpPr/>
            <p:nvPr/>
          </p:nvSpPr>
          <p:spPr>
            <a:xfrm>
              <a:off x="-48660" y="-738528"/>
              <a:ext cx="512832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has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less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than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b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BD949769-95D7-4D95-A73F-26483F668CFA}"/>
                </a:ext>
              </a:extLst>
            </p:cNvPr>
            <p:cNvGrpSpPr/>
            <p:nvPr/>
          </p:nvGrpSpPr>
          <p:grpSpPr>
            <a:xfrm>
              <a:off x="5259129" y="185790"/>
              <a:ext cx="4242070" cy="4216805"/>
              <a:chOff x="1831632" y="-207902"/>
              <a:chExt cx="4242070" cy="4216805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B6C41BCD-1F18-474E-8457-989C0F146EE6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01B27FA-6B4C-4E46-92C4-53E356C812D6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ADAE39D0-C882-4779-86BF-F44FBC12A824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A3B79DB9-69F3-475A-AEAA-6F8E287268C3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0A585CAF-404E-41A3-81E4-B278B0ED7800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3B1FDCB9-0B7B-4BC0-8BD4-B2B7DF869ED8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22A1ED06-E3F8-4F45-89C5-F376D9C5BCFD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093B1C30-1556-443C-8DF1-5660AAB7E663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7F420A9B-3A33-49D2-A963-D5948A453FF6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CFB09E8C-6BDC-4390-AD03-928BF047DF3D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2F2DFCA2-F39F-4282-B19C-BEC57CAD2B6F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4C8627B3-661C-4F5B-BABA-61D8F2D609E0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E680C0CF-9546-43C0-81FF-D0FF2DCA9CE2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B3458A2F-D2CD-4CC7-8AA1-A68857626566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4440D093-9F0F-43A5-86F5-F9A3CB39AC69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23E8E6AA-A1B5-43F1-A052-2625B753D273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C79D3E7D-CF53-4746-A5C2-87B6AC4E8626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3FDCE589-C3F5-421D-9946-E315E8638F8B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82A5E265-A488-431A-91D5-792D0CA32A82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16E87B01-AFCA-4523-9BD7-61A855C8FF4E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EA0F7E77-27DA-4A50-ABCD-3AB42BB941ED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AEAFD62-2070-4B22-95BD-5F9EF5AF9D6D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E69C1C7C-DA79-4A86-A467-6397E4FF8FEC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CA2B0188-0D17-4EC0-9E95-7547C58E03C6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02F8ABFA-4CD5-465A-A39E-A6F43FC7E2D0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D8005269-CDC5-4380-8477-1B32866D816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62926" y="2318710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C9228E4-54D5-463B-9390-DAEA6B7612E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351529" y="4435621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44706D90-808E-428A-99BE-E5EFCFA093E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676049" y="1433850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7226EA7C-17CB-4494-A36F-E20B164936B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093514" y="1903467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2B3D4549-5427-4B3B-BD84-FE9B800D021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972557" y="2734607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E0AF50B9-DE9D-4F6C-97F7-E36058F464F2}"/>
                </a:ext>
              </a:extLst>
            </p:cNvPr>
            <p:cNvCxnSpPr>
              <a:cxnSpLocks/>
            </p:cNvCxnSpPr>
            <p:nvPr/>
          </p:nvCxnSpPr>
          <p:spPr>
            <a:xfrm>
              <a:off x="7804371" y="3528742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4C308C38-BE36-4C94-8D82-09E45CED6F1D}"/>
                </a:ext>
              </a:extLst>
            </p:cNvPr>
            <p:cNvCxnSpPr>
              <a:cxnSpLocks/>
            </p:cNvCxnSpPr>
            <p:nvPr/>
          </p:nvCxnSpPr>
          <p:spPr>
            <a:xfrm>
              <a:off x="6142916" y="2734428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958B5C6C-9D47-4834-B9DA-51B96C900D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804421" y="2731032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72E44685-7BE5-4577-96DF-71059C2088E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284657" y="246304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2BB5AA7C-C434-4FB5-96AB-FDB3C5A0779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70732" y="661559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39E125F2-AC8B-4FDF-A73D-5209D60E99D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693326" y="106361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3E5E2C74-3308-4552-A0A3-8B1EC47C1880}"/>
                </a:ext>
              </a:extLst>
            </p:cNvPr>
            <p:cNvSpPr/>
            <p:nvPr/>
          </p:nvSpPr>
          <p:spPr>
            <a:xfrm>
              <a:off x="5248661" y="-1107415"/>
              <a:ext cx="432682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25" name="Multiplication Sign 124">
              <a:extLst>
                <a:ext uri="{FF2B5EF4-FFF2-40B4-BE49-F238E27FC236}">
                  <a16:creationId xmlns:a16="http://schemas.microsoft.com/office/drawing/2014/main" id="{F4744DCF-EA20-43A9-938F-52306ACABC5B}"/>
                </a:ext>
              </a:extLst>
            </p:cNvPr>
            <p:cNvSpPr/>
            <p:nvPr/>
          </p:nvSpPr>
          <p:spPr>
            <a:xfrm>
              <a:off x="8381304" y="17553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4C709DA4-A285-4AD7-BE2A-89C8C7426618}"/>
                </a:ext>
              </a:extLst>
            </p:cNvPr>
            <p:cNvGrpSpPr/>
            <p:nvPr/>
          </p:nvGrpSpPr>
          <p:grpSpPr>
            <a:xfrm>
              <a:off x="5751690" y="696107"/>
              <a:ext cx="3232364" cy="3107473"/>
              <a:chOff x="752095" y="697981"/>
              <a:chExt cx="3232364" cy="3107473"/>
            </a:xfrm>
          </p:grpSpPr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A6546F8E-9573-419E-9CE3-D9C236ABD5EB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986E2D20-D5A2-49B3-8DC0-11CA38AC612A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1B61A4AB-5D13-46DD-861C-C904A6A62936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5660BB48-6FC4-4E64-8B5E-93F02249225D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B3C2C6FC-1201-4A1A-AE41-2F9A3D3065E7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1DAF02E8-7B25-4DCF-B5B6-18C798632C56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7962317E-70A5-48F4-8085-EC515A6D6E64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63235931-4563-4189-A85D-77E919EECD1A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378" name="Straight Connector 377">
              <a:extLst>
                <a:ext uri="{FF2B5EF4-FFF2-40B4-BE49-F238E27FC236}">
                  <a16:creationId xmlns:a16="http://schemas.microsoft.com/office/drawing/2014/main" id="{80D0B6FC-458A-4053-BAE0-4BDBDAD95DA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53526" y="106361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Straight Connector 378">
              <a:extLst>
                <a:ext uri="{FF2B5EF4-FFF2-40B4-BE49-F238E27FC236}">
                  <a16:creationId xmlns:a16="http://schemas.microsoft.com/office/drawing/2014/main" id="{81F0C705-6C69-45AC-AAC2-009274DC3E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049377" y="66156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B40CE125-A496-419C-B958-D23FA2FD065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32390" y="661561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31E238A7-3497-49F5-AD51-B7DF9A1EE5F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611607" y="2734607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7FEE190C-17C9-455B-BB1B-A53F2CD53DFD}"/>
                </a:ext>
              </a:extLst>
            </p:cNvPr>
            <p:cNvGrpSpPr/>
            <p:nvPr/>
          </p:nvGrpSpPr>
          <p:grpSpPr>
            <a:xfrm>
              <a:off x="-477130" y="5146489"/>
              <a:ext cx="5078699" cy="5564222"/>
              <a:chOff x="-352236" y="-1126727"/>
              <a:chExt cx="5078699" cy="5564222"/>
            </a:xfrm>
          </p:grpSpPr>
          <p:grpSp>
            <p:nvGrpSpPr>
              <p:cNvPr id="164" name="Group 163">
                <a:extLst>
                  <a:ext uri="{FF2B5EF4-FFF2-40B4-BE49-F238E27FC236}">
                    <a16:creationId xmlns:a16="http://schemas.microsoft.com/office/drawing/2014/main" id="{56E837F0-7DED-4E3D-9F40-F46983C6C284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FD46CEE-2352-4550-B756-37547C1105A3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7A005508-1AE2-4EDF-A934-95AC6F2D85DA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CD204317-49EC-4F77-9581-F6F2C4AACD2C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858A74F9-4409-4540-BA89-13BF6A362741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2" name="Rectangle 191">
                  <a:extLst>
                    <a:ext uri="{FF2B5EF4-FFF2-40B4-BE49-F238E27FC236}">
                      <a16:creationId xmlns:a16="http://schemas.microsoft.com/office/drawing/2014/main" id="{BA2948AD-3176-4E8E-93EC-493E74C2B2DE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B387A3D9-8257-440E-BBA4-17F3B0A3C50C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93925C2F-40CD-440E-8A69-BA712D15F32E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5" name="Rectangle 194">
                  <a:extLst>
                    <a:ext uri="{FF2B5EF4-FFF2-40B4-BE49-F238E27FC236}">
                      <a16:creationId xmlns:a16="http://schemas.microsoft.com/office/drawing/2014/main" id="{50D0949A-D773-48FA-A543-4678158B1611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6" name="Rectangle 195">
                  <a:extLst>
                    <a:ext uri="{FF2B5EF4-FFF2-40B4-BE49-F238E27FC236}">
                      <a16:creationId xmlns:a16="http://schemas.microsoft.com/office/drawing/2014/main" id="{F09256BE-DDA1-413C-8DC3-FBDB85ECCFD0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7" name="Rectangle 196">
                  <a:extLst>
                    <a:ext uri="{FF2B5EF4-FFF2-40B4-BE49-F238E27FC236}">
                      <a16:creationId xmlns:a16="http://schemas.microsoft.com/office/drawing/2014/main" id="{C5371DAB-AB9E-4E61-96A4-A8F45720FA42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8" name="Rectangle 197">
                  <a:extLst>
                    <a:ext uri="{FF2B5EF4-FFF2-40B4-BE49-F238E27FC236}">
                      <a16:creationId xmlns:a16="http://schemas.microsoft.com/office/drawing/2014/main" id="{E175FF63-F17E-4730-B195-883F6533FA5D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9" name="Rectangle 198">
                  <a:extLst>
                    <a:ext uri="{FF2B5EF4-FFF2-40B4-BE49-F238E27FC236}">
                      <a16:creationId xmlns:a16="http://schemas.microsoft.com/office/drawing/2014/main" id="{E880A708-1D30-4BAE-B013-21EB8E287D77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0" name="Rectangle 199">
                  <a:extLst>
                    <a:ext uri="{FF2B5EF4-FFF2-40B4-BE49-F238E27FC236}">
                      <a16:creationId xmlns:a16="http://schemas.microsoft.com/office/drawing/2014/main" id="{60FFE462-42AF-4953-8BA8-9DA1BB455D76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1" name="Rectangle 200">
                  <a:extLst>
                    <a:ext uri="{FF2B5EF4-FFF2-40B4-BE49-F238E27FC236}">
                      <a16:creationId xmlns:a16="http://schemas.microsoft.com/office/drawing/2014/main" id="{D5222C33-C188-47DC-B45C-82F68BC5F9EB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2" name="Rectangle 201">
                  <a:extLst>
                    <a:ext uri="{FF2B5EF4-FFF2-40B4-BE49-F238E27FC236}">
                      <a16:creationId xmlns:a16="http://schemas.microsoft.com/office/drawing/2014/main" id="{908D0471-B268-4D2E-8DD1-5C3569FBEEC6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3" name="Rectangle 202">
                  <a:extLst>
                    <a:ext uri="{FF2B5EF4-FFF2-40B4-BE49-F238E27FC236}">
                      <a16:creationId xmlns:a16="http://schemas.microsoft.com/office/drawing/2014/main" id="{31807DE4-4A2A-45F1-8CAA-F074DC9B0A22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4" name="Rectangle 203">
                  <a:extLst>
                    <a:ext uri="{FF2B5EF4-FFF2-40B4-BE49-F238E27FC236}">
                      <a16:creationId xmlns:a16="http://schemas.microsoft.com/office/drawing/2014/main" id="{8C8A9A86-5F50-4B2E-A11B-FA013893B078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5" name="Rectangle 204">
                  <a:extLst>
                    <a:ext uri="{FF2B5EF4-FFF2-40B4-BE49-F238E27FC236}">
                      <a16:creationId xmlns:a16="http://schemas.microsoft.com/office/drawing/2014/main" id="{FD561E9F-F3CE-4982-84CD-BB986B0C0727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6" name="Rectangle 205">
                  <a:extLst>
                    <a:ext uri="{FF2B5EF4-FFF2-40B4-BE49-F238E27FC236}">
                      <a16:creationId xmlns:a16="http://schemas.microsoft.com/office/drawing/2014/main" id="{14FA2022-E0B2-4D19-B6F8-41A87FC312F3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7" name="Rectangle 206">
                  <a:extLst>
                    <a:ext uri="{FF2B5EF4-FFF2-40B4-BE49-F238E27FC236}">
                      <a16:creationId xmlns:a16="http://schemas.microsoft.com/office/drawing/2014/main" id="{694C2257-1707-433D-855D-6244BA4A0D93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8" name="Rectangle 207">
                  <a:extLst>
                    <a:ext uri="{FF2B5EF4-FFF2-40B4-BE49-F238E27FC236}">
                      <a16:creationId xmlns:a16="http://schemas.microsoft.com/office/drawing/2014/main" id="{FBFDDC68-5ACA-4490-952B-04FA0D6647B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9" name="Rectangle 208">
                  <a:extLst>
                    <a:ext uri="{FF2B5EF4-FFF2-40B4-BE49-F238E27FC236}">
                      <a16:creationId xmlns:a16="http://schemas.microsoft.com/office/drawing/2014/main" id="{A11DAF25-085A-4643-8909-14FB74431706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53D93E8-DB72-4A1C-A114-143381859741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1E2CE447-3FA4-4FC4-B4FC-F56BD28907CC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C22F28E4-E9B4-4C53-BDB0-7ADB18BDB4BE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F204ACAA-611E-4AE1-AA27-445C6A01254F}"/>
                  </a:ext>
                </a:extLst>
              </p:cNvPr>
              <p:cNvSpPr/>
              <p:nvPr/>
            </p:nvSpPr>
            <p:spPr>
              <a:xfrm>
                <a:off x="-352236" y="-1126727"/>
                <a:ext cx="5078699" cy="13542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One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Cherry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disconnected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More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than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2 </a:t>
                </a:r>
                <a:r>
                  <a:rPr lang="pt-PT" sz="24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form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group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pt-PT" sz="24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6" name="Multiplication Sign 165">
                <a:extLst>
                  <a:ext uri="{FF2B5EF4-FFF2-40B4-BE49-F238E27FC236}">
                    <a16:creationId xmlns:a16="http://schemas.microsoft.com/office/drawing/2014/main" id="{278BF2E2-5143-4499-B668-9518BF623346}"/>
                  </a:ext>
                </a:extLst>
              </p:cNvPr>
              <p:cNvSpPr/>
              <p:nvPr/>
            </p:nvSpPr>
            <p:spPr>
              <a:xfrm>
                <a:off x="1125982" y="115755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D74BE7F1-B8E6-40E9-8BC6-5A48B1E00A5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F55626FF-B4E8-4B80-A5D4-AB0ADB0CEDC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565B72A8-9C0D-41D2-9612-690CB2DFA6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8C825447-E554-40FB-8C49-767370ACAC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513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CDCBB52F-0CE5-439F-81C1-F16CC1CF4F3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D98A7A15-A962-44C4-B828-196D5E0A677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D2D8B2A6-90F3-4436-89A1-560A7E81EF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96" y="2732906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BC7B2A9D-B456-4588-ABC6-A2948E45C8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05DA50C1-60DA-4B1B-852B-797FA066A5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2420" y="18811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Multiplication Sign 175">
                <a:extLst>
                  <a:ext uri="{FF2B5EF4-FFF2-40B4-BE49-F238E27FC236}">
                    <a16:creationId xmlns:a16="http://schemas.microsoft.com/office/drawing/2014/main" id="{93E638AD-4FAF-481E-832A-1A9BC65B10A6}"/>
                  </a:ext>
                </a:extLst>
              </p:cNvPr>
              <p:cNvSpPr/>
              <p:nvPr/>
            </p:nvSpPr>
            <p:spPr>
              <a:xfrm>
                <a:off x="2842225" y="324491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C8D7E48F-97BD-4895-968E-BF0ED38BAF3D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B44D2E90-E8AA-4F34-A679-B57D653347D0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70D8CF50-F39B-49D2-9124-05A93079D2B2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56B4F5E9-CEBD-41F7-9B03-F5F8FF84261B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4CF52E4F-1BA1-4234-8183-07BBA2EDA528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A076CA6B-B9EE-403C-99DC-A176645773B2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51BEFF9B-6436-4A99-9B6F-AAD82A34C859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FA6CE652-379A-49A4-BEA6-8764C3D44F18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7" name="Freeform: Shape 186">
                  <a:extLst>
                    <a:ext uri="{FF2B5EF4-FFF2-40B4-BE49-F238E27FC236}">
                      <a16:creationId xmlns:a16="http://schemas.microsoft.com/office/drawing/2014/main" id="{DB452B35-E2CE-43E9-8417-33EE6DF92D70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BB3A30E5-B874-4BED-97C2-D33C9F40873A}"/>
                </a:ext>
              </a:extLst>
            </p:cNvPr>
            <p:cNvGrpSpPr/>
            <p:nvPr/>
          </p:nvGrpSpPr>
          <p:grpSpPr>
            <a:xfrm>
              <a:off x="1195900" y="-1107415"/>
              <a:ext cx="13720947" cy="5582493"/>
              <a:chOff x="-9135191" y="-1133182"/>
              <a:chExt cx="13720947" cy="5582493"/>
            </a:xfrm>
          </p:grpSpPr>
          <p:grpSp>
            <p:nvGrpSpPr>
              <p:cNvPr id="214" name="Group 213">
                <a:extLst>
                  <a:ext uri="{FF2B5EF4-FFF2-40B4-BE49-F238E27FC236}">
                    <a16:creationId xmlns:a16="http://schemas.microsoft.com/office/drawing/2014/main" id="{76BBC544-16DB-4919-B713-B21DA52369BB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241" name="Rectangle 240">
                  <a:extLst>
                    <a:ext uri="{FF2B5EF4-FFF2-40B4-BE49-F238E27FC236}">
                      <a16:creationId xmlns:a16="http://schemas.microsoft.com/office/drawing/2014/main" id="{22FBC3AD-ADC6-4392-BCD2-B6DB0910D4A5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2" name="Rectangle 241">
                  <a:extLst>
                    <a:ext uri="{FF2B5EF4-FFF2-40B4-BE49-F238E27FC236}">
                      <a16:creationId xmlns:a16="http://schemas.microsoft.com/office/drawing/2014/main" id="{8894EF17-8A1B-460D-AF25-0F2DE04F886D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3" name="Rectangle 242">
                  <a:extLst>
                    <a:ext uri="{FF2B5EF4-FFF2-40B4-BE49-F238E27FC236}">
                      <a16:creationId xmlns:a16="http://schemas.microsoft.com/office/drawing/2014/main" id="{FF147CD9-5E44-4ABE-8169-16EF2372614F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4" name="Rectangle 243">
                  <a:extLst>
                    <a:ext uri="{FF2B5EF4-FFF2-40B4-BE49-F238E27FC236}">
                      <a16:creationId xmlns:a16="http://schemas.microsoft.com/office/drawing/2014/main" id="{0955A85B-4539-488D-BCBA-5738DA7D3AD3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5" name="Rectangle 244">
                  <a:extLst>
                    <a:ext uri="{FF2B5EF4-FFF2-40B4-BE49-F238E27FC236}">
                      <a16:creationId xmlns:a16="http://schemas.microsoft.com/office/drawing/2014/main" id="{EC0E0534-EE25-4124-9B5C-08531ACECB5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6" name="Rectangle 245">
                  <a:extLst>
                    <a:ext uri="{FF2B5EF4-FFF2-40B4-BE49-F238E27FC236}">
                      <a16:creationId xmlns:a16="http://schemas.microsoft.com/office/drawing/2014/main" id="{B2D1BBD5-9E7D-4116-8F28-A52F35BC6E8D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7" name="Rectangle 246">
                  <a:extLst>
                    <a:ext uri="{FF2B5EF4-FFF2-40B4-BE49-F238E27FC236}">
                      <a16:creationId xmlns:a16="http://schemas.microsoft.com/office/drawing/2014/main" id="{0D855D91-ABCF-4F5C-9C74-2BC226FCCCEF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8" name="Rectangle 247">
                  <a:extLst>
                    <a:ext uri="{FF2B5EF4-FFF2-40B4-BE49-F238E27FC236}">
                      <a16:creationId xmlns:a16="http://schemas.microsoft.com/office/drawing/2014/main" id="{B1D8A813-E1E4-45EE-8BE0-27D3364BA098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9" name="Rectangle 248">
                  <a:extLst>
                    <a:ext uri="{FF2B5EF4-FFF2-40B4-BE49-F238E27FC236}">
                      <a16:creationId xmlns:a16="http://schemas.microsoft.com/office/drawing/2014/main" id="{9942E273-80C2-4294-9A79-328F176333F4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0" name="Rectangle 249">
                  <a:extLst>
                    <a:ext uri="{FF2B5EF4-FFF2-40B4-BE49-F238E27FC236}">
                      <a16:creationId xmlns:a16="http://schemas.microsoft.com/office/drawing/2014/main" id="{F114E2DF-6DE9-413E-98EE-03FDA65CE051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1" name="Rectangle 250">
                  <a:extLst>
                    <a:ext uri="{FF2B5EF4-FFF2-40B4-BE49-F238E27FC236}">
                      <a16:creationId xmlns:a16="http://schemas.microsoft.com/office/drawing/2014/main" id="{56F5460A-66C3-452B-A788-39681631E1EA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2" name="Rectangle 251">
                  <a:extLst>
                    <a:ext uri="{FF2B5EF4-FFF2-40B4-BE49-F238E27FC236}">
                      <a16:creationId xmlns:a16="http://schemas.microsoft.com/office/drawing/2014/main" id="{2126FF82-4A2C-49F7-8403-CE9A0BF1C637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3" name="Rectangle 252">
                  <a:extLst>
                    <a:ext uri="{FF2B5EF4-FFF2-40B4-BE49-F238E27FC236}">
                      <a16:creationId xmlns:a16="http://schemas.microsoft.com/office/drawing/2014/main" id="{B2208733-57A0-476B-B521-CF74612E53AB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4" name="Rectangle 253">
                  <a:extLst>
                    <a:ext uri="{FF2B5EF4-FFF2-40B4-BE49-F238E27FC236}">
                      <a16:creationId xmlns:a16="http://schemas.microsoft.com/office/drawing/2014/main" id="{A60128D1-9BCE-47BD-8674-403DE4F16694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5" name="Rectangle 254">
                  <a:extLst>
                    <a:ext uri="{FF2B5EF4-FFF2-40B4-BE49-F238E27FC236}">
                      <a16:creationId xmlns:a16="http://schemas.microsoft.com/office/drawing/2014/main" id="{AA9BCD49-C045-4008-977B-70CE52D4FC8D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6" name="Rectangle 255">
                  <a:extLst>
                    <a:ext uri="{FF2B5EF4-FFF2-40B4-BE49-F238E27FC236}">
                      <a16:creationId xmlns:a16="http://schemas.microsoft.com/office/drawing/2014/main" id="{BA0AFE27-ABF1-4A30-80F6-8C6341917872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7" name="Rectangle 256">
                  <a:extLst>
                    <a:ext uri="{FF2B5EF4-FFF2-40B4-BE49-F238E27FC236}">
                      <a16:creationId xmlns:a16="http://schemas.microsoft.com/office/drawing/2014/main" id="{D4626E04-8787-48A7-8958-E66761211ADE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8" name="Rectangle 257">
                  <a:extLst>
                    <a:ext uri="{FF2B5EF4-FFF2-40B4-BE49-F238E27FC236}">
                      <a16:creationId xmlns:a16="http://schemas.microsoft.com/office/drawing/2014/main" id="{01B18779-377A-4A55-9384-2D55DC09E999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9" name="Rectangle 258">
                  <a:extLst>
                    <a:ext uri="{FF2B5EF4-FFF2-40B4-BE49-F238E27FC236}">
                      <a16:creationId xmlns:a16="http://schemas.microsoft.com/office/drawing/2014/main" id="{6D4E000F-47FB-4681-9EB2-067F4A0D5C48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0" name="Rectangle 259">
                  <a:extLst>
                    <a:ext uri="{FF2B5EF4-FFF2-40B4-BE49-F238E27FC236}">
                      <a16:creationId xmlns:a16="http://schemas.microsoft.com/office/drawing/2014/main" id="{A6F01E33-A4D2-4504-842B-FCD226908AA7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1" name="Rectangle 260">
                  <a:extLst>
                    <a:ext uri="{FF2B5EF4-FFF2-40B4-BE49-F238E27FC236}">
                      <a16:creationId xmlns:a16="http://schemas.microsoft.com/office/drawing/2014/main" id="{37DEB927-F8B7-4DD6-869D-A0C0EBEA560A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2" name="Rectangle 261">
                  <a:extLst>
                    <a:ext uri="{FF2B5EF4-FFF2-40B4-BE49-F238E27FC236}">
                      <a16:creationId xmlns:a16="http://schemas.microsoft.com/office/drawing/2014/main" id="{B4B2C9B1-17CE-4F04-B8A0-2213B6C29831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3" name="Rectangle 262">
                  <a:extLst>
                    <a:ext uri="{FF2B5EF4-FFF2-40B4-BE49-F238E27FC236}">
                      <a16:creationId xmlns:a16="http://schemas.microsoft.com/office/drawing/2014/main" id="{C4B8395C-C0F8-491D-9655-A6A6E87C9EF0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2B6D3CAC-9FEF-4DB4-BB03-93AD3B8B3102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5AFF4FAD-2546-4745-BB5B-7396D7CE5AC2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215" name="Straight Connector 214">
                <a:extLst>
                  <a:ext uri="{FF2B5EF4-FFF2-40B4-BE49-F238E27FC236}">
                    <a16:creationId xmlns:a16="http://schemas.microsoft.com/office/drawing/2014/main" id="{638873DF-CB67-4231-8CCC-6BB3149638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EC7D14BF-3C01-45F4-8E2B-580D4B45F5C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Straight Connector 216">
                <a:extLst>
                  <a:ext uri="{FF2B5EF4-FFF2-40B4-BE49-F238E27FC236}">
                    <a16:creationId xmlns:a16="http://schemas.microsoft.com/office/drawing/2014/main" id="{BE3D0650-A727-4916-A8A1-66121ED614A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Straight Connector 217">
                <a:extLst>
                  <a:ext uri="{FF2B5EF4-FFF2-40B4-BE49-F238E27FC236}">
                    <a16:creationId xmlns:a16="http://schemas.microsoft.com/office/drawing/2014/main" id="{F7D1AA31-E0F4-429A-A34B-DB3408227D3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Straight Connector 218">
                <a:extLst>
                  <a:ext uri="{FF2B5EF4-FFF2-40B4-BE49-F238E27FC236}">
                    <a16:creationId xmlns:a16="http://schemas.microsoft.com/office/drawing/2014/main" id="{F8D53929-2FB5-48AC-B822-DBEBF33340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9ECD125E-70C6-435C-9F2F-22A7BFA9DA40}"/>
                  </a:ext>
                </a:extLst>
              </p:cNvPr>
              <p:cNvSpPr/>
              <p:nvPr/>
            </p:nvSpPr>
            <p:spPr>
              <a:xfrm>
                <a:off x="479795" y="-1133182"/>
                <a:ext cx="3764172" cy="9079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branching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crossing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..</a:t>
                </a:r>
                <a:endParaRPr lang="pt-PT" sz="24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F11D8B29-113F-4674-ACC1-A5E00B287314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231" name="Freeform: Shape 230">
                  <a:extLst>
                    <a:ext uri="{FF2B5EF4-FFF2-40B4-BE49-F238E27FC236}">
                      <a16:creationId xmlns:a16="http://schemas.microsoft.com/office/drawing/2014/main" id="{3F2E9054-8D7B-40E2-9E0C-4645540CC11D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2" name="Freeform: Shape 231">
                  <a:extLst>
                    <a:ext uri="{FF2B5EF4-FFF2-40B4-BE49-F238E27FC236}">
                      <a16:creationId xmlns:a16="http://schemas.microsoft.com/office/drawing/2014/main" id="{2B85857F-6BB8-4BAA-92B4-BD7CE6A1FC58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3" name="Freeform: Shape 232">
                  <a:extLst>
                    <a:ext uri="{FF2B5EF4-FFF2-40B4-BE49-F238E27FC236}">
                      <a16:creationId xmlns:a16="http://schemas.microsoft.com/office/drawing/2014/main" id="{EFF33F7E-4368-4D58-8B3B-8263B5DCEDF6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4" name="Freeform: Shape 233">
                  <a:extLst>
                    <a:ext uri="{FF2B5EF4-FFF2-40B4-BE49-F238E27FC236}">
                      <a16:creationId xmlns:a16="http://schemas.microsoft.com/office/drawing/2014/main" id="{5AE9BB1C-15B8-4984-A207-61BB4BEF108F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5" name="Freeform: Shape 234">
                  <a:extLst>
                    <a:ext uri="{FF2B5EF4-FFF2-40B4-BE49-F238E27FC236}">
                      <a16:creationId xmlns:a16="http://schemas.microsoft.com/office/drawing/2014/main" id="{0198C1BC-6BB8-444A-9EF8-9D3768F0E5DD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6" name="Freeform: Shape 235">
                  <a:extLst>
                    <a:ext uri="{FF2B5EF4-FFF2-40B4-BE49-F238E27FC236}">
                      <a16:creationId xmlns:a16="http://schemas.microsoft.com/office/drawing/2014/main" id="{46E072D6-8F19-4623-8F2C-CA47191C2F33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38" name="Freeform: Shape 237">
                  <a:extLst>
                    <a:ext uri="{FF2B5EF4-FFF2-40B4-BE49-F238E27FC236}">
                      <a16:creationId xmlns:a16="http://schemas.microsoft.com/office/drawing/2014/main" id="{384D5B34-2186-4311-931F-243E5EFDE5E4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0" name="Freeform: Shape 239">
                  <a:extLst>
                    <a:ext uri="{FF2B5EF4-FFF2-40B4-BE49-F238E27FC236}">
                      <a16:creationId xmlns:a16="http://schemas.microsoft.com/office/drawing/2014/main" id="{B8A539B1-8075-4FCF-9CA6-3655781406FE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222" name="Straight Connector 221">
                <a:extLst>
                  <a:ext uri="{FF2B5EF4-FFF2-40B4-BE49-F238E27FC236}">
                    <a16:creationId xmlns:a16="http://schemas.microsoft.com/office/drawing/2014/main" id="{E2DEA01A-7687-4808-8BC0-5026EAED1BE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Straight Connector 222">
                <a:extLst>
                  <a:ext uri="{FF2B5EF4-FFF2-40B4-BE49-F238E27FC236}">
                    <a16:creationId xmlns:a16="http://schemas.microsoft.com/office/drawing/2014/main" id="{21A8BF88-AF82-4751-8E5B-1665829040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95900" y="2774604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4" name="Multiplication Sign 223">
                <a:extLst>
                  <a:ext uri="{FF2B5EF4-FFF2-40B4-BE49-F238E27FC236}">
                    <a16:creationId xmlns:a16="http://schemas.microsoft.com/office/drawing/2014/main" id="{A7F19D71-B0D0-45C5-9F01-6CA1DFFFF2EC}"/>
                  </a:ext>
                </a:extLst>
              </p:cNvPr>
              <p:cNvSpPr/>
              <p:nvPr/>
            </p:nvSpPr>
            <p:spPr>
              <a:xfrm>
                <a:off x="1260975" y="206586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5" name="Multiplication Sign 224">
                <a:extLst>
                  <a:ext uri="{FF2B5EF4-FFF2-40B4-BE49-F238E27FC236}">
                    <a16:creationId xmlns:a16="http://schemas.microsoft.com/office/drawing/2014/main" id="{9FE3259A-AFB0-4F22-8F12-601CE49B8E32}"/>
                  </a:ext>
                </a:extLst>
              </p:cNvPr>
              <p:cNvSpPr/>
              <p:nvPr/>
            </p:nvSpPr>
            <p:spPr>
              <a:xfrm>
                <a:off x="2912937" y="2053445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227" name="Straight Connector 226">
                <a:extLst>
                  <a:ext uri="{FF2B5EF4-FFF2-40B4-BE49-F238E27FC236}">
                    <a16:creationId xmlns:a16="http://schemas.microsoft.com/office/drawing/2014/main" id="{2A1946DF-7097-4315-AB19-EE46083D8C2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9063" y="2726771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Straight Connector 227">
                <a:extLst>
                  <a:ext uri="{FF2B5EF4-FFF2-40B4-BE49-F238E27FC236}">
                    <a16:creationId xmlns:a16="http://schemas.microsoft.com/office/drawing/2014/main" id="{A1A5C1D4-B596-4EF7-9569-9B02302D1E6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422577" y="279527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88429956-7D95-45E2-9178-52059E76A4D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653190" y="105109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50D09B77-83AF-41C9-82EE-9A21AE3FAB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9135191" y="2774604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6" name="Group 265">
              <a:extLst>
                <a:ext uri="{FF2B5EF4-FFF2-40B4-BE49-F238E27FC236}">
                  <a16:creationId xmlns:a16="http://schemas.microsoft.com/office/drawing/2014/main" id="{82DF9CF6-13AA-40F7-B8C5-8EAD58F67598}"/>
                </a:ext>
              </a:extLst>
            </p:cNvPr>
            <p:cNvGrpSpPr/>
            <p:nvPr/>
          </p:nvGrpSpPr>
          <p:grpSpPr>
            <a:xfrm>
              <a:off x="5256044" y="5350357"/>
              <a:ext cx="4345824" cy="5328889"/>
              <a:chOff x="259534" y="-884582"/>
              <a:chExt cx="4345824" cy="5328889"/>
            </a:xfrm>
          </p:grpSpPr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09A56912-75FB-4098-97B4-AADB125429D1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294" name="Rectangle 293">
                  <a:extLst>
                    <a:ext uri="{FF2B5EF4-FFF2-40B4-BE49-F238E27FC236}">
                      <a16:creationId xmlns:a16="http://schemas.microsoft.com/office/drawing/2014/main" id="{AEF0B6C9-7DCC-4340-9939-131D2A11A427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5" name="Rectangle 294">
                  <a:extLst>
                    <a:ext uri="{FF2B5EF4-FFF2-40B4-BE49-F238E27FC236}">
                      <a16:creationId xmlns:a16="http://schemas.microsoft.com/office/drawing/2014/main" id="{8FA4DE5A-217B-40F9-9FFC-B9FD80889488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6" name="Rectangle 295">
                  <a:extLst>
                    <a:ext uri="{FF2B5EF4-FFF2-40B4-BE49-F238E27FC236}">
                      <a16:creationId xmlns:a16="http://schemas.microsoft.com/office/drawing/2014/main" id="{542D9964-F71C-471C-B6FD-87843C27C00F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7" name="Rectangle 296">
                  <a:extLst>
                    <a:ext uri="{FF2B5EF4-FFF2-40B4-BE49-F238E27FC236}">
                      <a16:creationId xmlns:a16="http://schemas.microsoft.com/office/drawing/2014/main" id="{FCEAC4CA-E4A1-4A3A-BDBB-63D1A7D80475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8" name="Rectangle 297">
                  <a:extLst>
                    <a:ext uri="{FF2B5EF4-FFF2-40B4-BE49-F238E27FC236}">
                      <a16:creationId xmlns:a16="http://schemas.microsoft.com/office/drawing/2014/main" id="{C8EA2AE8-E35B-4B49-B947-C9E93A30082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9" name="Rectangle 298">
                  <a:extLst>
                    <a:ext uri="{FF2B5EF4-FFF2-40B4-BE49-F238E27FC236}">
                      <a16:creationId xmlns:a16="http://schemas.microsoft.com/office/drawing/2014/main" id="{DAFBBAC6-C6D3-4625-976B-02FEA80B2255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0" name="Rectangle 299">
                  <a:extLst>
                    <a:ext uri="{FF2B5EF4-FFF2-40B4-BE49-F238E27FC236}">
                      <a16:creationId xmlns:a16="http://schemas.microsoft.com/office/drawing/2014/main" id="{A0565192-8D88-428D-B266-25286005BB0E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1" name="Rectangle 300">
                  <a:extLst>
                    <a:ext uri="{FF2B5EF4-FFF2-40B4-BE49-F238E27FC236}">
                      <a16:creationId xmlns:a16="http://schemas.microsoft.com/office/drawing/2014/main" id="{3C227476-B384-488D-9A5F-1765E3F864BA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2" name="Rectangle 301">
                  <a:extLst>
                    <a:ext uri="{FF2B5EF4-FFF2-40B4-BE49-F238E27FC236}">
                      <a16:creationId xmlns:a16="http://schemas.microsoft.com/office/drawing/2014/main" id="{877BC67D-9018-49DE-98C4-1E53EED5B09F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3" name="Rectangle 302">
                  <a:extLst>
                    <a:ext uri="{FF2B5EF4-FFF2-40B4-BE49-F238E27FC236}">
                      <a16:creationId xmlns:a16="http://schemas.microsoft.com/office/drawing/2014/main" id="{154672F5-C773-41E9-A9C9-DC596FC012BA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4" name="Rectangle 303">
                  <a:extLst>
                    <a:ext uri="{FF2B5EF4-FFF2-40B4-BE49-F238E27FC236}">
                      <a16:creationId xmlns:a16="http://schemas.microsoft.com/office/drawing/2014/main" id="{9321F6FE-C8FF-4059-B8AD-22909ACE67B0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5" name="Rectangle 304">
                  <a:extLst>
                    <a:ext uri="{FF2B5EF4-FFF2-40B4-BE49-F238E27FC236}">
                      <a16:creationId xmlns:a16="http://schemas.microsoft.com/office/drawing/2014/main" id="{BFB61BAB-5A1B-48F9-B5CB-8EA8EB1C683C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6" name="Rectangle 305">
                  <a:extLst>
                    <a:ext uri="{FF2B5EF4-FFF2-40B4-BE49-F238E27FC236}">
                      <a16:creationId xmlns:a16="http://schemas.microsoft.com/office/drawing/2014/main" id="{8B8B6E02-D022-49CB-83A3-7DBB0B3EF9E3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7" name="Rectangle 306">
                  <a:extLst>
                    <a:ext uri="{FF2B5EF4-FFF2-40B4-BE49-F238E27FC236}">
                      <a16:creationId xmlns:a16="http://schemas.microsoft.com/office/drawing/2014/main" id="{3F524523-A2B0-4FCA-A2F2-1DFDE172F24F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8" name="Rectangle 307">
                  <a:extLst>
                    <a:ext uri="{FF2B5EF4-FFF2-40B4-BE49-F238E27FC236}">
                      <a16:creationId xmlns:a16="http://schemas.microsoft.com/office/drawing/2014/main" id="{2F3852E9-A2B9-43F9-81D6-D2949CFCAAAD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9" name="Rectangle 308">
                  <a:extLst>
                    <a:ext uri="{FF2B5EF4-FFF2-40B4-BE49-F238E27FC236}">
                      <a16:creationId xmlns:a16="http://schemas.microsoft.com/office/drawing/2014/main" id="{AB3C712F-A163-48AE-A9A3-ECD5C98CF50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0" name="Rectangle 309">
                  <a:extLst>
                    <a:ext uri="{FF2B5EF4-FFF2-40B4-BE49-F238E27FC236}">
                      <a16:creationId xmlns:a16="http://schemas.microsoft.com/office/drawing/2014/main" id="{683A54C8-1D34-4D6C-9864-91049013AB54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1" name="Rectangle 310">
                  <a:extLst>
                    <a:ext uri="{FF2B5EF4-FFF2-40B4-BE49-F238E27FC236}">
                      <a16:creationId xmlns:a16="http://schemas.microsoft.com/office/drawing/2014/main" id="{5CBBDD29-7FDA-46B5-B07E-F1EB2EFD4F8B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2" name="Rectangle 311">
                  <a:extLst>
                    <a:ext uri="{FF2B5EF4-FFF2-40B4-BE49-F238E27FC236}">
                      <a16:creationId xmlns:a16="http://schemas.microsoft.com/office/drawing/2014/main" id="{2FA6332F-C926-4B30-A773-4D9AD952585D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3" name="Rectangle 312">
                  <a:extLst>
                    <a:ext uri="{FF2B5EF4-FFF2-40B4-BE49-F238E27FC236}">
                      <a16:creationId xmlns:a16="http://schemas.microsoft.com/office/drawing/2014/main" id="{5CF099ED-0082-448E-900B-728CE8CCEBC9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4" name="Rectangle 313">
                  <a:extLst>
                    <a:ext uri="{FF2B5EF4-FFF2-40B4-BE49-F238E27FC236}">
                      <a16:creationId xmlns:a16="http://schemas.microsoft.com/office/drawing/2014/main" id="{5C00EAB6-43B8-4F1A-A4F9-EB861E88547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5" name="Rectangle 314">
                  <a:extLst>
                    <a:ext uri="{FF2B5EF4-FFF2-40B4-BE49-F238E27FC236}">
                      <a16:creationId xmlns:a16="http://schemas.microsoft.com/office/drawing/2014/main" id="{003E1669-2059-4B51-8FB1-DB56D82BF66A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6" name="Rectangle 315">
                  <a:extLst>
                    <a:ext uri="{FF2B5EF4-FFF2-40B4-BE49-F238E27FC236}">
                      <a16:creationId xmlns:a16="http://schemas.microsoft.com/office/drawing/2014/main" id="{99D0FCF4-2BBB-404E-8074-731DED5FCEFC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7" name="Rectangle 316">
                  <a:extLst>
                    <a:ext uri="{FF2B5EF4-FFF2-40B4-BE49-F238E27FC236}">
                      <a16:creationId xmlns:a16="http://schemas.microsoft.com/office/drawing/2014/main" id="{2D1F570C-77AA-4689-883E-3C815592D990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8" name="Rectangle 317">
                  <a:extLst>
                    <a:ext uri="{FF2B5EF4-FFF2-40B4-BE49-F238E27FC236}">
                      <a16:creationId xmlns:a16="http://schemas.microsoft.com/office/drawing/2014/main" id="{6B47A4B2-8A04-4573-9E22-52BB303FA1A0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A9864B8C-451C-4804-8765-D3AB555F29B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131923DB-8143-4307-8CAE-860E1F2BEC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513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91E1E217-6E83-41E6-B806-A06BA1426BC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57F725F1-DB93-46A0-81E9-9CF96F07877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CC12B31D-332A-4744-986D-A9E10030AC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1BA270A2-32EC-4963-8F3D-5A702DFE5B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AC2932B0-6AA9-4C0E-8D02-21A43EBF14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6260AC0C-482F-472C-BD64-F92523046A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A23F7E5D-8940-4EA6-9144-064862500730}"/>
                  </a:ext>
                </a:extLst>
              </p:cNvPr>
              <p:cNvSpPr/>
              <p:nvPr/>
            </p:nvSpPr>
            <p:spPr>
              <a:xfrm>
                <a:off x="371166" y="-884582"/>
                <a:ext cx="400443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crossing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sz="24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77" name="Straight Connector 276">
                <a:extLst>
                  <a:ext uri="{FF2B5EF4-FFF2-40B4-BE49-F238E27FC236}">
                    <a16:creationId xmlns:a16="http://schemas.microsoft.com/office/drawing/2014/main" id="{70645B12-3BB7-4463-9DDC-61107C5F0C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Straight Connector 277">
                <a:extLst>
                  <a:ext uri="{FF2B5EF4-FFF2-40B4-BE49-F238E27FC236}">
                    <a16:creationId xmlns:a16="http://schemas.microsoft.com/office/drawing/2014/main" id="{A8254C50-9105-4014-9FA3-7B242939708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370608" y="1926214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Straight Connector 278">
                <a:extLst>
                  <a:ext uri="{FF2B5EF4-FFF2-40B4-BE49-F238E27FC236}">
                    <a16:creationId xmlns:a16="http://schemas.microsoft.com/office/drawing/2014/main" id="{8F3D398C-2595-4F96-99A6-691E31E5A89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1160277" y="4438726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Straight Connector 279">
                <a:extLst>
                  <a:ext uri="{FF2B5EF4-FFF2-40B4-BE49-F238E27FC236}">
                    <a16:creationId xmlns:a16="http://schemas.microsoft.com/office/drawing/2014/main" id="{6951F437-6B6F-4EED-8CF0-4728FEBCE6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3" y="4012814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Straight Connector 280">
                <a:extLst>
                  <a:ext uri="{FF2B5EF4-FFF2-40B4-BE49-F238E27FC236}">
                    <a16:creationId xmlns:a16="http://schemas.microsoft.com/office/drawing/2014/main" id="{773EC927-F35E-449F-BACE-B28CA55119DA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08785" y="358132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2" name="Multiplication Sign 281">
                <a:extLst>
                  <a:ext uri="{FF2B5EF4-FFF2-40B4-BE49-F238E27FC236}">
                    <a16:creationId xmlns:a16="http://schemas.microsoft.com/office/drawing/2014/main" id="{1241E7E5-75C4-4DB5-9FE9-4F6C35C68B47}"/>
                  </a:ext>
                </a:extLst>
              </p:cNvPr>
              <p:cNvSpPr/>
              <p:nvPr/>
            </p:nvSpPr>
            <p:spPr>
              <a:xfrm>
                <a:off x="1273173" y="319974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283" name="Group 282">
                <a:extLst>
                  <a:ext uri="{FF2B5EF4-FFF2-40B4-BE49-F238E27FC236}">
                    <a16:creationId xmlns:a16="http://schemas.microsoft.com/office/drawing/2014/main" id="{D030A282-D167-416C-B754-49DD15ED5485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284" name="Freeform: Shape 283">
                  <a:extLst>
                    <a:ext uri="{FF2B5EF4-FFF2-40B4-BE49-F238E27FC236}">
                      <a16:creationId xmlns:a16="http://schemas.microsoft.com/office/drawing/2014/main" id="{3EC47FAC-2794-46E2-85C8-C28E6ED6F1E1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5" name="Freeform: Shape 284">
                  <a:extLst>
                    <a:ext uri="{FF2B5EF4-FFF2-40B4-BE49-F238E27FC236}">
                      <a16:creationId xmlns:a16="http://schemas.microsoft.com/office/drawing/2014/main" id="{E0544038-0003-49BB-8854-095DCC937046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6" name="Freeform: Shape 285">
                  <a:extLst>
                    <a:ext uri="{FF2B5EF4-FFF2-40B4-BE49-F238E27FC236}">
                      <a16:creationId xmlns:a16="http://schemas.microsoft.com/office/drawing/2014/main" id="{B356D988-EC34-4163-978E-08D7A742C603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7" name="Freeform: Shape 286">
                  <a:extLst>
                    <a:ext uri="{FF2B5EF4-FFF2-40B4-BE49-F238E27FC236}">
                      <a16:creationId xmlns:a16="http://schemas.microsoft.com/office/drawing/2014/main" id="{44637B19-4007-4B7B-805B-56E2B0A0AC35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8" name="Freeform: Shape 287">
                  <a:extLst>
                    <a:ext uri="{FF2B5EF4-FFF2-40B4-BE49-F238E27FC236}">
                      <a16:creationId xmlns:a16="http://schemas.microsoft.com/office/drawing/2014/main" id="{DDD513DF-77B5-4298-976D-0776BC12FEF0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9" name="Freeform: Shape 288">
                  <a:extLst>
                    <a:ext uri="{FF2B5EF4-FFF2-40B4-BE49-F238E27FC236}">
                      <a16:creationId xmlns:a16="http://schemas.microsoft.com/office/drawing/2014/main" id="{32E64176-9A9C-407D-98E9-14F38DDD8C39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91" name="Freeform: Shape 290">
                  <a:extLst>
                    <a:ext uri="{FF2B5EF4-FFF2-40B4-BE49-F238E27FC236}">
                      <a16:creationId xmlns:a16="http://schemas.microsoft.com/office/drawing/2014/main" id="{3AFCA5C6-8319-4298-8A94-9DFAAF0D0316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3" name="Freeform: Shape 292">
                  <a:extLst>
                    <a:ext uri="{FF2B5EF4-FFF2-40B4-BE49-F238E27FC236}">
                      <a16:creationId xmlns:a16="http://schemas.microsoft.com/office/drawing/2014/main" id="{D303F6CA-B86C-4A20-9ED3-52EBFAF56D01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46B7DCDF-075B-4E61-8548-4D6C1242F2BC}"/>
                </a:ext>
              </a:extLst>
            </p:cNvPr>
            <p:cNvGrpSpPr/>
            <p:nvPr/>
          </p:nvGrpSpPr>
          <p:grpSpPr>
            <a:xfrm>
              <a:off x="10599075" y="5350357"/>
              <a:ext cx="4417722" cy="5235247"/>
              <a:chOff x="259534" y="-797752"/>
              <a:chExt cx="4417722" cy="5235247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C05D8B8E-B31B-4B15-BC6B-BBD2BAE9E8A1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344" name="Rectangle 343">
                  <a:extLst>
                    <a:ext uri="{FF2B5EF4-FFF2-40B4-BE49-F238E27FC236}">
                      <a16:creationId xmlns:a16="http://schemas.microsoft.com/office/drawing/2014/main" id="{BC57E84B-CD22-4F46-9C28-AF8385854957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5" name="Rectangle 344">
                  <a:extLst>
                    <a:ext uri="{FF2B5EF4-FFF2-40B4-BE49-F238E27FC236}">
                      <a16:creationId xmlns:a16="http://schemas.microsoft.com/office/drawing/2014/main" id="{46CAC1CA-BBF0-4474-A301-F584A53BDAE7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6" name="Rectangle 345">
                  <a:extLst>
                    <a:ext uri="{FF2B5EF4-FFF2-40B4-BE49-F238E27FC236}">
                      <a16:creationId xmlns:a16="http://schemas.microsoft.com/office/drawing/2014/main" id="{19567C43-7E58-48EC-8FE3-2D6582F2AE01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7" name="Rectangle 346">
                  <a:extLst>
                    <a:ext uri="{FF2B5EF4-FFF2-40B4-BE49-F238E27FC236}">
                      <a16:creationId xmlns:a16="http://schemas.microsoft.com/office/drawing/2014/main" id="{848638ED-EF94-4A60-8D4C-67CF463BB2FD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8" name="Rectangle 347">
                  <a:extLst>
                    <a:ext uri="{FF2B5EF4-FFF2-40B4-BE49-F238E27FC236}">
                      <a16:creationId xmlns:a16="http://schemas.microsoft.com/office/drawing/2014/main" id="{352C3D11-688D-4EA6-B68F-5C569E683FB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9" name="Rectangle 348">
                  <a:extLst>
                    <a:ext uri="{FF2B5EF4-FFF2-40B4-BE49-F238E27FC236}">
                      <a16:creationId xmlns:a16="http://schemas.microsoft.com/office/drawing/2014/main" id="{8B11E2DC-D477-41C2-8E4A-68FDF7759611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0" name="Rectangle 349">
                  <a:extLst>
                    <a:ext uri="{FF2B5EF4-FFF2-40B4-BE49-F238E27FC236}">
                      <a16:creationId xmlns:a16="http://schemas.microsoft.com/office/drawing/2014/main" id="{437A8F71-15E7-4C74-8DD6-9B646E6E2C99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1" name="Rectangle 350">
                  <a:extLst>
                    <a:ext uri="{FF2B5EF4-FFF2-40B4-BE49-F238E27FC236}">
                      <a16:creationId xmlns:a16="http://schemas.microsoft.com/office/drawing/2014/main" id="{86BA778C-FE7D-40F3-9247-2C76557ECB78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2" name="Rectangle 351">
                  <a:extLst>
                    <a:ext uri="{FF2B5EF4-FFF2-40B4-BE49-F238E27FC236}">
                      <a16:creationId xmlns:a16="http://schemas.microsoft.com/office/drawing/2014/main" id="{5DEEE8CE-05B1-47D1-A742-38E080ADC038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3" name="Rectangle 352">
                  <a:extLst>
                    <a:ext uri="{FF2B5EF4-FFF2-40B4-BE49-F238E27FC236}">
                      <a16:creationId xmlns:a16="http://schemas.microsoft.com/office/drawing/2014/main" id="{DA849226-5E9C-4B43-B6AD-BCF2D015EA09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4" name="Rectangle 353">
                  <a:extLst>
                    <a:ext uri="{FF2B5EF4-FFF2-40B4-BE49-F238E27FC236}">
                      <a16:creationId xmlns:a16="http://schemas.microsoft.com/office/drawing/2014/main" id="{C8D055A0-3FFF-4A74-A44D-D5E864FDED7D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5" name="Rectangle 354">
                  <a:extLst>
                    <a:ext uri="{FF2B5EF4-FFF2-40B4-BE49-F238E27FC236}">
                      <a16:creationId xmlns:a16="http://schemas.microsoft.com/office/drawing/2014/main" id="{2E830725-29E9-4B30-8A46-E9CAE619A8DE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6" name="Rectangle 355">
                  <a:extLst>
                    <a:ext uri="{FF2B5EF4-FFF2-40B4-BE49-F238E27FC236}">
                      <a16:creationId xmlns:a16="http://schemas.microsoft.com/office/drawing/2014/main" id="{1AB85F12-D932-440C-A6BD-27FE4B5E56C3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7" name="Rectangle 356">
                  <a:extLst>
                    <a:ext uri="{FF2B5EF4-FFF2-40B4-BE49-F238E27FC236}">
                      <a16:creationId xmlns:a16="http://schemas.microsoft.com/office/drawing/2014/main" id="{4DCD42C5-D100-47AC-8E12-EF4C2054BD54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8" name="Rectangle 357">
                  <a:extLst>
                    <a:ext uri="{FF2B5EF4-FFF2-40B4-BE49-F238E27FC236}">
                      <a16:creationId xmlns:a16="http://schemas.microsoft.com/office/drawing/2014/main" id="{C18AB329-1365-43B7-80C2-42555F97F87C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9" name="Rectangle 358">
                  <a:extLst>
                    <a:ext uri="{FF2B5EF4-FFF2-40B4-BE49-F238E27FC236}">
                      <a16:creationId xmlns:a16="http://schemas.microsoft.com/office/drawing/2014/main" id="{067A464D-D872-4E32-854D-7518A322443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0" name="Rectangle 359">
                  <a:extLst>
                    <a:ext uri="{FF2B5EF4-FFF2-40B4-BE49-F238E27FC236}">
                      <a16:creationId xmlns:a16="http://schemas.microsoft.com/office/drawing/2014/main" id="{6892BB1E-1274-4431-BA40-F31A2E1B2B78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1" name="Rectangle 360">
                  <a:extLst>
                    <a:ext uri="{FF2B5EF4-FFF2-40B4-BE49-F238E27FC236}">
                      <a16:creationId xmlns:a16="http://schemas.microsoft.com/office/drawing/2014/main" id="{5013EDE0-3887-4F24-A96B-DE591808E55D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2" name="Rectangle 361">
                  <a:extLst>
                    <a:ext uri="{FF2B5EF4-FFF2-40B4-BE49-F238E27FC236}">
                      <a16:creationId xmlns:a16="http://schemas.microsoft.com/office/drawing/2014/main" id="{1F069750-0111-4D6C-A811-D4189E2004F5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3" name="Rectangle 362">
                  <a:extLst>
                    <a:ext uri="{FF2B5EF4-FFF2-40B4-BE49-F238E27FC236}">
                      <a16:creationId xmlns:a16="http://schemas.microsoft.com/office/drawing/2014/main" id="{58A90B30-4AF2-4560-BE4D-23EF9C069426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4" name="Rectangle 363">
                  <a:extLst>
                    <a:ext uri="{FF2B5EF4-FFF2-40B4-BE49-F238E27FC236}">
                      <a16:creationId xmlns:a16="http://schemas.microsoft.com/office/drawing/2014/main" id="{7F6A9541-25D0-4D22-936D-591DB9655582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5" name="Rectangle 364">
                  <a:extLst>
                    <a:ext uri="{FF2B5EF4-FFF2-40B4-BE49-F238E27FC236}">
                      <a16:creationId xmlns:a16="http://schemas.microsoft.com/office/drawing/2014/main" id="{909A9CF5-46C2-4CED-90F5-8F7178D43FC2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6" name="Rectangle 365">
                  <a:extLst>
                    <a:ext uri="{FF2B5EF4-FFF2-40B4-BE49-F238E27FC236}">
                      <a16:creationId xmlns:a16="http://schemas.microsoft.com/office/drawing/2014/main" id="{FF2CE635-FA51-4702-808C-76D60B308942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7" name="Rectangle 366">
                  <a:extLst>
                    <a:ext uri="{FF2B5EF4-FFF2-40B4-BE49-F238E27FC236}">
                      <a16:creationId xmlns:a16="http://schemas.microsoft.com/office/drawing/2014/main" id="{9E5F5704-EA6F-412E-9F8D-990BF3968F7F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8" name="Rectangle 367">
                  <a:extLst>
                    <a:ext uri="{FF2B5EF4-FFF2-40B4-BE49-F238E27FC236}">
                      <a16:creationId xmlns:a16="http://schemas.microsoft.com/office/drawing/2014/main" id="{15998EC5-8FE3-4A27-BA37-2CCBBEBAF9B1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321" name="Straight Connector 320">
                <a:extLst>
                  <a:ext uri="{FF2B5EF4-FFF2-40B4-BE49-F238E27FC236}">
                    <a16:creationId xmlns:a16="http://schemas.microsoft.com/office/drawing/2014/main" id="{42385D25-5529-4E71-8674-E453ACDDA75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2" name="Straight Connector 321">
                <a:extLst>
                  <a:ext uri="{FF2B5EF4-FFF2-40B4-BE49-F238E27FC236}">
                    <a16:creationId xmlns:a16="http://schemas.microsoft.com/office/drawing/2014/main" id="{E3688CB6-44BA-4B37-B32F-E2D8F5C9225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3" name="Straight Connector 322">
                <a:extLst>
                  <a:ext uri="{FF2B5EF4-FFF2-40B4-BE49-F238E27FC236}">
                    <a16:creationId xmlns:a16="http://schemas.microsoft.com/office/drawing/2014/main" id="{A28FE54D-F939-4E58-815B-28F64BAA0D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Connector 323">
                <a:extLst>
                  <a:ext uri="{FF2B5EF4-FFF2-40B4-BE49-F238E27FC236}">
                    <a16:creationId xmlns:a16="http://schemas.microsoft.com/office/drawing/2014/main" id="{A7077B9F-E3F3-48B3-93B0-7F8EFFD18B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43058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5" name="Straight Connector 324">
                <a:extLst>
                  <a:ext uri="{FF2B5EF4-FFF2-40B4-BE49-F238E27FC236}">
                    <a16:creationId xmlns:a16="http://schemas.microsoft.com/office/drawing/2014/main" id="{D5509F5B-EF06-41C7-BC8D-C3A9F05A3F2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6" name="Straight Connector 325">
                <a:extLst>
                  <a:ext uri="{FF2B5EF4-FFF2-40B4-BE49-F238E27FC236}">
                    <a16:creationId xmlns:a16="http://schemas.microsoft.com/office/drawing/2014/main" id="{5167E149-D0BC-4CEC-95EF-7F7F92BDCF2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Straight Connector 326">
                <a:extLst>
                  <a:ext uri="{FF2B5EF4-FFF2-40B4-BE49-F238E27FC236}">
                    <a16:creationId xmlns:a16="http://schemas.microsoft.com/office/drawing/2014/main" id="{C028A88F-8774-492F-8AE8-969A1E6A03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Straight Connector 327">
                <a:extLst>
                  <a:ext uri="{FF2B5EF4-FFF2-40B4-BE49-F238E27FC236}">
                    <a16:creationId xmlns:a16="http://schemas.microsoft.com/office/drawing/2014/main" id="{CCEE775A-AB01-4F30-A50C-93A7FDFFA1F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9" name="Straight Connector 328">
                <a:extLst>
                  <a:ext uri="{FF2B5EF4-FFF2-40B4-BE49-F238E27FC236}">
                    <a16:creationId xmlns:a16="http://schemas.microsoft.com/office/drawing/2014/main" id="{9FFFD448-512A-4E2F-8D7C-1AA9368004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0" name="Straight Connector 329">
                <a:extLst>
                  <a:ext uri="{FF2B5EF4-FFF2-40B4-BE49-F238E27FC236}">
                    <a16:creationId xmlns:a16="http://schemas.microsoft.com/office/drawing/2014/main" id="{E5F91F06-F05D-4A1C-93A4-E47CCB3E3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70CC915A-0731-4665-A1D0-004E8D7F5BCA}"/>
                  </a:ext>
                </a:extLst>
              </p:cNvPr>
              <p:cNvSpPr/>
              <p:nvPr/>
            </p:nvSpPr>
            <p:spPr>
              <a:xfrm>
                <a:off x="3381709" y="-797752"/>
                <a:ext cx="129554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b="1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Solved</a:t>
                </a:r>
                <a:r>
                  <a:rPr lang="pt-PT" sz="24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!</a:t>
                </a:r>
              </a:p>
            </p:txBody>
          </p:sp>
          <p:cxnSp>
            <p:nvCxnSpPr>
              <p:cNvPr id="332" name="Straight Connector 331">
                <a:extLst>
                  <a:ext uri="{FF2B5EF4-FFF2-40B4-BE49-F238E27FC236}">
                    <a16:creationId xmlns:a16="http://schemas.microsoft.com/office/drawing/2014/main" id="{7CB2E53E-C089-4E49-96B3-436C2C42B6B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440E905D-9448-4FD9-BABD-003A58423BFA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334" name="Freeform: Shape 333">
                  <a:extLst>
                    <a:ext uri="{FF2B5EF4-FFF2-40B4-BE49-F238E27FC236}">
                      <a16:creationId xmlns:a16="http://schemas.microsoft.com/office/drawing/2014/main" id="{98E9BA65-67F9-4219-A274-105825106D29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5" name="Freeform: Shape 334">
                  <a:extLst>
                    <a:ext uri="{FF2B5EF4-FFF2-40B4-BE49-F238E27FC236}">
                      <a16:creationId xmlns:a16="http://schemas.microsoft.com/office/drawing/2014/main" id="{16C3630B-F225-4D4C-9BA7-E4360C09C70F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6" name="Freeform: Shape 335">
                  <a:extLst>
                    <a:ext uri="{FF2B5EF4-FFF2-40B4-BE49-F238E27FC236}">
                      <a16:creationId xmlns:a16="http://schemas.microsoft.com/office/drawing/2014/main" id="{C0AAE8E6-AB2E-4CE9-98C7-6F87C3F47685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7" name="Freeform: Shape 336">
                  <a:extLst>
                    <a:ext uri="{FF2B5EF4-FFF2-40B4-BE49-F238E27FC236}">
                      <a16:creationId xmlns:a16="http://schemas.microsoft.com/office/drawing/2014/main" id="{90E1CA21-E9C0-45C2-A4D7-D67082C9E160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8" name="Freeform: Shape 337">
                  <a:extLst>
                    <a:ext uri="{FF2B5EF4-FFF2-40B4-BE49-F238E27FC236}">
                      <a16:creationId xmlns:a16="http://schemas.microsoft.com/office/drawing/2014/main" id="{4E4AE4EE-CEEE-4176-96C8-E41475F581D4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39" name="Freeform: Shape 338">
                  <a:extLst>
                    <a:ext uri="{FF2B5EF4-FFF2-40B4-BE49-F238E27FC236}">
                      <a16:creationId xmlns:a16="http://schemas.microsoft.com/office/drawing/2014/main" id="{635C763F-CFE5-45EF-9A5A-9BE84F3273BF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341" name="Freeform: Shape 340">
                  <a:extLst>
                    <a:ext uri="{FF2B5EF4-FFF2-40B4-BE49-F238E27FC236}">
                      <a16:creationId xmlns:a16="http://schemas.microsoft.com/office/drawing/2014/main" id="{647943A0-608E-4D22-A0F0-2240ACF62AF3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3" name="Freeform: Shape 342">
                  <a:extLst>
                    <a:ext uri="{FF2B5EF4-FFF2-40B4-BE49-F238E27FC236}">
                      <a16:creationId xmlns:a16="http://schemas.microsoft.com/office/drawing/2014/main" id="{6ABF445B-0457-46F4-AC84-8C369DF29F1C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11" name="Rectangle 410">
              <a:extLst>
                <a:ext uri="{FF2B5EF4-FFF2-40B4-BE49-F238E27FC236}">
                  <a16:creationId xmlns:a16="http://schemas.microsoft.com/office/drawing/2014/main" id="{4CAA9B67-1DE3-4188-93FD-E35D30A5C475}"/>
                </a:ext>
              </a:extLst>
            </p:cNvPr>
            <p:cNvSpPr/>
            <p:nvPr/>
          </p:nvSpPr>
          <p:spPr>
            <a:xfrm>
              <a:off x="10683025" y="10977990"/>
              <a:ext cx="5065066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#22 by Pedro PSI – 16</a:t>
              </a:r>
              <a:r>
                <a:rPr lang="en-US" b="1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 of December 2020</a:t>
              </a:r>
            </a:p>
            <a:p>
              <a:pPr algn="r"/>
              <a:r>
                <a:rPr lang="pt-PT" i="1" dirty="0">
                  <a:latin typeface="Arial" panose="020B0604020202020204" pitchFamily="34" charset="0"/>
                  <a:cs typeface="Arial" panose="020B0604020202020204" pitchFamily="34" charset="0"/>
                </a:rPr>
                <a:t>pedropsi.github.io</a:t>
              </a:r>
            </a:p>
          </p:txBody>
        </p: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F4A488E2-93EF-4F8D-9C58-5DEA30D1B178}"/>
                </a:ext>
              </a:extLst>
            </p:cNvPr>
            <p:cNvCxnSpPr>
              <a:cxnSpLocks/>
            </p:cNvCxnSpPr>
            <p:nvPr/>
          </p:nvCxnSpPr>
          <p:spPr>
            <a:xfrm>
              <a:off x="2777987" y="1965145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BBF5B94B-B47A-48F9-BCEC-007185BECBA3}"/>
                </a:ext>
              </a:extLst>
            </p:cNvPr>
            <p:cNvSpPr/>
            <p:nvPr/>
          </p:nvSpPr>
          <p:spPr>
            <a:xfrm rot="8358001">
              <a:off x="3330973" y="-258220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06726D54-05C8-4E15-91FB-E39A8795CEA3}"/>
                </a:ext>
              </a:extLst>
            </p:cNvPr>
            <p:cNvSpPr/>
            <p:nvPr/>
          </p:nvSpPr>
          <p:spPr>
            <a:xfrm rot="8358001">
              <a:off x="2491156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46C81A6-9EF6-4130-9961-FBABA7A973EA}"/>
                </a:ext>
              </a:extLst>
            </p:cNvPr>
            <p:cNvSpPr/>
            <p:nvPr/>
          </p:nvSpPr>
          <p:spPr>
            <a:xfrm rot="8358001">
              <a:off x="739294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404A4AA8-CEA5-4AA2-8764-1556DA93FDD8}"/>
                </a:ext>
              </a:extLst>
            </p:cNvPr>
            <p:cNvSpPr/>
            <p:nvPr/>
          </p:nvSpPr>
          <p:spPr>
            <a:xfrm rot="8358001">
              <a:off x="8373363" y="-258220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6D99E180-360C-4880-BFF8-AA4946A82B9C}"/>
                </a:ext>
              </a:extLst>
            </p:cNvPr>
            <p:cNvSpPr/>
            <p:nvPr/>
          </p:nvSpPr>
          <p:spPr>
            <a:xfrm rot="8358001">
              <a:off x="7533546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2BC04733-9BE0-45DB-A62E-B1BCB979A07B}"/>
                </a:ext>
              </a:extLst>
            </p:cNvPr>
            <p:cNvSpPr/>
            <p:nvPr/>
          </p:nvSpPr>
          <p:spPr>
            <a:xfrm rot="8358001">
              <a:off x="5781684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10A9B235-6EFA-4C71-8E19-85C6C786D2F6}"/>
                </a:ext>
              </a:extLst>
            </p:cNvPr>
            <p:cNvSpPr/>
            <p:nvPr/>
          </p:nvSpPr>
          <p:spPr>
            <a:xfrm rot="8358001">
              <a:off x="13708461" y="-258220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46508DBC-4B30-441C-AD86-7BD8969EE173}"/>
                </a:ext>
              </a:extLst>
            </p:cNvPr>
            <p:cNvSpPr/>
            <p:nvPr/>
          </p:nvSpPr>
          <p:spPr>
            <a:xfrm rot="8358001">
              <a:off x="12868644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718BF32D-2D6E-43BA-9BC9-117E5BDC13BD}"/>
                </a:ext>
              </a:extLst>
            </p:cNvPr>
            <p:cNvSpPr/>
            <p:nvPr/>
          </p:nvSpPr>
          <p:spPr>
            <a:xfrm rot="8358001">
              <a:off x="11116782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007087CA-2DE0-48F3-AC6E-856D19E3AB42}"/>
                </a:ext>
              </a:extLst>
            </p:cNvPr>
            <p:cNvSpPr/>
            <p:nvPr/>
          </p:nvSpPr>
          <p:spPr>
            <a:xfrm rot="8358001">
              <a:off x="13670879" y="5916912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8BFB222F-9182-4A79-A5EF-7EC04DD4BC95}"/>
                </a:ext>
              </a:extLst>
            </p:cNvPr>
            <p:cNvSpPr/>
            <p:nvPr/>
          </p:nvSpPr>
          <p:spPr>
            <a:xfrm rot="8358001">
              <a:off x="12831062" y="1007564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2E7595DF-0F6E-46D1-B12B-93B85A3269E0}"/>
                </a:ext>
              </a:extLst>
            </p:cNvPr>
            <p:cNvSpPr/>
            <p:nvPr/>
          </p:nvSpPr>
          <p:spPr>
            <a:xfrm rot="8358001">
              <a:off x="11079200" y="1007564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E50FCCF1-A0E6-4205-B1B1-70564282C960}"/>
                </a:ext>
              </a:extLst>
            </p:cNvPr>
            <p:cNvSpPr/>
            <p:nvPr/>
          </p:nvSpPr>
          <p:spPr>
            <a:xfrm rot="8358001">
              <a:off x="8298399" y="5993111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4A971FB-88A1-4F59-829D-1CACC72D4FB5}"/>
                </a:ext>
              </a:extLst>
            </p:cNvPr>
            <p:cNvSpPr/>
            <p:nvPr/>
          </p:nvSpPr>
          <p:spPr>
            <a:xfrm rot="8358001">
              <a:off x="7458582" y="101518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9CD3C4C7-2F4C-460D-8055-1CEFA04C5D62}"/>
                </a:ext>
              </a:extLst>
            </p:cNvPr>
            <p:cNvSpPr/>
            <p:nvPr/>
          </p:nvSpPr>
          <p:spPr>
            <a:xfrm rot="8358001">
              <a:off x="5706720" y="101518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FD834AAE-A0F1-4A83-9FD1-0DAAE3CD7C15}"/>
                </a:ext>
              </a:extLst>
            </p:cNvPr>
            <p:cNvSpPr/>
            <p:nvPr/>
          </p:nvSpPr>
          <p:spPr>
            <a:xfrm rot="8358001">
              <a:off x="3180409" y="6031211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DED50610-1970-4E9E-AFF3-B113F55CBA10}"/>
                </a:ext>
              </a:extLst>
            </p:cNvPr>
            <p:cNvSpPr/>
            <p:nvPr/>
          </p:nvSpPr>
          <p:spPr>
            <a:xfrm rot="8358001">
              <a:off x="2340592" y="101899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3CFBFE14-E5B3-4C88-8401-F08378E74C83}"/>
                </a:ext>
              </a:extLst>
            </p:cNvPr>
            <p:cNvSpPr/>
            <p:nvPr/>
          </p:nvSpPr>
          <p:spPr>
            <a:xfrm rot="8358001">
              <a:off x="588730" y="101899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D65A5E65-A9F3-44A4-B0CB-3457819144A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3554498" y="66156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76462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E826C2D-22D0-4D96-8771-E425390B706D}"/>
              </a:ext>
            </a:extLst>
          </p:cNvPr>
          <p:cNvGrpSpPr/>
          <p:nvPr/>
        </p:nvGrpSpPr>
        <p:grpSpPr>
          <a:xfrm>
            <a:off x="2284156" y="6460142"/>
            <a:ext cx="8974588" cy="8936408"/>
            <a:chOff x="3126550" y="3774507"/>
            <a:chExt cx="5938898" cy="5913633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990C7D4-93B1-4615-8DE6-89C4EB7B03ED}"/>
                </a:ext>
              </a:extLst>
            </p:cNvPr>
            <p:cNvSpPr/>
            <p:nvPr/>
          </p:nvSpPr>
          <p:spPr>
            <a:xfrm>
              <a:off x="312655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4F10E1FC-2998-46AD-A09C-6E97F78C7987}"/>
                </a:ext>
              </a:extLst>
            </p:cNvPr>
            <p:cNvSpPr/>
            <p:nvPr/>
          </p:nvSpPr>
          <p:spPr>
            <a:xfrm>
              <a:off x="397496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681B5156-ADB9-40E2-8C58-8D0339BA915C}"/>
                </a:ext>
              </a:extLst>
            </p:cNvPr>
            <p:cNvSpPr/>
            <p:nvPr/>
          </p:nvSpPr>
          <p:spPr>
            <a:xfrm>
              <a:off x="312655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158E9C4B-5262-412B-9C97-B6AC3382059D}"/>
                </a:ext>
              </a:extLst>
            </p:cNvPr>
            <p:cNvSpPr/>
            <p:nvPr/>
          </p:nvSpPr>
          <p:spPr>
            <a:xfrm>
              <a:off x="397496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48C99633-C009-4F85-9195-257F85D0BE47}"/>
                </a:ext>
              </a:extLst>
            </p:cNvPr>
            <p:cNvSpPr/>
            <p:nvPr/>
          </p:nvSpPr>
          <p:spPr>
            <a:xfrm>
              <a:off x="4823378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CD7255F9-23C1-4759-B56F-EEADDD05861A}"/>
                </a:ext>
              </a:extLst>
            </p:cNvPr>
            <p:cNvSpPr/>
            <p:nvPr/>
          </p:nvSpPr>
          <p:spPr>
            <a:xfrm>
              <a:off x="5671792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B1EF7216-7846-41A9-A218-E586B2D8F3DF}"/>
                </a:ext>
              </a:extLst>
            </p:cNvPr>
            <p:cNvSpPr/>
            <p:nvPr/>
          </p:nvSpPr>
          <p:spPr>
            <a:xfrm>
              <a:off x="4823378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F80E23A1-E875-4220-ACB5-994746CAA3E1}"/>
                </a:ext>
              </a:extLst>
            </p:cNvPr>
            <p:cNvSpPr/>
            <p:nvPr/>
          </p:nvSpPr>
          <p:spPr>
            <a:xfrm>
              <a:off x="5671792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036A7461-D276-485B-ABB0-985D7B2758BF}"/>
                </a:ext>
              </a:extLst>
            </p:cNvPr>
            <p:cNvSpPr/>
            <p:nvPr/>
          </p:nvSpPr>
          <p:spPr>
            <a:xfrm>
              <a:off x="312655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0E51005-D98D-4B39-B3EF-4ABBDA1D37C9}"/>
                </a:ext>
              </a:extLst>
            </p:cNvPr>
            <p:cNvSpPr/>
            <p:nvPr/>
          </p:nvSpPr>
          <p:spPr>
            <a:xfrm>
              <a:off x="397496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4357FB17-B7EE-42E4-9429-2E8FA03F4099}"/>
                </a:ext>
              </a:extLst>
            </p:cNvPr>
            <p:cNvSpPr/>
            <p:nvPr/>
          </p:nvSpPr>
          <p:spPr>
            <a:xfrm>
              <a:off x="312655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FEF5F875-8BF9-4C30-8DFE-17A8D2CE8D5B}"/>
                </a:ext>
              </a:extLst>
            </p:cNvPr>
            <p:cNvSpPr/>
            <p:nvPr/>
          </p:nvSpPr>
          <p:spPr>
            <a:xfrm>
              <a:off x="397496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5E560C32-BC05-4907-A5A5-10A327A1EF96}"/>
                </a:ext>
              </a:extLst>
            </p:cNvPr>
            <p:cNvSpPr/>
            <p:nvPr/>
          </p:nvSpPr>
          <p:spPr>
            <a:xfrm>
              <a:off x="4823378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81072337-A279-4771-845D-79EFA7FEA1B6}"/>
                </a:ext>
              </a:extLst>
            </p:cNvPr>
            <p:cNvSpPr/>
            <p:nvPr/>
          </p:nvSpPr>
          <p:spPr>
            <a:xfrm>
              <a:off x="5671792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A54E9077-E6DF-4BF0-A8D7-11C74310C9C1}"/>
                </a:ext>
              </a:extLst>
            </p:cNvPr>
            <p:cNvSpPr/>
            <p:nvPr/>
          </p:nvSpPr>
          <p:spPr>
            <a:xfrm>
              <a:off x="4823378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1D4AA126-2598-4296-86E3-1716E7EF7D19}"/>
                </a:ext>
              </a:extLst>
            </p:cNvPr>
            <p:cNvSpPr/>
            <p:nvPr/>
          </p:nvSpPr>
          <p:spPr>
            <a:xfrm>
              <a:off x="5671792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F82D7B8F-FCDD-4935-8AA5-25C8EB4F98DE}"/>
                </a:ext>
              </a:extLst>
            </p:cNvPr>
            <p:cNvSpPr/>
            <p:nvPr/>
          </p:nvSpPr>
          <p:spPr>
            <a:xfrm>
              <a:off x="6520206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BCF19951-0278-40E4-B076-03DC93DB3813}"/>
                </a:ext>
              </a:extLst>
            </p:cNvPr>
            <p:cNvSpPr/>
            <p:nvPr/>
          </p:nvSpPr>
          <p:spPr>
            <a:xfrm>
              <a:off x="736862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3AA4CB81-1DC9-410C-A634-3032597DA141}"/>
                </a:ext>
              </a:extLst>
            </p:cNvPr>
            <p:cNvSpPr/>
            <p:nvPr/>
          </p:nvSpPr>
          <p:spPr>
            <a:xfrm>
              <a:off x="6520206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BDA4365F-E896-4FF2-88A7-318B6B5E35D7}"/>
                </a:ext>
              </a:extLst>
            </p:cNvPr>
            <p:cNvSpPr/>
            <p:nvPr/>
          </p:nvSpPr>
          <p:spPr>
            <a:xfrm>
              <a:off x="736862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1FA16492-09DB-4035-9986-0705FF658406}"/>
                </a:ext>
              </a:extLst>
            </p:cNvPr>
            <p:cNvSpPr/>
            <p:nvPr/>
          </p:nvSpPr>
          <p:spPr>
            <a:xfrm>
              <a:off x="821703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35441F8D-898F-4C1E-8D05-609BEC068E47}"/>
                </a:ext>
              </a:extLst>
            </p:cNvPr>
            <p:cNvSpPr/>
            <p:nvPr/>
          </p:nvSpPr>
          <p:spPr>
            <a:xfrm>
              <a:off x="821703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42AB30D-64A2-4C2C-90D2-D82EF4F24E94}"/>
                </a:ext>
              </a:extLst>
            </p:cNvPr>
            <p:cNvSpPr/>
            <p:nvPr/>
          </p:nvSpPr>
          <p:spPr>
            <a:xfrm>
              <a:off x="6520206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28BEF086-FAC2-46B5-BC77-6EBA3D29558E}"/>
                </a:ext>
              </a:extLst>
            </p:cNvPr>
            <p:cNvSpPr/>
            <p:nvPr/>
          </p:nvSpPr>
          <p:spPr>
            <a:xfrm>
              <a:off x="736862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622C0919-E9AB-4AD1-8003-E9F2FC3D7A4B}"/>
                </a:ext>
              </a:extLst>
            </p:cNvPr>
            <p:cNvSpPr/>
            <p:nvPr/>
          </p:nvSpPr>
          <p:spPr>
            <a:xfrm>
              <a:off x="6520206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73C724F3-1171-417B-A4DE-82CCFCB2C934}"/>
                </a:ext>
              </a:extLst>
            </p:cNvPr>
            <p:cNvSpPr/>
            <p:nvPr/>
          </p:nvSpPr>
          <p:spPr>
            <a:xfrm>
              <a:off x="736862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3FD86805-D266-4391-9057-5D20230E0757}"/>
                </a:ext>
              </a:extLst>
            </p:cNvPr>
            <p:cNvSpPr/>
            <p:nvPr/>
          </p:nvSpPr>
          <p:spPr>
            <a:xfrm>
              <a:off x="821703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3F3D989C-1B4A-4CF1-B464-3B46B9D1DE16}"/>
                </a:ext>
              </a:extLst>
            </p:cNvPr>
            <p:cNvSpPr/>
            <p:nvPr/>
          </p:nvSpPr>
          <p:spPr>
            <a:xfrm>
              <a:off x="821703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4B3A1229-77BD-459A-BD74-DF28AF2863F8}"/>
                </a:ext>
              </a:extLst>
            </p:cNvPr>
            <p:cNvSpPr/>
            <p:nvPr/>
          </p:nvSpPr>
          <p:spPr>
            <a:xfrm>
              <a:off x="312655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0E993D33-F111-45EC-A53F-10A328D8D9F1}"/>
                </a:ext>
              </a:extLst>
            </p:cNvPr>
            <p:cNvSpPr/>
            <p:nvPr/>
          </p:nvSpPr>
          <p:spPr>
            <a:xfrm>
              <a:off x="397496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61F8F6DE-47FA-4B16-8777-CBB02B804133}"/>
                </a:ext>
              </a:extLst>
            </p:cNvPr>
            <p:cNvSpPr/>
            <p:nvPr/>
          </p:nvSpPr>
          <p:spPr>
            <a:xfrm>
              <a:off x="312655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9F874A51-BF60-4686-8ACB-232353150540}"/>
                </a:ext>
              </a:extLst>
            </p:cNvPr>
            <p:cNvSpPr/>
            <p:nvPr/>
          </p:nvSpPr>
          <p:spPr>
            <a:xfrm>
              <a:off x="397496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07F1ECFF-C193-4C88-974E-4CF238AA53C5}"/>
                </a:ext>
              </a:extLst>
            </p:cNvPr>
            <p:cNvSpPr/>
            <p:nvPr/>
          </p:nvSpPr>
          <p:spPr>
            <a:xfrm>
              <a:off x="4823378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637AE80D-F4E1-4C0C-A1CF-FF869C947BE6}"/>
                </a:ext>
              </a:extLst>
            </p:cNvPr>
            <p:cNvSpPr/>
            <p:nvPr/>
          </p:nvSpPr>
          <p:spPr>
            <a:xfrm>
              <a:off x="5671792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C8E4A666-397C-44EB-9996-13645F7719A8}"/>
                </a:ext>
              </a:extLst>
            </p:cNvPr>
            <p:cNvSpPr/>
            <p:nvPr/>
          </p:nvSpPr>
          <p:spPr>
            <a:xfrm>
              <a:off x="4823378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A3F30337-7CDC-4D0F-9B44-CDC76CD3E643}"/>
                </a:ext>
              </a:extLst>
            </p:cNvPr>
            <p:cNvSpPr/>
            <p:nvPr/>
          </p:nvSpPr>
          <p:spPr>
            <a:xfrm>
              <a:off x="5671792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91150E16-D44B-4414-9AF5-B83C9C5D6BB3}"/>
                </a:ext>
              </a:extLst>
            </p:cNvPr>
            <p:cNvSpPr/>
            <p:nvPr/>
          </p:nvSpPr>
          <p:spPr>
            <a:xfrm>
              <a:off x="312655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8E9EBB63-F2AE-480D-907B-7BDEFAF71265}"/>
                </a:ext>
              </a:extLst>
            </p:cNvPr>
            <p:cNvSpPr/>
            <p:nvPr/>
          </p:nvSpPr>
          <p:spPr>
            <a:xfrm>
              <a:off x="397496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AE0BD7AB-60EE-42D7-8739-F7A94034B8DC}"/>
                </a:ext>
              </a:extLst>
            </p:cNvPr>
            <p:cNvSpPr/>
            <p:nvPr/>
          </p:nvSpPr>
          <p:spPr>
            <a:xfrm>
              <a:off x="4823378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391625E2-135F-4F8B-98AE-8E647767D7B2}"/>
                </a:ext>
              </a:extLst>
            </p:cNvPr>
            <p:cNvSpPr/>
            <p:nvPr/>
          </p:nvSpPr>
          <p:spPr>
            <a:xfrm>
              <a:off x="5671792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B1D70680-6EAD-4264-BD29-FB555FD4004D}"/>
                </a:ext>
              </a:extLst>
            </p:cNvPr>
            <p:cNvSpPr/>
            <p:nvPr/>
          </p:nvSpPr>
          <p:spPr>
            <a:xfrm>
              <a:off x="6520206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551508E7-AB5B-4922-AB5F-420B5220EA30}"/>
                </a:ext>
              </a:extLst>
            </p:cNvPr>
            <p:cNvSpPr/>
            <p:nvPr/>
          </p:nvSpPr>
          <p:spPr>
            <a:xfrm>
              <a:off x="736862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A462D759-ECDD-42F3-B71A-86F784156056}"/>
                </a:ext>
              </a:extLst>
            </p:cNvPr>
            <p:cNvSpPr/>
            <p:nvPr/>
          </p:nvSpPr>
          <p:spPr>
            <a:xfrm>
              <a:off x="6520206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046826FC-DCEF-4A49-8F20-84CDB1FA1C2E}"/>
                </a:ext>
              </a:extLst>
            </p:cNvPr>
            <p:cNvSpPr/>
            <p:nvPr/>
          </p:nvSpPr>
          <p:spPr>
            <a:xfrm>
              <a:off x="736862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D10F9E09-4A1D-49FF-A5F1-133E7BB113BB}"/>
                </a:ext>
              </a:extLst>
            </p:cNvPr>
            <p:cNvSpPr/>
            <p:nvPr/>
          </p:nvSpPr>
          <p:spPr>
            <a:xfrm>
              <a:off x="821703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AF24A2A0-038C-4B00-A0FB-D9B25A53B579}"/>
                </a:ext>
              </a:extLst>
            </p:cNvPr>
            <p:cNvSpPr/>
            <p:nvPr/>
          </p:nvSpPr>
          <p:spPr>
            <a:xfrm>
              <a:off x="821703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AB69827-9A22-4D20-B77F-1990569E3BA6}"/>
                </a:ext>
              </a:extLst>
            </p:cNvPr>
            <p:cNvSpPr/>
            <p:nvPr/>
          </p:nvSpPr>
          <p:spPr>
            <a:xfrm>
              <a:off x="6520206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3311F4BA-A0E9-4AFA-928F-445CB0C9A551}"/>
                </a:ext>
              </a:extLst>
            </p:cNvPr>
            <p:cNvSpPr/>
            <p:nvPr/>
          </p:nvSpPr>
          <p:spPr>
            <a:xfrm>
              <a:off x="736862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DF269D36-D3CF-492A-A31D-9722C3FE83D8}"/>
                </a:ext>
              </a:extLst>
            </p:cNvPr>
            <p:cNvSpPr/>
            <p:nvPr/>
          </p:nvSpPr>
          <p:spPr>
            <a:xfrm>
              <a:off x="821703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#20 by Pedro PSI – 15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5D7283B-4320-4CDD-9F70-CCD83870715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E9357E8D-A014-4F6F-87B9-4F564E891A60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21BB12A9-B8D1-4AF2-A101-C1D420BAB9E2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4DCB4A94-3FDB-426E-BEC6-93E75627EC5C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4C0DC62D-7C25-48CD-9C3B-E587925D3425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4C980639-9DEE-4E51-A262-A4B70C7AD9D4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7BE13E01-6201-4614-A79D-1563836FE154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13" name="Subtitle 2">
              <a:extLst>
                <a:ext uri="{FF2B5EF4-FFF2-40B4-BE49-F238E27FC236}">
                  <a16:creationId xmlns:a16="http://schemas.microsoft.com/office/drawing/2014/main" id="{5A216C6A-9011-457F-9220-A61B9C13EFA3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15B4081F-2F26-436B-B924-895C1BB970B4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7BF667E9-B047-4B04-8712-1D2638AC6DBC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2A3B25E-F5EB-41C6-8B42-A81E4F621AFD}"/>
              </a:ext>
            </a:extLst>
          </p:cNvPr>
          <p:cNvGrpSpPr/>
          <p:nvPr/>
        </p:nvGrpSpPr>
        <p:grpSpPr>
          <a:xfrm>
            <a:off x="1944504" y="5834117"/>
            <a:ext cx="9762101" cy="9764198"/>
            <a:chOff x="1944504" y="5834117"/>
            <a:chExt cx="9762101" cy="9764198"/>
          </a:xfrm>
        </p:grpSpPr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7157214B-1574-4A27-8FD9-7B2AE022E12A}"/>
                </a:ext>
              </a:extLst>
            </p:cNvPr>
            <p:cNvSpPr/>
            <p:nvPr/>
          </p:nvSpPr>
          <p:spPr>
            <a:xfrm rot="2750059">
              <a:off x="4480079" y="7413275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084EE7A-B243-4B03-AA00-4E4E1309CE89}"/>
                </a:ext>
              </a:extLst>
            </p:cNvPr>
            <p:cNvSpPr/>
            <p:nvPr/>
          </p:nvSpPr>
          <p:spPr>
            <a:xfrm rot="2750059">
              <a:off x="9855912" y="10088424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BCC08457-6240-4433-B45E-9D092E0E2EBE}"/>
                </a:ext>
              </a:extLst>
            </p:cNvPr>
            <p:cNvSpPr/>
            <p:nvPr/>
          </p:nvSpPr>
          <p:spPr>
            <a:xfrm rot="2750059">
              <a:off x="7184999" y="14030906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D6219F3D-DE31-41C1-B1E7-B29CF81190F6}"/>
                </a:ext>
              </a:extLst>
            </p:cNvPr>
            <p:cNvSpPr/>
            <p:nvPr/>
          </p:nvSpPr>
          <p:spPr>
            <a:xfrm rot="2750059">
              <a:off x="3234832" y="12689689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1A890711-2ECE-4D16-89C7-FE628AD0B6B0}"/>
                </a:ext>
              </a:extLst>
            </p:cNvPr>
            <p:cNvSpPr/>
            <p:nvPr/>
          </p:nvSpPr>
          <p:spPr>
            <a:xfrm rot="7313666">
              <a:off x="4469678" y="13884397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8D29B58-C533-4FB3-8AED-FA20D8B60A4E}"/>
                </a:ext>
              </a:extLst>
            </p:cNvPr>
            <p:cNvSpPr/>
            <p:nvPr/>
          </p:nvSpPr>
          <p:spPr>
            <a:xfrm rot="7313666">
              <a:off x="4388735" y="8621082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A8CC036-5819-410E-90DD-1D506E8C6A01}"/>
                </a:ext>
              </a:extLst>
            </p:cNvPr>
            <p:cNvSpPr/>
            <p:nvPr/>
          </p:nvSpPr>
          <p:spPr>
            <a:xfrm rot="7313666">
              <a:off x="7037732" y="11127910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442A4808-0655-48E9-B4AB-C0F14D6B5541}"/>
                </a:ext>
              </a:extLst>
            </p:cNvPr>
            <p:cNvSpPr/>
            <p:nvPr/>
          </p:nvSpPr>
          <p:spPr>
            <a:xfrm rot="7313666">
              <a:off x="9620192" y="8512911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82083C2A-7E77-4445-939F-3571D26E3B29}"/>
                </a:ext>
              </a:extLst>
            </p:cNvPr>
            <p:cNvSpPr/>
            <p:nvPr/>
          </p:nvSpPr>
          <p:spPr>
            <a:xfrm rot="19185010">
              <a:off x="9799717" y="6150592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8DD3FD67-9AEE-4C2F-8AA2-C835F2EAC6A1}"/>
                </a:ext>
              </a:extLst>
            </p:cNvPr>
            <p:cNvSpPr/>
            <p:nvPr/>
          </p:nvSpPr>
          <p:spPr>
            <a:xfrm rot="19185010">
              <a:off x="5815731" y="11182628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8D9A7939-E2BA-4F49-9572-61E932296E07}"/>
                </a:ext>
              </a:extLst>
            </p:cNvPr>
            <p:cNvSpPr/>
            <p:nvPr/>
          </p:nvSpPr>
          <p:spPr>
            <a:xfrm rot="19185010">
              <a:off x="1944504" y="14979215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8E20B6A9-1E34-45DC-80AD-A481626B1BAF}"/>
                </a:ext>
              </a:extLst>
            </p:cNvPr>
            <p:cNvSpPr/>
            <p:nvPr/>
          </p:nvSpPr>
          <p:spPr>
            <a:xfrm rot="19185010">
              <a:off x="10787280" y="14979215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5126CB75-65BD-401E-BE94-12125E19675A}"/>
                </a:ext>
              </a:extLst>
            </p:cNvPr>
            <p:cNvSpPr/>
            <p:nvPr/>
          </p:nvSpPr>
          <p:spPr>
            <a:xfrm rot="8358001">
              <a:off x="8170524" y="5834117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5C326416-C267-4325-B928-F2201BE541BF}"/>
                </a:ext>
              </a:extLst>
            </p:cNvPr>
            <p:cNvSpPr/>
            <p:nvPr/>
          </p:nvSpPr>
          <p:spPr>
            <a:xfrm rot="8358001">
              <a:off x="6924653" y="9592796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46019928-6B50-4A43-A578-589FC88D42CF}"/>
                </a:ext>
              </a:extLst>
            </p:cNvPr>
            <p:cNvSpPr/>
            <p:nvPr/>
          </p:nvSpPr>
          <p:spPr>
            <a:xfrm rot="8358001">
              <a:off x="9531976" y="13335092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</p:spTree>
    <p:extLst>
      <p:ext uri="{BB962C8B-B14F-4D97-AF65-F5344CB8AC3E}">
        <p14:creationId xmlns:p14="http://schemas.microsoft.com/office/powerpoint/2010/main" val="31428343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E67EE4FD-CF87-46D9-93C3-6F01EFF98FAE}"/>
              </a:ext>
            </a:extLst>
          </p:cNvPr>
          <p:cNvGrpSpPr/>
          <p:nvPr/>
        </p:nvGrpSpPr>
        <p:grpSpPr>
          <a:xfrm>
            <a:off x="2284156" y="6460142"/>
            <a:ext cx="8974588" cy="8936408"/>
            <a:chOff x="3126550" y="3774507"/>
            <a:chExt cx="5938898" cy="5913633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881C168E-CE8B-4F79-B10F-9BBAD33B8A66}"/>
                </a:ext>
              </a:extLst>
            </p:cNvPr>
            <p:cNvSpPr/>
            <p:nvPr/>
          </p:nvSpPr>
          <p:spPr>
            <a:xfrm>
              <a:off x="312655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8" name="Rectangle 317">
              <a:extLst>
                <a:ext uri="{FF2B5EF4-FFF2-40B4-BE49-F238E27FC236}">
                  <a16:creationId xmlns:a16="http://schemas.microsoft.com/office/drawing/2014/main" id="{87B65E60-E328-464E-BCA3-2EECDC5F73A0}"/>
                </a:ext>
              </a:extLst>
            </p:cNvPr>
            <p:cNvSpPr/>
            <p:nvPr/>
          </p:nvSpPr>
          <p:spPr>
            <a:xfrm>
              <a:off x="397496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7711AE5F-188A-41E9-A8EC-866168BC86DF}"/>
                </a:ext>
              </a:extLst>
            </p:cNvPr>
            <p:cNvSpPr/>
            <p:nvPr/>
          </p:nvSpPr>
          <p:spPr>
            <a:xfrm>
              <a:off x="312655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0" name="Rectangle 319">
              <a:extLst>
                <a:ext uri="{FF2B5EF4-FFF2-40B4-BE49-F238E27FC236}">
                  <a16:creationId xmlns:a16="http://schemas.microsoft.com/office/drawing/2014/main" id="{66F9ED91-D862-47E1-9D93-C50A6AE0E5A4}"/>
                </a:ext>
              </a:extLst>
            </p:cNvPr>
            <p:cNvSpPr/>
            <p:nvPr/>
          </p:nvSpPr>
          <p:spPr>
            <a:xfrm>
              <a:off x="397496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1" name="Rectangle 320">
              <a:extLst>
                <a:ext uri="{FF2B5EF4-FFF2-40B4-BE49-F238E27FC236}">
                  <a16:creationId xmlns:a16="http://schemas.microsoft.com/office/drawing/2014/main" id="{C5504B86-76AF-4727-BC42-BC8F4B5334E2}"/>
                </a:ext>
              </a:extLst>
            </p:cNvPr>
            <p:cNvSpPr/>
            <p:nvPr/>
          </p:nvSpPr>
          <p:spPr>
            <a:xfrm>
              <a:off x="4823378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80D1565D-FA7D-4227-88AE-E1277F834322}"/>
                </a:ext>
              </a:extLst>
            </p:cNvPr>
            <p:cNvSpPr/>
            <p:nvPr/>
          </p:nvSpPr>
          <p:spPr>
            <a:xfrm>
              <a:off x="5671792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3" name="Rectangle 322">
              <a:extLst>
                <a:ext uri="{FF2B5EF4-FFF2-40B4-BE49-F238E27FC236}">
                  <a16:creationId xmlns:a16="http://schemas.microsoft.com/office/drawing/2014/main" id="{6092DC0F-5581-49B8-8661-31A73879A4B9}"/>
                </a:ext>
              </a:extLst>
            </p:cNvPr>
            <p:cNvSpPr/>
            <p:nvPr/>
          </p:nvSpPr>
          <p:spPr>
            <a:xfrm>
              <a:off x="4823378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2B2B1A5D-BE36-4DB3-BA46-D93541F350D4}"/>
                </a:ext>
              </a:extLst>
            </p:cNvPr>
            <p:cNvSpPr/>
            <p:nvPr/>
          </p:nvSpPr>
          <p:spPr>
            <a:xfrm>
              <a:off x="5671792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5B579FFB-2C0B-4334-9A37-C7DFF1BAE974}"/>
                </a:ext>
              </a:extLst>
            </p:cNvPr>
            <p:cNvSpPr/>
            <p:nvPr/>
          </p:nvSpPr>
          <p:spPr>
            <a:xfrm>
              <a:off x="312655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F99590D4-B683-4FB1-A47D-B447627760BA}"/>
                </a:ext>
              </a:extLst>
            </p:cNvPr>
            <p:cNvSpPr/>
            <p:nvPr/>
          </p:nvSpPr>
          <p:spPr>
            <a:xfrm>
              <a:off x="397496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E131764E-2EBE-46A5-98B5-D5B2E9464A67}"/>
                </a:ext>
              </a:extLst>
            </p:cNvPr>
            <p:cNvSpPr/>
            <p:nvPr/>
          </p:nvSpPr>
          <p:spPr>
            <a:xfrm>
              <a:off x="312655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1259CE41-D259-420E-93D1-B4C58EFC20B1}"/>
                </a:ext>
              </a:extLst>
            </p:cNvPr>
            <p:cNvSpPr/>
            <p:nvPr/>
          </p:nvSpPr>
          <p:spPr>
            <a:xfrm>
              <a:off x="397496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9" name="Rectangle 328">
              <a:extLst>
                <a:ext uri="{FF2B5EF4-FFF2-40B4-BE49-F238E27FC236}">
                  <a16:creationId xmlns:a16="http://schemas.microsoft.com/office/drawing/2014/main" id="{F553106D-A9ED-4EFC-AC78-C3F796CF48D5}"/>
                </a:ext>
              </a:extLst>
            </p:cNvPr>
            <p:cNvSpPr/>
            <p:nvPr/>
          </p:nvSpPr>
          <p:spPr>
            <a:xfrm>
              <a:off x="4823378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0" name="Rectangle 329">
              <a:extLst>
                <a:ext uri="{FF2B5EF4-FFF2-40B4-BE49-F238E27FC236}">
                  <a16:creationId xmlns:a16="http://schemas.microsoft.com/office/drawing/2014/main" id="{E7466C10-D9E9-4390-B66E-75D753B2D80B}"/>
                </a:ext>
              </a:extLst>
            </p:cNvPr>
            <p:cNvSpPr/>
            <p:nvPr/>
          </p:nvSpPr>
          <p:spPr>
            <a:xfrm>
              <a:off x="5671792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788A9437-FDB6-47E5-AA46-EC68672CC7CD}"/>
                </a:ext>
              </a:extLst>
            </p:cNvPr>
            <p:cNvSpPr/>
            <p:nvPr/>
          </p:nvSpPr>
          <p:spPr>
            <a:xfrm>
              <a:off x="4823378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2" name="Rectangle 331">
              <a:extLst>
                <a:ext uri="{FF2B5EF4-FFF2-40B4-BE49-F238E27FC236}">
                  <a16:creationId xmlns:a16="http://schemas.microsoft.com/office/drawing/2014/main" id="{272B030D-56F1-4EB4-8123-ADB9507D50B4}"/>
                </a:ext>
              </a:extLst>
            </p:cNvPr>
            <p:cNvSpPr/>
            <p:nvPr/>
          </p:nvSpPr>
          <p:spPr>
            <a:xfrm>
              <a:off x="5671792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3" name="Rectangle 332">
              <a:extLst>
                <a:ext uri="{FF2B5EF4-FFF2-40B4-BE49-F238E27FC236}">
                  <a16:creationId xmlns:a16="http://schemas.microsoft.com/office/drawing/2014/main" id="{A7C82D7B-BB05-4568-BEC4-F024C322497A}"/>
                </a:ext>
              </a:extLst>
            </p:cNvPr>
            <p:cNvSpPr/>
            <p:nvPr/>
          </p:nvSpPr>
          <p:spPr>
            <a:xfrm>
              <a:off x="6520206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79D6C397-F86D-4A17-BF4A-DCBD760FA4B4}"/>
                </a:ext>
              </a:extLst>
            </p:cNvPr>
            <p:cNvSpPr/>
            <p:nvPr/>
          </p:nvSpPr>
          <p:spPr>
            <a:xfrm>
              <a:off x="736862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5" name="Rectangle 334">
              <a:extLst>
                <a:ext uri="{FF2B5EF4-FFF2-40B4-BE49-F238E27FC236}">
                  <a16:creationId xmlns:a16="http://schemas.microsoft.com/office/drawing/2014/main" id="{3BDD022A-7FFF-4D8E-B084-5E24CC7E7B10}"/>
                </a:ext>
              </a:extLst>
            </p:cNvPr>
            <p:cNvSpPr/>
            <p:nvPr/>
          </p:nvSpPr>
          <p:spPr>
            <a:xfrm>
              <a:off x="6520206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6" name="Rectangle 335">
              <a:extLst>
                <a:ext uri="{FF2B5EF4-FFF2-40B4-BE49-F238E27FC236}">
                  <a16:creationId xmlns:a16="http://schemas.microsoft.com/office/drawing/2014/main" id="{77D37798-BD57-4A24-BAFE-28D8DBE2203B}"/>
                </a:ext>
              </a:extLst>
            </p:cNvPr>
            <p:cNvSpPr/>
            <p:nvPr/>
          </p:nvSpPr>
          <p:spPr>
            <a:xfrm>
              <a:off x="736862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A7F8C920-8A13-4A42-A5D2-5E23ACDABB5D}"/>
                </a:ext>
              </a:extLst>
            </p:cNvPr>
            <p:cNvSpPr/>
            <p:nvPr/>
          </p:nvSpPr>
          <p:spPr>
            <a:xfrm>
              <a:off x="821703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5CD3DE7C-AD9A-4797-A6F1-FCD5F95F6006}"/>
                </a:ext>
              </a:extLst>
            </p:cNvPr>
            <p:cNvSpPr/>
            <p:nvPr/>
          </p:nvSpPr>
          <p:spPr>
            <a:xfrm>
              <a:off x="821703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D6B36459-8E34-4D54-A9B7-B5E45972C770}"/>
                </a:ext>
              </a:extLst>
            </p:cNvPr>
            <p:cNvSpPr/>
            <p:nvPr/>
          </p:nvSpPr>
          <p:spPr>
            <a:xfrm>
              <a:off x="6520206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0" name="Rectangle 339">
              <a:extLst>
                <a:ext uri="{FF2B5EF4-FFF2-40B4-BE49-F238E27FC236}">
                  <a16:creationId xmlns:a16="http://schemas.microsoft.com/office/drawing/2014/main" id="{7EBAB8AB-111C-4F56-ADF5-775A33D56848}"/>
                </a:ext>
              </a:extLst>
            </p:cNvPr>
            <p:cNvSpPr/>
            <p:nvPr/>
          </p:nvSpPr>
          <p:spPr>
            <a:xfrm>
              <a:off x="736862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1" name="Rectangle 340">
              <a:extLst>
                <a:ext uri="{FF2B5EF4-FFF2-40B4-BE49-F238E27FC236}">
                  <a16:creationId xmlns:a16="http://schemas.microsoft.com/office/drawing/2014/main" id="{BBE8AD88-F702-48B7-B6B8-A6102AE6E9AA}"/>
                </a:ext>
              </a:extLst>
            </p:cNvPr>
            <p:cNvSpPr/>
            <p:nvPr/>
          </p:nvSpPr>
          <p:spPr>
            <a:xfrm>
              <a:off x="6520206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2" name="Rectangle 341">
              <a:extLst>
                <a:ext uri="{FF2B5EF4-FFF2-40B4-BE49-F238E27FC236}">
                  <a16:creationId xmlns:a16="http://schemas.microsoft.com/office/drawing/2014/main" id="{6D860E93-DC75-42E5-BE3E-2545C59E5B8A}"/>
                </a:ext>
              </a:extLst>
            </p:cNvPr>
            <p:cNvSpPr/>
            <p:nvPr/>
          </p:nvSpPr>
          <p:spPr>
            <a:xfrm>
              <a:off x="736862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3" name="Rectangle 342">
              <a:extLst>
                <a:ext uri="{FF2B5EF4-FFF2-40B4-BE49-F238E27FC236}">
                  <a16:creationId xmlns:a16="http://schemas.microsoft.com/office/drawing/2014/main" id="{AC02CD5D-57BD-4366-98C0-827B05A3C877}"/>
                </a:ext>
              </a:extLst>
            </p:cNvPr>
            <p:cNvSpPr/>
            <p:nvPr/>
          </p:nvSpPr>
          <p:spPr>
            <a:xfrm>
              <a:off x="821703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E8D2215D-9BEC-4387-AAF0-6147053B4FB7}"/>
                </a:ext>
              </a:extLst>
            </p:cNvPr>
            <p:cNvSpPr/>
            <p:nvPr/>
          </p:nvSpPr>
          <p:spPr>
            <a:xfrm>
              <a:off x="821703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5" name="Rectangle 344">
              <a:extLst>
                <a:ext uri="{FF2B5EF4-FFF2-40B4-BE49-F238E27FC236}">
                  <a16:creationId xmlns:a16="http://schemas.microsoft.com/office/drawing/2014/main" id="{6BD1CD7A-71CB-4449-BC03-0E88CDF95978}"/>
                </a:ext>
              </a:extLst>
            </p:cNvPr>
            <p:cNvSpPr/>
            <p:nvPr/>
          </p:nvSpPr>
          <p:spPr>
            <a:xfrm>
              <a:off x="312655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6" name="Rectangle 345">
              <a:extLst>
                <a:ext uri="{FF2B5EF4-FFF2-40B4-BE49-F238E27FC236}">
                  <a16:creationId xmlns:a16="http://schemas.microsoft.com/office/drawing/2014/main" id="{CFDE3298-79A0-46A8-919E-DD527F813EF6}"/>
                </a:ext>
              </a:extLst>
            </p:cNvPr>
            <p:cNvSpPr/>
            <p:nvPr/>
          </p:nvSpPr>
          <p:spPr>
            <a:xfrm>
              <a:off x="397496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32926E9A-BFDE-4492-9063-883A798329E6}"/>
                </a:ext>
              </a:extLst>
            </p:cNvPr>
            <p:cNvSpPr/>
            <p:nvPr/>
          </p:nvSpPr>
          <p:spPr>
            <a:xfrm>
              <a:off x="312655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8" name="Rectangle 347">
              <a:extLst>
                <a:ext uri="{FF2B5EF4-FFF2-40B4-BE49-F238E27FC236}">
                  <a16:creationId xmlns:a16="http://schemas.microsoft.com/office/drawing/2014/main" id="{621D0419-9AC3-46DD-9A0E-04D834C09BEC}"/>
                </a:ext>
              </a:extLst>
            </p:cNvPr>
            <p:cNvSpPr/>
            <p:nvPr/>
          </p:nvSpPr>
          <p:spPr>
            <a:xfrm>
              <a:off x="397496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9" name="Rectangle 348">
              <a:extLst>
                <a:ext uri="{FF2B5EF4-FFF2-40B4-BE49-F238E27FC236}">
                  <a16:creationId xmlns:a16="http://schemas.microsoft.com/office/drawing/2014/main" id="{21E809A7-C1FF-4639-8CD7-A27CC6D31E6E}"/>
                </a:ext>
              </a:extLst>
            </p:cNvPr>
            <p:cNvSpPr/>
            <p:nvPr/>
          </p:nvSpPr>
          <p:spPr>
            <a:xfrm>
              <a:off x="4823378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F82288ED-E610-43AF-AA31-7C02AB8B8FD4}"/>
                </a:ext>
              </a:extLst>
            </p:cNvPr>
            <p:cNvSpPr/>
            <p:nvPr/>
          </p:nvSpPr>
          <p:spPr>
            <a:xfrm>
              <a:off x="5671792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EA8CA7C0-D0A6-4AE0-9AD8-B9B425173CC6}"/>
                </a:ext>
              </a:extLst>
            </p:cNvPr>
            <p:cNvSpPr/>
            <p:nvPr/>
          </p:nvSpPr>
          <p:spPr>
            <a:xfrm>
              <a:off x="4823378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2" name="Rectangle 351">
              <a:extLst>
                <a:ext uri="{FF2B5EF4-FFF2-40B4-BE49-F238E27FC236}">
                  <a16:creationId xmlns:a16="http://schemas.microsoft.com/office/drawing/2014/main" id="{14DA66F9-325A-41C1-B4DA-BA6299A6ED56}"/>
                </a:ext>
              </a:extLst>
            </p:cNvPr>
            <p:cNvSpPr/>
            <p:nvPr/>
          </p:nvSpPr>
          <p:spPr>
            <a:xfrm>
              <a:off x="5671792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5" name="Rectangle 544">
              <a:extLst>
                <a:ext uri="{FF2B5EF4-FFF2-40B4-BE49-F238E27FC236}">
                  <a16:creationId xmlns:a16="http://schemas.microsoft.com/office/drawing/2014/main" id="{9DC47982-389A-4654-BBD9-712D9F15AC59}"/>
                </a:ext>
              </a:extLst>
            </p:cNvPr>
            <p:cNvSpPr/>
            <p:nvPr/>
          </p:nvSpPr>
          <p:spPr>
            <a:xfrm>
              <a:off x="312655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6" name="Rectangle 545">
              <a:extLst>
                <a:ext uri="{FF2B5EF4-FFF2-40B4-BE49-F238E27FC236}">
                  <a16:creationId xmlns:a16="http://schemas.microsoft.com/office/drawing/2014/main" id="{5CE4B99C-4DB0-4358-9BB9-DA26CC20DB2A}"/>
                </a:ext>
              </a:extLst>
            </p:cNvPr>
            <p:cNvSpPr/>
            <p:nvPr/>
          </p:nvSpPr>
          <p:spPr>
            <a:xfrm>
              <a:off x="397496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81D3C279-2940-4EF3-AAB3-DB1F1BD42FDD}"/>
                </a:ext>
              </a:extLst>
            </p:cNvPr>
            <p:cNvSpPr/>
            <p:nvPr/>
          </p:nvSpPr>
          <p:spPr>
            <a:xfrm>
              <a:off x="4823378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8" name="Rectangle 547">
              <a:extLst>
                <a:ext uri="{FF2B5EF4-FFF2-40B4-BE49-F238E27FC236}">
                  <a16:creationId xmlns:a16="http://schemas.microsoft.com/office/drawing/2014/main" id="{4F8657A9-56B9-4C7F-A423-C8DDCB9B1959}"/>
                </a:ext>
              </a:extLst>
            </p:cNvPr>
            <p:cNvSpPr/>
            <p:nvPr/>
          </p:nvSpPr>
          <p:spPr>
            <a:xfrm>
              <a:off x="5671792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9" name="Rectangle 548">
              <a:extLst>
                <a:ext uri="{FF2B5EF4-FFF2-40B4-BE49-F238E27FC236}">
                  <a16:creationId xmlns:a16="http://schemas.microsoft.com/office/drawing/2014/main" id="{19F019A5-E9B1-4900-B309-44D2D6D68644}"/>
                </a:ext>
              </a:extLst>
            </p:cNvPr>
            <p:cNvSpPr/>
            <p:nvPr/>
          </p:nvSpPr>
          <p:spPr>
            <a:xfrm>
              <a:off x="6520206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0" name="Rectangle 549">
              <a:extLst>
                <a:ext uri="{FF2B5EF4-FFF2-40B4-BE49-F238E27FC236}">
                  <a16:creationId xmlns:a16="http://schemas.microsoft.com/office/drawing/2014/main" id="{43A32A7B-A2D3-4A47-B5A4-CE9064A5A8EC}"/>
                </a:ext>
              </a:extLst>
            </p:cNvPr>
            <p:cNvSpPr/>
            <p:nvPr/>
          </p:nvSpPr>
          <p:spPr>
            <a:xfrm>
              <a:off x="736862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1" name="Rectangle 550">
              <a:extLst>
                <a:ext uri="{FF2B5EF4-FFF2-40B4-BE49-F238E27FC236}">
                  <a16:creationId xmlns:a16="http://schemas.microsoft.com/office/drawing/2014/main" id="{E29ED2DD-7C4D-41F3-9D35-32D389641CCD}"/>
                </a:ext>
              </a:extLst>
            </p:cNvPr>
            <p:cNvSpPr/>
            <p:nvPr/>
          </p:nvSpPr>
          <p:spPr>
            <a:xfrm>
              <a:off x="6520206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2" name="Rectangle 551">
              <a:extLst>
                <a:ext uri="{FF2B5EF4-FFF2-40B4-BE49-F238E27FC236}">
                  <a16:creationId xmlns:a16="http://schemas.microsoft.com/office/drawing/2014/main" id="{DC7A776C-11A1-4147-AF8F-A1B2AD6376A6}"/>
                </a:ext>
              </a:extLst>
            </p:cNvPr>
            <p:cNvSpPr/>
            <p:nvPr/>
          </p:nvSpPr>
          <p:spPr>
            <a:xfrm>
              <a:off x="736862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3" name="Rectangle 552">
              <a:extLst>
                <a:ext uri="{FF2B5EF4-FFF2-40B4-BE49-F238E27FC236}">
                  <a16:creationId xmlns:a16="http://schemas.microsoft.com/office/drawing/2014/main" id="{B2C86D86-BC86-46CB-894F-4B12671C9548}"/>
                </a:ext>
              </a:extLst>
            </p:cNvPr>
            <p:cNvSpPr/>
            <p:nvPr/>
          </p:nvSpPr>
          <p:spPr>
            <a:xfrm>
              <a:off x="821703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4" name="Rectangle 553">
              <a:extLst>
                <a:ext uri="{FF2B5EF4-FFF2-40B4-BE49-F238E27FC236}">
                  <a16:creationId xmlns:a16="http://schemas.microsoft.com/office/drawing/2014/main" id="{14CEB460-67AD-4135-AA79-1F22B8FC21AB}"/>
                </a:ext>
              </a:extLst>
            </p:cNvPr>
            <p:cNvSpPr/>
            <p:nvPr/>
          </p:nvSpPr>
          <p:spPr>
            <a:xfrm>
              <a:off x="821703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5" name="Rectangle 554">
              <a:extLst>
                <a:ext uri="{FF2B5EF4-FFF2-40B4-BE49-F238E27FC236}">
                  <a16:creationId xmlns:a16="http://schemas.microsoft.com/office/drawing/2014/main" id="{1602A3E5-AB44-49BB-BA48-C03535110C23}"/>
                </a:ext>
              </a:extLst>
            </p:cNvPr>
            <p:cNvSpPr/>
            <p:nvPr/>
          </p:nvSpPr>
          <p:spPr>
            <a:xfrm>
              <a:off x="6520206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6" name="Rectangle 555">
              <a:extLst>
                <a:ext uri="{FF2B5EF4-FFF2-40B4-BE49-F238E27FC236}">
                  <a16:creationId xmlns:a16="http://schemas.microsoft.com/office/drawing/2014/main" id="{0CC9976D-6EAE-4716-8815-2C5E227BD052}"/>
                </a:ext>
              </a:extLst>
            </p:cNvPr>
            <p:cNvSpPr/>
            <p:nvPr/>
          </p:nvSpPr>
          <p:spPr>
            <a:xfrm>
              <a:off x="736862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7" name="Rectangle 556">
              <a:extLst>
                <a:ext uri="{FF2B5EF4-FFF2-40B4-BE49-F238E27FC236}">
                  <a16:creationId xmlns:a16="http://schemas.microsoft.com/office/drawing/2014/main" id="{D929EB49-2334-4CD4-9FD4-D55401761091}"/>
                </a:ext>
              </a:extLst>
            </p:cNvPr>
            <p:cNvSpPr/>
            <p:nvPr/>
          </p:nvSpPr>
          <p:spPr>
            <a:xfrm>
              <a:off x="821703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#21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DC79BF-B348-4468-AE5A-AE92110EC4BD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6787A842-9502-4669-B029-453E44E22B7F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EE449F6-7FBA-4610-B0EC-1957527472B0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03CCF57-58E3-4528-8E9A-801E4E0E5605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91941B53-66B6-4A65-8D88-5E73C8E9F0EE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60A95E85-9110-4415-B2E8-79DA3269A4D2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6FB99FCB-62AD-43F3-921F-5AB416CDABA1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98" name="Subtitle 2">
              <a:extLst>
                <a:ext uri="{FF2B5EF4-FFF2-40B4-BE49-F238E27FC236}">
                  <a16:creationId xmlns:a16="http://schemas.microsoft.com/office/drawing/2014/main" id="{3C0956F6-3A07-404C-BB15-3DBB02CFF954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29A1BF05-ED60-4D06-AFBB-5F26F4D50442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2B85443-D295-4D08-8858-7C9E15B17D23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A92D8DC-8E4C-4F97-82EA-B4F6EF9B82F1}"/>
              </a:ext>
            </a:extLst>
          </p:cNvPr>
          <p:cNvGrpSpPr/>
          <p:nvPr/>
        </p:nvGrpSpPr>
        <p:grpSpPr>
          <a:xfrm>
            <a:off x="1767921" y="5775916"/>
            <a:ext cx="9982005" cy="9878999"/>
            <a:chOff x="1767921" y="5775916"/>
            <a:chExt cx="9982005" cy="9878999"/>
          </a:xfrm>
        </p:grpSpPr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7D14469C-E991-4B4C-80BB-6DA5BFEC5266}"/>
                </a:ext>
              </a:extLst>
            </p:cNvPr>
            <p:cNvSpPr/>
            <p:nvPr/>
          </p:nvSpPr>
          <p:spPr>
            <a:xfrm rot="2750059">
              <a:off x="7030856" y="6162902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9E8DEB1-0A74-453F-B4B0-66A53A9A4BC1}"/>
                </a:ext>
              </a:extLst>
            </p:cNvPr>
            <p:cNvSpPr/>
            <p:nvPr/>
          </p:nvSpPr>
          <p:spPr>
            <a:xfrm rot="2750059">
              <a:off x="9649921" y="11214434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14B611E4-6D19-425F-81B1-5F8E822ED02C}"/>
                </a:ext>
              </a:extLst>
            </p:cNvPr>
            <p:cNvSpPr/>
            <p:nvPr/>
          </p:nvSpPr>
          <p:spPr>
            <a:xfrm rot="2750059">
              <a:off x="7073137" y="12493817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C1EA548D-E689-4CE4-8CD4-E8A5DB5087E9}"/>
                </a:ext>
              </a:extLst>
            </p:cNvPr>
            <p:cNvSpPr/>
            <p:nvPr/>
          </p:nvSpPr>
          <p:spPr>
            <a:xfrm rot="2750059">
              <a:off x="9682941" y="7361240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445004AA-1AB8-4F8D-BDD2-E07CBE3EF57C}"/>
                </a:ext>
              </a:extLst>
            </p:cNvPr>
            <p:cNvSpPr/>
            <p:nvPr/>
          </p:nvSpPr>
          <p:spPr>
            <a:xfrm rot="7313666">
              <a:off x="4362378" y="11156726"/>
              <a:ext cx="1042861" cy="74637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68DB6067-2FA0-45EE-AB9E-26BA8D92DDCC}"/>
                </a:ext>
              </a:extLst>
            </p:cNvPr>
            <p:cNvSpPr/>
            <p:nvPr/>
          </p:nvSpPr>
          <p:spPr>
            <a:xfrm rot="7313666">
              <a:off x="8219035" y="6121903"/>
              <a:ext cx="1042861" cy="74637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6689936C-A12A-4513-9D63-D6DDD12D3069}"/>
                </a:ext>
              </a:extLst>
            </p:cNvPr>
            <p:cNvSpPr/>
            <p:nvPr/>
          </p:nvSpPr>
          <p:spPr>
            <a:xfrm rot="2750059">
              <a:off x="3288195" y="13743118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EC514D82-CEC3-4AA6-9006-30CBD9E45431}"/>
                </a:ext>
              </a:extLst>
            </p:cNvPr>
            <p:cNvSpPr/>
            <p:nvPr/>
          </p:nvSpPr>
          <p:spPr>
            <a:xfrm rot="2750059">
              <a:off x="7118406" y="13737722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4431D53B-56BE-47B8-9E54-E9F07BF21073}"/>
                </a:ext>
              </a:extLst>
            </p:cNvPr>
            <p:cNvSpPr/>
            <p:nvPr/>
          </p:nvSpPr>
          <p:spPr>
            <a:xfrm rot="7313666">
              <a:off x="10779368" y="6140450"/>
              <a:ext cx="1042861" cy="74637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78BCAA2-1952-4636-9DAE-47911812AD3A}"/>
                </a:ext>
              </a:extLst>
            </p:cNvPr>
            <p:cNvSpPr/>
            <p:nvPr/>
          </p:nvSpPr>
          <p:spPr>
            <a:xfrm rot="19185010">
              <a:off x="5622480" y="8824094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9A45D4A5-8A48-4559-97F3-36E2D9C417A3}"/>
                </a:ext>
              </a:extLst>
            </p:cNvPr>
            <p:cNvSpPr/>
            <p:nvPr/>
          </p:nvSpPr>
          <p:spPr>
            <a:xfrm rot="19185010">
              <a:off x="3218859" y="7444540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02105389-23F4-4113-942A-FF825DAF9994}"/>
                </a:ext>
              </a:extLst>
            </p:cNvPr>
            <p:cNvSpPr/>
            <p:nvPr/>
          </p:nvSpPr>
          <p:spPr>
            <a:xfrm rot="19185010">
              <a:off x="3235515" y="11148785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CA9EEF2-B71B-47D7-9A94-2179D248DD6A}"/>
                </a:ext>
              </a:extLst>
            </p:cNvPr>
            <p:cNvSpPr/>
            <p:nvPr/>
          </p:nvSpPr>
          <p:spPr>
            <a:xfrm rot="19185010">
              <a:off x="10865838" y="15059545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9C57A0B-2CAC-4BF2-AFCE-EDE443E75E92}"/>
                </a:ext>
              </a:extLst>
            </p:cNvPr>
            <p:cNvSpPr/>
            <p:nvPr/>
          </p:nvSpPr>
          <p:spPr>
            <a:xfrm rot="8358001">
              <a:off x="10719659" y="13335092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80EA1FD-051D-43AB-826A-D2F146BC686D}"/>
                </a:ext>
              </a:extLst>
            </p:cNvPr>
            <p:cNvSpPr/>
            <p:nvPr/>
          </p:nvSpPr>
          <p:spPr>
            <a:xfrm rot="8358001">
              <a:off x="8207525" y="13335092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71EFC6E-B677-43D3-8A85-BFEAF9373183}"/>
                </a:ext>
              </a:extLst>
            </p:cNvPr>
            <p:cNvSpPr/>
            <p:nvPr/>
          </p:nvSpPr>
          <p:spPr>
            <a:xfrm rot="8358001">
              <a:off x="8207524" y="9618780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1270A58-3E8B-4082-A562-AAD0FC970429}"/>
                </a:ext>
              </a:extLst>
            </p:cNvPr>
            <p:cNvSpPr/>
            <p:nvPr/>
          </p:nvSpPr>
          <p:spPr>
            <a:xfrm rot="8358001">
              <a:off x="1767921" y="9618779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97B3A560-391D-4304-99CC-9A5850640C1F}"/>
                </a:ext>
              </a:extLst>
            </p:cNvPr>
            <p:cNvSpPr/>
            <p:nvPr/>
          </p:nvSpPr>
          <p:spPr>
            <a:xfrm rot="8358001">
              <a:off x="5601761" y="5775916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</p:spTree>
    <p:extLst>
      <p:ext uri="{BB962C8B-B14F-4D97-AF65-F5344CB8AC3E}">
        <p14:creationId xmlns:p14="http://schemas.microsoft.com/office/powerpoint/2010/main" val="29796209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#23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60" name="Group 559">
            <a:extLst>
              <a:ext uri="{FF2B5EF4-FFF2-40B4-BE49-F238E27FC236}">
                <a16:creationId xmlns:a16="http://schemas.microsoft.com/office/drawing/2014/main" id="{224EFCF3-023E-4B5A-BDEC-EB99D4F44FD6}"/>
              </a:ext>
            </a:extLst>
          </p:cNvPr>
          <p:cNvGrpSpPr/>
          <p:nvPr/>
        </p:nvGrpSpPr>
        <p:grpSpPr>
          <a:xfrm>
            <a:off x="2148062" y="5880094"/>
            <a:ext cx="8829002" cy="9752314"/>
            <a:chOff x="1521345" y="-800438"/>
            <a:chExt cx="7658022" cy="8458875"/>
          </a:xfrm>
        </p:grpSpPr>
        <p:sp>
          <p:nvSpPr>
            <p:cNvPr id="591" name="Rectangle 590">
              <a:extLst>
                <a:ext uri="{FF2B5EF4-FFF2-40B4-BE49-F238E27FC236}">
                  <a16:creationId xmlns:a16="http://schemas.microsoft.com/office/drawing/2014/main" id="{3BD8FAB1-0C88-45AD-8CAF-79DAB9A7E9AC}"/>
                </a:ext>
              </a:extLst>
            </p:cNvPr>
            <p:cNvSpPr/>
            <p:nvPr/>
          </p:nvSpPr>
          <p:spPr>
            <a:xfrm>
              <a:off x="152134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2" name="Rectangle 591">
              <a:extLst>
                <a:ext uri="{FF2B5EF4-FFF2-40B4-BE49-F238E27FC236}">
                  <a16:creationId xmlns:a16="http://schemas.microsoft.com/office/drawing/2014/main" id="{F03F2287-BB0B-4E9C-98FA-6E25C71DFAA1}"/>
                </a:ext>
              </a:extLst>
            </p:cNvPr>
            <p:cNvSpPr/>
            <p:nvPr/>
          </p:nvSpPr>
          <p:spPr>
            <a:xfrm>
              <a:off x="152134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3" name="Rectangle 592">
              <a:extLst>
                <a:ext uri="{FF2B5EF4-FFF2-40B4-BE49-F238E27FC236}">
                  <a16:creationId xmlns:a16="http://schemas.microsoft.com/office/drawing/2014/main" id="{333B2162-9F45-4DC5-9298-7D4A63DBDF7E}"/>
                </a:ext>
              </a:extLst>
            </p:cNvPr>
            <p:cNvSpPr/>
            <p:nvPr/>
          </p:nvSpPr>
          <p:spPr>
            <a:xfrm>
              <a:off x="2369759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4" name="Rectangle 593">
              <a:extLst>
                <a:ext uri="{FF2B5EF4-FFF2-40B4-BE49-F238E27FC236}">
                  <a16:creationId xmlns:a16="http://schemas.microsoft.com/office/drawing/2014/main" id="{C1E8D84E-4E1B-4B4C-A1B1-31BE4247D975}"/>
                </a:ext>
              </a:extLst>
            </p:cNvPr>
            <p:cNvSpPr/>
            <p:nvPr/>
          </p:nvSpPr>
          <p:spPr>
            <a:xfrm>
              <a:off x="321817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5" name="Rectangle 594">
              <a:extLst>
                <a:ext uri="{FF2B5EF4-FFF2-40B4-BE49-F238E27FC236}">
                  <a16:creationId xmlns:a16="http://schemas.microsoft.com/office/drawing/2014/main" id="{204CCF48-1351-47F5-B80C-0D126F21EF7E}"/>
                </a:ext>
              </a:extLst>
            </p:cNvPr>
            <p:cNvSpPr/>
            <p:nvPr/>
          </p:nvSpPr>
          <p:spPr>
            <a:xfrm>
              <a:off x="2369759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6" name="Rectangle 595">
              <a:extLst>
                <a:ext uri="{FF2B5EF4-FFF2-40B4-BE49-F238E27FC236}">
                  <a16:creationId xmlns:a16="http://schemas.microsoft.com/office/drawing/2014/main" id="{13EA468D-73DC-46E3-8269-A29BE61C6A96}"/>
                </a:ext>
              </a:extLst>
            </p:cNvPr>
            <p:cNvSpPr/>
            <p:nvPr/>
          </p:nvSpPr>
          <p:spPr>
            <a:xfrm>
              <a:off x="321817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09AC48C3-E75E-4A87-9A41-562B4721EA8B}"/>
                </a:ext>
              </a:extLst>
            </p:cNvPr>
            <p:cNvSpPr/>
            <p:nvPr/>
          </p:nvSpPr>
          <p:spPr>
            <a:xfrm>
              <a:off x="152134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8" name="Rectangle 597">
              <a:extLst>
                <a:ext uri="{FF2B5EF4-FFF2-40B4-BE49-F238E27FC236}">
                  <a16:creationId xmlns:a16="http://schemas.microsoft.com/office/drawing/2014/main" id="{E4A7E395-4AA0-4F55-B7F5-9D9294C47279}"/>
                </a:ext>
              </a:extLst>
            </p:cNvPr>
            <p:cNvSpPr/>
            <p:nvPr/>
          </p:nvSpPr>
          <p:spPr>
            <a:xfrm>
              <a:off x="152134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9" name="Rectangle 598">
              <a:extLst>
                <a:ext uri="{FF2B5EF4-FFF2-40B4-BE49-F238E27FC236}">
                  <a16:creationId xmlns:a16="http://schemas.microsoft.com/office/drawing/2014/main" id="{9D8BE673-F93C-4BC1-B064-249127A15DDF}"/>
                </a:ext>
              </a:extLst>
            </p:cNvPr>
            <p:cNvSpPr/>
            <p:nvPr/>
          </p:nvSpPr>
          <p:spPr>
            <a:xfrm>
              <a:off x="2369759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0" name="Rectangle 599">
              <a:extLst>
                <a:ext uri="{FF2B5EF4-FFF2-40B4-BE49-F238E27FC236}">
                  <a16:creationId xmlns:a16="http://schemas.microsoft.com/office/drawing/2014/main" id="{31600C60-E485-4E39-94FA-0FADF9C4F106}"/>
                </a:ext>
              </a:extLst>
            </p:cNvPr>
            <p:cNvSpPr/>
            <p:nvPr/>
          </p:nvSpPr>
          <p:spPr>
            <a:xfrm>
              <a:off x="321817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1" name="Rectangle 600">
              <a:extLst>
                <a:ext uri="{FF2B5EF4-FFF2-40B4-BE49-F238E27FC236}">
                  <a16:creationId xmlns:a16="http://schemas.microsoft.com/office/drawing/2014/main" id="{48CE8ED5-42B9-432E-9A3D-43B4B4F4E3ED}"/>
                </a:ext>
              </a:extLst>
            </p:cNvPr>
            <p:cNvSpPr/>
            <p:nvPr/>
          </p:nvSpPr>
          <p:spPr>
            <a:xfrm>
              <a:off x="2369759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2" name="Rectangle 601">
              <a:extLst>
                <a:ext uri="{FF2B5EF4-FFF2-40B4-BE49-F238E27FC236}">
                  <a16:creationId xmlns:a16="http://schemas.microsoft.com/office/drawing/2014/main" id="{18205FB7-EDE5-4F44-86B0-E9AB3DF2CAAE}"/>
                </a:ext>
              </a:extLst>
            </p:cNvPr>
            <p:cNvSpPr/>
            <p:nvPr/>
          </p:nvSpPr>
          <p:spPr>
            <a:xfrm>
              <a:off x="321817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3" name="Rectangle 602">
              <a:extLst>
                <a:ext uri="{FF2B5EF4-FFF2-40B4-BE49-F238E27FC236}">
                  <a16:creationId xmlns:a16="http://schemas.microsoft.com/office/drawing/2014/main" id="{35C3CD73-18A4-4430-AF7E-647DD33802F7}"/>
                </a:ext>
              </a:extLst>
            </p:cNvPr>
            <p:cNvSpPr/>
            <p:nvPr/>
          </p:nvSpPr>
          <p:spPr>
            <a:xfrm>
              <a:off x="4066587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4" name="Rectangle 603">
              <a:extLst>
                <a:ext uri="{FF2B5EF4-FFF2-40B4-BE49-F238E27FC236}">
                  <a16:creationId xmlns:a16="http://schemas.microsoft.com/office/drawing/2014/main" id="{D5EDE415-D2C7-471A-AE1B-CFE3DED6CB33}"/>
                </a:ext>
              </a:extLst>
            </p:cNvPr>
            <p:cNvSpPr/>
            <p:nvPr/>
          </p:nvSpPr>
          <p:spPr>
            <a:xfrm>
              <a:off x="4915001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5" name="Rectangle 604">
              <a:extLst>
                <a:ext uri="{FF2B5EF4-FFF2-40B4-BE49-F238E27FC236}">
                  <a16:creationId xmlns:a16="http://schemas.microsoft.com/office/drawing/2014/main" id="{66A7B1B8-3D68-4146-A150-D0919F40C4C7}"/>
                </a:ext>
              </a:extLst>
            </p:cNvPr>
            <p:cNvSpPr/>
            <p:nvPr/>
          </p:nvSpPr>
          <p:spPr>
            <a:xfrm>
              <a:off x="4066587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6" name="Rectangle 605">
              <a:extLst>
                <a:ext uri="{FF2B5EF4-FFF2-40B4-BE49-F238E27FC236}">
                  <a16:creationId xmlns:a16="http://schemas.microsoft.com/office/drawing/2014/main" id="{CF897D3D-76FD-4B10-BE07-A24E946F30BE}"/>
                </a:ext>
              </a:extLst>
            </p:cNvPr>
            <p:cNvSpPr/>
            <p:nvPr/>
          </p:nvSpPr>
          <p:spPr>
            <a:xfrm>
              <a:off x="4915001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7" name="Rectangle 606">
              <a:extLst>
                <a:ext uri="{FF2B5EF4-FFF2-40B4-BE49-F238E27FC236}">
                  <a16:creationId xmlns:a16="http://schemas.microsoft.com/office/drawing/2014/main" id="{C921E1A2-1B5C-4337-AAD8-8D17C37EA9FA}"/>
                </a:ext>
              </a:extLst>
            </p:cNvPr>
            <p:cNvSpPr/>
            <p:nvPr/>
          </p:nvSpPr>
          <p:spPr>
            <a:xfrm>
              <a:off x="576341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8" name="Rectangle 607">
              <a:extLst>
                <a:ext uri="{FF2B5EF4-FFF2-40B4-BE49-F238E27FC236}">
                  <a16:creationId xmlns:a16="http://schemas.microsoft.com/office/drawing/2014/main" id="{2986927E-7584-4A76-9209-391969E10FF4}"/>
                </a:ext>
              </a:extLst>
            </p:cNvPr>
            <p:cNvSpPr/>
            <p:nvPr/>
          </p:nvSpPr>
          <p:spPr>
            <a:xfrm>
              <a:off x="576341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9" name="Rectangle 608">
              <a:extLst>
                <a:ext uri="{FF2B5EF4-FFF2-40B4-BE49-F238E27FC236}">
                  <a16:creationId xmlns:a16="http://schemas.microsoft.com/office/drawing/2014/main" id="{4B5431FB-7488-47E1-A8D3-0754B06AFF0E}"/>
                </a:ext>
              </a:extLst>
            </p:cNvPr>
            <p:cNvSpPr/>
            <p:nvPr/>
          </p:nvSpPr>
          <p:spPr>
            <a:xfrm>
              <a:off x="4066587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0" name="Rectangle 609">
              <a:extLst>
                <a:ext uri="{FF2B5EF4-FFF2-40B4-BE49-F238E27FC236}">
                  <a16:creationId xmlns:a16="http://schemas.microsoft.com/office/drawing/2014/main" id="{FC14CE1B-E190-4D91-B078-F177F95AD950}"/>
                </a:ext>
              </a:extLst>
            </p:cNvPr>
            <p:cNvSpPr/>
            <p:nvPr/>
          </p:nvSpPr>
          <p:spPr>
            <a:xfrm>
              <a:off x="4915001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1" name="Rectangle 610">
              <a:extLst>
                <a:ext uri="{FF2B5EF4-FFF2-40B4-BE49-F238E27FC236}">
                  <a16:creationId xmlns:a16="http://schemas.microsoft.com/office/drawing/2014/main" id="{AE10F128-D400-43AE-82A5-277FA6F1BF98}"/>
                </a:ext>
              </a:extLst>
            </p:cNvPr>
            <p:cNvSpPr/>
            <p:nvPr/>
          </p:nvSpPr>
          <p:spPr>
            <a:xfrm>
              <a:off x="4066587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2" name="Rectangle 611">
              <a:extLst>
                <a:ext uri="{FF2B5EF4-FFF2-40B4-BE49-F238E27FC236}">
                  <a16:creationId xmlns:a16="http://schemas.microsoft.com/office/drawing/2014/main" id="{89C1BFEF-8278-4074-98C7-2F6D4E627359}"/>
                </a:ext>
              </a:extLst>
            </p:cNvPr>
            <p:cNvSpPr/>
            <p:nvPr/>
          </p:nvSpPr>
          <p:spPr>
            <a:xfrm>
              <a:off x="4915001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3" name="Rectangle 612">
              <a:extLst>
                <a:ext uri="{FF2B5EF4-FFF2-40B4-BE49-F238E27FC236}">
                  <a16:creationId xmlns:a16="http://schemas.microsoft.com/office/drawing/2014/main" id="{CD0BF8BE-BCA7-448C-AAB5-BCF02521532C}"/>
                </a:ext>
              </a:extLst>
            </p:cNvPr>
            <p:cNvSpPr/>
            <p:nvPr/>
          </p:nvSpPr>
          <p:spPr>
            <a:xfrm>
              <a:off x="576341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4" name="Rectangle 613">
              <a:extLst>
                <a:ext uri="{FF2B5EF4-FFF2-40B4-BE49-F238E27FC236}">
                  <a16:creationId xmlns:a16="http://schemas.microsoft.com/office/drawing/2014/main" id="{FBE87A8B-BE72-4A18-B6E9-8683340F2C85}"/>
                </a:ext>
              </a:extLst>
            </p:cNvPr>
            <p:cNvSpPr/>
            <p:nvPr/>
          </p:nvSpPr>
          <p:spPr>
            <a:xfrm>
              <a:off x="576341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5" name="Rectangle 614">
              <a:extLst>
                <a:ext uri="{FF2B5EF4-FFF2-40B4-BE49-F238E27FC236}">
                  <a16:creationId xmlns:a16="http://schemas.microsoft.com/office/drawing/2014/main" id="{99635C86-8D8C-40C0-AEE5-AD4C02EE2F53}"/>
                </a:ext>
              </a:extLst>
            </p:cNvPr>
            <p:cNvSpPr/>
            <p:nvPr/>
          </p:nvSpPr>
          <p:spPr>
            <a:xfrm>
              <a:off x="152134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6" name="Rectangle 615">
              <a:extLst>
                <a:ext uri="{FF2B5EF4-FFF2-40B4-BE49-F238E27FC236}">
                  <a16:creationId xmlns:a16="http://schemas.microsoft.com/office/drawing/2014/main" id="{463A5E6E-D298-40D0-B6B4-F41ECBA29422}"/>
                </a:ext>
              </a:extLst>
            </p:cNvPr>
            <p:cNvSpPr/>
            <p:nvPr/>
          </p:nvSpPr>
          <p:spPr>
            <a:xfrm>
              <a:off x="152134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7" name="Rectangle 616">
              <a:extLst>
                <a:ext uri="{FF2B5EF4-FFF2-40B4-BE49-F238E27FC236}">
                  <a16:creationId xmlns:a16="http://schemas.microsoft.com/office/drawing/2014/main" id="{84EC4C67-AAF9-4500-B719-25127E63CE98}"/>
                </a:ext>
              </a:extLst>
            </p:cNvPr>
            <p:cNvSpPr/>
            <p:nvPr/>
          </p:nvSpPr>
          <p:spPr>
            <a:xfrm>
              <a:off x="2369759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8" name="Rectangle 617">
              <a:extLst>
                <a:ext uri="{FF2B5EF4-FFF2-40B4-BE49-F238E27FC236}">
                  <a16:creationId xmlns:a16="http://schemas.microsoft.com/office/drawing/2014/main" id="{CDCC918B-EB44-4128-A786-67356C5F582A}"/>
                </a:ext>
              </a:extLst>
            </p:cNvPr>
            <p:cNvSpPr/>
            <p:nvPr/>
          </p:nvSpPr>
          <p:spPr>
            <a:xfrm>
              <a:off x="321817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9" name="Rectangle 618">
              <a:extLst>
                <a:ext uri="{FF2B5EF4-FFF2-40B4-BE49-F238E27FC236}">
                  <a16:creationId xmlns:a16="http://schemas.microsoft.com/office/drawing/2014/main" id="{8BB7AD0B-7EE5-41D1-849E-6EE5B82DF05C}"/>
                </a:ext>
              </a:extLst>
            </p:cNvPr>
            <p:cNvSpPr/>
            <p:nvPr/>
          </p:nvSpPr>
          <p:spPr>
            <a:xfrm>
              <a:off x="2369759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0" name="Rectangle 619">
              <a:extLst>
                <a:ext uri="{FF2B5EF4-FFF2-40B4-BE49-F238E27FC236}">
                  <a16:creationId xmlns:a16="http://schemas.microsoft.com/office/drawing/2014/main" id="{66335F33-EA10-4D41-A033-EB4377D6CBA0}"/>
                </a:ext>
              </a:extLst>
            </p:cNvPr>
            <p:cNvSpPr/>
            <p:nvPr/>
          </p:nvSpPr>
          <p:spPr>
            <a:xfrm>
              <a:off x="321817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1" name="Rectangle 620">
              <a:extLst>
                <a:ext uri="{FF2B5EF4-FFF2-40B4-BE49-F238E27FC236}">
                  <a16:creationId xmlns:a16="http://schemas.microsoft.com/office/drawing/2014/main" id="{DCE25504-0361-4A0F-AA6E-DD7A4DB58C44}"/>
                </a:ext>
              </a:extLst>
            </p:cNvPr>
            <p:cNvSpPr/>
            <p:nvPr/>
          </p:nvSpPr>
          <p:spPr>
            <a:xfrm>
              <a:off x="152134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2" name="Rectangle 621">
              <a:extLst>
                <a:ext uri="{FF2B5EF4-FFF2-40B4-BE49-F238E27FC236}">
                  <a16:creationId xmlns:a16="http://schemas.microsoft.com/office/drawing/2014/main" id="{E08B51E6-5685-4D52-ACF8-03146D99B7D8}"/>
                </a:ext>
              </a:extLst>
            </p:cNvPr>
            <p:cNvSpPr/>
            <p:nvPr/>
          </p:nvSpPr>
          <p:spPr>
            <a:xfrm>
              <a:off x="2369759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3" name="Rectangle 622">
              <a:extLst>
                <a:ext uri="{FF2B5EF4-FFF2-40B4-BE49-F238E27FC236}">
                  <a16:creationId xmlns:a16="http://schemas.microsoft.com/office/drawing/2014/main" id="{F4FEDB7C-178E-4297-AD0D-BD7DD41E9DE4}"/>
                </a:ext>
              </a:extLst>
            </p:cNvPr>
            <p:cNvSpPr/>
            <p:nvPr/>
          </p:nvSpPr>
          <p:spPr>
            <a:xfrm>
              <a:off x="321817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4" name="Rectangle 623">
              <a:extLst>
                <a:ext uri="{FF2B5EF4-FFF2-40B4-BE49-F238E27FC236}">
                  <a16:creationId xmlns:a16="http://schemas.microsoft.com/office/drawing/2014/main" id="{BD22F76D-D594-4F3A-AA46-42C3821B50D7}"/>
                </a:ext>
              </a:extLst>
            </p:cNvPr>
            <p:cNvSpPr/>
            <p:nvPr/>
          </p:nvSpPr>
          <p:spPr>
            <a:xfrm>
              <a:off x="4066587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5" name="Rectangle 624">
              <a:extLst>
                <a:ext uri="{FF2B5EF4-FFF2-40B4-BE49-F238E27FC236}">
                  <a16:creationId xmlns:a16="http://schemas.microsoft.com/office/drawing/2014/main" id="{C4DDBB6F-26B0-40FC-A333-E0C498F623FB}"/>
                </a:ext>
              </a:extLst>
            </p:cNvPr>
            <p:cNvSpPr/>
            <p:nvPr/>
          </p:nvSpPr>
          <p:spPr>
            <a:xfrm>
              <a:off x="4915001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6" name="Rectangle 625">
              <a:extLst>
                <a:ext uri="{FF2B5EF4-FFF2-40B4-BE49-F238E27FC236}">
                  <a16:creationId xmlns:a16="http://schemas.microsoft.com/office/drawing/2014/main" id="{1927884E-0F3A-41B9-9B81-420999D14D1A}"/>
                </a:ext>
              </a:extLst>
            </p:cNvPr>
            <p:cNvSpPr/>
            <p:nvPr/>
          </p:nvSpPr>
          <p:spPr>
            <a:xfrm>
              <a:off x="4066587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7" name="Rectangle 626">
              <a:extLst>
                <a:ext uri="{FF2B5EF4-FFF2-40B4-BE49-F238E27FC236}">
                  <a16:creationId xmlns:a16="http://schemas.microsoft.com/office/drawing/2014/main" id="{0151697A-F3D7-402E-ACC9-44F80132629A}"/>
                </a:ext>
              </a:extLst>
            </p:cNvPr>
            <p:cNvSpPr/>
            <p:nvPr/>
          </p:nvSpPr>
          <p:spPr>
            <a:xfrm>
              <a:off x="4915001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8" name="Rectangle 627">
              <a:extLst>
                <a:ext uri="{FF2B5EF4-FFF2-40B4-BE49-F238E27FC236}">
                  <a16:creationId xmlns:a16="http://schemas.microsoft.com/office/drawing/2014/main" id="{72EC7F75-35D2-4AE7-A75E-2BBEF3620B2E}"/>
                </a:ext>
              </a:extLst>
            </p:cNvPr>
            <p:cNvSpPr/>
            <p:nvPr/>
          </p:nvSpPr>
          <p:spPr>
            <a:xfrm>
              <a:off x="576341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9" name="Rectangle 628">
              <a:extLst>
                <a:ext uri="{FF2B5EF4-FFF2-40B4-BE49-F238E27FC236}">
                  <a16:creationId xmlns:a16="http://schemas.microsoft.com/office/drawing/2014/main" id="{DB821B0A-5132-40EB-B87E-5C4B13004EEA}"/>
                </a:ext>
              </a:extLst>
            </p:cNvPr>
            <p:cNvSpPr/>
            <p:nvPr/>
          </p:nvSpPr>
          <p:spPr>
            <a:xfrm>
              <a:off x="576341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0" name="Rectangle 629">
              <a:extLst>
                <a:ext uri="{FF2B5EF4-FFF2-40B4-BE49-F238E27FC236}">
                  <a16:creationId xmlns:a16="http://schemas.microsoft.com/office/drawing/2014/main" id="{527E7192-D7A3-4871-B38D-60845D8DB0D6}"/>
                </a:ext>
              </a:extLst>
            </p:cNvPr>
            <p:cNvSpPr/>
            <p:nvPr/>
          </p:nvSpPr>
          <p:spPr>
            <a:xfrm>
              <a:off x="4066587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1" name="Rectangle 630">
              <a:extLst>
                <a:ext uri="{FF2B5EF4-FFF2-40B4-BE49-F238E27FC236}">
                  <a16:creationId xmlns:a16="http://schemas.microsoft.com/office/drawing/2014/main" id="{8DFDDAFB-E399-4DFB-B183-075ADF1B5B92}"/>
                </a:ext>
              </a:extLst>
            </p:cNvPr>
            <p:cNvSpPr/>
            <p:nvPr/>
          </p:nvSpPr>
          <p:spPr>
            <a:xfrm>
              <a:off x="4915001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2" name="Rectangle 631">
              <a:extLst>
                <a:ext uri="{FF2B5EF4-FFF2-40B4-BE49-F238E27FC236}">
                  <a16:creationId xmlns:a16="http://schemas.microsoft.com/office/drawing/2014/main" id="{DA689D45-DF25-4065-8446-24BFF3A24495}"/>
                </a:ext>
              </a:extLst>
            </p:cNvPr>
            <p:cNvSpPr/>
            <p:nvPr/>
          </p:nvSpPr>
          <p:spPr>
            <a:xfrm>
              <a:off x="576341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3" name="Rectangle 632">
              <a:extLst>
                <a:ext uri="{FF2B5EF4-FFF2-40B4-BE49-F238E27FC236}">
                  <a16:creationId xmlns:a16="http://schemas.microsoft.com/office/drawing/2014/main" id="{A8900AF3-94AF-4681-925B-2D3FBAF41B71}"/>
                </a:ext>
              </a:extLst>
            </p:cNvPr>
            <p:cNvSpPr/>
            <p:nvPr/>
          </p:nvSpPr>
          <p:spPr>
            <a:xfrm>
              <a:off x="152134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4" name="Rectangle 633">
              <a:extLst>
                <a:ext uri="{FF2B5EF4-FFF2-40B4-BE49-F238E27FC236}">
                  <a16:creationId xmlns:a16="http://schemas.microsoft.com/office/drawing/2014/main" id="{940AC959-336A-4C11-BD95-9AA355255B5C}"/>
                </a:ext>
              </a:extLst>
            </p:cNvPr>
            <p:cNvSpPr/>
            <p:nvPr/>
          </p:nvSpPr>
          <p:spPr>
            <a:xfrm>
              <a:off x="2369759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5" name="Rectangle 634">
              <a:extLst>
                <a:ext uri="{FF2B5EF4-FFF2-40B4-BE49-F238E27FC236}">
                  <a16:creationId xmlns:a16="http://schemas.microsoft.com/office/drawing/2014/main" id="{481047AD-9A81-43E9-8DC5-83506B7B467E}"/>
                </a:ext>
              </a:extLst>
            </p:cNvPr>
            <p:cNvSpPr/>
            <p:nvPr/>
          </p:nvSpPr>
          <p:spPr>
            <a:xfrm>
              <a:off x="321817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6" name="Rectangle 635">
              <a:extLst>
                <a:ext uri="{FF2B5EF4-FFF2-40B4-BE49-F238E27FC236}">
                  <a16:creationId xmlns:a16="http://schemas.microsoft.com/office/drawing/2014/main" id="{4AAAAD2B-C61C-496A-8AA0-89BDC79C8D88}"/>
                </a:ext>
              </a:extLst>
            </p:cNvPr>
            <p:cNvSpPr/>
            <p:nvPr/>
          </p:nvSpPr>
          <p:spPr>
            <a:xfrm>
              <a:off x="4066587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7" name="Rectangle 636">
              <a:extLst>
                <a:ext uri="{FF2B5EF4-FFF2-40B4-BE49-F238E27FC236}">
                  <a16:creationId xmlns:a16="http://schemas.microsoft.com/office/drawing/2014/main" id="{7F5E9A90-E101-4CBC-AF55-092E22EE323F}"/>
                </a:ext>
              </a:extLst>
            </p:cNvPr>
            <p:cNvSpPr/>
            <p:nvPr/>
          </p:nvSpPr>
          <p:spPr>
            <a:xfrm>
              <a:off x="4915001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8" name="Rectangle 637">
              <a:extLst>
                <a:ext uri="{FF2B5EF4-FFF2-40B4-BE49-F238E27FC236}">
                  <a16:creationId xmlns:a16="http://schemas.microsoft.com/office/drawing/2014/main" id="{47B8DF1F-F624-4969-9B2E-13CF5FBC7271}"/>
                </a:ext>
              </a:extLst>
            </p:cNvPr>
            <p:cNvSpPr/>
            <p:nvPr/>
          </p:nvSpPr>
          <p:spPr>
            <a:xfrm>
              <a:off x="576341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9" name="Rectangle 638">
              <a:extLst>
                <a:ext uri="{FF2B5EF4-FFF2-40B4-BE49-F238E27FC236}">
                  <a16:creationId xmlns:a16="http://schemas.microsoft.com/office/drawing/2014/main" id="{C534A6B3-AEA0-4F2B-9218-FD312FB37186}"/>
                </a:ext>
              </a:extLst>
            </p:cNvPr>
            <p:cNvSpPr/>
            <p:nvPr/>
          </p:nvSpPr>
          <p:spPr>
            <a:xfrm>
              <a:off x="661658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0" name="Rectangle 639">
              <a:extLst>
                <a:ext uri="{FF2B5EF4-FFF2-40B4-BE49-F238E27FC236}">
                  <a16:creationId xmlns:a16="http://schemas.microsoft.com/office/drawing/2014/main" id="{C4F6CF96-D7DE-4307-A7B9-42232A594ACE}"/>
                </a:ext>
              </a:extLst>
            </p:cNvPr>
            <p:cNvSpPr/>
            <p:nvPr/>
          </p:nvSpPr>
          <p:spPr>
            <a:xfrm>
              <a:off x="661658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1" name="Rectangle 640">
              <a:extLst>
                <a:ext uri="{FF2B5EF4-FFF2-40B4-BE49-F238E27FC236}">
                  <a16:creationId xmlns:a16="http://schemas.microsoft.com/office/drawing/2014/main" id="{6636C642-D5EB-42B2-A5C3-DA4A8480C222}"/>
                </a:ext>
              </a:extLst>
            </p:cNvPr>
            <p:cNvSpPr/>
            <p:nvPr/>
          </p:nvSpPr>
          <p:spPr>
            <a:xfrm>
              <a:off x="661658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2" name="Rectangle 641">
              <a:extLst>
                <a:ext uri="{FF2B5EF4-FFF2-40B4-BE49-F238E27FC236}">
                  <a16:creationId xmlns:a16="http://schemas.microsoft.com/office/drawing/2014/main" id="{B4043BEB-3B05-4224-B087-9E00CAD27AD0}"/>
                </a:ext>
              </a:extLst>
            </p:cNvPr>
            <p:cNvSpPr/>
            <p:nvPr/>
          </p:nvSpPr>
          <p:spPr>
            <a:xfrm>
              <a:off x="661658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3" name="Rectangle 642">
              <a:extLst>
                <a:ext uri="{FF2B5EF4-FFF2-40B4-BE49-F238E27FC236}">
                  <a16:creationId xmlns:a16="http://schemas.microsoft.com/office/drawing/2014/main" id="{7E30FE24-6B24-481A-86F8-BFF44846EBF5}"/>
                </a:ext>
              </a:extLst>
            </p:cNvPr>
            <p:cNvSpPr/>
            <p:nvPr/>
          </p:nvSpPr>
          <p:spPr>
            <a:xfrm>
              <a:off x="661658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4" name="Rectangle 643">
              <a:extLst>
                <a:ext uri="{FF2B5EF4-FFF2-40B4-BE49-F238E27FC236}">
                  <a16:creationId xmlns:a16="http://schemas.microsoft.com/office/drawing/2014/main" id="{3B99145D-FAFE-47D9-8BBD-4D26954AEB0D}"/>
                </a:ext>
              </a:extLst>
            </p:cNvPr>
            <p:cNvSpPr/>
            <p:nvPr/>
          </p:nvSpPr>
          <p:spPr>
            <a:xfrm>
              <a:off x="661658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5" name="Rectangle 644">
              <a:extLst>
                <a:ext uri="{FF2B5EF4-FFF2-40B4-BE49-F238E27FC236}">
                  <a16:creationId xmlns:a16="http://schemas.microsoft.com/office/drawing/2014/main" id="{EF0E6B45-EC5A-47A0-A4D0-7A286D4F68A8}"/>
                </a:ext>
              </a:extLst>
            </p:cNvPr>
            <p:cNvSpPr/>
            <p:nvPr/>
          </p:nvSpPr>
          <p:spPr>
            <a:xfrm>
              <a:off x="661658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6" name="Rectangle 645">
              <a:extLst>
                <a:ext uri="{FF2B5EF4-FFF2-40B4-BE49-F238E27FC236}">
                  <a16:creationId xmlns:a16="http://schemas.microsoft.com/office/drawing/2014/main" id="{D26978BB-2570-4AA2-8B6C-F5FFEA9E1692}"/>
                </a:ext>
              </a:extLst>
            </p:cNvPr>
            <p:cNvSpPr/>
            <p:nvPr/>
          </p:nvSpPr>
          <p:spPr>
            <a:xfrm>
              <a:off x="661658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7" name="Rectangle 646">
              <a:extLst>
                <a:ext uri="{FF2B5EF4-FFF2-40B4-BE49-F238E27FC236}">
                  <a16:creationId xmlns:a16="http://schemas.microsoft.com/office/drawing/2014/main" id="{052CFA9F-D320-45C5-B2E8-4AF1095DF5E7}"/>
                </a:ext>
              </a:extLst>
            </p:cNvPr>
            <p:cNvSpPr/>
            <p:nvPr/>
          </p:nvSpPr>
          <p:spPr>
            <a:xfrm>
              <a:off x="152134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8" name="Rectangle 647">
              <a:extLst>
                <a:ext uri="{FF2B5EF4-FFF2-40B4-BE49-F238E27FC236}">
                  <a16:creationId xmlns:a16="http://schemas.microsoft.com/office/drawing/2014/main" id="{0581BC3F-717B-4DF9-9F64-EC7C65430C97}"/>
                </a:ext>
              </a:extLst>
            </p:cNvPr>
            <p:cNvSpPr/>
            <p:nvPr/>
          </p:nvSpPr>
          <p:spPr>
            <a:xfrm>
              <a:off x="2369759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9" name="Rectangle 648">
              <a:extLst>
                <a:ext uri="{FF2B5EF4-FFF2-40B4-BE49-F238E27FC236}">
                  <a16:creationId xmlns:a16="http://schemas.microsoft.com/office/drawing/2014/main" id="{A2389CA2-F0AA-4F41-85FD-EB245CD6B6AD}"/>
                </a:ext>
              </a:extLst>
            </p:cNvPr>
            <p:cNvSpPr/>
            <p:nvPr/>
          </p:nvSpPr>
          <p:spPr>
            <a:xfrm>
              <a:off x="321817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0" name="Rectangle 649">
              <a:extLst>
                <a:ext uri="{FF2B5EF4-FFF2-40B4-BE49-F238E27FC236}">
                  <a16:creationId xmlns:a16="http://schemas.microsoft.com/office/drawing/2014/main" id="{12B82A0A-290D-40B4-A1A3-20CAE6624169}"/>
                </a:ext>
              </a:extLst>
            </p:cNvPr>
            <p:cNvSpPr/>
            <p:nvPr/>
          </p:nvSpPr>
          <p:spPr>
            <a:xfrm>
              <a:off x="4066587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1" name="Rectangle 650">
              <a:extLst>
                <a:ext uri="{FF2B5EF4-FFF2-40B4-BE49-F238E27FC236}">
                  <a16:creationId xmlns:a16="http://schemas.microsoft.com/office/drawing/2014/main" id="{42039BB5-AF52-482B-9E63-4ABF6F71C0B3}"/>
                </a:ext>
              </a:extLst>
            </p:cNvPr>
            <p:cNvSpPr/>
            <p:nvPr/>
          </p:nvSpPr>
          <p:spPr>
            <a:xfrm>
              <a:off x="4915001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2" name="Rectangle 651">
              <a:extLst>
                <a:ext uri="{FF2B5EF4-FFF2-40B4-BE49-F238E27FC236}">
                  <a16:creationId xmlns:a16="http://schemas.microsoft.com/office/drawing/2014/main" id="{D1926472-37AD-451A-AAEF-B894F7F17A76}"/>
                </a:ext>
              </a:extLst>
            </p:cNvPr>
            <p:cNvSpPr/>
            <p:nvPr/>
          </p:nvSpPr>
          <p:spPr>
            <a:xfrm>
              <a:off x="576341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3" name="Rectangle 652">
              <a:extLst>
                <a:ext uri="{FF2B5EF4-FFF2-40B4-BE49-F238E27FC236}">
                  <a16:creationId xmlns:a16="http://schemas.microsoft.com/office/drawing/2014/main" id="{4504299C-AA2F-4403-B793-5771DA5DB71A}"/>
                </a:ext>
              </a:extLst>
            </p:cNvPr>
            <p:cNvSpPr/>
            <p:nvPr/>
          </p:nvSpPr>
          <p:spPr>
            <a:xfrm>
              <a:off x="152134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4" name="Rectangle 653">
              <a:extLst>
                <a:ext uri="{FF2B5EF4-FFF2-40B4-BE49-F238E27FC236}">
                  <a16:creationId xmlns:a16="http://schemas.microsoft.com/office/drawing/2014/main" id="{387F9E4C-7E52-4BAA-AEAA-20802BE51B78}"/>
                </a:ext>
              </a:extLst>
            </p:cNvPr>
            <p:cNvSpPr/>
            <p:nvPr/>
          </p:nvSpPr>
          <p:spPr>
            <a:xfrm>
              <a:off x="2369759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231A4381-49F8-4F24-A116-00477D959463}"/>
                </a:ext>
              </a:extLst>
            </p:cNvPr>
            <p:cNvSpPr/>
            <p:nvPr/>
          </p:nvSpPr>
          <p:spPr>
            <a:xfrm>
              <a:off x="321817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6" name="Rectangle 655">
              <a:extLst>
                <a:ext uri="{FF2B5EF4-FFF2-40B4-BE49-F238E27FC236}">
                  <a16:creationId xmlns:a16="http://schemas.microsoft.com/office/drawing/2014/main" id="{9C34F887-181C-4643-8430-1428198DF24D}"/>
                </a:ext>
              </a:extLst>
            </p:cNvPr>
            <p:cNvSpPr/>
            <p:nvPr/>
          </p:nvSpPr>
          <p:spPr>
            <a:xfrm>
              <a:off x="4066587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7" name="Rectangle 656">
              <a:extLst>
                <a:ext uri="{FF2B5EF4-FFF2-40B4-BE49-F238E27FC236}">
                  <a16:creationId xmlns:a16="http://schemas.microsoft.com/office/drawing/2014/main" id="{776AEDC6-786A-4C34-B4A3-78137D4D008B}"/>
                </a:ext>
              </a:extLst>
            </p:cNvPr>
            <p:cNvSpPr/>
            <p:nvPr/>
          </p:nvSpPr>
          <p:spPr>
            <a:xfrm>
              <a:off x="4915001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8" name="Rectangle 657">
              <a:extLst>
                <a:ext uri="{FF2B5EF4-FFF2-40B4-BE49-F238E27FC236}">
                  <a16:creationId xmlns:a16="http://schemas.microsoft.com/office/drawing/2014/main" id="{626DB612-2FCA-4DD4-8616-F870811B6445}"/>
                </a:ext>
              </a:extLst>
            </p:cNvPr>
            <p:cNvSpPr/>
            <p:nvPr/>
          </p:nvSpPr>
          <p:spPr>
            <a:xfrm>
              <a:off x="576341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9" name="Rectangle 658">
              <a:extLst>
                <a:ext uri="{FF2B5EF4-FFF2-40B4-BE49-F238E27FC236}">
                  <a16:creationId xmlns:a16="http://schemas.microsoft.com/office/drawing/2014/main" id="{245A595C-E6AC-4292-BC3A-D9BFA2574080}"/>
                </a:ext>
              </a:extLst>
            </p:cNvPr>
            <p:cNvSpPr/>
            <p:nvPr/>
          </p:nvSpPr>
          <p:spPr>
            <a:xfrm>
              <a:off x="661658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0" name="Rectangle 659">
              <a:extLst>
                <a:ext uri="{FF2B5EF4-FFF2-40B4-BE49-F238E27FC236}">
                  <a16:creationId xmlns:a16="http://schemas.microsoft.com/office/drawing/2014/main" id="{313EAFB1-C8DB-4D45-94CB-3CF1AD906BBB}"/>
                </a:ext>
              </a:extLst>
            </p:cNvPr>
            <p:cNvSpPr/>
            <p:nvPr/>
          </p:nvSpPr>
          <p:spPr>
            <a:xfrm>
              <a:off x="661658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1" name="Rectangle 660">
              <a:extLst>
                <a:ext uri="{FF2B5EF4-FFF2-40B4-BE49-F238E27FC236}">
                  <a16:creationId xmlns:a16="http://schemas.microsoft.com/office/drawing/2014/main" id="{2809E40C-181C-4CAE-B7F6-884602545D87}"/>
                </a:ext>
              </a:extLst>
            </p:cNvPr>
            <p:cNvSpPr/>
            <p:nvPr/>
          </p:nvSpPr>
          <p:spPr>
            <a:xfrm>
              <a:off x="747778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2" name="Rectangle 661">
              <a:extLst>
                <a:ext uri="{FF2B5EF4-FFF2-40B4-BE49-F238E27FC236}">
                  <a16:creationId xmlns:a16="http://schemas.microsoft.com/office/drawing/2014/main" id="{76523B79-4FF7-43A1-B1A9-51A9A3E8AC86}"/>
                </a:ext>
              </a:extLst>
            </p:cNvPr>
            <p:cNvSpPr/>
            <p:nvPr/>
          </p:nvSpPr>
          <p:spPr>
            <a:xfrm>
              <a:off x="747778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AC42E892-BB51-4C4B-A385-C815D0F03F52}"/>
                </a:ext>
              </a:extLst>
            </p:cNvPr>
            <p:cNvSpPr/>
            <p:nvPr/>
          </p:nvSpPr>
          <p:spPr>
            <a:xfrm>
              <a:off x="747778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4" name="Rectangle 663">
              <a:extLst>
                <a:ext uri="{FF2B5EF4-FFF2-40B4-BE49-F238E27FC236}">
                  <a16:creationId xmlns:a16="http://schemas.microsoft.com/office/drawing/2014/main" id="{FD871335-95F5-4617-A274-FCF1D4206AD5}"/>
                </a:ext>
              </a:extLst>
            </p:cNvPr>
            <p:cNvSpPr/>
            <p:nvPr/>
          </p:nvSpPr>
          <p:spPr>
            <a:xfrm>
              <a:off x="747778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5" name="Rectangle 664">
              <a:extLst>
                <a:ext uri="{FF2B5EF4-FFF2-40B4-BE49-F238E27FC236}">
                  <a16:creationId xmlns:a16="http://schemas.microsoft.com/office/drawing/2014/main" id="{9B0AB767-A5D5-4718-B3D1-821D6ED688D0}"/>
                </a:ext>
              </a:extLst>
            </p:cNvPr>
            <p:cNvSpPr/>
            <p:nvPr/>
          </p:nvSpPr>
          <p:spPr>
            <a:xfrm>
              <a:off x="747778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22E3E712-F89F-4424-A64B-7BCF70BDEEF5}"/>
                </a:ext>
              </a:extLst>
            </p:cNvPr>
            <p:cNvSpPr/>
            <p:nvPr/>
          </p:nvSpPr>
          <p:spPr>
            <a:xfrm>
              <a:off x="747778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3E9A7394-16FA-4796-8025-AE66695DFDA0}"/>
                </a:ext>
              </a:extLst>
            </p:cNvPr>
            <p:cNvSpPr/>
            <p:nvPr/>
          </p:nvSpPr>
          <p:spPr>
            <a:xfrm>
              <a:off x="747778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8" name="Rectangle 667">
              <a:extLst>
                <a:ext uri="{FF2B5EF4-FFF2-40B4-BE49-F238E27FC236}">
                  <a16:creationId xmlns:a16="http://schemas.microsoft.com/office/drawing/2014/main" id="{F70170C7-1986-40C1-84C5-F3BFD307D66F}"/>
                </a:ext>
              </a:extLst>
            </p:cNvPr>
            <p:cNvSpPr/>
            <p:nvPr/>
          </p:nvSpPr>
          <p:spPr>
            <a:xfrm>
              <a:off x="747778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9" name="Rectangle 668">
              <a:extLst>
                <a:ext uri="{FF2B5EF4-FFF2-40B4-BE49-F238E27FC236}">
                  <a16:creationId xmlns:a16="http://schemas.microsoft.com/office/drawing/2014/main" id="{D4D0255D-12CC-4649-A7AE-6687E5BB9899}"/>
                </a:ext>
              </a:extLst>
            </p:cNvPr>
            <p:cNvSpPr/>
            <p:nvPr/>
          </p:nvSpPr>
          <p:spPr>
            <a:xfrm>
              <a:off x="833095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0" name="Rectangle 669">
              <a:extLst>
                <a:ext uri="{FF2B5EF4-FFF2-40B4-BE49-F238E27FC236}">
                  <a16:creationId xmlns:a16="http://schemas.microsoft.com/office/drawing/2014/main" id="{BF1C1B8A-CF1E-4B0A-AEAB-E032985697AF}"/>
                </a:ext>
              </a:extLst>
            </p:cNvPr>
            <p:cNvSpPr/>
            <p:nvPr/>
          </p:nvSpPr>
          <p:spPr>
            <a:xfrm>
              <a:off x="833095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1" name="Rectangle 670">
              <a:extLst>
                <a:ext uri="{FF2B5EF4-FFF2-40B4-BE49-F238E27FC236}">
                  <a16:creationId xmlns:a16="http://schemas.microsoft.com/office/drawing/2014/main" id="{9A8E3DF6-EB1A-4111-B9EE-6E4D24788027}"/>
                </a:ext>
              </a:extLst>
            </p:cNvPr>
            <p:cNvSpPr/>
            <p:nvPr/>
          </p:nvSpPr>
          <p:spPr>
            <a:xfrm>
              <a:off x="833095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2" name="Rectangle 671">
              <a:extLst>
                <a:ext uri="{FF2B5EF4-FFF2-40B4-BE49-F238E27FC236}">
                  <a16:creationId xmlns:a16="http://schemas.microsoft.com/office/drawing/2014/main" id="{9D1B4773-A3BA-4DBD-A736-FDCCAD877CA1}"/>
                </a:ext>
              </a:extLst>
            </p:cNvPr>
            <p:cNvSpPr/>
            <p:nvPr/>
          </p:nvSpPr>
          <p:spPr>
            <a:xfrm>
              <a:off x="833095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3" name="Rectangle 672">
              <a:extLst>
                <a:ext uri="{FF2B5EF4-FFF2-40B4-BE49-F238E27FC236}">
                  <a16:creationId xmlns:a16="http://schemas.microsoft.com/office/drawing/2014/main" id="{8FE050E5-5213-482C-AA27-F0C3CA254DE9}"/>
                </a:ext>
              </a:extLst>
            </p:cNvPr>
            <p:cNvSpPr/>
            <p:nvPr/>
          </p:nvSpPr>
          <p:spPr>
            <a:xfrm>
              <a:off x="833095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4" name="Rectangle 673">
              <a:extLst>
                <a:ext uri="{FF2B5EF4-FFF2-40B4-BE49-F238E27FC236}">
                  <a16:creationId xmlns:a16="http://schemas.microsoft.com/office/drawing/2014/main" id="{567828DF-6B2D-475C-AF01-AD6403C4ADE5}"/>
                </a:ext>
              </a:extLst>
            </p:cNvPr>
            <p:cNvSpPr/>
            <p:nvPr/>
          </p:nvSpPr>
          <p:spPr>
            <a:xfrm>
              <a:off x="833095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5" name="Rectangle 674">
              <a:extLst>
                <a:ext uri="{FF2B5EF4-FFF2-40B4-BE49-F238E27FC236}">
                  <a16:creationId xmlns:a16="http://schemas.microsoft.com/office/drawing/2014/main" id="{B387130A-2547-4F57-8013-4C2B63C26903}"/>
                </a:ext>
              </a:extLst>
            </p:cNvPr>
            <p:cNvSpPr/>
            <p:nvPr/>
          </p:nvSpPr>
          <p:spPr>
            <a:xfrm>
              <a:off x="833095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6" name="Rectangle 675">
              <a:extLst>
                <a:ext uri="{FF2B5EF4-FFF2-40B4-BE49-F238E27FC236}">
                  <a16:creationId xmlns:a16="http://schemas.microsoft.com/office/drawing/2014/main" id="{B3C24AFA-5837-47A9-9E8D-566AE4236060}"/>
                </a:ext>
              </a:extLst>
            </p:cNvPr>
            <p:cNvSpPr/>
            <p:nvPr/>
          </p:nvSpPr>
          <p:spPr>
            <a:xfrm>
              <a:off x="833095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7" name="Rectangle 676">
              <a:extLst>
                <a:ext uri="{FF2B5EF4-FFF2-40B4-BE49-F238E27FC236}">
                  <a16:creationId xmlns:a16="http://schemas.microsoft.com/office/drawing/2014/main" id="{695237B3-FCCF-4A24-84A1-B4D4F97048B0}"/>
                </a:ext>
              </a:extLst>
            </p:cNvPr>
            <p:cNvSpPr/>
            <p:nvPr/>
          </p:nvSpPr>
          <p:spPr>
            <a:xfrm>
              <a:off x="747778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8" name="Rectangle 677">
              <a:extLst>
                <a:ext uri="{FF2B5EF4-FFF2-40B4-BE49-F238E27FC236}">
                  <a16:creationId xmlns:a16="http://schemas.microsoft.com/office/drawing/2014/main" id="{193896BB-43D3-43D2-AFB0-9A775C47AE35}"/>
                </a:ext>
              </a:extLst>
            </p:cNvPr>
            <p:cNvSpPr/>
            <p:nvPr/>
          </p:nvSpPr>
          <p:spPr>
            <a:xfrm>
              <a:off x="747778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9" name="Rectangle 678">
              <a:extLst>
                <a:ext uri="{FF2B5EF4-FFF2-40B4-BE49-F238E27FC236}">
                  <a16:creationId xmlns:a16="http://schemas.microsoft.com/office/drawing/2014/main" id="{EE769C13-841D-468C-BBD9-2C02D4E33C87}"/>
                </a:ext>
              </a:extLst>
            </p:cNvPr>
            <p:cNvSpPr/>
            <p:nvPr/>
          </p:nvSpPr>
          <p:spPr>
            <a:xfrm>
              <a:off x="833095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80" name="Rectangle 679">
              <a:extLst>
                <a:ext uri="{FF2B5EF4-FFF2-40B4-BE49-F238E27FC236}">
                  <a16:creationId xmlns:a16="http://schemas.microsoft.com/office/drawing/2014/main" id="{A1DB434D-D952-4C42-AAE7-3E1B887C3DA9}"/>
                </a:ext>
              </a:extLst>
            </p:cNvPr>
            <p:cNvSpPr/>
            <p:nvPr/>
          </p:nvSpPr>
          <p:spPr>
            <a:xfrm>
              <a:off x="833095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681" name="Rectangle 680">
            <a:extLst>
              <a:ext uri="{FF2B5EF4-FFF2-40B4-BE49-F238E27FC236}">
                <a16:creationId xmlns:a16="http://schemas.microsoft.com/office/drawing/2014/main" id="{0B1401E9-4100-424B-8D9D-F99A8555B61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Portponky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9302407F-B032-47E0-B26C-B3B9F4542DC6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8B8C8401-1F51-464E-A8FB-D741850325F3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F65BC1E2-31B6-49F2-A12A-51631DA67338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34FDF8DC-5790-4696-B703-D27C50BF47D8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E183223E-2339-458A-9F69-BCF2D0558C18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66CE9C8B-23A9-4E68-953E-9AC34E67E712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60" name="Subtitle 2">
              <a:extLst>
                <a:ext uri="{FF2B5EF4-FFF2-40B4-BE49-F238E27FC236}">
                  <a16:creationId xmlns:a16="http://schemas.microsoft.com/office/drawing/2014/main" id="{E6F35D2C-ED07-4E02-A24A-5D58E6086D83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08F8B417-2224-401F-A762-179AFBAA149D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E0A12F00-A782-4C5A-B0AB-1B0C022934C8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5E58B70-4801-4AD8-86E6-B0912463C429}"/>
              </a:ext>
            </a:extLst>
          </p:cNvPr>
          <p:cNvGrpSpPr/>
          <p:nvPr/>
        </p:nvGrpSpPr>
        <p:grpSpPr>
          <a:xfrm>
            <a:off x="2763665" y="6489547"/>
            <a:ext cx="8562163" cy="8563418"/>
            <a:chOff x="2763665" y="6489547"/>
            <a:chExt cx="8562163" cy="8563418"/>
          </a:xfrm>
        </p:grpSpPr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17E294CA-E3C3-4A62-AD90-AFB038D4C13A}"/>
                </a:ext>
              </a:extLst>
            </p:cNvPr>
            <p:cNvSpPr/>
            <p:nvPr/>
          </p:nvSpPr>
          <p:spPr>
            <a:xfrm rot="7313666">
              <a:off x="2708424" y="6602650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F9C18448-3E99-4B02-A379-6E19F7E9BD46}"/>
                </a:ext>
              </a:extLst>
            </p:cNvPr>
            <p:cNvSpPr/>
            <p:nvPr/>
          </p:nvSpPr>
          <p:spPr>
            <a:xfrm rot="2750059">
              <a:off x="2853623" y="7573054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39FDA258-B5DE-4156-B558-C96146E56B8D}"/>
                </a:ext>
              </a:extLst>
            </p:cNvPr>
            <p:cNvSpPr/>
            <p:nvPr/>
          </p:nvSpPr>
          <p:spPr>
            <a:xfrm rot="7313666">
              <a:off x="2672057" y="8498913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5BC07E7A-DA60-4578-91D6-A4E77CEB53E6}"/>
                </a:ext>
              </a:extLst>
            </p:cNvPr>
            <p:cNvSpPr/>
            <p:nvPr/>
          </p:nvSpPr>
          <p:spPr>
            <a:xfrm rot="2750059">
              <a:off x="2796420" y="9505529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49BF278C-6C56-453D-9D1D-11AA223AE70B}"/>
                </a:ext>
              </a:extLst>
            </p:cNvPr>
            <p:cNvSpPr/>
            <p:nvPr/>
          </p:nvSpPr>
          <p:spPr>
            <a:xfrm rot="7313666">
              <a:off x="2651219" y="10457855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E965E668-3920-4A12-92D2-5078C9B562F6}"/>
                </a:ext>
              </a:extLst>
            </p:cNvPr>
            <p:cNvSpPr/>
            <p:nvPr/>
          </p:nvSpPr>
          <p:spPr>
            <a:xfrm rot="2750059">
              <a:off x="2805249" y="11470517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C8CFD409-8611-4023-A27A-C573729B767D}"/>
                </a:ext>
              </a:extLst>
            </p:cNvPr>
            <p:cNvSpPr/>
            <p:nvPr/>
          </p:nvSpPr>
          <p:spPr>
            <a:xfrm rot="7313666">
              <a:off x="2722425" y="12414145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EDB75DB2-47AB-4811-863E-DB528DBA97B0}"/>
                </a:ext>
              </a:extLst>
            </p:cNvPr>
            <p:cNvSpPr/>
            <p:nvPr/>
          </p:nvSpPr>
          <p:spPr>
            <a:xfrm rot="7313666">
              <a:off x="2722425" y="14370433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1AA3B007-B5BD-4659-B895-C48E4F8869CC}"/>
                </a:ext>
              </a:extLst>
            </p:cNvPr>
            <p:cNvSpPr/>
            <p:nvPr/>
          </p:nvSpPr>
          <p:spPr>
            <a:xfrm rot="2750059">
              <a:off x="2805249" y="13468827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BABF6B8F-6432-49F0-B5DB-A64D92535D46}"/>
                </a:ext>
              </a:extLst>
            </p:cNvPr>
            <p:cNvSpPr/>
            <p:nvPr/>
          </p:nvSpPr>
          <p:spPr>
            <a:xfrm rot="7313666">
              <a:off x="8610872" y="6602648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E074194A-AC8A-42FF-AC53-4E856DCE292E}"/>
                </a:ext>
              </a:extLst>
            </p:cNvPr>
            <p:cNvSpPr/>
            <p:nvPr/>
          </p:nvSpPr>
          <p:spPr>
            <a:xfrm rot="2750059">
              <a:off x="8756070" y="7573053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E7AC36E3-A9A4-482B-8A05-EA85C4CC260A}"/>
                </a:ext>
              </a:extLst>
            </p:cNvPr>
            <p:cNvSpPr/>
            <p:nvPr/>
          </p:nvSpPr>
          <p:spPr>
            <a:xfrm rot="7313666">
              <a:off x="8574504" y="8498912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0DC1101B-0CDB-4053-9735-955D3EAB0455}"/>
                </a:ext>
              </a:extLst>
            </p:cNvPr>
            <p:cNvSpPr/>
            <p:nvPr/>
          </p:nvSpPr>
          <p:spPr>
            <a:xfrm rot="2750059">
              <a:off x="8698867" y="9505528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360D5CE-67DC-4854-8E95-372A88D19D54}"/>
                </a:ext>
              </a:extLst>
            </p:cNvPr>
            <p:cNvSpPr/>
            <p:nvPr/>
          </p:nvSpPr>
          <p:spPr>
            <a:xfrm rot="7313666">
              <a:off x="8553667" y="10457854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5352AF59-F254-45E2-BE72-C68207810DCA}"/>
                </a:ext>
              </a:extLst>
            </p:cNvPr>
            <p:cNvSpPr/>
            <p:nvPr/>
          </p:nvSpPr>
          <p:spPr>
            <a:xfrm rot="2750059">
              <a:off x="8707696" y="11470515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70A76FBF-12B3-46CC-9419-D62FBCF508A1}"/>
                </a:ext>
              </a:extLst>
            </p:cNvPr>
            <p:cNvSpPr/>
            <p:nvPr/>
          </p:nvSpPr>
          <p:spPr>
            <a:xfrm rot="7313666">
              <a:off x="8624873" y="12414144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B5FAD991-A046-4EDF-A849-08969BBCAFB9}"/>
                </a:ext>
              </a:extLst>
            </p:cNvPr>
            <p:cNvSpPr/>
            <p:nvPr/>
          </p:nvSpPr>
          <p:spPr>
            <a:xfrm rot="7313666">
              <a:off x="8624873" y="14370432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EE3E61B8-7A54-4333-863B-94B7DD751DDC}"/>
                </a:ext>
              </a:extLst>
            </p:cNvPr>
            <p:cNvSpPr/>
            <p:nvPr/>
          </p:nvSpPr>
          <p:spPr>
            <a:xfrm rot="2750059">
              <a:off x="8707696" y="13468826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3B57E737-2859-46FF-B3DD-A5FA53A3AD19}"/>
                </a:ext>
              </a:extLst>
            </p:cNvPr>
            <p:cNvSpPr/>
            <p:nvPr/>
          </p:nvSpPr>
          <p:spPr>
            <a:xfrm rot="19185010">
              <a:off x="5783443" y="9558218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6ABC8579-681F-4B0B-83CC-F4A45381F2B6}"/>
                </a:ext>
              </a:extLst>
            </p:cNvPr>
            <p:cNvSpPr/>
            <p:nvPr/>
          </p:nvSpPr>
          <p:spPr>
            <a:xfrm rot="19185010">
              <a:off x="10651328" y="7665420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EEA3A307-F1C0-4E38-ADA3-ECE5A6FC98A6}"/>
                </a:ext>
              </a:extLst>
            </p:cNvPr>
            <p:cNvSpPr/>
            <p:nvPr/>
          </p:nvSpPr>
          <p:spPr>
            <a:xfrm rot="19185010">
              <a:off x="9734131" y="14427150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8FCE36AB-2BE2-41EF-93D8-2012C6F0C932}"/>
                </a:ext>
              </a:extLst>
            </p:cNvPr>
            <p:cNvSpPr/>
            <p:nvPr/>
          </p:nvSpPr>
          <p:spPr>
            <a:xfrm rot="19185010">
              <a:off x="3811653" y="14427150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33E549BD-9D95-46C1-AE6B-42F4756C0B44}"/>
                </a:ext>
              </a:extLst>
            </p:cNvPr>
            <p:cNvSpPr/>
            <p:nvPr/>
          </p:nvSpPr>
          <p:spPr>
            <a:xfrm rot="19185010">
              <a:off x="3811653" y="6644099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F64D1C2B-C4EA-47FF-98AE-657AD27FC823}"/>
                </a:ext>
              </a:extLst>
            </p:cNvPr>
            <p:cNvSpPr/>
            <p:nvPr/>
          </p:nvSpPr>
          <p:spPr>
            <a:xfrm rot="8358001">
              <a:off x="6697897" y="7283966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1E08A95C-2ECD-495F-8FE8-7B8A70C0B380}"/>
                </a:ext>
              </a:extLst>
            </p:cNvPr>
            <p:cNvSpPr/>
            <p:nvPr/>
          </p:nvSpPr>
          <p:spPr>
            <a:xfrm rot="8358001">
              <a:off x="4704629" y="8238605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18593418-23F7-409A-8294-DFD542753CD5}"/>
                </a:ext>
              </a:extLst>
            </p:cNvPr>
            <p:cNvSpPr/>
            <p:nvPr/>
          </p:nvSpPr>
          <p:spPr>
            <a:xfrm rot="8358001">
              <a:off x="5657738" y="10202604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E867EF46-5E62-4623-90DB-1EE58B82FF40}"/>
                </a:ext>
              </a:extLst>
            </p:cNvPr>
            <p:cNvSpPr/>
            <p:nvPr/>
          </p:nvSpPr>
          <p:spPr>
            <a:xfrm rot="8358001">
              <a:off x="5657738" y="11151620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0927D69-392B-4CDE-9C67-E3946B6D3BBA}"/>
                </a:ext>
              </a:extLst>
            </p:cNvPr>
            <p:cNvSpPr/>
            <p:nvPr/>
          </p:nvSpPr>
          <p:spPr>
            <a:xfrm rot="8358001">
              <a:off x="6650293" y="13136772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4215EA0-71AD-4C18-ABD0-F5769C64489E}"/>
                </a:ext>
              </a:extLst>
            </p:cNvPr>
            <p:cNvSpPr/>
            <p:nvPr/>
          </p:nvSpPr>
          <p:spPr>
            <a:xfrm rot="8358001">
              <a:off x="4684851" y="14073359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</p:spTree>
    <p:extLst>
      <p:ext uri="{BB962C8B-B14F-4D97-AF65-F5344CB8AC3E}">
        <p14:creationId xmlns:p14="http://schemas.microsoft.com/office/powerpoint/2010/main" val="10061785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#24 by Pedro PSI – 19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0D37F9AE-FF13-4220-9A7C-1D46B866E68C}"/>
              </a:ext>
            </a:extLst>
          </p:cNvPr>
          <p:cNvGrpSpPr/>
          <p:nvPr/>
        </p:nvGrpSpPr>
        <p:grpSpPr>
          <a:xfrm>
            <a:off x="1947306" y="6104547"/>
            <a:ext cx="9801243" cy="9723185"/>
            <a:chOff x="1335761" y="-1104906"/>
            <a:chExt cx="9801243" cy="9723185"/>
          </a:xfrm>
        </p:grpSpPr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579905A6-E912-41FC-9BBB-C32B9A406723}"/>
                </a:ext>
              </a:extLst>
            </p:cNvPr>
            <p:cNvSpPr/>
            <p:nvPr/>
          </p:nvSpPr>
          <p:spPr>
            <a:xfrm>
              <a:off x="133576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FF1367DC-9DA9-4FD5-A101-D66F15FB3F8A}"/>
                </a:ext>
              </a:extLst>
            </p:cNvPr>
            <p:cNvSpPr/>
            <p:nvPr/>
          </p:nvSpPr>
          <p:spPr>
            <a:xfrm>
              <a:off x="133576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5649EDF1-4E8F-4288-B4CB-283C9787DCA7}"/>
                </a:ext>
              </a:extLst>
            </p:cNvPr>
            <p:cNvSpPr/>
            <p:nvPr/>
          </p:nvSpPr>
          <p:spPr>
            <a:xfrm>
              <a:off x="2313905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06B3040E-4937-4C4E-B5C3-D74928087C28}"/>
                </a:ext>
              </a:extLst>
            </p:cNvPr>
            <p:cNvSpPr/>
            <p:nvPr/>
          </p:nvSpPr>
          <p:spPr>
            <a:xfrm>
              <a:off x="329204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2B465EEB-D0E8-471C-8838-856E3C1D2FB0}"/>
                </a:ext>
              </a:extLst>
            </p:cNvPr>
            <p:cNvSpPr/>
            <p:nvPr/>
          </p:nvSpPr>
          <p:spPr>
            <a:xfrm>
              <a:off x="2313905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00AAEB04-0EF6-4648-BEFD-BA9F2D6C85F7}"/>
                </a:ext>
              </a:extLst>
            </p:cNvPr>
            <p:cNvSpPr/>
            <p:nvPr/>
          </p:nvSpPr>
          <p:spPr>
            <a:xfrm>
              <a:off x="329204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BB5E3A14-7B1D-4D3E-AF05-081C7E1D08E7}"/>
                </a:ext>
              </a:extLst>
            </p:cNvPr>
            <p:cNvSpPr/>
            <p:nvPr/>
          </p:nvSpPr>
          <p:spPr>
            <a:xfrm>
              <a:off x="133576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7AC10AD0-B321-4848-8F6F-29722D254633}"/>
                </a:ext>
              </a:extLst>
            </p:cNvPr>
            <p:cNvSpPr/>
            <p:nvPr/>
          </p:nvSpPr>
          <p:spPr>
            <a:xfrm>
              <a:off x="133576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638E203A-56AD-483B-9911-D52A0664BA58}"/>
                </a:ext>
              </a:extLst>
            </p:cNvPr>
            <p:cNvSpPr/>
            <p:nvPr/>
          </p:nvSpPr>
          <p:spPr>
            <a:xfrm>
              <a:off x="2313905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2FBD32BB-BD85-48D8-9E96-46A9EF3D27FF}"/>
                </a:ext>
              </a:extLst>
            </p:cNvPr>
            <p:cNvSpPr/>
            <p:nvPr/>
          </p:nvSpPr>
          <p:spPr>
            <a:xfrm>
              <a:off x="329204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644D6E39-E8E0-4302-88AB-868B45405407}"/>
                </a:ext>
              </a:extLst>
            </p:cNvPr>
            <p:cNvSpPr/>
            <p:nvPr/>
          </p:nvSpPr>
          <p:spPr>
            <a:xfrm>
              <a:off x="2313905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7FDEC8B8-F5C5-43C7-93C3-B6836EA08379}"/>
                </a:ext>
              </a:extLst>
            </p:cNvPr>
            <p:cNvSpPr/>
            <p:nvPr/>
          </p:nvSpPr>
          <p:spPr>
            <a:xfrm>
              <a:off x="329204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032A3177-BBBD-4B25-A3EA-E170B6A84B21}"/>
                </a:ext>
              </a:extLst>
            </p:cNvPr>
            <p:cNvSpPr/>
            <p:nvPr/>
          </p:nvSpPr>
          <p:spPr>
            <a:xfrm>
              <a:off x="4270193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9EF93BBB-41E2-4D28-8B42-E5A77CD41954}"/>
                </a:ext>
              </a:extLst>
            </p:cNvPr>
            <p:cNvSpPr/>
            <p:nvPr/>
          </p:nvSpPr>
          <p:spPr>
            <a:xfrm>
              <a:off x="5248337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846234FB-29BA-4E53-AA9A-BDE63D10AB27}"/>
                </a:ext>
              </a:extLst>
            </p:cNvPr>
            <p:cNvSpPr/>
            <p:nvPr/>
          </p:nvSpPr>
          <p:spPr>
            <a:xfrm>
              <a:off x="4270193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82FF09A6-FA80-48A1-813C-278EBD226814}"/>
                </a:ext>
              </a:extLst>
            </p:cNvPr>
            <p:cNvSpPr/>
            <p:nvPr/>
          </p:nvSpPr>
          <p:spPr>
            <a:xfrm>
              <a:off x="5248337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F868D479-D5F0-41FB-B13F-C578B588762C}"/>
                </a:ext>
              </a:extLst>
            </p:cNvPr>
            <p:cNvSpPr/>
            <p:nvPr/>
          </p:nvSpPr>
          <p:spPr>
            <a:xfrm>
              <a:off x="622648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C7BAC372-5E7A-4C26-9F18-E00808C90171}"/>
                </a:ext>
              </a:extLst>
            </p:cNvPr>
            <p:cNvSpPr/>
            <p:nvPr/>
          </p:nvSpPr>
          <p:spPr>
            <a:xfrm>
              <a:off x="622648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E64EB1F1-4954-4C31-A8E4-A4F64FCB769C}"/>
                </a:ext>
              </a:extLst>
            </p:cNvPr>
            <p:cNvSpPr/>
            <p:nvPr/>
          </p:nvSpPr>
          <p:spPr>
            <a:xfrm>
              <a:off x="4270193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1447C074-181C-4183-A904-173D95900127}"/>
                </a:ext>
              </a:extLst>
            </p:cNvPr>
            <p:cNvSpPr/>
            <p:nvPr/>
          </p:nvSpPr>
          <p:spPr>
            <a:xfrm>
              <a:off x="5248337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8" name="Rectangle 177">
              <a:extLst>
                <a:ext uri="{FF2B5EF4-FFF2-40B4-BE49-F238E27FC236}">
                  <a16:creationId xmlns:a16="http://schemas.microsoft.com/office/drawing/2014/main" id="{527BFE96-DC71-41BA-A6F3-AE990BD94D7B}"/>
                </a:ext>
              </a:extLst>
            </p:cNvPr>
            <p:cNvSpPr/>
            <p:nvPr/>
          </p:nvSpPr>
          <p:spPr>
            <a:xfrm>
              <a:off x="4270193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022F1C65-DFF0-4C0E-B2DF-4F98D93D5455}"/>
                </a:ext>
              </a:extLst>
            </p:cNvPr>
            <p:cNvSpPr/>
            <p:nvPr/>
          </p:nvSpPr>
          <p:spPr>
            <a:xfrm>
              <a:off x="5248337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7482E8A9-A654-4FBB-A374-369C40A9ABD3}"/>
                </a:ext>
              </a:extLst>
            </p:cNvPr>
            <p:cNvSpPr/>
            <p:nvPr/>
          </p:nvSpPr>
          <p:spPr>
            <a:xfrm>
              <a:off x="622648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764D7CD0-A900-49B2-A656-9C954D4816AF}"/>
                </a:ext>
              </a:extLst>
            </p:cNvPr>
            <p:cNvSpPr/>
            <p:nvPr/>
          </p:nvSpPr>
          <p:spPr>
            <a:xfrm>
              <a:off x="622648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23A5C3D8-5D44-4095-B426-EA6E7B90B092}"/>
                </a:ext>
              </a:extLst>
            </p:cNvPr>
            <p:cNvSpPr/>
            <p:nvPr/>
          </p:nvSpPr>
          <p:spPr>
            <a:xfrm>
              <a:off x="133576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7201E59C-8F45-468E-91E8-48F649C783B6}"/>
                </a:ext>
              </a:extLst>
            </p:cNvPr>
            <p:cNvSpPr/>
            <p:nvPr/>
          </p:nvSpPr>
          <p:spPr>
            <a:xfrm>
              <a:off x="133576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FC816A0A-3ABE-446A-A51A-15694E713941}"/>
                </a:ext>
              </a:extLst>
            </p:cNvPr>
            <p:cNvSpPr/>
            <p:nvPr/>
          </p:nvSpPr>
          <p:spPr>
            <a:xfrm>
              <a:off x="2313905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4B2B6608-5B02-4D11-9CA3-DCF2817231C0}"/>
                </a:ext>
              </a:extLst>
            </p:cNvPr>
            <p:cNvSpPr/>
            <p:nvPr/>
          </p:nvSpPr>
          <p:spPr>
            <a:xfrm>
              <a:off x="329204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864BD627-48B4-456F-B21A-DE8E25B161DF}"/>
                </a:ext>
              </a:extLst>
            </p:cNvPr>
            <p:cNvSpPr/>
            <p:nvPr/>
          </p:nvSpPr>
          <p:spPr>
            <a:xfrm>
              <a:off x="2313905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AC966D38-D07C-4AB7-A089-12F7474865EB}"/>
                </a:ext>
              </a:extLst>
            </p:cNvPr>
            <p:cNvSpPr/>
            <p:nvPr/>
          </p:nvSpPr>
          <p:spPr>
            <a:xfrm>
              <a:off x="329204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CCDBD15C-570E-4F55-9979-F41E54A1337C}"/>
                </a:ext>
              </a:extLst>
            </p:cNvPr>
            <p:cNvSpPr/>
            <p:nvPr/>
          </p:nvSpPr>
          <p:spPr>
            <a:xfrm>
              <a:off x="133576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B2A433F7-0321-45BA-A711-4E2D9D18EB9B}"/>
                </a:ext>
              </a:extLst>
            </p:cNvPr>
            <p:cNvSpPr/>
            <p:nvPr/>
          </p:nvSpPr>
          <p:spPr>
            <a:xfrm>
              <a:off x="2313905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C6A1090A-C81A-42A9-B140-28AB6E981724}"/>
                </a:ext>
              </a:extLst>
            </p:cNvPr>
            <p:cNvSpPr/>
            <p:nvPr/>
          </p:nvSpPr>
          <p:spPr>
            <a:xfrm>
              <a:off x="329204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5FC5E467-B2EA-4D05-86D4-1D404C5470E5}"/>
                </a:ext>
              </a:extLst>
            </p:cNvPr>
            <p:cNvSpPr/>
            <p:nvPr/>
          </p:nvSpPr>
          <p:spPr>
            <a:xfrm>
              <a:off x="4270193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BE16FA0B-822D-4670-9CCC-38CECBED11EA}"/>
                </a:ext>
              </a:extLst>
            </p:cNvPr>
            <p:cNvSpPr/>
            <p:nvPr/>
          </p:nvSpPr>
          <p:spPr>
            <a:xfrm>
              <a:off x="5248337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BE746785-781E-473A-B809-B20F2384197B}"/>
                </a:ext>
              </a:extLst>
            </p:cNvPr>
            <p:cNvSpPr/>
            <p:nvPr/>
          </p:nvSpPr>
          <p:spPr>
            <a:xfrm>
              <a:off x="4270193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CE45F51B-9F82-48B8-BADC-9AABDCD675D6}"/>
                </a:ext>
              </a:extLst>
            </p:cNvPr>
            <p:cNvSpPr/>
            <p:nvPr/>
          </p:nvSpPr>
          <p:spPr>
            <a:xfrm>
              <a:off x="5248337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16AAC61C-74AB-4588-BBB1-DD951F5D15C8}"/>
                </a:ext>
              </a:extLst>
            </p:cNvPr>
            <p:cNvSpPr/>
            <p:nvPr/>
          </p:nvSpPr>
          <p:spPr>
            <a:xfrm>
              <a:off x="622648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EED7715F-5120-4415-B2B0-8C288CA8B630}"/>
                </a:ext>
              </a:extLst>
            </p:cNvPr>
            <p:cNvSpPr/>
            <p:nvPr/>
          </p:nvSpPr>
          <p:spPr>
            <a:xfrm>
              <a:off x="622648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383D3872-873C-498D-BD96-C064F80C1B0A}"/>
                </a:ext>
              </a:extLst>
            </p:cNvPr>
            <p:cNvSpPr/>
            <p:nvPr/>
          </p:nvSpPr>
          <p:spPr>
            <a:xfrm>
              <a:off x="4270193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044DD792-A922-44D6-A141-AE291E0835A9}"/>
                </a:ext>
              </a:extLst>
            </p:cNvPr>
            <p:cNvSpPr/>
            <p:nvPr/>
          </p:nvSpPr>
          <p:spPr>
            <a:xfrm>
              <a:off x="5248337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121CAD2B-7DFD-4D96-905F-807EDC36354E}"/>
                </a:ext>
              </a:extLst>
            </p:cNvPr>
            <p:cNvSpPr/>
            <p:nvPr/>
          </p:nvSpPr>
          <p:spPr>
            <a:xfrm>
              <a:off x="622648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3FAE16F8-E17B-4A8E-A67D-6BFB5DBD9C23}"/>
                </a:ext>
              </a:extLst>
            </p:cNvPr>
            <p:cNvSpPr/>
            <p:nvPr/>
          </p:nvSpPr>
          <p:spPr>
            <a:xfrm>
              <a:off x="133576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ABAACAAF-CEA8-4607-89AE-60ABA17AB070}"/>
                </a:ext>
              </a:extLst>
            </p:cNvPr>
            <p:cNvSpPr/>
            <p:nvPr/>
          </p:nvSpPr>
          <p:spPr>
            <a:xfrm>
              <a:off x="2313905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00A7738F-C5A9-4042-B866-7A8175379AF4}"/>
                </a:ext>
              </a:extLst>
            </p:cNvPr>
            <p:cNvSpPr/>
            <p:nvPr/>
          </p:nvSpPr>
          <p:spPr>
            <a:xfrm>
              <a:off x="329204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F54F9E88-C26D-49DA-A515-65E3BDA20E36}"/>
                </a:ext>
              </a:extLst>
            </p:cNvPr>
            <p:cNvSpPr/>
            <p:nvPr/>
          </p:nvSpPr>
          <p:spPr>
            <a:xfrm>
              <a:off x="4270193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5901FD23-36B2-4FAB-8EC9-3289B764278B}"/>
                </a:ext>
              </a:extLst>
            </p:cNvPr>
            <p:cNvSpPr/>
            <p:nvPr/>
          </p:nvSpPr>
          <p:spPr>
            <a:xfrm>
              <a:off x="5248337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DCC598AF-BC26-42F3-8A4E-92F2285FE8C1}"/>
                </a:ext>
              </a:extLst>
            </p:cNvPr>
            <p:cNvSpPr/>
            <p:nvPr/>
          </p:nvSpPr>
          <p:spPr>
            <a:xfrm>
              <a:off x="622648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84E46687-8DCC-4EBB-841B-728B6F8F48CB}"/>
                </a:ext>
              </a:extLst>
            </p:cNvPr>
            <p:cNvSpPr/>
            <p:nvPr/>
          </p:nvSpPr>
          <p:spPr>
            <a:xfrm>
              <a:off x="721010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482EF1CC-41CC-42A3-AC38-65B1C8D12870}"/>
                </a:ext>
              </a:extLst>
            </p:cNvPr>
            <p:cNvSpPr/>
            <p:nvPr/>
          </p:nvSpPr>
          <p:spPr>
            <a:xfrm>
              <a:off x="721010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BA48BCCE-7AD4-497F-84F9-C7340D6BF519}"/>
                </a:ext>
              </a:extLst>
            </p:cNvPr>
            <p:cNvSpPr/>
            <p:nvPr/>
          </p:nvSpPr>
          <p:spPr>
            <a:xfrm>
              <a:off x="721010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A89B00B3-D225-4584-B231-3325EFF01C1B}"/>
                </a:ext>
              </a:extLst>
            </p:cNvPr>
            <p:cNvSpPr/>
            <p:nvPr/>
          </p:nvSpPr>
          <p:spPr>
            <a:xfrm>
              <a:off x="721010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95C75BBD-3431-4CA2-8028-03855F004D6D}"/>
                </a:ext>
              </a:extLst>
            </p:cNvPr>
            <p:cNvSpPr/>
            <p:nvPr/>
          </p:nvSpPr>
          <p:spPr>
            <a:xfrm>
              <a:off x="721010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6FDE83EA-BBFF-45ED-87AF-F9BA706E025E}"/>
                </a:ext>
              </a:extLst>
            </p:cNvPr>
            <p:cNvSpPr/>
            <p:nvPr/>
          </p:nvSpPr>
          <p:spPr>
            <a:xfrm>
              <a:off x="721010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FCB4BDE9-CE89-42D4-9F81-944CC333DF97}"/>
                </a:ext>
              </a:extLst>
            </p:cNvPr>
            <p:cNvSpPr/>
            <p:nvPr/>
          </p:nvSpPr>
          <p:spPr>
            <a:xfrm>
              <a:off x="721010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5AC9E90D-C257-4C5E-8DF0-5130EB50A324}"/>
                </a:ext>
              </a:extLst>
            </p:cNvPr>
            <p:cNvSpPr/>
            <p:nvPr/>
          </p:nvSpPr>
          <p:spPr>
            <a:xfrm>
              <a:off x="721010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F6CED3D2-2DE3-4CA6-BE2F-32F2814F4EE4}"/>
                </a:ext>
              </a:extLst>
            </p:cNvPr>
            <p:cNvSpPr/>
            <p:nvPr/>
          </p:nvSpPr>
          <p:spPr>
            <a:xfrm>
              <a:off x="133576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FB5C66F4-66A2-4AE8-9ACE-C0023128235D}"/>
                </a:ext>
              </a:extLst>
            </p:cNvPr>
            <p:cNvSpPr/>
            <p:nvPr/>
          </p:nvSpPr>
          <p:spPr>
            <a:xfrm>
              <a:off x="2313905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5BC5F44A-7095-458A-95D6-09670108A693}"/>
                </a:ext>
              </a:extLst>
            </p:cNvPr>
            <p:cNvSpPr/>
            <p:nvPr/>
          </p:nvSpPr>
          <p:spPr>
            <a:xfrm>
              <a:off x="329204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E50B2424-96CD-441F-B7A4-EEB56A248799}"/>
                </a:ext>
              </a:extLst>
            </p:cNvPr>
            <p:cNvSpPr/>
            <p:nvPr/>
          </p:nvSpPr>
          <p:spPr>
            <a:xfrm>
              <a:off x="4270193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D8A2C472-BBE0-40D5-B98D-CB3956D77DB9}"/>
                </a:ext>
              </a:extLst>
            </p:cNvPr>
            <p:cNvSpPr/>
            <p:nvPr/>
          </p:nvSpPr>
          <p:spPr>
            <a:xfrm>
              <a:off x="5248337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F562528F-A8D8-415D-9A8D-55AF33D05AD5}"/>
                </a:ext>
              </a:extLst>
            </p:cNvPr>
            <p:cNvSpPr/>
            <p:nvPr/>
          </p:nvSpPr>
          <p:spPr>
            <a:xfrm>
              <a:off x="622648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19B91A42-0608-438D-9911-A096EB326700}"/>
                </a:ext>
              </a:extLst>
            </p:cNvPr>
            <p:cNvSpPr/>
            <p:nvPr/>
          </p:nvSpPr>
          <p:spPr>
            <a:xfrm>
              <a:off x="721010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6200ECD8-3E8F-47B0-A6C8-91B6A5FE828D}"/>
                </a:ext>
              </a:extLst>
            </p:cNvPr>
            <p:cNvSpPr/>
            <p:nvPr/>
          </p:nvSpPr>
          <p:spPr>
            <a:xfrm>
              <a:off x="8202992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F91E7D46-11A2-4BD4-8DF9-84E46752B1B3}"/>
                </a:ext>
              </a:extLst>
            </p:cNvPr>
            <p:cNvSpPr/>
            <p:nvPr/>
          </p:nvSpPr>
          <p:spPr>
            <a:xfrm>
              <a:off x="8202992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D77463FB-6F0B-4008-9384-992FF8305F95}"/>
                </a:ext>
              </a:extLst>
            </p:cNvPr>
            <p:cNvSpPr/>
            <p:nvPr/>
          </p:nvSpPr>
          <p:spPr>
            <a:xfrm>
              <a:off x="8202992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A87006BD-D0DF-484E-9622-06312D30B383}"/>
                </a:ext>
              </a:extLst>
            </p:cNvPr>
            <p:cNvSpPr/>
            <p:nvPr/>
          </p:nvSpPr>
          <p:spPr>
            <a:xfrm>
              <a:off x="8202992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E6DF7212-30F9-41DF-B248-DF60A848A366}"/>
                </a:ext>
              </a:extLst>
            </p:cNvPr>
            <p:cNvSpPr/>
            <p:nvPr/>
          </p:nvSpPr>
          <p:spPr>
            <a:xfrm>
              <a:off x="8202992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1AD6E189-621F-4C40-ABC6-EC691E4F983C}"/>
                </a:ext>
              </a:extLst>
            </p:cNvPr>
            <p:cNvSpPr/>
            <p:nvPr/>
          </p:nvSpPr>
          <p:spPr>
            <a:xfrm>
              <a:off x="8202992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5054FB01-31B2-48BC-A343-0E2FF93767E2}"/>
                </a:ext>
              </a:extLst>
            </p:cNvPr>
            <p:cNvSpPr/>
            <p:nvPr/>
          </p:nvSpPr>
          <p:spPr>
            <a:xfrm>
              <a:off x="8202992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C7A0E8C5-F0CF-4EAB-BA35-63806C3C0574}"/>
                </a:ext>
              </a:extLst>
            </p:cNvPr>
            <p:cNvSpPr/>
            <p:nvPr/>
          </p:nvSpPr>
          <p:spPr>
            <a:xfrm>
              <a:off x="8202992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87A6FA62-A20D-4ED1-A985-783FCA2B5687}"/>
                </a:ext>
              </a:extLst>
            </p:cNvPr>
            <p:cNvSpPr/>
            <p:nvPr/>
          </p:nvSpPr>
          <p:spPr>
            <a:xfrm>
              <a:off x="918661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0" name="Rectangle 229">
              <a:extLst>
                <a:ext uri="{FF2B5EF4-FFF2-40B4-BE49-F238E27FC236}">
                  <a16:creationId xmlns:a16="http://schemas.microsoft.com/office/drawing/2014/main" id="{0E0CDEC0-3D4D-456B-8D5F-9B996D0C5DDB}"/>
                </a:ext>
              </a:extLst>
            </p:cNvPr>
            <p:cNvSpPr/>
            <p:nvPr/>
          </p:nvSpPr>
          <p:spPr>
            <a:xfrm>
              <a:off x="918661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B319EE08-648D-4ABB-A654-C441E14783AC}"/>
                </a:ext>
              </a:extLst>
            </p:cNvPr>
            <p:cNvSpPr/>
            <p:nvPr/>
          </p:nvSpPr>
          <p:spPr>
            <a:xfrm>
              <a:off x="918661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D13B6498-C309-4DE4-80E1-A945BB40287F}"/>
                </a:ext>
              </a:extLst>
            </p:cNvPr>
            <p:cNvSpPr/>
            <p:nvPr/>
          </p:nvSpPr>
          <p:spPr>
            <a:xfrm>
              <a:off x="918661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3" name="Rectangle 232">
              <a:extLst>
                <a:ext uri="{FF2B5EF4-FFF2-40B4-BE49-F238E27FC236}">
                  <a16:creationId xmlns:a16="http://schemas.microsoft.com/office/drawing/2014/main" id="{E24BDFD7-2F82-4EB0-947D-A63444782060}"/>
                </a:ext>
              </a:extLst>
            </p:cNvPr>
            <p:cNvSpPr/>
            <p:nvPr/>
          </p:nvSpPr>
          <p:spPr>
            <a:xfrm>
              <a:off x="918661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FF23BDC3-7537-4921-A0F9-1AC8CCE69F57}"/>
                </a:ext>
              </a:extLst>
            </p:cNvPr>
            <p:cNvSpPr/>
            <p:nvPr/>
          </p:nvSpPr>
          <p:spPr>
            <a:xfrm>
              <a:off x="918661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A1B80D00-B3F9-4DC6-9228-6DA3C6C95BC2}"/>
                </a:ext>
              </a:extLst>
            </p:cNvPr>
            <p:cNvSpPr/>
            <p:nvPr/>
          </p:nvSpPr>
          <p:spPr>
            <a:xfrm>
              <a:off x="918661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B42B9E68-101A-472A-BB39-D03B704A82A6}"/>
                </a:ext>
              </a:extLst>
            </p:cNvPr>
            <p:cNvSpPr/>
            <p:nvPr/>
          </p:nvSpPr>
          <p:spPr>
            <a:xfrm>
              <a:off x="918661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5F315535-F592-4062-A147-0B4C06EBA5AF}"/>
                </a:ext>
              </a:extLst>
            </p:cNvPr>
            <p:cNvSpPr/>
            <p:nvPr/>
          </p:nvSpPr>
          <p:spPr>
            <a:xfrm>
              <a:off x="8202992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8" name="Rectangle 237">
              <a:extLst>
                <a:ext uri="{FF2B5EF4-FFF2-40B4-BE49-F238E27FC236}">
                  <a16:creationId xmlns:a16="http://schemas.microsoft.com/office/drawing/2014/main" id="{E471938A-9B11-46D0-9E4D-C0BA960159B6}"/>
                </a:ext>
              </a:extLst>
            </p:cNvPr>
            <p:cNvSpPr/>
            <p:nvPr/>
          </p:nvSpPr>
          <p:spPr>
            <a:xfrm>
              <a:off x="918661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1E5D89BD-9C8D-470B-AB9F-55C55BD34C4B}"/>
                </a:ext>
              </a:extLst>
            </p:cNvPr>
            <p:cNvSpPr/>
            <p:nvPr/>
          </p:nvSpPr>
          <p:spPr>
            <a:xfrm>
              <a:off x="10158860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0" name="Rectangle 239">
              <a:extLst>
                <a:ext uri="{FF2B5EF4-FFF2-40B4-BE49-F238E27FC236}">
                  <a16:creationId xmlns:a16="http://schemas.microsoft.com/office/drawing/2014/main" id="{5A23AC53-D705-4196-AFD8-6F387D619A1E}"/>
                </a:ext>
              </a:extLst>
            </p:cNvPr>
            <p:cNvSpPr/>
            <p:nvPr/>
          </p:nvSpPr>
          <p:spPr>
            <a:xfrm>
              <a:off x="10158860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CED591DD-74C0-491D-B79A-8CF247C5F32E}"/>
                </a:ext>
              </a:extLst>
            </p:cNvPr>
            <p:cNvSpPr/>
            <p:nvPr/>
          </p:nvSpPr>
          <p:spPr>
            <a:xfrm>
              <a:off x="10158860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FA2BBC3E-4B44-47B9-B4DC-FD9F7A725B6E}"/>
                </a:ext>
              </a:extLst>
            </p:cNvPr>
            <p:cNvSpPr/>
            <p:nvPr/>
          </p:nvSpPr>
          <p:spPr>
            <a:xfrm>
              <a:off x="10158860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A6D1D3B1-D886-4E51-A75D-5BBF65533612}"/>
                </a:ext>
              </a:extLst>
            </p:cNvPr>
            <p:cNvSpPr/>
            <p:nvPr/>
          </p:nvSpPr>
          <p:spPr>
            <a:xfrm>
              <a:off x="10158860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7BFF96E-9B1E-4439-BFEE-60F8958B4846}"/>
                </a:ext>
              </a:extLst>
            </p:cNvPr>
            <p:cNvSpPr/>
            <p:nvPr/>
          </p:nvSpPr>
          <p:spPr>
            <a:xfrm>
              <a:off x="10158860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D114CB4A-DB5D-4F3C-A4F3-81CF7322B99E}"/>
                </a:ext>
              </a:extLst>
            </p:cNvPr>
            <p:cNvSpPr/>
            <p:nvPr/>
          </p:nvSpPr>
          <p:spPr>
            <a:xfrm>
              <a:off x="10158860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6" name="Rectangle 245">
              <a:extLst>
                <a:ext uri="{FF2B5EF4-FFF2-40B4-BE49-F238E27FC236}">
                  <a16:creationId xmlns:a16="http://schemas.microsoft.com/office/drawing/2014/main" id="{3AD93ED9-A81B-4E93-B45C-6C353B564827}"/>
                </a:ext>
              </a:extLst>
            </p:cNvPr>
            <p:cNvSpPr/>
            <p:nvPr/>
          </p:nvSpPr>
          <p:spPr>
            <a:xfrm>
              <a:off x="10158860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7" name="Rectangle 246">
              <a:extLst>
                <a:ext uri="{FF2B5EF4-FFF2-40B4-BE49-F238E27FC236}">
                  <a16:creationId xmlns:a16="http://schemas.microsoft.com/office/drawing/2014/main" id="{24FE9F5B-C301-4A34-AEAF-3D48362E9EFF}"/>
                </a:ext>
              </a:extLst>
            </p:cNvPr>
            <p:cNvSpPr/>
            <p:nvPr/>
          </p:nvSpPr>
          <p:spPr>
            <a:xfrm>
              <a:off x="10158860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AC770FA9-FC68-44AA-AF3A-890E1323FBB9}"/>
                </a:ext>
              </a:extLst>
            </p:cNvPr>
            <p:cNvSpPr/>
            <p:nvPr/>
          </p:nvSpPr>
          <p:spPr>
            <a:xfrm>
              <a:off x="133576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D0EDFC33-E3AC-4BE7-9329-D5A681C94B5A}"/>
                </a:ext>
              </a:extLst>
            </p:cNvPr>
            <p:cNvSpPr/>
            <p:nvPr/>
          </p:nvSpPr>
          <p:spPr>
            <a:xfrm>
              <a:off x="2313905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5EB83B35-BF28-4656-A973-E17B22BF14DD}"/>
                </a:ext>
              </a:extLst>
            </p:cNvPr>
            <p:cNvSpPr/>
            <p:nvPr/>
          </p:nvSpPr>
          <p:spPr>
            <a:xfrm>
              <a:off x="329204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88C4DCE1-7415-431C-B8CD-3AAE670F0323}"/>
                </a:ext>
              </a:extLst>
            </p:cNvPr>
            <p:cNvSpPr/>
            <p:nvPr/>
          </p:nvSpPr>
          <p:spPr>
            <a:xfrm>
              <a:off x="4270193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9032C5BC-1088-428A-8B71-65B87F76C6C7}"/>
                </a:ext>
              </a:extLst>
            </p:cNvPr>
            <p:cNvSpPr/>
            <p:nvPr/>
          </p:nvSpPr>
          <p:spPr>
            <a:xfrm>
              <a:off x="5248337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3" name="Rectangle 252">
              <a:extLst>
                <a:ext uri="{FF2B5EF4-FFF2-40B4-BE49-F238E27FC236}">
                  <a16:creationId xmlns:a16="http://schemas.microsoft.com/office/drawing/2014/main" id="{ED913B66-AADB-4FD6-BC60-85D59C495A2B}"/>
                </a:ext>
              </a:extLst>
            </p:cNvPr>
            <p:cNvSpPr/>
            <p:nvPr/>
          </p:nvSpPr>
          <p:spPr>
            <a:xfrm>
              <a:off x="622648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90600CFB-5D23-479E-8C22-DC29072B1696}"/>
                </a:ext>
              </a:extLst>
            </p:cNvPr>
            <p:cNvSpPr/>
            <p:nvPr/>
          </p:nvSpPr>
          <p:spPr>
            <a:xfrm>
              <a:off x="721010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626C6C5F-8E37-4A6B-97A1-F20FE9B9E178}"/>
                </a:ext>
              </a:extLst>
            </p:cNvPr>
            <p:cNvSpPr/>
            <p:nvPr/>
          </p:nvSpPr>
          <p:spPr>
            <a:xfrm>
              <a:off x="8202992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0069FA0-BD31-416A-BE35-E51F64395685}"/>
                </a:ext>
              </a:extLst>
            </p:cNvPr>
            <p:cNvSpPr/>
            <p:nvPr/>
          </p:nvSpPr>
          <p:spPr>
            <a:xfrm>
              <a:off x="918661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7" name="Rectangle 256">
              <a:extLst>
                <a:ext uri="{FF2B5EF4-FFF2-40B4-BE49-F238E27FC236}">
                  <a16:creationId xmlns:a16="http://schemas.microsoft.com/office/drawing/2014/main" id="{18BA0DCF-B55E-4BB1-A39B-F2B07CE4C53F}"/>
                </a:ext>
              </a:extLst>
            </p:cNvPr>
            <p:cNvSpPr/>
            <p:nvPr/>
          </p:nvSpPr>
          <p:spPr>
            <a:xfrm>
              <a:off x="10158860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A198224-DC30-4DA2-91E9-014046F15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12962" y="5074673"/>
            <a:ext cx="3638737" cy="3384724"/>
          </a:xfrm>
          <a:prstGeom prst="rect">
            <a:avLst/>
          </a:prstGeom>
        </p:spPr>
      </p:pic>
      <p:grpSp>
        <p:nvGrpSpPr>
          <p:cNvPr id="287" name="Group 286">
            <a:extLst>
              <a:ext uri="{FF2B5EF4-FFF2-40B4-BE49-F238E27FC236}">
                <a16:creationId xmlns:a16="http://schemas.microsoft.com/office/drawing/2014/main" id="{C0A4D6CE-4471-41B5-B8BA-D96CAEC32E20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5D961307-E0E8-4F6C-B32D-077C2A1DDB0D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C97594B2-632E-427D-AD9F-C5C808A16283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79380CE0-92BD-4034-90F5-79E4C262A3F5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B8F9F06C-C538-4104-BA2B-04E71EBB4579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5F8003D0-A2A1-4270-8E86-1F28DE076A72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293" name="Subtitle 2">
              <a:extLst>
                <a:ext uri="{FF2B5EF4-FFF2-40B4-BE49-F238E27FC236}">
                  <a16:creationId xmlns:a16="http://schemas.microsoft.com/office/drawing/2014/main" id="{067ED7A5-5993-4774-9DD2-D84D3CF4EFA0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924E6515-23AC-497A-8D9E-9D5EE5863CD5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6E53298A-1057-47BD-A5CA-6EE3CC420765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301" name="Rectangle 300">
            <a:extLst>
              <a:ext uri="{FF2B5EF4-FFF2-40B4-BE49-F238E27FC236}">
                <a16:creationId xmlns:a16="http://schemas.microsoft.com/office/drawing/2014/main" id="{353194D7-5AA8-448C-8AC0-6CD4E1D9B4B9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1A69D21-9A06-4EA2-84B5-984E8B630BCA}"/>
              </a:ext>
            </a:extLst>
          </p:cNvPr>
          <p:cNvGrpSpPr/>
          <p:nvPr/>
        </p:nvGrpSpPr>
        <p:grpSpPr>
          <a:xfrm>
            <a:off x="2518206" y="5802371"/>
            <a:ext cx="8746770" cy="9557540"/>
            <a:chOff x="2518206" y="5802371"/>
            <a:chExt cx="8746770" cy="9557540"/>
          </a:xfrm>
        </p:grpSpPr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54AFF1A3-56C5-4ED3-BED5-CCA0633B41B7}"/>
                </a:ext>
              </a:extLst>
            </p:cNvPr>
            <p:cNvSpPr/>
            <p:nvPr/>
          </p:nvSpPr>
          <p:spPr>
            <a:xfrm rot="2750059">
              <a:off x="5603031" y="6801894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5CE15BEC-E0D2-415B-9929-D2C90820C2C2}"/>
                </a:ext>
              </a:extLst>
            </p:cNvPr>
            <p:cNvSpPr/>
            <p:nvPr/>
          </p:nvSpPr>
          <p:spPr>
            <a:xfrm rot="2750059">
              <a:off x="2557825" y="9689861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67C72AC8-AEAD-4F97-8800-14C20A8E1AA8}"/>
                </a:ext>
              </a:extLst>
            </p:cNvPr>
            <p:cNvSpPr/>
            <p:nvPr/>
          </p:nvSpPr>
          <p:spPr>
            <a:xfrm rot="2750059">
              <a:off x="4638235" y="9717871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354C5226-32A1-4F88-83AB-A5B338AC196E}"/>
                </a:ext>
              </a:extLst>
            </p:cNvPr>
            <p:cNvSpPr/>
            <p:nvPr/>
          </p:nvSpPr>
          <p:spPr>
            <a:xfrm rot="2750059">
              <a:off x="2593157" y="6834390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55AAB7F-B11B-4576-9ABE-83C93D237035}"/>
                </a:ext>
              </a:extLst>
            </p:cNvPr>
            <p:cNvSpPr/>
            <p:nvPr/>
          </p:nvSpPr>
          <p:spPr>
            <a:xfrm rot="7313666">
              <a:off x="2444893" y="11634239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69ECA5A6-1652-4626-ACF2-46D783664377}"/>
                </a:ext>
              </a:extLst>
            </p:cNvPr>
            <p:cNvSpPr/>
            <p:nvPr/>
          </p:nvSpPr>
          <p:spPr>
            <a:xfrm rot="7313666">
              <a:off x="5548987" y="12535162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8D30565-12C3-4231-8196-FB8DCF087039}"/>
                </a:ext>
              </a:extLst>
            </p:cNvPr>
            <p:cNvSpPr/>
            <p:nvPr/>
          </p:nvSpPr>
          <p:spPr>
            <a:xfrm rot="7313666">
              <a:off x="5510322" y="14534325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4244D0D-7D23-4743-B3A4-2D8C0149E376}"/>
                </a:ext>
              </a:extLst>
            </p:cNvPr>
            <p:cNvSpPr/>
            <p:nvPr/>
          </p:nvSpPr>
          <p:spPr>
            <a:xfrm rot="7313666">
              <a:off x="2479287" y="14534326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67CA9650-04C9-40C1-8383-8B9F047CABB4}"/>
                </a:ext>
              </a:extLst>
            </p:cNvPr>
            <p:cNvSpPr/>
            <p:nvPr/>
          </p:nvSpPr>
          <p:spPr>
            <a:xfrm rot="2750059">
              <a:off x="10498847" y="11536073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E2D6D297-FBD8-4B9C-8D9B-08DC4BFB5DA9}"/>
                </a:ext>
              </a:extLst>
            </p:cNvPr>
            <p:cNvSpPr/>
            <p:nvPr/>
          </p:nvSpPr>
          <p:spPr>
            <a:xfrm rot="2750059">
              <a:off x="7579866" y="14424040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6410B76-1BE2-434B-9A66-C482515F3BE6}"/>
                </a:ext>
              </a:extLst>
            </p:cNvPr>
            <p:cNvSpPr/>
            <p:nvPr/>
          </p:nvSpPr>
          <p:spPr>
            <a:xfrm rot="2750059">
              <a:off x="10536147" y="14452050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A05D0A87-A4BA-475B-A875-19A3D647E3C4}"/>
                </a:ext>
              </a:extLst>
            </p:cNvPr>
            <p:cNvSpPr/>
            <p:nvPr/>
          </p:nvSpPr>
          <p:spPr>
            <a:xfrm rot="2750059">
              <a:off x="8482847" y="11568569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E2FD423-87AC-4BA3-A721-B02B1D9EA5A8}"/>
                </a:ext>
              </a:extLst>
            </p:cNvPr>
            <p:cNvSpPr/>
            <p:nvPr/>
          </p:nvSpPr>
          <p:spPr>
            <a:xfrm rot="7313666">
              <a:off x="7335297" y="6733666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A2C7BEAC-E4A9-46E5-8FAD-A7613CB44E7A}"/>
                </a:ext>
              </a:extLst>
            </p:cNvPr>
            <p:cNvSpPr/>
            <p:nvPr/>
          </p:nvSpPr>
          <p:spPr>
            <a:xfrm rot="7313666">
              <a:off x="10439391" y="6742138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192773DA-AE9A-4477-A139-CA6390A8E545}"/>
                </a:ext>
              </a:extLst>
            </p:cNvPr>
            <p:cNvSpPr/>
            <p:nvPr/>
          </p:nvSpPr>
          <p:spPr>
            <a:xfrm rot="7313666">
              <a:off x="10400726" y="9633752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513BBC78-2246-4464-A942-A9D317FA65D0}"/>
                </a:ext>
              </a:extLst>
            </p:cNvPr>
            <p:cNvSpPr/>
            <p:nvPr/>
          </p:nvSpPr>
          <p:spPr>
            <a:xfrm rot="7313666">
              <a:off x="7369691" y="8738451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E2DCD65A-6C5C-4087-BFD4-D203FCE8D77A}"/>
                </a:ext>
              </a:extLst>
            </p:cNvPr>
            <p:cNvSpPr/>
            <p:nvPr/>
          </p:nvSpPr>
          <p:spPr>
            <a:xfrm rot="19185010">
              <a:off x="8461064" y="13611946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DA46C4AD-DF00-4C10-B97D-BDE6C4CDA1DD}"/>
                </a:ext>
              </a:extLst>
            </p:cNvPr>
            <p:cNvSpPr/>
            <p:nvPr/>
          </p:nvSpPr>
          <p:spPr>
            <a:xfrm rot="19185010">
              <a:off x="7428589" y="12672795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5C124011-978D-4076-A17C-796008AC8700}"/>
                </a:ext>
              </a:extLst>
            </p:cNvPr>
            <p:cNvSpPr/>
            <p:nvPr/>
          </p:nvSpPr>
          <p:spPr>
            <a:xfrm rot="19185010">
              <a:off x="4555177" y="12648347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6E2D27D8-F314-4756-A974-F229AEED7202}"/>
                </a:ext>
              </a:extLst>
            </p:cNvPr>
            <p:cNvSpPr/>
            <p:nvPr/>
          </p:nvSpPr>
          <p:spPr>
            <a:xfrm rot="19185010">
              <a:off x="4532236" y="8699326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8FAE664E-29B8-4C85-8352-EB75DA63D226}"/>
                </a:ext>
              </a:extLst>
            </p:cNvPr>
            <p:cNvSpPr/>
            <p:nvPr/>
          </p:nvSpPr>
          <p:spPr>
            <a:xfrm rot="19185010">
              <a:off x="8447871" y="8736571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9F5201-CAA5-4CAD-B5C4-862CB0661BDA}"/>
                </a:ext>
              </a:extLst>
            </p:cNvPr>
            <p:cNvSpPr/>
            <p:nvPr/>
          </p:nvSpPr>
          <p:spPr>
            <a:xfrm rot="19185010">
              <a:off x="2551715" y="5802371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5CB47A11-4004-4EFE-99B0-1B47709B939C}"/>
                </a:ext>
              </a:extLst>
            </p:cNvPr>
            <p:cNvSpPr/>
            <p:nvPr/>
          </p:nvSpPr>
          <p:spPr>
            <a:xfrm rot="19185010">
              <a:off x="4499491" y="5802372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5788E1CC-886B-4935-81AB-4DA41F26DC31}"/>
                </a:ext>
              </a:extLst>
            </p:cNvPr>
            <p:cNvSpPr/>
            <p:nvPr/>
          </p:nvSpPr>
          <p:spPr>
            <a:xfrm rot="19185010">
              <a:off x="3523347" y="11669054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2EDD4413-61E5-447B-A123-6939B69BB588}"/>
                </a:ext>
              </a:extLst>
            </p:cNvPr>
            <p:cNvSpPr/>
            <p:nvPr/>
          </p:nvSpPr>
          <p:spPr>
            <a:xfrm rot="8358001">
              <a:off x="3491105" y="7415132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B4EF084-1315-407A-9198-DA92D8C58A63}"/>
                </a:ext>
              </a:extLst>
            </p:cNvPr>
            <p:cNvSpPr/>
            <p:nvPr/>
          </p:nvSpPr>
          <p:spPr>
            <a:xfrm rot="8358001">
              <a:off x="9367791" y="7415133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20D9A605-5DE3-40C0-A3AF-D1941027CA9F}"/>
                </a:ext>
              </a:extLst>
            </p:cNvPr>
            <p:cNvSpPr/>
            <p:nvPr/>
          </p:nvSpPr>
          <p:spPr>
            <a:xfrm rot="8358001">
              <a:off x="3491105" y="13258738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804C9FBE-E735-41C8-B93B-A32D2F55A9E8}"/>
                </a:ext>
              </a:extLst>
            </p:cNvPr>
            <p:cNvSpPr/>
            <p:nvPr/>
          </p:nvSpPr>
          <p:spPr>
            <a:xfrm rot="8358001">
              <a:off x="9367791" y="13258739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0D01A8A5-8E2D-4C4F-8889-2700EC83D555}"/>
                </a:ext>
              </a:extLst>
            </p:cNvPr>
            <p:cNvSpPr/>
            <p:nvPr/>
          </p:nvSpPr>
          <p:spPr>
            <a:xfrm rot="8358001">
              <a:off x="6346275" y="10303843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16F75A51-220D-49C4-AA41-F80DF0FD7E36}"/>
                </a:ext>
              </a:extLst>
            </p:cNvPr>
            <p:cNvSpPr/>
            <p:nvPr/>
          </p:nvSpPr>
          <p:spPr>
            <a:xfrm rot="19185010">
              <a:off x="2547419" y="8699327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0320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584A33F-5A5B-437B-9988-A83C7880CF1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03166" y="641443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2" name="Circle: Hollow 131">
            <a:extLst>
              <a:ext uri="{FF2B5EF4-FFF2-40B4-BE49-F238E27FC236}">
                <a16:creationId xmlns:a16="http://schemas.microsoft.com/office/drawing/2014/main" id="{93F7CED2-A621-40FF-A0A4-77073F4063A7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CD26936-2AAA-41AB-8334-1ED711EA1971}"/>
              </a:ext>
            </a:extLst>
          </p:cNvPr>
          <p:cNvGrpSpPr/>
          <p:nvPr/>
        </p:nvGrpSpPr>
        <p:grpSpPr>
          <a:xfrm>
            <a:off x="-48660" y="-604173"/>
            <a:ext cx="4870244" cy="5223601"/>
            <a:chOff x="-48660" y="-604173"/>
            <a:chExt cx="4870244" cy="5223601"/>
          </a:xfrm>
        </p:grpSpPr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411DE218-01FA-4569-9E4B-C0F21EF067B9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92851420-4ABD-44A8-A1DA-0623E6F99C04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9613FAA4-7ECD-4CCB-AF51-2E6BFB37686D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69CC8CE3-9723-4836-BCBE-5C4BE63EBAED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13C746BD-7E2F-4551-BE1D-4594D440E850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Rectangle 171">
                <a:extLst>
                  <a:ext uri="{FF2B5EF4-FFF2-40B4-BE49-F238E27FC236}">
                    <a16:creationId xmlns:a16="http://schemas.microsoft.com/office/drawing/2014/main" id="{D8287F49-8831-4B0A-925B-CA6817807E93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BCAE48A4-4D6D-44C0-B60B-E586624FC9EE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BFBCD8BD-4C57-444F-9B05-CAB942BFD1CC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67000E30-8B22-4D83-BF64-040DAADF738A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1F505AEA-C510-4346-90B4-A1870D443630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5FE6E4FA-7C31-4DD7-96B0-688051B2408B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8AE35B83-0714-4ADB-AEAF-B09E6EDC7C5E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AC32EE83-9E45-49DD-BF24-BE93C6CA9731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DA51DBE3-3F56-4293-A82C-3FB367EE6964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39344260-B300-4BE0-AF38-2308DEEEB15B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9DBE506F-4F00-46CF-B86C-5E6E43CB080D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35FF6A54-0914-41B1-8C4F-6697B93EB624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82A8231-C55D-443D-AB79-2125FD7312FC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BBD48960-6B1D-4F1A-83F7-3F572D80186D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2D4C87A5-2D8A-452C-AE94-A88557AA89AC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148B9044-B977-437B-9A15-F99EB196F9CB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2A07CC14-F78C-4244-AF2F-54A5126BD9C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5D39EB82-77E6-4FDE-AD8B-9018361534B9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7456E22F-CF0E-47A1-A098-C53092C5D6CA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CE0973B8-7B8B-43A5-B5B8-5658C2355732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322AD8D5-DC8C-401E-BD6A-7A2E1EBAD099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96" name="Group 295">
              <a:extLst>
                <a:ext uri="{FF2B5EF4-FFF2-40B4-BE49-F238E27FC236}">
                  <a16:creationId xmlns:a16="http://schemas.microsoft.com/office/drawing/2014/main" id="{5BAA0463-31D2-4561-838D-5B9742A6EAB5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4A76305D-D95E-49F5-89B4-083FD42682A4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5DE23513-666F-4D94-9D8A-A577130E64C4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BC23CD8F-E913-4263-8592-04B181EB08C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268DC572-F09A-45B0-8D48-BC0591316D97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1B8249B2-C36F-4DEF-9736-38B44141572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89888861-0EB5-4943-907A-092D006FD9DC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00A27D9D-2B7E-46ED-AD15-2A6C5DA0968C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A30B4C2B-4C8B-4C31-921B-57584934690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3E4B0078-F18D-4B86-9AD7-83A9ABA2A35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47236176-903D-44DC-A7B0-FB0BD36F6A4D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F5DE1649-BB97-413D-9D9B-BE872BAA8DB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32477" y="1362258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D0C8A331-4AB8-4240-A2C5-E2C00E2E4C25}"/>
                </a:ext>
              </a:extLst>
            </p:cNvPr>
            <p:cNvSpPr/>
            <p:nvPr/>
          </p:nvSpPr>
          <p:spPr>
            <a:xfrm>
              <a:off x="-48660" y="-604173"/>
              <a:ext cx="4870244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part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7626B548-443A-41FE-9444-F8D96997C34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042937" y="1499450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E84A353C-9992-4EA4-B7B9-42491FB410D0}"/>
                </a:ext>
              </a:extLst>
            </p:cNvPr>
            <p:cNvCxnSpPr>
              <a:cxnSpLocks/>
            </p:cNvCxnSpPr>
            <p:nvPr/>
          </p:nvCxnSpPr>
          <p:spPr>
            <a:xfrm>
              <a:off x="273157" y="187664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20ED301-EF69-4ABC-9421-25AD30DF006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647396" y="635167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8867ADB3-3776-4384-A92A-1E2B54238AF1}"/>
                </a:ext>
              </a:extLst>
            </p:cNvPr>
            <p:cNvCxnSpPr>
              <a:cxnSpLocks/>
            </p:cNvCxnSpPr>
            <p:nvPr/>
          </p:nvCxnSpPr>
          <p:spPr>
            <a:xfrm>
              <a:off x="2815877" y="3509343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6C9CB58B-53D2-43E6-B974-9084853EDB6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70299" y="19898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BA8443E4-5150-42B3-9177-1D7B9662577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008868" y="2663015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0BEB347E-FB36-4700-9AF0-9F6A4749873B}"/>
                </a:ext>
              </a:extLst>
            </p:cNvPr>
            <p:cNvCxnSpPr>
              <a:cxnSpLocks/>
            </p:cNvCxnSpPr>
            <p:nvPr/>
          </p:nvCxnSpPr>
          <p:spPr>
            <a:xfrm>
              <a:off x="308785" y="2802011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63F2D066-9A0E-4ADA-85E9-43B555D9F5D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082235" y="4404469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6F86B27C-96CE-4B69-B90F-851D332B69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10405" y="230457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7C713C75-CD67-4716-BB6B-E66144756030}"/>
                </a:ext>
              </a:extLst>
            </p:cNvPr>
            <p:cNvCxnSpPr>
              <a:cxnSpLocks/>
            </p:cNvCxnSpPr>
            <p:nvPr/>
          </p:nvCxnSpPr>
          <p:spPr>
            <a:xfrm>
              <a:off x="2001406" y="106666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AEC57175-F808-48DC-A45E-241D898E4C9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9601" y="2017786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4" name="Multiplication Sign 293">
              <a:extLst>
                <a:ext uri="{FF2B5EF4-FFF2-40B4-BE49-F238E27FC236}">
                  <a16:creationId xmlns:a16="http://schemas.microsoft.com/office/drawing/2014/main" id="{B72A3704-75C4-4C0C-957A-592D13A001AF}"/>
                </a:ext>
              </a:extLst>
            </p:cNvPr>
            <p:cNvSpPr/>
            <p:nvPr/>
          </p:nvSpPr>
          <p:spPr>
            <a:xfrm>
              <a:off x="2723366" y="-7950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95" name="Multiplication Sign 294">
              <a:extLst>
                <a:ext uri="{FF2B5EF4-FFF2-40B4-BE49-F238E27FC236}">
                  <a16:creationId xmlns:a16="http://schemas.microsoft.com/office/drawing/2014/main" id="{33458EAA-A96A-4E90-8C50-E74E436841A9}"/>
                </a:ext>
              </a:extLst>
            </p:cNvPr>
            <p:cNvSpPr/>
            <p:nvPr/>
          </p:nvSpPr>
          <p:spPr>
            <a:xfrm>
              <a:off x="1531219" y="36869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</p:spTree>
    <p:extLst>
      <p:ext uri="{BB962C8B-B14F-4D97-AF65-F5344CB8AC3E}">
        <p14:creationId xmlns:p14="http://schemas.microsoft.com/office/powerpoint/2010/main" val="32755185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CBAFA85-7C24-4990-87E2-F061C45661C8}"/>
              </a:ext>
            </a:extLst>
          </p:cNvPr>
          <p:cNvGrpSpPr/>
          <p:nvPr/>
        </p:nvGrpSpPr>
        <p:grpSpPr>
          <a:xfrm>
            <a:off x="121954" y="-769820"/>
            <a:ext cx="4892939" cy="5389248"/>
            <a:chOff x="121954" y="-769820"/>
            <a:chExt cx="4892939" cy="5389248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35554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A143E-DB19-451C-A137-E8D7339410F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4826" y="273290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39BB8920-9A63-4D1B-B929-394A7E61E6B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85062" y="248178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6EF252D4-1DB0-4B17-8F4E-9F3CB2443E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71137" y="66343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15C6302-F149-4978-BE05-EBBD590B968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93731" y="1065487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04F13094-D886-463E-AF0C-AFA9508AF4E0}"/>
                </a:ext>
              </a:extLst>
            </p:cNvPr>
            <p:cNvSpPr/>
            <p:nvPr/>
          </p:nvSpPr>
          <p:spPr>
            <a:xfrm>
              <a:off x="121954" y="-769820"/>
              <a:ext cx="432682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08" name="Multiplication Sign 107">
              <a:extLst>
                <a:ext uri="{FF2B5EF4-FFF2-40B4-BE49-F238E27FC236}">
                  <a16:creationId xmlns:a16="http://schemas.microsoft.com/office/drawing/2014/main" id="{002D499F-A792-44A6-8082-55EDF5046104}"/>
                </a:ext>
              </a:extLst>
            </p:cNvPr>
            <p:cNvSpPr/>
            <p:nvPr/>
          </p:nvSpPr>
          <p:spPr>
            <a:xfrm>
              <a:off x="3381709" y="17572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FC8173E7-192A-4932-B260-78EAA94221BE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26E88CE4-2E37-4289-94B4-4FB8FEEDB9C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88287E94-7A7A-446A-8429-1538C6793D2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74C3A579-CFFA-425E-BF22-95CE08D69A33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880A9AA1-67E7-4985-AE65-017DE69CC6C3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8A4C9697-C637-4750-887B-DE3D3260B8E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6AE412E7-8FF5-43FB-A3D0-E368200D5FE0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06C1CB5D-561E-4A8C-88AF-04D6AFBF235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7B728C38-9DC5-44B3-9CDF-F4992143F520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0346313-525D-43A4-AAD3-D3947B6C537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01AE339F-F329-4381-B097-D705AB5C2934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BBE3CFD5-E699-415E-8FBD-A7FFAC0E18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8890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62804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90C457B-D86A-44F5-B26D-E77C40A1BCD0}"/>
              </a:ext>
            </a:extLst>
          </p:cNvPr>
          <p:cNvGrpSpPr/>
          <p:nvPr/>
        </p:nvGrpSpPr>
        <p:grpSpPr>
          <a:xfrm>
            <a:off x="-905080" y="-1100659"/>
            <a:ext cx="5631543" cy="5720087"/>
            <a:chOff x="-905080" y="-1100659"/>
            <a:chExt cx="5631543" cy="572008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81E43AD-477E-4519-9555-6498380BC09A}"/>
                </a:ext>
              </a:extLst>
            </p:cNvPr>
            <p:cNvSpPr/>
            <p:nvPr/>
          </p:nvSpPr>
          <p:spPr>
            <a:xfrm>
              <a:off x="-905080" y="-1100659"/>
              <a:ext cx="5631543" cy="135421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One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Cherry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disconnected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has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more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than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endParaRPr lang="pt-PT" sz="2400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7" name="Multiplication Sign 166">
              <a:extLst>
                <a:ext uri="{FF2B5EF4-FFF2-40B4-BE49-F238E27FC236}">
                  <a16:creationId xmlns:a16="http://schemas.microsoft.com/office/drawing/2014/main" id="{8AD8979D-055B-4D61-ABEB-429CA5B83128}"/>
                </a:ext>
              </a:extLst>
            </p:cNvPr>
            <p:cNvSpPr/>
            <p:nvPr/>
          </p:nvSpPr>
          <p:spPr>
            <a:xfrm>
              <a:off x="1125982" y="115755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777D581-A2F4-45F8-94D2-B1834C1DEF73}"/>
                </a:ext>
              </a:extLst>
            </p:cNvPr>
            <p:cNvCxnSpPr>
              <a:cxnSpLocks/>
            </p:cNvCxnSpPr>
            <p:nvPr/>
          </p:nvCxnSpPr>
          <p:spPr>
            <a:xfrm>
              <a:off x="1005596" y="2732906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14C98312-2E2F-4C51-ADD8-CBF71CD68B64}"/>
                </a:ext>
              </a:extLst>
            </p:cNvPr>
            <p:cNvCxnSpPr>
              <a:cxnSpLocks/>
            </p:cNvCxnSpPr>
            <p:nvPr/>
          </p:nvCxnSpPr>
          <p:spPr>
            <a:xfrm>
              <a:off x="1142420" y="18811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Multiplication Sign 209">
              <a:extLst>
                <a:ext uri="{FF2B5EF4-FFF2-40B4-BE49-F238E27FC236}">
                  <a16:creationId xmlns:a16="http://schemas.microsoft.com/office/drawing/2014/main" id="{033DAD01-8DEB-4533-94E6-FBF7066DC9B4}"/>
                </a:ext>
              </a:extLst>
            </p:cNvPr>
            <p:cNvSpPr/>
            <p:nvPr/>
          </p:nvSpPr>
          <p:spPr>
            <a:xfrm>
              <a:off x="2842225" y="324491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F4A3F9AE-A04D-4A81-A172-D1B671D61BD7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022F9DA5-C865-47C6-A6E1-BD502CD0E81E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567992FE-28F0-484F-8006-C401E8BA9D59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D41C54DC-F813-472B-9BB9-76A4695558E2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3640C64F-47E8-4396-A0FF-B03A1D3212C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B2976E79-C046-4E80-AFDF-8A69D6E90A0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FD993A8A-A975-43BF-BA04-CC5488F7CC1D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00B3C50A-E807-492E-858D-04F9BF977FA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22E88E00-8490-48F0-AD2E-E1F6DAC375C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EB72FC6F-8A66-4441-8E5A-CE2B2FC6D312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AC70AF78-9501-4938-96A7-0761489D7E67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33BAA642-FC05-4E31-8F67-0DE3A26A84D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85207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0F638F1-070D-499C-9DC0-CABA78FAD769}"/>
              </a:ext>
            </a:extLst>
          </p:cNvPr>
          <p:cNvGrpSpPr/>
          <p:nvPr/>
        </p:nvGrpSpPr>
        <p:grpSpPr>
          <a:xfrm>
            <a:off x="259534" y="-1133182"/>
            <a:ext cx="4755359" cy="5752610"/>
            <a:chOff x="259534" y="-1133182"/>
            <a:chExt cx="4755359" cy="575261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992550" y="-1133182"/>
              <a:ext cx="3764172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branching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crossing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4EA272BD-CC0B-4218-AC7D-EDAC33F03F9F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84B34764-C5E9-4F61-85CB-4E8AE2B2139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818070C0-3D2F-4FA8-AB4A-AD1ED18CCA2D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1B7D52A0-0F75-46FE-AAB4-35A7FBC00896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ED4B7274-A04C-4896-B342-1CC678D90721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CE913ED-8FEE-47FD-B3BB-CFD6EBA44FD5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4D9F8CF2-D4C3-445A-9897-5A6E31F04EF5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C30F539B-D45E-47BF-B0E9-E4857C6AA055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42B1E72C-200C-4A20-A087-E0D7A928788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B2F19FD4-999B-4ACF-A711-676A6D2C93A9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9D1C0999-A67C-4CFC-AE10-BA8642B7F3C2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290602F-127E-4C17-9F63-E6323C273E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5900" y="2774604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Multiplication Sign 92">
              <a:extLst>
                <a:ext uri="{FF2B5EF4-FFF2-40B4-BE49-F238E27FC236}">
                  <a16:creationId xmlns:a16="http://schemas.microsoft.com/office/drawing/2014/main" id="{F6E4449F-4A3D-44AE-89D2-E7FB0690F4DA}"/>
                </a:ext>
              </a:extLst>
            </p:cNvPr>
            <p:cNvSpPr/>
            <p:nvPr/>
          </p:nvSpPr>
          <p:spPr>
            <a:xfrm>
              <a:off x="1260975" y="20658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5" name="Multiplication Sign 134">
              <a:extLst>
                <a:ext uri="{FF2B5EF4-FFF2-40B4-BE49-F238E27FC236}">
                  <a16:creationId xmlns:a16="http://schemas.microsoft.com/office/drawing/2014/main" id="{14161CFC-FE85-4A55-9431-8CC77EF38AE1}"/>
                </a:ext>
              </a:extLst>
            </p:cNvPr>
            <p:cNvSpPr/>
            <p:nvPr/>
          </p:nvSpPr>
          <p:spPr>
            <a:xfrm>
              <a:off x="2912937" y="2053445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DA4933A-75A1-434F-9275-A67C639B07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9017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3E3DE380-3BAD-4DBA-B3C2-BA4ECF9987F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9063" y="2726771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590B8B3E-42AA-481D-84BC-C3D9F4FB155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422577" y="279527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A6F9F3AB-7E5C-48DB-9C4A-193E6EDD636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36269" y="619596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C394207-1603-4A38-BB95-2A4B92DF49F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53190" y="105109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7096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C08A7EF3-5617-45F8-A8DC-A5FF71A84479}"/>
              </a:ext>
            </a:extLst>
          </p:cNvPr>
          <p:cNvGrpSpPr/>
          <p:nvPr/>
        </p:nvGrpSpPr>
        <p:grpSpPr>
          <a:xfrm>
            <a:off x="-281919" y="-701658"/>
            <a:ext cx="4964629" cy="5321086"/>
            <a:chOff x="-281919" y="-701658"/>
            <a:chExt cx="4964629" cy="5321086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-281919" y="-701658"/>
              <a:ext cx="4964629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E052DAB-0D5D-4D70-9BBC-50A8C5EC81C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370608" y="1926214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A8A12345-4686-444B-BD84-9D036BE8CCC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160277" y="443872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0BD48A63-821F-42C9-95A0-CBB3876B9A4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3" y="4012814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84B027B-A855-44B5-8D57-F5372F7ADC59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08785" y="358132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Multiplication Sign 102">
              <a:extLst>
                <a:ext uri="{FF2B5EF4-FFF2-40B4-BE49-F238E27FC236}">
                  <a16:creationId xmlns:a16="http://schemas.microsoft.com/office/drawing/2014/main" id="{8E5A58B0-525C-4380-AA20-869AF003FF09}"/>
                </a:ext>
              </a:extLst>
            </p:cNvPr>
            <p:cNvSpPr/>
            <p:nvPr/>
          </p:nvSpPr>
          <p:spPr>
            <a:xfrm>
              <a:off x="1273173" y="319974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3B9AD8D0-A418-45DE-9E7E-827A1790237A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C259B4BA-3BE7-40B4-9F02-33D849CAAD4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7DC0665-D27F-4443-A405-1B1DD78F99B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DBCD485C-5F5A-4991-ABBF-832DCBA33FEA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584B202F-37AA-4D1A-AF26-FF644B3BB41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F9391A73-F306-4B86-BB5B-D6BA5397F446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7D422F06-BCF5-4749-AB4C-E03D5A56C087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2ACD6A7F-67E7-4E42-A3E5-15A0ABDA3F08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B1608635-C93A-4440-95C4-344BD9836B5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F28935A4-1E1D-4018-B528-808BF2489B55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26EB1413-E019-4BA2-BE5F-1731DEE0B77C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641718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9381408-692F-4673-84A5-138E0DD83D1F}"/>
              </a:ext>
            </a:extLst>
          </p:cNvPr>
          <p:cNvGrpSpPr/>
          <p:nvPr/>
        </p:nvGrpSpPr>
        <p:grpSpPr>
          <a:xfrm>
            <a:off x="259534" y="-716309"/>
            <a:ext cx="4417722" cy="5335737"/>
            <a:chOff x="259534" y="-716309"/>
            <a:chExt cx="4417722" cy="533573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3381709" y="-716309"/>
              <a:ext cx="129554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b="1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Solved</a:t>
              </a:r>
              <a:r>
                <a:rPr lang="pt-PT" sz="2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!</a:t>
              </a: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642519F4-627F-408B-A1A1-AE4CD8B5BF29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ED7AE2CF-D5C6-42A4-9D94-4D5B84CD652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76D4B92A-7923-471A-BDF4-60E77C043BEF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30D146BB-FF32-4434-88F9-0EE97AF7A3A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2E47DA63-B83C-46B9-8B20-A3DD749B43AD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78E3B8EB-66CE-433A-B996-8CBE03EA05C9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CB5CF48B-6760-4494-8057-EE6708CF0F73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037FB96A-E689-4F5C-AD71-41A17B55FDA6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02A91842-260D-4324-AE74-C0B2F9ECB164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D7899BC0-4079-406A-8965-447A404263D7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6728561A-679D-45D0-AD80-7E99D3C5A646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949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1396</TotalTime>
  <Words>666</Words>
  <Application>Microsoft Office PowerPoint</Application>
  <PresentationFormat>Widescreen</PresentationFormat>
  <Paragraphs>108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Office Theme</vt:lpstr>
      <vt:lpstr>Kudamono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Fruit salad</dc:title>
  <dc:creator>Pedro</dc:creator>
  <cp:lastModifiedBy>Pedro</cp:lastModifiedBy>
  <cp:revision>209</cp:revision>
  <dcterms:created xsi:type="dcterms:W3CDTF">2020-12-15T22:45:57Z</dcterms:created>
  <dcterms:modified xsi:type="dcterms:W3CDTF">2020-12-22T17:54:12Z</dcterms:modified>
</cp:coreProperties>
</file>